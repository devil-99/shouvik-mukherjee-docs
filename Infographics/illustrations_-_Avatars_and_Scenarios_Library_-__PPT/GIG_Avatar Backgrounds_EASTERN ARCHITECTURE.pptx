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docProps/custom.xml" ContentType="application/vnd.openxmlformats-officedocument.custom-properties+xml"/>
  <Override PartName="/docProps/app.xml" ContentType="application/vnd.openxmlformats-officedocument.extended-properties+xml"/>
  <Override PartName="/docProps/core.xml" ContentType="application/vnd.openxmlformats-package.core-properties+xml"/>
  <Override PartName="/ppt/presentation.xml" ContentType="application/vnd.openxmlformats-officedocument.presentationml.presentation.main+xml"/>
  <Override PartName="/ppt/theme/theme1.xml" ContentType="application/vnd.openxmlformats-officedocument.theme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Masters/slideMaster1.xml" ContentType="application/vnd.openxmlformats-officedocument.presentationml.slideMaster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viewProps.xml" ContentType="application/vnd.openxmlformats-officedocument.presentationml.viewProps+xml"/>
  <Override PartName="/ppt/presProps.xml" ContentType="application/vnd.openxmlformats-officedocument.presentationml.presProps+xml"/>
  <Override PartName="/ppt/tableStyles.xml" ContentType="application/vnd.openxmlformats-officedocument.presentationml.tableStyles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officeDocument/2006/relationships/extended-properties" Target="docProps/app.xml"/><Relationship Id="rId3" Type="http://schemas.openxmlformats.org/package/2006/relationships/metadata/core-properties" Target="docProps/core.xml"/><Relationship Id="rId4" Type="http://schemas.openxmlformats.org/officeDocument/2006/relationships/custom-properties" Target="docProps/custom.xml"/></Relationships>
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</p:sldIdLst>
  <p:sldSz cx="20104100" cy="11309350"/>
  <p:notesSz cx="20104100" cy="11309350"/>
  <p:defaultTextStyle>
    <a:defPPr>
      <a:defRPr kern="0"/>
    </a:def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/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78" d="100"/>
          <a:sy n="78" d="100"/>
        </p:scale>
        <p:origin x="-1536" y="-84"/>
      </p:cViewPr>
      <p:guideLst>
        <p:guide orient="horz" pos="2880"/>
        <p:guide pos="216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8028800" cy="780288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3.xml"/><Relationship Id="rId13" Type="http://schemas.openxmlformats.org/officeDocument/2006/relationships/slide" Target="slides/slide8.xml"/><Relationship Id="rId18" Type="http://schemas.openxmlformats.org/officeDocument/2006/relationships/slide" Target="slides/slide13.xml"/><Relationship Id="rId3" Type="http://schemas.openxmlformats.org/officeDocument/2006/relationships/viewProps" Target="viewProps.xml"/><Relationship Id="rId21" Type="http://schemas.openxmlformats.org/officeDocument/2006/relationships/customXml" Target="../customXml/item2.xml"/><Relationship Id="rId7" Type="http://schemas.openxmlformats.org/officeDocument/2006/relationships/slide" Target="slides/slide2.xml"/><Relationship Id="rId12" Type="http://schemas.openxmlformats.org/officeDocument/2006/relationships/slide" Target="slides/slide7.xml"/><Relationship Id="rId17" Type="http://schemas.openxmlformats.org/officeDocument/2006/relationships/slide" Target="slides/slide12.xml"/><Relationship Id="rId2" Type="http://schemas.openxmlformats.org/officeDocument/2006/relationships/theme" Target="theme/theme1.xml"/><Relationship Id="rId16" Type="http://schemas.openxmlformats.org/officeDocument/2006/relationships/slide" Target="slides/slide11.xml"/><Relationship Id="rId20" Type="http://schemas.openxmlformats.org/officeDocument/2006/relationships/customXml" Target="../customXml/item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1.xml"/><Relationship Id="rId11" Type="http://schemas.openxmlformats.org/officeDocument/2006/relationships/slide" Target="slides/slide6.xml"/><Relationship Id="rId5" Type="http://schemas.openxmlformats.org/officeDocument/2006/relationships/tableStyles" Target="tableStyles.xml"/><Relationship Id="rId15" Type="http://schemas.openxmlformats.org/officeDocument/2006/relationships/slide" Target="slides/slide10.xml"/><Relationship Id="rId10" Type="http://schemas.openxmlformats.org/officeDocument/2006/relationships/slide" Target="slides/slide5.xml"/><Relationship Id="rId19" Type="http://schemas.openxmlformats.org/officeDocument/2006/relationships/slide" Target="slides/slide14.xml"/><Relationship Id="rId4" Type="http://schemas.openxmlformats.org/officeDocument/2006/relationships/presProps" Target="presProps.xml"/><Relationship Id="rId9" Type="http://schemas.openxmlformats.org/officeDocument/2006/relationships/slide" Target="slides/slide4.xml"/><Relationship Id="rId14" Type="http://schemas.openxmlformats.org/officeDocument/2006/relationships/slide" Target="slides/slide9.xml"/><Relationship Id="rId22" Type="http://schemas.openxmlformats.org/officeDocument/2006/relationships/customXml" Target="../customXml/item3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1507807" y="3505898"/>
            <a:ext cx="17088486" cy="237496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3015615" y="6333236"/>
            <a:ext cx="14072870" cy="282733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4750" b="0" i="0">
                <a:solidFill>
                  <a:srgbClr val="7FC241"/>
                </a:solidFill>
                <a:latin typeface="Open Sans Light"/>
                <a:cs typeface="Open Sans Light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4750" b="0" i="0">
                <a:solidFill>
                  <a:srgbClr val="7FC241"/>
                </a:solidFill>
                <a:latin typeface="Open Sans Light"/>
                <a:cs typeface="Open Sans Light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idx="2" sz="half"/>
          </p:nvPr>
        </p:nvSpPr>
        <p:spPr>
          <a:xfrm>
            <a:off x="1005205" y="2601150"/>
            <a:ext cx="8745284" cy="746417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idx="3" sz="half"/>
          </p:nvPr>
        </p:nvSpPr>
        <p:spPr>
          <a:xfrm>
            <a:off x="10353611" y="2601150"/>
            <a:ext cx="8745284" cy="746417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6" name="Holder 6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7" name="Holder 7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 showMasterSp="0">
  <p:cSld name="Title Only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6387" y="0"/>
            <a:ext cx="20097750" cy="11304905"/>
          </a:xfrm>
          <a:custGeom>
            <a:avLst/>
            <a:gdLst/>
            <a:ahLst/>
            <a:cxnLst/>
            <a:rect l="l" t="t" r="r" b="b"/>
            <a:pathLst>
              <a:path w="20097750" h="11304905">
                <a:moveTo>
                  <a:pt x="20097702" y="0"/>
                </a:moveTo>
                <a:lnTo>
                  <a:pt x="0" y="0"/>
                </a:lnTo>
                <a:lnTo>
                  <a:pt x="0" y="11304451"/>
                </a:lnTo>
                <a:lnTo>
                  <a:pt x="20097702" y="11304451"/>
                </a:lnTo>
                <a:lnTo>
                  <a:pt x="200977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4750" b="0" i="0">
                <a:solidFill>
                  <a:srgbClr val="7FC241"/>
                </a:solidFill>
                <a:latin typeface="Open Sans Light"/>
                <a:cs typeface="Open Sans Light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5" name="Holder 5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4" name="Holder 4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theme" Target="../theme/theme1.xml"/></Relationships>
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818144" y="7395281"/>
            <a:ext cx="5506720" cy="219392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4750" b="0" i="0">
                <a:solidFill>
                  <a:srgbClr val="7FC241"/>
                </a:solidFill>
                <a:latin typeface="Open Sans Light"/>
                <a:cs typeface="Open Sans Light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1005205" y="2601150"/>
            <a:ext cx="18093690" cy="746417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>
          <a:xfrm>
            <a:off x="6835394" y="10517696"/>
            <a:ext cx="6433312" cy="56546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>
          <a:xfrm>
            <a:off x="1005205" y="10517696"/>
            <a:ext cx="4623943" cy="56546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>
          <a:xfrm>
            <a:off x="14474953" y="10517696"/>
            <a:ext cx="4623943" cy="56546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 folHlink="folHlink" hlink="hlink" accent1="accent1" accent2="accent2" accent3="accent3" accent4="accent4" accent5="accent5" accent6="accent6" tx2="dk2" bg2="lt2" tx1="dk1" bg1="lt1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1.png"/><Relationship Id="rId3" Type="http://schemas.openxmlformats.org/officeDocument/2006/relationships/image" Target="../media/image2.png"/><Relationship Id="rId4" Type="http://schemas.openxmlformats.org/officeDocument/2006/relationships/image" Target="../media/image3.png"/><Relationship Id="rId5" Type="http://schemas.openxmlformats.org/officeDocument/2006/relationships/image" Target="../media/image4.png"/><Relationship Id="rId6" Type="http://schemas.openxmlformats.org/officeDocument/2006/relationships/image" Target="../media/image5.png"/><Relationship Id="rId7" Type="http://schemas.openxmlformats.org/officeDocument/2006/relationships/image" Target="../media/image6.png"/><Relationship Id="rId8" Type="http://schemas.openxmlformats.org/officeDocument/2006/relationships/image" Target="../media/image7.png"/><Relationship Id="rId9" Type="http://schemas.openxmlformats.org/officeDocument/2006/relationships/image" Target="../media/image8.png"/><Relationship Id="rId10" Type="http://schemas.openxmlformats.org/officeDocument/2006/relationships/image" Target="../media/image9.png"/><Relationship Id="rId11" Type="http://schemas.openxmlformats.org/officeDocument/2006/relationships/image" Target="../media/image10.png"/><Relationship Id="rId12" Type="http://schemas.openxmlformats.org/officeDocument/2006/relationships/image" Target="../media/image11.png"/><Relationship Id="rId13" Type="http://schemas.openxmlformats.org/officeDocument/2006/relationships/image" Target="../media/image12.png"/><Relationship Id="rId14" Type="http://schemas.openxmlformats.org/officeDocument/2006/relationships/image" Target="../media/image13.png"/><Relationship Id="rId15" Type="http://schemas.openxmlformats.org/officeDocument/2006/relationships/image" Target="../media/image14.png"/><Relationship Id="rId16" Type="http://schemas.openxmlformats.org/officeDocument/2006/relationships/image" Target="../media/image15.png"/><Relationship Id="rId17" Type="http://schemas.openxmlformats.org/officeDocument/2006/relationships/image" Target="../media/image16.png"/><Relationship Id="rId18" Type="http://schemas.openxmlformats.org/officeDocument/2006/relationships/image" Target="../media/image17.png"/><Relationship Id="rId19" Type="http://schemas.openxmlformats.org/officeDocument/2006/relationships/image" Target="../media/image18.png"/><Relationship Id="rId20" Type="http://schemas.openxmlformats.org/officeDocument/2006/relationships/image" Target="../media/image19.png"/><Relationship Id="rId21" Type="http://schemas.openxmlformats.org/officeDocument/2006/relationships/image" Target="../media/image20.png"/><Relationship Id="rId22" Type="http://schemas.openxmlformats.org/officeDocument/2006/relationships/image" Target="../media/image21.png"/><Relationship Id="rId23" Type="http://schemas.openxmlformats.org/officeDocument/2006/relationships/image" Target="../media/image22.png"/><Relationship Id="rId24" Type="http://schemas.openxmlformats.org/officeDocument/2006/relationships/image" Target="../media/image23.png"/><Relationship Id="rId25" Type="http://schemas.openxmlformats.org/officeDocument/2006/relationships/image" Target="../media/image24.png"/><Relationship Id="rId26" Type="http://schemas.openxmlformats.org/officeDocument/2006/relationships/image" Target="../media/image25.png"/><Relationship Id="rId27" Type="http://schemas.openxmlformats.org/officeDocument/2006/relationships/image" Target="../media/image26.png"/><Relationship Id="rId28" Type="http://schemas.openxmlformats.org/officeDocument/2006/relationships/image" Target="../media/image27.png"/><Relationship Id="rId29" Type="http://schemas.openxmlformats.org/officeDocument/2006/relationships/image" Target="../media/image28.png"/></Relationships>
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9.png"/><Relationship Id="rId3" Type="http://schemas.openxmlformats.org/officeDocument/2006/relationships/image" Target="../media/image30.png"/><Relationship Id="rId4" Type="http://schemas.openxmlformats.org/officeDocument/2006/relationships/image" Target="../media/image31.png"/><Relationship Id="rId5" Type="http://schemas.openxmlformats.org/officeDocument/2006/relationships/image" Target="../media/image32.png"/><Relationship Id="rId6" Type="http://schemas.openxmlformats.org/officeDocument/2006/relationships/image" Target="../media/image33.png"/><Relationship Id="rId7" Type="http://schemas.openxmlformats.org/officeDocument/2006/relationships/image" Target="../media/image34.png"/><Relationship Id="rId8" Type="http://schemas.openxmlformats.org/officeDocument/2006/relationships/image" Target="../media/image35.png"/><Relationship Id="rId9" Type="http://schemas.openxmlformats.org/officeDocument/2006/relationships/image" Target="../media/image36.png"/><Relationship Id="rId10" Type="http://schemas.openxmlformats.org/officeDocument/2006/relationships/image" Target="../media/image37.png"/><Relationship Id="rId11" Type="http://schemas.openxmlformats.org/officeDocument/2006/relationships/image" Target="../media/image38.png"/><Relationship Id="rId12" Type="http://schemas.openxmlformats.org/officeDocument/2006/relationships/image" Target="../media/image39.png"/><Relationship Id="rId13" Type="http://schemas.openxmlformats.org/officeDocument/2006/relationships/image" Target="../media/image40.png"/><Relationship Id="rId14" Type="http://schemas.openxmlformats.org/officeDocument/2006/relationships/image" Target="../media/image41.png"/><Relationship Id="rId15" Type="http://schemas.openxmlformats.org/officeDocument/2006/relationships/image" Target="../media/image42.png"/><Relationship Id="rId16" Type="http://schemas.openxmlformats.org/officeDocument/2006/relationships/image" Target="../media/image43.png"/><Relationship Id="rId17" Type="http://schemas.openxmlformats.org/officeDocument/2006/relationships/image" Target="../media/image44.png"/><Relationship Id="rId18" Type="http://schemas.openxmlformats.org/officeDocument/2006/relationships/image" Target="../media/image45.png"/><Relationship Id="rId19" Type="http://schemas.openxmlformats.org/officeDocument/2006/relationships/image" Target="../media/image46.png"/><Relationship Id="rId20" Type="http://schemas.openxmlformats.org/officeDocument/2006/relationships/image" Target="../media/image47.png"/><Relationship Id="rId21" Type="http://schemas.openxmlformats.org/officeDocument/2006/relationships/image" Target="../media/image48.png"/><Relationship Id="rId22" Type="http://schemas.openxmlformats.org/officeDocument/2006/relationships/image" Target="../media/image49.png"/><Relationship Id="rId23" Type="http://schemas.openxmlformats.org/officeDocument/2006/relationships/image" Target="../media/image50.png"/><Relationship Id="rId24" Type="http://schemas.openxmlformats.org/officeDocument/2006/relationships/image" Target="../media/image51.png"/><Relationship Id="rId25" Type="http://schemas.openxmlformats.org/officeDocument/2006/relationships/image" Target="../media/image52.png"/><Relationship Id="rId26" Type="http://schemas.openxmlformats.org/officeDocument/2006/relationships/image" Target="../media/image53.png"/><Relationship Id="rId27" Type="http://schemas.openxmlformats.org/officeDocument/2006/relationships/image" Target="../media/image54.png"/><Relationship Id="rId28" Type="http://schemas.openxmlformats.org/officeDocument/2006/relationships/image" Target="../media/image55.png"/><Relationship Id="rId29" Type="http://schemas.openxmlformats.org/officeDocument/2006/relationships/image" Target="../media/image56.png"/><Relationship Id="rId30" Type="http://schemas.openxmlformats.org/officeDocument/2006/relationships/image" Target="../media/image57.png"/><Relationship Id="rId31" Type="http://schemas.openxmlformats.org/officeDocument/2006/relationships/image" Target="../media/image58.png"/><Relationship Id="rId32" Type="http://schemas.openxmlformats.org/officeDocument/2006/relationships/image" Target="../media/image59.png"/><Relationship Id="rId33" Type="http://schemas.openxmlformats.org/officeDocument/2006/relationships/image" Target="../media/image60.png"/><Relationship Id="rId34" Type="http://schemas.openxmlformats.org/officeDocument/2006/relationships/image" Target="../media/image61.png"/><Relationship Id="rId35" Type="http://schemas.openxmlformats.org/officeDocument/2006/relationships/image" Target="../media/image62.png"/><Relationship Id="rId36" Type="http://schemas.openxmlformats.org/officeDocument/2006/relationships/image" Target="../media/image63.png"/><Relationship Id="rId37" Type="http://schemas.openxmlformats.org/officeDocument/2006/relationships/image" Target="../media/image64.png"/></Relationships>
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65.png"/><Relationship Id="rId3" Type="http://schemas.openxmlformats.org/officeDocument/2006/relationships/image" Target="../media/image66.png"/><Relationship Id="rId4" Type="http://schemas.openxmlformats.org/officeDocument/2006/relationships/image" Target="../media/image67.png"/><Relationship Id="rId5" Type="http://schemas.openxmlformats.org/officeDocument/2006/relationships/image" Target="../media/image68.png"/><Relationship Id="rId6" Type="http://schemas.openxmlformats.org/officeDocument/2006/relationships/image" Target="../media/image69.png"/><Relationship Id="rId7" Type="http://schemas.openxmlformats.org/officeDocument/2006/relationships/image" Target="../media/image70.png"/><Relationship Id="rId8" Type="http://schemas.openxmlformats.org/officeDocument/2006/relationships/image" Target="../media/image71.png"/><Relationship Id="rId9" Type="http://schemas.openxmlformats.org/officeDocument/2006/relationships/image" Target="../media/image72.png"/><Relationship Id="rId10" Type="http://schemas.openxmlformats.org/officeDocument/2006/relationships/image" Target="../media/image73.png"/><Relationship Id="rId11" Type="http://schemas.openxmlformats.org/officeDocument/2006/relationships/image" Target="../media/image74.png"/><Relationship Id="rId12" Type="http://schemas.openxmlformats.org/officeDocument/2006/relationships/image" Target="../media/image75.png"/><Relationship Id="rId13" Type="http://schemas.openxmlformats.org/officeDocument/2006/relationships/image" Target="../media/image76.png"/><Relationship Id="rId14" Type="http://schemas.openxmlformats.org/officeDocument/2006/relationships/image" Target="../media/image77.png"/><Relationship Id="rId15" Type="http://schemas.openxmlformats.org/officeDocument/2006/relationships/image" Target="../media/image78.png"/><Relationship Id="rId16" Type="http://schemas.openxmlformats.org/officeDocument/2006/relationships/image" Target="../media/image79.png"/><Relationship Id="rId17" Type="http://schemas.openxmlformats.org/officeDocument/2006/relationships/image" Target="../media/image80.png"/><Relationship Id="rId18" Type="http://schemas.openxmlformats.org/officeDocument/2006/relationships/image" Target="../media/image81.png"/><Relationship Id="rId19" Type="http://schemas.openxmlformats.org/officeDocument/2006/relationships/image" Target="../media/image82.png"/><Relationship Id="rId20" Type="http://schemas.openxmlformats.org/officeDocument/2006/relationships/image" Target="../media/image83.png"/><Relationship Id="rId21" Type="http://schemas.openxmlformats.org/officeDocument/2006/relationships/image" Target="../media/image84.png"/><Relationship Id="rId22" Type="http://schemas.openxmlformats.org/officeDocument/2006/relationships/image" Target="../media/image85.png"/><Relationship Id="rId23" Type="http://schemas.openxmlformats.org/officeDocument/2006/relationships/image" Target="../media/image86.png"/><Relationship Id="rId24" Type="http://schemas.openxmlformats.org/officeDocument/2006/relationships/image" Target="../media/image87.png"/><Relationship Id="rId25" Type="http://schemas.openxmlformats.org/officeDocument/2006/relationships/image" Target="../media/image88.png"/><Relationship Id="rId26" Type="http://schemas.openxmlformats.org/officeDocument/2006/relationships/image" Target="../media/image89.png"/><Relationship Id="rId27" Type="http://schemas.openxmlformats.org/officeDocument/2006/relationships/image" Target="../media/image90.png"/><Relationship Id="rId28" Type="http://schemas.openxmlformats.org/officeDocument/2006/relationships/image" Target="../media/image91.png"/><Relationship Id="rId29" Type="http://schemas.openxmlformats.org/officeDocument/2006/relationships/image" Target="../media/image92.png"/><Relationship Id="rId30" Type="http://schemas.openxmlformats.org/officeDocument/2006/relationships/image" Target="../media/image93.png"/><Relationship Id="rId31" Type="http://schemas.openxmlformats.org/officeDocument/2006/relationships/image" Target="../media/image94.png"/><Relationship Id="rId32" Type="http://schemas.openxmlformats.org/officeDocument/2006/relationships/image" Target="../media/image95.png"/><Relationship Id="rId33" Type="http://schemas.openxmlformats.org/officeDocument/2006/relationships/image" Target="../media/image96.png"/><Relationship Id="rId34" Type="http://schemas.openxmlformats.org/officeDocument/2006/relationships/image" Target="../media/image97.png"/><Relationship Id="rId35" Type="http://schemas.openxmlformats.org/officeDocument/2006/relationships/image" Target="../media/image98.png"/><Relationship Id="rId36" Type="http://schemas.openxmlformats.org/officeDocument/2006/relationships/image" Target="../media/image99.png"/><Relationship Id="rId37" Type="http://schemas.openxmlformats.org/officeDocument/2006/relationships/image" Target="../media/image100.png"/><Relationship Id="rId38" Type="http://schemas.openxmlformats.org/officeDocument/2006/relationships/image" Target="../media/image101.png"/><Relationship Id="rId39" Type="http://schemas.openxmlformats.org/officeDocument/2006/relationships/image" Target="../media/image102.png"/><Relationship Id="rId40" Type="http://schemas.openxmlformats.org/officeDocument/2006/relationships/image" Target="../media/image103.png"/><Relationship Id="rId41" Type="http://schemas.openxmlformats.org/officeDocument/2006/relationships/image" Target="../media/image104.png"/><Relationship Id="rId42" Type="http://schemas.openxmlformats.org/officeDocument/2006/relationships/image" Target="../media/image105.png"/><Relationship Id="rId43" Type="http://schemas.openxmlformats.org/officeDocument/2006/relationships/image" Target="../media/image106.png"/><Relationship Id="rId44" Type="http://schemas.openxmlformats.org/officeDocument/2006/relationships/image" Target="../media/image107.png"/><Relationship Id="rId45" Type="http://schemas.openxmlformats.org/officeDocument/2006/relationships/image" Target="../media/image108.png"/><Relationship Id="rId46" Type="http://schemas.openxmlformats.org/officeDocument/2006/relationships/image" Target="../media/image109.png"/><Relationship Id="rId47" Type="http://schemas.openxmlformats.org/officeDocument/2006/relationships/image" Target="../media/image110.png"/><Relationship Id="rId48" Type="http://schemas.openxmlformats.org/officeDocument/2006/relationships/image" Target="../media/image111.png"/><Relationship Id="rId49" Type="http://schemas.openxmlformats.org/officeDocument/2006/relationships/image" Target="../media/image112.png"/><Relationship Id="rId50" Type="http://schemas.openxmlformats.org/officeDocument/2006/relationships/image" Target="../media/image113.png"/><Relationship Id="rId51" Type="http://schemas.openxmlformats.org/officeDocument/2006/relationships/image" Target="../media/image114.png"/><Relationship Id="rId52" Type="http://schemas.openxmlformats.org/officeDocument/2006/relationships/image" Target="../media/image115.png"/><Relationship Id="rId53" Type="http://schemas.openxmlformats.org/officeDocument/2006/relationships/image" Target="../media/image116.png"/><Relationship Id="rId54" Type="http://schemas.openxmlformats.org/officeDocument/2006/relationships/image" Target="../media/image117.png"/><Relationship Id="rId55" Type="http://schemas.openxmlformats.org/officeDocument/2006/relationships/image" Target="../media/image118.png"/><Relationship Id="rId56" Type="http://schemas.openxmlformats.org/officeDocument/2006/relationships/image" Target="../media/image119.png"/><Relationship Id="rId57" Type="http://schemas.openxmlformats.org/officeDocument/2006/relationships/image" Target="../media/image120.png"/><Relationship Id="rId58" Type="http://schemas.openxmlformats.org/officeDocument/2006/relationships/image" Target="../media/image121.png"/><Relationship Id="rId59" Type="http://schemas.openxmlformats.org/officeDocument/2006/relationships/image" Target="../media/image122.png"/><Relationship Id="rId60" Type="http://schemas.openxmlformats.org/officeDocument/2006/relationships/image" Target="../media/image123.png"/><Relationship Id="rId61" Type="http://schemas.openxmlformats.org/officeDocument/2006/relationships/image" Target="../media/image124.png"/><Relationship Id="rId62" Type="http://schemas.openxmlformats.org/officeDocument/2006/relationships/image" Target="../media/image125.png"/><Relationship Id="rId63" Type="http://schemas.openxmlformats.org/officeDocument/2006/relationships/image" Target="../media/image126.png"/><Relationship Id="rId64" Type="http://schemas.openxmlformats.org/officeDocument/2006/relationships/image" Target="../media/image127.png"/><Relationship Id="rId65" Type="http://schemas.openxmlformats.org/officeDocument/2006/relationships/image" Target="../media/image128.png"/><Relationship Id="rId66" Type="http://schemas.openxmlformats.org/officeDocument/2006/relationships/image" Target="../media/image129.png"/><Relationship Id="rId67" Type="http://schemas.openxmlformats.org/officeDocument/2006/relationships/image" Target="../media/image130.png"/><Relationship Id="rId68" Type="http://schemas.openxmlformats.org/officeDocument/2006/relationships/image" Target="../media/image131.png"/><Relationship Id="rId69" Type="http://schemas.openxmlformats.org/officeDocument/2006/relationships/image" Target="../media/image132.png"/><Relationship Id="rId70" Type="http://schemas.openxmlformats.org/officeDocument/2006/relationships/image" Target="../media/image133.png"/><Relationship Id="rId71" Type="http://schemas.openxmlformats.org/officeDocument/2006/relationships/image" Target="../media/image134.png"/><Relationship Id="rId72" Type="http://schemas.openxmlformats.org/officeDocument/2006/relationships/image" Target="../media/image135.png"/><Relationship Id="rId73" Type="http://schemas.openxmlformats.org/officeDocument/2006/relationships/image" Target="../media/image136.png"/><Relationship Id="rId74" Type="http://schemas.openxmlformats.org/officeDocument/2006/relationships/image" Target="../media/image137.png"/><Relationship Id="rId75" Type="http://schemas.openxmlformats.org/officeDocument/2006/relationships/image" Target="../media/image138.png"/><Relationship Id="rId76" Type="http://schemas.openxmlformats.org/officeDocument/2006/relationships/image" Target="../media/image139.png"/><Relationship Id="rId77" Type="http://schemas.openxmlformats.org/officeDocument/2006/relationships/image" Target="../media/image140.png"/><Relationship Id="rId78" Type="http://schemas.openxmlformats.org/officeDocument/2006/relationships/image" Target="../media/image141.png"/><Relationship Id="rId79" Type="http://schemas.openxmlformats.org/officeDocument/2006/relationships/image" Target="../media/image142.png"/><Relationship Id="rId80" Type="http://schemas.openxmlformats.org/officeDocument/2006/relationships/image" Target="../media/image143.png"/><Relationship Id="rId81" Type="http://schemas.openxmlformats.org/officeDocument/2006/relationships/image" Target="../media/image144.png"/><Relationship Id="rId82" Type="http://schemas.openxmlformats.org/officeDocument/2006/relationships/image" Target="../media/image145.png"/><Relationship Id="rId83" Type="http://schemas.openxmlformats.org/officeDocument/2006/relationships/image" Target="../media/image146.png"/><Relationship Id="rId84" Type="http://schemas.openxmlformats.org/officeDocument/2006/relationships/image" Target="../media/image147.png"/><Relationship Id="rId85" Type="http://schemas.openxmlformats.org/officeDocument/2006/relationships/image" Target="../media/image148.png"/><Relationship Id="rId86" Type="http://schemas.openxmlformats.org/officeDocument/2006/relationships/image" Target="../media/image149.png"/><Relationship Id="rId87" Type="http://schemas.openxmlformats.org/officeDocument/2006/relationships/image" Target="../media/image150.png"/><Relationship Id="rId88" Type="http://schemas.openxmlformats.org/officeDocument/2006/relationships/image" Target="../media/image151.png"/><Relationship Id="rId89" Type="http://schemas.openxmlformats.org/officeDocument/2006/relationships/image" Target="../media/image152.png"/><Relationship Id="rId90" Type="http://schemas.openxmlformats.org/officeDocument/2006/relationships/image" Target="../media/image153.png"/><Relationship Id="rId91" Type="http://schemas.openxmlformats.org/officeDocument/2006/relationships/image" Target="../media/image154.png"/><Relationship Id="rId92" Type="http://schemas.openxmlformats.org/officeDocument/2006/relationships/image" Target="../media/image155.png"/><Relationship Id="rId93" Type="http://schemas.openxmlformats.org/officeDocument/2006/relationships/image" Target="../media/image156.png"/><Relationship Id="rId94" Type="http://schemas.openxmlformats.org/officeDocument/2006/relationships/image" Target="../media/image157.png"/><Relationship Id="rId95" Type="http://schemas.openxmlformats.org/officeDocument/2006/relationships/image" Target="../media/image158.png"/><Relationship Id="rId96" Type="http://schemas.openxmlformats.org/officeDocument/2006/relationships/image" Target="../media/image159.png"/><Relationship Id="rId97" Type="http://schemas.openxmlformats.org/officeDocument/2006/relationships/image" Target="../media/image160.png"/><Relationship Id="rId98" Type="http://schemas.openxmlformats.org/officeDocument/2006/relationships/image" Target="../media/image161.png"/><Relationship Id="rId99" Type="http://schemas.openxmlformats.org/officeDocument/2006/relationships/image" Target="../media/image162.png"/><Relationship Id="rId100" Type="http://schemas.openxmlformats.org/officeDocument/2006/relationships/image" Target="../media/image163.png"/><Relationship Id="rId101" Type="http://schemas.openxmlformats.org/officeDocument/2006/relationships/image" Target="../media/image164.png"/><Relationship Id="rId102" Type="http://schemas.openxmlformats.org/officeDocument/2006/relationships/image" Target="../media/image165.png"/></Relationships>
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66.png"/><Relationship Id="rId3" Type="http://schemas.openxmlformats.org/officeDocument/2006/relationships/image" Target="../media/image167.png"/><Relationship Id="rId4" Type="http://schemas.openxmlformats.org/officeDocument/2006/relationships/image" Target="../media/image168.png"/><Relationship Id="rId5" Type="http://schemas.openxmlformats.org/officeDocument/2006/relationships/image" Target="../media/image169.png"/><Relationship Id="rId6" Type="http://schemas.openxmlformats.org/officeDocument/2006/relationships/image" Target="../media/image170.png"/><Relationship Id="rId7" Type="http://schemas.openxmlformats.org/officeDocument/2006/relationships/image" Target="../media/image171.png"/><Relationship Id="rId8" Type="http://schemas.openxmlformats.org/officeDocument/2006/relationships/image" Target="../media/image172.png"/><Relationship Id="rId9" Type="http://schemas.openxmlformats.org/officeDocument/2006/relationships/image" Target="../media/image173.png"/><Relationship Id="rId10" Type="http://schemas.openxmlformats.org/officeDocument/2006/relationships/image" Target="../media/image174.png"/><Relationship Id="rId11" Type="http://schemas.openxmlformats.org/officeDocument/2006/relationships/image" Target="../media/image175.png"/><Relationship Id="rId12" Type="http://schemas.openxmlformats.org/officeDocument/2006/relationships/image" Target="../media/image176.png"/><Relationship Id="rId13" Type="http://schemas.openxmlformats.org/officeDocument/2006/relationships/image" Target="../media/image177.png"/><Relationship Id="rId14" Type="http://schemas.openxmlformats.org/officeDocument/2006/relationships/image" Target="../media/image178.png"/><Relationship Id="rId15" Type="http://schemas.openxmlformats.org/officeDocument/2006/relationships/image" Target="../media/image179.png"/><Relationship Id="rId16" Type="http://schemas.openxmlformats.org/officeDocument/2006/relationships/image" Target="../media/image180.png"/><Relationship Id="rId17" Type="http://schemas.openxmlformats.org/officeDocument/2006/relationships/image" Target="../media/image181.png"/><Relationship Id="rId18" Type="http://schemas.openxmlformats.org/officeDocument/2006/relationships/image" Target="../media/image182.png"/><Relationship Id="rId19" Type="http://schemas.openxmlformats.org/officeDocument/2006/relationships/image" Target="../media/image183.png"/><Relationship Id="rId20" Type="http://schemas.openxmlformats.org/officeDocument/2006/relationships/image" Target="../media/image184.png"/><Relationship Id="rId21" Type="http://schemas.openxmlformats.org/officeDocument/2006/relationships/image" Target="../media/image185.png"/><Relationship Id="rId22" Type="http://schemas.openxmlformats.org/officeDocument/2006/relationships/image" Target="../media/image186.png"/><Relationship Id="rId23" Type="http://schemas.openxmlformats.org/officeDocument/2006/relationships/image" Target="../media/image187.png"/><Relationship Id="rId24" Type="http://schemas.openxmlformats.org/officeDocument/2006/relationships/image" Target="../media/image188.png"/><Relationship Id="rId25" Type="http://schemas.openxmlformats.org/officeDocument/2006/relationships/image" Target="../media/image189.png"/><Relationship Id="rId26" Type="http://schemas.openxmlformats.org/officeDocument/2006/relationships/image" Target="../media/image190.png"/><Relationship Id="rId27" Type="http://schemas.openxmlformats.org/officeDocument/2006/relationships/image" Target="../media/image191.png"/><Relationship Id="rId28" Type="http://schemas.openxmlformats.org/officeDocument/2006/relationships/image" Target="../media/image192.png"/><Relationship Id="rId29" Type="http://schemas.openxmlformats.org/officeDocument/2006/relationships/image" Target="../media/image193.png"/><Relationship Id="rId30" Type="http://schemas.openxmlformats.org/officeDocument/2006/relationships/image" Target="../media/image194.png"/><Relationship Id="rId31" Type="http://schemas.openxmlformats.org/officeDocument/2006/relationships/image" Target="../media/image195.png"/><Relationship Id="rId32" Type="http://schemas.openxmlformats.org/officeDocument/2006/relationships/image" Target="../media/image196.png"/><Relationship Id="rId33" Type="http://schemas.openxmlformats.org/officeDocument/2006/relationships/image" Target="../media/image197.png"/><Relationship Id="rId34" Type="http://schemas.openxmlformats.org/officeDocument/2006/relationships/image" Target="../media/image198.png"/><Relationship Id="rId35" Type="http://schemas.openxmlformats.org/officeDocument/2006/relationships/image" Target="../media/image199.png"/><Relationship Id="rId36" Type="http://schemas.openxmlformats.org/officeDocument/2006/relationships/image" Target="../media/image200.png"/><Relationship Id="rId37" Type="http://schemas.openxmlformats.org/officeDocument/2006/relationships/image" Target="../media/image201.png"/><Relationship Id="rId38" Type="http://schemas.openxmlformats.org/officeDocument/2006/relationships/image" Target="../media/image202.png"/><Relationship Id="rId39" Type="http://schemas.openxmlformats.org/officeDocument/2006/relationships/image" Target="../media/image203.png"/><Relationship Id="rId40" Type="http://schemas.openxmlformats.org/officeDocument/2006/relationships/image" Target="../media/image204.png"/><Relationship Id="rId41" Type="http://schemas.openxmlformats.org/officeDocument/2006/relationships/image" Target="../media/image205.png"/><Relationship Id="rId42" Type="http://schemas.openxmlformats.org/officeDocument/2006/relationships/image" Target="../media/image206.png"/><Relationship Id="rId43" Type="http://schemas.openxmlformats.org/officeDocument/2006/relationships/image" Target="../media/image207.png"/><Relationship Id="rId44" Type="http://schemas.openxmlformats.org/officeDocument/2006/relationships/image" Target="../media/image208.png"/><Relationship Id="rId45" Type="http://schemas.openxmlformats.org/officeDocument/2006/relationships/image" Target="../media/image209.png"/><Relationship Id="rId46" Type="http://schemas.openxmlformats.org/officeDocument/2006/relationships/image" Target="../media/image210.png"/><Relationship Id="rId47" Type="http://schemas.openxmlformats.org/officeDocument/2006/relationships/image" Target="../media/image211.png"/><Relationship Id="rId48" Type="http://schemas.openxmlformats.org/officeDocument/2006/relationships/image" Target="../media/image212.png"/><Relationship Id="rId49" Type="http://schemas.openxmlformats.org/officeDocument/2006/relationships/image" Target="../media/image213.png"/><Relationship Id="rId50" Type="http://schemas.openxmlformats.org/officeDocument/2006/relationships/image" Target="../media/image214.png"/><Relationship Id="rId51" Type="http://schemas.openxmlformats.org/officeDocument/2006/relationships/image" Target="../media/image215.png"/><Relationship Id="rId52" Type="http://schemas.openxmlformats.org/officeDocument/2006/relationships/image" Target="../media/image216.png"/><Relationship Id="rId53" Type="http://schemas.openxmlformats.org/officeDocument/2006/relationships/image" Target="../media/image217.png"/><Relationship Id="rId54" Type="http://schemas.openxmlformats.org/officeDocument/2006/relationships/image" Target="../media/image218.png"/><Relationship Id="rId55" Type="http://schemas.openxmlformats.org/officeDocument/2006/relationships/image" Target="../media/image219.png"/><Relationship Id="rId56" Type="http://schemas.openxmlformats.org/officeDocument/2006/relationships/image" Target="../media/image220.png"/><Relationship Id="rId57" Type="http://schemas.openxmlformats.org/officeDocument/2006/relationships/image" Target="../media/image221.png"/><Relationship Id="rId58" Type="http://schemas.openxmlformats.org/officeDocument/2006/relationships/image" Target="../media/image222.png"/><Relationship Id="rId59" Type="http://schemas.openxmlformats.org/officeDocument/2006/relationships/image" Target="../media/image223.png"/><Relationship Id="rId60" Type="http://schemas.openxmlformats.org/officeDocument/2006/relationships/image" Target="../media/image224.png"/><Relationship Id="rId61" Type="http://schemas.openxmlformats.org/officeDocument/2006/relationships/image" Target="../media/image225.png"/><Relationship Id="rId62" Type="http://schemas.openxmlformats.org/officeDocument/2006/relationships/image" Target="../media/image226.png"/><Relationship Id="rId63" Type="http://schemas.openxmlformats.org/officeDocument/2006/relationships/image" Target="../media/image227.png"/><Relationship Id="rId64" Type="http://schemas.openxmlformats.org/officeDocument/2006/relationships/image" Target="../media/image228.png"/><Relationship Id="rId65" Type="http://schemas.openxmlformats.org/officeDocument/2006/relationships/image" Target="../media/image229.png"/><Relationship Id="rId66" Type="http://schemas.openxmlformats.org/officeDocument/2006/relationships/image" Target="../media/image230.png"/><Relationship Id="rId67" Type="http://schemas.openxmlformats.org/officeDocument/2006/relationships/image" Target="../media/image231.png"/><Relationship Id="rId68" Type="http://schemas.openxmlformats.org/officeDocument/2006/relationships/image" Target="../media/image232.png"/><Relationship Id="rId69" Type="http://schemas.openxmlformats.org/officeDocument/2006/relationships/image" Target="../media/image233.png"/><Relationship Id="rId70" Type="http://schemas.openxmlformats.org/officeDocument/2006/relationships/image" Target="../media/image234.png"/><Relationship Id="rId71" Type="http://schemas.openxmlformats.org/officeDocument/2006/relationships/image" Target="../media/image235.png"/><Relationship Id="rId72" Type="http://schemas.openxmlformats.org/officeDocument/2006/relationships/image" Target="../media/image236.png"/><Relationship Id="rId73" Type="http://schemas.openxmlformats.org/officeDocument/2006/relationships/image" Target="../media/image237.png"/><Relationship Id="rId74" Type="http://schemas.openxmlformats.org/officeDocument/2006/relationships/image" Target="../media/image238.png"/><Relationship Id="rId75" Type="http://schemas.openxmlformats.org/officeDocument/2006/relationships/image" Target="../media/image239.png"/><Relationship Id="rId76" Type="http://schemas.openxmlformats.org/officeDocument/2006/relationships/image" Target="../media/image240.png"/></Relationships>
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41.png"/><Relationship Id="rId3" Type="http://schemas.openxmlformats.org/officeDocument/2006/relationships/image" Target="../media/image242.png"/><Relationship Id="rId4" Type="http://schemas.openxmlformats.org/officeDocument/2006/relationships/image" Target="../media/image243.png"/><Relationship Id="rId5" Type="http://schemas.openxmlformats.org/officeDocument/2006/relationships/image" Target="../media/image244.png"/><Relationship Id="rId6" Type="http://schemas.openxmlformats.org/officeDocument/2006/relationships/image" Target="../media/image245.png"/><Relationship Id="rId7" Type="http://schemas.openxmlformats.org/officeDocument/2006/relationships/image" Target="../media/image246.png"/><Relationship Id="rId8" Type="http://schemas.openxmlformats.org/officeDocument/2006/relationships/image" Target="../media/image247.png"/><Relationship Id="rId9" Type="http://schemas.openxmlformats.org/officeDocument/2006/relationships/image" Target="../media/image248.png"/><Relationship Id="rId10" Type="http://schemas.openxmlformats.org/officeDocument/2006/relationships/image" Target="../media/image249.png"/><Relationship Id="rId11" Type="http://schemas.openxmlformats.org/officeDocument/2006/relationships/image" Target="../media/image250.png"/><Relationship Id="rId12" Type="http://schemas.openxmlformats.org/officeDocument/2006/relationships/image" Target="../media/image251.png"/><Relationship Id="rId13" Type="http://schemas.openxmlformats.org/officeDocument/2006/relationships/image" Target="../media/image252.png"/><Relationship Id="rId14" Type="http://schemas.openxmlformats.org/officeDocument/2006/relationships/image" Target="../media/image253.png"/><Relationship Id="rId15" Type="http://schemas.openxmlformats.org/officeDocument/2006/relationships/image" Target="../media/image254.png"/><Relationship Id="rId16" Type="http://schemas.openxmlformats.org/officeDocument/2006/relationships/image" Target="../media/image255.png"/><Relationship Id="rId17" Type="http://schemas.openxmlformats.org/officeDocument/2006/relationships/image" Target="../media/image256.png"/><Relationship Id="rId18" Type="http://schemas.openxmlformats.org/officeDocument/2006/relationships/image" Target="../media/image257.png"/><Relationship Id="rId19" Type="http://schemas.openxmlformats.org/officeDocument/2006/relationships/image" Target="../media/image258.png"/><Relationship Id="rId20" Type="http://schemas.openxmlformats.org/officeDocument/2006/relationships/image" Target="../media/image259.png"/><Relationship Id="rId21" Type="http://schemas.openxmlformats.org/officeDocument/2006/relationships/image" Target="../media/image260.png"/><Relationship Id="rId22" Type="http://schemas.openxmlformats.org/officeDocument/2006/relationships/image" Target="../media/image261.png"/><Relationship Id="rId23" Type="http://schemas.openxmlformats.org/officeDocument/2006/relationships/image" Target="../media/image262.png"/><Relationship Id="rId24" Type="http://schemas.openxmlformats.org/officeDocument/2006/relationships/image" Target="../media/image263.png"/><Relationship Id="rId25" Type="http://schemas.openxmlformats.org/officeDocument/2006/relationships/image" Target="../media/image264.png"/><Relationship Id="rId26" Type="http://schemas.openxmlformats.org/officeDocument/2006/relationships/image" Target="../media/image265.png"/><Relationship Id="rId27" Type="http://schemas.openxmlformats.org/officeDocument/2006/relationships/image" Target="../media/image266.png"/><Relationship Id="rId28" Type="http://schemas.openxmlformats.org/officeDocument/2006/relationships/image" Target="../media/image267.png"/><Relationship Id="rId29" Type="http://schemas.openxmlformats.org/officeDocument/2006/relationships/image" Target="../media/image268.png"/><Relationship Id="rId30" Type="http://schemas.openxmlformats.org/officeDocument/2006/relationships/image" Target="../media/image269.png"/><Relationship Id="rId31" Type="http://schemas.openxmlformats.org/officeDocument/2006/relationships/image" Target="../media/image270.png"/><Relationship Id="rId32" Type="http://schemas.openxmlformats.org/officeDocument/2006/relationships/image" Target="../media/image271.png"/><Relationship Id="rId33" Type="http://schemas.openxmlformats.org/officeDocument/2006/relationships/image" Target="../media/image272.png"/><Relationship Id="rId34" Type="http://schemas.openxmlformats.org/officeDocument/2006/relationships/image" Target="../media/image273.png"/><Relationship Id="rId35" Type="http://schemas.openxmlformats.org/officeDocument/2006/relationships/image" Target="../media/image274.png"/><Relationship Id="rId36" Type="http://schemas.openxmlformats.org/officeDocument/2006/relationships/image" Target="../media/image275.png"/><Relationship Id="rId37" Type="http://schemas.openxmlformats.org/officeDocument/2006/relationships/image" Target="../media/image276.png"/><Relationship Id="rId38" Type="http://schemas.openxmlformats.org/officeDocument/2006/relationships/image" Target="../media/image277.png"/><Relationship Id="rId39" Type="http://schemas.openxmlformats.org/officeDocument/2006/relationships/image" Target="../media/image278.png"/><Relationship Id="rId40" Type="http://schemas.openxmlformats.org/officeDocument/2006/relationships/image" Target="../media/image279.png"/><Relationship Id="rId41" Type="http://schemas.openxmlformats.org/officeDocument/2006/relationships/image" Target="../media/image280.png"/><Relationship Id="rId42" Type="http://schemas.openxmlformats.org/officeDocument/2006/relationships/image" Target="../media/image281.png"/><Relationship Id="rId43" Type="http://schemas.openxmlformats.org/officeDocument/2006/relationships/image" Target="../media/image282.png"/><Relationship Id="rId44" Type="http://schemas.openxmlformats.org/officeDocument/2006/relationships/image" Target="../media/image283.png"/><Relationship Id="rId45" Type="http://schemas.openxmlformats.org/officeDocument/2006/relationships/image" Target="../media/image284.png"/><Relationship Id="rId46" Type="http://schemas.openxmlformats.org/officeDocument/2006/relationships/image" Target="../media/image285.png"/><Relationship Id="rId47" Type="http://schemas.openxmlformats.org/officeDocument/2006/relationships/image" Target="../media/image286.png"/><Relationship Id="rId48" Type="http://schemas.openxmlformats.org/officeDocument/2006/relationships/image" Target="../media/image287.png"/><Relationship Id="rId49" Type="http://schemas.openxmlformats.org/officeDocument/2006/relationships/image" Target="../media/image288.png"/><Relationship Id="rId50" Type="http://schemas.openxmlformats.org/officeDocument/2006/relationships/image" Target="../media/image289.png"/><Relationship Id="rId51" Type="http://schemas.openxmlformats.org/officeDocument/2006/relationships/image" Target="../media/image290.png"/><Relationship Id="rId52" Type="http://schemas.openxmlformats.org/officeDocument/2006/relationships/image" Target="../media/image291.png"/><Relationship Id="rId53" Type="http://schemas.openxmlformats.org/officeDocument/2006/relationships/image" Target="../media/image292.png"/><Relationship Id="rId54" Type="http://schemas.openxmlformats.org/officeDocument/2006/relationships/image" Target="../media/image293.png"/><Relationship Id="rId55" Type="http://schemas.openxmlformats.org/officeDocument/2006/relationships/image" Target="../media/image294.png"/><Relationship Id="rId56" Type="http://schemas.openxmlformats.org/officeDocument/2006/relationships/image" Target="../media/image295.png"/><Relationship Id="rId57" Type="http://schemas.openxmlformats.org/officeDocument/2006/relationships/image" Target="../media/image296.png"/><Relationship Id="rId58" Type="http://schemas.openxmlformats.org/officeDocument/2006/relationships/image" Target="../media/image297.png"/><Relationship Id="rId59" Type="http://schemas.openxmlformats.org/officeDocument/2006/relationships/image" Target="../media/image298.png"/><Relationship Id="rId60" Type="http://schemas.openxmlformats.org/officeDocument/2006/relationships/image" Target="../media/image299.png"/><Relationship Id="rId61" Type="http://schemas.openxmlformats.org/officeDocument/2006/relationships/image" Target="../media/image300.png"/><Relationship Id="rId62" Type="http://schemas.openxmlformats.org/officeDocument/2006/relationships/image" Target="../media/image301.png"/></Relationships>
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02.png"/><Relationship Id="rId3" Type="http://schemas.openxmlformats.org/officeDocument/2006/relationships/image" Target="../media/image303.png"/><Relationship Id="rId4" Type="http://schemas.openxmlformats.org/officeDocument/2006/relationships/image" Target="../media/image304.png"/><Relationship Id="rId5" Type="http://schemas.openxmlformats.org/officeDocument/2006/relationships/image" Target="../media/image305.png"/><Relationship Id="rId6" Type="http://schemas.openxmlformats.org/officeDocument/2006/relationships/image" Target="../media/image306.png"/><Relationship Id="rId7" Type="http://schemas.openxmlformats.org/officeDocument/2006/relationships/image" Target="../media/image307.png"/><Relationship Id="rId8" Type="http://schemas.openxmlformats.org/officeDocument/2006/relationships/image" Target="../media/image308.png"/><Relationship Id="rId9" Type="http://schemas.openxmlformats.org/officeDocument/2006/relationships/image" Target="../media/image309.png"/><Relationship Id="rId10" Type="http://schemas.openxmlformats.org/officeDocument/2006/relationships/image" Target="../media/image310.png"/><Relationship Id="rId11" Type="http://schemas.openxmlformats.org/officeDocument/2006/relationships/image" Target="../media/image311.png"/><Relationship Id="rId12" Type="http://schemas.openxmlformats.org/officeDocument/2006/relationships/image" Target="../media/image312.png"/><Relationship Id="rId13" Type="http://schemas.openxmlformats.org/officeDocument/2006/relationships/image" Target="../media/image313.png"/><Relationship Id="rId14" Type="http://schemas.openxmlformats.org/officeDocument/2006/relationships/image" Target="../media/image314.png"/><Relationship Id="rId15" Type="http://schemas.openxmlformats.org/officeDocument/2006/relationships/image" Target="../media/image315.png"/><Relationship Id="rId16" Type="http://schemas.openxmlformats.org/officeDocument/2006/relationships/image" Target="../media/image316.png"/><Relationship Id="rId17" Type="http://schemas.openxmlformats.org/officeDocument/2006/relationships/image" Target="../media/image317.png"/><Relationship Id="rId18" Type="http://schemas.openxmlformats.org/officeDocument/2006/relationships/image" Target="../media/image318.png"/><Relationship Id="rId19" Type="http://schemas.openxmlformats.org/officeDocument/2006/relationships/image" Target="../media/image319.png"/><Relationship Id="rId20" Type="http://schemas.openxmlformats.org/officeDocument/2006/relationships/image" Target="../media/image320.png"/><Relationship Id="rId21" Type="http://schemas.openxmlformats.org/officeDocument/2006/relationships/image" Target="../media/image321.png"/><Relationship Id="rId22" Type="http://schemas.openxmlformats.org/officeDocument/2006/relationships/image" Target="../media/image322.png"/><Relationship Id="rId23" Type="http://schemas.openxmlformats.org/officeDocument/2006/relationships/image" Target="../media/image323.png"/><Relationship Id="rId24" Type="http://schemas.openxmlformats.org/officeDocument/2006/relationships/image" Target="../media/image324.png"/></Relationships>
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25.png"/><Relationship Id="rId3" Type="http://schemas.openxmlformats.org/officeDocument/2006/relationships/image" Target="../media/image326.png"/><Relationship Id="rId4" Type="http://schemas.openxmlformats.org/officeDocument/2006/relationships/image" Target="../media/image327.png"/><Relationship Id="rId5" Type="http://schemas.openxmlformats.org/officeDocument/2006/relationships/image" Target="../media/image328.png"/><Relationship Id="rId6" Type="http://schemas.openxmlformats.org/officeDocument/2006/relationships/image" Target="../media/image329.png"/><Relationship Id="rId7" Type="http://schemas.openxmlformats.org/officeDocument/2006/relationships/image" Target="../media/image330.png"/><Relationship Id="rId8" Type="http://schemas.openxmlformats.org/officeDocument/2006/relationships/image" Target="../media/image331.png"/><Relationship Id="rId9" Type="http://schemas.openxmlformats.org/officeDocument/2006/relationships/image" Target="../media/image332.png"/><Relationship Id="rId10" Type="http://schemas.openxmlformats.org/officeDocument/2006/relationships/image" Target="../media/image333.png"/><Relationship Id="rId11" Type="http://schemas.openxmlformats.org/officeDocument/2006/relationships/image" Target="../media/image334.png"/><Relationship Id="rId12" Type="http://schemas.openxmlformats.org/officeDocument/2006/relationships/image" Target="../media/image335.png"/><Relationship Id="rId13" Type="http://schemas.openxmlformats.org/officeDocument/2006/relationships/image" Target="../media/image336.png"/><Relationship Id="rId14" Type="http://schemas.openxmlformats.org/officeDocument/2006/relationships/image" Target="../media/image337.png"/><Relationship Id="rId15" Type="http://schemas.openxmlformats.org/officeDocument/2006/relationships/image" Target="../media/image338.png"/><Relationship Id="rId16" Type="http://schemas.openxmlformats.org/officeDocument/2006/relationships/image" Target="../media/image339.png"/><Relationship Id="rId17" Type="http://schemas.openxmlformats.org/officeDocument/2006/relationships/image" Target="../media/image340.png"/><Relationship Id="rId18" Type="http://schemas.openxmlformats.org/officeDocument/2006/relationships/image" Target="../media/image341.png"/><Relationship Id="rId19" Type="http://schemas.openxmlformats.org/officeDocument/2006/relationships/image" Target="../media/image342.png"/><Relationship Id="rId20" Type="http://schemas.openxmlformats.org/officeDocument/2006/relationships/image" Target="../media/image343.png"/><Relationship Id="rId21" Type="http://schemas.openxmlformats.org/officeDocument/2006/relationships/image" Target="../media/image344.png"/><Relationship Id="rId22" Type="http://schemas.openxmlformats.org/officeDocument/2006/relationships/image" Target="../media/image345.png"/><Relationship Id="rId23" Type="http://schemas.openxmlformats.org/officeDocument/2006/relationships/image" Target="../media/image346.png"/><Relationship Id="rId24" Type="http://schemas.openxmlformats.org/officeDocument/2006/relationships/image" Target="../media/image347.png"/><Relationship Id="rId25" Type="http://schemas.openxmlformats.org/officeDocument/2006/relationships/image" Target="../media/image348.png"/><Relationship Id="rId26" Type="http://schemas.openxmlformats.org/officeDocument/2006/relationships/image" Target="../media/image349.png"/><Relationship Id="rId27" Type="http://schemas.openxmlformats.org/officeDocument/2006/relationships/image" Target="../media/image350.png"/><Relationship Id="rId28" Type="http://schemas.openxmlformats.org/officeDocument/2006/relationships/image" Target="../media/image351.png"/><Relationship Id="rId29" Type="http://schemas.openxmlformats.org/officeDocument/2006/relationships/image" Target="../media/image352.png"/><Relationship Id="rId30" Type="http://schemas.openxmlformats.org/officeDocument/2006/relationships/image" Target="../media/image353.png"/><Relationship Id="rId31" Type="http://schemas.openxmlformats.org/officeDocument/2006/relationships/image" Target="../media/image354.png"/><Relationship Id="rId32" Type="http://schemas.openxmlformats.org/officeDocument/2006/relationships/image" Target="../media/image355.png"/><Relationship Id="rId33" Type="http://schemas.openxmlformats.org/officeDocument/2006/relationships/image" Target="../media/image356.png"/><Relationship Id="rId34" Type="http://schemas.openxmlformats.org/officeDocument/2006/relationships/image" Target="../media/image357.png"/><Relationship Id="rId35" Type="http://schemas.openxmlformats.org/officeDocument/2006/relationships/image" Target="../media/image358.png"/><Relationship Id="rId36" Type="http://schemas.openxmlformats.org/officeDocument/2006/relationships/image" Target="../media/image359.png"/><Relationship Id="rId37" Type="http://schemas.openxmlformats.org/officeDocument/2006/relationships/image" Target="../media/image360.png"/><Relationship Id="rId38" Type="http://schemas.openxmlformats.org/officeDocument/2006/relationships/image" Target="../media/image361.png"/><Relationship Id="rId39" Type="http://schemas.openxmlformats.org/officeDocument/2006/relationships/image" Target="../media/image362.png"/><Relationship Id="rId40" Type="http://schemas.openxmlformats.org/officeDocument/2006/relationships/image" Target="../media/image363.png"/><Relationship Id="rId41" Type="http://schemas.openxmlformats.org/officeDocument/2006/relationships/image" Target="../media/image364.png"/><Relationship Id="rId42" Type="http://schemas.openxmlformats.org/officeDocument/2006/relationships/image" Target="../media/image365.png"/><Relationship Id="rId43" Type="http://schemas.openxmlformats.org/officeDocument/2006/relationships/image" Target="../media/image366.png"/><Relationship Id="rId44" Type="http://schemas.openxmlformats.org/officeDocument/2006/relationships/image" Target="../media/image367.png"/><Relationship Id="rId45" Type="http://schemas.openxmlformats.org/officeDocument/2006/relationships/image" Target="../media/image368.png"/><Relationship Id="rId46" Type="http://schemas.openxmlformats.org/officeDocument/2006/relationships/image" Target="../media/image369.png"/></Relationships>
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70.png"/><Relationship Id="rId3" Type="http://schemas.openxmlformats.org/officeDocument/2006/relationships/image" Target="../media/image371.png"/></Relationships>
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72.png"/><Relationship Id="rId3" Type="http://schemas.openxmlformats.org/officeDocument/2006/relationships/image" Target="../media/image373.png"/><Relationship Id="rId4" Type="http://schemas.openxmlformats.org/officeDocument/2006/relationships/image" Target="../media/image374.png"/><Relationship Id="rId5" Type="http://schemas.openxmlformats.org/officeDocument/2006/relationships/image" Target="../media/image375.png"/><Relationship Id="rId6" Type="http://schemas.openxmlformats.org/officeDocument/2006/relationships/image" Target="../media/image376.png"/><Relationship Id="rId7" Type="http://schemas.openxmlformats.org/officeDocument/2006/relationships/image" Target="../media/image377.png"/><Relationship Id="rId8" Type="http://schemas.openxmlformats.org/officeDocument/2006/relationships/image" Target="../media/image378.png"/><Relationship Id="rId9" Type="http://schemas.openxmlformats.org/officeDocument/2006/relationships/image" Target="../media/image379.png"/><Relationship Id="rId10" Type="http://schemas.openxmlformats.org/officeDocument/2006/relationships/image" Target="../media/image380.png"/><Relationship Id="rId11" Type="http://schemas.openxmlformats.org/officeDocument/2006/relationships/image" Target="../media/image381.png"/><Relationship Id="rId12" Type="http://schemas.openxmlformats.org/officeDocument/2006/relationships/image" Target="../media/image382.png"/><Relationship Id="rId13" Type="http://schemas.openxmlformats.org/officeDocument/2006/relationships/image" Target="../media/image383.png"/><Relationship Id="rId14" Type="http://schemas.openxmlformats.org/officeDocument/2006/relationships/image" Target="../media/image384.png"/><Relationship Id="rId15" Type="http://schemas.openxmlformats.org/officeDocument/2006/relationships/image" Target="../media/image385.png"/><Relationship Id="rId16" Type="http://schemas.openxmlformats.org/officeDocument/2006/relationships/image" Target="../media/image386.png"/><Relationship Id="rId17" Type="http://schemas.openxmlformats.org/officeDocument/2006/relationships/image" Target="../media/image387.png"/><Relationship Id="rId18" Type="http://schemas.openxmlformats.org/officeDocument/2006/relationships/image" Target="../media/image388.png"/><Relationship Id="rId19" Type="http://schemas.openxmlformats.org/officeDocument/2006/relationships/image" Target="../media/image389.png"/><Relationship Id="rId20" Type="http://schemas.openxmlformats.org/officeDocument/2006/relationships/image" Target="../media/image390.png"/><Relationship Id="rId21" Type="http://schemas.openxmlformats.org/officeDocument/2006/relationships/image" Target="../media/image391.png"/><Relationship Id="rId22" Type="http://schemas.openxmlformats.org/officeDocument/2006/relationships/image" Target="../media/image392.png"/><Relationship Id="rId23" Type="http://schemas.openxmlformats.org/officeDocument/2006/relationships/image" Target="../media/image393.png"/><Relationship Id="rId24" Type="http://schemas.openxmlformats.org/officeDocument/2006/relationships/image" Target="../media/image394.png"/><Relationship Id="rId25" Type="http://schemas.openxmlformats.org/officeDocument/2006/relationships/image" Target="../media/image395.png"/><Relationship Id="rId26" Type="http://schemas.openxmlformats.org/officeDocument/2006/relationships/image" Target="../media/image396.png"/><Relationship Id="rId27" Type="http://schemas.openxmlformats.org/officeDocument/2006/relationships/image" Target="../media/image397.png"/><Relationship Id="rId28" Type="http://schemas.openxmlformats.org/officeDocument/2006/relationships/image" Target="../media/image398.png"/><Relationship Id="rId29" Type="http://schemas.openxmlformats.org/officeDocument/2006/relationships/image" Target="../media/image399.png"/><Relationship Id="rId30" Type="http://schemas.openxmlformats.org/officeDocument/2006/relationships/image" Target="../media/image400.png"/><Relationship Id="rId31" Type="http://schemas.openxmlformats.org/officeDocument/2006/relationships/image" Target="../media/image401.png"/><Relationship Id="rId32" Type="http://schemas.openxmlformats.org/officeDocument/2006/relationships/image" Target="../media/image402.png"/><Relationship Id="rId33" Type="http://schemas.openxmlformats.org/officeDocument/2006/relationships/image" Target="../media/image403.png"/><Relationship Id="rId34" Type="http://schemas.openxmlformats.org/officeDocument/2006/relationships/image" Target="../media/image404.png"/><Relationship Id="rId35" Type="http://schemas.openxmlformats.org/officeDocument/2006/relationships/image" Target="../media/image405.png"/><Relationship Id="rId36" Type="http://schemas.openxmlformats.org/officeDocument/2006/relationships/image" Target="../media/image406.png"/><Relationship Id="rId37" Type="http://schemas.openxmlformats.org/officeDocument/2006/relationships/image" Target="../media/image407.png"/><Relationship Id="rId38" Type="http://schemas.openxmlformats.org/officeDocument/2006/relationships/image" Target="../media/image408.png"/><Relationship Id="rId39" Type="http://schemas.openxmlformats.org/officeDocument/2006/relationships/image" Target="../media/image409.png"/><Relationship Id="rId40" Type="http://schemas.openxmlformats.org/officeDocument/2006/relationships/image" Target="../media/image410.png"/><Relationship Id="rId41" Type="http://schemas.openxmlformats.org/officeDocument/2006/relationships/image" Target="../media/image411.png"/></Relationships>
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12.png"/><Relationship Id="rId3" Type="http://schemas.openxmlformats.org/officeDocument/2006/relationships/image" Target="../media/image413.png"/><Relationship Id="rId4" Type="http://schemas.openxmlformats.org/officeDocument/2006/relationships/image" Target="../media/image414.png"/><Relationship Id="rId5" Type="http://schemas.openxmlformats.org/officeDocument/2006/relationships/image" Target="../media/image415.png"/><Relationship Id="rId6" Type="http://schemas.openxmlformats.org/officeDocument/2006/relationships/image" Target="../media/image416.png"/><Relationship Id="rId7" Type="http://schemas.openxmlformats.org/officeDocument/2006/relationships/image" Target="../media/image417.png"/><Relationship Id="rId8" Type="http://schemas.openxmlformats.org/officeDocument/2006/relationships/image" Target="../media/image418.png"/><Relationship Id="rId9" Type="http://schemas.openxmlformats.org/officeDocument/2006/relationships/image" Target="../media/image419.png"/><Relationship Id="rId10" Type="http://schemas.openxmlformats.org/officeDocument/2006/relationships/image" Target="../media/image420.png"/><Relationship Id="rId11" Type="http://schemas.openxmlformats.org/officeDocument/2006/relationships/image" Target="../media/image421.png"/><Relationship Id="rId12" Type="http://schemas.openxmlformats.org/officeDocument/2006/relationships/image" Target="../media/image422.png"/><Relationship Id="rId13" Type="http://schemas.openxmlformats.org/officeDocument/2006/relationships/image" Target="../media/image423.png"/><Relationship Id="rId14" Type="http://schemas.openxmlformats.org/officeDocument/2006/relationships/image" Target="../media/image424.png"/><Relationship Id="rId15" Type="http://schemas.openxmlformats.org/officeDocument/2006/relationships/image" Target="../media/image425.png"/><Relationship Id="rId16" Type="http://schemas.openxmlformats.org/officeDocument/2006/relationships/image" Target="../media/image426.png"/><Relationship Id="rId17" Type="http://schemas.openxmlformats.org/officeDocument/2006/relationships/image" Target="../media/image427.png"/><Relationship Id="rId18" Type="http://schemas.openxmlformats.org/officeDocument/2006/relationships/image" Target="../media/image428.png"/><Relationship Id="rId19" Type="http://schemas.openxmlformats.org/officeDocument/2006/relationships/image" Target="../media/image429.png"/><Relationship Id="rId20" Type="http://schemas.openxmlformats.org/officeDocument/2006/relationships/image" Target="../media/image430.png"/><Relationship Id="rId21" Type="http://schemas.openxmlformats.org/officeDocument/2006/relationships/image" Target="../media/image431.png"/><Relationship Id="rId22" Type="http://schemas.openxmlformats.org/officeDocument/2006/relationships/image" Target="../media/image432.png"/><Relationship Id="rId23" Type="http://schemas.openxmlformats.org/officeDocument/2006/relationships/image" Target="../media/image433.png"/><Relationship Id="rId24" Type="http://schemas.openxmlformats.org/officeDocument/2006/relationships/image" Target="../media/image434.png"/><Relationship Id="rId25" Type="http://schemas.openxmlformats.org/officeDocument/2006/relationships/image" Target="../media/image435.png"/><Relationship Id="rId26" Type="http://schemas.openxmlformats.org/officeDocument/2006/relationships/image" Target="../media/image436.png"/><Relationship Id="rId27" Type="http://schemas.openxmlformats.org/officeDocument/2006/relationships/image" Target="../media/image437.png"/><Relationship Id="rId28" Type="http://schemas.openxmlformats.org/officeDocument/2006/relationships/image" Target="../media/image438.png"/><Relationship Id="rId29" Type="http://schemas.openxmlformats.org/officeDocument/2006/relationships/image" Target="../media/image439.png"/><Relationship Id="rId30" Type="http://schemas.openxmlformats.org/officeDocument/2006/relationships/image" Target="../media/image440.png"/><Relationship Id="rId31" Type="http://schemas.openxmlformats.org/officeDocument/2006/relationships/image" Target="../media/image441.png"/><Relationship Id="rId32" Type="http://schemas.openxmlformats.org/officeDocument/2006/relationships/image" Target="../media/image442.png"/><Relationship Id="rId33" Type="http://schemas.openxmlformats.org/officeDocument/2006/relationships/image" Target="../media/image443.png"/><Relationship Id="rId34" Type="http://schemas.openxmlformats.org/officeDocument/2006/relationships/image" Target="../media/image444.png"/><Relationship Id="rId35" Type="http://schemas.openxmlformats.org/officeDocument/2006/relationships/image" Target="../media/image445.png"/><Relationship Id="rId36" Type="http://schemas.openxmlformats.org/officeDocument/2006/relationships/image" Target="../media/image446.png"/><Relationship Id="rId37" Type="http://schemas.openxmlformats.org/officeDocument/2006/relationships/image" Target="../media/image447.png"/><Relationship Id="rId38" Type="http://schemas.openxmlformats.org/officeDocument/2006/relationships/image" Target="../media/image448.png"/><Relationship Id="rId39" Type="http://schemas.openxmlformats.org/officeDocument/2006/relationships/image" Target="../media/image449.png"/><Relationship Id="rId40" Type="http://schemas.openxmlformats.org/officeDocument/2006/relationships/image" Target="../media/image450.png"/><Relationship Id="rId41" Type="http://schemas.openxmlformats.org/officeDocument/2006/relationships/image" Target="../media/image451.png"/><Relationship Id="rId42" Type="http://schemas.openxmlformats.org/officeDocument/2006/relationships/image" Target="../media/image452.png"/><Relationship Id="rId43" Type="http://schemas.openxmlformats.org/officeDocument/2006/relationships/image" Target="../media/image453.png"/><Relationship Id="rId44" Type="http://schemas.openxmlformats.org/officeDocument/2006/relationships/image" Target="../media/image454.png"/><Relationship Id="rId45" Type="http://schemas.openxmlformats.org/officeDocument/2006/relationships/image" Target="../media/image455.png"/><Relationship Id="rId46" Type="http://schemas.openxmlformats.org/officeDocument/2006/relationships/image" Target="../media/image456.png"/><Relationship Id="rId47" Type="http://schemas.openxmlformats.org/officeDocument/2006/relationships/image" Target="../media/image457.png"/></Relationships>
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58.png"/><Relationship Id="rId3" Type="http://schemas.openxmlformats.org/officeDocument/2006/relationships/image" Target="../media/image459.png"/><Relationship Id="rId4" Type="http://schemas.openxmlformats.org/officeDocument/2006/relationships/image" Target="../media/image460.png"/></Relationships>
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61.png"/><Relationship Id="rId3" Type="http://schemas.openxmlformats.org/officeDocument/2006/relationships/image" Target="../media/image462.png"/><Relationship Id="rId4" Type="http://schemas.openxmlformats.org/officeDocument/2006/relationships/image" Target="../media/image463.png"/><Relationship Id="rId5" Type="http://schemas.openxmlformats.org/officeDocument/2006/relationships/image" Target="../media/image464.png"/><Relationship Id="rId6" Type="http://schemas.openxmlformats.org/officeDocument/2006/relationships/image" Target="../media/image465.png"/><Relationship Id="rId7" Type="http://schemas.openxmlformats.org/officeDocument/2006/relationships/image" Target="../media/image466.png"/><Relationship Id="rId8" Type="http://schemas.openxmlformats.org/officeDocument/2006/relationships/image" Target="../media/image467.png"/><Relationship Id="rId9" Type="http://schemas.openxmlformats.org/officeDocument/2006/relationships/image" Target="../media/image468.png"/><Relationship Id="rId10" Type="http://schemas.openxmlformats.org/officeDocument/2006/relationships/image" Target="../media/image469.png"/><Relationship Id="rId11" Type="http://schemas.openxmlformats.org/officeDocument/2006/relationships/image" Target="../media/image470.png"/><Relationship Id="rId12" Type="http://schemas.openxmlformats.org/officeDocument/2006/relationships/image" Target="../media/image471.png"/><Relationship Id="rId13" Type="http://schemas.openxmlformats.org/officeDocument/2006/relationships/image" Target="../media/image472.png"/><Relationship Id="rId14" Type="http://schemas.openxmlformats.org/officeDocument/2006/relationships/image" Target="../media/image473.png"/><Relationship Id="rId15" Type="http://schemas.openxmlformats.org/officeDocument/2006/relationships/image" Target="../media/image474.png"/><Relationship Id="rId16" Type="http://schemas.openxmlformats.org/officeDocument/2006/relationships/image" Target="../media/image475.png"/><Relationship Id="rId17" Type="http://schemas.openxmlformats.org/officeDocument/2006/relationships/image" Target="../media/image476.png"/><Relationship Id="rId18" Type="http://schemas.openxmlformats.org/officeDocument/2006/relationships/image" Target="../media/image477.png"/><Relationship Id="rId19" Type="http://schemas.openxmlformats.org/officeDocument/2006/relationships/image" Target="../media/image478.png"/><Relationship Id="rId20" Type="http://schemas.openxmlformats.org/officeDocument/2006/relationships/image" Target="../media/image479.png"/><Relationship Id="rId21" Type="http://schemas.openxmlformats.org/officeDocument/2006/relationships/image" Target="../media/image480.png"/><Relationship Id="rId22" Type="http://schemas.openxmlformats.org/officeDocument/2006/relationships/image" Target="../media/image481.png"/><Relationship Id="rId23" Type="http://schemas.openxmlformats.org/officeDocument/2006/relationships/image" Target="../media/image482.png"/><Relationship Id="rId24" Type="http://schemas.openxmlformats.org/officeDocument/2006/relationships/image" Target="../media/image483.png"/><Relationship Id="rId25" Type="http://schemas.openxmlformats.org/officeDocument/2006/relationships/image" Target="../media/image484.png"/><Relationship Id="rId26" Type="http://schemas.openxmlformats.org/officeDocument/2006/relationships/image" Target="../media/image485.png"/><Relationship Id="rId27" Type="http://schemas.openxmlformats.org/officeDocument/2006/relationships/image" Target="../media/image486.png"/><Relationship Id="rId28" Type="http://schemas.openxmlformats.org/officeDocument/2006/relationships/image" Target="../media/image487.png"/><Relationship Id="rId29" Type="http://schemas.openxmlformats.org/officeDocument/2006/relationships/image" Target="../media/image488.png"/><Relationship Id="rId30" Type="http://schemas.openxmlformats.org/officeDocument/2006/relationships/image" Target="../media/image489.png"/><Relationship Id="rId31" Type="http://schemas.openxmlformats.org/officeDocument/2006/relationships/image" Target="../media/image490.png"/><Relationship Id="rId32" Type="http://schemas.openxmlformats.org/officeDocument/2006/relationships/image" Target="../media/image491.png"/><Relationship Id="rId33" Type="http://schemas.openxmlformats.org/officeDocument/2006/relationships/image" Target="../media/image492.png"/><Relationship Id="rId34" Type="http://schemas.openxmlformats.org/officeDocument/2006/relationships/image" Target="../media/image493.png"/><Relationship Id="rId35" Type="http://schemas.openxmlformats.org/officeDocument/2006/relationships/image" Target="../media/image494.png"/><Relationship Id="rId36" Type="http://schemas.openxmlformats.org/officeDocument/2006/relationships/image" Target="../media/image495.png"/><Relationship Id="rId37" Type="http://schemas.openxmlformats.org/officeDocument/2006/relationships/image" Target="../media/image496.png"/><Relationship Id="rId38" Type="http://schemas.openxmlformats.org/officeDocument/2006/relationships/image" Target="../media/image497.png"/><Relationship Id="rId39" Type="http://schemas.openxmlformats.org/officeDocument/2006/relationships/image" Target="../media/image498.png"/><Relationship Id="rId40" Type="http://schemas.openxmlformats.org/officeDocument/2006/relationships/image" Target="../media/image499.png"/><Relationship Id="rId41" Type="http://schemas.openxmlformats.org/officeDocument/2006/relationships/image" Target="../media/image500.png"/><Relationship Id="rId42" Type="http://schemas.openxmlformats.org/officeDocument/2006/relationships/image" Target="../media/image501.png"/><Relationship Id="rId43" Type="http://schemas.openxmlformats.org/officeDocument/2006/relationships/image" Target="../media/image502.png"/><Relationship Id="rId44" Type="http://schemas.openxmlformats.org/officeDocument/2006/relationships/image" Target="../media/image503.png"/><Relationship Id="rId45" Type="http://schemas.openxmlformats.org/officeDocument/2006/relationships/image" Target="../media/image504.png"/><Relationship Id="rId46" Type="http://schemas.openxmlformats.org/officeDocument/2006/relationships/image" Target="../media/image505.png"/><Relationship Id="rId47" Type="http://schemas.openxmlformats.org/officeDocument/2006/relationships/image" Target="../media/image506.png"/><Relationship Id="rId48" Type="http://schemas.openxmlformats.org/officeDocument/2006/relationships/image" Target="../media/image507.png"/><Relationship Id="rId49" Type="http://schemas.openxmlformats.org/officeDocument/2006/relationships/image" Target="../media/image508.png"/><Relationship Id="rId50" Type="http://schemas.openxmlformats.org/officeDocument/2006/relationships/image" Target="../media/image509.png"/><Relationship Id="rId51" Type="http://schemas.openxmlformats.org/officeDocument/2006/relationships/image" Target="../media/image510.png"/><Relationship Id="rId52" Type="http://schemas.openxmlformats.org/officeDocument/2006/relationships/image" Target="../media/image511.png"/><Relationship Id="rId53" Type="http://schemas.openxmlformats.org/officeDocument/2006/relationships/image" Target="../media/image512.png"/></Relationships>
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13.png"/><Relationship Id="rId3" Type="http://schemas.openxmlformats.org/officeDocument/2006/relationships/image" Target="../media/image514.png"/><Relationship Id="rId4" Type="http://schemas.openxmlformats.org/officeDocument/2006/relationships/image" Target="../media/image515.png"/><Relationship Id="rId5" Type="http://schemas.openxmlformats.org/officeDocument/2006/relationships/image" Target="../media/image516.png"/><Relationship Id="rId6" Type="http://schemas.openxmlformats.org/officeDocument/2006/relationships/image" Target="../media/image517.png"/><Relationship Id="rId7" Type="http://schemas.openxmlformats.org/officeDocument/2006/relationships/image" Target="../media/image518.png"/><Relationship Id="rId8" Type="http://schemas.openxmlformats.org/officeDocument/2006/relationships/image" Target="../media/image519.png"/><Relationship Id="rId9" Type="http://schemas.openxmlformats.org/officeDocument/2006/relationships/image" Target="../media/image520.png"/><Relationship Id="rId10" Type="http://schemas.openxmlformats.org/officeDocument/2006/relationships/image" Target="../media/image521.png"/><Relationship Id="rId11" Type="http://schemas.openxmlformats.org/officeDocument/2006/relationships/image" Target="../media/image522.png"/><Relationship Id="rId12" Type="http://schemas.openxmlformats.org/officeDocument/2006/relationships/image" Target="../media/image523.png"/><Relationship Id="rId13" Type="http://schemas.openxmlformats.org/officeDocument/2006/relationships/image" Target="../media/image524.png"/><Relationship Id="rId14" Type="http://schemas.openxmlformats.org/officeDocument/2006/relationships/image" Target="../media/image525.png"/></Relationships>
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26.png"/><Relationship Id="rId3" Type="http://schemas.openxmlformats.org/officeDocument/2006/relationships/image" Target="../media/image527.png"/><Relationship Id="rId4" Type="http://schemas.openxmlformats.org/officeDocument/2006/relationships/image" Target="../media/image528.png"/><Relationship Id="rId5" Type="http://schemas.openxmlformats.org/officeDocument/2006/relationships/image" Target="../media/image529.png"/><Relationship Id="rId6" Type="http://schemas.openxmlformats.org/officeDocument/2006/relationships/hyperlink" Target="http://www/" TargetMode="External"/></Relationships>
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1430" rIns="0" bIns="0" rtlCol="0" vert="horz">
            <a:spAutoFit/>
          </a:bodyPr>
          <a:lstStyle/>
          <a:p>
            <a:pPr marL="12700" marR="1338580">
              <a:lnSpc>
                <a:spcPct val="100000"/>
              </a:lnSpc>
              <a:spcBef>
                <a:spcPts val="90"/>
              </a:spcBef>
              <a:tabLst>
                <a:tab pos="2464435" algn="l"/>
              </a:tabLst>
            </a:pPr>
            <a:r>
              <a:rPr dirty="0" spc="-10"/>
              <a:t>Avatars scenario</a:t>
            </a:r>
            <a:r>
              <a:rPr dirty="0"/>
              <a:t>	</a:t>
            </a:r>
            <a:r>
              <a:rPr dirty="0" spc="-10"/>
              <a:t>library</a:t>
            </a:r>
          </a:p>
          <a:p>
            <a:pPr marL="12700">
              <a:lnSpc>
                <a:spcPts val="5680"/>
              </a:lnSpc>
            </a:pPr>
            <a:r>
              <a:rPr dirty="0">
                <a:solidFill>
                  <a:srgbClr val="FFFFFF"/>
                </a:solidFill>
              </a:rPr>
              <a:t>Eastern</a:t>
            </a:r>
            <a:r>
              <a:rPr dirty="0" spc="-175">
                <a:solidFill>
                  <a:srgbClr val="FFFFFF"/>
                </a:solidFill>
              </a:rPr>
              <a:t> </a:t>
            </a:r>
            <a:r>
              <a:rPr dirty="0" spc="-10">
                <a:solidFill>
                  <a:srgbClr val="FFFFFF"/>
                </a:solidFill>
              </a:rPr>
              <a:t>architecture</a:t>
            </a:r>
          </a:p>
        </p:txBody>
      </p:sp>
      <p:sp>
        <p:nvSpPr>
          <p:cNvPr id="3" name="object 3" descr=""/>
          <p:cNvSpPr txBox="1"/>
          <p:nvPr/>
        </p:nvSpPr>
        <p:spPr>
          <a:xfrm>
            <a:off x="879099" y="10190748"/>
            <a:ext cx="1921510" cy="3149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900" spc="-10" b="1">
                <a:solidFill>
                  <a:srgbClr val="FFFFFF"/>
                </a:solidFill>
                <a:latin typeface="Open Sans"/>
                <a:cs typeface="Open Sans"/>
              </a:rPr>
              <a:t>DECEMBER</a:t>
            </a:r>
            <a:r>
              <a:rPr dirty="0" sz="1900" spc="-65" b="1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900" spc="-20" b="1">
                <a:solidFill>
                  <a:srgbClr val="FFFFFF"/>
                </a:solidFill>
                <a:latin typeface="Open Sans"/>
                <a:cs typeface="Open Sans"/>
              </a:rPr>
              <a:t>2021</a:t>
            </a:r>
            <a:endParaRPr sz="1900">
              <a:latin typeface="Open Sans"/>
              <a:cs typeface="Open Sans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811766" y="860821"/>
            <a:ext cx="137160" cy="546735"/>
          </a:xfrm>
          <a:custGeom>
            <a:avLst/>
            <a:gdLst/>
            <a:ahLst/>
            <a:cxnLst/>
            <a:rect l="l" t="t" r="r" b="b"/>
            <a:pathLst>
              <a:path w="137160" h="546735">
                <a:moveTo>
                  <a:pt x="136739" y="0"/>
                </a:moveTo>
                <a:lnTo>
                  <a:pt x="0" y="0"/>
                </a:lnTo>
                <a:lnTo>
                  <a:pt x="0" y="546245"/>
                </a:lnTo>
                <a:lnTo>
                  <a:pt x="136739" y="546245"/>
                </a:lnTo>
                <a:lnTo>
                  <a:pt x="13673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2001734" y="994148"/>
            <a:ext cx="395605" cy="420370"/>
          </a:xfrm>
          <a:custGeom>
            <a:avLst/>
            <a:gdLst/>
            <a:ahLst/>
            <a:cxnLst/>
            <a:rect l="l" t="t" r="r" b="b"/>
            <a:pathLst>
              <a:path w="395605" h="420369">
                <a:moveTo>
                  <a:pt x="198999" y="0"/>
                </a:moveTo>
                <a:lnTo>
                  <a:pt x="154420" y="3435"/>
                </a:lnTo>
                <a:lnTo>
                  <a:pt x="115109" y="13741"/>
                </a:lnTo>
                <a:lnTo>
                  <a:pt x="81063" y="30917"/>
                </a:lnTo>
                <a:lnTo>
                  <a:pt x="29402" y="85215"/>
                </a:lnTo>
                <a:lnTo>
                  <a:pt x="13065" y="121002"/>
                </a:lnTo>
                <a:lnTo>
                  <a:pt x="3265" y="162320"/>
                </a:lnTo>
                <a:lnTo>
                  <a:pt x="0" y="209166"/>
                </a:lnTo>
                <a:lnTo>
                  <a:pt x="3340" y="255212"/>
                </a:lnTo>
                <a:lnTo>
                  <a:pt x="13332" y="296176"/>
                </a:lnTo>
                <a:lnTo>
                  <a:pt x="30003" y="332158"/>
                </a:lnTo>
                <a:lnTo>
                  <a:pt x="53349" y="363130"/>
                </a:lnTo>
                <a:lnTo>
                  <a:pt x="82311" y="388046"/>
                </a:lnTo>
                <a:lnTo>
                  <a:pt x="154085" y="416522"/>
                </a:lnTo>
                <a:lnTo>
                  <a:pt x="196894" y="420081"/>
                </a:lnTo>
                <a:lnTo>
                  <a:pt x="241311" y="416600"/>
                </a:lnTo>
                <a:lnTo>
                  <a:pt x="280509" y="406157"/>
                </a:lnTo>
                <a:lnTo>
                  <a:pt x="314485" y="388753"/>
                </a:lnTo>
                <a:lnTo>
                  <a:pt x="366117" y="333807"/>
                </a:lnTo>
                <a:lnTo>
                  <a:pt x="374081" y="316220"/>
                </a:lnTo>
                <a:lnTo>
                  <a:pt x="198276" y="316220"/>
                </a:lnTo>
                <a:lnTo>
                  <a:pt x="183353" y="314508"/>
                </a:lnTo>
                <a:lnTo>
                  <a:pt x="152477" y="288818"/>
                </a:lnTo>
                <a:lnTo>
                  <a:pt x="139696" y="233742"/>
                </a:lnTo>
                <a:lnTo>
                  <a:pt x="138843" y="209166"/>
                </a:lnTo>
                <a:lnTo>
                  <a:pt x="139696" y="184640"/>
                </a:lnTo>
                <a:lnTo>
                  <a:pt x="146512" y="145334"/>
                </a:lnTo>
                <a:lnTo>
                  <a:pt x="170569" y="110806"/>
                </a:lnTo>
                <a:lnTo>
                  <a:pt x="197575" y="104216"/>
                </a:lnTo>
                <a:lnTo>
                  <a:pt x="373745" y="104216"/>
                </a:lnTo>
                <a:lnTo>
                  <a:pt x="371213" y="98332"/>
                </a:lnTo>
                <a:lnTo>
                  <a:pt x="341797" y="56379"/>
                </a:lnTo>
                <a:lnTo>
                  <a:pt x="302147" y="25444"/>
                </a:lnTo>
                <a:lnTo>
                  <a:pt x="253977" y="6361"/>
                </a:lnTo>
                <a:lnTo>
                  <a:pt x="227336" y="1590"/>
                </a:lnTo>
                <a:lnTo>
                  <a:pt x="198999" y="0"/>
                </a:lnTo>
                <a:close/>
              </a:path>
              <a:path w="395605" h="420369">
                <a:moveTo>
                  <a:pt x="373745" y="104216"/>
                </a:moveTo>
                <a:lnTo>
                  <a:pt x="197575" y="104216"/>
                </a:lnTo>
                <a:lnTo>
                  <a:pt x="212489" y="105875"/>
                </a:lnTo>
                <a:lnTo>
                  <a:pt x="225036" y="110851"/>
                </a:lnTo>
                <a:lnTo>
                  <a:pt x="248861" y="145573"/>
                </a:lnTo>
                <a:lnTo>
                  <a:pt x="255498" y="184777"/>
                </a:lnTo>
                <a:lnTo>
                  <a:pt x="256327" y="209166"/>
                </a:lnTo>
                <a:lnTo>
                  <a:pt x="255510" y="233742"/>
                </a:lnTo>
                <a:lnTo>
                  <a:pt x="248963" y="273572"/>
                </a:lnTo>
                <a:lnTo>
                  <a:pt x="225432" y="309371"/>
                </a:lnTo>
                <a:lnTo>
                  <a:pt x="198276" y="316220"/>
                </a:lnTo>
                <a:lnTo>
                  <a:pt x="374081" y="316220"/>
                </a:lnTo>
                <a:lnTo>
                  <a:pt x="382450" y="297739"/>
                </a:lnTo>
                <a:lnTo>
                  <a:pt x="392243" y="256189"/>
                </a:lnTo>
                <a:lnTo>
                  <a:pt x="395506" y="209166"/>
                </a:lnTo>
                <a:lnTo>
                  <a:pt x="393988" y="178459"/>
                </a:lnTo>
                <a:lnTo>
                  <a:pt x="389434" y="149748"/>
                </a:lnTo>
                <a:lnTo>
                  <a:pt x="381843" y="123037"/>
                </a:lnTo>
                <a:lnTo>
                  <a:pt x="373745" y="104216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2451534" y="1001322"/>
            <a:ext cx="137160" cy="405765"/>
          </a:xfrm>
          <a:custGeom>
            <a:avLst/>
            <a:gdLst/>
            <a:ahLst/>
            <a:cxnLst/>
            <a:rect l="l" t="t" r="r" b="b"/>
            <a:pathLst>
              <a:path w="137160" h="405765">
                <a:moveTo>
                  <a:pt x="136749" y="0"/>
                </a:moveTo>
                <a:lnTo>
                  <a:pt x="0" y="0"/>
                </a:lnTo>
                <a:lnTo>
                  <a:pt x="0" y="405746"/>
                </a:lnTo>
                <a:lnTo>
                  <a:pt x="136749" y="405746"/>
                </a:lnTo>
                <a:lnTo>
                  <a:pt x="13674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2451537" y="860821"/>
            <a:ext cx="137160" cy="91440"/>
          </a:xfrm>
          <a:custGeom>
            <a:avLst/>
            <a:gdLst/>
            <a:ahLst/>
            <a:cxnLst/>
            <a:rect l="l" t="t" r="r" b="b"/>
            <a:pathLst>
              <a:path w="137160" h="91440">
                <a:moveTo>
                  <a:pt x="136749" y="0"/>
                </a:moveTo>
                <a:lnTo>
                  <a:pt x="0" y="0"/>
                </a:lnTo>
                <a:lnTo>
                  <a:pt x="0" y="91431"/>
                </a:lnTo>
                <a:lnTo>
                  <a:pt x="136749" y="91431"/>
                </a:lnTo>
                <a:lnTo>
                  <a:pt x="13674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8" name="object 8" descr=""/>
          <p:cNvGrpSpPr/>
          <p:nvPr/>
        </p:nvGrpSpPr>
        <p:grpSpPr>
          <a:xfrm>
            <a:off x="2642633" y="873767"/>
            <a:ext cx="1210945" cy="542290"/>
            <a:chOff x="2642633" y="873767"/>
            <a:chExt cx="1210945" cy="542290"/>
          </a:xfrm>
        </p:grpSpPr>
        <p:pic>
          <p:nvPicPr>
            <p:cNvPr id="9" name="object 9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695687" y="1258431"/>
              <a:ext cx="157314" cy="157304"/>
            </a:xfrm>
            <a:prstGeom prst="rect">
              <a:avLst/>
            </a:prstGeom>
          </p:spPr>
        </p:pic>
        <p:sp>
          <p:nvSpPr>
            <p:cNvPr id="10" name="object 10" descr=""/>
            <p:cNvSpPr/>
            <p:nvPr/>
          </p:nvSpPr>
          <p:spPr>
            <a:xfrm>
              <a:off x="2642628" y="873778"/>
              <a:ext cx="1019810" cy="541020"/>
            </a:xfrm>
            <a:custGeom>
              <a:avLst/>
              <a:gdLst/>
              <a:ahLst/>
              <a:cxnLst/>
              <a:rect l="l" t="t" r="r" b="b"/>
              <a:pathLst>
                <a:path w="1019810" h="541019">
                  <a:moveTo>
                    <a:pt x="288836" y="415810"/>
                  </a:moveTo>
                  <a:lnTo>
                    <a:pt x="270281" y="421932"/>
                  </a:lnTo>
                  <a:lnTo>
                    <a:pt x="253072" y="426300"/>
                  </a:lnTo>
                  <a:lnTo>
                    <a:pt x="237223" y="428929"/>
                  </a:lnTo>
                  <a:lnTo>
                    <a:pt x="222719" y="429806"/>
                  </a:lnTo>
                  <a:lnTo>
                    <a:pt x="206527" y="427342"/>
                  </a:lnTo>
                  <a:lnTo>
                    <a:pt x="194945" y="419950"/>
                  </a:lnTo>
                  <a:lnTo>
                    <a:pt x="187998" y="407631"/>
                  </a:lnTo>
                  <a:lnTo>
                    <a:pt x="185674" y="390398"/>
                  </a:lnTo>
                  <a:lnTo>
                    <a:pt x="185674" y="232473"/>
                  </a:lnTo>
                  <a:lnTo>
                    <a:pt x="272935" y="232473"/>
                  </a:lnTo>
                  <a:lnTo>
                    <a:pt x="272935" y="127571"/>
                  </a:lnTo>
                  <a:lnTo>
                    <a:pt x="185674" y="127571"/>
                  </a:lnTo>
                  <a:lnTo>
                    <a:pt x="185674" y="0"/>
                  </a:lnTo>
                  <a:lnTo>
                    <a:pt x="47891" y="23977"/>
                  </a:lnTo>
                  <a:lnTo>
                    <a:pt x="47891" y="127571"/>
                  </a:lnTo>
                  <a:lnTo>
                    <a:pt x="0" y="127571"/>
                  </a:lnTo>
                  <a:lnTo>
                    <a:pt x="0" y="232473"/>
                  </a:lnTo>
                  <a:lnTo>
                    <a:pt x="47891" y="232473"/>
                  </a:lnTo>
                  <a:lnTo>
                    <a:pt x="47891" y="399732"/>
                  </a:lnTo>
                  <a:lnTo>
                    <a:pt x="49796" y="433222"/>
                  </a:lnTo>
                  <a:lnTo>
                    <a:pt x="64985" y="486295"/>
                  </a:lnTo>
                  <a:lnTo>
                    <a:pt x="95910" y="521004"/>
                  </a:lnTo>
                  <a:lnTo>
                    <a:pt x="145580" y="538289"/>
                  </a:lnTo>
                  <a:lnTo>
                    <a:pt x="177609" y="540448"/>
                  </a:lnTo>
                  <a:lnTo>
                    <a:pt x="193865" y="540131"/>
                  </a:lnTo>
                  <a:lnTo>
                    <a:pt x="236194" y="535241"/>
                  </a:lnTo>
                  <a:lnTo>
                    <a:pt x="275170" y="523544"/>
                  </a:lnTo>
                  <a:lnTo>
                    <a:pt x="288836" y="517906"/>
                  </a:lnTo>
                  <a:lnTo>
                    <a:pt x="288836" y="415810"/>
                  </a:lnTo>
                  <a:close/>
                </a:path>
                <a:path w="1019810" h="541019">
                  <a:moveTo>
                    <a:pt x="605332" y="415810"/>
                  </a:moveTo>
                  <a:lnTo>
                    <a:pt x="586778" y="421932"/>
                  </a:lnTo>
                  <a:lnTo>
                    <a:pt x="569582" y="426300"/>
                  </a:lnTo>
                  <a:lnTo>
                    <a:pt x="553732" y="428929"/>
                  </a:lnTo>
                  <a:lnTo>
                    <a:pt x="539229" y="429806"/>
                  </a:lnTo>
                  <a:lnTo>
                    <a:pt x="523024" y="427342"/>
                  </a:lnTo>
                  <a:lnTo>
                    <a:pt x="511454" y="419950"/>
                  </a:lnTo>
                  <a:lnTo>
                    <a:pt x="504507" y="407631"/>
                  </a:lnTo>
                  <a:lnTo>
                    <a:pt x="502183" y="390398"/>
                  </a:lnTo>
                  <a:lnTo>
                    <a:pt x="502183" y="232473"/>
                  </a:lnTo>
                  <a:lnTo>
                    <a:pt x="589470" y="232473"/>
                  </a:lnTo>
                  <a:lnTo>
                    <a:pt x="589470" y="127571"/>
                  </a:lnTo>
                  <a:lnTo>
                    <a:pt x="502183" y="127571"/>
                  </a:lnTo>
                  <a:lnTo>
                    <a:pt x="502183" y="0"/>
                  </a:lnTo>
                  <a:lnTo>
                    <a:pt x="364401" y="22402"/>
                  </a:lnTo>
                  <a:lnTo>
                    <a:pt x="364401" y="127571"/>
                  </a:lnTo>
                  <a:lnTo>
                    <a:pt x="316471" y="127571"/>
                  </a:lnTo>
                  <a:lnTo>
                    <a:pt x="316471" y="232473"/>
                  </a:lnTo>
                  <a:lnTo>
                    <a:pt x="364401" y="232473"/>
                  </a:lnTo>
                  <a:lnTo>
                    <a:pt x="364401" y="399732"/>
                  </a:lnTo>
                  <a:lnTo>
                    <a:pt x="366306" y="433222"/>
                  </a:lnTo>
                  <a:lnTo>
                    <a:pt x="381508" y="486295"/>
                  </a:lnTo>
                  <a:lnTo>
                    <a:pt x="412432" y="521004"/>
                  </a:lnTo>
                  <a:lnTo>
                    <a:pt x="462089" y="538289"/>
                  </a:lnTo>
                  <a:lnTo>
                    <a:pt x="494118" y="540448"/>
                  </a:lnTo>
                  <a:lnTo>
                    <a:pt x="510387" y="540131"/>
                  </a:lnTo>
                  <a:lnTo>
                    <a:pt x="552716" y="535241"/>
                  </a:lnTo>
                  <a:lnTo>
                    <a:pt x="591693" y="523544"/>
                  </a:lnTo>
                  <a:lnTo>
                    <a:pt x="605332" y="517906"/>
                  </a:lnTo>
                  <a:lnTo>
                    <a:pt x="605332" y="415810"/>
                  </a:lnTo>
                  <a:close/>
                </a:path>
                <a:path w="1019810" h="541019">
                  <a:moveTo>
                    <a:pt x="1019530" y="305917"/>
                  </a:moveTo>
                  <a:lnTo>
                    <a:pt x="1016482" y="263588"/>
                  </a:lnTo>
                  <a:lnTo>
                    <a:pt x="1007325" y="226529"/>
                  </a:lnTo>
                  <a:lnTo>
                    <a:pt x="970737" y="168198"/>
                  </a:lnTo>
                  <a:lnTo>
                    <a:pt x="911783" y="132346"/>
                  </a:lnTo>
                  <a:lnTo>
                    <a:pt x="895375" y="128384"/>
                  </a:lnTo>
                  <a:lnTo>
                    <a:pt x="895375" y="280111"/>
                  </a:lnTo>
                  <a:lnTo>
                    <a:pt x="777900" y="280111"/>
                  </a:lnTo>
                  <a:lnTo>
                    <a:pt x="789660" y="240118"/>
                  </a:lnTo>
                  <a:lnTo>
                    <a:pt x="825779" y="216611"/>
                  </a:lnTo>
                  <a:lnTo>
                    <a:pt x="837336" y="215646"/>
                  </a:lnTo>
                  <a:lnTo>
                    <a:pt x="849795" y="216738"/>
                  </a:lnTo>
                  <a:lnTo>
                    <a:pt x="885990" y="242722"/>
                  </a:lnTo>
                  <a:lnTo>
                    <a:pt x="895375" y="280111"/>
                  </a:lnTo>
                  <a:lnTo>
                    <a:pt x="895375" y="128384"/>
                  </a:lnTo>
                  <a:lnTo>
                    <a:pt x="874661" y="123380"/>
                  </a:lnTo>
                  <a:lnTo>
                    <a:pt x="832459" y="120396"/>
                  </a:lnTo>
                  <a:lnTo>
                    <a:pt x="788136" y="123825"/>
                  </a:lnTo>
                  <a:lnTo>
                    <a:pt x="749223" y="134124"/>
                  </a:lnTo>
                  <a:lnTo>
                    <a:pt x="687654" y="175361"/>
                  </a:lnTo>
                  <a:lnTo>
                    <a:pt x="649643" y="242277"/>
                  </a:lnTo>
                  <a:lnTo>
                    <a:pt x="640130" y="284708"/>
                  </a:lnTo>
                  <a:lnTo>
                    <a:pt x="636955" y="333108"/>
                  </a:lnTo>
                  <a:lnTo>
                    <a:pt x="640384" y="380022"/>
                  </a:lnTo>
                  <a:lnTo>
                    <a:pt x="650646" y="421246"/>
                  </a:lnTo>
                  <a:lnTo>
                    <a:pt x="667753" y="456755"/>
                  </a:lnTo>
                  <a:lnTo>
                    <a:pt x="691692" y="486562"/>
                  </a:lnTo>
                  <a:lnTo>
                    <a:pt x="721829" y="510133"/>
                  </a:lnTo>
                  <a:lnTo>
                    <a:pt x="757491" y="526973"/>
                  </a:lnTo>
                  <a:lnTo>
                    <a:pt x="798677" y="537083"/>
                  </a:lnTo>
                  <a:lnTo>
                    <a:pt x="845400" y="540448"/>
                  </a:lnTo>
                  <a:lnTo>
                    <a:pt x="868349" y="540042"/>
                  </a:lnTo>
                  <a:lnTo>
                    <a:pt x="909256" y="536816"/>
                  </a:lnTo>
                  <a:lnTo>
                    <a:pt x="960755" y="525030"/>
                  </a:lnTo>
                  <a:lnTo>
                    <a:pt x="993267" y="510921"/>
                  </a:lnTo>
                  <a:lnTo>
                    <a:pt x="977176" y="440918"/>
                  </a:lnTo>
                  <a:lnTo>
                    <a:pt x="972261" y="419506"/>
                  </a:lnTo>
                  <a:lnTo>
                    <a:pt x="928065" y="433908"/>
                  </a:lnTo>
                  <a:lnTo>
                    <a:pt x="879487" y="440474"/>
                  </a:lnTo>
                  <a:lnTo>
                    <a:pt x="861834" y="440918"/>
                  </a:lnTo>
                  <a:lnTo>
                    <a:pt x="843102" y="439699"/>
                  </a:lnTo>
                  <a:lnTo>
                    <a:pt x="799401" y="421576"/>
                  </a:lnTo>
                  <a:lnTo>
                    <a:pt x="777138" y="384289"/>
                  </a:lnTo>
                  <a:lnTo>
                    <a:pt x="775093" y="368198"/>
                  </a:lnTo>
                  <a:lnTo>
                    <a:pt x="1019530" y="368198"/>
                  </a:lnTo>
                  <a:lnTo>
                    <a:pt x="1019530" y="3059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/>
          <p:nvPr/>
        </p:nvSpPr>
        <p:spPr>
          <a:xfrm>
            <a:off x="884872" y="863110"/>
            <a:ext cx="874394" cy="551180"/>
          </a:xfrm>
          <a:custGeom>
            <a:avLst/>
            <a:gdLst/>
            <a:ahLst/>
            <a:cxnLst/>
            <a:rect l="l" t="t" r="r" b="b"/>
            <a:pathLst>
              <a:path w="874394" h="551180">
                <a:moveTo>
                  <a:pt x="450888" y="260464"/>
                </a:moveTo>
                <a:lnTo>
                  <a:pt x="446544" y="200914"/>
                </a:lnTo>
                <a:lnTo>
                  <a:pt x="433501" y="148831"/>
                </a:lnTo>
                <a:lnTo>
                  <a:pt x="418820" y="118681"/>
                </a:lnTo>
                <a:lnTo>
                  <a:pt x="411759" y="104178"/>
                </a:lnTo>
                <a:lnTo>
                  <a:pt x="381330" y="66967"/>
                </a:lnTo>
                <a:lnTo>
                  <a:pt x="342887" y="37680"/>
                </a:lnTo>
                <a:lnTo>
                  <a:pt x="301929" y="18948"/>
                </a:lnTo>
                <a:lnTo>
                  <a:pt x="301929" y="265645"/>
                </a:lnTo>
                <a:lnTo>
                  <a:pt x="300012" y="303072"/>
                </a:lnTo>
                <a:lnTo>
                  <a:pt x="284746" y="362521"/>
                </a:lnTo>
                <a:lnTo>
                  <a:pt x="253961" y="401535"/>
                </a:lnTo>
                <a:lnTo>
                  <a:pt x="206006" y="420966"/>
                </a:lnTo>
                <a:lnTo>
                  <a:pt x="175475" y="423405"/>
                </a:lnTo>
                <a:lnTo>
                  <a:pt x="143510" y="423405"/>
                </a:lnTo>
                <a:lnTo>
                  <a:pt x="143510" y="118681"/>
                </a:lnTo>
                <a:lnTo>
                  <a:pt x="185280" y="118681"/>
                </a:lnTo>
                <a:lnTo>
                  <a:pt x="236664" y="127711"/>
                </a:lnTo>
                <a:lnTo>
                  <a:pt x="273037" y="154774"/>
                </a:lnTo>
                <a:lnTo>
                  <a:pt x="294703" y="200558"/>
                </a:lnTo>
                <a:lnTo>
                  <a:pt x="301929" y="265645"/>
                </a:lnTo>
                <a:lnTo>
                  <a:pt x="301929" y="18948"/>
                </a:lnTo>
                <a:lnTo>
                  <a:pt x="297154" y="16751"/>
                </a:lnTo>
                <a:lnTo>
                  <a:pt x="244144" y="4191"/>
                </a:lnTo>
                <a:lnTo>
                  <a:pt x="183832" y="0"/>
                </a:lnTo>
                <a:lnTo>
                  <a:pt x="0" y="0"/>
                </a:lnTo>
                <a:lnTo>
                  <a:pt x="0" y="543966"/>
                </a:lnTo>
                <a:lnTo>
                  <a:pt x="171843" y="543966"/>
                </a:lnTo>
                <a:lnTo>
                  <a:pt x="222516" y="541020"/>
                </a:lnTo>
                <a:lnTo>
                  <a:pt x="268439" y="532180"/>
                </a:lnTo>
                <a:lnTo>
                  <a:pt x="309600" y="517436"/>
                </a:lnTo>
                <a:lnTo>
                  <a:pt x="346011" y="496811"/>
                </a:lnTo>
                <a:lnTo>
                  <a:pt x="377672" y="470281"/>
                </a:lnTo>
                <a:lnTo>
                  <a:pt x="404025" y="438315"/>
                </a:lnTo>
                <a:lnTo>
                  <a:pt x="424535" y="401358"/>
                </a:lnTo>
                <a:lnTo>
                  <a:pt x="439178" y="359384"/>
                </a:lnTo>
                <a:lnTo>
                  <a:pt x="447967" y="312420"/>
                </a:lnTo>
                <a:lnTo>
                  <a:pt x="450888" y="260464"/>
                </a:lnTo>
                <a:close/>
              </a:path>
              <a:path w="874394" h="551180">
                <a:moveTo>
                  <a:pt x="874001" y="316585"/>
                </a:moveTo>
                <a:lnTo>
                  <a:pt x="870953" y="274256"/>
                </a:lnTo>
                <a:lnTo>
                  <a:pt x="861822" y="237197"/>
                </a:lnTo>
                <a:lnTo>
                  <a:pt x="825233" y="178866"/>
                </a:lnTo>
                <a:lnTo>
                  <a:pt x="766267" y="143014"/>
                </a:lnTo>
                <a:lnTo>
                  <a:pt x="749858" y="139052"/>
                </a:lnTo>
                <a:lnTo>
                  <a:pt x="749858" y="290779"/>
                </a:lnTo>
                <a:lnTo>
                  <a:pt x="632371" y="290779"/>
                </a:lnTo>
                <a:lnTo>
                  <a:pt x="644144" y="250786"/>
                </a:lnTo>
                <a:lnTo>
                  <a:pt x="680250" y="227279"/>
                </a:lnTo>
                <a:lnTo>
                  <a:pt x="691832" y="226314"/>
                </a:lnTo>
                <a:lnTo>
                  <a:pt x="704265" y="227406"/>
                </a:lnTo>
                <a:lnTo>
                  <a:pt x="740460" y="253390"/>
                </a:lnTo>
                <a:lnTo>
                  <a:pt x="749858" y="290779"/>
                </a:lnTo>
                <a:lnTo>
                  <a:pt x="749858" y="139052"/>
                </a:lnTo>
                <a:lnTo>
                  <a:pt x="729145" y="134048"/>
                </a:lnTo>
                <a:lnTo>
                  <a:pt x="686917" y="131064"/>
                </a:lnTo>
                <a:lnTo>
                  <a:pt x="642594" y="134493"/>
                </a:lnTo>
                <a:lnTo>
                  <a:pt x="603694" y="144792"/>
                </a:lnTo>
                <a:lnTo>
                  <a:pt x="542150" y="186029"/>
                </a:lnTo>
                <a:lnTo>
                  <a:pt x="504113" y="252945"/>
                </a:lnTo>
                <a:lnTo>
                  <a:pt x="494601" y="295376"/>
                </a:lnTo>
                <a:lnTo>
                  <a:pt x="491426" y="343776"/>
                </a:lnTo>
                <a:lnTo>
                  <a:pt x="494855" y="390690"/>
                </a:lnTo>
                <a:lnTo>
                  <a:pt x="505117" y="431914"/>
                </a:lnTo>
                <a:lnTo>
                  <a:pt x="522224" y="467423"/>
                </a:lnTo>
                <a:lnTo>
                  <a:pt x="546176" y="497230"/>
                </a:lnTo>
                <a:lnTo>
                  <a:pt x="576300" y="520801"/>
                </a:lnTo>
                <a:lnTo>
                  <a:pt x="611962" y="537641"/>
                </a:lnTo>
                <a:lnTo>
                  <a:pt x="653148" y="547751"/>
                </a:lnTo>
                <a:lnTo>
                  <a:pt x="699871" y="551116"/>
                </a:lnTo>
                <a:lnTo>
                  <a:pt x="722820" y="550710"/>
                </a:lnTo>
                <a:lnTo>
                  <a:pt x="763727" y="547484"/>
                </a:lnTo>
                <a:lnTo>
                  <a:pt x="815238" y="535698"/>
                </a:lnTo>
                <a:lnTo>
                  <a:pt x="847750" y="521589"/>
                </a:lnTo>
                <a:lnTo>
                  <a:pt x="831646" y="451586"/>
                </a:lnTo>
                <a:lnTo>
                  <a:pt x="826731" y="430174"/>
                </a:lnTo>
                <a:lnTo>
                  <a:pt x="782561" y="444576"/>
                </a:lnTo>
                <a:lnTo>
                  <a:pt x="733958" y="451142"/>
                </a:lnTo>
                <a:lnTo>
                  <a:pt x="716305" y="451586"/>
                </a:lnTo>
                <a:lnTo>
                  <a:pt x="697585" y="450367"/>
                </a:lnTo>
                <a:lnTo>
                  <a:pt x="653872" y="432244"/>
                </a:lnTo>
                <a:lnTo>
                  <a:pt x="631621" y="394957"/>
                </a:lnTo>
                <a:lnTo>
                  <a:pt x="629577" y="378866"/>
                </a:lnTo>
                <a:lnTo>
                  <a:pt x="874001" y="378866"/>
                </a:lnTo>
                <a:lnTo>
                  <a:pt x="874001" y="31658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10817283" y="3030496"/>
            <a:ext cx="1905" cy="128270"/>
          </a:xfrm>
          <a:custGeom>
            <a:avLst/>
            <a:gdLst/>
            <a:ahLst/>
            <a:cxnLst/>
            <a:rect l="l" t="t" r="r" b="b"/>
            <a:pathLst>
              <a:path w="1904" h="128269">
                <a:moveTo>
                  <a:pt x="1294" y="0"/>
                </a:moveTo>
                <a:lnTo>
                  <a:pt x="0" y="117601"/>
                </a:lnTo>
                <a:lnTo>
                  <a:pt x="1294" y="127862"/>
                </a:lnTo>
                <a:lnTo>
                  <a:pt x="1294" y="0"/>
                </a:lnTo>
                <a:close/>
              </a:path>
            </a:pathLst>
          </a:custGeom>
          <a:solidFill>
            <a:srgbClr val="ACC4C7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13" name="object 13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007022" y="2102127"/>
            <a:ext cx="1494639" cy="1739709"/>
          </a:xfrm>
          <a:prstGeom prst="rect">
            <a:avLst/>
          </a:prstGeom>
        </p:spPr>
      </p:pic>
      <p:grpSp>
        <p:nvGrpSpPr>
          <p:cNvPr id="14" name="object 14" descr=""/>
          <p:cNvGrpSpPr/>
          <p:nvPr/>
        </p:nvGrpSpPr>
        <p:grpSpPr>
          <a:xfrm>
            <a:off x="6694165" y="2381840"/>
            <a:ext cx="6805930" cy="6570980"/>
            <a:chOff x="6694165" y="2381840"/>
            <a:chExt cx="6805930" cy="6570980"/>
          </a:xfrm>
        </p:grpSpPr>
        <p:pic>
          <p:nvPicPr>
            <p:cNvPr id="15" name="object 15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93324" y="2630488"/>
              <a:ext cx="1915859" cy="2330743"/>
            </a:xfrm>
            <a:prstGeom prst="rect">
              <a:avLst/>
            </a:prstGeom>
          </p:spPr>
        </p:pic>
        <p:pic>
          <p:nvPicPr>
            <p:cNvPr id="16" name="object 16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1444792" y="6267741"/>
              <a:ext cx="554171" cy="686170"/>
            </a:xfrm>
            <a:prstGeom prst="rect">
              <a:avLst/>
            </a:prstGeom>
          </p:spPr>
        </p:pic>
        <p:pic>
          <p:nvPicPr>
            <p:cNvPr id="17" name="object 17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288189" y="7357347"/>
              <a:ext cx="423871" cy="524841"/>
            </a:xfrm>
            <a:prstGeom prst="rect">
              <a:avLst/>
            </a:prstGeom>
          </p:spPr>
        </p:pic>
        <p:pic>
          <p:nvPicPr>
            <p:cNvPr id="18" name="object 18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302849" y="6078749"/>
              <a:ext cx="598295" cy="740806"/>
            </a:xfrm>
            <a:prstGeom prst="rect">
              <a:avLst/>
            </a:prstGeom>
          </p:spPr>
        </p:pic>
        <p:pic>
          <p:nvPicPr>
            <p:cNvPr id="19" name="object 19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8550530" y="8352244"/>
              <a:ext cx="423871" cy="524840"/>
            </a:xfrm>
            <a:prstGeom prst="rect">
              <a:avLst/>
            </a:prstGeom>
          </p:spPr>
        </p:pic>
        <p:pic>
          <p:nvPicPr>
            <p:cNvPr id="20" name="object 20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2713189" y="7158037"/>
              <a:ext cx="423871" cy="524832"/>
            </a:xfrm>
            <a:prstGeom prst="rect">
              <a:avLst/>
            </a:prstGeom>
          </p:spPr>
        </p:pic>
        <p:pic>
          <p:nvPicPr>
            <p:cNvPr id="21" name="object 21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715995" y="4138687"/>
              <a:ext cx="1497076" cy="1385834"/>
            </a:xfrm>
            <a:prstGeom prst="rect">
              <a:avLst/>
            </a:prstGeom>
          </p:spPr>
        </p:pic>
        <p:sp>
          <p:nvSpPr>
            <p:cNvPr id="22" name="object 22" descr=""/>
            <p:cNvSpPr/>
            <p:nvPr/>
          </p:nvSpPr>
          <p:spPr>
            <a:xfrm>
              <a:off x="12627678" y="5609934"/>
              <a:ext cx="392430" cy="340995"/>
            </a:xfrm>
            <a:custGeom>
              <a:avLst/>
              <a:gdLst/>
              <a:ahLst/>
              <a:cxnLst/>
              <a:rect l="l" t="t" r="r" b="b"/>
              <a:pathLst>
                <a:path w="392430" h="340995">
                  <a:moveTo>
                    <a:pt x="391988" y="0"/>
                  </a:moveTo>
                  <a:lnTo>
                    <a:pt x="0" y="0"/>
                  </a:lnTo>
                  <a:lnTo>
                    <a:pt x="0" y="340534"/>
                  </a:lnTo>
                  <a:lnTo>
                    <a:pt x="391988" y="340534"/>
                  </a:lnTo>
                  <a:lnTo>
                    <a:pt x="391988" y="0"/>
                  </a:lnTo>
                  <a:close/>
                </a:path>
              </a:pathLst>
            </a:custGeom>
            <a:solidFill>
              <a:srgbClr val="89BD2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12627674" y="5609621"/>
              <a:ext cx="392430" cy="340995"/>
            </a:xfrm>
            <a:custGeom>
              <a:avLst/>
              <a:gdLst/>
              <a:ahLst/>
              <a:cxnLst/>
              <a:rect l="l" t="t" r="r" b="b"/>
              <a:pathLst>
                <a:path w="392430" h="340995">
                  <a:moveTo>
                    <a:pt x="391985" y="317"/>
                  </a:moveTo>
                  <a:lnTo>
                    <a:pt x="374916" y="317"/>
                  </a:lnTo>
                  <a:lnTo>
                    <a:pt x="374916" y="94678"/>
                  </a:lnTo>
                  <a:lnTo>
                    <a:pt x="17068" y="94678"/>
                  </a:lnTo>
                  <a:lnTo>
                    <a:pt x="17068" y="0"/>
                  </a:lnTo>
                  <a:lnTo>
                    <a:pt x="0" y="0"/>
                  </a:lnTo>
                  <a:lnTo>
                    <a:pt x="0" y="94678"/>
                  </a:lnTo>
                  <a:lnTo>
                    <a:pt x="0" y="136867"/>
                  </a:lnTo>
                  <a:lnTo>
                    <a:pt x="0" y="340855"/>
                  </a:lnTo>
                  <a:lnTo>
                    <a:pt x="17068" y="340855"/>
                  </a:lnTo>
                  <a:lnTo>
                    <a:pt x="17068" y="136867"/>
                  </a:lnTo>
                  <a:lnTo>
                    <a:pt x="374916" y="136867"/>
                  </a:lnTo>
                  <a:lnTo>
                    <a:pt x="374916" y="340855"/>
                  </a:lnTo>
                  <a:lnTo>
                    <a:pt x="391985" y="340855"/>
                  </a:lnTo>
                  <a:lnTo>
                    <a:pt x="391985" y="136867"/>
                  </a:lnTo>
                  <a:lnTo>
                    <a:pt x="391985" y="94678"/>
                  </a:lnTo>
                  <a:lnTo>
                    <a:pt x="391985" y="317"/>
                  </a:lnTo>
                  <a:close/>
                </a:path>
              </a:pathLst>
            </a:custGeom>
            <a:solidFill>
              <a:srgbClr val="71C8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12627677" y="5609933"/>
              <a:ext cx="392430" cy="121920"/>
            </a:xfrm>
            <a:custGeom>
              <a:avLst/>
              <a:gdLst/>
              <a:ahLst/>
              <a:cxnLst/>
              <a:rect l="l" t="t" r="r" b="b"/>
              <a:pathLst>
                <a:path w="392430" h="121920">
                  <a:moveTo>
                    <a:pt x="391988" y="0"/>
                  </a:moveTo>
                  <a:lnTo>
                    <a:pt x="0" y="0"/>
                  </a:lnTo>
                  <a:lnTo>
                    <a:pt x="0" y="121294"/>
                  </a:lnTo>
                  <a:lnTo>
                    <a:pt x="56677" y="99414"/>
                  </a:lnTo>
                  <a:lnTo>
                    <a:pt x="112765" y="83616"/>
                  </a:lnTo>
                  <a:lnTo>
                    <a:pt x="167462" y="73113"/>
                  </a:lnTo>
                  <a:lnTo>
                    <a:pt x="219965" y="67117"/>
                  </a:lnTo>
                  <a:lnTo>
                    <a:pt x="269472" y="64838"/>
                  </a:lnTo>
                  <a:lnTo>
                    <a:pt x="315180" y="65489"/>
                  </a:lnTo>
                  <a:lnTo>
                    <a:pt x="356286" y="68281"/>
                  </a:lnTo>
                  <a:lnTo>
                    <a:pt x="391988" y="72427"/>
                  </a:lnTo>
                  <a:lnTo>
                    <a:pt x="391988" y="0"/>
                  </a:lnTo>
                  <a:close/>
                </a:path>
              </a:pathLst>
            </a:custGeom>
            <a:solidFill>
              <a:srgbClr val="ACC4C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12627674" y="5759113"/>
              <a:ext cx="392430" cy="15240"/>
            </a:xfrm>
            <a:custGeom>
              <a:avLst/>
              <a:gdLst/>
              <a:ahLst/>
              <a:cxnLst/>
              <a:rect l="l" t="t" r="r" b="b"/>
              <a:pathLst>
                <a:path w="392430" h="15239">
                  <a:moveTo>
                    <a:pt x="168490" y="0"/>
                  </a:moveTo>
                  <a:lnTo>
                    <a:pt x="0" y="0"/>
                  </a:lnTo>
                  <a:lnTo>
                    <a:pt x="0" y="14630"/>
                  </a:lnTo>
                  <a:lnTo>
                    <a:pt x="168490" y="14630"/>
                  </a:lnTo>
                  <a:lnTo>
                    <a:pt x="168490" y="0"/>
                  </a:lnTo>
                  <a:close/>
                </a:path>
                <a:path w="392430" h="15239">
                  <a:moveTo>
                    <a:pt x="391985" y="0"/>
                  </a:moveTo>
                  <a:lnTo>
                    <a:pt x="224307" y="0"/>
                  </a:lnTo>
                  <a:lnTo>
                    <a:pt x="224307" y="14630"/>
                  </a:lnTo>
                  <a:lnTo>
                    <a:pt x="391985" y="14630"/>
                  </a:lnTo>
                  <a:lnTo>
                    <a:pt x="391985" y="0"/>
                  </a:lnTo>
                  <a:close/>
                </a:path>
              </a:pathLst>
            </a:custGeom>
            <a:solidFill>
              <a:srgbClr val="71C8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12796165" y="5609766"/>
              <a:ext cx="55880" cy="536575"/>
            </a:xfrm>
            <a:custGeom>
              <a:avLst/>
              <a:gdLst/>
              <a:ahLst/>
              <a:cxnLst/>
              <a:rect l="l" t="t" r="r" b="b"/>
              <a:pathLst>
                <a:path w="55879" h="536575">
                  <a:moveTo>
                    <a:pt x="55820" y="0"/>
                  </a:moveTo>
                  <a:lnTo>
                    <a:pt x="0" y="0"/>
                  </a:lnTo>
                  <a:lnTo>
                    <a:pt x="0" y="536381"/>
                  </a:lnTo>
                  <a:lnTo>
                    <a:pt x="55820" y="536381"/>
                  </a:lnTo>
                  <a:lnTo>
                    <a:pt x="55820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12796170" y="5816928"/>
              <a:ext cx="55880" cy="329565"/>
            </a:xfrm>
            <a:custGeom>
              <a:avLst/>
              <a:gdLst/>
              <a:ahLst/>
              <a:cxnLst/>
              <a:rect l="l" t="t" r="r" b="b"/>
              <a:pathLst>
                <a:path w="55879" h="329564">
                  <a:moveTo>
                    <a:pt x="55820" y="0"/>
                  </a:moveTo>
                  <a:lnTo>
                    <a:pt x="43138" y="12997"/>
                  </a:lnTo>
                  <a:lnTo>
                    <a:pt x="29633" y="25611"/>
                  </a:lnTo>
                  <a:lnTo>
                    <a:pt x="15267" y="37762"/>
                  </a:lnTo>
                  <a:lnTo>
                    <a:pt x="0" y="49370"/>
                  </a:lnTo>
                  <a:lnTo>
                    <a:pt x="0" y="329225"/>
                  </a:lnTo>
                  <a:lnTo>
                    <a:pt x="55820" y="329225"/>
                  </a:lnTo>
                  <a:lnTo>
                    <a:pt x="55820" y="0"/>
                  </a:lnTo>
                  <a:close/>
                </a:path>
              </a:pathLst>
            </a:custGeom>
            <a:solidFill>
              <a:srgbClr val="ACC4C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12738354" y="5609621"/>
              <a:ext cx="171450" cy="57785"/>
            </a:xfrm>
            <a:custGeom>
              <a:avLst/>
              <a:gdLst/>
              <a:ahLst/>
              <a:cxnLst/>
              <a:rect l="l" t="t" r="r" b="b"/>
              <a:pathLst>
                <a:path w="171450" h="57785">
                  <a:moveTo>
                    <a:pt x="57416" y="0"/>
                  </a:moveTo>
                  <a:lnTo>
                    <a:pt x="0" y="317"/>
                  </a:lnTo>
                  <a:lnTo>
                    <a:pt x="9893" y="10223"/>
                  </a:lnTo>
                  <a:lnTo>
                    <a:pt x="14452" y="11887"/>
                  </a:lnTo>
                  <a:lnTo>
                    <a:pt x="22809" y="10096"/>
                  </a:lnTo>
                  <a:lnTo>
                    <a:pt x="27127" y="10287"/>
                  </a:lnTo>
                  <a:lnTo>
                    <a:pt x="37985" y="14363"/>
                  </a:lnTo>
                  <a:lnTo>
                    <a:pt x="43065" y="19431"/>
                  </a:lnTo>
                  <a:lnTo>
                    <a:pt x="47129" y="30289"/>
                  </a:lnTo>
                  <a:lnTo>
                    <a:pt x="47320" y="34620"/>
                  </a:lnTo>
                  <a:lnTo>
                    <a:pt x="45529" y="42976"/>
                  </a:lnTo>
                  <a:lnTo>
                    <a:pt x="47193" y="47523"/>
                  </a:lnTo>
                  <a:lnTo>
                    <a:pt x="57416" y="57746"/>
                  </a:lnTo>
                  <a:lnTo>
                    <a:pt x="57416" y="0"/>
                  </a:lnTo>
                  <a:close/>
                </a:path>
                <a:path w="171450" h="57785">
                  <a:moveTo>
                    <a:pt x="171056" y="317"/>
                  </a:moveTo>
                  <a:lnTo>
                    <a:pt x="113626" y="0"/>
                  </a:lnTo>
                  <a:lnTo>
                    <a:pt x="113626" y="57746"/>
                  </a:lnTo>
                  <a:lnTo>
                    <a:pt x="123863" y="47523"/>
                  </a:lnTo>
                  <a:lnTo>
                    <a:pt x="125526" y="42976"/>
                  </a:lnTo>
                  <a:lnTo>
                    <a:pt x="123736" y="34620"/>
                  </a:lnTo>
                  <a:lnTo>
                    <a:pt x="123926" y="30289"/>
                  </a:lnTo>
                  <a:lnTo>
                    <a:pt x="127990" y="19431"/>
                  </a:lnTo>
                  <a:lnTo>
                    <a:pt x="133070" y="14363"/>
                  </a:lnTo>
                  <a:lnTo>
                    <a:pt x="143929" y="10287"/>
                  </a:lnTo>
                  <a:lnTo>
                    <a:pt x="148247" y="10096"/>
                  </a:lnTo>
                  <a:lnTo>
                    <a:pt x="156603" y="11887"/>
                  </a:lnTo>
                  <a:lnTo>
                    <a:pt x="161163" y="10223"/>
                  </a:lnTo>
                  <a:lnTo>
                    <a:pt x="171056" y="317"/>
                  </a:lnTo>
                  <a:close/>
                </a:path>
              </a:pathLst>
            </a:custGeom>
            <a:solidFill>
              <a:srgbClr val="71C8B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" name="object 29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2149467" y="5991572"/>
              <a:ext cx="171126" cy="178434"/>
            </a:xfrm>
            <a:prstGeom prst="rect">
              <a:avLst/>
            </a:prstGeom>
          </p:spPr>
        </p:pic>
        <p:sp>
          <p:nvSpPr>
            <p:cNvPr id="30" name="object 30" descr=""/>
            <p:cNvSpPr/>
            <p:nvPr/>
          </p:nvSpPr>
          <p:spPr>
            <a:xfrm>
              <a:off x="12457358" y="5609766"/>
              <a:ext cx="55880" cy="536575"/>
            </a:xfrm>
            <a:custGeom>
              <a:avLst/>
              <a:gdLst/>
              <a:ahLst/>
              <a:cxnLst/>
              <a:rect l="l" t="t" r="r" b="b"/>
              <a:pathLst>
                <a:path w="55879" h="536575">
                  <a:moveTo>
                    <a:pt x="55820" y="0"/>
                  </a:moveTo>
                  <a:lnTo>
                    <a:pt x="0" y="0"/>
                  </a:lnTo>
                  <a:lnTo>
                    <a:pt x="0" y="536381"/>
                  </a:lnTo>
                  <a:lnTo>
                    <a:pt x="55820" y="536381"/>
                  </a:lnTo>
                  <a:lnTo>
                    <a:pt x="55820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12457362" y="5816928"/>
              <a:ext cx="55880" cy="329565"/>
            </a:xfrm>
            <a:custGeom>
              <a:avLst/>
              <a:gdLst/>
              <a:ahLst/>
              <a:cxnLst/>
              <a:rect l="l" t="t" r="r" b="b"/>
              <a:pathLst>
                <a:path w="55879" h="329564">
                  <a:moveTo>
                    <a:pt x="55820" y="0"/>
                  </a:moveTo>
                  <a:lnTo>
                    <a:pt x="43138" y="12997"/>
                  </a:lnTo>
                  <a:lnTo>
                    <a:pt x="29633" y="25611"/>
                  </a:lnTo>
                  <a:lnTo>
                    <a:pt x="15267" y="37762"/>
                  </a:lnTo>
                  <a:lnTo>
                    <a:pt x="0" y="49370"/>
                  </a:lnTo>
                  <a:lnTo>
                    <a:pt x="0" y="329225"/>
                  </a:lnTo>
                  <a:lnTo>
                    <a:pt x="55820" y="329225"/>
                  </a:lnTo>
                  <a:lnTo>
                    <a:pt x="55820" y="0"/>
                  </a:lnTo>
                  <a:close/>
                </a:path>
              </a:pathLst>
            </a:custGeom>
            <a:solidFill>
              <a:srgbClr val="ACC4C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12399531" y="5609621"/>
              <a:ext cx="171450" cy="57785"/>
            </a:xfrm>
            <a:custGeom>
              <a:avLst/>
              <a:gdLst/>
              <a:ahLst/>
              <a:cxnLst/>
              <a:rect l="l" t="t" r="r" b="b"/>
              <a:pathLst>
                <a:path w="171450" h="57785">
                  <a:moveTo>
                    <a:pt x="57442" y="0"/>
                  </a:moveTo>
                  <a:lnTo>
                    <a:pt x="0" y="317"/>
                  </a:lnTo>
                  <a:lnTo>
                    <a:pt x="9906" y="10223"/>
                  </a:lnTo>
                  <a:lnTo>
                    <a:pt x="14465" y="11887"/>
                  </a:lnTo>
                  <a:lnTo>
                    <a:pt x="22821" y="10096"/>
                  </a:lnTo>
                  <a:lnTo>
                    <a:pt x="27139" y="10287"/>
                  </a:lnTo>
                  <a:lnTo>
                    <a:pt x="37998" y="14363"/>
                  </a:lnTo>
                  <a:lnTo>
                    <a:pt x="43065" y="19431"/>
                  </a:lnTo>
                  <a:lnTo>
                    <a:pt x="47142" y="30289"/>
                  </a:lnTo>
                  <a:lnTo>
                    <a:pt x="47332" y="34620"/>
                  </a:lnTo>
                  <a:lnTo>
                    <a:pt x="45542" y="42976"/>
                  </a:lnTo>
                  <a:lnTo>
                    <a:pt x="47205" y="47523"/>
                  </a:lnTo>
                  <a:lnTo>
                    <a:pt x="57442" y="57746"/>
                  </a:lnTo>
                  <a:lnTo>
                    <a:pt x="57442" y="0"/>
                  </a:lnTo>
                  <a:close/>
                </a:path>
                <a:path w="171450" h="57785">
                  <a:moveTo>
                    <a:pt x="171069" y="317"/>
                  </a:moveTo>
                  <a:lnTo>
                    <a:pt x="113639" y="0"/>
                  </a:lnTo>
                  <a:lnTo>
                    <a:pt x="113639" y="57746"/>
                  </a:lnTo>
                  <a:lnTo>
                    <a:pt x="123875" y="47523"/>
                  </a:lnTo>
                  <a:lnTo>
                    <a:pt x="125539" y="42976"/>
                  </a:lnTo>
                  <a:lnTo>
                    <a:pt x="123748" y="34620"/>
                  </a:lnTo>
                  <a:lnTo>
                    <a:pt x="123939" y="30289"/>
                  </a:lnTo>
                  <a:lnTo>
                    <a:pt x="128003" y="19431"/>
                  </a:lnTo>
                  <a:lnTo>
                    <a:pt x="133083" y="14363"/>
                  </a:lnTo>
                  <a:lnTo>
                    <a:pt x="143941" y="10287"/>
                  </a:lnTo>
                  <a:lnTo>
                    <a:pt x="148259" y="10096"/>
                  </a:lnTo>
                  <a:lnTo>
                    <a:pt x="156616" y="11887"/>
                  </a:lnTo>
                  <a:lnTo>
                    <a:pt x="161175" y="10223"/>
                  </a:lnTo>
                  <a:lnTo>
                    <a:pt x="171069" y="317"/>
                  </a:lnTo>
                  <a:close/>
                </a:path>
              </a:pathLst>
            </a:custGeom>
            <a:solidFill>
              <a:srgbClr val="71C8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12242331" y="6021483"/>
              <a:ext cx="581660" cy="264795"/>
            </a:xfrm>
            <a:custGeom>
              <a:avLst/>
              <a:gdLst/>
              <a:ahLst/>
              <a:cxnLst/>
              <a:rect l="l" t="t" r="r" b="b"/>
              <a:pathLst>
                <a:path w="581659" h="264795">
                  <a:moveTo>
                    <a:pt x="581552" y="0"/>
                  </a:moveTo>
                  <a:lnTo>
                    <a:pt x="323665" y="0"/>
                  </a:lnTo>
                  <a:lnTo>
                    <a:pt x="171356" y="114185"/>
                  </a:lnTo>
                  <a:lnTo>
                    <a:pt x="0" y="179083"/>
                  </a:lnTo>
                  <a:lnTo>
                    <a:pt x="114237" y="264756"/>
                  </a:lnTo>
                  <a:lnTo>
                    <a:pt x="581552" y="264756"/>
                  </a:lnTo>
                  <a:lnTo>
                    <a:pt x="581552" y="0"/>
                  </a:lnTo>
                  <a:close/>
                </a:path>
              </a:pathLst>
            </a:custGeom>
            <a:solidFill>
              <a:srgbClr val="CEE4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12240813" y="6020739"/>
              <a:ext cx="584200" cy="266700"/>
            </a:xfrm>
            <a:custGeom>
              <a:avLst/>
              <a:gdLst/>
              <a:ahLst/>
              <a:cxnLst/>
              <a:rect l="l" t="t" r="r" b="b"/>
              <a:pathLst>
                <a:path w="584200" h="266700">
                  <a:moveTo>
                    <a:pt x="583804" y="0"/>
                  </a:moveTo>
                  <a:lnTo>
                    <a:pt x="324932" y="0"/>
                  </a:lnTo>
                  <a:lnTo>
                    <a:pt x="172507" y="114268"/>
                  </a:lnTo>
                  <a:lnTo>
                    <a:pt x="0" y="179607"/>
                  </a:lnTo>
                  <a:lnTo>
                    <a:pt x="115504" y="266232"/>
                  </a:lnTo>
                  <a:lnTo>
                    <a:pt x="583804" y="266232"/>
                  </a:lnTo>
                  <a:lnTo>
                    <a:pt x="583804" y="264766"/>
                  </a:lnTo>
                  <a:lnTo>
                    <a:pt x="115996" y="264766"/>
                  </a:lnTo>
                  <a:lnTo>
                    <a:pt x="3036" y="180046"/>
                  </a:lnTo>
                  <a:lnTo>
                    <a:pt x="173125" y="115619"/>
                  </a:lnTo>
                  <a:lnTo>
                    <a:pt x="325414" y="1476"/>
                  </a:lnTo>
                  <a:lnTo>
                    <a:pt x="583804" y="1476"/>
                  </a:lnTo>
                  <a:lnTo>
                    <a:pt x="583804" y="0"/>
                  </a:lnTo>
                  <a:close/>
                </a:path>
                <a:path w="584200" h="266700">
                  <a:moveTo>
                    <a:pt x="583804" y="1476"/>
                  </a:moveTo>
                  <a:lnTo>
                    <a:pt x="582338" y="1476"/>
                  </a:lnTo>
                  <a:lnTo>
                    <a:pt x="582338" y="264766"/>
                  </a:lnTo>
                  <a:lnTo>
                    <a:pt x="583804" y="264766"/>
                  </a:lnTo>
                  <a:lnTo>
                    <a:pt x="583804" y="1476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12784071" y="6021481"/>
              <a:ext cx="40005" cy="264795"/>
            </a:xfrm>
            <a:custGeom>
              <a:avLst/>
              <a:gdLst/>
              <a:ahLst/>
              <a:cxnLst/>
              <a:rect l="l" t="t" r="r" b="b"/>
              <a:pathLst>
                <a:path w="40004" h="264795">
                  <a:moveTo>
                    <a:pt x="39810" y="0"/>
                  </a:moveTo>
                  <a:lnTo>
                    <a:pt x="0" y="0"/>
                  </a:lnTo>
                  <a:lnTo>
                    <a:pt x="0" y="264766"/>
                  </a:lnTo>
                  <a:lnTo>
                    <a:pt x="39810" y="264766"/>
                  </a:lnTo>
                  <a:lnTo>
                    <a:pt x="39810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12783337" y="6020275"/>
              <a:ext cx="41910" cy="266700"/>
            </a:xfrm>
            <a:custGeom>
              <a:avLst/>
              <a:gdLst/>
              <a:ahLst/>
              <a:cxnLst/>
              <a:rect l="l" t="t" r="r" b="b"/>
              <a:pathLst>
                <a:path w="41909" h="266700">
                  <a:moveTo>
                    <a:pt x="41287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0" y="265430"/>
                  </a:lnTo>
                  <a:lnTo>
                    <a:pt x="0" y="266700"/>
                  </a:lnTo>
                  <a:lnTo>
                    <a:pt x="41287" y="266700"/>
                  </a:lnTo>
                  <a:lnTo>
                    <a:pt x="41287" y="265430"/>
                  </a:lnTo>
                  <a:lnTo>
                    <a:pt x="1473" y="265430"/>
                  </a:lnTo>
                  <a:lnTo>
                    <a:pt x="1473" y="2540"/>
                  </a:lnTo>
                  <a:lnTo>
                    <a:pt x="39801" y="2540"/>
                  </a:lnTo>
                  <a:lnTo>
                    <a:pt x="39801" y="265239"/>
                  </a:lnTo>
                  <a:lnTo>
                    <a:pt x="41287" y="265239"/>
                  </a:lnTo>
                  <a:lnTo>
                    <a:pt x="41287" y="2540"/>
                  </a:lnTo>
                  <a:lnTo>
                    <a:pt x="41287" y="1943"/>
                  </a:lnTo>
                  <a:lnTo>
                    <a:pt x="41287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12744271" y="6021481"/>
              <a:ext cx="40005" cy="264795"/>
            </a:xfrm>
            <a:custGeom>
              <a:avLst/>
              <a:gdLst/>
              <a:ahLst/>
              <a:cxnLst/>
              <a:rect l="l" t="t" r="r" b="b"/>
              <a:pathLst>
                <a:path w="40004" h="264795">
                  <a:moveTo>
                    <a:pt x="39810" y="0"/>
                  </a:moveTo>
                  <a:lnTo>
                    <a:pt x="0" y="0"/>
                  </a:lnTo>
                  <a:lnTo>
                    <a:pt x="0" y="264766"/>
                  </a:lnTo>
                  <a:lnTo>
                    <a:pt x="39810" y="264766"/>
                  </a:lnTo>
                  <a:lnTo>
                    <a:pt x="39810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12743536" y="6020275"/>
              <a:ext cx="41275" cy="266700"/>
            </a:xfrm>
            <a:custGeom>
              <a:avLst/>
              <a:gdLst/>
              <a:ahLst/>
              <a:cxnLst/>
              <a:rect l="l" t="t" r="r" b="b"/>
              <a:pathLst>
                <a:path w="41275" h="266700">
                  <a:moveTo>
                    <a:pt x="41275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0" y="265430"/>
                  </a:lnTo>
                  <a:lnTo>
                    <a:pt x="0" y="266700"/>
                  </a:lnTo>
                  <a:lnTo>
                    <a:pt x="41275" y="266700"/>
                  </a:lnTo>
                  <a:lnTo>
                    <a:pt x="41275" y="265430"/>
                  </a:lnTo>
                  <a:lnTo>
                    <a:pt x="1460" y="265430"/>
                  </a:lnTo>
                  <a:lnTo>
                    <a:pt x="1460" y="2540"/>
                  </a:lnTo>
                  <a:lnTo>
                    <a:pt x="39801" y="2540"/>
                  </a:lnTo>
                  <a:lnTo>
                    <a:pt x="39801" y="265239"/>
                  </a:lnTo>
                  <a:lnTo>
                    <a:pt x="41275" y="265239"/>
                  </a:lnTo>
                  <a:lnTo>
                    <a:pt x="41275" y="2540"/>
                  </a:lnTo>
                  <a:lnTo>
                    <a:pt x="41275" y="1943"/>
                  </a:lnTo>
                  <a:lnTo>
                    <a:pt x="41275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12704450" y="6021481"/>
              <a:ext cx="40005" cy="264795"/>
            </a:xfrm>
            <a:custGeom>
              <a:avLst/>
              <a:gdLst/>
              <a:ahLst/>
              <a:cxnLst/>
              <a:rect l="l" t="t" r="r" b="b"/>
              <a:pathLst>
                <a:path w="40004" h="264795">
                  <a:moveTo>
                    <a:pt x="39810" y="0"/>
                  </a:moveTo>
                  <a:lnTo>
                    <a:pt x="0" y="0"/>
                  </a:lnTo>
                  <a:lnTo>
                    <a:pt x="0" y="264766"/>
                  </a:lnTo>
                  <a:lnTo>
                    <a:pt x="39810" y="264766"/>
                  </a:lnTo>
                  <a:lnTo>
                    <a:pt x="39810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12703721" y="6020275"/>
              <a:ext cx="41275" cy="266700"/>
            </a:xfrm>
            <a:custGeom>
              <a:avLst/>
              <a:gdLst/>
              <a:ahLst/>
              <a:cxnLst/>
              <a:rect l="l" t="t" r="r" b="b"/>
              <a:pathLst>
                <a:path w="41275" h="266700">
                  <a:moveTo>
                    <a:pt x="41275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0" y="265430"/>
                  </a:lnTo>
                  <a:lnTo>
                    <a:pt x="0" y="266700"/>
                  </a:lnTo>
                  <a:lnTo>
                    <a:pt x="41275" y="266700"/>
                  </a:lnTo>
                  <a:lnTo>
                    <a:pt x="41275" y="265430"/>
                  </a:lnTo>
                  <a:lnTo>
                    <a:pt x="1473" y="265430"/>
                  </a:lnTo>
                  <a:lnTo>
                    <a:pt x="1473" y="2540"/>
                  </a:lnTo>
                  <a:lnTo>
                    <a:pt x="39814" y="2540"/>
                  </a:lnTo>
                  <a:lnTo>
                    <a:pt x="39814" y="265239"/>
                  </a:lnTo>
                  <a:lnTo>
                    <a:pt x="41275" y="265239"/>
                  </a:lnTo>
                  <a:lnTo>
                    <a:pt x="41275" y="2540"/>
                  </a:lnTo>
                  <a:lnTo>
                    <a:pt x="41275" y="1943"/>
                  </a:lnTo>
                  <a:lnTo>
                    <a:pt x="41275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12664650" y="6021481"/>
              <a:ext cx="40005" cy="264795"/>
            </a:xfrm>
            <a:custGeom>
              <a:avLst/>
              <a:gdLst/>
              <a:ahLst/>
              <a:cxnLst/>
              <a:rect l="l" t="t" r="r" b="b"/>
              <a:pathLst>
                <a:path w="40004" h="264795">
                  <a:moveTo>
                    <a:pt x="39810" y="0"/>
                  </a:moveTo>
                  <a:lnTo>
                    <a:pt x="0" y="0"/>
                  </a:lnTo>
                  <a:lnTo>
                    <a:pt x="0" y="264766"/>
                  </a:lnTo>
                  <a:lnTo>
                    <a:pt x="39810" y="264766"/>
                  </a:lnTo>
                  <a:lnTo>
                    <a:pt x="39810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12663920" y="6020275"/>
              <a:ext cx="41275" cy="266700"/>
            </a:xfrm>
            <a:custGeom>
              <a:avLst/>
              <a:gdLst/>
              <a:ahLst/>
              <a:cxnLst/>
              <a:rect l="l" t="t" r="r" b="b"/>
              <a:pathLst>
                <a:path w="41275" h="266700">
                  <a:moveTo>
                    <a:pt x="41275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0" y="265430"/>
                  </a:lnTo>
                  <a:lnTo>
                    <a:pt x="0" y="266700"/>
                  </a:lnTo>
                  <a:lnTo>
                    <a:pt x="41275" y="266700"/>
                  </a:lnTo>
                  <a:lnTo>
                    <a:pt x="41275" y="265430"/>
                  </a:lnTo>
                  <a:lnTo>
                    <a:pt x="1473" y="265430"/>
                  </a:lnTo>
                  <a:lnTo>
                    <a:pt x="1473" y="2540"/>
                  </a:lnTo>
                  <a:lnTo>
                    <a:pt x="39801" y="2540"/>
                  </a:lnTo>
                  <a:lnTo>
                    <a:pt x="39801" y="265239"/>
                  </a:lnTo>
                  <a:lnTo>
                    <a:pt x="41275" y="265239"/>
                  </a:lnTo>
                  <a:lnTo>
                    <a:pt x="41275" y="2540"/>
                  </a:lnTo>
                  <a:lnTo>
                    <a:pt x="41275" y="1943"/>
                  </a:lnTo>
                  <a:lnTo>
                    <a:pt x="41275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12624840" y="6021481"/>
              <a:ext cx="40005" cy="264795"/>
            </a:xfrm>
            <a:custGeom>
              <a:avLst/>
              <a:gdLst/>
              <a:ahLst/>
              <a:cxnLst/>
              <a:rect l="l" t="t" r="r" b="b"/>
              <a:pathLst>
                <a:path w="40004" h="264795">
                  <a:moveTo>
                    <a:pt x="39810" y="0"/>
                  </a:moveTo>
                  <a:lnTo>
                    <a:pt x="0" y="0"/>
                  </a:lnTo>
                  <a:lnTo>
                    <a:pt x="0" y="264766"/>
                  </a:lnTo>
                  <a:lnTo>
                    <a:pt x="39810" y="264766"/>
                  </a:lnTo>
                  <a:lnTo>
                    <a:pt x="39810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12624105" y="6020275"/>
              <a:ext cx="41910" cy="266700"/>
            </a:xfrm>
            <a:custGeom>
              <a:avLst/>
              <a:gdLst/>
              <a:ahLst/>
              <a:cxnLst/>
              <a:rect l="l" t="t" r="r" b="b"/>
              <a:pathLst>
                <a:path w="41909" h="266700">
                  <a:moveTo>
                    <a:pt x="41287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0" y="265430"/>
                  </a:lnTo>
                  <a:lnTo>
                    <a:pt x="0" y="266700"/>
                  </a:lnTo>
                  <a:lnTo>
                    <a:pt x="41287" y="266700"/>
                  </a:lnTo>
                  <a:lnTo>
                    <a:pt x="41287" y="265430"/>
                  </a:lnTo>
                  <a:lnTo>
                    <a:pt x="1473" y="265430"/>
                  </a:lnTo>
                  <a:lnTo>
                    <a:pt x="1473" y="2540"/>
                  </a:lnTo>
                  <a:lnTo>
                    <a:pt x="39801" y="2540"/>
                  </a:lnTo>
                  <a:lnTo>
                    <a:pt x="39801" y="265239"/>
                  </a:lnTo>
                  <a:lnTo>
                    <a:pt x="41287" y="265239"/>
                  </a:lnTo>
                  <a:lnTo>
                    <a:pt x="41287" y="2540"/>
                  </a:lnTo>
                  <a:lnTo>
                    <a:pt x="41287" y="1943"/>
                  </a:lnTo>
                  <a:lnTo>
                    <a:pt x="41287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12585030" y="6021481"/>
              <a:ext cx="40005" cy="264795"/>
            </a:xfrm>
            <a:custGeom>
              <a:avLst/>
              <a:gdLst/>
              <a:ahLst/>
              <a:cxnLst/>
              <a:rect l="l" t="t" r="r" b="b"/>
              <a:pathLst>
                <a:path w="40004" h="264795">
                  <a:moveTo>
                    <a:pt x="39810" y="0"/>
                  </a:moveTo>
                  <a:lnTo>
                    <a:pt x="0" y="0"/>
                  </a:lnTo>
                  <a:lnTo>
                    <a:pt x="0" y="264766"/>
                  </a:lnTo>
                  <a:lnTo>
                    <a:pt x="39810" y="264766"/>
                  </a:lnTo>
                  <a:lnTo>
                    <a:pt x="39810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12584277" y="6020275"/>
              <a:ext cx="41910" cy="266700"/>
            </a:xfrm>
            <a:custGeom>
              <a:avLst/>
              <a:gdLst/>
              <a:ahLst/>
              <a:cxnLst/>
              <a:rect l="l" t="t" r="r" b="b"/>
              <a:pathLst>
                <a:path w="41909" h="266700">
                  <a:moveTo>
                    <a:pt x="4130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0" y="265430"/>
                  </a:lnTo>
                  <a:lnTo>
                    <a:pt x="0" y="266700"/>
                  </a:lnTo>
                  <a:lnTo>
                    <a:pt x="41300" y="266700"/>
                  </a:lnTo>
                  <a:lnTo>
                    <a:pt x="41300" y="265430"/>
                  </a:lnTo>
                  <a:lnTo>
                    <a:pt x="1485" y="265430"/>
                  </a:lnTo>
                  <a:lnTo>
                    <a:pt x="1485" y="2540"/>
                  </a:lnTo>
                  <a:lnTo>
                    <a:pt x="39827" y="2540"/>
                  </a:lnTo>
                  <a:lnTo>
                    <a:pt x="39827" y="265239"/>
                  </a:lnTo>
                  <a:lnTo>
                    <a:pt x="41300" y="265239"/>
                  </a:lnTo>
                  <a:lnTo>
                    <a:pt x="41300" y="2540"/>
                  </a:lnTo>
                  <a:lnTo>
                    <a:pt x="41300" y="1943"/>
                  </a:lnTo>
                  <a:lnTo>
                    <a:pt x="41300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" name="object 47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2242331" y="6035566"/>
              <a:ext cx="303625" cy="251405"/>
            </a:xfrm>
            <a:prstGeom prst="rect">
              <a:avLst/>
            </a:prstGeom>
          </p:spPr>
        </p:pic>
        <p:sp>
          <p:nvSpPr>
            <p:cNvPr id="48" name="object 48" descr=""/>
            <p:cNvSpPr/>
            <p:nvPr/>
          </p:nvSpPr>
          <p:spPr>
            <a:xfrm>
              <a:off x="12545229" y="6021479"/>
              <a:ext cx="40005" cy="264795"/>
            </a:xfrm>
            <a:custGeom>
              <a:avLst/>
              <a:gdLst/>
              <a:ahLst/>
              <a:cxnLst/>
              <a:rect l="l" t="t" r="r" b="b"/>
              <a:pathLst>
                <a:path w="40004" h="264795">
                  <a:moveTo>
                    <a:pt x="39799" y="0"/>
                  </a:moveTo>
                  <a:lnTo>
                    <a:pt x="20763" y="0"/>
                  </a:lnTo>
                  <a:lnTo>
                    <a:pt x="0" y="15570"/>
                  </a:lnTo>
                  <a:lnTo>
                    <a:pt x="0" y="264766"/>
                  </a:lnTo>
                  <a:lnTo>
                    <a:pt x="39799" y="264766"/>
                  </a:lnTo>
                  <a:lnTo>
                    <a:pt x="39799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12544487" y="6020739"/>
              <a:ext cx="41275" cy="266700"/>
            </a:xfrm>
            <a:custGeom>
              <a:avLst/>
              <a:gdLst/>
              <a:ahLst/>
              <a:cxnLst/>
              <a:rect l="l" t="t" r="r" b="b"/>
              <a:pathLst>
                <a:path w="41275" h="266700">
                  <a:moveTo>
                    <a:pt x="41276" y="0"/>
                  </a:moveTo>
                  <a:lnTo>
                    <a:pt x="21255" y="0"/>
                  </a:lnTo>
                  <a:lnTo>
                    <a:pt x="0" y="15936"/>
                  </a:lnTo>
                  <a:lnTo>
                    <a:pt x="0" y="266232"/>
                  </a:lnTo>
                  <a:lnTo>
                    <a:pt x="41276" y="266232"/>
                  </a:lnTo>
                  <a:lnTo>
                    <a:pt x="41276" y="264766"/>
                  </a:lnTo>
                  <a:lnTo>
                    <a:pt x="1465" y="264766"/>
                  </a:lnTo>
                  <a:lnTo>
                    <a:pt x="1465" y="16680"/>
                  </a:lnTo>
                  <a:lnTo>
                    <a:pt x="21748" y="1476"/>
                  </a:lnTo>
                  <a:lnTo>
                    <a:pt x="41276" y="1476"/>
                  </a:lnTo>
                  <a:lnTo>
                    <a:pt x="41276" y="0"/>
                  </a:lnTo>
                  <a:close/>
                </a:path>
                <a:path w="41275" h="266700">
                  <a:moveTo>
                    <a:pt x="41276" y="1476"/>
                  </a:moveTo>
                  <a:lnTo>
                    <a:pt x="39799" y="1476"/>
                  </a:lnTo>
                  <a:lnTo>
                    <a:pt x="39799" y="264766"/>
                  </a:lnTo>
                  <a:lnTo>
                    <a:pt x="41276" y="264766"/>
                  </a:lnTo>
                  <a:lnTo>
                    <a:pt x="41276" y="1476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12823881" y="6021481"/>
              <a:ext cx="40005" cy="264795"/>
            </a:xfrm>
            <a:custGeom>
              <a:avLst/>
              <a:gdLst/>
              <a:ahLst/>
              <a:cxnLst/>
              <a:rect l="l" t="t" r="r" b="b"/>
              <a:pathLst>
                <a:path w="40004" h="264795">
                  <a:moveTo>
                    <a:pt x="39810" y="0"/>
                  </a:moveTo>
                  <a:lnTo>
                    <a:pt x="0" y="0"/>
                  </a:lnTo>
                  <a:lnTo>
                    <a:pt x="0" y="264766"/>
                  </a:lnTo>
                  <a:lnTo>
                    <a:pt x="39810" y="264766"/>
                  </a:lnTo>
                  <a:lnTo>
                    <a:pt x="39810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12823139" y="6020275"/>
              <a:ext cx="41275" cy="266700"/>
            </a:xfrm>
            <a:custGeom>
              <a:avLst/>
              <a:gdLst/>
              <a:ahLst/>
              <a:cxnLst/>
              <a:rect l="l" t="t" r="r" b="b"/>
              <a:pathLst>
                <a:path w="41275" h="266700">
                  <a:moveTo>
                    <a:pt x="41275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0" y="265430"/>
                  </a:lnTo>
                  <a:lnTo>
                    <a:pt x="0" y="266700"/>
                  </a:lnTo>
                  <a:lnTo>
                    <a:pt x="41275" y="266700"/>
                  </a:lnTo>
                  <a:lnTo>
                    <a:pt x="41275" y="265430"/>
                  </a:lnTo>
                  <a:lnTo>
                    <a:pt x="1485" y="265430"/>
                  </a:lnTo>
                  <a:lnTo>
                    <a:pt x="1485" y="2540"/>
                  </a:lnTo>
                  <a:lnTo>
                    <a:pt x="39814" y="2540"/>
                  </a:lnTo>
                  <a:lnTo>
                    <a:pt x="39814" y="265239"/>
                  </a:lnTo>
                  <a:lnTo>
                    <a:pt x="41275" y="265239"/>
                  </a:lnTo>
                  <a:lnTo>
                    <a:pt x="41275" y="2540"/>
                  </a:lnTo>
                  <a:lnTo>
                    <a:pt x="41275" y="1943"/>
                  </a:lnTo>
                  <a:lnTo>
                    <a:pt x="41275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12863691" y="6021481"/>
              <a:ext cx="40005" cy="264795"/>
            </a:xfrm>
            <a:custGeom>
              <a:avLst/>
              <a:gdLst/>
              <a:ahLst/>
              <a:cxnLst/>
              <a:rect l="l" t="t" r="r" b="b"/>
              <a:pathLst>
                <a:path w="40004" h="264795">
                  <a:moveTo>
                    <a:pt x="39810" y="0"/>
                  </a:moveTo>
                  <a:lnTo>
                    <a:pt x="0" y="0"/>
                  </a:lnTo>
                  <a:lnTo>
                    <a:pt x="0" y="264766"/>
                  </a:lnTo>
                  <a:lnTo>
                    <a:pt x="39810" y="264766"/>
                  </a:lnTo>
                  <a:lnTo>
                    <a:pt x="39810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12862954" y="6020275"/>
              <a:ext cx="41275" cy="266700"/>
            </a:xfrm>
            <a:custGeom>
              <a:avLst/>
              <a:gdLst/>
              <a:ahLst/>
              <a:cxnLst/>
              <a:rect l="l" t="t" r="r" b="b"/>
              <a:pathLst>
                <a:path w="41275" h="266700">
                  <a:moveTo>
                    <a:pt x="41275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0" y="265430"/>
                  </a:lnTo>
                  <a:lnTo>
                    <a:pt x="0" y="266700"/>
                  </a:lnTo>
                  <a:lnTo>
                    <a:pt x="41275" y="266700"/>
                  </a:lnTo>
                  <a:lnTo>
                    <a:pt x="41275" y="265430"/>
                  </a:lnTo>
                  <a:lnTo>
                    <a:pt x="1460" y="265430"/>
                  </a:lnTo>
                  <a:lnTo>
                    <a:pt x="1460" y="2540"/>
                  </a:lnTo>
                  <a:lnTo>
                    <a:pt x="39801" y="2540"/>
                  </a:lnTo>
                  <a:lnTo>
                    <a:pt x="39801" y="265239"/>
                  </a:lnTo>
                  <a:lnTo>
                    <a:pt x="41275" y="265239"/>
                  </a:lnTo>
                  <a:lnTo>
                    <a:pt x="41275" y="2540"/>
                  </a:lnTo>
                  <a:lnTo>
                    <a:pt x="41275" y="1943"/>
                  </a:lnTo>
                  <a:lnTo>
                    <a:pt x="41275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12903502" y="6021481"/>
              <a:ext cx="40005" cy="264795"/>
            </a:xfrm>
            <a:custGeom>
              <a:avLst/>
              <a:gdLst/>
              <a:ahLst/>
              <a:cxnLst/>
              <a:rect l="l" t="t" r="r" b="b"/>
              <a:pathLst>
                <a:path w="40004" h="264795">
                  <a:moveTo>
                    <a:pt x="39810" y="0"/>
                  </a:moveTo>
                  <a:lnTo>
                    <a:pt x="0" y="0"/>
                  </a:lnTo>
                  <a:lnTo>
                    <a:pt x="0" y="264766"/>
                  </a:lnTo>
                  <a:lnTo>
                    <a:pt x="39810" y="264766"/>
                  </a:lnTo>
                  <a:lnTo>
                    <a:pt x="39810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12902756" y="6020275"/>
              <a:ext cx="41910" cy="266700"/>
            </a:xfrm>
            <a:custGeom>
              <a:avLst/>
              <a:gdLst/>
              <a:ahLst/>
              <a:cxnLst/>
              <a:rect l="l" t="t" r="r" b="b"/>
              <a:pathLst>
                <a:path w="41909" h="266700">
                  <a:moveTo>
                    <a:pt x="41287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0" y="265430"/>
                  </a:lnTo>
                  <a:lnTo>
                    <a:pt x="0" y="266700"/>
                  </a:lnTo>
                  <a:lnTo>
                    <a:pt x="41287" y="266700"/>
                  </a:lnTo>
                  <a:lnTo>
                    <a:pt x="41287" y="265430"/>
                  </a:lnTo>
                  <a:lnTo>
                    <a:pt x="1473" y="265430"/>
                  </a:lnTo>
                  <a:lnTo>
                    <a:pt x="1473" y="2540"/>
                  </a:lnTo>
                  <a:lnTo>
                    <a:pt x="39801" y="2540"/>
                  </a:lnTo>
                  <a:lnTo>
                    <a:pt x="39801" y="265239"/>
                  </a:lnTo>
                  <a:lnTo>
                    <a:pt x="41287" y="265239"/>
                  </a:lnTo>
                  <a:lnTo>
                    <a:pt x="41287" y="2540"/>
                  </a:lnTo>
                  <a:lnTo>
                    <a:pt x="41287" y="1943"/>
                  </a:lnTo>
                  <a:lnTo>
                    <a:pt x="41287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12943312" y="6021481"/>
              <a:ext cx="40005" cy="264795"/>
            </a:xfrm>
            <a:custGeom>
              <a:avLst/>
              <a:gdLst/>
              <a:ahLst/>
              <a:cxnLst/>
              <a:rect l="l" t="t" r="r" b="b"/>
              <a:pathLst>
                <a:path w="40004" h="264795">
                  <a:moveTo>
                    <a:pt x="39810" y="0"/>
                  </a:moveTo>
                  <a:lnTo>
                    <a:pt x="0" y="0"/>
                  </a:lnTo>
                  <a:lnTo>
                    <a:pt x="0" y="264766"/>
                  </a:lnTo>
                  <a:lnTo>
                    <a:pt x="39810" y="264766"/>
                  </a:lnTo>
                  <a:lnTo>
                    <a:pt x="39810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12942570" y="6020275"/>
              <a:ext cx="41275" cy="266700"/>
            </a:xfrm>
            <a:custGeom>
              <a:avLst/>
              <a:gdLst/>
              <a:ahLst/>
              <a:cxnLst/>
              <a:rect l="l" t="t" r="r" b="b"/>
              <a:pathLst>
                <a:path w="41275" h="266700">
                  <a:moveTo>
                    <a:pt x="41275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0" y="265430"/>
                  </a:lnTo>
                  <a:lnTo>
                    <a:pt x="0" y="266700"/>
                  </a:lnTo>
                  <a:lnTo>
                    <a:pt x="41275" y="266700"/>
                  </a:lnTo>
                  <a:lnTo>
                    <a:pt x="41275" y="265430"/>
                  </a:lnTo>
                  <a:lnTo>
                    <a:pt x="1473" y="265430"/>
                  </a:lnTo>
                  <a:lnTo>
                    <a:pt x="1473" y="2540"/>
                  </a:lnTo>
                  <a:lnTo>
                    <a:pt x="39801" y="2540"/>
                  </a:lnTo>
                  <a:lnTo>
                    <a:pt x="39801" y="265239"/>
                  </a:lnTo>
                  <a:lnTo>
                    <a:pt x="41275" y="265239"/>
                  </a:lnTo>
                  <a:lnTo>
                    <a:pt x="41275" y="2540"/>
                  </a:lnTo>
                  <a:lnTo>
                    <a:pt x="41275" y="1943"/>
                  </a:lnTo>
                  <a:lnTo>
                    <a:pt x="41275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12983123" y="6021481"/>
              <a:ext cx="40005" cy="264795"/>
            </a:xfrm>
            <a:custGeom>
              <a:avLst/>
              <a:gdLst/>
              <a:ahLst/>
              <a:cxnLst/>
              <a:rect l="l" t="t" r="r" b="b"/>
              <a:pathLst>
                <a:path w="40005" h="264795">
                  <a:moveTo>
                    <a:pt x="39810" y="0"/>
                  </a:moveTo>
                  <a:lnTo>
                    <a:pt x="0" y="0"/>
                  </a:lnTo>
                  <a:lnTo>
                    <a:pt x="0" y="264766"/>
                  </a:lnTo>
                  <a:lnTo>
                    <a:pt x="39810" y="264766"/>
                  </a:lnTo>
                  <a:lnTo>
                    <a:pt x="39810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12982372" y="6020275"/>
              <a:ext cx="41275" cy="266700"/>
            </a:xfrm>
            <a:custGeom>
              <a:avLst/>
              <a:gdLst/>
              <a:ahLst/>
              <a:cxnLst/>
              <a:rect l="l" t="t" r="r" b="b"/>
              <a:pathLst>
                <a:path w="41275" h="266700">
                  <a:moveTo>
                    <a:pt x="41275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0" y="265430"/>
                  </a:lnTo>
                  <a:lnTo>
                    <a:pt x="0" y="266700"/>
                  </a:lnTo>
                  <a:lnTo>
                    <a:pt x="41275" y="266700"/>
                  </a:lnTo>
                  <a:lnTo>
                    <a:pt x="41275" y="265430"/>
                  </a:lnTo>
                  <a:lnTo>
                    <a:pt x="1473" y="265430"/>
                  </a:lnTo>
                  <a:lnTo>
                    <a:pt x="1473" y="2540"/>
                  </a:lnTo>
                  <a:lnTo>
                    <a:pt x="39814" y="2540"/>
                  </a:lnTo>
                  <a:lnTo>
                    <a:pt x="39814" y="265239"/>
                  </a:lnTo>
                  <a:lnTo>
                    <a:pt x="41275" y="265239"/>
                  </a:lnTo>
                  <a:lnTo>
                    <a:pt x="41275" y="2540"/>
                  </a:lnTo>
                  <a:lnTo>
                    <a:pt x="41275" y="1943"/>
                  </a:lnTo>
                  <a:lnTo>
                    <a:pt x="41275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13134542" y="5609766"/>
              <a:ext cx="55880" cy="536575"/>
            </a:xfrm>
            <a:custGeom>
              <a:avLst/>
              <a:gdLst/>
              <a:ahLst/>
              <a:cxnLst/>
              <a:rect l="l" t="t" r="r" b="b"/>
              <a:pathLst>
                <a:path w="55880" h="536575">
                  <a:moveTo>
                    <a:pt x="55820" y="0"/>
                  </a:moveTo>
                  <a:lnTo>
                    <a:pt x="0" y="0"/>
                  </a:lnTo>
                  <a:lnTo>
                    <a:pt x="0" y="536381"/>
                  </a:lnTo>
                  <a:lnTo>
                    <a:pt x="55820" y="536381"/>
                  </a:lnTo>
                  <a:lnTo>
                    <a:pt x="55820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13134543" y="5816928"/>
              <a:ext cx="55880" cy="329565"/>
            </a:xfrm>
            <a:custGeom>
              <a:avLst/>
              <a:gdLst/>
              <a:ahLst/>
              <a:cxnLst/>
              <a:rect l="l" t="t" r="r" b="b"/>
              <a:pathLst>
                <a:path w="55880" h="329564">
                  <a:moveTo>
                    <a:pt x="55820" y="0"/>
                  </a:moveTo>
                  <a:lnTo>
                    <a:pt x="43143" y="12997"/>
                  </a:lnTo>
                  <a:lnTo>
                    <a:pt x="29637" y="25611"/>
                  </a:lnTo>
                  <a:lnTo>
                    <a:pt x="15268" y="37762"/>
                  </a:lnTo>
                  <a:lnTo>
                    <a:pt x="0" y="49370"/>
                  </a:lnTo>
                  <a:lnTo>
                    <a:pt x="0" y="329225"/>
                  </a:lnTo>
                  <a:lnTo>
                    <a:pt x="55820" y="329225"/>
                  </a:lnTo>
                  <a:lnTo>
                    <a:pt x="55820" y="0"/>
                  </a:lnTo>
                  <a:close/>
                </a:path>
              </a:pathLst>
            </a:custGeom>
            <a:solidFill>
              <a:srgbClr val="ACC4C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13076720" y="5609621"/>
              <a:ext cx="171450" cy="57785"/>
            </a:xfrm>
            <a:custGeom>
              <a:avLst/>
              <a:gdLst/>
              <a:ahLst/>
              <a:cxnLst/>
              <a:rect l="l" t="t" r="r" b="b"/>
              <a:pathLst>
                <a:path w="171450" h="57785">
                  <a:moveTo>
                    <a:pt x="57429" y="0"/>
                  </a:moveTo>
                  <a:lnTo>
                    <a:pt x="0" y="317"/>
                  </a:lnTo>
                  <a:lnTo>
                    <a:pt x="9906" y="10223"/>
                  </a:lnTo>
                  <a:lnTo>
                    <a:pt x="14452" y="11887"/>
                  </a:lnTo>
                  <a:lnTo>
                    <a:pt x="22809" y="10096"/>
                  </a:lnTo>
                  <a:lnTo>
                    <a:pt x="27152" y="10287"/>
                  </a:lnTo>
                  <a:lnTo>
                    <a:pt x="37998" y="14363"/>
                  </a:lnTo>
                  <a:lnTo>
                    <a:pt x="43065" y="19431"/>
                  </a:lnTo>
                  <a:lnTo>
                    <a:pt x="47142" y="30289"/>
                  </a:lnTo>
                  <a:lnTo>
                    <a:pt x="47320" y="34620"/>
                  </a:lnTo>
                  <a:lnTo>
                    <a:pt x="45529" y="42976"/>
                  </a:lnTo>
                  <a:lnTo>
                    <a:pt x="47205" y="47523"/>
                  </a:lnTo>
                  <a:lnTo>
                    <a:pt x="57429" y="57746"/>
                  </a:lnTo>
                  <a:lnTo>
                    <a:pt x="57429" y="0"/>
                  </a:lnTo>
                  <a:close/>
                </a:path>
                <a:path w="171450" h="57785">
                  <a:moveTo>
                    <a:pt x="171069" y="317"/>
                  </a:moveTo>
                  <a:lnTo>
                    <a:pt x="113639" y="0"/>
                  </a:lnTo>
                  <a:lnTo>
                    <a:pt x="113639" y="57746"/>
                  </a:lnTo>
                  <a:lnTo>
                    <a:pt x="123863" y="47523"/>
                  </a:lnTo>
                  <a:lnTo>
                    <a:pt x="125526" y="42976"/>
                  </a:lnTo>
                  <a:lnTo>
                    <a:pt x="123736" y="34620"/>
                  </a:lnTo>
                  <a:lnTo>
                    <a:pt x="123926" y="30289"/>
                  </a:lnTo>
                  <a:lnTo>
                    <a:pt x="128003" y="19431"/>
                  </a:lnTo>
                  <a:lnTo>
                    <a:pt x="133070" y="14363"/>
                  </a:lnTo>
                  <a:lnTo>
                    <a:pt x="143929" y="10287"/>
                  </a:lnTo>
                  <a:lnTo>
                    <a:pt x="148259" y="10096"/>
                  </a:lnTo>
                  <a:lnTo>
                    <a:pt x="156603" y="11887"/>
                  </a:lnTo>
                  <a:lnTo>
                    <a:pt x="161163" y="10223"/>
                  </a:lnTo>
                  <a:lnTo>
                    <a:pt x="171069" y="317"/>
                  </a:lnTo>
                  <a:close/>
                </a:path>
              </a:pathLst>
            </a:custGeom>
            <a:solidFill>
              <a:srgbClr val="71C8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13022933" y="6021481"/>
              <a:ext cx="40005" cy="264795"/>
            </a:xfrm>
            <a:custGeom>
              <a:avLst/>
              <a:gdLst/>
              <a:ahLst/>
              <a:cxnLst/>
              <a:rect l="l" t="t" r="r" b="b"/>
              <a:pathLst>
                <a:path w="40005" h="264795">
                  <a:moveTo>
                    <a:pt x="39810" y="0"/>
                  </a:moveTo>
                  <a:lnTo>
                    <a:pt x="0" y="0"/>
                  </a:lnTo>
                  <a:lnTo>
                    <a:pt x="0" y="264766"/>
                  </a:lnTo>
                  <a:lnTo>
                    <a:pt x="39810" y="264766"/>
                  </a:lnTo>
                  <a:lnTo>
                    <a:pt x="39810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13022186" y="6020275"/>
              <a:ext cx="41275" cy="266700"/>
            </a:xfrm>
            <a:custGeom>
              <a:avLst/>
              <a:gdLst/>
              <a:ahLst/>
              <a:cxnLst/>
              <a:rect l="l" t="t" r="r" b="b"/>
              <a:pathLst>
                <a:path w="41275" h="266700">
                  <a:moveTo>
                    <a:pt x="41275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0" y="265430"/>
                  </a:lnTo>
                  <a:lnTo>
                    <a:pt x="0" y="266700"/>
                  </a:lnTo>
                  <a:lnTo>
                    <a:pt x="41275" y="266700"/>
                  </a:lnTo>
                  <a:lnTo>
                    <a:pt x="41275" y="265430"/>
                  </a:lnTo>
                  <a:lnTo>
                    <a:pt x="1460" y="265430"/>
                  </a:lnTo>
                  <a:lnTo>
                    <a:pt x="1460" y="2540"/>
                  </a:lnTo>
                  <a:lnTo>
                    <a:pt x="39801" y="2540"/>
                  </a:lnTo>
                  <a:lnTo>
                    <a:pt x="39801" y="265239"/>
                  </a:lnTo>
                  <a:lnTo>
                    <a:pt x="41275" y="265239"/>
                  </a:lnTo>
                  <a:lnTo>
                    <a:pt x="41275" y="2540"/>
                  </a:lnTo>
                  <a:lnTo>
                    <a:pt x="41275" y="1943"/>
                  </a:lnTo>
                  <a:lnTo>
                    <a:pt x="41275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5" name="object 65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3328719" y="5991165"/>
              <a:ext cx="171126" cy="178438"/>
            </a:xfrm>
            <a:prstGeom prst="rect">
              <a:avLst/>
            </a:prstGeom>
          </p:spPr>
        </p:pic>
        <p:sp>
          <p:nvSpPr>
            <p:cNvPr id="66" name="object 66" descr=""/>
            <p:cNvSpPr/>
            <p:nvPr/>
          </p:nvSpPr>
          <p:spPr>
            <a:xfrm>
              <a:off x="13235382" y="6191395"/>
              <a:ext cx="170180" cy="649605"/>
            </a:xfrm>
            <a:custGeom>
              <a:avLst/>
              <a:gdLst/>
              <a:ahLst/>
              <a:cxnLst/>
              <a:rect l="l" t="t" r="r" b="b"/>
              <a:pathLst>
                <a:path w="170180" h="649604">
                  <a:moveTo>
                    <a:pt x="55816" y="113030"/>
                  </a:moveTo>
                  <a:lnTo>
                    <a:pt x="0" y="113030"/>
                  </a:lnTo>
                  <a:lnTo>
                    <a:pt x="0" y="649401"/>
                  </a:lnTo>
                  <a:lnTo>
                    <a:pt x="55816" y="649401"/>
                  </a:lnTo>
                  <a:lnTo>
                    <a:pt x="55816" y="113030"/>
                  </a:lnTo>
                  <a:close/>
                </a:path>
                <a:path w="170180" h="649604">
                  <a:moveTo>
                    <a:pt x="170053" y="9182"/>
                  </a:moveTo>
                  <a:lnTo>
                    <a:pt x="145821" y="0"/>
                  </a:lnTo>
                  <a:lnTo>
                    <a:pt x="145821" y="27343"/>
                  </a:lnTo>
                  <a:lnTo>
                    <a:pt x="170053" y="9182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7" name="object 67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3101813" y="6035566"/>
              <a:ext cx="280129" cy="251405"/>
            </a:xfrm>
            <a:prstGeom prst="rect">
              <a:avLst/>
            </a:prstGeom>
          </p:spPr>
        </p:pic>
        <p:sp>
          <p:nvSpPr>
            <p:cNvPr id="68" name="object 68" descr=""/>
            <p:cNvSpPr/>
            <p:nvPr/>
          </p:nvSpPr>
          <p:spPr>
            <a:xfrm>
              <a:off x="13062741" y="6021479"/>
              <a:ext cx="40005" cy="264795"/>
            </a:xfrm>
            <a:custGeom>
              <a:avLst/>
              <a:gdLst/>
              <a:ahLst/>
              <a:cxnLst/>
              <a:rect l="l" t="t" r="r" b="b"/>
              <a:pathLst>
                <a:path w="40005" h="264795">
                  <a:moveTo>
                    <a:pt x="19036" y="0"/>
                  </a:moveTo>
                  <a:lnTo>
                    <a:pt x="0" y="0"/>
                  </a:lnTo>
                  <a:lnTo>
                    <a:pt x="0" y="264766"/>
                  </a:lnTo>
                  <a:lnTo>
                    <a:pt x="39799" y="264766"/>
                  </a:lnTo>
                  <a:lnTo>
                    <a:pt x="39799" y="15570"/>
                  </a:lnTo>
                  <a:lnTo>
                    <a:pt x="19036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13061991" y="6020739"/>
              <a:ext cx="41910" cy="266700"/>
            </a:xfrm>
            <a:custGeom>
              <a:avLst/>
              <a:gdLst/>
              <a:ahLst/>
              <a:cxnLst/>
              <a:rect l="l" t="t" r="r" b="b"/>
              <a:pathLst>
                <a:path w="41909" h="266700">
                  <a:moveTo>
                    <a:pt x="20020" y="0"/>
                  </a:moveTo>
                  <a:lnTo>
                    <a:pt x="0" y="0"/>
                  </a:lnTo>
                  <a:lnTo>
                    <a:pt x="0" y="266232"/>
                  </a:lnTo>
                  <a:lnTo>
                    <a:pt x="41297" y="266232"/>
                  </a:lnTo>
                  <a:lnTo>
                    <a:pt x="41297" y="264766"/>
                  </a:lnTo>
                  <a:lnTo>
                    <a:pt x="1476" y="264766"/>
                  </a:lnTo>
                  <a:lnTo>
                    <a:pt x="1476" y="1476"/>
                  </a:lnTo>
                  <a:lnTo>
                    <a:pt x="21991" y="1476"/>
                  </a:lnTo>
                  <a:lnTo>
                    <a:pt x="20020" y="0"/>
                  </a:lnTo>
                  <a:close/>
                </a:path>
                <a:path w="41909" h="266700">
                  <a:moveTo>
                    <a:pt x="21991" y="1476"/>
                  </a:moveTo>
                  <a:lnTo>
                    <a:pt x="19538" y="1476"/>
                  </a:lnTo>
                  <a:lnTo>
                    <a:pt x="39820" y="16680"/>
                  </a:lnTo>
                  <a:lnTo>
                    <a:pt x="39820" y="264766"/>
                  </a:lnTo>
                  <a:lnTo>
                    <a:pt x="41297" y="264766"/>
                  </a:lnTo>
                  <a:lnTo>
                    <a:pt x="41297" y="15936"/>
                  </a:lnTo>
                  <a:lnTo>
                    <a:pt x="21991" y="1476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12545228" y="5950465"/>
              <a:ext cx="557530" cy="71120"/>
            </a:xfrm>
            <a:custGeom>
              <a:avLst/>
              <a:gdLst/>
              <a:ahLst/>
              <a:cxnLst/>
              <a:rect l="l" t="t" r="r" b="b"/>
              <a:pathLst>
                <a:path w="557530" h="71120">
                  <a:moveTo>
                    <a:pt x="557323" y="0"/>
                  </a:moveTo>
                  <a:lnTo>
                    <a:pt x="0" y="0"/>
                  </a:lnTo>
                  <a:lnTo>
                    <a:pt x="20763" y="71013"/>
                  </a:lnTo>
                  <a:lnTo>
                    <a:pt x="536549" y="71013"/>
                  </a:lnTo>
                  <a:lnTo>
                    <a:pt x="557323" y="0"/>
                  </a:lnTo>
                  <a:close/>
                </a:path>
              </a:pathLst>
            </a:custGeom>
            <a:solidFill>
              <a:srgbClr val="9FD2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12229338" y="5950476"/>
              <a:ext cx="1189355" cy="250190"/>
            </a:xfrm>
            <a:custGeom>
              <a:avLst/>
              <a:gdLst/>
              <a:ahLst/>
              <a:cxnLst/>
              <a:rect l="l" t="t" r="r" b="b"/>
              <a:pathLst>
                <a:path w="1189355" h="250189">
                  <a:moveTo>
                    <a:pt x="336638" y="71005"/>
                  </a:moveTo>
                  <a:lnTo>
                    <a:pt x="315887" y="0"/>
                  </a:lnTo>
                  <a:lnTo>
                    <a:pt x="270535" y="111975"/>
                  </a:lnTo>
                  <a:lnTo>
                    <a:pt x="222529" y="172110"/>
                  </a:lnTo>
                  <a:lnTo>
                    <a:pt x="142214" y="200914"/>
                  </a:lnTo>
                  <a:lnTo>
                    <a:pt x="0" y="218935"/>
                  </a:lnTo>
                  <a:lnTo>
                    <a:pt x="12992" y="250088"/>
                  </a:lnTo>
                  <a:lnTo>
                    <a:pt x="155803" y="231292"/>
                  </a:lnTo>
                  <a:lnTo>
                    <a:pt x="237121" y="206375"/>
                  </a:lnTo>
                  <a:lnTo>
                    <a:pt x="287286" y="158534"/>
                  </a:lnTo>
                  <a:lnTo>
                    <a:pt x="336638" y="71005"/>
                  </a:lnTo>
                  <a:close/>
                </a:path>
                <a:path w="1189355" h="250189">
                  <a:moveTo>
                    <a:pt x="1189024" y="218935"/>
                  </a:moveTo>
                  <a:lnTo>
                    <a:pt x="1046810" y="200914"/>
                  </a:lnTo>
                  <a:lnTo>
                    <a:pt x="966508" y="172110"/>
                  </a:lnTo>
                  <a:lnTo>
                    <a:pt x="918489" y="111975"/>
                  </a:lnTo>
                  <a:lnTo>
                    <a:pt x="873150" y="0"/>
                  </a:lnTo>
                  <a:lnTo>
                    <a:pt x="852373" y="71005"/>
                  </a:lnTo>
                  <a:lnTo>
                    <a:pt x="901725" y="158534"/>
                  </a:lnTo>
                  <a:lnTo>
                    <a:pt x="951903" y="206375"/>
                  </a:lnTo>
                  <a:lnTo>
                    <a:pt x="1033221" y="231292"/>
                  </a:lnTo>
                  <a:lnTo>
                    <a:pt x="1176045" y="250088"/>
                  </a:lnTo>
                  <a:lnTo>
                    <a:pt x="1189024" y="218935"/>
                  </a:lnTo>
                  <a:close/>
                </a:path>
              </a:pathLst>
            </a:custGeom>
            <a:solidFill>
              <a:srgbClr val="7AC3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12356566" y="6286238"/>
              <a:ext cx="934719" cy="18415"/>
            </a:xfrm>
            <a:custGeom>
              <a:avLst/>
              <a:gdLst/>
              <a:ahLst/>
              <a:cxnLst/>
              <a:rect l="l" t="t" r="r" b="b"/>
              <a:pathLst>
                <a:path w="934719" h="18414">
                  <a:moveTo>
                    <a:pt x="934641" y="0"/>
                  </a:moveTo>
                  <a:lnTo>
                    <a:pt x="0" y="0"/>
                  </a:lnTo>
                  <a:lnTo>
                    <a:pt x="0" y="18177"/>
                  </a:lnTo>
                  <a:lnTo>
                    <a:pt x="934641" y="18177"/>
                  </a:lnTo>
                  <a:lnTo>
                    <a:pt x="934641" y="0"/>
                  </a:lnTo>
                  <a:close/>
                </a:path>
              </a:pathLst>
            </a:custGeom>
            <a:solidFill>
              <a:srgbClr val="A9CF6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12229338" y="5950476"/>
              <a:ext cx="851535" cy="226060"/>
            </a:xfrm>
            <a:custGeom>
              <a:avLst/>
              <a:gdLst/>
              <a:ahLst/>
              <a:cxnLst/>
              <a:rect l="l" t="t" r="r" b="b"/>
              <a:pathLst>
                <a:path w="851534" h="226060">
                  <a:moveTo>
                    <a:pt x="68910" y="210210"/>
                  </a:moveTo>
                  <a:lnTo>
                    <a:pt x="0" y="218948"/>
                  </a:lnTo>
                  <a:lnTo>
                    <a:pt x="2870" y="225844"/>
                  </a:lnTo>
                  <a:lnTo>
                    <a:pt x="68910" y="210210"/>
                  </a:lnTo>
                  <a:close/>
                </a:path>
                <a:path w="851534" h="226060">
                  <a:moveTo>
                    <a:pt x="249555" y="138239"/>
                  </a:moveTo>
                  <a:lnTo>
                    <a:pt x="245808" y="140957"/>
                  </a:lnTo>
                  <a:lnTo>
                    <a:pt x="140576" y="193243"/>
                  </a:lnTo>
                  <a:lnTo>
                    <a:pt x="68910" y="210210"/>
                  </a:lnTo>
                  <a:lnTo>
                    <a:pt x="142214" y="200914"/>
                  </a:lnTo>
                  <a:lnTo>
                    <a:pt x="222516" y="172097"/>
                  </a:lnTo>
                  <a:lnTo>
                    <a:pt x="249555" y="138239"/>
                  </a:lnTo>
                  <a:close/>
                </a:path>
                <a:path w="851534" h="226060">
                  <a:moveTo>
                    <a:pt x="851420" y="0"/>
                  </a:moveTo>
                  <a:lnTo>
                    <a:pt x="315887" y="0"/>
                  </a:lnTo>
                  <a:lnTo>
                    <a:pt x="326263" y="35509"/>
                  </a:lnTo>
                  <a:lnTo>
                    <a:pt x="315874" y="0"/>
                  </a:lnTo>
                  <a:lnTo>
                    <a:pt x="270535" y="111975"/>
                  </a:lnTo>
                  <a:lnTo>
                    <a:pt x="249555" y="138239"/>
                  </a:lnTo>
                  <a:lnTo>
                    <a:pt x="313016" y="92405"/>
                  </a:lnTo>
                  <a:lnTo>
                    <a:pt x="336651" y="71005"/>
                  </a:lnTo>
                  <a:lnTo>
                    <a:pt x="348310" y="71005"/>
                  </a:lnTo>
                  <a:lnTo>
                    <a:pt x="397573" y="58813"/>
                  </a:lnTo>
                  <a:lnTo>
                    <a:pt x="448005" y="47955"/>
                  </a:lnTo>
                  <a:lnTo>
                    <a:pt x="499249" y="38354"/>
                  </a:lnTo>
                  <a:lnTo>
                    <a:pt x="550964" y="29921"/>
                  </a:lnTo>
                  <a:lnTo>
                    <a:pt x="602780" y="22606"/>
                  </a:lnTo>
                  <a:lnTo>
                    <a:pt x="654367" y="16319"/>
                  </a:lnTo>
                  <a:lnTo>
                    <a:pt x="705370" y="10998"/>
                  </a:lnTo>
                  <a:lnTo>
                    <a:pt x="755459" y="6540"/>
                  </a:lnTo>
                  <a:lnTo>
                    <a:pt x="804252" y="2908"/>
                  </a:lnTo>
                  <a:lnTo>
                    <a:pt x="851420" y="0"/>
                  </a:lnTo>
                  <a:close/>
                </a:path>
              </a:pathLst>
            </a:custGeom>
            <a:solidFill>
              <a:srgbClr val="B5DD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12683084" y="5950476"/>
              <a:ext cx="735330" cy="335915"/>
            </a:xfrm>
            <a:custGeom>
              <a:avLst/>
              <a:gdLst/>
              <a:ahLst/>
              <a:cxnLst/>
              <a:rect l="l" t="t" r="r" b="b"/>
              <a:pathLst>
                <a:path w="735330" h="335914">
                  <a:moveTo>
                    <a:pt x="722350" y="250101"/>
                  </a:moveTo>
                  <a:lnTo>
                    <a:pt x="579475" y="231292"/>
                  </a:lnTo>
                  <a:lnTo>
                    <a:pt x="498157" y="206362"/>
                  </a:lnTo>
                  <a:lnTo>
                    <a:pt x="447992" y="158534"/>
                  </a:lnTo>
                  <a:lnTo>
                    <a:pt x="398627" y="71018"/>
                  </a:lnTo>
                  <a:lnTo>
                    <a:pt x="285597" y="71018"/>
                  </a:lnTo>
                  <a:lnTo>
                    <a:pt x="284137" y="125298"/>
                  </a:lnTo>
                  <a:lnTo>
                    <a:pt x="275945" y="171742"/>
                  </a:lnTo>
                  <a:lnTo>
                    <a:pt x="261289" y="210959"/>
                  </a:lnTo>
                  <a:lnTo>
                    <a:pt x="240436" y="243586"/>
                  </a:lnTo>
                  <a:lnTo>
                    <a:pt x="181190" y="291553"/>
                  </a:lnTo>
                  <a:lnTo>
                    <a:pt x="143332" y="308127"/>
                  </a:lnTo>
                  <a:lnTo>
                    <a:pt x="100342" y="320611"/>
                  </a:lnTo>
                  <a:lnTo>
                    <a:pt x="52476" y="329615"/>
                  </a:lnTo>
                  <a:lnTo>
                    <a:pt x="0" y="335775"/>
                  </a:lnTo>
                  <a:lnTo>
                    <a:pt x="608114" y="335775"/>
                  </a:lnTo>
                  <a:lnTo>
                    <a:pt x="722350" y="250101"/>
                  </a:lnTo>
                  <a:close/>
                </a:path>
                <a:path w="735330" h="335914">
                  <a:moveTo>
                    <a:pt x="735279" y="218935"/>
                  </a:moveTo>
                  <a:lnTo>
                    <a:pt x="582968" y="173774"/>
                  </a:lnTo>
                  <a:lnTo>
                    <a:pt x="485825" y="99733"/>
                  </a:lnTo>
                  <a:lnTo>
                    <a:pt x="434441" y="30556"/>
                  </a:lnTo>
                  <a:lnTo>
                    <a:pt x="419404" y="0"/>
                  </a:lnTo>
                  <a:lnTo>
                    <a:pt x="409397" y="34239"/>
                  </a:lnTo>
                  <a:lnTo>
                    <a:pt x="453021" y="102349"/>
                  </a:lnTo>
                  <a:lnTo>
                    <a:pt x="489762" y="143751"/>
                  </a:lnTo>
                  <a:lnTo>
                    <a:pt x="537514" y="184251"/>
                  </a:lnTo>
                  <a:lnTo>
                    <a:pt x="597090" y="219532"/>
                  </a:lnTo>
                  <a:lnTo>
                    <a:pt x="645337" y="234378"/>
                  </a:lnTo>
                  <a:lnTo>
                    <a:pt x="685190" y="243763"/>
                  </a:lnTo>
                  <a:lnTo>
                    <a:pt x="722299" y="250088"/>
                  </a:lnTo>
                  <a:lnTo>
                    <a:pt x="735279" y="218935"/>
                  </a:lnTo>
                  <a:close/>
                </a:path>
              </a:pathLst>
            </a:custGeom>
            <a:solidFill>
              <a:srgbClr val="ACC4C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12485446" y="6304426"/>
              <a:ext cx="676910" cy="403860"/>
            </a:xfrm>
            <a:custGeom>
              <a:avLst/>
              <a:gdLst/>
              <a:ahLst/>
              <a:cxnLst/>
              <a:rect l="l" t="t" r="r" b="b"/>
              <a:pathLst>
                <a:path w="676909" h="403859">
                  <a:moveTo>
                    <a:pt x="676808" y="0"/>
                  </a:moveTo>
                  <a:lnTo>
                    <a:pt x="529653" y="0"/>
                  </a:lnTo>
                  <a:lnTo>
                    <a:pt x="147142" y="0"/>
                  </a:lnTo>
                  <a:lnTo>
                    <a:pt x="0" y="0"/>
                  </a:lnTo>
                  <a:lnTo>
                    <a:pt x="0" y="403529"/>
                  </a:lnTo>
                  <a:lnTo>
                    <a:pt x="147142" y="403529"/>
                  </a:lnTo>
                  <a:lnTo>
                    <a:pt x="529653" y="403529"/>
                  </a:lnTo>
                  <a:lnTo>
                    <a:pt x="676808" y="403529"/>
                  </a:lnTo>
                  <a:lnTo>
                    <a:pt x="676808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12470143" y="6304426"/>
              <a:ext cx="708025" cy="559435"/>
            </a:xfrm>
            <a:custGeom>
              <a:avLst/>
              <a:gdLst/>
              <a:ahLst/>
              <a:cxnLst/>
              <a:rect l="l" t="t" r="r" b="b"/>
              <a:pathLst>
                <a:path w="708025" h="559434">
                  <a:moveTo>
                    <a:pt x="707415" y="0"/>
                  </a:moveTo>
                  <a:lnTo>
                    <a:pt x="677570" y="0"/>
                  </a:lnTo>
                  <a:lnTo>
                    <a:pt x="677570" y="403529"/>
                  </a:lnTo>
                  <a:lnTo>
                    <a:pt x="559892" y="403529"/>
                  </a:lnTo>
                  <a:lnTo>
                    <a:pt x="559892" y="0"/>
                  </a:lnTo>
                  <a:lnTo>
                    <a:pt x="530034" y="0"/>
                  </a:lnTo>
                  <a:lnTo>
                    <a:pt x="530034" y="403529"/>
                  </a:lnTo>
                  <a:lnTo>
                    <a:pt x="177380" y="403529"/>
                  </a:lnTo>
                  <a:lnTo>
                    <a:pt x="177380" y="0"/>
                  </a:lnTo>
                  <a:lnTo>
                    <a:pt x="147535" y="0"/>
                  </a:lnTo>
                  <a:lnTo>
                    <a:pt x="147535" y="403529"/>
                  </a:lnTo>
                  <a:lnTo>
                    <a:pt x="29857" y="403529"/>
                  </a:lnTo>
                  <a:lnTo>
                    <a:pt x="29857" y="0"/>
                  </a:lnTo>
                  <a:lnTo>
                    <a:pt x="0" y="0"/>
                  </a:lnTo>
                  <a:lnTo>
                    <a:pt x="0" y="403529"/>
                  </a:lnTo>
                  <a:lnTo>
                    <a:pt x="0" y="559308"/>
                  </a:lnTo>
                  <a:lnTo>
                    <a:pt x="707415" y="559308"/>
                  </a:lnTo>
                  <a:lnTo>
                    <a:pt x="707415" y="403529"/>
                  </a:lnTo>
                  <a:lnTo>
                    <a:pt x="707415" y="0"/>
                  </a:lnTo>
                  <a:close/>
                </a:path>
              </a:pathLst>
            </a:custGeom>
            <a:solidFill>
              <a:srgbClr val="89BD2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12500000" y="6725481"/>
              <a:ext cx="648335" cy="123189"/>
            </a:xfrm>
            <a:custGeom>
              <a:avLst/>
              <a:gdLst/>
              <a:ahLst/>
              <a:cxnLst/>
              <a:rect l="l" t="t" r="r" b="b"/>
              <a:pathLst>
                <a:path w="648334" h="123190">
                  <a:moveTo>
                    <a:pt x="117678" y="0"/>
                  </a:moveTo>
                  <a:lnTo>
                    <a:pt x="0" y="0"/>
                  </a:lnTo>
                  <a:lnTo>
                    <a:pt x="0" y="122669"/>
                  </a:lnTo>
                  <a:lnTo>
                    <a:pt x="117678" y="122669"/>
                  </a:lnTo>
                  <a:lnTo>
                    <a:pt x="117678" y="0"/>
                  </a:lnTo>
                  <a:close/>
                </a:path>
                <a:path w="648334" h="123190">
                  <a:moveTo>
                    <a:pt x="500176" y="0"/>
                  </a:moveTo>
                  <a:lnTo>
                    <a:pt x="147510" y="0"/>
                  </a:lnTo>
                  <a:lnTo>
                    <a:pt x="147510" y="122669"/>
                  </a:lnTo>
                  <a:lnTo>
                    <a:pt x="500176" y="122669"/>
                  </a:lnTo>
                  <a:lnTo>
                    <a:pt x="500176" y="0"/>
                  </a:lnTo>
                  <a:close/>
                </a:path>
                <a:path w="648334" h="123190">
                  <a:moveTo>
                    <a:pt x="647712" y="0"/>
                  </a:moveTo>
                  <a:lnTo>
                    <a:pt x="530034" y="0"/>
                  </a:lnTo>
                  <a:lnTo>
                    <a:pt x="530034" y="122669"/>
                  </a:lnTo>
                  <a:lnTo>
                    <a:pt x="647712" y="122669"/>
                  </a:lnTo>
                  <a:lnTo>
                    <a:pt x="647712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12500000" y="6304426"/>
              <a:ext cx="648335" cy="403860"/>
            </a:xfrm>
            <a:custGeom>
              <a:avLst/>
              <a:gdLst/>
              <a:ahLst/>
              <a:cxnLst/>
              <a:rect l="l" t="t" r="r" b="b"/>
              <a:pathLst>
                <a:path w="648334" h="403859">
                  <a:moveTo>
                    <a:pt x="117678" y="44043"/>
                  </a:moveTo>
                  <a:lnTo>
                    <a:pt x="0" y="44043"/>
                  </a:lnTo>
                  <a:lnTo>
                    <a:pt x="0" y="88099"/>
                  </a:lnTo>
                  <a:lnTo>
                    <a:pt x="21285" y="88099"/>
                  </a:lnTo>
                  <a:lnTo>
                    <a:pt x="21285" y="403529"/>
                  </a:lnTo>
                  <a:lnTo>
                    <a:pt x="32245" y="403529"/>
                  </a:lnTo>
                  <a:lnTo>
                    <a:pt x="32245" y="88099"/>
                  </a:lnTo>
                  <a:lnTo>
                    <a:pt x="85420" y="88099"/>
                  </a:lnTo>
                  <a:lnTo>
                    <a:pt x="85420" y="403529"/>
                  </a:lnTo>
                  <a:lnTo>
                    <a:pt x="96380" y="403529"/>
                  </a:lnTo>
                  <a:lnTo>
                    <a:pt x="96380" y="88099"/>
                  </a:lnTo>
                  <a:lnTo>
                    <a:pt x="117678" y="88099"/>
                  </a:lnTo>
                  <a:lnTo>
                    <a:pt x="117678" y="44043"/>
                  </a:lnTo>
                  <a:close/>
                </a:path>
                <a:path w="648334" h="403859">
                  <a:moveTo>
                    <a:pt x="468922" y="0"/>
                  </a:moveTo>
                  <a:lnTo>
                    <a:pt x="178790" y="0"/>
                  </a:lnTo>
                  <a:lnTo>
                    <a:pt x="178790" y="88087"/>
                  </a:lnTo>
                  <a:lnTo>
                    <a:pt x="178790" y="403529"/>
                  </a:lnTo>
                  <a:lnTo>
                    <a:pt x="189738" y="403529"/>
                  </a:lnTo>
                  <a:lnTo>
                    <a:pt x="189738" y="88099"/>
                  </a:lnTo>
                  <a:lnTo>
                    <a:pt x="457962" y="88099"/>
                  </a:lnTo>
                  <a:lnTo>
                    <a:pt x="457962" y="403529"/>
                  </a:lnTo>
                  <a:lnTo>
                    <a:pt x="468922" y="403529"/>
                  </a:lnTo>
                  <a:lnTo>
                    <a:pt x="468922" y="88099"/>
                  </a:lnTo>
                  <a:lnTo>
                    <a:pt x="468922" y="0"/>
                  </a:lnTo>
                  <a:close/>
                </a:path>
                <a:path w="648334" h="403859">
                  <a:moveTo>
                    <a:pt x="647915" y="44043"/>
                  </a:moveTo>
                  <a:lnTo>
                    <a:pt x="530250" y="44043"/>
                  </a:lnTo>
                  <a:lnTo>
                    <a:pt x="530250" y="88099"/>
                  </a:lnTo>
                  <a:lnTo>
                    <a:pt x="551129" y="88099"/>
                  </a:lnTo>
                  <a:lnTo>
                    <a:pt x="551129" y="403529"/>
                  </a:lnTo>
                  <a:lnTo>
                    <a:pt x="562089" y="403529"/>
                  </a:lnTo>
                  <a:lnTo>
                    <a:pt x="562089" y="88099"/>
                  </a:lnTo>
                  <a:lnTo>
                    <a:pt x="615264" y="88099"/>
                  </a:lnTo>
                  <a:lnTo>
                    <a:pt x="615264" y="403529"/>
                  </a:lnTo>
                  <a:lnTo>
                    <a:pt x="626224" y="403529"/>
                  </a:lnTo>
                  <a:lnTo>
                    <a:pt x="626224" y="88099"/>
                  </a:lnTo>
                  <a:lnTo>
                    <a:pt x="647915" y="88099"/>
                  </a:lnTo>
                  <a:lnTo>
                    <a:pt x="647915" y="44043"/>
                  </a:lnTo>
                  <a:close/>
                </a:path>
              </a:pathLst>
            </a:custGeom>
            <a:solidFill>
              <a:srgbClr val="71C8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12704915" y="6318408"/>
              <a:ext cx="238125" cy="62230"/>
            </a:xfrm>
            <a:custGeom>
              <a:avLst/>
              <a:gdLst/>
              <a:ahLst/>
              <a:cxnLst/>
              <a:rect l="l" t="t" r="r" b="b"/>
              <a:pathLst>
                <a:path w="238125" h="62229">
                  <a:moveTo>
                    <a:pt x="71716" y="19189"/>
                  </a:moveTo>
                  <a:lnTo>
                    <a:pt x="0" y="19189"/>
                  </a:lnTo>
                  <a:lnTo>
                    <a:pt x="0" y="40932"/>
                  </a:lnTo>
                  <a:lnTo>
                    <a:pt x="71716" y="40932"/>
                  </a:lnTo>
                  <a:lnTo>
                    <a:pt x="71716" y="19189"/>
                  </a:lnTo>
                  <a:close/>
                </a:path>
                <a:path w="238125" h="62229">
                  <a:moveTo>
                    <a:pt x="154800" y="19189"/>
                  </a:moveTo>
                  <a:lnTo>
                    <a:pt x="83083" y="19189"/>
                  </a:lnTo>
                  <a:lnTo>
                    <a:pt x="83083" y="40932"/>
                  </a:lnTo>
                  <a:lnTo>
                    <a:pt x="154800" y="40932"/>
                  </a:lnTo>
                  <a:lnTo>
                    <a:pt x="154800" y="19189"/>
                  </a:lnTo>
                  <a:close/>
                </a:path>
                <a:path w="238125" h="62229">
                  <a:moveTo>
                    <a:pt x="237883" y="56591"/>
                  </a:moveTo>
                  <a:lnTo>
                    <a:pt x="0" y="56591"/>
                  </a:lnTo>
                  <a:lnTo>
                    <a:pt x="0" y="61785"/>
                  </a:lnTo>
                  <a:lnTo>
                    <a:pt x="237883" y="61785"/>
                  </a:lnTo>
                  <a:lnTo>
                    <a:pt x="237883" y="56591"/>
                  </a:lnTo>
                  <a:close/>
                </a:path>
                <a:path w="238125" h="62229">
                  <a:moveTo>
                    <a:pt x="237883" y="19189"/>
                  </a:moveTo>
                  <a:lnTo>
                    <a:pt x="166154" y="19189"/>
                  </a:lnTo>
                  <a:lnTo>
                    <a:pt x="166154" y="40932"/>
                  </a:lnTo>
                  <a:lnTo>
                    <a:pt x="237883" y="40932"/>
                  </a:lnTo>
                  <a:lnTo>
                    <a:pt x="237883" y="19189"/>
                  </a:lnTo>
                  <a:close/>
                </a:path>
                <a:path w="238125" h="62229">
                  <a:moveTo>
                    <a:pt x="237883" y="0"/>
                  </a:moveTo>
                  <a:lnTo>
                    <a:pt x="0" y="0"/>
                  </a:lnTo>
                  <a:lnTo>
                    <a:pt x="0" y="5194"/>
                  </a:lnTo>
                  <a:lnTo>
                    <a:pt x="237883" y="5194"/>
                  </a:lnTo>
                  <a:lnTo>
                    <a:pt x="237883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 descr=""/>
            <p:cNvSpPr/>
            <p:nvPr/>
          </p:nvSpPr>
          <p:spPr>
            <a:xfrm>
              <a:off x="12532246" y="6404362"/>
              <a:ext cx="53340" cy="292100"/>
            </a:xfrm>
            <a:custGeom>
              <a:avLst/>
              <a:gdLst/>
              <a:ahLst/>
              <a:cxnLst/>
              <a:rect l="l" t="t" r="r" b="b"/>
              <a:pathLst>
                <a:path w="53340" h="292100">
                  <a:moveTo>
                    <a:pt x="53174" y="280390"/>
                  </a:moveTo>
                  <a:lnTo>
                    <a:pt x="0" y="280390"/>
                  </a:lnTo>
                  <a:lnTo>
                    <a:pt x="0" y="291757"/>
                  </a:lnTo>
                  <a:lnTo>
                    <a:pt x="53174" y="291757"/>
                  </a:lnTo>
                  <a:lnTo>
                    <a:pt x="53174" y="280390"/>
                  </a:lnTo>
                  <a:close/>
                </a:path>
                <a:path w="53340" h="292100">
                  <a:moveTo>
                    <a:pt x="53174" y="249237"/>
                  </a:moveTo>
                  <a:lnTo>
                    <a:pt x="0" y="249237"/>
                  </a:lnTo>
                  <a:lnTo>
                    <a:pt x="0" y="260604"/>
                  </a:lnTo>
                  <a:lnTo>
                    <a:pt x="53174" y="260604"/>
                  </a:lnTo>
                  <a:lnTo>
                    <a:pt x="53174" y="249237"/>
                  </a:lnTo>
                  <a:close/>
                </a:path>
                <a:path w="53340" h="292100">
                  <a:moveTo>
                    <a:pt x="53174" y="218084"/>
                  </a:moveTo>
                  <a:lnTo>
                    <a:pt x="0" y="218084"/>
                  </a:lnTo>
                  <a:lnTo>
                    <a:pt x="0" y="229438"/>
                  </a:lnTo>
                  <a:lnTo>
                    <a:pt x="53174" y="229438"/>
                  </a:lnTo>
                  <a:lnTo>
                    <a:pt x="53174" y="218084"/>
                  </a:lnTo>
                  <a:close/>
                </a:path>
                <a:path w="53340" h="292100">
                  <a:moveTo>
                    <a:pt x="53174" y="186931"/>
                  </a:moveTo>
                  <a:lnTo>
                    <a:pt x="0" y="186931"/>
                  </a:lnTo>
                  <a:lnTo>
                    <a:pt x="0" y="198285"/>
                  </a:lnTo>
                  <a:lnTo>
                    <a:pt x="53174" y="198285"/>
                  </a:lnTo>
                  <a:lnTo>
                    <a:pt x="53174" y="186931"/>
                  </a:lnTo>
                  <a:close/>
                </a:path>
                <a:path w="53340" h="292100">
                  <a:moveTo>
                    <a:pt x="53174" y="155765"/>
                  </a:moveTo>
                  <a:lnTo>
                    <a:pt x="0" y="155765"/>
                  </a:lnTo>
                  <a:lnTo>
                    <a:pt x="0" y="167132"/>
                  </a:lnTo>
                  <a:lnTo>
                    <a:pt x="53174" y="167132"/>
                  </a:lnTo>
                  <a:lnTo>
                    <a:pt x="53174" y="155765"/>
                  </a:lnTo>
                  <a:close/>
                </a:path>
                <a:path w="53340" h="292100">
                  <a:moveTo>
                    <a:pt x="53174" y="124612"/>
                  </a:moveTo>
                  <a:lnTo>
                    <a:pt x="0" y="124612"/>
                  </a:lnTo>
                  <a:lnTo>
                    <a:pt x="0" y="135978"/>
                  </a:lnTo>
                  <a:lnTo>
                    <a:pt x="53174" y="135978"/>
                  </a:lnTo>
                  <a:lnTo>
                    <a:pt x="53174" y="124612"/>
                  </a:lnTo>
                  <a:close/>
                </a:path>
                <a:path w="53340" h="292100">
                  <a:moveTo>
                    <a:pt x="53174" y="93472"/>
                  </a:moveTo>
                  <a:lnTo>
                    <a:pt x="0" y="93472"/>
                  </a:lnTo>
                  <a:lnTo>
                    <a:pt x="0" y="104825"/>
                  </a:lnTo>
                  <a:lnTo>
                    <a:pt x="53174" y="104825"/>
                  </a:lnTo>
                  <a:lnTo>
                    <a:pt x="53174" y="93472"/>
                  </a:lnTo>
                  <a:close/>
                </a:path>
                <a:path w="53340" h="292100">
                  <a:moveTo>
                    <a:pt x="53174" y="62306"/>
                  </a:moveTo>
                  <a:lnTo>
                    <a:pt x="0" y="62306"/>
                  </a:lnTo>
                  <a:lnTo>
                    <a:pt x="0" y="73672"/>
                  </a:lnTo>
                  <a:lnTo>
                    <a:pt x="53174" y="73672"/>
                  </a:lnTo>
                  <a:lnTo>
                    <a:pt x="53174" y="62306"/>
                  </a:lnTo>
                  <a:close/>
                </a:path>
                <a:path w="53340" h="292100">
                  <a:moveTo>
                    <a:pt x="53174" y="31153"/>
                  </a:moveTo>
                  <a:lnTo>
                    <a:pt x="0" y="31153"/>
                  </a:lnTo>
                  <a:lnTo>
                    <a:pt x="0" y="42519"/>
                  </a:lnTo>
                  <a:lnTo>
                    <a:pt x="53174" y="42519"/>
                  </a:lnTo>
                  <a:lnTo>
                    <a:pt x="53174" y="31153"/>
                  </a:lnTo>
                  <a:close/>
                </a:path>
                <a:path w="53340" h="292100">
                  <a:moveTo>
                    <a:pt x="53174" y="0"/>
                  </a:moveTo>
                  <a:lnTo>
                    <a:pt x="0" y="0"/>
                  </a:lnTo>
                  <a:lnTo>
                    <a:pt x="0" y="11353"/>
                  </a:lnTo>
                  <a:lnTo>
                    <a:pt x="53174" y="11353"/>
                  </a:lnTo>
                  <a:lnTo>
                    <a:pt x="53174" y="0"/>
                  </a:lnTo>
                  <a:close/>
                </a:path>
              </a:pathLst>
            </a:custGeom>
            <a:solidFill>
              <a:srgbClr val="71C8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12739968" y="6404957"/>
              <a:ext cx="168275" cy="243840"/>
            </a:xfrm>
            <a:custGeom>
              <a:avLst/>
              <a:gdLst/>
              <a:ahLst/>
              <a:cxnLst/>
              <a:rect l="l" t="t" r="r" b="b"/>
              <a:pathLst>
                <a:path w="168275" h="243840">
                  <a:moveTo>
                    <a:pt x="167774" y="0"/>
                  </a:moveTo>
                  <a:lnTo>
                    <a:pt x="0" y="0"/>
                  </a:lnTo>
                  <a:lnTo>
                    <a:pt x="0" y="243720"/>
                  </a:lnTo>
                  <a:lnTo>
                    <a:pt x="167774" y="243720"/>
                  </a:lnTo>
                  <a:lnTo>
                    <a:pt x="167774" y="0"/>
                  </a:lnTo>
                  <a:close/>
                </a:path>
              </a:pathLst>
            </a:custGeom>
            <a:solidFill>
              <a:srgbClr val="ACC4C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 descr=""/>
            <p:cNvSpPr/>
            <p:nvPr/>
          </p:nvSpPr>
          <p:spPr>
            <a:xfrm>
              <a:off x="13062090" y="6404362"/>
              <a:ext cx="53340" cy="292100"/>
            </a:xfrm>
            <a:custGeom>
              <a:avLst/>
              <a:gdLst/>
              <a:ahLst/>
              <a:cxnLst/>
              <a:rect l="l" t="t" r="r" b="b"/>
              <a:pathLst>
                <a:path w="53340" h="292100">
                  <a:moveTo>
                    <a:pt x="53174" y="280390"/>
                  </a:moveTo>
                  <a:lnTo>
                    <a:pt x="0" y="280390"/>
                  </a:lnTo>
                  <a:lnTo>
                    <a:pt x="0" y="291757"/>
                  </a:lnTo>
                  <a:lnTo>
                    <a:pt x="53174" y="291757"/>
                  </a:lnTo>
                  <a:lnTo>
                    <a:pt x="53174" y="280390"/>
                  </a:lnTo>
                  <a:close/>
                </a:path>
                <a:path w="53340" h="292100">
                  <a:moveTo>
                    <a:pt x="53174" y="249237"/>
                  </a:moveTo>
                  <a:lnTo>
                    <a:pt x="0" y="249237"/>
                  </a:lnTo>
                  <a:lnTo>
                    <a:pt x="0" y="260604"/>
                  </a:lnTo>
                  <a:lnTo>
                    <a:pt x="53174" y="260604"/>
                  </a:lnTo>
                  <a:lnTo>
                    <a:pt x="53174" y="249237"/>
                  </a:lnTo>
                  <a:close/>
                </a:path>
                <a:path w="53340" h="292100">
                  <a:moveTo>
                    <a:pt x="53174" y="218084"/>
                  </a:moveTo>
                  <a:lnTo>
                    <a:pt x="0" y="218084"/>
                  </a:lnTo>
                  <a:lnTo>
                    <a:pt x="0" y="229438"/>
                  </a:lnTo>
                  <a:lnTo>
                    <a:pt x="53174" y="229438"/>
                  </a:lnTo>
                  <a:lnTo>
                    <a:pt x="53174" y="218084"/>
                  </a:lnTo>
                  <a:close/>
                </a:path>
                <a:path w="53340" h="292100">
                  <a:moveTo>
                    <a:pt x="53174" y="186931"/>
                  </a:moveTo>
                  <a:lnTo>
                    <a:pt x="0" y="186931"/>
                  </a:lnTo>
                  <a:lnTo>
                    <a:pt x="0" y="198285"/>
                  </a:lnTo>
                  <a:lnTo>
                    <a:pt x="53174" y="198285"/>
                  </a:lnTo>
                  <a:lnTo>
                    <a:pt x="53174" y="186931"/>
                  </a:lnTo>
                  <a:close/>
                </a:path>
                <a:path w="53340" h="292100">
                  <a:moveTo>
                    <a:pt x="53174" y="155765"/>
                  </a:moveTo>
                  <a:lnTo>
                    <a:pt x="0" y="155765"/>
                  </a:lnTo>
                  <a:lnTo>
                    <a:pt x="0" y="167132"/>
                  </a:lnTo>
                  <a:lnTo>
                    <a:pt x="53174" y="167132"/>
                  </a:lnTo>
                  <a:lnTo>
                    <a:pt x="53174" y="155765"/>
                  </a:lnTo>
                  <a:close/>
                </a:path>
                <a:path w="53340" h="292100">
                  <a:moveTo>
                    <a:pt x="53174" y="124612"/>
                  </a:moveTo>
                  <a:lnTo>
                    <a:pt x="0" y="124612"/>
                  </a:lnTo>
                  <a:lnTo>
                    <a:pt x="0" y="135978"/>
                  </a:lnTo>
                  <a:lnTo>
                    <a:pt x="53174" y="135978"/>
                  </a:lnTo>
                  <a:lnTo>
                    <a:pt x="53174" y="124612"/>
                  </a:lnTo>
                  <a:close/>
                </a:path>
                <a:path w="53340" h="292100">
                  <a:moveTo>
                    <a:pt x="53174" y="93472"/>
                  </a:moveTo>
                  <a:lnTo>
                    <a:pt x="0" y="93472"/>
                  </a:lnTo>
                  <a:lnTo>
                    <a:pt x="0" y="104825"/>
                  </a:lnTo>
                  <a:lnTo>
                    <a:pt x="53174" y="104825"/>
                  </a:lnTo>
                  <a:lnTo>
                    <a:pt x="53174" y="93472"/>
                  </a:lnTo>
                  <a:close/>
                </a:path>
                <a:path w="53340" h="292100">
                  <a:moveTo>
                    <a:pt x="53174" y="62306"/>
                  </a:moveTo>
                  <a:lnTo>
                    <a:pt x="0" y="62306"/>
                  </a:lnTo>
                  <a:lnTo>
                    <a:pt x="0" y="73672"/>
                  </a:lnTo>
                  <a:lnTo>
                    <a:pt x="53174" y="73672"/>
                  </a:lnTo>
                  <a:lnTo>
                    <a:pt x="53174" y="62306"/>
                  </a:lnTo>
                  <a:close/>
                </a:path>
                <a:path w="53340" h="292100">
                  <a:moveTo>
                    <a:pt x="53174" y="31153"/>
                  </a:moveTo>
                  <a:lnTo>
                    <a:pt x="0" y="31153"/>
                  </a:lnTo>
                  <a:lnTo>
                    <a:pt x="0" y="42519"/>
                  </a:lnTo>
                  <a:lnTo>
                    <a:pt x="53174" y="42519"/>
                  </a:lnTo>
                  <a:lnTo>
                    <a:pt x="53174" y="31153"/>
                  </a:lnTo>
                  <a:close/>
                </a:path>
                <a:path w="53340" h="292100">
                  <a:moveTo>
                    <a:pt x="53174" y="0"/>
                  </a:moveTo>
                  <a:lnTo>
                    <a:pt x="0" y="0"/>
                  </a:lnTo>
                  <a:lnTo>
                    <a:pt x="0" y="11353"/>
                  </a:lnTo>
                  <a:lnTo>
                    <a:pt x="53174" y="11353"/>
                  </a:lnTo>
                  <a:lnTo>
                    <a:pt x="53174" y="0"/>
                  </a:lnTo>
                  <a:close/>
                </a:path>
              </a:pathLst>
            </a:custGeom>
            <a:solidFill>
              <a:srgbClr val="71C8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12470149" y="6304417"/>
              <a:ext cx="708025" cy="68580"/>
            </a:xfrm>
            <a:custGeom>
              <a:avLst/>
              <a:gdLst/>
              <a:ahLst/>
              <a:cxnLst/>
              <a:rect l="l" t="t" r="r" b="b"/>
              <a:pathLst>
                <a:path w="708025" h="68579">
                  <a:moveTo>
                    <a:pt x="707413" y="0"/>
                  </a:moveTo>
                  <a:lnTo>
                    <a:pt x="677560" y="0"/>
                  </a:lnTo>
                  <a:lnTo>
                    <a:pt x="0" y="0"/>
                  </a:lnTo>
                  <a:lnTo>
                    <a:pt x="0" y="68196"/>
                  </a:lnTo>
                  <a:lnTo>
                    <a:pt x="56000" y="60768"/>
                  </a:lnTo>
                  <a:lnTo>
                    <a:pt x="112963" y="54717"/>
                  </a:lnTo>
                  <a:lnTo>
                    <a:pt x="170438" y="49932"/>
                  </a:lnTo>
                  <a:lnTo>
                    <a:pt x="227972" y="46302"/>
                  </a:lnTo>
                  <a:lnTo>
                    <a:pt x="285116" y="43716"/>
                  </a:lnTo>
                  <a:lnTo>
                    <a:pt x="341418" y="42063"/>
                  </a:lnTo>
                  <a:lnTo>
                    <a:pt x="396427" y="41231"/>
                  </a:lnTo>
                  <a:lnTo>
                    <a:pt x="449693" y="41110"/>
                  </a:lnTo>
                  <a:lnTo>
                    <a:pt x="500764" y="41589"/>
                  </a:lnTo>
                  <a:lnTo>
                    <a:pt x="549189" y="42556"/>
                  </a:lnTo>
                  <a:lnTo>
                    <a:pt x="594517" y="43900"/>
                  </a:lnTo>
                  <a:lnTo>
                    <a:pt x="636298" y="45511"/>
                  </a:lnTo>
                  <a:lnTo>
                    <a:pt x="707413" y="49087"/>
                  </a:lnTo>
                  <a:lnTo>
                    <a:pt x="707413" y="0"/>
                  </a:lnTo>
                  <a:close/>
                </a:path>
              </a:pathLst>
            </a:custGeom>
            <a:solidFill>
              <a:srgbClr val="ACC4C7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4" name="object 84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2746030" y="6402727"/>
              <a:ext cx="155653" cy="226107"/>
            </a:xfrm>
            <a:prstGeom prst="rect">
              <a:avLst/>
            </a:prstGeom>
          </p:spPr>
        </p:pic>
        <p:sp>
          <p:nvSpPr>
            <p:cNvPr id="85" name="object 85" descr=""/>
            <p:cNvSpPr/>
            <p:nvPr/>
          </p:nvSpPr>
          <p:spPr>
            <a:xfrm>
              <a:off x="12356576" y="6304415"/>
              <a:ext cx="55880" cy="536575"/>
            </a:xfrm>
            <a:custGeom>
              <a:avLst/>
              <a:gdLst/>
              <a:ahLst/>
              <a:cxnLst/>
              <a:rect l="l" t="t" r="r" b="b"/>
              <a:pathLst>
                <a:path w="55879" h="536575">
                  <a:moveTo>
                    <a:pt x="55820" y="0"/>
                  </a:moveTo>
                  <a:lnTo>
                    <a:pt x="0" y="0"/>
                  </a:lnTo>
                  <a:lnTo>
                    <a:pt x="0" y="536381"/>
                  </a:lnTo>
                  <a:lnTo>
                    <a:pt x="55820" y="536381"/>
                  </a:lnTo>
                  <a:lnTo>
                    <a:pt x="55820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6" name="object 86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2761778" y="6725483"/>
              <a:ext cx="238411" cy="122666"/>
            </a:xfrm>
            <a:prstGeom prst="rect">
              <a:avLst/>
            </a:prstGeom>
          </p:spPr>
        </p:pic>
        <p:sp>
          <p:nvSpPr>
            <p:cNvPr id="87" name="object 87" descr=""/>
            <p:cNvSpPr/>
            <p:nvPr/>
          </p:nvSpPr>
          <p:spPr>
            <a:xfrm>
              <a:off x="12356567" y="6511575"/>
              <a:ext cx="934719" cy="329565"/>
            </a:xfrm>
            <a:custGeom>
              <a:avLst/>
              <a:gdLst/>
              <a:ahLst/>
              <a:cxnLst/>
              <a:rect l="l" t="t" r="r" b="b"/>
              <a:pathLst>
                <a:path w="934719" h="329565">
                  <a:moveTo>
                    <a:pt x="55829" y="186931"/>
                  </a:moveTo>
                  <a:lnTo>
                    <a:pt x="43116" y="201714"/>
                  </a:lnTo>
                  <a:lnTo>
                    <a:pt x="29591" y="215506"/>
                  </a:lnTo>
                  <a:lnTo>
                    <a:pt x="15227" y="228168"/>
                  </a:lnTo>
                  <a:lnTo>
                    <a:pt x="0" y="239572"/>
                  </a:lnTo>
                  <a:lnTo>
                    <a:pt x="0" y="329222"/>
                  </a:lnTo>
                  <a:lnTo>
                    <a:pt x="55829" y="329222"/>
                  </a:lnTo>
                  <a:lnTo>
                    <a:pt x="55829" y="186931"/>
                  </a:lnTo>
                  <a:close/>
                </a:path>
                <a:path w="934719" h="329565">
                  <a:moveTo>
                    <a:pt x="934631" y="0"/>
                  </a:moveTo>
                  <a:lnTo>
                    <a:pt x="921956" y="13004"/>
                  </a:lnTo>
                  <a:lnTo>
                    <a:pt x="908456" y="25615"/>
                  </a:lnTo>
                  <a:lnTo>
                    <a:pt x="894080" y="37757"/>
                  </a:lnTo>
                  <a:lnTo>
                    <a:pt x="878814" y="49364"/>
                  </a:lnTo>
                  <a:lnTo>
                    <a:pt x="878814" y="329234"/>
                  </a:lnTo>
                  <a:lnTo>
                    <a:pt x="934631" y="329234"/>
                  </a:lnTo>
                  <a:lnTo>
                    <a:pt x="934631" y="0"/>
                  </a:lnTo>
                  <a:close/>
                </a:path>
              </a:pathLst>
            </a:custGeom>
            <a:solidFill>
              <a:srgbClr val="ACC4C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 descr=""/>
            <p:cNvSpPr/>
            <p:nvPr/>
          </p:nvSpPr>
          <p:spPr>
            <a:xfrm>
              <a:off x="12412396" y="6304260"/>
              <a:ext cx="822960" cy="57785"/>
            </a:xfrm>
            <a:custGeom>
              <a:avLst/>
              <a:gdLst/>
              <a:ahLst/>
              <a:cxnLst/>
              <a:rect l="l" t="t" r="r" b="b"/>
              <a:pathLst>
                <a:path w="822959" h="57785">
                  <a:moveTo>
                    <a:pt x="57759" y="165"/>
                  </a:moveTo>
                  <a:lnTo>
                    <a:pt x="0" y="165"/>
                  </a:lnTo>
                  <a:lnTo>
                    <a:pt x="317" y="57594"/>
                  </a:lnTo>
                  <a:lnTo>
                    <a:pt x="10223" y="47688"/>
                  </a:lnTo>
                  <a:lnTo>
                    <a:pt x="11887" y="43129"/>
                  </a:lnTo>
                  <a:lnTo>
                    <a:pt x="10096" y="34785"/>
                  </a:lnTo>
                  <a:lnTo>
                    <a:pt x="10274" y="30454"/>
                  </a:lnTo>
                  <a:lnTo>
                    <a:pt x="14363" y="19596"/>
                  </a:lnTo>
                  <a:lnTo>
                    <a:pt x="19431" y="14516"/>
                  </a:lnTo>
                  <a:lnTo>
                    <a:pt x="30289" y="10452"/>
                  </a:lnTo>
                  <a:lnTo>
                    <a:pt x="34607" y="10261"/>
                  </a:lnTo>
                  <a:lnTo>
                    <a:pt x="42964" y="12052"/>
                  </a:lnTo>
                  <a:lnTo>
                    <a:pt x="47523" y="10388"/>
                  </a:lnTo>
                  <a:lnTo>
                    <a:pt x="57759" y="165"/>
                  </a:lnTo>
                  <a:close/>
                </a:path>
                <a:path w="822959" h="57785">
                  <a:moveTo>
                    <a:pt x="822591" y="0"/>
                  </a:moveTo>
                  <a:lnTo>
                    <a:pt x="765162" y="330"/>
                  </a:lnTo>
                  <a:lnTo>
                    <a:pt x="775068" y="10236"/>
                  </a:lnTo>
                  <a:lnTo>
                    <a:pt x="779627" y="11899"/>
                  </a:lnTo>
                  <a:lnTo>
                    <a:pt x="787971" y="10109"/>
                  </a:lnTo>
                  <a:lnTo>
                    <a:pt x="792314" y="10287"/>
                  </a:lnTo>
                  <a:lnTo>
                    <a:pt x="803160" y="14363"/>
                  </a:lnTo>
                  <a:lnTo>
                    <a:pt x="808228" y="19431"/>
                  </a:lnTo>
                  <a:lnTo>
                    <a:pt x="812304" y="30289"/>
                  </a:lnTo>
                  <a:lnTo>
                    <a:pt x="812495" y="34620"/>
                  </a:lnTo>
                  <a:lnTo>
                    <a:pt x="810704" y="42976"/>
                  </a:lnTo>
                  <a:lnTo>
                    <a:pt x="812368" y="47536"/>
                  </a:lnTo>
                  <a:lnTo>
                    <a:pt x="822591" y="57746"/>
                  </a:lnTo>
                  <a:lnTo>
                    <a:pt x="822591" y="0"/>
                  </a:lnTo>
                  <a:close/>
                </a:path>
              </a:pathLst>
            </a:custGeom>
            <a:solidFill>
              <a:srgbClr val="71C8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 descr=""/>
            <p:cNvSpPr/>
            <p:nvPr/>
          </p:nvSpPr>
          <p:spPr>
            <a:xfrm>
              <a:off x="12346191" y="6840797"/>
              <a:ext cx="955675" cy="23495"/>
            </a:xfrm>
            <a:custGeom>
              <a:avLst/>
              <a:gdLst/>
              <a:ahLst/>
              <a:cxnLst/>
              <a:rect l="l" t="t" r="r" b="b"/>
              <a:pathLst>
                <a:path w="955675" h="23495">
                  <a:moveTo>
                    <a:pt x="76593" y="0"/>
                  </a:moveTo>
                  <a:lnTo>
                    <a:pt x="0" y="0"/>
                  </a:lnTo>
                  <a:lnTo>
                    <a:pt x="0" y="22936"/>
                  </a:lnTo>
                  <a:lnTo>
                    <a:pt x="76593" y="22936"/>
                  </a:lnTo>
                  <a:lnTo>
                    <a:pt x="76593" y="0"/>
                  </a:lnTo>
                  <a:close/>
                </a:path>
                <a:path w="955675" h="23495">
                  <a:moveTo>
                    <a:pt x="955395" y="0"/>
                  </a:moveTo>
                  <a:lnTo>
                    <a:pt x="878801" y="0"/>
                  </a:lnTo>
                  <a:lnTo>
                    <a:pt x="878801" y="22936"/>
                  </a:lnTo>
                  <a:lnTo>
                    <a:pt x="955395" y="22936"/>
                  </a:lnTo>
                  <a:lnTo>
                    <a:pt x="955395" y="0"/>
                  </a:lnTo>
                  <a:close/>
                </a:path>
              </a:pathLst>
            </a:custGeom>
            <a:solidFill>
              <a:srgbClr val="9FD2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 descr=""/>
            <p:cNvSpPr/>
            <p:nvPr/>
          </p:nvSpPr>
          <p:spPr>
            <a:xfrm>
              <a:off x="12399548" y="5584217"/>
              <a:ext cx="848360" cy="26034"/>
            </a:xfrm>
            <a:custGeom>
              <a:avLst/>
              <a:gdLst/>
              <a:ahLst/>
              <a:cxnLst/>
              <a:rect l="l" t="t" r="r" b="b"/>
              <a:pathLst>
                <a:path w="848359" h="26035">
                  <a:moveTo>
                    <a:pt x="848246" y="0"/>
                  </a:moveTo>
                  <a:lnTo>
                    <a:pt x="0" y="0"/>
                  </a:lnTo>
                  <a:lnTo>
                    <a:pt x="0" y="25716"/>
                  </a:lnTo>
                  <a:lnTo>
                    <a:pt x="848246" y="25716"/>
                  </a:lnTo>
                  <a:lnTo>
                    <a:pt x="848246" y="0"/>
                  </a:lnTo>
                  <a:close/>
                </a:path>
              </a:pathLst>
            </a:custGeom>
            <a:solidFill>
              <a:srgbClr val="89BD2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 descr=""/>
            <p:cNvSpPr/>
            <p:nvPr/>
          </p:nvSpPr>
          <p:spPr>
            <a:xfrm>
              <a:off x="12304971" y="5331761"/>
              <a:ext cx="519430" cy="236854"/>
            </a:xfrm>
            <a:custGeom>
              <a:avLst/>
              <a:gdLst/>
              <a:ahLst/>
              <a:cxnLst/>
              <a:rect l="l" t="t" r="r" b="b"/>
              <a:pathLst>
                <a:path w="519429" h="236854">
                  <a:moveTo>
                    <a:pt x="518916" y="0"/>
                  </a:moveTo>
                  <a:lnTo>
                    <a:pt x="288797" y="0"/>
                  </a:lnTo>
                  <a:lnTo>
                    <a:pt x="152895" y="101881"/>
                  </a:lnTo>
                  <a:lnTo>
                    <a:pt x="0" y="159796"/>
                  </a:lnTo>
                  <a:lnTo>
                    <a:pt x="101923" y="236244"/>
                  </a:lnTo>
                  <a:lnTo>
                    <a:pt x="518916" y="236244"/>
                  </a:lnTo>
                  <a:lnTo>
                    <a:pt x="518916" y="0"/>
                  </a:lnTo>
                  <a:close/>
                </a:path>
              </a:pathLst>
            </a:custGeom>
            <a:solidFill>
              <a:srgbClr val="CEE4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 descr=""/>
            <p:cNvSpPr/>
            <p:nvPr/>
          </p:nvSpPr>
          <p:spPr>
            <a:xfrm>
              <a:off x="12303462" y="5331024"/>
              <a:ext cx="521334" cy="238125"/>
            </a:xfrm>
            <a:custGeom>
              <a:avLst/>
              <a:gdLst/>
              <a:ahLst/>
              <a:cxnLst/>
              <a:rect l="l" t="t" r="r" b="b"/>
              <a:pathLst>
                <a:path w="521334" h="238125">
                  <a:moveTo>
                    <a:pt x="521156" y="0"/>
                  </a:moveTo>
                  <a:lnTo>
                    <a:pt x="290053" y="0"/>
                  </a:lnTo>
                  <a:lnTo>
                    <a:pt x="154047" y="101965"/>
                  </a:lnTo>
                  <a:lnTo>
                    <a:pt x="0" y="160319"/>
                  </a:lnTo>
                  <a:lnTo>
                    <a:pt x="103190" y="237710"/>
                  </a:lnTo>
                  <a:lnTo>
                    <a:pt x="521156" y="237710"/>
                  </a:lnTo>
                  <a:lnTo>
                    <a:pt x="521156" y="236244"/>
                  </a:lnTo>
                  <a:lnTo>
                    <a:pt x="103682" y="236244"/>
                  </a:lnTo>
                  <a:lnTo>
                    <a:pt x="3026" y="160749"/>
                  </a:lnTo>
                  <a:lnTo>
                    <a:pt x="154675" y="103316"/>
                  </a:lnTo>
                  <a:lnTo>
                    <a:pt x="290546" y="1465"/>
                  </a:lnTo>
                  <a:lnTo>
                    <a:pt x="521156" y="1465"/>
                  </a:lnTo>
                  <a:lnTo>
                    <a:pt x="521156" y="0"/>
                  </a:lnTo>
                  <a:close/>
                </a:path>
                <a:path w="521334" h="238125">
                  <a:moveTo>
                    <a:pt x="521156" y="1465"/>
                  </a:moveTo>
                  <a:lnTo>
                    <a:pt x="519690" y="1465"/>
                  </a:lnTo>
                  <a:lnTo>
                    <a:pt x="519690" y="236244"/>
                  </a:lnTo>
                  <a:lnTo>
                    <a:pt x="521156" y="236244"/>
                  </a:lnTo>
                  <a:lnTo>
                    <a:pt x="521156" y="1465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 descr=""/>
            <p:cNvSpPr/>
            <p:nvPr/>
          </p:nvSpPr>
          <p:spPr>
            <a:xfrm>
              <a:off x="12788364" y="5331764"/>
              <a:ext cx="35560" cy="236854"/>
            </a:xfrm>
            <a:custGeom>
              <a:avLst/>
              <a:gdLst/>
              <a:ahLst/>
              <a:cxnLst/>
              <a:rect l="l" t="t" r="r" b="b"/>
              <a:pathLst>
                <a:path w="35559" h="236854">
                  <a:moveTo>
                    <a:pt x="35517" y="0"/>
                  </a:moveTo>
                  <a:lnTo>
                    <a:pt x="0" y="0"/>
                  </a:lnTo>
                  <a:lnTo>
                    <a:pt x="0" y="236244"/>
                  </a:lnTo>
                  <a:lnTo>
                    <a:pt x="35517" y="236244"/>
                  </a:lnTo>
                  <a:lnTo>
                    <a:pt x="35517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 descr=""/>
            <p:cNvSpPr/>
            <p:nvPr/>
          </p:nvSpPr>
          <p:spPr>
            <a:xfrm>
              <a:off x="12787630" y="5330666"/>
              <a:ext cx="37465" cy="237490"/>
            </a:xfrm>
            <a:custGeom>
              <a:avLst/>
              <a:gdLst/>
              <a:ahLst/>
              <a:cxnLst/>
              <a:rect l="l" t="t" r="r" b="b"/>
              <a:pathLst>
                <a:path w="37465" h="237489">
                  <a:moveTo>
                    <a:pt x="36995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36220"/>
                  </a:lnTo>
                  <a:lnTo>
                    <a:pt x="0" y="237490"/>
                  </a:lnTo>
                  <a:lnTo>
                    <a:pt x="36995" y="237490"/>
                  </a:lnTo>
                  <a:lnTo>
                    <a:pt x="36995" y="236601"/>
                  </a:lnTo>
                  <a:lnTo>
                    <a:pt x="36995" y="236220"/>
                  </a:lnTo>
                  <a:lnTo>
                    <a:pt x="36995" y="1828"/>
                  </a:lnTo>
                  <a:lnTo>
                    <a:pt x="35509" y="1828"/>
                  </a:lnTo>
                  <a:lnTo>
                    <a:pt x="35509" y="236220"/>
                  </a:lnTo>
                  <a:lnTo>
                    <a:pt x="1460" y="236220"/>
                  </a:lnTo>
                  <a:lnTo>
                    <a:pt x="1460" y="1270"/>
                  </a:lnTo>
                  <a:lnTo>
                    <a:pt x="36995" y="1270"/>
                  </a:lnTo>
                  <a:lnTo>
                    <a:pt x="36995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 descr=""/>
            <p:cNvSpPr/>
            <p:nvPr/>
          </p:nvSpPr>
          <p:spPr>
            <a:xfrm>
              <a:off x="12752847" y="5331764"/>
              <a:ext cx="35560" cy="236854"/>
            </a:xfrm>
            <a:custGeom>
              <a:avLst/>
              <a:gdLst/>
              <a:ahLst/>
              <a:cxnLst/>
              <a:rect l="l" t="t" r="r" b="b"/>
              <a:pathLst>
                <a:path w="35559" h="236854">
                  <a:moveTo>
                    <a:pt x="35517" y="0"/>
                  </a:moveTo>
                  <a:lnTo>
                    <a:pt x="0" y="0"/>
                  </a:lnTo>
                  <a:lnTo>
                    <a:pt x="0" y="236244"/>
                  </a:lnTo>
                  <a:lnTo>
                    <a:pt x="35517" y="236244"/>
                  </a:lnTo>
                  <a:lnTo>
                    <a:pt x="35517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 descr=""/>
            <p:cNvSpPr/>
            <p:nvPr/>
          </p:nvSpPr>
          <p:spPr>
            <a:xfrm>
              <a:off x="12752096" y="5330666"/>
              <a:ext cx="37465" cy="237490"/>
            </a:xfrm>
            <a:custGeom>
              <a:avLst/>
              <a:gdLst/>
              <a:ahLst/>
              <a:cxnLst/>
              <a:rect l="l" t="t" r="r" b="b"/>
              <a:pathLst>
                <a:path w="37465" h="237489">
                  <a:moveTo>
                    <a:pt x="36995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36220"/>
                  </a:lnTo>
                  <a:lnTo>
                    <a:pt x="0" y="237490"/>
                  </a:lnTo>
                  <a:lnTo>
                    <a:pt x="36995" y="237490"/>
                  </a:lnTo>
                  <a:lnTo>
                    <a:pt x="36995" y="236601"/>
                  </a:lnTo>
                  <a:lnTo>
                    <a:pt x="36995" y="236220"/>
                  </a:lnTo>
                  <a:lnTo>
                    <a:pt x="36995" y="1828"/>
                  </a:lnTo>
                  <a:lnTo>
                    <a:pt x="35534" y="1828"/>
                  </a:lnTo>
                  <a:lnTo>
                    <a:pt x="35534" y="236220"/>
                  </a:lnTo>
                  <a:lnTo>
                    <a:pt x="1473" y="236220"/>
                  </a:lnTo>
                  <a:lnTo>
                    <a:pt x="1473" y="1270"/>
                  </a:lnTo>
                  <a:lnTo>
                    <a:pt x="36995" y="1270"/>
                  </a:lnTo>
                  <a:lnTo>
                    <a:pt x="36995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 descr=""/>
            <p:cNvSpPr/>
            <p:nvPr/>
          </p:nvSpPr>
          <p:spPr>
            <a:xfrm>
              <a:off x="12717319" y="5331764"/>
              <a:ext cx="35560" cy="236854"/>
            </a:xfrm>
            <a:custGeom>
              <a:avLst/>
              <a:gdLst/>
              <a:ahLst/>
              <a:cxnLst/>
              <a:rect l="l" t="t" r="r" b="b"/>
              <a:pathLst>
                <a:path w="35559" h="236854">
                  <a:moveTo>
                    <a:pt x="35517" y="0"/>
                  </a:moveTo>
                  <a:lnTo>
                    <a:pt x="0" y="0"/>
                  </a:lnTo>
                  <a:lnTo>
                    <a:pt x="0" y="236244"/>
                  </a:lnTo>
                  <a:lnTo>
                    <a:pt x="35517" y="236244"/>
                  </a:lnTo>
                  <a:lnTo>
                    <a:pt x="35517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 descr=""/>
            <p:cNvSpPr/>
            <p:nvPr/>
          </p:nvSpPr>
          <p:spPr>
            <a:xfrm>
              <a:off x="12716586" y="5330666"/>
              <a:ext cx="37465" cy="237490"/>
            </a:xfrm>
            <a:custGeom>
              <a:avLst/>
              <a:gdLst/>
              <a:ahLst/>
              <a:cxnLst/>
              <a:rect l="l" t="t" r="r" b="b"/>
              <a:pathLst>
                <a:path w="37465" h="237489">
                  <a:moveTo>
                    <a:pt x="36982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36220"/>
                  </a:lnTo>
                  <a:lnTo>
                    <a:pt x="0" y="237490"/>
                  </a:lnTo>
                  <a:lnTo>
                    <a:pt x="36982" y="237490"/>
                  </a:lnTo>
                  <a:lnTo>
                    <a:pt x="36982" y="236601"/>
                  </a:lnTo>
                  <a:lnTo>
                    <a:pt x="36982" y="236220"/>
                  </a:lnTo>
                  <a:lnTo>
                    <a:pt x="36982" y="1828"/>
                  </a:lnTo>
                  <a:lnTo>
                    <a:pt x="35509" y="1828"/>
                  </a:lnTo>
                  <a:lnTo>
                    <a:pt x="35509" y="236220"/>
                  </a:lnTo>
                  <a:lnTo>
                    <a:pt x="1460" y="236220"/>
                  </a:lnTo>
                  <a:lnTo>
                    <a:pt x="1460" y="1270"/>
                  </a:lnTo>
                  <a:lnTo>
                    <a:pt x="36982" y="1270"/>
                  </a:lnTo>
                  <a:lnTo>
                    <a:pt x="36982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 descr=""/>
            <p:cNvSpPr/>
            <p:nvPr/>
          </p:nvSpPr>
          <p:spPr>
            <a:xfrm>
              <a:off x="12681791" y="5331764"/>
              <a:ext cx="35560" cy="236854"/>
            </a:xfrm>
            <a:custGeom>
              <a:avLst/>
              <a:gdLst/>
              <a:ahLst/>
              <a:cxnLst/>
              <a:rect l="l" t="t" r="r" b="b"/>
              <a:pathLst>
                <a:path w="35559" h="236854">
                  <a:moveTo>
                    <a:pt x="35527" y="0"/>
                  </a:moveTo>
                  <a:lnTo>
                    <a:pt x="0" y="0"/>
                  </a:lnTo>
                  <a:lnTo>
                    <a:pt x="0" y="236244"/>
                  </a:lnTo>
                  <a:lnTo>
                    <a:pt x="35527" y="236244"/>
                  </a:lnTo>
                  <a:lnTo>
                    <a:pt x="35527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 descr=""/>
            <p:cNvSpPr/>
            <p:nvPr/>
          </p:nvSpPr>
          <p:spPr>
            <a:xfrm>
              <a:off x="12681064" y="5330666"/>
              <a:ext cx="37465" cy="237490"/>
            </a:xfrm>
            <a:custGeom>
              <a:avLst/>
              <a:gdLst/>
              <a:ahLst/>
              <a:cxnLst/>
              <a:rect l="l" t="t" r="r" b="b"/>
              <a:pathLst>
                <a:path w="37465" h="237489">
                  <a:moveTo>
                    <a:pt x="36982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36220"/>
                  </a:lnTo>
                  <a:lnTo>
                    <a:pt x="0" y="237490"/>
                  </a:lnTo>
                  <a:lnTo>
                    <a:pt x="36982" y="237490"/>
                  </a:lnTo>
                  <a:lnTo>
                    <a:pt x="36982" y="236601"/>
                  </a:lnTo>
                  <a:lnTo>
                    <a:pt x="36982" y="236220"/>
                  </a:lnTo>
                  <a:lnTo>
                    <a:pt x="36982" y="1828"/>
                  </a:lnTo>
                  <a:lnTo>
                    <a:pt x="35509" y="1828"/>
                  </a:lnTo>
                  <a:lnTo>
                    <a:pt x="35509" y="236220"/>
                  </a:lnTo>
                  <a:lnTo>
                    <a:pt x="1460" y="236220"/>
                  </a:lnTo>
                  <a:lnTo>
                    <a:pt x="1460" y="1270"/>
                  </a:lnTo>
                  <a:lnTo>
                    <a:pt x="36982" y="1270"/>
                  </a:lnTo>
                  <a:lnTo>
                    <a:pt x="36982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 descr=""/>
            <p:cNvSpPr/>
            <p:nvPr/>
          </p:nvSpPr>
          <p:spPr>
            <a:xfrm>
              <a:off x="12646285" y="5331764"/>
              <a:ext cx="35560" cy="236854"/>
            </a:xfrm>
            <a:custGeom>
              <a:avLst/>
              <a:gdLst/>
              <a:ahLst/>
              <a:cxnLst/>
              <a:rect l="l" t="t" r="r" b="b"/>
              <a:pathLst>
                <a:path w="35559" h="236854">
                  <a:moveTo>
                    <a:pt x="35517" y="0"/>
                  </a:moveTo>
                  <a:lnTo>
                    <a:pt x="0" y="0"/>
                  </a:lnTo>
                  <a:lnTo>
                    <a:pt x="0" y="236244"/>
                  </a:lnTo>
                  <a:lnTo>
                    <a:pt x="35517" y="236244"/>
                  </a:lnTo>
                  <a:lnTo>
                    <a:pt x="35517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 descr=""/>
            <p:cNvSpPr/>
            <p:nvPr/>
          </p:nvSpPr>
          <p:spPr>
            <a:xfrm>
              <a:off x="12645530" y="5330666"/>
              <a:ext cx="37465" cy="237490"/>
            </a:xfrm>
            <a:custGeom>
              <a:avLst/>
              <a:gdLst/>
              <a:ahLst/>
              <a:cxnLst/>
              <a:rect l="l" t="t" r="r" b="b"/>
              <a:pathLst>
                <a:path w="37465" h="237489">
                  <a:moveTo>
                    <a:pt x="36995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36220"/>
                  </a:lnTo>
                  <a:lnTo>
                    <a:pt x="0" y="237490"/>
                  </a:lnTo>
                  <a:lnTo>
                    <a:pt x="36995" y="237490"/>
                  </a:lnTo>
                  <a:lnTo>
                    <a:pt x="36995" y="236601"/>
                  </a:lnTo>
                  <a:lnTo>
                    <a:pt x="36995" y="236220"/>
                  </a:lnTo>
                  <a:lnTo>
                    <a:pt x="36995" y="1828"/>
                  </a:lnTo>
                  <a:lnTo>
                    <a:pt x="35534" y="1828"/>
                  </a:lnTo>
                  <a:lnTo>
                    <a:pt x="35534" y="236220"/>
                  </a:lnTo>
                  <a:lnTo>
                    <a:pt x="1485" y="236220"/>
                  </a:lnTo>
                  <a:lnTo>
                    <a:pt x="1485" y="1270"/>
                  </a:lnTo>
                  <a:lnTo>
                    <a:pt x="36995" y="1270"/>
                  </a:lnTo>
                  <a:lnTo>
                    <a:pt x="36995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 descr=""/>
            <p:cNvSpPr/>
            <p:nvPr/>
          </p:nvSpPr>
          <p:spPr>
            <a:xfrm>
              <a:off x="12610757" y="5331764"/>
              <a:ext cx="35560" cy="236854"/>
            </a:xfrm>
            <a:custGeom>
              <a:avLst/>
              <a:gdLst/>
              <a:ahLst/>
              <a:cxnLst/>
              <a:rect l="l" t="t" r="r" b="b"/>
              <a:pathLst>
                <a:path w="35559" h="236854">
                  <a:moveTo>
                    <a:pt x="35517" y="0"/>
                  </a:moveTo>
                  <a:lnTo>
                    <a:pt x="0" y="0"/>
                  </a:lnTo>
                  <a:lnTo>
                    <a:pt x="0" y="236244"/>
                  </a:lnTo>
                  <a:lnTo>
                    <a:pt x="35517" y="236244"/>
                  </a:lnTo>
                  <a:lnTo>
                    <a:pt x="35517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 descr=""/>
            <p:cNvSpPr/>
            <p:nvPr/>
          </p:nvSpPr>
          <p:spPr>
            <a:xfrm>
              <a:off x="12610020" y="5330666"/>
              <a:ext cx="37465" cy="237490"/>
            </a:xfrm>
            <a:custGeom>
              <a:avLst/>
              <a:gdLst/>
              <a:ahLst/>
              <a:cxnLst/>
              <a:rect l="l" t="t" r="r" b="b"/>
              <a:pathLst>
                <a:path w="37465" h="237489">
                  <a:moveTo>
                    <a:pt x="36995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36220"/>
                  </a:lnTo>
                  <a:lnTo>
                    <a:pt x="0" y="237490"/>
                  </a:lnTo>
                  <a:lnTo>
                    <a:pt x="36995" y="237490"/>
                  </a:lnTo>
                  <a:lnTo>
                    <a:pt x="36995" y="236601"/>
                  </a:lnTo>
                  <a:lnTo>
                    <a:pt x="36995" y="236220"/>
                  </a:lnTo>
                  <a:lnTo>
                    <a:pt x="36995" y="1828"/>
                  </a:lnTo>
                  <a:lnTo>
                    <a:pt x="35509" y="1828"/>
                  </a:lnTo>
                  <a:lnTo>
                    <a:pt x="35509" y="236220"/>
                  </a:lnTo>
                  <a:lnTo>
                    <a:pt x="1460" y="236220"/>
                  </a:lnTo>
                  <a:lnTo>
                    <a:pt x="1460" y="1270"/>
                  </a:lnTo>
                  <a:lnTo>
                    <a:pt x="36995" y="1270"/>
                  </a:lnTo>
                  <a:lnTo>
                    <a:pt x="36995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 descr=""/>
            <p:cNvSpPr/>
            <p:nvPr/>
          </p:nvSpPr>
          <p:spPr>
            <a:xfrm>
              <a:off x="12304967" y="5469921"/>
              <a:ext cx="57150" cy="64769"/>
            </a:xfrm>
            <a:custGeom>
              <a:avLst/>
              <a:gdLst/>
              <a:ahLst/>
              <a:cxnLst/>
              <a:rect l="l" t="t" r="r" b="b"/>
              <a:pathLst>
                <a:path w="57150" h="64770">
                  <a:moveTo>
                    <a:pt x="57137" y="0"/>
                  </a:moveTo>
                  <a:lnTo>
                    <a:pt x="21615" y="13449"/>
                  </a:lnTo>
                  <a:lnTo>
                    <a:pt x="0" y="21640"/>
                  </a:lnTo>
                  <a:lnTo>
                    <a:pt x="21615" y="37858"/>
                  </a:lnTo>
                  <a:lnTo>
                    <a:pt x="57137" y="64503"/>
                  </a:lnTo>
                  <a:lnTo>
                    <a:pt x="57137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 descr=""/>
            <p:cNvSpPr/>
            <p:nvPr/>
          </p:nvSpPr>
          <p:spPr>
            <a:xfrm>
              <a:off x="12325853" y="5468838"/>
              <a:ext cx="37465" cy="67310"/>
            </a:xfrm>
            <a:custGeom>
              <a:avLst/>
              <a:gdLst/>
              <a:ahLst/>
              <a:cxnLst/>
              <a:rect l="l" t="t" r="r" b="b"/>
              <a:pathLst>
                <a:path w="37465" h="67310">
                  <a:moveTo>
                    <a:pt x="37004" y="0"/>
                  </a:moveTo>
                  <a:lnTo>
                    <a:pt x="0" y="14020"/>
                  </a:lnTo>
                  <a:lnTo>
                    <a:pt x="0" y="39297"/>
                  </a:lnTo>
                  <a:lnTo>
                    <a:pt x="37004" y="67055"/>
                  </a:lnTo>
                  <a:lnTo>
                    <a:pt x="37004" y="64102"/>
                  </a:lnTo>
                  <a:lnTo>
                    <a:pt x="35527" y="64102"/>
                  </a:lnTo>
                  <a:lnTo>
                    <a:pt x="1476" y="38564"/>
                  </a:lnTo>
                  <a:lnTo>
                    <a:pt x="1476" y="15036"/>
                  </a:lnTo>
                  <a:lnTo>
                    <a:pt x="35527" y="2136"/>
                  </a:lnTo>
                  <a:lnTo>
                    <a:pt x="37004" y="2136"/>
                  </a:lnTo>
                  <a:lnTo>
                    <a:pt x="37004" y="0"/>
                  </a:lnTo>
                  <a:close/>
                </a:path>
                <a:path w="37465" h="67310">
                  <a:moveTo>
                    <a:pt x="37004" y="2136"/>
                  </a:moveTo>
                  <a:lnTo>
                    <a:pt x="35527" y="2136"/>
                  </a:lnTo>
                  <a:lnTo>
                    <a:pt x="35527" y="64102"/>
                  </a:lnTo>
                  <a:lnTo>
                    <a:pt x="37004" y="64102"/>
                  </a:lnTo>
                  <a:lnTo>
                    <a:pt x="37004" y="2136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 descr=""/>
            <p:cNvSpPr/>
            <p:nvPr/>
          </p:nvSpPr>
          <p:spPr>
            <a:xfrm>
              <a:off x="12362112" y="5456457"/>
              <a:ext cx="35560" cy="104775"/>
            </a:xfrm>
            <a:custGeom>
              <a:avLst/>
              <a:gdLst/>
              <a:ahLst/>
              <a:cxnLst/>
              <a:rect l="l" t="t" r="r" b="b"/>
              <a:pathLst>
                <a:path w="35559" h="104775">
                  <a:moveTo>
                    <a:pt x="35517" y="0"/>
                  </a:moveTo>
                  <a:lnTo>
                    <a:pt x="0" y="13455"/>
                  </a:lnTo>
                  <a:lnTo>
                    <a:pt x="0" y="77955"/>
                  </a:lnTo>
                  <a:lnTo>
                    <a:pt x="35517" y="104593"/>
                  </a:lnTo>
                  <a:lnTo>
                    <a:pt x="35517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 descr=""/>
            <p:cNvSpPr/>
            <p:nvPr/>
          </p:nvSpPr>
          <p:spPr>
            <a:xfrm>
              <a:off x="12361378" y="5455392"/>
              <a:ext cx="37465" cy="107314"/>
            </a:xfrm>
            <a:custGeom>
              <a:avLst/>
              <a:gdLst/>
              <a:ahLst/>
              <a:cxnLst/>
              <a:rect l="l" t="t" r="r" b="b"/>
              <a:pathLst>
                <a:path w="37465" h="107314">
                  <a:moveTo>
                    <a:pt x="37004" y="0"/>
                  </a:moveTo>
                  <a:lnTo>
                    <a:pt x="0" y="14010"/>
                  </a:lnTo>
                  <a:lnTo>
                    <a:pt x="0" y="79390"/>
                  </a:lnTo>
                  <a:lnTo>
                    <a:pt x="37004" y="107148"/>
                  </a:lnTo>
                  <a:lnTo>
                    <a:pt x="37004" y="104185"/>
                  </a:lnTo>
                  <a:lnTo>
                    <a:pt x="35527" y="104185"/>
                  </a:lnTo>
                  <a:lnTo>
                    <a:pt x="1476" y="78657"/>
                  </a:lnTo>
                  <a:lnTo>
                    <a:pt x="1476" y="15036"/>
                  </a:lnTo>
                  <a:lnTo>
                    <a:pt x="35527" y="2136"/>
                  </a:lnTo>
                  <a:lnTo>
                    <a:pt x="37004" y="2136"/>
                  </a:lnTo>
                  <a:lnTo>
                    <a:pt x="37004" y="0"/>
                  </a:lnTo>
                  <a:close/>
                </a:path>
                <a:path w="37465" h="107314">
                  <a:moveTo>
                    <a:pt x="37004" y="2136"/>
                  </a:moveTo>
                  <a:lnTo>
                    <a:pt x="35527" y="2136"/>
                  </a:lnTo>
                  <a:lnTo>
                    <a:pt x="35527" y="104185"/>
                  </a:lnTo>
                  <a:lnTo>
                    <a:pt x="37004" y="104185"/>
                  </a:lnTo>
                  <a:lnTo>
                    <a:pt x="37004" y="2136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 descr=""/>
            <p:cNvSpPr/>
            <p:nvPr/>
          </p:nvSpPr>
          <p:spPr>
            <a:xfrm>
              <a:off x="12397633" y="5443003"/>
              <a:ext cx="35560" cy="125095"/>
            </a:xfrm>
            <a:custGeom>
              <a:avLst/>
              <a:gdLst/>
              <a:ahLst/>
              <a:cxnLst/>
              <a:rect l="l" t="t" r="r" b="b"/>
              <a:pathLst>
                <a:path w="35559" h="125095">
                  <a:moveTo>
                    <a:pt x="35527" y="0"/>
                  </a:moveTo>
                  <a:lnTo>
                    <a:pt x="0" y="13455"/>
                  </a:lnTo>
                  <a:lnTo>
                    <a:pt x="0" y="118048"/>
                  </a:lnTo>
                  <a:lnTo>
                    <a:pt x="9266" y="125001"/>
                  </a:lnTo>
                  <a:lnTo>
                    <a:pt x="35527" y="125001"/>
                  </a:lnTo>
                  <a:lnTo>
                    <a:pt x="35527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 descr=""/>
            <p:cNvSpPr/>
            <p:nvPr/>
          </p:nvSpPr>
          <p:spPr>
            <a:xfrm>
              <a:off x="12396905" y="5441931"/>
              <a:ext cx="37465" cy="127000"/>
            </a:xfrm>
            <a:custGeom>
              <a:avLst/>
              <a:gdLst/>
              <a:ahLst/>
              <a:cxnLst/>
              <a:rect l="l" t="t" r="r" b="b"/>
              <a:pathLst>
                <a:path w="37465" h="127000">
                  <a:moveTo>
                    <a:pt x="36983" y="0"/>
                  </a:moveTo>
                  <a:lnTo>
                    <a:pt x="0" y="14020"/>
                  </a:lnTo>
                  <a:lnTo>
                    <a:pt x="0" y="119493"/>
                  </a:lnTo>
                  <a:lnTo>
                    <a:pt x="9748" y="126802"/>
                  </a:lnTo>
                  <a:lnTo>
                    <a:pt x="36983" y="126802"/>
                  </a:lnTo>
                  <a:lnTo>
                    <a:pt x="36983" y="125336"/>
                  </a:lnTo>
                  <a:lnTo>
                    <a:pt x="10240" y="125336"/>
                  </a:lnTo>
                  <a:lnTo>
                    <a:pt x="1476" y="118760"/>
                  </a:lnTo>
                  <a:lnTo>
                    <a:pt x="1476" y="15046"/>
                  </a:lnTo>
                  <a:lnTo>
                    <a:pt x="35506" y="2136"/>
                  </a:lnTo>
                  <a:lnTo>
                    <a:pt x="36983" y="2136"/>
                  </a:lnTo>
                  <a:lnTo>
                    <a:pt x="36983" y="0"/>
                  </a:lnTo>
                  <a:close/>
                </a:path>
                <a:path w="37465" h="127000">
                  <a:moveTo>
                    <a:pt x="36983" y="2136"/>
                  </a:moveTo>
                  <a:lnTo>
                    <a:pt x="35506" y="2136"/>
                  </a:lnTo>
                  <a:lnTo>
                    <a:pt x="35506" y="125336"/>
                  </a:lnTo>
                  <a:lnTo>
                    <a:pt x="36983" y="125336"/>
                  </a:lnTo>
                  <a:lnTo>
                    <a:pt x="36983" y="2136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 descr=""/>
            <p:cNvSpPr/>
            <p:nvPr/>
          </p:nvSpPr>
          <p:spPr>
            <a:xfrm>
              <a:off x="12433152" y="5425539"/>
              <a:ext cx="35560" cy="142875"/>
            </a:xfrm>
            <a:custGeom>
              <a:avLst/>
              <a:gdLst/>
              <a:ahLst/>
              <a:cxnLst/>
              <a:rect l="l" t="t" r="r" b="b"/>
              <a:pathLst>
                <a:path w="35559" h="142875">
                  <a:moveTo>
                    <a:pt x="35527" y="0"/>
                  </a:moveTo>
                  <a:lnTo>
                    <a:pt x="24711" y="8104"/>
                  </a:lnTo>
                  <a:lnTo>
                    <a:pt x="0" y="17465"/>
                  </a:lnTo>
                  <a:lnTo>
                    <a:pt x="0" y="142466"/>
                  </a:lnTo>
                  <a:lnTo>
                    <a:pt x="35527" y="142466"/>
                  </a:lnTo>
                  <a:lnTo>
                    <a:pt x="35527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 descr=""/>
            <p:cNvSpPr/>
            <p:nvPr/>
          </p:nvSpPr>
          <p:spPr>
            <a:xfrm>
              <a:off x="12432420" y="5424058"/>
              <a:ext cx="37465" cy="144780"/>
            </a:xfrm>
            <a:custGeom>
              <a:avLst/>
              <a:gdLst/>
              <a:ahLst/>
              <a:cxnLst/>
              <a:rect l="l" t="t" r="r" b="b"/>
              <a:pathLst>
                <a:path w="37465" h="144779">
                  <a:moveTo>
                    <a:pt x="36993" y="0"/>
                  </a:moveTo>
                  <a:lnTo>
                    <a:pt x="25088" y="8931"/>
                  </a:lnTo>
                  <a:lnTo>
                    <a:pt x="0" y="18439"/>
                  </a:lnTo>
                  <a:lnTo>
                    <a:pt x="0" y="144676"/>
                  </a:lnTo>
                  <a:lnTo>
                    <a:pt x="36993" y="144676"/>
                  </a:lnTo>
                  <a:lnTo>
                    <a:pt x="36993" y="143210"/>
                  </a:lnTo>
                  <a:lnTo>
                    <a:pt x="1465" y="143210"/>
                  </a:lnTo>
                  <a:lnTo>
                    <a:pt x="1465" y="19454"/>
                  </a:lnTo>
                  <a:lnTo>
                    <a:pt x="25716" y="10282"/>
                  </a:lnTo>
                  <a:lnTo>
                    <a:pt x="35517" y="2952"/>
                  </a:lnTo>
                  <a:lnTo>
                    <a:pt x="36993" y="2952"/>
                  </a:lnTo>
                  <a:lnTo>
                    <a:pt x="36993" y="0"/>
                  </a:lnTo>
                  <a:close/>
                </a:path>
                <a:path w="37465" h="144779">
                  <a:moveTo>
                    <a:pt x="36993" y="2952"/>
                  </a:moveTo>
                  <a:lnTo>
                    <a:pt x="35517" y="2952"/>
                  </a:lnTo>
                  <a:lnTo>
                    <a:pt x="35517" y="143210"/>
                  </a:lnTo>
                  <a:lnTo>
                    <a:pt x="36993" y="143210"/>
                  </a:lnTo>
                  <a:lnTo>
                    <a:pt x="36993" y="2952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 descr=""/>
            <p:cNvSpPr/>
            <p:nvPr/>
          </p:nvSpPr>
          <p:spPr>
            <a:xfrm>
              <a:off x="12468676" y="5398912"/>
              <a:ext cx="35560" cy="169545"/>
            </a:xfrm>
            <a:custGeom>
              <a:avLst/>
              <a:gdLst/>
              <a:ahLst/>
              <a:cxnLst/>
              <a:rect l="l" t="t" r="r" b="b"/>
              <a:pathLst>
                <a:path w="35559" h="169545">
                  <a:moveTo>
                    <a:pt x="35517" y="0"/>
                  </a:moveTo>
                  <a:lnTo>
                    <a:pt x="0" y="26627"/>
                  </a:lnTo>
                  <a:lnTo>
                    <a:pt x="0" y="169094"/>
                  </a:lnTo>
                  <a:lnTo>
                    <a:pt x="35517" y="169094"/>
                  </a:lnTo>
                  <a:lnTo>
                    <a:pt x="35517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 descr=""/>
            <p:cNvSpPr/>
            <p:nvPr/>
          </p:nvSpPr>
          <p:spPr>
            <a:xfrm>
              <a:off x="12467944" y="5397430"/>
              <a:ext cx="37465" cy="171450"/>
            </a:xfrm>
            <a:custGeom>
              <a:avLst/>
              <a:gdLst/>
              <a:ahLst/>
              <a:cxnLst/>
              <a:rect l="l" t="t" r="r" b="b"/>
              <a:pathLst>
                <a:path w="37465" h="171450">
                  <a:moveTo>
                    <a:pt x="36993" y="0"/>
                  </a:moveTo>
                  <a:lnTo>
                    <a:pt x="0" y="27737"/>
                  </a:lnTo>
                  <a:lnTo>
                    <a:pt x="0" y="171303"/>
                  </a:lnTo>
                  <a:lnTo>
                    <a:pt x="36993" y="171303"/>
                  </a:lnTo>
                  <a:lnTo>
                    <a:pt x="36993" y="169837"/>
                  </a:lnTo>
                  <a:lnTo>
                    <a:pt x="1465" y="169837"/>
                  </a:lnTo>
                  <a:lnTo>
                    <a:pt x="1465" y="28470"/>
                  </a:lnTo>
                  <a:lnTo>
                    <a:pt x="35517" y="2963"/>
                  </a:lnTo>
                  <a:lnTo>
                    <a:pt x="36993" y="2963"/>
                  </a:lnTo>
                  <a:lnTo>
                    <a:pt x="36993" y="0"/>
                  </a:lnTo>
                  <a:close/>
                </a:path>
                <a:path w="37465" h="171450">
                  <a:moveTo>
                    <a:pt x="36993" y="2963"/>
                  </a:moveTo>
                  <a:lnTo>
                    <a:pt x="35517" y="2963"/>
                  </a:lnTo>
                  <a:lnTo>
                    <a:pt x="35517" y="169837"/>
                  </a:lnTo>
                  <a:lnTo>
                    <a:pt x="36993" y="169837"/>
                  </a:lnTo>
                  <a:lnTo>
                    <a:pt x="36993" y="2963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 descr=""/>
            <p:cNvSpPr/>
            <p:nvPr/>
          </p:nvSpPr>
          <p:spPr>
            <a:xfrm>
              <a:off x="12504196" y="5372284"/>
              <a:ext cx="35560" cy="196215"/>
            </a:xfrm>
            <a:custGeom>
              <a:avLst/>
              <a:gdLst/>
              <a:ahLst/>
              <a:cxnLst/>
              <a:rect l="l" t="t" r="r" b="b"/>
              <a:pathLst>
                <a:path w="35559" h="196214">
                  <a:moveTo>
                    <a:pt x="35517" y="0"/>
                  </a:moveTo>
                  <a:lnTo>
                    <a:pt x="0" y="26627"/>
                  </a:lnTo>
                  <a:lnTo>
                    <a:pt x="0" y="195721"/>
                  </a:lnTo>
                  <a:lnTo>
                    <a:pt x="35517" y="195721"/>
                  </a:lnTo>
                  <a:lnTo>
                    <a:pt x="35517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 descr=""/>
            <p:cNvSpPr/>
            <p:nvPr/>
          </p:nvSpPr>
          <p:spPr>
            <a:xfrm>
              <a:off x="12503468" y="5370802"/>
              <a:ext cx="37465" cy="198120"/>
            </a:xfrm>
            <a:custGeom>
              <a:avLst/>
              <a:gdLst/>
              <a:ahLst/>
              <a:cxnLst/>
              <a:rect l="l" t="t" r="r" b="b"/>
              <a:pathLst>
                <a:path w="37465" h="198120">
                  <a:moveTo>
                    <a:pt x="36993" y="0"/>
                  </a:moveTo>
                  <a:lnTo>
                    <a:pt x="0" y="27737"/>
                  </a:lnTo>
                  <a:lnTo>
                    <a:pt x="0" y="197931"/>
                  </a:lnTo>
                  <a:lnTo>
                    <a:pt x="36993" y="197931"/>
                  </a:lnTo>
                  <a:lnTo>
                    <a:pt x="36993" y="196465"/>
                  </a:lnTo>
                  <a:lnTo>
                    <a:pt x="1465" y="196465"/>
                  </a:lnTo>
                  <a:lnTo>
                    <a:pt x="1465" y="28480"/>
                  </a:lnTo>
                  <a:lnTo>
                    <a:pt x="35517" y="2952"/>
                  </a:lnTo>
                  <a:lnTo>
                    <a:pt x="36993" y="2952"/>
                  </a:lnTo>
                  <a:lnTo>
                    <a:pt x="36993" y="0"/>
                  </a:lnTo>
                  <a:close/>
                </a:path>
                <a:path w="37465" h="198120">
                  <a:moveTo>
                    <a:pt x="36993" y="2952"/>
                  </a:moveTo>
                  <a:lnTo>
                    <a:pt x="35517" y="2952"/>
                  </a:lnTo>
                  <a:lnTo>
                    <a:pt x="35517" y="196465"/>
                  </a:lnTo>
                  <a:lnTo>
                    <a:pt x="36993" y="196465"/>
                  </a:lnTo>
                  <a:lnTo>
                    <a:pt x="36993" y="2952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 descr=""/>
            <p:cNvSpPr/>
            <p:nvPr/>
          </p:nvSpPr>
          <p:spPr>
            <a:xfrm>
              <a:off x="12539717" y="5345656"/>
              <a:ext cx="35560" cy="222885"/>
            </a:xfrm>
            <a:custGeom>
              <a:avLst/>
              <a:gdLst/>
              <a:ahLst/>
              <a:cxnLst/>
              <a:rect l="l" t="t" r="r" b="b"/>
              <a:pathLst>
                <a:path w="35559" h="222885">
                  <a:moveTo>
                    <a:pt x="35517" y="0"/>
                  </a:moveTo>
                  <a:lnTo>
                    <a:pt x="0" y="26627"/>
                  </a:lnTo>
                  <a:lnTo>
                    <a:pt x="0" y="222349"/>
                  </a:lnTo>
                  <a:lnTo>
                    <a:pt x="35517" y="222349"/>
                  </a:lnTo>
                  <a:lnTo>
                    <a:pt x="35517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 descr=""/>
            <p:cNvSpPr/>
            <p:nvPr/>
          </p:nvSpPr>
          <p:spPr>
            <a:xfrm>
              <a:off x="12538990" y="5344175"/>
              <a:ext cx="37465" cy="224790"/>
            </a:xfrm>
            <a:custGeom>
              <a:avLst/>
              <a:gdLst/>
              <a:ahLst/>
              <a:cxnLst/>
              <a:rect l="l" t="t" r="r" b="b"/>
              <a:pathLst>
                <a:path w="37465" h="224789">
                  <a:moveTo>
                    <a:pt x="36972" y="0"/>
                  </a:moveTo>
                  <a:lnTo>
                    <a:pt x="0" y="27737"/>
                  </a:lnTo>
                  <a:lnTo>
                    <a:pt x="0" y="224558"/>
                  </a:lnTo>
                  <a:lnTo>
                    <a:pt x="36972" y="224558"/>
                  </a:lnTo>
                  <a:lnTo>
                    <a:pt x="36972" y="223092"/>
                  </a:lnTo>
                  <a:lnTo>
                    <a:pt x="1465" y="223092"/>
                  </a:lnTo>
                  <a:lnTo>
                    <a:pt x="1465" y="28470"/>
                  </a:lnTo>
                  <a:lnTo>
                    <a:pt x="35506" y="2963"/>
                  </a:lnTo>
                  <a:lnTo>
                    <a:pt x="36972" y="2963"/>
                  </a:lnTo>
                  <a:lnTo>
                    <a:pt x="36972" y="0"/>
                  </a:lnTo>
                  <a:close/>
                </a:path>
                <a:path w="37465" h="224789">
                  <a:moveTo>
                    <a:pt x="36972" y="2963"/>
                  </a:moveTo>
                  <a:lnTo>
                    <a:pt x="35506" y="2963"/>
                  </a:lnTo>
                  <a:lnTo>
                    <a:pt x="35506" y="223092"/>
                  </a:lnTo>
                  <a:lnTo>
                    <a:pt x="36972" y="223092"/>
                  </a:lnTo>
                  <a:lnTo>
                    <a:pt x="36972" y="2963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 descr=""/>
            <p:cNvSpPr/>
            <p:nvPr/>
          </p:nvSpPr>
          <p:spPr>
            <a:xfrm>
              <a:off x="12575238" y="5331760"/>
              <a:ext cx="35560" cy="236854"/>
            </a:xfrm>
            <a:custGeom>
              <a:avLst/>
              <a:gdLst/>
              <a:ahLst/>
              <a:cxnLst/>
              <a:rect l="l" t="t" r="r" b="b"/>
              <a:pathLst>
                <a:path w="35559" h="236854">
                  <a:moveTo>
                    <a:pt x="35517" y="0"/>
                  </a:moveTo>
                  <a:lnTo>
                    <a:pt x="18533" y="0"/>
                  </a:lnTo>
                  <a:lnTo>
                    <a:pt x="0" y="13894"/>
                  </a:lnTo>
                  <a:lnTo>
                    <a:pt x="0" y="236244"/>
                  </a:lnTo>
                  <a:lnTo>
                    <a:pt x="35517" y="236244"/>
                  </a:lnTo>
                  <a:lnTo>
                    <a:pt x="35517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 descr=""/>
            <p:cNvSpPr/>
            <p:nvPr/>
          </p:nvSpPr>
          <p:spPr>
            <a:xfrm>
              <a:off x="12574491" y="5331024"/>
              <a:ext cx="37465" cy="238125"/>
            </a:xfrm>
            <a:custGeom>
              <a:avLst/>
              <a:gdLst/>
              <a:ahLst/>
              <a:cxnLst/>
              <a:rect l="l" t="t" r="r" b="b"/>
              <a:pathLst>
                <a:path w="37465" h="238125">
                  <a:moveTo>
                    <a:pt x="37004" y="0"/>
                  </a:moveTo>
                  <a:lnTo>
                    <a:pt x="19025" y="0"/>
                  </a:lnTo>
                  <a:lnTo>
                    <a:pt x="0" y="14261"/>
                  </a:lnTo>
                  <a:lnTo>
                    <a:pt x="0" y="237710"/>
                  </a:lnTo>
                  <a:lnTo>
                    <a:pt x="37004" y="237710"/>
                  </a:lnTo>
                  <a:lnTo>
                    <a:pt x="37004" y="236244"/>
                  </a:lnTo>
                  <a:lnTo>
                    <a:pt x="1476" y="236244"/>
                  </a:lnTo>
                  <a:lnTo>
                    <a:pt x="1476" y="15004"/>
                  </a:lnTo>
                  <a:lnTo>
                    <a:pt x="19517" y="1465"/>
                  </a:lnTo>
                  <a:lnTo>
                    <a:pt x="37004" y="1465"/>
                  </a:lnTo>
                  <a:lnTo>
                    <a:pt x="37004" y="0"/>
                  </a:lnTo>
                  <a:close/>
                </a:path>
                <a:path w="37465" h="238125">
                  <a:moveTo>
                    <a:pt x="37004" y="1465"/>
                  </a:moveTo>
                  <a:lnTo>
                    <a:pt x="35527" y="1465"/>
                  </a:lnTo>
                  <a:lnTo>
                    <a:pt x="35527" y="236244"/>
                  </a:lnTo>
                  <a:lnTo>
                    <a:pt x="37004" y="236244"/>
                  </a:lnTo>
                  <a:lnTo>
                    <a:pt x="37004" y="1465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 descr=""/>
            <p:cNvSpPr/>
            <p:nvPr/>
          </p:nvSpPr>
          <p:spPr>
            <a:xfrm>
              <a:off x="12823881" y="5331764"/>
              <a:ext cx="35560" cy="236854"/>
            </a:xfrm>
            <a:custGeom>
              <a:avLst/>
              <a:gdLst/>
              <a:ahLst/>
              <a:cxnLst/>
              <a:rect l="l" t="t" r="r" b="b"/>
              <a:pathLst>
                <a:path w="35559" h="236854">
                  <a:moveTo>
                    <a:pt x="35517" y="0"/>
                  </a:moveTo>
                  <a:lnTo>
                    <a:pt x="0" y="0"/>
                  </a:lnTo>
                  <a:lnTo>
                    <a:pt x="0" y="236244"/>
                  </a:lnTo>
                  <a:lnTo>
                    <a:pt x="35517" y="236244"/>
                  </a:lnTo>
                  <a:lnTo>
                    <a:pt x="35517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 descr=""/>
            <p:cNvSpPr/>
            <p:nvPr/>
          </p:nvSpPr>
          <p:spPr>
            <a:xfrm>
              <a:off x="12823139" y="5330666"/>
              <a:ext cx="37465" cy="237490"/>
            </a:xfrm>
            <a:custGeom>
              <a:avLst/>
              <a:gdLst/>
              <a:ahLst/>
              <a:cxnLst/>
              <a:rect l="l" t="t" r="r" b="b"/>
              <a:pathLst>
                <a:path w="37465" h="237489">
                  <a:moveTo>
                    <a:pt x="36995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36220"/>
                  </a:lnTo>
                  <a:lnTo>
                    <a:pt x="0" y="237490"/>
                  </a:lnTo>
                  <a:lnTo>
                    <a:pt x="36995" y="237490"/>
                  </a:lnTo>
                  <a:lnTo>
                    <a:pt x="36995" y="236601"/>
                  </a:lnTo>
                  <a:lnTo>
                    <a:pt x="36995" y="236220"/>
                  </a:lnTo>
                  <a:lnTo>
                    <a:pt x="36995" y="1828"/>
                  </a:lnTo>
                  <a:lnTo>
                    <a:pt x="35534" y="1828"/>
                  </a:lnTo>
                  <a:lnTo>
                    <a:pt x="35534" y="236220"/>
                  </a:lnTo>
                  <a:lnTo>
                    <a:pt x="1485" y="236220"/>
                  </a:lnTo>
                  <a:lnTo>
                    <a:pt x="1485" y="1270"/>
                  </a:lnTo>
                  <a:lnTo>
                    <a:pt x="36995" y="1270"/>
                  </a:lnTo>
                  <a:lnTo>
                    <a:pt x="36995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 descr=""/>
            <p:cNvSpPr/>
            <p:nvPr/>
          </p:nvSpPr>
          <p:spPr>
            <a:xfrm>
              <a:off x="12859399" y="5331764"/>
              <a:ext cx="35560" cy="236854"/>
            </a:xfrm>
            <a:custGeom>
              <a:avLst/>
              <a:gdLst/>
              <a:ahLst/>
              <a:cxnLst/>
              <a:rect l="l" t="t" r="r" b="b"/>
              <a:pathLst>
                <a:path w="35559" h="236854">
                  <a:moveTo>
                    <a:pt x="35517" y="0"/>
                  </a:moveTo>
                  <a:lnTo>
                    <a:pt x="0" y="0"/>
                  </a:lnTo>
                  <a:lnTo>
                    <a:pt x="0" y="236244"/>
                  </a:lnTo>
                  <a:lnTo>
                    <a:pt x="35517" y="236244"/>
                  </a:lnTo>
                  <a:lnTo>
                    <a:pt x="35517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 descr=""/>
            <p:cNvSpPr/>
            <p:nvPr/>
          </p:nvSpPr>
          <p:spPr>
            <a:xfrm>
              <a:off x="12858674" y="5330666"/>
              <a:ext cx="37465" cy="237490"/>
            </a:xfrm>
            <a:custGeom>
              <a:avLst/>
              <a:gdLst/>
              <a:ahLst/>
              <a:cxnLst/>
              <a:rect l="l" t="t" r="r" b="b"/>
              <a:pathLst>
                <a:path w="37465" h="237489">
                  <a:moveTo>
                    <a:pt x="36982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36220"/>
                  </a:lnTo>
                  <a:lnTo>
                    <a:pt x="0" y="237490"/>
                  </a:lnTo>
                  <a:lnTo>
                    <a:pt x="36982" y="237490"/>
                  </a:lnTo>
                  <a:lnTo>
                    <a:pt x="36982" y="236601"/>
                  </a:lnTo>
                  <a:lnTo>
                    <a:pt x="36982" y="236220"/>
                  </a:lnTo>
                  <a:lnTo>
                    <a:pt x="36982" y="1828"/>
                  </a:lnTo>
                  <a:lnTo>
                    <a:pt x="35509" y="1828"/>
                  </a:lnTo>
                  <a:lnTo>
                    <a:pt x="35509" y="236220"/>
                  </a:lnTo>
                  <a:lnTo>
                    <a:pt x="1460" y="236220"/>
                  </a:lnTo>
                  <a:lnTo>
                    <a:pt x="1460" y="1270"/>
                  </a:lnTo>
                  <a:lnTo>
                    <a:pt x="36982" y="1270"/>
                  </a:lnTo>
                  <a:lnTo>
                    <a:pt x="36982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 descr=""/>
            <p:cNvSpPr/>
            <p:nvPr/>
          </p:nvSpPr>
          <p:spPr>
            <a:xfrm>
              <a:off x="12894926" y="5331764"/>
              <a:ext cx="35560" cy="236854"/>
            </a:xfrm>
            <a:custGeom>
              <a:avLst/>
              <a:gdLst/>
              <a:ahLst/>
              <a:cxnLst/>
              <a:rect l="l" t="t" r="r" b="b"/>
              <a:pathLst>
                <a:path w="35559" h="236854">
                  <a:moveTo>
                    <a:pt x="35517" y="0"/>
                  </a:moveTo>
                  <a:lnTo>
                    <a:pt x="0" y="0"/>
                  </a:lnTo>
                  <a:lnTo>
                    <a:pt x="0" y="236244"/>
                  </a:lnTo>
                  <a:lnTo>
                    <a:pt x="35517" y="236244"/>
                  </a:lnTo>
                  <a:lnTo>
                    <a:pt x="35517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 descr=""/>
            <p:cNvSpPr/>
            <p:nvPr/>
          </p:nvSpPr>
          <p:spPr>
            <a:xfrm>
              <a:off x="12894183" y="5330666"/>
              <a:ext cx="37465" cy="237490"/>
            </a:xfrm>
            <a:custGeom>
              <a:avLst/>
              <a:gdLst/>
              <a:ahLst/>
              <a:cxnLst/>
              <a:rect l="l" t="t" r="r" b="b"/>
              <a:pathLst>
                <a:path w="37465" h="237489">
                  <a:moveTo>
                    <a:pt x="36982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36220"/>
                  </a:lnTo>
                  <a:lnTo>
                    <a:pt x="0" y="237490"/>
                  </a:lnTo>
                  <a:lnTo>
                    <a:pt x="36982" y="237490"/>
                  </a:lnTo>
                  <a:lnTo>
                    <a:pt x="36982" y="236601"/>
                  </a:lnTo>
                  <a:lnTo>
                    <a:pt x="36982" y="236220"/>
                  </a:lnTo>
                  <a:lnTo>
                    <a:pt x="36982" y="1828"/>
                  </a:lnTo>
                  <a:lnTo>
                    <a:pt x="35521" y="1828"/>
                  </a:lnTo>
                  <a:lnTo>
                    <a:pt x="35521" y="236220"/>
                  </a:lnTo>
                  <a:lnTo>
                    <a:pt x="1473" y="236220"/>
                  </a:lnTo>
                  <a:lnTo>
                    <a:pt x="1473" y="1270"/>
                  </a:lnTo>
                  <a:lnTo>
                    <a:pt x="36982" y="1270"/>
                  </a:lnTo>
                  <a:lnTo>
                    <a:pt x="36982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 descr=""/>
            <p:cNvSpPr/>
            <p:nvPr/>
          </p:nvSpPr>
          <p:spPr>
            <a:xfrm>
              <a:off x="12930444" y="5331764"/>
              <a:ext cx="35560" cy="236854"/>
            </a:xfrm>
            <a:custGeom>
              <a:avLst/>
              <a:gdLst/>
              <a:ahLst/>
              <a:cxnLst/>
              <a:rect l="l" t="t" r="r" b="b"/>
              <a:pathLst>
                <a:path w="35559" h="236854">
                  <a:moveTo>
                    <a:pt x="35527" y="0"/>
                  </a:moveTo>
                  <a:lnTo>
                    <a:pt x="0" y="0"/>
                  </a:lnTo>
                  <a:lnTo>
                    <a:pt x="0" y="236244"/>
                  </a:lnTo>
                  <a:lnTo>
                    <a:pt x="35527" y="236244"/>
                  </a:lnTo>
                  <a:lnTo>
                    <a:pt x="35527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 descr=""/>
            <p:cNvSpPr/>
            <p:nvPr/>
          </p:nvSpPr>
          <p:spPr>
            <a:xfrm>
              <a:off x="12929705" y="5330666"/>
              <a:ext cx="37465" cy="237490"/>
            </a:xfrm>
            <a:custGeom>
              <a:avLst/>
              <a:gdLst/>
              <a:ahLst/>
              <a:cxnLst/>
              <a:rect l="l" t="t" r="r" b="b"/>
              <a:pathLst>
                <a:path w="37465" h="237489">
                  <a:moveTo>
                    <a:pt x="36995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36220"/>
                  </a:lnTo>
                  <a:lnTo>
                    <a:pt x="0" y="237490"/>
                  </a:lnTo>
                  <a:lnTo>
                    <a:pt x="36995" y="237490"/>
                  </a:lnTo>
                  <a:lnTo>
                    <a:pt x="36995" y="236601"/>
                  </a:lnTo>
                  <a:lnTo>
                    <a:pt x="36995" y="236220"/>
                  </a:lnTo>
                  <a:lnTo>
                    <a:pt x="36995" y="1828"/>
                  </a:lnTo>
                  <a:lnTo>
                    <a:pt x="35521" y="1828"/>
                  </a:lnTo>
                  <a:lnTo>
                    <a:pt x="35521" y="236220"/>
                  </a:lnTo>
                  <a:lnTo>
                    <a:pt x="1460" y="236220"/>
                  </a:lnTo>
                  <a:lnTo>
                    <a:pt x="1460" y="1270"/>
                  </a:lnTo>
                  <a:lnTo>
                    <a:pt x="36995" y="1270"/>
                  </a:lnTo>
                  <a:lnTo>
                    <a:pt x="36995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 descr=""/>
            <p:cNvSpPr/>
            <p:nvPr/>
          </p:nvSpPr>
          <p:spPr>
            <a:xfrm>
              <a:off x="12965971" y="5331764"/>
              <a:ext cx="35560" cy="236854"/>
            </a:xfrm>
            <a:custGeom>
              <a:avLst/>
              <a:gdLst/>
              <a:ahLst/>
              <a:cxnLst/>
              <a:rect l="l" t="t" r="r" b="b"/>
              <a:pathLst>
                <a:path w="35559" h="236854">
                  <a:moveTo>
                    <a:pt x="35517" y="0"/>
                  </a:moveTo>
                  <a:lnTo>
                    <a:pt x="0" y="0"/>
                  </a:lnTo>
                  <a:lnTo>
                    <a:pt x="0" y="236244"/>
                  </a:lnTo>
                  <a:lnTo>
                    <a:pt x="35517" y="236244"/>
                  </a:lnTo>
                  <a:lnTo>
                    <a:pt x="35517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 descr=""/>
            <p:cNvSpPr/>
            <p:nvPr/>
          </p:nvSpPr>
          <p:spPr>
            <a:xfrm>
              <a:off x="12965227" y="5330666"/>
              <a:ext cx="37465" cy="237490"/>
            </a:xfrm>
            <a:custGeom>
              <a:avLst/>
              <a:gdLst/>
              <a:ahLst/>
              <a:cxnLst/>
              <a:rect l="l" t="t" r="r" b="b"/>
              <a:pathLst>
                <a:path w="37465" h="237489">
                  <a:moveTo>
                    <a:pt x="36995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36220"/>
                  </a:lnTo>
                  <a:lnTo>
                    <a:pt x="0" y="237490"/>
                  </a:lnTo>
                  <a:lnTo>
                    <a:pt x="36995" y="237490"/>
                  </a:lnTo>
                  <a:lnTo>
                    <a:pt x="36995" y="236601"/>
                  </a:lnTo>
                  <a:lnTo>
                    <a:pt x="36995" y="236220"/>
                  </a:lnTo>
                  <a:lnTo>
                    <a:pt x="36995" y="1828"/>
                  </a:lnTo>
                  <a:lnTo>
                    <a:pt x="35521" y="1828"/>
                  </a:lnTo>
                  <a:lnTo>
                    <a:pt x="35521" y="236220"/>
                  </a:lnTo>
                  <a:lnTo>
                    <a:pt x="1473" y="236220"/>
                  </a:lnTo>
                  <a:lnTo>
                    <a:pt x="1473" y="1270"/>
                  </a:lnTo>
                  <a:lnTo>
                    <a:pt x="36995" y="1270"/>
                  </a:lnTo>
                  <a:lnTo>
                    <a:pt x="36995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 descr=""/>
            <p:cNvSpPr/>
            <p:nvPr/>
          </p:nvSpPr>
          <p:spPr>
            <a:xfrm>
              <a:off x="13001488" y="5331764"/>
              <a:ext cx="35560" cy="236854"/>
            </a:xfrm>
            <a:custGeom>
              <a:avLst/>
              <a:gdLst/>
              <a:ahLst/>
              <a:cxnLst/>
              <a:rect l="l" t="t" r="r" b="b"/>
              <a:pathLst>
                <a:path w="35559" h="236854">
                  <a:moveTo>
                    <a:pt x="35517" y="0"/>
                  </a:moveTo>
                  <a:lnTo>
                    <a:pt x="0" y="0"/>
                  </a:lnTo>
                  <a:lnTo>
                    <a:pt x="0" y="236244"/>
                  </a:lnTo>
                  <a:lnTo>
                    <a:pt x="35517" y="236244"/>
                  </a:lnTo>
                  <a:lnTo>
                    <a:pt x="35517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 descr=""/>
            <p:cNvSpPr/>
            <p:nvPr/>
          </p:nvSpPr>
          <p:spPr>
            <a:xfrm>
              <a:off x="13000749" y="5330666"/>
              <a:ext cx="37465" cy="237490"/>
            </a:xfrm>
            <a:custGeom>
              <a:avLst/>
              <a:gdLst/>
              <a:ahLst/>
              <a:cxnLst/>
              <a:rect l="l" t="t" r="r" b="b"/>
              <a:pathLst>
                <a:path w="37465" h="237489">
                  <a:moveTo>
                    <a:pt x="36982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36220"/>
                  </a:lnTo>
                  <a:lnTo>
                    <a:pt x="0" y="237490"/>
                  </a:lnTo>
                  <a:lnTo>
                    <a:pt x="36982" y="237490"/>
                  </a:lnTo>
                  <a:lnTo>
                    <a:pt x="36982" y="236601"/>
                  </a:lnTo>
                  <a:lnTo>
                    <a:pt x="36982" y="236220"/>
                  </a:lnTo>
                  <a:lnTo>
                    <a:pt x="36982" y="1828"/>
                  </a:lnTo>
                  <a:lnTo>
                    <a:pt x="35521" y="1828"/>
                  </a:lnTo>
                  <a:lnTo>
                    <a:pt x="35521" y="236220"/>
                  </a:lnTo>
                  <a:lnTo>
                    <a:pt x="1473" y="236220"/>
                  </a:lnTo>
                  <a:lnTo>
                    <a:pt x="1473" y="1270"/>
                  </a:lnTo>
                  <a:lnTo>
                    <a:pt x="36982" y="1270"/>
                  </a:lnTo>
                  <a:lnTo>
                    <a:pt x="36982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 descr=""/>
            <p:cNvSpPr/>
            <p:nvPr/>
          </p:nvSpPr>
          <p:spPr>
            <a:xfrm>
              <a:off x="13285648" y="5469921"/>
              <a:ext cx="57150" cy="64769"/>
            </a:xfrm>
            <a:custGeom>
              <a:avLst/>
              <a:gdLst/>
              <a:ahLst/>
              <a:cxnLst/>
              <a:rect l="l" t="t" r="r" b="b"/>
              <a:pathLst>
                <a:path w="57150" h="64770">
                  <a:moveTo>
                    <a:pt x="57137" y="21640"/>
                  </a:moveTo>
                  <a:lnTo>
                    <a:pt x="35521" y="13449"/>
                  </a:lnTo>
                  <a:lnTo>
                    <a:pt x="0" y="0"/>
                  </a:lnTo>
                  <a:lnTo>
                    <a:pt x="0" y="64503"/>
                  </a:lnTo>
                  <a:lnTo>
                    <a:pt x="35521" y="37858"/>
                  </a:lnTo>
                  <a:lnTo>
                    <a:pt x="57137" y="2164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 descr=""/>
            <p:cNvSpPr/>
            <p:nvPr/>
          </p:nvSpPr>
          <p:spPr>
            <a:xfrm>
              <a:off x="13284913" y="5468840"/>
              <a:ext cx="37465" cy="67310"/>
            </a:xfrm>
            <a:custGeom>
              <a:avLst/>
              <a:gdLst/>
              <a:ahLst/>
              <a:cxnLst/>
              <a:rect l="l" t="t" r="r" b="b"/>
              <a:pathLst>
                <a:path w="37465" h="67310">
                  <a:moveTo>
                    <a:pt x="0" y="0"/>
                  </a:moveTo>
                  <a:lnTo>
                    <a:pt x="0" y="67055"/>
                  </a:lnTo>
                  <a:lnTo>
                    <a:pt x="3936" y="64102"/>
                  </a:lnTo>
                  <a:lnTo>
                    <a:pt x="1476" y="64102"/>
                  </a:lnTo>
                  <a:lnTo>
                    <a:pt x="1476" y="2136"/>
                  </a:lnTo>
                  <a:lnTo>
                    <a:pt x="5641" y="2136"/>
                  </a:lnTo>
                  <a:lnTo>
                    <a:pt x="0" y="0"/>
                  </a:lnTo>
                  <a:close/>
                </a:path>
                <a:path w="37465" h="67310">
                  <a:moveTo>
                    <a:pt x="5641" y="2136"/>
                  </a:moveTo>
                  <a:lnTo>
                    <a:pt x="1476" y="2136"/>
                  </a:lnTo>
                  <a:lnTo>
                    <a:pt x="35527" y="15036"/>
                  </a:lnTo>
                  <a:lnTo>
                    <a:pt x="35527" y="38564"/>
                  </a:lnTo>
                  <a:lnTo>
                    <a:pt x="1476" y="64102"/>
                  </a:lnTo>
                  <a:lnTo>
                    <a:pt x="3936" y="64102"/>
                  </a:lnTo>
                  <a:lnTo>
                    <a:pt x="37004" y="39297"/>
                  </a:lnTo>
                  <a:lnTo>
                    <a:pt x="37004" y="14010"/>
                  </a:lnTo>
                  <a:lnTo>
                    <a:pt x="5641" y="2136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 descr=""/>
            <p:cNvSpPr/>
            <p:nvPr/>
          </p:nvSpPr>
          <p:spPr>
            <a:xfrm>
              <a:off x="13250134" y="5456457"/>
              <a:ext cx="35560" cy="104775"/>
            </a:xfrm>
            <a:custGeom>
              <a:avLst/>
              <a:gdLst/>
              <a:ahLst/>
              <a:cxnLst/>
              <a:rect l="l" t="t" r="r" b="b"/>
              <a:pathLst>
                <a:path w="35559" h="104775">
                  <a:moveTo>
                    <a:pt x="0" y="0"/>
                  </a:moveTo>
                  <a:lnTo>
                    <a:pt x="0" y="104593"/>
                  </a:lnTo>
                  <a:lnTo>
                    <a:pt x="35517" y="77955"/>
                  </a:lnTo>
                  <a:lnTo>
                    <a:pt x="35517" y="134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 descr=""/>
            <p:cNvSpPr/>
            <p:nvPr/>
          </p:nvSpPr>
          <p:spPr>
            <a:xfrm>
              <a:off x="13249400" y="5455394"/>
              <a:ext cx="37465" cy="107314"/>
            </a:xfrm>
            <a:custGeom>
              <a:avLst/>
              <a:gdLst/>
              <a:ahLst/>
              <a:cxnLst/>
              <a:rect l="l" t="t" r="r" b="b"/>
              <a:pathLst>
                <a:path w="37465" h="107314">
                  <a:moveTo>
                    <a:pt x="0" y="0"/>
                  </a:moveTo>
                  <a:lnTo>
                    <a:pt x="0" y="107138"/>
                  </a:lnTo>
                  <a:lnTo>
                    <a:pt x="3935" y="104185"/>
                  </a:lnTo>
                  <a:lnTo>
                    <a:pt x="1465" y="104185"/>
                  </a:lnTo>
                  <a:lnTo>
                    <a:pt x="1465" y="2136"/>
                  </a:lnTo>
                  <a:lnTo>
                    <a:pt x="5638" y="2136"/>
                  </a:lnTo>
                  <a:lnTo>
                    <a:pt x="0" y="0"/>
                  </a:lnTo>
                  <a:close/>
                </a:path>
                <a:path w="37465" h="107314">
                  <a:moveTo>
                    <a:pt x="5638" y="2136"/>
                  </a:moveTo>
                  <a:lnTo>
                    <a:pt x="1465" y="2136"/>
                  </a:lnTo>
                  <a:lnTo>
                    <a:pt x="35517" y="15025"/>
                  </a:lnTo>
                  <a:lnTo>
                    <a:pt x="35517" y="78657"/>
                  </a:lnTo>
                  <a:lnTo>
                    <a:pt x="1465" y="104185"/>
                  </a:lnTo>
                  <a:lnTo>
                    <a:pt x="3935" y="104185"/>
                  </a:lnTo>
                  <a:lnTo>
                    <a:pt x="36983" y="79390"/>
                  </a:lnTo>
                  <a:lnTo>
                    <a:pt x="36983" y="14010"/>
                  </a:lnTo>
                  <a:lnTo>
                    <a:pt x="5638" y="2136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 descr=""/>
            <p:cNvSpPr/>
            <p:nvPr/>
          </p:nvSpPr>
          <p:spPr>
            <a:xfrm>
              <a:off x="13214613" y="5443003"/>
              <a:ext cx="35560" cy="125095"/>
            </a:xfrm>
            <a:custGeom>
              <a:avLst/>
              <a:gdLst/>
              <a:ahLst/>
              <a:cxnLst/>
              <a:rect l="l" t="t" r="r" b="b"/>
              <a:pathLst>
                <a:path w="35559" h="125095">
                  <a:moveTo>
                    <a:pt x="0" y="0"/>
                  </a:moveTo>
                  <a:lnTo>
                    <a:pt x="0" y="125001"/>
                  </a:lnTo>
                  <a:lnTo>
                    <a:pt x="26250" y="125001"/>
                  </a:lnTo>
                  <a:lnTo>
                    <a:pt x="35517" y="118048"/>
                  </a:lnTo>
                  <a:lnTo>
                    <a:pt x="35517" y="134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 descr=""/>
            <p:cNvSpPr/>
            <p:nvPr/>
          </p:nvSpPr>
          <p:spPr>
            <a:xfrm>
              <a:off x="13213864" y="5441931"/>
              <a:ext cx="37465" cy="127000"/>
            </a:xfrm>
            <a:custGeom>
              <a:avLst/>
              <a:gdLst/>
              <a:ahLst/>
              <a:cxnLst/>
              <a:rect l="l" t="t" r="r" b="b"/>
              <a:pathLst>
                <a:path w="37465" h="127000">
                  <a:moveTo>
                    <a:pt x="0" y="0"/>
                  </a:moveTo>
                  <a:lnTo>
                    <a:pt x="0" y="126802"/>
                  </a:lnTo>
                  <a:lnTo>
                    <a:pt x="27255" y="126802"/>
                  </a:lnTo>
                  <a:lnTo>
                    <a:pt x="29210" y="125336"/>
                  </a:lnTo>
                  <a:lnTo>
                    <a:pt x="1476" y="125336"/>
                  </a:lnTo>
                  <a:lnTo>
                    <a:pt x="1476" y="2136"/>
                  </a:lnTo>
                  <a:lnTo>
                    <a:pt x="5637" y="2136"/>
                  </a:lnTo>
                  <a:lnTo>
                    <a:pt x="0" y="0"/>
                  </a:lnTo>
                  <a:close/>
                </a:path>
                <a:path w="37465" h="127000">
                  <a:moveTo>
                    <a:pt x="5637" y="2136"/>
                  </a:moveTo>
                  <a:lnTo>
                    <a:pt x="1476" y="2136"/>
                  </a:lnTo>
                  <a:lnTo>
                    <a:pt x="35527" y="15046"/>
                  </a:lnTo>
                  <a:lnTo>
                    <a:pt x="35527" y="118760"/>
                  </a:lnTo>
                  <a:lnTo>
                    <a:pt x="26763" y="125336"/>
                  </a:lnTo>
                  <a:lnTo>
                    <a:pt x="29210" y="125336"/>
                  </a:lnTo>
                  <a:lnTo>
                    <a:pt x="37004" y="119493"/>
                  </a:lnTo>
                  <a:lnTo>
                    <a:pt x="37004" y="14020"/>
                  </a:lnTo>
                  <a:lnTo>
                    <a:pt x="5637" y="2136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 descr=""/>
            <p:cNvSpPr/>
            <p:nvPr/>
          </p:nvSpPr>
          <p:spPr>
            <a:xfrm>
              <a:off x="13179083" y="5425539"/>
              <a:ext cx="35560" cy="142875"/>
            </a:xfrm>
            <a:custGeom>
              <a:avLst/>
              <a:gdLst/>
              <a:ahLst/>
              <a:cxnLst/>
              <a:rect l="l" t="t" r="r" b="b"/>
              <a:pathLst>
                <a:path w="35559" h="142875">
                  <a:moveTo>
                    <a:pt x="0" y="0"/>
                  </a:moveTo>
                  <a:lnTo>
                    <a:pt x="0" y="142466"/>
                  </a:lnTo>
                  <a:lnTo>
                    <a:pt x="35527" y="142466"/>
                  </a:lnTo>
                  <a:lnTo>
                    <a:pt x="35527" y="17465"/>
                  </a:lnTo>
                  <a:lnTo>
                    <a:pt x="10816" y="81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 descr=""/>
            <p:cNvSpPr/>
            <p:nvPr/>
          </p:nvSpPr>
          <p:spPr>
            <a:xfrm>
              <a:off x="13178341" y="5424058"/>
              <a:ext cx="37465" cy="144780"/>
            </a:xfrm>
            <a:custGeom>
              <a:avLst/>
              <a:gdLst/>
              <a:ahLst/>
              <a:cxnLst/>
              <a:rect l="l" t="t" r="r" b="b"/>
              <a:pathLst>
                <a:path w="37465" h="144779">
                  <a:moveTo>
                    <a:pt x="0" y="0"/>
                  </a:moveTo>
                  <a:lnTo>
                    <a:pt x="0" y="144676"/>
                  </a:lnTo>
                  <a:lnTo>
                    <a:pt x="37004" y="144676"/>
                  </a:lnTo>
                  <a:lnTo>
                    <a:pt x="37004" y="143210"/>
                  </a:lnTo>
                  <a:lnTo>
                    <a:pt x="1476" y="143210"/>
                  </a:lnTo>
                  <a:lnTo>
                    <a:pt x="1476" y="2952"/>
                  </a:lnTo>
                  <a:lnTo>
                    <a:pt x="3939" y="2952"/>
                  </a:lnTo>
                  <a:lnTo>
                    <a:pt x="0" y="0"/>
                  </a:lnTo>
                  <a:close/>
                </a:path>
                <a:path w="37465" h="144779">
                  <a:moveTo>
                    <a:pt x="3939" y="2952"/>
                  </a:moveTo>
                  <a:lnTo>
                    <a:pt x="1476" y="2952"/>
                  </a:lnTo>
                  <a:lnTo>
                    <a:pt x="11109" y="10177"/>
                  </a:lnTo>
                  <a:lnTo>
                    <a:pt x="35527" y="19454"/>
                  </a:lnTo>
                  <a:lnTo>
                    <a:pt x="35527" y="143210"/>
                  </a:lnTo>
                  <a:lnTo>
                    <a:pt x="37004" y="143210"/>
                  </a:lnTo>
                  <a:lnTo>
                    <a:pt x="37004" y="18439"/>
                  </a:lnTo>
                  <a:lnTo>
                    <a:pt x="11915" y="8931"/>
                  </a:lnTo>
                  <a:lnTo>
                    <a:pt x="3939" y="2952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 descr=""/>
            <p:cNvSpPr/>
            <p:nvPr/>
          </p:nvSpPr>
          <p:spPr>
            <a:xfrm>
              <a:off x="13143570" y="5398912"/>
              <a:ext cx="35560" cy="169545"/>
            </a:xfrm>
            <a:custGeom>
              <a:avLst/>
              <a:gdLst/>
              <a:ahLst/>
              <a:cxnLst/>
              <a:rect l="l" t="t" r="r" b="b"/>
              <a:pathLst>
                <a:path w="35559" h="169545">
                  <a:moveTo>
                    <a:pt x="0" y="0"/>
                  </a:moveTo>
                  <a:lnTo>
                    <a:pt x="0" y="169094"/>
                  </a:lnTo>
                  <a:lnTo>
                    <a:pt x="35517" y="169094"/>
                  </a:lnTo>
                  <a:lnTo>
                    <a:pt x="35517" y="266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 descr=""/>
            <p:cNvSpPr/>
            <p:nvPr/>
          </p:nvSpPr>
          <p:spPr>
            <a:xfrm>
              <a:off x="13142841" y="5397430"/>
              <a:ext cx="37465" cy="171450"/>
            </a:xfrm>
            <a:custGeom>
              <a:avLst/>
              <a:gdLst/>
              <a:ahLst/>
              <a:cxnLst/>
              <a:rect l="l" t="t" r="r" b="b"/>
              <a:pathLst>
                <a:path w="37465" h="171450">
                  <a:moveTo>
                    <a:pt x="0" y="0"/>
                  </a:moveTo>
                  <a:lnTo>
                    <a:pt x="0" y="171303"/>
                  </a:lnTo>
                  <a:lnTo>
                    <a:pt x="36972" y="171303"/>
                  </a:lnTo>
                  <a:lnTo>
                    <a:pt x="36972" y="169837"/>
                  </a:lnTo>
                  <a:lnTo>
                    <a:pt x="1465" y="169837"/>
                  </a:lnTo>
                  <a:lnTo>
                    <a:pt x="1465" y="2963"/>
                  </a:lnTo>
                  <a:lnTo>
                    <a:pt x="3949" y="2963"/>
                  </a:lnTo>
                  <a:lnTo>
                    <a:pt x="0" y="0"/>
                  </a:lnTo>
                  <a:close/>
                </a:path>
                <a:path w="37465" h="171450">
                  <a:moveTo>
                    <a:pt x="3949" y="2963"/>
                  </a:moveTo>
                  <a:lnTo>
                    <a:pt x="1465" y="2963"/>
                  </a:lnTo>
                  <a:lnTo>
                    <a:pt x="35506" y="28470"/>
                  </a:lnTo>
                  <a:lnTo>
                    <a:pt x="35506" y="169837"/>
                  </a:lnTo>
                  <a:lnTo>
                    <a:pt x="36972" y="169837"/>
                  </a:lnTo>
                  <a:lnTo>
                    <a:pt x="36972" y="27737"/>
                  </a:lnTo>
                  <a:lnTo>
                    <a:pt x="3949" y="2963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 descr=""/>
            <p:cNvSpPr/>
            <p:nvPr/>
          </p:nvSpPr>
          <p:spPr>
            <a:xfrm>
              <a:off x="13108050" y="5372284"/>
              <a:ext cx="35560" cy="196215"/>
            </a:xfrm>
            <a:custGeom>
              <a:avLst/>
              <a:gdLst/>
              <a:ahLst/>
              <a:cxnLst/>
              <a:rect l="l" t="t" r="r" b="b"/>
              <a:pathLst>
                <a:path w="35559" h="196214">
                  <a:moveTo>
                    <a:pt x="0" y="0"/>
                  </a:moveTo>
                  <a:lnTo>
                    <a:pt x="0" y="195721"/>
                  </a:lnTo>
                  <a:lnTo>
                    <a:pt x="35517" y="195721"/>
                  </a:lnTo>
                  <a:lnTo>
                    <a:pt x="35517" y="266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 descr=""/>
            <p:cNvSpPr/>
            <p:nvPr/>
          </p:nvSpPr>
          <p:spPr>
            <a:xfrm>
              <a:off x="13107318" y="5370802"/>
              <a:ext cx="37465" cy="198120"/>
            </a:xfrm>
            <a:custGeom>
              <a:avLst/>
              <a:gdLst/>
              <a:ahLst/>
              <a:cxnLst/>
              <a:rect l="l" t="t" r="r" b="b"/>
              <a:pathLst>
                <a:path w="37465" h="198120">
                  <a:moveTo>
                    <a:pt x="0" y="0"/>
                  </a:moveTo>
                  <a:lnTo>
                    <a:pt x="0" y="197931"/>
                  </a:lnTo>
                  <a:lnTo>
                    <a:pt x="36993" y="197931"/>
                  </a:lnTo>
                  <a:lnTo>
                    <a:pt x="36993" y="196465"/>
                  </a:lnTo>
                  <a:lnTo>
                    <a:pt x="1465" y="196465"/>
                  </a:lnTo>
                  <a:lnTo>
                    <a:pt x="1465" y="2952"/>
                  </a:lnTo>
                  <a:lnTo>
                    <a:pt x="3938" y="2952"/>
                  </a:lnTo>
                  <a:lnTo>
                    <a:pt x="0" y="0"/>
                  </a:lnTo>
                  <a:close/>
                </a:path>
                <a:path w="37465" h="198120">
                  <a:moveTo>
                    <a:pt x="3938" y="2952"/>
                  </a:moveTo>
                  <a:lnTo>
                    <a:pt x="1465" y="2952"/>
                  </a:lnTo>
                  <a:lnTo>
                    <a:pt x="35517" y="28480"/>
                  </a:lnTo>
                  <a:lnTo>
                    <a:pt x="35517" y="196465"/>
                  </a:lnTo>
                  <a:lnTo>
                    <a:pt x="36993" y="196465"/>
                  </a:lnTo>
                  <a:lnTo>
                    <a:pt x="36993" y="27737"/>
                  </a:lnTo>
                  <a:lnTo>
                    <a:pt x="3938" y="2952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 descr=""/>
            <p:cNvSpPr/>
            <p:nvPr/>
          </p:nvSpPr>
          <p:spPr>
            <a:xfrm>
              <a:off x="13072529" y="5345656"/>
              <a:ext cx="35560" cy="222885"/>
            </a:xfrm>
            <a:custGeom>
              <a:avLst/>
              <a:gdLst/>
              <a:ahLst/>
              <a:cxnLst/>
              <a:rect l="l" t="t" r="r" b="b"/>
              <a:pathLst>
                <a:path w="35559" h="222885">
                  <a:moveTo>
                    <a:pt x="0" y="0"/>
                  </a:moveTo>
                  <a:lnTo>
                    <a:pt x="0" y="222349"/>
                  </a:lnTo>
                  <a:lnTo>
                    <a:pt x="35517" y="222349"/>
                  </a:lnTo>
                  <a:lnTo>
                    <a:pt x="35517" y="266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 descr=""/>
            <p:cNvSpPr/>
            <p:nvPr/>
          </p:nvSpPr>
          <p:spPr>
            <a:xfrm>
              <a:off x="13071793" y="5344175"/>
              <a:ext cx="37465" cy="224790"/>
            </a:xfrm>
            <a:custGeom>
              <a:avLst/>
              <a:gdLst/>
              <a:ahLst/>
              <a:cxnLst/>
              <a:rect l="l" t="t" r="r" b="b"/>
              <a:pathLst>
                <a:path w="37465" h="224789">
                  <a:moveTo>
                    <a:pt x="0" y="0"/>
                  </a:moveTo>
                  <a:lnTo>
                    <a:pt x="0" y="224558"/>
                  </a:lnTo>
                  <a:lnTo>
                    <a:pt x="36993" y="224558"/>
                  </a:lnTo>
                  <a:lnTo>
                    <a:pt x="36993" y="223092"/>
                  </a:lnTo>
                  <a:lnTo>
                    <a:pt x="1465" y="223092"/>
                  </a:lnTo>
                  <a:lnTo>
                    <a:pt x="1465" y="2963"/>
                  </a:lnTo>
                  <a:lnTo>
                    <a:pt x="3952" y="2963"/>
                  </a:lnTo>
                  <a:lnTo>
                    <a:pt x="0" y="0"/>
                  </a:lnTo>
                  <a:close/>
                </a:path>
                <a:path w="37465" h="224789">
                  <a:moveTo>
                    <a:pt x="3952" y="2963"/>
                  </a:moveTo>
                  <a:lnTo>
                    <a:pt x="1465" y="2963"/>
                  </a:lnTo>
                  <a:lnTo>
                    <a:pt x="35517" y="28470"/>
                  </a:lnTo>
                  <a:lnTo>
                    <a:pt x="35517" y="223092"/>
                  </a:lnTo>
                  <a:lnTo>
                    <a:pt x="36993" y="223092"/>
                  </a:lnTo>
                  <a:lnTo>
                    <a:pt x="36993" y="27737"/>
                  </a:lnTo>
                  <a:lnTo>
                    <a:pt x="3952" y="2963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 descr=""/>
            <p:cNvSpPr/>
            <p:nvPr/>
          </p:nvSpPr>
          <p:spPr>
            <a:xfrm>
              <a:off x="13037008" y="5331760"/>
              <a:ext cx="35560" cy="236854"/>
            </a:xfrm>
            <a:custGeom>
              <a:avLst/>
              <a:gdLst/>
              <a:ahLst/>
              <a:cxnLst/>
              <a:rect l="l" t="t" r="r" b="b"/>
              <a:pathLst>
                <a:path w="35559" h="236854">
                  <a:moveTo>
                    <a:pt x="16983" y="0"/>
                  </a:moveTo>
                  <a:lnTo>
                    <a:pt x="0" y="0"/>
                  </a:lnTo>
                  <a:lnTo>
                    <a:pt x="0" y="236244"/>
                  </a:lnTo>
                  <a:lnTo>
                    <a:pt x="35517" y="236244"/>
                  </a:lnTo>
                  <a:lnTo>
                    <a:pt x="35517" y="13894"/>
                  </a:lnTo>
                  <a:lnTo>
                    <a:pt x="16983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 descr=""/>
            <p:cNvSpPr/>
            <p:nvPr/>
          </p:nvSpPr>
          <p:spPr>
            <a:xfrm>
              <a:off x="13036270" y="5331024"/>
              <a:ext cx="37465" cy="238125"/>
            </a:xfrm>
            <a:custGeom>
              <a:avLst/>
              <a:gdLst/>
              <a:ahLst/>
              <a:cxnLst/>
              <a:rect l="l" t="t" r="r" b="b"/>
              <a:pathLst>
                <a:path w="37465" h="238125">
                  <a:moveTo>
                    <a:pt x="17968" y="0"/>
                  </a:moveTo>
                  <a:lnTo>
                    <a:pt x="0" y="0"/>
                  </a:lnTo>
                  <a:lnTo>
                    <a:pt x="0" y="237710"/>
                  </a:lnTo>
                  <a:lnTo>
                    <a:pt x="36993" y="237710"/>
                  </a:lnTo>
                  <a:lnTo>
                    <a:pt x="36993" y="236244"/>
                  </a:lnTo>
                  <a:lnTo>
                    <a:pt x="1465" y="236244"/>
                  </a:lnTo>
                  <a:lnTo>
                    <a:pt x="1465" y="1465"/>
                  </a:lnTo>
                  <a:lnTo>
                    <a:pt x="19923" y="1465"/>
                  </a:lnTo>
                  <a:lnTo>
                    <a:pt x="17968" y="0"/>
                  </a:lnTo>
                  <a:close/>
                </a:path>
                <a:path w="37465" h="238125">
                  <a:moveTo>
                    <a:pt x="19923" y="1465"/>
                  </a:moveTo>
                  <a:lnTo>
                    <a:pt x="17475" y="1465"/>
                  </a:lnTo>
                  <a:lnTo>
                    <a:pt x="35517" y="15004"/>
                  </a:lnTo>
                  <a:lnTo>
                    <a:pt x="35517" y="236244"/>
                  </a:lnTo>
                  <a:lnTo>
                    <a:pt x="36993" y="236244"/>
                  </a:lnTo>
                  <a:lnTo>
                    <a:pt x="36993" y="14261"/>
                  </a:lnTo>
                  <a:lnTo>
                    <a:pt x="19923" y="1465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 descr=""/>
            <p:cNvSpPr/>
            <p:nvPr/>
          </p:nvSpPr>
          <p:spPr>
            <a:xfrm>
              <a:off x="12575242" y="5268400"/>
              <a:ext cx="497840" cy="63500"/>
            </a:xfrm>
            <a:custGeom>
              <a:avLst/>
              <a:gdLst/>
              <a:ahLst/>
              <a:cxnLst/>
              <a:rect l="l" t="t" r="r" b="b"/>
              <a:pathLst>
                <a:path w="497840" h="63500">
                  <a:moveTo>
                    <a:pt x="497283" y="0"/>
                  </a:moveTo>
                  <a:lnTo>
                    <a:pt x="0" y="0"/>
                  </a:lnTo>
                  <a:lnTo>
                    <a:pt x="18533" y="63359"/>
                  </a:lnTo>
                  <a:lnTo>
                    <a:pt x="478749" y="63359"/>
                  </a:lnTo>
                  <a:lnTo>
                    <a:pt x="497283" y="0"/>
                  </a:lnTo>
                  <a:close/>
                </a:path>
              </a:pathLst>
            </a:custGeom>
            <a:solidFill>
              <a:srgbClr val="9FD2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 descr=""/>
            <p:cNvSpPr/>
            <p:nvPr/>
          </p:nvSpPr>
          <p:spPr>
            <a:xfrm>
              <a:off x="12293384" y="5268397"/>
              <a:ext cx="1061085" cy="223520"/>
            </a:xfrm>
            <a:custGeom>
              <a:avLst/>
              <a:gdLst/>
              <a:ahLst/>
              <a:cxnLst/>
              <a:rect l="l" t="t" r="r" b="b"/>
              <a:pathLst>
                <a:path w="1061084" h="223520">
                  <a:moveTo>
                    <a:pt x="300380" y="63360"/>
                  </a:moveTo>
                  <a:lnTo>
                    <a:pt x="281851" y="0"/>
                  </a:lnTo>
                  <a:lnTo>
                    <a:pt x="241388" y="99910"/>
                  </a:lnTo>
                  <a:lnTo>
                    <a:pt x="198551" y="153568"/>
                  </a:lnTo>
                  <a:lnTo>
                    <a:pt x="126898" y="179285"/>
                  </a:lnTo>
                  <a:lnTo>
                    <a:pt x="0" y="195376"/>
                  </a:lnTo>
                  <a:lnTo>
                    <a:pt x="11582" y="223164"/>
                  </a:lnTo>
                  <a:lnTo>
                    <a:pt x="139014" y="206375"/>
                  </a:lnTo>
                  <a:lnTo>
                    <a:pt x="211582" y="184137"/>
                  </a:lnTo>
                  <a:lnTo>
                    <a:pt x="256336" y="141465"/>
                  </a:lnTo>
                  <a:lnTo>
                    <a:pt x="300380" y="63360"/>
                  </a:lnTo>
                  <a:close/>
                </a:path>
                <a:path w="1061084" h="223520">
                  <a:moveTo>
                    <a:pt x="1060932" y="195376"/>
                  </a:moveTo>
                  <a:lnTo>
                    <a:pt x="934046" y="179285"/>
                  </a:lnTo>
                  <a:lnTo>
                    <a:pt x="862393" y="153568"/>
                  </a:lnTo>
                  <a:lnTo>
                    <a:pt x="819543" y="99910"/>
                  </a:lnTo>
                  <a:lnTo>
                    <a:pt x="779094" y="0"/>
                  </a:lnTo>
                  <a:lnTo>
                    <a:pt x="760552" y="63360"/>
                  </a:lnTo>
                  <a:lnTo>
                    <a:pt x="804595" y="141465"/>
                  </a:lnTo>
                  <a:lnTo>
                    <a:pt x="849350" y="184137"/>
                  </a:lnTo>
                  <a:lnTo>
                    <a:pt x="921918" y="206375"/>
                  </a:lnTo>
                  <a:lnTo>
                    <a:pt x="1049350" y="223164"/>
                  </a:lnTo>
                  <a:lnTo>
                    <a:pt x="1060932" y="195376"/>
                  </a:lnTo>
                  <a:close/>
                </a:path>
              </a:pathLst>
            </a:custGeom>
            <a:solidFill>
              <a:srgbClr val="7AC3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 descr=""/>
            <p:cNvSpPr/>
            <p:nvPr/>
          </p:nvSpPr>
          <p:spPr>
            <a:xfrm>
              <a:off x="12399548" y="5568002"/>
              <a:ext cx="848360" cy="16510"/>
            </a:xfrm>
            <a:custGeom>
              <a:avLst/>
              <a:gdLst/>
              <a:ahLst/>
              <a:cxnLst/>
              <a:rect l="l" t="t" r="r" b="b"/>
              <a:pathLst>
                <a:path w="848359" h="16510">
                  <a:moveTo>
                    <a:pt x="841314" y="0"/>
                  </a:moveTo>
                  <a:lnTo>
                    <a:pt x="7350" y="0"/>
                  </a:lnTo>
                  <a:lnTo>
                    <a:pt x="0" y="16219"/>
                  </a:lnTo>
                  <a:lnTo>
                    <a:pt x="848246" y="16219"/>
                  </a:lnTo>
                  <a:lnTo>
                    <a:pt x="841314" y="0"/>
                  </a:lnTo>
                  <a:close/>
                </a:path>
              </a:pathLst>
            </a:custGeom>
            <a:solidFill>
              <a:srgbClr val="A9CF6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 descr=""/>
            <p:cNvSpPr/>
            <p:nvPr/>
          </p:nvSpPr>
          <p:spPr>
            <a:xfrm>
              <a:off x="12293384" y="5268397"/>
              <a:ext cx="760095" cy="201930"/>
            </a:xfrm>
            <a:custGeom>
              <a:avLst/>
              <a:gdLst/>
              <a:ahLst/>
              <a:cxnLst/>
              <a:rect l="l" t="t" r="r" b="b"/>
              <a:pathLst>
                <a:path w="760094" h="201929">
                  <a:moveTo>
                    <a:pt x="61468" y="187579"/>
                  </a:moveTo>
                  <a:lnTo>
                    <a:pt x="0" y="195364"/>
                  </a:lnTo>
                  <a:lnTo>
                    <a:pt x="2565" y="201523"/>
                  </a:lnTo>
                  <a:lnTo>
                    <a:pt x="61468" y="187579"/>
                  </a:lnTo>
                  <a:close/>
                </a:path>
                <a:path w="760094" h="201929">
                  <a:moveTo>
                    <a:pt x="222669" y="123355"/>
                  </a:moveTo>
                  <a:lnTo>
                    <a:pt x="219316" y="125780"/>
                  </a:lnTo>
                  <a:lnTo>
                    <a:pt x="125425" y="172427"/>
                  </a:lnTo>
                  <a:lnTo>
                    <a:pt x="61468" y="187579"/>
                  </a:lnTo>
                  <a:lnTo>
                    <a:pt x="126885" y="179285"/>
                  </a:lnTo>
                  <a:lnTo>
                    <a:pt x="198539" y="153568"/>
                  </a:lnTo>
                  <a:lnTo>
                    <a:pt x="222669" y="123355"/>
                  </a:lnTo>
                  <a:close/>
                </a:path>
                <a:path w="760094" h="201929">
                  <a:moveTo>
                    <a:pt x="300380" y="63373"/>
                  </a:moveTo>
                  <a:lnTo>
                    <a:pt x="281838" y="0"/>
                  </a:lnTo>
                  <a:lnTo>
                    <a:pt x="241388" y="99923"/>
                  </a:lnTo>
                  <a:lnTo>
                    <a:pt x="222669" y="123355"/>
                  </a:lnTo>
                  <a:lnTo>
                    <a:pt x="279285" y="82461"/>
                  </a:lnTo>
                  <a:lnTo>
                    <a:pt x="300380" y="63373"/>
                  </a:lnTo>
                  <a:close/>
                </a:path>
                <a:path w="760094" h="201929">
                  <a:moveTo>
                    <a:pt x="759701" y="0"/>
                  </a:moveTo>
                  <a:lnTo>
                    <a:pt x="281851" y="0"/>
                  </a:lnTo>
                  <a:lnTo>
                    <a:pt x="300380" y="63360"/>
                  </a:lnTo>
                  <a:lnTo>
                    <a:pt x="310794" y="63360"/>
                  </a:lnTo>
                  <a:lnTo>
                    <a:pt x="359702" y="51346"/>
                  </a:lnTo>
                  <a:lnTo>
                    <a:pt x="409854" y="40792"/>
                  </a:lnTo>
                  <a:lnTo>
                    <a:pt x="460819" y="31610"/>
                  </a:lnTo>
                  <a:lnTo>
                    <a:pt x="512165" y="23698"/>
                  </a:lnTo>
                  <a:lnTo>
                    <a:pt x="563460" y="16954"/>
                  </a:lnTo>
                  <a:lnTo>
                    <a:pt x="614299" y="11315"/>
                  </a:lnTo>
                  <a:lnTo>
                    <a:pt x="664235" y="6667"/>
                  </a:lnTo>
                  <a:lnTo>
                    <a:pt x="712851" y="2933"/>
                  </a:lnTo>
                  <a:lnTo>
                    <a:pt x="759701" y="0"/>
                  </a:lnTo>
                  <a:close/>
                </a:path>
              </a:pathLst>
            </a:custGeom>
            <a:solidFill>
              <a:srgbClr val="B5DD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 descr=""/>
            <p:cNvSpPr/>
            <p:nvPr/>
          </p:nvSpPr>
          <p:spPr>
            <a:xfrm>
              <a:off x="12698248" y="5268397"/>
              <a:ext cx="656590" cy="299720"/>
            </a:xfrm>
            <a:custGeom>
              <a:avLst/>
              <a:gdLst/>
              <a:ahLst/>
              <a:cxnLst/>
              <a:rect l="l" t="t" r="r" b="b"/>
              <a:pathLst>
                <a:path w="656590" h="299720">
                  <a:moveTo>
                    <a:pt x="656069" y="195376"/>
                  </a:moveTo>
                  <a:lnTo>
                    <a:pt x="520166" y="155067"/>
                  </a:lnTo>
                  <a:lnTo>
                    <a:pt x="433489" y="89001"/>
                  </a:lnTo>
                  <a:lnTo>
                    <a:pt x="387642" y="27266"/>
                  </a:lnTo>
                  <a:lnTo>
                    <a:pt x="374230" y="0"/>
                  </a:lnTo>
                  <a:lnTo>
                    <a:pt x="365290" y="30543"/>
                  </a:lnTo>
                  <a:lnTo>
                    <a:pt x="404215" y="91338"/>
                  </a:lnTo>
                  <a:lnTo>
                    <a:pt x="437007" y="128270"/>
                  </a:lnTo>
                  <a:lnTo>
                    <a:pt x="479615" y="164414"/>
                  </a:lnTo>
                  <a:lnTo>
                    <a:pt x="532777" y="195897"/>
                  </a:lnTo>
                  <a:lnTo>
                    <a:pt x="575830" y="209143"/>
                  </a:lnTo>
                  <a:lnTo>
                    <a:pt x="635558" y="221894"/>
                  </a:lnTo>
                  <a:lnTo>
                    <a:pt x="643851" y="223075"/>
                  </a:lnTo>
                  <a:lnTo>
                    <a:pt x="517055" y="206387"/>
                  </a:lnTo>
                  <a:lnTo>
                    <a:pt x="444500" y="184150"/>
                  </a:lnTo>
                  <a:lnTo>
                    <a:pt x="399732" y="141465"/>
                  </a:lnTo>
                  <a:lnTo>
                    <a:pt x="355688" y="63373"/>
                  </a:lnTo>
                  <a:lnTo>
                    <a:pt x="254838" y="63373"/>
                  </a:lnTo>
                  <a:lnTo>
                    <a:pt x="253009" y="116751"/>
                  </a:lnTo>
                  <a:lnTo>
                    <a:pt x="243814" y="161556"/>
                  </a:lnTo>
                  <a:lnTo>
                    <a:pt x="227545" y="198577"/>
                  </a:lnTo>
                  <a:lnTo>
                    <a:pt x="175158" y="252260"/>
                  </a:lnTo>
                  <a:lnTo>
                    <a:pt x="139687" y="270459"/>
                  </a:lnTo>
                  <a:lnTo>
                    <a:pt x="98450" y="283908"/>
                  </a:lnTo>
                  <a:lnTo>
                    <a:pt x="51777" y="293370"/>
                  </a:lnTo>
                  <a:lnTo>
                    <a:pt x="0" y="299618"/>
                  </a:lnTo>
                  <a:lnTo>
                    <a:pt x="542607" y="299618"/>
                  </a:lnTo>
                  <a:lnTo>
                    <a:pt x="644537" y="223164"/>
                  </a:lnTo>
                  <a:lnTo>
                    <a:pt x="656069" y="195376"/>
                  </a:lnTo>
                  <a:close/>
                </a:path>
              </a:pathLst>
            </a:custGeom>
            <a:solidFill>
              <a:srgbClr val="ACC4C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 descr=""/>
            <p:cNvSpPr/>
            <p:nvPr/>
          </p:nvSpPr>
          <p:spPr>
            <a:xfrm>
              <a:off x="12533122" y="5166086"/>
              <a:ext cx="581660" cy="102235"/>
            </a:xfrm>
            <a:custGeom>
              <a:avLst/>
              <a:gdLst/>
              <a:ahLst/>
              <a:cxnLst/>
              <a:rect l="l" t="t" r="r" b="b"/>
              <a:pathLst>
                <a:path w="581659" h="102235">
                  <a:moveTo>
                    <a:pt x="97802" y="101993"/>
                  </a:moveTo>
                  <a:lnTo>
                    <a:pt x="77698" y="68122"/>
                  </a:lnTo>
                  <a:lnTo>
                    <a:pt x="56146" y="54152"/>
                  </a:lnTo>
                  <a:lnTo>
                    <a:pt x="48844" y="50114"/>
                  </a:lnTo>
                  <a:lnTo>
                    <a:pt x="40449" y="43307"/>
                  </a:lnTo>
                  <a:lnTo>
                    <a:pt x="33528" y="33464"/>
                  </a:lnTo>
                  <a:lnTo>
                    <a:pt x="30645" y="20345"/>
                  </a:lnTo>
                  <a:lnTo>
                    <a:pt x="29311" y="3759"/>
                  </a:lnTo>
                  <a:lnTo>
                    <a:pt x="37604" y="0"/>
                  </a:lnTo>
                  <a:lnTo>
                    <a:pt x="14465" y="1993"/>
                  </a:lnTo>
                  <a:lnTo>
                    <a:pt x="3048" y="7899"/>
                  </a:lnTo>
                  <a:lnTo>
                    <a:pt x="0" y="22440"/>
                  </a:lnTo>
                  <a:lnTo>
                    <a:pt x="2006" y="50330"/>
                  </a:lnTo>
                  <a:lnTo>
                    <a:pt x="10909" y="78727"/>
                  </a:lnTo>
                  <a:lnTo>
                    <a:pt x="26060" y="94234"/>
                  </a:lnTo>
                  <a:lnTo>
                    <a:pt x="40360" y="100698"/>
                  </a:lnTo>
                  <a:lnTo>
                    <a:pt x="46710" y="101993"/>
                  </a:lnTo>
                  <a:lnTo>
                    <a:pt x="97802" y="101993"/>
                  </a:lnTo>
                  <a:close/>
                </a:path>
                <a:path w="581659" h="102235">
                  <a:moveTo>
                    <a:pt x="581507" y="22440"/>
                  </a:moveTo>
                  <a:lnTo>
                    <a:pt x="578472" y="7899"/>
                  </a:lnTo>
                  <a:lnTo>
                    <a:pt x="567042" y="1993"/>
                  </a:lnTo>
                  <a:lnTo>
                    <a:pt x="543902" y="0"/>
                  </a:lnTo>
                  <a:lnTo>
                    <a:pt x="552208" y="3759"/>
                  </a:lnTo>
                  <a:lnTo>
                    <a:pt x="550862" y="20345"/>
                  </a:lnTo>
                  <a:lnTo>
                    <a:pt x="525360" y="54152"/>
                  </a:lnTo>
                  <a:lnTo>
                    <a:pt x="522528" y="55473"/>
                  </a:lnTo>
                  <a:lnTo>
                    <a:pt x="519760" y="56908"/>
                  </a:lnTo>
                  <a:lnTo>
                    <a:pt x="489902" y="86017"/>
                  </a:lnTo>
                  <a:lnTo>
                    <a:pt x="483704" y="101993"/>
                  </a:lnTo>
                  <a:lnTo>
                    <a:pt x="534797" y="101993"/>
                  </a:lnTo>
                  <a:lnTo>
                    <a:pt x="541147" y="100698"/>
                  </a:lnTo>
                  <a:lnTo>
                    <a:pt x="555447" y="94234"/>
                  </a:lnTo>
                  <a:lnTo>
                    <a:pt x="570598" y="78727"/>
                  </a:lnTo>
                  <a:lnTo>
                    <a:pt x="579501" y="50330"/>
                  </a:lnTo>
                  <a:lnTo>
                    <a:pt x="581507" y="22440"/>
                  </a:lnTo>
                  <a:close/>
                </a:path>
              </a:pathLst>
            </a:custGeom>
            <a:solidFill>
              <a:srgbClr val="7EC5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 descr=""/>
            <p:cNvSpPr/>
            <p:nvPr/>
          </p:nvSpPr>
          <p:spPr>
            <a:xfrm>
              <a:off x="12553506" y="5168169"/>
              <a:ext cx="559435" cy="100330"/>
            </a:xfrm>
            <a:custGeom>
              <a:avLst/>
              <a:gdLst/>
              <a:ahLst/>
              <a:cxnLst/>
              <a:rect l="l" t="t" r="r" b="b"/>
              <a:pathLst>
                <a:path w="559434" h="100329">
                  <a:moveTo>
                    <a:pt x="14452" y="0"/>
                  </a:moveTo>
                  <a:lnTo>
                    <a:pt x="9271" y="5740"/>
                  </a:lnTo>
                  <a:lnTo>
                    <a:pt x="14452" y="0"/>
                  </a:lnTo>
                  <a:close/>
                </a:path>
                <a:path w="559434" h="100329">
                  <a:moveTo>
                    <a:pt x="77431" y="99910"/>
                  </a:moveTo>
                  <a:lnTo>
                    <a:pt x="57315" y="66040"/>
                  </a:lnTo>
                  <a:lnTo>
                    <a:pt x="35750" y="52070"/>
                  </a:lnTo>
                  <a:lnTo>
                    <a:pt x="28460" y="48031"/>
                  </a:lnTo>
                  <a:lnTo>
                    <a:pt x="20066" y="41224"/>
                  </a:lnTo>
                  <a:lnTo>
                    <a:pt x="13144" y="31381"/>
                  </a:lnTo>
                  <a:lnTo>
                    <a:pt x="10261" y="18275"/>
                  </a:lnTo>
                  <a:lnTo>
                    <a:pt x="9271" y="5803"/>
                  </a:lnTo>
                  <a:lnTo>
                    <a:pt x="6705" y="8661"/>
                  </a:lnTo>
                  <a:lnTo>
                    <a:pt x="0" y="23634"/>
                  </a:lnTo>
                  <a:lnTo>
                    <a:pt x="1727" y="42735"/>
                  </a:lnTo>
                  <a:lnTo>
                    <a:pt x="19278" y="63792"/>
                  </a:lnTo>
                  <a:lnTo>
                    <a:pt x="40284" y="78028"/>
                  </a:lnTo>
                  <a:lnTo>
                    <a:pt x="47955" y="86296"/>
                  </a:lnTo>
                  <a:lnTo>
                    <a:pt x="54381" y="99910"/>
                  </a:lnTo>
                  <a:lnTo>
                    <a:pt x="77431" y="99910"/>
                  </a:lnTo>
                  <a:close/>
                </a:path>
                <a:path w="559434" h="100329">
                  <a:moveTo>
                    <a:pt x="559282" y="35814"/>
                  </a:moveTo>
                  <a:lnTo>
                    <a:pt x="557491" y="25615"/>
                  </a:lnTo>
                  <a:lnTo>
                    <a:pt x="554164" y="17424"/>
                  </a:lnTo>
                  <a:lnTo>
                    <a:pt x="549732" y="11036"/>
                  </a:lnTo>
                  <a:lnTo>
                    <a:pt x="548525" y="21717"/>
                  </a:lnTo>
                  <a:lnTo>
                    <a:pt x="544766" y="32219"/>
                  </a:lnTo>
                  <a:lnTo>
                    <a:pt x="537705" y="41859"/>
                  </a:lnTo>
                  <a:lnTo>
                    <a:pt x="512432" y="60248"/>
                  </a:lnTo>
                  <a:lnTo>
                    <a:pt x="502081" y="72898"/>
                  </a:lnTo>
                  <a:lnTo>
                    <a:pt x="494957" y="86563"/>
                  </a:lnTo>
                  <a:lnTo>
                    <a:pt x="490448" y="99910"/>
                  </a:lnTo>
                  <a:lnTo>
                    <a:pt x="514413" y="99910"/>
                  </a:lnTo>
                  <a:lnTo>
                    <a:pt x="537692" y="97155"/>
                  </a:lnTo>
                  <a:lnTo>
                    <a:pt x="550113" y="90843"/>
                  </a:lnTo>
                  <a:lnTo>
                    <a:pt x="555866" y="76161"/>
                  </a:lnTo>
                  <a:lnTo>
                    <a:pt x="559117" y="48247"/>
                  </a:lnTo>
                  <a:lnTo>
                    <a:pt x="559282" y="35814"/>
                  </a:lnTo>
                  <a:close/>
                </a:path>
              </a:pathLst>
            </a:custGeom>
            <a:solidFill>
              <a:srgbClr val="ACC4C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 descr=""/>
            <p:cNvSpPr/>
            <p:nvPr/>
          </p:nvSpPr>
          <p:spPr>
            <a:xfrm>
              <a:off x="12671488" y="5786380"/>
              <a:ext cx="307340" cy="151765"/>
            </a:xfrm>
            <a:custGeom>
              <a:avLst/>
              <a:gdLst/>
              <a:ahLst/>
              <a:cxnLst/>
              <a:rect l="l" t="t" r="r" b="b"/>
              <a:pathLst>
                <a:path w="307340" h="151764">
                  <a:moveTo>
                    <a:pt x="39801" y="85242"/>
                  </a:moveTo>
                  <a:lnTo>
                    <a:pt x="0" y="85242"/>
                  </a:lnTo>
                  <a:lnTo>
                    <a:pt x="0" y="151460"/>
                  </a:lnTo>
                  <a:lnTo>
                    <a:pt x="39801" y="151460"/>
                  </a:lnTo>
                  <a:lnTo>
                    <a:pt x="39801" y="85242"/>
                  </a:lnTo>
                  <a:close/>
                </a:path>
                <a:path w="307340" h="151764">
                  <a:moveTo>
                    <a:pt x="39801" y="0"/>
                  </a:moveTo>
                  <a:lnTo>
                    <a:pt x="0" y="0"/>
                  </a:lnTo>
                  <a:lnTo>
                    <a:pt x="0" y="66217"/>
                  </a:lnTo>
                  <a:lnTo>
                    <a:pt x="39801" y="66217"/>
                  </a:lnTo>
                  <a:lnTo>
                    <a:pt x="39801" y="0"/>
                  </a:lnTo>
                  <a:close/>
                </a:path>
                <a:path w="307340" h="151764">
                  <a:moveTo>
                    <a:pt x="99504" y="85242"/>
                  </a:moveTo>
                  <a:lnTo>
                    <a:pt x="59702" y="85242"/>
                  </a:lnTo>
                  <a:lnTo>
                    <a:pt x="59702" y="151460"/>
                  </a:lnTo>
                  <a:lnTo>
                    <a:pt x="99504" y="151460"/>
                  </a:lnTo>
                  <a:lnTo>
                    <a:pt x="99504" y="85242"/>
                  </a:lnTo>
                  <a:close/>
                </a:path>
                <a:path w="307340" h="151764">
                  <a:moveTo>
                    <a:pt x="99504" y="0"/>
                  </a:moveTo>
                  <a:lnTo>
                    <a:pt x="59702" y="0"/>
                  </a:lnTo>
                  <a:lnTo>
                    <a:pt x="59702" y="66217"/>
                  </a:lnTo>
                  <a:lnTo>
                    <a:pt x="99504" y="66217"/>
                  </a:lnTo>
                  <a:lnTo>
                    <a:pt x="99504" y="0"/>
                  </a:lnTo>
                  <a:close/>
                </a:path>
                <a:path w="307340" h="151764">
                  <a:moveTo>
                    <a:pt x="247497" y="85242"/>
                  </a:moveTo>
                  <a:lnTo>
                    <a:pt x="207683" y="85242"/>
                  </a:lnTo>
                  <a:lnTo>
                    <a:pt x="207683" y="151460"/>
                  </a:lnTo>
                  <a:lnTo>
                    <a:pt x="247497" y="151460"/>
                  </a:lnTo>
                  <a:lnTo>
                    <a:pt x="247497" y="85242"/>
                  </a:lnTo>
                  <a:close/>
                </a:path>
                <a:path w="307340" h="151764">
                  <a:moveTo>
                    <a:pt x="247497" y="0"/>
                  </a:moveTo>
                  <a:lnTo>
                    <a:pt x="207683" y="0"/>
                  </a:lnTo>
                  <a:lnTo>
                    <a:pt x="207683" y="66217"/>
                  </a:lnTo>
                  <a:lnTo>
                    <a:pt x="247497" y="66217"/>
                  </a:lnTo>
                  <a:lnTo>
                    <a:pt x="247497" y="0"/>
                  </a:lnTo>
                  <a:close/>
                </a:path>
                <a:path w="307340" h="151764">
                  <a:moveTo>
                    <a:pt x="307213" y="85242"/>
                  </a:moveTo>
                  <a:lnTo>
                    <a:pt x="267398" y="85242"/>
                  </a:lnTo>
                  <a:lnTo>
                    <a:pt x="267398" y="151460"/>
                  </a:lnTo>
                  <a:lnTo>
                    <a:pt x="307213" y="151460"/>
                  </a:lnTo>
                  <a:lnTo>
                    <a:pt x="307213" y="85242"/>
                  </a:lnTo>
                  <a:close/>
                </a:path>
                <a:path w="307340" h="151764">
                  <a:moveTo>
                    <a:pt x="307213" y="0"/>
                  </a:moveTo>
                  <a:lnTo>
                    <a:pt x="267398" y="0"/>
                  </a:lnTo>
                  <a:lnTo>
                    <a:pt x="267398" y="66217"/>
                  </a:lnTo>
                  <a:lnTo>
                    <a:pt x="307213" y="66217"/>
                  </a:lnTo>
                  <a:lnTo>
                    <a:pt x="307213" y="0"/>
                  </a:lnTo>
                  <a:close/>
                </a:path>
              </a:pathLst>
            </a:custGeom>
            <a:solidFill>
              <a:srgbClr val="7EC5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 descr=""/>
            <p:cNvSpPr/>
            <p:nvPr/>
          </p:nvSpPr>
          <p:spPr>
            <a:xfrm>
              <a:off x="12399734" y="5609621"/>
              <a:ext cx="509905" cy="45720"/>
            </a:xfrm>
            <a:custGeom>
              <a:avLst/>
              <a:gdLst/>
              <a:ahLst/>
              <a:cxnLst/>
              <a:rect l="l" t="t" r="r" b="b"/>
              <a:pathLst>
                <a:path w="509904" h="45720">
                  <a:moveTo>
                    <a:pt x="171056" y="317"/>
                  </a:moveTo>
                  <a:lnTo>
                    <a:pt x="113639" y="0"/>
                  </a:lnTo>
                  <a:lnTo>
                    <a:pt x="113639" y="165"/>
                  </a:lnTo>
                  <a:lnTo>
                    <a:pt x="0" y="317"/>
                  </a:lnTo>
                  <a:lnTo>
                    <a:pt x="9906" y="10223"/>
                  </a:lnTo>
                  <a:lnTo>
                    <a:pt x="14452" y="11899"/>
                  </a:lnTo>
                  <a:lnTo>
                    <a:pt x="22809" y="10109"/>
                  </a:lnTo>
                  <a:lnTo>
                    <a:pt x="27139" y="10287"/>
                  </a:lnTo>
                  <a:lnTo>
                    <a:pt x="37985" y="14363"/>
                  </a:lnTo>
                  <a:lnTo>
                    <a:pt x="43065" y="19431"/>
                  </a:lnTo>
                  <a:lnTo>
                    <a:pt x="46507" y="28613"/>
                  </a:lnTo>
                  <a:lnTo>
                    <a:pt x="46812" y="31356"/>
                  </a:lnTo>
                  <a:lnTo>
                    <a:pt x="46786" y="34036"/>
                  </a:lnTo>
                  <a:lnTo>
                    <a:pt x="124256" y="33845"/>
                  </a:lnTo>
                  <a:lnTo>
                    <a:pt x="148259" y="10109"/>
                  </a:lnTo>
                  <a:lnTo>
                    <a:pt x="156616" y="11899"/>
                  </a:lnTo>
                  <a:lnTo>
                    <a:pt x="161150" y="10223"/>
                  </a:lnTo>
                  <a:lnTo>
                    <a:pt x="171056" y="317"/>
                  </a:lnTo>
                  <a:close/>
                </a:path>
                <a:path w="509904" h="45720">
                  <a:moveTo>
                    <a:pt x="509866" y="317"/>
                  </a:moveTo>
                  <a:lnTo>
                    <a:pt x="452450" y="0"/>
                  </a:lnTo>
                  <a:lnTo>
                    <a:pt x="452450" y="165"/>
                  </a:lnTo>
                  <a:lnTo>
                    <a:pt x="338810" y="317"/>
                  </a:lnTo>
                  <a:lnTo>
                    <a:pt x="348716" y="10223"/>
                  </a:lnTo>
                  <a:lnTo>
                    <a:pt x="353263" y="11899"/>
                  </a:lnTo>
                  <a:lnTo>
                    <a:pt x="361607" y="10109"/>
                  </a:lnTo>
                  <a:lnTo>
                    <a:pt x="365950" y="10287"/>
                  </a:lnTo>
                  <a:lnTo>
                    <a:pt x="376809" y="14363"/>
                  </a:lnTo>
                  <a:lnTo>
                    <a:pt x="381876" y="19431"/>
                  </a:lnTo>
                  <a:lnTo>
                    <a:pt x="385953" y="30289"/>
                  </a:lnTo>
                  <a:lnTo>
                    <a:pt x="386130" y="34620"/>
                  </a:lnTo>
                  <a:lnTo>
                    <a:pt x="385140" y="39230"/>
                  </a:lnTo>
                  <a:lnTo>
                    <a:pt x="385140" y="40538"/>
                  </a:lnTo>
                  <a:lnTo>
                    <a:pt x="444131" y="43980"/>
                  </a:lnTo>
                  <a:lnTo>
                    <a:pt x="462915" y="45262"/>
                  </a:lnTo>
                  <a:lnTo>
                    <a:pt x="463664" y="43116"/>
                  </a:lnTo>
                  <a:lnTo>
                    <a:pt x="463880" y="40830"/>
                  </a:lnTo>
                  <a:lnTo>
                    <a:pt x="462546" y="34620"/>
                  </a:lnTo>
                  <a:lnTo>
                    <a:pt x="462724" y="30289"/>
                  </a:lnTo>
                  <a:lnTo>
                    <a:pt x="466801" y="19431"/>
                  </a:lnTo>
                  <a:lnTo>
                    <a:pt x="471881" y="14363"/>
                  </a:lnTo>
                  <a:lnTo>
                    <a:pt x="482727" y="10287"/>
                  </a:lnTo>
                  <a:lnTo>
                    <a:pt x="487070" y="10109"/>
                  </a:lnTo>
                  <a:lnTo>
                    <a:pt x="495414" y="11899"/>
                  </a:lnTo>
                  <a:lnTo>
                    <a:pt x="499973" y="10223"/>
                  </a:lnTo>
                  <a:lnTo>
                    <a:pt x="509866" y="317"/>
                  </a:lnTo>
                  <a:close/>
                </a:path>
              </a:pathLst>
            </a:custGeom>
            <a:solidFill>
              <a:srgbClr val="ACC4C7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58" name="object 158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3076723" y="5609617"/>
              <a:ext cx="171073" cy="88353"/>
            </a:xfrm>
            <a:prstGeom prst="rect">
              <a:avLst/>
            </a:prstGeom>
          </p:spPr>
        </p:pic>
        <p:sp>
          <p:nvSpPr>
            <p:cNvPr id="159" name="object 159" descr=""/>
            <p:cNvSpPr/>
            <p:nvPr/>
          </p:nvSpPr>
          <p:spPr>
            <a:xfrm>
              <a:off x="12326242" y="6863728"/>
              <a:ext cx="995680" cy="135255"/>
            </a:xfrm>
            <a:custGeom>
              <a:avLst/>
              <a:gdLst/>
              <a:ahLst/>
              <a:cxnLst/>
              <a:rect l="l" t="t" r="r" b="b"/>
              <a:pathLst>
                <a:path w="995680" h="135254">
                  <a:moveTo>
                    <a:pt x="995226" y="0"/>
                  </a:moveTo>
                  <a:lnTo>
                    <a:pt x="0" y="0"/>
                  </a:lnTo>
                  <a:lnTo>
                    <a:pt x="0" y="135001"/>
                  </a:lnTo>
                  <a:lnTo>
                    <a:pt x="995226" y="135001"/>
                  </a:lnTo>
                  <a:lnTo>
                    <a:pt x="995226" y="0"/>
                  </a:lnTo>
                  <a:close/>
                </a:path>
              </a:pathLst>
            </a:custGeom>
            <a:solidFill>
              <a:srgbClr val="D7EC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 descr=""/>
            <p:cNvSpPr/>
            <p:nvPr/>
          </p:nvSpPr>
          <p:spPr>
            <a:xfrm>
              <a:off x="12326243" y="6863728"/>
              <a:ext cx="995680" cy="135255"/>
            </a:xfrm>
            <a:custGeom>
              <a:avLst/>
              <a:gdLst/>
              <a:ahLst/>
              <a:cxnLst/>
              <a:rect l="l" t="t" r="r" b="b"/>
              <a:pathLst>
                <a:path w="995680" h="135254">
                  <a:moveTo>
                    <a:pt x="995226" y="0"/>
                  </a:moveTo>
                  <a:lnTo>
                    <a:pt x="791515" y="0"/>
                  </a:lnTo>
                  <a:lnTo>
                    <a:pt x="755026" y="6212"/>
                  </a:lnTo>
                  <a:lnTo>
                    <a:pt x="716708" y="13478"/>
                  </a:lnTo>
                  <a:lnTo>
                    <a:pt x="676583" y="21586"/>
                  </a:lnTo>
                  <a:lnTo>
                    <a:pt x="545568" y="48861"/>
                  </a:lnTo>
                  <a:lnTo>
                    <a:pt x="498421" y="58232"/>
                  </a:lnTo>
                  <a:lnTo>
                    <a:pt x="449571" y="67391"/>
                  </a:lnTo>
                  <a:lnTo>
                    <a:pt x="399039" y="76129"/>
                  </a:lnTo>
                  <a:lnTo>
                    <a:pt x="346847" y="84232"/>
                  </a:lnTo>
                  <a:lnTo>
                    <a:pt x="293015" y="91492"/>
                  </a:lnTo>
                  <a:lnTo>
                    <a:pt x="237565" y="97696"/>
                  </a:lnTo>
                  <a:lnTo>
                    <a:pt x="180517" y="102635"/>
                  </a:lnTo>
                  <a:lnTo>
                    <a:pt x="121893" y="106096"/>
                  </a:lnTo>
                  <a:lnTo>
                    <a:pt x="61713" y="107870"/>
                  </a:lnTo>
                  <a:lnTo>
                    <a:pt x="0" y="107745"/>
                  </a:lnTo>
                  <a:lnTo>
                    <a:pt x="0" y="135001"/>
                  </a:lnTo>
                  <a:lnTo>
                    <a:pt x="995226" y="135001"/>
                  </a:lnTo>
                  <a:lnTo>
                    <a:pt x="995226" y="0"/>
                  </a:lnTo>
                  <a:close/>
                </a:path>
              </a:pathLst>
            </a:custGeom>
            <a:solidFill>
              <a:srgbClr val="9FD2D7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61" name="object 161" descr="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0725828" y="7175191"/>
              <a:ext cx="79118" cy="79118"/>
            </a:xfrm>
            <a:prstGeom prst="rect">
              <a:avLst/>
            </a:prstGeom>
          </p:spPr>
        </p:pic>
        <p:sp>
          <p:nvSpPr>
            <p:cNvPr id="162" name="object 162" descr=""/>
            <p:cNvSpPr/>
            <p:nvPr/>
          </p:nvSpPr>
          <p:spPr>
            <a:xfrm>
              <a:off x="10719225" y="6728209"/>
              <a:ext cx="81915" cy="483234"/>
            </a:xfrm>
            <a:custGeom>
              <a:avLst/>
              <a:gdLst/>
              <a:ahLst/>
              <a:cxnLst/>
              <a:rect l="l" t="t" r="r" b="b"/>
              <a:pathLst>
                <a:path w="81915" h="483234">
                  <a:moveTo>
                    <a:pt x="81903" y="0"/>
                  </a:moveTo>
                  <a:lnTo>
                    <a:pt x="50022" y="6436"/>
                  </a:lnTo>
                  <a:lnTo>
                    <a:pt x="23988" y="23988"/>
                  </a:lnTo>
                  <a:lnTo>
                    <a:pt x="6436" y="50022"/>
                  </a:lnTo>
                  <a:lnTo>
                    <a:pt x="0" y="81903"/>
                  </a:lnTo>
                  <a:lnTo>
                    <a:pt x="0" y="444332"/>
                  </a:lnTo>
                  <a:lnTo>
                    <a:pt x="81903" y="482875"/>
                  </a:lnTo>
                  <a:lnTo>
                    <a:pt x="81903" y="0"/>
                  </a:lnTo>
                  <a:close/>
                </a:path>
              </a:pathLst>
            </a:custGeom>
            <a:solidFill>
              <a:srgbClr val="C8D63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 descr=""/>
            <p:cNvSpPr/>
            <p:nvPr/>
          </p:nvSpPr>
          <p:spPr>
            <a:xfrm>
              <a:off x="10719226" y="7143404"/>
              <a:ext cx="81915" cy="67945"/>
            </a:xfrm>
            <a:custGeom>
              <a:avLst/>
              <a:gdLst/>
              <a:ahLst/>
              <a:cxnLst/>
              <a:rect l="l" t="t" r="r" b="b"/>
              <a:pathLst>
                <a:path w="81915" h="67945">
                  <a:moveTo>
                    <a:pt x="0" y="0"/>
                  </a:moveTo>
                  <a:lnTo>
                    <a:pt x="0" y="29140"/>
                  </a:lnTo>
                  <a:lnTo>
                    <a:pt x="81903" y="67683"/>
                  </a:lnTo>
                  <a:lnTo>
                    <a:pt x="81903" y="385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64" name="object 164" descr="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1091113" y="7175191"/>
              <a:ext cx="79118" cy="79118"/>
            </a:xfrm>
            <a:prstGeom prst="rect">
              <a:avLst/>
            </a:prstGeom>
          </p:spPr>
        </p:pic>
        <p:sp>
          <p:nvSpPr>
            <p:cNvPr id="165" name="object 165" descr=""/>
            <p:cNvSpPr/>
            <p:nvPr/>
          </p:nvSpPr>
          <p:spPr>
            <a:xfrm>
              <a:off x="11094931" y="6728209"/>
              <a:ext cx="81915" cy="483234"/>
            </a:xfrm>
            <a:custGeom>
              <a:avLst/>
              <a:gdLst/>
              <a:ahLst/>
              <a:cxnLst/>
              <a:rect l="l" t="t" r="r" b="b"/>
              <a:pathLst>
                <a:path w="81915" h="483234">
                  <a:moveTo>
                    <a:pt x="0" y="0"/>
                  </a:moveTo>
                  <a:lnTo>
                    <a:pt x="0" y="482875"/>
                  </a:lnTo>
                  <a:lnTo>
                    <a:pt x="81903" y="444332"/>
                  </a:lnTo>
                  <a:lnTo>
                    <a:pt x="81903" y="81903"/>
                  </a:lnTo>
                  <a:lnTo>
                    <a:pt x="75466" y="50022"/>
                  </a:lnTo>
                  <a:lnTo>
                    <a:pt x="57914" y="23988"/>
                  </a:lnTo>
                  <a:lnTo>
                    <a:pt x="31880" y="64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D63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 descr=""/>
            <p:cNvSpPr/>
            <p:nvPr/>
          </p:nvSpPr>
          <p:spPr>
            <a:xfrm>
              <a:off x="11094929" y="7143404"/>
              <a:ext cx="81915" cy="67945"/>
            </a:xfrm>
            <a:custGeom>
              <a:avLst/>
              <a:gdLst/>
              <a:ahLst/>
              <a:cxnLst/>
              <a:rect l="l" t="t" r="r" b="b"/>
              <a:pathLst>
                <a:path w="81915" h="67945">
                  <a:moveTo>
                    <a:pt x="81903" y="0"/>
                  </a:moveTo>
                  <a:lnTo>
                    <a:pt x="0" y="38543"/>
                  </a:lnTo>
                  <a:lnTo>
                    <a:pt x="0" y="67683"/>
                  </a:lnTo>
                  <a:lnTo>
                    <a:pt x="81903" y="29140"/>
                  </a:lnTo>
                  <a:lnTo>
                    <a:pt x="81903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 descr=""/>
            <p:cNvSpPr/>
            <p:nvPr/>
          </p:nvSpPr>
          <p:spPr>
            <a:xfrm>
              <a:off x="10771978" y="7147080"/>
              <a:ext cx="352425" cy="528320"/>
            </a:xfrm>
            <a:custGeom>
              <a:avLst/>
              <a:gdLst/>
              <a:ahLst/>
              <a:cxnLst/>
              <a:rect l="l" t="t" r="r" b="b"/>
              <a:pathLst>
                <a:path w="352425" h="528320">
                  <a:moveTo>
                    <a:pt x="322963" y="0"/>
                  </a:moveTo>
                  <a:lnTo>
                    <a:pt x="29130" y="0"/>
                  </a:lnTo>
                  <a:lnTo>
                    <a:pt x="0" y="528067"/>
                  </a:lnTo>
                  <a:lnTo>
                    <a:pt x="352104" y="528067"/>
                  </a:lnTo>
                  <a:lnTo>
                    <a:pt x="322963" y="0"/>
                  </a:lnTo>
                  <a:close/>
                </a:path>
              </a:pathLst>
            </a:custGeom>
            <a:solidFill>
              <a:srgbClr val="7EC5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 descr=""/>
            <p:cNvSpPr/>
            <p:nvPr/>
          </p:nvSpPr>
          <p:spPr>
            <a:xfrm>
              <a:off x="10771978" y="7147085"/>
              <a:ext cx="352425" cy="393700"/>
            </a:xfrm>
            <a:custGeom>
              <a:avLst/>
              <a:gdLst/>
              <a:ahLst/>
              <a:cxnLst/>
              <a:rect l="l" t="t" r="r" b="b"/>
              <a:pathLst>
                <a:path w="352425" h="393700">
                  <a:moveTo>
                    <a:pt x="322963" y="0"/>
                  </a:moveTo>
                  <a:lnTo>
                    <a:pt x="29130" y="0"/>
                  </a:lnTo>
                  <a:lnTo>
                    <a:pt x="0" y="393307"/>
                  </a:lnTo>
                  <a:lnTo>
                    <a:pt x="352104" y="393307"/>
                  </a:lnTo>
                  <a:lnTo>
                    <a:pt x="322963" y="0"/>
                  </a:lnTo>
                  <a:close/>
                </a:path>
              </a:pathLst>
            </a:custGeom>
            <a:solidFill>
              <a:srgbClr val="C8D63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 descr=""/>
            <p:cNvSpPr/>
            <p:nvPr/>
          </p:nvSpPr>
          <p:spPr>
            <a:xfrm>
              <a:off x="10914683" y="6675702"/>
              <a:ext cx="67310" cy="67310"/>
            </a:xfrm>
            <a:custGeom>
              <a:avLst/>
              <a:gdLst/>
              <a:ahLst/>
              <a:cxnLst/>
              <a:rect l="l" t="t" r="r" b="b"/>
              <a:pathLst>
                <a:path w="67309" h="67309">
                  <a:moveTo>
                    <a:pt x="67223" y="0"/>
                  </a:moveTo>
                  <a:lnTo>
                    <a:pt x="0" y="0"/>
                  </a:lnTo>
                  <a:lnTo>
                    <a:pt x="0" y="67223"/>
                  </a:lnTo>
                  <a:lnTo>
                    <a:pt x="67223" y="67223"/>
                  </a:lnTo>
                  <a:lnTo>
                    <a:pt x="67223" y="0"/>
                  </a:lnTo>
                  <a:close/>
                </a:path>
              </a:pathLst>
            </a:custGeom>
            <a:solidFill>
              <a:srgbClr val="D1EAE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 descr=""/>
            <p:cNvSpPr/>
            <p:nvPr/>
          </p:nvSpPr>
          <p:spPr>
            <a:xfrm>
              <a:off x="10801131" y="6720130"/>
              <a:ext cx="294005" cy="403860"/>
            </a:xfrm>
            <a:custGeom>
              <a:avLst/>
              <a:gdLst/>
              <a:ahLst/>
              <a:cxnLst/>
              <a:rect l="l" t="t" r="r" b="b"/>
              <a:pathLst>
                <a:path w="294004" h="403859">
                  <a:moveTo>
                    <a:pt x="242662" y="0"/>
                  </a:moveTo>
                  <a:lnTo>
                    <a:pt x="51129" y="0"/>
                  </a:lnTo>
                  <a:lnTo>
                    <a:pt x="0" y="8073"/>
                  </a:lnTo>
                  <a:lnTo>
                    <a:pt x="0" y="403851"/>
                  </a:lnTo>
                  <a:lnTo>
                    <a:pt x="293792" y="403851"/>
                  </a:lnTo>
                  <a:lnTo>
                    <a:pt x="293792" y="8073"/>
                  </a:lnTo>
                  <a:lnTo>
                    <a:pt x="242662" y="0"/>
                  </a:lnTo>
                  <a:close/>
                </a:path>
              </a:pathLst>
            </a:custGeom>
            <a:solidFill>
              <a:srgbClr val="C8D63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71" name="object 171" descr="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0852262" y="6677079"/>
              <a:ext cx="191526" cy="138843"/>
            </a:xfrm>
            <a:prstGeom prst="rect">
              <a:avLst/>
            </a:prstGeom>
          </p:spPr>
        </p:pic>
        <p:sp>
          <p:nvSpPr>
            <p:cNvPr id="172" name="object 172" descr=""/>
            <p:cNvSpPr/>
            <p:nvPr/>
          </p:nvSpPr>
          <p:spPr>
            <a:xfrm>
              <a:off x="10816628" y="6392195"/>
              <a:ext cx="262890" cy="309880"/>
            </a:xfrm>
            <a:custGeom>
              <a:avLst/>
              <a:gdLst/>
              <a:ahLst/>
              <a:cxnLst/>
              <a:rect l="l" t="t" r="r" b="b"/>
              <a:pathLst>
                <a:path w="262890" h="309879">
                  <a:moveTo>
                    <a:pt x="262775" y="139725"/>
                  </a:moveTo>
                  <a:lnTo>
                    <a:pt x="253669" y="135610"/>
                  </a:lnTo>
                  <a:lnTo>
                    <a:pt x="243713" y="135610"/>
                  </a:lnTo>
                  <a:lnTo>
                    <a:pt x="243713" y="59893"/>
                  </a:lnTo>
                  <a:lnTo>
                    <a:pt x="238988" y="36639"/>
                  </a:lnTo>
                  <a:lnTo>
                    <a:pt x="226110" y="17589"/>
                  </a:lnTo>
                  <a:lnTo>
                    <a:pt x="207060" y="4724"/>
                  </a:lnTo>
                  <a:lnTo>
                    <a:pt x="183807" y="0"/>
                  </a:lnTo>
                  <a:lnTo>
                    <a:pt x="78968" y="0"/>
                  </a:lnTo>
                  <a:lnTo>
                    <a:pt x="55714" y="4724"/>
                  </a:lnTo>
                  <a:lnTo>
                    <a:pt x="36664" y="17589"/>
                  </a:lnTo>
                  <a:lnTo>
                    <a:pt x="23799" y="36639"/>
                  </a:lnTo>
                  <a:lnTo>
                    <a:pt x="19075" y="59893"/>
                  </a:lnTo>
                  <a:lnTo>
                    <a:pt x="19075" y="135610"/>
                  </a:lnTo>
                  <a:lnTo>
                    <a:pt x="14185" y="135610"/>
                  </a:lnTo>
                  <a:lnTo>
                    <a:pt x="9105" y="135610"/>
                  </a:lnTo>
                  <a:lnTo>
                    <a:pt x="0" y="139725"/>
                  </a:lnTo>
                  <a:lnTo>
                    <a:pt x="0" y="201460"/>
                  </a:lnTo>
                  <a:lnTo>
                    <a:pt x="9105" y="205574"/>
                  </a:lnTo>
                  <a:lnTo>
                    <a:pt x="19075" y="205574"/>
                  </a:lnTo>
                  <a:lnTo>
                    <a:pt x="19075" y="197167"/>
                  </a:lnTo>
                  <a:lnTo>
                    <a:pt x="27927" y="240779"/>
                  </a:lnTo>
                  <a:lnTo>
                    <a:pt x="52057" y="276504"/>
                  </a:lnTo>
                  <a:lnTo>
                    <a:pt x="87782" y="300634"/>
                  </a:lnTo>
                  <a:lnTo>
                    <a:pt x="131394" y="309499"/>
                  </a:lnTo>
                  <a:lnTo>
                    <a:pt x="175006" y="300634"/>
                  </a:lnTo>
                  <a:lnTo>
                    <a:pt x="210718" y="276504"/>
                  </a:lnTo>
                  <a:lnTo>
                    <a:pt x="234848" y="240779"/>
                  </a:lnTo>
                  <a:lnTo>
                    <a:pt x="243713" y="197167"/>
                  </a:lnTo>
                  <a:lnTo>
                    <a:pt x="243713" y="205574"/>
                  </a:lnTo>
                  <a:lnTo>
                    <a:pt x="248602" y="205574"/>
                  </a:lnTo>
                  <a:lnTo>
                    <a:pt x="253669" y="205574"/>
                  </a:lnTo>
                  <a:lnTo>
                    <a:pt x="262775" y="201460"/>
                  </a:lnTo>
                  <a:lnTo>
                    <a:pt x="262775" y="139725"/>
                  </a:lnTo>
                  <a:close/>
                </a:path>
              </a:pathLst>
            </a:custGeom>
            <a:solidFill>
              <a:srgbClr val="D1EAE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 descr=""/>
            <p:cNvSpPr/>
            <p:nvPr/>
          </p:nvSpPr>
          <p:spPr>
            <a:xfrm>
              <a:off x="10797749" y="6337964"/>
              <a:ext cx="272415" cy="175260"/>
            </a:xfrm>
            <a:custGeom>
              <a:avLst/>
              <a:gdLst/>
              <a:ahLst/>
              <a:cxnLst/>
              <a:rect l="l" t="t" r="r" b="b"/>
              <a:pathLst>
                <a:path w="272415" h="175259">
                  <a:moveTo>
                    <a:pt x="157809" y="0"/>
                  </a:moveTo>
                  <a:lnTo>
                    <a:pt x="87181" y="19963"/>
                  </a:lnTo>
                  <a:lnTo>
                    <a:pt x="25641" y="54825"/>
                  </a:lnTo>
                  <a:lnTo>
                    <a:pt x="0" y="82584"/>
                  </a:lnTo>
                  <a:lnTo>
                    <a:pt x="5643" y="117764"/>
                  </a:lnTo>
                  <a:lnTo>
                    <a:pt x="37958" y="174890"/>
                  </a:lnTo>
                  <a:lnTo>
                    <a:pt x="37958" y="157152"/>
                  </a:lnTo>
                  <a:lnTo>
                    <a:pt x="101328" y="159870"/>
                  </a:lnTo>
                  <a:lnTo>
                    <a:pt x="139973" y="153884"/>
                  </a:lnTo>
                  <a:lnTo>
                    <a:pt x="169661" y="132991"/>
                  </a:lnTo>
                  <a:lnTo>
                    <a:pt x="206162" y="90987"/>
                  </a:lnTo>
                  <a:lnTo>
                    <a:pt x="212851" y="124392"/>
                  </a:lnTo>
                  <a:lnTo>
                    <a:pt x="220959" y="144267"/>
                  </a:lnTo>
                  <a:lnTo>
                    <a:pt x="235775" y="158477"/>
                  </a:lnTo>
                  <a:lnTo>
                    <a:pt x="262590" y="174890"/>
                  </a:lnTo>
                  <a:lnTo>
                    <a:pt x="264579" y="164040"/>
                  </a:lnTo>
                  <a:lnTo>
                    <a:pt x="268690" y="138155"/>
                  </a:lnTo>
                  <a:lnTo>
                    <a:pt x="272136" y="107233"/>
                  </a:lnTo>
                  <a:lnTo>
                    <a:pt x="272129" y="81270"/>
                  </a:lnTo>
                  <a:lnTo>
                    <a:pt x="269352" y="62654"/>
                  </a:lnTo>
                  <a:lnTo>
                    <a:pt x="265854" y="52972"/>
                  </a:lnTo>
                  <a:lnTo>
                    <a:pt x="259321" y="49093"/>
                  </a:lnTo>
                  <a:lnTo>
                    <a:pt x="247438" y="47889"/>
                  </a:lnTo>
                  <a:lnTo>
                    <a:pt x="237594" y="35416"/>
                  </a:lnTo>
                  <a:lnTo>
                    <a:pt x="207832" y="12302"/>
                  </a:lnTo>
                  <a:lnTo>
                    <a:pt x="157809" y="0"/>
                  </a:lnTo>
                  <a:close/>
                </a:path>
              </a:pathLst>
            </a:custGeom>
            <a:solidFill>
              <a:srgbClr val="85BB2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 descr=""/>
            <p:cNvSpPr/>
            <p:nvPr/>
          </p:nvSpPr>
          <p:spPr>
            <a:xfrm>
              <a:off x="10801109" y="6720147"/>
              <a:ext cx="294005" cy="427355"/>
            </a:xfrm>
            <a:custGeom>
              <a:avLst/>
              <a:gdLst/>
              <a:ahLst/>
              <a:cxnLst/>
              <a:rect l="l" t="t" r="r" b="b"/>
              <a:pathLst>
                <a:path w="294004" h="427354">
                  <a:moveTo>
                    <a:pt x="293827" y="242671"/>
                  </a:moveTo>
                  <a:lnTo>
                    <a:pt x="51142" y="0"/>
                  </a:lnTo>
                  <a:lnTo>
                    <a:pt x="12" y="8064"/>
                  </a:lnTo>
                  <a:lnTo>
                    <a:pt x="0" y="20739"/>
                  </a:lnTo>
                  <a:lnTo>
                    <a:pt x="293827" y="314566"/>
                  </a:lnTo>
                  <a:lnTo>
                    <a:pt x="293827" y="242671"/>
                  </a:lnTo>
                  <a:close/>
                </a:path>
                <a:path w="294004" h="427354">
                  <a:moveTo>
                    <a:pt x="293839" y="403834"/>
                  </a:moveTo>
                  <a:lnTo>
                    <a:pt x="0" y="403834"/>
                  </a:lnTo>
                  <a:lnTo>
                    <a:pt x="0" y="426935"/>
                  </a:lnTo>
                  <a:lnTo>
                    <a:pt x="293839" y="426935"/>
                  </a:lnTo>
                  <a:lnTo>
                    <a:pt x="293839" y="403834"/>
                  </a:lnTo>
                  <a:close/>
                </a:path>
                <a:path w="294004" h="427354">
                  <a:moveTo>
                    <a:pt x="293839" y="314579"/>
                  </a:moveTo>
                  <a:lnTo>
                    <a:pt x="0" y="314579"/>
                  </a:lnTo>
                  <a:lnTo>
                    <a:pt x="0" y="337680"/>
                  </a:lnTo>
                  <a:lnTo>
                    <a:pt x="293839" y="337680"/>
                  </a:lnTo>
                  <a:lnTo>
                    <a:pt x="293839" y="314579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 descr=""/>
            <p:cNvSpPr/>
            <p:nvPr/>
          </p:nvSpPr>
          <p:spPr>
            <a:xfrm>
              <a:off x="10801109" y="7057828"/>
              <a:ext cx="294005" cy="576580"/>
            </a:xfrm>
            <a:custGeom>
              <a:avLst/>
              <a:gdLst/>
              <a:ahLst/>
              <a:cxnLst/>
              <a:rect l="l" t="t" r="r" b="b"/>
              <a:pathLst>
                <a:path w="294004" h="576579">
                  <a:moveTo>
                    <a:pt x="225831" y="89255"/>
                  </a:moveTo>
                  <a:lnTo>
                    <a:pt x="67995" y="89255"/>
                  </a:lnTo>
                  <a:lnTo>
                    <a:pt x="67995" y="576046"/>
                  </a:lnTo>
                  <a:lnTo>
                    <a:pt x="225831" y="576046"/>
                  </a:lnTo>
                  <a:lnTo>
                    <a:pt x="225831" y="89255"/>
                  </a:lnTo>
                  <a:close/>
                </a:path>
                <a:path w="294004" h="576579">
                  <a:moveTo>
                    <a:pt x="293839" y="0"/>
                  </a:moveTo>
                  <a:lnTo>
                    <a:pt x="0" y="0"/>
                  </a:lnTo>
                  <a:lnTo>
                    <a:pt x="0" y="66154"/>
                  </a:lnTo>
                  <a:lnTo>
                    <a:pt x="293839" y="66154"/>
                  </a:lnTo>
                  <a:lnTo>
                    <a:pt x="293839" y="0"/>
                  </a:lnTo>
                  <a:close/>
                </a:path>
              </a:pathLst>
            </a:custGeom>
            <a:solidFill>
              <a:srgbClr val="F6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 descr=""/>
            <p:cNvSpPr/>
            <p:nvPr/>
          </p:nvSpPr>
          <p:spPr>
            <a:xfrm>
              <a:off x="10786859" y="7663707"/>
              <a:ext cx="322580" cy="39370"/>
            </a:xfrm>
            <a:custGeom>
              <a:avLst/>
              <a:gdLst/>
              <a:ahLst/>
              <a:cxnLst/>
              <a:rect l="l" t="t" r="r" b="b"/>
              <a:pathLst>
                <a:path w="322579" h="39370">
                  <a:moveTo>
                    <a:pt x="88620" y="11442"/>
                  </a:moveTo>
                  <a:lnTo>
                    <a:pt x="67030" y="2857"/>
                  </a:lnTo>
                  <a:lnTo>
                    <a:pt x="44310" y="0"/>
                  </a:lnTo>
                  <a:lnTo>
                    <a:pt x="21602" y="2857"/>
                  </a:lnTo>
                  <a:lnTo>
                    <a:pt x="0" y="11442"/>
                  </a:lnTo>
                  <a:lnTo>
                    <a:pt x="0" y="38760"/>
                  </a:lnTo>
                  <a:lnTo>
                    <a:pt x="88620" y="38760"/>
                  </a:lnTo>
                  <a:lnTo>
                    <a:pt x="88620" y="11442"/>
                  </a:lnTo>
                  <a:close/>
                </a:path>
                <a:path w="322579" h="39370">
                  <a:moveTo>
                    <a:pt x="322326" y="11442"/>
                  </a:moveTo>
                  <a:lnTo>
                    <a:pt x="300723" y="2857"/>
                  </a:lnTo>
                  <a:lnTo>
                    <a:pt x="278015" y="0"/>
                  </a:lnTo>
                  <a:lnTo>
                    <a:pt x="255308" y="2857"/>
                  </a:lnTo>
                  <a:lnTo>
                    <a:pt x="233705" y="11442"/>
                  </a:lnTo>
                  <a:lnTo>
                    <a:pt x="233705" y="38760"/>
                  </a:lnTo>
                  <a:lnTo>
                    <a:pt x="322326" y="38760"/>
                  </a:lnTo>
                  <a:lnTo>
                    <a:pt x="322326" y="11442"/>
                  </a:lnTo>
                  <a:close/>
                </a:path>
              </a:pathLst>
            </a:custGeom>
            <a:solidFill>
              <a:srgbClr val="C8D63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77" name="object 177" descr="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0894332" y="6687907"/>
              <a:ext cx="200614" cy="346804"/>
            </a:xfrm>
            <a:prstGeom prst="rect">
              <a:avLst/>
            </a:prstGeom>
          </p:spPr>
        </p:pic>
        <p:sp>
          <p:nvSpPr>
            <p:cNvPr id="178" name="object 178" descr=""/>
            <p:cNvSpPr/>
            <p:nvPr/>
          </p:nvSpPr>
          <p:spPr>
            <a:xfrm>
              <a:off x="10778528" y="6864229"/>
              <a:ext cx="340360" cy="779145"/>
            </a:xfrm>
            <a:custGeom>
              <a:avLst/>
              <a:gdLst/>
              <a:ahLst/>
              <a:cxnLst/>
              <a:rect l="l" t="t" r="r" b="b"/>
              <a:pathLst>
                <a:path w="340359" h="779145">
                  <a:moveTo>
                    <a:pt x="73723" y="170497"/>
                  </a:moveTo>
                  <a:lnTo>
                    <a:pt x="44107" y="157378"/>
                  </a:lnTo>
                  <a:lnTo>
                    <a:pt x="28905" y="135242"/>
                  </a:lnTo>
                  <a:lnTo>
                    <a:pt x="23329" y="88112"/>
                  </a:lnTo>
                  <a:lnTo>
                    <a:pt x="22580" y="0"/>
                  </a:lnTo>
                  <a:lnTo>
                    <a:pt x="22580" y="170497"/>
                  </a:lnTo>
                  <a:lnTo>
                    <a:pt x="73723" y="170497"/>
                  </a:lnTo>
                  <a:close/>
                </a:path>
                <a:path w="340359" h="779145">
                  <a:moveTo>
                    <a:pt x="90589" y="676173"/>
                  </a:moveTo>
                  <a:lnTo>
                    <a:pt x="457" y="676173"/>
                  </a:lnTo>
                  <a:lnTo>
                    <a:pt x="457" y="691413"/>
                  </a:lnTo>
                  <a:lnTo>
                    <a:pt x="0" y="691413"/>
                  </a:lnTo>
                  <a:lnTo>
                    <a:pt x="0" y="692683"/>
                  </a:lnTo>
                  <a:lnTo>
                    <a:pt x="17602" y="692683"/>
                  </a:lnTo>
                  <a:lnTo>
                    <a:pt x="17602" y="691413"/>
                  </a:lnTo>
                  <a:lnTo>
                    <a:pt x="90589" y="691413"/>
                  </a:lnTo>
                  <a:lnTo>
                    <a:pt x="90589" y="676173"/>
                  </a:lnTo>
                  <a:close/>
                </a:path>
                <a:path w="340359" h="779145">
                  <a:moveTo>
                    <a:pt x="339966" y="709726"/>
                  </a:moveTo>
                  <a:lnTo>
                    <a:pt x="338112" y="676173"/>
                  </a:lnTo>
                  <a:lnTo>
                    <a:pt x="265493" y="676173"/>
                  </a:lnTo>
                  <a:lnTo>
                    <a:pt x="265493" y="282854"/>
                  </a:lnTo>
                  <a:lnTo>
                    <a:pt x="248412" y="282854"/>
                  </a:lnTo>
                  <a:lnTo>
                    <a:pt x="248412" y="769645"/>
                  </a:lnTo>
                  <a:lnTo>
                    <a:pt x="135178" y="769645"/>
                  </a:lnTo>
                  <a:lnTo>
                    <a:pt x="135178" y="779068"/>
                  </a:lnTo>
                  <a:lnTo>
                    <a:pt x="265493" y="779068"/>
                  </a:lnTo>
                  <a:lnTo>
                    <a:pt x="265493" y="700811"/>
                  </a:lnTo>
                  <a:lnTo>
                    <a:pt x="302933" y="704773"/>
                  </a:lnTo>
                  <a:lnTo>
                    <a:pt x="321538" y="707097"/>
                  </a:lnTo>
                  <a:lnTo>
                    <a:pt x="339966" y="709726"/>
                  </a:lnTo>
                  <a:close/>
                </a:path>
              </a:pathLst>
            </a:custGeom>
            <a:solidFill>
              <a:srgbClr val="ACC4C7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79" name="object 179" descr="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0736799" y="7001066"/>
              <a:ext cx="64333" cy="207857"/>
            </a:xfrm>
            <a:prstGeom prst="rect">
              <a:avLst/>
            </a:prstGeom>
          </p:spPr>
        </p:pic>
        <p:sp>
          <p:nvSpPr>
            <p:cNvPr id="180" name="object 180" descr=""/>
            <p:cNvSpPr/>
            <p:nvPr/>
          </p:nvSpPr>
          <p:spPr>
            <a:xfrm>
              <a:off x="10786859" y="7702467"/>
              <a:ext cx="322580" cy="12700"/>
            </a:xfrm>
            <a:custGeom>
              <a:avLst/>
              <a:gdLst/>
              <a:ahLst/>
              <a:cxnLst/>
              <a:rect l="l" t="t" r="r" b="b"/>
              <a:pathLst>
                <a:path w="322579" h="12700">
                  <a:moveTo>
                    <a:pt x="88620" y="0"/>
                  </a:moveTo>
                  <a:lnTo>
                    <a:pt x="0" y="0"/>
                  </a:lnTo>
                  <a:lnTo>
                    <a:pt x="0" y="12509"/>
                  </a:lnTo>
                  <a:lnTo>
                    <a:pt x="88620" y="12509"/>
                  </a:lnTo>
                  <a:lnTo>
                    <a:pt x="88620" y="0"/>
                  </a:lnTo>
                  <a:close/>
                </a:path>
                <a:path w="322579" h="12700">
                  <a:moveTo>
                    <a:pt x="322326" y="0"/>
                  </a:moveTo>
                  <a:lnTo>
                    <a:pt x="233705" y="0"/>
                  </a:lnTo>
                  <a:lnTo>
                    <a:pt x="233705" y="12509"/>
                  </a:lnTo>
                  <a:lnTo>
                    <a:pt x="322326" y="12509"/>
                  </a:lnTo>
                  <a:lnTo>
                    <a:pt x="322326" y="0"/>
                  </a:lnTo>
                  <a:close/>
                </a:path>
              </a:pathLst>
            </a:custGeom>
            <a:solidFill>
              <a:srgbClr val="85BB2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 descr=""/>
            <p:cNvSpPr/>
            <p:nvPr/>
          </p:nvSpPr>
          <p:spPr>
            <a:xfrm>
              <a:off x="10925419" y="7068281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20">
                  <a:moveTo>
                    <a:pt x="22606" y="0"/>
                  </a:moveTo>
                  <a:lnTo>
                    <a:pt x="13808" y="1777"/>
                  </a:lnTo>
                  <a:lnTo>
                    <a:pt x="6622" y="6624"/>
                  </a:lnTo>
                  <a:lnTo>
                    <a:pt x="1777" y="13813"/>
                  </a:lnTo>
                  <a:lnTo>
                    <a:pt x="0" y="22617"/>
                  </a:lnTo>
                  <a:lnTo>
                    <a:pt x="1777" y="31421"/>
                  </a:lnTo>
                  <a:lnTo>
                    <a:pt x="6622" y="38610"/>
                  </a:lnTo>
                  <a:lnTo>
                    <a:pt x="13808" y="43456"/>
                  </a:lnTo>
                  <a:lnTo>
                    <a:pt x="22606" y="45234"/>
                  </a:lnTo>
                  <a:lnTo>
                    <a:pt x="31410" y="43456"/>
                  </a:lnTo>
                  <a:lnTo>
                    <a:pt x="38599" y="38610"/>
                  </a:lnTo>
                  <a:lnTo>
                    <a:pt x="43446" y="31421"/>
                  </a:lnTo>
                  <a:lnTo>
                    <a:pt x="45223" y="22617"/>
                  </a:lnTo>
                  <a:lnTo>
                    <a:pt x="43446" y="13813"/>
                  </a:lnTo>
                  <a:lnTo>
                    <a:pt x="38599" y="6624"/>
                  </a:lnTo>
                  <a:lnTo>
                    <a:pt x="31410" y="1777"/>
                  </a:lnTo>
                  <a:lnTo>
                    <a:pt x="22606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 descr=""/>
            <p:cNvSpPr/>
            <p:nvPr/>
          </p:nvSpPr>
          <p:spPr>
            <a:xfrm>
              <a:off x="10938451" y="7081327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4" h="19684">
                  <a:moveTo>
                    <a:pt x="14868" y="0"/>
                  </a:moveTo>
                  <a:lnTo>
                    <a:pt x="4293" y="0"/>
                  </a:lnTo>
                  <a:lnTo>
                    <a:pt x="0" y="4282"/>
                  </a:lnTo>
                  <a:lnTo>
                    <a:pt x="0" y="14858"/>
                  </a:lnTo>
                  <a:lnTo>
                    <a:pt x="4293" y="19140"/>
                  </a:lnTo>
                  <a:lnTo>
                    <a:pt x="14868" y="19140"/>
                  </a:lnTo>
                  <a:lnTo>
                    <a:pt x="19151" y="14858"/>
                  </a:lnTo>
                  <a:lnTo>
                    <a:pt x="19151" y="9570"/>
                  </a:lnTo>
                  <a:lnTo>
                    <a:pt x="19151" y="4282"/>
                  </a:lnTo>
                  <a:lnTo>
                    <a:pt x="14868" y="0"/>
                  </a:lnTo>
                  <a:close/>
                </a:path>
              </a:pathLst>
            </a:custGeom>
            <a:solidFill>
              <a:srgbClr val="F6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 descr=""/>
            <p:cNvSpPr/>
            <p:nvPr/>
          </p:nvSpPr>
          <p:spPr>
            <a:xfrm>
              <a:off x="10851828" y="7068281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20">
                  <a:moveTo>
                    <a:pt x="22606" y="0"/>
                  </a:moveTo>
                  <a:lnTo>
                    <a:pt x="13808" y="1777"/>
                  </a:lnTo>
                  <a:lnTo>
                    <a:pt x="6622" y="6624"/>
                  </a:lnTo>
                  <a:lnTo>
                    <a:pt x="1777" y="13813"/>
                  </a:lnTo>
                  <a:lnTo>
                    <a:pt x="0" y="22617"/>
                  </a:lnTo>
                  <a:lnTo>
                    <a:pt x="1777" y="31421"/>
                  </a:lnTo>
                  <a:lnTo>
                    <a:pt x="6622" y="38610"/>
                  </a:lnTo>
                  <a:lnTo>
                    <a:pt x="13808" y="43456"/>
                  </a:lnTo>
                  <a:lnTo>
                    <a:pt x="22606" y="45234"/>
                  </a:lnTo>
                  <a:lnTo>
                    <a:pt x="31410" y="43456"/>
                  </a:lnTo>
                  <a:lnTo>
                    <a:pt x="38599" y="38610"/>
                  </a:lnTo>
                  <a:lnTo>
                    <a:pt x="43446" y="31421"/>
                  </a:lnTo>
                  <a:lnTo>
                    <a:pt x="45223" y="22617"/>
                  </a:lnTo>
                  <a:lnTo>
                    <a:pt x="43446" y="13813"/>
                  </a:lnTo>
                  <a:lnTo>
                    <a:pt x="38599" y="6624"/>
                  </a:lnTo>
                  <a:lnTo>
                    <a:pt x="31410" y="1777"/>
                  </a:lnTo>
                  <a:lnTo>
                    <a:pt x="22606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 descr=""/>
            <p:cNvSpPr/>
            <p:nvPr/>
          </p:nvSpPr>
          <p:spPr>
            <a:xfrm>
              <a:off x="10864871" y="7081327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4" h="19684">
                  <a:moveTo>
                    <a:pt x="14858" y="0"/>
                  </a:moveTo>
                  <a:lnTo>
                    <a:pt x="4282" y="0"/>
                  </a:lnTo>
                  <a:lnTo>
                    <a:pt x="0" y="4282"/>
                  </a:lnTo>
                  <a:lnTo>
                    <a:pt x="0" y="14858"/>
                  </a:lnTo>
                  <a:lnTo>
                    <a:pt x="4282" y="19140"/>
                  </a:lnTo>
                  <a:lnTo>
                    <a:pt x="14858" y="19140"/>
                  </a:lnTo>
                  <a:lnTo>
                    <a:pt x="19140" y="14858"/>
                  </a:lnTo>
                  <a:lnTo>
                    <a:pt x="19140" y="9570"/>
                  </a:lnTo>
                  <a:lnTo>
                    <a:pt x="19140" y="4282"/>
                  </a:lnTo>
                  <a:lnTo>
                    <a:pt x="14858" y="0"/>
                  </a:lnTo>
                  <a:close/>
                </a:path>
              </a:pathLst>
            </a:custGeom>
            <a:solidFill>
              <a:srgbClr val="F6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 descr=""/>
            <p:cNvSpPr/>
            <p:nvPr/>
          </p:nvSpPr>
          <p:spPr>
            <a:xfrm>
              <a:off x="10999006" y="7068281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20">
                  <a:moveTo>
                    <a:pt x="22617" y="0"/>
                  </a:moveTo>
                  <a:lnTo>
                    <a:pt x="13813" y="1777"/>
                  </a:lnTo>
                  <a:lnTo>
                    <a:pt x="6624" y="6624"/>
                  </a:lnTo>
                  <a:lnTo>
                    <a:pt x="1777" y="13813"/>
                  </a:lnTo>
                  <a:lnTo>
                    <a:pt x="0" y="22617"/>
                  </a:lnTo>
                  <a:lnTo>
                    <a:pt x="1777" y="31421"/>
                  </a:lnTo>
                  <a:lnTo>
                    <a:pt x="6624" y="38610"/>
                  </a:lnTo>
                  <a:lnTo>
                    <a:pt x="13813" y="43456"/>
                  </a:lnTo>
                  <a:lnTo>
                    <a:pt x="22617" y="45234"/>
                  </a:lnTo>
                  <a:lnTo>
                    <a:pt x="31414" y="43456"/>
                  </a:lnTo>
                  <a:lnTo>
                    <a:pt x="38600" y="38610"/>
                  </a:lnTo>
                  <a:lnTo>
                    <a:pt x="43446" y="31421"/>
                  </a:lnTo>
                  <a:lnTo>
                    <a:pt x="45223" y="22617"/>
                  </a:lnTo>
                  <a:lnTo>
                    <a:pt x="43446" y="13813"/>
                  </a:lnTo>
                  <a:lnTo>
                    <a:pt x="38600" y="6624"/>
                  </a:lnTo>
                  <a:lnTo>
                    <a:pt x="31414" y="1777"/>
                  </a:lnTo>
                  <a:lnTo>
                    <a:pt x="22617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 descr=""/>
            <p:cNvSpPr/>
            <p:nvPr/>
          </p:nvSpPr>
          <p:spPr>
            <a:xfrm>
              <a:off x="11012042" y="7081327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4" h="19684">
                  <a:moveTo>
                    <a:pt x="14868" y="0"/>
                  </a:moveTo>
                  <a:lnTo>
                    <a:pt x="4293" y="0"/>
                  </a:lnTo>
                  <a:lnTo>
                    <a:pt x="0" y="4282"/>
                  </a:lnTo>
                  <a:lnTo>
                    <a:pt x="0" y="14858"/>
                  </a:lnTo>
                  <a:lnTo>
                    <a:pt x="4293" y="19140"/>
                  </a:lnTo>
                  <a:lnTo>
                    <a:pt x="14868" y="19140"/>
                  </a:lnTo>
                  <a:lnTo>
                    <a:pt x="19151" y="14858"/>
                  </a:lnTo>
                  <a:lnTo>
                    <a:pt x="19151" y="9570"/>
                  </a:lnTo>
                  <a:lnTo>
                    <a:pt x="19151" y="4282"/>
                  </a:lnTo>
                  <a:lnTo>
                    <a:pt x="14868" y="0"/>
                  </a:lnTo>
                  <a:close/>
                </a:path>
              </a:pathLst>
            </a:custGeom>
            <a:solidFill>
              <a:srgbClr val="F6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 descr=""/>
            <p:cNvSpPr/>
            <p:nvPr/>
          </p:nvSpPr>
          <p:spPr>
            <a:xfrm>
              <a:off x="10869105" y="7543513"/>
              <a:ext cx="158115" cy="64769"/>
            </a:xfrm>
            <a:custGeom>
              <a:avLst/>
              <a:gdLst/>
              <a:ahLst/>
              <a:cxnLst/>
              <a:rect l="l" t="t" r="r" b="b"/>
              <a:pathLst>
                <a:path w="158115" h="64770">
                  <a:moveTo>
                    <a:pt x="157835" y="33680"/>
                  </a:moveTo>
                  <a:lnTo>
                    <a:pt x="0" y="33680"/>
                  </a:lnTo>
                  <a:lnTo>
                    <a:pt x="0" y="64719"/>
                  </a:lnTo>
                  <a:lnTo>
                    <a:pt x="157835" y="64719"/>
                  </a:lnTo>
                  <a:lnTo>
                    <a:pt x="157835" y="33680"/>
                  </a:lnTo>
                  <a:close/>
                </a:path>
                <a:path w="158115" h="64770">
                  <a:moveTo>
                    <a:pt x="157835" y="0"/>
                  </a:moveTo>
                  <a:lnTo>
                    <a:pt x="0" y="0"/>
                  </a:lnTo>
                  <a:lnTo>
                    <a:pt x="0" y="12407"/>
                  </a:lnTo>
                  <a:lnTo>
                    <a:pt x="157835" y="12407"/>
                  </a:lnTo>
                  <a:lnTo>
                    <a:pt x="157835" y="0"/>
                  </a:lnTo>
                  <a:close/>
                </a:path>
              </a:pathLst>
            </a:custGeom>
            <a:solidFill>
              <a:srgbClr val="A0CA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 descr=""/>
            <p:cNvSpPr/>
            <p:nvPr/>
          </p:nvSpPr>
          <p:spPr>
            <a:xfrm>
              <a:off x="10869119" y="7147086"/>
              <a:ext cx="158115" cy="23495"/>
            </a:xfrm>
            <a:custGeom>
              <a:avLst/>
              <a:gdLst/>
              <a:ahLst/>
              <a:cxnLst/>
              <a:rect l="l" t="t" r="r" b="b"/>
              <a:pathLst>
                <a:path w="158115" h="23495">
                  <a:moveTo>
                    <a:pt x="157827" y="0"/>
                  </a:moveTo>
                  <a:lnTo>
                    <a:pt x="0" y="0"/>
                  </a:lnTo>
                  <a:lnTo>
                    <a:pt x="0" y="16219"/>
                  </a:lnTo>
                  <a:lnTo>
                    <a:pt x="59200" y="14195"/>
                  </a:lnTo>
                  <a:lnTo>
                    <a:pt x="103890" y="15194"/>
                  </a:lnTo>
                  <a:lnTo>
                    <a:pt x="136092" y="18394"/>
                  </a:lnTo>
                  <a:lnTo>
                    <a:pt x="157827" y="22973"/>
                  </a:lnTo>
                  <a:lnTo>
                    <a:pt x="157827" y="0"/>
                  </a:lnTo>
                  <a:close/>
                </a:path>
              </a:pathLst>
            </a:custGeom>
            <a:solidFill>
              <a:srgbClr val="ACC4C7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89" name="object 189" descr="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1094929" y="6955925"/>
              <a:ext cx="81903" cy="252997"/>
            </a:xfrm>
            <a:prstGeom prst="rect">
              <a:avLst/>
            </a:prstGeom>
          </p:spPr>
        </p:pic>
        <p:sp>
          <p:nvSpPr>
            <p:cNvPr id="190" name="object 190" descr=""/>
            <p:cNvSpPr/>
            <p:nvPr/>
          </p:nvSpPr>
          <p:spPr>
            <a:xfrm>
              <a:off x="10744847" y="3365318"/>
              <a:ext cx="448945" cy="625475"/>
            </a:xfrm>
            <a:custGeom>
              <a:avLst/>
              <a:gdLst/>
              <a:ahLst/>
              <a:cxnLst/>
              <a:rect l="l" t="t" r="r" b="b"/>
              <a:pathLst>
                <a:path w="448945" h="625475">
                  <a:moveTo>
                    <a:pt x="411631" y="0"/>
                  </a:moveTo>
                  <a:lnTo>
                    <a:pt x="37161" y="0"/>
                  </a:lnTo>
                  <a:lnTo>
                    <a:pt x="0" y="624996"/>
                  </a:lnTo>
                  <a:lnTo>
                    <a:pt x="448803" y="624996"/>
                  </a:lnTo>
                  <a:lnTo>
                    <a:pt x="411631" y="0"/>
                  </a:lnTo>
                  <a:close/>
                </a:path>
              </a:pathLst>
            </a:custGeom>
            <a:solidFill>
              <a:srgbClr val="A1CB5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 descr=""/>
            <p:cNvSpPr/>
            <p:nvPr/>
          </p:nvSpPr>
          <p:spPr>
            <a:xfrm>
              <a:off x="10744847" y="3932264"/>
              <a:ext cx="448945" cy="58419"/>
            </a:xfrm>
            <a:custGeom>
              <a:avLst/>
              <a:gdLst/>
              <a:ahLst/>
              <a:cxnLst/>
              <a:rect l="l" t="t" r="r" b="b"/>
              <a:pathLst>
                <a:path w="448945" h="58420">
                  <a:moveTo>
                    <a:pt x="445347" y="0"/>
                  </a:moveTo>
                  <a:lnTo>
                    <a:pt x="3444" y="0"/>
                  </a:lnTo>
                  <a:lnTo>
                    <a:pt x="0" y="58050"/>
                  </a:lnTo>
                  <a:lnTo>
                    <a:pt x="448803" y="58050"/>
                  </a:lnTo>
                  <a:lnTo>
                    <a:pt x="445347" y="0"/>
                  </a:lnTo>
                  <a:close/>
                </a:path>
              </a:pathLst>
            </a:custGeom>
            <a:solidFill>
              <a:srgbClr val="C8D63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 descr=""/>
            <p:cNvSpPr/>
            <p:nvPr/>
          </p:nvSpPr>
          <p:spPr>
            <a:xfrm>
              <a:off x="10931436" y="2857002"/>
              <a:ext cx="76835" cy="76835"/>
            </a:xfrm>
            <a:custGeom>
              <a:avLst/>
              <a:gdLst/>
              <a:ahLst/>
              <a:cxnLst/>
              <a:rect l="l" t="t" r="r" b="b"/>
              <a:pathLst>
                <a:path w="76834" h="76835">
                  <a:moveTo>
                    <a:pt x="76228" y="0"/>
                  </a:moveTo>
                  <a:lnTo>
                    <a:pt x="0" y="0"/>
                  </a:lnTo>
                  <a:lnTo>
                    <a:pt x="0" y="76228"/>
                  </a:lnTo>
                  <a:lnTo>
                    <a:pt x="76228" y="76228"/>
                  </a:lnTo>
                  <a:lnTo>
                    <a:pt x="76228" y="0"/>
                  </a:lnTo>
                  <a:close/>
                </a:path>
              </a:pathLst>
            </a:custGeom>
            <a:solidFill>
              <a:srgbClr val="D1EAE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 descr=""/>
            <p:cNvSpPr/>
            <p:nvPr/>
          </p:nvSpPr>
          <p:spPr>
            <a:xfrm>
              <a:off x="10745483" y="2912357"/>
              <a:ext cx="448945" cy="453390"/>
            </a:xfrm>
            <a:custGeom>
              <a:avLst/>
              <a:gdLst/>
              <a:ahLst/>
              <a:cxnLst/>
              <a:rect l="l" t="t" r="r" b="b"/>
              <a:pathLst>
                <a:path w="448945" h="453389">
                  <a:moveTo>
                    <a:pt x="448449" y="92938"/>
                  </a:moveTo>
                  <a:lnTo>
                    <a:pt x="441147" y="56781"/>
                  </a:lnTo>
                  <a:lnTo>
                    <a:pt x="421246" y="27254"/>
                  </a:lnTo>
                  <a:lnTo>
                    <a:pt x="391718" y="7353"/>
                  </a:lnTo>
                  <a:lnTo>
                    <a:pt x="355574" y="76"/>
                  </a:lnTo>
                  <a:lnTo>
                    <a:pt x="92875" y="0"/>
                  </a:lnTo>
                  <a:lnTo>
                    <a:pt x="56718" y="7289"/>
                  </a:lnTo>
                  <a:lnTo>
                    <a:pt x="27203" y="27203"/>
                  </a:lnTo>
                  <a:lnTo>
                    <a:pt x="7302" y="56730"/>
                  </a:lnTo>
                  <a:lnTo>
                    <a:pt x="0" y="92887"/>
                  </a:lnTo>
                  <a:lnTo>
                    <a:pt x="0" y="336956"/>
                  </a:lnTo>
                  <a:lnTo>
                    <a:pt x="63944" y="367055"/>
                  </a:lnTo>
                  <a:lnTo>
                    <a:pt x="57175" y="452970"/>
                  </a:lnTo>
                  <a:lnTo>
                    <a:pt x="390334" y="452970"/>
                  </a:lnTo>
                  <a:lnTo>
                    <a:pt x="383768" y="367461"/>
                  </a:lnTo>
                  <a:lnTo>
                    <a:pt x="448449" y="337007"/>
                  </a:lnTo>
                  <a:lnTo>
                    <a:pt x="448449" y="92938"/>
                  </a:lnTo>
                  <a:close/>
                </a:path>
              </a:pathLst>
            </a:custGeom>
            <a:solidFill>
              <a:srgbClr val="A1CB57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94" name="object 194" descr="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10783694" y="2414031"/>
              <a:ext cx="139461" cy="126687"/>
            </a:xfrm>
            <a:prstGeom prst="rect">
              <a:avLst/>
            </a:prstGeom>
          </p:spPr>
        </p:pic>
        <p:pic>
          <p:nvPicPr>
            <p:cNvPr id="195" name="object 195" descr="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1015341" y="2414031"/>
              <a:ext cx="139461" cy="126687"/>
            </a:xfrm>
            <a:prstGeom prst="rect">
              <a:avLst/>
            </a:prstGeom>
          </p:spPr>
        </p:pic>
        <p:sp>
          <p:nvSpPr>
            <p:cNvPr id="196" name="object 196" descr=""/>
            <p:cNvSpPr/>
            <p:nvPr/>
          </p:nvSpPr>
          <p:spPr>
            <a:xfrm>
              <a:off x="10833570" y="2544362"/>
              <a:ext cx="271780" cy="321945"/>
            </a:xfrm>
            <a:custGeom>
              <a:avLst/>
              <a:gdLst/>
              <a:ahLst/>
              <a:cxnLst/>
              <a:rect l="l" t="t" r="r" b="b"/>
              <a:pathLst>
                <a:path w="271779" h="321944">
                  <a:moveTo>
                    <a:pt x="271335" y="152730"/>
                  </a:moveTo>
                  <a:lnTo>
                    <a:pt x="261937" y="148475"/>
                  </a:lnTo>
                  <a:lnTo>
                    <a:pt x="256768" y="148475"/>
                  </a:lnTo>
                  <a:lnTo>
                    <a:pt x="256768" y="62217"/>
                  </a:lnTo>
                  <a:lnTo>
                    <a:pt x="251663" y="38061"/>
                  </a:lnTo>
                  <a:lnTo>
                    <a:pt x="237794" y="18275"/>
                  </a:lnTo>
                  <a:lnTo>
                    <a:pt x="217258" y="4902"/>
                  </a:lnTo>
                  <a:lnTo>
                    <a:pt x="192176" y="0"/>
                  </a:lnTo>
                  <a:lnTo>
                    <a:pt x="79159" y="0"/>
                  </a:lnTo>
                  <a:lnTo>
                    <a:pt x="54089" y="4902"/>
                  </a:lnTo>
                  <a:lnTo>
                    <a:pt x="33553" y="18275"/>
                  </a:lnTo>
                  <a:lnTo>
                    <a:pt x="19672" y="38061"/>
                  </a:lnTo>
                  <a:lnTo>
                    <a:pt x="14579" y="62217"/>
                  </a:lnTo>
                  <a:lnTo>
                    <a:pt x="14579" y="148475"/>
                  </a:lnTo>
                  <a:lnTo>
                    <a:pt x="9398" y="148475"/>
                  </a:lnTo>
                  <a:lnTo>
                    <a:pt x="0" y="152730"/>
                  </a:lnTo>
                  <a:lnTo>
                    <a:pt x="0" y="216458"/>
                  </a:lnTo>
                  <a:lnTo>
                    <a:pt x="9398" y="220713"/>
                  </a:lnTo>
                  <a:lnTo>
                    <a:pt x="17919" y="220713"/>
                  </a:lnTo>
                  <a:lnTo>
                    <a:pt x="24130" y="250126"/>
                  </a:lnTo>
                  <a:lnTo>
                    <a:pt x="50139" y="287223"/>
                  </a:lnTo>
                  <a:lnTo>
                    <a:pt x="88646" y="312293"/>
                  </a:lnTo>
                  <a:lnTo>
                    <a:pt x="135674" y="321487"/>
                  </a:lnTo>
                  <a:lnTo>
                    <a:pt x="182689" y="312293"/>
                  </a:lnTo>
                  <a:lnTo>
                    <a:pt x="221195" y="287223"/>
                  </a:lnTo>
                  <a:lnTo>
                    <a:pt x="247205" y="250126"/>
                  </a:lnTo>
                  <a:lnTo>
                    <a:pt x="253403" y="220713"/>
                  </a:lnTo>
                  <a:lnTo>
                    <a:pt x="256705" y="220713"/>
                  </a:lnTo>
                  <a:lnTo>
                    <a:pt x="261937" y="220713"/>
                  </a:lnTo>
                  <a:lnTo>
                    <a:pt x="271335" y="216458"/>
                  </a:lnTo>
                  <a:lnTo>
                    <a:pt x="271335" y="152730"/>
                  </a:lnTo>
                  <a:close/>
                </a:path>
              </a:pathLst>
            </a:custGeom>
            <a:solidFill>
              <a:srgbClr val="D1EAE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 descr=""/>
            <p:cNvSpPr/>
            <p:nvPr/>
          </p:nvSpPr>
          <p:spPr>
            <a:xfrm>
              <a:off x="10818571" y="3157746"/>
              <a:ext cx="76835" cy="80010"/>
            </a:xfrm>
            <a:custGeom>
              <a:avLst/>
              <a:gdLst/>
              <a:ahLst/>
              <a:cxnLst/>
              <a:rect l="l" t="t" r="r" b="b"/>
              <a:pathLst>
                <a:path w="76834" h="80010">
                  <a:moveTo>
                    <a:pt x="31940" y="69850"/>
                  </a:moveTo>
                  <a:lnTo>
                    <a:pt x="17868" y="69850"/>
                  </a:lnTo>
                  <a:lnTo>
                    <a:pt x="17868" y="49530"/>
                  </a:lnTo>
                  <a:lnTo>
                    <a:pt x="3048" y="49530"/>
                  </a:lnTo>
                  <a:lnTo>
                    <a:pt x="3048" y="0"/>
                  </a:lnTo>
                  <a:lnTo>
                    <a:pt x="0" y="0"/>
                  </a:lnTo>
                  <a:lnTo>
                    <a:pt x="0" y="49530"/>
                  </a:lnTo>
                  <a:lnTo>
                    <a:pt x="0" y="69850"/>
                  </a:lnTo>
                  <a:lnTo>
                    <a:pt x="0" y="80010"/>
                  </a:lnTo>
                  <a:lnTo>
                    <a:pt x="31940" y="80010"/>
                  </a:lnTo>
                  <a:lnTo>
                    <a:pt x="31940" y="69850"/>
                  </a:lnTo>
                  <a:close/>
                </a:path>
                <a:path w="76834" h="80010">
                  <a:moveTo>
                    <a:pt x="76225" y="67894"/>
                  </a:moveTo>
                  <a:lnTo>
                    <a:pt x="29667" y="69634"/>
                  </a:lnTo>
                  <a:lnTo>
                    <a:pt x="65290" y="69634"/>
                  </a:lnTo>
                  <a:lnTo>
                    <a:pt x="76225" y="67894"/>
                  </a:lnTo>
                  <a:close/>
                </a:path>
              </a:pathLst>
            </a:custGeom>
            <a:solidFill>
              <a:srgbClr val="ACC4C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 descr=""/>
            <p:cNvSpPr/>
            <p:nvPr/>
          </p:nvSpPr>
          <p:spPr>
            <a:xfrm>
              <a:off x="10817158" y="2467789"/>
              <a:ext cx="304165" cy="237490"/>
            </a:xfrm>
            <a:custGeom>
              <a:avLst/>
              <a:gdLst/>
              <a:ahLst/>
              <a:cxnLst/>
              <a:rect l="l" t="t" r="r" b="b"/>
              <a:pathLst>
                <a:path w="304165" h="237489">
                  <a:moveTo>
                    <a:pt x="152089" y="0"/>
                  </a:moveTo>
                  <a:lnTo>
                    <a:pt x="104017" y="7546"/>
                  </a:lnTo>
                  <a:lnTo>
                    <a:pt x="62267" y="28558"/>
                  </a:lnTo>
                  <a:lnTo>
                    <a:pt x="29344" y="60600"/>
                  </a:lnTo>
                  <a:lnTo>
                    <a:pt x="7753" y="101232"/>
                  </a:lnTo>
                  <a:lnTo>
                    <a:pt x="0" y="148016"/>
                  </a:lnTo>
                  <a:lnTo>
                    <a:pt x="2120" y="172645"/>
                  </a:lnTo>
                  <a:lnTo>
                    <a:pt x="8236" y="195942"/>
                  </a:lnTo>
                  <a:lnTo>
                    <a:pt x="17983" y="217600"/>
                  </a:lnTo>
                  <a:lnTo>
                    <a:pt x="30993" y="237312"/>
                  </a:lnTo>
                  <a:lnTo>
                    <a:pt x="42112" y="193396"/>
                  </a:lnTo>
                  <a:lnTo>
                    <a:pt x="68355" y="157730"/>
                  </a:lnTo>
                  <a:lnTo>
                    <a:pt x="106191" y="133785"/>
                  </a:lnTo>
                  <a:lnTo>
                    <a:pt x="152089" y="125032"/>
                  </a:lnTo>
                  <a:lnTo>
                    <a:pt x="197987" y="133785"/>
                  </a:lnTo>
                  <a:lnTo>
                    <a:pt x="235823" y="157730"/>
                  </a:lnTo>
                  <a:lnTo>
                    <a:pt x="262066" y="193396"/>
                  </a:lnTo>
                  <a:lnTo>
                    <a:pt x="273185" y="237312"/>
                  </a:lnTo>
                  <a:lnTo>
                    <a:pt x="286194" y="217600"/>
                  </a:lnTo>
                  <a:lnTo>
                    <a:pt x="295937" y="195942"/>
                  </a:lnTo>
                  <a:lnTo>
                    <a:pt x="302050" y="172645"/>
                  </a:lnTo>
                  <a:lnTo>
                    <a:pt x="304168" y="148016"/>
                  </a:lnTo>
                  <a:lnTo>
                    <a:pt x="296415" y="101232"/>
                  </a:lnTo>
                  <a:lnTo>
                    <a:pt x="274825" y="60600"/>
                  </a:lnTo>
                  <a:lnTo>
                    <a:pt x="241903" y="28558"/>
                  </a:lnTo>
                  <a:lnTo>
                    <a:pt x="200156" y="7546"/>
                  </a:lnTo>
                  <a:lnTo>
                    <a:pt x="152089" y="0"/>
                  </a:lnTo>
                  <a:close/>
                </a:path>
              </a:pathLst>
            </a:custGeom>
            <a:solidFill>
              <a:srgbClr val="85BB24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99" name="object 199" descr="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10871892" y="2381840"/>
              <a:ext cx="194706" cy="128645"/>
            </a:xfrm>
            <a:prstGeom prst="rect">
              <a:avLst/>
            </a:prstGeom>
          </p:spPr>
        </p:pic>
        <p:sp>
          <p:nvSpPr>
            <p:cNvPr id="200" name="object 200" descr=""/>
            <p:cNvSpPr/>
            <p:nvPr/>
          </p:nvSpPr>
          <p:spPr>
            <a:xfrm>
              <a:off x="10836482" y="2467785"/>
              <a:ext cx="266065" cy="43180"/>
            </a:xfrm>
            <a:custGeom>
              <a:avLst/>
              <a:gdLst/>
              <a:ahLst/>
              <a:cxnLst/>
              <a:rect l="l" t="t" r="r" b="b"/>
              <a:pathLst>
                <a:path w="266065" h="43180">
                  <a:moveTo>
                    <a:pt x="262923" y="0"/>
                  </a:moveTo>
                  <a:lnTo>
                    <a:pt x="2607" y="0"/>
                  </a:lnTo>
                  <a:lnTo>
                    <a:pt x="0" y="2607"/>
                  </a:lnTo>
                  <a:lnTo>
                    <a:pt x="0" y="40093"/>
                  </a:lnTo>
                  <a:lnTo>
                    <a:pt x="2607" y="42700"/>
                  </a:lnTo>
                  <a:lnTo>
                    <a:pt x="259740" y="42700"/>
                  </a:lnTo>
                  <a:lnTo>
                    <a:pt x="262923" y="42700"/>
                  </a:lnTo>
                  <a:lnTo>
                    <a:pt x="265531" y="40093"/>
                  </a:lnTo>
                  <a:lnTo>
                    <a:pt x="265531" y="2607"/>
                  </a:lnTo>
                  <a:lnTo>
                    <a:pt x="262923" y="0"/>
                  </a:lnTo>
                  <a:close/>
                </a:path>
              </a:pathLst>
            </a:custGeom>
            <a:solidFill>
              <a:srgbClr val="85BB24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01" name="object 201" descr="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0838431" y="2879187"/>
              <a:ext cx="262242" cy="237368"/>
            </a:xfrm>
            <a:prstGeom prst="rect">
              <a:avLst/>
            </a:prstGeom>
          </p:spPr>
        </p:pic>
        <p:sp>
          <p:nvSpPr>
            <p:cNvPr id="202" name="object 202" descr=""/>
            <p:cNvSpPr/>
            <p:nvPr/>
          </p:nvSpPr>
          <p:spPr>
            <a:xfrm>
              <a:off x="10827126" y="3060317"/>
              <a:ext cx="284480" cy="965835"/>
            </a:xfrm>
            <a:custGeom>
              <a:avLst/>
              <a:gdLst/>
              <a:ahLst/>
              <a:cxnLst/>
              <a:rect l="l" t="t" r="r" b="b"/>
              <a:pathLst>
                <a:path w="284479" h="965835">
                  <a:moveTo>
                    <a:pt x="142121" y="0"/>
                  </a:moveTo>
                  <a:lnTo>
                    <a:pt x="92212" y="10075"/>
                  </a:lnTo>
                  <a:lnTo>
                    <a:pt x="51457" y="37552"/>
                  </a:lnTo>
                  <a:lnTo>
                    <a:pt x="23980" y="78307"/>
                  </a:lnTo>
                  <a:lnTo>
                    <a:pt x="13905" y="128215"/>
                  </a:lnTo>
                  <a:lnTo>
                    <a:pt x="41726" y="482791"/>
                  </a:lnTo>
                  <a:lnTo>
                    <a:pt x="0" y="965583"/>
                  </a:lnTo>
                  <a:lnTo>
                    <a:pt x="284242" y="965583"/>
                  </a:lnTo>
                  <a:lnTo>
                    <a:pt x="242516" y="482791"/>
                  </a:lnTo>
                  <a:lnTo>
                    <a:pt x="270337" y="128215"/>
                  </a:lnTo>
                  <a:lnTo>
                    <a:pt x="260261" y="78307"/>
                  </a:lnTo>
                  <a:lnTo>
                    <a:pt x="232784" y="37552"/>
                  </a:lnTo>
                  <a:lnTo>
                    <a:pt x="192029" y="10075"/>
                  </a:lnTo>
                  <a:lnTo>
                    <a:pt x="142121" y="0"/>
                  </a:lnTo>
                  <a:close/>
                </a:path>
              </a:pathLst>
            </a:custGeom>
            <a:solidFill>
              <a:srgbClr val="F6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 descr=""/>
            <p:cNvSpPr/>
            <p:nvPr/>
          </p:nvSpPr>
          <p:spPr>
            <a:xfrm>
              <a:off x="10890874" y="3182836"/>
              <a:ext cx="51435" cy="51435"/>
            </a:xfrm>
            <a:custGeom>
              <a:avLst/>
              <a:gdLst/>
              <a:ahLst/>
              <a:cxnLst/>
              <a:rect l="l" t="t" r="r" b="b"/>
              <a:pathLst>
                <a:path w="51434" h="51435">
                  <a:moveTo>
                    <a:pt x="25643" y="0"/>
                  </a:moveTo>
                  <a:lnTo>
                    <a:pt x="15659" y="2015"/>
                  </a:lnTo>
                  <a:lnTo>
                    <a:pt x="7508" y="7512"/>
                  </a:lnTo>
                  <a:lnTo>
                    <a:pt x="2014" y="15664"/>
                  </a:lnTo>
                  <a:lnTo>
                    <a:pt x="0" y="25643"/>
                  </a:lnTo>
                  <a:lnTo>
                    <a:pt x="2014" y="35622"/>
                  </a:lnTo>
                  <a:lnTo>
                    <a:pt x="7508" y="43773"/>
                  </a:lnTo>
                  <a:lnTo>
                    <a:pt x="15659" y="49270"/>
                  </a:lnTo>
                  <a:lnTo>
                    <a:pt x="25643" y="51286"/>
                  </a:lnTo>
                  <a:lnTo>
                    <a:pt x="35622" y="49270"/>
                  </a:lnTo>
                  <a:lnTo>
                    <a:pt x="43773" y="43773"/>
                  </a:lnTo>
                  <a:lnTo>
                    <a:pt x="49270" y="35622"/>
                  </a:lnTo>
                  <a:lnTo>
                    <a:pt x="51286" y="25643"/>
                  </a:lnTo>
                  <a:lnTo>
                    <a:pt x="49270" y="15664"/>
                  </a:lnTo>
                  <a:lnTo>
                    <a:pt x="43773" y="7512"/>
                  </a:lnTo>
                  <a:lnTo>
                    <a:pt x="35622" y="2015"/>
                  </a:lnTo>
                  <a:lnTo>
                    <a:pt x="25643" y="0"/>
                  </a:lnTo>
                  <a:close/>
                </a:path>
              </a:pathLst>
            </a:custGeom>
            <a:solidFill>
              <a:srgbClr val="C8D63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 descr=""/>
            <p:cNvSpPr/>
            <p:nvPr/>
          </p:nvSpPr>
          <p:spPr>
            <a:xfrm>
              <a:off x="10905655" y="3197621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6858" y="0"/>
                  </a:moveTo>
                  <a:lnTo>
                    <a:pt x="4868" y="0"/>
                  </a:lnTo>
                  <a:lnTo>
                    <a:pt x="0" y="4868"/>
                  </a:lnTo>
                  <a:lnTo>
                    <a:pt x="0" y="16858"/>
                  </a:lnTo>
                  <a:lnTo>
                    <a:pt x="4868" y="21716"/>
                  </a:lnTo>
                  <a:lnTo>
                    <a:pt x="16858" y="21716"/>
                  </a:lnTo>
                  <a:lnTo>
                    <a:pt x="21716" y="16858"/>
                  </a:lnTo>
                  <a:lnTo>
                    <a:pt x="21716" y="10858"/>
                  </a:lnTo>
                  <a:lnTo>
                    <a:pt x="21716" y="4868"/>
                  </a:lnTo>
                  <a:lnTo>
                    <a:pt x="16858" y="0"/>
                  </a:lnTo>
                  <a:close/>
                </a:path>
              </a:pathLst>
            </a:custGeom>
            <a:solidFill>
              <a:srgbClr val="F6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 descr=""/>
            <p:cNvSpPr/>
            <p:nvPr/>
          </p:nvSpPr>
          <p:spPr>
            <a:xfrm>
              <a:off x="10745483" y="3216014"/>
              <a:ext cx="448945" cy="502284"/>
            </a:xfrm>
            <a:custGeom>
              <a:avLst/>
              <a:gdLst/>
              <a:ahLst/>
              <a:cxnLst/>
              <a:rect l="l" t="t" r="r" b="b"/>
              <a:pathLst>
                <a:path w="448945" h="502285">
                  <a:moveTo>
                    <a:pt x="209270" y="0"/>
                  </a:moveTo>
                  <a:lnTo>
                    <a:pt x="0" y="33299"/>
                  </a:lnTo>
                  <a:lnTo>
                    <a:pt x="0" y="246849"/>
                  </a:lnTo>
                  <a:lnTo>
                    <a:pt x="6299" y="291922"/>
                  </a:lnTo>
                  <a:lnTo>
                    <a:pt x="42481" y="410260"/>
                  </a:lnTo>
                  <a:lnTo>
                    <a:pt x="75692" y="471589"/>
                  </a:lnTo>
                  <a:lnTo>
                    <a:pt x="124942" y="495579"/>
                  </a:lnTo>
                  <a:lnTo>
                    <a:pt x="209270" y="501942"/>
                  </a:lnTo>
                  <a:lnTo>
                    <a:pt x="209270" y="0"/>
                  </a:lnTo>
                  <a:close/>
                </a:path>
                <a:path w="448945" h="502285">
                  <a:moveTo>
                    <a:pt x="448449" y="33299"/>
                  </a:moveTo>
                  <a:lnTo>
                    <a:pt x="239179" y="0"/>
                  </a:lnTo>
                  <a:lnTo>
                    <a:pt x="239179" y="501942"/>
                  </a:lnTo>
                  <a:lnTo>
                    <a:pt x="323507" y="495579"/>
                  </a:lnTo>
                  <a:lnTo>
                    <a:pt x="372757" y="471589"/>
                  </a:lnTo>
                  <a:lnTo>
                    <a:pt x="405955" y="410260"/>
                  </a:lnTo>
                  <a:lnTo>
                    <a:pt x="442137" y="291922"/>
                  </a:lnTo>
                  <a:lnTo>
                    <a:pt x="448449" y="246849"/>
                  </a:lnTo>
                  <a:lnTo>
                    <a:pt x="448449" y="33299"/>
                  </a:lnTo>
                  <a:close/>
                </a:path>
              </a:pathLst>
            </a:custGeom>
            <a:solidFill>
              <a:srgbClr val="C8D63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 descr=""/>
            <p:cNvSpPr/>
            <p:nvPr/>
          </p:nvSpPr>
          <p:spPr>
            <a:xfrm>
              <a:off x="10954755" y="3216006"/>
              <a:ext cx="30480" cy="77470"/>
            </a:xfrm>
            <a:custGeom>
              <a:avLst/>
              <a:gdLst/>
              <a:ahLst/>
              <a:cxnLst/>
              <a:rect l="l" t="t" r="r" b="b"/>
              <a:pathLst>
                <a:path w="30479" h="77470">
                  <a:moveTo>
                    <a:pt x="29915" y="0"/>
                  </a:moveTo>
                  <a:lnTo>
                    <a:pt x="0" y="0"/>
                  </a:lnTo>
                  <a:lnTo>
                    <a:pt x="0" y="77065"/>
                  </a:lnTo>
                  <a:lnTo>
                    <a:pt x="29915" y="77065"/>
                  </a:lnTo>
                  <a:lnTo>
                    <a:pt x="29915" y="0"/>
                  </a:lnTo>
                  <a:close/>
                </a:path>
              </a:pathLst>
            </a:custGeom>
            <a:solidFill>
              <a:srgbClr val="D1EAE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 descr=""/>
            <p:cNvSpPr/>
            <p:nvPr/>
          </p:nvSpPr>
          <p:spPr>
            <a:xfrm>
              <a:off x="10827127" y="3967849"/>
              <a:ext cx="284480" cy="58419"/>
            </a:xfrm>
            <a:custGeom>
              <a:avLst/>
              <a:gdLst/>
              <a:ahLst/>
              <a:cxnLst/>
              <a:rect l="l" t="t" r="r" b="b"/>
              <a:pathLst>
                <a:path w="284479" h="58420">
                  <a:moveTo>
                    <a:pt x="279227" y="0"/>
                  </a:moveTo>
                  <a:lnTo>
                    <a:pt x="5015" y="0"/>
                  </a:lnTo>
                  <a:lnTo>
                    <a:pt x="0" y="58050"/>
                  </a:lnTo>
                  <a:lnTo>
                    <a:pt x="284242" y="58050"/>
                  </a:lnTo>
                  <a:lnTo>
                    <a:pt x="279227" y="0"/>
                  </a:lnTo>
                  <a:close/>
                </a:path>
              </a:pathLst>
            </a:custGeom>
            <a:solidFill>
              <a:srgbClr val="C8D63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 descr=""/>
            <p:cNvSpPr/>
            <p:nvPr/>
          </p:nvSpPr>
          <p:spPr>
            <a:xfrm>
              <a:off x="11029696" y="3042189"/>
              <a:ext cx="141605" cy="948690"/>
            </a:xfrm>
            <a:custGeom>
              <a:avLst/>
              <a:gdLst/>
              <a:ahLst/>
              <a:cxnLst/>
              <a:rect l="l" t="t" r="r" b="b"/>
              <a:pathLst>
                <a:path w="141604" h="948689">
                  <a:moveTo>
                    <a:pt x="91630" y="0"/>
                  </a:moveTo>
                  <a:lnTo>
                    <a:pt x="91071" y="19532"/>
                  </a:lnTo>
                  <a:lnTo>
                    <a:pt x="89408" y="45377"/>
                  </a:lnTo>
                  <a:lnTo>
                    <a:pt x="86029" y="74879"/>
                  </a:lnTo>
                  <a:lnTo>
                    <a:pt x="80391" y="105384"/>
                  </a:lnTo>
                  <a:lnTo>
                    <a:pt x="66687" y="81153"/>
                  </a:lnTo>
                  <a:lnTo>
                    <a:pt x="48234" y="60579"/>
                  </a:lnTo>
                  <a:lnTo>
                    <a:pt x="25755" y="44373"/>
                  </a:lnTo>
                  <a:lnTo>
                    <a:pt x="0" y="33286"/>
                  </a:lnTo>
                  <a:lnTo>
                    <a:pt x="4660" y="35788"/>
                  </a:lnTo>
                  <a:lnTo>
                    <a:pt x="9105" y="38620"/>
                  </a:lnTo>
                  <a:lnTo>
                    <a:pt x="38684" y="65227"/>
                  </a:lnTo>
                  <a:lnTo>
                    <a:pt x="59499" y="101384"/>
                  </a:lnTo>
                  <a:lnTo>
                    <a:pt x="67767" y="139903"/>
                  </a:lnTo>
                  <a:lnTo>
                    <a:pt x="67767" y="146342"/>
                  </a:lnTo>
                  <a:lnTo>
                    <a:pt x="64236" y="191223"/>
                  </a:lnTo>
                  <a:lnTo>
                    <a:pt x="91630" y="195580"/>
                  </a:lnTo>
                  <a:lnTo>
                    <a:pt x="91630" y="0"/>
                  </a:lnTo>
                  <a:close/>
                </a:path>
                <a:path w="141604" h="948689">
                  <a:moveTo>
                    <a:pt x="141389" y="568883"/>
                  </a:moveTo>
                  <a:lnTo>
                    <a:pt x="138480" y="520001"/>
                  </a:lnTo>
                  <a:lnTo>
                    <a:pt x="118732" y="558723"/>
                  </a:lnTo>
                  <a:lnTo>
                    <a:pt x="97116" y="590448"/>
                  </a:lnTo>
                  <a:lnTo>
                    <a:pt x="74460" y="615873"/>
                  </a:lnTo>
                  <a:lnTo>
                    <a:pt x="51587" y="635660"/>
                  </a:lnTo>
                  <a:lnTo>
                    <a:pt x="78587" y="948131"/>
                  </a:lnTo>
                  <a:lnTo>
                    <a:pt x="100761" y="948131"/>
                  </a:lnTo>
                  <a:lnTo>
                    <a:pt x="74574" y="645223"/>
                  </a:lnTo>
                  <a:lnTo>
                    <a:pt x="91630" y="630961"/>
                  </a:lnTo>
                  <a:lnTo>
                    <a:pt x="108673" y="613676"/>
                  </a:lnTo>
                  <a:lnTo>
                    <a:pt x="125374" y="593077"/>
                  </a:lnTo>
                  <a:lnTo>
                    <a:pt x="141389" y="568883"/>
                  </a:lnTo>
                  <a:close/>
                </a:path>
              </a:pathLst>
            </a:custGeom>
            <a:solidFill>
              <a:srgbClr val="ACC4C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 descr=""/>
            <p:cNvSpPr/>
            <p:nvPr/>
          </p:nvSpPr>
          <p:spPr>
            <a:xfrm>
              <a:off x="10920447" y="3085410"/>
              <a:ext cx="51435" cy="51435"/>
            </a:xfrm>
            <a:custGeom>
              <a:avLst/>
              <a:gdLst/>
              <a:ahLst/>
              <a:cxnLst/>
              <a:rect l="l" t="t" r="r" b="b"/>
              <a:pathLst>
                <a:path w="51434" h="51435">
                  <a:moveTo>
                    <a:pt x="25643" y="0"/>
                  </a:moveTo>
                  <a:lnTo>
                    <a:pt x="15659" y="2015"/>
                  </a:lnTo>
                  <a:lnTo>
                    <a:pt x="7508" y="7512"/>
                  </a:lnTo>
                  <a:lnTo>
                    <a:pt x="2014" y="15664"/>
                  </a:lnTo>
                  <a:lnTo>
                    <a:pt x="0" y="25643"/>
                  </a:lnTo>
                  <a:lnTo>
                    <a:pt x="2014" y="35622"/>
                  </a:lnTo>
                  <a:lnTo>
                    <a:pt x="7508" y="43773"/>
                  </a:lnTo>
                  <a:lnTo>
                    <a:pt x="15659" y="49270"/>
                  </a:lnTo>
                  <a:lnTo>
                    <a:pt x="25643" y="51286"/>
                  </a:lnTo>
                  <a:lnTo>
                    <a:pt x="35626" y="49270"/>
                  </a:lnTo>
                  <a:lnTo>
                    <a:pt x="43777" y="43773"/>
                  </a:lnTo>
                  <a:lnTo>
                    <a:pt x="49271" y="35622"/>
                  </a:lnTo>
                  <a:lnTo>
                    <a:pt x="51286" y="25643"/>
                  </a:lnTo>
                  <a:lnTo>
                    <a:pt x="49271" y="15664"/>
                  </a:lnTo>
                  <a:lnTo>
                    <a:pt x="43777" y="7512"/>
                  </a:lnTo>
                  <a:lnTo>
                    <a:pt x="35626" y="2015"/>
                  </a:lnTo>
                  <a:lnTo>
                    <a:pt x="25643" y="0"/>
                  </a:lnTo>
                  <a:close/>
                </a:path>
              </a:pathLst>
            </a:custGeom>
            <a:solidFill>
              <a:srgbClr val="C8D63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 descr=""/>
            <p:cNvSpPr/>
            <p:nvPr/>
          </p:nvSpPr>
          <p:spPr>
            <a:xfrm>
              <a:off x="10935229" y="3100195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6858" y="0"/>
                  </a:moveTo>
                  <a:lnTo>
                    <a:pt x="4868" y="0"/>
                  </a:lnTo>
                  <a:lnTo>
                    <a:pt x="0" y="4858"/>
                  </a:lnTo>
                  <a:lnTo>
                    <a:pt x="0" y="16858"/>
                  </a:lnTo>
                  <a:lnTo>
                    <a:pt x="4868" y="21716"/>
                  </a:lnTo>
                  <a:lnTo>
                    <a:pt x="16858" y="21716"/>
                  </a:lnTo>
                  <a:lnTo>
                    <a:pt x="21716" y="16858"/>
                  </a:lnTo>
                  <a:lnTo>
                    <a:pt x="21716" y="10858"/>
                  </a:lnTo>
                  <a:lnTo>
                    <a:pt x="21716" y="4858"/>
                  </a:lnTo>
                  <a:lnTo>
                    <a:pt x="16858" y="0"/>
                  </a:lnTo>
                  <a:close/>
                </a:path>
              </a:pathLst>
            </a:custGeom>
            <a:solidFill>
              <a:srgbClr val="F6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 descr=""/>
            <p:cNvSpPr/>
            <p:nvPr/>
          </p:nvSpPr>
          <p:spPr>
            <a:xfrm>
              <a:off x="11004051" y="3143737"/>
              <a:ext cx="51435" cy="51435"/>
            </a:xfrm>
            <a:custGeom>
              <a:avLst/>
              <a:gdLst/>
              <a:ahLst/>
              <a:cxnLst/>
              <a:rect l="l" t="t" r="r" b="b"/>
              <a:pathLst>
                <a:path w="51434" h="51435">
                  <a:moveTo>
                    <a:pt x="25643" y="0"/>
                  </a:moveTo>
                  <a:lnTo>
                    <a:pt x="15659" y="2014"/>
                  </a:lnTo>
                  <a:lnTo>
                    <a:pt x="7508" y="7508"/>
                  </a:lnTo>
                  <a:lnTo>
                    <a:pt x="2014" y="15659"/>
                  </a:lnTo>
                  <a:lnTo>
                    <a:pt x="0" y="25643"/>
                  </a:lnTo>
                  <a:lnTo>
                    <a:pt x="2014" y="35622"/>
                  </a:lnTo>
                  <a:lnTo>
                    <a:pt x="7508" y="43773"/>
                  </a:lnTo>
                  <a:lnTo>
                    <a:pt x="15659" y="49270"/>
                  </a:lnTo>
                  <a:lnTo>
                    <a:pt x="25643" y="51286"/>
                  </a:lnTo>
                  <a:lnTo>
                    <a:pt x="35622" y="49270"/>
                  </a:lnTo>
                  <a:lnTo>
                    <a:pt x="43773" y="43773"/>
                  </a:lnTo>
                  <a:lnTo>
                    <a:pt x="49270" y="35622"/>
                  </a:lnTo>
                  <a:lnTo>
                    <a:pt x="51286" y="25643"/>
                  </a:lnTo>
                  <a:lnTo>
                    <a:pt x="49270" y="15659"/>
                  </a:lnTo>
                  <a:lnTo>
                    <a:pt x="43773" y="7508"/>
                  </a:lnTo>
                  <a:lnTo>
                    <a:pt x="35622" y="2014"/>
                  </a:lnTo>
                  <a:lnTo>
                    <a:pt x="25643" y="0"/>
                  </a:lnTo>
                  <a:close/>
                </a:path>
              </a:pathLst>
            </a:custGeom>
            <a:solidFill>
              <a:srgbClr val="C8D63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 descr=""/>
            <p:cNvSpPr/>
            <p:nvPr/>
          </p:nvSpPr>
          <p:spPr>
            <a:xfrm>
              <a:off x="11018834" y="315852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6858" y="0"/>
                  </a:moveTo>
                  <a:lnTo>
                    <a:pt x="4868" y="0"/>
                  </a:lnTo>
                  <a:lnTo>
                    <a:pt x="0" y="4858"/>
                  </a:lnTo>
                  <a:lnTo>
                    <a:pt x="0" y="16847"/>
                  </a:lnTo>
                  <a:lnTo>
                    <a:pt x="4868" y="21716"/>
                  </a:lnTo>
                  <a:lnTo>
                    <a:pt x="16858" y="21716"/>
                  </a:lnTo>
                  <a:lnTo>
                    <a:pt x="21716" y="16847"/>
                  </a:lnTo>
                  <a:lnTo>
                    <a:pt x="21716" y="10858"/>
                  </a:lnTo>
                  <a:lnTo>
                    <a:pt x="21716" y="4858"/>
                  </a:lnTo>
                  <a:lnTo>
                    <a:pt x="16858" y="0"/>
                  </a:lnTo>
                  <a:close/>
                </a:path>
              </a:pathLst>
            </a:custGeom>
            <a:solidFill>
              <a:srgbClr val="F6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 descr=""/>
            <p:cNvSpPr/>
            <p:nvPr/>
          </p:nvSpPr>
          <p:spPr>
            <a:xfrm>
              <a:off x="10949028" y="3605665"/>
              <a:ext cx="51435" cy="51435"/>
            </a:xfrm>
            <a:custGeom>
              <a:avLst/>
              <a:gdLst/>
              <a:ahLst/>
              <a:cxnLst/>
              <a:rect l="l" t="t" r="r" b="b"/>
              <a:pathLst>
                <a:path w="51434" h="51435">
                  <a:moveTo>
                    <a:pt x="25643" y="0"/>
                  </a:moveTo>
                  <a:lnTo>
                    <a:pt x="15659" y="2015"/>
                  </a:lnTo>
                  <a:lnTo>
                    <a:pt x="7508" y="7512"/>
                  </a:lnTo>
                  <a:lnTo>
                    <a:pt x="2014" y="15664"/>
                  </a:lnTo>
                  <a:lnTo>
                    <a:pt x="0" y="25643"/>
                  </a:lnTo>
                  <a:lnTo>
                    <a:pt x="2014" y="35622"/>
                  </a:lnTo>
                  <a:lnTo>
                    <a:pt x="7508" y="43773"/>
                  </a:lnTo>
                  <a:lnTo>
                    <a:pt x="15659" y="49270"/>
                  </a:lnTo>
                  <a:lnTo>
                    <a:pt x="25643" y="51286"/>
                  </a:lnTo>
                  <a:lnTo>
                    <a:pt x="35622" y="49270"/>
                  </a:lnTo>
                  <a:lnTo>
                    <a:pt x="43773" y="43773"/>
                  </a:lnTo>
                  <a:lnTo>
                    <a:pt x="49270" y="35622"/>
                  </a:lnTo>
                  <a:lnTo>
                    <a:pt x="51286" y="25643"/>
                  </a:lnTo>
                  <a:lnTo>
                    <a:pt x="49270" y="15664"/>
                  </a:lnTo>
                  <a:lnTo>
                    <a:pt x="43773" y="7512"/>
                  </a:lnTo>
                  <a:lnTo>
                    <a:pt x="35622" y="2015"/>
                  </a:lnTo>
                  <a:lnTo>
                    <a:pt x="25643" y="0"/>
                  </a:lnTo>
                  <a:close/>
                </a:path>
              </a:pathLst>
            </a:custGeom>
            <a:solidFill>
              <a:srgbClr val="C8D63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 descr=""/>
            <p:cNvSpPr/>
            <p:nvPr/>
          </p:nvSpPr>
          <p:spPr>
            <a:xfrm>
              <a:off x="10963821" y="362045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6847" y="0"/>
                  </a:moveTo>
                  <a:lnTo>
                    <a:pt x="4858" y="0"/>
                  </a:lnTo>
                  <a:lnTo>
                    <a:pt x="0" y="4858"/>
                  </a:lnTo>
                  <a:lnTo>
                    <a:pt x="0" y="16858"/>
                  </a:lnTo>
                  <a:lnTo>
                    <a:pt x="4858" y="21716"/>
                  </a:lnTo>
                  <a:lnTo>
                    <a:pt x="16847" y="21716"/>
                  </a:lnTo>
                  <a:lnTo>
                    <a:pt x="21706" y="16858"/>
                  </a:lnTo>
                  <a:lnTo>
                    <a:pt x="21706" y="10858"/>
                  </a:lnTo>
                  <a:lnTo>
                    <a:pt x="21706" y="4858"/>
                  </a:lnTo>
                  <a:lnTo>
                    <a:pt x="16847" y="0"/>
                  </a:lnTo>
                  <a:close/>
                </a:path>
              </a:pathLst>
            </a:custGeom>
            <a:solidFill>
              <a:srgbClr val="F6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 descr=""/>
            <p:cNvSpPr/>
            <p:nvPr/>
          </p:nvSpPr>
          <p:spPr>
            <a:xfrm>
              <a:off x="10959023" y="3451688"/>
              <a:ext cx="51435" cy="51435"/>
            </a:xfrm>
            <a:custGeom>
              <a:avLst/>
              <a:gdLst/>
              <a:ahLst/>
              <a:cxnLst/>
              <a:rect l="l" t="t" r="r" b="b"/>
              <a:pathLst>
                <a:path w="51434" h="51435">
                  <a:moveTo>
                    <a:pt x="25643" y="0"/>
                  </a:moveTo>
                  <a:lnTo>
                    <a:pt x="15664" y="2015"/>
                  </a:lnTo>
                  <a:lnTo>
                    <a:pt x="7512" y="7512"/>
                  </a:lnTo>
                  <a:lnTo>
                    <a:pt x="2015" y="15664"/>
                  </a:lnTo>
                  <a:lnTo>
                    <a:pt x="0" y="25643"/>
                  </a:lnTo>
                  <a:lnTo>
                    <a:pt x="2015" y="35622"/>
                  </a:lnTo>
                  <a:lnTo>
                    <a:pt x="7512" y="43773"/>
                  </a:lnTo>
                  <a:lnTo>
                    <a:pt x="15664" y="49270"/>
                  </a:lnTo>
                  <a:lnTo>
                    <a:pt x="25643" y="51286"/>
                  </a:lnTo>
                  <a:lnTo>
                    <a:pt x="35626" y="49270"/>
                  </a:lnTo>
                  <a:lnTo>
                    <a:pt x="43777" y="43773"/>
                  </a:lnTo>
                  <a:lnTo>
                    <a:pt x="49271" y="35622"/>
                  </a:lnTo>
                  <a:lnTo>
                    <a:pt x="51286" y="25643"/>
                  </a:lnTo>
                  <a:lnTo>
                    <a:pt x="49271" y="15664"/>
                  </a:lnTo>
                  <a:lnTo>
                    <a:pt x="43777" y="7512"/>
                  </a:lnTo>
                  <a:lnTo>
                    <a:pt x="35626" y="2015"/>
                  </a:lnTo>
                  <a:lnTo>
                    <a:pt x="25643" y="0"/>
                  </a:lnTo>
                  <a:close/>
                </a:path>
              </a:pathLst>
            </a:custGeom>
            <a:solidFill>
              <a:srgbClr val="C8D63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 descr=""/>
            <p:cNvSpPr/>
            <p:nvPr/>
          </p:nvSpPr>
          <p:spPr>
            <a:xfrm>
              <a:off x="10973814" y="3466473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6847" y="0"/>
                  </a:moveTo>
                  <a:lnTo>
                    <a:pt x="4858" y="0"/>
                  </a:lnTo>
                  <a:lnTo>
                    <a:pt x="0" y="4858"/>
                  </a:lnTo>
                  <a:lnTo>
                    <a:pt x="0" y="16847"/>
                  </a:lnTo>
                  <a:lnTo>
                    <a:pt x="4858" y="21716"/>
                  </a:lnTo>
                  <a:lnTo>
                    <a:pt x="16847" y="21716"/>
                  </a:lnTo>
                  <a:lnTo>
                    <a:pt x="21706" y="16847"/>
                  </a:lnTo>
                  <a:lnTo>
                    <a:pt x="21706" y="10858"/>
                  </a:lnTo>
                  <a:lnTo>
                    <a:pt x="21706" y="4858"/>
                  </a:lnTo>
                  <a:lnTo>
                    <a:pt x="16847" y="0"/>
                  </a:lnTo>
                  <a:close/>
                </a:path>
              </a:pathLst>
            </a:custGeom>
            <a:solidFill>
              <a:srgbClr val="F6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 descr=""/>
            <p:cNvSpPr/>
            <p:nvPr/>
          </p:nvSpPr>
          <p:spPr>
            <a:xfrm>
              <a:off x="10920447" y="3317581"/>
              <a:ext cx="51435" cy="51435"/>
            </a:xfrm>
            <a:custGeom>
              <a:avLst/>
              <a:gdLst/>
              <a:ahLst/>
              <a:cxnLst/>
              <a:rect l="l" t="t" r="r" b="b"/>
              <a:pathLst>
                <a:path w="51434" h="51435">
                  <a:moveTo>
                    <a:pt x="25643" y="0"/>
                  </a:moveTo>
                  <a:lnTo>
                    <a:pt x="15659" y="2015"/>
                  </a:lnTo>
                  <a:lnTo>
                    <a:pt x="7508" y="7512"/>
                  </a:lnTo>
                  <a:lnTo>
                    <a:pt x="2014" y="15664"/>
                  </a:lnTo>
                  <a:lnTo>
                    <a:pt x="0" y="25643"/>
                  </a:lnTo>
                  <a:lnTo>
                    <a:pt x="2014" y="35626"/>
                  </a:lnTo>
                  <a:lnTo>
                    <a:pt x="7508" y="43777"/>
                  </a:lnTo>
                  <a:lnTo>
                    <a:pt x="15659" y="49271"/>
                  </a:lnTo>
                  <a:lnTo>
                    <a:pt x="25643" y="51286"/>
                  </a:lnTo>
                  <a:lnTo>
                    <a:pt x="35626" y="49271"/>
                  </a:lnTo>
                  <a:lnTo>
                    <a:pt x="43777" y="43777"/>
                  </a:lnTo>
                  <a:lnTo>
                    <a:pt x="49271" y="35626"/>
                  </a:lnTo>
                  <a:lnTo>
                    <a:pt x="51286" y="25643"/>
                  </a:lnTo>
                  <a:lnTo>
                    <a:pt x="49271" y="15664"/>
                  </a:lnTo>
                  <a:lnTo>
                    <a:pt x="43777" y="7512"/>
                  </a:lnTo>
                  <a:lnTo>
                    <a:pt x="35626" y="2015"/>
                  </a:lnTo>
                  <a:lnTo>
                    <a:pt x="25643" y="0"/>
                  </a:lnTo>
                  <a:close/>
                </a:path>
              </a:pathLst>
            </a:custGeom>
            <a:solidFill>
              <a:srgbClr val="C8D63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 descr=""/>
            <p:cNvSpPr/>
            <p:nvPr/>
          </p:nvSpPr>
          <p:spPr>
            <a:xfrm>
              <a:off x="10935229" y="333236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6858" y="0"/>
                  </a:moveTo>
                  <a:lnTo>
                    <a:pt x="4868" y="0"/>
                  </a:lnTo>
                  <a:lnTo>
                    <a:pt x="0" y="4868"/>
                  </a:lnTo>
                  <a:lnTo>
                    <a:pt x="0" y="16858"/>
                  </a:lnTo>
                  <a:lnTo>
                    <a:pt x="4868" y="21716"/>
                  </a:lnTo>
                  <a:lnTo>
                    <a:pt x="16858" y="21716"/>
                  </a:lnTo>
                  <a:lnTo>
                    <a:pt x="21716" y="16858"/>
                  </a:lnTo>
                  <a:lnTo>
                    <a:pt x="21716" y="10858"/>
                  </a:lnTo>
                  <a:lnTo>
                    <a:pt x="21716" y="4868"/>
                  </a:lnTo>
                  <a:lnTo>
                    <a:pt x="16858" y="0"/>
                  </a:lnTo>
                  <a:close/>
                </a:path>
              </a:pathLst>
            </a:custGeom>
            <a:solidFill>
              <a:srgbClr val="F6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 descr=""/>
            <p:cNvSpPr/>
            <p:nvPr/>
          </p:nvSpPr>
          <p:spPr>
            <a:xfrm>
              <a:off x="10883947" y="3733997"/>
              <a:ext cx="51435" cy="51435"/>
            </a:xfrm>
            <a:custGeom>
              <a:avLst/>
              <a:gdLst/>
              <a:ahLst/>
              <a:cxnLst/>
              <a:rect l="l" t="t" r="r" b="b"/>
              <a:pathLst>
                <a:path w="51434" h="51435">
                  <a:moveTo>
                    <a:pt x="25643" y="0"/>
                  </a:moveTo>
                  <a:lnTo>
                    <a:pt x="15664" y="2015"/>
                  </a:lnTo>
                  <a:lnTo>
                    <a:pt x="7512" y="7512"/>
                  </a:lnTo>
                  <a:lnTo>
                    <a:pt x="2015" y="15664"/>
                  </a:lnTo>
                  <a:lnTo>
                    <a:pt x="0" y="25643"/>
                  </a:lnTo>
                  <a:lnTo>
                    <a:pt x="2015" y="35622"/>
                  </a:lnTo>
                  <a:lnTo>
                    <a:pt x="7512" y="43773"/>
                  </a:lnTo>
                  <a:lnTo>
                    <a:pt x="15664" y="49270"/>
                  </a:lnTo>
                  <a:lnTo>
                    <a:pt x="25643" y="51286"/>
                  </a:lnTo>
                  <a:lnTo>
                    <a:pt x="35626" y="49270"/>
                  </a:lnTo>
                  <a:lnTo>
                    <a:pt x="43777" y="43773"/>
                  </a:lnTo>
                  <a:lnTo>
                    <a:pt x="49271" y="35622"/>
                  </a:lnTo>
                  <a:lnTo>
                    <a:pt x="51286" y="25643"/>
                  </a:lnTo>
                  <a:lnTo>
                    <a:pt x="49271" y="15664"/>
                  </a:lnTo>
                  <a:lnTo>
                    <a:pt x="43777" y="7512"/>
                  </a:lnTo>
                  <a:lnTo>
                    <a:pt x="35626" y="2015"/>
                  </a:lnTo>
                  <a:lnTo>
                    <a:pt x="25643" y="0"/>
                  </a:lnTo>
                  <a:close/>
                </a:path>
              </a:pathLst>
            </a:custGeom>
            <a:solidFill>
              <a:srgbClr val="C8D63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 descr=""/>
            <p:cNvSpPr/>
            <p:nvPr/>
          </p:nvSpPr>
          <p:spPr>
            <a:xfrm>
              <a:off x="10898732" y="374878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6858" y="0"/>
                  </a:moveTo>
                  <a:lnTo>
                    <a:pt x="4868" y="0"/>
                  </a:lnTo>
                  <a:lnTo>
                    <a:pt x="0" y="4858"/>
                  </a:lnTo>
                  <a:lnTo>
                    <a:pt x="0" y="16858"/>
                  </a:lnTo>
                  <a:lnTo>
                    <a:pt x="4868" y="21716"/>
                  </a:lnTo>
                  <a:lnTo>
                    <a:pt x="16858" y="21716"/>
                  </a:lnTo>
                  <a:lnTo>
                    <a:pt x="21716" y="16858"/>
                  </a:lnTo>
                  <a:lnTo>
                    <a:pt x="21716" y="10858"/>
                  </a:lnTo>
                  <a:lnTo>
                    <a:pt x="21716" y="4858"/>
                  </a:lnTo>
                  <a:lnTo>
                    <a:pt x="16858" y="0"/>
                  </a:lnTo>
                  <a:close/>
                </a:path>
              </a:pathLst>
            </a:custGeom>
            <a:solidFill>
              <a:srgbClr val="F6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 descr=""/>
            <p:cNvSpPr/>
            <p:nvPr/>
          </p:nvSpPr>
          <p:spPr>
            <a:xfrm>
              <a:off x="10995521" y="3759640"/>
              <a:ext cx="51435" cy="51435"/>
            </a:xfrm>
            <a:custGeom>
              <a:avLst/>
              <a:gdLst/>
              <a:ahLst/>
              <a:cxnLst/>
              <a:rect l="l" t="t" r="r" b="b"/>
              <a:pathLst>
                <a:path w="51434" h="51435">
                  <a:moveTo>
                    <a:pt x="25643" y="0"/>
                  </a:moveTo>
                  <a:lnTo>
                    <a:pt x="15664" y="2015"/>
                  </a:lnTo>
                  <a:lnTo>
                    <a:pt x="7512" y="7512"/>
                  </a:lnTo>
                  <a:lnTo>
                    <a:pt x="2015" y="15664"/>
                  </a:lnTo>
                  <a:lnTo>
                    <a:pt x="0" y="25643"/>
                  </a:lnTo>
                  <a:lnTo>
                    <a:pt x="2015" y="35626"/>
                  </a:lnTo>
                  <a:lnTo>
                    <a:pt x="7512" y="43777"/>
                  </a:lnTo>
                  <a:lnTo>
                    <a:pt x="15664" y="49271"/>
                  </a:lnTo>
                  <a:lnTo>
                    <a:pt x="25643" y="51286"/>
                  </a:lnTo>
                  <a:lnTo>
                    <a:pt x="35626" y="49271"/>
                  </a:lnTo>
                  <a:lnTo>
                    <a:pt x="43777" y="43777"/>
                  </a:lnTo>
                  <a:lnTo>
                    <a:pt x="49271" y="35626"/>
                  </a:lnTo>
                  <a:lnTo>
                    <a:pt x="51286" y="25643"/>
                  </a:lnTo>
                  <a:lnTo>
                    <a:pt x="49271" y="15664"/>
                  </a:lnTo>
                  <a:lnTo>
                    <a:pt x="43777" y="7512"/>
                  </a:lnTo>
                  <a:lnTo>
                    <a:pt x="35626" y="2015"/>
                  </a:lnTo>
                  <a:lnTo>
                    <a:pt x="25643" y="0"/>
                  </a:lnTo>
                  <a:close/>
                </a:path>
              </a:pathLst>
            </a:custGeom>
            <a:solidFill>
              <a:srgbClr val="C8D63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 descr=""/>
            <p:cNvSpPr/>
            <p:nvPr/>
          </p:nvSpPr>
          <p:spPr>
            <a:xfrm>
              <a:off x="11010305" y="3774425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6858" y="0"/>
                  </a:moveTo>
                  <a:lnTo>
                    <a:pt x="4868" y="0"/>
                  </a:lnTo>
                  <a:lnTo>
                    <a:pt x="0" y="4858"/>
                  </a:lnTo>
                  <a:lnTo>
                    <a:pt x="0" y="16858"/>
                  </a:lnTo>
                  <a:lnTo>
                    <a:pt x="4868" y="21716"/>
                  </a:lnTo>
                  <a:lnTo>
                    <a:pt x="16858" y="21716"/>
                  </a:lnTo>
                  <a:lnTo>
                    <a:pt x="21716" y="16858"/>
                  </a:lnTo>
                  <a:lnTo>
                    <a:pt x="21716" y="10858"/>
                  </a:lnTo>
                  <a:lnTo>
                    <a:pt x="21716" y="4858"/>
                  </a:lnTo>
                  <a:lnTo>
                    <a:pt x="16858" y="0"/>
                  </a:lnTo>
                  <a:close/>
                </a:path>
              </a:pathLst>
            </a:custGeom>
            <a:solidFill>
              <a:srgbClr val="F6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 descr=""/>
            <p:cNvSpPr/>
            <p:nvPr/>
          </p:nvSpPr>
          <p:spPr>
            <a:xfrm>
              <a:off x="10929112" y="3830399"/>
              <a:ext cx="51435" cy="51435"/>
            </a:xfrm>
            <a:custGeom>
              <a:avLst/>
              <a:gdLst/>
              <a:ahLst/>
              <a:cxnLst/>
              <a:rect l="l" t="t" r="r" b="b"/>
              <a:pathLst>
                <a:path w="51434" h="51435">
                  <a:moveTo>
                    <a:pt x="25643" y="0"/>
                  </a:moveTo>
                  <a:lnTo>
                    <a:pt x="15659" y="2015"/>
                  </a:lnTo>
                  <a:lnTo>
                    <a:pt x="7508" y="7512"/>
                  </a:lnTo>
                  <a:lnTo>
                    <a:pt x="2014" y="15664"/>
                  </a:lnTo>
                  <a:lnTo>
                    <a:pt x="0" y="25643"/>
                  </a:lnTo>
                  <a:lnTo>
                    <a:pt x="2014" y="35626"/>
                  </a:lnTo>
                  <a:lnTo>
                    <a:pt x="7508" y="43777"/>
                  </a:lnTo>
                  <a:lnTo>
                    <a:pt x="15659" y="49271"/>
                  </a:lnTo>
                  <a:lnTo>
                    <a:pt x="25643" y="51286"/>
                  </a:lnTo>
                  <a:lnTo>
                    <a:pt x="35622" y="49271"/>
                  </a:lnTo>
                  <a:lnTo>
                    <a:pt x="43773" y="43777"/>
                  </a:lnTo>
                  <a:lnTo>
                    <a:pt x="49270" y="35626"/>
                  </a:lnTo>
                  <a:lnTo>
                    <a:pt x="51286" y="25643"/>
                  </a:lnTo>
                  <a:lnTo>
                    <a:pt x="49270" y="15664"/>
                  </a:lnTo>
                  <a:lnTo>
                    <a:pt x="43773" y="7512"/>
                  </a:lnTo>
                  <a:lnTo>
                    <a:pt x="35622" y="2015"/>
                  </a:lnTo>
                  <a:lnTo>
                    <a:pt x="25643" y="0"/>
                  </a:lnTo>
                  <a:close/>
                </a:path>
              </a:pathLst>
            </a:custGeom>
            <a:solidFill>
              <a:srgbClr val="C8D63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 descr=""/>
            <p:cNvSpPr/>
            <p:nvPr/>
          </p:nvSpPr>
          <p:spPr>
            <a:xfrm>
              <a:off x="10943894" y="3845184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6858" y="0"/>
                  </a:moveTo>
                  <a:lnTo>
                    <a:pt x="4868" y="0"/>
                  </a:lnTo>
                  <a:lnTo>
                    <a:pt x="0" y="4858"/>
                  </a:lnTo>
                  <a:lnTo>
                    <a:pt x="0" y="16847"/>
                  </a:lnTo>
                  <a:lnTo>
                    <a:pt x="4868" y="21716"/>
                  </a:lnTo>
                  <a:lnTo>
                    <a:pt x="16858" y="21716"/>
                  </a:lnTo>
                  <a:lnTo>
                    <a:pt x="21716" y="16847"/>
                  </a:lnTo>
                  <a:lnTo>
                    <a:pt x="21716" y="10858"/>
                  </a:lnTo>
                  <a:lnTo>
                    <a:pt x="21716" y="4858"/>
                  </a:lnTo>
                  <a:lnTo>
                    <a:pt x="16858" y="0"/>
                  </a:lnTo>
                  <a:close/>
                </a:path>
              </a:pathLst>
            </a:custGeom>
            <a:solidFill>
              <a:srgbClr val="F6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 descr=""/>
            <p:cNvSpPr/>
            <p:nvPr/>
          </p:nvSpPr>
          <p:spPr>
            <a:xfrm>
              <a:off x="10864570" y="3903481"/>
              <a:ext cx="51435" cy="51435"/>
            </a:xfrm>
            <a:custGeom>
              <a:avLst/>
              <a:gdLst/>
              <a:ahLst/>
              <a:cxnLst/>
              <a:rect l="l" t="t" r="r" b="b"/>
              <a:pathLst>
                <a:path w="51434" h="51435">
                  <a:moveTo>
                    <a:pt x="25643" y="0"/>
                  </a:moveTo>
                  <a:lnTo>
                    <a:pt x="15664" y="2014"/>
                  </a:lnTo>
                  <a:lnTo>
                    <a:pt x="7512" y="7508"/>
                  </a:lnTo>
                  <a:lnTo>
                    <a:pt x="2015" y="15659"/>
                  </a:lnTo>
                  <a:lnTo>
                    <a:pt x="0" y="25643"/>
                  </a:lnTo>
                  <a:lnTo>
                    <a:pt x="2015" y="35626"/>
                  </a:lnTo>
                  <a:lnTo>
                    <a:pt x="7512" y="43777"/>
                  </a:lnTo>
                  <a:lnTo>
                    <a:pt x="15664" y="49271"/>
                  </a:lnTo>
                  <a:lnTo>
                    <a:pt x="25643" y="51286"/>
                  </a:lnTo>
                  <a:lnTo>
                    <a:pt x="35626" y="49271"/>
                  </a:lnTo>
                  <a:lnTo>
                    <a:pt x="43777" y="43777"/>
                  </a:lnTo>
                  <a:lnTo>
                    <a:pt x="49271" y="35626"/>
                  </a:lnTo>
                  <a:lnTo>
                    <a:pt x="51286" y="25643"/>
                  </a:lnTo>
                  <a:lnTo>
                    <a:pt x="49271" y="15659"/>
                  </a:lnTo>
                  <a:lnTo>
                    <a:pt x="43777" y="7508"/>
                  </a:lnTo>
                  <a:lnTo>
                    <a:pt x="35626" y="2014"/>
                  </a:lnTo>
                  <a:lnTo>
                    <a:pt x="25643" y="0"/>
                  </a:lnTo>
                  <a:close/>
                </a:path>
              </a:pathLst>
            </a:custGeom>
            <a:solidFill>
              <a:srgbClr val="C8D63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 descr=""/>
            <p:cNvSpPr/>
            <p:nvPr/>
          </p:nvSpPr>
          <p:spPr>
            <a:xfrm>
              <a:off x="10879354" y="391826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6858" y="0"/>
                  </a:moveTo>
                  <a:lnTo>
                    <a:pt x="4858" y="0"/>
                  </a:lnTo>
                  <a:lnTo>
                    <a:pt x="0" y="4858"/>
                  </a:lnTo>
                  <a:lnTo>
                    <a:pt x="0" y="16858"/>
                  </a:lnTo>
                  <a:lnTo>
                    <a:pt x="4858" y="21716"/>
                  </a:lnTo>
                  <a:lnTo>
                    <a:pt x="16858" y="21716"/>
                  </a:lnTo>
                  <a:lnTo>
                    <a:pt x="21716" y="16858"/>
                  </a:lnTo>
                  <a:lnTo>
                    <a:pt x="21716" y="10858"/>
                  </a:lnTo>
                  <a:lnTo>
                    <a:pt x="21716" y="4858"/>
                  </a:lnTo>
                  <a:lnTo>
                    <a:pt x="16858" y="0"/>
                  </a:lnTo>
                  <a:close/>
                </a:path>
              </a:pathLst>
            </a:custGeom>
            <a:solidFill>
              <a:srgbClr val="F6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 descr=""/>
            <p:cNvSpPr/>
            <p:nvPr/>
          </p:nvSpPr>
          <p:spPr>
            <a:xfrm>
              <a:off x="11006378" y="3902234"/>
              <a:ext cx="51435" cy="51435"/>
            </a:xfrm>
            <a:custGeom>
              <a:avLst/>
              <a:gdLst/>
              <a:ahLst/>
              <a:cxnLst/>
              <a:rect l="l" t="t" r="r" b="b"/>
              <a:pathLst>
                <a:path w="51434" h="51435">
                  <a:moveTo>
                    <a:pt x="25643" y="0"/>
                  </a:moveTo>
                  <a:lnTo>
                    <a:pt x="15659" y="2015"/>
                  </a:lnTo>
                  <a:lnTo>
                    <a:pt x="7508" y="7512"/>
                  </a:lnTo>
                  <a:lnTo>
                    <a:pt x="2014" y="15664"/>
                  </a:lnTo>
                  <a:lnTo>
                    <a:pt x="0" y="25643"/>
                  </a:lnTo>
                  <a:lnTo>
                    <a:pt x="2014" y="35622"/>
                  </a:lnTo>
                  <a:lnTo>
                    <a:pt x="7508" y="43773"/>
                  </a:lnTo>
                  <a:lnTo>
                    <a:pt x="15659" y="49270"/>
                  </a:lnTo>
                  <a:lnTo>
                    <a:pt x="25643" y="51286"/>
                  </a:lnTo>
                  <a:lnTo>
                    <a:pt x="35626" y="49270"/>
                  </a:lnTo>
                  <a:lnTo>
                    <a:pt x="43777" y="43773"/>
                  </a:lnTo>
                  <a:lnTo>
                    <a:pt x="49271" y="35622"/>
                  </a:lnTo>
                  <a:lnTo>
                    <a:pt x="51286" y="25643"/>
                  </a:lnTo>
                  <a:lnTo>
                    <a:pt x="49271" y="15664"/>
                  </a:lnTo>
                  <a:lnTo>
                    <a:pt x="43777" y="7512"/>
                  </a:lnTo>
                  <a:lnTo>
                    <a:pt x="35626" y="2015"/>
                  </a:lnTo>
                  <a:lnTo>
                    <a:pt x="25643" y="0"/>
                  </a:lnTo>
                  <a:close/>
                </a:path>
              </a:pathLst>
            </a:custGeom>
            <a:solidFill>
              <a:srgbClr val="C8D63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 descr=""/>
            <p:cNvSpPr/>
            <p:nvPr/>
          </p:nvSpPr>
          <p:spPr>
            <a:xfrm>
              <a:off x="11021170" y="3917019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6847" y="0"/>
                  </a:moveTo>
                  <a:lnTo>
                    <a:pt x="4858" y="0"/>
                  </a:lnTo>
                  <a:lnTo>
                    <a:pt x="0" y="4868"/>
                  </a:lnTo>
                  <a:lnTo>
                    <a:pt x="0" y="16858"/>
                  </a:lnTo>
                  <a:lnTo>
                    <a:pt x="4858" y="21716"/>
                  </a:lnTo>
                  <a:lnTo>
                    <a:pt x="16847" y="21716"/>
                  </a:lnTo>
                  <a:lnTo>
                    <a:pt x="21706" y="16858"/>
                  </a:lnTo>
                  <a:lnTo>
                    <a:pt x="21706" y="10858"/>
                  </a:lnTo>
                  <a:lnTo>
                    <a:pt x="21706" y="4868"/>
                  </a:lnTo>
                  <a:lnTo>
                    <a:pt x="16847" y="0"/>
                  </a:lnTo>
                  <a:close/>
                </a:path>
              </a:pathLst>
            </a:custGeom>
            <a:solidFill>
              <a:srgbClr val="F6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 descr=""/>
            <p:cNvSpPr/>
            <p:nvPr/>
          </p:nvSpPr>
          <p:spPr>
            <a:xfrm>
              <a:off x="10920451" y="3216014"/>
              <a:ext cx="99060" cy="502284"/>
            </a:xfrm>
            <a:custGeom>
              <a:avLst/>
              <a:gdLst/>
              <a:ahLst/>
              <a:cxnLst/>
              <a:rect l="l" t="t" r="r" b="b"/>
              <a:pathLst>
                <a:path w="99059" h="502285">
                  <a:moveTo>
                    <a:pt x="34302" y="0"/>
                  </a:moveTo>
                  <a:lnTo>
                    <a:pt x="0" y="5461"/>
                  </a:lnTo>
                  <a:lnTo>
                    <a:pt x="0" y="494728"/>
                  </a:lnTo>
                  <a:lnTo>
                    <a:pt x="10210" y="498309"/>
                  </a:lnTo>
                  <a:lnTo>
                    <a:pt x="17183" y="500253"/>
                  </a:lnTo>
                  <a:lnTo>
                    <a:pt x="24142" y="501243"/>
                  </a:lnTo>
                  <a:lnTo>
                    <a:pt x="34302" y="501942"/>
                  </a:lnTo>
                  <a:lnTo>
                    <a:pt x="34302" y="0"/>
                  </a:lnTo>
                  <a:close/>
                </a:path>
                <a:path w="99059" h="502285">
                  <a:moveTo>
                    <a:pt x="98526" y="5461"/>
                  </a:moveTo>
                  <a:lnTo>
                    <a:pt x="64211" y="0"/>
                  </a:lnTo>
                  <a:lnTo>
                    <a:pt x="64211" y="501942"/>
                  </a:lnTo>
                  <a:lnTo>
                    <a:pt x="74358" y="501243"/>
                  </a:lnTo>
                  <a:lnTo>
                    <a:pt x="81318" y="500253"/>
                  </a:lnTo>
                  <a:lnTo>
                    <a:pt x="88303" y="498309"/>
                  </a:lnTo>
                  <a:lnTo>
                    <a:pt x="98526" y="494728"/>
                  </a:lnTo>
                  <a:lnTo>
                    <a:pt x="98526" y="5461"/>
                  </a:lnTo>
                  <a:close/>
                </a:path>
              </a:pathLst>
            </a:custGeom>
            <a:solidFill>
              <a:srgbClr val="A1CB5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 descr=""/>
            <p:cNvSpPr/>
            <p:nvPr/>
          </p:nvSpPr>
          <p:spPr>
            <a:xfrm>
              <a:off x="10877779" y="2912954"/>
              <a:ext cx="316230" cy="805180"/>
            </a:xfrm>
            <a:custGeom>
              <a:avLst/>
              <a:gdLst/>
              <a:ahLst/>
              <a:cxnLst/>
              <a:rect l="l" t="t" r="r" b="b"/>
              <a:pathLst>
                <a:path w="316229" h="805179">
                  <a:moveTo>
                    <a:pt x="106883" y="380123"/>
                  </a:moveTo>
                  <a:lnTo>
                    <a:pt x="76974" y="380123"/>
                  </a:lnTo>
                  <a:lnTo>
                    <a:pt x="76974" y="548551"/>
                  </a:lnTo>
                  <a:lnTo>
                    <a:pt x="72859" y="642835"/>
                  </a:lnTo>
                  <a:lnTo>
                    <a:pt x="63474" y="698182"/>
                  </a:lnTo>
                  <a:lnTo>
                    <a:pt x="41592" y="736117"/>
                  </a:lnTo>
                  <a:lnTo>
                    <a:pt x="0" y="778179"/>
                  </a:lnTo>
                  <a:lnTo>
                    <a:pt x="29857" y="793115"/>
                  </a:lnTo>
                  <a:lnTo>
                    <a:pt x="54330" y="801141"/>
                  </a:lnTo>
                  <a:lnTo>
                    <a:pt x="70891" y="804392"/>
                  </a:lnTo>
                  <a:lnTo>
                    <a:pt x="76974" y="805014"/>
                  </a:lnTo>
                  <a:lnTo>
                    <a:pt x="77673" y="736104"/>
                  </a:lnTo>
                  <a:lnTo>
                    <a:pt x="81026" y="694918"/>
                  </a:lnTo>
                  <a:lnTo>
                    <a:pt x="89827" y="665060"/>
                  </a:lnTo>
                  <a:lnTo>
                    <a:pt x="106883" y="630161"/>
                  </a:lnTo>
                  <a:lnTo>
                    <a:pt x="106883" y="380123"/>
                  </a:lnTo>
                  <a:close/>
                </a:path>
                <a:path w="316229" h="805179">
                  <a:moveTo>
                    <a:pt x="208241" y="790346"/>
                  </a:moveTo>
                  <a:lnTo>
                    <a:pt x="106883" y="748106"/>
                  </a:lnTo>
                  <a:lnTo>
                    <a:pt x="106883" y="805002"/>
                  </a:lnTo>
                  <a:lnTo>
                    <a:pt x="191211" y="798639"/>
                  </a:lnTo>
                  <a:lnTo>
                    <a:pt x="208241" y="790346"/>
                  </a:lnTo>
                  <a:close/>
                </a:path>
                <a:path w="316229" h="805179">
                  <a:moveTo>
                    <a:pt x="222885" y="0"/>
                  </a:moveTo>
                  <a:lnTo>
                    <a:pt x="149504" y="161239"/>
                  </a:lnTo>
                  <a:lnTo>
                    <a:pt x="162763" y="166395"/>
                  </a:lnTo>
                  <a:lnTo>
                    <a:pt x="222885" y="0"/>
                  </a:lnTo>
                  <a:close/>
                </a:path>
                <a:path w="316229" h="805179">
                  <a:moveTo>
                    <a:pt x="280098" y="692264"/>
                  </a:moveTo>
                  <a:lnTo>
                    <a:pt x="273659" y="713320"/>
                  </a:lnTo>
                  <a:lnTo>
                    <a:pt x="240449" y="774649"/>
                  </a:lnTo>
                  <a:lnTo>
                    <a:pt x="208241" y="790346"/>
                  </a:lnTo>
                  <a:lnTo>
                    <a:pt x="219481" y="795020"/>
                  </a:lnTo>
                  <a:lnTo>
                    <a:pt x="273977" y="767003"/>
                  </a:lnTo>
                  <a:lnTo>
                    <a:pt x="280098" y="692264"/>
                  </a:lnTo>
                  <a:close/>
                </a:path>
                <a:path w="316229" h="805179">
                  <a:moveTo>
                    <a:pt x="316153" y="336359"/>
                  </a:moveTo>
                  <a:lnTo>
                    <a:pt x="269709" y="328980"/>
                  </a:lnTo>
                  <a:lnTo>
                    <a:pt x="285623" y="624751"/>
                  </a:lnTo>
                  <a:lnTo>
                    <a:pt x="280098" y="692264"/>
                  </a:lnTo>
                  <a:lnTo>
                    <a:pt x="309841" y="594982"/>
                  </a:lnTo>
                  <a:lnTo>
                    <a:pt x="316153" y="549910"/>
                  </a:lnTo>
                  <a:lnTo>
                    <a:pt x="316153" y="336359"/>
                  </a:lnTo>
                  <a:close/>
                </a:path>
              </a:pathLst>
            </a:custGeom>
            <a:solidFill>
              <a:srgbClr val="ACC4C7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31" name="object 231" descr="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7369245" y="2530463"/>
              <a:ext cx="1485312" cy="1419389"/>
            </a:xfrm>
            <a:prstGeom prst="rect">
              <a:avLst/>
            </a:prstGeom>
          </p:spPr>
        </p:pic>
        <p:pic>
          <p:nvPicPr>
            <p:cNvPr id="232" name="object 232" descr="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6694165" y="3940474"/>
              <a:ext cx="6055238" cy="5012132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0" y="4821727"/>
            <a:ext cx="997585" cy="160020"/>
          </a:xfrm>
          <a:custGeom>
            <a:avLst/>
            <a:gdLst/>
            <a:ahLst/>
            <a:cxnLst/>
            <a:rect l="l" t="t" r="r" b="b"/>
            <a:pathLst>
              <a:path w="997585" h="160020">
                <a:moveTo>
                  <a:pt x="0" y="159555"/>
                </a:moveTo>
                <a:lnTo>
                  <a:pt x="997215" y="159555"/>
                </a:lnTo>
                <a:lnTo>
                  <a:pt x="997215" y="0"/>
                </a:lnTo>
                <a:lnTo>
                  <a:pt x="0" y="0"/>
                </a:lnTo>
                <a:lnTo>
                  <a:pt x="0" y="159555"/>
                </a:lnTo>
                <a:close/>
              </a:path>
            </a:pathLst>
          </a:custGeom>
          <a:solidFill>
            <a:srgbClr val="9DDC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1045120" y="4821727"/>
            <a:ext cx="4454525" cy="160020"/>
          </a:xfrm>
          <a:custGeom>
            <a:avLst/>
            <a:gdLst/>
            <a:ahLst/>
            <a:cxnLst/>
            <a:rect l="l" t="t" r="r" b="b"/>
            <a:pathLst>
              <a:path w="4454525" h="160020">
                <a:moveTo>
                  <a:pt x="0" y="159555"/>
                </a:moveTo>
                <a:lnTo>
                  <a:pt x="4454042" y="159555"/>
                </a:lnTo>
                <a:lnTo>
                  <a:pt x="4454042" y="0"/>
                </a:lnTo>
                <a:lnTo>
                  <a:pt x="0" y="0"/>
                </a:lnTo>
                <a:lnTo>
                  <a:pt x="0" y="159555"/>
                </a:lnTo>
                <a:close/>
              </a:path>
            </a:pathLst>
          </a:custGeom>
          <a:solidFill>
            <a:srgbClr val="9DDC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5547055" y="4821739"/>
            <a:ext cx="4454525" cy="160020"/>
          </a:xfrm>
          <a:custGeom>
            <a:avLst/>
            <a:gdLst/>
            <a:ahLst/>
            <a:cxnLst/>
            <a:rect l="l" t="t" r="r" b="b"/>
            <a:pathLst>
              <a:path w="4454525" h="160020">
                <a:moveTo>
                  <a:pt x="4454042" y="0"/>
                </a:moveTo>
                <a:lnTo>
                  <a:pt x="0" y="0"/>
                </a:lnTo>
                <a:lnTo>
                  <a:pt x="0" y="3124"/>
                </a:lnTo>
                <a:lnTo>
                  <a:pt x="0" y="159550"/>
                </a:lnTo>
                <a:lnTo>
                  <a:pt x="4454042" y="159550"/>
                </a:lnTo>
                <a:lnTo>
                  <a:pt x="4454042" y="3124"/>
                </a:lnTo>
                <a:lnTo>
                  <a:pt x="4454042" y="0"/>
                </a:lnTo>
                <a:close/>
              </a:path>
            </a:pathLst>
          </a:custGeom>
          <a:solidFill>
            <a:srgbClr val="9DDC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10049013" y="4821727"/>
            <a:ext cx="26670" cy="13335"/>
          </a:xfrm>
          <a:custGeom>
            <a:avLst/>
            <a:gdLst/>
            <a:ahLst/>
            <a:cxnLst/>
            <a:rect l="l" t="t" r="r" b="b"/>
            <a:pathLst>
              <a:path w="26670" h="13335">
                <a:moveTo>
                  <a:pt x="0" y="12796"/>
                </a:moveTo>
                <a:lnTo>
                  <a:pt x="26637" y="12796"/>
                </a:lnTo>
                <a:lnTo>
                  <a:pt x="26637" y="0"/>
                </a:lnTo>
                <a:lnTo>
                  <a:pt x="0" y="0"/>
                </a:lnTo>
                <a:lnTo>
                  <a:pt x="0" y="12796"/>
                </a:lnTo>
                <a:close/>
              </a:path>
            </a:pathLst>
          </a:custGeom>
          <a:solidFill>
            <a:srgbClr val="9DDC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10049013" y="4834524"/>
            <a:ext cx="532130" cy="20955"/>
          </a:xfrm>
          <a:custGeom>
            <a:avLst/>
            <a:gdLst/>
            <a:ahLst/>
            <a:cxnLst/>
            <a:rect l="l" t="t" r="r" b="b"/>
            <a:pathLst>
              <a:path w="532129" h="20954">
                <a:moveTo>
                  <a:pt x="0" y="20479"/>
                </a:moveTo>
                <a:lnTo>
                  <a:pt x="531774" y="20479"/>
                </a:lnTo>
                <a:lnTo>
                  <a:pt x="531774" y="0"/>
                </a:lnTo>
                <a:lnTo>
                  <a:pt x="0" y="0"/>
                </a:lnTo>
                <a:lnTo>
                  <a:pt x="0" y="20479"/>
                </a:lnTo>
                <a:close/>
              </a:path>
            </a:pathLst>
          </a:custGeom>
          <a:solidFill>
            <a:srgbClr val="9DDC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10049002" y="4834527"/>
            <a:ext cx="4454525" cy="147320"/>
          </a:xfrm>
          <a:custGeom>
            <a:avLst/>
            <a:gdLst/>
            <a:ahLst/>
            <a:cxnLst/>
            <a:rect l="l" t="t" r="r" b="b"/>
            <a:pathLst>
              <a:path w="4454525" h="147320">
                <a:moveTo>
                  <a:pt x="4454055" y="0"/>
                </a:moveTo>
                <a:lnTo>
                  <a:pt x="651992" y="0"/>
                </a:lnTo>
                <a:lnTo>
                  <a:pt x="651992" y="20485"/>
                </a:lnTo>
                <a:lnTo>
                  <a:pt x="0" y="20485"/>
                </a:lnTo>
                <a:lnTo>
                  <a:pt x="0" y="146761"/>
                </a:lnTo>
                <a:lnTo>
                  <a:pt x="4454055" y="146761"/>
                </a:lnTo>
                <a:lnTo>
                  <a:pt x="4454055" y="20485"/>
                </a:lnTo>
                <a:lnTo>
                  <a:pt x="4454055" y="0"/>
                </a:lnTo>
                <a:close/>
              </a:path>
            </a:pathLst>
          </a:custGeom>
          <a:solidFill>
            <a:srgbClr val="9DDC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10759306" y="4821727"/>
            <a:ext cx="3743960" cy="13335"/>
          </a:xfrm>
          <a:custGeom>
            <a:avLst/>
            <a:gdLst/>
            <a:ahLst/>
            <a:cxnLst/>
            <a:rect l="l" t="t" r="r" b="b"/>
            <a:pathLst>
              <a:path w="3743959" h="13335">
                <a:moveTo>
                  <a:pt x="0" y="12796"/>
                </a:moveTo>
                <a:lnTo>
                  <a:pt x="3743760" y="12796"/>
                </a:lnTo>
                <a:lnTo>
                  <a:pt x="3743760" y="0"/>
                </a:lnTo>
                <a:lnTo>
                  <a:pt x="0" y="0"/>
                </a:lnTo>
                <a:lnTo>
                  <a:pt x="0" y="12796"/>
                </a:lnTo>
                <a:close/>
              </a:path>
            </a:pathLst>
          </a:custGeom>
          <a:solidFill>
            <a:srgbClr val="9DDC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14550970" y="4821727"/>
            <a:ext cx="4454525" cy="160020"/>
          </a:xfrm>
          <a:custGeom>
            <a:avLst/>
            <a:gdLst/>
            <a:ahLst/>
            <a:cxnLst/>
            <a:rect l="l" t="t" r="r" b="b"/>
            <a:pathLst>
              <a:path w="4454525" h="160020">
                <a:moveTo>
                  <a:pt x="0" y="159555"/>
                </a:moveTo>
                <a:lnTo>
                  <a:pt x="4454042" y="159555"/>
                </a:lnTo>
                <a:lnTo>
                  <a:pt x="4454042" y="0"/>
                </a:lnTo>
                <a:lnTo>
                  <a:pt x="0" y="0"/>
                </a:lnTo>
                <a:lnTo>
                  <a:pt x="0" y="159555"/>
                </a:lnTo>
                <a:close/>
              </a:path>
            </a:pathLst>
          </a:custGeom>
          <a:solidFill>
            <a:srgbClr val="9DDC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19052917" y="4821727"/>
            <a:ext cx="1033780" cy="160020"/>
          </a:xfrm>
          <a:custGeom>
            <a:avLst/>
            <a:gdLst/>
            <a:ahLst/>
            <a:cxnLst/>
            <a:rect l="l" t="t" r="r" b="b"/>
            <a:pathLst>
              <a:path w="1033780" h="160020">
                <a:moveTo>
                  <a:pt x="0" y="159555"/>
                </a:moveTo>
                <a:lnTo>
                  <a:pt x="1033675" y="159555"/>
                </a:lnTo>
                <a:lnTo>
                  <a:pt x="1033675" y="0"/>
                </a:lnTo>
                <a:lnTo>
                  <a:pt x="0" y="0"/>
                </a:lnTo>
                <a:lnTo>
                  <a:pt x="0" y="159555"/>
                </a:lnTo>
                <a:close/>
              </a:path>
            </a:pathLst>
          </a:custGeom>
          <a:solidFill>
            <a:srgbClr val="9DDC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0" y="4821722"/>
            <a:ext cx="997585" cy="160020"/>
          </a:xfrm>
          <a:custGeom>
            <a:avLst/>
            <a:gdLst/>
            <a:ahLst/>
            <a:cxnLst/>
            <a:rect l="l" t="t" r="r" b="b"/>
            <a:pathLst>
              <a:path w="997585" h="160020">
                <a:moveTo>
                  <a:pt x="0" y="159555"/>
                </a:moveTo>
                <a:lnTo>
                  <a:pt x="997215" y="159555"/>
                </a:lnTo>
                <a:lnTo>
                  <a:pt x="997215" y="0"/>
                </a:lnTo>
                <a:lnTo>
                  <a:pt x="0" y="0"/>
                </a:lnTo>
                <a:lnTo>
                  <a:pt x="0" y="159555"/>
                </a:lnTo>
                <a:close/>
              </a:path>
            </a:pathLst>
          </a:custGeom>
          <a:solidFill>
            <a:srgbClr val="FFFFFF">
              <a:alpha val="6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1045120" y="4821722"/>
            <a:ext cx="4454525" cy="160020"/>
          </a:xfrm>
          <a:custGeom>
            <a:avLst/>
            <a:gdLst/>
            <a:ahLst/>
            <a:cxnLst/>
            <a:rect l="l" t="t" r="r" b="b"/>
            <a:pathLst>
              <a:path w="4454525" h="160020">
                <a:moveTo>
                  <a:pt x="0" y="159555"/>
                </a:moveTo>
                <a:lnTo>
                  <a:pt x="4454042" y="159555"/>
                </a:lnTo>
                <a:lnTo>
                  <a:pt x="4454042" y="0"/>
                </a:lnTo>
                <a:lnTo>
                  <a:pt x="0" y="0"/>
                </a:lnTo>
                <a:lnTo>
                  <a:pt x="0" y="159555"/>
                </a:lnTo>
                <a:close/>
              </a:path>
            </a:pathLst>
          </a:custGeom>
          <a:solidFill>
            <a:srgbClr val="FFFFFF">
              <a:alpha val="6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5547055" y="4821726"/>
            <a:ext cx="4454525" cy="160020"/>
          </a:xfrm>
          <a:custGeom>
            <a:avLst/>
            <a:gdLst/>
            <a:ahLst/>
            <a:cxnLst/>
            <a:rect l="l" t="t" r="r" b="b"/>
            <a:pathLst>
              <a:path w="4454525" h="160020">
                <a:moveTo>
                  <a:pt x="4454042" y="0"/>
                </a:moveTo>
                <a:lnTo>
                  <a:pt x="0" y="0"/>
                </a:lnTo>
                <a:lnTo>
                  <a:pt x="0" y="3136"/>
                </a:lnTo>
                <a:lnTo>
                  <a:pt x="0" y="159562"/>
                </a:lnTo>
                <a:lnTo>
                  <a:pt x="4454042" y="159562"/>
                </a:lnTo>
                <a:lnTo>
                  <a:pt x="4454042" y="3136"/>
                </a:lnTo>
                <a:lnTo>
                  <a:pt x="4454042" y="0"/>
                </a:lnTo>
                <a:close/>
              </a:path>
            </a:pathLst>
          </a:custGeom>
          <a:solidFill>
            <a:srgbClr val="FFFFFF">
              <a:alpha val="6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/>
          <p:nvPr/>
        </p:nvSpPr>
        <p:spPr>
          <a:xfrm>
            <a:off x="10049013" y="4821722"/>
            <a:ext cx="26670" cy="13335"/>
          </a:xfrm>
          <a:custGeom>
            <a:avLst/>
            <a:gdLst/>
            <a:ahLst/>
            <a:cxnLst/>
            <a:rect l="l" t="t" r="r" b="b"/>
            <a:pathLst>
              <a:path w="26670" h="13335">
                <a:moveTo>
                  <a:pt x="0" y="12802"/>
                </a:moveTo>
                <a:lnTo>
                  <a:pt x="26637" y="12802"/>
                </a:lnTo>
                <a:lnTo>
                  <a:pt x="26637" y="0"/>
                </a:lnTo>
                <a:lnTo>
                  <a:pt x="0" y="0"/>
                </a:lnTo>
                <a:lnTo>
                  <a:pt x="0" y="12802"/>
                </a:lnTo>
                <a:close/>
              </a:path>
            </a:pathLst>
          </a:custGeom>
          <a:solidFill>
            <a:srgbClr val="FFFFFF">
              <a:alpha val="6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/>
          <p:nvPr/>
        </p:nvSpPr>
        <p:spPr>
          <a:xfrm>
            <a:off x="10049013" y="4834524"/>
            <a:ext cx="532130" cy="20955"/>
          </a:xfrm>
          <a:custGeom>
            <a:avLst/>
            <a:gdLst/>
            <a:ahLst/>
            <a:cxnLst/>
            <a:rect l="l" t="t" r="r" b="b"/>
            <a:pathLst>
              <a:path w="532129" h="20954">
                <a:moveTo>
                  <a:pt x="0" y="20479"/>
                </a:moveTo>
                <a:lnTo>
                  <a:pt x="531774" y="20479"/>
                </a:lnTo>
                <a:lnTo>
                  <a:pt x="531774" y="0"/>
                </a:lnTo>
                <a:lnTo>
                  <a:pt x="0" y="0"/>
                </a:lnTo>
                <a:lnTo>
                  <a:pt x="0" y="20479"/>
                </a:lnTo>
                <a:close/>
              </a:path>
            </a:pathLst>
          </a:custGeom>
          <a:solidFill>
            <a:srgbClr val="FFFFFF">
              <a:alpha val="6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/>
          <p:nvPr/>
        </p:nvSpPr>
        <p:spPr>
          <a:xfrm>
            <a:off x="10049002" y="4834527"/>
            <a:ext cx="4454525" cy="147320"/>
          </a:xfrm>
          <a:custGeom>
            <a:avLst/>
            <a:gdLst/>
            <a:ahLst/>
            <a:cxnLst/>
            <a:rect l="l" t="t" r="r" b="b"/>
            <a:pathLst>
              <a:path w="4454525" h="147320">
                <a:moveTo>
                  <a:pt x="4454055" y="0"/>
                </a:moveTo>
                <a:lnTo>
                  <a:pt x="651992" y="0"/>
                </a:lnTo>
                <a:lnTo>
                  <a:pt x="651992" y="20485"/>
                </a:lnTo>
                <a:lnTo>
                  <a:pt x="0" y="20485"/>
                </a:lnTo>
                <a:lnTo>
                  <a:pt x="0" y="146761"/>
                </a:lnTo>
                <a:lnTo>
                  <a:pt x="4454055" y="146761"/>
                </a:lnTo>
                <a:lnTo>
                  <a:pt x="4454055" y="20485"/>
                </a:lnTo>
                <a:lnTo>
                  <a:pt x="4454055" y="0"/>
                </a:lnTo>
                <a:close/>
              </a:path>
            </a:pathLst>
          </a:custGeom>
          <a:solidFill>
            <a:srgbClr val="FFFFFF">
              <a:alpha val="6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/>
          <p:nvPr/>
        </p:nvSpPr>
        <p:spPr>
          <a:xfrm>
            <a:off x="10759306" y="4821722"/>
            <a:ext cx="3743960" cy="13335"/>
          </a:xfrm>
          <a:custGeom>
            <a:avLst/>
            <a:gdLst/>
            <a:ahLst/>
            <a:cxnLst/>
            <a:rect l="l" t="t" r="r" b="b"/>
            <a:pathLst>
              <a:path w="3743959" h="13335">
                <a:moveTo>
                  <a:pt x="0" y="12802"/>
                </a:moveTo>
                <a:lnTo>
                  <a:pt x="3743760" y="12802"/>
                </a:lnTo>
                <a:lnTo>
                  <a:pt x="3743760" y="0"/>
                </a:lnTo>
                <a:lnTo>
                  <a:pt x="0" y="0"/>
                </a:lnTo>
                <a:lnTo>
                  <a:pt x="0" y="12802"/>
                </a:lnTo>
                <a:close/>
              </a:path>
            </a:pathLst>
          </a:custGeom>
          <a:solidFill>
            <a:srgbClr val="FFFFFF">
              <a:alpha val="6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/>
          <p:nvPr/>
        </p:nvSpPr>
        <p:spPr>
          <a:xfrm>
            <a:off x="14550970" y="4821722"/>
            <a:ext cx="4454525" cy="160020"/>
          </a:xfrm>
          <a:custGeom>
            <a:avLst/>
            <a:gdLst/>
            <a:ahLst/>
            <a:cxnLst/>
            <a:rect l="l" t="t" r="r" b="b"/>
            <a:pathLst>
              <a:path w="4454525" h="160020">
                <a:moveTo>
                  <a:pt x="0" y="159555"/>
                </a:moveTo>
                <a:lnTo>
                  <a:pt x="4454042" y="159555"/>
                </a:lnTo>
                <a:lnTo>
                  <a:pt x="4454042" y="0"/>
                </a:lnTo>
                <a:lnTo>
                  <a:pt x="0" y="0"/>
                </a:lnTo>
                <a:lnTo>
                  <a:pt x="0" y="159555"/>
                </a:lnTo>
                <a:close/>
              </a:path>
            </a:pathLst>
          </a:custGeom>
          <a:solidFill>
            <a:srgbClr val="FFFFFF">
              <a:alpha val="6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/>
          <p:nvPr/>
        </p:nvSpPr>
        <p:spPr>
          <a:xfrm>
            <a:off x="19052917" y="4821722"/>
            <a:ext cx="1033780" cy="160020"/>
          </a:xfrm>
          <a:custGeom>
            <a:avLst/>
            <a:gdLst/>
            <a:ahLst/>
            <a:cxnLst/>
            <a:rect l="l" t="t" r="r" b="b"/>
            <a:pathLst>
              <a:path w="1033780" h="160020">
                <a:moveTo>
                  <a:pt x="0" y="159555"/>
                </a:moveTo>
                <a:lnTo>
                  <a:pt x="1033666" y="159555"/>
                </a:lnTo>
                <a:lnTo>
                  <a:pt x="1033666" y="0"/>
                </a:lnTo>
                <a:lnTo>
                  <a:pt x="0" y="0"/>
                </a:lnTo>
                <a:lnTo>
                  <a:pt x="0" y="159555"/>
                </a:lnTo>
                <a:close/>
              </a:path>
            </a:pathLst>
          </a:custGeom>
          <a:solidFill>
            <a:srgbClr val="FFFFFF">
              <a:alpha val="6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/>
          <p:nvPr/>
        </p:nvSpPr>
        <p:spPr>
          <a:xfrm>
            <a:off x="0" y="10042364"/>
            <a:ext cx="997585" cy="160020"/>
          </a:xfrm>
          <a:custGeom>
            <a:avLst/>
            <a:gdLst/>
            <a:ahLst/>
            <a:cxnLst/>
            <a:rect l="l" t="t" r="r" b="b"/>
            <a:pathLst>
              <a:path w="997585" h="160020">
                <a:moveTo>
                  <a:pt x="0" y="159555"/>
                </a:moveTo>
                <a:lnTo>
                  <a:pt x="997215" y="159555"/>
                </a:lnTo>
                <a:lnTo>
                  <a:pt x="997215" y="0"/>
                </a:lnTo>
                <a:lnTo>
                  <a:pt x="0" y="0"/>
                </a:lnTo>
                <a:lnTo>
                  <a:pt x="0" y="159555"/>
                </a:lnTo>
                <a:close/>
              </a:path>
            </a:pathLst>
          </a:custGeom>
          <a:solidFill>
            <a:srgbClr val="9DDC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/>
          <p:nvPr/>
        </p:nvSpPr>
        <p:spPr>
          <a:xfrm>
            <a:off x="1045108" y="10042366"/>
            <a:ext cx="4454525" cy="160020"/>
          </a:xfrm>
          <a:custGeom>
            <a:avLst/>
            <a:gdLst/>
            <a:ahLst/>
            <a:cxnLst/>
            <a:rect l="l" t="t" r="r" b="b"/>
            <a:pathLst>
              <a:path w="4454525" h="160020">
                <a:moveTo>
                  <a:pt x="4454042" y="0"/>
                </a:moveTo>
                <a:lnTo>
                  <a:pt x="0" y="0"/>
                </a:lnTo>
                <a:lnTo>
                  <a:pt x="0" y="19380"/>
                </a:lnTo>
                <a:lnTo>
                  <a:pt x="0" y="159562"/>
                </a:lnTo>
                <a:lnTo>
                  <a:pt x="4454042" y="159562"/>
                </a:lnTo>
                <a:lnTo>
                  <a:pt x="4454042" y="19380"/>
                </a:lnTo>
                <a:lnTo>
                  <a:pt x="4454042" y="0"/>
                </a:lnTo>
                <a:close/>
              </a:path>
            </a:pathLst>
          </a:custGeom>
          <a:solidFill>
            <a:srgbClr val="9DDC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/>
          <p:nvPr/>
        </p:nvSpPr>
        <p:spPr>
          <a:xfrm>
            <a:off x="5547066" y="10042364"/>
            <a:ext cx="4454525" cy="160020"/>
          </a:xfrm>
          <a:custGeom>
            <a:avLst/>
            <a:gdLst/>
            <a:ahLst/>
            <a:cxnLst/>
            <a:rect l="l" t="t" r="r" b="b"/>
            <a:pathLst>
              <a:path w="4454525" h="160020">
                <a:moveTo>
                  <a:pt x="0" y="159555"/>
                </a:moveTo>
                <a:lnTo>
                  <a:pt x="4454042" y="159555"/>
                </a:lnTo>
                <a:lnTo>
                  <a:pt x="4454042" y="0"/>
                </a:lnTo>
                <a:lnTo>
                  <a:pt x="0" y="0"/>
                </a:lnTo>
                <a:lnTo>
                  <a:pt x="0" y="159555"/>
                </a:lnTo>
                <a:close/>
              </a:path>
            </a:pathLst>
          </a:custGeom>
          <a:solidFill>
            <a:srgbClr val="9DDC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/>
          <p:nvPr/>
        </p:nvSpPr>
        <p:spPr>
          <a:xfrm>
            <a:off x="10049013" y="10042364"/>
            <a:ext cx="4454525" cy="160020"/>
          </a:xfrm>
          <a:custGeom>
            <a:avLst/>
            <a:gdLst/>
            <a:ahLst/>
            <a:cxnLst/>
            <a:rect l="l" t="t" r="r" b="b"/>
            <a:pathLst>
              <a:path w="4454525" h="160020">
                <a:moveTo>
                  <a:pt x="0" y="159555"/>
                </a:moveTo>
                <a:lnTo>
                  <a:pt x="4454052" y="159555"/>
                </a:lnTo>
                <a:lnTo>
                  <a:pt x="4454052" y="0"/>
                </a:lnTo>
                <a:lnTo>
                  <a:pt x="0" y="0"/>
                </a:lnTo>
                <a:lnTo>
                  <a:pt x="0" y="159555"/>
                </a:lnTo>
                <a:close/>
              </a:path>
            </a:pathLst>
          </a:custGeom>
          <a:solidFill>
            <a:srgbClr val="9DDC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/>
          <p:nvPr/>
        </p:nvSpPr>
        <p:spPr>
          <a:xfrm>
            <a:off x="14550970" y="10042364"/>
            <a:ext cx="4454525" cy="160020"/>
          </a:xfrm>
          <a:custGeom>
            <a:avLst/>
            <a:gdLst/>
            <a:ahLst/>
            <a:cxnLst/>
            <a:rect l="l" t="t" r="r" b="b"/>
            <a:pathLst>
              <a:path w="4454525" h="160020">
                <a:moveTo>
                  <a:pt x="0" y="159555"/>
                </a:moveTo>
                <a:lnTo>
                  <a:pt x="4454042" y="159555"/>
                </a:lnTo>
                <a:lnTo>
                  <a:pt x="4454042" y="0"/>
                </a:lnTo>
                <a:lnTo>
                  <a:pt x="0" y="0"/>
                </a:lnTo>
                <a:lnTo>
                  <a:pt x="0" y="159555"/>
                </a:lnTo>
                <a:close/>
              </a:path>
            </a:pathLst>
          </a:custGeom>
          <a:solidFill>
            <a:srgbClr val="9DDC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" name="object 25" descr=""/>
          <p:cNvSpPr/>
          <p:nvPr/>
        </p:nvSpPr>
        <p:spPr>
          <a:xfrm>
            <a:off x="19052917" y="10042364"/>
            <a:ext cx="1033780" cy="160020"/>
          </a:xfrm>
          <a:custGeom>
            <a:avLst/>
            <a:gdLst/>
            <a:ahLst/>
            <a:cxnLst/>
            <a:rect l="l" t="t" r="r" b="b"/>
            <a:pathLst>
              <a:path w="1033780" h="160020">
                <a:moveTo>
                  <a:pt x="0" y="159555"/>
                </a:moveTo>
                <a:lnTo>
                  <a:pt x="1033675" y="159555"/>
                </a:lnTo>
                <a:lnTo>
                  <a:pt x="1033675" y="0"/>
                </a:lnTo>
                <a:lnTo>
                  <a:pt x="0" y="0"/>
                </a:lnTo>
                <a:lnTo>
                  <a:pt x="0" y="159555"/>
                </a:lnTo>
                <a:close/>
              </a:path>
            </a:pathLst>
          </a:custGeom>
          <a:solidFill>
            <a:srgbClr val="9DDC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/>
          <p:nvPr/>
        </p:nvSpPr>
        <p:spPr>
          <a:xfrm>
            <a:off x="0" y="10042364"/>
            <a:ext cx="997585" cy="160020"/>
          </a:xfrm>
          <a:custGeom>
            <a:avLst/>
            <a:gdLst/>
            <a:ahLst/>
            <a:cxnLst/>
            <a:rect l="l" t="t" r="r" b="b"/>
            <a:pathLst>
              <a:path w="997585" h="160020">
                <a:moveTo>
                  <a:pt x="0" y="159554"/>
                </a:moveTo>
                <a:lnTo>
                  <a:pt x="997215" y="159554"/>
                </a:lnTo>
                <a:lnTo>
                  <a:pt x="997215" y="0"/>
                </a:lnTo>
                <a:lnTo>
                  <a:pt x="0" y="0"/>
                </a:lnTo>
                <a:lnTo>
                  <a:pt x="0" y="159554"/>
                </a:lnTo>
                <a:close/>
              </a:path>
            </a:pathLst>
          </a:custGeom>
          <a:solidFill>
            <a:srgbClr val="FFFFFF">
              <a:alpha val="6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/>
          <p:nvPr/>
        </p:nvSpPr>
        <p:spPr>
          <a:xfrm>
            <a:off x="1045108" y="10042366"/>
            <a:ext cx="4454525" cy="160020"/>
          </a:xfrm>
          <a:custGeom>
            <a:avLst/>
            <a:gdLst/>
            <a:ahLst/>
            <a:cxnLst/>
            <a:rect l="l" t="t" r="r" b="b"/>
            <a:pathLst>
              <a:path w="4454525" h="160020">
                <a:moveTo>
                  <a:pt x="4454042" y="0"/>
                </a:moveTo>
                <a:lnTo>
                  <a:pt x="0" y="0"/>
                </a:lnTo>
                <a:lnTo>
                  <a:pt x="0" y="19380"/>
                </a:lnTo>
                <a:lnTo>
                  <a:pt x="0" y="159562"/>
                </a:lnTo>
                <a:lnTo>
                  <a:pt x="4454042" y="159562"/>
                </a:lnTo>
                <a:lnTo>
                  <a:pt x="4454042" y="19380"/>
                </a:lnTo>
                <a:lnTo>
                  <a:pt x="4454042" y="0"/>
                </a:lnTo>
                <a:close/>
              </a:path>
            </a:pathLst>
          </a:custGeom>
          <a:solidFill>
            <a:srgbClr val="FFFFFF">
              <a:alpha val="6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8" name="object 28" descr=""/>
          <p:cNvSpPr/>
          <p:nvPr/>
        </p:nvSpPr>
        <p:spPr>
          <a:xfrm>
            <a:off x="5547066" y="10042364"/>
            <a:ext cx="4454525" cy="160020"/>
          </a:xfrm>
          <a:custGeom>
            <a:avLst/>
            <a:gdLst/>
            <a:ahLst/>
            <a:cxnLst/>
            <a:rect l="l" t="t" r="r" b="b"/>
            <a:pathLst>
              <a:path w="4454525" h="160020">
                <a:moveTo>
                  <a:pt x="0" y="159554"/>
                </a:moveTo>
                <a:lnTo>
                  <a:pt x="4454042" y="159554"/>
                </a:lnTo>
                <a:lnTo>
                  <a:pt x="4454042" y="0"/>
                </a:lnTo>
                <a:lnTo>
                  <a:pt x="0" y="0"/>
                </a:lnTo>
                <a:lnTo>
                  <a:pt x="0" y="159554"/>
                </a:lnTo>
                <a:close/>
              </a:path>
            </a:pathLst>
          </a:custGeom>
          <a:solidFill>
            <a:srgbClr val="FFFFFF">
              <a:alpha val="6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9" name="object 29" descr=""/>
          <p:cNvSpPr/>
          <p:nvPr/>
        </p:nvSpPr>
        <p:spPr>
          <a:xfrm>
            <a:off x="10049013" y="10042364"/>
            <a:ext cx="4454525" cy="160020"/>
          </a:xfrm>
          <a:custGeom>
            <a:avLst/>
            <a:gdLst/>
            <a:ahLst/>
            <a:cxnLst/>
            <a:rect l="l" t="t" r="r" b="b"/>
            <a:pathLst>
              <a:path w="4454525" h="160020">
                <a:moveTo>
                  <a:pt x="0" y="159554"/>
                </a:moveTo>
                <a:lnTo>
                  <a:pt x="4454052" y="159554"/>
                </a:lnTo>
                <a:lnTo>
                  <a:pt x="4454052" y="0"/>
                </a:lnTo>
                <a:lnTo>
                  <a:pt x="0" y="0"/>
                </a:lnTo>
                <a:lnTo>
                  <a:pt x="0" y="159554"/>
                </a:lnTo>
                <a:close/>
              </a:path>
            </a:pathLst>
          </a:custGeom>
          <a:solidFill>
            <a:srgbClr val="FFFFFF">
              <a:alpha val="6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0" name="object 30" descr=""/>
          <p:cNvSpPr/>
          <p:nvPr/>
        </p:nvSpPr>
        <p:spPr>
          <a:xfrm>
            <a:off x="14550970" y="10042364"/>
            <a:ext cx="4454525" cy="160020"/>
          </a:xfrm>
          <a:custGeom>
            <a:avLst/>
            <a:gdLst/>
            <a:ahLst/>
            <a:cxnLst/>
            <a:rect l="l" t="t" r="r" b="b"/>
            <a:pathLst>
              <a:path w="4454525" h="160020">
                <a:moveTo>
                  <a:pt x="0" y="159554"/>
                </a:moveTo>
                <a:lnTo>
                  <a:pt x="4454042" y="159554"/>
                </a:lnTo>
                <a:lnTo>
                  <a:pt x="4454042" y="0"/>
                </a:lnTo>
                <a:lnTo>
                  <a:pt x="0" y="0"/>
                </a:lnTo>
                <a:lnTo>
                  <a:pt x="0" y="159554"/>
                </a:lnTo>
                <a:close/>
              </a:path>
            </a:pathLst>
          </a:custGeom>
          <a:solidFill>
            <a:srgbClr val="FFFFFF">
              <a:alpha val="6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1" name="object 31" descr=""/>
          <p:cNvSpPr/>
          <p:nvPr/>
        </p:nvSpPr>
        <p:spPr>
          <a:xfrm>
            <a:off x="19052917" y="10042364"/>
            <a:ext cx="1033780" cy="160020"/>
          </a:xfrm>
          <a:custGeom>
            <a:avLst/>
            <a:gdLst/>
            <a:ahLst/>
            <a:cxnLst/>
            <a:rect l="l" t="t" r="r" b="b"/>
            <a:pathLst>
              <a:path w="1033780" h="160020">
                <a:moveTo>
                  <a:pt x="0" y="159554"/>
                </a:moveTo>
                <a:lnTo>
                  <a:pt x="1033666" y="159554"/>
                </a:lnTo>
                <a:lnTo>
                  <a:pt x="1033666" y="0"/>
                </a:lnTo>
                <a:lnTo>
                  <a:pt x="0" y="0"/>
                </a:lnTo>
                <a:lnTo>
                  <a:pt x="0" y="159554"/>
                </a:lnTo>
                <a:close/>
              </a:path>
            </a:pathLst>
          </a:custGeom>
          <a:solidFill>
            <a:srgbClr val="FFFFFF">
              <a:alpha val="69999"/>
            </a:srgbClr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2" name="object 3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653802" y="6761092"/>
            <a:ext cx="1825598" cy="3259146"/>
          </a:xfrm>
          <a:prstGeom prst="rect">
            <a:avLst/>
          </a:prstGeom>
        </p:spPr>
      </p:pic>
      <p:pic>
        <p:nvPicPr>
          <p:cNvPr id="33" name="object 33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1602968" y="7323571"/>
            <a:ext cx="2484136" cy="2688688"/>
          </a:xfrm>
          <a:prstGeom prst="rect">
            <a:avLst/>
          </a:prstGeom>
        </p:spPr>
      </p:pic>
      <p:pic>
        <p:nvPicPr>
          <p:cNvPr id="34" name="object 34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0023768" y="1335582"/>
            <a:ext cx="1879942" cy="3519422"/>
          </a:xfrm>
          <a:prstGeom prst="rect">
            <a:avLst/>
          </a:prstGeom>
        </p:spPr>
      </p:pic>
      <p:pic>
        <p:nvPicPr>
          <p:cNvPr id="35" name="object 35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017541" y="7033052"/>
            <a:ext cx="3399831" cy="3028684"/>
          </a:xfrm>
          <a:prstGeom prst="rect">
            <a:avLst/>
          </a:prstGeom>
        </p:spPr>
      </p:pic>
      <p:pic>
        <p:nvPicPr>
          <p:cNvPr id="36" name="object 36" descr="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2741095" y="1742395"/>
            <a:ext cx="2106652" cy="3068631"/>
          </a:xfrm>
          <a:prstGeom prst="rect">
            <a:avLst/>
          </a:prstGeom>
        </p:spPr>
      </p:pic>
      <p:pic>
        <p:nvPicPr>
          <p:cNvPr id="37" name="object 37" descr="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3198187" y="8397092"/>
            <a:ext cx="64385" cy="130927"/>
          </a:xfrm>
          <a:prstGeom prst="rect">
            <a:avLst/>
          </a:prstGeom>
        </p:spPr>
      </p:pic>
      <p:grpSp>
        <p:nvGrpSpPr>
          <p:cNvPr id="38" name="object 38" descr=""/>
          <p:cNvGrpSpPr/>
          <p:nvPr/>
        </p:nvGrpSpPr>
        <p:grpSpPr>
          <a:xfrm>
            <a:off x="1091517" y="9363343"/>
            <a:ext cx="224790" cy="617855"/>
            <a:chOff x="1091517" y="9363343"/>
            <a:chExt cx="224790" cy="617855"/>
          </a:xfrm>
        </p:grpSpPr>
        <p:sp>
          <p:nvSpPr>
            <p:cNvPr id="39" name="object 39" descr=""/>
            <p:cNvSpPr/>
            <p:nvPr/>
          </p:nvSpPr>
          <p:spPr>
            <a:xfrm>
              <a:off x="1102684" y="9463028"/>
              <a:ext cx="213360" cy="518159"/>
            </a:xfrm>
            <a:custGeom>
              <a:avLst/>
              <a:gdLst/>
              <a:ahLst/>
              <a:cxnLst/>
              <a:rect l="l" t="t" r="r" b="b"/>
              <a:pathLst>
                <a:path w="213359" h="518159">
                  <a:moveTo>
                    <a:pt x="213187" y="0"/>
                  </a:moveTo>
                  <a:lnTo>
                    <a:pt x="186936" y="46522"/>
                  </a:lnTo>
                  <a:lnTo>
                    <a:pt x="177964" y="84478"/>
                  </a:lnTo>
                  <a:lnTo>
                    <a:pt x="167666" y="121340"/>
                  </a:lnTo>
                  <a:lnTo>
                    <a:pt x="143566" y="192067"/>
                  </a:lnTo>
                  <a:lnTo>
                    <a:pt x="114807" y="261098"/>
                  </a:lnTo>
                  <a:lnTo>
                    <a:pt x="91165" y="310940"/>
                  </a:lnTo>
                  <a:lnTo>
                    <a:pt x="46793" y="395425"/>
                  </a:lnTo>
                  <a:lnTo>
                    <a:pt x="0" y="478749"/>
                  </a:lnTo>
                  <a:lnTo>
                    <a:pt x="366" y="517607"/>
                  </a:lnTo>
                  <a:lnTo>
                    <a:pt x="1455" y="517607"/>
                  </a:lnTo>
                  <a:lnTo>
                    <a:pt x="211930" y="93766"/>
                  </a:lnTo>
                  <a:lnTo>
                    <a:pt x="213187" y="0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1147406" y="9589827"/>
              <a:ext cx="29845" cy="270510"/>
            </a:xfrm>
            <a:custGeom>
              <a:avLst/>
              <a:gdLst/>
              <a:ahLst/>
              <a:cxnLst/>
              <a:rect l="l" t="t" r="r" b="b"/>
              <a:pathLst>
                <a:path w="29844" h="270509">
                  <a:moveTo>
                    <a:pt x="29629" y="0"/>
                  </a:moveTo>
                  <a:lnTo>
                    <a:pt x="0" y="0"/>
                  </a:lnTo>
                  <a:lnTo>
                    <a:pt x="0" y="260350"/>
                  </a:lnTo>
                  <a:lnTo>
                    <a:pt x="0" y="270510"/>
                  </a:lnTo>
                  <a:lnTo>
                    <a:pt x="26365" y="270510"/>
                  </a:lnTo>
                  <a:lnTo>
                    <a:pt x="26365" y="260350"/>
                  </a:lnTo>
                  <a:lnTo>
                    <a:pt x="29629" y="260350"/>
                  </a:lnTo>
                  <a:lnTo>
                    <a:pt x="29629" y="0"/>
                  </a:lnTo>
                  <a:close/>
                </a:path>
              </a:pathLst>
            </a:custGeom>
            <a:solidFill>
              <a:srgbClr val="D7D7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1147413" y="9589823"/>
              <a:ext cx="29845" cy="269875"/>
            </a:xfrm>
            <a:custGeom>
              <a:avLst/>
              <a:gdLst/>
              <a:ahLst/>
              <a:cxnLst/>
              <a:rect l="l" t="t" r="r" b="b"/>
              <a:pathLst>
                <a:path w="29844" h="269875">
                  <a:moveTo>
                    <a:pt x="29632" y="0"/>
                  </a:moveTo>
                  <a:lnTo>
                    <a:pt x="0" y="0"/>
                  </a:lnTo>
                  <a:lnTo>
                    <a:pt x="0" y="19664"/>
                  </a:lnTo>
                  <a:lnTo>
                    <a:pt x="14982" y="61911"/>
                  </a:lnTo>
                  <a:lnTo>
                    <a:pt x="23123" y="106128"/>
                  </a:lnTo>
                  <a:lnTo>
                    <a:pt x="26171" y="151598"/>
                  </a:lnTo>
                  <a:lnTo>
                    <a:pt x="25873" y="197606"/>
                  </a:lnTo>
                  <a:lnTo>
                    <a:pt x="22837" y="269803"/>
                  </a:lnTo>
                  <a:lnTo>
                    <a:pt x="29632" y="260955"/>
                  </a:lnTo>
                  <a:lnTo>
                    <a:pt x="29632" y="0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1133405" y="9545717"/>
              <a:ext cx="53975" cy="60960"/>
            </a:xfrm>
            <a:custGeom>
              <a:avLst/>
              <a:gdLst/>
              <a:ahLst/>
              <a:cxnLst/>
              <a:rect l="l" t="t" r="r" b="b"/>
              <a:pathLst>
                <a:path w="53975" h="60959">
                  <a:moveTo>
                    <a:pt x="26962" y="0"/>
                  </a:moveTo>
                  <a:lnTo>
                    <a:pt x="16468" y="2389"/>
                  </a:lnTo>
                  <a:lnTo>
                    <a:pt x="7897" y="8904"/>
                  </a:lnTo>
                  <a:lnTo>
                    <a:pt x="2119" y="18566"/>
                  </a:lnTo>
                  <a:lnTo>
                    <a:pt x="0" y="30396"/>
                  </a:lnTo>
                  <a:lnTo>
                    <a:pt x="2119" y="42227"/>
                  </a:lnTo>
                  <a:lnTo>
                    <a:pt x="7897" y="51889"/>
                  </a:lnTo>
                  <a:lnTo>
                    <a:pt x="16468" y="58404"/>
                  </a:lnTo>
                  <a:lnTo>
                    <a:pt x="26962" y="60793"/>
                  </a:lnTo>
                  <a:lnTo>
                    <a:pt x="37463" y="58404"/>
                  </a:lnTo>
                  <a:lnTo>
                    <a:pt x="46036" y="51889"/>
                  </a:lnTo>
                  <a:lnTo>
                    <a:pt x="51816" y="42227"/>
                  </a:lnTo>
                  <a:lnTo>
                    <a:pt x="53935" y="30396"/>
                  </a:lnTo>
                  <a:lnTo>
                    <a:pt x="51816" y="18566"/>
                  </a:lnTo>
                  <a:lnTo>
                    <a:pt x="46036" y="8904"/>
                  </a:lnTo>
                  <a:lnTo>
                    <a:pt x="37463" y="2389"/>
                  </a:lnTo>
                  <a:lnTo>
                    <a:pt x="26962" y="0"/>
                  </a:lnTo>
                  <a:close/>
                </a:path>
              </a:pathLst>
            </a:custGeom>
            <a:solidFill>
              <a:srgbClr val="D7D7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1136127" y="9552478"/>
              <a:ext cx="51435" cy="54610"/>
            </a:xfrm>
            <a:custGeom>
              <a:avLst/>
              <a:gdLst/>
              <a:ahLst/>
              <a:cxnLst/>
              <a:rect l="l" t="t" r="r" b="b"/>
              <a:pathLst>
                <a:path w="51434" h="54609">
                  <a:moveTo>
                    <a:pt x="41181" y="0"/>
                  </a:moveTo>
                  <a:lnTo>
                    <a:pt x="42909" y="4010"/>
                  </a:lnTo>
                  <a:lnTo>
                    <a:pt x="43904" y="8491"/>
                  </a:lnTo>
                  <a:lnTo>
                    <a:pt x="43904" y="13245"/>
                  </a:lnTo>
                  <a:lnTo>
                    <a:pt x="41785" y="25076"/>
                  </a:lnTo>
                  <a:lnTo>
                    <a:pt x="36006" y="34738"/>
                  </a:lnTo>
                  <a:lnTo>
                    <a:pt x="27436" y="41253"/>
                  </a:lnTo>
                  <a:lnTo>
                    <a:pt x="16941" y="43642"/>
                  </a:lnTo>
                  <a:lnTo>
                    <a:pt x="10523" y="43642"/>
                  </a:lnTo>
                  <a:lnTo>
                    <a:pt x="4628" y="41108"/>
                  </a:lnTo>
                  <a:lnTo>
                    <a:pt x="0" y="36878"/>
                  </a:lnTo>
                  <a:lnTo>
                    <a:pt x="4133" y="43838"/>
                  </a:lnTo>
                  <a:lnTo>
                    <a:pt x="9760" y="49258"/>
                  </a:lnTo>
                  <a:lnTo>
                    <a:pt x="16566" y="52776"/>
                  </a:lnTo>
                  <a:lnTo>
                    <a:pt x="24240" y="54029"/>
                  </a:lnTo>
                  <a:lnTo>
                    <a:pt x="34740" y="51642"/>
                  </a:lnTo>
                  <a:lnTo>
                    <a:pt x="43314" y="45129"/>
                  </a:lnTo>
                  <a:lnTo>
                    <a:pt x="49093" y="35467"/>
                  </a:lnTo>
                  <a:lnTo>
                    <a:pt x="51213" y="23632"/>
                  </a:lnTo>
                  <a:lnTo>
                    <a:pt x="50505" y="16694"/>
                  </a:lnTo>
                  <a:lnTo>
                    <a:pt x="48490" y="10324"/>
                  </a:lnTo>
                  <a:lnTo>
                    <a:pt x="45329" y="4699"/>
                  </a:lnTo>
                  <a:lnTo>
                    <a:pt x="41181" y="0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" name="object 44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205409" y="9363343"/>
              <a:ext cx="92535" cy="334530"/>
            </a:xfrm>
            <a:prstGeom prst="rect">
              <a:avLst/>
            </a:prstGeom>
          </p:spPr>
        </p:pic>
        <p:sp>
          <p:nvSpPr>
            <p:cNvPr id="45" name="object 45" descr=""/>
            <p:cNvSpPr/>
            <p:nvPr/>
          </p:nvSpPr>
          <p:spPr>
            <a:xfrm>
              <a:off x="1091514" y="9417932"/>
              <a:ext cx="224790" cy="563245"/>
            </a:xfrm>
            <a:custGeom>
              <a:avLst/>
              <a:gdLst/>
              <a:ahLst/>
              <a:cxnLst/>
              <a:rect l="l" t="t" r="r" b="b"/>
              <a:pathLst>
                <a:path w="224790" h="563245">
                  <a:moveTo>
                    <a:pt x="191871" y="0"/>
                  </a:moveTo>
                  <a:lnTo>
                    <a:pt x="0" y="300939"/>
                  </a:lnTo>
                  <a:lnTo>
                    <a:pt x="419" y="348119"/>
                  </a:lnTo>
                  <a:lnTo>
                    <a:pt x="191439" y="33439"/>
                  </a:lnTo>
                  <a:lnTo>
                    <a:pt x="191871" y="0"/>
                  </a:lnTo>
                  <a:close/>
                </a:path>
                <a:path w="224790" h="563245">
                  <a:moveTo>
                    <a:pt x="224345" y="45097"/>
                  </a:moveTo>
                  <a:lnTo>
                    <a:pt x="10248" y="424484"/>
                  </a:lnTo>
                  <a:lnTo>
                    <a:pt x="11531" y="562711"/>
                  </a:lnTo>
                  <a:lnTo>
                    <a:pt x="12623" y="562711"/>
                  </a:lnTo>
                  <a:lnTo>
                    <a:pt x="223100" y="138874"/>
                  </a:lnTo>
                  <a:lnTo>
                    <a:pt x="224345" y="45097"/>
                  </a:lnTo>
                  <a:close/>
                </a:path>
              </a:pathLst>
            </a:custGeom>
            <a:solidFill>
              <a:srgbClr val="D7D7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1091813" y="9417920"/>
              <a:ext cx="191770" cy="348615"/>
            </a:xfrm>
            <a:custGeom>
              <a:avLst/>
              <a:gdLst/>
              <a:ahLst/>
              <a:cxnLst/>
              <a:rect l="l" t="t" r="r" b="b"/>
              <a:pathLst>
                <a:path w="191769" h="348615">
                  <a:moveTo>
                    <a:pt x="191575" y="0"/>
                  </a:moveTo>
                  <a:lnTo>
                    <a:pt x="168403" y="36344"/>
                  </a:lnTo>
                  <a:lnTo>
                    <a:pt x="149028" y="85235"/>
                  </a:lnTo>
                  <a:lnTo>
                    <a:pt x="127315" y="131047"/>
                  </a:lnTo>
                  <a:lnTo>
                    <a:pt x="103728" y="174372"/>
                  </a:lnTo>
                  <a:lnTo>
                    <a:pt x="78737" y="215803"/>
                  </a:lnTo>
                  <a:lnTo>
                    <a:pt x="52806" y="255932"/>
                  </a:lnTo>
                  <a:lnTo>
                    <a:pt x="0" y="334659"/>
                  </a:lnTo>
                  <a:lnTo>
                    <a:pt x="125" y="348115"/>
                  </a:lnTo>
                  <a:lnTo>
                    <a:pt x="191146" y="33444"/>
                  </a:lnTo>
                  <a:lnTo>
                    <a:pt x="191575" y="0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7" name="object 47" descr=""/>
          <p:cNvGrpSpPr/>
          <p:nvPr/>
        </p:nvGrpSpPr>
        <p:grpSpPr>
          <a:xfrm>
            <a:off x="1056888" y="9694209"/>
            <a:ext cx="59690" cy="347345"/>
            <a:chOff x="1056888" y="9694209"/>
            <a:chExt cx="59690" cy="347345"/>
          </a:xfrm>
        </p:grpSpPr>
        <p:sp>
          <p:nvSpPr>
            <p:cNvPr id="48" name="object 48" descr=""/>
            <p:cNvSpPr/>
            <p:nvPr/>
          </p:nvSpPr>
          <p:spPr>
            <a:xfrm>
              <a:off x="1072362" y="9742875"/>
              <a:ext cx="33020" cy="298450"/>
            </a:xfrm>
            <a:custGeom>
              <a:avLst/>
              <a:gdLst/>
              <a:ahLst/>
              <a:cxnLst/>
              <a:rect l="l" t="t" r="r" b="b"/>
              <a:pathLst>
                <a:path w="33019" h="298450">
                  <a:moveTo>
                    <a:pt x="32677" y="0"/>
                  </a:moveTo>
                  <a:lnTo>
                    <a:pt x="0" y="0"/>
                  </a:lnTo>
                  <a:lnTo>
                    <a:pt x="0" y="287020"/>
                  </a:lnTo>
                  <a:lnTo>
                    <a:pt x="0" y="298450"/>
                  </a:lnTo>
                  <a:lnTo>
                    <a:pt x="27851" y="298450"/>
                  </a:lnTo>
                  <a:lnTo>
                    <a:pt x="27851" y="287020"/>
                  </a:lnTo>
                  <a:lnTo>
                    <a:pt x="32677" y="287020"/>
                  </a:lnTo>
                  <a:lnTo>
                    <a:pt x="32677" y="0"/>
                  </a:lnTo>
                  <a:close/>
                </a:path>
              </a:pathLst>
            </a:custGeom>
            <a:solidFill>
              <a:srgbClr val="D7D7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1072363" y="9742863"/>
              <a:ext cx="33020" cy="296545"/>
            </a:xfrm>
            <a:custGeom>
              <a:avLst/>
              <a:gdLst/>
              <a:ahLst/>
              <a:cxnLst/>
              <a:rect l="l" t="t" r="r" b="b"/>
              <a:pathLst>
                <a:path w="33019" h="296545">
                  <a:moveTo>
                    <a:pt x="32679" y="0"/>
                  </a:moveTo>
                  <a:lnTo>
                    <a:pt x="0" y="0"/>
                  </a:lnTo>
                  <a:lnTo>
                    <a:pt x="0" y="21706"/>
                  </a:lnTo>
                  <a:lnTo>
                    <a:pt x="15885" y="65897"/>
                  </a:lnTo>
                  <a:lnTo>
                    <a:pt x="24883" y="112085"/>
                  </a:lnTo>
                  <a:lnTo>
                    <a:pt x="28641" y="159590"/>
                  </a:lnTo>
                  <a:lnTo>
                    <a:pt x="28806" y="207733"/>
                  </a:lnTo>
                  <a:lnTo>
                    <a:pt x="27025" y="255835"/>
                  </a:lnTo>
                  <a:lnTo>
                    <a:pt x="25213" y="296137"/>
                  </a:lnTo>
                  <a:lnTo>
                    <a:pt x="32679" y="286483"/>
                  </a:lnTo>
                  <a:lnTo>
                    <a:pt x="32679" y="0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1056888" y="9694209"/>
              <a:ext cx="59690" cy="67310"/>
            </a:xfrm>
            <a:custGeom>
              <a:avLst/>
              <a:gdLst/>
              <a:ahLst/>
              <a:cxnLst/>
              <a:rect l="l" t="t" r="r" b="b"/>
              <a:pathLst>
                <a:path w="59690" h="67309">
                  <a:moveTo>
                    <a:pt x="29758" y="0"/>
                  </a:moveTo>
                  <a:lnTo>
                    <a:pt x="18173" y="2635"/>
                  </a:lnTo>
                  <a:lnTo>
                    <a:pt x="8714" y="9822"/>
                  </a:lnTo>
                  <a:lnTo>
                    <a:pt x="2337" y="20483"/>
                  </a:lnTo>
                  <a:lnTo>
                    <a:pt x="0" y="33538"/>
                  </a:lnTo>
                  <a:lnTo>
                    <a:pt x="2337" y="46592"/>
                  </a:lnTo>
                  <a:lnTo>
                    <a:pt x="8714" y="57253"/>
                  </a:lnTo>
                  <a:lnTo>
                    <a:pt x="18173" y="64440"/>
                  </a:lnTo>
                  <a:lnTo>
                    <a:pt x="29758" y="67076"/>
                  </a:lnTo>
                  <a:lnTo>
                    <a:pt x="41338" y="64440"/>
                  </a:lnTo>
                  <a:lnTo>
                    <a:pt x="50798" y="57253"/>
                  </a:lnTo>
                  <a:lnTo>
                    <a:pt x="57177" y="46592"/>
                  </a:lnTo>
                  <a:lnTo>
                    <a:pt x="59516" y="33538"/>
                  </a:lnTo>
                  <a:lnTo>
                    <a:pt x="57177" y="20483"/>
                  </a:lnTo>
                  <a:lnTo>
                    <a:pt x="50798" y="9822"/>
                  </a:lnTo>
                  <a:lnTo>
                    <a:pt x="41338" y="2635"/>
                  </a:lnTo>
                  <a:lnTo>
                    <a:pt x="29758" y="0"/>
                  </a:lnTo>
                  <a:close/>
                </a:path>
              </a:pathLst>
            </a:custGeom>
            <a:solidFill>
              <a:srgbClr val="D7D7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1059891" y="9701667"/>
              <a:ext cx="56515" cy="59690"/>
            </a:xfrm>
            <a:custGeom>
              <a:avLst/>
              <a:gdLst/>
              <a:ahLst/>
              <a:cxnLst/>
              <a:rect l="l" t="t" r="r" b="b"/>
              <a:pathLst>
                <a:path w="56515" h="59690">
                  <a:moveTo>
                    <a:pt x="45443" y="0"/>
                  </a:moveTo>
                  <a:lnTo>
                    <a:pt x="47349" y="4418"/>
                  </a:lnTo>
                  <a:lnTo>
                    <a:pt x="48448" y="9371"/>
                  </a:lnTo>
                  <a:lnTo>
                    <a:pt x="48448" y="14617"/>
                  </a:lnTo>
                  <a:lnTo>
                    <a:pt x="46110" y="27672"/>
                  </a:lnTo>
                  <a:lnTo>
                    <a:pt x="39734" y="38332"/>
                  </a:lnTo>
                  <a:lnTo>
                    <a:pt x="30275" y="45520"/>
                  </a:lnTo>
                  <a:lnTo>
                    <a:pt x="18690" y="48155"/>
                  </a:lnTo>
                  <a:lnTo>
                    <a:pt x="11612" y="48155"/>
                  </a:lnTo>
                  <a:lnTo>
                    <a:pt x="5109" y="45359"/>
                  </a:lnTo>
                  <a:lnTo>
                    <a:pt x="0" y="40700"/>
                  </a:lnTo>
                  <a:lnTo>
                    <a:pt x="4560" y="48378"/>
                  </a:lnTo>
                  <a:lnTo>
                    <a:pt x="10769" y="54358"/>
                  </a:lnTo>
                  <a:lnTo>
                    <a:pt x="18282" y="58238"/>
                  </a:lnTo>
                  <a:lnTo>
                    <a:pt x="26753" y="59621"/>
                  </a:lnTo>
                  <a:lnTo>
                    <a:pt x="38333" y="56985"/>
                  </a:lnTo>
                  <a:lnTo>
                    <a:pt x="47793" y="49798"/>
                  </a:lnTo>
                  <a:lnTo>
                    <a:pt x="54171" y="39137"/>
                  </a:lnTo>
                  <a:lnTo>
                    <a:pt x="56511" y="26082"/>
                  </a:lnTo>
                  <a:lnTo>
                    <a:pt x="55730" y="18423"/>
                  </a:lnTo>
                  <a:lnTo>
                    <a:pt x="53506" y="11392"/>
                  </a:lnTo>
                  <a:lnTo>
                    <a:pt x="50017" y="5185"/>
                  </a:lnTo>
                  <a:lnTo>
                    <a:pt x="45443" y="0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2" name="object 52" descr=""/>
          <p:cNvGrpSpPr/>
          <p:nvPr/>
        </p:nvGrpSpPr>
        <p:grpSpPr>
          <a:xfrm>
            <a:off x="2757561" y="9360582"/>
            <a:ext cx="168275" cy="680085"/>
            <a:chOff x="2757561" y="9360582"/>
            <a:chExt cx="168275" cy="680085"/>
          </a:xfrm>
        </p:grpSpPr>
        <p:sp>
          <p:nvSpPr>
            <p:cNvPr id="53" name="object 53" descr=""/>
            <p:cNvSpPr/>
            <p:nvPr/>
          </p:nvSpPr>
          <p:spPr>
            <a:xfrm>
              <a:off x="2830542" y="9597305"/>
              <a:ext cx="29845" cy="270510"/>
            </a:xfrm>
            <a:custGeom>
              <a:avLst/>
              <a:gdLst/>
              <a:ahLst/>
              <a:cxnLst/>
              <a:rect l="l" t="t" r="r" b="b"/>
              <a:pathLst>
                <a:path w="29844" h="270509">
                  <a:moveTo>
                    <a:pt x="29632" y="0"/>
                  </a:moveTo>
                  <a:lnTo>
                    <a:pt x="0" y="0"/>
                  </a:lnTo>
                  <a:lnTo>
                    <a:pt x="0" y="260955"/>
                  </a:lnTo>
                  <a:lnTo>
                    <a:pt x="6816" y="270284"/>
                  </a:lnTo>
                  <a:lnTo>
                    <a:pt x="29632" y="270284"/>
                  </a:lnTo>
                  <a:lnTo>
                    <a:pt x="29632" y="0"/>
                  </a:lnTo>
                  <a:close/>
                </a:path>
              </a:pathLst>
            </a:custGeom>
            <a:solidFill>
              <a:srgbClr val="D7D7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2830542" y="9597305"/>
              <a:ext cx="29845" cy="269875"/>
            </a:xfrm>
            <a:custGeom>
              <a:avLst/>
              <a:gdLst/>
              <a:ahLst/>
              <a:cxnLst/>
              <a:rect l="l" t="t" r="r" b="b"/>
              <a:pathLst>
                <a:path w="29844" h="269875">
                  <a:moveTo>
                    <a:pt x="29632" y="0"/>
                  </a:moveTo>
                  <a:lnTo>
                    <a:pt x="0" y="0"/>
                  </a:lnTo>
                  <a:lnTo>
                    <a:pt x="0" y="260955"/>
                  </a:lnTo>
                  <a:lnTo>
                    <a:pt x="6795" y="269803"/>
                  </a:lnTo>
                  <a:lnTo>
                    <a:pt x="3759" y="197606"/>
                  </a:lnTo>
                  <a:lnTo>
                    <a:pt x="3461" y="151598"/>
                  </a:lnTo>
                  <a:lnTo>
                    <a:pt x="6509" y="106128"/>
                  </a:lnTo>
                  <a:lnTo>
                    <a:pt x="14650" y="61911"/>
                  </a:lnTo>
                  <a:lnTo>
                    <a:pt x="29632" y="19664"/>
                  </a:lnTo>
                  <a:lnTo>
                    <a:pt x="29632" y="0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" name="object 55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775488" y="9360582"/>
              <a:ext cx="98695" cy="333067"/>
            </a:xfrm>
            <a:prstGeom prst="rect">
              <a:avLst/>
            </a:prstGeom>
          </p:spPr>
        </p:pic>
        <p:sp>
          <p:nvSpPr>
            <p:cNvPr id="56" name="object 56" descr=""/>
            <p:cNvSpPr/>
            <p:nvPr/>
          </p:nvSpPr>
          <p:spPr>
            <a:xfrm>
              <a:off x="2757551" y="9415163"/>
              <a:ext cx="147320" cy="625475"/>
            </a:xfrm>
            <a:custGeom>
              <a:avLst/>
              <a:gdLst/>
              <a:ahLst/>
              <a:cxnLst/>
              <a:rect l="l" t="t" r="r" b="b"/>
              <a:pathLst>
                <a:path w="147319" h="625475">
                  <a:moveTo>
                    <a:pt x="145415" y="470484"/>
                  </a:moveTo>
                  <a:lnTo>
                    <a:pt x="0" y="45110"/>
                  </a:lnTo>
                  <a:lnTo>
                    <a:pt x="850" y="150241"/>
                  </a:lnTo>
                  <a:lnTo>
                    <a:pt x="143802" y="625462"/>
                  </a:lnTo>
                  <a:lnTo>
                    <a:pt x="144538" y="625462"/>
                  </a:lnTo>
                  <a:lnTo>
                    <a:pt x="145415" y="470484"/>
                  </a:lnTo>
                  <a:close/>
                </a:path>
                <a:path w="147319" h="625475">
                  <a:moveTo>
                    <a:pt x="146875" y="305435"/>
                  </a:moveTo>
                  <a:lnTo>
                    <a:pt x="32499" y="0"/>
                  </a:lnTo>
                  <a:lnTo>
                    <a:pt x="32740" y="33947"/>
                  </a:lnTo>
                  <a:lnTo>
                    <a:pt x="146621" y="353314"/>
                  </a:lnTo>
                  <a:lnTo>
                    <a:pt x="146875" y="305435"/>
                  </a:lnTo>
                  <a:close/>
                </a:path>
              </a:pathLst>
            </a:custGeom>
            <a:solidFill>
              <a:srgbClr val="D7D7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2790050" y="9415168"/>
              <a:ext cx="114300" cy="353695"/>
            </a:xfrm>
            <a:custGeom>
              <a:avLst/>
              <a:gdLst/>
              <a:ahLst/>
              <a:cxnLst/>
              <a:rect l="l" t="t" r="r" b="b"/>
              <a:pathLst>
                <a:path w="114300" h="353695">
                  <a:moveTo>
                    <a:pt x="0" y="0"/>
                  </a:moveTo>
                  <a:lnTo>
                    <a:pt x="251" y="33936"/>
                  </a:lnTo>
                  <a:lnTo>
                    <a:pt x="114132" y="353298"/>
                  </a:lnTo>
                  <a:lnTo>
                    <a:pt x="114205" y="339644"/>
                  </a:lnTo>
                  <a:lnTo>
                    <a:pt x="77529" y="246275"/>
                  </a:lnTo>
                  <a:lnTo>
                    <a:pt x="59732" y="198191"/>
                  </a:lnTo>
                  <a:lnTo>
                    <a:pt x="42885" y="147900"/>
                  </a:lnTo>
                  <a:lnTo>
                    <a:pt x="27430" y="94447"/>
                  </a:lnTo>
                  <a:lnTo>
                    <a:pt x="13811" y="368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2877671" y="9741567"/>
              <a:ext cx="33020" cy="298450"/>
            </a:xfrm>
            <a:custGeom>
              <a:avLst/>
              <a:gdLst/>
              <a:ahLst/>
              <a:cxnLst/>
              <a:rect l="l" t="t" r="r" b="b"/>
              <a:pathLst>
                <a:path w="33019" h="298450">
                  <a:moveTo>
                    <a:pt x="32679" y="0"/>
                  </a:moveTo>
                  <a:lnTo>
                    <a:pt x="0" y="0"/>
                  </a:lnTo>
                  <a:lnTo>
                    <a:pt x="0" y="286483"/>
                  </a:lnTo>
                  <a:lnTo>
                    <a:pt x="9078" y="298252"/>
                  </a:lnTo>
                  <a:lnTo>
                    <a:pt x="32679" y="298252"/>
                  </a:lnTo>
                  <a:lnTo>
                    <a:pt x="32679" y="0"/>
                  </a:lnTo>
                  <a:close/>
                </a:path>
              </a:pathLst>
            </a:custGeom>
            <a:solidFill>
              <a:srgbClr val="D7D7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2877671" y="9741567"/>
              <a:ext cx="33020" cy="296545"/>
            </a:xfrm>
            <a:custGeom>
              <a:avLst/>
              <a:gdLst/>
              <a:ahLst/>
              <a:cxnLst/>
              <a:rect l="l" t="t" r="r" b="b"/>
              <a:pathLst>
                <a:path w="33019" h="296545">
                  <a:moveTo>
                    <a:pt x="32679" y="0"/>
                  </a:moveTo>
                  <a:lnTo>
                    <a:pt x="0" y="0"/>
                  </a:lnTo>
                  <a:lnTo>
                    <a:pt x="0" y="286483"/>
                  </a:lnTo>
                  <a:lnTo>
                    <a:pt x="7465" y="296137"/>
                  </a:lnTo>
                  <a:lnTo>
                    <a:pt x="5654" y="255835"/>
                  </a:lnTo>
                  <a:lnTo>
                    <a:pt x="3873" y="207733"/>
                  </a:lnTo>
                  <a:lnTo>
                    <a:pt x="4038" y="159590"/>
                  </a:lnTo>
                  <a:lnTo>
                    <a:pt x="7796" y="112085"/>
                  </a:lnTo>
                  <a:lnTo>
                    <a:pt x="16794" y="65897"/>
                  </a:lnTo>
                  <a:lnTo>
                    <a:pt x="32679" y="21706"/>
                  </a:lnTo>
                  <a:lnTo>
                    <a:pt x="32679" y="0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2866320" y="9692913"/>
              <a:ext cx="59690" cy="67310"/>
            </a:xfrm>
            <a:custGeom>
              <a:avLst/>
              <a:gdLst/>
              <a:ahLst/>
              <a:cxnLst/>
              <a:rect l="l" t="t" r="r" b="b"/>
              <a:pathLst>
                <a:path w="59689" h="67309">
                  <a:moveTo>
                    <a:pt x="29747" y="0"/>
                  </a:moveTo>
                  <a:lnTo>
                    <a:pt x="18168" y="2635"/>
                  </a:lnTo>
                  <a:lnTo>
                    <a:pt x="8713" y="9822"/>
                  </a:lnTo>
                  <a:lnTo>
                    <a:pt x="2337" y="20483"/>
                  </a:lnTo>
                  <a:lnTo>
                    <a:pt x="0" y="33538"/>
                  </a:lnTo>
                  <a:lnTo>
                    <a:pt x="2337" y="46592"/>
                  </a:lnTo>
                  <a:lnTo>
                    <a:pt x="8713" y="57253"/>
                  </a:lnTo>
                  <a:lnTo>
                    <a:pt x="18168" y="64440"/>
                  </a:lnTo>
                  <a:lnTo>
                    <a:pt x="29747" y="67076"/>
                  </a:lnTo>
                  <a:lnTo>
                    <a:pt x="41332" y="64440"/>
                  </a:lnTo>
                  <a:lnTo>
                    <a:pt x="50791" y="57253"/>
                  </a:lnTo>
                  <a:lnTo>
                    <a:pt x="57168" y="46592"/>
                  </a:lnTo>
                  <a:lnTo>
                    <a:pt x="59506" y="33538"/>
                  </a:lnTo>
                  <a:lnTo>
                    <a:pt x="57168" y="20483"/>
                  </a:lnTo>
                  <a:lnTo>
                    <a:pt x="50791" y="9822"/>
                  </a:lnTo>
                  <a:lnTo>
                    <a:pt x="41332" y="2635"/>
                  </a:lnTo>
                  <a:lnTo>
                    <a:pt x="29747" y="0"/>
                  </a:lnTo>
                  <a:close/>
                </a:path>
              </a:pathLst>
            </a:custGeom>
            <a:solidFill>
              <a:srgbClr val="D7D7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2866311" y="9700370"/>
              <a:ext cx="56515" cy="59690"/>
            </a:xfrm>
            <a:custGeom>
              <a:avLst/>
              <a:gdLst/>
              <a:ahLst/>
              <a:cxnLst/>
              <a:rect l="l" t="t" r="r" b="b"/>
              <a:pathLst>
                <a:path w="56514" h="59690">
                  <a:moveTo>
                    <a:pt x="11067" y="0"/>
                  </a:moveTo>
                  <a:lnTo>
                    <a:pt x="6493" y="5185"/>
                  </a:lnTo>
                  <a:lnTo>
                    <a:pt x="3005" y="11392"/>
                  </a:lnTo>
                  <a:lnTo>
                    <a:pt x="781" y="18423"/>
                  </a:lnTo>
                  <a:lnTo>
                    <a:pt x="0" y="26082"/>
                  </a:lnTo>
                  <a:lnTo>
                    <a:pt x="2339" y="39137"/>
                  </a:lnTo>
                  <a:lnTo>
                    <a:pt x="8718" y="49798"/>
                  </a:lnTo>
                  <a:lnTo>
                    <a:pt x="18177" y="56985"/>
                  </a:lnTo>
                  <a:lnTo>
                    <a:pt x="29758" y="59621"/>
                  </a:lnTo>
                  <a:lnTo>
                    <a:pt x="38229" y="58238"/>
                  </a:lnTo>
                  <a:lnTo>
                    <a:pt x="45742" y="54358"/>
                  </a:lnTo>
                  <a:lnTo>
                    <a:pt x="51951" y="48378"/>
                  </a:lnTo>
                  <a:lnTo>
                    <a:pt x="56511" y="40700"/>
                  </a:lnTo>
                  <a:lnTo>
                    <a:pt x="51401" y="45359"/>
                  </a:lnTo>
                  <a:lnTo>
                    <a:pt x="44899" y="48155"/>
                  </a:lnTo>
                  <a:lnTo>
                    <a:pt x="37820" y="48155"/>
                  </a:lnTo>
                  <a:lnTo>
                    <a:pt x="26235" y="45520"/>
                  </a:lnTo>
                  <a:lnTo>
                    <a:pt x="16776" y="38332"/>
                  </a:lnTo>
                  <a:lnTo>
                    <a:pt x="10400" y="27672"/>
                  </a:lnTo>
                  <a:lnTo>
                    <a:pt x="8062" y="14617"/>
                  </a:lnTo>
                  <a:lnTo>
                    <a:pt x="8062" y="9371"/>
                  </a:lnTo>
                  <a:lnTo>
                    <a:pt x="9162" y="4418"/>
                  </a:lnTo>
                  <a:lnTo>
                    <a:pt x="11067" y="0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2" name="object 62" descr=""/>
          <p:cNvGrpSpPr/>
          <p:nvPr/>
        </p:nvGrpSpPr>
        <p:grpSpPr>
          <a:xfrm>
            <a:off x="1628282" y="7944583"/>
            <a:ext cx="843915" cy="421005"/>
            <a:chOff x="1628282" y="7944583"/>
            <a:chExt cx="843915" cy="421005"/>
          </a:xfrm>
        </p:grpSpPr>
        <p:pic>
          <p:nvPicPr>
            <p:cNvPr id="63" name="object 63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003099" y="7944583"/>
              <a:ext cx="64385" cy="130957"/>
            </a:xfrm>
            <a:prstGeom prst="rect">
              <a:avLst/>
            </a:prstGeom>
          </p:spPr>
        </p:pic>
        <p:sp>
          <p:nvSpPr>
            <p:cNvPr id="64" name="object 64" descr=""/>
            <p:cNvSpPr/>
            <p:nvPr/>
          </p:nvSpPr>
          <p:spPr>
            <a:xfrm>
              <a:off x="1628282" y="8066755"/>
              <a:ext cx="843915" cy="299085"/>
            </a:xfrm>
            <a:custGeom>
              <a:avLst/>
              <a:gdLst/>
              <a:ahLst/>
              <a:cxnLst/>
              <a:rect l="l" t="t" r="r" b="b"/>
              <a:pathLst>
                <a:path w="843914" h="299084">
                  <a:moveTo>
                    <a:pt x="406888" y="0"/>
                  </a:moveTo>
                  <a:lnTo>
                    <a:pt x="0" y="298818"/>
                  </a:lnTo>
                  <a:lnTo>
                    <a:pt x="843482" y="298818"/>
                  </a:lnTo>
                  <a:lnTo>
                    <a:pt x="406888" y="0"/>
                  </a:lnTo>
                  <a:close/>
                </a:path>
              </a:pathLst>
            </a:custGeom>
            <a:solidFill>
              <a:srgbClr val="F5AE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1716076" y="8126942"/>
              <a:ext cx="673735" cy="238760"/>
            </a:xfrm>
            <a:custGeom>
              <a:avLst/>
              <a:gdLst/>
              <a:ahLst/>
              <a:cxnLst/>
              <a:rect l="l" t="t" r="r" b="b"/>
              <a:pathLst>
                <a:path w="673735" h="238759">
                  <a:moveTo>
                    <a:pt x="324953" y="0"/>
                  </a:moveTo>
                  <a:lnTo>
                    <a:pt x="0" y="238631"/>
                  </a:lnTo>
                  <a:lnTo>
                    <a:pt x="673602" y="238631"/>
                  </a:lnTo>
                  <a:lnTo>
                    <a:pt x="324953" y="0"/>
                  </a:lnTo>
                  <a:close/>
                </a:path>
              </a:pathLst>
            </a:custGeom>
            <a:solidFill>
              <a:srgbClr val="C112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1752677" y="8126938"/>
              <a:ext cx="406400" cy="212090"/>
            </a:xfrm>
            <a:custGeom>
              <a:avLst/>
              <a:gdLst/>
              <a:ahLst/>
              <a:cxnLst/>
              <a:rect l="l" t="t" r="r" b="b"/>
              <a:pathLst>
                <a:path w="406400" h="212090">
                  <a:moveTo>
                    <a:pt x="288347" y="0"/>
                  </a:moveTo>
                  <a:lnTo>
                    <a:pt x="0" y="211752"/>
                  </a:lnTo>
                  <a:lnTo>
                    <a:pt x="48144" y="188281"/>
                  </a:lnTo>
                  <a:lnTo>
                    <a:pt x="97239" y="166461"/>
                  </a:lnTo>
                  <a:lnTo>
                    <a:pt x="147185" y="146480"/>
                  </a:lnTo>
                  <a:lnTo>
                    <a:pt x="197885" y="128526"/>
                  </a:lnTo>
                  <a:lnTo>
                    <a:pt x="249241" y="112784"/>
                  </a:lnTo>
                  <a:lnTo>
                    <a:pt x="301156" y="99443"/>
                  </a:lnTo>
                  <a:lnTo>
                    <a:pt x="353532" y="88689"/>
                  </a:lnTo>
                  <a:lnTo>
                    <a:pt x="406270" y="80709"/>
                  </a:lnTo>
                  <a:lnTo>
                    <a:pt x="288347" y="0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67" name="object 67" descr="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1499754" y="8237225"/>
            <a:ext cx="64385" cy="130957"/>
          </a:xfrm>
          <a:prstGeom prst="rect">
            <a:avLst/>
          </a:prstGeom>
        </p:spPr>
      </p:pic>
      <p:grpSp>
        <p:nvGrpSpPr>
          <p:cNvPr id="68" name="object 68" descr=""/>
          <p:cNvGrpSpPr/>
          <p:nvPr/>
        </p:nvGrpSpPr>
        <p:grpSpPr>
          <a:xfrm>
            <a:off x="812044" y="8066756"/>
            <a:ext cx="2434590" cy="1976755"/>
            <a:chOff x="812044" y="8066756"/>
            <a:chExt cx="2434590" cy="1976755"/>
          </a:xfrm>
        </p:grpSpPr>
        <p:pic>
          <p:nvPicPr>
            <p:cNvPr id="69" name="object 69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512296" y="8237225"/>
              <a:ext cx="64385" cy="130957"/>
            </a:xfrm>
            <a:prstGeom prst="rect">
              <a:avLst/>
            </a:prstGeom>
          </p:spPr>
        </p:pic>
        <p:sp>
          <p:nvSpPr>
            <p:cNvPr id="70" name="object 70" descr=""/>
            <p:cNvSpPr/>
            <p:nvPr/>
          </p:nvSpPr>
          <p:spPr>
            <a:xfrm>
              <a:off x="1517315" y="8362331"/>
              <a:ext cx="1045844" cy="117475"/>
            </a:xfrm>
            <a:custGeom>
              <a:avLst/>
              <a:gdLst/>
              <a:ahLst/>
              <a:cxnLst/>
              <a:rect l="l" t="t" r="r" b="b"/>
              <a:pathLst>
                <a:path w="1045844" h="117475">
                  <a:moveTo>
                    <a:pt x="1045706" y="0"/>
                  </a:moveTo>
                  <a:lnTo>
                    <a:pt x="0" y="0"/>
                  </a:lnTo>
                  <a:lnTo>
                    <a:pt x="0" y="117054"/>
                  </a:lnTo>
                  <a:lnTo>
                    <a:pt x="1045706" y="117054"/>
                  </a:lnTo>
                  <a:lnTo>
                    <a:pt x="1045706" y="0"/>
                  </a:lnTo>
                  <a:close/>
                </a:path>
              </a:pathLst>
            </a:custGeom>
            <a:solidFill>
              <a:srgbClr val="C112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1517307" y="8066766"/>
              <a:ext cx="1045844" cy="412750"/>
            </a:xfrm>
            <a:custGeom>
              <a:avLst/>
              <a:gdLst/>
              <a:ahLst/>
              <a:cxnLst/>
              <a:rect l="l" t="t" r="r" b="b"/>
              <a:pathLst>
                <a:path w="1045844" h="412750">
                  <a:moveTo>
                    <a:pt x="954455" y="298818"/>
                  </a:moveTo>
                  <a:lnTo>
                    <a:pt x="517855" y="0"/>
                  </a:lnTo>
                  <a:lnTo>
                    <a:pt x="110972" y="298818"/>
                  </a:lnTo>
                  <a:lnTo>
                    <a:pt x="152146" y="298818"/>
                  </a:lnTo>
                  <a:lnTo>
                    <a:pt x="517855" y="30238"/>
                  </a:lnTo>
                  <a:lnTo>
                    <a:pt x="910259" y="298818"/>
                  </a:lnTo>
                  <a:lnTo>
                    <a:pt x="954455" y="298818"/>
                  </a:lnTo>
                  <a:close/>
                </a:path>
                <a:path w="1045844" h="412750">
                  <a:moveTo>
                    <a:pt x="1045705" y="344741"/>
                  </a:moveTo>
                  <a:lnTo>
                    <a:pt x="994600" y="352767"/>
                  </a:lnTo>
                  <a:lnTo>
                    <a:pt x="943229" y="359105"/>
                  </a:lnTo>
                  <a:lnTo>
                    <a:pt x="891628" y="363867"/>
                  </a:lnTo>
                  <a:lnTo>
                    <a:pt x="839838" y="367220"/>
                  </a:lnTo>
                  <a:lnTo>
                    <a:pt x="787869" y="369303"/>
                  </a:lnTo>
                  <a:lnTo>
                    <a:pt x="735774" y="370243"/>
                  </a:lnTo>
                  <a:lnTo>
                    <a:pt x="683590" y="370192"/>
                  </a:lnTo>
                  <a:lnTo>
                    <a:pt x="631317" y="369303"/>
                  </a:lnTo>
                  <a:lnTo>
                    <a:pt x="579018" y="367703"/>
                  </a:lnTo>
                  <a:lnTo>
                    <a:pt x="526719" y="365531"/>
                  </a:lnTo>
                  <a:lnTo>
                    <a:pt x="474446" y="362940"/>
                  </a:lnTo>
                  <a:lnTo>
                    <a:pt x="266306" y="351167"/>
                  </a:lnTo>
                  <a:lnTo>
                    <a:pt x="219608" y="347370"/>
                  </a:lnTo>
                  <a:lnTo>
                    <a:pt x="173253" y="339928"/>
                  </a:lnTo>
                  <a:lnTo>
                    <a:pt x="127635" y="328828"/>
                  </a:lnTo>
                  <a:lnTo>
                    <a:pt x="83070" y="314058"/>
                  </a:lnTo>
                  <a:lnTo>
                    <a:pt x="39954" y="295567"/>
                  </a:lnTo>
                  <a:lnTo>
                    <a:pt x="0" y="295567"/>
                  </a:lnTo>
                  <a:lnTo>
                    <a:pt x="0" y="412623"/>
                  </a:lnTo>
                  <a:lnTo>
                    <a:pt x="1045705" y="412623"/>
                  </a:lnTo>
                  <a:lnTo>
                    <a:pt x="1045705" y="344741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2" name="object 72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812044" y="8387936"/>
              <a:ext cx="2434023" cy="1655132"/>
            </a:xfrm>
            <a:prstGeom prst="rect">
              <a:avLst/>
            </a:prstGeom>
          </p:spPr>
        </p:pic>
        <p:sp>
          <p:nvSpPr>
            <p:cNvPr id="73" name="object 73" descr=""/>
            <p:cNvSpPr/>
            <p:nvPr/>
          </p:nvSpPr>
          <p:spPr>
            <a:xfrm>
              <a:off x="1370015" y="8468647"/>
              <a:ext cx="648335" cy="43180"/>
            </a:xfrm>
            <a:custGeom>
              <a:avLst/>
              <a:gdLst/>
              <a:ahLst/>
              <a:cxnLst/>
              <a:rect l="l" t="t" r="r" b="b"/>
              <a:pathLst>
                <a:path w="648335" h="43179">
                  <a:moveTo>
                    <a:pt x="323854" y="0"/>
                  </a:moveTo>
                  <a:lnTo>
                    <a:pt x="249599" y="567"/>
                  </a:lnTo>
                  <a:lnTo>
                    <a:pt x="181434" y="2182"/>
                  </a:lnTo>
                  <a:lnTo>
                    <a:pt x="121302" y="4716"/>
                  </a:lnTo>
                  <a:lnTo>
                    <a:pt x="71149" y="8040"/>
                  </a:lnTo>
                  <a:lnTo>
                    <a:pt x="32918" y="12026"/>
                  </a:lnTo>
                  <a:lnTo>
                    <a:pt x="0" y="21465"/>
                  </a:lnTo>
                  <a:lnTo>
                    <a:pt x="8553" y="26386"/>
                  </a:lnTo>
                  <a:lnTo>
                    <a:pt x="71149" y="34889"/>
                  </a:lnTo>
                  <a:lnTo>
                    <a:pt x="121302" y="38214"/>
                  </a:lnTo>
                  <a:lnTo>
                    <a:pt x="181434" y="40748"/>
                  </a:lnTo>
                  <a:lnTo>
                    <a:pt x="249599" y="42363"/>
                  </a:lnTo>
                  <a:lnTo>
                    <a:pt x="323854" y="42930"/>
                  </a:lnTo>
                  <a:lnTo>
                    <a:pt x="398112" y="42363"/>
                  </a:lnTo>
                  <a:lnTo>
                    <a:pt x="466280" y="40748"/>
                  </a:lnTo>
                  <a:lnTo>
                    <a:pt x="526413" y="38214"/>
                  </a:lnTo>
                  <a:lnTo>
                    <a:pt x="576568" y="34889"/>
                  </a:lnTo>
                  <a:lnTo>
                    <a:pt x="614800" y="30904"/>
                  </a:lnTo>
                  <a:lnTo>
                    <a:pt x="647718" y="21465"/>
                  </a:lnTo>
                  <a:lnTo>
                    <a:pt x="639164" y="16544"/>
                  </a:lnTo>
                  <a:lnTo>
                    <a:pt x="576568" y="8040"/>
                  </a:lnTo>
                  <a:lnTo>
                    <a:pt x="526413" y="4716"/>
                  </a:lnTo>
                  <a:lnTo>
                    <a:pt x="466280" y="2182"/>
                  </a:lnTo>
                  <a:lnTo>
                    <a:pt x="398112" y="567"/>
                  </a:lnTo>
                  <a:lnTo>
                    <a:pt x="32385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4" name="object 74" descr=""/>
          <p:cNvGrpSpPr/>
          <p:nvPr/>
        </p:nvGrpSpPr>
        <p:grpSpPr>
          <a:xfrm>
            <a:off x="15436608" y="7812987"/>
            <a:ext cx="850265" cy="2017395"/>
            <a:chOff x="15436608" y="7812987"/>
            <a:chExt cx="850265" cy="2017395"/>
          </a:xfrm>
        </p:grpSpPr>
        <p:sp>
          <p:nvSpPr>
            <p:cNvPr id="75" name="object 75" descr=""/>
            <p:cNvSpPr/>
            <p:nvPr/>
          </p:nvSpPr>
          <p:spPr>
            <a:xfrm>
              <a:off x="15437906" y="7812987"/>
              <a:ext cx="848994" cy="2017395"/>
            </a:xfrm>
            <a:custGeom>
              <a:avLst/>
              <a:gdLst/>
              <a:ahLst/>
              <a:cxnLst/>
              <a:rect l="l" t="t" r="r" b="b"/>
              <a:pathLst>
                <a:path w="848994" h="2017395">
                  <a:moveTo>
                    <a:pt x="0" y="2017079"/>
                  </a:moveTo>
                  <a:lnTo>
                    <a:pt x="848413" y="2017079"/>
                  </a:lnTo>
                  <a:lnTo>
                    <a:pt x="848413" y="0"/>
                  </a:lnTo>
                  <a:lnTo>
                    <a:pt x="0" y="0"/>
                  </a:lnTo>
                  <a:lnTo>
                    <a:pt x="0" y="2017079"/>
                  </a:lnTo>
                  <a:close/>
                </a:path>
              </a:pathLst>
            </a:custGeom>
            <a:solidFill>
              <a:srgbClr val="5F130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15976455" y="9477240"/>
              <a:ext cx="25400" cy="318135"/>
            </a:xfrm>
            <a:custGeom>
              <a:avLst/>
              <a:gdLst/>
              <a:ahLst/>
              <a:cxnLst/>
              <a:rect l="l" t="t" r="r" b="b"/>
              <a:pathLst>
                <a:path w="25400" h="318134">
                  <a:moveTo>
                    <a:pt x="25130" y="0"/>
                  </a:moveTo>
                  <a:lnTo>
                    <a:pt x="0" y="0"/>
                  </a:lnTo>
                  <a:lnTo>
                    <a:pt x="0" y="317728"/>
                  </a:lnTo>
                  <a:lnTo>
                    <a:pt x="25130" y="317728"/>
                  </a:lnTo>
                  <a:lnTo>
                    <a:pt x="25130" y="0"/>
                  </a:lnTo>
                  <a:close/>
                </a:path>
              </a:pathLst>
            </a:custGeom>
            <a:solidFill>
              <a:srgbClr val="EA921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15976455" y="9477240"/>
              <a:ext cx="6985" cy="318135"/>
            </a:xfrm>
            <a:custGeom>
              <a:avLst/>
              <a:gdLst/>
              <a:ahLst/>
              <a:cxnLst/>
              <a:rect l="l" t="t" r="r" b="b"/>
              <a:pathLst>
                <a:path w="6984" h="318134">
                  <a:moveTo>
                    <a:pt x="6376" y="0"/>
                  </a:moveTo>
                  <a:lnTo>
                    <a:pt x="0" y="0"/>
                  </a:lnTo>
                  <a:lnTo>
                    <a:pt x="0" y="317728"/>
                  </a:lnTo>
                  <a:lnTo>
                    <a:pt x="6376" y="317728"/>
                  </a:lnTo>
                  <a:lnTo>
                    <a:pt x="6376" y="0"/>
                  </a:lnTo>
                  <a:close/>
                </a:path>
              </a:pathLst>
            </a:custGeom>
            <a:solidFill>
              <a:srgbClr val="000000">
                <a:alpha val="5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16167235" y="9477240"/>
              <a:ext cx="24130" cy="318770"/>
            </a:xfrm>
            <a:custGeom>
              <a:avLst/>
              <a:gdLst/>
              <a:ahLst/>
              <a:cxnLst/>
              <a:rect l="l" t="t" r="r" b="b"/>
              <a:pathLst>
                <a:path w="24130" h="318770">
                  <a:moveTo>
                    <a:pt x="23768" y="0"/>
                  </a:moveTo>
                  <a:lnTo>
                    <a:pt x="0" y="0"/>
                  </a:lnTo>
                  <a:lnTo>
                    <a:pt x="0" y="318419"/>
                  </a:lnTo>
                  <a:lnTo>
                    <a:pt x="23768" y="318419"/>
                  </a:lnTo>
                  <a:lnTo>
                    <a:pt x="23768" y="0"/>
                  </a:lnTo>
                  <a:close/>
                </a:path>
              </a:pathLst>
            </a:custGeom>
            <a:solidFill>
              <a:srgbClr val="EA921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16167235" y="9477240"/>
              <a:ext cx="6350" cy="316865"/>
            </a:xfrm>
            <a:custGeom>
              <a:avLst/>
              <a:gdLst/>
              <a:ahLst/>
              <a:cxnLst/>
              <a:rect l="l" t="t" r="r" b="b"/>
              <a:pathLst>
                <a:path w="6350" h="316865">
                  <a:moveTo>
                    <a:pt x="5758" y="0"/>
                  </a:moveTo>
                  <a:lnTo>
                    <a:pt x="0" y="0"/>
                  </a:lnTo>
                  <a:lnTo>
                    <a:pt x="0" y="316377"/>
                  </a:lnTo>
                  <a:lnTo>
                    <a:pt x="5758" y="316377"/>
                  </a:lnTo>
                  <a:lnTo>
                    <a:pt x="5758" y="0"/>
                  </a:lnTo>
                  <a:close/>
                </a:path>
              </a:pathLst>
            </a:custGeom>
            <a:solidFill>
              <a:srgbClr val="000000">
                <a:alpha val="5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0" name="object 80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5962707" y="9477250"/>
              <a:ext cx="246275" cy="330963"/>
            </a:xfrm>
            <a:prstGeom prst="rect">
              <a:avLst/>
            </a:prstGeom>
          </p:spPr>
        </p:pic>
        <p:sp>
          <p:nvSpPr>
            <p:cNvPr id="81" name="object 81" descr=""/>
            <p:cNvSpPr/>
            <p:nvPr/>
          </p:nvSpPr>
          <p:spPr>
            <a:xfrm>
              <a:off x="16167559" y="9477219"/>
              <a:ext cx="25400" cy="318135"/>
            </a:xfrm>
            <a:custGeom>
              <a:avLst/>
              <a:gdLst/>
              <a:ahLst/>
              <a:cxnLst/>
              <a:rect l="l" t="t" r="r" b="b"/>
              <a:pathLst>
                <a:path w="25400" h="318134">
                  <a:moveTo>
                    <a:pt x="25130" y="0"/>
                  </a:moveTo>
                  <a:lnTo>
                    <a:pt x="0" y="0"/>
                  </a:lnTo>
                  <a:lnTo>
                    <a:pt x="0" y="317728"/>
                  </a:lnTo>
                  <a:lnTo>
                    <a:pt x="25130" y="317728"/>
                  </a:lnTo>
                  <a:lnTo>
                    <a:pt x="25130" y="0"/>
                  </a:lnTo>
                  <a:close/>
                </a:path>
              </a:pathLst>
            </a:custGeom>
            <a:solidFill>
              <a:srgbClr val="EA921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 descr=""/>
            <p:cNvSpPr/>
            <p:nvPr/>
          </p:nvSpPr>
          <p:spPr>
            <a:xfrm>
              <a:off x="16167549" y="9477219"/>
              <a:ext cx="6985" cy="318135"/>
            </a:xfrm>
            <a:custGeom>
              <a:avLst/>
              <a:gdLst/>
              <a:ahLst/>
              <a:cxnLst/>
              <a:rect l="l" t="t" r="r" b="b"/>
              <a:pathLst>
                <a:path w="6984" h="318134">
                  <a:moveTo>
                    <a:pt x="6376" y="0"/>
                  </a:moveTo>
                  <a:lnTo>
                    <a:pt x="0" y="0"/>
                  </a:lnTo>
                  <a:lnTo>
                    <a:pt x="0" y="317728"/>
                  </a:lnTo>
                  <a:lnTo>
                    <a:pt x="6376" y="317728"/>
                  </a:lnTo>
                  <a:lnTo>
                    <a:pt x="6376" y="0"/>
                  </a:lnTo>
                  <a:close/>
                </a:path>
              </a:pathLst>
            </a:custGeom>
            <a:solidFill>
              <a:srgbClr val="000000">
                <a:alpha val="5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3" name="object 83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6153800" y="9477209"/>
              <a:ext cx="132299" cy="330984"/>
            </a:xfrm>
            <a:prstGeom prst="rect">
              <a:avLst/>
            </a:prstGeom>
          </p:spPr>
        </p:pic>
        <p:sp>
          <p:nvSpPr>
            <p:cNvPr id="84" name="object 84" descr=""/>
            <p:cNvSpPr/>
            <p:nvPr/>
          </p:nvSpPr>
          <p:spPr>
            <a:xfrm>
              <a:off x="15721123" y="9477240"/>
              <a:ext cx="25400" cy="318135"/>
            </a:xfrm>
            <a:custGeom>
              <a:avLst/>
              <a:gdLst/>
              <a:ahLst/>
              <a:cxnLst/>
              <a:rect l="l" t="t" r="r" b="b"/>
              <a:pathLst>
                <a:path w="25400" h="318134">
                  <a:moveTo>
                    <a:pt x="25130" y="0"/>
                  </a:moveTo>
                  <a:lnTo>
                    <a:pt x="0" y="0"/>
                  </a:lnTo>
                  <a:lnTo>
                    <a:pt x="0" y="317728"/>
                  </a:lnTo>
                  <a:lnTo>
                    <a:pt x="25130" y="317728"/>
                  </a:lnTo>
                  <a:lnTo>
                    <a:pt x="25130" y="0"/>
                  </a:lnTo>
                  <a:close/>
                </a:path>
              </a:pathLst>
            </a:custGeom>
            <a:solidFill>
              <a:srgbClr val="EA921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 descr=""/>
            <p:cNvSpPr/>
            <p:nvPr/>
          </p:nvSpPr>
          <p:spPr>
            <a:xfrm>
              <a:off x="15739886" y="9477240"/>
              <a:ext cx="6985" cy="318135"/>
            </a:xfrm>
            <a:custGeom>
              <a:avLst/>
              <a:gdLst/>
              <a:ahLst/>
              <a:cxnLst/>
              <a:rect l="l" t="t" r="r" b="b"/>
              <a:pathLst>
                <a:path w="6984" h="318134">
                  <a:moveTo>
                    <a:pt x="6376" y="0"/>
                  </a:moveTo>
                  <a:lnTo>
                    <a:pt x="0" y="0"/>
                  </a:lnTo>
                  <a:lnTo>
                    <a:pt x="0" y="317728"/>
                  </a:lnTo>
                  <a:lnTo>
                    <a:pt x="6376" y="317728"/>
                  </a:lnTo>
                  <a:lnTo>
                    <a:pt x="6376" y="0"/>
                  </a:lnTo>
                  <a:close/>
                </a:path>
              </a:pathLst>
            </a:custGeom>
            <a:solidFill>
              <a:srgbClr val="000000">
                <a:alpha val="5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15531715" y="9477240"/>
              <a:ext cx="24130" cy="318770"/>
            </a:xfrm>
            <a:custGeom>
              <a:avLst/>
              <a:gdLst/>
              <a:ahLst/>
              <a:cxnLst/>
              <a:rect l="l" t="t" r="r" b="b"/>
              <a:pathLst>
                <a:path w="24130" h="318770">
                  <a:moveTo>
                    <a:pt x="23768" y="0"/>
                  </a:moveTo>
                  <a:lnTo>
                    <a:pt x="0" y="0"/>
                  </a:lnTo>
                  <a:lnTo>
                    <a:pt x="0" y="318419"/>
                  </a:lnTo>
                  <a:lnTo>
                    <a:pt x="23768" y="318419"/>
                  </a:lnTo>
                  <a:lnTo>
                    <a:pt x="23768" y="0"/>
                  </a:lnTo>
                  <a:close/>
                </a:path>
              </a:pathLst>
            </a:custGeom>
            <a:solidFill>
              <a:srgbClr val="EA921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 descr=""/>
            <p:cNvSpPr/>
            <p:nvPr/>
          </p:nvSpPr>
          <p:spPr>
            <a:xfrm>
              <a:off x="15549714" y="9477240"/>
              <a:ext cx="6350" cy="316865"/>
            </a:xfrm>
            <a:custGeom>
              <a:avLst/>
              <a:gdLst/>
              <a:ahLst/>
              <a:cxnLst/>
              <a:rect l="l" t="t" r="r" b="b"/>
              <a:pathLst>
                <a:path w="6350" h="316865">
                  <a:moveTo>
                    <a:pt x="5769" y="0"/>
                  </a:moveTo>
                  <a:lnTo>
                    <a:pt x="0" y="0"/>
                  </a:lnTo>
                  <a:lnTo>
                    <a:pt x="0" y="316377"/>
                  </a:lnTo>
                  <a:lnTo>
                    <a:pt x="5769" y="316377"/>
                  </a:lnTo>
                  <a:lnTo>
                    <a:pt x="5769" y="0"/>
                  </a:lnTo>
                  <a:close/>
                </a:path>
              </a:pathLst>
            </a:custGeom>
            <a:solidFill>
              <a:srgbClr val="000000">
                <a:alpha val="5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8" name="object 88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5513726" y="9477250"/>
              <a:ext cx="246275" cy="330963"/>
            </a:xfrm>
            <a:prstGeom prst="rect">
              <a:avLst/>
            </a:prstGeom>
          </p:spPr>
        </p:pic>
        <p:sp>
          <p:nvSpPr>
            <p:cNvPr id="89" name="object 89" descr=""/>
            <p:cNvSpPr/>
            <p:nvPr/>
          </p:nvSpPr>
          <p:spPr>
            <a:xfrm>
              <a:off x="15530029" y="9477219"/>
              <a:ext cx="25400" cy="318135"/>
            </a:xfrm>
            <a:custGeom>
              <a:avLst/>
              <a:gdLst/>
              <a:ahLst/>
              <a:cxnLst/>
              <a:rect l="l" t="t" r="r" b="b"/>
              <a:pathLst>
                <a:path w="25400" h="318134">
                  <a:moveTo>
                    <a:pt x="25130" y="0"/>
                  </a:moveTo>
                  <a:lnTo>
                    <a:pt x="0" y="0"/>
                  </a:lnTo>
                  <a:lnTo>
                    <a:pt x="0" y="317728"/>
                  </a:lnTo>
                  <a:lnTo>
                    <a:pt x="25130" y="317728"/>
                  </a:lnTo>
                  <a:lnTo>
                    <a:pt x="25130" y="0"/>
                  </a:lnTo>
                  <a:close/>
                </a:path>
              </a:pathLst>
            </a:custGeom>
            <a:solidFill>
              <a:srgbClr val="EA921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 descr=""/>
            <p:cNvSpPr/>
            <p:nvPr/>
          </p:nvSpPr>
          <p:spPr>
            <a:xfrm>
              <a:off x="15548782" y="9477219"/>
              <a:ext cx="6985" cy="318135"/>
            </a:xfrm>
            <a:custGeom>
              <a:avLst/>
              <a:gdLst/>
              <a:ahLst/>
              <a:cxnLst/>
              <a:rect l="l" t="t" r="r" b="b"/>
              <a:pathLst>
                <a:path w="6984" h="318134">
                  <a:moveTo>
                    <a:pt x="6376" y="0"/>
                  </a:moveTo>
                  <a:lnTo>
                    <a:pt x="0" y="0"/>
                  </a:lnTo>
                  <a:lnTo>
                    <a:pt x="0" y="317728"/>
                  </a:lnTo>
                  <a:lnTo>
                    <a:pt x="6376" y="317728"/>
                  </a:lnTo>
                  <a:lnTo>
                    <a:pt x="6376" y="0"/>
                  </a:lnTo>
                  <a:close/>
                </a:path>
              </a:pathLst>
            </a:custGeom>
            <a:solidFill>
              <a:srgbClr val="000000">
                <a:alpha val="5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 descr=""/>
            <p:cNvSpPr/>
            <p:nvPr/>
          </p:nvSpPr>
          <p:spPr>
            <a:xfrm>
              <a:off x="15436608" y="9647811"/>
              <a:ext cx="128270" cy="35560"/>
            </a:xfrm>
            <a:custGeom>
              <a:avLst/>
              <a:gdLst/>
              <a:ahLst/>
              <a:cxnLst/>
              <a:rect l="l" t="t" r="r" b="b"/>
              <a:pathLst>
                <a:path w="128269" h="35559">
                  <a:moveTo>
                    <a:pt x="127702" y="0"/>
                  </a:moveTo>
                  <a:lnTo>
                    <a:pt x="0" y="0"/>
                  </a:lnTo>
                  <a:lnTo>
                    <a:pt x="0" y="35140"/>
                  </a:lnTo>
                  <a:lnTo>
                    <a:pt x="127702" y="35140"/>
                  </a:lnTo>
                  <a:lnTo>
                    <a:pt x="127702" y="0"/>
                  </a:lnTo>
                  <a:close/>
                </a:path>
              </a:pathLst>
            </a:custGeom>
            <a:solidFill>
              <a:srgbClr val="EA921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 descr=""/>
            <p:cNvSpPr/>
            <p:nvPr/>
          </p:nvSpPr>
          <p:spPr>
            <a:xfrm>
              <a:off x="15436608" y="9677328"/>
              <a:ext cx="127635" cy="5715"/>
            </a:xfrm>
            <a:custGeom>
              <a:avLst/>
              <a:gdLst/>
              <a:ahLst/>
              <a:cxnLst/>
              <a:rect l="l" t="t" r="r" b="b"/>
              <a:pathLst>
                <a:path w="127634" h="5715">
                  <a:moveTo>
                    <a:pt x="127399" y="0"/>
                  </a:moveTo>
                  <a:lnTo>
                    <a:pt x="0" y="0"/>
                  </a:lnTo>
                  <a:lnTo>
                    <a:pt x="0" y="5622"/>
                  </a:lnTo>
                  <a:lnTo>
                    <a:pt x="127399" y="5622"/>
                  </a:lnTo>
                  <a:lnTo>
                    <a:pt x="127399" y="0"/>
                  </a:lnTo>
                  <a:close/>
                </a:path>
              </a:pathLst>
            </a:custGeom>
            <a:solidFill>
              <a:srgbClr val="000000">
                <a:alpha val="5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 descr=""/>
            <p:cNvSpPr/>
            <p:nvPr/>
          </p:nvSpPr>
          <p:spPr>
            <a:xfrm>
              <a:off x="15436608" y="9477209"/>
              <a:ext cx="132715" cy="35560"/>
            </a:xfrm>
            <a:custGeom>
              <a:avLst/>
              <a:gdLst/>
              <a:ahLst/>
              <a:cxnLst/>
              <a:rect l="l" t="t" r="r" b="b"/>
              <a:pathLst>
                <a:path w="132715" h="35559">
                  <a:moveTo>
                    <a:pt x="132299" y="0"/>
                  </a:moveTo>
                  <a:lnTo>
                    <a:pt x="0" y="0"/>
                  </a:lnTo>
                  <a:lnTo>
                    <a:pt x="0" y="35140"/>
                  </a:lnTo>
                  <a:lnTo>
                    <a:pt x="132299" y="35140"/>
                  </a:lnTo>
                  <a:lnTo>
                    <a:pt x="132299" y="0"/>
                  </a:lnTo>
                  <a:close/>
                </a:path>
              </a:pathLst>
            </a:custGeom>
            <a:solidFill>
              <a:srgbClr val="EA921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 descr=""/>
            <p:cNvSpPr/>
            <p:nvPr/>
          </p:nvSpPr>
          <p:spPr>
            <a:xfrm>
              <a:off x="15436608" y="9506757"/>
              <a:ext cx="132080" cy="5715"/>
            </a:xfrm>
            <a:custGeom>
              <a:avLst/>
              <a:gdLst/>
              <a:ahLst/>
              <a:cxnLst/>
              <a:rect l="l" t="t" r="r" b="b"/>
              <a:pathLst>
                <a:path w="132080" h="5715">
                  <a:moveTo>
                    <a:pt x="131943" y="0"/>
                  </a:moveTo>
                  <a:lnTo>
                    <a:pt x="0" y="0"/>
                  </a:lnTo>
                  <a:lnTo>
                    <a:pt x="0" y="5622"/>
                  </a:lnTo>
                  <a:lnTo>
                    <a:pt x="131943" y="5622"/>
                  </a:lnTo>
                  <a:lnTo>
                    <a:pt x="131943" y="0"/>
                  </a:lnTo>
                  <a:close/>
                </a:path>
              </a:pathLst>
            </a:custGeom>
            <a:solidFill>
              <a:srgbClr val="000000">
                <a:alpha val="5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 descr=""/>
            <p:cNvSpPr/>
            <p:nvPr/>
          </p:nvSpPr>
          <p:spPr>
            <a:xfrm>
              <a:off x="15533271" y="9483780"/>
              <a:ext cx="17145" cy="15875"/>
            </a:xfrm>
            <a:custGeom>
              <a:avLst/>
              <a:gdLst/>
              <a:ahLst/>
              <a:cxnLst/>
              <a:rect l="l" t="t" r="r" b="b"/>
              <a:pathLst>
                <a:path w="17144" h="15875">
                  <a:moveTo>
                    <a:pt x="12847" y="0"/>
                  </a:moveTo>
                  <a:lnTo>
                    <a:pt x="3706" y="0"/>
                  </a:lnTo>
                  <a:lnTo>
                    <a:pt x="0" y="3518"/>
                  </a:lnTo>
                  <a:lnTo>
                    <a:pt x="0" y="12177"/>
                  </a:lnTo>
                  <a:lnTo>
                    <a:pt x="3706" y="15685"/>
                  </a:lnTo>
                  <a:lnTo>
                    <a:pt x="12847" y="15685"/>
                  </a:lnTo>
                  <a:lnTo>
                    <a:pt x="16554" y="12177"/>
                  </a:lnTo>
                  <a:lnTo>
                    <a:pt x="16554" y="7842"/>
                  </a:lnTo>
                  <a:lnTo>
                    <a:pt x="16554" y="3518"/>
                  </a:lnTo>
                  <a:lnTo>
                    <a:pt x="12847" y="0"/>
                  </a:lnTo>
                  <a:close/>
                </a:path>
              </a:pathLst>
            </a:custGeom>
            <a:solidFill>
              <a:srgbClr val="F5AE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 descr=""/>
            <p:cNvSpPr/>
            <p:nvPr/>
          </p:nvSpPr>
          <p:spPr>
            <a:xfrm>
              <a:off x="15533713" y="9486981"/>
              <a:ext cx="16510" cy="12700"/>
            </a:xfrm>
            <a:custGeom>
              <a:avLst/>
              <a:gdLst/>
              <a:ahLst/>
              <a:cxnLst/>
              <a:rect l="l" t="t" r="r" b="b"/>
              <a:pathLst>
                <a:path w="16509" h="12700">
                  <a:moveTo>
                    <a:pt x="14470" y="0"/>
                  </a:moveTo>
                  <a:lnTo>
                    <a:pt x="14732" y="764"/>
                  </a:lnTo>
                  <a:lnTo>
                    <a:pt x="14910" y="1560"/>
                  </a:lnTo>
                  <a:lnTo>
                    <a:pt x="14910" y="6743"/>
                  </a:lnTo>
                  <a:lnTo>
                    <a:pt x="11214" y="10250"/>
                  </a:lnTo>
                  <a:lnTo>
                    <a:pt x="6638" y="10250"/>
                  </a:lnTo>
                  <a:lnTo>
                    <a:pt x="3905" y="10250"/>
                  </a:lnTo>
                  <a:lnTo>
                    <a:pt x="1507" y="8984"/>
                  </a:lnTo>
                  <a:lnTo>
                    <a:pt x="0" y="7046"/>
                  </a:lnTo>
                  <a:lnTo>
                    <a:pt x="1078" y="10198"/>
                  </a:lnTo>
                  <a:lnTo>
                    <a:pt x="4156" y="12481"/>
                  </a:lnTo>
                  <a:lnTo>
                    <a:pt x="12407" y="12481"/>
                  </a:lnTo>
                  <a:lnTo>
                    <a:pt x="16114" y="8973"/>
                  </a:lnTo>
                  <a:lnTo>
                    <a:pt x="16114" y="2900"/>
                  </a:lnTo>
                  <a:lnTo>
                    <a:pt x="15486" y="1308"/>
                  </a:lnTo>
                  <a:lnTo>
                    <a:pt x="14470" y="0"/>
                  </a:lnTo>
                  <a:close/>
                </a:path>
              </a:pathLst>
            </a:custGeom>
            <a:solidFill>
              <a:srgbClr val="000000">
                <a:alpha val="5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 descr=""/>
            <p:cNvSpPr/>
            <p:nvPr/>
          </p:nvSpPr>
          <p:spPr>
            <a:xfrm>
              <a:off x="15534861" y="9485035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90" h="7620">
                  <a:moveTo>
                    <a:pt x="7245" y="0"/>
                  </a:moveTo>
                  <a:lnTo>
                    <a:pt x="4994" y="20"/>
                  </a:lnTo>
                  <a:lnTo>
                    <a:pt x="994" y="2544"/>
                  </a:lnTo>
                  <a:lnTo>
                    <a:pt x="0" y="4565"/>
                  </a:lnTo>
                  <a:lnTo>
                    <a:pt x="1549" y="7025"/>
                  </a:lnTo>
                  <a:lnTo>
                    <a:pt x="3800" y="7005"/>
                  </a:lnTo>
                  <a:lnTo>
                    <a:pt x="7800" y="4471"/>
                  </a:lnTo>
                  <a:lnTo>
                    <a:pt x="8795" y="2450"/>
                  </a:lnTo>
                  <a:lnTo>
                    <a:pt x="8020" y="1225"/>
                  </a:lnTo>
                  <a:lnTo>
                    <a:pt x="724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 descr=""/>
            <p:cNvSpPr/>
            <p:nvPr/>
          </p:nvSpPr>
          <p:spPr>
            <a:xfrm>
              <a:off x="15436608" y="9773084"/>
              <a:ext cx="128905" cy="35560"/>
            </a:xfrm>
            <a:custGeom>
              <a:avLst/>
              <a:gdLst/>
              <a:ahLst/>
              <a:cxnLst/>
              <a:rect l="l" t="t" r="r" b="b"/>
              <a:pathLst>
                <a:path w="128905" h="35559">
                  <a:moveTo>
                    <a:pt x="128393" y="0"/>
                  </a:moveTo>
                  <a:lnTo>
                    <a:pt x="0" y="0"/>
                  </a:lnTo>
                  <a:lnTo>
                    <a:pt x="0" y="35108"/>
                  </a:lnTo>
                  <a:lnTo>
                    <a:pt x="128393" y="35108"/>
                  </a:lnTo>
                  <a:lnTo>
                    <a:pt x="128393" y="0"/>
                  </a:lnTo>
                  <a:close/>
                </a:path>
              </a:pathLst>
            </a:custGeom>
            <a:solidFill>
              <a:srgbClr val="EA921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 descr=""/>
            <p:cNvSpPr/>
            <p:nvPr/>
          </p:nvSpPr>
          <p:spPr>
            <a:xfrm>
              <a:off x="15436618" y="9802591"/>
              <a:ext cx="128270" cy="5715"/>
            </a:xfrm>
            <a:custGeom>
              <a:avLst/>
              <a:gdLst/>
              <a:ahLst/>
              <a:cxnLst/>
              <a:rect l="l" t="t" r="r" b="b"/>
              <a:pathLst>
                <a:path w="128269" h="5715">
                  <a:moveTo>
                    <a:pt x="128058" y="0"/>
                  </a:moveTo>
                  <a:lnTo>
                    <a:pt x="0" y="0"/>
                  </a:lnTo>
                  <a:lnTo>
                    <a:pt x="0" y="5601"/>
                  </a:lnTo>
                  <a:lnTo>
                    <a:pt x="128058" y="5601"/>
                  </a:lnTo>
                  <a:lnTo>
                    <a:pt x="128058" y="0"/>
                  </a:lnTo>
                  <a:close/>
                </a:path>
              </a:pathLst>
            </a:custGeom>
            <a:solidFill>
              <a:srgbClr val="000000">
                <a:alpha val="5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 descr=""/>
            <p:cNvSpPr/>
            <p:nvPr/>
          </p:nvSpPr>
          <p:spPr>
            <a:xfrm>
              <a:off x="15436608" y="9522328"/>
              <a:ext cx="78105" cy="115570"/>
            </a:xfrm>
            <a:custGeom>
              <a:avLst/>
              <a:gdLst/>
              <a:ahLst/>
              <a:cxnLst/>
              <a:rect l="l" t="t" r="r" b="b"/>
              <a:pathLst>
                <a:path w="78105" h="115570">
                  <a:moveTo>
                    <a:pt x="77557" y="0"/>
                  </a:moveTo>
                  <a:lnTo>
                    <a:pt x="0" y="0"/>
                  </a:lnTo>
                  <a:lnTo>
                    <a:pt x="0" y="115064"/>
                  </a:lnTo>
                  <a:lnTo>
                    <a:pt x="77557" y="115064"/>
                  </a:lnTo>
                  <a:lnTo>
                    <a:pt x="77557" y="0"/>
                  </a:lnTo>
                  <a:close/>
                </a:path>
              </a:pathLst>
            </a:custGeom>
            <a:solidFill>
              <a:srgbClr val="4F0F0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 descr=""/>
            <p:cNvSpPr/>
            <p:nvPr/>
          </p:nvSpPr>
          <p:spPr>
            <a:xfrm>
              <a:off x="15436609" y="9528524"/>
              <a:ext cx="73025" cy="106680"/>
            </a:xfrm>
            <a:custGeom>
              <a:avLst/>
              <a:gdLst/>
              <a:ahLst/>
              <a:cxnLst/>
              <a:rect l="l" t="t" r="r" b="b"/>
              <a:pathLst>
                <a:path w="73025" h="106679">
                  <a:moveTo>
                    <a:pt x="1270" y="94754"/>
                  </a:moveTo>
                  <a:lnTo>
                    <a:pt x="774" y="92951"/>
                  </a:lnTo>
                  <a:lnTo>
                    <a:pt x="0" y="91617"/>
                  </a:lnTo>
                  <a:lnTo>
                    <a:pt x="0" y="101854"/>
                  </a:lnTo>
                  <a:lnTo>
                    <a:pt x="774" y="100533"/>
                  </a:lnTo>
                  <a:lnTo>
                    <a:pt x="1270" y="98729"/>
                  </a:lnTo>
                  <a:lnTo>
                    <a:pt x="1270" y="94754"/>
                  </a:lnTo>
                  <a:close/>
                </a:path>
                <a:path w="73025" h="106679">
                  <a:moveTo>
                    <a:pt x="1778" y="60744"/>
                  </a:moveTo>
                  <a:lnTo>
                    <a:pt x="1066" y="58610"/>
                  </a:lnTo>
                  <a:lnTo>
                    <a:pt x="0" y="57289"/>
                  </a:lnTo>
                  <a:lnTo>
                    <a:pt x="0" y="68986"/>
                  </a:lnTo>
                  <a:lnTo>
                    <a:pt x="1066" y="67665"/>
                  </a:lnTo>
                  <a:lnTo>
                    <a:pt x="1778" y="65544"/>
                  </a:lnTo>
                  <a:lnTo>
                    <a:pt x="1778" y="60744"/>
                  </a:lnTo>
                  <a:close/>
                </a:path>
                <a:path w="73025" h="106679">
                  <a:moveTo>
                    <a:pt x="1778" y="22555"/>
                  </a:moveTo>
                  <a:lnTo>
                    <a:pt x="1066" y="20434"/>
                  </a:lnTo>
                  <a:lnTo>
                    <a:pt x="0" y="19100"/>
                  </a:lnTo>
                  <a:lnTo>
                    <a:pt x="0" y="30810"/>
                  </a:lnTo>
                  <a:lnTo>
                    <a:pt x="1066" y="29476"/>
                  </a:lnTo>
                  <a:lnTo>
                    <a:pt x="1778" y="27343"/>
                  </a:lnTo>
                  <a:lnTo>
                    <a:pt x="1778" y="22555"/>
                  </a:lnTo>
                  <a:close/>
                </a:path>
                <a:path w="73025" h="106679">
                  <a:moveTo>
                    <a:pt x="14490" y="75069"/>
                  </a:moveTo>
                  <a:lnTo>
                    <a:pt x="12509" y="71793"/>
                  </a:lnTo>
                  <a:lnTo>
                    <a:pt x="7645" y="71793"/>
                  </a:lnTo>
                  <a:lnTo>
                    <a:pt x="5664" y="75069"/>
                  </a:lnTo>
                  <a:lnTo>
                    <a:pt x="5664" y="83121"/>
                  </a:lnTo>
                  <a:lnTo>
                    <a:pt x="7645" y="86398"/>
                  </a:lnTo>
                  <a:lnTo>
                    <a:pt x="12509" y="86398"/>
                  </a:lnTo>
                  <a:lnTo>
                    <a:pt x="14490" y="83121"/>
                  </a:lnTo>
                  <a:lnTo>
                    <a:pt x="14490" y="79095"/>
                  </a:lnTo>
                  <a:lnTo>
                    <a:pt x="14490" y="75069"/>
                  </a:lnTo>
                  <a:close/>
                </a:path>
                <a:path w="73025" h="106679">
                  <a:moveTo>
                    <a:pt x="14998" y="41452"/>
                  </a:moveTo>
                  <a:lnTo>
                    <a:pt x="13017" y="38188"/>
                  </a:lnTo>
                  <a:lnTo>
                    <a:pt x="8153" y="38188"/>
                  </a:lnTo>
                  <a:lnTo>
                    <a:pt x="6172" y="41452"/>
                  </a:lnTo>
                  <a:lnTo>
                    <a:pt x="6172" y="49517"/>
                  </a:lnTo>
                  <a:lnTo>
                    <a:pt x="8153" y="52793"/>
                  </a:lnTo>
                  <a:lnTo>
                    <a:pt x="13017" y="52793"/>
                  </a:lnTo>
                  <a:lnTo>
                    <a:pt x="14998" y="49517"/>
                  </a:lnTo>
                  <a:lnTo>
                    <a:pt x="14998" y="45491"/>
                  </a:lnTo>
                  <a:lnTo>
                    <a:pt x="14998" y="41452"/>
                  </a:lnTo>
                  <a:close/>
                </a:path>
                <a:path w="73025" h="106679">
                  <a:moveTo>
                    <a:pt x="14998" y="3276"/>
                  </a:moveTo>
                  <a:lnTo>
                    <a:pt x="13017" y="0"/>
                  </a:lnTo>
                  <a:lnTo>
                    <a:pt x="8153" y="0"/>
                  </a:lnTo>
                  <a:lnTo>
                    <a:pt x="6172" y="3276"/>
                  </a:lnTo>
                  <a:lnTo>
                    <a:pt x="6172" y="11328"/>
                  </a:lnTo>
                  <a:lnTo>
                    <a:pt x="8153" y="14605"/>
                  </a:lnTo>
                  <a:lnTo>
                    <a:pt x="13017" y="14605"/>
                  </a:lnTo>
                  <a:lnTo>
                    <a:pt x="14998" y="11328"/>
                  </a:lnTo>
                  <a:lnTo>
                    <a:pt x="14998" y="7302"/>
                  </a:lnTo>
                  <a:lnTo>
                    <a:pt x="14998" y="3276"/>
                  </a:lnTo>
                  <a:close/>
                </a:path>
                <a:path w="73025" h="106679">
                  <a:moveTo>
                    <a:pt x="27305" y="94665"/>
                  </a:moveTo>
                  <a:lnTo>
                    <a:pt x="25323" y="91401"/>
                  </a:lnTo>
                  <a:lnTo>
                    <a:pt x="20459" y="91401"/>
                  </a:lnTo>
                  <a:lnTo>
                    <a:pt x="18478" y="94665"/>
                  </a:lnTo>
                  <a:lnTo>
                    <a:pt x="18478" y="102730"/>
                  </a:lnTo>
                  <a:lnTo>
                    <a:pt x="20459" y="105994"/>
                  </a:lnTo>
                  <a:lnTo>
                    <a:pt x="25323" y="105994"/>
                  </a:lnTo>
                  <a:lnTo>
                    <a:pt x="27305" y="102730"/>
                  </a:lnTo>
                  <a:lnTo>
                    <a:pt x="27305" y="98704"/>
                  </a:lnTo>
                  <a:lnTo>
                    <a:pt x="27305" y="94665"/>
                  </a:lnTo>
                  <a:close/>
                </a:path>
                <a:path w="73025" h="106679">
                  <a:moveTo>
                    <a:pt x="27813" y="61061"/>
                  </a:moveTo>
                  <a:lnTo>
                    <a:pt x="25844" y="57797"/>
                  </a:lnTo>
                  <a:lnTo>
                    <a:pt x="20967" y="57797"/>
                  </a:lnTo>
                  <a:lnTo>
                    <a:pt x="18986" y="61061"/>
                  </a:lnTo>
                  <a:lnTo>
                    <a:pt x="18986" y="69126"/>
                  </a:lnTo>
                  <a:lnTo>
                    <a:pt x="20967" y="72390"/>
                  </a:lnTo>
                  <a:lnTo>
                    <a:pt x="25844" y="72390"/>
                  </a:lnTo>
                  <a:lnTo>
                    <a:pt x="27813" y="69126"/>
                  </a:lnTo>
                  <a:lnTo>
                    <a:pt x="27813" y="65087"/>
                  </a:lnTo>
                  <a:lnTo>
                    <a:pt x="27813" y="61061"/>
                  </a:lnTo>
                  <a:close/>
                </a:path>
                <a:path w="73025" h="106679">
                  <a:moveTo>
                    <a:pt x="27813" y="22872"/>
                  </a:moveTo>
                  <a:lnTo>
                    <a:pt x="25844" y="19608"/>
                  </a:lnTo>
                  <a:lnTo>
                    <a:pt x="20967" y="19608"/>
                  </a:lnTo>
                  <a:lnTo>
                    <a:pt x="18986" y="22872"/>
                  </a:lnTo>
                  <a:lnTo>
                    <a:pt x="18986" y="30937"/>
                  </a:lnTo>
                  <a:lnTo>
                    <a:pt x="20967" y="34201"/>
                  </a:lnTo>
                  <a:lnTo>
                    <a:pt x="25844" y="34201"/>
                  </a:lnTo>
                  <a:lnTo>
                    <a:pt x="27813" y="30937"/>
                  </a:lnTo>
                  <a:lnTo>
                    <a:pt x="27813" y="26911"/>
                  </a:lnTo>
                  <a:lnTo>
                    <a:pt x="27813" y="22872"/>
                  </a:lnTo>
                  <a:close/>
                </a:path>
                <a:path w="73025" h="106679">
                  <a:moveTo>
                    <a:pt x="42418" y="76504"/>
                  </a:moveTo>
                  <a:lnTo>
                    <a:pt x="40436" y="73240"/>
                  </a:lnTo>
                  <a:lnTo>
                    <a:pt x="35572" y="73240"/>
                  </a:lnTo>
                  <a:lnTo>
                    <a:pt x="33591" y="76504"/>
                  </a:lnTo>
                  <a:lnTo>
                    <a:pt x="33591" y="84569"/>
                  </a:lnTo>
                  <a:lnTo>
                    <a:pt x="35572" y="87833"/>
                  </a:lnTo>
                  <a:lnTo>
                    <a:pt x="40436" y="87833"/>
                  </a:lnTo>
                  <a:lnTo>
                    <a:pt x="42418" y="84569"/>
                  </a:lnTo>
                  <a:lnTo>
                    <a:pt x="42418" y="80543"/>
                  </a:lnTo>
                  <a:lnTo>
                    <a:pt x="42418" y="76504"/>
                  </a:lnTo>
                  <a:close/>
                </a:path>
                <a:path w="73025" h="106679">
                  <a:moveTo>
                    <a:pt x="42926" y="42900"/>
                  </a:moveTo>
                  <a:lnTo>
                    <a:pt x="40944" y="39636"/>
                  </a:lnTo>
                  <a:lnTo>
                    <a:pt x="36080" y="39636"/>
                  </a:lnTo>
                  <a:lnTo>
                    <a:pt x="34099" y="42900"/>
                  </a:lnTo>
                  <a:lnTo>
                    <a:pt x="34099" y="50965"/>
                  </a:lnTo>
                  <a:lnTo>
                    <a:pt x="36080" y="54229"/>
                  </a:lnTo>
                  <a:lnTo>
                    <a:pt x="40944" y="54229"/>
                  </a:lnTo>
                  <a:lnTo>
                    <a:pt x="42926" y="50965"/>
                  </a:lnTo>
                  <a:lnTo>
                    <a:pt x="42926" y="46939"/>
                  </a:lnTo>
                  <a:lnTo>
                    <a:pt x="42926" y="42900"/>
                  </a:lnTo>
                  <a:close/>
                </a:path>
                <a:path w="73025" h="106679">
                  <a:moveTo>
                    <a:pt x="42926" y="4711"/>
                  </a:moveTo>
                  <a:lnTo>
                    <a:pt x="40944" y="1447"/>
                  </a:lnTo>
                  <a:lnTo>
                    <a:pt x="36080" y="1447"/>
                  </a:lnTo>
                  <a:lnTo>
                    <a:pt x="34099" y="4711"/>
                  </a:lnTo>
                  <a:lnTo>
                    <a:pt x="34099" y="12776"/>
                  </a:lnTo>
                  <a:lnTo>
                    <a:pt x="36080" y="16040"/>
                  </a:lnTo>
                  <a:lnTo>
                    <a:pt x="40944" y="16040"/>
                  </a:lnTo>
                  <a:lnTo>
                    <a:pt x="42926" y="12776"/>
                  </a:lnTo>
                  <a:lnTo>
                    <a:pt x="42926" y="8750"/>
                  </a:lnTo>
                  <a:lnTo>
                    <a:pt x="42926" y="4711"/>
                  </a:lnTo>
                  <a:close/>
                </a:path>
                <a:path w="73025" h="106679">
                  <a:moveTo>
                    <a:pt x="59220" y="95008"/>
                  </a:moveTo>
                  <a:lnTo>
                    <a:pt x="57238" y="91744"/>
                  </a:lnTo>
                  <a:lnTo>
                    <a:pt x="52374" y="91744"/>
                  </a:lnTo>
                  <a:lnTo>
                    <a:pt x="50393" y="95008"/>
                  </a:lnTo>
                  <a:lnTo>
                    <a:pt x="50393" y="103073"/>
                  </a:lnTo>
                  <a:lnTo>
                    <a:pt x="52374" y="106337"/>
                  </a:lnTo>
                  <a:lnTo>
                    <a:pt x="57238" y="106337"/>
                  </a:lnTo>
                  <a:lnTo>
                    <a:pt x="59220" y="103073"/>
                  </a:lnTo>
                  <a:lnTo>
                    <a:pt x="59220" y="99034"/>
                  </a:lnTo>
                  <a:lnTo>
                    <a:pt x="59220" y="95008"/>
                  </a:lnTo>
                  <a:close/>
                </a:path>
                <a:path w="73025" h="106679">
                  <a:moveTo>
                    <a:pt x="59728" y="61404"/>
                  </a:moveTo>
                  <a:lnTo>
                    <a:pt x="57746" y="58140"/>
                  </a:lnTo>
                  <a:lnTo>
                    <a:pt x="52882" y="58140"/>
                  </a:lnTo>
                  <a:lnTo>
                    <a:pt x="50901" y="61404"/>
                  </a:lnTo>
                  <a:lnTo>
                    <a:pt x="50901" y="69469"/>
                  </a:lnTo>
                  <a:lnTo>
                    <a:pt x="52882" y="72732"/>
                  </a:lnTo>
                  <a:lnTo>
                    <a:pt x="57746" y="72732"/>
                  </a:lnTo>
                  <a:lnTo>
                    <a:pt x="59728" y="69469"/>
                  </a:lnTo>
                  <a:lnTo>
                    <a:pt x="59728" y="65430"/>
                  </a:lnTo>
                  <a:lnTo>
                    <a:pt x="59728" y="61404"/>
                  </a:lnTo>
                  <a:close/>
                </a:path>
                <a:path w="73025" h="106679">
                  <a:moveTo>
                    <a:pt x="59728" y="23215"/>
                  </a:moveTo>
                  <a:lnTo>
                    <a:pt x="57746" y="19951"/>
                  </a:lnTo>
                  <a:lnTo>
                    <a:pt x="52882" y="19951"/>
                  </a:lnTo>
                  <a:lnTo>
                    <a:pt x="50901" y="23215"/>
                  </a:lnTo>
                  <a:lnTo>
                    <a:pt x="50901" y="31280"/>
                  </a:lnTo>
                  <a:lnTo>
                    <a:pt x="52882" y="34544"/>
                  </a:lnTo>
                  <a:lnTo>
                    <a:pt x="57746" y="34544"/>
                  </a:lnTo>
                  <a:lnTo>
                    <a:pt x="59728" y="31280"/>
                  </a:lnTo>
                  <a:lnTo>
                    <a:pt x="59728" y="27241"/>
                  </a:lnTo>
                  <a:lnTo>
                    <a:pt x="59728" y="23215"/>
                  </a:lnTo>
                  <a:close/>
                </a:path>
                <a:path w="73025" h="106679">
                  <a:moveTo>
                    <a:pt x="72453" y="77355"/>
                  </a:moveTo>
                  <a:lnTo>
                    <a:pt x="70472" y="74091"/>
                  </a:lnTo>
                  <a:lnTo>
                    <a:pt x="65608" y="74091"/>
                  </a:lnTo>
                  <a:lnTo>
                    <a:pt x="63627" y="77355"/>
                  </a:lnTo>
                  <a:lnTo>
                    <a:pt x="63627" y="85420"/>
                  </a:lnTo>
                  <a:lnTo>
                    <a:pt x="65608" y="88684"/>
                  </a:lnTo>
                  <a:lnTo>
                    <a:pt x="70472" y="88684"/>
                  </a:lnTo>
                  <a:lnTo>
                    <a:pt x="72453" y="85420"/>
                  </a:lnTo>
                  <a:lnTo>
                    <a:pt x="72453" y="81381"/>
                  </a:lnTo>
                  <a:lnTo>
                    <a:pt x="72453" y="77355"/>
                  </a:lnTo>
                  <a:close/>
                </a:path>
                <a:path w="73025" h="106679">
                  <a:moveTo>
                    <a:pt x="72961" y="43751"/>
                  </a:moveTo>
                  <a:lnTo>
                    <a:pt x="70980" y="40487"/>
                  </a:lnTo>
                  <a:lnTo>
                    <a:pt x="66116" y="40487"/>
                  </a:lnTo>
                  <a:lnTo>
                    <a:pt x="64135" y="43751"/>
                  </a:lnTo>
                  <a:lnTo>
                    <a:pt x="64135" y="51816"/>
                  </a:lnTo>
                  <a:lnTo>
                    <a:pt x="66116" y="55079"/>
                  </a:lnTo>
                  <a:lnTo>
                    <a:pt x="70980" y="55079"/>
                  </a:lnTo>
                  <a:lnTo>
                    <a:pt x="72961" y="51816"/>
                  </a:lnTo>
                  <a:lnTo>
                    <a:pt x="72961" y="47777"/>
                  </a:lnTo>
                  <a:lnTo>
                    <a:pt x="72961" y="43751"/>
                  </a:lnTo>
                  <a:close/>
                </a:path>
                <a:path w="73025" h="106679">
                  <a:moveTo>
                    <a:pt x="72961" y="5562"/>
                  </a:moveTo>
                  <a:lnTo>
                    <a:pt x="70980" y="2298"/>
                  </a:lnTo>
                  <a:lnTo>
                    <a:pt x="66116" y="2298"/>
                  </a:lnTo>
                  <a:lnTo>
                    <a:pt x="64135" y="5562"/>
                  </a:lnTo>
                  <a:lnTo>
                    <a:pt x="64135" y="13627"/>
                  </a:lnTo>
                  <a:lnTo>
                    <a:pt x="66116" y="16891"/>
                  </a:lnTo>
                  <a:lnTo>
                    <a:pt x="70980" y="16891"/>
                  </a:lnTo>
                  <a:lnTo>
                    <a:pt x="72961" y="13627"/>
                  </a:lnTo>
                  <a:lnTo>
                    <a:pt x="72961" y="9588"/>
                  </a:lnTo>
                  <a:lnTo>
                    <a:pt x="72961" y="5562"/>
                  </a:lnTo>
                  <a:close/>
                </a:path>
              </a:pathLst>
            </a:custGeom>
            <a:solidFill>
              <a:srgbClr val="39090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 descr=""/>
            <p:cNvSpPr/>
            <p:nvPr/>
          </p:nvSpPr>
          <p:spPr>
            <a:xfrm>
              <a:off x="15436608" y="9691359"/>
              <a:ext cx="77470" cy="76835"/>
            </a:xfrm>
            <a:custGeom>
              <a:avLst/>
              <a:gdLst/>
              <a:ahLst/>
              <a:cxnLst/>
              <a:rect l="l" t="t" r="r" b="b"/>
              <a:pathLst>
                <a:path w="77469" h="76834">
                  <a:moveTo>
                    <a:pt x="77044" y="0"/>
                  </a:moveTo>
                  <a:lnTo>
                    <a:pt x="0" y="0"/>
                  </a:lnTo>
                  <a:lnTo>
                    <a:pt x="0" y="76228"/>
                  </a:lnTo>
                  <a:lnTo>
                    <a:pt x="77044" y="76228"/>
                  </a:lnTo>
                  <a:lnTo>
                    <a:pt x="77044" y="0"/>
                  </a:lnTo>
                  <a:close/>
                </a:path>
              </a:pathLst>
            </a:custGeom>
            <a:solidFill>
              <a:srgbClr val="4F0F0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 descr=""/>
            <p:cNvSpPr/>
            <p:nvPr/>
          </p:nvSpPr>
          <p:spPr>
            <a:xfrm>
              <a:off x="15436609" y="9695478"/>
              <a:ext cx="73025" cy="70485"/>
            </a:xfrm>
            <a:custGeom>
              <a:avLst/>
              <a:gdLst/>
              <a:ahLst/>
              <a:cxnLst/>
              <a:rect l="l" t="t" r="r" b="b"/>
              <a:pathLst>
                <a:path w="73025" h="70484">
                  <a:moveTo>
                    <a:pt x="749" y="63068"/>
                  </a:moveTo>
                  <a:lnTo>
                    <a:pt x="482" y="62141"/>
                  </a:lnTo>
                  <a:lnTo>
                    <a:pt x="0" y="61366"/>
                  </a:lnTo>
                  <a:lnTo>
                    <a:pt x="0" y="66789"/>
                  </a:lnTo>
                  <a:lnTo>
                    <a:pt x="482" y="66001"/>
                  </a:lnTo>
                  <a:lnTo>
                    <a:pt x="749" y="65074"/>
                  </a:lnTo>
                  <a:lnTo>
                    <a:pt x="749" y="63068"/>
                  </a:lnTo>
                  <a:close/>
                </a:path>
                <a:path w="73025" h="70484">
                  <a:moveTo>
                    <a:pt x="1270" y="40487"/>
                  </a:moveTo>
                  <a:lnTo>
                    <a:pt x="774" y="39319"/>
                  </a:lnTo>
                  <a:lnTo>
                    <a:pt x="0" y="38430"/>
                  </a:lnTo>
                  <a:lnTo>
                    <a:pt x="0" y="45224"/>
                  </a:lnTo>
                  <a:lnTo>
                    <a:pt x="774" y="44335"/>
                  </a:lnTo>
                  <a:lnTo>
                    <a:pt x="1270" y="43154"/>
                  </a:lnTo>
                  <a:lnTo>
                    <a:pt x="1270" y="40487"/>
                  </a:lnTo>
                  <a:close/>
                </a:path>
                <a:path w="73025" h="70484">
                  <a:moveTo>
                    <a:pt x="1270" y="15214"/>
                  </a:moveTo>
                  <a:lnTo>
                    <a:pt x="774" y="13995"/>
                  </a:lnTo>
                  <a:lnTo>
                    <a:pt x="0" y="13131"/>
                  </a:lnTo>
                  <a:lnTo>
                    <a:pt x="0" y="19926"/>
                  </a:lnTo>
                  <a:lnTo>
                    <a:pt x="774" y="19050"/>
                  </a:lnTo>
                  <a:lnTo>
                    <a:pt x="1270" y="17843"/>
                  </a:lnTo>
                  <a:lnTo>
                    <a:pt x="1270" y="15214"/>
                  </a:lnTo>
                  <a:close/>
                </a:path>
                <a:path w="73025" h="70484">
                  <a:moveTo>
                    <a:pt x="13982" y="49707"/>
                  </a:moveTo>
                  <a:lnTo>
                    <a:pt x="12001" y="47548"/>
                  </a:lnTo>
                  <a:lnTo>
                    <a:pt x="7137" y="47548"/>
                  </a:lnTo>
                  <a:lnTo>
                    <a:pt x="5156" y="49707"/>
                  </a:lnTo>
                  <a:lnTo>
                    <a:pt x="5156" y="55054"/>
                  </a:lnTo>
                  <a:lnTo>
                    <a:pt x="7137" y="57213"/>
                  </a:lnTo>
                  <a:lnTo>
                    <a:pt x="12001" y="57213"/>
                  </a:lnTo>
                  <a:lnTo>
                    <a:pt x="13982" y="55054"/>
                  </a:lnTo>
                  <a:lnTo>
                    <a:pt x="13982" y="52374"/>
                  </a:lnTo>
                  <a:lnTo>
                    <a:pt x="13982" y="49707"/>
                  </a:lnTo>
                  <a:close/>
                </a:path>
                <a:path w="73025" h="70484">
                  <a:moveTo>
                    <a:pt x="14490" y="27457"/>
                  </a:moveTo>
                  <a:lnTo>
                    <a:pt x="12509" y="25285"/>
                  </a:lnTo>
                  <a:lnTo>
                    <a:pt x="7645" y="25285"/>
                  </a:lnTo>
                  <a:lnTo>
                    <a:pt x="5664" y="27457"/>
                  </a:lnTo>
                  <a:lnTo>
                    <a:pt x="5664" y="32791"/>
                  </a:lnTo>
                  <a:lnTo>
                    <a:pt x="7645" y="34963"/>
                  </a:lnTo>
                  <a:lnTo>
                    <a:pt x="12509" y="34963"/>
                  </a:lnTo>
                  <a:lnTo>
                    <a:pt x="14490" y="32791"/>
                  </a:lnTo>
                  <a:lnTo>
                    <a:pt x="14490" y="30124"/>
                  </a:lnTo>
                  <a:lnTo>
                    <a:pt x="14490" y="27457"/>
                  </a:lnTo>
                  <a:close/>
                </a:path>
                <a:path w="73025" h="70484">
                  <a:moveTo>
                    <a:pt x="14490" y="2171"/>
                  </a:moveTo>
                  <a:lnTo>
                    <a:pt x="12509" y="0"/>
                  </a:lnTo>
                  <a:lnTo>
                    <a:pt x="7645" y="0"/>
                  </a:lnTo>
                  <a:lnTo>
                    <a:pt x="5664" y="2171"/>
                  </a:lnTo>
                  <a:lnTo>
                    <a:pt x="5664" y="7505"/>
                  </a:lnTo>
                  <a:lnTo>
                    <a:pt x="7645" y="9677"/>
                  </a:lnTo>
                  <a:lnTo>
                    <a:pt x="12509" y="9677"/>
                  </a:lnTo>
                  <a:lnTo>
                    <a:pt x="14490" y="7505"/>
                  </a:lnTo>
                  <a:lnTo>
                    <a:pt x="14490" y="4838"/>
                  </a:lnTo>
                  <a:lnTo>
                    <a:pt x="14490" y="2171"/>
                  </a:lnTo>
                  <a:close/>
                </a:path>
                <a:path w="73025" h="70484">
                  <a:moveTo>
                    <a:pt x="26797" y="62687"/>
                  </a:moveTo>
                  <a:lnTo>
                    <a:pt x="24815" y="60528"/>
                  </a:lnTo>
                  <a:lnTo>
                    <a:pt x="19951" y="60528"/>
                  </a:lnTo>
                  <a:lnTo>
                    <a:pt x="17970" y="62687"/>
                  </a:lnTo>
                  <a:lnTo>
                    <a:pt x="17970" y="68033"/>
                  </a:lnTo>
                  <a:lnTo>
                    <a:pt x="19951" y="70205"/>
                  </a:lnTo>
                  <a:lnTo>
                    <a:pt x="24815" y="70205"/>
                  </a:lnTo>
                  <a:lnTo>
                    <a:pt x="26797" y="68033"/>
                  </a:lnTo>
                  <a:lnTo>
                    <a:pt x="26797" y="65366"/>
                  </a:lnTo>
                  <a:lnTo>
                    <a:pt x="26797" y="62687"/>
                  </a:lnTo>
                  <a:close/>
                </a:path>
                <a:path w="73025" h="70484">
                  <a:moveTo>
                    <a:pt x="27305" y="40436"/>
                  </a:moveTo>
                  <a:lnTo>
                    <a:pt x="25323" y="38265"/>
                  </a:lnTo>
                  <a:lnTo>
                    <a:pt x="20459" y="38265"/>
                  </a:lnTo>
                  <a:lnTo>
                    <a:pt x="18478" y="40436"/>
                  </a:lnTo>
                  <a:lnTo>
                    <a:pt x="18478" y="45783"/>
                  </a:lnTo>
                  <a:lnTo>
                    <a:pt x="20459" y="47942"/>
                  </a:lnTo>
                  <a:lnTo>
                    <a:pt x="25323" y="47942"/>
                  </a:lnTo>
                  <a:lnTo>
                    <a:pt x="27305" y="45783"/>
                  </a:lnTo>
                  <a:lnTo>
                    <a:pt x="27305" y="43103"/>
                  </a:lnTo>
                  <a:lnTo>
                    <a:pt x="27305" y="40436"/>
                  </a:lnTo>
                  <a:close/>
                </a:path>
                <a:path w="73025" h="70484">
                  <a:moveTo>
                    <a:pt x="27305" y="15151"/>
                  </a:moveTo>
                  <a:lnTo>
                    <a:pt x="25323" y="12979"/>
                  </a:lnTo>
                  <a:lnTo>
                    <a:pt x="20459" y="12979"/>
                  </a:lnTo>
                  <a:lnTo>
                    <a:pt x="18478" y="15151"/>
                  </a:lnTo>
                  <a:lnTo>
                    <a:pt x="18478" y="20485"/>
                  </a:lnTo>
                  <a:lnTo>
                    <a:pt x="20459" y="22656"/>
                  </a:lnTo>
                  <a:lnTo>
                    <a:pt x="25323" y="22656"/>
                  </a:lnTo>
                  <a:lnTo>
                    <a:pt x="27305" y="20485"/>
                  </a:lnTo>
                  <a:lnTo>
                    <a:pt x="27305" y="17818"/>
                  </a:lnTo>
                  <a:lnTo>
                    <a:pt x="27305" y="15151"/>
                  </a:lnTo>
                  <a:close/>
                </a:path>
                <a:path w="73025" h="70484">
                  <a:moveTo>
                    <a:pt x="41910" y="50673"/>
                  </a:moveTo>
                  <a:lnTo>
                    <a:pt x="39928" y="48501"/>
                  </a:lnTo>
                  <a:lnTo>
                    <a:pt x="35052" y="48501"/>
                  </a:lnTo>
                  <a:lnTo>
                    <a:pt x="33083" y="50673"/>
                  </a:lnTo>
                  <a:lnTo>
                    <a:pt x="33083" y="56007"/>
                  </a:lnTo>
                  <a:lnTo>
                    <a:pt x="35052" y="58178"/>
                  </a:lnTo>
                  <a:lnTo>
                    <a:pt x="39928" y="58178"/>
                  </a:lnTo>
                  <a:lnTo>
                    <a:pt x="41910" y="56007"/>
                  </a:lnTo>
                  <a:lnTo>
                    <a:pt x="41910" y="53340"/>
                  </a:lnTo>
                  <a:lnTo>
                    <a:pt x="41910" y="50673"/>
                  </a:lnTo>
                  <a:close/>
                </a:path>
                <a:path w="73025" h="70484">
                  <a:moveTo>
                    <a:pt x="42418" y="28409"/>
                  </a:moveTo>
                  <a:lnTo>
                    <a:pt x="40436" y="26238"/>
                  </a:lnTo>
                  <a:lnTo>
                    <a:pt x="35572" y="26238"/>
                  </a:lnTo>
                  <a:lnTo>
                    <a:pt x="33591" y="28409"/>
                  </a:lnTo>
                  <a:lnTo>
                    <a:pt x="33591" y="33756"/>
                  </a:lnTo>
                  <a:lnTo>
                    <a:pt x="35572" y="35915"/>
                  </a:lnTo>
                  <a:lnTo>
                    <a:pt x="40436" y="35915"/>
                  </a:lnTo>
                  <a:lnTo>
                    <a:pt x="42418" y="33756"/>
                  </a:lnTo>
                  <a:lnTo>
                    <a:pt x="42418" y="31076"/>
                  </a:lnTo>
                  <a:lnTo>
                    <a:pt x="42418" y="28409"/>
                  </a:lnTo>
                  <a:close/>
                </a:path>
                <a:path w="73025" h="70484">
                  <a:moveTo>
                    <a:pt x="42418" y="3124"/>
                  </a:moveTo>
                  <a:lnTo>
                    <a:pt x="40436" y="952"/>
                  </a:lnTo>
                  <a:lnTo>
                    <a:pt x="35572" y="952"/>
                  </a:lnTo>
                  <a:lnTo>
                    <a:pt x="33591" y="3124"/>
                  </a:lnTo>
                  <a:lnTo>
                    <a:pt x="33591" y="8458"/>
                  </a:lnTo>
                  <a:lnTo>
                    <a:pt x="35572" y="10629"/>
                  </a:lnTo>
                  <a:lnTo>
                    <a:pt x="40436" y="10629"/>
                  </a:lnTo>
                  <a:lnTo>
                    <a:pt x="42418" y="8458"/>
                  </a:lnTo>
                  <a:lnTo>
                    <a:pt x="42418" y="5791"/>
                  </a:lnTo>
                  <a:lnTo>
                    <a:pt x="42418" y="3124"/>
                  </a:lnTo>
                  <a:close/>
                </a:path>
                <a:path w="73025" h="70484">
                  <a:moveTo>
                    <a:pt x="58712" y="62915"/>
                  </a:moveTo>
                  <a:lnTo>
                    <a:pt x="56730" y="60744"/>
                  </a:lnTo>
                  <a:lnTo>
                    <a:pt x="51854" y="60744"/>
                  </a:lnTo>
                  <a:lnTo>
                    <a:pt x="49885" y="62915"/>
                  </a:lnTo>
                  <a:lnTo>
                    <a:pt x="49885" y="68262"/>
                  </a:lnTo>
                  <a:lnTo>
                    <a:pt x="51854" y="70421"/>
                  </a:lnTo>
                  <a:lnTo>
                    <a:pt x="56730" y="70421"/>
                  </a:lnTo>
                  <a:lnTo>
                    <a:pt x="58712" y="68262"/>
                  </a:lnTo>
                  <a:lnTo>
                    <a:pt x="58712" y="65582"/>
                  </a:lnTo>
                  <a:lnTo>
                    <a:pt x="58712" y="62915"/>
                  </a:lnTo>
                  <a:close/>
                </a:path>
                <a:path w="73025" h="70484">
                  <a:moveTo>
                    <a:pt x="59220" y="40665"/>
                  </a:moveTo>
                  <a:lnTo>
                    <a:pt x="57238" y="38493"/>
                  </a:lnTo>
                  <a:lnTo>
                    <a:pt x="52374" y="38493"/>
                  </a:lnTo>
                  <a:lnTo>
                    <a:pt x="50393" y="40665"/>
                  </a:lnTo>
                  <a:lnTo>
                    <a:pt x="50393" y="45999"/>
                  </a:lnTo>
                  <a:lnTo>
                    <a:pt x="52374" y="48171"/>
                  </a:lnTo>
                  <a:lnTo>
                    <a:pt x="57238" y="48171"/>
                  </a:lnTo>
                  <a:lnTo>
                    <a:pt x="59220" y="45999"/>
                  </a:lnTo>
                  <a:lnTo>
                    <a:pt x="59220" y="43332"/>
                  </a:lnTo>
                  <a:lnTo>
                    <a:pt x="59220" y="40665"/>
                  </a:lnTo>
                  <a:close/>
                </a:path>
                <a:path w="73025" h="70484">
                  <a:moveTo>
                    <a:pt x="59220" y="15379"/>
                  </a:moveTo>
                  <a:lnTo>
                    <a:pt x="57238" y="13208"/>
                  </a:lnTo>
                  <a:lnTo>
                    <a:pt x="52374" y="13208"/>
                  </a:lnTo>
                  <a:lnTo>
                    <a:pt x="50393" y="15379"/>
                  </a:lnTo>
                  <a:lnTo>
                    <a:pt x="50393" y="20713"/>
                  </a:lnTo>
                  <a:lnTo>
                    <a:pt x="52374" y="22885"/>
                  </a:lnTo>
                  <a:lnTo>
                    <a:pt x="57238" y="22885"/>
                  </a:lnTo>
                  <a:lnTo>
                    <a:pt x="59220" y="20713"/>
                  </a:lnTo>
                  <a:lnTo>
                    <a:pt x="59220" y="18046"/>
                  </a:lnTo>
                  <a:lnTo>
                    <a:pt x="59220" y="15379"/>
                  </a:lnTo>
                  <a:close/>
                </a:path>
                <a:path w="73025" h="70484">
                  <a:moveTo>
                    <a:pt x="71945" y="51231"/>
                  </a:moveTo>
                  <a:lnTo>
                    <a:pt x="69964" y="49060"/>
                  </a:lnTo>
                  <a:lnTo>
                    <a:pt x="65100" y="49060"/>
                  </a:lnTo>
                  <a:lnTo>
                    <a:pt x="63119" y="51231"/>
                  </a:lnTo>
                  <a:lnTo>
                    <a:pt x="63119" y="56565"/>
                  </a:lnTo>
                  <a:lnTo>
                    <a:pt x="65100" y="58737"/>
                  </a:lnTo>
                  <a:lnTo>
                    <a:pt x="69964" y="58737"/>
                  </a:lnTo>
                  <a:lnTo>
                    <a:pt x="71945" y="56565"/>
                  </a:lnTo>
                  <a:lnTo>
                    <a:pt x="71945" y="53898"/>
                  </a:lnTo>
                  <a:lnTo>
                    <a:pt x="71945" y="51231"/>
                  </a:lnTo>
                  <a:close/>
                </a:path>
                <a:path w="73025" h="70484">
                  <a:moveTo>
                    <a:pt x="72453" y="28968"/>
                  </a:moveTo>
                  <a:lnTo>
                    <a:pt x="70472" y="26809"/>
                  </a:lnTo>
                  <a:lnTo>
                    <a:pt x="65608" y="26809"/>
                  </a:lnTo>
                  <a:lnTo>
                    <a:pt x="63627" y="28968"/>
                  </a:lnTo>
                  <a:lnTo>
                    <a:pt x="63627" y="34315"/>
                  </a:lnTo>
                  <a:lnTo>
                    <a:pt x="65608" y="36487"/>
                  </a:lnTo>
                  <a:lnTo>
                    <a:pt x="70472" y="36487"/>
                  </a:lnTo>
                  <a:lnTo>
                    <a:pt x="72453" y="34315"/>
                  </a:lnTo>
                  <a:lnTo>
                    <a:pt x="72453" y="31648"/>
                  </a:lnTo>
                  <a:lnTo>
                    <a:pt x="72453" y="28968"/>
                  </a:lnTo>
                  <a:close/>
                </a:path>
                <a:path w="73025" h="70484">
                  <a:moveTo>
                    <a:pt x="72453" y="3683"/>
                  </a:moveTo>
                  <a:lnTo>
                    <a:pt x="70472" y="1511"/>
                  </a:lnTo>
                  <a:lnTo>
                    <a:pt x="65608" y="1511"/>
                  </a:lnTo>
                  <a:lnTo>
                    <a:pt x="63627" y="3683"/>
                  </a:lnTo>
                  <a:lnTo>
                    <a:pt x="63627" y="9029"/>
                  </a:lnTo>
                  <a:lnTo>
                    <a:pt x="65608" y="11188"/>
                  </a:lnTo>
                  <a:lnTo>
                    <a:pt x="70472" y="11188"/>
                  </a:lnTo>
                  <a:lnTo>
                    <a:pt x="72453" y="9029"/>
                  </a:lnTo>
                  <a:lnTo>
                    <a:pt x="72453" y="6350"/>
                  </a:lnTo>
                  <a:lnTo>
                    <a:pt x="72453" y="3683"/>
                  </a:lnTo>
                  <a:close/>
                </a:path>
              </a:pathLst>
            </a:custGeom>
            <a:solidFill>
              <a:srgbClr val="39090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 descr=""/>
            <p:cNvSpPr/>
            <p:nvPr/>
          </p:nvSpPr>
          <p:spPr>
            <a:xfrm>
              <a:off x="15533611" y="9655542"/>
              <a:ext cx="17145" cy="15875"/>
            </a:xfrm>
            <a:custGeom>
              <a:avLst/>
              <a:gdLst/>
              <a:ahLst/>
              <a:cxnLst/>
              <a:rect l="l" t="t" r="r" b="b"/>
              <a:pathLst>
                <a:path w="17144" h="15875">
                  <a:moveTo>
                    <a:pt x="12847" y="0"/>
                  </a:moveTo>
                  <a:lnTo>
                    <a:pt x="3706" y="0"/>
                  </a:lnTo>
                  <a:lnTo>
                    <a:pt x="0" y="3518"/>
                  </a:lnTo>
                  <a:lnTo>
                    <a:pt x="0" y="12177"/>
                  </a:lnTo>
                  <a:lnTo>
                    <a:pt x="3706" y="15685"/>
                  </a:lnTo>
                  <a:lnTo>
                    <a:pt x="12847" y="15685"/>
                  </a:lnTo>
                  <a:lnTo>
                    <a:pt x="16554" y="12177"/>
                  </a:lnTo>
                  <a:lnTo>
                    <a:pt x="16554" y="7842"/>
                  </a:lnTo>
                  <a:lnTo>
                    <a:pt x="16554" y="3518"/>
                  </a:lnTo>
                  <a:lnTo>
                    <a:pt x="12847" y="0"/>
                  </a:lnTo>
                  <a:close/>
                </a:path>
              </a:pathLst>
            </a:custGeom>
            <a:solidFill>
              <a:srgbClr val="F5AE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 descr=""/>
            <p:cNvSpPr/>
            <p:nvPr/>
          </p:nvSpPr>
          <p:spPr>
            <a:xfrm>
              <a:off x="15534053" y="9658742"/>
              <a:ext cx="16510" cy="12700"/>
            </a:xfrm>
            <a:custGeom>
              <a:avLst/>
              <a:gdLst/>
              <a:ahLst/>
              <a:cxnLst/>
              <a:rect l="l" t="t" r="r" b="b"/>
              <a:pathLst>
                <a:path w="16509" h="12700">
                  <a:moveTo>
                    <a:pt x="14470" y="0"/>
                  </a:moveTo>
                  <a:lnTo>
                    <a:pt x="14732" y="764"/>
                  </a:lnTo>
                  <a:lnTo>
                    <a:pt x="14910" y="1560"/>
                  </a:lnTo>
                  <a:lnTo>
                    <a:pt x="14910" y="6743"/>
                  </a:lnTo>
                  <a:lnTo>
                    <a:pt x="11214" y="10250"/>
                  </a:lnTo>
                  <a:lnTo>
                    <a:pt x="6638" y="10250"/>
                  </a:lnTo>
                  <a:lnTo>
                    <a:pt x="3905" y="10250"/>
                  </a:lnTo>
                  <a:lnTo>
                    <a:pt x="1507" y="8984"/>
                  </a:lnTo>
                  <a:lnTo>
                    <a:pt x="0" y="7046"/>
                  </a:lnTo>
                  <a:lnTo>
                    <a:pt x="1078" y="10198"/>
                  </a:lnTo>
                  <a:lnTo>
                    <a:pt x="4156" y="12481"/>
                  </a:lnTo>
                  <a:lnTo>
                    <a:pt x="12407" y="12481"/>
                  </a:lnTo>
                  <a:lnTo>
                    <a:pt x="16114" y="8973"/>
                  </a:lnTo>
                  <a:lnTo>
                    <a:pt x="16114" y="2900"/>
                  </a:lnTo>
                  <a:lnTo>
                    <a:pt x="15486" y="1308"/>
                  </a:lnTo>
                  <a:lnTo>
                    <a:pt x="14470" y="0"/>
                  </a:lnTo>
                  <a:close/>
                </a:path>
              </a:pathLst>
            </a:custGeom>
            <a:solidFill>
              <a:srgbClr val="000000">
                <a:alpha val="5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 descr=""/>
            <p:cNvSpPr/>
            <p:nvPr/>
          </p:nvSpPr>
          <p:spPr>
            <a:xfrm>
              <a:off x="15535201" y="9656797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90" h="7620">
                  <a:moveTo>
                    <a:pt x="7245" y="0"/>
                  </a:moveTo>
                  <a:lnTo>
                    <a:pt x="4994" y="20"/>
                  </a:lnTo>
                  <a:lnTo>
                    <a:pt x="994" y="2544"/>
                  </a:lnTo>
                  <a:lnTo>
                    <a:pt x="0" y="4565"/>
                  </a:lnTo>
                  <a:lnTo>
                    <a:pt x="1549" y="7025"/>
                  </a:lnTo>
                  <a:lnTo>
                    <a:pt x="3800" y="6994"/>
                  </a:lnTo>
                  <a:lnTo>
                    <a:pt x="7800" y="4471"/>
                  </a:lnTo>
                  <a:lnTo>
                    <a:pt x="8795" y="2450"/>
                  </a:lnTo>
                  <a:lnTo>
                    <a:pt x="8020" y="1225"/>
                  </a:lnTo>
                  <a:lnTo>
                    <a:pt x="724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 descr=""/>
            <p:cNvSpPr/>
            <p:nvPr/>
          </p:nvSpPr>
          <p:spPr>
            <a:xfrm>
              <a:off x="15533611" y="9781139"/>
              <a:ext cx="17145" cy="15875"/>
            </a:xfrm>
            <a:custGeom>
              <a:avLst/>
              <a:gdLst/>
              <a:ahLst/>
              <a:cxnLst/>
              <a:rect l="l" t="t" r="r" b="b"/>
              <a:pathLst>
                <a:path w="17144" h="15875">
                  <a:moveTo>
                    <a:pt x="12847" y="0"/>
                  </a:moveTo>
                  <a:lnTo>
                    <a:pt x="3706" y="0"/>
                  </a:lnTo>
                  <a:lnTo>
                    <a:pt x="0" y="3518"/>
                  </a:lnTo>
                  <a:lnTo>
                    <a:pt x="0" y="12177"/>
                  </a:lnTo>
                  <a:lnTo>
                    <a:pt x="3706" y="15685"/>
                  </a:lnTo>
                  <a:lnTo>
                    <a:pt x="12847" y="15685"/>
                  </a:lnTo>
                  <a:lnTo>
                    <a:pt x="16554" y="12177"/>
                  </a:lnTo>
                  <a:lnTo>
                    <a:pt x="16554" y="7842"/>
                  </a:lnTo>
                  <a:lnTo>
                    <a:pt x="16554" y="3518"/>
                  </a:lnTo>
                  <a:lnTo>
                    <a:pt x="12847" y="0"/>
                  </a:lnTo>
                  <a:close/>
                </a:path>
              </a:pathLst>
            </a:custGeom>
            <a:solidFill>
              <a:srgbClr val="F5AE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 descr=""/>
            <p:cNvSpPr/>
            <p:nvPr/>
          </p:nvSpPr>
          <p:spPr>
            <a:xfrm>
              <a:off x="15534053" y="9784339"/>
              <a:ext cx="16510" cy="12700"/>
            </a:xfrm>
            <a:custGeom>
              <a:avLst/>
              <a:gdLst/>
              <a:ahLst/>
              <a:cxnLst/>
              <a:rect l="l" t="t" r="r" b="b"/>
              <a:pathLst>
                <a:path w="16509" h="12700">
                  <a:moveTo>
                    <a:pt x="14470" y="0"/>
                  </a:moveTo>
                  <a:lnTo>
                    <a:pt x="14732" y="764"/>
                  </a:lnTo>
                  <a:lnTo>
                    <a:pt x="14910" y="1560"/>
                  </a:lnTo>
                  <a:lnTo>
                    <a:pt x="14910" y="6743"/>
                  </a:lnTo>
                  <a:lnTo>
                    <a:pt x="11214" y="10250"/>
                  </a:lnTo>
                  <a:lnTo>
                    <a:pt x="6638" y="10250"/>
                  </a:lnTo>
                  <a:lnTo>
                    <a:pt x="3905" y="10250"/>
                  </a:lnTo>
                  <a:lnTo>
                    <a:pt x="1507" y="8984"/>
                  </a:lnTo>
                  <a:lnTo>
                    <a:pt x="0" y="7046"/>
                  </a:lnTo>
                  <a:lnTo>
                    <a:pt x="1078" y="10198"/>
                  </a:lnTo>
                  <a:lnTo>
                    <a:pt x="4156" y="12481"/>
                  </a:lnTo>
                  <a:lnTo>
                    <a:pt x="12407" y="12481"/>
                  </a:lnTo>
                  <a:lnTo>
                    <a:pt x="16114" y="8973"/>
                  </a:lnTo>
                  <a:lnTo>
                    <a:pt x="16114" y="2900"/>
                  </a:lnTo>
                  <a:lnTo>
                    <a:pt x="15486" y="1308"/>
                  </a:lnTo>
                  <a:lnTo>
                    <a:pt x="14470" y="0"/>
                  </a:lnTo>
                  <a:close/>
                </a:path>
              </a:pathLst>
            </a:custGeom>
            <a:solidFill>
              <a:srgbClr val="000000">
                <a:alpha val="5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 descr=""/>
            <p:cNvSpPr/>
            <p:nvPr/>
          </p:nvSpPr>
          <p:spPr>
            <a:xfrm>
              <a:off x="15535201" y="9782393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90" h="7620">
                  <a:moveTo>
                    <a:pt x="7245" y="0"/>
                  </a:moveTo>
                  <a:lnTo>
                    <a:pt x="4994" y="20"/>
                  </a:lnTo>
                  <a:lnTo>
                    <a:pt x="994" y="2544"/>
                  </a:lnTo>
                  <a:lnTo>
                    <a:pt x="0" y="4565"/>
                  </a:lnTo>
                  <a:lnTo>
                    <a:pt x="1549" y="7025"/>
                  </a:lnTo>
                  <a:lnTo>
                    <a:pt x="3800" y="6994"/>
                  </a:lnTo>
                  <a:lnTo>
                    <a:pt x="7800" y="4471"/>
                  </a:lnTo>
                  <a:lnTo>
                    <a:pt x="8795" y="2450"/>
                  </a:lnTo>
                  <a:lnTo>
                    <a:pt x="8020" y="1225"/>
                  </a:lnTo>
                  <a:lnTo>
                    <a:pt x="724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0" name="object 110" descr=""/>
          <p:cNvSpPr/>
          <p:nvPr/>
        </p:nvSpPr>
        <p:spPr>
          <a:xfrm>
            <a:off x="15307408" y="9733169"/>
            <a:ext cx="21590" cy="36830"/>
          </a:xfrm>
          <a:custGeom>
            <a:avLst/>
            <a:gdLst/>
            <a:ahLst/>
            <a:cxnLst/>
            <a:rect l="l" t="t" r="r" b="b"/>
            <a:pathLst>
              <a:path w="21590" h="36829">
                <a:moveTo>
                  <a:pt x="21381" y="0"/>
                </a:moveTo>
                <a:lnTo>
                  <a:pt x="0" y="0"/>
                </a:lnTo>
                <a:lnTo>
                  <a:pt x="0" y="36648"/>
                </a:lnTo>
                <a:lnTo>
                  <a:pt x="21381" y="36648"/>
                </a:lnTo>
                <a:lnTo>
                  <a:pt x="21381" y="0"/>
                </a:lnTo>
                <a:close/>
              </a:path>
            </a:pathLst>
          </a:custGeom>
          <a:solidFill>
            <a:srgbClr val="711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11" name="object 111" descr=""/>
          <p:cNvGrpSpPr/>
          <p:nvPr/>
        </p:nvGrpSpPr>
        <p:grpSpPr>
          <a:xfrm>
            <a:off x="15099278" y="9476081"/>
            <a:ext cx="1479550" cy="580390"/>
            <a:chOff x="15099278" y="9476081"/>
            <a:chExt cx="1479550" cy="580390"/>
          </a:xfrm>
        </p:grpSpPr>
        <p:sp>
          <p:nvSpPr>
            <p:cNvPr id="112" name="object 112" descr=""/>
            <p:cNvSpPr/>
            <p:nvPr/>
          </p:nvSpPr>
          <p:spPr>
            <a:xfrm>
              <a:off x="15487308" y="9734845"/>
              <a:ext cx="21590" cy="36830"/>
            </a:xfrm>
            <a:custGeom>
              <a:avLst/>
              <a:gdLst/>
              <a:ahLst/>
              <a:cxnLst/>
              <a:rect l="l" t="t" r="r" b="b"/>
              <a:pathLst>
                <a:path w="21590" h="36829">
                  <a:moveTo>
                    <a:pt x="21381" y="0"/>
                  </a:moveTo>
                  <a:lnTo>
                    <a:pt x="0" y="0"/>
                  </a:lnTo>
                  <a:lnTo>
                    <a:pt x="0" y="36648"/>
                  </a:lnTo>
                  <a:lnTo>
                    <a:pt x="21381" y="36648"/>
                  </a:lnTo>
                  <a:lnTo>
                    <a:pt x="21381" y="0"/>
                  </a:lnTo>
                  <a:close/>
                </a:path>
              </a:pathLst>
            </a:custGeom>
            <a:solidFill>
              <a:srgbClr val="711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 descr=""/>
            <p:cNvSpPr/>
            <p:nvPr/>
          </p:nvSpPr>
          <p:spPr>
            <a:xfrm>
              <a:off x="15124450" y="9728635"/>
              <a:ext cx="553085" cy="13335"/>
            </a:xfrm>
            <a:custGeom>
              <a:avLst/>
              <a:gdLst/>
              <a:ahLst/>
              <a:cxnLst/>
              <a:rect l="l" t="t" r="r" b="b"/>
              <a:pathLst>
                <a:path w="553084" h="13334">
                  <a:moveTo>
                    <a:pt x="553019" y="0"/>
                  </a:moveTo>
                  <a:lnTo>
                    <a:pt x="0" y="0"/>
                  </a:lnTo>
                  <a:lnTo>
                    <a:pt x="0" y="13329"/>
                  </a:lnTo>
                  <a:lnTo>
                    <a:pt x="553019" y="13329"/>
                  </a:lnTo>
                  <a:lnTo>
                    <a:pt x="553019" y="0"/>
                  </a:lnTo>
                  <a:close/>
                </a:path>
              </a:pathLst>
            </a:custGeom>
            <a:solidFill>
              <a:srgbClr val="8816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 descr=""/>
            <p:cNvSpPr/>
            <p:nvPr/>
          </p:nvSpPr>
          <p:spPr>
            <a:xfrm>
              <a:off x="15124450" y="9734133"/>
              <a:ext cx="553085" cy="8255"/>
            </a:xfrm>
            <a:custGeom>
              <a:avLst/>
              <a:gdLst/>
              <a:ahLst/>
              <a:cxnLst/>
              <a:rect l="l" t="t" r="r" b="b"/>
              <a:pathLst>
                <a:path w="553084" h="8254">
                  <a:moveTo>
                    <a:pt x="553019" y="0"/>
                  </a:moveTo>
                  <a:lnTo>
                    <a:pt x="0" y="0"/>
                  </a:lnTo>
                  <a:lnTo>
                    <a:pt x="0" y="7832"/>
                  </a:lnTo>
                  <a:lnTo>
                    <a:pt x="553019" y="7832"/>
                  </a:lnTo>
                  <a:lnTo>
                    <a:pt x="553019" y="0"/>
                  </a:lnTo>
                  <a:close/>
                </a:path>
              </a:pathLst>
            </a:custGeom>
            <a:solidFill>
              <a:srgbClr val="000000">
                <a:alpha val="14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 descr=""/>
            <p:cNvSpPr/>
            <p:nvPr/>
          </p:nvSpPr>
          <p:spPr>
            <a:xfrm>
              <a:off x="15220226" y="9772592"/>
              <a:ext cx="380365" cy="38735"/>
            </a:xfrm>
            <a:custGeom>
              <a:avLst/>
              <a:gdLst/>
              <a:ahLst/>
              <a:cxnLst/>
              <a:rect l="l" t="t" r="r" b="b"/>
              <a:pathLst>
                <a:path w="380365" h="38734">
                  <a:moveTo>
                    <a:pt x="21374" y="0"/>
                  </a:moveTo>
                  <a:lnTo>
                    <a:pt x="0" y="0"/>
                  </a:lnTo>
                  <a:lnTo>
                    <a:pt x="0" y="36652"/>
                  </a:lnTo>
                  <a:lnTo>
                    <a:pt x="21374" y="36652"/>
                  </a:lnTo>
                  <a:lnTo>
                    <a:pt x="21374" y="0"/>
                  </a:lnTo>
                  <a:close/>
                </a:path>
                <a:path w="380365" h="38734">
                  <a:moveTo>
                    <a:pt x="199618" y="1117"/>
                  </a:moveTo>
                  <a:lnTo>
                    <a:pt x="178231" y="1117"/>
                  </a:lnTo>
                  <a:lnTo>
                    <a:pt x="178231" y="37769"/>
                  </a:lnTo>
                  <a:lnTo>
                    <a:pt x="199618" y="37769"/>
                  </a:lnTo>
                  <a:lnTo>
                    <a:pt x="199618" y="1117"/>
                  </a:lnTo>
                  <a:close/>
                </a:path>
                <a:path w="380365" h="38734">
                  <a:moveTo>
                    <a:pt x="380072" y="1676"/>
                  </a:moveTo>
                  <a:lnTo>
                    <a:pt x="358686" y="1676"/>
                  </a:lnTo>
                  <a:lnTo>
                    <a:pt x="358686" y="38328"/>
                  </a:lnTo>
                  <a:lnTo>
                    <a:pt x="380072" y="38328"/>
                  </a:lnTo>
                  <a:lnTo>
                    <a:pt x="380072" y="1676"/>
                  </a:lnTo>
                  <a:close/>
                </a:path>
              </a:pathLst>
            </a:custGeom>
            <a:solidFill>
              <a:srgbClr val="711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 descr=""/>
            <p:cNvSpPr/>
            <p:nvPr/>
          </p:nvSpPr>
          <p:spPr>
            <a:xfrm>
              <a:off x="15133329" y="9760477"/>
              <a:ext cx="545465" cy="20955"/>
            </a:xfrm>
            <a:custGeom>
              <a:avLst/>
              <a:gdLst/>
              <a:ahLst/>
              <a:cxnLst/>
              <a:rect l="l" t="t" r="r" b="b"/>
              <a:pathLst>
                <a:path w="545465" h="20954">
                  <a:moveTo>
                    <a:pt x="544883" y="0"/>
                  </a:moveTo>
                  <a:lnTo>
                    <a:pt x="0" y="0"/>
                  </a:lnTo>
                  <a:lnTo>
                    <a:pt x="0" y="20732"/>
                  </a:lnTo>
                  <a:lnTo>
                    <a:pt x="544883" y="20732"/>
                  </a:lnTo>
                  <a:lnTo>
                    <a:pt x="544883" y="0"/>
                  </a:lnTo>
                  <a:close/>
                </a:path>
              </a:pathLst>
            </a:custGeom>
            <a:solidFill>
              <a:srgbClr val="8816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 descr=""/>
            <p:cNvSpPr/>
            <p:nvPr/>
          </p:nvSpPr>
          <p:spPr>
            <a:xfrm>
              <a:off x="15133334" y="9771394"/>
              <a:ext cx="545465" cy="10160"/>
            </a:xfrm>
            <a:custGeom>
              <a:avLst/>
              <a:gdLst/>
              <a:ahLst/>
              <a:cxnLst/>
              <a:rect l="l" t="t" r="r" b="b"/>
              <a:pathLst>
                <a:path w="545465" h="10159">
                  <a:moveTo>
                    <a:pt x="0" y="0"/>
                  </a:moveTo>
                  <a:lnTo>
                    <a:pt x="0" y="9811"/>
                  </a:lnTo>
                  <a:lnTo>
                    <a:pt x="544883" y="9811"/>
                  </a:lnTo>
                  <a:lnTo>
                    <a:pt x="544883" y="21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4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 descr=""/>
            <p:cNvSpPr/>
            <p:nvPr/>
          </p:nvSpPr>
          <p:spPr>
            <a:xfrm>
              <a:off x="15117039" y="9699047"/>
              <a:ext cx="570865" cy="142240"/>
            </a:xfrm>
            <a:custGeom>
              <a:avLst/>
              <a:gdLst/>
              <a:ahLst/>
              <a:cxnLst/>
              <a:rect l="l" t="t" r="r" b="b"/>
              <a:pathLst>
                <a:path w="570865" h="142240">
                  <a:moveTo>
                    <a:pt x="570801" y="2946"/>
                  </a:moveTo>
                  <a:lnTo>
                    <a:pt x="544880" y="2946"/>
                  </a:lnTo>
                  <a:lnTo>
                    <a:pt x="544880" y="102158"/>
                  </a:lnTo>
                  <a:lnTo>
                    <a:pt x="25920" y="102158"/>
                  </a:lnTo>
                  <a:lnTo>
                    <a:pt x="25920" y="0"/>
                  </a:lnTo>
                  <a:lnTo>
                    <a:pt x="0" y="0"/>
                  </a:lnTo>
                  <a:lnTo>
                    <a:pt x="0" y="139166"/>
                  </a:lnTo>
                  <a:lnTo>
                    <a:pt x="25920" y="139166"/>
                  </a:lnTo>
                  <a:lnTo>
                    <a:pt x="25920" y="136956"/>
                  </a:lnTo>
                  <a:lnTo>
                    <a:pt x="544880" y="136956"/>
                  </a:lnTo>
                  <a:lnTo>
                    <a:pt x="544880" y="142125"/>
                  </a:lnTo>
                  <a:lnTo>
                    <a:pt x="570801" y="142125"/>
                  </a:lnTo>
                  <a:lnTo>
                    <a:pt x="570801" y="2946"/>
                  </a:lnTo>
                  <a:close/>
                </a:path>
              </a:pathLst>
            </a:custGeom>
            <a:solidFill>
              <a:srgbClr val="8816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 descr=""/>
            <p:cNvSpPr/>
            <p:nvPr/>
          </p:nvSpPr>
          <p:spPr>
            <a:xfrm>
              <a:off x="15117047" y="9744110"/>
              <a:ext cx="26034" cy="94615"/>
            </a:xfrm>
            <a:custGeom>
              <a:avLst/>
              <a:gdLst/>
              <a:ahLst/>
              <a:cxnLst/>
              <a:rect l="l" t="t" r="r" b="b"/>
              <a:pathLst>
                <a:path w="26034" h="94615">
                  <a:moveTo>
                    <a:pt x="0" y="0"/>
                  </a:moveTo>
                  <a:lnTo>
                    <a:pt x="0" y="94101"/>
                  </a:lnTo>
                  <a:lnTo>
                    <a:pt x="25915" y="94101"/>
                  </a:lnTo>
                  <a:lnTo>
                    <a:pt x="25915" y="41946"/>
                  </a:lnTo>
                  <a:lnTo>
                    <a:pt x="17650" y="32906"/>
                  </a:lnTo>
                  <a:lnTo>
                    <a:pt x="10629" y="22779"/>
                  </a:lnTo>
                  <a:lnTo>
                    <a:pt x="4772" y="117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4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 descr=""/>
            <p:cNvSpPr/>
            <p:nvPr/>
          </p:nvSpPr>
          <p:spPr>
            <a:xfrm>
              <a:off x="15117187" y="9641242"/>
              <a:ext cx="24130" cy="25400"/>
            </a:xfrm>
            <a:custGeom>
              <a:avLst/>
              <a:gdLst/>
              <a:ahLst/>
              <a:cxnLst/>
              <a:rect l="l" t="t" r="r" b="b"/>
              <a:pathLst>
                <a:path w="24130" h="25400">
                  <a:moveTo>
                    <a:pt x="18638" y="0"/>
                  </a:moveTo>
                  <a:lnTo>
                    <a:pt x="5371" y="0"/>
                  </a:lnTo>
                  <a:lnTo>
                    <a:pt x="0" y="5560"/>
                  </a:lnTo>
                  <a:lnTo>
                    <a:pt x="0" y="12418"/>
                  </a:lnTo>
                  <a:lnTo>
                    <a:pt x="0" y="19276"/>
                  </a:lnTo>
                  <a:lnTo>
                    <a:pt x="5371" y="24836"/>
                  </a:lnTo>
                  <a:lnTo>
                    <a:pt x="18638" y="24836"/>
                  </a:lnTo>
                  <a:lnTo>
                    <a:pt x="24009" y="19276"/>
                  </a:lnTo>
                  <a:lnTo>
                    <a:pt x="24009" y="5560"/>
                  </a:lnTo>
                  <a:lnTo>
                    <a:pt x="18638" y="0"/>
                  </a:lnTo>
                  <a:close/>
                </a:path>
              </a:pathLst>
            </a:custGeom>
            <a:solidFill>
              <a:srgbClr val="F5AE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 descr=""/>
            <p:cNvSpPr/>
            <p:nvPr/>
          </p:nvSpPr>
          <p:spPr>
            <a:xfrm>
              <a:off x="15118021" y="9644595"/>
              <a:ext cx="23495" cy="21590"/>
            </a:xfrm>
            <a:custGeom>
              <a:avLst/>
              <a:gdLst/>
              <a:ahLst/>
              <a:cxnLst/>
              <a:rect l="l" t="t" r="r" b="b"/>
              <a:pathLst>
                <a:path w="23494" h="21590">
                  <a:moveTo>
                    <a:pt x="3821" y="0"/>
                  </a:moveTo>
                  <a:lnTo>
                    <a:pt x="1476" y="2261"/>
                  </a:lnTo>
                  <a:lnTo>
                    <a:pt x="0" y="5486"/>
                  </a:lnTo>
                  <a:lnTo>
                    <a:pt x="0" y="15926"/>
                  </a:lnTo>
                  <a:lnTo>
                    <a:pt x="5371" y="21486"/>
                  </a:lnTo>
                  <a:lnTo>
                    <a:pt x="17256" y="21486"/>
                  </a:lnTo>
                  <a:lnTo>
                    <a:pt x="21706" y="17999"/>
                  </a:lnTo>
                  <a:lnTo>
                    <a:pt x="23339" y="13140"/>
                  </a:lnTo>
                  <a:lnTo>
                    <a:pt x="21193" y="15214"/>
                  </a:lnTo>
                  <a:lnTo>
                    <a:pt x="18324" y="16491"/>
                  </a:lnTo>
                  <a:lnTo>
                    <a:pt x="15151" y="16491"/>
                  </a:lnTo>
                  <a:lnTo>
                    <a:pt x="8523" y="16491"/>
                  </a:lnTo>
                  <a:lnTo>
                    <a:pt x="3141" y="10931"/>
                  </a:lnTo>
                  <a:lnTo>
                    <a:pt x="3141" y="2638"/>
                  </a:lnTo>
                  <a:lnTo>
                    <a:pt x="3392" y="1277"/>
                  </a:lnTo>
                  <a:lnTo>
                    <a:pt x="3821" y="0"/>
                  </a:lnTo>
                  <a:close/>
                </a:path>
              </a:pathLst>
            </a:custGeom>
            <a:solidFill>
              <a:srgbClr val="000000">
                <a:alpha val="5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 descr=""/>
            <p:cNvSpPr/>
            <p:nvPr/>
          </p:nvSpPr>
          <p:spPr>
            <a:xfrm>
              <a:off x="15125534" y="9642945"/>
              <a:ext cx="12065" cy="13335"/>
            </a:xfrm>
            <a:custGeom>
              <a:avLst/>
              <a:gdLst/>
              <a:ahLst/>
              <a:cxnLst/>
              <a:rect l="l" t="t" r="r" b="b"/>
              <a:pathLst>
                <a:path w="12065" h="13334">
                  <a:moveTo>
                    <a:pt x="4512" y="0"/>
                  </a:moveTo>
                  <a:lnTo>
                    <a:pt x="240" y="2848"/>
                  </a:lnTo>
                  <a:lnTo>
                    <a:pt x="0" y="6251"/>
                  </a:lnTo>
                  <a:lnTo>
                    <a:pt x="1853" y="9025"/>
                  </a:lnTo>
                  <a:lnTo>
                    <a:pt x="3706" y="11800"/>
                  </a:lnTo>
                  <a:lnTo>
                    <a:pt x="6931" y="12900"/>
                  </a:lnTo>
                  <a:lnTo>
                    <a:pt x="11203" y="10052"/>
                  </a:lnTo>
                  <a:lnTo>
                    <a:pt x="11444" y="6638"/>
                  </a:lnTo>
                  <a:lnTo>
                    <a:pt x="7737" y="1088"/>
                  </a:lnTo>
                  <a:lnTo>
                    <a:pt x="4512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 descr=""/>
            <p:cNvSpPr/>
            <p:nvPr/>
          </p:nvSpPr>
          <p:spPr>
            <a:xfrm>
              <a:off x="15111864" y="9663119"/>
              <a:ext cx="36195" cy="50165"/>
            </a:xfrm>
            <a:custGeom>
              <a:avLst/>
              <a:gdLst/>
              <a:ahLst/>
              <a:cxnLst/>
              <a:rect l="l" t="t" r="r" b="b"/>
              <a:pathLst>
                <a:path w="36194" h="50165">
                  <a:moveTo>
                    <a:pt x="35904" y="0"/>
                  </a:moveTo>
                  <a:lnTo>
                    <a:pt x="0" y="0"/>
                  </a:lnTo>
                  <a:lnTo>
                    <a:pt x="0" y="50155"/>
                  </a:lnTo>
                  <a:lnTo>
                    <a:pt x="35904" y="50155"/>
                  </a:lnTo>
                  <a:lnTo>
                    <a:pt x="35904" y="0"/>
                  </a:lnTo>
                  <a:close/>
                </a:path>
              </a:pathLst>
            </a:custGeom>
            <a:solidFill>
              <a:srgbClr val="F5AE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 descr=""/>
            <p:cNvSpPr/>
            <p:nvPr/>
          </p:nvSpPr>
          <p:spPr>
            <a:xfrm>
              <a:off x="15112697" y="9669982"/>
              <a:ext cx="36195" cy="43815"/>
            </a:xfrm>
            <a:custGeom>
              <a:avLst/>
              <a:gdLst/>
              <a:ahLst/>
              <a:cxnLst/>
              <a:rect l="l" t="t" r="r" b="b"/>
              <a:pathLst>
                <a:path w="36194" h="43815">
                  <a:moveTo>
                    <a:pt x="0" y="0"/>
                  </a:moveTo>
                  <a:lnTo>
                    <a:pt x="0" y="43297"/>
                  </a:lnTo>
                  <a:lnTo>
                    <a:pt x="35904" y="43297"/>
                  </a:lnTo>
                  <a:lnTo>
                    <a:pt x="35904" y="34815"/>
                  </a:lnTo>
                  <a:lnTo>
                    <a:pt x="23792" y="30488"/>
                  </a:lnTo>
                  <a:lnTo>
                    <a:pt x="13735" y="22653"/>
                  </a:lnTo>
                  <a:lnTo>
                    <a:pt x="5786" y="121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5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 descr=""/>
            <p:cNvSpPr/>
            <p:nvPr/>
          </p:nvSpPr>
          <p:spPr>
            <a:xfrm>
              <a:off x="15135405" y="9667856"/>
              <a:ext cx="7620" cy="22860"/>
            </a:xfrm>
            <a:custGeom>
              <a:avLst/>
              <a:gdLst/>
              <a:ahLst/>
              <a:cxnLst/>
              <a:rect l="l" t="t" r="r" b="b"/>
              <a:pathLst>
                <a:path w="7619" h="22859">
                  <a:moveTo>
                    <a:pt x="5643" y="0"/>
                  </a:moveTo>
                  <a:lnTo>
                    <a:pt x="1633" y="0"/>
                  </a:lnTo>
                  <a:lnTo>
                    <a:pt x="0" y="5109"/>
                  </a:lnTo>
                  <a:lnTo>
                    <a:pt x="0" y="11413"/>
                  </a:lnTo>
                  <a:lnTo>
                    <a:pt x="0" y="17716"/>
                  </a:lnTo>
                  <a:lnTo>
                    <a:pt x="1633" y="22826"/>
                  </a:lnTo>
                  <a:lnTo>
                    <a:pt x="5643" y="22826"/>
                  </a:lnTo>
                  <a:lnTo>
                    <a:pt x="7277" y="17716"/>
                  </a:lnTo>
                  <a:lnTo>
                    <a:pt x="7277" y="5109"/>
                  </a:lnTo>
                  <a:lnTo>
                    <a:pt x="5643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 descr=""/>
            <p:cNvSpPr/>
            <p:nvPr/>
          </p:nvSpPr>
          <p:spPr>
            <a:xfrm>
              <a:off x="15114639" y="9795084"/>
              <a:ext cx="32384" cy="35560"/>
            </a:xfrm>
            <a:custGeom>
              <a:avLst/>
              <a:gdLst/>
              <a:ahLst/>
              <a:cxnLst/>
              <a:rect l="l" t="t" r="r" b="b"/>
              <a:pathLst>
                <a:path w="32384" h="35559">
                  <a:moveTo>
                    <a:pt x="0" y="34983"/>
                  </a:moveTo>
                  <a:lnTo>
                    <a:pt x="32019" y="34983"/>
                  </a:lnTo>
                  <a:lnTo>
                    <a:pt x="32019" y="0"/>
                  </a:lnTo>
                  <a:lnTo>
                    <a:pt x="0" y="0"/>
                  </a:lnTo>
                  <a:lnTo>
                    <a:pt x="0" y="34983"/>
                  </a:lnTo>
                  <a:close/>
                </a:path>
              </a:pathLst>
            </a:custGeom>
            <a:solidFill>
              <a:srgbClr val="F5AE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 descr=""/>
            <p:cNvSpPr/>
            <p:nvPr/>
          </p:nvSpPr>
          <p:spPr>
            <a:xfrm>
              <a:off x="15115474" y="9802144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0" y="0"/>
                  </a:moveTo>
                  <a:lnTo>
                    <a:pt x="0" y="32365"/>
                  </a:lnTo>
                  <a:lnTo>
                    <a:pt x="32019" y="32365"/>
                  </a:lnTo>
                  <a:lnTo>
                    <a:pt x="32019" y="25192"/>
                  </a:lnTo>
                  <a:lnTo>
                    <a:pt x="21745" y="22385"/>
                  </a:lnTo>
                  <a:lnTo>
                    <a:pt x="12727" y="16833"/>
                  </a:lnTo>
                  <a:lnTo>
                    <a:pt x="5350" y="91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5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 descr=""/>
            <p:cNvSpPr/>
            <p:nvPr/>
          </p:nvSpPr>
          <p:spPr>
            <a:xfrm>
              <a:off x="15133461" y="9796951"/>
              <a:ext cx="7620" cy="22860"/>
            </a:xfrm>
            <a:custGeom>
              <a:avLst/>
              <a:gdLst/>
              <a:ahLst/>
              <a:cxnLst/>
              <a:rect l="l" t="t" r="r" b="b"/>
              <a:pathLst>
                <a:path w="7619" h="22859">
                  <a:moveTo>
                    <a:pt x="5643" y="0"/>
                  </a:moveTo>
                  <a:lnTo>
                    <a:pt x="1633" y="0"/>
                  </a:lnTo>
                  <a:lnTo>
                    <a:pt x="0" y="5109"/>
                  </a:lnTo>
                  <a:lnTo>
                    <a:pt x="0" y="11413"/>
                  </a:lnTo>
                  <a:lnTo>
                    <a:pt x="0" y="17716"/>
                  </a:lnTo>
                  <a:lnTo>
                    <a:pt x="1633" y="22826"/>
                  </a:lnTo>
                  <a:lnTo>
                    <a:pt x="5643" y="22826"/>
                  </a:lnTo>
                  <a:lnTo>
                    <a:pt x="7277" y="17716"/>
                  </a:lnTo>
                  <a:lnTo>
                    <a:pt x="7277" y="5109"/>
                  </a:lnTo>
                  <a:lnTo>
                    <a:pt x="5643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 descr=""/>
            <p:cNvSpPr/>
            <p:nvPr/>
          </p:nvSpPr>
          <p:spPr>
            <a:xfrm>
              <a:off x="15661927" y="9751902"/>
              <a:ext cx="26034" cy="89535"/>
            </a:xfrm>
            <a:custGeom>
              <a:avLst/>
              <a:gdLst/>
              <a:ahLst/>
              <a:cxnLst/>
              <a:rect l="l" t="t" r="r" b="b"/>
              <a:pathLst>
                <a:path w="26034" h="89534">
                  <a:moveTo>
                    <a:pt x="0" y="0"/>
                  </a:moveTo>
                  <a:lnTo>
                    <a:pt x="0" y="89274"/>
                  </a:lnTo>
                  <a:lnTo>
                    <a:pt x="25915" y="89274"/>
                  </a:lnTo>
                  <a:lnTo>
                    <a:pt x="25915" y="25213"/>
                  </a:lnTo>
                  <a:lnTo>
                    <a:pt x="18728" y="19597"/>
                  </a:lnTo>
                  <a:lnTo>
                    <a:pt x="11980" y="13521"/>
                  </a:lnTo>
                  <a:lnTo>
                    <a:pt x="5720" y="69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4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 descr=""/>
            <p:cNvSpPr/>
            <p:nvPr/>
          </p:nvSpPr>
          <p:spPr>
            <a:xfrm>
              <a:off x="15660585" y="9641242"/>
              <a:ext cx="24130" cy="25400"/>
            </a:xfrm>
            <a:custGeom>
              <a:avLst/>
              <a:gdLst/>
              <a:ahLst/>
              <a:cxnLst/>
              <a:rect l="l" t="t" r="r" b="b"/>
              <a:pathLst>
                <a:path w="24130" h="25400">
                  <a:moveTo>
                    <a:pt x="18638" y="0"/>
                  </a:moveTo>
                  <a:lnTo>
                    <a:pt x="5371" y="0"/>
                  </a:lnTo>
                  <a:lnTo>
                    <a:pt x="0" y="5560"/>
                  </a:lnTo>
                  <a:lnTo>
                    <a:pt x="0" y="12418"/>
                  </a:lnTo>
                  <a:lnTo>
                    <a:pt x="0" y="19276"/>
                  </a:lnTo>
                  <a:lnTo>
                    <a:pt x="5371" y="24836"/>
                  </a:lnTo>
                  <a:lnTo>
                    <a:pt x="18638" y="24836"/>
                  </a:lnTo>
                  <a:lnTo>
                    <a:pt x="24009" y="19276"/>
                  </a:lnTo>
                  <a:lnTo>
                    <a:pt x="24009" y="5560"/>
                  </a:lnTo>
                  <a:lnTo>
                    <a:pt x="18638" y="0"/>
                  </a:lnTo>
                  <a:close/>
                </a:path>
              </a:pathLst>
            </a:custGeom>
            <a:solidFill>
              <a:srgbClr val="F5AE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 descr=""/>
            <p:cNvSpPr/>
            <p:nvPr/>
          </p:nvSpPr>
          <p:spPr>
            <a:xfrm>
              <a:off x="15660586" y="9644595"/>
              <a:ext cx="23495" cy="21590"/>
            </a:xfrm>
            <a:custGeom>
              <a:avLst/>
              <a:gdLst/>
              <a:ahLst/>
              <a:cxnLst/>
              <a:rect l="l" t="t" r="r" b="b"/>
              <a:pathLst>
                <a:path w="23494" h="21590">
                  <a:moveTo>
                    <a:pt x="3821" y="0"/>
                  </a:moveTo>
                  <a:lnTo>
                    <a:pt x="1476" y="2261"/>
                  </a:lnTo>
                  <a:lnTo>
                    <a:pt x="0" y="5486"/>
                  </a:lnTo>
                  <a:lnTo>
                    <a:pt x="0" y="15926"/>
                  </a:lnTo>
                  <a:lnTo>
                    <a:pt x="5371" y="21486"/>
                  </a:lnTo>
                  <a:lnTo>
                    <a:pt x="17256" y="21486"/>
                  </a:lnTo>
                  <a:lnTo>
                    <a:pt x="21706" y="17999"/>
                  </a:lnTo>
                  <a:lnTo>
                    <a:pt x="23339" y="13140"/>
                  </a:lnTo>
                  <a:lnTo>
                    <a:pt x="21193" y="15214"/>
                  </a:lnTo>
                  <a:lnTo>
                    <a:pt x="18324" y="16491"/>
                  </a:lnTo>
                  <a:lnTo>
                    <a:pt x="15151" y="16491"/>
                  </a:lnTo>
                  <a:lnTo>
                    <a:pt x="8523" y="16491"/>
                  </a:lnTo>
                  <a:lnTo>
                    <a:pt x="3141" y="10931"/>
                  </a:lnTo>
                  <a:lnTo>
                    <a:pt x="3141" y="2638"/>
                  </a:lnTo>
                  <a:lnTo>
                    <a:pt x="3392" y="1277"/>
                  </a:lnTo>
                  <a:lnTo>
                    <a:pt x="3821" y="0"/>
                  </a:lnTo>
                  <a:close/>
                </a:path>
              </a:pathLst>
            </a:custGeom>
            <a:solidFill>
              <a:srgbClr val="000000">
                <a:alpha val="5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 descr=""/>
            <p:cNvSpPr/>
            <p:nvPr/>
          </p:nvSpPr>
          <p:spPr>
            <a:xfrm>
              <a:off x="15668933" y="9642945"/>
              <a:ext cx="12065" cy="13335"/>
            </a:xfrm>
            <a:custGeom>
              <a:avLst/>
              <a:gdLst/>
              <a:ahLst/>
              <a:cxnLst/>
              <a:rect l="l" t="t" r="r" b="b"/>
              <a:pathLst>
                <a:path w="12065" h="13334">
                  <a:moveTo>
                    <a:pt x="4512" y="0"/>
                  </a:moveTo>
                  <a:lnTo>
                    <a:pt x="240" y="2848"/>
                  </a:lnTo>
                  <a:lnTo>
                    <a:pt x="0" y="6251"/>
                  </a:lnTo>
                  <a:lnTo>
                    <a:pt x="1853" y="9025"/>
                  </a:lnTo>
                  <a:lnTo>
                    <a:pt x="3706" y="11800"/>
                  </a:lnTo>
                  <a:lnTo>
                    <a:pt x="6931" y="12900"/>
                  </a:lnTo>
                  <a:lnTo>
                    <a:pt x="11203" y="10052"/>
                  </a:lnTo>
                  <a:lnTo>
                    <a:pt x="11444" y="6638"/>
                  </a:lnTo>
                  <a:lnTo>
                    <a:pt x="7737" y="1088"/>
                  </a:lnTo>
                  <a:lnTo>
                    <a:pt x="4512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 descr=""/>
            <p:cNvSpPr/>
            <p:nvPr/>
          </p:nvSpPr>
          <p:spPr>
            <a:xfrm>
              <a:off x="15655261" y="9663119"/>
              <a:ext cx="36195" cy="50165"/>
            </a:xfrm>
            <a:custGeom>
              <a:avLst/>
              <a:gdLst/>
              <a:ahLst/>
              <a:cxnLst/>
              <a:rect l="l" t="t" r="r" b="b"/>
              <a:pathLst>
                <a:path w="36194" h="50165">
                  <a:moveTo>
                    <a:pt x="35904" y="0"/>
                  </a:moveTo>
                  <a:lnTo>
                    <a:pt x="0" y="0"/>
                  </a:lnTo>
                  <a:lnTo>
                    <a:pt x="0" y="50155"/>
                  </a:lnTo>
                  <a:lnTo>
                    <a:pt x="35904" y="50155"/>
                  </a:lnTo>
                  <a:lnTo>
                    <a:pt x="35904" y="0"/>
                  </a:lnTo>
                  <a:close/>
                </a:path>
              </a:pathLst>
            </a:custGeom>
            <a:solidFill>
              <a:srgbClr val="F5AE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 descr=""/>
            <p:cNvSpPr/>
            <p:nvPr/>
          </p:nvSpPr>
          <p:spPr>
            <a:xfrm>
              <a:off x="15655264" y="9669982"/>
              <a:ext cx="36195" cy="43815"/>
            </a:xfrm>
            <a:custGeom>
              <a:avLst/>
              <a:gdLst/>
              <a:ahLst/>
              <a:cxnLst/>
              <a:rect l="l" t="t" r="r" b="b"/>
              <a:pathLst>
                <a:path w="36194" h="43815">
                  <a:moveTo>
                    <a:pt x="0" y="0"/>
                  </a:moveTo>
                  <a:lnTo>
                    <a:pt x="0" y="43297"/>
                  </a:lnTo>
                  <a:lnTo>
                    <a:pt x="35904" y="43297"/>
                  </a:lnTo>
                  <a:lnTo>
                    <a:pt x="35904" y="34815"/>
                  </a:lnTo>
                  <a:lnTo>
                    <a:pt x="23792" y="30488"/>
                  </a:lnTo>
                  <a:lnTo>
                    <a:pt x="13735" y="22653"/>
                  </a:lnTo>
                  <a:lnTo>
                    <a:pt x="5786" y="121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5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 descr=""/>
            <p:cNvSpPr/>
            <p:nvPr/>
          </p:nvSpPr>
          <p:spPr>
            <a:xfrm>
              <a:off x="15678803" y="9667856"/>
              <a:ext cx="7620" cy="22860"/>
            </a:xfrm>
            <a:custGeom>
              <a:avLst/>
              <a:gdLst/>
              <a:ahLst/>
              <a:cxnLst/>
              <a:rect l="l" t="t" r="r" b="b"/>
              <a:pathLst>
                <a:path w="7619" h="22859">
                  <a:moveTo>
                    <a:pt x="5643" y="0"/>
                  </a:moveTo>
                  <a:lnTo>
                    <a:pt x="1633" y="0"/>
                  </a:lnTo>
                  <a:lnTo>
                    <a:pt x="0" y="5109"/>
                  </a:lnTo>
                  <a:lnTo>
                    <a:pt x="0" y="11413"/>
                  </a:lnTo>
                  <a:lnTo>
                    <a:pt x="0" y="17716"/>
                  </a:lnTo>
                  <a:lnTo>
                    <a:pt x="1633" y="22826"/>
                  </a:lnTo>
                  <a:lnTo>
                    <a:pt x="5643" y="22826"/>
                  </a:lnTo>
                  <a:lnTo>
                    <a:pt x="7277" y="17716"/>
                  </a:lnTo>
                  <a:lnTo>
                    <a:pt x="7277" y="5109"/>
                  </a:lnTo>
                  <a:lnTo>
                    <a:pt x="5643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 descr=""/>
            <p:cNvSpPr/>
            <p:nvPr/>
          </p:nvSpPr>
          <p:spPr>
            <a:xfrm>
              <a:off x="15659428" y="9795178"/>
              <a:ext cx="32384" cy="34925"/>
            </a:xfrm>
            <a:custGeom>
              <a:avLst/>
              <a:gdLst/>
              <a:ahLst/>
              <a:cxnLst/>
              <a:rect l="l" t="t" r="r" b="b"/>
              <a:pathLst>
                <a:path w="32384" h="34925">
                  <a:moveTo>
                    <a:pt x="0" y="34888"/>
                  </a:moveTo>
                  <a:lnTo>
                    <a:pt x="32019" y="34888"/>
                  </a:lnTo>
                  <a:lnTo>
                    <a:pt x="32019" y="0"/>
                  </a:lnTo>
                  <a:lnTo>
                    <a:pt x="0" y="0"/>
                  </a:lnTo>
                  <a:lnTo>
                    <a:pt x="0" y="34888"/>
                  </a:lnTo>
                  <a:close/>
                </a:path>
              </a:pathLst>
            </a:custGeom>
            <a:solidFill>
              <a:srgbClr val="F5AE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 descr=""/>
            <p:cNvSpPr/>
            <p:nvPr/>
          </p:nvSpPr>
          <p:spPr>
            <a:xfrm>
              <a:off x="15659428" y="9802236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0" y="0"/>
                  </a:moveTo>
                  <a:lnTo>
                    <a:pt x="0" y="32365"/>
                  </a:lnTo>
                  <a:lnTo>
                    <a:pt x="32019" y="32365"/>
                  </a:lnTo>
                  <a:lnTo>
                    <a:pt x="32019" y="25192"/>
                  </a:lnTo>
                  <a:lnTo>
                    <a:pt x="21745" y="22385"/>
                  </a:lnTo>
                  <a:lnTo>
                    <a:pt x="12727" y="16833"/>
                  </a:lnTo>
                  <a:lnTo>
                    <a:pt x="5350" y="91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5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 descr=""/>
            <p:cNvSpPr/>
            <p:nvPr/>
          </p:nvSpPr>
          <p:spPr>
            <a:xfrm>
              <a:off x="15678249" y="9797043"/>
              <a:ext cx="7620" cy="22860"/>
            </a:xfrm>
            <a:custGeom>
              <a:avLst/>
              <a:gdLst/>
              <a:ahLst/>
              <a:cxnLst/>
              <a:rect l="l" t="t" r="r" b="b"/>
              <a:pathLst>
                <a:path w="7619" h="22859">
                  <a:moveTo>
                    <a:pt x="5643" y="0"/>
                  </a:moveTo>
                  <a:lnTo>
                    <a:pt x="1633" y="0"/>
                  </a:lnTo>
                  <a:lnTo>
                    <a:pt x="0" y="5109"/>
                  </a:lnTo>
                  <a:lnTo>
                    <a:pt x="0" y="11413"/>
                  </a:lnTo>
                  <a:lnTo>
                    <a:pt x="0" y="17716"/>
                  </a:lnTo>
                  <a:lnTo>
                    <a:pt x="1633" y="22826"/>
                  </a:lnTo>
                  <a:lnTo>
                    <a:pt x="5643" y="22826"/>
                  </a:lnTo>
                  <a:lnTo>
                    <a:pt x="7277" y="17716"/>
                  </a:lnTo>
                  <a:lnTo>
                    <a:pt x="7277" y="5109"/>
                  </a:lnTo>
                  <a:lnTo>
                    <a:pt x="5643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 descr=""/>
            <p:cNvSpPr/>
            <p:nvPr/>
          </p:nvSpPr>
          <p:spPr>
            <a:xfrm>
              <a:off x="15319432" y="9732323"/>
              <a:ext cx="221615" cy="75565"/>
            </a:xfrm>
            <a:custGeom>
              <a:avLst/>
              <a:gdLst/>
              <a:ahLst/>
              <a:cxnLst/>
              <a:rect l="l" t="t" r="r" b="b"/>
              <a:pathLst>
                <a:path w="221615" h="75565">
                  <a:moveTo>
                    <a:pt x="68293" y="0"/>
                  </a:moveTo>
                  <a:lnTo>
                    <a:pt x="148081" y="0"/>
                  </a:lnTo>
                </a:path>
                <a:path w="221615" h="75565">
                  <a:moveTo>
                    <a:pt x="0" y="32759"/>
                  </a:moveTo>
                  <a:lnTo>
                    <a:pt x="79788" y="32759"/>
                  </a:lnTo>
                </a:path>
                <a:path w="221615" h="75565">
                  <a:moveTo>
                    <a:pt x="141770" y="75327"/>
                  </a:moveTo>
                  <a:lnTo>
                    <a:pt x="221558" y="75327"/>
                  </a:lnTo>
                </a:path>
              </a:pathLst>
            </a:custGeom>
            <a:ln w="384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 descr=""/>
            <p:cNvSpPr/>
            <p:nvPr/>
          </p:nvSpPr>
          <p:spPr>
            <a:xfrm>
              <a:off x="15099278" y="9830067"/>
              <a:ext cx="1479550" cy="200025"/>
            </a:xfrm>
            <a:custGeom>
              <a:avLst/>
              <a:gdLst/>
              <a:ahLst/>
              <a:cxnLst/>
              <a:rect l="l" t="t" r="r" b="b"/>
              <a:pathLst>
                <a:path w="1479550" h="200025">
                  <a:moveTo>
                    <a:pt x="1479169" y="0"/>
                  </a:moveTo>
                  <a:lnTo>
                    <a:pt x="0" y="0"/>
                  </a:lnTo>
                  <a:lnTo>
                    <a:pt x="0" y="199889"/>
                  </a:lnTo>
                  <a:lnTo>
                    <a:pt x="1479169" y="199889"/>
                  </a:lnTo>
                  <a:lnTo>
                    <a:pt x="1479169" y="0"/>
                  </a:lnTo>
                  <a:close/>
                </a:path>
              </a:pathLst>
            </a:custGeom>
            <a:solidFill>
              <a:srgbClr val="8816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 descr=""/>
            <p:cNvSpPr/>
            <p:nvPr/>
          </p:nvSpPr>
          <p:spPr>
            <a:xfrm>
              <a:off x="15099271" y="9830073"/>
              <a:ext cx="1479550" cy="200025"/>
            </a:xfrm>
            <a:custGeom>
              <a:avLst/>
              <a:gdLst/>
              <a:ahLst/>
              <a:cxnLst/>
              <a:rect l="l" t="t" r="r" b="b"/>
              <a:pathLst>
                <a:path w="1479550" h="200025">
                  <a:moveTo>
                    <a:pt x="1479169" y="158115"/>
                  </a:moveTo>
                  <a:lnTo>
                    <a:pt x="0" y="158115"/>
                  </a:lnTo>
                  <a:lnTo>
                    <a:pt x="0" y="199885"/>
                  </a:lnTo>
                  <a:lnTo>
                    <a:pt x="1479169" y="199885"/>
                  </a:lnTo>
                  <a:lnTo>
                    <a:pt x="1479169" y="158115"/>
                  </a:lnTo>
                  <a:close/>
                </a:path>
                <a:path w="1479550" h="200025">
                  <a:moveTo>
                    <a:pt x="1479169" y="0"/>
                  </a:moveTo>
                  <a:lnTo>
                    <a:pt x="0" y="0"/>
                  </a:lnTo>
                  <a:lnTo>
                    <a:pt x="0" y="41770"/>
                  </a:lnTo>
                  <a:lnTo>
                    <a:pt x="1479169" y="41770"/>
                  </a:lnTo>
                  <a:lnTo>
                    <a:pt x="1479169" y="0"/>
                  </a:lnTo>
                  <a:close/>
                </a:path>
                <a:path w="1479550" h="200025">
                  <a:moveTo>
                    <a:pt x="1479194" y="80454"/>
                  </a:moveTo>
                  <a:lnTo>
                    <a:pt x="25" y="80454"/>
                  </a:lnTo>
                  <a:lnTo>
                    <a:pt x="25" y="122224"/>
                  </a:lnTo>
                  <a:lnTo>
                    <a:pt x="1479194" y="122224"/>
                  </a:lnTo>
                  <a:lnTo>
                    <a:pt x="1479194" y="80454"/>
                  </a:lnTo>
                  <a:close/>
                </a:path>
              </a:pathLst>
            </a:custGeom>
            <a:solidFill>
              <a:srgbClr val="711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 descr=""/>
            <p:cNvSpPr/>
            <p:nvPr/>
          </p:nvSpPr>
          <p:spPr>
            <a:xfrm>
              <a:off x="15748546" y="9476926"/>
              <a:ext cx="218440" cy="332740"/>
            </a:xfrm>
            <a:custGeom>
              <a:avLst/>
              <a:gdLst/>
              <a:ahLst/>
              <a:cxnLst/>
              <a:rect l="l" t="t" r="r" b="b"/>
              <a:pathLst>
                <a:path w="218440" h="332740">
                  <a:moveTo>
                    <a:pt x="218401" y="0"/>
                  </a:moveTo>
                  <a:lnTo>
                    <a:pt x="0" y="0"/>
                  </a:lnTo>
                  <a:lnTo>
                    <a:pt x="0" y="332408"/>
                  </a:lnTo>
                  <a:lnTo>
                    <a:pt x="218401" y="332408"/>
                  </a:lnTo>
                  <a:lnTo>
                    <a:pt x="218401" y="0"/>
                  </a:lnTo>
                  <a:close/>
                </a:path>
              </a:pathLst>
            </a:custGeom>
            <a:solidFill>
              <a:srgbClr val="8816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43" name="object 143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5860802" y="9476817"/>
              <a:ext cx="106053" cy="333024"/>
            </a:xfrm>
            <a:prstGeom prst="rect">
              <a:avLst/>
            </a:prstGeom>
          </p:spPr>
        </p:pic>
        <p:sp>
          <p:nvSpPr>
            <p:cNvPr id="144" name="object 144" descr=""/>
            <p:cNvSpPr/>
            <p:nvPr/>
          </p:nvSpPr>
          <p:spPr>
            <a:xfrm>
              <a:off x="15860889" y="9489801"/>
              <a:ext cx="2540" cy="317500"/>
            </a:xfrm>
            <a:custGeom>
              <a:avLst/>
              <a:gdLst/>
              <a:ahLst/>
              <a:cxnLst/>
              <a:rect l="l" t="t" r="r" b="b"/>
              <a:pathLst>
                <a:path w="2540" h="317500">
                  <a:moveTo>
                    <a:pt x="0" y="317500"/>
                  </a:moveTo>
                  <a:lnTo>
                    <a:pt x="1945" y="317500"/>
                  </a:lnTo>
                  <a:lnTo>
                    <a:pt x="1945" y="0"/>
                  </a:lnTo>
                  <a:lnTo>
                    <a:pt x="0" y="0"/>
                  </a:lnTo>
                  <a:lnTo>
                    <a:pt x="0" y="317500"/>
                  </a:lnTo>
                  <a:close/>
                </a:path>
              </a:pathLst>
            </a:custGeom>
            <a:solidFill>
              <a:srgbClr val="000000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45" name="object 145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5748639" y="9476081"/>
              <a:ext cx="200719" cy="333205"/>
            </a:xfrm>
            <a:prstGeom prst="rect">
              <a:avLst/>
            </a:prstGeom>
          </p:spPr>
        </p:pic>
        <p:sp>
          <p:nvSpPr>
            <p:cNvPr id="146" name="object 146" descr=""/>
            <p:cNvSpPr/>
            <p:nvPr/>
          </p:nvSpPr>
          <p:spPr>
            <a:xfrm>
              <a:off x="15852648" y="9476555"/>
              <a:ext cx="2540" cy="330200"/>
            </a:xfrm>
            <a:custGeom>
              <a:avLst/>
              <a:gdLst/>
              <a:ahLst/>
              <a:cxnLst/>
              <a:rect l="l" t="t" r="r" b="b"/>
              <a:pathLst>
                <a:path w="2540" h="330200">
                  <a:moveTo>
                    <a:pt x="2032" y="0"/>
                  </a:moveTo>
                  <a:lnTo>
                    <a:pt x="88" y="0"/>
                  </a:lnTo>
                  <a:lnTo>
                    <a:pt x="88" y="12700"/>
                  </a:lnTo>
                  <a:lnTo>
                    <a:pt x="0" y="330200"/>
                  </a:lnTo>
                  <a:lnTo>
                    <a:pt x="1955" y="330200"/>
                  </a:lnTo>
                  <a:lnTo>
                    <a:pt x="1955" y="12700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000000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47" name="object 147" descr="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5766127" y="9530086"/>
              <a:ext cx="83705" cy="266421"/>
            </a:xfrm>
            <a:prstGeom prst="rect">
              <a:avLst/>
            </a:prstGeom>
          </p:spPr>
        </p:pic>
        <p:sp>
          <p:nvSpPr>
            <p:cNvPr id="148" name="object 148" descr=""/>
            <p:cNvSpPr/>
            <p:nvPr/>
          </p:nvSpPr>
          <p:spPr>
            <a:xfrm>
              <a:off x="16188385" y="9728739"/>
              <a:ext cx="201295" cy="38735"/>
            </a:xfrm>
            <a:custGeom>
              <a:avLst/>
              <a:gdLst/>
              <a:ahLst/>
              <a:cxnLst/>
              <a:rect l="l" t="t" r="r" b="b"/>
              <a:pathLst>
                <a:path w="201294" h="38734">
                  <a:moveTo>
                    <a:pt x="21374" y="0"/>
                  </a:moveTo>
                  <a:lnTo>
                    <a:pt x="0" y="0"/>
                  </a:lnTo>
                  <a:lnTo>
                    <a:pt x="0" y="36639"/>
                  </a:lnTo>
                  <a:lnTo>
                    <a:pt x="21374" y="36639"/>
                  </a:lnTo>
                  <a:lnTo>
                    <a:pt x="21374" y="0"/>
                  </a:lnTo>
                  <a:close/>
                </a:path>
                <a:path w="201294" h="38734">
                  <a:moveTo>
                    <a:pt x="201282" y="1663"/>
                  </a:moveTo>
                  <a:lnTo>
                    <a:pt x="179895" y="1663"/>
                  </a:lnTo>
                  <a:lnTo>
                    <a:pt x="179895" y="38303"/>
                  </a:lnTo>
                  <a:lnTo>
                    <a:pt x="201282" y="38303"/>
                  </a:lnTo>
                  <a:lnTo>
                    <a:pt x="201282" y="1663"/>
                  </a:lnTo>
                  <a:close/>
                </a:path>
              </a:pathLst>
            </a:custGeom>
            <a:solidFill>
              <a:srgbClr val="711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 descr=""/>
            <p:cNvSpPr/>
            <p:nvPr/>
          </p:nvSpPr>
          <p:spPr>
            <a:xfrm>
              <a:off x="16005439" y="9724196"/>
              <a:ext cx="553085" cy="13335"/>
            </a:xfrm>
            <a:custGeom>
              <a:avLst/>
              <a:gdLst/>
              <a:ahLst/>
              <a:cxnLst/>
              <a:rect l="l" t="t" r="r" b="b"/>
              <a:pathLst>
                <a:path w="553084" h="13334">
                  <a:moveTo>
                    <a:pt x="553019" y="0"/>
                  </a:moveTo>
                  <a:lnTo>
                    <a:pt x="0" y="0"/>
                  </a:lnTo>
                  <a:lnTo>
                    <a:pt x="0" y="13329"/>
                  </a:lnTo>
                  <a:lnTo>
                    <a:pt x="553019" y="13329"/>
                  </a:lnTo>
                  <a:lnTo>
                    <a:pt x="553019" y="0"/>
                  </a:lnTo>
                  <a:close/>
                </a:path>
              </a:pathLst>
            </a:custGeom>
            <a:solidFill>
              <a:srgbClr val="8816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 descr=""/>
            <p:cNvSpPr/>
            <p:nvPr/>
          </p:nvSpPr>
          <p:spPr>
            <a:xfrm>
              <a:off x="16005439" y="9729693"/>
              <a:ext cx="553085" cy="8255"/>
            </a:xfrm>
            <a:custGeom>
              <a:avLst/>
              <a:gdLst/>
              <a:ahLst/>
              <a:cxnLst/>
              <a:rect l="l" t="t" r="r" b="b"/>
              <a:pathLst>
                <a:path w="553084" h="8254">
                  <a:moveTo>
                    <a:pt x="553019" y="0"/>
                  </a:moveTo>
                  <a:lnTo>
                    <a:pt x="0" y="0"/>
                  </a:lnTo>
                  <a:lnTo>
                    <a:pt x="0" y="7832"/>
                  </a:lnTo>
                  <a:lnTo>
                    <a:pt x="553019" y="7832"/>
                  </a:lnTo>
                  <a:lnTo>
                    <a:pt x="553019" y="0"/>
                  </a:lnTo>
                  <a:close/>
                </a:path>
              </a:pathLst>
            </a:custGeom>
            <a:solidFill>
              <a:srgbClr val="000000">
                <a:alpha val="14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 descr=""/>
            <p:cNvSpPr/>
            <p:nvPr/>
          </p:nvSpPr>
          <p:spPr>
            <a:xfrm>
              <a:off x="16101213" y="9768160"/>
              <a:ext cx="380365" cy="38735"/>
            </a:xfrm>
            <a:custGeom>
              <a:avLst/>
              <a:gdLst/>
              <a:ahLst/>
              <a:cxnLst/>
              <a:rect l="l" t="t" r="r" b="b"/>
              <a:pathLst>
                <a:path w="380365" h="38734">
                  <a:moveTo>
                    <a:pt x="21374" y="0"/>
                  </a:moveTo>
                  <a:lnTo>
                    <a:pt x="0" y="0"/>
                  </a:lnTo>
                  <a:lnTo>
                    <a:pt x="0" y="36652"/>
                  </a:lnTo>
                  <a:lnTo>
                    <a:pt x="21374" y="36652"/>
                  </a:lnTo>
                  <a:lnTo>
                    <a:pt x="21374" y="0"/>
                  </a:lnTo>
                  <a:close/>
                </a:path>
                <a:path w="380365" h="38734">
                  <a:moveTo>
                    <a:pt x="199618" y="1104"/>
                  </a:moveTo>
                  <a:lnTo>
                    <a:pt x="178231" y="1104"/>
                  </a:lnTo>
                  <a:lnTo>
                    <a:pt x="178231" y="37757"/>
                  </a:lnTo>
                  <a:lnTo>
                    <a:pt x="199618" y="37757"/>
                  </a:lnTo>
                  <a:lnTo>
                    <a:pt x="199618" y="1104"/>
                  </a:lnTo>
                  <a:close/>
                </a:path>
                <a:path w="380365" h="38734">
                  <a:moveTo>
                    <a:pt x="380072" y="1663"/>
                  </a:moveTo>
                  <a:lnTo>
                    <a:pt x="358686" y="1663"/>
                  </a:lnTo>
                  <a:lnTo>
                    <a:pt x="358686" y="38315"/>
                  </a:lnTo>
                  <a:lnTo>
                    <a:pt x="380072" y="38315"/>
                  </a:lnTo>
                  <a:lnTo>
                    <a:pt x="380072" y="1663"/>
                  </a:lnTo>
                  <a:close/>
                </a:path>
              </a:pathLst>
            </a:custGeom>
            <a:solidFill>
              <a:srgbClr val="711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 descr=""/>
            <p:cNvSpPr/>
            <p:nvPr/>
          </p:nvSpPr>
          <p:spPr>
            <a:xfrm>
              <a:off x="16014318" y="9756027"/>
              <a:ext cx="545465" cy="20955"/>
            </a:xfrm>
            <a:custGeom>
              <a:avLst/>
              <a:gdLst/>
              <a:ahLst/>
              <a:cxnLst/>
              <a:rect l="l" t="t" r="r" b="b"/>
              <a:pathLst>
                <a:path w="545465" h="20954">
                  <a:moveTo>
                    <a:pt x="544883" y="0"/>
                  </a:moveTo>
                  <a:lnTo>
                    <a:pt x="0" y="0"/>
                  </a:lnTo>
                  <a:lnTo>
                    <a:pt x="0" y="20732"/>
                  </a:lnTo>
                  <a:lnTo>
                    <a:pt x="544883" y="20732"/>
                  </a:lnTo>
                  <a:lnTo>
                    <a:pt x="544883" y="0"/>
                  </a:lnTo>
                  <a:close/>
                </a:path>
              </a:pathLst>
            </a:custGeom>
            <a:solidFill>
              <a:srgbClr val="8816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 descr=""/>
            <p:cNvSpPr/>
            <p:nvPr/>
          </p:nvSpPr>
          <p:spPr>
            <a:xfrm>
              <a:off x="16014322" y="9766954"/>
              <a:ext cx="545465" cy="10160"/>
            </a:xfrm>
            <a:custGeom>
              <a:avLst/>
              <a:gdLst/>
              <a:ahLst/>
              <a:cxnLst/>
              <a:rect l="l" t="t" r="r" b="b"/>
              <a:pathLst>
                <a:path w="545465" h="10159">
                  <a:moveTo>
                    <a:pt x="0" y="0"/>
                  </a:moveTo>
                  <a:lnTo>
                    <a:pt x="0" y="9811"/>
                  </a:lnTo>
                  <a:lnTo>
                    <a:pt x="544883" y="9811"/>
                  </a:lnTo>
                  <a:lnTo>
                    <a:pt x="544883" y="21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4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 descr=""/>
            <p:cNvSpPr/>
            <p:nvPr/>
          </p:nvSpPr>
          <p:spPr>
            <a:xfrm>
              <a:off x="15998025" y="9694589"/>
              <a:ext cx="570865" cy="142240"/>
            </a:xfrm>
            <a:custGeom>
              <a:avLst/>
              <a:gdLst/>
              <a:ahLst/>
              <a:cxnLst/>
              <a:rect l="l" t="t" r="r" b="b"/>
              <a:pathLst>
                <a:path w="570865" h="142240">
                  <a:moveTo>
                    <a:pt x="570788" y="2959"/>
                  </a:moveTo>
                  <a:lnTo>
                    <a:pt x="544880" y="2959"/>
                  </a:lnTo>
                  <a:lnTo>
                    <a:pt x="544880" y="102171"/>
                  </a:lnTo>
                  <a:lnTo>
                    <a:pt x="25920" y="102171"/>
                  </a:lnTo>
                  <a:lnTo>
                    <a:pt x="25920" y="0"/>
                  </a:lnTo>
                  <a:lnTo>
                    <a:pt x="0" y="0"/>
                  </a:lnTo>
                  <a:lnTo>
                    <a:pt x="0" y="139179"/>
                  </a:lnTo>
                  <a:lnTo>
                    <a:pt x="25920" y="139179"/>
                  </a:lnTo>
                  <a:lnTo>
                    <a:pt x="25920" y="136956"/>
                  </a:lnTo>
                  <a:lnTo>
                    <a:pt x="544880" y="136956"/>
                  </a:lnTo>
                  <a:lnTo>
                    <a:pt x="544880" y="142138"/>
                  </a:lnTo>
                  <a:lnTo>
                    <a:pt x="570788" y="142138"/>
                  </a:lnTo>
                  <a:lnTo>
                    <a:pt x="570788" y="2959"/>
                  </a:lnTo>
                  <a:close/>
                </a:path>
              </a:pathLst>
            </a:custGeom>
            <a:solidFill>
              <a:srgbClr val="8816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 descr=""/>
            <p:cNvSpPr/>
            <p:nvPr/>
          </p:nvSpPr>
          <p:spPr>
            <a:xfrm>
              <a:off x="15998035" y="9739669"/>
              <a:ext cx="26034" cy="94615"/>
            </a:xfrm>
            <a:custGeom>
              <a:avLst/>
              <a:gdLst/>
              <a:ahLst/>
              <a:cxnLst/>
              <a:rect l="l" t="t" r="r" b="b"/>
              <a:pathLst>
                <a:path w="26034" h="94615">
                  <a:moveTo>
                    <a:pt x="0" y="0"/>
                  </a:moveTo>
                  <a:lnTo>
                    <a:pt x="0" y="94101"/>
                  </a:lnTo>
                  <a:lnTo>
                    <a:pt x="25915" y="94101"/>
                  </a:lnTo>
                  <a:lnTo>
                    <a:pt x="25915" y="41946"/>
                  </a:lnTo>
                  <a:lnTo>
                    <a:pt x="17650" y="32906"/>
                  </a:lnTo>
                  <a:lnTo>
                    <a:pt x="10629" y="22779"/>
                  </a:lnTo>
                  <a:lnTo>
                    <a:pt x="4772" y="117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4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 descr=""/>
            <p:cNvSpPr/>
            <p:nvPr/>
          </p:nvSpPr>
          <p:spPr>
            <a:xfrm>
              <a:off x="15998174" y="9636801"/>
              <a:ext cx="24130" cy="25400"/>
            </a:xfrm>
            <a:custGeom>
              <a:avLst/>
              <a:gdLst/>
              <a:ahLst/>
              <a:cxnLst/>
              <a:rect l="l" t="t" r="r" b="b"/>
              <a:pathLst>
                <a:path w="24130" h="25400">
                  <a:moveTo>
                    <a:pt x="18638" y="0"/>
                  </a:moveTo>
                  <a:lnTo>
                    <a:pt x="5371" y="0"/>
                  </a:lnTo>
                  <a:lnTo>
                    <a:pt x="0" y="5560"/>
                  </a:lnTo>
                  <a:lnTo>
                    <a:pt x="0" y="12418"/>
                  </a:lnTo>
                  <a:lnTo>
                    <a:pt x="0" y="19276"/>
                  </a:lnTo>
                  <a:lnTo>
                    <a:pt x="5371" y="24836"/>
                  </a:lnTo>
                  <a:lnTo>
                    <a:pt x="18638" y="24836"/>
                  </a:lnTo>
                  <a:lnTo>
                    <a:pt x="24009" y="19276"/>
                  </a:lnTo>
                  <a:lnTo>
                    <a:pt x="24009" y="5560"/>
                  </a:lnTo>
                  <a:lnTo>
                    <a:pt x="18638" y="0"/>
                  </a:lnTo>
                  <a:close/>
                </a:path>
              </a:pathLst>
            </a:custGeom>
            <a:solidFill>
              <a:srgbClr val="F5AE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 descr=""/>
            <p:cNvSpPr/>
            <p:nvPr/>
          </p:nvSpPr>
          <p:spPr>
            <a:xfrm>
              <a:off x="15998175" y="9640153"/>
              <a:ext cx="23495" cy="21590"/>
            </a:xfrm>
            <a:custGeom>
              <a:avLst/>
              <a:gdLst/>
              <a:ahLst/>
              <a:cxnLst/>
              <a:rect l="l" t="t" r="r" b="b"/>
              <a:pathLst>
                <a:path w="23494" h="21590">
                  <a:moveTo>
                    <a:pt x="3821" y="0"/>
                  </a:moveTo>
                  <a:lnTo>
                    <a:pt x="1476" y="2261"/>
                  </a:lnTo>
                  <a:lnTo>
                    <a:pt x="0" y="5486"/>
                  </a:lnTo>
                  <a:lnTo>
                    <a:pt x="0" y="15926"/>
                  </a:lnTo>
                  <a:lnTo>
                    <a:pt x="5371" y="21486"/>
                  </a:lnTo>
                  <a:lnTo>
                    <a:pt x="17256" y="21486"/>
                  </a:lnTo>
                  <a:lnTo>
                    <a:pt x="21706" y="17999"/>
                  </a:lnTo>
                  <a:lnTo>
                    <a:pt x="23339" y="13140"/>
                  </a:lnTo>
                  <a:lnTo>
                    <a:pt x="21193" y="15214"/>
                  </a:lnTo>
                  <a:lnTo>
                    <a:pt x="18324" y="16491"/>
                  </a:lnTo>
                  <a:lnTo>
                    <a:pt x="15151" y="16491"/>
                  </a:lnTo>
                  <a:lnTo>
                    <a:pt x="8523" y="16491"/>
                  </a:lnTo>
                  <a:lnTo>
                    <a:pt x="3141" y="10931"/>
                  </a:lnTo>
                  <a:lnTo>
                    <a:pt x="3141" y="2638"/>
                  </a:lnTo>
                  <a:lnTo>
                    <a:pt x="3392" y="1277"/>
                  </a:lnTo>
                  <a:lnTo>
                    <a:pt x="3821" y="0"/>
                  </a:lnTo>
                  <a:close/>
                </a:path>
              </a:pathLst>
            </a:custGeom>
            <a:solidFill>
              <a:srgbClr val="000000">
                <a:alpha val="5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 descr=""/>
            <p:cNvSpPr/>
            <p:nvPr/>
          </p:nvSpPr>
          <p:spPr>
            <a:xfrm>
              <a:off x="16006520" y="9638503"/>
              <a:ext cx="12065" cy="13335"/>
            </a:xfrm>
            <a:custGeom>
              <a:avLst/>
              <a:gdLst/>
              <a:ahLst/>
              <a:cxnLst/>
              <a:rect l="l" t="t" r="r" b="b"/>
              <a:pathLst>
                <a:path w="12065" h="13334">
                  <a:moveTo>
                    <a:pt x="4512" y="0"/>
                  </a:moveTo>
                  <a:lnTo>
                    <a:pt x="240" y="2848"/>
                  </a:lnTo>
                  <a:lnTo>
                    <a:pt x="0" y="6251"/>
                  </a:lnTo>
                  <a:lnTo>
                    <a:pt x="1853" y="9025"/>
                  </a:lnTo>
                  <a:lnTo>
                    <a:pt x="3706" y="11800"/>
                  </a:lnTo>
                  <a:lnTo>
                    <a:pt x="6931" y="12900"/>
                  </a:lnTo>
                  <a:lnTo>
                    <a:pt x="11203" y="10052"/>
                  </a:lnTo>
                  <a:lnTo>
                    <a:pt x="11444" y="6638"/>
                  </a:lnTo>
                  <a:lnTo>
                    <a:pt x="7737" y="1088"/>
                  </a:lnTo>
                  <a:lnTo>
                    <a:pt x="4512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 descr=""/>
            <p:cNvSpPr/>
            <p:nvPr/>
          </p:nvSpPr>
          <p:spPr>
            <a:xfrm>
              <a:off x="15992853" y="9658679"/>
              <a:ext cx="36195" cy="50165"/>
            </a:xfrm>
            <a:custGeom>
              <a:avLst/>
              <a:gdLst/>
              <a:ahLst/>
              <a:cxnLst/>
              <a:rect l="l" t="t" r="r" b="b"/>
              <a:pathLst>
                <a:path w="36194" h="50165">
                  <a:moveTo>
                    <a:pt x="35904" y="0"/>
                  </a:moveTo>
                  <a:lnTo>
                    <a:pt x="0" y="0"/>
                  </a:lnTo>
                  <a:lnTo>
                    <a:pt x="0" y="50155"/>
                  </a:lnTo>
                  <a:lnTo>
                    <a:pt x="35904" y="50155"/>
                  </a:lnTo>
                  <a:lnTo>
                    <a:pt x="35904" y="0"/>
                  </a:lnTo>
                  <a:close/>
                </a:path>
              </a:pathLst>
            </a:custGeom>
            <a:solidFill>
              <a:srgbClr val="F5AE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 descr=""/>
            <p:cNvSpPr/>
            <p:nvPr/>
          </p:nvSpPr>
          <p:spPr>
            <a:xfrm>
              <a:off x="15992853" y="9665539"/>
              <a:ext cx="36195" cy="43815"/>
            </a:xfrm>
            <a:custGeom>
              <a:avLst/>
              <a:gdLst/>
              <a:ahLst/>
              <a:cxnLst/>
              <a:rect l="l" t="t" r="r" b="b"/>
              <a:pathLst>
                <a:path w="36194" h="43815">
                  <a:moveTo>
                    <a:pt x="0" y="0"/>
                  </a:moveTo>
                  <a:lnTo>
                    <a:pt x="0" y="43297"/>
                  </a:lnTo>
                  <a:lnTo>
                    <a:pt x="35904" y="43297"/>
                  </a:lnTo>
                  <a:lnTo>
                    <a:pt x="35904" y="34815"/>
                  </a:lnTo>
                  <a:lnTo>
                    <a:pt x="23792" y="30488"/>
                  </a:lnTo>
                  <a:lnTo>
                    <a:pt x="13735" y="22653"/>
                  </a:lnTo>
                  <a:lnTo>
                    <a:pt x="5786" y="121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5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 descr=""/>
            <p:cNvSpPr/>
            <p:nvPr/>
          </p:nvSpPr>
          <p:spPr>
            <a:xfrm>
              <a:off x="16016392" y="9663414"/>
              <a:ext cx="7620" cy="22860"/>
            </a:xfrm>
            <a:custGeom>
              <a:avLst/>
              <a:gdLst/>
              <a:ahLst/>
              <a:cxnLst/>
              <a:rect l="l" t="t" r="r" b="b"/>
              <a:pathLst>
                <a:path w="7619" h="22859">
                  <a:moveTo>
                    <a:pt x="5643" y="0"/>
                  </a:moveTo>
                  <a:lnTo>
                    <a:pt x="1633" y="0"/>
                  </a:lnTo>
                  <a:lnTo>
                    <a:pt x="0" y="5109"/>
                  </a:lnTo>
                  <a:lnTo>
                    <a:pt x="0" y="11413"/>
                  </a:lnTo>
                  <a:lnTo>
                    <a:pt x="0" y="17716"/>
                  </a:lnTo>
                  <a:lnTo>
                    <a:pt x="1633" y="22826"/>
                  </a:lnTo>
                  <a:lnTo>
                    <a:pt x="5643" y="22826"/>
                  </a:lnTo>
                  <a:lnTo>
                    <a:pt x="7277" y="17716"/>
                  </a:lnTo>
                  <a:lnTo>
                    <a:pt x="7277" y="5109"/>
                  </a:lnTo>
                  <a:lnTo>
                    <a:pt x="5643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 descr=""/>
            <p:cNvSpPr/>
            <p:nvPr/>
          </p:nvSpPr>
          <p:spPr>
            <a:xfrm>
              <a:off x="15995628" y="9790644"/>
              <a:ext cx="32384" cy="40005"/>
            </a:xfrm>
            <a:custGeom>
              <a:avLst/>
              <a:gdLst/>
              <a:ahLst/>
              <a:cxnLst/>
              <a:rect l="l" t="t" r="r" b="b"/>
              <a:pathLst>
                <a:path w="32384" h="40004">
                  <a:moveTo>
                    <a:pt x="32019" y="0"/>
                  </a:moveTo>
                  <a:lnTo>
                    <a:pt x="0" y="0"/>
                  </a:lnTo>
                  <a:lnTo>
                    <a:pt x="0" y="39422"/>
                  </a:lnTo>
                  <a:lnTo>
                    <a:pt x="32019" y="39422"/>
                  </a:lnTo>
                  <a:lnTo>
                    <a:pt x="32019" y="0"/>
                  </a:lnTo>
                  <a:close/>
                </a:path>
              </a:pathLst>
            </a:custGeom>
            <a:solidFill>
              <a:srgbClr val="F5AE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 descr=""/>
            <p:cNvSpPr/>
            <p:nvPr/>
          </p:nvSpPr>
          <p:spPr>
            <a:xfrm>
              <a:off x="15995630" y="979770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0" y="0"/>
                  </a:moveTo>
                  <a:lnTo>
                    <a:pt x="0" y="32365"/>
                  </a:lnTo>
                  <a:lnTo>
                    <a:pt x="32019" y="32365"/>
                  </a:lnTo>
                  <a:lnTo>
                    <a:pt x="32019" y="25192"/>
                  </a:lnTo>
                  <a:lnTo>
                    <a:pt x="21745" y="22385"/>
                  </a:lnTo>
                  <a:lnTo>
                    <a:pt x="12727" y="16833"/>
                  </a:lnTo>
                  <a:lnTo>
                    <a:pt x="5350" y="91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5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 descr=""/>
            <p:cNvSpPr/>
            <p:nvPr/>
          </p:nvSpPr>
          <p:spPr>
            <a:xfrm>
              <a:off x="16014449" y="9792509"/>
              <a:ext cx="7620" cy="22860"/>
            </a:xfrm>
            <a:custGeom>
              <a:avLst/>
              <a:gdLst/>
              <a:ahLst/>
              <a:cxnLst/>
              <a:rect l="l" t="t" r="r" b="b"/>
              <a:pathLst>
                <a:path w="7619" h="22859">
                  <a:moveTo>
                    <a:pt x="5643" y="0"/>
                  </a:moveTo>
                  <a:lnTo>
                    <a:pt x="1633" y="0"/>
                  </a:lnTo>
                  <a:lnTo>
                    <a:pt x="0" y="5109"/>
                  </a:lnTo>
                  <a:lnTo>
                    <a:pt x="0" y="11413"/>
                  </a:lnTo>
                  <a:lnTo>
                    <a:pt x="0" y="17716"/>
                  </a:lnTo>
                  <a:lnTo>
                    <a:pt x="1633" y="22826"/>
                  </a:lnTo>
                  <a:lnTo>
                    <a:pt x="5643" y="22826"/>
                  </a:lnTo>
                  <a:lnTo>
                    <a:pt x="7277" y="17716"/>
                  </a:lnTo>
                  <a:lnTo>
                    <a:pt x="7277" y="5109"/>
                  </a:lnTo>
                  <a:lnTo>
                    <a:pt x="5643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 descr=""/>
            <p:cNvSpPr/>
            <p:nvPr/>
          </p:nvSpPr>
          <p:spPr>
            <a:xfrm>
              <a:off x="16542915" y="9747460"/>
              <a:ext cx="26034" cy="89535"/>
            </a:xfrm>
            <a:custGeom>
              <a:avLst/>
              <a:gdLst/>
              <a:ahLst/>
              <a:cxnLst/>
              <a:rect l="l" t="t" r="r" b="b"/>
              <a:pathLst>
                <a:path w="26034" h="89534">
                  <a:moveTo>
                    <a:pt x="0" y="0"/>
                  </a:moveTo>
                  <a:lnTo>
                    <a:pt x="0" y="89274"/>
                  </a:lnTo>
                  <a:lnTo>
                    <a:pt x="25915" y="89274"/>
                  </a:lnTo>
                  <a:lnTo>
                    <a:pt x="25915" y="25213"/>
                  </a:lnTo>
                  <a:lnTo>
                    <a:pt x="18728" y="19597"/>
                  </a:lnTo>
                  <a:lnTo>
                    <a:pt x="11980" y="13521"/>
                  </a:lnTo>
                  <a:lnTo>
                    <a:pt x="5720" y="69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4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 descr=""/>
            <p:cNvSpPr/>
            <p:nvPr/>
          </p:nvSpPr>
          <p:spPr>
            <a:xfrm>
              <a:off x="16541572" y="9636801"/>
              <a:ext cx="24130" cy="25400"/>
            </a:xfrm>
            <a:custGeom>
              <a:avLst/>
              <a:gdLst/>
              <a:ahLst/>
              <a:cxnLst/>
              <a:rect l="l" t="t" r="r" b="b"/>
              <a:pathLst>
                <a:path w="24130" h="25400">
                  <a:moveTo>
                    <a:pt x="18638" y="0"/>
                  </a:moveTo>
                  <a:lnTo>
                    <a:pt x="5371" y="0"/>
                  </a:lnTo>
                  <a:lnTo>
                    <a:pt x="0" y="5560"/>
                  </a:lnTo>
                  <a:lnTo>
                    <a:pt x="0" y="12418"/>
                  </a:lnTo>
                  <a:lnTo>
                    <a:pt x="0" y="19276"/>
                  </a:lnTo>
                  <a:lnTo>
                    <a:pt x="5371" y="24836"/>
                  </a:lnTo>
                  <a:lnTo>
                    <a:pt x="18638" y="24836"/>
                  </a:lnTo>
                  <a:lnTo>
                    <a:pt x="24020" y="19276"/>
                  </a:lnTo>
                  <a:lnTo>
                    <a:pt x="24020" y="5560"/>
                  </a:lnTo>
                  <a:lnTo>
                    <a:pt x="18638" y="0"/>
                  </a:lnTo>
                  <a:close/>
                </a:path>
              </a:pathLst>
            </a:custGeom>
            <a:solidFill>
              <a:srgbClr val="F5AE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 descr=""/>
            <p:cNvSpPr/>
            <p:nvPr/>
          </p:nvSpPr>
          <p:spPr>
            <a:xfrm>
              <a:off x="16541575" y="9640153"/>
              <a:ext cx="23495" cy="21590"/>
            </a:xfrm>
            <a:custGeom>
              <a:avLst/>
              <a:gdLst/>
              <a:ahLst/>
              <a:cxnLst/>
              <a:rect l="l" t="t" r="r" b="b"/>
              <a:pathLst>
                <a:path w="23494" h="21590">
                  <a:moveTo>
                    <a:pt x="3821" y="0"/>
                  </a:moveTo>
                  <a:lnTo>
                    <a:pt x="1476" y="2261"/>
                  </a:lnTo>
                  <a:lnTo>
                    <a:pt x="0" y="5486"/>
                  </a:lnTo>
                  <a:lnTo>
                    <a:pt x="0" y="15926"/>
                  </a:lnTo>
                  <a:lnTo>
                    <a:pt x="5371" y="21486"/>
                  </a:lnTo>
                  <a:lnTo>
                    <a:pt x="17256" y="21486"/>
                  </a:lnTo>
                  <a:lnTo>
                    <a:pt x="21706" y="17999"/>
                  </a:lnTo>
                  <a:lnTo>
                    <a:pt x="23339" y="13140"/>
                  </a:lnTo>
                  <a:lnTo>
                    <a:pt x="21193" y="15214"/>
                  </a:lnTo>
                  <a:lnTo>
                    <a:pt x="18324" y="16491"/>
                  </a:lnTo>
                  <a:lnTo>
                    <a:pt x="15151" y="16491"/>
                  </a:lnTo>
                  <a:lnTo>
                    <a:pt x="8523" y="16491"/>
                  </a:lnTo>
                  <a:lnTo>
                    <a:pt x="3141" y="10931"/>
                  </a:lnTo>
                  <a:lnTo>
                    <a:pt x="3141" y="2638"/>
                  </a:lnTo>
                  <a:lnTo>
                    <a:pt x="3392" y="1277"/>
                  </a:lnTo>
                  <a:lnTo>
                    <a:pt x="3821" y="0"/>
                  </a:lnTo>
                  <a:close/>
                </a:path>
              </a:pathLst>
            </a:custGeom>
            <a:solidFill>
              <a:srgbClr val="000000">
                <a:alpha val="5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 descr=""/>
            <p:cNvSpPr/>
            <p:nvPr/>
          </p:nvSpPr>
          <p:spPr>
            <a:xfrm>
              <a:off x="16549921" y="9638503"/>
              <a:ext cx="12065" cy="13335"/>
            </a:xfrm>
            <a:custGeom>
              <a:avLst/>
              <a:gdLst/>
              <a:ahLst/>
              <a:cxnLst/>
              <a:rect l="l" t="t" r="r" b="b"/>
              <a:pathLst>
                <a:path w="12065" h="13334">
                  <a:moveTo>
                    <a:pt x="4512" y="0"/>
                  </a:moveTo>
                  <a:lnTo>
                    <a:pt x="240" y="2848"/>
                  </a:lnTo>
                  <a:lnTo>
                    <a:pt x="0" y="6251"/>
                  </a:lnTo>
                  <a:lnTo>
                    <a:pt x="1853" y="9025"/>
                  </a:lnTo>
                  <a:lnTo>
                    <a:pt x="3706" y="11800"/>
                  </a:lnTo>
                  <a:lnTo>
                    <a:pt x="6931" y="12900"/>
                  </a:lnTo>
                  <a:lnTo>
                    <a:pt x="11203" y="10052"/>
                  </a:lnTo>
                  <a:lnTo>
                    <a:pt x="11444" y="6638"/>
                  </a:lnTo>
                  <a:lnTo>
                    <a:pt x="7737" y="1088"/>
                  </a:lnTo>
                  <a:lnTo>
                    <a:pt x="4512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 descr=""/>
            <p:cNvSpPr/>
            <p:nvPr/>
          </p:nvSpPr>
          <p:spPr>
            <a:xfrm>
              <a:off x="16536250" y="9658679"/>
              <a:ext cx="36195" cy="50165"/>
            </a:xfrm>
            <a:custGeom>
              <a:avLst/>
              <a:gdLst/>
              <a:ahLst/>
              <a:cxnLst/>
              <a:rect l="l" t="t" r="r" b="b"/>
              <a:pathLst>
                <a:path w="36194" h="50165">
                  <a:moveTo>
                    <a:pt x="35904" y="0"/>
                  </a:moveTo>
                  <a:lnTo>
                    <a:pt x="0" y="0"/>
                  </a:lnTo>
                  <a:lnTo>
                    <a:pt x="0" y="50155"/>
                  </a:lnTo>
                  <a:lnTo>
                    <a:pt x="35904" y="50155"/>
                  </a:lnTo>
                  <a:lnTo>
                    <a:pt x="35904" y="0"/>
                  </a:lnTo>
                  <a:close/>
                </a:path>
              </a:pathLst>
            </a:custGeom>
            <a:solidFill>
              <a:srgbClr val="F5AE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 descr=""/>
            <p:cNvSpPr/>
            <p:nvPr/>
          </p:nvSpPr>
          <p:spPr>
            <a:xfrm>
              <a:off x="16536251" y="9665539"/>
              <a:ext cx="36195" cy="43815"/>
            </a:xfrm>
            <a:custGeom>
              <a:avLst/>
              <a:gdLst/>
              <a:ahLst/>
              <a:cxnLst/>
              <a:rect l="l" t="t" r="r" b="b"/>
              <a:pathLst>
                <a:path w="36194" h="43815">
                  <a:moveTo>
                    <a:pt x="0" y="0"/>
                  </a:moveTo>
                  <a:lnTo>
                    <a:pt x="0" y="43297"/>
                  </a:lnTo>
                  <a:lnTo>
                    <a:pt x="35904" y="43297"/>
                  </a:lnTo>
                  <a:lnTo>
                    <a:pt x="35904" y="34815"/>
                  </a:lnTo>
                  <a:lnTo>
                    <a:pt x="23792" y="30488"/>
                  </a:lnTo>
                  <a:lnTo>
                    <a:pt x="13735" y="22653"/>
                  </a:lnTo>
                  <a:lnTo>
                    <a:pt x="5786" y="121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5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 descr=""/>
            <p:cNvSpPr/>
            <p:nvPr/>
          </p:nvSpPr>
          <p:spPr>
            <a:xfrm>
              <a:off x="16559791" y="9663414"/>
              <a:ext cx="7620" cy="22860"/>
            </a:xfrm>
            <a:custGeom>
              <a:avLst/>
              <a:gdLst/>
              <a:ahLst/>
              <a:cxnLst/>
              <a:rect l="l" t="t" r="r" b="b"/>
              <a:pathLst>
                <a:path w="7619" h="22859">
                  <a:moveTo>
                    <a:pt x="5643" y="0"/>
                  </a:moveTo>
                  <a:lnTo>
                    <a:pt x="1633" y="0"/>
                  </a:lnTo>
                  <a:lnTo>
                    <a:pt x="0" y="5109"/>
                  </a:lnTo>
                  <a:lnTo>
                    <a:pt x="0" y="11413"/>
                  </a:lnTo>
                  <a:lnTo>
                    <a:pt x="0" y="17716"/>
                  </a:lnTo>
                  <a:lnTo>
                    <a:pt x="1633" y="22826"/>
                  </a:lnTo>
                  <a:lnTo>
                    <a:pt x="5643" y="22826"/>
                  </a:lnTo>
                  <a:lnTo>
                    <a:pt x="7277" y="17716"/>
                  </a:lnTo>
                  <a:lnTo>
                    <a:pt x="7277" y="5109"/>
                  </a:lnTo>
                  <a:lnTo>
                    <a:pt x="5643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 descr=""/>
            <p:cNvSpPr/>
            <p:nvPr/>
          </p:nvSpPr>
          <p:spPr>
            <a:xfrm>
              <a:off x="16540417" y="9790738"/>
              <a:ext cx="32384" cy="40005"/>
            </a:xfrm>
            <a:custGeom>
              <a:avLst/>
              <a:gdLst/>
              <a:ahLst/>
              <a:cxnLst/>
              <a:rect l="l" t="t" r="r" b="b"/>
              <a:pathLst>
                <a:path w="32384" h="40004">
                  <a:moveTo>
                    <a:pt x="32019" y="0"/>
                  </a:moveTo>
                  <a:lnTo>
                    <a:pt x="0" y="0"/>
                  </a:lnTo>
                  <a:lnTo>
                    <a:pt x="0" y="39422"/>
                  </a:lnTo>
                  <a:lnTo>
                    <a:pt x="32019" y="39422"/>
                  </a:lnTo>
                  <a:lnTo>
                    <a:pt x="32019" y="0"/>
                  </a:lnTo>
                  <a:close/>
                </a:path>
              </a:pathLst>
            </a:custGeom>
            <a:solidFill>
              <a:srgbClr val="F5AE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 descr=""/>
            <p:cNvSpPr/>
            <p:nvPr/>
          </p:nvSpPr>
          <p:spPr>
            <a:xfrm>
              <a:off x="16540415" y="9797794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0" y="0"/>
                  </a:moveTo>
                  <a:lnTo>
                    <a:pt x="0" y="32365"/>
                  </a:lnTo>
                  <a:lnTo>
                    <a:pt x="32019" y="32365"/>
                  </a:lnTo>
                  <a:lnTo>
                    <a:pt x="32019" y="25192"/>
                  </a:lnTo>
                  <a:lnTo>
                    <a:pt x="21745" y="22385"/>
                  </a:lnTo>
                  <a:lnTo>
                    <a:pt x="12727" y="16833"/>
                  </a:lnTo>
                  <a:lnTo>
                    <a:pt x="5350" y="91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5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 descr=""/>
            <p:cNvSpPr/>
            <p:nvPr/>
          </p:nvSpPr>
          <p:spPr>
            <a:xfrm>
              <a:off x="16559237" y="9792601"/>
              <a:ext cx="7620" cy="22860"/>
            </a:xfrm>
            <a:custGeom>
              <a:avLst/>
              <a:gdLst/>
              <a:ahLst/>
              <a:cxnLst/>
              <a:rect l="l" t="t" r="r" b="b"/>
              <a:pathLst>
                <a:path w="7619" h="22859">
                  <a:moveTo>
                    <a:pt x="5643" y="0"/>
                  </a:moveTo>
                  <a:lnTo>
                    <a:pt x="1633" y="0"/>
                  </a:lnTo>
                  <a:lnTo>
                    <a:pt x="0" y="5109"/>
                  </a:lnTo>
                  <a:lnTo>
                    <a:pt x="0" y="11413"/>
                  </a:lnTo>
                  <a:lnTo>
                    <a:pt x="0" y="17716"/>
                  </a:lnTo>
                  <a:lnTo>
                    <a:pt x="1633" y="22826"/>
                  </a:lnTo>
                  <a:lnTo>
                    <a:pt x="5643" y="22826"/>
                  </a:lnTo>
                  <a:lnTo>
                    <a:pt x="7277" y="17716"/>
                  </a:lnTo>
                  <a:lnTo>
                    <a:pt x="7277" y="5109"/>
                  </a:lnTo>
                  <a:lnTo>
                    <a:pt x="5643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 descr=""/>
            <p:cNvSpPr/>
            <p:nvPr/>
          </p:nvSpPr>
          <p:spPr>
            <a:xfrm>
              <a:off x="16200419" y="9727880"/>
              <a:ext cx="148590" cy="33020"/>
            </a:xfrm>
            <a:custGeom>
              <a:avLst/>
              <a:gdLst/>
              <a:ahLst/>
              <a:cxnLst/>
              <a:rect l="l" t="t" r="r" b="b"/>
              <a:pathLst>
                <a:path w="148590" h="33020">
                  <a:moveTo>
                    <a:pt x="68294" y="0"/>
                  </a:moveTo>
                  <a:lnTo>
                    <a:pt x="148082" y="0"/>
                  </a:lnTo>
                </a:path>
                <a:path w="148590" h="33020">
                  <a:moveTo>
                    <a:pt x="0" y="32760"/>
                  </a:moveTo>
                  <a:lnTo>
                    <a:pt x="79788" y="32760"/>
                  </a:lnTo>
                </a:path>
              </a:pathLst>
            </a:custGeom>
            <a:ln w="384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 descr=""/>
            <p:cNvSpPr/>
            <p:nvPr/>
          </p:nvSpPr>
          <p:spPr>
            <a:xfrm>
              <a:off x="15694506" y="9809345"/>
              <a:ext cx="294005" cy="41910"/>
            </a:xfrm>
            <a:custGeom>
              <a:avLst/>
              <a:gdLst/>
              <a:ahLst/>
              <a:cxnLst/>
              <a:rect l="l" t="t" r="r" b="b"/>
              <a:pathLst>
                <a:path w="294005" h="41909">
                  <a:moveTo>
                    <a:pt x="293907" y="0"/>
                  </a:moveTo>
                  <a:lnTo>
                    <a:pt x="0" y="0"/>
                  </a:lnTo>
                  <a:lnTo>
                    <a:pt x="0" y="41454"/>
                  </a:lnTo>
                  <a:lnTo>
                    <a:pt x="293907" y="41454"/>
                  </a:lnTo>
                  <a:lnTo>
                    <a:pt x="293907" y="0"/>
                  </a:lnTo>
                  <a:close/>
                </a:path>
              </a:pathLst>
            </a:custGeom>
            <a:solidFill>
              <a:srgbClr val="D7D7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 descr=""/>
            <p:cNvSpPr/>
            <p:nvPr/>
          </p:nvSpPr>
          <p:spPr>
            <a:xfrm>
              <a:off x="15694502" y="9811374"/>
              <a:ext cx="294005" cy="40005"/>
            </a:xfrm>
            <a:custGeom>
              <a:avLst/>
              <a:gdLst/>
              <a:ahLst/>
              <a:cxnLst/>
              <a:rect l="l" t="t" r="r" b="b"/>
              <a:pathLst>
                <a:path w="294005" h="40004">
                  <a:moveTo>
                    <a:pt x="0" y="0"/>
                  </a:moveTo>
                  <a:lnTo>
                    <a:pt x="0" y="39422"/>
                  </a:lnTo>
                  <a:lnTo>
                    <a:pt x="293907" y="39422"/>
                  </a:lnTo>
                  <a:lnTo>
                    <a:pt x="293907" y="24575"/>
                  </a:lnTo>
                  <a:lnTo>
                    <a:pt x="250544" y="27149"/>
                  </a:lnTo>
                  <a:lnTo>
                    <a:pt x="206874" y="27525"/>
                  </a:lnTo>
                  <a:lnTo>
                    <a:pt x="119472" y="26407"/>
                  </a:lnTo>
                  <a:lnTo>
                    <a:pt x="89040" y="24301"/>
                  </a:lnTo>
                  <a:lnTo>
                    <a:pt x="58322" y="19627"/>
                  </a:lnTo>
                  <a:lnTo>
                    <a:pt x="28312" y="117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 descr=""/>
            <p:cNvSpPr/>
            <p:nvPr/>
          </p:nvSpPr>
          <p:spPr>
            <a:xfrm>
              <a:off x="15662664" y="9850056"/>
              <a:ext cx="356870" cy="41910"/>
            </a:xfrm>
            <a:custGeom>
              <a:avLst/>
              <a:gdLst/>
              <a:ahLst/>
              <a:cxnLst/>
              <a:rect l="l" t="t" r="r" b="b"/>
              <a:pathLst>
                <a:path w="356869" h="41909">
                  <a:moveTo>
                    <a:pt x="356376" y="0"/>
                  </a:moveTo>
                  <a:lnTo>
                    <a:pt x="0" y="0"/>
                  </a:lnTo>
                  <a:lnTo>
                    <a:pt x="0" y="41454"/>
                  </a:lnTo>
                  <a:lnTo>
                    <a:pt x="356376" y="41454"/>
                  </a:lnTo>
                  <a:lnTo>
                    <a:pt x="356376" y="0"/>
                  </a:lnTo>
                  <a:close/>
                </a:path>
              </a:pathLst>
            </a:custGeom>
            <a:solidFill>
              <a:srgbClr val="D7D7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 descr=""/>
            <p:cNvSpPr/>
            <p:nvPr/>
          </p:nvSpPr>
          <p:spPr>
            <a:xfrm>
              <a:off x="15662669" y="9852091"/>
              <a:ext cx="356870" cy="40005"/>
            </a:xfrm>
            <a:custGeom>
              <a:avLst/>
              <a:gdLst/>
              <a:ahLst/>
              <a:cxnLst/>
              <a:rect l="l" t="t" r="r" b="b"/>
              <a:pathLst>
                <a:path w="356869" h="40004">
                  <a:moveTo>
                    <a:pt x="0" y="0"/>
                  </a:moveTo>
                  <a:lnTo>
                    <a:pt x="0" y="39422"/>
                  </a:lnTo>
                  <a:lnTo>
                    <a:pt x="356376" y="39422"/>
                  </a:lnTo>
                  <a:lnTo>
                    <a:pt x="356376" y="24575"/>
                  </a:lnTo>
                  <a:lnTo>
                    <a:pt x="303799" y="27149"/>
                  </a:lnTo>
                  <a:lnTo>
                    <a:pt x="250848" y="27525"/>
                  </a:lnTo>
                  <a:lnTo>
                    <a:pt x="144864" y="26407"/>
                  </a:lnTo>
                  <a:lnTo>
                    <a:pt x="107968" y="24301"/>
                  </a:lnTo>
                  <a:lnTo>
                    <a:pt x="70724" y="19627"/>
                  </a:lnTo>
                  <a:lnTo>
                    <a:pt x="34333" y="117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 descr=""/>
            <p:cNvSpPr/>
            <p:nvPr/>
          </p:nvSpPr>
          <p:spPr>
            <a:xfrm>
              <a:off x="15640277" y="9890222"/>
              <a:ext cx="405765" cy="41910"/>
            </a:xfrm>
            <a:custGeom>
              <a:avLst/>
              <a:gdLst/>
              <a:ahLst/>
              <a:cxnLst/>
              <a:rect l="l" t="t" r="r" b="b"/>
              <a:pathLst>
                <a:path w="405765" h="41909">
                  <a:moveTo>
                    <a:pt x="405233" y="0"/>
                  </a:moveTo>
                  <a:lnTo>
                    <a:pt x="0" y="0"/>
                  </a:lnTo>
                  <a:lnTo>
                    <a:pt x="0" y="41454"/>
                  </a:lnTo>
                  <a:lnTo>
                    <a:pt x="405233" y="41454"/>
                  </a:lnTo>
                  <a:lnTo>
                    <a:pt x="405233" y="0"/>
                  </a:lnTo>
                  <a:close/>
                </a:path>
              </a:pathLst>
            </a:custGeom>
            <a:solidFill>
              <a:srgbClr val="D7D7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 descr=""/>
            <p:cNvSpPr/>
            <p:nvPr/>
          </p:nvSpPr>
          <p:spPr>
            <a:xfrm>
              <a:off x="15640274" y="9892255"/>
              <a:ext cx="405765" cy="40005"/>
            </a:xfrm>
            <a:custGeom>
              <a:avLst/>
              <a:gdLst/>
              <a:ahLst/>
              <a:cxnLst/>
              <a:rect l="l" t="t" r="r" b="b"/>
              <a:pathLst>
                <a:path w="405765" h="40004">
                  <a:moveTo>
                    <a:pt x="0" y="0"/>
                  </a:moveTo>
                  <a:lnTo>
                    <a:pt x="0" y="39422"/>
                  </a:lnTo>
                  <a:lnTo>
                    <a:pt x="405233" y="39422"/>
                  </a:lnTo>
                  <a:lnTo>
                    <a:pt x="405233" y="24575"/>
                  </a:lnTo>
                  <a:lnTo>
                    <a:pt x="357450" y="26848"/>
                  </a:lnTo>
                  <a:lnTo>
                    <a:pt x="309356" y="27563"/>
                  </a:lnTo>
                  <a:lnTo>
                    <a:pt x="261103" y="27324"/>
                  </a:lnTo>
                  <a:lnTo>
                    <a:pt x="212843" y="26737"/>
                  </a:lnTo>
                  <a:lnTo>
                    <a:pt x="164727" y="26407"/>
                  </a:lnTo>
                  <a:lnTo>
                    <a:pt x="122768" y="24301"/>
                  </a:lnTo>
                  <a:lnTo>
                    <a:pt x="80416" y="19627"/>
                  </a:lnTo>
                  <a:lnTo>
                    <a:pt x="39038" y="117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 descr=""/>
            <p:cNvSpPr/>
            <p:nvPr/>
          </p:nvSpPr>
          <p:spPr>
            <a:xfrm>
              <a:off x="15620885" y="9931593"/>
              <a:ext cx="443230" cy="41910"/>
            </a:xfrm>
            <a:custGeom>
              <a:avLst/>
              <a:gdLst/>
              <a:ahLst/>
              <a:cxnLst/>
              <a:rect l="l" t="t" r="r" b="b"/>
              <a:pathLst>
                <a:path w="443230" h="41909">
                  <a:moveTo>
                    <a:pt x="443180" y="0"/>
                  </a:moveTo>
                  <a:lnTo>
                    <a:pt x="0" y="0"/>
                  </a:lnTo>
                  <a:lnTo>
                    <a:pt x="0" y="41454"/>
                  </a:lnTo>
                  <a:lnTo>
                    <a:pt x="443180" y="41454"/>
                  </a:lnTo>
                  <a:lnTo>
                    <a:pt x="443180" y="0"/>
                  </a:lnTo>
                  <a:close/>
                </a:path>
              </a:pathLst>
            </a:custGeom>
            <a:solidFill>
              <a:srgbClr val="D7D7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 descr=""/>
            <p:cNvSpPr/>
            <p:nvPr/>
          </p:nvSpPr>
          <p:spPr>
            <a:xfrm>
              <a:off x="15620887" y="9933620"/>
              <a:ext cx="443230" cy="40005"/>
            </a:xfrm>
            <a:custGeom>
              <a:avLst/>
              <a:gdLst/>
              <a:ahLst/>
              <a:cxnLst/>
              <a:rect l="l" t="t" r="r" b="b"/>
              <a:pathLst>
                <a:path w="443230" h="40004">
                  <a:moveTo>
                    <a:pt x="0" y="0"/>
                  </a:moveTo>
                  <a:lnTo>
                    <a:pt x="0" y="39422"/>
                  </a:lnTo>
                  <a:lnTo>
                    <a:pt x="443180" y="39422"/>
                  </a:lnTo>
                  <a:lnTo>
                    <a:pt x="443180" y="24575"/>
                  </a:lnTo>
                  <a:lnTo>
                    <a:pt x="390918" y="26848"/>
                  </a:lnTo>
                  <a:lnTo>
                    <a:pt x="338319" y="27563"/>
                  </a:lnTo>
                  <a:lnTo>
                    <a:pt x="285547" y="27324"/>
                  </a:lnTo>
                  <a:lnTo>
                    <a:pt x="232770" y="26737"/>
                  </a:lnTo>
                  <a:lnTo>
                    <a:pt x="180151" y="26407"/>
                  </a:lnTo>
                  <a:lnTo>
                    <a:pt x="134265" y="24301"/>
                  </a:lnTo>
                  <a:lnTo>
                    <a:pt x="87947" y="19627"/>
                  </a:lnTo>
                  <a:lnTo>
                    <a:pt x="42693" y="117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 descr=""/>
            <p:cNvSpPr/>
            <p:nvPr/>
          </p:nvSpPr>
          <p:spPr>
            <a:xfrm>
              <a:off x="15604603" y="9973141"/>
              <a:ext cx="481965" cy="41910"/>
            </a:xfrm>
            <a:custGeom>
              <a:avLst/>
              <a:gdLst/>
              <a:ahLst/>
              <a:cxnLst/>
              <a:rect l="l" t="t" r="r" b="b"/>
              <a:pathLst>
                <a:path w="481965" h="41909">
                  <a:moveTo>
                    <a:pt x="481681" y="0"/>
                  </a:moveTo>
                  <a:lnTo>
                    <a:pt x="0" y="0"/>
                  </a:lnTo>
                  <a:lnTo>
                    <a:pt x="0" y="41454"/>
                  </a:lnTo>
                  <a:lnTo>
                    <a:pt x="481681" y="41454"/>
                  </a:lnTo>
                  <a:lnTo>
                    <a:pt x="481681" y="0"/>
                  </a:lnTo>
                  <a:close/>
                </a:path>
              </a:pathLst>
            </a:custGeom>
            <a:solidFill>
              <a:srgbClr val="D7D7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 descr=""/>
            <p:cNvSpPr/>
            <p:nvPr/>
          </p:nvSpPr>
          <p:spPr>
            <a:xfrm>
              <a:off x="15604593" y="9975170"/>
              <a:ext cx="481965" cy="40005"/>
            </a:xfrm>
            <a:custGeom>
              <a:avLst/>
              <a:gdLst/>
              <a:ahLst/>
              <a:cxnLst/>
              <a:rect l="l" t="t" r="r" b="b"/>
              <a:pathLst>
                <a:path w="481965" h="40004">
                  <a:moveTo>
                    <a:pt x="0" y="0"/>
                  </a:moveTo>
                  <a:lnTo>
                    <a:pt x="0" y="39422"/>
                  </a:lnTo>
                  <a:lnTo>
                    <a:pt x="481681" y="39422"/>
                  </a:lnTo>
                  <a:lnTo>
                    <a:pt x="481681" y="24575"/>
                  </a:lnTo>
                  <a:lnTo>
                    <a:pt x="434379" y="26594"/>
                  </a:lnTo>
                  <a:lnTo>
                    <a:pt x="386800" y="27460"/>
                  </a:lnTo>
                  <a:lnTo>
                    <a:pt x="339049" y="27525"/>
                  </a:lnTo>
                  <a:lnTo>
                    <a:pt x="243448" y="26648"/>
                  </a:lnTo>
                  <a:lnTo>
                    <a:pt x="195805" y="26407"/>
                  </a:lnTo>
                  <a:lnTo>
                    <a:pt x="145936" y="24301"/>
                  </a:lnTo>
                  <a:lnTo>
                    <a:pt x="95593" y="19627"/>
                  </a:lnTo>
                  <a:lnTo>
                    <a:pt x="46405" y="117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 descr=""/>
            <p:cNvSpPr/>
            <p:nvPr/>
          </p:nvSpPr>
          <p:spPr>
            <a:xfrm>
              <a:off x="15586279" y="10014784"/>
              <a:ext cx="514350" cy="41910"/>
            </a:xfrm>
            <a:custGeom>
              <a:avLst/>
              <a:gdLst/>
              <a:ahLst/>
              <a:cxnLst/>
              <a:rect l="l" t="t" r="r" b="b"/>
              <a:pathLst>
                <a:path w="514350" h="41909">
                  <a:moveTo>
                    <a:pt x="514204" y="0"/>
                  </a:moveTo>
                  <a:lnTo>
                    <a:pt x="0" y="0"/>
                  </a:lnTo>
                  <a:lnTo>
                    <a:pt x="0" y="41454"/>
                  </a:lnTo>
                  <a:lnTo>
                    <a:pt x="514204" y="41454"/>
                  </a:lnTo>
                  <a:lnTo>
                    <a:pt x="514204" y="0"/>
                  </a:lnTo>
                  <a:close/>
                </a:path>
              </a:pathLst>
            </a:custGeom>
            <a:solidFill>
              <a:srgbClr val="D7D7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 descr=""/>
            <p:cNvSpPr/>
            <p:nvPr/>
          </p:nvSpPr>
          <p:spPr>
            <a:xfrm>
              <a:off x="15586269" y="10016814"/>
              <a:ext cx="514350" cy="40005"/>
            </a:xfrm>
            <a:custGeom>
              <a:avLst/>
              <a:gdLst/>
              <a:ahLst/>
              <a:cxnLst/>
              <a:rect l="l" t="t" r="r" b="b"/>
              <a:pathLst>
                <a:path w="514350" h="40004">
                  <a:moveTo>
                    <a:pt x="0" y="0"/>
                  </a:moveTo>
                  <a:lnTo>
                    <a:pt x="0" y="39422"/>
                  </a:lnTo>
                  <a:lnTo>
                    <a:pt x="514214" y="39422"/>
                  </a:lnTo>
                  <a:lnTo>
                    <a:pt x="514214" y="24575"/>
                  </a:lnTo>
                  <a:lnTo>
                    <a:pt x="463717" y="26594"/>
                  </a:lnTo>
                  <a:lnTo>
                    <a:pt x="412924" y="27460"/>
                  </a:lnTo>
                  <a:lnTo>
                    <a:pt x="361948" y="27525"/>
                  </a:lnTo>
                  <a:lnTo>
                    <a:pt x="259889" y="26648"/>
                  </a:lnTo>
                  <a:lnTo>
                    <a:pt x="209030" y="26407"/>
                  </a:lnTo>
                  <a:lnTo>
                    <a:pt x="155790" y="24301"/>
                  </a:lnTo>
                  <a:lnTo>
                    <a:pt x="102049" y="19627"/>
                  </a:lnTo>
                  <a:lnTo>
                    <a:pt x="49541" y="117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88" name="object 188" descr="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5566158" y="9730163"/>
              <a:ext cx="99196" cy="326017"/>
            </a:xfrm>
            <a:prstGeom prst="rect">
              <a:avLst/>
            </a:prstGeom>
          </p:spPr>
        </p:pic>
        <p:pic>
          <p:nvPicPr>
            <p:cNvPr id="189" name="object 189" descr="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6020248" y="9729886"/>
              <a:ext cx="105304" cy="326017"/>
            </a:xfrm>
            <a:prstGeom prst="rect">
              <a:avLst/>
            </a:prstGeom>
          </p:spPr>
        </p:pic>
      </p:grpSp>
      <p:grpSp>
        <p:nvGrpSpPr>
          <p:cNvPr id="190" name="object 190" descr=""/>
          <p:cNvGrpSpPr/>
          <p:nvPr/>
        </p:nvGrpSpPr>
        <p:grpSpPr>
          <a:xfrm>
            <a:off x="14916329" y="8975672"/>
            <a:ext cx="1847850" cy="419100"/>
            <a:chOff x="14916329" y="8975672"/>
            <a:chExt cx="1847850" cy="419100"/>
          </a:xfrm>
        </p:grpSpPr>
        <p:sp>
          <p:nvSpPr>
            <p:cNvPr id="191" name="object 191" descr=""/>
            <p:cNvSpPr/>
            <p:nvPr/>
          </p:nvSpPr>
          <p:spPr>
            <a:xfrm>
              <a:off x="14938720" y="8975672"/>
              <a:ext cx="1815464" cy="419100"/>
            </a:xfrm>
            <a:custGeom>
              <a:avLst/>
              <a:gdLst/>
              <a:ahLst/>
              <a:cxnLst/>
              <a:rect l="l" t="t" r="r" b="b"/>
              <a:pathLst>
                <a:path w="1815465" h="419100">
                  <a:moveTo>
                    <a:pt x="1350178" y="0"/>
                  </a:moveTo>
                  <a:lnTo>
                    <a:pt x="499921" y="10722"/>
                  </a:lnTo>
                  <a:lnTo>
                    <a:pt x="24051" y="145828"/>
                  </a:lnTo>
                  <a:lnTo>
                    <a:pt x="0" y="152518"/>
                  </a:lnTo>
                  <a:lnTo>
                    <a:pt x="494717" y="418856"/>
                  </a:lnTo>
                  <a:lnTo>
                    <a:pt x="1343131" y="415987"/>
                  </a:lnTo>
                  <a:lnTo>
                    <a:pt x="1815379" y="147827"/>
                  </a:lnTo>
                  <a:lnTo>
                    <a:pt x="1741601" y="125064"/>
                  </a:lnTo>
                  <a:lnTo>
                    <a:pt x="1350178" y="0"/>
                  </a:lnTo>
                  <a:close/>
                </a:path>
              </a:pathLst>
            </a:custGeom>
            <a:solidFill>
              <a:srgbClr val="EA921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 descr=""/>
            <p:cNvSpPr/>
            <p:nvPr/>
          </p:nvSpPr>
          <p:spPr>
            <a:xfrm>
              <a:off x="14938720" y="9035262"/>
              <a:ext cx="1815464" cy="359410"/>
            </a:xfrm>
            <a:custGeom>
              <a:avLst/>
              <a:gdLst/>
              <a:ahLst/>
              <a:cxnLst/>
              <a:rect l="l" t="t" r="r" b="b"/>
              <a:pathLst>
                <a:path w="1815465" h="359409">
                  <a:moveTo>
                    <a:pt x="327812" y="0"/>
                  </a:moveTo>
                  <a:lnTo>
                    <a:pt x="24051" y="86238"/>
                  </a:lnTo>
                  <a:lnTo>
                    <a:pt x="25119" y="84688"/>
                  </a:lnTo>
                  <a:lnTo>
                    <a:pt x="1706" y="92573"/>
                  </a:lnTo>
                  <a:lnTo>
                    <a:pt x="0" y="92929"/>
                  </a:lnTo>
                  <a:lnTo>
                    <a:pt x="494717" y="359266"/>
                  </a:lnTo>
                  <a:lnTo>
                    <a:pt x="1343131" y="356397"/>
                  </a:lnTo>
                  <a:lnTo>
                    <a:pt x="1815379" y="88238"/>
                  </a:lnTo>
                  <a:lnTo>
                    <a:pt x="1741601" y="65474"/>
                  </a:lnTo>
                  <a:lnTo>
                    <a:pt x="1693821" y="73095"/>
                  </a:lnTo>
                  <a:lnTo>
                    <a:pt x="1645963" y="80109"/>
                  </a:lnTo>
                  <a:lnTo>
                    <a:pt x="1598029" y="86506"/>
                  </a:lnTo>
                  <a:lnTo>
                    <a:pt x="1550023" y="92275"/>
                  </a:lnTo>
                  <a:lnTo>
                    <a:pt x="1501947" y="97405"/>
                  </a:lnTo>
                  <a:lnTo>
                    <a:pt x="1453804" y="101884"/>
                  </a:lnTo>
                  <a:lnTo>
                    <a:pt x="1405597" y="105701"/>
                  </a:lnTo>
                  <a:lnTo>
                    <a:pt x="1357330" y="108844"/>
                  </a:lnTo>
                  <a:lnTo>
                    <a:pt x="1268747" y="112846"/>
                  </a:lnTo>
                  <a:lnTo>
                    <a:pt x="1219150" y="114060"/>
                  </a:lnTo>
                  <a:lnTo>
                    <a:pt x="1169498" y="114527"/>
                  </a:lnTo>
                  <a:lnTo>
                    <a:pt x="1119794" y="114236"/>
                  </a:lnTo>
                  <a:lnTo>
                    <a:pt x="1070041" y="113174"/>
                  </a:lnTo>
                  <a:lnTo>
                    <a:pt x="1020243" y="111331"/>
                  </a:lnTo>
                  <a:lnTo>
                    <a:pt x="970404" y="108694"/>
                  </a:lnTo>
                  <a:lnTo>
                    <a:pt x="920526" y="105253"/>
                  </a:lnTo>
                  <a:lnTo>
                    <a:pt x="863462" y="100306"/>
                  </a:lnTo>
                  <a:lnTo>
                    <a:pt x="761907" y="89114"/>
                  </a:lnTo>
                  <a:lnTo>
                    <a:pt x="713864" y="82323"/>
                  </a:lnTo>
                  <a:lnTo>
                    <a:pt x="665371" y="74411"/>
                  </a:lnTo>
                  <a:lnTo>
                    <a:pt x="616600" y="65524"/>
                  </a:lnTo>
                  <a:lnTo>
                    <a:pt x="567724" y="55811"/>
                  </a:lnTo>
                  <a:lnTo>
                    <a:pt x="518916" y="45418"/>
                  </a:lnTo>
                  <a:lnTo>
                    <a:pt x="470348" y="34492"/>
                  </a:lnTo>
                  <a:lnTo>
                    <a:pt x="422192" y="23183"/>
                  </a:lnTo>
                  <a:lnTo>
                    <a:pt x="374623" y="11636"/>
                  </a:lnTo>
                  <a:lnTo>
                    <a:pt x="327812" y="0"/>
                  </a:lnTo>
                  <a:close/>
                </a:path>
              </a:pathLst>
            </a:custGeom>
            <a:solidFill>
              <a:srgbClr val="000000">
                <a:alpha val="5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 descr=""/>
            <p:cNvSpPr/>
            <p:nvPr/>
          </p:nvSpPr>
          <p:spPr>
            <a:xfrm>
              <a:off x="14938731" y="9123427"/>
              <a:ext cx="1815464" cy="271145"/>
            </a:xfrm>
            <a:custGeom>
              <a:avLst/>
              <a:gdLst/>
              <a:ahLst/>
              <a:cxnLst/>
              <a:rect l="l" t="t" r="r" b="b"/>
              <a:pathLst>
                <a:path w="1815465" h="271145">
                  <a:moveTo>
                    <a:pt x="1815379" y="62"/>
                  </a:moveTo>
                  <a:lnTo>
                    <a:pt x="1815086" y="0"/>
                  </a:lnTo>
                  <a:lnTo>
                    <a:pt x="1802634" y="4634"/>
                  </a:lnTo>
                  <a:lnTo>
                    <a:pt x="1789831" y="8227"/>
                  </a:lnTo>
                  <a:lnTo>
                    <a:pt x="1752306" y="16379"/>
                  </a:lnTo>
                  <a:lnTo>
                    <a:pt x="1697329" y="25417"/>
                  </a:lnTo>
                  <a:lnTo>
                    <a:pt x="1623027" y="34857"/>
                  </a:lnTo>
                  <a:lnTo>
                    <a:pt x="1578043" y="39578"/>
                  </a:lnTo>
                  <a:lnTo>
                    <a:pt x="1527526" y="44218"/>
                  </a:lnTo>
                  <a:lnTo>
                    <a:pt x="1471240" y="48718"/>
                  </a:lnTo>
                  <a:lnTo>
                    <a:pt x="1408953" y="53016"/>
                  </a:lnTo>
                  <a:lnTo>
                    <a:pt x="1340428" y="57053"/>
                  </a:lnTo>
                  <a:lnTo>
                    <a:pt x="1265434" y="60768"/>
                  </a:lnTo>
                  <a:lnTo>
                    <a:pt x="1183735" y="64101"/>
                  </a:lnTo>
                  <a:lnTo>
                    <a:pt x="1095096" y="66991"/>
                  </a:lnTo>
                  <a:lnTo>
                    <a:pt x="999285" y="69378"/>
                  </a:lnTo>
                  <a:lnTo>
                    <a:pt x="896066" y="71202"/>
                  </a:lnTo>
                  <a:lnTo>
                    <a:pt x="800035" y="72051"/>
                  </a:lnTo>
                  <a:lnTo>
                    <a:pt x="710430" y="71846"/>
                  </a:lnTo>
                  <a:lnTo>
                    <a:pt x="627070" y="70682"/>
                  </a:lnTo>
                  <a:lnTo>
                    <a:pt x="549771" y="68657"/>
                  </a:lnTo>
                  <a:lnTo>
                    <a:pt x="478351" y="65869"/>
                  </a:lnTo>
                  <a:lnTo>
                    <a:pt x="412627" y="62415"/>
                  </a:lnTo>
                  <a:lnTo>
                    <a:pt x="352417" y="58391"/>
                  </a:lnTo>
                  <a:lnTo>
                    <a:pt x="297537" y="53895"/>
                  </a:lnTo>
                  <a:lnTo>
                    <a:pt x="247805" y="49025"/>
                  </a:lnTo>
                  <a:lnTo>
                    <a:pt x="203038" y="43878"/>
                  </a:lnTo>
                  <a:lnTo>
                    <a:pt x="163054" y="38551"/>
                  </a:lnTo>
                  <a:lnTo>
                    <a:pt x="96702" y="27747"/>
                  </a:lnTo>
                  <a:lnTo>
                    <a:pt x="47288" y="17390"/>
                  </a:lnTo>
                  <a:lnTo>
                    <a:pt x="1706" y="4397"/>
                  </a:lnTo>
                  <a:lnTo>
                    <a:pt x="0" y="4753"/>
                  </a:lnTo>
                  <a:lnTo>
                    <a:pt x="494717" y="271091"/>
                  </a:lnTo>
                  <a:lnTo>
                    <a:pt x="1343131" y="268222"/>
                  </a:lnTo>
                  <a:lnTo>
                    <a:pt x="1815379" y="62"/>
                  </a:lnTo>
                  <a:close/>
                </a:path>
              </a:pathLst>
            </a:custGeom>
            <a:solidFill>
              <a:srgbClr val="D273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 descr=""/>
            <p:cNvSpPr/>
            <p:nvPr/>
          </p:nvSpPr>
          <p:spPr>
            <a:xfrm>
              <a:off x="15139505" y="9167031"/>
              <a:ext cx="449580" cy="227329"/>
            </a:xfrm>
            <a:custGeom>
              <a:avLst/>
              <a:gdLst/>
              <a:ahLst/>
              <a:cxnLst/>
              <a:rect l="l" t="t" r="r" b="b"/>
              <a:pathLst>
                <a:path w="449580" h="227329">
                  <a:moveTo>
                    <a:pt x="175234" y="16548"/>
                  </a:moveTo>
                  <a:lnTo>
                    <a:pt x="175094" y="16459"/>
                  </a:lnTo>
                  <a:lnTo>
                    <a:pt x="175234" y="16548"/>
                  </a:lnTo>
                  <a:close/>
                </a:path>
                <a:path w="449580" h="227329">
                  <a:moveTo>
                    <a:pt x="379120" y="227203"/>
                  </a:moveTo>
                  <a:lnTo>
                    <a:pt x="332549" y="197421"/>
                  </a:lnTo>
                  <a:lnTo>
                    <a:pt x="285661" y="168173"/>
                  </a:lnTo>
                  <a:lnTo>
                    <a:pt x="191262" y="110744"/>
                  </a:lnTo>
                  <a:lnTo>
                    <a:pt x="143776" y="82499"/>
                  </a:lnTo>
                  <a:lnTo>
                    <a:pt x="48221" y="27000"/>
                  </a:lnTo>
                  <a:lnTo>
                    <a:pt x="0" y="0"/>
                  </a:lnTo>
                  <a:lnTo>
                    <a:pt x="46545" y="29781"/>
                  </a:lnTo>
                  <a:lnTo>
                    <a:pt x="93433" y="59029"/>
                  </a:lnTo>
                  <a:lnTo>
                    <a:pt x="187845" y="116446"/>
                  </a:lnTo>
                  <a:lnTo>
                    <a:pt x="235331" y="144703"/>
                  </a:lnTo>
                  <a:lnTo>
                    <a:pt x="330898" y="200190"/>
                  </a:lnTo>
                  <a:lnTo>
                    <a:pt x="379120" y="227203"/>
                  </a:lnTo>
                  <a:close/>
                </a:path>
                <a:path w="449580" h="227329">
                  <a:moveTo>
                    <a:pt x="449453" y="226961"/>
                  </a:moveTo>
                  <a:lnTo>
                    <a:pt x="416153" y="199351"/>
                  </a:lnTo>
                  <a:lnTo>
                    <a:pt x="373989" y="165544"/>
                  </a:lnTo>
                  <a:lnTo>
                    <a:pt x="314312" y="119075"/>
                  </a:lnTo>
                  <a:lnTo>
                    <a:pt x="279908" y="92900"/>
                  </a:lnTo>
                  <a:lnTo>
                    <a:pt x="227888" y="54190"/>
                  </a:lnTo>
                  <a:lnTo>
                    <a:pt x="192798" y="28905"/>
                  </a:lnTo>
                  <a:lnTo>
                    <a:pt x="175234" y="16548"/>
                  </a:lnTo>
                  <a:lnTo>
                    <a:pt x="191719" y="30314"/>
                  </a:lnTo>
                  <a:lnTo>
                    <a:pt x="225221" y="57658"/>
                  </a:lnTo>
                  <a:lnTo>
                    <a:pt x="276072" y="97891"/>
                  </a:lnTo>
                  <a:lnTo>
                    <a:pt x="310248" y="124345"/>
                  </a:lnTo>
                  <a:lnTo>
                    <a:pt x="344652" y="150520"/>
                  </a:lnTo>
                  <a:lnTo>
                    <a:pt x="396684" y="189230"/>
                  </a:lnTo>
                  <a:lnTo>
                    <a:pt x="431761" y="214515"/>
                  </a:lnTo>
                  <a:lnTo>
                    <a:pt x="449453" y="226961"/>
                  </a:lnTo>
                  <a:close/>
                </a:path>
              </a:pathLst>
            </a:custGeom>
            <a:solidFill>
              <a:srgbClr val="B55E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95" name="object 195" descr="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5492615" y="9192209"/>
              <a:ext cx="220611" cy="201575"/>
            </a:xfrm>
            <a:prstGeom prst="rect">
              <a:avLst/>
            </a:prstGeom>
          </p:spPr>
        </p:pic>
        <p:sp>
          <p:nvSpPr>
            <p:cNvPr id="196" name="object 196" descr=""/>
            <p:cNvSpPr/>
            <p:nvPr/>
          </p:nvSpPr>
          <p:spPr>
            <a:xfrm>
              <a:off x="15763888" y="9191745"/>
              <a:ext cx="220345" cy="201930"/>
            </a:xfrm>
            <a:custGeom>
              <a:avLst/>
              <a:gdLst/>
              <a:ahLst/>
              <a:cxnLst/>
              <a:rect l="l" t="t" r="r" b="b"/>
              <a:pathLst>
                <a:path w="220344" h="201929">
                  <a:moveTo>
                    <a:pt x="26263" y="201574"/>
                  </a:moveTo>
                  <a:lnTo>
                    <a:pt x="21475" y="143459"/>
                  </a:lnTo>
                  <a:lnTo>
                    <a:pt x="16433" y="102146"/>
                  </a:lnTo>
                  <a:lnTo>
                    <a:pt x="10541" y="60960"/>
                  </a:lnTo>
                  <a:lnTo>
                    <a:pt x="0" y="3594"/>
                  </a:lnTo>
                  <a:lnTo>
                    <a:pt x="723" y="16090"/>
                  </a:lnTo>
                  <a:lnTo>
                    <a:pt x="4775" y="61734"/>
                  </a:lnTo>
                  <a:lnTo>
                    <a:pt x="9829" y="103022"/>
                  </a:lnTo>
                  <a:lnTo>
                    <a:pt x="15735" y="144221"/>
                  </a:lnTo>
                  <a:lnTo>
                    <a:pt x="26263" y="201574"/>
                  </a:lnTo>
                  <a:close/>
                </a:path>
                <a:path w="220344" h="201929">
                  <a:moveTo>
                    <a:pt x="103949" y="60490"/>
                  </a:moveTo>
                  <a:lnTo>
                    <a:pt x="103365" y="27317"/>
                  </a:lnTo>
                  <a:lnTo>
                    <a:pt x="102247" y="2425"/>
                  </a:lnTo>
                  <a:lnTo>
                    <a:pt x="100114" y="27254"/>
                  </a:lnTo>
                  <a:lnTo>
                    <a:pt x="98158" y="60375"/>
                  </a:lnTo>
                  <a:lnTo>
                    <a:pt x="96875" y="101815"/>
                  </a:lnTo>
                  <a:lnTo>
                    <a:pt x="96443" y="143256"/>
                  </a:lnTo>
                  <a:lnTo>
                    <a:pt x="97040" y="176441"/>
                  </a:lnTo>
                  <a:lnTo>
                    <a:pt x="98158" y="201333"/>
                  </a:lnTo>
                  <a:lnTo>
                    <a:pt x="100304" y="176504"/>
                  </a:lnTo>
                  <a:lnTo>
                    <a:pt x="102260" y="143383"/>
                  </a:lnTo>
                  <a:lnTo>
                    <a:pt x="103530" y="101955"/>
                  </a:lnTo>
                  <a:lnTo>
                    <a:pt x="103949" y="60490"/>
                  </a:lnTo>
                  <a:close/>
                </a:path>
                <a:path w="220344" h="201929">
                  <a:moveTo>
                    <a:pt x="220230" y="0"/>
                  </a:moveTo>
                  <a:lnTo>
                    <a:pt x="209067" y="58229"/>
                  </a:lnTo>
                  <a:lnTo>
                    <a:pt x="202717" y="100037"/>
                  </a:lnTo>
                  <a:lnTo>
                    <a:pt x="197205" y="141986"/>
                  </a:lnTo>
                  <a:lnTo>
                    <a:pt x="191795" y="201028"/>
                  </a:lnTo>
                  <a:lnTo>
                    <a:pt x="196964" y="176123"/>
                  </a:lnTo>
                  <a:lnTo>
                    <a:pt x="209308" y="100990"/>
                  </a:lnTo>
                  <a:lnTo>
                    <a:pt x="214807" y="59042"/>
                  </a:lnTo>
                  <a:lnTo>
                    <a:pt x="220230" y="0"/>
                  </a:lnTo>
                  <a:close/>
                </a:path>
              </a:pathLst>
            </a:custGeom>
            <a:solidFill>
              <a:srgbClr val="B55E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97" name="object 197" descr="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6029555" y="9188121"/>
              <a:ext cx="76940" cy="204370"/>
            </a:xfrm>
            <a:prstGeom prst="rect">
              <a:avLst/>
            </a:prstGeom>
          </p:spPr>
        </p:pic>
        <p:pic>
          <p:nvPicPr>
            <p:cNvPr id="198" name="object 198" descr="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6129151" y="9174618"/>
              <a:ext cx="246214" cy="217543"/>
            </a:xfrm>
            <a:prstGeom prst="rect">
              <a:avLst/>
            </a:prstGeom>
          </p:spPr>
        </p:pic>
        <p:sp>
          <p:nvSpPr>
            <p:cNvPr id="199" name="object 199" descr=""/>
            <p:cNvSpPr/>
            <p:nvPr/>
          </p:nvSpPr>
          <p:spPr>
            <a:xfrm>
              <a:off x="16269473" y="9162047"/>
              <a:ext cx="257175" cy="229870"/>
            </a:xfrm>
            <a:custGeom>
              <a:avLst/>
              <a:gdLst/>
              <a:ahLst/>
              <a:cxnLst/>
              <a:rect l="l" t="t" r="r" b="b"/>
              <a:pathLst>
                <a:path w="257175" h="229870">
                  <a:moveTo>
                    <a:pt x="256829" y="0"/>
                  </a:moveTo>
                  <a:lnTo>
                    <a:pt x="223650" y="27503"/>
                  </a:lnTo>
                  <a:lnTo>
                    <a:pt x="190894" y="55485"/>
                  </a:lnTo>
                  <a:lnTo>
                    <a:pt x="126195" y="112342"/>
                  </a:lnTo>
                  <a:lnTo>
                    <a:pt x="94206" y="141178"/>
                  </a:lnTo>
                  <a:lnTo>
                    <a:pt x="31018" y="199733"/>
                  </a:lnTo>
                  <a:lnTo>
                    <a:pt x="0" y="229647"/>
                  </a:lnTo>
                  <a:lnTo>
                    <a:pt x="33183" y="202153"/>
                  </a:lnTo>
                  <a:lnTo>
                    <a:pt x="65935" y="174172"/>
                  </a:lnTo>
                  <a:lnTo>
                    <a:pt x="130634" y="117305"/>
                  </a:lnTo>
                  <a:lnTo>
                    <a:pt x="162612" y="88458"/>
                  </a:lnTo>
                  <a:lnTo>
                    <a:pt x="225802" y="29908"/>
                  </a:lnTo>
                  <a:lnTo>
                    <a:pt x="256829" y="0"/>
                  </a:lnTo>
                  <a:close/>
                </a:path>
              </a:pathLst>
            </a:custGeom>
            <a:solidFill>
              <a:srgbClr val="B55E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 descr=""/>
            <p:cNvSpPr/>
            <p:nvPr/>
          </p:nvSpPr>
          <p:spPr>
            <a:xfrm>
              <a:off x="15143218" y="9238268"/>
              <a:ext cx="1268730" cy="156845"/>
            </a:xfrm>
            <a:custGeom>
              <a:avLst/>
              <a:gdLst/>
              <a:ahLst/>
              <a:cxnLst/>
              <a:rect l="l" t="t" r="r" b="b"/>
              <a:pathLst>
                <a:path w="1268730" h="156845">
                  <a:moveTo>
                    <a:pt x="0" y="0"/>
                  </a:moveTo>
                  <a:lnTo>
                    <a:pt x="290221" y="156246"/>
                  </a:lnTo>
                  <a:lnTo>
                    <a:pt x="1138635" y="153387"/>
                  </a:lnTo>
                  <a:lnTo>
                    <a:pt x="1268463" y="79662"/>
                  </a:lnTo>
                  <a:lnTo>
                    <a:pt x="1218717" y="82647"/>
                  </a:lnTo>
                  <a:lnTo>
                    <a:pt x="1169011" y="85300"/>
                  </a:lnTo>
                  <a:lnTo>
                    <a:pt x="920285" y="96933"/>
                  </a:lnTo>
                  <a:lnTo>
                    <a:pt x="870337" y="99604"/>
                  </a:lnTo>
                  <a:lnTo>
                    <a:pt x="820268" y="102614"/>
                  </a:lnTo>
                  <a:lnTo>
                    <a:pt x="767891" y="105152"/>
                  </a:lnTo>
                  <a:lnTo>
                    <a:pt x="715674" y="106213"/>
                  </a:lnTo>
                  <a:lnTo>
                    <a:pt x="663613" y="105859"/>
                  </a:lnTo>
                  <a:lnTo>
                    <a:pt x="611707" y="104149"/>
                  </a:lnTo>
                  <a:lnTo>
                    <a:pt x="559953" y="101144"/>
                  </a:lnTo>
                  <a:lnTo>
                    <a:pt x="508349" y="96906"/>
                  </a:lnTo>
                  <a:lnTo>
                    <a:pt x="456891" y="91494"/>
                  </a:lnTo>
                  <a:lnTo>
                    <a:pt x="405579" y="84969"/>
                  </a:lnTo>
                  <a:lnTo>
                    <a:pt x="354409" y="77393"/>
                  </a:lnTo>
                  <a:lnTo>
                    <a:pt x="303378" y="68825"/>
                  </a:lnTo>
                  <a:lnTo>
                    <a:pt x="252486" y="59327"/>
                  </a:lnTo>
                  <a:lnTo>
                    <a:pt x="201728" y="48959"/>
                  </a:lnTo>
                  <a:lnTo>
                    <a:pt x="151103" y="37781"/>
                  </a:lnTo>
                  <a:lnTo>
                    <a:pt x="100608" y="25855"/>
                  </a:lnTo>
                  <a:lnTo>
                    <a:pt x="50241" y="132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 descr=""/>
            <p:cNvSpPr/>
            <p:nvPr/>
          </p:nvSpPr>
          <p:spPr>
            <a:xfrm>
              <a:off x="15943497" y="9009951"/>
              <a:ext cx="386715" cy="71120"/>
            </a:xfrm>
            <a:custGeom>
              <a:avLst/>
              <a:gdLst/>
              <a:ahLst/>
              <a:cxnLst/>
              <a:rect l="l" t="t" r="r" b="b"/>
              <a:pathLst>
                <a:path w="386715" h="71120">
                  <a:moveTo>
                    <a:pt x="193229" y="0"/>
                  </a:moveTo>
                  <a:lnTo>
                    <a:pt x="118015" y="2793"/>
                  </a:lnTo>
                  <a:lnTo>
                    <a:pt x="56595" y="10410"/>
                  </a:lnTo>
                  <a:lnTo>
                    <a:pt x="15184" y="21707"/>
                  </a:lnTo>
                  <a:lnTo>
                    <a:pt x="0" y="35538"/>
                  </a:lnTo>
                  <a:lnTo>
                    <a:pt x="15184" y="49369"/>
                  </a:lnTo>
                  <a:lnTo>
                    <a:pt x="56595" y="60665"/>
                  </a:lnTo>
                  <a:lnTo>
                    <a:pt x="118015" y="68282"/>
                  </a:lnTo>
                  <a:lnTo>
                    <a:pt x="193229" y="71076"/>
                  </a:lnTo>
                  <a:lnTo>
                    <a:pt x="268437" y="68282"/>
                  </a:lnTo>
                  <a:lnTo>
                    <a:pt x="329855" y="60665"/>
                  </a:lnTo>
                  <a:lnTo>
                    <a:pt x="371264" y="49369"/>
                  </a:lnTo>
                  <a:lnTo>
                    <a:pt x="386448" y="35538"/>
                  </a:lnTo>
                  <a:lnTo>
                    <a:pt x="371264" y="21707"/>
                  </a:lnTo>
                  <a:lnTo>
                    <a:pt x="329855" y="10410"/>
                  </a:lnTo>
                  <a:lnTo>
                    <a:pt x="268437" y="2793"/>
                  </a:lnTo>
                  <a:lnTo>
                    <a:pt x="193229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 descr=""/>
            <p:cNvSpPr/>
            <p:nvPr/>
          </p:nvSpPr>
          <p:spPr>
            <a:xfrm>
              <a:off x="16730785" y="9018470"/>
              <a:ext cx="26670" cy="27305"/>
            </a:xfrm>
            <a:custGeom>
              <a:avLst/>
              <a:gdLst/>
              <a:ahLst/>
              <a:cxnLst/>
              <a:rect l="l" t="t" r="r" b="b"/>
              <a:pathLst>
                <a:path w="26669" h="27304">
                  <a:moveTo>
                    <a:pt x="20271" y="0"/>
                  </a:moveTo>
                  <a:lnTo>
                    <a:pt x="5842" y="0"/>
                  </a:lnTo>
                  <a:lnTo>
                    <a:pt x="0" y="6041"/>
                  </a:lnTo>
                  <a:lnTo>
                    <a:pt x="0" y="13507"/>
                  </a:lnTo>
                  <a:lnTo>
                    <a:pt x="0" y="20973"/>
                  </a:lnTo>
                  <a:lnTo>
                    <a:pt x="5842" y="27014"/>
                  </a:lnTo>
                  <a:lnTo>
                    <a:pt x="20271" y="27014"/>
                  </a:lnTo>
                  <a:lnTo>
                    <a:pt x="26114" y="20973"/>
                  </a:lnTo>
                  <a:lnTo>
                    <a:pt x="26114" y="6041"/>
                  </a:lnTo>
                  <a:lnTo>
                    <a:pt x="20271" y="0"/>
                  </a:lnTo>
                  <a:close/>
                </a:path>
              </a:pathLst>
            </a:custGeom>
            <a:solidFill>
              <a:srgbClr val="F5AE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 descr=""/>
            <p:cNvSpPr/>
            <p:nvPr/>
          </p:nvSpPr>
          <p:spPr>
            <a:xfrm>
              <a:off x="16730783" y="9022117"/>
              <a:ext cx="25400" cy="23495"/>
            </a:xfrm>
            <a:custGeom>
              <a:avLst/>
              <a:gdLst/>
              <a:ahLst/>
              <a:cxnLst/>
              <a:rect l="l" t="t" r="r" b="b"/>
              <a:pathLst>
                <a:path w="25400" h="23495">
                  <a:moveTo>
                    <a:pt x="4156" y="0"/>
                  </a:moveTo>
                  <a:lnTo>
                    <a:pt x="1602" y="2460"/>
                  </a:lnTo>
                  <a:lnTo>
                    <a:pt x="0" y="5968"/>
                  </a:lnTo>
                  <a:lnTo>
                    <a:pt x="0" y="17318"/>
                  </a:lnTo>
                  <a:lnTo>
                    <a:pt x="5853" y="23371"/>
                  </a:lnTo>
                  <a:lnTo>
                    <a:pt x="18774" y="23371"/>
                  </a:lnTo>
                  <a:lnTo>
                    <a:pt x="23611" y="19570"/>
                  </a:lnTo>
                  <a:lnTo>
                    <a:pt x="25381" y="14292"/>
                  </a:lnTo>
                  <a:lnTo>
                    <a:pt x="23046" y="16543"/>
                  </a:lnTo>
                  <a:lnTo>
                    <a:pt x="19926" y="17936"/>
                  </a:lnTo>
                  <a:lnTo>
                    <a:pt x="16481" y="17936"/>
                  </a:lnTo>
                  <a:lnTo>
                    <a:pt x="9266" y="17936"/>
                  </a:lnTo>
                  <a:lnTo>
                    <a:pt x="3423" y="11884"/>
                  </a:lnTo>
                  <a:lnTo>
                    <a:pt x="3423" y="2869"/>
                  </a:lnTo>
                  <a:lnTo>
                    <a:pt x="3685" y="1382"/>
                  </a:lnTo>
                  <a:lnTo>
                    <a:pt x="4156" y="0"/>
                  </a:lnTo>
                  <a:close/>
                </a:path>
              </a:pathLst>
            </a:custGeom>
            <a:solidFill>
              <a:srgbClr val="000000">
                <a:alpha val="5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 descr=""/>
            <p:cNvSpPr/>
            <p:nvPr/>
          </p:nvSpPr>
          <p:spPr>
            <a:xfrm>
              <a:off x="16739867" y="9020318"/>
              <a:ext cx="12700" cy="14604"/>
            </a:xfrm>
            <a:custGeom>
              <a:avLst/>
              <a:gdLst/>
              <a:ahLst/>
              <a:cxnLst/>
              <a:rect l="l" t="t" r="r" b="b"/>
              <a:pathLst>
                <a:path w="12700" h="14604">
                  <a:moveTo>
                    <a:pt x="4900" y="0"/>
                  </a:moveTo>
                  <a:lnTo>
                    <a:pt x="251" y="3099"/>
                  </a:lnTo>
                  <a:lnTo>
                    <a:pt x="0" y="6806"/>
                  </a:lnTo>
                  <a:lnTo>
                    <a:pt x="2010" y="9821"/>
                  </a:lnTo>
                  <a:lnTo>
                    <a:pt x="4020" y="12837"/>
                  </a:lnTo>
                  <a:lnTo>
                    <a:pt x="7539" y="14030"/>
                  </a:lnTo>
                  <a:lnTo>
                    <a:pt x="12188" y="10931"/>
                  </a:lnTo>
                  <a:lnTo>
                    <a:pt x="12439" y="7235"/>
                  </a:lnTo>
                  <a:lnTo>
                    <a:pt x="8418" y="1193"/>
                  </a:lnTo>
                  <a:lnTo>
                    <a:pt x="490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 descr=""/>
            <p:cNvSpPr/>
            <p:nvPr/>
          </p:nvSpPr>
          <p:spPr>
            <a:xfrm>
              <a:off x="16725011" y="9042265"/>
              <a:ext cx="39370" cy="85090"/>
            </a:xfrm>
            <a:custGeom>
              <a:avLst/>
              <a:gdLst/>
              <a:ahLst/>
              <a:cxnLst/>
              <a:rect l="l" t="t" r="r" b="b"/>
              <a:pathLst>
                <a:path w="39369" h="85090">
                  <a:moveTo>
                    <a:pt x="19507" y="0"/>
                  </a:moveTo>
                  <a:lnTo>
                    <a:pt x="14125" y="0"/>
                  </a:lnTo>
                  <a:lnTo>
                    <a:pt x="9245" y="2198"/>
                  </a:lnTo>
                  <a:lnTo>
                    <a:pt x="3738" y="7706"/>
                  </a:lnTo>
                  <a:lnTo>
                    <a:pt x="2167" y="10093"/>
                  </a:lnTo>
                  <a:lnTo>
                    <a:pt x="429" y="14858"/>
                  </a:lnTo>
                  <a:lnTo>
                    <a:pt x="0" y="17151"/>
                  </a:lnTo>
                  <a:lnTo>
                    <a:pt x="0" y="65045"/>
                  </a:lnTo>
                  <a:lnTo>
                    <a:pt x="1534" y="72649"/>
                  </a:lnTo>
                  <a:lnTo>
                    <a:pt x="5717" y="78852"/>
                  </a:lnTo>
                  <a:lnTo>
                    <a:pt x="11918" y="83031"/>
                  </a:lnTo>
                  <a:lnTo>
                    <a:pt x="19507" y="84562"/>
                  </a:lnTo>
                  <a:lnTo>
                    <a:pt x="27842" y="84562"/>
                  </a:lnTo>
                  <a:lnTo>
                    <a:pt x="34941" y="79369"/>
                  </a:lnTo>
                  <a:lnTo>
                    <a:pt x="38564" y="69851"/>
                  </a:lnTo>
                  <a:lnTo>
                    <a:pt x="39024" y="67505"/>
                  </a:lnTo>
                  <a:lnTo>
                    <a:pt x="39024" y="19517"/>
                  </a:lnTo>
                  <a:lnTo>
                    <a:pt x="37490" y="11922"/>
                  </a:lnTo>
                  <a:lnTo>
                    <a:pt x="33306" y="5718"/>
                  </a:lnTo>
                  <a:lnTo>
                    <a:pt x="27102" y="1534"/>
                  </a:lnTo>
                  <a:lnTo>
                    <a:pt x="19507" y="0"/>
                  </a:lnTo>
                  <a:close/>
                </a:path>
              </a:pathLst>
            </a:custGeom>
            <a:solidFill>
              <a:srgbClr val="F5AE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 descr=""/>
            <p:cNvSpPr/>
            <p:nvPr/>
          </p:nvSpPr>
          <p:spPr>
            <a:xfrm>
              <a:off x="16725008" y="9055022"/>
              <a:ext cx="38100" cy="72390"/>
            </a:xfrm>
            <a:custGeom>
              <a:avLst/>
              <a:gdLst/>
              <a:ahLst/>
              <a:cxnLst/>
              <a:rect l="l" t="t" r="r" b="b"/>
              <a:pathLst>
                <a:path w="38100" h="72390">
                  <a:moveTo>
                    <a:pt x="1204" y="0"/>
                  </a:moveTo>
                  <a:lnTo>
                    <a:pt x="439" y="2094"/>
                  </a:lnTo>
                  <a:lnTo>
                    <a:pt x="0" y="4397"/>
                  </a:lnTo>
                  <a:lnTo>
                    <a:pt x="0" y="52281"/>
                  </a:lnTo>
                  <a:lnTo>
                    <a:pt x="1534" y="59885"/>
                  </a:lnTo>
                  <a:lnTo>
                    <a:pt x="5718" y="66088"/>
                  </a:lnTo>
                  <a:lnTo>
                    <a:pt x="11922" y="70267"/>
                  </a:lnTo>
                  <a:lnTo>
                    <a:pt x="19517" y="71798"/>
                  </a:lnTo>
                  <a:lnTo>
                    <a:pt x="27842" y="71798"/>
                  </a:lnTo>
                  <a:lnTo>
                    <a:pt x="34941" y="66605"/>
                  </a:lnTo>
                  <a:lnTo>
                    <a:pt x="37747" y="59265"/>
                  </a:lnTo>
                  <a:lnTo>
                    <a:pt x="25716" y="51473"/>
                  </a:lnTo>
                  <a:lnTo>
                    <a:pt x="15584" y="38133"/>
                  </a:lnTo>
                  <a:lnTo>
                    <a:pt x="7398" y="20543"/>
                  </a:lnTo>
                  <a:lnTo>
                    <a:pt x="1204" y="0"/>
                  </a:lnTo>
                  <a:close/>
                </a:path>
              </a:pathLst>
            </a:custGeom>
            <a:solidFill>
              <a:srgbClr val="000000">
                <a:alpha val="5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 descr=""/>
            <p:cNvSpPr/>
            <p:nvPr/>
          </p:nvSpPr>
          <p:spPr>
            <a:xfrm>
              <a:off x="16751352" y="9056916"/>
              <a:ext cx="8255" cy="25400"/>
            </a:xfrm>
            <a:custGeom>
              <a:avLst/>
              <a:gdLst/>
              <a:ahLst/>
              <a:cxnLst/>
              <a:rect l="l" t="t" r="r" b="b"/>
              <a:pathLst>
                <a:path w="8255" h="25400">
                  <a:moveTo>
                    <a:pt x="6135" y="0"/>
                  </a:moveTo>
                  <a:lnTo>
                    <a:pt x="1769" y="0"/>
                  </a:lnTo>
                  <a:lnTo>
                    <a:pt x="0" y="5560"/>
                  </a:lnTo>
                  <a:lnTo>
                    <a:pt x="0" y="12418"/>
                  </a:lnTo>
                  <a:lnTo>
                    <a:pt x="0" y="19276"/>
                  </a:lnTo>
                  <a:lnTo>
                    <a:pt x="1769" y="24836"/>
                  </a:lnTo>
                  <a:lnTo>
                    <a:pt x="6135" y="24836"/>
                  </a:lnTo>
                  <a:lnTo>
                    <a:pt x="7915" y="19276"/>
                  </a:lnTo>
                  <a:lnTo>
                    <a:pt x="7915" y="5560"/>
                  </a:lnTo>
                  <a:lnTo>
                    <a:pt x="613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 descr=""/>
            <p:cNvSpPr/>
            <p:nvPr/>
          </p:nvSpPr>
          <p:spPr>
            <a:xfrm>
              <a:off x="14933553" y="9020784"/>
              <a:ext cx="26670" cy="27305"/>
            </a:xfrm>
            <a:custGeom>
              <a:avLst/>
              <a:gdLst/>
              <a:ahLst/>
              <a:cxnLst/>
              <a:rect l="l" t="t" r="r" b="b"/>
              <a:pathLst>
                <a:path w="26669" h="27304">
                  <a:moveTo>
                    <a:pt x="20271" y="0"/>
                  </a:moveTo>
                  <a:lnTo>
                    <a:pt x="5842" y="0"/>
                  </a:lnTo>
                  <a:lnTo>
                    <a:pt x="0" y="6041"/>
                  </a:lnTo>
                  <a:lnTo>
                    <a:pt x="0" y="13507"/>
                  </a:lnTo>
                  <a:lnTo>
                    <a:pt x="0" y="20973"/>
                  </a:lnTo>
                  <a:lnTo>
                    <a:pt x="5842" y="27014"/>
                  </a:lnTo>
                  <a:lnTo>
                    <a:pt x="20271" y="27014"/>
                  </a:lnTo>
                  <a:lnTo>
                    <a:pt x="26114" y="20973"/>
                  </a:lnTo>
                  <a:lnTo>
                    <a:pt x="26114" y="6041"/>
                  </a:lnTo>
                  <a:lnTo>
                    <a:pt x="20271" y="0"/>
                  </a:lnTo>
                  <a:close/>
                </a:path>
              </a:pathLst>
            </a:custGeom>
            <a:solidFill>
              <a:srgbClr val="F5AE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 descr=""/>
            <p:cNvSpPr/>
            <p:nvPr/>
          </p:nvSpPr>
          <p:spPr>
            <a:xfrm>
              <a:off x="14933549" y="9024431"/>
              <a:ext cx="25400" cy="23495"/>
            </a:xfrm>
            <a:custGeom>
              <a:avLst/>
              <a:gdLst/>
              <a:ahLst/>
              <a:cxnLst/>
              <a:rect l="l" t="t" r="r" b="b"/>
              <a:pathLst>
                <a:path w="25400" h="23495">
                  <a:moveTo>
                    <a:pt x="4156" y="0"/>
                  </a:moveTo>
                  <a:lnTo>
                    <a:pt x="1612" y="2460"/>
                  </a:lnTo>
                  <a:lnTo>
                    <a:pt x="0" y="5968"/>
                  </a:lnTo>
                  <a:lnTo>
                    <a:pt x="0" y="17318"/>
                  </a:lnTo>
                  <a:lnTo>
                    <a:pt x="5853" y="23371"/>
                  </a:lnTo>
                  <a:lnTo>
                    <a:pt x="18774" y="23371"/>
                  </a:lnTo>
                  <a:lnTo>
                    <a:pt x="23611" y="19570"/>
                  </a:lnTo>
                  <a:lnTo>
                    <a:pt x="25381" y="14292"/>
                  </a:lnTo>
                  <a:lnTo>
                    <a:pt x="23046" y="16543"/>
                  </a:lnTo>
                  <a:lnTo>
                    <a:pt x="19926" y="17936"/>
                  </a:lnTo>
                  <a:lnTo>
                    <a:pt x="16481" y="17936"/>
                  </a:lnTo>
                  <a:lnTo>
                    <a:pt x="9266" y="17936"/>
                  </a:lnTo>
                  <a:lnTo>
                    <a:pt x="3423" y="11884"/>
                  </a:lnTo>
                  <a:lnTo>
                    <a:pt x="3423" y="2869"/>
                  </a:lnTo>
                  <a:lnTo>
                    <a:pt x="3696" y="1382"/>
                  </a:lnTo>
                  <a:lnTo>
                    <a:pt x="4156" y="0"/>
                  </a:lnTo>
                  <a:close/>
                </a:path>
              </a:pathLst>
            </a:custGeom>
            <a:solidFill>
              <a:srgbClr val="000000">
                <a:alpha val="5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 descr=""/>
            <p:cNvSpPr/>
            <p:nvPr/>
          </p:nvSpPr>
          <p:spPr>
            <a:xfrm>
              <a:off x="14942634" y="9022632"/>
              <a:ext cx="12700" cy="14604"/>
            </a:xfrm>
            <a:custGeom>
              <a:avLst/>
              <a:gdLst/>
              <a:ahLst/>
              <a:cxnLst/>
              <a:rect l="l" t="t" r="r" b="b"/>
              <a:pathLst>
                <a:path w="12700" h="14604">
                  <a:moveTo>
                    <a:pt x="4900" y="0"/>
                  </a:moveTo>
                  <a:lnTo>
                    <a:pt x="251" y="3099"/>
                  </a:lnTo>
                  <a:lnTo>
                    <a:pt x="0" y="6806"/>
                  </a:lnTo>
                  <a:lnTo>
                    <a:pt x="2010" y="9821"/>
                  </a:lnTo>
                  <a:lnTo>
                    <a:pt x="4020" y="12837"/>
                  </a:lnTo>
                  <a:lnTo>
                    <a:pt x="7539" y="14030"/>
                  </a:lnTo>
                  <a:lnTo>
                    <a:pt x="12188" y="10931"/>
                  </a:lnTo>
                  <a:lnTo>
                    <a:pt x="12439" y="7235"/>
                  </a:lnTo>
                  <a:lnTo>
                    <a:pt x="8418" y="1193"/>
                  </a:lnTo>
                  <a:lnTo>
                    <a:pt x="490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 descr=""/>
            <p:cNvSpPr/>
            <p:nvPr/>
          </p:nvSpPr>
          <p:spPr>
            <a:xfrm>
              <a:off x="14927766" y="9044592"/>
              <a:ext cx="39370" cy="85090"/>
            </a:xfrm>
            <a:custGeom>
              <a:avLst/>
              <a:gdLst/>
              <a:ahLst/>
              <a:cxnLst/>
              <a:rect l="l" t="t" r="r" b="b"/>
              <a:pathLst>
                <a:path w="39369" h="85090">
                  <a:moveTo>
                    <a:pt x="21748" y="0"/>
                  </a:moveTo>
                  <a:lnTo>
                    <a:pt x="16952" y="0"/>
                  </a:lnTo>
                  <a:lnTo>
                    <a:pt x="14523" y="502"/>
                  </a:lnTo>
                  <a:lnTo>
                    <a:pt x="0" y="17140"/>
                  </a:lnTo>
                  <a:lnTo>
                    <a:pt x="0" y="69202"/>
                  </a:lnTo>
                  <a:lnTo>
                    <a:pt x="17831" y="84552"/>
                  </a:lnTo>
                  <a:lnTo>
                    <a:pt x="23056" y="84552"/>
                  </a:lnTo>
                  <a:lnTo>
                    <a:pt x="39045" y="67495"/>
                  </a:lnTo>
                  <a:lnTo>
                    <a:pt x="39045" y="19496"/>
                  </a:lnTo>
                  <a:lnTo>
                    <a:pt x="39045" y="10973"/>
                  </a:lnTo>
                  <a:lnTo>
                    <a:pt x="33538" y="3706"/>
                  </a:lnTo>
                  <a:lnTo>
                    <a:pt x="23894" y="376"/>
                  </a:lnTo>
                  <a:lnTo>
                    <a:pt x="21748" y="0"/>
                  </a:lnTo>
                  <a:close/>
                </a:path>
              </a:pathLst>
            </a:custGeom>
            <a:solidFill>
              <a:srgbClr val="F5AE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 descr=""/>
            <p:cNvSpPr/>
            <p:nvPr/>
          </p:nvSpPr>
          <p:spPr>
            <a:xfrm>
              <a:off x="14927767" y="9057337"/>
              <a:ext cx="38100" cy="72390"/>
            </a:xfrm>
            <a:custGeom>
              <a:avLst/>
              <a:gdLst/>
              <a:ahLst/>
              <a:cxnLst/>
              <a:rect l="l" t="t" r="r" b="b"/>
              <a:pathLst>
                <a:path w="38100" h="72390">
                  <a:moveTo>
                    <a:pt x="1225" y="0"/>
                  </a:moveTo>
                  <a:lnTo>
                    <a:pt x="450" y="2083"/>
                  </a:lnTo>
                  <a:lnTo>
                    <a:pt x="0" y="4397"/>
                  </a:lnTo>
                  <a:lnTo>
                    <a:pt x="0" y="56459"/>
                  </a:lnTo>
                  <a:lnTo>
                    <a:pt x="17831" y="71798"/>
                  </a:lnTo>
                  <a:lnTo>
                    <a:pt x="23056" y="71798"/>
                  </a:lnTo>
                  <a:lnTo>
                    <a:pt x="37758" y="59254"/>
                  </a:lnTo>
                  <a:lnTo>
                    <a:pt x="25722" y="51468"/>
                  </a:lnTo>
                  <a:lnTo>
                    <a:pt x="15592" y="38132"/>
                  </a:lnTo>
                  <a:lnTo>
                    <a:pt x="7411" y="20543"/>
                  </a:lnTo>
                  <a:lnTo>
                    <a:pt x="1225" y="0"/>
                  </a:lnTo>
                  <a:close/>
                </a:path>
              </a:pathLst>
            </a:custGeom>
            <a:solidFill>
              <a:srgbClr val="000000">
                <a:alpha val="5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 descr=""/>
            <p:cNvSpPr/>
            <p:nvPr/>
          </p:nvSpPr>
          <p:spPr>
            <a:xfrm>
              <a:off x="14954119" y="9059231"/>
              <a:ext cx="8255" cy="25400"/>
            </a:xfrm>
            <a:custGeom>
              <a:avLst/>
              <a:gdLst/>
              <a:ahLst/>
              <a:cxnLst/>
              <a:rect l="l" t="t" r="r" b="b"/>
              <a:pathLst>
                <a:path w="8255" h="25400">
                  <a:moveTo>
                    <a:pt x="6135" y="0"/>
                  </a:moveTo>
                  <a:lnTo>
                    <a:pt x="1769" y="0"/>
                  </a:lnTo>
                  <a:lnTo>
                    <a:pt x="0" y="5560"/>
                  </a:lnTo>
                  <a:lnTo>
                    <a:pt x="0" y="12418"/>
                  </a:lnTo>
                  <a:lnTo>
                    <a:pt x="0" y="19276"/>
                  </a:lnTo>
                  <a:lnTo>
                    <a:pt x="1769" y="24836"/>
                  </a:lnTo>
                  <a:lnTo>
                    <a:pt x="6135" y="24836"/>
                  </a:lnTo>
                  <a:lnTo>
                    <a:pt x="7915" y="19276"/>
                  </a:lnTo>
                  <a:lnTo>
                    <a:pt x="7915" y="5560"/>
                  </a:lnTo>
                  <a:lnTo>
                    <a:pt x="613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 descr=""/>
            <p:cNvSpPr/>
            <p:nvPr/>
          </p:nvSpPr>
          <p:spPr>
            <a:xfrm>
              <a:off x="15374394" y="9078526"/>
              <a:ext cx="26670" cy="27305"/>
            </a:xfrm>
            <a:custGeom>
              <a:avLst/>
              <a:gdLst/>
              <a:ahLst/>
              <a:cxnLst/>
              <a:rect l="l" t="t" r="r" b="b"/>
              <a:pathLst>
                <a:path w="26669" h="27304">
                  <a:moveTo>
                    <a:pt x="20271" y="0"/>
                  </a:moveTo>
                  <a:lnTo>
                    <a:pt x="5842" y="0"/>
                  </a:lnTo>
                  <a:lnTo>
                    <a:pt x="0" y="6041"/>
                  </a:lnTo>
                  <a:lnTo>
                    <a:pt x="0" y="13507"/>
                  </a:lnTo>
                  <a:lnTo>
                    <a:pt x="0" y="20973"/>
                  </a:lnTo>
                  <a:lnTo>
                    <a:pt x="5842" y="27014"/>
                  </a:lnTo>
                  <a:lnTo>
                    <a:pt x="20271" y="27014"/>
                  </a:lnTo>
                  <a:lnTo>
                    <a:pt x="26114" y="20973"/>
                  </a:lnTo>
                  <a:lnTo>
                    <a:pt x="26114" y="6041"/>
                  </a:lnTo>
                  <a:lnTo>
                    <a:pt x="20271" y="0"/>
                  </a:lnTo>
                  <a:close/>
                </a:path>
              </a:pathLst>
            </a:custGeom>
            <a:solidFill>
              <a:srgbClr val="F5AE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 descr=""/>
            <p:cNvSpPr/>
            <p:nvPr/>
          </p:nvSpPr>
          <p:spPr>
            <a:xfrm>
              <a:off x="15374392" y="9082173"/>
              <a:ext cx="25400" cy="23495"/>
            </a:xfrm>
            <a:custGeom>
              <a:avLst/>
              <a:gdLst/>
              <a:ahLst/>
              <a:cxnLst/>
              <a:rect l="l" t="t" r="r" b="b"/>
              <a:pathLst>
                <a:path w="25400" h="23495">
                  <a:moveTo>
                    <a:pt x="4156" y="0"/>
                  </a:moveTo>
                  <a:lnTo>
                    <a:pt x="1602" y="2460"/>
                  </a:lnTo>
                  <a:lnTo>
                    <a:pt x="0" y="5968"/>
                  </a:lnTo>
                  <a:lnTo>
                    <a:pt x="0" y="17318"/>
                  </a:lnTo>
                  <a:lnTo>
                    <a:pt x="5842" y="23371"/>
                  </a:lnTo>
                  <a:lnTo>
                    <a:pt x="18774" y="23371"/>
                  </a:lnTo>
                  <a:lnTo>
                    <a:pt x="23611" y="19570"/>
                  </a:lnTo>
                  <a:lnTo>
                    <a:pt x="25381" y="14292"/>
                  </a:lnTo>
                  <a:lnTo>
                    <a:pt x="23046" y="16543"/>
                  </a:lnTo>
                  <a:lnTo>
                    <a:pt x="19926" y="17936"/>
                  </a:lnTo>
                  <a:lnTo>
                    <a:pt x="16481" y="17936"/>
                  </a:lnTo>
                  <a:lnTo>
                    <a:pt x="9266" y="17936"/>
                  </a:lnTo>
                  <a:lnTo>
                    <a:pt x="3423" y="11884"/>
                  </a:lnTo>
                  <a:lnTo>
                    <a:pt x="3423" y="2869"/>
                  </a:lnTo>
                  <a:lnTo>
                    <a:pt x="3685" y="1382"/>
                  </a:lnTo>
                  <a:lnTo>
                    <a:pt x="4156" y="0"/>
                  </a:lnTo>
                  <a:close/>
                </a:path>
              </a:pathLst>
            </a:custGeom>
            <a:solidFill>
              <a:srgbClr val="000000">
                <a:alpha val="5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 descr=""/>
            <p:cNvSpPr/>
            <p:nvPr/>
          </p:nvSpPr>
          <p:spPr>
            <a:xfrm>
              <a:off x="15383476" y="9080374"/>
              <a:ext cx="12700" cy="14604"/>
            </a:xfrm>
            <a:custGeom>
              <a:avLst/>
              <a:gdLst/>
              <a:ahLst/>
              <a:cxnLst/>
              <a:rect l="l" t="t" r="r" b="b"/>
              <a:pathLst>
                <a:path w="12700" h="14604">
                  <a:moveTo>
                    <a:pt x="4900" y="0"/>
                  </a:moveTo>
                  <a:lnTo>
                    <a:pt x="251" y="3099"/>
                  </a:lnTo>
                  <a:lnTo>
                    <a:pt x="0" y="6806"/>
                  </a:lnTo>
                  <a:lnTo>
                    <a:pt x="2010" y="9821"/>
                  </a:lnTo>
                  <a:lnTo>
                    <a:pt x="4020" y="12837"/>
                  </a:lnTo>
                  <a:lnTo>
                    <a:pt x="7539" y="14030"/>
                  </a:lnTo>
                  <a:lnTo>
                    <a:pt x="12188" y="10931"/>
                  </a:lnTo>
                  <a:lnTo>
                    <a:pt x="12439" y="7235"/>
                  </a:lnTo>
                  <a:lnTo>
                    <a:pt x="8418" y="1193"/>
                  </a:lnTo>
                  <a:lnTo>
                    <a:pt x="490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 descr=""/>
            <p:cNvSpPr/>
            <p:nvPr/>
          </p:nvSpPr>
          <p:spPr>
            <a:xfrm>
              <a:off x="15368620" y="9102320"/>
              <a:ext cx="39370" cy="85090"/>
            </a:xfrm>
            <a:custGeom>
              <a:avLst/>
              <a:gdLst/>
              <a:ahLst/>
              <a:cxnLst/>
              <a:rect l="l" t="t" r="r" b="b"/>
              <a:pathLst>
                <a:path w="39369" h="85090">
                  <a:moveTo>
                    <a:pt x="19507" y="0"/>
                  </a:moveTo>
                  <a:lnTo>
                    <a:pt x="14125" y="0"/>
                  </a:lnTo>
                  <a:lnTo>
                    <a:pt x="9245" y="2198"/>
                  </a:lnTo>
                  <a:lnTo>
                    <a:pt x="3738" y="7706"/>
                  </a:lnTo>
                  <a:lnTo>
                    <a:pt x="2167" y="10104"/>
                  </a:lnTo>
                  <a:lnTo>
                    <a:pt x="429" y="14858"/>
                  </a:lnTo>
                  <a:lnTo>
                    <a:pt x="0" y="17151"/>
                  </a:lnTo>
                  <a:lnTo>
                    <a:pt x="0" y="65045"/>
                  </a:lnTo>
                  <a:lnTo>
                    <a:pt x="1534" y="72649"/>
                  </a:lnTo>
                  <a:lnTo>
                    <a:pt x="5717" y="78852"/>
                  </a:lnTo>
                  <a:lnTo>
                    <a:pt x="11918" y="83031"/>
                  </a:lnTo>
                  <a:lnTo>
                    <a:pt x="19507" y="84562"/>
                  </a:lnTo>
                  <a:lnTo>
                    <a:pt x="27842" y="84562"/>
                  </a:lnTo>
                  <a:lnTo>
                    <a:pt x="34941" y="79369"/>
                  </a:lnTo>
                  <a:lnTo>
                    <a:pt x="38564" y="69851"/>
                  </a:lnTo>
                  <a:lnTo>
                    <a:pt x="39024" y="67505"/>
                  </a:lnTo>
                  <a:lnTo>
                    <a:pt x="39024" y="19517"/>
                  </a:lnTo>
                  <a:lnTo>
                    <a:pt x="37490" y="11922"/>
                  </a:lnTo>
                  <a:lnTo>
                    <a:pt x="33306" y="5718"/>
                  </a:lnTo>
                  <a:lnTo>
                    <a:pt x="27102" y="1534"/>
                  </a:lnTo>
                  <a:lnTo>
                    <a:pt x="19507" y="0"/>
                  </a:lnTo>
                  <a:close/>
                </a:path>
              </a:pathLst>
            </a:custGeom>
            <a:solidFill>
              <a:srgbClr val="F5AE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 descr=""/>
            <p:cNvSpPr/>
            <p:nvPr/>
          </p:nvSpPr>
          <p:spPr>
            <a:xfrm>
              <a:off x="15368617" y="9115078"/>
              <a:ext cx="38100" cy="72390"/>
            </a:xfrm>
            <a:custGeom>
              <a:avLst/>
              <a:gdLst/>
              <a:ahLst/>
              <a:cxnLst/>
              <a:rect l="l" t="t" r="r" b="b"/>
              <a:pathLst>
                <a:path w="38100" h="72390">
                  <a:moveTo>
                    <a:pt x="1204" y="0"/>
                  </a:moveTo>
                  <a:lnTo>
                    <a:pt x="439" y="2094"/>
                  </a:lnTo>
                  <a:lnTo>
                    <a:pt x="0" y="4397"/>
                  </a:lnTo>
                  <a:lnTo>
                    <a:pt x="0" y="52281"/>
                  </a:lnTo>
                  <a:lnTo>
                    <a:pt x="1534" y="59885"/>
                  </a:lnTo>
                  <a:lnTo>
                    <a:pt x="5718" y="66088"/>
                  </a:lnTo>
                  <a:lnTo>
                    <a:pt x="11922" y="70267"/>
                  </a:lnTo>
                  <a:lnTo>
                    <a:pt x="19517" y="71798"/>
                  </a:lnTo>
                  <a:lnTo>
                    <a:pt x="27842" y="71798"/>
                  </a:lnTo>
                  <a:lnTo>
                    <a:pt x="34941" y="66605"/>
                  </a:lnTo>
                  <a:lnTo>
                    <a:pt x="37747" y="59265"/>
                  </a:lnTo>
                  <a:lnTo>
                    <a:pt x="25716" y="51473"/>
                  </a:lnTo>
                  <a:lnTo>
                    <a:pt x="15584" y="38133"/>
                  </a:lnTo>
                  <a:lnTo>
                    <a:pt x="7398" y="20543"/>
                  </a:lnTo>
                  <a:lnTo>
                    <a:pt x="1204" y="0"/>
                  </a:lnTo>
                  <a:close/>
                </a:path>
              </a:pathLst>
            </a:custGeom>
            <a:solidFill>
              <a:srgbClr val="000000">
                <a:alpha val="5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 descr=""/>
            <p:cNvSpPr/>
            <p:nvPr/>
          </p:nvSpPr>
          <p:spPr>
            <a:xfrm>
              <a:off x="15394960" y="9116972"/>
              <a:ext cx="8255" cy="25400"/>
            </a:xfrm>
            <a:custGeom>
              <a:avLst/>
              <a:gdLst/>
              <a:ahLst/>
              <a:cxnLst/>
              <a:rect l="l" t="t" r="r" b="b"/>
              <a:pathLst>
                <a:path w="8255" h="25400">
                  <a:moveTo>
                    <a:pt x="6135" y="0"/>
                  </a:moveTo>
                  <a:lnTo>
                    <a:pt x="1769" y="0"/>
                  </a:lnTo>
                  <a:lnTo>
                    <a:pt x="0" y="5560"/>
                  </a:lnTo>
                  <a:lnTo>
                    <a:pt x="0" y="12418"/>
                  </a:lnTo>
                  <a:lnTo>
                    <a:pt x="0" y="19276"/>
                  </a:lnTo>
                  <a:lnTo>
                    <a:pt x="1769" y="24836"/>
                  </a:lnTo>
                  <a:lnTo>
                    <a:pt x="6135" y="24836"/>
                  </a:lnTo>
                  <a:lnTo>
                    <a:pt x="7915" y="19276"/>
                  </a:lnTo>
                  <a:lnTo>
                    <a:pt x="7915" y="5560"/>
                  </a:lnTo>
                  <a:lnTo>
                    <a:pt x="613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 descr=""/>
            <p:cNvSpPr/>
            <p:nvPr/>
          </p:nvSpPr>
          <p:spPr>
            <a:xfrm>
              <a:off x="16262785" y="9075565"/>
              <a:ext cx="26670" cy="27305"/>
            </a:xfrm>
            <a:custGeom>
              <a:avLst/>
              <a:gdLst/>
              <a:ahLst/>
              <a:cxnLst/>
              <a:rect l="l" t="t" r="r" b="b"/>
              <a:pathLst>
                <a:path w="26669" h="27304">
                  <a:moveTo>
                    <a:pt x="20271" y="0"/>
                  </a:moveTo>
                  <a:lnTo>
                    <a:pt x="5842" y="0"/>
                  </a:lnTo>
                  <a:lnTo>
                    <a:pt x="0" y="6041"/>
                  </a:lnTo>
                  <a:lnTo>
                    <a:pt x="0" y="13507"/>
                  </a:lnTo>
                  <a:lnTo>
                    <a:pt x="0" y="20973"/>
                  </a:lnTo>
                  <a:lnTo>
                    <a:pt x="5842" y="27014"/>
                  </a:lnTo>
                  <a:lnTo>
                    <a:pt x="20271" y="27014"/>
                  </a:lnTo>
                  <a:lnTo>
                    <a:pt x="26114" y="20973"/>
                  </a:lnTo>
                  <a:lnTo>
                    <a:pt x="26114" y="6041"/>
                  </a:lnTo>
                  <a:lnTo>
                    <a:pt x="20271" y="0"/>
                  </a:lnTo>
                  <a:close/>
                </a:path>
              </a:pathLst>
            </a:custGeom>
            <a:solidFill>
              <a:srgbClr val="F5AE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 descr=""/>
            <p:cNvSpPr/>
            <p:nvPr/>
          </p:nvSpPr>
          <p:spPr>
            <a:xfrm>
              <a:off x="16262782" y="9079211"/>
              <a:ext cx="25400" cy="23495"/>
            </a:xfrm>
            <a:custGeom>
              <a:avLst/>
              <a:gdLst/>
              <a:ahLst/>
              <a:cxnLst/>
              <a:rect l="l" t="t" r="r" b="b"/>
              <a:pathLst>
                <a:path w="25400" h="23495">
                  <a:moveTo>
                    <a:pt x="4156" y="0"/>
                  </a:moveTo>
                  <a:lnTo>
                    <a:pt x="1602" y="2460"/>
                  </a:lnTo>
                  <a:lnTo>
                    <a:pt x="0" y="5968"/>
                  </a:lnTo>
                  <a:lnTo>
                    <a:pt x="0" y="17318"/>
                  </a:lnTo>
                  <a:lnTo>
                    <a:pt x="5853" y="23371"/>
                  </a:lnTo>
                  <a:lnTo>
                    <a:pt x="18774" y="23371"/>
                  </a:lnTo>
                  <a:lnTo>
                    <a:pt x="23611" y="19570"/>
                  </a:lnTo>
                  <a:lnTo>
                    <a:pt x="25381" y="14292"/>
                  </a:lnTo>
                  <a:lnTo>
                    <a:pt x="23046" y="16543"/>
                  </a:lnTo>
                  <a:lnTo>
                    <a:pt x="19926" y="17936"/>
                  </a:lnTo>
                  <a:lnTo>
                    <a:pt x="16481" y="17936"/>
                  </a:lnTo>
                  <a:lnTo>
                    <a:pt x="9266" y="17936"/>
                  </a:lnTo>
                  <a:lnTo>
                    <a:pt x="3423" y="11884"/>
                  </a:lnTo>
                  <a:lnTo>
                    <a:pt x="3423" y="2869"/>
                  </a:lnTo>
                  <a:lnTo>
                    <a:pt x="3696" y="1382"/>
                  </a:lnTo>
                  <a:lnTo>
                    <a:pt x="4156" y="0"/>
                  </a:lnTo>
                  <a:close/>
                </a:path>
              </a:pathLst>
            </a:custGeom>
            <a:solidFill>
              <a:srgbClr val="000000">
                <a:alpha val="5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 descr=""/>
            <p:cNvSpPr/>
            <p:nvPr/>
          </p:nvSpPr>
          <p:spPr>
            <a:xfrm>
              <a:off x="16271866" y="9077413"/>
              <a:ext cx="12700" cy="14604"/>
            </a:xfrm>
            <a:custGeom>
              <a:avLst/>
              <a:gdLst/>
              <a:ahLst/>
              <a:cxnLst/>
              <a:rect l="l" t="t" r="r" b="b"/>
              <a:pathLst>
                <a:path w="12700" h="14604">
                  <a:moveTo>
                    <a:pt x="4900" y="0"/>
                  </a:moveTo>
                  <a:lnTo>
                    <a:pt x="251" y="3099"/>
                  </a:lnTo>
                  <a:lnTo>
                    <a:pt x="0" y="6806"/>
                  </a:lnTo>
                  <a:lnTo>
                    <a:pt x="2010" y="9821"/>
                  </a:lnTo>
                  <a:lnTo>
                    <a:pt x="4020" y="12837"/>
                  </a:lnTo>
                  <a:lnTo>
                    <a:pt x="7539" y="14030"/>
                  </a:lnTo>
                  <a:lnTo>
                    <a:pt x="12188" y="10931"/>
                  </a:lnTo>
                  <a:lnTo>
                    <a:pt x="12439" y="7235"/>
                  </a:lnTo>
                  <a:lnTo>
                    <a:pt x="8418" y="1193"/>
                  </a:lnTo>
                  <a:lnTo>
                    <a:pt x="490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 descr=""/>
            <p:cNvSpPr/>
            <p:nvPr/>
          </p:nvSpPr>
          <p:spPr>
            <a:xfrm>
              <a:off x="16257012" y="9099359"/>
              <a:ext cx="39370" cy="85090"/>
            </a:xfrm>
            <a:custGeom>
              <a:avLst/>
              <a:gdLst/>
              <a:ahLst/>
              <a:cxnLst/>
              <a:rect l="l" t="t" r="r" b="b"/>
              <a:pathLst>
                <a:path w="39369" h="85090">
                  <a:moveTo>
                    <a:pt x="19507" y="0"/>
                  </a:moveTo>
                  <a:lnTo>
                    <a:pt x="14125" y="0"/>
                  </a:lnTo>
                  <a:lnTo>
                    <a:pt x="9245" y="2198"/>
                  </a:lnTo>
                  <a:lnTo>
                    <a:pt x="3738" y="7706"/>
                  </a:lnTo>
                  <a:lnTo>
                    <a:pt x="2167" y="10093"/>
                  </a:lnTo>
                  <a:lnTo>
                    <a:pt x="429" y="14858"/>
                  </a:lnTo>
                  <a:lnTo>
                    <a:pt x="0" y="17151"/>
                  </a:lnTo>
                  <a:lnTo>
                    <a:pt x="0" y="65045"/>
                  </a:lnTo>
                  <a:lnTo>
                    <a:pt x="1534" y="72649"/>
                  </a:lnTo>
                  <a:lnTo>
                    <a:pt x="5717" y="78852"/>
                  </a:lnTo>
                  <a:lnTo>
                    <a:pt x="11918" y="83031"/>
                  </a:lnTo>
                  <a:lnTo>
                    <a:pt x="19507" y="84562"/>
                  </a:lnTo>
                  <a:lnTo>
                    <a:pt x="27842" y="84562"/>
                  </a:lnTo>
                  <a:lnTo>
                    <a:pt x="34941" y="79369"/>
                  </a:lnTo>
                  <a:lnTo>
                    <a:pt x="38564" y="69851"/>
                  </a:lnTo>
                  <a:lnTo>
                    <a:pt x="39024" y="67505"/>
                  </a:lnTo>
                  <a:lnTo>
                    <a:pt x="39024" y="19517"/>
                  </a:lnTo>
                  <a:lnTo>
                    <a:pt x="37490" y="11922"/>
                  </a:lnTo>
                  <a:lnTo>
                    <a:pt x="33306" y="5718"/>
                  </a:lnTo>
                  <a:lnTo>
                    <a:pt x="27102" y="1534"/>
                  </a:lnTo>
                  <a:lnTo>
                    <a:pt x="19507" y="0"/>
                  </a:lnTo>
                  <a:close/>
                </a:path>
              </a:pathLst>
            </a:custGeom>
            <a:solidFill>
              <a:srgbClr val="F5AE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 descr=""/>
            <p:cNvSpPr/>
            <p:nvPr/>
          </p:nvSpPr>
          <p:spPr>
            <a:xfrm>
              <a:off x="16257009" y="9112118"/>
              <a:ext cx="38100" cy="72390"/>
            </a:xfrm>
            <a:custGeom>
              <a:avLst/>
              <a:gdLst/>
              <a:ahLst/>
              <a:cxnLst/>
              <a:rect l="l" t="t" r="r" b="b"/>
              <a:pathLst>
                <a:path w="38100" h="72390">
                  <a:moveTo>
                    <a:pt x="1204" y="0"/>
                  </a:moveTo>
                  <a:lnTo>
                    <a:pt x="429" y="2094"/>
                  </a:lnTo>
                  <a:lnTo>
                    <a:pt x="0" y="4397"/>
                  </a:lnTo>
                  <a:lnTo>
                    <a:pt x="0" y="52281"/>
                  </a:lnTo>
                  <a:lnTo>
                    <a:pt x="1534" y="59885"/>
                  </a:lnTo>
                  <a:lnTo>
                    <a:pt x="5718" y="66088"/>
                  </a:lnTo>
                  <a:lnTo>
                    <a:pt x="11922" y="70267"/>
                  </a:lnTo>
                  <a:lnTo>
                    <a:pt x="19517" y="71798"/>
                  </a:lnTo>
                  <a:lnTo>
                    <a:pt x="27842" y="71798"/>
                  </a:lnTo>
                  <a:lnTo>
                    <a:pt x="34941" y="66605"/>
                  </a:lnTo>
                  <a:lnTo>
                    <a:pt x="37747" y="59265"/>
                  </a:lnTo>
                  <a:lnTo>
                    <a:pt x="25716" y="51473"/>
                  </a:lnTo>
                  <a:lnTo>
                    <a:pt x="15584" y="38133"/>
                  </a:lnTo>
                  <a:lnTo>
                    <a:pt x="7398" y="20543"/>
                  </a:lnTo>
                  <a:lnTo>
                    <a:pt x="1204" y="0"/>
                  </a:lnTo>
                  <a:close/>
                </a:path>
              </a:pathLst>
            </a:custGeom>
            <a:solidFill>
              <a:srgbClr val="000000">
                <a:alpha val="5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 descr=""/>
            <p:cNvSpPr/>
            <p:nvPr/>
          </p:nvSpPr>
          <p:spPr>
            <a:xfrm>
              <a:off x="16283351" y="9114011"/>
              <a:ext cx="8255" cy="25400"/>
            </a:xfrm>
            <a:custGeom>
              <a:avLst/>
              <a:gdLst/>
              <a:ahLst/>
              <a:cxnLst/>
              <a:rect l="l" t="t" r="r" b="b"/>
              <a:pathLst>
                <a:path w="8255" h="25400">
                  <a:moveTo>
                    <a:pt x="6135" y="0"/>
                  </a:moveTo>
                  <a:lnTo>
                    <a:pt x="1769" y="0"/>
                  </a:lnTo>
                  <a:lnTo>
                    <a:pt x="0" y="5560"/>
                  </a:lnTo>
                  <a:lnTo>
                    <a:pt x="0" y="12418"/>
                  </a:lnTo>
                  <a:lnTo>
                    <a:pt x="0" y="19276"/>
                  </a:lnTo>
                  <a:lnTo>
                    <a:pt x="1769" y="24836"/>
                  </a:lnTo>
                  <a:lnTo>
                    <a:pt x="6135" y="24836"/>
                  </a:lnTo>
                  <a:lnTo>
                    <a:pt x="7915" y="19276"/>
                  </a:lnTo>
                  <a:lnTo>
                    <a:pt x="7915" y="5560"/>
                  </a:lnTo>
                  <a:lnTo>
                    <a:pt x="613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 descr=""/>
            <p:cNvSpPr/>
            <p:nvPr/>
          </p:nvSpPr>
          <p:spPr>
            <a:xfrm>
              <a:off x="15825994" y="9087411"/>
              <a:ext cx="26670" cy="27305"/>
            </a:xfrm>
            <a:custGeom>
              <a:avLst/>
              <a:gdLst/>
              <a:ahLst/>
              <a:cxnLst/>
              <a:rect l="l" t="t" r="r" b="b"/>
              <a:pathLst>
                <a:path w="26669" h="27304">
                  <a:moveTo>
                    <a:pt x="20271" y="0"/>
                  </a:moveTo>
                  <a:lnTo>
                    <a:pt x="5842" y="0"/>
                  </a:lnTo>
                  <a:lnTo>
                    <a:pt x="0" y="6041"/>
                  </a:lnTo>
                  <a:lnTo>
                    <a:pt x="0" y="13507"/>
                  </a:lnTo>
                  <a:lnTo>
                    <a:pt x="0" y="20973"/>
                  </a:lnTo>
                  <a:lnTo>
                    <a:pt x="5842" y="27014"/>
                  </a:lnTo>
                  <a:lnTo>
                    <a:pt x="20271" y="27014"/>
                  </a:lnTo>
                  <a:lnTo>
                    <a:pt x="26114" y="20973"/>
                  </a:lnTo>
                  <a:lnTo>
                    <a:pt x="26114" y="6041"/>
                  </a:lnTo>
                  <a:lnTo>
                    <a:pt x="20271" y="0"/>
                  </a:lnTo>
                  <a:close/>
                </a:path>
              </a:pathLst>
            </a:custGeom>
            <a:solidFill>
              <a:srgbClr val="F5AE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 descr=""/>
            <p:cNvSpPr/>
            <p:nvPr/>
          </p:nvSpPr>
          <p:spPr>
            <a:xfrm>
              <a:off x="15825991" y="9091057"/>
              <a:ext cx="25400" cy="23495"/>
            </a:xfrm>
            <a:custGeom>
              <a:avLst/>
              <a:gdLst/>
              <a:ahLst/>
              <a:cxnLst/>
              <a:rect l="l" t="t" r="r" b="b"/>
              <a:pathLst>
                <a:path w="25400" h="23495">
                  <a:moveTo>
                    <a:pt x="4156" y="0"/>
                  </a:moveTo>
                  <a:lnTo>
                    <a:pt x="1602" y="2460"/>
                  </a:lnTo>
                  <a:lnTo>
                    <a:pt x="0" y="5968"/>
                  </a:lnTo>
                  <a:lnTo>
                    <a:pt x="0" y="17318"/>
                  </a:lnTo>
                  <a:lnTo>
                    <a:pt x="5842" y="23371"/>
                  </a:lnTo>
                  <a:lnTo>
                    <a:pt x="18774" y="23371"/>
                  </a:lnTo>
                  <a:lnTo>
                    <a:pt x="23611" y="19570"/>
                  </a:lnTo>
                  <a:lnTo>
                    <a:pt x="25381" y="14292"/>
                  </a:lnTo>
                  <a:lnTo>
                    <a:pt x="23046" y="16543"/>
                  </a:lnTo>
                  <a:lnTo>
                    <a:pt x="19926" y="17936"/>
                  </a:lnTo>
                  <a:lnTo>
                    <a:pt x="16481" y="17936"/>
                  </a:lnTo>
                  <a:lnTo>
                    <a:pt x="9266" y="17936"/>
                  </a:lnTo>
                  <a:lnTo>
                    <a:pt x="3423" y="11884"/>
                  </a:lnTo>
                  <a:lnTo>
                    <a:pt x="3423" y="2869"/>
                  </a:lnTo>
                  <a:lnTo>
                    <a:pt x="3685" y="1382"/>
                  </a:lnTo>
                  <a:lnTo>
                    <a:pt x="4156" y="0"/>
                  </a:lnTo>
                  <a:close/>
                </a:path>
              </a:pathLst>
            </a:custGeom>
            <a:solidFill>
              <a:srgbClr val="000000">
                <a:alpha val="5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 descr=""/>
            <p:cNvSpPr/>
            <p:nvPr/>
          </p:nvSpPr>
          <p:spPr>
            <a:xfrm>
              <a:off x="15835075" y="9089258"/>
              <a:ext cx="12700" cy="14604"/>
            </a:xfrm>
            <a:custGeom>
              <a:avLst/>
              <a:gdLst/>
              <a:ahLst/>
              <a:cxnLst/>
              <a:rect l="l" t="t" r="r" b="b"/>
              <a:pathLst>
                <a:path w="12700" h="14604">
                  <a:moveTo>
                    <a:pt x="4900" y="0"/>
                  </a:moveTo>
                  <a:lnTo>
                    <a:pt x="251" y="3099"/>
                  </a:lnTo>
                  <a:lnTo>
                    <a:pt x="0" y="6806"/>
                  </a:lnTo>
                  <a:lnTo>
                    <a:pt x="2010" y="9821"/>
                  </a:lnTo>
                  <a:lnTo>
                    <a:pt x="4020" y="12837"/>
                  </a:lnTo>
                  <a:lnTo>
                    <a:pt x="7539" y="14030"/>
                  </a:lnTo>
                  <a:lnTo>
                    <a:pt x="12188" y="10931"/>
                  </a:lnTo>
                  <a:lnTo>
                    <a:pt x="12439" y="7235"/>
                  </a:lnTo>
                  <a:lnTo>
                    <a:pt x="8418" y="1193"/>
                  </a:lnTo>
                  <a:lnTo>
                    <a:pt x="490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 descr=""/>
            <p:cNvSpPr/>
            <p:nvPr/>
          </p:nvSpPr>
          <p:spPr>
            <a:xfrm>
              <a:off x="15820219" y="9111205"/>
              <a:ext cx="39370" cy="85090"/>
            </a:xfrm>
            <a:custGeom>
              <a:avLst/>
              <a:gdLst/>
              <a:ahLst/>
              <a:cxnLst/>
              <a:rect l="l" t="t" r="r" b="b"/>
              <a:pathLst>
                <a:path w="39369" h="85090">
                  <a:moveTo>
                    <a:pt x="19507" y="0"/>
                  </a:moveTo>
                  <a:lnTo>
                    <a:pt x="14125" y="0"/>
                  </a:lnTo>
                  <a:lnTo>
                    <a:pt x="9245" y="2198"/>
                  </a:lnTo>
                  <a:lnTo>
                    <a:pt x="3738" y="7706"/>
                  </a:lnTo>
                  <a:lnTo>
                    <a:pt x="2167" y="10093"/>
                  </a:lnTo>
                  <a:lnTo>
                    <a:pt x="429" y="14858"/>
                  </a:lnTo>
                  <a:lnTo>
                    <a:pt x="0" y="17151"/>
                  </a:lnTo>
                  <a:lnTo>
                    <a:pt x="0" y="65045"/>
                  </a:lnTo>
                  <a:lnTo>
                    <a:pt x="1534" y="72647"/>
                  </a:lnTo>
                  <a:lnTo>
                    <a:pt x="5717" y="78847"/>
                  </a:lnTo>
                  <a:lnTo>
                    <a:pt x="11918" y="83022"/>
                  </a:lnTo>
                  <a:lnTo>
                    <a:pt x="19507" y="84552"/>
                  </a:lnTo>
                  <a:lnTo>
                    <a:pt x="27842" y="84552"/>
                  </a:lnTo>
                  <a:lnTo>
                    <a:pt x="34941" y="79369"/>
                  </a:lnTo>
                  <a:lnTo>
                    <a:pt x="38564" y="69851"/>
                  </a:lnTo>
                  <a:lnTo>
                    <a:pt x="39024" y="67505"/>
                  </a:lnTo>
                  <a:lnTo>
                    <a:pt x="39024" y="19517"/>
                  </a:lnTo>
                  <a:lnTo>
                    <a:pt x="37490" y="11922"/>
                  </a:lnTo>
                  <a:lnTo>
                    <a:pt x="33306" y="5718"/>
                  </a:lnTo>
                  <a:lnTo>
                    <a:pt x="27102" y="1534"/>
                  </a:lnTo>
                  <a:lnTo>
                    <a:pt x="19507" y="0"/>
                  </a:lnTo>
                  <a:close/>
                </a:path>
              </a:pathLst>
            </a:custGeom>
            <a:solidFill>
              <a:srgbClr val="F5AE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 descr=""/>
            <p:cNvSpPr/>
            <p:nvPr/>
          </p:nvSpPr>
          <p:spPr>
            <a:xfrm>
              <a:off x="15820216" y="9123963"/>
              <a:ext cx="38100" cy="72390"/>
            </a:xfrm>
            <a:custGeom>
              <a:avLst/>
              <a:gdLst/>
              <a:ahLst/>
              <a:cxnLst/>
              <a:rect l="l" t="t" r="r" b="b"/>
              <a:pathLst>
                <a:path w="38100" h="72390">
                  <a:moveTo>
                    <a:pt x="1204" y="0"/>
                  </a:moveTo>
                  <a:lnTo>
                    <a:pt x="429" y="2094"/>
                  </a:lnTo>
                  <a:lnTo>
                    <a:pt x="0" y="4397"/>
                  </a:lnTo>
                  <a:lnTo>
                    <a:pt x="0" y="52281"/>
                  </a:lnTo>
                  <a:lnTo>
                    <a:pt x="1534" y="59885"/>
                  </a:lnTo>
                  <a:lnTo>
                    <a:pt x="5718" y="66088"/>
                  </a:lnTo>
                  <a:lnTo>
                    <a:pt x="11922" y="70267"/>
                  </a:lnTo>
                  <a:lnTo>
                    <a:pt x="19517" y="71798"/>
                  </a:lnTo>
                  <a:lnTo>
                    <a:pt x="27842" y="71798"/>
                  </a:lnTo>
                  <a:lnTo>
                    <a:pt x="34941" y="66605"/>
                  </a:lnTo>
                  <a:lnTo>
                    <a:pt x="37747" y="59265"/>
                  </a:lnTo>
                  <a:lnTo>
                    <a:pt x="25716" y="51473"/>
                  </a:lnTo>
                  <a:lnTo>
                    <a:pt x="15584" y="38133"/>
                  </a:lnTo>
                  <a:lnTo>
                    <a:pt x="7398" y="20543"/>
                  </a:lnTo>
                  <a:lnTo>
                    <a:pt x="1204" y="0"/>
                  </a:lnTo>
                  <a:close/>
                </a:path>
              </a:pathLst>
            </a:custGeom>
            <a:solidFill>
              <a:srgbClr val="000000">
                <a:alpha val="5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 descr=""/>
            <p:cNvSpPr/>
            <p:nvPr/>
          </p:nvSpPr>
          <p:spPr>
            <a:xfrm>
              <a:off x="15846560" y="9125857"/>
              <a:ext cx="8255" cy="25400"/>
            </a:xfrm>
            <a:custGeom>
              <a:avLst/>
              <a:gdLst/>
              <a:ahLst/>
              <a:cxnLst/>
              <a:rect l="l" t="t" r="r" b="b"/>
              <a:pathLst>
                <a:path w="8255" h="25400">
                  <a:moveTo>
                    <a:pt x="6135" y="0"/>
                  </a:moveTo>
                  <a:lnTo>
                    <a:pt x="1769" y="0"/>
                  </a:lnTo>
                  <a:lnTo>
                    <a:pt x="0" y="5560"/>
                  </a:lnTo>
                  <a:lnTo>
                    <a:pt x="0" y="12418"/>
                  </a:lnTo>
                  <a:lnTo>
                    <a:pt x="0" y="19276"/>
                  </a:lnTo>
                  <a:lnTo>
                    <a:pt x="1769" y="24836"/>
                  </a:lnTo>
                  <a:lnTo>
                    <a:pt x="6135" y="24836"/>
                  </a:lnTo>
                  <a:lnTo>
                    <a:pt x="7915" y="19276"/>
                  </a:lnTo>
                  <a:lnTo>
                    <a:pt x="7915" y="5560"/>
                  </a:lnTo>
                  <a:lnTo>
                    <a:pt x="613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 descr=""/>
            <p:cNvSpPr/>
            <p:nvPr/>
          </p:nvSpPr>
          <p:spPr>
            <a:xfrm>
              <a:off x="14916329" y="9118757"/>
              <a:ext cx="1842135" cy="92710"/>
            </a:xfrm>
            <a:custGeom>
              <a:avLst/>
              <a:gdLst/>
              <a:ahLst/>
              <a:cxnLst/>
              <a:rect l="l" t="t" r="r" b="b"/>
              <a:pathLst>
                <a:path w="1842134" h="92709">
                  <a:moveTo>
                    <a:pt x="6313" y="0"/>
                  </a:moveTo>
                  <a:lnTo>
                    <a:pt x="2177" y="2492"/>
                  </a:lnTo>
                  <a:lnTo>
                    <a:pt x="0" y="10805"/>
                  </a:lnTo>
                  <a:lnTo>
                    <a:pt x="2554" y="15088"/>
                  </a:lnTo>
                  <a:lnTo>
                    <a:pt x="65007" y="28887"/>
                  </a:lnTo>
                  <a:lnTo>
                    <a:pt x="114119" y="38274"/>
                  </a:lnTo>
                  <a:lnTo>
                    <a:pt x="175617" y="48680"/>
                  </a:lnTo>
                  <a:lnTo>
                    <a:pt x="248788" y="59369"/>
                  </a:lnTo>
                  <a:lnTo>
                    <a:pt x="327247" y="68969"/>
                  </a:lnTo>
                  <a:lnTo>
                    <a:pt x="371473" y="73595"/>
                  </a:lnTo>
                  <a:lnTo>
                    <a:pt x="418866" y="77959"/>
                  </a:lnTo>
                  <a:lnTo>
                    <a:pt x="469303" y="81953"/>
                  </a:lnTo>
                  <a:lnTo>
                    <a:pt x="522661" y="85465"/>
                  </a:lnTo>
                  <a:lnTo>
                    <a:pt x="578818" y="88388"/>
                  </a:lnTo>
                  <a:lnTo>
                    <a:pt x="637649" y="90611"/>
                  </a:lnTo>
                  <a:lnTo>
                    <a:pt x="699033" y="92025"/>
                  </a:lnTo>
                  <a:lnTo>
                    <a:pt x="762845" y="92520"/>
                  </a:lnTo>
                  <a:lnTo>
                    <a:pt x="833926" y="91906"/>
                  </a:lnTo>
                  <a:lnTo>
                    <a:pt x="907511" y="89965"/>
                  </a:lnTo>
                  <a:lnTo>
                    <a:pt x="1068411" y="83130"/>
                  </a:lnTo>
                  <a:lnTo>
                    <a:pt x="1180853" y="76946"/>
                  </a:lnTo>
                  <a:lnTo>
                    <a:pt x="747573" y="76946"/>
                  </a:lnTo>
                  <a:lnTo>
                    <a:pt x="672367" y="75969"/>
                  </a:lnTo>
                  <a:lnTo>
                    <a:pt x="600350" y="73720"/>
                  </a:lnTo>
                  <a:lnTo>
                    <a:pt x="531672" y="70364"/>
                  </a:lnTo>
                  <a:lnTo>
                    <a:pt x="466481" y="66067"/>
                  </a:lnTo>
                  <a:lnTo>
                    <a:pt x="404926" y="60991"/>
                  </a:lnTo>
                  <a:lnTo>
                    <a:pt x="347156" y="55304"/>
                  </a:lnTo>
                  <a:lnTo>
                    <a:pt x="293320" y="49168"/>
                  </a:lnTo>
                  <a:lnTo>
                    <a:pt x="243568" y="42750"/>
                  </a:lnTo>
                  <a:lnTo>
                    <a:pt x="198048" y="36213"/>
                  </a:lnTo>
                  <a:lnTo>
                    <a:pt x="156910" y="29724"/>
                  </a:lnTo>
                  <a:lnTo>
                    <a:pt x="88372" y="17543"/>
                  </a:lnTo>
                  <a:lnTo>
                    <a:pt x="39148" y="7527"/>
                  </a:lnTo>
                  <a:lnTo>
                    <a:pt x="22150" y="3743"/>
                  </a:lnTo>
                  <a:lnTo>
                    <a:pt x="6313" y="0"/>
                  </a:lnTo>
                  <a:close/>
                </a:path>
                <a:path w="1842134" h="92709">
                  <a:moveTo>
                    <a:pt x="1837064" y="2408"/>
                  </a:moveTo>
                  <a:lnTo>
                    <a:pt x="1677768" y="20904"/>
                  </a:lnTo>
                  <a:lnTo>
                    <a:pt x="1478698" y="39858"/>
                  </a:lnTo>
                  <a:lnTo>
                    <a:pt x="1288013" y="54566"/>
                  </a:lnTo>
                  <a:lnTo>
                    <a:pt x="1067698" y="67599"/>
                  </a:lnTo>
                  <a:lnTo>
                    <a:pt x="906956" y="74427"/>
                  </a:lnTo>
                  <a:lnTo>
                    <a:pt x="825819" y="76487"/>
                  </a:lnTo>
                  <a:lnTo>
                    <a:pt x="747573" y="76946"/>
                  </a:lnTo>
                  <a:lnTo>
                    <a:pt x="1180853" y="76946"/>
                  </a:lnTo>
                  <a:lnTo>
                    <a:pt x="1356175" y="65265"/>
                  </a:lnTo>
                  <a:lnTo>
                    <a:pt x="1536073" y="50397"/>
                  </a:lnTo>
                  <a:lnTo>
                    <a:pt x="1718024" y="32205"/>
                  </a:lnTo>
                  <a:lnTo>
                    <a:pt x="1822346" y="19977"/>
                  </a:lnTo>
                  <a:lnTo>
                    <a:pt x="1842111" y="13884"/>
                  </a:lnTo>
                  <a:lnTo>
                    <a:pt x="1840938" y="5382"/>
                  </a:lnTo>
                  <a:lnTo>
                    <a:pt x="1837064" y="2408"/>
                  </a:lnTo>
                  <a:close/>
                </a:path>
              </a:pathLst>
            </a:custGeom>
            <a:solidFill>
              <a:srgbClr val="F5AE1B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233" name="object 233" descr=""/>
          <p:cNvPicPr/>
          <p:nvPr/>
        </p:nvPicPr>
        <p:blipFill>
          <a:blip r:embed="rId24" cstate="print"/>
          <a:stretch>
            <a:fillRect/>
          </a:stretch>
        </p:blipFill>
        <p:spPr>
          <a:xfrm>
            <a:off x="14914108" y="6599918"/>
            <a:ext cx="1854370" cy="2075063"/>
          </a:xfrm>
          <a:prstGeom prst="rect">
            <a:avLst/>
          </a:prstGeom>
        </p:spPr>
      </p:pic>
      <p:sp>
        <p:nvSpPr>
          <p:cNvPr id="234" name="object 234" descr=""/>
          <p:cNvSpPr/>
          <p:nvPr/>
        </p:nvSpPr>
        <p:spPr>
          <a:xfrm>
            <a:off x="15397824" y="8956502"/>
            <a:ext cx="938530" cy="31115"/>
          </a:xfrm>
          <a:custGeom>
            <a:avLst/>
            <a:gdLst/>
            <a:ahLst/>
            <a:cxnLst/>
            <a:rect l="l" t="t" r="r" b="b"/>
            <a:pathLst>
              <a:path w="938530" h="31115">
                <a:moveTo>
                  <a:pt x="938453" y="0"/>
                </a:moveTo>
                <a:lnTo>
                  <a:pt x="0" y="0"/>
                </a:lnTo>
                <a:lnTo>
                  <a:pt x="0" y="31098"/>
                </a:lnTo>
                <a:lnTo>
                  <a:pt x="938453" y="31098"/>
                </a:lnTo>
                <a:lnTo>
                  <a:pt x="938453" y="0"/>
                </a:lnTo>
                <a:close/>
              </a:path>
            </a:pathLst>
          </a:custGeom>
          <a:solidFill>
            <a:srgbClr val="5E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" name="object 235" descr=""/>
          <p:cNvSpPr/>
          <p:nvPr/>
        </p:nvSpPr>
        <p:spPr>
          <a:xfrm>
            <a:off x="16157612" y="8845332"/>
            <a:ext cx="14604" cy="29209"/>
          </a:xfrm>
          <a:custGeom>
            <a:avLst/>
            <a:gdLst/>
            <a:ahLst/>
            <a:cxnLst/>
            <a:rect l="l" t="t" r="r" b="b"/>
            <a:pathLst>
              <a:path w="14605" h="29209">
                <a:moveTo>
                  <a:pt x="13978" y="0"/>
                </a:moveTo>
                <a:lnTo>
                  <a:pt x="0" y="0"/>
                </a:lnTo>
                <a:lnTo>
                  <a:pt x="0" y="29035"/>
                </a:lnTo>
                <a:lnTo>
                  <a:pt x="13978" y="29035"/>
                </a:lnTo>
                <a:lnTo>
                  <a:pt x="13978" y="0"/>
                </a:lnTo>
                <a:close/>
              </a:path>
            </a:pathLst>
          </a:custGeom>
          <a:solidFill>
            <a:srgbClr val="711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36" name="object 236" descr=""/>
          <p:cNvGrpSpPr/>
          <p:nvPr/>
        </p:nvGrpSpPr>
        <p:grpSpPr>
          <a:xfrm>
            <a:off x="16029762" y="8772478"/>
            <a:ext cx="379095" cy="156210"/>
            <a:chOff x="16029762" y="8772478"/>
            <a:chExt cx="379095" cy="156210"/>
          </a:xfrm>
        </p:grpSpPr>
        <p:sp>
          <p:nvSpPr>
            <p:cNvPr id="237" name="object 237" descr=""/>
            <p:cNvSpPr/>
            <p:nvPr/>
          </p:nvSpPr>
          <p:spPr>
            <a:xfrm>
              <a:off x="16275232" y="8846652"/>
              <a:ext cx="14604" cy="29209"/>
            </a:xfrm>
            <a:custGeom>
              <a:avLst/>
              <a:gdLst/>
              <a:ahLst/>
              <a:cxnLst/>
              <a:rect l="l" t="t" r="r" b="b"/>
              <a:pathLst>
                <a:path w="14605" h="29209">
                  <a:moveTo>
                    <a:pt x="13978" y="0"/>
                  </a:moveTo>
                  <a:lnTo>
                    <a:pt x="0" y="0"/>
                  </a:lnTo>
                  <a:lnTo>
                    <a:pt x="0" y="29035"/>
                  </a:lnTo>
                  <a:lnTo>
                    <a:pt x="13978" y="29035"/>
                  </a:lnTo>
                  <a:lnTo>
                    <a:pt x="13978" y="0"/>
                  </a:lnTo>
                  <a:close/>
                </a:path>
              </a:pathLst>
            </a:custGeom>
            <a:solidFill>
              <a:srgbClr val="711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 descr=""/>
            <p:cNvSpPr/>
            <p:nvPr/>
          </p:nvSpPr>
          <p:spPr>
            <a:xfrm>
              <a:off x="16037993" y="8841741"/>
              <a:ext cx="361950" cy="10795"/>
            </a:xfrm>
            <a:custGeom>
              <a:avLst/>
              <a:gdLst/>
              <a:ahLst/>
              <a:cxnLst/>
              <a:rect l="l" t="t" r="r" b="b"/>
              <a:pathLst>
                <a:path w="361950" h="10795">
                  <a:moveTo>
                    <a:pt x="361580" y="0"/>
                  </a:moveTo>
                  <a:lnTo>
                    <a:pt x="0" y="0"/>
                  </a:lnTo>
                  <a:lnTo>
                    <a:pt x="0" y="10554"/>
                  </a:lnTo>
                  <a:lnTo>
                    <a:pt x="361580" y="10554"/>
                  </a:lnTo>
                  <a:lnTo>
                    <a:pt x="361580" y="0"/>
                  </a:lnTo>
                  <a:close/>
                </a:path>
              </a:pathLst>
            </a:custGeom>
            <a:solidFill>
              <a:srgbClr val="8816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 descr=""/>
            <p:cNvSpPr/>
            <p:nvPr/>
          </p:nvSpPr>
          <p:spPr>
            <a:xfrm>
              <a:off x="16037993" y="8846086"/>
              <a:ext cx="361950" cy="6350"/>
            </a:xfrm>
            <a:custGeom>
              <a:avLst/>
              <a:gdLst/>
              <a:ahLst/>
              <a:cxnLst/>
              <a:rect l="l" t="t" r="r" b="b"/>
              <a:pathLst>
                <a:path w="361950" h="6350">
                  <a:moveTo>
                    <a:pt x="361580" y="0"/>
                  </a:moveTo>
                  <a:lnTo>
                    <a:pt x="0" y="0"/>
                  </a:lnTo>
                  <a:lnTo>
                    <a:pt x="0" y="6209"/>
                  </a:lnTo>
                  <a:lnTo>
                    <a:pt x="361580" y="6209"/>
                  </a:lnTo>
                  <a:lnTo>
                    <a:pt x="361580" y="0"/>
                  </a:lnTo>
                  <a:close/>
                </a:path>
              </a:pathLst>
            </a:custGeom>
            <a:solidFill>
              <a:srgbClr val="000000">
                <a:alpha val="14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 descr=""/>
            <p:cNvSpPr/>
            <p:nvPr/>
          </p:nvSpPr>
          <p:spPr>
            <a:xfrm>
              <a:off x="16100616" y="8876569"/>
              <a:ext cx="248920" cy="30480"/>
            </a:xfrm>
            <a:custGeom>
              <a:avLst/>
              <a:gdLst/>
              <a:ahLst/>
              <a:cxnLst/>
              <a:rect l="l" t="t" r="r" b="b"/>
              <a:pathLst>
                <a:path w="248919" h="30479">
                  <a:moveTo>
                    <a:pt x="13982" y="0"/>
                  </a:moveTo>
                  <a:lnTo>
                    <a:pt x="0" y="0"/>
                  </a:lnTo>
                  <a:lnTo>
                    <a:pt x="0" y="29044"/>
                  </a:lnTo>
                  <a:lnTo>
                    <a:pt x="13982" y="29044"/>
                  </a:lnTo>
                  <a:lnTo>
                    <a:pt x="13982" y="0"/>
                  </a:lnTo>
                  <a:close/>
                </a:path>
                <a:path w="248919" h="30479">
                  <a:moveTo>
                    <a:pt x="130505" y="889"/>
                  </a:moveTo>
                  <a:lnTo>
                    <a:pt x="116522" y="889"/>
                  </a:lnTo>
                  <a:lnTo>
                    <a:pt x="116522" y="29921"/>
                  </a:lnTo>
                  <a:lnTo>
                    <a:pt x="130505" y="29921"/>
                  </a:lnTo>
                  <a:lnTo>
                    <a:pt x="130505" y="889"/>
                  </a:lnTo>
                  <a:close/>
                </a:path>
                <a:path w="248919" h="30479">
                  <a:moveTo>
                    <a:pt x="248488" y="1320"/>
                  </a:moveTo>
                  <a:lnTo>
                    <a:pt x="234518" y="1320"/>
                  </a:lnTo>
                  <a:lnTo>
                    <a:pt x="234518" y="30353"/>
                  </a:lnTo>
                  <a:lnTo>
                    <a:pt x="248488" y="30353"/>
                  </a:lnTo>
                  <a:lnTo>
                    <a:pt x="248488" y="1320"/>
                  </a:lnTo>
                  <a:close/>
                </a:path>
              </a:pathLst>
            </a:custGeom>
            <a:solidFill>
              <a:srgbClr val="711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 descr=""/>
            <p:cNvSpPr/>
            <p:nvPr/>
          </p:nvSpPr>
          <p:spPr>
            <a:xfrm>
              <a:off x="16043805" y="8866955"/>
              <a:ext cx="356870" cy="16510"/>
            </a:xfrm>
            <a:custGeom>
              <a:avLst/>
              <a:gdLst/>
              <a:ahLst/>
              <a:cxnLst/>
              <a:rect l="l" t="t" r="r" b="b"/>
              <a:pathLst>
                <a:path w="356869" h="16509">
                  <a:moveTo>
                    <a:pt x="356261" y="0"/>
                  </a:moveTo>
                  <a:lnTo>
                    <a:pt x="0" y="0"/>
                  </a:lnTo>
                  <a:lnTo>
                    <a:pt x="0" y="16428"/>
                  </a:lnTo>
                  <a:lnTo>
                    <a:pt x="356261" y="16428"/>
                  </a:lnTo>
                  <a:lnTo>
                    <a:pt x="356261" y="0"/>
                  </a:lnTo>
                  <a:close/>
                </a:path>
              </a:pathLst>
            </a:custGeom>
            <a:solidFill>
              <a:srgbClr val="8816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 descr=""/>
            <p:cNvSpPr/>
            <p:nvPr/>
          </p:nvSpPr>
          <p:spPr>
            <a:xfrm>
              <a:off x="16043800" y="8875615"/>
              <a:ext cx="356870" cy="8255"/>
            </a:xfrm>
            <a:custGeom>
              <a:avLst/>
              <a:gdLst/>
              <a:ahLst/>
              <a:cxnLst/>
              <a:rect l="l" t="t" r="r" b="b"/>
              <a:pathLst>
                <a:path w="356869" h="8254">
                  <a:moveTo>
                    <a:pt x="0" y="0"/>
                  </a:moveTo>
                  <a:lnTo>
                    <a:pt x="0" y="7769"/>
                  </a:lnTo>
                  <a:lnTo>
                    <a:pt x="356261" y="7769"/>
                  </a:lnTo>
                  <a:lnTo>
                    <a:pt x="356261" y="17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4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 descr=""/>
            <p:cNvSpPr/>
            <p:nvPr/>
          </p:nvSpPr>
          <p:spPr>
            <a:xfrm>
              <a:off x="16033154" y="8818276"/>
              <a:ext cx="373380" cy="110489"/>
            </a:xfrm>
            <a:custGeom>
              <a:avLst/>
              <a:gdLst/>
              <a:ahLst/>
              <a:cxnLst/>
              <a:rect l="l" t="t" r="r" b="b"/>
              <a:pathLst>
                <a:path w="373380" h="110490">
                  <a:moveTo>
                    <a:pt x="373176" y="2349"/>
                  </a:moveTo>
                  <a:lnTo>
                    <a:pt x="356260" y="2349"/>
                  </a:lnTo>
                  <a:lnTo>
                    <a:pt x="356260" y="80949"/>
                  </a:lnTo>
                  <a:lnTo>
                    <a:pt x="16941" y="80949"/>
                  </a:lnTo>
                  <a:lnTo>
                    <a:pt x="16941" y="0"/>
                  </a:lnTo>
                  <a:lnTo>
                    <a:pt x="0" y="0"/>
                  </a:lnTo>
                  <a:lnTo>
                    <a:pt x="0" y="110286"/>
                  </a:lnTo>
                  <a:lnTo>
                    <a:pt x="16941" y="110286"/>
                  </a:lnTo>
                  <a:lnTo>
                    <a:pt x="16941" y="108534"/>
                  </a:lnTo>
                  <a:lnTo>
                    <a:pt x="356260" y="108534"/>
                  </a:lnTo>
                  <a:lnTo>
                    <a:pt x="356260" y="109029"/>
                  </a:lnTo>
                  <a:lnTo>
                    <a:pt x="363982" y="109029"/>
                  </a:lnTo>
                  <a:lnTo>
                    <a:pt x="363982" y="108534"/>
                  </a:lnTo>
                  <a:lnTo>
                    <a:pt x="363982" y="107759"/>
                  </a:lnTo>
                  <a:lnTo>
                    <a:pt x="373176" y="107759"/>
                  </a:lnTo>
                  <a:lnTo>
                    <a:pt x="373176" y="2349"/>
                  </a:lnTo>
                  <a:close/>
                </a:path>
              </a:pathLst>
            </a:custGeom>
            <a:solidFill>
              <a:srgbClr val="8816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 descr=""/>
            <p:cNvSpPr/>
            <p:nvPr/>
          </p:nvSpPr>
          <p:spPr>
            <a:xfrm>
              <a:off x="16033152" y="8853995"/>
              <a:ext cx="17145" cy="74930"/>
            </a:xfrm>
            <a:custGeom>
              <a:avLst/>
              <a:gdLst/>
              <a:ahLst/>
              <a:cxnLst/>
              <a:rect l="l" t="t" r="r" b="b"/>
              <a:pathLst>
                <a:path w="17144" h="74929">
                  <a:moveTo>
                    <a:pt x="0" y="0"/>
                  </a:moveTo>
                  <a:lnTo>
                    <a:pt x="0" y="74563"/>
                  </a:lnTo>
                  <a:lnTo>
                    <a:pt x="16941" y="74563"/>
                  </a:lnTo>
                  <a:lnTo>
                    <a:pt x="16941" y="33245"/>
                  </a:lnTo>
                  <a:lnTo>
                    <a:pt x="11538" y="26077"/>
                  </a:lnTo>
                  <a:lnTo>
                    <a:pt x="6947" y="18051"/>
                  </a:lnTo>
                  <a:lnTo>
                    <a:pt x="3118" y="93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4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 descr=""/>
            <p:cNvSpPr/>
            <p:nvPr/>
          </p:nvSpPr>
          <p:spPr>
            <a:xfrm>
              <a:off x="16033243" y="8772478"/>
              <a:ext cx="15875" cy="19685"/>
            </a:xfrm>
            <a:custGeom>
              <a:avLst/>
              <a:gdLst/>
              <a:ahLst/>
              <a:cxnLst/>
              <a:rect l="l" t="t" r="r" b="b"/>
              <a:pathLst>
                <a:path w="15875" h="19684">
                  <a:moveTo>
                    <a:pt x="12188" y="0"/>
                  </a:moveTo>
                  <a:lnTo>
                    <a:pt x="3518" y="0"/>
                  </a:lnTo>
                  <a:lnTo>
                    <a:pt x="0" y="4408"/>
                  </a:lnTo>
                  <a:lnTo>
                    <a:pt x="0" y="9842"/>
                  </a:lnTo>
                  <a:lnTo>
                    <a:pt x="0" y="15277"/>
                  </a:lnTo>
                  <a:lnTo>
                    <a:pt x="3518" y="19685"/>
                  </a:lnTo>
                  <a:lnTo>
                    <a:pt x="12188" y="19685"/>
                  </a:lnTo>
                  <a:lnTo>
                    <a:pt x="15706" y="15277"/>
                  </a:lnTo>
                  <a:lnTo>
                    <a:pt x="15706" y="4408"/>
                  </a:lnTo>
                  <a:lnTo>
                    <a:pt x="12188" y="0"/>
                  </a:lnTo>
                  <a:close/>
                </a:path>
              </a:pathLst>
            </a:custGeom>
            <a:solidFill>
              <a:srgbClr val="F5AE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 descr=""/>
            <p:cNvSpPr/>
            <p:nvPr/>
          </p:nvSpPr>
          <p:spPr>
            <a:xfrm>
              <a:off x="16033245" y="8775139"/>
              <a:ext cx="15875" cy="17145"/>
            </a:xfrm>
            <a:custGeom>
              <a:avLst/>
              <a:gdLst/>
              <a:ahLst/>
              <a:cxnLst/>
              <a:rect l="l" t="t" r="r" b="b"/>
              <a:pathLst>
                <a:path w="15875" h="17145">
                  <a:moveTo>
                    <a:pt x="2492" y="0"/>
                  </a:moveTo>
                  <a:lnTo>
                    <a:pt x="963" y="1790"/>
                  </a:lnTo>
                  <a:lnTo>
                    <a:pt x="0" y="4345"/>
                  </a:lnTo>
                  <a:lnTo>
                    <a:pt x="0" y="12617"/>
                  </a:lnTo>
                  <a:lnTo>
                    <a:pt x="3507" y="17025"/>
                  </a:lnTo>
                  <a:lnTo>
                    <a:pt x="11277" y="17025"/>
                  </a:lnTo>
                  <a:lnTo>
                    <a:pt x="14188" y="14261"/>
                  </a:lnTo>
                  <a:lnTo>
                    <a:pt x="15256" y="10408"/>
                  </a:lnTo>
                  <a:lnTo>
                    <a:pt x="13852" y="12051"/>
                  </a:lnTo>
                  <a:lnTo>
                    <a:pt x="11978" y="13067"/>
                  </a:lnTo>
                  <a:lnTo>
                    <a:pt x="9905" y="13067"/>
                  </a:lnTo>
                  <a:lnTo>
                    <a:pt x="5570" y="13067"/>
                  </a:lnTo>
                  <a:lnTo>
                    <a:pt x="2052" y="8659"/>
                  </a:lnTo>
                  <a:lnTo>
                    <a:pt x="2052" y="2094"/>
                  </a:lnTo>
                  <a:lnTo>
                    <a:pt x="2219" y="1005"/>
                  </a:lnTo>
                  <a:lnTo>
                    <a:pt x="2492" y="0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 descr=""/>
            <p:cNvSpPr/>
            <p:nvPr/>
          </p:nvSpPr>
          <p:spPr>
            <a:xfrm>
              <a:off x="16038707" y="8773830"/>
              <a:ext cx="7620" cy="10795"/>
            </a:xfrm>
            <a:custGeom>
              <a:avLst/>
              <a:gdLst/>
              <a:ahLst/>
              <a:cxnLst/>
              <a:rect l="l" t="t" r="r" b="b"/>
              <a:pathLst>
                <a:path w="7619" h="10795">
                  <a:moveTo>
                    <a:pt x="2942" y="0"/>
                  </a:moveTo>
                  <a:lnTo>
                    <a:pt x="146" y="2251"/>
                  </a:lnTo>
                  <a:lnTo>
                    <a:pt x="0" y="4952"/>
                  </a:lnTo>
                  <a:lnTo>
                    <a:pt x="1204" y="7151"/>
                  </a:lnTo>
                  <a:lnTo>
                    <a:pt x="2408" y="9350"/>
                  </a:lnTo>
                  <a:lnTo>
                    <a:pt x="4523" y="10219"/>
                  </a:lnTo>
                  <a:lnTo>
                    <a:pt x="7319" y="7957"/>
                  </a:lnTo>
                  <a:lnTo>
                    <a:pt x="7476" y="5266"/>
                  </a:lnTo>
                  <a:lnTo>
                    <a:pt x="5057" y="869"/>
                  </a:lnTo>
                  <a:lnTo>
                    <a:pt x="2942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 descr=""/>
            <p:cNvSpPr/>
            <p:nvPr/>
          </p:nvSpPr>
          <p:spPr>
            <a:xfrm>
              <a:off x="16029763" y="8789816"/>
              <a:ext cx="23495" cy="40005"/>
            </a:xfrm>
            <a:custGeom>
              <a:avLst/>
              <a:gdLst/>
              <a:ahLst/>
              <a:cxnLst/>
              <a:rect l="l" t="t" r="r" b="b"/>
              <a:pathLst>
                <a:path w="23494" h="40004">
                  <a:moveTo>
                    <a:pt x="23475" y="0"/>
                  </a:moveTo>
                  <a:lnTo>
                    <a:pt x="0" y="0"/>
                  </a:lnTo>
                  <a:lnTo>
                    <a:pt x="0" y="39747"/>
                  </a:lnTo>
                  <a:lnTo>
                    <a:pt x="23475" y="39747"/>
                  </a:lnTo>
                  <a:lnTo>
                    <a:pt x="23475" y="0"/>
                  </a:lnTo>
                  <a:close/>
                </a:path>
              </a:pathLst>
            </a:custGeom>
            <a:solidFill>
              <a:srgbClr val="F5AE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 descr=""/>
            <p:cNvSpPr/>
            <p:nvPr/>
          </p:nvSpPr>
          <p:spPr>
            <a:xfrm>
              <a:off x="16029762" y="8795254"/>
              <a:ext cx="23495" cy="34925"/>
            </a:xfrm>
            <a:custGeom>
              <a:avLst/>
              <a:gdLst/>
              <a:ahLst/>
              <a:cxnLst/>
              <a:rect l="l" t="t" r="r" b="b"/>
              <a:pathLst>
                <a:path w="23494" h="34925">
                  <a:moveTo>
                    <a:pt x="0" y="0"/>
                  </a:moveTo>
                  <a:lnTo>
                    <a:pt x="0" y="34313"/>
                  </a:lnTo>
                  <a:lnTo>
                    <a:pt x="23475" y="34313"/>
                  </a:lnTo>
                  <a:lnTo>
                    <a:pt x="23475" y="27580"/>
                  </a:lnTo>
                  <a:lnTo>
                    <a:pt x="15555" y="24155"/>
                  </a:lnTo>
                  <a:lnTo>
                    <a:pt x="8981" y="17948"/>
                  </a:lnTo>
                  <a:lnTo>
                    <a:pt x="3785" y="96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 descr=""/>
            <p:cNvSpPr/>
            <p:nvPr/>
          </p:nvSpPr>
          <p:spPr>
            <a:xfrm>
              <a:off x="16045154" y="8793567"/>
              <a:ext cx="5080" cy="18415"/>
            </a:xfrm>
            <a:custGeom>
              <a:avLst/>
              <a:gdLst/>
              <a:ahLst/>
              <a:cxnLst/>
              <a:rect l="l" t="t" r="r" b="b"/>
              <a:pathLst>
                <a:path w="5080" h="18415">
                  <a:moveTo>
                    <a:pt x="3696" y="0"/>
                  </a:moveTo>
                  <a:lnTo>
                    <a:pt x="1068" y="0"/>
                  </a:lnTo>
                  <a:lnTo>
                    <a:pt x="0" y="4052"/>
                  </a:lnTo>
                  <a:lnTo>
                    <a:pt x="0" y="9046"/>
                  </a:lnTo>
                  <a:lnTo>
                    <a:pt x="0" y="14041"/>
                  </a:lnTo>
                  <a:lnTo>
                    <a:pt x="1068" y="18093"/>
                  </a:lnTo>
                  <a:lnTo>
                    <a:pt x="3696" y="18093"/>
                  </a:lnTo>
                  <a:lnTo>
                    <a:pt x="4753" y="14041"/>
                  </a:lnTo>
                  <a:lnTo>
                    <a:pt x="4753" y="4052"/>
                  </a:lnTo>
                  <a:lnTo>
                    <a:pt x="369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 descr=""/>
            <p:cNvSpPr/>
            <p:nvPr/>
          </p:nvSpPr>
          <p:spPr>
            <a:xfrm>
              <a:off x="16031575" y="8894388"/>
              <a:ext cx="20955" cy="31750"/>
            </a:xfrm>
            <a:custGeom>
              <a:avLst/>
              <a:gdLst/>
              <a:ahLst/>
              <a:cxnLst/>
              <a:rect l="l" t="t" r="r" b="b"/>
              <a:pathLst>
                <a:path w="20955" h="31750">
                  <a:moveTo>
                    <a:pt x="20931" y="0"/>
                  </a:moveTo>
                  <a:lnTo>
                    <a:pt x="0" y="0"/>
                  </a:lnTo>
                  <a:lnTo>
                    <a:pt x="0" y="31234"/>
                  </a:lnTo>
                  <a:lnTo>
                    <a:pt x="20931" y="31234"/>
                  </a:lnTo>
                  <a:lnTo>
                    <a:pt x="20931" y="0"/>
                  </a:lnTo>
                  <a:close/>
                </a:path>
              </a:pathLst>
            </a:custGeom>
            <a:solidFill>
              <a:srgbClr val="F5AE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 descr=""/>
            <p:cNvSpPr/>
            <p:nvPr/>
          </p:nvSpPr>
          <p:spPr>
            <a:xfrm>
              <a:off x="16031579" y="8899981"/>
              <a:ext cx="20955" cy="26034"/>
            </a:xfrm>
            <a:custGeom>
              <a:avLst/>
              <a:gdLst/>
              <a:ahLst/>
              <a:cxnLst/>
              <a:rect l="l" t="t" r="r" b="b"/>
              <a:pathLst>
                <a:path w="20955" h="26034">
                  <a:moveTo>
                    <a:pt x="0" y="0"/>
                  </a:moveTo>
                  <a:lnTo>
                    <a:pt x="0" y="25643"/>
                  </a:lnTo>
                  <a:lnTo>
                    <a:pt x="20931" y="25643"/>
                  </a:lnTo>
                  <a:lnTo>
                    <a:pt x="20931" y="19957"/>
                  </a:lnTo>
                  <a:lnTo>
                    <a:pt x="14215" y="17737"/>
                  </a:lnTo>
                  <a:lnTo>
                    <a:pt x="8321" y="13339"/>
                  </a:lnTo>
                  <a:lnTo>
                    <a:pt x="3500" y="7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 descr=""/>
            <p:cNvSpPr/>
            <p:nvPr/>
          </p:nvSpPr>
          <p:spPr>
            <a:xfrm>
              <a:off x="16043882" y="8895862"/>
              <a:ext cx="5080" cy="18415"/>
            </a:xfrm>
            <a:custGeom>
              <a:avLst/>
              <a:gdLst/>
              <a:ahLst/>
              <a:cxnLst/>
              <a:rect l="l" t="t" r="r" b="b"/>
              <a:pathLst>
                <a:path w="5080" h="18415">
                  <a:moveTo>
                    <a:pt x="3696" y="0"/>
                  </a:moveTo>
                  <a:lnTo>
                    <a:pt x="1068" y="0"/>
                  </a:lnTo>
                  <a:lnTo>
                    <a:pt x="0" y="4052"/>
                  </a:lnTo>
                  <a:lnTo>
                    <a:pt x="0" y="9046"/>
                  </a:lnTo>
                  <a:lnTo>
                    <a:pt x="0" y="14041"/>
                  </a:lnTo>
                  <a:lnTo>
                    <a:pt x="1068" y="18093"/>
                  </a:lnTo>
                  <a:lnTo>
                    <a:pt x="3696" y="18093"/>
                  </a:lnTo>
                  <a:lnTo>
                    <a:pt x="4753" y="14041"/>
                  </a:lnTo>
                  <a:lnTo>
                    <a:pt x="4753" y="4052"/>
                  </a:lnTo>
                  <a:lnTo>
                    <a:pt x="369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 descr=""/>
            <p:cNvSpPr/>
            <p:nvPr/>
          </p:nvSpPr>
          <p:spPr>
            <a:xfrm>
              <a:off x="16389417" y="8860174"/>
              <a:ext cx="17145" cy="66675"/>
            </a:xfrm>
            <a:custGeom>
              <a:avLst/>
              <a:gdLst/>
              <a:ahLst/>
              <a:cxnLst/>
              <a:rect l="l" t="t" r="r" b="b"/>
              <a:pathLst>
                <a:path w="17144" h="66675">
                  <a:moveTo>
                    <a:pt x="0" y="0"/>
                  </a:moveTo>
                  <a:lnTo>
                    <a:pt x="0" y="66626"/>
                  </a:lnTo>
                  <a:lnTo>
                    <a:pt x="7727" y="66626"/>
                  </a:lnTo>
                  <a:lnTo>
                    <a:pt x="7727" y="65516"/>
                  </a:lnTo>
                  <a:lnTo>
                    <a:pt x="16920" y="65516"/>
                  </a:lnTo>
                  <a:lnTo>
                    <a:pt x="16920" y="19967"/>
                  </a:lnTo>
                  <a:lnTo>
                    <a:pt x="12638" y="15989"/>
                  </a:lnTo>
                  <a:lnTo>
                    <a:pt x="8544" y="11612"/>
                  </a:lnTo>
                  <a:lnTo>
                    <a:pt x="6554" y="9266"/>
                  </a:lnTo>
                  <a:lnTo>
                    <a:pt x="1465" y="23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4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 descr=""/>
            <p:cNvSpPr/>
            <p:nvPr/>
          </p:nvSpPr>
          <p:spPr>
            <a:xfrm>
              <a:off x="16388530" y="8772478"/>
              <a:ext cx="15875" cy="19685"/>
            </a:xfrm>
            <a:custGeom>
              <a:avLst/>
              <a:gdLst/>
              <a:ahLst/>
              <a:cxnLst/>
              <a:rect l="l" t="t" r="r" b="b"/>
              <a:pathLst>
                <a:path w="15875" h="19684">
                  <a:moveTo>
                    <a:pt x="12188" y="0"/>
                  </a:moveTo>
                  <a:lnTo>
                    <a:pt x="3518" y="0"/>
                  </a:lnTo>
                  <a:lnTo>
                    <a:pt x="0" y="4408"/>
                  </a:lnTo>
                  <a:lnTo>
                    <a:pt x="0" y="9842"/>
                  </a:lnTo>
                  <a:lnTo>
                    <a:pt x="0" y="15277"/>
                  </a:lnTo>
                  <a:lnTo>
                    <a:pt x="3518" y="19685"/>
                  </a:lnTo>
                  <a:lnTo>
                    <a:pt x="12188" y="19685"/>
                  </a:lnTo>
                  <a:lnTo>
                    <a:pt x="15706" y="15277"/>
                  </a:lnTo>
                  <a:lnTo>
                    <a:pt x="15706" y="4408"/>
                  </a:lnTo>
                  <a:lnTo>
                    <a:pt x="12188" y="0"/>
                  </a:lnTo>
                  <a:close/>
                </a:path>
              </a:pathLst>
            </a:custGeom>
            <a:solidFill>
              <a:srgbClr val="F5AE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 descr=""/>
            <p:cNvSpPr/>
            <p:nvPr/>
          </p:nvSpPr>
          <p:spPr>
            <a:xfrm>
              <a:off x="16388533" y="8775139"/>
              <a:ext cx="15875" cy="17145"/>
            </a:xfrm>
            <a:custGeom>
              <a:avLst/>
              <a:gdLst/>
              <a:ahLst/>
              <a:cxnLst/>
              <a:rect l="l" t="t" r="r" b="b"/>
              <a:pathLst>
                <a:path w="15875" h="17145">
                  <a:moveTo>
                    <a:pt x="2492" y="0"/>
                  </a:moveTo>
                  <a:lnTo>
                    <a:pt x="963" y="1790"/>
                  </a:lnTo>
                  <a:lnTo>
                    <a:pt x="0" y="4345"/>
                  </a:lnTo>
                  <a:lnTo>
                    <a:pt x="0" y="12617"/>
                  </a:lnTo>
                  <a:lnTo>
                    <a:pt x="3507" y="17025"/>
                  </a:lnTo>
                  <a:lnTo>
                    <a:pt x="11277" y="17025"/>
                  </a:lnTo>
                  <a:lnTo>
                    <a:pt x="14188" y="14261"/>
                  </a:lnTo>
                  <a:lnTo>
                    <a:pt x="15256" y="10408"/>
                  </a:lnTo>
                  <a:lnTo>
                    <a:pt x="13852" y="12051"/>
                  </a:lnTo>
                  <a:lnTo>
                    <a:pt x="11978" y="13067"/>
                  </a:lnTo>
                  <a:lnTo>
                    <a:pt x="9905" y="13067"/>
                  </a:lnTo>
                  <a:lnTo>
                    <a:pt x="5570" y="13067"/>
                  </a:lnTo>
                  <a:lnTo>
                    <a:pt x="2052" y="8659"/>
                  </a:lnTo>
                  <a:lnTo>
                    <a:pt x="2052" y="2094"/>
                  </a:lnTo>
                  <a:lnTo>
                    <a:pt x="2219" y="1005"/>
                  </a:lnTo>
                  <a:lnTo>
                    <a:pt x="2492" y="0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 descr=""/>
            <p:cNvSpPr/>
            <p:nvPr/>
          </p:nvSpPr>
          <p:spPr>
            <a:xfrm>
              <a:off x="16393996" y="8773830"/>
              <a:ext cx="7620" cy="10795"/>
            </a:xfrm>
            <a:custGeom>
              <a:avLst/>
              <a:gdLst/>
              <a:ahLst/>
              <a:cxnLst/>
              <a:rect l="l" t="t" r="r" b="b"/>
              <a:pathLst>
                <a:path w="7619" h="10795">
                  <a:moveTo>
                    <a:pt x="2942" y="0"/>
                  </a:moveTo>
                  <a:lnTo>
                    <a:pt x="146" y="2251"/>
                  </a:lnTo>
                  <a:lnTo>
                    <a:pt x="0" y="4952"/>
                  </a:lnTo>
                  <a:lnTo>
                    <a:pt x="1204" y="7151"/>
                  </a:lnTo>
                  <a:lnTo>
                    <a:pt x="2408" y="9350"/>
                  </a:lnTo>
                  <a:lnTo>
                    <a:pt x="4523" y="10219"/>
                  </a:lnTo>
                  <a:lnTo>
                    <a:pt x="7319" y="7957"/>
                  </a:lnTo>
                  <a:lnTo>
                    <a:pt x="7476" y="5266"/>
                  </a:lnTo>
                  <a:lnTo>
                    <a:pt x="5057" y="869"/>
                  </a:lnTo>
                  <a:lnTo>
                    <a:pt x="2942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 descr=""/>
            <p:cNvSpPr/>
            <p:nvPr/>
          </p:nvSpPr>
          <p:spPr>
            <a:xfrm>
              <a:off x="16385051" y="8789816"/>
              <a:ext cx="23495" cy="40005"/>
            </a:xfrm>
            <a:custGeom>
              <a:avLst/>
              <a:gdLst/>
              <a:ahLst/>
              <a:cxnLst/>
              <a:rect l="l" t="t" r="r" b="b"/>
              <a:pathLst>
                <a:path w="23494" h="40004">
                  <a:moveTo>
                    <a:pt x="23475" y="0"/>
                  </a:moveTo>
                  <a:lnTo>
                    <a:pt x="0" y="0"/>
                  </a:lnTo>
                  <a:lnTo>
                    <a:pt x="0" y="39747"/>
                  </a:lnTo>
                  <a:lnTo>
                    <a:pt x="23475" y="39747"/>
                  </a:lnTo>
                  <a:lnTo>
                    <a:pt x="23475" y="0"/>
                  </a:lnTo>
                  <a:close/>
                </a:path>
              </a:pathLst>
            </a:custGeom>
            <a:solidFill>
              <a:srgbClr val="F5AE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 descr=""/>
            <p:cNvSpPr/>
            <p:nvPr/>
          </p:nvSpPr>
          <p:spPr>
            <a:xfrm>
              <a:off x="16385052" y="8795254"/>
              <a:ext cx="23495" cy="34925"/>
            </a:xfrm>
            <a:custGeom>
              <a:avLst/>
              <a:gdLst/>
              <a:ahLst/>
              <a:cxnLst/>
              <a:rect l="l" t="t" r="r" b="b"/>
              <a:pathLst>
                <a:path w="23494" h="34925">
                  <a:moveTo>
                    <a:pt x="0" y="0"/>
                  </a:moveTo>
                  <a:lnTo>
                    <a:pt x="0" y="34313"/>
                  </a:lnTo>
                  <a:lnTo>
                    <a:pt x="23475" y="34313"/>
                  </a:lnTo>
                  <a:lnTo>
                    <a:pt x="23475" y="27580"/>
                  </a:lnTo>
                  <a:lnTo>
                    <a:pt x="15555" y="24155"/>
                  </a:lnTo>
                  <a:lnTo>
                    <a:pt x="8981" y="17948"/>
                  </a:lnTo>
                  <a:lnTo>
                    <a:pt x="3785" y="96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 descr=""/>
            <p:cNvSpPr/>
            <p:nvPr/>
          </p:nvSpPr>
          <p:spPr>
            <a:xfrm>
              <a:off x="16400442" y="8793567"/>
              <a:ext cx="5080" cy="18415"/>
            </a:xfrm>
            <a:custGeom>
              <a:avLst/>
              <a:gdLst/>
              <a:ahLst/>
              <a:cxnLst/>
              <a:rect l="l" t="t" r="r" b="b"/>
              <a:pathLst>
                <a:path w="5080" h="18415">
                  <a:moveTo>
                    <a:pt x="3696" y="0"/>
                  </a:moveTo>
                  <a:lnTo>
                    <a:pt x="1068" y="0"/>
                  </a:lnTo>
                  <a:lnTo>
                    <a:pt x="0" y="4052"/>
                  </a:lnTo>
                  <a:lnTo>
                    <a:pt x="0" y="9046"/>
                  </a:lnTo>
                  <a:lnTo>
                    <a:pt x="0" y="14041"/>
                  </a:lnTo>
                  <a:lnTo>
                    <a:pt x="1068" y="18093"/>
                  </a:lnTo>
                  <a:lnTo>
                    <a:pt x="3696" y="18093"/>
                  </a:lnTo>
                  <a:lnTo>
                    <a:pt x="4753" y="14041"/>
                  </a:lnTo>
                  <a:lnTo>
                    <a:pt x="4753" y="4052"/>
                  </a:lnTo>
                  <a:lnTo>
                    <a:pt x="369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 descr=""/>
            <p:cNvSpPr/>
            <p:nvPr/>
          </p:nvSpPr>
          <p:spPr>
            <a:xfrm>
              <a:off x="16387909" y="8895655"/>
              <a:ext cx="20955" cy="31750"/>
            </a:xfrm>
            <a:custGeom>
              <a:avLst/>
              <a:gdLst/>
              <a:ahLst/>
              <a:cxnLst/>
              <a:rect l="l" t="t" r="r" b="b"/>
              <a:pathLst>
                <a:path w="20955" h="31750">
                  <a:moveTo>
                    <a:pt x="20941" y="0"/>
                  </a:moveTo>
                  <a:lnTo>
                    <a:pt x="0" y="0"/>
                  </a:lnTo>
                  <a:lnTo>
                    <a:pt x="0" y="31224"/>
                  </a:lnTo>
                  <a:lnTo>
                    <a:pt x="20941" y="31224"/>
                  </a:lnTo>
                  <a:lnTo>
                    <a:pt x="20941" y="0"/>
                  </a:lnTo>
                  <a:close/>
                </a:path>
              </a:pathLst>
            </a:custGeom>
            <a:solidFill>
              <a:srgbClr val="F5AE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 descr=""/>
            <p:cNvSpPr/>
            <p:nvPr/>
          </p:nvSpPr>
          <p:spPr>
            <a:xfrm>
              <a:off x="16387914" y="8901242"/>
              <a:ext cx="20955" cy="26034"/>
            </a:xfrm>
            <a:custGeom>
              <a:avLst/>
              <a:gdLst/>
              <a:ahLst/>
              <a:cxnLst/>
              <a:rect l="l" t="t" r="r" b="b"/>
              <a:pathLst>
                <a:path w="20955" h="26034">
                  <a:moveTo>
                    <a:pt x="0" y="0"/>
                  </a:moveTo>
                  <a:lnTo>
                    <a:pt x="0" y="25632"/>
                  </a:lnTo>
                  <a:lnTo>
                    <a:pt x="20941" y="25632"/>
                  </a:lnTo>
                  <a:lnTo>
                    <a:pt x="20941" y="19947"/>
                  </a:lnTo>
                  <a:lnTo>
                    <a:pt x="19339" y="19685"/>
                  </a:lnTo>
                  <a:lnTo>
                    <a:pt x="18564" y="19433"/>
                  </a:lnTo>
                  <a:lnTo>
                    <a:pt x="481" y="13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 descr=""/>
            <p:cNvSpPr/>
            <p:nvPr/>
          </p:nvSpPr>
          <p:spPr>
            <a:xfrm>
              <a:off x="16400219" y="8897116"/>
              <a:ext cx="5080" cy="18415"/>
            </a:xfrm>
            <a:custGeom>
              <a:avLst/>
              <a:gdLst/>
              <a:ahLst/>
              <a:cxnLst/>
              <a:rect l="l" t="t" r="r" b="b"/>
              <a:pathLst>
                <a:path w="5080" h="18415">
                  <a:moveTo>
                    <a:pt x="3696" y="0"/>
                  </a:moveTo>
                  <a:lnTo>
                    <a:pt x="1068" y="0"/>
                  </a:lnTo>
                  <a:lnTo>
                    <a:pt x="0" y="4052"/>
                  </a:lnTo>
                  <a:lnTo>
                    <a:pt x="0" y="9046"/>
                  </a:lnTo>
                  <a:lnTo>
                    <a:pt x="0" y="14041"/>
                  </a:lnTo>
                  <a:lnTo>
                    <a:pt x="1068" y="18093"/>
                  </a:lnTo>
                  <a:lnTo>
                    <a:pt x="3696" y="18093"/>
                  </a:lnTo>
                  <a:lnTo>
                    <a:pt x="4753" y="14041"/>
                  </a:lnTo>
                  <a:lnTo>
                    <a:pt x="4753" y="4052"/>
                  </a:lnTo>
                  <a:lnTo>
                    <a:pt x="369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 descr=""/>
            <p:cNvSpPr/>
            <p:nvPr/>
          </p:nvSpPr>
          <p:spPr>
            <a:xfrm>
              <a:off x="16165475" y="8843130"/>
              <a:ext cx="145415" cy="62865"/>
            </a:xfrm>
            <a:custGeom>
              <a:avLst/>
              <a:gdLst/>
              <a:ahLst/>
              <a:cxnLst/>
              <a:rect l="l" t="t" r="r" b="b"/>
              <a:pathLst>
                <a:path w="145415" h="62865">
                  <a:moveTo>
                    <a:pt x="52158" y="27495"/>
                  </a:moveTo>
                  <a:lnTo>
                    <a:pt x="50114" y="26898"/>
                  </a:lnTo>
                  <a:lnTo>
                    <a:pt x="44526" y="26416"/>
                  </a:lnTo>
                  <a:lnTo>
                    <a:pt x="36233" y="26085"/>
                  </a:lnTo>
                  <a:lnTo>
                    <a:pt x="26085" y="25958"/>
                  </a:lnTo>
                  <a:lnTo>
                    <a:pt x="15925" y="26085"/>
                  </a:lnTo>
                  <a:lnTo>
                    <a:pt x="7632" y="26416"/>
                  </a:lnTo>
                  <a:lnTo>
                    <a:pt x="2044" y="26898"/>
                  </a:lnTo>
                  <a:lnTo>
                    <a:pt x="0" y="27495"/>
                  </a:lnTo>
                  <a:lnTo>
                    <a:pt x="2044" y="28079"/>
                  </a:lnTo>
                  <a:lnTo>
                    <a:pt x="7632" y="28562"/>
                  </a:lnTo>
                  <a:lnTo>
                    <a:pt x="15925" y="28892"/>
                  </a:lnTo>
                  <a:lnTo>
                    <a:pt x="26085" y="29006"/>
                  </a:lnTo>
                  <a:lnTo>
                    <a:pt x="36233" y="28892"/>
                  </a:lnTo>
                  <a:lnTo>
                    <a:pt x="44526" y="28562"/>
                  </a:lnTo>
                  <a:lnTo>
                    <a:pt x="50114" y="28079"/>
                  </a:lnTo>
                  <a:lnTo>
                    <a:pt x="52158" y="27495"/>
                  </a:lnTo>
                  <a:close/>
                </a:path>
                <a:path w="145415" h="62865">
                  <a:moveTo>
                    <a:pt x="96812" y="1536"/>
                  </a:moveTo>
                  <a:lnTo>
                    <a:pt x="94767" y="939"/>
                  </a:lnTo>
                  <a:lnTo>
                    <a:pt x="89179" y="457"/>
                  </a:lnTo>
                  <a:lnTo>
                    <a:pt x="80886" y="127"/>
                  </a:lnTo>
                  <a:lnTo>
                    <a:pt x="70726" y="0"/>
                  </a:lnTo>
                  <a:lnTo>
                    <a:pt x="60579" y="127"/>
                  </a:lnTo>
                  <a:lnTo>
                    <a:pt x="52285" y="457"/>
                  </a:lnTo>
                  <a:lnTo>
                    <a:pt x="46697" y="939"/>
                  </a:lnTo>
                  <a:lnTo>
                    <a:pt x="44653" y="1536"/>
                  </a:lnTo>
                  <a:lnTo>
                    <a:pt x="46697" y="2120"/>
                  </a:lnTo>
                  <a:lnTo>
                    <a:pt x="52285" y="2603"/>
                  </a:lnTo>
                  <a:lnTo>
                    <a:pt x="60579" y="2933"/>
                  </a:lnTo>
                  <a:lnTo>
                    <a:pt x="70726" y="3048"/>
                  </a:lnTo>
                  <a:lnTo>
                    <a:pt x="80886" y="2933"/>
                  </a:lnTo>
                  <a:lnTo>
                    <a:pt x="89179" y="2603"/>
                  </a:lnTo>
                  <a:lnTo>
                    <a:pt x="94767" y="2120"/>
                  </a:lnTo>
                  <a:lnTo>
                    <a:pt x="96812" y="1536"/>
                  </a:lnTo>
                  <a:close/>
                </a:path>
                <a:path w="145415" h="62865">
                  <a:moveTo>
                    <a:pt x="144856" y="61226"/>
                  </a:moveTo>
                  <a:lnTo>
                    <a:pt x="142811" y="60629"/>
                  </a:lnTo>
                  <a:lnTo>
                    <a:pt x="137223" y="60147"/>
                  </a:lnTo>
                  <a:lnTo>
                    <a:pt x="128930" y="59817"/>
                  </a:lnTo>
                  <a:lnTo>
                    <a:pt x="118770" y="59702"/>
                  </a:lnTo>
                  <a:lnTo>
                    <a:pt x="108623" y="59817"/>
                  </a:lnTo>
                  <a:lnTo>
                    <a:pt x="100330" y="60147"/>
                  </a:lnTo>
                  <a:lnTo>
                    <a:pt x="94742" y="60629"/>
                  </a:lnTo>
                  <a:lnTo>
                    <a:pt x="92684" y="61226"/>
                  </a:lnTo>
                  <a:lnTo>
                    <a:pt x="94742" y="61810"/>
                  </a:lnTo>
                  <a:lnTo>
                    <a:pt x="100330" y="62293"/>
                  </a:lnTo>
                  <a:lnTo>
                    <a:pt x="108623" y="62623"/>
                  </a:lnTo>
                  <a:lnTo>
                    <a:pt x="118770" y="62738"/>
                  </a:lnTo>
                  <a:lnTo>
                    <a:pt x="128930" y="62623"/>
                  </a:lnTo>
                  <a:lnTo>
                    <a:pt x="137223" y="62293"/>
                  </a:lnTo>
                  <a:lnTo>
                    <a:pt x="142811" y="61810"/>
                  </a:lnTo>
                  <a:lnTo>
                    <a:pt x="144856" y="61226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5" name="object 265" descr=""/>
          <p:cNvSpPr/>
          <p:nvPr/>
        </p:nvSpPr>
        <p:spPr>
          <a:xfrm>
            <a:off x="15802210" y="8845332"/>
            <a:ext cx="14604" cy="29209"/>
          </a:xfrm>
          <a:custGeom>
            <a:avLst/>
            <a:gdLst/>
            <a:ahLst/>
            <a:cxnLst/>
            <a:rect l="l" t="t" r="r" b="b"/>
            <a:pathLst>
              <a:path w="14605" h="29209">
                <a:moveTo>
                  <a:pt x="13978" y="0"/>
                </a:moveTo>
                <a:lnTo>
                  <a:pt x="0" y="0"/>
                </a:lnTo>
                <a:lnTo>
                  <a:pt x="0" y="29035"/>
                </a:lnTo>
                <a:lnTo>
                  <a:pt x="13978" y="29035"/>
                </a:lnTo>
                <a:lnTo>
                  <a:pt x="13978" y="0"/>
                </a:lnTo>
                <a:close/>
              </a:path>
            </a:pathLst>
          </a:custGeom>
          <a:solidFill>
            <a:srgbClr val="711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66" name="object 266" descr=""/>
          <p:cNvGrpSpPr/>
          <p:nvPr/>
        </p:nvGrpSpPr>
        <p:grpSpPr>
          <a:xfrm>
            <a:off x="15674361" y="8772478"/>
            <a:ext cx="379095" cy="158750"/>
            <a:chOff x="15674361" y="8772478"/>
            <a:chExt cx="379095" cy="158750"/>
          </a:xfrm>
        </p:grpSpPr>
        <p:sp>
          <p:nvSpPr>
            <p:cNvPr id="267" name="object 267" descr=""/>
            <p:cNvSpPr/>
            <p:nvPr/>
          </p:nvSpPr>
          <p:spPr>
            <a:xfrm>
              <a:off x="15919830" y="8846652"/>
              <a:ext cx="14604" cy="29209"/>
            </a:xfrm>
            <a:custGeom>
              <a:avLst/>
              <a:gdLst/>
              <a:ahLst/>
              <a:cxnLst/>
              <a:rect l="l" t="t" r="r" b="b"/>
              <a:pathLst>
                <a:path w="14605" h="29209">
                  <a:moveTo>
                    <a:pt x="13978" y="0"/>
                  </a:moveTo>
                  <a:lnTo>
                    <a:pt x="0" y="0"/>
                  </a:lnTo>
                  <a:lnTo>
                    <a:pt x="0" y="29035"/>
                  </a:lnTo>
                  <a:lnTo>
                    <a:pt x="13978" y="29035"/>
                  </a:lnTo>
                  <a:lnTo>
                    <a:pt x="13978" y="0"/>
                  </a:lnTo>
                  <a:close/>
                </a:path>
              </a:pathLst>
            </a:custGeom>
            <a:solidFill>
              <a:srgbClr val="711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 descr=""/>
            <p:cNvSpPr/>
            <p:nvPr/>
          </p:nvSpPr>
          <p:spPr>
            <a:xfrm>
              <a:off x="15682591" y="8841741"/>
              <a:ext cx="361950" cy="10795"/>
            </a:xfrm>
            <a:custGeom>
              <a:avLst/>
              <a:gdLst/>
              <a:ahLst/>
              <a:cxnLst/>
              <a:rect l="l" t="t" r="r" b="b"/>
              <a:pathLst>
                <a:path w="361950" h="10795">
                  <a:moveTo>
                    <a:pt x="361580" y="0"/>
                  </a:moveTo>
                  <a:lnTo>
                    <a:pt x="0" y="0"/>
                  </a:lnTo>
                  <a:lnTo>
                    <a:pt x="0" y="10554"/>
                  </a:lnTo>
                  <a:lnTo>
                    <a:pt x="361580" y="10554"/>
                  </a:lnTo>
                  <a:lnTo>
                    <a:pt x="361580" y="0"/>
                  </a:lnTo>
                  <a:close/>
                </a:path>
              </a:pathLst>
            </a:custGeom>
            <a:solidFill>
              <a:srgbClr val="8816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 descr=""/>
            <p:cNvSpPr/>
            <p:nvPr/>
          </p:nvSpPr>
          <p:spPr>
            <a:xfrm>
              <a:off x="15682591" y="8846086"/>
              <a:ext cx="361950" cy="6350"/>
            </a:xfrm>
            <a:custGeom>
              <a:avLst/>
              <a:gdLst/>
              <a:ahLst/>
              <a:cxnLst/>
              <a:rect l="l" t="t" r="r" b="b"/>
              <a:pathLst>
                <a:path w="361950" h="6350">
                  <a:moveTo>
                    <a:pt x="361580" y="0"/>
                  </a:moveTo>
                  <a:lnTo>
                    <a:pt x="0" y="0"/>
                  </a:lnTo>
                  <a:lnTo>
                    <a:pt x="0" y="6209"/>
                  </a:lnTo>
                  <a:lnTo>
                    <a:pt x="361580" y="6209"/>
                  </a:lnTo>
                  <a:lnTo>
                    <a:pt x="361580" y="0"/>
                  </a:lnTo>
                  <a:close/>
                </a:path>
              </a:pathLst>
            </a:custGeom>
            <a:solidFill>
              <a:srgbClr val="000000">
                <a:alpha val="14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 descr=""/>
            <p:cNvSpPr/>
            <p:nvPr/>
          </p:nvSpPr>
          <p:spPr>
            <a:xfrm>
              <a:off x="15745207" y="8876569"/>
              <a:ext cx="248920" cy="30480"/>
            </a:xfrm>
            <a:custGeom>
              <a:avLst/>
              <a:gdLst/>
              <a:ahLst/>
              <a:cxnLst/>
              <a:rect l="l" t="t" r="r" b="b"/>
              <a:pathLst>
                <a:path w="248919" h="30479">
                  <a:moveTo>
                    <a:pt x="13982" y="0"/>
                  </a:moveTo>
                  <a:lnTo>
                    <a:pt x="0" y="0"/>
                  </a:lnTo>
                  <a:lnTo>
                    <a:pt x="0" y="29044"/>
                  </a:lnTo>
                  <a:lnTo>
                    <a:pt x="13982" y="29044"/>
                  </a:lnTo>
                  <a:lnTo>
                    <a:pt x="13982" y="0"/>
                  </a:lnTo>
                  <a:close/>
                </a:path>
                <a:path w="248919" h="30479">
                  <a:moveTo>
                    <a:pt x="130517" y="889"/>
                  </a:moveTo>
                  <a:lnTo>
                    <a:pt x="116535" y="889"/>
                  </a:lnTo>
                  <a:lnTo>
                    <a:pt x="116535" y="29921"/>
                  </a:lnTo>
                  <a:lnTo>
                    <a:pt x="130517" y="29921"/>
                  </a:lnTo>
                  <a:lnTo>
                    <a:pt x="130517" y="889"/>
                  </a:lnTo>
                  <a:close/>
                </a:path>
                <a:path w="248919" h="30479">
                  <a:moveTo>
                    <a:pt x="248500" y="1320"/>
                  </a:moveTo>
                  <a:lnTo>
                    <a:pt x="234518" y="1320"/>
                  </a:lnTo>
                  <a:lnTo>
                    <a:pt x="234518" y="30353"/>
                  </a:lnTo>
                  <a:lnTo>
                    <a:pt x="248500" y="30353"/>
                  </a:lnTo>
                  <a:lnTo>
                    <a:pt x="248500" y="1320"/>
                  </a:lnTo>
                  <a:close/>
                </a:path>
              </a:pathLst>
            </a:custGeom>
            <a:solidFill>
              <a:srgbClr val="711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 descr=""/>
            <p:cNvSpPr/>
            <p:nvPr/>
          </p:nvSpPr>
          <p:spPr>
            <a:xfrm>
              <a:off x="15688402" y="8866955"/>
              <a:ext cx="356870" cy="16510"/>
            </a:xfrm>
            <a:custGeom>
              <a:avLst/>
              <a:gdLst/>
              <a:ahLst/>
              <a:cxnLst/>
              <a:rect l="l" t="t" r="r" b="b"/>
              <a:pathLst>
                <a:path w="356869" h="16509">
                  <a:moveTo>
                    <a:pt x="356261" y="0"/>
                  </a:moveTo>
                  <a:lnTo>
                    <a:pt x="0" y="0"/>
                  </a:lnTo>
                  <a:lnTo>
                    <a:pt x="0" y="16428"/>
                  </a:lnTo>
                  <a:lnTo>
                    <a:pt x="356261" y="16428"/>
                  </a:lnTo>
                  <a:lnTo>
                    <a:pt x="356261" y="0"/>
                  </a:lnTo>
                  <a:close/>
                </a:path>
              </a:pathLst>
            </a:custGeom>
            <a:solidFill>
              <a:srgbClr val="8816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 descr=""/>
            <p:cNvSpPr/>
            <p:nvPr/>
          </p:nvSpPr>
          <p:spPr>
            <a:xfrm>
              <a:off x="15688398" y="8875615"/>
              <a:ext cx="356870" cy="8255"/>
            </a:xfrm>
            <a:custGeom>
              <a:avLst/>
              <a:gdLst/>
              <a:ahLst/>
              <a:cxnLst/>
              <a:rect l="l" t="t" r="r" b="b"/>
              <a:pathLst>
                <a:path w="356869" h="8254">
                  <a:moveTo>
                    <a:pt x="0" y="0"/>
                  </a:moveTo>
                  <a:lnTo>
                    <a:pt x="0" y="7769"/>
                  </a:lnTo>
                  <a:lnTo>
                    <a:pt x="356261" y="7769"/>
                  </a:lnTo>
                  <a:lnTo>
                    <a:pt x="356261" y="17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4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 descr=""/>
            <p:cNvSpPr/>
            <p:nvPr/>
          </p:nvSpPr>
          <p:spPr>
            <a:xfrm>
              <a:off x="15677744" y="8818276"/>
              <a:ext cx="373380" cy="113030"/>
            </a:xfrm>
            <a:custGeom>
              <a:avLst/>
              <a:gdLst/>
              <a:ahLst/>
              <a:cxnLst/>
              <a:rect l="l" t="t" r="r" b="b"/>
              <a:pathLst>
                <a:path w="373380" h="113029">
                  <a:moveTo>
                    <a:pt x="373202" y="2349"/>
                  </a:moveTo>
                  <a:lnTo>
                    <a:pt x="356260" y="2349"/>
                  </a:lnTo>
                  <a:lnTo>
                    <a:pt x="356260" y="80949"/>
                  </a:lnTo>
                  <a:lnTo>
                    <a:pt x="16941" y="80949"/>
                  </a:lnTo>
                  <a:lnTo>
                    <a:pt x="16941" y="0"/>
                  </a:lnTo>
                  <a:lnTo>
                    <a:pt x="0" y="0"/>
                  </a:lnTo>
                  <a:lnTo>
                    <a:pt x="0" y="110286"/>
                  </a:lnTo>
                  <a:lnTo>
                    <a:pt x="16941" y="110286"/>
                  </a:lnTo>
                  <a:lnTo>
                    <a:pt x="16941" y="108521"/>
                  </a:lnTo>
                  <a:lnTo>
                    <a:pt x="356260" y="108521"/>
                  </a:lnTo>
                  <a:lnTo>
                    <a:pt x="356260" y="112636"/>
                  </a:lnTo>
                  <a:lnTo>
                    <a:pt x="373202" y="112636"/>
                  </a:lnTo>
                  <a:lnTo>
                    <a:pt x="373202" y="2349"/>
                  </a:lnTo>
                  <a:close/>
                </a:path>
              </a:pathLst>
            </a:custGeom>
            <a:solidFill>
              <a:srgbClr val="8816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 descr=""/>
            <p:cNvSpPr/>
            <p:nvPr/>
          </p:nvSpPr>
          <p:spPr>
            <a:xfrm>
              <a:off x="15677749" y="8853995"/>
              <a:ext cx="17145" cy="74930"/>
            </a:xfrm>
            <a:custGeom>
              <a:avLst/>
              <a:gdLst/>
              <a:ahLst/>
              <a:cxnLst/>
              <a:rect l="l" t="t" r="r" b="b"/>
              <a:pathLst>
                <a:path w="17144" h="74929">
                  <a:moveTo>
                    <a:pt x="0" y="0"/>
                  </a:moveTo>
                  <a:lnTo>
                    <a:pt x="0" y="74563"/>
                  </a:lnTo>
                  <a:lnTo>
                    <a:pt x="16941" y="74563"/>
                  </a:lnTo>
                  <a:lnTo>
                    <a:pt x="16941" y="33245"/>
                  </a:lnTo>
                  <a:lnTo>
                    <a:pt x="11538" y="26077"/>
                  </a:lnTo>
                  <a:lnTo>
                    <a:pt x="6947" y="18051"/>
                  </a:lnTo>
                  <a:lnTo>
                    <a:pt x="3118" y="93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4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 descr=""/>
            <p:cNvSpPr/>
            <p:nvPr/>
          </p:nvSpPr>
          <p:spPr>
            <a:xfrm>
              <a:off x="15677840" y="8772478"/>
              <a:ext cx="15875" cy="19685"/>
            </a:xfrm>
            <a:custGeom>
              <a:avLst/>
              <a:gdLst/>
              <a:ahLst/>
              <a:cxnLst/>
              <a:rect l="l" t="t" r="r" b="b"/>
              <a:pathLst>
                <a:path w="15875" h="19684">
                  <a:moveTo>
                    <a:pt x="12188" y="0"/>
                  </a:moveTo>
                  <a:lnTo>
                    <a:pt x="3518" y="0"/>
                  </a:lnTo>
                  <a:lnTo>
                    <a:pt x="0" y="4408"/>
                  </a:lnTo>
                  <a:lnTo>
                    <a:pt x="0" y="9842"/>
                  </a:lnTo>
                  <a:lnTo>
                    <a:pt x="0" y="15277"/>
                  </a:lnTo>
                  <a:lnTo>
                    <a:pt x="3518" y="19685"/>
                  </a:lnTo>
                  <a:lnTo>
                    <a:pt x="12188" y="19685"/>
                  </a:lnTo>
                  <a:lnTo>
                    <a:pt x="15706" y="15277"/>
                  </a:lnTo>
                  <a:lnTo>
                    <a:pt x="15706" y="4408"/>
                  </a:lnTo>
                  <a:lnTo>
                    <a:pt x="12188" y="0"/>
                  </a:lnTo>
                  <a:close/>
                </a:path>
              </a:pathLst>
            </a:custGeom>
            <a:solidFill>
              <a:srgbClr val="F5AE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 descr=""/>
            <p:cNvSpPr/>
            <p:nvPr/>
          </p:nvSpPr>
          <p:spPr>
            <a:xfrm>
              <a:off x="15677842" y="8775139"/>
              <a:ext cx="15875" cy="17145"/>
            </a:xfrm>
            <a:custGeom>
              <a:avLst/>
              <a:gdLst/>
              <a:ahLst/>
              <a:cxnLst/>
              <a:rect l="l" t="t" r="r" b="b"/>
              <a:pathLst>
                <a:path w="15875" h="17145">
                  <a:moveTo>
                    <a:pt x="2492" y="0"/>
                  </a:moveTo>
                  <a:lnTo>
                    <a:pt x="963" y="1790"/>
                  </a:lnTo>
                  <a:lnTo>
                    <a:pt x="0" y="4345"/>
                  </a:lnTo>
                  <a:lnTo>
                    <a:pt x="0" y="12617"/>
                  </a:lnTo>
                  <a:lnTo>
                    <a:pt x="3507" y="17025"/>
                  </a:lnTo>
                  <a:lnTo>
                    <a:pt x="11277" y="17025"/>
                  </a:lnTo>
                  <a:lnTo>
                    <a:pt x="14188" y="14261"/>
                  </a:lnTo>
                  <a:lnTo>
                    <a:pt x="15256" y="10408"/>
                  </a:lnTo>
                  <a:lnTo>
                    <a:pt x="13852" y="12051"/>
                  </a:lnTo>
                  <a:lnTo>
                    <a:pt x="11978" y="13067"/>
                  </a:lnTo>
                  <a:lnTo>
                    <a:pt x="9905" y="13067"/>
                  </a:lnTo>
                  <a:lnTo>
                    <a:pt x="5570" y="13067"/>
                  </a:lnTo>
                  <a:lnTo>
                    <a:pt x="2052" y="8659"/>
                  </a:lnTo>
                  <a:lnTo>
                    <a:pt x="2052" y="2094"/>
                  </a:lnTo>
                  <a:lnTo>
                    <a:pt x="2219" y="1005"/>
                  </a:lnTo>
                  <a:lnTo>
                    <a:pt x="2492" y="0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 descr=""/>
            <p:cNvSpPr/>
            <p:nvPr/>
          </p:nvSpPr>
          <p:spPr>
            <a:xfrm>
              <a:off x="15683295" y="8773830"/>
              <a:ext cx="7620" cy="10795"/>
            </a:xfrm>
            <a:custGeom>
              <a:avLst/>
              <a:gdLst/>
              <a:ahLst/>
              <a:cxnLst/>
              <a:rect l="l" t="t" r="r" b="b"/>
              <a:pathLst>
                <a:path w="7619" h="10795">
                  <a:moveTo>
                    <a:pt x="2952" y="0"/>
                  </a:moveTo>
                  <a:lnTo>
                    <a:pt x="157" y="2251"/>
                  </a:lnTo>
                  <a:lnTo>
                    <a:pt x="0" y="4952"/>
                  </a:lnTo>
                  <a:lnTo>
                    <a:pt x="1214" y="7151"/>
                  </a:lnTo>
                  <a:lnTo>
                    <a:pt x="2418" y="9350"/>
                  </a:lnTo>
                  <a:lnTo>
                    <a:pt x="4533" y="10219"/>
                  </a:lnTo>
                  <a:lnTo>
                    <a:pt x="7329" y="7957"/>
                  </a:lnTo>
                  <a:lnTo>
                    <a:pt x="7486" y="5266"/>
                  </a:lnTo>
                  <a:lnTo>
                    <a:pt x="5067" y="869"/>
                  </a:lnTo>
                  <a:lnTo>
                    <a:pt x="2952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 descr=""/>
            <p:cNvSpPr/>
            <p:nvPr/>
          </p:nvSpPr>
          <p:spPr>
            <a:xfrm>
              <a:off x="15674361" y="8789816"/>
              <a:ext cx="23495" cy="40005"/>
            </a:xfrm>
            <a:custGeom>
              <a:avLst/>
              <a:gdLst/>
              <a:ahLst/>
              <a:cxnLst/>
              <a:rect l="l" t="t" r="r" b="b"/>
              <a:pathLst>
                <a:path w="23494" h="40004">
                  <a:moveTo>
                    <a:pt x="23475" y="0"/>
                  </a:moveTo>
                  <a:lnTo>
                    <a:pt x="0" y="0"/>
                  </a:lnTo>
                  <a:lnTo>
                    <a:pt x="0" y="39747"/>
                  </a:lnTo>
                  <a:lnTo>
                    <a:pt x="23475" y="39747"/>
                  </a:lnTo>
                  <a:lnTo>
                    <a:pt x="23475" y="0"/>
                  </a:lnTo>
                  <a:close/>
                </a:path>
              </a:pathLst>
            </a:custGeom>
            <a:solidFill>
              <a:srgbClr val="F5AE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 descr=""/>
            <p:cNvSpPr/>
            <p:nvPr/>
          </p:nvSpPr>
          <p:spPr>
            <a:xfrm>
              <a:off x="15674361" y="8795254"/>
              <a:ext cx="23495" cy="34925"/>
            </a:xfrm>
            <a:custGeom>
              <a:avLst/>
              <a:gdLst/>
              <a:ahLst/>
              <a:cxnLst/>
              <a:rect l="l" t="t" r="r" b="b"/>
              <a:pathLst>
                <a:path w="23494" h="34925">
                  <a:moveTo>
                    <a:pt x="0" y="0"/>
                  </a:moveTo>
                  <a:lnTo>
                    <a:pt x="0" y="34313"/>
                  </a:lnTo>
                  <a:lnTo>
                    <a:pt x="23475" y="34313"/>
                  </a:lnTo>
                  <a:lnTo>
                    <a:pt x="23475" y="27580"/>
                  </a:lnTo>
                  <a:lnTo>
                    <a:pt x="15555" y="24155"/>
                  </a:lnTo>
                  <a:lnTo>
                    <a:pt x="8981" y="17948"/>
                  </a:lnTo>
                  <a:lnTo>
                    <a:pt x="3785" y="96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 descr=""/>
            <p:cNvSpPr/>
            <p:nvPr/>
          </p:nvSpPr>
          <p:spPr>
            <a:xfrm>
              <a:off x="15689752" y="8793567"/>
              <a:ext cx="5080" cy="18415"/>
            </a:xfrm>
            <a:custGeom>
              <a:avLst/>
              <a:gdLst/>
              <a:ahLst/>
              <a:cxnLst/>
              <a:rect l="l" t="t" r="r" b="b"/>
              <a:pathLst>
                <a:path w="5080" h="18415">
                  <a:moveTo>
                    <a:pt x="3696" y="0"/>
                  </a:moveTo>
                  <a:lnTo>
                    <a:pt x="1068" y="0"/>
                  </a:lnTo>
                  <a:lnTo>
                    <a:pt x="0" y="4052"/>
                  </a:lnTo>
                  <a:lnTo>
                    <a:pt x="0" y="9046"/>
                  </a:lnTo>
                  <a:lnTo>
                    <a:pt x="0" y="14041"/>
                  </a:lnTo>
                  <a:lnTo>
                    <a:pt x="1068" y="18093"/>
                  </a:lnTo>
                  <a:lnTo>
                    <a:pt x="3696" y="18093"/>
                  </a:lnTo>
                  <a:lnTo>
                    <a:pt x="4753" y="14041"/>
                  </a:lnTo>
                  <a:lnTo>
                    <a:pt x="4753" y="4052"/>
                  </a:lnTo>
                  <a:lnTo>
                    <a:pt x="369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 descr=""/>
            <p:cNvSpPr/>
            <p:nvPr/>
          </p:nvSpPr>
          <p:spPr>
            <a:xfrm>
              <a:off x="15676172" y="8894388"/>
              <a:ext cx="20955" cy="31750"/>
            </a:xfrm>
            <a:custGeom>
              <a:avLst/>
              <a:gdLst/>
              <a:ahLst/>
              <a:cxnLst/>
              <a:rect l="l" t="t" r="r" b="b"/>
              <a:pathLst>
                <a:path w="20955" h="31750">
                  <a:moveTo>
                    <a:pt x="20931" y="0"/>
                  </a:moveTo>
                  <a:lnTo>
                    <a:pt x="0" y="0"/>
                  </a:lnTo>
                  <a:lnTo>
                    <a:pt x="0" y="31234"/>
                  </a:lnTo>
                  <a:lnTo>
                    <a:pt x="20931" y="31234"/>
                  </a:lnTo>
                  <a:lnTo>
                    <a:pt x="20931" y="0"/>
                  </a:lnTo>
                  <a:close/>
                </a:path>
              </a:pathLst>
            </a:custGeom>
            <a:solidFill>
              <a:srgbClr val="F5AE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 descr=""/>
            <p:cNvSpPr/>
            <p:nvPr/>
          </p:nvSpPr>
          <p:spPr>
            <a:xfrm>
              <a:off x="15676176" y="8899981"/>
              <a:ext cx="20955" cy="26034"/>
            </a:xfrm>
            <a:custGeom>
              <a:avLst/>
              <a:gdLst/>
              <a:ahLst/>
              <a:cxnLst/>
              <a:rect l="l" t="t" r="r" b="b"/>
              <a:pathLst>
                <a:path w="20955" h="26034">
                  <a:moveTo>
                    <a:pt x="0" y="0"/>
                  </a:moveTo>
                  <a:lnTo>
                    <a:pt x="0" y="25643"/>
                  </a:lnTo>
                  <a:lnTo>
                    <a:pt x="20931" y="25643"/>
                  </a:lnTo>
                  <a:lnTo>
                    <a:pt x="20931" y="19957"/>
                  </a:lnTo>
                  <a:lnTo>
                    <a:pt x="14215" y="17737"/>
                  </a:lnTo>
                  <a:lnTo>
                    <a:pt x="8321" y="13339"/>
                  </a:lnTo>
                  <a:lnTo>
                    <a:pt x="3500" y="7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 descr=""/>
            <p:cNvSpPr/>
            <p:nvPr/>
          </p:nvSpPr>
          <p:spPr>
            <a:xfrm>
              <a:off x="15688480" y="8895862"/>
              <a:ext cx="5080" cy="18415"/>
            </a:xfrm>
            <a:custGeom>
              <a:avLst/>
              <a:gdLst/>
              <a:ahLst/>
              <a:cxnLst/>
              <a:rect l="l" t="t" r="r" b="b"/>
              <a:pathLst>
                <a:path w="5080" h="18415">
                  <a:moveTo>
                    <a:pt x="3696" y="0"/>
                  </a:moveTo>
                  <a:lnTo>
                    <a:pt x="1068" y="0"/>
                  </a:lnTo>
                  <a:lnTo>
                    <a:pt x="0" y="4052"/>
                  </a:lnTo>
                  <a:lnTo>
                    <a:pt x="0" y="9046"/>
                  </a:lnTo>
                  <a:lnTo>
                    <a:pt x="0" y="14041"/>
                  </a:lnTo>
                  <a:lnTo>
                    <a:pt x="1068" y="18093"/>
                  </a:lnTo>
                  <a:lnTo>
                    <a:pt x="3696" y="18093"/>
                  </a:lnTo>
                  <a:lnTo>
                    <a:pt x="4753" y="14041"/>
                  </a:lnTo>
                  <a:lnTo>
                    <a:pt x="4753" y="4052"/>
                  </a:lnTo>
                  <a:lnTo>
                    <a:pt x="369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 descr=""/>
            <p:cNvSpPr/>
            <p:nvPr/>
          </p:nvSpPr>
          <p:spPr>
            <a:xfrm>
              <a:off x="16034006" y="8860169"/>
              <a:ext cx="17145" cy="71120"/>
            </a:xfrm>
            <a:custGeom>
              <a:avLst/>
              <a:gdLst/>
              <a:ahLst/>
              <a:cxnLst/>
              <a:rect l="l" t="t" r="r" b="b"/>
              <a:pathLst>
                <a:path w="17144" h="71120">
                  <a:moveTo>
                    <a:pt x="0" y="0"/>
                  </a:moveTo>
                  <a:lnTo>
                    <a:pt x="0" y="70741"/>
                  </a:lnTo>
                  <a:lnTo>
                    <a:pt x="16941" y="70741"/>
                  </a:lnTo>
                  <a:lnTo>
                    <a:pt x="16941" y="19978"/>
                  </a:lnTo>
                  <a:lnTo>
                    <a:pt x="12245" y="15525"/>
                  </a:lnTo>
                  <a:lnTo>
                    <a:pt x="7834" y="10711"/>
                  </a:lnTo>
                  <a:lnTo>
                    <a:pt x="3742" y="55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4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 descr=""/>
            <p:cNvSpPr/>
            <p:nvPr/>
          </p:nvSpPr>
          <p:spPr>
            <a:xfrm>
              <a:off x="16033128" y="8772478"/>
              <a:ext cx="15875" cy="19685"/>
            </a:xfrm>
            <a:custGeom>
              <a:avLst/>
              <a:gdLst/>
              <a:ahLst/>
              <a:cxnLst/>
              <a:rect l="l" t="t" r="r" b="b"/>
              <a:pathLst>
                <a:path w="15875" h="19684">
                  <a:moveTo>
                    <a:pt x="12188" y="0"/>
                  </a:moveTo>
                  <a:lnTo>
                    <a:pt x="3518" y="0"/>
                  </a:lnTo>
                  <a:lnTo>
                    <a:pt x="0" y="4408"/>
                  </a:lnTo>
                  <a:lnTo>
                    <a:pt x="0" y="9842"/>
                  </a:lnTo>
                  <a:lnTo>
                    <a:pt x="0" y="15277"/>
                  </a:lnTo>
                  <a:lnTo>
                    <a:pt x="3518" y="19685"/>
                  </a:lnTo>
                  <a:lnTo>
                    <a:pt x="12188" y="19685"/>
                  </a:lnTo>
                  <a:lnTo>
                    <a:pt x="15706" y="15277"/>
                  </a:lnTo>
                  <a:lnTo>
                    <a:pt x="15706" y="4408"/>
                  </a:lnTo>
                  <a:lnTo>
                    <a:pt x="12188" y="0"/>
                  </a:lnTo>
                  <a:close/>
                </a:path>
              </a:pathLst>
            </a:custGeom>
            <a:solidFill>
              <a:srgbClr val="F5AE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 descr=""/>
            <p:cNvSpPr/>
            <p:nvPr/>
          </p:nvSpPr>
          <p:spPr>
            <a:xfrm>
              <a:off x="16033131" y="8775139"/>
              <a:ext cx="15875" cy="17145"/>
            </a:xfrm>
            <a:custGeom>
              <a:avLst/>
              <a:gdLst/>
              <a:ahLst/>
              <a:cxnLst/>
              <a:rect l="l" t="t" r="r" b="b"/>
              <a:pathLst>
                <a:path w="15875" h="17145">
                  <a:moveTo>
                    <a:pt x="2492" y="0"/>
                  </a:moveTo>
                  <a:lnTo>
                    <a:pt x="963" y="1790"/>
                  </a:lnTo>
                  <a:lnTo>
                    <a:pt x="0" y="4345"/>
                  </a:lnTo>
                  <a:lnTo>
                    <a:pt x="0" y="12617"/>
                  </a:lnTo>
                  <a:lnTo>
                    <a:pt x="3507" y="17025"/>
                  </a:lnTo>
                  <a:lnTo>
                    <a:pt x="11277" y="17025"/>
                  </a:lnTo>
                  <a:lnTo>
                    <a:pt x="14188" y="14261"/>
                  </a:lnTo>
                  <a:lnTo>
                    <a:pt x="15256" y="10408"/>
                  </a:lnTo>
                  <a:lnTo>
                    <a:pt x="13852" y="12051"/>
                  </a:lnTo>
                  <a:lnTo>
                    <a:pt x="11978" y="13067"/>
                  </a:lnTo>
                  <a:lnTo>
                    <a:pt x="9905" y="13067"/>
                  </a:lnTo>
                  <a:lnTo>
                    <a:pt x="5570" y="13067"/>
                  </a:lnTo>
                  <a:lnTo>
                    <a:pt x="2052" y="8659"/>
                  </a:lnTo>
                  <a:lnTo>
                    <a:pt x="2052" y="2094"/>
                  </a:lnTo>
                  <a:lnTo>
                    <a:pt x="2219" y="1005"/>
                  </a:lnTo>
                  <a:lnTo>
                    <a:pt x="2492" y="0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 descr=""/>
            <p:cNvSpPr/>
            <p:nvPr/>
          </p:nvSpPr>
          <p:spPr>
            <a:xfrm>
              <a:off x="16038594" y="8773830"/>
              <a:ext cx="7620" cy="10795"/>
            </a:xfrm>
            <a:custGeom>
              <a:avLst/>
              <a:gdLst/>
              <a:ahLst/>
              <a:cxnLst/>
              <a:rect l="l" t="t" r="r" b="b"/>
              <a:pathLst>
                <a:path w="7619" h="10795">
                  <a:moveTo>
                    <a:pt x="2942" y="0"/>
                  </a:moveTo>
                  <a:lnTo>
                    <a:pt x="146" y="2251"/>
                  </a:lnTo>
                  <a:lnTo>
                    <a:pt x="0" y="4952"/>
                  </a:lnTo>
                  <a:lnTo>
                    <a:pt x="1204" y="7151"/>
                  </a:lnTo>
                  <a:lnTo>
                    <a:pt x="2408" y="9350"/>
                  </a:lnTo>
                  <a:lnTo>
                    <a:pt x="4523" y="10219"/>
                  </a:lnTo>
                  <a:lnTo>
                    <a:pt x="7319" y="7957"/>
                  </a:lnTo>
                  <a:lnTo>
                    <a:pt x="7476" y="5266"/>
                  </a:lnTo>
                  <a:lnTo>
                    <a:pt x="5057" y="869"/>
                  </a:lnTo>
                  <a:lnTo>
                    <a:pt x="2942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 descr=""/>
            <p:cNvSpPr/>
            <p:nvPr/>
          </p:nvSpPr>
          <p:spPr>
            <a:xfrm>
              <a:off x="16029648" y="8789816"/>
              <a:ext cx="23495" cy="40005"/>
            </a:xfrm>
            <a:custGeom>
              <a:avLst/>
              <a:gdLst/>
              <a:ahLst/>
              <a:cxnLst/>
              <a:rect l="l" t="t" r="r" b="b"/>
              <a:pathLst>
                <a:path w="23494" h="40004">
                  <a:moveTo>
                    <a:pt x="23475" y="0"/>
                  </a:moveTo>
                  <a:lnTo>
                    <a:pt x="0" y="0"/>
                  </a:lnTo>
                  <a:lnTo>
                    <a:pt x="0" y="39747"/>
                  </a:lnTo>
                  <a:lnTo>
                    <a:pt x="23475" y="39747"/>
                  </a:lnTo>
                  <a:lnTo>
                    <a:pt x="23475" y="0"/>
                  </a:lnTo>
                  <a:close/>
                </a:path>
              </a:pathLst>
            </a:custGeom>
            <a:solidFill>
              <a:srgbClr val="F5AE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 descr=""/>
            <p:cNvSpPr/>
            <p:nvPr/>
          </p:nvSpPr>
          <p:spPr>
            <a:xfrm>
              <a:off x="16029650" y="8795254"/>
              <a:ext cx="23495" cy="34925"/>
            </a:xfrm>
            <a:custGeom>
              <a:avLst/>
              <a:gdLst/>
              <a:ahLst/>
              <a:cxnLst/>
              <a:rect l="l" t="t" r="r" b="b"/>
              <a:pathLst>
                <a:path w="23494" h="34925">
                  <a:moveTo>
                    <a:pt x="0" y="0"/>
                  </a:moveTo>
                  <a:lnTo>
                    <a:pt x="0" y="34313"/>
                  </a:lnTo>
                  <a:lnTo>
                    <a:pt x="23475" y="34313"/>
                  </a:lnTo>
                  <a:lnTo>
                    <a:pt x="23475" y="27580"/>
                  </a:lnTo>
                  <a:lnTo>
                    <a:pt x="15555" y="24155"/>
                  </a:lnTo>
                  <a:lnTo>
                    <a:pt x="8981" y="17948"/>
                  </a:lnTo>
                  <a:lnTo>
                    <a:pt x="3785" y="96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 descr=""/>
            <p:cNvSpPr/>
            <p:nvPr/>
          </p:nvSpPr>
          <p:spPr>
            <a:xfrm>
              <a:off x="16045040" y="8793567"/>
              <a:ext cx="5080" cy="18415"/>
            </a:xfrm>
            <a:custGeom>
              <a:avLst/>
              <a:gdLst/>
              <a:ahLst/>
              <a:cxnLst/>
              <a:rect l="l" t="t" r="r" b="b"/>
              <a:pathLst>
                <a:path w="5080" h="18415">
                  <a:moveTo>
                    <a:pt x="3696" y="0"/>
                  </a:moveTo>
                  <a:lnTo>
                    <a:pt x="1068" y="0"/>
                  </a:lnTo>
                  <a:lnTo>
                    <a:pt x="0" y="4052"/>
                  </a:lnTo>
                  <a:lnTo>
                    <a:pt x="0" y="9046"/>
                  </a:lnTo>
                  <a:lnTo>
                    <a:pt x="0" y="14041"/>
                  </a:lnTo>
                  <a:lnTo>
                    <a:pt x="1068" y="18093"/>
                  </a:lnTo>
                  <a:lnTo>
                    <a:pt x="3696" y="18093"/>
                  </a:lnTo>
                  <a:lnTo>
                    <a:pt x="4753" y="14041"/>
                  </a:lnTo>
                  <a:lnTo>
                    <a:pt x="4753" y="4052"/>
                  </a:lnTo>
                  <a:lnTo>
                    <a:pt x="369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 descr=""/>
            <p:cNvSpPr/>
            <p:nvPr/>
          </p:nvSpPr>
          <p:spPr>
            <a:xfrm>
              <a:off x="16032371" y="8894462"/>
              <a:ext cx="20955" cy="31750"/>
            </a:xfrm>
            <a:custGeom>
              <a:avLst/>
              <a:gdLst/>
              <a:ahLst/>
              <a:cxnLst/>
              <a:rect l="l" t="t" r="r" b="b"/>
              <a:pathLst>
                <a:path w="20955" h="31750">
                  <a:moveTo>
                    <a:pt x="20931" y="0"/>
                  </a:moveTo>
                  <a:lnTo>
                    <a:pt x="0" y="0"/>
                  </a:lnTo>
                  <a:lnTo>
                    <a:pt x="0" y="31234"/>
                  </a:lnTo>
                  <a:lnTo>
                    <a:pt x="20931" y="31234"/>
                  </a:lnTo>
                  <a:lnTo>
                    <a:pt x="20931" y="0"/>
                  </a:lnTo>
                  <a:close/>
                </a:path>
              </a:pathLst>
            </a:custGeom>
            <a:solidFill>
              <a:srgbClr val="F5AE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 descr=""/>
            <p:cNvSpPr/>
            <p:nvPr/>
          </p:nvSpPr>
          <p:spPr>
            <a:xfrm>
              <a:off x="16032373" y="8900053"/>
              <a:ext cx="20955" cy="26034"/>
            </a:xfrm>
            <a:custGeom>
              <a:avLst/>
              <a:gdLst/>
              <a:ahLst/>
              <a:cxnLst/>
              <a:rect l="l" t="t" r="r" b="b"/>
              <a:pathLst>
                <a:path w="20955" h="26034">
                  <a:moveTo>
                    <a:pt x="0" y="0"/>
                  </a:moveTo>
                  <a:lnTo>
                    <a:pt x="0" y="25643"/>
                  </a:lnTo>
                  <a:lnTo>
                    <a:pt x="20931" y="25643"/>
                  </a:lnTo>
                  <a:lnTo>
                    <a:pt x="20931" y="19957"/>
                  </a:lnTo>
                  <a:lnTo>
                    <a:pt x="14215" y="17737"/>
                  </a:lnTo>
                  <a:lnTo>
                    <a:pt x="8321" y="13339"/>
                  </a:lnTo>
                  <a:lnTo>
                    <a:pt x="3500" y="7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 descr=""/>
            <p:cNvSpPr/>
            <p:nvPr/>
          </p:nvSpPr>
          <p:spPr>
            <a:xfrm>
              <a:off x="16044676" y="8895936"/>
              <a:ext cx="5080" cy="18415"/>
            </a:xfrm>
            <a:custGeom>
              <a:avLst/>
              <a:gdLst/>
              <a:ahLst/>
              <a:cxnLst/>
              <a:rect l="l" t="t" r="r" b="b"/>
              <a:pathLst>
                <a:path w="5080" h="18415">
                  <a:moveTo>
                    <a:pt x="3696" y="0"/>
                  </a:moveTo>
                  <a:lnTo>
                    <a:pt x="1068" y="0"/>
                  </a:lnTo>
                  <a:lnTo>
                    <a:pt x="0" y="4052"/>
                  </a:lnTo>
                  <a:lnTo>
                    <a:pt x="0" y="9046"/>
                  </a:lnTo>
                  <a:lnTo>
                    <a:pt x="0" y="14041"/>
                  </a:lnTo>
                  <a:lnTo>
                    <a:pt x="1068" y="18093"/>
                  </a:lnTo>
                  <a:lnTo>
                    <a:pt x="3696" y="18093"/>
                  </a:lnTo>
                  <a:lnTo>
                    <a:pt x="4753" y="14041"/>
                  </a:lnTo>
                  <a:lnTo>
                    <a:pt x="4753" y="4052"/>
                  </a:lnTo>
                  <a:lnTo>
                    <a:pt x="369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 descr=""/>
            <p:cNvSpPr/>
            <p:nvPr/>
          </p:nvSpPr>
          <p:spPr>
            <a:xfrm>
              <a:off x="15810066" y="8843130"/>
              <a:ext cx="145415" cy="62865"/>
            </a:xfrm>
            <a:custGeom>
              <a:avLst/>
              <a:gdLst/>
              <a:ahLst/>
              <a:cxnLst/>
              <a:rect l="l" t="t" r="r" b="b"/>
              <a:pathLst>
                <a:path w="145415" h="62865">
                  <a:moveTo>
                    <a:pt x="52171" y="27495"/>
                  </a:moveTo>
                  <a:lnTo>
                    <a:pt x="50114" y="26898"/>
                  </a:lnTo>
                  <a:lnTo>
                    <a:pt x="44526" y="26416"/>
                  </a:lnTo>
                  <a:lnTo>
                    <a:pt x="36233" y="26085"/>
                  </a:lnTo>
                  <a:lnTo>
                    <a:pt x="26085" y="25958"/>
                  </a:lnTo>
                  <a:lnTo>
                    <a:pt x="15925" y="26085"/>
                  </a:lnTo>
                  <a:lnTo>
                    <a:pt x="7645" y="26416"/>
                  </a:lnTo>
                  <a:lnTo>
                    <a:pt x="2057" y="26898"/>
                  </a:lnTo>
                  <a:lnTo>
                    <a:pt x="0" y="27495"/>
                  </a:lnTo>
                  <a:lnTo>
                    <a:pt x="2057" y="28079"/>
                  </a:lnTo>
                  <a:lnTo>
                    <a:pt x="7645" y="28562"/>
                  </a:lnTo>
                  <a:lnTo>
                    <a:pt x="15925" y="28892"/>
                  </a:lnTo>
                  <a:lnTo>
                    <a:pt x="26085" y="29006"/>
                  </a:lnTo>
                  <a:lnTo>
                    <a:pt x="36233" y="28892"/>
                  </a:lnTo>
                  <a:lnTo>
                    <a:pt x="44526" y="28562"/>
                  </a:lnTo>
                  <a:lnTo>
                    <a:pt x="50114" y="28079"/>
                  </a:lnTo>
                  <a:lnTo>
                    <a:pt x="52171" y="27495"/>
                  </a:lnTo>
                  <a:close/>
                </a:path>
                <a:path w="145415" h="62865">
                  <a:moveTo>
                    <a:pt x="96824" y="1536"/>
                  </a:moveTo>
                  <a:lnTo>
                    <a:pt x="94767" y="939"/>
                  </a:lnTo>
                  <a:lnTo>
                    <a:pt x="89179" y="457"/>
                  </a:lnTo>
                  <a:lnTo>
                    <a:pt x="80886" y="127"/>
                  </a:lnTo>
                  <a:lnTo>
                    <a:pt x="70739" y="0"/>
                  </a:lnTo>
                  <a:lnTo>
                    <a:pt x="60579" y="127"/>
                  </a:lnTo>
                  <a:lnTo>
                    <a:pt x="52298" y="457"/>
                  </a:lnTo>
                  <a:lnTo>
                    <a:pt x="46710" y="939"/>
                  </a:lnTo>
                  <a:lnTo>
                    <a:pt x="44653" y="1536"/>
                  </a:lnTo>
                  <a:lnTo>
                    <a:pt x="46710" y="2120"/>
                  </a:lnTo>
                  <a:lnTo>
                    <a:pt x="52298" y="2603"/>
                  </a:lnTo>
                  <a:lnTo>
                    <a:pt x="60579" y="2933"/>
                  </a:lnTo>
                  <a:lnTo>
                    <a:pt x="70739" y="3048"/>
                  </a:lnTo>
                  <a:lnTo>
                    <a:pt x="80886" y="2933"/>
                  </a:lnTo>
                  <a:lnTo>
                    <a:pt x="89179" y="2603"/>
                  </a:lnTo>
                  <a:lnTo>
                    <a:pt x="94767" y="2120"/>
                  </a:lnTo>
                  <a:lnTo>
                    <a:pt x="96824" y="1536"/>
                  </a:lnTo>
                  <a:close/>
                </a:path>
                <a:path w="145415" h="62865">
                  <a:moveTo>
                    <a:pt x="144868" y="61226"/>
                  </a:moveTo>
                  <a:lnTo>
                    <a:pt x="142811" y="60629"/>
                  </a:lnTo>
                  <a:lnTo>
                    <a:pt x="137223" y="60147"/>
                  </a:lnTo>
                  <a:lnTo>
                    <a:pt x="128930" y="59817"/>
                  </a:lnTo>
                  <a:lnTo>
                    <a:pt x="118783" y="59702"/>
                  </a:lnTo>
                  <a:lnTo>
                    <a:pt x="108623" y="59817"/>
                  </a:lnTo>
                  <a:lnTo>
                    <a:pt x="100330" y="60147"/>
                  </a:lnTo>
                  <a:lnTo>
                    <a:pt x="94742" y="60629"/>
                  </a:lnTo>
                  <a:lnTo>
                    <a:pt x="92697" y="61226"/>
                  </a:lnTo>
                  <a:lnTo>
                    <a:pt x="94742" y="61810"/>
                  </a:lnTo>
                  <a:lnTo>
                    <a:pt x="100330" y="62293"/>
                  </a:lnTo>
                  <a:lnTo>
                    <a:pt x="108623" y="62623"/>
                  </a:lnTo>
                  <a:lnTo>
                    <a:pt x="118783" y="62738"/>
                  </a:lnTo>
                  <a:lnTo>
                    <a:pt x="128930" y="62623"/>
                  </a:lnTo>
                  <a:lnTo>
                    <a:pt x="137223" y="62293"/>
                  </a:lnTo>
                  <a:lnTo>
                    <a:pt x="142811" y="61810"/>
                  </a:lnTo>
                  <a:lnTo>
                    <a:pt x="144868" y="61226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5" name="object 295" descr=""/>
          <p:cNvSpPr/>
          <p:nvPr/>
        </p:nvSpPr>
        <p:spPr>
          <a:xfrm>
            <a:off x="15446943" y="8845468"/>
            <a:ext cx="14604" cy="29209"/>
          </a:xfrm>
          <a:custGeom>
            <a:avLst/>
            <a:gdLst/>
            <a:ahLst/>
            <a:cxnLst/>
            <a:rect l="l" t="t" r="r" b="b"/>
            <a:pathLst>
              <a:path w="14605" h="29209">
                <a:moveTo>
                  <a:pt x="13978" y="0"/>
                </a:moveTo>
                <a:lnTo>
                  <a:pt x="0" y="0"/>
                </a:lnTo>
                <a:lnTo>
                  <a:pt x="0" y="29035"/>
                </a:lnTo>
                <a:lnTo>
                  <a:pt x="13978" y="29035"/>
                </a:lnTo>
                <a:lnTo>
                  <a:pt x="13978" y="0"/>
                </a:lnTo>
                <a:close/>
              </a:path>
            </a:pathLst>
          </a:custGeom>
          <a:solidFill>
            <a:srgbClr val="711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96" name="object 296" descr=""/>
          <p:cNvGrpSpPr/>
          <p:nvPr/>
        </p:nvGrpSpPr>
        <p:grpSpPr>
          <a:xfrm>
            <a:off x="15319094" y="8772618"/>
            <a:ext cx="1050290" cy="187325"/>
            <a:chOff x="15319094" y="8772618"/>
            <a:chExt cx="1050290" cy="187325"/>
          </a:xfrm>
        </p:grpSpPr>
        <p:sp>
          <p:nvSpPr>
            <p:cNvPr id="297" name="object 297" descr=""/>
            <p:cNvSpPr/>
            <p:nvPr/>
          </p:nvSpPr>
          <p:spPr>
            <a:xfrm>
              <a:off x="15564563" y="8846788"/>
              <a:ext cx="14604" cy="29209"/>
            </a:xfrm>
            <a:custGeom>
              <a:avLst/>
              <a:gdLst/>
              <a:ahLst/>
              <a:cxnLst/>
              <a:rect l="l" t="t" r="r" b="b"/>
              <a:pathLst>
                <a:path w="14605" h="29209">
                  <a:moveTo>
                    <a:pt x="13978" y="0"/>
                  </a:moveTo>
                  <a:lnTo>
                    <a:pt x="0" y="0"/>
                  </a:lnTo>
                  <a:lnTo>
                    <a:pt x="0" y="29035"/>
                  </a:lnTo>
                  <a:lnTo>
                    <a:pt x="13978" y="29035"/>
                  </a:lnTo>
                  <a:lnTo>
                    <a:pt x="13978" y="0"/>
                  </a:lnTo>
                  <a:close/>
                </a:path>
              </a:pathLst>
            </a:custGeom>
            <a:solidFill>
              <a:srgbClr val="711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 descr=""/>
            <p:cNvSpPr/>
            <p:nvPr/>
          </p:nvSpPr>
          <p:spPr>
            <a:xfrm>
              <a:off x="15327324" y="8841877"/>
              <a:ext cx="361950" cy="10795"/>
            </a:xfrm>
            <a:custGeom>
              <a:avLst/>
              <a:gdLst/>
              <a:ahLst/>
              <a:cxnLst/>
              <a:rect l="l" t="t" r="r" b="b"/>
              <a:pathLst>
                <a:path w="361950" h="10795">
                  <a:moveTo>
                    <a:pt x="361580" y="0"/>
                  </a:moveTo>
                  <a:lnTo>
                    <a:pt x="0" y="0"/>
                  </a:lnTo>
                  <a:lnTo>
                    <a:pt x="0" y="10554"/>
                  </a:lnTo>
                  <a:lnTo>
                    <a:pt x="361580" y="10554"/>
                  </a:lnTo>
                  <a:lnTo>
                    <a:pt x="361580" y="0"/>
                  </a:lnTo>
                  <a:close/>
                </a:path>
              </a:pathLst>
            </a:custGeom>
            <a:solidFill>
              <a:srgbClr val="8816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 descr=""/>
            <p:cNvSpPr/>
            <p:nvPr/>
          </p:nvSpPr>
          <p:spPr>
            <a:xfrm>
              <a:off x="15327324" y="8846223"/>
              <a:ext cx="361950" cy="6350"/>
            </a:xfrm>
            <a:custGeom>
              <a:avLst/>
              <a:gdLst/>
              <a:ahLst/>
              <a:cxnLst/>
              <a:rect l="l" t="t" r="r" b="b"/>
              <a:pathLst>
                <a:path w="361950" h="6350">
                  <a:moveTo>
                    <a:pt x="361580" y="0"/>
                  </a:moveTo>
                  <a:lnTo>
                    <a:pt x="0" y="0"/>
                  </a:lnTo>
                  <a:lnTo>
                    <a:pt x="0" y="6209"/>
                  </a:lnTo>
                  <a:lnTo>
                    <a:pt x="361580" y="6209"/>
                  </a:lnTo>
                  <a:lnTo>
                    <a:pt x="361580" y="0"/>
                  </a:lnTo>
                  <a:close/>
                </a:path>
              </a:pathLst>
            </a:custGeom>
            <a:solidFill>
              <a:srgbClr val="000000">
                <a:alpha val="14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 descr=""/>
            <p:cNvSpPr/>
            <p:nvPr/>
          </p:nvSpPr>
          <p:spPr>
            <a:xfrm>
              <a:off x="15389950" y="8876722"/>
              <a:ext cx="248920" cy="30480"/>
            </a:xfrm>
            <a:custGeom>
              <a:avLst/>
              <a:gdLst/>
              <a:ahLst/>
              <a:cxnLst/>
              <a:rect l="l" t="t" r="r" b="b"/>
              <a:pathLst>
                <a:path w="248919" h="30479">
                  <a:moveTo>
                    <a:pt x="13970" y="0"/>
                  </a:moveTo>
                  <a:lnTo>
                    <a:pt x="0" y="0"/>
                  </a:lnTo>
                  <a:lnTo>
                    <a:pt x="0" y="29032"/>
                  </a:lnTo>
                  <a:lnTo>
                    <a:pt x="13970" y="29032"/>
                  </a:lnTo>
                  <a:lnTo>
                    <a:pt x="13970" y="0"/>
                  </a:lnTo>
                  <a:close/>
                </a:path>
                <a:path w="248919" h="30479">
                  <a:moveTo>
                    <a:pt x="130505" y="876"/>
                  </a:moveTo>
                  <a:lnTo>
                    <a:pt x="116522" y="876"/>
                  </a:lnTo>
                  <a:lnTo>
                    <a:pt x="116522" y="29908"/>
                  </a:lnTo>
                  <a:lnTo>
                    <a:pt x="130505" y="29908"/>
                  </a:lnTo>
                  <a:lnTo>
                    <a:pt x="130505" y="876"/>
                  </a:lnTo>
                  <a:close/>
                </a:path>
                <a:path w="248919" h="30479">
                  <a:moveTo>
                    <a:pt x="248488" y="1320"/>
                  </a:moveTo>
                  <a:lnTo>
                    <a:pt x="234518" y="1320"/>
                  </a:lnTo>
                  <a:lnTo>
                    <a:pt x="234518" y="30353"/>
                  </a:lnTo>
                  <a:lnTo>
                    <a:pt x="248488" y="30353"/>
                  </a:lnTo>
                  <a:lnTo>
                    <a:pt x="248488" y="1320"/>
                  </a:lnTo>
                  <a:close/>
                </a:path>
              </a:pathLst>
            </a:custGeom>
            <a:solidFill>
              <a:srgbClr val="711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 descr=""/>
            <p:cNvSpPr/>
            <p:nvPr/>
          </p:nvSpPr>
          <p:spPr>
            <a:xfrm>
              <a:off x="15333135" y="8867102"/>
              <a:ext cx="356870" cy="16510"/>
            </a:xfrm>
            <a:custGeom>
              <a:avLst/>
              <a:gdLst/>
              <a:ahLst/>
              <a:cxnLst/>
              <a:rect l="l" t="t" r="r" b="b"/>
              <a:pathLst>
                <a:path w="356869" h="16509">
                  <a:moveTo>
                    <a:pt x="356261" y="0"/>
                  </a:moveTo>
                  <a:lnTo>
                    <a:pt x="0" y="0"/>
                  </a:lnTo>
                  <a:lnTo>
                    <a:pt x="0" y="16428"/>
                  </a:lnTo>
                  <a:lnTo>
                    <a:pt x="356261" y="16428"/>
                  </a:lnTo>
                  <a:lnTo>
                    <a:pt x="356261" y="0"/>
                  </a:lnTo>
                  <a:close/>
                </a:path>
              </a:pathLst>
            </a:custGeom>
            <a:solidFill>
              <a:srgbClr val="8816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 descr=""/>
            <p:cNvSpPr/>
            <p:nvPr/>
          </p:nvSpPr>
          <p:spPr>
            <a:xfrm>
              <a:off x="15333134" y="8875754"/>
              <a:ext cx="356870" cy="8255"/>
            </a:xfrm>
            <a:custGeom>
              <a:avLst/>
              <a:gdLst/>
              <a:ahLst/>
              <a:cxnLst/>
              <a:rect l="l" t="t" r="r" b="b"/>
              <a:pathLst>
                <a:path w="356869" h="8254">
                  <a:moveTo>
                    <a:pt x="0" y="0"/>
                  </a:moveTo>
                  <a:lnTo>
                    <a:pt x="0" y="7769"/>
                  </a:lnTo>
                  <a:lnTo>
                    <a:pt x="356261" y="7769"/>
                  </a:lnTo>
                  <a:lnTo>
                    <a:pt x="356261" y="17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4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 descr=""/>
            <p:cNvSpPr/>
            <p:nvPr/>
          </p:nvSpPr>
          <p:spPr>
            <a:xfrm>
              <a:off x="15322487" y="8818416"/>
              <a:ext cx="373380" cy="113030"/>
            </a:xfrm>
            <a:custGeom>
              <a:avLst/>
              <a:gdLst/>
              <a:ahLst/>
              <a:cxnLst/>
              <a:rect l="l" t="t" r="r" b="b"/>
              <a:pathLst>
                <a:path w="373380" h="113029">
                  <a:moveTo>
                    <a:pt x="373189" y="2349"/>
                  </a:moveTo>
                  <a:lnTo>
                    <a:pt x="356247" y="2349"/>
                  </a:lnTo>
                  <a:lnTo>
                    <a:pt x="356247" y="80962"/>
                  </a:lnTo>
                  <a:lnTo>
                    <a:pt x="16941" y="80962"/>
                  </a:lnTo>
                  <a:lnTo>
                    <a:pt x="16941" y="0"/>
                  </a:lnTo>
                  <a:lnTo>
                    <a:pt x="0" y="0"/>
                  </a:lnTo>
                  <a:lnTo>
                    <a:pt x="0" y="110286"/>
                  </a:lnTo>
                  <a:lnTo>
                    <a:pt x="16941" y="110286"/>
                  </a:lnTo>
                  <a:lnTo>
                    <a:pt x="16941" y="108534"/>
                  </a:lnTo>
                  <a:lnTo>
                    <a:pt x="356247" y="108534"/>
                  </a:lnTo>
                  <a:lnTo>
                    <a:pt x="356247" y="112636"/>
                  </a:lnTo>
                  <a:lnTo>
                    <a:pt x="373189" y="112636"/>
                  </a:lnTo>
                  <a:lnTo>
                    <a:pt x="373189" y="2349"/>
                  </a:lnTo>
                  <a:close/>
                </a:path>
              </a:pathLst>
            </a:custGeom>
            <a:solidFill>
              <a:srgbClr val="8816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 descr=""/>
            <p:cNvSpPr/>
            <p:nvPr/>
          </p:nvSpPr>
          <p:spPr>
            <a:xfrm>
              <a:off x="15322485" y="8854133"/>
              <a:ext cx="17145" cy="74930"/>
            </a:xfrm>
            <a:custGeom>
              <a:avLst/>
              <a:gdLst/>
              <a:ahLst/>
              <a:cxnLst/>
              <a:rect l="l" t="t" r="r" b="b"/>
              <a:pathLst>
                <a:path w="17144" h="74929">
                  <a:moveTo>
                    <a:pt x="0" y="0"/>
                  </a:moveTo>
                  <a:lnTo>
                    <a:pt x="0" y="74563"/>
                  </a:lnTo>
                  <a:lnTo>
                    <a:pt x="16941" y="74563"/>
                  </a:lnTo>
                  <a:lnTo>
                    <a:pt x="16941" y="33245"/>
                  </a:lnTo>
                  <a:lnTo>
                    <a:pt x="11538" y="26077"/>
                  </a:lnTo>
                  <a:lnTo>
                    <a:pt x="6947" y="18051"/>
                  </a:lnTo>
                  <a:lnTo>
                    <a:pt x="3118" y="93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4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 descr=""/>
            <p:cNvSpPr/>
            <p:nvPr/>
          </p:nvSpPr>
          <p:spPr>
            <a:xfrm>
              <a:off x="15322576" y="8772618"/>
              <a:ext cx="15875" cy="19685"/>
            </a:xfrm>
            <a:custGeom>
              <a:avLst/>
              <a:gdLst/>
              <a:ahLst/>
              <a:cxnLst/>
              <a:rect l="l" t="t" r="r" b="b"/>
              <a:pathLst>
                <a:path w="15875" h="19684">
                  <a:moveTo>
                    <a:pt x="12188" y="0"/>
                  </a:moveTo>
                  <a:lnTo>
                    <a:pt x="3518" y="0"/>
                  </a:lnTo>
                  <a:lnTo>
                    <a:pt x="0" y="4408"/>
                  </a:lnTo>
                  <a:lnTo>
                    <a:pt x="0" y="9842"/>
                  </a:lnTo>
                  <a:lnTo>
                    <a:pt x="0" y="15277"/>
                  </a:lnTo>
                  <a:lnTo>
                    <a:pt x="3518" y="19685"/>
                  </a:lnTo>
                  <a:lnTo>
                    <a:pt x="12188" y="19685"/>
                  </a:lnTo>
                  <a:lnTo>
                    <a:pt x="15706" y="15277"/>
                  </a:lnTo>
                  <a:lnTo>
                    <a:pt x="15706" y="4408"/>
                  </a:lnTo>
                  <a:lnTo>
                    <a:pt x="12188" y="0"/>
                  </a:lnTo>
                  <a:close/>
                </a:path>
              </a:pathLst>
            </a:custGeom>
            <a:solidFill>
              <a:srgbClr val="F5AE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 descr=""/>
            <p:cNvSpPr/>
            <p:nvPr/>
          </p:nvSpPr>
          <p:spPr>
            <a:xfrm>
              <a:off x="15322579" y="8775277"/>
              <a:ext cx="15875" cy="17145"/>
            </a:xfrm>
            <a:custGeom>
              <a:avLst/>
              <a:gdLst/>
              <a:ahLst/>
              <a:cxnLst/>
              <a:rect l="l" t="t" r="r" b="b"/>
              <a:pathLst>
                <a:path w="15875" h="17145">
                  <a:moveTo>
                    <a:pt x="2492" y="0"/>
                  </a:moveTo>
                  <a:lnTo>
                    <a:pt x="963" y="1790"/>
                  </a:lnTo>
                  <a:lnTo>
                    <a:pt x="0" y="4345"/>
                  </a:lnTo>
                  <a:lnTo>
                    <a:pt x="0" y="12617"/>
                  </a:lnTo>
                  <a:lnTo>
                    <a:pt x="3507" y="17025"/>
                  </a:lnTo>
                  <a:lnTo>
                    <a:pt x="11277" y="17025"/>
                  </a:lnTo>
                  <a:lnTo>
                    <a:pt x="14188" y="14261"/>
                  </a:lnTo>
                  <a:lnTo>
                    <a:pt x="15256" y="10408"/>
                  </a:lnTo>
                  <a:lnTo>
                    <a:pt x="13852" y="12051"/>
                  </a:lnTo>
                  <a:lnTo>
                    <a:pt x="11978" y="13067"/>
                  </a:lnTo>
                  <a:lnTo>
                    <a:pt x="9905" y="13067"/>
                  </a:lnTo>
                  <a:lnTo>
                    <a:pt x="5570" y="13067"/>
                  </a:lnTo>
                  <a:lnTo>
                    <a:pt x="2052" y="8659"/>
                  </a:lnTo>
                  <a:lnTo>
                    <a:pt x="2052" y="2094"/>
                  </a:lnTo>
                  <a:lnTo>
                    <a:pt x="2219" y="1005"/>
                  </a:lnTo>
                  <a:lnTo>
                    <a:pt x="2492" y="0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 descr=""/>
            <p:cNvSpPr/>
            <p:nvPr/>
          </p:nvSpPr>
          <p:spPr>
            <a:xfrm>
              <a:off x="15328040" y="8773969"/>
              <a:ext cx="7620" cy="10795"/>
            </a:xfrm>
            <a:custGeom>
              <a:avLst/>
              <a:gdLst/>
              <a:ahLst/>
              <a:cxnLst/>
              <a:rect l="l" t="t" r="r" b="b"/>
              <a:pathLst>
                <a:path w="7619" h="10795">
                  <a:moveTo>
                    <a:pt x="2942" y="0"/>
                  </a:moveTo>
                  <a:lnTo>
                    <a:pt x="146" y="2251"/>
                  </a:lnTo>
                  <a:lnTo>
                    <a:pt x="0" y="4952"/>
                  </a:lnTo>
                  <a:lnTo>
                    <a:pt x="1204" y="7151"/>
                  </a:lnTo>
                  <a:lnTo>
                    <a:pt x="2418" y="9350"/>
                  </a:lnTo>
                  <a:lnTo>
                    <a:pt x="4523" y="10219"/>
                  </a:lnTo>
                  <a:lnTo>
                    <a:pt x="7319" y="7957"/>
                  </a:lnTo>
                  <a:lnTo>
                    <a:pt x="7476" y="5266"/>
                  </a:lnTo>
                  <a:lnTo>
                    <a:pt x="5057" y="869"/>
                  </a:lnTo>
                  <a:lnTo>
                    <a:pt x="2942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 descr=""/>
            <p:cNvSpPr/>
            <p:nvPr/>
          </p:nvSpPr>
          <p:spPr>
            <a:xfrm>
              <a:off x="15319094" y="8789952"/>
              <a:ext cx="23495" cy="40005"/>
            </a:xfrm>
            <a:custGeom>
              <a:avLst/>
              <a:gdLst/>
              <a:ahLst/>
              <a:cxnLst/>
              <a:rect l="l" t="t" r="r" b="b"/>
              <a:pathLst>
                <a:path w="23494" h="40004">
                  <a:moveTo>
                    <a:pt x="23475" y="0"/>
                  </a:moveTo>
                  <a:lnTo>
                    <a:pt x="0" y="0"/>
                  </a:lnTo>
                  <a:lnTo>
                    <a:pt x="0" y="39747"/>
                  </a:lnTo>
                  <a:lnTo>
                    <a:pt x="23475" y="39747"/>
                  </a:lnTo>
                  <a:lnTo>
                    <a:pt x="23475" y="0"/>
                  </a:lnTo>
                  <a:close/>
                </a:path>
              </a:pathLst>
            </a:custGeom>
            <a:solidFill>
              <a:srgbClr val="F5AE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 descr=""/>
            <p:cNvSpPr/>
            <p:nvPr/>
          </p:nvSpPr>
          <p:spPr>
            <a:xfrm>
              <a:off x="15319097" y="8795393"/>
              <a:ext cx="23495" cy="34925"/>
            </a:xfrm>
            <a:custGeom>
              <a:avLst/>
              <a:gdLst/>
              <a:ahLst/>
              <a:cxnLst/>
              <a:rect l="l" t="t" r="r" b="b"/>
              <a:pathLst>
                <a:path w="23494" h="34925">
                  <a:moveTo>
                    <a:pt x="0" y="0"/>
                  </a:moveTo>
                  <a:lnTo>
                    <a:pt x="0" y="34313"/>
                  </a:lnTo>
                  <a:lnTo>
                    <a:pt x="23475" y="34313"/>
                  </a:lnTo>
                  <a:lnTo>
                    <a:pt x="23475" y="27580"/>
                  </a:lnTo>
                  <a:lnTo>
                    <a:pt x="15555" y="24155"/>
                  </a:lnTo>
                  <a:lnTo>
                    <a:pt x="8981" y="17948"/>
                  </a:lnTo>
                  <a:lnTo>
                    <a:pt x="3785" y="96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 descr=""/>
            <p:cNvSpPr/>
            <p:nvPr/>
          </p:nvSpPr>
          <p:spPr>
            <a:xfrm>
              <a:off x="15334488" y="8793706"/>
              <a:ext cx="5080" cy="18415"/>
            </a:xfrm>
            <a:custGeom>
              <a:avLst/>
              <a:gdLst/>
              <a:ahLst/>
              <a:cxnLst/>
              <a:rect l="l" t="t" r="r" b="b"/>
              <a:pathLst>
                <a:path w="5080" h="18415">
                  <a:moveTo>
                    <a:pt x="3696" y="0"/>
                  </a:moveTo>
                  <a:lnTo>
                    <a:pt x="1068" y="0"/>
                  </a:lnTo>
                  <a:lnTo>
                    <a:pt x="0" y="4052"/>
                  </a:lnTo>
                  <a:lnTo>
                    <a:pt x="0" y="9046"/>
                  </a:lnTo>
                  <a:lnTo>
                    <a:pt x="0" y="14041"/>
                  </a:lnTo>
                  <a:lnTo>
                    <a:pt x="1068" y="18093"/>
                  </a:lnTo>
                  <a:lnTo>
                    <a:pt x="3696" y="18093"/>
                  </a:lnTo>
                  <a:lnTo>
                    <a:pt x="4753" y="14041"/>
                  </a:lnTo>
                  <a:lnTo>
                    <a:pt x="4753" y="4052"/>
                  </a:lnTo>
                  <a:lnTo>
                    <a:pt x="369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 descr=""/>
            <p:cNvSpPr/>
            <p:nvPr/>
          </p:nvSpPr>
          <p:spPr>
            <a:xfrm>
              <a:off x="15320916" y="8894535"/>
              <a:ext cx="20955" cy="31750"/>
            </a:xfrm>
            <a:custGeom>
              <a:avLst/>
              <a:gdLst/>
              <a:ahLst/>
              <a:cxnLst/>
              <a:rect l="l" t="t" r="r" b="b"/>
              <a:pathLst>
                <a:path w="20955" h="31750">
                  <a:moveTo>
                    <a:pt x="20931" y="0"/>
                  </a:moveTo>
                  <a:lnTo>
                    <a:pt x="0" y="0"/>
                  </a:lnTo>
                  <a:lnTo>
                    <a:pt x="0" y="31234"/>
                  </a:lnTo>
                  <a:lnTo>
                    <a:pt x="20931" y="31234"/>
                  </a:lnTo>
                  <a:lnTo>
                    <a:pt x="20931" y="0"/>
                  </a:lnTo>
                  <a:close/>
                </a:path>
              </a:pathLst>
            </a:custGeom>
            <a:solidFill>
              <a:srgbClr val="F5AE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 descr=""/>
            <p:cNvSpPr/>
            <p:nvPr/>
          </p:nvSpPr>
          <p:spPr>
            <a:xfrm>
              <a:off x="15320913" y="8900119"/>
              <a:ext cx="20955" cy="26034"/>
            </a:xfrm>
            <a:custGeom>
              <a:avLst/>
              <a:gdLst/>
              <a:ahLst/>
              <a:cxnLst/>
              <a:rect l="l" t="t" r="r" b="b"/>
              <a:pathLst>
                <a:path w="20955" h="26034">
                  <a:moveTo>
                    <a:pt x="0" y="0"/>
                  </a:moveTo>
                  <a:lnTo>
                    <a:pt x="0" y="25643"/>
                  </a:lnTo>
                  <a:lnTo>
                    <a:pt x="20931" y="25643"/>
                  </a:lnTo>
                  <a:lnTo>
                    <a:pt x="20931" y="19957"/>
                  </a:lnTo>
                  <a:lnTo>
                    <a:pt x="14215" y="17737"/>
                  </a:lnTo>
                  <a:lnTo>
                    <a:pt x="8321" y="13339"/>
                  </a:lnTo>
                  <a:lnTo>
                    <a:pt x="3500" y="7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 descr=""/>
            <p:cNvSpPr/>
            <p:nvPr/>
          </p:nvSpPr>
          <p:spPr>
            <a:xfrm>
              <a:off x="15333216" y="8896002"/>
              <a:ext cx="5080" cy="18415"/>
            </a:xfrm>
            <a:custGeom>
              <a:avLst/>
              <a:gdLst/>
              <a:ahLst/>
              <a:cxnLst/>
              <a:rect l="l" t="t" r="r" b="b"/>
              <a:pathLst>
                <a:path w="5080" h="18415">
                  <a:moveTo>
                    <a:pt x="3696" y="0"/>
                  </a:moveTo>
                  <a:lnTo>
                    <a:pt x="1068" y="0"/>
                  </a:lnTo>
                  <a:lnTo>
                    <a:pt x="0" y="4052"/>
                  </a:lnTo>
                  <a:lnTo>
                    <a:pt x="0" y="9046"/>
                  </a:lnTo>
                  <a:lnTo>
                    <a:pt x="0" y="14041"/>
                  </a:lnTo>
                  <a:lnTo>
                    <a:pt x="1068" y="18093"/>
                  </a:lnTo>
                  <a:lnTo>
                    <a:pt x="3696" y="18093"/>
                  </a:lnTo>
                  <a:lnTo>
                    <a:pt x="4753" y="14041"/>
                  </a:lnTo>
                  <a:lnTo>
                    <a:pt x="4753" y="4052"/>
                  </a:lnTo>
                  <a:lnTo>
                    <a:pt x="369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 descr=""/>
            <p:cNvSpPr/>
            <p:nvPr/>
          </p:nvSpPr>
          <p:spPr>
            <a:xfrm>
              <a:off x="15678743" y="8860308"/>
              <a:ext cx="17145" cy="71120"/>
            </a:xfrm>
            <a:custGeom>
              <a:avLst/>
              <a:gdLst/>
              <a:ahLst/>
              <a:cxnLst/>
              <a:rect l="l" t="t" r="r" b="b"/>
              <a:pathLst>
                <a:path w="17144" h="71120">
                  <a:moveTo>
                    <a:pt x="0" y="0"/>
                  </a:moveTo>
                  <a:lnTo>
                    <a:pt x="0" y="70741"/>
                  </a:lnTo>
                  <a:lnTo>
                    <a:pt x="16941" y="70741"/>
                  </a:lnTo>
                  <a:lnTo>
                    <a:pt x="16941" y="19978"/>
                  </a:lnTo>
                  <a:lnTo>
                    <a:pt x="12245" y="15525"/>
                  </a:lnTo>
                  <a:lnTo>
                    <a:pt x="7834" y="10711"/>
                  </a:lnTo>
                  <a:lnTo>
                    <a:pt x="3742" y="55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4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 descr=""/>
            <p:cNvSpPr/>
            <p:nvPr/>
          </p:nvSpPr>
          <p:spPr>
            <a:xfrm>
              <a:off x="15677864" y="8772618"/>
              <a:ext cx="15875" cy="19685"/>
            </a:xfrm>
            <a:custGeom>
              <a:avLst/>
              <a:gdLst/>
              <a:ahLst/>
              <a:cxnLst/>
              <a:rect l="l" t="t" r="r" b="b"/>
              <a:pathLst>
                <a:path w="15875" h="19684">
                  <a:moveTo>
                    <a:pt x="12188" y="0"/>
                  </a:moveTo>
                  <a:lnTo>
                    <a:pt x="3518" y="0"/>
                  </a:lnTo>
                  <a:lnTo>
                    <a:pt x="0" y="4408"/>
                  </a:lnTo>
                  <a:lnTo>
                    <a:pt x="0" y="9842"/>
                  </a:lnTo>
                  <a:lnTo>
                    <a:pt x="0" y="15277"/>
                  </a:lnTo>
                  <a:lnTo>
                    <a:pt x="3518" y="19685"/>
                  </a:lnTo>
                  <a:lnTo>
                    <a:pt x="12188" y="19685"/>
                  </a:lnTo>
                  <a:lnTo>
                    <a:pt x="15706" y="15277"/>
                  </a:lnTo>
                  <a:lnTo>
                    <a:pt x="15706" y="4408"/>
                  </a:lnTo>
                  <a:lnTo>
                    <a:pt x="12188" y="0"/>
                  </a:lnTo>
                  <a:close/>
                </a:path>
              </a:pathLst>
            </a:custGeom>
            <a:solidFill>
              <a:srgbClr val="F5AE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 descr=""/>
            <p:cNvSpPr/>
            <p:nvPr/>
          </p:nvSpPr>
          <p:spPr>
            <a:xfrm>
              <a:off x="15677867" y="8775277"/>
              <a:ext cx="15875" cy="17145"/>
            </a:xfrm>
            <a:custGeom>
              <a:avLst/>
              <a:gdLst/>
              <a:ahLst/>
              <a:cxnLst/>
              <a:rect l="l" t="t" r="r" b="b"/>
              <a:pathLst>
                <a:path w="15875" h="17145">
                  <a:moveTo>
                    <a:pt x="2492" y="0"/>
                  </a:moveTo>
                  <a:lnTo>
                    <a:pt x="963" y="1790"/>
                  </a:lnTo>
                  <a:lnTo>
                    <a:pt x="0" y="4345"/>
                  </a:lnTo>
                  <a:lnTo>
                    <a:pt x="0" y="12617"/>
                  </a:lnTo>
                  <a:lnTo>
                    <a:pt x="3507" y="17025"/>
                  </a:lnTo>
                  <a:lnTo>
                    <a:pt x="11277" y="17025"/>
                  </a:lnTo>
                  <a:lnTo>
                    <a:pt x="14188" y="14261"/>
                  </a:lnTo>
                  <a:lnTo>
                    <a:pt x="15256" y="10408"/>
                  </a:lnTo>
                  <a:lnTo>
                    <a:pt x="13852" y="12051"/>
                  </a:lnTo>
                  <a:lnTo>
                    <a:pt x="11978" y="13067"/>
                  </a:lnTo>
                  <a:lnTo>
                    <a:pt x="9905" y="13067"/>
                  </a:lnTo>
                  <a:lnTo>
                    <a:pt x="5570" y="13067"/>
                  </a:lnTo>
                  <a:lnTo>
                    <a:pt x="2052" y="8659"/>
                  </a:lnTo>
                  <a:lnTo>
                    <a:pt x="2052" y="2094"/>
                  </a:lnTo>
                  <a:lnTo>
                    <a:pt x="2219" y="1005"/>
                  </a:lnTo>
                  <a:lnTo>
                    <a:pt x="2492" y="0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 descr=""/>
            <p:cNvSpPr/>
            <p:nvPr/>
          </p:nvSpPr>
          <p:spPr>
            <a:xfrm>
              <a:off x="15683330" y="8773969"/>
              <a:ext cx="7620" cy="10795"/>
            </a:xfrm>
            <a:custGeom>
              <a:avLst/>
              <a:gdLst/>
              <a:ahLst/>
              <a:cxnLst/>
              <a:rect l="l" t="t" r="r" b="b"/>
              <a:pathLst>
                <a:path w="7619" h="10795">
                  <a:moveTo>
                    <a:pt x="2942" y="0"/>
                  </a:moveTo>
                  <a:lnTo>
                    <a:pt x="146" y="2251"/>
                  </a:lnTo>
                  <a:lnTo>
                    <a:pt x="0" y="4952"/>
                  </a:lnTo>
                  <a:lnTo>
                    <a:pt x="1204" y="7151"/>
                  </a:lnTo>
                  <a:lnTo>
                    <a:pt x="2408" y="9350"/>
                  </a:lnTo>
                  <a:lnTo>
                    <a:pt x="4523" y="10219"/>
                  </a:lnTo>
                  <a:lnTo>
                    <a:pt x="7319" y="7957"/>
                  </a:lnTo>
                  <a:lnTo>
                    <a:pt x="7476" y="5266"/>
                  </a:lnTo>
                  <a:lnTo>
                    <a:pt x="5057" y="869"/>
                  </a:lnTo>
                  <a:lnTo>
                    <a:pt x="2942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 descr=""/>
            <p:cNvSpPr/>
            <p:nvPr/>
          </p:nvSpPr>
          <p:spPr>
            <a:xfrm>
              <a:off x="15674382" y="8789952"/>
              <a:ext cx="23495" cy="40005"/>
            </a:xfrm>
            <a:custGeom>
              <a:avLst/>
              <a:gdLst/>
              <a:ahLst/>
              <a:cxnLst/>
              <a:rect l="l" t="t" r="r" b="b"/>
              <a:pathLst>
                <a:path w="23494" h="40004">
                  <a:moveTo>
                    <a:pt x="23475" y="0"/>
                  </a:moveTo>
                  <a:lnTo>
                    <a:pt x="0" y="0"/>
                  </a:lnTo>
                  <a:lnTo>
                    <a:pt x="0" y="39747"/>
                  </a:lnTo>
                  <a:lnTo>
                    <a:pt x="23475" y="39747"/>
                  </a:lnTo>
                  <a:lnTo>
                    <a:pt x="23475" y="0"/>
                  </a:lnTo>
                  <a:close/>
                </a:path>
              </a:pathLst>
            </a:custGeom>
            <a:solidFill>
              <a:srgbClr val="F5AE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 descr=""/>
            <p:cNvSpPr/>
            <p:nvPr/>
          </p:nvSpPr>
          <p:spPr>
            <a:xfrm>
              <a:off x="15674387" y="8795393"/>
              <a:ext cx="23495" cy="34925"/>
            </a:xfrm>
            <a:custGeom>
              <a:avLst/>
              <a:gdLst/>
              <a:ahLst/>
              <a:cxnLst/>
              <a:rect l="l" t="t" r="r" b="b"/>
              <a:pathLst>
                <a:path w="23494" h="34925">
                  <a:moveTo>
                    <a:pt x="0" y="0"/>
                  </a:moveTo>
                  <a:lnTo>
                    <a:pt x="0" y="34313"/>
                  </a:lnTo>
                  <a:lnTo>
                    <a:pt x="23475" y="34313"/>
                  </a:lnTo>
                  <a:lnTo>
                    <a:pt x="23475" y="27580"/>
                  </a:lnTo>
                  <a:lnTo>
                    <a:pt x="15553" y="24155"/>
                  </a:lnTo>
                  <a:lnTo>
                    <a:pt x="8977" y="17948"/>
                  </a:lnTo>
                  <a:lnTo>
                    <a:pt x="3781" y="96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 descr=""/>
            <p:cNvSpPr/>
            <p:nvPr/>
          </p:nvSpPr>
          <p:spPr>
            <a:xfrm>
              <a:off x="15689777" y="8793706"/>
              <a:ext cx="5080" cy="18415"/>
            </a:xfrm>
            <a:custGeom>
              <a:avLst/>
              <a:gdLst/>
              <a:ahLst/>
              <a:cxnLst/>
              <a:rect l="l" t="t" r="r" b="b"/>
              <a:pathLst>
                <a:path w="5080" h="18415">
                  <a:moveTo>
                    <a:pt x="3696" y="0"/>
                  </a:moveTo>
                  <a:lnTo>
                    <a:pt x="1068" y="0"/>
                  </a:lnTo>
                  <a:lnTo>
                    <a:pt x="0" y="4052"/>
                  </a:lnTo>
                  <a:lnTo>
                    <a:pt x="0" y="9046"/>
                  </a:lnTo>
                  <a:lnTo>
                    <a:pt x="0" y="14041"/>
                  </a:lnTo>
                  <a:lnTo>
                    <a:pt x="1068" y="18093"/>
                  </a:lnTo>
                  <a:lnTo>
                    <a:pt x="3696" y="18093"/>
                  </a:lnTo>
                  <a:lnTo>
                    <a:pt x="4753" y="14041"/>
                  </a:lnTo>
                  <a:lnTo>
                    <a:pt x="4753" y="4052"/>
                  </a:lnTo>
                  <a:lnTo>
                    <a:pt x="369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 descr=""/>
            <p:cNvSpPr/>
            <p:nvPr/>
          </p:nvSpPr>
          <p:spPr>
            <a:xfrm>
              <a:off x="15677104" y="8894609"/>
              <a:ext cx="20955" cy="31750"/>
            </a:xfrm>
            <a:custGeom>
              <a:avLst/>
              <a:gdLst/>
              <a:ahLst/>
              <a:cxnLst/>
              <a:rect l="l" t="t" r="r" b="b"/>
              <a:pathLst>
                <a:path w="20955" h="31750">
                  <a:moveTo>
                    <a:pt x="20931" y="0"/>
                  </a:moveTo>
                  <a:lnTo>
                    <a:pt x="0" y="0"/>
                  </a:lnTo>
                  <a:lnTo>
                    <a:pt x="0" y="31234"/>
                  </a:lnTo>
                  <a:lnTo>
                    <a:pt x="20931" y="31234"/>
                  </a:lnTo>
                  <a:lnTo>
                    <a:pt x="20931" y="0"/>
                  </a:lnTo>
                  <a:close/>
                </a:path>
              </a:pathLst>
            </a:custGeom>
            <a:solidFill>
              <a:srgbClr val="F5AE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 descr=""/>
            <p:cNvSpPr/>
            <p:nvPr/>
          </p:nvSpPr>
          <p:spPr>
            <a:xfrm>
              <a:off x="15677109" y="8900193"/>
              <a:ext cx="20955" cy="26034"/>
            </a:xfrm>
            <a:custGeom>
              <a:avLst/>
              <a:gdLst/>
              <a:ahLst/>
              <a:cxnLst/>
              <a:rect l="l" t="t" r="r" b="b"/>
              <a:pathLst>
                <a:path w="20955" h="26034">
                  <a:moveTo>
                    <a:pt x="0" y="0"/>
                  </a:moveTo>
                  <a:lnTo>
                    <a:pt x="0" y="25643"/>
                  </a:lnTo>
                  <a:lnTo>
                    <a:pt x="20931" y="25643"/>
                  </a:lnTo>
                  <a:lnTo>
                    <a:pt x="20931" y="19957"/>
                  </a:lnTo>
                  <a:lnTo>
                    <a:pt x="14215" y="17737"/>
                  </a:lnTo>
                  <a:lnTo>
                    <a:pt x="8321" y="13339"/>
                  </a:lnTo>
                  <a:lnTo>
                    <a:pt x="3500" y="7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 descr=""/>
            <p:cNvSpPr/>
            <p:nvPr/>
          </p:nvSpPr>
          <p:spPr>
            <a:xfrm>
              <a:off x="15689413" y="8896074"/>
              <a:ext cx="5080" cy="18415"/>
            </a:xfrm>
            <a:custGeom>
              <a:avLst/>
              <a:gdLst/>
              <a:ahLst/>
              <a:cxnLst/>
              <a:rect l="l" t="t" r="r" b="b"/>
              <a:pathLst>
                <a:path w="5080" h="18415">
                  <a:moveTo>
                    <a:pt x="3696" y="0"/>
                  </a:moveTo>
                  <a:lnTo>
                    <a:pt x="1068" y="0"/>
                  </a:lnTo>
                  <a:lnTo>
                    <a:pt x="0" y="4052"/>
                  </a:lnTo>
                  <a:lnTo>
                    <a:pt x="0" y="9046"/>
                  </a:lnTo>
                  <a:lnTo>
                    <a:pt x="0" y="14041"/>
                  </a:lnTo>
                  <a:lnTo>
                    <a:pt x="1068" y="18093"/>
                  </a:lnTo>
                  <a:lnTo>
                    <a:pt x="3696" y="18093"/>
                  </a:lnTo>
                  <a:lnTo>
                    <a:pt x="4753" y="14041"/>
                  </a:lnTo>
                  <a:lnTo>
                    <a:pt x="4753" y="4052"/>
                  </a:lnTo>
                  <a:lnTo>
                    <a:pt x="369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 descr=""/>
            <p:cNvSpPr/>
            <p:nvPr/>
          </p:nvSpPr>
          <p:spPr>
            <a:xfrm>
              <a:off x="15454809" y="8843270"/>
              <a:ext cx="145415" cy="62865"/>
            </a:xfrm>
            <a:custGeom>
              <a:avLst/>
              <a:gdLst/>
              <a:ahLst/>
              <a:cxnLst/>
              <a:rect l="l" t="t" r="r" b="b"/>
              <a:pathLst>
                <a:path w="145415" h="62865">
                  <a:moveTo>
                    <a:pt x="52158" y="27495"/>
                  </a:moveTo>
                  <a:lnTo>
                    <a:pt x="50114" y="26898"/>
                  </a:lnTo>
                  <a:lnTo>
                    <a:pt x="44526" y="26416"/>
                  </a:lnTo>
                  <a:lnTo>
                    <a:pt x="36233" y="26085"/>
                  </a:lnTo>
                  <a:lnTo>
                    <a:pt x="26073" y="25958"/>
                  </a:lnTo>
                  <a:lnTo>
                    <a:pt x="15925" y="26085"/>
                  </a:lnTo>
                  <a:lnTo>
                    <a:pt x="7632" y="26416"/>
                  </a:lnTo>
                  <a:lnTo>
                    <a:pt x="2044" y="26898"/>
                  </a:lnTo>
                  <a:lnTo>
                    <a:pt x="0" y="27495"/>
                  </a:lnTo>
                  <a:lnTo>
                    <a:pt x="2044" y="28079"/>
                  </a:lnTo>
                  <a:lnTo>
                    <a:pt x="7632" y="28562"/>
                  </a:lnTo>
                  <a:lnTo>
                    <a:pt x="15925" y="28892"/>
                  </a:lnTo>
                  <a:lnTo>
                    <a:pt x="26073" y="29006"/>
                  </a:lnTo>
                  <a:lnTo>
                    <a:pt x="36233" y="28892"/>
                  </a:lnTo>
                  <a:lnTo>
                    <a:pt x="44526" y="28562"/>
                  </a:lnTo>
                  <a:lnTo>
                    <a:pt x="50114" y="28079"/>
                  </a:lnTo>
                  <a:lnTo>
                    <a:pt x="52158" y="27495"/>
                  </a:lnTo>
                  <a:close/>
                </a:path>
                <a:path w="145415" h="62865">
                  <a:moveTo>
                    <a:pt x="96812" y="1536"/>
                  </a:moveTo>
                  <a:lnTo>
                    <a:pt x="94767" y="939"/>
                  </a:lnTo>
                  <a:lnTo>
                    <a:pt x="89179" y="457"/>
                  </a:lnTo>
                  <a:lnTo>
                    <a:pt x="80886" y="127"/>
                  </a:lnTo>
                  <a:lnTo>
                    <a:pt x="70726" y="0"/>
                  </a:lnTo>
                  <a:lnTo>
                    <a:pt x="60579" y="127"/>
                  </a:lnTo>
                  <a:lnTo>
                    <a:pt x="52285" y="457"/>
                  </a:lnTo>
                  <a:lnTo>
                    <a:pt x="46697" y="939"/>
                  </a:lnTo>
                  <a:lnTo>
                    <a:pt x="44653" y="1536"/>
                  </a:lnTo>
                  <a:lnTo>
                    <a:pt x="46697" y="2120"/>
                  </a:lnTo>
                  <a:lnTo>
                    <a:pt x="52285" y="2603"/>
                  </a:lnTo>
                  <a:lnTo>
                    <a:pt x="60579" y="2933"/>
                  </a:lnTo>
                  <a:lnTo>
                    <a:pt x="70726" y="3048"/>
                  </a:lnTo>
                  <a:lnTo>
                    <a:pt x="80886" y="2933"/>
                  </a:lnTo>
                  <a:lnTo>
                    <a:pt x="89179" y="2603"/>
                  </a:lnTo>
                  <a:lnTo>
                    <a:pt x="94767" y="2120"/>
                  </a:lnTo>
                  <a:lnTo>
                    <a:pt x="96812" y="1536"/>
                  </a:lnTo>
                  <a:close/>
                </a:path>
                <a:path w="145415" h="62865">
                  <a:moveTo>
                    <a:pt x="144856" y="61226"/>
                  </a:moveTo>
                  <a:lnTo>
                    <a:pt x="142811" y="60629"/>
                  </a:lnTo>
                  <a:lnTo>
                    <a:pt x="137223" y="60147"/>
                  </a:lnTo>
                  <a:lnTo>
                    <a:pt x="128930" y="59817"/>
                  </a:lnTo>
                  <a:lnTo>
                    <a:pt x="118770" y="59690"/>
                  </a:lnTo>
                  <a:lnTo>
                    <a:pt x="108623" y="59817"/>
                  </a:lnTo>
                  <a:lnTo>
                    <a:pt x="100330" y="60147"/>
                  </a:lnTo>
                  <a:lnTo>
                    <a:pt x="94742" y="60629"/>
                  </a:lnTo>
                  <a:lnTo>
                    <a:pt x="92684" y="61226"/>
                  </a:lnTo>
                  <a:lnTo>
                    <a:pt x="94742" y="61810"/>
                  </a:lnTo>
                  <a:lnTo>
                    <a:pt x="100330" y="62293"/>
                  </a:lnTo>
                  <a:lnTo>
                    <a:pt x="108623" y="62623"/>
                  </a:lnTo>
                  <a:lnTo>
                    <a:pt x="118770" y="62738"/>
                  </a:lnTo>
                  <a:lnTo>
                    <a:pt x="128930" y="62623"/>
                  </a:lnTo>
                  <a:lnTo>
                    <a:pt x="137223" y="62293"/>
                  </a:lnTo>
                  <a:lnTo>
                    <a:pt x="142811" y="61810"/>
                  </a:lnTo>
                  <a:lnTo>
                    <a:pt x="144856" y="61226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 descr=""/>
            <p:cNvSpPr/>
            <p:nvPr/>
          </p:nvSpPr>
          <p:spPr>
            <a:xfrm>
              <a:off x="15363857" y="8920168"/>
              <a:ext cx="1005205" cy="39370"/>
            </a:xfrm>
            <a:custGeom>
              <a:avLst/>
              <a:gdLst/>
              <a:ahLst/>
              <a:cxnLst/>
              <a:rect l="l" t="t" r="r" b="b"/>
              <a:pathLst>
                <a:path w="1005205" h="39370">
                  <a:moveTo>
                    <a:pt x="1004901" y="0"/>
                  </a:moveTo>
                  <a:lnTo>
                    <a:pt x="0" y="0"/>
                  </a:lnTo>
                  <a:lnTo>
                    <a:pt x="0" y="39297"/>
                  </a:lnTo>
                  <a:lnTo>
                    <a:pt x="1004901" y="39297"/>
                  </a:lnTo>
                  <a:lnTo>
                    <a:pt x="1004901" y="0"/>
                  </a:lnTo>
                  <a:close/>
                </a:path>
              </a:pathLst>
            </a:custGeom>
            <a:solidFill>
              <a:srgbClr val="711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26" name="object 326" descr=""/>
          <p:cNvGrpSpPr/>
          <p:nvPr/>
        </p:nvGrpSpPr>
        <p:grpSpPr>
          <a:xfrm>
            <a:off x="1471944" y="3154778"/>
            <a:ext cx="720090" cy="1157605"/>
            <a:chOff x="1471944" y="3154778"/>
            <a:chExt cx="720090" cy="1157605"/>
          </a:xfrm>
        </p:grpSpPr>
        <p:pic>
          <p:nvPicPr>
            <p:cNvPr id="327" name="object 327" descr="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748273" y="3154778"/>
              <a:ext cx="143367" cy="340958"/>
            </a:xfrm>
            <a:prstGeom prst="rect">
              <a:avLst/>
            </a:prstGeom>
          </p:spPr>
        </p:pic>
        <p:sp>
          <p:nvSpPr>
            <p:cNvPr id="328" name="object 328" descr=""/>
            <p:cNvSpPr/>
            <p:nvPr/>
          </p:nvSpPr>
          <p:spPr>
            <a:xfrm>
              <a:off x="1492604" y="3490264"/>
              <a:ext cx="673100" cy="780415"/>
            </a:xfrm>
            <a:custGeom>
              <a:avLst/>
              <a:gdLst/>
              <a:ahLst/>
              <a:cxnLst/>
              <a:rect l="l" t="t" r="r" b="b"/>
              <a:pathLst>
                <a:path w="673100" h="780414">
                  <a:moveTo>
                    <a:pt x="337623" y="41"/>
                  </a:moveTo>
                  <a:lnTo>
                    <a:pt x="328356" y="0"/>
                  </a:lnTo>
                  <a:lnTo>
                    <a:pt x="265018" y="72322"/>
                  </a:lnTo>
                  <a:lnTo>
                    <a:pt x="247191" y="90770"/>
                  </a:lnTo>
                  <a:lnTo>
                    <a:pt x="227795" y="107306"/>
                  </a:lnTo>
                  <a:lnTo>
                    <a:pt x="206995" y="121890"/>
                  </a:lnTo>
                  <a:lnTo>
                    <a:pt x="184957" y="134477"/>
                  </a:lnTo>
                  <a:lnTo>
                    <a:pt x="145510" y="158240"/>
                  </a:lnTo>
                  <a:lnTo>
                    <a:pt x="109772" y="187059"/>
                  </a:lnTo>
                  <a:lnTo>
                    <a:pt x="78221" y="220450"/>
                  </a:lnTo>
                  <a:lnTo>
                    <a:pt x="51336" y="257930"/>
                  </a:lnTo>
                  <a:lnTo>
                    <a:pt x="29593" y="299015"/>
                  </a:lnTo>
                  <a:lnTo>
                    <a:pt x="13471" y="343222"/>
                  </a:lnTo>
                  <a:lnTo>
                    <a:pt x="3447" y="390066"/>
                  </a:lnTo>
                  <a:lnTo>
                    <a:pt x="0" y="439065"/>
                  </a:lnTo>
                  <a:lnTo>
                    <a:pt x="3072" y="485349"/>
                  </a:lnTo>
                  <a:lnTo>
                    <a:pt x="12021" y="529742"/>
                  </a:lnTo>
                  <a:lnTo>
                    <a:pt x="26447" y="571835"/>
                  </a:lnTo>
                  <a:lnTo>
                    <a:pt x="45947" y="611223"/>
                  </a:lnTo>
                  <a:lnTo>
                    <a:pt x="70122" y="647499"/>
                  </a:lnTo>
                  <a:lnTo>
                    <a:pt x="98570" y="680258"/>
                  </a:lnTo>
                  <a:lnTo>
                    <a:pt x="130890" y="709091"/>
                  </a:lnTo>
                  <a:lnTo>
                    <a:pt x="166680" y="733594"/>
                  </a:lnTo>
                  <a:lnTo>
                    <a:pt x="205541" y="753359"/>
                  </a:lnTo>
                  <a:lnTo>
                    <a:pt x="247071" y="767980"/>
                  </a:lnTo>
                  <a:lnTo>
                    <a:pt x="290869" y="777050"/>
                  </a:lnTo>
                  <a:lnTo>
                    <a:pt x="336534" y="780164"/>
                  </a:lnTo>
                  <a:lnTo>
                    <a:pt x="382201" y="777050"/>
                  </a:lnTo>
                  <a:lnTo>
                    <a:pt x="426001" y="767980"/>
                  </a:lnTo>
                  <a:lnTo>
                    <a:pt x="467532" y="753359"/>
                  </a:lnTo>
                  <a:lnTo>
                    <a:pt x="506394" y="733594"/>
                  </a:lnTo>
                  <a:lnTo>
                    <a:pt x="542186" y="709091"/>
                  </a:lnTo>
                  <a:lnTo>
                    <a:pt x="574507" y="680258"/>
                  </a:lnTo>
                  <a:lnTo>
                    <a:pt x="602955" y="647499"/>
                  </a:lnTo>
                  <a:lnTo>
                    <a:pt x="627130" y="611223"/>
                  </a:lnTo>
                  <a:lnTo>
                    <a:pt x="646631" y="571835"/>
                  </a:lnTo>
                  <a:lnTo>
                    <a:pt x="661057" y="529742"/>
                  </a:lnTo>
                  <a:lnTo>
                    <a:pt x="670006" y="485349"/>
                  </a:lnTo>
                  <a:lnTo>
                    <a:pt x="673078" y="439065"/>
                  </a:lnTo>
                  <a:lnTo>
                    <a:pt x="669550" y="389496"/>
                  </a:lnTo>
                  <a:lnTo>
                    <a:pt x="659295" y="342139"/>
                  </a:lnTo>
                  <a:lnTo>
                    <a:pt x="642807" y="297495"/>
                  </a:lnTo>
                  <a:lnTo>
                    <a:pt x="620583" y="256065"/>
                  </a:lnTo>
                  <a:lnTo>
                    <a:pt x="593116" y="218349"/>
                  </a:lnTo>
                  <a:lnTo>
                    <a:pt x="560903" y="184849"/>
                  </a:lnTo>
                  <a:lnTo>
                    <a:pt x="524438" y="156065"/>
                  </a:lnTo>
                  <a:lnTo>
                    <a:pt x="484215" y="132498"/>
                  </a:lnTo>
                  <a:lnTo>
                    <a:pt x="457408" y="117556"/>
                  </a:lnTo>
                  <a:lnTo>
                    <a:pt x="432167" y="100054"/>
                  </a:lnTo>
                  <a:lnTo>
                    <a:pt x="408713" y="80055"/>
                  </a:lnTo>
                  <a:lnTo>
                    <a:pt x="387265" y="57621"/>
                  </a:lnTo>
                  <a:lnTo>
                    <a:pt x="337623" y="41"/>
                  </a:lnTo>
                  <a:close/>
                </a:path>
              </a:pathLst>
            </a:custGeom>
            <a:solidFill>
              <a:srgbClr val="FBC2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 descr=""/>
            <p:cNvSpPr/>
            <p:nvPr/>
          </p:nvSpPr>
          <p:spPr>
            <a:xfrm>
              <a:off x="1556093" y="3552183"/>
              <a:ext cx="584200" cy="376555"/>
            </a:xfrm>
            <a:custGeom>
              <a:avLst/>
              <a:gdLst/>
              <a:ahLst/>
              <a:cxnLst/>
              <a:rect l="l" t="t" r="r" b="b"/>
              <a:pathLst>
                <a:path w="584200" h="376554">
                  <a:moveTo>
                    <a:pt x="23749" y="366991"/>
                  </a:moveTo>
                  <a:lnTo>
                    <a:pt x="18440" y="364350"/>
                  </a:lnTo>
                  <a:lnTo>
                    <a:pt x="5321" y="364350"/>
                  </a:lnTo>
                  <a:lnTo>
                    <a:pt x="0" y="366991"/>
                  </a:lnTo>
                  <a:lnTo>
                    <a:pt x="0" y="373532"/>
                  </a:lnTo>
                  <a:lnTo>
                    <a:pt x="5321" y="376174"/>
                  </a:lnTo>
                  <a:lnTo>
                    <a:pt x="18440" y="376174"/>
                  </a:lnTo>
                  <a:lnTo>
                    <a:pt x="23749" y="373532"/>
                  </a:lnTo>
                  <a:lnTo>
                    <a:pt x="23749" y="370268"/>
                  </a:lnTo>
                  <a:lnTo>
                    <a:pt x="23749" y="366991"/>
                  </a:lnTo>
                  <a:close/>
                </a:path>
                <a:path w="584200" h="376554">
                  <a:moveTo>
                    <a:pt x="33782" y="329641"/>
                  </a:moveTo>
                  <a:lnTo>
                    <a:pt x="30238" y="327863"/>
                  </a:lnTo>
                  <a:lnTo>
                    <a:pt x="21463" y="327863"/>
                  </a:lnTo>
                  <a:lnTo>
                    <a:pt x="17907" y="329641"/>
                  </a:lnTo>
                  <a:lnTo>
                    <a:pt x="17907" y="334010"/>
                  </a:lnTo>
                  <a:lnTo>
                    <a:pt x="21463" y="335788"/>
                  </a:lnTo>
                  <a:lnTo>
                    <a:pt x="30238" y="335788"/>
                  </a:lnTo>
                  <a:lnTo>
                    <a:pt x="33782" y="334010"/>
                  </a:lnTo>
                  <a:lnTo>
                    <a:pt x="33782" y="331825"/>
                  </a:lnTo>
                  <a:lnTo>
                    <a:pt x="33782" y="329641"/>
                  </a:lnTo>
                  <a:close/>
                </a:path>
                <a:path w="584200" h="376554">
                  <a:moveTo>
                    <a:pt x="73914" y="348843"/>
                  </a:moveTo>
                  <a:lnTo>
                    <a:pt x="66662" y="345249"/>
                  </a:lnTo>
                  <a:lnTo>
                    <a:pt x="48793" y="345249"/>
                  </a:lnTo>
                  <a:lnTo>
                    <a:pt x="41554" y="348843"/>
                  </a:lnTo>
                  <a:lnTo>
                    <a:pt x="41554" y="357746"/>
                  </a:lnTo>
                  <a:lnTo>
                    <a:pt x="48793" y="361353"/>
                  </a:lnTo>
                  <a:lnTo>
                    <a:pt x="66662" y="361353"/>
                  </a:lnTo>
                  <a:lnTo>
                    <a:pt x="73914" y="357746"/>
                  </a:lnTo>
                  <a:lnTo>
                    <a:pt x="73914" y="353301"/>
                  </a:lnTo>
                  <a:lnTo>
                    <a:pt x="73914" y="348843"/>
                  </a:lnTo>
                  <a:close/>
                </a:path>
                <a:path w="584200" h="376554">
                  <a:moveTo>
                    <a:pt x="130746" y="120675"/>
                  </a:moveTo>
                  <a:lnTo>
                    <a:pt x="127190" y="118910"/>
                  </a:lnTo>
                  <a:lnTo>
                    <a:pt x="118427" y="118910"/>
                  </a:lnTo>
                  <a:lnTo>
                    <a:pt x="114858" y="120675"/>
                  </a:lnTo>
                  <a:lnTo>
                    <a:pt x="114858" y="125056"/>
                  </a:lnTo>
                  <a:lnTo>
                    <a:pt x="118427" y="126822"/>
                  </a:lnTo>
                  <a:lnTo>
                    <a:pt x="127190" y="126822"/>
                  </a:lnTo>
                  <a:lnTo>
                    <a:pt x="130746" y="125056"/>
                  </a:lnTo>
                  <a:lnTo>
                    <a:pt x="130746" y="122859"/>
                  </a:lnTo>
                  <a:lnTo>
                    <a:pt x="130746" y="120675"/>
                  </a:lnTo>
                  <a:close/>
                </a:path>
                <a:path w="584200" h="376554">
                  <a:moveTo>
                    <a:pt x="168363" y="152488"/>
                  </a:moveTo>
                  <a:lnTo>
                    <a:pt x="163042" y="149834"/>
                  </a:lnTo>
                  <a:lnTo>
                    <a:pt x="149923" y="149834"/>
                  </a:lnTo>
                  <a:lnTo>
                    <a:pt x="144602" y="152488"/>
                  </a:lnTo>
                  <a:lnTo>
                    <a:pt x="144602" y="159016"/>
                  </a:lnTo>
                  <a:lnTo>
                    <a:pt x="149923" y="161671"/>
                  </a:lnTo>
                  <a:lnTo>
                    <a:pt x="163042" y="161671"/>
                  </a:lnTo>
                  <a:lnTo>
                    <a:pt x="168363" y="159016"/>
                  </a:lnTo>
                  <a:lnTo>
                    <a:pt x="168363" y="155752"/>
                  </a:lnTo>
                  <a:lnTo>
                    <a:pt x="168363" y="152488"/>
                  </a:lnTo>
                  <a:close/>
                </a:path>
                <a:path w="584200" h="376554">
                  <a:moveTo>
                    <a:pt x="209918" y="331495"/>
                  </a:moveTo>
                  <a:lnTo>
                    <a:pt x="204597" y="328841"/>
                  </a:lnTo>
                  <a:lnTo>
                    <a:pt x="191477" y="328841"/>
                  </a:lnTo>
                  <a:lnTo>
                    <a:pt x="186156" y="331495"/>
                  </a:lnTo>
                  <a:lnTo>
                    <a:pt x="186156" y="338023"/>
                  </a:lnTo>
                  <a:lnTo>
                    <a:pt x="191477" y="340677"/>
                  </a:lnTo>
                  <a:lnTo>
                    <a:pt x="204597" y="340677"/>
                  </a:lnTo>
                  <a:lnTo>
                    <a:pt x="209918" y="338023"/>
                  </a:lnTo>
                  <a:lnTo>
                    <a:pt x="209918" y="334759"/>
                  </a:lnTo>
                  <a:lnTo>
                    <a:pt x="209918" y="331495"/>
                  </a:lnTo>
                  <a:close/>
                </a:path>
                <a:path w="584200" h="376554">
                  <a:moveTo>
                    <a:pt x="233565" y="39128"/>
                  </a:moveTo>
                  <a:lnTo>
                    <a:pt x="228244" y="36474"/>
                  </a:lnTo>
                  <a:lnTo>
                    <a:pt x="215125" y="36474"/>
                  </a:lnTo>
                  <a:lnTo>
                    <a:pt x="209804" y="39128"/>
                  </a:lnTo>
                  <a:lnTo>
                    <a:pt x="209804" y="45656"/>
                  </a:lnTo>
                  <a:lnTo>
                    <a:pt x="215125" y="48310"/>
                  </a:lnTo>
                  <a:lnTo>
                    <a:pt x="228244" y="48310"/>
                  </a:lnTo>
                  <a:lnTo>
                    <a:pt x="233565" y="45656"/>
                  </a:lnTo>
                  <a:lnTo>
                    <a:pt x="233565" y="42392"/>
                  </a:lnTo>
                  <a:lnTo>
                    <a:pt x="233565" y="39128"/>
                  </a:lnTo>
                  <a:close/>
                </a:path>
                <a:path w="584200" h="376554">
                  <a:moveTo>
                    <a:pt x="242760" y="306006"/>
                  </a:moveTo>
                  <a:lnTo>
                    <a:pt x="239204" y="304241"/>
                  </a:lnTo>
                  <a:lnTo>
                    <a:pt x="230428" y="304241"/>
                  </a:lnTo>
                  <a:lnTo>
                    <a:pt x="226872" y="306006"/>
                  </a:lnTo>
                  <a:lnTo>
                    <a:pt x="226872" y="310375"/>
                  </a:lnTo>
                  <a:lnTo>
                    <a:pt x="230428" y="312153"/>
                  </a:lnTo>
                  <a:lnTo>
                    <a:pt x="239204" y="312153"/>
                  </a:lnTo>
                  <a:lnTo>
                    <a:pt x="242760" y="310375"/>
                  </a:lnTo>
                  <a:lnTo>
                    <a:pt x="242760" y="308190"/>
                  </a:lnTo>
                  <a:lnTo>
                    <a:pt x="242760" y="306006"/>
                  </a:lnTo>
                  <a:close/>
                </a:path>
                <a:path w="584200" h="376554">
                  <a:moveTo>
                    <a:pt x="243598" y="1778"/>
                  </a:moveTo>
                  <a:lnTo>
                    <a:pt x="240030" y="0"/>
                  </a:lnTo>
                  <a:lnTo>
                    <a:pt x="231267" y="0"/>
                  </a:lnTo>
                  <a:lnTo>
                    <a:pt x="227711" y="1778"/>
                  </a:lnTo>
                  <a:lnTo>
                    <a:pt x="227711" y="6146"/>
                  </a:lnTo>
                  <a:lnTo>
                    <a:pt x="231267" y="7912"/>
                  </a:lnTo>
                  <a:lnTo>
                    <a:pt x="240030" y="7912"/>
                  </a:lnTo>
                  <a:lnTo>
                    <a:pt x="243598" y="6146"/>
                  </a:lnTo>
                  <a:lnTo>
                    <a:pt x="243598" y="3949"/>
                  </a:lnTo>
                  <a:lnTo>
                    <a:pt x="243598" y="1778"/>
                  </a:lnTo>
                  <a:close/>
                </a:path>
                <a:path w="584200" h="376554">
                  <a:moveTo>
                    <a:pt x="283718" y="20980"/>
                  </a:moveTo>
                  <a:lnTo>
                    <a:pt x="276466" y="17373"/>
                  </a:lnTo>
                  <a:lnTo>
                    <a:pt x="258597" y="17373"/>
                  </a:lnTo>
                  <a:lnTo>
                    <a:pt x="251358" y="20980"/>
                  </a:lnTo>
                  <a:lnTo>
                    <a:pt x="251358" y="29883"/>
                  </a:lnTo>
                  <a:lnTo>
                    <a:pt x="258597" y="33477"/>
                  </a:lnTo>
                  <a:lnTo>
                    <a:pt x="276466" y="33477"/>
                  </a:lnTo>
                  <a:lnTo>
                    <a:pt x="283718" y="29883"/>
                  </a:lnTo>
                  <a:lnTo>
                    <a:pt x="283718" y="25425"/>
                  </a:lnTo>
                  <a:lnTo>
                    <a:pt x="283718" y="20980"/>
                  </a:lnTo>
                  <a:close/>
                </a:path>
                <a:path w="584200" h="376554">
                  <a:moveTo>
                    <a:pt x="383184" y="189979"/>
                  </a:moveTo>
                  <a:lnTo>
                    <a:pt x="377863" y="187337"/>
                  </a:lnTo>
                  <a:lnTo>
                    <a:pt x="364744" y="187337"/>
                  </a:lnTo>
                  <a:lnTo>
                    <a:pt x="359422" y="189979"/>
                  </a:lnTo>
                  <a:lnTo>
                    <a:pt x="359422" y="196519"/>
                  </a:lnTo>
                  <a:lnTo>
                    <a:pt x="364744" y="199161"/>
                  </a:lnTo>
                  <a:lnTo>
                    <a:pt x="377863" y="199161"/>
                  </a:lnTo>
                  <a:lnTo>
                    <a:pt x="383184" y="196519"/>
                  </a:lnTo>
                  <a:lnTo>
                    <a:pt x="383184" y="193243"/>
                  </a:lnTo>
                  <a:lnTo>
                    <a:pt x="383184" y="189979"/>
                  </a:lnTo>
                  <a:close/>
                </a:path>
                <a:path w="584200" h="376554">
                  <a:moveTo>
                    <a:pt x="393217" y="152628"/>
                  </a:moveTo>
                  <a:lnTo>
                    <a:pt x="389661" y="150850"/>
                  </a:lnTo>
                  <a:lnTo>
                    <a:pt x="380885" y="150850"/>
                  </a:lnTo>
                  <a:lnTo>
                    <a:pt x="377329" y="152628"/>
                  </a:lnTo>
                  <a:lnTo>
                    <a:pt x="377329" y="156997"/>
                  </a:lnTo>
                  <a:lnTo>
                    <a:pt x="380885" y="158762"/>
                  </a:lnTo>
                  <a:lnTo>
                    <a:pt x="389661" y="158762"/>
                  </a:lnTo>
                  <a:lnTo>
                    <a:pt x="393217" y="156997"/>
                  </a:lnTo>
                  <a:lnTo>
                    <a:pt x="393217" y="154813"/>
                  </a:lnTo>
                  <a:lnTo>
                    <a:pt x="393217" y="152628"/>
                  </a:lnTo>
                  <a:close/>
                </a:path>
                <a:path w="584200" h="376554">
                  <a:moveTo>
                    <a:pt x="433336" y="171831"/>
                  </a:moveTo>
                  <a:lnTo>
                    <a:pt x="426097" y="168236"/>
                  </a:lnTo>
                  <a:lnTo>
                    <a:pt x="408216" y="168236"/>
                  </a:lnTo>
                  <a:lnTo>
                    <a:pt x="400977" y="171831"/>
                  </a:lnTo>
                  <a:lnTo>
                    <a:pt x="400977" y="180733"/>
                  </a:lnTo>
                  <a:lnTo>
                    <a:pt x="408216" y="184340"/>
                  </a:lnTo>
                  <a:lnTo>
                    <a:pt x="426097" y="184340"/>
                  </a:lnTo>
                  <a:lnTo>
                    <a:pt x="433336" y="180733"/>
                  </a:lnTo>
                  <a:lnTo>
                    <a:pt x="433336" y="176288"/>
                  </a:lnTo>
                  <a:lnTo>
                    <a:pt x="433336" y="171831"/>
                  </a:lnTo>
                  <a:close/>
                </a:path>
                <a:path w="584200" h="376554">
                  <a:moveTo>
                    <a:pt x="533641" y="336473"/>
                  </a:moveTo>
                  <a:lnTo>
                    <a:pt x="528320" y="333832"/>
                  </a:lnTo>
                  <a:lnTo>
                    <a:pt x="515200" y="333832"/>
                  </a:lnTo>
                  <a:lnTo>
                    <a:pt x="509892" y="336473"/>
                  </a:lnTo>
                  <a:lnTo>
                    <a:pt x="509892" y="343014"/>
                  </a:lnTo>
                  <a:lnTo>
                    <a:pt x="515200" y="345655"/>
                  </a:lnTo>
                  <a:lnTo>
                    <a:pt x="528320" y="345655"/>
                  </a:lnTo>
                  <a:lnTo>
                    <a:pt x="533641" y="343014"/>
                  </a:lnTo>
                  <a:lnTo>
                    <a:pt x="533641" y="339737"/>
                  </a:lnTo>
                  <a:lnTo>
                    <a:pt x="533641" y="336473"/>
                  </a:lnTo>
                  <a:close/>
                </a:path>
                <a:path w="584200" h="376554">
                  <a:moveTo>
                    <a:pt x="543674" y="299123"/>
                  </a:moveTo>
                  <a:lnTo>
                    <a:pt x="540118" y="297345"/>
                  </a:lnTo>
                  <a:lnTo>
                    <a:pt x="531355" y="297345"/>
                  </a:lnTo>
                  <a:lnTo>
                    <a:pt x="527786" y="299123"/>
                  </a:lnTo>
                  <a:lnTo>
                    <a:pt x="527786" y="303479"/>
                  </a:lnTo>
                  <a:lnTo>
                    <a:pt x="531355" y="305269"/>
                  </a:lnTo>
                  <a:lnTo>
                    <a:pt x="540118" y="305269"/>
                  </a:lnTo>
                  <a:lnTo>
                    <a:pt x="543674" y="303479"/>
                  </a:lnTo>
                  <a:lnTo>
                    <a:pt x="543674" y="301307"/>
                  </a:lnTo>
                  <a:lnTo>
                    <a:pt x="543674" y="299123"/>
                  </a:lnTo>
                  <a:close/>
                </a:path>
                <a:path w="584200" h="376554">
                  <a:moveTo>
                    <a:pt x="583793" y="318325"/>
                  </a:moveTo>
                  <a:lnTo>
                    <a:pt x="576554" y="314731"/>
                  </a:lnTo>
                  <a:lnTo>
                    <a:pt x="558673" y="314731"/>
                  </a:lnTo>
                  <a:lnTo>
                    <a:pt x="551434" y="318325"/>
                  </a:lnTo>
                  <a:lnTo>
                    <a:pt x="551434" y="327228"/>
                  </a:lnTo>
                  <a:lnTo>
                    <a:pt x="558673" y="330835"/>
                  </a:lnTo>
                  <a:lnTo>
                    <a:pt x="576554" y="330835"/>
                  </a:lnTo>
                  <a:lnTo>
                    <a:pt x="583793" y="327228"/>
                  </a:lnTo>
                  <a:lnTo>
                    <a:pt x="583793" y="322783"/>
                  </a:lnTo>
                  <a:lnTo>
                    <a:pt x="583793" y="318325"/>
                  </a:lnTo>
                  <a:close/>
                </a:path>
              </a:pathLst>
            </a:custGeom>
            <a:solidFill>
              <a:srgbClr val="F8AD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 descr=""/>
            <p:cNvSpPr/>
            <p:nvPr/>
          </p:nvSpPr>
          <p:spPr>
            <a:xfrm>
              <a:off x="1492730" y="3621209"/>
              <a:ext cx="673100" cy="649605"/>
            </a:xfrm>
            <a:custGeom>
              <a:avLst/>
              <a:gdLst/>
              <a:ahLst/>
              <a:cxnLst/>
              <a:rect l="l" t="t" r="r" b="b"/>
              <a:pathLst>
                <a:path w="673100" h="649604">
                  <a:moveTo>
                    <a:pt x="481042" y="0"/>
                  </a:moveTo>
                  <a:lnTo>
                    <a:pt x="463661" y="48442"/>
                  </a:lnTo>
                  <a:lnTo>
                    <a:pt x="441596" y="94835"/>
                  </a:lnTo>
                  <a:lnTo>
                    <a:pt x="414806" y="138727"/>
                  </a:lnTo>
                  <a:lnTo>
                    <a:pt x="383254" y="179669"/>
                  </a:lnTo>
                  <a:lnTo>
                    <a:pt x="346901" y="217211"/>
                  </a:lnTo>
                  <a:lnTo>
                    <a:pt x="305707" y="250903"/>
                  </a:lnTo>
                  <a:lnTo>
                    <a:pt x="264363" y="276987"/>
                  </a:lnTo>
                  <a:lnTo>
                    <a:pt x="221755" y="297088"/>
                  </a:lnTo>
                  <a:lnTo>
                    <a:pt x="178178" y="311473"/>
                  </a:lnTo>
                  <a:lnTo>
                    <a:pt x="133922" y="320411"/>
                  </a:lnTo>
                  <a:lnTo>
                    <a:pt x="89279" y="324169"/>
                  </a:lnTo>
                  <a:lnTo>
                    <a:pt x="44541" y="323014"/>
                  </a:lnTo>
                  <a:lnTo>
                    <a:pt x="0" y="317215"/>
                  </a:lnTo>
                  <a:lnTo>
                    <a:pt x="4785" y="366461"/>
                  </a:lnTo>
                  <a:lnTo>
                    <a:pt x="16217" y="413402"/>
                  </a:lnTo>
                  <a:lnTo>
                    <a:pt x="33801" y="457535"/>
                  </a:lnTo>
                  <a:lnTo>
                    <a:pt x="57039" y="498357"/>
                  </a:lnTo>
                  <a:lnTo>
                    <a:pt x="85438" y="535366"/>
                  </a:lnTo>
                  <a:lnTo>
                    <a:pt x="118499" y="568060"/>
                  </a:lnTo>
                  <a:lnTo>
                    <a:pt x="155729" y="595936"/>
                  </a:lnTo>
                  <a:lnTo>
                    <a:pt x="196631" y="618492"/>
                  </a:lnTo>
                  <a:lnTo>
                    <a:pt x="240708" y="635226"/>
                  </a:lnTo>
                  <a:lnTo>
                    <a:pt x="287466" y="645634"/>
                  </a:lnTo>
                  <a:lnTo>
                    <a:pt x="336408" y="649215"/>
                  </a:lnTo>
                  <a:lnTo>
                    <a:pt x="382075" y="646102"/>
                  </a:lnTo>
                  <a:lnTo>
                    <a:pt x="425875" y="637032"/>
                  </a:lnTo>
                  <a:lnTo>
                    <a:pt x="467407" y="622411"/>
                  </a:lnTo>
                  <a:lnTo>
                    <a:pt x="506269" y="602647"/>
                  </a:lnTo>
                  <a:lnTo>
                    <a:pt x="542061" y="578146"/>
                  </a:lnTo>
                  <a:lnTo>
                    <a:pt x="574381" y="549314"/>
                  </a:lnTo>
                  <a:lnTo>
                    <a:pt x="602830" y="516557"/>
                  </a:lnTo>
                  <a:lnTo>
                    <a:pt x="627005" y="480282"/>
                  </a:lnTo>
                  <a:lnTo>
                    <a:pt x="646506" y="440895"/>
                  </a:lnTo>
                  <a:lnTo>
                    <a:pt x="660931" y="398802"/>
                  </a:lnTo>
                  <a:lnTo>
                    <a:pt x="669881" y="354411"/>
                  </a:lnTo>
                  <a:lnTo>
                    <a:pt x="672953" y="308126"/>
                  </a:lnTo>
                  <a:lnTo>
                    <a:pt x="669424" y="258557"/>
                  </a:lnTo>
                  <a:lnTo>
                    <a:pt x="659169" y="211199"/>
                  </a:lnTo>
                  <a:lnTo>
                    <a:pt x="642681" y="166554"/>
                  </a:lnTo>
                  <a:lnTo>
                    <a:pt x="620457" y="125123"/>
                  </a:lnTo>
                  <a:lnTo>
                    <a:pt x="592991" y="87406"/>
                  </a:lnTo>
                  <a:lnTo>
                    <a:pt x="560777" y="53906"/>
                  </a:lnTo>
                  <a:lnTo>
                    <a:pt x="524312" y="25123"/>
                  </a:lnTo>
                  <a:lnTo>
                    <a:pt x="484089" y="1560"/>
                  </a:lnTo>
                  <a:lnTo>
                    <a:pt x="481042" y="0"/>
                  </a:lnTo>
                  <a:close/>
                </a:path>
              </a:pathLst>
            </a:custGeom>
            <a:solidFill>
              <a:srgbClr val="000000">
                <a:alpha val="5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31" name="object 331" descr="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1633346" y="3636916"/>
              <a:ext cx="143473" cy="120593"/>
            </a:xfrm>
            <a:prstGeom prst="rect">
              <a:avLst/>
            </a:prstGeom>
          </p:spPr>
        </p:pic>
        <p:sp>
          <p:nvSpPr>
            <p:cNvPr id="332" name="object 332" descr=""/>
            <p:cNvSpPr/>
            <p:nvPr/>
          </p:nvSpPr>
          <p:spPr>
            <a:xfrm>
              <a:off x="1493137" y="3977250"/>
              <a:ext cx="674370" cy="318135"/>
            </a:xfrm>
            <a:custGeom>
              <a:avLst/>
              <a:gdLst/>
              <a:ahLst/>
              <a:cxnLst/>
              <a:rect l="l" t="t" r="r" b="b"/>
              <a:pathLst>
                <a:path w="674369" h="318135">
                  <a:moveTo>
                    <a:pt x="674314" y="0"/>
                  </a:moveTo>
                  <a:lnTo>
                    <a:pt x="0" y="0"/>
                  </a:lnTo>
                  <a:lnTo>
                    <a:pt x="0" y="317613"/>
                  </a:lnTo>
                  <a:lnTo>
                    <a:pt x="674314" y="317613"/>
                  </a:lnTo>
                  <a:lnTo>
                    <a:pt x="674314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 descr=""/>
            <p:cNvSpPr/>
            <p:nvPr/>
          </p:nvSpPr>
          <p:spPr>
            <a:xfrm>
              <a:off x="2072141" y="4064196"/>
              <a:ext cx="60325" cy="248285"/>
            </a:xfrm>
            <a:custGeom>
              <a:avLst/>
              <a:gdLst/>
              <a:ahLst/>
              <a:cxnLst/>
              <a:rect l="l" t="t" r="r" b="b"/>
              <a:pathLst>
                <a:path w="60325" h="248285">
                  <a:moveTo>
                    <a:pt x="31643" y="0"/>
                  </a:moveTo>
                  <a:lnTo>
                    <a:pt x="6682" y="44348"/>
                  </a:lnTo>
                  <a:lnTo>
                    <a:pt x="0" y="96363"/>
                  </a:lnTo>
                  <a:lnTo>
                    <a:pt x="20" y="247762"/>
                  </a:lnTo>
                  <a:lnTo>
                    <a:pt x="60301" y="247762"/>
                  </a:lnTo>
                  <a:lnTo>
                    <a:pt x="60301" y="114855"/>
                  </a:lnTo>
                  <a:lnTo>
                    <a:pt x="58034" y="68695"/>
                  </a:lnTo>
                  <a:lnTo>
                    <a:pt x="44409" y="21389"/>
                  </a:lnTo>
                  <a:lnTo>
                    <a:pt x="31643" y="0"/>
                  </a:lnTo>
                  <a:close/>
                </a:path>
              </a:pathLst>
            </a:custGeom>
            <a:solidFill>
              <a:srgbClr val="7E574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 descr=""/>
            <p:cNvSpPr/>
            <p:nvPr/>
          </p:nvSpPr>
          <p:spPr>
            <a:xfrm>
              <a:off x="2072141" y="4067599"/>
              <a:ext cx="55244" cy="244475"/>
            </a:xfrm>
            <a:custGeom>
              <a:avLst/>
              <a:gdLst/>
              <a:ahLst/>
              <a:cxnLst/>
              <a:rect l="l" t="t" r="r" b="b"/>
              <a:pathLst>
                <a:path w="55244" h="244475">
                  <a:moveTo>
                    <a:pt x="27946" y="0"/>
                  </a:moveTo>
                  <a:lnTo>
                    <a:pt x="6682" y="40945"/>
                  </a:lnTo>
                  <a:lnTo>
                    <a:pt x="0" y="92960"/>
                  </a:lnTo>
                  <a:lnTo>
                    <a:pt x="20" y="244359"/>
                  </a:lnTo>
                  <a:lnTo>
                    <a:pt x="55139" y="244359"/>
                  </a:lnTo>
                  <a:lnTo>
                    <a:pt x="55139" y="112677"/>
                  </a:lnTo>
                  <a:lnTo>
                    <a:pt x="52866" y="66517"/>
                  </a:lnTo>
                  <a:lnTo>
                    <a:pt x="40396" y="21565"/>
                  </a:lnTo>
                  <a:lnTo>
                    <a:pt x="27946" y="0"/>
                  </a:lnTo>
                  <a:close/>
                </a:path>
              </a:pathLst>
            </a:custGeom>
            <a:solidFill>
              <a:srgbClr val="8E68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 descr=""/>
            <p:cNvSpPr/>
            <p:nvPr/>
          </p:nvSpPr>
          <p:spPr>
            <a:xfrm>
              <a:off x="1979299" y="4064196"/>
              <a:ext cx="60325" cy="248285"/>
            </a:xfrm>
            <a:custGeom>
              <a:avLst/>
              <a:gdLst/>
              <a:ahLst/>
              <a:cxnLst/>
              <a:rect l="l" t="t" r="r" b="b"/>
              <a:pathLst>
                <a:path w="60325" h="248285">
                  <a:moveTo>
                    <a:pt x="31643" y="0"/>
                  </a:moveTo>
                  <a:lnTo>
                    <a:pt x="6682" y="44348"/>
                  </a:lnTo>
                  <a:lnTo>
                    <a:pt x="0" y="96363"/>
                  </a:lnTo>
                  <a:lnTo>
                    <a:pt x="20" y="247762"/>
                  </a:lnTo>
                  <a:lnTo>
                    <a:pt x="60301" y="247762"/>
                  </a:lnTo>
                  <a:lnTo>
                    <a:pt x="60301" y="114855"/>
                  </a:lnTo>
                  <a:lnTo>
                    <a:pt x="58034" y="68695"/>
                  </a:lnTo>
                  <a:lnTo>
                    <a:pt x="44409" y="21389"/>
                  </a:lnTo>
                  <a:lnTo>
                    <a:pt x="31643" y="0"/>
                  </a:lnTo>
                  <a:close/>
                </a:path>
              </a:pathLst>
            </a:custGeom>
            <a:solidFill>
              <a:srgbClr val="7E574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" name="object 336" descr=""/>
            <p:cNvSpPr/>
            <p:nvPr/>
          </p:nvSpPr>
          <p:spPr>
            <a:xfrm>
              <a:off x="1979299" y="4067599"/>
              <a:ext cx="55244" cy="244475"/>
            </a:xfrm>
            <a:custGeom>
              <a:avLst/>
              <a:gdLst/>
              <a:ahLst/>
              <a:cxnLst/>
              <a:rect l="l" t="t" r="r" b="b"/>
              <a:pathLst>
                <a:path w="55244" h="244475">
                  <a:moveTo>
                    <a:pt x="27946" y="0"/>
                  </a:moveTo>
                  <a:lnTo>
                    <a:pt x="6682" y="40945"/>
                  </a:lnTo>
                  <a:lnTo>
                    <a:pt x="0" y="92960"/>
                  </a:lnTo>
                  <a:lnTo>
                    <a:pt x="20" y="244359"/>
                  </a:lnTo>
                  <a:lnTo>
                    <a:pt x="55139" y="244359"/>
                  </a:lnTo>
                  <a:lnTo>
                    <a:pt x="55139" y="112677"/>
                  </a:lnTo>
                  <a:lnTo>
                    <a:pt x="52866" y="66517"/>
                  </a:lnTo>
                  <a:lnTo>
                    <a:pt x="40396" y="21565"/>
                  </a:lnTo>
                  <a:lnTo>
                    <a:pt x="27946" y="0"/>
                  </a:lnTo>
                  <a:close/>
                </a:path>
              </a:pathLst>
            </a:custGeom>
            <a:solidFill>
              <a:srgbClr val="8E68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 descr=""/>
            <p:cNvSpPr/>
            <p:nvPr/>
          </p:nvSpPr>
          <p:spPr>
            <a:xfrm>
              <a:off x="1868135" y="4064196"/>
              <a:ext cx="60325" cy="248285"/>
            </a:xfrm>
            <a:custGeom>
              <a:avLst/>
              <a:gdLst/>
              <a:ahLst/>
              <a:cxnLst/>
              <a:rect l="l" t="t" r="r" b="b"/>
              <a:pathLst>
                <a:path w="60325" h="248285">
                  <a:moveTo>
                    <a:pt x="31643" y="0"/>
                  </a:moveTo>
                  <a:lnTo>
                    <a:pt x="6682" y="44348"/>
                  </a:lnTo>
                  <a:lnTo>
                    <a:pt x="0" y="96363"/>
                  </a:lnTo>
                  <a:lnTo>
                    <a:pt x="20" y="247762"/>
                  </a:lnTo>
                  <a:lnTo>
                    <a:pt x="60301" y="247762"/>
                  </a:lnTo>
                  <a:lnTo>
                    <a:pt x="60301" y="114855"/>
                  </a:lnTo>
                  <a:lnTo>
                    <a:pt x="58034" y="68695"/>
                  </a:lnTo>
                  <a:lnTo>
                    <a:pt x="44409" y="21389"/>
                  </a:lnTo>
                  <a:lnTo>
                    <a:pt x="31643" y="0"/>
                  </a:lnTo>
                  <a:close/>
                </a:path>
              </a:pathLst>
            </a:custGeom>
            <a:solidFill>
              <a:srgbClr val="7E574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" name="object 338" descr=""/>
            <p:cNvSpPr/>
            <p:nvPr/>
          </p:nvSpPr>
          <p:spPr>
            <a:xfrm>
              <a:off x="1868135" y="4067599"/>
              <a:ext cx="55244" cy="244475"/>
            </a:xfrm>
            <a:custGeom>
              <a:avLst/>
              <a:gdLst/>
              <a:ahLst/>
              <a:cxnLst/>
              <a:rect l="l" t="t" r="r" b="b"/>
              <a:pathLst>
                <a:path w="55244" h="244475">
                  <a:moveTo>
                    <a:pt x="27946" y="0"/>
                  </a:moveTo>
                  <a:lnTo>
                    <a:pt x="6682" y="40945"/>
                  </a:lnTo>
                  <a:lnTo>
                    <a:pt x="0" y="92960"/>
                  </a:lnTo>
                  <a:lnTo>
                    <a:pt x="20" y="244359"/>
                  </a:lnTo>
                  <a:lnTo>
                    <a:pt x="55139" y="244359"/>
                  </a:lnTo>
                  <a:lnTo>
                    <a:pt x="55139" y="112677"/>
                  </a:lnTo>
                  <a:lnTo>
                    <a:pt x="52866" y="66517"/>
                  </a:lnTo>
                  <a:lnTo>
                    <a:pt x="40396" y="21565"/>
                  </a:lnTo>
                  <a:lnTo>
                    <a:pt x="27946" y="0"/>
                  </a:lnTo>
                  <a:close/>
                </a:path>
              </a:pathLst>
            </a:custGeom>
            <a:solidFill>
              <a:srgbClr val="8E68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" name="object 339" descr=""/>
            <p:cNvSpPr/>
            <p:nvPr/>
          </p:nvSpPr>
          <p:spPr>
            <a:xfrm>
              <a:off x="1761858" y="4064196"/>
              <a:ext cx="60325" cy="248285"/>
            </a:xfrm>
            <a:custGeom>
              <a:avLst/>
              <a:gdLst/>
              <a:ahLst/>
              <a:cxnLst/>
              <a:rect l="l" t="t" r="r" b="b"/>
              <a:pathLst>
                <a:path w="60325" h="248285">
                  <a:moveTo>
                    <a:pt x="31643" y="0"/>
                  </a:moveTo>
                  <a:lnTo>
                    <a:pt x="6682" y="44348"/>
                  </a:lnTo>
                  <a:lnTo>
                    <a:pt x="0" y="96363"/>
                  </a:lnTo>
                  <a:lnTo>
                    <a:pt x="20" y="247762"/>
                  </a:lnTo>
                  <a:lnTo>
                    <a:pt x="60301" y="247762"/>
                  </a:lnTo>
                  <a:lnTo>
                    <a:pt x="60301" y="114855"/>
                  </a:lnTo>
                  <a:lnTo>
                    <a:pt x="58034" y="68695"/>
                  </a:lnTo>
                  <a:lnTo>
                    <a:pt x="44409" y="21389"/>
                  </a:lnTo>
                  <a:lnTo>
                    <a:pt x="31643" y="0"/>
                  </a:lnTo>
                  <a:close/>
                </a:path>
              </a:pathLst>
            </a:custGeom>
            <a:solidFill>
              <a:srgbClr val="7E574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 descr=""/>
            <p:cNvSpPr/>
            <p:nvPr/>
          </p:nvSpPr>
          <p:spPr>
            <a:xfrm>
              <a:off x="1761858" y="4067599"/>
              <a:ext cx="55244" cy="244475"/>
            </a:xfrm>
            <a:custGeom>
              <a:avLst/>
              <a:gdLst/>
              <a:ahLst/>
              <a:cxnLst/>
              <a:rect l="l" t="t" r="r" b="b"/>
              <a:pathLst>
                <a:path w="55244" h="244475">
                  <a:moveTo>
                    <a:pt x="27946" y="0"/>
                  </a:moveTo>
                  <a:lnTo>
                    <a:pt x="6682" y="40945"/>
                  </a:lnTo>
                  <a:lnTo>
                    <a:pt x="0" y="92960"/>
                  </a:lnTo>
                  <a:lnTo>
                    <a:pt x="20" y="244359"/>
                  </a:lnTo>
                  <a:lnTo>
                    <a:pt x="55139" y="244359"/>
                  </a:lnTo>
                  <a:lnTo>
                    <a:pt x="55139" y="112677"/>
                  </a:lnTo>
                  <a:lnTo>
                    <a:pt x="52866" y="66517"/>
                  </a:lnTo>
                  <a:lnTo>
                    <a:pt x="40396" y="21565"/>
                  </a:lnTo>
                  <a:lnTo>
                    <a:pt x="27946" y="0"/>
                  </a:lnTo>
                  <a:close/>
                </a:path>
              </a:pathLst>
            </a:custGeom>
            <a:solidFill>
              <a:srgbClr val="8E68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 descr=""/>
            <p:cNvSpPr/>
            <p:nvPr/>
          </p:nvSpPr>
          <p:spPr>
            <a:xfrm>
              <a:off x="1656800" y="4064196"/>
              <a:ext cx="60325" cy="248285"/>
            </a:xfrm>
            <a:custGeom>
              <a:avLst/>
              <a:gdLst/>
              <a:ahLst/>
              <a:cxnLst/>
              <a:rect l="l" t="t" r="r" b="b"/>
              <a:pathLst>
                <a:path w="60325" h="248285">
                  <a:moveTo>
                    <a:pt x="31643" y="0"/>
                  </a:moveTo>
                  <a:lnTo>
                    <a:pt x="6682" y="44348"/>
                  </a:lnTo>
                  <a:lnTo>
                    <a:pt x="0" y="96363"/>
                  </a:lnTo>
                  <a:lnTo>
                    <a:pt x="20" y="247762"/>
                  </a:lnTo>
                  <a:lnTo>
                    <a:pt x="60301" y="247762"/>
                  </a:lnTo>
                  <a:lnTo>
                    <a:pt x="60301" y="114855"/>
                  </a:lnTo>
                  <a:lnTo>
                    <a:pt x="58034" y="68695"/>
                  </a:lnTo>
                  <a:lnTo>
                    <a:pt x="44409" y="21389"/>
                  </a:lnTo>
                  <a:lnTo>
                    <a:pt x="31643" y="0"/>
                  </a:lnTo>
                  <a:close/>
                </a:path>
              </a:pathLst>
            </a:custGeom>
            <a:solidFill>
              <a:srgbClr val="7E574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 descr=""/>
            <p:cNvSpPr/>
            <p:nvPr/>
          </p:nvSpPr>
          <p:spPr>
            <a:xfrm>
              <a:off x="1656800" y="4067599"/>
              <a:ext cx="55244" cy="244475"/>
            </a:xfrm>
            <a:custGeom>
              <a:avLst/>
              <a:gdLst/>
              <a:ahLst/>
              <a:cxnLst/>
              <a:rect l="l" t="t" r="r" b="b"/>
              <a:pathLst>
                <a:path w="55244" h="244475">
                  <a:moveTo>
                    <a:pt x="27946" y="0"/>
                  </a:moveTo>
                  <a:lnTo>
                    <a:pt x="6682" y="40945"/>
                  </a:lnTo>
                  <a:lnTo>
                    <a:pt x="0" y="92960"/>
                  </a:lnTo>
                  <a:lnTo>
                    <a:pt x="20" y="244359"/>
                  </a:lnTo>
                  <a:lnTo>
                    <a:pt x="55139" y="244359"/>
                  </a:lnTo>
                  <a:lnTo>
                    <a:pt x="55139" y="112677"/>
                  </a:lnTo>
                  <a:lnTo>
                    <a:pt x="52866" y="66517"/>
                  </a:lnTo>
                  <a:lnTo>
                    <a:pt x="40396" y="21565"/>
                  </a:lnTo>
                  <a:lnTo>
                    <a:pt x="27946" y="0"/>
                  </a:lnTo>
                  <a:close/>
                </a:path>
              </a:pathLst>
            </a:custGeom>
            <a:solidFill>
              <a:srgbClr val="8E68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 descr=""/>
            <p:cNvSpPr/>
            <p:nvPr/>
          </p:nvSpPr>
          <p:spPr>
            <a:xfrm>
              <a:off x="1544414" y="4064196"/>
              <a:ext cx="60325" cy="248285"/>
            </a:xfrm>
            <a:custGeom>
              <a:avLst/>
              <a:gdLst/>
              <a:ahLst/>
              <a:cxnLst/>
              <a:rect l="l" t="t" r="r" b="b"/>
              <a:pathLst>
                <a:path w="60325" h="248285">
                  <a:moveTo>
                    <a:pt x="31643" y="0"/>
                  </a:moveTo>
                  <a:lnTo>
                    <a:pt x="6682" y="44348"/>
                  </a:lnTo>
                  <a:lnTo>
                    <a:pt x="0" y="96363"/>
                  </a:lnTo>
                  <a:lnTo>
                    <a:pt x="20" y="247762"/>
                  </a:lnTo>
                  <a:lnTo>
                    <a:pt x="60301" y="247762"/>
                  </a:lnTo>
                  <a:lnTo>
                    <a:pt x="60301" y="114855"/>
                  </a:lnTo>
                  <a:lnTo>
                    <a:pt x="58034" y="68695"/>
                  </a:lnTo>
                  <a:lnTo>
                    <a:pt x="44409" y="21389"/>
                  </a:lnTo>
                  <a:lnTo>
                    <a:pt x="31643" y="0"/>
                  </a:lnTo>
                  <a:close/>
                </a:path>
              </a:pathLst>
            </a:custGeom>
            <a:solidFill>
              <a:srgbClr val="7E574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 descr=""/>
            <p:cNvSpPr/>
            <p:nvPr/>
          </p:nvSpPr>
          <p:spPr>
            <a:xfrm>
              <a:off x="1544414" y="4067599"/>
              <a:ext cx="55244" cy="244475"/>
            </a:xfrm>
            <a:custGeom>
              <a:avLst/>
              <a:gdLst/>
              <a:ahLst/>
              <a:cxnLst/>
              <a:rect l="l" t="t" r="r" b="b"/>
              <a:pathLst>
                <a:path w="55244" h="244475">
                  <a:moveTo>
                    <a:pt x="27946" y="0"/>
                  </a:moveTo>
                  <a:lnTo>
                    <a:pt x="6682" y="40945"/>
                  </a:lnTo>
                  <a:lnTo>
                    <a:pt x="0" y="92960"/>
                  </a:lnTo>
                  <a:lnTo>
                    <a:pt x="20" y="244359"/>
                  </a:lnTo>
                  <a:lnTo>
                    <a:pt x="55139" y="244359"/>
                  </a:lnTo>
                  <a:lnTo>
                    <a:pt x="55139" y="112677"/>
                  </a:lnTo>
                  <a:lnTo>
                    <a:pt x="52866" y="66517"/>
                  </a:lnTo>
                  <a:lnTo>
                    <a:pt x="40396" y="21565"/>
                  </a:lnTo>
                  <a:lnTo>
                    <a:pt x="27946" y="0"/>
                  </a:lnTo>
                  <a:close/>
                </a:path>
              </a:pathLst>
            </a:custGeom>
            <a:solidFill>
              <a:srgbClr val="8E68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 descr=""/>
            <p:cNvSpPr/>
            <p:nvPr/>
          </p:nvSpPr>
          <p:spPr>
            <a:xfrm>
              <a:off x="2145191" y="3918323"/>
              <a:ext cx="17145" cy="8255"/>
            </a:xfrm>
            <a:custGeom>
              <a:avLst/>
              <a:gdLst/>
              <a:ahLst/>
              <a:cxnLst/>
              <a:rect l="l" t="t" r="r" b="b"/>
              <a:pathLst>
                <a:path w="17144" h="8254">
                  <a:moveTo>
                    <a:pt x="12858" y="0"/>
                  </a:moveTo>
                  <a:lnTo>
                    <a:pt x="3706" y="0"/>
                  </a:lnTo>
                  <a:lnTo>
                    <a:pt x="0" y="1769"/>
                  </a:lnTo>
                  <a:lnTo>
                    <a:pt x="0" y="6146"/>
                  </a:lnTo>
                  <a:lnTo>
                    <a:pt x="3706" y="7915"/>
                  </a:lnTo>
                  <a:lnTo>
                    <a:pt x="12858" y="7915"/>
                  </a:lnTo>
                  <a:lnTo>
                    <a:pt x="16564" y="6146"/>
                  </a:lnTo>
                  <a:lnTo>
                    <a:pt x="16564" y="3957"/>
                  </a:lnTo>
                  <a:lnTo>
                    <a:pt x="16564" y="1769"/>
                  </a:lnTo>
                  <a:lnTo>
                    <a:pt x="12858" y="0"/>
                  </a:lnTo>
                  <a:close/>
                </a:path>
              </a:pathLst>
            </a:custGeom>
            <a:solidFill>
              <a:srgbClr val="F8AD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 descr=""/>
            <p:cNvSpPr/>
            <p:nvPr/>
          </p:nvSpPr>
          <p:spPr>
            <a:xfrm>
              <a:off x="2129226" y="3920726"/>
              <a:ext cx="38735" cy="84455"/>
            </a:xfrm>
            <a:custGeom>
              <a:avLst/>
              <a:gdLst/>
              <a:ahLst/>
              <a:cxnLst/>
              <a:rect l="l" t="t" r="r" b="b"/>
              <a:pathLst>
                <a:path w="38735" h="84454">
                  <a:moveTo>
                    <a:pt x="19098" y="0"/>
                  </a:moveTo>
                  <a:lnTo>
                    <a:pt x="10866" y="3311"/>
                  </a:lnTo>
                  <a:lnTo>
                    <a:pt x="4884" y="12343"/>
                  </a:lnTo>
                  <a:lnTo>
                    <a:pt x="1234" y="25740"/>
                  </a:lnTo>
                  <a:lnTo>
                    <a:pt x="0" y="42145"/>
                  </a:lnTo>
                  <a:lnTo>
                    <a:pt x="1234" y="58550"/>
                  </a:lnTo>
                  <a:lnTo>
                    <a:pt x="4884" y="71946"/>
                  </a:lnTo>
                  <a:lnTo>
                    <a:pt x="10866" y="80978"/>
                  </a:lnTo>
                  <a:lnTo>
                    <a:pt x="19098" y="84290"/>
                  </a:lnTo>
                  <a:lnTo>
                    <a:pt x="27330" y="80978"/>
                  </a:lnTo>
                  <a:lnTo>
                    <a:pt x="33313" y="71946"/>
                  </a:lnTo>
                  <a:lnTo>
                    <a:pt x="36962" y="58550"/>
                  </a:lnTo>
                  <a:lnTo>
                    <a:pt x="38197" y="42145"/>
                  </a:lnTo>
                  <a:lnTo>
                    <a:pt x="36962" y="25740"/>
                  </a:lnTo>
                  <a:lnTo>
                    <a:pt x="33313" y="12343"/>
                  </a:lnTo>
                  <a:lnTo>
                    <a:pt x="27330" y="3311"/>
                  </a:lnTo>
                  <a:lnTo>
                    <a:pt x="19098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 descr=""/>
            <p:cNvSpPr/>
            <p:nvPr/>
          </p:nvSpPr>
          <p:spPr>
            <a:xfrm>
              <a:off x="2135538" y="3936747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45"/>
                  </a:lnTo>
                  <a:lnTo>
                    <a:pt x="1162" y="8826"/>
                  </a:lnTo>
                  <a:lnTo>
                    <a:pt x="1706" y="9298"/>
                  </a:lnTo>
                  <a:lnTo>
                    <a:pt x="3591" y="9298"/>
                  </a:lnTo>
                  <a:lnTo>
                    <a:pt x="4617" y="7224"/>
                  </a:lnTo>
                  <a:lnTo>
                    <a:pt x="4617" y="2774"/>
                  </a:lnTo>
                  <a:lnTo>
                    <a:pt x="4073" y="1151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 descr=""/>
            <p:cNvSpPr/>
            <p:nvPr/>
          </p:nvSpPr>
          <p:spPr>
            <a:xfrm>
              <a:off x="2135538" y="3936747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4" h="8889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45"/>
                  </a:lnTo>
                  <a:lnTo>
                    <a:pt x="753" y="8073"/>
                  </a:lnTo>
                  <a:lnTo>
                    <a:pt x="1047" y="8376"/>
                  </a:lnTo>
                  <a:lnTo>
                    <a:pt x="1382" y="8533"/>
                  </a:lnTo>
                  <a:lnTo>
                    <a:pt x="3015" y="8533"/>
                  </a:lnTo>
                  <a:lnTo>
                    <a:pt x="4052" y="6460"/>
                  </a:lnTo>
                  <a:lnTo>
                    <a:pt x="4052" y="2513"/>
                  </a:lnTo>
                  <a:lnTo>
                    <a:pt x="3748" y="1256"/>
                  </a:lnTo>
                  <a:lnTo>
                    <a:pt x="3266" y="418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 descr=""/>
            <p:cNvSpPr/>
            <p:nvPr/>
          </p:nvSpPr>
          <p:spPr>
            <a:xfrm>
              <a:off x="2145801" y="3924539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35"/>
                  </a:lnTo>
                  <a:lnTo>
                    <a:pt x="1162" y="8826"/>
                  </a:lnTo>
                  <a:lnTo>
                    <a:pt x="1706" y="9298"/>
                  </a:lnTo>
                  <a:lnTo>
                    <a:pt x="3591" y="9298"/>
                  </a:lnTo>
                  <a:lnTo>
                    <a:pt x="4617" y="7224"/>
                  </a:lnTo>
                  <a:lnTo>
                    <a:pt x="4617" y="2774"/>
                  </a:lnTo>
                  <a:lnTo>
                    <a:pt x="4073" y="1151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 descr=""/>
            <p:cNvSpPr/>
            <p:nvPr/>
          </p:nvSpPr>
          <p:spPr>
            <a:xfrm>
              <a:off x="2145801" y="3924539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4" h="8889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35"/>
                  </a:lnTo>
                  <a:lnTo>
                    <a:pt x="753" y="8073"/>
                  </a:lnTo>
                  <a:lnTo>
                    <a:pt x="1047" y="8376"/>
                  </a:lnTo>
                  <a:lnTo>
                    <a:pt x="1382" y="8533"/>
                  </a:lnTo>
                  <a:lnTo>
                    <a:pt x="3015" y="8533"/>
                  </a:lnTo>
                  <a:lnTo>
                    <a:pt x="4052" y="6460"/>
                  </a:lnTo>
                  <a:lnTo>
                    <a:pt x="4052" y="2513"/>
                  </a:lnTo>
                  <a:lnTo>
                    <a:pt x="3748" y="1256"/>
                  </a:lnTo>
                  <a:lnTo>
                    <a:pt x="3266" y="418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 descr=""/>
            <p:cNvSpPr/>
            <p:nvPr/>
          </p:nvSpPr>
          <p:spPr>
            <a:xfrm>
              <a:off x="2157205" y="3936092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35"/>
                  </a:lnTo>
                  <a:lnTo>
                    <a:pt x="1162" y="8826"/>
                  </a:lnTo>
                  <a:lnTo>
                    <a:pt x="1706" y="9298"/>
                  </a:lnTo>
                  <a:lnTo>
                    <a:pt x="3591" y="9298"/>
                  </a:lnTo>
                  <a:lnTo>
                    <a:pt x="4617" y="7224"/>
                  </a:lnTo>
                  <a:lnTo>
                    <a:pt x="4617" y="2774"/>
                  </a:lnTo>
                  <a:lnTo>
                    <a:pt x="4073" y="1151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 descr=""/>
            <p:cNvSpPr/>
            <p:nvPr/>
          </p:nvSpPr>
          <p:spPr>
            <a:xfrm>
              <a:off x="2157205" y="3936092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4" h="8889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35"/>
                  </a:lnTo>
                  <a:lnTo>
                    <a:pt x="753" y="8073"/>
                  </a:lnTo>
                  <a:lnTo>
                    <a:pt x="1047" y="8376"/>
                  </a:lnTo>
                  <a:lnTo>
                    <a:pt x="1382" y="8533"/>
                  </a:lnTo>
                  <a:lnTo>
                    <a:pt x="3015" y="8533"/>
                  </a:lnTo>
                  <a:lnTo>
                    <a:pt x="4052" y="6460"/>
                  </a:lnTo>
                  <a:lnTo>
                    <a:pt x="4052" y="2513"/>
                  </a:lnTo>
                  <a:lnTo>
                    <a:pt x="3748" y="1256"/>
                  </a:lnTo>
                  <a:lnTo>
                    <a:pt x="3266" y="418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 descr=""/>
            <p:cNvSpPr/>
            <p:nvPr/>
          </p:nvSpPr>
          <p:spPr>
            <a:xfrm>
              <a:off x="2138309" y="3949171"/>
              <a:ext cx="19050" cy="37465"/>
            </a:xfrm>
            <a:custGeom>
              <a:avLst/>
              <a:gdLst/>
              <a:ahLst/>
              <a:cxnLst/>
              <a:rect l="l" t="t" r="r" b="b"/>
              <a:pathLst>
                <a:path w="19050" h="37464">
                  <a:moveTo>
                    <a:pt x="9591" y="0"/>
                  </a:moveTo>
                  <a:lnTo>
                    <a:pt x="4156" y="0"/>
                  </a:lnTo>
                  <a:lnTo>
                    <a:pt x="0" y="8345"/>
                  </a:lnTo>
                  <a:lnTo>
                    <a:pt x="0" y="18638"/>
                  </a:lnTo>
                  <a:lnTo>
                    <a:pt x="0" y="26166"/>
                  </a:lnTo>
                  <a:lnTo>
                    <a:pt x="2219" y="32658"/>
                  </a:lnTo>
                  <a:lnTo>
                    <a:pt x="6617" y="36669"/>
                  </a:lnTo>
                  <a:lnTo>
                    <a:pt x="7936" y="37265"/>
                  </a:lnTo>
                  <a:lnTo>
                    <a:pt x="14439" y="37265"/>
                  </a:lnTo>
                  <a:lnTo>
                    <a:pt x="18596" y="28931"/>
                  </a:lnTo>
                  <a:lnTo>
                    <a:pt x="18596" y="8942"/>
                  </a:lnTo>
                  <a:lnTo>
                    <a:pt x="14900" y="952"/>
                  </a:lnTo>
                  <a:lnTo>
                    <a:pt x="9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 descr=""/>
            <p:cNvSpPr/>
            <p:nvPr/>
          </p:nvSpPr>
          <p:spPr>
            <a:xfrm>
              <a:off x="2138309" y="3949171"/>
              <a:ext cx="15875" cy="36195"/>
            </a:xfrm>
            <a:custGeom>
              <a:avLst/>
              <a:gdLst/>
              <a:ahLst/>
              <a:cxnLst/>
              <a:rect l="l" t="t" r="r" b="b"/>
              <a:pathLst>
                <a:path w="15875" h="36195">
                  <a:moveTo>
                    <a:pt x="9308" y="0"/>
                  </a:moveTo>
                  <a:lnTo>
                    <a:pt x="4156" y="0"/>
                  </a:lnTo>
                  <a:lnTo>
                    <a:pt x="0" y="8345"/>
                  </a:lnTo>
                  <a:lnTo>
                    <a:pt x="0" y="18638"/>
                  </a:lnTo>
                  <a:lnTo>
                    <a:pt x="0" y="26166"/>
                  </a:lnTo>
                  <a:lnTo>
                    <a:pt x="2219" y="32658"/>
                  </a:lnTo>
                  <a:lnTo>
                    <a:pt x="5434" y="35590"/>
                  </a:lnTo>
                  <a:lnTo>
                    <a:pt x="6313" y="35674"/>
                  </a:lnTo>
                  <a:lnTo>
                    <a:pt x="11444" y="35674"/>
                  </a:lnTo>
                  <a:lnTo>
                    <a:pt x="15601" y="27318"/>
                  </a:lnTo>
                  <a:lnTo>
                    <a:pt x="15601" y="9518"/>
                  </a:lnTo>
                  <a:lnTo>
                    <a:pt x="13381" y="3015"/>
                  </a:lnTo>
                  <a:lnTo>
                    <a:pt x="10177" y="83"/>
                  </a:lnTo>
                  <a:lnTo>
                    <a:pt x="9308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 descr=""/>
            <p:cNvSpPr/>
            <p:nvPr/>
          </p:nvSpPr>
          <p:spPr>
            <a:xfrm>
              <a:off x="2076478" y="3920726"/>
              <a:ext cx="38735" cy="84455"/>
            </a:xfrm>
            <a:custGeom>
              <a:avLst/>
              <a:gdLst/>
              <a:ahLst/>
              <a:cxnLst/>
              <a:rect l="l" t="t" r="r" b="b"/>
              <a:pathLst>
                <a:path w="38735" h="84454">
                  <a:moveTo>
                    <a:pt x="19098" y="0"/>
                  </a:moveTo>
                  <a:lnTo>
                    <a:pt x="10866" y="3311"/>
                  </a:lnTo>
                  <a:lnTo>
                    <a:pt x="4884" y="12343"/>
                  </a:lnTo>
                  <a:lnTo>
                    <a:pt x="1234" y="25740"/>
                  </a:lnTo>
                  <a:lnTo>
                    <a:pt x="0" y="42145"/>
                  </a:lnTo>
                  <a:lnTo>
                    <a:pt x="1234" y="58550"/>
                  </a:lnTo>
                  <a:lnTo>
                    <a:pt x="4884" y="71946"/>
                  </a:lnTo>
                  <a:lnTo>
                    <a:pt x="10866" y="80978"/>
                  </a:lnTo>
                  <a:lnTo>
                    <a:pt x="19098" y="84290"/>
                  </a:lnTo>
                  <a:lnTo>
                    <a:pt x="27330" y="80978"/>
                  </a:lnTo>
                  <a:lnTo>
                    <a:pt x="33313" y="71946"/>
                  </a:lnTo>
                  <a:lnTo>
                    <a:pt x="36962" y="58550"/>
                  </a:lnTo>
                  <a:lnTo>
                    <a:pt x="38197" y="42145"/>
                  </a:lnTo>
                  <a:lnTo>
                    <a:pt x="36962" y="25740"/>
                  </a:lnTo>
                  <a:lnTo>
                    <a:pt x="33313" y="12343"/>
                  </a:lnTo>
                  <a:lnTo>
                    <a:pt x="27330" y="3311"/>
                  </a:lnTo>
                  <a:lnTo>
                    <a:pt x="19098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 descr=""/>
            <p:cNvSpPr/>
            <p:nvPr/>
          </p:nvSpPr>
          <p:spPr>
            <a:xfrm>
              <a:off x="2082790" y="3936747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45"/>
                  </a:lnTo>
                  <a:lnTo>
                    <a:pt x="1162" y="8826"/>
                  </a:lnTo>
                  <a:lnTo>
                    <a:pt x="1706" y="9298"/>
                  </a:lnTo>
                  <a:lnTo>
                    <a:pt x="3591" y="9298"/>
                  </a:lnTo>
                  <a:lnTo>
                    <a:pt x="4617" y="7224"/>
                  </a:lnTo>
                  <a:lnTo>
                    <a:pt x="4617" y="2774"/>
                  </a:lnTo>
                  <a:lnTo>
                    <a:pt x="4073" y="1151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 descr=""/>
            <p:cNvSpPr/>
            <p:nvPr/>
          </p:nvSpPr>
          <p:spPr>
            <a:xfrm>
              <a:off x="2082790" y="3936747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4" h="8889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45"/>
                  </a:lnTo>
                  <a:lnTo>
                    <a:pt x="753" y="8073"/>
                  </a:lnTo>
                  <a:lnTo>
                    <a:pt x="1047" y="8376"/>
                  </a:lnTo>
                  <a:lnTo>
                    <a:pt x="1382" y="8533"/>
                  </a:lnTo>
                  <a:lnTo>
                    <a:pt x="3015" y="8533"/>
                  </a:lnTo>
                  <a:lnTo>
                    <a:pt x="4052" y="6460"/>
                  </a:lnTo>
                  <a:lnTo>
                    <a:pt x="4052" y="2513"/>
                  </a:lnTo>
                  <a:lnTo>
                    <a:pt x="3748" y="1256"/>
                  </a:lnTo>
                  <a:lnTo>
                    <a:pt x="3266" y="418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 descr=""/>
            <p:cNvSpPr/>
            <p:nvPr/>
          </p:nvSpPr>
          <p:spPr>
            <a:xfrm>
              <a:off x="2093053" y="3924539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35"/>
                  </a:lnTo>
                  <a:lnTo>
                    <a:pt x="1162" y="8826"/>
                  </a:lnTo>
                  <a:lnTo>
                    <a:pt x="1706" y="9298"/>
                  </a:lnTo>
                  <a:lnTo>
                    <a:pt x="3591" y="9298"/>
                  </a:lnTo>
                  <a:lnTo>
                    <a:pt x="4617" y="7224"/>
                  </a:lnTo>
                  <a:lnTo>
                    <a:pt x="4617" y="2774"/>
                  </a:lnTo>
                  <a:lnTo>
                    <a:pt x="4073" y="1151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 descr=""/>
            <p:cNvSpPr/>
            <p:nvPr/>
          </p:nvSpPr>
          <p:spPr>
            <a:xfrm>
              <a:off x="2093053" y="3924539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4" h="8889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35"/>
                  </a:lnTo>
                  <a:lnTo>
                    <a:pt x="753" y="8073"/>
                  </a:lnTo>
                  <a:lnTo>
                    <a:pt x="1047" y="8376"/>
                  </a:lnTo>
                  <a:lnTo>
                    <a:pt x="1382" y="8533"/>
                  </a:lnTo>
                  <a:lnTo>
                    <a:pt x="3015" y="8533"/>
                  </a:lnTo>
                  <a:lnTo>
                    <a:pt x="4052" y="6460"/>
                  </a:lnTo>
                  <a:lnTo>
                    <a:pt x="4052" y="2513"/>
                  </a:lnTo>
                  <a:lnTo>
                    <a:pt x="3748" y="1256"/>
                  </a:lnTo>
                  <a:lnTo>
                    <a:pt x="3266" y="418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 descr=""/>
            <p:cNvSpPr/>
            <p:nvPr/>
          </p:nvSpPr>
          <p:spPr>
            <a:xfrm>
              <a:off x="2104457" y="3936092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35"/>
                  </a:lnTo>
                  <a:lnTo>
                    <a:pt x="1162" y="8826"/>
                  </a:lnTo>
                  <a:lnTo>
                    <a:pt x="1706" y="9298"/>
                  </a:lnTo>
                  <a:lnTo>
                    <a:pt x="3591" y="9298"/>
                  </a:lnTo>
                  <a:lnTo>
                    <a:pt x="4617" y="7224"/>
                  </a:lnTo>
                  <a:lnTo>
                    <a:pt x="4617" y="2774"/>
                  </a:lnTo>
                  <a:lnTo>
                    <a:pt x="4073" y="1151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 descr=""/>
            <p:cNvSpPr/>
            <p:nvPr/>
          </p:nvSpPr>
          <p:spPr>
            <a:xfrm>
              <a:off x="2104457" y="3936092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4" h="8889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35"/>
                  </a:lnTo>
                  <a:lnTo>
                    <a:pt x="753" y="8073"/>
                  </a:lnTo>
                  <a:lnTo>
                    <a:pt x="1047" y="8376"/>
                  </a:lnTo>
                  <a:lnTo>
                    <a:pt x="1382" y="8533"/>
                  </a:lnTo>
                  <a:lnTo>
                    <a:pt x="3015" y="8533"/>
                  </a:lnTo>
                  <a:lnTo>
                    <a:pt x="4052" y="6460"/>
                  </a:lnTo>
                  <a:lnTo>
                    <a:pt x="4052" y="2513"/>
                  </a:lnTo>
                  <a:lnTo>
                    <a:pt x="3748" y="1256"/>
                  </a:lnTo>
                  <a:lnTo>
                    <a:pt x="3266" y="418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 descr=""/>
            <p:cNvSpPr/>
            <p:nvPr/>
          </p:nvSpPr>
          <p:spPr>
            <a:xfrm>
              <a:off x="2085561" y="3949171"/>
              <a:ext cx="19050" cy="37465"/>
            </a:xfrm>
            <a:custGeom>
              <a:avLst/>
              <a:gdLst/>
              <a:ahLst/>
              <a:cxnLst/>
              <a:rect l="l" t="t" r="r" b="b"/>
              <a:pathLst>
                <a:path w="19050" h="37464">
                  <a:moveTo>
                    <a:pt x="9591" y="0"/>
                  </a:moveTo>
                  <a:lnTo>
                    <a:pt x="4156" y="0"/>
                  </a:lnTo>
                  <a:lnTo>
                    <a:pt x="0" y="8345"/>
                  </a:lnTo>
                  <a:lnTo>
                    <a:pt x="0" y="18638"/>
                  </a:lnTo>
                  <a:lnTo>
                    <a:pt x="0" y="26166"/>
                  </a:lnTo>
                  <a:lnTo>
                    <a:pt x="2219" y="32658"/>
                  </a:lnTo>
                  <a:lnTo>
                    <a:pt x="6617" y="36669"/>
                  </a:lnTo>
                  <a:lnTo>
                    <a:pt x="7936" y="37265"/>
                  </a:lnTo>
                  <a:lnTo>
                    <a:pt x="14439" y="37265"/>
                  </a:lnTo>
                  <a:lnTo>
                    <a:pt x="18596" y="28931"/>
                  </a:lnTo>
                  <a:lnTo>
                    <a:pt x="18596" y="8942"/>
                  </a:lnTo>
                  <a:lnTo>
                    <a:pt x="14900" y="952"/>
                  </a:lnTo>
                  <a:lnTo>
                    <a:pt x="9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 descr=""/>
            <p:cNvSpPr/>
            <p:nvPr/>
          </p:nvSpPr>
          <p:spPr>
            <a:xfrm>
              <a:off x="2085561" y="3949171"/>
              <a:ext cx="15875" cy="36195"/>
            </a:xfrm>
            <a:custGeom>
              <a:avLst/>
              <a:gdLst/>
              <a:ahLst/>
              <a:cxnLst/>
              <a:rect l="l" t="t" r="r" b="b"/>
              <a:pathLst>
                <a:path w="15875" h="36195">
                  <a:moveTo>
                    <a:pt x="9308" y="0"/>
                  </a:moveTo>
                  <a:lnTo>
                    <a:pt x="4156" y="0"/>
                  </a:lnTo>
                  <a:lnTo>
                    <a:pt x="0" y="8345"/>
                  </a:lnTo>
                  <a:lnTo>
                    <a:pt x="0" y="18638"/>
                  </a:lnTo>
                  <a:lnTo>
                    <a:pt x="0" y="26166"/>
                  </a:lnTo>
                  <a:lnTo>
                    <a:pt x="2219" y="32658"/>
                  </a:lnTo>
                  <a:lnTo>
                    <a:pt x="5444" y="35590"/>
                  </a:lnTo>
                  <a:lnTo>
                    <a:pt x="6313" y="35674"/>
                  </a:lnTo>
                  <a:lnTo>
                    <a:pt x="11444" y="35674"/>
                  </a:lnTo>
                  <a:lnTo>
                    <a:pt x="15601" y="27318"/>
                  </a:lnTo>
                  <a:lnTo>
                    <a:pt x="15601" y="9518"/>
                  </a:lnTo>
                  <a:lnTo>
                    <a:pt x="13381" y="3015"/>
                  </a:lnTo>
                  <a:lnTo>
                    <a:pt x="10177" y="83"/>
                  </a:lnTo>
                  <a:lnTo>
                    <a:pt x="9308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 descr=""/>
            <p:cNvSpPr/>
            <p:nvPr/>
          </p:nvSpPr>
          <p:spPr>
            <a:xfrm>
              <a:off x="2023730" y="3918983"/>
              <a:ext cx="38735" cy="84455"/>
            </a:xfrm>
            <a:custGeom>
              <a:avLst/>
              <a:gdLst/>
              <a:ahLst/>
              <a:cxnLst/>
              <a:rect l="l" t="t" r="r" b="b"/>
              <a:pathLst>
                <a:path w="38735" h="84454">
                  <a:moveTo>
                    <a:pt x="19098" y="0"/>
                  </a:moveTo>
                  <a:lnTo>
                    <a:pt x="10866" y="3311"/>
                  </a:lnTo>
                  <a:lnTo>
                    <a:pt x="4884" y="12343"/>
                  </a:lnTo>
                  <a:lnTo>
                    <a:pt x="1234" y="25740"/>
                  </a:lnTo>
                  <a:lnTo>
                    <a:pt x="0" y="42145"/>
                  </a:lnTo>
                  <a:lnTo>
                    <a:pt x="1234" y="58550"/>
                  </a:lnTo>
                  <a:lnTo>
                    <a:pt x="4884" y="71946"/>
                  </a:lnTo>
                  <a:lnTo>
                    <a:pt x="10866" y="80978"/>
                  </a:lnTo>
                  <a:lnTo>
                    <a:pt x="19098" y="84290"/>
                  </a:lnTo>
                  <a:lnTo>
                    <a:pt x="27330" y="80978"/>
                  </a:lnTo>
                  <a:lnTo>
                    <a:pt x="33313" y="71946"/>
                  </a:lnTo>
                  <a:lnTo>
                    <a:pt x="36962" y="58550"/>
                  </a:lnTo>
                  <a:lnTo>
                    <a:pt x="38197" y="42145"/>
                  </a:lnTo>
                  <a:lnTo>
                    <a:pt x="36962" y="25740"/>
                  </a:lnTo>
                  <a:lnTo>
                    <a:pt x="33313" y="12343"/>
                  </a:lnTo>
                  <a:lnTo>
                    <a:pt x="27330" y="3311"/>
                  </a:lnTo>
                  <a:lnTo>
                    <a:pt x="19098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 descr=""/>
            <p:cNvSpPr/>
            <p:nvPr/>
          </p:nvSpPr>
          <p:spPr>
            <a:xfrm>
              <a:off x="2030041" y="3935002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45"/>
                  </a:lnTo>
                  <a:lnTo>
                    <a:pt x="1162" y="8826"/>
                  </a:lnTo>
                  <a:lnTo>
                    <a:pt x="1706" y="9298"/>
                  </a:lnTo>
                  <a:lnTo>
                    <a:pt x="3591" y="9298"/>
                  </a:lnTo>
                  <a:lnTo>
                    <a:pt x="4617" y="7224"/>
                  </a:lnTo>
                  <a:lnTo>
                    <a:pt x="4617" y="2774"/>
                  </a:lnTo>
                  <a:lnTo>
                    <a:pt x="4073" y="1151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 descr=""/>
            <p:cNvSpPr/>
            <p:nvPr/>
          </p:nvSpPr>
          <p:spPr>
            <a:xfrm>
              <a:off x="2030041" y="3935002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4" h="8889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45"/>
                  </a:lnTo>
                  <a:lnTo>
                    <a:pt x="753" y="8073"/>
                  </a:lnTo>
                  <a:lnTo>
                    <a:pt x="1047" y="8376"/>
                  </a:lnTo>
                  <a:lnTo>
                    <a:pt x="1382" y="8533"/>
                  </a:lnTo>
                  <a:lnTo>
                    <a:pt x="3015" y="8533"/>
                  </a:lnTo>
                  <a:lnTo>
                    <a:pt x="4052" y="6460"/>
                  </a:lnTo>
                  <a:lnTo>
                    <a:pt x="4052" y="2513"/>
                  </a:lnTo>
                  <a:lnTo>
                    <a:pt x="3748" y="1256"/>
                  </a:lnTo>
                  <a:lnTo>
                    <a:pt x="3266" y="418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 descr=""/>
            <p:cNvSpPr/>
            <p:nvPr/>
          </p:nvSpPr>
          <p:spPr>
            <a:xfrm>
              <a:off x="2040305" y="3922795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45"/>
                  </a:lnTo>
                  <a:lnTo>
                    <a:pt x="1162" y="8826"/>
                  </a:lnTo>
                  <a:lnTo>
                    <a:pt x="1706" y="9298"/>
                  </a:lnTo>
                  <a:lnTo>
                    <a:pt x="3591" y="9298"/>
                  </a:lnTo>
                  <a:lnTo>
                    <a:pt x="4617" y="7224"/>
                  </a:lnTo>
                  <a:lnTo>
                    <a:pt x="4617" y="2774"/>
                  </a:lnTo>
                  <a:lnTo>
                    <a:pt x="4073" y="1151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 descr=""/>
            <p:cNvSpPr/>
            <p:nvPr/>
          </p:nvSpPr>
          <p:spPr>
            <a:xfrm>
              <a:off x="2040305" y="3922795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4" h="8889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45"/>
                  </a:lnTo>
                  <a:lnTo>
                    <a:pt x="753" y="8073"/>
                  </a:lnTo>
                  <a:lnTo>
                    <a:pt x="1047" y="8376"/>
                  </a:lnTo>
                  <a:lnTo>
                    <a:pt x="1382" y="8533"/>
                  </a:lnTo>
                  <a:lnTo>
                    <a:pt x="3015" y="8533"/>
                  </a:lnTo>
                  <a:lnTo>
                    <a:pt x="4052" y="6460"/>
                  </a:lnTo>
                  <a:lnTo>
                    <a:pt x="4052" y="2513"/>
                  </a:lnTo>
                  <a:lnTo>
                    <a:pt x="3748" y="1256"/>
                  </a:lnTo>
                  <a:lnTo>
                    <a:pt x="3266" y="418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 descr=""/>
            <p:cNvSpPr/>
            <p:nvPr/>
          </p:nvSpPr>
          <p:spPr>
            <a:xfrm>
              <a:off x="2051708" y="3934349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35"/>
                  </a:lnTo>
                  <a:lnTo>
                    <a:pt x="1162" y="8826"/>
                  </a:lnTo>
                  <a:lnTo>
                    <a:pt x="1706" y="9298"/>
                  </a:lnTo>
                  <a:lnTo>
                    <a:pt x="3591" y="9298"/>
                  </a:lnTo>
                  <a:lnTo>
                    <a:pt x="4617" y="7224"/>
                  </a:lnTo>
                  <a:lnTo>
                    <a:pt x="4617" y="2774"/>
                  </a:lnTo>
                  <a:lnTo>
                    <a:pt x="4073" y="1151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 descr=""/>
            <p:cNvSpPr/>
            <p:nvPr/>
          </p:nvSpPr>
          <p:spPr>
            <a:xfrm>
              <a:off x="2051708" y="3934349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4" h="8889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35"/>
                  </a:lnTo>
                  <a:lnTo>
                    <a:pt x="753" y="8073"/>
                  </a:lnTo>
                  <a:lnTo>
                    <a:pt x="1047" y="8376"/>
                  </a:lnTo>
                  <a:lnTo>
                    <a:pt x="1382" y="8533"/>
                  </a:lnTo>
                  <a:lnTo>
                    <a:pt x="3015" y="8533"/>
                  </a:lnTo>
                  <a:lnTo>
                    <a:pt x="4052" y="6460"/>
                  </a:lnTo>
                  <a:lnTo>
                    <a:pt x="4052" y="2513"/>
                  </a:lnTo>
                  <a:lnTo>
                    <a:pt x="3748" y="1256"/>
                  </a:lnTo>
                  <a:lnTo>
                    <a:pt x="3266" y="418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 descr=""/>
            <p:cNvSpPr/>
            <p:nvPr/>
          </p:nvSpPr>
          <p:spPr>
            <a:xfrm>
              <a:off x="2032812" y="3947428"/>
              <a:ext cx="19050" cy="37465"/>
            </a:xfrm>
            <a:custGeom>
              <a:avLst/>
              <a:gdLst/>
              <a:ahLst/>
              <a:cxnLst/>
              <a:rect l="l" t="t" r="r" b="b"/>
              <a:pathLst>
                <a:path w="19050" h="37464">
                  <a:moveTo>
                    <a:pt x="9591" y="0"/>
                  </a:moveTo>
                  <a:lnTo>
                    <a:pt x="4156" y="0"/>
                  </a:lnTo>
                  <a:lnTo>
                    <a:pt x="0" y="8345"/>
                  </a:lnTo>
                  <a:lnTo>
                    <a:pt x="0" y="18638"/>
                  </a:lnTo>
                  <a:lnTo>
                    <a:pt x="0" y="26166"/>
                  </a:lnTo>
                  <a:lnTo>
                    <a:pt x="2219" y="32658"/>
                  </a:lnTo>
                  <a:lnTo>
                    <a:pt x="6617" y="36669"/>
                  </a:lnTo>
                  <a:lnTo>
                    <a:pt x="7936" y="37265"/>
                  </a:lnTo>
                  <a:lnTo>
                    <a:pt x="14439" y="37265"/>
                  </a:lnTo>
                  <a:lnTo>
                    <a:pt x="18596" y="28931"/>
                  </a:lnTo>
                  <a:lnTo>
                    <a:pt x="18596" y="8942"/>
                  </a:lnTo>
                  <a:lnTo>
                    <a:pt x="14900" y="952"/>
                  </a:lnTo>
                  <a:lnTo>
                    <a:pt x="9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 descr=""/>
            <p:cNvSpPr/>
            <p:nvPr/>
          </p:nvSpPr>
          <p:spPr>
            <a:xfrm>
              <a:off x="2032812" y="3947428"/>
              <a:ext cx="15875" cy="36195"/>
            </a:xfrm>
            <a:custGeom>
              <a:avLst/>
              <a:gdLst/>
              <a:ahLst/>
              <a:cxnLst/>
              <a:rect l="l" t="t" r="r" b="b"/>
              <a:pathLst>
                <a:path w="15875" h="36195">
                  <a:moveTo>
                    <a:pt x="9308" y="0"/>
                  </a:moveTo>
                  <a:lnTo>
                    <a:pt x="4156" y="0"/>
                  </a:lnTo>
                  <a:lnTo>
                    <a:pt x="0" y="8345"/>
                  </a:lnTo>
                  <a:lnTo>
                    <a:pt x="0" y="18638"/>
                  </a:lnTo>
                  <a:lnTo>
                    <a:pt x="0" y="26166"/>
                  </a:lnTo>
                  <a:lnTo>
                    <a:pt x="2219" y="32658"/>
                  </a:lnTo>
                  <a:lnTo>
                    <a:pt x="5434" y="35590"/>
                  </a:lnTo>
                  <a:lnTo>
                    <a:pt x="6313" y="35674"/>
                  </a:lnTo>
                  <a:lnTo>
                    <a:pt x="11444" y="35674"/>
                  </a:lnTo>
                  <a:lnTo>
                    <a:pt x="15601" y="27318"/>
                  </a:lnTo>
                  <a:lnTo>
                    <a:pt x="15601" y="9518"/>
                  </a:lnTo>
                  <a:lnTo>
                    <a:pt x="13381" y="3015"/>
                  </a:lnTo>
                  <a:lnTo>
                    <a:pt x="10177" y="83"/>
                  </a:lnTo>
                  <a:lnTo>
                    <a:pt x="9308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 descr=""/>
            <p:cNvSpPr/>
            <p:nvPr/>
          </p:nvSpPr>
          <p:spPr>
            <a:xfrm>
              <a:off x="1970981" y="3918983"/>
              <a:ext cx="38735" cy="84455"/>
            </a:xfrm>
            <a:custGeom>
              <a:avLst/>
              <a:gdLst/>
              <a:ahLst/>
              <a:cxnLst/>
              <a:rect l="l" t="t" r="r" b="b"/>
              <a:pathLst>
                <a:path w="38735" h="84454">
                  <a:moveTo>
                    <a:pt x="19098" y="0"/>
                  </a:moveTo>
                  <a:lnTo>
                    <a:pt x="10866" y="3311"/>
                  </a:lnTo>
                  <a:lnTo>
                    <a:pt x="4884" y="12343"/>
                  </a:lnTo>
                  <a:lnTo>
                    <a:pt x="1234" y="25740"/>
                  </a:lnTo>
                  <a:lnTo>
                    <a:pt x="0" y="42145"/>
                  </a:lnTo>
                  <a:lnTo>
                    <a:pt x="1234" y="58550"/>
                  </a:lnTo>
                  <a:lnTo>
                    <a:pt x="4884" y="71946"/>
                  </a:lnTo>
                  <a:lnTo>
                    <a:pt x="10866" y="80978"/>
                  </a:lnTo>
                  <a:lnTo>
                    <a:pt x="19098" y="84290"/>
                  </a:lnTo>
                  <a:lnTo>
                    <a:pt x="27330" y="80978"/>
                  </a:lnTo>
                  <a:lnTo>
                    <a:pt x="33313" y="71946"/>
                  </a:lnTo>
                  <a:lnTo>
                    <a:pt x="36962" y="58550"/>
                  </a:lnTo>
                  <a:lnTo>
                    <a:pt x="38197" y="42145"/>
                  </a:lnTo>
                  <a:lnTo>
                    <a:pt x="36962" y="25740"/>
                  </a:lnTo>
                  <a:lnTo>
                    <a:pt x="33313" y="12343"/>
                  </a:lnTo>
                  <a:lnTo>
                    <a:pt x="27330" y="3311"/>
                  </a:lnTo>
                  <a:lnTo>
                    <a:pt x="19098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 descr=""/>
            <p:cNvSpPr/>
            <p:nvPr/>
          </p:nvSpPr>
          <p:spPr>
            <a:xfrm>
              <a:off x="1977292" y="3935002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45"/>
                  </a:lnTo>
                  <a:lnTo>
                    <a:pt x="1162" y="8826"/>
                  </a:lnTo>
                  <a:lnTo>
                    <a:pt x="1706" y="9298"/>
                  </a:lnTo>
                  <a:lnTo>
                    <a:pt x="3591" y="9298"/>
                  </a:lnTo>
                  <a:lnTo>
                    <a:pt x="4617" y="7224"/>
                  </a:lnTo>
                  <a:lnTo>
                    <a:pt x="4617" y="2774"/>
                  </a:lnTo>
                  <a:lnTo>
                    <a:pt x="4073" y="1151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 descr=""/>
            <p:cNvSpPr/>
            <p:nvPr/>
          </p:nvSpPr>
          <p:spPr>
            <a:xfrm>
              <a:off x="1977292" y="3935002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4" h="8889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45"/>
                  </a:lnTo>
                  <a:lnTo>
                    <a:pt x="753" y="8073"/>
                  </a:lnTo>
                  <a:lnTo>
                    <a:pt x="1047" y="8376"/>
                  </a:lnTo>
                  <a:lnTo>
                    <a:pt x="1382" y="8533"/>
                  </a:lnTo>
                  <a:lnTo>
                    <a:pt x="3015" y="8533"/>
                  </a:lnTo>
                  <a:lnTo>
                    <a:pt x="4052" y="6460"/>
                  </a:lnTo>
                  <a:lnTo>
                    <a:pt x="4052" y="2513"/>
                  </a:lnTo>
                  <a:lnTo>
                    <a:pt x="3748" y="1256"/>
                  </a:lnTo>
                  <a:lnTo>
                    <a:pt x="3266" y="418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 descr=""/>
            <p:cNvSpPr/>
            <p:nvPr/>
          </p:nvSpPr>
          <p:spPr>
            <a:xfrm>
              <a:off x="1987556" y="3922795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45"/>
                  </a:lnTo>
                  <a:lnTo>
                    <a:pt x="1162" y="8826"/>
                  </a:lnTo>
                  <a:lnTo>
                    <a:pt x="1706" y="9298"/>
                  </a:lnTo>
                  <a:lnTo>
                    <a:pt x="3591" y="9298"/>
                  </a:lnTo>
                  <a:lnTo>
                    <a:pt x="4617" y="7224"/>
                  </a:lnTo>
                  <a:lnTo>
                    <a:pt x="4617" y="2774"/>
                  </a:lnTo>
                  <a:lnTo>
                    <a:pt x="4073" y="1151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 descr=""/>
            <p:cNvSpPr/>
            <p:nvPr/>
          </p:nvSpPr>
          <p:spPr>
            <a:xfrm>
              <a:off x="1987556" y="3922795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4" h="8889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45"/>
                  </a:lnTo>
                  <a:lnTo>
                    <a:pt x="753" y="8073"/>
                  </a:lnTo>
                  <a:lnTo>
                    <a:pt x="1047" y="8376"/>
                  </a:lnTo>
                  <a:lnTo>
                    <a:pt x="1382" y="8533"/>
                  </a:lnTo>
                  <a:lnTo>
                    <a:pt x="3015" y="8533"/>
                  </a:lnTo>
                  <a:lnTo>
                    <a:pt x="4052" y="6460"/>
                  </a:lnTo>
                  <a:lnTo>
                    <a:pt x="4052" y="2513"/>
                  </a:lnTo>
                  <a:lnTo>
                    <a:pt x="3748" y="1256"/>
                  </a:lnTo>
                  <a:lnTo>
                    <a:pt x="3266" y="418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 descr=""/>
            <p:cNvSpPr/>
            <p:nvPr/>
          </p:nvSpPr>
          <p:spPr>
            <a:xfrm>
              <a:off x="1998960" y="3934349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35"/>
                  </a:lnTo>
                  <a:lnTo>
                    <a:pt x="1162" y="8826"/>
                  </a:lnTo>
                  <a:lnTo>
                    <a:pt x="1706" y="9298"/>
                  </a:lnTo>
                  <a:lnTo>
                    <a:pt x="3591" y="9298"/>
                  </a:lnTo>
                  <a:lnTo>
                    <a:pt x="4617" y="7224"/>
                  </a:lnTo>
                  <a:lnTo>
                    <a:pt x="4617" y="2774"/>
                  </a:lnTo>
                  <a:lnTo>
                    <a:pt x="4073" y="1151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 descr=""/>
            <p:cNvSpPr/>
            <p:nvPr/>
          </p:nvSpPr>
          <p:spPr>
            <a:xfrm>
              <a:off x="1998960" y="3934349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4" h="8889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35"/>
                  </a:lnTo>
                  <a:lnTo>
                    <a:pt x="753" y="8073"/>
                  </a:lnTo>
                  <a:lnTo>
                    <a:pt x="1047" y="8376"/>
                  </a:lnTo>
                  <a:lnTo>
                    <a:pt x="1382" y="8533"/>
                  </a:lnTo>
                  <a:lnTo>
                    <a:pt x="3015" y="8533"/>
                  </a:lnTo>
                  <a:lnTo>
                    <a:pt x="4052" y="6460"/>
                  </a:lnTo>
                  <a:lnTo>
                    <a:pt x="4052" y="2513"/>
                  </a:lnTo>
                  <a:lnTo>
                    <a:pt x="3748" y="1256"/>
                  </a:lnTo>
                  <a:lnTo>
                    <a:pt x="3266" y="418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 descr=""/>
            <p:cNvSpPr/>
            <p:nvPr/>
          </p:nvSpPr>
          <p:spPr>
            <a:xfrm>
              <a:off x="1980065" y="3947428"/>
              <a:ext cx="19050" cy="37465"/>
            </a:xfrm>
            <a:custGeom>
              <a:avLst/>
              <a:gdLst/>
              <a:ahLst/>
              <a:cxnLst/>
              <a:rect l="l" t="t" r="r" b="b"/>
              <a:pathLst>
                <a:path w="19050" h="37464">
                  <a:moveTo>
                    <a:pt x="9591" y="0"/>
                  </a:moveTo>
                  <a:lnTo>
                    <a:pt x="4156" y="0"/>
                  </a:lnTo>
                  <a:lnTo>
                    <a:pt x="0" y="8345"/>
                  </a:lnTo>
                  <a:lnTo>
                    <a:pt x="0" y="18638"/>
                  </a:lnTo>
                  <a:lnTo>
                    <a:pt x="0" y="26166"/>
                  </a:lnTo>
                  <a:lnTo>
                    <a:pt x="2219" y="32658"/>
                  </a:lnTo>
                  <a:lnTo>
                    <a:pt x="6617" y="36669"/>
                  </a:lnTo>
                  <a:lnTo>
                    <a:pt x="7936" y="37265"/>
                  </a:lnTo>
                  <a:lnTo>
                    <a:pt x="14439" y="37265"/>
                  </a:lnTo>
                  <a:lnTo>
                    <a:pt x="18596" y="28931"/>
                  </a:lnTo>
                  <a:lnTo>
                    <a:pt x="18596" y="8942"/>
                  </a:lnTo>
                  <a:lnTo>
                    <a:pt x="14900" y="952"/>
                  </a:lnTo>
                  <a:lnTo>
                    <a:pt x="9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" name="object 381" descr=""/>
            <p:cNvSpPr/>
            <p:nvPr/>
          </p:nvSpPr>
          <p:spPr>
            <a:xfrm>
              <a:off x="1980065" y="3947428"/>
              <a:ext cx="15875" cy="36195"/>
            </a:xfrm>
            <a:custGeom>
              <a:avLst/>
              <a:gdLst/>
              <a:ahLst/>
              <a:cxnLst/>
              <a:rect l="l" t="t" r="r" b="b"/>
              <a:pathLst>
                <a:path w="15875" h="36195">
                  <a:moveTo>
                    <a:pt x="9308" y="0"/>
                  </a:moveTo>
                  <a:lnTo>
                    <a:pt x="4156" y="0"/>
                  </a:lnTo>
                  <a:lnTo>
                    <a:pt x="0" y="8345"/>
                  </a:lnTo>
                  <a:lnTo>
                    <a:pt x="0" y="18638"/>
                  </a:lnTo>
                  <a:lnTo>
                    <a:pt x="0" y="26166"/>
                  </a:lnTo>
                  <a:lnTo>
                    <a:pt x="2219" y="32658"/>
                  </a:lnTo>
                  <a:lnTo>
                    <a:pt x="5434" y="35590"/>
                  </a:lnTo>
                  <a:lnTo>
                    <a:pt x="6313" y="35674"/>
                  </a:lnTo>
                  <a:lnTo>
                    <a:pt x="11444" y="35674"/>
                  </a:lnTo>
                  <a:lnTo>
                    <a:pt x="15601" y="27318"/>
                  </a:lnTo>
                  <a:lnTo>
                    <a:pt x="15601" y="9518"/>
                  </a:lnTo>
                  <a:lnTo>
                    <a:pt x="13371" y="3015"/>
                  </a:lnTo>
                  <a:lnTo>
                    <a:pt x="10177" y="83"/>
                  </a:lnTo>
                  <a:lnTo>
                    <a:pt x="9308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" name="object 382" descr=""/>
            <p:cNvSpPr/>
            <p:nvPr/>
          </p:nvSpPr>
          <p:spPr>
            <a:xfrm>
              <a:off x="1918233" y="3920145"/>
              <a:ext cx="38735" cy="84455"/>
            </a:xfrm>
            <a:custGeom>
              <a:avLst/>
              <a:gdLst/>
              <a:ahLst/>
              <a:cxnLst/>
              <a:rect l="l" t="t" r="r" b="b"/>
              <a:pathLst>
                <a:path w="38735" h="84454">
                  <a:moveTo>
                    <a:pt x="19098" y="0"/>
                  </a:moveTo>
                  <a:lnTo>
                    <a:pt x="10866" y="3311"/>
                  </a:lnTo>
                  <a:lnTo>
                    <a:pt x="4884" y="12343"/>
                  </a:lnTo>
                  <a:lnTo>
                    <a:pt x="1234" y="25740"/>
                  </a:lnTo>
                  <a:lnTo>
                    <a:pt x="0" y="42145"/>
                  </a:lnTo>
                  <a:lnTo>
                    <a:pt x="1234" y="58550"/>
                  </a:lnTo>
                  <a:lnTo>
                    <a:pt x="4884" y="71946"/>
                  </a:lnTo>
                  <a:lnTo>
                    <a:pt x="10866" y="80978"/>
                  </a:lnTo>
                  <a:lnTo>
                    <a:pt x="19098" y="84290"/>
                  </a:lnTo>
                  <a:lnTo>
                    <a:pt x="27330" y="80978"/>
                  </a:lnTo>
                  <a:lnTo>
                    <a:pt x="33313" y="71946"/>
                  </a:lnTo>
                  <a:lnTo>
                    <a:pt x="36962" y="58550"/>
                  </a:lnTo>
                  <a:lnTo>
                    <a:pt x="38197" y="42145"/>
                  </a:lnTo>
                  <a:lnTo>
                    <a:pt x="36962" y="25740"/>
                  </a:lnTo>
                  <a:lnTo>
                    <a:pt x="33313" y="12343"/>
                  </a:lnTo>
                  <a:lnTo>
                    <a:pt x="27330" y="3311"/>
                  </a:lnTo>
                  <a:lnTo>
                    <a:pt x="19098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" name="object 383" descr=""/>
            <p:cNvSpPr/>
            <p:nvPr/>
          </p:nvSpPr>
          <p:spPr>
            <a:xfrm>
              <a:off x="1924545" y="3936166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45"/>
                  </a:lnTo>
                  <a:lnTo>
                    <a:pt x="1162" y="8826"/>
                  </a:lnTo>
                  <a:lnTo>
                    <a:pt x="1706" y="9298"/>
                  </a:lnTo>
                  <a:lnTo>
                    <a:pt x="3591" y="9298"/>
                  </a:lnTo>
                  <a:lnTo>
                    <a:pt x="4617" y="7224"/>
                  </a:lnTo>
                  <a:lnTo>
                    <a:pt x="4617" y="2774"/>
                  </a:lnTo>
                  <a:lnTo>
                    <a:pt x="4073" y="1151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 descr=""/>
            <p:cNvSpPr/>
            <p:nvPr/>
          </p:nvSpPr>
          <p:spPr>
            <a:xfrm>
              <a:off x="1924545" y="3936166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4" h="8889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45"/>
                  </a:lnTo>
                  <a:lnTo>
                    <a:pt x="753" y="8073"/>
                  </a:lnTo>
                  <a:lnTo>
                    <a:pt x="1047" y="8376"/>
                  </a:lnTo>
                  <a:lnTo>
                    <a:pt x="1382" y="8533"/>
                  </a:lnTo>
                  <a:lnTo>
                    <a:pt x="3015" y="8533"/>
                  </a:lnTo>
                  <a:lnTo>
                    <a:pt x="4052" y="6460"/>
                  </a:lnTo>
                  <a:lnTo>
                    <a:pt x="4052" y="2513"/>
                  </a:lnTo>
                  <a:lnTo>
                    <a:pt x="3748" y="1256"/>
                  </a:lnTo>
                  <a:lnTo>
                    <a:pt x="3266" y="418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" name="object 385" descr=""/>
            <p:cNvSpPr/>
            <p:nvPr/>
          </p:nvSpPr>
          <p:spPr>
            <a:xfrm>
              <a:off x="1934808" y="3923958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35"/>
                  </a:lnTo>
                  <a:lnTo>
                    <a:pt x="1162" y="8826"/>
                  </a:lnTo>
                  <a:lnTo>
                    <a:pt x="1706" y="9298"/>
                  </a:lnTo>
                  <a:lnTo>
                    <a:pt x="3591" y="9298"/>
                  </a:lnTo>
                  <a:lnTo>
                    <a:pt x="4617" y="7224"/>
                  </a:lnTo>
                  <a:lnTo>
                    <a:pt x="4617" y="2774"/>
                  </a:lnTo>
                  <a:lnTo>
                    <a:pt x="4073" y="1151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" name="object 386" descr=""/>
            <p:cNvSpPr/>
            <p:nvPr/>
          </p:nvSpPr>
          <p:spPr>
            <a:xfrm>
              <a:off x="1934808" y="3923958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4" h="8889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35"/>
                  </a:lnTo>
                  <a:lnTo>
                    <a:pt x="753" y="8073"/>
                  </a:lnTo>
                  <a:lnTo>
                    <a:pt x="1047" y="8376"/>
                  </a:lnTo>
                  <a:lnTo>
                    <a:pt x="1382" y="8533"/>
                  </a:lnTo>
                  <a:lnTo>
                    <a:pt x="3015" y="8533"/>
                  </a:lnTo>
                  <a:lnTo>
                    <a:pt x="4052" y="6460"/>
                  </a:lnTo>
                  <a:lnTo>
                    <a:pt x="4052" y="2513"/>
                  </a:lnTo>
                  <a:lnTo>
                    <a:pt x="3748" y="1256"/>
                  </a:lnTo>
                  <a:lnTo>
                    <a:pt x="3266" y="418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" name="object 387" descr=""/>
            <p:cNvSpPr/>
            <p:nvPr/>
          </p:nvSpPr>
          <p:spPr>
            <a:xfrm>
              <a:off x="1946211" y="3935512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35"/>
                  </a:lnTo>
                  <a:lnTo>
                    <a:pt x="1162" y="8826"/>
                  </a:lnTo>
                  <a:lnTo>
                    <a:pt x="1706" y="9298"/>
                  </a:lnTo>
                  <a:lnTo>
                    <a:pt x="3591" y="9298"/>
                  </a:lnTo>
                  <a:lnTo>
                    <a:pt x="4617" y="7224"/>
                  </a:lnTo>
                  <a:lnTo>
                    <a:pt x="4617" y="2774"/>
                  </a:lnTo>
                  <a:lnTo>
                    <a:pt x="4073" y="1151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" name="object 388" descr=""/>
            <p:cNvSpPr/>
            <p:nvPr/>
          </p:nvSpPr>
          <p:spPr>
            <a:xfrm>
              <a:off x="1946211" y="3935512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4" h="8889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35"/>
                  </a:lnTo>
                  <a:lnTo>
                    <a:pt x="753" y="8073"/>
                  </a:lnTo>
                  <a:lnTo>
                    <a:pt x="1047" y="8376"/>
                  </a:lnTo>
                  <a:lnTo>
                    <a:pt x="1382" y="8533"/>
                  </a:lnTo>
                  <a:lnTo>
                    <a:pt x="3015" y="8533"/>
                  </a:lnTo>
                  <a:lnTo>
                    <a:pt x="4052" y="6460"/>
                  </a:lnTo>
                  <a:lnTo>
                    <a:pt x="4052" y="2513"/>
                  </a:lnTo>
                  <a:lnTo>
                    <a:pt x="3748" y="1256"/>
                  </a:lnTo>
                  <a:lnTo>
                    <a:pt x="3266" y="418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" name="object 389" descr=""/>
            <p:cNvSpPr/>
            <p:nvPr/>
          </p:nvSpPr>
          <p:spPr>
            <a:xfrm>
              <a:off x="1927316" y="3948581"/>
              <a:ext cx="19050" cy="37465"/>
            </a:xfrm>
            <a:custGeom>
              <a:avLst/>
              <a:gdLst/>
              <a:ahLst/>
              <a:cxnLst/>
              <a:rect l="l" t="t" r="r" b="b"/>
              <a:pathLst>
                <a:path w="19050" h="37464">
                  <a:moveTo>
                    <a:pt x="9591" y="0"/>
                  </a:moveTo>
                  <a:lnTo>
                    <a:pt x="4156" y="0"/>
                  </a:lnTo>
                  <a:lnTo>
                    <a:pt x="0" y="8355"/>
                  </a:lnTo>
                  <a:lnTo>
                    <a:pt x="0" y="18648"/>
                  </a:lnTo>
                  <a:lnTo>
                    <a:pt x="0" y="26177"/>
                  </a:lnTo>
                  <a:lnTo>
                    <a:pt x="2219" y="32669"/>
                  </a:lnTo>
                  <a:lnTo>
                    <a:pt x="6617" y="36679"/>
                  </a:lnTo>
                  <a:lnTo>
                    <a:pt x="7936" y="37276"/>
                  </a:lnTo>
                  <a:lnTo>
                    <a:pt x="14439" y="37276"/>
                  </a:lnTo>
                  <a:lnTo>
                    <a:pt x="18596" y="28941"/>
                  </a:lnTo>
                  <a:lnTo>
                    <a:pt x="18596" y="8952"/>
                  </a:lnTo>
                  <a:lnTo>
                    <a:pt x="14900" y="963"/>
                  </a:lnTo>
                  <a:lnTo>
                    <a:pt x="9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 descr=""/>
            <p:cNvSpPr/>
            <p:nvPr/>
          </p:nvSpPr>
          <p:spPr>
            <a:xfrm>
              <a:off x="1927316" y="3948581"/>
              <a:ext cx="15875" cy="36195"/>
            </a:xfrm>
            <a:custGeom>
              <a:avLst/>
              <a:gdLst/>
              <a:ahLst/>
              <a:cxnLst/>
              <a:rect l="l" t="t" r="r" b="b"/>
              <a:pathLst>
                <a:path w="15875" h="36195">
                  <a:moveTo>
                    <a:pt x="9308" y="0"/>
                  </a:moveTo>
                  <a:lnTo>
                    <a:pt x="4156" y="0"/>
                  </a:lnTo>
                  <a:lnTo>
                    <a:pt x="0" y="8355"/>
                  </a:lnTo>
                  <a:lnTo>
                    <a:pt x="0" y="18648"/>
                  </a:lnTo>
                  <a:lnTo>
                    <a:pt x="0" y="26177"/>
                  </a:lnTo>
                  <a:lnTo>
                    <a:pt x="2219" y="32669"/>
                  </a:lnTo>
                  <a:lnTo>
                    <a:pt x="5444" y="35601"/>
                  </a:lnTo>
                  <a:lnTo>
                    <a:pt x="6313" y="35684"/>
                  </a:lnTo>
                  <a:lnTo>
                    <a:pt x="11444" y="35684"/>
                  </a:lnTo>
                  <a:lnTo>
                    <a:pt x="15601" y="27329"/>
                  </a:lnTo>
                  <a:lnTo>
                    <a:pt x="15601" y="9528"/>
                  </a:lnTo>
                  <a:lnTo>
                    <a:pt x="13371" y="3026"/>
                  </a:lnTo>
                  <a:lnTo>
                    <a:pt x="10177" y="94"/>
                  </a:lnTo>
                  <a:lnTo>
                    <a:pt x="9308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" name="object 391" descr=""/>
            <p:cNvSpPr/>
            <p:nvPr/>
          </p:nvSpPr>
          <p:spPr>
            <a:xfrm>
              <a:off x="1865484" y="3920145"/>
              <a:ext cx="38735" cy="84455"/>
            </a:xfrm>
            <a:custGeom>
              <a:avLst/>
              <a:gdLst/>
              <a:ahLst/>
              <a:cxnLst/>
              <a:rect l="l" t="t" r="r" b="b"/>
              <a:pathLst>
                <a:path w="38735" h="84454">
                  <a:moveTo>
                    <a:pt x="19098" y="0"/>
                  </a:moveTo>
                  <a:lnTo>
                    <a:pt x="10866" y="3311"/>
                  </a:lnTo>
                  <a:lnTo>
                    <a:pt x="4884" y="12343"/>
                  </a:lnTo>
                  <a:lnTo>
                    <a:pt x="1234" y="25740"/>
                  </a:lnTo>
                  <a:lnTo>
                    <a:pt x="0" y="42145"/>
                  </a:lnTo>
                  <a:lnTo>
                    <a:pt x="1234" y="58550"/>
                  </a:lnTo>
                  <a:lnTo>
                    <a:pt x="4884" y="71946"/>
                  </a:lnTo>
                  <a:lnTo>
                    <a:pt x="10866" y="80978"/>
                  </a:lnTo>
                  <a:lnTo>
                    <a:pt x="19098" y="84290"/>
                  </a:lnTo>
                  <a:lnTo>
                    <a:pt x="27330" y="80978"/>
                  </a:lnTo>
                  <a:lnTo>
                    <a:pt x="33313" y="71946"/>
                  </a:lnTo>
                  <a:lnTo>
                    <a:pt x="36962" y="58550"/>
                  </a:lnTo>
                  <a:lnTo>
                    <a:pt x="38197" y="42145"/>
                  </a:lnTo>
                  <a:lnTo>
                    <a:pt x="36962" y="25740"/>
                  </a:lnTo>
                  <a:lnTo>
                    <a:pt x="33313" y="12343"/>
                  </a:lnTo>
                  <a:lnTo>
                    <a:pt x="27330" y="3311"/>
                  </a:lnTo>
                  <a:lnTo>
                    <a:pt x="19098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" name="object 392" descr=""/>
            <p:cNvSpPr/>
            <p:nvPr/>
          </p:nvSpPr>
          <p:spPr>
            <a:xfrm>
              <a:off x="1871796" y="3936166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45"/>
                  </a:lnTo>
                  <a:lnTo>
                    <a:pt x="1162" y="8826"/>
                  </a:lnTo>
                  <a:lnTo>
                    <a:pt x="1706" y="9298"/>
                  </a:lnTo>
                  <a:lnTo>
                    <a:pt x="3591" y="9298"/>
                  </a:lnTo>
                  <a:lnTo>
                    <a:pt x="4617" y="7224"/>
                  </a:lnTo>
                  <a:lnTo>
                    <a:pt x="4617" y="2774"/>
                  </a:lnTo>
                  <a:lnTo>
                    <a:pt x="4073" y="1151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 descr=""/>
            <p:cNvSpPr/>
            <p:nvPr/>
          </p:nvSpPr>
          <p:spPr>
            <a:xfrm>
              <a:off x="1871796" y="3936166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4" h="8889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45"/>
                  </a:lnTo>
                  <a:lnTo>
                    <a:pt x="753" y="8073"/>
                  </a:lnTo>
                  <a:lnTo>
                    <a:pt x="1047" y="8376"/>
                  </a:lnTo>
                  <a:lnTo>
                    <a:pt x="1382" y="8533"/>
                  </a:lnTo>
                  <a:lnTo>
                    <a:pt x="3015" y="8533"/>
                  </a:lnTo>
                  <a:lnTo>
                    <a:pt x="4052" y="6460"/>
                  </a:lnTo>
                  <a:lnTo>
                    <a:pt x="4052" y="2513"/>
                  </a:lnTo>
                  <a:lnTo>
                    <a:pt x="3748" y="1256"/>
                  </a:lnTo>
                  <a:lnTo>
                    <a:pt x="3266" y="418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" name="object 394" descr=""/>
            <p:cNvSpPr/>
            <p:nvPr/>
          </p:nvSpPr>
          <p:spPr>
            <a:xfrm>
              <a:off x="1882060" y="3923958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35"/>
                  </a:lnTo>
                  <a:lnTo>
                    <a:pt x="1162" y="8826"/>
                  </a:lnTo>
                  <a:lnTo>
                    <a:pt x="1706" y="9298"/>
                  </a:lnTo>
                  <a:lnTo>
                    <a:pt x="3591" y="9298"/>
                  </a:lnTo>
                  <a:lnTo>
                    <a:pt x="4617" y="7224"/>
                  </a:lnTo>
                  <a:lnTo>
                    <a:pt x="4617" y="2774"/>
                  </a:lnTo>
                  <a:lnTo>
                    <a:pt x="4073" y="1151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" name="object 395" descr=""/>
            <p:cNvSpPr/>
            <p:nvPr/>
          </p:nvSpPr>
          <p:spPr>
            <a:xfrm>
              <a:off x="1882060" y="3923958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4" h="8889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35"/>
                  </a:lnTo>
                  <a:lnTo>
                    <a:pt x="753" y="8073"/>
                  </a:lnTo>
                  <a:lnTo>
                    <a:pt x="1047" y="8376"/>
                  </a:lnTo>
                  <a:lnTo>
                    <a:pt x="1382" y="8533"/>
                  </a:lnTo>
                  <a:lnTo>
                    <a:pt x="3015" y="8533"/>
                  </a:lnTo>
                  <a:lnTo>
                    <a:pt x="4052" y="6460"/>
                  </a:lnTo>
                  <a:lnTo>
                    <a:pt x="4052" y="2513"/>
                  </a:lnTo>
                  <a:lnTo>
                    <a:pt x="3748" y="1256"/>
                  </a:lnTo>
                  <a:lnTo>
                    <a:pt x="3266" y="418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" name="object 396" descr=""/>
            <p:cNvSpPr/>
            <p:nvPr/>
          </p:nvSpPr>
          <p:spPr>
            <a:xfrm>
              <a:off x="1893463" y="3935512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35"/>
                  </a:lnTo>
                  <a:lnTo>
                    <a:pt x="1162" y="8826"/>
                  </a:lnTo>
                  <a:lnTo>
                    <a:pt x="1706" y="9298"/>
                  </a:lnTo>
                  <a:lnTo>
                    <a:pt x="3591" y="9298"/>
                  </a:lnTo>
                  <a:lnTo>
                    <a:pt x="4617" y="7224"/>
                  </a:lnTo>
                  <a:lnTo>
                    <a:pt x="4617" y="2774"/>
                  </a:lnTo>
                  <a:lnTo>
                    <a:pt x="4073" y="1151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" name="object 397" descr=""/>
            <p:cNvSpPr/>
            <p:nvPr/>
          </p:nvSpPr>
          <p:spPr>
            <a:xfrm>
              <a:off x="1893463" y="3935512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4" h="8889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35"/>
                  </a:lnTo>
                  <a:lnTo>
                    <a:pt x="753" y="8073"/>
                  </a:lnTo>
                  <a:lnTo>
                    <a:pt x="1047" y="8376"/>
                  </a:lnTo>
                  <a:lnTo>
                    <a:pt x="1382" y="8533"/>
                  </a:lnTo>
                  <a:lnTo>
                    <a:pt x="3015" y="8533"/>
                  </a:lnTo>
                  <a:lnTo>
                    <a:pt x="4052" y="6460"/>
                  </a:lnTo>
                  <a:lnTo>
                    <a:pt x="4052" y="2513"/>
                  </a:lnTo>
                  <a:lnTo>
                    <a:pt x="3748" y="1256"/>
                  </a:lnTo>
                  <a:lnTo>
                    <a:pt x="3266" y="418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" name="object 398" descr=""/>
            <p:cNvSpPr/>
            <p:nvPr/>
          </p:nvSpPr>
          <p:spPr>
            <a:xfrm>
              <a:off x="1874568" y="3948581"/>
              <a:ext cx="19050" cy="37465"/>
            </a:xfrm>
            <a:custGeom>
              <a:avLst/>
              <a:gdLst/>
              <a:ahLst/>
              <a:cxnLst/>
              <a:rect l="l" t="t" r="r" b="b"/>
              <a:pathLst>
                <a:path w="19050" h="37464">
                  <a:moveTo>
                    <a:pt x="9591" y="0"/>
                  </a:moveTo>
                  <a:lnTo>
                    <a:pt x="4156" y="0"/>
                  </a:lnTo>
                  <a:lnTo>
                    <a:pt x="0" y="8355"/>
                  </a:lnTo>
                  <a:lnTo>
                    <a:pt x="0" y="18648"/>
                  </a:lnTo>
                  <a:lnTo>
                    <a:pt x="0" y="26177"/>
                  </a:lnTo>
                  <a:lnTo>
                    <a:pt x="2219" y="32669"/>
                  </a:lnTo>
                  <a:lnTo>
                    <a:pt x="6617" y="36679"/>
                  </a:lnTo>
                  <a:lnTo>
                    <a:pt x="7936" y="37276"/>
                  </a:lnTo>
                  <a:lnTo>
                    <a:pt x="14439" y="37276"/>
                  </a:lnTo>
                  <a:lnTo>
                    <a:pt x="18596" y="28941"/>
                  </a:lnTo>
                  <a:lnTo>
                    <a:pt x="18596" y="8952"/>
                  </a:lnTo>
                  <a:lnTo>
                    <a:pt x="14900" y="963"/>
                  </a:lnTo>
                  <a:lnTo>
                    <a:pt x="9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 descr=""/>
            <p:cNvSpPr/>
            <p:nvPr/>
          </p:nvSpPr>
          <p:spPr>
            <a:xfrm>
              <a:off x="1874568" y="3948581"/>
              <a:ext cx="15875" cy="36195"/>
            </a:xfrm>
            <a:custGeom>
              <a:avLst/>
              <a:gdLst/>
              <a:ahLst/>
              <a:cxnLst/>
              <a:rect l="l" t="t" r="r" b="b"/>
              <a:pathLst>
                <a:path w="15875" h="36195">
                  <a:moveTo>
                    <a:pt x="9308" y="0"/>
                  </a:moveTo>
                  <a:lnTo>
                    <a:pt x="4156" y="0"/>
                  </a:lnTo>
                  <a:lnTo>
                    <a:pt x="0" y="8355"/>
                  </a:lnTo>
                  <a:lnTo>
                    <a:pt x="0" y="18648"/>
                  </a:lnTo>
                  <a:lnTo>
                    <a:pt x="0" y="26177"/>
                  </a:lnTo>
                  <a:lnTo>
                    <a:pt x="2219" y="32669"/>
                  </a:lnTo>
                  <a:lnTo>
                    <a:pt x="5444" y="35601"/>
                  </a:lnTo>
                  <a:lnTo>
                    <a:pt x="6313" y="35684"/>
                  </a:lnTo>
                  <a:lnTo>
                    <a:pt x="11444" y="35684"/>
                  </a:lnTo>
                  <a:lnTo>
                    <a:pt x="15601" y="27329"/>
                  </a:lnTo>
                  <a:lnTo>
                    <a:pt x="15601" y="9528"/>
                  </a:lnTo>
                  <a:lnTo>
                    <a:pt x="13381" y="3026"/>
                  </a:lnTo>
                  <a:lnTo>
                    <a:pt x="10177" y="94"/>
                  </a:lnTo>
                  <a:lnTo>
                    <a:pt x="9308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 descr=""/>
            <p:cNvSpPr/>
            <p:nvPr/>
          </p:nvSpPr>
          <p:spPr>
            <a:xfrm>
              <a:off x="1812736" y="3919564"/>
              <a:ext cx="38735" cy="84455"/>
            </a:xfrm>
            <a:custGeom>
              <a:avLst/>
              <a:gdLst/>
              <a:ahLst/>
              <a:cxnLst/>
              <a:rect l="l" t="t" r="r" b="b"/>
              <a:pathLst>
                <a:path w="38735" h="84454">
                  <a:moveTo>
                    <a:pt x="19098" y="0"/>
                  </a:moveTo>
                  <a:lnTo>
                    <a:pt x="10866" y="3311"/>
                  </a:lnTo>
                  <a:lnTo>
                    <a:pt x="4884" y="12343"/>
                  </a:lnTo>
                  <a:lnTo>
                    <a:pt x="1234" y="25740"/>
                  </a:lnTo>
                  <a:lnTo>
                    <a:pt x="0" y="42145"/>
                  </a:lnTo>
                  <a:lnTo>
                    <a:pt x="1234" y="58550"/>
                  </a:lnTo>
                  <a:lnTo>
                    <a:pt x="4884" y="71946"/>
                  </a:lnTo>
                  <a:lnTo>
                    <a:pt x="10866" y="80978"/>
                  </a:lnTo>
                  <a:lnTo>
                    <a:pt x="19098" y="84290"/>
                  </a:lnTo>
                  <a:lnTo>
                    <a:pt x="27330" y="80978"/>
                  </a:lnTo>
                  <a:lnTo>
                    <a:pt x="33313" y="71946"/>
                  </a:lnTo>
                  <a:lnTo>
                    <a:pt x="36962" y="58550"/>
                  </a:lnTo>
                  <a:lnTo>
                    <a:pt x="38197" y="42145"/>
                  </a:lnTo>
                  <a:lnTo>
                    <a:pt x="36962" y="25740"/>
                  </a:lnTo>
                  <a:lnTo>
                    <a:pt x="33313" y="12343"/>
                  </a:lnTo>
                  <a:lnTo>
                    <a:pt x="27330" y="3311"/>
                  </a:lnTo>
                  <a:lnTo>
                    <a:pt x="19098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" name="object 401" descr=""/>
            <p:cNvSpPr/>
            <p:nvPr/>
          </p:nvSpPr>
          <p:spPr>
            <a:xfrm>
              <a:off x="1819048" y="3935583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45"/>
                  </a:lnTo>
                  <a:lnTo>
                    <a:pt x="1162" y="8826"/>
                  </a:lnTo>
                  <a:lnTo>
                    <a:pt x="1706" y="9298"/>
                  </a:lnTo>
                  <a:lnTo>
                    <a:pt x="3591" y="9298"/>
                  </a:lnTo>
                  <a:lnTo>
                    <a:pt x="4617" y="7224"/>
                  </a:lnTo>
                  <a:lnTo>
                    <a:pt x="4617" y="2774"/>
                  </a:lnTo>
                  <a:lnTo>
                    <a:pt x="4073" y="1151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" name="object 402" descr=""/>
            <p:cNvSpPr/>
            <p:nvPr/>
          </p:nvSpPr>
          <p:spPr>
            <a:xfrm>
              <a:off x="1819048" y="3935583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4" h="8889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45"/>
                  </a:lnTo>
                  <a:lnTo>
                    <a:pt x="753" y="8073"/>
                  </a:lnTo>
                  <a:lnTo>
                    <a:pt x="1047" y="8376"/>
                  </a:lnTo>
                  <a:lnTo>
                    <a:pt x="1382" y="8533"/>
                  </a:lnTo>
                  <a:lnTo>
                    <a:pt x="3015" y="8533"/>
                  </a:lnTo>
                  <a:lnTo>
                    <a:pt x="4052" y="6460"/>
                  </a:lnTo>
                  <a:lnTo>
                    <a:pt x="4052" y="2513"/>
                  </a:lnTo>
                  <a:lnTo>
                    <a:pt x="3748" y="1256"/>
                  </a:lnTo>
                  <a:lnTo>
                    <a:pt x="3266" y="418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" name="object 403" descr=""/>
            <p:cNvSpPr/>
            <p:nvPr/>
          </p:nvSpPr>
          <p:spPr>
            <a:xfrm>
              <a:off x="1829311" y="3923376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35"/>
                  </a:lnTo>
                  <a:lnTo>
                    <a:pt x="1162" y="8826"/>
                  </a:lnTo>
                  <a:lnTo>
                    <a:pt x="1706" y="9298"/>
                  </a:lnTo>
                  <a:lnTo>
                    <a:pt x="3591" y="9298"/>
                  </a:lnTo>
                  <a:lnTo>
                    <a:pt x="4617" y="7224"/>
                  </a:lnTo>
                  <a:lnTo>
                    <a:pt x="4617" y="2774"/>
                  </a:lnTo>
                  <a:lnTo>
                    <a:pt x="4073" y="1151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" name="object 404" descr=""/>
            <p:cNvSpPr/>
            <p:nvPr/>
          </p:nvSpPr>
          <p:spPr>
            <a:xfrm>
              <a:off x="1829311" y="3923376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4" h="8889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35"/>
                  </a:lnTo>
                  <a:lnTo>
                    <a:pt x="753" y="8073"/>
                  </a:lnTo>
                  <a:lnTo>
                    <a:pt x="1047" y="8376"/>
                  </a:lnTo>
                  <a:lnTo>
                    <a:pt x="1382" y="8533"/>
                  </a:lnTo>
                  <a:lnTo>
                    <a:pt x="3015" y="8533"/>
                  </a:lnTo>
                  <a:lnTo>
                    <a:pt x="4052" y="6460"/>
                  </a:lnTo>
                  <a:lnTo>
                    <a:pt x="4052" y="2513"/>
                  </a:lnTo>
                  <a:lnTo>
                    <a:pt x="3748" y="1256"/>
                  </a:lnTo>
                  <a:lnTo>
                    <a:pt x="3266" y="418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" name="object 405" descr=""/>
            <p:cNvSpPr/>
            <p:nvPr/>
          </p:nvSpPr>
          <p:spPr>
            <a:xfrm>
              <a:off x="1840715" y="3934930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35"/>
                  </a:lnTo>
                  <a:lnTo>
                    <a:pt x="1162" y="8826"/>
                  </a:lnTo>
                  <a:lnTo>
                    <a:pt x="1706" y="9298"/>
                  </a:lnTo>
                  <a:lnTo>
                    <a:pt x="3591" y="9298"/>
                  </a:lnTo>
                  <a:lnTo>
                    <a:pt x="4617" y="7224"/>
                  </a:lnTo>
                  <a:lnTo>
                    <a:pt x="4617" y="2774"/>
                  </a:lnTo>
                  <a:lnTo>
                    <a:pt x="4073" y="1151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" name="object 406" descr=""/>
            <p:cNvSpPr/>
            <p:nvPr/>
          </p:nvSpPr>
          <p:spPr>
            <a:xfrm>
              <a:off x="1840715" y="3934930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4" h="8889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35"/>
                  </a:lnTo>
                  <a:lnTo>
                    <a:pt x="753" y="8073"/>
                  </a:lnTo>
                  <a:lnTo>
                    <a:pt x="1047" y="8376"/>
                  </a:lnTo>
                  <a:lnTo>
                    <a:pt x="1382" y="8533"/>
                  </a:lnTo>
                  <a:lnTo>
                    <a:pt x="3015" y="8533"/>
                  </a:lnTo>
                  <a:lnTo>
                    <a:pt x="4052" y="6460"/>
                  </a:lnTo>
                  <a:lnTo>
                    <a:pt x="4052" y="2513"/>
                  </a:lnTo>
                  <a:lnTo>
                    <a:pt x="3748" y="1256"/>
                  </a:lnTo>
                  <a:lnTo>
                    <a:pt x="3266" y="418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" name="object 407" descr=""/>
            <p:cNvSpPr/>
            <p:nvPr/>
          </p:nvSpPr>
          <p:spPr>
            <a:xfrm>
              <a:off x="1821819" y="3947999"/>
              <a:ext cx="19050" cy="37465"/>
            </a:xfrm>
            <a:custGeom>
              <a:avLst/>
              <a:gdLst/>
              <a:ahLst/>
              <a:cxnLst/>
              <a:rect l="l" t="t" r="r" b="b"/>
              <a:pathLst>
                <a:path w="19050" h="37464">
                  <a:moveTo>
                    <a:pt x="9591" y="0"/>
                  </a:moveTo>
                  <a:lnTo>
                    <a:pt x="4156" y="0"/>
                  </a:lnTo>
                  <a:lnTo>
                    <a:pt x="0" y="8355"/>
                  </a:lnTo>
                  <a:lnTo>
                    <a:pt x="0" y="18648"/>
                  </a:lnTo>
                  <a:lnTo>
                    <a:pt x="0" y="26177"/>
                  </a:lnTo>
                  <a:lnTo>
                    <a:pt x="2219" y="32669"/>
                  </a:lnTo>
                  <a:lnTo>
                    <a:pt x="6617" y="36679"/>
                  </a:lnTo>
                  <a:lnTo>
                    <a:pt x="7936" y="37276"/>
                  </a:lnTo>
                  <a:lnTo>
                    <a:pt x="14439" y="37276"/>
                  </a:lnTo>
                  <a:lnTo>
                    <a:pt x="18596" y="28941"/>
                  </a:lnTo>
                  <a:lnTo>
                    <a:pt x="18596" y="8952"/>
                  </a:lnTo>
                  <a:lnTo>
                    <a:pt x="14900" y="963"/>
                  </a:lnTo>
                  <a:lnTo>
                    <a:pt x="9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" name="object 408" descr=""/>
            <p:cNvSpPr/>
            <p:nvPr/>
          </p:nvSpPr>
          <p:spPr>
            <a:xfrm>
              <a:off x="1821819" y="3947999"/>
              <a:ext cx="15875" cy="36195"/>
            </a:xfrm>
            <a:custGeom>
              <a:avLst/>
              <a:gdLst/>
              <a:ahLst/>
              <a:cxnLst/>
              <a:rect l="l" t="t" r="r" b="b"/>
              <a:pathLst>
                <a:path w="15875" h="36195">
                  <a:moveTo>
                    <a:pt x="9308" y="0"/>
                  </a:moveTo>
                  <a:lnTo>
                    <a:pt x="4156" y="0"/>
                  </a:lnTo>
                  <a:lnTo>
                    <a:pt x="0" y="8355"/>
                  </a:lnTo>
                  <a:lnTo>
                    <a:pt x="0" y="18648"/>
                  </a:lnTo>
                  <a:lnTo>
                    <a:pt x="0" y="26177"/>
                  </a:lnTo>
                  <a:lnTo>
                    <a:pt x="2219" y="32669"/>
                  </a:lnTo>
                  <a:lnTo>
                    <a:pt x="5434" y="35601"/>
                  </a:lnTo>
                  <a:lnTo>
                    <a:pt x="6313" y="35684"/>
                  </a:lnTo>
                  <a:lnTo>
                    <a:pt x="11444" y="35684"/>
                  </a:lnTo>
                  <a:lnTo>
                    <a:pt x="15601" y="27329"/>
                  </a:lnTo>
                  <a:lnTo>
                    <a:pt x="15601" y="9528"/>
                  </a:lnTo>
                  <a:lnTo>
                    <a:pt x="13381" y="3026"/>
                  </a:lnTo>
                  <a:lnTo>
                    <a:pt x="10177" y="94"/>
                  </a:lnTo>
                  <a:lnTo>
                    <a:pt x="9308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" name="object 409" descr=""/>
            <p:cNvSpPr/>
            <p:nvPr/>
          </p:nvSpPr>
          <p:spPr>
            <a:xfrm>
              <a:off x="1759988" y="3919564"/>
              <a:ext cx="38735" cy="84455"/>
            </a:xfrm>
            <a:custGeom>
              <a:avLst/>
              <a:gdLst/>
              <a:ahLst/>
              <a:cxnLst/>
              <a:rect l="l" t="t" r="r" b="b"/>
              <a:pathLst>
                <a:path w="38735" h="84454">
                  <a:moveTo>
                    <a:pt x="19098" y="0"/>
                  </a:moveTo>
                  <a:lnTo>
                    <a:pt x="10866" y="3311"/>
                  </a:lnTo>
                  <a:lnTo>
                    <a:pt x="4884" y="12343"/>
                  </a:lnTo>
                  <a:lnTo>
                    <a:pt x="1234" y="25740"/>
                  </a:lnTo>
                  <a:lnTo>
                    <a:pt x="0" y="42145"/>
                  </a:lnTo>
                  <a:lnTo>
                    <a:pt x="1234" y="58550"/>
                  </a:lnTo>
                  <a:lnTo>
                    <a:pt x="4884" y="71946"/>
                  </a:lnTo>
                  <a:lnTo>
                    <a:pt x="10866" y="80978"/>
                  </a:lnTo>
                  <a:lnTo>
                    <a:pt x="19098" y="84290"/>
                  </a:lnTo>
                  <a:lnTo>
                    <a:pt x="27330" y="80978"/>
                  </a:lnTo>
                  <a:lnTo>
                    <a:pt x="33313" y="71946"/>
                  </a:lnTo>
                  <a:lnTo>
                    <a:pt x="36962" y="58550"/>
                  </a:lnTo>
                  <a:lnTo>
                    <a:pt x="38197" y="42145"/>
                  </a:lnTo>
                  <a:lnTo>
                    <a:pt x="36962" y="25740"/>
                  </a:lnTo>
                  <a:lnTo>
                    <a:pt x="33313" y="12343"/>
                  </a:lnTo>
                  <a:lnTo>
                    <a:pt x="27330" y="3311"/>
                  </a:lnTo>
                  <a:lnTo>
                    <a:pt x="19098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" name="object 410" descr=""/>
            <p:cNvSpPr/>
            <p:nvPr/>
          </p:nvSpPr>
          <p:spPr>
            <a:xfrm>
              <a:off x="1766300" y="3935583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45"/>
                  </a:lnTo>
                  <a:lnTo>
                    <a:pt x="1162" y="8826"/>
                  </a:lnTo>
                  <a:lnTo>
                    <a:pt x="1706" y="9298"/>
                  </a:lnTo>
                  <a:lnTo>
                    <a:pt x="3591" y="9298"/>
                  </a:lnTo>
                  <a:lnTo>
                    <a:pt x="4617" y="7224"/>
                  </a:lnTo>
                  <a:lnTo>
                    <a:pt x="4617" y="2774"/>
                  </a:lnTo>
                  <a:lnTo>
                    <a:pt x="4073" y="1151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 descr=""/>
            <p:cNvSpPr/>
            <p:nvPr/>
          </p:nvSpPr>
          <p:spPr>
            <a:xfrm>
              <a:off x="1766300" y="3935583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4" h="8889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45"/>
                  </a:lnTo>
                  <a:lnTo>
                    <a:pt x="753" y="8073"/>
                  </a:lnTo>
                  <a:lnTo>
                    <a:pt x="1047" y="8376"/>
                  </a:lnTo>
                  <a:lnTo>
                    <a:pt x="1382" y="8533"/>
                  </a:lnTo>
                  <a:lnTo>
                    <a:pt x="3015" y="8533"/>
                  </a:lnTo>
                  <a:lnTo>
                    <a:pt x="4052" y="6460"/>
                  </a:lnTo>
                  <a:lnTo>
                    <a:pt x="4052" y="2513"/>
                  </a:lnTo>
                  <a:lnTo>
                    <a:pt x="3748" y="1256"/>
                  </a:lnTo>
                  <a:lnTo>
                    <a:pt x="3266" y="418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 descr=""/>
            <p:cNvSpPr/>
            <p:nvPr/>
          </p:nvSpPr>
          <p:spPr>
            <a:xfrm>
              <a:off x="1776562" y="3923376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35"/>
                  </a:lnTo>
                  <a:lnTo>
                    <a:pt x="1162" y="8826"/>
                  </a:lnTo>
                  <a:lnTo>
                    <a:pt x="1706" y="9298"/>
                  </a:lnTo>
                  <a:lnTo>
                    <a:pt x="3591" y="9298"/>
                  </a:lnTo>
                  <a:lnTo>
                    <a:pt x="4617" y="7224"/>
                  </a:lnTo>
                  <a:lnTo>
                    <a:pt x="4617" y="2774"/>
                  </a:lnTo>
                  <a:lnTo>
                    <a:pt x="4073" y="1151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 descr=""/>
            <p:cNvSpPr/>
            <p:nvPr/>
          </p:nvSpPr>
          <p:spPr>
            <a:xfrm>
              <a:off x="1776562" y="3923376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4" h="8889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35"/>
                  </a:lnTo>
                  <a:lnTo>
                    <a:pt x="753" y="8073"/>
                  </a:lnTo>
                  <a:lnTo>
                    <a:pt x="1047" y="8376"/>
                  </a:lnTo>
                  <a:lnTo>
                    <a:pt x="1382" y="8533"/>
                  </a:lnTo>
                  <a:lnTo>
                    <a:pt x="3015" y="8533"/>
                  </a:lnTo>
                  <a:lnTo>
                    <a:pt x="4052" y="6460"/>
                  </a:lnTo>
                  <a:lnTo>
                    <a:pt x="4052" y="2513"/>
                  </a:lnTo>
                  <a:lnTo>
                    <a:pt x="3748" y="1256"/>
                  </a:lnTo>
                  <a:lnTo>
                    <a:pt x="3266" y="418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 descr=""/>
            <p:cNvSpPr/>
            <p:nvPr/>
          </p:nvSpPr>
          <p:spPr>
            <a:xfrm>
              <a:off x="1787966" y="3934930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35"/>
                  </a:lnTo>
                  <a:lnTo>
                    <a:pt x="1162" y="8826"/>
                  </a:lnTo>
                  <a:lnTo>
                    <a:pt x="1706" y="9298"/>
                  </a:lnTo>
                  <a:lnTo>
                    <a:pt x="3591" y="9298"/>
                  </a:lnTo>
                  <a:lnTo>
                    <a:pt x="4617" y="7224"/>
                  </a:lnTo>
                  <a:lnTo>
                    <a:pt x="4617" y="2774"/>
                  </a:lnTo>
                  <a:lnTo>
                    <a:pt x="4073" y="1151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 descr=""/>
            <p:cNvSpPr/>
            <p:nvPr/>
          </p:nvSpPr>
          <p:spPr>
            <a:xfrm>
              <a:off x="1787966" y="3934930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4" h="8889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35"/>
                  </a:lnTo>
                  <a:lnTo>
                    <a:pt x="753" y="8073"/>
                  </a:lnTo>
                  <a:lnTo>
                    <a:pt x="1047" y="8376"/>
                  </a:lnTo>
                  <a:lnTo>
                    <a:pt x="1382" y="8533"/>
                  </a:lnTo>
                  <a:lnTo>
                    <a:pt x="3015" y="8533"/>
                  </a:lnTo>
                  <a:lnTo>
                    <a:pt x="4052" y="6460"/>
                  </a:lnTo>
                  <a:lnTo>
                    <a:pt x="4052" y="2513"/>
                  </a:lnTo>
                  <a:lnTo>
                    <a:pt x="3748" y="1256"/>
                  </a:lnTo>
                  <a:lnTo>
                    <a:pt x="3266" y="418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 descr=""/>
            <p:cNvSpPr/>
            <p:nvPr/>
          </p:nvSpPr>
          <p:spPr>
            <a:xfrm>
              <a:off x="1769071" y="3947999"/>
              <a:ext cx="19050" cy="37465"/>
            </a:xfrm>
            <a:custGeom>
              <a:avLst/>
              <a:gdLst/>
              <a:ahLst/>
              <a:cxnLst/>
              <a:rect l="l" t="t" r="r" b="b"/>
              <a:pathLst>
                <a:path w="19050" h="37464">
                  <a:moveTo>
                    <a:pt x="9591" y="0"/>
                  </a:moveTo>
                  <a:lnTo>
                    <a:pt x="4156" y="0"/>
                  </a:lnTo>
                  <a:lnTo>
                    <a:pt x="0" y="8355"/>
                  </a:lnTo>
                  <a:lnTo>
                    <a:pt x="0" y="18648"/>
                  </a:lnTo>
                  <a:lnTo>
                    <a:pt x="0" y="26177"/>
                  </a:lnTo>
                  <a:lnTo>
                    <a:pt x="2219" y="32669"/>
                  </a:lnTo>
                  <a:lnTo>
                    <a:pt x="6617" y="36679"/>
                  </a:lnTo>
                  <a:lnTo>
                    <a:pt x="7936" y="37276"/>
                  </a:lnTo>
                  <a:lnTo>
                    <a:pt x="14439" y="37276"/>
                  </a:lnTo>
                  <a:lnTo>
                    <a:pt x="18596" y="28941"/>
                  </a:lnTo>
                  <a:lnTo>
                    <a:pt x="18596" y="8952"/>
                  </a:lnTo>
                  <a:lnTo>
                    <a:pt x="14900" y="963"/>
                  </a:lnTo>
                  <a:lnTo>
                    <a:pt x="9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" name="object 417" descr=""/>
            <p:cNvSpPr/>
            <p:nvPr/>
          </p:nvSpPr>
          <p:spPr>
            <a:xfrm>
              <a:off x="1769071" y="3947999"/>
              <a:ext cx="15875" cy="36195"/>
            </a:xfrm>
            <a:custGeom>
              <a:avLst/>
              <a:gdLst/>
              <a:ahLst/>
              <a:cxnLst/>
              <a:rect l="l" t="t" r="r" b="b"/>
              <a:pathLst>
                <a:path w="15875" h="36195">
                  <a:moveTo>
                    <a:pt x="9308" y="0"/>
                  </a:moveTo>
                  <a:lnTo>
                    <a:pt x="4156" y="0"/>
                  </a:lnTo>
                  <a:lnTo>
                    <a:pt x="0" y="8355"/>
                  </a:lnTo>
                  <a:lnTo>
                    <a:pt x="0" y="18648"/>
                  </a:lnTo>
                  <a:lnTo>
                    <a:pt x="0" y="26177"/>
                  </a:lnTo>
                  <a:lnTo>
                    <a:pt x="2219" y="32669"/>
                  </a:lnTo>
                  <a:lnTo>
                    <a:pt x="5434" y="35601"/>
                  </a:lnTo>
                  <a:lnTo>
                    <a:pt x="6313" y="35684"/>
                  </a:lnTo>
                  <a:lnTo>
                    <a:pt x="11444" y="35684"/>
                  </a:lnTo>
                  <a:lnTo>
                    <a:pt x="15601" y="27329"/>
                  </a:lnTo>
                  <a:lnTo>
                    <a:pt x="15601" y="9528"/>
                  </a:lnTo>
                  <a:lnTo>
                    <a:pt x="13371" y="3026"/>
                  </a:lnTo>
                  <a:lnTo>
                    <a:pt x="10177" y="94"/>
                  </a:lnTo>
                  <a:lnTo>
                    <a:pt x="9308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" name="object 418" descr=""/>
            <p:cNvSpPr/>
            <p:nvPr/>
          </p:nvSpPr>
          <p:spPr>
            <a:xfrm>
              <a:off x="1707240" y="3916657"/>
              <a:ext cx="38735" cy="84455"/>
            </a:xfrm>
            <a:custGeom>
              <a:avLst/>
              <a:gdLst/>
              <a:ahLst/>
              <a:cxnLst/>
              <a:rect l="l" t="t" r="r" b="b"/>
              <a:pathLst>
                <a:path w="38735" h="84454">
                  <a:moveTo>
                    <a:pt x="19098" y="0"/>
                  </a:moveTo>
                  <a:lnTo>
                    <a:pt x="10866" y="3311"/>
                  </a:lnTo>
                  <a:lnTo>
                    <a:pt x="4884" y="12343"/>
                  </a:lnTo>
                  <a:lnTo>
                    <a:pt x="1234" y="25740"/>
                  </a:lnTo>
                  <a:lnTo>
                    <a:pt x="0" y="42145"/>
                  </a:lnTo>
                  <a:lnTo>
                    <a:pt x="1234" y="58550"/>
                  </a:lnTo>
                  <a:lnTo>
                    <a:pt x="4884" y="71946"/>
                  </a:lnTo>
                  <a:lnTo>
                    <a:pt x="10866" y="80978"/>
                  </a:lnTo>
                  <a:lnTo>
                    <a:pt x="19098" y="84290"/>
                  </a:lnTo>
                  <a:lnTo>
                    <a:pt x="27330" y="80978"/>
                  </a:lnTo>
                  <a:lnTo>
                    <a:pt x="33313" y="71946"/>
                  </a:lnTo>
                  <a:lnTo>
                    <a:pt x="36962" y="58550"/>
                  </a:lnTo>
                  <a:lnTo>
                    <a:pt x="38197" y="42145"/>
                  </a:lnTo>
                  <a:lnTo>
                    <a:pt x="36962" y="25740"/>
                  </a:lnTo>
                  <a:lnTo>
                    <a:pt x="33313" y="12343"/>
                  </a:lnTo>
                  <a:lnTo>
                    <a:pt x="27330" y="3311"/>
                  </a:lnTo>
                  <a:lnTo>
                    <a:pt x="19098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" name="object 419" descr=""/>
            <p:cNvSpPr/>
            <p:nvPr/>
          </p:nvSpPr>
          <p:spPr>
            <a:xfrm>
              <a:off x="1713552" y="3932678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45"/>
                  </a:lnTo>
                  <a:lnTo>
                    <a:pt x="1162" y="8826"/>
                  </a:lnTo>
                  <a:lnTo>
                    <a:pt x="1706" y="9298"/>
                  </a:lnTo>
                  <a:lnTo>
                    <a:pt x="3591" y="9298"/>
                  </a:lnTo>
                  <a:lnTo>
                    <a:pt x="4617" y="7224"/>
                  </a:lnTo>
                  <a:lnTo>
                    <a:pt x="4617" y="2774"/>
                  </a:lnTo>
                  <a:lnTo>
                    <a:pt x="4073" y="1151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" name="object 420" descr=""/>
            <p:cNvSpPr/>
            <p:nvPr/>
          </p:nvSpPr>
          <p:spPr>
            <a:xfrm>
              <a:off x="1713552" y="3932678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4" h="8889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45"/>
                  </a:lnTo>
                  <a:lnTo>
                    <a:pt x="753" y="8073"/>
                  </a:lnTo>
                  <a:lnTo>
                    <a:pt x="1047" y="8376"/>
                  </a:lnTo>
                  <a:lnTo>
                    <a:pt x="1382" y="8533"/>
                  </a:lnTo>
                  <a:lnTo>
                    <a:pt x="3015" y="8533"/>
                  </a:lnTo>
                  <a:lnTo>
                    <a:pt x="4052" y="6460"/>
                  </a:lnTo>
                  <a:lnTo>
                    <a:pt x="4052" y="2513"/>
                  </a:lnTo>
                  <a:lnTo>
                    <a:pt x="3748" y="1256"/>
                  </a:lnTo>
                  <a:lnTo>
                    <a:pt x="3266" y="418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" name="object 421" descr=""/>
            <p:cNvSpPr/>
            <p:nvPr/>
          </p:nvSpPr>
          <p:spPr>
            <a:xfrm>
              <a:off x="1723814" y="3920470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45"/>
                  </a:lnTo>
                  <a:lnTo>
                    <a:pt x="1162" y="8826"/>
                  </a:lnTo>
                  <a:lnTo>
                    <a:pt x="1706" y="9298"/>
                  </a:lnTo>
                  <a:lnTo>
                    <a:pt x="3591" y="9298"/>
                  </a:lnTo>
                  <a:lnTo>
                    <a:pt x="4617" y="7224"/>
                  </a:lnTo>
                  <a:lnTo>
                    <a:pt x="4617" y="2774"/>
                  </a:lnTo>
                  <a:lnTo>
                    <a:pt x="4073" y="1151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" name="object 422" descr=""/>
            <p:cNvSpPr/>
            <p:nvPr/>
          </p:nvSpPr>
          <p:spPr>
            <a:xfrm>
              <a:off x="1723814" y="3920470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4" h="8889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45"/>
                  </a:lnTo>
                  <a:lnTo>
                    <a:pt x="753" y="8073"/>
                  </a:lnTo>
                  <a:lnTo>
                    <a:pt x="1047" y="8376"/>
                  </a:lnTo>
                  <a:lnTo>
                    <a:pt x="1382" y="8533"/>
                  </a:lnTo>
                  <a:lnTo>
                    <a:pt x="3015" y="8533"/>
                  </a:lnTo>
                  <a:lnTo>
                    <a:pt x="4052" y="6460"/>
                  </a:lnTo>
                  <a:lnTo>
                    <a:pt x="4052" y="2513"/>
                  </a:lnTo>
                  <a:lnTo>
                    <a:pt x="3748" y="1256"/>
                  </a:lnTo>
                  <a:lnTo>
                    <a:pt x="3266" y="418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" name="object 423" descr=""/>
            <p:cNvSpPr/>
            <p:nvPr/>
          </p:nvSpPr>
          <p:spPr>
            <a:xfrm>
              <a:off x="1735218" y="3932023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45"/>
                  </a:lnTo>
                  <a:lnTo>
                    <a:pt x="1162" y="8826"/>
                  </a:lnTo>
                  <a:lnTo>
                    <a:pt x="1706" y="9298"/>
                  </a:lnTo>
                  <a:lnTo>
                    <a:pt x="3591" y="9298"/>
                  </a:lnTo>
                  <a:lnTo>
                    <a:pt x="4617" y="7224"/>
                  </a:lnTo>
                  <a:lnTo>
                    <a:pt x="4617" y="2774"/>
                  </a:lnTo>
                  <a:lnTo>
                    <a:pt x="4073" y="1151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" name="object 424" descr=""/>
            <p:cNvSpPr/>
            <p:nvPr/>
          </p:nvSpPr>
          <p:spPr>
            <a:xfrm>
              <a:off x="1735218" y="3932023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4" h="8889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45"/>
                  </a:lnTo>
                  <a:lnTo>
                    <a:pt x="753" y="8073"/>
                  </a:lnTo>
                  <a:lnTo>
                    <a:pt x="1047" y="8376"/>
                  </a:lnTo>
                  <a:lnTo>
                    <a:pt x="1382" y="8533"/>
                  </a:lnTo>
                  <a:lnTo>
                    <a:pt x="3015" y="8533"/>
                  </a:lnTo>
                  <a:lnTo>
                    <a:pt x="4052" y="6460"/>
                  </a:lnTo>
                  <a:lnTo>
                    <a:pt x="4052" y="2513"/>
                  </a:lnTo>
                  <a:lnTo>
                    <a:pt x="3748" y="1256"/>
                  </a:lnTo>
                  <a:lnTo>
                    <a:pt x="3266" y="418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" name="object 425" descr=""/>
            <p:cNvSpPr/>
            <p:nvPr/>
          </p:nvSpPr>
          <p:spPr>
            <a:xfrm>
              <a:off x="1716322" y="3945092"/>
              <a:ext cx="19050" cy="37465"/>
            </a:xfrm>
            <a:custGeom>
              <a:avLst/>
              <a:gdLst/>
              <a:ahLst/>
              <a:cxnLst/>
              <a:rect l="l" t="t" r="r" b="b"/>
              <a:pathLst>
                <a:path w="19050" h="37464">
                  <a:moveTo>
                    <a:pt x="9591" y="0"/>
                  </a:moveTo>
                  <a:lnTo>
                    <a:pt x="4156" y="0"/>
                  </a:lnTo>
                  <a:lnTo>
                    <a:pt x="0" y="8355"/>
                  </a:lnTo>
                  <a:lnTo>
                    <a:pt x="0" y="18648"/>
                  </a:lnTo>
                  <a:lnTo>
                    <a:pt x="0" y="26187"/>
                  </a:lnTo>
                  <a:lnTo>
                    <a:pt x="2219" y="32669"/>
                  </a:lnTo>
                  <a:lnTo>
                    <a:pt x="6617" y="36679"/>
                  </a:lnTo>
                  <a:lnTo>
                    <a:pt x="7936" y="37276"/>
                  </a:lnTo>
                  <a:lnTo>
                    <a:pt x="14439" y="37276"/>
                  </a:lnTo>
                  <a:lnTo>
                    <a:pt x="18596" y="28941"/>
                  </a:lnTo>
                  <a:lnTo>
                    <a:pt x="18596" y="8952"/>
                  </a:lnTo>
                  <a:lnTo>
                    <a:pt x="14900" y="963"/>
                  </a:lnTo>
                  <a:lnTo>
                    <a:pt x="9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" name="object 426" descr=""/>
            <p:cNvSpPr/>
            <p:nvPr/>
          </p:nvSpPr>
          <p:spPr>
            <a:xfrm>
              <a:off x="1716322" y="3945092"/>
              <a:ext cx="15875" cy="36195"/>
            </a:xfrm>
            <a:custGeom>
              <a:avLst/>
              <a:gdLst/>
              <a:ahLst/>
              <a:cxnLst/>
              <a:rect l="l" t="t" r="r" b="b"/>
              <a:pathLst>
                <a:path w="15875" h="36195">
                  <a:moveTo>
                    <a:pt x="9308" y="0"/>
                  </a:moveTo>
                  <a:lnTo>
                    <a:pt x="4156" y="0"/>
                  </a:lnTo>
                  <a:lnTo>
                    <a:pt x="0" y="8355"/>
                  </a:lnTo>
                  <a:lnTo>
                    <a:pt x="0" y="18648"/>
                  </a:lnTo>
                  <a:lnTo>
                    <a:pt x="0" y="26187"/>
                  </a:lnTo>
                  <a:lnTo>
                    <a:pt x="2219" y="32669"/>
                  </a:lnTo>
                  <a:lnTo>
                    <a:pt x="5444" y="35601"/>
                  </a:lnTo>
                  <a:lnTo>
                    <a:pt x="6313" y="35684"/>
                  </a:lnTo>
                  <a:lnTo>
                    <a:pt x="11444" y="35684"/>
                  </a:lnTo>
                  <a:lnTo>
                    <a:pt x="15601" y="27329"/>
                  </a:lnTo>
                  <a:lnTo>
                    <a:pt x="15601" y="9528"/>
                  </a:lnTo>
                  <a:lnTo>
                    <a:pt x="13371" y="3026"/>
                  </a:lnTo>
                  <a:lnTo>
                    <a:pt x="10177" y="94"/>
                  </a:lnTo>
                  <a:lnTo>
                    <a:pt x="9308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" name="object 427" descr=""/>
            <p:cNvSpPr/>
            <p:nvPr/>
          </p:nvSpPr>
          <p:spPr>
            <a:xfrm>
              <a:off x="1654492" y="3916657"/>
              <a:ext cx="38735" cy="84455"/>
            </a:xfrm>
            <a:custGeom>
              <a:avLst/>
              <a:gdLst/>
              <a:ahLst/>
              <a:cxnLst/>
              <a:rect l="l" t="t" r="r" b="b"/>
              <a:pathLst>
                <a:path w="38735" h="84454">
                  <a:moveTo>
                    <a:pt x="19098" y="0"/>
                  </a:moveTo>
                  <a:lnTo>
                    <a:pt x="10866" y="3311"/>
                  </a:lnTo>
                  <a:lnTo>
                    <a:pt x="4884" y="12343"/>
                  </a:lnTo>
                  <a:lnTo>
                    <a:pt x="1234" y="25740"/>
                  </a:lnTo>
                  <a:lnTo>
                    <a:pt x="0" y="42145"/>
                  </a:lnTo>
                  <a:lnTo>
                    <a:pt x="1234" y="58550"/>
                  </a:lnTo>
                  <a:lnTo>
                    <a:pt x="4884" y="71946"/>
                  </a:lnTo>
                  <a:lnTo>
                    <a:pt x="10866" y="80978"/>
                  </a:lnTo>
                  <a:lnTo>
                    <a:pt x="19098" y="84290"/>
                  </a:lnTo>
                  <a:lnTo>
                    <a:pt x="27330" y="80978"/>
                  </a:lnTo>
                  <a:lnTo>
                    <a:pt x="33313" y="71946"/>
                  </a:lnTo>
                  <a:lnTo>
                    <a:pt x="36962" y="58550"/>
                  </a:lnTo>
                  <a:lnTo>
                    <a:pt x="38197" y="42145"/>
                  </a:lnTo>
                  <a:lnTo>
                    <a:pt x="36962" y="25740"/>
                  </a:lnTo>
                  <a:lnTo>
                    <a:pt x="33313" y="12343"/>
                  </a:lnTo>
                  <a:lnTo>
                    <a:pt x="27330" y="3311"/>
                  </a:lnTo>
                  <a:lnTo>
                    <a:pt x="19098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" name="object 428" descr=""/>
            <p:cNvSpPr/>
            <p:nvPr/>
          </p:nvSpPr>
          <p:spPr>
            <a:xfrm>
              <a:off x="1660803" y="3932678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45"/>
                  </a:lnTo>
                  <a:lnTo>
                    <a:pt x="1162" y="8826"/>
                  </a:lnTo>
                  <a:lnTo>
                    <a:pt x="1706" y="9298"/>
                  </a:lnTo>
                  <a:lnTo>
                    <a:pt x="3591" y="9298"/>
                  </a:lnTo>
                  <a:lnTo>
                    <a:pt x="4617" y="7224"/>
                  </a:lnTo>
                  <a:lnTo>
                    <a:pt x="4617" y="2774"/>
                  </a:lnTo>
                  <a:lnTo>
                    <a:pt x="4073" y="1151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" name="object 429" descr=""/>
            <p:cNvSpPr/>
            <p:nvPr/>
          </p:nvSpPr>
          <p:spPr>
            <a:xfrm>
              <a:off x="1660803" y="3932678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4" h="8889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45"/>
                  </a:lnTo>
                  <a:lnTo>
                    <a:pt x="753" y="8073"/>
                  </a:lnTo>
                  <a:lnTo>
                    <a:pt x="1047" y="8376"/>
                  </a:lnTo>
                  <a:lnTo>
                    <a:pt x="1382" y="8533"/>
                  </a:lnTo>
                  <a:lnTo>
                    <a:pt x="3015" y="8533"/>
                  </a:lnTo>
                  <a:lnTo>
                    <a:pt x="4052" y="6460"/>
                  </a:lnTo>
                  <a:lnTo>
                    <a:pt x="4052" y="2513"/>
                  </a:lnTo>
                  <a:lnTo>
                    <a:pt x="3748" y="1256"/>
                  </a:lnTo>
                  <a:lnTo>
                    <a:pt x="3266" y="418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" name="object 430" descr=""/>
            <p:cNvSpPr/>
            <p:nvPr/>
          </p:nvSpPr>
          <p:spPr>
            <a:xfrm>
              <a:off x="1671067" y="3920470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45"/>
                  </a:lnTo>
                  <a:lnTo>
                    <a:pt x="1162" y="8826"/>
                  </a:lnTo>
                  <a:lnTo>
                    <a:pt x="1706" y="9298"/>
                  </a:lnTo>
                  <a:lnTo>
                    <a:pt x="3591" y="9298"/>
                  </a:lnTo>
                  <a:lnTo>
                    <a:pt x="4617" y="7224"/>
                  </a:lnTo>
                  <a:lnTo>
                    <a:pt x="4617" y="2774"/>
                  </a:lnTo>
                  <a:lnTo>
                    <a:pt x="4073" y="1151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" name="object 431" descr=""/>
            <p:cNvSpPr/>
            <p:nvPr/>
          </p:nvSpPr>
          <p:spPr>
            <a:xfrm>
              <a:off x="1671067" y="3920470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4" h="8889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45"/>
                  </a:lnTo>
                  <a:lnTo>
                    <a:pt x="753" y="8073"/>
                  </a:lnTo>
                  <a:lnTo>
                    <a:pt x="1047" y="8376"/>
                  </a:lnTo>
                  <a:lnTo>
                    <a:pt x="1382" y="8533"/>
                  </a:lnTo>
                  <a:lnTo>
                    <a:pt x="3015" y="8533"/>
                  </a:lnTo>
                  <a:lnTo>
                    <a:pt x="4052" y="6460"/>
                  </a:lnTo>
                  <a:lnTo>
                    <a:pt x="4052" y="2513"/>
                  </a:lnTo>
                  <a:lnTo>
                    <a:pt x="3748" y="1256"/>
                  </a:lnTo>
                  <a:lnTo>
                    <a:pt x="3266" y="418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" name="object 432" descr=""/>
            <p:cNvSpPr/>
            <p:nvPr/>
          </p:nvSpPr>
          <p:spPr>
            <a:xfrm>
              <a:off x="1682470" y="3932023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45"/>
                  </a:lnTo>
                  <a:lnTo>
                    <a:pt x="1162" y="8826"/>
                  </a:lnTo>
                  <a:lnTo>
                    <a:pt x="1706" y="9298"/>
                  </a:lnTo>
                  <a:lnTo>
                    <a:pt x="3591" y="9298"/>
                  </a:lnTo>
                  <a:lnTo>
                    <a:pt x="4617" y="7224"/>
                  </a:lnTo>
                  <a:lnTo>
                    <a:pt x="4617" y="2774"/>
                  </a:lnTo>
                  <a:lnTo>
                    <a:pt x="4073" y="1151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" name="object 433" descr=""/>
            <p:cNvSpPr/>
            <p:nvPr/>
          </p:nvSpPr>
          <p:spPr>
            <a:xfrm>
              <a:off x="1682470" y="3932023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4" h="8889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45"/>
                  </a:lnTo>
                  <a:lnTo>
                    <a:pt x="753" y="8073"/>
                  </a:lnTo>
                  <a:lnTo>
                    <a:pt x="1047" y="8376"/>
                  </a:lnTo>
                  <a:lnTo>
                    <a:pt x="1382" y="8533"/>
                  </a:lnTo>
                  <a:lnTo>
                    <a:pt x="3015" y="8533"/>
                  </a:lnTo>
                  <a:lnTo>
                    <a:pt x="4052" y="6460"/>
                  </a:lnTo>
                  <a:lnTo>
                    <a:pt x="4052" y="2513"/>
                  </a:lnTo>
                  <a:lnTo>
                    <a:pt x="3748" y="1256"/>
                  </a:lnTo>
                  <a:lnTo>
                    <a:pt x="3266" y="418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" name="object 434" descr=""/>
            <p:cNvSpPr/>
            <p:nvPr/>
          </p:nvSpPr>
          <p:spPr>
            <a:xfrm>
              <a:off x="1663574" y="3945092"/>
              <a:ext cx="19050" cy="37465"/>
            </a:xfrm>
            <a:custGeom>
              <a:avLst/>
              <a:gdLst/>
              <a:ahLst/>
              <a:cxnLst/>
              <a:rect l="l" t="t" r="r" b="b"/>
              <a:pathLst>
                <a:path w="19050" h="37464">
                  <a:moveTo>
                    <a:pt x="9591" y="0"/>
                  </a:moveTo>
                  <a:lnTo>
                    <a:pt x="4156" y="0"/>
                  </a:lnTo>
                  <a:lnTo>
                    <a:pt x="0" y="8355"/>
                  </a:lnTo>
                  <a:lnTo>
                    <a:pt x="0" y="18648"/>
                  </a:lnTo>
                  <a:lnTo>
                    <a:pt x="0" y="26187"/>
                  </a:lnTo>
                  <a:lnTo>
                    <a:pt x="2219" y="32669"/>
                  </a:lnTo>
                  <a:lnTo>
                    <a:pt x="6617" y="36679"/>
                  </a:lnTo>
                  <a:lnTo>
                    <a:pt x="7936" y="37276"/>
                  </a:lnTo>
                  <a:lnTo>
                    <a:pt x="14439" y="37276"/>
                  </a:lnTo>
                  <a:lnTo>
                    <a:pt x="18596" y="28941"/>
                  </a:lnTo>
                  <a:lnTo>
                    <a:pt x="18596" y="8952"/>
                  </a:lnTo>
                  <a:lnTo>
                    <a:pt x="14900" y="963"/>
                  </a:lnTo>
                  <a:lnTo>
                    <a:pt x="9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" name="object 435" descr=""/>
            <p:cNvSpPr/>
            <p:nvPr/>
          </p:nvSpPr>
          <p:spPr>
            <a:xfrm>
              <a:off x="1663574" y="3945092"/>
              <a:ext cx="15875" cy="36195"/>
            </a:xfrm>
            <a:custGeom>
              <a:avLst/>
              <a:gdLst/>
              <a:ahLst/>
              <a:cxnLst/>
              <a:rect l="l" t="t" r="r" b="b"/>
              <a:pathLst>
                <a:path w="15875" h="36195">
                  <a:moveTo>
                    <a:pt x="9308" y="0"/>
                  </a:moveTo>
                  <a:lnTo>
                    <a:pt x="4156" y="0"/>
                  </a:lnTo>
                  <a:lnTo>
                    <a:pt x="0" y="8355"/>
                  </a:lnTo>
                  <a:lnTo>
                    <a:pt x="0" y="18648"/>
                  </a:lnTo>
                  <a:lnTo>
                    <a:pt x="0" y="26187"/>
                  </a:lnTo>
                  <a:lnTo>
                    <a:pt x="2219" y="32669"/>
                  </a:lnTo>
                  <a:lnTo>
                    <a:pt x="5444" y="35601"/>
                  </a:lnTo>
                  <a:lnTo>
                    <a:pt x="6313" y="35684"/>
                  </a:lnTo>
                  <a:lnTo>
                    <a:pt x="11444" y="35684"/>
                  </a:lnTo>
                  <a:lnTo>
                    <a:pt x="15601" y="27329"/>
                  </a:lnTo>
                  <a:lnTo>
                    <a:pt x="15601" y="9528"/>
                  </a:lnTo>
                  <a:lnTo>
                    <a:pt x="13381" y="3026"/>
                  </a:lnTo>
                  <a:lnTo>
                    <a:pt x="10177" y="94"/>
                  </a:lnTo>
                  <a:lnTo>
                    <a:pt x="9308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" name="object 436" descr=""/>
            <p:cNvSpPr/>
            <p:nvPr/>
          </p:nvSpPr>
          <p:spPr>
            <a:xfrm>
              <a:off x="1601742" y="3916076"/>
              <a:ext cx="38735" cy="84455"/>
            </a:xfrm>
            <a:custGeom>
              <a:avLst/>
              <a:gdLst/>
              <a:ahLst/>
              <a:cxnLst/>
              <a:rect l="l" t="t" r="r" b="b"/>
              <a:pathLst>
                <a:path w="38735" h="84454">
                  <a:moveTo>
                    <a:pt x="19098" y="0"/>
                  </a:moveTo>
                  <a:lnTo>
                    <a:pt x="10866" y="3311"/>
                  </a:lnTo>
                  <a:lnTo>
                    <a:pt x="4884" y="12343"/>
                  </a:lnTo>
                  <a:lnTo>
                    <a:pt x="1234" y="25740"/>
                  </a:lnTo>
                  <a:lnTo>
                    <a:pt x="0" y="42145"/>
                  </a:lnTo>
                  <a:lnTo>
                    <a:pt x="1234" y="58550"/>
                  </a:lnTo>
                  <a:lnTo>
                    <a:pt x="4884" y="71946"/>
                  </a:lnTo>
                  <a:lnTo>
                    <a:pt x="10866" y="80978"/>
                  </a:lnTo>
                  <a:lnTo>
                    <a:pt x="19098" y="84290"/>
                  </a:lnTo>
                  <a:lnTo>
                    <a:pt x="27330" y="80978"/>
                  </a:lnTo>
                  <a:lnTo>
                    <a:pt x="33313" y="71946"/>
                  </a:lnTo>
                  <a:lnTo>
                    <a:pt x="36962" y="58550"/>
                  </a:lnTo>
                  <a:lnTo>
                    <a:pt x="38197" y="42145"/>
                  </a:lnTo>
                  <a:lnTo>
                    <a:pt x="36962" y="25740"/>
                  </a:lnTo>
                  <a:lnTo>
                    <a:pt x="33313" y="12343"/>
                  </a:lnTo>
                  <a:lnTo>
                    <a:pt x="27330" y="3311"/>
                  </a:lnTo>
                  <a:lnTo>
                    <a:pt x="19098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" name="object 437" descr=""/>
            <p:cNvSpPr/>
            <p:nvPr/>
          </p:nvSpPr>
          <p:spPr>
            <a:xfrm>
              <a:off x="1608054" y="3932096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45"/>
                  </a:lnTo>
                  <a:lnTo>
                    <a:pt x="1162" y="8826"/>
                  </a:lnTo>
                  <a:lnTo>
                    <a:pt x="1706" y="9298"/>
                  </a:lnTo>
                  <a:lnTo>
                    <a:pt x="3591" y="9298"/>
                  </a:lnTo>
                  <a:lnTo>
                    <a:pt x="4617" y="7224"/>
                  </a:lnTo>
                  <a:lnTo>
                    <a:pt x="4617" y="2774"/>
                  </a:lnTo>
                  <a:lnTo>
                    <a:pt x="4073" y="1151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" name="object 438" descr=""/>
            <p:cNvSpPr/>
            <p:nvPr/>
          </p:nvSpPr>
          <p:spPr>
            <a:xfrm>
              <a:off x="1608054" y="3932096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4" h="8889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45"/>
                  </a:lnTo>
                  <a:lnTo>
                    <a:pt x="753" y="8073"/>
                  </a:lnTo>
                  <a:lnTo>
                    <a:pt x="1047" y="8376"/>
                  </a:lnTo>
                  <a:lnTo>
                    <a:pt x="1382" y="8533"/>
                  </a:lnTo>
                  <a:lnTo>
                    <a:pt x="3015" y="8533"/>
                  </a:lnTo>
                  <a:lnTo>
                    <a:pt x="4052" y="6460"/>
                  </a:lnTo>
                  <a:lnTo>
                    <a:pt x="4052" y="2513"/>
                  </a:lnTo>
                  <a:lnTo>
                    <a:pt x="3748" y="1256"/>
                  </a:lnTo>
                  <a:lnTo>
                    <a:pt x="3266" y="418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" name="object 439" descr=""/>
            <p:cNvSpPr/>
            <p:nvPr/>
          </p:nvSpPr>
          <p:spPr>
            <a:xfrm>
              <a:off x="1618318" y="3919888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45"/>
                  </a:lnTo>
                  <a:lnTo>
                    <a:pt x="1162" y="8826"/>
                  </a:lnTo>
                  <a:lnTo>
                    <a:pt x="1706" y="9298"/>
                  </a:lnTo>
                  <a:lnTo>
                    <a:pt x="3591" y="9298"/>
                  </a:lnTo>
                  <a:lnTo>
                    <a:pt x="4617" y="7224"/>
                  </a:lnTo>
                  <a:lnTo>
                    <a:pt x="4617" y="2774"/>
                  </a:lnTo>
                  <a:lnTo>
                    <a:pt x="4073" y="1151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" name="object 440" descr=""/>
            <p:cNvSpPr/>
            <p:nvPr/>
          </p:nvSpPr>
          <p:spPr>
            <a:xfrm>
              <a:off x="1618318" y="3919888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4" h="8889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45"/>
                  </a:lnTo>
                  <a:lnTo>
                    <a:pt x="753" y="8073"/>
                  </a:lnTo>
                  <a:lnTo>
                    <a:pt x="1047" y="8376"/>
                  </a:lnTo>
                  <a:lnTo>
                    <a:pt x="1382" y="8533"/>
                  </a:lnTo>
                  <a:lnTo>
                    <a:pt x="3015" y="8533"/>
                  </a:lnTo>
                  <a:lnTo>
                    <a:pt x="4052" y="6460"/>
                  </a:lnTo>
                  <a:lnTo>
                    <a:pt x="4052" y="2513"/>
                  </a:lnTo>
                  <a:lnTo>
                    <a:pt x="3748" y="1256"/>
                  </a:lnTo>
                  <a:lnTo>
                    <a:pt x="3266" y="418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" name="object 441" descr=""/>
            <p:cNvSpPr/>
            <p:nvPr/>
          </p:nvSpPr>
          <p:spPr>
            <a:xfrm>
              <a:off x="1629722" y="3931442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45"/>
                  </a:lnTo>
                  <a:lnTo>
                    <a:pt x="1162" y="8826"/>
                  </a:lnTo>
                  <a:lnTo>
                    <a:pt x="1706" y="9298"/>
                  </a:lnTo>
                  <a:lnTo>
                    <a:pt x="3591" y="9298"/>
                  </a:lnTo>
                  <a:lnTo>
                    <a:pt x="4617" y="7224"/>
                  </a:lnTo>
                  <a:lnTo>
                    <a:pt x="4617" y="2774"/>
                  </a:lnTo>
                  <a:lnTo>
                    <a:pt x="4073" y="1151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" name="object 442" descr=""/>
            <p:cNvSpPr/>
            <p:nvPr/>
          </p:nvSpPr>
          <p:spPr>
            <a:xfrm>
              <a:off x="1629722" y="3931442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4" h="8889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45"/>
                  </a:lnTo>
                  <a:lnTo>
                    <a:pt x="753" y="8073"/>
                  </a:lnTo>
                  <a:lnTo>
                    <a:pt x="1047" y="8376"/>
                  </a:lnTo>
                  <a:lnTo>
                    <a:pt x="1382" y="8533"/>
                  </a:lnTo>
                  <a:lnTo>
                    <a:pt x="3015" y="8533"/>
                  </a:lnTo>
                  <a:lnTo>
                    <a:pt x="4052" y="6460"/>
                  </a:lnTo>
                  <a:lnTo>
                    <a:pt x="4052" y="2513"/>
                  </a:lnTo>
                  <a:lnTo>
                    <a:pt x="3748" y="1256"/>
                  </a:lnTo>
                  <a:lnTo>
                    <a:pt x="3266" y="418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" name="object 443" descr=""/>
            <p:cNvSpPr/>
            <p:nvPr/>
          </p:nvSpPr>
          <p:spPr>
            <a:xfrm>
              <a:off x="1610826" y="3944511"/>
              <a:ext cx="19050" cy="37465"/>
            </a:xfrm>
            <a:custGeom>
              <a:avLst/>
              <a:gdLst/>
              <a:ahLst/>
              <a:cxnLst/>
              <a:rect l="l" t="t" r="r" b="b"/>
              <a:pathLst>
                <a:path w="19050" h="37464">
                  <a:moveTo>
                    <a:pt x="9591" y="0"/>
                  </a:moveTo>
                  <a:lnTo>
                    <a:pt x="4156" y="0"/>
                  </a:lnTo>
                  <a:lnTo>
                    <a:pt x="0" y="8355"/>
                  </a:lnTo>
                  <a:lnTo>
                    <a:pt x="0" y="18648"/>
                  </a:lnTo>
                  <a:lnTo>
                    <a:pt x="0" y="26187"/>
                  </a:lnTo>
                  <a:lnTo>
                    <a:pt x="2219" y="32669"/>
                  </a:lnTo>
                  <a:lnTo>
                    <a:pt x="6617" y="36679"/>
                  </a:lnTo>
                  <a:lnTo>
                    <a:pt x="7936" y="37276"/>
                  </a:lnTo>
                  <a:lnTo>
                    <a:pt x="14439" y="37276"/>
                  </a:lnTo>
                  <a:lnTo>
                    <a:pt x="18596" y="28941"/>
                  </a:lnTo>
                  <a:lnTo>
                    <a:pt x="18596" y="8952"/>
                  </a:lnTo>
                  <a:lnTo>
                    <a:pt x="14900" y="963"/>
                  </a:lnTo>
                  <a:lnTo>
                    <a:pt x="9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" name="object 444" descr=""/>
            <p:cNvSpPr/>
            <p:nvPr/>
          </p:nvSpPr>
          <p:spPr>
            <a:xfrm>
              <a:off x="1610826" y="3944511"/>
              <a:ext cx="15875" cy="36195"/>
            </a:xfrm>
            <a:custGeom>
              <a:avLst/>
              <a:gdLst/>
              <a:ahLst/>
              <a:cxnLst/>
              <a:rect l="l" t="t" r="r" b="b"/>
              <a:pathLst>
                <a:path w="15875" h="36195">
                  <a:moveTo>
                    <a:pt x="9308" y="0"/>
                  </a:moveTo>
                  <a:lnTo>
                    <a:pt x="4156" y="0"/>
                  </a:lnTo>
                  <a:lnTo>
                    <a:pt x="0" y="8355"/>
                  </a:lnTo>
                  <a:lnTo>
                    <a:pt x="0" y="18648"/>
                  </a:lnTo>
                  <a:lnTo>
                    <a:pt x="0" y="26187"/>
                  </a:lnTo>
                  <a:lnTo>
                    <a:pt x="2219" y="32669"/>
                  </a:lnTo>
                  <a:lnTo>
                    <a:pt x="5434" y="35601"/>
                  </a:lnTo>
                  <a:lnTo>
                    <a:pt x="6313" y="35684"/>
                  </a:lnTo>
                  <a:lnTo>
                    <a:pt x="11444" y="35684"/>
                  </a:lnTo>
                  <a:lnTo>
                    <a:pt x="15601" y="27329"/>
                  </a:lnTo>
                  <a:lnTo>
                    <a:pt x="15601" y="9528"/>
                  </a:lnTo>
                  <a:lnTo>
                    <a:pt x="13381" y="3026"/>
                  </a:lnTo>
                  <a:lnTo>
                    <a:pt x="10177" y="94"/>
                  </a:lnTo>
                  <a:lnTo>
                    <a:pt x="9308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" name="object 445" descr=""/>
            <p:cNvSpPr/>
            <p:nvPr/>
          </p:nvSpPr>
          <p:spPr>
            <a:xfrm>
              <a:off x="1548995" y="3916076"/>
              <a:ext cx="38735" cy="84455"/>
            </a:xfrm>
            <a:custGeom>
              <a:avLst/>
              <a:gdLst/>
              <a:ahLst/>
              <a:cxnLst/>
              <a:rect l="l" t="t" r="r" b="b"/>
              <a:pathLst>
                <a:path w="38734" h="84454">
                  <a:moveTo>
                    <a:pt x="19098" y="0"/>
                  </a:moveTo>
                  <a:lnTo>
                    <a:pt x="10866" y="3311"/>
                  </a:lnTo>
                  <a:lnTo>
                    <a:pt x="4884" y="12343"/>
                  </a:lnTo>
                  <a:lnTo>
                    <a:pt x="1234" y="25740"/>
                  </a:lnTo>
                  <a:lnTo>
                    <a:pt x="0" y="42145"/>
                  </a:lnTo>
                  <a:lnTo>
                    <a:pt x="1234" y="58550"/>
                  </a:lnTo>
                  <a:lnTo>
                    <a:pt x="4884" y="71946"/>
                  </a:lnTo>
                  <a:lnTo>
                    <a:pt x="10866" y="80978"/>
                  </a:lnTo>
                  <a:lnTo>
                    <a:pt x="19098" y="84290"/>
                  </a:lnTo>
                  <a:lnTo>
                    <a:pt x="27330" y="80978"/>
                  </a:lnTo>
                  <a:lnTo>
                    <a:pt x="33313" y="71946"/>
                  </a:lnTo>
                  <a:lnTo>
                    <a:pt x="36962" y="58550"/>
                  </a:lnTo>
                  <a:lnTo>
                    <a:pt x="38197" y="42145"/>
                  </a:lnTo>
                  <a:lnTo>
                    <a:pt x="36962" y="25740"/>
                  </a:lnTo>
                  <a:lnTo>
                    <a:pt x="33313" y="12343"/>
                  </a:lnTo>
                  <a:lnTo>
                    <a:pt x="27330" y="3311"/>
                  </a:lnTo>
                  <a:lnTo>
                    <a:pt x="19098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" name="object 446" descr=""/>
            <p:cNvSpPr/>
            <p:nvPr/>
          </p:nvSpPr>
          <p:spPr>
            <a:xfrm>
              <a:off x="1555306" y="3932096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45"/>
                  </a:lnTo>
                  <a:lnTo>
                    <a:pt x="1162" y="8826"/>
                  </a:lnTo>
                  <a:lnTo>
                    <a:pt x="1706" y="9298"/>
                  </a:lnTo>
                  <a:lnTo>
                    <a:pt x="3591" y="9298"/>
                  </a:lnTo>
                  <a:lnTo>
                    <a:pt x="4617" y="7224"/>
                  </a:lnTo>
                  <a:lnTo>
                    <a:pt x="4617" y="2774"/>
                  </a:lnTo>
                  <a:lnTo>
                    <a:pt x="4073" y="1151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" name="object 447" descr=""/>
            <p:cNvSpPr/>
            <p:nvPr/>
          </p:nvSpPr>
          <p:spPr>
            <a:xfrm>
              <a:off x="1555306" y="3932096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4" h="8889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45"/>
                  </a:lnTo>
                  <a:lnTo>
                    <a:pt x="753" y="8073"/>
                  </a:lnTo>
                  <a:lnTo>
                    <a:pt x="1047" y="8376"/>
                  </a:lnTo>
                  <a:lnTo>
                    <a:pt x="1382" y="8533"/>
                  </a:lnTo>
                  <a:lnTo>
                    <a:pt x="3015" y="8533"/>
                  </a:lnTo>
                  <a:lnTo>
                    <a:pt x="4052" y="6460"/>
                  </a:lnTo>
                  <a:lnTo>
                    <a:pt x="4052" y="2513"/>
                  </a:lnTo>
                  <a:lnTo>
                    <a:pt x="3748" y="1256"/>
                  </a:lnTo>
                  <a:lnTo>
                    <a:pt x="3266" y="418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" name="object 448" descr=""/>
            <p:cNvSpPr/>
            <p:nvPr/>
          </p:nvSpPr>
          <p:spPr>
            <a:xfrm>
              <a:off x="1565570" y="3919888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45"/>
                  </a:lnTo>
                  <a:lnTo>
                    <a:pt x="1162" y="8826"/>
                  </a:lnTo>
                  <a:lnTo>
                    <a:pt x="1706" y="9298"/>
                  </a:lnTo>
                  <a:lnTo>
                    <a:pt x="3591" y="9298"/>
                  </a:lnTo>
                  <a:lnTo>
                    <a:pt x="4617" y="7224"/>
                  </a:lnTo>
                  <a:lnTo>
                    <a:pt x="4617" y="2774"/>
                  </a:lnTo>
                  <a:lnTo>
                    <a:pt x="4073" y="1151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" name="object 449" descr=""/>
            <p:cNvSpPr/>
            <p:nvPr/>
          </p:nvSpPr>
          <p:spPr>
            <a:xfrm>
              <a:off x="1565570" y="3919888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4" h="8889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45"/>
                  </a:lnTo>
                  <a:lnTo>
                    <a:pt x="753" y="8073"/>
                  </a:lnTo>
                  <a:lnTo>
                    <a:pt x="1047" y="8376"/>
                  </a:lnTo>
                  <a:lnTo>
                    <a:pt x="1382" y="8533"/>
                  </a:lnTo>
                  <a:lnTo>
                    <a:pt x="3015" y="8533"/>
                  </a:lnTo>
                  <a:lnTo>
                    <a:pt x="4052" y="6460"/>
                  </a:lnTo>
                  <a:lnTo>
                    <a:pt x="4052" y="2513"/>
                  </a:lnTo>
                  <a:lnTo>
                    <a:pt x="3748" y="1256"/>
                  </a:lnTo>
                  <a:lnTo>
                    <a:pt x="3266" y="418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" name="object 450" descr=""/>
            <p:cNvSpPr/>
            <p:nvPr/>
          </p:nvSpPr>
          <p:spPr>
            <a:xfrm>
              <a:off x="1576972" y="3931442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45"/>
                  </a:lnTo>
                  <a:lnTo>
                    <a:pt x="1162" y="8826"/>
                  </a:lnTo>
                  <a:lnTo>
                    <a:pt x="1706" y="9298"/>
                  </a:lnTo>
                  <a:lnTo>
                    <a:pt x="3591" y="9298"/>
                  </a:lnTo>
                  <a:lnTo>
                    <a:pt x="4617" y="7224"/>
                  </a:lnTo>
                  <a:lnTo>
                    <a:pt x="4617" y="2774"/>
                  </a:lnTo>
                  <a:lnTo>
                    <a:pt x="4073" y="1151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" name="object 451" descr=""/>
            <p:cNvSpPr/>
            <p:nvPr/>
          </p:nvSpPr>
          <p:spPr>
            <a:xfrm>
              <a:off x="1576972" y="3931442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4" h="8889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45"/>
                  </a:lnTo>
                  <a:lnTo>
                    <a:pt x="753" y="8073"/>
                  </a:lnTo>
                  <a:lnTo>
                    <a:pt x="1047" y="8376"/>
                  </a:lnTo>
                  <a:lnTo>
                    <a:pt x="1382" y="8533"/>
                  </a:lnTo>
                  <a:lnTo>
                    <a:pt x="3015" y="8533"/>
                  </a:lnTo>
                  <a:lnTo>
                    <a:pt x="4052" y="6460"/>
                  </a:lnTo>
                  <a:lnTo>
                    <a:pt x="4052" y="2513"/>
                  </a:lnTo>
                  <a:lnTo>
                    <a:pt x="3748" y="1256"/>
                  </a:lnTo>
                  <a:lnTo>
                    <a:pt x="3266" y="418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" name="object 452" descr=""/>
            <p:cNvSpPr/>
            <p:nvPr/>
          </p:nvSpPr>
          <p:spPr>
            <a:xfrm>
              <a:off x="1558077" y="3944511"/>
              <a:ext cx="19050" cy="37465"/>
            </a:xfrm>
            <a:custGeom>
              <a:avLst/>
              <a:gdLst/>
              <a:ahLst/>
              <a:cxnLst/>
              <a:rect l="l" t="t" r="r" b="b"/>
              <a:pathLst>
                <a:path w="19050" h="37464">
                  <a:moveTo>
                    <a:pt x="9591" y="0"/>
                  </a:moveTo>
                  <a:lnTo>
                    <a:pt x="4156" y="0"/>
                  </a:lnTo>
                  <a:lnTo>
                    <a:pt x="0" y="8355"/>
                  </a:lnTo>
                  <a:lnTo>
                    <a:pt x="0" y="18648"/>
                  </a:lnTo>
                  <a:lnTo>
                    <a:pt x="0" y="26187"/>
                  </a:lnTo>
                  <a:lnTo>
                    <a:pt x="2219" y="32669"/>
                  </a:lnTo>
                  <a:lnTo>
                    <a:pt x="6617" y="36679"/>
                  </a:lnTo>
                  <a:lnTo>
                    <a:pt x="7936" y="37276"/>
                  </a:lnTo>
                  <a:lnTo>
                    <a:pt x="14439" y="37276"/>
                  </a:lnTo>
                  <a:lnTo>
                    <a:pt x="18596" y="28941"/>
                  </a:lnTo>
                  <a:lnTo>
                    <a:pt x="18596" y="8952"/>
                  </a:lnTo>
                  <a:lnTo>
                    <a:pt x="14900" y="963"/>
                  </a:lnTo>
                  <a:lnTo>
                    <a:pt x="9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" name="object 453" descr=""/>
            <p:cNvSpPr/>
            <p:nvPr/>
          </p:nvSpPr>
          <p:spPr>
            <a:xfrm>
              <a:off x="1558077" y="3944511"/>
              <a:ext cx="15875" cy="36195"/>
            </a:xfrm>
            <a:custGeom>
              <a:avLst/>
              <a:gdLst/>
              <a:ahLst/>
              <a:cxnLst/>
              <a:rect l="l" t="t" r="r" b="b"/>
              <a:pathLst>
                <a:path w="15875" h="36195">
                  <a:moveTo>
                    <a:pt x="9308" y="0"/>
                  </a:moveTo>
                  <a:lnTo>
                    <a:pt x="4156" y="0"/>
                  </a:lnTo>
                  <a:lnTo>
                    <a:pt x="0" y="8355"/>
                  </a:lnTo>
                  <a:lnTo>
                    <a:pt x="0" y="18648"/>
                  </a:lnTo>
                  <a:lnTo>
                    <a:pt x="0" y="26187"/>
                  </a:lnTo>
                  <a:lnTo>
                    <a:pt x="2219" y="32669"/>
                  </a:lnTo>
                  <a:lnTo>
                    <a:pt x="5444" y="35601"/>
                  </a:lnTo>
                  <a:lnTo>
                    <a:pt x="6313" y="35684"/>
                  </a:lnTo>
                  <a:lnTo>
                    <a:pt x="11444" y="35684"/>
                  </a:lnTo>
                  <a:lnTo>
                    <a:pt x="15601" y="27329"/>
                  </a:lnTo>
                  <a:lnTo>
                    <a:pt x="15601" y="9528"/>
                  </a:lnTo>
                  <a:lnTo>
                    <a:pt x="13381" y="3026"/>
                  </a:lnTo>
                  <a:lnTo>
                    <a:pt x="10177" y="94"/>
                  </a:lnTo>
                  <a:lnTo>
                    <a:pt x="9308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" name="object 454" descr=""/>
            <p:cNvSpPr/>
            <p:nvPr/>
          </p:nvSpPr>
          <p:spPr>
            <a:xfrm>
              <a:off x="1496246" y="3914913"/>
              <a:ext cx="38735" cy="84455"/>
            </a:xfrm>
            <a:custGeom>
              <a:avLst/>
              <a:gdLst/>
              <a:ahLst/>
              <a:cxnLst/>
              <a:rect l="l" t="t" r="r" b="b"/>
              <a:pathLst>
                <a:path w="38734" h="84454">
                  <a:moveTo>
                    <a:pt x="19098" y="0"/>
                  </a:moveTo>
                  <a:lnTo>
                    <a:pt x="10866" y="3311"/>
                  </a:lnTo>
                  <a:lnTo>
                    <a:pt x="4884" y="12343"/>
                  </a:lnTo>
                  <a:lnTo>
                    <a:pt x="1234" y="25740"/>
                  </a:lnTo>
                  <a:lnTo>
                    <a:pt x="0" y="42145"/>
                  </a:lnTo>
                  <a:lnTo>
                    <a:pt x="1234" y="58550"/>
                  </a:lnTo>
                  <a:lnTo>
                    <a:pt x="4884" y="71946"/>
                  </a:lnTo>
                  <a:lnTo>
                    <a:pt x="10866" y="80978"/>
                  </a:lnTo>
                  <a:lnTo>
                    <a:pt x="19098" y="84290"/>
                  </a:lnTo>
                  <a:lnTo>
                    <a:pt x="27330" y="80978"/>
                  </a:lnTo>
                  <a:lnTo>
                    <a:pt x="33313" y="71946"/>
                  </a:lnTo>
                  <a:lnTo>
                    <a:pt x="36962" y="58550"/>
                  </a:lnTo>
                  <a:lnTo>
                    <a:pt x="38197" y="42145"/>
                  </a:lnTo>
                  <a:lnTo>
                    <a:pt x="36962" y="25740"/>
                  </a:lnTo>
                  <a:lnTo>
                    <a:pt x="33313" y="12343"/>
                  </a:lnTo>
                  <a:lnTo>
                    <a:pt x="27330" y="3311"/>
                  </a:lnTo>
                  <a:lnTo>
                    <a:pt x="19098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" name="object 455" descr=""/>
            <p:cNvSpPr/>
            <p:nvPr/>
          </p:nvSpPr>
          <p:spPr>
            <a:xfrm>
              <a:off x="1502558" y="3930933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45"/>
                  </a:lnTo>
                  <a:lnTo>
                    <a:pt x="1162" y="8826"/>
                  </a:lnTo>
                  <a:lnTo>
                    <a:pt x="1706" y="9298"/>
                  </a:lnTo>
                  <a:lnTo>
                    <a:pt x="3591" y="9298"/>
                  </a:lnTo>
                  <a:lnTo>
                    <a:pt x="4617" y="7224"/>
                  </a:lnTo>
                  <a:lnTo>
                    <a:pt x="4617" y="2774"/>
                  </a:lnTo>
                  <a:lnTo>
                    <a:pt x="4073" y="1151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" name="object 456" descr=""/>
            <p:cNvSpPr/>
            <p:nvPr/>
          </p:nvSpPr>
          <p:spPr>
            <a:xfrm>
              <a:off x="1502558" y="3930933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4" h="8889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45"/>
                  </a:lnTo>
                  <a:lnTo>
                    <a:pt x="753" y="8073"/>
                  </a:lnTo>
                  <a:lnTo>
                    <a:pt x="1047" y="8376"/>
                  </a:lnTo>
                  <a:lnTo>
                    <a:pt x="1382" y="8533"/>
                  </a:lnTo>
                  <a:lnTo>
                    <a:pt x="3015" y="8533"/>
                  </a:lnTo>
                  <a:lnTo>
                    <a:pt x="4052" y="6460"/>
                  </a:lnTo>
                  <a:lnTo>
                    <a:pt x="4052" y="2513"/>
                  </a:lnTo>
                  <a:lnTo>
                    <a:pt x="3748" y="1256"/>
                  </a:lnTo>
                  <a:lnTo>
                    <a:pt x="3266" y="418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" name="object 457" descr=""/>
            <p:cNvSpPr/>
            <p:nvPr/>
          </p:nvSpPr>
          <p:spPr>
            <a:xfrm>
              <a:off x="1512822" y="3918725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45"/>
                  </a:lnTo>
                  <a:lnTo>
                    <a:pt x="1162" y="8826"/>
                  </a:lnTo>
                  <a:lnTo>
                    <a:pt x="1706" y="9298"/>
                  </a:lnTo>
                  <a:lnTo>
                    <a:pt x="3591" y="9298"/>
                  </a:lnTo>
                  <a:lnTo>
                    <a:pt x="4617" y="7224"/>
                  </a:lnTo>
                  <a:lnTo>
                    <a:pt x="4617" y="2774"/>
                  </a:lnTo>
                  <a:lnTo>
                    <a:pt x="4073" y="1151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" name="object 458" descr=""/>
            <p:cNvSpPr/>
            <p:nvPr/>
          </p:nvSpPr>
          <p:spPr>
            <a:xfrm>
              <a:off x="1512822" y="3918725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4" h="8889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45"/>
                  </a:lnTo>
                  <a:lnTo>
                    <a:pt x="753" y="8073"/>
                  </a:lnTo>
                  <a:lnTo>
                    <a:pt x="1047" y="8376"/>
                  </a:lnTo>
                  <a:lnTo>
                    <a:pt x="1382" y="8533"/>
                  </a:lnTo>
                  <a:lnTo>
                    <a:pt x="3015" y="8533"/>
                  </a:lnTo>
                  <a:lnTo>
                    <a:pt x="4052" y="6460"/>
                  </a:lnTo>
                  <a:lnTo>
                    <a:pt x="4052" y="2513"/>
                  </a:lnTo>
                  <a:lnTo>
                    <a:pt x="3748" y="1256"/>
                  </a:lnTo>
                  <a:lnTo>
                    <a:pt x="3266" y="418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" name="object 459" descr=""/>
            <p:cNvSpPr/>
            <p:nvPr/>
          </p:nvSpPr>
          <p:spPr>
            <a:xfrm>
              <a:off x="1524224" y="3930280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45"/>
                  </a:lnTo>
                  <a:lnTo>
                    <a:pt x="1162" y="8826"/>
                  </a:lnTo>
                  <a:lnTo>
                    <a:pt x="1706" y="9298"/>
                  </a:lnTo>
                  <a:lnTo>
                    <a:pt x="3591" y="9298"/>
                  </a:lnTo>
                  <a:lnTo>
                    <a:pt x="4617" y="7224"/>
                  </a:lnTo>
                  <a:lnTo>
                    <a:pt x="4617" y="2774"/>
                  </a:lnTo>
                  <a:lnTo>
                    <a:pt x="4073" y="1151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" name="object 460" descr=""/>
            <p:cNvSpPr/>
            <p:nvPr/>
          </p:nvSpPr>
          <p:spPr>
            <a:xfrm>
              <a:off x="1524224" y="3930280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4" h="8889">
                  <a:moveTo>
                    <a:pt x="2649" y="0"/>
                  </a:moveTo>
                  <a:lnTo>
                    <a:pt x="1026" y="0"/>
                  </a:lnTo>
                  <a:lnTo>
                    <a:pt x="0" y="2094"/>
                  </a:lnTo>
                  <a:lnTo>
                    <a:pt x="0" y="4659"/>
                  </a:lnTo>
                  <a:lnTo>
                    <a:pt x="0" y="6020"/>
                  </a:lnTo>
                  <a:lnTo>
                    <a:pt x="293" y="7245"/>
                  </a:lnTo>
                  <a:lnTo>
                    <a:pt x="753" y="8073"/>
                  </a:lnTo>
                  <a:lnTo>
                    <a:pt x="1047" y="8376"/>
                  </a:lnTo>
                  <a:lnTo>
                    <a:pt x="1382" y="8533"/>
                  </a:lnTo>
                  <a:lnTo>
                    <a:pt x="3015" y="8533"/>
                  </a:lnTo>
                  <a:lnTo>
                    <a:pt x="4052" y="6460"/>
                  </a:lnTo>
                  <a:lnTo>
                    <a:pt x="4052" y="2513"/>
                  </a:lnTo>
                  <a:lnTo>
                    <a:pt x="3748" y="1256"/>
                  </a:lnTo>
                  <a:lnTo>
                    <a:pt x="3266" y="418"/>
                  </a:lnTo>
                  <a:lnTo>
                    <a:pt x="2973" y="157"/>
                  </a:lnTo>
                  <a:lnTo>
                    <a:pt x="2649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" name="object 461" descr=""/>
            <p:cNvSpPr/>
            <p:nvPr/>
          </p:nvSpPr>
          <p:spPr>
            <a:xfrm>
              <a:off x="1505330" y="3943349"/>
              <a:ext cx="19050" cy="37465"/>
            </a:xfrm>
            <a:custGeom>
              <a:avLst/>
              <a:gdLst/>
              <a:ahLst/>
              <a:cxnLst/>
              <a:rect l="l" t="t" r="r" b="b"/>
              <a:pathLst>
                <a:path w="19050" h="37464">
                  <a:moveTo>
                    <a:pt x="9591" y="0"/>
                  </a:moveTo>
                  <a:lnTo>
                    <a:pt x="4156" y="0"/>
                  </a:lnTo>
                  <a:lnTo>
                    <a:pt x="0" y="8355"/>
                  </a:lnTo>
                  <a:lnTo>
                    <a:pt x="0" y="18648"/>
                  </a:lnTo>
                  <a:lnTo>
                    <a:pt x="0" y="26187"/>
                  </a:lnTo>
                  <a:lnTo>
                    <a:pt x="2219" y="32669"/>
                  </a:lnTo>
                  <a:lnTo>
                    <a:pt x="6617" y="36679"/>
                  </a:lnTo>
                  <a:lnTo>
                    <a:pt x="7936" y="37276"/>
                  </a:lnTo>
                  <a:lnTo>
                    <a:pt x="14439" y="37276"/>
                  </a:lnTo>
                  <a:lnTo>
                    <a:pt x="18596" y="28941"/>
                  </a:lnTo>
                  <a:lnTo>
                    <a:pt x="18596" y="8952"/>
                  </a:lnTo>
                  <a:lnTo>
                    <a:pt x="14900" y="963"/>
                  </a:lnTo>
                  <a:lnTo>
                    <a:pt x="9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" name="object 462" descr=""/>
            <p:cNvSpPr/>
            <p:nvPr/>
          </p:nvSpPr>
          <p:spPr>
            <a:xfrm>
              <a:off x="1505330" y="3943349"/>
              <a:ext cx="15875" cy="36195"/>
            </a:xfrm>
            <a:custGeom>
              <a:avLst/>
              <a:gdLst/>
              <a:ahLst/>
              <a:cxnLst/>
              <a:rect l="l" t="t" r="r" b="b"/>
              <a:pathLst>
                <a:path w="15875" h="36195">
                  <a:moveTo>
                    <a:pt x="9308" y="0"/>
                  </a:moveTo>
                  <a:lnTo>
                    <a:pt x="4156" y="0"/>
                  </a:lnTo>
                  <a:lnTo>
                    <a:pt x="0" y="8355"/>
                  </a:lnTo>
                  <a:lnTo>
                    <a:pt x="0" y="18648"/>
                  </a:lnTo>
                  <a:lnTo>
                    <a:pt x="0" y="26187"/>
                  </a:lnTo>
                  <a:lnTo>
                    <a:pt x="2219" y="32669"/>
                  </a:lnTo>
                  <a:lnTo>
                    <a:pt x="5434" y="35601"/>
                  </a:lnTo>
                  <a:lnTo>
                    <a:pt x="6313" y="35684"/>
                  </a:lnTo>
                  <a:lnTo>
                    <a:pt x="11444" y="35684"/>
                  </a:lnTo>
                  <a:lnTo>
                    <a:pt x="15601" y="27329"/>
                  </a:lnTo>
                  <a:lnTo>
                    <a:pt x="15601" y="9528"/>
                  </a:lnTo>
                  <a:lnTo>
                    <a:pt x="13371" y="3026"/>
                  </a:lnTo>
                  <a:lnTo>
                    <a:pt x="10177" y="94"/>
                  </a:lnTo>
                  <a:lnTo>
                    <a:pt x="9308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" name="object 463" descr=""/>
            <p:cNvSpPr/>
            <p:nvPr/>
          </p:nvSpPr>
          <p:spPr>
            <a:xfrm>
              <a:off x="1487001" y="3977648"/>
              <a:ext cx="694055" cy="34290"/>
            </a:xfrm>
            <a:custGeom>
              <a:avLst/>
              <a:gdLst/>
              <a:ahLst/>
              <a:cxnLst/>
              <a:rect l="l" t="t" r="r" b="b"/>
              <a:pathLst>
                <a:path w="694055" h="34289">
                  <a:moveTo>
                    <a:pt x="693874" y="0"/>
                  </a:moveTo>
                  <a:lnTo>
                    <a:pt x="0" y="0"/>
                  </a:lnTo>
                  <a:lnTo>
                    <a:pt x="0" y="34208"/>
                  </a:lnTo>
                  <a:lnTo>
                    <a:pt x="693874" y="34208"/>
                  </a:lnTo>
                  <a:lnTo>
                    <a:pt x="693874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" name="object 464" descr=""/>
            <p:cNvSpPr/>
            <p:nvPr/>
          </p:nvSpPr>
          <p:spPr>
            <a:xfrm>
              <a:off x="1471944" y="4008181"/>
              <a:ext cx="720090" cy="34290"/>
            </a:xfrm>
            <a:custGeom>
              <a:avLst/>
              <a:gdLst/>
              <a:ahLst/>
              <a:cxnLst/>
              <a:rect l="l" t="t" r="r" b="b"/>
              <a:pathLst>
                <a:path w="720089" h="34289">
                  <a:moveTo>
                    <a:pt x="719925" y="0"/>
                  </a:moveTo>
                  <a:lnTo>
                    <a:pt x="0" y="0"/>
                  </a:lnTo>
                  <a:lnTo>
                    <a:pt x="0" y="34208"/>
                  </a:lnTo>
                  <a:lnTo>
                    <a:pt x="719925" y="34208"/>
                  </a:lnTo>
                  <a:lnTo>
                    <a:pt x="719925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65" name="object 465" descr=""/>
          <p:cNvGrpSpPr/>
          <p:nvPr/>
        </p:nvGrpSpPr>
        <p:grpSpPr>
          <a:xfrm>
            <a:off x="651833" y="3810700"/>
            <a:ext cx="1818005" cy="1015365"/>
            <a:chOff x="651833" y="3810700"/>
            <a:chExt cx="1818005" cy="1015365"/>
          </a:xfrm>
        </p:grpSpPr>
        <p:sp>
          <p:nvSpPr>
            <p:cNvPr id="466" name="object 466" descr=""/>
            <p:cNvSpPr/>
            <p:nvPr/>
          </p:nvSpPr>
          <p:spPr>
            <a:xfrm>
              <a:off x="2416046" y="4157589"/>
              <a:ext cx="53975" cy="118110"/>
            </a:xfrm>
            <a:custGeom>
              <a:avLst/>
              <a:gdLst/>
              <a:ahLst/>
              <a:cxnLst/>
              <a:rect l="l" t="t" r="r" b="b"/>
              <a:pathLst>
                <a:path w="53975" h="118110">
                  <a:moveTo>
                    <a:pt x="26753" y="0"/>
                  </a:moveTo>
                  <a:lnTo>
                    <a:pt x="15222" y="4640"/>
                  </a:lnTo>
                  <a:lnTo>
                    <a:pt x="6842" y="17295"/>
                  </a:lnTo>
                  <a:lnTo>
                    <a:pt x="1729" y="36063"/>
                  </a:lnTo>
                  <a:lnTo>
                    <a:pt x="0" y="59045"/>
                  </a:lnTo>
                  <a:lnTo>
                    <a:pt x="1729" y="82026"/>
                  </a:lnTo>
                  <a:lnTo>
                    <a:pt x="6842" y="100795"/>
                  </a:lnTo>
                  <a:lnTo>
                    <a:pt x="15222" y="113450"/>
                  </a:lnTo>
                  <a:lnTo>
                    <a:pt x="26753" y="118090"/>
                  </a:lnTo>
                  <a:lnTo>
                    <a:pt x="38289" y="113450"/>
                  </a:lnTo>
                  <a:lnTo>
                    <a:pt x="46672" y="100795"/>
                  </a:lnTo>
                  <a:lnTo>
                    <a:pt x="51786" y="82026"/>
                  </a:lnTo>
                  <a:lnTo>
                    <a:pt x="53516" y="59045"/>
                  </a:lnTo>
                  <a:lnTo>
                    <a:pt x="51786" y="36063"/>
                  </a:lnTo>
                  <a:lnTo>
                    <a:pt x="46672" y="17295"/>
                  </a:lnTo>
                  <a:lnTo>
                    <a:pt x="38289" y="4640"/>
                  </a:lnTo>
                  <a:lnTo>
                    <a:pt x="26753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" name="object 467" descr=""/>
            <p:cNvSpPr/>
            <p:nvPr/>
          </p:nvSpPr>
          <p:spPr>
            <a:xfrm>
              <a:off x="2424894" y="4180040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33" y="12366"/>
                  </a:lnTo>
                  <a:lnTo>
                    <a:pt x="2397" y="13025"/>
                  </a:lnTo>
                  <a:lnTo>
                    <a:pt x="5036" y="13025"/>
                  </a:lnTo>
                  <a:lnTo>
                    <a:pt x="6471" y="10114"/>
                  </a:lnTo>
                  <a:lnTo>
                    <a:pt x="6471" y="3884"/>
                  </a:lnTo>
                  <a:lnTo>
                    <a:pt x="5706" y="1612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" name="object 468" descr=""/>
            <p:cNvSpPr/>
            <p:nvPr/>
          </p:nvSpPr>
          <p:spPr>
            <a:xfrm>
              <a:off x="2424894" y="4180040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57" y="11308"/>
                  </a:lnTo>
                  <a:lnTo>
                    <a:pt x="1465" y="11727"/>
                  </a:lnTo>
                  <a:lnTo>
                    <a:pt x="1937" y="11947"/>
                  </a:lnTo>
                  <a:lnTo>
                    <a:pt x="4219" y="11947"/>
                  </a:lnTo>
                  <a:lnTo>
                    <a:pt x="5675" y="9036"/>
                  </a:lnTo>
                  <a:lnTo>
                    <a:pt x="5675" y="3518"/>
                  </a:lnTo>
                  <a:lnTo>
                    <a:pt x="5245" y="1759"/>
                  </a:lnTo>
                  <a:lnTo>
                    <a:pt x="4575" y="586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" name="object 469" descr=""/>
            <p:cNvSpPr/>
            <p:nvPr/>
          </p:nvSpPr>
          <p:spPr>
            <a:xfrm>
              <a:off x="2439272" y="4162937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33" y="12366"/>
                  </a:lnTo>
                  <a:lnTo>
                    <a:pt x="2397" y="13025"/>
                  </a:lnTo>
                  <a:lnTo>
                    <a:pt x="5036" y="13025"/>
                  </a:lnTo>
                  <a:lnTo>
                    <a:pt x="6471" y="10114"/>
                  </a:lnTo>
                  <a:lnTo>
                    <a:pt x="6471" y="3884"/>
                  </a:lnTo>
                  <a:lnTo>
                    <a:pt x="5706" y="1612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" name="object 470" descr=""/>
            <p:cNvSpPr/>
            <p:nvPr/>
          </p:nvSpPr>
          <p:spPr>
            <a:xfrm>
              <a:off x="2439272" y="4162937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57" y="11308"/>
                  </a:lnTo>
                  <a:lnTo>
                    <a:pt x="1465" y="11727"/>
                  </a:lnTo>
                  <a:lnTo>
                    <a:pt x="1937" y="11947"/>
                  </a:lnTo>
                  <a:lnTo>
                    <a:pt x="4219" y="11947"/>
                  </a:lnTo>
                  <a:lnTo>
                    <a:pt x="5675" y="9036"/>
                  </a:lnTo>
                  <a:lnTo>
                    <a:pt x="5675" y="3518"/>
                  </a:lnTo>
                  <a:lnTo>
                    <a:pt x="5245" y="1759"/>
                  </a:lnTo>
                  <a:lnTo>
                    <a:pt x="4575" y="586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" name="object 471" descr=""/>
            <p:cNvSpPr/>
            <p:nvPr/>
          </p:nvSpPr>
          <p:spPr>
            <a:xfrm>
              <a:off x="2455246" y="417912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33" y="12366"/>
                  </a:lnTo>
                  <a:lnTo>
                    <a:pt x="2397" y="13025"/>
                  </a:lnTo>
                  <a:lnTo>
                    <a:pt x="5036" y="13025"/>
                  </a:lnTo>
                  <a:lnTo>
                    <a:pt x="6471" y="10114"/>
                  </a:lnTo>
                  <a:lnTo>
                    <a:pt x="6471" y="3884"/>
                  </a:lnTo>
                  <a:lnTo>
                    <a:pt x="5706" y="1612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" name="object 472" descr=""/>
            <p:cNvSpPr/>
            <p:nvPr/>
          </p:nvSpPr>
          <p:spPr>
            <a:xfrm>
              <a:off x="2455246" y="4179122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57" y="11308"/>
                  </a:lnTo>
                  <a:lnTo>
                    <a:pt x="1465" y="11727"/>
                  </a:lnTo>
                  <a:lnTo>
                    <a:pt x="1937" y="11947"/>
                  </a:lnTo>
                  <a:lnTo>
                    <a:pt x="4219" y="11947"/>
                  </a:lnTo>
                  <a:lnTo>
                    <a:pt x="5675" y="9036"/>
                  </a:lnTo>
                  <a:lnTo>
                    <a:pt x="5675" y="3518"/>
                  </a:lnTo>
                  <a:lnTo>
                    <a:pt x="5245" y="1759"/>
                  </a:lnTo>
                  <a:lnTo>
                    <a:pt x="4575" y="586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" name="object 473" descr=""/>
            <p:cNvSpPr/>
            <p:nvPr/>
          </p:nvSpPr>
          <p:spPr>
            <a:xfrm>
              <a:off x="2428776" y="4197438"/>
              <a:ext cx="26670" cy="52705"/>
            </a:xfrm>
            <a:custGeom>
              <a:avLst/>
              <a:gdLst/>
              <a:ahLst/>
              <a:cxnLst/>
              <a:rect l="l" t="t" r="r" b="b"/>
              <a:pathLst>
                <a:path w="26669" h="52704">
                  <a:moveTo>
                    <a:pt x="13036" y="0"/>
                  </a:moveTo>
                  <a:lnTo>
                    <a:pt x="7955" y="2052"/>
                  </a:lnTo>
                  <a:lnTo>
                    <a:pt x="3812" y="7650"/>
                  </a:lnTo>
                  <a:lnTo>
                    <a:pt x="1022" y="15951"/>
                  </a:lnTo>
                  <a:lnTo>
                    <a:pt x="0" y="26114"/>
                  </a:lnTo>
                  <a:lnTo>
                    <a:pt x="0" y="36669"/>
                  </a:lnTo>
                  <a:lnTo>
                    <a:pt x="3120" y="45757"/>
                  </a:lnTo>
                  <a:lnTo>
                    <a:pt x="9277" y="51380"/>
                  </a:lnTo>
                  <a:lnTo>
                    <a:pt x="11120" y="52207"/>
                  </a:lnTo>
                  <a:lnTo>
                    <a:pt x="13036" y="52207"/>
                  </a:lnTo>
                  <a:lnTo>
                    <a:pt x="18104" y="50158"/>
                  </a:lnTo>
                  <a:lnTo>
                    <a:pt x="22241" y="44568"/>
                  </a:lnTo>
                  <a:lnTo>
                    <a:pt x="25029" y="36274"/>
                  </a:lnTo>
                  <a:lnTo>
                    <a:pt x="26051" y="26114"/>
                  </a:lnTo>
                  <a:lnTo>
                    <a:pt x="25138" y="16494"/>
                  </a:lnTo>
                  <a:lnTo>
                    <a:pt x="22634" y="8481"/>
                  </a:lnTo>
                  <a:lnTo>
                    <a:pt x="18890" y="2784"/>
                  </a:lnTo>
                  <a:lnTo>
                    <a:pt x="14261" y="115"/>
                  </a:lnTo>
                  <a:lnTo>
                    <a:pt x="13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" name="object 474" descr=""/>
            <p:cNvSpPr/>
            <p:nvPr/>
          </p:nvSpPr>
          <p:spPr>
            <a:xfrm>
              <a:off x="2428776" y="4197438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13036" y="0"/>
                  </a:moveTo>
                  <a:lnTo>
                    <a:pt x="7955" y="2052"/>
                  </a:lnTo>
                  <a:lnTo>
                    <a:pt x="3812" y="7650"/>
                  </a:lnTo>
                  <a:lnTo>
                    <a:pt x="1022" y="15951"/>
                  </a:lnTo>
                  <a:lnTo>
                    <a:pt x="0" y="26114"/>
                  </a:lnTo>
                  <a:lnTo>
                    <a:pt x="0" y="36669"/>
                  </a:lnTo>
                  <a:lnTo>
                    <a:pt x="3120" y="45757"/>
                  </a:lnTo>
                  <a:lnTo>
                    <a:pt x="7622" y="49862"/>
                  </a:lnTo>
                  <a:lnTo>
                    <a:pt x="8837" y="49988"/>
                  </a:lnTo>
                  <a:lnTo>
                    <a:pt x="13905" y="47933"/>
                  </a:lnTo>
                  <a:lnTo>
                    <a:pt x="18042" y="42332"/>
                  </a:lnTo>
                  <a:lnTo>
                    <a:pt x="20830" y="34027"/>
                  </a:lnTo>
                  <a:lnTo>
                    <a:pt x="21852" y="23863"/>
                  </a:lnTo>
                  <a:lnTo>
                    <a:pt x="21852" y="13339"/>
                  </a:lnTo>
                  <a:lnTo>
                    <a:pt x="18742" y="4219"/>
                  </a:lnTo>
                  <a:lnTo>
                    <a:pt x="14261" y="115"/>
                  </a:lnTo>
                  <a:lnTo>
                    <a:pt x="1303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" name="object 475" descr=""/>
            <p:cNvSpPr/>
            <p:nvPr/>
          </p:nvSpPr>
          <p:spPr>
            <a:xfrm>
              <a:off x="2342150" y="4157589"/>
              <a:ext cx="53975" cy="118110"/>
            </a:xfrm>
            <a:custGeom>
              <a:avLst/>
              <a:gdLst/>
              <a:ahLst/>
              <a:cxnLst/>
              <a:rect l="l" t="t" r="r" b="b"/>
              <a:pathLst>
                <a:path w="53975" h="118110">
                  <a:moveTo>
                    <a:pt x="26753" y="0"/>
                  </a:moveTo>
                  <a:lnTo>
                    <a:pt x="15222" y="4640"/>
                  </a:lnTo>
                  <a:lnTo>
                    <a:pt x="6842" y="17295"/>
                  </a:lnTo>
                  <a:lnTo>
                    <a:pt x="1729" y="36063"/>
                  </a:lnTo>
                  <a:lnTo>
                    <a:pt x="0" y="59045"/>
                  </a:lnTo>
                  <a:lnTo>
                    <a:pt x="1729" y="82026"/>
                  </a:lnTo>
                  <a:lnTo>
                    <a:pt x="6842" y="100795"/>
                  </a:lnTo>
                  <a:lnTo>
                    <a:pt x="15222" y="113450"/>
                  </a:lnTo>
                  <a:lnTo>
                    <a:pt x="26753" y="118090"/>
                  </a:lnTo>
                  <a:lnTo>
                    <a:pt x="38289" y="113450"/>
                  </a:lnTo>
                  <a:lnTo>
                    <a:pt x="46672" y="100795"/>
                  </a:lnTo>
                  <a:lnTo>
                    <a:pt x="51786" y="82026"/>
                  </a:lnTo>
                  <a:lnTo>
                    <a:pt x="53516" y="59045"/>
                  </a:lnTo>
                  <a:lnTo>
                    <a:pt x="51786" y="36063"/>
                  </a:lnTo>
                  <a:lnTo>
                    <a:pt x="46672" y="17295"/>
                  </a:lnTo>
                  <a:lnTo>
                    <a:pt x="38289" y="4640"/>
                  </a:lnTo>
                  <a:lnTo>
                    <a:pt x="26753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" name="object 476" descr=""/>
            <p:cNvSpPr/>
            <p:nvPr/>
          </p:nvSpPr>
          <p:spPr>
            <a:xfrm>
              <a:off x="2350998" y="4180040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33" y="12366"/>
                  </a:lnTo>
                  <a:lnTo>
                    <a:pt x="2397" y="13025"/>
                  </a:lnTo>
                  <a:lnTo>
                    <a:pt x="5036" y="13025"/>
                  </a:lnTo>
                  <a:lnTo>
                    <a:pt x="6471" y="10114"/>
                  </a:lnTo>
                  <a:lnTo>
                    <a:pt x="6471" y="3884"/>
                  </a:lnTo>
                  <a:lnTo>
                    <a:pt x="5706" y="1612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" name="object 477" descr=""/>
            <p:cNvSpPr/>
            <p:nvPr/>
          </p:nvSpPr>
          <p:spPr>
            <a:xfrm>
              <a:off x="2350998" y="4180040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57" y="11308"/>
                  </a:lnTo>
                  <a:lnTo>
                    <a:pt x="1465" y="11727"/>
                  </a:lnTo>
                  <a:lnTo>
                    <a:pt x="1937" y="11947"/>
                  </a:lnTo>
                  <a:lnTo>
                    <a:pt x="4219" y="11947"/>
                  </a:lnTo>
                  <a:lnTo>
                    <a:pt x="5675" y="9036"/>
                  </a:lnTo>
                  <a:lnTo>
                    <a:pt x="5675" y="3518"/>
                  </a:lnTo>
                  <a:lnTo>
                    <a:pt x="5245" y="1759"/>
                  </a:lnTo>
                  <a:lnTo>
                    <a:pt x="4575" y="586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" name="object 478" descr=""/>
            <p:cNvSpPr/>
            <p:nvPr/>
          </p:nvSpPr>
          <p:spPr>
            <a:xfrm>
              <a:off x="2365376" y="4162937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33" y="12366"/>
                  </a:lnTo>
                  <a:lnTo>
                    <a:pt x="2397" y="13025"/>
                  </a:lnTo>
                  <a:lnTo>
                    <a:pt x="5036" y="13025"/>
                  </a:lnTo>
                  <a:lnTo>
                    <a:pt x="6471" y="10114"/>
                  </a:lnTo>
                  <a:lnTo>
                    <a:pt x="6471" y="3884"/>
                  </a:lnTo>
                  <a:lnTo>
                    <a:pt x="5706" y="1612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" name="object 479" descr=""/>
            <p:cNvSpPr/>
            <p:nvPr/>
          </p:nvSpPr>
          <p:spPr>
            <a:xfrm>
              <a:off x="2365376" y="4162937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57" y="11308"/>
                  </a:lnTo>
                  <a:lnTo>
                    <a:pt x="1465" y="11727"/>
                  </a:lnTo>
                  <a:lnTo>
                    <a:pt x="1937" y="11947"/>
                  </a:lnTo>
                  <a:lnTo>
                    <a:pt x="4219" y="11947"/>
                  </a:lnTo>
                  <a:lnTo>
                    <a:pt x="5675" y="9036"/>
                  </a:lnTo>
                  <a:lnTo>
                    <a:pt x="5675" y="3518"/>
                  </a:lnTo>
                  <a:lnTo>
                    <a:pt x="5245" y="1759"/>
                  </a:lnTo>
                  <a:lnTo>
                    <a:pt x="4575" y="586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" name="object 480" descr=""/>
            <p:cNvSpPr/>
            <p:nvPr/>
          </p:nvSpPr>
          <p:spPr>
            <a:xfrm>
              <a:off x="2381351" y="417912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33" y="12366"/>
                  </a:lnTo>
                  <a:lnTo>
                    <a:pt x="2397" y="13025"/>
                  </a:lnTo>
                  <a:lnTo>
                    <a:pt x="5036" y="13025"/>
                  </a:lnTo>
                  <a:lnTo>
                    <a:pt x="6471" y="10114"/>
                  </a:lnTo>
                  <a:lnTo>
                    <a:pt x="6471" y="3884"/>
                  </a:lnTo>
                  <a:lnTo>
                    <a:pt x="5706" y="1612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" name="object 481" descr=""/>
            <p:cNvSpPr/>
            <p:nvPr/>
          </p:nvSpPr>
          <p:spPr>
            <a:xfrm>
              <a:off x="2381351" y="4179122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57" y="11308"/>
                  </a:lnTo>
                  <a:lnTo>
                    <a:pt x="1465" y="11727"/>
                  </a:lnTo>
                  <a:lnTo>
                    <a:pt x="1937" y="11947"/>
                  </a:lnTo>
                  <a:lnTo>
                    <a:pt x="4219" y="11947"/>
                  </a:lnTo>
                  <a:lnTo>
                    <a:pt x="5675" y="9036"/>
                  </a:lnTo>
                  <a:lnTo>
                    <a:pt x="5675" y="3518"/>
                  </a:lnTo>
                  <a:lnTo>
                    <a:pt x="5245" y="1759"/>
                  </a:lnTo>
                  <a:lnTo>
                    <a:pt x="4575" y="586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" name="object 482" descr=""/>
            <p:cNvSpPr/>
            <p:nvPr/>
          </p:nvSpPr>
          <p:spPr>
            <a:xfrm>
              <a:off x="2354881" y="4197438"/>
              <a:ext cx="26670" cy="52705"/>
            </a:xfrm>
            <a:custGeom>
              <a:avLst/>
              <a:gdLst/>
              <a:ahLst/>
              <a:cxnLst/>
              <a:rect l="l" t="t" r="r" b="b"/>
              <a:pathLst>
                <a:path w="26669" h="52704">
                  <a:moveTo>
                    <a:pt x="13036" y="0"/>
                  </a:moveTo>
                  <a:lnTo>
                    <a:pt x="7955" y="2052"/>
                  </a:lnTo>
                  <a:lnTo>
                    <a:pt x="3812" y="7650"/>
                  </a:lnTo>
                  <a:lnTo>
                    <a:pt x="1022" y="15951"/>
                  </a:lnTo>
                  <a:lnTo>
                    <a:pt x="0" y="26114"/>
                  </a:lnTo>
                  <a:lnTo>
                    <a:pt x="0" y="36669"/>
                  </a:lnTo>
                  <a:lnTo>
                    <a:pt x="3109" y="45757"/>
                  </a:lnTo>
                  <a:lnTo>
                    <a:pt x="9277" y="51380"/>
                  </a:lnTo>
                  <a:lnTo>
                    <a:pt x="11120" y="52207"/>
                  </a:lnTo>
                  <a:lnTo>
                    <a:pt x="13036" y="52207"/>
                  </a:lnTo>
                  <a:lnTo>
                    <a:pt x="18100" y="50158"/>
                  </a:lnTo>
                  <a:lnTo>
                    <a:pt x="22237" y="44568"/>
                  </a:lnTo>
                  <a:lnTo>
                    <a:pt x="25028" y="36274"/>
                  </a:lnTo>
                  <a:lnTo>
                    <a:pt x="26051" y="26114"/>
                  </a:lnTo>
                  <a:lnTo>
                    <a:pt x="25138" y="16494"/>
                  </a:lnTo>
                  <a:lnTo>
                    <a:pt x="22634" y="8481"/>
                  </a:lnTo>
                  <a:lnTo>
                    <a:pt x="18890" y="2784"/>
                  </a:lnTo>
                  <a:lnTo>
                    <a:pt x="14261" y="115"/>
                  </a:lnTo>
                  <a:lnTo>
                    <a:pt x="13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" name="object 483" descr=""/>
            <p:cNvSpPr/>
            <p:nvPr/>
          </p:nvSpPr>
          <p:spPr>
            <a:xfrm>
              <a:off x="2354881" y="4197438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13036" y="0"/>
                  </a:moveTo>
                  <a:lnTo>
                    <a:pt x="7955" y="2052"/>
                  </a:lnTo>
                  <a:lnTo>
                    <a:pt x="3812" y="7650"/>
                  </a:lnTo>
                  <a:lnTo>
                    <a:pt x="1022" y="15951"/>
                  </a:lnTo>
                  <a:lnTo>
                    <a:pt x="0" y="26114"/>
                  </a:lnTo>
                  <a:lnTo>
                    <a:pt x="0" y="36669"/>
                  </a:lnTo>
                  <a:lnTo>
                    <a:pt x="3109" y="45757"/>
                  </a:lnTo>
                  <a:lnTo>
                    <a:pt x="7622" y="49862"/>
                  </a:lnTo>
                  <a:lnTo>
                    <a:pt x="8837" y="49988"/>
                  </a:lnTo>
                  <a:lnTo>
                    <a:pt x="13905" y="47933"/>
                  </a:lnTo>
                  <a:lnTo>
                    <a:pt x="18042" y="42332"/>
                  </a:lnTo>
                  <a:lnTo>
                    <a:pt x="20830" y="34027"/>
                  </a:lnTo>
                  <a:lnTo>
                    <a:pt x="21852" y="23863"/>
                  </a:lnTo>
                  <a:lnTo>
                    <a:pt x="21852" y="13339"/>
                  </a:lnTo>
                  <a:lnTo>
                    <a:pt x="18742" y="4219"/>
                  </a:lnTo>
                  <a:lnTo>
                    <a:pt x="14261" y="115"/>
                  </a:lnTo>
                  <a:lnTo>
                    <a:pt x="1303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" name="object 484" descr=""/>
            <p:cNvSpPr/>
            <p:nvPr/>
          </p:nvSpPr>
          <p:spPr>
            <a:xfrm>
              <a:off x="2268255" y="4155145"/>
              <a:ext cx="53975" cy="118110"/>
            </a:xfrm>
            <a:custGeom>
              <a:avLst/>
              <a:gdLst/>
              <a:ahLst/>
              <a:cxnLst/>
              <a:rect l="l" t="t" r="r" b="b"/>
              <a:pathLst>
                <a:path w="53975" h="118110">
                  <a:moveTo>
                    <a:pt x="26753" y="0"/>
                  </a:moveTo>
                  <a:lnTo>
                    <a:pt x="15222" y="4640"/>
                  </a:lnTo>
                  <a:lnTo>
                    <a:pt x="6842" y="17295"/>
                  </a:lnTo>
                  <a:lnTo>
                    <a:pt x="1729" y="36063"/>
                  </a:lnTo>
                  <a:lnTo>
                    <a:pt x="0" y="59045"/>
                  </a:lnTo>
                  <a:lnTo>
                    <a:pt x="1729" y="82026"/>
                  </a:lnTo>
                  <a:lnTo>
                    <a:pt x="6842" y="100795"/>
                  </a:lnTo>
                  <a:lnTo>
                    <a:pt x="15222" y="113450"/>
                  </a:lnTo>
                  <a:lnTo>
                    <a:pt x="26753" y="118090"/>
                  </a:lnTo>
                  <a:lnTo>
                    <a:pt x="38289" y="113450"/>
                  </a:lnTo>
                  <a:lnTo>
                    <a:pt x="46672" y="100795"/>
                  </a:lnTo>
                  <a:lnTo>
                    <a:pt x="51786" y="82026"/>
                  </a:lnTo>
                  <a:lnTo>
                    <a:pt x="53516" y="59045"/>
                  </a:lnTo>
                  <a:lnTo>
                    <a:pt x="51786" y="36063"/>
                  </a:lnTo>
                  <a:lnTo>
                    <a:pt x="46672" y="17295"/>
                  </a:lnTo>
                  <a:lnTo>
                    <a:pt x="38289" y="4640"/>
                  </a:lnTo>
                  <a:lnTo>
                    <a:pt x="26753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" name="object 485" descr=""/>
            <p:cNvSpPr/>
            <p:nvPr/>
          </p:nvSpPr>
          <p:spPr>
            <a:xfrm>
              <a:off x="2277102" y="417759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33" y="12366"/>
                  </a:lnTo>
                  <a:lnTo>
                    <a:pt x="2397" y="13025"/>
                  </a:lnTo>
                  <a:lnTo>
                    <a:pt x="5036" y="13025"/>
                  </a:lnTo>
                  <a:lnTo>
                    <a:pt x="6471" y="10114"/>
                  </a:lnTo>
                  <a:lnTo>
                    <a:pt x="6471" y="3884"/>
                  </a:lnTo>
                  <a:lnTo>
                    <a:pt x="5706" y="1612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" name="object 486" descr=""/>
            <p:cNvSpPr/>
            <p:nvPr/>
          </p:nvSpPr>
          <p:spPr>
            <a:xfrm>
              <a:off x="2277102" y="4177596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57" y="11308"/>
                  </a:lnTo>
                  <a:lnTo>
                    <a:pt x="1465" y="11727"/>
                  </a:lnTo>
                  <a:lnTo>
                    <a:pt x="1937" y="11947"/>
                  </a:lnTo>
                  <a:lnTo>
                    <a:pt x="4219" y="11947"/>
                  </a:lnTo>
                  <a:lnTo>
                    <a:pt x="5675" y="9036"/>
                  </a:lnTo>
                  <a:lnTo>
                    <a:pt x="5675" y="3518"/>
                  </a:lnTo>
                  <a:lnTo>
                    <a:pt x="5245" y="1759"/>
                  </a:lnTo>
                  <a:lnTo>
                    <a:pt x="4575" y="586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" name="object 487" descr=""/>
            <p:cNvSpPr/>
            <p:nvPr/>
          </p:nvSpPr>
          <p:spPr>
            <a:xfrm>
              <a:off x="2291479" y="4160494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33" y="12366"/>
                  </a:lnTo>
                  <a:lnTo>
                    <a:pt x="2397" y="13025"/>
                  </a:lnTo>
                  <a:lnTo>
                    <a:pt x="5036" y="13025"/>
                  </a:lnTo>
                  <a:lnTo>
                    <a:pt x="6471" y="10114"/>
                  </a:lnTo>
                  <a:lnTo>
                    <a:pt x="6471" y="3884"/>
                  </a:lnTo>
                  <a:lnTo>
                    <a:pt x="5706" y="1612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" name="object 488" descr=""/>
            <p:cNvSpPr/>
            <p:nvPr/>
          </p:nvSpPr>
          <p:spPr>
            <a:xfrm>
              <a:off x="2291479" y="4160494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57" y="11308"/>
                  </a:lnTo>
                  <a:lnTo>
                    <a:pt x="1465" y="11727"/>
                  </a:lnTo>
                  <a:lnTo>
                    <a:pt x="1937" y="11947"/>
                  </a:lnTo>
                  <a:lnTo>
                    <a:pt x="4219" y="11947"/>
                  </a:lnTo>
                  <a:lnTo>
                    <a:pt x="5675" y="9036"/>
                  </a:lnTo>
                  <a:lnTo>
                    <a:pt x="5675" y="3518"/>
                  </a:lnTo>
                  <a:lnTo>
                    <a:pt x="5245" y="1759"/>
                  </a:lnTo>
                  <a:lnTo>
                    <a:pt x="4575" y="586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" name="object 489" descr=""/>
            <p:cNvSpPr/>
            <p:nvPr/>
          </p:nvSpPr>
          <p:spPr>
            <a:xfrm>
              <a:off x="2307456" y="4176680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33" y="12366"/>
                  </a:lnTo>
                  <a:lnTo>
                    <a:pt x="2397" y="13025"/>
                  </a:lnTo>
                  <a:lnTo>
                    <a:pt x="5036" y="13025"/>
                  </a:lnTo>
                  <a:lnTo>
                    <a:pt x="6471" y="10114"/>
                  </a:lnTo>
                  <a:lnTo>
                    <a:pt x="6471" y="3884"/>
                  </a:lnTo>
                  <a:lnTo>
                    <a:pt x="5706" y="1612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" name="object 490" descr=""/>
            <p:cNvSpPr/>
            <p:nvPr/>
          </p:nvSpPr>
          <p:spPr>
            <a:xfrm>
              <a:off x="2307456" y="4176680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57" y="11308"/>
                  </a:lnTo>
                  <a:lnTo>
                    <a:pt x="1465" y="11727"/>
                  </a:lnTo>
                  <a:lnTo>
                    <a:pt x="1937" y="11947"/>
                  </a:lnTo>
                  <a:lnTo>
                    <a:pt x="4219" y="11947"/>
                  </a:lnTo>
                  <a:lnTo>
                    <a:pt x="5675" y="9036"/>
                  </a:lnTo>
                  <a:lnTo>
                    <a:pt x="5675" y="3518"/>
                  </a:lnTo>
                  <a:lnTo>
                    <a:pt x="5245" y="1759"/>
                  </a:lnTo>
                  <a:lnTo>
                    <a:pt x="4575" y="586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" name="object 491" descr=""/>
            <p:cNvSpPr/>
            <p:nvPr/>
          </p:nvSpPr>
          <p:spPr>
            <a:xfrm>
              <a:off x="2280985" y="4194994"/>
              <a:ext cx="26670" cy="52705"/>
            </a:xfrm>
            <a:custGeom>
              <a:avLst/>
              <a:gdLst/>
              <a:ahLst/>
              <a:cxnLst/>
              <a:rect l="l" t="t" r="r" b="b"/>
              <a:pathLst>
                <a:path w="26669" h="52704">
                  <a:moveTo>
                    <a:pt x="13036" y="0"/>
                  </a:moveTo>
                  <a:lnTo>
                    <a:pt x="7955" y="2052"/>
                  </a:lnTo>
                  <a:lnTo>
                    <a:pt x="3812" y="7650"/>
                  </a:lnTo>
                  <a:lnTo>
                    <a:pt x="1022" y="15951"/>
                  </a:lnTo>
                  <a:lnTo>
                    <a:pt x="0" y="26114"/>
                  </a:lnTo>
                  <a:lnTo>
                    <a:pt x="0" y="36669"/>
                  </a:lnTo>
                  <a:lnTo>
                    <a:pt x="3109" y="45757"/>
                  </a:lnTo>
                  <a:lnTo>
                    <a:pt x="9277" y="51380"/>
                  </a:lnTo>
                  <a:lnTo>
                    <a:pt x="11120" y="52207"/>
                  </a:lnTo>
                  <a:lnTo>
                    <a:pt x="13036" y="52207"/>
                  </a:lnTo>
                  <a:lnTo>
                    <a:pt x="18100" y="50158"/>
                  </a:lnTo>
                  <a:lnTo>
                    <a:pt x="22237" y="44568"/>
                  </a:lnTo>
                  <a:lnTo>
                    <a:pt x="25028" y="36274"/>
                  </a:lnTo>
                  <a:lnTo>
                    <a:pt x="26051" y="26114"/>
                  </a:lnTo>
                  <a:lnTo>
                    <a:pt x="25138" y="16494"/>
                  </a:lnTo>
                  <a:lnTo>
                    <a:pt x="22634" y="8481"/>
                  </a:lnTo>
                  <a:lnTo>
                    <a:pt x="18890" y="2784"/>
                  </a:lnTo>
                  <a:lnTo>
                    <a:pt x="14261" y="115"/>
                  </a:lnTo>
                  <a:lnTo>
                    <a:pt x="13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" name="object 492" descr=""/>
            <p:cNvSpPr/>
            <p:nvPr/>
          </p:nvSpPr>
          <p:spPr>
            <a:xfrm>
              <a:off x="2280985" y="4194994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13036" y="0"/>
                  </a:moveTo>
                  <a:lnTo>
                    <a:pt x="7955" y="2052"/>
                  </a:lnTo>
                  <a:lnTo>
                    <a:pt x="3812" y="7650"/>
                  </a:lnTo>
                  <a:lnTo>
                    <a:pt x="1022" y="15951"/>
                  </a:lnTo>
                  <a:lnTo>
                    <a:pt x="0" y="26114"/>
                  </a:lnTo>
                  <a:lnTo>
                    <a:pt x="0" y="36669"/>
                  </a:lnTo>
                  <a:lnTo>
                    <a:pt x="3109" y="45757"/>
                  </a:lnTo>
                  <a:lnTo>
                    <a:pt x="7622" y="49862"/>
                  </a:lnTo>
                  <a:lnTo>
                    <a:pt x="8837" y="49988"/>
                  </a:lnTo>
                  <a:lnTo>
                    <a:pt x="13905" y="47933"/>
                  </a:lnTo>
                  <a:lnTo>
                    <a:pt x="18042" y="42332"/>
                  </a:lnTo>
                  <a:lnTo>
                    <a:pt x="20830" y="34027"/>
                  </a:lnTo>
                  <a:lnTo>
                    <a:pt x="21852" y="23863"/>
                  </a:lnTo>
                  <a:lnTo>
                    <a:pt x="21852" y="13339"/>
                  </a:lnTo>
                  <a:lnTo>
                    <a:pt x="18742" y="4219"/>
                  </a:lnTo>
                  <a:lnTo>
                    <a:pt x="14261" y="115"/>
                  </a:lnTo>
                  <a:lnTo>
                    <a:pt x="1303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" name="object 493" descr=""/>
            <p:cNvSpPr/>
            <p:nvPr/>
          </p:nvSpPr>
          <p:spPr>
            <a:xfrm>
              <a:off x="2194360" y="4155145"/>
              <a:ext cx="53975" cy="118110"/>
            </a:xfrm>
            <a:custGeom>
              <a:avLst/>
              <a:gdLst/>
              <a:ahLst/>
              <a:cxnLst/>
              <a:rect l="l" t="t" r="r" b="b"/>
              <a:pathLst>
                <a:path w="53975" h="118110">
                  <a:moveTo>
                    <a:pt x="26753" y="0"/>
                  </a:moveTo>
                  <a:lnTo>
                    <a:pt x="15222" y="4640"/>
                  </a:lnTo>
                  <a:lnTo>
                    <a:pt x="6842" y="17295"/>
                  </a:lnTo>
                  <a:lnTo>
                    <a:pt x="1729" y="36063"/>
                  </a:lnTo>
                  <a:lnTo>
                    <a:pt x="0" y="59045"/>
                  </a:lnTo>
                  <a:lnTo>
                    <a:pt x="1729" y="82026"/>
                  </a:lnTo>
                  <a:lnTo>
                    <a:pt x="6842" y="100795"/>
                  </a:lnTo>
                  <a:lnTo>
                    <a:pt x="15222" y="113450"/>
                  </a:lnTo>
                  <a:lnTo>
                    <a:pt x="26753" y="118090"/>
                  </a:lnTo>
                  <a:lnTo>
                    <a:pt x="38289" y="113450"/>
                  </a:lnTo>
                  <a:lnTo>
                    <a:pt x="46672" y="100795"/>
                  </a:lnTo>
                  <a:lnTo>
                    <a:pt x="51786" y="82026"/>
                  </a:lnTo>
                  <a:lnTo>
                    <a:pt x="53516" y="59045"/>
                  </a:lnTo>
                  <a:lnTo>
                    <a:pt x="51786" y="36063"/>
                  </a:lnTo>
                  <a:lnTo>
                    <a:pt x="46672" y="17295"/>
                  </a:lnTo>
                  <a:lnTo>
                    <a:pt x="38289" y="4640"/>
                  </a:lnTo>
                  <a:lnTo>
                    <a:pt x="26753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" name="object 494" descr=""/>
            <p:cNvSpPr/>
            <p:nvPr/>
          </p:nvSpPr>
          <p:spPr>
            <a:xfrm>
              <a:off x="2203207" y="417759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33" y="12366"/>
                  </a:lnTo>
                  <a:lnTo>
                    <a:pt x="2397" y="13025"/>
                  </a:lnTo>
                  <a:lnTo>
                    <a:pt x="5036" y="13025"/>
                  </a:lnTo>
                  <a:lnTo>
                    <a:pt x="6471" y="10114"/>
                  </a:lnTo>
                  <a:lnTo>
                    <a:pt x="6471" y="3884"/>
                  </a:lnTo>
                  <a:lnTo>
                    <a:pt x="5706" y="1612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" name="object 495" descr=""/>
            <p:cNvSpPr/>
            <p:nvPr/>
          </p:nvSpPr>
          <p:spPr>
            <a:xfrm>
              <a:off x="2203207" y="4177596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57" y="11308"/>
                  </a:lnTo>
                  <a:lnTo>
                    <a:pt x="1465" y="11727"/>
                  </a:lnTo>
                  <a:lnTo>
                    <a:pt x="1937" y="11947"/>
                  </a:lnTo>
                  <a:lnTo>
                    <a:pt x="4219" y="11947"/>
                  </a:lnTo>
                  <a:lnTo>
                    <a:pt x="5675" y="9036"/>
                  </a:lnTo>
                  <a:lnTo>
                    <a:pt x="5675" y="3518"/>
                  </a:lnTo>
                  <a:lnTo>
                    <a:pt x="5245" y="1759"/>
                  </a:lnTo>
                  <a:lnTo>
                    <a:pt x="4575" y="586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" name="object 496" descr=""/>
            <p:cNvSpPr/>
            <p:nvPr/>
          </p:nvSpPr>
          <p:spPr>
            <a:xfrm>
              <a:off x="2217584" y="4160494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33" y="12366"/>
                  </a:lnTo>
                  <a:lnTo>
                    <a:pt x="2397" y="13025"/>
                  </a:lnTo>
                  <a:lnTo>
                    <a:pt x="5036" y="13025"/>
                  </a:lnTo>
                  <a:lnTo>
                    <a:pt x="6471" y="10114"/>
                  </a:lnTo>
                  <a:lnTo>
                    <a:pt x="6471" y="3884"/>
                  </a:lnTo>
                  <a:lnTo>
                    <a:pt x="5706" y="1612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" name="object 497" descr=""/>
            <p:cNvSpPr/>
            <p:nvPr/>
          </p:nvSpPr>
          <p:spPr>
            <a:xfrm>
              <a:off x="2217584" y="4160494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57" y="11308"/>
                  </a:lnTo>
                  <a:lnTo>
                    <a:pt x="1465" y="11727"/>
                  </a:lnTo>
                  <a:lnTo>
                    <a:pt x="1937" y="11947"/>
                  </a:lnTo>
                  <a:lnTo>
                    <a:pt x="4219" y="11947"/>
                  </a:lnTo>
                  <a:lnTo>
                    <a:pt x="5675" y="9036"/>
                  </a:lnTo>
                  <a:lnTo>
                    <a:pt x="5675" y="3518"/>
                  </a:lnTo>
                  <a:lnTo>
                    <a:pt x="5245" y="1759"/>
                  </a:lnTo>
                  <a:lnTo>
                    <a:pt x="4575" y="586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" name="object 498" descr=""/>
            <p:cNvSpPr/>
            <p:nvPr/>
          </p:nvSpPr>
          <p:spPr>
            <a:xfrm>
              <a:off x="2233560" y="4176680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33" y="12366"/>
                  </a:lnTo>
                  <a:lnTo>
                    <a:pt x="2397" y="13025"/>
                  </a:lnTo>
                  <a:lnTo>
                    <a:pt x="5036" y="13025"/>
                  </a:lnTo>
                  <a:lnTo>
                    <a:pt x="6471" y="10114"/>
                  </a:lnTo>
                  <a:lnTo>
                    <a:pt x="6471" y="3884"/>
                  </a:lnTo>
                  <a:lnTo>
                    <a:pt x="5706" y="1612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" name="object 499" descr=""/>
            <p:cNvSpPr/>
            <p:nvPr/>
          </p:nvSpPr>
          <p:spPr>
            <a:xfrm>
              <a:off x="2233560" y="4176680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57" y="11308"/>
                  </a:lnTo>
                  <a:lnTo>
                    <a:pt x="1465" y="11727"/>
                  </a:lnTo>
                  <a:lnTo>
                    <a:pt x="1937" y="11947"/>
                  </a:lnTo>
                  <a:lnTo>
                    <a:pt x="4219" y="11947"/>
                  </a:lnTo>
                  <a:lnTo>
                    <a:pt x="5675" y="9036"/>
                  </a:lnTo>
                  <a:lnTo>
                    <a:pt x="5675" y="3518"/>
                  </a:lnTo>
                  <a:lnTo>
                    <a:pt x="5245" y="1759"/>
                  </a:lnTo>
                  <a:lnTo>
                    <a:pt x="4575" y="586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" name="object 500" descr=""/>
            <p:cNvSpPr/>
            <p:nvPr/>
          </p:nvSpPr>
          <p:spPr>
            <a:xfrm>
              <a:off x="2207088" y="4194994"/>
              <a:ext cx="26670" cy="52705"/>
            </a:xfrm>
            <a:custGeom>
              <a:avLst/>
              <a:gdLst/>
              <a:ahLst/>
              <a:cxnLst/>
              <a:rect l="l" t="t" r="r" b="b"/>
              <a:pathLst>
                <a:path w="26669" h="52704">
                  <a:moveTo>
                    <a:pt x="13036" y="0"/>
                  </a:moveTo>
                  <a:lnTo>
                    <a:pt x="7955" y="2052"/>
                  </a:lnTo>
                  <a:lnTo>
                    <a:pt x="3812" y="7650"/>
                  </a:lnTo>
                  <a:lnTo>
                    <a:pt x="1022" y="15951"/>
                  </a:lnTo>
                  <a:lnTo>
                    <a:pt x="0" y="26114"/>
                  </a:lnTo>
                  <a:lnTo>
                    <a:pt x="0" y="36669"/>
                  </a:lnTo>
                  <a:lnTo>
                    <a:pt x="3120" y="45757"/>
                  </a:lnTo>
                  <a:lnTo>
                    <a:pt x="9277" y="51380"/>
                  </a:lnTo>
                  <a:lnTo>
                    <a:pt x="11120" y="52207"/>
                  </a:lnTo>
                  <a:lnTo>
                    <a:pt x="13036" y="52207"/>
                  </a:lnTo>
                  <a:lnTo>
                    <a:pt x="18104" y="50158"/>
                  </a:lnTo>
                  <a:lnTo>
                    <a:pt x="22241" y="44568"/>
                  </a:lnTo>
                  <a:lnTo>
                    <a:pt x="25029" y="36274"/>
                  </a:lnTo>
                  <a:lnTo>
                    <a:pt x="26051" y="26114"/>
                  </a:lnTo>
                  <a:lnTo>
                    <a:pt x="25138" y="16494"/>
                  </a:lnTo>
                  <a:lnTo>
                    <a:pt x="22634" y="8481"/>
                  </a:lnTo>
                  <a:lnTo>
                    <a:pt x="18890" y="2784"/>
                  </a:lnTo>
                  <a:lnTo>
                    <a:pt x="14261" y="115"/>
                  </a:lnTo>
                  <a:lnTo>
                    <a:pt x="13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" name="object 501" descr=""/>
            <p:cNvSpPr/>
            <p:nvPr/>
          </p:nvSpPr>
          <p:spPr>
            <a:xfrm>
              <a:off x="2207088" y="4194994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13036" y="0"/>
                  </a:moveTo>
                  <a:lnTo>
                    <a:pt x="7955" y="2052"/>
                  </a:lnTo>
                  <a:lnTo>
                    <a:pt x="3812" y="7650"/>
                  </a:lnTo>
                  <a:lnTo>
                    <a:pt x="1022" y="15951"/>
                  </a:lnTo>
                  <a:lnTo>
                    <a:pt x="0" y="26114"/>
                  </a:lnTo>
                  <a:lnTo>
                    <a:pt x="0" y="36669"/>
                  </a:lnTo>
                  <a:lnTo>
                    <a:pt x="3120" y="45757"/>
                  </a:lnTo>
                  <a:lnTo>
                    <a:pt x="7622" y="49862"/>
                  </a:lnTo>
                  <a:lnTo>
                    <a:pt x="8837" y="49988"/>
                  </a:lnTo>
                  <a:lnTo>
                    <a:pt x="13905" y="47933"/>
                  </a:lnTo>
                  <a:lnTo>
                    <a:pt x="18042" y="42332"/>
                  </a:lnTo>
                  <a:lnTo>
                    <a:pt x="20830" y="34027"/>
                  </a:lnTo>
                  <a:lnTo>
                    <a:pt x="21852" y="23863"/>
                  </a:lnTo>
                  <a:lnTo>
                    <a:pt x="21852" y="13339"/>
                  </a:lnTo>
                  <a:lnTo>
                    <a:pt x="18742" y="4219"/>
                  </a:lnTo>
                  <a:lnTo>
                    <a:pt x="14261" y="115"/>
                  </a:lnTo>
                  <a:lnTo>
                    <a:pt x="1303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" name="object 502" descr=""/>
            <p:cNvSpPr/>
            <p:nvPr/>
          </p:nvSpPr>
          <p:spPr>
            <a:xfrm>
              <a:off x="2120464" y="4156773"/>
              <a:ext cx="53975" cy="118110"/>
            </a:xfrm>
            <a:custGeom>
              <a:avLst/>
              <a:gdLst/>
              <a:ahLst/>
              <a:cxnLst/>
              <a:rect l="l" t="t" r="r" b="b"/>
              <a:pathLst>
                <a:path w="53975" h="118110">
                  <a:moveTo>
                    <a:pt x="26753" y="0"/>
                  </a:moveTo>
                  <a:lnTo>
                    <a:pt x="15222" y="4640"/>
                  </a:lnTo>
                  <a:lnTo>
                    <a:pt x="6842" y="17295"/>
                  </a:lnTo>
                  <a:lnTo>
                    <a:pt x="1729" y="36063"/>
                  </a:lnTo>
                  <a:lnTo>
                    <a:pt x="0" y="59045"/>
                  </a:lnTo>
                  <a:lnTo>
                    <a:pt x="1729" y="82026"/>
                  </a:lnTo>
                  <a:lnTo>
                    <a:pt x="6842" y="100795"/>
                  </a:lnTo>
                  <a:lnTo>
                    <a:pt x="15222" y="113450"/>
                  </a:lnTo>
                  <a:lnTo>
                    <a:pt x="26753" y="118090"/>
                  </a:lnTo>
                  <a:lnTo>
                    <a:pt x="38289" y="113450"/>
                  </a:lnTo>
                  <a:lnTo>
                    <a:pt x="46672" y="100795"/>
                  </a:lnTo>
                  <a:lnTo>
                    <a:pt x="51786" y="82026"/>
                  </a:lnTo>
                  <a:lnTo>
                    <a:pt x="53516" y="59045"/>
                  </a:lnTo>
                  <a:lnTo>
                    <a:pt x="51786" y="36063"/>
                  </a:lnTo>
                  <a:lnTo>
                    <a:pt x="46672" y="17295"/>
                  </a:lnTo>
                  <a:lnTo>
                    <a:pt x="38289" y="4640"/>
                  </a:lnTo>
                  <a:lnTo>
                    <a:pt x="26753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" name="object 503" descr=""/>
            <p:cNvSpPr/>
            <p:nvPr/>
          </p:nvSpPr>
          <p:spPr>
            <a:xfrm>
              <a:off x="2129311" y="4179225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33" y="12366"/>
                  </a:lnTo>
                  <a:lnTo>
                    <a:pt x="2397" y="13025"/>
                  </a:lnTo>
                  <a:lnTo>
                    <a:pt x="5036" y="13025"/>
                  </a:lnTo>
                  <a:lnTo>
                    <a:pt x="6471" y="10114"/>
                  </a:lnTo>
                  <a:lnTo>
                    <a:pt x="6471" y="3884"/>
                  </a:lnTo>
                  <a:lnTo>
                    <a:pt x="5706" y="1612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" name="object 504" descr=""/>
            <p:cNvSpPr/>
            <p:nvPr/>
          </p:nvSpPr>
          <p:spPr>
            <a:xfrm>
              <a:off x="2129311" y="4179225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57" y="11308"/>
                  </a:lnTo>
                  <a:lnTo>
                    <a:pt x="1465" y="11727"/>
                  </a:lnTo>
                  <a:lnTo>
                    <a:pt x="1937" y="11947"/>
                  </a:lnTo>
                  <a:lnTo>
                    <a:pt x="4219" y="11947"/>
                  </a:lnTo>
                  <a:lnTo>
                    <a:pt x="5675" y="9036"/>
                  </a:lnTo>
                  <a:lnTo>
                    <a:pt x="5675" y="3518"/>
                  </a:lnTo>
                  <a:lnTo>
                    <a:pt x="5245" y="1759"/>
                  </a:lnTo>
                  <a:lnTo>
                    <a:pt x="4575" y="586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" name="object 505" descr=""/>
            <p:cNvSpPr/>
            <p:nvPr/>
          </p:nvSpPr>
          <p:spPr>
            <a:xfrm>
              <a:off x="2143689" y="416212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33" y="12366"/>
                  </a:lnTo>
                  <a:lnTo>
                    <a:pt x="2397" y="13025"/>
                  </a:lnTo>
                  <a:lnTo>
                    <a:pt x="5036" y="13025"/>
                  </a:lnTo>
                  <a:lnTo>
                    <a:pt x="6471" y="10114"/>
                  </a:lnTo>
                  <a:lnTo>
                    <a:pt x="6471" y="3884"/>
                  </a:lnTo>
                  <a:lnTo>
                    <a:pt x="5706" y="1612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" name="object 506" descr=""/>
            <p:cNvSpPr/>
            <p:nvPr/>
          </p:nvSpPr>
          <p:spPr>
            <a:xfrm>
              <a:off x="2143689" y="4162122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57" y="11308"/>
                  </a:lnTo>
                  <a:lnTo>
                    <a:pt x="1465" y="11727"/>
                  </a:lnTo>
                  <a:lnTo>
                    <a:pt x="1937" y="11947"/>
                  </a:lnTo>
                  <a:lnTo>
                    <a:pt x="4219" y="11947"/>
                  </a:lnTo>
                  <a:lnTo>
                    <a:pt x="5675" y="9036"/>
                  </a:lnTo>
                  <a:lnTo>
                    <a:pt x="5675" y="3518"/>
                  </a:lnTo>
                  <a:lnTo>
                    <a:pt x="5245" y="1759"/>
                  </a:lnTo>
                  <a:lnTo>
                    <a:pt x="4575" y="586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" name="object 507" descr=""/>
            <p:cNvSpPr/>
            <p:nvPr/>
          </p:nvSpPr>
          <p:spPr>
            <a:xfrm>
              <a:off x="2159664" y="4178309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33" y="12366"/>
                  </a:lnTo>
                  <a:lnTo>
                    <a:pt x="2397" y="13025"/>
                  </a:lnTo>
                  <a:lnTo>
                    <a:pt x="5036" y="13025"/>
                  </a:lnTo>
                  <a:lnTo>
                    <a:pt x="6471" y="10114"/>
                  </a:lnTo>
                  <a:lnTo>
                    <a:pt x="6471" y="3884"/>
                  </a:lnTo>
                  <a:lnTo>
                    <a:pt x="5706" y="1612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" name="object 508" descr=""/>
            <p:cNvSpPr/>
            <p:nvPr/>
          </p:nvSpPr>
          <p:spPr>
            <a:xfrm>
              <a:off x="2159664" y="4178309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57" y="11308"/>
                  </a:lnTo>
                  <a:lnTo>
                    <a:pt x="1465" y="11727"/>
                  </a:lnTo>
                  <a:lnTo>
                    <a:pt x="1937" y="11947"/>
                  </a:lnTo>
                  <a:lnTo>
                    <a:pt x="4219" y="11947"/>
                  </a:lnTo>
                  <a:lnTo>
                    <a:pt x="5675" y="9036"/>
                  </a:lnTo>
                  <a:lnTo>
                    <a:pt x="5675" y="3518"/>
                  </a:lnTo>
                  <a:lnTo>
                    <a:pt x="5245" y="1759"/>
                  </a:lnTo>
                  <a:lnTo>
                    <a:pt x="4575" y="586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" name="object 509" descr=""/>
            <p:cNvSpPr/>
            <p:nvPr/>
          </p:nvSpPr>
          <p:spPr>
            <a:xfrm>
              <a:off x="2133193" y="4196624"/>
              <a:ext cx="26670" cy="52705"/>
            </a:xfrm>
            <a:custGeom>
              <a:avLst/>
              <a:gdLst/>
              <a:ahLst/>
              <a:cxnLst/>
              <a:rect l="l" t="t" r="r" b="b"/>
              <a:pathLst>
                <a:path w="26669" h="52704">
                  <a:moveTo>
                    <a:pt x="13036" y="0"/>
                  </a:moveTo>
                  <a:lnTo>
                    <a:pt x="7955" y="2052"/>
                  </a:lnTo>
                  <a:lnTo>
                    <a:pt x="3812" y="7650"/>
                  </a:lnTo>
                  <a:lnTo>
                    <a:pt x="1022" y="15951"/>
                  </a:lnTo>
                  <a:lnTo>
                    <a:pt x="0" y="26114"/>
                  </a:lnTo>
                  <a:lnTo>
                    <a:pt x="0" y="36669"/>
                  </a:lnTo>
                  <a:lnTo>
                    <a:pt x="3120" y="45757"/>
                  </a:lnTo>
                  <a:lnTo>
                    <a:pt x="9277" y="51380"/>
                  </a:lnTo>
                  <a:lnTo>
                    <a:pt x="11120" y="52207"/>
                  </a:lnTo>
                  <a:lnTo>
                    <a:pt x="13036" y="52207"/>
                  </a:lnTo>
                  <a:lnTo>
                    <a:pt x="18104" y="50158"/>
                  </a:lnTo>
                  <a:lnTo>
                    <a:pt x="22241" y="44568"/>
                  </a:lnTo>
                  <a:lnTo>
                    <a:pt x="25029" y="36274"/>
                  </a:lnTo>
                  <a:lnTo>
                    <a:pt x="26051" y="26114"/>
                  </a:lnTo>
                  <a:lnTo>
                    <a:pt x="25138" y="16494"/>
                  </a:lnTo>
                  <a:lnTo>
                    <a:pt x="22634" y="8481"/>
                  </a:lnTo>
                  <a:lnTo>
                    <a:pt x="18890" y="2784"/>
                  </a:lnTo>
                  <a:lnTo>
                    <a:pt x="14261" y="115"/>
                  </a:lnTo>
                  <a:lnTo>
                    <a:pt x="13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" name="object 510" descr=""/>
            <p:cNvSpPr/>
            <p:nvPr/>
          </p:nvSpPr>
          <p:spPr>
            <a:xfrm>
              <a:off x="2133193" y="4196624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13036" y="0"/>
                  </a:moveTo>
                  <a:lnTo>
                    <a:pt x="7955" y="2052"/>
                  </a:lnTo>
                  <a:lnTo>
                    <a:pt x="3812" y="7650"/>
                  </a:lnTo>
                  <a:lnTo>
                    <a:pt x="1022" y="15951"/>
                  </a:lnTo>
                  <a:lnTo>
                    <a:pt x="0" y="26114"/>
                  </a:lnTo>
                  <a:lnTo>
                    <a:pt x="0" y="36669"/>
                  </a:lnTo>
                  <a:lnTo>
                    <a:pt x="3120" y="45757"/>
                  </a:lnTo>
                  <a:lnTo>
                    <a:pt x="7622" y="49862"/>
                  </a:lnTo>
                  <a:lnTo>
                    <a:pt x="8847" y="49988"/>
                  </a:lnTo>
                  <a:lnTo>
                    <a:pt x="13910" y="47933"/>
                  </a:lnTo>
                  <a:lnTo>
                    <a:pt x="18043" y="42332"/>
                  </a:lnTo>
                  <a:lnTo>
                    <a:pt x="20830" y="34027"/>
                  </a:lnTo>
                  <a:lnTo>
                    <a:pt x="21852" y="23863"/>
                  </a:lnTo>
                  <a:lnTo>
                    <a:pt x="21852" y="13339"/>
                  </a:lnTo>
                  <a:lnTo>
                    <a:pt x="18742" y="4219"/>
                  </a:lnTo>
                  <a:lnTo>
                    <a:pt x="14261" y="115"/>
                  </a:lnTo>
                  <a:lnTo>
                    <a:pt x="1303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" name="object 511" descr=""/>
            <p:cNvSpPr/>
            <p:nvPr/>
          </p:nvSpPr>
          <p:spPr>
            <a:xfrm>
              <a:off x="2046568" y="4156773"/>
              <a:ext cx="53975" cy="118110"/>
            </a:xfrm>
            <a:custGeom>
              <a:avLst/>
              <a:gdLst/>
              <a:ahLst/>
              <a:cxnLst/>
              <a:rect l="l" t="t" r="r" b="b"/>
              <a:pathLst>
                <a:path w="53975" h="118110">
                  <a:moveTo>
                    <a:pt x="26753" y="0"/>
                  </a:moveTo>
                  <a:lnTo>
                    <a:pt x="15222" y="4640"/>
                  </a:lnTo>
                  <a:lnTo>
                    <a:pt x="6842" y="17295"/>
                  </a:lnTo>
                  <a:lnTo>
                    <a:pt x="1729" y="36063"/>
                  </a:lnTo>
                  <a:lnTo>
                    <a:pt x="0" y="59045"/>
                  </a:lnTo>
                  <a:lnTo>
                    <a:pt x="1729" y="82026"/>
                  </a:lnTo>
                  <a:lnTo>
                    <a:pt x="6842" y="100795"/>
                  </a:lnTo>
                  <a:lnTo>
                    <a:pt x="15222" y="113450"/>
                  </a:lnTo>
                  <a:lnTo>
                    <a:pt x="26753" y="118090"/>
                  </a:lnTo>
                  <a:lnTo>
                    <a:pt x="38289" y="113450"/>
                  </a:lnTo>
                  <a:lnTo>
                    <a:pt x="46672" y="100795"/>
                  </a:lnTo>
                  <a:lnTo>
                    <a:pt x="51786" y="82026"/>
                  </a:lnTo>
                  <a:lnTo>
                    <a:pt x="53516" y="59045"/>
                  </a:lnTo>
                  <a:lnTo>
                    <a:pt x="51786" y="36063"/>
                  </a:lnTo>
                  <a:lnTo>
                    <a:pt x="46672" y="17295"/>
                  </a:lnTo>
                  <a:lnTo>
                    <a:pt x="38289" y="4640"/>
                  </a:lnTo>
                  <a:lnTo>
                    <a:pt x="26753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" name="object 512" descr=""/>
            <p:cNvSpPr/>
            <p:nvPr/>
          </p:nvSpPr>
          <p:spPr>
            <a:xfrm>
              <a:off x="2055416" y="4179225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33" y="12366"/>
                  </a:lnTo>
                  <a:lnTo>
                    <a:pt x="2397" y="13025"/>
                  </a:lnTo>
                  <a:lnTo>
                    <a:pt x="5036" y="13025"/>
                  </a:lnTo>
                  <a:lnTo>
                    <a:pt x="6471" y="10114"/>
                  </a:lnTo>
                  <a:lnTo>
                    <a:pt x="6471" y="3884"/>
                  </a:lnTo>
                  <a:lnTo>
                    <a:pt x="5706" y="1612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" name="object 513" descr=""/>
            <p:cNvSpPr/>
            <p:nvPr/>
          </p:nvSpPr>
          <p:spPr>
            <a:xfrm>
              <a:off x="2055416" y="4179225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57" y="11308"/>
                  </a:lnTo>
                  <a:lnTo>
                    <a:pt x="1465" y="11727"/>
                  </a:lnTo>
                  <a:lnTo>
                    <a:pt x="1937" y="11947"/>
                  </a:lnTo>
                  <a:lnTo>
                    <a:pt x="4219" y="11947"/>
                  </a:lnTo>
                  <a:lnTo>
                    <a:pt x="5675" y="9036"/>
                  </a:lnTo>
                  <a:lnTo>
                    <a:pt x="5675" y="3518"/>
                  </a:lnTo>
                  <a:lnTo>
                    <a:pt x="5245" y="1759"/>
                  </a:lnTo>
                  <a:lnTo>
                    <a:pt x="4575" y="586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" name="object 514" descr=""/>
            <p:cNvSpPr/>
            <p:nvPr/>
          </p:nvSpPr>
          <p:spPr>
            <a:xfrm>
              <a:off x="2069793" y="416212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33" y="12366"/>
                  </a:lnTo>
                  <a:lnTo>
                    <a:pt x="2397" y="13025"/>
                  </a:lnTo>
                  <a:lnTo>
                    <a:pt x="5036" y="13025"/>
                  </a:lnTo>
                  <a:lnTo>
                    <a:pt x="6471" y="10114"/>
                  </a:lnTo>
                  <a:lnTo>
                    <a:pt x="6471" y="3884"/>
                  </a:lnTo>
                  <a:lnTo>
                    <a:pt x="5706" y="1612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" name="object 515" descr=""/>
            <p:cNvSpPr/>
            <p:nvPr/>
          </p:nvSpPr>
          <p:spPr>
            <a:xfrm>
              <a:off x="2069793" y="4162122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57" y="11308"/>
                  </a:lnTo>
                  <a:lnTo>
                    <a:pt x="1465" y="11727"/>
                  </a:lnTo>
                  <a:lnTo>
                    <a:pt x="1937" y="11947"/>
                  </a:lnTo>
                  <a:lnTo>
                    <a:pt x="4219" y="11947"/>
                  </a:lnTo>
                  <a:lnTo>
                    <a:pt x="5675" y="9036"/>
                  </a:lnTo>
                  <a:lnTo>
                    <a:pt x="5675" y="3518"/>
                  </a:lnTo>
                  <a:lnTo>
                    <a:pt x="5245" y="1759"/>
                  </a:lnTo>
                  <a:lnTo>
                    <a:pt x="4575" y="586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" name="object 516" descr=""/>
            <p:cNvSpPr/>
            <p:nvPr/>
          </p:nvSpPr>
          <p:spPr>
            <a:xfrm>
              <a:off x="2085769" y="4178309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33" y="12366"/>
                  </a:lnTo>
                  <a:lnTo>
                    <a:pt x="2397" y="13025"/>
                  </a:lnTo>
                  <a:lnTo>
                    <a:pt x="5036" y="13025"/>
                  </a:lnTo>
                  <a:lnTo>
                    <a:pt x="6471" y="10114"/>
                  </a:lnTo>
                  <a:lnTo>
                    <a:pt x="6471" y="3884"/>
                  </a:lnTo>
                  <a:lnTo>
                    <a:pt x="5706" y="1612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" name="object 517" descr=""/>
            <p:cNvSpPr/>
            <p:nvPr/>
          </p:nvSpPr>
          <p:spPr>
            <a:xfrm>
              <a:off x="2085769" y="4178309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57" y="11308"/>
                  </a:lnTo>
                  <a:lnTo>
                    <a:pt x="1465" y="11727"/>
                  </a:lnTo>
                  <a:lnTo>
                    <a:pt x="1937" y="11947"/>
                  </a:lnTo>
                  <a:lnTo>
                    <a:pt x="4219" y="11947"/>
                  </a:lnTo>
                  <a:lnTo>
                    <a:pt x="5675" y="9036"/>
                  </a:lnTo>
                  <a:lnTo>
                    <a:pt x="5675" y="3518"/>
                  </a:lnTo>
                  <a:lnTo>
                    <a:pt x="5245" y="1759"/>
                  </a:lnTo>
                  <a:lnTo>
                    <a:pt x="4575" y="586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" name="object 518" descr=""/>
            <p:cNvSpPr/>
            <p:nvPr/>
          </p:nvSpPr>
          <p:spPr>
            <a:xfrm>
              <a:off x="2059297" y="4196624"/>
              <a:ext cx="26670" cy="52705"/>
            </a:xfrm>
            <a:custGeom>
              <a:avLst/>
              <a:gdLst/>
              <a:ahLst/>
              <a:cxnLst/>
              <a:rect l="l" t="t" r="r" b="b"/>
              <a:pathLst>
                <a:path w="26669" h="52704">
                  <a:moveTo>
                    <a:pt x="13036" y="0"/>
                  </a:moveTo>
                  <a:lnTo>
                    <a:pt x="7955" y="2052"/>
                  </a:lnTo>
                  <a:lnTo>
                    <a:pt x="3812" y="7650"/>
                  </a:lnTo>
                  <a:lnTo>
                    <a:pt x="1022" y="15951"/>
                  </a:lnTo>
                  <a:lnTo>
                    <a:pt x="0" y="26114"/>
                  </a:lnTo>
                  <a:lnTo>
                    <a:pt x="0" y="36669"/>
                  </a:lnTo>
                  <a:lnTo>
                    <a:pt x="3120" y="45757"/>
                  </a:lnTo>
                  <a:lnTo>
                    <a:pt x="9277" y="51380"/>
                  </a:lnTo>
                  <a:lnTo>
                    <a:pt x="11120" y="52207"/>
                  </a:lnTo>
                  <a:lnTo>
                    <a:pt x="13036" y="52207"/>
                  </a:lnTo>
                  <a:lnTo>
                    <a:pt x="18104" y="50158"/>
                  </a:lnTo>
                  <a:lnTo>
                    <a:pt x="22241" y="44568"/>
                  </a:lnTo>
                  <a:lnTo>
                    <a:pt x="25029" y="36274"/>
                  </a:lnTo>
                  <a:lnTo>
                    <a:pt x="26051" y="26114"/>
                  </a:lnTo>
                  <a:lnTo>
                    <a:pt x="25138" y="16494"/>
                  </a:lnTo>
                  <a:lnTo>
                    <a:pt x="22634" y="8481"/>
                  </a:lnTo>
                  <a:lnTo>
                    <a:pt x="18890" y="2784"/>
                  </a:lnTo>
                  <a:lnTo>
                    <a:pt x="14261" y="115"/>
                  </a:lnTo>
                  <a:lnTo>
                    <a:pt x="13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" name="object 519" descr=""/>
            <p:cNvSpPr/>
            <p:nvPr/>
          </p:nvSpPr>
          <p:spPr>
            <a:xfrm>
              <a:off x="2059297" y="4196624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13036" y="0"/>
                  </a:moveTo>
                  <a:lnTo>
                    <a:pt x="7955" y="2052"/>
                  </a:lnTo>
                  <a:lnTo>
                    <a:pt x="3812" y="7650"/>
                  </a:lnTo>
                  <a:lnTo>
                    <a:pt x="1022" y="15951"/>
                  </a:lnTo>
                  <a:lnTo>
                    <a:pt x="0" y="26114"/>
                  </a:lnTo>
                  <a:lnTo>
                    <a:pt x="0" y="36669"/>
                  </a:lnTo>
                  <a:lnTo>
                    <a:pt x="3120" y="45757"/>
                  </a:lnTo>
                  <a:lnTo>
                    <a:pt x="7622" y="49862"/>
                  </a:lnTo>
                  <a:lnTo>
                    <a:pt x="8847" y="49988"/>
                  </a:lnTo>
                  <a:lnTo>
                    <a:pt x="13910" y="47933"/>
                  </a:lnTo>
                  <a:lnTo>
                    <a:pt x="18043" y="42332"/>
                  </a:lnTo>
                  <a:lnTo>
                    <a:pt x="20830" y="34027"/>
                  </a:lnTo>
                  <a:lnTo>
                    <a:pt x="21852" y="23863"/>
                  </a:lnTo>
                  <a:lnTo>
                    <a:pt x="21852" y="13339"/>
                  </a:lnTo>
                  <a:lnTo>
                    <a:pt x="18742" y="4219"/>
                  </a:lnTo>
                  <a:lnTo>
                    <a:pt x="14261" y="115"/>
                  </a:lnTo>
                  <a:lnTo>
                    <a:pt x="1303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" name="object 520" descr=""/>
            <p:cNvSpPr/>
            <p:nvPr/>
          </p:nvSpPr>
          <p:spPr>
            <a:xfrm>
              <a:off x="1972672" y="4155960"/>
              <a:ext cx="53975" cy="118110"/>
            </a:xfrm>
            <a:custGeom>
              <a:avLst/>
              <a:gdLst/>
              <a:ahLst/>
              <a:cxnLst/>
              <a:rect l="l" t="t" r="r" b="b"/>
              <a:pathLst>
                <a:path w="53975" h="118110">
                  <a:moveTo>
                    <a:pt x="26763" y="0"/>
                  </a:moveTo>
                  <a:lnTo>
                    <a:pt x="15226" y="4640"/>
                  </a:lnTo>
                  <a:lnTo>
                    <a:pt x="6844" y="17295"/>
                  </a:lnTo>
                  <a:lnTo>
                    <a:pt x="1730" y="36063"/>
                  </a:lnTo>
                  <a:lnTo>
                    <a:pt x="0" y="59045"/>
                  </a:lnTo>
                  <a:lnTo>
                    <a:pt x="1730" y="82026"/>
                  </a:lnTo>
                  <a:lnTo>
                    <a:pt x="6844" y="100795"/>
                  </a:lnTo>
                  <a:lnTo>
                    <a:pt x="15226" y="113450"/>
                  </a:lnTo>
                  <a:lnTo>
                    <a:pt x="26763" y="118090"/>
                  </a:lnTo>
                  <a:lnTo>
                    <a:pt x="38294" y="113450"/>
                  </a:lnTo>
                  <a:lnTo>
                    <a:pt x="46673" y="100795"/>
                  </a:lnTo>
                  <a:lnTo>
                    <a:pt x="51786" y="82026"/>
                  </a:lnTo>
                  <a:lnTo>
                    <a:pt x="53516" y="59045"/>
                  </a:lnTo>
                  <a:lnTo>
                    <a:pt x="51786" y="36063"/>
                  </a:lnTo>
                  <a:lnTo>
                    <a:pt x="46673" y="17295"/>
                  </a:lnTo>
                  <a:lnTo>
                    <a:pt x="38294" y="4640"/>
                  </a:lnTo>
                  <a:lnTo>
                    <a:pt x="26763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" name="object 521" descr=""/>
            <p:cNvSpPr/>
            <p:nvPr/>
          </p:nvSpPr>
          <p:spPr>
            <a:xfrm>
              <a:off x="1981519" y="4178410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33" y="12366"/>
                  </a:lnTo>
                  <a:lnTo>
                    <a:pt x="2397" y="13025"/>
                  </a:lnTo>
                  <a:lnTo>
                    <a:pt x="5036" y="13025"/>
                  </a:lnTo>
                  <a:lnTo>
                    <a:pt x="6471" y="10114"/>
                  </a:lnTo>
                  <a:lnTo>
                    <a:pt x="6471" y="3884"/>
                  </a:lnTo>
                  <a:lnTo>
                    <a:pt x="5706" y="1612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" name="object 522" descr=""/>
            <p:cNvSpPr/>
            <p:nvPr/>
          </p:nvSpPr>
          <p:spPr>
            <a:xfrm>
              <a:off x="1981519" y="4178410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57" y="11308"/>
                  </a:lnTo>
                  <a:lnTo>
                    <a:pt x="1465" y="11727"/>
                  </a:lnTo>
                  <a:lnTo>
                    <a:pt x="1937" y="11947"/>
                  </a:lnTo>
                  <a:lnTo>
                    <a:pt x="4219" y="11947"/>
                  </a:lnTo>
                  <a:lnTo>
                    <a:pt x="5675" y="9036"/>
                  </a:lnTo>
                  <a:lnTo>
                    <a:pt x="5675" y="3518"/>
                  </a:lnTo>
                  <a:lnTo>
                    <a:pt x="5245" y="1759"/>
                  </a:lnTo>
                  <a:lnTo>
                    <a:pt x="4575" y="586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" name="object 523" descr=""/>
            <p:cNvSpPr/>
            <p:nvPr/>
          </p:nvSpPr>
          <p:spPr>
            <a:xfrm>
              <a:off x="1995897" y="416130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33" y="12366"/>
                  </a:lnTo>
                  <a:lnTo>
                    <a:pt x="2397" y="13025"/>
                  </a:lnTo>
                  <a:lnTo>
                    <a:pt x="5036" y="13025"/>
                  </a:lnTo>
                  <a:lnTo>
                    <a:pt x="6471" y="10114"/>
                  </a:lnTo>
                  <a:lnTo>
                    <a:pt x="6471" y="3884"/>
                  </a:lnTo>
                  <a:lnTo>
                    <a:pt x="5706" y="1612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" name="object 524" descr=""/>
            <p:cNvSpPr/>
            <p:nvPr/>
          </p:nvSpPr>
          <p:spPr>
            <a:xfrm>
              <a:off x="1995897" y="4161308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57" y="11308"/>
                  </a:lnTo>
                  <a:lnTo>
                    <a:pt x="1465" y="11727"/>
                  </a:lnTo>
                  <a:lnTo>
                    <a:pt x="1937" y="11947"/>
                  </a:lnTo>
                  <a:lnTo>
                    <a:pt x="4219" y="11947"/>
                  </a:lnTo>
                  <a:lnTo>
                    <a:pt x="5675" y="9036"/>
                  </a:lnTo>
                  <a:lnTo>
                    <a:pt x="5675" y="3518"/>
                  </a:lnTo>
                  <a:lnTo>
                    <a:pt x="5245" y="1759"/>
                  </a:lnTo>
                  <a:lnTo>
                    <a:pt x="4575" y="586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" name="object 525" descr=""/>
            <p:cNvSpPr/>
            <p:nvPr/>
          </p:nvSpPr>
          <p:spPr>
            <a:xfrm>
              <a:off x="2011873" y="4177494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33" y="12366"/>
                  </a:lnTo>
                  <a:lnTo>
                    <a:pt x="2397" y="13025"/>
                  </a:lnTo>
                  <a:lnTo>
                    <a:pt x="5036" y="13025"/>
                  </a:lnTo>
                  <a:lnTo>
                    <a:pt x="6471" y="10114"/>
                  </a:lnTo>
                  <a:lnTo>
                    <a:pt x="6471" y="3884"/>
                  </a:lnTo>
                  <a:lnTo>
                    <a:pt x="5706" y="1612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" name="object 526" descr=""/>
            <p:cNvSpPr/>
            <p:nvPr/>
          </p:nvSpPr>
          <p:spPr>
            <a:xfrm>
              <a:off x="2011873" y="4177494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57" y="11308"/>
                  </a:lnTo>
                  <a:lnTo>
                    <a:pt x="1465" y="11727"/>
                  </a:lnTo>
                  <a:lnTo>
                    <a:pt x="1937" y="11947"/>
                  </a:lnTo>
                  <a:lnTo>
                    <a:pt x="4219" y="11947"/>
                  </a:lnTo>
                  <a:lnTo>
                    <a:pt x="5675" y="9036"/>
                  </a:lnTo>
                  <a:lnTo>
                    <a:pt x="5675" y="3518"/>
                  </a:lnTo>
                  <a:lnTo>
                    <a:pt x="5245" y="1759"/>
                  </a:lnTo>
                  <a:lnTo>
                    <a:pt x="4575" y="586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" name="object 527" descr=""/>
            <p:cNvSpPr/>
            <p:nvPr/>
          </p:nvSpPr>
          <p:spPr>
            <a:xfrm>
              <a:off x="1985402" y="4195809"/>
              <a:ext cx="26670" cy="52705"/>
            </a:xfrm>
            <a:custGeom>
              <a:avLst/>
              <a:gdLst/>
              <a:ahLst/>
              <a:cxnLst/>
              <a:rect l="l" t="t" r="r" b="b"/>
              <a:pathLst>
                <a:path w="26669" h="52704">
                  <a:moveTo>
                    <a:pt x="13036" y="0"/>
                  </a:moveTo>
                  <a:lnTo>
                    <a:pt x="7955" y="2052"/>
                  </a:lnTo>
                  <a:lnTo>
                    <a:pt x="3812" y="7650"/>
                  </a:lnTo>
                  <a:lnTo>
                    <a:pt x="1022" y="15951"/>
                  </a:lnTo>
                  <a:lnTo>
                    <a:pt x="0" y="26114"/>
                  </a:lnTo>
                  <a:lnTo>
                    <a:pt x="0" y="36669"/>
                  </a:lnTo>
                  <a:lnTo>
                    <a:pt x="3109" y="45757"/>
                  </a:lnTo>
                  <a:lnTo>
                    <a:pt x="9277" y="51380"/>
                  </a:lnTo>
                  <a:lnTo>
                    <a:pt x="11120" y="52207"/>
                  </a:lnTo>
                  <a:lnTo>
                    <a:pt x="13036" y="52207"/>
                  </a:lnTo>
                  <a:lnTo>
                    <a:pt x="18100" y="50158"/>
                  </a:lnTo>
                  <a:lnTo>
                    <a:pt x="22237" y="44568"/>
                  </a:lnTo>
                  <a:lnTo>
                    <a:pt x="25028" y="36274"/>
                  </a:lnTo>
                  <a:lnTo>
                    <a:pt x="26051" y="26114"/>
                  </a:lnTo>
                  <a:lnTo>
                    <a:pt x="25138" y="16494"/>
                  </a:lnTo>
                  <a:lnTo>
                    <a:pt x="22634" y="8481"/>
                  </a:lnTo>
                  <a:lnTo>
                    <a:pt x="18890" y="2784"/>
                  </a:lnTo>
                  <a:lnTo>
                    <a:pt x="14261" y="115"/>
                  </a:lnTo>
                  <a:lnTo>
                    <a:pt x="13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" name="object 528" descr=""/>
            <p:cNvSpPr/>
            <p:nvPr/>
          </p:nvSpPr>
          <p:spPr>
            <a:xfrm>
              <a:off x="1985402" y="4195809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13036" y="0"/>
                  </a:moveTo>
                  <a:lnTo>
                    <a:pt x="7955" y="2052"/>
                  </a:lnTo>
                  <a:lnTo>
                    <a:pt x="3812" y="7650"/>
                  </a:lnTo>
                  <a:lnTo>
                    <a:pt x="1022" y="15951"/>
                  </a:lnTo>
                  <a:lnTo>
                    <a:pt x="0" y="26114"/>
                  </a:lnTo>
                  <a:lnTo>
                    <a:pt x="0" y="36669"/>
                  </a:lnTo>
                  <a:lnTo>
                    <a:pt x="3109" y="45757"/>
                  </a:lnTo>
                  <a:lnTo>
                    <a:pt x="7622" y="49862"/>
                  </a:lnTo>
                  <a:lnTo>
                    <a:pt x="8837" y="49988"/>
                  </a:lnTo>
                  <a:lnTo>
                    <a:pt x="13905" y="47933"/>
                  </a:lnTo>
                  <a:lnTo>
                    <a:pt x="18042" y="42332"/>
                  </a:lnTo>
                  <a:lnTo>
                    <a:pt x="20830" y="34027"/>
                  </a:lnTo>
                  <a:lnTo>
                    <a:pt x="21852" y="23863"/>
                  </a:lnTo>
                  <a:lnTo>
                    <a:pt x="21852" y="13339"/>
                  </a:lnTo>
                  <a:lnTo>
                    <a:pt x="18742" y="4219"/>
                  </a:lnTo>
                  <a:lnTo>
                    <a:pt x="14261" y="115"/>
                  </a:lnTo>
                  <a:lnTo>
                    <a:pt x="1303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" name="object 529" descr=""/>
            <p:cNvSpPr/>
            <p:nvPr/>
          </p:nvSpPr>
          <p:spPr>
            <a:xfrm>
              <a:off x="1898776" y="4155960"/>
              <a:ext cx="53975" cy="118110"/>
            </a:xfrm>
            <a:custGeom>
              <a:avLst/>
              <a:gdLst/>
              <a:ahLst/>
              <a:cxnLst/>
              <a:rect l="l" t="t" r="r" b="b"/>
              <a:pathLst>
                <a:path w="53975" h="118110">
                  <a:moveTo>
                    <a:pt x="26763" y="0"/>
                  </a:moveTo>
                  <a:lnTo>
                    <a:pt x="15226" y="4640"/>
                  </a:lnTo>
                  <a:lnTo>
                    <a:pt x="6844" y="17295"/>
                  </a:lnTo>
                  <a:lnTo>
                    <a:pt x="1730" y="36063"/>
                  </a:lnTo>
                  <a:lnTo>
                    <a:pt x="0" y="59045"/>
                  </a:lnTo>
                  <a:lnTo>
                    <a:pt x="1730" y="82026"/>
                  </a:lnTo>
                  <a:lnTo>
                    <a:pt x="6844" y="100795"/>
                  </a:lnTo>
                  <a:lnTo>
                    <a:pt x="15226" y="113450"/>
                  </a:lnTo>
                  <a:lnTo>
                    <a:pt x="26763" y="118090"/>
                  </a:lnTo>
                  <a:lnTo>
                    <a:pt x="38294" y="113450"/>
                  </a:lnTo>
                  <a:lnTo>
                    <a:pt x="46673" y="100795"/>
                  </a:lnTo>
                  <a:lnTo>
                    <a:pt x="51786" y="82026"/>
                  </a:lnTo>
                  <a:lnTo>
                    <a:pt x="53516" y="59045"/>
                  </a:lnTo>
                  <a:lnTo>
                    <a:pt x="51786" y="36063"/>
                  </a:lnTo>
                  <a:lnTo>
                    <a:pt x="46673" y="17295"/>
                  </a:lnTo>
                  <a:lnTo>
                    <a:pt x="38294" y="4640"/>
                  </a:lnTo>
                  <a:lnTo>
                    <a:pt x="26763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" name="object 530" descr=""/>
            <p:cNvSpPr/>
            <p:nvPr/>
          </p:nvSpPr>
          <p:spPr>
            <a:xfrm>
              <a:off x="1907624" y="4178410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33" y="12366"/>
                  </a:lnTo>
                  <a:lnTo>
                    <a:pt x="2397" y="13025"/>
                  </a:lnTo>
                  <a:lnTo>
                    <a:pt x="5036" y="13025"/>
                  </a:lnTo>
                  <a:lnTo>
                    <a:pt x="6471" y="10114"/>
                  </a:lnTo>
                  <a:lnTo>
                    <a:pt x="6471" y="3884"/>
                  </a:lnTo>
                  <a:lnTo>
                    <a:pt x="5706" y="1612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" name="object 531" descr=""/>
            <p:cNvSpPr/>
            <p:nvPr/>
          </p:nvSpPr>
          <p:spPr>
            <a:xfrm>
              <a:off x="1907624" y="4178410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57" y="11308"/>
                  </a:lnTo>
                  <a:lnTo>
                    <a:pt x="1465" y="11727"/>
                  </a:lnTo>
                  <a:lnTo>
                    <a:pt x="1937" y="11947"/>
                  </a:lnTo>
                  <a:lnTo>
                    <a:pt x="4219" y="11947"/>
                  </a:lnTo>
                  <a:lnTo>
                    <a:pt x="5675" y="9036"/>
                  </a:lnTo>
                  <a:lnTo>
                    <a:pt x="5675" y="3518"/>
                  </a:lnTo>
                  <a:lnTo>
                    <a:pt x="5245" y="1759"/>
                  </a:lnTo>
                  <a:lnTo>
                    <a:pt x="4575" y="586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" name="object 532" descr=""/>
            <p:cNvSpPr/>
            <p:nvPr/>
          </p:nvSpPr>
          <p:spPr>
            <a:xfrm>
              <a:off x="1922002" y="416130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33" y="12366"/>
                  </a:lnTo>
                  <a:lnTo>
                    <a:pt x="2397" y="13025"/>
                  </a:lnTo>
                  <a:lnTo>
                    <a:pt x="5036" y="13025"/>
                  </a:lnTo>
                  <a:lnTo>
                    <a:pt x="6471" y="10114"/>
                  </a:lnTo>
                  <a:lnTo>
                    <a:pt x="6471" y="3884"/>
                  </a:lnTo>
                  <a:lnTo>
                    <a:pt x="5706" y="1612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" name="object 533" descr=""/>
            <p:cNvSpPr/>
            <p:nvPr/>
          </p:nvSpPr>
          <p:spPr>
            <a:xfrm>
              <a:off x="1922002" y="4161308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57" y="11308"/>
                  </a:lnTo>
                  <a:lnTo>
                    <a:pt x="1465" y="11727"/>
                  </a:lnTo>
                  <a:lnTo>
                    <a:pt x="1937" y="11947"/>
                  </a:lnTo>
                  <a:lnTo>
                    <a:pt x="4219" y="11947"/>
                  </a:lnTo>
                  <a:lnTo>
                    <a:pt x="5675" y="9036"/>
                  </a:lnTo>
                  <a:lnTo>
                    <a:pt x="5675" y="3518"/>
                  </a:lnTo>
                  <a:lnTo>
                    <a:pt x="5245" y="1759"/>
                  </a:lnTo>
                  <a:lnTo>
                    <a:pt x="4575" y="586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" name="object 534" descr=""/>
            <p:cNvSpPr/>
            <p:nvPr/>
          </p:nvSpPr>
          <p:spPr>
            <a:xfrm>
              <a:off x="1937977" y="4177494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33" y="12366"/>
                  </a:lnTo>
                  <a:lnTo>
                    <a:pt x="2397" y="13025"/>
                  </a:lnTo>
                  <a:lnTo>
                    <a:pt x="5036" y="13025"/>
                  </a:lnTo>
                  <a:lnTo>
                    <a:pt x="6471" y="10114"/>
                  </a:lnTo>
                  <a:lnTo>
                    <a:pt x="6471" y="3884"/>
                  </a:lnTo>
                  <a:lnTo>
                    <a:pt x="5706" y="1612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" name="object 535" descr=""/>
            <p:cNvSpPr/>
            <p:nvPr/>
          </p:nvSpPr>
          <p:spPr>
            <a:xfrm>
              <a:off x="1937977" y="4177494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57" y="11308"/>
                  </a:lnTo>
                  <a:lnTo>
                    <a:pt x="1465" y="11727"/>
                  </a:lnTo>
                  <a:lnTo>
                    <a:pt x="1937" y="11947"/>
                  </a:lnTo>
                  <a:lnTo>
                    <a:pt x="4219" y="11947"/>
                  </a:lnTo>
                  <a:lnTo>
                    <a:pt x="5675" y="9036"/>
                  </a:lnTo>
                  <a:lnTo>
                    <a:pt x="5675" y="3518"/>
                  </a:lnTo>
                  <a:lnTo>
                    <a:pt x="5245" y="1759"/>
                  </a:lnTo>
                  <a:lnTo>
                    <a:pt x="4575" y="586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" name="object 536" descr=""/>
            <p:cNvSpPr/>
            <p:nvPr/>
          </p:nvSpPr>
          <p:spPr>
            <a:xfrm>
              <a:off x="1911507" y="4195809"/>
              <a:ext cx="26670" cy="52705"/>
            </a:xfrm>
            <a:custGeom>
              <a:avLst/>
              <a:gdLst/>
              <a:ahLst/>
              <a:cxnLst/>
              <a:rect l="l" t="t" r="r" b="b"/>
              <a:pathLst>
                <a:path w="26669" h="52704">
                  <a:moveTo>
                    <a:pt x="13036" y="0"/>
                  </a:moveTo>
                  <a:lnTo>
                    <a:pt x="7955" y="2052"/>
                  </a:lnTo>
                  <a:lnTo>
                    <a:pt x="3812" y="7650"/>
                  </a:lnTo>
                  <a:lnTo>
                    <a:pt x="1022" y="15951"/>
                  </a:lnTo>
                  <a:lnTo>
                    <a:pt x="0" y="26114"/>
                  </a:lnTo>
                  <a:lnTo>
                    <a:pt x="0" y="36669"/>
                  </a:lnTo>
                  <a:lnTo>
                    <a:pt x="3120" y="45757"/>
                  </a:lnTo>
                  <a:lnTo>
                    <a:pt x="9277" y="51380"/>
                  </a:lnTo>
                  <a:lnTo>
                    <a:pt x="11120" y="52207"/>
                  </a:lnTo>
                  <a:lnTo>
                    <a:pt x="13036" y="52207"/>
                  </a:lnTo>
                  <a:lnTo>
                    <a:pt x="18100" y="50158"/>
                  </a:lnTo>
                  <a:lnTo>
                    <a:pt x="22237" y="44568"/>
                  </a:lnTo>
                  <a:lnTo>
                    <a:pt x="25028" y="36274"/>
                  </a:lnTo>
                  <a:lnTo>
                    <a:pt x="26051" y="26114"/>
                  </a:lnTo>
                  <a:lnTo>
                    <a:pt x="25138" y="16494"/>
                  </a:lnTo>
                  <a:lnTo>
                    <a:pt x="22634" y="8481"/>
                  </a:lnTo>
                  <a:lnTo>
                    <a:pt x="18890" y="2784"/>
                  </a:lnTo>
                  <a:lnTo>
                    <a:pt x="14261" y="115"/>
                  </a:lnTo>
                  <a:lnTo>
                    <a:pt x="13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" name="object 537" descr=""/>
            <p:cNvSpPr/>
            <p:nvPr/>
          </p:nvSpPr>
          <p:spPr>
            <a:xfrm>
              <a:off x="1911507" y="4195809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13036" y="0"/>
                  </a:moveTo>
                  <a:lnTo>
                    <a:pt x="7955" y="2052"/>
                  </a:lnTo>
                  <a:lnTo>
                    <a:pt x="3812" y="7650"/>
                  </a:lnTo>
                  <a:lnTo>
                    <a:pt x="1022" y="15951"/>
                  </a:lnTo>
                  <a:lnTo>
                    <a:pt x="0" y="26114"/>
                  </a:lnTo>
                  <a:lnTo>
                    <a:pt x="0" y="36669"/>
                  </a:lnTo>
                  <a:lnTo>
                    <a:pt x="3120" y="45757"/>
                  </a:lnTo>
                  <a:lnTo>
                    <a:pt x="7622" y="49862"/>
                  </a:lnTo>
                  <a:lnTo>
                    <a:pt x="8837" y="49988"/>
                  </a:lnTo>
                  <a:lnTo>
                    <a:pt x="13905" y="47933"/>
                  </a:lnTo>
                  <a:lnTo>
                    <a:pt x="18042" y="42332"/>
                  </a:lnTo>
                  <a:lnTo>
                    <a:pt x="20830" y="34027"/>
                  </a:lnTo>
                  <a:lnTo>
                    <a:pt x="21852" y="23863"/>
                  </a:lnTo>
                  <a:lnTo>
                    <a:pt x="21852" y="13339"/>
                  </a:lnTo>
                  <a:lnTo>
                    <a:pt x="18742" y="4219"/>
                  </a:lnTo>
                  <a:lnTo>
                    <a:pt x="14261" y="115"/>
                  </a:lnTo>
                  <a:lnTo>
                    <a:pt x="1303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" name="object 538" descr=""/>
            <p:cNvSpPr/>
            <p:nvPr/>
          </p:nvSpPr>
          <p:spPr>
            <a:xfrm>
              <a:off x="1824881" y="4151888"/>
              <a:ext cx="53975" cy="118110"/>
            </a:xfrm>
            <a:custGeom>
              <a:avLst/>
              <a:gdLst/>
              <a:ahLst/>
              <a:cxnLst/>
              <a:rect l="l" t="t" r="r" b="b"/>
              <a:pathLst>
                <a:path w="53975" h="118110">
                  <a:moveTo>
                    <a:pt x="26753" y="0"/>
                  </a:moveTo>
                  <a:lnTo>
                    <a:pt x="15222" y="4640"/>
                  </a:lnTo>
                  <a:lnTo>
                    <a:pt x="6842" y="17295"/>
                  </a:lnTo>
                  <a:lnTo>
                    <a:pt x="1729" y="36063"/>
                  </a:lnTo>
                  <a:lnTo>
                    <a:pt x="0" y="59045"/>
                  </a:lnTo>
                  <a:lnTo>
                    <a:pt x="1729" y="82026"/>
                  </a:lnTo>
                  <a:lnTo>
                    <a:pt x="6842" y="100795"/>
                  </a:lnTo>
                  <a:lnTo>
                    <a:pt x="15222" y="113450"/>
                  </a:lnTo>
                  <a:lnTo>
                    <a:pt x="26753" y="118090"/>
                  </a:lnTo>
                  <a:lnTo>
                    <a:pt x="38289" y="113450"/>
                  </a:lnTo>
                  <a:lnTo>
                    <a:pt x="46672" y="100795"/>
                  </a:lnTo>
                  <a:lnTo>
                    <a:pt x="51786" y="82026"/>
                  </a:lnTo>
                  <a:lnTo>
                    <a:pt x="53516" y="59045"/>
                  </a:lnTo>
                  <a:lnTo>
                    <a:pt x="51786" y="36063"/>
                  </a:lnTo>
                  <a:lnTo>
                    <a:pt x="46672" y="17295"/>
                  </a:lnTo>
                  <a:lnTo>
                    <a:pt x="38289" y="4640"/>
                  </a:lnTo>
                  <a:lnTo>
                    <a:pt x="26753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" name="object 539" descr=""/>
            <p:cNvSpPr/>
            <p:nvPr/>
          </p:nvSpPr>
          <p:spPr>
            <a:xfrm>
              <a:off x="1833728" y="417433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33" y="12366"/>
                  </a:lnTo>
                  <a:lnTo>
                    <a:pt x="2397" y="13025"/>
                  </a:lnTo>
                  <a:lnTo>
                    <a:pt x="5036" y="13025"/>
                  </a:lnTo>
                  <a:lnTo>
                    <a:pt x="6471" y="10114"/>
                  </a:lnTo>
                  <a:lnTo>
                    <a:pt x="6471" y="3884"/>
                  </a:lnTo>
                  <a:lnTo>
                    <a:pt x="5706" y="1612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" name="object 540" descr=""/>
            <p:cNvSpPr/>
            <p:nvPr/>
          </p:nvSpPr>
          <p:spPr>
            <a:xfrm>
              <a:off x="1833728" y="4174338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57" y="11308"/>
                  </a:lnTo>
                  <a:lnTo>
                    <a:pt x="1465" y="11727"/>
                  </a:lnTo>
                  <a:lnTo>
                    <a:pt x="1937" y="11947"/>
                  </a:lnTo>
                  <a:lnTo>
                    <a:pt x="4219" y="11947"/>
                  </a:lnTo>
                  <a:lnTo>
                    <a:pt x="5675" y="9036"/>
                  </a:lnTo>
                  <a:lnTo>
                    <a:pt x="5675" y="3518"/>
                  </a:lnTo>
                  <a:lnTo>
                    <a:pt x="5245" y="1759"/>
                  </a:lnTo>
                  <a:lnTo>
                    <a:pt x="4575" y="586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" name="object 541" descr=""/>
            <p:cNvSpPr/>
            <p:nvPr/>
          </p:nvSpPr>
          <p:spPr>
            <a:xfrm>
              <a:off x="1848107" y="415723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33" y="12366"/>
                  </a:lnTo>
                  <a:lnTo>
                    <a:pt x="2397" y="13025"/>
                  </a:lnTo>
                  <a:lnTo>
                    <a:pt x="5036" y="13025"/>
                  </a:lnTo>
                  <a:lnTo>
                    <a:pt x="6471" y="10114"/>
                  </a:lnTo>
                  <a:lnTo>
                    <a:pt x="6471" y="3884"/>
                  </a:lnTo>
                  <a:lnTo>
                    <a:pt x="5706" y="1612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" name="object 542" descr=""/>
            <p:cNvSpPr/>
            <p:nvPr/>
          </p:nvSpPr>
          <p:spPr>
            <a:xfrm>
              <a:off x="1848107" y="4157236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57" y="11308"/>
                  </a:lnTo>
                  <a:lnTo>
                    <a:pt x="1465" y="11727"/>
                  </a:lnTo>
                  <a:lnTo>
                    <a:pt x="1937" y="11947"/>
                  </a:lnTo>
                  <a:lnTo>
                    <a:pt x="4219" y="11947"/>
                  </a:lnTo>
                  <a:lnTo>
                    <a:pt x="5675" y="9036"/>
                  </a:lnTo>
                  <a:lnTo>
                    <a:pt x="5675" y="3518"/>
                  </a:lnTo>
                  <a:lnTo>
                    <a:pt x="5245" y="1759"/>
                  </a:lnTo>
                  <a:lnTo>
                    <a:pt x="4575" y="586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" name="object 543" descr=""/>
            <p:cNvSpPr/>
            <p:nvPr/>
          </p:nvSpPr>
          <p:spPr>
            <a:xfrm>
              <a:off x="1864081" y="417342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33" y="12366"/>
                  </a:lnTo>
                  <a:lnTo>
                    <a:pt x="2397" y="13025"/>
                  </a:lnTo>
                  <a:lnTo>
                    <a:pt x="5036" y="13025"/>
                  </a:lnTo>
                  <a:lnTo>
                    <a:pt x="6471" y="10114"/>
                  </a:lnTo>
                  <a:lnTo>
                    <a:pt x="6471" y="3884"/>
                  </a:lnTo>
                  <a:lnTo>
                    <a:pt x="5706" y="1612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" name="object 544" descr=""/>
            <p:cNvSpPr/>
            <p:nvPr/>
          </p:nvSpPr>
          <p:spPr>
            <a:xfrm>
              <a:off x="1864081" y="4173422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57" y="11308"/>
                  </a:lnTo>
                  <a:lnTo>
                    <a:pt x="1465" y="11727"/>
                  </a:lnTo>
                  <a:lnTo>
                    <a:pt x="1937" y="11947"/>
                  </a:lnTo>
                  <a:lnTo>
                    <a:pt x="4219" y="11947"/>
                  </a:lnTo>
                  <a:lnTo>
                    <a:pt x="5675" y="9036"/>
                  </a:lnTo>
                  <a:lnTo>
                    <a:pt x="5675" y="3518"/>
                  </a:lnTo>
                  <a:lnTo>
                    <a:pt x="5245" y="1759"/>
                  </a:lnTo>
                  <a:lnTo>
                    <a:pt x="4575" y="586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" name="object 545" descr=""/>
            <p:cNvSpPr/>
            <p:nvPr/>
          </p:nvSpPr>
          <p:spPr>
            <a:xfrm>
              <a:off x="1837611" y="4191737"/>
              <a:ext cx="26670" cy="52705"/>
            </a:xfrm>
            <a:custGeom>
              <a:avLst/>
              <a:gdLst/>
              <a:ahLst/>
              <a:cxnLst/>
              <a:rect l="l" t="t" r="r" b="b"/>
              <a:pathLst>
                <a:path w="26669" h="52704">
                  <a:moveTo>
                    <a:pt x="13036" y="0"/>
                  </a:moveTo>
                  <a:lnTo>
                    <a:pt x="7955" y="2052"/>
                  </a:lnTo>
                  <a:lnTo>
                    <a:pt x="3812" y="7650"/>
                  </a:lnTo>
                  <a:lnTo>
                    <a:pt x="1022" y="15951"/>
                  </a:lnTo>
                  <a:lnTo>
                    <a:pt x="0" y="26114"/>
                  </a:lnTo>
                  <a:lnTo>
                    <a:pt x="0" y="36669"/>
                  </a:lnTo>
                  <a:lnTo>
                    <a:pt x="3120" y="45757"/>
                  </a:lnTo>
                  <a:lnTo>
                    <a:pt x="9277" y="51380"/>
                  </a:lnTo>
                  <a:lnTo>
                    <a:pt x="11120" y="52207"/>
                  </a:lnTo>
                  <a:lnTo>
                    <a:pt x="13036" y="52207"/>
                  </a:lnTo>
                  <a:lnTo>
                    <a:pt x="18104" y="50158"/>
                  </a:lnTo>
                  <a:lnTo>
                    <a:pt x="22241" y="44568"/>
                  </a:lnTo>
                  <a:lnTo>
                    <a:pt x="25029" y="36274"/>
                  </a:lnTo>
                  <a:lnTo>
                    <a:pt x="26051" y="26114"/>
                  </a:lnTo>
                  <a:lnTo>
                    <a:pt x="25138" y="16494"/>
                  </a:lnTo>
                  <a:lnTo>
                    <a:pt x="22634" y="8481"/>
                  </a:lnTo>
                  <a:lnTo>
                    <a:pt x="18890" y="2784"/>
                  </a:lnTo>
                  <a:lnTo>
                    <a:pt x="14261" y="115"/>
                  </a:lnTo>
                  <a:lnTo>
                    <a:pt x="13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" name="object 546" descr=""/>
            <p:cNvSpPr/>
            <p:nvPr/>
          </p:nvSpPr>
          <p:spPr>
            <a:xfrm>
              <a:off x="1837611" y="4191737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13036" y="0"/>
                  </a:moveTo>
                  <a:lnTo>
                    <a:pt x="7955" y="2052"/>
                  </a:lnTo>
                  <a:lnTo>
                    <a:pt x="3812" y="7650"/>
                  </a:lnTo>
                  <a:lnTo>
                    <a:pt x="1022" y="15951"/>
                  </a:lnTo>
                  <a:lnTo>
                    <a:pt x="0" y="26114"/>
                  </a:lnTo>
                  <a:lnTo>
                    <a:pt x="0" y="36669"/>
                  </a:lnTo>
                  <a:lnTo>
                    <a:pt x="3120" y="45757"/>
                  </a:lnTo>
                  <a:lnTo>
                    <a:pt x="7622" y="49862"/>
                  </a:lnTo>
                  <a:lnTo>
                    <a:pt x="8837" y="49988"/>
                  </a:lnTo>
                  <a:lnTo>
                    <a:pt x="13905" y="47933"/>
                  </a:lnTo>
                  <a:lnTo>
                    <a:pt x="18042" y="42332"/>
                  </a:lnTo>
                  <a:lnTo>
                    <a:pt x="20830" y="34027"/>
                  </a:lnTo>
                  <a:lnTo>
                    <a:pt x="21852" y="23863"/>
                  </a:lnTo>
                  <a:lnTo>
                    <a:pt x="21852" y="13339"/>
                  </a:lnTo>
                  <a:lnTo>
                    <a:pt x="18742" y="4219"/>
                  </a:lnTo>
                  <a:lnTo>
                    <a:pt x="14261" y="115"/>
                  </a:lnTo>
                  <a:lnTo>
                    <a:pt x="1303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" name="object 547" descr=""/>
            <p:cNvSpPr/>
            <p:nvPr/>
          </p:nvSpPr>
          <p:spPr>
            <a:xfrm>
              <a:off x="1750986" y="4151888"/>
              <a:ext cx="53975" cy="118110"/>
            </a:xfrm>
            <a:custGeom>
              <a:avLst/>
              <a:gdLst/>
              <a:ahLst/>
              <a:cxnLst/>
              <a:rect l="l" t="t" r="r" b="b"/>
              <a:pathLst>
                <a:path w="53975" h="118110">
                  <a:moveTo>
                    <a:pt x="26753" y="0"/>
                  </a:moveTo>
                  <a:lnTo>
                    <a:pt x="15222" y="4640"/>
                  </a:lnTo>
                  <a:lnTo>
                    <a:pt x="6842" y="17295"/>
                  </a:lnTo>
                  <a:lnTo>
                    <a:pt x="1729" y="36063"/>
                  </a:lnTo>
                  <a:lnTo>
                    <a:pt x="0" y="59045"/>
                  </a:lnTo>
                  <a:lnTo>
                    <a:pt x="1729" y="82026"/>
                  </a:lnTo>
                  <a:lnTo>
                    <a:pt x="6842" y="100795"/>
                  </a:lnTo>
                  <a:lnTo>
                    <a:pt x="15222" y="113450"/>
                  </a:lnTo>
                  <a:lnTo>
                    <a:pt x="26753" y="118090"/>
                  </a:lnTo>
                  <a:lnTo>
                    <a:pt x="38289" y="113450"/>
                  </a:lnTo>
                  <a:lnTo>
                    <a:pt x="46672" y="100795"/>
                  </a:lnTo>
                  <a:lnTo>
                    <a:pt x="51786" y="82026"/>
                  </a:lnTo>
                  <a:lnTo>
                    <a:pt x="53516" y="59045"/>
                  </a:lnTo>
                  <a:lnTo>
                    <a:pt x="51786" y="36063"/>
                  </a:lnTo>
                  <a:lnTo>
                    <a:pt x="46672" y="17295"/>
                  </a:lnTo>
                  <a:lnTo>
                    <a:pt x="38289" y="4640"/>
                  </a:lnTo>
                  <a:lnTo>
                    <a:pt x="26753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" name="object 548" descr=""/>
            <p:cNvSpPr/>
            <p:nvPr/>
          </p:nvSpPr>
          <p:spPr>
            <a:xfrm>
              <a:off x="1759833" y="417433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33" y="12366"/>
                  </a:lnTo>
                  <a:lnTo>
                    <a:pt x="2397" y="13025"/>
                  </a:lnTo>
                  <a:lnTo>
                    <a:pt x="5036" y="13025"/>
                  </a:lnTo>
                  <a:lnTo>
                    <a:pt x="6471" y="10114"/>
                  </a:lnTo>
                  <a:lnTo>
                    <a:pt x="6471" y="3884"/>
                  </a:lnTo>
                  <a:lnTo>
                    <a:pt x="5706" y="1612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" name="object 549" descr=""/>
            <p:cNvSpPr/>
            <p:nvPr/>
          </p:nvSpPr>
          <p:spPr>
            <a:xfrm>
              <a:off x="1759833" y="4174338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57" y="11308"/>
                  </a:lnTo>
                  <a:lnTo>
                    <a:pt x="1465" y="11727"/>
                  </a:lnTo>
                  <a:lnTo>
                    <a:pt x="1937" y="11947"/>
                  </a:lnTo>
                  <a:lnTo>
                    <a:pt x="4219" y="11947"/>
                  </a:lnTo>
                  <a:lnTo>
                    <a:pt x="5675" y="9036"/>
                  </a:lnTo>
                  <a:lnTo>
                    <a:pt x="5675" y="3518"/>
                  </a:lnTo>
                  <a:lnTo>
                    <a:pt x="5245" y="1759"/>
                  </a:lnTo>
                  <a:lnTo>
                    <a:pt x="4575" y="586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" name="object 550" descr=""/>
            <p:cNvSpPr/>
            <p:nvPr/>
          </p:nvSpPr>
          <p:spPr>
            <a:xfrm>
              <a:off x="1774210" y="415723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33" y="12366"/>
                  </a:lnTo>
                  <a:lnTo>
                    <a:pt x="2397" y="13025"/>
                  </a:lnTo>
                  <a:lnTo>
                    <a:pt x="5036" y="13025"/>
                  </a:lnTo>
                  <a:lnTo>
                    <a:pt x="6471" y="10114"/>
                  </a:lnTo>
                  <a:lnTo>
                    <a:pt x="6471" y="3884"/>
                  </a:lnTo>
                  <a:lnTo>
                    <a:pt x="5706" y="1612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" name="object 551" descr=""/>
            <p:cNvSpPr/>
            <p:nvPr/>
          </p:nvSpPr>
          <p:spPr>
            <a:xfrm>
              <a:off x="1774210" y="4157236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57" y="11308"/>
                  </a:lnTo>
                  <a:lnTo>
                    <a:pt x="1465" y="11727"/>
                  </a:lnTo>
                  <a:lnTo>
                    <a:pt x="1937" y="11947"/>
                  </a:lnTo>
                  <a:lnTo>
                    <a:pt x="4219" y="11947"/>
                  </a:lnTo>
                  <a:lnTo>
                    <a:pt x="5675" y="9036"/>
                  </a:lnTo>
                  <a:lnTo>
                    <a:pt x="5675" y="3518"/>
                  </a:lnTo>
                  <a:lnTo>
                    <a:pt x="5245" y="1759"/>
                  </a:lnTo>
                  <a:lnTo>
                    <a:pt x="4575" y="586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" name="object 552" descr=""/>
            <p:cNvSpPr/>
            <p:nvPr/>
          </p:nvSpPr>
          <p:spPr>
            <a:xfrm>
              <a:off x="1790186" y="417342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33" y="12366"/>
                  </a:lnTo>
                  <a:lnTo>
                    <a:pt x="2397" y="13025"/>
                  </a:lnTo>
                  <a:lnTo>
                    <a:pt x="5036" y="13025"/>
                  </a:lnTo>
                  <a:lnTo>
                    <a:pt x="6471" y="10114"/>
                  </a:lnTo>
                  <a:lnTo>
                    <a:pt x="6471" y="3884"/>
                  </a:lnTo>
                  <a:lnTo>
                    <a:pt x="5706" y="1612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" name="object 553" descr=""/>
            <p:cNvSpPr/>
            <p:nvPr/>
          </p:nvSpPr>
          <p:spPr>
            <a:xfrm>
              <a:off x="1790186" y="4173422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57" y="11308"/>
                  </a:lnTo>
                  <a:lnTo>
                    <a:pt x="1465" y="11727"/>
                  </a:lnTo>
                  <a:lnTo>
                    <a:pt x="1937" y="11947"/>
                  </a:lnTo>
                  <a:lnTo>
                    <a:pt x="4219" y="11947"/>
                  </a:lnTo>
                  <a:lnTo>
                    <a:pt x="5675" y="9036"/>
                  </a:lnTo>
                  <a:lnTo>
                    <a:pt x="5675" y="3518"/>
                  </a:lnTo>
                  <a:lnTo>
                    <a:pt x="5245" y="1759"/>
                  </a:lnTo>
                  <a:lnTo>
                    <a:pt x="4575" y="586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" name="object 554" descr=""/>
            <p:cNvSpPr/>
            <p:nvPr/>
          </p:nvSpPr>
          <p:spPr>
            <a:xfrm>
              <a:off x="1763714" y="4191737"/>
              <a:ext cx="26670" cy="52705"/>
            </a:xfrm>
            <a:custGeom>
              <a:avLst/>
              <a:gdLst/>
              <a:ahLst/>
              <a:cxnLst/>
              <a:rect l="l" t="t" r="r" b="b"/>
              <a:pathLst>
                <a:path w="26669" h="52704">
                  <a:moveTo>
                    <a:pt x="13036" y="0"/>
                  </a:moveTo>
                  <a:lnTo>
                    <a:pt x="7955" y="2052"/>
                  </a:lnTo>
                  <a:lnTo>
                    <a:pt x="3812" y="7650"/>
                  </a:lnTo>
                  <a:lnTo>
                    <a:pt x="1022" y="15951"/>
                  </a:lnTo>
                  <a:lnTo>
                    <a:pt x="0" y="26114"/>
                  </a:lnTo>
                  <a:lnTo>
                    <a:pt x="0" y="36669"/>
                  </a:lnTo>
                  <a:lnTo>
                    <a:pt x="3120" y="45757"/>
                  </a:lnTo>
                  <a:lnTo>
                    <a:pt x="9277" y="51380"/>
                  </a:lnTo>
                  <a:lnTo>
                    <a:pt x="11120" y="52207"/>
                  </a:lnTo>
                  <a:lnTo>
                    <a:pt x="13036" y="52207"/>
                  </a:lnTo>
                  <a:lnTo>
                    <a:pt x="18104" y="50158"/>
                  </a:lnTo>
                  <a:lnTo>
                    <a:pt x="22241" y="44568"/>
                  </a:lnTo>
                  <a:lnTo>
                    <a:pt x="25029" y="36274"/>
                  </a:lnTo>
                  <a:lnTo>
                    <a:pt x="26051" y="26114"/>
                  </a:lnTo>
                  <a:lnTo>
                    <a:pt x="25138" y="16494"/>
                  </a:lnTo>
                  <a:lnTo>
                    <a:pt x="22634" y="8481"/>
                  </a:lnTo>
                  <a:lnTo>
                    <a:pt x="18890" y="2784"/>
                  </a:lnTo>
                  <a:lnTo>
                    <a:pt x="14261" y="115"/>
                  </a:lnTo>
                  <a:lnTo>
                    <a:pt x="13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" name="object 555" descr=""/>
            <p:cNvSpPr/>
            <p:nvPr/>
          </p:nvSpPr>
          <p:spPr>
            <a:xfrm>
              <a:off x="1763714" y="4191737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13036" y="0"/>
                  </a:moveTo>
                  <a:lnTo>
                    <a:pt x="7955" y="2052"/>
                  </a:lnTo>
                  <a:lnTo>
                    <a:pt x="3812" y="7650"/>
                  </a:lnTo>
                  <a:lnTo>
                    <a:pt x="1022" y="15951"/>
                  </a:lnTo>
                  <a:lnTo>
                    <a:pt x="0" y="26114"/>
                  </a:lnTo>
                  <a:lnTo>
                    <a:pt x="0" y="36669"/>
                  </a:lnTo>
                  <a:lnTo>
                    <a:pt x="3120" y="45757"/>
                  </a:lnTo>
                  <a:lnTo>
                    <a:pt x="7622" y="49862"/>
                  </a:lnTo>
                  <a:lnTo>
                    <a:pt x="8837" y="49988"/>
                  </a:lnTo>
                  <a:lnTo>
                    <a:pt x="13905" y="47933"/>
                  </a:lnTo>
                  <a:lnTo>
                    <a:pt x="18042" y="42332"/>
                  </a:lnTo>
                  <a:lnTo>
                    <a:pt x="20830" y="34027"/>
                  </a:lnTo>
                  <a:lnTo>
                    <a:pt x="21852" y="23863"/>
                  </a:lnTo>
                  <a:lnTo>
                    <a:pt x="21852" y="13339"/>
                  </a:lnTo>
                  <a:lnTo>
                    <a:pt x="18742" y="4219"/>
                  </a:lnTo>
                  <a:lnTo>
                    <a:pt x="14261" y="115"/>
                  </a:lnTo>
                  <a:lnTo>
                    <a:pt x="1303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" name="object 556" descr=""/>
            <p:cNvSpPr/>
            <p:nvPr/>
          </p:nvSpPr>
          <p:spPr>
            <a:xfrm>
              <a:off x="1677090" y="4151074"/>
              <a:ext cx="53975" cy="118110"/>
            </a:xfrm>
            <a:custGeom>
              <a:avLst/>
              <a:gdLst/>
              <a:ahLst/>
              <a:cxnLst/>
              <a:rect l="l" t="t" r="r" b="b"/>
              <a:pathLst>
                <a:path w="53975" h="118110">
                  <a:moveTo>
                    <a:pt x="26753" y="0"/>
                  </a:moveTo>
                  <a:lnTo>
                    <a:pt x="15222" y="4640"/>
                  </a:lnTo>
                  <a:lnTo>
                    <a:pt x="6842" y="17295"/>
                  </a:lnTo>
                  <a:lnTo>
                    <a:pt x="1729" y="36063"/>
                  </a:lnTo>
                  <a:lnTo>
                    <a:pt x="0" y="59045"/>
                  </a:lnTo>
                  <a:lnTo>
                    <a:pt x="1729" y="82026"/>
                  </a:lnTo>
                  <a:lnTo>
                    <a:pt x="6842" y="100795"/>
                  </a:lnTo>
                  <a:lnTo>
                    <a:pt x="15222" y="113450"/>
                  </a:lnTo>
                  <a:lnTo>
                    <a:pt x="26753" y="118090"/>
                  </a:lnTo>
                  <a:lnTo>
                    <a:pt x="38289" y="113450"/>
                  </a:lnTo>
                  <a:lnTo>
                    <a:pt x="46672" y="100795"/>
                  </a:lnTo>
                  <a:lnTo>
                    <a:pt x="51786" y="82026"/>
                  </a:lnTo>
                  <a:lnTo>
                    <a:pt x="53516" y="59045"/>
                  </a:lnTo>
                  <a:lnTo>
                    <a:pt x="51786" y="36063"/>
                  </a:lnTo>
                  <a:lnTo>
                    <a:pt x="46672" y="17295"/>
                  </a:lnTo>
                  <a:lnTo>
                    <a:pt x="38289" y="4640"/>
                  </a:lnTo>
                  <a:lnTo>
                    <a:pt x="26753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" name="object 557" descr=""/>
            <p:cNvSpPr/>
            <p:nvPr/>
          </p:nvSpPr>
          <p:spPr>
            <a:xfrm>
              <a:off x="1685937" y="4173524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33" y="12366"/>
                  </a:lnTo>
                  <a:lnTo>
                    <a:pt x="2397" y="13025"/>
                  </a:lnTo>
                  <a:lnTo>
                    <a:pt x="5036" y="13025"/>
                  </a:lnTo>
                  <a:lnTo>
                    <a:pt x="6471" y="10114"/>
                  </a:lnTo>
                  <a:lnTo>
                    <a:pt x="6471" y="3884"/>
                  </a:lnTo>
                  <a:lnTo>
                    <a:pt x="5706" y="1612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" name="object 558" descr=""/>
            <p:cNvSpPr/>
            <p:nvPr/>
          </p:nvSpPr>
          <p:spPr>
            <a:xfrm>
              <a:off x="1685937" y="4173524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57" y="11308"/>
                  </a:lnTo>
                  <a:lnTo>
                    <a:pt x="1465" y="11727"/>
                  </a:lnTo>
                  <a:lnTo>
                    <a:pt x="1937" y="11947"/>
                  </a:lnTo>
                  <a:lnTo>
                    <a:pt x="4219" y="11947"/>
                  </a:lnTo>
                  <a:lnTo>
                    <a:pt x="5675" y="9036"/>
                  </a:lnTo>
                  <a:lnTo>
                    <a:pt x="5675" y="3518"/>
                  </a:lnTo>
                  <a:lnTo>
                    <a:pt x="5245" y="1759"/>
                  </a:lnTo>
                  <a:lnTo>
                    <a:pt x="4575" y="586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" name="object 559" descr=""/>
            <p:cNvSpPr/>
            <p:nvPr/>
          </p:nvSpPr>
          <p:spPr>
            <a:xfrm>
              <a:off x="1700315" y="415642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33" y="12366"/>
                  </a:lnTo>
                  <a:lnTo>
                    <a:pt x="2397" y="13025"/>
                  </a:lnTo>
                  <a:lnTo>
                    <a:pt x="5036" y="13025"/>
                  </a:lnTo>
                  <a:lnTo>
                    <a:pt x="6471" y="10114"/>
                  </a:lnTo>
                  <a:lnTo>
                    <a:pt x="6471" y="3884"/>
                  </a:lnTo>
                  <a:lnTo>
                    <a:pt x="5706" y="1612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" name="object 560" descr=""/>
            <p:cNvSpPr/>
            <p:nvPr/>
          </p:nvSpPr>
          <p:spPr>
            <a:xfrm>
              <a:off x="1700315" y="4156422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57" y="11308"/>
                  </a:lnTo>
                  <a:lnTo>
                    <a:pt x="1465" y="11727"/>
                  </a:lnTo>
                  <a:lnTo>
                    <a:pt x="1937" y="11947"/>
                  </a:lnTo>
                  <a:lnTo>
                    <a:pt x="4219" y="11947"/>
                  </a:lnTo>
                  <a:lnTo>
                    <a:pt x="5675" y="9036"/>
                  </a:lnTo>
                  <a:lnTo>
                    <a:pt x="5675" y="3518"/>
                  </a:lnTo>
                  <a:lnTo>
                    <a:pt x="5245" y="1759"/>
                  </a:lnTo>
                  <a:lnTo>
                    <a:pt x="4575" y="586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" name="object 561" descr=""/>
            <p:cNvSpPr/>
            <p:nvPr/>
          </p:nvSpPr>
          <p:spPr>
            <a:xfrm>
              <a:off x="1716291" y="417260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33" y="12366"/>
                  </a:lnTo>
                  <a:lnTo>
                    <a:pt x="2397" y="13025"/>
                  </a:lnTo>
                  <a:lnTo>
                    <a:pt x="5036" y="13025"/>
                  </a:lnTo>
                  <a:lnTo>
                    <a:pt x="6471" y="10114"/>
                  </a:lnTo>
                  <a:lnTo>
                    <a:pt x="6471" y="3884"/>
                  </a:lnTo>
                  <a:lnTo>
                    <a:pt x="5706" y="1612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" name="object 562" descr=""/>
            <p:cNvSpPr/>
            <p:nvPr/>
          </p:nvSpPr>
          <p:spPr>
            <a:xfrm>
              <a:off x="1716291" y="4172608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57" y="11308"/>
                  </a:lnTo>
                  <a:lnTo>
                    <a:pt x="1465" y="11727"/>
                  </a:lnTo>
                  <a:lnTo>
                    <a:pt x="1937" y="11947"/>
                  </a:lnTo>
                  <a:lnTo>
                    <a:pt x="4219" y="11947"/>
                  </a:lnTo>
                  <a:lnTo>
                    <a:pt x="5675" y="9036"/>
                  </a:lnTo>
                  <a:lnTo>
                    <a:pt x="5675" y="3518"/>
                  </a:lnTo>
                  <a:lnTo>
                    <a:pt x="5245" y="1759"/>
                  </a:lnTo>
                  <a:lnTo>
                    <a:pt x="4575" y="586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" name="object 563" descr=""/>
            <p:cNvSpPr/>
            <p:nvPr/>
          </p:nvSpPr>
          <p:spPr>
            <a:xfrm>
              <a:off x="1689819" y="4190922"/>
              <a:ext cx="26670" cy="52705"/>
            </a:xfrm>
            <a:custGeom>
              <a:avLst/>
              <a:gdLst/>
              <a:ahLst/>
              <a:cxnLst/>
              <a:rect l="l" t="t" r="r" b="b"/>
              <a:pathLst>
                <a:path w="26669" h="52704">
                  <a:moveTo>
                    <a:pt x="13036" y="0"/>
                  </a:moveTo>
                  <a:lnTo>
                    <a:pt x="7955" y="2052"/>
                  </a:lnTo>
                  <a:lnTo>
                    <a:pt x="3812" y="7650"/>
                  </a:lnTo>
                  <a:lnTo>
                    <a:pt x="1022" y="15951"/>
                  </a:lnTo>
                  <a:lnTo>
                    <a:pt x="0" y="26114"/>
                  </a:lnTo>
                  <a:lnTo>
                    <a:pt x="0" y="36669"/>
                  </a:lnTo>
                  <a:lnTo>
                    <a:pt x="3109" y="45757"/>
                  </a:lnTo>
                  <a:lnTo>
                    <a:pt x="9277" y="51380"/>
                  </a:lnTo>
                  <a:lnTo>
                    <a:pt x="11120" y="52207"/>
                  </a:lnTo>
                  <a:lnTo>
                    <a:pt x="13036" y="52207"/>
                  </a:lnTo>
                  <a:lnTo>
                    <a:pt x="18100" y="50158"/>
                  </a:lnTo>
                  <a:lnTo>
                    <a:pt x="22237" y="44568"/>
                  </a:lnTo>
                  <a:lnTo>
                    <a:pt x="25028" y="36274"/>
                  </a:lnTo>
                  <a:lnTo>
                    <a:pt x="26051" y="26114"/>
                  </a:lnTo>
                  <a:lnTo>
                    <a:pt x="25138" y="16494"/>
                  </a:lnTo>
                  <a:lnTo>
                    <a:pt x="22634" y="8481"/>
                  </a:lnTo>
                  <a:lnTo>
                    <a:pt x="18890" y="2784"/>
                  </a:lnTo>
                  <a:lnTo>
                    <a:pt x="14261" y="115"/>
                  </a:lnTo>
                  <a:lnTo>
                    <a:pt x="13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" name="object 564" descr=""/>
            <p:cNvSpPr/>
            <p:nvPr/>
          </p:nvSpPr>
          <p:spPr>
            <a:xfrm>
              <a:off x="1689819" y="4190922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13036" y="0"/>
                  </a:moveTo>
                  <a:lnTo>
                    <a:pt x="7955" y="2052"/>
                  </a:lnTo>
                  <a:lnTo>
                    <a:pt x="3812" y="7650"/>
                  </a:lnTo>
                  <a:lnTo>
                    <a:pt x="1022" y="15951"/>
                  </a:lnTo>
                  <a:lnTo>
                    <a:pt x="0" y="26114"/>
                  </a:lnTo>
                  <a:lnTo>
                    <a:pt x="0" y="36669"/>
                  </a:lnTo>
                  <a:lnTo>
                    <a:pt x="3109" y="45757"/>
                  </a:lnTo>
                  <a:lnTo>
                    <a:pt x="7622" y="49862"/>
                  </a:lnTo>
                  <a:lnTo>
                    <a:pt x="8837" y="49988"/>
                  </a:lnTo>
                  <a:lnTo>
                    <a:pt x="13905" y="47933"/>
                  </a:lnTo>
                  <a:lnTo>
                    <a:pt x="18042" y="42332"/>
                  </a:lnTo>
                  <a:lnTo>
                    <a:pt x="20830" y="34027"/>
                  </a:lnTo>
                  <a:lnTo>
                    <a:pt x="21852" y="23863"/>
                  </a:lnTo>
                  <a:lnTo>
                    <a:pt x="21852" y="13339"/>
                  </a:lnTo>
                  <a:lnTo>
                    <a:pt x="18742" y="4219"/>
                  </a:lnTo>
                  <a:lnTo>
                    <a:pt x="14261" y="115"/>
                  </a:lnTo>
                  <a:lnTo>
                    <a:pt x="1303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" name="object 565" descr=""/>
            <p:cNvSpPr/>
            <p:nvPr/>
          </p:nvSpPr>
          <p:spPr>
            <a:xfrm>
              <a:off x="1603194" y="4151074"/>
              <a:ext cx="53975" cy="118110"/>
            </a:xfrm>
            <a:custGeom>
              <a:avLst/>
              <a:gdLst/>
              <a:ahLst/>
              <a:cxnLst/>
              <a:rect l="l" t="t" r="r" b="b"/>
              <a:pathLst>
                <a:path w="53975" h="118110">
                  <a:moveTo>
                    <a:pt x="26753" y="0"/>
                  </a:moveTo>
                  <a:lnTo>
                    <a:pt x="15222" y="4640"/>
                  </a:lnTo>
                  <a:lnTo>
                    <a:pt x="6842" y="17295"/>
                  </a:lnTo>
                  <a:lnTo>
                    <a:pt x="1729" y="36063"/>
                  </a:lnTo>
                  <a:lnTo>
                    <a:pt x="0" y="59045"/>
                  </a:lnTo>
                  <a:lnTo>
                    <a:pt x="1729" y="82026"/>
                  </a:lnTo>
                  <a:lnTo>
                    <a:pt x="6842" y="100795"/>
                  </a:lnTo>
                  <a:lnTo>
                    <a:pt x="15222" y="113450"/>
                  </a:lnTo>
                  <a:lnTo>
                    <a:pt x="26753" y="118090"/>
                  </a:lnTo>
                  <a:lnTo>
                    <a:pt x="38289" y="113450"/>
                  </a:lnTo>
                  <a:lnTo>
                    <a:pt x="46672" y="100795"/>
                  </a:lnTo>
                  <a:lnTo>
                    <a:pt x="51786" y="82026"/>
                  </a:lnTo>
                  <a:lnTo>
                    <a:pt x="53516" y="59045"/>
                  </a:lnTo>
                  <a:lnTo>
                    <a:pt x="51786" y="36063"/>
                  </a:lnTo>
                  <a:lnTo>
                    <a:pt x="46672" y="17295"/>
                  </a:lnTo>
                  <a:lnTo>
                    <a:pt x="38289" y="4640"/>
                  </a:lnTo>
                  <a:lnTo>
                    <a:pt x="26753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" name="object 566" descr=""/>
            <p:cNvSpPr/>
            <p:nvPr/>
          </p:nvSpPr>
          <p:spPr>
            <a:xfrm>
              <a:off x="1612042" y="4173524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4" h="13335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33" y="12366"/>
                  </a:lnTo>
                  <a:lnTo>
                    <a:pt x="2397" y="13025"/>
                  </a:lnTo>
                  <a:lnTo>
                    <a:pt x="5036" y="13025"/>
                  </a:lnTo>
                  <a:lnTo>
                    <a:pt x="6471" y="10114"/>
                  </a:lnTo>
                  <a:lnTo>
                    <a:pt x="6471" y="3884"/>
                  </a:lnTo>
                  <a:lnTo>
                    <a:pt x="5706" y="1612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" name="object 567" descr=""/>
            <p:cNvSpPr/>
            <p:nvPr/>
          </p:nvSpPr>
          <p:spPr>
            <a:xfrm>
              <a:off x="1612042" y="4173524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5" h="12064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57" y="11308"/>
                  </a:lnTo>
                  <a:lnTo>
                    <a:pt x="1465" y="11727"/>
                  </a:lnTo>
                  <a:lnTo>
                    <a:pt x="1937" y="11947"/>
                  </a:lnTo>
                  <a:lnTo>
                    <a:pt x="4219" y="11947"/>
                  </a:lnTo>
                  <a:lnTo>
                    <a:pt x="5675" y="9036"/>
                  </a:lnTo>
                  <a:lnTo>
                    <a:pt x="5675" y="3518"/>
                  </a:lnTo>
                  <a:lnTo>
                    <a:pt x="5245" y="1759"/>
                  </a:lnTo>
                  <a:lnTo>
                    <a:pt x="4575" y="586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" name="object 568" descr=""/>
            <p:cNvSpPr/>
            <p:nvPr/>
          </p:nvSpPr>
          <p:spPr>
            <a:xfrm>
              <a:off x="1626419" y="415642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33" y="12366"/>
                  </a:lnTo>
                  <a:lnTo>
                    <a:pt x="2397" y="13025"/>
                  </a:lnTo>
                  <a:lnTo>
                    <a:pt x="5036" y="13025"/>
                  </a:lnTo>
                  <a:lnTo>
                    <a:pt x="6471" y="10114"/>
                  </a:lnTo>
                  <a:lnTo>
                    <a:pt x="6471" y="3884"/>
                  </a:lnTo>
                  <a:lnTo>
                    <a:pt x="5706" y="1612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" name="object 569" descr=""/>
            <p:cNvSpPr/>
            <p:nvPr/>
          </p:nvSpPr>
          <p:spPr>
            <a:xfrm>
              <a:off x="1626419" y="4156422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57" y="11308"/>
                  </a:lnTo>
                  <a:lnTo>
                    <a:pt x="1465" y="11727"/>
                  </a:lnTo>
                  <a:lnTo>
                    <a:pt x="1937" y="11947"/>
                  </a:lnTo>
                  <a:lnTo>
                    <a:pt x="4219" y="11947"/>
                  </a:lnTo>
                  <a:lnTo>
                    <a:pt x="5675" y="9036"/>
                  </a:lnTo>
                  <a:lnTo>
                    <a:pt x="5675" y="3518"/>
                  </a:lnTo>
                  <a:lnTo>
                    <a:pt x="5245" y="1759"/>
                  </a:lnTo>
                  <a:lnTo>
                    <a:pt x="4575" y="586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" name="object 570" descr=""/>
            <p:cNvSpPr/>
            <p:nvPr/>
          </p:nvSpPr>
          <p:spPr>
            <a:xfrm>
              <a:off x="1642395" y="417260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33" y="12366"/>
                  </a:lnTo>
                  <a:lnTo>
                    <a:pt x="2397" y="13025"/>
                  </a:lnTo>
                  <a:lnTo>
                    <a:pt x="5036" y="13025"/>
                  </a:lnTo>
                  <a:lnTo>
                    <a:pt x="6471" y="10114"/>
                  </a:lnTo>
                  <a:lnTo>
                    <a:pt x="6471" y="3884"/>
                  </a:lnTo>
                  <a:lnTo>
                    <a:pt x="5706" y="1612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" name="object 571" descr=""/>
            <p:cNvSpPr/>
            <p:nvPr/>
          </p:nvSpPr>
          <p:spPr>
            <a:xfrm>
              <a:off x="1642395" y="4172608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57" y="11308"/>
                  </a:lnTo>
                  <a:lnTo>
                    <a:pt x="1465" y="11727"/>
                  </a:lnTo>
                  <a:lnTo>
                    <a:pt x="1937" y="11947"/>
                  </a:lnTo>
                  <a:lnTo>
                    <a:pt x="4219" y="11947"/>
                  </a:lnTo>
                  <a:lnTo>
                    <a:pt x="5675" y="9036"/>
                  </a:lnTo>
                  <a:lnTo>
                    <a:pt x="5675" y="3518"/>
                  </a:lnTo>
                  <a:lnTo>
                    <a:pt x="5245" y="1759"/>
                  </a:lnTo>
                  <a:lnTo>
                    <a:pt x="4575" y="586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" name="object 572" descr=""/>
            <p:cNvSpPr/>
            <p:nvPr/>
          </p:nvSpPr>
          <p:spPr>
            <a:xfrm>
              <a:off x="1615924" y="4190922"/>
              <a:ext cx="26670" cy="52705"/>
            </a:xfrm>
            <a:custGeom>
              <a:avLst/>
              <a:gdLst/>
              <a:ahLst/>
              <a:cxnLst/>
              <a:rect l="l" t="t" r="r" b="b"/>
              <a:pathLst>
                <a:path w="26669" h="52704">
                  <a:moveTo>
                    <a:pt x="13036" y="0"/>
                  </a:moveTo>
                  <a:lnTo>
                    <a:pt x="7955" y="2052"/>
                  </a:lnTo>
                  <a:lnTo>
                    <a:pt x="3812" y="7650"/>
                  </a:lnTo>
                  <a:lnTo>
                    <a:pt x="1022" y="15951"/>
                  </a:lnTo>
                  <a:lnTo>
                    <a:pt x="0" y="26114"/>
                  </a:lnTo>
                  <a:lnTo>
                    <a:pt x="0" y="36669"/>
                  </a:lnTo>
                  <a:lnTo>
                    <a:pt x="3109" y="45757"/>
                  </a:lnTo>
                  <a:lnTo>
                    <a:pt x="9277" y="51380"/>
                  </a:lnTo>
                  <a:lnTo>
                    <a:pt x="11120" y="52207"/>
                  </a:lnTo>
                  <a:lnTo>
                    <a:pt x="13036" y="52207"/>
                  </a:lnTo>
                  <a:lnTo>
                    <a:pt x="18100" y="50158"/>
                  </a:lnTo>
                  <a:lnTo>
                    <a:pt x="22237" y="44568"/>
                  </a:lnTo>
                  <a:lnTo>
                    <a:pt x="25028" y="36274"/>
                  </a:lnTo>
                  <a:lnTo>
                    <a:pt x="26051" y="26114"/>
                  </a:lnTo>
                  <a:lnTo>
                    <a:pt x="25138" y="16494"/>
                  </a:lnTo>
                  <a:lnTo>
                    <a:pt x="22634" y="8481"/>
                  </a:lnTo>
                  <a:lnTo>
                    <a:pt x="18890" y="2784"/>
                  </a:lnTo>
                  <a:lnTo>
                    <a:pt x="14261" y="115"/>
                  </a:lnTo>
                  <a:lnTo>
                    <a:pt x="13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" name="object 573" descr=""/>
            <p:cNvSpPr/>
            <p:nvPr/>
          </p:nvSpPr>
          <p:spPr>
            <a:xfrm>
              <a:off x="1615924" y="4190922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13036" y="0"/>
                  </a:moveTo>
                  <a:lnTo>
                    <a:pt x="7955" y="2052"/>
                  </a:lnTo>
                  <a:lnTo>
                    <a:pt x="3812" y="7650"/>
                  </a:lnTo>
                  <a:lnTo>
                    <a:pt x="1022" y="15951"/>
                  </a:lnTo>
                  <a:lnTo>
                    <a:pt x="0" y="26114"/>
                  </a:lnTo>
                  <a:lnTo>
                    <a:pt x="0" y="36669"/>
                  </a:lnTo>
                  <a:lnTo>
                    <a:pt x="3109" y="45757"/>
                  </a:lnTo>
                  <a:lnTo>
                    <a:pt x="7622" y="49862"/>
                  </a:lnTo>
                  <a:lnTo>
                    <a:pt x="8837" y="49988"/>
                  </a:lnTo>
                  <a:lnTo>
                    <a:pt x="13905" y="47933"/>
                  </a:lnTo>
                  <a:lnTo>
                    <a:pt x="18042" y="42332"/>
                  </a:lnTo>
                  <a:lnTo>
                    <a:pt x="20830" y="34027"/>
                  </a:lnTo>
                  <a:lnTo>
                    <a:pt x="21852" y="23863"/>
                  </a:lnTo>
                  <a:lnTo>
                    <a:pt x="21852" y="13339"/>
                  </a:lnTo>
                  <a:lnTo>
                    <a:pt x="18742" y="4219"/>
                  </a:lnTo>
                  <a:lnTo>
                    <a:pt x="14261" y="115"/>
                  </a:lnTo>
                  <a:lnTo>
                    <a:pt x="1303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" name="object 574" descr=""/>
            <p:cNvSpPr/>
            <p:nvPr/>
          </p:nvSpPr>
          <p:spPr>
            <a:xfrm>
              <a:off x="1529298" y="4149445"/>
              <a:ext cx="53975" cy="118110"/>
            </a:xfrm>
            <a:custGeom>
              <a:avLst/>
              <a:gdLst/>
              <a:ahLst/>
              <a:cxnLst/>
              <a:rect l="l" t="t" r="r" b="b"/>
              <a:pathLst>
                <a:path w="53975" h="118110">
                  <a:moveTo>
                    <a:pt x="26753" y="0"/>
                  </a:moveTo>
                  <a:lnTo>
                    <a:pt x="15222" y="4640"/>
                  </a:lnTo>
                  <a:lnTo>
                    <a:pt x="6842" y="17295"/>
                  </a:lnTo>
                  <a:lnTo>
                    <a:pt x="1729" y="36063"/>
                  </a:lnTo>
                  <a:lnTo>
                    <a:pt x="0" y="59045"/>
                  </a:lnTo>
                  <a:lnTo>
                    <a:pt x="1729" y="82026"/>
                  </a:lnTo>
                  <a:lnTo>
                    <a:pt x="6842" y="100795"/>
                  </a:lnTo>
                  <a:lnTo>
                    <a:pt x="15222" y="113450"/>
                  </a:lnTo>
                  <a:lnTo>
                    <a:pt x="26753" y="118090"/>
                  </a:lnTo>
                  <a:lnTo>
                    <a:pt x="38289" y="113450"/>
                  </a:lnTo>
                  <a:lnTo>
                    <a:pt x="46672" y="100795"/>
                  </a:lnTo>
                  <a:lnTo>
                    <a:pt x="51786" y="82026"/>
                  </a:lnTo>
                  <a:lnTo>
                    <a:pt x="53516" y="59045"/>
                  </a:lnTo>
                  <a:lnTo>
                    <a:pt x="51786" y="36063"/>
                  </a:lnTo>
                  <a:lnTo>
                    <a:pt x="46672" y="17295"/>
                  </a:lnTo>
                  <a:lnTo>
                    <a:pt x="38289" y="4640"/>
                  </a:lnTo>
                  <a:lnTo>
                    <a:pt x="26753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" name="object 575" descr=""/>
            <p:cNvSpPr/>
            <p:nvPr/>
          </p:nvSpPr>
          <p:spPr>
            <a:xfrm>
              <a:off x="1538145" y="4171895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4" h="13335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33" y="12366"/>
                  </a:lnTo>
                  <a:lnTo>
                    <a:pt x="2397" y="13025"/>
                  </a:lnTo>
                  <a:lnTo>
                    <a:pt x="5036" y="13025"/>
                  </a:lnTo>
                  <a:lnTo>
                    <a:pt x="6471" y="10114"/>
                  </a:lnTo>
                  <a:lnTo>
                    <a:pt x="6471" y="3884"/>
                  </a:lnTo>
                  <a:lnTo>
                    <a:pt x="5706" y="1612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" name="object 576" descr=""/>
            <p:cNvSpPr/>
            <p:nvPr/>
          </p:nvSpPr>
          <p:spPr>
            <a:xfrm>
              <a:off x="1538145" y="4171895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5" h="12064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57" y="11308"/>
                  </a:lnTo>
                  <a:lnTo>
                    <a:pt x="1465" y="11727"/>
                  </a:lnTo>
                  <a:lnTo>
                    <a:pt x="1937" y="11947"/>
                  </a:lnTo>
                  <a:lnTo>
                    <a:pt x="4219" y="11947"/>
                  </a:lnTo>
                  <a:lnTo>
                    <a:pt x="5675" y="9036"/>
                  </a:lnTo>
                  <a:lnTo>
                    <a:pt x="5675" y="3518"/>
                  </a:lnTo>
                  <a:lnTo>
                    <a:pt x="5245" y="1759"/>
                  </a:lnTo>
                  <a:lnTo>
                    <a:pt x="4575" y="586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" name="object 577" descr=""/>
            <p:cNvSpPr/>
            <p:nvPr/>
          </p:nvSpPr>
          <p:spPr>
            <a:xfrm>
              <a:off x="1552523" y="415479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4" h="13335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33" y="12366"/>
                  </a:lnTo>
                  <a:lnTo>
                    <a:pt x="2397" y="13025"/>
                  </a:lnTo>
                  <a:lnTo>
                    <a:pt x="5036" y="13025"/>
                  </a:lnTo>
                  <a:lnTo>
                    <a:pt x="6471" y="10114"/>
                  </a:lnTo>
                  <a:lnTo>
                    <a:pt x="6471" y="3884"/>
                  </a:lnTo>
                  <a:lnTo>
                    <a:pt x="5706" y="1612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" name="object 578" descr=""/>
            <p:cNvSpPr/>
            <p:nvPr/>
          </p:nvSpPr>
          <p:spPr>
            <a:xfrm>
              <a:off x="1552523" y="4154792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5" h="12064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57" y="11308"/>
                  </a:lnTo>
                  <a:lnTo>
                    <a:pt x="1465" y="11727"/>
                  </a:lnTo>
                  <a:lnTo>
                    <a:pt x="1937" y="11947"/>
                  </a:lnTo>
                  <a:lnTo>
                    <a:pt x="4219" y="11947"/>
                  </a:lnTo>
                  <a:lnTo>
                    <a:pt x="5675" y="9036"/>
                  </a:lnTo>
                  <a:lnTo>
                    <a:pt x="5675" y="3518"/>
                  </a:lnTo>
                  <a:lnTo>
                    <a:pt x="5245" y="1759"/>
                  </a:lnTo>
                  <a:lnTo>
                    <a:pt x="4575" y="586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" name="object 579" descr=""/>
            <p:cNvSpPr/>
            <p:nvPr/>
          </p:nvSpPr>
          <p:spPr>
            <a:xfrm>
              <a:off x="1568498" y="4170979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4" h="13335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33" y="12366"/>
                  </a:lnTo>
                  <a:lnTo>
                    <a:pt x="2397" y="13025"/>
                  </a:lnTo>
                  <a:lnTo>
                    <a:pt x="5036" y="13025"/>
                  </a:lnTo>
                  <a:lnTo>
                    <a:pt x="6471" y="10114"/>
                  </a:lnTo>
                  <a:lnTo>
                    <a:pt x="6471" y="3884"/>
                  </a:lnTo>
                  <a:lnTo>
                    <a:pt x="5706" y="1612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" name="object 580" descr=""/>
            <p:cNvSpPr/>
            <p:nvPr/>
          </p:nvSpPr>
          <p:spPr>
            <a:xfrm>
              <a:off x="1568498" y="4170979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5" h="12064">
                  <a:moveTo>
                    <a:pt x="3717" y="0"/>
                  </a:moveTo>
                  <a:lnTo>
                    <a:pt x="143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57" y="11308"/>
                  </a:lnTo>
                  <a:lnTo>
                    <a:pt x="1465" y="11727"/>
                  </a:lnTo>
                  <a:lnTo>
                    <a:pt x="1937" y="11947"/>
                  </a:lnTo>
                  <a:lnTo>
                    <a:pt x="4219" y="11947"/>
                  </a:lnTo>
                  <a:lnTo>
                    <a:pt x="5675" y="9036"/>
                  </a:lnTo>
                  <a:lnTo>
                    <a:pt x="5675" y="3518"/>
                  </a:lnTo>
                  <a:lnTo>
                    <a:pt x="5245" y="1759"/>
                  </a:lnTo>
                  <a:lnTo>
                    <a:pt x="4575" y="586"/>
                  </a:lnTo>
                  <a:lnTo>
                    <a:pt x="4167" y="219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" name="object 581" descr=""/>
            <p:cNvSpPr/>
            <p:nvPr/>
          </p:nvSpPr>
          <p:spPr>
            <a:xfrm>
              <a:off x="1542028" y="4189294"/>
              <a:ext cx="26670" cy="52705"/>
            </a:xfrm>
            <a:custGeom>
              <a:avLst/>
              <a:gdLst/>
              <a:ahLst/>
              <a:cxnLst/>
              <a:rect l="l" t="t" r="r" b="b"/>
              <a:pathLst>
                <a:path w="26669" h="52704">
                  <a:moveTo>
                    <a:pt x="13036" y="0"/>
                  </a:moveTo>
                  <a:lnTo>
                    <a:pt x="7955" y="2052"/>
                  </a:lnTo>
                  <a:lnTo>
                    <a:pt x="3812" y="7650"/>
                  </a:lnTo>
                  <a:lnTo>
                    <a:pt x="1022" y="15951"/>
                  </a:lnTo>
                  <a:lnTo>
                    <a:pt x="0" y="26114"/>
                  </a:lnTo>
                  <a:lnTo>
                    <a:pt x="0" y="36669"/>
                  </a:lnTo>
                  <a:lnTo>
                    <a:pt x="3120" y="45757"/>
                  </a:lnTo>
                  <a:lnTo>
                    <a:pt x="9277" y="51380"/>
                  </a:lnTo>
                  <a:lnTo>
                    <a:pt x="11120" y="52207"/>
                  </a:lnTo>
                  <a:lnTo>
                    <a:pt x="13036" y="52207"/>
                  </a:lnTo>
                  <a:lnTo>
                    <a:pt x="18104" y="50158"/>
                  </a:lnTo>
                  <a:lnTo>
                    <a:pt x="22241" y="44568"/>
                  </a:lnTo>
                  <a:lnTo>
                    <a:pt x="25029" y="36274"/>
                  </a:lnTo>
                  <a:lnTo>
                    <a:pt x="26051" y="26114"/>
                  </a:lnTo>
                  <a:lnTo>
                    <a:pt x="25138" y="16494"/>
                  </a:lnTo>
                  <a:lnTo>
                    <a:pt x="22634" y="8481"/>
                  </a:lnTo>
                  <a:lnTo>
                    <a:pt x="18890" y="2784"/>
                  </a:lnTo>
                  <a:lnTo>
                    <a:pt x="14261" y="115"/>
                  </a:lnTo>
                  <a:lnTo>
                    <a:pt x="13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" name="object 582" descr=""/>
            <p:cNvSpPr/>
            <p:nvPr/>
          </p:nvSpPr>
          <p:spPr>
            <a:xfrm>
              <a:off x="1542028" y="4189294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13036" y="0"/>
                  </a:moveTo>
                  <a:lnTo>
                    <a:pt x="7955" y="2052"/>
                  </a:lnTo>
                  <a:lnTo>
                    <a:pt x="3812" y="7650"/>
                  </a:lnTo>
                  <a:lnTo>
                    <a:pt x="1022" y="15951"/>
                  </a:lnTo>
                  <a:lnTo>
                    <a:pt x="0" y="26114"/>
                  </a:lnTo>
                  <a:lnTo>
                    <a:pt x="0" y="36669"/>
                  </a:lnTo>
                  <a:lnTo>
                    <a:pt x="3120" y="45757"/>
                  </a:lnTo>
                  <a:lnTo>
                    <a:pt x="7622" y="49862"/>
                  </a:lnTo>
                  <a:lnTo>
                    <a:pt x="8837" y="49988"/>
                  </a:lnTo>
                  <a:lnTo>
                    <a:pt x="13905" y="47933"/>
                  </a:lnTo>
                  <a:lnTo>
                    <a:pt x="18042" y="42332"/>
                  </a:lnTo>
                  <a:lnTo>
                    <a:pt x="20830" y="34027"/>
                  </a:lnTo>
                  <a:lnTo>
                    <a:pt x="21852" y="23863"/>
                  </a:lnTo>
                  <a:lnTo>
                    <a:pt x="21852" y="13339"/>
                  </a:lnTo>
                  <a:lnTo>
                    <a:pt x="18742" y="4219"/>
                  </a:lnTo>
                  <a:lnTo>
                    <a:pt x="14261" y="115"/>
                  </a:lnTo>
                  <a:lnTo>
                    <a:pt x="1303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" name="object 583" descr=""/>
            <p:cNvSpPr/>
            <p:nvPr/>
          </p:nvSpPr>
          <p:spPr>
            <a:xfrm>
              <a:off x="1445792" y="4152002"/>
              <a:ext cx="53340" cy="118110"/>
            </a:xfrm>
            <a:custGeom>
              <a:avLst/>
              <a:gdLst/>
              <a:ahLst/>
              <a:cxnLst/>
              <a:rect l="l" t="t" r="r" b="b"/>
              <a:pathLst>
                <a:path w="53340" h="118110">
                  <a:moveTo>
                    <a:pt x="26501" y="0"/>
                  </a:moveTo>
                  <a:lnTo>
                    <a:pt x="15081" y="4640"/>
                  </a:lnTo>
                  <a:lnTo>
                    <a:pt x="6779" y="17295"/>
                  </a:lnTo>
                  <a:lnTo>
                    <a:pt x="1714" y="36063"/>
                  </a:lnTo>
                  <a:lnTo>
                    <a:pt x="0" y="59045"/>
                  </a:lnTo>
                  <a:lnTo>
                    <a:pt x="1714" y="82026"/>
                  </a:lnTo>
                  <a:lnTo>
                    <a:pt x="6779" y="100795"/>
                  </a:lnTo>
                  <a:lnTo>
                    <a:pt x="15081" y="113450"/>
                  </a:lnTo>
                  <a:lnTo>
                    <a:pt x="26501" y="118090"/>
                  </a:lnTo>
                  <a:lnTo>
                    <a:pt x="37922" y="113450"/>
                  </a:lnTo>
                  <a:lnTo>
                    <a:pt x="46223" y="100795"/>
                  </a:lnTo>
                  <a:lnTo>
                    <a:pt x="51289" y="82026"/>
                  </a:lnTo>
                  <a:lnTo>
                    <a:pt x="53003" y="59045"/>
                  </a:lnTo>
                  <a:lnTo>
                    <a:pt x="51289" y="36063"/>
                  </a:lnTo>
                  <a:lnTo>
                    <a:pt x="46223" y="17295"/>
                  </a:lnTo>
                  <a:lnTo>
                    <a:pt x="37922" y="4640"/>
                  </a:lnTo>
                  <a:lnTo>
                    <a:pt x="26501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" name="object 584" descr=""/>
            <p:cNvSpPr/>
            <p:nvPr/>
          </p:nvSpPr>
          <p:spPr>
            <a:xfrm>
              <a:off x="1454557" y="4174451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4" h="13335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12" y="12366"/>
                  </a:lnTo>
                  <a:lnTo>
                    <a:pt x="2376" y="13025"/>
                  </a:lnTo>
                  <a:lnTo>
                    <a:pt x="4984" y="13025"/>
                  </a:lnTo>
                  <a:lnTo>
                    <a:pt x="6408" y="10114"/>
                  </a:lnTo>
                  <a:lnTo>
                    <a:pt x="6408" y="3884"/>
                  </a:lnTo>
                  <a:lnTo>
                    <a:pt x="5643" y="1612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" name="object 585" descr=""/>
            <p:cNvSpPr/>
            <p:nvPr/>
          </p:nvSpPr>
          <p:spPr>
            <a:xfrm>
              <a:off x="1454557" y="4174451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5" h="12064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47" y="11308"/>
                  </a:lnTo>
                  <a:lnTo>
                    <a:pt x="1444" y="11727"/>
                  </a:lnTo>
                  <a:lnTo>
                    <a:pt x="1926" y="11947"/>
                  </a:lnTo>
                  <a:lnTo>
                    <a:pt x="4177" y="11947"/>
                  </a:lnTo>
                  <a:lnTo>
                    <a:pt x="5622" y="9036"/>
                  </a:lnTo>
                  <a:lnTo>
                    <a:pt x="5622" y="3518"/>
                  </a:lnTo>
                  <a:lnTo>
                    <a:pt x="5193" y="1759"/>
                  </a:lnTo>
                  <a:lnTo>
                    <a:pt x="4533" y="586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" name="object 586" descr=""/>
            <p:cNvSpPr/>
            <p:nvPr/>
          </p:nvSpPr>
          <p:spPr>
            <a:xfrm>
              <a:off x="1468797" y="4157350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4" h="13335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12" y="12366"/>
                  </a:lnTo>
                  <a:lnTo>
                    <a:pt x="2376" y="13025"/>
                  </a:lnTo>
                  <a:lnTo>
                    <a:pt x="4984" y="13025"/>
                  </a:lnTo>
                  <a:lnTo>
                    <a:pt x="6408" y="10114"/>
                  </a:lnTo>
                  <a:lnTo>
                    <a:pt x="6408" y="3884"/>
                  </a:lnTo>
                  <a:lnTo>
                    <a:pt x="5643" y="1612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" name="object 587" descr=""/>
            <p:cNvSpPr/>
            <p:nvPr/>
          </p:nvSpPr>
          <p:spPr>
            <a:xfrm>
              <a:off x="1468797" y="4157350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5" h="12064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47" y="11308"/>
                  </a:lnTo>
                  <a:lnTo>
                    <a:pt x="1444" y="11727"/>
                  </a:lnTo>
                  <a:lnTo>
                    <a:pt x="1926" y="11947"/>
                  </a:lnTo>
                  <a:lnTo>
                    <a:pt x="4177" y="11947"/>
                  </a:lnTo>
                  <a:lnTo>
                    <a:pt x="5622" y="9036"/>
                  </a:lnTo>
                  <a:lnTo>
                    <a:pt x="5622" y="3518"/>
                  </a:lnTo>
                  <a:lnTo>
                    <a:pt x="5193" y="1759"/>
                  </a:lnTo>
                  <a:lnTo>
                    <a:pt x="4533" y="586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" name="object 588" descr=""/>
            <p:cNvSpPr/>
            <p:nvPr/>
          </p:nvSpPr>
          <p:spPr>
            <a:xfrm>
              <a:off x="1484618" y="417353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4" h="13335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12" y="12366"/>
                  </a:lnTo>
                  <a:lnTo>
                    <a:pt x="2376" y="13025"/>
                  </a:lnTo>
                  <a:lnTo>
                    <a:pt x="4984" y="13025"/>
                  </a:lnTo>
                  <a:lnTo>
                    <a:pt x="6408" y="10114"/>
                  </a:lnTo>
                  <a:lnTo>
                    <a:pt x="6408" y="3884"/>
                  </a:lnTo>
                  <a:lnTo>
                    <a:pt x="5643" y="1612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" name="object 589" descr=""/>
            <p:cNvSpPr/>
            <p:nvPr/>
          </p:nvSpPr>
          <p:spPr>
            <a:xfrm>
              <a:off x="1484618" y="4173536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5" h="12064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47" y="11308"/>
                  </a:lnTo>
                  <a:lnTo>
                    <a:pt x="1444" y="11727"/>
                  </a:lnTo>
                  <a:lnTo>
                    <a:pt x="1926" y="11947"/>
                  </a:lnTo>
                  <a:lnTo>
                    <a:pt x="4177" y="11947"/>
                  </a:lnTo>
                  <a:lnTo>
                    <a:pt x="5622" y="9036"/>
                  </a:lnTo>
                  <a:lnTo>
                    <a:pt x="5622" y="3518"/>
                  </a:lnTo>
                  <a:lnTo>
                    <a:pt x="5193" y="1759"/>
                  </a:lnTo>
                  <a:lnTo>
                    <a:pt x="4533" y="586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" name="object 590" descr=""/>
            <p:cNvSpPr/>
            <p:nvPr/>
          </p:nvSpPr>
          <p:spPr>
            <a:xfrm>
              <a:off x="1458402" y="4191852"/>
              <a:ext cx="26034" cy="52705"/>
            </a:xfrm>
            <a:custGeom>
              <a:avLst/>
              <a:gdLst/>
              <a:ahLst/>
              <a:cxnLst/>
              <a:rect l="l" t="t" r="r" b="b"/>
              <a:pathLst>
                <a:path w="26034" h="52704">
                  <a:moveTo>
                    <a:pt x="12910" y="0"/>
                  </a:moveTo>
                  <a:lnTo>
                    <a:pt x="7880" y="2052"/>
                  </a:lnTo>
                  <a:lnTo>
                    <a:pt x="3777" y="7650"/>
                  </a:lnTo>
                  <a:lnTo>
                    <a:pt x="1013" y="15951"/>
                  </a:lnTo>
                  <a:lnTo>
                    <a:pt x="0" y="26114"/>
                  </a:lnTo>
                  <a:lnTo>
                    <a:pt x="0" y="36669"/>
                  </a:lnTo>
                  <a:lnTo>
                    <a:pt x="3088" y="45757"/>
                  </a:lnTo>
                  <a:lnTo>
                    <a:pt x="9182" y="51380"/>
                  </a:lnTo>
                  <a:lnTo>
                    <a:pt x="11015" y="52207"/>
                  </a:lnTo>
                  <a:lnTo>
                    <a:pt x="12910" y="52207"/>
                  </a:lnTo>
                  <a:lnTo>
                    <a:pt x="17928" y="50158"/>
                  </a:lnTo>
                  <a:lnTo>
                    <a:pt x="22025" y="44568"/>
                  </a:lnTo>
                  <a:lnTo>
                    <a:pt x="24787" y="36274"/>
                  </a:lnTo>
                  <a:lnTo>
                    <a:pt x="25800" y="26114"/>
                  </a:lnTo>
                  <a:lnTo>
                    <a:pt x="24896" y="16494"/>
                  </a:lnTo>
                  <a:lnTo>
                    <a:pt x="22416" y="8481"/>
                  </a:lnTo>
                  <a:lnTo>
                    <a:pt x="18710" y="2784"/>
                  </a:lnTo>
                  <a:lnTo>
                    <a:pt x="14125" y="115"/>
                  </a:lnTo>
                  <a:lnTo>
                    <a:pt x="12910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" name="object 591" descr=""/>
            <p:cNvSpPr/>
            <p:nvPr/>
          </p:nvSpPr>
          <p:spPr>
            <a:xfrm>
              <a:off x="1458402" y="4191852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12910" y="0"/>
                  </a:moveTo>
                  <a:lnTo>
                    <a:pt x="7880" y="2052"/>
                  </a:lnTo>
                  <a:lnTo>
                    <a:pt x="3777" y="7650"/>
                  </a:lnTo>
                  <a:lnTo>
                    <a:pt x="1013" y="15951"/>
                  </a:lnTo>
                  <a:lnTo>
                    <a:pt x="0" y="26114"/>
                  </a:lnTo>
                  <a:lnTo>
                    <a:pt x="0" y="36669"/>
                  </a:lnTo>
                  <a:lnTo>
                    <a:pt x="3088" y="45757"/>
                  </a:lnTo>
                  <a:lnTo>
                    <a:pt x="7549" y="49862"/>
                  </a:lnTo>
                  <a:lnTo>
                    <a:pt x="8753" y="49988"/>
                  </a:lnTo>
                  <a:lnTo>
                    <a:pt x="13771" y="47933"/>
                  </a:lnTo>
                  <a:lnTo>
                    <a:pt x="17868" y="42332"/>
                  </a:lnTo>
                  <a:lnTo>
                    <a:pt x="20630" y="34027"/>
                  </a:lnTo>
                  <a:lnTo>
                    <a:pt x="21643" y="23863"/>
                  </a:lnTo>
                  <a:lnTo>
                    <a:pt x="21643" y="13339"/>
                  </a:lnTo>
                  <a:lnTo>
                    <a:pt x="18554" y="4219"/>
                  </a:lnTo>
                  <a:lnTo>
                    <a:pt x="14125" y="115"/>
                  </a:lnTo>
                  <a:lnTo>
                    <a:pt x="1291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" name="object 592" descr=""/>
            <p:cNvSpPr/>
            <p:nvPr/>
          </p:nvSpPr>
          <p:spPr>
            <a:xfrm>
              <a:off x="1372609" y="4152002"/>
              <a:ext cx="53340" cy="118110"/>
            </a:xfrm>
            <a:custGeom>
              <a:avLst/>
              <a:gdLst/>
              <a:ahLst/>
              <a:cxnLst/>
              <a:rect l="l" t="t" r="r" b="b"/>
              <a:pathLst>
                <a:path w="53340" h="118110">
                  <a:moveTo>
                    <a:pt x="26501" y="0"/>
                  </a:moveTo>
                  <a:lnTo>
                    <a:pt x="15081" y="4640"/>
                  </a:lnTo>
                  <a:lnTo>
                    <a:pt x="6779" y="17295"/>
                  </a:lnTo>
                  <a:lnTo>
                    <a:pt x="1714" y="36063"/>
                  </a:lnTo>
                  <a:lnTo>
                    <a:pt x="0" y="59045"/>
                  </a:lnTo>
                  <a:lnTo>
                    <a:pt x="1714" y="82026"/>
                  </a:lnTo>
                  <a:lnTo>
                    <a:pt x="6779" y="100795"/>
                  </a:lnTo>
                  <a:lnTo>
                    <a:pt x="15081" y="113450"/>
                  </a:lnTo>
                  <a:lnTo>
                    <a:pt x="26501" y="118090"/>
                  </a:lnTo>
                  <a:lnTo>
                    <a:pt x="37922" y="113450"/>
                  </a:lnTo>
                  <a:lnTo>
                    <a:pt x="46223" y="100795"/>
                  </a:lnTo>
                  <a:lnTo>
                    <a:pt x="51289" y="82026"/>
                  </a:lnTo>
                  <a:lnTo>
                    <a:pt x="53003" y="59045"/>
                  </a:lnTo>
                  <a:lnTo>
                    <a:pt x="51289" y="36063"/>
                  </a:lnTo>
                  <a:lnTo>
                    <a:pt x="46223" y="17295"/>
                  </a:lnTo>
                  <a:lnTo>
                    <a:pt x="37922" y="4640"/>
                  </a:lnTo>
                  <a:lnTo>
                    <a:pt x="26501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" name="object 593" descr=""/>
            <p:cNvSpPr/>
            <p:nvPr/>
          </p:nvSpPr>
          <p:spPr>
            <a:xfrm>
              <a:off x="1381374" y="4174451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4" h="13335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12" y="12366"/>
                  </a:lnTo>
                  <a:lnTo>
                    <a:pt x="2376" y="13025"/>
                  </a:lnTo>
                  <a:lnTo>
                    <a:pt x="4984" y="13025"/>
                  </a:lnTo>
                  <a:lnTo>
                    <a:pt x="6408" y="10114"/>
                  </a:lnTo>
                  <a:lnTo>
                    <a:pt x="6408" y="3884"/>
                  </a:lnTo>
                  <a:lnTo>
                    <a:pt x="5643" y="1612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" name="object 594" descr=""/>
            <p:cNvSpPr/>
            <p:nvPr/>
          </p:nvSpPr>
          <p:spPr>
            <a:xfrm>
              <a:off x="1381374" y="4174451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5" h="12064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47" y="11308"/>
                  </a:lnTo>
                  <a:lnTo>
                    <a:pt x="1444" y="11727"/>
                  </a:lnTo>
                  <a:lnTo>
                    <a:pt x="1926" y="11947"/>
                  </a:lnTo>
                  <a:lnTo>
                    <a:pt x="4177" y="11947"/>
                  </a:lnTo>
                  <a:lnTo>
                    <a:pt x="5622" y="9036"/>
                  </a:lnTo>
                  <a:lnTo>
                    <a:pt x="5622" y="3518"/>
                  </a:lnTo>
                  <a:lnTo>
                    <a:pt x="5193" y="1759"/>
                  </a:lnTo>
                  <a:lnTo>
                    <a:pt x="4533" y="586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" name="object 595" descr=""/>
            <p:cNvSpPr/>
            <p:nvPr/>
          </p:nvSpPr>
          <p:spPr>
            <a:xfrm>
              <a:off x="1395614" y="4157350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4" h="13335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12" y="12366"/>
                  </a:lnTo>
                  <a:lnTo>
                    <a:pt x="2376" y="13025"/>
                  </a:lnTo>
                  <a:lnTo>
                    <a:pt x="4984" y="13025"/>
                  </a:lnTo>
                  <a:lnTo>
                    <a:pt x="6408" y="10114"/>
                  </a:lnTo>
                  <a:lnTo>
                    <a:pt x="6408" y="3884"/>
                  </a:lnTo>
                  <a:lnTo>
                    <a:pt x="5643" y="1612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" name="object 596" descr=""/>
            <p:cNvSpPr/>
            <p:nvPr/>
          </p:nvSpPr>
          <p:spPr>
            <a:xfrm>
              <a:off x="1395614" y="4157350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5" h="12064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47" y="11308"/>
                  </a:lnTo>
                  <a:lnTo>
                    <a:pt x="1444" y="11727"/>
                  </a:lnTo>
                  <a:lnTo>
                    <a:pt x="1926" y="11947"/>
                  </a:lnTo>
                  <a:lnTo>
                    <a:pt x="4177" y="11947"/>
                  </a:lnTo>
                  <a:lnTo>
                    <a:pt x="5622" y="9036"/>
                  </a:lnTo>
                  <a:lnTo>
                    <a:pt x="5622" y="3518"/>
                  </a:lnTo>
                  <a:lnTo>
                    <a:pt x="5193" y="1759"/>
                  </a:lnTo>
                  <a:lnTo>
                    <a:pt x="4533" y="586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" name="object 597" descr=""/>
            <p:cNvSpPr/>
            <p:nvPr/>
          </p:nvSpPr>
          <p:spPr>
            <a:xfrm>
              <a:off x="1411434" y="417353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4" h="13335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12" y="12366"/>
                  </a:lnTo>
                  <a:lnTo>
                    <a:pt x="2376" y="13025"/>
                  </a:lnTo>
                  <a:lnTo>
                    <a:pt x="4984" y="13025"/>
                  </a:lnTo>
                  <a:lnTo>
                    <a:pt x="6408" y="10114"/>
                  </a:lnTo>
                  <a:lnTo>
                    <a:pt x="6408" y="3884"/>
                  </a:lnTo>
                  <a:lnTo>
                    <a:pt x="5643" y="1612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" name="object 598" descr=""/>
            <p:cNvSpPr/>
            <p:nvPr/>
          </p:nvSpPr>
          <p:spPr>
            <a:xfrm>
              <a:off x="1411434" y="4173536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5" h="12064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47" y="11308"/>
                  </a:lnTo>
                  <a:lnTo>
                    <a:pt x="1444" y="11727"/>
                  </a:lnTo>
                  <a:lnTo>
                    <a:pt x="1926" y="11947"/>
                  </a:lnTo>
                  <a:lnTo>
                    <a:pt x="4177" y="11947"/>
                  </a:lnTo>
                  <a:lnTo>
                    <a:pt x="5622" y="9036"/>
                  </a:lnTo>
                  <a:lnTo>
                    <a:pt x="5622" y="3518"/>
                  </a:lnTo>
                  <a:lnTo>
                    <a:pt x="5193" y="1759"/>
                  </a:lnTo>
                  <a:lnTo>
                    <a:pt x="4533" y="586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" name="object 599" descr=""/>
            <p:cNvSpPr/>
            <p:nvPr/>
          </p:nvSpPr>
          <p:spPr>
            <a:xfrm>
              <a:off x="1385218" y="4191852"/>
              <a:ext cx="26034" cy="52705"/>
            </a:xfrm>
            <a:custGeom>
              <a:avLst/>
              <a:gdLst/>
              <a:ahLst/>
              <a:cxnLst/>
              <a:rect l="l" t="t" r="r" b="b"/>
              <a:pathLst>
                <a:path w="26034" h="52704">
                  <a:moveTo>
                    <a:pt x="12910" y="0"/>
                  </a:moveTo>
                  <a:lnTo>
                    <a:pt x="7880" y="2052"/>
                  </a:lnTo>
                  <a:lnTo>
                    <a:pt x="3777" y="7650"/>
                  </a:lnTo>
                  <a:lnTo>
                    <a:pt x="1013" y="15951"/>
                  </a:lnTo>
                  <a:lnTo>
                    <a:pt x="0" y="26114"/>
                  </a:lnTo>
                  <a:lnTo>
                    <a:pt x="0" y="36669"/>
                  </a:lnTo>
                  <a:lnTo>
                    <a:pt x="3088" y="45757"/>
                  </a:lnTo>
                  <a:lnTo>
                    <a:pt x="9182" y="51380"/>
                  </a:lnTo>
                  <a:lnTo>
                    <a:pt x="11015" y="52207"/>
                  </a:lnTo>
                  <a:lnTo>
                    <a:pt x="12910" y="52207"/>
                  </a:lnTo>
                  <a:lnTo>
                    <a:pt x="17928" y="50158"/>
                  </a:lnTo>
                  <a:lnTo>
                    <a:pt x="22025" y="44568"/>
                  </a:lnTo>
                  <a:lnTo>
                    <a:pt x="24787" y="36274"/>
                  </a:lnTo>
                  <a:lnTo>
                    <a:pt x="25800" y="26114"/>
                  </a:lnTo>
                  <a:lnTo>
                    <a:pt x="24896" y="16494"/>
                  </a:lnTo>
                  <a:lnTo>
                    <a:pt x="22416" y="8481"/>
                  </a:lnTo>
                  <a:lnTo>
                    <a:pt x="18710" y="2784"/>
                  </a:lnTo>
                  <a:lnTo>
                    <a:pt x="14125" y="115"/>
                  </a:lnTo>
                  <a:lnTo>
                    <a:pt x="12910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" name="object 600" descr=""/>
            <p:cNvSpPr/>
            <p:nvPr/>
          </p:nvSpPr>
          <p:spPr>
            <a:xfrm>
              <a:off x="1385218" y="4191852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12910" y="0"/>
                  </a:moveTo>
                  <a:lnTo>
                    <a:pt x="7880" y="2052"/>
                  </a:lnTo>
                  <a:lnTo>
                    <a:pt x="3777" y="7650"/>
                  </a:lnTo>
                  <a:lnTo>
                    <a:pt x="1013" y="15951"/>
                  </a:lnTo>
                  <a:lnTo>
                    <a:pt x="0" y="26114"/>
                  </a:lnTo>
                  <a:lnTo>
                    <a:pt x="0" y="36669"/>
                  </a:lnTo>
                  <a:lnTo>
                    <a:pt x="3088" y="45757"/>
                  </a:lnTo>
                  <a:lnTo>
                    <a:pt x="7549" y="49862"/>
                  </a:lnTo>
                  <a:lnTo>
                    <a:pt x="8753" y="49988"/>
                  </a:lnTo>
                  <a:lnTo>
                    <a:pt x="13771" y="47933"/>
                  </a:lnTo>
                  <a:lnTo>
                    <a:pt x="17868" y="42332"/>
                  </a:lnTo>
                  <a:lnTo>
                    <a:pt x="20630" y="34027"/>
                  </a:lnTo>
                  <a:lnTo>
                    <a:pt x="21643" y="23863"/>
                  </a:lnTo>
                  <a:lnTo>
                    <a:pt x="21643" y="13339"/>
                  </a:lnTo>
                  <a:lnTo>
                    <a:pt x="18554" y="4219"/>
                  </a:lnTo>
                  <a:lnTo>
                    <a:pt x="14125" y="115"/>
                  </a:lnTo>
                  <a:lnTo>
                    <a:pt x="1291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" name="object 601" descr=""/>
            <p:cNvSpPr/>
            <p:nvPr/>
          </p:nvSpPr>
          <p:spPr>
            <a:xfrm>
              <a:off x="1299426" y="4149559"/>
              <a:ext cx="53340" cy="118110"/>
            </a:xfrm>
            <a:custGeom>
              <a:avLst/>
              <a:gdLst/>
              <a:ahLst/>
              <a:cxnLst/>
              <a:rect l="l" t="t" r="r" b="b"/>
              <a:pathLst>
                <a:path w="53340" h="118110">
                  <a:moveTo>
                    <a:pt x="26501" y="0"/>
                  </a:moveTo>
                  <a:lnTo>
                    <a:pt x="15081" y="4640"/>
                  </a:lnTo>
                  <a:lnTo>
                    <a:pt x="6779" y="17295"/>
                  </a:lnTo>
                  <a:lnTo>
                    <a:pt x="1714" y="36063"/>
                  </a:lnTo>
                  <a:lnTo>
                    <a:pt x="0" y="59045"/>
                  </a:lnTo>
                  <a:lnTo>
                    <a:pt x="1714" y="82026"/>
                  </a:lnTo>
                  <a:lnTo>
                    <a:pt x="6779" y="100795"/>
                  </a:lnTo>
                  <a:lnTo>
                    <a:pt x="15081" y="113450"/>
                  </a:lnTo>
                  <a:lnTo>
                    <a:pt x="26501" y="118090"/>
                  </a:lnTo>
                  <a:lnTo>
                    <a:pt x="37922" y="113450"/>
                  </a:lnTo>
                  <a:lnTo>
                    <a:pt x="46223" y="100795"/>
                  </a:lnTo>
                  <a:lnTo>
                    <a:pt x="51289" y="82026"/>
                  </a:lnTo>
                  <a:lnTo>
                    <a:pt x="53003" y="59045"/>
                  </a:lnTo>
                  <a:lnTo>
                    <a:pt x="51289" y="36063"/>
                  </a:lnTo>
                  <a:lnTo>
                    <a:pt x="46223" y="17295"/>
                  </a:lnTo>
                  <a:lnTo>
                    <a:pt x="37922" y="4640"/>
                  </a:lnTo>
                  <a:lnTo>
                    <a:pt x="26501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" name="object 602" descr=""/>
            <p:cNvSpPr/>
            <p:nvPr/>
          </p:nvSpPr>
          <p:spPr>
            <a:xfrm>
              <a:off x="1308190" y="4172010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4" h="13335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12" y="12366"/>
                  </a:lnTo>
                  <a:lnTo>
                    <a:pt x="2376" y="13025"/>
                  </a:lnTo>
                  <a:lnTo>
                    <a:pt x="4984" y="13025"/>
                  </a:lnTo>
                  <a:lnTo>
                    <a:pt x="6408" y="10114"/>
                  </a:lnTo>
                  <a:lnTo>
                    <a:pt x="6408" y="3884"/>
                  </a:lnTo>
                  <a:lnTo>
                    <a:pt x="5643" y="1612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" name="object 603" descr=""/>
            <p:cNvSpPr/>
            <p:nvPr/>
          </p:nvSpPr>
          <p:spPr>
            <a:xfrm>
              <a:off x="1308190" y="4172010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5" h="12064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47" y="11308"/>
                  </a:lnTo>
                  <a:lnTo>
                    <a:pt x="1444" y="11727"/>
                  </a:lnTo>
                  <a:lnTo>
                    <a:pt x="1926" y="11947"/>
                  </a:lnTo>
                  <a:lnTo>
                    <a:pt x="4177" y="11947"/>
                  </a:lnTo>
                  <a:lnTo>
                    <a:pt x="5622" y="9036"/>
                  </a:lnTo>
                  <a:lnTo>
                    <a:pt x="5622" y="3518"/>
                  </a:lnTo>
                  <a:lnTo>
                    <a:pt x="5193" y="1759"/>
                  </a:lnTo>
                  <a:lnTo>
                    <a:pt x="4533" y="586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" name="object 604" descr=""/>
            <p:cNvSpPr/>
            <p:nvPr/>
          </p:nvSpPr>
          <p:spPr>
            <a:xfrm>
              <a:off x="1322429" y="415490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4" h="13335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12" y="12366"/>
                  </a:lnTo>
                  <a:lnTo>
                    <a:pt x="2376" y="13025"/>
                  </a:lnTo>
                  <a:lnTo>
                    <a:pt x="4984" y="13025"/>
                  </a:lnTo>
                  <a:lnTo>
                    <a:pt x="6408" y="10114"/>
                  </a:lnTo>
                  <a:lnTo>
                    <a:pt x="6408" y="3884"/>
                  </a:lnTo>
                  <a:lnTo>
                    <a:pt x="5643" y="1612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" name="object 605" descr=""/>
            <p:cNvSpPr/>
            <p:nvPr/>
          </p:nvSpPr>
          <p:spPr>
            <a:xfrm>
              <a:off x="1322429" y="4154908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5" h="12064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47" y="11308"/>
                  </a:lnTo>
                  <a:lnTo>
                    <a:pt x="1444" y="11727"/>
                  </a:lnTo>
                  <a:lnTo>
                    <a:pt x="1926" y="11947"/>
                  </a:lnTo>
                  <a:lnTo>
                    <a:pt x="4177" y="11947"/>
                  </a:lnTo>
                  <a:lnTo>
                    <a:pt x="5622" y="9036"/>
                  </a:lnTo>
                  <a:lnTo>
                    <a:pt x="5622" y="3518"/>
                  </a:lnTo>
                  <a:lnTo>
                    <a:pt x="5193" y="1759"/>
                  </a:lnTo>
                  <a:lnTo>
                    <a:pt x="4533" y="586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" name="object 606" descr=""/>
            <p:cNvSpPr/>
            <p:nvPr/>
          </p:nvSpPr>
          <p:spPr>
            <a:xfrm>
              <a:off x="1338251" y="417109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4" h="13335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12" y="12366"/>
                  </a:lnTo>
                  <a:lnTo>
                    <a:pt x="2376" y="13025"/>
                  </a:lnTo>
                  <a:lnTo>
                    <a:pt x="4984" y="13025"/>
                  </a:lnTo>
                  <a:lnTo>
                    <a:pt x="6408" y="10114"/>
                  </a:lnTo>
                  <a:lnTo>
                    <a:pt x="6408" y="3884"/>
                  </a:lnTo>
                  <a:lnTo>
                    <a:pt x="5643" y="1612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" name="object 607" descr=""/>
            <p:cNvSpPr/>
            <p:nvPr/>
          </p:nvSpPr>
          <p:spPr>
            <a:xfrm>
              <a:off x="1338251" y="4171092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5" h="12064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47" y="11308"/>
                  </a:lnTo>
                  <a:lnTo>
                    <a:pt x="1444" y="11727"/>
                  </a:lnTo>
                  <a:lnTo>
                    <a:pt x="1926" y="11947"/>
                  </a:lnTo>
                  <a:lnTo>
                    <a:pt x="4177" y="11947"/>
                  </a:lnTo>
                  <a:lnTo>
                    <a:pt x="5622" y="9036"/>
                  </a:lnTo>
                  <a:lnTo>
                    <a:pt x="5622" y="3518"/>
                  </a:lnTo>
                  <a:lnTo>
                    <a:pt x="5193" y="1759"/>
                  </a:lnTo>
                  <a:lnTo>
                    <a:pt x="4533" y="586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" name="object 608" descr=""/>
            <p:cNvSpPr/>
            <p:nvPr/>
          </p:nvSpPr>
          <p:spPr>
            <a:xfrm>
              <a:off x="1312035" y="4189408"/>
              <a:ext cx="26034" cy="52705"/>
            </a:xfrm>
            <a:custGeom>
              <a:avLst/>
              <a:gdLst/>
              <a:ahLst/>
              <a:cxnLst/>
              <a:rect l="l" t="t" r="r" b="b"/>
              <a:pathLst>
                <a:path w="26034" h="52704">
                  <a:moveTo>
                    <a:pt x="12910" y="0"/>
                  </a:moveTo>
                  <a:lnTo>
                    <a:pt x="7880" y="2052"/>
                  </a:lnTo>
                  <a:lnTo>
                    <a:pt x="3777" y="7650"/>
                  </a:lnTo>
                  <a:lnTo>
                    <a:pt x="1013" y="15951"/>
                  </a:lnTo>
                  <a:lnTo>
                    <a:pt x="0" y="26114"/>
                  </a:lnTo>
                  <a:lnTo>
                    <a:pt x="0" y="36669"/>
                  </a:lnTo>
                  <a:lnTo>
                    <a:pt x="3088" y="45757"/>
                  </a:lnTo>
                  <a:lnTo>
                    <a:pt x="9182" y="51380"/>
                  </a:lnTo>
                  <a:lnTo>
                    <a:pt x="11015" y="52207"/>
                  </a:lnTo>
                  <a:lnTo>
                    <a:pt x="12910" y="52207"/>
                  </a:lnTo>
                  <a:lnTo>
                    <a:pt x="17928" y="50158"/>
                  </a:lnTo>
                  <a:lnTo>
                    <a:pt x="22025" y="44568"/>
                  </a:lnTo>
                  <a:lnTo>
                    <a:pt x="24787" y="36274"/>
                  </a:lnTo>
                  <a:lnTo>
                    <a:pt x="25800" y="26114"/>
                  </a:lnTo>
                  <a:lnTo>
                    <a:pt x="24896" y="16494"/>
                  </a:lnTo>
                  <a:lnTo>
                    <a:pt x="22416" y="8481"/>
                  </a:lnTo>
                  <a:lnTo>
                    <a:pt x="18710" y="2784"/>
                  </a:lnTo>
                  <a:lnTo>
                    <a:pt x="14125" y="115"/>
                  </a:lnTo>
                  <a:lnTo>
                    <a:pt x="12910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" name="object 609" descr=""/>
            <p:cNvSpPr/>
            <p:nvPr/>
          </p:nvSpPr>
          <p:spPr>
            <a:xfrm>
              <a:off x="1312035" y="4189408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12910" y="0"/>
                  </a:moveTo>
                  <a:lnTo>
                    <a:pt x="7880" y="2052"/>
                  </a:lnTo>
                  <a:lnTo>
                    <a:pt x="3777" y="7650"/>
                  </a:lnTo>
                  <a:lnTo>
                    <a:pt x="1013" y="15951"/>
                  </a:lnTo>
                  <a:lnTo>
                    <a:pt x="0" y="26114"/>
                  </a:lnTo>
                  <a:lnTo>
                    <a:pt x="0" y="36669"/>
                  </a:lnTo>
                  <a:lnTo>
                    <a:pt x="3088" y="45757"/>
                  </a:lnTo>
                  <a:lnTo>
                    <a:pt x="7549" y="49862"/>
                  </a:lnTo>
                  <a:lnTo>
                    <a:pt x="8753" y="49988"/>
                  </a:lnTo>
                  <a:lnTo>
                    <a:pt x="13771" y="47933"/>
                  </a:lnTo>
                  <a:lnTo>
                    <a:pt x="17868" y="42332"/>
                  </a:lnTo>
                  <a:lnTo>
                    <a:pt x="20630" y="34027"/>
                  </a:lnTo>
                  <a:lnTo>
                    <a:pt x="21643" y="23863"/>
                  </a:lnTo>
                  <a:lnTo>
                    <a:pt x="21643" y="13339"/>
                  </a:lnTo>
                  <a:lnTo>
                    <a:pt x="18554" y="4219"/>
                  </a:lnTo>
                  <a:lnTo>
                    <a:pt x="14125" y="115"/>
                  </a:lnTo>
                  <a:lnTo>
                    <a:pt x="1291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" name="object 610" descr=""/>
            <p:cNvSpPr/>
            <p:nvPr/>
          </p:nvSpPr>
          <p:spPr>
            <a:xfrm>
              <a:off x="1226242" y="4149559"/>
              <a:ext cx="53340" cy="118110"/>
            </a:xfrm>
            <a:custGeom>
              <a:avLst/>
              <a:gdLst/>
              <a:ahLst/>
              <a:cxnLst/>
              <a:rect l="l" t="t" r="r" b="b"/>
              <a:pathLst>
                <a:path w="53340" h="118110">
                  <a:moveTo>
                    <a:pt x="26501" y="0"/>
                  </a:moveTo>
                  <a:lnTo>
                    <a:pt x="15081" y="4640"/>
                  </a:lnTo>
                  <a:lnTo>
                    <a:pt x="6779" y="17295"/>
                  </a:lnTo>
                  <a:lnTo>
                    <a:pt x="1714" y="36063"/>
                  </a:lnTo>
                  <a:lnTo>
                    <a:pt x="0" y="59045"/>
                  </a:lnTo>
                  <a:lnTo>
                    <a:pt x="1714" y="82026"/>
                  </a:lnTo>
                  <a:lnTo>
                    <a:pt x="6779" y="100795"/>
                  </a:lnTo>
                  <a:lnTo>
                    <a:pt x="15081" y="113450"/>
                  </a:lnTo>
                  <a:lnTo>
                    <a:pt x="26501" y="118090"/>
                  </a:lnTo>
                  <a:lnTo>
                    <a:pt x="37922" y="113450"/>
                  </a:lnTo>
                  <a:lnTo>
                    <a:pt x="46223" y="100795"/>
                  </a:lnTo>
                  <a:lnTo>
                    <a:pt x="51289" y="82026"/>
                  </a:lnTo>
                  <a:lnTo>
                    <a:pt x="53003" y="59045"/>
                  </a:lnTo>
                  <a:lnTo>
                    <a:pt x="51289" y="36063"/>
                  </a:lnTo>
                  <a:lnTo>
                    <a:pt x="46223" y="17295"/>
                  </a:lnTo>
                  <a:lnTo>
                    <a:pt x="37922" y="4640"/>
                  </a:lnTo>
                  <a:lnTo>
                    <a:pt x="26501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" name="object 611" descr=""/>
            <p:cNvSpPr/>
            <p:nvPr/>
          </p:nvSpPr>
          <p:spPr>
            <a:xfrm>
              <a:off x="1235007" y="4172010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4" h="13335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12" y="12366"/>
                  </a:lnTo>
                  <a:lnTo>
                    <a:pt x="2376" y="13025"/>
                  </a:lnTo>
                  <a:lnTo>
                    <a:pt x="4984" y="13025"/>
                  </a:lnTo>
                  <a:lnTo>
                    <a:pt x="6408" y="10114"/>
                  </a:lnTo>
                  <a:lnTo>
                    <a:pt x="6408" y="3884"/>
                  </a:lnTo>
                  <a:lnTo>
                    <a:pt x="5643" y="1612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" name="object 612" descr=""/>
            <p:cNvSpPr/>
            <p:nvPr/>
          </p:nvSpPr>
          <p:spPr>
            <a:xfrm>
              <a:off x="1235007" y="4172010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5" h="12064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47" y="11308"/>
                  </a:lnTo>
                  <a:lnTo>
                    <a:pt x="1444" y="11727"/>
                  </a:lnTo>
                  <a:lnTo>
                    <a:pt x="1926" y="11947"/>
                  </a:lnTo>
                  <a:lnTo>
                    <a:pt x="4177" y="11947"/>
                  </a:lnTo>
                  <a:lnTo>
                    <a:pt x="5622" y="9036"/>
                  </a:lnTo>
                  <a:lnTo>
                    <a:pt x="5622" y="3518"/>
                  </a:lnTo>
                  <a:lnTo>
                    <a:pt x="5193" y="1759"/>
                  </a:lnTo>
                  <a:lnTo>
                    <a:pt x="4533" y="586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" name="object 613" descr=""/>
            <p:cNvSpPr/>
            <p:nvPr/>
          </p:nvSpPr>
          <p:spPr>
            <a:xfrm>
              <a:off x="1249246" y="415490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4" h="13335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12" y="12366"/>
                  </a:lnTo>
                  <a:lnTo>
                    <a:pt x="2376" y="13025"/>
                  </a:lnTo>
                  <a:lnTo>
                    <a:pt x="4984" y="13025"/>
                  </a:lnTo>
                  <a:lnTo>
                    <a:pt x="6408" y="10114"/>
                  </a:lnTo>
                  <a:lnTo>
                    <a:pt x="6408" y="3884"/>
                  </a:lnTo>
                  <a:lnTo>
                    <a:pt x="5643" y="1612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" name="object 614" descr=""/>
            <p:cNvSpPr/>
            <p:nvPr/>
          </p:nvSpPr>
          <p:spPr>
            <a:xfrm>
              <a:off x="1249246" y="4154908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5" h="12064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47" y="11308"/>
                  </a:lnTo>
                  <a:lnTo>
                    <a:pt x="1444" y="11727"/>
                  </a:lnTo>
                  <a:lnTo>
                    <a:pt x="1926" y="11947"/>
                  </a:lnTo>
                  <a:lnTo>
                    <a:pt x="4177" y="11947"/>
                  </a:lnTo>
                  <a:lnTo>
                    <a:pt x="5622" y="9036"/>
                  </a:lnTo>
                  <a:lnTo>
                    <a:pt x="5622" y="3518"/>
                  </a:lnTo>
                  <a:lnTo>
                    <a:pt x="5193" y="1759"/>
                  </a:lnTo>
                  <a:lnTo>
                    <a:pt x="4533" y="586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" name="object 615" descr=""/>
            <p:cNvSpPr/>
            <p:nvPr/>
          </p:nvSpPr>
          <p:spPr>
            <a:xfrm>
              <a:off x="1265068" y="417109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4" h="13335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12" y="12366"/>
                  </a:lnTo>
                  <a:lnTo>
                    <a:pt x="2376" y="13025"/>
                  </a:lnTo>
                  <a:lnTo>
                    <a:pt x="4984" y="13025"/>
                  </a:lnTo>
                  <a:lnTo>
                    <a:pt x="6408" y="10114"/>
                  </a:lnTo>
                  <a:lnTo>
                    <a:pt x="6408" y="3884"/>
                  </a:lnTo>
                  <a:lnTo>
                    <a:pt x="5643" y="1612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" name="object 616" descr=""/>
            <p:cNvSpPr/>
            <p:nvPr/>
          </p:nvSpPr>
          <p:spPr>
            <a:xfrm>
              <a:off x="1265068" y="4171092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5" h="12064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47" y="11308"/>
                  </a:lnTo>
                  <a:lnTo>
                    <a:pt x="1444" y="11727"/>
                  </a:lnTo>
                  <a:lnTo>
                    <a:pt x="1926" y="11947"/>
                  </a:lnTo>
                  <a:lnTo>
                    <a:pt x="4177" y="11947"/>
                  </a:lnTo>
                  <a:lnTo>
                    <a:pt x="5622" y="9036"/>
                  </a:lnTo>
                  <a:lnTo>
                    <a:pt x="5622" y="3518"/>
                  </a:lnTo>
                  <a:lnTo>
                    <a:pt x="5193" y="1759"/>
                  </a:lnTo>
                  <a:lnTo>
                    <a:pt x="4533" y="586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" name="object 617" descr=""/>
            <p:cNvSpPr/>
            <p:nvPr/>
          </p:nvSpPr>
          <p:spPr>
            <a:xfrm>
              <a:off x="1238852" y="4189408"/>
              <a:ext cx="26034" cy="52705"/>
            </a:xfrm>
            <a:custGeom>
              <a:avLst/>
              <a:gdLst/>
              <a:ahLst/>
              <a:cxnLst/>
              <a:rect l="l" t="t" r="r" b="b"/>
              <a:pathLst>
                <a:path w="26034" h="52704">
                  <a:moveTo>
                    <a:pt x="12910" y="0"/>
                  </a:moveTo>
                  <a:lnTo>
                    <a:pt x="7880" y="2052"/>
                  </a:lnTo>
                  <a:lnTo>
                    <a:pt x="3777" y="7650"/>
                  </a:lnTo>
                  <a:lnTo>
                    <a:pt x="1013" y="15951"/>
                  </a:lnTo>
                  <a:lnTo>
                    <a:pt x="0" y="26114"/>
                  </a:lnTo>
                  <a:lnTo>
                    <a:pt x="0" y="36669"/>
                  </a:lnTo>
                  <a:lnTo>
                    <a:pt x="3088" y="45757"/>
                  </a:lnTo>
                  <a:lnTo>
                    <a:pt x="9182" y="51380"/>
                  </a:lnTo>
                  <a:lnTo>
                    <a:pt x="11015" y="52207"/>
                  </a:lnTo>
                  <a:lnTo>
                    <a:pt x="12910" y="52207"/>
                  </a:lnTo>
                  <a:lnTo>
                    <a:pt x="17928" y="50158"/>
                  </a:lnTo>
                  <a:lnTo>
                    <a:pt x="22025" y="44568"/>
                  </a:lnTo>
                  <a:lnTo>
                    <a:pt x="24787" y="36274"/>
                  </a:lnTo>
                  <a:lnTo>
                    <a:pt x="25800" y="26114"/>
                  </a:lnTo>
                  <a:lnTo>
                    <a:pt x="24896" y="16494"/>
                  </a:lnTo>
                  <a:lnTo>
                    <a:pt x="22416" y="8481"/>
                  </a:lnTo>
                  <a:lnTo>
                    <a:pt x="18710" y="2784"/>
                  </a:lnTo>
                  <a:lnTo>
                    <a:pt x="14125" y="115"/>
                  </a:lnTo>
                  <a:lnTo>
                    <a:pt x="12910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" name="object 618" descr=""/>
            <p:cNvSpPr/>
            <p:nvPr/>
          </p:nvSpPr>
          <p:spPr>
            <a:xfrm>
              <a:off x="1238852" y="4189408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12910" y="0"/>
                  </a:moveTo>
                  <a:lnTo>
                    <a:pt x="7880" y="2052"/>
                  </a:lnTo>
                  <a:lnTo>
                    <a:pt x="3777" y="7650"/>
                  </a:lnTo>
                  <a:lnTo>
                    <a:pt x="1013" y="15951"/>
                  </a:lnTo>
                  <a:lnTo>
                    <a:pt x="0" y="26114"/>
                  </a:lnTo>
                  <a:lnTo>
                    <a:pt x="0" y="36669"/>
                  </a:lnTo>
                  <a:lnTo>
                    <a:pt x="3088" y="45757"/>
                  </a:lnTo>
                  <a:lnTo>
                    <a:pt x="7549" y="49862"/>
                  </a:lnTo>
                  <a:lnTo>
                    <a:pt x="8753" y="49988"/>
                  </a:lnTo>
                  <a:lnTo>
                    <a:pt x="13771" y="47933"/>
                  </a:lnTo>
                  <a:lnTo>
                    <a:pt x="17868" y="42332"/>
                  </a:lnTo>
                  <a:lnTo>
                    <a:pt x="20630" y="34027"/>
                  </a:lnTo>
                  <a:lnTo>
                    <a:pt x="21643" y="23863"/>
                  </a:lnTo>
                  <a:lnTo>
                    <a:pt x="21643" y="13339"/>
                  </a:lnTo>
                  <a:lnTo>
                    <a:pt x="18554" y="4219"/>
                  </a:lnTo>
                  <a:lnTo>
                    <a:pt x="14125" y="115"/>
                  </a:lnTo>
                  <a:lnTo>
                    <a:pt x="1291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" name="object 619" descr=""/>
            <p:cNvSpPr/>
            <p:nvPr/>
          </p:nvSpPr>
          <p:spPr>
            <a:xfrm>
              <a:off x="1153059" y="4151187"/>
              <a:ext cx="53340" cy="118110"/>
            </a:xfrm>
            <a:custGeom>
              <a:avLst/>
              <a:gdLst/>
              <a:ahLst/>
              <a:cxnLst/>
              <a:rect l="l" t="t" r="r" b="b"/>
              <a:pathLst>
                <a:path w="53340" h="118110">
                  <a:moveTo>
                    <a:pt x="26501" y="0"/>
                  </a:moveTo>
                  <a:lnTo>
                    <a:pt x="15081" y="4640"/>
                  </a:lnTo>
                  <a:lnTo>
                    <a:pt x="6779" y="17295"/>
                  </a:lnTo>
                  <a:lnTo>
                    <a:pt x="1714" y="36063"/>
                  </a:lnTo>
                  <a:lnTo>
                    <a:pt x="0" y="59045"/>
                  </a:lnTo>
                  <a:lnTo>
                    <a:pt x="1714" y="82026"/>
                  </a:lnTo>
                  <a:lnTo>
                    <a:pt x="6779" y="100795"/>
                  </a:lnTo>
                  <a:lnTo>
                    <a:pt x="15081" y="113450"/>
                  </a:lnTo>
                  <a:lnTo>
                    <a:pt x="26501" y="118090"/>
                  </a:lnTo>
                  <a:lnTo>
                    <a:pt x="37922" y="113450"/>
                  </a:lnTo>
                  <a:lnTo>
                    <a:pt x="46223" y="100795"/>
                  </a:lnTo>
                  <a:lnTo>
                    <a:pt x="51289" y="82026"/>
                  </a:lnTo>
                  <a:lnTo>
                    <a:pt x="53003" y="59045"/>
                  </a:lnTo>
                  <a:lnTo>
                    <a:pt x="51289" y="36063"/>
                  </a:lnTo>
                  <a:lnTo>
                    <a:pt x="46223" y="17295"/>
                  </a:lnTo>
                  <a:lnTo>
                    <a:pt x="37922" y="4640"/>
                  </a:lnTo>
                  <a:lnTo>
                    <a:pt x="26501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" name="object 620" descr=""/>
            <p:cNvSpPr/>
            <p:nvPr/>
          </p:nvSpPr>
          <p:spPr>
            <a:xfrm>
              <a:off x="1161823" y="4173639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4" h="13335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12" y="12366"/>
                  </a:lnTo>
                  <a:lnTo>
                    <a:pt x="2376" y="13025"/>
                  </a:lnTo>
                  <a:lnTo>
                    <a:pt x="4984" y="13025"/>
                  </a:lnTo>
                  <a:lnTo>
                    <a:pt x="6408" y="10114"/>
                  </a:lnTo>
                  <a:lnTo>
                    <a:pt x="6408" y="3884"/>
                  </a:lnTo>
                  <a:lnTo>
                    <a:pt x="5654" y="1612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" name="object 621" descr=""/>
            <p:cNvSpPr/>
            <p:nvPr/>
          </p:nvSpPr>
          <p:spPr>
            <a:xfrm>
              <a:off x="1161823" y="4173639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5" h="12064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47" y="11308"/>
                  </a:lnTo>
                  <a:lnTo>
                    <a:pt x="1444" y="11727"/>
                  </a:lnTo>
                  <a:lnTo>
                    <a:pt x="1926" y="11947"/>
                  </a:lnTo>
                  <a:lnTo>
                    <a:pt x="4177" y="11947"/>
                  </a:lnTo>
                  <a:lnTo>
                    <a:pt x="5622" y="9036"/>
                  </a:lnTo>
                  <a:lnTo>
                    <a:pt x="5622" y="3518"/>
                  </a:lnTo>
                  <a:lnTo>
                    <a:pt x="5193" y="1759"/>
                  </a:lnTo>
                  <a:lnTo>
                    <a:pt x="4533" y="586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" name="object 622" descr=""/>
            <p:cNvSpPr/>
            <p:nvPr/>
          </p:nvSpPr>
          <p:spPr>
            <a:xfrm>
              <a:off x="1176062" y="415653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4" h="13335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12" y="12366"/>
                  </a:lnTo>
                  <a:lnTo>
                    <a:pt x="2376" y="13025"/>
                  </a:lnTo>
                  <a:lnTo>
                    <a:pt x="4984" y="13025"/>
                  </a:lnTo>
                  <a:lnTo>
                    <a:pt x="6408" y="10114"/>
                  </a:lnTo>
                  <a:lnTo>
                    <a:pt x="6408" y="3884"/>
                  </a:lnTo>
                  <a:lnTo>
                    <a:pt x="5654" y="1612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" name="object 623" descr=""/>
            <p:cNvSpPr/>
            <p:nvPr/>
          </p:nvSpPr>
          <p:spPr>
            <a:xfrm>
              <a:off x="1176062" y="4156536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5" h="12064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47" y="11308"/>
                  </a:lnTo>
                  <a:lnTo>
                    <a:pt x="1444" y="11727"/>
                  </a:lnTo>
                  <a:lnTo>
                    <a:pt x="1926" y="11947"/>
                  </a:lnTo>
                  <a:lnTo>
                    <a:pt x="4177" y="11947"/>
                  </a:lnTo>
                  <a:lnTo>
                    <a:pt x="5622" y="9036"/>
                  </a:lnTo>
                  <a:lnTo>
                    <a:pt x="5622" y="3518"/>
                  </a:lnTo>
                  <a:lnTo>
                    <a:pt x="5193" y="1759"/>
                  </a:lnTo>
                  <a:lnTo>
                    <a:pt x="4533" y="586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" name="object 624" descr=""/>
            <p:cNvSpPr/>
            <p:nvPr/>
          </p:nvSpPr>
          <p:spPr>
            <a:xfrm>
              <a:off x="1191884" y="417272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4" h="13335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12" y="12366"/>
                  </a:lnTo>
                  <a:lnTo>
                    <a:pt x="2376" y="13025"/>
                  </a:lnTo>
                  <a:lnTo>
                    <a:pt x="4984" y="13025"/>
                  </a:lnTo>
                  <a:lnTo>
                    <a:pt x="6408" y="10114"/>
                  </a:lnTo>
                  <a:lnTo>
                    <a:pt x="6408" y="3884"/>
                  </a:lnTo>
                  <a:lnTo>
                    <a:pt x="5643" y="1612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" name="object 625" descr=""/>
            <p:cNvSpPr/>
            <p:nvPr/>
          </p:nvSpPr>
          <p:spPr>
            <a:xfrm>
              <a:off x="1191884" y="4172722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5" h="12064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47" y="11308"/>
                  </a:lnTo>
                  <a:lnTo>
                    <a:pt x="1444" y="11727"/>
                  </a:lnTo>
                  <a:lnTo>
                    <a:pt x="1926" y="11947"/>
                  </a:lnTo>
                  <a:lnTo>
                    <a:pt x="4177" y="11947"/>
                  </a:lnTo>
                  <a:lnTo>
                    <a:pt x="5622" y="9036"/>
                  </a:lnTo>
                  <a:lnTo>
                    <a:pt x="5622" y="3518"/>
                  </a:lnTo>
                  <a:lnTo>
                    <a:pt x="5193" y="1759"/>
                  </a:lnTo>
                  <a:lnTo>
                    <a:pt x="4533" y="586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" name="object 626" descr=""/>
            <p:cNvSpPr/>
            <p:nvPr/>
          </p:nvSpPr>
          <p:spPr>
            <a:xfrm>
              <a:off x="1165668" y="4191036"/>
              <a:ext cx="26034" cy="52705"/>
            </a:xfrm>
            <a:custGeom>
              <a:avLst/>
              <a:gdLst/>
              <a:ahLst/>
              <a:cxnLst/>
              <a:rect l="l" t="t" r="r" b="b"/>
              <a:pathLst>
                <a:path w="26034" h="52704">
                  <a:moveTo>
                    <a:pt x="12910" y="0"/>
                  </a:moveTo>
                  <a:lnTo>
                    <a:pt x="7880" y="2052"/>
                  </a:lnTo>
                  <a:lnTo>
                    <a:pt x="3777" y="7650"/>
                  </a:lnTo>
                  <a:lnTo>
                    <a:pt x="1013" y="15951"/>
                  </a:lnTo>
                  <a:lnTo>
                    <a:pt x="0" y="26114"/>
                  </a:lnTo>
                  <a:lnTo>
                    <a:pt x="0" y="36669"/>
                  </a:lnTo>
                  <a:lnTo>
                    <a:pt x="3088" y="45757"/>
                  </a:lnTo>
                  <a:lnTo>
                    <a:pt x="9182" y="51380"/>
                  </a:lnTo>
                  <a:lnTo>
                    <a:pt x="11015" y="52207"/>
                  </a:lnTo>
                  <a:lnTo>
                    <a:pt x="12910" y="52207"/>
                  </a:lnTo>
                  <a:lnTo>
                    <a:pt x="17928" y="50158"/>
                  </a:lnTo>
                  <a:lnTo>
                    <a:pt x="22025" y="44568"/>
                  </a:lnTo>
                  <a:lnTo>
                    <a:pt x="24787" y="36274"/>
                  </a:lnTo>
                  <a:lnTo>
                    <a:pt x="25800" y="26114"/>
                  </a:lnTo>
                  <a:lnTo>
                    <a:pt x="24896" y="16494"/>
                  </a:lnTo>
                  <a:lnTo>
                    <a:pt x="22416" y="8481"/>
                  </a:lnTo>
                  <a:lnTo>
                    <a:pt x="18710" y="2784"/>
                  </a:lnTo>
                  <a:lnTo>
                    <a:pt x="14125" y="115"/>
                  </a:lnTo>
                  <a:lnTo>
                    <a:pt x="12910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" name="object 627" descr=""/>
            <p:cNvSpPr/>
            <p:nvPr/>
          </p:nvSpPr>
          <p:spPr>
            <a:xfrm>
              <a:off x="1165668" y="4191036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12910" y="0"/>
                  </a:moveTo>
                  <a:lnTo>
                    <a:pt x="7880" y="2052"/>
                  </a:lnTo>
                  <a:lnTo>
                    <a:pt x="3777" y="7650"/>
                  </a:lnTo>
                  <a:lnTo>
                    <a:pt x="1013" y="15951"/>
                  </a:lnTo>
                  <a:lnTo>
                    <a:pt x="0" y="26114"/>
                  </a:lnTo>
                  <a:lnTo>
                    <a:pt x="0" y="36669"/>
                  </a:lnTo>
                  <a:lnTo>
                    <a:pt x="3088" y="45757"/>
                  </a:lnTo>
                  <a:lnTo>
                    <a:pt x="7549" y="49862"/>
                  </a:lnTo>
                  <a:lnTo>
                    <a:pt x="8753" y="49988"/>
                  </a:lnTo>
                  <a:lnTo>
                    <a:pt x="13771" y="47933"/>
                  </a:lnTo>
                  <a:lnTo>
                    <a:pt x="17868" y="42332"/>
                  </a:lnTo>
                  <a:lnTo>
                    <a:pt x="20630" y="34027"/>
                  </a:lnTo>
                  <a:lnTo>
                    <a:pt x="21643" y="23863"/>
                  </a:lnTo>
                  <a:lnTo>
                    <a:pt x="21643" y="13339"/>
                  </a:lnTo>
                  <a:lnTo>
                    <a:pt x="18554" y="4219"/>
                  </a:lnTo>
                  <a:lnTo>
                    <a:pt x="14125" y="115"/>
                  </a:lnTo>
                  <a:lnTo>
                    <a:pt x="1291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" name="object 628" descr=""/>
            <p:cNvSpPr/>
            <p:nvPr/>
          </p:nvSpPr>
          <p:spPr>
            <a:xfrm>
              <a:off x="1079874" y="4151187"/>
              <a:ext cx="53340" cy="118110"/>
            </a:xfrm>
            <a:custGeom>
              <a:avLst/>
              <a:gdLst/>
              <a:ahLst/>
              <a:cxnLst/>
              <a:rect l="l" t="t" r="r" b="b"/>
              <a:pathLst>
                <a:path w="53340" h="118110">
                  <a:moveTo>
                    <a:pt x="26501" y="0"/>
                  </a:moveTo>
                  <a:lnTo>
                    <a:pt x="15081" y="4640"/>
                  </a:lnTo>
                  <a:lnTo>
                    <a:pt x="6779" y="17295"/>
                  </a:lnTo>
                  <a:lnTo>
                    <a:pt x="1714" y="36063"/>
                  </a:lnTo>
                  <a:lnTo>
                    <a:pt x="0" y="59045"/>
                  </a:lnTo>
                  <a:lnTo>
                    <a:pt x="1714" y="82026"/>
                  </a:lnTo>
                  <a:lnTo>
                    <a:pt x="6779" y="100795"/>
                  </a:lnTo>
                  <a:lnTo>
                    <a:pt x="15081" y="113450"/>
                  </a:lnTo>
                  <a:lnTo>
                    <a:pt x="26501" y="118090"/>
                  </a:lnTo>
                  <a:lnTo>
                    <a:pt x="37922" y="113450"/>
                  </a:lnTo>
                  <a:lnTo>
                    <a:pt x="46223" y="100795"/>
                  </a:lnTo>
                  <a:lnTo>
                    <a:pt x="51289" y="82026"/>
                  </a:lnTo>
                  <a:lnTo>
                    <a:pt x="53003" y="59045"/>
                  </a:lnTo>
                  <a:lnTo>
                    <a:pt x="51289" y="36063"/>
                  </a:lnTo>
                  <a:lnTo>
                    <a:pt x="46223" y="17295"/>
                  </a:lnTo>
                  <a:lnTo>
                    <a:pt x="37922" y="4640"/>
                  </a:lnTo>
                  <a:lnTo>
                    <a:pt x="26501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" name="object 629" descr=""/>
            <p:cNvSpPr/>
            <p:nvPr/>
          </p:nvSpPr>
          <p:spPr>
            <a:xfrm>
              <a:off x="1088639" y="4173639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4" h="13335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12" y="12366"/>
                  </a:lnTo>
                  <a:lnTo>
                    <a:pt x="2376" y="13025"/>
                  </a:lnTo>
                  <a:lnTo>
                    <a:pt x="4984" y="13025"/>
                  </a:lnTo>
                  <a:lnTo>
                    <a:pt x="6408" y="10114"/>
                  </a:lnTo>
                  <a:lnTo>
                    <a:pt x="6408" y="3884"/>
                  </a:lnTo>
                  <a:lnTo>
                    <a:pt x="5654" y="1612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" name="object 630" descr=""/>
            <p:cNvSpPr/>
            <p:nvPr/>
          </p:nvSpPr>
          <p:spPr>
            <a:xfrm>
              <a:off x="1088639" y="4173639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5" h="12064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47" y="11308"/>
                  </a:lnTo>
                  <a:lnTo>
                    <a:pt x="1444" y="11727"/>
                  </a:lnTo>
                  <a:lnTo>
                    <a:pt x="1926" y="11947"/>
                  </a:lnTo>
                  <a:lnTo>
                    <a:pt x="4177" y="11947"/>
                  </a:lnTo>
                  <a:lnTo>
                    <a:pt x="5622" y="9036"/>
                  </a:lnTo>
                  <a:lnTo>
                    <a:pt x="5622" y="3518"/>
                  </a:lnTo>
                  <a:lnTo>
                    <a:pt x="5193" y="1759"/>
                  </a:lnTo>
                  <a:lnTo>
                    <a:pt x="4533" y="586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1" name="object 631" descr=""/>
            <p:cNvSpPr/>
            <p:nvPr/>
          </p:nvSpPr>
          <p:spPr>
            <a:xfrm>
              <a:off x="1102879" y="415653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4" h="13335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12" y="12366"/>
                  </a:lnTo>
                  <a:lnTo>
                    <a:pt x="2376" y="13025"/>
                  </a:lnTo>
                  <a:lnTo>
                    <a:pt x="4984" y="13025"/>
                  </a:lnTo>
                  <a:lnTo>
                    <a:pt x="6408" y="10114"/>
                  </a:lnTo>
                  <a:lnTo>
                    <a:pt x="6408" y="3884"/>
                  </a:lnTo>
                  <a:lnTo>
                    <a:pt x="5643" y="1612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2" name="object 632" descr=""/>
            <p:cNvSpPr/>
            <p:nvPr/>
          </p:nvSpPr>
          <p:spPr>
            <a:xfrm>
              <a:off x="1102879" y="4156536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5" h="12064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47" y="11308"/>
                  </a:lnTo>
                  <a:lnTo>
                    <a:pt x="1444" y="11727"/>
                  </a:lnTo>
                  <a:lnTo>
                    <a:pt x="1926" y="11947"/>
                  </a:lnTo>
                  <a:lnTo>
                    <a:pt x="4177" y="11947"/>
                  </a:lnTo>
                  <a:lnTo>
                    <a:pt x="5622" y="9036"/>
                  </a:lnTo>
                  <a:lnTo>
                    <a:pt x="5622" y="3518"/>
                  </a:lnTo>
                  <a:lnTo>
                    <a:pt x="5193" y="1759"/>
                  </a:lnTo>
                  <a:lnTo>
                    <a:pt x="4533" y="586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" name="object 633" descr=""/>
            <p:cNvSpPr/>
            <p:nvPr/>
          </p:nvSpPr>
          <p:spPr>
            <a:xfrm>
              <a:off x="1118701" y="417272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4" h="13335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12" y="12366"/>
                  </a:lnTo>
                  <a:lnTo>
                    <a:pt x="2376" y="13025"/>
                  </a:lnTo>
                  <a:lnTo>
                    <a:pt x="4984" y="13025"/>
                  </a:lnTo>
                  <a:lnTo>
                    <a:pt x="6408" y="10114"/>
                  </a:lnTo>
                  <a:lnTo>
                    <a:pt x="6408" y="3884"/>
                  </a:lnTo>
                  <a:lnTo>
                    <a:pt x="5654" y="1612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" name="object 634" descr=""/>
            <p:cNvSpPr/>
            <p:nvPr/>
          </p:nvSpPr>
          <p:spPr>
            <a:xfrm>
              <a:off x="1118701" y="4172722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5" h="12064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47" y="11308"/>
                  </a:lnTo>
                  <a:lnTo>
                    <a:pt x="1444" y="11727"/>
                  </a:lnTo>
                  <a:lnTo>
                    <a:pt x="1926" y="11947"/>
                  </a:lnTo>
                  <a:lnTo>
                    <a:pt x="4177" y="11947"/>
                  </a:lnTo>
                  <a:lnTo>
                    <a:pt x="5622" y="9036"/>
                  </a:lnTo>
                  <a:lnTo>
                    <a:pt x="5622" y="3518"/>
                  </a:lnTo>
                  <a:lnTo>
                    <a:pt x="5193" y="1759"/>
                  </a:lnTo>
                  <a:lnTo>
                    <a:pt x="4533" y="586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" name="object 635" descr=""/>
            <p:cNvSpPr/>
            <p:nvPr/>
          </p:nvSpPr>
          <p:spPr>
            <a:xfrm>
              <a:off x="1092485" y="4191036"/>
              <a:ext cx="26034" cy="52705"/>
            </a:xfrm>
            <a:custGeom>
              <a:avLst/>
              <a:gdLst/>
              <a:ahLst/>
              <a:cxnLst/>
              <a:rect l="l" t="t" r="r" b="b"/>
              <a:pathLst>
                <a:path w="26034" h="52704">
                  <a:moveTo>
                    <a:pt x="12910" y="0"/>
                  </a:moveTo>
                  <a:lnTo>
                    <a:pt x="7880" y="2052"/>
                  </a:lnTo>
                  <a:lnTo>
                    <a:pt x="3777" y="7650"/>
                  </a:lnTo>
                  <a:lnTo>
                    <a:pt x="1013" y="15951"/>
                  </a:lnTo>
                  <a:lnTo>
                    <a:pt x="0" y="26114"/>
                  </a:lnTo>
                  <a:lnTo>
                    <a:pt x="0" y="36669"/>
                  </a:lnTo>
                  <a:lnTo>
                    <a:pt x="3088" y="45757"/>
                  </a:lnTo>
                  <a:lnTo>
                    <a:pt x="9182" y="51380"/>
                  </a:lnTo>
                  <a:lnTo>
                    <a:pt x="11015" y="52207"/>
                  </a:lnTo>
                  <a:lnTo>
                    <a:pt x="12910" y="52207"/>
                  </a:lnTo>
                  <a:lnTo>
                    <a:pt x="17928" y="50158"/>
                  </a:lnTo>
                  <a:lnTo>
                    <a:pt x="22025" y="44568"/>
                  </a:lnTo>
                  <a:lnTo>
                    <a:pt x="24787" y="36274"/>
                  </a:lnTo>
                  <a:lnTo>
                    <a:pt x="25800" y="26114"/>
                  </a:lnTo>
                  <a:lnTo>
                    <a:pt x="24896" y="16494"/>
                  </a:lnTo>
                  <a:lnTo>
                    <a:pt x="22416" y="8481"/>
                  </a:lnTo>
                  <a:lnTo>
                    <a:pt x="18710" y="2784"/>
                  </a:lnTo>
                  <a:lnTo>
                    <a:pt x="14125" y="115"/>
                  </a:lnTo>
                  <a:lnTo>
                    <a:pt x="12910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" name="object 636" descr=""/>
            <p:cNvSpPr/>
            <p:nvPr/>
          </p:nvSpPr>
          <p:spPr>
            <a:xfrm>
              <a:off x="1092485" y="4191036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12910" y="0"/>
                  </a:moveTo>
                  <a:lnTo>
                    <a:pt x="7880" y="2052"/>
                  </a:lnTo>
                  <a:lnTo>
                    <a:pt x="3777" y="7650"/>
                  </a:lnTo>
                  <a:lnTo>
                    <a:pt x="1013" y="15951"/>
                  </a:lnTo>
                  <a:lnTo>
                    <a:pt x="0" y="26114"/>
                  </a:lnTo>
                  <a:lnTo>
                    <a:pt x="0" y="36669"/>
                  </a:lnTo>
                  <a:lnTo>
                    <a:pt x="3088" y="45757"/>
                  </a:lnTo>
                  <a:lnTo>
                    <a:pt x="7549" y="49862"/>
                  </a:lnTo>
                  <a:lnTo>
                    <a:pt x="8753" y="49988"/>
                  </a:lnTo>
                  <a:lnTo>
                    <a:pt x="13771" y="47933"/>
                  </a:lnTo>
                  <a:lnTo>
                    <a:pt x="17868" y="42332"/>
                  </a:lnTo>
                  <a:lnTo>
                    <a:pt x="20630" y="34027"/>
                  </a:lnTo>
                  <a:lnTo>
                    <a:pt x="21643" y="23863"/>
                  </a:lnTo>
                  <a:lnTo>
                    <a:pt x="21643" y="13339"/>
                  </a:lnTo>
                  <a:lnTo>
                    <a:pt x="18554" y="4219"/>
                  </a:lnTo>
                  <a:lnTo>
                    <a:pt x="14125" y="115"/>
                  </a:lnTo>
                  <a:lnTo>
                    <a:pt x="1291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7" name="object 637" descr=""/>
            <p:cNvSpPr/>
            <p:nvPr/>
          </p:nvSpPr>
          <p:spPr>
            <a:xfrm>
              <a:off x="1006691" y="4150373"/>
              <a:ext cx="53340" cy="118110"/>
            </a:xfrm>
            <a:custGeom>
              <a:avLst/>
              <a:gdLst/>
              <a:ahLst/>
              <a:cxnLst/>
              <a:rect l="l" t="t" r="r" b="b"/>
              <a:pathLst>
                <a:path w="53340" h="118110">
                  <a:moveTo>
                    <a:pt x="26501" y="0"/>
                  </a:moveTo>
                  <a:lnTo>
                    <a:pt x="15081" y="4640"/>
                  </a:lnTo>
                  <a:lnTo>
                    <a:pt x="6779" y="17295"/>
                  </a:lnTo>
                  <a:lnTo>
                    <a:pt x="1714" y="36063"/>
                  </a:lnTo>
                  <a:lnTo>
                    <a:pt x="0" y="59045"/>
                  </a:lnTo>
                  <a:lnTo>
                    <a:pt x="1714" y="82026"/>
                  </a:lnTo>
                  <a:lnTo>
                    <a:pt x="6779" y="100795"/>
                  </a:lnTo>
                  <a:lnTo>
                    <a:pt x="15081" y="113450"/>
                  </a:lnTo>
                  <a:lnTo>
                    <a:pt x="26501" y="118090"/>
                  </a:lnTo>
                  <a:lnTo>
                    <a:pt x="37922" y="113450"/>
                  </a:lnTo>
                  <a:lnTo>
                    <a:pt x="46223" y="100795"/>
                  </a:lnTo>
                  <a:lnTo>
                    <a:pt x="51289" y="82026"/>
                  </a:lnTo>
                  <a:lnTo>
                    <a:pt x="53003" y="59045"/>
                  </a:lnTo>
                  <a:lnTo>
                    <a:pt x="51289" y="36063"/>
                  </a:lnTo>
                  <a:lnTo>
                    <a:pt x="46223" y="17295"/>
                  </a:lnTo>
                  <a:lnTo>
                    <a:pt x="37922" y="4640"/>
                  </a:lnTo>
                  <a:lnTo>
                    <a:pt x="26501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" name="object 638" descr=""/>
            <p:cNvSpPr/>
            <p:nvPr/>
          </p:nvSpPr>
          <p:spPr>
            <a:xfrm>
              <a:off x="1015457" y="4172823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4" h="13335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12" y="12366"/>
                  </a:lnTo>
                  <a:lnTo>
                    <a:pt x="2376" y="13025"/>
                  </a:lnTo>
                  <a:lnTo>
                    <a:pt x="4984" y="13025"/>
                  </a:lnTo>
                  <a:lnTo>
                    <a:pt x="6408" y="10114"/>
                  </a:lnTo>
                  <a:lnTo>
                    <a:pt x="6408" y="3884"/>
                  </a:lnTo>
                  <a:lnTo>
                    <a:pt x="5643" y="1612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" name="object 639" descr=""/>
            <p:cNvSpPr/>
            <p:nvPr/>
          </p:nvSpPr>
          <p:spPr>
            <a:xfrm>
              <a:off x="1015457" y="4172823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5" h="12064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47" y="11308"/>
                  </a:lnTo>
                  <a:lnTo>
                    <a:pt x="1444" y="11727"/>
                  </a:lnTo>
                  <a:lnTo>
                    <a:pt x="1926" y="11947"/>
                  </a:lnTo>
                  <a:lnTo>
                    <a:pt x="4177" y="11947"/>
                  </a:lnTo>
                  <a:lnTo>
                    <a:pt x="5622" y="9036"/>
                  </a:lnTo>
                  <a:lnTo>
                    <a:pt x="5622" y="3518"/>
                  </a:lnTo>
                  <a:lnTo>
                    <a:pt x="5193" y="1759"/>
                  </a:lnTo>
                  <a:lnTo>
                    <a:pt x="4533" y="586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" name="object 640" descr=""/>
            <p:cNvSpPr/>
            <p:nvPr/>
          </p:nvSpPr>
          <p:spPr>
            <a:xfrm>
              <a:off x="1029696" y="4155721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4" h="13335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12" y="12366"/>
                  </a:lnTo>
                  <a:lnTo>
                    <a:pt x="2376" y="13025"/>
                  </a:lnTo>
                  <a:lnTo>
                    <a:pt x="4984" y="13025"/>
                  </a:lnTo>
                  <a:lnTo>
                    <a:pt x="6408" y="10114"/>
                  </a:lnTo>
                  <a:lnTo>
                    <a:pt x="6408" y="3884"/>
                  </a:lnTo>
                  <a:lnTo>
                    <a:pt x="5643" y="1612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" name="object 641" descr=""/>
            <p:cNvSpPr/>
            <p:nvPr/>
          </p:nvSpPr>
          <p:spPr>
            <a:xfrm>
              <a:off x="1029696" y="4155721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5" h="12064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47" y="11308"/>
                  </a:lnTo>
                  <a:lnTo>
                    <a:pt x="1444" y="11727"/>
                  </a:lnTo>
                  <a:lnTo>
                    <a:pt x="1926" y="11947"/>
                  </a:lnTo>
                  <a:lnTo>
                    <a:pt x="4177" y="11947"/>
                  </a:lnTo>
                  <a:lnTo>
                    <a:pt x="5622" y="9036"/>
                  </a:lnTo>
                  <a:lnTo>
                    <a:pt x="5622" y="3518"/>
                  </a:lnTo>
                  <a:lnTo>
                    <a:pt x="5193" y="1759"/>
                  </a:lnTo>
                  <a:lnTo>
                    <a:pt x="4533" y="586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" name="object 642" descr=""/>
            <p:cNvSpPr/>
            <p:nvPr/>
          </p:nvSpPr>
          <p:spPr>
            <a:xfrm>
              <a:off x="1045516" y="417190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4" h="13335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12" y="12366"/>
                  </a:lnTo>
                  <a:lnTo>
                    <a:pt x="2376" y="13025"/>
                  </a:lnTo>
                  <a:lnTo>
                    <a:pt x="4984" y="13025"/>
                  </a:lnTo>
                  <a:lnTo>
                    <a:pt x="6408" y="10114"/>
                  </a:lnTo>
                  <a:lnTo>
                    <a:pt x="6408" y="3884"/>
                  </a:lnTo>
                  <a:lnTo>
                    <a:pt x="5654" y="1612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" name="object 643" descr=""/>
            <p:cNvSpPr/>
            <p:nvPr/>
          </p:nvSpPr>
          <p:spPr>
            <a:xfrm>
              <a:off x="1045516" y="4171908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5" h="12064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47" y="11308"/>
                  </a:lnTo>
                  <a:lnTo>
                    <a:pt x="1444" y="11727"/>
                  </a:lnTo>
                  <a:lnTo>
                    <a:pt x="1926" y="11947"/>
                  </a:lnTo>
                  <a:lnTo>
                    <a:pt x="4177" y="11947"/>
                  </a:lnTo>
                  <a:lnTo>
                    <a:pt x="5622" y="9036"/>
                  </a:lnTo>
                  <a:lnTo>
                    <a:pt x="5622" y="3518"/>
                  </a:lnTo>
                  <a:lnTo>
                    <a:pt x="5193" y="1759"/>
                  </a:lnTo>
                  <a:lnTo>
                    <a:pt x="4533" y="586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" name="object 644" descr=""/>
            <p:cNvSpPr/>
            <p:nvPr/>
          </p:nvSpPr>
          <p:spPr>
            <a:xfrm>
              <a:off x="1019300" y="4190223"/>
              <a:ext cx="26034" cy="52705"/>
            </a:xfrm>
            <a:custGeom>
              <a:avLst/>
              <a:gdLst/>
              <a:ahLst/>
              <a:cxnLst/>
              <a:rect l="l" t="t" r="r" b="b"/>
              <a:pathLst>
                <a:path w="26034" h="52704">
                  <a:moveTo>
                    <a:pt x="12910" y="0"/>
                  </a:moveTo>
                  <a:lnTo>
                    <a:pt x="7880" y="2052"/>
                  </a:lnTo>
                  <a:lnTo>
                    <a:pt x="3777" y="7650"/>
                  </a:lnTo>
                  <a:lnTo>
                    <a:pt x="1013" y="15951"/>
                  </a:lnTo>
                  <a:lnTo>
                    <a:pt x="0" y="26114"/>
                  </a:lnTo>
                  <a:lnTo>
                    <a:pt x="0" y="36669"/>
                  </a:lnTo>
                  <a:lnTo>
                    <a:pt x="3088" y="45757"/>
                  </a:lnTo>
                  <a:lnTo>
                    <a:pt x="9182" y="51380"/>
                  </a:lnTo>
                  <a:lnTo>
                    <a:pt x="11015" y="52207"/>
                  </a:lnTo>
                  <a:lnTo>
                    <a:pt x="12910" y="52207"/>
                  </a:lnTo>
                  <a:lnTo>
                    <a:pt x="17928" y="50158"/>
                  </a:lnTo>
                  <a:lnTo>
                    <a:pt x="22025" y="44568"/>
                  </a:lnTo>
                  <a:lnTo>
                    <a:pt x="24787" y="36274"/>
                  </a:lnTo>
                  <a:lnTo>
                    <a:pt x="25800" y="26114"/>
                  </a:lnTo>
                  <a:lnTo>
                    <a:pt x="24896" y="16494"/>
                  </a:lnTo>
                  <a:lnTo>
                    <a:pt x="22416" y="8481"/>
                  </a:lnTo>
                  <a:lnTo>
                    <a:pt x="18710" y="2784"/>
                  </a:lnTo>
                  <a:lnTo>
                    <a:pt x="14125" y="115"/>
                  </a:lnTo>
                  <a:lnTo>
                    <a:pt x="12910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" name="object 645" descr=""/>
            <p:cNvSpPr/>
            <p:nvPr/>
          </p:nvSpPr>
          <p:spPr>
            <a:xfrm>
              <a:off x="1019300" y="4190223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12910" y="0"/>
                  </a:moveTo>
                  <a:lnTo>
                    <a:pt x="7880" y="2052"/>
                  </a:lnTo>
                  <a:lnTo>
                    <a:pt x="3777" y="7650"/>
                  </a:lnTo>
                  <a:lnTo>
                    <a:pt x="1013" y="15951"/>
                  </a:lnTo>
                  <a:lnTo>
                    <a:pt x="0" y="26114"/>
                  </a:lnTo>
                  <a:lnTo>
                    <a:pt x="0" y="36669"/>
                  </a:lnTo>
                  <a:lnTo>
                    <a:pt x="3088" y="45757"/>
                  </a:lnTo>
                  <a:lnTo>
                    <a:pt x="7549" y="49862"/>
                  </a:lnTo>
                  <a:lnTo>
                    <a:pt x="8753" y="49988"/>
                  </a:lnTo>
                  <a:lnTo>
                    <a:pt x="13771" y="47933"/>
                  </a:lnTo>
                  <a:lnTo>
                    <a:pt x="17868" y="42332"/>
                  </a:lnTo>
                  <a:lnTo>
                    <a:pt x="20630" y="34027"/>
                  </a:lnTo>
                  <a:lnTo>
                    <a:pt x="21643" y="23863"/>
                  </a:lnTo>
                  <a:lnTo>
                    <a:pt x="21643" y="13339"/>
                  </a:lnTo>
                  <a:lnTo>
                    <a:pt x="18554" y="4219"/>
                  </a:lnTo>
                  <a:lnTo>
                    <a:pt x="14125" y="115"/>
                  </a:lnTo>
                  <a:lnTo>
                    <a:pt x="1291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" name="object 646" descr=""/>
            <p:cNvSpPr/>
            <p:nvPr/>
          </p:nvSpPr>
          <p:spPr>
            <a:xfrm>
              <a:off x="933508" y="4150373"/>
              <a:ext cx="53340" cy="118110"/>
            </a:xfrm>
            <a:custGeom>
              <a:avLst/>
              <a:gdLst/>
              <a:ahLst/>
              <a:cxnLst/>
              <a:rect l="l" t="t" r="r" b="b"/>
              <a:pathLst>
                <a:path w="53340" h="118110">
                  <a:moveTo>
                    <a:pt x="26501" y="0"/>
                  </a:moveTo>
                  <a:lnTo>
                    <a:pt x="15081" y="4640"/>
                  </a:lnTo>
                  <a:lnTo>
                    <a:pt x="6779" y="17295"/>
                  </a:lnTo>
                  <a:lnTo>
                    <a:pt x="1714" y="36063"/>
                  </a:lnTo>
                  <a:lnTo>
                    <a:pt x="0" y="59045"/>
                  </a:lnTo>
                  <a:lnTo>
                    <a:pt x="1714" y="82026"/>
                  </a:lnTo>
                  <a:lnTo>
                    <a:pt x="6779" y="100795"/>
                  </a:lnTo>
                  <a:lnTo>
                    <a:pt x="15081" y="113450"/>
                  </a:lnTo>
                  <a:lnTo>
                    <a:pt x="26501" y="118090"/>
                  </a:lnTo>
                  <a:lnTo>
                    <a:pt x="37922" y="113450"/>
                  </a:lnTo>
                  <a:lnTo>
                    <a:pt x="46223" y="100795"/>
                  </a:lnTo>
                  <a:lnTo>
                    <a:pt x="51289" y="82026"/>
                  </a:lnTo>
                  <a:lnTo>
                    <a:pt x="53003" y="59045"/>
                  </a:lnTo>
                  <a:lnTo>
                    <a:pt x="51289" y="36063"/>
                  </a:lnTo>
                  <a:lnTo>
                    <a:pt x="46223" y="17295"/>
                  </a:lnTo>
                  <a:lnTo>
                    <a:pt x="37922" y="4640"/>
                  </a:lnTo>
                  <a:lnTo>
                    <a:pt x="26501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" name="object 647" descr=""/>
            <p:cNvSpPr/>
            <p:nvPr/>
          </p:nvSpPr>
          <p:spPr>
            <a:xfrm>
              <a:off x="942272" y="4172823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4" h="13335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12" y="12366"/>
                  </a:lnTo>
                  <a:lnTo>
                    <a:pt x="2376" y="13025"/>
                  </a:lnTo>
                  <a:lnTo>
                    <a:pt x="4984" y="13025"/>
                  </a:lnTo>
                  <a:lnTo>
                    <a:pt x="6408" y="10114"/>
                  </a:lnTo>
                  <a:lnTo>
                    <a:pt x="6408" y="3884"/>
                  </a:lnTo>
                  <a:lnTo>
                    <a:pt x="5643" y="1612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" name="object 648" descr=""/>
            <p:cNvSpPr/>
            <p:nvPr/>
          </p:nvSpPr>
          <p:spPr>
            <a:xfrm>
              <a:off x="942272" y="4172823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5" h="12064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47" y="11308"/>
                  </a:lnTo>
                  <a:lnTo>
                    <a:pt x="1444" y="11727"/>
                  </a:lnTo>
                  <a:lnTo>
                    <a:pt x="1926" y="11947"/>
                  </a:lnTo>
                  <a:lnTo>
                    <a:pt x="4177" y="11947"/>
                  </a:lnTo>
                  <a:lnTo>
                    <a:pt x="5622" y="9036"/>
                  </a:lnTo>
                  <a:lnTo>
                    <a:pt x="5622" y="3518"/>
                  </a:lnTo>
                  <a:lnTo>
                    <a:pt x="5193" y="1759"/>
                  </a:lnTo>
                  <a:lnTo>
                    <a:pt x="4533" y="586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9" name="object 649" descr=""/>
            <p:cNvSpPr/>
            <p:nvPr/>
          </p:nvSpPr>
          <p:spPr>
            <a:xfrm>
              <a:off x="956512" y="4155721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4" h="13335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12" y="12366"/>
                  </a:lnTo>
                  <a:lnTo>
                    <a:pt x="2376" y="13025"/>
                  </a:lnTo>
                  <a:lnTo>
                    <a:pt x="4984" y="13025"/>
                  </a:lnTo>
                  <a:lnTo>
                    <a:pt x="6408" y="10114"/>
                  </a:lnTo>
                  <a:lnTo>
                    <a:pt x="6408" y="3884"/>
                  </a:lnTo>
                  <a:lnTo>
                    <a:pt x="5643" y="1612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" name="object 650" descr=""/>
            <p:cNvSpPr/>
            <p:nvPr/>
          </p:nvSpPr>
          <p:spPr>
            <a:xfrm>
              <a:off x="956512" y="4155721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5" h="12064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47" y="11308"/>
                  </a:lnTo>
                  <a:lnTo>
                    <a:pt x="1444" y="11727"/>
                  </a:lnTo>
                  <a:lnTo>
                    <a:pt x="1926" y="11947"/>
                  </a:lnTo>
                  <a:lnTo>
                    <a:pt x="4177" y="11947"/>
                  </a:lnTo>
                  <a:lnTo>
                    <a:pt x="5622" y="9036"/>
                  </a:lnTo>
                  <a:lnTo>
                    <a:pt x="5622" y="3518"/>
                  </a:lnTo>
                  <a:lnTo>
                    <a:pt x="5193" y="1759"/>
                  </a:lnTo>
                  <a:lnTo>
                    <a:pt x="4533" y="586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" name="object 651" descr=""/>
            <p:cNvSpPr/>
            <p:nvPr/>
          </p:nvSpPr>
          <p:spPr>
            <a:xfrm>
              <a:off x="972333" y="417190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4" h="13335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12" y="12366"/>
                  </a:lnTo>
                  <a:lnTo>
                    <a:pt x="2376" y="13025"/>
                  </a:lnTo>
                  <a:lnTo>
                    <a:pt x="4984" y="13025"/>
                  </a:lnTo>
                  <a:lnTo>
                    <a:pt x="6408" y="10114"/>
                  </a:lnTo>
                  <a:lnTo>
                    <a:pt x="6408" y="3884"/>
                  </a:lnTo>
                  <a:lnTo>
                    <a:pt x="5643" y="1612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" name="object 652" descr=""/>
            <p:cNvSpPr/>
            <p:nvPr/>
          </p:nvSpPr>
          <p:spPr>
            <a:xfrm>
              <a:off x="972333" y="4171908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5" h="12064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47" y="11308"/>
                  </a:lnTo>
                  <a:lnTo>
                    <a:pt x="1444" y="11727"/>
                  </a:lnTo>
                  <a:lnTo>
                    <a:pt x="1926" y="11947"/>
                  </a:lnTo>
                  <a:lnTo>
                    <a:pt x="4177" y="11947"/>
                  </a:lnTo>
                  <a:lnTo>
                    <a:pt x="5622" y="9036"/>
                  </a:lnTo>
                  <a:lnTo>
                    <a:pt x="5622" y="3518"/>
                  </a:lnTo>
                  <a:lnTo>
                    <a:pt x="5193" y="1759"/>
                  </a:lnTo>
                  <a:lnTo>
                    <a:pt x="4533" y="586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" name="object 653" descr=""/>
            <p:cNvSpPr/>
            <p:nvPr/>
          </p:nvSpPr>
          <p:spPr>
            <a:xfrm>
              <a:off x="946117" y="4190223"/>
              <a:ext cx="26034" cy="52705"/>
            </a:xfrm>
            <a:custGeom>
              <a:avLst/>
              <a:gdLst/>
              <a:ahLst/>
              <a:cxnLst/>
              <a:rect l="l" t="t" r="r" b="b"/>
              <a:pathLst>
                <a:path w="26034" h="52704">
                  <a:moveTo>
                    <a:pt x="12910" y="0"/>
                  </a:moveTo>
                  <a:lnTo>
                    <a:pt x="7880" y="2052"/>
                  </a:lnTo>
                  <a:lnTo>
                    <a:pt x="3777" y="7650"/>
                  </a:lnTo>
                  <a:lnTo>
                    <a:pt x="1013" y="15951"/>
                  </a:lnTo>
                  <a:lnTo>
                    <a:pt x="0" y="26114"/>
                  </a:lnTo>
                  <a:lnTo>
                    <a:pt x="0" y="36669"/>
                  </a:lnTo>
                  <a:lnTo>
                    <a:pt x="3088" y="45757"/>
                  </a:lnTo>
                  <a:lnTo>
                    <a:pt x="9182" y="51380"/>
                  </a:lnTo>
                  <a:lnTo>
                    <a:pt x="11015" y="52207"/>
                  </a:lnTo>
                  <a:lnTo>
                    <a:pt x="12910" y="52207"/>
                  </a:lnTo>
                  <a:lnTo>
                    <a:pt x="17928" y="50158"/>
                  </a:lnTo>
                  <a:lnTo>
                    <a:pt x="22025" y="44568"/>
                  </a:lnTo>
                  <a:lnTo>
                    <a:pt x="24787" y="36274"/>
                  </a:lnTo>
                  <a:lnTo>
                    <a:pt x="25800" y="26114"/>
                  </a:lnTo>
                  <a:lnTo>
                    <a:pt x="24896" y="16494"/>
                  </a:lnTo>
                  <a:lnTo>
                    <a:pt x="22416" y="8481"/>
                  </a:lnTo>
                  <a:lnTo>
                    <a:pt x="18710" y="2784"/>
                  </a:lnTo>
                  <a:lnTo>
                    <a:pt x="14125" y="115"/>
                  </a:lnTo>
                  <a:lnTo>
                    <a:pt x="12910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" name="object 654" descr=""/>
            <p:cNvSpPr/>
            <p:nvPr/>
          </p:nvSpPr>
          <p:spPr>
            <a:xfrm>
              <a:off x="946117" y="4190223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12910" y="0"/>
                  </a:moveTo>
                  <a:lnTo>
                    <a:pt x="7880" y="2052"/>
                  </a:lnTo>
                  <a:lnTo>
                    <a:pt x="3777" y="7650"/>
                  </a:lnTo>
                  <a:lnTo>
                    <a:pt x="1013" y="15951"/>
                  </a:lnTo>
                  <a:lnTo>
                    <a:pt x="0" y="26114"/>
                  </a:lnTo>
                  <a:lnTo>
                    <a:pt x="0" y="36669"/>
                  </a:lnTo>
                  <a:lnTo>
                    <a:pt x="3088" y="45757"/>
                  </a:lnTo>
                  <a:lnTo>
                    <a:pt x="7549" y="49862"/>
                  </a:lnTo>
                  <a:lnTo>
                    <a:pt x="8753" y="49988"/>
                  </a:lnTo>
                  <a:lnTo>
                    <a:pt x="13771" y="47933"/>
                  </a:lnTo>
                  <a:lnTo>
                    <a:pt x="17868" y="42332"/>
                  </a:lnTo>
                  <a:lnTo>
                    <a:pt x="20630" y="34027"/>
                  </a:lnTo>
                  <a:lnTo>
                    <a:pt x="21643" y="23863"/>
                  </a:lnTo>
                  <a:lnTo>
                    <a:pt x="21643" y="13339"/>
                  </a:lnTo>
                  <a:lnTo>
                    <a:pt x="18554" y="4219"/>
                  </a:lnTo>
                  <a:lnTo>
                    <a:pt x="14125" y="115"/>
                  </a:lnTo>
                  <a:lnTo>
                    <a:pt x="1291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" name="object 655" descr=""/>
            <p:cNvSpPr/>
            <p:nvPr/>
          </p:nvSpPr>
          <p:spPr>
            <a:xfrm>
              <a:off x="860324" y="4146302"/>
              <a:ext cx="53340" cy="118110"/>
            </a:xfrm>
            <a:custGeom>
              <a:avLst/>
              <a:gdLst/>
              <a:ahLst/>
              <a:cxnLst/>
              <a:rect l="l" t="t" r="r" b="b"/>
              <a:pathLst>
                <a:path w="53340" h="118110">
                  <a:moveTo>
                    <a:pt x="26501" y="0"/>
                  </a:moveTo>
                  <a:lnTo>
                    <a:pt x="15081" y="4640"/>
                  </a:lnTo>
                  <a:lnTo>
                    <a:pt x="6779" y="17295"/>
                  </a:lnTo>
                  <a:lnTo>
                    <a:pt x="1714" y="36063"/>
                  </a:lnTo>
                  <a:lnTo>
                    <a:pt x="0" y="59045"/>
                  </a:lnTo>
                  <a:lnTo>
                    <a:pt x="1714" y="82026"/>
                  </a:lnTo>
                  <a:lnTo>
                    <a:pt x="6779" y="100795"/>
                  </a:lnTo>
                  <a:lnTo>
                    <a:pt x="15081" y="113450"/>
                  </a:lnTo>
                  <a:lnTo>
                    <a:pt x="26501" y="118090"/>
                  </a:lnTo>
                  <a:lnTo>
                    <a:pt x="37922" y="113450"/>
                  </a:lnTo>
                  <a:lnTo>
                    <a:pt x="46223" y="100795"/>
                  </a:lnTo>
                  <a:lnTo>
                    <a:pt x="51289" y="82026"/>
                  </a:lnTo>
                  <a:lnTo>
                    <a:pt x="53003" y="59045"/>
                  </a:lnTo>
                  <a:lnTo>
                    <a:pt x="51289" y="36063"/>
                  </a:lnTo>
                  <a:lnTo>
                    <a:pt x="46223" y="17295"/>
                  </a:lnTo>
                  <a:lnTo>
                    <a:pt x="37922" y="4640"/>
                  </a:lnTo>
                  <a:lnTo>
                    <a:pt x="26501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" name="object 656" descr=""/>
            <p:cNvSpPr/>
            <p:nvPr/>
          </p:nvSpPr>
          <p:spPr>
            <a:xfrm>
              <a:off x="869088" y="416875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4" h="13335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12" y="12366"/>
                  </a:lnTo>
                  <a:lnTo>
                    <a:pt x="2376" y="13025"/>
                  </a:lnTo>
                  <a:lnTo>
                    <a:pt x="4984" y="13025"/>
                  </a:lnTo>
                  <a:lnTo>
                    <a:pt x="6408" y="10114"/>
                  </a:lnTo>
                  <a:lnTo>
                    <a:pt x="6408" y="3884"/>
                  </a:lnTo>
                  <a:lnTo>
                    <a:pt x="5643" y="1612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" name="object 657" descr=""/>
            <p:cNvSpPr/>
            <p:nvPr/>
          </p:nvSpPr>
          <p:spPr>
            <a:xfrm>
              <a:off x="869088" y="4168752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5" h="12064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47" y="11308"/>
                  </a:lnTo>
                  <a:lnTo>
                    <a:pt x="1444" y="11727"/>
                  </a:lnTo>
                  <a:lnTo>
                    <a:pt x="1926" y="11947"/>
                  </a:lnTo>
                  <a:lnTo>
                    <a:pt x="4177" y="11947"/>
                  </a:lnTo>
                  <a:lnTo>
                    <a:pt x="5622" y="9036"/>
                  </a:lnTo>
                  <a:lnTo>
                    <a:pt x="5622" y="3518"/>
                  </a:lnTo>
                  <a:lnTo>
                    <a:pt x="5193" y="1759"/>
                  </a:lnTo>
                  <a:lnTo>
                    <a:pt x="4533" y="586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" name="object 658" descr=""/>
            <p:cNvSpPr/>
            <p:nvPr/>
          </p:nvSpPr>
          <p:spPr>
            <a:xfrm>
              <a:off x="883328" y="4151649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4" h="13335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12" y="12366"/>
                  </a:lnTo>
                  <a:lnTo>
                    <a:pt x="2376" y="13025"/>
                  </a:lnTo>
                  <a:lnTo>
                    <a:pt x="4984" y="13025"/>
                  </a:lnTo>
                  <a:lnTo>
                    <a:pt x="6408" y="10114"/>
                  </a:lnTo>
                  <a:lnTo>
                    <a:pt x="6408" y="3884"/>
                  </a:lnTo>
                  <a:lnTo>
                    <a:pt x="5654" y="1612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" name="object 659" descr=""/>
            <p:cNvSpPr/>
            <p:nvPr/>
          </p:nvSpPr>
          <p:spPr>
            <a:xfrm>
              <a:off x="883328" y="4151649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5" h="12064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47" y="11308"/>
                  </a:lnTo>
                  <a:lnTo>
                    <a:pt x="1444" y="11727"/>
                  </a:lnTo>
                  <a:lnTo>
                    <a:pt x="1926" y="11947"/>
                  </a:lnTo>
                  <a:lnTo>
                    <a:pt x="4177" y="11947"/>
                  </a:lnTo>
                  <a:lnTo>
                    <a:pt x="5622" y="9036"/>
                  </a:lnTo>
                  <a:lnTo>
                    <a:pt x="5622" y="3518"/>
                  </a:lnTo>
                  <a:lnTo>
                    <a:pt x="5193" y="1759"/>
                  </a:lnTo>
                  <a:lnTo>
                    <a:pt x="4533" y="586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" name="object 660" descr=""/>
            <p:cNvSpPr/>
            <p:nvPr/>
          </p:nvSpPr>
          <p:spPr>
            <a:xfrm>
              <a:off x="899150" y="416783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4" h="13335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612" y="12366"/>
                  </a:lnTo>
                  <a:lnTo>
                    <a:pt x="2376" y="13025"/>
                  </a:lnTo>
                  <a:lnTo>
                    <a:pt x="4984" y="13025"/>
                  </a:lnTo>
                  <a:lnTo>
                    <a:pt x="6408" y="10114"/>
                  </a:lnTo>
                  <a:lnTo>
                    <a:pt x="6408" y="3884"/>
                  </a:lnTo>
                  <a:lnTo>
                    <a:pt x="5643" y="1612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" name="object 661" descr=""/>
            <p:cNvSpPr/>
            <p:nvPr/>
          </p:nvSpPr>
          <p:spPr>
            <a:xfrm>
              <a:off x="899150" y="4167836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5" h="12064">
                  <a:moveTo>
                    <a:pt x="3675" y="0"/>
                  </a:moveTo>
                  <a:lnTo>
                    <a:pt x="1424" y="0"/>
                  </a:lnTo>
                  <a:lnTo>
                    <a:pt x="0" y="2931"/>
                  </a:lnTo>
                  <a:lnTo>
                    <a:pt x="0" y="6523"/>
                  </a:lnTo>
                  <a:lnTo>
                    <a:pt x="0" y="8429"/>
                  </a:lnTo>
                  <a:lnTo>
                    <a:pt x="408" y="10135"/>
                  </a:lnTo>
                  <a:lnTo>
                    <a:pt x="1047" y="11308"/>
                  </a:lnTo>
                  <a:lnTo>
                    <a:pt x="1444" y="11727"/>
                  </a:lnTo>
                  <a:lnTo>
                    <a:pt x="1926" y="11947"/>
                  </a:lnTo>
                  <a:lnTo>
                    <a:pt x="4177" y="11947"/>
                  </a:lnTo>
                  <a:lnTo>
                    <a:pt x="5622" y="9036"/>
                  </a:lnTo>
                  <a:lnTo>
                    <a:pt x="5622" y="3518"/>
                  </a:lnTo>
                  <a:lnTo>
                    <a:pt x="5193" y="1759"/>
                  </a:lnTo>
                  <a:lnTo>
                    <a:pt x="4533" y="586"/>
                  </a:lnTo>
                  <a:lnTo>
                    <a:pt x="4125" y="219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" name="object 662" descr=""/>
            <p:cNvSpPr/>
            <p:nvPr/>
          </p:nvSpPr>
          <p:spPr>
            <a:xfrm>
              <a:off x="872934" y="4186151"/>
              <a:ext cx="26034" cy="52705"/>
            </a:xfrm>
            <a:custGeom>
              <a:avLst/>
              <a:gdLst/>
              <a:ahLst/>
              <a:cxnLst/>
              <a:rect l="l" t="t" r="r" b="b"/>
              <a:pathLst>
                <a:path w="26034" h="52704">
                  <a:moveTo>
                    <a:pt x="12910" y="0"/>
                  </a:moveTo>
                  <a:lnTo>
                    <a:pt x="7880" y="2052"/>
                  </a:lnTo>
                  <a:lnTo>
                    <a:pt x="3777" y="7650"/>
                  </a:lnTo>
                  <a:lnTo>
                    <a:pt x="1013" y="15951"/>
                  </a:lnTo>
                  <a:lnTo>
                    <a:pt x="0" y="26114"/>
                  </a:lnTo>
                  <a:lnTo>
                    <a:pt x="0" y="36669"/>
                  </a:lnTo>
                  <a:lnTo>
                    <a:pt x="3088" y="45757"/>
                  </a:lnTo>
                  <a:lnTo>
                    <a:pt x="9182" y="51380"/>
                  </a:lnTo>
                  <a:lnTo>
                    <a:pt x="11015" y="52207"/>
                  </a:lnTo>
                  <a:lnTo>
                    <a:pt x="12910" y="52207"/>
                  </a:lnTo>
                  <a:lnTo>
                    <a:pt x="17928" y="50158"/>
                  </a:lnTo>
                  <a:lnTo>
                    <a:pt x="22025" y="44568"/>
                  </a:lnTo>
                  <a:lnTo>
                    <a:pt x="24787" y="36274"/>
                  </a:lnTo>
                  <a:lnTo>
                    <a:pt x="25800" y="26114"/>
                  </a:lnTo>
                  <a:lnTo>
                    <a:pt x="24896" y="16494"/>
                  </a:lnTo>
                  <a:lnTo>
                    <a:pt x="22416" y="8481"/>
                  </a:lnTo>
                  <a:lnTo>
                    <a:pt x="18710" y="2784"/>
                  </a:lnTo>
                  <a:lnTo>
                    <a:pt x="14125" y="115"/>
                  </a:lnTo>
                  <a:lnTo>
                    <a:pt x="12910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" name="object 663" descr=""/>
            <p:cNvSpPr/>
            <p:nvPr/>
          </p:nvSpPr>
          <p:spPr>
            <a:xfrm>
              <a:off x="872934" y="4186151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12910" y="0"/>
                  </a:moveTo>
                  <a:lnTo>
                    <a:pt x="7880" y="2052"/>
                  </a:lnTo>
                  <a:lnTo>
                    <a:pt x="3777" y="7650"/>
                  </a:lnTo>
                  <a:lnTo>
                    <a:pt x="1013" y="15951"/>
                  </a:lnTo>
                  <a:lnTo>
                    <a:pt x="0" y="26114"/>
                  </a:lnTo>
                  <a:lnTo>
                    <a:pt x="0" y="36669"/>
                  </a:lnTo>
                  <a:lnTo>
                    <a:pt x="3088" y="45757"/>
                  </a:lnTo>
                  <a:lnTo>
                    <a:pt x="7549" y="49862"/>
                  </a:lnTo>
                  <a:lnTo>
                    <a:pt x="8753" y="49988"/>
                  </a:lnTo>
                  <a:lnTo>
                    <a:pt x="13771" y="47933"/>
                  </a:lnTo>
                  <a:lnTo>
                    <a:pt x="17868" y="42332"/>
                  </a:lnTo>
                  <a:lnTo>
                    <a:pt x="20630" y="34027"/>
                  </a:lnTo>
                  <a:lnTo>
                    <a:pt x="21643" y="23863"/>
                  </a:lnTo>
                  <a:lnTo>
                    <a:pt x="21643" y="13339"/>
                  </a:lnTo>
                  <a:lnTo>
                    <a:pt x="18554" y="4219"/>
                  </a:lnTo>
                  <a:lnTo>
                    <a:pt x="14125" y="115"/>
                  </a:lnTo>
                  <a:lnTo>
                    <a:pt x="1291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" name="object 664" descr=""/>
            <p:cNvSpPr/>
            <p:nvPr/>
          </p:nvSpPr>
          <p:spPr>
            <a:xfrm>
              <a:off x="857073" y="4219934"/>
              <a:ext cx="1612900" cy="606425"/>
            </a:xfrm>
            <a:custGeom>
              <a:avLst/>
              <a:gdLst/>
              <a:ahLst/>
              <a:cxnLst/>
              <a:rect l="l" t="t" r="r" b="b"/>
              <a:pathLst>
                <a:path w="1612900" h="606425">
                  <a:moveTo>
                    <a:pt x="1612516" y="0"/>
                  </a:moveTo>
                  <a:lnTo>
                    <a:pt x="0" y="0"/>
                  </a:lnTo>
                  <a:lnTo>
                    <a:pt x="0" y="605908"/>
                  </a:lnTo>
                  <a:lnTo>
                    <a:pt x="1612516" y="605908"/>
                  </a:lnTo>
                  <a:lnTo>
                    <a:pt x="1612516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" name="object 665" descr=""/>
            <p:cNvSpPr/>
            <p:nvPr/>
          </p:nvSpPr>
          <p:spPr>
            <a:xfrm>
              <a:off x="2082810" y="4536949"/>
              <a:ext cx="200025" cy="288925"/>
            </a:xfrm>
            <a:custGeom>
              <a:avLst/>
              <a:gdLst/>
              <a:ahLst/>
              <a:cxnLst/>
              <a:rect l="l" t="t" r="r" b="b"/>
              <a:pathLst>
                <a:path w="200025" h="288925">
                  <a:moveTo>
                    <a:pt x="104865" y="0"/>
                  </a:moveTo>
                  <a:lnTo>
                    <a:pt x="57278" y="19214"/>
                  </a:lnTo>
                  <a:lnTo>
                    <a:pt x="22122" y="44348"/>
                  </a:lnTo>
                  <a:lnTo>
                    <a:pt x="0" y="96363"/>
                  </a:lnTo>
                  <a:lnTo>
                    <a:pt x="52" y="288881"/>
                  </a:lnTo>
                  <a:lnTo>
                    <a:pt x="199878" y="288881"/>
                  </a:lnTo>
                  <a:lnTo>
                    <a:pt x="199878" y="114855"/>
                  </a:lnTo>
                  <a:lnTo>
                    <a:pt x="192356" y="68695"/>
                  </a:lnTo>
                  <a:lnTo>
                    <a:pt x="163104" y="32595"/>
                  </a:lnTo>
                  <a:lnTo>
                    <a:pt x="127930" y="10863"/>
                  </a:lnTo>
                  <a:lnTo>
                    <a:pt x="10486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" name="object 666" descr=""/>
            <p:cNvSpPr/>
            <p:nvPr/>
          </p:nvSpPr>
          <p:spPr>
            <a:xfrm>
              <a:off x="2082810" y="4540352"/>
              <a:ext cx="182880" cy="285750"/>
            </a:xfrm>
            <a:custGeom>
              <a:avLst/>
              <a:gdLst/>
              <a:ahLst/>
              <a:cxnLst/>
              <a:rect l="l" t="t" r="r" b="b"/>
              <a:pathLst>
                <a:path w="182880" h="285750">
                  <a:moveTo>
                    <a:pt x="92667" y="0"/>
                  </a:moveTo>
                  <a:lnTo>
                    <a:pt x="57278" y="15811"/>
                  </a:lnTo>
                  <a:lnTo>
                    <a:pt x="22122" y="40945"/>
                  </a:lnTo>
                  <a:lnTo>
                    <a:pt x="0" y="92960"/>
                  </a:lnTo>
                  <a:lnTo>
                    <a:pt x="52" y="285478"/>
                  </a:lnTo>
                  <a:lnTo>
                    <a:pt x="182769" y="285478"/>
                  </a:lnTo>
                  <a:lnTo>
                    <a:pt x="182769" y="112677"/>
                  </a:lnTo>
                  <a:lnTo>
                    <a:pt x="175256" y="66517"/>
                  </a:lnTo>
                  <a:lnTo>
                    <a:pt x="146006" y="30417"/>
                  </a:lnTo>
                  <a:lnTo>
                    <a:pt x="104090" y="5353"/>
                  </a:lnTo>
                  <a:lnTo>
                    <a:pt x="92667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" name="object 667" descr=""/>
            <p:cNvSpPr/>
            <p:nvPr/>
          </p:nvSpPr>
          <p:spPr>
            <a:xfrm>
              <a:off x="1820564" y="4536949"/>
              <a:ext cx="200025" cy="288925"/>
            </a:xfrm>
            <a:custGeom>
              <a:avLst/>
              <a:gdLst/>
              <a:ahLst/>
              <a:cxnLst/>
              <a:rect l="l" t="t" r="r" b="b"/>
              <a:pathLst>
                <a:path w="200025" h="288925">
                  <a:moveTo>
                    <a:pt x="104865" y="0"/>
                  </a:moveTo>
                  <a:lnTo>
                    <a:pt x="57278" y="19214"/>
                  </a:lnTo>
                  <a:lnTo>
                    <a:pt x="22122" y="44348"/>
                  </a:lnTo>
                  <a:lnTo>
                    <a:pt x="0" y="96363"/>
                  </a:lnTo>
                  <a:lnTo>
                    <a:pt x="52" y="288881"/>
                  </a:lnTo>
                  <a:lnTo>
                    <a:pt x="199878" y="288881"/>
                  </a:lnTo>
                  <a:lnTo>
                    <a:pt x="199878" y="114855"/>
                  </a:lnTo>
                  <a:lnTo>
                    <a:pt x="192356" y="68695"/>
                  </a:lnTo>
                  <a:lnTo>
                    <a:pt x="163104" y="32595"/>
                  </a:lnTo>
                  <a:lnTo>
                    <a:pt x="127930" y="10863"/>
                  </a:lnTo>
                  <a:lnTo>
                    <a:pt x="10486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" name="object 668" descr=""/>
            <p:cNvSpPr/>
            <p:nvPr/>
          </p:nvSpPr>
          <p:spPr>
            <a:xfrm>
              <a:off x="1820564" y="4540352"/>
              <a:ext cx="182880" cy="285750"/>
            </a:xfrm>
            <a:custGeom>
              <a:avLst/>
              <a:gdLst/>
              <a:ahLst/>
              <a:cxnLst/>
              <a:rect l="l" t="t" r="r" b="b"/>
              <a:pathLst>
                <a:path w="182880" h="285750">
                  <a:moveTo>
                    <a:pt x="92667" y="0"/>
                  </a:moveTo>
                  <a:lnTo>
                    <a:pt x="57278" y="15811"/>
                  </a:lnTo>
                  <a:lnTo>
                    <a:pt x="22122" y="40945"/>
                  </a:lnTo>
                  <a:lnTo>
                    <a:pt x="0" y="92960"/>
                  </a:lnTo>
                  <a:lnTo>
                    <a:pt x="52" y="285478"/>
                  </a:lnTo>
                  <a:lnTo>
                    <a:pt x="182769" y="285478"/>
                  </a:lnTo>
                  <a:lnTo>
                    <a:pt x="182769" y="112677"/>
                  </a:lnTo>
                  <a:lnTo>
                    <a:pt x="175256" y="66517"/>
                  </a:lnTo>
                  <a:lnTo>
                    <a:pt x="146006" y="30417"/>
                  </a:lnTo>
                  <a:lnTo>
                    <a:pt x="104089" y="5353"/>
                  </a:lnTo>
                  <a:lnTo>
                    <a:pt x="92667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" name="object 669" descr=""/>
            <p:cNvSpPr/>
            <p:nvPr/>
          </p:nvSpPr>
          <p:spPr>
            <a:xfrm>
              <a:off x="1558318" y="4536949"/>
              <a:ext cx="200025" cy="288925"/>
            </a:xfrm>
            <a:custGeom>
              <a:avLst/>
              <a:gdLst/>
              <a:ahLst/>
              <a:cxnLst/>
              <a:rect l="l" t="t" r="r" b="b"/>
              <a:pathLst>
                <a:path w="200025" h="288925">
                  <a:moveTo>
                    <a:pt x="104865" y="0"/>
                  </a:moveTo>
                  <a:lnTo>
                    <a:pt x="57278" y="19214"/>
                  </a:lnTo>
                  <a:lnTo>
                    <a:pt x="22122" y="44348"/>
                  </a:lnTo>
                  <a:lnTo>
                    <a:pt x="0" y="96363"/>
                  </a:lnTo>
                  <a:lnTo>
                    <a:pt x="52" y="288881"/>
                  </a:lnTo>
                  <a:lnTo>
                    <a:pt x="199878" y="288881"/>
                  </a:lnTo>
                  <a:lnTo>
                    <a:pt x="199878" y="114855"/>
                  </a:lnTo>
                  <a:lnTo>
                    <a:pt x="192356" y="68695"/>
                  </a:lnTo>
                  <a:lnTo>
                    <a:pt x="163104" y="32595"/>
                  </a:lnTo>
                  <a:lnTo>
                    <a:pt x="127930" y="10863"/>
                  </a:lnTo>
                  <a:lnTo>
                    <a:pt x="10486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" name="object 670" descr=""/>
            <p:cNvSpPr/>
            <p:nvPr/>
          </p:nvSpPr>
          <p:spPr>
            <a:xfrm>
              <a:off x="1558318" y="4540352"/>
              <a:ext cx="182880" cy="285750"/>
            </a:xfrm>
            <a:custGeom>
              <a:avLst/>
              <a:gdLst/>
              <a:ahLst/>
              <a:cxnLst/>
              <a:rect l="l" t="t" r="r" b="b"/>
              <a:pathLst>
                <a:path w="182880" h="285750">
                  <a:moveTo>
                    <a:pt x="92667" y="0"/>
                  </a:moveTo>
                  <a:lnTo>
                    <a:pt x="57278" y="15811"/>
                  </a:lnTo>
                  <a:lnTo>
                    <a:pt x="22122" y="40945"/>
                  </a:lnTo>
                  <a:lnTo>
                    <a:pt x="0" y="92960"/>
                  </a:lnTo>
                  <a:lnTo>
                    <a:pt x="52" y="285478"/>
                  </a:lnTo>
                  <a:lnTo>
                    <a:pt x="182769" y="285478"/>
                  </a:lnTo>
                  <a:lnTo>
                    <a:pt x="182769" y="112677"/>
                  </a:lnTo>
                  <a:lnTo>
                    <a:pt x="175256" y="66517"/>
                  </a:lnTo>
                  <a:lnTo>
                    <a:pt x="146006" y="30417"/>
                  </a:lnTo>
                  <a:lnTo>
                    <a:pt x="104089" y="5353"/>
                  </a:lnTo>
                  <a:lnTo>
                    <a:pt x="92667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" name="object 671" descr=""/>
            <p:cNvSpPr/>
            <p:nvPr/>
          </p:nvSpPr>
          <p:spPr>
            <a:xfrm>
              <a:off x="1296070" y="4536949"/>
              <a:ext cx="200025" cy="288925"/>
            </a:xfrm>
            <a:custGeom>
              <a:avLst/>
              <a:gdLst/>
              <a:ahLst/>
              <a:cxnLst/>
              <a:rect l="l" t="t" r="r" b="b"/>
              <a:pathLst>
                <a:path w="200025" h="288925">
                  <a:moveTo>
                    <a:pt x="104865" y="0"/>
                  </a:moveTo>
                  <a:lnTo>
                    <a:pt x="57278" y="19214"/>
                  </a:lnTo>
                  <a:lnTo>
                    <a:pt x="22122" y="44348"/>
                  </a:lnTo>
                  <a:lnTo>
                    <a:pt x="0" y="96363"/>
                  </a:lnTo>
                  <a:lnTo>
                    <a:pt x="52" y="288881"/>
                  </a:lnTo>
                  <a:lnTo>
                    <a:pt x="199878" y="288881"/>
                  </a:lnTo>
                  <a:lnTo>
                    <a:pt x="199878" y="114855"/>
                  </a:lnTo>
                  <a:lnTo>
                    <a:pt x="192356" y="68695"/>
                  </a:lnTo>
                  <a:lnTo>
                    <a:pt x="163104" y="32595"/>
                  </a:lnTo>
                  <a:lnTo>
                    <a:pt x="127930" y="10863"/>
                  </a:lnTo>
                  <a:lnTo>
                    <a:pt x="10486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" name="object 672" descr=""/>
            <p:cNvSpPr/>
            <p:nvPr/>
          </p:nvSpPr>
          <p:spPr>
            <a:xfrm>
              <a:off x="1296070" y="4540352"/>
              <a:ext cx="182880" cy="285750"/>
            </a:xfrm>
            <a:custGeom>
              <a:avLst/>
              <a:gdLst/>
              <a:ahLst/>
              <a:cxnLst/>
              <a:rect l="l" t="t" r="r" b="b"/>
              <a:pathLst>
                <a:path w="182880" h="285750">
                  <a:moveTo>
                    <a:pt x="92667" y="0"/>
                  </a:moveTo>
                  <a:lnTo>
                    <a:pt x="57278" y="15811"/>
                  </a:lnTo>
                  <a:lnTo>
                    <a:pt x="22122" y="40945"/>
                  </a:lnTo>
                  <a:lnTo>
                    <a:pt x="0" y="92960"/>
                  </a:lnTo>
                  <a:lnTo>
                    <a:pt x="52" y="285478"/>
                  </a:lnTo>
                  <a:lnTo>
                    <a:pt x="182769" y="285478"/>
                  </a:lnTo>
                  <a:lnTo>
                    <a:pt x="182769" y="112677"/>
                  </a:lnTo>
                  <a:lnTo>
                    <a:pt x="175256" y="66517"/>
                  </a:lnTo>
                  <a:lnTo>
                    <a:pt x="146006" y="30417"/>
                  </a:lnTo>
                  <a:lnTo>
                    <a:pt x="104089" y="5353"/>
                  </a:lnTo>
                  <a:lnTo>
                    <a:pt x="92667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" name="object 673" descr=""/>
            <p:cNvSpPr/>
            <p:nvPr/>
          </p:nvSpPr>
          <p:spPr>
            <a:xfrm>
              <a:off x="1033824" y="4536949"/>
              <a:ext cx="200025" cy="288925"/>
            </a:xfrm>
            <a:custGeom>
              <a:avLst/>
              <a:gdLst/>
              <a:ahLst/>
              <a:cxnLst/>
              <a:rect l="l" t="t" r="r" b="b"/>
              <a:pathLst>
                <a:path w="200025" h="288925">
                  <a:moveTo>
                    <a:pt x="104865" y="0"/>
                  </a:moveTo>
                  <a:lnTo>
                    <a:pt x="57278" y="19214"/>
                  </a:lnTo>
                  <a:lnTo>
                    <a:pt x="22122" y="44348"/>
                  </a:lnTo>
                  <a:lnTo>
                    <a:pt x="0" y="96363"/>
                  </a:lnTo>
                  <a:lnTo>
                    <a:pt x="52" y="288881"/>
                  </a:lnTo>
                  <a:lnTo>
                    <a:pt x="199878" y="288881"/>
                  </a:lnTo>
                  <a:lnTo>
                    <a:pt x="199878" y="114855"/>
                  </a:lnTo>
                  <a:lnTo>
                    <a:pt x="192356" y="68695"/>
                  </a:lnTo>
                  <a:lnTo>
                    <a:pt x="163104" y="32595"/>
                  </a:lnTo>
                  <a:lnTo>
                    <a:pt x="127930" y="10863"/>
                  </a:lnTo>
                  <a:lnTo>
                    <a:pt x="10486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" name="object 674" descr=""/>
            <p:cNvSpPr/>
            <p:nvPr/>
          </p:nvSpPr>
          <p:spPr>
            <a:xfrm>
              <a:off x="1033824" y="4540352"/>
              <a:ext cx="182880" cy="285750"/>
            </a:xfrm>
            <a:custGeom>
              <a:avLst/>
              <a:gdLst/>
              <a:ahLst/>
              <a:cxnLst/>
              <a:rect l="l" t="t" r="r" b="b"/>
              <a:pathLst>
                <a:path w="182880" h="285750">
                  <a:moveTo>
                    <a:pt x="92667" y="0"/>
                  </a:moveTo>
                  <a:lnTo>
                    <a:pt x="57278" y="15811"/>
                  </a:lnTo>
                  <a:lnTo>
                    <a:pt x="22122" y="40945"/>
                  </a:lnTo>
                  <a:lnTo>
                    <a:pt x="0" y="92960"/>
                  </a:lnTo>
                  <a:lnTo>
                    <a:pt x="52" y="285478"/>
                  </a:lnTo>
                  <a:lnTo>
                    <a:pt x="182769" y="285478"/>
                  </a:lnTo>
                  <a:lnTo>
                    <a:pt x="182769" y="112677"/>
                  </a:lnTo>
                  <a:lnTo>
                    <a:pt x="175256" y="66517"/>
                  </a:lnTo>
                  <a:lnTo>
                    <a:pt x="146006" y="30417"/>
                  </a:lnTo>
                  <a:lnTo>
                    <a:pt x="104089" y="5353"/>
                  </a:lnTo>
                  <a:lnTo>
                    <a:pt x="92667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" name="object 675" descr=""/>
            <p:cNvSpPr/>
            <p:nvPr/>
          </p:nvSpPr>
          <p:spPr>
            <a:xfrm>
              <a:off x="880681" y="4248295"/>
              <a:ext cx="1446530" cy="533400"/>
            </a:xfrm>
            <a:custGeom>
              <a:avLst/>
              <a:gdLst/>
              <a:ahLst/>
              <a:cxnLst/>
              <a:rect l="l" t="t" r="r" b="b"/>
              <a:pathLst>
                <a:path w="1446530" h="533400">
                  <a:moveTo>
                    <a:pt x="39471" y="442658"/>
                  </a:moveTo>
                  <a:lnTo>
                    <a:pt x="30632" y="438378"/>
                  </a:lnTo>
                  <a:lnTo>
                    <a:pt x="8839" y="438378"/>
                  </a:lnTo>
                  <a:lnTo>
                    <a:pt x="0" y="442658"/>
                  </a:lnTo>
                  <a:lnTo>
                    <a:pt x="0" y="453212"/>
                  </a:lnTo>
                  <a:lnTo>
                    <a:pt x="8839" y="457492"/>
                  </a:lnTo>
                  <a:lnTo>
                    <a:pt x="30632" y="457492"/>
                  </a:lnTo>
                  <a:lnTo>
                    <a:pt x="39471" y="453212"/>
                  </a:lnTo>
                  <a:lnTo>
                    <a:pt x="39471" y="447929"/>
                  </a:lnTo>
                  <a:lnTo>
                    <a:pt x="39471" y="442658"/>
                  </a:lnTo>
                  <a:close/>
                </a:path>
                <a:path w="1446530" h="533400">
                  <a:moveTo>
                    <a:pt x="83604" y="107556"/>
                  </a:moveTo>
                  <a:lnTo>
                    <a:pt x="81648" y="102870"/>
                  </a:lnTo>
                  <a:lnTo>
                    <a:pt x="76327" y="99060"/>
                  </a:lnTo>
                  <a:lnTo>
                    <a:pt x="68440" y="96481"/>
                  </a:lnTo>
                  <a:lnTo>
                    <a:pt x="58788" y="95542"/>
                  </a:lnTo>
                  <a:lnTo>
                    <a:pt x="49123" y="96481"/>
                  </a:lnTo>
                  <a:lnTo>
                    <a:pt x="41236" y="99060"/>
                  </a:lnTo>
                  <a:lnTo>
                    <a:pt x="35915" y="102870"/>
                  </a:lnTo>
                  <a:lnTo>
                    <a:pt x="33972" y="107556"/>
                  </a:lnTo>
                  <a:lnTo>
                    <a:pt x="35915" y="112229"/>
                  </a:lnTo>
                  <a:lnTo>
                    <a:pt x="41236" y="116039"/>
                  </a:lnTo>
                  <a:lnTo>
                    <a:pt x="49123" y="118618"/>
                  </a:lnTo>
                  <a:lnTo>
                    <a:pt x="58788" y="119557"/>
                  </a:lnTo>
                  <a:lnTo>
                    <a:pt x="68440" y="118618"/>
                  </a:lnTo>
                  <a:lnTo>
                    <a:pt x="76327" y="116039"/>
                  </a:lnTo>
                  <a:lnTo>
                    <a:pt x="81648" y="112229"/>
                  </a:lnTo>
                  <a:lnTo>
                    <a:pt x="83604" y="107556"/>
                  </a:lnTo>
                  <a:close/>
                </a:path>
                <a:path w="1446530" h="533400">
                  <a:moveTo>
                    <a:pt x="98120" y="285521"/>
                  </a:moveTo>
                  <a:lnTo>
                    <a:pt x="95402" y="278980"/>
                  </a:lnTo>
                  <a:lnTo>
                    <a:pt x="87972" y="273646"/>
                  </a:lnTo>
                  <a:lnTo>
                    <a:pt x="76949" y="270052"/>
                  </a:lnTo>
                  <a:lnTo>
                    <a:pt x="63461" y="268732"/>
                  </a:lnTo>
                  <a:lnTo>
                    <a:pt x="49961" y="270052"/>
                  </a:lnTo>
                  <a:lnTo>
                    <a:pt x="38950" y="273646"/>
                  </a:lnTo>
                  <a:lnTo>
                    <a:pt x="31521" y="278980"/>
                  </a:lnTo>
                  <a:lnTo>
                    <a:pt x="28803" y="285521"/>
                  </a:lnTo>
                  <a:lnTo>
                    <a:pt x="31521" y="292049"/>
                  </a:lnTo>
                  <a:lnTo>
                    <a:pt x="38950" y="297383"/>
                  </a:lnTo>
                  <a:lnTo>
                    <a:pt x="49961" y="300990"/>
                  </a:lnTo>
                  <a:lnTo>
                    <a:pt x="63461" y="302298"/>
                  </a:lnTo>
                  <a:lnTo>
                    <a:pt x="76949" y="300990"/>
                  </a:lnTo>
                  <a:lnTo>
                    <a:pt x="87972" y="297383"/>
                  </a:lnTo>
                  <a:lnTo>
                    <a:pt x="95402" y="292049"/>
                  </a:lnTo>
                  <a:lnTo>
                    <a:pt x="98120" y="285521"/>
                  </a:lnTo>
                  <a:close/>
                </a:path>
                <a:path w="1446530" h="533400">
                  <a:moveTo>
                    <a:pt x="110324" y="518401"/>
                  </a:moveTo>
                  <a:lnTo>
                    <a:pt x="101485" y="514108"/>
                  </a:lnTo>
                  <a:lnTo>
                    <a:pt x="79679" y="514108"/>
                  </a:lnTo>
                  <a:lnTo>
                    <a:pt x="70853" y="518401"/>
                  </a:lnTo>
                  <a:lnTo>
                    <a:pt x="70853" y="528955"/>
                  </a:lnTo>
                  <a:lnTo>
                    <a:pt x="79679" y="533234"/>
                  </a:lnTo>
                  <a:lnTo>
                    <a:pt x="101485" y="533234"/>
                  </a:lnTo>
                  <a:lnTo>
                    <a:pt x="110324" y="528955"/>
                  </a:lnTo>
                  <a:lnTo>
                    <a:pt x="110324" y="523671"/>
                  </a:lnTo>
                  <a:lnTo>
                    <a:pt x="110324" y="518401"/>
                  </a:lnTo>
                  <a:close/>
                </a:path>
                <a:path w="1446530" h="533400">
                  <a:moveTo>
                    <a:pt x="117106" y="380060"/>
                  </a:moveTo>
                  <a:lnTo>
                    <a:pt x="115150" y="375373"/>
                  </a:lnTo>
                  <a:lnTo>
                    <a:pt x="109829" y="371563"/>
                  </a:lnTo>
                  <a:lnTo>
                    <a:pt x="101942" y="368985"/>
                  </a:lnTo>
                  <a:lnTo>
                    <a:pt x="92290" y="368046"/>
                  </a:lnTo>
                  <a:lnTo>
                    <a:pt x="82626" y="368985"/>
                  </a:lnTo>
                  <a:lnTo>
                    <a:pt x="74739" y="371563"/>
                  </a:lnTo>
                  <a:lnTo>
                    <a:pt x="69418" y="375373"/>
                  </a:lnTo>
                  <a:lnTo>
                    <a:pt x="67475" y="380060"/>
                  </a:lnTo>
                  <a:lnTo>
                    <a:pt x="69418" y="384733"/>
                  </a:lnTo>
                  <a:lnTo>
                    <a:pt x="74739" y="388556"/>
                  </a:lnTo>
                  <a:lnTo>
                    <a:pt x="82626" y="391121"/>
                  </a:lnTo>
                  <a:lnTo>
                    <a:pt x="92290" y="392061"/>
                  </a:lnTo>
                  <a:lnTo>
                    <a:pt x="101942" y="391121"/>
                  </a:lnTo>
                  <a:lnTo>
                    <a:pt x="109829" y="388556"/>
                  </a:lnTo>
                  <a:lnTo>
                    <a:pt x="115150" y="384733"/>
                  </a:lnTo>
                  <a:lnTo>
                    <a:pt x="117106" y="380060"/>
                  </a:lnTo>
                  <a:close/>
                </a:path>
                <a:path w="1446530" h="533400">
                  <a:moveTo>
                    <a:pt x="221653" y="32512"/>
                  </a:moveTo>
                  <a:lnTo>
                    <a:pt x="219697" y="27825"/>
                  </a:lnTo>
                  <a:lnTo>
                    <a:pt x="214376" y="24003"/>
                  </a:lnTo>
                  <a:lnTo>
                    <a:pt x="206489" y="21437"/>
                  </a:lnTo>
                  <a:lnTo>
                    <a:pt x="196837" y="20485"/>
                  </a:lnTo>
                  <a:lnTo>
                    <a:pt x="187172" y="21437"/>
                  </a:lnTo>
                  <a:lnTo>
                    <a:pt x="179285" y="24003"/>
                  </a:lnTo>
                  <a:lnTo>
                    <a:pt x="173964" y="27825"/>
                  </a:lnTo>
                  <a:lnTo>
                    <a:pt x="172021" y="32512"/>
                  </a:lnTo>
                  <a:lnTo>
                    <a:pt x="173964" y="37185"/>
                  </a:lnTo>
                  <a:lnTo>
                    <a:pt x="179285" y="41008"/>
                  </a:lnTo>
                  <a:lnTo>
                    <a:pt x="187172" y="43573"/>
                  </a:lnTo>
                  <a:lnTo>
                    <a:pt x="196837" y="44513"/>
                  </a:lnTo>
                  <a:lnTo>
                    <a:pt x="206489" y="43573"/>
                  </a:lnTo>
                  <a:lnTo>
                    <a:pt x="214376" y="41008"/>
                  </a:lnTo>
                  <a:lnTo>
                    <a:pt x="219697" y="37185"/>
                  </a:lnTo>
                  <a:lnTo>
                    <a:pt x="221653" y="32512"/>
                  </a:lnTo>
                  <a:close/>
                </a:path>
                <a:path w="1446530" h="533400">
                  <a:moveTo>
                    <a:pt x="229222" y="171030"/>
                  </a:moveTo>
                  <a:lnTo>
                    <a:pt x="227279" y="166344"/>
                  </a:lnTo>
                  <a:lnTo>
                    <a:pt x="221957" y="162521"/>
                  </a:lnTo>
                  <a:lnTo>
                    <a:pt x="214071" y="159956"/>
                  </a:lnTo>
                  <a:lnTo>
                    <a:pt x="204406" y="159004"/>
                  </a:lnTo>
                  <a:lnTo>
                    <a:pt x="194741" y="159956"/>
                  </a:lnTo>
                  <a:lnTo>
                    <a:pt x="186855" y="162521"/>
                  </a:lnTo>
                  <a:lnTo>
                    <a:pt x="181546" y="166344"/>
                  </a:lnTo>
                  <a:lnTo>
                    <a:pt x="179590" y="171030"/>
                  </a:lnTo>
                  <a:lnTo>
                    <a:pt x="181546" y="175704"/>
                  </a:lnTo>
                  <a:lnTo>
                    <a:pt x="186855" y="179527"/>
                  </a:lnTo>
                  <a:lnTo>
                    <a:pt x="194741" y="182092"/>
                  </a:lnTo>
                  <a:lnTo>
                    <a:pt x="204406" y="183032"/>
                  </a:lnTo>
                  <a:lnTo>
                    <a:pt x="214071" y="182092"/>
                  </a:lnTo>
                  <a:lnTo>
                    <a:pt x="221957" y="179527"/>
                  </a:lnTo>
                  <a:lnTo>
                    <a:pt x="227279" y="175704"/>
                  </a:lnTo>
                  <a:lnTo>
                    <a:pt x="229222" y="171030"/>
                  </a:lnTo>
                  <a:close/>
                </a:path>
                <a:path w="1446530" h="533400">
                  <a:moveTo>
                    <a:pt x="337693" y="80670"/>
                  </a:moveTo>
                  <a:lnTo>
                    <a:pt x="335737" y="75996"/>
                  </a:lnTo>
                  <a:lnTo>
                    <a:pt x="330428" y="72186"/>
                  </a:lnTo>
                  <a:lnTo>
                    <a:pt x="322529" y="69608"/>
                  </a:lnTo>
                  <a:lnTo>
                    <a:pt x="312877" y="68668"/>
                  </a:lnTo>
                  <a:lnTo>
                    <a:pt x="303212" y="69608"/>
                  </a:lnTo>
                  <a:lnTo>
                    <a:pt x="295325" y="72186"/>
                  </a:lnTo>
                  <a:lnTo>
                    <a:pt x="290004" y="75996"/>
                  </a:lnTo>
                  <a:lnTo>
                    <a:pt x="288061" y="80670"/>
                  </a:lnTo>
                  <a:lnTo>
                    <a:pt x="290004" y="85356"/>
                  </a:lnTo>
                  <a:lnTo>
                    <a:pt x="295325" y="89166"/>
                  </a:lnTo>
                  <a:lnTo>
                    <a:pt x="303212" y="91744"/>
                  </a:lnTo>
                  <a:lnTo>
                    <a:pt x="312877" y="92684"/>
                  </a:lnTo>
                  <a:lnTo>
                    <a:pt x="322529" y="91744"/>
                  </a:lnTo>
                  <a:lnTo>
                    <a:pt x="330428" y="89166"/>
                  </a:lnTo>
                  <a:lnTo>
                    <a:pt x="335737" y="85356"/>
                  </a:lnTo>
                  <a:lnTo>
                    <a:pt x="337693" y="80670"/>
                  </a:lnTo>
                  <a:close/>
                </a:path>
                <a:path w="1446530" h="533400">
                  <a:moveTo>
                    <a:pt x="352196" y="242316"/>
                  </a:moveTo>
                  <a:lnTo>
                    <a:pt x="343357" y="238036"/>
                  </a:lnTo>
                  <a:lnTo>
                    <a:pt x="321564" y="238036"/>
                  </a:lnTo>
                  <a:lnTo>
                    <a:pt x="312724" y="242316"/>
                  </a:lnTo>
                  <a:lnTo>
                    <a:pt x="312724" y="252869"/>
                  </a:lnTo>
                  <a:lnTo>
                    <a:pt x="321564" y="257149"/>
                  </a:lnTo>
                  <a:lnTo>
                    <a:pt x="343357" y="257149"/>
                  </a:lnTo>
                  <a:lnTo>
                    <a:pt x="352196" y="252869"/>
                  </a:lnTo>
                  <a:lnTo>
                    <a:pt x="352196" y="247599"/>
                  </a:lnTo>
                  <a:lnTo>
                    <a:pt x="352196" y="242316"/>
                  </a:lnTo>
                  <a:close/>
                </a:path>
                <a:path w="1446530" h="533400">
                  <a:moveTo>
                    <a:pt x="431838" y="174815"/>
                  </a:moveTo>
                  <a:lnTo>
                    <a:pt x="429882" y="170141"/>
                  </a:lnTo>
                  <a:lnTo>
                    <a:pt x="424573" y="166331"/>
                  </a:lnTo>
                  <a:lnTo>
                    <a:pt x="416687" y="163753"/>
                  </a:lnTo>
                  <a:lnTo>
                    <a:pt x="407022" y="162814"/>
                  </a:lnTo>
                  <a:lnTo>
                    <a:pt x="397357" y="163753"/>
                  </a:lnTo>
                  <a:lnTo>
                    <a:pt x="389470" y="166331"/>
                  </a:lnTo>
                  <a:lnTo>
                    <a:pt x="384149" y="170141"/>
                  </a:lnTo>
                  <a:lnTo>
                    <a:pt x="382206" y="174815"/>
                  </a:lnTo>
                  <a:lnTo>
                    <a:pt x="384149" y="179501"/>
                  </a:lnTo>
                  <a:lnTo>
                    <a:pt x="389470" y="183324"/>
                  </a:lnTo>
                  <a:lnTo>
                    <a:pt x="397357" y="185902"/>
                  </a:lnTo>
                  <a:lnTo>
                    <a:pt x="407022" y="186842"/>
                  </a:lnTo>
                  <a:lnTo>
                    <a:pt x="416687" y="185902"/>
                  </a:lnTo>
                  <a:lnTo>
                    <a:pt x="424573" y="183324"/>
                  </a:lnTo>
                  <a:lnTo>
                    <a:pt x="429882" y="179501"/>
                  </a:lnTo>
                  <a:lnTo>
                    <a:pt x="431838" y="174815"/>
                  </a:lnTo>
                  <a:close/>
                </a:path>
                <a:path w="1446530" h="533400">
                  <a:moveTo>
                    <a:pt x="436943" y="16789"/>
                  </a:moveTo>
                  <a:lnTo>
                    <a:pt x="434225" y="10261"/>
                  </a:lnTo>
                  <a:lnTo>
                    <a:pt x="426796" y="4927"/>
                  </a:lnTo>
                  <a:lnTo>
                    <a:pt x="415772" y="1320"/>
                  </a:lnTo>
                  <a:lnTo>
                    <a:pt x="402272" y="0"/>
                  </a:lnTo>
                  <a:lnTo>
                    <a:pt x="388785" y="1320"/>
                  </a:lnTo>
                  <a:lnTo>
                    <a:pt x="377774" y="4927"/>
                  </a:lnTo>
                  <a:lnTo>
                    <a:pt x="370344" y="10261"/>
                  </a:lnTo>
                  <a:lnTo>
                    <a:pt x="367614" y="16789"/>
                  </a:lnTo>
                  <a:lnTo>
                    <a:pt x="370344" y="23317"/>
                  </a:lnTo>
                  <a:lnTo>
                    <a:pt x="377774" y="28651"/>
                  </a:lnTo>
                  <a:lnTo>
                    <a:pt x="388785" y="32258"/>
                  </a:lnTo>
                  <a:lnTo>
                    <a:pt x="402272" y="33578"/>
                  </a:lnTo>
                  <a:lnTo>
                    <a:pt x="415772" y="32258"/>
                  </a:lnTo>
                  <a:lnTo>
                    <a:pt x="426796" y="28651"/>
                  </a:lnTo>
                  <a:lnTo>
                    <a:pt x="434225" y="23317"/>
                  </a:lnTo>
                  <a:lnTo>
                    <a:pt x="436943" y="16789"/>
                  </a:lnTo>
                  <a:close/>
                </a:path>
                <a:path w="1446530" h="533400">
                  <a:moveTo>
                    <a:pt x="476351" y="235216"/>
                  </a:moveTo>
                  <a:lnTo>
                    <a:pt x="474370" y="230479"/>
                  </a:lnTo>
                  <a:lnTo>
                    <a:pt x="468972" y="226606"/>
                  </a:lnTo>
                  <a:lnTo>
                    <a:pt x="460971" y="223989"/>
                  </a:lnTo>
                  <a:lnTo>
                    <a:pt x="451167" y="223037"/>
                  </a:lnTo>
                  <a:lnTo>
                    <a:pt x="441375" y="223989"/>
                  </a:lnTo>
                  <a:lnTo>
                    <a:pt x="433374" y="226606"/>
                  </a:lnTo>
                  <a:lnTo>
                    <a:pt x="427977" y="230479"/>
                  </a:lnTo>
                  <a:lnTo>
                    <a:pt x="425996" y="235216"/>
                  </a:lnTo>
                  <a:lnTo>
                    <a:pt x="427977" y="239966"/>
                  </a:lnTo>
                  <a:lnTo>
                    <a:pt x="433374" y="243840"/>
                  </a:lnTo>
                  <a:lnTo>
                    <a:pt x="441375" y="246456"/>
                  </a:lnTo>
                  <a:lnTo>
                    <a:pt x="451167" y="247408"/>
                  </a:lnTo>
                  <a:lnTo>
                    <a:pt x="460971" y="246456"/>
                  </a:lnTo>
                  <a:lnTo>
                    <a:pt x="468972" y="243840"/>
                  </a:lnTo>
                  <a:lnTo>
                    <a:pt x="474370" y="239966"/>
                  </a:lnTo>
                  <a:lnTo>
                    <a:pt x="476351" y="235216"/>
                  </a:lnTo>
                  <a:close/>
                </a:path>
                <a:path w="1446530" h="533400">
                  <a:moveTo>
                    <a:pt x="563930" y="183184"/>
                  </a:moveTo>
                  <a:lnTo>
                    <a:pt x="561213" y="176657"/>
                  </a:lnTo>
                  <a:lnTo>
                    <a:pt x="553783" y="171323"/>
                  </a:lnTo>
                  <a:lnTo>
                    <a:pt x="542759" y="167728"/>
                  </a:lnTo>
                  <a:lnTo>
                    <a:pt x="529259" y="166408"/>
                  </a:lnTo>
                  <a:lnTo>
                    <a:pt x="515772" y="167728"/>
                  </a:lnTo>
                  <a:lnTo>
                    <a:pt x="504761" y="171323"/>
                  </a:lnTo>
                  <a:lnTo>
                    <a:pt x="497332" y="176657"/>
                  </a:lnTo>
                  <a:lnTo>
                    <a:pt x="494601" y="183184"/>
                  </a:lnTo>
                  <a:lnTo>
                    <a:pt x="497332" y="189725"/>
                  </a:lnTo>
                  <a:lnTo>
                    <a:pt x="504761" y="195059"/>
                  </a:lnTo>
                  <a:lnTo>
                    <a:pt x="515772" y="198653"/>
                  </a:lnTo>
                  <a:lnTo>
                    <a:pt x="529259" y="199974"/>
                  </a:lnTo>
                  <a:lnTo>
                    <a:pt x="542759" y="198653"/>
                  </a:lnTo>
                  <a:lnTo>
                    <a:pt x="553783" y="195059"/>
                  </a:lnTo>
                  <a:lnTo>
                    <a:pt x="561213" y="189725"/>
                  </a:lnTo>
                  <a:lnTo>
                    <a:pt x="563930" y="183184"/>
                  </a:lnTo>
                  <a:close/>
                </a:path>
                <a:path w="1446530" h="533400">
                  <a:moveTo>
                    <a:pt x="604799" y="63893"/>
                  </a:moveTo>
                  <a:lnTo>
                    <a:pt x="602856" y="59207"/>
                  </a:lnTo>
                  <a:lnTo>
                    <a:pt x="597535" y="55397"/>
                  </a:lnTo>
                  <a:lnTo>
                    <a:pt x="589648" y="52819"/>
                  </a:lnTo>
                  <a:lnTo>
                    <a:pt x="579983" y="51879"/>
                  </a:lnTo>
                  <a:lnTo>
                    <a:pt x="570331" y="52819"/>
                  </a:lnTo>
                  <a:lnTo>
                    <a:pt x="562444" y="55397"/>
                  </a:lnTo>
                  <a:lnTo>
                    <a:pt x="557123" y="59207"/>
                  </a:lnTo>
                  <a:lnTo>
                    <a:pt x="555167" y="63893"/>
                  </a:lnTo>
                  <a:lnTo>
                    <a:pt x="557123" y="68567"/>
                  </a:lnTo>
                  <a:lnTo>
                    <a:pt x="562444" y="72390"/>
                  </a:lnTo>
                  <a:lnTo>
                    <a:pt x="570331" y="74968"/>
                  </a:lnTo>
                  <a:lnTo>
                    <a:pt x="579983" y="75907"/>
                  </a:lnTo>
                  <a:lnTo>
                    <a:pt x="589648" y="74968"/>
                  </a:lnTo>
                  <a:lnTo>
                    <a:pt x="597535" y="72390"/>
                  </a:lnTo>
                  <a:lnTo>
                    <a:pt x="602856" y="68567"/>
                  </a:lnTo>
                  <a:lnTo>
                    <a:pt x="604799" y="63893"/>
                  </a:lnTo>
                  <a:close/>
                </a:path>
                <a:path w="1446530" h="533400">
                  <a:moveTo>
                    <a:pt x="729602" y="233540"/>
                  </a:moveTo>
                  <a:lnTo>
                    <a:pt x="727646" y="228866"/>
                  </a:lnTo>
                  <a:lnTo>
                    <a:pt x="722337" y="225044"/>
                  </a:lnTo>
                  <a:lnTo>
                    <a:pt x="714451" y="222478"/>
                  </a:lnTo>
                  <a:lnTo>
                    <a:pt x="704786" y="221538"/>
                  </a:lnTo>
                  <a:lnTo>
                    <a:pt x="695121" y="222478"/>
                  </a:lnTo>
                  <a:lnTo>
                    <a:pt x="687235" y="225044"/>
                  </a:lnTo>
                  <a:lnTo>
                    <a:pt x="681913" y="228866"/>
                  </a:lnTo>
                  <a:lnTo>
                    <a:pt x="679970" y="233540"/>
                  </a:lnTo>
                  <a:lnTo>
                    <a:pt x="681913" y="238226"/>
                  </a:lnTo>
                  <a:lnTo>
                    <a:pt x="687235" y="242049"/>
                  </a:lnTo>
                  <a:lnTo>
                    <a:pt x="695121" y="244614"/>
                  </a:lnTo>
                  <a:lnTo>
                    <a:pt x="704786" y="245567"/>
                  </a:lnTo>
                  <a:lnTo>
                    <a:pt x="714451" y="244614"/>
                  </a:lnTo>
                  <a:lnTo>
                    <a:pt x="722337" y="242049"/>
                  </a:lnTo>
                  <a:lnTo>
                    <a:pt x="727646" y="238226"/>
                  </a:lnTo>
                  <a:lnTo>
                    <a:pt x="729602" y="233540"/>
                  </a:lnTo>
                  <a:close/>
                </a:path>
                <a:path w="1446530" h="533400">
                  <a:moveTo>
                    <a:pt x="784339" y="60972"/>
                  </a:moveTo>
                  <a:lnTo>
                    <a:pt x="782383" y="56299"/>
                  </a:lnTo>
                  <a:lnTo>
                    <a:pt x="777074" y="52476"/>
                  </a:lnTo>
                  <a:lnTo>
                    <a:pt x="769175" y="49898"/>
                  </a:lnTo>
                  <a:lnTo>
                    <a:pt x="759523" y="48958"/>
                  </a:lnTo>
                  <a:lnTo>
                    <a:pt x="749858" y="49898"/>
                  </a:lnTo>
                  <a:lnTo>
                    <a:pt x="741972" y="52476"/>
                  </a:lnTo>
                  <a:lnTo>
                    <a:pt x="736650" y="56299"/>
                  </a:lnTo>
                  <a:lnTo>
                    <a:pt x="734707" y="60972"/>
                  </a:lnTo>
                  <a:lnTo>
                    <a:pt x="736650" y="65646"/>
                  </a:lnTo>
                  <a:lnTo>
                    <a:pt x="741972" y="69469"/>
                  </a:lnTo>
                  <a:lnTo>
                    <a:pt x="749858" y="72047"/>
                  </a:lnTo>
                  <a:lnTo>
                    <a:pt x="759523" y="72986"/>
                  </a:lnTo>
                  <a:lnTo>
                    <a:pt x="769175" y="72047"/>
                  </a:lnTo>
                  <a:lnTo>
                    <a:pt x="777074" y="69469"/>
                  </a:lnTo>
                  <a:lnTo>
                    <a:pt x="782383" y="65646"/>
                  </a:lnTo>
                  <a:lnTo>
                    <a:pt x="784339" y="60972"/>
                  </a:lnTo>
                  <a:close/>
                </a:path>
                <a:path w="1446530" h="533400">
                  <a:moveTo>
                    <a:pt x="881405" y="148158"/>
                  </a:moveTo>
                  <a:lnTo>
                    <a:pt x="878674" y="141630"/>
                  </a:lnTo>
                  <a:lnTo>
                    <a:pt x="871245" y="136283"/>
                  </a:lnTo>
                  <a:lnTo>
                    <a:pt x="860234" y="132689"/>
                  </a:lnTo>
                  <a:lnTo>
                    <a:pt x="846734" y="131368"/>
                  </a:lnTo>
                  <a:lnTo>
                    <a:pt x="833247" y="132689"/>
                  </a:lnTo>
                  <a:lnTo>
                    <a:pt x="822223" y="136283"/>
                  </a:lnTo>
                  <a:lnTo>
                    <a:pt x="814793" y="141630"/>
                  </a:lnTo>
                  <a:lnTo>
                    <a:pt x="812076" y="148158"/>
                  </a:lnTo>
                  <a:lnTo>
                    <a:pt x="814793" y="154686"/>
                  </a:lnTo>
                  <a:lnTo>
                    <a:pt x="822223" y="160020"/>
                  </a:lnTo>
                  <a:lnTo>
                    <a:pt x="833247" y="163626"/>
                  </a:lnTo>
                  <a:lnTo>
                    <a:pt x="846734" y="164947"/>
                  </a:lnTo>
                  <a:lnTo>
                    <a:pt x="860234" y="163626"/>
                  </a:lnTo>
                  <a:lnTo>
                    <a:pt x="871245" y="160020"/>
                  </a:lnTo>
                  <a:lnTo>
                    <a:pt x="878674" y="154686"/>
                  </a:lnTo>
                  <a:lnTo>
                    <a:pt x="881405" y="148158"/>
                  </a:lnTo>
                  <a:close/>
                </a:path>
                <a:path w="1446530" h="533400">
                  <a:moveTo>
                    <a:pt x="975550" y="193802"/>
                  </a:moveTo>
                  <a:lnTo>
                    <a:pt x="973594" y="189115"/>
                  </a:lnTo>
                  <a:lnTo>
                    <a:pt x="968286" y="185305"/>
                  </a:lnTo>
                  <a:lnTo>
                    <a:pt x="960386" y="182727"/>
                  </a:lnTo>
                  <a:lnTo>
                    <a:pt x="950734" y="181787"/>
                  </a:lnTo>
                  <a:lnTo>
                    <a:pt x="941070" y="182727"/>
                  </a:lnTo>
                  <a:lnTo>
                    <a:pt x="933183" y="185305"/>
                  </a:lnTo>
                  <a:lnTo>
                    <a:pt x="927862" y="189115"/>
                  </a:lnTo>
                  <a:lnTo>
                    <a:pt x="925918" y="193802"/>
                  </a:lnTo>
                  <a:lnTo>
                    <a:pt x="927862" y="198475"/>
                  </a:lnTo>
                  <a:lnTo>
                    <a:pt x="933183" y="202285"/>
                  </a:lnTo>
                  <a:lnTo>
                    <a:pt x="941070" y="204863"/>
                  </a:lnTo>
                  <a:lnTo>
                    <a:pt x="950734" y="205803"/>
                  </a:lnTo>
                  <a:lnTo>
                    <a:pt x="960386" y="204863"/>
                  </a:lnTo>
                  <a:lnTo>
                    <a:pt x="968286" y="202285"/>
                  </a:lnTo>
                  <a:lnTo>
                    <a:pt x="973594" y="198475"/>
                  </a:lnTo>
                  <a:lnTo>
                    <a:pt x="975550" y="193802"/>
                  </a:lnTo>
                  <a:close/>
                </a:path>
                <a:path w="1446530" h="533400">
                  <a:moveTo>
                    <a:pt x="1103998" y="44005"/>
                  </a:moveTo>
                  <a:lnTo>
                    <a:pt x="1102017" y="39268"/>
                  </a:lnTo>
                  <a:lnTo>
                    <a:pt x="1096619" y="35394"/>
                  </a:lnTo>
                  <a:lnTo>
                    <a:pt x="1088618" y="32778"/>
                  </a:lnTo>
                  <a:lnTo>
                    <a:pt x="1078814" y="31813"/>
                  </a:lnTo>
                  <a:lnTo>
                    <a:pt x="1069009" y="32778"/>
                  </a:lnTo>
                  <a:lnTo>
                    <a:pt x="1061008" y="35394"/>
                  </a:lnTo>
                  <a:lnTo>
                    <a:pt x="1055624" y="39268"/>
                  </a:lnTo>
                  <a:lnTo>
                    <a:pt x="1053642" y="44005"/>
                  </a:lnTo>
                  <a:lnTo>
                    <a:pt x="1055624" y="48755"/>
                  </a:lnTo>
                  <a:lnTo>
                    <a:pt x="1061008" y="52628"/>
                  </a:lnTo>
                  <a:lnTo>
                    <a:pt x="1069009" y="55232"/>
                  </a:lnTo>
                  <a:lnTo>
                    <a:pt x="1078814" y="56197"/>
                  </a:lnTo>
                  <a:lnTo>
                    <a:pt x="1088618" y="55232"/>
                  </a:lnTo>
                  <a:lnTo>
                    <a:pt x="1096619" y="52628"/>
                  </a:lnTo>
                  <a:lnTo>
                    <a:pt x="1102017" y="48755"/>
                  </a:lnTo>
                  <a:lnTo>
                    <a:pt x="1103998" y="44005"/>
                  </a:lnTo>
                  <a:close/>
                </a:path>
                <a:path w="1446530" h="533400">
                  <a:moveTo>
                    <a:pt x="1177340" y="213842"/>
                  </a:moveTo>
                  <a:lnTo>
                    <a:pt x="1174623" y="207302"/>
                  </a:lnTo>
                  <a:lnTo>
                    <a:pt x="1167193" y="201968"/>
                  </a:lnTo>
                  <a:lnTo>
                    <a:pt x="1156169" y="198374"/>
                  </a:lnTo>
                  <a:lnTo>
                    <a:pt x="1142669" y="197053"/>
                  </a:lnTo>
                  <a:lnTo>
                    <a:pt x="1129182" y="198374"/>
                  </a:lnTo>
                  <a:lnTo>
                    <a:pt x="1118171" y="201968"/>
                  </a:lnTo>
                  <a:lnTo>
                    <a:pt x="1110742" y="207302"/>
                  </a:lnTo>
                  <a:lnTo>
                    <a:pt x="1108011" y="213842"/>
                  </a:lnTo>
                  <a:lnTo>
                    <a:pt x="1110742" y="220370"/>
                  </a:lnTo>
                  <a:lnTo>
                    <a:pt x="1118171" y="225704"/>
                  </a:lnTo>
                  <a:lnTo>
                    <a:pt x="1129182" y="229311"/>
                  </a:lnTo>
                  <a:lnTo>
                    <a:pt x="1142669" y="230619"/>
                  </a:lnTo>
                  <a:lnTo>
                    <a:pt x="1156169" y="229311"/>
                  </a:lnTo>
                  <a:lnTo>
                    <a:pt x="1167193" y="225704"/>
                  </a:lnTo>
                  <a:lnTo>
                    <a:pt x="1174623" y="220370"/>
                  </a:lnTo>
                  <a:lnTo>
                    <a:pt x="1177340" y="213842"/>
                  </a:lnTo>
                  <a:close/>
                </a:path>
                <a:path w="1446530" h="533400">
                  <a:moveTo>
                    <a:pt x="1280617" y="104025"/>
                  </a:moveTo>
                  <a:lnTo>
                    <a:pt x="1278661" y="99352"/>
                  </a:lnTo>
                  <a:lnTo>
                    <a:pt x="1273340" y="95529"/>
                  </a:lnTo>
                  <a:lnTo>
                    <a:pt x="1265453" y="92964"/>
                  </a:lnTo>
                  <a:lnTo>
                    <a:pt x="1255801" y="92024"/>
                  </a:lnTo>
                  <a:lnTo>
                    <a:pt x="1246136" y="92964"/>
                  </a:lnTo>
                  <a:lnTo>
                    <a:pt x="1238250" y="95529"/>
                  </a:lnTo>
                  <a:lnTo>
                    <a:pt x="1232928" y="99352"/>
                  </a:lnTo>
                  <a:lnTo>
                    <a:pt x="1230985" y="104025"/>
                  </a:lnTo>
                  <a:lnTo>
                    <a:pt x="1232928" y="108712"/>
                  </a:lnTo>
                  <a:lnTo>
                    <a:pt x="1238250" y="112534"/>
                  </a:lnTo>
                  <a:lnTo>
                    <a:pt x="1246136" y="115100"/>
                  </a:lnTo>
                  <a:lnTo>
                    <a:pt x="1255801" y="116052"/>
                  </a:lnTo>
                  <a:lnTo>
                    <a:pt x="1265453" y="115100"/>
                  </a:lnTo>
                  <a:lnTo>
                    <a:pt x="1273340" y="112534"/>
                  </a:lnTo>
                  <a:lnTo>
                    <a:pt x="1278661" y="108712"/>
                  </a:lnTo>
                  <a:lnTo>
                    <a:pt x="1280617" y="104025"/>
                  </a:lnTo>
                  <a:close/>
                </a:path>
                <a:path w="1446530" h="533400">
                  <a:moveTo>
                    <a:pt x="1325130" y="164426"/>
                  </a:moveTo>
                  <a:lnTo>
                    <a:pt x="1323149" y="159689"/>
                  </a:lnTo>
                  <a:lnTo>
                    <a:pt x="1317752" y="155803"/>
                  </a:lnTo>
                  <a:lnTo>
                    <a:pt x="1309751" y="153200"/>
                  </a:lnTo>
                  <a:lnTo>
                    <a:pt x="1299946" y="152234"/>
                  </a:lnTo>
                  <a:lnTo>
                    <a:pt x="1290154" y="153200"/>
                  </a:lnTo>
                  <a:lnTo>
                    <a:pt x="1282153" y="155803"/>
                  </a:lnTo>
                  <a:lnTo>
                    <a:pt x="1276756" y="159689"/>
                  </a:lnTo>
                  <a:lnTo>
                    <a:pt x="1274775" y="164426"/>
                  </a:lnTo>
                  <a:lnTo>
                    <a:pt x="1276756" y="169176"/>
                  </a:lnTo>
                  <a:lnTo>
                    <a:pt x="1282153" y="173050"/>
                  </a:lnTo>
                  <a:lnTo>
                    <a:pt x="1290154" y="175653"/>
                  </a:lnTo>
                  <a:lnTo>
                    <a:pt x="1299946" y="176618"/>
                  </a:lnTo>
                  <a:lnTo>
                    <a:pt x="1309751" y="175653"/>
                  </a:lnTo>
                  <a:lnTo>
                    <a:pt x="1317752" y="173050"/>
                  </a:lnTo>
                  <a:lnTo>
                    <a:pt x="1323149" y="169176"/>
                  </a:lnTo>
                  <a:lnTo>
                    <a:pt x="1325130" y="164426"/>
                  </a:lnTo>
                  <a:close/>
                </a:path>
                <a:path w="1446530" h="533400">
                  <a:moveTo>
                    <a:pt x="1412709" y="112395"/>
                  </a:moveTo>
                  <a:lnTo>
                    <a:pt x="1409979" y="105867"/>
                  </a:lnTo>
                  <a:lnTo>
                    <a:pt x="1402549" y="100533"/>
                  </a:lnTo>
                  <a:lnTo>
                    <a:pt x="1391539" y="96926"/>
                  </a:lnTo>
                  <a:lnTo>
                    <a:pt x="1378038" y="95605"/>
                  </a:lnTo>
                  <a:lnTo>
                    <a:pt x="1364551" y="96926"/>
                  </a:lnTo>
                  <a:lnTo>
                    <a:pt x="1353527" y="100533"/>
                  </a:lnTo>
                  <a:lnTo>
                    <a:pt x="1346098" y="105867"/>
                  </a:lnTo>
                  <a:lnTo>
                    <a:pt x="1343380" y="112395"/>
                  </a:lnTo>
                  <a:lnTo>
                    <a:pt x="1346098" y="118922"/>
                  </a:lnTo>
                  <a:lnTo>
                    <a:pt x="1353527" y="124256"/>
                  </a:lnTo>
                  <a:lnTo>
                    <a:pt x="1364551" y="127863"/>
                  </a:lnTo>
                  <a:lnTo>
                    <a:pt x="1378038" y="129184"/>
                  </a:lnTo>
                  <a:lnTo>
                    <a:pt x="1391539" y="127863"/>
                  </a:lnTo>
                  <a:lnTo>
                    <a:pt x="1402549" y="124256"/>
                  </a:lnTo>
                  <a:lnTo>
                    <a:pt x="1409979" y="118922"/>
                  </a:lnTo>
                  <a:lnTo>
                    <a:pt x="1412709" y="112395"/>
                  </a:lnTo>
                  <a:close/>
                </a:path>
                <a:path w="1446530" h="533400">
                  <a:moveTo>
                    <a:pt x="1446276" y="314045"/>
                  </a:moveTo>
                  <a:lnTo>
                    <a:pt x="1444294" y="309295"/>
                  </a:lnTo>
                  <a:lnTo>
                    <a:pt x="1438897" y="305422"/>
                  </a:lnTo>
                  <a:lnTo>
                    <a:pt x="1430896" y="302806"/>
                  </a:lnTo>
                  <a:lnTo>
                    <a:pt x="1421091" y="301853"/>
                  </a:lnTo>
                  <a:lnTo>
                    <a:pt x="1411300" y="302806"/>
                  </a:lnTo>
                  <a:lnTo>
                    <a:pt x="1403299" y="305422"/>
                  </a:lnTo>
                  <a:lnTo>
                    <a:pt x="1397901" y="309295"/>
                  </a:lnTo>
                  <a:lnTo>
                    <a:pt x="1395920" y="314045"/>
                  </a:lnTo>
                  <a:lnTo>
                    <a:pt x="1397901" y="318782"/>
                  </a:lnTo>
                  <a:lnTo>
                    <a:pt x="1403299" y="322656"/>
                  </a:lnTo>
                  <a:lnTo>
                    <a:pt x="1411300" y="325272"/>
                  </a:lnTo>
                  <a:lnTo>
                    <a:pt x="1421091" y="326224"/>
                  </a:lnTo>
                  <a:lnTo>
                    <a:pt x="1430896" y="325272"/>
                  </a:lnTo>
                  <a:lnTo>
                    <a:pt x="1438897" y="322656"/>
                  </a:lnTo>
                  <a:lnTo>
                    <a:pt x="1444294" y="318782"/>
                  </a:lnTo>
                  <a:lnTo>
                    <a:pt x="1446276" y="314045"/>
                  </a:lnTo>
                  <a:close/>
                </a:path>
              </a:pathLst>
            </a:custGeom>
            <a:solidFill>
              <a:srgbClr val="CC95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" name="object 676" descr=""/>
            <p:cNvSpPr/>
            <p:nvPr/>
          </p:nvSpPr>
          <p:spPr>
            <a:xfrm>
              <a:off x="651833" y="3810700"/>
              <a:ext cx="200660" cy="354330"/>
            </a:xfrm>
            <a:custGeom>
              <a:avLst/>
              <a:gdLst/>
              <a:ahLst/>
              <a:cxnLst/>
              <a:rect l="l" t="t" r="r" b="b"/>
              <a:pathLst>
                <a:path w="200659" h="354329">
                  <a:moveTo>
                    <a:pt x="200339" y="0"/>
                  </a:moveTo>
                  <a:lnTo>
                    <a:pt x="0" y="0"/>
                  </a:lnTo>
                  <a:lnTo>
                    <a:pt x="0" y="354261"/>
                  </a:lnTo>
                  <a:lnTo>
                    <a:pt x="200339" y="354261"/>
                  </a:lnTo>
                  <a:lnTo>
                    <a:pt x="200339" y="0"/>
                  </a:lnTo>
                  <a:close/>
                </a:path>
              </a:pathLst>
            </a:custGeom>
            <a:solidFill>
              <a:srgbClr val="9268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" name="object 677" descr=""/>
            <p:cNvSpPr/>
            <p:nvPr/>
          </p:nvSpPr>
          <p:spPr>
            <a:xfrm>
              <a:off x="673422" y="3877539"/>
              <a:ext cx="36830" cy="201930"/>
            </a:xfrm>
            <a:custGeom>
              <a:avLst/>
              <a:gdLst/>
              <a:ahLst/>
              <a:cxnLst/>
              <a:rect l="l" t="t" r="r" b="b"/>
              <a:pathLst>
                <a:path w="36829" h="201929">
                  <a:moveTo>
                    <a:pt x="19203" y="0"/>
                  </a:moveTo>
                  <a:lnTo>
                    <a:pt x="4043" y="36076"/>
                  </a:lnTo>
                  <a:lnTo>
                    <a:pt x="0" y="201564"/>
                  </a:lnTo>
                  <a:lnTo>
                    <a:pt x="36627" y="201564"/>
                  </a:lnTo>
                  <a:lnTo>
                    <a:pt x="36627" y="93431"/>
                  </a:lnTo>
                  <a:lnTo>
                    <a:pt x="36286" y="72269"/>
                  </a:lnTo>
                  <a:lnTo>
                    <a:pt x="29883" y="26512"/>
                  </a:lnTo>
                  <a:lnTo>
                    <a:pt x="19203" y="0"/>
                  </a:lnTo>
                  <a:close/>
                </a:path>
              </a:pathLst>
            </a:custGeom>
            <a:solidFill>
              <a:srgbClr val="68463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" name="object 678" descr=""/>
            <p:cNvSpPr/>
            <p:nvPr/>
          </p:nvSpPr>
          <p:spPr>
            <a:xfrm>
              <a:off x="673401" y="3879989"/>
              <a:ext cx="31115" cy="199390"/>
            </a:xfrm>
            <a:custGeom>
              <a:avLst/>
              <a:gdLst/>
              <a:ahLst/>
              <a:cxnLst/>
              <a:rect l="l" t="t" r="r" b="b"/>
              <a:pathLst>
                <a:path w="31115" h="199389">
                  <a:moveTo>
                    <a:pt x="17203" y="0"/>
                  </a:moveTo>
                  <a:lnTo>
                    <a:pt x="1602" y="45541"/>
                  </a:lnTo>
                  <a:lnTo>
                    <a:pt x="0" y="75955"/>
                  </a:lnTo>
                  <a:lnTo>
                    <a:pt x="20" y="199114"/>
                  </a:lnTo>
                  <a:lnTo>
                    <a:pt x="30491" y="199114"/>
                  </a:lnTo>
                  <a:lnTo>
                    <a:pt x="30491" y="89389"/>
                  </a:lnTo>
                  <a:lnTo>
                    <a:pt x="29220" y="50942"/>
                  </a:lnTo>
                  <a:lnTo>
                    <a:pt x="19517" y="5518"/>
                  </a:lnTo>
                  <a:lnTo>
                    <a:pt x="17203" y="0"/>
                  </a:lnTo>
                  <a:close/>
                </a:path>
              </a:pathLst>
            </a:custGeom>
            <a:solidFill>
              <a:srgbClr val="7E574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" name="object 679" descr=""/>
            <p:cNvSpPr/>
            <p:nvPr/>
          </p:nvSpPr>
          <p:spPr>
            <a:xfrm>
              <a:off x="734501" y="3877539"/>
              <a:ext cx="36830" cy="201930"/>
            </a:xfrm>
            <a:custGeom>
              <a:avLst/>
              <a:gdLst/>
              <a:ahLst/>
              <a:cxnLst/>
              <a:rect l="l" t="t" r="r" b="b"/>
              <a:pathLst>
                <a:path w="36829" h="201929">
                  <a:moveTo>
                    <a:pt x="19203" y="0"/>
                  </a:moveTo>
                  <a:lnTo>
                    <a:pt x="4043" y="36076"/>
                  </a:lnTo>
                  <a:lnTo>
                    <a:pt x="0" y="201564"/>
                  </a:lnTo>
                  <a:lnTo>
                    <a:pt x="36627" y="201564"/>
                  </a:lnTo>
                  <a:lnTo>
                    <a:pt x="36627" y="93431"/>
                  </a:lnTo>
                  <a:lnTo>
                    <a:pt x="36286" y="72269"/>
                  </a:lnTo>
                  <a:lnTo>
                    <a:pt x="29883" y="26512"/>
                  </a:lnTo>
                  <a:lnTo>
                    <a:pt x="19203" y="0"/>
                  </a:lnTo>
                  <a:close/>
                </a:path>
              </a:pathLst>
            </a:custGeom>
            <a:solidFill>
              <a:srgbClr val="68463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" name="object 680" descr=""/>
            <p:cNvSpPr/>
            <p:nvPr/>
          </p:nvSpPr>
          <p:spPr>
            <a:xfrm>
              <a:off x="734480" y="3879989"/>
              <a:ext cx="31115" cy="199390"/>
            </a:xfrm>
            <a:custGeom>
              <a:avLst/>
              <a:gdLst/>
              <a:ahLst/>
              <a:cxnLst/>
              <a:rect l="l" t="t" r="r" b="b"/>
              <a:pathLst>
                <a:path w="31115" h="199389">
                  <a:moveTo>
                    <a:pt x="17203" y="0"/>
                  </a:moveTo>
                  <a:lnTo>
                    <a:pt x="1602" y="45541"/>
                  </a:lnTo>
                  <a:lnTo>
                    <a:pt x="0" y="75955"/>
                  </a:lnTo>
                  <a:lnTo>
                    <a:pt x="20" y="199114"/>
                  </a:lnTo>
                  <a:lnTo>
                    <a:pt x="30491" y="199114"/>
                  </a:lnTo>
                  <a:lnTo>
                    <a:pt x="30491" y="89389"/>
                  </a:lnTo>
                  <a:lnTo>
                    <a:pt x="29220" y="50942"/>
                  </a:lnTo>
                  <a:lnTo>
                    <a:pt x="19517" y="5518"/>
                  </a:lnTo>
                  <a:lnTo>
                    <a:pt x="17203" y="0"/>
                  </a:lnTo>
                  <a:close/>
                </a:path>
              </a:pathLst>
            </a:custGeom>
            <a:solidFill>
              <a:srgbClr val="7E574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" name="object 681" descr=""/>
            <p:cNvSpPr/>
            <p:nvPr/>
          </p:nvSpPr>
          <p:spPr>
            <a:xfrm>
              <a:off x="796801" y="3877539"/>
              <a:ext cx="36830" cy="201930"/>
            </a:xfrm>
            <a:custGeom>
              <a:avLst/>
              <a:gdLst/>
              <a:ahLst/>
              <a:cxnLst/>
              <a:rect l="l" t="t" r="r" b="b"/>
              <a:pathLst>
                <a:path w="36830" h="201929">
                  <a:moveTo>
                    <a:pt x="19203" y="0"/>
                  </a:moveTo>
                  <a:lnTo>
                    <a:pt x="4043" y="36076"/>
                  </a:lnTo>
                  <a:lnTo>
                    <a:pt x="0" y="201564"/>
                  </a:lnTo>
                  <a:lnTo>
                    <a:pt x="36627" y="201564"/>
                  </a:lnTo>
                  <a:lnTo>
                    <a:pt x="36627" y="93431"/>
                  </a:lnTo>
                  <a:lnTo>
                    <a:pt x="36286" y="72269"/>
                  </a:lnTo>
                  <a:lnTo>
                    <a:pt x="29883" y="26512"/>
                  </a:lnTo>
                  <a:lnTo>
                    <a:pt x="19203" y="0"/>
                  </a:lnTo>
                  <a:close/>
                </a:path>
              </a:pathLst>
            </a:custGeom>
            <a:solidFill>
              <a:srgbClr val="68463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" name="object 682" descr=""/>
            <p:cNvSpPr/>
            <p:nvPr/>
          </p:nvSpPr>
          <p:spPr>
            <a:xfrm>
              <a:off x="796780" y="3879989"/>
              <a:ext cx="31115" cy="199390"/>
            </a:xfrm>
            <a:custGeom>
              <a:avLst/>
              <a:gdLst/>
              <a:ahLst/>
              <a:cxnLst/>
              <a:rect l="l" t="t" r="r" b="b"/>
              <a:pathLst>
                <a:path w="31115" h="199389">
                  <a:moveTo>
                    <a:pt x="17203" y="0"/>
                  </a:moveTo>
                  <a:lnTo>
                    <a:pt x="1602" y="45541"/>
                  </a:lnTo>
                  <a:lnTo>
                    <a:pt x="0" y="75955"/>
                  </a:lnTo>
                  <a:lnTo>
                    <a:pt x="20" y="199114"/>
                  </a:lnTo>
                  <a:lnTo>
                    <a:pt x="30491" y="199114"/>
                  </a:lnTo>
                  <a:lnTo>
                    <a:pt x="30491" y="89389"/>
                  </a:lnTo>
                  <a:lnTo>
                    <a:pt x="29220" y="50942"/>
                  </a:lnTo>
                  <a:lnTo>
                    <a:pt x="19517" y="5518"/>
                  </a:lnTo>
                  <a:lnTo>
                    <a:pt x="17203" y="0"/>
                  </a:lnTo>
                  <a:close/>
                </a:path>
              </a:pathLst>
            </a:custGeom>
            <a:solidFill>
              <a:srgbClr val="7E574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83" name="object 683" descr=""/>
          <p:cNvGrpSpPr/>
          <p:nvPr/>
        </p:nvGrpSpPr>
        <p:grpSpPr>
          <a:xfrm>
            <a:off x="645117" y="3142603"/>
            <a:ext cx="213360" cy="624840"/>
            <a:chOff x="645117" y="3142603"/>
            <a:chExt cx="213360" cy="624840"/>
          </a:xfrm>
        </p:grpSpPr>
        <p:sp>
          <p:nvSpPr>
            <p:cNvPr id="684" name="object 684" descr=""/>
            <p:cNvSpPr/>
            <p:nvPr/>
          </p:nvSpPr>
          <p:spPr>
            <a:xfrm>
              <a:off x="680313" y="3142608"/>
              <a:ext cx="125730" cy="299085"/>
            </a:xfrm>
            <a:custGeom>
              <a:avLst/>
              <a:gdLst/>
              <a:ahLst/>
              <a:cxnLst/>
              <a:rect l="l" t="t" r="r" b="b"/>
              <a:pathLst>
                <a:path w="125729" h="299085">
                  <a:moveTo>
                    <a:pt x="125717" y="62801"/>
                  </a:moveTo>
                  <a:lnTo>
                    <a:pt x="122174" y="41325"/>
                  </a:lnTo>
                  <a:lnTo>
                    <a:pt x="112344" y="22885"/>
                  </a:lnTo>
                  <a:lnTo>
                    <a:pt x="97434" y="8699"/>
                  </a:lnTo>
                  <a:lnTo>
                    <a:pt x="78651" y="0"/>
                  </a:lnTo>
                  <a:lnTo>
                    <a:pt x="90944" y="9029"/>
                  </a:lnTo>
                  <a:lnTo>
                    <a:pt x="100482" y="21031"/>
                  </a:lnTo>
                  <a:lnTo>
                    <a:pt x="106654" y="35382"/>
                  </a:lnTo>
                  <a:lnTo>
                    <a:pt x="108851" y="51460"/>
                  </a:lnTo>
                  <a:lnTo>
                    <a:pt x="104394" y="74117"/>
                  </a:lnTo>
                  <a:lnTo>
                    <a:pt x="92214" y="92633"/>
                  </a:lnTo>
                  <a:lnTo>
                    <a:pt x="74155" y="105105"/>
                  </a:lnTo>
                  <a:lnTo>
                    <a:pt x="52044" y="109689"/>
                  </a:lnTo>
                  <a:lnTo>
                    <a:pt x="35331" y="107124"/>
                  </a:lnTo>
                  <a:lnTo>
                    <a:pt x="20586" y="99936"/>
                  </a:lnTo>
                  <a:lnTo>
                    <a:pt x="8559" y="88900"/>
                  </a:lnTo>
                  <a:lnTo>
                    <a:pt x="0" y="74790"/>
                  </a:lnTo>
                  <a:lnTo>
                    <a:pt x="7696" y="95796"/>
                  </a:lnTo>
                  <a:lnTo>
                    <a:pt x="21590" y="112598"/>
                  </a:lnTo>
                  <a:lnTo>
                    <a:pt x="40259" y="123761"/>
                  </a:lnTo>
                  <a:lnTo>
                    <a:pt x="62306" y="127800"/>
                  </a:lnTo>
                  <a:lnTo>
                    <a:pt x="68237" y="126580"/>
                  </a:lnTo>
                  <a:lnTo>
                    <a:pt x="67068" y="163512"/>
                  </a:lnTo>
                  <a:lnTo>
                    <a:pt x="62179" y="163512"/>
                  </a:lnTo>
                  <a:lnTo>
                    <a:pt x="56667" y="168910"/>
                  </a:lnTo>
                  <a:lnTo>
                    <a:pt x="56667" y="182206"/>
                  </a:lnTo>
                  <a:lnTo>
                    <a:pt x="62179" y="187617"/>
                  </a:lnTo>
                  <a:lnTo>
                    <a:pt x="66319" y="187617"/>
                  </a:lnTo>
                  <a:lnTo>
                    <a:pt x="65417" y="216293"/>
                  </a:lnTo>
                  <a:lnTo>
                    <a:pt x="59029" y="217551"/>
                  </a:lnTo>
                  <a:lnTo>
                    <a:pt x="50634" y="223088"/>
                  </a:lnTo>
                  <a:lnTo>
                    <a:pt x="44970" y="231317"/>
                  </a:lnTo>
                  <a:lnTo>
                    <a:pt x="42900" y="241388"/>
                  </a:lnTo>
                  <a:lnTo>
                    <a:pt x="44970" y="251460"/>
                  </a:lnTo>
                  <a:lnTo>
                    <a:pt x="50634" y="259689"/>
                  </a:lnTo>
                  <a:lnTo>
                    <a:pt x="59029" y="265226"/>
                  </a:lnTo>
                  <a:lnTo>
                    <a:pt x="63855" y="266192"/>
                  </a:lnTo>
                  <a:lnTo>
                    <a:pt x="62826" y="298983"/>
                  </a:lnTo>
                  <a:lnTo>
                    <a:pt x="73304" y="298983"/>
                  </a:lnTo>
                  <a:lnTo>
                    <a:pt x="72542" y="266623"/>
                  </a:lnTo>
                  <a:lnTo>
                    <a:pt x="79590" y="265226"/>
                  </a:lnTo>
                  <a:lnTo>
                    <a:pt x="87998" y="259689"/>
                  </a:lnTo>
                  <a:lnTo>
                    <a:pt x="93662" y="251460"/>
                  </a:lnTo>
                  <a:lnTo>
                    <a:pt x="95732" y="241388"/>
                  </a:lnTo>
                  <a:lnTo>
                    <a:pt x="93662" y="231317"/>
                  </a:lnTo>
                  <a:lnTo>
                    <a:pt x="87998" y="223088"/>
                  </a:lnTo>
                  <a:lnTo>
                    <a:pt x="79590" y="217551"/>
                  </a:lnTo>
                  <a:lnTo>
                    <a:pt x="71348" y="215925"/>
                  </a:lnTo>
                  <a:lnTo>
                    <a:pt x="70675" y="187617"/>
                  </a:lnTo>
                  <a:lnTo>
                    <a:pt x="75768" y="187617"/>
                  </a:lnTo>
                  <a:lnTo>
                    <a:pt x="81280" y="182206"/>
                  </a:lnTo>
                  <a:lnTo>
                    <a:pt x="81280" y="175564"/>
                  </a:lnTo>
                  <a:lnTo>
                    <a:pt x="81280" y="168910"/>
                  </a:lnTo>
                  <a:lnTo>
                    <a:pt x="75768" y="163512"/>
                  </a:lnTo>
                  <a:lnTo>
                    <a:pt x="70116" y="163512"/>
                  </a:lnTo>
                  <a:lnTo>
                    <a:pt x="69240" y="126365"/>
                  </a:lnTo>
                  <a:lnTo>
                    <a:pt x="86995" y="122694"/>
                  </a:lnTo>
                  <a:lnTo>
                    <a:pt x="107137" y="108762"/>
                  </a:lnTo>
                  <a:lnTo>
                    <a:pt x="120726" y="88099"/>
                  </a:lnTo>
                  <a:lnTo>
                    <a:pt x="125717" y="62801"/>
                  </a:lnTo>
                  <a:close/>
                </a:path>
              </a:pathLst>
            </a:custGeom>
            <a:solidFill>
              <a:srgbClr val="F5AE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" name="object 685" descr=""/>
            <p:cNvSpPr/>
            <p:nvPr/>
          </p:nvSpPr>
          <p:spPr>
            <a:xfrm>
              <a:off x="680313" y="3154152"/>
              <a:ext cx="125730" cy="255904"/>
            </a:xfrm>
            <a:custGeom>
              <a:avLst/>
              <a:gdLst/>
              <a:ahLst/>
              <a:cxnLst/>
              <a:rect l="l" t="t" r="r" b="b"/>
              <a:pathLst>
                <a:path w="125729" h="255904">
                  <a:moveTo>
                    <a:pt x="10007" y="79006"/>
                  </a:moveTo>
                  <a:lnTo>
                    <a:pt x="5905" y="74358"/>
                  </a:lnTo>
                  <a:lnTo>
                    <a:pt x="2489" y="69062"/>
                  </a:lnTo>
                  <a:lnTo>
                    <a:pt x="0" y="63246"/>
                  </a:lnTo>
                  <a:lnTo>
                    <a:pt x="508" y="66040"/>
                  </a:lnTo>
                  <a:lnTo>
                    <a:pt x="1193" y="68770"/>
                  </a:lnTo>
                  <a:lnTo>
                    <a:pt x="2044" y="71424"/>
                  </a:lnTo>
                  <a:lnTo>
                    <a:pt x="4457" y="74206"/>
                  </a:lnTo>
                  <a:lnTo>
                    <a:pt x="7124" y="76746"/>
                  </a:lnTo>
                  <a:lnTo>
                    <a:pt x="10007" y="79006"/>
                  </a:lnTo>
                  <a:close/>
                </a:path>
                <a:path w="125729" h="255904">
                  <a:moveTo>
                    <a:pt x="81280" y="161010"/>
                  </a:moveTo>
                  <a:lnTo>
                    <a:pt x="80149" y="158267"/>
                  </a:lnTo>
                  <a:lnTo>
                    <a:pt x="78282" y="156146"/>
                  </a:lnTo>
                  <a:lnTo>
                    <a:pt x="78790" y="157467"/>
                  </a:lnTo>
                  <a:lnTo>
                    <a:pt x="79082" y="158889"/>
                  </a:lnTo>
                  <a:lnTo>
                    <a:pt x="79082" y="167043"/>
                  </a:lnTo>
                  <a:lnTo>
                    <a:pt x="73571" y="172427"/>
                  </a:lnTo>
                  <a:lnTo>
                    <a:pt x="66776" y="172427"/>
                  </a:lnTo>
                  <a:lnTo>
                    <a:pt x="63042" y="172427"/>
                  </a:lnTo>
                  <a:lnTo>
                    <a:pt x="59728" y="170815"/>
                  </a:lnTo>
                  <a:lnTo>
                    <a:pt x="57467" y="168249"/>
                  </a:lnTo>
                  <a:lnTo>
                    <a:pt x="59220" y="172808"/>
                  </a:lnTo>
                  <a:lnTo>
                    <a:pt x="63703" y="176060"/>
                  </a:lnTo>
                  <a:lnTo>
                    <a:pt x="75768" y="176060"/>
                  </a:lnTo>
                  <a:lnTo>
                    <a:pt x="81280" y="170675"/>
                  </a:lnTo>
                  <a:lnTo>
                    <a:pt x="81280" y="161010"/>
                  </a:lnTo>
                  <a:close/>
                </a:path>
                <a:path w="125729" h="255904">
                  <a:moveTo>
                    <a:pt x="95732" y="224891"/>
                  </a:moveTo>
                  <a:lnTo>
                    <a:pt x="94284" y="220268"/>
                  </a:lnTo>
                  <a:lnTo>
                    <a:pt x="91808" y="216331"/>
                  </a:lnTo>
                  <a:lnTo>
                    <a:pt x="92519" y="218681"/>
                  </a:lnTo>
                  <a:lnTo>
                    <a:pt x="92925" y="221157"/>
                  </a:lnTo>
                  <a:lnTo>
                    <a:pt x="92925" y="223723"/>
                  </a:lnTo>
                  <a:lnTo>
                    <a:pt x="90843" y="233794"/>
                  </a:lnTo>
                  <a:lnTo>
                    <a:pt x="85178" y="242023"/>
                  </a:lnTo>
                  <a:lnTo>
                    <a:pt x="76784" y="247561"/>
                  </a:lnTo>
                  <a:lnTo>
                    <a:pt x="66509" y="249593"/>
                  </a:lnTo>
                  <a:lnTo>
                    <a:pt x="59626" y="248704"/>
                  </a:lnTo>
                  <a:lnTo>
                    <a:pt x="53428" y="246189"/>
                  </a:lnTo>
                  <a:lnTo>
                    <a:pt x="48145" y="242290"/>
                  </a:lnTo>
                  <a:lnTo>
                    <a:pt x="44005" y="237236"/>
                  </a:lnTo>
                  <a:lnTo>
                    <a:pt x="47637" y="244627"/>
                  </a:lnTo>
                  <a:lnTo>
                    <a:pt x="53390" y="250482"/>
                  </a:lnTo>
                  <a:lnTo>
                    <a:pt x="60769" y="254330"/>
                  </a:lnTo>
                  <a:lnTo>
                    <a:pt x="69316" y="255714"/>
                  </a:lnTo>
                  <a:lnTo>
                    <a:pt x="79590" y="253682"/>
                  </a:lnTo>
                  <a:lnTo>
                    <a:pt x="87998" y="248132"/>
                  </a:lnTo>
                  <a:lnTo>
                    <a:pt x="93649" y="239915"/>
                  </a:lnTo>
                  <a:lnTo>
                    <a:pt x="95732" y="229844"/>
                  </a:lnTo>
                  <a:lnTo>
                    <a:pt x="95732" y="224891"/>
                  </a:lnTo>
                  <a:close/>
                </a:path>
                <a:path w="125729" h="255904">
                  <a:moveTo>
                    <a:pt x="125717" y="51257"/>
                  </a:moveTo>
                  <a:lnTo>
                    <a:pt x="123990" y="36131"/>
                  </a:lnTo>
                  <a:lnTo>
                    <a:pt x="119062" y="22275"/>
                  </a:lnTo>
                  <a:lnTo>
                    <a:pt x="111366" y="10096"/>
                  </a:lnTo>
                  <a:lnTo>
                    <a:pt x="101269" y="0"/>
                  </a:lnTo>
                  <a:lnTo>
                    <a:pt x="108280" y="9372"/>
                  </a:lnTo>
                  <a:lnTo>
                    <a:pt x="113538" y="19977"/>
                  </a:lnTo>
                  <a:lnTo>
                    <a:pt x="116865" y="31584"/>
                  </a:lnTo>
                  <a:lnTo>
                    <a:pt x="118021" y="43992"/>
                  </a:lnTo>
                  <a:lnTo>
                    <a:pt x="113030" y="69291"/>
                  </a:lnTo>
                  <a:lnTo>
                    <a:pt x="99441" y="89954"/>
                  </a:lnTo>
                  <a:lnTo>
                    <a:pt x="79298" y="103886"/>
                  </a:lnTo>
                  <a:lnTo>
                    <a:pt x="54610" y="108991"/>
                  </a:lnTo>
                  <a:lnTo>
                    <a:pt x="43853" y="108051"/>
                  </a:lnTo>
                  <a:lnTo>
                    <a:pt x="33667" y="105346"/>
                  </a:lnTo>
                  <a:lnTo>
                    <a:pt x="24231" y="101041"/>
                  </a:lnTo>
                  <a:lnTo>
                    <a:pt x="15671" y="95275"/>
                  </a:lnTo>
                  <a:lnTo>
                    <a:pt x="25247" y="103987"/>
                  </a:lnTo>
                  <a:lnTo>
                    <a:pt x="36410" y="110604"/>
                  </a:lnTo>
                  <a:lnTo>
                    <a:pt x="48869" y="114795"/>
                  </a:lnTo>
                  <a:lnTo>
                    <a:pt x="62306" y="116255"/>
                  </a:lnTo>
                  <a:lnTo>
                    <a:pt x="86995" y="111150"/>
                  </a:lnTo>
                  <a:lnTo>
                    <a:pt x="107137" y="97218"/>
                  </a:lnTo>
                  <a:lnTo>
                    <a:pt x="120726" y="76555"/>
                  </a:lnTo>
                  <a:lnTo>
                    <a:pt x="125717" y="51257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" name="object 686" descr=""/>
            <p:cNvSpPr/>
            <p:nvPr/>
          </p:nvSpPr>
          <p:spPr>
            <a:xfrm>
              <a:off x="731050" y="3307492"/>
              <a:ext cx="24765" cy="75565"/>
            </a:xfrm>
            <a:custGeom>
              <a:avLst/>
              <a:gdLst/>
              <a:ahLst/>
              <a:cxnLst/>
              <a:rect l="l" t="t" r="r" b="b"/>
              <a:pathLst>
                <a:path w="24765" h="75564">
                  <a:moveTo>
                    <a:pt x="22047" y="3657"/>
                  </a:moveTo>
                  <a:lnTo>
                    <a:pt x="21031" y="1828"/>
                  </a:lnTo>
                  <a:lnTo>
                    <a:pt x="20015" y="0"/>
                  </a:lnTo>
                  <a:lnTo>
                    <a:pt x="16548" y="127"/>
                  </a:lnTo>
                  <a:lnTo>
                    <a:pt x="9969" y="4076"/>
                  </a:lnTo>
                  <a:lnTo>
                    <a:pt x="8128" y="7175"/>
                  </a:lnTo>
                  <a:lnTo>
                    <a:pt x="10147" y="10820"/>
                  </a:lnTo>
                  <a:lnTo>
                    <a:pt x="13639" y="10693"/>
                  </a:lnTo>
                  <a:lnTo>
                    <a:pt x="20205" y="6743"/>
                  </a:lnTo>
                  <a:lnTo>
                    <a:pt x="22047" y="3657"/>
                  </a:lnTo>
                  <a:close/>
                </a:path>
                <a:path w="24765" h="75564">
                  <a:moveTo>
                    <a:pt x="24523" y="62661"/>
                  </a:moveTo>
                  <a:lnTo>
                    <a:pt x="22745" y="59436"/>
                  </a:lnTo>
                  <a:lnTo>
                    <a:pt x="20967" y="56210"/>
                  </a:lnTo>
                  <a:lnTo>
                    <a:pt x="14833" y="56426"/>
                  </a:lnTo>
                  <a:lnTo>
                    <a:pt x="3251" y="63398"/>
                  </a:lnTo>
                  <a:lnTo>
                    <a:pt x="0" y="68834"/>
                  </a:lnTo>
                  <a:lnTo>
                    <a:pt x="3568" y="75272"/>
                  </a:lnTo>
                  <a:lnTo>
                    <a:pt x="9702" y="75069"/>
                  </a:lnTo>
                  <a:lnTo>
                    <a:pt x="21285" y="68084"/>
                  </a:lnTo>
                  <a:lnTo>
                    <a:pt x="24523" y="62661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" name="object 687" descr=""/>
            <p:cNvSpPr/>
            <p:nvPr/>
          </p:nvSpPr>
          <p:spPr>
            <a:xfrm>
              <a:off x="645117" y="3435675"/>
              <a:ext cx="213360" cy="243204"/>
            </a:xfrm>
            <a:custGeom>
              <a:avLst/>
              <a:gdLst/>
              <a:ahLst/>
              <a:cxnLst/>
              <a:rect l="l" t="t" r="r" b="b"/>
              <a:pathLst>
                <a:path w="213359" h="243204">
                  <a:moveTo>
                    <a:pt x="106583" y="0"/>
                  </a:moveTo>
                  <a:lnTo>
                    <a:pt x="65094" y="9551"/>
                  </a:lnTo>
                  <a:lnTo>
                    <a:pt x="31216" y="35599"/>
                  </a:lnTo>
                  <a:lnTo>
                    <a:pt x="8375" y="74234"/>
                  </a:lnTo>
                  <a:lnTo>
                    <a:pt x="0" y="121546"/>
                  </a:lnTo>
                  <a:lnTo>
                    <a:pt x="8375" y="168857"/>
                  </a:lnTo>
                  <a:lnTo>
                    <a:pt x="31216" y="207492"/>
                  </a:lnTo>
                  <a:lnTo>
                    <a:pt x="65094" y="233540"/>
                  </a:lnTo>
                  <a:lnTo>
                    <a:pt x="106583" y="243092"/>
                  </a:lnTo>
                  <a:lnTo>
                    <a:pt x="148071" y="233540"/>
                  </a:lnTo>
                  <a:lnTo>
                    <a:pt x="181949" y="207492"/>
                  </a:lnTo>
                  <a:lnTo>
                    <a:pt x="204790" y="168857"/>
                  </a:lnTo>
                  <a:lnTo>
                    <a:pt x="213166" y="121546"/>
                  </a:lnTo>
                  <a:lnTo>
                    <a:pt x="204790" y="74234"/>
                  </a:lnTo>
                  <a:lnTo>
                    <a:pt x="181949" y="35599"/>
                  </a:lnTo>
                  <a:lnTo>
                    <a:pt x="148071" y="9551"/>
                  </a:lnTo>
                  <a:lnTo>
                    <a:pt x="106583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" name="object 688" descr=""/>
            <p:cNvSpPr/>
            <p:nvPr/>
          </p:nvSpPr>
          <p:spPr>
            <a:xfrm>
              <a:off x="645155" y="3474304"/>
              <a:ext cx="213360" cy="204470"/>
            </a:xfrm>
            <a:custGeom>
              <a:avLst/>
              <a:gdLst/>
              <a:ahLst/>
              <a:cxnLst/>
              <a:rect l="l" t="t" r="r" b="b"/>
              <a:pathLst>
                <a:path w="213359" h="204470">
                  <a:moveTo>
                    <a:pt x="184444" y="0"/>
                  </a:moveTo>
                  <a:lnTo>
                    <a:pt x="146500" y="34382"/>
                  </a:lnTo>
                  <a:lnTo>
                    <a:pt x="101634" y="60058"/>
                  </a:lnTo>
                  <a:lnTo>
                    <a:pt x="52062" y="76824"/>
                  </a:lnTo>
                  <a:lnTo>
                    <a:pt x="0" y="84479"/>
                  </a:lnTo>
                  <a:lnTo>
                    <a:pt x="8744" y="131242"/>
                  </a:lnTo>
                  <a:lnTo>
                    <a:pt x="31646" y="169374"/>
                  </a:lnTo>
                  <a:lnTo>
                    <a:pt x="65361" y="195055"/>
                  </a:lnTo>
                  <a:lnTo>
                    <a:pt x="106541" y="204464"/>
                  </a:lnTo>
                  <a:lnTo>
                    <a:pt x="148029" y="194913"/>
                  </a:lnTo>
                  <a:lnTo>
                    <a:pt x="181908" y="168865"/>
                  </a:lnTo>
                  <a:lnTo>
                    <a:pt x="204749" y="130230"/>
                  </a:lnTo>
                  <a:lnTo>
                    <a:pt x="213124" y="82918"/>
                  </a:lnTo>
                  <a:lnTo>
                    <a:pt x="211143" y="59490"/>
                  </a:lnTo>
                  <a:lnTo>
                    <a:pt x="205451" y="37580"/>
                  </a:lnTo>
                  <a:lnTo>
                    <a:pt x="196426" y="17609"/>
                  </a:lnTo>
                  <a:lnTo>
                    <a:pt x="184444" y="0"/>
                  </a:lnTo>
                  <a:close/>
                </a:path>
              </a:pathLst>
            </a:custGeom>
            <a:solidFill>
              <a:srgbClr val="000000">
                <a:alpha val="5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" name="object 689" descr=""/>
            <p:cNvSpPr/>
            <p:nvPr/>
          </p:nvSpPr>
          <p:spPr>
            <a:xfrm>
              <a:off x="648786" y="3585314"/>
              <a:ext cx="202565" cy="182245"/>
            </a:xfrm>
            <a:custGeom>
              <a:avLst/>
              <a:gdLst/>
              <a:ahLst/>
              <a:cxnLst/>
              <a:rect l="l" t="t" r="r" b="b"/>
              <a:pathLst>
                <a:path w="202565" h="182245">
                  <a:moveTo>
                    <a:pt x="202171" y="0"/>
                  </a:moveTo>
                  <a:lnTo>
                    <a:pt x="0" y="0"/>
                  </a:lnTo>
                  <a:lnTo>
                    <a:pt x="0" y="182015"/>
                  </a:lnTo>
                  <a:lnTo>
                    <a:pt x="202171" y="182015"/>
                  </a:lnTo>
                  <a:lnTo>
                    <a:pt x="20217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" name="object 690" descr=""/>
            <p:cNvSpPr/>
            <p:nvPr/>
          </p:nvSpPr>
          <p:spPr>
            <a:xfrm>
              <a:off x="799892" y="3620172"/>
              <a:ext cx="29209" cy="127635"/>
            </a:xfrm>
            <a:custGeom>
              <a:avLst/>
              <a:gdLst/>
              <a:ahLst/>
              <a:cxnLst/>
              <a:rect l="l" t="t" r="r" b="b"/>
              <a:pathLst>
                <a:path w="29209" h="127635">
                  <a:moveTo>
                    <a:pt x="15297" y="0"/>
                  </a:moveTo>
                  <a:lnTo>
                    <a:pt x="244" y="38776"/>
                  </a:lnTo>
                  <a:lnTo>
                    <a:pt x="0" y="127608"/>
                  </a:lnTo>
                  <a:lnTo>
                    <a:pt x="29171" y="127608"/>
                  </a:lnTo>
                  <a:lnTo>
                    <a:pt x="29171" y="59160"/>
                  </a:lnTo>
                  <a:lnTo>
                    <a:pt x="28898" y="45761"/>
                  </a:lnTo>
                  <a:lnTo>
                    <a:pt x="15297" y="0"/>
                  </a:lnTo>
                  <a:close/>
                </a:path>
              </a:pathLst>
            </a:custGeom>
            <a:solidFill>
              <a:srgbClr val="7E574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" name="object 691" descr=""/>
            <p:cNvSpPr/>
            <p:nvPr/>
          </p:nvSpPr>
          <p:spPr>
            <a:xfrm>
              <a:off x="799882" y="3621921"/>
              <a:ext cx="27305" cy="126364"/>
            </a:xfrm>
            <a:custGeom>
              <a:avLst/>
              <a:gdLst/>
              <a:ahLst/>
              <a:cxnLst/>
              <a:rect l="l" t="t" r="r" b="b"/>
              <a:pathLst>
                <a:path w="27305" h="126364">
                  <a:moveTo>
                    <a:pt x="13528" y="0"/>
                  </a:moveTo>
                  <a:lnTo>
                    <a:pt x="254" y="37027"/>
                  </a:lnTo>
                  <a:lnTo>
                    <a:pt x="0" y="47883"/>
                  </a:lnTo>
                  <a:lnTo>
                    <a:pt x="10" y="125860"/>
                  </a:lnTo>
                  <a:lnTo>
                    <a:pt x="26679" y="125860"/>
                  </a:lnTo>
                  <a:lnTo>
                    <a:pt x="26679" y="58040"/>
                  </a:lnTo>
                  <a:lnTo>
                    <a:pt x="21318" y="15674"/>
                  </a:lnTo>
                  <a:lnTo>
                    <a:pt x="13528" y="0"/>
                  </a:lnTo>
                  <a:close/>
                </a:path>
              </a:pathLst>
            </a:custGeom>
            <a:solidFill>
              <a:srgbClr val="8E68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" name="object 692" descr=""/>
            <p:cNvSpPr/>
            <p:nvPr/>
          </p:nvSpPr>
          <p:spPr>
            <a:xfrm>
              <a:off x="741930" y="3620172"/>
              <a:ext cx="29209" cy="127635"/>
            </a:xfrm>
            <a:custGeom>
              <a:avLst/>
              <a:gdLst/>
              <a:ahLst/>
              <a:cxnLst/>
              <a:rect l="l" t="t" r="r" b="b"/>
              <a:pathLst>
                <a:path w="29209" h="127635">
                  <a:moveTo>
                    <a:pt x="15297" y="0"/>
                  </a:moveTo>
                  <a:lnTo>
                    <a:pt x="244" y="38776"/>
                  </a:lnTo>
                  <a:lnTo>
                    <a:pt x="0" y="127608"/>
                  </a:lnTo>
                  <a:lnTo>
                    <a:pt x="29171" y="127608"/>
                  </a:lnTo>
                  <a:lnTo>
                    <a:pt x="29171" y="59160"/>
                  </a:lnTo>
                  <a:lnTo>
                    <a:pt x="28893" y="45761"/>
                  </a:lnTo>
                  <a:lnTo>
                    <a:pt x="15297" y="0"/>
                  </a:lnTo>
                  <a:close/>
                </a:path>
              </a:pathLst>
            </a:custGeom>
            <a:solidFill>
              <a:srgbClr val="7E574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" name="object 693" descr=""/>
            <p:cNvSpPr/>
            <p:nvPr/>
          </p:nvSpPr>
          <p:spPr>
            <a:xfrm>
              <a:off x="741919" y="3621921"/>
              <a:ext cx="27305" cy="126364"/>
            </a:xfrm>
            <a:custGeom>
              <a:avLst/>
              <a:gdLst/>
              <a:ahLst/>
              <a:cxnLst/>
              <a:rect l="l" t="t" r="r" b="b"/>
              <a:pathLst>
                <a:path w="27304" h="126364">
                  <a:moveTo>
                    <a:pt x="13528" y="0"/>
                  </a:moveTo>
                  <a:lnTo>
                    <a:pt x="254" y="37027"/>
                  </a:lnTo>
                  <a:lnTo>
                    <a:pt x="0" y="47883"/>
                  </a:lnTo>
                  <a:lnTo>
                    <a:pt x="10" y="125860"/>
                  </a:lnTo>
                  <a:lnTo>
                    <a:pt x="26679" y="125860"/>
                  </a:lnTo>
                  <a:lnTo>
                    <a:pt x="26679" y="58040"/>
                  </a:lnTo>
                  <a:lnTo>
                    <a:pt x="21318" y="15674"/>
                  </a:lnTo>
                  <a:lnTo>
                    <a:pt x="13528" y="0"/>
                  </a:lnTo>
                  <a:close/>
                </a:path>
              </a:pathLst>
            </a:custGeom>
            <a:solidFill>
              <a:srgbClr val="8E68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" name="object 694" descr=""/>
            <p:cNvSpPr/>
            <p:nvPr/>
          </p:nvSpPr>
          <p:spPr>
            <a:xfrm>
              <a:off x="677079" y="3620172"/>
              <a:ext cx="29209" cy="127635"/>
            </a:xfrm>
            <a:custGeom>
              <a:avLst/>
              <a:gdLst/>
              <a:ahLst/>
              <a:cxnLst/>
              <a:rect l="l" t="t" r="r" b="b"/>
              <a:pathLst>
                <a:path w="29209" h="127635">
                  <a:moveTo>
                    <a:pt x="15297" y="0"/>
                  </a:moveTo>
                  <a:lnTo>
                    <a:pt x="244" y="38776"/>
                  </a:lnTo>
                  <a:lnTo>
                    <a:pt x="0" y="127608"/>
                  </a:lnTo>
                  <a:lnTo>
                    <a:pt x="29171" y="127608"/>
                  </a:lnTo>
                  <a:lnTo>
                    <a:pt x="29171" y="59160"/>
                  </a:lnTo>
                  <a:lnTo>
                    <a:pt x="28893" y="45761"/>
                  </a:lnTo>
                  <a:lnTo>
                    <a:pt x="15297" y="0"/>
                  </a:lnTo>
                  <a:close/>
                </a:path>
              </a:pathLst>
            </a:custGeom>
            <a:solidFill>
              <a:srgbClr val="7E574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" name="object 695" descr=""/>
            <p:cNvSpPr/>
            <p:nvPr/>
          </p:nvSpPr>
          <p:spPr>
            <a:xfrm>
              <a:off x="677069" y="3621921"/>
              <a:ext cx="27305" cy="126364"/>
            </a:xfrm>
            <a:custGeom>
              <a:avLst/>
              <a:gdLst/>
              <a:ahLst/>
              <a:cxnLst/>
              <a:rect l="l" t="t" r="r" b="b"/>
              <a:pathLst>
                <a:path w="27304" h="126364">
                  <a:moveTo>
                    <a:pt x="13528" y="0"/>
                  </a:moveTo>
                  <a:lnTo>
                    <a:pt x="254" y="37027"/>
                  </a:lnTo>
                  <a:lnTo>
                    <a:pt x="0" y="47883"/>
                  </a:lnTo>
                  <a:lnTo>
                    <a:pt x="10" y="125860"/>
                  </a:lnTo>
                  <a:lnTo>
                    <a:pt x="26679" y="125860"/>
                  </a:lnTo>
                  <a:lnTo>
                    <a:pt x="26679" y="58040"/>
                  </a:lnTo>
                  <a:lnTo>
                    <a:pt x="21318" y="15674"/>
                  </a:lnTo>
                  <a:lnTo>
                    <a:pt x="13528" y="0"/>
                  </a:lnTo>
                  <a:close/>
                </a:path>
              </a:pathLst>
            </a:custGeom>
            <a:solidFill>
              <a:srgbClr val="8E685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96" name="object 696" descr=""/>
          <p:cNvSpPr/>
          <p:nvPr/>
        </p:nvSpPr>
        <p:spPr>
          <a:xfrm>
            <a:off x="637174" y="4059897"/>
            <a:ext cx="227329" cy="760095"/>
          </a:xfrm>
          <a:custGeom>
            <a:avLst/>
            <a:gdLst/>
            <a:ahLst/>
            <a:cxnLst/>
            <a:rect l="l" t="t" r="r" b="b"/>
            <a:pathLst>
              <a:path w="227330" h="760095">
                <a:moveTo>
                  <a:pt x="227218" y="0"/>
                </a:moveTo>
                <a:lnTo>
                  <a:pt x="0" y="0"/>
                </a:lnTo>
                <a:lnTo>
                  <a:pt x="0" y="759830"/>
                </a:lnTo>
                <a:lnTo>
                  <a:pt x="227218" y="759830"/>
                </a:lnTo>
                <a:lnTo>
                  <a:pt x="227218" y="0"/>
                </a:lnTo>
                <a:close/>
              </a:path>
            </a:pathLst>
          </a:custGeom>
          <a:solidFill>
            <a:srgbClr val="A87A6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7" name="object 697" descr=""/>
          <p:cNvSpPr/>
          <p:nvPr/>
        </p:nvSpPr>
        <p:spPr>
          <a:xfrm>
            <a:off x="598089" y="3759390"/>
            <a:ext cx="295910" cy="54610"/>
          </a:xfrm>
          <a:custGeom>
            <a:avLst/>
            <a:gdLst/>
            <a:ahLst/>
            <a:cxnLst/>
            <a:rect l="l" t="t" r="r" b="b"/>
            <a:pathLst>
              <a:path w="295909" h="54610">
                <a:moveTo>
                  <a:pt x="295624" y="0"/>
                </a:moveTo>
                <a:lnTo>
                  <a:pt x="0" y="0"/>
                </a:lnTo>
                <a:lnTo>
                  <a:pt x="53411" y="54427"/>
                </a:lnTo>
                <a:lnTo>
                  <a:pt x="254086" y="54427"/>
                </a:lnTo>
                <a:lnTo>
                  <a:pt x="295624" y="0"/>
                </a:lnTo>
                <a:close/>
              </a:path>
            </a:pathLst>
          </a:custGeom>
          <a:solidFill>
            <a:srgbClr val="92685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8" name="object 698" descr=""/>
          <p:cNvSpPr/>
          <p:nvPr/>
        </p:nvSpPr>
        <p:spPr>
          <a:xfrm>
            <a:off x="633087" y="3579824"/>
            <a:ext cx="233679" cy="22860"/>
          </a:xfrm>
          <a:custGeom>
            <a:avLst/>
            <a:gdLst/>
            <a:ahLst/>
            <a:cxnLst/>
            <a:rect l="l" t="t" r="r" b="b"/>
            <a:pathLst>
              <a:path w="233680" h="22860">
                <a:moveTo>
                  <a:pt x="228265" y="0"/>
                </a:moveTo>
                <a:lnTo>
                  <a:pt x="5057" y="0"/>
                </a:lnTo>
                <a:lnTo>
                  <a:pt x="0" y="5057"/>
                </a:lnTo>
                <a:lnTo>
                  <a:pt x="0" y="17538"/>
                </a:lnTo>
                <a:lnTo>
                  <a:pt x="5057" y="22596"/>
                </a:lnTo>
                <a:lnTo>
                  <a:pt x="222024" y="22596"/>
                </a:lnTo>
                <a:lnTo>
                  <a:pt x="228265" y="22596"/>
                </a:lnTo>
                <a:lnTo>
                  <a:pt x="233322" y="17538"/>
                </a:lnTo>
                <a:lnTo>
                  <a:pt x="233322" y="5057"/>
                </a:lnTo>
                <a:lnTo>
                  <a:pt x="228265" y="0"/>
                </a:lnTo>
                <a:close/>
              </a:path>
            </a:pathLst>
          </a:custGeom>
          <a:solidFill>
            <a:srgbClr val="92685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9" name="object 699" descr=""/>
          <p:cNvSpPr/>
          <p:nvPr/>
        </p:nvSpPr>
        <p:spPr>
          <a:xfrm>
            <a:off x="664032" y="4722132"/>
            <a:ext cx="99060" cy="62230"/>
          </a:xfrm>
          <a:custGeom>
            <a:avLst/>
            <a:gdLst/>
            <a:ahLst/>
            <a:cxnLst/>
            <a:rect l="l" t="t" r="r" b="b"/>
            <a:pathLst>
              <a:path w="99059" h="62229">
                <a:moveTo>
                  <a:pt x="38646" y="4191"/>
                </a:moveTo>
                <a:lnTo>
                  <a:pt x="29997" y="0"/>
                </a:lnTo>
                <a:lnTo>
                  <a:pt x="8648" y="0"/>
                </a:lnTo>
                <a:lnTo>
                  <a:pt x="0" y="4191"/>
                </a:lnTo>
                <a:lnTo>
                  <a:pt x="0" y="14528"/>
                </a:lnTo>
                <a:lnTo>
                  <a:pt x="8648" y="18719"/>
                </a:lnTo>
                <a:lnTo>
                  <a:pt x="29997" y="18719"/>
                </a:lnTo>
                <a:lnTo>
                  <a:pt x="38646" y="14528"/>
                </a:lnTo>
                <a:lnTo>
                  <a:pt x="38646" y="9359"/>
                </a:lnTo>
                <a:lnTo>
                  <a:pt x="38646" y="4191"/>
                </a:lnTo>
                <a:close/>
              </a:path>
              <a:path w="99059" h="62229">
                <a:moveTo>
                  <a:pt x="99060" y="50126"/>
                </a:moveTo>
                <a:lnTo>
                  <a:pt x="97129" y="45504"/>
                </a:lnTo>
                <a:lnTo>
                  <a:pt x="91884" y="41744"/>
                </a:lnTo>
                <a:lnTo>
                  <a:pt x="84099" y="39192"/>
                </a:lnTo>
                <a:lnTo>
                  <a:pt x="74561" y="38265"/>
                </a:lnTo>
                <a:lnTo>
                  <a:pt x="65036" y="39192"/>
                </a:lnTo>
                <a:lnTo>
                  <a:pt x="57251" y="41744"/>
                </a:lnTo>
                <a:lnTo>
                  <a:pt x="52006" y="45504"/>
                </a:lnTo>
                <a:lnTo>
                  <a:pt x="50076" y="50126"/>
                </a:lnTo>
                <a:lnTo>
                  <a:pt x="52006" y="54749"/>
                </a:lnTo>
                <a:lnTo>
                  <a:pt x="57251" y="58521"/>
                </a:lnTo>
                <a:lnTo>
                  <a:pt x="65036" y="61061"/>
                </a:lnTo>
                <a:lnTo>
                  <a:pt x="74561" y="61988"/>
                </a:lnTo>
                <a:lnTo>
                  <a:pt x="84099" y="61061"/>
                </a:lnTo>
                <a:lnTo>
                  <a:pt x="91884" y="58521"/>
                </a:lnTo>
                <a:lnTo>
                  <a:pt x="97129" y="54749"/>
                </a:lnTo>
                <a:lnTo>
                  <a:pt x="99060" y="50126"/>
                </a:lnTo>
                <a:close/>
              </a:path>
            </a:pathLst>
          </a:custGeom>
          <a:solidFill>
            <a:srgbClr val="92685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0" name="object 700" descr=""/>
          <p:cNvSpPr/>
          <p:nvPr/>
        </p:nvSpPr>
        <p:spPr>
          <a:xfrm>
            <a:off x="645711" y="4525454"/>
            <a:ext cx="38735" cy="19050"/>
          </a:xfrm>
          <a:custGeom>
            <a:avLst/>
            <a:gdLst/>
            <a:ahLst/>
            <a:cxnLst/>
            <a:rect l="l" t="t" r="r" b="b"/>
            <a:pathLst>
              <a:path w="38734" h="19050">
                <a:moveTo>
                  <a:pt x="29999" y="0"/>
                </a:moveTo>
                <a:lnTo>
                  <a:pt x="8648" y="0"/>
                </a:lnTo>
                <a:lnTo>
                  <a:pt x="0" y="4188"/>
                </a:lnTo>
                <a:lnTo>
                  <a:pt x="0" y="14533"/>
                </a:lnTo>
                <a:lnTo>
                  <a:pt x="8648" y="18721"/>
                </a:lnTo>
                <a:lnTo>
                  <a:pt x="29999" y="18721"/>
                </a:lnTo>
                <a:lnTo>
                  <a:pt x="38648" y="14533"/>
                </a:lnTo>
                <a:lnTo>
                  <a:pt x="38648" y="9360"/>
                </a:lnTo>
                <a:lnTo>
                  <a:pt x="38648" y="4188"/>
                </a:lnTo>
                <a:lnTo>
                  <a:pt x="29999" y="0"/>
                </a:lnTo>
                <a:close/>
              </a:path>
            </a:pathLst>
          </a:custGeom>
          <a:solidFill>
            <a:srgbClr val="92685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1" name="object 701" descr=""/>
          <p:cNvSpPr/>
          <p:nvPr/>
        </p:nvSpPr>
        <p:spPr>
          <a:xfrm>
            <a:off x="670142" y="4453381"/>
            <a:ext cx="38735" cy="19050"/>
          </a:xfrm>
          <a:custGeom>
            <a:avLst/>
            <a:gdLst/>
            <a:ahLst/>
            <a:cxnLst/>
            <a:rect l="l" t="t" r="r" b="b"/>
            <a:pathLst>
              <a:path w="38734" h="19050">
                <a:moveTo>
                  <a:pt x="29999" y="0"/>
                </a:moveTo>
                <a:lnTo>
                  <a:pt x="8648" y="0"/>
                </a:lnTo>
                <a:lnTo>
                  <a:pt x="0" y="4188"/>
                </a:lnTo>
                <a:lnTo>
                  <a:pt x="0" y="14533"/>
                </a:lnTo>
                <a:lnTo>
                  <a:pt x="8648" y="18721"/>
                </a:lnTo>
                <a:lnTo>
                  <a:pt x="29999" y="18721"/>
                </a:lnTo>
                <a:lnTo>
                  <a:pt x="38648" y="14533"/>
                </a:lnTo>
                <a:lnTo>
                  <a:pt x="38648" y="9360"/>
                </a:lnTo>
                <a:lnTo>
                  <a:pt x="38648" y="4188"/>
                </a:lnTo>
                <a:lnTo>
                  <a:pt x="29999" y="0"/>
                </a:lnTo>
                <a:close/>
              </a:path>
            </a:pathLst>
          </a:custGeom>
          <a:solidFill>
            <a:srgbClr val="92685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2" name="object 702" descr=""/>
          <p:cNvSpPr/>
          <p:nvPr/>
        </p:nvSpPr>
        <p:spPr>
          <a:xfrm>
            <a:off x="810625" y="4138211"/>
            <a:ext cx="38735" cy="19050"/>
          </a:xfrm>
          <a:custGeom>
            <a:avLst/>
            <a:gdLst/>
            <a:ahLst/>
            <a:cxnLst/>
            <a:rect l="l" t="t" r="r" b="b"/>
            <a:pathLst>
              <a:path w="38734" h="19050">
                <a:moveTo>
                  <a:pt x="29999" y="0"/>
                </a:moveTo>
                <a:lnTo>
                  <a:pt x="8648" y="0"/>
                </a:lnTo>
                <a:lnTo>
                  <a:pt x="0" y="4188"/>
                </a:lnTo>
                <a:lnTo>
                  <a:pt x="0" y="14533"/>
                </a:lnTo>
                <a:lnTo>
                  <a:pt x="8648" y="18721"/>
                </a:lnTo>
                <a:lnTo>
                  <a:pt x="29999" y="18721"/>
                </a:lnTo>
                <a:lnTo>
                  <a:pt x="38648" y="14533"/>
                </a:lnTo>
                <a:lnTo>
                  <a:pt x="38648" y="9360"/>
                </a:lnTo>
                <a:lnTo>
                  <a:pt x="38648" y="4188"/>
                </a:lnTo>
                <a:lnTo>
                  <a:pt x="29999" y="0"/>
                </a:lnTo>
                <a:close/>
              </a:path>
            </a:pathLst>
          </a:custGeom>
          <a:solidFill>
            <a:srgbClr val="92685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3" name="object 703" descr=""/>
          <p:cNvSpPr/>
          <p:nvPr/>
        </p:nvSpPr>
        <p:spPr>
          <a:xfrm>
            <a:off x="734621" y="4690489"/>
            <a:ext cx="29209" cy="13970"/>
          </a:xfrm>
          <a:custGeom>
            <a:avLst/>
            <a:gdLst/>
            <a:ahLst/>
            <a:cxnLst/>
            <a:rect l="l" t="t" r="r" b="b"/>
            <a:pathLst>
              <a:path w="29209" h="13970">
                <a:moveTo>
                  <a:pt x="22323" y="0"/>
                </a:moveTo>
                <a:lnTo>
                  <a:pt x="6439" y="0"/>
                </a:lnTo>
                <a:lnTo>
                  <a:pt x="0" y="3120"/>
                </a:lnTo>
                <a:lnTo>
                  <a:pt x="0" y="10805"/>
                </a:lnTo>
                <a:lnTo>
                  <a:pt x="6439" y="13926"/>
                </a:lnTo>
                <a:lnTo>
                  <a:pt x="22323" y="13926"/>
                </a:lnTo>
                <a:lnTo>
                  <a:pt x="28763" y="10805"/>
                </a:lnTo>
                <a:lnTo>
                  <a:pt x="28763" y="6963"/>
                </a:lnTo>
                <a:lnTo>
                  <a:pt x="28763" y="3120"/>
                </a:lnTo>
                <a:lnTo>
                  <a:pt x="22323" y="0"/>
                </a:lnTo>
                <a:close/>
              </a:path>
            </a:pathLst>
          </a:custGeom>
          <a:solidFill>
            <a:srgbClr val="92685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4" name="object 704" descr=""/>
          <p:cNvSpPr/>
          <p:nvPr/>
        </p:nvSpPr>
        <p:spPr>
          <a:xfrm>
            <a:off x="731092" y="4499087"/>
            <a:ext cx="29209" cy="13970"/>
          </a:xfrm>
          <a:custGeom>
            <a:avLst/>
            <a:gdLst/>
            <a:ahLst/>
            <a:cxnLst/>
            <a:rect l="l" t="t" r="r" b="b"/>
            <a:pathLst>
              <a:path w="29209" h="13970">
                <a:moveTo>
                  <a:pt x="22323" y="0"/>
                </a:moveTo>
                <a:lnTo>
                  <a:pt x="6439" y="0"/>
                </a:lnTo>
                <a:lnTo>
                  <a:pt x="0" y="3120"/>
                </a:lnTo>
                <a:lnTo>
                  <a:pt x="0" y="10805"/>
                </a:lnTo>
                <a:lnTo>
                  <a:pt x="6439" y="13926"/>
                </a:lnTo>
                <a:lnTo>
                  <a:pt x="22323" y="13926"/>
                </a:lnTo>
                <a:lnTo>
                  <a:pt x="28763" y="10805"/>
                </a:lnTo>
                <a:lnTo>
                  <a:pt x="28763" y="6963"/>
                </a:lnTo>
                <a:lnTo>
                  <a:pt x="28763" y="3120"/>
                </a:lnTo>
                <a:lnTo>
                  <a:pt x="22323" y="0"/>
                </a:lnTo>
                <a:close/>
              </a:path>
            </a:pathLst>
          </a:custGeom>
          <a:solidFill>
            <a:srgbClr val="92685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5" name="object 705" descr=""/>
          <p:cNvSpPr/>
          <p:nvPr/>
        </p:nvSpPr>
        <p:spPr>
          <a:xfrm>
            <a:off x="771405" y="4179397"/>
            <a:ext cx="29209" cy="13970"/>
          </a:xfrm>
          <a:custGeom>
            <a:avLst/>
            <a:gdLst/>
            <a:ahLst/>
            <a:cxnLst/>
            <a:rect l="l" t="t" r="r" b="b"/>
            <a:pathLst>
              <a:path w="29209" h="13970">
                <a:moveTo>
                  <a:pt x="22323" y="0"/>
                </a:moveTo>
                <a:lnTo>
                  <a:pt x="6439" y="0"/>
                </a:lnTo>
                <a:lnTo>
                  <a:pt x="0" y="3120"/>
                </a:lnTo>
                <a:lnTo>
                  <a:pt x="0" y="10805"/>
                </a:lnTo>
                <a:lnTo>
                  <a:pt x="6439" y="13926"/>
                </a:lnTo>
                <a:lnTo>
                  <a:pt x="22323" y="13926"/>
                </a:lnTo>
                <a:lnTo>
                  <a:pt x="28763" y="10805"/>
                </a:lnTo>
                <a:lnTo>
                  <a:pt x="28763" y="6963"/>
                </a:lnTo>
                <a:lnTo>
                  <a:pt x="28763" y="3120"/>
                </a:lnTo>
                <a:lnTo>
                  <a:pt x="22323" y="0"/>
                </a:lnTo>
                <a:close/>
              </a:path>
            </a:pathLst>
          </a:custGeom>
          <a:solidFill>
            <a:srgbClr val="92685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6" name="object 706" descr=""/>
          <p:cNvSpPr/>
          <p:nvPr/>
        </p:nvSpPr>
        <p:spPr>
          <a:xfrm>
            <a:off x="816604" y="4560165"/>
            <a:ext cx="29209" cy="13970"/>
          </a:xfrm>
          <a:custGeom>
            <a:avLst/>
            <a:gdLst/>
            <a:ahLst/>
            <a:cxnLst/>
            <a:rect l="l" t="t" r="r" b="b"/>
            <a:pathLst>
              <a:path w="29209" h="13970">
                <a:moveTo>
                  <a:pt x="22323" y="0"/>
                </a:moveTo>
                <a:lnTo>
                  <a:pt x="6439" y="0"/>
                </a:lnTo>
                <a:lnTo>
                  <a:pt x="0" y="3120"/>
                </a:lnTo>
                <a:lnTo>
                  <a:pt x="0" y="10805"/>
                </a:lnTo>
                <a:lnTo>
                  <a:pt x="6439" y="13926"/>
                </a:lnTo>
                <a:lnTo>
                  <a:pt x="22323" y="13926"/>
                </a:lnTo>
                <a:lnTo>
                  <a:pt x="28763" y="10805"/>
                </a:lnTo>
                <a:lnTo>
                  <a:pt x="28763" y="6963"/>
                </a:lnTo>
                <a:lnTo>
                  <a:pt x="28763" y="3120"/>
                </a:lnTo>
                <a:lnTo>
                  <a:pt x="22323" y="0"/>
                </a:lnTo>
                <a:close/>
              </a:path>
            </a:pathLst>
          </a:custGeom>
          <a:solidFill>
            <a:srgbClr val="92685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7" name="object 707" descr=""/>
          <p:cNvSpPr/>
          <p:nvPr/>
        </p:nvSpPr>
        <p:spPr>
          <a:xfrm>
            <a:off x="748195" y="4130167"/>
            <a:ext cx="29209" cy="13970"/>
          </a:xfrm>
          <a:custGeom>
            <a:avLst/>
            <a:gdLst/>
            <a:ahLst/>
            <a:cxnLst/>
            <a:rect l="l" t="t" r="r" b="b"/>
            <a:pathLst>
              <a:path w="29209" h="13970">
                <a:moveTo>
                  <a:pt x="22323" y="0"/>
                </a:moveTo>
                <a:lnTo>
                  <a:pt x="6439" y="0"/>
                </a:lnTo>
                <a:lnTo>
                  <a:pt x="0" y="3120"/>
                </a:lnTo>
                <a:lnTo>
                  <a:pt x="0" y="10805"/>
                </a:lnTo>
                <a:lnTo>
                  <a:pt x="6439" y="13926"/>
                </a:lnTo>
                <a:lnTo>
                  <a:pt x="22323" y="13926"/>
                </a:lnTo>
                <a:lnTo>
                  <a:pt x="28763" y="10805"/>
                </a:lnTo>
                <a:lnTo>
                  <a:pt x="28763" y="6963"/>
                </a:lnTo>
                <a:lnTo>
                  <a:pt x="28763" y="3120"/>
                </a:lnTo>
                <a:lnTo>
                  <a:pt x="22323" y="0"/>
                </a:lnTo>
                <a:close/>
              </a:path>
            </a:pathLst>
          </a:custGeom>
          <a:solidFill>
            <a:srgbClr val="92685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8" name="object 708" descr=""/>
          <p:cNvSpPr/>
          <p:nvPr/>
        </p:nvSpPr>
        <p:spPr>
          <a:xfrm>
            <a:off x="761632" y="4591071"/>
            <a:ext cx="29209" cy="13970"/>
          </a:xfrm>
          <a:custGeom>
            <a:avLst/>
            <a:gdLst/>
            <a:ahLst/>
            <a:cxnLst/>
            <a:rect l="l" t="t" r="r" b="b"/>
            <a:pathLst>
              <a:path w="29209" h="13970">
                <a:moveTo>
                  <a:pt x="22323" y="0"/>
                </a:moveTo>
                <a:lnTo>
                  <a:pt x="6439" y="0"/>
                </a:lnTo>
                <a:lnTo>
                  <a:pt x="0" y="3120"/>
                </a:lnTo>
                <a:lnTo>
                  <a:pt x="0" y="10805"/>
                </a:lnTo>
                <a:lnTo>
                  <a:pt x="6439" y="13926"/>
                </a:lnTo>
                <a:lnTo>
                  <a:pt x="22323" y="13926"/>
                </a:lnTo>
                <a:lnTo>
                  <a:pt x="28763" y="10805"/>
                </a:lnTo>
                <a:lnTo>
                  <a:pt x="28763" y="6963"/>
                </a:lnTo>
                <a:lnTo>
                  <a:pt x="28763" y="3120"/>
                </a:lnTo>
                <a:lnTo>
                  <a:pt x="22323" y="0"/>
                </a:lnTo>
                <a:close/>
              </a:path>
            </a:pathLst>
          </a:custGeom>
          <a:solidFill>
            <a:srgbClr val="92685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9" name="object 709" descr=""/>
          <p:cNvSpPr/>
          <p:nvPr/>
        </p:nvSpPr>
        <p:spPr>
          <a:xfrm>
            <a:off x="748195" y="4106101"/>
            <a:ext cx="29209" cy="13970"/>
          </a:xfrm>
          <a:custGeom>
            <a:avLst/>
            <a:gdLst/>
            <a:ahLst/>
            <a:cxnLst/>
            <a:rect l="l" t="t" r="r" b="b"/>
            <a:pathLst>
              <a:path w="29209" h="13970">
                <a:moveTo>
                  <a:pt x="22323" y="0"/>
                </a:moveTo>
                <a:lnTo>
                  <a:pt x="6439" y="0"/>
                </a:lnTo>
                <a:lnTo>
                  <a:pt x="0" y="3120"/>
                </a:lnTo>
                <a:lnTo>
                  <a:pt x="0" y="10805"/>
                </a:lnTo>
                <a:lnTo>
                  <a:pt x="6439" y="13926"/>
                </a:lnTo>
                <a:lnTo>
                  <a:pt x="22323" y="13926"/>
                </a:lnTo>
                <a:lnTo>
                  <a:pt x="28763" y="10805"/>
                </a:lnTo>
                <a:lnTo>
                  <a:pt x="28763" y="6963"/>
                </a:lnTo>
                <a:lnTo>
                  <a:pt x="28763" y="3120"/>
                </a:lnTo>
                <a:lnTo>
                  <a:pt x="22323" y="0"/>
                </a:lnTo>
                <a:close/>
              </a:path>
            </a:pathLst>
          </a:custGeom>
          <a:solidFill>
            <a:srgbClr val="92685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0" name="object 710" descr=""/>
          <p:cNvSpPr/>
          <p:nvPr/>
        </p:nvSpPr>
        <p:spPr>
          <a:xfrm>
            <a:off x="594815" y="3745953"/>
            <a:ext cx="309880" cy="27305"/>
          </a:xfrm>
          <a:custGeom>
            <a:avLst/>
            <a:gdLst/>
            <a:ahLst/>
            <a:cxnLst/>
            <a:rect l="l" t="t" r="r" b="b"/>
            <a:pathLst>
              <a:path w="309880" h="27304">
                <a:moveTo>
                  <a:pt x="303875" y="0"/>
                </a:moveTo>
                <a:lnTo>
                  <a:pt x="6010" y="0"/>
                </a:lnTo>
                <a:lnTo>
                  <a:pt x="0" y="6020"/>
                </a:lnTo>
                <a:lnTo>
                  <a:pt x="0" y="20858"/>
                </a:lnTo>
                <a:lnTo>
                  <a:pt x="6010" y="26878"/>
                </a:lnTo>
                <a:lnTo>
                  <a:pt x="296451" y="26878"/>
                </a:lnTo>
                <a:lnTo>
                  <a:pt x="303875" y="26878"/>
                </a:lnTo>
                <a:lnTo>
                  <a:pt x="309885" y="20858"/>
                </a:lnTo>
                <a:lnTo>
                  <a:pt x="309885" y="6020"/>
                </a:lnTo>
                <a:lnTo>
                  <a:pt x="303875" y="0"/>
                </a:lnTo>
                <a:close/>
              </a:path>
            </a:pathLst>
          </a:custGeom>
          <a:solidFill>
            <a:srgbClr val="A87A6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1" name="object 711" descr=""/>
          <p:cNvSpPr/>
          <p:nvPr/>
        </p:nvSpPr>
        <p:spPr>
          <a:xfrm>
            <a:off x="593178" y="4058684"/>
            <a:ext cx="310515" cy="67945"/>
          </a:xfrm>
          <a:custGeom>
            <a:avLst/>
            <a:gdLst/>
            <a:ahLst/>
            <a:cxnLst/>
            <a:rect l="l" t="t" r="r" b="b"/>
            <a:pathLst>
              <a:path w="310515" h="67945">
                <a:moveTo>
                  <a:pt x="309892" y="6019"/>
                </a:moveTo>
                <a:lnTo>
                  <a:pt x="303872" y="0"/>
                </a:lnTo>
                <a:lnTo>
                  <a:pt x="6007" y="0"/>
                </a:lnTo>
                <a:lnTo>
                  <a:pt x="0" y="6019"/>
                </a:lnTo>
                <a:lnTo>
                  <a:pt x="0" y="20853"/>
                </a:lnTo>
                <a:lnTo>
                  <a:pt x="6007" y="26885"/>
                </a:lnTo>
                <a:lnTo>
                  <a:pt x="16471" y="26885"/>
                </a:lnTo>
                <a:lnTo>
                  <a:pt x="56692" y="67868"/>
                </a:lnTo>
                <a:lnTo>
                  <a:pt x="257365" y="67868"/>
                </a:lnTo>
                <a:lnTo>
                  <a:pt x="288632" y="26885"/>
                </a:lnTo>
                <a:lnTo>
                  <a:pt x="296456" y="26885"/>
                </a:lnTo>
                <a:lnTo>
                  <a:pt x="303872" y="26885"/>
                </a:lnTo>
                <a:lnTo>
                  <a:pt x="309892" y="20853"/>
                </a:lnTo>
                <a:lnTo>
                  <a:pt x="309892" y="6019"/>
                </a:lnTo>
                <a:close/>
              </a:path>
            </a:pathLst>
          </a:custGeom>
          <a:solidFill>
            <a:srgbClr val="A87A6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2" name="object 712" descr=""/>
          <p:cNvSpPr/>
          <p:nvPr/>
        </p:nvSpPr>
        <p:spPr>
          <a:xfrm>
            <a:off x="690976" y="3450074"/>
            <a:ext cx="73025" cy="41275"/>
          </a:xfrm>
          <a:custGeom>
            <a:avLst/>
            <a:gdLst/>
            <a:ahLst/>
            <a:cxnLst/>
            <a:rect l="l" t="t" r="r" b="b"/>
            <a:pathLst>
              <a:path w="73025" h="41275">
                <a:moveTo>
                  <a:pt x="57837" y="0"/>
                </a:moveTo>
                <a:lnTo>
                  <a:pt x="16877" y="10737"/>
                </a:lnTo>
                <a:lnTo>
                  <a:pt x="0" y="33373"/>
                </a:lnTo>
                <a:lnTo>
                  <a:pt x="5070" y="38591"/>
                </a:lnTo>
                <a:lnTo>
                  <a:pt x="14652" y="40909"/>
                </a:lnTo>
                <a:lnTo>
                  <a:pt x="27398" y="40232"/>
                </a:lnTo>
                <a:lnTo>
                  <a:pt x="65908" y="22632"/>
                </a:lnTo>
                <a:lnTo>
                  <a:pt x="72489" y="7531"/>
                </a:lnTo>
                <a:lnTo>
                  <a:pt x="67419" y="2317"/>
                </a:lnTo>
                <a:lnTo>
                  <a:pt x="57837" y="0"/>
                </a:lnTo>
                <a:close/>
              </a:path>
            </a:pathLst>
          </a:custGeom>
          <a:solidFill>
            <a:srgbClr val="FFFFFF">
              <a:alpha val="9999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713" name="object 713" descr=""/>
          <p:cNvGrpSpPr/>
          <p:nvPr/>
        </p:nvGrpSpPr>
        <p:grpSpPr>
          <a:xfrm>
            <a:off x="671006" y="4208979"/>
            <a:ext cx="160655" cy="201930"/>
            <a:chOff x="671006" y="4208979"/>
            <a:chExt cx="160655" cy="201930"/>
          </a:xfrm>
        </p:grpSpPr>
        <p:sp>
          <p:nvSpPr>
            <p:cNvPr id="714" name="object 714" descr=""/>
            <p:cNvSpPr/>
            <p:nvPr/>
          </p:nvSpPr>
          <p:spPr>
            <a:xfrm>
              <a:off x="671027" y="4208979"/>
              <a:ext cx="36830" cy="201930"/>
            </a:xfrm>
            <a:custGeom>
              <a:avLst/>
              <a:gdLst/>
              <a:ahLst/>
              <a:cxnLst/>
              <a:rect l="l" t="t" r="r" b="b"/>
              <a:pathLst>
                <a:path w="36829" h="201929">
                  <a:moveTo>
                    <a:pt x="19203" y="0"/>
                  </a:moveTo>
                  <a:lnTo>
                    <a:pt x="4043" y="36076"/>
                  </a:lnTo>
                  <a:lnTo>
                    <a:pt x="0" y="201564"/>
                  </a:lnTo>
                  <a:lnTo>
                    <a:pt x="36627" y="201564"/>
                  </a:lnTo>
                  <a:lnTo>
                    <a:pt x="36627" y="93431"/>
                  </a:lnTo>
                  <a:lnTo>
                    <a:pt x="36286" y="72269"/>
                  </a:lnTo>
                  <a:lnTo>
                    <a:pt x="29883" y="26512"/>
                  </a:lnTo>
                  <a:lnTo>
                    <a:pt x="19203" y="0"/>
                  </a:lnTo>
                  <a:close/>
                </a:path>
              </a:pathLst>
            </a:custGeom>
            <a:solidFill>
              <a:srgbClr val="68463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" name="object 715" descr=""/>
            <p:cNvSpPr/>
            <p:nvPr/>
          </p:nvSpPr>
          <p:spPr>
            <a:xfrm>
              <a:off x="671006" y="4211430"/>
              <a:ext cx="31115" cy="199390"/>
            </a:xfrm>
            <a:custGeom>
              <a:avLst/>
              <a:gdLst/>
              <a:ahLst/>
              <a:cxnLst/>
              <a:rect l="l" t="t" r="r" b="b"/>
              <a:pathLst>
                <a:path w="31115" h="199389">
                  <a:moveTo>
                    <a:pt x="17203" y="0"/>
                  </a:moveTo>
                  <a:lnTo>
                    <a:pt x="1602" y="45541"/>
                  </a:lnTo>
                  <a:lnTo>
                    <a:pt x="0" y="75955"/>
                  </a:lnTo>
                  <a:lnTo>
                    <a:pt x="20" y="199114"/>
                  </a:lnTo>
                  <a:lnTo>
                    <a:pt x="30491" y="199114"/>
                  </a:lnTo>
                  <a:lnTo>
                    <a:pt x="30491" y="89389"/>
                  </a:lnTo>
                  <a:lnTo>
                    <a:pt x="29220" y="50942"/>
                  </a:lnTo>
                  <a:lnTo>
                    <a:pt x="19517" y="5518"/>
                  </a:lnTo>
                  <a:lnTo>
                    <a:pt x="17203" y="0"/>
                  </a:lnTo>
                  <a:close/>
                </a:path>
              </a:pathLst>
            </a:custGeom>
            <a:solidFill>
              <a:srgbClr val="7E574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" name="object 716" descr=""/>
            <p:cNvSpPr/>
            <p:nvPr/>
          </p:nvSpPr>
          <p:spPr>
            <a:xfrm>
              <a:off x="732106" y="4208979"/>
              <a:ext cx="36830" cy="201930"/>
            </a:xfrm>
            <a:custGeom>
              <a:avLst/>
              <a:gdLst/>
              <a:ahLst/>
              <a:cxnLst/>
              <a:rect l="l" t="t" r="r" b="b"/>
              <a:pathLst>
                <a:path w="36829" h="201929">
                  <a:moveTo>
                    <a:pt x="19203" y="0"/>
                  </a:moveTo>
                  <a:lnTo>
                    <a:pt x="4043" y="36076"/>
                  </a:lnTo>
                  <a:lnTo>
                    <a:pt x="0" y="201564"/>
                  </a:lnTo>
                  <a:lnTo>
                    <a:pt x="36627" y="201564"/>
                  </a:lnTo>
                  <a:lnTo>
                    <a:pt x="36627" y="93431"/>
                  </a:lnTo>
                  <a:lnTo>
                    <a:pt x="36286" y="72269"/>
                  </a:lnTo>
                  <a:lnTo>
                    <a:pt x="29883" y="26512"/>
                  </a:lnTo>
                  <a:lnTo>
                    <a:pt x="19203" y="0"/>
                  </a:lnTo>
                  <a:close/>
                </a:path>
              </a:pathLst>
            </a:custGeom>
            <a:solidFill>
              <a:srgbClr val="68463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" name="object 717" descr=""/>
            <p:cNvSpPr/>
            <p:nvPr/>
          </p:nvSpPr>
          <p:spPr>
            <a:xfrm>
              <a:off x="732085" y="4211430"/>
              <a:ext cx="31115" cy="199390"/>
            </a:xfrm>
            <a:custGeom>
              <a:avLst/>
              <a:gdLst/>
              <a:ahLst/>
              <a:cxnLst/>
              <a:rect l="l" t="t" r="r" b="b"/>
              <a:pathLst>
                <a:path w="31115" h="199389">
                  <a:moveTo>
                    <a:pt x="17203" y="0"/>
                  </a:moveTo>
                  <a:lnTo>
                    <a:pt x="1602" y="45541"/>
                  </a:lnTo>
                  <a:lnTo>
                    <a:pt x="0" y="75955"/>
                  </a:lnTo>
                  <a:lnTo>
                    <a:pt x="20" y="199114"/>
                  </a:lnTo>
                  <a:lnTo>
                    <a:pt x="30491" y="199114"/>
                  </a:lnTo>
                  <a:lnTo>
                    <a:pt x="30491" y="89389"/>
                  </a:lnTo>
                  <a:lnTo>
                    <a:pt x="29220" y="50942"/>
                  </a:lnTo>
                  <a:lnTo>
                    <a:pt x="19517" y="5518"/>
                  </a:lnTo>
                  <a:lnTo>
                    <a:pt x="17203" y="0"/>
                  </a:lnTo>
                  <a:close/>
                </a:path>
              </a:pathLst>
            </a:custGeom>
            <a:solidFill>
              <a:srgbClr val="7E574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" name="object 718" descr=""/>
            <p:cNvSpPr/>
            <p:nvPr/>
          </p:nvSpPr>
          <p:spPr>
            <a:xfrm>
              <a:off x="794407" y="4208979"/>
              <a:ext cx="36830" cy="201930"/>
            </a:xfrm>
            <a:custGeom>
              <a:avLst/>
              <a:gdLst/>
              <a:ahLst/>
              <a:cxnLst/>
              <a:rect l="l" t="t" r="r" b="b"/>
              <a:pathLst>
                <a:path w="36830" h="201929">
                  <a:moveTo>
                    <a:pt x="19203" y="0"/>
                  </a:moveTo>
                  <a:lnTo>
                    <a:pt x="4043" y="36076"/>
                  </a:lnTo>
                  <a:lnTo>
                    <a:pt x="0" y="201564"/>
                  </a:lnTo>
                  <a:lnTo>
                    <a:pt x="36627" y="201564"/>
                  </a:lnTo>
                  <a:lnTo>
                    <a:pt x="36627" y="93431"/>
                  </a:lnTo>
                  <a:lnTo>
                    <a:pt x="36286" y="72269"/>
                  </a:lnTo>
                  <a:lnTo>
                    <a:pt x="29883" y="26512"/>
                  </a:lnTo>
                  <a:lnTo>
                    <a:pt x="19203" y="0"/>
                  </a:lnTo>
                  <a:close/>
                </a:path>
              </a:pathLst>
            </a:custGeom>
            <a:solidFill>
              <a:srgbClr val="68463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" name="object 719" descr=""/>
            <p:cNvSpPr/>
            <p:nvPr/>
          </p:nvSpPr>
          <p:spPr>
            <a:xfrm>
              <a:off x="794386" y="4211430"/>
              <a:ext cx="31115" cy="199390"/>
            </a:xfrm>
            <a:custGeom>
              <a:avLst/>
              <a:gdLst/>
              <a:ahLst/>
              <a:cxnLst/>
              <a:rect l="l" t="t" r="r" b="b"/>
              <a:pathLst>
                <a:path w="31115" h="199389">
                  <a:moveTo>
                    <a:pt x="17203" y="0"/>
                  </a:moveTo>
                  <a:lnTo>
                    <a:pt x="1602" y="45541"/>
                  </a:lnTo>
                  <a:lnTo>
                    <a:pt x="0" y="75955"/>
                  </a:lnTo>
                  <a:lnTo>
                    <a:pt x="20" y="199114"/>
                  </a:lnTo>
                  <a:lnTo>
                    <a:pt x="30491" y="199114"/>
                  </a:lnTo>
                  <a:lnTo>
                    <a:pt x="30491" y="89389"/>
                  </a:lnTo>
                  <a:lnTo>
                    <a:pt x="29220" y="50942"/>
                  </a:lnTo>
                  <a:lnTo>
                    <a:pt x="19517" y="5518"/>
                  </a:lnTo>
                  <a:lnTo>
                    <a:pt x="17203" y="0"/>
                  </a:lnTo>
                  <a:close/>
                </a:path>
              </a:pathLst>
            </a:custGeom>
            <a:solidFill>
              <a:srgbClr val="7E5746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20" name="object 720" descr=""/>
          <p:cNvSpPr/>
          <p:nvPr/>
        </p:nvSpPr>
        <p:spPr>
          <a:xfrm>
            <a:off x="725926" y="4074219"/>
            <a:ext cx="152400" cy="0"/>
          </a:xfrm>
          <a:custGeom>
            <a:avLst/>
            <a:gdLst/>
            <a:ahLst/>
            <a:cxnLst/>
            <a:rect l="l" t="t" r="r" b="b"/>
            <a:pathLst>
              <a:path w="152400" h="0">
                <a:moveTo>
                  <a:pt x="0" y="0"/>
                </a:moveTo>
                <a:lnTo>
                  <a:pt x="152089" y="0"/>
                </a:lnTo>
              </a:path>
            </a:pathLst>
          </a:custGeom>
          <a:ln w="13444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1" name="object 721" descr=""/>
          <p:cNvSpPr/>
          <p:nvPr/>
        </p:nvSpPr>
        <p:spPr>
          <a:xfrm>
            <a:off x="741807" y="3759660"/>
            <a:ext cx="152400" cy="0"/>
          </a:xfrm>
          <a:custGeom>
            <a:avLst/>
            <a:gdLst/>
            <a:ahLst/>
            <a:cxnLst/>
            <a:rect l="l" t="t" r="r" b="b"/>
            <a:pathLst>
              <a:path w="152400" h="0">
                <a:moveTo>
                  <a:pt x="0" y="0"/>
                </a:moveTo>
                <a:lnTo>
                  <a:pt x="152089" y="0"/>
                </a:lnTo>
              </a:path>
            </a:pathLst>
          </a:custGeom>
          <a:ln w="13444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2" name="object 722" descr=""/>
          <p:cNvSpPr/>
          <p:nvPr/>
        </p:nvSpPr>
        <p:spPr>
          <a:xfrm>
            <a:off x="704345" y="3591081"/>
            <a:ext cx="152400" cy="0"/>
          </a:xfrm>
          <a:custGeom>
            <a:avLst/>
            <a:gdLst/>
            <a:ahLst/>
            <a:cxnLst/>
            <a:rect l="l" t="t" r="r" b="b"/>
            <a:pathLst>
              <a:path w="152400" h="0">
                <a:moveTo>
                  <a:pt x="0" y="0"/>
                </a:moveTo>
                <a:lnTo>
                  <a:pt x="152089" y="0"/>
                </a:lnTo>
              </a:path>
            </a:pathLst>
          </a:custGeom>
          <a:ln w="13444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723" name="object 723" descr=""/>
          <p:cNvGrpSpPr/>
          <p:nvPr/>
        </p:nvGrpSpPr>
        <p:grpSpPr>
          <a:xfrm>
            <a:off x="637173" y="4405626"/>
            <a:ext cx="234315" cy="420370"/>
            <a:chOff x="637173" y="4405626"/>
            <a:chExt cx="234315" cy="420370"/>
          </a:xfrm>
        </p:grpSpPr>
        <p:sp>
          <p:nvSpPr>
            <p:cNvPr id="724" name="object 724" descr=""/>
            <p:cNvSpPr/>
            <p:nvPr/>
          </p:nvSpPr>
          <p:spPr>
            <a:xfrm>
              <a:off x="699459" y="4441305"/>
              <a:ext cx="152400" cy="0"/>
            </a:xfrm>
            <a:custGeom>
              <a:avLst/>
              <a:gdLst/>
              <a:ahLst/>
              <a:cxnLst/>
              <a:rect l="l" t="t" r="r" b="b"/>
              <a:pathLst>
                <a:path w="152400" h="0">
                  <a:moveTo>
                    <a:pt x="0" y="0"/>
                  </a:moveTo>
                  <a:lnTo>
                    <a:pt x="152089" y="0"/>
                  </a:lnTo>
                </a:path>
              </a:pathLst>
            </a:custGeom>
            <a:ln w="134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5" name="object 725" descr=""/>
            <p:cNvSpPr/>
            <p:nvPr/>
          </p:nvSpPr>
          <p:spPr>
            <a:xfrm>
              <a:off x="637171" y="4405635"/>
              <a:ext cx="234315" cy="420370"/>
            </a:xfrm>
            <a:custGeom>
              <a:avLst/>
              <a:gdLst/>
              <a:ahLst/>
              <a:cxnLst/>
              <a:rect l="l" t="t" r="r" b="b"/>
              <a:pathLst>
                <a:path w="234315" h="420370">
                  <a:moveTo>
                    <a:pt x="227215" y="0"/>
                  </a:moveTo>
                  <a:lnTo>
                    <a:pt x="205168" y="42735"/>
                  </a:lnTo>
                  <a:lnTo>
                    <a:pt x="181648" y="85102"/>
                  </a:lnTo>
                  <a:lnTo>
                    <a:pt x="156679" y="127127"/>
                  </a:lnTo>
                  <a:lnTo>
                    <a:pt x="130289" y="168833"/>
                  </a:lnTo>
                  <a:lnTo>
                    <a:pt x="102349" y="206375"/>
                  </a:lnTo>
                  <a:lnTo>
                    <a:pt x="71043" y="239128"/>
                  </a:lnTo>
                  <a:lnTo>
                    <a:pt x="36779" y="267500"/>
                  </a:lnTo>
                  <a:lnTo>
                    <a:pt x="0" y="291922"/>
                  </a:lnTo>
                  <a:lnTo>
                    <a:pt x="0" y="414096"/>
                  </a:lnTo>
                  <a:lnTo>
                    <a:pt x="227215" y="414096"/>
                  </a:lnTo>
                  <a:lnTo>
                    <a:pt x="227215" y="0"/>
                  </a:lnTo>
                  <a:close/>
                </a:path>
                <a:path w="234315" h="420370">
                  <a:moveTo>
                    <a:pt x="234137" y="420204"/>
                  </a:moveTo>
                  <a:lnTo>
                    <a:pt x="219887" y="418947"/>
                  </a:lnTo>
                  <a:lnTo>
                    <a:pt x="219887" y="420204"/>
                  </a:lnTo>
                  <a:lnTo>
                    <a:pt x="234137" y="420204"/>
                  </a:lnTo>
                  <a:close/>
                </a:path>
              </a:pathLst>
            </a:custGeom>
            <a:solidFill>
              <a:srgbClr val="000000">
                <a:alpha val="5000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26" name="object 726" descr=""/>
          <p:cNvSpPr/>
          <p:nvPr/>
        </p:nvSpPr>
        <p:spPr>
          <a:xfrm>
            <a:off x="1222794" y="4450737"/>
            <a:ext cx="1247140" cy="375285"/>
          </a:xfrm>
          <a:custGeom>
            <a:avLst/>
            <a:gdLst/>
            <a:ahLst/>
            <a:cxnLst/>
            <a:rect l="l" t="t" r="r" b="b"/>
            <a:pathLst>
              <a:path w="1247139" h="375285">
                <a:moveTo>
                  <a:pt x="1246789" y="0"/>
                </a:moveTo>
                <a:lnTo>
                  <a:pt x="1191220" y="45458"/>
                </a:lnTo>
                <a:lnTo>
                  <a:pt x="1130311" y="85850"/>
                </a:lnTo>
                <a:lnTo>
                  <a:pt x="1083901" y="112372"/>
                </a:lnTo>
                <a:lnTo>
                  <a:pt x="1037117" y="136779"/>
                </a:lnTo>
                <a:lnTo>
                  <a:pt x="989933" y="159212"/>
                </a:lnTo>
                <a:lnTo>
                  <a:pt x="942322" y="179809"/>
                </a:lnTo>
                <a:lnTo>
                  <a:pt x="894258" y="198712"/>
                </a:lnTo>
                <a:lnTo>
                  <a:pt x="845713" y="216061"/>
                </a:lnTo>
                <a:lnTo>
                  <a:pt x="796661" y="231994"/>
                </a:lnTo>
                <a:lnTo>
                  <a:pt x="747075" y="246654"/>
                </a:lnTo>
                <a:lnTo>
                  <a:pt x="696929" y="260179"/>
                </a:lnTo>
                <a:lnTo>
                  <a:pt x="646195" y="272710"/>
                </a:lnTo>
                <a:lnTo>
                  <a:pt x="594848" y="284387"/>
                </a:lnTo>
                <a:lnTo>
                  <a:pt x="542860" y="295350"/>
                </a:lnTo>
                <a:lnTo>
                  <a:pt x="490204" y="305739"/>
                </a:lnTo>
                <a:lnTo>
                  <a:pt x="440262" y="314784"/>
                </a:lnTo>
                <a:lnTo>
                  <a:pt x="390607" y="323526"/>
                </a:lnTo>
                <a:lnTo>
                  <a:pt x="341210" y="331903"/>
                </a:lnTo>
                <a:lnTo>
                  <a:pt x="292038" y="339853"/>
                </a:lnTo>
                <a:lnTo>
                  <a:pt x="243060" y="347314"/>
                </a:lnTo>
                <a:lnTo>
                  <a:pt x="194246" y="354222"/>
                </a:lnTo>
                <a:lnTo>
                  <a:pt x="145564" y="360518"/>
                </a:lnTo>
                <a:lnTo>
                  <a:pt x="96983" y="366137"/>
                </a:lnTo>
                <a:lnTo>
                  <a:pt x="48472" y="371018"/>
                </a:lnTo>
                <a:lnTo>
                  <a:pt x="0" y="375098"/>
                </a:lnTo>
                <a:lnTo>
                  <a:pt x="1246789" y="375098"/>
                </a:lnTo>
                <a:lnTo>
                  <a:pt x="1246789" y="0"/>
                </a:lnTo>
                <a:close/>
              </a:path>
            </a:pathLst>
          </a:custGeom>
          <a:solidFill>
            <a:srgbClr val="000000">
              <a:alpha val="5000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727" name="object 727" descr=""/>
          <p:cNvSpPr/>
          <p:nvPr/>
        </p:nvSpPr>
        <p:spPr>
          <a:xfrm>
            <a:off x="891318" y="4262414"/>
            <a:ext cx="68580" cy="271780"/>
          </a:xfrm>
          <a:custGeom>
            <a:avLst/>
            <a:gdLst/>
            <a:ahLst/>
            <a:cxnLst/>
            <a:rect l="l" t="t" r="r" b="b"/>
            <a:pathLst>
              <a:path w="68580" h="271779">
                <a:moveTo>
                  <a:pt x="33978" y="0"/>
                </a:moveTo>
                <a:lnTo>
                  <a:pt x="20752" y="10676"/>
                </a:lnTo>
                <a:lnTo>
                  <a:pt x="9952" y="39793"/>
                </a:lnTo>
                <a:lnTo>
                  <a:pt x="2670" y="82980"/>
                </a:lnTo>
                <a:lnTo>
                  <a:pt x="0" y="135870"/>
                </a:lnTo>
                <a:lnTo>
                  <a:pt x="2670" y="188753"/>
                </a:lnTo>
                <a:lnTo>
                  <a:pt x="9952" y="231937"/>
                </a:lnTo>
                <a:lnTo>
                  <a:pt x="20752" y="261053"/>
                </a:lnTo>
                <a:lnTo>
                  <a:pt x="33978" y="271729"/>
                </a:lnTo>
                <a:lnTo>
                  <a:pt x="47203" y="261053"/>
                </a:lnTo>
                <a:lnTo>
                  <a:pt x="58003" y="231937"/>
                </a:lnTo>
                <a:lnTo>
                  <a:pt x="65285" y="188753"/>
                </a:lnTo>
                <a:lnTo>
                  <a:pt x="67956" y="135870"/>
                </a:lnTo>
                <a:lnTo>
                  <a:pt x="65285" y="82980"/>
                </a:lnTo>
                <a:lnTo>
                  <a:pt x="58003" y="39793"/>
                </a:lnTo>
                <a:lnTo>
                  <a:pt x="47203" y="10676"/>
                </a:lnTo>
                <a:lnTo>
                  <a:pt x="33978" y="0"/>
                </a:lnTo>
                <a:close/>
              </a:path>
            </a:pathLst>
          </a:custGeom>
          <a:solidFill>
            <a:srgbClr val="FFFFFF">
              <a:alpha val="9999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728" name="object 728" descr=""/>
          <p:cNvGrpSpPr/>
          <p:nvPr/>
        </p:nvGrpSpPr>
        <p:grpSpPr>
          <a:xfrm>
            <a:off x="3706410" y="3157216"/>
            <a:ext cx="720090" cy="1157605"/>
            <a:chOff x="3706410" y="3157216"/>
            <a:chExt cx="720090" cy="1157605"/>
          </a:xfrm>
        </p:grpSpPr>
        <p:pic>
          <p:nvPicPr>
            <p:cNvPr id="729" name="object 729" descr="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4006639" y="3157216"/>
              <a:ext cx="143367" cy="340958"/>
            </a:xfrm>
            <a:prstGeom prst="rect">
              <a:avLst/>
            </a:prstGeom>
          </p:spPr>
        </p:pic>
        <p:sp>
          <p:nvSpPr>
            <p:cNvPr id="730" name="object 730" descr=""/>
            <p:cNvSpPr/>
            <p:nvPr/>
          </p:nvSpPr>
          <p:spPr>
            <a:xfrm>
              <a:off x="3732596" y="3492703"/>
              <a:ext cx="673100" cy="780415"/>
            </a:xfrm>
            <a:custGeom>
              <a:avLst/>
              <a:gdLst/>
              <a:ahLst/>
              <a:cxnLst/>
              <a:rect l="l" t="t" r="r" b="b"/>
              <a:pathLst>
                <a:path w="673100" h="780414">
                  <a:moveTo>
                    <a:pt x="344722" y="0"/>
                  </a:moveTo>
                  <a:lnTo>
                    <a:pt x="335455" y="41"/>
                  </a:lnTo>
                  <a:lnTo>
                    <a:pt x="285813" y="57621"/>
                  </a:lnTo>
                  <a:lnTo>
                    <a:pt x="264365" y="80055"/>
                  </a:lnTo>
                  <a:lnTo>
                    <a:pt x="240911" y="100054"/>
                  </a:lnTo>
                  <a:lnTo>
                    <a:pt x="215670" y="117556"/>
                  </a:lnTo>
                  <a:lnTo>
                    <a:pt x="188863" y="132498"/>
                  </a:lnTo>
                  <a:lnTo>
                    <a:pt x="148640" y="156065"/>
                  </a:lnTo>
                  <a:lnTo>
                    <a:pt x="112175" y="184849"/>
                  </a:lnTo>
                  <a:lnTo>
                    <a:pt x="79962" y="218349"/>
                  </a:lnTo>
                  <a:lnTo>
                    <a:pt x="52495" y="256065"/>
                  </a:lnTo>
                  <a:lnTo>
                    <a:pt x="30271" y="297495"/>
                  </a:lnTo>
                  <a:lnTo>
                    <a:pt x="13783" y="342139"/>
                  </a:lnTo>
                  <a:lnTo>
                    <a:pt x="3528" y="389496"/>
                  </a:lnTo>
                  <a:lnTo>
                    <a:pt x="0" y="439065"/>
                  </a:lnTo>
                  <a:lnTo>
                    <a:pt x="3072" y="485349"/>
                  </a:lnTo>
                  <a:lnTo>
                    <a:pt x="12021" y="529742"/>
                  </a:lnTo>
                  <a:lnTo>
                    <a:pt x="26447" y="571835"/>
                  </a:lnTo>
                  <a:lnTo>
                    <a:pt x="45948" y="611223"/>
                  </a:lnTo>
                  <a:lnTo>
                    <a:pt x="70123" y="647499"/>
                  </a:lnTo>
                  <a:lnTo>
                    <a:pt x="98571" y="680258"/>
                  </a:lnTo>
                  <a:lnTo>
                    <a:pt x="130892" y="709091"/>
                  </a:lnTo>
                  <a:lnTo>
                    <a:pt x="166684" y="733594"/>
                  </a:lnTo>
                  <a:lnTo>
                    <a:pt x="205546" y="753359"/>
                  </a:lnTo>
                  <a:lnTo>
                    <a:pt x="247077" y="767980"/>
                  </a:lnTo>
                  <a:lnTo>
                    <a:pt x="290877" y="777050"/>
                  </a:lnTo>
                  <a:lnTo>
                    <a:pt x="336544" y="780164"/>
                  </a:lnTo>
                  <a:lnTo>
                    <a:pt x="382209" y="777050"/>
                  </a:lnTo>
                  <a:lnTo>
                    <a:pt x="426007" y="767980"/>
                  </a:lnTo>
                  <a:lnTo>
                    <a:pt x="467537" y="753359"/>
                  </a:lnTo>
                  <a:lnTo>
                    <a:pt x="506397" y="733594"/>
                  </a:lnTo>
                  <a:lnTo>
                    <a:pt x="542188" y="709091"/>
                  </a:lnTo>
                  <a:lnTo>
                    <a:pt x="574508" y="680258"/>
                  </a:lnTo>
                  <a:lnTo>
                    <a:pt x="602956" y="647499"/>
                  </a:lnTo>
                  <a:lnTo>
                    <a:pt x="627131" y="611223"/>
                  </a:lnTo>
                  <a:lnTo>
                    <a:pt x="646631" y="571835"/>
                  </a:lnTo>
                  <a:lnTo>
                    <a:pt x="661057" y="529742"/>
                  </a:lnTo>
                  <a:lnTo>
                    <a:pt x="670006" y="485349"/>
                  </a:lnTo>
                  <a:lnTo>
                    <a:pt x="673078" y="439065"/>
                  </a:lnTo>
                  <a:lnTo>
                    <a:pt x="669631" y="390066"/>
                  </a:lnTo>
                  <a:lnTo>
                    <a:pt x="659607" y="343222"/>
                  </a:lnTo>
                  <a:lnTo>
                    <a:pt x="643485" y="299015"/>
                  </a:lnTo>
                  <a:lnTo>
                    <a:pt x="621742" y="257930"/>
                  </a:lnTo>
                  <a:lnTo>
                    <a:pt x="594857" y="220450"/>
                  </a:lnTo>
                  <a:lnTo>
                    <a:pt x="563306" y="187059"/>
                  </a:lnTo>
                  <a:lnTo>
                    <a:pt x="527568" y="158240"/>
                  </a:lnTo>
                  <a:lnTo>
                    <a:pt x="488121" y="134477"/>
                  </a:lnTo>
                  <a:lnTo>
                    <a:pt x="466083" y="121890"/>
                  </a:lnTo>
                  <a:lnTo>
                    <a:pt x="445283" y="107306"/>
                  </a:lnTo>
                  <a:lnTo>
                    <a:pt x="425887" y="90770"/>
                  </a:lnTo>
                  <a:lnTo>
                    <a:pt x="408060" y="72322"/>
                  </a:lnTo>
                  <a:lnTo>
                    <a:pt x="344722" y="0"/>
                  </a:lnTo>
                  <a:close/>
                </a:path>
              </a:pathLst>
            </a:custGeom>
            <a:solidFill>
              <a:srgbClr val="FBC2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" name="object 731" descr=""/>
            <p:cNvSpPr/>
            <p:nvPr/>
          </p:nvSpPr>
          <p:spPr>
            <a:xfrm>
              <a:off x="3758374" y="3554621"/>
              <a:ext cx="584200" cy="376555"/>
            </a:xfrm>
            <a:custGeom>
              <a:avLst/>
              <a:gdLst/>
              <a:ahLst/>
              <a:cxnLst/>
              <a:rect l="l" t="t" r="r" b="b"/>
              <a:pathLst>
                <a:path w="584200" h="376554">
                  <a:moveTo>
                    <a:pt x="32372" y="318325"/>
                  </a:moveTo>
                  <a:lnTo>
                    <a:pt x="25120" y="314731"/>
                  </a:lnTo>
                  <a:lnTo>
                    <a:pt x="7251" y="314731"/>
                  </a:lnTo>
                  <a:lnTo>
                    <a:pt x="0" y="318325"/>
                  </a:lnTo>
                  <a:lnTo>
                    <a:pt x="0" y="322783"/>
                  </a:lnTo>
                  <a:lnTo>
                    <a:pt x="0" y="327228"/>
                  </a:lnTo>
                  <a:lnTo>
                    <a:pt x="7251" y="330835"/>
                  </a:lnTo>
                  <a:lnTo>
                    <a:pt x="25120" y="330835"/>
                  </a:lnTo>
                  <a:lnTo>
                    <a:pt x="32372" y="327228"/>
                  </a:lnTo>
                  <a:lnTo>
                    <a:pt x="32372" y="318325"/>
                  </a:lnTo>
                  <a:close/>
                </a:path>
                <a:path w="584200" h="376554">
                  <a:moveTo>
                    <a:pt x="56007" y="299123"/>
                  </a:moveTo>
                  <a:lnTo>
                    <a:pt x="52451" y="297345"/>
                  </a:lnTo>
                  <a:lnTo>
                    <a:pt x="43675" y="297345"/>
                  </a:lnTo>
                  <a:lnTo>
                    <a:pt x="40119" y="299123"/>
                  </a:lnTo>
                  <a:lnTo>
                    <a:pt x="40119" y="301307"/>
                  </a:lnTo>
                  <a:lnTo>
                    <a:pt x="40119" y="303491"/>
                  </a:lnTo>
                  <a:lnTo>
                    <a:pt x="43675" y="305269"/>
                  </a:lnTo>
                  <a:lnTo>
                    <a:pt x="52451" y="305269"/>
                  </a:lnTo>
                  <a:lnTo>
                    <a:pt x="56007" y="303491"/>
                  </a:lnTo>
                  <a:lnTo>
                    <a:pt x="56007" y="299123"/>
                  </a:lnTo>
                  <a:close/>
                </a:path>
                <a:path w="584200" h="376554">
                  <a:moveTo>
                    <a:pt x="73914" y="336473"/>
                  </a:moveTo>
                  <a:lnTo>
                    <a:pt x="68592" y="333832"/>
                  </a:lnTo>
                  <a:lnTo>
                    <a:pt x="55473" y="333832"/>
                  </a:lnTo>
                  <a:lnTo>
                    <a:pt x="50152" y="336473"/>
                  </a:lnTo>
                  <a:lnTo>
                    <a:pt x="50152" y="339737"/>
                  </a:lnTo>
                  <a:lnTo>
                    <a:pt x="50152" y="343014"/>
                  </a:lnTo>
                  <a:lnTo>
                    <a:pt x="55473" y="345655"/>
                  </a:lnTo>
                  <a:lnTo>
                    <a:pt x="68592" y="345655"/>
                  </a:lnTo>
                  <a:lnTo>
                    <a:pt x="73914" y="343014"/>
                  </a:lnTo>
                  <a:lnTo>
                    <a:pt x="73914" y="336473"/>
                  </a:lnTo>
                  <a:close/>
                </a:path>
                <a:path w="584200" h="376554">
                  <a:moveTo>
                    <a:pt x="182829" y="171831"/>
                  </a:moveTo>
                  <a:lnTo>
                    <a:pt x="175577" y="168236"/>
                  </a:lnTo>
                  <a:lnTo>
                    <a:pt x="157708" y="168236"/>
                  </a:lnTo>
                  <a:lnTo>
                    <a:pt x="150456" y="171831"/>
                  </a:lnTo>
                  <a:lnTo>
                    <a:pt x="150456" y="176288"/>
                  </a:lnTo>
                  <a:lnTo>
                    <a:pt x="150456" y="180733"/>
                  </a:lnTo>
                  <a:lnTo>
                    <a:pt x="157708" y="184340"/>
                  </a:lnTo>
                  <a:lnTo>
                    <a:pt x="175577" y="184340"/>
                  </a:lnTo>
                  <a:lnTo>
                    <a:pt x="182829" y="180733"/>
                  </a:lnTo>
                  <a:lnTo>
                    <a:pt x="182829" y="171831"/>
                  </a:lnTo>
                  <a:close/>
                </a:path>
                <a:path w="584200" h="376554">
                  <a:moveTo>
                    <a:pt x="206463" y="152615"/>
                  </a:moveTo>
                  <a:lnTo>
                    <a:pt x="202907" y="150850"/>
                  </a:lnTo>
                  <a:lnTo>
                    <a:pt x="194144" y="150850"/>
                  </a:lnTo>
                  <a:lnTo>
                    <a:pt x="190588" y="152615"/>
                  </a:lnTo>
                  <a:lnTo>
                    <a:pt x="190588" y="154813"/>
                  </a:lnTo>
                  <a:lnTo>
                    <a:pt x="190588" y="156997"/>
                  </a:lnTo>
                  <a:lnTo>
                    <a:pt x="194144" y="158762"/>
                  </a:lnTo>
                  <a:lnTo>
                    <a:pt x="202907" y="158762"/>
                  </a:lnTo>
                  <a:lnTo>
                    <a:pt x="206463" y="156997"/>
                  </a:lnTo>
                  <a:lnTo>
                    <a:pt x="206463" y="152615"/>
                  </a:lnTo>
                  <a:close/>
                </a:path>
                <a:path w="584200" h="376554">
                  <a:moveTo>
                    <a:pt x="224370" y="189979"/>
                  </a:moveTo>
                  <a:lnTo>
                    <a:pt x="219049" y="187337"/>
                  </a:lnTo>
                  <a:lnTo>
                    <a:pt x="205930" y="187337"/>
                  </a:lnTo>
                  <a:lnTo>
                    <a:pt x="200609" y="189979"/>
                  </a:lnTo>
                  <a:lnTo>
                    <a:pt x="200609" y="193243"/>
                  </a:lnTo>
                  <a:lnTo>
                    <a:pt x="200609" y="196519"/>
                  </a:lnTo>
                  <a:lnTo>
                    <a:pt x="205930" y="199161"/>
                  </a:lnTo>
                  <a:lnTo>
                    <a:pt x="219049" y="199161"/>
                  </a:lnTo>
                  <a:lnTo>
                    <a:pt x="224370" y="196519"/>
                  </a:lnTo>
                  <a:lnTo>
                    <a:pt x="224370" y="189979"/>
                  </a:lnTo>
                  <a:close/>
                </a:path>
                <a:path w="584200" h="376554">
                  <a:moveTo>
                    <a:pt x="332435" y="20980"/>
                  </a:moveTo>
                  <a:lnTo>
                    <a:pt x="325208" y="17373"/>
                  </a:lnTo>
                  <a:lnTo>
                    <a:pt x="307327" y="17373"/>
                  </a:lnTo>
                  <a:lnTo>
                    <a:pt x="300088" y="20980"/>
                  </a:lnTo>
                  <a:lnTo>
                    <a:pt x="300088" y="25425"/>
                  </a:lnTo>
                  <a:lnTo>
                    <a:pt x="300088" y="29883"/>
                  </a:lnTo>
                  <a:lnTo>
                    <a:pt x="307327" y="33477"/>
                  </a:lnTo>
                  <a:lnTo>
                    <a:pt x="325208" y="33477"/>
                  </a:lnTo>
                  <a:lnTo>
                    <a:pt x="332435" y="29883"/>
                  </a:lnTo>
                  <a:lnTo>
                    <a:pt x="332435" y="20980"/>
                  </a:lnTo>
                  <a:close/>
                </a:path>
                <a:path w="584200" h="376554">
                  <a:moveTo>
                    <a:pt x="356095" y="1765"/>
                  </a:moveTo>
                  <a:lnTo>
                    <a:pt x="352526" y="0"/>
                  </a:lnTo>
                  <a:lnTo>
                    <a:pt x="343750" y="0"/>
                  </a:lnTo>
                  <a:lnTo>
                    <a:pt x="340207" y="1765"/>
                  </a:lnTo>
                  <a:lnTo>
                    <a:pt x="340207" y="3949"/>
                  </a:lnTo>
                  <a:lnTo>
                    <a:pt x="340207" y="6146"/>
                  </a:lnTo>
                  <a:lnTo>
                    <a:pt x="343750" y="7912"/>
                  </a:lnTo>
                  <a:lnTo>
                    <a:pt x="352526" y="7912"/>
                  </a:lnTo>
                  <a:lnTo>
                    <a:pt x="356095" y="6146"/>
                  </a:lnTo>
                  <a:lnTo>
                    <a:pt x="356095" y="1765"/>
                  </a:lnTo>
                  <a:close/>
                </a:path>
                <a:path w="584200" h="376554">
                  <a:moveTo>
                    <a:pt x="356933" y="306019"/>
                  </a:moveTo>
                  <a:lnTo>
                    <a:pt x="353364" y="304228"/>
                  </a:lnTo>
                  <a:lnTo>
                    <a:pt x="344601" y="304228"/>
                  </a:lnTo>
                  <a:lnTo>
                    <a:pt x="341045" y="306019"/>
                  </a:lnTo>
                  <a:lnTo>
                    <a:pt x="341045" y="308190"/>
                  </a:lnTo>
                  <a:lnTo>
                    <a:pt x="341045" y="310375"/>
                  </a:lnTo>
                  <a:lnTo>
                    <a:pt x="344601" y="312153"/>
                  </a:lnTo>
                  <a:lnTo>
                    <a:pt x="353364" y="312153"/>
                  </a:lnTo>
                  <a:lnTo>
                    <a:pt x="356933" y="310375"/>
                  </a:lnTo>
                  <a:lnTo>
                    <a:pt x="356933" y="306019"/>
                  </a:lnTo>
                  <a:close/>
                </a:path>
                <a:path w="584200" h="376554">
                  <a:moveTo>
                    <a:pt x="374002" y="39128"/>
                  </a:moveTo>
                  <a:lnTo>
                    <a:pt x="368681" y="36474"/>
                  </a:lnTo>
                  <a:lnTo>
                    <a:pt x="355561" y="36474"/>
                  </a:lnTo>
                  <a:lnTo>
                    <a:pt x="350240" y="39128"/>
                  </a:lnTo>
                  <a:lnTo>
                    <a:pt x="350240" y="42392"/>
                  </a:lnTo>
                  <a:lnTo>
                    <a:pt x="350240" y="45656"/>
                  </a:lnTo>
                  <a:lnTo>
                    <a:pt x="355561" y="48310"/>
                  </a:lnTo>
                  <a:lnTo>
                    <a:pt x="368681" y="48310"/>
                  </a:lnTo>
                  <a:lnTo>
                    <a:pt x="374002" y="45656"/>
                  </a:lnTo>
                  <a:lnTo>
                    <a:pt x="374002" y="39128"/>
                  </a:lnTo>
                  <a:close/>
                </a:path>
                <a:path w="584200" h="376554">
                  <a:moveTo>
                    <a:pt x="397637" y="331495"/>
                  </a:moveTo>
                  <a:lnTo>
                    <a:pt x="392315" y="328841"/>
                  </a:lnTo>
                  <a:lnTo>
                    <a:pt x="379196" y="328841"/>
                  </a:lnTo>
                  <a:lnTo>
                    <a:pt x="373888" y="331495"/>
                  </a:lnTo>
                  <a:lnTo>
                    <a:pt x="373888" y="334759"/>
                  </a:lnTo>
                  <a:lnTo>
                    <a:pt x="373888" y="338023"/>
                  </a:lnTo>
                  <a:lnTo>
                    <a:pt x="379196" y="340677"/>
                  </a:lnTo>
                  <a:lnTo>
                    <a:pt x="392315" y="340677"/>
                  </a:lnTo>
                  <a:lnTo>
                    <a:pt x="397637" y="338023"/>
                  </a:lnTo>
                  <a:lnTo>
                    <a:pt x="397637" y="331495"/>
                  </a:lnTo>
                  <a:close/>
                </a:path>
                <a:path w="584200" h="376554">
                  <a:moveTo>
                    <a:pt x="439191" y="152488"/>
                  </a:moveTo>
                  <a:lnTo>
                    <a:pt x="433870" y="149834"/>
                  </a:lnTo>
                  <a:lnTo>
                    <a:pt x="420751" y="149834"/>
                  </a:lnTo>
                  <a:lnTo>
                    <a:pt x="415442" y="152488"/>
                  </a:lnTo>
                  <a:lnTo>
                    <a:pt x="415442" y="155752"/>
                  </a:lnTo>
                  <a:lnTo>
                    <a:pt x="415442" y="159016"/>
                  </a:lnTo>
                  <a:lnTo>
                    <a:pt x="420751" y="161671"/>
                  </a:lnTo>
                  <a:lnTo>
                    <a:pt x="433870" y="161671"/>
                  </a:lnTo>
                  <a:lnTo>
                    <a:pt x="439191" y="159016"/>
                  </a:lnTo>
                  <a:lnTo>
                    <a:pt x="439191" y="152488"/>
                  </a:lnTo>
                  <a:close/>
                </a:path>
                <a:path w="584200" h="376554">
                  <a:moveTo>
                    <a:pt x="468934" y="120688"/>
                  </a:moveTo>
                  <a:lnTo>
                    <a:pt x="465378" y="118910"/>
                  </a:lnTo>
                  <a:lnTo>
                    <a:pt x="456615" y="118910"/>
                  </a:lnTo>
                  <a:lnTo>
                    <a:pt x="453047" y="120688"/>
                  </a:lnTo>
                  <a:lnTo>
                    <a:pt x="453047" y="122859"/>
                  </a:lnTo>
                  <a:lnTo>
                    <a:pt x="453047" y="125044"/>
                  </a:lnTo>
                  <a:lnTo>
                    <a:pt x="456615" y="126822"/>
                  </a:lnTo>
                  <a:lnTo>
                    <a:pt x="465378" y="126822"/>
                  </a:lnTo>
                  <a:lnTo>
                    <a:pt x="468934" y="125044"/>
                  </a:lnTo>
                  <a:lnTo>
                    <a:pt x="468934" y="120688"/>
                  </a:lnTo>
                  <a:close/>
                </a:path>
                <a:path w="584200" h="376554">
                  <a:moveTo>
                    <a:pt x="542251" y="348843"/>
                  </a:moveTo>
                  <a:lnTo>
                    <a:pt x="535012" y="345249"/>
                  </a:lnTo>
                  <a:lnTo>
                    <a:pt x="517131" y="345249"/>
                  </a:lnTo>
                  <a:lnTo>
                    <a:pt x="509892" y="348843"/>
                  </a:lnTo>
                  <a:lnTo>
                    <a:pt x="509892" y="353301"/>
                  </a:lnTo>
                  <a:lnTo>
                    <a:pt x="509892" y="357746"/>
                  </a:lnTo>
                  <a:lnTo>
                    <a:pt x="517131" y="361353"/>
                  </a:lnTo>
                  <a:lnTo>
                    <a:pt x="535012" y="361353"/>
                  </a:lnTo>
                  <a:lnTo>
                    <a:pt x="542251" y="357746"/>
                  </a:lnTo>
                  <a:lnTo>
                    <a:pt x="542251" y="348843"/>
                  </a:lnTo>
                  <a:close/>
                </a:path>
                <a:path w="584200" h="376554">
                  <a:moveTo>
                    <a:pt x="565899" y="329641"/>
                  </a:moveTo>
                  <a:lnTo>
                    <a:pt x="562343" y="327863"/>
                  </a:lnTo>
                  <a:lnTo>
                    <a:pt x="553567" y="327863"/>
                  </a:lnTo>
                  <a:lnTo>
                    <a:pt x="550011" y="329641"/>
                  </a:lnTo>
                  <a:lnTo>
                    <a:pt x="550011" y="331825"/>
                  </a:lnTo>
                  <a:lnTo>
                    <a:pt x="550011" y="334010"/>
                  </a:lnTo>
                  <a:lnTo>
                    <a:pt x="553567" y="335788"/>
                  </a:lnTo>
                  <a:lnTo>
                    <a:pt x="562343" y="335788"/>
                  </a:lnTo>
                  <a:lnTo>
                    <a:pt x="565899" y="334010"/>
                  </a:lnTo>
                  <a:lnTo>
                    <a:pt x="565899" y="329641"/>
                  </a:lnTo>
                  <a:close/>
                </a:path>
                <a:path w="584200" h="376554">
                  <a:moveTo>
                    <a:pt x="583806" y="366991"/>
                  </a:moveTo>
                  <a:lnTo>
                    <a:pt x="578485" y="364350"/>
                  </a:lnTo>
                  <a:lnTo>
                    <a:pt x="565365" y="364350"/>
                  </a:lnTo>
                  <a:lnTo>
                    <a:pt x="560044" y="366991"/>
                  </a:lnTo>
                  <a:lnTo>
                    <a:pt x="560044" y="370268"/>
                  </a:lnTo>
                  <a:lnTo>
                    <a:pt x="560044" y="373532"/>
                  </a:lnTo>
                  <a:lnTo>
                    <a:pt x="565365" y="376174"/>
                  </a:lnTo>
                  <a:lnTo>
                    <a:pt x="578485" y="376174"/>
                  </a:lnTo>
                  <a:lnTo>
                    <a:pt x="583806" y="373532"/>
                  </a:lnTo>
                  <a:lnTo>
                    <a:pt x="583806" y="366991"/>
                  </a:lnTo>
                  <a:close/>
                </a:path>
              </a:pathLst>
            </a:custGeom>
            <a:solidFill>
              <a:srgbClr val="F8AD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" name="object 732" descr=""/>
            <p:cNvSpPr/>
            <p:nvPr/>
          </p:nvSpPr>
          <p:spPr>
            <a:xfrm>
              <a:off x="3732596" y="3623647"/>
              <a:ext cx="673100" cy="649605"/>
            </a:xfrm>
            <a:custGeom>
              <a:avLst/>
              <a:gdLst/>
              <a:ahLst/>
              <a:cxnLst/>
              <a:rect l="l" t="t" r="r" b="b"/>
              <a:pathLst>
                <a:path w="673100" h="649604">
                  <a:moveTo>
                    <a:pt x="191910" y="0"/>
                  </a:moveTo>
                  <a:lnTo>
                    <a:pt x="148640" y="25123"/>
                  </a:lnTo>
                  <a:lnTo>
                    <a:pt x="112175" y="53906"/>
                  </a:lnTo>
                  <a:lnTo>
                    <a:pt x="79962" y="87406"/>
                  </a:lnTo>
                  <a:lnTo>
                    <a:pt x="52495" y="125123"/>
                  </a:lnTo>
                  <a:lnTo>
                    <a:pt x="30271" y="166554"/>
                  </a:lnTo>
                  <a:lnTo>
                    <a:pt x="13783" y="211199"/>
                  </a:lnTo>
                  <a:lnTo>
                    <a:pt x="3528" y="258557"/>
                  </a:lnTo>
                  <a:lnTo>
                    <a:pt x="0" y="308126"/>
                  </a:lnTo>
                  <a:lnTo>
                    <a:pt x="3072" y="354409"/>
                  </a:lnTo>
                  <a:lnTo>
                    <a:pt x="12021" y="398799"/>
                  </a:lnTo>
                  <a:lnTo>
                    <a:pt x="26447" y="440891"/>
                  </a:lnTo>
                  <a:lnTo>
                    <a:pt x="45948" y="480277"/>
                  </a:lnTo>
                  <a:lnTo>
                    <a:pt x="70123" y="516553"/>
                  </a:lnTo>
                  <a:lnTo>
                    <a:pt x="98571" y="549310"/>
                  </a:lnTo>
                  <a:lnTo>
                    <a:pt x="130892" y="578143"/>
                  </a:lnTo>
                  <a:lnTo>
                    <a:pt x="166684" y="602645"/>
                  </a:lnTo>
                  <a:lnTo>
                    <a:pt x="205546" y="622410"/>
                  </a:lnTo>
                  <a:lnTo>
                    <a:pt x="247077" y="637031"/>
                  </a:lnTo>
                  <a:lnTo>
                    <a:pt x="290877" y="646101"/>
                  </a:lnTo>
                  <a:lnTo>
                    <a:pt x="336544" y="649215"/>
                  </a:lnTo>
                  <a:lnTo>
                    <a:pt x="385486" y="645634"/>
                  </a:lnTo>
                  <a:lnTo>
                    <a:pt x="432244" y="635226"/>
                  </a:lnTo>
                  <a:lnTo>
                    <a:pt x="476322" y="618492"/>
                  </a:lnTo>
                  <a:lnTo>
                    <a:pt x="517223" y="595936"/>
                  </a:lnTo>
                  <a:lnTo>
                    <a:pt x="554453" y="568060"/>
                  </a:lnTo>
                  <a:lnTo>
                    <a:pt x="587515" y="535366"/>
                  </a:lnTo>
                  <a:lnTo>
                    <a:pt x="615913" y="498357"/>
                  </a:lnTo>
                  <a:lnTo>
                    <a:pt x="639152" y="457535"/>
                  </a:lnTo>
                  <a:lnTo>
                    <a:pt x="656735" y="413402"/>
                  </a:lnTo>
                  <a:lnTo>
                    <a:pt x="668168" y="366461"/>
                  </a:lnTo>
                  <a:lnTo>
                    <a:pt x="672953" y="317215"/>
                  </a:lnTo>
                  <a:lnTo>
                    <a:pt x="628412" y="323014"/>
                  </a:lnTo>
                  <a:lnTo>
                    <a:pt x="583673" y="324169"/>
                  </a:lnTo>
                  <a:lnTo>
                    <a:pt x="539031" y="320411"/>
                  </a:lnTo>
                  <a:lnTo>
                    <a:pt x="494774" y="311473"/>
                  </a:lnTo>
                  <a:lnTo>
                    <a:pt x="451197" y="297088"/>
                  </a:lnTo>
                  <a:lnTo>
                    <a:pt x="408590" y="276987"/>
                  </a:lnTo>
                  <a:lnTo>
                    <a:pt x="367245" y="250903"/>
                  </a:lnTo>
                  <a:lnTo>
                    <a:pt x="326051" y="217211"/>
                  </a:lnTo>
                  <a:lnTo>
                    <a:pt x="289698" y="179669"/>
                  </a:lnTo>
                  <a:lnTo>
                    <a:pt x="258146" y="138727"/>
                  </a:lnTo>
                  <a:lnTo>
                    <a:pt x="231357" y="94835"/>
                  </a:lnTo>
                  <a:lnTo>
                    <a:pt x="209291" y="48442"/>
                  </a:lnTo>
                  <a:lnTo>
                    <a:pt x="191910" y="0"/>
                  </a:lnTo>
                  <a:close/>
                </a:path>
              </a:pathLst>
            </a:custGeom>
            <a:solidFill>
              <a:srgbClr val="000000">
                <a:alpha val="5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33" name="object 733" descr="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4121459" y="3639356"/>
              <a:ext cx="143473" cy="120593"/>
            </a:xfrm>
            <a:prstGeom prst="rect">
              <a:avLst/>
            </a:prstGeom>
          </p:spPr>
        </p:pic>
        <p:sp>
          <p:nvSpPr>
            <p:cNvPr id="734" name="object 734" descr=""/>
            <p:cNvSpPr/>
            <p:nvPr/>
          </p:nvSpPr>
          <p:spPr>
            <a:xfrm>
              <a:off x="3730828" y="3979690"/>
              <a:ext cx="674370" cy="318135"/>
            </a:xfrm>
            <a:custGeom>
              <a:avLst/>
              <a:gdLst/>
              <a:ahLst/>
              <a:cxnLst/>
              <a:rect l="l" t="t" r="r" b="b"/>
              <a:pathLst>
                <a:path w="674370" h="318135">
                  <a:moveTo>
                    <a:pt x="674314" y="0"/>
                  </a:moveTo>
                  <a:lnTo>
                    <a:pt x="0" y="0"/>
                  </a:lnTo>
                  <a:lnTo>
                    <a:pt x="0" y="317613"/>
                  </a:lnTo>
                  <a:lnTo>
                    <a:pt x="674314" y="317613"/>
                  </a:lnTo>
                  <a:lnTo>
                    <a:pt x="674314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" name="object 735" descr=""/>
            <p:cNvSpPr/>
            <p:nvPr/>
          </p:nvSpPr>
          <p:spPr>
            <a:xfrm>
              <a:off x="3765837" y="4066634"/>
              <a:ext cx="60325" cy="248285"/>
            </a:xfrm>
            <a:custGeom>
              <a:avLst/>
              <a:gdLst/>
              <a:ahLst/>
              <a:cxnLst/>
              <a:rect l="l" t="t" r="r" b="b"/>
              <a:pathLst>
                <a:path w="60325" h="248285">
                  <a:moveTo>
                    <a:pt x="28658" y="0"/>
                  </a:moveTo>
                  <a:lnTo>
                    <a:pt x="5610" y="51066"/>
                  </a:lnTo>
                  <a:lnTo>
                    <a:pt x="565" y="88839"/>
                  </a:lnTo>
                  <a:lnTo>
                    <a:pt x="0" y="114855"/>
                  </a:lnTo>
                  <a:lnTo>
                    <a:pt x="0" y="247762"/>
                  </a:lnTo>
                  <a:lnTo>
                    <a:pt x="60280" y="247762"/>
                  </a:lnTo>
                  <a:lnTo>
                    <a:pt x="60301" y="96363"/>
                  </a:lnTo>
                  <a:lnTo>
                    <a:pt x="53619" y="44348"/>
                  </a:lnTo>
                  <a:lnTo>
                    <a:pt x="35363" y="6996"/>
                  </a:lnTo>
                  <a:lnTo>
                    <a:pt x="28658" y="0"/>
                  </a:lnTo>
                  <a:close/>
                </a:path>
              </a:pathLst>
            </a:custGeom>
            <a:solidFill>
              <a:srgbClr val="7E574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" name="object 736" descr=""/>
            <p:cNvSpPr/>
            <p:nvPr/>
          </p:nvSpPr>
          <p:spPr>
            <a:xfrm>
              <a:off x="3770999" y="4070037"/>
              <a:ext cx="55244" cy="244475"/>
            </a:xfrm>
            <a:custGeom>
              <a:avLst/>
              <a:gdLst/>
              <a:ahLst/>
              <a:cxnLst/>
              <a:rect l="l" t="t" r="r" b="b"/>
              <a:pathLst>
                <a:path w="55245" h="244475">
                  <a:moveTo>
                    <a:pt x="27192" y="0"/>
                  </a:moveTo>
                  <a:lnTo>
                    <a:pt x="5614" y="48888"/>
                  </a:lnTo>
                  <a:lnTo>
                    <a:pt x="567" y="86661"/>
                  </a:lnTo>
                  <a:lnTo>
                    <a:pt x="0" y="112677"/>
                  </a:lnTo>
                  <a:lnTo>
                    <a:pt x="0" y="244359"/>
                  </a:lnTo>
                  <a:lnTo>
                    <a:pt x="55118" y="244359"/>
                  </a:lnTo>
                  <a:lnTo>
                    <a:pt x="55139" y="92960"/>
                  </a:lnTo>
                  <a:lnTo>
                    <a:pt x="48457" y="40945"/>
                  </a:lnTo>
                  <a:lnTo>
                    <a:pt x="30201" y="3593"/>
                  </a:lnTo>
                  <a:lnTo>
                    <a:pt x="27192" y="0"/>
                  </a:lnTo>
                  <a:close/>
                </a:path>
              </a:pathLst>
            </a:custGeom>
            <a:solidFill>
              <a:srgbClr val="8E68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" name="object 737" descr=""/>
            <p:cNvSpPr/>
            <p:nvPr/>
          </p:nvSpPr>
          <p:spPr>
            <a:xfrm>
              <a:off x="3858678" y="4066634"/>
              <a:ext cx="60325" cy="248285"/>
            </a:xfrm>
            <a:custGeom>
              <a:avLst/>
              <a:gdLst/>
              <a:ahLst/>
              <a:cxnLst/>
              <a:rect l="l" t="t" r="r" b="b"/>
              <a:pathLst>
                <a:path w="60325" h="248285">
                  <a:moveTo>
                    <a:pt x="28658" y="0"/>
                  </a:moveTo>
                  <a:lnTo>
                    <a:pt x="5610" y="51066"/>
                  </a:lnTo>
                  <a:lnTo>
                    <a:pt x="565" y="88839"/>
                  </a:lnTo>
                  <a:lnTo>
                    <a:pt x="0" y="114855"/>
                  </a:lnTo>
                  <a:lnTo>
                    <a:pt x="0" y="247762"/>
                  </a:lnTo>
                  <a:lnTo>
                    <a:pt x="60280" y="247762"/>
                  </a:lnTo>
                  <a:lnTo>
                    <a:pt x="60301" y="96363"/>
                  </a:lnTo>
                  <a:lnTo>
                    <a:pt x="53619" y="44348"/>
                  </a:lnTo>
                  <a:lnTo>
                    <a:pt x="35363" y="6996"/>
                  </a:lnTo>
                  <a:lnTo>
                    <a:pt x="28658" y="0"/>
                  </a:lnTo>
                  <a:close/>
                </a:path>
              </a:pathLst>
            </a:custGeom>
            <a:solidFill>
              <a:srgbClr val="7E574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8" name="object 738" descr=""/>
            <p:cNvSpPr/>
            <p:nvPr/>
          </p:nvSpPr>
          <p:spPr>
            <a:xfrm>
              <a:off x="3863840" y="4070037"/>
              <a:ext cx="55244" cy="244475"/>
            </a:xfrm>
            <a:custGeom>
              <a:avLst/>
              <a:gdLst/>
              <a:ahLst/>
              <a:cxnLst/>
              <a:rect l="l" t="t" r="r" b="b"/>
              <a:pathLst>
                <a:path w="55245" h="244475">
                  <a:moveTo>
                    <a:pt x="27192" y="0"/>
                  </a:moveTo>
                  <a:lnTo>
                    <a:pt x="5614" y="48888"/>
                  </a:lnTo>
                  <a:lnTo>
                    <a:pt x="567" y="86661"/>
                  </a:lnTo>
                  <a:lnTo>
                    <a:pt x="0" y="112677"/>
                  </a:lnTo>
                  <a:lnTo>
                    <a:pt x="0" y="244359"/>
                  </a:lnTo>
                  <a:lnTo>
                    <a:pt x="55118" y="244359"/>
                  </a:lnTo>
                  <a:lnTo>
                    <a:pt x="55139" y="92960"/>
                  </a:lnTo>
                  <a:lnTo>
                    <a:pt x="48457" y="40945"/>
                  </a:lnTo>
                  <a:lnTo>
                    <a:pt x="30201" y="3593"/>
                  </a:lnTo>
                  <a:lnTo>
                    <a:pt x="27192" y="0"/>
                  </a:lnTo>
                  <a:close/>
                </a:path>
              </a:pathLst>
            </a:custGeom>
            <a:solidFill>
              <a:srgbClr val="8E68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" name="object 739" descr=""/>
            <p:cNvSpPr/>
            <p:nvPr/>
          </p:nvSpPr>
          <p:spPr>
            <a:xfrm>
              <a:off x="3969842" y="4066634"/>
              <a:ext cx="60325" cy="248285"/>
            </a:xfrm>
            <a:custGeom>
              <a:avLst/>
              <a:gdLst/>
              <a:ahLst/>
              <a:cxnLst/>
              <a:rect l="l" t="t" r="r" b="b"/>
              <a:pathLst>
                <a:path w="60325" h="248285">
                  <a:moveTo>
                    <a:pt x="28658" y="0"/>
                  </a:moveTo>
                  <a:lnTo>
                    <a:pt x="5610" y="51066"/>
                  </a:lnTo>
                  <a:lnTo>
                    <a:pt x="565" y="88839"/>
                  </a:lnTo>
                  <a:lnTo>
                    <a:pt x="0" y="114855"/>
                  </a:lnTo>
                  <a:lnTo>
                    <a:pt x="0" y="247762"/>
                  </a:lnTo>
                  <a:lnTo>
                    <a:pt x="60280" y="247762"/>
                  </a:lnTo>
                  <a:lnTo>
                    <a:pt x="60301" y="96363"/>
                  </a:lnTo>
                  <a:lnTo>
                    <a:pt x="53619" y="44348"/>
                  </a:lnTo>
                  <a:lnTo>
                    <a:pt x="35363" y="6996"/>
                  </a:lnTo>
                  <a:lnTo>
                    <a:pt x="28658" y="0"/>
                  </a:lnTo>
                  <a:close/>
                </a:path>
              </a:pathLst>
            </a:custGeom>
            <a:solidFill>
              <a:srgbClr val="7E574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" name="object 740" descr=""/>
            <p:cNvSpPr/>
            <p:nvPr/>
          </p:nvSpPr>
          <p:spPr>
            <a:xfrm>
              <a:off x="3975004" y="4070037"/>
              <a:ext cx="55244" cy="244475"/>
            </a:xfrm>
            <a:custGeom>
              <a:avLst/>
              <a:gdLst/>
              <a:ahLst/>
              <a:cxnLst/>
              <a:rect l="l" t="t" r="r" b="b"/>
              <a:pathLst>
                <a:path w="55245" h="244475">
                  <a:moveTo>
                    <a:pt x="27192" y="0"/>
                  </a:moveTo>
                  <a:lnTo>
                    <a:pt x="5614" y="48888"/>
                  </a:lnTo>
                  <a:lnTo>
                    <a:pt x="567" y="86661"/>
                  </a:lnTo>
                  <a:lnTo>
                    <a:pt x="0" y="112677"/>
                  </a:lnTo>
                  <a:lnTo>
                    <a:pt x="0" y="244359"/>
                  </a:lnTo>
                  <a:lnTo>
                    <a:pt x="55118" y="244359"/>
                  </a:lnTo>
                  <a:lnTo>
                    <a:pt x="55139" y="92960"/>
                  </a:lnTo>
                  <a:lnTo>
                    <a:pt x="48457" y="40945"/>
                  </a:lnTo>
                  <a:lnTo>
                    <a:pt x="30201" y="3593"/>
                  </a:lnTo>
                  <a:lnTo>
                    <a:pt x="27192" y="0"/>
                  </a:lnTo>
                  <a:close/>
                </a:path>
              </a:pathLst>
            </a:custGeom>
            <a:solidFill>
              <a:srgbClr val="8E68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" name="object 741" descr=""/>
            <p:cNvSpPr/>
            <p:nvPr/>
          </p:nvSpPr>
          <p:spPr>
            <a:xfrm>
              <a:off x="4076119" y="4066634"/>
              <a:ext cx="60325" cy="248285"/>
            </a:xfrm>
            <a:custGeom>
              <a:avLst/>
              <a:gdLst/>
              <a:ahLst/>
              <a:cxnLst/>
              <a:rect l="l" t="t" r="r" b="b"/>
              <a:pathLst>
                <a:path w="60325" h="248285">
                  <a:moveTo>
                    <a:pt x="28658" y="0"/>
                  </a:moveTo>
                  <a:lnTo>
                    <a:pt x="5610" y="51066"/>
                  </a:lnTo>
                  <a:lnTo>
                    <a:pt x="565" y="88839"/>
                  </a:lnTo>
                  <a:lnTo>
                    <a:pt x="0" y="114855"/>
                  </a:lnTo>
                  <a:lnTo>
                    <a:pt x="0" y="247762"/>
                  </a:lnTo>
                  <a:lnTo>
                    <a:pt x="60280" y="247762"/>
                  </a:lnTo>
                  <a:lnTo>
                    <a:pt x="60301" y="96363"/>
                  </a:lnTo>
                  <a:lnTo>
                    <a:pt x="53619" y="44348"/>
                  </a:lnTo>
                  <a:lnTo>
                    <a:pt x="35363" y="6996"/>
                  </a:lnTo>
                  <a:lnTo>
                    <a:pt x="28658" y="0"/>
                  </a:lnTo>
                  <a:close/>
                </a:path>
              </a:pathLst>
            </a:custGeom>
            <a:solidFill>
              <a:srgbClr val="7E574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" name="object 742" descr=""/>
            <p:cNvSpPr/>
            <p:nvPr/>
          </p:nvSpPr>
          <p:spPr>
            <a:xfrm>
              <a:off x="4081281" y="4070037"/>
              <a:ext cx="55244" cy="244475"/>
            </a:xfrm>
            <a:custGeom>
              <a:avLst/>
              <a:gdLst/>
              <a:ahLst/>
              <a:cxnLst/>
              <a:rect l="l" t="t" r="r" b="b"/>
              <a:pathLst>
                <a:path w="55245" h="244475">
                  <a:moveTo>
                    <a:pt x="27192" y="0"/>
                  </a:moveTo>
                  <a:lnTo>
                    <a:pt x="5614" y="48888"/>
                  </a:lnTo>
                  <a:lnTo>
                    <a:pt x="567" y="86661"/>
                  </a:lnTo>
                  <a:lnTo>
                    <a:pt x="0" y="112677"/>
                  </a:lnTo>
                  <a:lnTo>
                    <a:pt x="0" y="244359"/>
                  </a:lnTo>
                  <a:lnTo>
                    <a:pt x="55118" y="244359"/>
                  </a:lnTo>
                  <a:lnTo>
                    <a:pt x="55139" y="92960"/>
                  </a:lnTo>
                  <a:lnTo>
                    <a:pt x="48457" y="40945"/>
                  </a:lnTo>
                  <a:lnTo>
                    <a:pt x="30201" y="3593"/>
                  </a:lnTo>
                  <a:lnTo>
                    <a:pt x="27192" y="0"/>
                  </a:lnTo>
                  <a:close/>
                </a:path>
              </a:pathLst>
            </a:custGeom>
            <a:solidFill>
              <a:srgbClr val="8E68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" name="object 743" descr=""/>
            <p:cNvSpPr/>
            <p:nvPr/>
          </p:nvSpPr>
          <p:spPr>
            <a:xfrm>
              <a:off x="4181177" y="4066634"/>
              <a:ext cx="60325" cy="248285"/>
            </a:xfrm>
            <a:custGeom>
              <a:avLst/>
              <a:gdLst/>
              <a:ahLst/>
              <a:cxnLst/>
              <a:rect l="l" t="t" r="r" b="b"/>
              <a:pathLst>
                <a:path w="60325" h="248285">
                  <a:moveTo>
                    <a:pt x="28658" y="0"/>
                  </a:moveTo>
                  <a:lnTo>
                    <a:pt x="5610" y="51066"/>
                  </a:lnTo>
                  <a:lnTo>
                    <a:pt x="565" y="88839"/>
                  </a:lnTo>
                  <a:lnTo>
                    <a:pt x="0" y="114855"/>
                  </a:lnTo>
                  <a:lnTo>
                    <a:pt x="0" y="247762"/>
                  </a:lnTo>
                  <a:lnTo>
                    <a:pt x="60280" y="247762"/>
                  </a:lnTo>
                  <a:lnTo>
                    <a:pt x="60301" y="96363"/>
                  </a:lnTo>
                  <a:lnTo>
                    <a:pt x="53619" y="44348"/>
                  </a:lnTo>
                  <a:lnTo>
                    <a:pt x="35363" y="6996"/>
                  </a:lnTo>
                  <a:lnTo>
                    <a:pt x="28658" y="0"/>
                  </a:lnTo>
                  <a:close/>
                </a:path>
              </a:pathLst>
            </a:custGeom>
            <a:solidFill>
              <a:srgbClr val="7E574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" name="object 744" descr=""/>
            <p:cNvSpPr/>
            <p:nvPr/>
          </p:nvSpPr>
          <p:spPr>
            <a:xfrm>
              <a:off x="4186339" y="4070037"/>
              <a:ext cx="55244" cy="244475"/>
            </a:xfrm>
            <a:custGeom>
              <a:avLst/>
              <a:gdLst/>
              <a:ahLst/>
              <a:cxnLst/>
              <a:rect l="l" t="t" r="r" b="b"/>
              <a:pathLst>
                <a:path w="55245" h="244475">
                  <a:moveTo>
                    <a:pt x="27192" y="0"/>
                  </a:moveTo>
                  <a:lnTo>
                    <a:pt x="5614" y="48888"/>
                  </a:lnTo>
                  <a:lnTo>
                    <a:pt x="567" y="86661"/>
                  </a:lnTo>
                  <a:lnTo>
                    <a:pt x="0" y="112677"/>
                  </a:lnTo>
                  <a:lnTo>
                    <a:pt x="0" y="244359"/>
                  </a:lnTo>
                  <a:lnTo>
                    <a:pt x="55118" y="244359"/>
                  </a:lnTo>
                  <a:lnTo>
                    <a:pt x="55139" y="92960"/>
                  </a:lnTo>
                  <a:lnTo>
                    <a:pt x="48457" y="40945"/>
                  </a:lnTo>
                  <a:lnTo>
                    <a:pt x="30201" y="3593"/>
                  </a:lnTo>
                  <a:lnTo>
                    <a:pt x="27192" y="0"/>
                  </a:lnTo>
                  <a:close/>
                </a:path>
              </a:pathLst>
            </a:custGeom>
            <a:solidFill>
              <a:srgbClr val="8E68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" name="object 745" descr=""/>
            <p:cNvSpPr/>
            <p:nvPr/>
          </p:nvSpPr>
          <p:spPr>
            <a:xfrm>
              <a:off x="4293563" y="4066634"/>
              <a:ext cx="60325" cy="248285"/>
            </a:xfrm>
            <a:custGeom>
              <a:avLst/>
              <a:gdLst/>
              <a:ahLst/>
              <a:cxnLst/>
              <a:rect l="l" t="t" r="r" b="b"/>
              <a:pathLst>
                <a:path w="60325" h="248285">
                  <a:moveTo>
                    <a:pt x="28658" y="0"/>
                  </a:moveTo>
                  <a:lnTo>
                    <a:pt x="5610" y="51066"/>
                  </a:lnTo>
                  <a:lnTo>
                    <a:pt x="565" y="88839"/>
                  </a:lnTo>
                  <a:lnTo>
                    <a:pt x="0" y="114855"/>
                  </a:lnTo>
                  <a:lnTo>
                    <a:pt x="0" y="247762"/>
                  </a:lnTo>
                  <a:lnTo>
                    <a:pt x="60280" y="247762"/>
                  </a:lnTo>
                  <a:lnTo>
                    <a:pt x="60301" y="96363"/>
                  </a:lnTo>
                  <a:lnTo>
                    <a:pt x="53619" y="44348"/>
                  </a:lnTo>
                  <a:lnTo>
                    <a:pt x="35363" y="6996"/>
                  </a:lnTo>
                  <a:lnTo>
                    <a:pt x="28658" y="0"/>
                  </a:lnTo>
                  <a:close/>
                </a:path>
              </a:pathLst>
            </a:custGeom>
            <a:solidFill>
              <a:srgbClr val="7E574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" name="object 746" descr=""/>
            <p:cNvSpPr/>
            <p:nvPr/>
          </p:nvSpPr>
          <p:spPr>
            <a:xfrm>
              <a:off x="4298725" y="4070037"/>
              <a:ext cx="55244" cy="244475"/>
            </a:xfrm>
            <a:custGeom>
              <a:avLst/>
              <a:gdLst/>
              <a:ahLst/>
              <a:cxnLst/>
              <a:rect l="l" t="t" r="r" b="b"/>
              <a:pathLst>
                <a:path w="55245" h="244475">
                  <a:moveTo>
                    <a:pt x="27192" y="0"/>
                  </a:moveTo>
                  <a:lnTo>
                    <a:pt x="5614" y="48888"/>
                  </a:lnTo>
                  <a:lnTo>
                    <a:pt x="567" y="86661"/>
                  </a:lnTo>
                  <a:lnTo>
                    <a:pt x="0" y="112677"/>
                  </a:lnTo>
                  <a:lnTo>
                    <a:pt x="0" y="244359"/>
                  </a:lnTo>
                  <a:lnTo>
                    <a:pt x="55118" y="244359"/>
                  </a:lnTo>
                  <a:lnTo>
                    <a:pt x="55139" y="92960"/>
                  </a:lnTo>
                  <a:lnTo>
                    <a:pt x="48457" y="40945"/>
                  </a:lnTo>
                  <a:lnTo>
                    <a:pt x="30201" y="3593"/>
                  </a:lnTo>
                  <a:lnTo>
                    <a:pt x="27192" y="0"/>
                  </a:lnTo>
                  <a:close/>
                </a:path>
              </a:pathLst>
            </a:custGeom>
            <a:solidFill>
              <a:srgbClr val="8E68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" name="object 747" descr=""/>
            <p:cNvSpPr/>
            <p:nvPr/>
          </p:nvSpPr>
          <p:spPr>
            <a:xfrm>
              <a:off x="3736522" y="3920762"/>
              <a:ext cx="17145" cy="8255"/>
            </a:xfrm>
            <a:custGeom>
              <a:avLst/>
              <a:gdLst/>
              <a:ahLst/>
              <a:cxnLst/>
              <a:rect l="l" t="t" r="r" b="b"/>
              <a:pathLst>
                <a:path w="17145" h="8254">
                  <a:moveTo>
                    <a:pt x="12858" y="0"/>
                  </a:moveTo>
                  <a:lnTo>
                    <a:pt x="3706" y="0"/>
                  </a:lnTo>
                  <a:lnTo>
                    <a:pt x="0" y="1769"/>
                  </a:lnTo>
                  <a:lnTo>
                    <a:pt x="0" y="3957"/>
                  </a:lnTo>
                  <a:lnTo>
                    <a:pt x="0" y="6135"/>
                  </a:lnTo>
                  <a:lnTo>
                    <a:pt x="3706" y="7915"/>
                  </a:lnTo>
                  <a:lnTo>
                    <a:pt x="12858" y="7915"/>
                  </a:lnTo>
                  <a:lnTo>
                    <a:pt x="16564" y="6135"/>
                  </a:lnTo>
                  <a:lnTo>
                    <a:pt x="16564" y="1769"/>
                  </a:lnTo>
                  <a:lnTo>
                    <a:pt x="12858" y="0"/>
                  </a:lnTo>
                  <a:close/>
                </a:path>
              </a:pathLst>
            </a:custGeom>
            <a:solidFill>
              <a:srgbClr val="F8AD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" name="object 748" descr=""/>
            <p:cNvSpPr/>
            <p:nvPr/>
          </p:nvSpPr>
          <p:spPr>
            <a:xfrm>
              <a:off x="3730855" y="3923165"/>
              <a:ext cx="38735" cy="84455"/>
            </a:xfrm>
            <a:custGeom>
              <a:avLst/>
              <a:gdLst/>
              <a:ahLst/>
              <a:cxnLst/>
              <a:rect l="l" t="t" r="r" b="b"/>
              <a:pathLst>
                <a:path w="38735" h="84454">
                  <a:moveTo>
                    <a:pt x="19098" y="0"/>
                  </a:moveTo>
                  <a:lnTo>
                    <a:pt x="10866" y="3311"/>
                  </a:lnTo>
                  <a:lnTo>
                    <a:pt x="4884" y="12343"/>
                  </a:lnTo>
                  <a:lnTo>
                    <a:pt x="1234" y="25740"/>
                  </a:lnTo>
                  <a:lnTo>
                    <a:pt x="0" y="42145"/>
                  </a:lnTo>
                  <a:lnTo>
                    <a:pt x="1234" y="58550"/>
                  </a:lnTo>
                  <a:lnTo>
                    <a:pt x="4884" y="71946"/>
                  </a:lnTo>
                  <a:lnTo>
                    <a:pt x="10866" y="80978"/>
                  </a:lnTo>
                  <a:lnTo>
                    <a:pt x="19098" y="84290"/>
                  </a:lnTo>
                  <a:lnTo>
                    <a:pt x="27330" y="80978"/>
                  </a:lnTo>
                  <a:lnTo>
                    <a:pt x="33313" y="71946"/>
                  </a:lnTo>
                  <a:lnTo>
                    <a:pt x="36962" y="58550"/>
                  </a:lnTo>
                  <a:lnTo>
                    <a:pt x="38197" y="42145"/>
                  </a:lnTo>
                  <a:lnTo>
                    <a:pt x="36962" y="25740"/>
                  </a:lnTo>
                  <a:lnTo>
                    <a:pt x="33313" y="12343"/>
                  </a:lnTo>
                  <a:lnTo>
                    <a:pt x="27330" y="3311"/>
                  </a:lnTo>
                  <a:lnTo>
                    <a:pt x="19098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" name="object 749" descr=""/>
            <p:cNvSpPr/>
            <p:nvPr/>
          </p:nvSpPr>
          <p:spPr>
            <a:xfrm>
              <a:off x="3758123" y="3939185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3591" y="0"/>
                  </a:moveTo>
                  <a:lnTo>
                    <a:pt x="1968" y="0"/>
                  </a:lnTo>
                  <a:lnTo>
                    <a:pt x="1643" y="157"/>
                  </a:lnTo>
                  <a:lnTo>
                    <a:pt x="544" y="1151"/>
                  </a:lnTo>
                  <a:lnTo>
                    <a:pt x="0" y="2774"/>
                  </a:lnTo>
                  <a:lnTo>
                    <a:pt x="0" y="7224"/>
                  </a:lnTo>
                  <a:lnTo>
                    <a:pt x="1026" y="9298"/>
                  </a:lnTo>
                  <a:lnTo>
                    <a:pt x="2910" y="9298"/>
                  </a:lnTo>
                  <a:lnTo>
                    <a:pt x="3455" y="8826"/>
                  </a:lnTo>
                  <a:lnTo>
                    <a:pt x="4324" y="7245"/>
                  </a:lnTo>
                  <a:lnTo>
                    <a:pt x="4617" y="6020"/>
                  </a:lnTo>
                  <a:lnTo>
                    <a:pt x="4617" y="4659"/>
                  </a:lnTo>
                  <a:lnTo>
                    <a:pt x="4617" y="2094"/>
                  </a:lnTo>
                  <a:lnTo>
                    <a:pt x="3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" name="object 750" descr=""/>
            <p:cNvSpPr/>
            <p:nvPr/>
          </p:nvSpPr>
          <p:spPr>
            <a:xfrm>
              <a:off x="3758688" y="3939185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5" h="8889">
                  <a:moveTo>
                    <a:pt x="3026" y="0"/>
                  </a:moveTo>
                  <a:lnTo>
                    <a:pt x="1403" y="0"/>
                  </a:lnTo>
                  <a:lnTo>
                    <a:pt x="1078" y="157"/>
                  </a:lnTo>
                  <a:lnTo>
                    <a:pt x="785" y="418"/>
                  </a:lnTo>
                  <a:lnTo>
                    <a:pt x="303" y="1256"/>
                  </a:lnTo>
                  <a:lnTo>
                    <a:pt x="0" y="2513"/>
                  </a:lnTo>
                  <a:lnTo>
                    <a:pt x="0" y="6460"/>
                  </a:lnTo>
                  <a:lnTo>
                    <a:pt x="1036" y="8533"/>
                  </a:lnTo>
                  <a:lnTo>
                    <a:pt x="2670" y="8533"/>
                  </a:lnTo>
                  <a:lnTo>
                    <a:pt x="3005" y="8376"/>
                  </a:lnTo>
                  <a:lnTo>
                    <a:pt x="3298" y="8073"/>
                  </a:lnTo>
                  <a:lnTo>
                    <a:pt x="3759" y="7245"/>
                  </a:lnTo>
                  <a:lnTo>
                    <a:pt x="4052" y="6020"/>
                  </a:lnTo>
                  <a:lnTo>
                    <a:pt x="4052" y="4659"/>
                  </a:lnTo>
                  <a:lnTo>
                    <a:pt x="4052" y="2094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" name="object 751" descr=""/>
            <p:cNvSpPr/>
            <p:nvPr/>
          </p:nvSpPr>
          <p:spPr>
            <a:xfrm>
              <a:off x="3747860" y="3926977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3591" y="0"/>
                  </a:moveTo>
                  <a:lnTo>
                    <a:pt x="1968" y="0"/>
                  </a:lnTo>
                  <a:lnTo>
                    <a:pt x="1643" y="157"/>
                  </a:lnTo>
                  <a:lnTo>
                    <a:pt x="544" y="1151"/>
                  </a:lnTo>
                  <a:lnTo>
                    <a:pt x="0" y="2774"/>
                  </a:lnTo>
                  <a:lnTo>
                    <a:pt x="0" y="7224"/>
                  </a:lnTo>
                  <a:lnTo>
                    <a:pt x="1026" y="9298"/>
                  </a:lnTo>
                  <a:lnTo>
                    <a:pt x="2910" y="9298"/>
                  </a:lnTo>
                  <a:lnTo>
                    <a:pt x="3455" y="8826"/>
                  </a:lnTo>
                  <a:lnTo>
                    <a:pt x="4324" y="7245"/>
                  </a:lnTo>
                  <a:lnTo>
                    <a:pt x="4617" y="6020"/>
                  </a:lnTo>
                  <a:lnTo>
                    <a:pt x="4617" y="4659"/>
                  </a:lnTo>
                  <a:lnTo>
                    <a:pt x="4617" y="2094"/>
                  </a:lnTo>
                  <a:lnTo>
                    <a:pt x="3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" name="object 752" descr=""/>
            <p:cNvSpPr/>
            <p:nvPr/>
          </p:nvSpPr>
          <p:spPr>
            <a:xfrm>
              <a:off x="3748426" y="3926977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5" h="8889">
                  <a:moveTo>
                    <a:pt x="3026" y="0"/>
                  </a:moveTo>
                  <a:lnTo>
                    <a:pt x="1403" y="0"/>
                  </a:lnTo>
                  <a:lnTo>
                    <a:pt x="1078" y="157"/>
                  </a:lnTo>
                  <a:lnTo>
                    <a:pt x="785" y="418"/>
                  </a:lnTo>
                  <a:lnTo>
                    <a:pt x="303" y="1256"/>
                  </a:lnTo>
                  <a:lnTo>
                    <a:pt x="0" y="2513"/>
                  </a:lnTo>
                  <a:lnTo>
                    <a:pt x="0" y="6460"/>
                  </a:lnTo>
                  <a:lnTo>
                    <a:pt x="1036" y="8533"/>
                  </a:lnTo>
                  <a:lnTo>
                    <a:pt x="2670" y="8533"/>
                  </a:lnTo>
                  <a:lnTo>
                    <a:pt x="3005" y="8376"/>
                  </a:lnTo>
                  <a:lnTo>
                    <a:pt x="3298" y="8073"/>
                  </a:lnTo>
                  <a:lnTo>
                    <a:pt x="3759" y="7245"/>
                  </a:lnTo>
                  <a:lnTo>
                    <a:pt x="4052" y="6020"/>
                  </a:lnTo>
                  <a:lnTo>
                    <a:pt x="4052" y="4659"/>
                  </a:lnTo>
                  <a:lnTo>
                    <a:pt x="4052" y="2094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" name="object 753" descr=""/>
            <p:cNvSpPr/>
            <p:nvPr/>
          </p:nvSpPr>
          <p:spPr>
            <a:xfrm>
              <a:off x="3736456" y="3938531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3591" y="0"/>
                  </a:moveTo>
                  <a:lnTo>
                    <a:pt x="1968" y="0"/>
                  </a:lnTo>
                  <a:lnTo>
                    <a:pt x="1643" y="157"/>
                  </a:lnTo>
                  <a:lnTo>
                    <a:pt x="544" y="1151"/>
                  </a:lnTo>
                  <a:lnTo>
                    <a:pt x="0" y="2774"/>
                  </a:lnTo>
                  <a:lnTo>
                    <a:pt x="0" y="7224"/>
                  </a:lnTo>
                  <a:lnTo>
                    <a:pt x="1026" y="9298"/>
                  </a:lnTo>
                  <a:lnTo>
                    <a:pt x="2910" y="9298"/>
                  </a:lnTo>
                  <a:lnTo>
                    <a:pt x="3455" y="8826"/>
                  </a:lnTo>
                  <a:lnTo>
                    <a:pt x="4324" y="7245"/>
                  </a:lnTo>
                  <a:lnTo>
                    <a:pt x="4617" y="6020"/>
                  </a:lnTo>
                  <a:lnTo>
                    <a:pt x="4617" y="4659"/>
                  </a:lnTo>
                  <a:lnTo>
                    <a:pt x="4617" y="2094"/>
                  </a:lnTo>
                  <a:lnTo>
                    <a:pt x="3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" name="object 754" descr=""/>
            <p:cNvSpPr/>
            <p:nvPr/>
          </p:nvSpPr>
          <p:spPr>
            <a:xfrm>
              <a:off x="3737022" y="3938531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5" h="8889">
                  <a:moveTo>
                    <a:pt x="3026" y="0"/>
                  </a:moveTo>
                  <a:lnTo>
                    <a:pt x="1403" y="0"/>
                  </a:lnTo>
                  <a:lnTo>
                    <a:pt x="1078" y="157"/>
                  </a:lnTo>
                  <a:lnTo>
                    <a:pt x="785" y="418"/>
                  </a:lnTo>
                  <a:lnTo>
                    <a:pt x="303" y="1256"/>
                  </a:lnTo>
                  <a:lnTo>
                    <a:pt x="0" y="2513"/>
                  </a:lnTo>
                  <a:lnTo>
                    <a:pt x="0" y="6460"/>
                  </a:lnTo>
                  <a:lnTo>
                    <a:pt x="1036" y="8533"/>
                  </a:lnTo>
                  <a:lnTo>
                    <a:pt x="2670" y="8533"/>
                  </a:lnTo>
                  <a:lnTo>
                    <a:pt x="3005" y="8376"/>
                  </a:lnTo>
                  <a:lnTo>
                    <a:pt x="3298" y="8073"/>
                  </a:lnTo>
                  <a:lnTo>
                    <a:pt x="3759" y="7245"/>
                  </a:lnTo>
                  <a:lnTo>
                    <a:pt x="4052" y="6020"/>
                  </a:lnTo>
                  <a:lnTo>
                    <a:pt x="4052" y="4659"/>
                  </a:lnTo>
                  <a:lnTo>
                    <a:pt x="4052" y="2094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" name="object 755" descr=""/>
            <p:cNvSpPr/>
            <p:nvPr/>
          </p:nvSpPr>
          <p:spPr>
            <a:xfrm>
              <a:off x="3741373" y="3951600"/>
              <a:ext cx="19050" cy="37465"/>
            </a:xfrm>
            <a:custGeom>
              <a:avLst/>
              <a:gdLst/>
              <a:ahLst/>
              <a:cxnLst/>
              <a:rect l="l" t="t" r="r" b="b"/>
              <a:pathLst>
                <a:path w="19050" h="37464">
                  <a:moveTo>
                    <a:pt x="14439" y="0"/>
                  </a:moveTo>
                  <a:lnTo>
                    <a:pt x="9004" y="0"/>
                  </a:lnTo>
                  <a:lnTo>
                    <a:pt x="3696" y="963"/>
                  </a:lnTo>
                  <a:lnTo>
                    <a:pt x="0" y="8952"/>
                  </a:lnTo>
                  <a:lnTo>
                    <a:pt x="0" y="28941"/>
                  </a:lnTo>
                  <a:lnTo>
                    <a:pt x="4156" y="37276"/>
                  </a:lnTo>
                  <a:lnTo>
                    <a:pt x="10659" y="37276"/>
                  </a:lnTo>
                  <a:lnTo>
                    <a:pt x="11978" y="36679"/>
                  </a:lnTo>
                  <a:lnTo>
                    <a:pt x="16376" y="32669"/>
                  </a:lnTo>
                  <a:lnTo>
                    <a:pt x="18596" y="26187"/>
                  </a:lnTo>
                  <a:lnTo>
                    <a:pt x="18596" y="18648"/>
                  </a:lnTo>
                  <a:lnTo>
                    <a:pt x="18596" y="8355"/>
                  </a:lnTo>
                  <a:lnTo>
                    <a:pt x="1443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" name="object 756" descr=""/>
            <p:cNvSpPr/>
            <p:nvPr/>
          </p:nvSpPr>
          <p:spPr>
            <a:xfrm>
              <a:off x="3744368" y="3951600"/>
              <a:ext cx="15875" cy="36195"/>
            </a:xfrm>
            <a:custGeom>
              <a:avLst/>
              <a:gdLst/>
              <a:ahLst/>
              <a:cxnLst/>
              <a:rect l="l" t="t" r="r" b="b"/>
              <a:pathLst>
                <a:path w="15875" h="36195">
                  <a:moveTo>
                    <a:pt x="11444" y="0"/>
                  </a:moveTo>
                  <a:lnTo>
                    <a:pt x="6293" y="0"/>
                  </a:lnTo>
                  <a:lnTo>
                    <a:pt x="5423" y="94"/>
                  </a:lnTo>
                  <a:lnTo>
                    <a:pt x="2230" y="3026"/>
                  </a:lnTo>
                  <a:lnTo>
                    <a:pt x="0" y="9528"/>
                  </a:lnTo>
                  <a:lnTo>
                    <a:pt x="0" y="27329"/>
                  </a:lnTo>
                  <a:lnTo>
                    <a:pt x="4156" y="35684"/>
                  </a:lnTo>
                  <a:lnTo>
                    <a:pt x="9287" y="35684"/>
                  </a:lnTo>
                  <a:lnTo>
                    <a:pt x="10167" y="35601"/>
                  </a:lnTo>
                  <a:lnTo>
                    <a:pt x="13381" y="32669"/>
                  </a:lnTo>
                  <a:lnTo>
                    <a:pt x="15601" y="26187"/>
                  </a:lnTo>
                  <a:lnTo>
                    <a:pt x="15601" y="18648"/>
                  </a:lnTo>
                  <a:lnTo>
                    <a:pt x="15601" y="8355"/>
                  </a:lnTo>
                  <a:lnTo>
                    <a:pt x="11444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" name="object 757" descr=""/>
            <p:cNvSpPr/>
            <p:nvPr/>
          </p:nvSpPr>
          <p:spPr>
            <a:xfrm>
              <a:off x="3783604" y="3923165"/>
              <a:ext cx="38735" cy="84455"/>
            </a:xfrm>
            <a:custGeom>
              <a:avLst/>
              <a:gdLst/>
              <a:ahLst/>
              <a:cxnLst/>
              <a:rect l="l" t="t" r="r" b="b"/>
              <a:pathLst>
                <a:path w="38735" h="84454">
                  <a:moveTo>
                    <a:pt x="19098" y="0"/>
                  </a:moveTo>
                  <a:lnTo>
                    <a:pt x="10866" y="3311"/>
                  </a:lnTo>
                  <a:lnTo>
                    <a:pt x="4884" y="12343"/>
                  </a:lnTo>
                  <a:lnTo>
                    <a:pt x="1234" y="25740"/>
                  </a:lnTo>
                  <a:lnTo>
                    <a:pt x="0" y="42145"/>
                  </a:lnTo>
                  <a:lnTo>
                    <a:pt x="1234" y="58550"/>
                  </a:lnTo>
                  <a:lnTo>
                    <a:pt x="4884" y="71946"/>
                  </a:lnTo>
                  <a:lnTo>
                    <a:pt x="10866" y="80978"/>
                  </a:lnTo>
                  <a:lnTo>
                    <a:pt x="19098" y="84290"/>
                  </a:lnTo>
                  <a:lnTo>
                    <a:pt x="27330" y="80978"/>
                  </a:lnTo>
                  <a:lnTo>
                    <a:pt x="33313" y="71946"/>
                  </a:lnTo>
                  <a:lnTo>
                    <a:pt x="36962" y="58550"/>
                  </a:lnTo>
                  <a:lnTo>
                    <a:pt x="38197" y="42145"/>
                  </a:lnTo>
                  <a:lnTo>
                    <a:pt x="36962" y="25740"/>
                  </a:lnTo>
                  <a:lnTo>
                    <a:pt x="33313" y="12343"/>
                  </a:lnTo>
                  <a:lnTo>
                    <a:pt x="27330" y="3311"/>
                  </a:lnTo>
                  <a:lnTo>
                    <a:pt x="19098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" name="object 758" descr=""/>
            <p:cNvSpPr/>
            <p:nvPr/>
          </p:nvSpPr>
          <p:spPr>
            <a:xfrm>
              <a:off x="3810872" y="3939185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3591" y="0"/>
                  </a:moveTo>
                  <a:lnTo>
                    <a:pt x="1968" y="0"/>
                  </a:lnTo>
                  <a:lnTo>
                    <a:pt x="1643" y="157"/>
                  </a:lnTo>
                  <a:lnTo>
                    <a:pt x="544" y="1151"/>
                  </a:lnTo>
                  <a:lnTo>
                    <a:pt x="0" y="2774"/>
                  </a:lnTo>
                  <a:lnTo>
                    <a:pt x="0" y="7224"/>
                  </a:lnTo>
                  <a:lnTo>
                    <a:pt x="1026" y="9298"/>
                  </a:lnTo>
                  <a:lnTo>
                    <a:pt x="2910" y="9298"/>
                  </a:lnTo>
                  <a:lnTo>
                    <a:pt x="3455" y="8826"/>
                  </a:lnTo>
                  <a:lnTo>
                    <a:pt x="4324" y="7245"/>
                  </a:lnTo>
                  <a:lnTo>
                    <a:pt x="4617" y="6020"/>
                  </a:lnTo>
                  <a:lnTo>
                    <a:pt x="4617" y="4659"/>
                  </a:lnTo>
                  <a:lnTo>
                    <a:pt x="4617" y="2094"/>
                  </a:lnTo>
                  <a:lnTo>
                    <a:pt x="3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9" name="object 759" descr=""/>
            <p:cNvSpPr/>
            <p:nvPr/>
          </p:nvSpPr>
          <p:spPr>
            <a:xfrm>
              <a:off x="3811437" y="3939185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5" h="8889">
                  <a:moveTo>
                    <a:pt x="3026" y="0"/>
                  </a:moveTo>
                  <a:lnTo>
                    <a:pt x="1403" y="0"/>
                  </a:lnTo>
                  <a:lnTo>
                    <a:pt x="1078" y="157"/>
                  </a:lnTo>
                  <a:lnTo>
                    <a:pt x="785" y="418"/>
                  </a:lnTo>
                  <a:lnTo>
                    <a:pt x="303" y="1256"/>
                  </a:lnTo>
                  <a:lnTo>
                    <a:pt x="0" y="2513"/>
                  </a:lnTo>
                  <a:lnTo>
                    <a:pt x="0" y="6460"/>
                  </a:lnTo>
                  <a:lnTo>
                    <a:pt x="1036" y="8533"/>
                  </a:lnTo>
                  <a:lnTo>
                    <a:pt x="2670" y="8533"/>
                  </a:lnTo>
                  <a:lnTo>
                    <a:pt x="3005" y="8376"/>
                  </a:lnTo>
                  <a:lnTo>
                    <a:pt x="3298" y="8073"/>
                  </a:lnTo>
                  <a:lnTo>
                    <a:pt x="3759" y="7245"/>
                  </a:lnTo>
                  <a:lnTo>
                    <a:pt x="4052" y="6020"/>
                  </a:lnTo>
                  <a:lnTo>
                    <a:pt x="4052" y="4659"/>
                  </a:lnTo>
                  <a:lnTo>
                    <a:pt x="4052" y="2094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" name="object 760" descr=""/>
            <p:cNvSpPr/>
            <p:nvPr/>
          </p:nvSpPr>
          <p:spPr>
            <a:xfrm>
              <a:off x="3800608" y="3926977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3591" y="0"/>
                  </a:moveTo>
                  <a:lnTo>
                    <a:pt x="1968" y="0"/>
                  </a:lnTo>
                  <a:lnTo>
                    <a:pt x="1643" y="157"/>
                  </a:lnTo>
                  <a:lnTo>
                    <a:pt x="544" y="1151"/>
                  </a:lnTo>
                  <a:lnTo>
                    <a:pt x="0" y="2774"/>
                  </a:lnTo>
                  <a:lnTo>
                    <a:pt x="0" y="7224"/>
                  </a:lnTo>
                  <a:lnTo>
                    <a:pt x="1026" y="9298"/>
                  </a:lnTo>
                  <a:lnTo>
                    <a:pt x="2910" y="9298"/>
                  </a:lnTo>
                  <a:lnTo>
                    <a:pt x="3455" y="8826"/>
                  </a:lnTo>
                  <a:lnTo>
                    <a:pt x="4324" y="7245"/>
                  </a:lnTo>
                  <a:lnTo>
                    <a:pt x="4617" y="6020"/>
                  </a:lnTo>
                  <a:lnTo>
                    <a:pt x="4617" y="4659"/>
                  </a:lnTo>
                  <a:lnTo>
                    <a:pt x="4617" y="2094"/>
                  </a:lnTo>
                  <a:lnTo>
                    <a:pt x="3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" name="object 761" descr=""/>
            <p:cNvSpPr/>
            <p:nvPr/>
          </p:nvSpPr>
          <p:spPr>
            <a:xfrm>
              <a:off x="3801174" y="3926977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5" h="8889">
                  <a:moveTo>
                    <a:pt x="3026" y="0"/>
                  </a:moveTo>
                  <a:lnTo>
                    <a:pt x="1403" y="0"/>
                  </a:lnTo>
                  <a:lnTo>
                    <a:pt x="1078" y="157"/>
                  </a:lnTo>
                  <a:lnTo>
                    <a:pt x="785" y="418"/>
                  </a:lnTo>
                  <a:lnTo>
                    <a:pt x="303" y="1256"/>
                  </a:lnTo>
                  <a:lnTo>
                    <a:pt x="0" y="2513"/>
                  </a:lnTo>
                  <a:lnTo>
                    <a:pt x="0" y="6460"/>
                  </a:lnTo>
                  <a:lnTo>
                    <a:pt x="1036" y="8533"/>
                  </a:lnTo>
                  <a:lnTo>
                    <a:pt x="2670" y="8533"/>
                  </a:lnTo>
                  <a:lnTo>
                    <a:pt x="3005" y="8376"/>
                  </a:lnTo>
                  <a:lnTo>
                    <a:pt x="3298" y="8073"/>
                  </a:lnTo>
                  <a:lnTo>
                    <a:pt x="3759" y="7245"/>
                  </a:lnTo>
                  <a:lnTo>
                    <a:pt x="4052" y="6020"/>
                  </a:lnTo>
                  <a:lnTo>
                    <a:pt x="4052" y="4659"/>
                  </a:lnTo>
                  <a:lnTo>
                    <a:pt x="4052" y="2094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" name="object 762" descr=""/>
            <p:cNvSpPr/>
            <p:nvPr/>
          </p:nvSpPr>
          <p:spPr>
            <a:xfrm>
              <a:off x="3789204" y="3938531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3591" y="0"/>
                  </a:moveTo>
                  <a:lnTo>
                    <a:pt x="1968" y="0"/>
                  </a:lnTo>
                  <a:lnTo>
                    <a:pt x="1643" y="157"/>
                  </a:lnTo>
                  <a:lnTo>
                    <a:pt x="544" y="1151"/>
                  </a:lnTo>
                  <a:lnTo>
                    <a:pt x="0" y="2774"/>
                  </a:lnTo>
                  <a:lnTo>
                    <a:pt x="0" y="7224"/>
                  </a:lnTo>
                  <a:lnTo>
                    <a:pt x="1026" y="9298"/>
                  </a:lnTo>
                  <a:lnTo>
                    <a:pt x="2910" y="9298"/>
                  </a:lnTo>
                  <a:lnTo>
                    <a:pt x="3455" y="8826"/>
                  </a:lnTo>
                  <a:lnTo>
                    <a:pt x="4324" y="7245"/>
                  </a:lnTo>
                  <a:lnTo>
                    <a:pt x="4617" y="6020"/>
                  </a:lnTo>
                  <a:lnTo>
                    <a:pt x="4617" y="4659"/>
                  </a:lnTo>
                  <a:lnTo>
                    <a:pt x="4617" y="2094"/>
                  </a:lnTo>
                  <a:lnTo>
                    <a:pt x="3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" name="object 763" descr=""/>
            <p:cNvSpPr/>
            <p:nvPr/>
          </p:nvSpPr>
          <p:spPr>
            <a:xfrm>
              <a:off x="3789770" y="3938531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5" h="8889">
                  <a:moveTo>
                    <a:pt x="3026" y="0"/>
                  </a:moveTo>
                  <a:lnTo>
                    <a:pt x="1403" y="0"/>
                  </a:lnTo>
                  <a:lnTo>
                    <a:pt x="1078" y="157"/>
                  </a:lnTo>
                  <a:lnTo>
                    <a:pt x="785" y="418"/>
                  </a:lnTo>
                  <a:lnTo>
                    <a:pt x="303" y="1256"/>
                  </a:lnTo>
                  <a:lnTo>
                    <a:pt x="0" y="2513"/>
                  </a:lnTo>
                  <a:lnTo>
                    <a:pt x="0" y="6460"/>
                  </a:lnTo>
                  <a:lnTo>
                    <a:pt x="1036" y="8533"/>
                  </a:lnTo>
                  <a:lnTo>
                    <a:pt x="2670" y="8533"/>
                  </a:lnTo>
                  <a:lnTo>
                    <a:pt x="3005" y="8376"/>
                  </a:lnTo>
                  <a:lnTo>
                    <a:pt x="3298" y="8073"/>
                  </a:lnTo>
                  <a:lnTo>
                    <a:pt x="3759" y="7245"/>
                  </a:lnTo>
                  <a:lnTo>
                    <a:pt x="4052" y="6020"/>
                  </a:lnTo>
                  <a:lnTo>
                    <a:pt x="4052" y="4659"/>
                  </a:lnTo>
                  <a:lnTo>
                    <a:pt x="4052" y="2094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" name="object 764" descr=""/>
            <p:cNvSpPr/>
            <p:nvPr/>
          </p:nvSpPr>
          <p:spPr>
            <a:xfrm>
              <a:off x="3794122" y="3951600"/>
              <a:ext cx="19050" cy="37465"/>
            </a:xfrm>
            <a:custGeom>
              <a:avLst/>
              <a:gdLst/>
              <a:ahLst/>
              <a:cxnLst/>
              <a:rect l="l" t="t" r="r" b="b"/>
              <a:pathLst>
                <a:path w="19050" h="37464">
                  <a:moveTo>
                    <a:pt x="14439" y="0"/>
                  </a:moveTo>
                  <a:lnTo>
                    <a:pt x="9004" y="0"/>
                  </a:lnTo>
                  <a:lnTo>
                    <a:pt x="3696" y="963"/>
                  </a:lnTo>
                  <a:lnTo>
                    <a:pt x="0" y="8952"/>
                  </a:lnTo>
                  <a:lnTo>
                    <a:pt x="0" y="28941"/>
                  </a:lnTo>
                  <a:lnTo>
                    <a:pt x="4156" y="37276"/>
                  </a:lnTo>
                  <a:lnTo>
                    <a:pt x="10659" y="37276"/>
                  </a:lnTo>
                  <a:lnTo>
                    <a:pt x="11978" y="36679"/>
                  </a:lnTo>
                  <a:lnTo>
                    <a:pt x="16376" y="32669"/>
                  </a:lnTo>
                  <a:lnTo>
                    <a:pt x="18596" y="26187"/>
                  </a:lnTo>
                  <a:lnTo>
                    <a:pt x="18596" y="18648"/>
                  </a:lnTo>
                  <a:lnTo>
                    <a:pt x="18596" y="8355"/>
                  </a:lnTo>
                  <a:lnTo>
                    <a:pt x="1443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" name="object 765" descr=""/>
            <p:cNvSpPr/>
            <p:nvPr/>
          </p:nvSpPr>
          <p:spPr>
            <a:xfrm>
              <a:off x="3797116" y="3951600"/>
              <a:ext cx="15875" cy="36195"/>
            </a:xfrm>
            <a:custGeom>
              <a:avLst/>
              <a:gdLst/>
              <a:ahLst/>
              <a:cxnLst/>
              <a:rect l="l" t="t" r="r" b="b"/>
              <a:pathLst>
                <a:path w="15875" h="36195">
                  <a:moveTo>
                    <a:pt x="11444" y="0"/>
                  </a:moveTo>
                  <a:lnTo>
                    <a:pt x="6293" y="0"/>
                  </a:lnTo>
                  <a:lnTo>
                    <a:pt x="5423" y="94"/>
                  </a:lnTo>
                  <a:lnTo>
                    <a:pt x="2219" y="3026"/>
                  </a:lnTo>
                  <a:lnTo>
                    <a:pt x="0" y="9528"/>
                  </a:lnTo>
                  <a:lnTo>
                    <a:pt x="0" y="27329"/>
                  </a:lnTo>
                  <a:lnTo>
                    <a:pt x="4156" y="35684"/>
                  </a:lnTo>
                  <a:lnTo>
                    <a:pt x="9287" y="35684"/>
                  </a:lnTo>
                  <a:lnTo>
                    <a:pt x="10156" y="35601"/>
                  </a:lnTo>
                  <a:lnTo>
                    <a:pt x="13381" y="32669"/>
                  </a:lnTo>
                  <a:lnTo>
                    <a:pt x="15601" y="26187"/>
                  </a:lnTo>
                  <a:lnTo>
                    <a:pt x="15601" y="18648"/>
                  </a:lnTo>
                  <a:lnTo>
                    <a:pt x="15601" y="8355"/>
                  </a:lnTo>
                  <a:lnTo>
                    <a:pt x="11444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" name="object 766" descr=""/>
            <p:cNvSpPr/>
            <p:nvPr/>
          </p:nvSpPr>
          <p:spPr>
            <a:xfrm>
              <a:off x="3836352" y="3921421"/>
              <a:ext cx="38735" cy="84455"/>
            </a:xfrm>
            <a:custGeom>
              <a:avLst/>
              <a:gdLst/>
              <a:ahLst/>
              <a:cxnLst/>
              <a:rect l="l" t="t" r="r" b="b"/>
              <a:pathLst>
                <a:path w="38735" h="84454">
                  <a:moveTo>
                    <a:pt x="19098" y="0"/>
                  </a:moveTo>
                  <a:lnTo>
                    <a:pt x="10866" y="3311"/>
                  </a:lnTo>
                  <a:lnTo>
                    <a:pt x="4884" y="12343"/>
                  </a:lnTo>
                  <a:lnTo>
                    <a:pt x="1234" y="25740"/>
                  </a:lnTo>
                  <a:lnTo>
                    <a:pt x="0" y="42145"/>
                  </a:lnTo>
                  <a:lnTo>
                    <a:pt x="1234" y="58550"/>
                  </a:lnTo>
                  <a:lnTo>
                    <a:pt x="4884" y="71946"/>
                  </a:lnTo>
                  <a:lnTo>
                    <a:pt x="10866" y="80978"/>
                  </a:lnTo>
                  <a:lnTo>
                    <a:pt x="19098" y="84290"/>
                  </a:lnTo>
                  <a:lnTo>
                    <a:pt x="27330" y="80978"/>
                  </a:lnTo>
                  <a:lnTo>
                    <a:pt x="33313" y="71946"/>
                  </a:lnTo>
                  <a:lnTo>
                    <a:pt x="36962" y="58550"/>
                  </a:lnTo>
                  <a:lnTo>
                    <a:pt x="38197" y="42145"/>
                  </a:lnTo>
                  <a:lnTo>
                    <a:pt x="36962" y="25740"/>
                  </a:lnTo>
                  <a:lnTo>
                    <a:pt x="33313" y="12343"/>
                  </a:lnTo>
                  <a:lnTo>
                    <a:pt x="27330" y="3311"/>
                  </a:lnTo>
                  <a:lnTo>
                    <a:pt x="19098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" name="object 767" descr=""/>
            <p:cNvSpPr/>
            <p:nvPr/>
          </p:nvSpPr>
          <p:spPr>
            <a:xfrm>
              <a:off x="3863620" y="3937441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3591" y="0"/>
                  </a:moveTo>
                  <a:lnTo>
                    <a:pt x="1968" y="0"/>
                  </a:lnTo>
                  <a:lnTo>
                    <a:pt x="1643" y="157"/>
                  </a:lnTo>
                  <a:lnTo>
                    <a:pt x="544" y="1151"/>
                  </a:lnTo>
                  <a:lnTo>
                    <a:pt x="0" y="2774"/>
                  </a:lnTo>
                  <a:lnTo>
                    <a:pt x="0" y="7224"/>
                  </a:lnTo>
                  <a:lnTo>
                    <a:pt x="1026" y="9298"/>
                  </a:lnTo>
                  <a:lnTo>
                    <a:pt x="2910" y="9298"/>
                  </a:lnTo>
                  <a:lnTo>
                    <a:pt x="3455" y="8826"/>
                  </a:lnTo>
                  <a:lnTo>
                    <a:pt x="4324" y="7245"/>
                  </a:lnTo>
                  <a:lnTo>
                    <a:pt x="4617" y="6020"/>
                  </a:lnTo>
                  <a:lnTo>
                    <a:pt x="4617" y="4659"/>
                  </a:lnTo>
                  <a:lnTo>
                    <a:pt x="4617" y="2094"/>
                  </a:lnTo>
                  <a:lnTo>
                    <a:pt x="3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" name="object 768" descr=""/>
            <p:cNvSpPr/>
            <p:nvPr/>
          </p:nvSpPr>
          <p:spPr>
            <a:xfrm>
              <a:off x="3864185" y="3937441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5" h="8889">
                  <a:moveTo>
                    <a:pt x="3026" y="0"/>
                  </a:moveTo>
                  <a:lnTo>
                    <a:pt x="1403" y="0"/>
                  </a:lnTo>
                  <a:lnTo>
                    <a:pt x="1078" y="157"/>
                  </a:lnTo>
                  <a:lnTo>
                    <a:pt x="785" y="418"/>
                  </a:lnTo>
                  <a:lnTo>
                    <a:pt x="303" y="1256"/>
                  </a:lnTo>
                  <a:lnTo>
                    <a:pt x="0" y="2513"/>
                  </a:lnTo>
                  <a:lnTo>
                    <a:pt x="0" y="6460"/>
                  </a:lnTo>
                  <a:lnTo>
                    <a:pt x="1036" y="8533"/>
                  </a:lnTo>
                  <a:lnTo>
                    <a:pt x="2670" y="8533"/>
                  </a:lnTo>
                  <a:lnTo>
                    <a:pt x="3005" y="8376"/>
                  </a:lnTo>
                  <a:lnTo>
                    <a:pt x="3298" y="8073"/>
                  </a:lnTo>
                  <a:lnTo>
                    <a:pt x="3759" y="7245"/>
                  </a:lnTo>
                  <a:lnTo>
                    <a:pt x="4052" y="6020"/>
                  </a:lnTo>
                  <a:lnTo>
                    <a:pt x="4052" y="4659"/>
                  </a:lnTo>
                  <a:lnTo>
                    <a:pt x="4052" y="2094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" name="object 769" descr=""/>
            <p:cNvSpPr/>
            <p:nvPr/>
          </p:nvSpPr>
          <p:spPr>
            <a:xfrm>
              <a:off x="3853356" y="3925233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3591" y="0"/>
                  </a:moveTo>
                  <a:lnTo>
                    <a:pt x="1968" y="0"/>
                  </a:lnTo>
                  <a:lnTo>
                    <a:pt x="1643" y="157"/>
                  </a:lnTo>
                  <a:lnTo>
                    <a:pt x="544" y="1151"/>
                  </a:lnTo>
                  <a:lnTo>
                    <a:pt x="0" y="2774"/>
                  </a:lnTo>
                  <a:lnTo>
                    <a:pt x="0" y="7224"/>
                  </a:lnTo>
                  <a:lnTo>
                    <a:pt x="1026" y="9298"/>
                  </a:lnTo>
                  <a:lnTo>
                    <a:pt x="2910" y="9298"/>
                  </a:lnTo>
                  <a:lnTo>
                    <a:pt x="3455" y="8826"/>
                  </a:lnTo>
                  <a:lnTo>
                    <a:pt x="4324" y="7245"/>
                  </a:lnTo>
                  <a:lnTo>
                    <a:pt x="4617" y="6020"/>
                  </a:lnTo>
                  <a:lnTo>
                    <a:pt x="4617" y="4659"/>
                  </a:lnTo>
                  <a:lnTo>
                    <a:pt x="4617" y="2094"/>
                  </a:lnTo>
                  <a:lnTo>
                    <a:pt x="3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" name="object 770" descr=""/>
            <p:cNvSpPr/>
            <p:nvPr/>
          </p:nvSpPr>
          <p:spPr>
            <a:xfrm>
              <a:off x="3853922" y="3925233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5" h="8889">
                  <a:moveTo>
                    <a:pt x="3026" y="0"/>
                  </a:moveTo>
                  <a:lnTo>
                    <a:pt x="1403" y="0"/>
                  </a:lnTo>
                  <a:lnTo>
                    <a:pt x="1078" y="157"/>
                  </a:lnTo>
                  <a:lnTo>
                    <a:pt x="785" y="418"/>
                  </a:lnTo>
                  <a:lnTo>
                    <a:pt x="303" y="1256"/>
                  </a:lnTo>
                  <a:lnTo>
                    <a:pt x="0" y="2513"/>
                  </a:lnTo>
                  <a:lnTo>
                    <a:pt x="0" y="6460"/>
                  </a:lnTo>
                  <a:lnTo>
                    <a:pt x="1036" y="8533"/>
                  </a:lnTo>
                  <a:lnTo>
                    <a:pt x="2670" y="8533"/>
                  </a:lnTo>
                  <a:lnTo>
                    <a:pt x="3005" y="8376"/>
                  </a:lnTo>
                  <a:lnTo>
                    <a:pt x="3298" y="8073"/>
                  </a:lnTo>
                  <a:lnTo>
                    <a:pt x="3759" y="7245"/>
                  </a:lnTo>
                  <a:lnTo>
                    <a:pt x="4052" y="6020"/>
                  </a:lnTo>
                  <a:lnTo>
                    <a:pt x="4052" y="4659"/>
                  </a:lnTo>
                  <a:lnTo>
                    <a:pt x="4052" y="2094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" name="object 771" descr=""/>
            <p:cNvSpPr/>
            <p:nvPr/>
          </p:nvSpPr>
          <p:spPr>
            <a:xfrm>
              <a:off x="3841954" y="3936787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3591" y="0"/>
                  </a:moveTo>
                  <a:lnTo>
                    <a:pt x="1968" y="0"/>
                  </a:lnTo>
                  <a:lnTo>
                    <a:pt x="1643" y="157"/>
                  </a:lnTo>
                  <a:lnTo>
                    <a:pt x="544" y="1151"/>
                  </a:lnTo>
                  <a:lnTo>
                    <a:pt x="0" y="2774"/>
                  </a:lnTo>
                  <a:lnTo>
                    <a:pt x="0" y="7224"/>
                  </a:lnTo>
                  <a:lnTo>
                    <a:pt x="1026" y="9298"/>
                  </a:lnTo>
                  <a:lnTo>
                    <a:pt x="2910" y="9298"/>
                  </a:lnTo>
                  <a:lnTo>
                    <a:pt x="3455" y="8826"/>
                  </a:lnTo>
                  <a:lnTo>
                    <a:pt x="4324" y="7245"/>
                  </a:lnTo>
                  <a:lnTo>
                    <a:pt x="4617" y="6020"/>
                  </a:lnTo>
                  <a:lnTo>
                    <a:pt x="4617" y="4659"/>
                  </a:lnTo>
                  <a:lnTo>
                    <a:pt x="4617" y="2094"/>
                  </a:lnTo>
                  <a:lnTo>
                    <a:pt x="3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" name="object 772" descr=""/>
            <p:cNvSpPr/>
            <p:nvPr/>
          </p:nvSpPr>
          <p:spPr>
            <a:xfrm>
              <a:off x="3842519" y="3936787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5" h="8889">
                  <a:moveTo>
                    <a:pt x="3026" y="0"/>
                  </a:moveTo>
                  <a:lnTo>
                    <a:pt x="1403" y="0"/>
                  </a:lnTo>
                  <a:lnTo>
                    <a:pt x="1078" y="157"/>
                  </a:lnTo>
                  <a:lnTo>
                    <a:pt x="785" y="418"/>
                  </a:lnTo>
                  <a:lnTo>
                    <a:pt x="303" y="1256"/>
                  </a:lnTo>
                  <a:lnTo>
                    <a:pt x="0" y="2513"/>
                  </a:lnTo>
                  <a:lnTo>
                    <a:pt x="0" y="6460"/>
                  </a:lnTo>
                  <a:lnTo>
                    <a:pt x="1036" y="8533"/>
                  </a:lnTo>
                  <a:lnTo>
                    <a:pt x="2670" y="8533"/>
                  </a:lnTo>
                  <a:lnTo>
                    <a:pt x="3005" y="8376"/>
                  </a:lnTo>
                  <a:lnTo>
                    <a:pt x="3298" y="8073"/>
                  </a:lnTo>
                  <a:lnTo>
                    <a:pt x="3759" y="7245"/>
                  </a:lnTo>
                  <a:lnTo>
                    <a:pt x="4052" y="6020"/>
                  </a:lnTo>
                  <a:lnTo>
                    <a:pt x="4052" y="4659"/>
                  </a:lnTo>
                  <a:lnTo>
                    <a:pt x="4052" y="2094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" name="object 773" descr=""/>
            <p:cNvSpPr/>
            <p:nvPr/>
          </p:nvSpPr>
          <p:spPr>
            <a:xfrm>
              <a:off x="3846871" y="3949856"/>
              <a:ext cx="19050" cy="37465"/>
            </a:xfrm>
            <a:custGeom>
              <a:avLst/>
              <a:gdLst/>
              <a:ahLst/>
              <a:cxnLst/>
              <a:rect l="l" t="t" r="r" b="b"/>
              <a:pathLst>
                <a:path w="19050" h="37464">
                  <a:moveTo>
                    <a:pt x="14439" y="0"/>
                  </a:moveTo>
                  <a:lnTo>
                    <a:pt x="9004" y="0"/>
                  </a:lnTo>
                  <a:lnTo>
                    <a:pt x="3696" y="963"/>
                  </a:lnTo>
                  <a:lnTo>
                    <a:pt x="0" y="8952"/>
                  </a:lnTo>
                  <a:lnTo>
                    <a:pt x="0" y="28941"/>
                  </a:lnTo>
                  <a:lnTo>
                    <a:pt x="4156" y="37276"/>
                  </a:lnTo>
                  <a:lnTo>
                    <a:pt x="10659" y="37276"/>
                  </a:lnTo>
                  <a:lnTo>
                    <a:pt x="11978" y="36679"/>
                  </a:lnTo>
                  <a:lnTo>
                    <a:pt x="16376" y="32669"/>
                  </a:lnTo>
                  <a:lnTo>
                    <a:pt x="18596" y="26187"/>
                  </a:lnTo>
                  <a:lnTo>
                    <a:pt x="18596" y="18648"/>
                  </a:lnTo>
                  <a:lnTo>
                    <a:pt x="18596" y="8355"/>
                  </a:lnTo>
                  <a:lnTo>
                    <a:pt x="1443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" name="object 774" descr=""/>
            <p:cNvSpPr/>
            <p:nvPr/>
          </p:nvSpPr>
          <p:spPr>
            <a:xfrm>
              <a:off x="3849865" y="3949856"/>
              <a:ext cx="15875" cy="36195"/>
            </a:xfrm>
            <a:custGeom>
              <a:avLst/>
              <a:gdLst/>
              <a:ahLst/>
              <a:cxnLst/>
              <a:rect l="l" t="t" r="r" b="b"/>
              <a:pathLst>
                <a:path w="15875" h="36195">
                  <a:moveTo>
                    <a:pt x="11444" y="0"/>
                  </a:moveTo>
                  <a:lnTo>
                    <a:pt x="6293" y="0"/>
                  </a:lnTo>
                  <a:lnTo>
                    <a:pt x="5423" y="94"/>
                  </a:lnTo>
                  <a:lnTo>
                    <a:pt x="2219" y="3026"/>
                  </a:lnTo>
                  <a:lnTo>
                    <a:pt x="0" y="9528"/>
                  </a:lnTo>
                  <a:lnTo>
                    <a:pt x="0" y="27329"/>
                  </a:lnTo>
                  <a:lnTo>
                    <a:pt x="4156" y="35684"/>
                  </a:lnTo>
                  <a:lnTo>
                    <a:pt x="9287" y="35684"/>
                  </a:lnTo>
                  <a:lnTo>
                    <a:pt x="10156" y="35601"/>
                  </a:lnTo>
                  <a:lnTo>
                    <a:pt x="13381" y="32669"/>
                  </a:lnTo>
                  <a:lnTo>
                    <a:pt x="15601" y="26187"/>
                  </a:lnTo>
                  <a:lnTo>
                    <a:pt x="15601" y="18648"/>
                  </a:lnTo>
                  <a:lnTo>
                    <a:pt x="15601" y="8355"/>
                  </a:lnTo>
                  <a:lnTo>
                    <a:pt x="11444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" name="object 775" descr=""/>
            <p:cNvSpPr/>
            <p:nvPr/>
          </p:nvSpPr>
          <p:spPr>
            <a:xfrm>
              <a:off x="3889100" y="3921421"/>
              <a:ext cx="38735" cy="84455"/>
            </a:xfrm>
            <a:custGeom>
              <a:avLst/>
              <a:gdLst/>
              <a:ahLst/>
              <a:cxnLst/>
              <a:rect l="l" t="t" r="r" b="b"/>
              <a:pathLst>
                <a:path w="38735" h="84454">
                  <a:moveTo>
                    <a:pt x="19098" y="0"/>
                  </a:moveTo>
                  <a:lnTo>
                    <a:pt x="10866" y="3311"/>
                  </a:lnTo>
                  <a:lnTo>
                    <a:pt x="4884" y="12343"/>
                  </a:lnTo>
                  <a:lnTo>
                    <a:pt x="1234" y="25740"/>
                  </a:lnTo>
                  <a:lnTo>
                    <a:pt x="0" y="42145"/>
                  </a:lnTo>
                  <a:lnTo>
                    <a:pt x="1234" y="58550"/>
                  </a:lnTo>
                  <a:lnTo>
                    <a:pt x="4884" y="71946"/>
                  </a:lnTo>
                  <a:lnTo>
                    <a:pt x="10866" y="80978"/>
                  </a:lnTo>
                  <a:lnTo>
                    <a:pt x="19098" y="84290"/>
                  </a:lnTo>
                  <a:lnTo>
                    <a:pt x="27330" y="80978"/>
                  </a:lnTo>
                  <a:lnTo>
                    <a:pt x="33313" y="71946"/>
                  </a:lnTo>
                  <a:lnTo>
                    <a:pt x="36962" y="58550"/>
                  </a:lnTo>
                  <a:lnTo>
                    <a:pt x="38197" y="42145"/>
                  </a:lnTo>
                  <a:lnTo>
                    <a:pt x="36962" y="25740"/>
                  </a:lnTo>
                  <a:lnTo>
                    <a:pt x="33313" y="12343"/>
                  </a:lnTo>
                  <a:lnTo>
                    <a:pt x="27330" y="3311"/>
                  </a:lnTo>
                  <a:lnTo>
                    <a:pt x="19098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" name="object 776" descr=""/>
            <p:cNvSpPr/>
            <p:nvPr/>
          </p:nvSpPr>
          <p:spPr>
            <a:xfrm>
              <a:off x="3916368" y="3937441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3591" y="0"/>
                  </a:moveTo>
                  <a:lnTo>
                    <a:pt x="1968" y="0"/>
                  </a:lnTo>
                  <a:lnTo>
                    <a:pt x="1643" y="157"/>
                  </a:lnTo>
                  <a:lnTo>
                    <a:pt x="544" y="1151"/>
                  </a:lnTo>
                  <a:lnTo>
                    <a:pt x="0" y="2774"/>
                  </a:lnTo>
                  <a:lnTo>
                    <a:pt x="0" y="7224"/>
                  </a:lnTo>
                  <a:lnTo>
                    <a:pt x="1026" y="9298"/>
                  </a:lnTo>
                  <a:lnTo>
                    <a:pt x="2910" y="9298"/>
                  </a:lnTo>
                  <a:lnTo>
                    <a:pt x="3455" y="8826"/>
                  </a:lnTo>
                  <a:lnTo>
                    <a:pt x="4324" y="7245"/>
                  </a:lnTo>
                  <a:lnTo>
                    <a:pt x="4617" y="6020"/>
                  </a:lnTo>
                  <a:lnTo>
                    <a:pt x="4617" y="4659"/>
                  </a:lnTo>
                  <a:lnTo>
                    <a:pt x="4617" y="2094"/>
                  </a:lnTo>
                  <a:lnTo>
                    <a:pt x="3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" name="object 777" descr=""/>
            <p:cNvSpPr/>
            <p:nvPr/>
          </p:nvSpPr>
          <p:spPr>
            <a:xfrm>
              <a:off x="3916934" y="3937441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5" h="8889">
                  <a:moveTo>
                    <a:pt x="3026" y="0"/>
                  </a:moveTo>
                  <a:lnTo>
                    <a:pt x="1403" y="0"/>
                  </a:lnTo>
                  <a:lnTo>
                    <a:pt x="1078" y="157"/>
                  </a:lnTo>
                  <a:lnTo>
                    <a:pt x="785" y="418"/>
                  </a:lnTo>
                  <a:lnTo>
                    <a:pt x="303" y="1256"/>
                  </a:lnTo>
                  <a:lnTo>
                    <a:pt x="0" y="2513"/>
                  </a:lnTo>
                  <a:lnTo>
                    <a:pt x="0" y="6460"/>
                  </a:lnTo>
                  <a:lnTo>
                    <a:pt x="1036" y="8533"/>
                  </a:lnTo>
                  <a:lnTo>
                    <a:pt x="2670" y="8533"/>
                  </a:lnTo>
                  <a:lnTo>
                    <a:pt x="3005" y="8376"/>
                  </a:lnTo>
                  <a:lnTo>
                    <a:pt x="3298" y="8073"/>
                  </a:lnTo>
                  <a:lnTo>
                    <a:pt x="3759" y="7245"/>
                  </a:lnTo>
                  <a:lnTo>
                    <a:pt x="4052" y="6020"/>
                  </a:lnTo>
                  <a:lnTo>
                    <a:pt x="4052" y="4659"/>
                  </a:lnTo>
                  <a:lnTo>
                    <a:pt x="4052" y="2094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" name="object 778" descr=""/>
            <p:cNvSpPr/>
            <p:nvPr/>
          </p:nvSpPr>
          <p:spPr>
            <a:xfrm>
              <a:off x="3906106" y="3925233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3591" y="0"/>
                  </a:moveTo>
                  <a:lnTo>
                    <a:pt x="1968" y="0"/>
                  </a:lnTo>
                  <a:lnTo>
                    <a:pt x="1643" y="157"/>
                  </a:lnTo>
                  <a:lnTo>
                    <a:pt x="544" y="1151"/>
                  </a:lnTo>
                  <a:lnTo>
                    <a:pt x="0" y="2774"/>
                  </a:lnTo>
                  <a:lnTo>
                    <a:pt x="0" y="7224"/>
                  </a:lnTo>
                  <a:lnTo>
                    <a:pt x="1026" y="9298"/>
                  </a:lnTo>
                  <a:lnTo>
                    <a:pt x="2910" y="9298"/>
                  </a:lnTo>
                  <a:lnTo>
                    <a:pt x="3455" y="8826"/>
                  </a:lnTo>
                  <a:lnTo>
                    <a:pt x="4324" y="7245"/>
                  </a:lnTo>
                  <a:lnTo>
                    <a:pt x="4617" y="6020"/>
                  </a:lnTo>
                  <a:lnTo>
                    <a:pt x="4617" y="4659"/>
                  </a:lnTo>
                  <a:lnTo>
                    <a:pt x="4617" y="2094"/>
                  </a:lnTo>
                  <a:lnTo>
                    <a:pt x="3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" name="object 779" descr=""/>
            <p:cNvSpPr/>
            <p:nvPr/>
          </p:nvSpPr>
          <p:spPr>
            <a:xfrm>
              <a:off x="3906671" y="3925233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5" h="8889">
                  <a:moveTo>
                    <a:pt x="3026" y="0"/>
                  </a:moveTo>
                  <a:lnTo>
                    <a:pt x="1403" y="0"/>
                  </a:lnTo>
                  <a:lnTo>
                    <a:pt x="1078" y="157"/>
                  </a:lnTo>
                  <a:lnTo>
                    <a:pt x="785" y="418"/>
                  </a:lnTo>
                  <a:lnTo>
                    <a:pt x="303" y="1256"/>
                  </a:lnTo>
                  <a:lnTo>
                    <a:pt x="0" y="2513"/>
                  </a:lnTo>
                  <a:lnTo>
                    <a:pt x="0" y="6460"/>
                  </a:lnTo>
                  <a:lnTo>
                    <a:pt x="1036" y="8533"/>
                  </a:lnTo>
                  <a:lnTo>
                    <a:pt x="2670" y="8533"/>
                  </a:lnTo>
                  <a:lnTo>
                    <a:pt x="3005" y="8376"/>
                  </a:lnTo>
                  <a:lnTo>
                    <a:pt x="3298" y="8073"/>
                  </a:lnTo>
                  <a:lnTo>
                    <a:pt x="3759" y="7245"/>
                  </a:lnTo>
                  <a:lnTo>
                    <a:pt x="4052" y="6020"/>
                  </a:lnTo>
                  <a:lnTo>
                    <a:pt x="4052" y="4659"/>
                  </a:lnTo>
                  <a:lnTo>
                    <a:pt x="4052" y="2094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" name="object 780" descr=""/>
            <p:cNvSpPr/>
            <p:nvPr/>
          </p:nvSpPr>
          <p:spPr>
            <a:xfrm>
              <a:off x="3894702" y="3936787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3591" y="0"/>
                  </a:moveTo>
                  <a:lnTo>
                    <a:pt x="1968" y="0"/>
                  </a:lnTo>
                  <a:lnTo>
                    <a:pt x="1643" y="157"/>
                  </a:lnTo>
                  <a:lnTo>
                    <a:pt x="544" y="1151"/>
                  </a:lnTo>
                  <a:lnTo>
                    <a:pt x="0" y="2774"/>
                  </a:lnTo>
                  <a:lnTo>
                    <a:pt x="0" y="7224"/>
                  </a:lnTo>
                  <a:lnTo>
                    <a:pt x="1026" y="9298"/>
                  </a:lnTo>
                  <a:lnTo>
                    <a:pt x="2910" y="9298"/>
                  </a:lnTo>
                  <a:lnTo>
                    <a:pt x="3455" y="8826"/>
                  </a:lnTo>
                  <a:lnTo>
                    <a:pt x="4324" y="7245"/>
                  </a:lnTo>
                  <a:lnTo>
                    <a:pt x="4617" y="6020"/>
                  </a:lnTo>
                  <a:lnTo>
                    <a:pt x="4617" y="4659"/>
                  </a:lnTo>
                  <a:lnTo>
                    <a:pt x="4617" y="2094"/>
                  </a:lnTo>
                  <a:lnTo>
                    <a:pt x="3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" name="object 781" descr=""/>
            <p:cNvSpPr/>
            <p:nvPr/>
          </p:nvSpPr>
          <p:spPr>
            <a:xfrm>
              <a:off x="3895267" y="3936787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5" h="8889">
                  <a:moveTo>
                    <a:pt x="3026" y="0"/>
                  </a:moveTo>
                  <a:lnTo>
                    <a:pt x="1403" y="0"/>
                  </a:lnTo>
                  <a:lnTo>
                    <a:pt x="1078" y="157"/>
                  </a:lnTo>
                  <a:lnTo>
                    <a:pt x="785" y="418"/>
                  </a:lnTo>
                  <a:lnTo>
                    <a:pt x="303" y="1256"/>
                  </a:lnTo>
                  <a:lnTo>
                    <a:pt x="0" y="2513"/>
                  </a:lnTo>
                  <a:lnTo>
                    <a:pt x="0" y="6460"/>
                  </a:lnTo>
                  <a:lnTo>
                    <a:pt x="1036" y="8533"/>
                  </a:lnTo>
                  <a:lnTo>
                    <a:pt x="2670" y="8533"/>
                  </a:lnTo>
                  <a:lnTo>
                    <a:pt x="3005" y="8376"/>
                  </a:lnTo>
                  <a:lnTo>
                    <a:pt x="3298" y="8073"/>
                  </a:lnTo>
                  <a:lnTo>
                    <a:pt x="3759" y="7245"/>
                  </a:lnTo>
                  <a:lnTo>
                    <a:pt x="4052" y="6020"/>
                  </a:lnTo>
                  <a:lnTo>
                    <a:pt x="4052" y="4659"/>
                  </a:lnTo>
                  <a:lnTo>
                    <a:pt x="4052" y="2094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" name="object 782" descr=""/>
            <p:cNvSpPr/>
            <p:nvPr/>
          </p:nvSpPr>
          <p:spPr>
            <a:xfrm>
              <a:off x="3899618" y="3949856"/>
              <a:ext cx="19050" cy="37465"/>
            </a:xfrm>
            <a:custGeom>
              <a:avLst/>
              <a:gdLst/>
              <a:ahLst/>
              <a:cxnLst/>
              <a:rect l="l" t="t" r="r" b="b"/>
              <a:pathLst>
                <a:path w="19050" h="37464">
                  <a:moveTo>
                    <a:pt x="14439" y="0"/>
                  </a:moveTo>
                  <a:lnTo>
                    <a:pt x="9004" y="0"/>
                  </a:lnTo>
                  <a:lnTo>
                    <a:pt x="3696" y="963"/>
                  </a:lnTo>
                  <a:lnTo>
                    <a:pt x="0" y="8952"/>
                  </a:lnTo>
                  <a:lnTo>
                    <a:pt x="0" y="28941"/>
                  </a:lnTo>
                  <a:lnTo>
                    <a:pt x="4156" y="37276"/>
                  </a:lnTo>
                  <a:lnTo>
                    <a:pt x="10659" y="37276"/>
                  </a:lnTo>
                  <a:lnTo>
                    <a:pt x="11978" y="36679"/>
                  </a:lnTo>
                  <a:lnTo>
                    <a:pt x="16376" y="32669"/>
                  </a:lnTo>
                  <a:lnTo>
                    <a:pt x="18596" y="26187"/>
                  </a:lnTo>
                  <a:lnTo>
                    <a:pt x="18596" y="18648"/>
                  </a:lnTo>
                  <a:lnTo>
                    <a:pt x="18596" y="8355"/>
                  </a:lnTo>
                  <a:lnTo>
                    <a:pt x="1443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" name="object 783" descr=""/>
            <p:cNvSpPr/>
            <p:nvPr/>
          </p:nvSpPr>
          <p:spPr>
            <a:xfrm>
              <a:off x="3902613" y="3949856"/>
              <a:ext cx="15875" cy="36195"/>
            </a:xfrm>
            <a:custGeom>
              <a:avLst/>
              <a:gdLst/>
              <a:ahLst/>
              <a:cxnLst/>
              <a:rect l="l" t="t" r="r" b="b"/>
              <a:pathLst>
                <a:path w="15875" h="36195">
                  <a:moveTo>
                    <a:pt x="11444" y="0"/>
                  </a:moveTo>
                  <a:lnTo>
                    <a:pt x="6293" y="0"/>
                  </a:lnTo>
                  <a:lnTo>
                    <a:pt x="5423" y="94"/>
                  </a:lnTo>
                  <a:lnTo>
                    <a:pt x="2230" y="3026"/>
                  </a:lnTo>
                  <a:lnTo>
                    <a:pt x="0" y="9528"/>
                  </a:lnTo>
                  <a:lnTo>
                    <a:pt x="0" y="27329"/>
                  </a:lnTo>
                  <a:lnTo>
                    <a:pt x="4156" y="35684"/>
                  </a:lnTo>
                  <a:lnTo>
                    <a:pt x="9287" y="35684"/>
                  </a:lnTo>
                  <a:lnTo>
                    <a:pt x="10167" y="35601"/>
                  </a:lnTo>
                  <a:lnTo>
                    <a:pt x="13381" y="32669"/>
                  </a:lnTo>
                  <a:lnTo>
                    <a:pt x="15601" y="26187"/>
                  </a:lnTo>
                  <a:lnTo>
                    <a:pt x="15601" y="18648"/>
                  </a:lnTo>
                  <a:lnTo>
                    <a:pt x="15601" y="8355"/>
                  </a:lnTo>
                  <a:lnTo>
                    <a:pt x="11444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" name="object 784" descr=""/>
            <p:cNvSpPr/>
            <p:nvPr/>
          </p:nvSpPr>
          <p:spPr>
            <a:xfrm>
              <a:off x="3941848" y="3922584"/>
              <a:ext cx="38735" cy="84455"/>
            </a:xfrm>
            <a:custGeom>
              <a:avLst/>
              <a:gdLst/>
              <a:ahLst/>
              <a:cxnLst/>
              <a:rect l="l" t="t" r="r" b="b"/>
              <a:pathLst>
                <a:path w="38735" h="84454">
                  <a:moveTo>
                    <a:pt x="19098" y="0"/>
                  </a:moveTo>
                  <a:lnTo>
                    <a:pt x="10866" y="3311"/>
                  </a:lnTo>
                  <a:lnTo>
                    <a:pt x="4884" y="12343"/>
                  </a:lnTo>
                  <a:lnTo>
                    <a:pt x="1234" y="25740"/>
                  </a:lnTo>
                  <a:lnTo>
                    <a:pt x="0" y="42145"/>
                  </a:lnTo>
                  <a:lnTo>
                    <a:pt x="1234" y="58550"/>
                  </a:lnTo>
                  <a:lnTo>
                    <a:pt x="4884" y="71946"/>
                  </a:lnTo>
                  <a:lnTo>
                    <a:pt x="10866" y="80978"/>
                  </a:lnTo>
                  <a:lnTo>
                    <a:pt x="19098" y="84290"/>
                  </a:lnTo>
                  <a:lnTo>
                    <a:pt x="27330" y="80978"/>
                  </a:lnTo>
                  <a:lnTo>
                    <a:pt x="33313" y="71946"/>
                  </a:lnTo>
                  <a:lnTo>
                    <a:pt x="36962" y="58550"/>
                  </a:lnTo>
                  <a:lnTo>
                    <a:pt x="38197" y="42145"/>
                  </a:lnTo>
                  <a:lnTo>
                    <a:pt x="36962" y="25740"/>
                  </a:lnTo>
                  <a:lnTo>
                    <a:pt x="33313" y="12343"/>
                  </a:lnTo>
                  <a:lnTo>
                    <a:pt x="27330" y="3311"/>
                  </a:lnTo>
                  <a:lnTo>
                    <a:pt x="19098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" name="object 785" descr=""/>
            <p:cNvSpPr/>
            <p:nvPr/>
          </p:nvSpPr>
          <p:spPr>
            <a:xfrm>
              <a:off x="3969116" y="3938603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3591" y="0"/>
                  </a:moveTo>
                  <a:lnTo>
                    <a:pt x="1968" y="0"/>
                  </a:lnTo>
                  <a:lnTo>
                    <a:pt x="1643" y="157"/>
                  </a:lnTo>
                  <a:lnTo>
                    <a:pt x="544" y="1151"/>
                  </a:lnTo>
                  <a:lnTo>
                    <a:pt x="0" y="2774"/>
                  </a:lnTo>
                  <a:lnTo>
                    <a:pt x="0" y="7224"/>
                  </a:lnTo>
                  <a:lnTo>
                    <a:pt x="1026" y="9298"/>
                  </a:lnTo>
                  <a:lnTo>
                    <a:pt x="2910" y="9298"/>
                  </a:lnTo>
                  <a:lnTo>
                    <a:pt x="3455" y="8826"/>
                  </a:lnTo>
                  <a:lnTo>
                    <a:pt x="4324" y="7245"/>
                  </a:lnTo>
                  <a:lnTo>
                    <a:pt x="4617" y="6020"/>
                  </a:lnTo>
                  <a:lnTo>
                    <a:pt x="4617" y="4659"/>
                  </a:lnTo>
                  <a:lnTo>
                    <a:pt x="4617" y="2094"/>
                  </a:lnTo>
                  <a:lnTo>
                    <a:pt x="3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" name="object 786" descr=""/>
            <p:cNvSpPr/>
            <p:nvPr/>
          </p:nvSpPr>
          <p:spPr>
            <a:xfrm>
              <a:off x="3969682" y="3938603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5" h="8889">
                  <a:moveTo>
                    <a:pt x="3026" y="0"/>
                  </a:moveTo>
                  <a:lnTo>
                    <a:pt x="1403" y="0"/>
                  </a:lnTo>
                  <a:lnTo>
                    <a:pt x="1078" y="157"/>
                  </a:lnTo>
                  <a:lnTo>
                    <a:pt x="785" y="418"/>
                  </a:lnTo>
                  <a:lnTo>
                    <a:pt x="303" y="1256"/>
                  </a:lnTo>
                  <a:lnTo>
                    <a:pt x="0" y="2513"/>
                  </a:lnTo>
                  <a:lnTo>
                    <a:pt x="0" y="6460"/>
                  </a:lnTo>
                  <a:lnTo>
                    <a:pt x="1036" y="8533"/>
                  </a:lnTo>
                  <a:lnTo>
                    <a:pt x="2670" y="8533"/>
                  </a:lnTo>
                  <a:lnTo>
                    <a:pt x="3005" y="8376"/>
                  </a:lnTo>
                  <a:lnTo>
                    <a:pt x="3298" y="8073"/>
                  </a:lnTo>
                  <a:lnTo>
                    <a:pt x="3759" y="7245"/>
                  </a:lnTo>
                  <a:lnTo>
                    <a:pt x="4052" y="6020"/>
                  </a:lnTo>
                  <a:lnTo>
                    <a:pt x="4052" y="4659"/>
                  </a:lnTo>
                  <a:lnTo>
                    <a:pt x="4052" y="2094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" name="object 787" descr=""/>
            <p:cNvSpPr/>
            <p:nvPr/>
          </p:nvSpPr>
          <p:spPr>
            <a:xfrm>
              <a:off x="3958854" y="3926396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3591" y="0"/>
                  </a:moveTo>
                  <a:lnTo>
                    <a:pt x="1968" y="0"/>
                  </a:lnTo>
                  <a:lnTo>
                    <a:pt x="1643" y="157"/>
                  </a:lnTo>
                  <a:lnTo>
                    <a:pt x="544" y="1151"/>
                  </a:lnTo>
                  <a:lnTo>
                    <a:pt x="0" y="2774"/>
                  </a:lnTo>
                  <a:lnTo>
                    <a:pt x="0" y="7224"/>
                  </a:lnTo>
                  <a:lnTo>
                    <a:pt x="1026" y="9298"/>
                  </a:lnTo>
                  <a:lnTo>
                    <a:pt x="2910" y="9298"/>
                  </a:lnTo>
                  <a:lnTo>
                    <a:pt x="3455" y="8826"/>
                  </a:lnTo>
                  <a:lnTo>
                    <a:pt x="4324" y="7245"/>
                  </a:lnTo>
                  <a:lnTo>
                    <a:pt x="4617" y="6020"/>
                  </a:lnTo>
                  <a:lnTo>
                    <a:pt x="4617" y="4659"/>
                  </a:lnTo>
                  <a:lnTo>
                    <a:pt x="4617" y="2094"/>
                  </a:lnTo>
                  <a:lnTo>
                    <a:pt x="3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" name="object 788" descr=""/>
            <p:cNvSpPr/>
            <p:nvPr/>
          </p:nvSpPr>
          <p:spPr>
            <a:xfrm>
              <a:off x="3959419" y="3926396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5" h="8889">
                  <a:moveTo>
                    <a:pt x="3026" y="0"/>
                  </a:moveTo>
                  <a:lnTo>
                    <a:pt x="1403" y="0"/>
                  </a:lnTo>
                  <a:lnTo>
                    <a:pt x="1078" y="157"/>
                  </a:lnTo>
                  <a:lnTo>
                    <a:pt x="785" y="418"/>
                  </a:lnTo>
                  <a:lnTo>
                    <a:pt x="303" y="1256"/>
                  </a:lnTo>
                  <a:lnTo>
                    <a:pt x="0" y="2513"/>
                  </a:lnTo>
                  <a:lnTo>
                    <a:pt x="0" y="6460"/>
                  </a:lnTo>
                  <a:lnTo>
                    <a:pt x="1036" y="8533"/>
                  </a:lnTo>
                  <a:lnTo>
                    <a:pt x="2670" y="8533"/>
                  </a:lnTo>
                  <a:lnTo>
                    <a:pt x="3005" y="8376"/>
                  </a:lnTo>
                  <a:lnTo>
                    <a:pt x="3298" y="8073"/>
                  </a:lnTo>
                  <a:lnTo>
                    <a:pt x="3759" y="7245"/>
                  </a:lnTo>
                  <a:lnTo>
                    <a:pt x="4052" y="6020"/>
                  </a:lnTo>
                  <a:lnTo>
                    <a:pt x="4052" y="4659"/>
                  </a:lnTo>
                  <a:lnTo>
                    <a:pt x="4052" y="2094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" name="object 789" descr=""/>
            <p:cNvSpPr/>
            <p:nvPr/>
          </p:nvSpPr>
          <p:spPr>
            <a:xfrm>
              <a:off x="3947450" y="3937950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3591" y="0"/>
                  </a:moveTo>
                  <a:lnTo>
                    <a:pt x="1968" y="0"/>
                  </a:lnTo>
                  <a:lnTo>
                    <a:pt x="1643" y="157"/>
                  </a:lnTo>
                  <a:lnTo>
                    <a:pt x="544" y="1151"/>
                  </a:lnTo>
                  <a:lnTo>
                    <a:pt x="0" y="2774"/>
                  </a:lnTo>
                  <a:lnTo>
                    <a:pt x="0" y="7224"/>
                  </a:lnTo>
                  <a:lnTo>
                    <a:pt x="1026" y="9298"/>
                  </a:lnTo>
                  <a:lnTo>
                    <a:pt x="2910" y="9298"/>
                  </a:lnTo>
                  <a:lnTo>
                    <a:pt x="3455" y="8826"/>
                  </a:lnTo>
                  <a:lnTo>
                    <a:pt x="4324" y="7245"/>
                  </a:lnTo>
                  <a:lnTo>
                    <a:pt x="4617" y="6020"/>
                  </a:lnTo>
                  <a:lnTo>
                    <a:pt x="4617" y="4659"/>
                  </a:lnTo>
                  <a:lnTo>
                    <a:pt x="4617" y="2094"/>
                  </a:lnTo>
                  <a:lnTo>
                    <a:pt x="3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" name="object 790" descr=""/>
            <p:cNvSpPr/>
            <p:nvPr/>
          </p:nvSpPr>
          <p:spPr>
            <a:xfrm>
              <a:off x="3948015" y="3937950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5" h="8889">
                  <a:moveTo>
                    <a:pt x="3026" y="0"/>
                  </a:moveTo>
                  <a:lnTo>
                    <a:pt x="1403" y="0"/>
                  </a:lnTo>
                  <a:lnTo>
                    <a:pt x="1078" y="157"/>
                  </a:lnTo>
                  <a:lnTo>
                    <a:pt x="785" y="418"/>
                  </a:lnTo>
                  <a:lnTo>
                    <a:pt x="303" y="1256"/>
                  </a:lnTo>
                  <a:lnTo>
                    <a:pt x="0" y="2513"/>
                  </a:lnTo>
                  <a:lnTo>
                    <a:pt x="0" y="6460"/>
                  </a:lnTo>
                  <a:lnTo>
                    <a:pt x="1036" y="8533"/>
                  </a:lnTo>
                  <a:lnTo>
                    <a:pt x="2670" y="8533"/>
                  </a:lnTo>
                  <a:lnTo>
                    <a:pt x="3005" y="8376"/>
                  </a:lnTo>
                  <a:lnTo>
                    <a:pt x="3298" y="8073"/>
                  </a:lnTo>
                  <a:lnTo>
                    <a:pt x="3759" y="7245"/>
                  </a:lnTo>
                  <a:lnTo>
                    <a:pt x="4052" y="6020"/>
                  </a:lnTo>
                  <a:lnTo>
                    <a:pt x="4052" y="4659"/>
                  </a:lnTo>
                  <a:lnTo>
                    <a:pt x="4052" y="2094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" name="object 791" descr=""/>
            <p:cNvSpPr/>
            <p:nvPr/>
          </p:nvSpPr>
          <p:spPr>
            <a:xfrm>
              <a:off x="3952367" y="3951029"/>
              <a:ext cx="19050" cy="37465"/>
            </a:xfrm>
            <a:custGeom>
              <a:avLst/>
              <a:gdLst/>
              <a:ahLst/>
              <a:cxnLst/>
              <a:rect l="l" t="t" r="r" b="b"/>
              <a:pathLst>
                <a:path w="19050" h="37464">
                  <a:moveTo>
                    <a:pt x="14439" y="0"/>
                  </a:moveTo>
                  <a:lnTo>
                    <a:pt x="9004" y="0"/>
                  </a:lnTo>
                  <a:lnTo>
                    <a:pt x="3696" y="952"/>
                  </a:lnTo>
                  <a:lnTo>
                    <a:pt x="0" y="8942"/>
                  </a:lnTo>
                  <a:lnTo>
                    <a:pt x="0" y="28931"/>
                  </a:lnTo>
                  <a:lnTo>
                    <a:pt x="4156" y="37265"/>
                  </a:lnTo>
                  <a:lnTo>
                    <a:pt x="10659" y="37265"/>
                  </a:lnTo>
                  <a:lnTo>
                    <a:pt x="11978" y="36669"/>
                  </a:lnTo>
                  <a:lnTo>
                    <a:pt x="16376" y="32658"/>
                  </a:lnTo>
                  <a:lnTo>
                    <a:pt x="18596" y="26177"/>
                  </a:lnTo>
                  <a:lnTo>
                    <a:pt x="18596" y="18638"/>
                  </a:lnTo>
                  <a:lnTo>
                    <a:pt x="18596" y="8345"/>
                  </a:lnTo>
                  <a:lnTo>
                    <a:pt x="1443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" name="object 792" descr=""/>
            <p:cNvSpPr/>
            <p:nvPr/>
          </p:nvSpPr>
          <p:spPr>
            <a:xfrm>
              <a:off x="3955362" y="3951029"/>
              <a:ext cx="15875" cy="36195"/>
            </a:xfrm>
            <a:custGeom>
              <a:avLst/>
              <a:gdLst/>
              <a:ahLst/>
              <a:cxnLst/>
              <a:rect l="l" t="t" r="r" b="b"/>
              <a:pathLst>
                <a:path w="15875" h="36195">
                  <a:moveTo>
                    <a:pt x="11444" y="0"/>
                  </a:moveTo>
                  <a:lnTo>
                    <a:pt x="6293" y="0"/>
                  </a:lnTo>
                  <a:lnTo>
                    <a:pt x="5423" y="83"/>
                  </a:lnTo>
                  <a:lnTo>
                    <a:pt x="2219" y="3015"/>
                  </a:lnTo>
                  <a:lnTo>
                    <a:pt x="0" y="9518"/>
                  </a:lnTo>
                  <a:lnTo>
                    <a:pt x="0" y="27318"/>
                  </a:lnTo>
                  <a:lnTo>
                    <a:pt x="4156" y="35674"/>
                  </a:lnTo>
                  <a:lnTo>
                    <a:pt x="9287" y="35674"/>
                  </a:lnTo>
                  <a:lnTo>
                    <a:pt x="10167" y="35590"/>
                  </a:lnTo>
                  <a:lnTo>
                    <a:pt x="13381" y="32658"/>
                  </a:lnTo>
                  <a:lnTo>
                    <a:pt x="15601" y="26177"/>
                  </a:lnTo>
                  <a:lnTo>
                    <a:pt x="15601" y="18638"/>
                  </a:lnTo>
                  <a:lnTo>
                    <a:pt x="15601" y="8345"/>
                  </a:lnTo>
                  <a:lnTo>
                    <a:pt x="11444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" name="object 793" descr=""/>
            <p:cNvSpPr/>
            <p:nvPr/>
          </p:nvSpPr>
          <p:spPr>
            <a:xfrm>
              <a:off x="3994596" y="3922584"/>
              <a:ext cx="38735" cy="84455"/>
            </a:xfrm>
            <a:custGeom>
              <a:avLst/>
              <a:gdLst/>
              <a:ahLst/>
              <a:cxnLst/>
              <a:rect l="l" t="t" r="r" b="b"/>
              <a:pathLst>
                <a:path w="38735" h="84454">
                  <a:moveTo>
                    <a:pt x="19098" y="0"/>
                  </a:moveTo>
                  <a:lnTo>
                    <a:pt x="10866" y="3311"/>
                  </a:lnTo>
                  <a:lnTo>
                    <a:pt x="4884" y="12343"/>
                  </a:lnTo>
                  <a:lnTo>
                    <a:pt x="1234" y="25740"/>
                  </a:lnTo>
                  <a:lnTo>
                    <a:pt x="0" y="42145"/>
                  </a:lnTo>
                  <a:lnTo>
                    <a:pt x="1234" y="58550"/>
                  </a:lnTo>
                  <a:lnTo>
                    <a:pt x="4884" y="71946"/>
                  </a:lnTo>
                  <a:lnTo>
                    <a:pt x="10866" y="80978"/>
                  </a:lnTo>
                  <a:lnTo>
                    <a:pt x="19098" y="84290"/>
                  </a:lnTo>
                  <a:lnTo>
                    <a:pt x="27330" y="80978"/>
                  </a:lnTo>
                  <a:lnTo>
                    <a:pt x="33313" y="71946"/>
                  </a:lnTo>
                  <a:lnTo>
                    <a:pt x="36962" y="58550"/>
                  </a:lnTo>
                  <a:lnTo>
                    <a:pt x="38197" y="42145"/>
                  </a:lnTo>
                  <a:lnTo>
                    <a:pt x="36962" y="25740"/>
                  </a:lnTo>
                  <a:lnTo>
                    <a:pt x="33313" y="12343"/>
                  </a:lnTo>
                  <a:lnTo>
                    <a:pt x="27330" y="3311"/>
                  </a:lnTo>
                  <a:lnTo>
                    <a:pt x="19098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" name="object 794" descr=""/>
            <p:cNvSpPr/>
            <p:nvPr/>
          </p:nvSpPr>
          <p:spPr>
            <a:xfrm>
              <a:off x="4021864" y="3938603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3591" y="0"/>
                  </a:moveTo>
                  <a:lnTo>
                    <a:pt x="1968" y="0"/>
                  </a:lnTo>
                  <a:lnTo>
                    <a:pt x="1643" y="157"/>
                  </a:lnTo>
                  <a:lnTo>
                    <a:pt x="544" y="1151"/>
                  </a:lnTo>
                  <a:lnTo>
                    <a:pt x="0" y="2774"/>
                  </a:lnTo>
                  <a:lnTo>
                    <a:pt x="0" y="7224"/>
                  </a:lnTo>
                  <a:lnTo>
                    <a:pt x="1026" y="9298"/>
                  </a:lnTo>
                  <a:lnTo>
                    <a:pt x="2910" y="9298"/>
                  </a:lnTo>
                  <a:lnTo>
                    <a:pt x="3455" y="8826"/>
                  </a:lnTo>
                  <a:lnTo>
                    <a:pt x="4324" y="7245"/>
                  </a:lnTo>
                  <a:lnTo>
                    <a:pt x="4617" y="6020"/>
                  </a:lnTo>
                  <a:lnTo>
                    <a:pt x="4617" y="4659"/>
                  </a:lnTo>
                  <a:lnTo>
                    <a:pt x="4617" y="2094"/>
                  </a:lnTo>
                  <a:lnTo>
                    <a:pt x="3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" name="object 795" descr=""/>
            <p:cNvSpPr/>
            <p:nvPr/>
          </p:nvSpPr>
          <p:spPr>
            <a:xfrm>
              <a:off x="4022430" y="3938603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5" h="8889">
                  <a:moveTo>
                    <a:pt x="3026" y="0"/>
                  </a:moveTo>
                  <a:lnTo>
                    <a:pt x="1403" y="0"/>
                  </a:lnTo>
                  <a:lnTo>
                    <a:pt x="1078" y="157"/>
                  </a:lnTo>
                  <a:lnTo>
                    <a:pt x="785" y="418"/>
                  </a:lnTo>
                  <a:lnTo>
                    <a:pt x="303" y="1256"/>
                  </a:lnTo>
                  <a:lnTo>
                    <a:pt x="0" y="2513"/>
                  </a:lnTo>
                  <a:lnTo>
                    <a:pt x="0" y="6460"/>
                  </a:lnTo>
                  <a:lnTo>
                    <a:pt x="1036" y="8533"/>
                  </a:lnTo>
                  <a:lnTo>
                    <a:pt x="2670" y="8533"/>
                  </a:lnTo>
                  <a:lnTo>
                    <a:pt x="3005" y="8376"/>
                  </a:lnTo>
                  <a:lnTo>
                    <a:pt x="3298" y="8073"/>
                  </a:lnTo>
                  <a:lnTo>
                    <a:pt x="3759" y="7245"/>
                  </a:lnTo>
                  <a:lnTo>
                    <a:pt x="4052" y="6020"/>
                  </a:lnTo>
                  <a:lnTo>
                    <a:pt x="4052" y="4659"/>
                  </a:lnTo>
                  <a:lnTo>
                    <a:pt x="4052" y="2094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" name="object 796" descr=""/>
            <p:cNvSpPr/>
            <p:nvPr/>
          </p:nvSpPr>
          <p:spPr>
            <a:xfrm>
              <a:off x="4011602" y="3926396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3591" y="0"/>
                  </a:moveTo>
                  <a:lnTo>
                    <a:pt x="1968" y="0"/>
                  </a:lnTo>
                  <a:lnTo>
                    <a:pt x="1643" y="157"/>
                  </a:lnTo>
                  <a:lnTo>
                    <a:pt x="544" y="1151"/>
                  </a:lnTo>
                  <a:lnTo>
                    <a:pt x="0" y="2774"/>
                  </a:lnTo>
                  <a:lnTo>
                    <a:pt x="0" y="7224"/>
                  </a:lnTo>
                  <a:lnTo>
                    <a:pt x="1026" y="9298"/>
                  </a:lnTo>
                  <a:lnTo>
                    <a:pt x="2910" y="9298"/>
                  </a:lnTo>
                  <a:lnTo>
                    <a:pt x="3455" y="8826"/>
                  </a:lnTo>
                  <a:lnTo>
                    <a:pt x="4324" y="7245"/>
                  </a:lnTo>
                  <a:lnTo>
                    <a:pt x="4617" y="6020"/>
                  </a:lnTo>
                  <a:lnTo>
                    <a:pt x="4617" y="4659"/>
                  </a:lnTo>
                  <a:lnTo>
                    <a:pt x="4617" y="2094"/>
                  </a:lnTo>
                  <a:lnTo>
                    <a:pt x="3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" name="object 797" descr=""/>
            <p:cNvSpPr/>
            <p:nvPr/>
          </p:nvSpPr>
          <p:spPr>
            <a:xfrm>
              <a:off x="4012167" y="3926396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5" h="8889">
                  <a:moveTo>
                    <a:pt x="3026" y="0"/>
                  </a:moveTo>
                  <a:lnTo>
                    <a:pt x="1403" y="0"/>
                  </a:lnTo>
                  <a:lnTo>
                    <a:pt x="1078" y="157"/>
                  </a:lnTo>
                  <a:lnTo>
                    <a:pt x="785" y="418"/>
                  </a:lnTo>
                  <a:lnTo>
                    <a:pt x="303" y="1256"/>
                  </a:lnTo>
                  <a:lnTo>
                    <a:pt x="0" y="2513"/>
                  </a:lnTo>
                  <a:lnTo>
                    <a:pt x="0" y="6460"/>
                  </a:lnTo>
                  <a:lnTo>
                    <a:pt x="1036" y="8533"/>
                  </a:lnTo>
                  <a:lnTo>
                    <a:pt x="2670" y="8533"/>
                  </a:lnTo>
                  <a:lnTo>
                    <a:pt x="3005" y="8376"/>
                  </a:lnTo>
                  <a:lnTo>
                    <a:pt x="3298" y="8073"/>
                  </a:lnTo>
                  <a:lnTo>
                    <a:pt x="3759" y="7245"/>
                  </a:lnTo>
                  <a:lnTo>
                    <a:pt x="4052" y="6020"/>
                  </a:lnTo>
                  <a:lnTo>
                    <a:pt x="4052" y="4659"/>
                  </a:lnTo>
                  <a:lnTo>
                    <a:pt x="4052" y="2094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" name="object 798" descr=""/>
            <p:cNvSpPr/>
            <p:nvPr/>
          </p:nvSpPr>
          <p:spPr>
            <a:xfrm>
              <a:off x="4000198" y="3937950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3591" y="0"/>
                  </a:moveTo>
                  <a:lnTo>
                    <a:pt x="1968" y="0"/>
                  </a:lnTo>
                  <a:lnTo>
                    <a:pt x="1643" y="157"/>
                  </a:lnTo>
                  <a:lnTo>
                    <a:pt x="544" y="1151"/>
                  </a:lnTo>
                  <a:lnTo>
                    <a:pt x="0" y="2774"/>
                  </a:lnTo>
                  <a:lnTo>
                    <a:pt x="0" y="7224"/>
                  </a:lnTo>
                  <a:lnTo>
                    <a:pt x="1026" y="9298"/>
                  </a:lnTo>
                  <a:lnTo>
                    <a:pt x="2910" y="9298"/>
                  </a:lnTo>
                  <a:lnTo>
                    <a:pt x="3455" y="8826"/>
                  </a:lnTo>
                  <a:lnTo>
                    <a:pt x="4324" y="7245"/>
                  </a:lnTo>
                  <a:lnTo>
                    <a:pt x="4617" y="6020"/>
                  </a:lnTo>
                  <a:lnTo>
                    <a:pt x="4617" y="4659"/>
                  </a:lnTo>
                  <a:lnTo>
                    <a:pt x="4617" y="2094"/>
                  </a:lnTo>
                  <a:lnTo>
                    <a:pt x="3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" name="object 799" descr=""/>
            <p:cNvSpPr/>
            <p:nvPr/>
          </p:nvSpPr>
          <p:spPr>
            <a:xfrm>
              <a:off x="4000763" y="3937950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5" h="8889">
                  <a:moveTo>
                    <a:pt x="3026" y="0"/>
                  </a:moveTo>
                  <a:lnTo>
                    <a:pt x="1403" y="0"/>
                  </a:lnTo>
                  <a:lnTo>
                    <a:pt x="1078" y="157"/>
                  </a:lnTo>
                  <a:lnTo>
                    <a:pt x="785" y="418"/>
                  </a:lnTo>
                  <a:lnTo>
                    <a:pt x="303" y="1256"/>
                  </a:lnTo>
                  <a:lnTo>
                    <a:pt x="0" y="2513"/>
                  </a:lnTo>
                  <a:lnTo>
                    <a:pt x="0" y="6460"/>
                  </a:lnTo>
                  <a:lnTo>
                    <a:pt x="1036" y="8533"/>
                  </a:lnTo>
                  <a:lnTo>
                    <a:pt x="2670" y="8533"/>
                  </a:lnTo>
                  <a:lnTo>
                    <a:pt x="3005" y="8376"/>
                  </a:lnTo>
                  <a:lnTo>
                    <a:pt x="3298" y="8073"/>
                  </a:lnTo>
                  <a:lnTo>
                    <a:pt x="3759" y="7245"/>
                  </a:lnTo>
                  <a:lnTo>
                    <a:pt x="4052" y="6020"/>
                  </a:lnTo>
                  <a:lnTo>
                    <a:pt x="4052" y="4659"/>
                  </a:lnTo>
                  <a:lnTo>
                    <a:pt x="4052" y="2094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" name="object 800" descr=""/>
            <p:cNvSpPr/>
            <p:nvPr/>
          </p:nvSpPr>
          <p:spPr>
            <a:xfrm>
              <a:off x="4005115" y="3951029"/>
              <a:ext cx="19050" cy="37465"/>
            </a:xfrm>
            <a:custGeom>
              <a:avLst/>
              <a:gdLst/>
              <a:ahLst/>
              <a:cxnLst/>
              <a:rect l="l" t="t" r="r" b="b"/>
              <a:pathLst>
                <a:path w="19050" h="37464">
                  <a:moveTo>
                    <a:pt x="14439" y="0"/>
                  </a:moveTo>
                  <a:lnTo>
                    <a:pt x="9004" y="0"/>
                  </a:lnTo>
                  <a:lnTo>
                    <a:pt x="3696" y="952"/>
                  </a:lnTo>
                  <a:lnTo>
                    <a:pt x="0" y="8942"/>
                  </a:lnTo>
                  <a:lnTo>
                    <a:pt x="0" y="28931"/>
                  </a:lnTo>
                  <a:lnTo>
                    <a:pt x="4156" y="37265"/>
                  </a:lnTo>
                  <a:lnTo>
                    <a:pt x="10659" y="37265"/>
                  </a:lnTo>
                  <a:lnTo>
                    <a:pt x="11978" y="36669"/>
                  </a:lnTo>
                  <a:lnTo>
                    <a:pt x="16376" y="32658"/>
                  </a:lnTo>
                  <a:lnTo>
                    <a:pt x="18596" y="26177"/>
                  </a:lnTo>
                  <a:lnTo>
                    <a:pt x="18596" y="18638"/>
                  </a:lnTo>
                  <a:lnTo>
                    <a:pt x="18596" y="8345"/>
                  </a:lnTo>
                  <a:lnTo>
                    <a:pt x="1443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" name="object 801" descr=""/>
            <p:cNvSpPr/>
            <p:nvPr/>
          </p:nvSpPr>
          <p:spPr>
            <a:xfrm>
              <a:off x="4008110" y="3951029"/>
              <a:ext cx="15875" cy="36195"/>
            </a:xfrm>
            <a:custGeom>
              <a:avLst/>
              <a:gdLst/>
              <a:ahLst/>
              <a:cxnLst/>
              <a:rect l="l" t="t" r="r" b="b"/>
              <a:pathLst>
                <a:path w="15875" h="36195">
                  <a:moveTo>
                    <a:pt x="11444" y="0"/>
                  </a:moveTo>
                  <a:lnTo>
                    <a:pt x="6293" y="0"/>
                  </a:lnTo>
                  <a:lnTo>
                    <a:pt x="5423" y="83"/>
                  </a:lnTo>
                  <a:lnTo>
                    <a:pt x="2219" y="3015"/>
                  </a:lnTo>
                  <a:lnTo>
                    <a:pt x="0" y="9518"/>
                  </a:lnTo>
                  <a:lnTo>
                    <a:pt x="0" y="27318"/>
                  </a:lnTo>
                  <a:lnTo>
                    <a:pt x="4156" y="35674"/>
                  </a:lnTo>
                  <a:lnTo>
                    <a:pt x="9287" y="35674"/>
                  </a:lnTo>
                  <a:lnTo>
                    <a:pt x="10156" y="35590"/>
                  </a:lnTo>
                  <a:lnTo>
                    <a:pt x="13381" y="32658"/>
                  </a:lnTo>
                  <a:lnTo>
                    <a:pt x="15601" y="26177"/>
                  </a:lnTo>
                  <a:lnTo>
                    <a:pt x="15601" y="18638"/>
                  </a:lnTo>
                  <a:lnTo>
                    <a:pt x="15601" y="8345"/>
                  </a:lnTo>
                  <a:lnTo>
                    <a:pt x="11444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" name="object 802" descr=""/>
            <p:cNvSpPr/>
            <p:nvPr/>
          </p:nvSpPr>
          <p:spPr>
            <a:xfrm>
              <a:off x="4047345" y="3922003"/>
              <a:ext cx="38735" cy="84455"/>
            </a:xfrm>
            <a:custGeom>
              <a:avLst/>
              <a:gdLst/>
              <a:ahLst/>
              <a:cxnLst/>
              <a:rect l="l" t="t" r="r" b="b"/>
              <a:pathLst>
                <a:path w="38735" h="84454">
                  <a:moveTo>
                    <a:pt x="19098" y="0"/>
                  </a:moveTo>
                  <a:lnTo>
                    <a:pt x="10866" y="3311"/>
                  </a:lnTo>
                  <a:lnTo>
                    <a:pt x="4884" y="12343"/>
                  </a:lnTo>
                  <a:lnTo>
                    <a:pt x="1234" y="25740"/>
                  </a:lnTo>
                  <a:lnTo>
                    <a:pt x="0" y="42145"/>
                  </a:lnTo>
                  <a:lnTo>
                    <a:pt x="1234" y="58550"/>
                  </a:lnTo>
                  <a:lnTo>
                    <a:pt x="4884" y="71946"/>
                  </a:lnTo>
                  <a:lnTo>
                    <a:pt x="10866" y="80978"/>
                  </a:lnTo>
                  <a:lnTo>
                    <a:pt x="19098" y="84290"/>
                  </a:lnTo>
                  <a:lnTo>
                    <a:pt x="27330" y="80978"/>
                  </a:lnTo>
                  <a:lnTo>
                    <a:pt x="33313" y="71946"/>
                  </a:lnTo>
                  <a:lnTo>
                    <a:pt x="36962" y="58550"/>
                  </a:lnTo>
                  <a:lnTo>
                    <a:pt x="38197" y="42145"/>
                  </a:lnTo>
                  <a:lnTo>
                    <a:pt x="36962" y="25740"/>
                  </a:lnTo>
                  <a:lnTo>
                    <a:pt x="33313" y="12343"/>
                  </a:lnTo>
                  <a:lnTo>
                    <a:pt x="27330" y="3311"/>
                  </a:lnTo>
                  <a:lnTo>
                    <a:pt x="19098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" name="object 803" descr=""/>
            <p:cNvSpPr/>
            <p:nvPr/>
          </p:nvSpPr>
          <p:spPr>
            <a:xfrm>
              <a:off x="4074614" y="3938023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3591" y="0"/>
                  </a:moveTo>
                  <a:lnTo>
                    <a:pt x="1968" y="0"/>
                  </a:lnTo>
                  <a:lnTo>
                    <a:pt x="1643" y="157"/>
                  </a:lnTo>
                  <a:lnTo>
                    <a:pt x="544" y="1151"/>
                  </a:lnTo>
                  <a:lnTo>
                    <a:pt x="0" y="2774"/>
                  </a:lnTo>
                  <a:lnTo>
                    <a:pt x="0" y="7224"/>
                  </a:lnTo>
                  <a:lnTo>
                    <a:pt x="1026" y="9298"/>
                  </a:lnTo>
                  <a:lnTo>
                    <a:pt x="2910" y="9298"/>
                  </a:lnTo>
                  <a:lnTo>
                    <a:pt x="3455" y="8826"/>
                  </a:lnTo>
                  <a:lnTo>
                    <a:pt x="4324" y="7245"/>
                  </a:lnTo>
                  <a:lnTo>
                    <a:pt x="4617" y="6020"/>
                  </a:lnTo>
                  <a:lnTo>
                    <a:pt x="4617" y="4659"/>
                  </a:lnTo>
                  <a:lnTo>
                    <a:pt x="4617" y="2094"/>
                  </a:lnTo>
                  <a:lnTo>
                    <a:pt x="3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" name="object 804" descr=""/>
            <p:cNvSpPr/>
            <p:nvPr/>
          </p:nvSpPr>
          <p:spPr>
            <a:xfrm>
              <a:off x="4075179" y="3938023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5" h="8889">
                  <a:moveTo>
                    <a:pt x="3026" y="0"/>
                  </a:moveTo>
                  <a:lnTo>
                    <a:pt x="1403" y="0"/>
                  </a:lnTo>
                  <a:lnTo>
                    <a:pt x="1078" y="157"/>
                  </a:lnTo>
                  <a:lnTo>
                    <a:pt x="785" y="418"/>
                  </a:lnTo>
                  <a:lnTo>
                    <a:pt x="303" y="1256"/>
                  </a:lnTo>
                  <a:lnTo>
                    <a:pt x="0" y="2513"/>
                  </a:lnTo>
                  <a:lnTo>
                    <a:pt x="0" y="6460"/>
                  </a:lnTo>
                  <a:lnTo>
                    <a:pt x="1036" y="8533"/>
                  </a:lnTo>
                  <a:lnTo>
                    <a:pt x="2670" y="8533"/>
                  </a:lnTo>
                  <a:lnTo>
                    <a:pt x="3005" y="8376"/>
                  </a:lnTo>
                  <a:lnTo>
                    <a:pt x="3298" y="8073"/>
                  </a:lnTo>
                  <a:lnTo>
                    <a:pt x="3759" y="7245"/>
                  </a:lnTo>
                  <a:lnTo>
                    <a:pt x="4052" y="6020"/>
                  </a:lnTo>
                  <a:lnTo>
                    <a:pt x="4052" y="4659"/>
                  </a:lnTo>
                  <a:lnTo>
                    <a:pt x="4052" y="2094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" name="object 805" descr=""/>
            <p:cNvSpPr/>
            <p:nvPr/>
          </p:nvSpPr>
          <p:spPr>
            <a:xfrm>
              <a:off x="4064350" y="3925815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3591" y="0"/>
                  </a:moveTo>
                  <a:lnTo>
                    <a:pt x="1968" y="0"/>
                  </a:lnTo>
                  <a:lnTo>
                    <a:pt x="1643" y="157"/>
                  </a:lnTo>
                  <a:lnTo>
                    <a:pt x="544" y="1151"/>
                  </a:lnTo>
                  <a:lnTo>
                    <a:pt x="0" y="2774"/>
                  </a:lnTo>
                  <a:lnTo>
                    <a:pt x="0" y="7224"/>
                  </a:lnTo>
                  <a:lnTo>
                    <a:pt x="1026" y="9298"/>
                  </a:lnTo>
                  <a:lnTo>
                    <a:pt x="2910" y="9298"/>
                  </a:lnTo>
                  <a:lnTo>
                    <a:pt x="3455" y="8826"/>
                  </a:lnTo>
                  <a:lnTo>
                    <a:pt x="4324" y="7245"/>
                  </a:lnTo>
                  <a:lnTo>
                    <a:pt x="4617" y="6020"/>
                  </a:lnTo>
                  <a:lnTo>
                    <a:pt x="4617" y="4659"/>
                  </a:lnTo>
                  <a:lnTo>
                    <a:pt x="4617" y="2094"/>
                  </a:lnTo>
                  <a:lnTo>
                    <a:pt x="3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" name="object 806" descr=""/>
            <p:cNvSpPr/>
            <p:nvPr/>
          </p:nvSpPr>
          <p:spPr>
            <a:xfrm>
              <a:off x="4064915" y="3925815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5" h="8889">
                  <a:moveTo>
                    <a:pt x="3026" y="0"/>
                  </a:moveTo>
                  <a:lnTo>
                    <a:pt x="1403" y="0"/>
                  </a:lnTo>
                  <a:lnTo>
                    <a:pt x="1078" y="157"/>
                  </a:lnTo>
                  <a:lnTo>
                    <a:pt x="785" y="418"/>
                  </a:lnTo>
                  <a:lnTo>
                    <a:pt x="303" y="1256"/>
                  </a:lnTo>
                  <a:lnTo>
                    <a:pt x="0" y="2513"/>
                  </a:lnTo>
                  <a:lnTo>
                    <a:pt x="0" y="6460"/>
                  </a:lnTo>
                  <a:lnTo>
                    <a:pt x="1036" y="8533"/>
                  </a:lnTo>
                  <a:lnTo>
                    <a:pt x="2670" y="8533"/>
                  </a:lnTo>
                  <a:lnTo>
                    <a:pt x="3005" y="8376"/>
                  </a:lnTo>
                  <a:lnTo>
                    <a:pt x="3298" y="8073"/>
                  </a:lnTo>
                  <a:lnTo>
                    <a:pt x="3759" y="7245"/>
                  </a:lnTo>
                  <a:lnTo>
                    <a:pt x="4052" y="6020"/>
                  </a:lnTo>
                  <a:lnTo>
                    <a:pt x="4052" y="4659"/>
                  </a:lnTo>
                  <a:lnTo>
                    <a:pt x="4052" y="2094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" name="object 807" descr=""/>
            <p:cNvSpPr/>
            <p:nvPr/>
          </p:nvSpPr>
          <p:spPr>
            <a:xfrm>
              <a:off x="4052946" y="3937369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3591" y="0"/>
                  </a:moveTo>
                  <a:lnTo>
                    <a:pt x="1968" y="0"/>
                  </a:lnTo>
                  <a:lnTo>
                    <a:pt x="1643" y="157"/>
                  </a:lnTo>
                  <a:lnTo>
                    <a:pt x="544" y="1151"/>
                  </a:lnTo>
                  <a:lnTo>
                    <a:pt x="0" y="2774"/>
                  </a:lnTo>
                  <a:lnTo>
                    <a:pt x="0" y="7224"/>
                  </a:lnTo>
                  <a:lnTo>
                    <a:pt x="1026" y="9298"/>
                  </a:lnTo>
                  <a:lnTo>
                    <a:pt x="2910" y="9298"/>
                  </a:lnTo>
                  <a:lnTo>
                    <a:pt x="3455" y="8826"/>
                  </a:lnTo>
                  <a:lnTo>
                    <a:pt x="4324" y="7245"/>
                  </a:lnTo>
                  <a:lnTo>
                    <a:pt x="4617" y="6020"/>
                  </a:lnTo>
                  <a:lnTo>
                    <a:pt x="4617" y="4659"/>
                  </a:lnTo>
                  <a:lnTo>
                    <a:pt x="4617" y="2094"/>
                  </a:lnTo>
                  <a:lnTo>
                    <a:pt x="3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" name="object 808" descr=""/>
            <p:cNvSpPr/>
            <p:nvPr/>
          </p:nvSpPr>
          <p:spPr>
            <a:xfrm>
              <a:off x="4053512" y="3937369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5" h="8889">
                  <a:moveTo>
                    <a:pt x="3026" y="0"/>
                  </a:moveTo>
                  <a:lnTo>
                    <a:pt x="1403" y="0"/>
                  </a:lnTo>
                  <a:lnTo>
                    <a:pt x="1078" y="157"/>
                  </a:lnTo>
                  <a:lnTo>
                    <a:pt x="785" y="418"/>
                  </a:lnTo>
                  <a:lnTo>
                    <a:pt x="303" y="1256"/>
                  </a:lnTo>
                  <a:lnTo>
                    <a:pt x="0" y="2513"/>
                  </a:lnTo>
                  <a:lnTo>
                    <a:pt x="0" y="6460"/>
                  </a:lnTo>
                  <a:lnTo>
                    <a:pt x="1036" y="8533"/>
                  </a:lnTo>
                  <a:lnTo>
                    <a:pt x="2670" y="8533"/>
                  </a:lnTo>
                  <a:lnTo>
                    <a:pt x="3005" y="8376"/>
                  </a:lnTo>
                  <a:lnTo>
                    <a:pt x="3298" y="8073"/>
                  </a:lnTo>
                  <a:lnTo>
                    <a:pt x="3759" y="7245"/>
                  </a:lnTo>
                  <a:lnTo>
                    <a:pt x="4052" y="6020"/>
                  </a:lnTo>
                  <a:lnTo>
                    <a:pt x="4052" y="4659"/>
                  </a:lnTo>
                  <a:lnTo>
                    <a:pt x="4052" y="2094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" name="object 809" descr=""/>
            <p:cNvSpPr/>
            <p:nvPr/>
          </p:nvSpPr>
          <p:spPr>
            <a:xfrm>
              <a:off x="4057863" y="3950437"/>
              <a:ext cx="19050" cy="37465"/>
            </a:xfrm>
            <a:custGeom>
              <a:avLst/>
              <a:gdLst/>
              <a:ahLst/>
              <a:cxnLst/>
              <a:rect l="l" t="t" r="r" b="b"/>
              <a:pathLst>
                <a:path w="19050" h="37464">
                  <a:moveTo>
                    <a:pt x="14439" y="0"/>
                  </a:moveTo>
                  <a:lnTo>
                    <a:pt x="9004" y="0"/>
                  </a:lnTo>
                  <a:lnTo>
                    <a:pt x="3696" y="963"/>
                  </a:lnTo>
                  <a:lnTo>
                    <a:pt x="0" y="8952"/>
                  </a:lnTo>
                  <a:lnTo>
                    <a:pt x="0" y="28941"/>
                  </a:lnTo>
                  <a:lnTo>
                    <a:pt x="4156" y="37276"/>
                  </a:lnTo>
                  <a:lnTo>
                    <a:pt x="10659" y="37276"/>
                  </a:lnTo>
                  <a:lnTo>
                    <a:pt x="11978" y="36679"/>
                  </a:lnTo>
                  <a:lnTo>
                    <a:pt x="16376" y="32669"/>
                  </a:lnTo>
                  <a:lnTo>
                    <a:pt x="18596" y="26187"/>
                  </a:lnTo>
                  <a:lnTo>
                    <a:pt x="18596" y="18648"/>
                  </a:lnTo>
                  <a:lnTo>
                    <a:pt x="18596" y="8355"/>
                  </a:lnTo>
                  <a:lnTo>
                    <a:pt x="1443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" name="object 810" descr=""/>
            <p:cNvSpPr/>
            <p:nvPr/>
          </p:nvSpPr>
          <p:spPr>
            <a:xfrm>
              <a:off x="4060858" y="3950437"/>
              <a:ext cx="15875" cy="36195"/>
            </a:xfrm>
            <a:custGeom>
              <a:avLst/>
              <a:gdLst/>
              <a:ahLst/>
              <a:cxnLst/>
              <a:rect l="l" t="t" r="r" b="b"/>
              <a:pathLst>
                <a:path w="15875" h="36195">
                  <a:moveTo>
                    <a:pt x="11444" y="0"/>
                  </a:moveTo>
                  <a:lnTo>
                    <a:pt x="6293" y="0"/>
                  </a:lnTo>
                  <a:lnTo>
                    <a:pt x="5423" y="94"/>
                  </a:lnTo>
                  <a:lnTo>
                    <a:pt x="2230" y="3026"/>
                  </a:lnTo>
                  <a:lnTo>
                    <a:pt x="0" y="9528"/>
                  </a:lnTo>
                  <a:lnTo>
                    <a:pt x="0" y="27329"/>
                  </a:lnTo>
                  <a:lnTo>
                    <a:pt x="4156" y="35684"/>
                  </a:lnTo>
                  <a:lnTo>
                    <a:pt x="9287" y="35684"/>
                  </a:lnTo>
                  <a:lnTo>
                    <a:pt x="10167" y="35601"/>
                  </a:lnTo>
                  <a:lnTo>
                    <a:pt x="13381" y="32669"/>
                  </a:lnTo>
                  <a:lnTo>
                    <a:pt x="15601" y="26187"/>
                  </a:lnTo>
                  <a:lnTo>
                    <a:pt x="15601" y="18648"/>
                  </a:lnTo>
                  <a:lnTo>
                    <a:pt x="15601" y="8355"/>
                  </a:lnTo>
                  <a:lnTo>
                    <a:pt x="11444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" name="object 811" descr=""/>
            <p:cNvSpPr/>
            <p:nvPr/>
          </p:nvSpPr>
          <p:spPr>
            <a:xfrm>
              <a:off x="4100092" y="3922003"/>
              <a:ext cx="38735" cy="84455"/>
            </a:xfrm>
            <a:custGeom>
              <a:avLst/>
              <a:gdLst/>
              <a:ahLst/>
              <a:cxnLst/>
              <a:rect l="l" t="t" r="r" b="b"/>
              <a:pathLst>
                <a:path w="38735" h="84454">
                  <a:moveTo>
                    <a:pt x="19098" y="0"/>
                  </a:moveTo>
                  <a:lnTo>
                    <a:pt x="10866" y="3311"/>
                  </a:lnTo>
                  <a:lnTo>
                    <a:pt x="4884" y="12343"/>
                  </a:lnTo>
                  <a:lnTo>
                    <a:pt x="1234" y="25740"/>
                  </a:lnTo>
                  <a:lnTo>
                    <a:pt x="0" y="42145"/>
                  </a:lnTo>
                  <a:lnTo>
                    <a:pt x="1234" y="58550"/>
                  </a:lnTo>
                  <a:lnTo>
                    <a:pt x="4884" y="71946"/>
                  </a:lnTo>
                  <a:lnTo>
                    <a:pt x="10866" y="80978"/>
                  </a:lnTo>
                  <a:lnTo>
                    <a:pt x="19098" y="84290"/>
                  </a:lnTo>
                  <a:lnTo>
                    <a:pt x="27330" y="80978"/>
                  </a:lnTo>
                  <a:lnTo>
                    <a:pt x="33313" y="71946"/>
                  </a:lnTo>
                  <a:lnTo>
                    <a:pt x="36962" y="58550"/>
                  </a:lnTo>
                  <a:lnTo>
                    <a:pt x="38197" y="42145"/>
                  </a:lnTo>
                  <a:lnTo>
                    <a:pt x="36962" y="25740"/>
                  </a:lnTo>
                  <a:lnTo>
                    <a:pt x="33313" y="12343"/>
                  </a:lnTo>
                  <a:lnTo>
                    <a:pt x="27330" y="3311"/>
                  </a:lnTo>
                  <a:lnTo>
                    <a:pt x="19098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" name="object 812" descr=""/>
            <p:cNvSpPr/>
            <p:nvPr/>
          </p:nvSpPr>
          <p:spPr>
            <a:xfrm>
              <a:off x="4127362" y="3938023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3591" y="0"/>
                  </a:moveTo>
                  <a:lnTo>
                    <a:pt x="1968" y="0"/>
                  </a:lnTo>
                  <a:lnTo>
                    <a:pt x="1643" y="157"/>
                  </a:lnTo>
                  <a:lnTo>
                    <a:pt x="544" y="1151"/>
                  </a:lnTo>
                  <a:lnTo>
                    <a:pt x="0" y="2774"/>
                  </a:lnTo>
                  <a:lnTo>
                    <a:pt x="0" y="7224"/>
                  </a:lnTo>
                  <a:lnTo>
                    <a:pt x="1026" y="9298"/>
                  </a:lnTo>
                  <a:lnTo>
                    <a:pt x="2910" y="9298"/>
                  </a:lnTo>
                  <a:lnTo>
                    <a:pt x="3455" y="8826"/>
                  </a:lnTo>
                  <a:lnTo>
                    <a:pt x="4324" y="7245"/>
                  </a:lnTo>
                  <a:lnTo>
                    <a:pt x="4617" y="6020"/>
                  </a:lnTo>
                  <a:lnTo>
                    <a:pt x="4617" y="4659"/>
                  </a:lnTo>
                  <a:lnTo>
                    <a:pt x="4617" y="2094"/>
                  </a:lnTo>
                  <a:lnTo>
                    <a:pt x="3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" name="object 813" descr=""/>
            <p:cNvSpPr/>
            <p:nvPr/>
          </p:nvSpPr>
          <p:spPr>
            <a:xfrm>
              <a:off x="4127927" y="3938023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5" h="8889">
                  <a:moveTo>
                    <a:pt x="3026" y="0"/>
                  </a:moveTo>
                  <a:lnTo>
                    <a:pt x="1403" y="0"/>
                  </a:lnTo>
                  <a:lnTo>
                    <a:pt x="1078" y="157"/>
                  </a:lnTo>
                  <a:lnTo>
                    <a:pt x="785" y="418"/>
                  </a:lnTo>
                  <a:lnTo>
                    <a:pt x="303" y="1256"/>
                  </a:lnTo>
                  <a:lnTo>
                    <a:pt x="0" y="2513"/>
                  </a:lnTo>
                  <a:lnTo>
                    <a:pt x="0" y="6460"/>
                  </a:lnTo>
                  <a:lnTo>
                    <a:pt x="1036" y="8533"/>
                  </a:lnTo>
                  <a:lnTo>
                    <a:pt x="2670" y="8533"/>
                  </a:lnTo>
                  <a:lnTo>
                    <a:pt x="3005" y="8376"/>
                  </a:lnTo>
                  <a:lnTo>
                    <a:pt x="3298" y="8073"/>
                  </a:lnTo>
                  <a:lnTo>
                    <a:pt x="3759" y="7245"/>
                  </a:lnTo>
                  <a:lnTo>
                    <a:pt x="4052" y="6020"/>
                  </a:lnTo>
                  <a:lnTo>
                    <a:pt x="4052" y="4659"/>
                  </a:lnTo>
                  <a:lnTo>
                    <a:pt x="4052" y="2094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" name="object 814" descr=""/>
            <p:cNvSpPr/>
            <p:nvPr/>
          </p:nvSpPr>
          <p:spPr>
            <a:xfrm>
              <a:off x="4117098" y="3925815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3591" y="0"/>
                  </a:moveTo>
                  <a:lnTo>
                    <a:pt x="1968" y="0"/>
                  </a:lnTo>
                  <a:lnTo>
                    <a:pt x="1643" y="157"/>
                  </a:lnTo>
                  <a:lnTo>
                    <a:pt x="544" y="1151"/>
                  </a:lnTo>
                  <a:lnTo>
                    <a:pt x="0" y="2774"/>
                  </a:lnTo>
                  <a:lnTo>
                    <a:pt x="0" y="7224"/>
                  </a:lnTo>
                  <a:lnTo>
                    <a:pt x="1026" y="9298"/>
                  </a:lnTo>
                  <a:lnTo>
                    <a:pt x="2910" y="9298"/>
                  </a:lnTo>
                  <a:lnTo>
                    <a:pt x="3455" y="8826"/>
                  </a:lnTo>
                  <a:lnTo>
                    <a:pt x="4324" y="7245"/>
                  </a:lnTo>
                  <a:lnTo>
                    <a:pt x="4617" y="6020"/>
                  </a:lnTo>
                  <a:lnTo>
                    <a:pt x="4617" y="4659"/>
                  </a:lnTo>
                  <a:lnTo>
                    <a:pt x="4617" y="2094"/>
                  </a:lnTo>
                  <a:lnTo>
                    <a:pt x="3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" name="object 815" descr=""/>
            <p:cNvSpPr/>
            <p:nvPr/>
          </p:nvSpPr>
          <p:spPr>
            <a:xfrm>
              <a:off x="4117664" y="3925815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5" h="8889">
                  <a:moveTo>
                    <a:pt x="3026" y="0"/>
                  </a:moveTo>
                  <a:lnTo>
                    <a:pt x="1403" y="0"/>
                  </a:lnTo>
                  <a:lnTo>
                    <a:pt x="1078" y="157"/>
                  </a:lnTo>
                  <a:lnTo>
                    <a:pt x="785" y="418"/>
                  </a:lnTo>
                  <a:lnTo>
                    <a:pt x="303" y="1256"/>
                  </a:lnTo>
                  <a:lnTo>
                    <a:pt x="0" y="2513"/>
                  </a:lnTo>
                  <a:lnTo>
                    <a:pt x="0" y="6460"/>
                  </a:lnTo>
                  <a:lnTo>
                    <a:pt x="1036" y="8533"/>
                  </a:lnTo>
                  <a:lnTo>
                    <a:pt x="2670" y="8533"/>
                  </a:lnTo>
                  <a:lnTo>
                    <a:pt x="3005" y="8376"/>
                  </a:lnTo>
                  <a:lnTo>
                    <a:pt x="3298" y="8073"/>
                  </a:lnTo>
                  <a:lnTo>
                    <a:pt x="3759" y="7245"/>
                  </a:lnTo>
                  <a:lnTo>
                    <a:pt x="4052" y="6020"/>
                  </a:lnTo>
                  <a:lnTo>
                    <a:pt x="4052" y="4659"/>
                  </a:lnTo>
                  <a:lnTo>
                    <a:pt x="4052" y="2094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" name="object 816" descr=""/>
            <p:cNvSpPr/>
            <p:nvPr/>
          </p:nvSpPr>
          <p:spPr>
            <a:xfrm>
              <a:off x="4105694" y="3937369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3591" y="0"/>
                  </a:moveTo>
                  <a:lnTo>
                    <a:pt x="1968" y="0"/>
                  </a:lnTo>
                  <a:lnTo>
                    <a:pt x="1643" y="157"/>
                  </a:lnTo>
                  <a:lnTo>
                    <a:pt x="544" y="1151"/>
                  </a:lnTo>
                  <a:lnTo>
                    <a:pt x="0" y="2774"/>
                  </a:lnTo>
                  <a:lnTo>
                    <a:pt x="0" y="7224"/>
                  </a:lnTo>
                  <a:lnTo>
                    <a:pt x="1026" y="9298"/>
                  </a:lnTo>
                  <a:lnTo>
                    <a:pt x="2910" y="9298"/>
                  </a:lnTo>
                  <a:lnTo>
                    <a:pt x="3455" y="8826"/>
                  </a:lnTo>
                  <a:lnTo>
                    <a:pt x="4324" y="7245"/>
                  </a:lnTo>
                  <a:lnTo>
                    <a:pt x="4617" y="6020"/>
                  </a:lnTo>
                  <a:lnTo>
                    <a:pt x="4617" y="4659"/>
                  </a:lnTo>
                  <a:lnTo>
                    <a:pt x="4617" y="2094"/>
                  </a:lnTo>
                  <a:lnTo>
                    <a:pt x="3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" name="object 817" descr=""/>
            <p:cNvSpPr/>
            <p:nvPr/>
          </p:nvSpPr>
          <p:spPr>
            <a:xfrm>
              <a:off x="4106260" y="3937369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5" h="8889">
                  <a:moveTo>
                    <a:pt x="3026" y="0"/>
                  </a:moveTo>
                  <a:lnTo>
                    <a:pt x="1403" y="0"/>
                  </a:lnTo>
                  <a:lnTo>
                    <a:pt x="1078" y="157"/>
                  </a:lnTo>
                  <a:lnTo>
                    <a:pt x="785" y="418"/>
                  </a:lnTo>
                  <a:lnTo>
                    <a:pt x="303" y="1256"/>
                  </a:lnTo>
                  <a:lnTo>
                    <a:pt x="0" y="2513"/>
                  </a:lnTo>
                  <a:lnTo>
                    <a:pt x="0" y="6460"/>
                  </a:lnTo>
                  <a:lnTo>
                    <a:pt x="1036" y="8533"/>
                  </a:lnTo>
                  <a:lnTo>
                    <a:pt x="2670" y="8533"/>
                  </a:lnTo>
                  <a:lnTo>
                    <a:pt x="3005" y="8376"/>
                  </a:lnTo>
                  <a:lnTo>
                    <a:pt x="3298" y="8073"/>
                  </a:lnTo>
                  <a:lnTo>
                    <a:pt x="3759" y="7245"/>
                  </a:lnTo>
                  <a:lnTo>
                    <a:pt x="4052" y="6020"/>
                  </a:lnTo>
                  <a:lnTo>
                    <a:pt x="4052" y="4659"/>
                  </a:lnTo>
                  <a:lnTo>
                    <a:pt x="4052" y="2094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" name="object 818" descr=""/>
            <p:cNvSpPr/>
            <p:nvPr/>
          </p:nvSpPr>
          <p:spPr>
            <a:xfrm>
              <a:off x="4110611" y="3950437"/>
              <a:ext cx="19050" cy="37465"/>
            </a:xfrm>
            <a:custGeom>
              <a:avLst/>
              <a:gdLst/>
              <a:ahLst/>
              <a:cxnLst/>
              <a:rect l="l" t="t" r="r" b="b"/>
              <a:pathLst>
                <a:path w="19050" h="37464">
                  <a:moveTo>
                    <a:pt x="14439" y="0"/>
                  </a:moveTo>
                  <a:lnTo>
                    <a:pt x="9004" y="0"/>
                  </a:lnTo>
                  <a:lnTo>
                    <a:pt x="3696" y="963"/>
                  </a:lnTo>
                  <a:lnTo>
                    <a:pt x="0" y="8952"/>
                  </a:lnTo>
                  <a:lnTo>
                    <a:pt x="0" y="28941"/>
                  </a:lnTo>
                  <a:lnTo>
                    <a:pt x="4156" y="37276"/>
                  </a:lnTo>
                  <a:lnTo>
                    <a:pt x="10659" y="37276"/>
                  </a:lnTo>
                  <a:lnTo>
                    <a:pt x="11978" y="36679"/>
                  </a:lnTo>
                  <a:lnTo>
                    <a:pt x="16376" y="32669"/>
                  </a:lnTo>
                  <a:lnTo>
                    <a:pt x="18596" y="26187"/>
                  </a:lnTo>
                  <a:lnTo>
                    <a:pt x="18596" y="18648"/>
                  </a:lnTo>
                  <a:lnTo>
                    <a:pt x="18596" y="8355"/>
                  </a:lnTo>
                  <a:lnTo>
                    <a:pt x="1443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" name="object 819" descr=""/>
            <p:cNvSpPr/>
            <p:nvPr/>
          </p:nvSpPr>
          <p:spPr>
            <a:xfrm>
              <a:off x="4113606" y="3950437"/>
              <a:ext cx="15875" cy="36195"/>
            </a:xfrm>
            <a:custGeom>
              <a:avLst/>
              <a:gdLst/>
              <a:ahLst/>
              <a:cxnLst/>
              <a:rect l="l" t="t" r="r" b="b"/>
              <a:pathLst>
                <a:path w="15875" h="36195">
                  <a:moveTo>
                    <a:pt x="11444" y="0"/>
                  </a:moveTo>
                  <a:lnTo>
                    <a:pt x="6293" y="0"/>
                  </a:lnTo>
                  <a:lnTo>
                    <a:pt x="5423" y="94"/>
                  </a:lnTo>
                  <a:lnTo>
                    <a:pt x="2230" y="3026"/>
                  </a:lnTo>
                  <a:lnTo>
                    <a:pt x="0" y="9528"/>
                  </a:lnTo>
                  <a:lnTo>
                    <a:pt x="0" y="27329"/>
                  </a:lnTo>
                  <a:lnTo>
                    <a:pt x="4156" y="35684"/>
                  </a:lnTo>
                  <a:lnTo>
                    <a:pt x="9287" y="35684"/>
                  </a:lnTo>
                  <a:lnTo>
                    <a:pt x="10167" y="35601"/>
                  </a:lnTo>
                  <a:lnTo>
                    <a:pt x="13381" y="32669"/>
                  </a:lnTo>
                  <a:lnTo>
                    <a:pt x="15601" y="26187"/>
                  </a:lnTo>
                  <a:lnTo>
                    <a:pt x="15601" y="18648"/>
                  </a:lnTo>
                  <a:lnTo>
                    <a:pt x="15601" y="8355"/>
                  </a:lnTo>
                  <a:lnTo>
                    <a:pt x="11444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" name="object 820" descr=""/>
            <p:cNvSpPr/>
            <p:nvPr/>
          </p:nvSpPr>
          <p:spPr>
            <a:xfrm>
              <a:off x="4152842" y="3919096"/>
              <a:ext cx="38735" cy="84455"/>
            </a:xfrm>
            <a:custGeom>
              <a:avLst/>
              <a:gdLst/>
              <a:ahLst/>
              <a:cxnLst/>
              <a:rect l="l" t="t" r="r" b="b"/>
              <a:pathLst>
                <a:path w="38735" h="84454">
                  <a:moveTo>
                    <a:pt x="19098" y="0"/>
                  </a:moveTo>
                  <a:lnTo>
                    <a:pt x="10866" y="3311"/>
                  </a:lnTo>
                  <a:lnTo>
                    <a:pt x="4884" y="12343"/>
                  </a:lnTo>
                  <a:lnTo>
                    <a:pt x="1234" y="25740"/>
                  </a:lnTo>
                  <a:lnTo>
                    <a:pt x="0" y="42145"/>
                  </a:lnTo>
                  <a:lnTo>
                    <a:pt x="1234" y="58550"/>
                  </a:lnTo>
                  <a:lnTo>
                    <a:pt x="4884" y="71946"/>
                  </a:lnTo>
                  <a:lnTo>
                    <a:pt x="10866" y="80978"/>
                  </a:lnTo>
                  <a:lnTo>
                    <a:pt x="19098" y="84290"/>
                  </a:lnTo>
                  <a:lnTo>
                    <a:pt x="27330" y="80978"/>
                  </a:lnTo>
                  <a:lnTo>
                    <a:pt x="33313" y="71946"/>
                  </a:lnTo>
                  <a:lnTo>
                    <a:pt x="36962" y="58550"/>
                  </a:lnTo>
                  <a:lnTo>
                    <a:pt x="38197" y="42145"/>
                  </a:lnTo>
                  <a:lnTo>
                    <a:pt x="36962" y="25740"/>
                  </a:lnTo>
                  <a:lnTo>
                    <a:pt x="33313" y="12343"/>
                  </a:lnTo>
                  <a:lnTo>
                    <a:pt x="27330" y="3311"/>
                  </a:lnTo>
                  <a:lnTo>
                    <a:pt x="19098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" name="object 821" descr=""/>
            <p:cNvSpPr/>
            <p:nvPr/>
          </p:nvSpPr>
          <p:spPr>
            <a:xfrm>
              <a:off x="4180110" y="3935115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3591" y="0"/>
                  </a:moveTo>
                  <a:lnTo>
                    <a:pt x="1968" y="0"/>
                  </a:lnTo>
                  <a:lnTo>
                    <a:pt x="1643" y="157"/>
                  </a:lnTo>
                  <a:lnTo>
                    <a:pt x="544" y="1151"/>
                  </a:lnTo>
                  <a:lnTo>
                    <a:pt x="0" y="2774"/>
                  </a:lnTo>
                  <a:lnTo>
                    <a:pt x="0" y="7224"/>
                  </a:lnTo>
                  <a:lnTo>
                    <a:pt x="1026" y="9298"/>
                  </a:lnTo>
                  <a:lnTo>
                    <a:pt x="2910" y="9298"/>
                  </a:lnTo>
                  <a:lnTo>
                    <a:pt x="3455" y="8826"/>
                  </a:lnTo>
                  <a:lnTo>
                    <a:pt x="4324" y="7245"/>
                  </a:lnTo>
                  <a:lnTo>
                    <a:pt x="4617" y="6020"/>
                  </a:lnTo>
                  <a:lnTo>
                    <a:pt x="4617" y="4659"/>
                  </a:lnTo>
                  <a:lnTo>
                    <a:pt x="4617" y="2094"/>
                  </a:lnTo>
                  <a:lnTo>
                    <a:pt x="3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2" name="object 822" descr=""/>
            <p:cNvSpPr/>
            <p:nvPr/>
          </p:nvSpPr>
          <p:spPr>
            <a:xfrm>
              <a:off x="4180675" y="3935115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5" h="8889">
                  <a:moveTo>
                    <a:pt x="3026" y="0"/>
                  </a:moveTo>
                  <a:lnTo>
                    <a:pt x="1403" y="0"/>
                  </a:lnTo>
                  <a:lnTo>
                    <a:pt x="1078" y="157"/>
                  </a:lnTo>
                  <a:lnTo>
                    <a:pt x="785" y="418"/>
                  </a:lnTo>
                  <a:lnTo>
                    <a:pt x="303" y="1256"/>
                  </a:lnTo>
                  <a:lnTo>
                    <a:pt x="0" y="2513"/>
                  </a:lnTo>
                  <a:lnTo>
                    <a:pt x="0" y="6460"/>
                  </a:lnTo>
                  <a:lnTo>
                    <a:pt x="1036" y="8533"/>
                  </a:lnTo>
                  <a:lnTo>
                    <a:pt x="2670" y="8533"/>
                  </a:lnTo>
                  <a:lnTo>
                    <a:pt x="3005" y="8376"/>
                  </a:lnTo>
                  <a:lnTo>
                    <a:pt x="3298" y="8073"/>
                  </a:lnTo>
                  <a:lnTo>
                    <a:pt x="3759" y="7245"/>
                  </a:lnTo>
                  <a:lnTo>
                    <a:pt x="4052" y="6020"/>
                  </a:lnTo>
                  <a:lnTo>
                    <a:pt x="4052" y="4659"/>
                  </a:lnTo>
                  <a:lnTo>
                    <a:pt x="4052" y="2094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3" name="object 823" descr=""/>
            <p:cNvSpPr/>
            <p:nvPr/>
          </p:nvSpPr>
          <p:spPr>
            <a:xfrm>
              <a:off x="4169847" y="3922908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3591" y="0"/>
                  </a:moveTo>
                  <a:lnTo>
                    <a:pt x="1968" y="0"/>
                  </a:lnTo>
                  <a:lnTo>
                    <a:pt x="1643" y="157"/>
                  </a:lnTo>
                  <a:lnTo>
                    <a:pt x="544" y="1151"/>
                  </a:lnTo>
                  <a:lnTo>
                    <a:pt x="0" y="2774"/>
                  </a:lnTo>
                  <a:lnTo>
                    <a:pt x="0" y="7224"/>
                  </a:lnTo>
                  <a:lnTo>
                    <a:pt x="1026" y="9298"/>
                  </a:lnTo>
                  <a:lnTo>
                    <a:pt x="2910" y="9298"/>
                  </a:lnTo>
                  <a:lnTo>
                    <a:pt x="3455" y="8826"/>
                  </a:lnTo>
                  <a:lnTo>
                    <a:pt x="4324" y="7245"/>
                  </a:lnTo>
                  <a:lnTo>
                    <a:pt x="4617" y="6020"/>
                  </a:lnTo>
                  <a:lnTo>
                    <a:pt x="4617" y="4659"/>
                  </a:lnTo>
                  <a:lnTo>
                    <a:pt x="4617" y="2094"/>
                  </a:lnTo>
                  <a:lnTo>
                    <a:pt x="3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" name="object 824" descr=""/>
            <p:cNvSpPr/>
            <p:nvPr/>
          </p:nvSpPr>
          <p:spPr>
            <a:xfrm>
              <a:off x="4170413" y="3922908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5" h="8889">
                  <a:moveTo>
                    <a:pt x="3026" y="0"/>
                  </a:moveTo>
                  <a:lnTo>
                    <a:pt x="1403" y="0"/>
                  </a:lnTo>
                  <a:lnTo>
                    <a:pt x="1078" y="157"/>
                  </a:lnTo>
                  <a:lnTo>
                    <a:pt x="785" y="418"/>
                  </a:lnTo>
                  <a:lnTo>
                    <a:pt x="303" y="1256"/>
                  </a:lnTo>
                  <a:lnTo>
                    <a:pt x="0" y="2513"/>
                  </a:lnTo>
                  <a:lnTo>
                    <a:pt x="0" y="6460"/>
                  </a:lnTo>
                  <a:lnTo>
                    <a:pt x="1036" y="8533"/>
                  </a:lnTo>
                  <a:lnTo>
                    <a:pt x="2670" y="8533"/>
                  </a:lnTo>
                  <a:lnTo>
                    <a:pt x="3005" y="8376"/>
                  </a:lnTo>
                  <a:lnTo>
                    <a:pt x="3298" y="8073"/>
                  </a:lnTo>
                  <a:lnTo>
                    <a:pt x="3759" y="7245"/>
                  </a:lnTo>
                  <a:lnTo>
                    <a:pt x="4052" y="6020"/>
                  </a:lnTo>
                  <a:lnTo>
                    <a:pt x="4052" y="4659"/>
                  </a:lnTo>
                  <a:lnTo>
                    <a:pt x="4052" y="2094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" name="object 825" descr=""/>
            <p:cNvSpPr/>
            <p:nvPr/>
          </p:nvSpPr>
          <p:spPr>
            <a:xfrm>
              <a:off x="4158442" y="3934462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3591" y="0"/>
                  </a:moveTo>
                  <a:lnTo>
                    <a:pt x="1968" y="0"/>
                  </a:lnTo>
                  <a:lnTo>
                    <a:pt x="1643" y="157"/>
                  </a:lnTo>
                  <a:lnTo>
                    <a:pt x="544" y="1151"/>
                  </a:lnTo>
                  <a:lnTo>
                    <a:pt x="0" y="2774"/>
                  </a:lnTo>
                  <a:lnTo>
                    <a:pt x="0" y="7224"/>
                  </a:lnTo>
                  <a:lnTo>
                    <a:pt x="1026" y="9298"/>
                  </a:lnTo>
                  <a:lnTo>
                    <a:pt x="2910" y="9298"/>
                  </a:lnTo>
                  <a:lnTo>
                    <a:pt x="3455" y="8826"/>
                  </a:lnTo>
                  <a:lnTo>
                    <a:pt x="4324" y="7245"/>
                  </a:lnTo>
                  <a:lnTo>
                    <a:pt x="4617" y="6020"/>
                  </a:lnTo>
                  <a:lnTo>
                    <a:pt x="4617" y="4659"/>
                  </a:lnTo>
                  <a:lnTo>
                    <a:pt x="4617" y="2094"/>
                  </a:lnTo>
                  <a:lnTo>
                    <a:pt x="3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" name="object 826" descr=""/>
            <p:cNvSpPr/>
            <p:nvPr/>
          </p:nvSpPr>
          <p:spPr>
            <a:xfrm>
              <a:off x="4159008" y="3934462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5" h="8889">
                  <a:moveTo>
                    <a:pt x="3026" y="0"/>
                  </a:moveTo>
                  <a:lnTo>
                    <a:pt x="1403" y="0"/>
                  </a:lnTo>
                  <a:lnTo>
                    <a:pt x="1078" y="157"/>
                  </a:lnTo>
                  <a:lnTo>
                    <a:pt x="785" y="418"/>
                  </a:lnTo>
                  <a:lnTo>
                    <a:pt x="303" y="1256"/>
                  </a:lnTo>
                  <a:lnTo>
                    <a:pt x="0" y="2513"/>
                  </a:lnTo>
                  <a:lnTo>
                    <a:pt x="0" y="6460"/>
                  </a:lnTo>
                  <a:lnTo>
                    <a:pt x="1036" y="8533"/>
                  </a:lnTo>
                  <a:lnTo>
                    <a:pt x="2670" y="8533"/>
                  </a:lnTo>
                  <a:lnTo>
                    <a:pt x="3005" y="8376"/>
                  </a:lnTo>
                  <a:lnTo>
                    <a:pt x="3298" y="8073"/>
                  </a:lnTo>
                  <a:lnTo>
                    <a:pt x="3759" y="7245"/>
                  </a:lnTo>
                  <a:lnTo>
                    <a:pt x="4052" y="6020"/>
                  </a:lnTo>
                  <a:lnTo>
                    <a:pt x="4052" y="4659"/>
                  </a:lnTo>
                  <a:lnTo>
                    <a:pt x="4052" y="2094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" name="object 827" descr=""/>
            <p:cNvSpPr/>
            <p:nvPr/>
          </p:nvSpPr>
          <p:spPr>
            <a:xfrm>
              <a:off x="4163360" y="3947541"/>
              <a:ext cx="19050" cy="37465"/>
            </a:xfrm>
            <a:custGeom>
              <a:avLst/>
              <a:gdLst/>
              <a:ahLst/>
              <a:cxnLst/>
              <a:rect l="l" t="t" r="r" b="b"/>
              <a:pathLst>
                <a:path w="19050" h="37464">
                  <a:moveTo>
                    <a:pt x="14439" y="0"/>
                  </a:moveTo>
                  <a:lnTo>
                    <a:pt x="9004" y="0"/>
                  </a:lnTo>
                  <a:lnTo>
                    <a:pt x="3696" y="952"/>
                  </a:lnTo>
                  <a:lnTo>
                    <a:pt x="0" y="8942"/>
                  </a:lnTo>
                  <a:lnTo>
                    <a:pt x="0" y="28931"/>
                  </a:lnTo>
                  <a:lnTo>
                    <a:pt x="4156" y="37265"/>
                  </a:lnTo>
                  <a:lnTo>
                    <a:pt x="10659" y="37265"/>
                  </a:lnTo>
                  <a:lnTo>
                    <a:pt x="11978" y="36669"/>
                  </a:lnTo>
                  <a:lnTo>
                    <a:pt x="16376" y="32658"/>
                  </a:lnTo>
                  <a:lnTo>
                    <a:pt x="18596" y="26177"/>
                  </a:lnTo>
                  <a:lnTo>
                    <a:pt x="18596" y="18638"/>
                  </a:lnTo>
                  <a:lnTo>
                    <a:pt x="18596" y="8345"/>
                  </a:lnTo>
                  <a:lnTo>
                    <a:pt x="1443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8" name="object 828" descr=""/>
            <p:cNvSpPr/>
            <p:nvPr/>
          </p:nvSpPr>
          <p:spPr>
            <a:xfrm>
              <a:off x="4166354" y="3947541"/>
              <a:ext cx="15875" cy="36195"/>
            </a:xfrm>
            <a:custGeom>
              <a:avLst/>
              <a:gdLst/>
              <a:ahLst/>
              <a:cxnLst/>
              <a:rect l="l" t="t" r="r" b="b"/>
              <a:pathLst>
                <a:path w="15875" h="36195">
                  <a:moveTo>
                    <a:pt x="11444" y="0"/>
                  </a:moveTo>
                  <a:lnTo>
                    <a:pt x="6293" y="0"/>
                  </a:lnTo>
                  <a:lnTo>
                    <a:pt x="5423" y="83"/>
                  </a:lnTo>
                  <a:lnTo>
                    <a:pt x="2230" y="3015"/>
                  </a:lnTo>
                  <a:lnTo>
                    <a:pt x="0" y="9518"/>
                  </a:lnTo>
                  <a:lnTo>
                    <a:pt x="0" y="27318"/>
                  </a:lnTo>
                  <a:lnTo>
                    <a:pt x="4156" y="35674"/>
                  </a:lnTo>
                  <a:lnTo>
                    <a:pt x="9287" y="35674"/>
                  </a:lnTo>
                  <a:lnTo>
                    <a:pt x="10167" y="35590"/>
                  </a:lnTo>
                  <a:lnTo>
                    <a:pt x="13381" y="32658"/>
                  </a:lnTo>
                  <a:lnTo>
                    <a:pt x="15601" y="26177"/>
                  </a:lnTo>
                  <a:lnTo>
                    <a:pt x="15601" y="18638"/>
                  </a:lnTo>
                  <a:lnTo>
                    <a:pt x="15601" y="8345"/>
                  </a:lnTo>
                  <a:lnTo>
                    <a:pt x="11444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" name="object 829" descr=""/>
            <p:cNvSpPr/>
            <p:nvPr/>
          </p:nvSpPr>
          <p:spPr>
            <a:xfrm>
              <a:off x="4205590" y="3919096"/>
              <a:ext cx="38735" cy="84455"/>
            </a:xfrm>
            <a:custGeom>
              <a:avLst/>
              <a:gdLst/>
              <a:ahLst/>
              <a:cxnLst/>
              <a:rect l="l" t="t" r="r" b="b"/>
              <a:pathLst>
                <a:path w="38735" h="84454">
                  <a:moveTo>
                    <a:pt x="19098" y="0"/>
                  </a:moveTo>
                  <a:lnTo>
                    <a:pt x="10866" y="3311"/>
                  </a:lnTo>
                  <a:lnTo>
                    <a:pt x="4884" y="12343"/>
                  </a:lnTo>
                  <a:lnTo>
                    <a:pt x="1234" y="25740"/>
                  </a:lnTo>
                  <a:lnTo>
                    <a:pt x="0" y="42145"/>
                  </a:lnTo>
                  <a:lnTo>
                    <a:pt x="1234" y="58550"/>
                  </a:lnTo>
                  <a:lnTo>
                    <a:pt x="4884" y="71946"/>
                  </a:lnTo>
                  <a:lnTo>
                    <a:pt x="10866" y="80978"/>
                  </a:lnTo>
                  <a:lnTo>
                    <a:pt x="19098" y="84290"/>
                  </a:lnTo>
                  <a:lnTo>
                    <a:pt x="27330" y="80978"/>
                  </a:lnTo>
                  <a:lnTo>
                    <a:pt x="33313" y="71946"/>
                  </a:lnTo>
                  <a:lnTo>
                    <a:pt x="36962" y="58550"/>
                  </a:lnTo>
                  <a:lnTo>
                    <a:pt x="38197" y="42145"/>
                  </a:lnTo>
                  <a:lnTo>
                    <a:pt x="36962" y="25740"/>
                  </a:lnTo>
                  <a:lnTo>
                    <a:pt x="33313" y="12343"/>
                  </a:lnTo>
                  <a:lnTo>
                    <a:pt x="27330" y="3311"/>
                  </a:lnTo>
                  <a:lnTo>
                    <a:pt x="19098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" name="object 830" descr=""/>
            <p:cNvSpPr/>
            <p:nvPr/>
          </p:nvSpPr>
          <p:spPr>
            <a:xfrm>
              <a:off x="4232858" y="3935115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3591" y="0"/>
                  </a:moveTo>
                  <a:lnTo>
                    <a:pt x="1968" y="0"/>
                  </a:lnTo>
                  <a:lnTo>
                    <a:pt x="1643" y="157"/>
                  </a:lnTo>
                  <a:lnTo>
                    <a:pt x="544" y="1151"/>
                  </a:lnTo>
                  <a:lnTo>
                    <a:pt x="0" y="2774"/>
                  </a:lnTo>
                  <a:lnTo>
                    <a:pt x="0" y="7224"/>
                  </a:lnTo>
                  <a:lnTo>
                    <a:pt x="1026" y="9298"/>
                  </a:lnTo>
                  <a:lnTo>
                    <a:pt x="2910" y="9298"/>
                  </a:lnTo>
                  <a:lnTo>
                    <a:pt x="3455" y="8826"/>
                  </a:lnTo>
                  <a:lnTo>
                    <a:pt x="4324" y="7245"/>
                  </a:lnTo>
                  <a:lnTo>
                    <a:pt x="4617" y="6020"/>
                  </a:lnTo>
                  <a:lnTo>
                    <a:pt x="4617" y="4659"/>
                  </a:lnTo>
                  <a:lnTo>
                    <a:pt x="4617" y="2094"/>
                  </a:lnTo>
                  <a:lnTo>
                    <a:pt x="3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1" name="object 831" descr=""/>
            <p:cNvSpPr/>
            <p:nvPr/>
          </p:nvSpPr>
          <p:spPr>
            <a:xfrm>
              <a:off x="4233423" y="3935115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5" h="8889">
                  <a:moveTo>
                    <a:pt x="3026" y="0"/>
                  </a:moveTo>
                  <a:lnTo>
                    <a:pt x="1403" y="0"/>
                  </a:lnTo>
                  <a:lnTo>
                    <a:pt x="1078" y="157"/>
                  </a:lnTo>
                  <a:lnTo>
                    <a:pt x="785" y="418"/>
                  </a:lnTo>
                  <a:lnTo>
                    <a:pt x="303" y="1256"/>
                  </a:lnTo>
                  <a:lnTo>
                    <a:pt x="0" y="2513"/>
                  </a:lnTo>
                  <a:lnTo>
                    <a:pt x="0" y="6460"/>
                  </a:lnTo>
                  <a:lnTo>
                    <a:pt x="1036" y="8533"/>
                  </a:lnTo>
                  <a:lnTo>
                    <a:pt x="2670" y="8533"/>
                  </a:lnTo>
                  <a:lnTo>
                    <a:pt x="3005" y="8376"/>
                  </a:lnTo>
                  <a:lnTo>
                    <a:pt x="3298" y="8073"/>
                  </a:lnTo>
                  <a:lnTo>
                    <a:pt x="3759" y="7245"/>
                  </a:lnTo>
                  <a:lnTo>
                    <a:pt x="4052" y="6020"/>
                  </a:lnTo>
                  <a:lnTo>
                    <a:pt x="4052" y="4659"/>
                  </a:lnTo>
                  <a:lnTo>
                    <a:pt x="4052" y="2094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2" name="object 832" descr=""/>
            <p:cNvSpPr/>
            <p:nvPr/>
          </p:nvSpPr>
          <p:spPr>
            <a:xfrm>
              <a:off x="4222594" y="3922908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3591" y="0"/>
                  </a:moveTo>
                  <a:lnTo>
                    <a:pt x="1968" y="0"/>
                  </a:lnTo>
                  <a:lnTo>
                    <a:pt x="1643" y="157"/>
                  </a:lnTo>
                  <a:lnTo>
                    <a:pt x="544" y="1151"/>
                  </a:lnTo>
                  <a:lnTo>
                    <a:pt x="0" y="2774"/>
                  </a:lnTo>
                  <a:lnTo>
                    <a:pt x="0" y="7224"/>
                  </a:lnTo>
                  <a:lnTo>
                    <a:pt x="1026" y="9298"/>
                  </a:lnTo>
                  <a:lnTo>
                    <a:pt x="2910" y="9298"/>
                  </a:lnTo>
                  <a:lnTo>
                    <a:pt x="3455" y="8826"/>
                  </a:lnTo>
                  <a:lnTo>
                    <a:pt x="4324" y="7245"/>
                  </a:lnTo>
                  <a:lnTo>
                    <a:pt x="4617" y="6020"/>
                  </a:lnTo>
                  <a:lnTo>
                    <a:pt x="4617" y="4659"/>
                  </a:lnTo>
                  <a:lnTo>
                    <a:pt x="4617" y="2094"/>
                  </a:lnTo>
                  <a:lnTo>
                    <a:pt x="3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3" name="object 833" descr=""/>
            <p:cNvSpPr/>
            <p:nvPr/>
          </p:nvSpPr>
          <p:spPr>
            <a:xfrm>
              <a:off x="4223160" y="3922908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5" h="8889">
                  <a:moveTo>
                    <a:pt x="3026" y="0"/>
                  </a:moveTo>
                  <a:lnTo>
                    <a:pt x="1403" y="0"/>
                  </a:lnTo>
                  <a:lnTo>
                    <a:pt x="1078" y="157"/>
                  </a:lnTo>
                  <a:lnTo>
                    <a:pt x="785" y="418"/>
                  </a:lnTo>
                  <a:lnTo>
                    <a:pt x="303" y="1256"/>
                  </a:lnTo>
                  <a:lnTo>
                    <a:pt x="0" y="2513"/>
                  </a:lnTo>
                  <a:lnTo>
                    <a:pt x="0" y="6460"/>
                  </a:lnTo>
                  <a:lnTo>
                    <a:pt x="1036" y="8533"/>
                  </a:lnTo>
                  <a:lnTo>
                    <a:pt x="2670" y="8533"/>
                  </a:lnTo>
                  <a:lnTo>
                    <a:pt x="3005" y="8376"/>
                  </a:lnTo>
                  <a:lnTo>
                    <a:pt x="3298" y="8073"/>
                  </a:lnTo>
                  <a:lnTo>
                    <a:pt x="3759" y="7245"/>
                  </a:lnTo>
                  <a:lnTo>
                    <a:pt x="4052" y="6020"/>
                  </a:lnTo>
                  <a:lnTo>
                    <a:pt x="4052" y="4659"/>
                  </a:lnTo>
                  <a:lnTo>
                    <a:pt x="4052" y="2094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4" name="object 834" descr=""/>
            <p:cNvSpPr/>
            <p:nvPr/>
          </p:nvSpPr>
          <p:spPr>
            <a:xfrm>
              <a:off x="4211192" y="3934462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3591" y="0"/>
                  </a:moveTo>
                  <a:lnTo>
                    <a:pt x="1968" y="0"/>
                  </a:lnTo>
                  <a:lnTo>
                    <a:pt x="1643" y="157"/>
                  </a:lnTo>
                  <a:lnTo>
                    <a:pt x="544" y="1151"/>
                  </a:lnTo>
                  <a:lnTo>
                    <a:pt x="0" y="2774"/>
                  </a:lnTo>
                  <a:lnTo>
                    <a:pt x="0" y="7224"/>
                  </a:lnTo>
                  <a:lnTo>
                    <a:pt x="1026" y="9298"/>
                  </a:lnTo>
                  <a:lnTo>
                    <a:pt x="2910" y="9298"/>
                  </a:lnTo>
                  <a:lnTo>
                    <a:pt x="3455" y="8826"/>
                  </a:lnTo>
                  <a:lnTo>
                    <a:pt x="4324" y="7245"/>
                  </a:lnTo>
                  <a:lnTo>
                    <a:pt x="4617" y="6020"/>
                  </a:lnTo>
                  <a:lnTo>
                    <a:pt x="4617" y="4659"/>
                  </a:lnTo>
                  <a:lnTo>
                    <a:pt x="4617" y="2094"/>
                  </a:lnTo>
                  <a:lnTo>
                    <a:pt x="3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5" name="object 835" descr=""/>
            <p:cNvSpPr/>
            <p:nvPr/>
          </p:nvSpPr>
          <p:spPr>
            <a:xfrm>
              <a:off x="4211757" y="3934462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5" h="8889">
                  <a:moveTo>
                    <a:pt x="3026" y="0"/>
                  </a:moveTo>
                  <a:lnTo>
                    <a:pt x="1403" y="0"/>
                  </a:lnTo>
                  <a:lnTo>
                    <a:pt x="1078" y="157"/>
                  </a:lnTo>
                  <a:lnTo>
                    <a:pt x="785" y="418"/>
                  </a:lnTo>
                  <a:lnTo>
                    <a:pt x="303" y="1256"/>
                  </a:lnTo>
                  <a:lnTo>
                    <a:pt x="0" y="2513"/>
                  </a:lnTo>
                  <a:lnTo>
                    <a:pt x="0" y="6460"/>
                  </a:lnTo>
                  <a:lnTo>
                    <a:pt x="1036" y="8533"/>
                  </a:lnTo>
                  <a:lnTo>
                    <a:pt x="2670" y="8533"/>
                  </a:lnTo>
                  <a:lnTo>
                    <a:pt x="3005" y="8376"/>
                  </a:lnTo>
                  <a:lnTo>
                    <a:pt x="3298" y="8073"/>
                  </a:lnTo>
                  <a:lnTo>
                    <a:pt x="3759" y="7245"/>
                  </a:lnTo>
                  <a:lnTo>
                    <a:pt x="4052" y="6020"/>
                  </a:lnTo>
                  <a:lnTo>
                    <a:pt x="4052" y="4659"/>
                  </a:lnTo>
                  <a:lnTo>
                    <a:pt x="4052" y="2094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" name="object 836" descr=""/>
            <p:cNvSpPr/>
            <p:nvPr/>
          </p:nvSpPr>
          <p:spPr>
            <a:xfrm>
              <a:off x="4216109" y="3947541"/>
              <a:ext cx="19050" cy="37465"/>
            </a:xfrm>
            <a:custGeom>
              <a:avLst/>
              <a:gdLst/>
              <a:ahLst/>
              <a:cxnLst/>
              <a:rect l="l" t="t" r="r" b="b"/>
              <a:pathLst>
                <a:path w="19050" h="37464">
                  <a:moveTo>
                    <a:pt x="14439" y="0"/>
                  </a:moveTo>
                  <a:lnTo>
                    <a:pt x="9004" y="0"/>
                  </a:lnTo>
                  <a:lnTo>
                    <a:pt x="3696" y="952"/>
                  </a:lnTo>
                  <a:lnTo>
                    <a:pt x="0" y="8942"/>
                  </a:lnTo>
                  <a:lnTo>
                    <a:pt x="0" y="28931"/>
                  </a:lnTo>
                  <a:lnTo>
                    <a:pt x="4156" y="37265"/>
                  </a:lnTo>
                  <a:lnTo>
                    <a:pt x="10659" y="37265"/>
                  </a:lnTo>
                  <a:lnTo>
                    <a:pt x="11978" y="36669"/>
                  </a:lnTo>
                  <a:lnTo>
                    <a:pt x="16376" y="32658"/>
                  </a:lnTo>
                  <a:lnTo>
                    <a:pt x="18596" y="26177"/>
                  </a:lnTo>
                  <a:lnTo>
                    <a:pt x="18596" y="18638"/>
                  </a:lnTo>
                  <a:lnTo>
                    <a:pt x="18596" y="8345"/>
                  </a:lnTo>
                  <a:lnTo>
                    <a:pt x="1443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" name="object 837" descr=""/>
            <p:cNvSpPr/>
            <p:nvPr/>
          </p:nvSpPr>
          <p:spPr>
            <a:xfrm>
              <a:off x="4219103" y="3947541"/>
              <a:ext cx="15875" cy="36195"/>
            </a:xfrm>
            <a:custGeom>
              <a:avLst/>
              <a:gdLst/>
              <a:ahLst/>
              <a:cxnLst/>
              <a:rect l="l" t="t" r="r" b="b"/>
              <a:pathLst>
                <a:path w="15875" h="36195">
                  <a:moveTo>
                    <a:pt x="11444" y="0"/>
                  </a:moveTo>
                  <a:lnTo>
                    <a:pt x="6293" y="0"/>
                  </a:lnTo>
                  <a:lnTo>
                    <a:pt x="5423" y="83"/>
                  </a:lnTo>
                  <a:lnTo>
                    <a:pt x="2219" y="3015"/>
                  </a:lnTo>
                  <a:lnTo>
                    <a:pt x="0" y="9518"/>
                  </a:lnTo>
                  <a:lnTo>
                    <a:pt x="0" y="27318"/>
                  </a:lnTo>
                  <a:lnTo>
                    <a:pt x="4156" y="35674"/>
                  </a:lnTo>
                  <a:lnTo>
                    <a:pt x="9287" y="35674"/>
                  </a:lnTo>
                  <a:lnTo>
                    <a:pt x="10156" y="35590"/>
                  </a:lnTo>
                  <a:lnTo>
                    <a:pt x="13381" y="32658"/>
                  </a:lnTo>
                  <a:lnTo>
                    <a:pt x="15601" y="26177"/>
                  </a:lnTo>
                  <a:lnTo>
                    <a:pt x="15601" y="18638"/>
                  </a:lnTo>
                  <a:lnTo>
                    <a:pt x="15601" y="8345"/>
                  </a:lnTo>
                  <a:lnTo>
                    <a:pt x="11444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" name="object 838" descr=""/>
            <p:cNvSpPr/>
            <p:nvPr/>
          </p:nvSpPr>
          <p:spPr>
            <a:xfrm>
              <a:off x="4258338" y="3918515"/>
              <a:ext cx="38735" cy="84455"/>
            </a:xfrm>
            <a:custGeom>
              <a:avLst/>
              <a:gdLst/>
              <a:ahLst/>
              <a:cxnLst/>
              <a:rect l="l" t="t" r="r" b="b"/>
              <a:pathLst>
                <a:path w="38735" h="84454">
                  <a:moveTo>
                    <a:pt x="19098" y="0"/>
                  </a:moveTo>
                  <a:lnTo>
                    <a:pt x="10866" y="3311"/>
                  </a:lnTo>
                  <a:lnTo>
                    <a:pt x="4884" y="12343"/>
                  </a:lnTo>
                  <a:lnTo>
                    <a:pt x="1234" y="25740"/>
                  </a:lnTo>
                  <a:lnTo>
                    <a:pt x="0" y="42145"/>
                  </a:lnTo>
                  <a:lnTo>
                    <a:pt x="1234" y="58550"/>
                  </a:lnTo>
                  <a:lnTo>
                    <a:pt x="4884" y="71946"/>
                  </a:lnTo>
                  <a:lnTo>
                    <a:pt x="10866" y="80978"/>
                  </a:lnTo>
                  <a:lnTo>
                    <a:pt x="19098" y="84290"/>
                  </a:lnTo>
                  <a:lnTo>
                    <a:pt x="27330" y="80978"/>
                  </a:lnTo>
                  <a:lnTo>
                    <a:pt x="33313" y="71946"/>
                  </a:lnTo>
                  <a:lnTo>
                    <a:pt x="36962" y="58550"/>
                  </a:lnTo>
                  <a:lnTo>
                    <a:pt x="38197" y="42145"/>
                  </a:lnTo>
                  <a:lnTo>
                    <a:pt x="36962" y="25740"/>
                  </a:lnTo>
                  <a:lnTo>
                    <a:pt x="33313" y="12343"/>
                  </a:lnTo>
                  <a:lnTo>
                    <a:pt x="27330" y="3311"/>
                  </a:lnTo>
                  <a:lnTo>
                    <a:pt x="19098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" name="object 839" descr=""/>
            <p:cNvSpPr/>
            <p:nvPr/>
          </p:nvSpPr>
          <p:spPr>
            <a:xfrm>
              <a:off x="4285606" y="3934534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3591" y="0"/>
                  </a:moveTo>
                  <a:lnTo>
                    <a:pt x="1968" y="0"/>
                  </a:lnTo>
                  <a:lnTo>
                    <a:pt x="1643" y="157"/>
                  </a:lnTo>
                  <a:lnTo>
                    <a:pt x="544" y="1151"/>
                  </a:lnTo>
                  <a:lnTo>
                    <a:pt x="0" y="2774"/>
                  </a:lnTo>
                  <a:lnTo>
                    <a:pt x="0" y="7224"/>
                  </a:lnTo>
                  <a:lnTo>
                    <a:pt x="1026" y="9298"/>
                  </a:lnTo>
                  <a:lnTo>
                    <a:pt x="2910" y="9298"/>
                  </a:lnTo>
                  <a:lnTo>
                    <a:pt x="3455" y="8826"/>
                  </a:lnTo>
                  <a:lnTo>
                    <a:pt x="4324" y="7245"/>
                  </a:lnTo>
                  <a:lnTo>
                    <a:pt x="4617" y="6020"/>
                  </a:lnTo>
                  <a:lnTo>
                    <a:pt x="4617" y="4659"/>
                  </a:lnTo>
                  <a:lnTo>
                    <a:pt x="4617" y="2094"/>
                  </a:lnTo>
                  <a:lnTo>
                    <a:pt x="3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" name="object 840" descr=""/>
            <p:cNvSpPr/>
            <p:nvPr/>
          </p:nvSpPr>
          <p:spPr>
            <a:xfrm>
              <a:off x="4286172" y="3934534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5" h="8889">
                  <a:moveTo>
                    <a:pt x="3026" y="0"/>
                  </a:moveTo>
                  <a:lnTo>
                    <a:pt x="1403" y="0"/>
                  </a:lnTo>
                  <a:lnTo>
                    <a:pt x="1078" y="157"/>
                  </a:lnTo>
                  <a:lnTo>
                    <a:pt x="785" y="418"/>
                  </a:lnTo>
                  <a:lnTo>
                    <a:pt x="303" y="1256"/>
                  </a:lnTo>
                  <a:lnTo>
                    <a:pt x="0" y="2513"/>
                  </a:lnTo>
                  <a:lnTo>
                    <a:pt x="0" y="6460"/>
                  </a:lnTo>
                  <a:lnTo>
                    <a:pt x="1036" y="8533"/>
                  </a:lnTo>
                  <a:lnTo>
                    <a:pt x="2670" y="8533"/>
                  </a:lnTo>
                  <a:lnTo>
                    <a:pt x="3005" y="8376"/>
                  </a:lnTo>
                  <a:lnTo>
                    <a:pt x="3298" y="8073"/>
                  </a:lnTo>
                  <a:lnTo>
                    <a:pt x="3759" y="7245"/>
                  </a:lnTo>
                  <a:lnTo>
                    <a:pt x="4052" y="6020"/>
                  </a:lnTo>
                  <a:lnTo>
                    <a:pt x="4052" y="4659"/>
                  </a:lnTo>
                  <a:lnTo>
                    <a:pt x="4052" y="2094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" name="object 841" descr=""/>
            <p:cNvSpPr/>
            <p:nvPr/>
          </p:nvSpPr>
          <p:spPr>
            <a:xfrm>
              <a:off x="4275343" y="3922326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3591" y="0"/>
                  </a:moveTo>
                  <a:lnTo>
                    <a:pt x="1968" y="0"/>
                  </a:lnTo>
                  <a:lnTo>
                    <a:pt x="1643" y="157"/>
                  </a:lnTo>
                  <a:lnTo>
                    <a:pt x="544" y="1151"/>
                  </a:lnTo>
                  <a:lnTo>
                    <a:pt x="0" y="2774"/>
                  </a:lnTo>
                  <a:lnTo>
                    <a:pt x="0" y="7224"/>
                  </a:lnTo>
                  <a:lnTo>
                    <a:pt x="1026" y="9298"/>
                  </a:lnTo>
                  <a:lnTo>
                    <a:pt x="2910" y="9298"/>
                  </a:lnTo>
                  <a:lnTo>
                    <a:pt x="3455" y="8826"/>
                  </a:lnTo>
                  <a:lnTo>
                    <a:pt x="4324" y="7245"/>
                  </a:lnTo>
                  <a:lnTo>
                    <a:pt x="4617" y="6020"/>
                  </a:lnTo>
                  <a:lnTo>
                    <a:pt x="4617" y="4659"/>
                  </a:lnTo>
                  <a:lnTo>
                    <a:pt x="4617" y="2094"/>
                  </a:lnTo>
                  <a:lnTo>
                    <a:pt x="3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" name="object 842" descr=""/>
            <p:cNvSpPr/>
            <p:nvPr/>
          </p:nvSpPr>
          <p:spPr>
            <a:xfrm>
              <a:off x="4275908" y="3922326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5" h="8889">
                  <a:moveTo>
                    <a:pt x="3026" y="0"/>
                  </a:moveTo>
                  <a:lnTo>
                    <a:pt x="1403" y="0"/>
                  </a:lnTo>
                  <a:lnTo>
                    <a:pt x="1078" y="157"/>
                  </a:lnTo>
                  <a:lnTo>
                    <a:pt x="785" y="418"/>
                  </a:lnTo>
                  <a:lnTo>
                    <a:pt x="303" y="1256"/>
                  </a:lnTo>
                  <a:lnTo>
                    <a:pt x="0" y="2513"/>
                  </a:lnTo>
                  <a:lnTo>
                    <a:pt x="0" y="6460"/>
                  </a:lnTo>
                  <a:lnTo>
                    <a:pt x="1036" y="8533"/>
                  </a:lnTo>
                  <a:lnTo>
                    <a:pt x="2670" y="8533"/>
                  </a:lnTo>
                  <a:lnTo>
                    <a:pt x="3005" y="8376"/>
                  </a:lnTo>
                  <a:lnTo>
                    <a:pt x="3298" y="8073"/>
                  </a:lnTo>
                  <a:lnTo>
                    <a:pt x="3759" y="7245"/>
                  </a:lnTo>
                  <a:lnTo>
                    <a:pt x="4052" y="6020"/>
                  </a:lnTo>
                  <a:lnTo>
                    <a:pt x="4052" y="4659"/>
                  </a:lnTo>
                  <a:lnTo>
                    <a:pt x="4052" y="2094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" name="object 843" descr=""/>
            <p:cNvSpPr/>
            <p:nvPr/>
          </p:nvSpPr>
          <p:spPr>
            <a:xfrm>
              <a:off x="4263940" y="3933881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3591" y="0"/>
                  </a:moveTo>
                  <a:lnTo>
                    <a:pt x="1968" y="0"/>
                  </a:lnTo>
                  <a:lnTo>
                    <a:pt x="1643" y="157"/>
                  </a:lnTo>
                  <a:lnTo>
                    <a:pt x="544" y="1151"/>
                  </a:lnTo>
                  <a:lnTo>
                    <a:pt x="0" y="2774"/>
                  </a:lnTo>
                  <a:lnTo>
                    <a:pt x="0" y="7224"/>
                  </a:lnTo>
                  <a:lnTo>
                    <a:pt x="1026" y="9298"/>
                  </a:lnTo>
                  <a:lnTo>
                    <a:pt x="2910" y="9298"/>
                  </a:lnTo>
                  <a:lnTo>
                    <a:pt x="3455" y="8826"/>
                  </a:lnTo>
                  <a:lnTo>
                    <a:pt x="4324" y="7245"/>
                  </a:lnTo>
                  <a:lnTo>
                    <a:pt x="4617" y="6020"/>
                  </a:lnTo>
                  <a:lnTo>
                    <a:pt x="4617" y="4659"/>
                  </a:lnTo>
                  <a:lnTo>
                    <a:pt x="4617" y="2094"/>
                  </a:lnTo>
                  <a:lnTo>
                    <a:pt x="3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" name="object 844" descr=""/>
            <p:cNvSpPr/>
            <p:nvPr/>
          </p:nvSpPr>
          <p:spPr>
            <a:xfrm>
              <a:off x="4264505" y="3933881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5" h="8889">
                  <a:moveTo>
                    <a:pt x="3026" y="0"/>
                  </a:moveTo>
                  <a:lnTo>
                    <a:pt x="1403" y="0"/>
                  </a:lnTo>
                  <a:lnTo>
                    <a:pt x="1078" y="157"/>
                  </a:lnTo>
                  <a:lnTo>
                    <a:pt x="785" y="418"/>
                  </a:lnTo>
                  <a:lnTo>
                    <a:pt x="303" y="1256"/>
                  </a:lnTo>
                  <a:lnTo>
                    <a:pt x="0" y="2513"/>
                  </a:lnTo>
                  <a:lnTo>
                    <a:pt x="0" y="6460"/>
                  </a:lnTo>
                  <a:lnTo>
                    <a:pt x="1036" y="8533"/>
                  </a:lnTo>
                  <a:lnTo>
                    <a:pt x="2670" y="8533"/>
                  </a:lnTo>
                  <a:lnTo>
                    <a:pt x="3005" y="8376"/>
                  </a:lnTo>
                  <a:lnTo>
                    <a:pt x="3298" y="8073"/>
                  </a:lnTo>
                  <a:lnTo>
                    <a:pt x="3759" y="7245"/>
                  </a:lnTo>
                  <a:lnTo>
                    <a:pt x="4052" y="6020"/>
                  </a:lnTo>
                  <a:lnTo>
                    <a:pt x="4052" y="4659"/>
                  </a:lnTo>
                  <a:lnTo>
                    <a:pt x="4052" y="2094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" name="object 845" descr=""/>
            <p:cNvSpPr/>
            <p:nvPr/>
          </p:nvSpPr>
          <p:spPr>
            <a:xfrm>
              <a:off x="4268857" y="3946950"/>
              <a:ext cx="19050" cy="37465"/>
            </a:xfrm>
            <a:custGeom>
              <a:avLst/>
              <a:gdLst/>
              <a:ahLst/>
              <a:cxnLst/>
              <a:rect l="l" t="t" r="r" b="b"/>
              <a:pathLst>
                <a:path w="19050" h="37464">
                  <a:moveTo>
                    <a:pt x="14439" y="0"/>
                  </a:moveTo>
                  <a:lnTo>
                    <a:pt x="9004" y="0"/>
                  </a:lnTo>
                  <a:lnTo>
                    <a:pt x="3696" y="963"/>
                  </a:lnTo>
                  <a:lnTo>
                    <a:pt x="0" y="8952"/>
                  </a:lnTo>
                  <a:lnTo>
                    <a:pt x="0" y="28941"/>
                  </a:lnTo>
                  <a:lnTo>
                    <a:pt x="4156" y="37276"/>
                  </a:lnTo>
                  <a:lnTo>
                    <a:pt x="10659" y="37276"/>
                  </a:lnTo>
                  <a:lnTo>
                    <a:pt x="11978" y="36679"/>
                  </a:lnTo>
                  <a:lnTo>
                    <a:pt x="16376" y="32669"/>
                  </a:lnTo>
                  <a:lnTo>
                    <a:pt x="18596" y="26187"/>
                  </a:lnTo>
                  <a:lnTo>
                    <a:pt x="18596" y="18648"/>
                  </a:lnTo>
                  <a:lnTo>
                    <a:pt x="18596" y="8355"/>
                  </a:lnTo>
                  <a:lnTo>
                    <a:pt x="1443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" name="object 846" descr=""/>
            <p:cNvSpPr/>
            <p:nvPr/>
          </p:nvSpPr>
          <p:spPr>
            <a:xfrm>
              <a:off x="4271852" y="3946950"/>
              <a:ext cx="15875" cy="36195"/>
            </a:xfrm>
            <a:custGeom>
              <a:avLst/>
              <a:gdLst/>
              <a:ahLst/>
              <a:cxnLst/>
              <a:rect l="l" t="t" r="r" b="b"/>
              <a:pathLst>
                <a:path w="15875" h="36195">
                  <a:moveTo>
                    <a:pt x="11444" y="0"/>
                  </a:moveTo>
                  <a:lnTo>
                    <a:pt x="6293" y="0"/>
                  </a:lnTo>
                  <a:lnTo>
                    <a:pt x="5423" y="94"/>
                  </a:lnTo>
                  <a:lnTo>
                    <a:pt x="2230" y="3026"/>
                  </a:lnTo>
                  <a:lnTo>
                    <a:pt x="0" y="9528"/>
                  </a:lnTo>
                  <a:lnTo>
                    <a:pt x="0" y="27329"/>
                  </a:lnTo>
                  <a:lnTo>
                    <a:pt x="4156" y="35684"/>
                  </a:lnTo>
                  <a:lnTo>
                    <a:pt x="9287" y="35684"/>
                  </a:lnTo>
                  <a:lnTo>
                    <a:pt x="10156" y="35601"/>
                  </a:lnTo>
                  <a:lnTo>
                    <a:pt x="13381" y="32669"/>
                  </a:lnTo>
                  <a:lnTo>
                    <a:pt x="15601" y="26187"/>
                  </a:lnTo>
                  <a:lnTo>
                    <a:pt x="15601" y="18648"/>
                  </a:lnTo>
                  <a:lnTo>
                    <a:pt x="15601" y="8355"/>
                  </a:lnTo>
                  <a:lnTo>
                    <a:pt x="11444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" name="object 847" descr=""/>
            <p:cNvSpPr/>
            <p:nvPr/>
          </p:nvSpPr>
          <p:spPr>
            <a:xfrm>
              <a:off x="4311086" y="3918515"/>
              <a:ext cx="38735" cy="84455"/>
            </a:xfrm>
            <a:custGeom>
              <a:avLst/>
              <a:gdLst/>
              <a:ahLst/>
              <a:cxnLst/>
              <a:rect l="l" t="t" r="r" b="b"/>
              <a:pathLst>
                <a:path w="38735" h="84454">
                  <a:moveTo>
                    <a:pt x="19098" y="0"/>
                  </a:moveTo>
                  <a:lnTo>
                    <a:pt x="10866" y="3311"/>
                  </a:lnTo>
                  <a:lnTo>
                    <a:pt x="4884" y="12343"/>
                  </a:lnTo>
                  <a:lnTo>
                    <a:pt x="1234" y="25740"/>
                  </a:lnTo>
                  <a:lnTo>
                    <a:pt x="0" y="42145"/>
                  </a:lnTo>
                  <a:lnTo>
                    <a:pt x="1234" y="58550"/>
                  </a:lnTo>
                  <a:lnTo>
                    <a:pt x="4884" y="71946"/>
                  </a:lnTo>
                  <a:lnTo>
                    <a:pt x="10866" y="80978"/>
                  </a:lnTo>
                  <a:lnTo>
                    <a:pt x="19098" y="84290"/>
                  </a:lnTo>
                  <a:lnTo>
                    <a:pt x="27330" y="80978"/>
                  </a:lnTo>
                  <a:lnTo>
                    <a:pt x="33313" y="71946"/>
                  </a:lnTo>
                  <a:lnTo>
                    <a:pt x="36962" y="58550"/>
                  </a:lnTo>
                  <a:lnTo>
                    <a:pt x="38197" y="42145"/>
                  </a:lnTo>
                  <a:lnTo>
                    <a:pt x="36962" y="25740"/>
                  </a:lnTo>
                  <a:lnTo>
                    <a:pt x="33313" y="12343"/>
                  </a:lnTo>
                  <a:lnTo>
                    <a:pt x="27330" y="3311"/>
                  </a:lnTo>
                  <a:lnTo>
                    <a:pt x="19098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" name="object 848" descr=""/>
            <p:cNvSpPr/>
            <p:nvPr/>
          </p:nvSpPr>
          <p:spPr>
            <a:xfrm>
              <a:off x="4338355" y="3934534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3591" y="0"/>
                  </a:moveTo>
                  <a:lnTo>
                    <a:pt x="1968" y="0"/>
                  </a:lnTo>
                  <a:lnTo>
                    <a:pt x="1643" y="157"/>
                  </a:lnTo>
                  <a:lnTo>
                    <a:pt x="544" y="1151"/>
                  </a:lnTo>
                  <a:lnTo>
                    <a:pt x="0" y="2774"/>
                  </a:lnTo>
                  <a:lnTo>
                    <a:pt x="0" y="7224"/>
                  </a:lnTo>
                  <a:lnTo>
                    <a:pt x="1026" y="9298"/>
                  </a:lnTo>
                  <a:lnTo>
                    <a:pt x="2910" y="9298"/>
                  </a:lnTo>
                  <a:lnTo>
                    <a:pt x="3455" y="8826"/>
                  </a:lnTo>
                  <a:lnTo>
                    <a:pt x="4324" y="7245"/>
                  </a:lnTo>
                  <a:lnTo>
                    <a:pt x="4617" y="6020"/>
                  </a:lnTo>
                  <a:lnTo>
                    <a:pt x="4617" y="4659"/>
                  </a:lnTo>
                  <a:lnTo>
                    <a:pt x="4617" y="2094"/>
                  </a:lnTo>
                  <a:lnTo>
                    <a:pt x="3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" name="object 849" descr=""/>
            <p:cNvSpPr/>
            <p:nvPr/>
          </p:nvSpPr>
          <p:spPr>
            <a:xfrm>
              <a:off x="4338921" y="3934534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5" h="8889">
                  <a:moveTo>
                    <a:pt x="3026" y="0"/>
                  </a:moveTo>
                  <a:lnTo>
                    <a:pt x="1403" y="0"/>
                  </a:lnTo>
                  <a:lnTo>
                    <a:pt x="1078" y="157"/>
                  </a:lnTo>
                  <a:lnTo>
                    <a:pt x="785" y="418"/>
                  </a:lnTo>
                  <a:lnTo>
                    <a:pt x="303" y="1256"/>
                  </a:lnTo>
                  <a:lnTo>
                    <a:pt x="0" y="2513"/>
                  </a:lnTo>
                  <a:lnTo>
                    <a:pt x="0" y="6460"/>
                  </a:lnTo>
                  <a:lnTo>
                    <a:pt x="1036" y="8533"/>
                  </a:lnTo>
                  <a:lnTo>
                    <a:pt x="2670" y="8533"/>
                  </a:lnTo>
                  <a:lnTo>
                    <a:pt x="3005" y="8376"/>
                  </a:lnTo>
                  <a:lnTo>
                    <a:pt x="3298" y="8073"/>
                  </a:lnTo>
                  <a:lnTo>
                    <a:pt x="3759" y="7245"/>
                  </a:lnTo>
                  <a:lnTo>
                    <a:pt x="4052" y="6020"/>
                  </a:lnTo>
                  <a:lnTo>
                    <a:pt x="4052" y="4659"/>
                  </a:lnTo>
                  <a:lnTo>
                    <a:pt x="4052" y="2094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0" name="object 850" descr=""/>
            <p:cNvSpPr/>
            <p:nvPr/>
          </p:nvSpPr>
          <p:spPr>
            <a:xfrm>
              <a:off x="4328092" y="3922326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3591" y="0"/>
                  </a:moveTo>
                  <a:lnTo>
                    <a:pt x="1968" y="0"/>
                  </a:lnTo>
                  <a:lnTo>
                    <a:pt x="1643" y="157"/>
                  </a:lnTo>
                  <a:lnTo>
                    <a:pt x="544" y="1151"/>
                  </a:lnTo>
                  <a:lnTo>
                    <a:pt x="0" y="2774"/>
                  </a:lnTo>
                  <a:lnTo>
                    <a:pt x="0" y="7224"/>
                  </a:lnTo>
                  <a:lnTo>
                    <a:pt x="1026" y="9298"/>
                  </a:lnTo>
                  <a:lnTo>
                    <a:pt x="2910" y="9298"/>
                  </a:lnTo>
                  <a:lnTo>
                    <a:pt x="3455" y="8826"/>
                  </a:lnTo>
                  <a:lnTo>
                    <a:pt x="4324" y="7245"/>
                  </a:lnTo>
                  <a:lnTo>
                    <a:pt x="4617" y="6020"/>
                  </a:lnTo>
                  <a:lnTo>
                    <a:pt x="4617" y="4659"/>
                  </a:lnTo>
                  <a:lnTo>
                    <a:pt x="4617" y="2094"/>
                  </a:lnTo>
                  <a:lnTo>
                    <a:pt x="3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" name="object 851" descr=""/>
            <p:cNvSpPr/>
            <p:nvPr/>
          </p:nvSpPr>
          <p:spPr>
            <a:xfrm>
              <a:off x="4328657" y="3922326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5" h="8889">
                  <a:moveTo>
                    <a:pt x="3026" y="0"/>
                  </a:moveTo>
                  <a:lnTo>
                    <a:pt x="1403" y="0"/>
                  </a:lnTo>
                  <a:lnTo>
                    <a:pt x="1078" y="157"/>
                  </a:lnTo>
                  <a:lnTo>
                    <a:pt x="785" y="418"/>
                  </a:lnTo>
                  <a:lnTo>
                    <a:pt x="303" y="1256"/>
                  </a:lnTo>
                  <a:lnTo>
                    <a:pt x="0" y="2513"/>
                  </a:lnTo>
                  <a:lnTo>
                    <a:pt x="0" y="6460"/>
                  </a:lnTo>
                  <a:lnTo>
                    <a:pt x="1036" y="8533"/>
                  </a:lnTo>
                  <a:lnTo>
                    <a:pt x="2670" y="8533"/>
                  </a:lnTo>
                  <a:lnTo>
                    <a:pt x="3005" y="8376"/>
                  </a:lnTo>
                  <a:lnTo>
                    <a:pt x="3298" y="8073"/>
                  </a:lnTo>
                  <a:lnTo>
                    <a:pt x="3759" y="7245"/>
                  </a:lnTo>
                  <a:lnTo>
                    <a:pt x="4052" y="6020"/>
                  </a:lnTo>
                  <a:lnTo>
                    <a:pt x="4052" y="4659"/>
                  </a:lnTo>
                  <a:lnTo>
                    <a:pt x="4052" y="2094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" name="object 852" descr=""/>
            <p:cNvSpPr/>
            <p:nvPr/>
          </p:nvSpPr>
          <p:spPr>
            <a:xfrm>
              <a:off x="4316688" y="3933881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3591" y="0"/>
                  </a:moveTo>
                  <a:lnTo>
                    <a:pt x="1968" y="0"/>
                  </a:lnTo>
                  <a:lnTo>
                    <a:pt x="1643" y="157"/>
                  </a:lnTo>
                  <a:lnTo>
                    <a:pt x="544" y="1151"/>
                  </a:lnTo>
                  <a:lnTo>
                    <a:pt x="0" y="2774"/>
                  </a:lnTo>
                  <a:lnTo>
                    <a:pt x="0" y="7224"/>
                  </a:lnTo>
                  <a:lnTo>
                    <a:pt x="1026" y="9298"/>
                  </a:lnTo>
                  <a:lnTo>
                    <a:pt x="2910" y="9298"/>
                  </a:lnTo>
                  <a:lnTo>
                    <a:pt x="3455" y="8826"/>
                  </a:lnTo>
                  <a:lnTo>
                    <a:pt x="4324" y="7245"/>
                  </a:lnTo>
                  <a:lnTo>
                    <a:pt x="4617" y="6020"/>
                  </a:lnTo>
                  <a:lnTo>
                    <a:pt x="4617" y="4659"/>
                  </a:lnTo>
                  <a:lnTo>
                    <a:pt x="4617" y="2094"/>
                  </a:lnTo>
                  <a:lnTo>
                    <a:pt x="3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" name="object 853" descr=""/>
            <p:cNvSpPr/>
            <p:nvPr/>
          </p:nvSpPr>
          <p:spPr>
            <a:xfrm>
              <a:off x="4317253" y="3933881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5" h="8889">
                  <a:moveTo>
                    <a:pt x="3026" y="0"/>
                  </a:moveTo>
                  <a:lnTo>
                    <a:pt x="1403" y="0"/>
                  </a:lnTo>
                  <a:lnTo>
                    <a:pt x="1078" y="157"/>
                  </a:lnTo>
                  <a:lnTo>
                    <a:pt x="785" y="418"/>
                  </a:lnTo>
                  <a:lnTo>
                    <a:pt x="303" y="1256"/>
                  </a:lnTo>
                  <a:lnTo>
                    <a:pt x="0" y="2513"/>
                  </a:lnTo>
                  <a:lnTo>
                    <a:pt x="0" y="6460"/>
                  </a:lnTo>
                  <a:lnTo>
                    <a:pt x="1036" y="8533"/>
                  </a:lnTo>
                  <a:lnTo>
                    <a:pt x="2670" y="8533"/>
                  </a:lnTo>
                  <a:lnTo>
                    <a:pt x="3005" y="8376"/>
                  </a:lnTo>
                  <a:lnTo>
                    <a:pt x="3298" y="8073"/>
                  </a:lnTo>
                  <a:lnTo>
                    <a:pt x="3759" y="7245"/>
                  </a:lnTo>
                  <a:lnTo>
                    <a:pt x="4052" y="6020"/>
                  </a:lnTo>
                  <a:lnTo>
                    <a:pt x="4052" y="4659"/>
                  </a:lnTo>
                  <a:lnTo>
                    <a:pt x="4052" y="2094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" name="object 854" descr=""/>
            <p:cNvSpPr/>
            <p:nvPr/>
          </p:nvSpPr>
          <p:spPr>
            <a:xfrm>
              <a:off x="4321605" y="3946950"/>
              <a:ext cx="19050" cy="37465"/>
            </a:xfrm>
            <a:custGeom>
              <a:avLst/>
              <a:gdLst/>
              <a:ahLst/>
              <a:cxnLst/>
              <a:rect l="l" t="t" r="r" b="b"/>
              <a:pathLst>
                <a:path w="19050" h="37464">
                  <a:moveTo>
                    <a:pt x="14439" y="0"/>
                  </a:moveTo>
                  <a:lnTo>
                    <a:pt x="9004" y="0"/>
                  </a:lnTo>
                  <a:lnTo>
                    <a:pt x="3696" y="963"/>
                  </a:lnTo>
                  <a:lnTo>
                    <a:pt x="0" y="8952"/>
                  </a:lnTo>
                  <a:lnTo>
                    <a:pt x="0" y="28941"/>
                  </a:lnTo>
                  <a:lnTo>
                    <a:pt x="4156" y="37276"/>
                  </a:lnTo>
                  <a:lnTo>
                    <a:pt x="10659" y="37276"/>
                  </a:lnTo>
                  <a:lnTo>
                    <a:pt x="11978" y="36679"/>
                  </a:lnTo>
                  <a:lnTo>
                    <a:pt x="16376" y="32669"/>
                  </a:lnTo>
                  <a:lnTo>
                    <a:pt x="18596" y="26187"/>
                  </a:lnTo>
                  <a:lnTo>
                    <a:pt x="18596" y="18648"/>
                  </a:lnTo>
                  <a:lnTo>
                    <a:pt x="18596" y="8355"/>
                  </a:lnTo>
                  <a:lnTo>
                    <a:pt x="1443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" name="object 855" descr=""/>
            <p:cNvSpPr/>
            <p:nvPr/>
          </p:nvSpPr>
          <p:spPr>
            <a:xfrm>
              <a:off x="4324600" y="3946950"/>
              <a:ext cx="15875" cy="36195"/>
            </a:xfrm>
            <a:custGeom>
              <a:avLst/>
              <a:gdLst/>
              <a:ahLst/>
              <a:cxnLst/>
              <a:rect l="l" t="t" r="r" b="b"/>
              <a:pathLst>
                <a:path w="15875" h="36195">
                  <a:moveTo>
                    <a:pt x="11444" y="0"/>
                  </a:moveTo>
                  <a:lnTo>
                    <a:pt x="6293" y="0"/>
                  </a:lnTo>
                  <a:lnTo>
                    <a:pt x="5423" y="94"/>
                  </a:lnTo>
                  <a:lnTo>
                    <a:pt x="2230" y="3026"/>
                  </a:lnTo>
                  <a:lnTo>
                    <a:pt x="0" y="9528"/>
                  </a:lnTo>
                  <a:lnTo>
                    <a:pt x="0" y="27329"/>
                  </a:lnTo>
                  <a:lnTo>
                    <a:pt x="4156" y="35684"/>
                  </a:lnTo>
                  <a:lnTo>
                    <a:pt x="9287" y="35684"/>
                  </a:lnTo>
                  <a:lnTo>
                    <a:pt x="10167" y="35601"/>
                  </a:lnTo>
                  <a:lnTo>
                    <a:pt x="13381" y="32669"/>
                  </a:lnTo>
                  <a:lnTo>
                    <a:pt x="15601" y="26187"/>
                  </a:lnTo>
                  <a:lnTo>
                    <a:pt x="15601" y="18648"/>
                  </a:lnTo>
                  <a:lnTo>
                    <a:pt x="15601" y="8355"/>
                  </a:lnTo>
                  <a:lnTo>
                    <a:pt x="11444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" name="object 856" descr=""/>
            <p:cNvSpPr/>
            <p:nvPr/>
          </p:nvSpPr>
          <p:spPr>
            <a:xfrm>
              <a:off x="4363834" y="3917351"/>
              <a:ext cx="38735" cy="84455"/>
            </a:xfrm>
            <a:custGeom>
              <a:avLst/>
              <a:gdLst/>
              <a:ahLst/>
              <a:cxnLst/>
              <a:rect l="l" t="t" r="r" b="b"/>
              <a:pathLst>
                <a:path w="38735" h="84454">
                  <a:moveTo>
                    <a:pt x="19098" y="0"/>
                  </a:moveTo>
                  <a:lnTo>
                    <a:pt x="10866" y="3311"/>
                  </a:lnTo>
                  <a:lnTo>
                    <a:pt x="4884" y="12343"/>
                  </a:lnTo>
                  <a:lnTo>
                    <a:pt x="1234" y="25740"/>
                  </a:lnTo>
                  <a:lnTo>
                    <a:pt x="0" y="42145"/>
                  </a:lnTo>
                  <a:lnTo>
                    <a:pt x="1234" y="58550"/>
                  </a:lnTo>
                  <a:lnTo>
                    <a:pt x="4884" y="71946"/>
                  </a:lnTo>
                  <a:lnTo>
                    <a:pt x="10866" y="80978"/>
                  </a:lnTo>
                  <a:lnTo>
                    <a:pt x="19098" y="84290"/>
                  </a:lnTo>
                  <a:lnTo>
                    <a:pt x="27330" y="80978"/>
                  </a:lnTo>
                  <a:lnTo>
                    <a:pt x="33313" y="71946"/>
                  </a:lnTo>
                  <a:lnTo>
                    <a:pt x="36962" y="58550"/>
                  </a:lnTo>
                  <a:lnTo>
                    <a:pt x="38197" y="42145"/>
                  </a:lnTo>
                  <a:lnTo>
                    <a:pt x="36962" y="25740"/>
                  </a:lnTo>
                  <a:lnTo>
                    <a:pt x="33313" y="12343"/>
                  </a:lnTo>
                  <a:lnTo>
                    <a:pt x="27330" y="3311"/>
                  </a:lnTo>
                  <a:lnTo>
                    <a:pt x="19098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" name="object 857" descr=""/>
            <p:cNvSpPr/>
            <p:nvPr/>
          </p:nvSpPr>
          <p:spPr>
            <a:xfrm>
              <a:off x="4391102" y="3933371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3591" y="0"/>
                  </a:moveTo>
                  <a:lnTo>
                    <a:pt x="1968" y="0"/>
                  </a:lnTo>
                  <a:lnTo>
                    <a:pt x="1643" y="157"/>
                  </a:lnTo>
                  <a:lnTo>
                    <a:pt x="544" y="1151"/>
                  </a:lnTo>
                  <a:lnTo>
                    <a:pt x="0" y="2774"/>
                  </a:lnTo>
                  <a:lnTo>
                    <a:pt x="0" y="7224"/>
                  </a:lnTo>
                  <a:lnTo>
                    <a:pt x="1026" y="9298"/>
                  </a:lnTo>
                  <a:lnTo>
                    <a:pt x="2910" y="9298"/>
                  </a:lnTo>
                  <a:lnTo>
                    <a:pt x="3455" y="8826"/>
                  </a:lnTo>
                  <a:lnTo>
                    <a:pt x="4324" y="7245"/>
                  </a:lnTo>
                  <a:lnTo>
                    <a:pt x="4617" y="6020"/>
                  </a:lnTo>
                  <a:lnTo>
                    <a:pt x="4617" y="4659"/>
                  </a:lnTo>
                  <a:lnTo>
                    <a:pt x="4617" y="2094"/>
                  </a:lnTo>
                  <a:lnTo>
                    <a:pt x="3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" name="object 858" descr=""/>
            <p:cNvSpPr/>
            <p:nvPr/>
          </p:nvSpPr>
          <p:spPr>
            <a:xfrm>
              <a:off x="4391668" y="3933371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5" h="8889">
                  <a:moveTo>
                    <a:pt x="3026" y="0"/>
                  </a:moveTo>
                  <a:lnTo>
                    <a:pt x="1403" y="0"/>
                  </a:lnTo>
                  <a:lnTo>
                    <a:pt x="1078" y="157"/>
                  </a:lnTo>
                  <a:lnTo>
                    <a:pt x="785" y="418"/>
                  </a:lnTo>
                  <a:lnTo>
                    <a:pt x="303" y="1256"/>
                  </a:lnTo>
                  <a:lnTo>
                    <a:pt x="0" y="2513"/>
                  </a:lnTo>
                  <a:lnTo>
                    <a:pt x="0" y="6460"/>
                  </a:lnTo>
                  <a:lnTo>
                    <a:pt x="1036" y="8533"/>
                  </a:lnTo>
                  <a:lnTo>
                    <a:pt x="2670" y="8533"/>
                  </a:lnTo>
                  <a:lnTo>
                    <a:pt x="3005" y="8376"/>
                  </a:lnTo>
                  <a:lnTo>
                    <a:pt x="3298" y="8073"/>
                  </a:lnTo>
                  <a:lnTo>
                    <a:pt x="3759" y="7245"/>
                  </a:lnTo>
                  <a:lnTo>
                    <a:pt x="4052" y="6020"/>
                  </a:lnTo>
                  <a:lnTo>
                    <a:pt x="4052" y="4659"/>
                  </a:lnTo>
                  <a:lnTo>
                    <a:pt x="4052" y="2094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" name="object 859" descr=""/>
            <p:cNvSpPr/>
            <p:nvPr/>
          </p:nvSpPr>
          <p:spPr>
            <a:xfrm>
              <a:off x="4380840" y="3921164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3591" y="0"/>
                  </a:moveTo>
                  <a:lnTo>
                    <a:pt x="1968" y="0"/>
                  </a:lnTo>
                  <a:lnTo>
                    <a:pt x="1643" y="157"/>
                  </a:lnTo>
                  <a:lnTo>
                    <a:pt x="544" y="1151"/>
                  </a:lnTo>
                  <a:lnTo>
                    <a:pt x="0" y="2774"/>
                  </a:lnTo>
                  <a:lnTo>
                    <a:pt x="0" y="7224"/>
                  </a:lnTo>
                  <a:lnTo>
                    <a:pt x="1026" y="9298"/>
                  </a:lnTo>
                  <a:lnTo>
                    <a:pt x="2910" y="9298"/>
                  </a:lnTo>
                  <a:lnTo>
                    <a:pt x="3455" y="8826"/>
                  </a:lnTo>
                  <a:lnTo>
                    <a:pt x="4324" y="7245"/>
                  </a:lnTo>
                  <a:lnTo>
                    <a:pt x="4617" y="6020"/>
                  </a:lnTo>
                  <a:lnTo>
                    <a:pt x="4617" y="4659"/>
                  </a:lnTo>
                  <a:lnTo>
                    <a:pt x="4617" y="2094"/>
                  </a:lnTo>
                  <a:lnTo>
                    <a:pt x="3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" name="object 860" descr=""/>
            <p:cNvSpPr/>
            <p:nvPr/>
          </p:nvSpPr>
          <p:spPr>
            <a:xfrm>
              <a:off x="4381405" y="3921164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5" h="8889">
                  <a:moveTo>
                    <a:pt x="3026" y="0"/>
                  </a:moveTo>
                  <a:lnTo>
                    <a:pt x="1403" y="0"/>
                  </a:lnTo>
                  <a:lnTo>
                    <a:pt x="1078" y="157"/>
                  </a:lnTo>
                  <a:lnTo>
                    <a:pt x="785" y="418"/>
                  </a:lnTo>
                  <a:lnTo>
                    <a:pt x="303" y="1256"/>
                  </a:lnTo>
                  <a:lnTo>
                    <a:pt x="0" y="2513"/>
                  </a:lnTo>
                  <a:lnTo>
                    <a:pt x="0" y="6460"/>
                  </a:lnTo>
                  <a:lnTo>
                    <a:pt x="1036" y="8533"/>
                  </a:lnTo>
                  <a:lnTo>
                    <a:pt x="2670" y="8533"/>
                  </a:lnTo>
                  <a:lnTo>
                    <a:pt x="3005" y="8376"/>
                  </a:lnTo>
                  <a:lnTo>
                    <a:pt x="3298" y="8073"/>
                  </a:lnTo>
                  <a:lnTo>
                    <a:pt x="3759" y="7245"/>
                  </a:lnTo>
                  <a:lnTo>
                    <a:pt x="4052" y="6020"/>
                  </a:lnTo>
                  <a:lnTo>
                    <a:pt x="4052" y="4659"/>
                  </a:lnTo>
                  <a:lnTo>
                    <a:pt x="4052" y="2094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" name="object 861" descr=""/>
            <p:cNvSpPr/>
            <p:nvPr/>
          </p:nvSpPr>
          <p:spPr>
            <a:xfrm>
              <a:off x="4369437" y="3932717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3591" y="0"/>
                  </a:moveTo>
                  <a:lnTo>
                    <a:pt x="1968" y="0"/>
                  </a:lnTo>
                  <a:lnTo>
                    <a:pt x="1643" y="157"/>
                  </a:lnTo>
                  <a:lnTo>
                    <a:pt x="544" y="1151"/>
                  </a:lnTo>
                  <a:lnTo>
                    <a:pt x="0" y="2774"/>
                  </a:lnTo>
                  <a:lnTo>
                    <a:pt x="0" y="7224"/>
                  </a:lnTo>
                  <a:lnTo>
                    <a:pt x="1026" y="9298"/>
                  </a:lnTo>
                  <a:lnTo>
                    <a:pt x="2910" y="9298"/>
                  </a:lnTo>
                  <a:lnTo>
                    <a:pt x="3455" y="8826"/>
                  </a:lnTo>
                  <a:lnTo>
                    <a:pt x="4324" y="7245"/>
                  </a:lnTo>
                  <a:lnTo>
                    <a:pt x="4617" y="6020"/>
                  </a:lnTo>
                  <a:lnTo>
                    <a:pt x="4617" y="4659"/>
                  </a:lnTo>
                  <a:lnTo>
                    <a:pt x="4617" y="2094"/>
                  </a:lnTo>
                  <a:lnTo>
                    <a:pt x="359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" name="object 862" descr=""/>
            <p:cNvSpPr/>
            <p:nvPr/>
          </p:nvSpPr>
          <p:spPr>
            <a:xfrm>
              <a:off x="4370002" y="3932717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5" h="8889">
                  <a:moveTo>
                    <a:pt x="3026" y="0"/>
                  </a:moveTo>
                  <a:lnTo>
                    <a:pt x="1403" y="0"/>
                  </a:lnTo>
                  <a:lnTo>
                    <a:pt x="1078" y="157"/>
                  </a:lnTo>
                  <a:lnTo>
                    <a:pt x="785" y="418"/>
                  </a:lnTo>
                  <a:lnTo>
                    <a:pt x="303" y="1256"/>
                  </a:lnTo>
                  <a:lnTo>
                    <a:pt x="0" y="2513"/>
                  </a:lnTo>
                  <a:lnTo>
                    <a:pt x="0" y="6460"/>
                  </a:lnTo>
                  <a:lnTo>
                    <a:pt x="1036" y="8533"/>
                  </a:lnTo>
                  <a:lnTo>
                    <a:pt x="2670" y="8533"/>
                  </a:lnTo>
                  <a:lnTo>
                    <a:pt x="3005" y="8376"/>
                  </a:lnTo>
                  <a:lnTo>
                    <a:pt x="3298" y="8073"/>
                  </a:lnTo>
                  <a:lnTo>
                    <a:pt x="3759" y="7245"/>
                  </a:lnTo>
                  <a:lnTo>
                    <a:pt x="4052" y="6020"/>
                  </a:lnTo>
                  <a:lnTo>
                    <a:pt x="4052" y="4659"/>
                  </a:lnTo>
                  <a:lnTo>
                    <a:pt x="4052" y="2094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" name="object 863" descr=""/>
            <p:cNvSpPr/>
            <p:nvPr/>
          </p:nvSpPr>
          <p:spPr>
            <a:xfrm>
              <a:off x="4374353" y="3945797"/>
              <a:ext cx="19050" cy="37465"/>
            </a:xfrm>
            <a:custGeom>
              <a:avLst/>
              <a:gdLst/>
              <a:ahLst/>
              <a:cxnLst/>
              <a:rect l="l" t="t" r="r" b="b"/>
              <a:pathLst>
                <a:path w="19050" h="37464">
                  <a:moveTo>
                    <a:pt x="14439" y="0"/>
                  </a:moveTo>
                  <a:lnTo>
                    <a:pt x="9004" y="0"/>
                  </a:lnTo>
                  <a:lnTo>
                    <a:pt x="3696" y="952"/>
                  </a:lnTo>
                  <a:lnTo>
                    <a:pt x="0" y="8942"/>
                  </a:lnTo>
                  <a:lnTo>
                    <a:pt x="0" y="28931"/>
                  </a:lnTo>
                  <a:lnTo>
                    <a:pt x="4156" y="37265"/>
                  </a:lnTo>
                  <a:lnTo>
                    <a:pt x="10659" y="37265"/>
                  </a:lnTo>
                  <a:lnTo>
                    <a:pt x="11978" y="36669"/>
                  </a:lnTo>
                  <a:lnTo>
                    <a:pt x="16376" y="32658"/>
                  </a:lnTo>
                  <a:lnTo>
                    <a:pt x="18596" y="26177"/>
                  </a:lnTo>
                  <a:lnTo>
                    <a:pt x="18596" y="18638"/>
                  </a:lnTo>
                  <a:lnTo>
                    <a:pt x="18596" y="8345"/>
                  </a:lnTo>
                  <a:lnTo>
                    <a:pt x="1443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" name="object 864" descr=""/>
            <p:cNvSpPr/>
            <p:nvPr/>
          </p:nvSpPr>
          <p:spPr>
            <a:xfrm>
              <a:off x="4377348" y="3945797"/>
              <a:ext cx="15875" cy="36195"/>
            </a:xfrm>
            <a:custGeom>
              <a:avLst/>
              <a:gdLst/>
              <a:ahLst/>
              <a:cxnLst/>
              <a:rect l="l" t="t" r="r" b="b"/>
              <a:pathLst>
                <a:path w="15875" h="36195">
                  <a:moveTo>
                    <a:pt x="11444" y="0"/>
                  </a:moveTo>
                  <a:lnTo>
                    <a:pt x="6293" y="0"/>
                  </a:lnTo>
                  <a:lnTo>
                    <a:pt x="5423" y="83"/>
                  </a:lnTo>
                  <a:lnTo>
                    <a:pt x="2230" y="3015"/>
                  </a:lnTo>
                  <a:lnTo>
                    <a:pt x="0" y="9518"/>
                  </a:lnTo>
                  <a:lnTo>
                    <a:pt x="0" y="27318"/>
                  </a:lnTo>
                  <a:lnTo>
                    <a:pt x="4156" y="35674"/>
                  </a:lnTo>
                  <a:lnTo>
                    <a:pt x="9287" y="35674"/>
                  </a:lnTo>
                  <a:lnTo>
                    <a:pt x="10156" y="35590"/>
                  </a:lnTo>
                  <a:lnTo>
                    <a:pt x="13381" y="32658"/>
                  </a:lnTo>
                  <a:lnTo>
                    <a:pt x="15601" y="26177"/>
                  </a:lnTo>
                  <a:lnTo>
                    <a:pt x="15601" y="18638"/>
                  </a:lnTo>
                  <a:lnTo>
                    <a:pt x="15601" y="8345"/>
                  </a:lnTo>
                  <a:lnTo>
                    <a:pt x="11444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" name="object 865" descr=""/>
            <p:cNvSpPr/>
            <p:nvPr/>
          </p:nvSpPr>
          <p:spPr>
            <a:xfrm>
              <a:off x="3717405" y="3980088"/>
              <a:ext cx="694055" cy="34290"/>
            </a:xfrm>
            <a:custGeom>
              <a:avLst/>
              <a:gdLst/>
              <a:ahLst/>
              <a:cxnLst/>
              <a:rect l="l" t="t" r="r" b="b"/>
              <a:pathLst>
                <a:path w="694054" h="34289">
                  <a:moveTo>
                    <a:pt x="693874" y="0"/>
                  </a:moveTo>
                  <a:lnTo>
                    <a:pt x="0" y="0"/>
                  </a:lnTo>
                  <a:lnTo>
                    <a:pt x="0" y="34208"/>
                  </a:lnTo>
                  <a:lnTo>
                    <a:pt x="693874" y="34208"/>
                  </a:lnTo>
                  <a:lnTo>
                    <a:pt x="693874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" name="object 866" descr=""/>
            <p:cNvSpPr/>
            <p:nvPr/>
          </p:nvSpPr>
          <p:spPr>
            <a:xfrm>
              <a:off x="3706410" y="4010621"/>
              <a:ext cx="720090" cy="34290"/>
            </a:xfrm>
            <a:custGeom>
              <a:avLst/>
              <a:gdLst/>
              <a:ahLst/>
              <a:cxnLst/>
              <a:rect l="l" t="t" r="r" b="b"/>
              <a:pathLst>
                <a:path w="720089" h="34289">
                  <a:moveTo>
                    <a:pt x="719925" y="0"/>
                  </a:moveTo>
                  <a:lnTo>
                    <a:pt x="0" y="0"/>
                  </a:lnTo>
                  <a:lnTo>
                    <a:pt x="0" y="34208"/>
                  </a:lnTo>
                  <a:lnTo>
                    <a:pt x="719925" y="34208"/>
                  </a:lnTo>
                  <a:lnTo>
                    <a:pt x="719925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67" name="object 867" descr=""/>
          <p:cNvGrpSpPr/>
          <p:nvPr/>
        </p:nvGrpSpPr>
        <p:grpSpPr>
          <a:xfrm>
            <a:off x="3428691" y="4148740"/>
            <a:ext cx="1612900" cy="680085"/>
            <a:chOff x="3428691" y="4148740"/>
            <a:chExt cx="1612900" cy="680085"/>
          </a:xfrm>
        </p:grpSpPr>
        <p:sp>
          <p:nvSpPr>
            <p:cNvPr id="868" name="object 868" descr=""/>
            <p:cNvSpPr/>
            <p:nvPr/>
          </p:nvSpPr>
          <p:spPr>
            <a:xfrm>
              <a:off x="3428716" y="4160028"/>
              <a:ext cx="53975" cy="118110"/>
            </a:xfrm>
            <a:custGeom>
              <a:avLst/>
              <a:gdLst/>
              <a:ahLst/>
              <a:cxnLst/>
              <a:rect l="l" t="t" r="r" b="b"/>
              <a:pathLst>
                <a:path w="53975" h="118110">
                  <a:moveTo>
                    <a:pt x="26763" y="0"/>
                  </a:moveTo>
                  <a:lnTo>
                    <a:pt x="15226" y="4640"/>
                  </a:lnTo>
                  <a:lnTo>
                    <a:pt x="6844" y="17295"/>
                  </a:lnTo>
                  <a:lnTo>
                    <a:pt x="1730" y="36063"/>
                  </a:lnTo>
                  <a:lnTo>
                    <a:pt x="0" y="59045"/>
                  </a:lnTo>
                  <a:lnTo>
                    <a:pt x="1730" y="82026"/>
                  </a:lnTo>
                  <a:lnTo>
                    <a:pt x="6844" y="100795"/>
                  </a:lnTo>
                  <a:lnTo>
                    <a:pt x="15226" y="113450"/>
                  </a:lnTo>
                  <a:lnTo>
                    <a:pt x="26763" y="118090"/>
                  </a:lnTo>
                  <a:lnTo>
                    <a:pt x="38294" y="113450"/>
                  </a:lnTo>
                  <a:lnTo>
                    <a:pt x="46673" y="100795"/>
                  </a:lnTo>
                  <a:lnTo>
                    <a:pt x="51786" y="82026"/>
                  </a:lnTo>
                  <a:lnTo>
                    <a:pt x="53516" y="59045"/>
                  </a:lnTo>
                  <a:lnTo>
                    <a:pt x="51786" y="36063"/>
                  </a:lnTo>
                  <a:lnTo>
                    <a:pt x="46673" y="17295"/>
                  </a:lnTo>
                  <a:lnTo>
                    <a:pt x="38294" y="4640"/>
                  </a:lnTo>
                  <a:lnTo>
                    <a:pt x="26763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" name="object 869" descr=""/>
            <p:cNvSpPr/>
            <p:nvPr/>
          </p:nvSpPr>
          <p:spPr>
            <a:xfrm>
              <a:off x="3466914" y="4182477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" name="object 870" descr=""/>
            <p:cNvSpPr/>
            <p:nvPr/>
          </p:nvSpPr>
          <p:spPr>
            <a:xfrm>
              <a:off x="3467710" y="4182477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" name="object 871" descr=""/>
            <p:cNvSpPr/>
            <p:nvPr/>
          </p:nvSpPr>
          <p:spPr>
            <a:xfrm>
              <a:off x="3452536" y="4165375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" name="object 872" descr=""/>
            <p:cNvSpPr/>
            <p:nvPr/>
          </p:nvSpPr>
          <p:spPr>
            <a:xfrm>
              <a:off x="3453332" y="4165375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3" name="object 873" descr=""/>
            <p:cNvSpPr/>
            <p:nvPr/>
          </p:nvSpPr>
          <p:spPr>
            <a:xfrm>
              <a:off x="3436561" y="418156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4" name="object 874" descr=""/>
            <p:cNvSpPr/>
            <p:nvPr/>
          </p:nvSpPr>
          <p:spPr>
            <a:xfrm>
              <a:off x="3437357" y="4181562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" name="object 875" descr=""/>
            <p:cNvSpPr/>
            <p:nvPr/>
          </p:nvSpPr>
          <p:spPr>
            <a:xfrm>
              <a:off x="3443452" y="4199876"/>
              <a:ext cx="26670" cy="52705"/>
            </a:xfrm>
            <a:custGeom>
              <a:avLst/>
              <a:gdLst/>
              <a:ahLst/>
              <a:cxnLst/>
              <a:rect l="l" t="t" r="r" b="b"/>
              <a:pathLst>
                <a:path w="26670" h="52704">
                  <a:moveTo>
                    <a:pt x="13015" y="0"/>
                  </a:moveTo>
                  <a:lnTo>
                    <a:pt x="0" y="26114"/>
                  </a:lnTo>
                  <a:lnTo>
                    <a:pt x="1022" y="36274"/>
                  </a:lnTo>
                  <a:lnTo>
                    <a:pt x="3810" y="44568"/>
                  </a:lnTo>
                  <a:lnTo>
                    <a:pt x="7946" y="50158"/>
                  </a:lnTo>
                  <a:lnTo>
                    <a:pt x="13015" y="52207"/>
                  </a:lnTo>
                  <a:lnTo>
                    <a:pt x="14931" y="52207"/>
                  </a:lnTo>
                  <a:lnTo>
                    <a:pt x="16774" y="51380"/>
                  </a:lnTo>
                  <a:lnTo>
                    <a:pt x="22931" y="45757"/>
                  </a:lnTo>
                  <a:lnTo>
                    <a:pt x="26051" y="36669"/>
                  </a:lnTo>
                  <a:lnTo>
                    <a:pt x="26051" y="26114"/>
                  </a:lnTo>
                  <a:lnTo>
                    <a:pt x="25029" y="15951"/>
                  </a:lnTo>
                  <a:lnTo>
                    <a:pt x="22238" y="7650"/>
                  </a:lnTo>
                  <a:lnTo>
                    <a:pt x="18095" y="2052"/>
                  </a:lnTo>
                  <a:lnTo>
                    <a:pt x="1301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" name="object 876" descr=""/>
            <p:cNvSpPr/>
            <p:nvPr/>
          </p:nvSpPr>
          <p:spPr>
            <a:xfrm>
              <a:off x="3447651" y="4199876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8816" y="0"/>
                  </a:moveTo>
                  <a:lnTo>
                    <a:pt x="7591" y="115"/>
                  </a:lnTo>
                  <a:lnTo>
                    <a:pt x="3109" y="4219"/>
                  </a:lnTo>
                  <a:lnTo>
                    <a:pt x="0" y="13339"/>
                  </a:lnTo>
                  <a:lnTo>
                    <a:pt x="0" y="23863"/>
                  </a:lnTo>
                  <a:lnTo>
                    <a:pt x="1021" y="34027"/>
                  </a:lnTo>
                  <a:lnTo>
                    <a:pt x="3808" y="42332"/>
                  </a:lnTo>
                  <a:lnTo>
                    <a:pt x="7942" y="47933"/>
                  </a:lnTo>
                  <a:lnTo>
                    <a:pt x="13004" y="49988"/>
                  </a:lnTo>
                  <a:lnTo>
                    <a:pt x="14229" y="49862"/>
                  </a:lnTo>
                  <a:lnTo>
                    <a:pt x="18732" y="45757"/>
                  </a:lnTo>
                  <a:lnTo>
                    <a:pt x="21852" y="36669"/>
                  </a:lnTo>
                  <a:lnTo>
                    <a:pt x="21852" y="26114"/>
                  </a:lnTo>
                  <a:lnTo>
                    <a:pt x="20830" y="15951"/>
                  </a:lnTo>
                  <a:lnTo>
                    <a:pt x="18040" y="7650"/>
                  </a:lnTo>
                  <a:lnTo>
                    <a:pt x="13896" y="2052"/>
                  </a:lnTo>
                  <a:lnTo>
                    <a:pt x="881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" name="object 877" descr=""/>
            <p:cNvSpPr/>
            <p:nvPr/>
          </p:nvSpPr>
          <p:spPr>
            <a:xfrm>
              <a:off x="3502611" y="4160028"/>
              <a:ext cx="53975" cy="118110"/>
            </a:xfrm>
            <a:custGeom>
              <a:avLst/>
              <a:gdLst/>
              <a:ahLst/>
              <a:cxnLst/>
              <a:rect l="l" t="t" r="r" b="b"/>
              <a:pathLst>
                <a:path w="53975" h="118110">
                  <a:moveTo>
                    <a:pt x="26763" y="0"/>
                  </a:moveTo>
                  <a:lnTo>
                    <a:pt x="15226" y="4640"/>
                  </a:lnTo>
                  <a:lnTo>
                    <a:pt x="6844" y="17295"/>
                  </a:lnTo>
                  <a:lnTo>
                    <a:pt x="1730" y="36063"/>
                  </a:lnTo>
                  <a:lnTo>
                    <a:pt x="0" y="59045"/>
                  </a:lnTo>
                  <a:lnTo>
                    <a:pt x="1730" y="82026"/>
                  </a:lnTo>
                  <a:lnTo>
                    <a:pt x="6844" y="100795"/>
                  </a:lnTo>
                  <a:lnTo>
                    <a:pt x="15226" y="113450"/>
                  </a:lnTo>
                  <a:lnTo>
                    <a:pt x="26763" y="118090"/>
                  </a:lnTo>
                  <a:lnTo>
                    <a:pt x="38294" y="113450"/>
                  </a:lnTo>
                  <a:lnTo>
                    <a:pt x="46673" y="100795"/>
                  </a:lnTo>
                  <a:lnTo>
                    <a:pt x="51786" y="82026"/>
                  </a:lnTo>
                  <a:lnTo>
                    <a:pt x="53516" y="59045"/>
                  </a:lnTo>
                  <a:lnTo>
                    <a:pt x="51786" y="36063"/>
                  </a:lnTo>
                  <a:lnTo>
                    <a:pt x="46673" y="17295"/>
                  </a:lnTo>
                  <a:lnTo>
                    <a:pt x="38294" y="4640"/>
                  </a:lnTo>
                  <a:lnTo>
                    <a:pt x="26763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" name="object 878" descr=""/>
            <p:cNvSpPr/>
            <p:nvPr/>
          </p:nvSpPr>
          <p:spPr>
            <a:xfrm>
              <a:off x="3540810" y="4182477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" name="object 879" descr=""/>
            <p:cNvSpPr/>
            <p:nvPr/>
          </p:nvSpPr>
          <p:spPr>
            <a:xfrm>
              <a:off x="3541606" y="4182477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" name="object 880" descr=""/>
            <p:cNvSpPr/>
            <p:nvPr/>
          </p:nvSpPr>
          <p:spPr>
            <a:xfrm>
              <a:off x="3526433" y="4165375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" name="object 881" descr=""/>
            <p:cNvSpPr/>
            <p:nvPr/>
          </p:nvSpPr>
          <p:spPr>
            <a:xfrm>
              <a:off x="3527228" y="4165375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" name="object 882" descr=""/>
            <p:cNvSpPr/>
            <p:nvPr/>
          </p:nvSpPr>
          <p:spPr>
            <a:xfrm>
              <a:off x="3510457" y="418156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" name="object 883" descr=""/>
            <p:cNvSpPr/>
            <p:nvPr/>
          </p:nvSpPr>
          <p:spPr>
            <a:xfrm>
              <a:off x="3511253" y="4181562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" name="object 884" descr=""/>
            <p:cNvSpPr/>
            <p:nvPr/>
          </p:nvSpPr>
          <p:spPr>
            <a:xfrm>
              <a:off x="3517347" y="4199876"/>
              <a:ext cx="26670" cy="52705"/>
            </a:xfrm>
            <a:custGeom>
              <a:avLst/>
              <a:gdLst/>
              <a:ahLst/>
              <a:cxnLst/>
              <a:rect l="l" t="t" r="r" b="b"/>
              <a:pathLst>
                <a:path w="26670" h="52704">
                  <a:moveTo>
                    <a:pt x="13015" y="0"/>
                  </a:moveTo>
                  <a:lnTo>
                    <a:pt x="0" y="26114"/>
                  </a:lnTo>
                  <a:lnTo>
                    <a:pt x="1023" y="36274"/>
                  </a:lnTo>
                  <a:lnTo>
                    <a:pt x="3814" y="44568"/>
                  </a:lnTo>
                  <a:lnTo>
                    <a:pt x="7951" y="50158"/>
                  </a:lnTo>
                  <a:lnTo>
                    <a:pt x="13015" y="52207"/>
                  </a:lnTo>
                  <a:lnTo>
                    <a:pt x="14931" y="52207"/>
                  </a:lnTo>
                  <a:lnTo>
                    <a:pt x="16774" y="51380"/>
                  </a:lnTo>
                  <a:lnTo>
                    <a:pt x="22941" y="45757"/>
                  </a:lnTo>
                  <a:lnTo>
                    <a:pt x="26051" y="36669"/>
                  </a:lnTo>
                  <a:lnTo>
                    <a:pt x="26051" y="26114"/>
                  </a:lnTo>
                  <a:lnTo>
                    <a:pt x="25029" y="15951"/>
                  </a:lnTo>
                  <a:lnTo>
                    <a:pt x="22238" y="7650"/>
                  </a:lnTo>
                  <a:lnTo>
                    <a:pt x="18095" y="2052"/>
                  </a:lnTo>
                  <a:lnTo>
                    <a:pt x="1301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" name="object 885" descr=""/>
            <p:cNvSpPr/>
            <p:nvPr/>
          </p:nvSpPr>
          <p:spPr>
            <a:xfrm>
              <a:off x="3521546" y="4199876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8816" y="0"/>
                  </a:moveTo>
                  <a:lnTo>
                    <a:pt x="7591" y="115"/>
                  </a:lnTo>
                  <a:lnTo>
                    <a:pt x="3109" y="4219"/>
                  </a:lnTo>
                  <a:lnTo>
                    <a:pt x="0" y="13339"/>
                  </a:lnTo>
                  <a:lnTo>
                    <a:pt x="0" y="23863"/>
                  </a:lnTo>
                  <a:lnTo>
                    <a:pt x="1022" y="34027"/>
                  </a:lnTo>
                  <a:lnTo>
                    <a:pt x="3810" y="42332"/>
                  </a:lnTo>
                  <a:lnTo>
                    <a:pt x="7946" y="47933"/>
                  </a:lnTo>
                  <a:lnTo>
                    <a:pt x="13015" y="49988"/>
                  </a:lnTo>
                  <a:lnTo>
                    <a:pt x="14229" y="49862"/>
                  </a:lnTo>
                  <a:lnTo>
                    <a:pt x="18742" y="45757"/>
                  </a:lnTo>
                  <a:lnTo>
                    <a:pt x="21852" y="36669"/>
                  </a:lnTo>
                  <a:lnTo>
                    <a:pt x="21852" y="26114"/>
                  </a:lnTo>
                  <a:lnTo>
                    <a:pt x="20830" y="15951"/>
                  </a:lnTo>
                  <a:lnTo>
                    <a:pt x="18040" y="7650"/>
                  </a:lnTo>
                  <a:lnTo>
                    <a:pt x="13896" y="2052"/>
                  </a:lnTo>
                  <a:lnTo>
                    <a:pt x="881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" name="object 886" descr=""/>
            <p:cNvSpPr/>
            <p:nvPr/>
          </p:nvSpPr>
          <p:spPr>
            <a:xfrm>
              <a:off x="3576507" y="4157584"/>
              <a:ext cx="53975" cy="118110"/>
            </a:xfrm>
            <a:custGeom>
              <a:avLst/>
              <a:gdLst/>
              <a:ahLst/>
              <a:cxnLst/>
              <a:rect l="l" t="t" r="r" b="b"/>
              <a:pathLst>
                <a:path w="53975" h="118110">
                  <a:moveTo>
                    <a:pt x="26763" y="0"/>
                  </a:moveTo>
                  <a:lnTo>
                    <a:pt x="15226" y="4640"/>
                  </a:lnTo>
                  <a:lnTo>
                    <a:pt x="6844" y="17295"/>
                  </a:lnTo>
                  <a:lnTo>
                    <a:pt x="1730" y="36063"/>
                  </a:lnTo>
                  <a:lnTo>
                    <a:pt x="0" y="59045"/>
                  </a:lnTo>
                  <a:lnTo>
                    <a:pt x="1730" y="82026"/>
                  </a:lnTo>
                  <a:lnTo>
                    <a:pt x="6844" y="100795"/>
                  </a:lnTo>
                  <a:lnTo>
                    <a:pt x="15226" y="113450"/>
                  </a:lnTo>
                  <a:lnTo>
                    <a:pt x="26763" y="118090"/>
                  </a:lnTo>
                  <a:lnTo>
                    <a:pt x="38294" y="113450"/>
                  </a:lnTo>
                  <a:lnTo>
                    <a:pt x="46673" y="100795"/>
                  </a:lnTo>
                  <a:lnTo>
                    <a:pt x="51786" y="82026"/>
                  </a:lnTo>
                  <a:lnTo>
                    <a:pt x="53516" y="59045"/>
                  </a:lnTo>
                  <a:lnTo>
                    <a:pt x="51786" y="36063"/>
                  </a:lnTo>
                  <a:lnTo>
                    <a:pt x="46673" y="17295"/>
                  </a:lnTo>
                  <a:lnTo>
                    <a:pt x="38294" y="4640"/>
                  </a:lnTo>
                  <a:lnTo>
                    <a:pt x="26763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" name="object 887" descr=""/>
            <p:cNvSpPr/>
            <p:nvPr/>
          </p:nvSpPr>
          <p:spPr>
            <a:xfrm>
              <a:off x="3614705" y="4180034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8" name="object 888" descr=""/>
            <p:cNvSpPr/>
            <p:nvPr/>
          </p:nvSpPr>
          <p:spPr>
            <a:xfrm>
              <a:off x="3615501" y="4180034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9" name="object 889" descr=""/>
            <p:cNvSpPr/>
            <p:nvPr/>
          </p:nvSpPr>
          <p:spPr>
            <a:xfrm>
              <a:off x="3600328" y="4162933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0" name="object 890" descr=""/>
            <p:cNvSpPr/>
            <p:nvPr/>
          </p:nvSpPr>
          <p:spPr>
            <a:xfrm>
              <a:off x="3601123" y="4162933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" name="object 891" descr=""/>
            <p:cNvSpPr/>
            <p:nvPr/>
          </p:nvSpPr>
          <p:spPr>
            <a:xfrm>
              <a:off x="3584352" y="417911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2" name="object 892" descr=""/>
            <p:cNvSpPr/>
            <p:nvPr/>
          </p:nvSpPr>
          <p:spPr>
            <a:xfrm>
              <a:off x="3585148" y="4179118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" name="object 893" descr=""/>
            <p:cNvSpPr/>
            <p:nvPr/>
          </p:nvSpPr>
          <p:spPr>
            <a:xfrm>
              <a:off x="3591243" y="4197433"/>
              <a:ext cx="26670" cy="52705"/>
            </a:xfrm>
            <a:custGeom>
              <a:avLst/>
              <a:gdLst/>
              <a:ahLst/>
              <a:cxnLst/>
              <a:rect l="l" t="t" r="r" b="b"/>
              <a:pathLst>
                <a:path w="26670" h="52704">
                  <a:moveTo>
                    <a:pt x="13015" y="0"/>
                  </a:moveTo>
                  <a:lnTo>
                    <a:pt x="0" y="26114"/>
                  </a:lnTo>
                  <a:lnTo>
                    <a:pt x="1023" y="36274"/>
                  </a:lnTo>
                  <a:lnTo>
                    <a:pt x="3814" y="44568"/>
                  </a:lnTo>
                  <a:lnTo>
                    <a:pt x="7951" y="50158"/>
                  </a:lnTo>
                  <a:lnTo>
                    <a:pt x="13015" y="52207"/>
                  </a:lnTo>
                  <a:lnTo>
                    <a:pt x="14931" y="52207"/>
                  </a:lnTo>
                  <a:lnTo>
                    <a:pt x="16774" y="51380"/>
                  </a:lnTo>
                  <a:lnTo>
                    <a:pt x="22931" y="45757"/>
                  </a:lnTo>
                  <a:lnTo>
                    <a:pt x="26051" y="36669"/>
                  </a:lnTo>
                  <a:lnTo>
                    <a:pt x="26051" y="26114"/>
                  </a:lnTo>
                  <a:lnTo>
                    <a:pt x="25029" y="15951"/>
                  </a:lnTo>
                  <a:lnTo>
                    <a:pt x="22238" y="7650"/>
                  </a:lnTo>
                  <a:lnTo>
                    <a:pt x="18095" y="2052"/>
                  </a:lnTo>
                  <a:lnTo>
                    <a:pt x="1301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4" name="object 894" descr=""/>
            <p:cNvSpPr/>
            <p:nvPr/>
          </p:nvSpPr>
          <p:spPr>
            <a:xfrm>
              <a:off x="3595442" y="4197433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8816" y="0"/>
                  </a:moveTo>
                  <a:lnTo>
                    <a:pt x="7591" y="115"/>
                  </a:lnTo>
                  <a:lnTo>
                    <a:pt x="3109" y="4219"/>
                  </a:lnTo>
                  <a:lnTo>
                    <a:pt x="0" y="13339"/>
                  </a:lnTo>
                  <a:lnTo>
                    <a:pt x="0" y="23863"/>
                  </a:lnTo>
                  <a:lnTo>
                    <a:pt x="1022" y="34027"/>
                  </a:lnTo>
                  <a:lnTo>
                    <a:pt x="3810" y="42332"/>
                  </a:lnTo>
                  <a:lnTo>
                    <a:pt x="7946" y="47933"/>
                  </a:lnTo>
                  <a:lnTo>
                    <a:pt x="13015" y="49988"/>
                  </a:lnTo>
                  <a:lnTo>
                    <a:pt x="14229" y="49862"/>
                  </a:lnTo>
                  <a:lnTo>
                    <a:pt x="18732" y="45757"/>
                  </a:lnTo>
                  <a:lnTo>
                    <a:pt x="21852" y="36669"/>
                  </a:lnTo>
                  <a:lnTo>
                    <a:pt x="21852" y="26114"/>
                  </a:lnTo>
                  <a:lnTo>
                    <a:pt x="20830" y="15951"/>
                  </a:lnTo>
                  <a:lnTo>
                    <a:pt x="18040" y="7650"/>
                  </a:lnTo>
                  <a:lnTo>
                    <a:pt x="13896" y="2052"/>
                  </a:lnTo>
                  <a:lnTo>
                    <a:pt x="881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5" name="object 895" descr=""/>
            <p:cNvSpPr/>
            <p:nvPr/>
          </p:nvSpPr>
          <p:spPr>
            <a:xfrm>
              <a:off x="3650403" y="4157584"/>
              <a:ext cx="53975" cy="118110"/>
            </a:xfrm>
            <a:custGeom>
              <a:avLst/>
              <a:gdLst/>
              <a:ahLst/>
              <a:cxnLst/>
              <a:rect l="l" t="t" r="r" b="b"/>
              <a:pathLst>
                <a:path w="53975" h="118110">
                  <a:moveTo>
                    <a:pt x="26763" y="0"/>
                  </a:moveTo>
                  <a:lnTo>
                    <a:pt x="15226" y="4640"/>
                  </a:lnTo>
                  <a:lnTo>
                    <a:pt x="6844" y="17295"/>
                  </a:lnTo>
                  <a:lnTo>
                    <a:pt x="1730" y="36063"/>
                  </a:lnTo>
                  <a:lnTo>
                    <a:pt x="0" y="59045"/>
                  </a:lnTo>
                  <a:lnTo>
                    <a:pt x="1730" y="82026"/>
                  </a:lnTo>
                  <a:lnTo>
                    <a:pt x="6844" y="100795"/>
                  </a:lnTo>
                  <a:lnTo>
                    <a:pt x="15226" y="113450"/>
                  </a:lnTo>
                  <a:lnTo>
                    <a:pt x="26763" y="118090"/>
                  </a:lnTo>
                  <a:lnTo>
                    <a:pt x="38294" y="113450"/>
                  </a:lnTo>
                  <a:lnTo>
                    <a:pt x="46673" y="100795"/>
                  </a:lnTo>
                  <a:lnTo>
                    <a:pt x="51786" y="82026"/>
                  </a:lnTo>
                  <a:lnTo>
                    <a:pt x="53516" y="59045"/>
                  </a:lnTo>
                  <a:lnTo>
                    <a:pt x="51786" y="36063"/>
                  </a:lnTo>
                  <a:lnTo>
                    <a:pt x="46673" y="17295"/>
                  </a:lnTo>
                  <a:lnTo>
                    <a:pt x="38294" y="4640"/>
                  </a:lnTo>
                  <a:lnTo>
                    <a:pt x="26763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6" name="object 896" descr=""/>
            <p:cNvSpPr/>
            <p:nvPr/>
          </p:nvSpPr>
          <p:spPr>
            <a:xfrm>
              <a:off x="3688601" y="4180034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7" name="object 897" descr=""/>
            <p:cNvSpPr/>
            <p:nvPr/>
          </p:nvSpPr>
          <p:spPr>
            <a:xfrm>
              <a:off x="3689397" y="4180034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8" name="object 898" descr=""/>
            <p:cNvSpPr/>
            <p:nvPr/>
          </p:nvSpPr>
          <p:spPr>
            <a:xfrm>
              <a:off x="3674224" y="4162933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9" name="object 899" descr=""/>
            <p:cNvSpPr/>
            <p:nvPr/>
          </p:nvSpPr>
          <p:spPr>
            <a:xfrm>
              <a:off x="3675020" y="4162933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0" name="object 900" descr=""/>
            <p:cNvSpPr/>
            <p:nvPr/>
          </p:nvSpPr>
          <p:spPr>
            <a:xfrm>
              <a:off x="3658248" y="417911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1" name="object 901" descr=""/>
            <p:cNvSpPr/>
            <p:nvPr/>
          </p:nvSpPr>
          <p:spPr>
            <a:xfrm>
              <a:off x="3659044" y="4179118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2" name="object 902" descr=""/>
            <p:cNvSpPr/>
            <p:nvPr/>
          </p:nvSpPr>
          <p:spPr>
            <a:xfrm>
              <a:off x="3665138" y="4197433"/>
              <a:ext cx="26670" cy="52705"/>
            </a:xfrm>
            <a:custGeom>
              <a:avLst/>
              <a:gdLst/>
              <a:ahLst/>
              <a:cxnLst/>
              <a:rect l="l" t="t" r="r" b="b"/>
              <a:pathLst>
                <a:path w="26670" h="52704">
                  <a:moveTo>
                    <a:pt x="13015" y="0"/>
                  </a:moveTo>
                  <a:lnTo>
                    <a:pt x="0" y="26114"/>
                  </a:lnTo>
                  <a:lnTo>
                    <a:pt x="1022" y="36274"/>
                  </a:lnTo>
                  <a:lnTo>
                    <a:pt x="3810" y="44568"/>
                  </a:lnTo>
                  <a:lnTo>
                    <a:pt x="7946" y="50158"/>
                  </a:lnTo>
                  <a:lnTo>
                    <a:pt x="13015" y="52207"/>
                  </a:lnTo>
                  <a:lnTo>
                    <a:pt x="14931" y="52207"/>
                  </a:lnTo>
                  <a:lnTo>
                    <a:pt x="16774" y="51380"/>
                  </a:lnTo>
                  <a:lnTo>
                    <a:pt x="22931" y="45757"/>
                  </a:lnTo>
                  <a:lnTo>
                    <a:pt x="26051" y="36669"/>
                  </a:lnTo>
                  <a:lnTo>
                    <a:pt x="26051" y="26114"/>
                  </a:lnTo>
                  <a:lnTo>
                    <a:pt x="25029" y="15951"/>
                  </a:lnTo>
                  <a:lnTo>
                    <a:pt x="22238" y="7650"/>
                  </a:lnTo>
                  <a:lnTo>
                    <a:pt x="18095" y="2052"/>
                  </a:lnTo>
                  <a:lnTo>
                    <a:pt x="1301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3" name="object 903" descr=""/>
            <p:cNvSpPr/>
            <p:nvPr/>
          </p:nvSpPr>
          <p:spPr>
            <a:xfrm>
              <a:off x="3669337" y="4197433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8816" y="0"/>
                  </a:moveTo>
                  <a:lnTo>
                    <a:pt x="7591" y="115"/>
                  </a:lnTo>
                  <a:lnTo>
                    <a:pt x="3109" y="4219"/>
                  </a:lnTo>
                  <a:lnTo>
                    <a:pt x="0" y="13339"/>
                  </a:lnTo>
                  <a:lnTo>
                    <a:pt x="0" y="23863"/>
                  </a:lnTo>
                  <a:lnTo>
                    <a:pt x="1022" y="34027"/>
                  </a:lnTo>
                  <a:lnTo>
                    <a:pt x="3810" y="42332"/>
                  </a:lnTo>
                  <a:lnTo>
                    <a:pt x="7946" y="47933"/>
                  </a:lnTo>
                  <a:lnTo>
                    <a:pt x="13015" y="49988"/>
                  </a:lnTo>
                  <a:lnTo>
                    <a:pt x="14229" y="49862"/>
                  </a:lnTo>
                  <a:lnTo>
                    <a:pt x="18732" y="45757"/>
                  </a:lnTo>
                  <a:lnTo>
                    <a:pt x="21852" y="36669"/>
                  </a:lnTo>
                  <a:lnTo>
                    <a:pt x="21852" y="26114"/>
                  </a:lnTo>
                  <a:lnTo>
                    <a:pt x="20830" y="15951"/>
                  </a:lnTo>
                  <a:lnTo>
                    <a:pt x="18040" y="7650"/>
                  </a:lnTo>
                  <a:lnTo>
                    <a:pt x="13896" y="2052"/>
                  </a:lnTo>
                  <a:lnTo>
                    <a:pt x="881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4" name="object 904" descr=""/>
            <p:cNvSpPr/>
            <p:nvPr/>
          </p:nvSpPr>
          <p:spPr>
            <a:xfrm>
              <a:off x="3724299" y="4159213"/>
              <a:ext cx="53975" cy="118110"/>
            </a:xfrm>
            <a:custGeom>
              <a:avLst/>
              <a:gdLst/>
              <a:ahLst/>
              <a:cxnLst/>
              <a:rect l="l" t="t" r="r" b="b"/>
              <a:pathLst>
                <a:path w="53975" h="118110">
                  <a:moveTo>
                    <a:pt x="26763" y="0"/>
                  </a:moveTo>
                  <a:lnTo>
                    <a:pt x="15226" y="4640"/>
                  </a:lnTo>
                  <a:lnTo>
                    <a:pt x="6844" y="17295"/>
                  </a:lnTo>
                  <a:lnTo>
                    <a:pt x="1730" y="36063"/>
                  </a:lnTo>
                  <a:lnTo>
                    <a:pt x="0" y="59045"/>
                  </a:lnTo>
                  <a:lnTo>
                    <a:pt x="1730" y="82026"/>
                  </a:lnTo>
                  <a:lnTo>
                    <a:pt x="6844" y="100795"/>
                  </a:lnTo>
                  <a:lnTo>
                    <a:pt x="15226" y="113450"/>
                  </a:lnTo>
                  <a:lnTo>
                    <a:pt x="26763" y="118090"/>
                  </a:lnTo>
                  <a:lnTo>
                    <a:pt x="38294" y="113450"/>
                  </a:lnTo>
                  <a:lnTo>
                    <a:pt x="46673" y="100795"/>
                  </a:lnTo>
                  <a:lnTo>
                    <a:pt x="51786" y="82026"/>
                  </a:lnTo>
                  <a:lnTo>
                    <a:pt x="53516" y="59045"/>
                  </a:lnTo>
                  <a:lnTo>
                    <a:pt x="51786" y="36063"/>
                  </a:lnTo>
                  <a:lnTo>
                    <a:pt x="46673" y="17295"/>
                  </a:lnTo>
                  <a:lnTo>
                    <a:pt x="38294" y="4640"/>
                  </a:lnTo>
                  <a:lnTo>
                    <a:pt x="26763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5" name="object 905" descr=""/>
            <p:cNvSpPr/>
            <p:nvPr/>
          </p:nvSpPr>
          <p:spPr>
            <a:xfrm>
              <a:off x="3762497" y="4181664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6" name="object 906" descr=""/>
            <p:cNvSpPr/>
            <p:nvPr/>
          </p:nvSpPr>
          <p:spPr>
            <a:xfrm>
              <a:off x="3763292" y="4181664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7" name="object 907" descr=""/>
            <p:cNvSpPr/>
            <p:nvPr/>
          </p:nvSpPr>
          <p:spPr>
            <a:xfrm>
              <a:off x="3748119" y="416456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8" name="object 908" descr=""/>
            <p:cNvSpPr/>
            <p:nvPr/>
          </p:nvSpPr>
          <p:spPr>
            <a:xfrm>
              <a:off x="3748915" y="4164562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9" name="object 909" descr=""/>
            <p:cNvSpPr/>
            <p:nvPr/>
          </p:nvSpPr>
          <p:spPr>
            <a:xfrm>
              <a:off x="3732144" y="418074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0" name="object 910" descr=""/>
            <p:cNvSpPr/>
            <p:nvPr/>
          </p:nvSpPr>
          <p:spPr>
            <a:xfrm>
              <a:off x="3732939" y="4180746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1" name="object 911" descr=""/>
            <p:cNvSpPr/>
            <p:nvPr/>
          </p:nvSpPr>
          <p:spPr>
            <a:xfrm>
              <a:off x="3739034" y="4199062"/>
              <a:ext cx="26670" cy="52705"/>
            </a:xfrm>
            <a:custGeom>
              <a:avLst/>
              <a:gdLst/>
              <a:ahLst/>
              <a:cxnLst/>
              <a:rect l="l" t="t" r="r" b="b"/>
              <a:pathLst>
                <a:path w="26670" h="52704">
                  <a:moveTo>
                    <a:pt x="13015" y="0"/>
                  </a:moveTo>
                  <a:lnTo>
                    <a:pt x="0" y="26114"/>
                  </a:lnTo>
                  <a:lnTo>
                    <a:pt x="1022" y="36274"/>
                  </a:lnTo>
                  <a:lnTo>
                    <a:pt x="3810" y="44568"/>
                  </a:lnTo>
                  <a:lnTo>
                    <a:pt x="7946" y="50158"/>
                  </a:lnTo>
                  <a:lnTo>
                    <a:pt x="13015" y="52207"/>
                  </a:lnTo>
                  <a:lnTo>
                    <a:pt x="14931" y="52207"/>
                  </a:lnTo>
                  <a:lnTo>
                    <a:pt x="16774" y="51380"/>
                  </a:lnTo>
                  <a:lnTo>
                    <a:pt x="22931" y="45757"/>
                  </a:lnTo>
                  <a:lnTo>
                    <a:pt x="26051" y="36669"/>
                  </a:lnTo>
                  <a:lnTo>
                    <a:pt x="26051" y="26114"/>
                  </a:lnTo>
                  <a:lnTo>
                    <a:pt x="25029" y="15951"/>
                  </a:lnTo>
                  <a:lnTo>
                    <a:pt x="22238" y="7650"/>
                  </a:lnTo>
                  <a:lnTo>
                    <a:pt x="18095" y="2052"/>
                  </a:lnTo>
                  <a:lnTo>
                    <a:pt x="1301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2" name="object 912" descr=""/>
            <p:cNvSpPr/>
            <p:nvPr/>
          </p:nvSpPr>
          <p:spPr>
            <a:xfrm>
              <a:off x="3743233" y="4199062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8816" y="0"/>
                  </a:moveTo>
                  <a:lnTo>
                    <a:pt x="7591" y="115"/>
                  </a:lnTo>
                  <a:lnTo>
                    <a:pt x="3109" y="4219"/>
                  </a:lnTo>
                  <a:lnTo>
                    <a:pt x="0" y="13339"/>
                  </a:lnTo>
                  <a:lnTo>
                    <a:pt x="0" y="23863"/>
                  </a:lnTo>
                  <a:lnTo>
                    <a:pt x="1022" y="34027"/>
                  </a:lnTo>
                  <a:lnTo>
                    <a:pt x="3810" y="42332"/>
                  </a:lnTo>
                  <a:lnTo>
                    <a:pt x="7946" y="47933"/>
                  </a:lnTo>
                  <a:lnTo>
                    <a:pt x="13015" y="49988"/>
                  </a:lnTo>
                  <a:lnTo>
                    <a:pt x="14229" y="49862"/>
                  </a:lnTo>
                  <a:lnTo>
                    <a:pt x="18732" y="45757"/>
                  </a:lnTo>
                  <a:lnTo>
                    <a:pt x="21852" y="36669"/>
                  </a:lnTo>
                  <a:lnTo>
                    <a:pt x="21852" y="26114"/>
                  </a:lnTo>
                  <a:lnTo>
                    <a:pt x="20830" y="15951"/>
                  </a:lnTo>
                  <a:lnTo>
                    <a:pt x="18040" y="7650"/>
                  </a:lnTo>
                  <a:lnTo>
                    <a:pt x="13896" y="2052"/>
                  </a:lnTo>
                  <a:lnTo>
                    <a:pt x="881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3" name="object 913" descr=""/>
            <p:cNvSpPr/>
            <p:nvPr/>
          </p:nvSpPr>
          <p:spPr>
            <a:xfrm>
              <a:off x="3798194" y="4159213"/>
              <a:ext cx="53975" cy="118110"/>
            </a:xfrm>
            <a:custGeom>
              <a:avLst/>
              <a:gdLst/>
              <a:ahLst/>
              <a:cxnLst/>
              <a:rect l="l" t="t" r="r" b="b"/>
              <a:pathLst>
                <a:path w="53975" h="118110">
                  <a:moveTo>
                    <a:pt x="26753" y="0"/>
                  </a:moveTo>
                  <a:lnTo>
                    <a:pt x="15222" y="4640"/>
                  </a:lnTo>
                  <a:lnTo>
                    <a:pt x="6842" y="17295"/>
                  </a:lnTo>
                  <a:lnTo>
                    <a:pt x="1729" y="36063"/>
                  </a:lnTo>
                  <a:lnTo>
                    <a:pt x="0" y="59045"/>
                  </a:lnTo>
                  <a:lnTo>
                    <a:pt x="1729" y="82026"/>
                  </a:lnTo>
                  <a:lnTo>
                    <a:pt x="6842" y="100795"/>
                  </a:lnTo>
                  <a:lnTo>
                    <a:pt x="15222" y="113450"/>
                  </a:lnTo>
                  <a:lnTo>
                    <a:pt x="26753" y="118090"/>
                  </a:lnTo>
                  <a:lnTo>
                    <a:pt x="38289" y="113450"/>
                  </a:lnTo>
                  <a:lnTo>
                    <a:pt x="46672" y="100795"/>
                  </a:lnTo>
                  <a:lnTo>
                    <a:pt x="51786" y="82026"/>
                  </a:lnTo>
                  <a:lnTo>
                    <a:pt x="53516" y="59045"/>
                  </a:lnTo>
                  <a:lnTo>
                    <a:pt x="51786" y="36063"/>
                  </a:lnTo>
                  <a:lnTo>
                    <a:pt x="46672" y="17295"/>
                  </a:lnTo>
                  <a:lnTo>
                    <a:pt x="38289" y="4640"/>
                  </a:lnTo>
                  <a:lnTo>
                    <a:pt x="26753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4" name="object 914" descr=""/>
            <p:cNvSpPr/>
            <p:nvPr/>
          </p:nvSpPr>
          <p:spPr>
            <a:xfrm>
              <a:off x="3836393" y="4181664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5" name="object 915" descr=""/>
            <p:cNvSpPr/>
            <p:nvPr/>
          </p:nvSpPr>
          <p:spPr>
            <a:xfrm>
              <a:off x="3837189" y="4181664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6" name="object 916" descr=""/>
            <p:cNvSpPr/>
            <p:nvPr/>
          </p:nvSpPr>
          <p:spPr>
            <a:xfrm>
              <a:off x="3822015" y="416456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7" name="object 917" descr=""/>
            <p:cNvSpPr/>
            <p:nvPr/>
          </p:nvSpPr>
          <p:spPr>
            <a:xfrm>
              <a:off x="3822811" y="4164562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8" name="object 918" descr=""/>
            <p:cNvSpPr/>
            <p:nvPr/>
          </p:nvSpPr>
          <p:spPr>
            <a:xfrm>
              <a:off x="3806039" y="418074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9" name="object 919" descr=""/>
            <p:cNvSpPr/>
            <p:nvPr/>
          </p:nvSpPr>
          <p:spPr>
            <a:xfrm>
              <a:off x="3806834" y="4180746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0" name="object 920" descr=""/>
            <p:cNvSpPr/>
            <p:nvPr/>
          </p:nvSpPr>
          <p:spPr>
            <a:xfrm>
              <a:off x="3812930" y="4199062"/>
              <a:ext cx="26670" cy="52705"/>
            </a:xfrm>
            <a:custGeom>
              <a:avLst/>
              <a:gdLst/>
              <a:ahLst/>
              <a:cxnLst/>
              <a:rect l="l" t="t" r="r" b="b"/>
              <a:pathLst>
                <a:path w="26670" h="52704">
                  <a:moveTo>
                    <a:pt x="13015" y="0"/>
                  </a:moveTo>
                  <a:lnTo>
                    <a:pt x="0" y="26114"/>
                  </a:lnTo>
                  <a:lnTo>
                    <a:pt x="1023" y="36274"/>
                  </a:lnTo>
                  <a:lnTo>
                    <a:pt x="3814" y="44568"/>
                  </a:lnTo>
                  <a:lnTo>
                    <a:pt x="7951" y="50158"/>
                  </a:lnTo>
                  <a:lnTo>
                    <a:pt x="13015" y="52207"/>
                  </a:lnTo>
                  <a:lnTo>
                    <a:pt x="14931" y="52207"/>
                  </a:lnTo>
                  <a:lnTo>
                    <a:pt x="16774" y="51380"/>
                  </a:lnTo>
                  <a:lnTo>
                    <a:pt x="22941" y="45757"/>
                  </a:lnTo>
                  <a:lnTo>
                    <a:pt x="26051" y="36669"/>
                  </a:lnTo>
                  <a:lnTo>
                    <a:pt x="26051" y="26114"/>
                  </a:lnTo>
                  <a:lnTo>
                    <a:pt x="25029" y="15951"/>
                  </a:lnTo>
                  <a:lnTo>
                    <a:pt x="22238" y="7650"/>
                  </a:lnTo>
                  <a:lnTo>
                    <a:pt x="18095" y="2052"/>
                  </a:lnTo>
                  <a:lnTo>
                    <a:pt x="1301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1" name="object 921" descr=""/>
            <p:cNvSpPr/>
            <p:nvPr/>
          </p:nvSpPr>
          <p:spPr>
            <a:xfrm>
              <a:off x="3817128" y="4199062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8816" y="0"/>
                  </a:moveTo>
                  <a:lnTo>
                    <a:pt x="7591" y="115"/>
                  </a:lnTo>
                  <a:lnTo>
                    <a:pt x="3109" y="4219"/>
                  </a:lnTo>
                  <a:lnTo>
                    <a:pt x="0" y="13339"/>
                  </a:lnTo>
                  <a:lnTo>
                    <a:pt x="0" y="23863"/>
                  </a:lnTo>
                  <a:lnTo>
                    <a:pt x="1022" y="34027"/>
                  </a:lnTo>
                  <a:lnTo>
                    <a:pt x="3810" y="42332"/>
                  </a:lnTo>
                  <a:lnTo>
                    <a:pt x="7946" y="47933"/>
                  </a:lnTo>
                  <a:lnTo>
                    <a:pt x="13015" y="49988"/>
                  </a:lnTo>
                  <a:lnTo>
                    <a:pt x="14229" y="49862"/>
                  </a:lnTo>
                  <a:lnTo>
                    <a:pt x="18742" y="45757"/>
                  </a:lnTo>
                  <a:lnTo>
                    <a:pt x="21852" y="36669"/>
                  </a:lnTo>
                  <a:lnTo>
                    <a:pt x="21852" y="26114"/>
                  </a:lnTo>
                  <a:lnTo>
                    <a:pt x="20830" y="15951"/>
                  </a:lnTo>
                  <a:lnTo>
                    <a:pt x="18040" y="7650"/>
                  </a:lnTo>
                  <a:lnTo>
                    <a:pt x="13896" y="2052"/>
                  </a:lnTo>
                  <a:lnTo>
                    <a:pt x="881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2" name="object 922" descr=""/>
            <p:cNvSpPr/>
            <p:nvPr/>
          </p:nvSpPr>
          <p:spPr>
            <a:xfrm>
              <a:off x="3872090" y="4158398"/>
              <a:ext cx="53975" cy="118110"/>
            </a:xfrm>
            <a:custGeom>
              <a:avLst/>
              <a:gdLst/>
              <a:ahLst/>
              <a:cxnLst/>
              <a:rect l="l" t="t" r="r" b="b"/>
              <a:pathLst>
                <a:path w="53975" h="118110">
                  <a:moveTo>
                    <a:pt x="26763" y="0"/>
                  </a:moveTo>
                  <a:lnTo>
                    <a:pt x="15226" y="4640"/>
                  </a:lnTo>
                  <a:lnTo>
                    <a:pt x="6844" y="17295"/>
                  </a:lnTo>
                  <a:lnTo>
                    <a:pt x="1730" y="36063"/>
                  </a:lnTo>
                  <a:lnTo>
                    <a:pt x="0" y="59045"/>
                  </a:lnTo>
                  <a:lnTo>
                    <a:pt x="1730" y="82026"/>
                  </a:lnTo>
                  <a:lnTo>
                    <a:pt x="6844" y="100795"/>
                  </a:lnTo>
                  <a:lnTo>
                    <a:pt x="15226" y="113450"/>
                  </a:lnTo>
                  <a:lnTo>
                    <a:pt x="26763" y="118090"/>
                  </a:lnTo>
                  <a:lnTo>
                    <a:pt x="38294" y="113450"/>
                  </a:lnTo>
                  <a:lnTo>
                    <a:pt x="46673" y="100795"/>
                  </a:lnTo>
                  <a:lnTo>
                    <a:pt x="51786" y="82026"/>
                  </a:lnTo>
                  <a:lnTo>
                    <a:pt x="53516" y="59045"/>
                  </a:lnTo>
                  <a:lnTo>
                    <a:pt x="51786" y="36063"/>
                  </a:lnTo>
                  <a:lnTo>
                    <a:pt x="46673" y="17295"/>
                  </a:lnTo>
                  <a:lnTo>
                    <a:pt x="38294" y="4640"/>
                  </a:lnTo>
                  <a:lnTo>
                    <a:pt x="26763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3" name="object 923" descr=""/>
            <p:cNvSpPr/>
            <p:nvPr/>
          </p:nvSpPr>
          <p:spPr>
            <a:xfrm>
              <a:off x="3910289" y="4180849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4" name="object 924" descr=""/>
            <p:cNvSpPr/>
            <p:nvPr/>
          </p:nvSpPr>
          <p:spPr>
            <a:xfrm>
              <a:off x="3911085" y="4180849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5" name="object 925" descr=""/>
            <p:cNvSpPr/>
            <p:nvPr/>
          </p:nvSpPr>
          <p:spPr>
            <a:xfrm>
              <a:off x="3895910" y="416374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6" name="object 926" descr=""/>
            <p:cNvSpPr/>
            <p:nvPr/>
          </p:nvSpPr>
          <p:spPr>
            <a:xfrm>
              <a:off x="3896706" y="4163746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7" name="object 927" descr=""/>
            <p:cNvSpPr/>
            <p:nvPr/>
          </p:nvSpPr>
          <p:spPr>
            <a:xfrm>
              <a:off x="3879935" y="4179933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8" name="object 928" descr=""/>
            <p:cNvSpPr/>
            <p:nvPr/>
          </p:nvSpPr>
          <p:spPr>
            <a:xfrm>
              <a:off x="3880731" y="4179933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9" name="object 929" descr=""/>
            <p:cNvSpPr/>
            <p:nvPr/>
          </p:nvSpPr>
          <p:spPr>
            <a:xfrm>
              <a:off x="3886826" y="4198247"/>
              <a:ext cx="26670" cy="52705"/>
            </a:xfrm>
            <a:custGeom>
              <a:avLst/>
              <a:gdLst/>
              <a:ahLst/>
              <a:cxnLst/>
              <a:rect l="l" t="t" r="r" b="b"/>
              <a:pathLst>
                <a:path w="26670" h="52704">
                  <a:moveTo>
                    <a:pt x="13015" y="0"/>
                  </a:moveTo>
                  <a:lnTo>
                    <a:pt x="0" y="26114"/>
                  </a:lnTo>
                  <a:lnTo>
                    <a:pt x="1023" y="36274"/>
                  </a:lnTo>
                  <a:lnTo>
                    <a:pt x="3814" y="44568"/>
                  </a:lnTo>
                  <a:lnTo>
                    <a:pt x="7951" y="50158"/>
                  </a:lnTo>
                  <a:lnTo>
                    <a:pt x="13015" y="52207"/>
                  </a:lnTo>
                  <a:lnTo>
                    <a:pt x="14931" y="52207"/>
                  </a:lnTo>
                  <a:lnTo>
                    <a:pt x="16774" y="51380"/>
                  </a:lnTo>
                  <a:lnTo>
                    <a:pt x="22941" y="45757"/>
                  </a:lnTo>
                  <a:lnTo>
                    <a:pt x="26051" y="36669"/>
                  </a:lnTo>
                  <a:lnTo>
                    <a:pt x="26051" y="26114"/>
                  </a:lnTo>
                  <a:lnTo>
                    <a:pt x="25029" y="15951"/>
                  </a:lnTo>
                  <a:lnTo>
                    <a:pt x="22238" y="7650"/>
                  </a:lnTo>
                  <a:lnTo>
                    <a:pt x="18095" y="2052"/>
                  </a:lnTo>
                  <a:lnTo>
                    <a:pt x="1301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0" name="object 930" descr=""/>
            <p:cNvSpPr/>
            <p:nvPr/>
          </p:nvSpPr>
          <p:spPr>
            <a:xfrm>
              <a:off x="3891025" y="4198247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8816" y="0"/>
                  </a:moveTo>
                  <a:lnTo>
                    <a:pt x="7591" y="115"/>
                  </a:lnTo>
                  <a:lnTo>
                    <a:pt x="3109" y="4219"/>
                  </a:lnTo>
                  <a:lnTo>
                    <a:pt x="0" y="13339"/>
                  </a:lnTo>
                  <a:lnTo>
                    <a:pt x="0" y="23863"/>
                  </a:lnTo>
                  <a:lnTo>
                    <a:pt x="1022" y="34027"/>
                  </a:lnTo>
                  <a:lnTo>
                    <a:pt x="3810" y="42332"/>
                  </a:lnTo>
                  <a:lnTo>
                    <a:pt x="7946" y="47933"/>
                  </a:lnTo>
                  <a:lnTo>
                    <a:pt x="13015" y="49988"/>
                  </a:lnTo>
                  <a:lnTo>
                    <a:pt x="14229" y="49862"/>
                  </a:lnTo>
                  <a:lnTo>
                    <a:pt x="18742" y="45757"/>
                  </a:lnTo>
                  <a:lnTo>
                    <a:pt x="21852" y="36669"/>
                  </a:lnTo>
                  <a:lnTo>
                    <a:pt x="21852" y="26114"/>
                  </a:lnTo>
                  <a:lnTo>
                    <a:pt x="20830" y="15951"/>
                  </a:lnTo>
                  <a:lnTo>
                    <a:pt x="18040" y="7650"/>
                  </a:lnTo>
                  <a:lnTo>
                    <a:pt x="13896" y="2052"/>
                  </a:lnTo>
                  <a:lnTo>
                    <a:pt x="881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1" name="object 931" descr=""/>
            <p:cNvSpPr/>
            <p:nvPr/>
          </p:nvSpPr>
          <p:spPr>
            <a:xfrm>
              <a:off x="3945985" y="4158398"/>
              <a:ext cx="53975" cy="118110"/>
            </a:xfrm>
            <a:custGeom>
              <a:avLst/>
              <a:gdLst/>
              <a:ahLst/>
              <a:cxnLst/>
              <a:rect l="l" t="t" r="r" b="b"/>
              <a:pathLst>
                <a:path w="53975" h="118110">
                  <a:moveTo>
                    <a:pt x="26763" y="0"/>
                  </a:moveTo>
                  <a:lnTo>
                    <a:pt x="15226" y="4640"/>
                  </a:lnTo>
                  <a:lnTo>
                    <a:pt x="6844" y="17295"/>
                  </a:lnTo>
                  <a:lnTo>
                    <a:pt x="1730" y="36063"/>
                  </a:lnTo>
                  <a:lnTo>
                    <a:pt x="0" y="59045"/>
                  </a:lnTo>
                  <a:lnTo>
                    <a:pt x="1730" y="82026"/>
                  </a:lnTo>
                  <a:lnTo>
                    <a:pt x="6844" y="100795"/>
                  </a:lnTo>
                  <a:lnTo>
                    <a:pt x="15226" y="113450"/>
                  </a:lnTo>
                  <a:lnTo>
                    <a:pt x="26763" y="118090"/>
                  </a:lnTo>
                  <a:lnTo>
                    <a:pt x="38294" y="113450"/>
                  </a:lnTo>
                  <a:lnTo>
                    <a:pt x="46673" y="100795"/>
                  </a:lnTo>
                  <a:lnTo>
                    <a:pt x="51786" y="82026"/>
                  </a:lnTo>
                  <a:lnTo>
                    <a:pt x="53516" y="59045"/>
                  </a:lnTo>
                  <a:lnTo>
                    <a:pt x="51786" y="36063"/>
                  </a:lnTo>
                  <a:lnTo>
                    <a:pt x="46673" y="17295"/>
                  </a:lnTo>
                  <a:lnTo>
                    <a:pt x="38294" y="4640"/>
                  </a:lnTo>
                  <a:lnTo>
                    <a:pt x="26763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2" name="object 932" descr=""/>
            <p:cNvSpPr/>
            <p:nvPr/>
          </p:nvSpPr>
          <p:spPr>
            <a:xfrm>
              <a:off x="3984184" y="4180849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3" name="object 933" descr=""/>
            <p:cNvSpPr/>
            <p:nvPr/>
          </p:nvSpPr>
          <p:spPr>
            <a:xfrm>
              <a:off x="3984980" y="4180849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4" name="object 934" descr=""/>
            <p:cNvSpPr/>
            <p:nvPr/>
          </p:nvSpPr>
          <p:spPr>
            <a:xfrm>
              <a:off x="3969806" y="416374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5" name="object 935" descr=""/>
            <p:cNvSpPr/>
            <p:nvPr/>
          </p:nvSpPr>
          <p:spPr>
            <a:xfrm>
              <a:off x="3970602" y="4163746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6" name="object 936" descr=""/>
            <p:cNvSpPr/>
            <p:nvPr/>
          </p:nvSpPr>
          <p:spPr>
            <a:xfrm>
              <a:off x="3953831" y="4179933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7" name="object 937" descr=""/>
            <p:cNvSpPr/>
            <p:nvPr/>
          </p:nvSpPr>
          <p:spPr>
            <a:xfrm>
              <a:off x="3954627" y="4179933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8" name="object 938" descr=""/>
            <p:cNvSpPr/>
            <p:nvPr/>
          </p:nvSpPr>
          <p:spPr>
            <a:xfrm>
              <a:off x="3960721" y="4198247"/>
              <a:ext cx="26670" cy="52705"/>
            </a:xfrm>
            <a:custGeom>
              <a:avLst/>
              <a:gdLst/>
              <a:ahLst/>
              <a:cxnLst/>
              <a:rect l="l" t="t" r="r" b="b"/>
              <a:pathLst>
                <a:path w="26670" h="52704">
                  <a:moveTo>
                    <a:pt x="13015" y="0"/>
                  </a:moveTo>
                  <a:lnTo>
                    <a:pt x="0" y="26114"/>
                  </a:lnTo>
                  <a:lnTo>
                    <a:pt x="1023" y="36274"/>
                  </a:lnTo>
                  <a:lnTo>
                    <a:pt x="3814" y="44568"/>
                  </a:lnTo>
                  <a:lnTo>
                    <a:pt x="7951" y="50158"/>
                  </a:lnTo>
                  <a:lnTo>
                    <a:pt x="13015" y="52207"/>
                  </a:lnTo>
                  <a:lnTo>
                    <a:pt x="14931" y="52207"/>
                  </a:lnTo>
                  <a:lnTo>
                    <a:pt x="16774" y="51380"/>
                  </a:lnTo>
                  <a:lnTo>
                    <a:pt x="22931" y="45757"/>
                  </a:lnTo>
                  <a:lnTo>
                    <a:pt x="26051" y="36669"/>
                  </a:lnTo>
                  <a:lnTo>
                    <a:pt x="26051" y="26114"/>
                  </a:lnTo>
                  <a:lnTo>
                    <a:pt x="25029" y="15951"/>
                  </a:lnTo>
                  <a:lnTo>
                    <a:pt x="22238" y="7650"/>
                  </a:lnTo>
                  <a:lnTo>
                    <a:pt x="18095" y="2052"/>
                  </a:lnTo>
                  <a:lnTo>
                    <a:pt x="1301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9" name="object 939" descr=""/>
            <p:cNvSpPr/>
            <p:nvPr/>
          </p:nvSpPr>
          <p:spPr>
            <a:xfrm>
              <a:off x="3964920" y="4198247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8816" y="0"/>
                  </a:moveTo>
                  <a:lnTo>
                    <a:pt x="7591" y="115"/>
                  </a:lnTo>
                  <a:lnTo>
                    <a:pt x="3109" y="4219"/>
                  </a:lnTo>
                  <a:lnTo>
                    <a:pt x="0" y="13339"/>
                  </a:lnTo>
                  <a:lnTo>
                    <a:pt x="0" y="23863"/>
                  </a:lnTo>
                  <a:lnTo>
                    <a:pt x="1022" y="34027"/>
                  </a:lnTo>
                  <a:lnTo>
                    <a:pt x="3810" y="42332"/>
                  </a:lnTo>
                  <a:lnTo>
                    <a:pt x="7946" y="47933"/>
                  </a:lnTo>
                  <a:lnTo>
                    <a:pt x="13015" y="49988"/>
                  </a:lnTo>
                  <a:lnTo>
                    <a:pt x="14229" y="49862"/>
                  </a:lnTo>
                  <a:lnTo>
                    <a:pt x="18732" y="45757"/>
                  </a:lnTo>
                  <a:lnTo>
                    <a:pt x="21852" y="36669"/>
                  </a:lnTo>
                  <a:lnTo>
                    <a:pt x="21852" y="26114"/>
                  </a:lnTo>
                  <a:lnTo>
                    <a:pt x="20830" y="15951"/>
                  </a:lnTo>
                  <a:lnTo>
                    <a:pt x="18040" y="7650"/>
                  </a:lnTo>
                  <a:lnTo>
                    <a:pt x="13896" y="2052"/>
                  </a:lnTo>
                  <a:lnTo>
                    <a:pt x="881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0" name="object 940" descr=""/>
            <p:cNvSpPr/>
            <p:nvPr/>
          </p:nvSpPr>
          <p:spPr>
            <a:xfrm>
              <a:off x="4019881" y="4154326"/>
              <a:ext cx="53975" cy="118110"/>
            </a:xfrm>
            <a:custGeom>
              <a:avLst/>
              <a:gdLst/>
              <a:ahLst/>
              <a:cxnLst/>
              <a:rect l="l" t="t" r="r" b="b"/>
              <a:pathLst>
                <a:path w="53975" h="118110">
                  <a:moveTo>
                    <a:pt x="26763" y="0"/>
                  </a:moveTo>
                  <a:lnTo>
                    <a:pt x="15226" y="4640"/>
                  </a:lnTo>
                  <a:lnTo>
                    <a:pt x="6844" y="17295"/>
                  </a:lnTo>
                  <a:lnTo>
                    <a:pt x="1730" y="36063"/>
                  </a:lnTo>
                  <a:lnTo>
                    <a:pt x="0" y="59045"/>
                  </a:lnTo>
                  <a:lnTo>
                    <a:pt x="1730" y="82026"/>
                  </a:lnTo>
                  <a:lnTo>
                    <a:pt x="6844" y="100795"/>
                  </a:lnTo>
                  <a:lnTo>
                    <a:pt x="15226" y="113450"/>
                  </a:lnTo>
                  <a:lnTo>
                    <a:pt x="26763" y="118090"/>
                  </a:lnTo>
                  <a:lnTo>
                    <a:pt x="38294" y="113450"/>
                  </a:lnTo>
                  <a:lnTo>
                    <a:pt x="46673" y="100795"/>
                  </a:lnTo>
                  <a:lnTo>
                    <a:pt x="51786" y="82026"/>
                  </a:lnTo>
                  <a:lnTo>
                    <a:pt x="53516" y="59045"/>
                  </a:lnTo>
                  <a:lnTo>
                    <a:pt x="51786" y="36063"/>
                  </a:lnTo>
                  <a:lnTo>
                    <a:pt x="46673" y="17295"/>
                  </a:lnTo>
                  <a:lnTo>
                    <a:pt x="38294" y="4640"/>
                  </a:lnTo>
                  <a:lnTo>
                    <a:pt x="26763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1" name="object 941" descr=""/>
            <p:cNvSpPr/>
            <p:nvPr/>
          </p:nvSpPr>
          <p:spPr>
            <a:xfrm>
              <a:off x="4058080" y="4176777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2" name="object 942" descr=""/>
            <p:cNvSpPr/>
            <p:nvPr/>
          </p:nvSpPr>
          <p:spPr>
            <a:xfrm>
              <a:off x="4058876" y="4176777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3" name="object 943" descr=""/>
            <p:cNvSpPr/>
            <p:nvPr/>
          </p:nvSpPr>
          <p:spPr>
            <a:xfrm>
              <a:off x="4043702" y="4159675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4" name="object 944" descr=""/>
            <p:cNvSpPr/>
            <p:nvPr/>
          </p:nvSpPr>
          <p:spPr>
            <a:xfrm>
              <a:off x="4044497" y="4159675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5" name="object 945" descr=""/>
            <p:cNvSpPr/>
            <p:nvPr/>
          </p:nvSpPr>
          <p:spPr>
            <a:xfrm>
              <a:off x="4027726" y="4175861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6" name="object 946" descr=""/>
            <p:cNvSpPr/>
            <p:nvPr/>
          </p:nvSpPr>
          <p:spPr>
            <a:xfrm>
              <a:off x="4028522" y="4175861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7" name="object 947" descr=""/>
            <p:cNvSpPr/>
            <p:nvPr/>
          </p:nvSpPr>
          <p:spPr>
            <a:xfrm>
              <a:off x="4034617" y="4194175"/>
              <a:ext cx="26670" cy="52705"/>
            </a:xfrm>
            <a:custGeom>
              <a:avLst/>
              <a:gdLst/>
              <a:ahLst/>
              <a:cxnLst/>
              <a:rect l="l" t="t" r="r" b="b"/>
              <a:pathLst>
                <a:path w="26670" h="52704">
                  <a:moveTo>
                    <a:pt x="13015" y="0"/>
                  </a:moveTo>
                  <a:lnTo>
                    <a:pt x="0" y="26114"/>
                  </a:lnTo>
                  <a:lnTo>
                    <a:pt x="1022" y="36274"/>
                  </a:lnTo>
                  <a:lnTo>
                    <a:pt x="3810" y="44568"/>
                  </a:lnTo>
                  <a:lnTo>
                    <a:pt x="7946" y="50158"/>
                  </a:lnTo>
                  <a:lnTo>
                    <a:pt x="13015" y="52207"/>
                  </a:lnTo>
                  <a:lnTo>
                    <a:pt x="14931" y="52207"/>
                  </a:lnTo>
                  <a:lnTo>
                    <a:pt x="16774" y="51380"/>
                  </a:lnTo>
                  <a:lnTo>
                    <a:pt x="22931" y="45757"/>
                  </a:lnTo>
                  <a:lnTo>
                    <a:pt x="26051" y="36669"/>
                  </a:lnTo>
                  <a:lnTo>
                    <a:pt x="26051" y="26114"/>
                  </a:lnTo>
                  <a:lnTo>
                    <a:pt x="25029" y="15951"/>
                  </a:lnTo>
                  <a:lnTo>
                    <a:pt x="22238" y="7650"/>
                  </a:lnTo>
                  <a:lnTo>
                    <a:pt x="18095" y="2052"/>
                  </a:lnTo>
                  <a:lnTo>
                    <a:pt x="1301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8" name="object 948" descr=""/>
            <p:cNvSpPr/>
            <p:nvPr/>
          </p:nvSpPr>
          <p:spPr>
            <a:xfrm>
              <a:off x="4038816" y="4194175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8816" y="0"/>
                  </a:moveTo>
                  <a:lnTo>
                    <a:pt x="7591" y="115"/>
                  </a:lnTo>
                  <a:lnTo>
                    <a:pt x="3109" y="4219"/>
                  </a:lnTo>
                  <a:lnTo>
                    <a:pt x="0" y="13339"/>
                  </a:lnTo>
                  <a:lnTo>
                    <a:pt x="0" y="23863"/>
                  </a:lnTo>
                  <a:lnTo>
                    <a:pt x="1022" y="34027"/>
                  </a:lnTo>
                  <a:lnTo>
                    <a:pt x="3810" y="42332"/>
                  </a:lnTo>
                  <a:lnTo>
                    <a:pt x="7946" y="47933"/>
                  </a:lnTo>
                  <a:lnTo>
                    <a:pt x="13015" y="49988"/>
                  </a:lnTo>
                  <a:lnTo>
                    <a:pt x="14229" y="49862"/>
                  </a:lnTo>
                  <a:lnTo>
                    <a:pt x="18732" y="45757"/>
                  </a:lnTo>
                  <a:lnTo>
                    <a:pt x="21852" y="36669"/>
                  </a:lnTo>
                  <a:lnTo>
                    <a:pt x="21852" y="26114"/>
                  </a:lnTo>
                  <a:lnTo>
                    <a:pt x="20830" y="15951"/>
                  </a:lnTo>
                  <a:lnTo>
                    <a:pt x="18040" y="7650"/>
                  </a:lnTo>
                  <a:lnTo>
                    <a:pt x="13896" y="2052"/>
                  </a:lnTo>
                  <a:lnTo>
                    <a:pt x="881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9" name="object 949" descr=""/>
            <p:cNvSpPr/>
            <p:nvPr/>
          </p:nvSpPr>
          <p:spPr>
            <a:xfrm>
              <a:off x="4093777" y="4154326"/>
              <a:ext cx="53975" cy="118110"/>
            </a:xfrm>
            <a:custGeom>
              <a:avLst/>
              <a:gdLst/>
              <a:ahLst/>
              <a:cxnLst/>
              <a:rect l="l" t="t" r="r" b="b"/>
              <a:pathLst>
                <a:path w="53975" h="118110">
                  <a:moveTo>
                    <a:pt x="26763" y="0"/>
                  </a:moveTo>
                  <a:lnTo>
                    <a:pt x="15226" y="4640"/>
                  </a:lnTo>
                  <a:lnTo>
                    <a:pt x="6844" y="17295"/>
                  </a:lnTo>
                  <a:lnTo>
                    <a:pt x="1730" y="36063"/>
                  </a:lnTo>
                  <a:lnTo>
                    <a:pt x="0" y="59045"/>
                  </a:lnTo>
                  <a:lnTo>
                    <a:pt x="1730" y="82026"/>
                  </a:lnTo>
                  <a:lnTo>
                    <a:pt x="6844" y="100795"/>
                  </a:lnTo>
                  <a:lnTo>
                    <a:pt x="15226" y="113450"/>
                  </a:lnTo>
                  <a:lnTo>
                    <a:pt x="26763" y="118090"/>
                  </a:lnTo>
                  <a:lnTo>
                    <a:pt x="38294" y="113450"/>
                  </a:lnTo>
                  <a:lnTo>
                    <a:pt x="46673" y="100795"/>
                  </a:lnTo>
                  <a:lnTo>
                    <a:pt x="51786" y="82026"/>
                  </a:lnTo>
                  <a:lnTo>
                    <a:pt x="53516" y="59045"/>
                  </a:lnTo>
                  <a:lnTo>
                    <a:pt x="51786" y="36063"/>
                  </a:lnTo>
                  <a:lnTo>
                    <a:pt x="46673" y="17295"/>
                  </a:lnTo>
                  <a:lnTo>
                    <a:pt x="38294" y="4640"/>
                  </a:lnTo>
                  <a:lnTo>
                    <a:pt x="26763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0" name="object 950" descr=""/>
            <p:cNvSpPr/>
            <p:nvPr/>
          </p:nvSpPr>
          <p:spPr>
            <a:xfrm>
              <a:off x="4131975" y="4176777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1" name="object 951" descr=""/>
            <p:cNvSpPr/>
            <p:nvPr/>
          </p:nvSpPr>
          <p:spPr>
            <a:xfrm>
              <a:off x="4132771" y="4176777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2" name="object 952" descr=""/>
            <p:cNvSpPr/>
            <p:nvPr/>
          </p:nvSpPr>
          <p:spPr>
            <a:xfrm>
              <a:off x="4117598" y="4159675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3" name="object 953" descr=""/>
            <p:cNvSpPr/>
            <p:nvPr/>
          </p:nvSpPr>
          <p:spPr>
            <a:xfrm>
              <a:off x="4118394" y="4159675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4" name="object 954" descr=""/>
            <p:cNvSpPr/>
            <p:nvPr/>
          </p:nvSpPr>
          <p:spPr>
            <a:xfrm>
              <a:off x="4101622" y="4175861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5" name="object 955" descr=""/>
            <p:cNvSpPr/>
            <p:nvPr/>
          </p:nvSpPr>
          <p:spPr>
            <a:xfrm>
              <a:off x="4102418" y="4175861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6" name="object 956" descr=""/>
            <p:cNvSpPr/>
            <p:nvPr/>
          </p:nvSpPr>
          <p:spPr>
            <a:xfrm>
              <a:off x="4108512" y="4194175"/>
              <a:ext cx="26670" cy="52705"/>
            </a:xfrm>
            <a:custGeom>
              <a:avLst/>
              <a:gdLst/>
              <a:ahLst/>
              <a:cxnLst/>
              <a:rect l="l" t="t" r="r" b="b"/>
              <a:pathLst>
                <a:path w="26670" h="52704">
                  <a:moveTo>
                    <a:pt x="13015" y="0"/>
                  </a:moveTo>
                  <a:lnTo>
                    <a:pt x="0" y="26114"/>
                  </a:lnTo>
                  <a:lnTo>
                    <a:pt x="1022" y="36274"/>
                  </a:lnTo>
                  <a:lnTo>
                    <a:pt x="3810" y="44568"/>
                  </a:lnTo>
                  <a:lnTo>
                    <a:pt x="7946" y="50158"/>
                  </a:lnTo>
                  <a:lnTo>
                    <a:pt x="13015" y="52207"/>
                  </a:lnTo>
                  <a:lnTo>
                    <a:pt x="14931" y="52207"/>
                  </a:lnTo>
                  <a:lnTo>
                    <a:pt x="16774" y="51380"/>
                  </a:lnTo>
                  <a:lnTo>
                    <a:pt x="22931" y="45757"/>
                  </a:lnTo>
                  <a:lnTo>
                    <a:pt x="26051" y="36669"/>
                  </a:lnTo>
                  <a:lnTo>
                    <a:pt x="26051" y="26114"/>
                  </a:lnTo>
                  <a:lnTo>
                    <a:pt x="25029" y="15951"/>
                  </a:lnTo>
                  <a:lnTo>
                    <a:pt x="22238" y="7650"/>
                  </a:lnTo>
                  <a:lnTo>
                    <a:pt x="18095" y="2052"/>
                  </a:lnTo>
                  <a:lnTo>
                    <a:pt x="1301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7" name="object 957" descr=""/>
            <p:cNvSpPr/>
            <p:nvPr/>
          </p:nvSpPr>
          <p:spPr>
            <a:xfrm>
              <a:off x="4112711" y="4194175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8816" y="0"/>
                  </a:moveTo>
                  <a:lnTo>
                    <a:pt x="7591" y="115"/>
                  </a:lnTo>
                  <a:lnTo>
                    <a:pt x="3109" y="4219"/>
                  </a:lnTo>
                  <a:lnTo>
                    <a:pt x="0" y="13339"/>
                  </a:lnTo>
                  <a:lnTo>
                    <a:pt x="0" y="23863"/>
                  </a:lnTo>
                  <a:lnTo>
                    <a:pt x="1022" y="34027"/>
                  </a:lnTo>
                  <a:lnTo>
                    <a:pt x="3810" y="42332"/>
                  </a:lnTo>
                  <a:lnTo>
                    <a:pt x="7946" y="47933"/>
                  </a:lnTo>
                  <a:lnTo>
                    <a:pt x="13015" y="49988"/>
                  </a:lnTo>
                  <a:lnTo>
                    <a:pt x="14229" y="49862"/>
                  </a:lnTo>
                  <a:lnTo>
                    <a:pt x="18732" y="45757"/>
                  </a:lnTo>
                  <a:lnTo>
                    <a:pt x="21852" y="36669"/>
                  </a:lnTo>
                  <a:lnTo>
                    <a:pt x="21852" y="26114"/>
                  </a:lnTo>
                  <a:lnTo>
                    <a:pt x="20830" y="15951"/>
                  </a:lnTo>
                  <a:lnTo>
                    <a:pt x="18040" y="7650"/>
                  </a:lnTo>
                  <a:lnTo>
                    <a:pt x="13896" y="2052"/>
                  </a:lnTo>
                  <a:lnTo>
                    <a:pt x="881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8" name="object 958" descr=""/>
            <p:cNvSpPr/>
            <p:nvPr/>
          </p:nvSpPr>
          <p:spPr>
            <a:xfrm>
              <a:off x="4167673" y="4153513"/>
              <a:ext cx="53975" cy="118110"/>
            </a:xfrm>
            <a:custGeom>
              <a:avLst/>
              <a:gdLst/>
              <a:ahLst/>
              <a:cxnLst/>
              <a:rect l="l" t="t" r="r" b="b"/>
              <a:pathLst>
                <a:path w="53975" h="118110">
                  <a:moveTo>
                    <a:pt x="26763" y="0"/>
                  </a:moveTo>
                  <a:lnTo>
                    <a:pt x="15226" y="4640"/>
                  </a:lnTo>
                  <a:lnTo>
                    <a:pt x="6844" y="17295"/>
                  </a:lnTo>
                  <a:lnTo>
                    <a:pt x="1730" y="36063"/>
                  </a:lnTo>
                  <a:lnTo>
                    <a:pt x="0" y="59045"/>
                  </a:lnTo>
                  <a:lnTo>
                    <a:pt x="1730" y="82026"/>
                  </a:lnTo>
                  <a:lnTo>
                    <a:pt x="6844" y="100795"/>
                  </a:lnTo>
                  <a:lnTo>
                    <a:pt x="15226" y="113450"/>
                  </a:lnTo>
                  <a:lnTo>
                    <a:pt x="26763" y="118090"/>
                  </a:lnTo>
                  <a:lnTo>
                    <a:pt x="38294" y="113450"/>
                  </a:lnTo>
                  <a:lnTo>
                    <a:pt x="46673" y="100795"/>
                  </a:lnTo>
                  <a:lnTo>
                    <a:pt x="51786" y="82026"/>
                  </a:lnTo>
                  <a:lnTo>
                    <a:pt x="53516" y="59045"/>
                  </a:lnTo>
                  <a:lnTo>
                    <a:pt x="51786" y="36063"/>
                  </a:lnTo>
                  <a:lnTo>
                    <a:pt x="46673" y="17295"/>
                  </a:lnTo>
                  <a:lnTo>
                    <a:pt x="38294" y="4640"/>
                  </a:lnTo>
                  <a:lnTo>
                    <a:pt x="26763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9" name="object 959" descr=""/>
            <p:cNvSpPr/>
            <p:nvPr/>
          </p:nvSpPr>
          <p:spPr>
            <a:xfrm>
              <a:off x="4205872" y="417596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0" name="object 960" descr=""/>
            <p:cNvSpPr/>
            <p:nvPr/>
          </p:nvSpPr>
          <p:spPr>
            <a:xfrm>
              <a:off x="4206667" y="4175962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1" name="object 961" descr=""/>
            <p:cNvSpPr/>
            <p:nvPr/>
          </p:nvSpPr>
          <p:spPr>
            <a:xfrm>
              <a:off x="4191493" y="4158860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2" name="object 962" descr=""/>
            <p:cNvSpPr/>
            <p:nvPr/>
          </p:nvSpPr>
          <p:spPr>
            <a:xfrm>
              <a:off x="4192289" y="4158860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3" name="object 963" descr=""/>
            <p:cNvSpPr/>
            <p:nvPr/>
          </p:nvSpPr>
          <p:spPr>
            <a:xfrm>
              <a:off x="4175517" y="4175047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4" name="object 964" descr=""/>
            <p:cNvSpPr/>
            <p:nvPr/>
          </p:nvSpPr>
          <p:spPr>
            <a:xfrm>
              <a:off x="4176313" y="4175047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5" name="object 965" descr=""/>
            <p:cNvSpPr/>
            <p:nvPr/>
          </p:nvSpPr>
          <p:spPr>
            <a:xfrm>
              <a:off x="4182408" y="4193361"/>
              <a:ext cx="26670" cy="52705"/>
            </a:xfrm>
            <a:custGeom>
              <a:avLst/>
              <a:gdLst/>
              <a:ahLst/>
              <a:cxnLst/>
              <a:rect l="l" t="t" r="r" b="b"/>
              <a:pathLst>
                <a:path w="26670" h="52704">
                  <a:moveTo>
                    <a:pt x="13015" y="0"/>
                  </a:moveTo>
                  <a:lnTo>
                    <a:pt x="0" y="26114"/>
                  </a:lnTo>
                  <a:lnTo>
                    <a:pt x="1023" y="36274"/>
                  </a:lnTo>
                  <a:lnTo>
                    <a:pt x="3814" y="44568"/>
                  </a:lnTo>
                  <a:lnTo>
                    <a:pt x="7951" y="50158"/>
                  </a:lnTo>
                  <a:lnTo>
                    <a:pt x="13015" y="52207"/>
                  </a:lnTo>
                  <a:lnTo>
                    <a:pt x="14931" y="52207"/>
                  </a:lnTo>
                  <a:lnTo>
                    <a:pt x="16774" y="51380"/>
                  </a:lnTo>
                  <a:lnTo>
                    <a:pt x="22941" y="45757"/>
                  </a:lnTo>
                  <a:lnTo>
                    <a:pt x="26051" y="36669"/>
                  </a:lnTo>
                  <a:lnTo>
                    <a:pt x="26051" y="26114"/>
                  </a:lnTo>
                  <a:lnTo>
                    <a:pt x="25029" y="15951"/>
                  </a:lnTo>
                  <a:lnTo>
                    <a:pt x="22238" y="7650"/>
                  </a:lnTo>
                  <a:lnTo>
                    <a:pt x="18095" y="2052"/>
                  </a:lnTo>
                  <a:lnTo>
                    <a:pt x="1301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6" name="object 966" descr=""/>
            <p:cNvSpPr/>
            <p:nvPr/>
          </p:nvSpPr>
          <p:spPr>
            <a:xfrm>
              <a:off x="4186607" y="4193361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8816" y="0"/>
                  </a:moveTo>
                  <a:lnTo>
                    <a:pt x="7591" y="115"/>
                  </a:lnTo>
                  <a:lnTo>
                    <a:pt x="3109" y="4219"/>
                  </a:lnTo>
                  <a:lnTo>
                    <a:pt x="0" y="13339"/>
                  </a:lnTo>
                  <a:lnTo>
                    <a:pt x="0" y="23863"/>
                  </a:lnTo>
                  <a:lnTo>
                    <a:pt x="1022" y="34027"/>
                  </a:lnTo>
                  <a:lnTo>
                    <a:pt x="3810" y="42332"/>
                  </a:lnTo>
                  <a:lnTo>
                    <a:pt x="7946" y="47933"/>
                  </a:lnTo>
                  <a:lnTo>
                    <a:pt x="13015" y="49988"/>
                  </a:lnTo>
                  <a:lnTo>
                    <a:pt x="14229" y="49862"/>
                  </a:lnTo>
                  <a:lnTo>
                    <a:pt x="18742" y="45757"/>
                  </a:lnTo>
                  <a:lnTo>
                    <a:pt x="21852" y="36669"/>
                  </a:lnTo>
                  <a:lnTo>
                    <a:pt x="21852" y="26114"/>
                  </a:lnTo>
                  <a:lnTo>
                    <a:pt x="20830" y="15951"/>
                  </a:lnTo>
                  <a:lnTo>
                    <a:pt x="18040" y="7650"/>
                  </a:lnTo>
                  <a:lnTo>
                    <a:pt x="13896" y="2052"/>
                  </a:lnTo>
                  <a:lnTo>
                    <a:pt x="881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7" name="object 967" descr=""/>
            <p:cNvSpPr/>
            <p:nvPr/>
          </p:nvSpPr>
          <p:spPr>
            <a:xfrm>
              <a:off x="4241569" y="4153513"/>
              <a:ext cx="53975" cy="118110"/>
            </a:xfrm>
            <a:custGeom>
              <a:avLst/>
              <a:gdLst/>
              <a:ahLst/>
              <a:cxnLst/>
              <a:rect l="l" t="t" r="r" b="b"/>
              <a:pathLst>
                <a:path w="53975" h="118110">
                  <a:moveTo>
                    <a:pt x="26763" y="0"/>
                  </a:moveTo>
                  <a:lnTo>
                    <a:pt x="15226" y="4640"/>
                  </a:lnTo>
                  <a:lnTo>
                    <a:pt x="6844" y="17295"/>
                  </a:lnTo>
                  <a:lnTo>
                    <a:pt x="1730" y="36063"/>
                  </a:lnTo>
                  <a:lnTo>
                    <a:pt x="0" y="59045"/>
                  </a:lnTo>
                  <a:lnTo>
                    <a:pt x="1730" y="82026"/>
                  </a:lnTo>
                  <a:lnTo>
                    <a:pt x="6844" y="100795"/>
                  </a:lnTo>
                  <a:lnTo>
                    <a:pt x="15226" y="113450"/>
                  </a:lnTo>
                  <a:lnTo>
                    <a:pt x="26763" y="118090"/>
                  </a:lnTo>
                  <a:lnTo>
                    <a:pt x="38294" y="113450"/>
                  </a:lnTo>
                  <a:lnTo>
                    <a:pt x="46673" y="100795"/>
                  </a:lnTo>
                  <a:lnTo>
                    <a:pt x="51786" y="82026"/>
                  </a:lnTo>
                  <a:lnTo>
                    <a:pt x="53516" y="59045"/>
                  </a:lnTo>
                  <a:lnTo>
                    <a:pt x="51786" y="36063"/>
                  </a:lnTo>
                  <a:lnTo>
                    <a:pt x="46673" y="17295"/>
                  </a:lnTo>
                  <a:lnTo>
                    <a:pt x="38294" y="4640"/>
                  </a:lnTo>
                  <a:lnTo>
                    <a:pt x="26763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8" name="object 968" descr=""/>
            <p:cNvSpPr/>
            <p:nvPr/>
          </p:nvSpPr>
          <p:spPr>
            <a:xfrm>
              <a:off x="4279767" y="417596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9" name="object 969" descr=""/>
            <p:cNvSpPr/>
            <p:nvPr/>
          </p:nvSpPr>
          <p:spPr>
            <a:xfrm>
              <a:off x="4280562" y="4175962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0" name="object 970" descr=""/>
            <p:cNvSpPr/>
            <p:nvPr/>
          </p:nvSpPr>
          <p:spPr>
            <a:xfrm>
              <a:off x="4265389" y="4158860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1" name="object 971" descr=""/>
            <p:cNvSpPr/>
            <p:nvPr/>
          </p:nvSpPr>
          <p:spPr>
            <a:xfrm>
              <a:off x="4266185" y="4158860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2" name="object 972" descr=""/>
            <p:cNvSpPr/>
            <p:nvPr/>
          </p:nvSpPr>
          <p:spPr>
            <a:xfrm>
              <a:off x="4249414" y="4175047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3" name="object 973" descr=""/>
            <p:cNvSpPr/>
            <p:nvPr/>
          </p:nvSpPr>
          <p:spPr>
            <a:xfrm>
              <a:off x="4250209" y="4175047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4" name="object 974" descr=""/>
            <p:cNvSpPr/>
            <p:nvPr/>
          </p:nvSpPr>
          <p:spPr>
            <a:xfrm>
              <a:off x="4256304" y="4193361"/>
              <a:ext cx="26670" cy="52705"/>
            </a:xfrm>
            <a:custGeom>
              <a:avLst/>
              <a:gdLst/>
              <a:ahLst/>
              <a:cxnLst/>
              <a:rect l="l" t="t" r="r" b="b"/>
              <a:pathLst>
                <a:path w="26670" h="52704">
                  <a:moveTo>
                    <a:pt x="13015" y="0"/>
                  </a:moveTo>
                  <a:lnTo>
                    <a:pt x="0" y="26114"/>
                  </a:lnTo>
                  <a:lnTo>
                    <a:pt x="1023" y="36274"/>
                  </a:lnTo>
                  <a:lnTo>
                    <a:pt x="3814" y="44568"/>
                  </a:lnTo>
                  <a:lnTo>
                    <a:pt x="7951" y="50158"/>
                  </a:lnTo>
                  <a:lnTo>
                    <a:pt x="13015" y="52207"/>
                  </a:lnTo>
                  <a:lnTo>
                    <a:pt x="14931" y="52207"/>
                  </a:lnTo>
                  <a:lnTo>
                    <a:pt x="16774" y="51380"/>
                  </a:lnTo>
                  <a:lnTo>
                    <a:pt x="22931" y="45757"/>
                  </a:lnTo>
                  <a:lnTo>
                    <a:pt x="26051" y="36669"/>
                  </a:lnTo>
                  <a:lnTo>
                    <a:pt x="26051" y="26114"/>
                  </a:lnTo>
                  <a:lnTo>
                    <a:pt x="25029" y="15951"/>
                  </a:lnTo>
                  <a:lnTo>
                    <a:pt x="22238" y="7650"/>
                  </a:lnTo>
                  <a:lnTo>
                    <a:pt x="18095" y="2052"/>
                  </a:lnTo>
                  <a:lnTo>
                    <a:pt x="1301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5" name="object 975" descr=""/>
            <p:cNvSpPr/>
            <p:nvPr/>
          </p:nvSpPr>
          <p:spPr>
            <a:xfrm>
              <a:off x="4260502" y="4193361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8816" y="0"/>
                  </a:moveTo>
                  <a:lnTo>
                    <a:pt x="7591" y="115"/>
                  </a:lnTo>
                  <a:lnTo>
                    <a:pt x="3109" y="4219"/>
                  </a:lnTo>
                  <a:lnTo>
                    <a:pt x="0" y="13339"/>
                  </a:lnTo>
                  <a:lnTo>
                    <a:pt x="0" y="23863"/>
                  </a:lnTo>
                  <a:lnTo>
                    <a:pt x="1022" y="34027"/>
                  </a:lnTo>
                  <a:lnTo>
                    <a:pt x="3810" y="42332"/>
                  </a:lnTo>
                  <a:lnTo>
                    <a:pt x="7946" y="47933"/>
                  </a:lnTo>
                  <a:lnTo>
                    <a:pt x="13015" y="49988"/>
                  </a:lnTo>
                  <a:lnTo>
                    <a:pt x="14229" y="49862"/>
                  </a:lnTo>
                  <a:lnTo>
                    <a:pt x="18732" y="45757"/>
                  </a:lnTo>
                  <a:lnTo>
                    <a:pt x="21852" y="36669"/>
                  </a:lnTo>
                  <a:lnTo>
                    <a:pt x="21852" y="26114"/>
                  </a:lnTo>
                  <a:lnTo>
                    <a:pt x="20830" y="15951"/>
                  </a:lnTo>
                  <a:lnTo>
                    <a:pt x="18040" y="7650"/>
                  </a:lnTo>
                  <a:lnTo>
                    <a:pt x="13896" y="2052"/>
                  </a:lnTo>
                  <a:lnTo>
                    <a:pt x="881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6" name="object 976" descr=""/>
            <p:cNvSpPr/>
            <p:nvPr/>
          </p:nvSpPr>
          <p:spPr>
            <a:xfrm>
              <a:off x="4315464" y="4151883"/>
              <a:ext cx="53975" cy="118110"/>
            </a:xfrm>
            <a:custGeom>
              <a:avLst/>
              <a:gdLst/>
              <a:ahLst/>
              <a:cxnLst/>
              <a:rect l="l" t="t" r="r" b="b"/>
              <a:pathLst>
                <a:path w="53975" h="118110">
                  <a:moveTo>
                    <a:pt x="26763" y="0"/>
                  </a:moveTo>
                  <a:lnTo>
                    <a:pt x="15226" y="4640"/>
                  </a:lnTo>
                  <a:lnTo>
                    <a:pt x="6844" y="17295"/>
                  </a:lnTo>
                  <a:lnTo>
                    <a:pt x="1730" y="36063"/>
                  </a:lnTo>
                  <a:lnTo>
                    <a:pt x="0" y="59045"/>
                  </a:lnTo>
                  <a:lnTo>
                    <a:pt x="1730" y="82026"/>
                  </a:lnTo>
                  <a:lnTo>
                    <a:pt x="6844" y="100795"/>
                  </a:lnTo>
                  <a:lnTo>
                    <a:pt x="15226" y="113450"/>
                  </a:lnTo>
                  <a:lnTo>
                    <a:pt x="26763" y="118090"/>
                  </a:lnTo>
                  <a:lnTo>
                    <a:pt x="38294" y="113450"/>
                  </a:lnTo>
                  <a:lnTo>
                    <a:pt x="46673" y="100795"/>
                  </a:lnTo>
                  <a:lnTo>
                    <a:pt x="51786" y="82026"/>
                  </a:lnTo>
                  <a:lnTo>
                    <a:pt x="53516" y="59045"/>
                  </a:lnTo>
                  <a:lnTo>
                    <a:pt x="51786" y="36063"/>
                  </a:lnTo>
                  <a:lnTo>
                    <a:pt x="46673" y="17295"/>
                  </a:lnTo>
                  <a:lnTo>
                    <a:pt x="38294" y="4640"/>
                  </a:lnTo>
                  <a:lnTo>
                    <a:pt x="26763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7" name="object 977" descr=""/>
            <p:cNvSpPr/>
            <p:nvPr/>
          </p:nvSpPr>
          <p:spPr>
            <a:xfrm>
              <a:off x="4353663" y="4174334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8" name="object 978" descr=""/>
            <p:cNvSpPr/>
            <p:nvPr/>
          </p:nvSpPr>
          <p:spPr>
            <a:xfrm>
              <a:off x="4354459" y="4174334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9" name="object 979" descr=""/>
            <p:cNvSpPr/>
            <p:nvPr/>
          </p:nvSpPr>
          <p:spPr>
            <a:xfrm>
              <a:off x="4339284" y="415723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0" name="object 980" descr=""/>
            <p:cNvSpPr/>
            <p:nvPr/>
          </p:nvSpPr>
          <p:spPr>
            <a:xfrm>
              <a:off x="4340080" y="4157232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1" name="object 981" descr=""/>
            <p:cNvSpPr/>
            <p:nvPr/>
          </p:nvSpPr>
          <p:spPr>
            <a:xfrm>
              <a:off x="4323310" y="417341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2" name="object 982" descr=""/>
            <p:cNvSpPr/>
            <p:nvPr/>
          </p:nvSpPr>
          <p:spPr>
            <a:xfrm>
              <a:off x="4324106" y="4173418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3" name="object 983" descr=""/>
            <p:cNvSpPr/>
            <p:nvPr/>
          </p:nvSpPr>
          <p:spPr>
            <a:xfrm>
              <a:off x="4330200" y="4191732"/>
              <a:ext cx="26670" cy="52705"/>
            </a:xfrm>
            <a:custGeom>
              <a:avLst/>
              <a:gdLst/>
              <a:ahLst/>
              <a:cxnLst/>
              <a:rect l="l" t="t" r="r" b="b"/>
              <a:pathLst>
                <a:path w="26670" h="52704">
                  <a:moveTo>
                    <a:pt x="13015" y="0"/>
                  </a:moveTo>
                  <a:lnTo>
                    <a:pt x="0" y="26114"/>
                  </a:lnTo>
                  <a:lnTo>
                    <a:pt x="1022" y="36274"/>
                  </a:lnTo>
                  <a:lnTo>
                    <a:pt x="3810" y="44568"/>
                  </a:lnTo>
                  <a:lnTo>
                    <a:pt x="7946" y="50158"/>
                  </a:lnTo>
                  <a:lnTo>
                    <a:pt x="13015" y="52207"/>
                  </a:lnTo>
                  <a:lnTo>
                    <a:pt x="14931" y="52207"/>
                  </a:lnTo>
                  <a:lnTo>
                    <a:pt x="16774" y="51380"/>
                  </a:lnTo>
                  <a:lnTo>
                    <a:pt x="22931" y="45757"/>
                  </a:lnTo>
                  <a:lnTo>
                    <a:pt x="26051" y="36669"/>
                  </a:lnTo>
                  <a:lnTo>
                    <a:pt x="26051" y="26114"/>
                  </a:lnTo>
                  <a:lnTo>
                    <a:pt x="25029" y="15951"/>
                  </a:lnTo>
                  <a:lnTo>
                    <a:pt x="22238" y="7650"/>
                  </a:lnTo>
                  <a:lnTo>
                    <a:pt x="18095" y="2052"/>
                  </a:lnTo>
                  <a:lnTo>
                    <a:pt x="1301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4" name="object 984" descr=""/>
            <p:cNvSpPr/>
            <p:nvPr/>
          </p:nvSpPr>
          <p:spPr>
            <a:xfrm>
              <a:off x="4334398" y="4191732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8816" y="0"/>
                  </a:moveTo>
                  <a:lnTo>
                    <a:pt x="7591" y="115"/>
                  </a:lnTo>
                  <a:lnTo>
                    <a:pt x="3109" y="4219"/>
                  </a:lnTo>
                  <a:lnTo>
                    <a:pt x="0" y="13339"/>
                  </a:lnTo>
                  <a:lnTo>
                    <a:pt x="0" y="23863"/>
                  </a:lnTo>
                  <a:lnTo>
                    <a:pt x="1021" y="34027"/>
                  </a:lnTo>
                  <a:lnTo>
                    <a:pt x="3808" y="42332"/>
                  </a:lnTo>
                  <a:lnTo>
                    <a:pt x="7942" y="47933"/>
                  </a:lnTo>
                  <a:lnTo>
                    <a:pt x="13004" y="49988"/>
                  </a:lnTo>
                  <a:lnTo>
                    <a:pt x="14229" y="49862"/>
                  </a:lnTo>
                  <a:lnTo>
                    <a:pt x="18732" y="45757"/>
                  </a:lnTo>
                  <a:lnTo>
                    <a:pt x="21852" y="36669"/>
                  </a:lnTo>
                  <a:lnTo>
                    <a:pt x="21852" y="26114"/>
                  </a:lnTo>
                  <a:lnTo>
                    <a:pt x="20830" y="15951"/>
                  </a:lnTo>
                  <a:lnTo>
                    <a:pt x="18040" y="7650"/>
                  </a:lnTo>
                  <a:lnTo>
                    <a:pt x="13896" y="2052"/>
                  </a:lnTo>
                  <a:lnTo>
                    <a:pt x="881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5" name="object 985" descr=""/>
            <p:cNvSpPr/>
            <p:nvPr/>
          </p:nvSpPr>
          <p:spPr>
            <a:xfrm>
              <a:off x="4399483" y="4154441"/>
              <a:ext cx="53340" cy="118110"/>
            </a:xfrm>
            <a:custGeom>
              <a:avLst/>
              <a:gdLst/>
              <a:ahLst/>
              <a:cxnLst/>
              <a:rect l="l" t="t" r="r" b="b"/>
              <a:pathLst>
                <a:path w="53339" h="118110">
                  <a:moveTo>
                    <a:pt x="26501" y="0"/>
                  </a:moveTo>
                  <a:lnTo>
                    <a:pt x="15081" y="4640"/>
                  </a:lnTo>
                  <a:lnTo>
                    <a:pt x="6779" y="17295"/>
                  </a:lnTo>
                  <a:lnTo>
                    <a:pt x="1714" y="36063"/>
                  </a:lnTo>
                  <a:lnTo>
                    <a:pt x="0" y="59045"/>
                  </a:lnTo>
                  <a:lnTo>
                    <a:pt x="1714" y="82026"/>
                  </a:lnTo>
                  <a:lnTo>
                    <a:pt x="6779" y="100795"/>
                  </a:lnTo>
                  <a:lnTo>
                    <a:pt x="15081" y="113450"/>
                  </a:lnTo>
                  <a:lnTo>
                    <a:pt x="26501" y="118090"/>
                  </a:lnTo>
                  <a:lnTo>
                    <a:pt x="37922" y="113450"/>
                  </a:lnTo>
                  <a:lnTo>
                    <a:pt x="46223" y="100795"/>
                  </a:lnTo>
                  <a:lnTo>
                    <a:pt x="51289" y="82026"/>
                  </a:lnTo>
                  <a:lnTo>
                    <a:pt x="53003" y="59045"/>
                  </a:lnTo>
                  <a:lnTo>
                    <a:pt x="51289" y="36063"/>
                  </a:lnTo>
                  <a:lnTo>
                    <a:pt x="46223" y="17295"/>
                  </a:lnTo>
                  <a:lnTo>
                    <a:pt x="37922" y="4640"/>
                  </a:lnTo>
                  <a:lnTo>
                    <a:pt x="26501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6" name="object 986" descr=""/>
            <p:cNvSpPr/>
            <p:nvPr/>
          </p:nvSpPr>
          <p:spPr>
            <a:xfrm>
              <a:off x="4437314" y="4176891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4984" y="0"/>
                  </a:moveTo>
                  <a:lnTo>
                    <a:pt x="2732" y="0"/>
                  </a:lnTo>
                  <a:lnTo>
                    <a:pt x="2282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24" y="13025"/>
                  </a:lnTo>
                  <a:lnTo>
                    <a:pt x="4031" y="13025"/>
                  </a:lnTo>
                  <a:lnTo>
                    <a:pt x="4795" y="12366"/>
                  </a:lnTo>
                  <a:lnTo>
                    <a:pt x="5999" y="10135"/>
                  </a:lnTo>
                  <a:lnTo>
                    <a:pt x="6408" y="8429"/>
                  </a:lnTo>
                  <a:lnTo>
                    <a:pt x="6408" y="6523"/>
                  </a:lnTo>
                  <a:lnTo>
                    <a:pt x="6408" y="2931"/>
                  </a:lnTo>
                  <a:lnTo>
                    <a:pt x="4984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7" name="object 987" descr=""/>
            <p:cNvSpPr/>
            <p:nvPr/>
          </p:nvSpPr>
          <p:spPr>
            <a:xfrm>
              <a:off x="4438099" y="4176891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198" y="0"/>
                  </a:moveTo>
                  <a:lnTo>
                    <a:pt x="1947" y="0"/>
                  </a:lnTo>
                  <a:lnTo>
                    <a:pt x="1497" y="219"/>
                  </a:lnTo>
                  <a:lnTo>
                    <a:pt x="1088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44" y="11947"/>
                  </a:lnTo>
                  <a:lnTo>
                    <a:pt x="3696" y="11947"/>
                  </a:lnTo>
                  <a:lnTo>
                    <a:pt x="4177" y="11727"/>
                  </a:lnTo>
                  <a:lnTo>
                    <a:pt x="4575" y="11308"/>
                  </a:lnTo>
                  <a:lnTo>
                    <a:pt x="5214" y="10135"/>
                  </a:lnTo>
                  <a:lnTo>
                    <a:pt x="5622" y="8429"/>
                  </a:lnTo>
                  <a:lnTo>
                    <a:pt x="5622" y="6523"/>
                  </a:lnTo>
                  <a:lnTo>
                    <a:pt x="5622" y="2931"/>
                  </a:lnTo>
                  <a:lnTo>
                    <a:pt x="4198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8" name="object 988" descr=""/>
            <p:cNvSpPr/>
            <p:nvPr/>
          </p:nvSpPr>
          <p:spPr>
            <a:xfrm>
              <a:off x="4423074" y="4159789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4984" y="0"/>
                  </a:moveTo>
                  <a:lnTo>
                    <a:pt x="2732" y="0"/>
                  </a:lnTo>
                  <a:lnTo>
                    <a:pt x="2282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24" y="13025"/>
                  </a:lnTo>
                  <a:lnTo>
                    <a:pt x="4031" y="13025"/>
                  </a:lnTo>
                  <a:lnTo>
                    <a:pt x="4795" y="12366"/>
                  </a:lnTo>
                  <a:lnTo>
                    <a:pt x="5999" y="10135"/>
                  </a:lnTo>
                  <a:lnTo>
                    <a:pt x="6408" y="8429"/>
                  </a:lnTo>
                  <a:lnTo>
                    <a:pt x="6408" y="6523"/>
                  </a:lnTo>
                  <a:lnTo>
                    <a:pt x="6408" y="2931"/>
                  </a:lnTo>
                  <a:lnTo>
                    <a:pt x="4984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9" name="object 989" descr=""/>
            <p:cNvSpPr/>
            <p:nvPr/>
          </p:nvSpPr>
          <p:spPr>
            <a:xfrm>
              <a:off x="4423860" y="4159789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198" y="0"/>
                  </a:moveTo>
                  <a:lnTo>
                    <a:pt x="1947" y="0"/>
                  </a:lnTo>
                  <a:lnTo>
                    <a:pt x="1497" y="219"/>
                  </a:lnTo>
                  <a:lnTo>
                    <a:pt x="1088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44" y="11947"/>
                  </a:lnTo>
                  <a:lnTo>
                    <a:pt x="3696" y="11947"/>
                  </a:lnTo>
                  <a:lnTo>
                    <a:pt x="4177" y="11727"/>
                  </a:lnTo>
                  <a:lnTo>
                    <a:pt x="4575" y="11308"/>
                  </a:lnTo>
                  <a:lnTo>
                    <a:pt x="5214" y="10135"/>
                  </a:lnTo>
                  <a:lnTo>
                    <a:pt x="5622" y="8429"/>
                  </a:lnTo>
                  <a:lnTo>
                    <a:pt x="5622" y="6523"/>
                  </a:lnTo>
                  <a:lnTo>
                    <a:pt x="5622" y="2931"/>
                  </a:lnTo>
                  <a:lnTo>
                    <a:pt x="4198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0" name="object 990" descr=""/>
            <p:cNvSpPr/>
            <p:nvPr/>
          </p:nvSpPr>
          <p:spPr>
            <a:xfrm>
              <a:off x="4407253" y="4175975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4984" y="0"/>
                  </a:moveTo>
                  <a:lnTo>
                    <a:pt x="2732" y="0"/>
                  </a:lnTo>
                  <a:lnTo>
                    <a:pt x="2282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24" y="13025"/>
                  </a:lnTo>
                  <a:lnTo>
                    <a:pt x="4031" y="13025"/>
                  </a:lnTo>
                  <a:lnTo>
                    <a:pt x="4795" y="12366"/>
                  </a:lnTo>
                  <a:lnTo>
                    <a:pt x="5999" y="10135"/>
                  </a:lnTo>
                  <a:lnTo>
                    <a:pt x="6408" y="8429"/>
                  </a:lnTo>
                  <a:lnTo>
                    <a:pt x="6408" y="6523"/>
                  </a:lnTo>
                  <a:lnTo>
                    <a:pt x="6408" y="2931"/>
                  </a:lnTo>
                  <a:lnTo>
                    <a:pt x="4984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1" name="object 991" descr=""/>
            <p:cNvSpPr/>
            <p:nvPr/>
          </p:nvSpPr>
          <p:spPr>
            <a:xfrm>
              <a:off x="4408038" y="4175975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198" y="0"/>
                  </a:moveTo>
                  <a:lnTo>
                    <a:pt x="1947" y="0"/>
                  </a:lnTo>
                  <a:lnTo>
                    <a:pt x="1497" y="219"/>
                  </a:lnTo>
                  <a:lnTo>
                    <a:pt x="1088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44" y="11947"/>
                  </a:lnTo>
                  <a:lnTo>
                    <a:pt x="3696" y="11947"/>
                  </a:lnTo>
                  <a:lnTo>
                    <a:pt x="4177" y="11727"/>
                  </a:lnTo>
                  <a:lnTo>
                    <a:pt x="4575" y="11308"/>
                  </a:lnTo>
                  <a:lnTo>
                    <a:pt x="5214" y="10135"/>
                  </a:lnTo>
                  <a:lnTo>
                    <a:pt x="5622" y="8429"/>
                  </a:lnTo>
                  <a:lnTo>
                    <a:pt x="5622" y="6523"/>
                  </a:lnTo>
                  <a:lnTo>
                    <a:pt x="5622" y="2931"/>
                  </a:lnTo>
                  <a:lnTo>
                    <a:pt x="4198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2" name="object 992" descr=""/>
            <p:cNvSpPr/>
            <p:nvPr/>
          </p:nvSpPr>
          <p:spPr>
            <a:xfrm>
              <a:off x="4414077" y="4194289"/>
              <a:ext cx="26034" cy="52705"/>
            </a:xfrm>
            <a:custGeom>
              <a:avLst/>
              <a:gdLst/>
              <a:ahLst/>
              <a:cxnLst/>
              <a:rect l="l" t="t" r="r" b="b"/>
              <a:pathLst>
                <a:path w="26035" h="52704">
                  <a:moveTo>
                    <a:pt x="12889" y="0"/>
                  </a:moveTo>
                  <a:lnTo>
                    <a:pt x="0" y="26114"/>
                  </a:lnTo>
                  <a:lnTo>
                    <a:pt x="1012" y="36274"/>
                  </a:lnTo>
                  <a:lnTo>
                    <a:pt x="3774" y="44568"/>
                  </a:lnTo>
                  <a:lnTo>
                    <a:pt x="7871" y="50158"/>
                  </a:lnTo>
                  <a:lnTo>
                    <a:pt x="12889" y="52207"/>
                  </a:lnTo>
                  <a:lnTo>
                    <a:pt x="14784" y="52207"/>
                  </a:lnTo>
                  <a:lnTo>
                    <a:pt x="16617" y="51380"/>
                  </a:lnTo>
                  <a:lnTo>
                    <a:pt x="22711" y="45757"/>
                  </a:lnTo>
                  <a:lnTo>
                    <a:pt x="25800" y="36669"/>
                  </a:lnTo>
                  <a:lnTo>
                    <a:pt x="25800" y="26114"/>
                  </a:lnTo>
                  <a:lnTo>
                    <a:pt x="24787" y="15951"/>
                  </a:lnTo>
                  <a:lnTo>
                    <a:pt x="22022" y="7650"/>
                  </a:lnTo>
                  <a:lnTo>
                    <a:pt x="17919" y="2052"/>
                  </a:lnTo>
                  <a:lnTo>
                    <a:pt x="1288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3" name="object 993" descr=""/>
            <p:cNvSpPr/>
            <p:nvPr/>
          </p:nvSpPr>
          <p:spPr>
            <a:xfrm>
              <a:off x="4418234" y="4194289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8732" y="0"/>
                  </a:moveTo>
                  <a:lnTo>
                    <a:pt x="7518" y="115"/>
                  </a:lnTo>
                  <a:lnTo>
                    <a:pt x="3088" y="4219"/>
                  </a:lnTo>
                  <a:lnTo>
                    <a:pt x="0" y="13339"/>
                  </a:lnTo>
                  <a:lnTo>
                    <a:pt x="0" y="23863"/>
                  </a:lnTo>
                  <a:lnTo>
                    <a:pt x="1012" y="34027"/>
                  </a:lnTo>
                  <a:lnTo>
                    <a:pt x="3774" y="42332"/>
                  </a:lnTo>
                  <a:lnTo>
                    <a:pt x="7871" y="47933"/>
                  </a:lnTo>
                  <a:lnTo>
                    <a:pt x="12889" y="49988"/>
                  </a:lnTo>
                  <a:lnTo>
                    <a:pt x="14093" y="49862"/>
                  </a:lnTo>
                  <a:lnTo>
                    <a:pt x="18554" y="45757"/>
                  </a:lnTo>
                  <a:lnTo>
                    <a:pt x="21643" y="36669"/>
                  </a:lnTo>
                  <a:lnTo>
                    <a:pt x="21643" y="26114"/>
                  </a:lnTo>
                  <a:lnTo>
                    <a:pt x="20630" y="15951"/>
                  </a:lnTo>
                  <a:lnTo>
                    <a:pt x="17865" y="7650"/>
                  </a:lnTo>
                  <a:lnTo>
                    <a:pt x="13762" y="2052"/>
                  </a:lnTo>
                  <a:lnTo>
                    <a:pt x="8732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4" name="object 994" descr=""/>
            <p:cNvSpPr/>
            <p:nvPr/>
          </p:nvSpPr>
          <p:spPr>
            <a:xfrm>
              <a:off x="4472666" y="4154441"/>
              <a:ext cx="53340" cy="118110"/>
            </a:xfrm>
            <a:custGeom>
              <a:avLst/>
              <a:gdLst/>
              <a:ahLst/>
              <a:cxnLst/>
              <a:rect l="l" t="t" r="r" b="b"/>
              <a:pathLst>
                <a:path w="53339" h="118110">
                  <a:moveTo>
                    <a:pt x="26501" y="0"/>
                  </a:moveTo>
                  <a:lnTo>
                    <a:pt x="15081" y="4640"/>
                  </a:lnTo>
                  <a:lnTo>
                    <a:pt x="6779" y="17295"/>
                  </a:lnTo>
                  <a:lnTo>
                    <a:pt x="1714" y="36063"/>
                  </a:lnTo>
                  <a:lnTo>
                    <a:pt x="0" y="59045"/>
                  </a:lnTo>
                  <a:lnTo>
                    <a:pt x="1714" y="82026"/>
                  </a:lnTo>
                  <a:lnTo>
                    <a:pt x="6779" y="100795"/>
                  </a:lnTo>
                  <a:lnTo>
                    <a:pt x="15081" y="113450"/>
                  </a:lnTo>
                  <a:lnTo>
                    <a:pt x="26501" y="118090"/>
                  </a:lnTo>
                  <a:lnTo>
                    <a:pt x="37922" y="113450"/>
                  </a:lnTo>
                  <a:lnTo>
                    <a:pt x="46223" y="100795"/>
                  </a:lnTo>
                  <a:lnTo>
                    <a:pt x="51289" y="82026"/>
                  </a:lnTo>
                  <a:lnTo>
                    <a:pt x="53003" y="59045"/>
                  </a:lnTo>
                  <a:lnTo>
                    <a:pt x="51289" y="36063"/>
                  </a:lnTo>
                  <a:lnTo>
                    <a:pt x="46223" y="17295"/>
                  </a:lnTo>
                  <a:lnTo>
                    <a:pt x="37922" y="4640"/>
                  </a:lnTo>
                  <a:lnTo>
                    <a:pt x="26501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5" name="object 995" descr=""/>
            <p:cNvSpPr/>
            <p:nvPr/>
          </p:nvSpPr>
          <p:spPr>
            <a:xfrm>
              <a:off x="4510497" y="4176891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4984" y="0"/>
                  </a:moveTo>
                  <a:lnTo>
                    <a:pt x="2732" y="0"/>
                  </a:lnTo>
                  <a:lnTo>
                    <a:pt x="2282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24" y="13025"/>
                  </a:lnTo>
                  <a:lnTo>
                    <a:pt x="4031" y="13025"/>
                  </a:lnTo>
                  <a:lnTo>
                    <a:pt x="4795" y="12366"/>
                  </a:lnTo>
                  <a:lnTo>
                    <a:pt x="5999" y="10135"/>
                  </a:lnTo>
                  <a:lnTo>
                    <a:pt x="6408" y="8429"/>
                  </a:lnTo>
                  <a:lnTo>
                    <a:pt x="6408" y="6523"/>
                  </a:lnTo>
                  <a:lnTo>
                    <a:pt x="6408" y="2931"/>
                  </a:lnTo>
                  <a:lnTo>
                    <a:pt x="4984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6" name="object 996" descr=""/>
            <p:cNvSpPr/>
            <p:nvPr/>
          </p:nvSpPr>
          <p:spPr>
            <a:xfrm>
              <a:off x="4511282" y="4176891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198" y="0"/>
                  </a:moveTo>
                  <a:lnTo>
                    <a:pt x="1947" y="0"/>
                  </a:lnTo>
                  <a:lnTo>
                    <a:pt x="1497" y="219"/>
                  </a:lnTo>
                  <a:lnTo>
                    <a:pt x="1088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44" y="11947"/>
                  </a:lnTo>
                  <a:lnTo>
                    <a:pt x="3696" y="11947"/>
                  </a:lnTo>
                  <a:lnTo>
                    <a:pt x="4177" y="11727"/>
                  </a:lnTo>
                  <a:lnTo>
                    <a:pt x="4575" y="11308"/>
                  </a:lnTo>
                  <a:lnTo>
                    <a:pt x="5214" y="10135"/>
                  </a:lnTo>
                  <a:lnTo>
                    <a:pt x="5622" y="8429"/>
                  </a:lnTo>
                  <a:lnTo>
                    <a:pt x="5622" y="6523"/>
                  </a:lnTo>
                  <a:lnTo>
                    <a:pt x="5622" y="2931"/>
                  </a:lnTo>
                  <a:lnTo>
                    <a:pt x="4198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7" name="object 997" descr=""/>
            <p:cNvSpPr/>
            <p:nvPr/>
          </p:nvSpPr>
          <p:spPr>
            <a:xfrm>
              <a:off x="4496257" y="4159789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4984" y="0"/>
                  </a:moveTo>
                  <a:lnTo>
                    <a:pt x="2732" y="0"/>
                  </a:lnTo>
                  <a:lnTo>
                    <a:pt x="2282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24" y="13025"/>
                  </a:lnTo>
                  <a:lnTo>
                    <a:pt x="4031" y="13025"/>
                  </a:lnTo>
                  <a:lnTo>
                    <a:pt x="4795" y="12366"/>
                  </a:lnTo>
                  <a:lnTo>
                    <a:pt x="5999" y="10135"/>
                  </a:lnTo>
                  <a:lnTo>
                    <a:pt x="6408" y="8429"/>
                  </a:lnTo>
                  <a:lnTo>
                    <a:pt x="6408" y="6523"/>
                  </a:lnTo>
                  <a:lnTo>
                    <a:pt x="6408" y="2931"/>
                  </a:lnTo>
                  <a:lnTo>
                    <a:pt x="4984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8" name="object 998" descr=""/>
            <p:cNvSpPr/>
            <p:nvPr/>
          </p:nvSpPr>
          <p:spPr>
            <a:xfrm>
              <a:off x="4497043" y="4159789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198" y="0"/>
                  </a:moveTo>
                  <a:lnTo>
                    <a:pt x="1947" y="0"/>
                  </a:lnTo>
                  <a:lnTo>
                    <a:pt x="1497" y="219"/>
                  </a:lnTo>
                  <a:lnTo>
                    <a:pt x="1088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44" y="11947"/>
                  </a:lnTo>
                  <a:lnTo>
                    <a:pt x="3696" y="11947"/>
                  </a:lnTo>
                  <a:lnTo>
                    <a:pt x="4177" y="11727"/>
                  </a:lnTo>
                  <a:lnTo>
                    <a:pt x="4575" y="11308"/>
                  </a:lnTo>
                  <a:lnTo>
                    <a:pt x="5214" y="10135"/>
                  </a:lnTo>
                  <a:lnTo>
                    <a:pt x="5622" y="8429"/>
                  </a:lnTo>
                  <a:lnTo>
                    <a:pt x="5622" y="6523"/>
                  </a:lnTo>
                  <a:lnTo>
                    <a:pt x="5622" y="2931"/>
                  </a:lnTo>
                  <a:lnTo>
                    <a:pt x="4198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9" name="object 999" descr=""/>
            <p:cNvSpPr/>
            <p:nvPr/>
          </p:nvSpPr>
          <p:spPr>
            <a:xfrm>
              <a:off x="4480436" y="4175975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4984" y="0"/>
                  </a:moveTo>
                  <a:lnTo>
                    <a:pt x="2732" y="0"/>
                  </a:lnTo>
                  <a:lnTo>
                    <a:pt x="2282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24" y="13025"/>
                  </a:lnTo>
                  <a:lnTo>
                    <a:pt x="4031" y="13025"/>
                  </a:lnTo>
                  <a:lnTo>
                    <a:pt x="4795" y="12366"/>
                  </a:lnTo>
                  <a:lnTo>
                    <a:pt x="5999" y="10135"/>
                  </a:lnTo>
                  <a:lnTo>
                    <a:pt x="6408" y="8429"/>
                  </a:lnTo>
                  <a:lnTo>
                    <a:pt x="6408" y="6523"/>
                  </a:lnTo>
                  <a:lnTo>
                    <a:pt x="6408" y="2931"/>
                  </a:lnTo>
                  <a:lnTo>
                    <a:pt x="4984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0" name="object 1000" descr=""/>
            <p:cNvSpPr/>
            <p:nvPr/>
          </p:nvSpPr>
          <p:spPr>
            <a:xfrm>
              <a:off x="4481221" y="4175975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198" y="0"/>
                  </a:moveTo>
                  <a:lnTo>
                    <a:pt x="1947" y="0"/>
                  </a:lnTo>
                  <a:lnTo>
                    <a:pt x="1497" y="219"/>
                  </a:lnTo>
                  <a:lnTo>
                    <a:pt x="1088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44" y="11947"/>
                  </a:lnTo>
                  <a:lnTo>
                    <a:pt x="3696" y="11947"/>
                  </a:lnTo>
                  <a:lnTo>
                    <a:pt x="4177" y="11727"/>
                  </a:lnTo>
                  <a:lnTo>
                    <a:pt x="4575" y="11308"/>
                  </a:lnTo>
                  <a:lnTo>
                    <a:pt x="5214" y="10135"/>
                  </a:lnTo>
                  <a:lnTo>
                    <a:pt x="5622" y="8429"/>
                  </a:lnTo>
                  <a:lnTo>
                    <a:pt x="5622" y="6523"/>
                  </a:lnTo>
                  <a:lnTo>
                    <a:pt x="5622" y="2931"/>
                  </a:lnTo>
                  <a:lnTo>
                    <a:pt x="4198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1" name="object 1001" descr=""/>
            <p:cNvSpPr/>
            <p:nvPr/>
          </p:nvSpPr>
          <p:spPr>
            <a:xfrm>
              <a:off x="4487260" y="4194289"/>
              <a:ext cx="26034" cy="52705"/>
            </a:xfrm>
            <a:custGeom>
              <a:avLst/>
              <a:gdLst/>
              <a:ahLst/>
              <a:cxnLst/>
              <a:rect l="l" t="t" r="r" b="b"/>
              <a:pathLst>
                <a:path w="26035" h="52704">
                  <a:moveTo>
                    <a:pt x="12889" y="0"/>
                  </a:moveTo>
                  <a:lnTo>
                    <a:pt x="0" y="26114"/>
                  </a:lnTo>
                  <a:lnTo>
                    <a:pt x="1012" y="36274"/>
                  </a:lnTo>
                  <a:lnTo>
                    <a:pt x="3774" y="44568"/>
                  </a:lnTo>
                  <a:lnTo>
                    <a:pt x="7871" y="50158"/>
                  </a:lnTo>
                  <a:lnTo>
                    <a:pt x="12889" y="52207"/>
                  </a:lnTo>
                  <a:lnTo>
                    <a:pt x="14784" y="52207"/>
                  </a:lnTo>
                  <a:lnTo>
                    <a:pt x="16617" y="51380"/>
                  </a:lnTo>
                  <a:lnTo>
                    <a:pt x="22711" y="45757"/>
                  </a:lnTo>
                  <a:lnTo>
                    <a:pt x="25800" y="36669"/>
                  </a:lnTo>
                  <a:lnTo>
                    <a:pt x="25800" y="26114"/>
                  </a:lnTo>
                  <a:lnTo>
                    <a:pt x="24787" y="15951"/>
                  </a:lnTo>
                  <a:lnTo>
                    <a:pt x="22022" y="7650"/>
                  </a:lnTo>
                  <a:lnTo>
                    <a:pt x="17919" y="2052"/>
                  </a:lnTo>
                  <a:lnTo>
                    <a:pt x="1288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2" name="object 1002" descr=""/>
            <p:cNvSpPr/>
            <p:nvPr/>
          </p:nvSpPr>
          <p:spPr>
            <a:xfrm>
              <a:off x="4491417" y="4194289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8732" y="0"/>
                  </a:moveTo>
                  <a:lnTo>
                    <a:pt x="7518" y="115"/>
                  </a:lnTo>
                  <a:lnTo>
                    <a:pt x="3088" y="4219"/>
                  </a:lnTo>
                  <a:lnTo>
                    <a:pt x="0" y="13339"/>
                  </a:lnTo>
                  <a:lnTo>
                    <a:pt x="0" y="23863"/>
                  </a:lnTo>
                  <a:lnTo>
                    <a:pt x="1012" y="34027"/>
                  </a:lnTo>
                  <a:lnTo>
                    <a:pt x="3774" y="42332"/>
                  </a:lnTo>
                  <a:lnTo>
                    <a:pt x="7871" y="47933"/>
                  </a:lnTo>
                  <a:lnTo>
                    <a:pt x="12889" y="49988"/>
                  </a:lnTo>
                  <a:lnTo>
                    <a:pt x="14093" y="49862"/>
                  </a:lnTo>
                  <a:lnTo>
                    <a:pt x="18554" y="45757"/>
                  </a:lnTo>
                  <a:lnTo>
                    <a:pt x="21643" y="36669"/>
                  </a:lnTo>
                  <a:lnTo>
                    <a:pt x="21643" y="26114"/>
                  </a:lnTo>
                  <a:lnTo>
                    <a:pt x="20630" y="15951"/>
                  </a:lnTo>
                  <a:lnTo>
                    <a:pt x="17865" y="7650"/>
                  </a:lnTo>
                  <a:lnTo>
                    <a:pt x="13762" y="2052"/>
                  </a:lnTo>
                  <a:lnTo>
                    <a:pt x="8732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3" name="object 1003" descr=""/>
            <p:cNvSpPr/>
            <p:nvPr/>
          </p:nvSpPr>
          <p:spPr>
            <a:xfrm>
              <a:off x="4545850" y="4151998"/>
              <a:ext cx="53340" cy="118110"/>
            </a:xfrm>
            <a:custGeom>
              <a:avLst/>
              <a:gdLst/>
              <a:ahLst/>
              <a:cxnLst/>
              <a:rect l="l" t="t" r="r" b="b"/>
              <a:pathLst>
                <a:path w="53339" h="118110">
                  <a:moveTo>
                    <a:pt x="26501" y="0"/>
                  </a:moveTo>
                  <a:lnTo>
                    <a:pt x="15081" y="4640"/>
                  </a:lnTo>
                  <a:lnTo>
                    <a:pt x="6779" y="17295"/>
                  </a:lnTo>
                  <a:lnTo>
                    <a:pt x="1714" y="36063"/>
                  </a:lnTo>
                  <a:lnTo>
                    <a:pt x="0" y="59045"/>
                  </a:lnTo>
                  <a:lnTo>
                    <a:pt x="1714" y="82026"/>
                  </a:lnTo>
                  <a:lnTo>
                    <a:pt x="6779" y="100795"/>
                  </a:lnTo>
                  <a:lnTo>
                    <a:pt x="15081" y="113450"/>
                  </a:lnTo>
                  <a:lnTo>
                    <a:pt x="26501" y="118090"/>
                  </a:lnTo>
                  <a:lnTo>
                    <a:pt x="37922" y="113450"/>
                  </a:lnTo>
                  <a:lnTo>
                    <a:pt x="46223" y="100795"/>
                  </a:lnTo>
                  <a:lnTo>
                    <a:pt x="51289" y="82026"/>
                  </a:lnTo>
                  <a:lnTo>
                    <a:pt x="53003" y="59045"/>
                  </a:lnTo>
                  <a:lnTo>
                    <a:pt x="51289" y="36063"/>
                  </a:lnTo>
                  <a:lnTo>
                    <a:pt x="46223" y="17295"/>
                  </a:lnTo>
                  <a:lnTo>
                    <a:pt x="37922" y="4640"/>
                  </a:lnTo>
                  <a:lnTo>
                    <a:pt x="26501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4" name="object 1004" descr=""/>
            <p:cNvSpPr/>
            <p:nvPr/>
          </p:nvSpPr>
          <p:spPr>
            <a:xfrm>
              <a:off x="4583681" y="417444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4984" y="0"/>
                  </a:moveTo>
                  <a:lnTo>
                    <a:pt x="2732" y="0"/>
                  </a:lnTo>
                  <a:lnTo>
                    <a:pt x="2282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24" y="13025"/>
                  </a:lnTo>
                  <a:lnTo>
                    <a:pt x="4031" y="13025"/>
                  </a:lnTo>
                  <a:lnTo>
                    <a:pt x="4795" y="12366"/>
                  </a:lnTo>
                  <a:lnTo>
                    <a:pt x="5999" y="10135"/>
                  </a:lnTo>
                  <a:lnTo>
                    <a:pt x="6408" y="8429"/>
                  </a:lnTo>
                  <a:lnTo>
                    <a:pt x="6408" y="6523"/>
                  </a:lnTo>
                  <a:lnTo>
                    <a:pt x="6408" y="2931"/>
                  </a:lnTo>
                  <a:lnTo>
                    <a:pt x="4984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5" name="object 1005" descr=""/>
            <p:cNvSpPr/>
            <p:nvPr/>
          </p:nvSpPr>
          <p:spPr>
            <a:xfrm>
              <a:off x="4584466" y="4174448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198" y="0"/>
                  </a:moveTo>
                  <a:lnTo>
                    <a:pt x="1947" y="0"/>
                  </a:lnTo>
                  <a:lnTo>
                    <a:pt x="1497" y="219"/>
                  </a:lnTo>
                  <a:lnTo>
                    <a:pt x="1088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44" y="11947"/>
                  </a:lnTo>
                  <a:lnTo>
                    <a:pt x="3696" y="11947"/>
                  </a:lnTo>
                  <a:lnTo>
                    <a:pt x="4177" y="11727"/>
                  </a:lnTo>
                  <a:lnTo>
                    <a:pt x="4575" y="11308"/>
                  </a:lnTo>
                  <a:lnTo>
                    <a:pt x="5214" y="10135"/>
                  </a:lnTo>
                  <a:lnTo>
                    <a:pt x="5622" y="8429"/>
                  </a:lnTo>
                  <a:lnTo>
                    <a:pt x="5622" y="6523"/>
                  </a:lnTo>
                  <a:lnTo>
                    <a:pt x="5622" y="2931"/>
                  </a:lnTo>
                  <a:lnTo>
                    <a:pt x="4198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6" name="object 1006" descr=""/>
            <p:cNvSpPr/>
            <p:nvPr/>
          </p:nvSpPr>
          <p:spPr>
            <a:xfrm>
              <a:off x="4569442" y="4157345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4984" y="0"/>
                  </a:moveTo>
                  <a:lnTo>
                    <a:pt x="2732" y="0"/>
                  </a:lnTo>
                  <a:lnTo>
                    <a:pt x="2282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24" y="13025"/>
                  </a:lnTo>
                  <a:lnTo>
                    <a:pt x="4031" y="13025"/>
                  </a:lnTo>
                  <a:lnTo>
                    <a:pt x="4795" y="12366"/>
                  </a:lnTo>
                  <a:lnTo>
                    <a:pt x="5999" y="10135"/>
                  </a:lnTo>
                  <a:lnTo>
                    <a:pt x="6408" y="8429"/>
                  </a:lnTo>
                  <a:lnTo>
                    <a:pt x="6408" y="6523"/>
                  </a:lnTo>
                  <a:lnTo>
                    <a:pt x="6408" y="2931"/>
                  </a:lnTo>
                  <a:lnTo>
                    <a:pt x="4984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7" name="object 1007" descr=""/>
            <p:cNvSpPr/>
            <p:nvPr/>
          </p:nvSpPr>
          <p:spPr>
            <a:xfrm>
              <a:off x="4570227" y="4157345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198" y="0"/>
                  </a:moveTo>
                  <a:lnTo>
                    <a:pt x="1947" y="0"/>
                  </a:lnTo>
                  <a:lnTo>
                    <a:pt x="1497" y="219"/>
                  </a:lnTo>
                  <a:lnTo>
                    <a:pt x="1088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44" y="11947"/>
                  </a:lnTo>
                  <a:lnTo>
                    <a:pt x="3696" y="11947"/>
                  </a:lnTo>
                  <a:lnTo>
                    <a:pt x="4177" y="11727"/>
                  </a:lnTo>
                  <a:lnTo>
                    <a:pt x="4575" y="11308"/>
                  </a:lnTo>
                  <a:lnTo>
                    <a:pt x="5214" y="10135"/>
                  </a:lnTo>
                  <a:lnTo>
                    <a:pt x="5622" y="8429"/>
                  </a:lnTo>
                  <a:lnTo>
                    <a:pt x="5622" y="6523"/>
                  </a:lnTo>
                  <a:lnTo>
                    <a:pt x="5622" y="2931"/>
                  </a:lnTo>
                  <a:lnTo>
                    <a:pt x="4198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8" name="object 1008" descr=""/>
            <p:cNvSpPr/>
            <p:nvPr/>
          </p:nvSpPr>
          <p:spPr>
            <a:xfrm>
              <a:off x="4553619" y="417353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4984" y="0"/>
                  </a:moveTo>
                  <a:lnTo>
                    <a:pt x="2732" y="0"/>
                  </a:lnTo>
                  <a:lnTo>
                    <a:pt x="2282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24" y="13025"/>
                  </a:lnTo>
                  <a:lnTo>
                    <a:pt x="4031" y="13025"/>
                  </a:lnTo>
                  <a:lnTo>
                    <a:pt x="4795" y="12366"/>
                  </a:lnTo>
                  <a:lnTo>
                    <a:pt x="5999" y="10135"/>
                  </a:lnTo>
                  <a:lnTo>
                    <a:pt x="6408" y="8429"/>
                  </a:lnTo>
                  <a:lnTo>
                    <a:pt x="6408" y="6523"/>
                  </a:lnTo>
                  <a:lnTo>
                    <a:pt x="6408" y="2931"/>
                  </a:lnTo>
                  <a:lnTo>
                    <a:pt x="4984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9" name="object 1009" descr=""/>
            <p:cNvSpPr/>
            <p:nvPr/>
          </p:nvSpPr>
          <p:spPr>
            <a:xfrm>
              <a:off x="4554404" y="4173532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198" y="0"/>
                  </a:moveTo>
                  <a:lnTo>
                    <a:pt x="1947" y="0"/>
                  </a:lnTo>
                  <a:lnTo>
                    <a:pt x="1497" y="219"/>
                  </a:lnTo>
                  <a:lnTo>
                    <a:pt x="1088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44" y="11947"/>
                  </a:lnTo>
                  <a:lnTo>
                    <a:pt x="3696" y="11947"/>
                  </a:lnTo>
                  <a:lnTo>
                    <a:pt x="4177" y="11727"/>
                  </a:lnTo>
                  <a:lnTo>
                    <a:pt x="4575" y="11308"/>
                  </a:lnTo>
                  <a:lnTo>
                    <a:pt x="5214" y="10135"/>
                  </a:lnTo>
                  <a:lnTo>
                    <a:pt x="5622" y="8429"/>
                  </a:lnTo>
                  <a:lnTo>
                    <a:pt x="5622" y="6523"/>
                  </a:lnTo>
                  <a:lnTo>
                    <a:pt x="5622" y="2931"/>
                  </a:lnTo>
                  <a:lnTo>
                    <a:pt x="4198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0" name="object 1010" descr=""/>
            <p:cNvSpPr/>
            <p:nvPr/>
          </p:nvSpPr>
          <p:spPr>
            <a:xfrm>
              <a:off x="4560444" y="4191847"/>
              <a:ext cx="26034" cy="52705"/>
            </a:xfrm>
            <a:custGeom>
              <a:avLst/>
              <a:gdLst/>
              <a:ahLst/>
              <a:cxnLst/>
              <a:rect l="l" t="t" r="r" b="b"/>
              <a:pathLst>
                <a:path w="26035" h="52704">
                  <a:moveTo>
                    <a:pt x="12889" y="0"/>
                  </a:moveTo>
                  <a:lnTo>
                    <a:pt x="0" y="26114"/>
                  </a:lnTo>
                  <a:lnTo>
                    <a:pt x="1012" y="36274"/>
                  </a:lnTo>
                  <a:lnTo>
                    <a:pt x="3774" y="44568"/>
                  </a:lnTo>
                  <a:lnTo>
                    <a:pt x="7871" y="50158"/>
                  </a:lnTo>
                  <a:lnTo>
                    <a:pt x="12889" y="52207"/>
                  </a:lnTo>
                  <a:lnTo>
                    <a:pt x="14784" y="52207"/>
                  </a:lnTo>
                  <a:lnTo>
                    <a:pt x="16617" y="51380"/>
                  </a:lnTo>
                  <a:lnTo>
                    <a:pt x="22711" y="45757"/>
                  </a:lnTo>
                  <a:lnTo>
                    <a:pt x="25800" y="36669"/>
                  </a:lnTo>
                  <a:lnTo>
                    <a:pt x="25800" y="26114"/>
                  </a:lnTo>
                  <a:lnTo>
                    <a:pt x="24787" y="15951"/>
                  </a:lnTo>
                  <a:lnTo>
                    <a:pt x="22022" y="7650"/>
                  </a:lnTo>
                  <a:lnTo>
                    <a:pt x="17919" y="2052"/>
                  </a:lnTo>
                  <a:lnTo>
                    <a:pt x="1288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1" name="object 1011" descr=""/>
            <p:cNvSpPr/>
            <p:nvPr/>
          </p:nvSpPr>
          <p:spPr>
            <a:xfrm>
              <a:off x="4564601" y="4191847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8732" y="0"/>
                  </a:moveTo>
                  <a:lnTo>
                    <a:pt x="7518" y="115"/>
                  </a:lnTo>
                  <a:lnTo>
                    <a:pt x="3088" y="4219"/>
                  </a:lnTo>
                  <a:lnTo>
                    <a:pt x="0" y="13339"/>
                  </a:lnTo>
                  <a:lnTo>
                    <a:pt x="0" y="23863"/>
                  </a:lnTo>
                  <a:lnTo>
                    <a:pt x="1012" y="34027"/>
                  </a:lnTo>
                  <a:lnTo>
                    <a:pt x="3774" y="42332"/>
                  </a:lnTo>
                  <a:lnTo>
                    <a:pt x="7871" y="47933"/>
                  </a:lnTo>
                  <a:lnTo>
                    <a:pt x="12889" y="49988"/>
                  </a:lnTo>
                  <a:lnTo>
                    <a:pt x="14093" y="49862"/>
                  </a:lnTo>
                  <a:lnTo>
                    <a:pt x="18554" y="45757"/>
                  </a:lnTo>
                  <a:lnTo>
                    <a:pt x="21643" y="36669"/>
                  </a:lnTo>
                  <a:lnTo>
                    <a:pt x="21643" y="26114"/>
                  </a:lnTo>
                  <a:lnTo>
                    <a:pt x="20630" y="15951"/>
                  </a:lnTo>
                  <a:lnTo>
                    <a:pt x="17865" y="7650"/>
                  </a:lnTo>
                  <a:lnTo>
                    <a:pt x="13762" y="2052"/>
                  </a:lnTo>
                  <a:lnTo>
                    <a:pt x="8732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2" name="object 1012" descr=""/>
            <p:cNvSpPr/>
            <p:nvPr/>
          </p:nvSpPr>
          <p:spPr>
            <a:xfrm>
              <a:off x="4619034" y="4151998"/>
              <a:ext cx="53340" cy="118110"/>
            </a:xfrm>
            <a:custGeom>
              <a:avLst/>
              <a:gdLst/>
              <a:ahLst/>
              <a:cxnLst/>
              <a:rect l="l" t="t" r="r" b="b"/>
              <a:pathLst>
                <a:path w="53339" h="118110">
                  <a:moveTo>
                    <a:pt x="26501" y="0"/>
                  </a:moveTo>
                  <a:lnTo>
                    <a:pt x="15081" y="4640"/>
                  </a:lnTo>
                  <a:lnTo>
                    <a:pt x="6779" y="17295"/>
                  </a:lnTo>
                  <a:lnTo>
                    <a:pt x="1714" y="36063"/>
                  </a:lnTo>
                  <a:lnTo>
                    <a:pt x="0" y="59045"/>
                  </a:lnTo>
                  <a:lnTo>
                    <a:pt x="1714" y="82026"/>
                  </a:lnTo>
                  <a:lnTo>
                    <a:pt x="6779" y="100795"/>
                  </a:lnTo>
                  <a:lnTo>
                    <a:pt x="15081" y="113450"/>
                  </a:lnTo>
                  <a:lnTo>
                    <a:pt x="26501" y="118090"/>
                  </a:lnTo>
                  <a:lnTo>
                    <a:pt x="37922" y="113450"/>
                  </a:lnTo>
                  <a:lnTo>
                    <a:pt x="46223" y="100795"/>
                  </a:lnTo>
                  <a:lnTo>
                    <a:pt x="51289" y="82026"/>
                  </a:lnTo>
                  <a:lnTo>
                    <a:pt x="53003" y="59045"/>
                  </a:lnTo>
                  <a:lnTo>
                    <a:pt x="51289" y="36063"/>
                  </a:lnTo>
                  <a:lnTo>
                    <a:pt x="46223" y="17295"/>
                  </a:lnTo>
                  <a:lnTo>
                    <a:pt x="37922" y="4640"/>
                  </a:lnTo>
                  <a:lnTo>
                    <a:pt x="26501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3" name="object 1013" descr=""/>
            <p:cNvSpPr/>
            <p:nvPr/>
          </p:nvSpPr>
          <p:spPr>
            <a:xfrm>
              <a:off x="4656864" y="417444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4984" y="0"/>
                  </a:moveTo>
                  <a:lnTo>
                    <a:pt x="2732" y="0"/>
                  </a:lnTo>
                  <a:lnTo>
                    <a:pt x="2282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24" y="13025"/>
                  </a:lnTo>
                  <a:lnTo>
                    <a:pt x="4031" y="13025"/>
                  </a:lnTo>
                  <a:lnTo>
                    <a:pt x="4795" y="12366"/>
                  </a:lnTo>
                  <a:lnTo>
                    <a:pt x="5999" y="10135"/>
                  </a:lnTo>
                  <a:lnTo>
                    <a:pt x="6408" y="8429"/>
                  </a:lnTo>
                  <a:lnTo>
                    <a:pt x="6408" y="6523"/>
                  </a:lnTo>
                  <a:lnTo>
                    <a:pt x="6408" y="2931"/>
                  </a:lnTo>
                  <a:lnTo>
                    <a:pt x="4984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4" name="object 1014" descr=""/>
            <p:cNvSpPr/>
            <p:nvPr/>
          </p:nvSpPr>
          <p:spPr>
            <a:xfrm>
              <a:off x="4657649" y="4174448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198" y="0"/>
                  </a:moveTo>
                  <a:lnTo>
                    <a:pt x="1947" y="0"/>
                  </a:lnTo>
                  <a:lnTo>
                    <a:pt x="1497" y="219"/>
                  </a:lnTo>
                  <a:lnTo>
                    <a:pt x="1088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44" y="11947"/>
                  </a:lnTo>
                  <a:lnTo>
                    <a:pt x="3696" y="11947"/>
                  </a:lnTo>
                  <a:lnTo>
                    <a:pt x="4177" y="11727"/>
                  </a:lnTo>
                  <a:lnTo>
                    <a:pt x="4575" y="11308"/>
                  </a:lnTo>
                  <a:lnTo>
                    <a:pt x="5214" y="10135"/>
                  </a:lnTo>
                  <a:lnTo>
                    <a:pt x="5622" y="8429"/>
                  </a:lnTo>
                  <a:lnTo>
                    <a:pt x="5622" y="6523"/>
                  </a:lnTo>
                  <a:lnTo>
                    <a:pt x="5622" y="2931"/>
                  </a:lnTo>
                  <a:lnTo>
                    <a:pt x="4198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5" name="object 1015" descr=""/>
            <p:cNvSpPr/>
            <p:nvPr/>
          </p:nvSpPr>
          <p:spPr>
            <a:xfrm>
              <a:off x="4642625" y="4157345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4984" y="0"/>
                  </a:moveTo>
                  <a:lnTo>
                    <a:pt x="2732" y="0"/>
                  </a:lnTo>
                  <a:lnTo>
                    <a:pt x="2282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24" y="13025"/>
                  </a:lnTo>
                  <a:lnTo>
                    <a:pt x="4031" y="13025"/>
                  </a:lnTo>
                  <a:lnTo>
                    <a:pt x="4795" y="12366"/>
                  </a:lnTo>
                  <a:lnTo>
                    <a:pt x="5999" y="10135"/>
                  </a:lnTo>
                  <a:lnTo>
                    <a:pt x="6408" y="8429"/>
                  </a:lnTo>
                  <a:lnTo>
                    <a:pt x="6408" y="6523"/>
                  </a:lnTo>
                  <a:lnTo>
                    <a:pt x="6408" y="2931"/>
                  </a:lnTo>
                  <a:lnTo>
                    <a:pt x="4984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6" name="object 1016" descr=""/>
            <p:cNvSpPr/>
            <p:nvPr/>
          </p:nvSpPr>
          <p:spPr>
            <a:xfrm>
              <a:off x="4643410" y="4157345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198" y="0"/>
                  </a:moveTo>
                  <a:lnTo>
                    <a:pt x="1947" y="0"/>
                  </a:lnTo>
                  <a:lnTo>
                    <a:pt x="1497" y="219"/>
                  </a:lnTo>
                  <a:lnTo>
                    <a:pt x="1088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44" y="11947"/>
                  </a:lnTo>
                  <a:lnTo>
                    <a:pt x="3696" y="11947"/>
                  </a:lnTo>
                  <a:lnTo>
                    <a:pt x="4177" y="11727"/>
                  </a:lnTo>
                  <a:lnTo>
                    <a:pt x="4575" y="11308"/>
                  </a:lnTo>
                  <a:lnTo>
                    <a:pt x="5214" y="10135"/>
                  </a:lnTo>
                  <a:lnTo>
                    <a:pt x="5622" y="8429"/>
                  </a:lnTo>
                  <a:lnTo>
                    <a:pt x="5622" y="6523"/>
                  </a:lnTo>
                  <a:lnTo>
                    <a:pt x="5622" y="2931"/>
                  </a:lnTo>
                  <a:lnTo>
                    <a:pt x="4198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7" name="object 1017" descr=""/>
            <p:cNvSpPr/>
            <p:nvPr/>
          </p:nvSpPr>
          <p:spPr>
            <a:xfrm>
              <a:off x="4626803" y="417353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4984" y="0"/>
                  </a:moveTo>
                  <a:lnTo>
                    <a:pt x="2732" y="0"/>
                  </a:lnTo>
                  <a:lnTo>
                    <a:pt x="2282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24" y="13025"/>
                  </a:lnTo>
                  <a:lnTo>
                    <a:pt x="4031" y="13025"/>
                  </a:lnTo>
                  <a:lnTo>
                    <a:pt x="4795" y="12366"/>
                  </a:lnTo>
                  <a:lnTo>
                    <a:pt x="5999" y="10135"/>
                  </a:lnTo>
                  <a:lnTo>
                    <a:pt x="6408" y="8429"/>
                  </a:lnTo>
                  <a:lnTo>
                    <a:pt x="6408" y="6523"/>
                  </a:lnTo>
                  <a:lnTo>
                    <a:pt x="6408" y="2931"/>
                  </a:lnTo>
                  <a:lnTo>
                    <a:pt x="4984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8" name="object 1018" descr=""/>
            <p:cNvSpPr/>
            <p:nvPr/>
          </p:nvSpPr>
          <p:spPr>
            <a:xfrm>
              <a:off x="4627589" y="4173532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198" y="0"/>
                  </a:moveTo>
                  <a:lnTo>
                    <a:pt x="1947" y="0"/>
                  </a:lnTo>
                  <a:lnTo>
                    <a:pt x="1497" y="219"/>
                  </a:lnTo>
                  <a:lnTo>
                    <a:pt x="1088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44" y="11947"/>
                  </a:lnTo>
                  <a:lnTo>
                    <a:pt x="3696" y="11947"/>
                  </a:lnTo>
                  <a:lnTo>
                    <a:pt x="4177" y="11727"/>
                  </a:lnTo>
                  <a:lnTo>
                    <a:pt x="4575" y="11308"/>
                  </a:lnTo>
                  <a:lnTo>
                    <a:pt x="5214" y="10135"/>
                  </a:lnTo>
                  <a:lnTo>
                    <a:pt x="5622" y="8429"/>
                  </a:lnTo>
                  <a:lnTo>
                    <a:pt x="5622" y="6523"/>
                  </a:lnTo>
                  <a:lnTo>
                    <a:pt x="5622" y="2931"/>
                  </a:lnTo>
                  <a:lnTo>
                    <a:pt x="4198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9" name="object 1019" descr=""/>
            <p:cNvSpPr/>
            <p:nvPr/>
          </p:nvSpPr>
          <p:spPr>
            <a:xfrm>
              <a:off x="4633627" y="4191847"/>
              <a:ext cx="26034" cy="52705"/>
            </a:xfrm>
            <a:custGeom>
              <a:avLst/>
              <a:gdLst/>
              <a:ahLst/>
              <a:cxnLst/>
              <a:rect l="l" t="t" r="r" b="b"/>
              <a:pathLst>
                <a:path w="26035" h="52704">
                  <a:moveTo>
                    <a:pt x="12889" y="0"/>
                  </a:moveTo>
                  <a:lnTo>
                    <a:pt x="0" y="26114"/>
                  </a:lnTo>
                  <a:lnTo>
                    <a:pt x="1012" y="36274"/>
                  </a:lnTo>
                  <a:lnTo>
                    <a:pt x="3774" y="44568"/>
                  </a:lnTo>
                  <a:lnTo>
                    <a:pt x="7871" y="50158"/>
                  </a:lnTo>
                  <a:lnTo>
                    <a:pt x="12889" y="52207"/>
                  </a:lnTo>
                  <a:lnTo>
                    <a:pt x="14784" y="52207"/>
                  </a:lnTo>
                  <a:lnTo>
                    <a:pt x="16617" y="51380"/>
                  </a:lnTo>
                  <a:lnTo>
                    <a:pt x="22711" y="45757"/>
                  </a:lnTo>
                  <a:lnTo>
                    <a:pt x="25800" y="36669"/>
                  </a:lnTo>
                  <a:lnTo>
                    <a:pt x="25800" y="26114"/>
                  </a:lnTo>
                  <a:lnTo>
                    <a:pt x="24787" y="15951"/>
                  </a:lnTo>
                  <a:lnTo>
                    <a:pt x="22022" y="7650"/>
                  </a:lnTo>
                  <a:lnTo>
                    <a:pt x="17919" y="2052"/>
                  </a:lnTo>
                  <a:lnTo>
                    <a:pt x="1288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0" name="object 1020" descr=""/>
            <p:cNvSpPr/>
            <p:nvPr/>
          </p:nvSpPr>
          <p:spPr>
            <a:xfrm>
              <a:off x="4637784" y="4191847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8732" y="0"/>
                  </a:moveTo>
                  <a:lnTo>
                    <a:pt x="7518" y="115"/>
                  </a:lnTo>
                  <a:lnTo>
                    <a:pt x="3088" y="4219"/>
                  </a:lnTo>
                  <a:lnTo>
                    <a:pt x="0" y="13339"/>
                  </a:lnTo>
                  <a:lnTo>
                    <a:pt x="0" y="23863"/>
                  </a:lnTo>
                  <a:lnTo>
                    <a:pt x="1012" y="34027"/>
                  </a:lnTo>
                  <a:lnTo>
                    <a:pt x="3774" y="42332"/>
                  </a:lnTo>
                  <a:lnTo>
                    <a:pt x="7871" y="47933"/>
                  </a:lnTo>
                  <a:lnTo>
                    <a:pt x="12889" y="49988"/>
                  </a:lnTo>
                  <a:lnTo>
                    <a:pt x="14093" y="49862"/>
                  </a:lnTo>
                  <a:lnTo>
                    <a:pt x="18554" y="45757"/>
                  </a:lnTo>
                  <a:lnTo>
                    <a:pt x="21643" y="36669"/>
                  </a:lnTo>
                  <a:lnTo>
                    <a:pt x="21643" y="26114"/>
                  </a:lnTo>
                  <a:lnTo>
                    <a:pt x="20630" y="15951"/>
                  </a:lnTo>
                  <a:lnTo>
                    <a:pt x="17865" y="7650"/>
                  </a:lnTo>
                  <a:lnTo>
                    <a:pt x="13762" y="2052"/>
                  </a:lnTo>
                  <a:lnTo>
                    <a:pt x="8732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1" name="object 1021" descr=""/>
            <p:cNvSpPr/>
            <p:nvPr/>
          </p:nvSpPr>
          <p:spPr>
            <a:xfrm>
              <a:off x="4692217" y="4153626"/>
              <a:ext cx="53340" cy="118110"/>
            </a:xfrm>
            <a:custGeom>
              <a:avLst/>
              <a:gdLst/>
              <a:ahLst/>
              <a:cxnLst/>
              <a:rect l="l" t="t" r="r" b="b"/>
              <a:pathLst>
                <a:path w="53339" h="118110">
                  <a:moveTo>
                    <a:pt x="26501" y="0"/>
                  </a:moveTo>
                  <a:lnTo>
                    <a:pt x="15081" y="4640"/>
                  </a:lnTo>
                  <a:lnTo>
                    <a:pt x="6779" y="17295"/>
                  </a:lnTo>
                  <a:lnTo>
                    <a:pt x="1714" y="36063"/>
                  </a:lnTo>
                  <a:lnTo>
                    <a:pt x="0" y="59045"/>
                  </a:lnTo>
                  <a:lnTo>
                    <a:pt x="1714" y="82026"/>
                  </a:lnTo>
                  <a:lnTo>
                    <a:pt x="6779" y="100795"/>
                  </a:lnTo>
                  <a:lnTo>
                    <a:pt x="15081" y="113450"/>
                  </a:lnTo>
                  <a:lnTo>
                    <a:pt x="26501" y="118090"/>
                  </a:lnTo>
                  <a:lnTo>
                    <a:pt x="37922" y="113450"/>
                  </a:lnTo>
                  <a:lnTo>
                    <a:pt x="46223" y="100795"/>
                  </a:lnTo>
                  <a:lnTo>
                    <a:pt x="51289" y="82026"/>
                  </a:lnTo>
                  <a:lnTo>
                    <a:pt x="53003" y="59045"/>
                  </a:lnTo>
                  <a:lnTo>
                    <a:pt x="51289" y="36063"/>
                  </a:lnTo>
                  <a:lnTo>
                    <a:pt x="46223" y="17295"/>
                  </a:lnTo>
                  <a:lnTo>
                    <a:pt x="37922" y="4640"/>
                  </a:lnTo>
                  <a:lnTo>
                    <a:pt x="26501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2" name="object 1022" descr=""/>
            <p:cNvSpPr/>
            <p:nvPr/>
          </p:nvSpPr>
          <p:spPr>
            <a:xfrm>
              <a:off x="4730048" y="417607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4984" y="0"/>
                  </a:moveTo>
                  <a:lnTo>
                    <a:pt x="2732" y="0"/>
                  </a:lnTo>
                  <a:lnTo>
                    <a:pt x="2282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24" y="13025"/>
                  </a:lnTo>
                  <a:lnTo>
                    <a:pt x="4031" y="13025"/>
                  </a:lnTo>
                  <a:lnTo>
                    <a:pt x="4795" y="12366"/>
                  </a:lnTo>
                  <a:lnTo>
                    <a:pt x="5999" y="10135"/>
                  </a:lnTo>
                  <a:lnTo>
                    <a:pt x="6408" y="8429"/>
                  </a:lnTo>
                  <a:lnTo>
                    <a:pt x="6408" y="6523"/>
                  </a:lnTo>
                  <a:lnTo>
                    <a:pt x="6408" y="2931"/>
                  </a:lnTo>
                  <a:lnTo>
                    <a:pt x="4984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3" name="object 1023" descr=""/>
            <p:cNvSpPr/>
            <p:nvPr/>
          </p:nvSpPr>
          <p:spPr>
            <a:xfrm>
              <a:off x="4730834" y="4176076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198" y="0"/>
                  </a:moveTo>
                  <a:lnTo>
                    <a:pt x="1947" y="0"/>
                  </a:lnTo>
                  <a:lnTo>
                    <a:pt x="1497" y="219"/>
                  </a:lnTo>
                  <a:lnTo>
                    <a:pt x="1088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44" y="11947"/>
                  </a:lnTo>
                  <a:lnTo>
                    <a:pt x="3696" y="11947"/>
                  </a:lnTo>
                  <a:lnTo>
                    <a:pt x="4177" y="11727"/>
                  </a:lnTo>
                  <a:lnTo>
                    <a:pt x="4575" y="11308"/>
                  </a:lnTo>
                  <a:lnTo>
                    <a:pt x="5214" y="10135"/>
                  </a:lnTo>
                  <a:lnTo>
                    <a:pt x="5622" y="8429"/>
                  </a:lnTo>
                  <a:lnTo>
                    <a:pt x="5622" y="6523"/>
                  </a:lnTo>
                  <a:lnTo>
                    <a:pt x="5622" y="2931"/>
                  </a:lnTo>
                  <a:lnTo>
                    <a:pt x="4198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4" name="object 1024" descr=""/>
            <p:cNvSpPr/>
            <p:nvPr/>
          </p:nvSpPr>
          <p:spPr>
            <a:xfrm>
              <a:off x="4715809" y="4158974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4984" y="0"/>
                  </a:moveTo>
                  <a:lnTo>
                    <a:pt x="2732" y="0"/>
                  </a:lnTo>
                  <a:lnTo>
                    <a:pt x="2282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24" y="13025"/>
                  </a:lnTo>
                  <a:lnTo>
                    <a:pt x="4031" y="13025"/>
                  </a:lnTo>
                  <a:lnTo>
                    <a:pt x="4795" y="12366"/>
                  </a:lnTo>
                  <a:lnTo>
                    <a:pt x="5999" y="10135"/>
                  </a:lnTo>
                  <a:lnTo>
                    <a:pt x="6408" y="8429"/>
                  </a:lnTo>
                  <a:lnTo>
                    <a:pt x="6408" y="6523"/>
                  </a:lnTo>
                  <a:lnTo>
                    <a:pt x="6408" y="2931"/>
                  </a:lnTo>
                  <a:lnTo>
                    <a:pt x="4984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5" name="object 1025" descr=""/>
            <p:cNvSpPr/>
            <p:nvPr/>
          </p:nvSpPr>
          <p:spPr>
            <a:xfrm>
              <a:off x="4716594" y="4158974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198" y="0"/>
                  </a:moveTo>
                  <a:lnTo>
                    <a:pt x="1947" y="0"/>
                  </a:lnTo>
                  <a:lnTo>
                    <a:pt x="1497" y="219"/>
                  </a:lnTo>
                  <a:lnTo>
                    <a:pt x="1088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44" y="11947"/>
                  </a:lnTo>
                  <a:lnTo>
                    <a:pt x="3696" y="11947"/>
                  </a:lnTo>
                  <a:lnTo>
                    <a:pt x="4177" y="11727"/>
                  </a:lnTo>
                  <a:lnTo>
                    <a:pt x="4575" y="11308"/>
                  </a:lnTo>
                  <a:lnTo>
                    <a:pt x="5214" y="10135"/>
                  </a:lnTo>
                  <a:lnTo>
                    <a:pt x="5622" y="8429"/>
                  </a:lnTo>
                  <a:lnTo>
                    <a:pt x="5622" y="6523"/>
                  </a:lnTo>
                  <a:lnTo>
                    <a:pt x="5622" y="2931"/>
                  </a:lnTo>
                  <a:lnTo>
                    <a:pt x="4198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6" name="object 1026" descr=""/>
            <p:cNvSpPr/>
            <p:nvPr/>
          </p:nvSpPr>
          <p:spPr>
            <a:xfrm>
              <a:off x="4699987" y="4175160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4984" y="0"/>
                  </a:moveTo>
                  <a:lnTo>
                    <a:pt x="2732" y="0"/>
                  </a:lnTo>
                  <a:lnTo>
                    <a:pt x="2282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24" y="13025"/>
                  </a:lnTo>
                  <a:lnTo>
                    <a:pt x="4031" y="13025"/>
                  </a:lnTo>
                  <a:lnTo>
                    <a:pt x="4795" y="12366"/>
                  </a:lnTo>
                  <a:lnTo>
                    <a:pt x="5999" y="10135"/>
                  </a:lnTo>
                  <a:lnTo>
                    <a:pt x="6408" y="8429"/>
                  </a:lnTo>
                  <a:lnTo>
                    <a:pt x="6408" y="6523"/>
                  </a:lnTo>
                  <a:lnTo>
                    <a:pt x="6408" y="2931"/>
                  </a:lnTo>
                  <a:lnTo>
                    <a:pt x="4984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7" name="object 1027" descr=""/>
            <p:cNvSpPr/>
            <p:nvPr/>
          </p:nvSpPr>
          <p:spPr>
            <a:xfrm>
              <a:off x="4700773" y="4175160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198" y="0"/>
                  </a:moveTo>
                  <a:lnTo>
                    <a:pt x="1947" y="0"/>
                  </a:lnTo>
                  <a:lnTo>
                    <a:pt x="1497" y="219"/>
                  </a:lnTo>
                  <a:lnTo>
                    <a:pt x="1088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44" y="11947"/>
                  </a:lnTo>
                  <a:lnTo>
                    <a:pt x="3696" y="11947"/>
                  </a:lnTo>
                  <a:lnTo>
                    <a:pt x="4177" y="11727"/>
                  </a:lnTo>
                  <a:lnTo>
                    <a:pt x="4575" y="11308"/>
                  </a:lnTo>
                  <a:lnTo>
                    <a:pt x="5214" y="10135"/>
                  </a:lnTo>
                  <a:lnTo>
                    <a:pt x="5622" y="8429"/>
                  </a:lnTo>
                  <a:lnTo>
                    <a:pt x="5622" y="6523"/>
                  </a:lnTo>
                  <a:lnTo>
                    <a:pt x="5622" y="2931"/>
                  </a:lnTo>
                  <a:lnTo>
                    <a:pt x="4198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8" name="object 1028" descr=""/>
            <p:cNvSpPr/>
            <p:nvPr/>
          </p:nvSpPr>
          <p:spPr>
            <a:xfrm>
              <a:off x="4706810" y="4193475"/>
              <a:ext cx="26034" cy="52705"/>
            </a:xfrm>
            <a:custGeom>
              <a:avLst/>
              <a:gdLst/>
              <a:ahLst/>
              <a:cxnLst/>
              <a:rect l="l" t="t" r="r" b="b"/>
              <a:pathLst>
                <a:path w="26035" h="52704">
                  <a:moveTo>
                    <a:pt x="12889" y="0"/>
                  </a:moveTo>
                  <a:lnTo>
                    <a:pt x="0" y="26114"/>
                  </a:lnTo>
                  <a:lnTo>
                    <a:pt x="1012" y="36274"/>
                  </a:lnTo>
                  <a:lnTo>
                    <a:pt x="3774" y="44568"/>
                  </a:lnTo>
                  <a:lnTo>
                    <a:pt x="7871" y="50158"/>
                  </a:lnTo>
                  <a:lnTo>
                    <a:pt x="12889" y="52207"/>
                  </a:lnTo>
                  <a:lnTo>
                    <a:pt x="14784" y="52207"/>
                  </a:lnTo>
                  <a:lnTo>
                    <a:pt x="16617" y="51380"/>
                  </a:lnTo>
                  <a:lnTo>
                    <a:pt x="22711" y="45757"/>
                  </a:lnTo>
                  <a:lnTo>
                    <a:pt x="25800" y="36669"/>
                  </a:lnTo>
                  <a:lnTo>
                    <a:pt x="25800" y="26114"/>
                  </a:lnTo>
                  <a:lnTo>
                    <a:pt x="24787" y="15951"/>
                  </a:lnTo>
                  <a:lnTo>
                    <a:pt x="22022" y="7650"/>
                  </a:lnTo>
                  <a:lnTo>
                    <a:pt x="17919" y="2052"/>
                  </a:lnTo>
                  <a:lnTo>
                    <a:pt x="1288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9" name="object 1029" descr=""/>
            <p:cNvSpPr/>
            <p:nvPr/>
          </p:nvSpPr>
          <p:spPr>
            <a:xfrm>
              <a:off x="4710967" y="4193475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8732" y="0"/>
                  </a:moveTo>
                  <a:lnTo>
                    <a:pt x="7518" y="115"/>
                  </a:lnTo>
                  <a:lnTo>
                    <a:pt x="3088" y="4219"/>
                  </a:lnTo>
                  <a:lnTo>
                    <a:pt x="0" y="13339"/>
                  </a:lnTo>
                  <a:lnTo>
                    <a:pt x="0" y="23863"/>
                  </a:lnTo>
                  <a:lnTo>
                    <a:pt x="1012" y="34027"/>
                  </a:lnTo>
                  <a:lnTo>
                    <a:pt x="3774" y="42332"/>
                  </a:lnTo>
                  <a:lnTo>
                    <a:pt x="7871" y="47933"/>
                  </a:lnTo>
                  <a:lnTo>
                    <a:pt x="12889" y="49988"/>
                  </a:lnTo>
                  <a:lnTo>
                    <a:pt x="14093" y="49862"/>
                  </a:lnTo>
                  <a:lnTo>
                    <a:pt x="18554" y="45757"/>
                  </a:lnTo>
                  <a:lnTo>
                    <a:pt x="21643" y="36669"/>
                  </a:lnTo>
                  <a:lnTo>
                    <a:pt x="21643" y="26114"/>
                  </a:lnTo>
                  <a:lnTo>
                    <a:pt x="20630" y="15951"/>
                  </a:lnTo>
                  <a:lnTo>
                    <a:pt x="17865" y="7650"/>
                  </a:lnTo>
                  <a:lnTo>
                    <a:pt x="13762" y="2052"/>
                  </a:lnTo>
                  <a:lnTo>
                    <a:pt x="8732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0" name="object 1030" descr=""/>
            <p:cNvSpPr/>
            <p:nvPr/>
          </p:nvSpPr>
          <p:spPr>
            <a:xfrm>
              <a:off x="4765401" y="4153626"/>
              <a:ext cx="53340" cy="118110"/>
            </a:xfrm>
            <a:custGeom>
              <a:avLst/>
              <a:gdLst/>
              <a:ahLst/>
              <a:cxnLst/>
              <a:rect l="l" t="t" r="r" b="b"/>
              <a:pathLst>
                <a:path w="53339" h="118110">
                  <a:moveTo>
                    <a:pt x="26501" y="0"/>
                  </a:moveTo>
                  <a:lnTo>
                    <a:pt x="15081" y="4640"/>
                  </a:lnTo>
                  <a:lnTo>
                    <a:pt x="6779" y="17295"/>
                  </a:lnTo>
                  <a:lnTo>
                    <a:pt x="1714" y="36063"/>
                  </a:lnTo>
                  <a:lnTo>
                    <a:pt x="0" y="59045"/>
                  </a:lnTo>
                  <a:lnTo>
                    <a:pt x="1714" y="82026"/>
                  </a:lnTo>
                  <a:lnTo>
                    <a:pt x="6779" y="100795"/>
                  </a:lnTo>
                  <a:lnTo>
                    <a:pt x="15081" y="113450"/>
                  </a:lnTo>
                  <a:lnTo>
                    <a:pt x="26501" y="118090"/>
                  </a:lnTo>
                  <a:lnTo>
                    <a:pt x="37922" y="113450"/>
                  </a:lnTo>
                  <a:lnTo>
                    <a:pt x="46223" y="100795"/>
                  </a:lnTo>
                  <a:lnTo>
                    <a:pt x="51289" y="82026"/>
                  </a:lnTo>
                  <a:lnTo>
                    <a:pt x="53003" y="59045"/>
                  </a:lnTo>
                  <a:lnTo>
                    <a:pt x="51289" y="36063"/>
                  </a:lnTo>
                  <a:lnTo>
                    <a:pt x="46223" y="17295"/>
                  </a:lnTo>
                  <a:lnTo>
                    <a:pt x="37922" y="4640"/>
                  </a:lnTo>
                  <a:lnTo>
                    <a:pt x="26501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1" name="object 1031" descr=""/>
            <p:cNvSpPr/>
            <p:nvPr/>
          </p:nvSpPr>
          <p:spPr>
            <a:xfrm>
              <a:off x="4803231" y="417607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4984" y="0"/>
                  </a:moveTo>
                  <a:lnTo>
                    <a:pt x="2732" y="0"/>
                  </a:lnTo>
                  <a:lnTo>
                    <a:pt x="2282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24" y="13025"/>
                  </a:lnTo>
                  <a:lnTo>
                    <a:pt x="4031" y="13025"/>
                  </a:lnTo>
                  <a:lnTo>
                    <a:pt x="4795" y="12366"/>
                  </a:lnTo>
                  <a:lnTo>
                    <a:pt x="5999" y="10135"/>
                  </a:lnTo>
                  <a:lnTo>
                    <a:pt x="6408" y="8429"/>
                  </a:lnTo>
                  <a:lnTo>
                    <a:pt x="6408" y="6523"/>
                  </a:lnTo>
                  <a:lnTo>
                    <a:pt x="6408" y="2931"/>
                  </a:lnTo>
                  <a:lnTo>
                    <a:pt x="4984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2" name="object 1032" descr=""/>
            <p:cNvSpPr/>
            <p:nvPr/>
          </p:nvSpPr>
          <p:spPr>
            <a:xfrm>
              <a:off x="4804017" y="4176076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198" y="0"/>
                  </a:moveTo>
                  <a:lnTo>
                    <a:pt x="1947" y="0"/>
                  </a:lnTo>
                  <a:lnTo>
                    <a:pt x="1497" y="219"/>
                  </a:lnTo>
                  <a:lnTo>
                    <a:pt x="1088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44" y="11947"/>
                  </a:lnTo>
                  <a:lnTo>
                    <a:pt x="3696" y="11947"/>
                  </a:lnTo>
                  <a:lnTo>
                    <a:pt x="4177" y="11727"/>
                  </a:lnTo>
                  <a:lnTo>
                    <a:pt x="4575" y="11308"/>
                  </a:lnTo>
                  <a:lnTo>
                    <a:pt x="5214" y="10135"/>
                  </a:lnTo>
                  <a:lnTo>
                    <a:pt x="5622" y="8429"/>
                  </a:lnTo>
                  <a:lnTo>
                    <a:pt x="5622" y="6523"/>
                  </a:lnTo>
                  <a:lnTo>
                    <a:pt x="5622" y="2931"/>
                  </a:lnTo>
                  <a:lnTo>
                    <a:pt x="4198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3" name="object 1033" descr=""/>
            <p:cNvSpPr/>
            <p:nvPr/>
          </p:nvSpPr>
          <p:spPr>
            <a:xfrm>
              <a:off x="4788992" y="4158974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4984" y="0"/>
                  </a:moveTo>
                  <a:lnTo>
                    <a:pt x="2732" y="0"/>
                  </a:lnTo>
                  <a:lnTo>
                    <a:pt x="2282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24" y="13025"/>
                  </a:lnTo>
                  <a:lnTo>
                    <a:pt x="4031" y="13025"/>
                  </a:lnTo>
                  <a:lnTo>
                    <a:pt x="4795" y="12366"/>
                  </a:lnTo>
                  <a:lnTo>
                    <a:pt x="5999" y="10135"/>
                  </a:lnTo>
                  <a:lnTo>
                    <a:pt x="6408" y="8429"/>
                  </a:lnTo>
                  <a:lnTo>
                    <a:pt x="6408" y="6523"/>
                  </a:lnTo>
                  <a:lnTo>
                    <a:pt x="6408" y="2931"/>
                  </a:lnTo>
                  <a:lnTo>
                    <a:pt x="4984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4" name="object 1034" descr=""/>
            <p:cNvSpPr/>
            <p:nvPr/>
          </p:nvSpPr>
          <p:spPr>
            <a:xfrm>
              <a:off x="4789777" y="4158974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198" y="0"/>
                  </a:moveTo>
                  <a:lnTo>
                    <a:pt x="1947" y="0"/>
                  </a:lnTo>
                  <a:lnTo>
                    <a:pt x="1497" y="219"/>
                  </a:lnTo>
                  <a:lnTo>
                    <a:pt x="1088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44" y="11947"/>
                  </a:lnTo>
                  <a:lnTo>
                    <a:pt x="3696" y="11947"/>
                  </a:lnTo>
                  <a:lnTo>
                    <a:pt x="4177" y="11727"/>
                  </a:lnTo>
                  <a:lnTo>
                    <a:pt x="4575" y="11308"/>
                  </a:lnTo>
                  <a:lnTo>
                    <a:pt x="5214" y="10135"/>
                  </a:lnTo>
                  <a:lnTo>
                    <a:pt x="5622" y="8429"/>
                  </a:lnTo>
                  <a:lnTo>
                    <a:pt x="5622" y="6523"/>
                  </a:lnTo>
                  <a:lnTo>
                    <a:pt x="5622" y="2931"/>
                  </a:lnTo>
                  <a:lnTo>
                    <a:pt x="4198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5" name="object 1035" descr=""/>
            <p:cNvSpPr/>
            <p:nvPr/>
          </p:nvSpPr>
          <p:spPr>
            <a:xfrm>
              <a:off x="4773170" y="4175160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4984" y="0"/>
                  </a:moveTo>
                  <a:lnTo>
                    <a:pt x="2732" y="0"/>
                  </a:lnTo>
                  <a:lnTo>
                    <a:pt x="2282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24" y="13025"/>
                  </a:lnTo>
                  <a:lnTo>
                    <a:pt x="4031" y="13025"/>
                  </a:lnTo>
                  <a:lnTo>
                    <a:pt x="4795" y="12366"/>
                  </a:lnTo>
                  <a:lnTo>
                    <a:pt x="5999" y="10135"/>
                  </a:lnTo>
                  <a:lnTo>
                    <a:pt x="6408" y="8429"/>
                  </a:lnTo>
                  <a:lnTo>
                    <a:pt x="6408" y="6523"/>
                  </a:lnTo>
                  <a:lnTo>
                    <a:pt x="6408" y="2931"/>
                  </a:lnTo>
                  <a:lnTo>
                    <a:pt x="4984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6" name="object 1036" descr=""/>
            <p:cNvSpPr/>
            <p:nvPr/>
          </p:nvSpPr>
          <p:spPr>
            <a:xfrm>
              <a:off x="4773956" y="4175160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198" y="0"/>
                  </a:moveTo>
                  <a:lnTo>
                    <a:pt x="1947" y="0"/>
                  </a:lnTo>
                  <a:lnTo>
                    <a:pt x="1497" y="219"/>
                  </a:lnTo>
                  <a:lnTo>
                    <a:pt x="1088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44" y="11947"/>
                  </a:lnTo>
                  <a:lnTo>
                    <a:pt x="3696" y="11947"/>
                  </a:lnTo>
                  <a:lnTo>
                    <a:pt x="4177" y="11727"/>
                  </a:lnTo>
                  <a:lnTo>
                    <a:pt x="4575" y="11308"/>
                  </a:lnTo>
                  <a:lnTo>
                    <a:pt x="5214" y="10135"/>
                  </a:lnTo>
                  <a:lnTo>
                    <a:pt x="5622" y="8429"/>
                  </a:lnTo>
                  <a:lnTo>
                    <a:pt x="5622" y="6523"/>
                  </a:lnTo>
                  <a:lnTo>
                    <a:pt x="5622" y="2931"/>
                  </a:lnTo>
                  <a:lnTo>
                    <a:pt x="4198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7" name="object 1037" descr=""/>
            <p:cNvSpPr/>
            <p:nvPr/>
          </p:nvSpPr>
          <p:spPr>
            <a:xfrm>
              <a:off x="4779994" y="4193475"/>
              <a:ext cx="26034" cy="52705"/>
            </a:xfrm>
            <a:custGeom>
              <a:avLst/>
              <a:gdLst/>
              <a:ahLst/>
              <a:cxnLst/>
              <a:rect l="l" t="t" r="r" b="b"/>
              <a:pathLst>
                <a:path w="26035" h="52704">
                  <a:moveTo>
                    <a:pt x="12889" y="0"/>
                  </a:moveTo>
                  <a:lnTo>
                    <a:pt x="0" y="26114"/>
                  </a:lnTo>
                  <a:lnTo>
                    <a:pt x="1012" y="36274"/>
                  </a:lnTo>
                  <a:lnTo>
                    <a:pt x="3774" y="44568"/>
                  </a:lnTo>
                  <a:lnTo>
                    <a:pt x="7871" y="50158"/>
                  </a:lnTo>
                  <a:lnTo>
                    <a:pt x="12889" y="52207"/>
                  </a:lnTo>
                  <a:lnTo>
                    <a:pt x="14784" y="52207"/>
                  </a:lnTo>
                  <a:lnTo>
                    <a:pt x="16617" y="51380"/>
                  </a:lnTo>
                  <a:lnTo>
                    <a:pt x="22711" y="45757"/>
                  </a:lnTo>
                  <a:lnTo>
                    <a:pt x="25800" y="36669"/>
                  </a:lnTo>
                  <a:lnTo>
                    <a:pt x="25800" y="26114"/>
                  </a:lnTo>
                  <a:lnTo>
                    <a:pt x="24787" y="15951"/>
                  </a:lnTo>
                  <a:lnTo>
                    <a:pt x="22022" y="7650"/>
                  </a:lnTo>
                  <a:lnTo>
                    <a:pt x="17919" y="2052"/>
                  </a:lnTo>
                  <a:lnTo>
                    <a:pt x="1288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8" name="object 1038" descr=""/>
            <p:cNvSpPr/>
            <p:nvPr/>
          </p:nvSpPr>
          <p:spPr>
            <a:xfrm>
              <a:off x="4784151" y="4193475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8732" y="0"/>
                  </a:moveTo>
                  <a:lnTo>
                    <a:pt x="7518" y="115"/>
                  </a:lnTo>
                  <a:lnTo>
                    <a:pt x="3088" y="4219"/>
                  </a:lnTo>
                  <a:lnTo>
                    <a:pt x="0" y="13339"/>
                  </a:lnTo>
                  <a:lnTo>
                    <a:pt x="0" y="23863"/>
                  </a:lnTo>
                  <a:lnTo>
                    <a:pt x="1012" y="34027"/>
                  </a:lnTo>
                  <a:lnTo>
                    <a:pt x="3774" y="42332"/>
                  </a:lnTo>
                  <a:lnTo>
                    <a:pt x="7871" y="47933"/>
                  </a:lnTo>
                  <a:lnTo>
                    <a:pt x="12889" y="49988"/>
                  </a:lnTo>
                  <a:lnTo>
                    <a:pt x="14093" y="49862"/>
                  </a:lnTo>
                  <a:lnTo>
                    <a:pt x="18554" y="45757"/>
                  </a:lnTo>
                  <a:lnTo>
                    <a:pt x="21643" y="36669"/>
                  </a:lnTo>
                  <a:lnTo>
                    <a:pt x="21643" y="26114"/>
                  </a:lnTo>
                  <a:lnTo>
                    <a:pt x="20630" y="15951"/>
                  </a:lnTo>
                  <a:lnTo>
                    <a:pt x="17865" y="7650"/>
                  </a:lnTo>
                  <a:lnTo>
                    <a:pt x="13762" y="2052"/>
                  </a:lnTo>
                  <a:lnTo>
                    <a:pt x="8732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9" name="object 1039" descr=""/>
            <p:cNvSpPr/>
            <p:nvPr/>
          </p:nvSpPr>
          <p:spPr>
            <a:xfrm>
              <a:off x="4838583" y="4152812"/>
              <a:ext cx="53340" cy="118110"/>
            </a:xfrm>
            <a:custGeom>
              <a:avLst/>
              <a:gdLst/>
              <a:ahLst/>
              <a:cxnLst/>
              <a:rect l="l" t="t" r="r" b="b"/>
              <a:pathLst>
                <a:path w="53339" h="118110">
                  <a:moveTo>
                    <a:pt x="26501" y="0"/>
                  </a:moveTo>
                  <a:lnTo>
                    <a:pt x="15081" y="4640"/>
                  </a:lnTo>
                  <a:lnTo>
                    <a:pt x="6779" y="17295"/>
                  </a:lnTo>
                  <a:lnTo>
                    <a:pt x="1714" y="36063"/>
                  </a:lnTo>
                  <a:lnTo>
                    <a:pt x="0" y="59045"/>
                  </a:lnTo>
                  <a:lnTo>
                    <a:pt x="1714" y="82026"/>
                  </a:lnTo>
                  <a:lnTo>
                    <a:pt x="6779" y="100795"/>
                  </a:lnTo>
                  <a:lnTo>
                    <a:pt x="15081" y="113450"/>
                  </a:lnTo>
                  <a:lnTo>
                    <a:pt x="26501" y="118090"/>
                  </a:lnTo>
                  <a:lnTo>
                    <a:pt x="37922" y="113450"/>
                  </a:lnTo>
                  <a:lnTo>
                    <a:pt x="46223" y="100795"/>
                  </a:lnTo>
                  <a:lnTo>
                    <a:pt x="51289" y="82026"/>
                  </a:lnTo>
                  <a:lnTo>
                    <a:pt x="53003" y="59045"/>
                  </a:lnTo>
                  <a:lnTo>
                    <a:pt x="51289" y="36063"/>
                  </a:lnTo>
                  <a:lnTo>
                    <a:pt x="46223" y="17295"/>
                  </a:lnTo>
                  <a:lnTo>
                    <a:pt x="37922" y="4640"/>
                  </a:lnTo>
                  <a:lnTo>
                    <a:pt x="26501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0" name="object 1040" descr=""/>
            <p:cNvSpPr/>
            <p:nvPr/>
          </p:nvSpPr>
          <p:spPr>
            <a:xfrm>
              <a:off x="4876414" y="4175263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4984" y="0"/>
                  </a:moveTo>
                  <a:lnTo>
                    <a:pt x="2732" y="0"/>
                  </a:lnTo>
                  <a:lnTo>
                    <a:pt x="2282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24" y="13025"/>
                  </a:lnTo>
                  <a:lnTo>
                    <a:pt x="4031" y="13025"/>
                  </a:lnTo>
                  <a:lnTo>
                    <a:pt x="4795" y="12366"/>
                  </a:lnTo>
                  <a:lnTo>
                    <a:pt x="5999" y="10135"/>
                  </a:lnTo>
                  <a:lnTo>
                    <a:pt x="6408" y="8429"/>
                  </a:lnTo>
                  <a:lnTo>
                    <a:pt x="6408" y="6523"/>
                  </a:lnTo>
                  <a:lnTo>
                    <a:pt x="6408" y="2931"/>
                  </a:lnTo>
                  <a:lnTo>
                    <a:pt x="4984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1" name="object 1041" descr=""/>
            <p:cNvSpPr/>
            <p:nvPr/>
          </p:nvSpPr>
          <p:spPr>
            <a:xfrm>
              <a:off x="4877200" y="4175263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198" y="0"/>
                  </a:moveTo>
                  <a:lnTo>
                    <a:pt x="1947" y="0"/>
                  </a:lnTo>
                  <a:lnTo>
                    <a:pt x="1497" y="219"/>
                  </a:lnTo>
                  <a:lnTo>
                    <a:pt x="1088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44" y="11947"/>
                  </a:lnTo>
                  <a:lnTo>
                    <a:pt x="3696" y="11947"/>
                  </a:lnTo>
                  <a:lnTo>
                    <a:pt x="4177" y="11727"/>
                  </a:lnTo>
                  <a:lnTo>
                    <a:pt x="4575" y="11308"/>
                  </a:lnTo>
                  <a:lnTo>
                    <a:pt x="5214" y="10135"/>
                  </a:lnTo>
                  <a:lnTo>
                    <a:pt x="5622" y="8429"/>
                  </a:lnTo>
                  <a:lnTo>
                    <a:pt x="5622" y="6523"/>
                  </a:lnTo>
                  <a:lnTo>
                    <a:pt x="5622" y="2931"/>
                  </a:lnTo>
                  <a:lnTo>
                    <a:pt x="4198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2" name="object 1042" descr=""/>
            <p:cNvSpPr/>
            <p:nvPr/>
          </p:nvSpPr>
          <p:spPr>
            <a:xfrm>
              <a:off x="4862175" y="4158160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4984" y="0"/>
                  </a:moveTo>
                  <a:lnTo>
                    <a:pt x="2732" y="0"/>
                  </a:lnTo>
                  <a:lnTo>
                    <a:pt x="2282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24" y="13025"/>
                  </a:lnTo>
                  <a:lnTo>
                    <a:pt x="4031" y="13025"/>
                  </a:lnTo>
                  <a:lnTo>
                    <a:pt x="4795" y="12366"/>
                  </a:lnTo>
                  <a:lnTo>
                    <a:pt x="5999" y="10135"/>
                  </a:lnTo>
                  <a:lnTo>
                    <a:pt x="6408" y="8429"/>
                  </a:lnTo>
                  <a:lnTo>
                    <a:pt x="6408" y="6523"/>
                  </a:lnTo>
                  <a:lnTo>
                    <a:pt x="6408" y="2931"/>
                  </a:lnTo>
                  <a:lnTo>
                    <a:pt x="4984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3" name="object 1043" descr=""/>
            <p:cNvSpPr/>
            <p:nvPr/>
          </p:nvSpPr>
          <p:spPr>
            <a:xfrm>
              <a:off x="4862960" y="4158160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198" y="0"/>
                  </a:moveTo>
                  <a:lnTo>
                    <a:pt x="1947" y="0"/>
                  </a:lnTo>
                  <a:lnTo>
                    <a:pt x="1497" y="219"/>
                  </a:lnTo>
                  <a:lnTo>
                    <a:pt x="1088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44" y="11947"/>
                  </a:lnTo>
                  <a:lnTo>
                    <a:pt x="3696" y="11947"/>
                  </a:lnTo>
                  <a:lnTo>
                    <a:pt x="4177" y="11727"/>
                  </a:lnTo>
                  <a:lnTo>
                    <a:pt x="4575" y="11308"/>
                  </a:lnTo>
                  <a:lnTo>
                    <a:pt x="5214" y="10135"/>
                  </a:lnTo>
                  <a:lnTo>
                    <a:pt x="5622" y="8429"/>
                  </a:lnTo>
                  <a:lnTo>
                    <a:pt x="5622" y="6523"/>
                  </a:lnTo>
                  <a:lnTo>
                    <a:pt x="5622" y="2931"/>
                  </a:lnTo>
                  <a:lnTo>
                    <a:pt x="4198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4" name="object 1044" descr=""/>
            <p:cNvSpPr/>
            <p:nvPr/>
          </p:nvSpPr>
          <p:spPr>
            <a:xfrm>
              <a:off x="4846355" y="417434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4984" y="0"/>
                  </a:moveTo>
                  <a:lnTo>
                    <a:pt x="2732" y="0"/>
                  </a:lnTo>
                  <a:lnTo>
                    <a:pt x="2282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24" y="13025"/>
                  </a:lnTo>
                  <a:lnTo>
                    <a:pt x="4031" y="13025"/>
                  </a:lnTo>
                  <a:lnTo>
                    <a:pt x="4795" y="12366"/>
                  </a:lnTo>
                  <a:lnTo>
                    <a:pt x="5999" y="10135"/>
                  </a:lnTo>
                  <a:lnTo>
                    <a:pt x="6408" y="8429"/>
                  </a:lnTo>
                  <a:lnTo>
                    <a:pt x="6408" y="6523"/>
                  </a:lnTo>
                  <a:lnTo>
                    <a:pt x="6408" y="2931"/>
                  </a:lnTo>
                  <a:lnTo>
                    <a:pt x="4984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5" name="object 1045" descr=""/>
            <p:cNvSpPr/>
            <p:nvPr/>
          </p:nvSpPr>
          <p:spPr>
            <a:xfrm>
              <a:off x="4847140" y="4174346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198" y="0"/>
                  </a:moveTo>
                  <a:lnTo>
                    <a:pt x="1947" y="0"/>
                  </a:lnTo>
                  <a:lnTo>
                    <a:pt x="1497" y="219"/>
                  </a:lnTo>
                  <a:lnTo>
                    <a:pt x="1088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44" y="11947"/>
                  </a:lnTo>
                  <a:lnTo>
                    <a:pt x="3696" y="11947"/>
                  </a:lnTo>
                  <a:lnTo>
                    <a:pt x="4177" y="11727"/>
                  </a:lnTo>
                  <a:lnTo>
                    <a:pt x="4575" y="11308"/>
                  </a:lnTo>
                  <a:lnTo>
                    <a:pt x="5214" y="10135"/>
                  </a:lnTo>
                  <a:lnTo>
                    <a:pt x="5622" y="8429"/>
                  </a:lnTo>
                  <a:lnTo>
                    <a:pt x="5622" y="6523"/>
                  </a:lnTo>
                  <a:lnTo>
                    <a:pt x="5622" y="2931"/>
                  </a:lnTo>
                  <a:lnTo>
                    <a:pt x="4198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6" name="object 1046" descr=""/>
            <p:cNvSpPr/>
            <p:nvPr/>
          </p:nvSpPr>
          <p:spPr>
            <a:xfrm>
              <a:off x="4853179" y="4192661"/>
              <a:ext cx="26034" cy="52705"/>
            </a:xfrm>
            <a:custGeom>
              <a:avLst/>
              <a:gdLst/>
              <a:ahLst/>
              <a:cxnLst/>
              <a:rect l="l" t="t" r="r" b="b"/>
              <a:pathLst>
                <a:path w="26035" h="52704">
                  <a:moveTo>
                    <a:pt x="12889" y="0"/>
                  </a:moveTo>
                  <a:lnTo>
                    <a:pt x="0" y="26114"/>
                  </a:lnTo>
                  <a:lnTo>
                    <a:pt x="1012" y="36274"/>
                  </a:lnTo>
                  <a:lnTo>
                    <a:pt x="3774" y="44568"/>
                  </a:lnTo>
                  <a:lnTo>
                    <a:pt x="7871" y="50158"/>
                  </a:lnTo>
                  <a:lnTo>
                    <a:pt x="12889" y="52207"/>
                  </a:lnTo>
                  <a:lnTo>
                    <a:pt x="14784" y="52207"/>
                  </a:lnTo>
                  <a:lnTo>
                    <a:pt x="16617" y="51380"/>
                  </a:lnTo>
                  <a:lnTo>
                    <a:pt x="22711" y="45757"/>
                  </a:lnTo>
                  <a:lnTo>
                    <a:pt x="25800" y="36669"/>
                  </a:lnTo>
                  <a:lnTo>
                    <a:pt x="25800" y="26114"/>
                  </a:lnTo>
                  <a:lnTo>
                    <a:pt x="24787" y="15951"/>
                  </a:lnTo>
                  <a:lnTo>
                    <a:pt x="22022" y="7650"/>
                  </a:lnTo>
                  <a:lnTo>
                    <a:pt x="17919" y="2052"/>
                  </a:lnTo>
                  <a:lnTo>
                    <a:pt x="1288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7" name="object 1047" descr=""/>
            <p:cNvSpPr/>
            <p:nvPr/>
          </p:nvSpPr>
          <p:spPr>
            <a:xfrm>
              <a:off x="4857335" y="4192661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8732" y="0"/>
                  </a:moveTo>
                  <a:lnTo>
                    <a:pt x="7518" y="115"/>
                  </a:lnTo>
                  <a:lnTo>
                    <a:pt x="3088" y="4219"/>
                  </a:lnTo>
                  <a:lnTo>
                    <a:pt x="0" y="13339"/>
                  </a:lnTo>
                  <a:lnTo>
                    <a:pt x="0" y="23863"/>
                  </a:lnTo>
                  <a:lnTo>
                    <a:pt x="1012" y="34027"/>
                  </a:lnTo>
                  <a:lnTo>
                    <a:pt x="3774" y="42332"/>
                  </a:lnTo>
                  <a:lnTo>
                    <a:pt x="7871" y="47933"/>
                  </a:lnTo>
                  <a:lnTo>
                    <a:pt x="12889" y="49988"/>
                  </a:lnTo>
                  <a:lnTo>
                    <a:pt x="14093" y="49862"/>
                  </a:lnTo>
                  <a:lnTo>
                    <a:pt x="18554" y="45757"/>
                  </a:lnTo>
                  <a:lnTo>
                    <a:pt x="21643" y="36669"/>
                  </a:lnTo>
                  <a:lnTo>
                    <a:pt x="21643" y="26114"/>
                  </a:lnTo>
                  <a:lnTo>
                    <a:pt x="20630" y="15951"/>
                  </a:lnTo>
                  <a:lnTo>
                    <a:pt x="17865" y="7650"/>
                  </a:lnTo>
                  <a:lnTo>
                    <a:pt x="13762" y="2052"/>
                  </a:lnTo>
                  <a:lnTo>
                    <a:pt x="8732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8" name="object 1048" descr=""/>
            <p:cNvSpPr/>
            <p:nvPr/>
          </p:nvSpPr>
          <p:spPr>
            <a:xfrm>
              <a:off x="4911767" y="4152812"/>
              <a:ext cx="53340" cy="118110"/>
            </a:xfrm>
            <a:custGeom>
              <a:avLst/>
              <a:gdLst/>
              <a:ahLst/>
              <a:cxnLst/>
              <a:rect l="l" t="t" r="r" b="b"/>
              <a:pathLst>
                <a:path w="53339" h="118110">
                  <a:moveTo>
                    <a:pt x="26501" y="0"/>
                  </a:moveTo>
                  <a:lnTo>
                    <a:pt x="15081" y="4640"/>
                  </a:lnTo>
                  <a:lnTo>
                    <a:pt x="6779" y="17295"/>
                  </a:lnTo>
                  <a:lnTo>
                    <a:pt x="1714" y="36063"/>
                  </a:lnTo>
                  <a:lnTo>
                    <a:pt x="0" y="59045"/>
                  </a:lnTo>
                  <a:lnTo>
                    <a:pt x="1714" y="82026"/>
                  </a:lnTo>
                  <a:lnTo>
                    <a:pt x="6779" y="100795"/>
                  </a:lnTo>
                  <a:lnTo>
                    <a:pt x="15081" y="113450"/>
                  </a:lnTo>
                  <a:lnTo>
                    <a:pt x="26501" y="118090"/>
                  </a:lnTo>
                  <a:lnTo>
                    <a:pt x="37922" y="113450"/>
                  </a:lnTo>
                  <a:lnTo>
                    <a:pt x="46223" y="100795"/>
                  </a:lnTo>
                  <a:lnTo>
                    <a:pt x="51289" y="82026"/>
                  </a:lnTo>
                  <a:lnTo>
                    <a:pt x="53003" y="59045"/>
                  </a:lnTo>
                  <a:lnTo>
                    <a:pt x="51289" y="36063"/>
                  </a:lnTo>
                  <a:lnTo>
                    <a:pt x="46223" y="17295"/>
                  </a:lnTo>
                  <a:lnTo>
                    <a:pt x="37922" y="4640"/>
                  </a:lnTo>
                  <a:lnTo>
                    <a:pt x="26501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9" name="object 1049" descr=""/>
            <p:cNvSpPr/>
            <p:nvPr/>
          </p:nvSpPr>
          <p:spPr>
            <a:xfrm>
              <a:off x="4949599" y="4175263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4984" y="0"/>
                  </a:moveTo>
                  <a:lnTo>
                    <a:pt x="2732" y="0"/>
                  </a:lnTo>
                  <a:lnTo>
                    <a:pt x="2282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24" y="13025"/>
                  </a:lnTo>
                  <a:lnTo>
                    <a:pt x="4031" y="13025"/>
                  </a:lnTo>
                  <a:lnTo>
                    <a:pt x="4795" y="12366"/>
                  </a:lnTo>
                  <a:lnTo>
                    <a:pt x="5999" y="10135"/>
                  </a:lnTo>
                  <a:lnTo>
                    <a:pt x="6408" y="8429"/>
                  </a:lnTo>
                  <a:lnTo>
                    <a:pt x="6408" y="6523"/>
                  </a:lnTo>
                  <a:lnTo>
                    <a:pt x="6408" y="2931"/>
                  </a:lnTo>
                  <a:lnTo>
                    <a:pt x="4984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0" name="object 1050" descr=""/>
            <p:cNvSpPr/>
            <p:nvPr/>
          </p:nvSpPr>
          <p:spPr>
            <a:xfrm>
              <a:off x="4950384" y="4175263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198" y="0"/>
                  </a:moveTo>
                  <a:lnTo>
                    <a:pt x="1947" y="0"/>
                  </a:lnTo>
                  <a:lnTo>
                    <a:pt x="1497" y="219"/>
                  </a:lnTo>
                  <a:lnTo>
                    <a:pt x="1088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44" y="11947"/>
                  </a:lnTo>
                  <a:lnTo>
                    <a:pt x="3696" y="11947"/>
                  </a:lnTo>
                  <a:lnTo>
                    <a:pt x="4177" y="11727"/>
                  </a:lnTo>
                  <a:lnTo>
                    <a:pt x="4575" y="11308"/>
                  </a:lnTo>
                  <a:lnTo>
                    <a:pt x="5214" y="10135"/>
                  </a:lnTo>
                  <a:lnTo>
                    <a:pt x="5622" y="8429"/>
                  </a:lnTo>
                  <a:lnTo>
                    <a:pt x="5622" y="6523"/>
                  </a:lnTo>
                  <a:lnTo>
                    <a:pt x="5622" y="2931"/>
                  </a:lnTo>
                  <a:lnTo>
                    <a:pt x="4198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1" name="object 1051" descr=""/>
            <p:cNvSpPr/>
            <p:nvPr/>
          </p:nvSpPr>
          <p:spPr>
            <a:xfrm>
              <a:off x="4935359" y="4158160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4984" y="0"/>
                  </a:moveTo>
                  <a:lnTo>
                    <a:pt x="2732" y="0"/>
                  </a:lnTo>
                  <a:lnTo>
                    <a:pt x="2282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24" y="13025"/>
                  </a:lnTo>
                  <a:lnTo>
                    <a:pt x="4031" y="13025"/>
                  </a:lnTo>
                  <a:lnTo>
                    <a:pt x="4795" y="12366"/>
                  </a:lnTo>
                  <a:lnTo>
                    <a:pt x="5999" y="10135"/>
                  </a:lnTo>
                  <a:lnTo>
                    <a:pt x="6408" y="8429"/>
                  </a:lnTo>
                  <a:lnTo>
                    <a:pt x="6408" y="6523"/>
                  </a:lnTo>
                  <a:lnTo>
                    <a:pt x="6408" y="2931"/>
                  </a:lnTo>
                  <a:lnTo>
                    <a:pt x="4984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2" name="object 1052" descr=""/>
            <p:cNvSpPr/>
            <p:nvPr/>
          </p:nvSpPr>
          <p:spPr>
            <a:xfrm>
              <a:off x="4936145" y="4158160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198" y="0"/>
                  </a:moveTo>
                  <a:lnTo>
                    <a:pt x="1947" y="0"/>
                  </a:lnTo>
                  <a:lnTo>
                    <a:pt x="1497" y="219"/>
                  </a:lnTo>
                  <a:lnTo>
                    <a:pt x="1088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44" y="11947"/>
                  </a:lnTo>
                  <a:lnTo>
                    <a:pt x="3696" y="11947"/>
                  </a:lnTo>
                  <a:lnTo>
                    <a:pt x="4177" y="11727"/>
                  </a:lnTo>
                  <a:lnTo>
                    <a:pt x="4575" y="11308"/>
                  </a:lnTo>
                  <a:lnTo>
                    <a:pt x="5214" y="10135"/>
                  </a:lnTo>
                  <a:lnTo>
                    <a:pt x="5622" y="8429"/>
                  </a:lnTo>
                  <a:lnTo>
                    <a:pt x="5622" y="6523"/>
                  </a:lnTo>
                  <a:lnTo>
                    <a:pt x="5622" y="2931"/>
                  </a:lnTo>
                  <a:lnTo>
                    <a:pt x="4198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3" name="object 1053" descr=""/>
            <p:cNvSpPr/>
            <p:nvPr/>
          </p:nvSpPr>
          <p:spPr>
            <a:xfrm>
              <a:off x="4919538" y="417434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4984" y="0"/>
                  </a:moveTo>
                  <a:lnTo>
                    <a:pt x="2732" y="0"/>
                  </a:lnTo>
                  <a:lnTo>
                    <a:pt x="2282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24" y="13025"/>
                  </a:lnTo>
                  <a:lnTo>
                    <a:pt x="4031" y="13025"/>
                  </a:lnTo>
                  <a:lnTo>
                    <a:pt x="4795" y="12366"/>
                  </a:lnTo>
                  <a:lnTo>
                    <a:pt x="5999" y="10135"/>
                  </a:lnTo>
                  <a:lnTo>
                    <a:pt x="6408" y="8429"/>
                  </a:lnTo>
                  <a:lnTo>
                    <a:pt x="6408" y="6523"/>
                  </a:lnTo>
                  <a:lnTo>
                    <a:pt x="6408" y="2931"/>
                  </a:lnTo>
                  <a:lnTo>
                    <a:pt x="4984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4" name="object 1054" descr=""/>
            <p:cNvSpPr/>
            <p:nvPr/>
          </p:nvSpPr>
          <p:spPr>
            <a:xfrm>
              <a:off x="4920323" y="4174346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198" y="0"/>
                  </a:moveTo>
                  <a:lnTo>
                    <a:pt x="1947" y="0"/>
                  </a:lnTo>
                  <a:lnTo>
                    <a:pt x="1497" y="219"/>
                  </a:lnTo>
                  <a:lnTo>
                    <a:pt x="1088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44" y="11947"/>
                  </a:lnTo>
                  <a:lnTo>
                    <a:pt x="3696" y="11947"/>
                  </a:lnTo>
                  <a:lnTo>
                    <a:pt x="4177" y="11727"/>
                  </a:lnTo>
                  <a:lnTo>
                    <a:pt x="4575" y="11308"/>
                  </a:lnTo>
                  <a:lnTo>
                    <a:pt x="5214" y="10135"/>
                  </a:lnTo>
                  <a:lnTo>
                    <a:pt x="5622" y="8429"/>
                  </a:lnTo>
                  <a:lnTo>
                    <a:pt x="5622" y="6523"/>
                  </a:lnTo>
                  <a:lnTo>
                    <a:pt x="5622" y="2931"/>
                  </a:lnTo>
                  <a:lnTo>
                    <a:pt x="4198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5" name="object 1055" descr=""/>
            <p:cNvSpPr/>
            <p:nvPr/>
          </p:nvSpPr>
          <p:spPr>
            <a:xfrm>
              <a:off x="4926362" y="4192661"/>
              <a:ext cx="26034" cy="52705"/>
            </a:xfrm>
            <a:custGeom>
              <a:avLst/>
              <a:gdLst/>
              <a:ahLst/>
              <a:cxnLst/>
              <a:rect l="l" t="t" r="r" b="b"/>
              <a:pathLst>
                <a:path w="26035" h="52704">
                  <a:moveTo>
                    <a:pt x="12889" y="0"/>
                  </a:moveTo>
                  <a:lnTo>
                    <a:pt x="0" y="26114"/>
                  </a:lnTo>
                  <a:lnTo>
                    <a:pt x="1012" y="36274"/>
                  </a:lnTo>
                  <a:lnTo>
                    <a:pt x="3774" y="44568"/>
                  </a:lnTo>
                  <a:lnTo>
                    <a:pt x="7871" y="50158"/>
                  </a:lnTo>
                  <a:lnTo>
                    <a:pt x="12889" y="52207"/>
                  </a:lnTo>
                  <a:lnTo>
                    <a:pt x="14784" y="52207"/>
                  </a:lnTo>
                  <a:lnTo>
                    <a:pt x="16617" y="51380"/>
                  </a:lnTo>
                  <a:lnTo>
                    <a:pt x="22711" y="45757"/>
                  </a:lnTo>
                  <a:lnTo>
                    <a:pt x="25800" y="36669"/>
                  </a:lnTo>
                  <a:lnTo>
                    <a:pt x="25800" y="26114"/>
                  </a:lnTo>
                  <a:lnTo>
                    <a:pt x="24787" y="15951"/>
                  </a:lnTo>
                  <a:lnTo>
                    <a:pt x="22022" y="7650"/>
                  </a:lnTo>
                  <a:lnTo>
                    <a:pt x="17919" y="2052"/>
                  </a:lnTo>
                  <a:lnTo>
                    <a:pt x="1288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6" name="object 1056" descr=""/>
            <p:cNvSpPr/>
            <p:nvPr/>
          </p:nvSpPr>
          <p:spPr>
            <a:xfrm>
              <a:off x="4930519" y="4192661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8732" y="0"/>
                  </a:moveTo>
                  <a:lnTo>
                    <a:pt x="7518" y="115"/>
                  </a:lnTo>
                  <a:lnTo>
                    <a:pt x="3088" y="4219"/>
                  </a:lnTo>
                  <a:lnTo>
                    <a:pt x="0" y="13339"/>
                  </a:lnTo>
                  <a:lnTo>
                    <a:pt x="0" y="23863"/>
                  </a:lnTo>
                  <a:lnTo>
                    <a:pt x="1012" y="34027"/>
                  </a:lnTo>
                  <a:lnTo>
                    <a:pt x="3774" y="42332"/>
                  </a:lnTo>
                  <a:lnTo>
                    <a:pt x="7871" y="47933"/>
                  </a:lnTo>
                  <a:lnTo>
                    <a:pt x="12889" y="49988"/>
                  </a:lnTo>
                  <a:lnTo>
                    <a:pt x="14093" y="49862"/>
                  </a:lnTo>
                  <a:lnTo>
                    <a:pt x="18554" y="45757"/>
                  </a:lnTo>
                  <a:lnTo>
                    <a:pt x="21643" y="36669"/>
                  </a:lnTo>
                  <a:lnTo>
                    <a:pt x="21643" y="26114"/>
                  </a:lnTo>
                  <a:lnTo>
                    <a:pt x="20630" y="15951"/>
                  </a:lnTo>
                  <a:lnTo>
                    <a:pt x="17865" y="7650"/>
                  </a:lnTo>
                  <a:lnTo>
                    <a:pt x="13762" y="2052"/>
                  </a:lnTo>
                  <a:lnTo>
                    <a:pt x="8732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7" name="object 1057" descr=""/>
            <p:cNvSpPr/>
            <p:nvPr/>
          </p:nvSpPr>
          <p:spPr>
            <a:xfrm>
              <a:off x="4984952" y="4148740"/>
              <a:ext cx="53340" cy="118110"/>
            </a:xfrm>
            <a:custGeom>
              <a:avLst/>
              <a:gdLst/>
              <a:ahLst/>
              <a:cxnLst/>
              <a:rect l="l" t="t" r="r" b="b"/>
              <a:pathLst>
                <a:path w="53339" h="118110">
                  <a:moveTo>
                    <a:pt x="26501" y="0"/>
                  </a:moveTo>
                  <a:lnTo>
                    <a:pt x="15081" y="4640"/>
                  </a:lnTo>
                  <a:lnTo>
                    <a:pt x="6779" y="17295"/>
                  </a:lnTo>
                  <a:lnTo>
                    <a:pt x="1714" y="36063"/>
                  </a:lnTo>
                  <a:lnTo>
                    <a:pt x="0" y="59045"/>
                  </a:lnTo>
                  <a:lnTo>
                    <a:pt x="1714" y="82026"/>
                  </a:lnTo>
                  <a:lnTo>
                    <a:pt x="6779" y="100795"/>
                  </a:lnTo>
                  <a:lnTo>
                    <a:pt x="15081" y="113450"/>
                  </a:lnTo>
                  <a:lnTo>
                    <a:pt x="26501" y="118090"/>
                  </a:lnTo>
                  <a:lnTo>
                    <a:pt x="37922" y="113450"/>
                  </a:lnTo>
                  <a:lnTo>
                    <a:pt x="46223" y="100795"/>
                  </a:lnTo>
                  <a:lnTo>
                    <a:pt x="51289" y="82026"/>
                  </a:lnTo>
                  <a:lnTo>
                    <a:pt x="53003" y="59045"/>
                  </a:lnTo>
                  <a:lnTo>
                    <a:pt x="51289" y="36063"/>
                  </a:lnTo>
                  <a:lnTo>
                    <a:pt x="46223" y="17295"/>
                  </a:lnTo>
                  <a:lnTo>
                    <a:pt x="37922" y="4640"/>
                  </a:lnTo>
                  <a:lnTo>
                    <a:pt x="26501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8" name="object 1058" descr=""/>
            <p:cNvSpPr/>
            <p:nvPr/>
          </p:nvSpPr>
          <p:spPr>
            <a:xfrm>
              <a:off x="5022782" y="4171191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4984" y="0"/>
                  </a:moveTo>
                  <a:lnTo>
                    <a:pt x="2732" y="0"/>
                  </a:lnTo>
                  <a:lnTo>
                    <a:pt x="2282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24" y="13025"/>
                  </a:lnTo>
                  <a:lnTo>
                    <a:pt x="4031" y="13025"/>
                  </a:lnTo>
                  <a:lnTo>
                    <a:pt x="4795" y="12366"/>
                  </a:lnTo>
                  <a:lnTo>
                    <a:pt x="5999" y="10135"/>
                  </a:lnTo>
                  <a:lnTo>
                    <a:pt x="6408" y="8429"/>
                  </a:lnTo>
                  <a:lnTo>
                    <a:pt x="6408" y="6523"/>
                  </a:lnTo>
                  <a:lnTo>
                    <a:pt x="6408" y="2931"/>
                  </a:lnTo>
                  <a:lnTo>
                    <a:pt x="4984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9" name="object 1059" descr=""/>
            <p:cNvSpPr/>
            <p:nvPr/>
          </p:nvSpPr>
          <p:spPr>
            <a:xfrm>
              <a:off x="5023567" y="4171191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198" y="0"/>
                  </a:moveTo>
                  <a:lnTo>
                    <a:pt x="1947" y="0"/>
                  </a:lnTo>
                  <a:lnTo>
                    <a:pt x="1497" y="219"/>
                  </a:lnTo>
                  <a:lnTo>
                    <a:pt x="1088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44" y="11947"/>
                  </a:lnTo>
                  <a:lnTo>
                    <a:pt x="3696" y="11947"/>
                  </a:lnTo>
                  <a:lnTo>
                    <a:pt x="4177" y="11727"/>
                  </a:lnTo>
                  <a:lnTo>
                    <a:pt x="4575" y="11308"/>
                  </a:lnTo>
                  <a:lnTo>
                    <a:pt x="5214" y="10135"/>
                  </a:lnTo>
                  <a:lnTo>
                    <a:pt x="5622" y="8429"/>
                  </a:lnTo>
                  <a:lnTo>
                    <a:pt x="5622" y="6523"/>
                  </a:lnTo>
                  <a:lnTo>
                    <a:pt x="5622" y="2931"/>
                  </a:lnTo>
                  <a:lnTo>
                    <a:pt x="4198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0" name="object 1060" descr=""/>
            <p:cNvSpPr/>
            <p:nvPr/>
          </p:nvSpPr>
          <p:spPr>
            <a:xfrm>
              <a:off x="5008542" y="415408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4984" y="0"/>
                  </a:moveTo>
                  <a:lnTo>
                    <a:pt x="2732" y="0"/>
                  </a:lnTo>
                  <a:lnTo>
                    <a:pt x="2282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24" y="13025"/>
                  </a:lnTo>
                  <a:lnTo>
                    <a:pt x="4031" y="13025"/>
                  </a:lnTo>
                  <a:lnTo>
                    <a:pt x="4795" y="12366"/>
                  </a:lnTo>
                  <a:lnTo>
                    <a:pt x="5999" y="10135"/>
                  </a:lnTo>
                  <a:lnTo>
                    <a:pt x="6408" y="8429"/>
                  </a:lnTo>
                  <a:lnTo>
                    <a:pt x="6408" y="6523"/>
                  </a:lnTo>
                  <a:lnTo>
                    <a:pt x="6408" y="2931"/>
                  </a:lnTo>
                  <a:lnTo>
                    <a:pt x="4984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1" name="object 1061" descr=""/>
            <p:cNvSpPr/>
            <p:nvPr/>
          </p:nvSpPr>
          <p:spPr>
            <a:xfrm>
              <a:off x="5009328" y="4154088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198" y="0"/>
                  </a:moveTo>
                  <a:lnTo>
                    <a:pt x="1947" y="0"/>
                  </a:lnTo>
                  <a:lnTo>
                    <a:pt x="1497" y="219"/>
                  </a:lnTo>
                  <a:lnTo>
                    <a:pt x="1088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44" y="11947"/>
                  </a:lnTo>
                  <a:lnTo>
                    <a:pt x="3696" y="11947"/>
                  </a:lnTo>
                  <a:lnTo>
                    <a:pt x="4177" y="11727"/>
                  </a:lnTo>
                  <a:lnTo>
                    <a:pt x="4575" y="11308"/>
                  </a:lnTo>
                  <a:lnTo>
                    <a:pt x="5214" y="10135"/>
                  </a:lnTo>
                  <a:lnTo>
                    <a:pt x="5622" y="8429"/>
                  </a:lnTo>
                  <a:lnTo>
                    <a:pt x="5622" y="6523"/>
                  </a:lnTo>
                  <a:lnTo>
                    <a:pt x="5622" y="2931"/>
                  </a:lnTo>
                  <a:lnTo>
                    <a:pt x="4198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2" name="object 1062" descr=""/>
            <p:cNvSpPr/>
            <p:nvPr/>
          </p:nvSpPr>
          <p:spPr>
            <a:xfrm>
              <a:off x="4992721" y="4170274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4984" y="0"/>
                  </a:moveTo>
                  <a:lnTo>
                    <a:pt x="2732" y="0"/>
                  </a:lnTo>
                  <a:lnTo>
                    <a:pt x="2282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24" y="13025"/>
                  </a:lnTo>
                  <a:lnTo>
                    <a:pt x="4031" y="13025"/>
                  </a:lnTo>
                  <a:lnTo>
                    <a:pt x="4795" y="12366"/>
                  </a:lnTo>
                  <a:lnTo>
                    <a:pt x="5999" y="10135"/>
                  </a:lnTo>
                  <a:lnTo>
                    <a:pt x="6408" y="8429"/>
                  </a:lnTo>
                  <a:lnTo>
                    <a:pt x="6408" y="6523"/>
                  </a:lnTo>
                  <a:lnTo>
                    <a:pt x="6408" y="2931"/>
                  </a:lnTo>
                  <a:lnTo>
                    <a:pt x="4984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3" name="object 1063" descr=""/>
            <p:cNvSpPr/>
            <p:nvPr/>
          </p:nvSpPr>
          <p:spPr>
            <a:xfrm>
              <a:off x="4993506" y="4170274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198" y="0"/>
                  </a:moveTo>
                  <a:lnTo>
                    <a:pt x="1947" y="0"/>
                  </a:lnTo>
                  <a:lnTo>
                    <a:pt x="1497" y="219"/>
                  </a:lnTo>
                  <a:lnTo>
                    <a:pt x="1088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44" y="11947"/>
                  </a:lnTo>
                  <a:lnTo>
                    <a:pt x="3696" y="11947"/>
                  </a:lnTo>
                  <a:lnTo>
                    <a:pt x="4177" y="11727"/>
                  </a:lnTo>
                  <a:lnTo>
                    <a:pt x="4575" y="11308"/>
                  </a:lnTo>
                  <a:lnTo>
                    <a:pt x="5214" y="10135"/>
                  </a:lnTo>
                  <a:lnTo>
                    <a:pt x="5622" y="8429"/>
                  </a:lnTo>
                  <a:lnTo>
                    <a:pt x="5622" y="6523"/>
                  </a:lnTo>
                  <a:lnTo>
                    <a:pt x="5622" y="2931"/>
                  </a:lnTo>
                  <a:lnTo>
                    <a:pt x="4198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4" name="object 1064" descr=""/>
            <p:cNvSpPr/>
            <p:nvPr/>
          </p:nvSpPr>
          <p:spPr>
            <a:xfrm>
              <a:off x="4999545" y="4188589"/>
              <a:ext cx="26034" cy="52705"/>
            </a:xfrm>
            <a:custGeom>
              <a:avLst/>
              <a:gdLst/>
              <a:ahLst/>
              <a:cxnLst/>
              <a:rect l="l" t="t" r="r" b="b"/>
              <a:pathLst>
                <a:path w="26035" h="52704">
                  <a:moveTo>
                    <a:pt x="12889" y="0"/>
                  </a:moveTo>
                  <a:lnTo>
                    <a:pt x="0" y="26114"/>
                  </a:lnTo>
                  <a:lnTo>
                    <a:pt x="1012" y="36274"/>
                  </a:lnTo>
                  <a:lnTo>
                    <a:pt x="3774" y="44568"/>
                  </a:lnTo>
                  <a:lnTo>
                    <a:pt x="7871" y="50158"/>
                  </a:lnTo>
                  <a:lnTo>
                    <a:pt x="12889" y="52207"/>
                  </a:lnTo>
                  <a:lnTo>
                    <a:pt x="14784" y="52207"/>
                  </a:lnTo>
                  <a:lnTo>
                    <a:pt x="16617" y="51380"/>
                  </a:lnTo>
                  <a:lnTo>
                    <a:pt x="22711" y="45757"/>
                  </a:lnTo>
                  <a:lnTo>
                    <a:pt x="25800" y="36669"/>
                  </a:lnTo>
                  <a:lnTo>
                    <a:pt x="25800" y="26114"/>
                  </a:lnTo>
                  <a:lnTo>
                    <a:pt x="24787" y="15951"/>
                  </a:lnTo>
                  <a:lnTo>
                    <a:pt x="22022" y="7650"/>
                  </a:lnTo>
                  <a:lnTo>
                    <a:pt x="17919" y="2052"/>
                  </a:lnTo>
                  <a:lnTo>
                    <a:pt x="12889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5" name="object 1065" descr=""/>
            <p:cNvSpPr/>
            <p:nvPr/>
          </p:nvSpPr>
          <p:spPr>
            <a:xfrm>
              <a:off x="5003702" y="4188589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8732" y="0"/>
                  </a:moveTo>
                  <a:lnTo>
                    <a:pt x="7518" y="115"/>
                  </a:lnTo>
                  <a:lnTo>
                    <a:pt x="3088" y="4219"/>
                  </a:lnTo>
                  <a:lnTo>
                    <a:pt x="0" y="13339"/>
                  </a:lnTo>
                  <a:lnTo>
                    <a:pt x="0" y="23863"/>
                  </a:lnTo>
                  <a:lnTo>
                    <a:pt x="1012" y="34027"/>
                  </a:lnTo>
                  <a:lnTo>
                    <a:pt x="3774" y="42332"/>
                  </a:lnTo>
                  <a:lnTo>
                    <a:pt x="7871" y="47933"/>
                  </a:lnTo>
                  <a:lnTo>
                    <a:pt x="12889" y="49988"/>
                  </a:lnTo>
                  <a:lnTo>
                    <a:pt x="14093" y="49862"/>
                  </a:lnTo>
                  <a:lnTo>
                    <a:pt x="18554" y="45757"/>
                  </a:lnTo>
                  <a:lnTo>
                    <a:pt x="21643" y="36669"/>
                  </a:lnTo>
                  <a:lnTo>
                    <a:pt x="21643" y="26114"/>
                  </a:lnTo>
                  <a:lnTo>
                    <a:pt x="20630" y="15951"/>
                  </a:lnTo>
                  <a:lnTo>
                    <a:pt x="17865" y="7650"/>
                  </a:lnTo>
                  <a:lnTo>
                    <a:pt x="13762" y="2052"/>
                  </a:lnTo>
                  <a:lnTo>
                    <a:pt x="8732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6" name="object 1066" descr=""/>
            <p:cNvSpPr/>
            <p:nvPr/>
          </p:nvSpPr>
          <p:spPr>
            <a:xfrm>
              <a:off x="3428691" y="4222373"/>
              <a:ext cx="1612900" cy="606425"/>
            </a:xfrm>
            <a:custGeom>
              <a:avLst/>
              <a:gdLst/>
              <a:ahLst/>
              <a:cxnLst/>
              <a:rect l="l" t="t" r="r" b="b"/>
              <a:pathLst>
                <a:path w="1612900" h="606425">
                  <a:moveTo>
                    <a:pt x="1612516" y="0"/>
                  </a:moveTo>
                  <a:lnTo>
                    <a:pt x="0" y="0"/>
                  </a:lnTo>
                  <a:lnTo>
                    <a:pt x="0" y="605908"/>
                  </a:lnTo>
                  <a:lnTo>
                    <a:pt x="1612516" y="605908"/>
                  </a:lnTo>
                  <a:lnTo>
                    <a:pt x="1612516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7" name="object 1067" descr=""/>
            <p:cNvSpPr/>
            <p:nvPr/>
          </p:nvSpPr>
          <p:spPr>
            <a:xfrm>
              <a:off x="3615590" y="4539388"/>
              <a:ext cx="200025" cy="288925"/>
            </a:xfrm>
            <a:custGeom>
              <a:avLst/>
              <a:gdLst/>
              <a:ahLst/>
              <a:cxnLst/>
              <a:rect l="l" t="t" r="r" b="b"/>
              <a:pathLst>
                <a:path w="200025" h="288925">
                  <a:moveTo>
                    <a:pt x="95012" y="0"/>
                  </a:moveTo>
                  <a:lnTo>
                    <a:pt x="52685" y="21389"/>
                  </a:lnTo>
                  <a:lnTo>
                    <a:pt x="18604" y="51066"/>
                  </a:lnTo>
                  <a:lnTo>
                    <a:pt x="1871" y="88839"/>
                  </a:lnTo>
                  <a:lnTo>
                    <a:pt x="0" y="114855"/>
                  </a:lnTo>
                  <a:lnTo>
                    <a:pt x="0" y="288881"/>
                  </a:lnTo>
                  <a:lnTo>
                    <a:pt x="199826" y="288881"/>
                  </a:lnTo>
                  <a:lnTo>
                    <a:pt x="199878" y="96363"/>
                  </a:lnTo>
                  <a:lnTo>
                    <a:pt x="191166" y="58989"/>
                  </a:lnTo>
                  <a:lnTo>
                    <a:pt x="156728" y="28250"/>
                  </a:lnTo>
                  <a:lnTo>
                    <a:pt x="117215" y="6996"/>
                  </a:lnTo>
                  <a:lnTo>
                    <a:pt x="95012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8" name="object 1068" descr=""/>
            <p:cNvSpPr/>
            <p:nvPr/>
          </p:nvSpPr>
          <p:spPr>
            <a:xfrm>
              <a:off x="3632699" y="4542791"/>
              <a:ext cx="182880" cy="285750"/>
            </a:xfrm>
            <a:custGeom>
              <a:avLst/>
              <a:gdLst/>
              <a:ahLst/>
              <a:cxnLst/>
              <a:rect l="l" t="t" r="r" b="b"/>
              <a:pathLst>
                <a:path w="182879" h="285750">
                  <a:moveTo>
                    <a:pt x="90101" y="0"/>
                  </a:moveTo>
                  <a:lnTo>
                    <a:pt x="48858" y="21565"/>
                  </a:lnTo>
                  <a:lnTo>
                    <a:pt x="18594" y="48888"/>
                  </a:lnTo>
                  <a:lnTo>
                    <a:pt x="1865" y="86661"/>
                  </a:lnTo>
                  <a:lnTo>
                    <a:pt x="0" y="112677"/>
                  </a:lnTo>
                  <a:lnTo>
                    <a:pt x="0" y="285478"/>
                  </a:lnTo>
                  <a:lnTo>
                    <a:pt x="182716" y="285478"/>
                  </a:lnTo>
                  <a:lnTo>
                    <a:pt x="182769" y="92960"/>
                  </a:lnTo>
                  <a:lnTo>
                    <a:pt x="174057" y="55586"/>
                  </a:lnTo>
                  <a:lnTo>
                    <a:pt x="139618" y="24847"/>
                  </a:lnTo>
                  <a:lnTo>
                    <a:pt x="100106" y="3593"/>
                  </a:lnTo>
                  <a:lnTo>
                    <a:pt x="90101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9" name="object 1069" descr=""/>
            <p:cNvSpPr/>
            <p:nvPr/>
          </p:nvSpPr>
          <p:spPr>
            <a:xfrm>
              <a:off x="3877836" y="4539388"/>
              <a:ext cx="200025" cy="288925"/>
            </a:xfrm>
            <a:custGeom>
              <a:avLst/>
              <a:gdLst/>
              <a:ahLst/>
              <a:cxnLst/>
              <a:rect l="l" t="t" r="r" b="b"/>
              <a:pathLst>
                <a:path w="200025" h="288925">
                  <a:moveTo>
                    <a:pt x="95012" y="0"/>
                  </a:moveTo>
                  <a:lnTo>
                    <a:pt x="52685" y="21389"/>
                  </a:lnTo>
                  <a:lnTo>
                    <a:pt x="18604" y="51066"/>
                  </a:lnTo>
                  <a:lnTo>
                    <a:pt x="1871" y="88839"/>
                  </a:lnTo>
                  <a:lnTo>
                    <a:pt x="0" y="114855"/>
                  </a:lnTo>
                  <a:lnTo>
                    <a:pt x="0" y="288881"/>
                  </a:lnTo>
                  <a:lnTo>
                    <a:pt x="199826" y="288881"/>
                  </a:lnTo>
                  <a:lnTo>
                    <a:pt x="199878" y="96363"/>
                  </a:lnTo>
                  <a:lnTo>
                    <a:pt x="191166" y="58989"/>
                  </a:lnTo>
                  <a:lnTo>
                    <a:pt x="156728" y="28250"/>
                  </a:lnTo>
                  <a:lnTo>
                    <a:pt x="117215" y="6996"/>
                  </a:lnTo>
                  <a:lnTo>
                    <a:pt x="95012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0" name="object 1070" descr=""/>
            <p:cNvSpPr/>
            <p:nvPr/>
          </p:nvSpPr>
          <p:spPr>
            <a:xfrm>
              <a:off x="3894946" y="4542791"/>
              <a:ext cx="182880" cy="285750"/>
            </a:xfrm>
            <a:custGeom>
              <a:avLst/>
              <a:gdLst/>
              <a:ahLst/>
              <a:cxnLst/>
              <a:rect l="l" t="t" r="r" b="b"/>
              <a:pathLst>
                <a:path w="182879" h="285750">
                  <a:moveTo>
                    <a:pt x="90101" y="0"/>
                  </a:moveTo>
                  <a:lnTo>
                    <a:pt x="48862" y="21565"/>
                  </a:lnTo>
                  <a:lnTo>
                    <a:pt x="18594" y="48888"/>
                  </a:lnTo>
                  <a:lnTo>
                    <a:pt x="1865" y="86661"/>
                  </a:lnTo>
                  <a:lnTo>
                    <a:pt x="0" y="112677"/>
                  </a:lnTo>
                  <a:lnTo>
                    <a:pt x="0" y="285478"/>
                  </a:lnTo>
                  <a:lnTo>
                    <a:pt x="182716" y="285478"/>
                  </a:lnTo>
                  <a:lnTo>
                    <a:pt x="182769" y="92960"/>
                  </a:lnTo>
                  <a:lnTo>
                    <a:pt x="174057" y="55586"/>
                  </a:lnTo>
                  <a:lnTo>
                    <a:pt x="139618" y="24847"/>
                  </a:lnTo>
                  <a:lnTo>
                    <a:pt x="100106" y="3593"/>
                  </a:lnTo>
                  <a:lnTo>
                    <a:pt x="90101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1" name="object 1071" descr=""/>
            <p:cNvSpPr/>
            <p:nvPr/>
          </p:nvSpPr>
          <p:spPr>
            <a:xfrm>
              <a:off x="4140083" y="4539388"/>
              <a:ext cx="200025" cy="288925"/>
            </a:xfrm>
            <a:custGeom>
              <a:avLst/>
              <a:gdLst/>
              <a:ahLst/>
              <a:cxnLst/>
              <a:rect l="l" t="t" r="r" b="b"/>
              <a:pathLst>
                <a:path w="200025" h="288925">
                  <a:moveTo>
                    <a:pt x="95012" y="0"/>
                  </a:moveTo>
                  <a:lnTo>
                    <a:pt x="52685" y="21389"/>
                  </a:lnTo>
                  <a:lnTo>
                    <a:pt x="18604" y="51066"/>
                  </a:lnTo>
                  <a:lnTo>
                    <a:pt x="1871" y="88839"/>
                  </a:lnTo>
                  <a:lnTo>
                    <a:pt x="0" y="114855"/>
                  </a:lnTo>
                  <a:lnTo>
                    <a:pt x="0" y="288881"/>
                  </a:lnTo>
                  <a:lnTo>
                    <a:pt x="199826" y="288881"/>
                  </a:lnTo>
                  <a:lnTo>
                    <a:pt x="199878" y="96363"/>
                  </a:lnTo>
                  <a:lnTo>
                    <a:pt x="191166" y="58989"/>
                  </a:lnTo>
                  <a:lnTo>
                    <a:pt x="156728" y="28250"/>
                  </a:lnTo>
                  <a:lnTo>
                    <a:pt x="117215" y="6996"/>
                  </a:lnTo>
                  <a:lnTo>
                    <a:pt x="95012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2" name="object 1072" descr=""/>
            <p:cNvSpPr/>
            <p:nvPr/>
          </p:nvSpPr>
          <p:spPr>
            <a:xfrm>
              <a:off x="4157192" y="4542791"/>
              <a:ext cx="182880" cy="285750"/>
            </a:xfrm>
            <a:custGeom>
              <a:avLst/>
              <a:gdLst/>
              <a:ahLst/>
              <a:cxnLst/>
              <a:rect l="l" t="t" r="r" b="b"/>
              <a:pathLst>
                <a:path w="182879" h="285750">
                  <a:moveTo>
                    <a:pt x="90101" y="0"/>
                  </a:moveTo>
                  <a:lnTo>
                    <a:pt x="48862" y="21565"/>
                  </a:lnTo>
                  <a:lnTo>
                    <a:pt x="18594" y="48888"/>
                  </a:lnTo>
                  <a:lnTo>
                    <a:pt x="1865" y="86661"/>
                  </a:lnTo>
                  <a:lnTo>
                    <a:pt x="0" y="112677"/>
                  </a:lnTo>
                  <a:lnTo>
                    <a:pt x="0" y="285478"/>
                  </a:lnTo>
                  <a:lnTo>
                    <a:pt x="182716" y="285478"/>
                  </a:lnTo>
                  <a:lnTo>
                    <a:pt x="182769" y="92960"/>
                  </a:lnTo>
                  <a:lnTo>
                    <a:pt x="174057" y="55586"/>
                  </a:lnTo>
                  <a:lnTo>
                    <a:pt x="139618" y="24847"/>
                  </a:lnTo>
                  <a:lnTo>
                    <a:pt x="100106" y="3593"/>
                  </a:lnTo>
                  <a:lnTo>
                    <a:pt x="90101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3" name="object 1073" descr=""/>
            <p:cNvSpPr/>
            <p:nvPr/>
          </p:nvSpPr>
          <p:spPr>
            <a:xfrm>
              <a:off x="4402329" y="4539388"/>
              <a:ext cx="200025" cy="288925"/>
            </a:xfrm>
            <a:custGeom>
              <a:avLst/>
              <a:gdLst/>
              <a:ahLst/>
              <a:cxnLst/>
              <a:rect l="l" t="t" r="r" b="b"/>
              <a:pathLst>
                <a:path w="200025" h="288925">
                  <a:moveTo>
                    <a:pt x="95012" y="0"/>
                  </a:moveTo>
                  <a:lnTo>
                    <a:pt x="52685" y="21389"/>
                  </a:lnTo>
                  <a:lnTo>
                    <a:pt x="18604" y="51066"/>
                  </a:lnTo>
                  <a:lnTo>
                    <a:pt x="1871" y="88839"/>
                  </a:lnTo>
                  <a:lnTo>
                    <a:pt x="0" y="114855"/>
                  </a:lnTo>
                  <a:lnTo>
                    <a:pt x="0" y="288881"/>
                  </a:lnTo>
                  <a:lnTo>
                    <a:pt x="199826" y="288881"/>
                  </a:lnTo>
                  <a:lnTo>
                    <a:pt x="199878" y="96363"/>
                  </a:lnTo>
                  <a:lnTo>
                    <a:pt x="191166" y="58989"/>
                  </a:lnTo>
                  <a:lnTo>
                    <a:pt x="156728" y="28250"/>
                  </a:lnTo>
                  <a:lnTo>
                    <a:pt x="117215" y="6996"/>
                  </a:lnTo>
                  <a:lnTo>
                    <a:pt x="95012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4" name="object 1074" descr=""/>
            <p:cNvSpPr/>
            <p:nvPr/>
          </p:nvSpPr>
          <p:spPr>
            <a:xfrm>
              <a:off x="4419439" y="4542791"/>
              <a:ext cx="182880" cy="285750"/>
            </a:xfrm>
            <a:custGeom>
              <a:avLst/>
              <a:gdLst/>
              <a:ahLst/>
              <a:cxnLst/>
              <a:rect l="l" t="t" r="r" b="b"/>
              <a:pathLst>
                <a:path w="182879" h="285750">
                  <a:moveTo>
                    <a:pt x="90101" y="0"/>
                  </a:moveTo>
                  <a:lnTo>
                    <a:pt x="48862" y="21565"/>
                  </a:lnTo>
                  <a:lnTo>
                    <a:pt x="18594" y="48888"/>
                  </a:lnTo>
                  <a:lnTo>
                    <a:pt x="1865" y="86661"/>
                  </a:lnTo>
                  <a:lnTo>
                    <a:pt x="0" y="112677"/>
                  </a:lnTo>
                  <a:lnTo>
                    <a:pt x="0" y="285478"/>
                  </a:lnTo>
                  <a:lnTo>
                    <a:pt x="182716" y="285478"/>
                  </a:lnTo>
                  <a:lnTo>
                    <a:pt x="182769" y="92960"/>
                  </a:lnTo>
                  <a:lnTo>
                    <a:pt x="174057" y="55586"/>
                  </a:lnTo>
                  <a:lnTo>
                    <a:pt x="139618" y="24847"/>
                  </a:lnTo>
                  <a:lnTo>
                    <a:pt x="100106" y="3593"/>
                  </a:lnTo>
                  <a:lnTo>
                    <a:pt x="90101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5" name="object 1075" descr=""/>
            <p:cNvSpPr/>
            <p:nvPr/>
          </p:nvSpPr>
          <p:spPr>
            <a:xfrm>
              <a:off x="4664576" y="4539388"/>
              <a:ext cx="200025" cy="288925"/>
            </a:xfrm>
            <a:custGeom>
              <a:avLst/>
              <a:gdLst/>
              <a:ahLst/>
              <a:cxnLst/>
              <a:rect l="l" t="t" r="r" b="b"/>
              <a:pathLst>
                <a:path w="200025" h="288925">
                  <a:moveTo>
                    <a:pt x="95012" y="0"/>
                  </a:moveTo>
                  <a:lnTo>
                    <a:pt x="52685" y="21389"/>
                  </a:lnTo>
                  <a:lnTo>
                    <a:pt x="18604" y="51066"/>
                  </a:lnTo>
                  <a:lnTo>
                    <a:pt x="1871" y="88839"/>
                  </a:lnTo>
                  <a:lnTo>
                    <a:pt x="0" y="114855"/>
                  </a:lnTo>
                  <a:lnTo>
                    <a:pt x="0" y="288881"/>
                  </a:lnTo>
                  <a:lnTo>
                    <a:pt x="199826" y="288881"/>
                  </a:lnTo>
                  <a:lnTo>
                    <a:pt x="199878" y="96363"/>
                  </a:lnTo>
                  <a:lnTo>
                    <a:pt x="191166" y="58989"/>
                  </a:lnTo>
                  <a:lnTo>
                    <a:pt x="156728" y="28250"/>
                  </a:lnTo>
                  <a:lnTo>
                    <a:pt x="117215" y="6996"/>
                  </a:lnTo>
                  <a:lnTo>
                    <a:pt x="95012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6" name="object 1076" descr=""/>
            <p:cNvSpPr/>
            <p:nvPr/>
          </p:nvSpPr>
          <p:spPr>
            <a:xfrm>
              <a:off x="4681685" y="4542791"/>
              <a:ext cx="182880" cy="285750"/>
            </a:xfrm>
            <a:custGeom>
              <a:avLst/>
              <a:gdLst/>
              <a:ahLst/>
              <a:cxnLst/>
              <a:rect l="l" t="t" r="r" b="b"/>
              <a:pathLst>
                <a:path w="182879" h="285750">
                  <a:moveTo>
                    <a:pt x="90101" y="0"/>
                  </a:moveTo>
                  <a:lnTo>
                    <a:pt x="48862" y="21565"/>
                  </a:lnTo>
                  <a:lnTo>
                    <a:pt x="18594" y="48888"/>
                  </a:lnTo>
                  <a:lnTo>
                    <a:pt x="1865" y="86661"/>
                  </a:lnTo>
                  <a:lnTo>
                    <a:pt x="0" y="112677"/>
                  </a:lnTo>
                  <a:lnTo>
                    <a:pt x="0" y="285478"/>
                  </a:lnTo>
                  <a:lnTo>
                    <a:pt x="182716" y="285478"/>
                  </a:lnTo>
                  <a:lnTo>
                    <a:pt x="182769" y="92960"/>
                  </a:lnTo>
                  <a:lnTo>
                    <a:pt x="174057" y="55586"/>
                  </a:lnTo>
                  <a:lnTo>
                    <a:pt x="139618" y="24847"/>
                  </a:lnTo>
                  <a:lnTo>
                    <a:pt x="100106" y="3593"/>
                  </a:lnTo>
                  <a:lnTo>
                    <a:pt x="90101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7" name="object 1077" descr=""/>
            <p:cNvSpPr/>
            <p:nvPr/>
          </p:nvSpPr>
          <p:spPr>
            <a:xfrm>
              <a:off x="3494671" y="4342758"/>
              <a:ext cx="1456055" cy="300355"/>
            </a:xfrm>
            <a:custGeom>
              <a:avLst/>
              <a:gdLst/>
              <a:ahLst/>
              <a:cxnLst/>
              <a:rect l="l" t="t" r="r" b="b"/>
              <a:pathLst>
                <a:path w="1456054" h="300354">
                  <a:moveTo>
                    <a:pt x="69329" y="152463"/>
                  </a:moveTo>
                  <a:lnTo>
                    <a:pt x="66611" y="145935"/>
                  </a:lnTo>
                  <a:lnTo>
                    <a:pt x="59182" y="140601"/>
                  </a:lnTo>
                  <a:lnTo>
                    <a:pt x="48158" y="137007"/>
                  </a:lnTo>
                  <a:lnTo>
                    <a:pt x="34671" y="135686"/>
                  </a:lnTo>
                  <a:lnTo>
                    <a:pt x="21170" y="137007"/>
                  </a:lnTo>
                  <a:lnTo>
                    <a:pt x="10160" y="140601"/>
                  </a:lnTo>
                  <a:lnTo>
                    <a:pt x="2730" y="145935"/>
                  </a:lnTo>
                  <a:lnTo>
                    <a:pt x="0" y="152463"/>
                  </a:lnTo>
                  <a:lnTo>
                    <a:pt x="2730" y="159004"/>
                  </a:lnTo>
                  <a:lnTo>
                    <a:pt x="10160" y="164338"/>
                  </a:lnTo>
                  <a:lnTo>
                    <a:pt x="21170" y="167932"/>
                  </a:lnTo>
                  <a:lnTo>
                    <a:pt x="34671" y="169252"/>
                  </a:lnTo>
                  <a:lnTo>
                    <a:pt x="48158" y="167932"/>
                  </a:lnTo>
                  <a:lnTo>
                    <a:pt x="59182" y="164338"/>
                  </a:lnTo>
                  <a:lnTo>
                    <a:pt x="66611" y="159004"/>
                  </a:lnTo>
                  <a:lnTo>
                    <a:pt x="69329" y="152463"/>
                  </a:lnTo>
                  <a:close/>
                </a:path>
                <a:path w="1456054" h="300354">
                  <a:moveTo>
                    <a:pt x="179539" y="20370"/>
                  </a:moveTo>
                  <a:lnTo>
                    <a:pt x="176809" y="13843"/>
                  </a:lnTo>
                  <a:lnTo>
                    <a:pt x="169379" y="8509"/>
                  </a:lnTo>
                  <a:lnTo>
                    <a:pt x="158369" y="4902"/>
                  </a:lnTo>
                  <a:lnTo>
                    <a:pt x="144868" y="3581"/>
                  </a:lnTo>
                  <a:lnTo>
                    <a:pt x="131381" y="4902"/>
                  </a:lnTo>
                  <a:lnTo>
                    <a:pt x="120357" y="8509"/>
                  </a:lnTo>
                  <a:lnTo>
                    <a:pt x="112928" y="13843"/>
                  </a:lnTo>
                  <a:lnTo>
                    <a:pt x="110210" y="20370"/>
                  </a:lnTo>
                  <a:lnTo>
                    <a:pt x="112928" y="26898"/>
                  </a:lnTo>
                  <a:lnTo>
                    <a:pt x="120357" y="32245"/>
                  </a:lnTo>
                  <a:lnTo>
                    <a:pt x="131381" y="35839"/>
                  </a:lnTo>
                  <a:lnTo>
                    <a:pt x="144868" y="37160"/>
                  </a:lnTo>
                  <a:lnTo>
                    <a:pt x="158369" y="35839"/>
                  </a:lnTo>
                  <a:lnTo>
                    <a:pt x="169379" y="32245"/>
                  </a:lnTo>
                  <a:lnTo>
                    <a:pt x="176809" y="26898"/>
                  </a:lnTo>
                  <a:lnTo>
                    <a:pt x="179539" y="20370"/>
                  </a:lnTo>
                  <a:close/>
                </a:path>
                <a:path w="1456054" h="300354">
                  <a:moveTo>
                    <a:pt x="248132" y="72402"/>
                  </a:moveTo>
                  <a:lnTo>
                    <a:pt x="246164" y="67652"/>
                  </a:lnTo>
                  <a:lnTo>
                    <a:pt x="240766" y="63779"/>
                  </a:lnTo>
                  <a:lnTo>
                    <a:pt x="232765" y="61175"/>
                  </a:lnTo>
                  <a:lnTo>
                    <a:pt x="222961" y="60210"/>
                  </a:lnTo>
                  <a:lnTo>
                    <a:pt x="213169" y="61175"/>
                  </a:lnTo>
                  <a:lnTo>
                    <a:pt x="205155" y="63779"/>
                  </a:lnTo>
                  <a:lnTo>
                    <a:pt x="199758" y="67652"/>
                  </a:lnTo>
                  <a:lnTo>
                    <a:pt x="197777" y="72402"/>
                  </a:lnTo>
                  <a:lnTo>
                    <a:pt x="199758" y="77152"/>
                  </a:lnTo>
                  <a:lnTo>
                    <a:pt x="205155" y="81026"/>
                  </a:lnTo>
                  <a:lnTo>
                    <a:pt x="213169" y="83629"/>
                  </a:lnTo>
                  <a:lnTo>
                    <a:pt x="222961" y="84594"/>
                  </a:lnTo>
                  <a:lnTo>
                    <a:pt x="232765" y="83629"/>
                  </a:lnTo>
                  <a:lnTo>
                    <a:pt x="240766" y="81026"/>
                  </a:lnTo>
                  <a:lnTo>
                    <a:pt x="246164" y="77152"/>
                  </a:lnTo>
                  <a:lnTo>
                    <a:pt x="248132" y="72402"/>
                  </a:lnTo>
                  <a:close/>
                </a:path>
                <a:path w="1456054" h="300354">
                  <a:moveTo>
                    <a:pt x="291934" y="12001"/>
                  </a:moveTo>
                  <a:lnTo>
                    <a:pt x="289979" y="7327"/>
                  </a:lnTo>
                  <a:lnTo>
                    <a:pt x="284670" y="3517"/>
                  </a:lnTo>
                  <a:lnTo>
                    <a:pt x="276783" y="939"/>
                  </a:lnTo>
                  <a:lnTo>
                    <a:pt x="267119" y="0"/>
                  </a:lnTo>
                  <a:lnTo>
                    <a:pt x="257454" y="939"/>
                  </a:lnTo>
                  <a:lnTo>
                    <a:pt x="249567" y="3517"/>
                  </a:lnTo>
                  <a:lnTo>
                    <a:pt x="244246" y="7327"/>
                  </a:lnTo>
                  <a:lnTo>
                    <a:pt x="242303" y="12001"/>
                  </a:lnTo>
                  <a:lnTo>
                    <a:pt x="244246" y="16687"/>
                  </a:lnTo>
                  <a:lnTo>
                    <a:pt x="249567" y="20497"/>
                  </a:lnTo>
                  <a:lnTo>
                    <a:pt x="257454" y="23075"/>
                  </a:lnTo>
                  <a:lnTo>
                    <a:pt x="267119" y="24015"/>
                  </a:lnTo>
                  <a:lnTo>
                    <a:pt x="276783" y="23075"/>
                  </a:lnTo>
                  <a:lnTo>
                    <a:pt x="284670" y="20497"/>
                  </a:lnTo>
                  <a:lnTo>
                    <a:pt x="289979" y="16687"/>
                  </a:lnTo>
                  <a:lnTo>
                    <a:pt x="291934" y="12001"/>
                  </a:lnTo>
                  <a:close/>
                </a:path>
                <a:path w="1456054" h="300354">
                  <a:moveTo>
                    <a:pt x="1455445" y="288036"/>
                  </a:moveTo>
                  <a:lnTo>
                    <a:pt x="1453489" y="283349"/>
                  </a:lnTo>
                  <a:lnTo>
                    <a:pt x="1448181" y="279539"/>
                  </a:lnTo>
                  <a:lnTo>
                    <a:pt x="1440294" y="276961"/>
                  </a:lnTo>
                  <a:lnTo>
                    <a:pt x="1430629" y="276009"/>
                  </a:lnTo>
                  <a:lnTo>
                    <a:pt x="1420964" y="276961"/>
                  </a:lnTo>
                  <a:lnTo>
                    <a:pt x="1413078" y="279539"/>
                  </a:lnTo>
                  <a:lnTo>
                    <a:pt x="1407756" y="283349"/>
                  </a:lnTo>
                  <a:lnTo>
                    <a:pt x="1405813" y="288036"/>
                  </a:lnTo>
                  <a:lnTo>
                    <a:pt x="1407756" y="292709"/>
                  </a:lnTo>
                  <a:lnTo>
                    <a:pt x="1413078" y="296532"/>
                  </a:lnTo>
                  <a:lnTo>
                    <a:pt x="1420964" y="299097"/>
                  </a:lnTo>
                  <a:lnTo>
                    <a:pt x="1430629" y="300037"/>
                  </a:lnTo>
                  <a:lnTo>
                    <a:pt x="1440294" y="299097"/>
                  </a:lnTo>
                  <a:lnTo>
                    <a:pt x="1448181" y="296532"/>
                  </a:lnTo>
                  <a:lnTo>
                    <a:pt x="1453489" y="292709"/>
                  </a:lnTo>
                  <a:lnTo>
                    <a:pt x="1455445" y="288036"/>
                  </a:lnTo>
                  <a:close/>
                </a:path>
              </a:pathLst>
            </a:custGeom>
            <a:solidFill>
              <a:srgbClr val="CC9571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78" name="object 1078" descr=""/>
          <p:cNvGrpSpPr/>
          <p:nvPr/>
        </p:nvGrpSpPr>
        <p:grpSpPr>
          <a:xfrm>
            <a:off x="2412807" y="2610590"/>
            <a:ext cx="1149985" cy="2215515"/>
            <a:chOff x="2412807" y="2610590"/>
            <a:chExt cx="1149985" cy="2215515"/>
          </a:xfrm>
        </p:grpSpPr>
        <p:sp>
          <p:nvSpPr>
            <p:cNvPr id="1079" name="object 1079" descr=""/>
            <p:cNvSpPr/>
            <p:nvPr/>
          </p:nvSpPr>
          <p:spPr>
            <a:xfrm>
              <a:off x="2894647" y="2783337"/>
              <a:ext cx="84455" cy="305435"/>
            </a:xfrm>
            <a:custGeom>
              <a:avLst/>
              <a:gdLst/>
              <a:ahLst/>
              <a:cxnLst/>
              <a:rect l="l" t="t" r="r" b="b"/>
              <a:pathLst>
                <a:path w="84455" h="305435">
                  <a:moveTo>
                    <a:pt x="84416" y="212902"/>
                  </a:moveTo>
                  <a:lnTo>
                    <a:pt x="81089" y="196811"/>
                  </a:lnTo>
                  <a:lnTo>
                    <a:pt x="72047" y="183680"/>
                  </a:lnTo>
                  <a:lnTo>
                    <a:pt x="58635" y="174815"/>
                  </a:lnTo>
                  <a:lnTo>
                    <a:pt x="48412" y="172796"/>
                  </a:lnTo>
                  <a:lnTo>
                    <a:pt x="46939" y="126149"/>
                  </a:lnTo>
                  <a:lnTo>
                    <a:pt x="50393" y="125463"/>
                  </a:lnTo>
                  <a:lnTo>
                    <a:pt x="56642" y="121348"/>
                  </a:lnTo>
                  <a:lnTo>
                    <a:pt x="60858" y="115227"/>
                  </a:lnTo>
                  <a:lnTo>
                    <a:pt x="62395" y="107734"/>
                  </a:lnTo>
                  <a:lnTo>
                    <a:pt x="60858" y="100241"/>
                  </a:lnTo>
                  <a:lnTo>
                    <a:pt x="56642" y="94132"/>
                  </a:lnTo>
                  <a:lnTo>
                    <a:pt x="50393" y="90004"/>
                  </a:lnTo>
                  <a:lnTo>
                    <a:pt x="45783" y="89103"/>
                  </a:lnTo>
                  <a:lnTo>
                    <a:pt x="43002" y="0"/>
                  </a:lnTo>
                  <a:lnTo>
                    <a:pt x="40906" y="88861"/>
                  </a:lnTo>
                  <a:lnTo>
                    <a:pt x="35090" y="90004"/>
                  </a:lnTo>
                  <a:lnTo>
                    <a:pt x="28841" y="94132"/>
                  </a:lnTo>
                  <a:lnTo>
                    <a:pt x="24638" y="100241"/>
                  </a:lnTo>
                  <a:lnTo>
                    <a:pt x="23088" y="107734"/>
                  </a:lnTo>
                  <a:lnTo>
                    <a:pt x="24638" y="115227"/>
                  </a:lnTo>
                  <a:lnTo>
                    <a:pt x="28841" y="121348"/>
                  </a:lnTo>
                  <a:lnTo>
                    <a:pt x="35090" y="125463"/>
                  </a:lnTo>
                  <a:lnTo>
                    <a:pt x="40017" y="126441"/>
                  </a:lnTo>
                  <a:lnTo>
                    <a:pt x="38950" y="172212"/>
                  </a:lnTo>
                  <a:lnTo>
                    <a:pt x="25781" y="174815"/>
                  </a:lnTo>
                  <a:lnTo>
                    <a:pt x="12357" y="183680"/>
                  </a:lnTo>
                  <a:lnTo>
                    <a:pt x="3314" y="196811"/>
                  </a:lnTo>
                  <a:lnTo>
                    <a:pt x="0" y="212902"/>
                  </a:lnTo>
                  <a:lnTo>
                    <a:pt x="3314" y="228981"/>
                  </a:lnTo>
                  <a:lnTo>
                    <a:pt x="12357" y="242125"/>
                  </a:lnTo>
                  <a:lnTo>
                    <a:pt x="25781" y="250977"/>
                  </a:lnTo>
                  <a:lnTo>
                    <a:pt x="37045" y="253212"/>
                  </a:lnTo>
                  <a:lnTo>
                    <a:pt x="35839" y="304914"/>
                  </a:lnTo>
                  <a:lnTo>
                    <a:pt x="52552" y="304914"/>
                  </a:lnTo>
                  <a:lnTo>
                    <a:pt x="50901" y="252514"/>
                  </a:lnTo>
                  <a:lnTo>
                    <a:pt x="58635" y="250977"/>
                  </a:lnTo>
                  <a:lnTo>
                    <a:pt x="72047" y="242125"/>
                  </a:lnTo>
                  <a:lnTo>
                    <a:pt x="81089" y="228981"/>
                  </a:lnTo>
                  <a:lnTo>
                    <a:pt x="84416" y="212902"/>
                  </a:lnTo>
                  <a:close/>
                </a:path>
              </a:pathLst>
            </a:custGeom>
            <a:solidFill>
              <a:srgbClr val="F5AE1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80" name="object 1080" descr="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2846754" y="2610590"/>
              <a:ext cx="200836" cy="204171"/>
            </a:xfrm>
            <a:prstGeom prst="rect">
              <a:avLst/>
            </a:prstGeom>
          </p:spPr>
        </p:pic>
        <p:sp>
          <p:nvSpPr>
            <p:cNvPr id="1081" name="object 1081" descr=""/>
            <p:cNvSpPr/>
            <p:nvPr/>
          </p:nvSpPr>
          <p:spPr>
            <a:xfrm>
              <a:off x="2894647" y="2878511"/>
              <a:ext cx="83185" cy="159385"/>
            </a:xfrm>
            <a:custGeom>
              <a:avLst/>
              <a:gdLst/>
              <a:ahLst/>
              <a:cxnLst/>
              <a:rect l="l" t="t" r="r" b="b"/>
              <a:pathLst>
                <a:path w="83185" h="159385">
                  <a:moveTo>
                    <a:pt x="61125" y="19316"/>
                  </a:moveTo>
                  <a:lnTo>
                    <a:pt x="57531" y="23406"/>
                  </a:lnTo>
                  <a:lnTo>
                    <a:pt x="52209" y="26009"/>
                  </a:lnTo>
                  <a:lnTo>
                    <a:pt x="46266" y="26009"/>
                  </a:lnTo>
                  <a:lnTo>
                    <a:pt x="38608" y="24498"/>
                  </a:lnTo>
                  <a:lnTo>
                    <a:pt x="32359" y="20370"/>
                  </a:lnTo>
                  <a:lnTo>
                    <a:pt x="28155" y="14249"/>
                  </a:lnTo>
                  <a:lnTo>
                    <a:pt x="26606" y="6756"/>
                  </a:lnTo>
                  <a:lnTo>
                    <a:pt x="26606" y="4368"/>
                  </a:lnTo>
                  <a:lnTo>
                    <a:pt x="27063" y="2108"/>
                  </a:lnTo>
                  <a:lnTo>
                    <a:pt x="27876" y="0"/>
                  </a:lnTo>
                  <a:lnTo>
                    <a:pt x="24904" y="3378"/>
                  </a:lnTo>
                  <a:lnTo>
                    <a:pt x="23088" y="7759"/>
                  </a:lnTo>
                  <a:lnTo>
                    <a:pt x="23088" y="12560"/>
                  </a:lnTo>
                  <a:lnTo>
                    <a:pt x="24638" y="20053"/>
                  </a:lnTo>
                  <a:lnTo>
                    <a:pt x="28841" y="26162"/>
                  </a:lnTo>
                  <a:lnTo>
                    <a:pt x="35102" y="30289"/>
                  </a:lnTo>
                  <a:lnTo>
                    <a:pt x="42748" y="31800"/>
                  </a:lnTo>
                  <a:lnTo>
                    <a:pt x="51168" y="31800"/>
                  </a:lnTo>
                  <a:lnTo>
                    <a:pt x="58331" y="26606"/>
                  </a:lnTo>
                  <a:lnTo>
                    <a:pt x="61125" y="19316"/>
                  </a:lnTo>
                  <a:close/>
                </a:path>
                <a:path w="83185" h="159385">
                  <a:moveTo>
                    <a:pt x="82638" y="129540"/>
                  </a:moveTo>
                  <a:lnTo>
                    <a:pt x="76034" y="137617"/>
                  </a:lnTo>
                  <a:lnTo>
                    <a:pt x="67589" y="143852"/>
                  </a:lnTo>
                  <a:lnTo>
                    <a:pt x="57696" y="147866"/>
                  </a:lnTo>
                  <a:lnTo>
                    <a:pt x="46697" y="149288"/>
                  </a:lnTo>
                  <a:lnTo>
                    <a:pt x="30264" y="146037"/>
                  </a:lnTo>
                  <a:lnTo>
                    <a:pt x="16852" y="137185"/>
                  </a:lnTo>
                  <a:lnTo>
                    <a:pt x="7797" y="124040"/>
                  </a:lnTo>
                  <a:lnTo>
                    <a:pt x="4483" y="107950"/>
                  </a:lnTo>
                  <a:lnTo>
                    <a:pt x="4483" y="103847"/>
                  </a:lnTo>
                  <a:lnTo>
                    <a:pt x="5118" y="99898"/>
                  </a:lnTo>
                  <a:lnTo>
                    <a:pt x="6261" y="96139"/>
                  </a:lnTo>
                  <a:lnTo>
                    <a:pt x="2311" y="102438"/>
                  </a:lnTo>
                  <a:lnTo>
                    <a:pt x="0" y="109804"/>
                  </a:lnTo>
                  <a:lnTo>
                    <a:pt x="0" y="117729"/>
                  </a:lnTo>
                  <a:lnTo>
                    <a:pt x="3314" y="133807"/>
                  </a:lnTo>
                  <a:lnTo>
                    <a:pt x="12357" y="146951"/>
                  </a:lnTo>
                  <a:lnTo>
                    <a:pt x="25768" y="155803"/>
                  </a:lnTo>
                  <a:lnTo>
                    <a:pt x="42202" y="159054"/>
                  </a:lnTo>
                  <a:lnTo>
                    <a:pt x="55854" y="156845"/>
                  </a:lnTo>
                  <a:lnTo>
                    <a:pt x="67652" y="150698"/>
                  </a:lnTo>
                  <a:lnTo>
                    <a:pt x="76822" y="141351"/>
                  </a:lnTo>
                  <a:lnTo>
                    <a:pt x="82638" y="129540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2" name="object 1082" descr=""/>
            <p:cNvSpPr/>
            <p:nvPr/>
          </p:nvSpPr>
          <p:spPr>
            <a:xfrm>
              <a:off x="2929496" y="2874015"/>
              <a:ext cx="34925" cy="120650"/>
            </a:xfrm>
            <a:custGeom>
              <a:avLst/>
              <a:gdLst/>
              <a:ahLst/>
              <a:cxnLst/>
              <a:rect l="l" t="t" r="r" b="b"/>
              <a:pathLst>
                <a:path w="34925" h="120650">
                  <a:moveTo>
                    <a:pt x="24053" y="11455"/>
                  </a:moveTo>
                  <a:lnTo>
                    <a:pt x="21107" y="6527"/>
                  </a:lnTo>
                  <a:lnTo>
                    <a:pt x="10604" y="203"/>
                  </a:lnTo>
                  <a:lnTo>
                    <a:pt x="5041" y="0"/>
                  </a:lnTo>
                  <a:lnTo>
                    <a:pt x="3429" y="2921"/>
                  </a:lnTo>
                  <a:lnTo>
                    <a:pt x="1816" y="5842"/>
                  </a:lnTo>
                  <a:lnTo>
                    <a:pt x="4749" y="10769"/>
                  </a:lnTo>
                  <a:lnTo>
                    <a:pt x="15252" y="17094"/>
                  </a:lnTo>
                  <a:lnTo>
                    <a:pt x="20828" y="17297"/>
                  </a:lnTo>
                  <a:lnTo>
                    <a:pt x="24053" y="11455"/>
                  </a:lnTo>
                  <a:close/>
                </a:path>
                <a:path w="34925" h="120650">
                  <a:moveTo>
                    <a:pt x="34874" y="110693"/>
                  </a:moveTo>
                  <a:lnTo>
                    <a:pt x="3543" y="89801"/>
                  </a:lnTo>
                  <a:lnTo>
                    <a:pt x="698" y="94945"/>
                  </a:lnTo>
                  <a:lnTo>
                    <a:pt x="0" y="99364"/>
                  </a:lnTo>
                  <a:lnTo>
                    <a:pt x="1955" y="104482"/>
                  </a:lnTo>
                  <a:lnTo>
                    <a:pt x="6172" y="109689"/>
                  </a:lnTo>
                  <a:lnTo>
                    <a:pt x="12280" y="114350"/>
                  </a:lnTo>
                  <a:lnTo>
                    <a:pt x="21526" y="119926"/>
                  </a:lnTo>
                  <a:lnTo>
                    <a:pt x="31330" y="120269"/>
                  </a:lnTo>
                  <a:lnTo>
                    <a:pt x="34175" y="115112"/>
                  </a:lnTo>
                  <a:lnTo>
                    <a:pt x="34874" y="110693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3" name="object 1083" descr=""/>
            <p:cNvSpPr/>
            <p:nvPr/>
          </p:nvSpPr>
          <p:spPr>
            <a:xfrm>
              <a:off x="2462843" y="3082755"/>
              <a:ext cx="942975" cy="1090930"/>
            </a:xfrm>
            <a:custGeom>
              <a:avLst/>
              <a:gdLst/>
              <a:ahLst/>
              <a:cxnLst/>
              <a:rect l="l" t="t" r="r" b="b"/>
              <a:pathLst>
                <a:path w="942975" h="1090929">
                  <a:moveTo>
                    <a:pt x="476444" y="0"/>
                  </a:moveTo>
                  <a:lnTo>
                    <a:pt x="468944" y="1646"/>
                  </a:lnTo>
                  <a:lnTo>
                    <a:pt x="462488" y="6520"/>
                  </a:lnTo>
                  <a:lnTo>
                    <a:pt x="400396" y="78549"/>
                  </a:lnTo>
                  <a:lnTo>
                    <a:pt x="370350" y="109975"/>
                  </a:lnTo>
                  <a:lnTo>
                    <a:pt x="337494" y="137990"/>
                  </a:lnTo>
                  <a:lnTo>
                    <a:pt x="302138" y="162507"/>
                  </a:lnTo>
                  <a:lnTo>
                    <a:pt x="223112" y="206693"/>
                  </a:lnTo>
                  <a:lnTo>
                    <a:pt x="184320" y="233917"/>
                  </a:lnTo>
                  <a:lnTo>
                    <a:pt x="148480" y="264838"/>
                  </a:lnTo>
                  <a:lnTo>
                    <a:pt x="115857" y="299186"/>
                  </a:lnTo>
                  <a:lnTo>
                    <a:pt x="86719" y="336691"/>
                  </a:lnTo>
                  <a:lnTo>
                    <a:pt x="61333" y="377084"/>
                  </a:lnTo>
                  <a:lnTo>
                    <a:pt x="39964" y="420094"/>
                  </a:lnTo>
                  <a:lnTo>
                    <a:pt x="22879" y="465451"/>
                  </a:lnTo>
                  <a:lnTo>
                    <a:pt x="10346" y="512887"/>
                  </a:lnTo>
                  <a:lnTo>
                    <a:pt x="2631" y="562129"/>
                  </a:lnTo>
                  <a:lnTo>
                    <a:pt x="0" y="612910"/>
                  </a:lnTo>
                  <a:lnTo>
                    <a:pt x="2434" y="661767"/>
                  </a:lnTo>
                  <a:lnTo>
                    <a:pt x="9578" y="709213"/>
                  </a:lnTo>
                  <a:lnTo>
                    <a:pt x="21196" y="755007"/>
                  </a:lnTo>
                  <a:lnTo>
                    <a:pt x="37050" y="798909"/>
                  </a:lnTo>
                  <a:lnTo>
                    <a:pt x="56903" y="840679"/>
                  </a:lnTo>
                  <a:lnTo>
                    <a:pt x="80518" y="880077"/>
                  </a:lnTo>
                  <a:lnTo>
                    <a:pt x="107659" y="916862"/>
                  </a:lnTo>
                  <a:lnTo>
                    <a:pt x="138088" y="950795"/>
                  </a:lnTo>
                  <a:lnTo>
                    <a:pt x="171569" y="981635"/>
                  </a:lnTo>
                  <a:lnTo>
                    <a:pt x="207863" y="1009143"/>
                  </a:lnTo>
                  <a:lnTo>
                    <a:pt x="246736" y="1033077"/>
                  </a:lnTo>
                  <a:lnTo>
                    <a:pt x="287948" y="1053199"/>
                  </a:lnTo>
                  <a:lnTo>
                    <a:pt x="331264" y="1069267"/>
                  </a:lnTo>
                  <a:lnTo>
                    <a:pt x="376446" y="1081041"/>
                  </a:lnTo>
                  <a:lnTo>
                    <a:pt x="423258" y="1088282"/>
                  </a:lnTo>
                  <a:lnTo>
                    <a:pt x="471462" y="1090749"/>
                  </a:lnTo>
                  <a:lnTo>
                    <a:pt x="519666" y="1088282"/>
                  </a:lnTo>
                  <a:lnTo>
                    <a:pt x="566477" y="1081041"/>
                  </a:lnTo>
                  <a:lnTo>
                    <a:pt x="611659" y="1069267"/>
                  </a:lnTo>
                  <a:lnTo>
                    <a:pt x="654975" y="1053199"/>
                  </a:lnTo>
                  <a:lnTo>
                    <a:pt x="696188" y="1033077"/>
                  </a:lnTo>
                  <a:lnTo>
                    <a:pt x="735060" y="1009143"/>
                  </a:lnTo>
                  <a:lnTo>
                    <a:pt x="771354" y="981635"/>
                  </a:lnTo>
                  <a:lnTo>
                    <a:pt x="804835" y="950795"/>
                  </a:lnTo>
                  <a:lnTo>
                    <a:pt x="835264" y="916862"/>
                  </a:lnTo>
                  <a:lnTo>
                    <a:pt x="862405" y="880077"/>
                  </a:lnTo>
                  <a:lnTo>
                    <a:pt x="886020" y="840679"/>
                  </a:lnTo>
                  <a:lnTo>
                    <a:pt x="905874" y="798909"/>
                  </a:lnTo>
                  <a:lnTo>
                    <a:pt x="921728" y="755007"/>
                  </a:lnTo>
                  <a:lnTo>
                    <a:pt x="933345" y="709213"/>
                  </a:lnTo>
                  <a:lnTo>
                    <a:pt x="940490" y="661767"/>
                  </a:lnTo>
                  <a:lnTo>
                    <a:pt x="942924" y="612910"/>
                  </a:lnTo>
                  <a:lnTo>
                    <a:pt x="940353" y="562716"/>
                  </a:lnTo>
                  <a:lnTo>
                    <a:pt x="932814" y="514020"/>
                  </a:lnTo>
                  <a:lnTo>
                    <a:pt x="920563" y="467084"/>
                  </a:lnTo>
                  <a:lnTo>
                    <a:pt x="903858" y="422168"/>
                  </a:lnTo>
                  <a:lnTo>
                    <a:pt x="882955" y="379532"/>
                  </a:lnTo>
                  <a:lnTo>
                    <a:pt x="858114" y="339438"/>
                  </a:lnTo>
                  <a:lnTo>
                    <a:pt x="829590" y="302145"/>
                  </a:lnTo>
                  <a:lnTo>
                    <a:pt x="797641" y="267914"/>
                  </a:lnTo>
                  <a:lnTo>
                    <a:pt x="762526" y="237006"/>
                  </a:lnTo>
                  <a:lnTo>
                    <a:pt x="724500" y="209681"/>
                  </a:lnTo>
                  <a:lnTo>
                    <a:pt x="652945" y="168568"/>
                  </a:lnTo>
                  <a:lnTo>
                    <a:pt x="623801" y="148142"/>
                  </a:lnTo>
                  <a:lnTo>
                    <a:pt x="596626" y="124978"/>
                  </a:lnTo>
                  <a:lnTo>
                    <a:pt x="571657" y="99135"/>
                  </a:lnTo>
                  <a:lnTo>
                    <a:pt x="490456" y="6405"/>
                  </a:lnTo>
                  <a:lnTo>
                    <a:pt x="483958" y="1585"/>
                  </a:lnTo>
                  <a:lnTo>
                    <a:pt x="476444" y="0"/>
                  </a:lnTo>
                  <a:close/>
                </a:path>
              </a:pathLst>
            </a:custGeom>
            <a:solidFill>
              <a:srgbClr val="FBC2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4" name="object 1084" descr=""/>
            <p:cNvSpPr/>
            <p:nvPr/>
          </p:nvSpPr>
          <p:spPr>
            <a:xfrm>
              <a:off x="2498966" y="3167309"/>
              <a:ext cx="817880" cy="527050"/>
            </a:xfrm>
            <a:custGeom>
              <a:avLst/>
              <a:gdLst/>
              <a:ahLst/>
              <a:cxnLst/>
              <a:rect l="l" t="t" r="r" b="b"/>
              <a:pathLst>
                <a:path w="817879" h="527050">
                  <a:moveTo>
                    <a:pt x="45339" y="445960"/>
                  </a:moveTo>
                  <a:lnTo>
                    <a:pt x="35179" y="440893"/>
                  </a:lnTo>
                  <a:lnTo>
                    <a:pt x="10147" y="440893"/>
                  </a:lnTo>
                  <a:lnTo>
                    <a:pt x="0" y="445960"/>
                  </a:lnTo>
                  <a:lnTo>
                    <a:pt x="0" y="452183"/>
                  </a:lnTo>
                  <a:lnTo>
                    <a:pt x="0" y="458419"/>
                  </a:lnTo>
                  <a:lnTo>
                    <a:pt x="10147" y="463473"/>
                  </a:lnTo>
                  <a:lnTo>
                    <a:pt x="35179" y="463473"/>
                  </a:lnTo>
                  <a:lnTo>
                    <a:pt x="45339" y="458419"/>
                  </a:lnTo>
                  <a:lnTo>
                    <a:pt x="45339" y="445960"/>
                  </a:lnTo>
                  <a:close/>
                </a:path>
                <a:path w="817879" h="527050">
                  <a:moveTo>
                    <a:pt x="78460" y="419049"/>
                  </a:moveTo>
                  <a:lnTo>
                    <a:pt x="73469" y="416572"/>
                  </a:lnTo>
                  <a:lnTo>
                    <a:pt x="61188" y="416572"/>
                  </a:lnTo>
                  <a:lnTo>
                    <a:pt x="56210" y="419049"/>
                  </a:lnTo>
                  <a:lnTo>
                    <a:pt x="56210" y="422109"/>
                  </a:lnTo>
                  <a:lnTo>
                    <a:pt x="56210" y="425157"/>
                  </a:lnTo>
                  <a:lnTo>
                    <a:pt x="61188" y="427647"/>
                  </a:lnTo>
                  <a:lnTo>
                    <a:pt x="73469" y="427647"/>
                  </a:lnTo>
                  <a:lnTo>
                    <a:pt x="78460" y="425157"/>
                  </a:lnTo>
                  <a:lnTo>
                    <a:pt x="78460" y="419049"/>
                  </a:lnTo>
                  <a:close/>
                </a:path>
                <a:path w="817879" h="527050">
                  <a:moveTo>
                    <a:pt x="103543" y="471373"/>
                  </a:moveTo>
                  <a:lnTo>
                    <a:pt x="96100" y="467664"/>
                  </a:lnTo>
                  <a:lnTo>
                    <a:pt x="77711" y="467664"/>
                  </a:lnTo>
                  <a:lnTo>
                    <a:pt x="70256" y="471373"/>
                  </a:lnTo>
                  <a:lnTo>
                    <a:pt x="70256" y="475957"/>
                  </a:lnTo>
                  <a:lnTo>
                    <a:pt x="70256" y="480529"/>
                  </a:lnTo>
                  <a:lnTo>
                    <a:pt x="77711" y="484251"/>
                  </a:lnTo>
                  <a:lnTo>
                    <a:pt x="96100" y="484251"/>
                  </a:lnTo>
                  <a:lnTo>
                    <a:pt x="103543" y="480529"/>
                  </a:lnTo>
                  <a:lnTo>
                    <a:pt x="103543" y="471373"/>
                  </a:lnTo>
                  <a:close/>
                </a:path>
                <a:path w="817879" h="527050">
                  <a:moveTo>
                    <a:pt x="256120" y="240728"/>
                  </a:moveTo>
                  <a:lnTo>
                    <a:pt x="245960" y="235673"/>
                  </a:lnTo>
                  <a:lnTo>
                    <a:pt x="220916" y="235673"/>
                  </a:lnTo>
                  <a:lnTo>
                    <a:pt x="210781" y="240728"/>
                  </a:lnTo>
                  <a:lnTo>
                    <a:pt x="210781" y="246964"/>
                  </a:lnTo>
                  <a:lnTo>
                    <a:pt x="210781" y="253187"/>
                  </a:lnTo>
                  <a:lnTo>
                    <a:pt x="220916" y="258254"/>
                  </a:lnTo>
                  <a:lnTo>
                    <a:pt x="245960" y="258254"/>
                  </a:lnTo>
                  <a:lnTo>
                    <a:pt x="256120" y="253187"/>
                  </a:lnTo>
                  <a:lnTo>
                    <a:pt x="256120" y="240728"/>
                  </a:lnTo>
                  <a:close/>
                </a:path>
                <a:path w="817879" h="527050">
                  <a:moveTo>
                    <a:pt x="289229" y="213817"/>
                  </a:moveTo>
                  <a:lnTo>
                    <a:pt x="284251" y="211340"/>
                  </a:lnTo>
                  <a:lnTo>
                    <a:pt x="271970" y="211340"/>
                  </a:lnTo>
                  <a:lnTo>
                    <a:pt x="266979" y="213817"/>
                  </a:lnTo>
                  <a:lnTo>
                    <a:pt x="266979" y="216877"/>
                  </a:lnTo>
                  <a:lnTo>
                    <a:pt x="266979" y="219938"/>
                  </a:lnTo>
                  <a:lnTo>
                    <a:pt x="271970" y="222415"/>
                  </a:lnTo>
                  <a:lnTo>
                    <a:pt x="284251" y="222415"/>
                  </a:lnTo>
                  <a:lnTo>
                    <a:pt x="289229" y="219938"/>
                  </a:lnTo>
                  <a:lnTo>
                    <a:pt x="289229" y="213817"/>
                  </a:lnTo>
                  <a:close/>
                </a:path>
                <a:path w="817879" h="527050">
                  <a:moveTo>
                    <a:pt x="314325" y="266153"/>
                  </a:moveTo>
                  <a:lnTo>
                    <a:pt x="306882" y="262445"/>
                  </a:lnTo>
                  <a:lnTo>
                    <a:pt x="288493" y="262445"/>
                  </a:lnTo>
                  <a:lnTo>
                    <a:pt x="281038" y="266153"/>
                  </a:lnTo>
                  <a:lnTo>
                    <a:pt x="281038" y="270725"/>
                  </a:lnTo>
                  <a:lnTo>
                    <a:pt x="281038" y="275297"/>
                  </a:lnTo>
                  <a:lnTo>
                    <a:pt x="288493" y="279006"/>
                  </a:lnTo>
                  <a:lnTo>
                    <a:pt x="306882" y="279006"/>
                  </a:lnTo>
                  <a:lnTo>
                    <a:pt x="314325" y="275297"/>
                  </a:lnTo>
                  <a:lnTo>
                    <a:pt x="314325" y="266153"/>
                  </a:lnTo>
                  <a:close/>
                </a:path>
                <a:path w="817879" h="527050">
                  <a:moveTo>
                    <a:pt x="465721" y="29400"/>
                  </a:moveTo>
                  <a:lnTo>
                    <a:pt x="455561" y="24333"/>
                  </a:lnTo>
                  <a:lnTo>
                    <a:pt x="430530" y="24333"/>
                  </a:lnTo>
                  <a:lnTo>
                    <a:pt x="420382" y="29400"/>
                  </a:lnTo>
                  <a:lnTo>
                    <a:pt x="420382" y="35623"/>
                  </a:lnTo>
                  <a:lnTo>
                    <a:pt x="420382" y="41859"/>
                  </a:lnTo>
                  <a:lnTo>
                    <a:pt x="430530" y="46913"/>
                  </a:lnTo>
                  <a:lnTo>
                    <a:pt x="455561" y="46913"/>
                  </a:lnTo>
                  <a:lnTo>
                    <a:pt x="465721" y="41859"/>
                  </a:lnTo>
                  <a:lnTo>
                    <a:pt x="465721" y="29400"/>
                  </a:lnTo>
                  <a:close/>
                </a:path>
                <a:path w="817879" h="527050">
                  <a:moveTo>
                    <a:pt x="498843" y="2489"/>
                  </a:moveTo>
                  <a:lnTo>
                    <a:pt x="493864" y="0"/>
                  </a:lnTo>
                  <a:lnTo>
                    <a:pt x="481571" y="0"/>
                  </a:lnTo>
                  <a:lnTo>
                    <a:pt x="476592" y="2489"/>
                  </a:lnTo>
                  <a:lnTo>
                    <a:pt x="476592" y="5549"/>
                  </a:lnTo>
                  <a:lnTo>
                    <a:pt x="476592" y="8597"/>
                  </a:lnTo>
                  <a:lnTo>
                    <a:pt x="481571" y="11087"/>
                  </a:lnTo>
                  <a:lnTo>
                    <a:pt x="493864" y="11087"/>
                  </a:lnTo>
                  <a:lnTo>
                    <a:pt x="498843" y="8597"/>
                  </a:lnTo>
                  <a:lnTo>
                    <a:pt x="498843" y="2489"/>
                  </a:lnTo>
                  <a:close/>
                </a:path>
                <a:path w="817879" h="527050">
                  <a:moveTo>
                    <a:pt x="500011" y="428701"/>
                  </a:moveTo>
                  <a:lnTo>
                    <a:pt x="495033" y="426212"/>
                  </a:lnTo>
                  <a:lnTo>
                    <a:pt x="482752" y="426212"/>
                  </a:lnTo>
                  <a:lnTo>
                    <a:pt x="477761" y="428701"/>
                  </a:lnTo>
                  <a:lnTo>
                    <a:pt x="477761" y="431749"/>
                  </a:lnTo>
                  <a:lnTo>
                    <a:pt x="477761" y="434809"/>
                  </a:lnTo>
                  <a:lnTo>
                    <a:pt x="482752" y="437299"/>
                  </a:lnTo>
                  <a:lnTo>
                    <a:pt x="495033" y="437299"/>
                  </a:lnTo>
                  <a:lnTo>
                    <a:pt x="500011" y="434809"/>
                  </a:lnTo>
                  <a:lnTo>
                    <a:pt x="500011" y="428701"/>
                  </a:lnTo>
                  <a:close/>
                </a:path>
                <a:path w="817879" h="527050">
                  <a:moveTo>
                    <a:pt x="523938" y="54813"/>
                  </a:moveTo>
                  <a:lnTo>
                    <a:pt x="516483" y="51104"/>
                  </a:lnTo>
                  <a:lnTo>
                    <a:pt x="498106" y="51104"/>
                  </a:lnTo>
                  <a:lnTo>
                    <a:pt x="490639" y="54813"/>
                  </a:lnTo>
                  <a:lnTo>
                    <a:pt x="490639" y="59397"/>
                  </a:lnTo>
                  <a:lnTo>
                    <a:pt x="490639" y="63969"/>
                  </a:lnTo>
                  <a:lnTo>
                    <a:pt x="498106" y="67678"/>
                  </a:lnTo>
                  <a:lnTo>
                    <a:pt x="516483" y="67678"/>
                  </a:lnTo>
                  <a:lnTo>
                    <a:pt x="523938" y="63969"/>
                  </a:lnTo>
                  <a:lnTo>
                    <a:pt x="523938" y="54813"/>
                  </a:lnTo>
                  <a:close/>
                </a:path>
                <a:path w="817879" h="527050">
                  <a:moveTo>
                    <a:pt x="557060" y="464400"/>
                  </a:moveTo>
                  <a:lnTo>
                    <a:pt x="549605" y="460679"/>
                  </a:lnTo>
                  <a:lnTo>
                    <a:pt x="531228" y="460679"/>
                  </a:lnTo>
                  <a:lnTo>
                    <a:pt x="523773" y="464400"/>
                  </a:lnTo>
                  <a:lnTo>
                    <a:pt x="523773" y="468972"/>
                  </a:lnTo>
                  <a:lnTo>
                    <a:pt x="523773" y="473544"/>
                  </a:lnTo>
                  <a:lnTo>
                    <a:pt x="531228" y="477253"/>
                  </a:lnTo>
                  <a:lnTo>
                    <a:pt x="549605" y="477253"/>
                  </a:lnTo>
                  <a:lnTo>
                    <a:pt x="557060" y="473544"/>
                  </a:lnTo>
                  <a:lnTo>
                    <a:pt x="557060" y="464400"/>
                  </a:lnTo>
                  <a:close/>
                </a:path>
                <a:path w="817879" h="527050">
                  <a:moveTo>
                    <a:pt x="615264" y="213626"/>
                  </a:moveTo>
                  <a:lnTo>
                    <a:pt x="607822" y="209905"/>
                  </a:lnTo>
                  <a:lnTo>
                    <a:pt x="589432" y="209905"/>
                  </a:lnTo>
                  <a:lnTo>
                    <a:pt x="581977" y="213626"/>
                  </a:lnTo>
                  <a:lnTo>
                    <a:pt x="581977" y="218198"/>
                  </a:lnTo>
                  <a:lnTo>
                    <a:pt x="581977" y="222770"/>
                  </a:lnTo>
                  <a:lnTo>
                    <a:pt x="589432" y="226479"/>
                  </a:lnTo>
                  <a:lnTo>
                    <a:pt x="607822" y="226479"/>
                  </a:lnTo>
                  <a:lnTo>
                    <a:pt x="615264" y="222770"/>
                  </a:lnTo>
                  <a:lnTo>
                    <a:pt x="615264" y="213626"/>
                  </a:lnTo>
                  <a:close/>
                </a:path>
                <a:path w="817879" h="527050">
                  <a:moveTo>
                    <a:pt x="656932" y="169062"/>
                  </a:moveTo>
                  <a:lnTo>
                    <a:pt x="651941" y="166585"/>
                  </a:lnTo>
                  <a:lnTo>
                    <a:pt x="639660" y="166585"/>
                  </a:lnTo>
                  <a:lnTo>
                    <a:pt x="634682" y="169062"/>
                  </a:lnTo>
                  <a:lnTo>
                    <a:pt x="634682" y="172123"/>
                  </a:lnTo>
                  <a:lnTo>
                    <a:pt x="634682" y="175183"/>
                  </a:lnTo>
                  <a:lnTo>
                    <a:pt x="639660" y="177660"/>
                  </a:lnTo>
                  <a:lnTo>
                    <a:pt x="651941" y="177660"/>
                  </a:lnTo>
                  <a:lnTo>
                    <a:pt x="656932" y="175183"/>
                  </a:lnTo>
                  <a:lnTo>
                    <a:pt x="656932" y="169062"/>
                  </a:lnTo>
                  <a:close/>
                </a:path>
                <a:path w="817879" h="527050">
                  <a:moveTo>
                    <a:pt x="759650" y="488708"/>
                  </a:moveTo>
                  <a:lnTo>
                    <a:pt x="749490" y="483654"/>
                  </a:lnTo>
                  <a:lnTo>
                    <a:pt x="724446" y="483654"/>
                  </a:lnTo>
                  <a:lnTo>
                    <a:pt x="714311" y="488708"/>
                  </a:lnTo>
                  <a:lnTo>
                    <a:pt x="714311" y="494944"/>
                  </a:lnTo>
                  <a:lnTo>
                    <a:pt x="714311" y="501167"/>
                  </a:lnTo>
                  <a:lnTo>
                    <a:pt x="724446" y="506234"/>
                  </a:lnTo>
                  <a:lnTo>
                    <a:pt x="749490" y="506234"/>
                  </a:lnTo>
                  <a:lnTo>
                    <a:pt x="759650" y="501167"/>
                  </a:lnTo>
                  <a:lnTo>
                    <a:pt x="759650" y="488708"/>
                  </a:lnTo>
                  <a:close/>
                </a:path>
                <a:path w="817879" h="527050">
                  <a:moveTo>
                    <a:pt x="792759" y="461797"/>
                  </a:moveTo>
                  <a:lnTo>
                    <a:pt x="787781" y="459320"/>
                  </a:lnTo>
                  <a:lnTo>
                    <a:pt x="775500" y="459320"/>
                  </a:lnTo>
                  <a:lnTo>
                    <a:pt x="770509" y="461797"/>
                  </a:lnTo>
                  <a:lnTo>
                    <a:pt x="770509" y="464858"/>
                  </a:lnTo>
                  <a:lnTo>
                    <a:pt x="770509" y="467918"/>
                  </a:lnTo>
                  <a:lnTo>
                    <a:pt x="775500" y="470395"/>
                  </a:lnTo>
                  <a:lnTo>
                    <a:pt x="787781" y="470395"/>
                  </a:lnTo>
                  <a:lnTo>
                    <a:pt x="792759" y="467918"/>
                  </a:lnTo>
                  <a:lnTo>
                    <a:pt x="792759" y="461797"/>
                  </a:lnTo>
                  <a:close/>
                </a:path>
                <a:path w="817879" h="527050">
                  <a:moveTo>
                    <a:pt x="817854" y="514134"/>
                  </a:moveTo>
                  <a:lnTo>
                    <a:pt x="810412" y="510425"/>
                  </a:lnTo>
                  <a:lnTo>
                    <a:pt x="792022" y="510425"/>
                  </a:lnTo>
                  <a:lnTo>
                    <a:pt x="784567" y="514134"/>
                  </a:lnTo>
                  <a:lnTo>
                    <a:pt x="784567" y="518706"/>
                  </a:lnTo>
                  <a:lnTo>
                    <a:pt x="784567" y="523278"/>
                  </a:lnTo>
                  <a:lnTo>
                    <a:pt x="792022" y="526986"/>
                  </a:lnTo>
                  <a:lnTo>
                    <a:pt x="810412" y="526986"/>
                  </a:lnTo>
                  <a:lnTo>
                    <a:pt x="817854" y="523278"/>
                  </a:lnTo>
                  <a:lnTo>
                    <a:pt x="817854" y="514134"/>
                  </a:lnTo>
                  <a:close/>
                </a:path>
              </a:pathLst>
            </a:custGeom>
            <a:solidFill>
              <a:srgbClr val="F8AD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5" name="object 1085" descr=""/>
            <p:cNvSpPr/>
            <p:nvPr/>
          </p:nvSpPr>
          <p:spPr>
            <a:xfrm>
              <a:off x="2462845" y="3264021"/>
              <a:ext cx="942975" cy="909955"/>
            </a:xfrm>
            <a:custGeom>
              <a:avLst/>
              <a:gdLst/>
              <a:ahLst/>
              <a:cxnLst/>
              <a:rect l="l" t="t" r="r" b="b"/>
              <a:pathLst>
                <a:path w="942975" h="909954">
                  <a:moveTo>
                    <a:pt x="268839" y="0"/>
                  </a:moveTo>
                  <a:lnTo>
                    <a:pt x="223112" y="25432"/>
                  </a:lnTo>
                  <a:lnTo>
                    <a:pt x="184320" y="52654"/>
                  </a:lnTo>
                  <a:lnTo>
                    <a:pt x="148480" y="83574"/>
                  </a:lnTo>
                  <a:lnTo>
                    <a:pt x="115857" y="117922"/>
                  </a:lnTo>
                  <a:lnTo>
                    <a:pt x="86719" y="155427"/>
                  </a:lnTo>
                  <a:lnTo>
                    <a:pt x="61333" y="195820"/>
                  </a:lnTo>
                  <a:lnTo>
                    <a:pt x="39964" y="238830"/>
                  </a:lnTo>
                  <a:lnTo>
                    <a:pt x="22879" y="284187"/>
                  </a:lnTo>
                  <a:lnTo>
                    <a:pt x="10346" y="331621"/>
                  </a:lnTo>
                  <a:lnTo>
                    <a:pt x="2631" y="380862"/>
                  </a:lnTo>
                  <a:lnTo>
                    <a:pt x="0" y="431641"/>
                  </a:lnTo>
                  <a:lnTo>
                    <a:pt x="2434" y="480498"/>
                  </a:lnTo>
                  <a:lnTo>
                    <a:pt x="9578" y="527944"/>
                  </a:lnTo>
                  <a:lnTo>
                    <a:pt x="21196" y="573738"/>
                  </a:lnTo>
                  <a:lnTo>
                    <a:pt x="37050" y="617641"/>
                  </a:lnTo>
                  <a:lnTo>
                    <a:pt x="56903" y="659412"/>
                  </a:lnTo>
                  <a:lnTo>
                    <a:pt x="80518" y="698811"/>
                  </a:lnTo>
                  <a:lnTo>
                    <a:pt x="107659" y="735597"/>
                  </a:lnTo>
                  <a:lnTo>
                    <a:pt x="138088" y="769531"/>
                  </a:lnTo>
                  <a:lnTo>
                    <a:pt x="171569" y="800372"/>
                  </a:lnTo>
                  <a:lnTo>
                    <a:pt x="207863" y="827881"/>
                  </a:lnTo>
                  <a:lnTo>
                    <a:pt x="246736" y="851816"/>
                  </a:lnTo>
                  <a:lnTo>
                    <a:pt x="287948" y="871938"/>
                  </a:lnTo>
                  <a:lnTo>
                    <a:pt x="331264" y="888007"/>
                  </a:lnTo>
                  <a:lnTo>
                    <a:pt x="376446" y="899782"/>
                  </a:lnTo>
                  <a:lnTo>
                    <a:pt x="423258" y="907023"/>
                  </a:lnTo>
                  <a:lnTo>
                    <a:pt x="471462" y="909490"/>
                  </a:lnTo>
                  <a:lnTo>
                    <a:pt x="518897" y="907101"/>
                  </a:lnTo>
                  <a:lnTo>
                    <a:pt x="564988" y="900088"/>
                  </a:lnTo>
                  <a:lnTo>
                    <a:pt x="609509" y="888678"/>
                  </a:lnTo>
                  <a:lnTo>
                    <a:pt x="652235" y="873101"/>
                  </a:lnTo>
                  <a:lnTo>
                    <a:pt x="692940" y="853585"/>
                  </a:lnTo>
                  <a:lnTo>
                    <a:pt x="731398" y="830359"/>
                  </a:lnTo>
                  <a:lnTo>
                    <a:pt x="767383" y="803652"/>
                  </a:lnTo>
                  <a:lnTo>
                    <a:pt x="800670" y="773693"/>
                  </a:lnTo>
                  <a:lnTo>
                    <a:pt x="831033" y="740711"/>
                  </a:lnTo>
                  <a:lnTo>
                    <a:pt x="858247" y="704934"/>
                  </a:lnTo>
                  <a:lnTo>
                    <a:pt x="882085" y="666591"/>
                  </a:lnTo>
                  <a:lnTo>
                    <a:pt x="902322" y="625910"/>
                  </a:lnTo>
                  <a:lnTo>
                    <a:pt x="918732" y="583122"/>
                  </a:lnTo>
                  <a:lnTo>
                    <a:pt x="931090" y="538454"/>
                  </a:lnTo>
                  <a:lnTo>
                    <a:pt x="939170" y="492135"/>
                  </a:lnTo>
                  <a:lnTo>
                    <a:pt x="942746" y="444394"/>
                  </a:lnTo>
                  <a:lnTo>
                    <a:pt x="894254" y="451258"/>
                  </a:lnTo>
                  <a:lnTo>
                    <a:pt x="845540" y="454237"/>
                  </a:lnTo>
                  <a:lnTo>
                    <a:pt x="796796" y="453155"/>
                  </a:lnTo>
                  <a:lnTo>
                    <a:pt x="748214" y="447836"/>
                  </a:lnTo>
                  <a:lnTo>
                    <a:pt x="699987" y="438102"/>
                  </a:lnTo>
                  <a:lnTo>
                    <a:pt x="652307" y="423777"/>
                  </a:lnTo>
                  <a:lnTo>
                    <a:pt x="605367" y="404684"/>
                  </a:lnTo>
                  <a:lnTo>
                    <a:pt x="559359" y="380646"/>
                  </a:lnTo>
                  <a:lnTo>
                    <a:pt x="514476" y="351486"/>
                  </a:lnTo>
                  <a:lnTo>
                    <a:pt x="475247" y="320648"/>
                  </a:lnTo>
                  <a:lnTo>
                    <a:pt x="439039" y="287319"/>
                  </a:lnTo>
                  <a:lnTo>
                    <a:pt x="405837" y="251688"/>
                  </a:lnTo>
                  <a:lnTo>
                    <a:pt x="375625" y="213940"/>
                  </a:lnTo>
                  <a:lnTo>
                    <a:pt x="348386" y="174263"/>
                  </a:lnTo>
                  <a:lnTo>
                    <a:pt x="324104" y="132844"/>
                  </a:lnTo>
                  <a:lnTo>
                    <a:pt x="302763" y="89869"/>
                  </a:lnTo>
                  <a:lnTo>
                    <a:pt x="284347" y="45525"/>
                  </a:lnTo>
                  <a:lnTo>
                    <a:pt x="268839" y="0"/>
                  </a:lnTo>
                  <a:close/>
                </a:path>
              </a:pathLst>
            </a:custGeom>
            <a:solidFill>
              <a:srgbClr val="000000">
                <a:alpha val="5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86" name="object 1086" descr="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3007603" y="3286022"/>
              <a:ext cx="200996" cy="168938"/>
            </a:xfrm>
            <a:prstGeom prst="rect">
              <a:avLst/>
            </a:prstGeom>
          </p:spPr>
        </p:pic>
        <p:sp>
          <p:nvSpPr>
            <p:cNvPr id="1087" name="object 1087" descr=""/>
            <p:cNvSpPr/>
            <p:nvPr/>
          </p:nvSpPr>
          <p:spPr>
            <a:xfrm>
              <a:off x="2468345" y="3680251"/>
              <a:ext cx="23495" cy="11430"/>
            </a:xfrm>
            <a:custGeom>
              <a:avLst/>
              <a:gdLst/>
              <a:ahLst/>
              <a:cxnLst/>
              <a:rect l="l" t="t" r="r" b="b"/>
              <a:pathLst>
                <a:path w="23494" h="11429">
                  <a:moveTo>
                    <a:pt x="18009" y="0"/>
                  </a:moveTo>
                  <a:lnTo>
                    <a:pt x="5193" y="0"/>
                  </a:lnTo>
                  <a:lnTo>
                    <a:pt x="0" y="2481"/>
                  </a:lnTo>
                  <a:lnTo>
                    <a:pt x="0" y="5539"/>
                  </a:lnTo>
                  <a:lnTo>
                    <a:pt x="0" y="8596"/>
                  </a:lnTo>
                  <a:lnTo>
                    <a:pt x="5193" y="11078"/>
                  </a:lnTo>
                  <a:lnTo>
                    <a:pt x="18009" y="11078"/>
                  </a:lnTo>
                  <a:lnTo>
                    <a:pt x="23213" y="8596"/>
                  </a:lnTo>
                  <a:lnTo>
                    <a:pt x="23213" y="2481"/>
                  </a:lnTo>
                  <a:lnTo>
                    <a:pt x="18009" y="0"/>
                  </a:lnTo>
                  <a:close/>
                </a:path>
              </a:pathLst>
            </a:custGeom>
            <a:solidFill>
              <a:srgbClr val="F8AD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8" name="object 1088" descr=""/>
            <p:cNvSpPr/>
            <p:nvPr/>
          </p:nvSpPr>
          <p:spPr>
            <a:xfrm>
              <a:off x="2460405" y="3683608"/>
              <a:ext cx="53975" cy="118110"/>
            </a:xfrm>
            <a:custGeom>
              <a:avLst/>
              <a:gdLst/>
              <a:ahLst/>
              <a:cxnLst/>
              <a:rect l="l" t="t" r="r" b="b"/>
              <a:pathLst>
                <a:path w="53975" h="118110">
                  <a:moveTo>
                    <a:pt x="26763" y="0"/>
                  </a:moveTo>
                  <a:lnTo>
                    <a:pt x="15226" y="4640"/>
                  </a:lnTo>
                  <a:lnTo>
                    <a:pt x="6844" y="17295"/>
                  </a:lnTo>
                  <a:lnTo>
                    <a:pt x="1730" y="36063"/>
                  </a:lnTo>
                  <a:lnTo>
                    <a:pt x="0" y="59045"/>
                  </a:lnTo>
                  <a:lnTo>
                    <a:pt x="1730" y="82026"/>
                  </a:lnTo>
                  <a:lnTo>
                    <a:pt x="6844" y="100795"/>
                  </a:lnTo>
                  <a:lnTo>
                    <a:pt x="15226" y="113450"/>
                  </a:lnTo>
                  <a:lnTo>
                    <a:pt x="26763" y="118090"/>
                  </a:lnTo>
                  <a:lnTo>
                    <a:pt x="38294" y="113450"/>
                  </a:lnTo>
                  <a:lnTo>
                    <a:pt x="46673" y="100795"/>
                  </a:lnTo>
                  <a:lnTo>
                    <a:pt x="51786" y="82026"/>
                  </a:lnTo>
                  <a:lnTo>
                    <a:pt x="53516" y="59045"/>
                  </a:lnTo>
                  <a:lnTo>
                    <a:pt x="51786" y="36063"/>
                  </a:lnTo>
                  <a:lnTo>
                    <a:pt x="46673" y="17295"/>
                  </a:lnTo>
                  <a:lnTo>
                    <a:pt x="38294" y="4640"/>
                  </a:lnTo>
                  <a:lnTo>
                    <a:pt x="26763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9" name="object 1089" descr=""/>
            <p:cNvSpPr/>
            <p:nvPr/>
          </p:nvSpPr>
          <p:spPr>
            <a:xfrm>
              <a:off x="2498603" y="370605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0" name="object 1090" descr=""/>
            <p:cNvSpPr/>
            <p:nvPr/>
          </p:nvSpPr>
          <p:spPr>
            <a:xfrm>
              <a:off x="2499399" y="3706058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1" name="object 1091" descr=""/>
            <p:cNvSpPr/>
            <p:nvPr/>
          </p:nvSpPr>
          <p:spPr>
            <a:xfrm>
              <a:off x="2484225" y="368895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2" name="object 1092" descr=""/>
            <p:cNvSpPr/>
            <p:nvPr/>
          </p:nvSpPr>
          <p:spPr>
            <a:xfrm>
              <a:off x="2485021" y="3688956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3" name="object 1093" descr=""/>
            <p:cNvSpPr/>
            <p:nvPr/>
          </p:nvSpPr>
          <p:spPr>
            <a:xfrm>
              <a:off x="2468250" y="3705143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4" name="object 1094" descr=""/>
            <p:cNvSpPr/>
            <p:nvPr/>
          </p:nvSpPr>
          <p:spPr>
            <a:xfrm>
              <a:off x="2469046" y="3705143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5" name="object 1095" descr=""/>
            <p:cNvSpPr/>
            <p:nvPr/>
          </p:nvSpPr>
          <p:spPr>
            <a:xfrm>
              <a:off x="2475140" y="3723458"/>
              <a:ext cx="26670" cy="52705"/>
            </a:xfrm>
            <a:custGeom>
              <a:avLst/>
              <a:gdLst/>
              <a:ahLst/>
              <a:cxnLst/>
              <a:rect l="l" t="t" r="r" b="b"/>
              <a:pathLst>
                <a:path w="26669" h="52704">
                  <a:moveTo>
                    <a:pt x="13015" y="0"/>
                  </a:moveTo>
                  <a:lnTo>
                    <a:pt x="0" y="26114"/>
                  </a:lnTo>
                  <a:lnTo>
                    <a:pt x="1023" y="36274"/>
                  </a:lnTo>
                  <a:lnTo>
                    <a:pt x="3814" y="44568"/>
                  </a:lnTo>
                  <a:lnTo>
                    <a:pt x="7951" y="50158"/>
                  </a:lnTo>
                  <a:lnTo>
                    <a:pt x="13015" y="52207"/>
                  </a:lnTo>
                  <a:lnTo>
                    <a:pt x="14931" y="52207"/>
                  </a:lnTo>
                  <a:lnTo>
                    <a:pt x="16774" y="51380"/>
                  </a:lnTo>
                  <a:lnTo>
                    <a:pt x="22931" y="45757"/>
                  </a:lnTo>
                  <a:lnTo>
                    <a:pt x="26051" y="36669"/>
                  </a:lnTo>
                  <a:lnTo>
                    <a:pt x="26051" y="26114"/>
                  </a:lnTo>
                  <a:lnTo>
                    <a:pt x="25029" y="15951"/>
                  </a:lnTo>
                  <a:lnTo>
                    <a:pt x="22238" y="7650"/>
                  </a:lnTo>
                  <a:lnTo>
                    <a:pt x="18095" y="2052"/>
                  </a:lnTo>
                  <a:lnTo>
                    <a:pt x="1301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6" name="object 1096" descr=""/>
            <p:cNvSpPr/>
            <p:nvPr/>
          </p:nvSpPr>
          <p:spPr>
            <a:xfrm>
              <a:off x="2479339" y="3723458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8816" y="0"/>
                  </a:moveTo>
                  <a:lnTo>
                    <a:pt x="7591" y="115"/>
                  </a:lnTo>
                  <a:lnTo>
                    <a:pt x="3109" y="4219"/>
                  </a:lnTo>
                  <a:lnTo>
                    <a:pt x="0" y="13339"/>
                  </a:lnTo>
                  <a:lnTo>
                    <a:pt x="0" y="23863"/>
                  </a:lnTo>
                  <a:lnTo>
                    <a:pt x="1022" y="34027"/>
                  </a:lnTo>
                  <a:lnTo>
                    <a:pt x="3810" y="42332"/>
                  </a:lnTo>
                  <a:lnTo>
                    <a:pt x="7946" y="47933"/>
                  </a:lnTo>
                  <a:lnTo>
                    <a:pt x="13015" y="49988"/>
                  </a:lnTo>
                  <a:lnTo>
                    <a:pt x="14229" y="49862"/>
                  </a:lnTo>
                  <a:lnTo>
                    <a:pt x="18732" y="45757"/>
                  </a:lnTo>
                  <a:lnTo>
                    <a:pt x="21852" y="36669"/>
                  </a:lnTo>
                  <a:lnTo>
                    <a:pt x="21852" y="26114"/>
                  </a:lnTo>
                  <a:lnTo>
                    <a:pt x="20830" y="15951"/>
                  </a:lnTo>
                  <a:lnTo>
                    <a:pt x="18040" y="7650"/>
                  </a:lnTo>
                  <a:lnTo>
                    <a:pt x="13896" y="2052"/>
                  </a:lnTo>
                  <a:lnTo>
                    <a:pt x="881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7" name="object 1097" descr=""/>
            <p:cNvSpPr/>
            <p:nvPr/>
          </p:nvSpPr>
          <p:spPr>
            <a:xfrm>
              <a:off x="2534300" y="3683608"/>
              <a:ext cx="53975" cy="118110"/>
            </a:xfrm>
            <a:custGeom>
              <a:avLst/>
              <a:gdLst/>
              <a:ahLst/>
              <a:cxnLst/>
              <a:rect l="l" t="t" r="r" b="b"/>
              <a:pathLst>
                <a:path w="53975" h="118110">
                  <a:moveTo>
                    <a:pt x="26763" y="0"/>
                  </a:moveTo>
                  <a:lnTo>
                    <a:pt x="15226" y="4640"/>
                  </a:lnTo>
                  <a:lnTo>
                    <a:pt x="6844" y="17295"/>
                  </a:lnTo>
                  <a:lnTo>
                    <a:pt x="1730" y="36063"/>
                  </a:lnTo>
                  <a:lnTo>
                    <a:pt x="0" y="59045"/>
                  </a:lnTo>
                  <a:lnTo>
                    <a:pt x="1730" y="82026"/>
                  </a:lnTo>
                  <a:lnTo>
                    <a:pt x="6844" y="100795"/>
                  </a:lnTo>
                  <a:lnTo>
                    <a:pt x="15226" y="113450"/>
                  </a:lnTo>
                  <a:lnTo>
                    <a:pt x="26763" y="118090"/>
                  </a:lnTo>
                  <a:lnTo>
                    <a:pt x="38294" y="113450"/>
                  </a:lnTo>
                  <a:lnTo>
                    <a:pt x="46673" y="100795"/>
                  </a:lnTo>
                  <a:lnTo>
                    <a:pt x="51786" y="82026"/>
                  </a:lnTo>
                  <a:lnTo>
                    <a:pt x="53516" y="59045"/>
                  </a:lnTo>
                  <a:lnTo>
                    <a:pt x="51786" y="36063"/>
                  </a:lnTo>
                  <a:lnTo>
                    <a:pt x="46673" y="17295"/>
                  </a:lnTo>
                  <a:lnTo>
                    <a:pt x="38294" y="4640"/>
                  </a:lnTo>
                  <a:lnTo>
                    <a:pt x="26763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8" name="object 1098" descr=""/>
            <p:cNvSpPr/>
            <p:nvPr/>
          </p:nvSpPr>
          <p:spPr>
            <a:xfrm>
              <a:off x="2572499" y="370605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9" name="object 1099" descr=""/>
            <p:cNvSpPr/>
            <p:nvPr/>
          </p:nvSpPr>
          <p:spPr>
            <a:xfrm>
              <a:off x="2573295" y="3706058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0" name="object 1100" descr=""/>
            <p:cNvSpPr/>
            <p:nvPr/>
          </p:nvSpPr>
          <p:spPr>
            <a:xfrm>
              <a:off x="2558122" y="368895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1" name="object 1101" descr=""/>
            <p:cNvSpPr/>
            <p:nvPr/>
          </p:nvSpPr>
          <p:spPr>
            <a:xfrm>
              <a:off x="2558917" y="3688956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2" name="object 1102" descr=""/>
            <p:cNvSpPr/>
            <p:nvPr/>
          </p:nvSpPr>
          <p:spPr>
            <a:xfrm>
              <a:off x="2542145" y="3705143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3" name="object 1103" descr=""/>
            <p:cNvSpPr/>
            <p:nvPr/>
          </p:nvSpPr>
          <p:spPr>
            <a:xfrm>
              <a:off x="2542941" y="3705143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4" name="object 1104" descr=""/>
            <p:cNvSpPr/>
            <p:nvPr/>
          </p:nvSpPr>
          <p:spPr>
            <a:xfrm>
              <a:off x="2549036" y="3723458"/>
              <a:ext cx="26670" cy="52705"/>
            </a:xfrm>
            <a:custGeom>
              <a:avLst/>
              <a:gdLst/>
              <a:ahLst/>
              <a:cxnLst/>
              <a:rect l="l" t="t" r="r" b="b"/>
              <a:pathLst>
                <a:path w="26669" h="52704">
                  <a:moveTo>
                    <a:pt x="13015" y="0"/>
                  </a:moveTo>
                  <a:lnTo>
                    <a:pt x="0" y="26114"/>
                  </a:lnTo>
                  <a:lnTo>
                    <a:pt x="1022" y="36274"/>
                  </a:lnTo>
                  <a:lnTo>
                    <a:pt x="3810" y="44568"/>
                  </a:lnTo>
                  <a:lnTo>
                    <a:pt x="7946" y="50158"/>
                  </a:lnTo>
                  <a:lnTo>
                    <a:pt x="13015" y="52207"/>
                  </a:lnTo>
                  <a:lnTo>
                    <a:pt x="14931" y="52207"/>
                  </a:lnTo>
                  <a:lnTo>
                    <a:pt x="16774" y="51380"/>
                  </a:lnTo>
                  <a:lnTo>
                    <a:pt x="22931" y="45757"/>
                  </a:lnTo>
                  <a:lnTo>
                    <a:pt x="26051" y="36669"/>
                  </a:lnTo>
                  <a:lnTo>
                    <a:pt x="26051" y="26114"/>
                  </a:lnTo>
                  <a:lnTo>
                    <a:pt x="25029" y="15951"/>
                  </a:lnTo>
                  <a:lnTo>
                    <a:pt x="22238" y="7650"/>
                  </a:lnTo>
                  <a:lnTo>
                    <a:pt x="18095" y="2052"/>
                  </a:lnTo>
                  <a:lnTo>
                    <a:pt x="1301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5" name="object 1105" descr=""/>
            <p:cNvSpPr/>
            <p:nvPr/>
          </p:nvSpPr>
          <p:spPr>
            <a:xfrm>
              <a:off x="2553235" y="3723458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8816" y="0"/>
                  </a:moveTo>
                  <a:lnTo>
                    <a:pt x="7591" y="115"/>
                  </a:lnTo>
                  <a:lnTo>
                    <a:pt x="3109" y="4219"/>
                  </a:lnTo>
                  <a:lnTo>
                    <a:pt x="0" y="13339"/>
                  </a:lnTo>
                  <a:lnTo>
                    <a:pt x="0" y="23863"/>
                  </a:lnTo>
                  <a:lnTo>
                    <a:pt x="1022" y="34027"/>
                  </a:lnTo>
                  <a:lnTo>
                    <a:pt x="3810" y="42332"/>
                  </a:lnTo>
                  <a:lnTo>
                    <a:pt x="7946" y="47933"/>
                  </a:lnTo>
                  <a:lnTo>
                    <a:pt x="13015" y="49988"/>
                  </a:lnTo>
                  <a:lnTo>
                    <a:pt x="14229" y="49862"/>
                  </a:lnTo>
                  <a:lnTo>
                    <a:pt x="18732" y="45757"/>
                  </a:lnTo>
                  <a:lnTo>
                    <a:pt x="21852" y="36669"/>
                  </a:lnTo>
                  <a:lnTo>
                    <a:pt x="21852" y="26114"/>
                  </a:lnTo>
                  <a:lnTo>
                    <a:pt x="20830" y="15951"/>
                  </a:lnTo>
                  <a:lnTo>
                    <a:pt x="18040" y="7650"/>
                  </a:lnTo>
                  <a:lnTo>
                    <a:pt x="13896" y="2052"/>
                  </a:lnTo>
                  <a:lnTo>
                    <a:pt x="881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6" name="object 1106" descr=""/>
            <p:cNvSpPr/>
            <p:nvPr/>
          </p:nvSpPr>
          <p:spPr>
            <a:xfrm>
              <a:off x="2608195" y="3681165"/>
              <a:ext cx="53975" cy="118110"/>
            </a:xfrm>
            <a:custGeom>
              <a:avLst/>
              <a:gdLst/>
              <a:ahLst/>
              <a:cxnLst/>
              <a:rect l="l" t="t" r="r" b="b"/>
              <a:pathLst>
                <a:path w="53975" h="118110">
                  <a:moveTo>
                    <a:pt x="26763" y="0"/>
                  </a:moveTo>
                  <a:lnTo>
                    <a:pt x="15226" y="4640"/>
                  </a:lnTo>
                  <a:lnTo>
                    <a:pt x="6844" y="17295"/>
                  </a:lnTo>
                  <a:lnTo>
                    <a:pt x="1730" y="36063"/>
                  </a:lnTo>
                  <a:lnTo>
                    <a:pt x="0" y="59045"/>
                  </a:lnTo>
                  <a:lnTo>
                    <a:pt x="1730" y="82026"/>
                  </a:lnTo>
                  <a:lnTo>
                    <a:pt x="6844" y="100795"/>
                  </a:lnTo>
                  <a:lnTo>
                    <a:pt x="15226" y="113450"/>
                  </a:lnTo>
                  <a:lnTo>
                    <a:pt x="26763" y="118090"/>
                  </a:lnTo>
                  <a:lnTo>
                    <a:pt x="38294" y="113450"/>
                  </a:lnTo>
                  <a:lnTo>
                    <a:pt x="46673" y="100795"/>
                  </a:lnTo>
                  <a:lnTo>
                    <a:pt x="51786" y="82026"/>
                  </a:lnTo>
                  <a:lnTo>
                    <a:pt x="53516" y="59045"/>
                  </a:lnTo>
                  <a:lnTo>
                    <a:pt x="51786" y="36063"/>
                  </a:lnTo>
                  <a:lnTo>
                    <a:pt x="46673" y="17295"/>
                  </a:lnTo>
                  <a:lnTo>
                    <a:pt x="38294" y="4640"/>
                  </a:lnTo>
                  <a:lnTo>
                    <a:pt x="26763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7" name="object 1107" descr=""/>
            <p:cNvSpPr/>
            <p:nvPr/>
          </p:nvSpPr>
          <p:spPr>
            <a:xfrm>
              <a:off x="2646394" y="3703617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8" name="object 1108" descr=""/>
            <p:cNvSpPr/>
            <p:nvPr/>
          </p:nvSpPr>
          <p:spPr>
            <a:xfrm>
              <a:off x="2647190" y="3703617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9" name="object 1109" descr=""/>
            <p:cNvSpPr/>
            <p:nvPr/>
          </p:nvSpPr>
          <p:spPr>
            <a:xfrm>
              <a:off x="2632017" y="3686513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0" name="object 1110" descr=""/>
            <p:cNvSpPr/>
            <p:nvPr/>
          </p:nvSpPr>
          <p:spPr>
            <a:xfrm>
              <a:off x="2632813" y="3686513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1" name="object 1111" descr=""/>
            <p:cNvSpPr/>
            <p:nvPr/>
          </p:nvSpPr>
          <p:spPr>
            <a:xfrm>
              <a:off x="2616041" y="3702699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2" name="object 1112" descr=""/>
            <p:cNvSpPr/>
            <p:nvPr/>
          </p:nvSpPr>
          <p:spPr>
            <a:xfrm>
              <a:off x="2616837" y="3702699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3" name="object 1113" descr=""/>
            <p:cNvSpPr/>
            <p:nvPr/>
          </p:nvSpPr>
          <p:spPr>
            <a:xfrm>
              <a:off x="2622932" y="3721015"/>
              <a:ext cx="26670" cy="52705"/>
            </a:xfrm>
            <a:custGeom>
              <a:avLst/>
              <a:gdLst/>
              <a:ahLst/>
              <a:cxnLst/>
              <a:rect l="l" t="t" r="r" b="b"/>
              <a:pathLst>
                <a:path w="26669" h="52704">
                  <a:moveTo>
                    <a:pt x="13015" y="0"/>
                  </a:moveTo>
                  <a:lnTo>
                    <a:pt x="0" y="26114"/>
                  </a:lnTo>
                  <a:lnTo>
                    <a:pt x="1022" y="36274"/>
                  </a:lnTo>
                  <a:lnTo>
                    <a:pt x="3810" y="44568"/>
                  </a:lnTo>
                  <a:lnTo>
                    <a:pt x="7946" y="50158"/>
                  </a:lnTo>
                  <a:lnTo>
                    <a:pt x="13015" y="52207"/>
                  </a:lnTo>
                  <a:lnTo>
                    <a:pt x="14931" y="52207"/>
                  </a:lnTo>
                  <a:lnTo>
                    <a:pt x="16774" y="51380"/>
                  </a:lnTo>
                  <a:lnTo>
                    <a:pt x="22931" y="45757"/>
                  </a:lnTo>
                  <a:lnTo>
                    <a:pt x="26051" y="36669"/>
                  </a:lnTo>
                  <a:lnTo>
                    <a:pt x="26051" y="26114"/>
                  </a:lnTo>
                  <a:lnTo>
                    <a:pt x="25029" y="15951"/>
                  </a:lnTo>
                  <a:lnTo>
                    <a:pt x="22238" y="7650"/>
                  </a:lnTo>
                  <a:lnTo>
                    <a:pt x="18095" y="2052"/>
                  </a:lnTo>
                  <a:lnTo>
                    <a:pt x="1301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4" name="object 1114" descr=""/>
            <p:cNvSpPr/>
            <p:nvPr/>
          </p:nvSpPr>
          <p:spPr>
            <a:xfrm>
              <a:off x="2627131" y="3721015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8816" y="0"/>
                  </a:moveTo>
                  <a:lnTo>
                    <a:pt x="7591" y="115"/>
                  </a:lnTo>
                  <a:lnTo>
                    <a:pt x="3109" y="4219"/>
                  </a:lnTo>
                  <a:lnTo>
                    <a:pt x="0" y="13339"/>
                  </a:lnTo>
                  <a:lnTo>
                    <a:pt x="0" y="23863"/>
                  </a:lnTo>
                  <a:lnTo>
                    <a:pt x="1022" y="34027"/>
                  </a:lnTo>
                  <a:lnTo>
                    <a:pt x="3810" y="42332"/>
                  </a:lnTo>
                  <a:lnTo>
                    <a:pt x="7946" y="47933"/>
                  </a:lnTo>
                  <a:lnTo>
                    <a:pt x="13015" y="49988"/>
                  </a:lnTo>
                  <a:lnTo>
                    <a:pt x="14229" y="49862"/>
                  </a:lnTo>
                  <a:lnTo>
                    <a:pt x="18732" y="45757"/>
                  </a:lnTo>
                  <a:lnTo>
                    <a:pt x="21852" y="36669"/>
                  </a:lnTo>
                  <a:lnTo>
                    <a:pt x="21852" y="26114"/>
                  </a:lnTo>
                  <a:lnTo>
                    <a:pt x="20830" y="15951"/>
                  </a:lnTo>
                  <a:lnTo>
                    <a:pt x="18040" y="7650"/>
                  </a:lnTo>
                  <a:lnTo>
                    <a:pt x="13896" y="2052"/>
                  </a:lnTo>
                  <a:lnTo>
                    <a:pt x="881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5" name="object 1115" descr=""/>
            <p:cNvSpPr/>
            <p:nvPr/>
          </p:nvSpPr>
          <p:spPr>
            <a:xfrm>
              <a:off x="2682092" y="3681165"/>
              <a:ext cx="53975" cy="118110"/>
            </a:xfrm>
            <a:custGeom>
              <a:avLst/>
              <a:gdLst/>
              <a:ahLst/>
              <a:cxnLst/>
              <a:rect l="l" t="t" r="r" b="b"/>
              <a:pathLst>
                <a:path w="53975" h="118110">
                  <a:moveTo>
                    <a:pt x="26753" y="0"/>
                  </a:moveTo>
                  <a:lnTo>
                    <a:pt x="15222" y="4640"/>
                  </a:lnTo>
                  <a:lnTo>
                    <a:pt x="6842" y="17295"/>
                  </a:lnTo>
                  <a:lnTo>
                    <a:pt x="1729" y="36063"/>
                  </a:lnTo>
                  <a:lnTo>
                    <a:pt x="0" y="59045"/>
                  </a:lnTo>
                  <a:lnTo>
                    <a:pt x="1729" y="82026"/>
                  </a:lnTo>
                  <a:lnTo>
                    <a:pt x="6842" y="100795"/>
                  </a:lnTo>
                  <a:lnTo>
                    <a:pt x="15222" y="113450"/>
                  </a:lnTo>
                  <a:lnTo>
                    <a:pt x="26753" y="118090"/>
                  </a:lnTo>
                  <a:lnTo>
                    <a:pt x="38289" y="113450"/>
                  </a:lnTo>
                  <a:lnTo>
                    <a:pt x="46672" y="100795"/>
                  </a:lnTo>
                  <a:lnTo>
                    <a:pt x="51786" y="82026"/>
                  </a:lnTo>
                  <a:lnTo>
                    <a:pt x="53516" y="59045"/>
                  </a:lnTo>
                  <a:lnTo>
                    <a:pt x="51786" y="36063"/>
                  </a:lnTo>
                  <a:lnTo>
                    <a:pt x="46672" y="17295"/>
                  </a:lnTo>
                  <a:lnTo>
                    <a:pt x="38289" y="4640"/>
                  </a:lnTo>
                  <a:lnTo>
                    <a:pt x="26753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6" name="object 1116" descr=""/>
            <p:cNvSpPr/>
            <p:nvPr/>
          </p:nvSpPr>
          <p:spPr>
            <a:xfrm>
              <a:off x="2720289" y="3703617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7" name="object 1117" descr=""/>
            <p:cNvSpPr/>
            <p:nvPr/>
          </p:nvSpPr>
          <p:spPr>
            <a:xfrm>
              <a:off x="2721085" y="3703617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8" name="object 1118" descr=""/>
            <p:cNvSpPr/>
            <p:nvPr/>
          </p:nvSpPr>
          <p:spPr>
            <a:xfrm>
              <a:off x="2705912" y="3686513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9" name="object 1119" descr=""/>
            <p:cNvSpPr/>
            <p:nvPr/>
          </p:nvSpPr>
          <p:spPr>
            <a:xfrm>
              <a:off x="2706708" y="3686513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0" name="object 1120" descr=""/>
            <p:cNvSpPr/>
            <p:nvPr/>
          </p:nvSpPr>
          <p:spPr>
            <a:xfrm>
              <a:off x="2689936" y="3702699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1" name="object 1121" descr=""/>
            <p:cNvSpPr/>
            <p:nvPr/>
          </p:nvSpPr>
          <p:spPr>
            <a:xfrm>
              <a:off x="2690732" y="3702699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2" name="object 1122" descr=""/>
            <p:cNvSpPr/>
            <p:nvPr/>
          </p:nvSpPr>
          <p:spPr>
            <a:xfrm>
              <a:off x="2696826" y="3721015"/>
              <a:ext cx="26670" cy="52705"/>
            </a:xfrm>
            <a:custGeom>
              <a:avLst/>
              <a:gdLst/>
              <a:ahLst/>
              <a:cxnLst/>
              <a:rect l="l" t="t" r="r" b="b"/>
              <a:pathLst>
                <a:path w="26669" h="52704">
                  <a:moveTo>
                    <a:pt x="13015" y="0"/>
                  </a:moveTo>
                  <a:lnTo>
                    <a:pt x="0" y="26114"/>
                  </a:lnTo>
                  <a:lnTo>
                    <a:pt x="1023" y="36274"/>
                  </a:lnTo>
                  <a:lnTo>
                    <a:pt x="3814" y="44568"/>
                  </a:lnTo>
                  <a:lnTo>
                    <a:pt x="7951" y="50158"/>
                  </a:lnTo>
                  <a:lnTo>
                    <a:pt x="13015" y="52207"/>
                  </a:lnTo>
                  <a:lnTo>
                    <a:pt x="14931" y="52207"/>
                  </a:lnTo>
                  <a:lnTo>
                    <a:pt x="16774" y="51380"/>
                  </a:lnTo>
                  <a:lnTo>
                    <a:pt x="22941" y="45757"/>
                  </a:lnTo>
                  <a:lnTo>
                    <a:pt x="26051" y="36669"/>
                  </a:lnTo>
                  <a:lnTo>
                    <a:pt x="26051" y="26114"/>
                  </a:lnTo>
                  <a:lnTo>
                    <a:pt x="25029" y="15951"/>
                  </a:lnTo>
                  <a:lnTo>
                    <a:pt x="22238" y="7650"/>
                  </a:lnTo>
                  <a:lnTo>
                    <a:pt x="18095" y="2052"/>
                  </a:lnTo>
                  <a:lnTo>
                    <a:pt x="1301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3" name="object 1123" descr=""/>
            <p:cNvSpPr/>
            <p:nvPr/>
          </p:nvSpPr>
          <p:spPr>
            <a:xfrm>
              <a:off x="2701025" y="3721015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8816" y="0"/>
                  </a:moveTo>
                  <a:lnTo>
                    <a:pt x="7591" y="115"/>
                  </a:lnTo>
                  <a:lnTo>
                    <a:pt x="3109" y="4219"/>
                  </a:lnTo>
                  <a:lnTo>
                    <a:pt x="0" y="13339"/>
                  </a:lnTo>
                  <a:lnTo>
                    <a:pt x="0" y="23863"/>
                  </a:lnTo>
                  <a:lnTo>
                    <a:pt x="1022" y="34027"/>
                  </a:lnTo>
                  <a:lnTo>
                    <a:pt x="3810" y="42332"/>
                  </a:lnTo>
                  <a:lnTo>
                    <a:pt x="7946" y="47933"/>
                  </a:lnTo>
                  <a:lnTo>
                    <a:pt x="13015" y="49988"/>
                  </a:lnTo>
                  <a:lnTo>
                    <a:pt x="14229" y="49862"/>
                  </a:lnTo>
                  <a:lnTo>
                    <a:pt x="18742" y="45757"/>
                  </a:lnTo>
                  <a:lnTo>
                    <a:pt x="21852" y="36669"/>
                  </a:lnTo>
                  <a:lnTo>
                    <a:pt x="21852" y="26114"/>
                  </a:lnTo>
                  <a:lnTo>
                    <a:pt x="20830" y="15951"/>
                  </a:lnTo>
                  <a:lnTo>
                    <a:pt x="18040" y="7650"/>
                  </a:lnTo>
                  <a:lnTo>
                    <a:pt x="13896" y="2052"/>
                  </a:lnTo>
                  <a:lnTo>
                    <a:pt x="881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4" name="object 1124" descr=""/>
            <p:cNvSpPr/>
            <p:nvPr/>
          </p:nvSpPr>
          <p:spPr>
            <a:xfrm>
              <a:off x="2755988" y="3682794"/>
              <a:ext cx="53975" cy="118110"/>
            </a:xfrm>
            <a:custGeom>
              <a:avLst/>
              <a:gdLst/>
              <a:ahLst/>
              <a:cxnLst/>
              <a:rect l="l" t="t" r="r" b="b"/>
              <a:pathLst>
                <a:path w="53975" h="118110">
                  <a:moveTo>
                    <a:pt x="26763" y="0"/>
                  </a:moveTo>
                  <a:lnTo>
                    <a:pt x="15226" y="4640"/>
                  </a:lnTo>
                  <a:lnTo>
                    <a:pt x="6844" y="17295"/>
                  </a:lnTo>
                  <a:lnTo>
                    <a:pt x="1730" y="36063"/>
                  </a:lnTo>
                  <a:lnTo>
                    <a:pt x="0" y="59045"/>
                  </a:lnTo>
                  <a:lnTo>
                    <a:pt x="1730" y="82026"/>
                  </a:lnTo>
                  <a:lnTo>
                    <a:pt x="6844" y="100795"/>
                  </a:lnTo>
                  <a:lnTo>
                    <a:pt x="15226" y="113450"/>
                  </a:lnTo>
                  <a:lnTo>
                    <a:pt x="26763" y="118090"/>
                  </a:lnTo>
                  <a:lnTo>
                    <a:pt x="38294" y="113450"/>
                  </a:lnTo>
                  <a:lnTo>
                    <a:pt x="46673" y="100795"/>
                  </a:lnTo>
                  <a:lnTo>
                    <a:pt x="51786" y="82026"/>
                  </a:lnTo>
                  <a:lnTo>
                    <a:pt x="53516" y="59045"/>
                  </a:lnTo>
                  <a:lnTo>
                    <a:pt x="51786" y="36063"/>
                  </a:lnTo>
                  <a:lnTo>
                    <a:pt x="46673" y="17295"/>
                  </a:lnTo>
                  <a:lnTo>
                    <a:pt x="38294" y="4640"/>
                  </a:lnTo>
                  <a:lnTo>
                    <a:pt x="26763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5" name="object 1125" descr=""/>
            <p:cNvSpPr/>
            <p:nvPr/>
          </p:nvSpPr>
          <p:spPr>
            <a:xfrm>
              <a:off x="2794186" y="3705245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6" name="object 1126" descr=""/>
            <p:cNvSpPr/>
            <p:nvPr/>
          </p:nvSpPr>
          <p:spPr>
            <a:xfrm>
              <a:off x="2794981" y="3705245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7" name="object 1127" descr=""/>
            <p:cNvSpPr/>
            <p:nvPr/>
          </p:nvSpPr>
          <p:spPr>
            <a:xfrm>
              <a:off x="2779808" y="3688143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8" name="object 1128" descr=""/>
            <p:cNvSpPr/>
            <p:nvPr/>
          </p:nvSpPr>
          <p:spPr>
            <a:xfrm>
              <a:off x="2780604" y="3688143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9" name="object 1129" descr=""/>
            <p:cNvSpPr/>
            <p:nvPr/>
          </p:nvSpPr>
          <p:spPr>
            <a:xfrm>
              <a:off x="2763833" y="3704329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0" name="object 1130" descr=""/>
            <p:cNvSpPr/>
            <p:nvPr/>
          </p:nvSpPr>
          <p:spPr>
            <a:xfrm>
              <a:off x="2764628" y="3704329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1" name="object 1131" descr=""/>
            <p:cNvSpPr/>
            <p:nvPr/>
          </p:nvSpPr>
          <p:spPr>
            <a:xfrm>
              <a:off x="2770722" y="3722643"/>
              <a:ext cx="26670" cy="52705"/>
            </a:xfrm>
            <a:custGeom>
              <a:avLst/>
              <a:gdLst/>
              <a:ahLst/>
              <a:cxnLst/>
              <a:rect l="l" t="t" r="r" b="b"/>
              <a:pathLst>
                <a:path w="26669" h="52704">
                  <a:moveTo>
                    <a:pt x="13015" y="0"/>
                  </a:moveTo>
                  <a:lnTo>
                    <a:pt x="0" y="26114"/>
                  </a:lnTo>
                  <a:lnTo>
                    <a:pt x="1023" y="36274"/>
                  </a:lnTo>
                  <a:lnTo>
                    <a:pt x="3814" y="44568"/>
                  </a:lnTo>
                  <a:lnTo>
                    <a:pt x="7951" y="50158"/>
                  </a:lnTo>
                  <a:lnTo>
                    <a:pt x="13015" y="52207"/>
                  </a:lnTo>
                  <a:lnTo>
                    <a:pt x="14931" y="52207"/>
                  </a:lnTo>
                  <a:lnTo>
                    <a:pt x="16774" y="51380"/>
                  </a:lnTo>
                  <a:lnTo>
                    <a:pt x="22941" y="45757"/>
                  </a:lnTo>
                  <a:lnTo>
                    <a:pt x="26051" y="36669"/>
                  </a:lnTo>
                  <a:lnTo>
                    <a:pt x="26051" y="26114"/>
                  </a:lnTo>
                  <a:lnTo>
                    <a:pt x="25029" y="15951"/>
                  </a:lnTo>
                  <a:lnTo>
                    <a:pt x="22238" y="7650"/>
                  </a:lnTo>
                  <a:lnTo>
                    <a:pt x="18095" y="2052"/>
                  </a:lnTo>
                  <a:lnTo>
                    <a:pt x="1301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2" name="object 1132" descr=""/>
            <p:cNvSpPr/>
            <p:nvPr/>
          </p:nvSpPr>
          <p:spPr>
            <a:xfrm>
              <a:off x="2774921" y="3722643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8816" y="0"/>
                  </a:moveTo>
                  <a:lnTo>
                    <a:pt x="7591" y="115"/>
                  </a:lnTo>
                  <a:lnTo>
                    <a:pt x="3109" y="4219"/>
                  </a:lnTo>
                  <a:lnTo>
                    <a:pt x="0" y="13339"/>
                  </a:lnTo>
                  <a:lnTo>
                    <a:pt x="0" y="23863"/>
                  </a:lnTo>
                  <a:lnTo>
                    <a:pt x="1022" y="34027"/>
                  </a:lnTo>
                  <a:lnTo>
                    <a:pt x="3810" y="42332"/>
                  </a:lnTo>
                  <a:lnTo>
                    <a:pt x="7946" y="47933"/>
                  </a:lnTo>
                  <a:lnTo>
                    <a:pt x="13015" y="49988"/>
                  </a:lnTo>
                  <a:lnTo>
                    <a:pt x="14229" y="49862"/>
                  </a:lnTo>
                  <a:lnTo>
                    <a:pt x="18742" y="45757"/>
                  </a:lnTo>
                  <a:lnTo>
                    <a:pt x="21852" y="36669"/>
                  </a:lnTo>
                  <a:lnTo>
                    <a:pt x="21852" y="26114"/>
                  </a:lnTo>
                  <a:lnTo>
                    <a:pt x="20830" y="15951"/>
                  </a:lnTo>
                  <a:lnTo>
                    <a:pt x="18040" y="7650"/>
                  </a:lnTo>
                  <a:lnTo>
                    <a:pt x="13896" y="2052"/>
                  </a:lnTo>
                  <a:lnTo>
                    <a:pt x="881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3" name="object 1133" descr=""/>
            <p:cNvSpPr/>
            <p:nvPr/>
          </p:nvSpPr>
          <p:spPr>
            <a:xfrm>
              <a:off x="2829883" y="3682794"/>
              <a:ext cx="53975" cy="118110"/>
            </a:xfrm>
            <a:custGeom>
              <a:avLst/>
              <a:gdLst/>
              <a:ahLst/>
              <a:cxnLst/>
              <a:rect l="l" t="t" r="r" b="b"/>
              <a:pathLst>
                <a:path w="53975" h="118110">
                  <a:moveTo>
                    <a:pt x="26763" y="0"/>
                  </a:moveTo>
                  <a:lnTo>
                    <a:pt x="15226" y="4640"/>
                  </a:lnTo>
                  <a:lnTo>
                    <a:pt x="6844" y="17295"/>
                  </a:lnTo>
                  <a:lnTo>
                    <a:pt x="1730" y="36063"/>
                  </a:lnTo>
                  <a:lnTo>
                    <a:pt x="0" y="59045"/>
                  </a:lnTo>
                  <a:lnTo>
                    <a:pt x="1730" y="82026"/>
                  </a:lnTo>
                  <a:lnTo>
                    <a:pt x="6844" y="100795"/>
                  </a:lnTo>
                  <a:lnTo>
                    <a:pt x="15226" y="113450"/>
                  </a:lnTo>
                  <a:lnTo>
                    <a:pt x="26763" y="118090"/>
                  </a:lnTo>
                  <a:lnTo>
                    <a:pt x="38294" y="113450"/>
                  </a:lnTo>
                  <a:lnTo>
                    <a:pt x="46673" y="100795"/>
                  </a:lnTo>
                  <a:lnTo>
                    <a:pt x="51786" y="82026"/>
                  </a:lnTo>
                  <a:lnTo>
                    <a:pt x="53516" y="59045"/>
                  </a:lnTo>
                  <a:lnTo>
                    <a:pt x="51786" y="36063"/>
                  </a:lnTo>
                  <a:lnTo>
                    <a:pt x="46673" y="17295"/>
                  </a:lnTo>
                  <a:lnTo>
                    <a:pt x="38294" y="4640"/>
                  </a:lnTo>
                  <a:lnTo>
                    <a:pt x="26763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4" name="object 1134" descr=""/>
            <p:cNvSpPr/>
            <p:nvPr/>
          </p:nvSpPr>
          <p:spPr>
            <a:xfrm>
              <a:off x="2868082" y="3705245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5" name="object 1135" descr=""/>
            <p:cNvSpPr/>
            <p:nvPr/>
          </p:nvSpPr>
          <p:spPr>
            <a:xfrm>
              <a:off x="2868878" y="3705245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6" name="object 1136" descr=""/>
            <p:cNvSpPr/>
            <p:nvPr/>
          </p:nvSpPr>
          <p:spPr>
            <a:xfrm>
              <a:off x="2853704" y="3688143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7" name="object 1137" descr=""/>
            <p:cNvSpPr/>
            <p:nvPr/>
          </p:nvSpPr>
          <p:spPr>
            <a:xfrm>
              <a:off x="2854500" y="3688143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8" name="object 1138" descr=""/>
            <p:cNvSpPr/>
            <p:nvPr/>
          </p:nvSpPr>
          <p:spPr>
            <a:xfrm>
              <a:off x="2837728" y="3704329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9" name="object 1139" descr=""/>
            <p:cNvSpPr/>
            <p:nvPr/>
          </p:nvSpPr>
          <p:spPr>
            <a:xfrm>
              <a:off x="2838524" y="3704329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0" name="object 1140" descr=""/>
            <p:cNvSpPr/>
            <p:nvPr/>
          </p:nvSpPr>
          <p:spPr>
            <a:xfrm>
              <a:off x="2844619" y="3722643"/>
              <a:ext cx="26670" cy="52705"/>
            </a:xfrm>
            <a:custGeom>
              <a:avLst/>
              <a:gdLst/>
              <a:ahLst/>
              <a:cxnLst/>
              <a:rect l="l" t="t" r="r" b="b"/>
              <a:pathLst>
                <a:path w="26669" h="52704">
                  <a:moveTo>
                    <a:pt x="13015" y="0"/>
                  </a:moveTo>
                  <a:lnTo>
                    <a:pt x="0" y="26114"/>
                  </a:lnTo>
                  <a:lnTo>
                    <a:pt x="1023" y="36274"/>
                  </a:lnTo>
                  <a:lnTo>
                    <a:pt x="3814" y="44568"/>
                  </a:lnTo>
                  <a:lnTo>
                    <a:pt x="7951" y="50158"/>
                  </a:lnTo>
                  <a:lnTo>
                    <a:pt x="13015" y="52207"/>
                  </a:lnTo>
                  <a:lnTo>
                    <a:pt x="14931" y="52207"/>
                  </a:lnTo>
                  <a:lnTo>
                    <a:pt x="16774" y="51380"/>
                  </a:lnTo>
                  <a:lnTo>
                    <a:pt x="22931" y="45757"/>
                  </a:lnTo>
                  <a:lnTo>
                    <a:pt x="26051" y="36669"/>
                  </a:lnTo>
                  <a:lnTo>
                    <a:pt x="26051" y="26114"/>
                  </a:lnTo>
                  <a:lnTo>
                    <a:pt x="25029" y="15951"/>
                  </a:lnTo>
                  <a:lnTo>
                    <a:pt x="22238" y="7650"/>
                  </a:lnTo>
                  <a:lnTo>
                    <a:pt x="18095" y="2052"/>
                  </a:lnTo>
                  <a:lnTo>
                    <a:pt x="1301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1" name="object 1141" descr=""/>
            <p:cNvSpPr/>
            <p:nvPr/>
          </p:nvSpPr>
          <p:spPr>
            <a:xfrm>
              <a:off x="2848817" y="3722643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8816" y="0"/>
                  </a:moveTo>
                  <a:lnTo>
                    <a:pt x="7591" y="115"/>
                  </a:lnTo>
                  <a:lnTo>
                    <a:pt x="3109" y="4219"/>
                  </a:lnTo>
                  <a:lnTo>
                    <a:pt x="0" y="13339"/>
                  </a:lnTo>
                  <a:lnTo>
                    <a:pt x="0" y="23863"/>
                  </a:lnTo>
                  <a:lnTo>
                    <a:pt x="1022" y="34027"/>
                  </a:lnTo>
                  <a:lnTo>
                    <a:pt x="3810" y="42332"/>
                  </a:lnTo>
                  <a:lnTo>
                    <a:pt x="7946" y="47933"/>
                  </a:lnTo>
                  <a:lnTo>
                    <a:pt x="13015" y="49988"/>
                  </a:lnTo>
                  <a:lnTo>
                    <a:pt x="14229" y="49862"/>
                  </a:lnTo>
                  <a:lnTo>
                    <a:pt x="18732" y="45757"/>
                  </a:lnTo>
                  <a:lnTo>
                    <a:pt x="21852" y="36669"/>
                  </a:lnTo>
                  <a:lnTo>
                    <a:pt x="21852" y="26114"/>
                  </a:lnTo>
                  <a:lnTo>
                    <a:pt x="20830" y="15951"/>
                  </a:lnTo>
                  <a:lnTo>
                    <a:pt x="18040" y="7650"/>
                  </a:lnTo>
                  <a:lnTo>
                    <a:pt x="13896" y="2052"/>
                  </a:lnTo>
                  <a:lnTo>
                    <a:pt x="881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2" name="object 1142" descr=""/>
            <p:cNvSpPr/>
            <p:nvPr/>
          </p:nvSpPr>
          <p:spPr>
            <a:xfrm>
              <a:off x="2903778" y="3681980"/>
              <a:ext cx="53975" cy="118110"/>
            </a:xfrm>
            <a:custGeom>
              <a:avLst/>
              <a:gdLst/>
              <a:ahLst/>
              <a:cxnLst/>
              <a:rect l="l" t="t" r="r" b="b"/>
              <a:pathLst>
                <a:path w="53975" h="118110">
                  <a:moveTo>
                    <a:pt x="26763" y="0"/>
                  </a:moveTo>
                  <a:lnTo>
                    <a:pt x="15226" y="4640"/>
                  </a:lnTo>
                  <a:lnTo>
                    <a:pt x="6844" y="17295"/>
                  </a:lnTo>
                  <a:lnTo>
                    <a:pt x="1730" y="36063"/>
                  </a:lnTo>
                  <a:lnTo>
                    <a:pt x="0" y="59045"/>
                  </a:lnTo>
                  <a:lnTo>
                    <a:pt x="1730" y="82026"/>
                  </a:lnTo>
                  <a:lnTo>
                    <a:pt x="6844" y="100795"/>
                  </a:lnTo>
                  <a:lnTo>
                    <a:pt x="15226" y="113450"/>
                  </a:lnTo>
                  <a:lnTo>
                    <a:pt x="26763" y="118090"/>
                  </a:lnTo>
                  <a:lnTo>
                    <a:pt x="38294" y="113450"/>
                  </a:lnTo>
                  <a:lnTo>
                    <a:pt x="46673" y="100795"/>
                  </a:lnTo>
                  <a:lnTo>
                    <a:pt x="51786" y="82026"/>
                  </a:lnTo>
                  <a:lnTo>
                    <a:pt x="53516" y="59045"/>
                  </a:lnTo>
                  <a:lnTo>
                    <a:pt x="51786" y="36063"/>
                  </a:lnTo>
                  <a:lnTo>
                    <a:pt x="46673" y="17295"/>
                  </a:lnTo>
                  <a:lnTo>
                    <a:pt x="38294" y="4640"/>
                  </a:lnTo>
                  <a:lnTo>
                    <a:pt x="26763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3" name="object 1143" descr=""/>
            <p:cNvSpPr/>
            <p:nvPr/>
          </p:nvSpPr>
          <p:spPr>
            <a:xfrm>
              <a:off x="2941977" y="3704430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4" name="object 1144" descr=""/>
            <p:cNvSpPr/>
            <p:nvPr/>
          </p:nvSpPr>
          <p:spPr>
            <a:xfrm>
              <a:off x="2942773" y="3704430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5" name="object 1145" descr=""/>
            <p:cNvSpPr/>
            <p:nvPr/>
          </p:nvSpPr>
          <p:spPr>
            <a:xfrm>
              <a:off x="2927598" y="368732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6" name="object 1146" descr=""/>
            <p:cNvSpPr/>
            <p:nvPr/>
          </p:nvSpPr>
          <p:spPr>
            <a:xfrm>
              <a:off x="2928394" y="3687328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7" name="object 1147" descr=""/>
            <p:cNvSpPr/>
            <p:nvPr/>
          </p:nvSpPr>
          <p:spPr>
            <a:xfrm>
              <a:off x="2911624" y="3703514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8" name="object 1148" descr=""/>
            <p:cNvSpPr/>
            <p:nvPr/>
          </p:nvSpPr>
          <p:spPr>
            <a:xfrm>
              <a:off x="2912420" y="3703514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9" name="object 1149" descr=""/>
            <p:cNvSpPr/>
            <p:nvPr/>
          </p:nvSpPr>
          <p:spPr>
            <a:xfrm>
              <a:off x="2918515" y="3721829"/>
              <a:ext cx="26670" cy="52705"/>
            </a:xfrm>
            <a:custGeom>
              <a:avLst/>
              <a:gdLst/>
              <a:ahLst/>
              <a:cxnLst/>
              <a:rect l="l" t="t" r="r" b="b"/>
              <a:pathLst>
                <a:path w="26669" h="52704">
                  <a:moveTo>
                    <a:pt x="13015" y="0"/>
                  </a:moveTo>
                  <a:lnTo>
                    <a:pt x="0" y="26114"/>
                  </a:lnTo>
                  <a:lnTo>
                    <a:pt x="1022" y="36274"/>
                  </a:lnTo>
                  <a:lnTo>
                    <a:pt x="3810" y="44568"/>
                  </a:lnTo>
                  <a:lnTo>
                    <a:pt x="7946" y="50158"/>
                  </a:lnTo>
                  <a:lnTo>
                    <a:pt x="13015" y="52207"/>
                  </a:lnTo>
                  <a:lnTo>
                    <a:pt x="14931" y="52207"/>
                  </a:lnTo>
                  <a:lnTo>
                    <a:pt x="16774" y="51380"/>
                  </a:lnTo>
                  <a:lnTo>
                    <a:pt x="22931" y="45757"/>
                  </a:lnTo>
                  <a:lnTo>
                    <a:pt x="26051" y="36669"/>
                  </a:lnTo>
                  <a:lnTo>
                    <a:pt x="26051" y="26114"/>
                  </a:lnTo>
                  <a:lnTo>
                    <a:pt x="25029" y="15951"/>
                  </a:lnTo>
                  <a:lnTo>
                    <a:pt x="22238" y="7650"/>
                  </a:lnTo>
                  <a:lnTo>
                    <a:pt x="18095" y="2052"/>
                  </a:lnTo>
                  <a:lnTo>
                    <a:pt x="1301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0" name="object 1150" descr=""/>
            <p:cNvSpPr/>
            <p:nvPr/>
          </p:nvSpPr>
          <p:spPr>
            <a:xfrm>
              <a:off x="2922714" y="3721829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8816" y="0"/>
                  </a:moveTo>
                  <a:lnTo>
                    <a:pt x="7591" y="115"/>
                  </a:lnTo>
                  <a:lnTo>
                    <a:pt x="3109" y="4219"/>
                  </a:lnTo>
                  <a:lnTo>
                    <a:pt x="0" y="13339"/>
                  </a:lnTo>
                  <a:lnTo>
                    <a:pt x="0" y="23863"/>
                  </a:lnTo>
                  <a:lnTo>
                    <a:pt x="1021" y="34027"/>
                  </a:lnTo>
                  <a:lnTo>
                    <a:pt x="3808" y="42332"/>
                  </a:lnTo>
                  <a:lnTo>
                    <a:pt x="7942" y="47933"/>
                  </a:lnTo>
                  <a:lnTo>
                    <a:pt x="13004" y="49988"/>
                  </a:lnTo>
                  <a:lnTo>
                    <a:pt x="14229" y="49862"/>
                  </a:lnTo>
                  <a:lnTo>
                    <a:pt x="18732" y="45757"/>
                  </a:lnTo>
                  <a:lnTo>
                    <a:pt x="21852" y="36669"/>
                  </a:lnTo>
                  <a:lnTo>
                    <a:pt x="21852" y="26114"/>
                  </a:lnTo>
                  <a:lnTo>
                    <a:pt x="20830" y="15951"/>
                  </a:lnTo>
                  <a:lnTo>
                    <a:pt x="18040" y="7650"/>
                  </a:lnTo>
                  <a:lnTo>
                    <a:pt x="13896" y="2052"/>
                  </a:lnTo>
                  <a:lnTo>
                    <a:pt x="881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1" name="object 1151" descr=""/>
            <p:cNvSpPr/>
            <p:nvPr/>
          </p:nvSpPr>
          <p:spPr>
            <a:xfrm>
              <a:off x="2977674" y="3681980"/>
              <a:ext cx="53975" cy="118110"/>
            </a:xfrm>
            <a:custGeom>
              <a:avLst/>
              <a:gdLst/>
              <a:ahLst/>
              <a:cxnLst/>
              <a:rect l="l" t="t" r="r" b="b"/>
              <a:pathLst>
                <a:path w="53975" h="118110">
                  <a:moveTo>
                    <a:pt x="26763" y="0"/>
                  </a:moveTo>
                  <a:lnTo>
                    <a:pt x="15226" y="4640"/>
                  </a:lnTo>
                  <a:lnTo>
                    <a:pt x="6844" y="17295"/>
                  </a:lnTo>
                  <a:lnTo>
                    <a:pt x="1730" y="36063"/>
                  </a:lnTo>
                  <a:lnTo>
                    <a:pt x="0" y="59045"/>
                  </a:lnTo>
                  <a:lnTo>
                    <a:pt x="1730" y="82026"/>
                  </a:lnTo>
                  <a:lnTo>
                    <a:pt x="6844" y="100795"/>
                  </a:lnTo>
                  <a:lnTo>
                    <a:pt x="15226" y="113450"/>
                  </a:lnTo>
                  <a:lnTo>
                    <a:pt x="26763" y="118090"/>
                  </a:lnTo>
                  <a:lnTo>
                    <a:pt x="38294" y="113450"/>
                  </a:lnTo>
                  <a:lnTo>
                    <a:pt x="46673" y="100795"/>
                  </a:lnTo>
                  <a:lnTo>
                    <a:pt x="51786" y="82026"/>
                  </a:lnTo>
                  <a:lnTo>
                    <a:pt x="53516" y="59045"/>
                  </a:lnTo>
                  <a:lnTo>
                    <a:pt x="51786" y="36063"/>
                  </a:lnTo>
                  <a:lnTo>
                    <a:pt x="46673" y="17295"/>
                  </a:lnTo>
                  <a:lnTo>
                    <a:pt x="38294" y="4640"/>
                  </a:lnTo>
                  <a:lnTo>
                    <a:pt x="26763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2" name="object 1152" descr=""/>
            <p:cNvSpPr/>
            <p:nvPr/>
          </p:nvSpPr>
          <p:spPr>
            <a:xfrm>
              <a:off x="3015872" y="3704430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3" name="object 1153" descr=""/>
            <p:cNvSpPr/>
            <p:nvPr/>
          </p:nvSpPr>
          <p:spPr>
            <a:xfrm>
              <a:off x="3016668" y="3704430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4" name="object 1154" descr=""/>
            <p:cNvSpPr/>
            <p:nvPr/>
          </p:nvSpPr>
          <p:spPr>
            <a:xfrm>
              <a:off x="3001495" y="368732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5" name="object 1155" descr=""/>
            <p:cNvSpPr/>
            <p:nvPr/>
          </p:nvSpPr>
          <p:spPr>
            <a:xfrm>
              <a:off x="3002290" y="3687328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6" name="object 1156" descr=""/>
            <p:cNvSpPr/>
            <p:nvPr/>
          </p:nvSpPr>
          <p:spPr>
            <a:xfrm>
              <a:off x="2985520" y="3703514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7" name="object 1157" descr=""/>
            <p:cNvSpPr/>
            <p:nvPr/>
          </p:nvSpPr>
          <p:spPr>
            <a:xfrm>
              <a:off x="2986316" y="3703514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8" name="object 1158" descr=""/>
            <p:cNvSpPr/>
            <p:nvPr/>
          </p:nvSpPr>
          <p:spPr>
            <a:xfrm>
              <a:off x="2992410" y="3721829"/>
              <a:ext cx="26670" cy="52705"/>
            </a:xfrm>
            <a:custGeom>
              <a:avLst/>
              <a:gdLst/>
              <a:ahLst/>
              <a:cxnLst/>
              <a:rect l="l" t="t" r="r" b="b"/>
              <a:pathLst>
                <a:path w="26669" h="52704">
                  <a:moveTo>
                    <a:pt x="13015" y="0"/>
                  </a:moveTo>
                  <a:lnTo>
                    <a:pt x="0" y="26114"/>
                  </a:lnTo>
                  <a:lnTo>
                    <a:pt x="1022" y="36274"/>
                  </a:lnTo>
                  <a:lnTo>
                    <a:pt x="3810" y="44568"/>
                  </a:lnTo>
                  <a:lnTo>
                    <a:pt x="7946" y="50158"/>
                  </a:lnTo>
                  <a:lnTo>
                    <a:pt x="13015" y="52207"/>
                  </a:lnTo>
                  <a:lnTo>
                    <a:pt x="14931" y="52207"/>
                  </a:lnTo>
                  <a:lnTo>
                    <a:pt x="16774" y="51380"/>
                  </a:lnTo>
                  <a:lnTo>
                    <a:pt x="22931" y="45757"/>
                  </a:lnTo>
                  <a:lnTo>
                    <a:pt x="26051" y="36669"/>
                  </a:lnTo>
                  <a:lnTo>
                    <a:pt x="26051" y="26114"/>
                  </a:lnTo>
                  <a:lnTo>
                    <a:pt x="25029" y="15951"/>
                  </a:lnTo>
                  <a:lnTo>
                    <a:pt x="22238" y="7650"/>
                  </a:lnTo>
                  <a:lnTo>
                    <a:pt x="18095" y="2052"/>
                  </a:lnTo>
                  <a:lnTo>
                    <a:pt x="1301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9" name="object 1159" descr=""/>
            <p:cNvSpPr/>
            <p:nvPr/>
          </p:nvSpPr>
          <p:spPr>
            <a:xfrm>
              <a:off x="2996609" y="3721829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8816" y="0"/>
                  </a:moveTo>
                  <a:lnTo>
                    <a:pt x="7591" y="115"/>
                  </a:lnTo>
                  <a:lnTo>
                    <a:pt x="3109" y="4219"/>
                  </a:lnTo>
                  <a:lnTo>
                    <a:pt x="0" y="13339"/>
                  </a:lnTo>
                  <a:lnTo>
                    <a:pt x="0" y="23863"/>
                  </a:lnTo>
                  <a:lnTo>
                    <a:pt x="1022" y="34027"/>
                  </a:lnTo>
                  <a:lnTo>
                    <a:pt x="3810" y="42332"/>
                  </a:lnTo>
                  <a:lnTo>
                    <a:pt x="7946" y="47933"/>
                  </a:lnTo>
                  <a:lnTo>
                    <a:pt x="13015" y="49988"/>
                  </a:lnTo>
                  <a:lnTo>
                    <a:pt x="14229" y="49862"/>
                  </a:lnTo>
                  <a:lnTo>
                    <a:pt x="18732" y="45757"/>
                  </a:lnTo>
                  <a:lnTo>
                    <a:pt x="21852" y="36669"/>
                  </a:lnTo>
                  <a:lnTo>
                    <a:pt x="21852" y="26114"/>
                  </a:lnTo>
                  <a:lnTo>
                    <a:pt x="20830" y="15951"/>
                  </a:lnTo>
                  <a:lnTo>
                    <a:pt x="18040" y="7650"/>
                  </a:lnTo>
                  <a:lnTo>
                    <a:pt x="13896" y="2052"/>
                  </a:lnTo>
                  <a:lnTo>
                    <a:pt x="881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0" name="object 1160" descr=""/>
            <p:cNvSpPr/>
            <p:nvPr/>
          </p:nvSpPr>
          <p:spPr>
            <a:xfrm>
              <a:off x="3051571" y="3677908"/>
              <a:ext cx="53975" cy="118110"/>
            </a:xfrm>
            <a:custGeom>
              <a:avLst/>
              <a:gdLst/>
              <a:ahLst/>
              <a:cxnLst/>
              <a:rect l="l" t="t" r="r" b="b"/>
              <a:pathLst>
                <a:path w="53975" h="118110">
                  <a:moveTo>
                    <a:pt x="26763" y="0"/>
                  </a:moveTo>
                  <a:lnTo>
                    <a:pt x="15226" y="4640"/>
                  </a:lnTo>
                  <a:lnTo>
                    <a:pt x="6844" y="17295"/>
                  </a:lnTo>
                  <a:lnTo>
                    <a:pt x="1730" y="36063"/>
                  </a:lnTo>
                  <a:lnTo>
                    <a:pt x="0" y="59045"/>
                  </a:lnTo>
                  <a:lnTo>
                    <a:pt x="1730" y="82026"/>
                  </a:lnTo>
                  <a:lnTo>
                    <a:pt x="6844" y="100795"/>
                  </a:lnTo>
                  <a:lnTo>
                    <a:pt x="15226" y="113450"/>
                  </a:lnTo>
                  <a:lnTo>
                    <a:pt x="26763" y="118090"/>
                  </a:lnTo>
                  <a:lnTo>
                    <a:pt x="38294" y="113450"/>
                  </a:lnTo>
                  <a:lnTo>
                    <a:pt x="46673" y="100795"/>
                  </a:lnTo>
                  <a:lnTo>
                    <a:pt x="51786" y="82026"/>
                  </a:lnTo>
                  <a:lnTo>
                    <a:pt x="53516" y="59045"/>
                  </a:lnTo>
                  <a:lnTo>
                    <a:pt x="51786" y="36063"/>
                  </a:lnTo>
                  <a:lnTo>
                    <a:pt x="46673" y="17295"/>
                  </a:lnTo>
                  <a:lnTo>
                    <a:pt x="38294" y="4640"/>
                  </a:lnTo>
                  <a:lnTo>
                    <a:pt x="26763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1" name="object 1161" descr=""/>
            <p:cNvSpPr/>
            <p:nvPr/>
          </p:nvSpPr>
          <p:spPr>
            <a:xfrm>
              <a:off x="3089768" y="370035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2" name="object 1162" descr=""/>
            <p:cNvSpPr/>
            <p:nvPr/>
          </p:nvSpPr>
          <p:spPr>
            <a:xfrm>
              <a:off x="3090564" y="3700358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3" name="object 1163" descr=""/>
            <p:cNvSpPr/>
            <p:nvPr/>
          </p:nvSpPr>
          <p:spPr>
            <a:xfrm>
              <a:off x="3075391" y="368325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4" name="object 1164" descr=""/>
            <p:cNvSpPr/>
            <p:nvPr/>
          </p:nvSpPr>
          <p:spPr>
            <a:xfrm>
              <a:off x="3076186" y="3683256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5" name="object 1165" descr=""/>
            <p:cNvSpPr/>
            <p:nvPr/>
          </p:nvSpPr>
          <p:spPr>
            <a:xfrm>
              <a:off x="3059415" y="369944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6" name="object 1166" descr=""/>
            <p:cNvSpPr/>
            <p:nvPr/>
          </p:nvSpPr>
          <p:spPr>
            <a:xfrm>
              <a:off x="3060211" y="3699442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7" name="object 1167" descr=""/>
            <p:cNvSpPr/>
            <p:nvPr/>
          </p:nvSpPr>
          <p:spPr>
            <a:xfrm>
              <a:off x="3066305" y="3717756"/>
              <a:ext cx="26670" cy="52705"/>
            </a:xfrm>
            <a:custGeom>
              <a:avLst/>
              <a:gdLst/>
              <a:ahLst/>
              <a:cxnLst/>
              <a:rect l="l" t="t" r="r" b="b"/>
              <a:pathLst>
                <a:path w="26669" h="52704">
                  <a:moveTo>
                    <a:pt x="13015" y="0"/>
                  </a:moveTo>
                  <a:lnTo>
                    <a:pt x="0" y="26114"/>
                  </a:lnTo>
                  <a:lnTo>
                    <a:pt x="1023" y="36274"/>
                  </a:lnTo>
                  <a:lnTo>
                    <a:pt x="3814" y="44568"/>
                  </a:lnTo>
                  <a:lnTo>
                    <a:pt x="7951" y="50158"/>
                  </a:lnTo>
                  <a:lnTo>
                    <a:pt x="13015" y="52207"/>
                  </a:lnTo>
                  <a:lnTo>
                    <a:pt x="14931" y="52207"/>
                  </a:lnTo>
                  <a:lnTo>
                    <a:pt x="16774" y="51380"/>
                  </a:lnTo>
                  <a:lnTo>
                    <a:pt x="22941" y="45757"/>
                  </a:lnTo>
                  <a:lnTo>
                    <a:pt x="26051" y="36669"/>
                  </a:lnTo>
                  <a:lnTo>
                    <a:pt x="26051" y="26114"/>
                  </a:lnTo>
                  <a:lnTo>
                    <a:pt x="25029" y="15951"/>
                  </a:lnTo>
                  <a:lnTo>
                    <a:pt x="22238" y="7650"/>
                  </a:lnTo>
                  <a:lnTo>
                    <a:pt x="18095" y="2052"/>
                  </a:lnTo>
                  <a:lnTo>
                    <a:pt x="1301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8" name="object 1168" descr=""/>
            <p:cNvSpPr/>
            <p:nvPr/>
          </p:nvSpPr>
          <p:spPr>
            <a:xfrm>
              <a:off x="3070504" y="3717756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8816" y="0"/>
                  </a:moveTo>
                  <a:lnTo>
                    <a:pt x="7591" y="115"/>
                  </a:lnTo>
                  <a:lnTo>
                    <a:pt x="3109" y="4219"/>
                  </a:lnTo>
                  <a:lnTo>
                    <a:pt x="0" y="13339"/>
                  </a:lnTo>
                  <a:lnTo>
                    <a:pt x="0" y="23863"/>
                  </a:lnTo>
                  <a:lnTo>
                    <a:pt x="1022" y="34027"/>
                  </a:lnTo>
                  <a:lnTo>
                    <a:pt x="3810" y="42332"/>
                  </a:lnTo>
                  <a:lnTo>
                    <a:pt x="7946" y="47933"/>
                  </a:lnTo>
                  <a:lnTo>
                    <a:pt x="13015" y="49988"/>
                  </a:lnTo>
                  <a:lnTo>
                    <a:pt x="14229" y="49862"/>
                  </a:lnTo>
                  <a:lnTo>
                    <a:pt x="18742" y="45757"/>
                  </a:lnTo>
                  <a:lnTo>
                    <a:pt x="21852" y="36669"/>
                  </a:lnTo>
                  <a:lnTo>
                    <a:pt x="21852" y="26114"/>
                  </a:lnTo>
                  <a:lnTo>
                    <a:pt x="20830" y="15951"/>
                  </a:lnTo>
                  <a:lnTo>
                    <a:pt x="18040" y="7650"/>
                  </a:lnTo>
                  <a:lnTo>
                    <a:pt x="13896" y="2052"/>
                  </a:lnTo>
                  <a:lnTo>
                    <a:pt x="881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9" name="object 1169" descr=""/>
            <p:cNvSpPr/>
            <p:nvPr/>
          </p:nvSpPr>
          <p:spPr>
            <a:xfrm>
              <a:off x="3125466" y="3677908"/>
              <a:ext cx="53975" cy="118110"/>
            </a:xfrm>
            <a:custGeom>
              <a:avLst/>
              <a:gdLst/>
              <a:ahLst/>
              <a:cxnLst/>
              <a:rect l="l" t="t" r="r" b="b"/>
              <a:pathLst>
                <a:path w="53975" h="118110">
                  <a:moveTo>
                    <a:pt x="26763" y="0"/>
                  </a:moveTo>
                  <a:lnTo>
                    <a:pt x="15226" y="4640"/>
                  </a:lnTo>
                  <a:lnTo>
                    <a:pt x="6844" y="17295"/>
                  </a:lnTo>
                  <a:lnTo>
                    <a:pt x="1730" y="36063"/>
                  </a:lnTo>
                  <a:lnTo>
                    <a:pt x="0" y="59045"/>
                  </a:lnTo>
                  <a:lnTo>
                    <a:pt x="1730" y="82026"/>
                  </a:lnTo>
                  <a:lnTo>
                    <a:pt x="6844" y="100795"/>
                  </a:lnTo>
                  <a:lnTo>
                    <a:pt x="15226" y="113450"/>
                  </a:lnTo>
                  <a:lnTo>
                    <a:pt x="26763" y="118090"/>
                  </a:lnTo>
                  <a:lnTo>
                    <a:pt x="38294" y="113450"/>
                  </a:lnTo>
                  <a:lnTo>
                    <a:pt x="46673" y="100795"/>
                  </a:lnTo>
                  <a:lnTo>
                    <a:pt x="51786" y="82026"/>
                  </a:lnTo>
                  <a:lnTo>
                    <a:pt x="53516" y="59045"/>
                  </a:lnTo>
                  <a:lnTo>
                    <a:pt x="51786" y="36063"/>
                  </a:lnTo>
                  <a:lnTo>
                    <a:pt x="46673" y="17295"/>
                  </a:lnTo>
                  <a:lnTo>
                    <a:pt x="38294" y="4640"/>
                  </a:lnTo>
                  <a:lnTo>
                    <a:pt x="26763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0" name="object 1170" descr=""/>
            <p:cNvSpPr/>
            <p:nvPr/>
          </p:nvSpPr>
          <p:spPr>
            <a:xfrm>
              <a:off x="3163664" y="370035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1" name="object 1171" descr=""/>
            <p:cNvSpPr/>
            <p:nvPr/>
          </p:nvSpPr>
          <p:spPr>
            <a:xfrm>
              <a:off x="3164460" y="3700358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2" name="object 1172" descr=""/>
            <p:cNvSpPr/>
            <p:nvPr/>
          </p:nvSpPr>
          <p:spPr>
            <a:xfrm>
              <a:off x="3149287" y="368325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3" name="object 1173" descr=""/>
            <p:cNvSpPr/>
            <p:nvPr/>
          </p:nvSpPr>
          <p:spPr>
            <a:xfrm>
              <a:off x="3150083" y="3683256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4" name="object 1174" descr=""/>
            <p:cNvSpPr/>
            <p:nvPr/>
          </p:nvSpPr>
          <p:spPr>
            <a:xfrm>
              <a:off x="3133310" y="369944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5" name="object 1175" descr=""/>
            <p:cNvSpPr/>
            <p:nvPr/>
          </p:nvSpPr>
          <p:spPr>
            <a:xfrm>
              <a:off x="3134106" y="3699442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6" name="object 1176" descr=""/>
            <p:cNvSpPr/>
            <p:nvPr/>
          </p:nvSpPr>
          <p:spPr>
            <a:xfrm>
              <a:off x="3140201" y="3717756"/>
              <a:ext cx="26670" cy="52705"/>
            </a:xfrm>
            <a:custGeom>
              <a:avLst/>
              <a:gdLst/>
              <a:ahLst/>
              <a:cxnLst/>
              <a:rect l="l" t="t" r="r" b="b"/>
              <a:pathLst>
                <a:path w="26669" h="52704">
                  <a:moveTo>
                    <a:pt x="13015" y="0"/>
                  </a:moveTo>
                  <a:lnTo>
                    <a:pt x="0" y="26114"/>
                  </a:lnTo>
                  <a:lnTo>
                    <a:pt x="1023" y="36274"/>
                  </a:lnTo>
                  <a:lnTo>
                    <a:pt x="3814" y="44568"/>
                  </a:lnTo>
                  <a:lnTo>
                    <a:pt x="7951" y="50158"/>
                  </a:lnTo>
                  <a:lnTo>
                    <a:pt x="13015" y="52207"/>
                  </a:lnTo>
                  <a:lnTo>
                    <a:pt x="14931" y="52207"/>
                  </a:lnTo>
                  <a:lnTo>
                    <a:pt x="16774" y="51380"/>
                  </a:lnTo>
                  <a:lnTo>
                    <a:pt x="22931" y="45757"/>
                  </a:lnTo>
                  <a:lnTo>
                    <a:pt x="26051" y="36669"/>
                  </a:lnTo>
                  <a:lnTo>
                    <a:pt x="26051" y="26114"/>
                  </a:lnTo>
                  <a:lnTo>
                    <a:pt x="25029" y="15951"/>
                  </a:lnTo>
                  <a:lnTo>
                    <a:pt x="22238" y="7650"/>
                  </a:lnTo>
                  <a:lnTo>
                    <a:pt x="18095" y="2052"/>
                  </a:lnTo>
                  <a:lnTo>
                    <a:pt x="1301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7" name="object 1177" descr=""/>
            <p:cNvSpPr/>
            <p:nvPr/>
          </p:nvSpPr>
          <p:spPr>
            <a:xfrm>
              <a:off x="3144400" y="3717756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8816" y="0"/>
                  </a:moveTo>
                  <a:lnTo>
                    <a:pt x="7591" y="115"/>
                  </a:lnTo>
                  <a:lnTo>
                    <a:pt x="3109" y="4219"/>
                  </a:lnTo>
                  <a:lnTo>
                    <a:pt x="0" y="13339"/>
                  </a:lnTo>
                  <a:lnTo>
                    <a:pt x="0" y="23863"/>
                  </a:lnTo>
                  <a:lnTo>
                    <a:pt x="1022" y="34027"/>
                  </a:lnTo>
                  <a:lnTo>
                    <a:pt x="3810" y="42332"/>
                  </a:lnTo>
                  <a:lnTo>
                    <a:pt x="7946" y="47933"/>
                  </a:lnTo>
                  <a:lnTo>
                    <a:pt x="13015" y="49988"/>
                  </a:lnTo>
                  <a:lnTo>
                    <a:pt x="14229" y="49862"/>
                  </a:lnTo>
                  <a:lnTo>
                    <a:pt x="18732" y="45757"/>
                  </a:lnTo>
                  <a:lnTo>
                    <a:pt x="21852" y="36669"/>
                  </a:lnTo>
                  <a:lnTo>
                    <a:pt x="21852" y="26114"/>
                  </a:lnTo>
                  <a:lnTo>
                    <a:pt x="20830" y="15951"/>
                  </a:lnTo>
                  <a:lnTo>
                    <a:pt x="18040" y="7650"/>
                  </a:lnTo>
                  <a:lnTo>
                    <a:pt x="13896" y="2052"/>
                  </a:lnTo>
                  <a:lnTo>
                    <a:pt x="881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8" name="object 1178" descr=""/>
            <p:cNvSpPr/>
            <p:nvPr/>
          </p:nvSpPr>
          <p:spPr>
            <a:xfrm>
              <a:off x="3199361" y="3677093"/>
              <a:ext cx="53975" cy="118110"/>
            </a:xfrm>
            <a:custGeom>
              <a:avLst/>
              <a:gdLst/>
              <a:ahLst/>
              <a:cxnLst/>
              <a:rect l="l" t="t" r="r" b="b"/>
              <a:pathLst>
                <a:path w="53975" h="118110">
                  <a:moveTo>
                    <a:pt x="26763" y="0"/>
                  </a:moveTo>
                  <a:lnTo>
                    <a:pt x="15226" y="4640"/>
                  </a:lnTo>
                  <a:lnTo>
                    <a:pt x="6844" y="17295"/>
                  </a:lnTo>
                  <a:lnTo>
                    <a:pt x="1730" y="36063"/>
                  </a:lnTo>
                  <a:lnTo>
                    <a:pt x="0" y="59045"/>
                  </a:lnTo>
                  <a:lnTo>
                    <a:pt x="1730" y="82026"/>
                  </a:lnTo>
                  <a:lnTo>
                    <a:pt x="6844" y="100795"/>
                  </a:lnTo>
                  <a:lnTo>
                    <a:pt x="15226" y="113450"/>
                  </a:lnTo>
                  <a:lnTo>
                    <a:pt x="26763" y="118090"/>
                  </a:lnTo>
                  <a:lnTo>
                    <a:pt x="38294" y="113450"/>
                  </a:lnTo>
                  <a:lnTo>
                    <a:pt x="46673" y="100795"/>
                  </a:lnTo>
                  <a:lnTo>
                    <a:pt x="51786" y="82026"/>
                  </a:lnTo>
                  <a:lnTo>
                    <a:pt x="53516" y="59045"/>
                  </a:lnTo>
                  <a:lnTo>
                    <a:pt x="51786" y="36063"/>
                  </a:lnTo>
                  <a:lnTo>
                    <a:pt x="46673" y="17295"/>
                  </a:lnTo>
                  <a:lnTo>
                    <a:pt x="38294" y="4640"/>
                  </a:lnTo>
                  <a:lnTo>
                    <a:pt x="26763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9" name="object 1179" descr=""/>
            <p:cNvSpPr/>
            <p:nvPr/>
          </p:nvSpPr>
          <p:spPr>
            <a:xfrm>
              <a:off x="3237561" y="3699543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0" name="object 1180" descr=""/>
            <p:cNvSpPr/>
            <p:nvPr/>
          </p:nvSpPr>
          <p:spPr>
            <a:xfrm>
              <a:off x="3238356" y="3699543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1" name="object 1181" descr=""/>
            <p:cNvSpPr/>
            <p:nvPr/>
          </p:nvSpPr>
          <p:spPr>
            <a:xfrm>
              <a:off x="3223182" y="3682441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2" name="object 1182" descr=""/>
            <p:cNvSpPr/>
            <p:nvPr/>
          </p:nvSpPr>
          <p:spPr>
            <a:xfrm>
              <a:off x="3223978" y="3682441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3" name="object 1183" descr=""/>
            <p:cNvSpPr/>
            <p:nvPr/>
          </p:nvSpPr>
          <p:spPr>
            <a:xfrm>
              <a:off x="3207207" y="3698627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4" name="object 1184" descr=""/>
            <p:cNvSpPr/>
            <p:nvPr/>
          </p:nvSpPr>
          <p:spPr>
            <a:xfrm>
              <a:off x="3208002" y="3698627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5" name="object 1185" descr=""/>
            <p:cNvSpPr/>
            <p:nvPr/>
          </p:nvSpPr>
          <p:spPr>
            <a:xfrm>
              <a:off x="3214097" y="3716943"/>
              <a:ext cx="26670" cy="52705"/>
            </a:xfrm>
            <a:custGeom>
              <a:avLst/>
              <a:gdLst/>
              <a:ahLst/>
              <a:cxnLst/>
              <a:rect l="l" t="t" r="r" b="b"/>
              <a:pathLst>
                <a:path w="26669" h="52704">
                  <a:moveTo>
                    <a:pt x="13015" y="0"/>
                  </a:moveTo>
                  <a:lnTo>
                    <a:pt x="0" y="26114"/>
                  </a:lnTo>
                  <a:lnTo>
                    <a:pt x="1022" y="36274"/>
                  </a:lnTo>
                  <a:lnTo>
                    <a:pt x="3810" y="44568"/>
                  </a:lnTo>
                  <a:lnTo>
                    <a:pt x="7946" y="50158"/>
                  </a:lnTo>
                  <a:lnTo>
                    <a:pt x="13015" y="52207"/>
                  </a:lnTo>
                  <a:lnTo>
                    <a:pt x="14931" y="52207"/>
                  </a:lnTo>
                  <a:lnTo>
                    <a:pt x="16774" y="51380"/>
                  </a:lnTo>
                  <a:lnTo>
                    <a:pt x="22931" y="45757"/>
                  </a:lnTo>
                  <a:lnTo>
                    <a:pt x="26051" y="36669"/>
                  </a:lnTo>
                  <a:lnTo>
                    <a:pt x="26051" y="26114"/>
                  </a:lnTo>
                  <a:lnTo>
                    <a:pt x="25029" y="15951"/>
                  </a:lnTo>
                  <a:lnTo>
                    <a:pt x="22238" y="7650"/>
                  </a:lnTo>
                  <a:lnTo>
                    <a:pt x="18095" y="2052"/>
                  </a:lnTo>
                  <a:lnTo>
                    <a:pt x="1301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6" name="object 1186" descr=""/>
            <p:cNvSpPr/>
            <p:nvPr/>
          </p:nvSpPr>
          <p:spPr>
            <a:xfrm>
              <a:off x="3218296" y="3716943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8816" y="0"/>
                  </a:moveTo>
                  <a:lnTo>
                    <a:pt x="7591" y="115"/>
                  </a:lnTo>
                  <a:lnTo>
                    <a:pt x="3109" y="4219"/>
                  </a:lnTo>
                  <a:lnTo>
                    <a:pt x="0" y="13339"/>
                  </a:lnTo>
                  <a:lnTo>
                    <a:pt x="0" y="23863"/>
                  </a:lnTo>
                  <a:lnTo>
                    <a:pt x="1021" y="34027"/>
                  </a:lnTo>
                  <a:lnTo>
                    <a:pt x="3808" y="42332"/>
                  </a:lnTo>
                  <a:lnTo>
                    <a:pt x="7942" y="47933"/>
                  </a:lnTo>
                  <a:lnTo>
                    <a:pt x="13004" y="49988"/>
                  </a:lnTo>
                  <a:lnTo>
                    <a:pt x="14229" y="49862"/>
                  </a:lnTo>
                  <a:lnTo>
                    <a:pt x="18732" y="45757"/>
                  </a:lnTo>
                  <a:lnTo>
                    <a:pt x="21852" y="36669"/>
                  </a:lnTo>
                  <a:lnTo>
                    <a:pt x="21852" y="26114"/>
                  </a:lnTo>
                  <a:lnTo>
                    <a:pt x="20830" y="15951"/>
                  </a:lnTo>
                  <a:lnTo>
                    <a:pt x="18040" y="7650"/>
                  </a:lnTo>
                  <a:lnTo>
                    <a:pt x="13896" y="2052"/>
                  </a:lnTo>
                  <a:lnTo>
                    <a:pt x="881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7" name="object 1187" descr=""/>
            <p:cNvSpPr/>
            <p:nvPr/>
          </p:nvSpPr>
          <p:spPr>
            <a:xfrm>
              <a:off x="3273257" y="3677093"/>
              <a:ext cx="53975" cy="118110"/>
            </a:xfrm>
            <a:custGeom>
              <a:avLst/>
              <a:gdLst/>
              <a:ahLst/>
              <a:cxnLst/>
              <a:rect l="l" t="t" r="r" b="b"/>
              <a:pathLst>
                <a:path w="53975" h="118110">
                  <a:moveTo>
                    <a:pt x="26763" y="0"/>
                  </a:moveTo>
                  <a:lnTo>
                    <a:pt x="15226" y="4640"/>
                  </a:lnTo>
                  <a:lnTo>
                    <a:pt x="6844" y="17295"/>
                  </a:lnTo>
                  <a:lnTo>
                    <a:pt x="1730" y="36063"/>
                  </a:lnTo>
                  <a:lnTo>
                    <a:pt x="0" y="59045"/>
                  </a:lnTo>
                  <a:lnTo>
                    <a:pt x="1730" y="82026"/>
                  </a:lnTo>
                  <a:lnTo>
                    <a:pt x="6844" y="100795"/>
                  </a:lnTo>
                  <a:lnTo>
                    <a:pt x="15226" y="113450"/>
                  </a:lnTo>
                  <a:lnTo>
                    <a:pt x="26763" y="118090"/>
                  </a:lnTo>
                  <a:lnTo>
                    <a:pt x="38294" y="113450"/>
                  </a:lnTo>
                  <a:lnTo>
                    <a:pt x="46673" y="100795"/>
                  </a:lnTo>
                  <a:lnTo>
                    <a:pt x="51786" y="82026"/>
                  </a:lnTo>
                  <a:lnTo>
                    <a:pt x="53516" y="59045"/>
                  </a:lnTo>
                  <a:lnTo>
                    <a:pt x="51786" y="36063"/>
                  </a:lnTo>
                  <a:lnTo>
                    <a:pt x="46673" y="17295"/>
                  </a:lnTo>
                  <a:lnTo>
                    <a:pt x="38294" y="4640"/>
                  </a:lnTo>
                  <a:lnTo>
                    <a:pt x="26763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8" name="object 1188" descr=""/>
            <p:cNvSpPr/>
            <p:nvPr/>
          </p:nvSpPr>
          <p:spPr>
            <a:xfrm>
              <a:off x="3311455" y="3699543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9" name="object 1189" descr=""/>
            <p:cNvSpPr/>
            <p:nvPr/>
          </p:nvSpPr>
          <p:spPr>
            <a:xfrm>
              <a:off x="3312251" y="3699543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0" name="object 1190" descr=""/>
            <p:cNvSpPr/>
            <p:nvPr/>
          </p:nvSpPr>
          <p:spPr>
            <a:xfrm>
              <a:off x="3297077" y="3682441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1" name="object 1191" descr=""/>
            <p:cNvSpPr/>
            <p:nvPr/>
          </p:nvSpPr>
          <p:spPr>
            <a:xfrm>
              <a:off x="3297873" y="3682441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2" name="object 1192" descr=""/>
            <p:cNvSpPr/>
            <p:nvPr/>
          </p:nvSpPr>
          <p:spPr>
            <a:xfrm>
              <a:off x="3281103" y="3698627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3" name="object 1193" descr=""/>
            <p:cNvSpPr/>
            <p:nvPr/>
          </p:nvSpPr>
          <p:spPr>
            <a:xfrm>
              <a:off x="3281899" y="3698627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4" name="object 1194" descr=""/>
            <p:cNvSpPr/>
            <p:nvPr/>
          </p:nvSpPr>
          <p:spPr>
            <a:xfrm>
              <a:off x="3287993" y="3716943"/>
              <a:ext cx="26670" cy="52705"/>
            </a:xfrm>
            <a:custGeom>
              <a:avLst/>
              <a:gdLst/>
              <a:ahLst/>
              <a:cxnLst/>
              <a:rect l="l" t="t" r="r" b="b"/>
              <a:pathLst>
                <a:path w="26670" h="52704">
                  <a:moveTo>
                    <a:pt x="13015" y="0"/>
                  </a:moveTo>
                  <a:lnTo>
                    <a:pt x="0" y="26114"/>
                  </a:lnTo>
                  <a:lnTo>
                    <a:pt x="1022" y="36274"/>
                  </a:lnTo>
                  <a:lnTo>
                    <a:pt x="3810" y="44568"/>
                  </a:lnTo>
                  <a:lnTo>
                    <a:pt x="7946" y="50158"/>
                  </a:lnTo>
                  <a:lnTo>
                    <a:pt x="13015" y="52207"/>
                  </a:lnTo>
                  <a:lnTo>
                    <a:pt x="14931" y="52207"/>
                  </a:lnTo>
                  <a:lnTo>
                    <a:pt x="16774" y="51380"/>
                  </a:lnTo>
                  <a:lnTo>
                    <a:pt x="22931" y="45757"/>
                  </a:lnTo>
                  <a:lnTo>
                    <a:pt x="26051" y="36669"/>
                  </a:lnTo>
                  <a:lnTo>
                    <a:pt x="26051" y="26114"/>
                  </a:lnTo>
                  <a:lnTo>
                    <a:pt x="25029" y="15951"/>
                  </a:lnTo>
                  <a:lnTo>
                    <a:pt x="22238" y="7650"/>
                  </a:lnTo>
                  <a:lnTo>
                    <a:pt x="18095" y="2052"/>
                  </a:lnTo>
                  <a:lnTo>
                    <a:pt x="1301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5" name="object 1195" descr=""/>
            <p:cNvSpPr/>
            <p:nvPr/>
          </p:nvSpPr>
          <p:spPr>
            <a:xfrm>
              <a:off x="3292191" y="3716943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8816" y="0"/>
                  </a:moveTo>
                  <a:lnTo>
                    <a:pt x="7591" y="115"/>
                  </a:lnTo>
                  <a:lnTo>
                    <a:pt x="3109" y="4219"/>
                  </a:lnTo>
                  <a:lnTo>
                    <a:pt x="0" y="13339"/>
                  </a:lnTo>
                  <a:lnTo>
                    <a:pt x="0" y="23863"/>
                  </a:lnTo>
                  <a:lnTo>
                    <a:pt x="1022" y="34027"/>
                  </a:lnTo>
                  <a:lnTo>
                    <a:pt x="3810" y="42332"/>
                  </a:lnTo>
                  <a:lnTo>
                    <a:pt x="7946" y="47933"/>
                  </a:lnTo>
                  <a:lnTo>
                    <a:pt x="13015" y="49988"/>
                  </a:lnTo>
                  <a:lnTo>
                    <a:pt x="14229" y="49862"/>
                  </a:lnTo>
                  <a:lnTo>
                    <a:pt x="18732" y="45757"/>
                  </a:lnTo>
                  <a:lnTo>
                    <a:pt x="21852" y="36669"/>
                  </a:lnTo>
                  <a:lnTo>
                    <a:pt x="21852" y="26114"/>
                  </a:lnTo>
                  <a:lnTo>
                    <a:pt x="20830" y="15951"/>
                  </a:lnTo>
                  <a:lnTo>
                    <a:pt x="18040" y="7650"/>
                  </a:lnTo>
                  <a:lnTo>
                    <a:pt x="13896" y="2052"/>
                  </a:lnTo>
                  <a:lnTo>
                    <a:pt x="881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6" name="object 1196" descr=""/>
            <p:cNvSpPr/>
            <p:nvPr/>
          </p:nvSpPr>
          <p:spPr>
            <a:xfrm>
              <a:off x="3347153" y="3675464"/>
              <a:ext cx="53975" cy="118110"/>
            </a:xfrm>
            <a:custGeom>
              <a:avLst/>
              <a:gdLst/>
              <a:ahLst/>
              <a:cxnLst/>
              <a:rect l="l" t="t" r="r" b="b"/>
              <a:pathLst>
                <a:path w="53975" h="118110">
                  <a:moveTo>
                    <a:pt x="26753" y="0"/>
                  </a:moveTo>
                  <a:lnTo>
                    <a:pt x="15222" y="4640"/>
                  </a:lnTo>
                  <a:lnTo>
                    <a:pt x="6842" y="17295"/>
                  </a:lnTo>
                  <a:lnTo>
                    <a:pt x="1729" y="36063"/>
                  </a:lnTo>
                  <a:lnTo>
                    <a:pt x="0" y="59045"/>
                  </a:lnTo>
                  <a:lnTo>
                    <a:pt x="1729" y="82026"/>
                  </a:lnTo>
                  <a:lnTo>
                    <a:pt x="6842" y="100795"/>
                  </a:lnTo>
                  <a:lnTo>
                    <a:pt x="15222" y="113450"/>
                  </a:lnTo>
                  <a:lnTo>
                    <a:pt x="26753" y="118090"/>
                  </a:lnTo>
                  <a:lnTo>
                    <a:pt x="38289" y="113450"/>
                  </a:lnTo>
                  <a:lnTo>
                    <a:pt x="46672" y="100795"/>
                  </a:lnTo>
                  <a:lnTo>
                    <a:pt x="51786" y="82026"/>
                  </a:lnTo>
                  <a:lnTo>
                    <a:pt x="53516" y="59045"/>
                  </a:lnTo>
                  <a:lnTo>
                    <a:pt x="51786" y="36063"/>
                  </a:lnTo>
                  <a:lnTo>
                    <a:pt x="46672" y="17295"/>
                  </a:lnTo>
                  <a:lnTo>
                    <a:pt x="38289" y="4640"/>
                  </a:lnTo>
                  <a:lnTo>
                    <a:pt x="26753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7" name="object 1197" descr=""/>
            <p:cNvSpPr/>
            <p:nvPr/>
          </p:nvSpPr>
          <p:spPr>
            <a:xfrm>
              <a:off x="3385351" y="3697915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8" name="object 1198" descr=""/>
            <p:cNvSpPr/>
            <p:nvPr/>
          </p:nvSpPr>
          <p:spPr>
            <a:xfrm>
              <a:off x="3386147" y="3697915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9" name="object 1199" descr=""/>
            <p:cNvSpPr/>
            <p:nvPr/>
          </p:nvSpPr>
          <p:spPr>
            <a:xfrm>
              <a:off x="3370973" y="3680813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0" name="object 1200" descr=""/>
            <p:cNvSpPr/>
            <p:nvPr/>
          </p:nvSpPr>
          <p:spPr>
            <a:xfrm>
              <a:off x="3371769" y="3680813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1" name="object 1201" descr=""/>
            <p:cNvSpPr/>
            <p:nvPr/>
          </p:nvSpPr>
          <p:spPr>
            <a:xfrm>
              <a:off x="3354998" y="3696999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5036" y="0"/>
                  </a:moveTo>
                  <a:lnTo>
                    <a:pt x="2753" y="0"/>
                  </a:lnTo>
                  <a:lnTo>
                    <a:pt x="2303" y="219"/>
                  </a:lnTo>
                  <a:lnTo>
                    <a:pt x="764" y="1612"/>
                  </a:lnTo>
                  <a:lnTo>
                    <a:pt x="0" y="3884"/>
                  </a:lnTo>
                  <a:lnTo>
                    <a:pt x="0" y="10114"/>
                  </a:lnTo>
                  <a:lnTo>
                    <a:pt x="1434" y="13025"/>
                  </a:lnTo>
                  <a:lnTo>
                    <a:pt x="4073" y="13025"/>
                  </a:lnTo>
                  <a:lnTo>
                    <a:pt x="4837" y="12366"/>
                  </a:lnTo>
                  <a:lnTo>
                    <a:pt x="6062" y="10135"/>
                  </a:lnTo>
                  <a:lnTo>
                    <a:pt x="6471" y="8429"/>
                  </a:lnTo>
                  <a:lnTo>
                    <a:pt x="6471" y="6523"/>
                  </a:lnTo>
                  <a:lnTo>
                    <a:pt x="6471" y="2931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2" name="object 1202" descr=""/>
            <p:cNvSpPr/>
            <p:nvPr/>
          </p:nvSpPr>
          <p:spPr>
            <a:xfrm>
              <a:off x="3355794" y="3696999"/>
              <a:ext cx="5715" cy="12065"/>
            </a:xfrm>
            <a:custGeom>
              <a:avLst/>
              <a:gdLst/>
              <a:ahLst/>
              <a:cxnLst/>
              <a:rect l="l" t="t" r="r" b="b"/>
              <a:pathLst>
                <a:path w="5714" h="12064">
                  <a:moveTo>
                    <a:pt x="4240" y="0"/>
                  </a:moveTo>
                  <a:lnTo>
                    <a:pt x="1958" y="0"/>
                  </a:lnTo>
                  <a:lnTo>
                    <a:pt x="1507" y="219"/>
                  </a:lnTo>
                  <a:lnTo>
                    <a:pt x="1099" y="586"/>
                  </a:lnTo>
                  <a:lnTo>
                    <a:pt x="429" y="1759"/>
                  </a:lnTo>
                  <a:lnTo>
                    <a:pt x="0" y="3518"/>
                  </a:lnTo>
                  <a:lnTo>
                    <a:pt x="0" y="9036"/>
                  </a:lnTo>
                  <a:lnTo>
                    <a:pt x="1455" y="11947"/>
                  </a:lnTo>
                  <a:lnTo>
                    <a:pt x="3738" y="11947"/>
                  </a:lnTo>
                  <a:lnTo>
                    <a:pt x="4209" y="11727"/>
                  </a:lnTo>
                  <a:lnTo>
                    <a:pt x="4617" y="11308"/>
                  </a:lnTo>
                  <a:lnTo>
                    <a:pt x="5266" y="10135"/>
                  </a:lnTo>
                  <a:lnTo>
                    <a:pt x="5675" y="8429"/>
                  </a:lnTo>
                  <a:lnTo>
                    <a:pt x="5675" y="6523"/>
                  </a:lnTo>
                  <a:lnTo>
                    <a:pt x="5675" y="2931"/>
                  </a:lnTo>
                  <a:lnTo>
                    <a:pt x="4240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3" name="object 1203" descr=""/>
            <p:cNvSpPr/>
            <p:nvPr/>
          </p:nvSpPr>
          <p:spPr>
            <a:xfrm>
              <a:off x="3361888" y="3715314"/>
              <a:ext cx="26670" cy="52705"/>
            </a:xfrm>
            <a:custGeom>
              <a:avLst/>
              <a:gdLst/>
              <a:ahLst/>
              <a:cxnLst/>
              <a:rect l="l" t="t" r="r" b="b"/>
              <a:pathLst>
                <a:path w="26670" h="52704">
                  <a:moveTo>
                    <a:pt x="13015" y="0"/>
                  </a:moveTo>
                  <a:lnTo>
                    <a:pt x="0" y="26114"/>
                  </a:lnTo>
                  <a:lnTo>
                    <a:pt x="1023" y="36274"/>
                  </a:lnTo>
                  <a:lnTo>
                    <a:pt x="3814" y="44568"/>
                  </a:lnTo>
                  <a:lnTo>
                    <a:pt x="7951" y="50158"/>
                  </a:lnTo>
                  <a:lnTo>
                    <a:pt x="13015" y="52207"/>
                  </a:lnTo>
                  <a:lnTo>
                    <a:pt x="14931" y="52207"/>
                  </a:lnTo>
                  <a:lnTo>
                    <a:pt x="16774" y="51380"/>
                  </a:lnTo>
                  <a:lnTo>
                    <a:pt x="22941" y="45757"/>
                  </a:lnTo>
                  <a:lnTo>
                    <a:pt x="26051" y="36669"/>
                  </a:lnTo>
                  <a:lnTo>
                    <a:pt x="26051" y="26114"/>
                  </a:lnTo>
                  <a:lnTo>
                    <a:pt x="25029" y="15951"/>
                  </a:lnTo>
                  <a:lnTo>
                    <a:pt x="22238" y="7650"/>
                  </a:lnTo>
                  <a:lnTo>
                    <a:pt x="18095" y="2052"/>
                  </a:lnTo>
                  <a:lnTo>
                    <a:pt x="13015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4" name="object 1204" descr=""/>
            <p:cNvSpPr/>
            <p:nvPr/>
          </p:nvSpPr>
          <p:spPr>
            <a:xfrm>
              <a:off x="3366087" y="3715314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4">
                  <a:moveTo>
                    <a:pt x="8816" y="0"/>
                  </a:moveTo>
                  <a:lnTo>
                    <a:pt x="7591" y="115"/>
                  </a:lnTo>
                  <a:lnTo>
                    <a:pt x="3109" y="4219"/>
                  </a:lnTo>
                  <a:lnTo>
                    <a:pt x="0" y="13339"/>
                  </a:lnTo>
                  <a:lnTo>
                    <a:pt x="0" y="23863"/>
                  </a:lnTo>
                  <a:lnTo>
                    <a:pt x="1022" y="34027"/>
                  </a:lnTo>
                  <a:lnTo>
                    <a:pt x="3810" y="42332"/>
                  </a:lnTo>
                  <a:lnTo>
                    <a:pt x="7946" y="47933"/>
                  </a:lnTo>
                  <a:lnTo>
                    <a:pt x="13015" y="49988"/>
                  </a:lnTo>
                  <a:lnTo>
                    <a:pt x="14229" y="49862"/>
                  </a:lnTo>
                  <a:lnTo>
                    <a:pt x="18742" y="45757"/>
                  </a:lnTo>
                  <a:lnTo>
                    <a:pt x="21852" y="36669"/>
                  </a:lnTo>
                  <a:lnTo>
                    <a:pt x="21852" y="26114"/>
                  </a:lnTo>
                  <a:lnTo>
                    <a:pt x="20830" y="15951"/>
                  </a:lnTo>
                  <a:lnTo>
                    <a:pt x="18040" y="7650"/>
                  </a:lnTo>
                  <a:lnTo>
                    <a:pt x="13896" y="2052"/>
                  </a:lnTo>
                  <a:lnTo>
                    <a:pt x="881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5" name="object 1205" descr=""/>
            <p:cNvSpPr/>
            <p:nvPr/>
          </p:nvSpPr>
          <p:spPr>
            <a:xfrm>
              <a:off x="2464459" y="3758974"/>
              <a:ext cx="933450" cy="1067435"/>
            </a:xfrm>
            <a:custGeom>
              <a:avLst/>
              <a:gdLst/>
              <a:ahLst/>
              <a:cxnLst/>
              <a:rect l="l" t="t" r="r" b="b"/>
              <a:pathLst>
                <a:path w="933450" h="1067435">
                  <a:moveTo>
                    <a:pt x="933290" y="0"/>
                  </a:moveTo>
                  <a:lnTo>
                    <a:pt x="0" y="0"/>
                  </a:lnTo>
                  <a:lnTo>
                    <a:pt x="0" y="1066857"/>
                  </a:lnTo>
                  <a:lnTo>
                    <a:pt x="933290" y="1066857"/>
                  </a:lnTo>
                  <a:lnTo>
                    <a:pt x="933290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6" name="object 1206" descr=""/>
            <p:cNvSpPr/>
            <p:nvPr/>
          </p:nvSpPr>
          <p:spPr>
            <a:xfrm>
              <a:off x="2637579" y="3947510"/>
              <a:ext cx="561975" cy="878840"/>
            </a:xfrm>
            <a:custGeom>
              <a:avLst/>
              <a:gdLst/>
              <a:ahLst/>
              <a:cxnLst/>
              <a:rect l="l" t="t" r="r" b="b"/>
              <a:pathLst>
                <a:path w="561975" h="878839">
                  <a:moveTo>
                    <a:pt x="267070" y="0"/>
                  </a:moveTo>
                  <a:lnTo>
                    <a:pt x="202238" y="30527"/>
                  </a:lnTo>
                  <a:lnTo>
                    <a:pt x="148096" y="60112"/>
                  </a:lnTo>
                  <a:lnTo>
                    <a:pt x="103379" y="91620"/>
                  </a:lnTo>
                  <a:lnTo>
                    <a:pt x="60759" y="133637"/>
                  </a:lnTo>
                  <a:lnTo>
                    <a:pt x="31496" y="172932"/>
                  </a:lnTo>
                  <a:lnTo>
                    <a:pt x="13207" y="214336"/>
                  </a:lnTo>
                  <a:lnTo>
                    <a:pt x="3512" y="262680"/>
                  </a:lnTo>
                  <a:lnTo>
                    <a:pt x="31" y="322796"/>
                  </a:lnTo>
                  <a:lnTo>
                    <a:pt x="0" y="878318"/>
                  </a:lnTo>
                  <a:lnTo>
                    <a:pt x="561668" y="878318"/>
                  </a:lnTo>
                  <a:lnTo>
                    <a:pt x="561762" y="270850"/>
                  </a:lnTo>
                  <a:lnTo>
                    <a:pt x="558938" y="222107"/>
                  </a:lnTo>
                  <a:lnTo>
                    <a:pt x="547105" y="183073"/>
                  </a:lnTo>
                  <a:lnTo>
                    <a:pt x="524562" y="149265"/>
                  </a:lnTo>
                  <a:lnTo>
                    <a:pt x="489605" y="116201"/>
                  </a:lnTo>
                  <a:lnTo>
                    <a:pt x="440531" y="79400"/>
                  </a:lnTo>
                  <a:lnTo>
                    <a:pt x="396051" y="51268"/>
                  </a:lnTo>
                  <a:lnTo>
                    <a:pt x="354490" y="30218"/>
                  </a:lnTo>
                  <a:lnTo>
                    <a:pt x="318338" y="15413"/>
                  </a:lnTo>
                  <a:lnTo>
                    <a:pt x="275614" y="1706"/>
                  </a:lnTo>
                  <a:lnTo>
                    <a:pt x="267070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7" name="object 1207" descr=""/>
            <p:cNvSpPr/>
            <p:nvPr/>
          </p:nvSpPr>
          <p:spPr>
            <a:xfrm>
              <a:off x="2666897" y="3953520"/>
              <a:ext cx="532765" cy="872490"/>
            </a:xfrm>
            <a:custGeom>
              <a:avLst/>
              <a:gdLst/>
              <a:ahLst/>
              <a:cxnLst/>
              <a:rect l="l" t="t" r="r" b="b"/>
              <a:pathLst>
                <a:path w="532764" h="872489">
                  <a:moveTo>
                    <a:pt x="260766" y="0"/>
                  </a:moveTo>
                  <a:lnTo>
                    <a:pt x="187330" y="35440"/>
                  </a:lnTo>
                  <a:lnTo>
                    <a:pt x="140935" y="61727"/>
                  </a:lnTo>
                  <a:lnTo>
                    <a:pt x="103379" y="88855"/>
                  </a:lnTo>
                  <a:lnTo>
                    <a:pt x="60759" y="130874"/>
                  </a:lnTo>
                  <a:lnTo>
                    <a:pt x="31496" y="170171"/>
                  </a:lnTo>
                  <a:lnTo>
                    <a:pt x="13207" y="211576"/>
                  </a:lnTo>
                  <a:lnTo>
                    <a:pt x="3512" y="259920"/>
                  </a:lnTo>
                  <a:lnTo>
                    <a:pt x="31" y="320032"/>
                  </a:lnTo>
                  <a:lnTo>
                    <a:pt x="0" y="872308"/>
                  </a:lnTo>
                  <a:lnTo>
                    <a:pt x="532350" y="872308"/>
                  </a:lnTo>
                  <a:lnTo>
                    <a:pt x="532444" y="264840"/>
                  </a:lnTo>
                  <a:lnTo>
                    <a:pt x="529620" y="216097"/>
                  </a:lnTo>
                  <a:lnTo>
                    <a:pt x="517787" y="177062"/>
                  </a:lnTo>
                  <a:lnTo>
                    <a:pt x="495243" y="143255"/>
                  </a:lnTo>
                  <a:lnTo>
                    <a:pt x="460286" y="110191"/>
                  </a:lnTo>
                  <a:lnTo>
                    <a:pt x="411212" y="73390"/>
                  </a:lnTo>
                  <a:lnTo>
                    <a:pt x="366733" y="45257"/>
                  </a:lnTo>
                  <a:lnTo>
                    <a:pt x="325172" y="24208"/>
                  </a:lnTo>
                  <a:lnTo>
                    <a:pt x="289019" y="9402"/>
                  </a:lnTo>
                  <a:lnTo>
                    <a:pt x="260766" y="0"/>
                  </a:lnTo>
                  <a:close/>
                </a:path>
              </a:pathLst>
            </a:custGeom>
            <a:solidFill>
              <a:srgbClr val="BE91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8" name="object 1208" descr=""/>
            <p:cNvSpPr/>
            <p:nvPr/>
          </p:nvSpPr>
          <p:spPr>
            <a:xfrm>
              <a:off x="2747466" y="4398682"/>
              <a:ext cx="359410" cy="427355"/>
            </a:xfrm>
            <a:custGeom>
              <a:avLst/>
              <a:gdLst/>
              <a:ahLst/>
              <a:cxnLst/>
              <a:rect l="l" t="t" r="r" b="b"/>
              <a:pathLst>
                <a:path w="359410" h="427354">
                  <a:moveTo>
                    <a:pt x="359140" y="0"/>
                  </a:moveTo>
                  <a:lnTo>
                    <a:pt x="0" y="0"/>
                  </a:lnTo>
                  <a:lnTo>
                    <a:pt x="0" y="426740"/>
                  </a:lnTo>
                  <a:lnTo>
                    <a:pt x="359140" y="426740"/>
                  </a:lnTo>
                  <a:lnTo>
                    <a:pt x="359140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9" name="object 1209" descr=""/>
            <p:cNvSpPr/>
            <p:nvPr/>
          </p:nvSpPr>
          <p:spPr>
            <a:xfrm>
              <a:off x="2784980" y="4434216"/>
              <a:ext cx="276225" cy="391795"/>
            </a:xfrm>
            <a:custGeom>
              <a:avLst/>
              <a:gdLst/>
              <a:ahLst/>
              <a:cxnLst/>
              <a:rect l="l" t="t" r="r" b="b"/>
              <a:pathLst>
                <a:path w="276225" h="391795">
                  <a:moveTo>
                    <a:pt x="131200" y="0"/>
                  </a:moveTo>
                  <a:lnTo>
                    <a:pt x="72749" y="29530"/>
                  </a:lnTo>
                  <a:lnTo>
                    <a:pt x="25675" y="70505"/>
                  </a:lnTo>
                  <a:lnTo>
                    <a:pt x="2569" y="122660"/>
                  </a:lnTo>
                  <a:lnTo>
                    <a:pt x="0" y="158581"/>
                  </a:lnTo>
                  <a:lnTo>
                    <a:pt x="0" y="391611"/>
                  </a:lnTo>
                  <a:lnTo>
                    <a:pt x="275928" y="391611"/>
                  </a:lnTo>
                  <a:lnTo>
                    <a:pt x="275981" y="133053"/>
                  </a:lnTo>
                  <a:lnTo>
                    <a:pt x="263964" y="81455"/>
                  </a:lnTo>
                  <a:lnTo>
                    <a:pt x="216412" y="39014"/>
                  </a:lnTo>
                  <a:lnTo>
                    <a:pt x="175950" y="15674"/>
                  </a:lnTo>
                  <a:lnTo>
                    <a:pt x="136278" y="1026"/>
                  </a:lnTo>
                  <a:lnTo>
                    <a:pt x="131200" y="0"/>
                  </a:lnTo>
                  <a:close/>
                </a:path>
              </a:pathLst>
            </a:custGeom>
            <a:solidFill>
              <a:srgbClr val="E8970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0" name="object 1210" descr=""/>
            <p:cNvSpPr/>
            <p:nvPr/>
          </p:nvSpPr>
          <p:spPr>
            <a:xfrm>
              <a:off x="2805747" y="4439392"/>
              <a:ext cx="255270" cy="386715"/>
            </a:xfrm>
            <a:custGeom>
              <a:avLst/>
              <a:gdLst/>
              <a:ahLst/>
              <a:cxnLst/>
              <a:rect l="l" t="t" r="r" b="b"/>
              <a:pathLst>
                <a:path w="255269" h="386714">
                  <a:moveTo>
                    <a:pt x="122542" y="386448"/>
                  </a:moveTo>
                  <a:lnTo>
                    <a:pt x="118948" y="762"/>
                  </a:lnTo>
                  <a:lnTo>
                    <a:pt x="105803" y="6946"/>
                  </a:lnTo>
                  <a:lnTo>
                    <a:pt x="88163" y="16002"/>
                  </a:lnTo>
                  <a:lnTo>
                    <a:pt x="50761" y="40246"/>
                  </a:lnTo>
                  <a:lnTo>
                    <a:pt x="21526" y="71081"/>
                  </a:lnTo>
                  <a:lnTo>
                    <a:pt x="2222" y="120230"/>
                  </a:lnTo>
                  <a:lnTo>
                    <a:pt x="0" y="153835"/>
                  </a:lnTo>
                  <a:lnTo>
                    <a:pt x="0" y="386448"/>
                  </a:lnTo>
                  <a:lnTo>
                    <a:pt x="122542" y="386448"/>
                  </a:lnTo>
                  <a:close/>
                </a:path>
                <a:path w="255269" h="386714">
                  <a:moveTo>
                    <a:pt x="255206" y="127889"/>
                  </a:moveTo>
                  <a:lnTo>
                    <a:pt x="247319" y="83350"/>
                  </a:lnTo>
                  <a:lnTo>
                    <a:pt x="216306" y="49161"/>
                  </a:lnTo>
                  <a:lnTo>
                    <a:pt x="181787" y="24587"/>
                  </a:lnTo>
                  <a:lnTo>
                    <a:pt x="141579" y="4635"/>
                  </a:lnTo>
                  <a:lnTo>
                    <a:pt x="128727" y="0"/>
                  </a:lnTo>
                  <a:lnTo>
                    <a:pt x="133921" y="386435"/>
                  </a:lnTo>
                  <a:lnTo>
                    <a:pt x="255155" y="386435"/>
                  </a:lnTo>
                  <a:lnTo>
                    <a:pt x="255206" y="127889"/>
                  </a:lnTo>
                  <a:close/>
                </a:path>
              </a:pathLst>
            </a:custGeom>
            <a:solidFill>
              <a:srgbClr val="F5AE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1" name="object 1211" descr=""/>
            <p:cNvSpPr/>
            <p:nvPr/>
          </p:nvSpPr>
          <p:spPr>
            <a:xfrm>
              <a:off x="2907084" y="4316434"/>
              <a:ext cx="50165" cy="95885"/>
            </a:xfrm>
            <a:custGeom>
              <a:avLst/>
              <a:gdLst/>
              <a:ahLst/>
              <a:cxnLst/>
              <a:rect l="l" t="t" r="r" b="b"/>
              <a:pathLst>
                <a:path w="50164" h="95885">
                  <a:moveTo>
                    <a:pt x="50082" y="0"/>
                  </a:moveTo>
                  <a:lnTo>
                    <a:pt x="0" y="0"/>
                  </a:lnTo>
                  <a:lnTo>
                    <a:pt x="0" y="95546"/>
                  </a:lnTo>
                  <a:lnTo>
                    <a:pt x="50082" y="95546"/>
                  </a:lnTo>
                  <a:lnTo>
                    <a:pt x="50082" y="0"/>
                  </a:lnTo>
                  <a:close/>
                </a:path>
              </a:pathLst>
            </a:custGeom>
            <a:solidFill>
              <a:srgbClr val="D5A28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12" name="object 1212" descr="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2805746" y="4441104"/>
              <a:ext cx="255169" cy="384731"/>
            </a:xfrm>
            <a:prstGeom prst="rect">
              <a:avLst/>
            </a:prstGeom>
          </p:spPr>
        </p:pic>
        <p:pic>
          <p:nvPicPr>
            <p:cNvPr id="1213" name="object 1213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3366393" y="3634789"/>
              <a:ext cx="90094" cy="68061"/>
            </a:xfrm>
            <a:prstGeom prst="rect">
              <a:avLst/>
            </a:prstGeom>
          </p:spPr>
        </p:pic>
        <p:sp>
          <p:nvSpPr>
            <p:cNvPr id="1214" name="object 1214" descr=""/>
            <p:cNvSpPr/>
            <p:nvPr/>
          </p:nvSpPr>
          <p:spPr>
            <a:xfrm>
              <a:off x="3387163" y="3694641"/>
              <a:ext cx="46990" cy="1131570"/>
            </a:xfrm>
            <a:custGeom>
              <a:avLst/>
              <a:gdLst/>
              <a:ahLst/>
              <a:cxnLst/>
              <a:rect l="l" t="t" r="r" b="b"/>
              <a:pathLst>
                <a:path w="46989" h="1131570">
                  <a:moveTo>
                    <a:pt x="46417" y="0"/>
                  </a:moveTo>
                  <a:lnTo>
                    <a:pt x="0" y="0"/>
                  </a:lnTo>
                  <a:lnTo>
                    <a:pt x="0" y="1131190"/>
                  </a:lnTo>
                  <a:lnTo>
                    <a:pt x="46417" y="1131190"/>
                  </a:lnTo>
                  <a:lnTo>
                    <a:pt x="46417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15" name="object 1215" descr="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3349717" y="3385281"/>
              <a:ext cx="122165" cy="258063"/>
            </a:xfrm>
            <a:prstGeom prst="rect">
              <a:avLst/>
            </a:prstGeom>
          </p:spPr>
        </p:pic>
        <p:sp>
          <p:nvSpPr>
            <p:cNvPr id="1216" name="object 1216" descr=""/>
            <p:cNvSpPr/>
            <p:nvPr/>
          </p:nvSpPr>
          <p:spPr>
            <a:xfrm>
              <a:off x="3387168" y="4137650"/>
              <a:ext cx="46990" cy="688340"/>
            </a:xfrm>
            <a:custGeom>
              <a:avLst/>
              <a:gdLst/>
              <a:ahLst/>
              <a:cxnLst/>
              <a:rect l="l" t="t" r="r" b="b"/>
              <a:pathLst>
                <a:path w="46989" h="688339">
                  <a:moveTo>
                    <a:pt x="0" y="0"/>
                  </a:moveTo>
                  <a:lnTo>
                    <a:pt x="0" y="688188"/>
                  </a:lnTo>
                  <a:lnTo>
                    <a:pt x="46417" y="688188"/>
                  </a:lnTo>
                  <a:lnTo>
                    <a:pt x="46417" y="289331"/>
                  </a:lnTo>
                  <a:lnTo>
                    <a:pt x="32984" y="213776"/>
                  </a:lnTo>
                  <a:lnTo>
                    <a:pt x="26051" y="175724"/>
                  </a:lnTo>
                  <a:lnTo>
                    <a:pt x="18742" y="137514"/>
                  </a:lnTo>
                  <a:lnTo>
                    <a:pt x="12891" y="102816"/>
                  </a:lnTo>
                  <a:lnTo>
                    <a:pt x="7867" y="68348"/>
                  </a:lnTo>
                  <a:lnTo>
                    <a:pt x="3595" y="340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17" name="object 1217" descr="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2429483" y="3634586"/>
              <a:ext cx="90094" cy="68060"/>
            </a:xfrm>
            <a:prstGeom prst="rect">
              <a:avLst/>
            </a:prstGeom>
          </p:spPr>
        </p:pic>
        <p:sp>
          <p:nvSpPr>
            <p:cNvPr id="1218" name="object 1218" descr=""/>
            <p:cNvSpPr/>
            <p:nvPr/>
          </p:nvSpPr>
          <p:spPr>
            <a:xfrm>
              <a:off x="2450250" y="3694442"/>
              <a:ext cx="46990" cy="1131570"/>
            </a:xfrm>
            <a:custGeom>
              <a:avLst/>
              <a:gdLst/>
              <a:ahLst/>
              <a:cxnLst/>
              <a:rect l="l" t="t" r="r" b="b"/>
              <a:pathLst>
                <a:path w="46989" h="1131570">
                  <a:moveTo>
                    <a:pt x="46417" y="0"/>
                  </a:moveTo>
                  <a:lnTo>
                    <a:pt x="0" y="0"/>
                  </a:lnTo>
                  <a:lnTo>
                    <a:pt x="0" y="1131190"/>
                  </a:lnTo>
                  <a:lnTo>
                    <a:pt x="46417" y="1131190"/>
                  </a:lnTo>
                  <a:lnTo>
                    <a:pt x="46417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19" name="object 1219" descr="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2412807" y="3385077"/>
              <a:ext cx="122162" cy="258062"/>
            </a:xfrm>
            <a:prstGeom prst="rect">
              <a:avLst/>
            </a:prstGeom>
          </p:spPr>
        </p:pic>
        <p:sp>
          <p:nvSpPr>
            <p:cNvPr id="1220" name="object 1220" descr=""/>
            <p:cNvSpPr/>
            <p:nvPr/>
          </p:nvSpPr>
          <p:spPr>
            <a:xfrm>
              <a:off x="2450258" y="4137446"/>
              <a:ext cx="46990" cy="688340"/>
            </a:xfrm>
            <a:custGeom>
              <a:avLst/>
              <a:gdLst/>
              <a:ahLst/>
              <a:cxnLst/>
              <a:rect l="l" t="t" r="r" b="b"/>
              <a:pathLst>
                <a:path w="46989" h="688339">
                  <a:moveTo>
                    <a:pt x="0" y="0"/>
                  </a:moveTo>
                  <a:lnTo>
                    <a:pt x="0" y="688188"/>
                  </a:lnTo>
                  <a:lnTo>
                    <a:pt x="46417" y="688188"/>
                  </a:lnTo>
                  <a:lnTo>
                    <a:pt x="46417" y="289331"/>
                  </a:lnTo>
                  <a:lnTo>
                    <a:pt x="32980" y="213776"/>
                  </a:lnTo>
                  <a:lnTo>
                    <a:pt x="26050" y="175724"/>
                  </a:lnTo>
                  <a:lnTo>
                    <a:pt x="18742" y="137514"/>
                  </a:lnTo>
                  <a:lnTo>
                    <a:pt x="12891" y="102816"/>
                  </a:lnTo>
                  <a:lnTo>
                    <a:pt x="7867" y="68348"/>
                  </a:lnTo>
                  <a:lnTo>
                    <a:pt x="3595" y="340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1" name="object 1221" descr=""/>
            <p:cNvSpPr/>
            <p:nvPr/>
          </p:nvSpPr>
          <p:spPr>
            <a:xfrm>
              <a:off x="2520721" y="3859002"/>
              <a:ext cx="1042035" cy="906144"/>
            </a:xfrm>
            <a:custGeom>
              <a:avLst/>
              <a:gdLst/>
              <a:ahLst/>
              <a:cxnLst/>
              <a:rect l="l" t="t" r="r" b="b"/>
              <a:pathLst>
                <a:path w="1042035" h="906145">
                  <a:moveTo>
                    <a:pt x="69329" y="537718"/>
                  </a:moveTo>
                  <a:lnTo>
                    <a:pt x="66598" y="531190"/>
                  </a:lnTo>
                  <a:lnTo>
                    <a:pt x="59169" y="525856"/>
                  </a:lnTo>
                  <a:lnTo>
                    <a:pt x="48158" y="522262"/>
                  </a:lnTo>
                  <a:lnTo>
                    <a:pt x="34671" y="520941"/>
                  </a:lnTo>
                  <a:lnTo>
                    <a:pt x="21170" y="522262"/>
                  </a:lnTo>
                  <a:lnTo>
                    <a:pt x="10147" y="525856"/>
                  </a:lnTo>
                  <a:lnTo>
                    <a:pt x="2717" y="531190"/>
                  </a:lnTo>
                  <a:lnTo>
                    <a:pt x="0" y="537718"/>
                  </a:lnTo>
                  <a:lnTo>
                    <a:pt x="2717" y="544258"/>
                  </a:lnTo>
                  <a:lnTo>
                    <a:pt x="10147" y="549592"/>
                  </a:lnTo>
                  <a:lnTo>
                    <a:pt x="21170" y="553186"/>
                  </a:lnTo>
                  <a:lnTo>
                    <a:pt x="34671" y="554507"/>
                  </a:lnTo>
                  <a:lnTo>
                    <a:pt x="48158" y="553186"/>
                  </a:lnTo>
                  <a:lnTo>
                    <a:pt x="59169" y="549592"/>
                  </a:lnTo>
                  <a:lnTo>
                    <a:pt x="66598" y="544258"/>
                  </a:lnTo>
                  <a:lnTo>
                    <a:pt x="69329" y="537718"/>
                  </a:lnTo>
                  <a:close/>
                </a:path>
                <a:path w="1042035" h="906145">
                  <a:moveTo>
                    <a:pt x="92735" y="634949"/>
                  </a:moveTo>
                  <a:lnTo>
                    <a:pt x="90754" y="630212"/>
                  </a:lnTo>
                  <a:lnTo>
                    <a:pt x="85356" y="626338"/>
                  </a:lnTo>
                  <a:lnTo>
                    <a:pt x="77355" y="623722"/>
                  </a:lnTo>
                  <a:lnTo>
                    <a:pt x="67564" y="622769"/>
                  </a:lnTo>
                  <a:lnTo>
                    <a:pt x="57759" y="623722"/>
                  </a:lnTo>
                  <a:lnTo>
                    <a:pt x="49758" y="626338"/>
                  </a:lnTo>
                  <a:lnTo>
                    <a:pt x="44361" y="630212"/>
                  </a:lnTo>
                  <a:lnTo>
                    <a:pt x="42379" y="634949"/>
                  </a:lnTo>
                  <a:lnTo>
                    <a:pt x="44361" y="639699"/>
                  </a:lnTo>
                  <a:lnTo>
                    <a:pt x="49758" y="643572"/>
                  </a:lnTo>
                  <a:lnTo>
                    <a:pt x="57759" y="646188"/>
                  </a:lnTo>
                  <a:lnTo>
                    <a:pt x="67564" y="647141"/>
                  </a:lnTo>
                  <a:lnTo>
                    <a:pt x="77355" y="646188"/>
                  </a:lnTo>
                  <a:lnTo>
                    <a:pt x="85356" y="643572"/>
                  </a:lnTo>
                  <a:lnTo>
                    <a:pt x="90754" y="639699"/>
                  </a:lnTo>
                  <a:lnTo>
                    <a:pt x="92735" y="634949"/>
                  </a:lnTo>
                  <a:close/>
                </a:path>
                <a:path w="1042035" h="906145">
                  <a:moveTo>
                    <a:pt x="98044" y="398030"/>
                  </a:moveTo>
                  <a:lnTo>
                    <a:pt x="96100" y="393357"/>
                  </a:lnTo>
                  <a:lnTo>
                    <a:pt x="90779" y="389534"/>
                  </a:lnTo>
                  <a:lnTo>
                    <a:pt x="82892" y="386956"/>
                  </a:lnTo>
                  <a:lnTo>
                    <a:pt x="73228" y="386016"/>
                  </a:lnTo>
                  <a:lnTo>
                    <a:pt x="63576" y="386956"/>
                  </a:lnTo>
                  <a:lnTo>
                    <a:pt x="55689" y="389534"/>
                  </a:lnTo>
                  <a:lnTo>
                    <a:pt x="50368" y="393357"/>
                  </a:lnTo>
                  <a:lnTo>
                    <a:pt x="48412" y="398030"/>
                  </a:lnTo>
                  <a:lnTo>
                    <a:pt x="50368" y="402717"/>
                  </a:lnTo>
                  <a:lnTo>
                    <a:pt x="55689" y="406527"/>
                  </a:lnTo>
                  <a:lnTo>
                    <a:pt x="63576" y="409105"/>
                  </a:lnTo>
                  <a:lnTo>
                    <a:pt x="73228" y="410044"/>
                  </a:lnTo>
                  <a:lnTo>
                    <a:pt x="82892" y="409105"/>
                  </a:lnTo>
                  <a:lnTo>
                    <a:pt x="90779" y="406527"/>
                  </a:lnTo>
                  <a:lnTo>
                    <a:pt x="96100" y="402717"/>
                  </a:lnTo>
                  <a:lnTo>
                    <a:pt x="98044" y="398030"/>
                  </a:lnTo>
                  <a:close/>
                </a:path>
                <a:path w="1042035" h="906145">
                  <a:moveTo>
                    <a:pt x="669734" y="20383"/>
                  </a:moveTo>
                  <a:lnTo>
                    <a:pt x="667016" y="13843"/>
                  </a:lnTo>
                  <a:lnTo>
                    <a:pt x="659587" y="8509"/>
                  </a:lnTo>
                  <a:lnTo>
                    <a:pt x="648563" y="4914"/>
                  </a:lnTo>
                  <a:lnTo>
                    <a:pt x="635076" y="3594"/>
                  </a:lnTo>
                  <a:lnTo>
                    <a:pt x="621576" y="4914"/>
                  </a:lnTo>
                  <a:lnTo>
                    <a:pt x="610565" y="8509"/>
                  </a:lnTo>
                  <a:lnTo>
                    <a:pt x="603135" y="13843"/>
                  </a:lnTo>
                  <a:lnTo>
                    <a:pt x="600405" y="20383"/>
                  </a:lnTo>
                  <a:lnTo>
                    <a:pt x="603135" y="26911"/>
                  </a:lnTo>
                  <a:lnTo>
                    <a:pt x="610565" y="32245"/>
                  </a:lnTo>
                  <a:lnTo>
                    <a:pt x="621576" y="35839"/>
                  </a:lnTo>
                  <a:lnTo>
                    <a:pt x="635076" y="37160"/>
                  </a:lnTo>
                  <a:lnTo>
                    <a:pt x="648563" y="35839"/>
                  </a:lnTo>
                  <a:lnTo>
                    <a:pt x="659587" y="32245"/>
                  </a:lnTo>
                  <a:lnTo>
                    <a:pt x="667016" y="26911"/>
                  </a:lnTo>
                  <a:lnTo>
                    <a:pt x="669734" y="20383"/>
                  </a:lnTo>
                  <a:close/>
                </a:path>
                <a:path w="1042035" h="906145">
                  <a:moveTo>
                    <a:pt x="738339" y="72415"/>
                  </a:moveTo>
                  <a:lnTo>
                    <a:pt x="736358" y="67665"/>
                  </a:lnTo>
                  <a:lnTo>
                    <a:pt x="730973" y="63792"/>
                  </a:lnTo>
                  <a:lnTo>
                    <a:pt x="722972" y="61175"/>
                  </a:lnTo>
                  <a:lnTo>
                    <a:pt x="713168" y="60223"/>
                  </a:lnTo>
                  <a:lnTo>
                    <a:pt x="703364" y="61175"/>
                  </a:lnTo>
                  <a:lnTo>
                    <a:pt x="695363" y="63792"/>
                  </a:lnTo>
                  <a:lnTo>
                    <a:pt x="689965" y="67665"/>
                  </a:lnTo>
                  <a:lnTo>
                    <a:pt x="687984" y="72415"/>
                  </a:lnTo>
                  <a:lnTo>
                    <a:pt x="689965" y="77152"/>
                  </a:lnTo>
                  <a:lnTo>
                    <a:pt x="695363" y="81026"/>
                  </a:lnTo>
                  <a:lnTo>
                    <a:pt x="703364" y="83642"/>
                  </a:lnTo>
                  <a:lnTo>
                    <a:pt x="713168" y="84594"/>
                  </a:lnTo>
                  <a:lnTo>
                    <a:pt x="722972" y="83642"/>
                  </a:lnTo>
                  <a:lnTo>
                    <a:pt x="730973" y="81026"/>
                  </a:lnTo>
                  <a:lnTo>
                    <a:pt x="736358" y="77152"/>
                  </a:lnTo>
                  <a:lnTo>
                    <a:pt x="738339" y="72415"/>
                  </a:lnTo>
                  <a:close/>
                </a:path>
                <a:path w="1042035" h="906145">
                  <a:moveTo>
                    <a:pt x="782142" y="12014"/>
                  </a:moveTo>
                  <a:lnTo>
                    <a:pt x="780186" y="7340"/>
                  </a:lnTo>
                  <a:lnTo>
                    <a:pt x="774865" y="3517"/>
                  </a:lnTo>
                  <a:lnTo>
                    <a:pt x="766978" y="952"/>
                  </a:lnTo>
                  <a:lnTo>
                    <a:pt x="757326" y="0"/>
                  </a:lnTo>
                  <a:lnTo>
                    <a:pt x="747661" y="952"/>
                  </a:lnTo>
                  <a:lnTo>
                    <a:pt x="739775" y="3517"/>
                  </a:lnTo>
                  <a:lnTo>
                    <a:pt x="734453" y="7340"/>
                  </a:lnTo>
                  <a:lnTo>
                    <a:pt x="732497" y="12014"/>
                  </a:lnTo>
                  <a:lnTo>
                    <a:pt x="734453" y="16687"/>
                  </a:lnTo>
                  <a:lnTo>
                    <a:pt x="739775" y="20510"/>
                  </a:lnTo>
                  <a:lnTo>
                    <a:pt x="747661" y="23088"/>
                  </a:lnTo>
                  <a:lnTo>
                    <a:pt x="757326" y="24028"/>
                  </a:lnTo>
                  <a:lnTo>
                    <a:pt x="766978" y="23088"/>
                  </a:lnTo>
                  <a:lnTo>
                    <a:pt x="774865" y="20510"/>
                  </a:lnTo>
                  <a:lnTo>
                    <a:pt x="780186" y="16687"/>
                  </a:lnTo>
                  <a:lnTo>
                    <a:pt x="782142" y="12014"/>
                  </a:lnTo>
                  <a:close/>
                </a:path>
                <a:path w="1042035" h="906145">
                  <a:moveTo>
                    <a:pt x="802284" y="796099"/>
                  </a:moveTo>
                  <a:lnTo>
                    <a:pt x="799566" y="789571"/>
                  </a:lnTo>
                  <a:lnTo>
                    <a:pt x="792137" y="784237"/>
                  </a:lnTo>
                  <a:lnTo>
                    <a:pt x="781113" y="780630"/>
                  </a:lnTo>
                  <a:lnTo>
                    <a:pt x="767626" y="779310"/>
                  </a:lnTo>
                  <a:lnTo>
                    <a:pt x="754126" y="780630"/>
                  </a:lnTo>
                  <a:lnTo>
                    <a:pt x="743115" y="784237"/>
                  </a:lnTo>
                  <a:lnTo>
                    <a:pt x="735685" y="789571"/>
                  </a:lnTo>
                  <a:lnTo>
                    <a:pt x="732955" y="796099"/>
                  </a:lnTo>
                  <a:lnTo>
                    <a:pt x="735685" y="802627"/>
                  </a:lnTo>
                  <a:lnTo>
                    <a:pt x="743115" y="807974"/>
                  </a:lnTo>
                  <a:lnTo>
                    <a:pt x="754126" y="811568"/>
                  </a:lnTo>
                  <a:lnTo>
                    <a:pt x="767626" y="812888"/>
                  </a:lnTo>
                  <a:lnTo>
                    <a:pt x="781113" y="811568"/>
                  </a:lnTo>
                  <a:lnTo>
                    <a:pt x="792137" y="807974"/>
                  </a:lnTo>
                  <a:lnTo>
                    <a:pt x="799566" y="802627"/>
                  </a:lnTo>
                  <a:lnTo>
                    <a:pt x="802284" y="796099"/>
                  </a:lnTo>
                  <a:close/>
                </a:path>
                <a:path w="1042035" h="906145">
                  <a:moveTo>
                    <a:pt x="825690" y="893330"/>
                  </a:moveTo>
                  <a:lnTo>
                    <a:pt x="823709" y="888580"/>
                  </a:lnTo>
                  <a:lnTo>
                    <a:pt x="818324" y="884707"/>
                  </a:lnTo>
                  <a:lnTo>
                    <a:pt x="810323" y="882103"/>
                  </a:lnTo>
                  <a:lnTo>
                    <a:pt x="800519" y="881138"/>
                  </a:lnTo>
                  <a:lnTo>
                    <a:pt x="790714" y="882103"/>
                  </a:lnTo>
                  <a:lnTo>
                    <a:pt x="782713" y="884707"/>
                  </a:lnTo>
                  <a:lnTo>
                    <a:pt x="777316" y="888580"/>
                  </a:lnTo>
                  <a:lnTo>
                    <a:pt x="775335" y="893330"/>
                  </a:lnTo>
                  <a:lnTo>
                    <a:pt x="777316" y="898080"/>
                  </a:lnTo>
                  <a:lnTo>
                    <a:pt x="782713" y="901954"/>
                  </a:lnTo>
                  <a:lnTo>
                    <a:pt x="790714" y="904557"/>
                  </a:lnTo>
                  <a:lnTo>
                    <a:pt x="800519" y="905522"/>
                  </a:lnTo>
                  <a:lnTo>
                    <a:pt x="810323" y="904557"/>
                  </a:lnTo>
                  <a:lnTo>
                    <a:pt x="818324" y="901954"/>
                  </a:lnTo>
                  <a:lnTo>
                    <a:pt x="823709" y="898080"/>
                  </a:lnTo>
                  <a:lnTo>
                    <a:pt x="825690" y="893330"/>
                  </a:lnTo>
                  <a:close/>
                </a:path>
                <a:path w="1042035" h="906145">
                  <a:moveTo>
                    <a:pt x="845667" y="734593"/>
                  </a:moveTo>
                  <a:lnTo>
                    <a:pt x="843711" y="729919"/>
                  </a:lnTo>
                  <a:lnTo>
                    <a:pt x="838403" y="726097"/>
                  </a:lnTo>
                  <a:lnTo>
                    <a:pt x="830516" y="723519"/>
                  </a:lnTo>
                  <a:lnTo>
                    <a:pt x="820851" y="722579"/>
                  </a:lnTo>
                  <a:lnTo>
                    <a:pt x="811187" y="723519"/>
                  </a:lnTo>
                  <a:lnTo>
                    <a:pt x="803300" y="726097"/>
                  </a:lnTo>
                  <a:lnTo>
                    <a:pt x="797979" y="729919"/>
                  </a:lnTo>
                  <a:lnTo>
                    <a:pt x="796036" y="734593"/>
                  </a:lnTo>
                  <a:lnTo>
                    <a:pt x="797979" y="739267"/>
                  </a:lnTo>
                  <a:lnTo>
                    <a:pt x="803300" y="743089"/>
                  </a:lnTo>
                  <a:lnTo>
                    <a:pt x="811187" y="745667"/>
                  </a:lnTo>
                  <a:lnTo>
                    <a:pt x="820851" y="746607"/>
                  </a:lnTo>
                  <a:lnTo>
                    <a:pt x="830516" y="745667"/>
                  </a:lnTo>
                  <a:lnTo>
                    <a:pt x="838403" y="743089"/>
                  </a:lnTo>
                  <a:lnTo>
                    <a:pt x="843711" y="739267"/>
                  </a:lnTo>
                  <a:lnTo>
                    <a:pt x="845667" y="734593"/>
                  </a:lnTo>
                  <a:close/>
                </a:path>
                <a:path w="1042035" h="906145">
                  <a:moveTo>
                    <a:pt x="1041819" y="416763"/>
                  </a:moveTo>
                  <a:lnTo>
                    <a:pt x="1039850" y="412026"/>
                  </a:lnTo>
                  <a:lnTo>
                    <a:pt x="1034453" y="408152"/>
                  </a:lnTo>
                  <a:lnTo>
                    <a:pt x="1026452" y="405536"/>
                  </a:lnTo>
                  <a:lnTo>
                    <a:pt x="1016647" y="404571"/>
                  </a:lnTo>
                  <a:lnTo>
                    <a:pt x="1006856" y="405536"/>
                  </a:lnTo>
                  <a:lnTo>
                    <a:pt x="998842" y="408152"/>
                  </a:lnTo>
                  <a:lnTo>
                    <a:pt x="993444" y="412026"/>
                  </a:lnTo>
                  <a:lnTo>
                    <a:pt x="991476" y="416763"/>
                  </a:lnTo>
                  <a:lnTo>
                    <a:pt x="993444" y="421513"/>
                  </a:lnTo>
                  <a:lnTo>
                    <a:pt x="998842" y="425386"/>
                  </a:lnTo>
                  <a:lnTo>
                    <a:pt x="1006856" y="427990"/>
                  </a:lnTo>
                  <a:lnTo>
                    <a:pt x="1016647" y="428955"/>
                  </a:lnTo>
                  <a:lnTo>
                    <a:pt x="1026452" y="427990"/>
                  </a:lnTo>
                  <a:lnTo>
                    <a:pt x="1034453" y="425386"/>
                  </a:lnTo>
                  <a:lnTo>
                    <a:pt x="1039850" y="421513"/>
                  </a:lnTo>
                  <a:lnTo>
                    <a:pt x="1041819" y="416763"/>
                  </a:lnTo>
                  <a:close/>
                </a:path>
              </a:pathLst>
            </a:custGeom>
            <a:solidFill>
              <a:srgbClr val="CC9571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22" name="object 1222" descr=""/>
          <p:cNvSpPr/>
          <p:nvPr/>
        </p:nvSpPr>
        <p:spPr>
          <a:xfrm>
            <a:off x="3913596" y="4282548"/>
            <a:ext cx="50800" cy="24765"/>
          </a:xfrm>
          <a:custGeom>
            <a:avLst/>
            <a:gdLst/>
            <a:ahLst/>
            <a:cxnLst/>
            <a:rect l="l" t="t" r="r" b="b"/>
            <a:pathLst>
              <a:path w="50800" h="24764">
                <a:moveTo>
                  <a:pt x="25182" y="0"/>
                </a:moveTo>
                <a:lnTo>
                  <a:pt x="15381" y="957"/>
                </a:lnTo>
                <a:lnTo>
                  <a:pt x="7376" y="3569"/>
                </a:lnTo>
                <a:lnTo>
                  <a:pt x="1979" y="7443"/>
                </a:lnTo>
                <a:lnTo>
                  <a:pt x="0" y="12188"/>
                </a:lnTo>
                <a:lnTo>
                  <a:pt x="1979" y="16932"/>
                </a:lnTo>
                <a:lnTo>
                  <a:pt x="7376" y="20806"/>
                </a:lnTo>
                <a:lnTo>
                  <a:pt x="15381" y="23418"/>
                </a:lnTo>
                <a:lnTo>
                  <a:pt x="25182" y="24376"/>
                </a:lnTo>
                <a:lnTo>
                  <a:pt x="34981" y="23418"/>
                </a:lnTo>
                <a:lnTo>
                  <a:pt x="42982" y="20806"/>
                </a:lnTo>
                <a:lnTo>
                  <a:pt x="48376" y="16932"/>
                </a:lnTo>
                <a:lnTo>
                  <a:pt x="50354" y="12188"/>
                </a:lnTo>
                <a:lnTo>
                  <a:pt x="48376" y="7443"/>
                </a:lnTo>
                <a:lnTo>
                  <a:pt x="42982" y="3569"/>
                </a:lnTo>
                <a:lnTo>
                  <a:pt x="34981" y="957"/>
                </a:lnTo>
                <a:lnTo>
                  <a:pt x="25182" y="0"/>
                </a:lnTo>
                <a:close/>
              </a:path>
            </a:pathLst>
          </a:custGeom>
          <a:solidFill>
            <a:srgbClr val="CC957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3" name="object 1223" descr=""/>
          <p:cNvSpPr/>
          <p:nvPr/>
        </p:nvSpPr>
        <p:spPr>
          <a:xfrm>
            <a:off x="3512197" y="4662052"/>
            <a:ext cx="50800" cy="24765"/>
          </a:xfrm>
          <a:custGeom>
            <a:avLst/>
            <a:gdLst/>
            <a:ahLst/>
            <a:cxnLst/>
            <a:rect l="l" t="t" r="r" b="b"/>
            <a:pathLst>
              <a:path w="50800" h="24764">
                <a:moveTo>
                  <a:pt x="25182" y="0"/>
                </a:moveTo>
                <a:lnTo>
                  <a:pt x="15381" y="957"/>
                </a:lnTo>
                <a:lnTo>
                  <a:pt x="7376" y="3569"/>
                </a:lnTo>
                <a:lnTo>
                  <a:pt x="1979" y="7443"/>
                </a:lnTo>
                <a:lnTo>
                  <a:pt x="0" y="12188"/>
                </a:lnTo>
                <a:lnTo>
                  <a:pt x="1979" y="16932"/>
                </a:lnTo>
                <a:lnTo>
                  <a:pt x="7376" y="20806"/>
                </a:lnTo>
                <a:lnTo>
                  <a:pt x="15381" y="23418"/>
                </a:lnTo>
                <a:lnTo>
                  <a:pt x="25182" y="24376"/>
                </a:lnTo>
                <a:lnTo>
                  <a:pt x="34981" y="23418"/>
                </a:lnTo>
                <a:lnTo>
                  <a:pt x="42982" y="20806"/>
                </a:lnTo>
                <a:lnTo>
                  <a:pt x="48376" y="16932"/>
                </a:lnTo>
                <a:lnTo>
                  <a:pt x="50354" y="12188"/>
                </a:lnTo>
                <a:lnTo>
                  <a:pt x="48376" y="7443"/>
                </a:lnTo>
                <a:lnTo>
                  <a:pt x="42982" y="3569"/>
                </a:lnTo>
                <a:lnTo>
                  <a:pt x="34981" y="957"/>
                </a:lnTo>
                <a:lnTo>
                  <a:pt x="25182" y="0"/>
                </a:lnTo>
                <a:close/>
              </a:path>
            </a:pathLst>
          </a:custGeom>
          <a:solidFill>
            <a:srgbClr val="CC957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4" name="object 1224" descr=""/>
          <p:cNvSpPr/>
          <p:nvPr/>
        </p:nvSpPr>
        <p:spPr>
          <a:xfrm>
            <a:off x="4453657" y="4417131"/>
            <a:ext cx="69850" cy="33655"/>
          </a:xfrm>
          <a:custGeom>
            <a:avLst/>
            <a:gdLst/>
            <a:ahLst/>
            <a:cxnLst/>
            <a:rect l="l" t="t" r="r" b="b"/>
            <a:pathLst>
              <a:path w="69850" h="33654">
                <a:moveTo>
                  <a:pt x="34669" y="0"/>
                </a:moveTo>
                <a:lnTo>
                  <a:pt x="21172" y="1319"/>
                </a:lnTo>
                <a:lnTo>
                  <a:pt x="10152" y="4917"/>
                </a:lnTo>
                <a:lnTo>
                  <a:pt x="2723" y="10252"/>
                </a:lnTo>
                <a:lnTo>
                  <a:pt x="0" y="16784"/>
                </a:lnTo>
                <a:lnTo>
                  <a:pt x="2723" y="23316"/>
                </a:lnTo>
                <a:lnTo>
                  <a:pt x="10152" y="28652"/>
                </a:lnTo>
                <a:lnTo>
                  <a:pt x="21172" y="32250"/>
                </a:lnTo>
                <a:lnTo>
                  <a:pt x="34669" y="33569"/>
                </a:lnTo>
                <a:lnTo>
                  <a:pt x="48159" y="32250"/>
                </a:lnTo>
                <a:lnTo>
                  <a:pt x="59176" y="28652"/>
                </a:lnTo>
                <a:lnTo>
                  <a:pt x="66603" y="23316"/>
                </a:lnTo>
                <a:lnTo>
                  <a:pt x="69327" y="16784"/>
                </a:lnTo>
                <a:lnTo>
                  <a:pt x="66603" y="10252"/>
                </a:lnTo>
                <a:lnTo>
                  <a:pt x="59176" y="4917"/>
                </a:lnTo>
                <a:lnTo>
                  <a:pt x="48159" y="1319"/>
                </a:lnTo>
                <a:lnTo>
                  <a:pt x="34669" y="0"/>
                </a:lnTo>
                <a:close/>
              </a:path>
            </a:pathLst>
          </a:custGeom>
          <a:solidFill>
            <a:srgbClr val="CC957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5" name="object 1225" descr=""/>
          <p:cNvSpPr/>
          <p:nvPr/>
        </p:nvSpPr>
        <p:spPr>
          <a:xfrm>
            <a:off x="4580645" y="4250733"/>
            <a:ext cx="69850" cy="33655"/>
          </a:xfrm>
          <a:custGeom>
            <a:avLst/>
            <a:gdLst/>
            <a:ahLst/>
            <a:cxnLst/>
            <a:rect l="l" t="t" r="r" b="b"/>
            <a:pathLst>
              <a:path w="69850" h="33654">
                <a:moveTo>
                  <a:pt x="34669" y="0"/>
                </a:moveTo>
                <a:lnTo>
                  <a:pt x="21172" y="1319"/>
                </a:lnTo>
                <a:lnTo>
                  <a:pt x="10152" y="4917"/>
                </a:lnTo>
                <a:lnTo>
                  <a:pt x="2723" y="10252"/>
                </a:lnTo>
                <a:lnTo>
                  <a:pt x="0" y="16784"/>
                </a:lnTo>
                <a:lnTo>
                  <a:pt x="2723" y="23316"/>
                </a:lnTo>
                <a:lnTo>
                  <a:pt x="10152" y="28652"/>
                </a:lnTo>
                <a:lnTo>
                  <a:pt x="21172" y="32250"/>
                </a:lnTo>
                <a:lnTo>
                  <a:pt x="34669" y="33569"/>
                </a:lnTo>
                <a:lnTo>
                  <a:pt x="48159" y="32250"/>
                </a:lnTo>
                <a:lnTo>
                  <a:pt x="59176" y="28652"/>
                </a:lnTo>
                <a:lnTo>
                  <a:pt x="66603" y="23316"/>
                </a:lnTo>
                <a:lnTo>
                  <a:pt x="69327" y="16784"/>
                </a:lnTo>
                <a:lnTo>
                  <a:pt x="66603" y="10252"/>
                </a:lnTo>
                <a:lnTo>
                  <a:pt x="59176" y="4917"/>
                </a:lnTo>
                <a:lnTo>
                  <a:pt x="48159" y="1319"/>
                </a:lnTo>
                <a:lnTo>
                  <a:pt x="34669" y="0"/>
                </a:lnTo>
                <a:close/>
              </a:path>
            </a:pathLst>
          </a:custGeom>
          <a:solidFill>
            <a:srgbClr val="CC957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6" name="object 1226" descr=""/>
          <p:cNvSpPr/>
          <p:nvPr/>
        </p:nvSpPr>
        <p:spPr>
          <a:xfrm>
            <a:off x="4136189" y="4382099"/>
            <a:ext cx="69850" cy="33655"/>
          </a:xfrm>
          <a:custGeom>
            <a:avLst/>
            <a:gdLst/>
            <a:ahLst/>
            <a:cxnLst/>
            <a:rect l="l" t="t" r="r" b="b"/>
            <a:pathLst>
              <a:path w="69850" h="33654">
                <a:moveTo>
                  <a:pt x="34669" y="0"/>
                </a:moveTo>
                <a:lnTo>
                  <a:pt x="21172" y="1319"/>
                </a:lnTo>
                <a:lnTo>
                  <a:pt x="10152" y="4917"/>
                </a:lnTo>
                <a:lnTo>
                  <a:pt x="2723" y="10252"/>
                </a:lnTo>
                <a:lnTo>
                  <a:pt x="0" y="16784"/>
                </a:lnTo>
                <a:lnTo>
                  <a:pt x="2723" y="23316"/>
                </a:lnTo>
                <a:lnTo>
                  <a:pt x="10152" y="28652"/>
                </a:lnTo>
                <a:lnTo>
                  <a:pt x="21172" y="32250"/>
                </a:lnTo>
                <a:lnTo>
                  <a:pt x="34669" y="33569"/>
                </a:lnTo>
                <a:lnTo>
                  <a:pt x="48159" y="32250"/>
                </a:lnTo>
                <a:lnTo>
                  <a:pt x="59176" y="28652"/>
                </a:lnTo>
                <a:lnTo>
                  <a:pt x="66603" y="23316"/>
                </a:lnTo>
                <a:lnTo>
                  <a:pt x="69327" y="16784"/>
                </a:lnTo>
                <a:lnTo>
                  <a:pt x="66603" y="10252"/>
                </a:lnTo>
                <a:lnTo>
                  <a:pt x="59176" y="4917"/>
                </a:lnTo>
                <a:lnTo>
                  <a:pt x="48159" y="1319"/>
                </a:lnTo>
                <a:lnTo>
                  <a:pt x="34669" y="0"/>
                </a:lnTo>
                <a:close/>
              </a:path>
            </a:pathLst>
          </a:custGeom>
          <a:solidFill>
            <a:srgbClr val="CC957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7" name="object 1227" descr=""/>
          <p:cNvSpPr/>
          <p:nvPr/>
        </p:nvSpPr>
        <p:spPr>
          <a:xfrm>
            <a:off x="4919464" y="4519462"/>
            <a:ext cx="69850" cy="33655"/>
          </a:xfrm>
          <a:custGeom>
            <a:avLst/>
            <a:gdLst/>
            <a:ahLst/>
            <a:cxnLst/>
            <a:rect l="l" t="t" r="r" b="b"/>
            <a:pathLst>
              <a:path w="69850" h="33654">
                <a:moveTo>
                  <a:pt x="34669" y="0"/>
                </a:moveTo>
                <a:lnTo>
                  <a:pt x="21172" y="1319"/>
                </a:lnTo>
                <a:lnTo>
                  <a:pt x="10152" y="4917"/>
                </a:lnTo>
                <a:lnTo>
                  <a:pt x="2723" y="10252"/>
                </a:lnTo>
                <a:lnTo>
                  <a:pt x="0" y="16784"/>
                </a:lnTo>
                <a:lnTo>
                  <a:pt x="2723" y="23316"/>
                </a:lnTo>
                <a:lnTo>
                  <a:pt x="10152" y="28652"/>
                </a:lnTo>
                <a:lnTo>
                  <a:pt x="21172" y="32250"/>
                </a:lnTo>
                <a:lnTo>
                  <a:pt x="34669" y="33569"/>
                </a:lnTo>
                <a:lnTo>
                  <a:pt x="48159" y="32250"/>
                </a:lnTo>
                <a:lnTo>
                  <a:pt x="59176" y="28652"/>
                </a:lnTo>
                <a:lnTo>
                  <a:pt x="66603" y="23316"/>
                </a:lnTo>
                <a:lnTo>
                  <a:pt x="69327" y="16784"/>
                </a:lnTo>
                <a:lnTo>
                  <a:pt x="66603" y="10252"/>
                </a:lnTo>
                <a:lnTo>
                  <a:pt x="59176" y="4917"/>
                </a:lnTo>
                <a:lnTo>
                  <a:pt x="48159" y="1319"/>
                </a:lnTo>
                <a:lnTo>
                  <a:pt x="34669" y="0"/>
                </a:lnTo>
                <a:close/>
              </a:path>
            </a:pathLst>
          </a:custGeom>
          <a:solidFill>
            <a:srgbClr val="CC957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8" name="object 1228" descr=""/>
          <p:cNvSpPr/>
          <p:nvPr/>
        </p:nvSpPr>
        <p:spPr>
          <a:xfrm>
            <a:off x="3840248" y="4447783"/>
            <a:ext cx="69850" cy="33655"/>
          </a:xfrm>
          <a:custGeom>
            <a:avLst/>
            <a:gdLst/>
            <a:ahLst/>
            <a:cxnLst/>
            <a:rect l="l" t="t" r="r" b="b"/>
            <a:pathLst>
              <a:path w="69850" h="33654">
                <a:moveTo>
                  <a:pt x="34669" y="0"/>
                </a:moveTo>
                <a:lnTo>
                  <a:pt x="21172" y="1319"/>
                </a:lnTo>
                <a:lnTo>
                  <a:pt x="10152" y="4917"/>
                </a:lnTo>
                <a:lnTo>
                  <a:pt x="2723" y="10252"/>
                </a:lnTo>
                <a:lnTo>
                  <a:pt x="0" y="16784"/>
                </a:lnTo>
                <a:lnTo>
                  <a:pt x="2723" y="23316"/>
                </a:lnTo>
                <a:lnTo>
                  <a:pt x="10152" y="28652"/>
                </a:lnTo>
                <a:lnTo>
                  <a:pt x="21172" y="32250"/>
                </a:lnTo>
                <a:lnTo>
                  <a:pt x="34669" y="33569"/>
                </a:lnTo>
                <a:lnTo>
                  <a:pt x="48159" y="32250"/>
                </a:lnTo>
                <a:lnTo>
                  <a:pt x="59176" y="28652"/>
                </a:lnTo>
                <a:lnTo>
                  <a:pt x="66603" y="23316"/>
                </a:lnTo>
                <a:lnTo>
                  <a:pt x="69327" y="16784"/>
                </a:lnTo>
                <a:lnTo>
                  <a:pt x="66603" y="10252"/>
                </a:lnTo>
                <a:lnTo>
                  <a:pt x="59176" y="4917"/>
                </a:lnTo>
                <a:lnTo>
                  <a:pt x="48159" y="1319"/>
                </a:lnTo>
                <a:lnTo>
                  <a:pt x="34669" y="0"/>
                </a:lnTo>
                <a:close/>
              </a:path>
            </a:pathLst>
          </a:custGeom>
          <a:solidFill>
            <a:srgbClr val="CC957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9" name="object 1229" descr=""/>
          <p:cNvSpPr/>
          <p:nvPr/>
        </p:nvSpPr>
        <p:spPr>
          <a:xfrm>
            <a:off x="4585754" y="4413539"/>
            <a:ext cx="50165" cy="24130"/>
          </a:xfrm>
          <a:custGeom>
            <a:avLst/>
            <a:gdLst/>
            <a:ahLst/>
            <a:cxnLst/>
            <a:rect l="l" t="t" r="r" b="b"/>
            <a:pathLst>
              <a:path w="50164" h="24129">
                <a:moveTo>
                  <a:pt x="24815" y="0"/>
                </a:moveTo>
                <a:lnTo>
                  <a:pt x="15156" y="943"/>
                </a:lnTo>
                <a:lnTo>
                  <a:pt x="7268" y="3515"/>
                </a:lnTo>
                <a:lnTo>
                  <a:pt x="1950" y="7332"/>
                </a:lnTo>
                <a:lnTo>
                  <a:pt x="0" y="12010"/>
                </a:lnTo>
                <a:lnTo>
                  <a:pt x="1950" y="16687"/>
                </a:lnTo>
                <a:lnTo>
                  <a:pt x="7268" y="20504"/>
                </a:lnTo>
                <a:lnTo>
                  <a:pt x="15156" y="23077"/>
                </a:lnTo>
                <a:lnTo>
                  <a:pt x="24815" y="24020"/>
                </a:lnTo>
                <a:lnTo>
                  <a:pt x="34475" y="23077"/>
                </a:lnTo>
                <a:lnTo>
                  <a:pt x="42363" y="20504"/>
                </a:lnTo>
                <a:lnTo>
                  <a:pt x="47681" y="16687"/>
                </a:lnTo>
                <a:lnTo>
                  <a:pt x="49631" y="12010"/>
                </a:lnTo>
                <a:lnTo>
                  <a:pt x="47681" y="7332"/>
                </a:lnTo>
                <a:lnTo>
                  <a:pt x="42363" y="3515"/>
                </a:lnTo>
                <a:lnTo>
                  <a:pt x="34475" y="943"/>
                </a:lnTo>
                <a:lnTo>
                  <a:pt x="24815" y="0"/>
                </a:lnTo>
                <a:close/>
              </a:path>
            </a:pathLst>
          </a:custGeom>
          <a:solidFill>
            <a:srgbClr val="CC957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0" name="object 1230" descr=""/>
          <p:cNvSpPr/>
          <p:nvPr/>
        </p:nvSpPr>
        <p:spPr>
          <a:xfrm>
            <a:off x="4795942" y="4271226"/>
            <a:ext cx="50165" cy="24130"/>
          </a:xfrm>
          <a:custGeom>
            <a:avLst/>
            <a:gdLst/>
            <a:ahLst/>
            <a:cxnLst/>
            <a:rect l="l" t="t" r="r" b="b"/>
            <a:pathLst>
              <a:path w="50164" h="24129">
                <a:moveTo>
                  <a:pt x="24815" y="0"/>
                </a:moveTo>
                <a:lnTo>
                  <a:pt x="15156" y="943"/>
                </a:lnTo>
                <a:lnTo>
                  <a:pt x="7268" y="3515"/>
                </a:lnTo>
                <a:lnTo>
                  <a:pt x="1950" y="7332"/>
                </a:lnTo>
                <a:lnTo>
                  <a:pt x="0" y="12010"/>
                </a:lnTo>
                <a:lnTo>
                  <a:pt x="1950" y="16688"/>
                </a:lnTo>
                <a:lnTo>
                  <a:pt x="7268" y="20509"/>
                </a:lnTo>
                <a:lnTo>
                  <a:pt x="15156" y="23086"/>
                </a:lnTo>
                <a:lnTo>
                  <a:pt x="24815" y="24030"/>
                </a:lnTo>
                <a:lnTo>
                  <a:pt x="34475" y="23086"/>
                </a:lnTo>
                <a:lnTo>
                  <a:pt x="42363" y="20509"/>
                </a:lnTo>
                <a:lnTo>
                  <a:pt x="47681" y="16688"/>
                </a:lnTo>
                <a:lnTo>
                  <a:pt x="49631" y="12010"/>
                </a:lnTo>
                <a:lnTo>
                  <a:pt x="47681" y="7332"/>
                </a:lnTo>
                <a:lnTo>
                  <a:pt x="42363" y="3515"/>
                </a:lnTo>
                <a:lnTo>
                  <a:pt x="34475" y="943"/>
                </a:lnTo>
                <a:lnTo>
                  <a:pt x="24815" y="0"/>
                </a:lnTo>
                <a:close/>
              </a:path>
            </a:pathLst>
          </a:custGeom>
          <a:solidFill>
            <a:srgbClr val="CC957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1" name="object 1231" descr=""/>
          <p:cNvSpPr/>
          <p:nvPr/>
        </p:nvSpPr>
        <p:spPr>
          <a:xfrm>
            <a:off x="4788367" y="4409744"/>
            <a:ext cx="50165" cy="24130"/>
          </a:xfrm>
          <a:custGeom>
            <a:avLst/>
            <a:gdLst/>
            <a:ahLst/>
            <a:cxnLst/>
            <a:rect l="l" t="t" r="r" b="b"/>
            <a:pathLst>
              <a:path w="50164" h="24129">
                <a:moveTo>
                  <a:pt x="24815" y="0"/>
                </a:moveTo>
                <a:lnTo>
                  <a:pt x="15156" y="943"/>
                </a:lnTo>
                <a:lnTo>
                  <a:pt x="7268" y="3515"/>
                </a:lnTo>
                <a:lnTo>
                  <a:pt x="1950" y="7332"/>
                </a:lnTo>
                <a:lnTo>
                  <a:pt x="0" y="12010"/>
                </a:lnTo>
                <a:lnTo>
                  <a:pt x="1950" y="16688"/>
                </a:lnTo>
                <a:lnTo>
                  <a:pt x="7268" y="20509"/>
                </a:lnTo>
                <a:lnTo>
                  <a:pt x="15156" y="23086"/>
                </a:lnTo>
                <a:lnTo>
                  <a:pt x="24815" y="24030"/>
                </a:lnTo>
                <a:lnTo>
                  <a:pt x="34475" y="23086"/>
                </a:lnTo>
                <a:lnTo>
                  <a:pt x="42363" y="20509"/>
                </a:lnTo>
                <a:lnTo>
                  <a:pt x="47681" y="16688"/>
                </a:lnTo>
                <a:lnTo>
                  <a:pt x="49631" y="12010"/>
                </a:lnTo>
                <a:lnTo>
                  <a:pt x="47681" y="7332"/>
                </a:lnTo>
                <a:lnTo>
                  <a:pt x="42363" y="3515"/>
                </a:lnTo>
                <a:lnTo>
                  <a:pt x="34475" y="943"/>
                </a:lnTo>
                <a:lnTo>
                  <a:pt x="24815" y="0"/>
                </a:lnTo>
                <a:close/>
              </a:path>
            </a:pathLst>
          </a:custGeom>
          <a:solidFill>
            <a:srgbClr val="CC957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2" name="object 1232" descr=""/>
          <p:cNvSpPr/>
          <p:nvPr/>
        </p:nvSpPr>
        <p:spPr>
          <a:xfrm>
            <a:off x="4978120" y="4689103"/>
            <a:ext cx="40005" cy="19685"/>
          </a:xfrm>
          <a:custGeom>
            <a:avLst/>
            <a:gdLst/>
            <a:ahLst/>
            <a:cxnLst/>
            <a:rect l="l" t="t" r="r" b="b"/>
            <a:pathLst>
              <a:path w="40004" h="19685">
                <a:moveTo>
                  <a:pt x="30637" y="0"/>
                </a:moveTo>
                <a:lnTo>
                  <a:pt x="8837" y="0"/>
                </a:lnTo>
                <a:lnTo>
                  <a:pt x="0" y="4282"/>
                </a:lnTo>
                <a:lnTo>
                  <a:pt x="0" y="9559"/>
                </a:lnTo>
                <a:lnTo>
                  <a:pt x="0" y="14837"/>
                </a:lnTo>
                <a:lnTo>
                  <a:pt x="8837" y="19119"/>
                </a:lnTo>
                <a:lnTo>
                  <a:pt x="30637" y="19119"/>
                </a:lnTo>
                <a:lnTo>
                  <a:pt x="39475" y="14837"/>
                </a:lnTo>
                <a:lnTo>
                  <a:pt x="39475" y="4282"/>
                </a:lnTo>
                <a:lnTo>
                  <a:pt x="30637" y="0"/>
                </a:lnTo>
                <a:close/>
              </a:path>
            </a:pathLst>
          </a:custGeom>
          <a:solidFill>
            <a:srgbClr val="CC957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3" name="object 1233" descr=""/>
          <p:cNvSpPr/>
          <p:nvPr/>
        </p:nvSpPr>
        <p:spPr>
          <a:xfrm>
            <a:off x="4907268" y="4764841"/>
            <a:ext cx="40005" cy="19685"/>
          </a:xfrm>
          <a:custGeom>
            <a:avLst/>
            <a:gdLst/>
            <a:ahLst/>
            <a:cxnLst/>
            <a:rect l="l" t="t" r="r" b="b"/>
            <a:pathLst>
              <a:path w="40004" h="19685">
                <a:moveTo>
                  <a:pt x="30637" y="0"/>
                </a:moveTo>
                <a:lnTo>
                  <a:pt x="8837" y="0"/>
                </a:lnTo>
                <a:lnTo>
                  <a:pt x="0" y="4282"/>
                </a:lnTo>
                <a:lnTo>
                  <a:pt x="0" y="9559"/>
                </a:lnTo>
                <a:lnTo>
                  <a:pt x="0" y="14837"/>
                </a:lnTo>
                <a:lnTo>
                  <a:pt x="8837" y="19119"/>
                </a:lnTo>
                <a:lnTo>
                  <a:pt x="30637" y="19119"/>
                </a:lnTo>
                <a:lnTo>
                  <a:pt x="39475" y="14837"/>
                </a:lnTo>
                <a:lnTo>
                  <a:pt x="39475" y="4282"/>
                </a:lnTo>
                <a:lnTo>
                  <a:pt x="30637" y="0"/>
                </a:lnTo>
                <a:close/>
              </a:path>
            </a:pathLst>
          </a:custGeom>
          <a:solidFill>
            <a:srgbClr val="CC957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4" name="object 1234" descr=""/>
          <p:cNvSpPr/>
          <p:nvPr/>
        </p:nvSpPr>
        <p:spPr>
          <a:xfrm>
            <a:off x="4665393" y="4488763"/>
            <a:ext cx="40005" cy="19685"/>
          </a:xfrm>
          <a:custGeom>
            <a:avLst/>
            <a:gdLst/>
            <a:ahLst/>
            <a:cxnLst/>
            <a:rect l="l" t="t" r="r" b="b"/>
            <a:pathLst>
              <a:path w="40004" h="19685">
                <a:moveTo>
                  <a:pt x="30637" y="0"/>
                </a:moveTo>
                <a:lnTo>
                  <a:pt x="8837" y="0"/>
                </a:lnTo>
                <a:lnTo>
                  <a:pt x="0" y="4282"/>
                </a:lnTo>
                <a:lnTo>
                  <a:pt x="0" y="9559"/>
                </a:lnTo>
                <a:lnTo>
                  <a:pt x="0" y="14837"/>
                </a:lnTo>
                <a:lnTo>
                  <a:pt x="8837" y="19119"/>
                </a:lnTo>
                <a:lnTo>
                  <a:pt x="30637" y="19119"/>
                </a:lnTo>
                <a:lnTo>
                  <a:pt x="39475" y="14837"/>
                </a:lnTo>
                <a:lnTo>
                  <a:pt x="39475" y="4282"/>
                </a:lnTo>
                <a:lnTo>
                  <a:pt x="30637" y="0"/>
                </a:lnTo>
                <a:close/>
              </a:path>
            </a:pathLst>
          </a:custGeom>
          <a:solidFill>
            <a:srgbClr val="CC957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5" name="object 1235" descr=""/>
          <p:cNvSpPr/>
          <p:nvPr/>
        </p:nvSpPr>
        <p:spPr>
          <a:xfrm>
            <a:off x="4233254" y="4299689"/>
            <a:ext cx="50165" cy="24130"/>
          </a:xfrm>
          <a:custGeom>
            <a:avLst/>
            <a:gdLst/>
            <a:ahLst/>
            <a:cxnLst/>
            <a:rect l="l" t="t" r="r" b="b"/>
            <a:pathLst>
              <a:path w="50164" h="24129">
                <a:moveTo>
                  <a:pt x="24815" y="0"/>
                </a:moveTo>
                <a:lnTo>
                  <a:pt x="15156" y="943"/>
                </a:lnTo>
                <a:lnTo>
                  <a:pt x="7268" y="3515"/>
                </a:lnTo>
                <a:lnTo>
                  <a:pt x="1950" y="7332"/>
                </a:lnTo>
                <a:lnTo>
                  <a:pt x="0" y="12010"/>
                </a:lnTo>
                <a:lnTo>
                  <a:pt x="1950" y="16687"/>
                </a:lnTo>
                <a:lnTo>
                  <a:pt x="7268" y="20504"/>
                </a:lnTo>
                <a:lnTo>
                  <a:pt x="15156" y="23077"/>
                </a:lnTo>
                <a:lnTo>
                  <a:pt x="24815" y="24020"/>
                </a:lnTo>
                <a:lnTo>
                  <a:pt x="34475" y="23077"/>
                </a:lnTo>
                <a:lnTo>
                  <a:pt x="42363" y="20504"/>
                </a:lnTo>
                <a:lnTo>
                  <a:pt x="47681" y="16687"/>
                </a:lnTo>
                <a:lnTo>
                  <a:pt x="49631" y="12010"/>
                </a:lnTo>
                <a:lnTo>
                  <a:pt x="47681" y="7332"/>
                </a:lnTo>
                <a:lnTo>
                  <a:pt x="42363" y="3515"/>
                </a:lnTo>
                <a:lnTo>
                  <a:pt x="34475" y="943"/>
                </a:lnTo>
                <a:lnTo>
                  <a:pt x="24815" y="0"/>
                </a:lnTo>
                <a:close/>
              </a:path>
            </a:pathLst>
          </a:custGeom>
          <a:solidFill>
            <a:srgbClr val="CC957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6" name="object 1236" descr=""/>
          <p:cNvSpPr/>
          <p:nvPr/>
        </p:nvSpPr>
        <p:spPr>
          <a:xfrm>
            <a:off x="4412789" y="4302608"/>
            <a:ext cx="50165" cy="24130"/>
          </a:xfrm>
          <a:custGeom>
            <a:avLst/>
            <a:gdLst/>
            <a:ahLst/>
            <a:cxnLst/>
            <a:rect l="l" t="t" r="r" b="b"/>
            <a:pathLst>
              <a:path w="50164" h="24129">
                <a:moveTo>
                  <a:pt x="24815" y="0"/>
                </a:moveTo>
                <a:lnTo>
                  <a:pt x="15156" y="943"/>
                </a:lnTo>
                <a:lnTo>
                  <a:pt x="7268" y="3515"/>
                </a:lnTo>
                <a:lnTo>
                  <a:pt x="1950" y="7332"/>
                </a:lnTo>
                <a:lnTo>
                  <a:pt x="0" y="12010"/>
                </a:lnTo>
                <a:lnTo>
                  <a:pt x="1950" y="16687"/>
                </a:lnTo>
                <a:lnTo>
                  <a:pt x="7268" y="20504"/>
                </a:lnTo>
                <a:lnTo>
                  <a:pt x="15156" y="23077"/>
                </a:lnTo>
                <a:lnTo>
                  <a:pt x="24815" y="24020"/>
                </a:lnTo>
                <a:lnTo>
                  <a:pt x="34475" y="23077"/>
                </a:lnTo>
                <a:lnTo>
                  <a:pt x="42363" y="20504"/>
                </a:lnTo>
                <a:lnTo>
                  <a:pt x="47681" y="16687"/>
                </a:lnTo>
                <a:lnTo>
                  <a:pt x="49631" y="12010"/>
                </a:lnTo>
                <a:lnTo>
                  <a:pt x="47681" y="7332"/>
                </a:lnTo>
                <a:lnTo>
                  <a:pt x="42363" y="3515"/>
                </a:lnTo>
                <a:lnTo>
                  <a:pt x="34475" y="943"/>
                </a:lnTo>
                <a:lnTo>
                  <a:pt x="24815" y="0"/>
                </a:lnTo>
                <a:close/>
              </a:path>
            </a:pathLst>
          </a:custGeom>
          <a:solidFill>
            <a:srgbClr val="CC957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7" name="object 1237" descr=""/>
          <p:cNvSpPr/>
          <p:nvPr/>
        </p:nvSpPr>
        <p:spPr>
          <a:xfrm>
            <a:off x="4042043" y="4432515"/>
            <a:ext cx="50165" cy="24130"/>
          </a:xfrm>
          <a:custGeom>
            <a:avLst/>
            <a:gdLst/>
            <a:ahLst/>
            <a:cxnLst/>
            <a:rect l="l" t="t" r="r" b="b"/>
            <a:pathLst>
              <a:path w="50164" h="24129">
                <a:moveTo>
                  <a:pt x="24815" y="0"/>
                </a:moveTo>
                <a:lnTo>
                  <a:pt x="15156" y="943"/>
                </a:lnTo>
                <a:lnTo>
                  <a:pt x="7268" y="3515"/>
                </a:lnTo>
                <a:lnTo>
                  <a:pt x="1950" y="7332"/>
                </a:lnTo>
                <a:lnTo>
                  <a:pt x="0" y="12010"/>
                </a:lnTo>
                <a:lnTo>
                  <a:pt x="1950" y="16687"/>
                </a:lnTo>
                <a:lnTo>
                  <a:pt x="7268" y="20504"/>
                </a:lnTo>
                <a:lnTo>
                  <a:pt x="15156" y="23077"/>
                </a:lnTo>
                <a:lnTo>
                  <a:pt x="24815" y="24020"/>
                </a:lnTo>
                <a:lnTo>
                  <a:pt x="34475" y="23077"/>
                </a:lnTo>
                <a:lnTo>
                  <a:pt x="42363" y="20504"/>
                </a:lnTo>
                <a:lnTo>
                  <a:pt x="47681" y="16687"/>
                </a:lnTo>
                <a:lnTo>
                  <a:pt x="49631" y="12010"/>
                </a:lnTo>
                <a:lnTo>
                  <a:pt x="47681" y="7332"/>
                </a:lnTo>
                <a:lnTo>
                  <a:pt x="42363" y="3515"/>
                </a:lnTo>
                <a:lnTo>
                  <a:pt x="34475" y="943"/>
                </a:lnTo>
                <a:lnTo>
                  <a:pt x="24815" y="0"/>
                </a:lnTo>
                <a:close/>
              </a:path>
            </a:pathLst>
          </a:custGeom>
          <a:solidFill>
            <a:srgbClr val="CC957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8" name="object 1238" descr=""/>
          <p:cNvSpPr/>
          <p:nvPr/>
        </p:nvSpPr>
        <p:spPr>
          <a:xfrm>
            <a:off x="4287990" y="4472263"/>
            <a:ext cx="50165" cy="24130"/>
          </a:xfrm>
          <a:custGeom>
            <a:avLst/>
            <a:gdLst/>
            <a:ahLst/>
            <a:cxnLst/>
            <a:rect l="l" t="t" r="r" b="b"/>
            <a:pathLst>
              <a:path w="50164" h="24129">
                <a:moveTo>
                  <a:pt x="24815" y="0"/>
                </a:moveTo>
                <a:lnTo>
                  <a:pt x="15156" y="943"/>
                </a:lnTo>
                <a:lnTo>
                  <a:pt x="7268" y="3515"/>
                </a:lnTo>
                <a:lnTo>
                  <a:pt x="1950" y="7332"/>
                </a:lnTo>
                <a:lnTo>
                  <a:pt x="0" y="12010"/>
                </a:lnTo>
                <a:lnTo>
                  <a:pt x="1950" y="16687"/>
                </a:lnTo>
                <a:lnTo>
                  <a:pt x="7268" y="20504"/>
                </a:lnTo>
                <a:lnTo>
                  <a:pt x="15156" y="23077"/>
                </a:lnTo>
                <a:lnTo>
                  <a:pt x="24815" y="24020"/>
                </a:lnTo>
                <a:lnTo>
                  <a:pt x="34475" y="23077"/>
                </a:lnTo>
                <a:lnTo>
                  <a:pt x="42363" y="20504"/>
                </a:lnTo>
                <a:lnTo>
                  <a:pt x="47681" y="16687"/>
                </a:lnTo>
                <a:lnTo>
                  <a:pt x="49631" y="12010"/>
                </a:lnTo>
                <a:lnTo>
                  <a:pt x="47681" y="7332"/>
                </a:lnTo>
                <a:lnTo>
                  <a:pt x="42363" y="3515"/>
                </a:lnTo>
                <a:lnTo>
                  <a:pt x="34475" y="943"/>
                </a:lnTo>
                <a:lnTo>
                  <a:pt x="24815" y="0"/>
                </a:lnTo>
                <a:close/>
              </a:path>
            </a:pathLst>
          </a:custGeom>
          <a:solidFill>
            <a:srgbClr val="CC957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9" name="object 1239" descr=""/>
          <p:cNvSpPr/>
          <p:nvPr/>
        </p:nvSpPr>
        <p:spPr>
          <a:xfrm>
            <a:off x="4679900" y="4319383"/>
            <a:ext cx="50165" cy="24130"/>
          </a:xfrm>
          <a:custGeom>
            <a:avLst/>
            <a:gdLst/>
            <a:ahLst/>
            <a:cxnLst/>
            <a:rect l="l" t="t" r="r" b="b"/>
            <a:pathLst>
              <a:path w="50164" h="24129">
                <a:moveTo>
                  <a:pt x="24815" y="0"/>
                </a:moveTo>
                <a:lnTo>
                  <a:pt x="15156" y="944"/>
                </a:lnTo>
                <a:lnTo>
                  <a:pt x="7268" y="3520"/>
                </a:lnTo>
                <a:lnTo>
                  <a:pt x="1950" y="7341"/>
                </a:lnTo>
                <a:lnTo>
                  <a:pt x="0" y="12020"/>
                </a:lnTo>
                <a:lnTo>
                  <a:pt x="1950" y="16697"/>
                </a:lnTo>
                <a:lnTo>
                  <a:pt x="7268" y="20515"/>
                </a:lnTo>
                <a:lnTo>
                  <a:pt x="15156" y="23087"/>
                </a:lnTo>
                <a:lnTo>
                  <a:pt x="24815" y="24030"/>
                </a:lnTo>
                <a:lnTo>
                  <a:pt x="34475" y="23087"/>
                </a:lnTo>
                <a:lnTo>
                  <a:pt x="42363" y="20515"/>
                </a:lnTo>
                <a:lnTo>
                  <a:pt x="47681" y="16697"/>
                </a:lnTo>
                <a:lnTo>
                  <a:pt x="49631" y="12020"/>
                </a:lnTo>
                <a:lnTo>
                  <a:pt x="47681" y="7341"/>
                </a:lnTo>
                <a:lnTo>
                  <a:pt x="42363" y="3520"/>
                </a:lnTo>
                <a:lnTo>
                  <a:pt x="34475" y="944"/>
                </a:lnTo>
                <a:lnTo>
                  <a:pt x="24815" y="0"/>
                </a:lnTo>
                <a:close/>
              </a:path>
            </a:pathLst>
          </a:custGeom>
          <a:solidFill>
            <a:srgbClr val="CC957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0" name="object 1240" descr=""/>
          <p:cNvSpPr/>
          <p:nvPr/>
        </p:nvSpPr>
        <p:spPr>
          <a:xfrm>
            <a:off x="4933991" y="4346258"/>
            <a:ext cx="50165" cy="24130"/>
          </a:xfrm>
          <a:custGeom>
            <a:avLst/>
            <a:gdLst/>
            <a:ahLst/>
            <a:cxnLst/>
            <a:rect l="l" t="t" r="r" b="b"/>
            <a:pathLst>
              <a:path w="50164" h="24129">
                <a:moveTo>
                  <a:pt x="24815" y="0"/>
                </a:moveTo>
                <a:lnTo>
                  <a:pt x="15156" y="944"/>
                </a:lnTo>
                <a:lnTo>
                  <a:pt x="7268" y="3520"/>
                </a:lnTo>
                <a:lnTo>
                  <a:pt x="1950" y="7341"/>
                </a:lnTo>
                <a:lnTo>
                  <a:pt x="0" y="12020"/>
                </a:lnTo>
                <a:lnTo>
                  <a:pt x="1950" y="16697"/>
                </a:lnTo>
                <a:lnTo>
                  <a:pt x="7268" y="20515"/>
                </a:lnTo>
                <a:lnTo>
                  <a:pt x="15156" y="23087"/>
                </a:lnTo>
                <a:lnTo>
                  <a:pt x="24815" y="24030"/>
                </a:lnTo>
                <a:lnTo>
                  <a:pt x="34475" y="23087"/>
                </a:lnTo>
                <a:lnTo>
                  <a:pt x="42363" y="20515"/>
                </a:lnTo>
                <a:lnTo>
                  <a:pt x="47681" y="16697"/>
                </a:lnTo>
                <a:lnTo>
                  <a:pt x="49631" y="12020"/>
                </a:lnTo>
                <a:lnTo>
                  <a:pt x="47681" y="7341"/>
                </a:lnTo>
                <a:lnTo>
                  <a:pt x="42363" y="3520"/>
                </a:lnTo>
                <a:lnTo>
                  <a:pt x="34475" y="944"/>
                </a:lnTo>
                <a:lnTo>
                  <a:pt x="24815" y="0"/>
                </a:lnTo>
                <a:close/>
              </a:path>
            </a:pathLst>
          </a:custGeom>
          <a:solidFill>
            <a:srgbClr val="CC957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1" name="object 1241" descr=""/>
          <p:cNvSpPr/>
          <p:nvPr/>
        </p:nvSpPr>
        <p:spPr>
          <a:xfrm>
            <a:off x="4541236" y="4473760"/>
            <a:ext cx="50800" cy="24765"/>
          </a:xfrm>
          <a:custGeom>
            <a:avLst/>
            <a:gdLst/>
            <a:ahLst/>
            <a:cxnLst/>
            <a:rect l="l" t="t" r="r" b="b"/>
            <a:pathLst>
              <a:path w="50800" h="24764">
                <a:moveTo>
                  <a:pt x="25182" y="0"/>
                </a:moveTo>
                <a:lnTo>
                  <a:pt x="15381" y="957"/>
                </a:lnTo>
                <a:lnTo>
                  <a:pt x="7376" y="3569"/>
                </a:lnTo>
                <a:lnTo>
                  <a:pt x="1979" y="7443"/>
                </a:lnTo>
                <a:lnTo>
                  <a:pt x="0" y="12188"/>
                </a:lnTo>
                <a:lnTo>
                  <a:pt x="1979" y="16932"/>
                </a:lnTo>
                <a:lnTo>
                  <a:pt x="7376" y="20806"/>
                </a:lnTo>
                <a:lnTo>
                  <a:pt x="15381" y="23418"/>
                </a:lnTo>
                <a:lnTo>
                  <a:pt x="25182" y="24376"/>
                </a:lnTo>
                <a:lnTo>
                  <a:pt x="34981" y="23418"/>
                </a:lnTo>
                <a:lnTo>
                  <a:pt x="42982" y="20806"/>
                </a:lnTo>
                <a:lnTo>
                  <a:pt x="48376" y="16932"/>
                </a:lnTo>
                <a:lnTo>
                  <a:pt x="50354" y="12188"/>
                </a:lnTo>
                <a:lnTo>
                  <a:pt x="48376" y="7443"/>
                </a:lnTo>
                <a:lnTo>
                  <a:pt x="42982" y="3569"/>
                </a:lnTo>
                <a:lnTo>
                  <a:pt x="34981" y="957"/>
                </a:lnTo>
                <a:lnTo>
                  <a:pt x="25182" y="0"/>
                </a:lnTo>
                <a:close/>
              </a:path>
            </a:pathLst>
          </a:custGeom>
          <a:solidFill>
            <a:srgbClr val="CC957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2" name="object 1242" descr=""/>
          <p:cNvSpPr/>
          <p:nvPr/>
        </p:nvSpPr>
        <p:spPr>
          <a:xfrm>
            <a:off x="3571312" y="4552580"/>
            <a:ext cx="50800" cy="24765"/>
          </a:xfrm>
          <a:custGeom>
            <a:avLst/>
            <a:gdLst/>
            <a:ahLst/>
            <a:cxnLst/>
            <a:rect l="l" t="t" r="r" b="b"/>
            <a:pathLst>
              <a:path w="50800" h="24764">
                <a:moveTo>
                  <a:pt x="25182" y="0"/>
                </a:moveTo>
                <a:lnTo>
                  <a:pt x="15381" y="957"/>
                </a:lnTo>
                <a:lnTo>
                  <a:pt x="7376" y="3569"/>
                </a:lnTo>
                <a:lnTo>
                  <a:pt x="1979" y="7443"/>
                </a:lnTo>
                <a:lnTo>
                  <a:pt x="0" y="12188"/>
                </a:lnTo>
                <a:lnTo>
                  <a:pt x="1979" y="16932"/>
                </a:lnTo>
                <a:lnTo>
                  <a:pt x="7376" y="20806"/>
                </a:lnTo>
                <a:lnTo>
                  <a:pt x="15381" y="23418"/>
                </a:lnTo>
                <a:lnTo>
                  <a:pt x="25182" y="24376"/>
                </a:lnTo>
                <a:lnTo>
                  <a:pt x="34981" y="23418"/>
                </a:lnTo>
                <a:lnTo>
                  <a:pt x="42982" y="20806"/>
                </a:lnTo>
                <a:lnTo>
                  <a:pt x="48376" y="16932"/>
                </a:lnTo>
                <a:lnTo>
                  <a:pt x="50354" y="12188"/>
                </a:lnTo>
                <a:lnTo>
                  <a:pt x="48376" y="7443"/>
                </a:lnTo>
                <a:lnTo>
                  <a:pt x="42982" y="3569"/>
                </a:lnTo>
                <a:lnTo>
                  <a:pt x="34981" y="957"/>
                </a:lnTo>
                <a:lnTo>
                  <a:pt x="25182" y="0"/>
                </a:lnTo>
                <a:close/>
              </a:path>
            </a:pathLst>
          </a:custGeom>
          <a:solidFill>
            <a:srgbClr val="CC9571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243" name="object 1243" descr=""/>
          <p:cNvGrpSpPr/>
          <p:nvPr/>
        </p:nvGrpSpPr>
        <p:grpSpPr>
          <a:xfrm>
            <a:off x="5046108" y="3813140"/>
            <a:ext cx="200660" cy="354330"/>
            <a:chOff x="5046108" y="3813140"/>
            <a:chExt cx="200660" cy="354330"/>
          </a:xfrm>
        </p:grpSpPr>
        <p:sp>
          <p:nvSpPr>
            <p:cNvPr id="1244" name="object 1244" descr=""/>
            <p:cNvSpPr/>
            <p:nvPr/>
          </p:nvSpPr>
          <p:spPr>
            <a:xfrm>
              <a:off x="5046108" y="3813140"/>
              <a:ext cx="200660" cy="354330"/>
            </a:xfrm>
            <a:custGeom>
              <a:avLst/>
              <a:gdLst/>
              <a:ahLst/>
              <a:cxnLst/>
              <a:rect l="l" t="t" r="r" b="b"/>
              <a:pathLst>
                <a:path w="200660" h="354329">
                  <a:moveTo>
                    <a:pt x="200339" y="0"/>
                  </a:moveTo>
                  <a:lnTo>
                    <a:pt x="0" y="0"/>
                  </a:lnTo>
                  <a:lnTo>
                    <a:pt x="0" y="354261"/>
                  </a:lnTo>
                  <a:lnTo>
                    <a:pt x="200339" y="354261"/>
                  </a:lnTo>
                  <a:lnTo>
                    <a:pt x="200339" y="0"/>
                  </a:lnTo>
                  <a:close/>
                </a:path>
              </a:pathLst>
            </a:custGeom>
            <a:solidFill>
              <a:srgbClr val="9268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5" name="object 1245" descr=""/>
            <p:cNvSpPr/>
            <p:nvPr/>
          </p:nvSpPr>
          <p:spPr>
            <a:xfrm>
              <a:off x="5188230" y="3879978"/>
              <a:ext cx="36830" cy="201930"/>
            </a:xfrm>
            <a:custGeom>
              <a:avLst/>
              <a:gdLst/>
              <a:ahLst/>
              <a:cxnLst/>
              <a:rect l="l" t="t" r="r" b="b"/>
              <a:pathLst>
                <a:path w="36829" h="201929">
                  <a:moveTo>
                    <a:pt x="17423" y="0"/>
                  </a:moveTo>
                  <a:lnTo>
                    <a:pt x="3410" y="41543"/>
                  </a:lnTo>
                  <a:lnTo>
                    <a:pt x="0" y="93431"/>
                  </a:lnTo>
                  <a:lnTo>
                    <a:pt x="0" y="201564"/>
                  </a:lnTo>
                  <a:lnTo>
                    <a:pt x="36627" y="201564"/>
                  </a:lnTo>
                  <a:lnTo>
                    <a:pt x="36534" y="72269"/>
                  </a:lnTo>
                  <a:lnTo>
                    <a:pt x="28732" y="22973"/>
                  </a:lnTo>
                  <a:lnTo>
                    <a:pt x="17423" y="0"/>
                  </a:lnTo>
                  <a:close/>
                </a:path>
              </a:pathLst>
            </a:custGeom>
            <a:solidFill>
              <a:srgbClr val="68463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6" name="object 1246" descr=""/>
            <p:cNvSpPr/>
            <p:nvPr/>
          </p:nvSpPr>
          <p:spPr>
            <a:xfrm>
              <a:off x="5194387" y="3882428"/>
              <a:ext cx="31115" cy="199390"/>
            </a:xfrm>
            <a:custGeom>
              <a:avLst/>
              <a:gdLst/>
              <a:ahLst/>
              <a:cxnLst/>
              <a:rect l="l" t="t" r="r" b="b"/>
              <a:pathLst>
                <a:path w="31114" h="199389">
                  <a:moveTo>
                    <a:pt x="13287" y="0"/>
                  </a:moveTo>
                  <a:lnTo>
                    <a:pt x="1270" y="50942"/>
                  </a:lnTo>
                  <a:lnTo>
                    <a:pt x="0" y="89389"/>
                  </a:lnTo>
                  <a:lnTo>
                    <a:pt x="0" y="199114"/>
                  </a:lnTo>
                  <a:lnTo>
                    <a:pt x="30470" y="199114"/>
                  </a:lnTo>
                  <a:lnTo>
                    <a:pt x="30491" y="75955"/>
                  </a:lnTo>
                  <a:lnTo>
                    <a:pt x="26427" y="33626"/>
                  </a:lnTo>
                  <a:lnTo>
                    <a:pt x="13287" y="0"/>
                  </a:lnTo>
                  <a:close/>
                </a:path>
              </a:pathLst>
            </a:custGeom>
            <a:solidFill>
              <a:srgbClr val="7E574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7" name="object 1247" descr=""/>
            <p:cNvSpPr/>
            <p:nvPr/>
          </p:nvSpPr>
          <p:spPr>
            <a:xfrm>
              <a:off x="5127151" y="3879978"/>
              <a:ext cx="36830" cy="201930"/>
            </a:xfrm>
            <a:custGeom>
              <a:avLst/>
              <a:gdLst/>
              <a:ahLst/>
              <a:cxnLst/>
              <a:rect l="l" t="t" r="r" b="b"/>
              <a:pathLst>
                <a:path w="36829" h="201929">
                  <a:moveTo>
                    <a:pt x="17423" y="0"/>
                  </a:moveTo>
                  <a:lnTo>
                    <a:pt x="3410" y="41543"/>
                  </a:lnTo>
                  <a:lnTo>
                    <a:pt x="0" y="93431"/>
                  </a:lnTo>
                  <a:lnTo>
                    <a:pt x="0" y="201564"/>
                  </a:lnTo>
                  <a:lnTo>
                    <a:pt x="36627" y="201564"/>
                  </a:lnTo>
                  <a:lnTo>
                    <a:pt x="36534" y="72269"/>
                  </a:lnTo>
                  <a:lnTo>
                    <a:pt x="28732" y="22973"/>
                  </a:lnTo>
                  <a:lnTo>
                    <a:pt x="17423" y="0"/>
                  </a:lnTo>
                  <a:close/>
                </a:path>
              </a:pathLst>
            </a:custGeom>
            <a:solidFill>
              <a:srgbClr val="68463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8" name="object 1248" descr=""/>
            <p:cNvSpPr/>
            <p:nvPr/>
          </p:nvSpPr>
          <p:spPr>
            <a:xfrm>
              <a:off x="5133308" y="3882428"/>
              <a:ext cx="31115" cy="199390"/>
            </a:xfrm>
            <a:custGeom>
              <a:avLst/>
              <a:gdLst/>
              <a:ahLst/>
              <a:cxnLst/>
              <a:rect l="l" t="t" r="r" b="b"/>
              <a:pathLst>
                <a:path w="31114" h="199389">
                  <a:moveTo>
                    <a:pt x="13287" y="0"/>
                  </a:moveTo>
                  <a:lnTo>
                    <a:pt x="1270" y="50942"/>
                  </a:lnTo>
                  <a:lnTo>
                    <a:pt x="0" y="89389"/>
                  </a:lnTo>
                  <a:lnTo>
                    <a:pt x="0" y="199114"/>
                  </a:lnTo>
                  <a:lnTo>
                    <a:pt x="30470" y="199114"/>
                  </a:lnTo>
                  <a:lnTo>
                    <a:pt x="30491" y="75955"/>
                  </a:lnTo>
                  <a:lnTo>
                    <a:pt x="26427" y="33626"/>
                  </a:lnTo>
                  <a:lnTo>
                    <a:pt x="13287" y="0"/>
                  </a:lnTo>
                  <a:close/>
                </a:path>
              </a:pathLst>
            </a:custGeom>
            <a:solidFill>
              <a:srgbClr val="7E574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9" name="object 1249" descr=""/>
            <p:cNvSpPr/>
            <p:nvPr/>
          </p:nvSpPr>
          <p:spPr>
            <a:xfrm>
              <a:off x="5064851" y="3879978"/>
              <a:ext cx="36830" cy="201930"/>
            </a:xfrm>
            <a:custGeom>
              <a:avLst/>
              <a:gdLst/>
              <a:ahLst/>
              <a:cxnLst/>
              <a:rect l="l" t="t" r="r" b="b"/>
              <a:pathLst>
                <a:path w="36829" h="201929">
                  <a:moveTo>
                    <a:pt x="17423" y="0"/>
                  </a:moveTo>
                  <a:lnTo>
                    <a:pt x="3410" y="41543"/>
                  </a:lnTo>
                  <a:lnTo>
                    <a:pt x="0" y="93431"/>
                  </a:lnTo>
                  <a:lnTo>
                    <a:pt x="0" y="201564"/>
                  </a:lnTo>
                  <a:lnTo>
                    <a:pt x="36627" y="201564"/>
                  </a:lnTo>
                  <a:lnTo>
                    <a:pt x="36534" y="72269"/>
                  </a:lnTo>
                  <a:lnTo>
                    <a:pt x="28732" y="22973"/>
                  </a:lnTo>
                  <a:lnTo>
                    <a:pt x="17423" y="0"/>
                  </a:lnTo>
                  <a:close/>
                </a:path>
              </a:pathLst>
            </a:custGeom>
            <a:solidFill>
              <a:srgbClr val="68463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0" name="object 1250" descr=""/>
            <p:cNvSpPr/>
            <p:nvPr/>
          </p:nvSpPr>
          <p:spPr>
            <a:xfrm>
              <a:off x="5071008" y="3882428"/>
              <a:ext cx="31115" cy="199390"/>
            </a:xfrm>
            <a:custGeom>
              <a:avLst/>
              <a:gdLst/>
              <a:ahLst/>
              <a:cxnLst/>
              <a:rect l="l" t="t" r="r" b="b"/>
              <a:pathLst>
                <a:path w="31114" h="199389">
                  <a:moveTo>
                    <a:pt x="13287" y="0"/>
                  </a:moveTo>
                  <a:lnTo>
                    <a:pt x="1270" y="50942"/>
                  </a:lnTo>
                  <a:lnTo>
                    <a:pt x="0" y="89389"/>
                  </a:lnTo>
                  <a:lnTo>
                    <a:pt x="0" y="199114"/>
                  </a:lnTo>
                  <a:lnTo>
                    <a:pt x="30470" y="199114"/>
                  </a:lnTo>
                  <a:lnTo>
                    <a:pt x="30491" y="75955"/>
                  </a:lnTo>
                  <a:lnTo>
                    <a:pt x="26427" y="33626"/>
                  </a:lnTo>
                  <a:lnTo>
                    <a:pt x="13287" y="0"/>
                  </a:lnTo>
                  <a:close/>
                </a:path>
              </a:pathLst>
            </a:custGeom>
            <a:solidFill>
              <a:srgbClr val="7E574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51" name="object 1251" descr=""/>
          <p:cNvGrpSpPr/>
          <p:nvPr/>
        </p:nvGrpSpPr>
        <p:grpSpPr>
          <a:xfrm>
            <a:off x="5039996" y="3145042"/>
            <a:ext cx="213360" cy="624840"/>
            <a:chOff x="5039996" y="3145042"/>
            <a:chExt cx="213360" cy="624840"/>
          </a:xfrm>
        </p:grpSpPr>
        <p:sp>
          <p:nvSpPr>
            <p:cNvPr id="1252" name="object 1252" descr=""/>
            <p:cNvSpPr/>
            <p:nvPr/>
          </p:nvSpPr>
          <p:spPr>
            <a:xfrm>
              <a:off x="5092242" y="3145046"/>
              <a:ext cx="125730" cy="299085"/>
            </a:xfrm>
            <a:custGeom>
              <a:avLst/>
              <a:gdLst/>
              <a:ahLst/>
              <a:cxnLst/>
              <a:rect l="l" t="t" r="r" b="b"/>
              <a:pathLst>
                <a:path w="125729" h="299085">
                  <a:moveTo>
                    <a:pt x="125717" y="74790"/>
                  </a:moveTo>
                  <a:lnTo>
                    <a:pt x="117144" y="88900"/>
                  </a:lnTo>
                  <a:lnTo>
                    <a:pt x="105117" y="99936"/>
                  </a:lnTo>
                  <a:lnTo>
                    <a:pt x="90373" y="107124"/>
                  </a:lnTo>
                  <a:lnTo>
                    <a:pt x="73660" y="109689"/>
                  </a:lnTo>
                  <a:lnTo>
                    <a:pt x="51549" y="105105"/>
                  </a:lnTo>
                  <a:lnTo>
                    <a:pt x="33489" y="92633"/>
                  </a:lnTo>
                  <a:lnTo>
                    <a:pt x="21323" y="74117"/>
                  </a:lnTo>
                  <a:lnTo>
                    <a:pt x="16852" y="51460"/>
                  </a:lnTo>
                  <a:lnTo>
                    <a:pt x="19050" y="35382"/>
                  </a:lnTo>
                  <a:lnTo>
                    <a:pt x="25222" y="21031"/>
                  </a:lnTo>
                  <a:lnTo>
                    <a:pt x="34759" y="9029"/>
                  </a:lnTo>
                  <a:lnTo>
                    <a:pt x="47066" y="0"/>
                  </a:lnTo>
                  <a:lnTo>
                    <a:pt x="28282" y="8699"/>
                  </a:lnTo>
                  <a:lnTo>
                    <a:pt x="13373" y="22885"/>
                  </a:lnTo>
                  <a:lnTo>
                    <a:pt x="3543" y="41325"/>
                  </a:lnTo>
                  <a:lnTo>
                    <a:pt x="0" y="62801"/>
                  </a:lnTo>
                  <a:lnTo>
                    <a:pt x="4978" y="88099"/>
                  </a:lnTo>
                  <a:lnTo>
                    <a:pt x="18567" y="108762"/>
                  </a:lnTo>
                  <a:lnTo>
                    <a:pt x="38722" y="122694"/>
                  </a:lnTo>
                  <a:lnTo>
                    <a:pt x="56464" y="126377"/>
                  </a:lnTo>
                  <a:lnTo>
                    <a:pt x="55587" y="163512"/>
                  </a:lnTo>
                  <a:lnTo>
                    <a:pt x="49936" y="163512"/>
                  </a:lnTo>
                  <a:lnTo>
                    <a:pt x="44437" y="168910"/>
                  </a:lnTo>
                  <a:lnTo>
                    <a:pt x="44437" y="175564"/>
                  </a:lnTo>
                  <a:lnTo>
                    <a:pt x="44437" y="182206"/>
                  </a:lnTo>
                  <a:lnTo>
                    <a:pt x="49936" y="187604"/>
                  </a:lnTo>
                  <a:lnTo>
                    <a:pt x="55016" y="187604"/>
                  </a:lnTo>
                  <a:lnTo>
                    <a:pt x="54356" y="215925"/>
                  </a:lnTo>
                  <a:lnTo>
                    <a:pt x="46113" y="217551"/>
                  </a:lnTo>
                  <a:lnTo>
                    <a:pt x="37719" y="223088"/>
                  </a:lnTo>
                  <a:lnTo>
                    <a:pt x="32054" y="231317"/>
                  </a:lnTo>
                  <a:lnTo>
                    <a:pt x="29972" y="241388"/>
                  </a:lnTo>
                  <a:lnTo>
                    <a:pt x="32054" y="251460"/>
                  </a:lnTo>
                  <a:lnTo>
                    <a:pt x="37719" y="259689"/>
                  </a:lnTo>
                  <a:lnTo>
                    <a:pt x="46113" y="265226"/>
                  </a:lnTo>
                  <a:lnTo>
                    <a:pt x="53162" y="266623"/>
                  </a:lnTo>
                  <a:lnTo>
                    <a:pt x="52412" y="298983"/>
                  </a:lnTo>
                  <a:lnTo>
                    <a:pt x="62877" y="298983"/>
                  </a:lnTo>
                  <a:lnTo>
                    <a:pt x="61849" y="266192"/>
                  </a:lnTo>
                  <a:lnTo>
                    <a:pt x="66675" y="265226"/>
                  </a:lnTo>
                  <a:lnTo>
                    <a:pt x="75082" y="259689"/>
                  </a:lnTo>
                  <a:lnTo>
                    <a:pt x="80733" y="251460"/>
                  </a:lnTo>
                  <a:lnTo>
                    <a:pt x="82816" y="241388"/>
                  </a:lnTo>
                  <a:lnTo>
                    <a:pt x="80733" y="231317"/>
                  </a:lnTo>
                  <a:lnTo>
                    <a:pt x="75082" y="223088"/>
                  </a:lnTo>
                  <a:lnTo>
                    <a:pt x="66675" y="217551"/>
                  </a:lnTo>
                  <a:lnTo>
                    <a:pt x="60274" y="216293"/>
                  </a:lnTo>
                  <a:lnTo>
                    <a:pt x="59372" y="187604"/>
                  </a:lnTo>
                  <a:lnTo>
                    <a:pt x="63538" y="187604"/>
                  </a:lnTo>
                  <a:lnTo>
                    <a:pt x="69037" y="182206"/>
                  </a:lnTo>
                  <a:lnTo>
                    <a:pt x="69037" y="168910"/>
                  </a:lnTo>
                  <a:lnTo>
                    <a:pt x="63538" y="163512"/>
                  </a:lnTo>
                  <a:lnTo>
                    <a:pt x="58623" y="163512"/>
                  </a:lnTo>
                  <a:lnTo>
                    <a:pt x="57467" y="126580"/>
                  </a:lnTo>
                  <a:lnTo>
                    <a:pt x="63398" y="127800"/>
                  </a:lnTo>
                  <a:lnTo>
                    <a:pt x="85445" y="123761"/>
                  </a:lnTo>
                  <a:lnTo>
                    <a:pt x="104127" y="112598"/>
                  </a:lnTo>
                  <a:lnTo>
                    <a:pt x="118021" y="95796"/>
                  </a:lnTo>
                  <a:lnTo>
                    <a:pt x="125717" y="74790"/>
                  </a:lnTo>
                  <a:close/>
                </a:path>
              </a:pathLst>
            </a:custGeom>
            <a:solidFill>
              <a:srgbClr val="F5AE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3" name="object 1253" descr=""/>
            <p:cNvSpPr/>
            <p:nvPr/>
          </p:nvSpPr>
          <p:spPr>
            <a:xfrm>
              <a:off x="5092242" y="3156591"/>
              <a:ext cx="125730" cy="255904"/>
            </a:xfrm>
            <a:custGeom>
              <a:avLst/>
              <a:gdLst/>
              <a:ahLst/>
              <a:cxnLst/>
              <a:rect l="l" t="t" r="r" b="b"/>
              <a:pathLst>
                <a:path w="125729" h="255904">
                  <a:moveTo>
                    <a:pt x="68249" y="168249"/>
                  </a:moveTo>
                  <a:lnTo>
                    <a:pt x="65989" y="170815"/>
                  </a:lnTo>
                  <a:lnTo>
                    <a:pt x="62661" y="172427"/>
                  </a:lnTo>
                  <a:lnTo>
                    <a:pt x="58940" y="172427"/>
                  </a:lnTo>
                  <a:lnTo>
                    <a:pt x="52133" y="172427"/>
                  </a:lnTo>
                  <a:lnTo>
                    <a:pt x="46634" y="167043"/>
                  </a:lnTo>
                  <a:lnTo>
                    <a:pt x="46634" y="158889"/>
                  </a:lnTo>
                  <a:lnTo>
                    <a:pt x="46926" y="157467"/>
                  </a:lnTo>
                  <a:lnTo>
                    <a:pt x="47421" y="156146"/>
                  </a:lnTo>
                  <a:lnTo>
                    <a:pt x="45567" y="158267"/>
                  </a:lnTo>
                  <a:lnTo>
                    <a:pt x="44437" y="161010"/>
                  </a:lnTo>
                  <a:lnTo>
                    <a:pt x="44437" y="170675"/>
                  </a:lnTo>
                  <a:lnTo>
                    <a:pt x="49936" y="176060"/>
                  </a:lnTo>
                  <a:lnTo>
                    <a:pt x="62001" y="176060"/>
                  </a:lnTo>
                  <a:lnTo>
                    <a:pt x="66497" y="172808"/>
                  </a:lnTo>
                  <a:lnTo>
                    <a:pt x="68249" y="168249"/>
                  </a:lnTo>
                  <a:close/>
                </a:path>
                <a:path w="125729" h="255904">
                  <a:moveTo>
                    <a:pt x="81711" y="237236"/>
                  </a:moveTo>
                  <a:lnTo>
                    <a:pt x="77571" y="242290"/>
                  </a:lnTo>
                  <a:lnTo>
                    <a:pt x="72288" y="246189"/>
                  </a:lnTo>
                  <a:lnTo>
                    <a:pt x="66090" y="248704"/>
                  </a:lnTo>
                  <a:lnTo>
                    <a:pt x="59207" y="249593"/>
                  </a:lnTo>
                  <a:lnTo>
                    <a:pt x="48920" y="247561"/>
                  </a:lnTo>
                  <a:lnTo>
                    <a:pt x="40525" y="242023"/>
                  </a:lnTo>
                  <a:lnTo>
                    <a:pt x="34861" y="233794"/>
                  </a:lnTo>
                  <a:lnTo>
                    <a:pt x="32791" y="223723"/>
                  </a:lnTo>
                  <a:lnTo>
                    <a:pt x="32791" y="221157"/>
                  </a:lnTo>
                  <a:lnTo>
                    <a:pt x="33185" y="218681"/>
                  </a:lnTo>
                  <a:lnTo>
                    <a:pt x="33896" y="216344"/>
                  </a:lnTo>
                  <a:lnTo>
                    <a:pt x="31432" y="220268"/>
                  </a:lnTo>
                  <a:lnTo>
                    <a:pt x="29984" y="224891"/>
                  </a:lnTo>
                  <a:lnTo>
                    <a:pt x="29984" y="229844"/>
                  </a:lnTo>
                  <a:lnTo>
                    <a:pt x="32054" y="239915"/>
                  </a:lnTo>
                  <a:lnTo>
                    <a:pt x="37719" y="248132"/>
                  </a:lnTo>
                  <a:lnTo>
                    <a:pt x="46113" y="253682"/>
                  </a:lnTo>
                  <a:lnTo>
                    <a:pt x="56400" y="255714"/>
                  </a:lnTo>
                  <a:lnTo>
                    <a:pt x="64947" y="254330"/>
                  </a:lnTo>
                  <a:lnTo>
                    <a:pt x="72326" y="250482"/>
                  </a:lnTo>
                  <a:lnTo>
                    <a:pt x="78066" y="244627"/>
                  </a:lnTo>
                  <a:lnTo>
                    <a:pt x="81711" y="237236"/>
                  </a:lnTo>
                  <a:close/>
                </a:path>
                <a:path w="125729" h="255904">
                  <a:moveTo>
                    <a:pt x="110032" y="95275"/>
                  </a:moveTo>
                  <a:lnTo>
                    <a:pt x="101485" y="101041"/>
                  </a:lnTo>
                  <a:lnTo>
                    <a:pt x="92049" y="105359"/>
                  </a:lnTo>
                  <a:lnTo>
                    <a:pt x="81864" y="108051"/>
                  </a:lnTo>
                  <a:lnTo>
                    <a:pt x="71094" y="108991"/>
                  </a:lnTo>
                  <a:lnTo>
                    <a:pt x="46418" y="103886"/>
                  </a:lnTo>
                  <a:lnTo>
                    <a:pt x="26263" y="89954"/>
                  </a:lnTo>
                  <a:lnTo>
                    <a:pt x="12674" y="69291"/>
                  </a:lnTo>
                  <a:lnTo>
                    <a:pt x="7696" y="43992"/>
                  </a:lnTo>
                  <a:lnTo>
                    <a:pt x="8851" y="31584"/>
                  </a:lnTo>
                  <a:lnTo>
                    <a:pt x="12166" y="19964"/>
                  </a:lnTo>
                  <a:lnTo>
                    <a:pt x="17437" y="9372"/>
                  </a:lnTo>
                  <a:lnTo>
                    <a:pt x="24434" y="0"/>
                  </a:lnTo>
                  <a:lnTo>
                    <a:pt x="14351" y="10096"/>
                  </a:lnTo>
                  <a:lnTo>
                    <a:pt x="6642" y="22275"/>
                  </a:lnTo>
                  <a:lnTo>
                    <a:pt x="1727" y="36131"/>
                  </a:lnTo>
                  <a:lnTo>
                    <a:pt x="0" y="51257"/>
                  </a:lnTo>
                  <a:lnTo>
                    <a:pt x="4978" y="76555"/>
                  </a:lnTo>
                  <a:lnTo>
                    <a:pt x="18567" y="97218"/>
                  </a:lnTo>
                  <a:lnTo>
                    <a:pt x="38722" y="111150"/>
                  </a:lnTo>
                  <a:lnTo>
                    <a:pt x="63398" y="116255"/>
                  </a:lnTo>
                  <a:lnTo>
                    <a:pt x="76847" y="114795"/>
                  </a:lnTo>
                  <a:lnTo>
                    <a:pt x="89293" y="110604"/>
                  </a:lnTo>
                  <a:lnTo>
                    <a:pt x="100457" y="103987"/>
                  </a:lnTo>
                  <a:lnTo>
                    <a:pt x="110032" y="95275"/>
                  </a:lnTo>
                  <a:close/>
                </a:path>
                <a:path w="125729" h="255904">
                  <a:moveTo>
                    <a:pt x="125704" y="63246"/>
                  </a:moveTo>
                  <a:lnTo>
                    <a:pt x="123215" y="69062"/>
                  </a:lnTo>
                  <a:lnTo>
                    <a:pt x="119799" y="74358"/>
                  </a:lnTo>
                  <a:lnTo>
                    <a:pt x="115697" y="79006"/>
                  </a:lnTo>
                  <a:lnTo>
                    <a:pt x="118592" y="76746"/>
                  </a:lnTo>
                  <a:lnTo>
                    <a:pt x="121246" y="74206"/>
                  </a:lnTo>
                  <a:lnTo>
                    <a:pt x="123672" y="71424"/>
                  </a:lnTo>
                  <a:lnTo>
                    <a:pt x="124510" y="68770"/>
                  </a:lnTo>
                  <a:lnTo>
                    <a:pt x="125196" y="66040"/>
                  </a:lnTo>
                  <a:lnTo>
                    <a:pt x="125704" y="63246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4" name="object 1254" descr=""/>
            <p:cNvSpPr/>
            <p:nvPr/>
          </p:nvSpPr>
          <p:spPr>
            <a:xfrm>
              <a:off x="5142687" y="3309930"/>
              <a:ext cx="24765" cy="75565"/>
            </a:xfrm>
            <a:custGeom>
              <a:avLst/>
              <a:gdLst/>
              <a:ahLst/>
              <a:cxnLst/>
              <a:rect l="l" t="t" r="r" b="b"/>
              <a:pathLst>
                <a:path w="24764" h="75564">
                  <a:moveTo>
                    <a:pt x="16408" y="7175"/>
                  </a:moveTo>
                  <a:lnTo>
                    <a:pt x="14554" y="4076"/>
                  </a:lnTo>
                  <a:lnTo>
                    <a:pt x="7988" y="127"/>
                  </a:lnTo>
                  <a:lnTo>
                    <a:pt x="4508" y="0"/>
                  </a:lnTo>
                  <a:lnTo>
                    <a:pt x="3492" y="1828"/>
                  </a:lnTo>
                  <a:lnTo>
                    <a:pt x="2476" y="3657"/>
                  </a:lnTo>
                  <a:lnTo>
                    <a:pt x="4318" y="6743"/>
                  </a:lnTo>
                  <a:lnTo>
                    <a:pt x="10896" y="10706"/>
                  </a:lnTo>
                  <a:lnTo>
                    <a:pt x="14376" y="10820"/>
                  </a:lnTo>
                  <a:lnTo>
                    <a:pt x="16408" y="7175"/>
                  </a:lnTo>
                  <a:close/>
                </a:path>
                <a:path w="24764" h="75564">
                  <a:moveTo>
                    <a:pt x="24523" y="68834"/>
                  </a:moveTo>
                  <a:lnTo>
                    <a:pt x="21285" y="63398"/>
                  </a:lnTo>
                  <a:lnTo>
                    <a:pt x="9702" y="56426"/>
                  </a:lnTo>
                  <a:lnTo>
                    <a:pt x="3556" y="56210"/>
                  </a:lnTo>
                  <a:lnTo>
                    <a:pt x="1778" y="59436"/>
                  </a:lnTo>
                  <a:lnTo>
                    <a:pt x="0" y="62661"/>
                  </a:lnTo>
                  <a:lnTo>
                    <a:pt x="3251" y="68097"/>
                  </a:lnTo>
                  <a:lnTo>
                    <a:pt x="14833" y="75069"/>
                  </a:lnTo>
                  <a:lnTo>
                    <a:pt x="20967" y="75272"/>
                  </a:lnTo>
                  <a:lnTo>
                    <a:pt x="24523" y="68834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5" name="object 1255" descr=""/>
            <p:cNvSpPr/>
            <p:nvPr/>
          </p:nvSpPr>
          <p:spPr>
            <a:xfrm>
              <a:off x="5039996" y="3438115"/>
              <a:ext cx="213360" cy="243204"/>
            </a:xfrm>
            <a:custGeom>
              <a:avLst/>
              <a:gdLst/>
              <a:ahLst/>
              <a:cxnLst/>
              <a:rect l="l" t="t" r="r" b="b"/>
              <a:pathLst>
                <a:path w="213360" h="243204">
                  <a:moveTo>
                    <a:pt x="106583" y="0"/>
                  </a:moveTo>
                  <a:lnTo>
                    <a:pt x="65094" y="9551"/>
                  </a:lnTo>
                  <a:lnTo>
                    <a:pt x="31216" y="35599"/>
                  </a:lnTo>
                  <a:lnTo>
                    <a:pt x="8375" y="74234"/>
                  </a:lnTo>
                  <a:lnTo>
                    <a:pt x="0" y="121546"/>
                  </a:lnTo>
                  <a:lnTo>
                    <a:pt x="8375" y="168857"/>
                  </a:lnTo>
                  <a:lnTo>
                    <a:pt x="31216" y="207492"/>
                  </a:lnTo>
                  <a:lnTo>
                    <a:pt x="65094" y="233540"/>
                  </a:lnTo>
                  <a:lnTo>
                    <a:pt x="106583" y="243092"/>
                  </a:lnTo>
                  <a:lnTo>
                    <a:pt x="148071" y="233540"/>
                  </a:lnTo>
                  <a:lnTo>
                    <a:pt x="181949" y="207492"/>
                  </a:lnTo>
                  <a:lnTo>
                    <a:pt x="204790" y="168857"/>
                  </a:lnTo>
                  <a:lnTo>
                    <a:pt x="213166" y="121546"/>
                  </a:lnTo>
                  <a:lnTo>
                    <a:pt x="204790" y="74234"/>
                  </a:lnTo>
                  <a:lnTo>
                    <a:pt x="181949" y="35599"/>
                  </a:lnTo>
                  <a:lnTo>
                    <a:pt x="148071" y="9551"/>
                  </a:lnTo>
                  <a:lnTo>
                    <a:pt x="106583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6" name="object 1256" descr=""/>
            <p:cNvSpPr/>
            <p:nvPr/>
          </p:nvSpPr>
          <p:spPr>
            <a:xfrm>
              <a:off x="5040000" y="3476743"/>
              <a:ext cx="213360" cy="204470"/>
            </a:xfrm>
            <a:custGeom>
              <a:avLst/>
              <a:gdLst/>
              <a:ahLst/>
              <a:cxnLst/>
              <a:rect l="l" t="t" r="r" b="b"/>
              <a:pathLst>
                <a:path w="213360" h="204470">
                  <a:moveTo>
                    <a:pt x="28679" y="0"/>
                  </a:moveTo>
                  <a:lnTo>
                    <a:pt x="16697" y="17609"/>
                  </a:lnTo>
                  <a:lnTo>
                    <a:pt x="7672" y="37580"/>
                  </a:lnTo>
                  <a:lnTo>
                    <a:pt x="1980" y="59490"/>
                  </a:lnTo>
                  <a:lnTo>
                    <a:pt x="0" y="82918"/>
                  </a:lnTo>
                  <a:lnTo>
                    <a:pt x="8375" y="130230"/>
                  </a:lnTo>
                  <a:lnTo>
                    <a:pt x="31216" y="168865"/>
                  </a:lnTo>
                  <a:lnTo>
                    <a:pt x="65094" y="194913"/>
                  </a:lnTo>
                  <a:lnTo>
                    <a:pt x="106583" y="204464"/>
                  </a:lnTo>
                  <a:lnTo>
                    <a:pt x="147763" y="195055"/>
                  </a:lnTo>
                  <a:lnTo>
                    <a:pt x="181477" y="169374"/>
                  </a:lnTo>
                  <a:lnTo>
                    <a:pt x="204380" y="131242"/>
                  </a:lnTo>
                  <a:lnTo>
                    <a:pt x="213124" y="84479"/>
                  </a:lnTo>
                  <a:lnTo>
                    <a:pt x="161062" y="76824"/>
                  </a:lnTo>
                  <a:lnTo>
                    <a:pt x="111490" y="60058"/>
                  </a:lnTo>
                  <a:lnTo>
                    <a:pt x="66624" y="34382"/>
                  </a:lnTo>
                  <a:lnTo>
                    <a:pt x="28679" y="0"/>
                  </a:lnTo>
                  <a:close/>
                </a:path>
              </a:pathLst>
            </a:custGeom>
            <a:solidFill>
              <a:srgbClr val="000000">
                <a:alpha val="5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7" name="object 1257" descr=""/>
            <p:cNvSpPr/>
            <p:nvPr/>
          </p:nvSpPr>
          <p:spPr>
            <a:xfrm>
              <a:off x="5047322" y="3587754"/>
              <a:ext cx="202565" cy="182245"/>
            </a:xfrm>
            <a:custGeom>
              <a:avLst/>
              <a:gdLst/>
              <a:ahLst/>
              <a:cxnLst/>
              <a:rect l="l" t="t" r="r" b="b"/>
              <a:pathLst>
                <a:path w="202564" h="182245">
                  <a:moveTo>
                    <a:pt x="202171" y="0"/>
                  </a:moveTo>
                  <a:lnTo>
                    <a:pt x="0" y="0"/>
                  </a:lnTo>
                  <a:lnTo>
                    <a:pt x="0" y="182015"/>
                  </a:lnTo>
                  <a:lnTo>
                    <a:pt x="202171" y="182015"/>
                  </a:lnTo>
                  <a:lnTo>
                    <a:pt x="202171" y="0"/>
                  </a:lnTo>
                  <a:close/>
                </a:path>
              </a:pathLst>
            </a:custGeom>
            <a:solidFill>
              <a:srgbClr val="A87A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8" name="object 1258" descr=""/>
            <p:cNvSpPr/>
            <p:nvPr/>
          </p:nvSpPr>
          <p:spPr>
            <a:xfrm>
              <a:off x="5069214" y="3622620"/>
              <a:ext cx="29209" cy="127635"/>
            </a:xfrm>
            <a:custGeom>
              <a:avLst/>
              <a:gdLst/>
              <a:ahLst/>
              <a:cxnLst/>
              <a:rect l="l" t="t" r="r" b="b"/>
              <a:pathLst>
                <a:path w="29210" h="127635">
                  <a:moveTo>
                    <a:pt x="13873" y="0"/>
                  </a:moveTo>
                  <a:lnTo>
                    <a:pt x="273" y="45751"/>
                  </a:lnTo>
                  <a:lnTo>
                    <a:pt x="0" y="59150"/>
                  </a:lnTo>
                  <a:lnTo>
                    <a:pt x="0" y="127598"/>
                  </a:lnTo>
                  <a:lnTo>
                    <a:pt x="29171" y="127598"/>
                  </a:lnTo>
                  <a:lnTo>
                    <a:pt x="29091" y="45751"/>
                  </a:lnTo>
                  <a:lnTo>
                    <a:pt x="20104" y="7591"/>
                  </a:lnTo>
                  <a:lnTo>
                    <a:pt x="13873" y="0"/>
                  </a:lnTo>
                  <a:close/>
                </a:path>
              </a:pathLst>
            </a:custGeom>
            <a:solidFill>
              <a:srgbClr val="7E574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9" name="object 1259" descr=""/>
            <p:cNvSpPr/>
            <p:nvPr/>
          </p:nvSpPr>
          <p:spPr>
            <a:xfrm>
              <a:off x="5071716" y="3624369"/>
              <a:ext cx="27305" cy="126364"/>
            </a:xfrm>
            <a:custGeom>
              <a:avLst/>
              <a:gdLst/>
              <a:ahLst/>
              <a:cxnLst/>
              <a:rect l="l" t="t" r="r" b="b"/>
              <a:pathLst>
                <a:path w="27304" h="126364">
                  <a:moveTo>
                    <a:pt x="13151" y="0"/>
                  </a:moveTo>
                  <a:lnTo>
                    <a:pt x="273" y="44630"/>
                  </a:lnTo>
                  <a:lnTo>
                    <a:pt x="0" y="58029"/>
                  </a:lnTo>
                  <a:lnTo>
                    <a:pt x="0" y="125849"/>
                  </a:lnTo>
                  <a:lnTo>
                    <a:pt x="26669" y="125849"/>
                  </a:lnTo>
                  <a:lnTo>
                    <a:pt x="26679" y="47872"/>
                  </a:lnTo>
                  <a:lnTo>
                    <a:pt x="17601" y="5842"/>
                  </a:lnTo>
                  <a:lnTo>
                    <a:pt x="13151" y="0"/>
                  </a:lnTo>
                  <a:close/>
                </a:path>
              </a:pathLst>
            </a:custGeom>
            <a:solidFill>
              <a:srgbClr val="8E68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0" name="object 1260" descr=""/>
            <p:cNvSpPr/>
            <p:nvPr/>
          </p:nvSpPr>
          <p:spPr>
            <a:xfrm>
              <a:off x="5127177" y="3622620"/>
              <a:ext cx="29209" cy="127635"/>
            </a:xfrm>
            <a:custGeom>
              <a:avLst/>
              <a:gdLst/>
              <a:ahLst/>
              <a:cxnLst/>
              <a:rect l="l" t="t" r="r" b="b"/>
              <a:pathLst>
                <a:path w="29210" h="127635">
                  <a:moveTo>
                    <a:pt x="13873" y="0"/>
                  </a:moveTo>
                  <a:lnTo>
                    <a:pt x="278" y="45751"/>
                  </a:lnTo>
                  <a:lnTo>
                    <a:pt x="0" y="59150"/>
                  </a:lnTo>
                  <a:lnTo>
                    <a:pt x="0" y="127598"/>
                  </a:lnTo>
                  <a:lnTo>
                    <a:pt x="29171" y="127598"/>
                  </a:lnTo>
                  <a:lnTo>
                    <a:pt x="29091" y="45751"/>
                  </a:lnTo>
                  <a:lnTo>
                    <a:pt x="20104" y="7591"/>
                  </a:lnTo>
                  <a:lnTo>
                    <a:pt x="13873" y="0"/>
                  </a:lnTo>
                  <a:close/>
                </a:path>
              </a:pathLst>
            </a:custGeom>
            <a:solidFill>
              <a:srgbClr val="7E574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1" name="object 1261" descr=""/>
            <p:cNvSpPr/>
            <p:nvPr/>
          </p:nvSpPr>
          <p:spPr>
            <a:xfrm>
              <a:off x="5129680" y="3624369"/>
              <a:ext cx="27305" cy="126364"/>
            </a:xfrm>
            <a:custGeom>
              <a:avLst/>
              <a:gdLst/>
              <a:ahLst/>
              <a:cxnLst/>
              <a:rect l="l" t="t" r="r" b="b"/>
              <a:pathLst>
                <a:path w="27304" h="126364">
                  <a:moveTo>
                    <a:pt x="13151" y="0"/>
                  </a:moveTo>
                  <a:lnTo>
                    <a:pt x="273" y="44630"/>
                  </a:lnTo>
                  <a:lnTo>
                    <a:pt x="0" y="58029"/>
                  </a:lnTo>
                  <a:lnTo>
                    <a:pt x="0" y="125849"/>
                  </a:lnTo>
                  <a:lnTo>
                    <a:pt x="26669" y="125849"/>
                  </a:lnTo>
                  <a:lnTo>
                    <a:pt x="26679" y="47872"/>
                  </a:lnTo>
                  <a:lnTo>
                    <a:pt x="17601" y="5842"/>
                  </a:lnTo>
                  <a:lnTo>
                    <a:pt x="13151" y="0"/>
                  </a:lnTo>
                  <a:close/>
                </a:path>
              </a:pathLst>
            </a:custGeom>
            <a:solidFill>
              <a:srgbClr val="8E68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2" name="object 1262" descr=""/>
            <p:cNvSpPr/>
            <p:nvPr/>
          </p:nvSpPr>
          <p:spPr>
            <a:xfrm>
              <a:off x="5192027" y="3622620"/>
              <a:ext cx="29209" cy="127635"/>
            </a:xfrm>
            <a:custGeom>
              <a:avLst/>
              <a:gdLst/>
              <a:ahLst/>
              <a:cxnLst/>
              <a:rect l="l" t="t" r="r" b="b"/>
              <a:pathLst>
                <a:path w="29210" h="127635">
                  <a:moveTo>
                    <a:pt x="13873" y="0"/>
                  </a:moveTo>
                  <a:lnTo>
                    <a:pt x="278" y="45751"/>
                  </a:lnTo>
                  <a:lnTo>
                    <a:pt x="0" y="59150"/>
                  </a:lnTo>
                  <a:lnTo>
                    <a:pt x="0" y="127598"/>
                  </a:lnTo>
                  <a:lnTo>
                    <a:pt x="29171" y="127598"/>
                  </a:lnTo>
                  <a:lnTo>
                    <a:pt x="29091" y="45751"/>
                  </a:lnTo>
                  <a:lnTo>
                    <a:pt x="20104" y="7591"/>
                  </a:lnTo>
                  <a:lnTo>
                    <a:pt x="13873" y="0"/>
                  </a:lnTo>
                  <a:close/>
                </a:path>
              </a:pathLst>
            </a:custGeom>
            <a:solidFill>
              <a:srgbClr val="7E574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3" name="object 1263" descr=""/>
            <p:cNvSpPr/>
            <p:nvPr/>
          </p:nvSpPr>
          <p:spPr>
            <a:xfrm>
              <a:off x="5194529" y="3624369"/>
              <a:ext cx="27305" cy="126364"/>
            </a:xfrm>
            <a:custGeom>
              <a:avLst/>
              <a:gdLst/>
              <a:ahLst/>
              <a:cxnLst/>
              <a:rect l="l" t="t" r="r" b="b"/>
              <a:pathLst>
                <a:path w="27304" h="126364">
                  <a:moveTo>
                    <a:pt x="13151" y="0"/>
                  </a:moveTo>
                  <a:lnTo>
                    <a:pt x="273" y="44630"/>
                  </a:lnTo>
                  <a:lnTo>
                    <a:pt x="0" y="58029"/>
                  </a:lnTo>
                  <a:lnTo>
                    <a:pt x="0" y="125849"/>
                  </a:lnTo>
                  <a:lnTo>
                    <a:pt x="26669" y="125849"/>
                  </a:lnTo>
                  <a:lnTo>
                    <a:pt x="26679" y="47872"/>
                  </a:lnTo>
                  <a:lnTo>
                    <a:pt x="17601" y="5842"/>
                  </a:lnTo>
                  <a:lnTo>
                    <a:pt x="13151" y="0"/>
                  </a:lnTo>
                  <a:close/>
                </a:path>
              </a:pathLst>
            </a:custGeom>
            <a:solidFill>
              <a:srgbClr val="8E685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64" name="object 1264" descr=""/>
          <p:cNvSpPr/>
          <p:nvPr/>
        </p:nvSpPr>
        <p:spPr>
          <a:xfrm>
            <a:off x="5033888" y="4062336"/>
            <a:ext cx="227329" cy="760095"/>
          </a:xfrm>
          <a:custGeom>
            <a:avLst/>
            <a:gdLst/>
            <a:ahLst/>
            <a:cxnLst/>
            <a:rect l="l" t="t" r="r" b="b"/>
            <a:pathLst>
              <a:path w="227329" h="760095">
                <a:moveTo>
                  <a:pt x="227218" y="0"/>
                </a:moveTo>
                <a:lnTo>
                  <a:pt x="0" y="0"/>
                </a:lnTo>
                <a:lnTo>
                  <a:pt x="0" y="759830"/>
                </a:lnTo>
                <a:lnTo>
                  <a:pt x="227218" y="759830"/>
                </a:lnTo>
                <a:lnTo>
                  <a:pt x="227218" y="0"/>
                </a:lnTo>
                <a:close/>
              </a:path>
            </a:pathLst>
          </a:custGeom>
          <a:solidFill>
            <a:srgbClr val="A87A6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5" name="object 1265" descr=""/>
          <p:cNvSpPr/>
          <p:nvPr/>
        </p:nvSpPr>
        <p:spPr>
          <a:xfrm>
            <a:off x="5004565" y="3761828"/>
            <a:ext cx="295910" cy="54610"/>
          </a:xfrm>
          <a:custGeom>
            <a:avLst/>
            <a:gdLst/>
            <a:ahLst/>
            <a:cxnLst/>
            <a:rect l="l" t="t" r="r" b="b"/>
            <a:pathLst>
              <a:path w="295910" h="54610">
                <a:moveTo>
                  <a:pt x="295624" y="0"/>
                </a:moveTo>
                <a:lnTo>
                  <a:pt x="0" y="0"/>
                </a:lnTo>
                <a:lnTo>
                  <a:pt x="41538" y="54427"/>
                </a:lnTo>
                <a:lnTo>
                  <a:pt x="242212" y="54427"/>
                </a:lnTo>
                <a:lnTo>
                  <a:pt x="295624" y="0"/>
                </a:lnTo>
                <a:close/>
              </a:path>
            </a:pathLst>
          </a:custGeom>
          <a:solidFill>
            <a:srgbClr val="92685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6" name="object 1266" descr=""/>
          <p:cNvSpPr/>
          <p:nvPr/>
        </p:nvSpPr>
        <p:spPr>
          <a:xfrm>
            <a:off x="5031869" y="3582263"/>
            <a:ext cx="233679" cy="22860"/>
          </a:xfrm>
          <a:custGeom>
            <a:avLst/>
            <a:gdLst/>
            <a:ahLst/>
            <a:cxnLst/>
            <a:rect l="l" t="t" r="r" b="b"/>
            <a:pathLst>
              <a:path w="233679" h="22860">
                <a:moveTo>
                  <a:pt x="228265" y="0"/>
                </a:moveTo>
                <a:lnTo>
                  <a:pt x="5057" y="0"/>
                </a:lnTo>
                <a:lnTo>
                  <a:pt x="0" y="5057"/>
                </a:lnTo>
                <a:lnTo>
                  <a:pt x="0" y="17538"/>
                </a:lnTo>
                <a:lnTo>
                  <a:pt x="5057" y="22596"/>
                </a:lnTo>
                <a:lnTo>
                  <a:pt x="11298" y="22596"/>
                </a:lnTo>
                <a:lnTo>
                  <a:pt x="228265" y="22596"/>
                </a:lnTo>
                <a:lnTo>
                  <a:pt x="233322" y="17538"/>
                </a:lnTo>
                <a:lnTo>
                  <a:pt x="233322" y="5057"/>
                </a:lnTo>
                <a:lnTo>
                  <a:pt x="228265" y="0"/>
                </a:lnTo>
                <a:close/>
              </a:path>
            </a:pathLst>
          </a:custGeom>
          <a:solidFill>
            <a:srgbClr val="92685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7" name="object 1267" descr=""/>
          <p:cNvSpPr/>
          <p:nvPr/>
        </p:nvSpPr>
        <p:spPr>
          <a:xfrm>
            <a:off x="5135181" y="4724571"/>
            <a:ext cx="99060" cy="62230"/>
          </a:xfrm>
          <a:custGeom>
            <a:avLst/>
            <a:gdLst/>
            <a:ahLst/>
            <a:cxnLst/>
            <a:rect l="l" t="t" r="r" b="b"/>
            <a:pathLst>
              <a:path w="99060" h="62229">
                <a:moveTo>
                  <a:pt x="48983" y="50126"/>
                </a:moveTo>
                <a:lnTo>
                  <a:pt x="47053" y="45516"/>
                </a:lnTo>
                <a:lnTo>
                  <a:pt x="41808" y="41744"/>
                </a:lnTo>
                <a:lnTo>
                  <a:pt x="34023" y="39204"/>
                </a:lnTo>
                <a:lnTo>
                  <a:pt x="24485" y="38265"/>
                </a:lnTo>
                <a:lnTo>
                  <a:pt x="14947" y="39204"/>
                </a:lnTo>
                <a:lnTo>
                  <a:pt x="7162" y="41744"/>
                </a:lnTo>
                <a:lnTo>
                  <a:pt x="1917" y="45516"/>
                </a:lnTo>
                <a:lnTo>
                  <a:pt x="0" y="50126"/>
                </a:lnTo>
                <a:lnTo>
                  <a:pt x="1917" y="54749"/>
                </a:lnTo>
                <a:lnTo>
                  <a:pt x="7162" y="58508"/>
                </a:lnTo>
                <a:lnTo>
                  <a:pt x="14947" y="61061"/>
                </a:lnTo>
                <a:lnTo>
                  <a:pt x="24485" y="61988"/>
                </a:lnTo>
                <a:lnTo>
                  <a:pt x="34023" y="61061"/>
                </a:lnTo>
                <a:lnTo>
                  <a:pt x="41808" y="58508"/>
                </a:lnTo>
                <a:lnTo>
                  <a:pt x="47053" y="54749"/>
                </a:lnTo>
                <a:lnTo>
                  <a:pt x="48983" y="50126"/>
                </a:lnTo>
                <a:close/>
              </a:path>
              <a:path w="99060" h="62229">
                <a:moveTo>
                  <a:pt x="99060" y="4203"/>
                </a:moveTo>
                <a:lnTo>
                  <a:pt x="90411" y="0"/>
                </a:lnTo>
                <a:lnTo>
                  <a:pt x="69062" y="0"/>
                </a:lnTo>
                <a:lnTo>
                  <a:pt x="60413" y="4203"/>
                </a:lnTo>
                <a:lnTo>
                  <a:pt x="60413" y="9359"/>
                </a:lnTo>
                <a:lnTo>
                  <a:pt x="60413" y="14541"/>
                </a:lnTo>
                <a:lnTo>
                  <a:pt x="69062" y="18719"/>
                </a:lnTo>
                <a:lnTo>
                  <a:pt x="90411" y="18719"/>
                </a:lnTo>
                <a:lnTo>
                  <a:pt x="99060" y="14541"/>
                </a:lnTo>
                <a:lnTo>
                  <a:pt x="99060" y="4203"/>
                </a:lnTo>
                <a:close/>
              </a:path>
            </a:pathLst>
          </a:custGeom>
          <a:solidFill>
            <a:srgbClr val="92685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8" name="object 1268" descr=""/>
          <p:cNvSpPr/>
          <p:nvPr/>
        </p:nvSpPr>
        <p:spPr>
          <a:xfrm>
            <a:off x="5213919" y="4527893"/>
            <a:ext cx="38735" cy="19050"/>
          </a:xfrm>
          <a:custGeom>
            <a:avLst/>
            <a:gdLst/>
            <a:ahLst/>
            <a:cxnLst/>
            <a:rect l="l" t="t" r="r" b="b"/>
            <a:pathLst>
              <a:path w="38735" h="19050">
                <a:moveTo>
                  <a:pt x="29999" y="0"/>
                </a:moveTo>
                <a:lnTo>
                  <a:pt x="8648" y="0"/>
                </a:lnTo>
                <a:lnTo>
                  <a:pt x="0" y="4188"/>
                </a:lnTo>
                <a:lnTo>
                  <a:pt x="0" y="9360"/>
                </a:lnTo>
                <a:lnTo>
                  <a:pt x="0" y="14533"/>
                </a:lnTo>
                <a:lnTo>
                  <a:pt x="8648" y="18721"/>
                </a:lnTo>
                <a:lnTo>
                  <a:pt x="29999" y="18721"/>
                </a:lnTo>
                <a:lnTo>
                  <a:pt x="38648" y="14533"/>
                </a:lnTo>
                <a:lnTo>
                  <a:pt x="38648" y="4188"/>
                </a:lnTo>
                <a:lnTo>
                  <a:pt x="29999" y="0"/>
                </a:lnTo>
                <a:close/>
              </a:path>
            </a:pathLst>
          </a:custGeom>
          <a:solidFill>
            <a:srgbClr val="92685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9" name="object 1269" descr=""/>
          <p:cNvSpPr/>
          <p:nvPr/>
        </p:nvSpPr>
        <p:spPr>
          <a:xfrm>
            <a:off x="5189489" y="4455820"/>
            <a:ext cx="38735" cy="19050"/>
          </a:xfrm>
          <a:custGeom>
            <a:avLst/>
            <a:gdLst/>
            <a:ahLst/>
            <a:cxnLst/>
            <a:rect l="l" t="t" r="r" b="b"/>
            <a:pathLst>
              <a:path w="38735" h="19050">
                <a:moveTo>
                  <a:pt x="29999" y="0"/>
                </a:moveTo>
                <a:lnTo>
                  <a:pt x="8648" y="0"/>
                </a:lnTo>
                <a:lnTo>
                  <a:pt x="0" y="4188"/>
                </a:lnTo>
                <a:lnTo>
                  <a:pt x="0" y="9360"/>
                </a:lnTo>
                <a:lnTo>
                  <a:pt x="0" y="14523"/>
                </a:lnTo>
                <a:lnTo>
                  <a:pt x="8648" y="18721"/>
                </a:lnTo>
                <a:lnTo>
                  <a:pt x="29999" y="18721"/>
                </a:lnTo>
                <a:lnTo>
                  <a:pt x="38648" y="14523"/>
                </a:lnTo>
                <a:lnTo>
                  <a:pt x="38648" y="4188"/>
                </a:lnTo>
                <a:lnTo>
                  <a:pt x="29999" y="0"/>
                </a:lnTo>
                <a:close/>
              </a:path>
            </a:pathLst>
          </a:custGeom>
          <a:solidFill>
            <a:srgbClr val="92685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0" name="object 1270" descr=""/>
          <p:cNvSpPr/>
          <p:nvPr/>
        </p:nvSpPr>
        <p:spPr>
          <a:xfrm>
            <a:off x="5049006" y="4140650"/>
            <a:ext cx="38735" cy="19050"/>
          </a:xfrm>
          <a:custGeom>
            <a:avLst/>
            <a:gdLst/>
            <a:ahLst/>
            <a:cxnLst/>
            <a:rect l="l" t="t" r="r" b="b"/>
            <a:pathLst>
              <a:path w="38735" h="19050">
                <a:moveTo>
                  <a:pt x="29999" y="0"/>
                </a:moveTo>
                <a:lnTo>
                  <a:pt x="8648" y="0"/>
                </a:lnTo>
                <a:lnTo>
                  <a:pt x="0" y="4188"/>
                </a:lnTo>
                <a:lnTo>
                  <a:pt x="0" y="9360"/>
                </a:lnTo>
                <a:lnTo>
                  <a:pt x="0" y="14533"/>
                </a:lnTo>
                <a:lnTo>
                  <a:pt x="8648" y="18721"/>
                </a:lnTo>
                <a:lnTo>
                  <a:pt x="29999" y="18721"/>
                </a:lnTo>
                <a:lnTo>
                  <a:pt x="38648" y="14533"/>
                </a:lnTo>
                <a:lnTo>
                  <a:pt x="38648" y="4188"/>
                </a:lnTo>
                <a:lnTo>
                  <a:pt x="29999" y="0"/>
                </a:lnTo>
                <a:close/>
              </a:path>
            </a:pathLst>
          </a:custGeom>
          <a:solidFill>
            <a:srgbClr val="92685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1" name="object 1271" descr=""/>
          <p:cNvSpPr/>
          <p:nvPr/>
        </p:nvSpPr>
        <p:spPr>
          <a:xfrm>
            <a:off x="5134895" y="4692928"/>
            <a:ext cx="29209" cy="13970"/>
          </a:xfrm>
          <a:custGeom>
            <a:avLst/>
            <a:gdLst/>
            <a:ahLst/>
            <a:cxnLst/>
            <a:rect l="l" t="t" r="r" b="b"/>
            <a:pathLst>
              <a:path w="29210" h="13970">
                <a:moveTo>
                  <a:pt x="22323" y="0"/>
                </a:moveTo>
                <a:lnTo>
                  <a:pt x="6439" y="0"/>
                </a:lnTo>
                <a:lnTo>
                  <a:pt x="0" y="3120"/>
                </a:lnTo>
                <a:lnTo>
                  <a:pt x="0" y="6963"/>
                </a:lnTo>
                <a:lnTo>
                  <a:pt x="0" y="10805"/>
                </a:lnTo>
                <a:lnTo>
                  <a:pt x="6439" y="13926"/>
                </a:lnTo>
                <a:lnTo>
                  <a:pt x="22323" y="13926"/>
                </a:lnTo>
                <a:lnTo>
                  <a:pt x="28763" y="10805"/>
                </a:lnTo>
                <a:lnTo>
                  <a:pt x="28763" y="3120"/>
                </a:lnTo>
                <a:lnTo>
                  <a:pt x="22323" y="0"/>
                </a:lnTo>
                <a:close/>
              </a:path>
            </a:pathLst>
          </a:custGeom>
          <a:solidFill>
            <a:srgbClr val="92685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2" name="object 1272" descr=""/>
          <p:cNvSpPr/>
          <p:nvPr/>
        </p:nvSpPr>
        <p:spPr>
          <a:xfrm>
            <a:off x="5138423" y="4501525"/>
            <a:ext cx="29209" cy="13970"/>
          </a:xfrm>
          <a:custGeom>
            <a:avLst/>
            <a:gdLst/>
            <a:ahLst/>
            <a:cxnLst/>
            <a:rect l="l" t="t" r="r" b="b"/>
            <a:pathLst>
              <a:path w="29210" h="13970">
                <a:moveTo>
                  <a:pt x="22323" y="0"/>
                </a:moveTo>
                <a:lnTo>
                  <a:pt x="6439" y="0"/>
                </a:lnTo>
                <a:lnTo>
                  <a:pt x="0" y="3120"/>
                </a:lnTo>
                <a:lnTo>
                  <a:pt x="0" y="6963"/>
                </a:lnTo>
                <a:lnTo>
                  <a:pt x="0" y="10805"/>
                </a:lnTo>
                <a:lnTo>
                  <a:pt x="6439" y="13926"/>
                </a:lnTo>
                <a:lnTo>
                  <a:pt x="22323" y="13926"/>
                </a:lnTo>
                <a:lnTo>
                  <a:pt x="28763" y="10805"/>
                </a:lnTo>
                <a:lnTo>
                  <a:pt x="28763" y="3120"/>
                </a:lnTo>
                <a:lnTo>
                  <a:pt x="22323" y="0"/>
                </a:lnTo>
                <a:close/>
              </a:path>
            </a:pathLst>
          </a:custGeom>
          <a:solidFill>
            <a:srgbClr val="92685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3" name="object 1273" descr=""/>
          <p:cNvSpPr/>
          <p:nvPr/>
        </p:nvSpPr>
        <p:spPr>
          <a:xfrm>
            <a:off x="5098110" y="4181836"/>
            <a:ext cx="29209" cy="13970"/>
          </a:xfrm>
          <a:custGeom>
            <a:avLst/>
            <a:gdLst/>
            <a:ahLst/>
            <a:cxnLst/>
            <a:rect l="l" t="t" r="r" b="b"/>
            <a:pathLst>
              <a:path w="29210" h="13970">
                <a:moveTo>
                  <a:pt x="22323" y="0"/>
                </a:moveTo>
                <a:lnTo>
                  <a:pt x="6439" y="0"/>
                </a:lnTo>
                <a:lnTo>
                  <a:pt x="0" y="3120"/>
                </a:lnTo>
                <a:lnTo>
                  <a:pt x="0" y="6963"/>
                </a:lnTo>
                <a:lnTo>
                  <a:pt x="0" y="10805"/>
                </a:lnTo>
                <a:lnTo>
                  <a:pt x="6439" y="13926"/>
                </a:lnTo>
                <a:lnTo>
                  <a:pt x="22323" y="13926"/>
                </a:lnTo>
                <a:lnTo>
                  <a:pt x="28763" y="10805"/>
                </a:lnTo>
                <a:lnTo>
                  <a:pt x="28763" y="3120"/>
                </a:lnTo>
                <a:lnTo>
                  <a:pt x="22323" y="0"/>
                </a:lnTo>
                <a:close/>
              </a:path>
            </a:pathLst>
          </a:custGeom>
          <a:solidFill>
            <a:srgbClr val="92685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4" name="object 1274" descr=""/>
          <p:cNvSpPr/>
          <p:nvPr/>
        </p:nvSpPr>
        <p:spPr>
          <a:xfrm>
            <a:off x="5052912" y="4562604"/>
            <a:ext cx="29209" cy="13970"/>
          </a:xfrm>
          <a:custGeom>
            <a:avLst/>
            <a:gdLst/>
            <a:ahLst/>
            <a:cxnLst/>
            <a:rect l="l" t="t" r="r" b="b"/>
            <a:pathLst>
              <a:path w="29210" h="13970">
                <a:moveTo>
                  <a:pt x="22323" y="0"/>
                </a:moveTo>
                <a:lnTo>
                  <a:pt x="6439" y="0"/>
                </a:lnTo>
                <a:lnTo>
                  <a:pt x="0" y="3120"/>
                </a:lnTo>
                <a:lnTo>
                  <a:pt x="0" y="6963"/>
                </a:lnTo>
                <a:lnTo>
                  <a:pt x="0" y="10805"/>
                </a:lnTo>
                <a:lnTo>
                  <a:pt x="6439" y="13926"/>
                </a:lnTo>
                <a:lnTo>
                  <a:pt x="22323" y="13926"/>
                </a:lnTo>
                <a:lnTo>
                  <a:pt x="28763" y="10805"/>
                </a:lnTo>
                <a:lnTo>
                  <a:pt x="28763" y="3120"/>
                </a:lnTo>
                <a:lnTo>
                  <a:pt x="22323" y="0"/>
                </a:lnTo>
                <a:close/>
              </a:path>
            </a:pathLst>
          </a:custGeom>
          <a:solidFill>
            <a:srgbClr val="92685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5" name="object 1275" descr=""/>
          <p:cNvSpPr/>
          <p:nvPr/>
        </p:nvSpPr>
        <p:spPr>
          <a:xfrm>
            <a:off x="5121321" y="4132606"/>
            <a:ext cx="29209" cy="13970"/>
          </a:xfrm>
          <a:custGeom>
            <a:avLst/>
            <a:gdLst/>
            <a:ahLst/>
            <a:cxnLst/>
            <a:rect l="l" t="t" r="r" b="b"/>
            <a:pathLst>
              <a:path w="29210" h="13970">
                <a:moveTo>
                  <a:pt x="22323" y="0"/>
                </a:moveTo>
                <a:lnTo>
                  <a:pt x="6439" y="0"/>
                </a:lnTo>
                <a:lnTo>
                  <a:pt x="0" y="3120"/>
                </a:lnTo>
                <a:lnTo>
                  <a:pt x="0" y="6963"/>
                </a:lnTo>
                <a:lnTo>
                  <a:pt x="0" y="10805"/>
                </a:lnTo>
                <a:lnTo>
                  <a:pt x="6439" y="13926"/>
                </a:lnTo>
                <a:lnTo>
                  <a:pt x="22323" y="13926"/>
                </a:lnTo>
                <a:lnTo>
                  <a:pt x="28763" y="10805"/>
                </a:lnTo>
                <a:lnTo>
                  <a:pt x="28763" y="3120"/>
                </a:lnTo>
                <a:lnTo>
                  <a:pt x="22323" y="0"/>
                </a:lnTo>
                <a:close/>
              </a:path>
            </a:pathLst>
          </a:custGeom>
          <a:solidFill>
            <a:srgbClr val="92685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6" name="object 1276" descr=""/>
          <p:cNvSpPr/>
          <p:nvPr/>
        </p:nvSpPr>
        <p:spPr>
          <a:xfrm>
            <a:off x="5107884" y="4593510"/>
            <a:ext cx="29209" cy="13970"/>
          </a:xfrm>
          <a:custGeom>
            <a:avLst/>
            <a:gdLst/>
            <a:ahLst/>
            <a:cxnLst/>
            <a:rect l="l" t="t" r="r" b="b"/>
            <a:pathLst>
              <a:path w="29210" h="13970">
                <a:moveTo>
                  <a:pt x="22323" y="0"/>
                </a:moveTo>
                <a:lnTo>
                  <a:pt x="6439" y="0"/>
                </a:lnTo>
                <a:lnTo>
                  <a:pt x="0" y="3120"/>
                </a:lnTo>
                <a:lnTo>
                  <a:pt x="0" y="6963"/>
                </a:lnTo>
                <a:lnTo>
                  <a:pt x="0" y="10805"/>
                </a:lnTo>
                <a:lnTo>
                  <a:pt x="6439" y="13926"/>
                </a:lnTo>
                <a:lnTo>
                  <a:pt x="22323" y="13926"/>
                </a:lnTo>
                <a:lnTo>
                  <a:pt x="28763" y="10805"/>
                </a:lnTo>
                <a:lnTo>
                  <a:pt x="28763" y="3120"/>
                </a:lnTo>
                <a:lnTo>
                  <a:pt x="22323" y="0"/>
                </a:lnTo>
                <a:close/>
              </a:path>
            </a:pathLst>
          </a:custGeom>
          <a:solidFill>
            <a:srgbClr val="92685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7" name="object 1277" descr=""/>
          <p:cNvSpPr/>
          <p:nvPr/>
        </p:nvSpPr>
        <p:spPr>
          <a:xfrm>
            <a:off x="5121321" y="4108539"/>
            <a:ext cx="29209" cy="13970"/>
          </a:xfrm>
          <a:custGeom>
            <a:avLst/>
            <a:gdLst/>
            <a:ahLst/>
            <a:cxnLst/>
            <a:rect l="l" t="t" r="r" b="b"/>
            <a:pathLst>
              <a:path w="29210" h="13970">
                <a:moveTo>
                  <a:pt x="22323" y="0"/>
                </a:moveTo>
                <a:lnTo>
                  <a:pt x="6439" y="0"/>
                </a:lnTo>
                <a:lnTo>
                  <a:pt x="0" y="3120"/>
                </a:lnTo>
                <a:lnTo>
                  <a:pt x="0" y="6963"/>
                </a:lnTo>
                <a:lnTo>
                  <a:pt x="0" y="10805"/>
                </a:lnTo>
                <a:lnTo>
                  <a:pt x="6439" y="13926"/>
                </a:lnTo>
                <a:lnTo>
                  <a:pt x="22323" y="13926"/>
                </a:lnTo>
                <a:lnTo>
                  <a:pt x="28763" y="10805"/>
                </a:lnTo>
                <a:lnTo>
                  <a:pt x="28763" y="3120"/>
                </a:lnTo>
                <a:lnTo>
                  <a:pt x="22323" y="0"/>
                </a:lnTo>
                <a:close/>
              </a:path>
            </a:pathLst>
          </a:custGeom>
          <a:solidFill>
            <a:srgbClr val="92685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8" name="object 1278" descr=""/>
          <p:cNvSpPr/>
          <p:nvPr/>
        </p:nvSpPr>
        <p:spPr>
          <a:xfrm>
            <a:off x="4993578" y="3748392"/>
            <a:ext cx="309880" cy="27305"/>
          </a:xfrm>
          <a:custGeom>
            <a:avLst/>
            <a:gdLst/>
            <a:ahLst/>
            <a:cxnLst/>
            <a:rect l="l" t="t" r="r" b="b"/>
            <a:pathLst>
              <a:path w="309879" h="27304">
                <a:moveTo>
                  <a:pt x="303875" y="0"/>
                </a:moveTo>
                <a:lnTo>
                  <a:pt x="6010" y="0"/>
                </a:lnTo>
                <a:lnTo>
                  <a:pt x="0" y="6020"/>
                </a:lnTo>
                <a:lnTo>
                  <a:pt x="0" y="20858"/>
                </a:lnTo>
                <a:lnTo>
                  <a:pt x="6010" y="26878"/>
                </a:lnTo>
                <a:lnTo>
                  <a:pt x="13434" y="26878"/>
                </a:lnTo>
                <a:lnTo>
                  <a:pt x="303875" y="26878"/>
                </a:lnTo>
                <a:lnTo>
                  <a:pt x="309885" y="20858"/>
                </a:lnTo>
                <a:lnTo>
                  <a:pt x="309885" y="6020"/>
                </a:lnTo>
                <a:lnTo>
                  <a:pt x="303875" y="0"/>
                </a:lnTo>
                <a:close/>
              </a:path>
            </a:pathLst>
          </a:custGeom>
          <a:solidFill>
            <a:srgbClr val="A87A6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9" name="object 1279" descr=""/>
          <p:cNvSpPr/>
          <p:nvPr/>
        </p:nvSpPr>
        <p:spPr>
          <a:xfrm>
            <a:off x="4995202" y="4061123"/>
            <a:ext cx="309880" cy="67945"/>
          </a:xfrm>
          <a:custGeom>
            <a:avLst/>
            <a:gdLst/>
            <a:ahLst/>
            <a:cxnLst/>
            <a:rect l="l" t="t" r="r" b="b"/>
            <a:pathLst>
              <a:path w="309879" h="67945">
                <a:moveTo>
                  <a:pt x="309880" y="6019"/>
                </a:moveTo>
                <a:lnTo>
                  <a:pt x="303872" y="0"/>
                </a:lnTo>
                <a:lnTo>
                  <a:pt x="6007" y="0"/>
                </a:lnTo>
                <a:lnTo>
                  <a:pt x="0" y="6019"/>
                </a:lnTo>
                <a:lnTo>
                  <a:pt x="0" y="20853"/>
                </a:lnTo>
                <a:lnTo>
                  <a:pt x="6007" y="26885"/>
                </a:lnTo>
                <a:lnTo>
                  <a:pt x="13436" y="26885"/>
                </a:lnTo>
                <a:lnTo>
                  <a:pt x="21234" y="26885"/>
                </a:lnTo>
                <a:lnTo>
                  <a:pt x="52527" y="67868"/>
                </a:lnTo>
                <a:lnTo>
                  <a:pt x="253199" y="67868"/>
                </a:lnTo>
                <a:lnTo>
                  <a:pt x="293420" y="26885"/>
                </a:lnTo>
                <a:lnTo>
                  <a:pt x="303872" y="26885"/>
                </a:lnTo>
                <a:lnTo>
                  <a:pt x="309880" y="20853"/>
                </a:lnTo>
                <a:lnTo>
                  <a:pt x="309880" y="6019"/>
                </a:lnTo>
                <a:close/>
              </a:path>
            </a:pathLst>
          </a:custGeom>
          <a:solidFill>
            <a:srgbClr val="A87A6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0" name="object 1280" descr=""/>
          <p:cNvSpPr/>
          <p:nvPr/>
        </p:nvSpPr>
        <p:spPr>
          <a:xfrm>
            <a:off x="5134813" y="3452511"/>
            <a:ext cx="73025" cy="41275"/>
          </a:xfrm>
          <a:custGeom>
            <a:avLst/>
            <a:gdLst/>
            <a:ahLst/>
            <a:cxnLst/>
            <a:rect l="l" t="t" r="r" b="b"/>
            <a:pathLst>
              <a:path w="73025" h="41275">
                <a:moveTo>
                  <a:pt x="14652" y="0"/>
                </a:moveTo>
                <a:lnTo>
                  <a:pt x="5070" y="2318"/>
                </a:lnTo>
                <a:lnTo>
                  <a:pt x="0" y="7532"/>
                </a:lnTo>
                <a:lnTo>
                  <a:pt x="627" y="14777"/>
                </a:lnTo>
                <a:lnTo>
                  <a:pt x="45096" y="40237"/>
                </a:lnTo>
                <a:lnTo>
                  <a:pt x="57838" y="40914"/>
                </a:lnTo>
                <a:lnTo>
                  <a:pt x="67420" y="38594"/>
                </a:lnTo>
                <a:lnTo>
                  <a:pt x="72489" y="33374"/>
                </a:lnTo>
                <a:lnTo>
                  <a:pt x="71862" y="26130"/>
                </a:lnTo>
                <a:lnTo>
                  <a:pt x="27398" y="675"/>
                </a:lnTo>
                <a:lnTo>
                  <a:pt x="14652" y="0"/>
                </a:lnTo>
                <a:close/>
              </a:path>
            </a:pathLst>
          </a:custGeom>
          <a:solidFill>
            <a:srgbClr val="FFFFFF">
              <a:alpha val="9999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281" name="object 1281" descr=""/>
          <p:cNvGrpSpPr/>
          <p:nvPr/>
        </p:nvGrpSpPr>
        <p:grpSpPr>
          <a:xfrm>
            <a:off x="5067245" y="4211418"/>
            <a:ext cx="160655" cy="201930"/>
            <a:chOff x="5067245" y="4211418"/>
            <a:chExt cx="160655" cy="201930"/>
          </a:xfrm>
        </p:grpSpPr>
        <p:sp>
          <p:nvSpPr>
            <p:cNvPr id="1282" name="object 1282" descr=""/>
            <p:cNvSpPr/>
            <p:nvPr/>
          </p:nvSpPr>
          <p:spPr>
            <a:xfrm>
              <a:off x="5190625" y="4211418"/>
              <a:ext cx="36830" cy="201930"/>
            </a:xfrm>
            <a:custGeom>
              <a:avLst/>
              <a:gdLst/>
              <a:ahLst/>
              <a:cxnLst/>
              <a:rect l="l" t="t" r="r" b="b"/>
              <a:pathLst>
                <a:path w="36829" h="201929">
                  <a:moveTo>
                    <a:pt x="17423" y="0"/>
                  </a:moveTo>
                  <a:lnTo>
                    <a:pt x="3410" y="41543"/>
                  </a:lnTo>
                  <a:lnTo>
                    <a:pt x="0" y="93431"/>
                  </a:lnTo>
                  <a:lnTo>
                    <a:pt x="0" y="201564"/>
                  </a:lnTo>
                  <a:lnTo>
                    <a:pt x="36627" y="201564"/>
                  </a:lnTo>
                  <a:lnTo>
                    <a:pt x="36534" y="72269"/>
                  </a:lnTo>
                  <a:lnTo>
                    <a:pt x="28732" y="22973"/>
                  </a:lnTo>
                  <a:lnTo>
                    <a:pt x="17423" y="0"/>
                  </a:lnTo>
                  <a:close/>
                </a:path>
              </a:pathLst>
            </a:custGeom>
            <a:solidFill>
              <a:srgbClr val="68463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3" name="object 1283" descr=""/>
            <p:cNvSpPr/>
            <p:nvPr/>
          </p:nvSpPr>
          <p:spPr>
            <a:xfrm>
              <a:off x="5196782" y="4213868"/>
              <a:ext cx="31115" cy="199390"/>
            </a:xfrm>
            <a:custGeom>
              <a:avLst/>
              <a:gdLst/>
              <a:ahLst/>
              <a:cxnLst/>
              <a:rect l="l" t="t" r="r" b="b"/>
              <a:pathLst>
                <a:path w="31114" h="199389">
                  <a:moveTo>
                    <a:pt x="13287" y="0"/>
                  </a:moveTo>
                  <a:lnTo>
                    <a:pt x="1270" y="50942"/>
                  </a:lnTo>
                  <a:lnTo>
                    <a:pt x="0" y="89389"/>
                  </a:lnTo>
                  <a:lnTo>
                    <a:pt x="0" y="199114"/>
                  </a:lnTo>
                  <a:lnTo>
                    <a:pt x="30470" y="199114"/>
                  </a:lnTo>
                  <a:lnTo>
                    <a:pt x="30491" y="75955"/>
                  </a:lnTo>
                  <a:lnTo>
                    <a:pt x="26427" y="33626"/>
                  </a:lnTo>
                  <a:lnTo>
                    <a:pt x="13287" y="0"/>
                  </a:lnTo>
                  <a:close/>
                </a:path>
              </a:pathLst>
            </a:custGeom>
            <a:solidFill>
              <a:srgbClr val="7E574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4" name="object 1284" descr=""/>
            <p:cNvSpPr/>
            <p:nvPr/>
          </p:nvSpPr>
          <p:spPr>
            <a:xfrm>
              <a:off x="5129545" y="4211418"/>
              <a:ext cx="36830" cy="201930"/>
            </a:xfrm>
            <a:custGeom>
              <a:avLst/>
              <a:gdLst/>
              <a:ahLst/>
              <a:cxnLst/>
              <a:rect l="l" t="t" r="r" b="b"/>
              <a:pathLst>
                <a:path w="36829" h="201929">
                  <a:moveTo>
                    <a:pt x="17423" y="0"/>
                  </a:moveTo>
                  <a:lnTo>
                    <a:pt x="3410" y="41543"/>
                  </a:lnTo>
                  <a:lnTo>
                    <a:pt x="0" y="93431"/>
                  </a:lnTo>
                  <a:lnTo>
                    <a:pt x="0" y="201564"/>
                  </a:lnTo>
                  <a:lnTo>
                    <a:pt x="36627" y="201564"/>
                  </a:lnTo>
                  <a:lnTo>
                    <a:pt x="36534" y="72269"/>
                  </a:lnTo>
                  <a:lnTo>
                    <a:pt x="28732" y="22973"/>
                  </a:lnTo>
                  <a:lnTo>
                    <a:pt x="17423" y="0"/>
                  </a:lnTo>
                  <a:close/>
                </a:path>
              </a:pathLst>
            </a:custGeom>
            <a:solidFill>
              <a:srgbClr val="68463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5" name="object 1285" descr=""/>
            <p:cNvSpPr/>
            <p:nvPr/>
          </p:nvSpPr>
          <p:spPr>
            <a:xfrm>
              <a:off x="5135702" y="4213868"/>
              <a:ext cx="31115" cy="199390"/>
            </a:xfrm>
            <a:custGeom>
              <a:avLst/>
              <a:gdLst/>
              <a:ahLst/>
              <a:cxnLst/>
              <a:rect l="l" t="t" r="r" b="b"/>
              <a:pathLst>
                <a:path w="31114" h="199389">
                  <a:moveTo>
                    <a:pt x="13287" y="0"/>
                  </a:moveTo>
                  <a:lnTo>
                    <a:pt x="1270" y="50942"/>
                  </a:lnTo>
                  <a:lnTo>
                    <a:pt x="0" y="89389"/>
                  </a:lnTo>
                  <a:lnTo>
                    <a:pt x="0" y="199114"/>
                  </a:lnTo>
                  <a:lnTo>
                    <a:pt x="30470" y="199114"/>
                  </a:lnTo>
                  <a:lnTo>
                    <a:pt x="30491" y="75955"/>
                  </a:lnTo>
                  <a:lnTo>
                    <a:pt x="26427" y="33626"/>
                  </a:lnTo>
                  <a:lnTo>
                    <a:pt x="13287" y="0"/>
                  </a:lnTo>
                  <a:close/>
                </a:path>
              </a:pathLst>
            </a:custGeom>
            <a:solidFill>
              <a:srgbClr val="7E574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6" name="object 1286" descr=""/>
            <p:cNvSpPr/>
            <p:nvPr/>
          </p:nvSpPr>
          <p:spPr>
            <a:xfrm>
              <a:off x="5067245" y="4211418"/>
              <a:ext cx="36830" cy="201930"/>
            </a:xfrm>
            <a:custGeom>
              <a:avLst/>
              <a:gdLst/>
              <a:ahLst/>
              <a:cxnLst/>
              <a:rect l="l" t="t" r="r" b="b"/>
              <a:pathLst>
                <a:path w="36829" h="201929">
                  <a:moveTo>
                    <a:pt x="17423" y="0"/>
                  </a:moveTo>
                  <a:lnTo>
                    <a:pt x="3410" y="41543"/>
                  </a:lnTo>
                  <a:lnTo>
                    <a:pt x="0" y="93431"/>
                  </a:lnTo>
                  <a:lnTo>
                    <a:pt x="0" y="201564"/>
                  </a:lnTo>
                  <a:lnTo>
                    <a:pt x="36627" y="201564"/>
                  </a:lnTo>
                  <a:lnTo>
                    <a:pt x="36534" y="72269"/>
                  </a:lnTo>
                  <a:lnTo>
                    <a:pt x="28732" y="22973"/>
                  </a:lnTo>
                  <a:lnTo>
                    <a:pt x="17423" y="0"/>
                  </a:lnTo>
                  <a:close/>
                </a:path>
              </a:pathLst>
            </a:custGeom>
            <a:solidFill>
              <a:srgbClr val="68463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7" name="object 1287" descr=""/>
            <p:cNvSpPr/>
            <p:nvPr/>
          </p:nvSpPr>
          <p:spPr>
            <a:xfrm>
              <a:off x="5073402" y="4213868"/>
              <a:ext cx="31115" cy="199390"/>
            </a:xfrm>
            <a:custGeom>
              <a:avLst/>
              <a:gdLst/>
              <a:ahLst/>
              <a:cxnLst/>
              <a:rect l="l" t="t" r="r" b="b"/>
              <a:pathLst>
                <a:path w="31114" h="199389">
                  <a:moveTo>
                    <a:pt x="13287" y="0"/>
                  </a:moveTo>
                  <a:lnTo>
                    <a:pt x="1270" y="50942"/>
                  </a:lnTo>
                  <a:lnTo>
                    <a:pt x="0" y="89389"/>
                  </a:lnTo>
                  <a:lnTo>
                    <a:pt x="0" y="199114"/>
                  </a:lnTo>
                  <a:lnTo>
                    <a:pt x="30470" y="199114"/>
                  </a:lnTo>
                  <a:lnTo>
                    <a:pt x="30491" y="75955"/>
                  </a:lnTo>
                  <a:lnTo>
                    <a:pt x="26427" y="33626"/>
                  </a:lnTo>
                  <a:lnTo>
                    <a:pt x="13287" y="0"/>
                  </a:lnTo>
                  <a:close/>
                </a:path>
              </a:pathLst>
            </a:custGeom>
            <a:solidFill>
              <a:srgbClr val="7E5746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88" name="object 1288" descr=""/>
          <p:cNvSpPr/>
          <p:nvPr/>
        </p:nvSpPr>
        <p:spPr>
          <a:xfrm>
            <a:off x="5020264" y="4076658"/>
            <a:ext cx="152400" cy="0"/>
          </a:xfrm>
          <a:custGeom>
            <a:avLst/>
            <a:gdLst/>
            <a:ahLst/>
            <a:cxnLst/>
            <a:rect l="l" t="t" r="r" b="b"/>
            <a:pathLst>
              <a:path w="152400" h="0">
                <a:moveTo>
                  <a:pt x="0" y="0"/>
                </a:moveTo>
                <a:lnTo>
                  <a:pt x="152089" y="0"/>
                </a:lnTo>
              </a:path>
            </a:pathLst>
          </a:custGeom>
          <a:ln w="13444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89" name="object 1289" descr=""/>
          <p:cNvSpPr/>
          <p:nvPr/>
        </p:nvSpPr>
        <p:spPr>
          <a:xfrm>
            <a:off x="5004382" y="3762099"/>
            <a:ext cx="152400" cy="0"/>
          </a:xfrm>
          <a:custGeom>
            <a:avLst/>
            <a:gdLst/>
            <a:ahLst/>
            <a:cxnLst/>
            <a:rect l="l" t="t" r="r" b="b"/>
            <a:pathLst>
              <a:path w="152400" h="0">
                <a:moveTo>
                  <a:pt x="0" y="0"/>
                </a:moveTo>
                <a:lnTo>
                  <a:pt x="152089" y="0"/>
                </a:lnTo>
              </a:path>
            </a:pathLst>
          </a:custGeom>
          <a:ln w="13444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90" name="object 1290" descr=""/>
          <p:cNvSpPr/>
          <p:nvPr/>
        </p:nvSpPr>
        <p:spPr>
          <a:xfrm>
            <a:off x="5041844" y="3593520"/>
            <a:ext cx="152400" cy="0"/>
          </a:xfrm>
          <a:custGeom>
            <a:avLst/>
            <a:gdLst/>
            <a:ahLst/>
            <a:cxnLst/>
            <a:rect l="l" t="t" r="r" b="b"/>
            <a:pathLst>
              <a:path w="152400" h="0">
                <a:moveTo>
                  <a:pt x="0" y="0"/>
                </a:moveTo>
                <a:lnTo>
                  <a:pt x="152089" y="0"/>
                </a:lnTo>
              </a:path>
            </a:pathLst>
          </a:custGeom>
          <a:ln w="13444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291" name="object 1291" descr=""/>
          <p:cNvGrpSpPr/>
          <p:nvPr/>
        </p:nvGrpSpPr>
        <p:grpSpPr>
          <a:xfrm>
            <a:off x="5026960" y="4408065"/>
            <a:ext cx="234315" cy="420370"/>
            <a:chOff x="5026960" y="4408065"/>
            <a:chExt cx="234315" cy="420370"/>
          </a:xfrm>
        </p:grpSpPr>
        <p:sp>
          <p:nvSpPr>
            <p:cNvPr id="1292" name="object 1292" descr=""/>
            <p:cNvSpPr/>
            <p:nvPr/>
          </p:nvSpPr>
          <p:spPr>
            <a:xfrm>
              <a:off x="5046731" y="4443745"/>
              <a:ext cx="152400" cy="0"/>
            </a:xfrm>
            <a:custGeom>
              <a:avLst/>
              <a:gdLst/>
              <a:ahLst/>
              <a:cxnLst/>
              <a:rect l="l" t="t" r="r" b="b"/>
              <a:pathLst>
                <a:path w="152400" h="0">
                  <a:moveTo>
                    <a:pt x="0" y="0"/>
                  </a:moveTo>
                  <a:lnTo>
                    <a:pt x="152089" y="0"/>
                  </a:lnTo>
                </a:path>
              </a:pathLst>
            </a:custGeom>
            <a:ln w="134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3" name="object 1293" descr=""/>
            <p:cNvSpPr/>
            <p:nvPr/>
          </p:nvSpPr>
          <p:spPr>
            <a:xfrm>
              <a:off x="5026952" y="4408074"/>
              <a:ext cx="234315" cy="420370"/>
            </a:xfrm>
            <a:custGeom>
              <a:avLst/>
              <a:gdLst/>
              <a:ahLst/>
              <a:cxnLst/>
              <a:rect l="l" t="t" r="r" b="b"/>
              <a:pathLst>
                <a:path w="234314" h="420370">
                  <a:moveTo>
                    <a:pt x="14249" y="418947"/>
                  </a:moveTo>
                  <a:lnTo>
                    <a:pt x="0" y="420204"/>
                  </a:lnTo>
                  <a:lnTo>
                    <a:pt x="14249" y="420204"/>
                  </a:lnTo>
                  <a:lnTo>
                    <a:pt x="14249" y="418947"/>
                  </a:lnTo>
                  <a:close/>
                </a:path>
                <a:path w="234314" h="420370">
                  <a:moveTo>
                    <a:pt x="234149" y="291922"/>
                  </a:moveTo>
                  <a:lnTo>
                    <a:pt x="197358" y="267500"/>
                  </a:lnTo>
                  <a:lnTo>
                    <a:pt x="163106" y="239128"/>
                  </a:lnTo>
                  <a:lnTo>
                    <a:pt x="131787" y="206375"/>
                  </a:lnTo>
                  <a:lnTo>
                    <a:pt x="103860" y="168833"/>
                  </a:lnTo>
                  <a:lnTo>
                    <a:pt x="77470" y="127127"/>
                  </a:lnTo>
                  <a:lnTo>
                    <a:pt x="52501" y="85102"/>
                  </a:lnTo>
                  <a:lnTo>
                    <a:pt x="28981" y="42735"/>
                  </a:lnTo>
                  <a:lnTo>
                    <a:pt x="6934" y="0"/>
                  </a:lnTo>
                  <a:lnTo>
                    <a:pt x="6934" y="414096"/>
                  </a:lnTo>
                  <a:lnTo>
                    <a:pt x="234149" y="414096"/>
                  </a:lnTo>
                  <a:lnTo>
                    <a:pt x="234149" y="291922"/>
                  </a:lnTo>
                  <a:close/>
                </a:path>
              </a:pathLst>
            </a:custGeom>
            <a:solidFill>
              <a:srgbClr val="000000">
                <a:alpha val="5000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94" name="object 1294" descr=""/>
          <p:cNvSpPr/>
          <p:nvPr/>
        </p:nvSpPr>
        <p:spPr>
          <a:xfrm>
            <a:off x="3428696" y="4453176"/>
            <a:ext cx="1247140" cy="375285"/>
          </a:xfrm>
          <a:custGeom>
            <a:avLst/>
            <a:gdLst/>
            <a:ahLst/>
            <a:cxnLst/>
            <a:rect l="l" t="t" r="r" b="b"/>
            <a:pathLst>
              <a:path w="1247139" h="375285">
                <a:moveTo>
                  <a:pt x="0" y="0"/>
                </a:moveTo>
                <a:lnTo>
                  <a:pt x="0" y="375098"/>
                </a:lnTo>
                <a:lnTo>
                  <a:pt x="1246789" y="375098"/>
                </a:lnTo>
                <a:lnTo>
                  <a:pt x="1198316" y="371018"/>
                </a:lnTo>
                <a:lnTo>
                  <a:pt x="1149805" y="366137"/>
                </a:lnTo>
                <a:lnTo>
                  <a:pt x="1101224" y="360518"/>
                </a:lnTo>
                <a:lnTo>
                  <a:pt x="1052542" y="354222"/>
                </a:lnTo>
                <a:lnTo>
                  <a:pt x="1003728" y="347314"/>
                </a:lnTo>
                <a:lnTo>
                  <a:pt x="954751" y="339853"/>
                </a:lnTo>
                <a:lnTo>
                  <a:pt x="905579" y="331903"/>
                </a:lnTo>
                <a:lnTo>
                  <a:pt x="856181" y="323526"/>
                </a:lnTo>
                <a:lnTo>
                  <a:pt x="806526" y="314784"/>
                </a:lnTo>
                <a:lnTo>
                  <a:pt x="756584" y="305739"/>
                </a:lnTo>
                <a:lnTo>
                  <a:pt x="703928" y="295350"/>
                </a:lnTo>
                <a:lnTo>
                  <a:pt x="651940" y="284387"/>
                </a:lnTo>
                <a:lnTo>
                  <a:pt x="600593" y="272710"/>
                </a:lnTo>
                <a:lnTo>
                  <a:pt x="549859" y="260179"/>
                </a:lnTo>
                <a:lnTo>
                  <a:pt x="499713" y="246654"/>
                </a:lnTo>
                <a:lnTo>
                  <a:pt x="450127" y="231994"/>
                </a:lnTo>
                <a:lnTo>
                  <a:pt x="401075" y="216061"/>
                </a:lnTo>
                <a:lnTo>
                  <a:pt x="352530" y="198712"/>
                </a:lnTo>
                <a:lnTo>
                  <a:pt x="304466" y="179809"/>
                </a:lnTo>
                <a:lnTo>
                  <a:pt x="256855" y="159212"/>
                </a:lnTo>
                <a:lnTo>
                  <a:pt x="209671" y="136779"/>
                </a:lnTo>
                <a:lnTo>
                  <a:pt x="162888" y="112372"/>
                </a:lnTo>
                <a:lnTo>
                  <a:pt x="116478" y="85850"/>
                </a:lnTo>
                <a:lnTo>
                  <a:pt x="55568" y="45458"/>
                </a:lnTo>
                <a:lnTo>
                  <a:pt x="27122" y="23340"/>
                </a:lnTo>
                <a:lnTo>
                  <a:pt x="0" y="0"/>
                </a:lnTo>
                <a:close/>
              </a:path>
            </a:pathLst>
          </a:custGeom>
          <a:solidFill>
            <a:srgbClr val="000000">
              <a:alpha val="5000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5" name="object 1295" descr=""/>
          <p:cNvSpPr/>
          <p:nvPr/>
        </p:nvSpPr>
        <p:spPr>
          <a:xfrm>
            <a:off x="4939004" y="4264854"/>
            <a:ext cx="68580" cy="271780"/>
          </a:xfrm>
          <a:custGeom>
            <a:avLst/>
            <a:gdLst/>
            <a:ahLst/>
            <a:cxnLst/>
            <a:rect l="l" t="t" r="r" b="b"/>
            <a:pathLst>
              <a:path w="68579" h="271779">
                <a:moveTo>
                  <a:pt x="33978" y="0"/>
                </a:moveTo>
                <a:lnTo>
                  <a:pt x="20752" y="10676"/>
                </a:lnTo>
                <a:lnTo>
                  <a:pt x="9952" y="39793"/>
                </a:lnTo>
                <a:lnTo>
                  <a:pt x="2670" y="82980"/>
                </a:lnTo>
                <a:lnTo>
                  <a:pt x="0" y="135870"/>
                </a:lnTo>
                <a:lnTo>
                  <a:pt x="2670" y="188753"/>
                </a:lnTo>
                <a:lnTo>
                  <a:pt x="9952" y="231937"/>
                </a:lnTo>
                <a:lnTo>
                  <a:pt x="20752" y="261053"/>
                </a:lnTo>
                <a:lnTo>
                  <a:pt x="33978" y="271729"/>
                </a:lnTo>
                <a:lnTo>
                  <a:pt x="47203" y="261053"/>
                </a:lnTo>
                <a:lnTo>
                  <a:pt x="58003" y="231937"/>
                </a:lnTo>
                <a:lnTo>
                  <a:pt x="65285" y="188753"/>
                </a:lnTo>
                <a:lnTo>
                  <a:pt x="67956" y="135870"/>
                </a:lnTo>
                <a:lnTo>
                  <a:pt x="65285" y="82980"/>
                </a:lnTo>
                <a:lnTo>
                  <a:pt x="58003" y="39793"/>
                </a:lnTo>
                <a:lnTo>
                  <a:pt x="47203" y="10676"/>
                </a:lnTo>
                <a:lnTo>
                  <a:pt x="33978" y="0"/>
                </a:lnTo>
                <a:close/>
              </a:path>
            </a:pathLst>
          </a:custGeom>
          <a:solidFill>
            <a:srgbClr val="FFFFFF">
              <a:alpha val="9999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296" name="object 1296" descr=""/>
          <p:cNvGrpSpPr/>
          <p:nvPr/>
        </p:nvGrpSpPr>
        <p:grpSpPr>
          <a:xfrm>
            <a:off x="5817288" y="2619595"/>
            <a:ext cx="3535679" cy="2205355"/>
            <a:chOff x="5817288" y="2619595"/>
            <a:chExt cx="3535679" cy="2205355"/>
          </a:xfrm>
        </p:grpSpPr>
        <p:pic>
          <p:nvPicPr>
            <p:cNvPr id="1297" name="object 1297" descr="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8405167" y="3488379"/>
              <a:ext cx="947384" cy="1334314"/>
            </a:xfrm>
            <a:prstGeom prst="rect">
              <a:avLst/>
            </a:prstGeom>
          </p:spPr>
        </p:pic>
        <p:sp>
          <p:nvSpPr>
            <p:cNvPr id="1298" name="object 1298" descr=""/>
            <p:cNvSpPr/>
            <p:nvPr/>
          </p:nvSpPr>
          <p:spPr>
            <a:xfrm>
              <a:off x="6751709" y="2791975"/>
              <a:ext cx="1657350" cy="2031364"/>
            </a:xfrm>
            <a:custGeom>
              <a:avLst/>
              <a:gdLst/>
              <a:ahLst/>
              <a:cxnLst/>
              <a:rect l="l" t="t" r="r" b="b"/>
              <a:pathLst>
                <a:path w="1657350" h="2031364">
                  <a:moveTo>
                    <a:pt x="831817" y="0"/>
                  </a:moveTo>
                  <a:lnTo>
                    <a:pt x="431348" y="419254"/>
                  </a:lnTo>
                  <a:lnTo>
                    <a:pt x="347989" y="419254"/>
                  </a:lnTo>
                  <a:lnTo>
                    <a:pt x="347989" y="539407"/>
                  </a:lnTo>
                  <a:lnTo>
                    <a:pt x="136697" y="539407"/>
                  </a:lnTo>
                  <a:lnTo>
                    <a:pt x="136697" y="705098"/>
                  </a:lnTo>
                  <a:lnTo>
                    <a:pt x="0" y="705098"/>
                  </a:lnTo>
                  <a:lnTo>
                    <a:pt x="0" y="2030828"/>
                  </a:lnTo>
                  <a:lnTo>
                    <a:pt x="1657143" y="2030828"/>
                  </a:lnTo>
                  <a:lnTo>
                    <a:pt x="1657143" y="705098"/>
                  </a:lnTo>
                  <a:lnTo>
                    <a:pt x="1512131" y="705098"/>
                  </a:lnTo>
                  <a:lnTo>
                    <a:pt x="1512131" y="539407"/>
                  </a:lnTo>
                  <a:lnTo>
                    <a:pt x="1338126" y="539407"/>
                  </a:lnTo>
                  <a:lnTo>
                    <a:pt x="1338126" y="419254"/>
                  </a:lnTo>
                  <a:lnTo>
                    <a:pt x="1250925" y="419254"/>
                  </a:lnTo>
                  <a:lnTo>
                    <a:pt x="831817" y="0"/>
                  </a:lnTo>
                  <a:close/>
                </a:path>
              </a:pathLst>
            </a:custGeom>
            <a:solidFill>
              <a:srgbClr val="DDAC8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99" name="object 1299" descr="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5817288" y="2619595"/>
              <a:ext cx="2607386" cy="2205263"/>
            </a:xfrm>
            <a:prstGeom prst="rect">
              <a:avLst/>
            </a:prstGeom>
          </p:spPr>
        </p:pic>
      </p:grpSp>
      <p:sp>
        <p:nvSpPr>
          <p:cNvPr id="1300" name="object 1300" descr=""/>
          <p:cNvSpPr txBox="1"/>
          <p:nvPr/>
        </p:nvSpPr>
        <p:spPr>
          <a:xfrm>
            <a:off x="624158" y="728636"/>
            <a:ext cx="2715260" cy="2895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700">
                <a:latin typeface="Open Sans"/>
                <a:cs typeface="Open Sans"/>
              </a:rPr>
              <a:t>Various</a:t>
            </a:r>
            <a:r>
              <a:rPr dirty="0" sz="1700" spc="30">
                <a:latin typeface="Open Sans"/>
                <a:cs typeface="Open Sans"/>
              </a:rPr>
              <a:t> </a:t>
            </a:r>
            <a:r>
              <a:rPr dirty="0" sz="1700">
                <a:latin typeface="Open Sans"/>
                <a:cs typeface="Open Sans"/>
              </a:rPr>
              <a:t>religious</a:t>
            </a:r>
            <a:r>
              <a:rPr dirty="0" sz="1700" spc="35">
                <a:latin typeface="Open Sans"/>
                <a:cs typeface="Open Sans"/>
              </a:rPr>
              <a:t> </a:t>
            </a:r>
            <a:r>
              <a:rPr dirty="0" sz="1700" spc="-10">
                <a:latin typeface="Open Sans"/>
                <a:cs typeface="Open Sans"/>
              </a:rPr>
              <a:t>buildings</a:t>
            </a:r>
            <a:endParaRPr sz="1700">
              <a:latin typeface="Open Sans"/>
              <a:cs typeface="Open Sans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178413" y="8267591"/>
            <a:ext cx="179705" cy="603885"/>
            <a:chOff x="2178413" y="8267591"/>
            <a:chExt cx="179705" cy="603885"/>
          </a:xfrm>
        </p:grpSpPr>
        <p:sp>
          <p:nvSpPr>
            <p:cNvPr id="3" name="object 3" descr=""/>
            <p:cNvSpPr/>
            <p:nvPr/>
          </p:nvSpPr>
          <p:spPr>
            <a:xfrm>
              <a:off x="2252697" y="8607283"/>
              <a:ext cx="31750" cy="264160"/>
            </a:xfrm>
            <a:custGeom>
              <a:avLst/>
              <a:gdLst/>
              <a:ahLst/>
              <a:cxnLst/>
              <a:rect l="l" t="t" r="r" b="b"/>
              <a:pathLst>
                <a:path w="31750" h="264159">
                  <a:moveTo>
                    <a:pt x="14970" y="0"/>
                  </a:moveTo>
                  <a:lnTo>
                    <a:pt x="10667" y="3916"/>
                  </a:lnTo>
                  <a:lnTo>
                    <a:pt x="7913" y="8125"/>
                  </a:lnTo>
                  <a:lnTo>
                    <a:pt x="0" y="34865"/>
                  </a:lnTo>
                  <a:lnTo>
                    <a:pt x="1086" y="68160"/>
                  </a:lnTo>
                  <a:lnTo>
                    <a:pt x="6240" y="102036"/>
                  </a:lnTo>
                  <a:lnTo>
                    <a:pt x="10531" y="130519"/>
                  </a:lnTo>
                  <a:lnTo>
                    <a:pt x="14387" y="163531"/>
                  </a:lnTo>
                  <a:lnTo>
                    <a:pt x="18830" y="197254"/>
                  </a:lnTo>
                  <a:lnTo>
                    <a:pt x="22238" y="230999"/>
                  </a:lnTo>
                  <a:lnTo>
                    <a:pt x="22991" y="264075"/>
                  </a:lnTo>
                  <a:lnTo>
                    <a:pt x="31567" y="13224"/>
                  </a:lnTo>
                  <a:lnTo>
                    <a:pt x="29211" y="848"/>
                  </a:lnTo>
                  <a:lnTo>
                    <a:pt x="14970" y="0"/>
                  </a:lnTo>
                  <a:close/>
                </a:path>
              </a:pathLst>
            </a:custGeom>
            <a:solidFill>
              <a:srgbClr val="EEB54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" name="object 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222645" y="8679094"/>
              <a:ext cx="91368" cy="91364"/>
            </a:xfrm>
            <a:prstGeom prst="rect">
              <a:avLst/>
            </a:prstGeom>
          </p:spPr>
        </p:pic>
        <p:sp>
          <p:nvSpPr>
            <p:cNvPr id="5" name="object 5" descr=""/>
            <p:cNvSpPr/>
            <p:nvPr/>
          </p:nvSpPr>
          <p:spPr>
            <a:xfrm>
              <a:off x="2178413" y="8401406"/>
              <a:ext cx="179705" cy="259079"/>
            </a:xfrm>
            <a:custGeom>
              <a:avLst/>
              <a:gdLst/>
              <a:ahLst/>
              <a:cxnLst/>
              <a:rect l="l" t="t" r="r" b="b"/>
              <a:pathLst>
                <a:path w="179705" h="259079">
                  <a:moveTo>
                    <a:pt x="89725" y="0"/>
                  </a:moveTo>
                  <a:lnTo>
                    <a:pt x="54802" y="10176"/>
                  </a:lnTo>
                  <a:lnTo>
                    <a:pt x="26281" y="37929"/>
                  </a:lnTo>
                  <a:lnTo>
                    <a:pt x="7051" y="79093"/>
                  </a:lnTo>
                  <a:lnTo>
                    <a:pt x="0" y="129503"/>
                  </a:lnTo>
                  <a:lnTo>
                    <a:pt x="7051" y="179914"/>
                  </a:lnTo>
                  <a:lnTo>
                    <a:pt x="26281" y="221078"/>
                  </a:lnTo>
                  <a:lnTo>
                    <a:pt x="54802" y="248831"/>
                  </a:lnTo>
                  <a:lnTo>
                    <a:pt x="89725" y="259007"/>
                  </a:lnTo>
                  <a:lnTo>
                    <a:pt x="124652" y="248831"/>
                  </a:lnTo>
                  <a:lnTo>
                    <a:pt x="153172" y="221078"/>
                  </a:lnTo>
                  <a:lnTo>
                    <a:pt x="172399" y="179914"/>
                  </a:lnTo>
                  <a:lnTo>
                    <a:pt x="179450" y="129503"/>
                  </a:lnTo>
                  <a:lnTo>
                    <a:pt x="172399" y="79093"/>
                  </a:lnTo>
                  <a:lnTo>
                    <a:pt x="153172" y="37929"/>
                  </a:lnTo>
                  <a:lnTo>
                    <a:pt x="124652" y="10176"/>
                  </a:lnTo>
                  <a:lnTo>
                    <a:pt x="89725" y="0"/>
                  </a:lnTo>
                  <a:close/>
                </a:path>
              </a:pathLst>
            </a:custGeom>
            <a:solidFill>
              <a:srgbClr val="EEB54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234640" y="8681355"/>
              <a:ext cx="79375" cy="90070"/>
            </a:xfrm>
            <a:prstGeom prst="rect">
              <a:avLst/>
            </a:prstGeom>
          </p:spPr>
        </p:pic>
        <p:sp>
          <p:nvSpPr>
            <p:cNvPr id="7" name="object 7" descr=""/>
            <p:cNvSpPr/>
            <p:nvPr/>
          </p:nvSpPr>
          <p:spPr>
            <a:xfrm>
              <a:off x="2223043" y="8406450"/>
              <a:ext cx="135255" cy="255270"/>
            </a:xfrm>
            <a:custGeom>
              <a:avLst/>
              <a:gdLst/>
              <a:ahLst/>
              <a:cxnLst/>
              <a:rect l="l" t="t" r="r" b="b"/>
              <a:pathLst>
                <a:path w="135255" h="255270">
                  <a:moveTo>
                    <a:pt x="67086" y="0"/>
                  </a:moveTo>
                  <a:lnTo>
                    <a:pt x="85306" y="20228"/>
                  </a:lnTo>
                  <a:lnTo>
                    <a:pt x="99397" y="46423"/>
                  </a:lnTo>
                  <a:lnTo>
                    <a:pt x="108489" y="77364"/>
                  </a:lnTo>
                  <a:lnTo>
                    <a:pt x="111713" y="111829"/>
                  </a:lnTo>
                  <a:lnTo>
                    <a:pt x="104662" y="162234"/>
                  </a:lnTo>
                  <a:lnTo>
                    <a:pt x="85431" y="203399"/>
                  </a:lnTo>
                  <a:lnTo>
                    <a:pt x="56911" y="231154"/>
                  </a:lnTo>
                  <a:lnTo>
                    <a:pt x="21988" y="241332"/>
                  </a:lnTo>
                  <a:lnTo>
                    <a:pt x="14386" y="241332"/>
                  </a:lnTo>
                  <a:lnTo>
                    <a:pt x="7046" y="239814"/>
                  </a:lnTo>
                  <a:lnTo>
                    <a:pt x="0" y="237249"/>
                  </a:lnTo>
                  <a:lnTo>
                    <a:pt x="10324" y="244719"/>
                  </a:lnTo>
                  <a:lnTo>
                    <a:pt x="21347" y="250272"/>
                  </a:lnTo>
                  <a:lnTo>
                    <a:pt x="32971" y="253732"/>
                  </a:lnTo>
                  <a:lnTo>
                    <a:pt x="45098" y="254924"/>
                  </a:lnTo>
                  <a:lnTo>
                    <a:pt x="80020" y="244747"/>
                  </a:lnTo>
                  <a:lnTo>
                    <a:pt x="108541" y="216994"/>
                  </a:lnTo>
                  <a:lnTo>
                    <a:pt x="127771" y="175830"/>
                  </a:lnTo>
                  <a:lnTo>
                    <a:pt x="134823" y="125420"/>
                  </a:lnTo>
                  <a:lnTo>
                    <a:pt x="129709" y="82275"/>
                  </a:lnTo>
                  <a:lnTo>
                    <a:pt x="115542" y="45323"/>
                  </a:lnTo>
                  <a:lnTo>
                    <a:pt x="94081" y="17064"/>
                  </a:lnTo>
                  <a:lnTo>
                    <a:pt x="67086" y="0"/>
                  </a:lnTo>
                  <a:close/>
                </a:path>
              </a:pathLst>
            </a:custGeom>
            <a:solidFill>
              <a:srgbClr val="D79F3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" name="object 8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96997" y="8267591"/>
              <a:ext cx="117016" cy="311010"/>
            </a:xfrm>
            <a:prstGeom prst="rect">
              <a:avLst/>
            </a:prstGeom>
          </p:spPr>
        </p:pic>
      </p:grpSp>
      <p:sp>
        <p:nvSpPr>
          <p:cNvPr id="9" name="object 9" descr=""/>
          <p:cNvSpPr/>
          <p:nvPr/>
        </p:nvSpPr>
        <p:spPr>
          <a:xfrm>
            <a:off x="2463463" y="8265166"/>
            <a:ext cx="436880" cy="140335"/>
          </a:xfrm>
          <a:custGeom>
            <a:avLst/>
            <a:gdLst/>
            <a:ahLst/>
            <a:cxnLst/>
            <a:rect l="l" t="t" r="r" b="b"/>
            <a:pathLst>
              <a:path w="436880" h="140334">
                <a:moveTo>
                  <a:pt x="220082" y="0"/>
                </a:moveTo>
                <a:lnTo>
                  <a:pt x="169178" y="2862"/>
                </a:lnTo>
                <a:lnTo>
                  <a:pt x="118413" y="8340"/>
                </a:lnTo>
                <a:lnTo>
                  <a:pt x="68050" y="15889"/>
                </a:lnTo>
                <a:lnTo>
                  <a:pt x="52642" y="18040"/>
                </a:lnTo>
                <a:lnTo>
                  <a:pt x="31796" y="21603"/>
                </a:lnTo>
                <a:lnTo>
                  <a:pt x="12286" y="27500"/>
                </a:lnTo>
                <a:lnTo>
                  <a:pt x="890" y="36653"/>
                </a:lnTo>
                <a:lnTo>
                  <a:pt x="1408" y="47815"/>
                </a:lnTo>
                <a:lnTo>
                  <a:pt x="8307" y="61135"/>
                </a:lnTo>
                <a:lnTo>
                  <a:pt x="16476" y="74968"/>
                </a:lnTo>
                <a:lnTo>
                  <a:pt x="20805" y="87667"/>
                </a:lnTo>
                <a:lnTo>
                  <a:pt x="19940" y="100556"/>
                </a:lnTo>
                <a:lnTo>
                  <a:pt x="15970" y="112860"/>
                </a:lnTo>
                <a:lnTo>
                  <a:pt x="9217" y="123884"/>
                </a:lnTo>
                <a:lnTo>
                  <a:pt x="0" y="132933"/>
                </a:lnTo>
                <a:lnTo>
                  <a:pt x="52492" y="135953"/>
                </a:lnTo>
                <a:lnTo>
                  <a:pt x="105027" y="138118"/>
                </a:lnTo>
                <a:lnTo>
                  <a:pt x="157589" y="139429"/>
                </a:lnTo>
                <a:lnTo>
                  <a:pt x="210166" y="139886"/>
                </a:lnTo>
                <a:lnTo>
                  <a:pt x="262742" y="139488"/>
                </a:lnTo>
                <a:lnTo>
                  <a:pt x="315305" y="138237"/>
                </a:lnTo>
                <a:lnTo>
                  <a:pt x="367840" y="136132"/>
                </a:lnTo>
                <a:lnTo>
                  <a:pt x="420332" y="133174"/>
                </a:lnTo>
                <a:lnTo>
                  <a:pt x="410731" y="126389"/>
                </a:lnTo>
                <a:lnTo>
                  <a:pt x="404114" y="116571"/>
                </a:lnTo>
                <a:lnTo>
                  <a:pt x="400712" y="104992"/>
                </a:lnTo>
                <a:lnTo>
                  <a:pt x="400752" y="92924"/>
                </a:lnTo>
                <a:lnTo>
                  <a:pt x="403996" y="81469"/>
                </a:lnTo>
                <a:lnTo>
                  <a:pt x="409694" y="70972"/>
                </a:lnTo>
                <a:lnTo>
                  <a:pt x="417285" y="61566"/>
                </a:lnTo>
                <a:lnTo>
                  <a:pt x="426206" y="53386"/>
                </a:lnTo>
                <a:lnTo>
                  <a:pt x="435463" y="46129"/>
                </a:lnTo>
                <a:lnTo>
                  <a:pt x="436416" y="32737"/>
                </a:lnTo>
                <a:lnTo>
                  <a:pt x="371026" y="12529"/>
                </a:lnTo>
                <a:lnTo>
                  <a:pt x="321267" y="4290"/>
                </a:lnTo>
                <a:lnTo>
                  <a:pt x="270865" y="295"/>
                </a:lnTo>
                <a:lnTo>
                  <a:pt x="220082" y="0"/>
                </a:lnTo>
                <a:close/>
              </a:path>
            </a:pathLst>
          </a:custGeom>
          <a:solidFill>
            <a:srgbClr val="227B4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1529094" y="8126904"/>
            <a:ext cx="1452245" cy="387350"/>
            <a:chOff x="1529094" y="8126904"/>
            <a:chExt cx="1452245" cy="387350"/>
          </a:xfrm>
        </p:grpSpPr>
        <p:sp>
          <p:nvSpPr>
            <p:cNvPr id="11" name="object 11" descr=""/>
            <p:cNvSpPr/>
            <p:nvPr/>
          </p:nvSpPr>
          <p:spPr>
            <a:xfrm>
              <a:off x="1595777" y="8265166"/>
              <a:ext cx="436880" cy="140335"/>
            </a:xfrm>
            <a:custGeom>
              <a:avLst/>
              <a:gdLst/>
              <a:ahLst/>
              <a:cxnLst/>
              <a:rect l="l" t="t" r="r" b="b"/>
              <a:pathLst>
                <a:path w="436880" h="140334">
                  <a:moveTo>
                    <a:pt x="220073" y="0"/>
                  </a:moveTo>
                  <a:lnTo>
                    <a:pt x="169171" y="2862"/>
                  </a:lnTo>
                  <a:lnTo>
                    <a:pt x="118409" y="8340"/>
                  </a:lnTo>
                  <a:lnTo>
                    <a:pt x="68050" y="15889"/>
                  </a:lnTo>
                  <a:lnTo>
                    <a:pt x="52638" y="18040"/>
                  </a:lnTo>
                  <a:lnTo>
                    <a:pt x="31790" y="21603"/>
                  </a:lnTo>
                  <a:lnTo>
                    <a:pt x="12280" y="27500"/>
                  </a:lnTo>
                  <a:lnTo>
                    <a:pt x="879" y="36653"/>
                  </a:lnTo>
                  <a:lnTo>
                    <a:pt x="1398" y="47815"/>
                  </a:lnTo>
                  <a:lnTo>
                    <a:pt x="8296" y="61135"/>
                  </a:lnTo>
                  <a:lnTo>
                    <a:pt x="16465" y="74968"/>
                  </a:lnTo>
                  <a:lnTo>
                    <a:pt x="20795" y="87667"/>
                  </a:lnTo>
                  <a:lnTo>
                    <a:pt x="19929" y="100556"/>
                  </a:lnTo>
                  <a:lnTo>
                    <a:pt x="15961" y="112860"/>
                  </a:lnTo>
                  <a:lnTo>
                    <a:pt x="9211" y="123884"/>
                  </a:lnTo>
                  <a:lnTo>
                    <a:pt x="0" y="132933"/>
                  </a:lnTo>
                  <a:lnTo>
                    <a:pt x="52489" y="135953"/>
                  </a:lnTo>
                  <a:lnTo>
                    <a:pt x="105021" y="138118"/>
                  </a:lnTo>
                  <a:lnTo>
                    <a:pt x="157581" y="139429"/>
                  </a:lnTo>
                  <a:lnTo>
                    <a:pt x="210157" y="139886"/>
                  </a:lnTo>
                  <a:lnTo>
                    <a:pt x="262733" y="139488"/>
                  </a:lnTo>
                  <a:lnTo>
                    <a:pt x="315295" y="138237"/>
                  </a:lnTo>
                  <a:lnTo>
                    <a:pt x="367829" y="136132"/>
                  </a:lnTo>
                  <a:lnTo>
                    <a:pt x="420322" y="133174"/>
                  </a:lnTo>
                  <a:lnTo>
                    <a:pt x="410720" y="126389"/>
                  </a:lnTo>
                  <a:lnTo>
                    <a:pt x="404104" y="116571"/>
                  </a:lnTo>
                  <a:lnTo>
                    <a:pt x="400701" y="104992"/>
                  </a:lnTo>
                  <a:lnTo>
                    <a:pt x="400741" y="92924"/>
                  </a:lnTo>
                  <a:lnTo>
                    <a:pt x="403987" y="81469"/>
                  </a:lnTo>
                  <a:lnTo>
                    <a:pt x="409687" y="70972"/>
                  </a:lnTo>
                  <a:lnTo>
                    <a:pt x="417279" y="61566"/>
                  </a:lnTo>
                  <a:lnTo>
                    <a:pt x="426196" y="53386"/>
                  </a:lnTo>
                  <a:lnTo>
                    <a:pt x="435452" y="46129"/>
                  </a:lnTo>
                  <a:lnTo>
                    <a:pt x="436405" y="32737"/>
                  </a:lnTo>
                  <a:lnTo>
                    <a:pt x="371016" y="12529"/>
                  </a:lnTo>
                  <a:lnTo>
                    <a:pt x="321257" y="4290"/>
                  </a:lnTo>
                  <a:lnTo>
                    <a:pt x="270856" y="295"/>
                  </a:lnTo>
                  <a:lnTo>
                    <a:pt x="220073" y="0"/>
                  </a:lnTo>
                  <a:close/>
                </a:path>
              </a:pathLst>
            </a:custGeom>
            <a:solidFill>
              <a:srgbClr val="227B4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1529094" y="8126904"/>
              <a:ext cx="1452245" cy="159385"/>
            </a:xfrm>
            <a:custGeom>
              <a:avLst/>
              <a:gdLst/>
              <a:ahLst/>
              <a:cxnLst/>
              <a:rect l="l" t="t" r="r" b="b"/>
              <a:pathLst>
                <a:path w="1452245" h="159384">
                  <a:moveTo>
                    <a:pt x="1451955" y="0"/>
                  </a:moveTo>
                  <a:lnTo>
                    <a:pt x="0" y="0"/>
                  </a:lnTo>
                  <a:lnTo>
                    <a:pt x="0" y="158822"/>
                  </a:lnTo>
                  <a:lnTo>
                    <a:pt x="1451955" y="158822"/>
                  </a:lnTo>
                  <a:lnTo>
                    <a:pt x="1451955" y="0"/>
                  </a:lnTo>
                  <a:close/>
                </a:path>
              </a:pathLst>
            </a:custGeom>
            <a:solidFill>
              <a:srgbClr val="A4271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3" name="object 13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632048" y="8442040"/>
              <a:ext cx="154886" cy="71641"/>
            </a:xfrm>
            <a:prstGeom prst="rect">
              <a:avLst/>
            </a:prstGeom>
          </p:spPr>
        </p:pic>
      </p:grpSp>
      <p:grpSp>
        <p:nvGrpSpPr>
          <p:cNvPr id="14" name="object 14" descr=""/>
          <p:cNvGrpSpPr/>
          <p:nvPr/>
        </p:nvGrpSpPr>
        <p:grpSpPr>
          <a:xfrm>
            <a:off x="1584862" y="8384362"/>
            <a:ext cx="436880" cy="1369695"/>
            <a:chOff x="1584862" y="8384362"/>
            <a:chExt cx="436880" cy="1369695"/>
          </a:xfrm>
        </p:grpSpPr>
        <p:sp>
          <p:nvSpPr>
            <p:cNvPr id="15" name="object 15" descr=""/>
            <p:cNvSpPr/>
            <p:nvPr/>
          </p:nvSpPr>
          <p:spPr>
            <a:xfrm>
              <a:off x="1633499" y="9126302"/>
              <a:ext cx="314960" cy="628015"/>
            </a:xfrm>
            <a:custGeom>
              <a:avLst/>
              <a:gdLst/>
              <a:ahLst/>
              <a:cxnLst/>
              <a:rect l="l" t="t" r="r" b="b"/>
              <a:pathLst>
                <a:path w="314960" h="628015">
                  <a:moveTo>
                    <a:pt x="314629" y="0"/>
                  </a:moveTo>
                  <a:lnTo>
                    <a:pt x="3251" y="0"/>
                  </a:lnTo>
                  <a:lnTo>
                    <a:pt x="3251" y="56070"/>
                  </a:lnTo>
                  <a:lnTo>
                    <a:pt x="31076" y="56070"/>
                  </a:lnTo>
                  <a:lnTo>
                    <a:pt x="31076" y="583501"/>
                  </a:lnTo>
                  <a:lnTo>
                    <a:pt x="0" y="583501"/>
                  </a:lnTo>
                  <a:lnTo>
                    <a:pt x="0" y="627557"/>
                  </a:lnTo>
                  <a:lnTo>
                    <a:pt x="31076" y="627557"/>
                  </a:lnTo>
                  <a:lnTo>
                    <a:pt x="286791" y="627557"/>
                  </a:lnTo>
                  <a:lnTo>
                    <a:pt x="311391" y="627557"/>
                  </a:lnTo>
                  <a:lnTo>
                    <a:pt x="311391" y="583501"/>
                  </a:lnTo>
                  <a:lnTo>
                    <a:pt x="286791" y="583501"/>
                  </a:lnTo>
                  <a:lnTo>
                    <a:pt x="286791" y="56070"/>
                  </a:lnTo>
                  <a:lnTo>
                    <a:pt x="314629" y="56070"/>
                  </a:lnTo>
                  <a:lnTo>
                    <a:pt x="314629" y="0"/>
                  </a:lnTo>
                  <a:close/>
                </a:path>
              </a:pathLst>
            </a:custGeom>
            <a:solidFill>
              <a:srgbClr val="AD3C2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1653959" y="8443283"/>
              <a:ext cx="111125" cy="683260"/>
            </a:xfrm>
            <a:custGeom>
              <a:avLst/>
              <a:gdLst/>
              <a:ahLst/>
              <a:cxnLst/>
              <a:rect l="l" t="t" r="r" b="b"/>
              <a:pathLst>
                <a:path w="111125" h="683259">
                  <a:moveTo>
                    <a:pt x="110655" y="556590"/>
                  </a:moveTo>
                  <a:lnTo>
                    <a:pt x="87198" y="556590"/>
                  </a:lnTo>
                  <a:lnTo>
                    <a:pt x="87198" y="0"/>
                  </a:lnTo>
                  <a:lnTo>
                    <a:pt x="24917" y="0"/>
                  </a:lnTo>
                  <a:lnTo>
                    <a:pt x="24917" y="556590"/>
                  </a:lnTo>
                  <a:lnTo>
                    <a:pt x="0" y="556590"/>
                  </a:lnTo>
                  <a:lnTo>
                    <a:pt x="0" y="683031"/>
                  </a:lnTo>
                  <a:lnTo>
                    <a:pt x="24917" y="683031"/>
                  </a:lnTo>
                  <a:lnTo>
                    <a:pt x="87198" y="683031"/>
                  </a:lnTo>
                  <a:lnTo>
                    <a:pt x="110655" y="683031"/>
                  </a:lnTo>
                  <a:lnTo>
                    <a:pt x="110655" y="556590"/>
                  </a:lnTo>
                  <a:close/>
                </a:path>
              </a:pathLst>
            </a:custGeom>
            <a:solidFill>
              <a:srgbClr val="E4B17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7" name="object 17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808820" y="8442040"/>
              <a:ext cx="154887" cy="71641"/>
            </a:xfrm>
            <a:prstGeom prst="rect">
              <a:avLst/>
            </a:prstGeom>
          </p:spPr>
        </p:pic>
        <p:sp>
          <p:nvSpPr>
            <p:cNvPr id="18" name="object 18" descr=""/>
            <p:cNvSpPr/>
            <p:nvPr/>
          </p:nvSpPr>
          <p:spPr>
            <a:xfrm>
              <a:off x="1830717" y="8443283"/>
              <a:ext cx="111125" cy="683260"/>
            </a:xfrm>
            <a:custGeom>
              <a:avLst/>
              <a:gdLst/>
              <a:ahLst/>
              <a:cxnLst/>
              <a:rect l="l" t="t" r="r" b="b"/>
              <a:pathLst>
                <a:path w="111125" h="683259">
                  <a:moveTo>
                    <a:pt x="110667" y="556590"/>
                  </a:moveTo>
                  <a:lnTo>
                    <a:pt x="87210" y="556590"/>
                  </a:lnTo>
                  <a:lnTo>
                    <a:pt x="87210" y="0"/>
                  </a:lnTo>
                  <a:lnTo>
                    <a:pt x="24930" y="0"/>
                  </a:lnTo>
                  <a:lnTo>
                    <a:pt x="24930" y="556590"/>
                  </a:lnTo>
                  <a:lnTo>
                    <a:pt x="0" y="556590"/>
                  </a:lnTo>
                  <a:lnTo>
                    <a:pt x="0" y="683031"/>
                  </a:lnTo>
                  <a:lnTo>
                    <a:pt x="24930" y="683031"/>
                  </a:lnTo>
                  <a:lnTo>
                    <a:pt x="87210" y="683031"/>
                  </a:lnTo>
                  <a:lnTo>
                    <a:pt x="110667" y="683031"/>
                  </a:lnTo>
                  <a:lnTo>
                    <a:pt x="110667" y="556590"/>
                  </a:lnTo>
                  <a:close/>
                </a:path>
              </a:pathLst>
            </a:custGeom>
            <a:solidFill>
              <a:srgbClr val="E4B1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1584862" y="8384362"/>
              <a:ext cx="436880" cy="59055"/>
            </a:xfrm>
            <a:custGeom>
              <a:avLst/>
              <a:gdLst/>
              <a:ahLst/>
              <a:cxnLst/>
              <a:rect l="l" t="t" r="r" b="b"/>
              <a:pathLst>
                <a:path w="436880" h="59054">
                  <a:moveTo>
                    <a:pt x="436552" y="0"/>
                  </a:moveTo>
                  <a:lnTo>
                    <a:pt x="0" y="0"/>
                  </a:lnTo>
                  <a:lnTo>
                    <a:pt x="0" y="58909"/>
                  </a:lnTo>
                  <a:lnTo>
                    <a:pt x="436552" y="58909"/>
                  </a:lnTo>
                  <a:lnTo>
                    <a:pt x="436552" y="0"/>
                  </a:lnTo>
                  <a:close/>
                </a:path>
              </a:pathLst>
            </a:custGeom>
            <a:solidFill>
              <a:srgbClr val="AD3C2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1664591" y="9182372"/>
              <a:ext cx="255904" cy="527685"/>
            </a:xfrm>
            <a:custGeom>
              <a:avLst/>
              <a:gdLst/>
              <a:ahLst/>
              <a:cxnLst/>
              <a:rect l="l" t="t" r="r" b="b"/>
              <a:pathLst>
                <a:path w="255905" h="527684">
                  <a:moveTo>
                    <a:pt x="255709" y="0"/>
                  </a:moveTo>
                  <a:lnTo>
                    <a:pt x="0" y="0"/>
                  </a:lnTo>
                  <a:lnTo>
                    <a:pt x="0" y="30606"/>
                  </a:lnTo>
                  <a:lnTo>
                    <a:pt x="21467" y="37671"/>
                  </a:lnTo>
                  <a:lnTo>
                    <a:pt x="72290" y="62424"/>
                  </a:lnTo>
                  <a:lnTo>
                    <a:pt x="132098" y="110199"/>
                  </a:lnTo>
                  <a:lnTo>
                    <a:pt x="180518" y="186329"/>
                  </a:lnTo>
                  <a:lnTo>
                    <a:pt x="208109" y="260717"/>
                  </a:lnTo>
                  <a:lnTo>
                    <a:pt x="221573" y="321045"/>
                  </a:lnTo>
                  <a:lnTo>
                    <a:pt x="224746" y="399289"/>
                  </a:lnTo>
                  <a:lnTo>
                    <a:pt x="221469" y="527428"/>
                  </a:lnTo>
                  <a:lnTo>
                    <a:pt x="255709" y="527428"/>
                  </a:lnTo>
                  <a:lnTo>
                    <a:pt x="255709" y="0"/>
                  </a:lnTo>
                  <a:close/>
                </a:path>
              </a:pathLst>
            </a:custGeom>
            <a:solidFill>
              <a:srgbClr val="A4271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1748585" y="9220975"/>
              <a:ext cx="82550" cy="459105"/>
            </a:xfrm>
            <a:custGeom>
              <a:avLst/>
              <a:gdLst/>
              <a:ahLst/>
              <a:cxnLst/>
              <a:rect l="l" t="t" r="r" b="b"/>
              <a:pathLst>
                <a:path w="82550" h="459104">
                  <a:moveTo>
                    <a:pt x="82144" y="0"/>
                  </a:moveTo>
                  <a:lnTo>
                    <a:pt x="0" y="0"/>
                  </a:lnTo>
                  <a:lnTo>
                    <a:pt x="0" y="458771"/>
                  </a:lnTo>
                  <a:lnTo>
                    <a:pt x="82144" y="458771"/>
                  </a:lnTo>
                  <a:lnTo>
                    <a:pt x="82144" y="0"/>
                  </a:lnTo>
                  <a:close/>
                </a:path>
              </a:pathLst>
            </a:custGeom>
            <a:solidFill>
              <a:srgbClr val="EEB541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22" name="object 22" descr="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2504521" y="8430007"/>
            <a:ext cx="154884" cy="71641"/>
          </a:xfrm>
          <a:prstGeom prst="rect">
            <a:avLst/>
          </a:prstGeom>
        </p:spPr>
      </p:pic>
      <p:grpSp>
        <p:nvGrpSpPr>
          <p:cNvPr id="23" name="object 23" descr=""/>
          <p:cNvGrpSpPr/>
          <p:nvPr/>
        </p:nvGrpSpPr>
        <p:grpSpPr>
          <a:xfrm>
            <a:off x="1209941" y="8253196"/>
            <a:ext cx="2082800" cy="1849120"/>
            <a:chOff x="1209941" y="8253196"/>
            <a:chExt cx="2082800" cy="1849120"/>
          </a:xfrm>
        </p:grpSpPr>
        <p:sp>
          <p:nvSpPr>
            <p:cNvPr id="24" name="object 24" descr=""/>
            <p:cNvSpPr/>
            <p:nvPr/>
          </p:nvSpPr>
          <p:spPr>
            <a:xfrm>
              <a:off x="2505964" y="9114275"/>
              <a:ext cx="314960" cy="640080"/>
            </a:xfrm>
            <a:custGeom>
              <a:avLst/>
              <a:gdLst/>
              <a:ahLst/>
              <a:cxnLst/>
              <a:rect l="l" t="t" r="r" b="b"/>
              <a:pathLst>
                <a:path w="314960" h="640079">
                  <a:moveTo>
                    <a:pt x="314629" y="0"/>
                  </a:moveTo>
                  <a:lnTo>
                    <a:pt x="3251" y="0"/>
                  </a:lnTo>
                  <a:lnTo>
                    <a:pt x="3251" y="56070"/>
                  </a:lnTo>
                  <a:lnTo>
                    <a:pt x="31089" y="56070"/>
                  </a:lnTo>
                  <a:lnTo>
                    <a:pt x="31089" y="583501"/>
                  </a:lnTo>
                  <a:lnTo>
                    <a:pt x="0" y="583501"/>
                  </a:lnTo>
                  <a:lnTo>
                    <a:pt x="0" y="639572"/>
                  </a:lnTo>
                  <a:lnTo>
                    <a:pt x="31089" y="639572"/>
                  </a:lnTo>
                  <a:lnTo>
                    <a:pt x="286804" y="639572"/>
                  </a:lnTo>
                  <a:lnTo>
                    <a:pt x="311391" y="639572"/>
                  </a:lnTo>
                  <a:lnTo>
                    <a:pt x="311391" y="583501"/>
                  </a:lnTo>
                  <a:lnTo>
                    <a:pt x="286804" y="583501"/>
                  </a:lnTo>
                  <a:lnTo>
                    <a:pt x="286804" y="56070"/>
                  </a:lnTo>
                  <a:lnTo>
                    <a:pt x="314629" y="56070"/>
                  </a:lnTo>
                  <a:lnTo>
                    <a:pt x="314629" y="0"/>
                  </a:lnTo>
                  <a:close/>
                </a:path>
              </a:pathLst>
            </a:custGeom>
            <a:solidFill>
              <a:srgbClr val="AD3C2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2526423" y="8431244"/>
              <a:ext cx="111125" cy="683260"/>
            </a:xfrm>
            <a:custGeom>
              <a:avLst/>
              <a:gdLst/>
              <a:ahLst/>
              <a:cxnLst/>
              <a:rect l="l" t="t" r="r" b="b"/>
              <a:pathLst>
                <a:path w="111125" h="683259">
                  <a:moveTo>
                    <a:pt x="110667" y="556590"/>
                  </a:moveTo>
                  <a:lnTo>
                    <a:pt x="87198" y="556590"/>
                  </a:lnTo>
                  <a:lnTo>
                    <a:pt x="87198" y="0"/>
                  </a:lnTo>
                  <a:lnTo>
                    <a:pt x="24930" y="0"/>
                  </a:lnTo>
                  <a:lnTo>
                    <a:pt x="24930" y="556590"/>
                  </a:lnTo>
                  <a:lnTo>
                    <a:pt x="0" y="556590"/>
                  </a:lnTo>
                  <a:lnTo>
                    <a:pt x="0" y="683031"/>
                  </a:lnTo>
                  <a:lnTo>
                    <a:pt x="24930" y="683031"/>
                  </a:lnTo>
                  <a:lnTo>
                    <a:pt x="87198" y="683031"/>
                  </a:lnTo>
                  <a:lnTo>
                    <a:pt x="110667" y="683031"/>
                  </a:lnTo>
                  <a:lnTo>
                    <a:pt x="110667" y="556590"/>
                  </a:lnTo>
                  <a:close/>
                </a:path>
              </a:pathLst>
            </a:custGeom>
            <a:solidFill>
              <a:srgbClr val="E4B17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6" name="object 26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681293" y="8430007"/>
              <a:ext cx="154885" cy="71641"/>
            </a:xfrm>
            <a:prstGeom prst="rect">
              <a:avLst/>
            </a:prstGeom>
          </p:spPr>
        </p:pic>
        <p:sp>
          <p:nvSpPr>
            <p:cNvPr id="27" name="object 27" descr=""/>
            <p:cNvSpPr/>
            <p:nvPr/>
          </p:nvSpPr>
          <p:spPr>
            <a:xfrm>
              <a:off x="2703195" y="8431244"/>
              <a:ext cx="111125" cy="683260"/>
            </a:xfrm>
            <a:custGeom>
              <a:avLst/>
              <a:gdLst/>
              <a:ahLst/>
              <a:cxnLst/>
              <a:rect l="l" t="t" r="r" b="b"/>
              <a:pathLst>
                <a:path w="111125" h="683259">
                  <a:moveTo>
                    <a:pt x="110655" y="556590"/>
                  </a:moveTo>
                  <a:lnTo>
                    <a:pt x="87198" y="556590"/>
                  </a:lnTo>
                  <a:lnTo>
                    <a:pt x="87198" y="0"/>
                  </a:lnTo>
                  <a:lnTo>
                    <a:pt x="24930" y="0"/>
                  </a:lnTo>
                  <a:lnTo>
                    <a:pt x="24930" y="556590"/>
                  </a:lnTo>
                  <a:lnTo>
                    <a:pt x="0" y="556590"/>
                  </a:lnTo>
                  <a:lnTo>
                    <a:pt x="0" y="683031"/>
                  </a:lnTo>
                  <a:lnTo>
                    <a:pt x="24930" y="683031"/>
                  </a:lnTo>
                  <a:lnTo>
                    <a:pt x="87198" y="683031"/>
                  </a:lnTo>
                  <a:lnTo>
                    <a:pt x="110655" y="683031"/>
                  </a:lnTo>
                  <a:lnTo>
                    <a:pt x="110655" y="556590"/>
                  </a:lnTo>
                  <a:close/>
                </a:path>
              </a:pathLst>
            </a:custGeom>
            <a:solidFill>
              <a:srgbClr val="E4B1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2457338" y="8372331"/>
              <a:ext cx="436880" cy="59055"/>
            </a:xfrm>
            <a:custGeom>
              <a:avLst/>
              <a:gdLst/>
              <a:ahLst/>
              <a:cxnLst/>
              <a:rect l="l" t="t" r="r" b="b"/>
              <a:pathLst>
                <a:path w="436880" h="59054">
                  <a:moveTo>
                    <a:pt x="436552" y="0"/>
                  </a:moveTo>
                  <a:lnTo>
                    <a:pt x="0" y="0"/>
                  </a:lnTo>
                  <a:lnTo>
                    <a:pt x="0" y="58909"/>
                  </a:lnTo>
                  <a:lnTo>
                    <a:pt x="436552" y="58909"/>
                  </a:lnTo>
                  <a:lnTo>
                    <a:pt x="436552" y="0"/>
                  </a:lnTo>
                  <a:close/>
                </a:path>
              </a:pathLst>
            </a:custGeom>
            <a:solidFill>
              <a:srgbClr val="AD3C2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2537064" y="9170340"/>
              <a:ext cx="255904" cy="527685"/>
            </a:xfrm>
            <a:custGeom>
              <a:avLst/>
              <a:gdLst/>
              <a:ahLst/>
              <a:cxnLst/>
              <a:rect l="l" t="t" r="r" b="b"/>
              <a:pathLst>
                <a:path w="255905" h="527684">
                  <a:moveTo>
                    <a:pt x="255709" y="0"/>
                  </a:moveTo>
                  <a:lnTo>
                    <a:pt x="0" y="0"/>
                  </a:lnTo>
                  <a:lnTo>
                    <a:pt x="0" y="30606"/>
                  </a:lnTo>
                  <a:lnTo>
                    <a:pt x="21467" y="37671"/>
                  </a:lnTo>
                  <a:lnTo>
                    <a:pt x="72290" y="62424"/>
                  </a:lnTo>
                  <a:lnTo>
                    <a:pt x="132098" y="110199"/>
                  </a:lnTo>
                  <a:lnTo>
                    <a:pt x="180518" y="186329"/>
                  </a:lnTo>
                  <a:lnTo>
                    <a:pt x="208109" y="260723"/>
                  </a:lnTo>
                  <a:lnTo>
                    <a:pt x="221573" y="321053"/>
                  </a:lnTo>
                  <a:lnTo>
                    <a:pt x="224746" y="399295"/>
                  </a:lnTo>
                  <a:lnTo>
                    <a:pt x="221469" y="527428"/>
                  </a:lnTo>
                  <a:lnTo>
                    <a:pt x="255709" y="527428"/>
                  </a:lnTo>
                  <a:lnTo>
                    <a:pt x="255709" y="0"/>
                  </a:lnTo>
                  <a:close/>
                </a:path>
              </a:pathLst>
            </a:custGeom>
            <a:solidFill>
              <a:srgbClr val="A4271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2621071" y="9208945"/>
              <a:ext cx="82550" cy="459105"/>
            </a:xfrm>
            <a:custGeom>
              <a:avLst/>
              <a:gdLst/>
              <a:ahLst/>
              <a:cxnLst/>
              <a:rect l="l" t="t" r="r" b="b"/>
              <a:pathLst>
                <a:path w="82550" h="459104">
                  <a:moveTo>
                    <a:pt x="82133" y="0"/>
                  </a:moveTo>
                  <a:lnTo>
                    <a:pt x="0" y="0"/>
                  </a:lnTo>
                  <a:lnTo>
                    <a:pt x="0" y="458771"/>
                  </a:lnTo>
                  <a:lnTo>
                    <a:pt x="82133" y="458771"/>
                  </a:lnTo>
                  <a:lnTo>
                    <a:pt x="82133" y="0"/>
                  </a:lnTo>
                  <a:close/>
                </a:path>
              </a:pathLst>
            </a:custGeom>
            <a:solidFill>
              <a:srgbClr val="EEB54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1258785" y="9753860"/>
              <a:ext cx="1996439" cy="348615"/>
            </a:xfrm>
            <a:custGeom>
              <a:avLst/>
              <a:gdLst/>
              <a:ahLst/>
              <a:cxnLst/>
              <a:rect l="l" t="t" r="r" b="b"/>
              <a:pathLst>
                <a:path w="1996439" h="348615">
                  <a:moveTo>
                    <a:pt x="1995830" y="174129"/>
                  </a:moveTo>
                  <a:lnTo>
                    <a:pt x="1812404" y="174129"/>
                  </a:lnTo>
                  <a:lnTo>
                    <a:pt x="1812404" y="0"/>
                  </a:lnTo>
                  <a:lnTo>
                    <a:pt x="177304" y="0"/>
                  </a:lnTo>
                  <a:lnTo>
                    <a:pt x="177304" y="174129"/>
                  </a:lnTo>
                  <a:lnTo>
                    <a:pt x="0" y="174129"/>
                  </a:lnTo>
                  <a:lnTo>
                    <a:pt x="0" y="348259"/>
                  </a:lnTo>
                  <a:lnTo>
                    <a:pt x="1995830" y="348259"/>
                  </a:lnTo>
                  <a:lnTo>
                    <a:pt x="1995830" y="174129"/>
                  </a:lnTo>
                  <a:close/>
                </a:path>
              </a:pathLst>
            </a:custGeom>
            <a:solidFill>
              <a:srgbClr val="E4B1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1209941" y="8253196"/>
              <a:ext cx="2082800" cy="269240"/>
            </a:xfrm>
            <a:custGeom>
              <a:avLst/>
              <a:gdLst/>
              <a:ahLst/>
              <a:cxnLst/>
              <a:rect l="l" t="t" r="r" b="b"/>
              <a:pathLst>
                <a:path w="2082800" h="269240">
                  <a:moveTo>
                    <a:pt x="1043093" y="0"/>
                  </a:moveTo>
                  <a:lnTo>
                    <a:pt x="971336" y="107"/>
                  </a:lnTo>
                  <a:lnTo>
                    <a:pt x="900155" y="430"/>
                  </a:lnTo>
                  <a:lnTo>
                    <a:pt x="830127" y="968"/>
                  </a:lnTo>
                  <a:lnTo>
                    <a:pt x="761827" y="1721"/>
                  </a:lnTo>
                  <a:lnTo>
                    <a:pt x="695831" y="2689"/>
                  </a:lnTo>
                  <a:lnTo>
                    <a:pt x="632717" y="3872"/>
                  </a:lnTo>
                  <a:lnTo>
                    <a:pt x="573059" y="5270"/>
                  </a:lnTo>
                  <a:lnTo>
                    <a:pt x="517434" y="6884"/>
                  </a:lnTo>
                  <a:lnTo>
                    <a:pt x="466419" y="8713"/>
                  </a:lnTo>
                  <a:lnTo>
                    <a:pt x="420590" y="10757"/>
                  </a:lnTo>
                  <a:lnTo>
                    <a:pt x="380522" y="13016"/>
                  </a:lnTo>
                  <a:lnTo>
                    <a:pt x="319975" y="18179"/>
                  </a:lnTo>
                  <a:lnTo>
                    <a:pt x="211397" y="58948"/>
                  </a:lnTo>
                  <a:lnTo>
                    <a:pt x="117646" y="99656"/>
                  </a:lnTo>
                  <a:lnTo>
                    <a:pt x="5776" y="147623"/>
                  </a:lnTo>
                  <a:lnTo>
                    <a:pt x="131" y="162171"/>
                  </a:lnTo>
                  <a:lnTo>
                    <a:pt x="0" y="173501"/>
                  </a:lnTo>
                  <a:lnTo>
                    <a:pt x="6958" y="187443"/>
                  </a:lnTo>
                  <a:lnTo>
                    <a:pt x="42313" y="235097"/>
                  </a:lnTo>
                  <a:lnTo>
                    <a:pt x="70738" y="264889"/>
                  </a:lnTo>
                  <a:lnTo>
                    <a:pt x="75103" y="268740"/>
                  </a:lnTo>
                  <a:lnTo>
                    <a:pt x="172106" y="168086"/>
                  </a:lnTo>
                  <a:lnTo>
                    <a:pt x="229826" y="114887"/>
                  </a:lnTo>
                  <a:lnTo>
                    <a:pt x="271109" y="91462"/>
                  </a:lnTo>
                  <a:lnTo>
                    <a:pt x="318803" y="80128"/>
                  </a:lnTo>
                  <a:lnTo>
                    <a:pt x="362966" y="74712"/>
                  </a:lnTo>
                  <a:lnTo>
                    <a:pt x="431901" y="70099"/>
                  </a:lnTo>
                  <a:lnTo>
                    <a:pt x="474421" y="68093"/>
                  </a:lnTo>
                  <a:lnTo>
                    <a:pt x="521647" y="66288"/>
                  </a:lnTo>
                  <a:lnTo>
                    <a:pt x="573084" y="64683"/>
                  </a:lnTo>
                  <a:lnTo>
                    <a:pt x="628238" y="63279"/>
                  </a:lnTo>
                  <a:lnTo>
                    <a:pt x="686612" y="62076"/>
                  </a:lnTo>
                  <a:lnTo>
                    <a:pt x="747711" y="61073"/>
                  </a:lnTo>
                  <a:lnTo>
                    <a:pt x="811039" y="60271"/>
                  </a:lnTo>
                  <a:lnTo>
                    <a:pt x="876102" y="59669"/>
                  </a:lnTo>
                  <a:lnTo>
                    <a:pt x="1009447" y="59067"/>
                  </a:lnTo>
                  <a:lnTo>
                    <a:pt x="1143784" y="59268"/>
                  </a:lnTo>
                  <a:lnTo>
                    <a:pt x="1210085" y="59669"/>
                  </a:lnTo>
                  <a:lnTo>
                    <a:pt x="1275147" y="60271"/>
                  </a:lnTo>
                  <a:lnTo>
                    <a:pt x="1338475" y="61073"/>
                  </a:lnTo>
                  <a:lnTo>
                    <a:pt x="1399574" y="62076"/>
                  </a:lnTo>
                  <a:lnTo>
                    <a:pt x="1457947" y="63279"/>
                  </a:lnTo>
                  <a:lnTo>
                    <a:pt x="1513100" y="64683"/>
                  </a:lnTo>
                  <a:lnTo>
                    <a:pt x="1564537" y="66288"/>
                  </a:lnTo>
                  <a:lnTo>
                    <a:pt x="1611763" y="68093"/>
                  </a:lnTo>
                  <a:lnTo>
                    <a:pt x="1654281" y="70099"/>
                  </a:lnTo>
                  <a:lnTo>
                    <a:pt x="1723215" y="74712"/>
                  </a:lnTo>
                  <a:lnTo>
                    <a:pt x="1767376" y="80128"/>
                  </a:lnTo>
                  <a:lnTo>
                    <a:pt x="1838368" y="115889"/>
                  </a:lnTo>
                  <a:lnTo>
                    <a:pt x="1918483" y="180025"/>
                  </a:lnTo>
                  <a:lnTo>
                    <a:pt x="1983969" y="241366"/>
                  </a:lnTo>
                  <a:lnTo>
                    <a:pt x="2011076" y="268740"/>
                  </a:lnTo>
                  <a:lnTo>
                    <a:pt x="2026079" y="256099"/>
                  </a:lnTo>
                  <a:lnTo>
                    <a:pt x="2063598" y="209831"/>
                  </a:lnTo>
                  <a:lnTo>
                    <a:pt x="2082241" y="164450"/>
                  </a:lnTo>
                  <a:lnTo>
                    <a:pt x="2081618" y="151989"/>
                  </a:lnTo>
                  <a:lnTo>
                    <a:pt x="2080403" y="147623"/>
                  </a:lnTo>
                  <a:lnTo>
                    <a:pt x="1961343" y="96885"/>
                  </a:lnTo>
                  <a:lnTo>
                    <a:pt x="1892113" y="67117"/>
                  </a:lnTo>
                  <a:lnTo>
                    <a:pt x="1846125" y="46746"/>
                  </a:lnTo>
                  <a:lnTo>
                    <a:pt x="1796789" y="24203"/>
                  </a:lnTo>
                  <a:lnTo>
                    <a:pt x="1785530" y="21083"/>
                  </a:lnTo>
                  <a:lnTo>
                    <a:pt x="1739390" y="15490"/>
                  </a:lnTo>
                  <a:lnTo>
                    <a:pt x="1665594" y="10757"/>
                  </a:lnTo>
                  <a:lnTo>
                    <a:pt x="1619765" y="8713"/>
                  </a:lnTo>
                  <a:lnTo>
                    <a:pt x="1568750" y="6884"/>
                  </a:lnTo>
                  <a:lnTo>
                    <a:pt x="1513126" y="5270"/>
                  </a:lnTo>
                  <a:lnTo>
                    <a:pt x="1453469" y="3872"/>
                  </a:lnTo>
                  <a:lnTo>
                    <a:pt x="1390355" y="2689"/>
                  </a:lnTo>
                  <a:lnTo>
                    <a:pt x="1324359" y="1721"/>
                  </a:lnTo>
                  <a:lnTo>
                    <a:pt x="1256060" y="968"/>
                  </a:lnTo>
                  <a:lnTo>
                    <a:pt x="1186031" y="430"/>
                  </a:lnTo>
                  <a:lnTo>
                    <a:pt x="1114850" y="107"/>
                  </a:lnTo>
                  <a:lnTo>
                    <a:pt x="1043093" y="0"/>
                  </a:lnTo>
                  <a:close/>
                </a:path>
              </a:pathLst>
            </a:custGeom>
            <a:solidFill>
              <a:srgbClr val="AD3C2B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3" name="object 33" descr=""/>
          <p:cNvGrpSpPr/>
          <p:nvPr/>
        </p:nvGrpSpPr>
        <p:grpSpPr>
          <a:xfrm>
            <a:off x="1209941" y="7892197"/>
            <a:ext cx="2082800" cy="361315"/>
            <a:chOff x="1209941" y="7892197"/>
            <a:chExt cx="2082800" cy="361315"/>
          </a:xfrm>
        </p:grpSpPr>
        <p:sp>
          <p:nvSpPr>
            <p:cNvPr id="34" name="object 34" descr=""/>
            <p:cNvSpPr/>
            <p:nvPr/>
          </p:nvSpPr>
          <p:spPr>
            <a:xfrm>
              <a:off x="1209941" y="7892197"/>
              <a:ext cx="2082800" cy="269240"/>
            </a:xfrm>
            <a:custGeom>
              <a:avLst/>
              <a:gdLst/>
              <a:ahLst/>
              <a:cxnLst/>
              <a:rect l="l" t="t" r="r" b="b"/>
              <a:pathLst>
                <a:path w="2082800" h="269240">
                  <a:moveTo>
                    <a:pt x="2011076" y="0"/>
                  </a:moveTo>
                  <a:lnTo>
                    <a:pt x="1983969" y="27373"/>
                  </a:lnTo>
                  <a:lnTo>
                    <a:pt x="1918483" y="88714"/>
                  </a:lnTo>
                  <a:lnTo>
                    <a:pt x="1838368" y="152851"/>
                  </a:lnTo>
                  <a:lnTo>
                    <a:pt x="1767376" y="188612"/>
                  </a:lnTo>
                  <a:lnTo>
                    <a:pt x="1723215" y="194027"/>
                  </a:lnTo>
                  <a:lnTo>
                    <a:pt x="1654281" y="198640"/>
                  </a:lnTo>
                  <a:lnTo>
                    <a:pt x="1611763" y="200646"/>
                  </a:lnTo>
                  <a:lnTo>
                    <a:pt x="1564537" y="202451"/>
                  </a:lnTo>
                  <a:lnTo>
                    <a:pt x="1513100" y="204056"/>
                  </a:lnTo>
                  <a:lnTo>
                    <a:pt x="1457947" y="205460"/>
                  </a:lnTo>
                  <a:lnTo>
                    <a:pt x="1399574" y="206664"/>
                  </a:lnTo>
                  <a:lnTo>
                    <a:pt x="1338475" y="207666"/>
                  </a:lnTo>
                  <a:lnTo>
                    <a:pt x="1275147" y="208469"/>
                  </a:lnTo>
                  <a:lnTo>
                    <a:pt x="1210085" y="209070"/>
                  </a:lnTo>
                  <a:lnTo>
                    <a:pt x="1143784" y="209472"/>
                  </a:lnTo>
                  <a:lnTo>
                    <a:pt x="1009447" y="209672"/>
                  </a:lnTo>
                  <a:lnTo>
                    <a:pt x="876102" y="209070"/>
                  </a:lnTo>
                  <a:lnTo>
                    <a:pt x="811039" y="208469"/>
                  </a:lnTo>
                  <a:lnTo>
                    <a:pt x="747711" y="207666"/>
                  </a:lnTo>
                  <a:lnTo>
                    <a:pt x="686612" y="206664"/>
                  </a:lnTo>
                  <a:lnTo>
                    <a:pt x="628238" y="205460"/>
                  </a:lnTo>
                  <a:lnTo>
                    <a:pt x="573084" y="204056"/>
                  </a:lnTo>
                  <a:lnTo>
                    <a:pt x="521647" y="202451"/>
                  </a:lnTo>
                  <a:lnTo>
                    <a:pt x="474421" y="200646"/>
                  </a:lnTo>
                  <a:lnTo>
                    <a:pt x="431901" y="198640"/>
                  </a:lnTo>
                  <a:lnTo>
                    <a:pt x="362966" y="194027"/>
                  </a:lnTo>
                  <a:lnTo>
                    <a:pt x="318803" y="188612"/>
                  </a:lnTo>
                  <a:lnTo>
                    <a:pt x="271109" y="177277"/>
                  </a:lnTo>
                  <a:lnTo>
                    <a:pt x="229826" y="153852"/>
                  </a:lnTo>
                  <a:lnTo>
                    <a:pt x="172106" y="100654"/>
                  </a:lnTo>
                  <a:lnTo>
                    <a:pt x="75103" y="0"/>
                  </a:lnTo>
                  <a:lnTo>
                    <a:pt x="70738" y="3850"/>
                  </a:lnTo>
                  <a:lnTo>
                    <a:pt x="42313" y="33642"/>
                  </a:lnTo>
                  <a:lnTo>
                    <a:pt x="6958" y="81296"/>
                  </a:lnTo>
                  <a:lnTo>
                    <a:pt x="0" y="95239"/>
                  </a:lnTo>
                  <a:lnTo>
                    <a:pt x="131" y="106568"/>
                  </a:lnTo>
                  <a:lnTo>
                    <a:pt x="5776" y="121116"/>
                  </a:lnTo>
                  <a:lnTo>
                    <a:pt x="117646" y="169083"/>
                  </a:lnTo>
                  <a:lnTo>
                    <a:pt x="211397" y="209791"/>
                  </a:lnTo>
                  <a:lnTo>
                    <a:pt x="289390" y="244537"/>
                  </a:lnTo>
                  <a:lnTo>
                    <a:pt x="346792" y="253250"/>
                  </a:lnTo>
                  <a:lnTo>
                    <a:pt x="420590" y="257983"/>
                  </a:lnTo>
                  <a:lnTo>
                    <a:pt x="466419" y="260027"/>
                  </a:lnTo>
                  <a:lnTo>
                    <a:pt x="517434" y="261855"/>
                  </a:lnTo>
                  <a:lnTo>
                    <a:pt x="573059" y="263469"/>
                  </a:lnTo>
                  <a:lnTo>
                    <a:pt x="632717" y="264867"/>
                  </a:lnTo>
                  <a:lnTo>
                    <a:pt x="695831" y="266051"/>
                  </a:lnTo>
                  <a:lnTo>
                    <a:pt x="761827" y="267019"/>
                  </a:lnTo>
                  <a:lnTo>
                    <a:pt x="830127" y="267772"/>
                  </a:lnTo>
                  <a:lnTo>
                    <a:pt x="900155" y="268310"/>
                  </a:lnTo>
                  <a:lnTo>
                    <a:pt x="971336" y="268632"/>
                  </a:lnTo>
                  <a:lnTo>
                    <a:pt x="1043093" y="268740"/>
                  </a:lnTo>
                  <a:lnTo>
                    <a:pt x="1114850" y="268632"/>
                  </a:lnTo>
                  <a:lnTo>
                    <a:pt x="1186031" y="268310"/>
                  </a:lnTo>
                  <a:lnTo>
                    <a:pt x="1256060" y="267772"/>
                  </a:lnTo>
                  <a:lnTo>
                    <a:pt x="1324359" y="267019"/>
                  </a:lnTo>
                  <a:lnTo>
                    <a:pt x="1390355" y="266051"/>
                  </a:lnTo>
                  <a:lnTo>
                    <a:pt x="1453469" y="264867"/>
                  </a:lnTo>
                  <a:lnTo>
                    <a:pt x="1513126" y="263469"/>
                  </a:lnTo>
                  <a:lnTo>
                    <a:pt x="1568750" y="261855"/>
                  </a:lnTo>
                  <a:lnTo>
                    <a:pt x="1619765" y="260027"/>
                  </a:lnTo>
                  <a:lnTo>
                    <a:pt x="1665594" y="257983"/>
                  </a:lnTo>
                  <a:lnTo>
                    <a:pt x="1705661" y="255724"/>
                  </a:lnTo>
                  <a:lnTo>
                    <a:pt x="1766205" y="250561"/>
                  </a:lnTo>
                  <a:lnTo>
                    <a:pt x="1846125" y="221994"/>
                  </a:lnTo>
                  <a:lnTo>
                    <a:pt x="1892113" y="201623"/>
                  </a:lnTo>
                  <a:lnTo>
                    <a:pt x="1961343" y="171854"/>
                  </a:lnTo>
                  <a:lnTo>
                    <a:pt x="2080403" y="121116"/>
                  </a:lnTo>
                  <a:lnTo>
                    <a:pt x="2081618" y="116750"/>
                  </a:lnTo>
                  <a:lnTo>
                    <a:pt x="2063598" y="58909"/>
                  </a:lnTo>
                  <a:lnTo>
                    <a:pt x="2036551" y="22991"/>
                  </a:lnTo>
                  <a:lnTo>
                    <a:pt x="2026079" y="12641"/>
                  </a:lnTo>
                  <a:lnTo>
                    <a:pt x="2011076" y="0"/>
                  </a:lnTo>
                  <a:close/>
                </a:path>
              </a:pathLst>
            </a:custGeom>
            <a:solidFill>
              <a:srgbClr val="AD3C2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1712480" y="8160048"/>
              <a:ext cx="1066165" cy="93980"/>
            </a:xfrm>
            <a:custGeom>
              <a:avLst/>
              <a:gdLst/>
              <a:ahLst/>
              <a:cxnLst/>
              <a:rect l="l" t="t" r="r" b="b"/>
              <a:pathLst>
                <a:path w="1066164" h="93979">
                  <a:moveTo>
                    <a:pt x="159258" y="0"/>
                  </a:moveTo>
                  <a:lnTo>
                    <a:pt x="0" y="0"/>
                  </a:lnTo>
                  <a:lnTo>
                    <a:pt x="0" y="92544"/>
                  </a:lnTo>
                  <a:lnTo>
                    <a:pt x="159258" y="92544"/>
                  </a:lnTo>
                  <a:lnTo>
                    <a:pt x="159258" y="0"/>
                  </a:lnTo>
                  <a:close/>
                </a:path>
                <a:path w="1066164" h="93979">
                  <a:moveTo>
                    <a:pt x="625373" y="825"/>
                  </a:moveTo>
                  <a:lnTo>
                    <a:pt x="466115" y="825"/>
                  </a:lnTo>
                  <a:lnTo>
                    <a:pt x="466115" y="93370"/>
                  </a:lnTo>
                  <a:lnTo>
                    <a:pt x="625373" y="93370"/>
                  </a:lnTo>
                  <a:lnTo>
                    <a:pt x="625373" y="825"/>
                  </a:lnTo>
                  <a:close/>
                </a:path>
                <a:path w="1066164" h="93979">
                  <a:moveTo>
                    <a:pt x="1065898" y="825"/>
                  </a:moveTo>
                  <a:lnTo>
                    <a:pt x="906653" y="825"/>
                  </a:lnTo>
                  <a:lnTo>
                    <a:pt x="906653" y="93370"/>
                  </a:lnTo>
                  <a:lnTo>
                    <a:pt x="1065898" y="93370"/>
                  </a:lnTo>
                  <a:lnTo>
                    <a:pt x="1065898" y="825"/>
                  </a:lnTo>
                  <a:close/>
                </a:path>
              </a:pathLst>
            </a:custGeom>
            <a:solidFill>
              <a:srgbClr val="227B4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6" name="object 36" descr=""/>
          <p:cNvSpPr/>
          <p:nvPr/>
        </p:nvSpPr>
        <p:spPr>
          <a:xfrm>
            <a:off x="1258785" y="9753847"/>
            <a:ext cx="1996439" cy="348615"/>
          </a:xfrm>
          <a:custGeom>
            <a:avLst/>
            <a:gdLst/>
            <a:ahLst/>
            <a:cxnLst/>
            <a:rect l="l" t="t" r="r" b="b"/>
            <a:pathLst>
              <a:path w="1996439" h="348615">
                <a:moveTo>
                  <a:pt x="1812404" y="0"/>
                </a:moveTo>
                <a:lnTo>
                  <a:pt x="1772081" y="26962"/>
                </a:lnTo>
                <a:lnTo>
                  <a:pt x="1721345" y="45021"/>
                </a:lnTo>
                <a:lnTo>
                  <a:pt x="1626603" y="62331"/>
                </a:lnTo>
                <a:lnTo>
                  <a:pt x="1454289" y="87071"/>
                </a:lnTo>
                <a:lnTo>
                  <a:pt x="1033005" y="124841"/>
                </a:lnTo>
                <a:lnTo>
                  <a:pt x="618680" y="136093"/>
                </a:lnTo>
                <a:lnTo>
                  <a:pt x="302920" y="133527"/>
                </a:lnTo>
                <a:lnTo>
                  <a:pt x="177304" y="129844"/>
                </a:lnTo>
                <a:lnTo>
                  <a:pt x="177304" y="174129"/>
                </a:lnTo>
                <a:lnTo>
                  <a:pt x="1812404" y="174129"/>
                </a:lnTo>
                <a:lnTo>
                  <a:pt x="1812404" y="0"/>
                </a:lnTo>
                <a:close/>
              </a:path>
              <a:path w="1996439" h="348615">
                <a:moveTo>
                  <a:pt x="1995830" y="174142"/>
                </a:moveTo>
                <a:lnTo>
                  <a:pt x="1946617" y="201091"/>
                </a:lnTo>
                <a:lnTo>
                  <a:pt x="1884692" y="219151"/>
                </a:lnTo>
                <a:lnTo>
                  <a:pt x="1769046" y="236474"/>
                </a:lnTo>
                <a:lnTo>
                  <a:pt x="1558734" y="261200"/>
                </a:lnTo>
                <a:lnTo>
                  <a:pt x="1044486" y="298983"/>
                </a:lnTo>
                <a:lnTo>
                  <a:pt x="538746" y="310222"/>
                </a:lnTo>
                <a:lnTo>
                  <a:pt x="153327" y="307657"/>
                </a:lnTo>
                <a:lnTo>
                  <a:pt x="0" y="303974"/>
                </a:lnTo>
                <a:lnTo>
                  <a:pt x="0" y="348272"/>
                </a:lnTo>
                <a:lnTo>
                  <a:pt x="1995830" y="348272"/>
                </a:lnTo>
                <a:lnTo>
                  <a:pt x="1995830" y="174142"/>
                </a:lnTo>
                <a:close/>
              </a:path>
            </a:pathLst>
          </a:custGeom>
          <a:solidFill>
            <a:srgbClr val="CE9E6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7" name="object 37" descr=""/>
          <p:cNvGrpSpPr/>
          <p:nvPr/>
        </p:nvGrpSpPr>
        <p:grpSpPr>
          <a:xfrm>
            <a:off x="1135229" y="3525683"/>
            <a:ext cx="116839" cy="393065"/>
            <a:chOff x="1135229" y="3525683"/>
            <a:chExt cx="116839" cy="393065"/>
          </a:xfrm>
        </p:grpSpPr>
        <p:sp>
          <p:nvSpPr>
            <p:cNvPr id="38" name="object 38" descr=""/>
            <p:cNvSpPr/>
            <p:nvPr/>
          </p:nvSpPr>
          <p:spPr>
            <a:xfrm>
              <a:off x="1135227" y="3612813"/>
              <a:ext cx="116839" cy="306070"/>
            </a:xfrm>
            <a:custGeom>
              <a:avLst/>
              <a:gdLst/>
              <a:ahLst/>
              <a:cxnLst/>
              <a:rect l="l" t="t" r="r" b="b"/>
              <a:pathLst>
                <a:path w="116840" h="306070">
                  <a:moveTo>
                    <a:pt x="116814" y="84302"/>
                  </a:moveTo>
                  <a:lnTo>
                    <a:pt x="112229" y="51485"/>
                  </a:lnTo>
                  <a:lnTo>
                    <a:pt x="99707" y="24688"/>
                  </a:lnTo>
                  <a:lnTo>
                    <a:pt x="81140" y="6616"/>
                  </a:lnTo>
                  <a:lnTo>
                    <a:pt x="58407" y="0"/>
                  </a:lnTo>
                  <a:lnTo>
                    <a:pt x="35674" y="6616"/>
                  </a:lnTo>
                  <a:lnTo>
                    <a:pt x="17106" y="24688"/>
                  </a:lnTo>
                  <a:lnTo>
                    <a:pt x="4584" y="51485"/>
                  </a:lnTo>
                  <a:lnTo>
                    <a:pt x="0" y="84302"/>
                  </a:lnTo>
                  <a:lnTo>
                    <a:pt x="4584" y="117119"/>
                  </a:lnTo>
                  <a:lnTo>
                    <a:pt x="17106" y="143929"/>
                  </a:lnTo>
                  <a:lnTo>
                    <a:pt x="35674" y="161988"/>
                  </a:lnTo>
                  <a:lnTo>
                    <a:pt x="48641" y="165773"/>
                  </a:lnTo>
                  <a:lnTo>
                    <a:pt x="49060" y="178396"/>
                  </a:lnTo>
                  <a:lnTo>
                    <a:pt x="49669" y="182499"/>
                  </a:lnTo>
                  <a:lnTo>
                    <a:pt x="47472" y="182918"/>
                  </a:lnTo>
                  <a:lnTo>
                    <a:pt x="37896" y="189090"/>
                  </a:lnTo>
                  <a:lnTo>
                    <a:pt x="31203" y="198818"/>
                  </a:lnTo>
                  <a:lnTo>
                    <a:pt x="28790" y="210375"/>
                  </a:lnTo>
                  <a:lnTo>
                    <a:pt x="30924" y="221576"/>
                  </a:lnTo>
                  <a:lnTo>
                    <a:pt x="37109" y="231152"/>
                  </a:lnTo>
                  <a:lnTo>
                    <a:pt x="46837" y="237858"/>
                  </a:lnTo>
                  <a:lnTo>
                    <a:pt x="57670" y="240118"/>
                  </a:lnTo>
                  <a:lnTo>
                    <a:pt x="57721" y="240487"/>
                  </a:lnTo>
                  <a:lnTo>
                    <a:pt x="60617" y="262445"/>
                  </a:lnTo>
                  <a:lnTo>
                    <a:pt x="62826" y="284416"/>
                  </a:lnTo>
                  <a:lnTo>
                    <a:pt x="63322" y="305943"/>
                  </a:lnTo>
                  <a:lnTo>
                    <a:pt x="65608" y="238887"/>
                  </a:lnTo>
                  <a:lnTo>
                    <a:pt x="69583" y="238125"/>
                  </a:lnTo>
                  <a:lnTo>
                    <a:pt x="79171" y="231940"/>
                  </a:lnTo>
                  <a:lnTo>
                    <a:pt x="85864" y="222224"/>
                  </a:lnTo>
                  <a:lnTo>
                    <a:pt x="88277" y="210654"/>
                  </a:lnTo>
                  <a:lnTo>
                    <a:pt x="86131" y="199466"/>
                  </a:lnTo>
                  <a:lnTo>
                    <a:pt x="79959" y="189890"/>
                  </a:lnTo>
                  <a:lnTo>
                    <a:pt x="70231" y="183184"/>
                  </a:lnTo>
                  <a:lnTo>
                    <a:pt x="67525" y="182626"/>
                  </a:lnTo>
                  <a:lnTo>
                    <a:pt x="68097" y="165798"/>
                  </a:lnTo>
                  <a:lnTo>
                    <a:pt x="81140" y="161988"/>
                  </a:lnTo>
                  <a:lnTo>
                    <a:pt x="99707" y="143929"/>
                  </a:lnTo>
                  <a:lnTo>
                    <a:pt x="112229" y="117119"/>
                  </a:lnTo>
                  <a:lnTo>
                    <a:pt x="116814" y="84302"/>
                  </a:lnTo>
                  <a:close/>
                </a:path>
              </a:pathLst>
            </a:custGeom>
            <a:solidFill>
              <a:srgbClr val="EEB54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1164272" y="3616089"/>
              <a:ext cx="88265" cy="238125"/>
            </a:xfrm>
            <a:custGeom>
              <a:avLst/>
              <a:gdLst/>
              <a:ahLst/>
              <a:cxnLst/>
              <a:rect l="l" t="t" r="r" b="b"/>
              <a:pathLst>
                <a:path w="88265" h="238125">
                  <a:moveTo>
                    <a:pt x="59232" y="208013"/>
                  </a:moveTo>
                  <a:lnTo>
                    <a:pt x="36372" y="178968"/>
                  </a:lnTo>
                  <a:lnTo>
                    <a:pt x="41097" y="185902"/>
                  </a:lnTo>
                  <a:lnTo>
                    <a:pt x="43713" y="193827"/>
                  </a:lnTo>
                  <a:lnTo>
                    <a:pt x="17919" y="228523"/>
                  </a:lnTo>
                  <a:lnTo>
                    <a:pt x="7556" y="227914"/>
                  </a:lnTo>
                  <a:lnTo>
                    <a:pt x="10337" y="230949"/>
                  </a:lnTo>
                  <a:lnTo>
                    <a:pt x="13754" y="233476"/>
                  </a:lnTo>
                  <a:lnTo>
                    <a:pt x="17792" y="235204"/>
                  </a:lnTo>
                  <a:lnTo>
                    <a:pt x="29349" y="237604"/>
                  </a:lnTo>
                  <a:lnTo>
                    <a:pt x="40538" y="235470"/>
                  </a:lnTo>
                  <a:lnTo>
                    <a:pt x="50126" y="229285"/>
                  </a:lnTo>
                  <a:lnTo>
                    <a:pt x="56819" y="219570"/>
                  </a:lnTo>
                  <a:lnTo>
                    <a:pt x="59232" y="208013"/>
                  </a:lnTo>
                  <a:close/>
                </a:path>
                <a:path w="88265" h="238125">
                  <a:moveTo>
                    <a:pt x="87769" y="81661"/>
                  </a:moveTo>
                  <a:lnTo>
                    <a:pt x="84442" y="53568"/>
                  </a:lnTo>
                  <a:lnTo>
                    <a:pt x="75222" y="29502"/>
                  </a:lnTo>
                  <a:lnTo>
                    <a:pt x="61252" y="11112"/>
                  </a:lnTo>
                  <a:lnTo>
                    <a:pt x="43675" y="0"/>
                  </a:lnTo>
                  <a:lnTo>
                    <a:pt x="55537" y="13169"/>
                  </a:lnTo>
                  <a:lnTo>
                    <a:pt x="64706" y="30226"/>
                  </a:lnTo>
                  <a:lnTo>
                    <a:pt x="70624" y="50368"/>
                  </a:lnTo>
                  <a:lnTo>
                    <a:pt x="72720" y="72809"/>
                  </a:lnTo>
                  <a:lnTo>
                    <a:pt x="68135" y="105625"/>
                  </a:lnTo>
                  <a:lnTo>
                    <a:pt x="55613" y="132422"/>
                  </a:lnTo>
                  <a:lnTo>
                    <a:pt x="37058" y="150482"/>
                  </a:lnTo>
                  <a:lnTo>
                    <a:pt x="14312" y="157111"/>
                  </a:lnTo>
                  <a:lnTo>
                    <a:pt x="9359" y="157111"/>
                  </a:lnTo>
                  <a:lnTo>
                    <a:pt x="4584" y="156121"/>
                  </a:lnTo>
                  <a:lnTo>
                    <a:pt x="0" y="154444"/>
                  </a:lnTo>
                  <a:lnTo>
                    <a:pt x="6718" y="159321"/>
                  </a:lnTo>
                  <a:lnTo>
                    <a:pt x="13893" y="162941"/>
                  </a:lnTo>
                  <a:lnTo>
                    <a:pt x="21463" y="165188"/>
                  </a:lnTo>
                  <a:lnTo>
                    <a:pt x="29362" y="165963"/>
                  </a:lnTo>
                  <a:lnTo>
                    <a:pt x="52095" y="159346"/>
                  </a:lnTo>
                  <a:lnTo>
                    <a:pt x="70662" y="141274"/>
                  </a:lnTo>
                  <a:lnTo>
                    <a:pt x="83185" y="114477"/>
                  </a:lnTo>
                  <a:lnTo>
                    <a:pt x="87769" y="81661"/>
                  </a:lnTo>
                  <a:close/>
                </a:path>
              </a:pathLst>
            </a:custGeom>
            <a:solidFill>
              <a:srgbClr val="D79F3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1147325" y="3634160"/>
              <a:ext cx="34290" cy="94615"/>
            </a:xfrm>
            <a:custGeom>
              <a:avLst/>
              <a:gdLst/>
              <a:ahLst/>
              <a:cxnLst/>
              <a:rect l="l" t="t" r="r" b="b"/>
              <a:pathLst>
                <a:path w="34290" h="94614">
                  <a:moveTo>
                    <a:pt x="24328" y="0"/>
                  </a:moveTo>
                  <a:lnTo>
                    <a:pt x="1560" y="40164"/>
                  </a:lnTo>
                  <a:lnTo>
                    <a:pt x="0" y="56377"/>
                  </a:lnTo>
                  <a:lnTo>
                    <a:pt x="1715" y="72329"/>
                  </a:lnTo>
                  <a:lnTo>
                    <a:pt x="7302" y="87294"/>
                  </a:lnTo>
                  <a:lnTo>
                    <a:pt x="9029" y="90466"/>
                  </a:lnTo>
                  <a:lnTo>
                    <a:pt x="11626" y="93807"/>
                  </a:lnTo>
                  <a:lnTo>
                    <a:pt x="18307" y="93995"/>
                  </a:lnTo>
                  <a:lnTo>
                    <a:pt x="20987" y="91545"/>
                  </a:lnTo>
                  <a:lnTo>
                    <a:pt x="23270" y="85838"/>
                  </a:lnTo>
                  <a:lnTo>
                    <a:pt x="23050" y="79598"/>
                  </a:lnTo>
                  <a:lnTo>
                    <a:pt x="21762" y="59645"/>
                  </a:lnTo>
                  <a:lnTo>
                    <a:pt x="21357" y="49668"/>
                  </a:lnTo>
                  <a:lnTo>
                    <a:pt x="28829" y="11186"/>
                  </a:lnTo>
                  <a:lnTo>
                    <a:pt x="33908" y="2584"/>
                  </a:lnTo>
                  <a:lnTo>
                    <a:pt x="24328" y="0"/>
                  </a:lnTo>
                  <a:close/>
                </a:path>
              </a:pathLst>
            </a:custGeom>
            <a:solidFill>
              <a:srgbClr val="FFFFFF">
                <a:alpha val="47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1160475" y="3525691"/>
              <a:ext cx="63500" cy="100330"/>
            </a:xfrm>
            <a:custGeom>
              <a:avLst/>
              <a:gdLst/>
              <a:ahLst/>
              <a:cxnLst/>
              <a:rect l="l" t="t" r="r" b="b"/>
              <a:pathLst>
                <a:path w="63500" h="100329">
                  <a:moveTo>
                    <a:pt x="63030" y="83591"/>
                  </a:moveTo>
                  <a:lnTo>
                    <a:pt x="34163" y="83591"/>
                  </a:lnTo>
                  <a:lnTo>
                    <a:pt x="34163" y="0"/>
                  </a:lnTo>
                  <a:lnTo>
                    <a:pt x="28867" y="0"/>
                  </a:lnTo>
                  <a:lnTo>
                    <a:pt x="28867" y="83591"/>
                  </a:lnTo>
                  <a:lnTo>
                    <a:pt x="0" y="83591"/>
                  </a:lnTo>
                  <a:lnTo>
                    <a:pt x="0" y="99707"/>
                  </a:lnTo>
                  <a:lnTo>
                    <a:pt x="63030" y="99707"/>
                  </a:lnTo>
                  <a:lnTo>
                    <a:pt x="63030" y="83591"/>
                  </a:lnTo>
                  <a:close/>
                </a:path>
              </a:pathLst>
            </a:custGeom>
            <a:solidFill>
              <a:srgbClr val="AD3C2B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2" name="object 42" descr=""/>
          <p:cNvGrpSpPr/>
          <p:nvPr/>
        </p:nvGrpSpPr>
        <p:grpSpPr>
          <a:xfrm>
            <a:off x="3182402" y="3550478"/>
            <a:ext cx="116839" cy="393700"/>
            <a:chOff x="3182402" y="3550478"/>
            <a:chExt cx="116839" cy="393700"/>
          </a:xfrm>
        </p:grpSpPr>
        <p:sp>
          <p:nvSpPr>
            <p:cNvPr id="43" name="object 43" descr=""/>
            <p:cNvSpPr/>
            <p:nvPr/>
          </p:nvSpPr>
          <p:spPr>
            <a:xfrm>
              <a:off x="3182391" y="3637603"/>
              <a:ext cx="116839" cy="306070"/>
            </a:xfrm>
            <a:custGeom>
              <a:avLst/>
              <a:gdLst/>
              <a:ahLst/>
              <a:cxnLst/>
              <a:rect l="l" t="t" r="r" b="b"/>
              <a:pathLst>
                <a:path w="116839" h="306070">
                  <a:moveTo>
                    <a:pt x="116827" y="84315"/>
                  </a:moveTo>
                  <a:lnTo>
                    <a:pt x="112242" y="51498"/>
                  </a:lnTo>
                  <a:lnTo>
                    <a:pt x="99720" y="24701"/>
                  </a:lnTo>
                  <a:lnTo>
                    <a:pt x="81153" y="6629"/>
                  </a:lnTo>
                  <a:lnTo>
                    <a:pt x="58420" y="0"/>
                  </a:lnTo>
                  <a:lnTo>
                    <a:pt x="35687" y="6629"/>
                  </a:lnTo>
                  <a:lnTo>
                    <a:pt x="17119" y="24701"/>
                  </a:lnTo>
                  <a:lnTo>
                    <a:pt x="4597" y="51498"/>
                  </a:lnTo>
                  <a:lnTo>
                    <a:pt x="0" y="84315"/>
                  </a:lnTo>
                  <a:lnTo>
                    <a:pt x="4597" y="117132"/>
                  </a:lnTo>
                  <a:lnTo>
                    <a:pt x="17119" y="143929"/>
                  </a:lnTo>
                  <a:lnTo>
                    <a:pt x="35687" y="162001"/>
                  </a:lnTo>
                  <a:lnTo>
                    <a:pt x="48653" y="165785"/>
                  </a:lnTo>
                  <a:lnTo>
                    <a:pt x="49072" y="178409"/>
                  </a:lnTo>
                  <a:lnTo>
                    <a:pt x="49682" y="182511"/>
                  </a:lnTo>
                  <a:lnTo>
                    <a:pt x="47485" y="182930"/>
                  </a:lnTo>
                  <a:lnTo>
                    <a:pt x="37909" y="189103"/>
                  </a:lnTo>
                  <a:lnTo>
                    <a:pt x="31203" y="198831"/>
                  </a:lnTo>
                  <a:lnTo>
                    <a:pt x="28803" y="210388"/>
                  </a:lnTo>
                  <a:lnTo>
                    <a:pt x="30937" y="221589"/>
                  </a:lnTo>
                  <a:lnTo>
                    <a:pt x="37122" y="231165"/>
                  </a:lnTo>
                  <a:lnTo>
                    <a:pt x="46837" y="237858"/>
                  </a:lnTo>
                  <a:lnTo>
                    <a:pt x="57683" y="240131"/>
                  </a:lnTo>
                  <a:lnTo>
                    <a:pt x="57734" y="240499"/>
                  </a:lnTo>
                  <a:lnTo>
                    <a:pt x="60617" y="262458"/>
                  </a:lnTo>
                  <a:lnTo>
                    <a:pt x="62839" y="284429"/>
                  </a:lnTo>
                  <a:lnTo>
                    <a:pt x="63334" y="305955"/>
                  </a:lnTo>
                  <a:lnTo>
                    <a:pt x="65620" y="238899"/>
                  </a:lnTo>
                  <a:lnTo>
                    <a:pt x="69596" y="238137"/>
                  </a:lnTo>
                  <a:lnTo>
                    <a:pt x="79171" y="231952"/>
                  </a:lnTo>
                  <a:lnTo>
                    <a:pt x="85877" y="222224"/>
                  </a:lnTo>
                  <a:lnTo>
                    <a:pt x="88277" y="210667"/>
                  </a:lnTo>
                  <a:lnTo>
                    <a:pt x="86144" y="199478"/>
                  </a:lnTo>
                  <a:lnTo>
                    <a:pt x="79959" y="189890"/>
                  </a:lnTo>
                  <a:lnTo>
                    <a:pt x="70243" y="183197"/>
                  </a:lnTo>
                  <a:lnTo>
                    <a:pt x="67538" y="182638"/>
                  </a:lnTo>
                  <a:lnTo>
                    <a:pt x="68110" y="165811"/>
                  </a:lnTo>
                  <a:lnTo>
                    <a:pt x="81153" y="162001"/>
                  </a:lnTo>
                  <a:lnTo>
                    <a:pt x="99720" y="143929"/>
                  </a:lnTo>
                  <a:lnTo>
                    <a:pt x="112242" y="117132"/>
                  </a:lnTo>
                  <a:lnTo>
                    <a:pt x="116827" y="84315"/>
                  </a:lnTo>
                  <a:close/>
                </a:path>
              </a:pathLst>
            </a:custGeom>
            <a:solidFill>
              <a:srgbClr val="EEB54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3211449" y="3640892"/>
              <a:ext cx="88265" cy="238125"/>
            </a:xfrm>
            <a:custGeom>
              <a:avLst/>
              <a:gdLst/>
              <a:ahLst/>
              <a:cxnLst/>
              <a:rect l="l" t="t" r="r" b="b"/>
              <a:pathLst>
                <a:path w="88264" h="238125">
                  <a:moveTo>
                    <a:pt x="59220" y="208000"/>
                  </a:moveTo>
                  <a:lnTo>
                    <a:pt x="36372" y="178968"/>
                  </a:lnTo>
                  <a:lnTo>
                    <a:pt x="41097" y="185889"/>
                  </a:lnTo>
                  <a:lnTo>
                    <a:pt x="43713" y="193827"/>
                  </a:lnTo>
                  <a:lnTo>
                    <a:pt x="17919" y="228523"/>
                  </a:lnTo>
                  <a:lnTo>
                    <a:pt x="7556" y="227914"/>
                  </a:lnTo>
                  <a:lnTo>
                    <a:pt x="10325" y="230949"/>
                  </a:lnTo>
                  <a:lnTo>
                    <a:pt x="13754" y="233476"/>
                  </a:lnTo>
                  <a:lnTo>
                    <a:pt x="17780" y="235204"/>
                  </a:lnTo>
                  <a:lnTo>
                    <a:pt x="29349" y="237604"/>
                  </a:lnTo>
                  <a:lnTo>
                    <a:pt x="40538" y="235470"/>
                  </a:lnTo>
                  <a:lnTo>
                    <a:pt x="50114" y="229285"/>
                  </a:lnTo>
                  <a:lnTo>
                    <a:pt x="56819" y="219570"/>
                  </a:lnTo>
                  <a:lnTo>
                    <a:pt x="59220" y="208000"/>
                  </a:lnTo>
                  <a:close/>
                </a:path>
                <a:path w="88264" h="238125">
                  <a:moveTo>
                    <a:pt x="87769" y="81661"/>
                  </a:moveTo>
                  <a:lnTo>
                    <a:pt x="84442" y="53568"/>
                  </a:lnTo>
                  <a:lnTo>
                    <a:pt x="75222" y="29502"/>
                  </a:lnTo>
                  <a:lnTo>
                    <a:pt x="61252" y="11112"/>
                  </a:lnTo>
                  <a:lnTo>
                    <a:pt x="43675" y="0"/>
                  </a:lnTo>
                  <a:lnTo>
                    <a:pt x="55537" y="13169"/>
                  </a:lnTo>
                  <a:lnTo>
                    <a:pt x="64719" y="30226"/>
                  </a:lnTo>
                  <a:lnTo>
                    <a:pt x="70637" y="50368"/>
                  </a:lnTo>
                  <a:lnTo>
                    <a:pt x="72732" y="72809"/>
                  </a:lnTo>
                  <a:lnTo>
                    <a:pt x="68135" y="105613"/>
                  </a:lnTo>
                  <a:lnTo>
                    <a:pt x="55626" y="132410"/>
                  </a:lnTo>
                  <a:lnTo>
                    <a:pt x="37045" y="150482"/>
                  </a:lnTo>
                  <a:lnTo>
                    <a:pt x="14312" y="157111"/>
                  </a:lnTo>
                  <a:lnTo>
                    <a:pt x="9359" y="157111"/>
                  </a:lnTo>
                  <a:lnTo>
                    <a:pt x="4584" y="156121"/>
                  </a:lnTo>
                  <a:lnTo>
                    <a:pt x="0" y="154457"/>
                  </a:lnTo>
                  <a:lnTo>
                    <a:pt x="6718" y="159321"/>
                  </a:lnTo>
                  <a:lnTo>
                    <a:pt x="13893" y="162941"/>
                  </a:lnTo>
                  <a:lnTo>
                    <a:pt x="21463" y="165188"/>
                  </a:lnTo>
                  <a:lnTo>
                    <a:pt x="29362" y="165963"/>
                  </a:lnTo>
                  <a:lnTo>
                    <a:pt x="52095" y="159346"/>
                  </a:lnTo>
                  <a:lnTo>
                    <a:pt x="70662" y="141274"/>
                  </a:lnTo>
                  <a:lnTo>
                    <a:pt x="83172" y="114477"/>
                  </a:lnTo>
                  <a:lnTo>
                    <a:pt x="87769" y="81661"/>
                  </a:lnTo>
                  <a:close/>
                </a:path>
              </a:pathLst>
            </a:custGeom>
            <a:solidFill>
              <a:srgbClr val="D79F3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3194501" y="3658961"/>
              <a:ext cx="34290" cy="94615"/>
            </a:xfrm>
            <a:custGeom>
              <a:avLst/>
              <a:gdLst/>
              <a:ahLst/>
              <a:cxnLst/>
              <a:rect l="l" t="t" r="r" b="b"/>
              <a:pathLst>
                <a:path w="34289" h="94614">
                  <a:moveTo>
                    <a:pt x="24327" y="0"/>
                  </a:moveTo>
                  <a:lnTo>
                    <a:pt x="1559" y="40164"/>
                  </a:lnTo>
                  <a:lnTo>
                    <a:pt x="0" y="56377"/>
                  </a:lnTo>
                  <a:lnTo>
                    <a:pt x="1718" y="72329"/>
                  </a:lnTo>
                  <a:lnTo>
                    <a:pt x="7311" y="87294"/>
                  </a:lnTo>
                  <a:lnTo>
                    <a:pt x="9028" y="90466"/>
                  </a:lnTo>
                  <a:lnTo>
                    <a:pt x="11625" y="93807"/>
                  </a:lnTo>
                  <a:lnTo>
                    <a:pt x="18305" y="93995"/>
                  </a:lnTo>
                  <a:lnTo>
                    <a:pt x="20986" y="91545"/>
                  </a:lnTo>
                  <a:lnTo>
                    <a:pt x="23268" y="85838"/>
                  </a:lnTo>
                  <a:lnTo>
                    <a:pt x="23049" y="79598"/>
                  </a:lnTo>
                  <a:lnTo>
                    <a:pt x="21761" y="59645"/>
                  </a:lnTo>
                  <a:lnTo>
                    <a:pt x="21355" y="49668"/>
                  </a:lnTo>
                  <a:lnTo>
                    <a:pt x="28828" y="11186"/>
                  </a:lnTo>
                  <a:lnTo>
                    <a:pt x="33907" y="2584"/>
                  </a:lnTo>
                  <a:lnTo>
                    <a:pt x="24327" y="0"/>
                  </a:lnTo>
                  <a:close/>
                </a:path>
              </a:pathLst>
            </a:custGeom>
            <a:solidFill>
              <a:srgbClr val="FFFFFF">
                <a:alpha val="47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3207639" y="3550481"/>
              <a:ext cx="63500" cy="100330"/>
            </a:xfrm>
            <a:custGeom>
              <a:avLst/>
              <a:gdLst/>
              <a:ahLst/>
              <a:cxnLst/>
              <a:rect l="l" t="t" r="r" b="b"/>
              <a:pathLst>
                <a:path w="63500" h="100329">
                  <a:moveTo>
                    <a:pt x="63042" y="83591"/>
                  </a:moveTo>
                  <a:lnTo>
                    <a:pt x="34175" y="83591"/>
                  </a:lnTo>
                  <a:lnTo>
                    <a:pt x="34175" y="0"/>
                  </a:lnTo>
                  <a:lnTo>
                    <a:pt x="28879" y="0"/>
                  </a:lnTo>
                  <a:lnTo>
                    <a:pt x="28879" y="83591"/>
                  </a:lnTo>
                  <a:lnTo>
                    <a:pt x="0" y="83591"/>
                  </a:lnTo>
                  <a:lnTo>
                    <a:pt x="0" y="99707"/>
                  </a:lnTo>
                  <a:lnTo>
                    <a:pt x="63042" y="99707"/>
                  </a:lnTo>
                  <a:lnTo>
                    <a:pt x="63042" y="83591"/>
                  </a:lnTo>
                  <a:close/>
                </a:path>
              </a:pathLst>
            </a:custGeom>
            <a:solidFill>
              <a:srgbClr val="AD3C2B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47" name="object 47" descr="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483122" y="2256198"/>
            <a:ext cx="129759" cy="165848"/>
          </a:xfrm>
          <a:prstGeom prst="rect">
            <a:avLst/>
          </a:prstGeom>
        </p:spPr>
      </p:pic>
      <p:pic>
        <p:nvPicPr>
          <p:cNvPr id="48" name="object 48" descr="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333555" y="2738575"/>
            <a:ext cx="129759" cy="165848"/>
          </a:xfrm>
          <a:prstGeom prst="rect">
            <a:avLst/>
          </a:prstGeom>
        </p:spPr>
      </p:pic>
      <p:pic>
        <p:nvPicPr>
          <p:cNvPr id="49" name="object 49" descr="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2833090" y="2256198"/>
            <a:ext cx="129759" cy="165848"/>
          </a:xfrm>
          <a:prstGeom prst="rect">
            <a:avLst/>
          </a:prstGeom>
        </p:spPr>
      </p:pic>
      <p:pic>
        <p:nvPicPr>
          <p:cNvPr id="50" name="object 50" descr="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2985905" y="2738575"/>
            <a:ext cx="129759" cy="165848"/>
          </a:xfrm>
          <a:prstGeom prst="rect">
            <a:avLst/>
          </a:prstGeom>
        </p:spPr>
      </p:pic>
      <p:sp>
        <p:nvSpPr>
          <p:cNvPr id="51" name="object 51" descr=""/>
          <p:cNvSpPr/>
          <p:nvPr/>
        </p:nvSpPr>
        <p:spPr>
          <a:xfrm>
            <a:off x="3125763" y="3324699"/>
            <a:ext cx="179070" cy="229235"/>
          </a:xfrm>
          <a:custGeom>
            <a:avLst/>
            <a:gdLst/>
            <a:ahLst/>
            <a:cxnLst/>
            <a:rect l="l" t="t" r="r" b="b"/>
            <a:pathLst>
              <a:path w="179070" h="229235">
                <a:moveTo>
                  <a:pt x="58881" y="0"/>
                </a:moveTo>
                <a:lnTo>
                  <a:pt x="16172" y="17436"/>
                </a:lnTo>
                <a:lnTo>
                  <a:pt x="0" y="60108"/>
                </a:lnTo>
                <a:lnTo>
                  <a:pt x="3468" y="75331"/>
                </a:lnTo>
                <a:lnTo>
                  <a:pt x="11490" y="88667"/>
                </a:lnTo>
                <a:lnTo>
                  <a:pt x="23695" y="98422"/>
                </a:lnTo>
                <a:lnTo>
                  <a:pt x="38489" y="103575"/>
                </a:lnTo>
                <a:lnTo>
                  <a:pt x="54053" y="103674"/>
                </a:lnTo>
                <a:lnTo>
                  <a:pt x="68567" y="98269"/>
                </a:lnTo>
                <a:lnTo>
                  <a:pt x="74797" y="92958"/>
                </a:lnTo>
                <a:lnTo>
                  <a:pt x="79234" y="86096"/>
                </a:lnTo>
                <a:lnTo>
                  <a:pt x="80880" y="78614"/>
                </a:lnTo>
                <a:lnTo>
                  <a:pt x="78734" y="71442"/>
                </a:lnTo>
                <a:lnTo>
                  <a:pt x="91442" y="76731"/>
                </a:lnTo>
                <a:lnTo>
                  <a:pt x="122021" y="103567"/>
                </a:lnTo>
                <a:lnTo>
                  <a:pt x="131527" y="142900"/>
                </a:lnTo>
                <a:lnTo>
                  <a:pt x="128240" y="156120"/>
                </a:lnTo>
                <a:lnTo>
                  <a:pt x="85375" y="175274"/>
                </a:lnTo>
                <a:lnTo>
                  <a:pt x="71414" y="174717"/>
                </a:lnTo>
                <a:lnTo>
                  <a:pt x="57521" y="173217"/>
                </a:lnTo>
                <a:lnTo>
                  <a:pt x="43761" y="170780"/>
                </a:lnTo>
                <a:lnTo>
                  <a:pt x="43404" y="180560"/>
                </a:lnTo>
                <a:lnTo>
                  <a:pt x="53415" y="217469"/>
                </a:lnTo>
                <a:lnTo>
                  <a:pt x="86947" y="223823"/>
                </a:lnTo>
                <a:lnTo>
                  <a:pt x="96204" y="223243"/>
                </a:lnTo>
                <a:lnTo>
                  <a:pt x="105403" y="222056"/>
                </a:lnTo>
                <a:lnTo>
                  <a:pt x="101759" y="223563"/>
                </a:lnTo>
                <a:lnTo>
                  <a:pt x="112262" y="227940"/>
                </a:lnTo>
                <a:lnTo>
                  <a:pt x="116984" y="228694"/>
                </a:lnTo>
                <a:lnTo>
                  <a:pt x="121371" y="225574"/>
                </a:lnTo>
                <a:lnTo>
                  <a:pt x="156491" y="187347"/>
                </a:lnTo>
                <a:lnTo>
                  <a:pt x="175611" y="144519"/>
                </a:lnTo>
                <a:lnTo>
                  <a:pt x="179026" y="121129"/>
                </a:lnTo>
                <a:lnTo>
                  <a:pt x="177783" y="97529"/>
                </a:lnTo>
                <a:lnTo>
                  <a:pt x="160794" y="54050"/>
                </a:lnTo>
                <a:lnTo>
                  <a:pt x="130490" y="24878"/>
                </a:lnTo>
                <a:lnTo>
                  <a:pt x="92168" y="6324"/>
                </a:lnTo>
                <a:lnTo>
                  <a:pt x="67360" y="421"/>
                </a:lnTo>
                <a:lnTo>
                  <a:pt x="58881" y="0"/>
                </a:lnTo>
                <a:close/>
              </a:path>
            </a:pathLst>
          </a:custGeom>
          <a:solidFill>
            <a:srgbClr val="227B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" name="object 52" descr=""/>
          <p:cNvSpPr/>
          <p:nvPr/>
        </p:nvSpPr>
        <p:spPr>
          <a:xfrm>
            <a:off x="1125361" y="3324699"/>
            <a:ext cx="179070" cy="229235"/>
          </a:xfrm>
          <a:custGeom>
            <a:avLst/>
            <a:gdLst/>
            <a:ahLst/>
            <a:cxnLst/>
            <a:rect l="l" t="t" r="r" b="b"/>
            <a:pathLst>
              <a:path w="179069" h="229235">
                <a:moveTo>
                  <a:pt x="120136" y="0"/>
                </a:moveTo>
                <a:lnTo>
                  <a:pt x="67085" y="14358"/>
                </a:lnTo>
                <a:lnTo>
                  <a:pt x="31989" y="38053"/>
                </a:lnTo>
                <a:lnTo>
                  <a:pt x="7269" y="74808"/>
                </a:lnTo>
                <a:lnTo>
                  <a:pt x="0" y="121129"/>
                </a:lnTo>
                <a:lnTo>
                  <a:pt x="3417" y="144519"/>
                </a:lnTo>
                <a:lnTo>
                  <a:pt x="22537" y="187347"/>
                </a:lnTo>
                <a:lnTo>
                  <a:pt x="54002" y="222495"/>
                </a:lnTo>
                <a:lnTo>
                  <a:pt x="62043" y="228694"/>
                </a:lnTo>
                <a:lnTo>
                  <a:pt x="66766" y="227940"/>
                </a:lnTo>
                <a:lnTo>
                  <a:pt x="77268" y="223563"/>
                </a:lnTo>
                <a:lnTo>
                  <a:pt x="73624" y="222056"/>
                </a:lnTo>
                <a:lnTo>
                  <a:pt x="82823" y="223243"/>
                </a:lnTo>
                <a:lnTo>
                  <a:pt x="92080" y="223823"/>
                </a:lnTo>
                <a:lnTo>
                  <a:pt x="101355" y="223793"/>
                </a:lnTo>
                <a:lnTo>
                  <a:pt x="110607" y="223155"/>
                </a:lnTo>
                <a:lnTo>
                  <a:pt x="134772" y="190310"/>
                </a:lnTo>
                <a:lnTo>
                  <a:pt x="135614" y="180560"/>
                </a:lnTo>
                <a:lnTo>
                  <a:pt x="135256" y="170780"/>
                </a:lnTo>
                <a:lnTo>
                  <a:pt x="121502" y="173217"/>
                </a:lnTo>
                <a:lnTo>
                  <a:pt x="107611" y="174717"/>
                </a:lnTo>
                <a:lnTo>
                  <a:pt x="93648" y="175274"/>
                </a:lnTo>
                <a:lnTo>
                  <a:pt x="79676" y="174884"/>
                </a:lnTo>
                <a:lnTo>
                  <a:pt x="73362" y="174497"/>
                </a:lnTo>
                <a:lnTo>
                  <a:pt x="47501" y="142900"/>
                </a:lnTo>
                <a:lnTo>
                  <a:pt x="47637" y="129247"/>
                </a:lnTo>
                <a:lnTo>
                  <a:pt x="65487" y="92854"/>
                </a:lnTo>
                <a:lnTo>
                  <a:pt x="100294" y="71442"/>
                </a:lnTo>
                <a:lnTo>
                  <a:pt x="98148" y="78614"/>
                </a:lnTo>
                <a:lnTo>
                  <a:pt x="99794" y="86096"/>
                </a:lnTo>
                <a:lnTo>
                  <a:pt x="104231" y="92958"/>
                </a:lnTo>
                <a:lnTo>
                  <a:pt x="110461" y="98269"/>
                </a:lnTo>
                <a:lnTo>
                  <a:pt x="124974" y="103674"/>
                </a:lnTo>
                <a:lnTo>
                  <a:pt x="140538" y="103575"/>
                </a:lnTo>
                <a:lnTo>
                  <a:pt x="155333" y="98422"/>
                </a:lnTo>
                <a:lnTo>
                  <a:pt x="167538" y="88667"/>
                </a:lnTo>
                <a:lnTo>
                  <a:pt x="175560" y="75331"/>
                </a:lnTo>
                <a:lnTo>
                  <a:pt x="179027" y="60108"/>
                </a:lnTo>
                <a:lnTo>
                  <a:pt x="177974" y="44437"/>
                </a:lnTo>
                <a:lnTo>
                  <a:pt x="172438" y="29758"/>
                </a:lnTo>
                <a:lnTo>
                  <a:pt x="162851" y="17436"/>
                </a:lnTo>
                <a:lnTo>
                  <a:pt x="150280" y="8117"/>
                </a:lnTo>
                <a:lnTo>
                  <a:pt x="135713" y="2178"/>
                </a:lnTo>
                <a:lnTo>
                  <a:pt x="120136" y="0"/>
                </a:lnTo>
                <a:close/>
              </a:path>
            </a:pathLst>
          </a:custGeom>
          <a:solidFill>
            <a:srgbClr val="227B4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3" name="object 53" descr=""/>
          <p:cNvGrpSpPr/>
          <p:nvPr/>
        </p:nvGrpSpPr>
        <p:grpSpPr>
          <a:xfrm>
            <a:off x="1727828" y="2423125"/>
            <a:ext cx="991235" cy="276860"/>
            <a:chOff x="1727828" y="2423125"/>
            <a:chExt cx="991235" cy="276860"/>
          </a:xfrm>
        </p:grpSpPr>
        <p:sp>
          <p:nvSpPr>
            <p:cNvPr id="54" name="object 54" descr=""/>
            <p:cNvSpPr/>
            <p:nvPr/>
          </p:nvSpPr>
          <p:spPr>
            <a:xfrm>
              <a:off x="1727832" y="2423130"/>
              <a:ext cx="991235" cy="276860"/>
            </a:xfrm>
            <a:custGeom>
              <a:avLst/>
              <a:gdLst/>
              <a:ahLst/>
              <a:cxnLst/>
              <a:rect l="l" t="t" r="r" b="b"/>
              <a:pathLst>
                <a:path w="991235" h="276860">
                  <a:moveTo>
                    <a:pt x="990650" y="0"/>
                  </a:moveTo>
                  <a:lnTo>
                    <a:pt x="0" y="0"/>
                  </a:lnTo>
                  <a:lnTo>
                    <a:pt x="0" y="276452"/>
                  </a:lnTo>
                  <a:lnTo>
                    <a:pt x="990650" y="276452"/>
                  </a:lnTo>
                  <a:lnTo>
                    <a:pt x="990650" y="0"/>
                  </a:lnTo>
                  <a:close/>
                </a:path>
              </a:pathLst>
            </a:custGeom>
            <a:solidFill>
              <a:srgbClr val="E4B1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1727828" y="2423125"/>
              <a:ext cx="991235" cy="145415"/>
            </a:xfrm>
            <a:custGeom>
              <a:avLst/>
              <a:gdLst/>
              <a:ahLst/>
              <a:cxnLst/>
              <a:rect l="l" t="t" r="r" b="b"/>
              <a:pathLst>
                <a:path w="991235" h="145414">
                  <a:moveTo>
                    <a:pt x="990650" y="0"/>
                  </a:moveTo>
                  <a:lnTo>
                    <a:pt x="0" y="0"/>
                  </a:lnTo>
                  <a:lnTo>
                    <a:pt x="0" y="43883"/>
                  </a:lnTo>
                  <a:lnTo>
                    <a:pt x="990650" y="144927"/>
                  </a:lnTo>
                  <a:lnTo>
                    <a:pt x="990650" y="0"/>
                  </a:lnTo>
                  <a:close/>
                </a:path>
              </a:pathLst>
            </a:custGeom>
            <a:solidFill>
              <a:srgbClr val="C19368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6" name="object 56" descr=""/>
          <p:cNvGrpSpPr/>
          <p:nvPr/>
        </p:nvGrpSpPr>
        <p:grpSpPr>
          <a:xfrm>
            <a:off x="1532241" y="2014257"/>
            <a:ext cx="1386840" cy="408940"/>
            <a:chOff x="1532241" y="2014257"/>
            <a:chExt cx="1386840" cy="408940"/>
          </a:xfrm>
        </p:grpSpPr>
        <p:sp>
          <p:nvSpPr>
            <p:cNvPr id="57" name="object 57" descr=""/>
            <p:cNvSpPr/>
            <p:nvPr/>
          </p:nvSpPr>
          <p:spPr>
            <a:xfrm>
              <a:off x="1532229" y="2014264"/>
              <a:ext cx="1386840" cy="397510"/>
            </a:xfrm>
            <a:custGeom>
              <a:avLst/>
              <a:gdLst/>
              <a:ahLst/>
              <a:cxnLst/>
              <a:rect l="l" t="t" r="r" b="b"/>
              <a:pathLst>
                <a:path w="1386839" h="397510">
                  <a:moveTo>
                    <a:pt x="1386573" y="367741"/>
                  </a:moveTo>
                  <a:lnTo>
                    <a:pt x="1338884" y="362356"/>
                  </a:lnTo>
                  <a:lnTo>
                    <a:pt x="1276019" y="342925"/>
                  </a:lnTo>
                  <a:lnTo>
                    <a:pt x="1231823" y="319925"/>
                  </a:lnTo>
                  <a:lnTo>
                    <a:pt x="1188847" y="290144"/>
                  </a:lnTo>
                  <a:lnTo>
                    <a:pt x="1145184" y="251777"/>
                  </a:lnTo>
                  <a:lnTo>
                    <a:pt x="1111326" y="218617"/>
                  </a:lnTo>
                  <a:lnTo>
                    <a:pt x="1097711" y="204482"/>
                  </a:lnTo>
                  <a:lnTo>
                    <a:pt x="693293" y="0"/>
                  </a:lnTo>
                  <a:lnTo>
                    <a:pt x="288874" y="204482"/>
                  </a:lnTo>
                  <a:lnTo>
                    <a:pt x="240715" y="255574"/>
                  </a:lnTo>
                  <a:lnTo>
                    <a:pt x="210680" y="284619"/>
                  </a:lnTo>
                  <a:lnTo>
                    <a:pt x="154749" y="319925"/>
                  </a:lnTo>
                  <a:lnTo>
                    <a:pt x="99237" y="344093"/>
                  </a:lnTo>
                  <a:lnTo>
                    <a:pt x="49530" y="358673"/>
                  </a:lnTo>
                  <a:lnTo>
                    <a:pt x="0" y="367741"/>
                  </a:lnTo>
                  <a:lnTo>
                    <a:pt x="0" y="397421"/>
                  </a:lnTo>
                  <a:lnTo>
                    <a:pt x="1386573" y="397421"/>
                  </a:lnTo>
                  <a:lnTo>
                    <a:pt x="1386573" y="367741"/>
                  </a:lnTo>
                  <a:close/>
                </a:path>
              </a:pathLst>
            </a:custGeom>
            <a:solidFill>
              <a:srgbClr val="B7524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1532242" y="2014264"/>
              <a:ext cx="1386840" cy="408940"/>
            </a:xfrm>
            <a:custGeom>
              <a:avLst/>
              <a:gdLst/>
              <a:ahLst/>
              <a:cxnLst/>
              <a:rect l="l" t="t" r="r" b="b"/>
              <a:pathLst>
                <a:path w="1386839" h="408939">
                  <a:moveTo>
                    <a:pt x="1097699" y="204482"/>
                  </a:moveTo>
                  <a:lnTo>
                    <a:pt x="966520" y="138163"/>
                  </a:lnTo>
                  <a:lnTo>
                    <a:pt x="966520" y="181470"/>
                  </a:lnTo>
                  <a:lnTo>
                    <a:pt x="403783" y="181470"/>
                  </a:lnTo>
                  <a:lnTo>
                    <a:pt x="693280" y="45046"/>
                  </a:lnTo>
                  <a:lnTo>
                    <a:pt x="966520" y="181470"/>
                  </a:lnTo>
                  <a:lnTo>
                    <a:pt x="966520" y="138163"/>
                  </a:lnTo>
                  <a:lnTo>
                    <a:pt x="693280" y="0"/>
                  </a:lnTo>
                  <a:lnTo>
                    <a:pt x="288861" y="204482"/>
                  </a:lnTo>
                  <a:lnTo>
                    <a:pt x="319938" y="204482"/>
                  </a:lnTo>
                  <a:lnTo>
                    <a:pt x="354952" y="204482"/>
                  </a:lnTo>
                  <a:lnTo>
                    <a:pt x="356501" y="203758"/>
                  </a:lnTo>
                  <a:lnTo>
                    <a:pt x="436308" y="202158"/>
                  </a:lnTo>
                  <a:lnTo>
                    <a:pt x="690168" y="202412"/>
                  </a:lnTo>
                  <a:lnTo>
                    <a:pt x="943610" y="203708"/>
                  </a:lnTo>
                  <a:lnTo>
                    <a:pt x="1011986" y="204177"/>
                  </a:lnTo>
                  <a:lnTo>
                    <a:pt x="1012621" y="204482"/>
                  </a:lnTo>
                  <a:lnTo>
                    <a:pt x="1058748" y="204482"/>
                  </a:lnTo>
                  <a:lnTo>
                    <a:pt x="1097699" y="204482"/>
                  </a:lnTo>
                  <a:close/>
                </a:path>
                <a:path w="1386839" h="408939">
                  <a:moveTo>
                    <a:pt x="1386560" y="382638"/>
                  </a:moveTo>
                  <a:lnTo>
                    <a:pt x="0" y="382638"/>
                  </a:lnTo>
                  <a:lnTo>
                    <a:pt x="0" y="408876"/>
                  </a:lnTo>
                  <a:lnTo>
                    <a:pt x="1386560" y="408876"/>
                  </a:lnTo>
                  <a:lnTo>
                    <a:pt x="1386560" y="382638"/>
                  </a:lnTo>
                  <a:close/>
                </a:path>
              </a:pathLst>
            </a:custGeom>
            <a:solidFill>
              <a:srgbClr val="227B4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9" name="object 59" descr=""/>
          <p:cNvGrpSpPr/>
          <p:nvPr/>
        </p:nvGrpSpPr>
        <p:grpSpPr>
          <a:xfrm>
            <a:off x="1382638" y="2699583"/>
            <a:ext cx="1691005" cy="204470"/>
            <a:chOff x="1382638" y="2699583"/>
            <a:chExt cx="1691005" cy="204470"/>
          </a:xfrm>
        </p:grpSpPr>
        <p:sp>
          <p:nvSpPr>
            <p:cNvPr id="60" name="object 60" descr=""/>
            <p:cNvSpPr/>
            <p:nvPr/>
          </p:nvSpPr>
          <p:spPr>
            <a:xfrm>
              <a:off x="1382638" y="2699583"/>
              <a:ext cx="1691005" cy="193040"/>
            </a:xfrm>
            <a:custGeom>
              <a:avLst/>
              <a:gdLst/>
              <a:ahLst/>
              <a:cxnLst/>
              <a:rect l="l" t="t" r="r" b="b"/>
              <a:pathLst>
                <a:path w="1691005" h="193039">
                  <a:moveTo>
                    <a:pt x="1338304" y="0"/>
                  </a:moveTo>
                  <a:lnTo>
                    <a:pt x="352188" y="0"/>
                  </a:lnTo>
                  <a:lnTo>
                    <a:pt x="293461" y="51084"/>
                  </a:lnTo>
                  <a:lnTo>
                    <a:pt x="256853" y="80136"/>
                  </a:lnTo>
                  <a:lnTo>
                    <a:pt x="188674" y="115431"/>
                  </a:lnTo>
                  <a:lnTo>
                    <a:pt x="120988" y="139600"/>
                  </a:lnTo>
                  <a:lnTo>
                    <a:pt x="60376" y="154183"/>
                  </a:lnTo>
                  <a:lnTo>
                    <a:pt x="16745" y="161345"/>
                  </a:lnTo>
                  <a:lnTo>
                    <a:pt x="0" y="163251"/>
                  </a:lnTo>
                  <a:lnTo>
                    <a:pt x="0" y="192936"/>
                  </a:lnTo>
                  <a:lnTo>
                    <a:pt x="1690493" y="192936"/>
                  </a:lnTo>
                  <a:lnTo>
                    <a:pt x="1690493" y="163251"/>
                  </a:lnTo>
                  <a:lnTo>
                    <a:pt x="1632356" y="157869"/>
                  </a:lnTo>
                  <a:lnTo>
                    <a:pt x="1593324" y="151093"/>
                  </a:lnTo>
                  <a:lnTo>
                    <a:pt x="1555707" y="138441"/>
                  </a:lnTo>
                  <a:lnTo>
                    <a:pt x="1501818" y="115431"/>
                  </a:lnTo>
                  <a:lnTo>
                    <a:pt x="1449411" y="85657"/>
                  </a:lnTo>
                  <a:lnTo>
                    <a:pt x="1396187" y="47282"/>
                  </a:lnTo>
                  <a:lnTo>
                    <a:pt x="1354901" y="14123"/>
                  </a:lnTo>
                  <a:lnTo>
                    <a:pt x="1338304" y="0"/>
                  </a:lnTo>
                  <a:close/>
                </a:path>
              </a:pathLst>
            </a:custGeom>
            <a:solidFill>
              <a:srgbClr val="B7524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1382638" y="2877724"/>
              <a:ext cx="1691005" cy="26670"/>
            </a:xfrm>
            <a:custGeom>
              <a:avLst/>
              <a:gdLst/>
              <a:ahLst/>
              <a:cxnLst/>
              <a:rect l="l" t="t" r="r" b="b"/>
              <a:pathLst>
                <a:path w="1691005" h="26669">
                  <a:moveTo>
                    <a:pt x="1690493" y="0"/>
                  </a:moveTo>
                  <a:lnTo>
                    <a:pt x="0" y="0"/>
                  </a:lnTo>
                  <a:lnTo>
                    <a:pt x="0" y="26240"/>
                  </a:lnTo>
                  <a:lnTo>
                    <a:pt x="1690493" y="26240"/>
                  </a:lnTo>
                  <a:lnTo>
                    <a:pt x="1690493" y="0"/>
                  </a:lnTo>
                  <a:close/>
                </a:path>
              </a:pathLst>
            </a:custGeom>
            <a:solidFill>
              <a:srgbClr val="227B4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2" name="object 62" descr=""/>
          <p:cNvSpPr/>
          <p:nvPr/>
        </p:nvSpPr>
        <p:spPr>
          <a:xfrm>
            <a:off x="1193637" y="3238079"/>
            <a:ext cx="2047239" cy="300355"/>
          </a:xfrm>
          <a:custGeom>
            <a:avLst/>
            <a:gdLst/>
            <a:ahLst/>
            <a:cxnLst/>
            <a:rect l="l" t="t" r="r" b="b"/>
            <a:pathLst>
              <a:path w="2047239" h="300354">
                <a:moveTo>
                  <a:pt x="1620683" y="0"/>
                </a:moveTo>
                <a:lnTo>
                  <a:pt x="426500" y="0"/>
                </a:lnTo>
                <a:lnTo>
                  <a:pt x="355383" y="79382"/>
                </a:lnTo>
                <a:lnTo>
                  <a:pt x="311052" y="124528"/>
                </a:lnTo>
                <a:lnTo>
                  <a:pt x="274940" y="152254"/>
                </a:lnTo>
                <a:lnTo>
                  <a:pt x="228485" y="179376"/>
                </a:lnTo>
                <a:lnTo>
                  <a:pt x="146516" y="216935"/>
                </a:lnTo>
                <a:lnTo>
                  <a:pt x="73115" y="239597"/>
                </a:lnTo>
                <a:lnTo>
                  <a:pt x="20278" y="250726"/>
                </a:lnTo>
                <a:lnTo>
                  <a:pt x="0" y="253688"/>
                </a:lnTo>
                <a:lnTo>
                  <a:pt x="0" y="299823"/>
                </a:lnTo>
                <a:lnTo>
                  <a:pt x="2047173" y="299823"/>
                </a:lnTo>
                <a:lnTo>
                  <a:pt x="2047173" y="253688"/>
                </a:lnTo>
                <a:lnTo>
                  <a:pt x="1976776" y="245324"/>
                </a:lnTo>
                <a:lnTo>
                  <a:pt x="1929511" y="234795"/>
                </a:lnTo>
                <a:lnTo>
                  <a:pt x="1883958" y="215134"/>
                </a:lnTo>
                <a:lnTo>
                  <a:pt x="1818698" y="179376"/>
                </a:lnTo>
                <a:lnTo>
                  <a:pt x="1755237" y="133109"/>
                </a:lnTo>
                <a:lnTo>
                  <a:pt x="1690783" y="73475"/>
                </a:lnTo>
                <a:lnTo>
                  <a:pt x="1640783" y="21947"/>
                </a:lnTo>
                <a:lnTo>
                  <a:pt x="1620683" y="0"/>
                </a:lnTo>
                <a:close/>
              </a:path>
            </a:pathLst>
          </a:custGeom>
          <a:solidFill>
            <a:srgbClr val="B7524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" name="object 63" descr=""/>
          <p:cNvSpPr/>
          <p:nvPr/>
        </p:nvSpPr>
        <p:spPr>
          <a:xfrm>
            <a:off x="1727822" y="2423140"/>
            <a:ext cx="991235" cy="276860"/>
          </a:xfrm>
          <a:custGeom>
            <a:avLst/>
            <a:gdLst/>
            <a:ahLst/>
            <a:cxnLst/>
            <a:rect l="l" t="t" r="r" b="b"/>
            <a:pathLst>
              <a:path w="991235" h="276860">
                <a:moveTo>
                  <a:pt x="990650" y="65646"/>
                </a:moveTo>
                <a:lnTo>
                  <a:pt x="873887" y="65646"/>
                </a:lnTo>
                <a:lnTo>
                  <a:pt x="873887" y="0"/>
                </a:lnTo>
                <a:lnTo>
                  <a:pt x="839685" y="0"/>
                </a:lnTo>
                <a:lnTo>
                  <a:pt x="839685" y="65646"/>
                </a:lnTo>
                <a:lnTo>
                  <a:pt x="531888" y="65646"/>
                </a:lnTo>
                <a:lnTo>
                  <a:pt x="531888" y="0"/>
                </a:lnTo>
                <a:lnTo>
                  <a:pt x="497700" y="0"/>
                </a:lnTo>
                <a:lnTo>
                  <a:pt x="497700" y="65646"/>
                </a:lnTo>
                <a:lnTo>
                  <a:pt x="174523" y="65646"/>
                </a:lnTo>
                <a:lnTo>
                  <a:pt x="174523" y="0"/>
                </a:lnTo>
                <a:lnTo>
                  <a:pt x="140322" y="0"/>
                </a:lnTo>
                <a:lnTo>
                  <a:pt x="140322" y="65646"/>
                </a:lnTo>
                <a:lnTo>
                  <a:pt x="0" y="65646"/>
                </a:lnTo>
                <a:lnTo>
                  <a:pt x="0" y="107619"/>
                </a:lnTo>
                <a:lnTo>
                  <a:pt x="140322" y="107619"/>
                </a:lnTo>
                <a:lnTo>
                  <a:pt x="140322" y="276453"/>
                </a:lnTo>
                <a:lnTo>
                  <a:pt x="174523" y="276453"/>
                </a:lnTo>
                <a:lnTo>
                  <a:pt x="174523" y="107619"/>
                </a:lnTo>
                <a:lnTo>
                  <a:pt x="497700" y="107619"/>
                </a:lnTo>
                <a:lnTo>
                  <a:pt x="497700" y="276453"/>
                </a:lnTo>
                <a:lnTo>
                  <a:pt x="531888" y="276453"/>
                </a:lnTo>
                <a:lnTo>
                  <a:pt x="531888" y="107619"/>
                </a:lnTo>
                <a:lnTo>
                  <a:pt x="839685" y="107619"/>
                </a:lnTo>
                <a:lnTo>
                  <a:pt x="839685" y="276453"/>
                </a:lnTo>
                <a:lnTo>
                  <a:pt x="873887" y="276453"/>
                </a:lnTo>
                <a:lnTo>
                  <a:pt x="873887" y="107619"/>
                </a:lnTo>
                <a:lnTo>
                  <a:pt x="990650" y="107619"/>
                </a:lnTo>
                <a:lnTo>
                  <a:pt x="990650" y="65646"/>
                </a:lnTo>
                <a:close/>
              </a:path>
            </a:pathLst>
          </a:custGeom>
          <a:solidFill>
            <a:srgbClr val="B75242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64" name="object 64" descr=""/>
          <p:cNvGrpSpPr/>
          <p:nvPr/>
        </p:nvGrpSpPr>
        <p:grpSpPr>
          <a:xfrm>
            <a:off x="1618589" y="2903961"/>
            <a:ext cx="1197610" cy="303530"/>
            <a:chOff x="1618589" y="2903961"/>
            <a:chExt cx="1197610" cy="303530"/>
          </a:xfrm>
        </p:grpSpPr>
        <p:sp>
          <p:nvSpPr>
            <p:cNvPr id="65" name="object 65" descr=""/>
            <p:cNvSpPr/>
            <p:nvPr/>
          </p:nvSpPr>
          <p:spPr>
            <a:xfrm>
              <a:off x="1618589" y="2903964"/>
              <a:ext cx="1197610" cy="303530"/>
            </a:xfrm>
            <a:custGeom>
              <a:avLst/>
              <a:gdLst/>
              <a:ahLst/>
              <a:cxnLst/>
              <a:rect l="l" t="t" r="r" b="b"/>
              <a:pathLst>
                <a:path w="1197610" h="303530">
                  <a:moveTo>
                    <a:pt x="0" y="303037"/>
                  </a:moveTo>
                  <a:lnTo>
                    <a:pt x="1197272" y="303037"/>
                  </a:lnTo>
                  <a:lnTo>
                    <a:pt x="1197272" y="0"/>
                  </a:lnTo>
                  <a:lnTo>
                    <a:pt x="0" y="0"/>
                  </a:lnTo>
                  <a:lnTo>
                    <a:pt x="0" y="303037"/>
                  </a:lnTo>
                  <a:close/>
                </a:path>
              </a:pathLst>
            </a:custGeom>
            <a:solidFill>
              <a:srgbClr val="E4B1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1618592" y="2903961"/>
              <a:ext cx="1197610" cy="175260"/>
            </a:xfrm>
            <a:custGeom>
              <a:avLst/>
              <a:gdLst/>
              <a:ahLst/>
              <a:cxnLst/>
              <a:rect l="l" t="t" r="r" b="b"/>
              <a:pathLst>
                <a:path w="1197610" h="175260">
                  <a:moveTo>
                    <a:pt x="1197272" y="0"/>
                  </a:moveTo>
                  <a:lnTo>
                    <a:pt x="0" y="0"/>
                  </a:lnTo>
                  <a:lnTo>
                    <a:pt x="0" y="53045"/>
                  </a:lnTo>
                  <a:lnTo>
                    <a:pt x="1197272" y="175156"/>
                  </a:lnTo>
                  <a:lnTo>
                    <a:pt x="1197272" y="0"/>
                  </a:lnTo>
                  <a:close/>
                </a:path>
              </a:pathLst>
            </a:custGeom>
            <a:solidFill>
              <a:srgbClr val="C19368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7" name="object 67" descr=""/>
          <p:cNvGrpSpPr/>
          <p:nvPr/>
        </p:nvGrpSpPr>
        <p:grpSpPr>
          <a:xfrm>
            <a:off x="1458906" y="3555671"/>
            <a:ext cx="1499870" cy="510540"/>
            <a:chOff x="1458906" y="3555671"/>
            <a:chExt cx="1499870" cy="510540"/>
          </a:xfrm>
        </p:grpSpPr>
        <p:sp>
          <p:nvSpPr>
            <p:cNvPr id="68" name="object 68" descr=""/>
            <p:cNvSpPr/>
            <p:nvPr/>
          </p:nvSpPr>
          <p:spPr>
            <a:xfrm>
              <a:off x="1458908" y="3555671"/>
              <a:ext cx="1499870" cy="510540"/>
            </a:xfrm>
            <a:custGeom>
              <a:avLst/>
              <a:gdLst/>
              <a:ahLst/>
              <a:cxnLst/>
              <a:rect l="l" t="t" r="r" b="b"/>
              <a:pathLst>
                <a:path w="1499870" h="510539">
                  <a:moveTo>
                    <a:pt x="0" y="510267"/>
                  </a:moveTo>
                  <a:lnTo>
                    <a:pt x="1499797" y="510267"/>
                  </a:lnTo>
                  <a:lnTo>
                    <a:pt x="1499797" y="0"/>
                  </a:lnTo>
                  <a:lnTo>
                    <a:pt x="0" y="0"/>
                  </a:lnTo>
                  <a:lnTo>
                    <a:pt x="0" y="510267"/>
                  </a:lnTo>
                  <a:close/>
                </a:path>
              </a:pathLst>
            </a:custGeom>
            <a:solidFill>
              <a:srgbClr val="E4B1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1458906" y="3555672"/>
              <a:ext cx="1499870" cy="328295"/>
            </a:xfrm>
            <a:custGeom>
              <a:avLst/>
              <a:gdLst/>
              <a:ahLst/>
              <a:cxnLst/>
              <a:rect l="l" t="t" r="r" b="b"/>
              <a:pathLst>
                <a:path w="1499870" h="328295">
                  <a:moveTo>
                    <a:pt x="1499797" y="0"/>
                  </a:moveTo>
                  <a:lnTo>
                    <a:pt x="0" y="0"/>
                  </a:lnTo>
                  <a:lnTo>
                    <a:pt x="0" y="99410"/>
                  </a:lnTo>
                  <a:lnTo>
                    <a:pt x="1499797" y="328272"/>
                  </a:lnTo>
                  <a:lnTo>
                    <a:pt x="1499797" y="0"/>
                  </a:lnTo>
                  <a:close/>
                </a:path>
              </a:pathLst>
            </a:custGeom>
            <a:solidFill>
              <a:srgbClr val="C19368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0" name="object 70" descr=""/>
          <p:cNvSpPr/>
          <p:nvPr/>
        </p:nvSpPr>
        <p:spPr>
          <a:xfrm>
            <a:off x="1618589" y="2983312"/>
            <a:ext cx="1197610" cy="50800"/>
          </a:xfrm>
          <a:custGeom>
            <a:avLst/>
            <a:gdLst/>
            <a:ahLst/>
            <a:cxnLst/>
            <a:rect l="l" t="t" r="r" b="b"/>
            <a:pathLst>
              <a:path w="1197610" h="50800">
                <a:moveTo>
                  <a:pt x="1197272" y="0"/>
                </a:moveTo>
                <a:lnTo>
                  <a:pt x="0" y="0"/>
                </a:lnTo>
                <a:lnTo>
                  <a:pt x="0" y="50720"/>
                </a:lnTo>
                <a:lnTo>
                  <a:pt x="1197272" y="50720"/>
                </a:lnTo>
                <a:lnTo>
                  <a:pt x="1197272" y="0"/>
                </a:lnTo>
                <a:close/>
              </a:path>
            </a:pathLst>
          </a:custGeom>
          <a:solidFill>
            <a:srgbClr val="B7524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" name="object 71" descr=""/>
          <p:cNvSpPr/>
          <p:nvPr/>
        </p:nvSpPr>
        <p:spPr>
          <a:xfrm>
            <a:off x="1458899" y="3621080"/>
            <a:ext cx="1499870" cy="127000"/>
          </a:xfrm>
          <a:custGeom>
            <a:avLst/>
            <a:gdLst/>
            <a:ahLst/>
            <a:cxnLst/>
            <a:rect l="l" t="t" r="r" b="b"/>
            <a:pathLst>
              <a:path w="1499870" h="127000">
                <a:moveTo>
                  <a:pt x="1499793" y="75780"/>
                </a:moveTo>
                <a:lnTo>
                  <a:pt x="0" y="75780"/>
                </a:lnTo>
                <a:lnTo>
                  <a:pt x="0" y="126504"/>
                </a:lnTo>
                <a:lnTo>
                  <a:pt x="1499793" y="126504"/>
                </a:lnTo>
                <a:lnTo>
                  <a:pt x="1499793" y="75780"/>
                </a:lnTo>
                <a:close/>
              </a:path>
              <a:path w="1499870" h="127000">
                <a:moveTo>
                  <a:pt x="1499793" y="0"/>
                </a:moveTo>
                <a:lnTo>
                  <a:pt x="0" y="0"/>
                </a:lnTo>
                <a:lnTo>
                  <a:pt x="0" y="50723"/>
                </a:lnTo>
                <a:lnTo>
                  <a:pt x="1499793" y="50723"/>
                </a:lnTo>
                <a:lnTo>
                  <a:pt x="1499793" y="0"/>
                </a:lnTo>
                <a:close/>
              </a:path>
            </a:pathLst>
          </a:custGeom>
          <a:solidFill>
            <a:srgbClr val="B7524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" name="object 72" descr=""/>
          <p:cNvSpPr/>
          <p:nvPr/>
        </p:nvSpPr>
        <p:spPr>
          <a:xfrm>
            <a:off x="1788186" y="2903964"/>
            <a:ext cx="41910" cy="303530"/>
          </a:xfrm>
          <a:custGeom>
            <a:avLst/>
            <a:gdLst/>
            <a:ahLst/>
            <a:cxnLst/>
            <a:rect l="l" t="t" r="r" b="b"/>
            <a:pathLst>
              <a:path w="41910" h="303530">
                <a:moveTo>
                  <a:pt x="0" y="303037"/>
                </a:moveTo>
                <a:lnTo>
                  <a:pt x="41328" y="303037"/>
                </a:lnTo>
                <a:lnTo>
                  <a:pt x="41328" y="0"/>
                </a:lnTo>
                <a:lnTo>
                  <a:pt x="0" y="0"/>
                </a:lnTo>
                <a:lnTo>
                  <a:pt x="0" y="303037"/>
                </a:lnTo>
                <a:close/>
              </a:path>
            </a:pathLst>
          </a:custGeom>
          <a:solidFill>
            <a:srgbClr val="B7524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" name="object 73" descr=""/>
          <p:cNvSpPr/>
          <p:nvPr/>
        </p:nvSpPr>
        <p:spPr>
          <a:xfrm>
            <a:off x="2220099" y="2903964"/>
            <a:ext cx="41910" cy="303530"/>
          </a:xfrm>
          <a:custGeom>
            <a:avLst/>
            <a:gdLst/>
            <a:ahLst/>
            <a:cxnLst/>
            <a:rect l="l" t="t" r="r" b="b"/>
            <a:pathLst>
              <a:path w="41910" h="303530">
                <a:moveTo>
                  <a:pt x="0" y="303037"/>
                </a:moveTo>
                <a:lnTo>
                  <a:pt x="41328" y="303037"/>
                </a:lnTo>
                <a:lnTo>
                  <a:pt x="41328" y="0"/>
                </a:lnTo>
                <a:lnTo>
                  <a:pt x="0" y="0"/>
                </a:lnTo>
                <a:lnTo>
                  <a:pt x="0" y="303037"/>
                </a:lnTo>
                <a:close/>
              </a:path>
            </a:pathLst>
          </a:custGeom>
          <a:solidFill>
            <a:srgbClr val="B7524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" name="object 74" descr=""/>
          <p:cNvSpPr/>
          <p:nvPr/>
        </p:nvSpPr>
        <p:spPr>
          <a:xfrm>
            <a:off x="1937857" y="3552750"/>
            <a:ext cx="41910" cy="513715"/>
          </a:xfrm>
          <a:custGeom>
            <a:avLst/>
            <a:gdLst/>
            <a:ahLst/>
            <a:cxnLst/>
            <a:rect l="l" t="t" r="r" b="b"/>
            <a:pathLst>
              <a:path w="41910" h="513714">
                <a:moveTo>
                  <a:pt x="41328" y="0"/>
                </a:moveTo>
                <a:lnTo>
                  <a:pt x="0" y="0"/>
                </a:lnTo>
                <a:lnTo>
                  <a:pt x="0" y="513104"/>
                </a:lnTo>
                <a:lnTo>
                  <a:pt x="41328" y="513104"/>
                </a:lnTo>
                <a:lnTo>
                  <a:pt x="41328" y="0"/>
                </a:lnTo>
                <a:close/>
              </a:path>
            </a:pathLst>
          </a:custGeom>
          <a:solidFill>
            <a:srgbClr val="B7524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" name="object 75" descr=""/>
          <p:cNvSpPr/>
          <p:nvPr/>
        </p:nvSpPr>
        <p:spPr>
          <a:xfrm>
            <a:off x="2489023" y="3552750"/>
            <a:ext cx="41910" cy="513715"/>
          </a:xfrm>
          <a:custGeom>
            <a:avLst/>
            <a:gdLst/>
            <a:ahLst/>
            <a:cxnLst/>
            <a:rect l="l" t="t" r="r" b="b"/>
            <a:pathLst>
              <a:path w="41910" h="513714">
                <a:moveTo>
                  <a:pt x="41328" y="0"/>
                </a:moveTo>
                <a:lnTo>
                  <a:pt x="0" y="0"/>
                </a:lnTo>
                <a:lnTo>
                  <a:pt x="0" y="513104"/>
                </a:lnTo>
                <a:lnTo>
                  <a:pt x="41328" y="513104"/>
                </a:lnTo>
                <a:lnTo>
                  <a:pt x="41328" y="0"/>
                </a:lnTo>
                <a:close/>
              </a:path>
            </a:pathLst>
          </a:custGeom>
          <a:solidFill>
            <a:srgbClr val="B7524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" name="object 76" descr=""/>
          <p:cNvSpPr/>
          <p:nvPr/>
        </p:nvSpPr>
        <p:spPr>
          <a:xfrm>
            <a:off x="2633406" y="2903964"/>
            <a:ext cx="41910" cy="303530"/>
          </a:xfrm>
          <a:custGeom>
            <a:avLst/>
            <a:gdLst/>
            <a:ahLst/>
            <a:cxnLst/>
            <a:rect l="l" t="t" r="r" b="b"/>
            <a:pathLst>
              <a:path w="41910" h="303530">
                <a:moveTo>
                  <a:pt x="0" y="303037"/>
                </a:moveTo>
                <a:lnTo>
                  <a:pt x="41328" y="303037"/>
                </a:lnTo>
                <a:lnTo>
                  <a:pt x="41328" y="0"/>
                </a:lnTo>
                <a:lnTo>
                  <a:pt x="0" y="0"/>
                </a:lnTo>
                <a:lnTo>
                  <a:pt x="0" y="303037"/>
                </a:lnTo>
                <a:close/>
              </a:path>
            </a:pathLst>
          </a:custGeom>
          <a:solidFill>
            <a:srgbClr val="B7524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" name="object 77" descr=""/>
          <p:cNvSpPr/>
          <p:nvPr/>
        </p:nvSpPr>
        <p:spPr>
          <a:xfrm>
            <a:off x="1187823" y="4297889"/>
            <a:ext cx="2085975" cy="635"/>
          </a:xfrm>
          <a:custGeom>
            <a:avLst/>
            <a:gdLst/>
            <a:ahLst/>
            <a:cxnLst/>
            <a:rect l="l" t="t" r="r" b="b"/>
            <a:pathLst>
              <a:path w="2085975" h="635">
                <a:moveTo>
                  <a:pt x="0" y="460"/>
                </a:moveTo>
                <a:lnTo>
                  <a:pt x="2085570" y="460"/>
                </a:lnTo>
                <a:lnTo>
                  <a:pt x="2085570" y="0"/>
                </a:lnTo>
                <a:lnTo>
                  <a:pt x="0" y="0"/>
                </a:lnTo>
                <a:lnTo>
                  <a:pt x="0" y="460"/>
                </a:lnTo>
                <a:close/>
              </a:path>
            </a:pathLst>
          </a:custGeom>
          <a:solidFill>
            <a:srgbClr val="227B4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78" name="object 78" descr=""/>
          <p:cNvGrpSpPr/>
          <p:nvPr/>
        </p:nvGrpSpPr>
        <p:grpSpPr>
          <a:xfrm>
            <a:off x="1187823" y="3768429"/>
            <a:ext cx="2085975" cy="529590"/>
            <a:chOff x="1187823" y="3768429"/>
            <a:chExt cx="2085975" cy="529590"/>
          </a:xfrm>
        </p:grpSpPr>
        <p:sp>
          <p:nvSpPr>
            <p:cNvPr id="79" name="object 79" descr=""/>
            <p:cNvSpPr/>
            <p:nvPr/>
          </p:nvSpPr>
          <p:spPr>
            <a:xfrm>
              <a:off x="1187818" y="4065948"/>
              <a:ext cx="2085975" cy="179705"/>
            </a:xfrm>
            <a:custGeom>
              <a:avLst/>
              <a:gdLst/>
              <a:ahLst/>
              <a:cxnLst/>
              <a:rect l="l" t="t" r="r" b="b"/>
              <a:pathLst>
                <a:path w="2085975" h="179704">
                  <a:moveTo>
                    <a:pt x="2085568" y="153670"/>
                  </a:moveTo>
                  <a:lnTo>
                    <a:pt x="2019922" y="153670"/>
                  </a:lnTo>
                  <a:lnTo>
                    <a:pt x="2019922" y="76200"/>
                  </a:lnTo>
                  <a:lnTo>
                    <a:pt x="1956904" y="76200"/>
                  </a:lnTo>
                  <a:lnTo>
                    <a:pt x="1956904" y="0"/>
                  </a:lnTo>
                  <a:lnTo>
                    <a:pt x="128663" y="0"/>
                  </a:lnTo>
                  <a:lnTo>
                    <a:pt x="128663" y="76200"/>
                  </a:lnTo>
                  <a:lnTo>
                    <a:pt x="65646" y="76200"/>
                  </a:lnTo>
                  <a:lnTo>
                    <a:pt x="65646" y="153670"/>
                  </a:lnTo>
                  <a:lnTo>
                    <a:pt x="0" y="153670"/>
                  </a:lnTo>
                  <a:lnTo>
                    <a:pt x="0" y="179146"/>
                  </a:lnTo>
                  <a:lnTo>
                    <a:pt x="2085568" y="179146"/>
                  </a:lnTo>
                  <a:lnTo>
                    <a:pt x="2085568" y="153670"/>
                  </a:lnTo>
                  <a:close/>
                </a:path>
              </a:pathLst>
            </a:custGeom>
            <a:solidFill>
              <a:srgbClr val="227B4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 descr=""/>
            <p:cNvSpPr/>
            <p:nvPr/>
          </p:nvSpPr>
          <p:spPr>
            <a:xfrm>
              <a:off x="2000860" y="3768429"/>
              <a:ext cx="462915" cy="297815"/>
            </a:xfrm>
            <a:custGeom>
              <a:avLst/>
              <a:gdLst/>
              <a:ahLst/>
              <a:cxnLst/>
              <a:rect l="l" t="t" r="r" b="b"/>
              <a:pathLst>
                <a:path w="462914" h="297814">
                  <a:moveTo>
                    <a:pt x="462875" y="0"/>
                  </a:moveTo>
                  <a:lnTo>
                    <a:pt x="0" y="0"/>
                  </a:lnTo>
                  <a:lnTo>
                    <a:pt x="0" y="297425"/>
                  </a:lnTo>
                  <a:lnTo>
                    <a:pt x="462875" y="297425"/>
                  </a:lnTo>
                  <a:lnTo>
                    <a:pt x="462875" y="0"/>
                  </a:lnTo>
                  <a:close/>
                </a:path>
              </a:pathLst>
            </a:custGeom>
            <a:solidFill>
              <a:srgbClr val="0A133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2232298" y="3768429"/>
              <a:ext cx="15240" cy="297815"/>
            </a:xfrm>
            <a:custGeom>
              <a:avLst/>
              <a:gdLst/>
              <a:ahLst/>
              <a:cxnLst/>
              <a:rect l="l" t="t" r="r" b="b"/>
              <a:pathLst>
                <a:path w="15239" h="297814">
                  <a:moveTo>
                    <a:pt x="14638" y="0"/>
                  </a:moveTo>
                  <a:lnTo>
                    <a:pt x="0" y="0"/>
                  </a:lnTo>
                  <a:lnTo>
                    <a:pt x="0" y="297425"/>
                  </a:lnTo>
                  <a:lnTo>
                    <a:pt x="14638" y="297425"/>
                  </a:lnTo>
                  <a:lnTo>
                    <a:pt x="14638" y="0"/>
                  </a:lnTo>
                  <a:close/>
                </a:path>
              </a:pathLst>
            </a:custGeom>
            <a:solidFill>
              <a:srgbClr val="44292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 descr=""/>
            <p:cNvSpPr/>
            <p:nvPr/>
          </p:nvSpPr>
          <p:spPr>
            <a:xfrm>
              <a:off x="1519922" y="3786408"/>
              <a:ext cx="370205" cy="217804"/>
            </a:xfrm>
            <a:custGeom>
              <a:avLst/>
              <a:gdLst/>
              <a:ahLst/>
              <a:cxnLst/>
              <a:rect l="l" t="t" r="r" b="b"/>
              <a:pathLst>
                <a:path w="370205" h="217804">
                  <a:moveTo>
                    <a:pt x="369685" y="0"/>
                  </a:moveTo>
                  <a:lnTo>
                    <a:pt x="0" y="0"/>
                  </a:lnTo>
                  <a:lnTo>
                    <a:pt x="0" y="217543"/>
                  </a:lnTo>
                  <a:lnTo>
                    <a:pt x="369685" y="217543"/>
                  </a:lnTo>
                  <a:lnTo>
                    <a:pt x="369685" y="0"/>
                  </a:lnTo>
                  <a:close/>
                </a:path>
              </a:pathLst>
            </a:custGeom>
            <a:solidFill>
              <a:srgbClr val="B7524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1561292" y="3822438"/>
              <a:ext cx="291465" cy="151130"/>
            </a:xfrm>
            <a:custGeom>
              <a:avLst/>
              <a:gdLst/>
              <a:ahLst/>
              <a:cxnLst/>
              <a:rect l="l" t="t" r="r" b="b"/>
              <a:pathLst>
                <a:path w="291464" h="151129">
                  <a:moveTo>
                    <a:pt x="290944" y="0"/>
                  </a:moveTo>
                  <a:lnTo>
                    <a:pt x="0" y="0"/>
                  </a:lnTo>
                  <a:lnTo>
                    <a:pt x="0" y="150812"/>
                  </a:lnTo>
                  <a:lnTo>
                    <a:pt x="290944" y="150812"/>
                  </a:lnTo>
                  <a:lnTo>
                    <a:pt x="290944" y="0"/>
                  </a:lnTo>
                  <a:close/>
                </a:path>
              </a:pathLst>
            </a:custGeom>
            <a:solidFill>
              <a:srgbClr val="E4B1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 descr=""/>
            <p:cNvSpPr/>
            <p:nvPr/>
          </p:nvSpPr>
          <p:spPr>
            <a:xfrm>
              <a:off x="1693418" y="3786409"/>
              <a:ext cx="1240155" cy="217804"/>
            </a:xfrm>
            <a:custGeom>
              <a:avLst/>
              <a:gdLst/>
              <a:ahLst/>
              <a:cxnLst/>
              <a:rect l="l" t="t" r="r" b="b"/>
              <a:pathLst>
                <a:path w="1240155" h="217804">
                  <a:moveTo>
                    <a:pt x="26695" y="22910"/>
                  </a:moveTo>
                  <a:lnTo>
                    <a:pt x="0" y="22910"/>
                  </a:lnTo>
                  <a:lnTo>
                    <a:pt x="0" y="206870"/>
                  </a:lnTo>
                  <a:lnTo>
                    <a:pt x="26695" y="206870"/>
                  </a:lnTo>
                  <a:lnTo>
                    <a:pt x="26695" y="22910"/>
                  </a:lnTo>
                  <a:close/>
                </a:path>
                <a:path w="1240155" h="217804">
                  <a:moveTo>
                    <a:pt x="1239608" y="0"/>
                  </a:moveTo>
                  <a:lnTo>
                    <a:pt x="869924" y="0"/>
                  </a:lnTo>
                  <a:lnTo>
                    <a:pt x="869924" y="217551"/>
                  </a:lnTo>
                  <a:lnTo>
                    <a:pt x="1239608" y="217551"/>
                  </a:lnTo>
                  <a:lnTo>
                    <a:pt x="1239608" y="0"/>
                  </a:lnTo>
                  <a:close/>
                </a:path>
              </a:pathLst>
            </a:custGeom>
            <a:solidFill>
              <a:srgbClr val="B7524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 descr=""/>
            <p:cNvSpPr/>
            <p:nvPr/>
          </p:nvSpPr>
          <p:spPr>
            <a:xfrm>
              <a:off x="2604716" y="3822438"/>
              <a:ext cx="291465" cy="151130"/>
            </a:xfrm>
            <a:custGeom>
              <a:avLst/>
              <a:gdLst/>
              <a:ahLst/>
              <a:cxnLst/>
              <a:rect l="l" t="t" r="r" b="b"/>
              <a:pathLst>
                <a:path w="291464" h="151129">
                  <a:moveTo>
                    <a:pt x="290944" y="0"/>
                  </a:moveTo>
                  <a:lnTo>
                    <a:pt x="0" y="0"/>
                  </a:lnTo>
                  <a:lnTo>
                    <a:pt x="0" y="150812"/>
                  </a:lnTo>
                  <a:lnTo>
                    <a:pt x="290944" y="150812"/>
                  </a:lnTo>
                  <a:lnTo>
                    <a:pt x="290944" y="0"/>
                  </a:lnTo>
                  <a:close/>
                </a:path>
              </a:pathLst>
            </a:custGeom>
            <a:solidFill>
              <a:srgbClr val="E4B1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2736848" y="3809308"/>
              <a:ext cx="27305" cy="184150"/>
            </a:xfrm>
            <a:custGeom>
              <a:avLst/>
              <a:gdLst/>
              <a:ahLst/>
              <a:cxnLst/>
              <a:rect l="l" t="t" r="r" b="b"/>
              <a:pathLst>
                <a:path w="27305" h="184150">
                  <a:moveTo>
                    <a:pt x="26690" y="0"/>
                  </a:moveTo>
                  <a:lnTo>
                    <a:pt x="0" y="0"/>
                  </a:lnTo>
                  <a:lnTo>
                    <a:pt x="0" y="183962"/>
                  </a:lnTo>
                  <a:lnTo>
                    <a:pt x="26690" y="183962"/>
                  </a:lnTo>
                  <a:lnTo>
                    <a:pt x="26690" y="0"/>
                  </a:lnTo>
                  <a:close/>
                </a:path>
              </a:pathLst>
            </a:custGeom>
            <a:solidFill>
              <a:srgbClr val="B7524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 descr=""/>
            <p:cNvSpPr/>
            <p:nvPr/>
          </p:nvSpPr>
          <p:spPr>
            <a:xfrm>
              <a:off x="1187818" y="4097927"/>
              <a:ext cx="2085975" cy="200025"/>
            </a:xfrm>
            <a:custGeom>
              <a:avLst/>
              <a:gdLst/>
              <a:ahLst/>
              <a:cxnLst/>
              <a:rect l="l" t="t" r="r" b="b"/>
              <a:pathLst>
                <a:path w="2085975" h="200025">
                  <a:moveTo>
                    <a:pt x="1956892" y="0"/>
                  </a:moveTo>
                  <a:lnTo>
                    <a:pt x="128663" y="44805"/>
                  </a:lnTo>
                  <a:lnTo>
                    <a:pt x="1956892" y="44805"/>
                  </a:lnTo>
                  <a:lnTo>
                    <a:pt x="1956892" y="0"/>
                  </a:lnTo>
                  <a:close/>
                </a:path>
                <a:path w="2085975" h="200025">
                  <a:moveTo>
                    <a:pt x="2019922" y="121691"/>
                  </a:moveTo>
                  <a:lnTo>
                    <a:pt x="2014715" y="75628"/>
                  </a:lnTo>
                  <a:lnTo>
                    <a:pt x="65646" y="121691"/>
                  </a:lnTo>
                  <a:lnTo>
                    <a:pt x="2019922" y="121691"/>
                  </a:lnTo>
                  <a:close/>
                </a:path>
                <a:path w="2085975" h="200025">
                  <a:moveTo>
                    <a:pt x="2085568" y="147167"/>
                  </a:moveTo>
                  <a:lnTo>
                    <a:pt x="0" y="199961"/>
                  </a:lnTo>
                  <a:lnTo>
                    <a:pt x="2085568" y="199961"/>
                  </a:lnTo>
                  <a:lnTo>
                    <a:pt x="2085568" y="147167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8" name="object 88" descr=""/>
          <p:cNvGrpSpPr/>
          <p:nvPr/>
        </p:nvGrpSpPr>
        <p:grpSpPr>
          <a:xfrm>
            <a:off x="2172101" y="1756822"/>
            <a:ext cx="107314" cy="277495"/>
            <a:chOff x="2172101" y="1756822"/>
            <a:chExt cx="107314" cy="277495"/>
          </a:xfrm>
        </p:grpSpPr>
        <p:sp>
          <p:nvSpPr>
            <p:cNvPr id="89" name="object 89" descr=""/>
            <p:cNvSpPr/>
            <p:nvPr/>
          </p:nvSpPr>
          <p:spPr>
            <a:xfrm>
              <a:off x="2199003" y="1756822"/>
              <a:ext cx="53340" cy="277495"/>
            </a:xfrm>
            <a:custGeom>
              <a:avLst/>
              <a:gdLst/>
              <a:ahLst/>
              <a:cxnLst/>
              <a:rect l="l" t="t" r="r" b="b"/>
              <a:pathLst>
                <a:path w="53339" h="277494">
                  <a:moveTo>
                    <a:pt x="26522" y="0"/>
                  </a:moveTo>
                  <a:lnTo>
                    <a:pt x="0" y="276944"/>
                  </a:lnTo>
                  <a:lnTo>
                    <a:pt x="53045" y="276944"/>
                  </a:lnTo>
                  <a:lnTo>
                    <a:pt x="26522" y="0"/>
                  </a:lnTo>
                  <a:close/>
                </a:path>
              </a:pathLst>
            </a:custGeom>
            <a:solidFill>
              <a:srgbClr val="227B4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0" name="object 90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172101" y="1879831"/>
              <a:ext cx="106844" cy="134426"/>
            </a:xfrm>
            <a:prstGeom prst="rect">
              <a:avLst/>
            </a:prstGeom>
          </p:spPr>
        </p:pic>
      </p:grpSp>
      <p:sp>
        <p:nvSpPr>
          <p:cNvPr id="91" name="object 91" descr=""/>
          <p:cNvSpPr/>
          <p:nvPr/>
        </p:nvSpPr>
        <p:spPr>
          <a:xfrm>
            <a:off x="1721842" y="2674997"/>
            <a:ext cx="1010919" cy="34925"/>
          </a:xfrm>
          <a:custGeom>
            <a:avLst/>
            <a:gdLst/>
            <a:ahLst/>
            <a:cxnLst/>
            <a:rect l="l" t="t" r="r" b="b"/>
            <a:pathLst>
              <a:path w="1010919" h="34925">
                <a:moveTo>
                  <a:pt x="1010503" y="0"/>
                </a:moveTo>
                <a:lnTo>
                  <a:pt x="0" y="0"/>
                </a:lnTo>
                <a:lnTo>
                  <a:pt x="0" y="34344"/>
                </a:lnTo>
                <a:lnTo>
                  <a:pt x="1010503" y="34344"/>
                </a:lnTo>
                <a:lnTo>
                  <a:pt x="1010503" y="0"/>
                </a:lnTo>
                <a:close/>
              </a:path>
            </a:pathLst>
          </a:custGeom>
          <a:solidFill>
            <a:srgbClr val="AD3C2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" name="object 92" descr=""/>
          <p:cNvSpPr/>
          <p:nvPr/>
        </p:nvSpPr>
        <p:spPr>
          <a:xfrm>
            <a:off x="1830554" y="3518430"/>
            <a:ext cx="21590" cy="22225"/>
          </a:xfrm>
          <a:custGeom>
            <a:avLst/>
            <a:gdLst/>
            <a:ahLst/>
            <a:cxnLst/>
            <a:rect l="l" t="t" r="r" b="b"/>
            <a:pathLst>
              <a:path w="21589" h="22225">
                <a:moveTo>
                  <a:pt x="10546" y="0"/>
                </a:moveTo>
                <a:lnTo>
                  <a:pt x="2639" y="3412"/>
                </a:lnTo>
                <a:lnTo>
                  <a:pt x="0" y="10921"/>
                </a:lnTo>
                <a:lnTo>
                  <a:pt x="2633" y="18429"/>
                </a:lnTo>
                <a:lnTo>
                  <a:pt x="10546" y="21842"/>
                </a:lnTo>
                <a:lnTo>
                  <a:pt x="18453" y="18429"/>
                </a:lnTo>
                <a:lnTo>
                  <a:pt x="21093" y="10921"/>
                </a:lnTo>
                <a:lnTo>
                  <a:pt x="18459" y="3412"/>
                </a:lnTo>
                <a:lnTo>
                  <a:pt x="10546" y="0"/>
                </a:lnTo>
                <a:close/>
              </a:path>
            </a:pathLst>
          </a:custGeom>
          <a:solidFill>
            <a:srgbClr val="D5805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" name="object 93" descr=""/>
          <p:cNvSpPr/>
          <p:nvPr/>
        </p:nvSpPr>
        <p:spPr>
          <a:xfrm>
            <a:off x="2060402" y="3520314"/>
            <a:ext cx="21590" cy="22225"/>
          </a:xfrm>
          <a:custGeom>
            <a:avLst/>
            <a:gdLst/>
            <a:ahLst/>
            <a:cxnLst/>
            <a:rect l="l" t="t" r="r" b="b"/>
            <a:pathLst>
              <a:path w="21589" h="22225">
                <a:moveTo>
                  <a:pt x="10546" y="0"/>
                </a:moveTo>
                <a:lnTo>
                  <a:pt x="2639" y="3412"/>
                </a:lnTo>
                <a:lnTo>
                  <a:pt x="0" y="10921"/>
                </a:lnTo>
                <a:lnTo>
                  <a:pt x="2633" y="18429"/>
                </a:lnTo>
                <a:lnTo>
                  <a:pt x="10546" y="21842"/>
                </a:lnTo>
                <a:lnTo>
                  <a:pt x="18453" y="18429"/>
                </a:lnTo>
                <a:lnTo>
                  <a:pt x="21093" y="10921"/>
                </a:lnTo>
                <a:lnTo>
                  <a:pt x="18459" y="3412"/>
                </a:lnTo>
                <a:lnTo>
                  <a:pt x="10546" y="0"/>
                </a:lnTo>
                <a:close/>
              </a:path>
            </a:pathLst>
          </a:custGeom>
          <a:solidFill>
            <a:srgbClr val="D5805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" name="object 94" descr=""/>
          <p:cNvSpPr/>
          <p:nvPr/>
        </p:nvSpPr>
        <p:spPr>
          <a:xfrm>
            <a:off x="1598516" y="3207001"/>
            <a:ext cx="1240155" cy="57785"/>
          </a:xfrm>
          <a:custGeom>
            <a:avLst/>
            <a:gdLst/>
            <a:ahLst/>
            <a:cxnLst/>
            <a:rect l="l" t="t" r="r" b="b"/>
            <a:pathLst>
              <a:path w="1240155" h="57785">
                <a:moveTo>
                  <a:pt x="1239784" y="0"/>
                </a:moveTo>
                <a:lnTo>
                  <a:pt x="0" y="0"/>
                </a:lnTo>
                <a:lnTo>
                  <a:pt x="0" y="57160"/>
                </a:lnTo>
                <a:lnTo>
                  <a:pt x="1239784" y="57160"/>
                </a:lnTo>
                <a:lnTo>
                  <a:pt x="1239784" y="0"/>
                </a:lnTo>
                <a:close/>
              </a:path>
            </a:pathLst>
          </a:custGeom>
          <a:solidFill>
            <a:srgbClr val="AD3C2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" name="object 95" descr=""/>
          <p:cNvSpPr/>
          <p:nvPr/>
        </p:nvSpPr>
        <p:spPr>
          <a:xfrm>
            <a:off x="1193639" y="3514898"/>
            <a:ext cx="2047239" cy="41275"/>
          </a:xfrm>
          <a:custGeom>
            <a:avLst/>
            <a:gdLst/>
            <a:ahLst/>
            <a:cxnLst/>
            <a:rect l="l" t="t" r="r" b="b"/>
            <a:pathLst>
              <a:path w="2047239" h="41275">
                <a:moveTo>
                  <a:pt x="2047173" y="0"/>
                </a:moveTo>
                <a:lnTo>
                  <a:pt x="0" y="0"/>
                </a:lnTo>
                <a:lnTo>
                  <a:pt x="0" y="40773"/>
                </a:lnTo>
                <a:lnTo>
                  <a:pt x="2047173" y="40773"/>
                </a:lnTo>
                <a:lnTo>
                  <a:pt x="2047173" y="0"/>
                </a:lnTo>
                <a:close/>
              </a:path>
            </a:pathLst>
          </a:custGeom>
          <a:solidFill>
            <a:srgbClr val="227B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" name="object 96" descr=""/>
          <p:cNvSpPr/>
          <p:nvPr/>
        </p:nvSpPr>
        <p:spPr>
          <a:xfrm>
            <a:off x="2000859" y="3768438"/>
            <a:ext cx="462915" cy="297815"/>
          </a:xfrm>
          <a:custGeom>
            <a:avLst/>
            <a:gdLst/>
            <a:ahLst/>
            <a:cxnLst/>
            <a:rect l="l" t="t" r="r" b="b"/>
            <a:pathLst>
              <a:path w="462914" h="297814">
                <a:moveTo>
                  <a:pt x="462876" y="0"/>
                </a:moveTo>
                <a:lnTo>
                  <a:pt x="461556" y="0"/>
                </a:lnTo>
                <a:lnTo>
                  <a:pt x="440677" y="0"/>
                </a:lnTo>
                <a:lnTo>
                  <a:pt x="20866" y="0"/>
                </a:lnTo>
                <a:lnTo>
                  <a:pt x="0" y="0"/>
                </a:lnTo>
                <a:lnTo>
                  <a:pt x="0" y="17970"/>
                </a:lnTo>
                <a:lnTo>
                  <a:pt x="0" y="297421"/>
                </a:lnTo>
                <a:lnTo>
                  <a:pt x="20866" y="297421"/>
                </a:lnTo>
                <a:lnTo>
                  <a:pt x="20866" y="17970"/>
                </a:lnTo>
                <a:lnTo>
                  <a:pt x="440677" y="17970"/>
                </a:lnTo>
                <a:lnTo>
                  <a:pt x="440677" y="297421"/>
                </a:lnTo>
                <a:lnTo>
                  <a:pt x="461556" y="297421"/>
                </a:lnTo>
                <a:lnTo>
                  <a:pt x="461556" y="17970"/>
                </a:lnTo>
                <a:lnTo>
                  <a:pt x="462876" y="17970"/>
                </a:lnTo>
                <a:lnTo>
                  <a:pt x="462876" y="0"/>
                </a:lnTo>
                <a:close/>
              </a:path>
            </a:pathLst>
          </a:custGeom>
          <a:solidFill>
            <a:srgbClr val="442927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97" name="object 97" descr="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1694417" y="2235328"/>
            <a:ext cx="180141" cy="137698"/>
          </a:xfrm>
          <a:prstGeom prst="rect">
            <a:avLst/>
          </a:prstGeom>
        </p:spPr>
      </p:pic>
      <p:sp>
        <p:nvSpPr>
          <p:cNvPr id="98" name="object 98" descr=""/>
          <p:cNvSpPr/>
          <p:nvPr/>
        </p:nvSpPr>
        <p:spPr>
          <a:xfrm>
            <a:off x="2184949" y="1935105"/>
            <a:ext cx="54610" cy="41910"/>
          </a:xfrm>
          <a:custGeom>
            <a:avLst/>
            <a:gdLst/>
            <a:ahLst/>
            <a:cxnLst/>
            <a:rect l="l" t="t" r="r" b="b"/>
            <a:pathLst>
              <a:path w="54610" h="41910">
                <a:moveTo>
                  <a:pt x="40447" y="0"/>
                </a:moveTo>
                <a:lnTo>
                  <a:pt x="3080" y="15572"/>
                </a:lnTo>
                <a:lnTo>
                  <a:pt x="0" y="21240"/>
                </a:lnTo>
                <a:lnTo>
                  <a:pt x="124" y="30169"/>
                </a:lnTo>
                <a:lnTo>
                  <a:pt x="1740" y="38629"/>
                </a:lnTo>
                <a:lnTo>
                  <a:pt x="6241" y="41483"/>
                </a:lnTo>
                <a:lnTo>
                  <a:pt x="14575" y="41483"/>
                </a:lnTo>
                <a:lnTo>
                  <a:pt x="21331" y="36954"/>
                </a:lnTo>
                <a:lnTo>
                  <a:pt x="22535" y="30169"/>
                </a:lnTo>
                <a:lnTo>
                  <a:pt x="26011" y="25520"/>
                </a:lnTo>
                <a:lnTo>
                  <a:pt x="34844" y="20606"/>
                </a:lnTo>
                <a:lnTo>
                  <a:pt x="46769" y="16939"/>
                </a:lnTo>
                <a:lnTo>
                  <a:pt x="54222" y="12000"/>
                </a:lnTo>
                <a:lnTo>
                  <a:pt x="49644" y="3269"/>
                </a:lnTo>
                <a:lnTo>
                  <a:pt x="40447" y="0"/>
                </a:lnTo>
                <a:close/>
              </a:path>
            </a:pathLst>
          </a:custGeom>
          <a:solidFill>
            <a:srgbClr val="FFFFFF">
              <a:alpha val="43998"/>
            </a:srgbClr>
          </a:solidFill>
        </p:spPr>
        <p:txBody>
          <a:bodyPr wrap="square" lIns="0" tIns="0" rIns="0" bIns="0" rtlCol="0"/>
          <a:lstStyle/>
          <a:p/>
        </p:txBody>
      </p:sp>
      <p:pic>
        <p:nvPicPr>
          <p:cNvPr id="99" name="object 99" descr="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1581742" y="2721076"/>
            <a:ext cx="189602" cy="128431"/>
          </a:xfrm>
          <a:prstGeom prst="rect">
            <a:avLst/>
          </a:prstGeom>
        </p:spPr>
      </p:pic>
      <p:pic>
        <p:nvPicPr>
          <p:cNvPr id="100" name="object 100" descr="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1436072" y="3296843"/>
            <a:ext cx="221553" cy="184909"/>
          </a:xfrm>
          <a:prstGeom prst="rect">
            <a:avLst/>
          </a:prstGeom>
        </p:spPr>
      </p:pic>
      <p:pic>
        <p:nvPicPr>
          <p:cNvPr id="101" name="object 101" descr="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3753583" y="3415669"/>
            <a:ext cx="165220" cy="122225"/>
          </a:xfrm>
          <a:prstGeom prst="rect">
            <a:avLst/>
          </a:prstGeom>
        </p:spPr>
      </p:pic>
      <p:pic>
        <p:nvPicPr>
          <p:cNvPr id="102" name="object 102" descr="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4029796" y="2838105"/>
            <a:ext cx="151377" cy="113320"/>
          </a:xfrm>
          <a:prstGeom prst="rect">
            <a:avLst/>
          </a:prstGeom>
        </p:spPr>
      </p:pic>
      <p:pic>
        <p:nvPicPr>
          <p:cNvPr id="103" name="object 103" descr="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4343304" y="2437255"/>
            <a:ext cx="121650" cy="92635"/>
          </a:xfrm>
          <a:prstGeom prst="rect">
            <a:avLst/>
          </a:prstGeom>
        </p:spPr>
      </p:pic>
      <p:pic>
        <p:nvPicPr>
          <p:cNvPr id="104" name="object 104" descr=""/>
          <p:cNvPicPr/>
          <p:nvPr/>
        </p:nvPicPr>
        <p:blipFill>
          <a:blip r:embed="rId19" cstate="print"/>
          <a:stretch>
            <a:fillRect/>
          </a:stretch>
        </p:blipFill>
        <p:spPr>
          <a:xfrm>
            <a:off x="5876222" y="3509454"/>
            <a:ext cx="148560" cy="111212"/>
          </a:xfrm>
          <a:prstGeom prst="rect">
            <a:avLst/>
          </a:prstGeom>
        </p:spPr>
      </p:pic>
      <p:pic>
        <p:nvPicPr>
          <p:cNvPr id="105" name="object 105" descr=""/>
          <p:cNvPicPr/>
          <p:nvPr/>
        </p:nvPicPr>
        <p:blipFill>
          <a:blip r:embed="rId20" cstate="print"/>
          <a:stretch>
            <a:fillRect/>
          </a:stretch>
        </p:blipFill>
        <p:spPr>
          <a:xfrm>
            <a:off x="5843132" y="2835714"/>
            <a:ext cx="151367" cy="113320"/>
          </a:xfrm>
          <a:prstGeom prst="rect">
            <a:avLst/>
          </a:prstGeom>
        </p:spPr>
      </p:pic>
      <p:pic>
        <p:nvPicPr>
          <p:cNvPr id="106" name="object 106" descr=""/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5553736" y="2430662"/>
            <a:ext cx="121650" cy="92635"/>
          </a:xfrm>
          <a:prstGeom prst="rect">
            <a:avLst/>
          </a:prstGeom>
        </p:spPr>
      </p:pic>
      <p:grpSp>
        <p:nvGrpSpPr>
          <p:cNvPr id="107" name="object 107" descr=""/>
          <p:cNvGrpSpPr/>
          <p:nvPr/>
        </p:nvGrpSpPr>
        <p:grpSpPr>
          <a:xfrm>
            <a:off x="4349348" y="1832125"/>
            <a:ext cx="1313180" cy="925830"/>
            <a:chOff x="4349348" y="1832125"/>
            <a:chExt cx="1313180" cy="925830"/>
          </a:xfrm>
        </p:grpSpPr>
        <p:sp>
          <p:nvSpPr>
            <p:cNvPr id="108" name="object 108" descr=""/>
            <p:cNvSpPr/>
            <p:nvPr/>
          </p:nvSpPr>
          <p:spPr>
            <a:xfrm>
              <a:off x="4975168" y="1832125"/>
              <a:ext cx="59055" cy="308610"/>
            </a:xfrm>
            <a:custGeom>
              <a:avLst/>
              <a:gdLst/>
              <a:ahLst/>
              <a:cxnLst/>
              <a:rect l="l" t="t" r="r" b="b"/>
              <a:pathLst>
                <a:path w="59054" h="308610">
                  <a:moveTo>
                    <a:pt x="29496" y="0"/>
                  </a:moveTo>
                  <a:lnTo>
                    <a:pt x="0" y="308001"/>
                  </a:lnTo>
                  <a:lnTo>
                    <a:pt x="58992" y="308001"/>
                  </a:lnTo>
                  <a:lnTo>
                    <a:pt x="29496" y="0"/>
                  </a:lnTo>
                  <a:close/>
                </a:path>
              </a:pathLst>
            </a:custGeom>
            <a:solidFill>
              <a:srgbClr val="1F3B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 descr=""/>
            <p:cNvSpPr/>
            <p:nvPr/>
          </p:nvSpPr>
          <p:spPr>
            <a:xfrm>
              <a:off x="4349348" y="2140129"/>
              <a:ext cx="1313180" cy="439420"/>
            </a:xfrm>
            <a:custGeom>
              <a:avLst/>
              <a:gdLst/>
              <a:ahLst/>
              <a:cxnLst/>
              <a:rect l="l" t="t" r="r" b="b"/>
              <a:pathLst>
                <a:path w="1313179" h="439419">
                  <a:moveTo>
                    <a:pt x="693549" y="0"/>
                  </a:moveTo>
                  <a:lnTo>
                    <a:pt x="619604" y="0"/>
                  </a:lnTo>
                  <a:lnTo>
                    <a:pt x="571326" y="82613"/>
                  </a:lnTo>
                  <a:lnTo>
                    <a:pt x="522532" y="138321"/>
                  </a:lnTo>
                  <a:lnTo>
                    <a:pt x="443792" y="192476"/>
                  </a:lnTo>
                  <a:lnTo>
                    <a:pt x="305676" y="270431"/>
                  </a:lnTo>
                  <a:lnTo>
                    <a:pt x="197988" y="319271"/>
                  </a:lnTo>
                  <a:lnTo>
                    <a:pt x="99570" y="350079"/>
                  </a:lnTo>
                  <a:lnTo>
                    <a:pt x="27786" y="366149"/>
                  </a:lnTo>
                  <a:lnTo>
                    <a:pt x="0" y="370774"/>
                  </a:lnTo>
                  <a:lnTo>
                    <a:pt x="38553" y="438866"/>
                  </a:lnTo>
                  <a:lnTo>
                    <a:pt x="1274610" y="438866"/>
                  </a:lnTo>
                  <a:lnTo>
                    <a:pt x="1313153" y="370774"/>
                  </a:lnTo>
                  <a:lnTo>
                    <a:pt x="1216336" y="356978"/>
                  </a:lnTo>
                  <a:lnTo>
                    <a:pt x="1152224" y="341928"/>
                  </a:lnTo>
                  <a:lnTo>
                    <a:pt x="1092159" y="316214"/>
                  </a:lnTo>
                  <a:lnTo>
                    <a:pt x="1007487" y="270431"/>
                  </a:lnTo>
                  <a:lnTo>
                    <a:pt x="858521" y="172879"/>
                  </a:lnTo>
                  <a:lnTo>
                    <a:pt x="761707" y="86062"/>
                  </a:lnTo>
                  <a:lnTo>
                    <a:pt x="709298" y="23822"/>
                  </a:lnTo>
                  <a:lnTo>
                    <a:pt x="693549" y="0"/>
                  </a:lnTo>
                  <a:close/>
                </a:path>
              </a:pathLst>
            </a:custGeom>
            <a:solidFill>
              <a:srgbClr val="AD3C2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 descr=""/>
            <p:cNvSpPr/>
            <p:nvPr/>
          </p:nvSpPr>
          <p:spPr>
            <a:xfrm>
              <a:off x="4349343" y="2510910"/>
              <a:ext cx="1313180" cy="68580"/>
            </a:xfrm>
            <a:custGeom>
              <a:avLst/>
              <a:gdLst/>
              <a:ahLst/>
              <a:cxnLst/>
              <a:rect l="l" t="t" r="r" b="b"/>
              <a:pathLst>
                <a:path w="1313179" h="68580">
                  <a:moveTo>
                    <a:pt x="1313154" y="0"/>
                  </a:moveTo>
                  <a:lnTo>
                    <a:pt x="656577" y="0"/>
                  </a:lnTo>
                  <a:lnTo>
                    <a:pt x="0" y="0"/>
                  </a:lnTo>
                  <a:lnTo>
                    <a:pt x="38557" y="68084"/>
                  </a:lnTo>
                  <a:lnTo>
                    <a:pt x="656577" y="68084"/>
                  </a:lnTo>
                  <a:lnTo>
                    <a:pt x="1274597" y="68084"/>
                  </a:lnTo>
                  <a:lnTo>
                    <a:pt x="1313154" y="0"/>
                  </a:lnTo>
                  <a:close/>
                </a:path>
              </a:pathLst>
            </a:custGeom>
            <a:solidFill>
              <a:srgbClr val="1F3B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 descr=""/>
            <p:cNvSpPr/>
            <p:nvPr/>
          </p:nvSpPr>
          <p:spPr>
            <a:xfrm>
              <a:off x="4358706" y="2578995"/>
              <a:ext cx="1291590" cy="179070"/>
            </a:xfrm>
            <a:custGeom>
              <a:avLst/>
              <a:gdLst/>
              <a:ahLst/>
              <a:cxnLst/>
              <a:rect l="l" t="t" r="r" b="b"/>
              <a:pathLst>
                <a:path w="1291589" h="179069">
                  <a:moveTo>
                    <a:pt x="1259637" y="0"/>
                  </a:moveTo>
                  <a:lnTo>
                    <a:pt x="23590" y="0"/>
                  </a:lnTo>
                  <a:lnTo>
                    <a:pt x="0" y="178580"/>
                  </a:lnTo>
                  <a:lnTo>
                    <a:pt x="1291541" y="178580"/>
                  </a:lnTo>
                  <a:lnTo>
                    <a:pt x="1259637" y="0"/>
                  </a:lnTo>
                  <a:close/>
                </a:path>
              </a:pathLst>
            </a:custGeom>
            <a:solidFill>
              <a:srgbClr val="E4B17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2" name="object 112" descr=""/>
          <p:cNvSpPr/>
          <p:nvPr/>
        </p:nvSpPr>
        <p:spPr>
          <a:xfrm>
            <a:off x="4159630" y="3010539"/>
            <a:ext cx="1689735" cy="288290"/>
          </a:xfrm>
          <a:custGeom>
            <a:avLst/>
            <a:gdLst/>
            <a:ahLst/>
            <a:cxnLst/>
            <a:rect l="l" t="t" r="r" b="b"/>
            <a:pathLst>
              <a:path w="1689735" h="288289">
                <a:moveTo>
                  <a:pt x="1647949" y="0"/>
                </a:moveTo>
                <a:lnTo>
                  <a:pt x="30868" y="0"/>
                </a:lnTo>
                <a:lnTo>
                  <a:pt x="0" y="287938"/>
                </a:lnTo>
                <a:lnTo>
                  <a:pt x="1689686" y="287938"/>
                </a:lnTo>
                <a:lnTo>
                  <a:pt x="1647949" y="0"/>
                </a:lnTo>
                <a:close/>
              </a:path>
            </a:pathLst>
          </a:custGeom>
          <a:solidFill>
            <a:srgbClr val="E4B17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" name="object 113" descr=""/>
          <p:cNvSpPr/>
          <p:nvPr/>
        </p:nvSpPr>
        <p:spPr>
          <a:xfrm>
            <a:off x="3966170" y="3606067"/>
            <a:ext cx="2113915" cy="491490"/>
          </a:xfrm>
          <a:custGeom>
            <a:avLst/>
            <a:gdLst/>
            <a:ahLst/>
            <a:cxnLst/>
            <a:rect l="l" t="t" r="r" b="b"/>
            <a:pathLst>
              <a:path w="2113915" h="491489">
                <a:moveTo>
                  <a:pt x="2061361" y="0"/>
                </a:moveTo>
                <a:lnTo>
                  <a:pt x="38606" y="0"/>
                </a:lnTo>
                <a:lnTo>
                  <a:pt x="0" y="490896"/>
                </a:lnTo>
                <a:lnTo>
                  <a:pt x="2113569" y="490896"/>
                </a:lnTo>
                <a:lnTo>
                  <a:pt x="2061361" y="0"/>
                </a:lnTo>
                <a:close/>
              </a:path>
            </a:pathLst>
          </a:custGeom>
          <a:solidFill>
            <a:srgbClr val="E4B179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14" name="object 114" descr=""/>
          <p:cNvGrpSpPr/>
          <p:nvPr/>
        </p:nvGrpSpPr>
        <p:grpSpPr>
          <a:xfrm>
            <a:off x="4052916" y="2751493"/>
            <a:ext cx="1913255" cy="259079"/>
            <a:chOff x="4052916" y="2751493"/>
            <a:chExt cx="1913255" cy="259079"/>
          </a:xfrm>
        </p:grpSpPr>
        <p:sp>
          <p:nvSpPr>
            <p:cNvPr id="115" name="object 115" descr=""/>
            <p:cNvSpPr/>
            <p:nvPr/>
          </p:nvSpPr>
          <p:spPr>
            <a:xfrm>
              <a:off x="4052916" y="2751493"/>
              <a:ext cx="1913255" cy="259079"/>
            </a:xfrm>
            <a:custGeom>
              <a:avLst/>
              <a:gdLst/>
              <a:ahLst/>
              <a:cxnLst/>
              <a:rect l="l" t="t" r="r" b="b"/>
              <a:pathLst>
                <a:path w="1913254" h="259080">
                  <a:moveTo>
                    <a:pt x="1608013" y="0"/>
                  </a:moveTo>
                  <a:lnTo>
                    <a:pt x="956609" y="5518"/>
                  </a:lnTo>
                  <a:lnTo>
                    <a:pt x="305205" y="0"/>
                  </a:lnTo>
                  <a:lnTo>
                    <a:pt x="276686" y="29426"/>
                  </a:lnTo>
                  <a:lnTo>
                    <a:pt x="224330" y="74564"/>
                  </a:lnTo>
                  <a:lnTo>
                    <a:pt x="180633" y="103054"/>
                  </a:lnTo>
                  <a:lnTo>
                    <a:pt x="114569" y="140160"/>
                  </a:lnTo>
                  <a:lnTo>
                    <a:pt x="56681" y="167776"/>
                  </a:lnTo>
                  <a:lnTo>
                    <a:pt x="15610" y="185004"/>
                  </a:lnTo>
                  <a:lnTo>
                    <a:pt x="0" y="190947"/>
                  </a:lnTo>
                  <a:lnTo>
                    <a:pt x="58134" y="259049"/>
                  </a:lnTo>
                  <a:lnTo>
                    <a:pt x="1855084" y="259049"/>
                  </a:lnTo>
                  <a:lnTo>
                    <a:pt x="1913208" y="190947"/>
                  </a:lnTo>
                  <a:lnTo>
                    <a:pt x="1859238" y="171297"/>
                  </a:lnTo>
                  <a:lnTo>
                    <a:pt x="1822434" y="155592"/>
                  </a:lnTo>
                  <a:lnTo>
                    <a:pt x="1785860" y="135591"/>
                  </a:lnTo>
                  <a:lnTo>
                    <a:pt x="1732585" y="103054"/>
                  </a:lnTo>
                  <a:lnTo>
                    <a:pt x="1688887" y="74564"/>
                  </a:lnTo>
                  <a:lnTo>
                    <a:pt x="1636528" y="29426"/>
                  </a:lnTo>
                  <a:lnTo>
                    <a:pt x="1608013" y="0"/>
                  </a:lnTo>
                  <a:close/>
                </a:path>
              </a:pathLst>
            </a:custGeom>
            <a:solidFill>
              <a:srgbClr val="AD3C2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 descr=""/>
            <p:cNvSpPr/>
            <p:nvPr/>
          </p:nvSpPr>
          <p:spPr>
            <a:xfrm>
              <a:off x="4052913" y="2942443"/>
              <a:ext cx="1913255" cy="68580"/>
            </a:xfrm>
            <a:custGeom>
              <a:avLst/>
              <a:gdLst/>
              <a:ahLst/>
              <a:cxnLst/>
              <a:rect l="l" t="t" r="r" b="b"/>
              <a:pathLst>
                <a:path w="1913254" h="68580">
                  <a:moveTo>
                    <a:pt x="1913204" y="0"/>
                  </a:moveTo>
                  <a:lnTo>
                    <a:pt x="1164082" y="0"/>
                  </a:lnTo>
                  <a:lnTo>
                    <a:pt x="1120571" y="0"/>
                  </a:lnTo>
                  <a:lnTo>
                    <a:pt x="0" y="0"/>
                  </a:lnTo>
                  <a:lnTo>
                    <a:pt x="46545" y="68110"/>
                  </a:lnTo>
                  <a:lnTo>
                    <a:pt x="1120571" y="68110"/>
                  </a:lnTo>
                  <a:lnTo>
                    <a:pt x="1164082" y="68110"/>
                  </a:lnTo>
                  <a:lnTo>
                    <a:pt x="1866671" y="68110"/>
                  </a:lnTo>
                  <a:lnTo>
                    <a:pt x="1913204" y="0"/>
                  </a:lnTo>
                  <a:close/>
                </a:path>
              </a:pathLst>
            </a:custGeom>
            <a:solidFill>
              <a:srgbClr val="1F3B7A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7" name="object 117" descr=""/>
          <p:cNvGrpSpPr/>
          <p:nvPr/>
        </p:nvGrpSpPr>
        <p:grpSpPr>
          <a:xfrm>
            <a:off x="3767313" y="3290616"/>
            <a:ext cx="2498090" cy="313690"/>
            <a:chOff x="3767313" y="3290616"/>
            <a:chExt cx="2498090" cy="313690"/>
          </a:xfrm>
        </p:grpSpPr>
        <p:sp>
          <p:nvSpPr>
            <p:cNvPr id="118" name="object 118" descr=""/>
            <p:cNvSpPr/>
            <p:nvPr/>
          </p:nvSpPr>
          <p:spPr>
            <a:xfrm>
              <a:off x="3769214" y="3290616"/>
              <a:ext cx="2496185" cy="313690"/>
            </a:xfrm>
            <a:custGeom>
              <a:avLst/>
              <a:gdLst/>
              <a:ahLst/>
              <a:cxnLst/>
              <a:rect l="l" t="t" r="r" b="b"/>
              <a:pathLst>
                <a:path w="2496185" h="313689">
                  <a:moveTo>
                    <a:pt x="2097936" y="0"/>
                  </a:moveTo>
                  <a:lnTo>
                    <a:pt x="1248066" y="6690"/>
                  </a:lnTo>
                  <a:lnTo>
                    <a:pt x="383590" y="638"/>
                  </a:lnTo>
                  <a:lnTo>
                    <a:pt x="350229" y="36839"/>
                  </a:lnTo>
                  <a:lnTo>
                    <a:pt x="290911" y="90572"/>
                  </a:lnTo>
                  <a:lnTo>
                    <a:pt x="235657" y="124729"/>
                  </a:lnTo>
                  <a:lnTo>
                    <a:pt x="149467" y="169634"/>
                  </a:lnTo>
                  <a:lnTo>
                    <a:pt x="73945" y="203057"/>
                  </a:lnTo>
                  <a:lnTo>
                    <a:pt x="20365" y="223910"/>
                  </a:lnTo>
                  <a:lnTo>
                    <a:pt x="0" y="231102"/>
                  </a:lnTo>
                  <a:lnTo>
                    <a:pt x="75840" y="313519"/>
                  </a:lnTo>
                  <a:lnTo>
                    <a:pt x="2420282" y="313519"/>
                  </a:lnTo>
                  <a:lnTo>
                    <a:pt x="2496133" y="231102"/>
                  </a:lnTo>
                  <a:lnTo>
                    <a:pt x="2425712" y="207318"/>
                  </a:lnTo>
                  <a:lnTo>
                    <a:pt x="2377690" y="188309"/>
                  </a:lnTo>
                  <a:lnTo>
                    <a:pt x="2329972" y="164104"/>
                  </a:lnTo>
                  <a:lnTo>
                    <a:pt x="2260465" y="124729"/>
                  </a:lnTo>
                  <a:lnTo>
                    <a:pt x="2203456" y="90243"/>
                  </a:lnTo>
                  <a:lnTo>
                    <a:pt x="2165999" y="63114"/>
                  </a:lnTo>
                  <a:lnTo>
                    <a:pt x="2135143" y="35610"/>
                  </a:lnTo>
                  <a:lnTo>
                    <a:pt x="2097936" y="0"/>
                  </a:lnTo>
                  <a:close/>
                </a:path>
              </a:pathLst>
            </a:custGeom>
            <a:solidFill>
              <a:srgbClr val="AD3C2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 descr=""/>
            <p:cNvSpPr/>
            <p:nvPr/>
          </p:nvSpPr>
          <p:spPr>
            <a:xfrm>
              <a:off x="3767302" y="3522046"/>
              <a:ext cx="2498090" cy="82550"/>
            </a:xfrm>
            <a:custGeom>
              <a:avLst/>
              <a:gdLst/>
              <a:ahLst/>
              <a:cxnLst/>
              <a:rect l="l" t="t" r="r" b="b"/>
              <a:pathLst>
                <a:path w="2498090" h="82550">
                  <a:moveTo>
                    <a:pt x="2498039" y="0"/>
                  </a:moveTo>
                  <a:lnTo>
                    <a:pt x="1164082" y="0"/>
                  </a:lnTo>
                  <a:lnTo>
                    <a:pt x="1117790" y="0"/>
                  </a:lnTo>
                  <a:lnTo>
                    <a:pt x="0" y="0"/>
                  </a:lnTo>
                  <a:lnTo>
                    <a:pt x="46545" y="82092"/>
                  </a:lnTo>
                  <a:lnTo>
                    <a:pt x="1117790" y="82092"/>
                  </a:lnTo>
                  <a:lnTo>
                    <a:pt x="1164082" y="82092"/>
                  </a:lnTo>
                  <a:lnTo>
                    <a:pt x="2451493" y="82092"/>
                  </a:lnTo>
                  <a:lnTo>
                    <a:pt x="2498039" y="0"/>
                  </a:lnTo>
                  <a:close/>
                </a:path>
              </a:pathLst>
            </a:custGeom>
            <a:solidFill>
              <a:srgbClr val="1F3B7A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0" name="object 120" descr=""/>
          <p:cNvGrpSpPr/>
          <p:nvPr/>
        </p:nvGrpSpPr>
        <p:grpSpPr>
          <a:xfrm>
            <a:off x="4946708" y="1967851"/>
            <a:ext cx="116205" cy="180340"/>
            <a:chOff x="4946708" y="1967851"/>
            <a:chExt cx="116205" cy="180340"/>
          </a:xfrm>
        </p:grpSpPr>
        <p:sp>
          <p:nvSpPr>
            <p:cNvPr id="121" name="object 121" descr=""/>
            <p:cNvSpPr/>
            <p:nvPr/>
          </p:nvSpPr>
          <p:spPr>
            <a:xfrm>
              <a:off x="4954173" y="2103569"/>
              <a:ext cx="102235" cy="44450"/>
            </a:xfrm>
            <a:custGeom>
              <a:avLst/>
              <a:gdLst/>
              <a:ahLst/>
              <a:cxnLst/>
              <a:rect l="l" t="t" r="r" b="b"/>
              <a:pathLst>
                <a:path w="102235" h="44450">
                  <a:moveTo>
                    <a:pt x="101703" y="0"/>
                  </a:moveTo>
                  <a:lnTo>
                    <a:pt x="0" y="0"/>
                  </a:lnTo>
                  <a:lnTo>
                    <a:pt x="0" y="44019"/>
                  </a:lnTo>
                  <a:lnTo>
                    <a:pt x="101703" y="44019"/>
                  </a:lnTo>
                  <a:lnTo>
                    <a:pt x="101703" y="0"/>
                  </a:lnTo>
                  <a:close/>
                </a:path>
              </a:pathLst>
            </a:custGeom>
            <a:solidFill>
              <a:srgbClr val="1F3B7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2" name="object 122" descr="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4946708" y="1967851"/>
              <a:ext cx="115912" cy="115912"/>
            </a:xfrm>
            <a:prstGeom prst="rect">
              <a:avLst/>
            </a:prstGeom>
          </p:spPr>
        </p:pic>
      </p:grpSp>
      <p:pic>
        <p:nvPicPr>
          <p:cNvPr id="123" name="object 123" descr=""/>
          <p:cNvPicPr/>
          <p:nvPr/>
        </p:nvPicPr>
        <p:blipFill>
          <a:blip r:embed="rId23" cstate="print"/>
          <a:stretch>
            <a:fillRect/>
          </a:stretch>
        </p:blipFill>
        <p:spPr>
          <a:xfrm>
            <a:off x="4522075" y="2578201"/>
            <a:ext cx="115200" cy="174636"/>
          </a:xfrm>
          <a:prstGeom prst="rect">
            <a:avLst/>
          </a:prstGeom>
        </p:spPr>
      </p:pic>
      <p:sp>
        <p:nvSpPr>
          <p:cNvPr id="124" name="object 124" descr=""/>
          <p:cNvSpPr/>
          <p:nvPr/>
        </p:nvSpPr>
        <p:spPr>
          <a:xfrm>
            <a:off x="4318495" y="3003619"/>
            <a:ext cx="115570" cy="294005"/>
          </a:xfrm>
          <a:custGeom>
            <a:avLst/>
            <a:gdLst/>
            <a:ahLst/>
            <a:cxnLst/>
            <a:rect l="l" t="t" r="r" b="b"/>
            <a:pathLst>
              <a:path w="115570" h="294004">
                <a:moveTo>
                  <a:pt x="115201" y="1778"/>
                </a:moveTo>
                <a:lnTo>
                  <a:pt x="112941" y="838"/>
                </a:lnTo>
                <a:lnTo>
                  <a:pt x="111264" y="838"/>
                </a:lnTo>
                <a:lnTo>
                  <a:pt x="81991" y="927"/>
                </a:lnTo>
                <a:lnTo>
                  <a:pt x="70815" y="838"/>
                </a:lnTo>
                <a:lnTo>
                  <a:pt x="66027" y="0"/>
                </a:lnTo>
                <a:lnTo>
                  <a:pt x="65506" y="838"/>
                </a:lnTo>
                <a:lnTo>
                  <a:pt x="49669" y="838"/>
                </a:lnTo>
                <a:lnTo>
                  <a:pt x="49161" y="0"/>
                </a:lnTo>
                <a:lnTo>
                  <a:pt x="44373" y="838"/>
                </a:lnTo>
                <a:lnTo>
                  <a:pt x="36144" y="838"/>
                </a:lnTo>
                <a:lnTo>
                  <a:pt x="3924" y="838"/>
                </a:lnTo>
                <a:lnTo>
                  <a:pt x="2247" y="838"/>
                </a:lnTo>
                <a:lnTo>
                  <a:pt x="0" y="1778"/>
                </a:lnTo>
                <a:lnTo>
                  <a:pt x="177" y="15887"/>
                </a:lnTo>
                <a:lnTo>
                  <a:pt x="76" y="31648"/>
                </a:lnTo>
                <a:lnTo>
                  <a:pt x="18072" y="47447"/>
                </a:lnTo>
                <a:lnTo>
                  <a:pt x="25692" y="47282"/>
                </a:lnTo>
                <a:lnTo>
                  <a:pt x="26555" y="46228"/>
                </a:lnTo>
                <a:lnTo>
                  <a:pt x="26708" y="40703"/>
                </a:lnTo>
                <a:lnTo>
                  <a:pt x="26416" y="36461"/>
                </a:lnTo>
                <a:lnTo>
                  <a:pt x="25755" y="32283"/>
                </a:lnTo>
                <a:lnTo>
                  <a:pt x="26009" y="35572"/>
                </a:lnTo>
                <a:lnTo>
                  <a:pt x="24726" y="40005"/>
                </a:lnTo>
                <a:lnTo>
                  <a:pt x="18199" y="41287"/>
                </a:lnTo>
                <a:lnTo>
                  <a:pt x="16471" y="40576"/>
                </a:lnTo>
                <a:lnTo>
                  <a:pt x="12636" y="40424"/>
                </a:lnTo>
                <a:lnTo>
                  <a:pt x="10985" y="22542"/>
                </a:lnTo>
                <a:lnTo>
                  <a:pt x="11099" y="22085"/>
                </a:lnTo>
                <a:lnTo>
                  <a:pt x="15900" y="21196"/>
                </a:lnTo>
                <a:lnTo>
                  <a:pt x="26822" y="20904"/>
                </a:lnTo>
                <a:lnTo>
                  <a:pt x="36144" y="20815"/>
                </a:lnTo>
                <a:lnTo>
                  <a:pt x="36144" y="293687"/>
                </a:lnTo>
                <a:lnTo>
                  <a:pt x="81991" y="293687"/>
                </a:lnTo>
                <a:lnTo>
                  <a:pt x="81991" y="20840"/>
                </a:lnTo>
                <a:lnTo>
                  <a:pt x="88366" y="20904"/>
                </a:lnTo>
                <a:lnTo>
                  <a:pt x="99301" y="21196"/>
                </a:lnTo>
                <a:lnTo>
                  <a:pt x="104089" y="22085"/>
                </a:lnTo>
                <a:lnTo>
                  <a:pt x="104216" y="22542"/>
                </a:lnTo>
                <a:lnTo>
                  <a:pt x="102552" y="40424"/>
                </a:lnTo>
                <a:lnTo>
                  <a:pt x="98717" y="40576"/>
                </a:lnTo>
                <a:lnTo>
                  <a:pt x="96989" y="41287"/>
                </a:lnTo>
                <a:lnTo>
                  <a:pt x="90462" y="40005"/>
                </a:lnTo>
                <a:lnTo>
                  <a:pt x="89192" y="35572"/>
                </a:lnTo>
                <a:lnTo>
                  <a:pt x="89433" y="32283"/>
                </a:lnTo>
                <a:lnTo>
                  <a:pt x="88773" y="36461"/>
                </a:lnTo>
                <a:lnTo>
                  <a:pt x="88480" y="40703"/>
                </a:lnTo>
                <a:lnTo>
                  <a:pt x="88633" y="46228"/>
                </a:lnTo>
                <a:lnTo>
                  <a:pt x="89496" y="47282"/>
                </a:lnTo>
                <a:lnTo>
                  <a:pt x="97129" y="47447"/>
                </a:lnTo>
                <a:lnTo>
                  <a:pt x="103187" y="47091"/>
                </a:lnTo>
                <a:lnTo>
                  <a:pt x="109194" y="46266"/>
                </a:lnTo>
                <a:lnTo>
                  <a:pt x="112903" y="45643"/>
                </a:lnTo>
                <a:lnTo>
                  <a:pt x="114985" y="42913"/>
                </a:lnTo>
                <a:lnTo>
                  <a:pt x="115112" y="31648"/>
                </a:lnTo>
                <a:lnTo>
                  <a:pt x="115011" y="15887"/>
                </a:lnTo>
                <a:lnTo>
                  <a:pt x="115201" y="1778"/>
                </a:lnTo>
                <a:close/>
              </a:path>
            </a:pathLst>
          </a:custGeom>
          <a:solidFill>
            <a:srgbClr val="1F3B7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" name="object 125" descr=""/>
          <p:cNvSpPr/>
          <p:nvPr/>
        </p:nvSpPr>
        <p:spPr>
          <a:xfrm>
            <a:off x="4747298" y="3003619"/>
            <a:ext cx="115570" cy="294005"/>
          </a:xfrm>
          <a:custGeom>
            <a:avLst/>
            <a:gdLst/>
            <a:ahLst/>
            <a:cxnLst/>
            <a:rect l="l" t="t" r="r" b="b"/>
            <a:pathLst>
              <a:path w="115570" h="294004">
                <a:moveTo>
                  <a:pt x="115201" y="1778"/>
                </a:moveTo>
                <a:lnTo>
                  <a:pt x="112941" y="838"/>
                </a:lnTo>
                <a:lnTo>
                  <a:pt x="111264" y="838"/>
                </a:lnTo>
                <a:lnTo>
                  <a:pt x="81991" y="927"/>
                </a:lnTo>
                <a:lnTo>
                  <a:pt x="70815" y="838"/>
                </a:lnTo>
                <a:lnTo>
                  <a:pt x="66027" y="0"/>
                </a:lnTo>
                <a:lnTo>
                  <a:pt x="65506" y="838"/>
                </a:lnTo>
                <a:lnTo>
                  <a:pt x="49669" y="838"/>
                </a:lnTo>
                <a:lnTo>
                  <a:pt x="49161" y="0"/>
                </a:lnTo>
                <a:lnTo>
                  <a:pt x="44373" y="838"/>
                </a:lnTo>
                <a:lnTo>
                  <a:pt x="36144" y="838"/>
                </a:lnTo>
                <a:lnTo>
                  <a:pt x="3924" y="838"/>
                </a:lnTo>
                <a:lnTo>
                  <a:pt x="2247" y="838"/>
                </a:lnTo>
                <a:lnTo>
                  <a:pt x="0" y="1778"/>
                </a:lnTo>
                <a:lnTo>
                  <a:pt x="177" y="15887"/>
                </a:lnTo>
                <a:lnTo>
                  <a:pt x="76" y="31648"/>
                </a:lnTo>
                <a:lnTo>
                  <a:pt x="18072" y="47447"/>
                </a:lnTo>
                <a:lnTo>
                  <a:pt x="25692" y="47282"/>
                </a:lnTo>
                <a:lnTo>
                  <a:pt x="26555" y="46228"/>
                </a:lnTo>
                <a:lnTo>
                  <a:pt x="26708" y="40703"/>
                </a:lnTo>
                <a:lnTo>
                  <a:pt x="26416" y="36461"/>
                </a:lnTo>
                <a:lnTo>
                  <a:pt x="25742" y="32283"/>
                </a:lnTo>
                <a:lnTo>
                  <a:pt x="26009" y="35572"/>
                </a:lnTo>
                <a:lnTo>
                  <a:pt x="24726" y="40005"/>
                </a:lnTo>
                <a:lnTo>
                  <a:pt x="18199" y="41287"/>
                </a:lnTo>
                <a:lnTo>
                  <a:pt x="16471" y="40576"/>
                </a:lnTo>
                <a:lnTo>
                  <a:pt x="12636" y="40424"/>
                </a:lnTo>
                <a:lnTo>
                  <a:pt x="10985" y="22542"/>
                </a:lnTo>
                <a:lnTo>
                  <a:pt x="11099" y="22085"/>
                </a:lnTo>
                <a:lnTo>
                  <a:pt x="15887" y="21196"/>
                </a:lnTo>
                <a:lnTo>
                  <a:pt x="26822" y="20904"/>
                </a:lnTo>
                <a:lnTo>
                  <a:pt x="36144" y="20815"/>
                </a:lnTo>
                <a:lnTo>
                  <a:pt x="36144" y="293687"/>
                </a:lnTo>
                <a:lnTo>
                  <a:pt x="81991" y="293687"/>
                </a:lnTo>
                <a:lnTo>
                  <a:pt x="81991" y="20840"/>
                </a:lnTo>
                <a:lnTo>
                  <a:pt x="88366" y="20904"/>
                </a:lnTo>
                <a:lnTo>
                  <a:pt x="99301" y="21196"/>
                </a:lnTo>
                <a:lnTo>
                  <a:pt x="104089" y="22085"/>
                </a:lnTo>
                <a:lnTo>
                  <a:pt x="104216" y="22542"/>
                </a:lnTo>
                <a:lnTo>
                  <a:pt x="102552" y="40424"/>
                </a:lnTo>
                <a:lnTo>
                  <a:pt x="98717" y="40576"/>
                </a:lnTo>
                <a:lnTo>
                  <a:pt x="96989" y="41287"/>
                </a:lnTo>
                <a:lnTo>
                  <a:pt x="90462" y="40005"/>
                </a:lnTo>
                <a:lnTo>
                  <a:pt x="89192" y="35572"/>
                </a:lnTo>
                <a:lnTo>
                  <a:pt x="89433" y="32283"/>
                </a:lnTo>
                <a:lnTo>
                  <a:pt x="88773" y="36461"/>
                </a:lnTo>
                <a:lnTo>
                  <a:pt x="88480" y="40703"/>
                </a:lnTo>
                <a:lnTo>
                  <a:pt x="88633" y="46228"/>
                </a:lnTo>
                <a:lnTo>
                  <a:pt x="89496" y="47282"/>
                </a:lnTo>
                <a:lnTo>
                  <a:pt x="97129" y="47447"/>
                </a:lnTo>
                <a:lnTo>
                  <a:pt x="103187" y="47091"/>
                </a:lnTo>
                <a:lnTo>
                  <a:pt x="109194" y="46266"/>
                </a:lnTo>
                <a:lnTo>
                  <a:pt x="112903" y="45643"/>
                </a:lnTo>
                <a:lnTo>
                  <a:pt x="114985" y="42913"/>
                </a:lnTo>
                <a:lnTo>
                  <a:pt x="115112" y="31648"/>
                </a:lnTo>
                <a:lnTo>
                  <a:pt x="115011" y="15887"/>
                </a:lnTo>
                <a:lnTo>
                  <a:pt x="115201" y="1778"/>
                </a:lnTo>
                <a:close/>
              </a:path>
            </a:pathLst>
          </a:custGeom>
          <a:solidFill>
            <a:srgbClr val="1F3B7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" name="object 126" descr=""/>
          <p:cNvSpPr/>
          <p:nvPr/>
        </p:nvSpPr>
        <p:spPr>
          <a:xfrm>
            <a:off x="4407014" y="3605256"/>
            <a:ext cx="115570" cy="488315"/>
          </a:xfrm>
          <a:custGeom>
            <a:avLst/>
            <a:gdLst/>
            <a:ahLst/>
            <a:cxnLst/>
            <a:rect l="l" t="t" r="r" b="b"/>
            <a:pathLst>
              <a:path w="115570" h="488314">
                <a:moveTo>
                  <a:pt x="115201" y="1765"/>
                </a:moveTo>
                <a:lnTo>
                  <a:pt x="112953" y="838"/>
                </a:lnTo>
                <a:lnTo>
                  <a:pt x="111277" y="838"/>
                </a:lnTo>
                <a:lnTo>
                  <a:pt x="81991" y="927"/>
                </a:lnTo>
                <a:lnTo>
                  <a:pt x="70815" y="838"/>
                </a:lnTo>
                <a:lnTo>
                  <a:pt x="66027" y="0"/>
                </a:lnTo>
                <a:lnTo>
                  <a:pt x="65506" y="838"/>
                </a:lnTo>
                <a:lnTo>
                  <a:pt x="49682" y="838"/>
                </a:lnTo>
                <a:lnTo>
                  <a:pt x="49174" y="0"/>
                </a:lnTo>
                <a:lnTo>
                  <a:pt x="44361" y="838"/>
                </a:lnTo>
                <a:lnTo>
                  <a:pt x="36144" y="838"/>
                </a:lnTo>
                <a:lnTo>
                  <a:pt x="3924" y="838"/>
                </a:lnTo>
                <a:lnTo>
                  <a:pt x="2247" y="838"/>
                </a:lnTo>
                <a:lnTo>
                  <a:pt x="0" y="1765"/>
                </a:lnTo>
                <a:lnTo>
                  <a:pt x="177" y="15887"/>
                </a:lnTo>
                <a:lnTo>
                  <a:pt x="76" y="31635"/>
                </a:lnTo>
                <a:lnTo>
                  <a:pt x="18072" y="47447"/>
                </a:lnTo>
                <a:lnTo>
                  <a:pt x="25692" y="47269"/>
                </a:lnTo>
                <a:lnTo>
                  <a:pt x="26555" y="46215"/>
                </a:lnTo>
                <a:lnTo>
                  <a:pt x="26708" y="40703"/>
                </a:lnTo>
                <a:lnTo>
                  <a:pt x="26416" y="36461"/>
                </a:lnTo>
                <a:lnTo>
                  <a:pt x="25742" y="32283"/>
                </a:lnTo>
                <a:lnTo>
                  <a:pt x="26009" y="35572"/>
                </a:lnTo>
                <a:lnTo>
                  <a:pt x="24726" y="40005"/>
                </a:lnTo>
                <a:lnTo>
                  <a:pt x="18211" y="41287"/>
                </a:lnTo>
                <a:lnTo>
                  <a:pt x="16471" y="40576"/>
                </a:lnTo>
                <a:lnTo>
                  <a:pt x="12636" y="40411"/>
                </a:lnTo>
                <a:lnTo>
                  <a:pt x="10985" y="22555"/>
                </a:lnTo>
                <a:lnTo>
                  <a:pt x="11112" y="22085"/>
                </a:lnTo>
                <a:lnTo>
                  <a:pt x="15900" y="21196"/>
                </a:lnTo>
                <a:lnTo>
                  <a:pt x="26822" y="20891"/>
                </a:lnTo>
                <a:lnTo>
                  <a:pt x="36144" y="20802"/>
                </a:lnTo>
                <a:lnTo>
                  <a:pt x="36144" y="487997"/>
                </a:lnTo>
                <a:lnTo>
                  <a:pt x="81991" y="487997"/>
                </a:lnTo>
                <a:lnTo>
                  <a:pt x="81991" y="20828"/>
                </a:lnTo>
                <a:lnTo>
                  <a:pt x="88379" y="20891"/>
                </a:lnTo>
                <a:lnTo>
                  <a:pt x="99301" y="21196"/>
                </a:lnTo>
                <a:lnTo>
                  <a:pt x="104089" y="22085"/>
                </a:lnTo>
                <a:lnTo>
                  <a:pt x="104216" y="22555"/>
                </a:lnTo>
                <a:lnTo>
                  <a:pt x="102565" y="40411"/>
                </a:lnTo>
                <a:lnTo>
                  <a:pt x="98717" y="40576"/>
                </a:lnTo>
                <a:lnTo>
                  <a:pt x="96989" y="41287"/>
                </a:lnTo>
                <a:lnTo>
                  <a:pt x="90462" y="40005"/>
                </a:lnTo>
                <a:lnTo>
                  <a:pt x="89192" y="35572"/>
                </a:lnTo>
                <a:lnTo>
                  <a:pt x="89446" y="32283"/>
                </a:lnTo>
                <a:lnTo>
                  <a:pt x="88785" y="36461"/>
                </a:lnTo>
                <a:lnTo>
                  <a:pt x="88493" y="40703"/>
                </a:lnTo>
                <a:lnTo>
                  <a:pt x="88633" y="46215"/>
                </a:lnTo>
                <a:lnTo>
                  <a:pt x="89496" y="47269"/>
                </a:lnTo>
                <a:lnTo>
                  <a:pt x="97129" y="47447"/>
                </a:lnTo>
                <a:lnTo>
                  <a:pt x="103187" y="47091"/>
                </a:lnTo>
                <a:lnTo>
                  <a:pt x="110972" y="46012"/>
                </a:lnTo>
                <a:lnTo>
                  <a:pt x="112903" y="45631"/>
                </a:lnTo>
                <a:lnTo>
                  <a:pt x="114985" y="42913"/>
                </a:lnTo>
                <a:lnTo>
                  <a:pt x="115125" y="31635"/>
                </a:lnTo>
                <a:lnTo>
                  <a:pt x="115011" y="15887"/>
                </a:lnTo>
                <a:lnTo>
                  <a:pt x="115201" y="1765"/>
                </a:lnTo>
                <a:close/>
              </a:path>
            </a:pathLst>
          </a:custGeom>
          <a:solidFill>
            <a:srgbClr val="1F3B7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" name="object 127" descr=""/>
          <p:cNvSpPr/>
          <p:nvPr/>
        </p:nvSpPr>
        <p:spPr>
          <a:xfrm>
            <a:off x="4546460" y="3605269"/>
            <a:ext cx="115570" cy="488315"/>
          </a:xfrm>
          <a:custGeom>
            <a:avLst/>
            <a:gdLst/>
            <a:ahLst/>
            <a:cxnLst/>
            <a:rect l="l" t="t" r="r" b="b"/>
            <a:pathLst>
              <a:path w="115570" h="488314">
                <a:moveTo>
                  <a:pt x="115214" y="1752"/>
                </a:moveTo>
                <a:lnTo>
                  <a:pt x="112966" y="838"/>
                </a:lnTo>
                <a:lnTo>
                  <a:pt x="111277" y="838"/>
                </a:lnTo>
                <a:lnTo>
                  <a:pt x="82016" y="927"/>
                </a:lnTo>
                <a:lnTo>
                  <a:pt x="70827" y="838"/>
                </a:lnTo>
                <a:lnTo>
                  <a:pt x="66040" y="0"/>
                </a:lnTo>
                <a:lnTo>
                  <a:pt x="65519" y="838"/>
                </a:lnTo>
                <a:lnTo>
                  <a:pt x="49695" y="838"/>
                </a:lnTo>
                <a:lnTo>
                  <a:pt x="49187" y="0"/>
                </a:lnTo>
                <a:lnTo>
                  <a:pt x="44386" y="838"/>
                </a:lnTo>
                <a:lnTo>
                  <a:pt x="36156" y="838"/>
                </a:lnTo>
                <a:lnTo>
                  <a:pt x="3937" y="838"/>
                </a:lnTo>
                <a:lnTo>
                  <a:pt x="2260" y="838"/>
                </a:lnTo>
                <a:lnTo>
                  <a:pt x="0" y="1752"/>
                </a:lnTo>
                <a:lnTo>
                  <a:pt x="190" y="15887"/>
                </a:lnTo>
                <a:lnTo>
                  <a:pt x="88" y="31635"/>
                </a:lnTo>
                <a:lnTo>
                  <a:pt x="18084" y="47447"/>
                </a:lnTo>
                <a:lnTo>
                  <a:pt x="25704" y="47269"/>
                </a:lnTo>
                <a:lnTo>
                  <a:pt x="26568" y="46215"/>
                </a:lnTo>
                <a:lnTo>
                  <a:pt x="26720" y="40703"/>
                </a:lnTo>
                <a:lnTo>
                  <a:pt x="26428" y="36449"/>
                </a:lnTo>
                <a:lnTo>
                  <a:pt x="25755" y="32283"/>
                </a:lnTo>
                <a:lnTo>
                  <a:pt x="26022" y="35560"/>
                </a:lnTo>
                <a:lnTo>
                  <a:pt x="24739" y="39992"/>
                </a:lnTo>
                <a:lnTo>
                  <a:pt x="18224" y="41287"/>
                </a:lnTo>
                <a:lnTo>
                  <a:pt x="16484" y="40576"/>
                </a:lnTo>
                <a:lnTo>
                  <a:pt x="12636" y="40411"/>
                </a:lnTo>
                <a:lnTo>
                  <a:pt x="10998" y="22542"/>
                </a:lnTo>
                <a:lnTo>
                  <a:pt x="11125" y="22085"/>
                </a:lnTo>
                <a:lnTo>
                  <a:pt x="15900" y="21196"/>
                </a:lnTo>
                <a:lnTo>
                  <a:pt x="26835" y="20891"/>
                </a:lnTo>
                <a:lnTo>
                  <a:pt x="36156" y="20802"/>
                </a:lnTo>
                <a:lnTo>
                  <a:pt x="36156" y="487997"/>
                </a:lnTo>
                <a:lnTo>
                  <a:pt x="82016" y="487997"/>
                </a:lnTo>
                <a:lnTo>
                  <a:pt x="82016" y="20828"/>
                </a:lnTo>
                <a:lnTo>
                  <a:pt x="88392" y="20891"/>
                </a:lnTo>
                <a:lnTo>
                  <a:pt x="99314" y="21196"/>
                </a:lnTo>
                <a:lnTo>
                  <a:pt x="104101" y="22085"/>
                </a:lnTo>
                <a:lnTo>
                  <a:pt x="104228" y="22542"/>
                </a:lnTo>
                <a:lnTo>
                  <a:pt x="102565" y="40411"/>
                </a:lnTo>
                <a:lnTo>
                  <a:pt x="98742" y="40576"/>
                </a:lnTo>
                <a:lnTo>
                  <a:pt x="97002" y="41287"/>
                </a:lnTo>
                <a:lnTo>
                  <a:pt x="90474" y="39992"/>
                </a:lnTo>
                <a:lnTo>
                  <a:pt x="89204" y="35560"/>
                </a:lnTo>
                <a:lnTo>
                  <a:pt x="89458" y="32283"/>
                </a:lnTo>
                <a:lnTo>
                  <a:pt x="88785" y="36449"/>
                </a:lnTo>
                <a:lnTo>
                  <a:pt x="88493" y="40703"/>
                </a:lnTo>
                <a:lnTo>
                  <a:pt x="88646" y="46215"/>
                </a:lnTo>
                <a:lnTo>
                  <a:pt x="89509" y="47269"/>
                </a:lnTo>
                <a:lnTo>
                  <a:pt x="97129" y="47447"/>
                </a:lnTo>
                <a:lnTo>
                  <a:pt x="103212" y="47078"/>
                </a:lnTo>
                <a:lnTo>
                  <a:pt x="110972" y="46012"/>
                </a:lnTo>
                <a:lnTo>
                  <a:pt x="112928" y="45631"/>
                </a:lnTo>
                <a:lnTo>
                  <a:pt x="114998" y="42900"/>
                </a:lnTo>
                <a:lnTo>
                  <a:pt x="115125" y="31635"/>
                </a:lnTo>
                <a:lnTo>
                  <a:pt x="115023" y="15887"/>
                </a:lnTo>
                <a:lnTo>
                  <a:pt x="115214" y="1752"/>
                </a:lnTo>
                <a:close/>
              </a:path>
            </a:pathLst>
          </a:custGeom>
          <a:solidFill>
            <a:srgbClr val="1F3B7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" name="object 128" descr=""/>
          <p:cNvSpPr/>
          <p:nvPr/>
        </p:nvSpPr>
        <p:spPr>
          <a:xfrm>
            <a:off x="5327917" y="3605256"/>
            <a:ext cx="115570" cy="488315"/>
          </a:xfrm>
          <a:custGeom>
            <a:avLst/>
            <a:gdLst/>
            <a:ahLst/>
            <a:cxnLst/>
            <a:rect l="l" t="t" r="r" b="b"/>
            <a:pathLst>
              <a:path w="115570" h="488314">
                <a:moveTo>
                  <a:pt x="115214" y="1765"/>
                </a:moveTo>
                <a:lnTo>
                  <a:pt x="112966" y="838"/>
                </a:lnTo>
                <a:lnTo>
                  <a:pt x="111277" y="838"/>
                </a:lnTo>
                <a:lnTo>
                  <a:pt x="82003" y="927"/>
                </a:lnTo>
                <a:lnTo>
                  <a:pt x="70827" y="838"/>
                </a:lnTo>
                <a:lnTo>
                  <a:pt x="66027" y="0"/>
                </a:lnTo>
                <a:lnTo>
                  <a:pt x="65506" y="838"/>
                </a:lnTo>
                <a:lnTo>
                  <a:pt x="49682" y="838"/>
                </a:lnTo>
                <a:lnTo>
                  <a:pt x="49174" y="0"/>
                </a:lnTo>
                <a:lnTo>
                  <a:pt x="44373" y="838"/>
                </a:lnTo>
                <a:lnTo>
                  <a:pt x="36156" y="838"/>
                </a:lnTo>
                <a:lnTo>
                  <a:pt x="3937" y="838"/>
                </a:lnTo>
                <a:lnTo>
                  <a:pt x="2260" y="838"/>
                </a:lnTo>
                <a:lnTo>
                  <a:pt x="0" y="1765"/>
                </a:lnTo>
                <a:lnTo>
                  <a:pt x="190" y="15887"/>
                </a:lnTo>
                <a:lnTo>
                  <a:pt x="76" y="31648"/>
                </a:lnTo>
                <a:lnTo>
                  <a:pt x="18084" y="47447"/>
                </a:lnTo>
                <a:lnTo>
                  <a:pt x="25704" y="47282"/>
                </a:lnTo>
                <a:lnTo>
                  <a:pt x="26568" y="46228"/>
                </a:lnTo>
                <a:lnTo>
                  <a:pt x="26720" y="40703"/>
                </a:lnTo>
                <a:lnTo>
                  <a:pt x="26428" y="36461"/>
                </a:lnTo>
                <a:lnTo>
                  <a:pt x="25755" y="32283"/>
                </a:lnTo>
                <a:lnTo>
                  <a:pt x="26022" y="35572"/>
                </a:lnTo>
                <a:lnTo>
                  <a:pt x="24726" y="40005"/>
                </a:lnTo>
                <a:lnTo>
                  <a:pt x="18211" y="41287"/>
                </a:lnTo>
                <a:lnTo>
                  <a:pt x="16484" y="40576"/>
                </a:lnTo>
                <a:lnTo>
                  <a:pt x="12636" y="40424"/>
                </a:lnTo>
                <a:lnTo>
                  <a:pt x="10998" y="22542"/>
                </a:lnTo>
                <a:lnTo>
                  <a:pt x="11112" y="22085"/>
                </a:lnTo>
                <a:lnTo>
                  <a:pt x="15900" y="21196"/>
                </a:lnTo>
                <a:lnTo>
                  <a:pt x="26835" y="20904"/>
                </a:lnTo>
                <a:lnTo>
                  <a:pt x="36156" y="20815"/>
                </a:lnTo>
                <a:lnTo>
                  <a:pt x="36156" y="487997"/>
                </a:lnTo>
                <a:lnTo>
                  <a:pt x="82003" y="487997"/>
                </a:lnTo>
                <a:lnTo>
                  <a:pt x="82003" y="20840"/>
                </a:lnTo>
                <a:lnTo>
                  <a:pt x="88379" y="20904"/>
                </a:lnTo>
                <a:lnTo>
                  <a:pt x="99314" y="21196"/>
                </a:lnTo>
                <a:lnTo>
                  <a:pt x="104089" y="22085"/>
                </a:lnTo>
                <a:lnTo>
                  <a:pt x="104216" y="22542"/>
                </a:lnTo>
                <a:lnTo>
                  <a:pt x="102577" y="40424"/>
                </a:lnTo>
                <a:lnTo>
                  <a:pt x="98729" y="40576"/>
                </a:lnTo>
                <a:lnTo>
                  <a:pt x="96989" y="41287"/>
                </a:lnTo>
                <a:lnTo>
                  <a:pt x="90474" y="40005"/>
                </a:lnTo>
                <a:lnTo>
                  <a:pt x="89192" y="35572"/>
                </a:lnTo>
                <a:lnTo>
                  <a:pt x="89458" y="32283"/>
                </a:lnTo>
                <a:lnTo>
                  <a:pt x="88785" y="36461"/>
                </a:lnTo>
                <a:lnTo>
                  <a:pt x="88493" y="40703"/>
                </a:lnTo>
                <a:lnTo>
                  <a:pt x="88646" y="46228"/>
                </a:lnTo>
                <a:lnTo>
                  <a:pt x="89509" y="47282"/>
                </a:lnTo>
                <a:lnTo>
                  <a:pt x="97129" y="47447"/>
                </a:lnTo>
                <a:lnTo>
                  <a:pt x="103200" y="47091"/>
                </a:lnTo>
                <a:lnTo>
                  <a:pt x="110972" y="46024"/>
                </a:lnTo>
                <a:lnTo>
                  <a:pt x="112915" y="45631"/>
                </a:lnTo>
                <a:lnTo>
                  <a:pt x="115011" y="42900"/>
                </a:lnTo>
                <a:lnTo>
                  <a:pt x="115138" y="31648"/>
                </a:lnTo>
                <a:lnTo>
                  <a:pt x="115023" y="15887"/>
                </a:lnTo>
                <a:lnTo>
                  <a:pt x="115214" y="1765"/>
                </a:lnTo>
                <a:close/>
              </a:path>
            </a:pathLst>
          </a:custGeom>
          <a:solidFill>
            <a:srgbClr val="1F3B7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" name="object 129" descr=""/>
          <p:cNvSpPr/>
          <p:nvPr/>
        </p:nvSpPr>
        <p:spPr>
          <a:xfrm>
            <a:off x="5467375" y="3605269"/>
            <a:ext cx="115570" cy="488315"/>
          </a:xfrm>
          <a:custGeom>
            <a:avLst/>
            <a:gdLst/>
            <a:ahLst/>
            <a:cxnLst/>
            <a:rect l="l" t="t" r="r" b="b"/>
            <a:pathLst>
              <a:path w="115570" h="488314">
                <a:moveTo>
                  <a:pt x="115214" y="1765"/>
                </a:moveTo>
                <a:lnTo>
                  <a:pt x="112966" y="838"/>
                </a:lnTo>
                <a:lnTo>
                  <a:pt x="111277" y="838"/>
                </a:lnTo>
                <a:lnTo>
                  <a:pt x="82003" y="927"/>
                </a:lnTo>
                <a:lnTo>
                  <a:pt x="70827" y="838"/>
                </a:lnTo>
                <a:lnTo>
                  <a:pt x="66027" y="0"/>
                </a:lnTo>
                <a:lnTo>
                  <a:pt x="65506" y="838"/>
                </a:lnTo>
                <a:lnTo>
                  <a:pt x="49682" y="838"/>
                </a:lnTo>
                <a:lnTo>
                  <a:pt x="49174" y="0"/>
                </a:lnTo>
                <a:lnTo>
                  <a:pt x="44373" y="838"/>
                </a:lnTo>
                <a:lnTo>
                  <a:pt x="36144" y="838"/>
                </a:lnTo>
                <a:lnTo>
                  <a:pt x="3924" y="838"/>
                </a:lnTo>
                <a:lnTo>
                  <a:pt x="2247" y="838"/>
                </a:lnTo>
                <a:lnTo>
                  <a:pt x="0" y="1765"/>
                </a:lnTo>
                <a:lnTo>
                  <a:pt x="190" y="15887"/>
                </a:lnTo>
                <a:lnTo>
                  <a:pt x="76" y="31648"/>
                </a:lnTo>
                <a:lnTo>
                  <a:pt x="18072" y="47447"/>
                </a:lnTo>
                <a:lnTo>
                  <a:pt x="25692" y="47282"/>
                </a:lnTo>
                <a:lnTo>
                  <a:pt x="26568" y="46215"/>
                </a:lnTo>
                <a:lnTo>
                  <a:pt x="26708" y="40703"/>
                </a:lnTo>
                <a:lnTo>
                  <a:pt x="26416" y="36449"/>
                </a:lnTo>
                <a:lnTo>
                  <a:pt x="25755" y="32283"/>
                </a:lnTo>
                <a:lnTo>
                  <a:pt x="26009" y="35560"/>
                </a:lnTo>
                <a:lnTo>
                  <a:pt x="24739" y="40005"/>
                </a:lnTo>
                <a:lnTo>
                  <a:pt x="18211" y="41287"/>
                </a:lnTo>
                <a:lnTo>
                  <a:pt x="16484" y="40576"/>
                </a:lnTo>
                <a:lnTo>
                  <a:pt x="12636" y="40424"/>
                </a:lnTo>
                <a:lnTo>
                  <a:pt x="10985" y="22542"/>
                </a:lnTo>
                <a:lnTo>
                  <a:pt x="11112" y="22085"/>
                </a:lnTo>
                <a:lnTo>
                  <a:pt x="15900" y="21196"/>
                </a:lnTo>
                <a:lnTo>
                  <a:pt x="26822" y="20904"/>
                </a:lnTo>
                <a:lnTo>
                  <a:pt x="36144" y="20815"/>
                </a:lnTo>
                <a:lnTo>
                  <a:pt x="36144" y="487997"/>
                </a:lnTo>
                <a:lnTo>
                  <a:pt x="82003" y="487997"/>
                </a:lnTo>
                <a:lnTo>
                  <a:pt x="82003" y="20840"/>
                </a:lnTo>
                <a:lnTo>
                  <a:pt x="88379" y="20904"/>
                </a:lnTo>
                <a:lnTo>
                  <a:pt x="99301" y="21196"/>
                </a:lnTo>
                <a:lnTo>
                  <a:pt x="104089" y="22085"/>
                </a:lnTo>
                <a:lnTo>
                  <a:pt x="104216" y="22542"/>
                </a:lnTo>
                <a:lnTo>
                  <a:pt x="102577" y="40424"/>
                </a:lnTo>
                <a:lnTo>
                  <a:pt x="98729" y="40576"/>
                </a:lnTo>
                <a:lnTo>
                  <a:pt x="96989" y="41287"/>
                </a:lnTo>
                <a:lnTo>
                  <a:pt x="90474" y="40005"/>
                </a:lnTo>
                <a:lnTo>
                  <a:pt x="89192" y="35560"/>
                </a:lnTo>
                <a:lnTo>
                  <a:pt x="89458" y="32283"/>
                </a:lnTo>
                <a:lnTo>
                  <a:pt x="88785" y="36449"/>
                </a:lnTo>
                <a:lnTo>
                  <a:pt x="88493" y="40703"/>
                </a:lnTo>
                <a:lnTo>
                  <a:pt x="88633" y="46215"/>
                </a:lnTo>
                <a:lnTo>
                  <a:pt x="89509" y="47282"/>
                </a:lnTo>
                <a:lnTo>
                  <a:pt x="97129" y="47447"/>
                </a:lnTo>
                <a:lnTo>
                  <a:pt x="103200" y="47091"/>
                </a:lnTo>
                <a:lnTo>
                  <a:pt x="110972" y="46024"/>
                </a:lnTo>
                <a:lnTo>
                  <a:pt x="112915" y="45631"/>
                </a:lnTo>
                <a:lnTo>
                  <a:pt x="114998" y="42900"/>
                </a:lnTo>
                <a:lnTo>
                  <a:pt x="115125" y="31648"/>
                </a:lnTo>
                <a:lnTo>
                  <a:pt x="115023" y="15887"/>
                </a:lnTo>
                <a:lnTo>
                  <a:pt x="115214" y="1765"/>
                </a:lnTo>
                <a:close/>
              </a:path>
            </a:pathLst>
          </a:custGeom>
          <a:solidFill>
            <a:srgbClr val="1F3B7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" name="object 130" descr=""/>
          <p:cNvSpPr/>
          <p:nvPr/>
        </p:nvSpPr>
        <p:spPr>
          <a:xfrm>
            <a:off x="5176088" y="3003619"/>
            <a:ext cx="115570" cy="294005"/>
          </a:xfrm>
          <a:custGeom>
            <a:avLst/>
            <a:gdLst/>
            <a:ahLst/>
            <a:cxnLst/>
            <a:rect l="l" t="t" r="r" b="b"/>
            <a:pathLst>
              <a:path w="115570" h="294004">
                <a:moveTo>
                  <a:pt x="115214" y="1778"/>
                </a:moveTo>
                <a:lnTo>
                  <a:pt x="112953" y="838"/>
                </a:lnTo>
                <a:lnTo>
                  <a:pt x="111277" y="838"/>
                </a:lnTo>
                <a:lnTo>
                  <a:pt x="82003" y="927"/>
                </a:lnTo>
                <a:lnTo>
                  <a:pt x="70827" y="838"/>
                </a:lnTo>
                <a:lnTo>
                  <a:pt x="66040" y="0"/>
                </a:lnTo>
                <a:lnTo>
                  <a:pt x="65519" y="838"/>
                </a:lnTo>
                <a:lnTo>
                  <a:pt x="49682" y="838"/>
                </a:lnTo>
                <a:lnTo>
                  <a:pt x="49174" y="0"/>
                </a:lnTo>
                <a:lnTo>
                  <a:pt x="44373" y="838"/>
                </a:lnTo>
                <a:lnTo>
                  <a:pt x="36156" y="838"/>
                </a:lnTo>
                <a:lnTo>
                  <a:pt x="3937" y="838"/>
                </a:lnTo>
                <a:lnTo>
                  <a:pt x="2260" y="838"/>
                </a:lnTo>
                <a:lnTo>
                  <a:pt x="0" y="1778"/>
                </a:lnTo>
                <a:lnTo>
                  <a:pt x="190" y="15887"/>
                </a:lnTo>
                <a:lnTo>
                  <a:pt x="88" y="31648"/>
                </a:lnTo>
                <a:lnTo>
                  <a:pt x="18084" y="47447"/>
                </a:lnTo>
                <a:lnTo>
                  <a:pt x="25704" y="47282"/>
                </a:lnTo>
                <a:lnTo>
                  <a:pt x="26568" y="46228"/>
                </a:lnTo>
                <a:lnTo>
                  <a:pt x="26720" y="40703"/>
                </a:lnTo>
                <a:lnTo>
                  <a:pt x="26428" y="36461"/>
                </a:lnTo>
                <a:lnTo>
                  <a:pt x="25755" y="32283"/>
                </a:lnTo>
                <a:lnTo>
                  <a:pt x="26022" y="35572"/>
                </a:lnTo>
                <a:lnTo>
                  <a:pt x="24739" y="40005"/>
                </a:lnTo>
                <a:lnTo>
                  <a:pt x="18211" y="41287"/>
                </a:lnTo>
                <a:lnTo>
                  <a:pt x="16484" y="40576"/>
                </a:lnTo>
                <a:lnTo>
                  <a:pt x="12649" y="40424"/>
                </a:lnTo>
                <a:lnTo>
                  <a:pt x="10998" y="22542"/>
                </a:lnTo>
                <a:lnTo>
                  <a:pt x="11112" y="22085"/>
                </a:lnTo>
                <a:lnTo>
                  <a:pt x="15900" y="21196"/>
                </a:lnTo>
                <a:lnTo>
                  <a:pt x="26835" y="20904"/>
                </a:lnTo>
                <a:lnTo>
                  <a:pt x="36156" y="20815"/>
                </a:lnTo>
                <a:lnTo>
                  <a:pt x="36156" y="293687"/>
                </a:lnTo>
                <a:lnTo>
                  <a:pt x="82003" y="293687"/>
                </a:lnTo>
                <a:lnTo>
                  <a:pt x="82003" y="20840"/>
                </a:lnTo>
                <a:lnTo>
                  <a:pt x="88379" y="20904"/>
                </a:lnTo>
                <a:lnTo>
                  <a:pt x="99314" y="21196"/>
                </a:lnTo>
                <a:lnTo>
                  <a:pt x="104101" y="22085"/>
                </a:lnTo>
                <a:lnTo>
                  <a:pt x="104228" y="22542"/>
                </a:lnTo>
                <a:lnTo>
                  <a:pt x="102565" y="40424"/>
                </a:lnTo>
                <a:lnTo>
                  <a:pt x="98729" y="40576"/>
                </a:lnTo>
                <a:lnTo>
                  <a:pt x="97002" y="41287"/>
                </a:lnTo>
                <a:lnTo>
                  <a:pt x="90474" y="40005"/>
                </a:lnTo>
                <a:lnTo>
                  <a:pt x="89204" y="35572"/>
                </a:lnTo>
                <a:lnTo>
                  <a:pt x="89446" y="32283"/>
                </a:lnTo>
                <a:lnTo>
                  <a:pt x="88785" y="36461"/>
                </a:lnTo>
                <a:lnTo>
                  <a:pt x="88493" y="40703"/>
                </a:lnTo>
                <a:lnTo>
                  <a:pt x="88646" y="46228"/>
                </a:lnTo>
                <a:lnTo>
                  <a:pt x="89509" y="47282"/>
                </a:lnTo>
                <a:lnTo>
                  <a:pt x="97142" y="47447"/>
                </a:lnTo>
                <a:lnTo>
                  <a:pt x="103200" y="47091"/>
                </a:lnTo>
                <a:lnTo>
                  <a:pt x="110985" y="46024"/>
                </a:lnTo>
                <a:lnTo>
                  <a:pt x="112915" y="45643"/>
                </a:lnTo>
                <a:lnTo>
                  <a:pt x="114998" y="42913"/>
                </a:lnTo>
                <a:lnTo>
                  <a:pt x="115125" y="31648"/>
                </a:lnTo>
                <a:lnTo>
                  <a:pt x="115023" y="15887"/>
                </a:lnTo>
                <a:lnTo>
                  <a:pt x="115214" y="1778"/>
                </a:lnTo>
                <a:close/>
              </a:path>
            </a:pathLst>
          </a:custGeom>
          <a:solidFill>
            <a:srgbClr val="1F3B7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" name="object 131" descr=""/>
          <p:cNvSpPr/>
          <p:nvPr/>
        </p:nvSpPr>
        <p:spPr>
          <a:xfrm>
            <a:off x="5604891" y="3003619"/>
            <a:ext cx="115570" cy="294005"/>
          </a:xfrm>
          <a:custGeom>
            <a:avLst/>
            <a:gdLst/>
            <a:ahLst/>
            <a:cxnLst/>
            <a:rect l="l" t="t" r="r" b="b"/>
            <a:pathLst>
              <a:path w="115570" h="294004">
                <a:moveTo>
                  <a:pt x="115214" y="1778"/>
                </a:moveTo>
                <a:lnTo>
                  <a:pt x="112953" y="838"/>
                </a:lnTo>
                <a:lnTo>
                  <a:pt x="111277" y="838"/>
                </a:lnTo>
                <a:lnTo>
                  <a:pt x="82003" y="927"/>
                </a:lnTo>
                <a:lnTo>
                  <a:pt x="70827" y="838"/>
                </a:lnTo>
                <a:lnTo>
                  <a:pt x="66040" y="0"/>
                </a:lnTo>
                <a:lnTo>
                  <a:pt x="65519" y="838"/>
                </a:lnTo>
                <a:lnTo>
                  <a:pt x="49695" y="838"/>
                </a:lnTo>
                <a:lnTo>
                  <a:pt x="49187" y="0"/>
                </a:lnTo>
                <a:lnTo>
                  <a:pt x="44373" y="838"/>
                </a:lnTo>
                <a:lnTo>
                  <a:pt x="36156" y="838"/>
                </a:lnTo>
                <a:lnTo>
                  <a:pt x="3937" y="838"/>
                </a:lnTo>
                <a:lnTo>
                  <a:pt x="2247" y="838"/>
                </a:lnTo>
                <a:lnTo>
                  <a:pt x="0" y="1778"/>
                </a:lnTo>
                <a:lnTo>
                  <a:pt x="190" y="15887"/>
                </a:lnTo>
                <a:lnTo>
                  <a:pt x="76" y="31648"/>
                </a:lnTo>
                <a:lnTo>
                  <a:pt x="18084" y="47447"/>
                </a:lnTo>
                <a:lnTo>
                  <a:pt x="25704" y="47282"/>
                </a:lnTo>
                <a:lnTo>
                  <a:pt x="26568" y="46228"/>
                </a:lnTo>
                <a:lnTo>
                  <a:pt x="26720" y="40703"/>
                </a:lnTo>
                <a:lnTo>
                  <a:pt x="26428" y="36461"/>
                </a:lnTo>
                <a:lnTo>
                  <a:pt x="25755" y="32283"/>
                </a:lnTo>
                <a:lnTo>
                  <a:pt x="26009" y="35572"/>
                </a:lnTo>
                <a:lnTo>
                  <a:pt x="24739" y="40005"/>
                </a:lnTo>
                <a:lnTo>
                  <a:pt x="18224" y="41287"/>
                </a:lnTo>
                <a:lnTo>
                  <a:pt x="16484" y="40576"/>
                </a:lnTo>
                <a:lnTo>
                  <a:pt x="12636" y="40424"/>
                </a:lnTo>
                <a:lnTo>
                  <a:pt x="10998" y="22542"/>
                </a:lnTo>
                <a:lnTo>
                  <a:pt x="11125" y="22085"/>
                </a:lnTo>
                <a:lnTo>
                  <a:pt x="15900" y="21196"/>
                </a:lnTo>
                <a:lnTo>
                  <a:pt x="26835" y="20904"/>
                </a:lnTo>
                <a:lnTo>
                  <a:pt x="36156" y="20815"/>
                </a:lnTo>
                <a:lnTo>
                  <a:pt x="36156" y="293687"/>
                </a:lnTo>
                <a:lnTo>
                  <a:pt x="82003" y="293687"/>
                </a:lnTo>
                <a:lnTo>
                  <a:pt x="82003" y="20840"/>
                </a:lnTo>
                <a:lnTo>
                  <a:pt x="88379" y="20904"/>
                </a:lnTo>
                <a:lnTo>
                  <a:pt x="99314" y="21196"/>
                </a:lnTo>
                <a:lnTo>
                  <a:pt x="104101" y="22085"/>
                </a:lnTo>
                <a:lnTo>
                  <a:pt x="104228" y="22542"/>
                </a:lnTo>
                <a:lnTo>
                  <a:pt x="102577" y="40424"/>
                </a:lnTo>
                <a:lnTo>
                  <a:pt x="98729" y="40576"/>
                </a:lnTo>
                <a:lnTo>
                  <a:pt x="97002" y="41287"/>
                </a:lnTo>
                <a:lnTo>
                  <a:pt x="90474" y="40005"/>
                </a:lnTo>
                <a:lnTo>
                  <a:pt x="89204" y="35572"/>
                </a:lnTo>
                <a:lnTo>
                  <a:pt x="89446" y="32283"/>
                </a:lnTo>
                <a:lnTo>
                  <a:pt x="88798" y="36461"/>
                </a:lnTo>
                <a:lnTo>
                  <a:pt x="88493" y="40703"/>
                </a:lnTo>
                <a:lnTo>
                  <a:pt x="88646" y="46228"/>
                </a:lnTo>
                <a:lnTo>
                  <a:pt x="89509" y="47282"/>
                </a:lnTo>
                <a:lnTo>
                  <a:pt x="97142" y="47447"/>
                </a:lnTo>
                <a:lnTo>
                  <a:pt x="103200" y="47091"/>
                </a:lnTo>
                <a:lnTo>
                  <a:pt x="109207" y="46266"/>
                </a:lnTo>
                <a:lnTo>
                  <a:pt x="112915" y="45643"/>
                </a:lnTo>
                <a:lnTo>
                  <a:pt x="114998" y="42913"/>
                </a:lnTo>
                <a:lnTo>
                  <a:pt x="115125" y="31648"/>
                </a:lnTo>
                <a:lnTo>
                  <a:pt x="115023" y="15887"/>
                </a:lnTo>
                <a:lnTo>
                  <a:pt x="115214" y="1778"/>
                </a:lnTo>
                <a:close/>
              </a:path>
            </a:pathLst>
          </a:custGeom>
          <a:solidFill>
            <a:srgbClr val="1F3B7A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132" name="object 132" descr=""/>
          <p:cNvPicPr/>
          <p:nvPr/>
        </p:nvPicPr>
        <p:blipFill>
          <a:blip r:embed="rId24" cstate="print"/>
          <a:stretch>
            <a:fillRect/>
          </a:stretch>
        </p:blipFill>
        <p:spPr>
          <a:xfrm>
            <a:off x="5393204" y="2578211"/>
            <a:ext cx="115212" cy="174636"/>
          </a:xfrm>
          <a:prstGeom prst="rect">
            <a:avLst/>
          </a:prstGeom>
        </p:spPr>
      </p:pic>
      <p:grpSp>
        <p:nvGrpSpPr>
          <p:cNvPr id="133" name="object 133" descr=""/>
          <p:cNvGrpSpPr/>
          <p:nvPr/>
        </p:nvGrpSpPr>
        <p:grpSpPr>
          <a:xfrm>
            <a:off x="4831036" y="2525236"/>
            <a:ext cx="381635" cy="237490"/>
            <a:chOff x="4831036" y="2525236"/>
            <a:chExt cx="381635" cy="237490"/>
          </a:xfrm>
        </p:grpSpPr>
        <p:sp>
          <p:nvSpPr>
            <p:cNvPr id="134" name="object 134" descr=""/>
            <p:cNvSpPr/>
            <p:nvPr/>
          </p:nvSpPr>
          <p:spPr>
            <a:xfrm>
              <a:off x="4835988" y="2530278"/>
              <a:ext cx="371475" cy="227329"/>
            </a:xfrm>
            <a:custGeom>
              <a:avLst/>
              <a:gdLst/>
              <a:ahLst/>
              <a:cxnLst/>
              <a:rect l="l" t="t" r="r" b="b"/>
              <a:pathLst>
                <a:path w="371475" h="227330">
                  <a:moveTo>
                    <a:pt x="371287" y="0"/>
                  </a:moveTo>
                  <a:lnTo>
                    <a:pt x="0" y="0"/>
                  </a:lnTo>
                  <a:lnTo>
                    <a:pt x="0" y="227301"/>
                  </a:lnTo>
                  <a:lnTo>
                    <a:pt x="371287" y="227301"/>
                  </a:lnTo>
                  <a:lnTo>
                    <a:pt x="371287" y="0"/>
                  </a:lnTo>
                  <a:close/>
                </a:path>
              </a:pathLst>
            </a:custGeom>
            <a:solidFill>
              <a:srgbClr val="1F3B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 descr=""/>
            <p:cNvSpPr/>
            <p:nvPr/>
          </p:nvSpPr>
          <p:spPr>
            <a:xfrm>
              <a:off x="4881694" y="2559408"/>
              <a:ext cx="276225" cy="168275"/>
            </a:xfrm>
            <a:custGeom>
              <a:avLst/>
              <a:gdLst/>
              <a:ahLst/>
              <a:cxnLst/>
              <a:rect l="l" t="t" r="r" b="b"/>
              <a:pathLst>
                <a:path w="276225" h="168275">
                  <a:moveTo>
                    <a:pt x="275907" y="0"/>
                  </a:moveTo>
                  <a:lnTo>
                    <a:pt x="0" y="0"/>
                  </a:lnTo>
                  <a:lnTo>
                    <a:pt x="0" y="167942"/>
                  </a:lnTo>
                  <a:lnTo>
                    <a:pt x="275907" y="167942"/>
                  </a:lnTo>
                  <a:lnTo>
                    <a:pt x="275907" y="0"/>
                  </a:lnTo>
                  <a:close/>
                </a:path>
              </a:pathLst>
            </a:custGeom>
            <a:solidFill>
              <a:srgbClr val="E4B1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 descr=""/>
            <p:cNvSpPr/>
            <p:nvPr/>
          </p:nvSpPr>
          <p:spPr>
            <a:xfrm>
              <a:off x="4899101" y="2574765"/>
              <a:ext cx="245110" cy="139700"/>
            </a:xfrm>
            <a:custGeom>
              <a:avLst/>
              <a:gdLst/>
              <a:ahLst/>
              <a:cxnLst/>
              <a:rect l="l" t="t" r="r" b="b"/>
              <a:pathLst>
                <a:path w="245110" h="139700">
                  <a:moveTo>
                    <a:pt x="244500" y="9093"/>
                  </a:moveTo>
                  <a:lnTo>
                    <a:pt x="234784" y="9093"/>
                  </a:lnTo>
                  <a:lnTo>
                    <a:pt x="234784" y="130606"/>
                  </a:lnTo>
                  <a:lnTo>
                    <a:pt x="244500" y="130606"/>
                  </a:lnTo>
                  <a:lnTo>
                    <a:pt x="244500" y="9093"/>
                  </a:lnTo>
                  <a:close/>
                </a:path>
                <a:path w="245110" h="139700">
                  <a:moveTo>
                    <a:pt x="244500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0" y="130810"/>
                  </a:lnTo>
                  <a:lnTo>
                    <a:pt x="0" y="139700"/>
                  </a:lnTo>
                  <a:lnTo>
                    <a:pt x="244500" y="139700"/>
                  </a:lnTo>
                  <a:lnTo>
                    <a:pt x="244500" y="130810"/>
                  </a:lnTo>
                  <a:lnTo>
                    <a:pt x="9728" y="130810"/>
                  </a:lnTo>
                  <a:lnTo>
                    <a:pt x="9728" y="8890"/>
                  </a:lnTo>
                  <a:lnTo>
                    <a:pt x="244500" y="8890"/>
                  </a:lnTo>
                  <a:lnTo>
                    <a:pt x="244500" y="0"/>
                  </a:lnTo>
                  <a:close/>
                </a:path>
              </a:pathLst>
            </a:custGeom>
            <a:solidFill>
              <a:srgbClr val="1F3B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 descr=""/>
            <p:cNvSpPr/>
            <p:nvPr/>
          </p:nvSpPr>
          <p:spPr>
            <a:xfrm>
              <a:off x="4831029" y="2525235"/>
              <a:ext cx="381635" cy="237490"/>
            </a:xfrm>
            <a:custGeom>
              <a:avLst/>
              <a:gdLst/>
              <a:ahLst/>
              <a:cxnLst/>
              <a:rect l="l" t="t" r="r" b="b"/>
              <a:pathLst>
                <a:path w="381635" h="237489">
                  <a:moveTo>
                    <a:pt x="381101" y="0"/>
                  </a:moveTo>
                  <a:lnTo>
                    <a:pt x="371386" y="0"/>
                  </a:lnTo>
                  <a:lnTo>
                    <a:pt x="371386" y="10160"/>
                  </a:lnTo>
                  <a:lnTo>
                    <a:pt x="371386" y="227330"/>
                  </a:lnTo>
                  <a:lnTo>
                    <a:pt x="9715" y="227330"/>
                  </a:lnTo>
                  <a:lnTo>
                    <a:pt x="9715" y="10160"/>
                  </a:lnTo>
                  <a:lnTo>
                    <a:pt x="371386" y="10160"/>
                  </a:lnTo>
                  <a:lnTo>
                    <a:pt x="371386" y="0"/>
                  </a:lnTo>
                  <a:lnTo>
                    <a:pt x="0" y="0"/>
                  </a:lnTo>
                  <a:lnTo>
                    <a:pt x="0" y="10160"/>
                  </a:lnTo>
                  <a:lnTo>
                    <a:pt x="0" y="227330"/>
                  </a:lnTo>
                  <a:lnTo>
                    <a:pt x="0" y="237490"/>
                  </a:lnTo>
                  <a:lnTo>
                    <a:pt x="381101" y="237490"/>
                  </a:lnTo>
                  <a:lnTo>
                    <a:pt x="381101" y="227495"/>
                  </a:lnTo>
                  <a:lnTo>
                    <a:pt x="381101" y="227330"/>
                  </a:lnTo>
                  <a:lnTo>
                    <a:pt x="381101" y="10160"/>
                  </a:lnTo>
                  <a:lnTo>
                    <a:pt x="381101" y="9906"/>
                  </a:lnTo>
                  <a:lnTo>
                    <a:pt x="381101" y="0"/>
                  </a:lnTo>
                  <a:close/>
                </a:path>
              </a:pathLst>
            </a:custGeom>
            <a:solidFill>
              <a:srgbClr val="012069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8" name="object 138" descr=""/>
          <p:cNvGrpSpPr/>
          <p:nvPr/>
        </p:nvGrpSpPr>
        <p:grpSpPr>
          <a:xfrm>
            <a:off x="4044201" y="3778726"/>
            <a:ext cx="353060" cy="237490"/>
            <a:chOff x="4044201" y="3778726"/>
            <a:chExt cx="353060" cy="237490"/>
          </a:xfrm>
        </p:grpSpPr>
        <p:sp>
          <p:nvSpPr>
            <p:cNvPr id="139" name="object 139" descr=""/>
            <p:cNvSpPr/>
            <p:nvPr/>
          </p:nvSpPr>
          <p:spPr>
            <a:xfrm>
              <a:off x="4048976" y="3783633"/>
              <a:ext cx="343535" cy="227329"/>
            </a:xfrm>
            <a:custGeom>
              <a:avLst/>
              <a:gdLst/>
              <a:ahLst/>
              <a:cxnLst/>
              <a:rect l="l" t="t" r="r" b="b"/>
              <a:pathLst>
                <a:path w="343535" h="227329">
                  <a:moveTo>
                    <a:pt x="343539" y="0"/>
                  </a:moveTo>
                  <a:lnTo>
                    <a:pt x="0" y="0"/>
                  </a:lnTo>
                  <a:lnTo>
                    <a:pt x="0" y="227301"/>
                  </a:lnTo>
                  <a:lnTo>
                    <a:pt x="343539" y="227301"/>
                  </a:lnTo>
                  <a:lnTo>
                    <a:pt x="343539" y="0"/>
                  </a:lnTo>
                  <a:close/>
                </a:path>
              </a:pathLst>
            </a:custGeom>
            <a:solidFill>
              <a:srgbClr val="1F3B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 descr=""/>
            <p:cNvSpPr/>
            <p:nvPr/>
          </p:nvSpPr>
          <p:spPr>
            <a:xfrm>
              <a:off x="4091257" y="3812774"/>
              <a:ext cx="255904" cy="168275"/>
            </a:xfrm>
            <a:custGeom>
              <a:avLst/>
              <a:gdLst/>
              <a:ahLst/>
              <a:cxnLst/>
              <a:rect l="l" t="t" r="r" b="b"/>
              <a:pathLst>
                <a:path w="255904" h="168275">
                  <a:moveTo>
                    <a:pt x="255290" y="0"/>
                  </a:moveTo>
                  <a:lnTo>
                    <a:pt x="0" y="0"/>
                  </a:lnTo>
                  <a:lnTo>
                    <a:pt x="0" y="167942"/>
                  </a:lnTo>
                  <a:lnTo>
                    <a:pt x="255290" y="167942"/>
                  </a:lnTo>
                  <a:lnTo>
                    <a:pt x="255290" y="0"/>
                  </a:lnTo>
                  <a:close/>
                </a:path>
              </a:pathLst>
            </a:custGeom>
            <a:solidFill>
              <a:srgbClr val="E4B1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 descr=""/>
            <p:cNvSpPr/>
            <p:nvPr/>
          </p:nvSpPr>
          <p:spPr>
            <a:xfrm>
              <a:off x="4107193" y="3828255"/>
              <a:ext cx="226695" cy="139700"/>
            </a:xfrm>
            <a:custGeom>
              <a:avLst/>
              <a:gdLst/>
              <a:ahLst/>
              <a:cxnLst/>
              <a:rect l="l" t="t" r="r" b="b"/>
              <a:pathLst>
                <a:path w="226695" h="139700">
                  <a:moveTo>
                    <a:pt x="226580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0" y="130810"/>
                  </a:lnTo>
                  <a:lnTo>
                    <a:pt x="0" y="139700"/>
                  </a:lnTo>
                  <a:lnTo>
                    <a:pt x="226580" y="139700"/>
                  </a:lnTo>
                  <a:lnTo>
                    <a:pt x="226580" y="130810"/>
                  </a:lnTo>
                  <a:lnTo>
                    <a:pt x="9347" y="130810"/>
                  </a:lnTo>
                  <a:lnTo>
                    <a:pt x="9347" y="8890"/>
                  </a:lnTo>
                  <a:lnTo>
                    <a:pt x="217233" y="8890"/>
                  </a:lnTo>
                  <a:lnTo>
                    <a:pt x="217233" y="130657"/>
                  </a:lnTo>
                  <a:lnTo>
                    <a:pt x="226580" y="130657"/>
                  </a:lnTo>
                  <a:lnTo>
                    <a:pt x="226580" y="8890"/>
                  </a:lnTo>
                  <a:lnTo>
                    <a:pt x="226580" y="0"/>
                  </a:lnTo>
                  <a:close/>
                </a:path>
              </a:pathLst>
            </a:custGeom>
            <a:solidFill>
              <a:srgbClr val="1F3B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 descr=""/>
            <p:cNvSpPr/>
            <p:nvPr/>
          </p:nvSpPr>
          <p:spPr>
            <a:xfrm>
              <a:off x="4044201" y="3778725"/>
              <a:ext cx="353060" cy="237490"/>
            </a:xfrm>
            <a:custGeom>
              <a:avLst/>
              <a:gdLst/>
              <a:ahLst/>
              <a:cxnLst/>
              <a:rect l="l" t="t" r="r" b="b"/>
              <a:pathLst>
                <a:path w="353060" h="237489">
                  <a:moveTo>
                    <a:pt x="352983" y="0"/>
                  </a:moveTo>
                  <a:lnTo>
                    <a:pt x="343623" y="0"/>
                  </a:lnTo>
                  <a:lnTo>
                    <a:pt x="343623" y="10160"/>
                  </a:lnTo>
                  <a:lnTo>
                    <a:pt x="343623" y="227330"/>
                  </a:lnTo>
                  <a:lnTo>
                    <a:pt x="9347" y="227330"/>
                  </a:lnTo>
                  <a:lnTo>
                    <a:pt x="9347" y="10160"/>
                  </a:lnTo>
                  <a:lnTo>
                    <a:pt x="343623" y="10160"/>
                  </a:lnTo>
                  <a:lnTo>
                    <a:pt x="343623" y="0"/>
                  </a:lnTo>
                  <a:lnTo>
                    <a:pt x="0" y="0"/>
                  </a:lnTo>
                  <a:lnTo>
                    <a:pt x="0" y="10160"/>
                  </a:lnTo>
                  <a:lnTo>
                    <a:pt x="0" y="227330"/>
                  </a:lnTo>
                  <a:lnTo>
                    <a:pt x="0" y="237490"/>
                  </a:lnTo>
                  <a:lnTo>
                    <a:pt x="352983" y="237490"/>
                  </a:lnTo>
                  <a:lnTo>
                    <a:pt x="352983" y="227545"/>
                  </a:lnTo>
                  <a:lnTo>
                    <a:pt x="352983" y="227330"/>
                  </a:lnTo>
                  <a:lnTo>
                    <a:pt x="352983" y="10160"/>
                  </a:lnTo>
                  <a:lnTo>
                    <a:pt x="352983" y="9588"/>
                  </a:lnTo>
                  <a:lnTo>
                    <a:pt x="352983" y="0"/>
                  </a:lnTo>
                  <a:close/>
                </a:path>
              </a:pathLst>
            </a:custGeom>
            <a:solidFill>
              <a:srgbClr val="012069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3" name="object 143" descr=""/>
          <p:cNvGrpSpPr/>
          <p:nvPr/>
        </p:nvGrpSpPr>
        <p:grpSpPr>
          <a:xfrm>
            <a:off x="5626844" y="3773646"/>
            <a:ext cx="351155" cy="237490"/>
            <a:chOff x="5626844" y="3773646"/>
            <a:chExt cx="351155" cy="237490"/>
          </a:xfrm>
        </p:grpSpPr>
        <p:sp>
          <p:nvSpPr>
            <p:cNvPr id="144" name="object 144" descr=""/>
            <p:cNvSpPr/>
            <p:nvPr/>
          </p:nvSpPr>
          <p:spPr>
            <a:xfrm>
              <a:off x="5631608" y="3778785"/>
              <a:ext cx="341630" cy="227329"/>
            </a:xfrm>
            <a:custGeom>
              <a:avLst/>
              <a:gdLst/>
              <a:ahLst/>
              <a:cxnLst/>
              <a:rect l="l" t="t" r="r" b="b"/>
              <a:pathLst>
                <a:path w="341629" h="227329">
                  <a:moveTo>
                    <a:pt x="341277" y="0"/>
                  </a:moveTo>
                  <a:lnTo>
                    <a:pt x="0" y="0"/>
                  </a:lnTo>
                  <a:lnTo>
                    <a:pt x="0" y="227301"/>
                  </a:lnTo>
                  <a:lnTo>
                    <a:pt x="341277" y="227301"/>
                  </a:lnTo>
                  <a:lnTo>
                    <a:pt x="341277" y="0"/>
                  </a:lnTo>
                  <a:close/>
                </a:path>
              </a:pathLst>
            </a:custGeom>
            <a:solidFill>
              <a:srgbClr val="1F3B7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45" name="object 145" descr="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5673607" y="3807915"/>
              <a:ext cx="253604" cy="167942"/>
            </a:xfrm>
            <a:prstGeom prst="rect">
              <a:avLst/>
            </a:prstGeom>
          </p:spPr>
        </p:pic>
        <p:sp>
          <p:nvSpPr>
            <p:cNvPr id="146" name="object 146" descr=""/>
            <p:cNvSpPr/>
            <p:nvPr/>
          </p:nvSpPr>
          <p:spPr>
            <a:xfrm>
              <a:off x="5626837" y="3773646"/>
              <a:ext cx="351155" cy="237490"/>
            </a:xfrm>
            <a:custGeom>
              <a:avLst/>
              <a:gdLst/>
              <a:ahLst/>
              <a:cxnLst/>
              <a:rect l="l" t="t" r="r" b="b"/>
              <a:pathLst>
                <a:path w="351154" h="237489">
                  <a:moveTo>
                    <a:pt x="350697" y="0"/>
                  </a:moveTo>
                  <a:lnTo>
                    <a:pt x="341388" y="0"/>
                  </a:lnTo>
                  <a:lnTo>
                    <a:pt x="341388" y="10160"/>
                  </a:lnTo>
                  <a:lnTo>
                    <a:pt x="341388" y="227330"/>
                  </a:lnTo>
                  <a:lnTo>
                    <a:pt x="9334" y="227330"/>
                  </a:lnTo>
                  <a:lnTo>
                    <a:pt x="9334" y="10160"/>
                  </a:lnTo>
                  <a:lnTo>
                    <a:pt x="341388" y="10160"/>
                  </a:lnTo>
                  <a:lnTo>
                    <a:pt x="341388" y="0"/>
                  </a:lnTo>
                  <a:lnTo>
                    <a:pt x="0" y="0"/>
                  </a:lnTo>
                  <a:lnTo>
                    <a:pt x="0" y="10160"/>
                  </a:lnTo>
                  <a:lnTo>
                    <a:pt x="0" y="227330"/>
                  </a:lnTo>
                  <a:lnTo>
                    <a:pt x="0" y="237490"/>
                  </a:lnTo>
                  <a:lnTo>
                    <a:pt x="350697" y="237490"/>
                  </a:lnTo>
                  <a:lnTo>
                    <a:pt x="350697" y="227787"/>
                  </a:lnTo>
                  <a:lnTo>
                    <a:pt x="350697" y="227330"/>
                  </a:lnTo>
                  <a:lnTo>
                    <a:pt x="350697" y="10160"/>
                  </a:lnTo>
                  <a:lnTo>
                    <a:pt x="350697" y="9804"/>
                  </a:lnTo>
                  <a:lnTo>
                    <a:pt x="350697" y="0"/>
                  </a:lnTo>
                  <a:close/>
                </a:path>
              </a:pathLst>
            </a:custGeom>
            <a:solidFill>
              <a:srgbClr val="01206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7" name="object 147" descr=""/>
          <p:cNvSpPr/>
          <p:nvPr/>
        </p:nvSpPr>
        <p:spPr>
          <a:xfrm>
            <a:off x="3895912" y="4092001"/>
            <a:ext cx="2245995" cy="181610"/>
          </a:xfrm>
          <a:custGeom>
            <a:avLst/>
            <a:gdLst/>
            <a:ahLst/>
            <a:cxnLst/>
            <a:rect l="l" t="t" r="r" b="b"/>
            <a:pathLst>
              <a:path w="2245995" h="181610">
                <a:moveTo>
                  <a:pt x="0" y="181093"/>
                </a:moveTo>
                <a:lnTo>
                  <a:pt x="2245376" y="181093"/>
                </a:lnTo>
                <a:lnTo>
                  <a:pt x="2245376" y="0"/>
                </a:lnTo>
                <a:lnTo>
                  <a:pt x="0" y="0"/>
                </a:lnTo>
                <a:lnTo>
                  <a:pt x="0" y="181093"/>
                </a:lnTo>
                <a:close/>
              </a:path>
            </a:pathLst>
          </a:custGeom>
          <a:solidFill>
            <a:srgbClr val="1F3B7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" name="object 148" descr=""/>
          <p:cNvSpPr/>
          <p:nvPr/>
        </p:nvSpPr>
        <p:spPr>
          <a:xfrm>
            <a:off x="4376819" y="2559419"/>
            <a:ext cx="459105" cy="19685"/>
          </a:xfrm>
          <a:custGeom>
            <a:avLst/>
            <a:gdLst/>
            <a:ahLst/>
            <a:cxnLst/>
            <a:rect l="l" t="t" r="r" b="b"/>
            <a:pathLst>
              <a:path w="459104" h="19685">
                <a:moveTo>
                  <a:pt x="459075" y="0"/>
                </a:moveTo>
                <a:lnTo>
                  <a:pt x="0" y="0"/>
                </a:lnTo>
                <a:lnTo>
                  <a:pt x="0" y="19601"/>
                </a:lnTo>
                <a:lnTo>
                  <a:pt x="459075" y="19601"/>
                </a:lnTo>
                <a:lnTo>
                  <a:pt x="459075" y="0"/>
                </a:lnTo>
                <a:close/>
              </a:path>
            </a:pathLst>
          </a:custGeom>
          <a:solidFill>
            <a:srgbClr val="01206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" name="object 149" descr=""/>
          <p:cNvSpPr/>
          <p:nvPr/>
        </p:nvSpPr>
        <p:spPr>
          <a:xfrm>
            <a:off x="5212249" y="2559419"/>
            <a:ext cx="425450" cy="19685"/>
          </a:xfrm>
          <a:custGeom>
            <a:avLst/>
            <a:gdLst/>
            <a:ahLst/>
            <a:cxnLst/>
            <a:rect l="l" t="t" r="r" b="b"/>
            <a:pathLst>
              <a:path w="425450" h="19685">
                <a:moveTo>
                  <a:pt x="424971" y="0"/>
                </a:moveTo>
                <a:lnTo>
                  <a:pt x="0" y="0"/>
                </a:lnTo>
                <a:lnTo>
                  <a:pt x="0" y="19601"/>
                </a:lnTo>
                <a:lnTo>
                  <a:pt x="424971" y="19601"/>
                </a:lnTo>
                <a:lnTo>
                  <a:pt x="424971" y="0"/>
                </a:lnTo>
                <a:close/>
              </a:path>
            </a:pathLst>
          </a:custGeom>
          <a:solidFill>
            <a:srgbClr val="01206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" name="object 150" descr=""/>
          <p:cNvSpPr/>
          <p:nvPr/>
        </p:nvSpPr>
        <p:spPr>
          <a:xfrm>
            <a:off x="4084755" y="2989029"/>
            <a:ext cx="1849755" cy="27940"/>
          </a:xfrm>
          <a:custGeom>
            <a:avLst/>
            <a:gdLst/>
            <a:ahLst/>
            <a:cxnLst/>
            <a:rect l="l" t="t" r="r" b="b"/>
            <a:pathLst>
              <a:path w="1849754" h="27939">
                <a:moveTo>
                  <a:pt x="1849462" y="0"/>
                </a:moveTo>
                <a:lnTo>
                  <a:pt x="0" y="0"/>
                </a:lnTo>
                <a:lnTo>
                  <a:pt x="0" y="27444"/>
                </a:lnTo>
                <a:lnTo>
                  <a:pt x="1849462" y="27444"/>
                </a:lnTo>
                <a:lnTo>
                  <a:pt x="1849462" y="0"/>
                </a:lnTo>
                <a:close/>
              </a:path>
            </a:pathLst>
          </a:custGeom>
          <a:solidFill>
            <a:srgbClr val="01206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" name="object 151" descr=""/>
          <p:cNvSpPr/>
          <p:nvPr/>
        </p:nvSpPr>
        <p:spPr>
          <a:xfrm>
            <a:off x="3798858" y="3577692"/>
            <a:ext cx="2429510" cy="28575"/>
          </a:xfrm>
          <a:custGeom>
            <a:avLst/>
            <a:gdLst/>
            <a:ahLst/>
            <a:cxnLst/>
            <a:rect l="l" t="t" r="r" b="b"/>
            <a:pathLst>
              <a:path w="2429510" h="28575">
                <a:moveTo>
                  <a:pt x="2429486" y="0"/>
                </a:moveTo>
                <a:lnTo>
                  <a:pt x="0" y="0"/>
                </a:lnTo>
                <a:lnTo>
                  <a:pt x="0" y="28376"/>
                </a:lnTo>
                <a:lnTo>
                  <a:pt x="2429486" y="28376"/>
                </a:lnTo>
                <a:lnTo>
                  <a:pt x="2429486" y="0"/>
                </a:lnTo>
                <a:close/>
              </a:path>
            </a:pathLst>
          </a:custGeom>
          <a:solidFill>
            <a:srgbClr val="012069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52" name="object 152" descr=""/>
          <p:cNvGrpSpPr/>
          <p:nvPr/>
        </p:nvGrpSpPr>
        <p:grpSpPr>
          <a:xfrm>
            <a:off x="4740452" y="3700536"/>
            <a:ext cx="514984" cy="393700"/>
            <a:chOff x="4740452" y="3700536"/>
            <a:chExt cx="514984" cy="393700"/>
          </a:xfrm>
        </p:grpSpPr>
        <p:sp>
          <p:nvSpPr>
            <p:cNvPr id="153" name="object 153" descr=""/>
            <p:cNvSpPr/>
            <p:nvPr/>
          </p:nvSpPr>
          <p:spPr>
            <a:xfrm>
              <a:off x="4740452" y="3700536"/>
              <a:ext cx="514984" cy="393700"/>
            </a:xfrm>
            <a:custGeom>
              <a:avLst/>
              <a:gdLst/>
              <a:ahLst/>
              <a:cxnLst/>
              <a:rect l="l" t="t" r="r" b="b"/>
              <a:pathLst>
                <a:path w="514985" h="393700">
                  <a:moveTo>
                    <a:pt x="514790" y="0"/>
                  </a:moveTo>
                  <a:lnTo>
                    <a:pt x="0" y="0"/>
                  </a:lnTo>
                  <a:lnTo>
                    <a:pt x="0" y="393495"/>
                  </a:lnTo>
                  <a:lnTo>
                    <a:pt x="514790" y="393495"/>
                  </a:lnTo>
                  <a:lnTo>
                    <a:pt x="514790" y="0"/>
                  </a:lnTo>
                  <a:close/>
                </a:path>
              </a:pathLst>
            </a:custGeom>
            <a:solidFill>
              <a:srgbClr val="0A133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 descr=""/>
            <p:cNvSpPr/>
            <p:nvPr/>
          </p:nvSpPr>
          <p:spPr>
            <a:xfrm>
              <a:off x="4740440" y="3700544"/>
              <a:ext cx="514984" cy="393700"/>
            </a:xfrm>
            <a:custGeom>
              <a:avLst/>
              <a:gdLst/>
              <a:ahLst/>
              <a:cxnLst/>
              <a:rect l="l" t="t" r="r" b="b"/>
              <a:pathLst>
                <a:path w="514985" h="393700">
                  <a:moveTo>
                    <a:pt x="514794" y="12"/>
                  </a:moveTo>
                  <a:lnTo>
                    <a:pt x="513321" y="12"/>
                  </a:lnTo>
                  <a:lnTo>
                    <a:pt x="490118" y="12"/>
                  </a:lnTo>
                  <a:lnTo>
                    <a:pt x="273672" y="12"/>
                  </a:lnTo>
                  <a:lnTo>
                    <a:pt x="257390" y="0"/>
                  </a:lnTo>
                  <a:lnTo>
                    <a:pt x="23215" y="12"/>
                  </a:lnTo>
                  <a:lnTo>
                    <a:pt x="0" y="12"/>
                  </a:lnTo>
                  <a:lnTo>
                    <a:pt x="0" y="23787"/>
                  </a:lnTo>
                  <a:lnTo>
                    <a:pt x="0" y="393509"/>
                  </a:lnTo>
                  <a:lnTo>
                    <a:pt x="23215" y="393509"/>
                  </a:lnTo>
                  <a:lnTo>
                    <a:pt x="23215" y="23787"/>
                  </a:lnTo>
                  <a:lnTo>
                    <a:pt x="257390" y="23787"/>
                  </a:lnTo>
                  <a:lnTo>
                    <a:pt x="257390" y="393496"/>
                  </a:lnTo>
                  <a:lnTo>
                    <a:pt x="273672" y="393496"/>
                  </a:lnTo>
                  <a:lnTo>
                    <a:pt x="273672" y="23787"/>
                  </a:lnTo>
                  <a:lnTo>
                    <a:pt x="490118" y="23787"/>
                  </a:lnTo>
                  <a:lnTo>
                    <a:pt x="490118" y="393509"/>
                  </a:lnTo>
                  <a:lnTo>
                    <a:pt x="513321" y="393509"/>
                  </a:lnTo>
                  <a:lnTo>
                    <a:pt x="513321" y="23787"/>
                  </a:lnTo>
                  <a:lnTo>
                    <a:pt x="514794" y="23787"/>
                  </a:lnTo>
                  <a:lnTo>
                    <a:pt x="514794" y="12"/>
                  </a:lnTo>
                  <a:close/>
                </a:path>
              </a:pathLst>
            </a:custGeom>
            <a:solidFill>
              <a:srgbClr val="442927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55" name="object 155" descr=""/>
          <p:cNvPicPr/>
          <p:nvPr/>
        </p:nvPicPr>
        <p:blipFill>
          <a:blip r:embed="rId26" cstate="print"/>
          <a:stretch>
            <a:fillRect/>
          </a:stretch>
        </p:blipFill>
        <p:spPr>
          <a:xfrm>
            <a:off x="4908665" y="3045497"/>
            <a:ext cx="247269" cy="234555"/>
          </a:xfrm>
          <a:prstGeom prst="rect">
            <a:avLst/>
          </a:prstGeom>
        </p:spPr>
      </p:pic>
      <p:pic>
        <p:nvPicPr>
          <p:cNvPr id="156" name="object 156" descr=""/>
          <p:cNvPicPr/>
          <p:nvPr/>
        </p:nvPicPr>
        <p:blipFill>
          <a:blip r:embed="rId27" cstate="print"/>
          <a:stretch>
            <a:fillRect/>
          </a:stretch>
        </p:blipFill>
        <p:spPr>
          <a:xfrm>
            <a:off x="4467160" y="3041393"/>
            <a:ext cx="222366" cy="234012"/>
          </a:xfrm>
          <a:prstGeom prst="rect">
            <a:avLst/>
          </a:prstGeom>
        </p:spPr>
      </p:pic>
      <p:pic>
        <p:nvPicPr>
          <p:cNvPr id="157" name="object 157" descr=""/>
          <p:cNvPicPr/>
          <p:nvPr/>
        </p:nvPicPr>
        <p:blipFill>
          <a:blip r:embed="rId28" cstate="print"/>
          <a:stretch>
            <a:fillRect/>
          </a:stretch>
        </p:blipFill>
        <p:spPr>
          <a:xfrm>
            <a:off x="5358648" y="3040911"/>
            <a:ext cx="222366" cy="234014"/>
          </a:xfrm>
          <a:prstGeom prst="rect">
            <a:avLst/>
          </a:prstGeom>
        </p:spPr>
      </p:pic>
      <p:sp>
        <p:nvSpPr>
          <p:cNvPr id="158" name="object 158" descr=""/>
          <p:cNvSpPr/>
          <p:nvPr/>
        </p:nvSpPr>
        <p:spPr>
          <a:xfrm>
            <a:off x="4630707" y="2177834"/>
            <a:ext cx="358775" cy="302260"/>
          </a:xfrm>
          <a:custGeom>
            <a:avLst/>
            <a:gdLst/>
            <a:ahLst/>
            <a:cxnLst/>
            <a:rect l="l" t="t" r="r" b="b"/>
            <a:pathLst>
              <a:path w="358775" h="302260">
                <a:moveTo>
                  <a:pt x="358512" y="0"/>
                </a:moveTo>
                <a:lnTo>
                  <a:pt x="347918" y="5924"/>
                </a:lnTo>
                <a:lnTo>
                  <a:pt x="333726" y="27114"/>
                </a:lnTo>
                <a:lnTo>
                  <a:pt x="311603" y="67076"/>
                </a:lnTo>
                <a:lnTo>
                  <a:pt x="283662" y="105131"/>
                </a:lnTo>
                <a:lnTo>
                  <a:pt x="252170" y="140312"/>
                </a:lnTo>
                <a:lnTo>
                  <a:pt x="217450" y="172316"/>
                </a:lnTo>
                <a:lnTo>
                  <a:pt x="179826" y="200842"/>
                </a:lnTo>
                <a:lnTo>
                  <a:pt x="133582" y="228850"/>
                </a:lnTo>
                <a:lnTo>
                  <a:pt x="84447" y="251416"/>
                </a:lnTo>
                <a:lnTo>
                  <a:pt x="41803" y="266913"/>
                </a:lnTo>
                <a:lnTo>
                  <a:pt x="20641" y="275005"/>
                </a:lnTo>
                <a:lnTo>
                  <a:pt x="0" y="284295"/>
                </a:lnTo>
                <a:lnTo>
                  <a:pt x="1732" y="291987"/>
                </a:lnTo>
                <a:lnTo>
                  <a:pt x="7956" y="297438"/>
                </a:lnTo>
                <a:lnTo>
                  <a:pt x="16699" y="300710"/>
                </a:lnTo>
                <a:lnTo>
                  <a:pt x="25988" y="301865"/>
                </a:lnTo>
                <a:lnTo>
                  <a:pt x="72567" y="297008"/>
                </a:lnTo>
                <a:lnTo>
                  <a:pt x="117170" y="282344"/>
                </a:lnTo>
                <a:lnTo>
                  <a:pt x="158853" y="259737"/>
                </a:lnTo>
                <a:lnTo>
                  <a:pt x="196674" y="231050"/>
                </a:lnTo>
                <a:lnTo>
                  <a:pt x="230356" y="198097"/>
                </a:lnTo>
                <a:lnTo>
                  <a:pt x="260920" y="162159"/>
                </a:lnTo>
                <a:lnTo>
                  <a:pt x="289341" y="124302"/>
                </a:lnTo>
                <a:lnTo>
                  <a:pt x="327966" y="69425"/>
                </a:lnTo>
                <a:lnTo>
                  <a:pt x="358552" y="16310"/>
                </a:lnTo>
                <a:lnTo>
                  <a:pt x="358512" y="0"/>
                </a:lnTo>
                <a:close/>
              </a:path>
            </a:pathLst>
          </a:custGeom>
          <a:solidFill>
            <a:srgbClr val="FFFFFF">
              <a:alpha val="26998"/>
            </a:srgbClr>
          </a:solidFill>
        </p:spPr>
        <p:txBody>
          <a:bodyPr wrap="square" lIns="0" tIns="0" rIns="0" bIns="0" rtlCol="0"/>
          <a:lstStyle/>
          <a:p/>
        </p:txBody>
      </p:sp>
      <p:pic>
        <p:nvPicPr>
          <p:cNvPr id="159" name="object 159" descr=""/>
          <p:cNvPicPr/>
          <p:nvPr/>
        </p:nvPicPr>
        <p:blipFill>
          <a:blip r:embed="rId29" cstate="print"/>
          <a:stretch>
            <a:fillRect/>
          </a:stretch>
        </p:blipFill>
        <p:spPr>
          <a:xfrm>
            <a:off x="4222663" y="2768141"/>
            <a:ext cx="167366" cy="157905"/>
          </a:xfrm>
          <a:prstGeom prst="rect">
            <a:avLst/>
          </a:prstGeom>
        </p:spPr>
      </p:pic>
      <p:pic>
        <p:nvPicPr>
          <p:cNvPr id="160" name="object 160" descr=""/>
          <p:cNvPicPr/>
          <p:nvPr/>
        </p:nvPicPr>
        <p:blipFill>
          <a:blip r:embed="rId30" cstate="print"/>
          <a:stretch>
            <a:fillRect/>
          </a:stretch>
        </p:blipFill>
        <p:spPr>
          <a:xfrm>
            <a:off x="4001872" y="3310666"/>
            <a:ext cx="183491" cy="179615"/>
          </a:xfrm>
          <a:prstGeom prst="rect">
            <a:avLst/>
          </a:prstGeom>
        </p:spPr>
      </p:pic>
      <p:grpSp>
        <p:nvGrpSpPr>
          <p:cNvPr id="161" name="object 161" descr=""/>
          <p:cNvGrpSpPr/>
          <p:nvPr/>
        </p:nvGrpSpPr>
        <p:grpSpPr>
          <a:xfrm>
            <a:off x="3895912" y="4092003"/>
            <a:ext cx="2245995" cy="238125"/>
            <a:chOff x="3895912" y="4092003"/>
            <a:chExt cx="2245995" cy="238125"/>
          </a:xfrm>
        </p:grpSpPr>
        <p:sp>
          <p:nvSpPr>
            <p:cNvPr id="162" name="object 162" descr=""/>
            <p:cNvSpPr/>
            <p:nvPr/>
          </p:nvSpPr>
          <p:spPr>
            <a:xfrm>
              <a:off x="3895903" y="4092009"/>
              <a:ext cx="2245995" cy="238125"/>
            </a:xfrm>
            <a:custGeom>
              <a:avLst/>
              <a:gdLst/>
              <a:ahLst/>
              <a:cxnLst/>
              <a:rect l="l" t="t" r="r" b="b"/>
              <a:pathLst>
                <a:path w="2245995" h="238125">
                  <a:moveTo>
                    <a:pt x="2245385" y="0"/>
                  </a:moveTo>
                  <a:lnTo>
                    <a:pt x="2237194" y="44945"/>
                  </a:lnTo>
                  <a:lnTo>
                    <a:pt x="2153069" y="98907"/>
                  </a:lnTo>
                  <a:lnTo>
                    <a:pt x="2038311" y="132842"/>
                  </a:lnTo>
                  <a:lnTo>
                    <a:pt x="1908390" y="169024"/>
                  </a:lnTo>
                  <a:lnTo>
                    <a:pt x="1863051" y="181089"/>
                  </a:lnTo>
                  <a:lnTo>
                    <a:pt x="0" y="181089"/>
                  </a:lnTo>
                  <a:lnTo>
                    <a:pt x="0" y="237972"/>
                  </a:lnTo>
                  <a:lnTo>
                    <a:pt x="2245385" y="237972"/>
                  </a:lnTo>
                  <a:lnTo>
                    <a:pt x="2245385" y="181089"/>
                  </a:lnTo>
                  <a:lnTo>
                    <a:pt x="2245385" y="0"/>
                  </a:lnTo>
                  <a:close/>
                </a:path>
              </a:pathLst>
            </a:custGeom>
            <a:solidFill>
              <a:srgbClr val="0120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 descr=""/>
            <p:cNvSpPr/>
            <p:nvPr/>
          </p:nvSpPr>
          <p:spPr>
            <a:xfrm>
              <a:off x="3922860" y="4115929"/>
              <a:ext cx="1188720" cy="75565"/>
            </a:xfrm>
            <a:custGeom>
              <a:avLst/>
              <a:gdLst/>
              <a:ahLst/>
              <a:cxnLst/>
              <a:rect l="l" t="t" r="r" b="b"/>
              <a:pathLst>
                <a:path w="1188720" h="75564">
                  <a:moveTo>
                    <a:pt x="116864" y="0"/>
                  </a:moveTo>
                  <a:lnTo>
                    <a:pt x="61030" y="2164"/>
                  </a:lnTo>
                  <a:lnTo>
                    <a:pt x="17272" y="11993"/>
                  </a:lnTo>
                  <a:lnTo>
                    <a:pt x="0" y="33488"/>
                  </a:lnTo>
                  <a:lnTo>
                    <a:pt x="3023" y="44698"/>
                  </a:lnTo>
                  <a:lnTo>
                    <a:pt x="35171" y="68817"/>
                  </a:lnTo>
                  <a:lnTo>
                    <a:pt x="80268" y="75116"/>
                  </a:lnTo>
                  <a:lnTo>
                    <a:pt x="95756" y="74974"/>
                  </a:lnTo>
                  <a:lnTo>
                    <a:pt x="145388" y="72297"/>
                  </a:lnTo>
                  <a:lnTo>
                    <a:pt x="194765" y="67457"/>
                  </a:lnTo>
                  <a:lnTo>
                    <a:pt x="293184" y="55330"/>
                  </a:lnTo>
                  <a:lnTo>
                    <a:pt x="343596" y="49765"/>
                  </a:lnTo>
                  <a:lnTo>
                    <a:pt x="394111" y="45032"/>
                  </a:lnTo>
                  <a:lnTo>
                    <a:pt x="444720" y="41054"/>
                  </a:lnTo>
                  <a:lnTo>
                    <a:pt x="495415" y="37757"/>
                  </a:lnTo>
                  <a:lnTo>
                    <a:pt x="546186" y="35066"/>
                  </a:lnTo>
                  <a:lnTo>
                    <a:pt x="597024" y="32906"/>
                  </a:lnTo>
                  <a:lnTo>
                    <a:pt x="647919" y="31202"/>
                  </a:lnTo>
                  <a:lnTo>
                    <a:pt x="698862" y="29879"/>
                  </a:lnTo>
                  <a:lnTo>
                    <a:pt x="749845" y="28861"/>
                  </a:lnTo>
                  <a:lnTo>
                    <a:pt x="851889" y="27443"/>
                  </a:lnTo>
                  <a:lnTo>
                    <a:pt x="1005017" y="25733"/>
                  </a:lnTo>
                  <a:lnTo>
                    <a:pt x="1056039" y="24975"/>
                  </a:lnTo>
                  <a:lnTo>
                    <a:pt x="1107035" y="23997"/>
                  </a:lnTo>
                  <a:lnTo>
                    <a:pt x="1157996" y="22724"/>
                  </a:lnTo>
                  <a:lnTo>
                    <a:pt x="1188131" y="8965"/>
                  </a:lnTo>
                  <a:lnTo>
                    <a:pt x="1084906" y="6369"/>
                  </a:lnTo>
                  <a:lnTo>
                    <a:pt x="981663" y="4227"/>
                  </a:lnTo>
                  <a:lnTo>
                    <a:pt x="878406" y="2539"/>
                  </a:lnTo>
                  <a:lnTo>
                    <a:pt x="775138" y="1307"/>
                  </a:lnTo>
                  <a:lnTo>
                    <a:pt x="671863" y="530"/>
                  </a:lnTo>
                  <a:lnTo>
                    <a:pt x="568584" y="207"/>
                  </a:lnTo>
                  <a:lnTo>
                    <a:pt x="465304" y="339"/>
                  </a:lnTo>
                  <a:lnTo>
                    <a:pt x="362027" y="927"/>
                  </a:lnTo>
                  <a:lnTo>
                    <a:pt x="258756" y="1970"/>
                  </a:lnTo>
                  <a:lnTo>
                    <a:pt x="207124" y="2662"/>
                  </a:lnTo>
                  <a:lnTo>
                    <a:pt x="116864" y="0"/>
                  </a:lnTo>
                  <a:close/>
                </a:path>
              </a:pathLst>
            </a:custGeom>
            <a:solidFill>
              <a:srgbClr val="FFFFFF">
                <a:alpha val="26998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4" name="object 164" descr=""/>
          <p:cNvSpPr/>
          <p:nvPr/>
        </p:nvSpPr>
        <p:spPr>
          <a:xfrm>
            <a:off x="5803452" y="3312586"/>
            <a:ext cx="257175" cy="194945"/>
          </a:xfrm>
          <a:custGeom>
            <a:avLst/>
            <a:gdLst/>
            <a:ahLst/>
            <a:cxnLst/>
            <a:rect l="l" t="t" r="r" b="b"/>
            <a:pathLst>
              <a:path w="257175" h="194945">
                <a:moveTo>
                  <a:pt x="0" y="0"/>
                </a:moveTo>
                <a:lnTo>
                  <a:pt x="38714" y="78611"/>
                </a:lnTo>
                <a:lnTo>
                  <a:pt x="77741" y="117310"/>
                </a:lnTo>
                <a:lnTo>
                  <a:pt x="108331" y="144854"/>
                </a:lnTo>
                <a:lnTo>
                  <a:pt x="149331" y="176986"/>
                </a:lnTo>
                <a:lnTo>
                  <a:pt x="198111" y="194443"/>
                </a:lnTo>
                <a:lnTo>
                  <a:pt x="215382" y="194581"/>
                </a:lnTo>
                <a:lnTo>
                  <a:pt x="232244" y="191041"/>
                </a:lnTo>
                <a:lnTo>
                  <a:pt x="242378" y="186160"/>
                </a:lnTo>
                <a:lnTo>
                  <a:pt x="250934" y="178902"/>
                </a:lnTo>
                <a:lnTo>
                  <a:pt x="256333" y="169834"/>
                </a:lnTo>
                <a:lnTo>
                  <a:pt x="256997" y="159523"/>
                </a:lnTo>
                <a:lnTo>
                  <a:pt x="253065" y="151047"/>
                </a:lnTo>
                <a:lnTo>
                  <a:pt x="246090" y="144544"/>
                </a:lnTo>
                <a:lnTo>
                  <a:pt x="237323" y="139561"/>
                </a:lnTo>
                <a:lnTo>
                  <a:pt x="228013" y="135650"/>
                </a:lnTo>
                <a:lnTo>
                  <a:pt x="178472" y="113323"/>
                </a:lnTo>
                <a:lnTo>
                  <a:pt x="132527" y="87231"/>
                </a:lnTo>
                <a:lnTo>
                  <a:pt x="88550" y="58739"/>
                </a:lnTo>
                <a:lnTo>
                  <a:pt x="44917" y="29207"/>
                </a:lnTo>
                <a:lnTo>
                  <a:pt x="0" y="0"/>
                </a:lnTo>
                <a:close/>
              </a:path>
            </a:pathLst>
          </a:custGeom>
          <a:solidFill>
            <a:srgbClr val="FFFFFF">
              <a:alpha val="26998"/>
            </a:srgbClr>
          </a:solidFill>
        </p:spPr>
        <p:txBody>
          <a:bodyPr wrap="square" lIns="0" tIns="0" rIns="0" bIns="0" rtlCol="0"/>
          <a:lstStyle/>
          <a:p/>
        </p:txBody>
      </p:sp>
      <p:pic>
        <p:nvPicPr>
          <p:cNvPr id="165" name="object 165" descr=""/>
          <p:cNvPicPr/>
          <p:nvPr/>
        </p:nvPicPr>
        <p:blipFill>
          <a:blip r:embed="rId31" cstate="print"/>
          <a:stretch>
            <a:fillRect/>
          </a:stretch>
        </p:blipFill>
        <p:spPr>
          <a:xfrm>
            <a:off x="5625117" y="2750247"/>
            <a:ext cx="194161" cy="170842"/>
          </a:xfrm>
          <a:prstGeom prst="rect">
            <a:avLst/>
          </a:prstGeom>
        </p:spPr>
      </p:pic>
      <p:grpSp>
        <p:nvGrpSpPr>
          <p:cNvPr id="166" name="object 166" descr=""/>
          <p:cNvGrpSpPr/>
          <p:nvPr/>
        </p:nvGrpSpPr>
        <p:grpSpPr>
          <a:xfrm>
            <a:off x="1250149" y="6844910"/>
            <a:ext cx="2007870" cy="552450"/>
            <a:chOff x="1250149" y="6844910"/>
            <a:chExt cx="2007870" cy="552450"/>
          </a:xfrm>
        </p:grpSpPr>
        <p:sp>
          <p:nvSpPr>
            <p:cNvPr id="167" name="object 167" descr=""/>
            <p:cNvSpPr/>
            <p:nvPr/>
          </p:nvSpPr>
          <p:spPr>
            <a:xfrm>
              <a:off x="1250137" y="6844912"/>
              <a:ext cx="2007870" cy="552450"/>
            </a:xfrm>
            <a:custGeom>
              <a:avLst/>
              <a:gdLst/>
              <a:ahLst/>
              <a:cxnLst/>
              <a:rect l="l" t="t" r="r" b="b"/>
              <a:pathLst>
                <a:path w="2007870" h="552450">
                  <a:moveTo>
                    <a:pt x="2007501" y="230949"/>
                  </a:moveTo>
                  <a:lnTo>
                    <a:pt x="1994941" y="193878"/>
                  </a:lnTo>
                  <a:lnTo>
                    <a:pt x="1977605" y="154495"/>
                  </a:lnTo>
                  <a:lnTo>
                    <a:pt x="1951482" y="107378"/>
                  </a:lnTo>
                  <a:lnTo>
                    <a:pt x="1926348" y="68630"/>
                  </a:lnTo>
                  <a:lnTo>
                    <a:pt x="1875142" y="25006"/>
                  </a:lnTo>
                  <a:lnTo>
                    <a:pt x="1825459" y="0"/>
                  </a:lnTo>
                  <a:lnTo>
                    <a:pt x="1019111" y="0"/>
                  </a:lnTo>
                  <a:lnTo>
                    <a:pt x="988402" y="0"/>
                  </a:lnTo>
                  <a:lnTo>
                    <a:pt x="182054" y="0"/>
                  </a:lnTo>
                  <a:lnTo>
                    <a:pt x="132359" y="25006"/>
                  </a:lnTo>
                  <a:lnTo>
                    <a:pt x="81165" y="68630"/>
                  </a:lnTo>
                  <a:lnTo>
                    <a:pt x="56019" y="107378"/>
                  </a:lnTo>
                  <a:lnTo>
                    <a:pt x="29895" y="154495"/>
                  </a:lnTo>
                  <a:lnTo>
                    <a:pt x="12573" y="193878"/>
                  </a:lnTo>
                  <a:lnTo>
                    <a:pt x="0" y="230949"/>
                  </a:lnTo>
                  <a:lnTo>
                    <a:pt x="0" y="552221"/>
                  </a:lnTo>
                  <a:lnTo>
                    <a:pt x="988402" y="552221"/>
                  </a:lnTo>
                  <a:lnTo>
                    <a:pt x="1019111" y="552221"/>
                  </a:lnTo>
                  <a:lnTo>
                    <a:pt x="2007501" y="552221"/>
                  </a:lnTo>
                  <a:lnTo>
                    <a:pt x="2007501" y="230949"/>
                  </a:lnTo>
                  <a:close/>
                </a:path>
              </a:pathLst>
            </a:custGeom>
            <a:solidFill>
              <a:srgbClr val="1F3B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 descr=""/>
            <p:cNvSpPr/>
            <p:nvPr/>
          </p:nvSpPr>
          <p:spPr>
            <a:xfrm>
              <a:off x="1250150" y="7075857"/>
              <a:ext cx="2007870" cy="26670"/>
            </a:xfrm>
            <a:custGeom>
              <a:avLst/>
              <a:gdLst/>
              <a:ahLst/>
              <a:cxnLst/>
              <a:rect l="l" t="t" r="r" b="b"/>
              <a:pathLst>
                <a:path w="2007870" h="26670">
                  <a:moveTo>
                    <a:pt x="2007488" y="0"/>
                  </a:moveTo>
                  <a:lnTo>
                    <a:pt x="0" y="0"/>
                  </a:lnTo>
                  <a:lnTo>
                    <a:pt x="0" y="26512"/>
                  </a:lnTo>
                  <a:lnTo>
                    <a:pt x="2007488" y="26512"/>
                  </a:lnTo>
                  <a:lnTo>
                    <a:pt x="2007488" y="0"/>
                  </a:lnTo>
                  <a:close/>
                </a:path>
              </a:pathLst>
            </a:custGeom>
            <a:solidFill>
              <a:srgbClr val="0A133B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9" name="object 169" descr=""/>
          <p:cNvSpPr/>
          <p:nvPr/>
        </p:nvSpPr>
        <p:spPr>
          <a:xfrm>
            <a:off x="1475891" y="5526773"/>
            <a:ext cx="372110" cy="205104"/>
          </a:xfrm>
          <a:custGeom>
            <a:avLst/>
            <a:gdLst/>
            <a:ahLst/>
            <a:cxnLst/>
            <a:rect l="l" t="t" r="r" b="b"/>
            <a:pathLst>
              <a:path w="372110" h="205104">
                <a:moveTo>
                  <a:pt x="371632" y="0"/>
                </a:moveTo>
                <a:lnTo>
                  <a:pt x="297394" y="0"/>
                </a:lnTo>
                <a:lnTo>
                  <a:pt x="293518" y="7015"/>
                </a:lnTo>
                <a:lnTo>
                  <a:pt x="277761" y="26310"/>
                </a:lnTo>
                <a:lnTo>
                  <a:pt x="243925" y="55261"/>
                </a:lnTo>
                <a:lnTo>
                  <a:pt x="185816" y="91243"/>
                </a:lnTo>
                <a:lnTo>
                  <a:pt x="128679" y="120791"/>
                </a:lnTo>
                <a:lnTo>
                  <a:pt x="90277" y="134520"/>
                </a:lnTo>
                <a:lnTo>
                  <a:pt x="53191" y="135922"/>
                </a:lnTo>
                <a:lnTo>
                  <a:pt x="0" y="128488"/>
                </a:lnTo>
                <a:lnTo>
                  <a:pt x="0" y="174518"/>
                </a:lnTo>
                <a:lnTo>
                  <a:pt x="133870" y="205040"/>
                </a:lnTo>
                <a:lnTo>
                  <a:pt x="285069" y="179984"/>
                </a:lnTo>
                <a:lnTo>
                  <a:pt x="371632" y="0"/>
                </a:lnTo>
                <a:close/>
              </a:path>
            </a:pathLst>
          </a:custGeom>
          <a:solidFill>
            <a:srgbClr val="EEB541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170" name="object 170" descr=""/>
          <p:cNvPicPr/>
          <p:nvPr/>
        </p:nvPicPr>
        <p:blipFill>
          <a:blip r:embed="rId32" cstate="print"/>
          <a:stretch>
            <a:fillRect/>
          </a:stretch>
        </p:blipFill>
        <p:spPr>
          <a:xfrm>
            <a:off x="3093506" y="6306792"/>
            <a:ext cx="116823" cy="393068"/>
          </a:xfrm>
          <a:prstGeom prst="rect">
            <a:avLst/>
          </a:prstGeom>
        </p:spPr>
      </p:pic>
      <p:pic>
        <p:nvPicPr>
          <p:cNvPr id="171" name="object 171" descr=""/>
          <p:cNvPicPr/>
          <p:nvPr/>
        </p:nvPicPr>
        <p:blipFill>
          <a:blip r:embed="rId33" cstate="print"/>
          <a:stretch>
            <a:fillRect/>
          </a:stretch>
        </p:blipFill>
        <p:spPr>
          <a:xfrm>
            <a:off x="1308302" y="6304876"/>
            <a:ext cx="116823" cy="393068"/>
          </a:xfrm>
          <a:prstGeom prst="rect">
            <a:avLst/>
          </a:prstGeom>
        </p:spPr>
      </p:pic>
      <p:grpSp>
        <p:nvGrpSpPr>
          <p:cNvPr id="172" name="object 172" descr=""/>
          <p:cNvGrpSpPr/>
          <p:nvPr/>
        </p:nvGrpSpPr>
        <p:grpSpPr>
          <a:xfrm>
            <a:off x="2169097" y="4536490"/>
            <a:ext cx="147955" cy="382905"/>
            <a:chOff x="2169097" y="4536490"/>
            <a:chExt cx="147955" cy="382905"/>
          </a:xfrm>
        </p:grpSpPr>
        <p:sp>
          <p:nvSpPr>
            <p:cNvPr id="173" name="object 173" descr=""/>
            <p:cNvSpPr/>
            <p:nvPr/>
          </p:nvSpPr>
          <p:spPr>
            <a:xfrm>
              <a:off x="2206248" y="4536490"/>
              <a:ext cx="73660" cy="382905"/>
            </a:xfrm>
            <a:custGeom>
              <a:avLst/>
              <a:gdLst/>
              <a:ahLst/>
              <a:cxnLst/>
              <a:rect l="l" t="t" r="r" b="b"/>
              <a:pathLst>
                <a:path w="73660" h="382904">
                  <a:moveTo>
                    <a:pt x="36627" y="0"/>
                  </a:moveTo>
                  <a:lnTo>
                    <a:pt x="0" y="382470"/>
                  </a:lnTo>
                  <a:lnTo>
                    <a:pt x="73254" y="382470"/>
                  </a:lnTo>
                  <a:lnTo>
                    <a:pt x="36627" y="0"/>
                  </a:lnTo>
                  <a:close/>
                </a:path>
              </a:pathLst>
            </a:custGeom>
            <a:solidFill>
              <a:srgbClr val="EEB54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74" name="object 174" descr="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2169097" y="4706376"/>
              <a:ext cx="147555" cy="185647"/>
            </a:xfrm>
            <a:prstGeom prst="rect">
              <a:avLst/>
            </a:prstGeom>
          </p:spPr>
        </p:pic>
      </p:grpSp>
      <p:sp>
        <p:nvSpPr>
          <p:cNvPr id="175" name="object 175" descr=""/>
          <p:cNvSpPr/>
          <p:nvPr/>
        </p:nvSpPr>
        <p:spPr>
          <a:xfrm>
            <a:off x="1772624" y="5353218"/>
            <a:ext cx="946785" cy="175895"/>
          </a:xfrm>
          <a:custGeom>
            <a:avLst/>
            <a:gdLst/>
            <a:ahLst/>
            <a:cxnLst/>
            <a:rect l="l" t="t" r="r" b="b"/>
            <a:pathLst>
              <a:path w="946785" h="175895">
                <a:moveTo>
                  <a:pt x="917479" y="0"/>
                </a:moveTo>
                <a:lnTo>
                  <a:pt x="20344" y="0"/>
                </a:lnTo>
                <a:lnTo>
                  <a:pt x="0" y="175670"/>
                </a:lnTo>
                <a:lnTo>
                  <a:pt x="946452" y="173575"/>
                </a:lnTo>
                <a:lnTo>
                  <a:pt x="917479" y="0"/>
                </a:lnTo>
                <a:close/>
              </a:path>
            </a:pathLst>
          </a:custGeom>
          <a:solidFill>
            <a:srgbClr val="1F3B7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76" name="object 176" descr=""/>
          <p:cNvGrpSpPr/>
          <p:nvPr/>
        </p:nvGrpSpPr>
        <p:grpSpPr>
          <a:xfrm>
            <a:off x="1328095" y="5526771"/>
            <a:ext cx="1854835" cy="1318260"/>
            <a:chOff x="1328095" y="5526771"/>
            <a:chExt cx="1854835" cy="1318260"/>
          </a:xfrm>
        </p:grpSpPr>
        <p:sp>
          <p:nvSpPr>
            <p:cNvPr id="177" name="object 177" descr=""/>
            <p:cNvSpPr/>
            <p:nvPr/>
          </p:nvSpPr>
          <p:spPr>
            <a:xfrm>
              <a:off x="1623686" y="5853839"/>
              <a:ext cx="1261745" cy="246379"/>
            </a:xfrm>
            <a:custGeom>
              <a:avLst/>
              <a:gdLst/>
              <a:ahLst/>
              <a:cxnLst/>
              <a:rect l="l" t="t" r="r" b="b"/>
              <a:pathLst>
                <a:path w="1261745" h="246379">
                  <a:moveTo>
                    <a:pt x="1219177" y="0"/>
                  </a:moveTo>
                  <a:lnTo>
                    <a:pt x="27025" y="0"/>
                  </a:lnTo>
                  <a:lnTo>
                    <a:pt x="0" y="245992"/>
                  </a:lnTo>
                  <a:lnTo>
                    <a:pt x="1261458" y="245992"/>
                  </a:lnTo>
                  <a:lnTo>
                    <a:pt x="1219177" y="0"/>
                  </a:lnTo>
                  <a:close/>
                </a:path>
              </a:pathLst>
            </a:custGeom>
            <a:solidFill>
              <a:srgbClr val="1F3B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 descr=""/>
            <p:cNvSpPr/>
            <p:nvPr/>
          </p:nvSpPr>
          <p:spPr>
            <a:xfrm>
              <a:off x="1475885" y="5526771"/>
              <a:ext cx="770890" cy="341630"/>
            </a:xfrm>
            <a:custGeom>
              <a:avLst/>
              <a:gdLst/>
              <a:ahLst/>
              <a:cxnLst/>
              <a:rect l="l" t="t" r="r" b="b"/>
              <a:pathLst>
                <a:path w="770889" h="341629">
                  <a:moveTo>
                    <a:pt x="770280" y="0"/>
                  </a:moveTo>
                  <a:lnTo>
                    <a:pt x="360680" y="0"/>
                  </a:lnTo>
                  <a:lnTo>
                    <a:pt x="335315" y="39488"/>
                  </a:lnTo>
                  <a:lnTo>
                    <a:pt x="312982" y="65471"/>
                  </a:lnTo>
                  <a:lnTo>
                    <a:pt x="281190" y="89487"/>
                  </a:lnTo>
                  <a:lnTo>
                    <a:pt x="227448" y="123074"/>
                  </a:lnTo>
                  <a:lnTo>
                    <a:pt x="146308" y="159061"/>
                  </a:lnTo>
                  <a:lnTo>
                    <a:pt x="73190" y="173640"/>
                  </a:lnTo>
                  <a:lnTo>
                    <a:pt x="20338" y="175796"/>
                  </a:lnTo>
                  <a:lnTo>
                    <a:pt x="0" y="174518"/>
                  </a:lnTo>
                  <a:lnTo>
                    <a:pt x="22169" y="208847"/>
                  </a:lnTo>
                  <a:lnTo>
                    <a:pt x="55566" y="246608"/>
                  </a:lnTo>
                  <a:lnTo>
                    <a:pt x="115102" y="291143"/>
                  </a:lnTo>
                  <a:lnTo>
                    <a:pt x="163491" y="321565"/>
                  </a:lnTo>
                  <a:lnTo>
                    <a:pt x="770280" y="341623"/>
                  </a:lnTo>
                  <a:lnTo>
                    <a:pt x="770280" y="0"/>
                  </a:lnTo>
                  <a:close/>
                </a:path>
              </a:pathLst>
            </a:custGeom>
            <a:solidFill>
              <a:srgbClr val="B7524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 descr=""/>
            <p:cNvSpPr/>
            <p:nvPr/>
          </p:nvSpPr>
          <p:spPr>
            <a:xfrm>
              <a:off x="1475891" y="5701291"/>
              <a:ext cx="770890" cy="167640"/>
            </a:xfrm>
            <a:custGeom>
              <a:avLst/>
              <a:gdLst/>
              <a:ahLst/>
              <a:cxnLst/>
              <a:rect l="l" t="t" r="r" b="b"/>
              <a:pathLst>
                <a:path w="770889" h="167639">
                  <a:moveTo>
                    <a:pt x="0" y="0"/>
                  </a:moveTo>
                  <a:lnTo>
                    <a:pt x="20941" y="44831"/>
                  </a:lnTo>
                  <a:lnTo>
                    <a:pt x="55705" y="81400"/>
                  </a:lnTo>
                  <a:lnTo>
                    <a:pt x="89365" y="107167"/>
                  </a:lnTo>
                  <a:lnTo>
                    <a:pt x="127267" y="129551"/>
                  </a:lnTo>
                  <a:lnTo>
                    <a:pt x="171020" y="151314"/>
                  </a:lnTo>
                  <a:lnTo>
                    <a:pt x="770280" y="167104"/>
                  </a:lnTo>
                  <a:lnTo>
                    <a:pt x="770280" y="92950"/>
                  </a:lnTo>
                  <a:lnTo>
                    <a:pt x="494653" y="96924"/>
                  </a:lnTo>
                  <a:lnTo>
                    <a:pt x="338591" y="95215"/>
                  </a:lnTo>
                  <a:lnTo>
                    <a:pt x="244326" y="85094"/>
                  </a:lnTo>
                  <a:lnTo>
                    <a:pt x="154089" y="63830"/>
                  </a:lnTo>
                  <a:lnTo>
                    <a:pt x="80546" y="41086"/>
                  </a:lnTo>
                  <a:lnTo>
                    <a:pt x="33074" y="20563"/>
                  </a:lnTo>
                  <a:lnTo>
                    <a:pt x="7587" y="57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3C2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 descr=""/>
            <p:cNvSpPr/>
            <p:nvPr/>
          </p:nvSpPr>
          <p:spPr>
            <a:xfrm>
              <a:off x="2644809" y="5526773"/>
              <a:ext cx="372110" cy="205104"/>
            </a:xfrm>
            <a:custGeom>
              <a:avLst/>
              <a:gdLst/>
              <a:ahLst/>
              <a:cxnLst/>
              <a:rect l="l" t="t" r="r" b="b"/>
              <a:pathLst>
                <a:path w="372110" h="205104">
                  <a:moveTo>
                    <a:pt x="74238" y="0"/>
                  </a:moveTo>
                  <a:lnTo>
                    <a:pt x="0" y="0"/>
                  </a:lnTo>
                  <a:lnTo>
                    <a:pt x="86552" y="179984"/>
                  </a:lnTo>
                  <a:lnTo>
                    <a:pt x="237762" y="205040"/>
                  </a:lnTo>
                  <a:lnTo>
                    <a:pt x="371632" y="174518"/>
                  </a:lnTo>
                  <a:lnTo>
                    <a:pt x="371632" y="128488"/>
                  </a:lnTo>
                  <a:lnTo>
                    <a:pt x="318441" y="135922"/>
                  </a:lnTo>
                  <a:lnTo>
                    <a:pt x="281355" y="134520"/>
                  </a:lnTo>
                  <a:lnTo>
                    <a:pt x="242953" y="120791"/>
                  </a:lnTo>
                  <a:lnTo>
                    <a:pt x="185816" y="91243"/>
                  </a:lnTo>
                  <a:lnTo>
                    <a:pt x="127706" y="55261"/>
                  </a:lnTo>
                  <a:lnTo>
                    <a:pt x="93871" y="26310"/>
                  </a:lnTo>
                  <a:lnTo>
                    <a:pt x="78114" y="7015"/>
                  </a:lnTo>
                  <a:lnTo>
                    <a:pt x="74238" y="0"/>
                  </a:lnTo>
                  <a:close/>
                </a:path>
              </a:pathLst>
            </a:custGeom>
            <a:solidFill>
              <a:srgbClr val="EEB54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 descr=""/>
            <p:cNvSpPr/>
            <p:nvPr/>
          </p:nvSpPr>
          <p:spPr>
            <a:xfrm>
              <a:off x="2246166" y="5526771"/>
              <a:ext cx="770890" cy="341630"/>
            </a:xfrm>
            <a:custGeom>
              <a:avLst/>
              <a:gdLst/>
              <a:ahLst/>
              <a:cxnLst/>
              <a:rect l="l" t="t" r="r" b="b"/>
              <a:pathLst>
                <a:path w="770889" h="341629">
                  <a:moveTo>
                    <a:pt x="409600" y="0"/>
                  </a:moveTo>
                  <a:lnTo>
                    <a:pt x="0" y="0"/>
                  </a:lnTo>
                  <a:lnTo>
                    <a:pt x="0" y="341623"/>
                  </a:lnTo>
                  <a:lnTo>
                    <a:pt x="599248" y="325833"/>
                  </a:lnTo>
                  <a:lnTo>
                    <a:pt x="655177" y="291143"/>
                  </a:lnTo>
                  <a:lnTo>
                    <a:pt x="688073" y="267468"/>
                  </a:lnTo>
                  <a:lnTo>
                    <a:pt x="732157" y="229973"/>
                  </a:lnTo>
                  <a:lnTo>
                    <a:pt x="770280" y="174518"/>
                  </a:lnTo>
                  <a:lnTo>
                    <a:pt x="749941" y="175796"/>
                  </a:lnTo>
                  <a:lnTo>
                    <a:pt x="697090" y="173640"/>
                  </a:lnTo>
                  <a:lnTo>
                    <a:pt x="623971" y="159061"/>
                  </a:lnTo>
                  <a:lnTo>
                    <a:pt x="542831" y="123074"/>
                  </a:lnTo>
                  <a:lnTo>
                    <a:pt x="489089" y="89487"/>
                  </a:lnTo>
                  <a:lnTo>
                    <a:pt x="457297" y="65471"/>
                  </a:lnTo>
                  <a:lnTo>
                    <a:pt x="434964" y="39488"/>
                  </a:lnTo>
                  <a:lnTo>
                    <a:pt x="409600" y="0"/>
                  </a:lnTo>
                  <a:close/>
                </a:path>
              </a:pathLst>
            </a:custGeom>
            <a:solidFill>
              <a:srgbClr val="B7524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 descr=""/>
            <p:cNvSpPr/>
            <p:nvPr/>
          </p:nvSpPr>
          <p:spPr>
            <a:xfrm>
              <a:off x="2246161" y="5701291"/>
              <a:ext cx="770890" cy="167640"/>
            </a:xfrm>
            <a:custGeom>
              <a:avLst/>
              <a:gdLst/>
              <a:ahLst/>
              <a:cxnLst/>
              <a:rect l="l" t="t" r="r" b="b"/>
              <a:pathLst>
                <a:path w="770889" h="167639">
                  <a:moveTo>
                    <a:pt x="770280" y="0"/>
                  </a:moveTo>
                  <a:lnTo>
                    <a:pt x="737205" y="20563"/>
                  </a:lnTo>
                  <a:lnTo>
                    <a:pt x="689733" y="41086"/>
                  </a:lnTo>
                  <a:lnTo>
                    <a:pt x="616190" y="63830"/>
                  </a:lnTo>
                  <a:lnTo>
                    <a:pt x="525953" y="85094"/>
                  </a:lnTo>
                  <a:lnTo>
                    <a:pt x="431688" y="95215"/>
                  </a:lnTo>
                  <a:lnTo>
                    <a:pt x="275626" y="96924"/>
                  </a:lnTo>
                  <a:lnTo>
                    <a:pt x="0" y="92950"/>
                  </a:lnTo>
                  <a:lnTo>
                    <a:pt x="0" y="167104"/>
                  </a:lnTo>
                  <a:lnTo>
                    <a:pt x="599248" y="151314"/>
                  </a:lnTo>
                  <a:lnTo>
                    <a:pt x="643007" y="129551"/>
                  </a:lnTo>
                  <a:lnTo>
                    <a:pt x="680913" y="107167"/>
                  </a:lnTo>
                  <a:lnTo>
                    <a:pt x="714575" y="81400"/>
                  </a:lnTo>
                  <a:lnTo>
                    <a:pt x="749338" y="44831"/>
                  </a:lnTo>
                  <a:lnTo>
                    <a:pt x="758925" y="27263"/>
                  </a:lnTo>
                  <a:lnTo>
                    <a:pt x="770280" y="0"/>
                  </a:lnTo>
                  <a:close/>
                </a:path>
              </a:pathLst>
            </a:custGeom>
            <a:solidFill>
              <a:srgbClr val="AD3C2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 descr=""/>
            <p:cNvSpPr/>
            <p:nvPr/>
          </p:nvSpPr>
          <p:spPr>
            <a:xfrm>
              <a:off x="1328098" y="6099836"/>
              <a:ext cx="372110" cy="205104"/>
            </a:xfrm>
            <a:custGeom>
              <a:avLst/>
              <a:gdLst/>
              <a:ahLst/>
              <a:cxnLst/>
              <a:rect l="l" t="t" r="r" b="b"/>
              <a:pathLst>
                <a:path w="372110" h="205104">
                  <a:moveTo>
                    <a:pt x="371632" y="0"/>
                  </a:moveTo>
                  <a:lnTo>
                    <a:pt x="297404" y="0"/>
                  </a:lnTo>
                  <a:lnTo>
                    <a:pt x="293527" y="7015"/>
                  </a:lnTo>
                  <a:lnTo>
                    <a:pt x="277766" y="26310"/>
                  </a:lnTo>
                  <a:lnTo>
                    <a:pt x="243927" y="55261"/>
                  </a:lnTo>
                  <a:lnTo>
                    <a:pt x="185816" y="91243"/>
                  </a:lnTo>
                  <a:lnTo>
                    <a:pt x="128679" y="120791"/>
                  </a:lnTo>
                  <a:lnTo>
                    <a:pt x="90277" y="134522"/>
                  </a:lnTo>
                  <a:lnTo>
                    <a:pt x="53191" y="135926"/>
                  </a:lnTo>
                  <a:lnTo>
                    <a:pt x="0" y="128498"/>
                  </a:lnTo>
                  <a:lnTo>
                    <a:pt x="0" y="174518"/>
                  </a:lnTo>
                  <a:lnTo>
                    <a:pt x="133870" y="205040"/>
                  </a:lnTo>
                  <a:lnTo>
                    <a:pt x="285080" y="179994"/>
                  </a:lnTo>
                  <a:lnTo>
                    <a:pt x="371632" y="0"/>
                  </a:lnTo>
                  <a:close/>
                </a:path>
              </a:pathLst>
            </a:custGeom>
            <a:solidFill>
              <a:srgbClr val="EEB54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 descr=""/>
            <p:cNvSpPr/>
            <p:nvPr/>
          </p:nvSpPr>
          <p:spPr>
            <a:xfrm>
              <a:off x="1328095" y="6099835"/>
              <a:ext cx="980440" cy="341630"/>
            </a:xfrm>
            <a:custGeom>
              <a:avLst/>
              <a:gdLst/>
              <a:ahLst/>
              <a:cxnLst/>
              <a:rect l="l" t="t" r="r" b="b"/>
              <a:pathLst>
                <a:path w="980439" h="341629">
                  <a:moveTo>
                    <a:pt x="979938" y="0"/>
                  </a:moveTo>
                  <a:lnTo>
                    <a:pt x="360680" y="0"/>
                  </a:lnTo>
                  <a:lnTo>
                    <a:pt x="335315" y="39488"/>
                  </a:lnTo>
                  <a:lnTo>
                    <a:pt x="312982" y="65471"/>
                  </a:lnTo>
                  <a:lnTo>
                    <a:pt x="281190" y="89487"/>
                  </a:lnTo>
                  <a:lnTo>
                    <a:pt x="227448" y="123074"/>
                  </a:lnTo>
                  <a:lnTo>
                    <a:pt x="146308" y="159061"/>
                  </a:lnTo>
                  <a:lnTo>
                    <a:pt x="73190" y="173640"/>
                  </a:lnTo>
                  <a:lnTo>
                    <a:pt x="20338" y="175796"/>
                  </a:lnTo>
                  <a:lnTo>
                    <a:pt x="0" y="174518"/>
                  </a:lnTo>
                  <a:lnTo>
                    <a:pt x="22169" y="208847"/>
                  </a:lnTo>
                  <a:lnTo>
                    <a:pt x="55562" y="246608"/>
                  </a:lnTo>
                  <a:lnTo>
                    <a:pt x="115093" y="291143"/>
                  </a:lnTo>
                  <a:lnTo>
                    <a:pt x="163489" y="321565"/>
                  </a:lnTo>
                  <a:lnTo>
                    <a:pt x="979938" y="341623"/>
                  </a:lnTo>
                  <a:lnTo>
                    <a:pt x="979938" y="0"/>
                  </a:lnTo>
                  <a:close/>
                </a:path>
              </a:pathLst>
            </a:custGeom>
            <a:solidFill>
              <a:srgbClr val="B7524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 descr=""/>
            <p:cNvSpPr/>
            <p:nvPr/>
          </p:nvSpPr>
          <p:spPr>
            <a:xfrm>
              <a:off x="2810913" y="6099836"/>
              <a:ext cx="372110" cy="205104"/>
            </a:xfrm>
            <a:custGeom>
              <a:avLst/>
              <a:gdLst/>
              <a:ahLst/>
              <a:cxnLst/>
              <a:rect l="l" t="t" r="r" b="b"/>
              <a:pathLst>
                <a:path w="372110" h="205104">
                  <a:moveTo>
                    <a:pt x="74228" y="0"/>
                  </a:moveTo>
                  <a:lnTo>
                    <a:pt x="0" y="0"/>
                  </a:lnTo>
                  <a:lnTo>
                    <a:pt x="86552" y="179994"/>
                  </a:lnTo>
                  <a:lnTo>
                    <a:pt x="237762" y="205040"/>
                  </a:lnTo>
                  <a:lnTo>
                    <a:pt x="371632" y="174518"/>
                  </a:lnTo>
                  <a:lnTo>
                    <a:pt x="371632" y="128498"/>
                  </a:lnTo>
                  <a:lnTo>
                    <a:pt x="318441" y="135926"/>
                  </a:lnTo>
                  <a:lnTo>
                    <a:pt x="281355" y="134522"/>
                  </a:lnTo>
                  <a:lnTo>
                    <a:pt x="242953" y="120791"/>
                  </a:lnTo>
                  <a:lnTo>
                    <a:pt x="185816" y="91243"/>
                  </a:lnTo>
                  <a:lnTo>
                    <a:pt x="127705" y="55261"/>
                  </a:lnTo>
                  <a:lnTo>
                    <a:pt x="93866" y="26310"/>
                  </a:lnTo>
                  <a:lnTo>
                    <a:pt x="78105" y="7015"/>
                  </a:lnTo>
                  <a:lnTo>
                    <a:pt x="74228" y="0"/>
                  </a:lnTo>
                  <a:close/>
                </a:path>
              </a:pathLst>
            </a:custGeom>
            <a:solidFill>
              <a:srgbClr val="EEB54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 descr=""/>
            <p:cNvSpPr/>
            <p:nvPr/>
          </p:nvSpPr>
          <p:spPr>
            <a:xfrm>
              <a:off x="2273373" y="6099835"/>
              <a:ext cx="909319" cy="341630"/>
            </a:xfrm>
            <a:custGeom>
              <a:avLst/>
              <a:gdLst/>
              <a:ahLst/>
              <a:cxnLst/>
              <a:rect l="l" t="t" r="r" b="b"/>
              <a:pathLst>
                <a:path w="909319" h="341629">
                  <a:moveTo>
                    <a:pt x="548496" y="0"/>
                  </a:moveTo>
                  <a:lnTo>
                    <a:pt x="0" y="0"/>
                  </a:lnTo>
                  <a:lnTo>
                    <a:pt x="0" y="341623"/>
                  </a:lnTo>
                  <a:lnTo>
                    <a:pt x="738145" y="325833"/>
                  </a:lnTo>
                  <a:lnTo>
                    <a:pt x="794073" y="291143"/>
                  </a:lnTo>
                  <a:lnTo>
                    <a:pt x="826969" y="267468"/>
                  </a:lnTo>
                  <a:lnTo>
                    <a:pt x="871053" y="229973"/>
                  </a:lnTo>
                  <a:lnTo>
                    <a:pt x="909176" y="174518"/>
                  </a:lnTo>
                  <a:lnTo>
                    <a:pt x="888837" y="175796"/>
                  </a:lnTo>
                  <a:lnTo>
                    <a:pt x="835986" y="173640"/>
                  </a:lnTo>
                  <a:lnTo>
                    <a:pt x="762867" y="159061"/>
                  </a:lnTo>
                  <a:lnTo>
                    <a:pt x="681727" y="123074"/>
                  </a:lnTo>
                  <a:lnTo>
                    <a:pt x="627986" y="89487"/>
                  </a:lnTo>
                  <a:lnTo>
                    <a:pt x="596193" y="65471"/>
                  </a:lnTo>
                  <a:lnTo>
                    <a:pt x="573860" y="39488"/>
                  </a:lnTo>
                  <a:lnTo>
                    <a:pt x="548496" y="0"/>
                  </a:lnTo>
                  <a:close/>
                </a:path>
              </a:pathLst>
            </a:custGeom>
            <a:solidFill>
              <a:srgbClr val="B7524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 descr=""/>
            <p:cNvSpPr/>
            <p:nvPr/>
          </p:nvSpPr>
          <p:spPr>
            <a:xfrm>
              <a:off x="1328089" y="6274364"/>
              <a:ext cx="1854835" cy="167640"/>
            </a:xfrm>
            <a:custGeom>
              <a:avLst/>
              <a:gdLst/>
              <a:ahLst/>
              <a:cxnLst/>
              <a:rect l="l" t="t" r="r" b="b"/>
              <a:pathLst>
                <a:path w="1854835" h="167639">
                  <a:moveTo>
                    <a:pt x="1854454" y="0"/>
                  </a:moveTo>
                  <a:lnTo>
                    <a:pt x="1821370" y="20561"/>
                  </a:lnTo>
                  <a:lnTo>
                    <a:pt x="1773897" y="41084"/>
                  </a:lnTo>
                  <a:lnTo>
                    <a:pt x="1700364" y="63830"/>
                  </a:lnTo>
                  <a:lnTo>
                    <a:pt x="1608277" y="85090"/>
                  </a:lnTo>
                  <a:lnTo>
                    <a:pt x="1501114" y="95211"/>
                  </a:lnTo>
                  <a:lnTo>
                    <a:pt x="1310043" y="96913"/>
                  </a:lnTo>
                  <a:lnTo>
                    <a:pt x="979944" y="93116"/>
                  </a:lnTo>
                  <a:lnTo>
                    <a:pt x="979944" y="92951"/>
                  </a:lnTo>
                  <a:lnTo>
                    <a:pt x="972591" y="93027"/>
                  </a:lnTo>
                  <a:lnTo>
                    <a:pt x="966241" y="92951"/>
                  </a:lnTo>
                  <a:lnTo>
                    <a:pt x="966241" y="93091"/>
                  </a:lnTo>
                  <a:lnTo>
                    <a:pt x="583107" y="96913"/>
                  </a:lnTo>
                  <a:lnTo>
                    <a:pt x="364807" y="95211"/>
                  </a:lnTo>
                  <a:lnTo>
                    <a:pt x="247611" y="85090"/>
                  </a:lnTo>
                  <a:lnTo>
                    <a:pt x="154089" y="63830"/>
                  </a:lnTo>
                  <a:lnTo>
                    <a:pt x="80543" y="41084"/>
                  </a:lnTo>
                  <a:lnTo>
                    <a:pt x="33083" y="20561"/>
                  </a:lnTo>
                  <a:lnTo>
                    <a:pt x="0" y="0"/>
                  </a:lnTo>
                  <a:lnTo>
                    <a:pt x="11353" y="27254"/>
                  </a:lnTo>
                  <a:lnTo>
                    <a:pt x="33985" y="60325"/>
                  </a:lnTo>
                  <a:lnTo>
                    <a:pt x="89369" y="107162"/>
                  </a:lnTo>
                  <a:lnTo>
                    <a:pt x="127279" y="129552"/>
                  </a:lnTo>
                  <a:lnTo>
                    <a:pt x="171030" y="151307"/>
                  </a:lnTo>
                  <a:lnTo>
                    <a:pt x="966241" y="166839"/>
                  </a:lnTo>
                  <a:lnTo>
                    <a:pt x="966241" y="167106"/>
                  </a:lnTo>
                  <a:lnTo>
                    <a:pt x="972680" y="166966"/>
                  </a:lnTo>
                  <a:lnTo>
                    <a:pt x="979944" y="167106"/>
                  </a:lnTo>
                  <a:lnTo>
                    <a:pt x="979944" y="166814"/>
                  </a:lnTo>
                  <a:lnTo>
                    <a:pt x="1683423" y="151307"/>
                  </a:lnTo>
                  <a:lnTo>
                    <a:pt x="1727174" y="129552"/>
                  </a:lnTo>
                  <a:lnTo>
                    <a:pt x="1765084" y="107162"/>
                  </a:lnTo>
                  <a:lnTo>
                    <a:pt x="1798739" y="81394"/>
                  </a:lnTo>
                  <a:lnTo>
                    <a:pt x="1833511" y="44831"/>
                  </a:lnTo>
                  <a:lnTo>
                    <a:pt x="1843100" y="27254"/>
                  </a:lnTo>
                  <a:lnTo>
                    <a:pt x="1854454" y="0"/>
                  </a:lnTo>
                  <a:close/>
                </a:path>
              </a:pathLst>
            </a:custGeom>
            <a:solidFill>
              <a:srgbClr val="AD3C2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 descr=""/>
            <p:cNvSpPr/>
            <p:nvPr/>
          </p:nvSpPr>
          <p:spPr>
            <a:xfrm>
              <a:off x="1496153" y="6423113"/>
              <a:ext cx="1520825" cy="366395"/>
            </a:xfrm>
            <a:custGeom>
              <a:avLst/>
              <a:gdLst/>
              <a:ahLst/>
              <a:cxnLst/>
              <a:rect l="l" t="t" r="r" b="b"/>
              <a:pathLst>
                <a:path w="1520825" h="366395">
                  <a:moveTo>
                    <a:pt x="1520288" y="0"/>
                  </a:moveTo>
                  <a:lnTo>
                    <a:pt x="0" y="0"/>
                  </a:lnTo>
                  <a:lnTo>
                    <a:pt x="0" y="366261"/>
                  </a:lnTo>
                  <a:lnTo>
                    <a:pt x="1520288" y="366261"/>
                  </a:lnTo>
                  <a:lnTo>
                    <a:pt x="1520288" y="0"/>
                  </a:lnTo>
                  <a:close/>
                </a:path>
              </a:pathLst>
            </a:custGeom>
            <a:solidFill>
              <a:srgbClr val="1F3B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 descr=""/>
            <p:cNvSpPr/>
            <p:nvPr/>
          </p:nvSpPr>
          <p:spPr>
            <a:xfrm>
              <a:off x="1432186" y="6789374"/>
              <a:ext cx="1642110" cy="55880"/>
            </a:xfrm>
            <a:custGeom>
              <a:avLst/>
              <a:gdLst/>
              <a:ahLst/>
              <a:cxnLst/>
              <a:rect l="l" t="t" r="r" b="b"/>
              <a:pathLst>
                <a:path w="1642110" h="55879">
                  <a:moveTo>
                    <a:pt x="1641677" y="0"/>
                  </a:moveTo>
                  <a:lnTo>
                    <a:pt x="0" y="0"/>
                  </a:lnTo>
                  <a:lnTo>
                    <a:pt x="0" y="55537"/>
                  </a:lnTo>
                  <a:lnTo>
                    <a:pt x="1641677" y="55537"/>
                  </a:lnTo>
                  <a:lnTo>
                    <a:pt x="1641677" y="0"/>
                  </a:lnTo>
                  <a:close/>
                </a:path>
              </a:pathLst>
            </a:custGeom>
            <a:solidFill>
              <a:srgbClr val="0A133B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0" name="object 190" descr=""/>
          <p:cNvGrpSpPr/>
          <p:nvPr/>
        </p:nvGrpSpPr>
        <p:grpSpPr>
          <a:xfrm>
            <a:off x="1623681" y="4919346"/>
            <a:ext cx="1245235" cy="521970"/>
            <a:chOff x="1623681" y="4919346"/>
            <a:chExt cx="1245235" cy="521970"/>
          </a:xfrm>
        </p:grpSpPr>
        <p:sp>
          <p:nvSpPr>
            <p:cNvPr id="191" name="object 191" descr=""/>
            <p:cNvSpPr/>
            <p:nvPr/>
          </p:nvSpPr>
          <p:spPr>
            <a:xfrm>
              <a:off x="1623669" y="4919351"/>
              <a:ext cx="1245235" cy="292100"/>
            </a:xfrm>
            <a:custGeom>
              <a:avLst/>
              <a:gdLst/>
              <a:ahLst/>
              <a:cxnLst/>
              <a:rect l="l" t="t" r="r" b="b"/>
              <a:pathLst>
                <a:path w="1245235" h="292100">
                  <a:moveTo>
                    <a:pt x="1244981" y="231622"/>
                  </a:moveTo>
                  <a:lnTo>
                    <a:pt x="1142060" y="240055"/>
                  </a:lnTo>
                  <a:lnTo>
                    <a:pt x="1077480" y="241223"/>
                  </a:lnTo>
                  <a:lnTo>
                    <a:pt x="1023975" y="233654"/>
                  </a:lnTo>
                  <a:lnTo>
                    <a:pt x="954316" y="215874"/>
                  </a:lnTo>
                  <a:lnTo>
                    <a:pt x="846950" y="168973"/>
                  </a:lnTo>
                  <a:lnTo>
                    <a:pt x="774687" y="109943"/>
                  </a:lnTo>
                  <a:lnTo>
                    <a:pt x="733958" y="59410"/>
                  </a:lnTo>
                  <a:lnTo>
                    <a:pt x="721169" y="37985"/>
                  </a:lnTo>
                  <a:lnTo>
                    <a:pt x="721169" y="0"/>
                  </a:lnTo>
                  <a:lnTo>
                    <a:pt x="622490" y="0"/>
                  </a:lnTo>
                  <a:lnTo>
                    <a:pt x="523811" y="0"/>
                  </a:lnTo>
                  <a:lnTo>
                    <a:pt x="523811" y="37985"/>
                  </a:lnTo>
                  <a:lnTo>
                    <a:pt x="511022" y="59410"/>
                  </a:lnTo>
                  <a:lnTo>
                    <a:pt x="470293" y="109943"/>
                  </a:lnTo>
                  <a:lnTo>
                    <a:pt x="398030" y="168973"/>
                  </a:lnTo>
                  <a:lnTo>
                    <a:pt x="290664" y="215874"/>
                  </a:lnTo>
                  <a:lnTo>
                    <a:pt x="221005" y="233654"/>
                  </a:lnTo>
                  <a:lnTo>
                    <a:pt x="167500" y="241223"/>
                  </a:lnTo>
                  <a:lnTo>
                    <a:pt x="102920" y="240055"/>
                  </a:lnTo>
                  <a:lnTo>
                    <a:pt x="0" y="231622"/>
                  </a:lnTo>
                  <a:lnTo>
                    <a:pt x="0" y="270370"/>
                  </a:lnTo>
                  <a:lnTo>
                    <a:pt x="157289" y="291833"/>
                  </a:lnTo>
                  <a:lnTo>
                    <a:pt x="433806" y="228841"/>
                  </a:lnTo>
                  <a:lnTo>
                    <a:pt x="622490" y="46774"/>
                  </a:lnTo>
                  <a:lnTo>
                    <a:pt x="811174" y="228841"/>
                  </a:lnTo>
                  <a:lnTo>
                    <a:pt x="1087691" y="291833"/>
                  </a:lnTo>
                  <a:lnTo>
                    <a:pt x="1244981" y="270370"/>
                  </a:lnTo>
                  <a:lnTo>
                    <a:pt x="1244981" y="231622"/>
                  </a:lnTo>
                  <a:close/>
                </a:path>
              </a:pathLst>
            </a:custGeom>
            <a:solidFill>
              <a:srgbClr val="EEB54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 descr=""/>
            <p:cNvSpPr/>
            <p:nvPr/>
          </p:nvSpPr>
          <p:spPr>
            <a:xfrm>
              <a:off x="1623684" y="4966123"/>
              <a:ext cx="1245235" cy="394335"/>
            </a:xfrm>
            <a:custGeom>
              <a:avLst/>
              <a:gdLst/>
              <a:ahLst/>
              <a:cxnLst/>
              <a:rect l="l" t="t" r="r" b="b"/>
              <a:pathLst>
                <a:path w="1245235" h="394335">
                  <a:moveTo>
                    <a:pt x="676701" y="0"/>
                  </a:moveTo>
                  <a:lnTo>
                    <a:pt x="568265" y="0"/>
                  </a:lnTo>
                  <a:lnTo>
                    <a:pt x="534556" y="83623"/>
                  </a:lnTo>
                  <a:lnTo>
                    <a:pt x="497792" y="132028"/>
                  </a:lnTo>
                  <a:lnTo>
                    <a:pt x="434996" y="163692"/>
                  </a:lnTo>
                  <a:lnTo>
                    <a:pt x="323194" y="197093"/>
                  </a:lnTo>
                  <a:lnTo>
                    <a:pt x="208329" y="219305"/>
                  </a:lnTo>
                  <a:lnTo>
                    <a:pt x="104382" y="226408"/>
                  </a:lnTo>
                  <a:lnTo>
                    <a:pt x="29043" y="225478"/>
                  </a:lnTo>
                  <a:lnTo>
                    <a:pt x="0" y="223595"/>
                  </a:lnTo>
                  <a:lnTo>
                    <a:pt x="17763" y="255127"/>
                  </a:lnTo>
                  <a:lnTo>
                    <a:pt x="39806" y="289064"/>
                  </a:lnTo>
                  <a:lnTo>
                    <a:pt x="102028" y="355782"/>
                  </a:lnTo>
                  <a:lnTo>
                    <a:pt x="141360" y="381812"/>
                  </a:lnTo>
                  <a:lnTo>
                    <a:pt x="177879" y="394186"/>
                  </a:lnTo>
                  <a:lnTo>
                    <a:pt x="1067077" y="394186"/>
                  </a:lnTo>
                  <a:lnTo>
                    <a:pt x="1124669" y="380320"/>
                  </a:lnTo>
                  <a:lnTo>
                    <a:pt x="1190696" y="307132"/>
                  </a:lnTo>
                  <a:lnTo>
                    <a:pt x="1226906" y="254188"/>
                  </a:lnTo>
                  <a:lnTo>
                    <a:pt x="1244967" y="223595"/>
                  </a:lnTo>
                  <a:lnTo>
                    <a:pt x="1143936" y="232369"/>
                  </a:lnTo>
                  <a:lnTo>
                    <a:pt x="1076592" y="232533"/>
                  </a:lnTo>
                  <a:lnTo>
                    <a:pt x="1012638" y="221603"/>
                  </a:lnTo>
                  <a:lnTo>
                    <a:pt x="921772" y="197093"/>
                  </a:lnTo>
                  <a:lnTo>
                    <a:pt x="802496" y="143556"/>
                  </a:lnTo>
                  <a:lnTo>
                    <a:pt x="727251" y="78332"/>
                  </a:lnTo>
                  <a:lnTo>
                    <a:pt x="687999" y="23215"/>
                  </a:lnTo>
                  <a:lnTo>
                    <a:pt x="676701" y="0"/>
                  </a:lnTo>
                  <a:close/>
                </a:path>
              </a:pathLst>
            </a:custGeom>
            <a:solidFill>
              <a:srgbClr val="B7524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 descr=""/>
            <p:cNvSpPr/>
            <p:nvPr/>
          </p:nvSpPr>
          <p:spPr>
            <a:xfrm>
              <a:off x="1623681" y="5189715"/>
              <a:ext cx="1245235" cy="170815"/>
            </a:xfrm>
            <a:custGeom>
              <a:avLst/>
              <a:gdLst/>
              <a:ahLst/>
              <a:cxnLst/>
              <a:rect l="l" t="t" r="r" b="b"/>
              <a:pathLst>
                <a:path w="1245235" h="170814">
                  <a:moveTo>
                    <a:pt x="1244967" y="0"/>
                  </a:moveTo>
                  <a:lnTo>
                    <a:pt x="1203315" y="26817"/>
                  </a:lnTo>
                  <a:lnTo>
                    <a:pt x="1170870" y="40748"/>
                  </a:lnTo>
                  <a:lnTo>
                    <a:pt x="1130924" y="46287"/>
                  </a:lnTo>
                  <a:lnTo>
                    <a:pt x="1066773" y="47925"/>
                  </a:lnTo>
                  <a:lnTo>
                    <a:pt x="188444" y="47925"/>
                  </a:lnTo>
                  <a:lnTo>
                    <a:pt x="117542" y="44054"/>
                  </a:lnTo>
                  <a:lnTo>
                    <a:pt x="57371" y="27178"/>
                  </a:lnTo>
                  <a:lnTo>
                    <a:pt x="15625" y="8694"/>
                  </a:lnTo>
                  <a:lnTo>
                    <a:pt x="0" y="0"/>
                  </a:lnTo>
                  <a:lnTo>
                    <a:pt x="17763" y="31532"/>
                  </a:lnTo>
                  <a:lnTo>
                    <a:pt x="39806" y="65473"/>
                  </a:lnTo>
                  <a:lnTo>
                    <a:pt x="102029" y="132197"/>
                  </a:lnTo>
                  <a:lnTo>
                    <a:pt x="141366" y="158228"/>
                  </a:lnTo>
                  <a:lnTo>
                    <a:pt x="177889" y="170602"/>
                  </a:lnTo>
                  <a:lnTo>
                    <a:pt x="1067087" y="170602"/>
                  </a:lnTo>
                  <a:lnTo>
                    <a:pt x="1124672" y="156736"/>
                  </a:lnTo>
                  <a:lnTo>
                    <a:pt x="1190707" y="83547"/>
                  </a:lnTo>
                  <a:lnTo>
                    <a:pt x="1226907" y="30594"/>
                  </a:lnTo>
                  <a:lnTo>
                    <a:pt x="1239890" y="8862"/>
                  </a:lnTo>
                  <a:lnTo>
                    <a:pt x="1244967" y="0"/>
                  </a:lnTo>
                  <a:close/>
                </a:path>
              </a:pathLst>
            </a:custGeom>
            <a:solidFill>
              <a:srgbClr val="AD3C2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 descr=""/>
            <p:cNvSpPr/>
            <p:nvPr/>
          </p:nvSpPr>
          <p:spPr>
            <a:xfrm>
              <a:off x="1787174" y="5360312"/>
              <a:ext cx="918210" cy="81280"/>
            </a:xfrm>
            <a:custGeom>
              <a:avLst/>
              <a:gdLst/>
              <a:ahLst/>
              <a:cxnLst/>
              <a:rect l="l" t="t" r="r" b="b"/>
              <a:pathLst>
                <a:path w="918210" h="81279">
                  <a:moveTo>
                    <a:pt x="903595" y="0"/>
                  </a:moveTo>
                  <a:lnTo>
                    <a:pt x="4973" y="0"/>
                  </a:lnTo>
                  <a:lnTo>
                    <a:pt x="0" y="42962"/>
                  </a:lnTo>
                  <a:lnTo>
                    <a:pt x="917595" y="80740"/>
                  </a:lnTo>
                  <a:lnTo>
                    <a:pt x="903595" y="0"/>
                  </a:lnTo>
                  <a:close/>
                </a:path>
              </a:pathLst>
            </a:custGeom>
            <a:solidFill>
              <a:srgbClr val="08276D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5" name="object 195" descr=""/>
          <p:cNvSpPr/>
          <p:nvPr/>
        </p:nvSpPr>
        <p:spPr>
          <a:xfrm>
            <a:off x="1646917" y="5852609"/>
            <a:ext cx="1214120" cy="107314"/>
          </a:xfrm>
          <a:custGeom>
            <a:avLst/>
            <a:gdLst/>
            <a:ahLst/>
            <a:cxnLst/>
            <a:rect l="l" t="t" r="r" b="b"/>
            <a:pathLst>
              <a:path w="1214120" h="107314">
                <a:moveTo>
                  <a:pt x="1198497" y="0"/>
                </a:moveTo>
                <a:lnTo>
                  <a:pt x="0" y="0"/>
                </a:lnTo>
                <a:lnTo>
                  <a:pt x="0" y="53370"/>
                </a:lnTo>
                <a:lnTo>
                  <a:pt x="1214078" y="106740"/>
                </a:lnTo>
                <a:lnTo>
                  <a:pt x="1198497" y="0"/>
                </a:lnTo>
                <a:close/>
              </a:path>
            </a:pathLst>
          </a:custGeom>
          <a:solidFill>
            <a:srgbClr val="08276D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" name="object 196" descr=""/>
          <p:cNvSpPr/>
          <p:nvPr/>
        </p:nvSpPr>
        <p:spPr>
          <a:xfrm>
            <a:off x="1496153" y="6423115"/>
            <a:ext cx="1520825" cy="160655"/>
          </a:xfrm>
          <a:custGeom>
            <a:avLst/>
            <a:gdLst/>
            <a:ahLst/>
            <a:cxnLst/>
            <a:rect l="l" t="t" r="r" b="b"/>
            <a:pathLst>
              <a:path w="1520825" h="160654">
                <a:moveTo>
                  <a:pt x="1520288" y="0"/>
                </a:moveTo>
                <a:lnTo>
                  <a:pt x="0" y="0"/>
                </a:lnTo>
                <a:lnTo>
                  <a:pt x="0" y="50595"/>
                </a:lnTo>
                <a:lnTo>
                  <a:pt x="1520288" y="160424"/>
                </a:lnTo>
                <a:lnTo>
                  <a:pt x="1520288" y="0"/>
                </a:lnTo>
                <a:close/>
              </a:path>
            </a:pathLst>
          </a:custGeom>
          <a:solidFill>
            <a:srgbClr val="08276D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" name="object 197" descr=""/>
          <p:cNvSpPr/>
          <p:nvPr/>
        </p:nvSpPr>
        <p:spPr>
          <a:xfrm>
            <a:off x="1762442" y="5346591"/>
            <a:ext cx="964565" cy="163195"/>
          </a:xfrm>
          <a:custGeom>
            <a:avLst/>
            <a:gdLst/>
            <a:ahLst/>
            <a:cxnLst/>
            <a:rect l="l" t="t" r="r" b="b"/>
            <a:pathLst>
              <a:path w="964564" h="163195">
                <a:moveTo>
                  <a:pt x="964387" y="0"/>
                </a:moveTo>
                <a:lnTo>
                  <a:pt x="0" y="0"/>
                </a:lnTo>
                <a:lnTo>
                  <a:pt x="0" y="29718"/>
                </a:lnTo>
                <a:lnTo>
                  <a:pt x="98577" y="29718"/>
                </a:lnTo>
                <a:lnTo>
                  <a:pt x="98577" y="162687"/>
                </a:lnTo>
                <a:lnTo>
                  <a:pt x="134518" y="162687"/>
                </a:lnTo>
                <a:lnTo>
                  <a:pt x="134518" y="29718"/>
                </a:lnTo>
                <a:lnTo>
                  <a:pt x="964387" y="29718"/>
                </a:lnTo>
                <a:lnTo>
                  <a:pt x="964387" y="0"/>
                </a:lnTo>
                <a:close/>
              </a:path>
            </a:pathLst>
          </a:custGeom>
          <a:solidFill>
            <a:srgbClr val="0A133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" name="object 198" descr=""/>
          <p:cNvSpPr/>
          <p:nvPr/>
        </p:nvSpPr>
        <p:spPr>
          <a:xfrm>
            <a:off x="1736690" y="5860795"/>
            <a:ext cx="36195" cy="208279"/>
          </a:xfrm>
          <a:custGeom>
            <a:avLst/>
            <a:gdLst/>
            <a:ahLst/>
            <a:cxnLst/>
            <a:rect l="l" t="t" r="r" b="b"/>
            <a:pathLst>
              <a:path w="36194" h="208279">
                <a:moveTo>
                  <a:pt x="35936" y="0"/>
                </a:moveTo>
                <a:lnTo>
                  <a:pt x="0" y="0"/>
                </a:lnTo>
                <a:lnTo>
                  <a:pt x="0" y="208098"/>
                </a:lnTo>
                <a:lnTo>
                  <a:pt x="35936" y="208098"/>
                </a:lnTo>
                <a:lnTo>
                  <a:pt x="35936" y="0"/>
                </a:lnTo>
                <a:close/>
              </a:path>
            </a:pathLst>
          </a:custGeom>
          <a:solidFill>
            <a:srgbClr val="0A133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" name="object 199" descr=""/>
          <p:cNvSpPr/>
          <p:nvPr/>
        </p:nvSpPr>
        <p:spPr>
          <a:xfrm>
            <a:off x="1818070" y="5860795"/>
            <a:ext cx="36195" cy="208279"/>
          </a:xfrm>
          <a:custGeom>
            <a:avLst/>
            <a:gdLst/>
            <a:ahLst/>
            <a:cxnLst/>
            <a:rect l="l" t="t" r="r" b="b"/>
            <a:pathLst>
              <a:path w="36194" h="208279">
                <a:moveTo>
                  <a:pt x="35936" y="0"/>
                </a:moveTo>
                <a:lnTo>
                  <a:pt x="0" y="0"/>
                </a:lnTo>
                <a:lnTo>
                  <a:pt x="0" y="208098"/>
                </a:lnTo>
                <a:lnTo>
                  <a:pt x="35936" y="208098"/>
                </a:lnTo>
                <a:lnTo>
                  <a:pt x="35936" y="0"/>
                </a:lnTo>
                <a:close/>
              </a:path>
            </a:pathLst>
          </a:custGeom>
          <a:solidFill>
            <a:srgbClr val="0A133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" name="object 200" descr=""/>
          <p:cNvSpPr/>
          <p:nvPr/>
        </p:nvSpPr>
        <p:spPr>
          <a:xfrm>
            <a:off x="1495954" y="6423113"/>
            <a:ext cx="36195" cy="371475"/>
          </a:xfrm>
          <a:custGeom>
            <a:avLst/>
            <a:gdLst/>
            <a:ahLst/>
            <a:cxnLst/>
            <a:rect l="l" t="t" r="r" b="b"/>
            <a:pathLst>
              <a:path w="36194" h="371475">
                <a:moveTo>
                  <a:pt x="35936" y="0"/>
                </a:moveTo>
                <a:lnTo>
                  <a:pt x="0" y="0"/>
                </a:lnTo>
                <a:lnTo>
                  <a:pt x="0" y="370920"/>
                </a:lnTo>
                <a:lnTo>
                  <a:pt x="35936" y="370920"/>
                </a:lnTo>
                <a:lnTo>
                  <a:pt x="35936" y="0"/>
                </a:lnTo>
                <a:close/>
              </a:path>
            </a:pathLst>
          </a:custGeom>
          <a:solidFill>
            <a:srgbClr val="0A133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" name="object 201" descr=""/>
          <p:cNvSpPr/>
          <p:nvPr/>
        </p:nvSpPr>
        <p:spPr>
          <a:xfrm>
            <a:off x="2017289" y="6423113"/>
            <a:ext cx="36195" cy="371475"/>
          </a:xfrm>
          <a:custGeom>
            <a:avLst/>
            <a:gdLst/>
            <a:ahLst/>
            <a:cxnLst/>
            <a:rect l="l" t="t" r="r" b="b"/>
            <a:pathLst>
              <a:path w="36194" h="371475">
                <a:moveTo>
                  <a:pt x="35936" y="0"/>
                </a:moveTo>
                <a:lnTo>
                  <a:pt x="0" y="0"/>
                </a:lnTo>
                <a:lnTo>
                  <a:pt x="0" y="370920"/>
                </a:lnTo>
                <a:lnTo>
                  <a:pt x="35936" y="370920"/>
                </a:lnTo>
                <a:lnTo>
                  <a:pt x="35936" y="0"/>
                </a:lnTo>
                <a:close/>
              </a:path>
            </a:pathLst>
          </a:custGeom>
          <a:solidFill>
            <a:srgbClr val="0A133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" name="object 202" descr=""/>
          <p:cNvSpPr/>
          <p:nvPr/>
        </p:nvSpPr>
        <p:spPr>
          <a:xfrm>
            <a:off x="2978767" y="6420788"/>
            <a:ext cx="36195" cy="371475"/>
          </a:xfrm>
          <a:custGeom>
            <a:avLst/>
            <a:gdLst/>
            <a:ahLst/>
            <a:cxnLst/>
            <a:rect l="l" t="t" r="r" b="b"/>
            <a:pathLst>
              <a:path w="36194" h="371475">
                <a:moveTo>
                  <a:pt x="35936" y="0"/>
                </a:moveTo>
                <a:lnTo>
                  <a:pt x="0" y="0"/>
                </a:lnTo>
                <a:lnTo>
                  <a:pt x="0" y="370920"/>
                </a:lnTo>
                <a:lnTo>
                  <a:pt x="35936" y="370920"/>
                </a:lnTo>
                <a:lnTo>
                  <a:pt x="35936" y="0"/>
                </a:lnTo>
                <a:close/>
              </a:path>
            </a:pathLst>
          </a:custGeom>
          <a:solidFill>
            <a:srgbClr val="0A133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" name="object 203" descr=""/>
          <p:cNvSpPr/>
          <p:nvPr/>
        </p:nvSpPr>
        <p:spPr>
          <a:xfrm>
            <a:off x="2512530" y="6425636"/>
            <a:ext cx="36195" cy="371475"/>
          </a:xfrm>
          <a:custGeom>
            <a:avLst/>
            <a:gdLst/>
            <a:ahLst/>
            <a:cxnLst/>
            <a:rect l="l" t="t" r="r" b="b"/>
            <a:pathLst>
              <a:path w="36194" h="371475">
                <a:moveTo>
                  <a:pt x="35936" y="0"/>
                </a:moveTo>
                <a:lnTo>
                  <a:pt x="0" y="0"/>
                </a:lnTo>
                <a:lnTo>
                  <a:pt x="0" y="370920"/>
                </a:lnTo>
                <a:lnTo>
                  <a:pt x="35936" y="370920"/>
                </a:lnTo>
                <a:lnTo>
                  <a:pt x="35936" y="0"/>
                </a:lnTo>
                <a:close/>
              </a:path>
            </a:pathLst>
          </a:custGeom>
          <a:solidFill>
            <a:srgbClr val="0A133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" name="object 204" descr=""/>
          <p:cNvSpPr/>
          <p:nvPr/>
        </p:nvSpPr>
        <p:spPr>
          <a:xfrm>
            <a:off x="2204655" y="5862135"/>
            <a:ext cx="36195" cy="208279"/>
          </a:xfrm>
          <a:custGeom>
            <a:avLst/>
            <a:gdLst/>
            <a:ahLst/>
            <a:cxnLst/>
            <a:rect l="l" t="t" r="r" b="b"/>
            <a:pathLst>
              <a:path w="36194" h="208279">
                <a:moveTo>
                  <a:pt x="35936" y="0"/>
                </a:moveTo>
                <a:lnTo>
                  <a:pt x="0" y="0"/>
                </a:lnTo>
                <a:lnTo>
                  <a:pt x="0" y="208108"/>
                </a:lnTo>
                <a:lnTo>
                  <a:pt x="35936" y="208108"/>
                </a:lnTo>
                <a:lnTo>
                  <a:pt x="35936" y="0"/>
                </a:lnTo>
                <a:close/>
              </a:path>
            </a:pathLst>
          </a:custGeom>
          <a:solidFill>
            <a:srgbClr val="0A133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" name="object 205" descr=""/>
          <p:cNvSpPr/>
          <p:nvPr/>
        </p:nvSpPr>
        <p:spPr>
          <a:xfrm>
            <a:off x="2286024" y="5862135"/>
            <a:ext cx="36195" cy="208279"/>
          </a:xfrm>
          <a:custGeom>
            <a:avLst/>
            <a:gdLst/>
            <a:ahLst/>
            <a:cxnLst/>
            <a:rect l="l" t="t" r="r" b="b"/>
            <a:pathLst>
              <a:path w="36194" h="208279">
                <a:moveTo>
                  <a:pt x="35936" y="0"/>
                </a:moveTo>
                <a:lnTo>
                  <a:pt x="0" y="0"/>
                </a:lnTo>
                <a:lnTo>
                  <a:pt x="0" y="208108"/>
                </a:lnTo>
                <a:lnTo>
                  <a:pt x="35936" y="208108"/>
                </a:lnTo>
                <a:lnTo>
                  <a:pt x="35936" y="0"/>
                </a:lnTo>
                <a:close/>
              </a:path>
            </a:pathLst>
          </a:custGeom>
          <a:solidFill>
            <a:srgbClr val="0A133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" name="object 206" descr=""/>
          <p:cNvSpPr/>
          <p:nvPr/>
        </p:nvSpPr>
        <p:spPr>
          <a:xfrm>
            <a:off x="2693603" y="5862135"/>
            <a:ext cx="36195" cy="208279"/>
          </a:xfrm>
          <a:custGeom>
            <a:avLst/>
            <a:gdLst/>
            <a:ahLst/>
            <a:cxnLst/>
            <a:rect l="l" t="t" r="r" b="b"/>
            <a:pathLst>
              <a:path w="36194" h="208279">
                <a:moveTo>
                  <a:pt x="35936" y="0"/>
                </a:moveTo>
                <a:lnTo>
                  <a:pt x="0" y="0"/>
                </a:lnTo>
                <a:lnTo>
                  <a:pt x="0" y="208108"/>
                </a:lnTo>
                <a:lnTo>
                  <a:pt x="35936" y="208108"/>
                </a:lnTo>
                <a:lnTo>
                  <a:pt x="35936" y="0"/>
                </a:lnTo>
                <a:close/>
              </a:path>
            </a:pathLst>
          </a:custGeom>
          <a:solidFill>
            <a:srgbClr val="0A133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" name="object 207" descr=""/>
          <p:cNvSpPr/>
          <p:nvPr/>
        </p:nvSpPr>
        <p:spPr>
          <a:xfrm>
            <a:off x="2774973" y="5862135"/>
            <a:ext cx="36195" cy="208279"/>
          </a:xfrm>
          <a:custGeom>
            <a:avLst/>
            <a:gdLst/>
            <a:ahLst/>
            <a:cxnLst/>
            <a:rect l="l" t="t" r="r" b="b"/>
            <a:pathLst>
              <a:path w="36194" h="208279">
                <a:moveTo>
                  <a:pt x="35936" y="0"/>
                </a:moveTo>
                <a:lnTo>
                  <a:pt x="0" y="0"/>
                </a:lnTo>
                <a:lnTo>
                  <a:pt x="0" y="208108"/>
                </a:lnTo>
                <a:lnTo>
                  <a:pt x="35936" y="208108"/>
                </a:lnTo>
                <a:lnTo>
                  <a:pt x="35936" y="0"/>
                </a:lnTo>
                <a:close/>
              </a:path>
            </a:pathLst>
          </a:custGeom>
          <a:solidFill>
            <a:srgbClr val="0A133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" name="object 208" descr=""/>
          <p:cNvSpPr/>
          <p:nvPr/>
        </p:nvSpPr>
        <p:spPr>
          <a:xfrm>
            <a:off x="2254915" y="5364339"/>
            <a:ext cx="36195" cy="145415"/>
          </a:xfrm>
          <a:custGeom>
            <a:avLst/>
            <a:gdLst/>
            <a:ahLst/>
            <a:cxnLst/>
            <a:rect l="l" t="t" r="r" b="b"/>
            <a:pathLst>
              <a:path w="36194" h="145414">
                <a:moveTo>
                  <a:pt x="35936" y="0"/>
                </a:moveTo>
                <a:lnTo>
                  <a:pt x="0" y="0"/>
                </a:lnTo>
                <a:lnTo>
                  <a:pt x="0" y="144927"/>
                </a:lnTo>
                <a:lnTo>
                  <a:pt x="35936" y="144927"/>
                </a:lnTo>
                <a:lnTo>
                  <a:pt x="35936" y="0"/>
                </a:lnTo>
                <a:close/>
              </a:path>
            </a:pathLst>
          </a:custGeom>
          <a:solidFill>
            <a:srgbClr val="0A133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" name="object 209" descr=""/>
          <p:cNvSpPr/>
          <p:nvPr/>
        </p:nvSpPr>
        <p:spPr>
          <a:xfrm>
            <a:off x="2626841" y="5364339"/>
            <a:ext cx="36195" cy="145415"/>
          </a:xfrm>
          <a:custGeom>
            <a:avLst/>
            <a:gdLst/>
            <a:ahLst/>
            <a:cxnLst/>
            <a:rect l="l" t="t" r="r" b="b"/>
            <a:pathLst>
              <a:path w="36194" h="145414">
                <a:moveTo>
                  <a:pt x="35936" y="0"/>
                </a:moveTo>
                <a:lnTo>
                  <a:pt x="0" y="0"/>
                </a:lnTo>
                <a:lnTo>
                  <a:pt x="0" y="144927"/>
                </a:lnTo>
                <a:lnTo>
                  <a:pt x="35936" y="144927"/>
                </a:lnTo>
                <a:lnTo>
                  <a:pt x="35936" y="0"/>
                </a:lnTo>
                <a:close/>
              </a:path>
            </a:pathLst>
          </a:custGeom>
          <a:solidFill>
            <a:srgbClr val="0A133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" name="object 210" descr=""/>
          <p:cNvSpPr/>
          <p:nvPr/>
        </p:nvSpPr>
        <p:spPr>
          <a:xfrm>
            <a:off x="1623688" y="5838995"/>
            <a:ext cx="1245235" cy="43815"/>
          </a:xfrm>
          <a:custGeom>
            <a:avLst/>
            <a:gdLst/>
            <a:ahLst/>
            <a:cxnLst/>
            <a:rect l="l" t="t" r="r" b="b"/>
            <a:pathLst>
              <a:path w="1245235" h="43814">
                <a:moveTo>
                  <a:pt x="1244967" y="0"/>
                </a:moveTo>
                <a:lnTo>
                  <a:pt x="0" y="0"/>
                </a:lnTo>
                <a:lnTo>
                  <a:pt x="0" y="43328"/>
                </a:lnTo>
                <a:lnTo>
                  <a:pt x="1244967" y="43328"/>
                </a:lnTo>
                <a:lnTo>
                  <a:pt x="1244967" y="0"/>
                </a:lnTo>
                <a:close/>
              </a:path>
            </a:pathLst>
          </a:custGeom>
          <a:solidFill>
            <a:srgbClr val="0A133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" name="object 211" descr=""/>
          <p:cNvSpPr/>
          <p:nvPr/>
        </p:nvSpPr>
        <p:spPr>
          <a:xfrm>
            <a:off x="1609280" y="6068893"/>
            <a:ext cx="1292860" cy="54610"/>
          </a:xfrm>
          <a:custGeom>
            <a:avLst/>
            <a:gdLst/>
            <a:ahLst/>
            <a:cxnLst/>
            <a:rect l="l" t="t" r="r" b="b"/>
            <a:pathLst>
              <a:path w="1292860" h="54610">
                <a:moveTo>
                  <a:pt x="1292798" y="0"/>
                </a:moveTo>
                <a:lnTo>
                  <a:pt x="0" y="0"/>
                </a:lnTo>
                <a:lnTo>
                  <a:pt x="0" y="54396"/>
                </a:lnTo>
                <a:lnTo>
                  <a:pt x="1292798" y="54396"/>
                </a:lnTo>
                <a:lnTo>
                  <a:pt x="1292798" y="0"/>
                </a:lnTo>
                <a:close/>
              </a:path>
            </a:pathLst>
          </a:custGeom>
          <a:solidFill>
            <a:srgbClr val="EEB54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" name="object 212" descr=""/>
          <p:cNvSpPr/>
          <p:nvPr/>
        </p:nvSpPr>
        <p:spPr>
          <a:xfrm>
            <a:off x="1762449" y="5509266"/>
            <a:ext cx="971550" cy="38735"/>
          </a:xfrm>
          <a:custGeom>
            <a:avLst/>
            <a:gdLst/>
            <a:ahLst/>
            <a:cxnLst/>
            <a:rect l="l" t="t" r="r" b="b"/>
            <a:pathLst>
              <a:path w="971550" h="38735">
                <a:moveTo>
                  <a:pt x="971174" y="0"/>
                </a:moveTo>
                <a:lnTo>
                  <a:pt x="0" y="0"/>
                </a:lnTo>
                <a:lnTo>
                  <a:pt x="0" y="38354"/>
                </a:lnTo>
                <a:lnTo>
                  <a:pt x="971174" y="38354"/>
                </a:lnTo>
                <a:lnTo>
                  <a:pt x="971174" y="0"/>
                </a:lnTo>
                <a:close/>
              </a:path>
            </a:pathLst>
          </a:custGeom>
          <a:solidFill>
            <a:srgbClr val="EEB541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13" name="object 213" descr=""/>
          <p:cNvGrpSpPr/>
          <p:nvPr/>
        </p:nvGrpSpPr>
        <p:grpSpPr>
          <a:xfrm>
            <a:off x="1609280" y="6528628"/>
            <a:ext cx="350520" cy="207010"/>
            <a:chOff x="1609280" y="6528628"/>
            <a:chExt cx="350520" cy="207010"/>
          </a:xfrm>
        </p:grpSpPr>
        <p:sp>
          <p:nvSpPr>
            <p:cNvPr id="214" name="object 214" descr=""/>
            <p:cNvSpPr/>
            <p:nvPr/>
          </p:nvSpPr>
          <p:spPr>
            <a:xfrm>
              <a:off x="1609280" y="6528628"/>
              <a:ext cx="350520" cy="207010"/>
            </a:xfrm>
            <a:custGeom>
              <a:avLst/>
              <a:gdLst/>
              <a:ahLst/>
              <a:cxnLst/>
              <a:rect l="l" t="t" r="r" b="b"/>
              <a:pathLst>
                <a:path w="350519" h="207009">
                  <a:moveTo>
                    <a:pt x="350397" y="0"/>
                  </a:moveTo>
                  <a:lnTo>
                    <a:pt x="0" y="0"/>
                  </a:lnTo>
                  <a:lnTo>
                    <a:pt x="0" y="206548"/>
                  </a:lnTo>
                  <a:lnTo>
                    <a:pt x="350397" y="206548"/>
                  </a:lnTo>
                  <a:lnTo>
                    <a:pt x="350397" y="0"/>
                  </a:lnTo>
                  <a:close/>
                </a:path>
              </a:pathLst>
            </a:custGeom>
            <a:solidFill>
              <a:srgbClr val="0A133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 descr=""/>
            <p:cNvSpPr/>
            <p:nvPr/>
          </p:nvSpPr>
          <p:spPr>
            <a:xfrm>
              <a:off x="1646923" y="6559287"/>
              <a:ext cx="279400" cy="145415"/>
            </a:xfrm>
            <a:custGeom>
              <a:avLst/>
              <a:gdLst/>
              <a:ahLst/>
              <a:cxnLst/>
              <a:rect l="l" t="t" r="r" b="b"/>
              <a:pathLst>
                <a:path w="279400" h="145415">
                  <a:moveTo>
                    <a:pt x="278871" y="0"/>
                  </a:moveTo>
                  <a:lnTo>
                    <a:pt x="0" y="0"/>
                  </a:lnTo>
                  <a:lnTo>
                    <a:pt x="0" y="145231"/>
                  </a:lnTo>
                  <a:lnTo>
                    <a:pt x="278871" y="145231"/>
                  </a:lnTo>
                  <a:lnTo>
                    <a:pt x="278871" y="0"/>
                  </a:lnTo>
                  <a:close/>
                </a:path>
              </a:pathLst>
            </a:custGeom>
            <a:solidFill>
              <a:srgbClr val="1F3B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 descr=""/>
            <p:cNvSpPr/>
            <p:nvPr/>
          </p:nvSpPr>
          <p:spPr>
            <a:xfrm>
              <a:off x="1636064" y="6606254"/>
              <a:ext cx="301625" cy="109855"/>
            </a:xfrm>
            <a:custGeom>
              <a:avLst/>
              <a:gdLst/>
              <a:ahLst/>
              <a:cxnLst/>
              <a:rect l="l" t="t" r="r" b="b"/>
              <a:pathLst>
                <a:path w="301625" h="109854">
                  <a:moveTo>
                    <a:pt x="301256" y="0"/>
                  </a:moveTo>
                  <a:lnTo>
                    <a:pt x="0" y="0"/>
                  </a:lnTo>
                  <a:lnTo>
                    <a:pt x="0" y="20332"/>
                  </a:lnTo>
                  <a:lnTo>
                    <a:pt x="138874" y="20332"/>
                  </a:lnTo>
                  <a:lnTo>
                    <a:pt x="138874" y="109359"/>
                  </a:lnTo>
                  <a:lnTo>
                    <a:pt x="162382" y="109359"/>
                  </a:lnTo>
                  <a:lnTo>
                    <a:pt x="162382" y="20332"/>
                  </a:lnTo>
                  <a:lnTo>
                    <a:pt x="301256" y="20332"/>
                  </a:lnTo>
                  <a:lnTo>
                    <a:pt x="301256" y="0"/>
                  </a:lnTo>
                  <a:close/>
                </a:path>
              </a:pathLst>
            </a:custGeom>
            <a:solidFill>
              <a:srgbClr val="0A133B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7" name="object 217" descr=""/>
          <p:cNvGrpSpPr/>
          <p:nvPr/>
        </p:nvGrpSpPr>
        <p:grpSpPr>
          <a:xfrm>
            <a:off x="2110825" y="6523309"/>
            <a:ext cx="350520" cy="207010"/>
            <a:chOff x="2110825" y="6523309"/>
            <a:chExt cx="350520" cy="207010"/>
          </a:xfrm>
        </p:grpSpPr>
        <p:sp>
          <p:nvSpPr>
            <p:cNvPr id="218" name="object 218" descr=""/>
            <p:cNvSpPr/>
            <p:nvPr/>
          </p:nvSpPr>
          <p:spPr>
            <a:xfrm>
              <a:off x="2110825" y="6523309"/>
              <a:ext cx="350520" cy="207010"/>
            </a:xfrm>
            <a:custGeom>
              <a:avLst/>
              <a:gdLst/>
              <a:ahLst/>
              <a:cxnLst/>
              <a:rect l="l" t="t" r="r" b="b"/>
              <a:pathLst>
                <a:path w="350519" h="207009">
                  <a:moveTo>
                    <a:pt x="350397" y="0"/>
                  </a:moveTo>
                  <a:lnTo>
                    <a:pt x="0" y="0"/>
                  </a:lnTo>
                  <a:lnTo>
                    <a:pt x="0" y="206548"/>
                  </a:lnTo>
                  <a:lnTo>
                    <a:pt x="350397" y="206548"/>
                  </a:lnTo>
                  <a:lnTo>
                    <a:pt x="350397" y="0"/>
                  </a:lnTo>
                  <a:close/>
                </a:path>
              </a:pathLst>
            </a:custGeom>
            <a:solidFill>
              <a:srgbClr val="0A133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 descr=""/>
            <p:cNvSpPr/>
            <p:nvPr/>
          </p:nvSpPr>
          <p:spPr>
            <a:xfrm>
              <a:off x="2148468" y="6553968"/>
              <a:ext cx="279400" cy="145415"/>
            </a:xfrm>
            <a:custGeom>
              <a:avLst/>
              <a:gdLst/>
              <a:ahLst/>
              <a:cxnLst/>
              <a:rect l="l" t="t" r="r" b="b"/>
              <a:pathLst>
                <a:path w="279400" h="145415">
                  <a:moveTo>
                    <a:pt x="278871" y="0"/>
                  </a:moveTo>
                  <a:lnTo>
                    <a:pt x="0" y="0"/>
                  </a:lnTo>
                  <a:lnTo>
                    <a:pt x="0" y="145231"/>
                  </a:lnTo>
                  <a:lnTo>
                    <a:pt x="278871" y="145231"/>
                  </a:lnTo>
                  <a:lnTo>
                    <a:pt x="278871" y="0"/>
                  </a:lnTo>
                  <a:close/>
                </a:path>
              </a:pathLst>
            </a:custGeom>
            <a:solidFill>
              <a:srgbClr val="1F3B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 descr=""/>
            <p:cNvSpPr/>
            <p:nvPr/>
          </p:nvSpPr>
          <p:spPr>
            <a:xfrm>
              <a:off x="2137600" y="6600933"/>
              <a:ext cx="301625" cy="109855"/>
            </a:xfrm>
            <a:custGeom>
              <a:avLst/>
              <a:gdLst/>
              <a:ahLst/>
              <a:cxnLst/>
              <a:rect l="l" t="t" r="r" b="b"/>
              <a:pathLst>
                <a:path w="301625" h="109854">
                  <a:moveTo>
                    <a:pt x="301256" y="0"/>
                  </a:moveTo>
                  <a:lnTo>
                    <a:pt x="0" y="0"/>
                  </a:lnTo>
                  <a:lnTo>
                    <a:pt x="0" y="20332"/>
                  </a:lnTo>
                  <a:lnTo>
                    <a:pt x="138874" y="20332"/>
                  </a:lnTo>
                  <a:lnTo>
                    <a:pt x="138874" y="109359"/>
                  </a:lnTo>
                  <a:lnTo>
                    <a:pt x="162382" y="109359"/>
                  </a:lnTo>
                  <a:lnTo>
                    <a:pt x="162382" y="20332"/>
                  </a:lnTo>
                  <a:lnTo>
                    <a:pt x="301256" y="20332"/>
                  </a:lnTo>
                  <a:lnTo>
                    <a:pt x="301256" y="0"/>
                  </a:lnTo>
                  <a:close/>
                </a:path>
              </a:pathLst>
            </a:custGeom>
            <a:solidFill>
              <a:srgbClr val="0A133B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1" name="object 221" descr=""/>
          <p:cNvGrpSpPr/>
          <p:nvPr/>
        </p:nvGrpSpPr>
        <p:grpSpPr>
          <a:xfrm>
            <a:off x="2599774" y="6517989"/>
            <a:ext cx="350520" cy="207010"/>
            <a:chOff x="2599774" y="6517989"/>
            <a:chExt cx="350520" cy="207010"/>
          </a:xfrm>
        </p:grpSpPr>
        <p:sp>
          <p:nvSpPr>
            <p:cNvPr id="222" name="object 222" descr=""/>
            <p:cNvSpPr/>
            <p:nvPr/>
          </p:nvSpPr>
          <p:spPr>
            <a:xfrm>
              <a:off x="2599774" y="6517989"/>
              <a:ext cx="350520" cy="207010"/>
            </a:xfrm>
            <a:custGeom>
              <a:avLst/>
              <a:gdLst/>
              <a:ahLst/>
              <a:cxnLst/>
              <a:rect l="l" t="t" r="r" b="b"/>
              <a:pathLst>
                <a:path w="350519" h="207009">
                  <a:moveTo>
                    <a:pt x="350397" y="0"/>
                  </a:moveTo>
                  <a:lnTo>
                    <a:pt x="0" y="0"/>
                  </a:lnTo>
                  <a:lnTo>
                    <a:pt x="0" y="206548"/>
                  </a:lnTo>
                  <a:lnTo>
                    <a:pt x="350397" y="206548"/>
                  </a:lnTo>
                  <a:lnTo>
                    <a:pt x="350397" y="0"/>
                  </a:lnTo>
                  <a:close/>
                </a:path>
              </a:pathLst>
            </a:custGeom>
            <a:solidFill>
              <a:srgbClr val="0A133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 descr=""/>
            <p:cNvSpPr/>
            <p:nvPr/>
          </p:nvSpPr>
          <p:spPr>
            <a:xfrm>
              <a:off x="2637417" y="6548648"/>
              <a:ext cx="279400" cy="145415"/>
            </a:xfrm>
            <a:custGeom>
              <a:avLst/>
              <a:gdLst/>
              <a:ahLst/>
              <a:cxnLst/>
              <a:rect l="l" t="t" r="r" b="b"/>
              <a:pathLst>
                <a:path w="279400" h="145415">
                  <a:moveTo>
                    <a:pt x="278871" y="0"/>
                  </a:moveTo>
                  <a:lnTo>
                    <a:pt x="0" y="0"/>
                  </a:lnTo>
                  <a:lnTo>
                    <a:pt x="0" y="145231"/>
                  </a:lnTo>
                  <a:lnTo>
                    <a:pt x="278871" y="145231"/>
                  </a:lnTo>
                  <a:lnTo>
                    <a:pt x="278871" y="0"/>
                  </a:lnTo>
                  <a:close/>
                </a:path>
              </a:pathLst>
            </a:custGeom>
            <a:solidFill>
              <a:srgbClr val="1F3B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 descr=""/>
            <p:cNvSpPr/>
            <p:nvPr/>
          </p:nvSpPr>
          <p:spPr>
            <a:xfrm>
              <a:off x="2626550" y="6595611"/>
              <a:ext cx="301625" cy="109855"/>
            </a:xfrm>
            <a:custGeom>
              <a:avLst/>
              <a:gdLst/>
              <a:ahLst/>
              <a:cxnLst/>
              <a:rect l="l" t="t" r="r" b="b"/>
              <a:pathLst>
                <a:path w="301625" h="109854">
                  <a:moveTo>
                    <a:pt x="301256" y="0"/>
                  </a:moveTo>
                  <a:lnTo>
                    <a:pt x="0" y="0"/>
                  </a:lnTo>
                  <a:lnTo>
                    <a:pt x="0" y="20345"/>
                  </a:lnTo>
                  <a:lnTo>
                    <a:pt x="138874" y="20345"/>
                  </a:lnTo>
                  <a:lnTo>
                    <a:pt x="138874" y="109347"/>
                  </a:lnTo>
                  <a:lnTo>
                    <a:pt x="162382" y="109347"/>
                  </a:lnTo>
                  <a:lnTo>
                    <a:pt x="162382" y="20345"/>
                  </a:lnTo>
                  <a:lnTo>
                    <a:pt x="301256" y="20345"/>
                  </a:lnTo>
                  <a:lnTo>
                    <a:pt x="301256" y="0"/>
                  </a:lnTo>
                  <a:close/>
                </a:path>
              </a:pathLst>
            </a:custGeom>
            <a:solidFill>
              <a:srgbClr val="0A133B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5" name="object 225" descr=""/>
          <p:cNvGrpSpPr/>
          <p:nvPr/>
        </p:nvGrpSpPr>
        <p:grpSpPr>
          <a:xfrm>
            <a:off x="2091419" y="6896034"/>
            <a:ext cx="330200" cy="531495"/>
            <a:chOff x="2091419" y="6896034"/>
            <a:chExt cx="330200" cy="531495"/>
          </a:xfrm>
        </p:grpSpPr>
        <p:sp>
          <p:nvSpPr>
            <p:cNvPr id="226" name="object 226" descr=""/>
            <p:cNvSpPr/>
            <p:nvPr/>
          </p:nvSpPr>
          <p:spPr>
            <a:xfrm>
              <a:off x="2106766" y="6908827"/>
              <a:ext cx="299085" cy="501015"/>
            </a:xfrm>
            <a:custGeom>
              <a:avLst/>
              <a:gdLst/>
              <a:ahLst/>
              <a:cxnLst/>
              <a:rect l="l" t="t" r="r" b="b"/>
              <a:pathLst>
                <a:path w="299085" h="501015">
                  <a:moveTo>
                    <a:pt x="149534" y="0"/>
                  </a:moveTo>
                  <a:lnTo>
                    <a:pt x="102270" y="7118"/>
                  </a:lnTo>
                  <a:lnTo>
                    <a:pt x="61222" y="26938"/>
                  </a:lnTo>
                  <a:lnTo>
                    <a:pt x="28852" y="57162"/>
                  </a:lnTo>
                  <a:lnTo>
                    <a:pt x="7623" y="95489"/>
                  </a:lnTo>
                  <a:lnTo>
                    <a:pt x="0" y="139618"/>
                  </a:lnTo>
                  <a:lnTo>
                    <a:pt x="0" y="500581"/>
                  </a:lnTo>
                  <a:lnTo>
                    <a:pt x="299069" y="500581"/>
                  </a:lnTo>
                  <a:lnTo>
                    <a:pt x="299069" y="139618"/>
                  </a:lnTo>
                  <a:lnTo>
                    <a:pt x="291445" y="95489"/>
                  </a:lnTo>
                  <a:lnTo>
                    <a:pt x="270217" y="57162"/>
                  </a:lnTo>
                  <a:lnTo>
                    <a:pt x="237847" y="26938"/>
                  </a:lnTo>
                  <a:lnTo>
                    <a:pt x="196798" y="7118"/>
                  </a:lnTo>
                  <a:lnTo>
                    <a:pt x="149534" y="0"/>
                  </a:lnTo>
                  <a:close/>
                </a:path>
              </a:pathLst>
            </a:custGeom>
            <a:solidFill>
              <a:srgbClr val="0A133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 descr=""/>
            <p:cNvSpPr/>
            <p:nvPr/>
          </p:nvSpPr>
          <p:spPr>
            <a:xfrm>
              <a:off x="2091419" y="6896034"/>
              <a:ext cx="330200" cy="531495"/>
            </a:xfrm>
            <a:custGeom>
              <a:avLst/>
              <a:gdLst/>
              <a:ahLst/>
              <a:cxnLst/>
              <a:rect l="l" t="t" r="r" b="b"/>
              <a:pathLst>
                <a:path w="330200" h="531495">
                  <a:moveTo>
                    <a:pt x="164885" y="0"/>
                  </a:moveTo>
                  <a:lnTo>
                    <a:pt x="112824" y="7913"/>
                  </a:lnTo>
                  <a:lnTo>
                    <a:pt x="67568" y="29938"/>
                  </a:lnTo>
                  <a:lnTo>
                    <a:pt x="31854" y="63504"/>
                  </a:lnTo>
                  <a:lnTo>
                    <a:pt x="8419" y="106038"/>
                  </a:lnTo>
                  <a:lnTo>
                    <a:pt x="0" y="154969"/>
                  </a:lnTo>
                  <a:lnTo>
                    <a:pt x="0" y="531282"/>
                  </a:lnTo>
                  <a:lnTo>
                    <a:pt x="329759" y="531282"/>
                  </a:lnTo>
                  <a:lnTo>
                    <a:pt x="329759" y="500581"/>
                  </a:lnTo>
                  <a:lnTo>
                    <a:pt x="30700" y="500581"/>
                  </a:lnTo>
                  <a:lnTo>
                    <a:pt x="30700" y="154969"/>
                  </a:lnTo>
                  <a:lnTo>
                    <a:pt x="41262" y="106644"/>
                  </a:lnTo>
                  <a:lnTo>
                    <a:pt x="70047" y="67139"/>
                  </a:lnTo>
                  <a:lnTo>
                    <a:pt x="112705" y="40481"/>
                  </a:lnTo>
                  <a:lnTo>
                    <a:pt x="164885" y="30700"/>
                  </a:lnTo>
                  <a:lnTo>
                    <a:pt x="263008" y="30700"/>
                  </a:lnTo>
                  <a:lnTo>
                    <a:pt x="262197" y="29938"/>
                  </a:lnTo>
                  <a:lnTo>
                    <a:pt x="216944" y="7913"/>
                  </a:lnTo>
                  <a:lnTo>
                    <a:pt x="164885" y="0"/>
                  </a:lnTo>
                  <a:close/>
                </a:path>
                <a:path w="330200" h="531495">
                  <a:moveTo>
                    <a:pt x="263008" y="30700"/>
                  </a:moveTo>
                  <a:lnTo>
                    <a:pt x="164885" y="30700"/>
                  </a:lnTo>
                  <a:lnTo>
                    <a:pt x="217063" y="40481"/>
                  </a:lnTo>
                  <a:lnTo>
                    <a:pt x="259717" y="67139"/>
                  </a:lnTo>
                  <a:lnTo>
                    <a:pt x="288498" y="106644"/>
                  </a:lnTo>
                  <a:lnTo>
                    <a:pt x="299058" y="154969"/>
                  </a:lnTo>
                  <a:lnTo>
                    <a:pt x="299058" y="500581"/>
                  </a:lnTo>
                  <a:lnTo>
                    <a:pt x="329759" y="500581"/>
                  </a:lnTo>
                  <a:lnTo>
                    <a:pt x="329759" y="154969"/>
                  </a:lnTo>
                  <a:lnTo>
                    <a:pt x="321340" y="106038"/>
                  </a:lnTo>
                  <a:lnTo>
                    <a:pt x="297908" y="63504"/>
                  </a:lnTo>
                  <a:lnTo>
                    <a:pt x="263008" y="30700"/>
                  </a:lnTo>
                  <a:close/>
                </a:path>
              </a:pathLst>
            </a:custGeom>
            <a:solidFill>
              <a:srgbClr val="EEB541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8" name="object 228" descr=""/>
          <p:cNvGrpSpPr/>
          <p:nvPr/>
        </p:nvGrpSpPr>
        <p:grpSpPr>
          <a:xfrm>
            <a:off x="2712251" y="7036234"/>
            <a:ext cx="236854" cy="381635"/>
            <a:chOff x="2712251" y="7036234"/>
            <a:chExt cx="236854" cy="381635"/>
          </a:xfrm>
        </p:grpSpPr>
        <p:sp>
          <p:nvSpPr>
            <p:cNvPr id="229" name="object 229" descr=""/>
            <p:cNvSpPr/>
            <p:nvPr/>
          </p:nvSpPr>
          <p:spPr>
            <a:xfrm>
              <a:off x="2723266" y="7045418"/>
              <a:ext cx="215265" cy="359410"/>
            </a:xfrm>
            <a:custGeom>
              <a:avLst/>
              <a:gdLst/>
              <a:ahLst/>
              <a:cxnLst/>
              <a:rect l="l" t="t" r="r" b="b"/>
              <a:pathLst>
                <a:path w="215264" h="359409">
                  <a:moveTo>
                    <a:pt x="107357" y="0"/>
                  </a:moveTo>
                  <a:lnTo>
                    <a:pt x="65571" y="7877"/>
                  </a:lnTo>
                  <a:lnTo>
                    <a:pt x="31446" y="29359"/>
                  </a:lnTo>
                  <a:lnTo>
                    <a:pt x="8437" y="61220"/>
                  </a:lnTo>
                  <a:lnTo>
                    <a:pt x="0" y="100237"/>
                  </a:lnTo>
                  <a:lnTo>
                    <a:pt x="0" y="359392"/>
                  </a:lnTo>
                  <a:lnTo>
                    <a:pt x="214715" y="359392"/>
                  </a:lnTo>
                  <a:lnTo>
                    <a:pt x="214715" y="100237"/>
                  </a:lnTo>
                  <a:lnTo>
                    <a:pt x="206279" y="61220"/>
                  </a:lnTo>
                  <a:lnTo>
                    <a:pt x="183273" y="29359"/>
                  </a:lnTo>
                  <a:lnTo>
                    <a:pt x="149148" y="7877"/>
                  </a:lnTo>
                  <a:lnTo>
                    <a:pt x="107357" y="0"/>
                  </a:lnTo>
                  <a:close/>
                </a:path>
              </a:pathLst>
            </a:custGeom>
            <a:solidFill>
              <a:srgbClr val="0A133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 descr=""/>
            <p:cNvSpPr/>
            <p:nvPr/>
          </p:nvSpPr>
          <p:spPr>
            <a:xfrm>
              <a:off x="2712251" y="7036234"/>
              <a:ext cx="236854" cy="381635"/>
            </a:xfrm>
            <a:custGeom>
              <a:avLst/>
              <a:gdLst/>
              <a:ahLst/>
              <a:cxnLst/>
              <a:rect l="l" t="t" r="r" b="b"/>
              <a:pathLst>
                <a:path w="236855" h="381634">
                  <a:moveTo>
                    <a:pt x="118373" y="0"/>
                  </a:moveTo>
                  <a:lnTo>
                    <a:pt x="72339" y="8757"/>
                  </a:lnTo>
                  <a:lnTo>
                    <a:pt x="34708" y="32625"/>
                  </a:lnTo>
                  <a:lnTo>
                    <a:pt x="9316" y="67997"/>
                  </a:lnTo>
                  <a:lnTo>
                    <a:pt x="0" y="111263"/>
                  </a:lnTo>
                  <a:lnTo>
                    <a:pt x="0" y="381433"/>
                  </a:lnTo>
                  <a:lnTo>
                    <a:pt x="236746" y="381433"/>
                  </a:lnTo>
                  <a:lnTo>
                    <a:pt x="236746" y="359392"/>
                  </a:lnTo>
                  <a:lnTo>
                    <a:pt x="22041" y="359392"/>
                  </a:lnTo>
                  <a:lnTo>
                    <a:pt x="22041" y="111263"/>
                  </a:lnTo>
                  <a:lnTo>
                    <a:pt x="29623" y="76569"/>
                  </a:lnTo>
                  <a:lnTo>
                    <a:pt x="50287" y="48205"/>
                  </a:lnTo>
                  <a:lnTo>
                    <a:pt x="80911" y="29064"/>
                  </a:lnTo>
                  <a:lnTo>
                    <a:pt x="118373" y="22041"/>
                  </a:lnTo>
                  <a:lnTo>
                    <a:pt x="185350" y="22041"/>
                  </a:lnTo>
                  <a:lnTo>
                    <a:pt x="164407" y="8757"/>
                  </a:lnTo>
                  <a:lnTo>
                    <a:pt x="118373" y="0"/>
                  </a:lnTo>
                  <a:close/>
                </a:path>
                <a:path w="236855" h="381634">
                  <a:moveTo>
                    <a:pt x="185350" y="22041"/>
                  </a:moveTo>
                  <a:lnTo>
                    <a:pt x="118373" y="22041"/>
                  </a:lnTo>
                  <a:lnTo>
                    <a:pt x="155834" y="29064"/>
                  </a:lnTo>
                  <a:lnTo>
                    <a:pt x="186458" y="48205"/>
                  </a:lnTo>
                  <a:lnTo>
                    <a:pt x="207123" y="76569"/>
                  </a:lnTo>
                  <a:lnTo>
                    <a:pt x="214705" y="111263"/>
                  </a:lnTo>
                  <a:lnTo>
                    <a:pt x="214705" y="359392"/>
                  </a:lnTo>
                  <a:lnTo>
                    <a:pt x="236746" y="359392"/>
                  </a:lnTo>
                  <a:lnTo>
                    <a:pt x="236746" y="111263"/>
                  </a:lnTo>
                  <a:lnTo>
                    <a:pt x="227430" y="67997"/>
                  </a:lnTo>
                  <a:lnTo>
                    <a:pt x="202038" y="32625"/>
                  </a:lnTo>
                  <a:lnTo>
                    <a:pt x="185350" y="22041"/>
                  </a:lnTo>
                  <a:close/>
                </a:path>
              </a:pathLst>
            </a:custGeom>
            <a:solidFill>
              <a:srgbClr val="EEB541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1" name="object 231" descr=""/>
          <p:cNvGrpSpPr/>
          <p:nvPr/>
        </p:nvGrpSpPr>
        <p:grpSpPr>
          <a:xfrm>
            <a:off x="1196445" y="7041558"/>
            <a:ext cx="2130425" cy="409575"/>
            <a:chOff x="1196445" y="7041558"/>
            <a:chExt cx="2130425" cy="409575"/>
          </a:xfrm>
        </p:grpSpPr>
        <p:sp>
          <p:nvSpPr>
            <p:cNvPr id="232" name="object 232" descr=""/>
            <p:cNvSpPr/>
            <p:nvPr/>
          </p:nvSpPr>
          <p:spPr>
            <a:xfrm>
              <a:off x="1539559" y="7050742"/>
              <a:ext cx="215265" cy="359410"/>
            </a:xfrm>
            <a:custGeom>
              <a:avLst/>
              <a:gdLst/>
              <a:ahLst/>
              <a:cxnLst/>
              <a:rect l="l" t="t" r="r" b="b"/>
              <a:pathLst>
                <a:path w="215264" h="359409">
                  <a:moveTo>
                    <a:pt x="107357" y="0"/>
                  </a:moveTo>
                  <a:lnTo>
                    <a:pt x="65567" y="7877"/>
                  </a:lnTo>
                  <a:lnTo>
                    <a:pt x="31442" y="29359"/>
                  </a:lnTo>
                  <a:lnTo>
                    <a:pt x="8436" y="61220"/>
                  </a:lnTo>
                  <a:lnTo>
                    <a:pt x="0" y="100237"/>
                  </a:lnTo>
                  <a:lnTo>
                    <a:pt x="0" y="359392"/>
                  </a:lnTo>
                  <a:lnTo>
                    <a:pt x="214715" y="359392"/>
                  </a:lnTo>
                  <a:lnTo>
                    <a:pt x="214715" y="100237"/>
                  </a:lnTo>
                  <a:lnTo>
                    <a:pt x="206278" y="61220"/>
                  </a:lnTo>
                  <a:lnTo>
                    <a:pt x="183269" y="29359"/>
                  </a:lnTo>
                  <a:lnTo>
                    <a:pt x="149144" y="7877"/>
                  </a:lnTo>
                  <a:lnTo>
                    <a:pt x="107357" y="0"/>
                  </a:lnTo>
                  <a:close/>
                </a:path>
              </a:pathLst>
            </a:custGeom>
            <a:solidFill>
              <a:srgbClr val="0A133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 descr=""/>
            <p:cNvSpPr/>
            <p:nvPr/>
          </p:nvSpPr>
          <p:spPr>
            <a:xfrm>
              <a:off x="1528541" y="7041558"/>
              <a:ext cx="236854" cy="381635"/>
            </a:xfrm>
            <a:custGeom>
              <a:avLst/>
              <a:gdLst/>
              <a:ahLst/>
              <a:cxnLst/>
              <a:rect l="l" t="t" r="r" b="b"/>
              <a:pathLst>
                <a:path w="236855" h="381634">
                  <a:moveTo>
                    <a:pt x="118373" y="0"/>
                  </a:moveTo>
                  <a:lnTo>
                    <a:pt x="72339" y="8757"/>
                  </a:lnTo>
                  <a:lnTo>
                    <a:pt x="34708" y="32625"/>
                  </a:lnTo>
                  <a:lnTo>
                    <a:pt x="9316" y="67997"/>
                  </a:lnTo>
                  <a:lnTo>
                    <a:pt x="0" y="111263"/>
                  </a:lnTo>
                  <a:lnTo>
                    <a:pt x="0" y="381433"/>
                  </a:lnTo>
                  <a:lnTo>
                    <a:pt x="236757" y="381433"/>
                  </a:lnTo>
                  <a:lnTo>
                    <a:pt x="236757" y="359392"/>
                  </a:lnTo>
                  <a:lnTo>
                    <a:pt x="22041" y="359392"/>
                  </a:lnTo>
                  <a:lnTo>
                    <a:pt x="22041" y="111263"/>
                  </a:lnTo>
                  <a:lnTo>
                    <a:pt x="29623" y="76569"/>
                  </a:lnTo>
                  <a:lnTo>
                    <a:pt x="50287" y="48205"/>
                  </a:lnTo>
                  <a:lnTo>
                    <a:pt x="80911" y="29064"/>
                  </a:lnTo>
                  <a:lnTo>
                    <a:pt x="118373" y="22041"/>
                  </a:lnTo>
                  <a:lnTo>
                    <a:pt x="185353" y="22041"/>
                  </a:lnTo>
                  <a:lnTo>
                    <a:pt x="164408" y="8757"/>
                  </a:lnTo>
                  <a:lnTo>
                    <a:pt x="118373" y="0"/>
                  </a:lnTo>
                  <a:close/>
                </a:path>
                <a:path w="236855" h="381634">
                  <a:moveTo>
                    <a:pt x="185353" y="22041"/>
                  </a:moveTo>
                  <a:lnTo>
                    <a:pt x="118373" y="22041"/>
                  </a:lnTo>
                  <a:lnTo>
                    <a:pt x="155834" y="29064"/>
                  </a:lnTo>
                  <a:lnTo>
                    <a:pt x="186458" y="48205"/>
                  </a:lnTo>
                  <a:lnTo>
                    <a:pt x="207123" y="76569"/>
                  </a:lnTo>
                  <a:lnTo>
                    <a:pt x="214705" y="111263"/>
                  </a:lnTo>
                  <a:lnTo>
                    <a:pt x="214705" y="359392"/>
                  </a:lnTo>
                  <a:lnTo>
                    <a:pt x="236757" y="359392"/>
                  </a:lnTo>
                  <a:lnTo>
                    <a:pt x="236757" y="111263"/>
                  </a:lnTo>
                  <a:lnTo>
                    <a:pt x="227439" y="67997"/>
                  </a:lnTo>
                  <a:lnTo>
                    <a:pt x="202043" y="32625"/>
                  </a:lnTo>
                  <a:lnTo>
                    <a:pt x="185353" y="22041"/>
                  </a:lnTo>
                  <a:close/>
                </a:path>
              </a:pathLst>
            </a:custGeom>
            <a:solidFill>
              <a:srgbClr val="EEB54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 descr=""/>
            <p:cNvSpPr/>
            <p:nvPr/>
          </p:nvSpPr>
          <p:spPr>
            <a:xfrm>
              <a:off x="1196445" y="7395419"/>
              <a:ext cx="2130425" cy="55880"/>
            </a:xfrm>
            <a:custGeom>
              <a:avLst/>
              <a:gdLst/>
              <a:ahLst/>
              <a:cxnLst/>
              <a:rect l="l" t="t" r="r" b="b"/>
              <a:pathLst>
                <a:path w="2130425" h="55879">
                  <a:moveTo>
                    <a:pt x="2129956" y="0"/>
                  </a:moveTo>
                  <a:lnTo>
                    <a:pt x="0" y="0"/>
                  </a:lnTo>
                  <a:lnTo>
                    <a:pt x="0" y="55527"/>
                  </a:lnTo>
                  <a:lnTo>
                    <a:pt x="2129956" y="55527"/>
                  </a:lnTo>
                  <a:lnTo>
                    <a:pt x="2129956" y="0"/>
                  </a:lnTo>
                  <a:close/>
                </a:path>
              </a:pathLst>
            </a:custGeom>
            <a:solidFill>
              <a:srgbClr val="0A133B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235" name="object 235" descr=""/>
          <p:cNvPicPr/>
          <p:nvPr/>
        </p:nvPicPr>
        <p:blipFill>
          <a:blip r:embed="rId35" cstate="print"/>
          <a:stretch>
            <a:fillRect/>
          </a:stretch>
        </p:blipFill>
        <p:spPr>
          <a:xfrm>
            <a:off x="1310273" y="6161461"/>
            <a:ext cx="112886" cy="112897"/>
          </a:xfrm>
          <a:prstGeom prst="rect">
            <a:avLst/>
          </a:prstGeom>
        </p:spPr>
      </p:pic>
      <p:pic>
        <p:nvPicPr>
          <p:cNvPr id="236" name="object 236" descr=""/>
          <p:cNvPicPr/>
          <p:nvPr/>
        </p:nvPicPr>
        <p:blipFill>
          <a:blip r:embed="rId36" cstate="print"/>
          <a:stretch>
            <a:fillRect/>
          </a:stretch>
        </p:blipFill>
        <p:spPr>
          <a:xfrm>
            <a:off x="1457476" y="5606655"/>
            <a:ext cx="96353" cy="96353"/>
          </a:xfrm>
          <a:prstGeom prst="rect">
            <a:avLst/>
          </a:prstGeom>
        </p:spPr>
      </p:pic>
      <p:pic>
        <p:nvPicPr>
          <p:cNvPr id="237" name="object 237" descr=""/>
          <p:cNvPicPr/>
          <p:nvPr/>
        </p:nvPicPr>
        <p:blipFill>
          <a:blip r:embed="rId37" cstate="print"/>
          <a:stretch>
            <a:fillRect/>
          </a:stretch>
        </p:blipFill>
        <p:spPr>
          <a:xfrm>
            <a:off x="1592364" y="5107473"/>
            <a:ext cx="82248" cy="82238"/>
          </a:xfrm>
          <a:prstGeom prst="rect">
            <a:avLst/>
          </a:prstGeom>
        </p:spPr>
      </p:pic>
      <p:pic>
        <p:nvPicPr>
          <p:cNvPr id="238" name="object 238" descr=""/>
          <p:cNvPicPr/>
          <p:nvPr/>
        </p:nvPicPr>
        <p:blipFill>
          <a:blip r:embed="rId38" cstate="print"/>
          <a:stretch>
            <a:fillRect/>
          </a:stretch>
        </p:blipFill>
        <p:spPr>
          <a:xfrm>
            <a:off x="3095475" y="6165739"/>
            <a:ext cx="112886" cy="112897"/>
          </a:xfrm>
          <a:prstGeom prst="rect">
            <a:avLst/>
          </a:prstGeom>
        </p:spPr>
      </p:pic>
      <p:pic>
        <p:nvPicPr>
          <p:cNvPr id="239" name="object 239" descr=""/>
          <p:cNvPicPr/>
          <p:nvPr/>
        </p:nvPicPr>
        <p:blipFill>
          <a:blip r:embed="rId39" cstate="print"/>
          <a:stretch>
            <a:fillRect/>
          </a:stretch>
        </p:blipFill>
        <p:spPr>
          <a:xfrm>
            <a:off x="2953356" y="5604934"/>
            <a:ext cx="96353" cy="96353"/>
          </a:xfrm>
          <a:prstGeom prst="rect">
            <a:avLst/>
          </a:prstGeom>
        </p:spPr>
      </p:pic>
      <p:pic>
        <p:nvPicPr>
          <p:cNvPr id="240" name="object 240" descr=""/>
          <p:cNvPicPr/>
          <p:nvPr/>
        </p:nvPicPr>
        <p:blipFill>
          <a:blip r:embed="rId40" cstate="print"/>
          <a:stretch>
            <a:fillRect/>
          </a:stretch>
        </p:blipFill>
        <p:spPr>
          <a:xfrm>
            <a:off x="2817944" y="5107473"/>
            <a:ext cx="82248" cy="82238"/>
          </a:xfrm>
          <a:prstGeom prst="rect">
            <a:avLst/>
          </a:prstGeom>
        </p:spPr>
      </p:pic>
      <p:sp>
        <p:nvSpPr>
          <p:cNvPr id="241" name="object 241" descr=""/>
          <p:cNvSpPr/>
          <p:nvPr/>
        </p:nvSpPr>
        <p:spPr>
          <a:xfrm>
            <a:off x="1671175" y="5671027"/>
            <a:ext cx="539750" cy="101600"/>
          </a:xfrm>
          <a:custGeom>
            <a:avLst/>
            <a:gdLst/>
            <a:ahLst/>
            <a:cxnLst/>
            <a:rect l="l" t="t" r="r" b="b"/>
            <a:pathLst>
              <a:path w="539750" h="101600">
                <a:moveTo>
                  <a:pt x="71966" y="0"/>
                </a:moveTo>
                <a:lnTo>
                  <a:pt x="51294" y="4113"/>
                </a:lnTo>
                <a:lnTo>
                  <a:pt x="26622" y="14661"/>
                </a:lnTo>
                <a:lnTo>
                  <a:pt x="6630" y="30067"/>
                </a:lnTo>
                <a:lnTo>
                  <a:pt x="0" y="48752"/>
                </a:lnTo>
                <a:lnTo>
                  <a:pt x="4769" y="59325"/>
                </a:lnTo>
                <a:lnTo>
                  <a:pt x="88299" y="82672"/>
                </a:lnTo>
                <a:lnTo>
                  <a:pt x="138164" y="89257"/>
                </a:lnTo>
                <a:lnTo>
                  <a:pt x="188199" y="94391"/>
                </a:lnTo>
                <a:lnTo>
                  <a:pt x="238362" y="98071"/>
                </a:lnTo>
                <a:lnTo>
                  <a:pt x="288611" y="100296"/>
                </a:lnTo>
                <a:lnTo>
                  <a:pt x="338903" y="101066"/>
                </a:lnTo>
                <a:lnTo>
                  <a:pt x="389196" y="100378"/>
                </a:lnTo>
                <a:lnTo>
                  <a:pt x="439448" y="98231"/>
                </a:lnTo>
                <a:lnTo>
                  <a:pt x="489616" y="94625"/>
                </a:lnTo>
                <a:lnTo>
                  <a:pt x="539658" y="89557"/>
                </a:lnTo>
                <a:lnTo>
                  <a:pt x="486705" y="84905"/>
                </a:lnTo>
                <a:lnTo>
                  <a:pt x="433853" y="79207"/>
                </a:lnTo>
                <a:lnTo>
                  <a:pt x="381123" y="72467"/>
                </a:lnTo>
                <a:lnTo>
                  <a:pt x="328537" y="64690"/>
                </a:lnTo>
                <a:lnTo>
                  <a:pt x="276115" y="55877"/>
                </a:lnTo>
                <a:lnTo>
                  <a:pt x="223878" y="46033"/>
                </a:lnTo>
                <a:lnTo>
                  <a:pt x="171848" y="35161"/>
                </a:lnTo>
                <a:lnTo>
                  <a:pt x="121451" y="14706"/>
                </a:lnTo>
                <a:lnTo>
                  <a:pt x="95986" y="4218"/>
                </a:lnTo>
                <a:lnTo>
                  <a:pt x="71966" y="0"/>
                </a:lnTo>
                <a:close/>
              </a:path>
            </a:pathLst>
          </a:custGeom>
          <a:solidFill>
            <a:srgbClr val="FFFFFF">
              <a:alpha val="28997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" name="object 242" descr=""/>
          <p:cNvSpPr/>
          <p:nvPr/>
        </p:nvSpPr>
        <p:spPr>
          <a:xfrm>
            <a:off x="2271598" y="5744311"/>
            <a:ext cx="188595" cy="30480"/>
          </a:xfrm>
          <a:custGeom>
            <a:avLst/>
            <a:gdLst/>
            <a:ahLst/>
            <a:cxnLst/>
            <a:rect l="l" t="t" r="r" b="b"/>
            <a:pathLst>
              <a:path w="188594" h="30479">
                <a:moveTo>
                  <a:pt x="87234" y="0"/>
                </a:moveTo>
                <a:lnTo>
                  <a:pt x="43859" y="88"/>
                </a:lnTo>
                <a:lnTo>
                  <a:pt x="6834" y="6098"/>
                </a:lnTo>
                <a:lnTo>
                  <a:pt x="0" y="22826"/>
                </a:lnTo>
                <a:lnTo>
                  <a:pt x="13531" y="28382"/>
                </a:lnTo>
                <a:lnTo>
                  <a:pt x="36991" y="30011"/>
                </a:lnTo>
                <a:lnTo>
                  <a:pt x="61428" y="29634"/>
                </a:lnTo>
                <a:lnTo>
                  <a:pt x="77892" y="29171"/>
                </a:lnTo>
                <a:lnTo>
                  <a:pt x="99815" y="29195"/>
                </a:lnTo>
                <a:lnTo>
                  <a:pt x="143634" y="27507"/>
                </a:lnTo>
                <a:lnTo>
                  <a:pt x="185324" y="18627"/>
                </a:lnTo>
                <a:lnTo>
                  <a:pt x="188067" y="12376"/>
                </a:lnTo>
                <a:lnTo>
                  <a:pt x="182643" y="2743"/>
                </a:lnTo>
                <a:lnTo>
                  <a:pt x="175910" y="2051"/>
                </a:lnTo>
                <a:lnTo>
                  <a:pt x="113116" y="1036"/>
                </a:lnTo>
                <a:lnTo>
                  <a:pt x="87234" y="0"/>
                </a:lnTo>
                <a:close/>
              </a:path>
            </a:pathLst>
          </a:custGeom>
          <a:solidFill>
            <a:srgbClr val="FFFFFF">
              <a:alpha val="28997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" name="object 243" descr=""/>
          <p:cNvSpPr/>
          <p:nvPr/>
        </p:nvSpPr>
        <p:spPr>
          <a:xfrm>
            <a:off x="2018872" y="6299411"/>
            <a:ext cx="188595" cy="30480"/>
          </a:xfrm>
          <a:custGeom>
            <a:avLst/>
            <a:gdLst/>
            <a:ahLst/>
            <a:cxnLst/>
            <a:rect l="l" t="t" r="r" b="b"/>
            <a:pathLst>
              <a:path w="188594" h="30479">
                <a:moveTo>
                  <a:pt x="87234" y="0"/>
                </a:moveTo>
                <a:lnTo>
                  <a:pt x="43859" y="88"/>
                </a:lnTo>
                <a:lnTo>
                  <a:pt x="6834" y="6098"/>
                </a:lnTo>
                <a:lnTo>
                  <a:pt x="0" y="22826"/>
                </a:lnTo>
                <a:lnTo>
                  <a:pt x="13531" y="28388"/>
                </a:lnTo>
                <a:lnTo>
                  <a:pt x="36991" y="30021"/>
                </a:lnTo>
                <a:lnTo>
                  <a:pt x="61428" y="29645"/>
                </a:lnTo>
                <a:lnTo>
                  <a:pt x="77892" y="29182"/>
                </a:lnTo>
                <a:lnTo>
                  <a:pt x="99815" y="29201"/>
                </a:lnTo>
                <a:lnTo>
                  <a:pt x="143634" y="27512"/>
                </a:lnTo>
                <a:lnTo>
                  <a:pt x="185324" y="18627"/>
                </a:lnTo>
                <a:lnTo>
                  <a:pt x="188057" y="12376"/>
                </a:lnTo>
                <a:lnTo>
                  <a:pt x="182643" y="2743"/>
                </a:lnTo>
                <a:lnTo>
                  <a:pt x="175910" y="2062"/>
                </a:lnTo>
                <a:lnTo>
                  <a:pt x="113116" y="1036"/>
                </a:lnTo>
                <a:lnTo>
                  <a:pt x="87234" y="0"/>
                </a:lnTo>
                <a:close/>
              </a:path>
            </a:pathLst>
          </a:custGeom>
          <a:solidFill>
            <a:srgbClr val="FFFFFF">
              <a:alpha val="28997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" name="object 244" descr=""/>
          <p:cNvSpPr/>
          <p:nvPr/>
        </p:nvSpPr>
        <p:spPr>
          <a:xfrm>
            <a:off x="1830194" y="5188018"/>
            <a:ext cx="412750" cy="28575"/>
          </a:xfrm>
          <a:custGeom>
            <a:avLst/>
            <a:gdLst/>
            <a:ahLst/>
            <a:cxnLst/>
            <a:rect l="l" t="t" r="r" b="b"/>
            <a:pathLst>
              <a:path w="412750" h="28575">
                <a:moveTo>
                  <a:pt x="252687" y="1"/>
                </a:moveTo>
                <a:lnTo>
                  <a:pt x="204366" y="0"/>
                </a:lnTo>
                <a:lnTo>
                  <a:pt x="126129" y="735"/>
                </a:lnTo>
                <a:lnTo>
                  <a:pt x="66286" y="1903"/>
                </a:lnTo>
                <a:lnTo>
                  <a:pt x="36375" y="2795"/>
                </a:lnTo>
                <a:lnTo>
                  <a:pt x="28084" y="2645"/>
                </a:lnTo>
                <a:lnTo>
                  <a:pt x="17528" y="2732"/>
                </a:lnTo>
                <a:lnTo>
                  <a:pt x="7595" y="4500"/>
                </a:lnTo>
                <a:lnTo>
                  <a:pt x="1171" y="9391"/>
                </a:lnTo>
                <a:lnTo>
                  <a:pt x="0" y="17958"/>
                </a:lnTo>
                <a:lnTo>
                  <a:pt x="5201" y="23566"/>
                </a:lnTo>
                <a:lnTo>
                  <a:pt x="13527" y="26658"/>
                </a:lnTo>
                <a:lnTo>
                  <a:pt x="21726" y="27674"/>
                </a:lnTo>
                <a:lnTo>
                  <a:pt x="75504" y="28370"/>
                </a:lnTo>
                <a:lnTo>
                  <a:pt x="129286" y="28466"/>
                </a:lnTo>
                <a:lnTo>
                  <a:pt x="183065" y="27963"/>
                </a:lnTo>
                <a:lnTo>
                  <a:pt x="236835" y="26860"/>
                </a:lnTo>
                <a:lnTo>
                  <a:pt x="290590" y="25158"/>
                </a:lnTo>
                <a:lnTo>
                  <a:pt x="344323" y="22857"/>
                </a:lnTo>
                <a:lnTo>
                  <a:pt x="404363" y="19580"/>
                </a:lnTo>
                <a:lnTo>
                  <a:pt x="412656" y="17245"/>
                </a:lnTo>
                <a:lnTo>
                  <a:pt x="412562" y="4470"/>
                </a:lnTo>
                <a:lnTo>
                  <a:pt x="404060" y="2324"/>
                </a:lnTo>
                <a:lnTo>
                  <a:pt x="349321" y="1079"/>
                </a:lnTo>
                <a:lnTo>
                  <a:pt x="301005" y="361"/>
                </a:lnTo>
                <a:lnTo>
                  <a:pt x="252687" y="1"/>
                </a:lnTo>
                <a:close/>
              </a:path>
            </a:pathLst>
          </a:custGeom>
          <a:solidFill>
            <a:srgbClr val="FFFFFF">
              <a:alpha val="28997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" name="object 245" descr=""/>
          <p:cNvSpPr/>
          <p:nvPr/>
        </p:nvSpPr>
        <p:spPr>
          <a:xfrm>
            <a:off x="1548596" y="6300008"/>
            <a:ext cx="412750" cy="28575"/>
          </a:xfrm>
          <a:custGeom>
            <a:avLst/>
            <a:gdLst/>
            <a:ahLst/>
            <a:cxnLst/>
            <a:rect l="l" t="t" r="r" b="b"/>
            <a:pathLst>
              <a:path w="412750" h="28575">
                <a:moveTo>
                  <a:pt x="252687" y="0"/>
                </a:moveTo>
                <a:lnTo>
                  <a:pt x="204366" y="0"/>
                </a:lnTo>
                <a:lnTo>
                  <a:pt x="126129" y="734"/>
                </a:lnTo>
                <a:lnTo>
                  <a:pt x="66286" y="1898"/>
                </a:lnTo>
                <a:lnTo>
                  <a:pt x="36375" y="2790"/>
                </a:lnTo>
                <a:lnTo>
                  <a:pt x="28084" y="2640"/>
                </a:lnTo>
                <a:lnTo>
                  <a:pt x="17528" y="2727"/>
                </a:lnTo>
                <a:lnTo>
                  <a:pt x="7595" y="4495"/>
                </a:lnTo>
                <a:lnTo>
                  <a:pt x="1171" y="9387"/>
                </a:lnTo>
                <a:lnTo>
                  <a:pt x="0" y="17953"/>
                </a:lnTo>
                <a:lnTo>
                  <a:pt x="5201" y="23562"/>
                </a:lnTo>
                <a:lnTo>
                  <a:pt x="13527" y="26653"/>
                </a:lnTo>
                <a:lnTo>
                  <a:pt x="21726" y="27669"/>
                </a:lnTo>
                <a:lnTo>
                  <a:pt x="75504" y="28365"/>
                </a:lnTo>
                <a:lnTo>
                  <a:pt x="129286" y="28461"/>
                </a:lnTo>
                <a:lnTo>
                  <a:pt x="183065" y="27958"/>
                </a:lnTo>
                <a:lnTo>
                  <a:pt x="236835" y="26855"/>
                </a:lnTo>
                <a:lnTo>
                  <a:pt x="290590" y="25153"/>
                </a:lnTo>
                <a:lnTo>
                  <a:pt x="344323" y="22852"/>
                </a:lnTo>
                <a:lnTo>
                  <a:pt x="404363" y="19575"/>
                </a:lnTo>
                <a:lnTo>
                  <a:pt x="412656" y="17240"/>
                </a:lnTo>
                <a:lnTo>
                  <a:pt x="412562" y="4465"/>
                </a:lnTo>
                <a:lnTo>
                  <a:pt x="404060" y="2319"/>
                </a:lnTo>
                <a:lnTo>
                  <a:pt x="349321" y="1080"/>
                </a:lnTo>
                <a:lnTo>
                  <a:pt x="301005" y="359"/>
                </a:lnTo>
                <a:lnTo>
                  <a:pt x="252687" y="0"/>
                </a:lnTo>
                <a:close/>
              </a:path>
            </a:pathLst>
          </a:custGeom>
          <a:solidFill>
            <a:srgbClr val="FFFFFF">
              <a:alpha val="28997"/>
            </a:srgbClr>
          </a:solidFill>
        </p:spPr>
        <p:txBody>
          <a:bodyPr wrap="square" lIns="0" tIns="0" rIns="0" bIns="0" rtlCol="0"/>
          <a:lstStyle/>
          <a:p/>
        </p:txBody>
      </p:sp>
      <p:pic>
        <p:nvPicPr>
          <p:cNvPr id="246" name="object 246" descr=""/>
          <p:cNvPicPr/>
          <p:nvPr/>
        </p:nvPicPr>
        <p:blipFill>
          <a:blip r:embed="rId41" cstate="print"/>
          <a:stretch>
            <a:fillRect/>
          </a:stretch>
        </p:blipFill>
        <p:spPr>
          <a:xfrm>
            <a:off x="2189685" y="4782589"/>
            <a:ext cx="89574" cy="69739"/>
          </a:xfrm>
          <a:prstGeom prst="rect">
            <a:avLst/>
          </a:prstGeom>
        </p:spPr>
      </p:pic>
      <p:pic>
        <p:nvPicPr>
          <p:cNvPr id="247" name="object 247" descr=""/>
          <p:cNvPicPr/>
          <p:nvPr/>
        </p:nvPicPr>
        <p:blipFill>
          <a:blip r:embed="rId42" cstate="print"/>
          <a:stretch>
            <a:fillRect/>
          </a:stretch>
        </p:blipFill>
        <p:spPr>
          <a:xfrm>
            <a:off x="3942291" y="4582655"/>
            <a:ext cx="1745202" cy="2857065"/>
          </a:xfrm>
          <a:prstGeom prst="rect">
            <a:avLst/>
          </a:prstGeom>
        </p:spPr>
      </p:pic>
      <p:pic>
        <p:nvPicPr>
          <p:cNvPr id="248" name="object 248" descr=""/>
          <p:cNvPicPr/>
          <p:nvPr/>
        </p:nvPicPr>
        <p:blipFill>
          <a:blip r:embed="rId43" cstate="print"/>
          <a:stretch>
            <a:fillRect/>
          </a:stretch>
        </p:blipFill>
        <p:spPr>
          <a:xfrm>
            <a:off x="4487019" y="7866306"/>
            <a:ext cx="237293" cy="119137"/>
          </a:xfrm>
          <a:prstGeom prst="rect">
            <a:avLst/>
          </a:prstGeom>
        </p:spPr>
      </p:pic>
      <p:pic>
        <p:nvPicPr>
          <p:cNvPr id="249" name="object 249" descr=""/>
          <p:cNvPicPr/>
          <p:nvPr/>
        </p:nvPicPr>
        <p:blipFill>
          <a:blip r:embed="rId44" cstate="print"/>
          <a:stretch>
            <a:fillRect/>
          </a:stretch>
        </p:blipFill>
        <p:spPr>
          <a:xfrm>
            <a:off x="5120077" y="7866306"/>
            <a:ext cx="237292" cy="119137"/>
          </a:xfrm>
          <a:prstGeom prst="rect">
            <a:avLst/>
          </a:prstGeom>
        </p:spPr>
      </p:pic>
      <p:pic>
        <p:nvPicPr>
          <p:cNvPr id="250" name="object 250" descr=""/>
          <p:cNvPicPr/>
          <p:nvPr/>
        </p:nvPicPr>
        <p:blipFill>
          <a:blip r:embed="rId45" cstate="print"/>
          <a:stretch>
            <a:fillRect/>
          </a:stretch>
        </p:blipFill>
        <p:spPr>
          <a:xfrm>
            <a:off x="5640234" y="8727999"/>
            <a:ext cx="253186" cy="196852"/>
          </a:xfrm>
          <a:prstGeom prst="rect">
            <a:avLst/>
          </a:prstGeom>
        </p:spPr>
      </p:pic>
      <p:pic>
        <p:nvPicPr>
          <p:cNvPr id="251" name="object 251" descr=""/>
          <p:cNvPicPr/>
          <p:nvPr/>
        </p:nvPicPr>
        <p:blipFill>
          <a:blip r:embed="rId46" cstate="print"/>
          <a:stretch>
            <a:fillRect/>
          </a:stretch>
        </p:blipFill>
        <p:spPr>
          <a:xfrm>
            <a:off x="3960994" y="8727999"/>
            <a:ext cx="253186" cy="196852"/>
          </a:xfrm>
          <a:prstGeom prst="rect">
            <a:avLst/>
          </a:prstGeom>
        </p:spPr>
      </p:pic>
      <p:sp>
        <p:nvSpPr>
          <p:cNvPr id="252" name="object 252" descr=""/>
          <p:cNvSpPr/>
          <p:nvPr/>
        </p:nvSpPr>
        <p:spPr>
          <a:xfrm>
            <a:off x="5278157" y="7972519"/>
            <a:ext cx="513715" cy="577215"/>
          </a:xfrm>
          <a:custGeom>
            <a:avLst/>
            <a:gdLst/>
            <a:ahLst/>
            <a:cxnLst/>
            <a:rect l="l" t="t" r="r" b="b"/>
            <a:pathLst>
              <a:path w="513714" h="577215">
                <a:moveTo>
                  <a:pt x="58553" y="0"/>
                </a:moveTo>
                <a:lnTo>
                  <a:pt x="0" y="722"/>
                </a:lnTo>
                <a:lnTo>
                  <a:pt x="41171" y="311519"/>
                </a:lnTo>
                <a:lnTo>
                  <a:pt x="87494" y="487618"/>
                </a:lnTo>
                <a:lnTo>
                  <a:pt x="344523" y="577123"/>
                </a:lnTo>
                <a:lnTo>
                  <a:pt x="482226" y="544318"/>
                </a:lnTo>
                <a:lnTo>
                  <a:pt x="513314" y="488079"/>
                </a:lnTo>
                <a:lnTo>
                  <a:pt x="383471" y="453953"/>
                </a:lnTo>
                <a:lnTo>
                  <a:pt x="309600" y="429976"/>
                </a:lnTo>
                <a:lnTo>
                  <a:pt x="264169" y="404805"/>
                </a:lnTo>
                <a:lnTo>
                  <a:pt x="219647" y="367098"/>
                </a:lnTo>
                <a:lnTo>
                  <a:pt x="164526" y="282872"/>
                </a:lnTo>
                <a:lnTo>
                  <a:pt x="112478" y="159667"/>
                </a:lnTo>
                <a:lnTo>
                  <a:pt x="73740" y="48403"/>
                </a:lnTo>
                <a:lnTo>
                  <a:pt x="58553" y="0"/>
                </a:lnTo>
                <a:close/>
              </a:path>
            </a:pathLst>
          </a:custGeom>
          <a:solidFill>
            <a:srgbClr val="EEB54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" name="object 253" descr=""/>
          <p:cNvSpPr/>
          <p:nvPr/>
        </p:nvSpPr>
        <p:spPr>
          <a:xfrm>
            <a:off x="4062403" y="7971928"/>
            <a:ext cx="507365" cy="581025"/>
          </a:xfrm>
          <a:custGeom>
            <a:avLst/>
            <a:gdLst/>
            <a:ahLst/>
            <a:cxnLst/>
            <a:rect l="l" t="t" r="r" b="b"/>
            <a:pathLst>
              <a:path w="507364" h="581025">
                <a:moveTo>
                  <a:pt x="507314" y="0"/>
                </a:moveTo>
                <a:lnTo>
                  <a:pt x="448761" y="0"/>
                </a:lnTo>
                <a:lnTo>
                  <a:pt x="434164" y="48584"/>
                </a:lnTo>
                <a:lnTo>
                  <a:pt x="396787" y="160310"/>
                </a:lnTo>
                <a:lnTo>
                  <a:pt x="346246" y="284140"/>
                </a:lnTo>
                <a:lnTo>
                  <a:pt x="292158" y="369035"/>
                </a:lnTo>
                <a:lnTo>
                  <a:pt x="248102" y="407287"/>
                </a:lnTo>
                <a:lnTo>
                  <a:pt x="202983" y="433012"/>
                </a:lnTo>
                <a:lnTo>
                  <a:pt x="129412" y="457890"/>
                </a:lnTo>
                <a:lnTo>
                  <a:pt x="0" y="493597"/>
                </a:lnTo>
                <a:lnTo>
                  <a:pt x="31768" y="549449"/>
                </a:lnTo>
                <a:lnTo>
                  <a:pt x="169858" y="580579"/>
                </a:lnTo>
                <a:lnTo>
                  <a:pt x="425777" y="487932"/>
                </a:lnTo>
                <a:lnTo>
                  <a:pt x="469943" y="311278"/>
                </a:lnTo>
                <a:lnTo>
                  <a:pt x="507314" y="0"/>
                </a:lnTo>
                <a:close/>
              </a:path>
            </a:pathLst>
          </a:custGeom>
          <a:solidFill>
            <a:srgbClr val="EEB541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54" name="object 254" descr=""/>
          <p:cNvGrpSpPr/>
          <p:nvPr/>
        </p:nvGrpSpPr>
        <p:grpSpPr>
          <a:xfrm>
            <a:off x="3652723" y="7954794"/>
            <a:ext cx="2542540" cy="2147570"/>
            <a:chOff x="3652723" y="7954794"/>
            <a:chExt cx="2542540" cy="2147570"/>
          </a:xfrm>
        </p:grpSpPr>
        <p:sp>
          <p:nvSpPr>
            <p:cNvPr id="255" name="object 255" descr=""/>
            <p:cNvSpPr/>
            <p:nvPr/>
          </p:nvSpPr>
          <p:spPr>
            <a:xfrm>
              <a:off x="3652723" y="9790271"/>
              <a:ext cx="2542540" cy="312420"/>
            </a:xfrm>
            <a:custGeom>
              <a:avLst/>
              <a:gdLst/>
              <a:ahLst/>
              <a:cxnLst/>
              <a:rect l="l" t="t" r="r" b="b"/>
              <a:pathLst>
                <a:path w="2542540" h="312420">
                  <a:moveTo>
                    <a:pt x="2542375" y="155930"/>
                  </a:moveTo>
                  <a:lnTo>
                    <a:pt x="2308707" y="155930"/>
                  </a:lnTo>
                  <a:lnTo>
                    <a:pt x="2308707" y="0"/>
                  </a:lnTo>
                  <a:lnTo>
                    <a:pt x="225856" y="0"/>
                  </a:lnTo>
                  <a:lnTo>
                    <a:pt x="225856" y="155930"/>
                  </a:lnTo>
                  <a:lnTo>
                    <a:pt x="0" y="155930"/>
                  </a:lnTo>
                  <a:lnTo>
                    <a:pt x="0" y="311848"/>
                  </a:lnTo>
                  <a:lnTo>
                    <a:pt x="2542375" y="311848"/>
                  </a:lnTo>
                  <a:lnTo>
                    <a:pt x="2542375" y="155930"/>
                  </a:lnTo>
                  <a:close/>
                </a:path>
              </a:pathLst>
            </a:custGeom>
            <a:solidFill>
              <a:srgbClr val="E4B1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 descr=""/>
            <p:cNvSpPr/>
            <p:nvPr/>
          </p:nvSpPr>
          <p:spPr>
            <a:xfrm>
              <a:off x="3652723" y="9790271"/>
              <a:ext cx="2542540" cy="312420"/>
            </a:xfrm>
            <a:custGeom>
              <a:avLst/>
              <a:gdLst/>
              <a:ahLst/>
              <a:cxnLst/>
              <a:rect l="l" t="t" r="r" b="b"/>
              <a:pathLst>
                <a:path w="2542540" h="312420">
                  <a:moveTo>
                    <a:pt x="2308707" y="0"/>
                  </a:moveTo>
                  <a:lnTo>
                    <a:pt x="2257348" y="24155"/>
                  </a:lnTo>
                  <a:lnTo>
                    <a:pt x="2192718" y="40322"/>
                  </a:lnTo>
                  <a:lnTo>
                    <a:pt x="2072030" y="55829"/>
                  </a:lnTo>
                  <a:lnTo>
                    <a:pt x="1852549" y="77965"/>
                  </a:lnTo>
                  <a:lnTo>
                    <a:pt x="1315885" y="111798"/>
                  </a:lnTo>
                  <a:lnTo>
                    <a:pt x="788085" y="121869"/>
                  </a:lnTo>
                  <a:lnTo>
                    <a:pt x="385864" y="119570"/>
                  </a:lnTo>
                  <a:lnTo>
                    <a:pt x="225856" y="116268"/>
                  </a:lnTo>
                  <a:lnTo>
                    <a:pt x="225856" y="155930"/>
                  </a:lnTo>
                  <a:lnTo>
                    <a:pt x="2308707" y="155930"/>
                  </a:lnTo>
                  <a:lnTo>
                    <a:pt x="2308707" y="0"/>
                  </a:lnTo>
                  <a:close/>
                </a:path>
                <a:path w="2542540" h="312420">
                  <a:moveTo>
                    <a:pt x="2542375" y="155930"/>
                  </a:moveTo>
                  <a:lnTo>
                    <a:pt x="2479687" y="180060"/>
                  </a:lnTo>
                  <a:lnTo>
                    <a:pt x="2400795" y="196240"/>
                  </a:lnTo>
                  <a:lnTo>
                    <a:pt x="2253488" y="211734"/>
                  </a:lnTo>
                  <a:lnTo>
                    <a:pt x="1985568" y="233883"/>
                  </a:lnTo>
                  <a:lnTo>
                    <a:pt x="1330502" y="267716"/>
                  </a:lnTo>
                  <a:lnTo>
                    <a:pt x="686269" y="277787"/>
                  </a:lnTo>
                  <a:lnTo>
                    <a:pt x="195300" y="275488"/>
                  </a:lnTo>
                  <a:lnTo>
                    <a:pt x="0" y="272199"/>
                  </a:lnTo>
                  <a:lnTo>
                    <a:pt x="0" y="311848"/>
                  </a:lnTo>
                  <a:lnTo>
                    <a:pt x="2542375" y="311848"/>
                  </a:lnTo>
                  <a:lnTo>
                    <a:pt x="2542375" y="155930"/>
                  </a:lnTo>
                  <a:close/>
                </a:path>
              </a:pathLst>
            </a:custGeom>
            <a:solidFill>
              <a:srgbClr val="CE9E6E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57" name="object 257" descr="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3982439" y="7954794"/>
              <a:ext cx="1882356" cy="1835482"/>
            </a:xfrm>
            <a:prstGeom prst="rect">
              <a:avLst/>
            </a:prstGeom>
          </p:spPr>
        </p:pic>
      </p:grpSp>
      <p:pic>
        <p:nvPicPr>
          <p:cNvPr id="258" name="object 258" descr=""/>
          <p:cNvPicPr/>
          <p:nvPr/>
        </p:nvPicPr>
        <p:blipFill>
          <a:blip r:embed="rId48" cstate="print"/>
          <a:stretch>
            <a:fillRect/>
          </a:stretch>
        </p:blipFill>
        <p:spPr>
          <a:xfrm>
            <a:off x="9135260" y="5653463"/>
            <a:ext cx="183036" cy="174039"/>
          </a:xfrm>
          <a:prstGeom prst="rect">
            <a:avLst/>
          </a:prstGeom>
        </p:spPr>
      </p:pic>
      <p:pic>
        <p:nvPicPr>
          <p:cNvPr id="259" name="object 259" descr=""/>
          <p:cNvPicPr/>
          <p:nvPr/>
        </p:nvPicPr>
        <p:blipFill>
          <a:blip r:embed="rId49" cstate="print"/>
          <a:stretch>
            <a:fillRect/>
          </a:stretch>
        </p:blipFill>
        <p:spPr>
          <a:xfrm>
            <a:off x="8905456" y="4421801"/>
            <a:ext cx="183036" cy="174039"/>
          </a:xfrm>
          <a:prstGeom prst="rect">
            <a:avLst/>
          </a:prstGeom>
        </p:spPr>
      </p:pic>
      <p:pic>
        <p:nvPicPr>
          <p:cNvPr id="260" name="object 260" descr=""/>
          <p:cNvPicPr/>
          <p:nvPr/>
        </p:nvPicPr>
        <p:blipFill>
          <a:blip r:embed="rId50" cstate="print"/>
          <a:stretch>
            <a:fillRect/>
          </a:stretch>
        </p:blipFill>
        <p:spPr>
          <a:xfrm>
            <a:off x="8695841" y="3600359"/>
            <a:ext cx="183037" cy="174039"/>
          </a:xfrm>
          <a:prstGeom prst="rect">
            <a:avLst/>
          </a:prstGeom>
        </p:spPr>
      </p:pic>
      <p:pic>
        <p:nvPicPr>
          <p:cNvPr id="261" name="object 261" descr=""/>
          <p:cNvPicPr/>
          <p:nvPr/>
        </p:nvPicPr>
        <p:blipFill>
          <a:blip r:embed="rId51" cstate="print"/>
          <a:stretch>
            <a:fillRect/>
          </a:stretch>
        </p:blipFill>
        <p:spPr>
          <a:xfrm>
            <a:off x="8438743" y="2939819"/>
            <a:ext cx="183037" cy="174039"/>
          </a:xfrm>
          <a:prstGeom prst="rect">
            <a:avLst/>
          </a:prstGeom>
        </p:spPr>
      </p:pic>
      <p:pic>
        <p:nvPicPr>
          <p:cNvPr id="262" name="object 262" descr=""/>
          <p:cNvPicPr/>
          <p:nvPr/>
        </p:nvPicPr>
        <p:blipFill>
          <a:blip r:embed="rId52" cstate="print"/>
          <a:stretch>
            <a:fillRect/>
          </a:stretch>
        </p:blipFill>
        <p:spPr>
          <a:xfrm>
            <a:off x="6288299" y="5648378"/>
            <a:ext cx="183036" cy="174039"/>
          </a:xfrm>
          <a:prstGeom prst="rect">
            <a:avLst/>
          </a:prstGeom>
        </p:spPr>
      </p:pic>
      <p:pic>
        <p:nvPicPr>
          <p:cNvPr id="263" name="object 263" descr=""/>
          <p:cNvPicPr/>
          <p:nvPr/>
        </p:nvPicPr>
        <p:blipFill>
          <a:blip r:embed="rId53" cstate="print"/>
          <a:stretch>
            <a:fillRect/>
          </a:stretch>
        </p:blipFill>
        <p:spPr>
          <a:xfrm>
            <a:off x="6530668" y="4423136"/>
            <a:ext cx="183037" cy="174037"/>
          </a:xfrm>
          <a:prstGeom prst="rect">
            <a:avLst/>
          </a:prstGeom>
        </p:spPr>
      </p:pic>
      <p:pic>
        <p:nvPicPr>
          <p:cNvPr id="264" name="object 264" descr=""/>
          <p:cNvPicPr/>
          <p:nvPr/>
        </p:nvPicPr>
        <p:blipFill>
          <a:blip r:embed="rId54" cstate="print"/>
          <a:stretch>
            <a:fillRect/>
          </a:stretch>
        </p:blipFill>
        <p:spPr>
          <a:xfrm>
            <a:off x="6753895" y="3601695"/>
            <a:ext cx="183036" cy="174039"/>
          </a:xfrm>
          <a:prstGeom prst="rect">
            <a:avLst/>
          </a:prstGeom>
        </p:spPr>
      </p:pic>
      <p:sp>
        <p:nvSpPr>
          <p:cNvPr id="265" name="object 265" descr=""/>
          <p:cNvSpPr/>
          <p:nvPr/>
        </p:nvSpPr>
        <p:spPr>
          <a:xfrm>
            <a:off x="7606239" y="6224317"/>
            <a:ext cx="308610" cy="527050"/>
          </a:xfrm>
          <a:custGeom>
            <a:avLst/>
            <a:gdLst/>
            <a:ahLst/>
            <a:cxnLst/>
            <a:rect l="l" t="t" r="r" b="b"/>
            <a:pathLst>
              <a:path w="308609" h="527050">
                <a:moveTo>
                  <a:pt x="154016" y="0"/>
                </a:moveTo>
                <a:lnTo>
                  <a:pt x="105333" y="7492"/>
                </a:lnTo>
                <a:lnTo>
                  <a:pt x="63054" y="28356"/>
                </a:lnTo>
                <a:lnTo>
                  <a:pt x="29714" y="60170"/>
                </a:lnTo>
                <a:lnTo>
                  <a:pt x="7851" y="100515"/>
                </a:lnTo>
                <a:lnTo>
                  <a:pt x="0" y="146969"/>
                </a:lnTo>
                <a:lnTo>
                  <a:pt x="0" y="526936"/>
                </a:lnTo>
                <a:lnTo>
                  <a:pt x="308032" y="526936"/>
                </a:lnTo>
                <a:lnTo>
                  <a:pt x="308032" y="146969"/>
                </a:lnTo>
                <a:lnTo>
                  <a:pt x="300181" y="100515"/>
                </a:lnTo>
                <a:lnTo>
                  <a:pt x="278317" y="60170"/>
                </a:lnTo>
                <a:lnTo>
                  <a:pt x="244978" y="28356"/>
                </a:lnTo>
                <a:lnTo>
                  <a:pt x="202699" y="7492"/>
                </a:lnTo>
                <a:lnTo>
                  <a:pt x="154016" y="0"/>
                </a:lnTo>
                <a:close/>
              </a:path>
            </a:pathLst>
          </a:custGeom>
          <a:solidFill>
            <a:srgbClr val="0A133B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66" name="object 266" descr=""/>
          <p:cNvGrpSpPr/>
          <p:nvPr/>
        </p:nvGrpSpPr>
        <p:grpSpPr>
          <a:xfrm>
            <a:off x="7010120" y="2751932"/>
            <a:ext cx="1604645" cy="470534"/>
            <a:chOff x="7010120" y="2751932"/>
            <a:chExt cx="1604645" cy="470534"/>
          </a:xfrm>
        </p:grpSpPr>
        <p:sp>
          <p:nvSpPr>
            <p:cNvPr id="267" name="object 267" descr=""/>
            <p:cNvSpPr/>
            <p:nvPr/>
          </p:nvSpPr>
          <p:spPr>
            <a:xfrm>
              <a:off x="7010120" y="2751932"/>
              <a:ext cx="802640" cy="470534"/>
            </a:xfrm>
            <a:custGeom>
              <a:avLst/>
              <a:gdLst/>
              <a:ahLst/>
              <a:cxnLst/>
              <a:rect l="l" t="t" r="r" b="b"/>
              <a:pathLst>
                <a:path w="802640" h="470535">
                  <a:moveTo>
                    <a:pt x="802027" y="0"/>
                  </a:moveTo>
                  <a:lnTo>
                    <a:pt x="599165" y="0"/>
                  </a:lnTo>
                  <a:lnTo>
                    <a:pt x="511808" y="99131"/>
                  </a:lnTo>
                  <a:lnTo>
                    <a:pt x="448780" y="158044"/>
                  </a:lnTo>
                  <a:lnTo>
                    <a:pt x="379562" y="200023"/>
                  </a:lnTo>
                  <a:lnTo>
                    <a:pt x="273635" y="248348"/>
                  </a:lnTo>
                  <a:lnTo>
                    <a:pt x="193159" y="276520"/>
                  </a:lnTo>
                  <a:lnTo>
                    <a:pt x="103288" y="300081"/>
                  </a:lnTo>
                  <a:lnTo>
                    <a:pt x="30182" y="316254"/>
                  </a:lnTo>
                  <a:lnTo>
                    <a:pt x="0" y="322262"/>
                  </a:lnTo>
                  <a:lnTo>
                    <a:pt x="63694" y="470488"/>
                  </a:lnTo>
                  <a:lnTo>
                    <a:pt x="802027" y="470488"/>
                  </a:lnTo>
                  <a:lnTo>
                    <a:pt x="802027" y="0"/>
                  </a:lnTo>
                  <a:close/>
                </a:path>
              </a:pathLst>
            </a:custGeom>
            <a:solidFill>
              <a:srgbClr val="1F3B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 descr=""/>
            <p:cNvSpPr/>
            <p:nvPr/>
          </p:nvSpPr>
          <p:spPr>
            <a:xfrm>
              <a:off x="7010123" y="3054517"/>
              <a:ext cx="802640" cy="168275"/>
            </a:xfrm>
            <a:custGeom>
              <a:avLst/>
              <a:gdLst/>
              <a:ahLst/>
              <a:cxnLst/>
              <a:rect l="l" t="t" r="r" b="b"/>
              <a:pathLst>
                <a:path w="802640" h="168275">
                  <a:moveTo>
                    <a:pt x="634410" y="0"/>
                  </a:moveTo>
                  <a:lnTo>
                    <a:pt x="618418" y="11782"/>
                  </a:lnTo>
                  <a:lnTo>
                    <a:pt x="576163" y="37497"/>
                  </a:lnTo>
                  <a:lnTo>
                    <a:pt x="516226" y="62696"/>
                  </a:lnTo>
                  <a:lnTo>
                    <a:pt x="447190" y="72929"/>
                  </a:lnTo>
                  <a:lnTo>
                    <a:pt x="391447" y="70554"/>
                  </a:lnTo>
                  <a:lnTo>
                    <a:pt x="354836" y="64215"/>
                  </a:lnTo>
                  <a:lnTo>
                    <a:pt x="321128" y="48919"/>
                  </a:lnTo>
                  <a:lnTo>
                    <a:pt x="274096" y="19674"/>
                  </a:lnTo>
                  <a:lnTo>
                    <a:pt x="258724" y="28988"/>
                  </a:lnTo>
                  <a:lnTo>
                    <a:pt x="219734" y="49404"/>
                  </a:lnTo>
                  <a:lnTo>
                    <a:pt x="167813" y="69635"/>
                  </a:lnTo>
                  <a:lnTo>
                    <a:pt x="113650" y="78395"/>
                  </a:lnTo>
                  <a:lnTo>
                    <a:pt x="73078" y="76924"/>
                  </a:lnTo>
                  <a:lnTo>
                    <a:pt x="47715" y="70317"/>
                  </a:lnTo>
                  <a:lnTo>
                    <a:pt x="26907" y="53069"/>
                  </a:lnTo>
                  <a:lnTo>
                    <a:pt x="0" y="19674"/>
                  </a:lnTo>
                  <a:lnTo>
                    <a:pt x="63694" y="167900"/>
                  </a:lnTo>
                  <a:lnTo>
                    <a:pt x="802027" y="167900"/>
                  </a:lnTo>
                  <a:lnTo>
                    <a:pt x="802027" y="78395"/>
                  </a:lnTo>
                  <a:lnTo>
                    <a:pt x="794519" y="78126"/>
                  </a:lnTo>
                  <a:lnTo>
                    <a:pt x="775515" y="76629"/>
                  </a:lnTo>
                  <a:lnTo>
                    <a:pt x="724155" y="65809"/>
                  </a:lnTo>
                  <a:lnTo>
                    <a:pt x="676239" y="44201"/>
                  </a:lnTo>
                  <a:lnTo>
                    <a:pt x="658771" y="28009"/>
                  </a:lnTo>
                  <a:lnTo>
                    <a:pt x="634410" y="0"/>
                  </a:lnTo>
                  <a:close/>
                </a:path>
              </a:pathLst>
            </a:custGeom>
            <a:solidFill>
              <a:srgbClr val="0120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 descr=""/>
            <p:cNvSpPr/>
            <p:nvPr/>
          </p:nvSpPr>
          <p:spPr>
            <a:xfrm>
              <a:off x="7812148" y="2751932"/>
              <a:ext cx="802640" cy="470534"/>
            </a:xfrm>
            <a:custGeom>
              <a:avLst/>
              <a:gdLst/>
              <a:ahLst/>
              <a:cxnLst/>
              <a:rect l="l" t="t" r="r" b="b"/>
              <a:pathLst>
                <a:path w="802640" h="470535">
                  <a:moveTo>
                    <a:pt x="202862" y="0"/>
                  </a:moveTo>
                  <a:lnTo>
                    <a:pt x="0" y="0"/>
                  </a:lnTo>
                  <a:lnTo>
                    <a:pt x="0" y="470488"/>
                  </a:lnTo>
                  <a:lnTo>
                    <a:pt x="738333" y="470488"/>
                  </a:lnTo>
                  <a:lnTo>
                    <a:pt x="802017" y="322262"/>
                  </a:lnTo>
                  <a:lnTo>
                    <a:pt x="771836" y="316254"/>
                  </a:lnTo>
                  <a:lnTo>
                    <a:pt x="698733" y="300081"/>
                  </a:lnTo>
                  <a:lnTo>
                    <a:pt x="608866" y="276520"/>
                  </a:lnTo>
                  <a:lnTo>
                    <a:pt x="528392" y="248348"/>
                  </a:lnTo>
                  <a:lnTo>
                    <a:pt x="422465" y="200023"/>
                  </a:lnTo>
                  <a:lnTo>
                    <a:pt x="353247" y="158044"/>
                  </a:lnTo>
                  <a:lnTo>
                    <a:pt x="290219" y="99131"/>
                  </a:lnTo>
                  <a:lnTo>
                    <a:pt x="202862" y="0"/>
                  </a:lnTo>
                  <a:close/>
                </a:path>
              </a:pathLst>
            </a:custGeom>
            <a:solidFill>
              <a:srgbClr val="1F3B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 descr=""/>
            <p:cNvSpPr/>
            <p:nvPr/>
          </p:nvSpPr>
          <p:spPr>
            <a:xfrm>
              <a:off x="7812146" y="3054517"/>
              <a:ext cx="802640" cy="168275"/>
            </a:xfrm>
            <a:custGeom>
              <a:avLst/>
              <a:gdLst/>
              <a:ahLst/>
              <a:cxnLst/>
              <a:rect l="l" t="t" r="r" b="b"/>
              <a:pathLst>
                <a:path w="802640" h="168275">
                  <a:moveTo>
                    <a:pt x="167617" y="0"/>
                  </a:moveTo>
                  <a:lnTo>
                    <a:pt x="125788" y="44201"/>
                  </a:lnTo>
                  <a:lnTo>
                    <a:pt x="77871" y="65809"/>
                  </a:lnTo>
                  <a:lnTo>
                    <a:pt x="26512" y="76629"/>
                  </a:lnTo>
                  <a:lnTo>
                    <a:pt x="0" y="78395"/>
                  </a:lnTo>
                  <a:lnTo>
                    <a:pt x="0" y="167900"/>
                  </a:lnTo>
                  <a:lnTo>
                    <a:pt x="738333" y="167900"/>
                  </a:lnTo>
                  <a:lnTo>
                    <a:pt x="802017" y="19674"/>
                  </a:lnTo>
                  <a:lnTo>
                    <a:pt x="775115" y="53069"/>
                  </a:lnTo>
                  <a:lnTo>
                    <a:pt x="754310" y="70317"/>
                  </a:lnTo>
                  <a:lnTo>
                    <a:pt x="728949" y="76924"/>
                  </a:lnTo>
                  <a:lnTo>
                    <a:pt x="688376" y="78395"/>
                  </a:lnTo>
                  <a:lnTo>
                    <a:pt x="634214" y="69635"/>
                  </a:lnTo>
                  <a:lnTo>
                    <a:pt x="582293" y="49404"/>
                  </a:lnTo>
                  <a:lnTo>
                    <a:pt x="543303" y="28988"/>
                  </a:lnTo>
                  <a:lnTo>
                    <a:pt x="527931" y="19674"/>
                  </a:lnTo>
                  <a:lnTo>
                    <a:pt x="480905" y="48919"/>
                  </a:lnTo>
                  <a:lnTo>
                    <a:pt x="447199" y="64215"/>
                  </a:lnTo>
                  <a:lnTo>
                    <a:pt x="410586" y="70554"/>
                  </a:lnTo>
                  <a:lnTo>
                    <a:pt x="354837" y="72929"/>
                  </a:lnTo>
                  <a:lnTo>
                    <a:pt x="285801" y="62696"/>
                  </a:lnTo>
                  <a:lnTo>
                    <a:pt x="225864" y="37497"/>
                  </a:lnTo>
                  <a:lnTo>
                    <a:pt x="183609" y="11782"/>
                  </a:lnTo>
                  <a:lnTo>
                    <a:pt x="167617" y="0"/>
                  </a:lnTo>
                  <a:close/>
                </a:path>
              </a:pathLst>
            </a:custGeom>
            <a:solidFill>
              <a:srgbClr val="012069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1" name="object 271" descr=""/>
          <p:cNvGrpSpPr/>
          <p:nvPr/>
        </p:nvGrpSpPr>
        <p:grpSpPr>
          <a:xfrm>
            <a:off x="6770075" y="3470403"/>
            <a:ext cx="2089785" cy="414655"/>
            <a:chOff x="6770075" y="3470403"/>
            <a:chExt cx="2089785" cy="414655"/>
          </a:xfrm>
        </p:grpSpPr>
        <p:sp>
          <p:nvSpPr>
            <p:cNvPr id="272" name="object 272" descr=""/>
            <p:cNvSpPr/>
            <p:nvPr/>
          </p:nvSpPr>
          <p:spPr>
            <a:xfrm>
              <a:off x="6770081" y="3470403"/>
              <a:ext cx="1047115" cy="414655"/>
            </a:xfrm>
            <a:custGeom>
              <a:avLst/>
              <a:gdLst/>
              <a:ahLst/>
              <a:cxnLst/>
              <a:rect l="l" t="t" r="r" b="b"/>
              <a:pathLst>
                <a:path w="1047115" h="414654">
                  <a:moveTo>
                    <a:pt x="1047088" y="0"/>
                  </a:moveTo>
                  <a:lnTo>
                    <a:pt x="303739" y="0"/>
                  </a:lnTo>
                  <a:lnTo>
                    <a:pt x="291573" y="61368"/>
                  </a:lnTo>
                  <a:lnTo>
                    <a:pt x="273716" y="101630"/>
                  </a:lnTo>
                  <a:lnTo>
                    <a:pt x="237746" y="138609"/>
                  </a:lnTo>
                  <a:lnTo>
                    <a:pt x="171240" y="190130"/>
                  </a:lnTo>
                  <a:lnTo>
                    <a:pt x="104060" y="235219"/>
                  </a:lnTo>
                  <a:lnTo>
                    <a:pt x="49688" y="264024"/>
                  </a:lnTo>
                  <a:lnTo>
                    <a:pt x="13281" y="279292"/>
                  </a:lnTo>
                  <a:lnTo>
                    <a:pt x="0" y="283771"/>
                  </a:lnTo>
                  <a:lnTo>
                    <a:pt x="83159" y="414291"/>
                  </a:lnTo>
                  <a:lnTo>
                    <a:pt x="1047088" y="414291"/>
                  </a:lnTo>
                  <a:lnTo>
                    <a:pt x="1047088" y="0"/>
                  </a:lnTo>
                  <a:close/>
                </a:path>
              </a:pathLst>
            </a:custGeom>
            <a:solidFill>
              <a:srgbClr val="1F3B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 descr=""/>
            <p:cNvSpPr/>
            <p:nvPr/>
          </p:nvSpPr>
          <p:spPr>
            <a:xfrm>
              <a:off x="6770075" y="3736848"/>
              <a:ext cx="1047115" cy="147955"/>
            </a:xfrm>
            <a:custGeom>
              <a:avLst/>
              <a:gdLst/>
              <a:ahLst/>
              <a:cxnLst/>
              <a:rect l="l" t="t" r="r" b="b"/>
              <a:pathLst>
                <a:path w="1047115" h="147954">
                  <a:moveTo>
                    <a:pt x="828267" y="0"/>
                  </a:moveTo>
                  <a:lnTo>
                    <a:pt x="807388" y="10375"/>
                  </a:lnTo>
                  <a:lnTo>
                    <a:pt x="752220" y="33021"/>
                  </a:lnTo>
                  <a:lnTo>
                    <a:pt x="673968" y="55213"/>
                  </a:lnTo>
                  <a:lnTo>
                    <a:pt x="583835" y="64228"/>
                  </a:lnTo>
                  <a:lnTo>
                    <a:pt x="511051" y="62135"/>
                  </a:lnTo>
                  <a:lnTo>
                    <a:pt x="463250" y="56551"/>
                  </a:lnTo>
                  <a:lnTo>
                    <a:pt x="419246" y="43082"/>
                  </a:lnTo>
                  <a:lnTo>
                    <a:pt x="357852" y="17329"/>
                  </a:lnTo>
                  <a:lnTo>
                    <a:pt x="337784" y="25530"/>
                  </a:lnTo>
                  <a:lnTo>
                    <a:pt x="286881" y="43507"/>
                  </a:lnTo>
                  <a:lnTo>
                    <a:pt x="219093" y="61322"/>
                  </a:lnTo>
                  <a:lnTo>
                    <a:pt x="148372" y="69034"/>
                  </a:lnTo>
                  <a:lnTo>
                    <a:pt x="95407" y="67743"/>
                  </a:lnTo>
                  <a:lnTo>
                    <a:pt x="62296" y="61927"/>
                  </a:lnTo>
                  <a:lnTo>
                    <a:pt x="35130" y="46738"/>
                  </a:lnTo>
                  <a:lnTo>
                    <a:pt x="0" y="17329"/>
                  </a:lnTo>
                  <a:lnTo>
                    <a:pt x="83159" y="147848"/>
                  </a:lnTo>
                  <a:lnTo>
                    <a:pt x="1047088" y="147848"/>
                  </a:lnTo>
                  <a:lnTo>
                    <a:pt x="1047088" y="69034"/>
                  </a:lnTo>
                  <a:lnTo>
                    <a:pt x="1037286" y="68797"/>
                  </a:lnTo>
                  <a:lnTo>
                    <a:pt x="1012478" y="67479"/>
                  </a:lnTo>
                  <a:lnTo>
                    <a:pt x="945426" y="57945"/>
                  </a:lnTo>
                  <a:lnTo>
                    <a:pt x="907667" y="48205"/>
                  </a:lnTo>
                  <a:lnTo>
                    <a:pt x="860072" y="24665"/>
                  </a:lnTo>
                  <a:lnTo>
                    <a:pt x="828267" y="0"/>
                  </a:lnTo>
                  <a:close/>
                </a:path>
              </a:pathLst>
            </a:custGeom>
            <a:solidFill>
              <a:srgbClr val="0120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 descr=""/>
            <p:cNvSpPr/>
            <p:nvPr/>
          </p:nvSpPr>
          <p:spPr>
            <a:xfrm>
              <a:off x="7812148" y="3470403"/>
              <a:ext cx="1047115" cy="414655"/>
            </a:xfrm>
            <a:custGeom>
              <a:avLst/>
              <a:gdLst/>
              <a:ahLst/>
              <a:cxnLst/>
              <a:rect l="l" t="t" r="r" b="b"/>
              <a:pathLst>
                <a:path w="1047115" h="414654">
                  <a:moveTo>
                    <a:pt x="743349" y="0"/>
                  </a:moveTo>
                  <a:lnTo>
                    <a:pt x="0" y="0"/>
                  </a:lnTo>
                  <a:lnTo>
                    <a:pt x="0" y="414291"/>
                  </a:lnTo>
                  <a:lnTo>
                    <a:pt x="963928" y="414291"/>
                  </a:lnTo>
                  <a:lnTo>
                    <a:pt x="1047088" y="283771"/>
                  </a:lnTo>
                  <a:lnTo>
                    <a:pt x="1033806" y="279292"/>
                  </a:lnTo>
                  <a:lnTo>
                    <a:pt x="997400" y="264024"/>
                  </a:lnTo>
                  <a:lnTo>
                    <a:pt x="943027" y="235219"/>
                  </a:lnTo>
                  <a:lnTo>
                    <a:pt x="875847" y="190130"/>
                  </a:lnTo>
                  <a:lnTo>
                    <a:pt x="809342" y="138609"/>
                  </a:lnTo>
                  <a:lnTo>
                    <a:pt x="773371" y="101630"/>
                  </a:lnTo>
                  <a:lnTo>
                    <a:pt x="755514" y="61368"/>
                  </a:lnTo>
                  <a:lnTo>
                    <a:pt x="743349" y="0"/>
                  </a:lnTo>
                  <a:close/>
                </a:path>
              </a:pathLst>
            </a:custGeom>
            <a:solidFill>
              <a:srgbClr val="1F3B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 descr=""/>
            <p:cNvSpPr/>
            <p:nvPr/>
          </p:nvSpPr>
          <p:spPr>
            <a:xfrm>
              <a:off x="7812154" y="3736848"/>
              <a:ext cx="1047115" cy="147955"/>
            </a:xfrm>
            <a:custGeom>
              <a:avLst/>
              <a:gdLst/>
              <a:ahLst/>
              <a:cxnLst/>
              <a:rect l="l" t="t" r="r" b="b"/>
              <a:pathLst>
                <a:path w="1047115" h="147954">
                  <a:moveTo>
                    <a:pt x="218820" y="0"/>
                  </a:moveTo>
                  <a:lnTo>
                    <a:pt x="187016" y="24665"/>
                  </a:lnTo>
                  <a:lnTo>
                    <a:pt x="139420" y="48205"/>
                  </a:lnTo>
                  <a:lnTo>
                    <a:pt x="101661" y="57945"/>
                  </a:lnTo>
                  <a:lnTo>
                    <a:pt x="34610" y="67479"/>
                  </a:lnTo>
                  <a:lnTo>
                    <a:pt x="0" y="69034"/>
                  </a:lnTo>
                  <a:lnTo>
                    <a:pt x="0" y="147848"/>
                  </a:lnTo>
                  <a:lnTo>
                    <a:pt x="963928" y="147848"/>
                  </a:lnTo>
                  <a:lnTo>
                    <a:pt x="1047078" y="17329"/>
                  </a:lnTo>
                  <a:lnTo>
                    <a:pt x="1011953" y="46738"/>
                  </a:lnTo>
                  <a:lnTo>
                    <a:pt x="984789" y="61927"/>
                  </a:lnTo>
                  <a:lnTo>
                    <a:pt x="951676" y="67743"/>
                  </a:lnTo>
                  <a:lnTo>
                    <a:pt x="898705" y="69034"/>
                  </a:lnTo>
                  <a:lnTo>
                    <a:pt x="827990" y="61322"/>
                  </a:lnTo>
                  <a:lnTo>
                    <a:pt x="760205" y="43507"/>
                  </a:lnTo>
                  <a:lnTo>
                    <a:pt x="709303" y="25530"/>
                  </a:lnTo>
                  <a:lnTo>
                    <a:pt x="689235" y="17329"/>
                  </a:lnTo>
                  <a:lnTo>
                    <a:pt x="627836" y="43082"/>
                  </a:lnTo>
                  <a:lnTo>
                    <a:pt x="583830" y="56551"/>
                  </a:lnTo>
                  <a:lnTo>
                    <a:pt x="536031" y="62135"/>
                  </a:lnTo>
                  <a:lnTo>
                    <a:pt x="463252" y="64228"/>
                  </a:lnTo>
                  <a:lnTo>
                    <a:pt x="373120" y="55213"/>
                  </a:lnTo>
                  <a:lnTo>
                    <a:pt x="294867" y="33021"/>
                  </a:lnTo>
                  <a:lnTo>
                    <a:pt x="239699" y="10375"/>
                  </a:lnTo>
                  <a:lnTo>
                    <a:pt x="218820" y="0"/>
                  </a:lnTo>
                  <a:close/>
                </a:path>
              </a:pathLst>
            </a:custGeom>
            <a:solidFill>
              <a:srgbClr val="012069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6" name="object 276" descr=""/>
          <p:cNvGrpSpPr/>
          <p:nvPr/>
        </p:nvGrpSpPr>
        <p:grpSpPr>
          <a:xfrm>
            <a:off x="6551478" y="4295715"/>
            <a:ext cx="2513965" cy="414655"/>
            <a:chOff x="6551478" y="4295715"/>
            <a:chExt cx="2513965" cy="414655"/>
          </a:xfrm>
        </p:grpSpPr>
        <p:sp>
          <p:nvSpPr>
            <p:cNvPr id="277" name="object 277" descr=""/>
            <p:cNvSpPr/>
            <p:nvPr/>
          </p:nvSpPr>
          <p:spPr>
            <a:xfrm>
              <a:off x="6551480" y="4295715"/>
              <a:ext cx="1266190" cy="414655"/>
            </a:xfrm>
            <a:custGeom>
              <a:avLst/>
              <a:gdLst/>
              <a:ahLst/>
              <a:cxnLst/>
              <a:rect l="l" t="t" r="r" b="b"/>
              <a:pathLst>
                <a:path w="1266190" h="414654">
                  <a:moveTo>
                    <a:pt x="1265689" y="0"/>
                  </a:moveTo>
                  <a:lnTo>
                    <a:pt x="304744" y="0"/>
                  </a:lnTo>
                  <a:lnTo>
                    <a:pt x="279452" y="69745"/>
                  </a:lnTo>
                  <a:lnTo>
                    <a:pt x="259625" y="111429"/>
                  </a:lnTo>
                  <a:lnTo>
                    <a:pt x="235008" y="141647"/>
                  </a:lnTo>
                  <a:lnTo>
                    <a:pt x="195344" y="176989"/>
                  </a:lnTo>
                  <a:lnTo>
                    <a:pt x="119800" y="232321"/>
                  </a:lnTo>
                  <a:lnTo>
                    <a:pt x="57652" y="264734"/>
                  </a:lnTo>
                  <a:lnTo>
                    <a:pt x="15515" y="279969"/>
                  </a:lnTo>
                  <a:lnTo>
                    <a:pt x="0" y="283771"/>
                  </a:lnTo>
                  <a:lnTo>
                    <a:pt x="100510" y="414291"/>
                  </a:lnTo>
                  <a:lnTo>
                    <a:pt x="1265689" y="414291"/>
                  </a:lnTo>
                  <a:lnTo>
                    <a:pt x="1265689" y="0"/>
                  </a:lnTo>
                  <a:close/>
                </a:path>
              </a:pathLst>
            </a:custGeom>
            <a:solidFill>
              <a:srgbClr val="1F3B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 descr=""/>
            <p:cNvSpPr/>
            <p:nvPr/>
          </p:nvSpPr>
          <p:spPr>
            <a:xfrm>
              <a:off x="6551478" y="4562160"/>
              <a:ext cx="1266190" cy="147955"/>
            </a:xfrm>
            <a:custGeom>
              <a:avLst/>
              <a:gdLst/>
              <a:ahLst/>
              <a:cxnLst/>
              <a:rect l="l" t="t" r="r" b="b"/>
              <a:pathLst>
                <a:path w="1266190" h="147954">
                  <a:moveTo>
                    <a:pt x="1001173" y="0"/>
                  </a:moveTo>
                  <a:lnTo>
                    <a:pt x="975936" y="10374"/>
                  </a:lnTo>
                  <a:lnTo>
                    <a:pt x="909253" y="33016"/>
                  </a:lnTo>
                  <a:lnTo>
                    <a:pt x="814666" y="55204"/>
                  </a:lnTo>
                  <a:lnTo>
                    <a:pt x="705716" y="64217"/>
                  </a:lnTo>
                  <a:lnTo>
                    <a:pt x="617741" y="62130"/>
                  </a:lnTo>
                  <a:lnTo>
                    <a:pt x="559962" y="56550"/>
                  </a:lnTo>
                  <a:lnTo>
                    <a:pt x="506768" y="43082"/>
                  </a:lnTo>
                  <a:lnTo>
                    <a:pt x="432552" y="17329"/>
                  </a:lnTo>
                  <a:lnTo>
                    <a:pt x="408293" y="25529"/>
                  </a:lnTo>
                  <a:lnTo>
                    <a:pt x="346760" y="43503"/>
                  </a:lnTo>
                  <a:lnTo>
                    <a:pt x="264818" y="61317"/>
                  </a:lnTo>
                  <a:lnTo>
                    <a:pt x="179334" y="69034"/>
                  </a:lnTo>
                  <a:lnTo>
                    <a:pt x="115313" y="67743"/>
                  </a:lnTo>
                  <a:lnTo>
                    <a:pt x="75292" y="61927"/>
                  </a:lnTo>
                  <a:lnTo>
                    <a:pt x="42458" y="46738"/>
                  </a:lnTo>
                  <a:lnTo>
                    <a:pt x="0" y="17329"/>
                  </a:lnTo>
                  <a:lnTo>
                    <a:pt x="100510" y="147848"/>
                  </a:lnTo>
                  <a:lnTo>
                    <a:pt x="1265689" y="147848"/>
                  </a:lnTo>
                  <a:lnTo>
                    <a:pt x="1265689" y="69034"/>
                  </a:lnTo>
                  <a:lnTo>
                    <a:pt x="1253840" y="68797"/>
                  </a:lnTo>
                  <a:lnTo>
                    <a:pt x="1223850" y="67479"/>
                  </a:lnTo>
                  <a:lnTo>
                    <a:pt x="1184055" y="64166"/>
                  </a:lnTo>
                  <a:lnTo>
                    <a:pt x="1142792" y="57945"/>
                  </a:lnTo>
                  <a:lnTo>
                    <a:pt x="1097153" y="48205"/>
                  </a:lnTo>
                  <a:lnTo>
                    <a:pt x="1039620" y="24665"/>
                  </a:lnTo>
                  <a:lnTo>
                    <a:pt x="1001173" y="0"/>
                  </a:lnTo>
                  <a:close/>
                </a:path>
              </a:pathLst>
            </a:custGeom>
            <a:solidFill>
              <a:srgbClr val="0120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 descr=""/>
            <p:cNvSpPr/>
            <p:nvPr/>
          </p:nvSpPr>
          <p:spPr>
            <a:xfrm>
              <a:off x="7817169" y="4295715"/>
              <a:ext cx="1247775" cy="414655"/>
            </a:xfrm>
            <a:custGeom>
              <a:avLst/>
              <a:gdLst/>
              <a:ahLst/>
              <a:cxnLst/>
              <a:rect l="l" t="t" r="r" b="b"/>
              <a:pathLst>
                <a:path w="1247775" h="414654">
                  <a:moveTo>
                    <a:pt x="947332" y="0"/>
                  </a:moveTo>
                  <a:lnTo>
                    <a:pt x="0" y="0"/>
                  </a:lnTo>
                  <a:lnTo>
                    <a:pt x="0" y="414291"/>
                  </a:lnTo>
                  <a:lnTo>
                    <a:pt x="1148687" y="414291"/>
                  </a:lnTo>
                  <a:lnTo>
                    <a:pt x="1247773" y="283771"/>
                  </a:lnTo>
                  <a:lnTo>
                    <a:pt x="1232478" y="279969"/>
                  </a:lnTo>
                  <a:lnTo>
                    <a:pt x="1190937" y="264734"/>
                  </a:lnTo>
                  <a:lnTo>
                    <a:pt x="1129669" y="232321"/>
                  </a:lnTo>
                  <a:lnTo>
                    <a:pt x="1055193" y="176989"/>
                  </a:lnTo>
                  <a:lnTo>
                    <a:pt x="1016089" y="141647"/>
                  </a:lnTo>
                  <a:lnTo>
                    <a:pt x="991819" y="111429"/>
                  </a:lnTo>
                  <a:lnTo>
                    <a:pt x="972270" y="69745"/>
                  </a:lnTo>
                  <a:lnTo>
                    <a:pt x="947332" y="0"/>
                  </a:lnTo>
                  <a:close/>
                </a:path>
              </a:pathLst>
            </a:custGeom>
            <a:solidFill>
              <a:srgbClr val="1F3B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 descr=""/>
            <p:cNvSpPr/>
            <p:nvPr/>
          </p:nvSpPr>
          <p:spPr>
            <a:xfrm>
              <a:off x="7817164" y="4562160"/>
              <a:ext cx="1247775" cy="147955"/>
            </a:xfrm>
            <a:custGeom>
              <a:avLst/>
              <a:gdLst/>
              <a:ahLst/>
              <a:cxnLst/>
              <a:rect l="l" t="t" r="r" b="b"/>
              <a:pathLst>
                <a:path w="1247775" h="147954">
                  <a:moveTo>
                    <a:pt x="260777" y="0"/>
                  </a:moveTo>
                  <a:lnTo>
                    <a:pt x="222873" y="24665"/>
                  </a:lnTo>
                  <a:lnTo>
                    <a:pt x="166153" y="48205"/>
                  </a:lnTo>
                  <a:lnTo>
                    <a:pt x="121158" y="57945"/>
                  </a:lnTo>
                  <a:lnTo>
                    <a:pt x="80480" y="64166"/>
                  </a:lnTo>
                  <a:lnTo>
                    <a:pt x="41248" y="67479"/>
                  </a:lnTo>
                  <a:lnTo>
                    <a:pt x="0" y="69034"/>
                  </a:lnTo>
                  <a:lnTo>
                    <a:pt x="0" y="147848"/>
                  </a:lnTo>
                  <a:lnTo>
                    <a:pt x="1148687" y="147848"/>
                  </a:lnTo>
                  <a:lnTo>
                    <a:pt x="1247773" y="17329"/>
                  </a:lnTo>
                  <a:lnTo>
                    <a:pt x="1205914" y="46738"/>
                  </a:lnTo>
                  <a:lnTo>
                    <a:pt x="1173544" y="61927"/>
                  </a:lnTo>
                  <a:lnTo>
                    <a:pt x="1134088" y="67743"/>
                  </a:lnTo>
                  <a:lnTo>
                    <a:pt x="1070972" y="69034"/>
                  </a:lnTo>
                  <a:lnTo>
                    <a:pt x="986703" y="61317"/>
                  </a:lnTo>
                  <a:lnTo>
                    <a:pt x="905923" y="43503"/>
                  </a:lnTo>
                  <a:lnTo>
                    <a:pt x="845262" y="25529"/>
                  </a:lnTo>
                  <a:lnTo>
                    <a:pt x="821346" y="17329"/>
                  </a:lnTo>
                  <a:lnTo>
                    <a:pt x="748180" y="43082"/>
                  </a:lnTo>
                  <a:lnTo>
                    <a:pt x="695739" y="56550"/>
                  </a:lnTo>
                  <a:lnTo>
                    <a:pt x="638776" y="62130"/>
                  </a:lnTo>
                  <a:lnTo>
                    <a:pt x="552046" y="64217"/>
                  </a:lnTo>
                  <a:lnTo>
                    <a:pt x="444643" y="55204"/>
                  </a:lnTo>
                  <a:lnTo>
                    <a:pt x="351396" y="33016"/>
                  </a:lnTo>
                  <a:lnTo>
                    <a:pt x="285657" y="10374"/>
                  </a:lnTo>
                  <a:lnTo>
                    <a:pt x="260777" y="0"/>
                  </a:lnTo>
                  <a:close/>
                </a:path>
              </a:pathLst>
            </a:custGeom>
            <a:solidFill>
              <a:srgbClr val="012069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81" name="object 281" descr=""/>
          <p:cNvGrpSpPr/>
          <p:nvPr/>
        </p:nvGrpSpPr>
        <p:grpSpPr>
          <a:xfrm>
            <a:off x="7555486" y="1756827"/>
            <a:ext cx="518159" cy="1010919"/>
            <a:chOff x="7555486" y="1756827"/>
            <a:chExt cx="518159" cy="1010919"/>
          </a:xfrm>
        </p:grpSpPr>
        <p:sp>
          <p:nvSpPr>
            <p:cNvPr id="282" name="object 282" descr=""/>
            <p:cNvSpPr/>
            <p:nvPr/>
          </p:nvSpPr>
          <p:spPr>
            <a:xfrm>
              <a:off x="7596061" y="2719341"/>
              <a:ext cx="433070" cy="48260"/>
            </a:xfrm>
            <a:custGeom>
              <a:avLst/>
              <a:gdLst/>
              <a:ahLst/>
              <a:cxnLst/>
              <a:rect l="l" t="t" r="r" b="b"/>
              <a:pathLst>
                <a:path w="433070" h="48260">
                  <a:moveTo>
                    <a:pt x="432897" y="0"/>
                  </a:moveTo>
                  <a:lnTo>
                    <a:pt x="0" y="0"/>
                  </a:lnTo>
                  <a:lnTo>
                    <a:pt x="0" y="47956"/>
                  </a:lnTo>
                  <a:lnTo>
                    <a:pt x="432897" y="47956"/>
                  </a:lnTo>
                  <a:lnTo>
                    <a:pt x="432897" y="0"/>
                  </a:lnTo>
                  <a:close/>
                </a:path>
              </a:pathLst>
            </a:custGeom>
            <a:solidFill>
              <a:srgbClr val="0120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 descr=""/>
            <p:cNvSpPr/>
            <p:nvPr/>
          </p:nvSpPr>
          <p:spPr>
            <a:xfrm>
              <a:off x="7643034" y="2620956"/>
              <a:ext cx="343535" cy="98425"/>
            </a:xfrm>
            <a:custGeom>
              <a:avLst/>
              <a:gdLst/>
              <a:ahLst/>
              <a:cxnLst/>
              <a:rect l="l" t="t" r="r" b="b"/>
              <a:pathLst>
                <a:path w="343534" h="98425">
                  <a:moveTo>
                    <a:pt x="343057" y="0"/>
                  </a:moveTo>
                  <a:lnTo>
                    <a:pt x="0" y="0"/>
                  </a:lnTo>
                  <a:lnTo>
                    <a:pt x="0" y="98384"/>
                  </a:lnTo>
                  <a:lnTo>
                    <a:pt x="343057" y="98384"/>
                  </a:lnTo>
                  <a:lnTo>
                    <a:pt x="343057" y="0"/>
                  </a:lnTo>
                  <a:close/>
                </a:path>
              </a:pathLst>
            </a:custGeom>
            <a:solidFill>
              <a:srgbClr val="B76C4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 descr=""/>
            <p:cNvSpPr/>
            <p:nvPr/>
          </p:nvSpPr>
          <p:spPr>
            <a:xfrm>
              <a:off x="7555484" y="2006377"/>
              <a:ext cx="518159" cy="614680"/>
            </a:xfrm>
            <a:custGeom>
              <a:avLst/>
              <a:gdLst/>
              <a:ahLst/>
              <a:cxnLst/>
              <a:rect l="l" t="t" r="r" b="b"/>
              <a:pathLst>
                <a:path w="518159" h="614680">
                  <a:moveTo>
                    <a:pt x="518160" y="558101"/>
                  </a:moveTo>
                  <a:lnTo>
                    <a:pt x="483489" y="533374"/>
                  </a:lnTo>
                  <a:lnTo>
                    <a:pt x="452513" y="505561"/>
                  </a:lnTo>
                  <a:lnTo>
                    <a:pt x="423443" y="470204"/>
                  </a:lnTo>
                  <a:lnTo>
                    <a:pt x="393725" y="416483"/>
                  </a:lnTo>
                  <a:lnTo>
                    <a:pt x="388607" y="348132"/>
                  </a:lnTo>
                  <a:lnTo>
                    <a:pt x="357352" y="348132"/>
                  </a:lnTo>
                  <a:lnTo>
                    <a:pt x="357352" y="267779"/>
                  </a:lnTo>
                  <a:lnTo>
                    <a:pt x="386194" y="267779"/>
                  </a:lnTo>
                  <a:lnTo>
                    <a:pt x="386194" y="226161"/>
                  </a:lnTo>
                  <a:lnTo>
                    <a:pt x="357352" y="226161"/>
                  </a:lnTo>
                  <a:lnTo>
                    <a:pt x="331546" y="226148"/>
                  </a:lnTo>
                  <a:lnTo>
                    <a:pt x="356196" y="210794"/>
                  </a:lnTo>
                  <a:lnTo>
                    <a:pt x="384848" y="171538"/>
                  </a:lnTo>
                  <a:lnTo>
                    <a:pt x="395351" y="123482"/>
                  </a:lnTo>
                  <a:lnTo>
                    <a:pt x="384848" y="75412"/>
                  </a:lnTo>
                  <a:lnTo>
                    <a:pt x="356196" y="36156"/>
                  </a:lnTo>
                  <a:lnTo>
                    <a:pt x="313715" y="9702"/>
                  </a:lnTo>
                  <a:lnTo>
                    <a:pt x="261683" y="0"/>
                  </a:lnTo>
                  <a:lnTo>
                    <a:pt x="209651" y="9702"/>
                  </a:lnTo>
                  <a:lnTo>
                    <a:pt x="167157" y="36156"/>
                  </a:lnTo>
                  <a:lnTo>
                    <a:pt x="138506" y="75412"/>
                  </a:lnTo>
                  <a:lnTo>
                    <a:pt x="128003" y="123482"/>
                  </a:lnTo>
                  <a:lnTo>
                    <a:pt x="138506" y="171538"/>
                  </a:lnTo>
                  <a:lnTo>
                    <a:pt x="167157" y="210794"/>
                  </a:lnTo>
                  <a:lnTo>
                    <a:pt x="191808" y="226148"/>
                  </a:lnTo>
                  <a:lnTo>
                    <a:pt x="159893" y="226148"/>
                  </a:lnTo>
                  <a:lnTo>
                    <a:pt x="127114" y="226161"/>
                  </a:lnTo>
                  <a:lnTo>
                    <a:pt x="127114" y="267779"/>
                  </a:lnTo>
                  <a:lnTo>
                    <a:pt x="159893" y="267779"/>
                  </a:lnTo>
                  <a:lnTo>
                    <a:pt x="159893" y="348132"/>
                  </a:lnTo>
                  <a:lnTo>
                    <a:pt x="129540" y="348132"/>
                  </a:lnTo>
                  <a:lnTo>
                    <a:pt x="128435" y="389864"/>
                  </a:lnTo>
                  <a:lnTo>
                    <a:pt x="114274" y="439458"/>
                  </a:lnTo>
                  <a:lnTo>
                    <a:pt x="65633" y="505561"/>
                  </a:lnTo>
                  <a:lnTo>
                    <a:pt x="34671" y="533374"/>
                  </a:lnTo>
                  <a:lnTo>
                    <a:pt x="0" y="558101"/>
                  </a:lnTo>
                  <a:lnTo>
                    <a:pt x="3543" y="559168"/>
                  </a:lnTo>
                  <a:lnTo>
                    <a:pt x="54114" y="582510"/>
                  </a:lnTo>
                  <a:lnTo>
                    <a:pt x="87884" y="607034"/>
                  </a:lnTo>
                  <a:lnTo>
                    <a:pt x="87541" y="614591"/>
                  </a:lnTo>
                  <a:lnTo>
                    <a:pt x="259080" y="614591"/>
                  </a:lnTo>
                  <a:lnTo>
                    <a:pt x="430606" y="614591"/>
                  </a:lnTo>
                  <a:lnTo>
                    <a:pt x="430276" y="607034"/>
                  </a:lnTo>
                  <a:lnTo>
                    <a:pt x="433641" y="601167"/>
                  </a:lnTo>
                  <a:lnTo>
                    <a:pt x="487235" y="570458"/>
                  </a:lnTo>
                  <a:lnTo>
                    <a:pt x="514616" y="559168"/>
                  </a:lnTo>
                  <a:lnTo>
                    <a:pt x="518160" y="558101"/>
                  </a:lnTo>
                  <a:close/>
                </a:path>
              </a:pathLst>
            </a:custGeom>
            <a:solidFill>
              <a:srgbClr val="1F3B7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85" name="object 285" descr="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7722006" y="1756827"/>
              <a:ext cx="190318" cy="277241"/>
            </a:xfrm>
            <a:prstGeom prst="rect">
              <a:avLst/>
            </a:prstGeom>
          </p:spPr>
        </p:pic>
        <p:sp>
          <p:nvSpPr>
            <p:cNvPr id="286" name="object 286" descr=""/>
            <p:cNvSpPr/>
            <p:nvPr/>
          </p:nvSpPr>
          <p:spPr>
            <a:xfrm>
              <a:off x="7639583" y="1756834"/>
              <a:ext cx="434340" cy="864235"/>
            </a:xfrm>
            <a:custGeom>
              <a:avLst/>
              <a:gdLst/>
              <a:ahLst/>
              <a:cxnLst/>
              <a:rect l="l" t="t" r="r" b="b"/>
              <a:pathLst>
                <a:path w="434340" h="864235">
                  <a:moveTo>
                    <a:pt x="311264" y="373024"/>
                  </a:moveTo>
                  <a:lnTo>
                    <a:pt x="305523" y="337146"/>
                  </a:lnTo>
                  <a:lnTo>
                    <a:pt x="289445" y="305422"/>
                  </a:lnTo>
                  <a:lnTo>
                    <a:pt x="264718" y="279412"/>
                  </a:lnTo>
                  <a:lnTo>
                    <a:pt x="233032" y="260667"/>
                  </a:lnTo>
                  <a:lnTo>
                    <a:pt x="249364" y="246926"/>
                  </a:lnTo>
                  <a:lnTo>
                    <a:pt x="261886" y="230047"/>
                  </a:lnTo>
                  <a:lnTo>
                    <a:pt x="269913" y="210642"/>
                  </a:lnTo>
                  <a:lnTo>
                    <a:pt x="272732" y="189331"/>
                  </a:lnTo>
                  <a:lnTo>
                    <a:pt x="268287" y="162725"/>
                  </a:lnTo>
                  <a:lnTo>
                    <a:pt x="255866" y="139407"/>
                  </a:lnTo>
                  <a:lnTo>
                    <a:pt x="236842" y="120624"/>
                  </a:lnTo>
                  <a:lnTo>
                    <a:pt x="212585" y="107645"/>
                  </a:lnTo>
                  <a:lnTo>
                    <a:pt x="221627" y="98298"/>
                  </a:lnTo>
                  <a:lnTo>
                    <a:pt x="228536" y="87033"/>
                  </a:lnTo>
                  <a:lnTo>
                    <a:pt x="232943" y="74218"/>
                  </a:lnTo>
                  <a:lnTo>
                    <a:pt x="234492" y="60223"/>
                  </a:lnTo>
                  <a:lnTo>
                    <a:pt x="230022" y="36779"/>
                  </a:lnTo>
                  <a:lnTo>
                    <a:pt x="217817" y="17640"/>
                  </a:lnTo>
                  <a:lnTo>
                    <a:pt x="199732" y="4724"/>
                  </a:lnTo>
                  <a:lnTo>
                    <a:pt x="177571" y="0"/>
                  </a:lnTo>
                  <a:lnTo>
                    <a:pt x="173913" y="0"/>
                  </a:lnTo>
                  <a:lnTo>
                    <a:pt x="170319" y="393"/>
                  </a:lnTo>
                  <a:lnTo>
                    <a:pt x="166839" y="1092"/>
                  </a:lnTo>
                  <a:lnTo>
                    <a:pt x="177584" y="10541"/>
                  </a:lnTo>
                  <a:lnTo>
                    <a:pt x="185851" y="22466"/>
                  </a:lnTo>
                  <a:lnTo>
                    <a:pt x="191160" y="36372"/>
                  </a:lnTo>
                  <a:lnTo>
                    <a:pt x="193040" y="51752"/>
                  </a:lnTo>
                  <a:lnTo>
                    <a:pt x="191490" y="65747"/>
                  </a:lnTo>
                  <a:lnTo>
                    <a:pt x="187083" y="78562"/>
                  </a:lnTo>
                  <a:lnTo>
                    <a:pt x="180187" y="89814"/>
                  </a:lnTo>
                  <a:lnTo>
                    <a:pt x="171145" y="99161"/>
                  </a:lnTo>
                  <a:lnTo>
                    <a:pt x="195389" y="112153"/>
                  </a:lnTo>
                  <a:lnTo>
                    <a:pt x="214414" y="130937"/>
                  </a:lnTo>
                  <a:lnTo>
                    <a:pt x="226834" y="154241"/>
                  </a:lnTo>
                  <a:lnTo>
                    <a:pt x="231279" y="180848"/>
                  </a:lnTo>
                  <a:lnTo>
                    <a:pt x="228460" y="202158"/>
                  </a:lnTo>
                  <a:lnTo>
                    <a:pt x="220433" y="221564"/>
                  </a:lnTo>
                  <a:lnTo>
                    <a:pt x="207911" y="238455"/>
                  </a:lnTo>
                  <a:lnTo>
                    <a:pt x="191579" y="252183"/>
                  </a:lnTo>
                  <a:lnTo>
                    <a:pt x="223266" y="270941"/>
                  </a:lnTo>
                  <a:lnTo>
                    <a:pt x="247992" y="296951"/>
                  </a:lnTo>
                  <a:lnTo>
                    <a:pt x="264071" y="328663"/>
                  </a:lnTo>
                  <a:lnTo>
                    <a:pt x="269798" y="364540"/>
                  </a:lnTo>
                  <a:lnTo>
                    <a:pt x="265557" y="395528"/>
                  </a:lnTo>
                  <a:lnTo>
                    <a:pt x="253530" y="423633"/>
                  </a:lnTo>
                  <a:lnTo>
                    <a:pt x="234784" y="447852"/>
                  </a:lnTo>
                  <a:lnTo>
                    <a:pt x="210388" y="467233"/>
                  </a:lnTo>
                  <a:lnTo>
                    <a:pt x="260642" y="467233"/>
                  </a:lnTo>
                  <a:lnTo>
                    <a:pt x="260642" y="469696"/>
                  </a:lnTo>
                  <a:lnTo>
                    <a:pt x="281546" y="450557"/>
                  </a:lnTo>
                  <a:lnTo>
                    <a:pt x="297510" y="427570"/>
                  </a:lnTo>
                  <a:lnTo>
                    <a:pt x="307682" y="401472"/>
                  </a:lnTo>
                  <a:lnTo>
                    <a:pt x="311264" y="373024"/>
                  </a:lnTo>
                  <a:close/>
                </a:path>
                <a:path w="434340" h="864235">
                  <a:moveTo>
                    <a:pt x="434060" y="807643"/>
                  </a:moveTo>
                  <a:lnTo>
                    <a:pt x="398322" y="785660"/>
                  </a:lnTo>
                  <a:lnTo>
                    <a:pt x="359854" y="749960"/>
                  </a:lnTo>
                  <a:lnTo>
                    <a:pt x="319633" y="679043"/>
                  </a:lnTo>
                  <a:lnTo>
                    <a:pt x="309245" y="639483"/>
                  </a:lnTo>
                  <a:lnTo>
                    <a:pt x="304507" y="597674"/>
                  </a:lnTo>
                  <a:lnTo>
                    <a:pt x="273253" y="597674"/>
                  </a:lnTo>
                  <a:lnTo>
                    <a:pt x="273253" y="517309"/>
                  </a:lnTo>
                  <a:lnTo>
                    <a:pt x="302094" y="517309"/>
                  </a:lnTo>
                  <a:lnTo>
                    <a:pt x="302094" y="475703"/>
                  </a:lnTo>
                  <a:lnTo>
                    <a:pt x="260642" y="475703"/>
                  </a:lnTo>
                  <a:lnTo>
                    <a:pt x="260642" y="508838"/>
                  </a:lnTo>
                  <a:lnTo>
                    <a:pt x="231813" y="508838"/>
                  </a:lnTo>
                  <a:lnTo>
                    <a:pt x="231813" y="589191"/>
                  </a:lnTo>
                  <a:lnTo>
                    <a:pt x="263067" y="589191"/>
                  </a:lnTo>
                  <a:lnTo>
                    <a:pt x="264172" y="630923"/>
                  </a:lnTo>
                  <a:lnTo>
                    <a:pt x="278320" y="680529"/>
                  </a:lnTo>
                  <a:lnTo>
                    <a:pt x="326961" y="746633"/>
                  </a:lnTo>
                  <a:lnTo>
                    <a:pt x="357924" y="774446"/>
                  </a:lnTo>
                  <a:lnTo>
                    <a:pt x="392595" y="799172"/>
                  </a:lnTo>
                  <a:lnTo>
                    <a:pt x="380974" y="802297"/>
                  </a:lnTo>
                  <a:lnTo>
                    <a:pt x="338480" y="823582"/>
                  </a:lnTo>
                  <a:lnTo>
                    <a:pt x="305358" y="853389"/>
                  </a:lnTo>
                  <a:lnTo>
                    <a:pt x="305054" y="855662"/>
                  </a:lnTo>
                  <a:lnTo>
                    <a:pt x="0" y="855662"/>
                  </a:lnTo>
                  <a:lnTo>
                    <a:pt x="3797" y="861072"/>
                  </a:lnTo>
                  <a:lnTo>
                    <a:pt x="3454" y="864133"/>
                  </a:lnTo>
                  <a:lnTo>
                    <a:pt x="346506" y="864133"/>
                  </a:lnTo>
                  <a:lnTo>
                    <a:pt x="379933" y="832053"/>
                  </a:lnTo>
                  <a:lnTo>
                    <a:pt x="420103" y="812520"/>
                  </a:lnTo>
                  <a:lnTo>
                    <a:pt x="430517" y="808710"/>
                  </a:lnTo>
                  <a:lnTo>
                    <a:pt x="434060" y="807643"/>
                  </a:lnTo>
                  <a:close/>
                </a:path>
              </a:pathLst>
            </a:custGeom>
            <a:solidFill>
              <a:srgbClr val="01206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7" name="object 287" descr=""/>
          <p:cNvSpPr/>
          <p:nvPr/>
        </p:nvSpPr>
        <p:spPr>
          <a:xfrm>
            <a:off x="7073816" y="3222425"/>
            <a:ext cx="1026160" cy="248285"/>
          </a:xfrm>
          <a:custGeom>
            <a:avLst/>
            <a:gdLst/>
            <a:ahLst/>
            <a:cxnLst/>
            <a:rect l="l" t="t" r="r" b="b"/>
            <a:pathLst>
              <a:path w="1026159" h="248285">
                <a:moveTo>
                  <a:pt x="0" y="247981"/>
                </a:moveTo>
                <a:lnTo>
                  <a:pt x="1026010" y="247981"/>
                </a:lnTo>
                <a:lnTo>
                  <a:pt x="1026010" y="0"/>
                </a:lnTo>
                <a:lnTo>
                  <a:pt x="0" y="0"/>
                </a:lnTo>
                <a:lnTo>
                  <a:pt x="0" y="247981"/>
                </a:lnTo>
                <a:close/>
              </a:path>
            </a:pathLst>
          </a:custGeom>
          <a:solidFill>
            <a:srgbClr val="B76C4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8" name="object 288" descr=""/>
          <p:cNvSpPr/>
          <p:nvPr/>
        </p:nvSpPr>
        <p:spPr>
          <a:xfrm>
            <a:off x="8550482" y="3222425"/>
            <a:ext cx="3175" cy="248285"/>
          </a:xfrm>
          <a:custGeom>
            <a:avLst/>
            <a:gdLst/>
            <a:ahLst/>
            <a:cxnLst/>
            <a:rect l="l" t="t" r="r" b="b"/>
            <a:pathLst>
              <a:path w="3175" h="248285">
                <a:moveTo>
                  <a:pt x="0" y="247981"/>
                </a:moveTo>
                <a:lnTo>
                  <a:pt x="2984" y="247981"/>
                </a:lnTo>
                <a:lnTo>
                  <a:pt x="2984" y="0"/>
                </a:lnTo>
                <a:lnTo>
                  <a:pt x="0" y="0"/>
                </a:lnTo>
                <a:lnTo>
                  <a:pt x="0" y="247981"/>
                </a:lnTo>
                <a:close/>
              </a:path>
            </a:pathLst>
          </a:custGeom>
          <a:solidFill>
            <a:srgbClr val="B76C4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9" name="object 289" descr=""/>
          <p:cNvSpPr/>
          <p:nvPr/>
        </p:nvSpPr>
        <p:spPr>
          <a:xfrm>
            <a:off x="6856220" y="3884698"/>
            <a:ext cx="1335405" cy="411480"/>
          </a:xfrm>
          <a:custGeom>
            <a:avLst/>
            <a:gdLst/>
            <a:ahLst/>
            <a:cxnLst/>
            <a:rect l="l" t="t" r="r" b="b"/>
            <a:pathLst>
              <a:path w="1335404" h="411479">
                <a:moveTo>
                  <a:pt x="0" y="411013"/>
                </a:moveTo>
                <a:lnTo>
                  <a:pt x="1335006" y="411013"/>
                </a:lnTo>
                <a:lnTo>
                  <a:pt x="1335006" y="0"/>
                </a:lnTo>
                <a:lnTo>
                  <a:pt x="0" y="0"/>
                </a:lnTo>
                <a:lnTo>
                  <a:pt x="0" y="411013"/>
                </a:lnTo>
                <a:close/>
              </a:path>
            </a:pathLst>
          </a:custGeom>
          <a:solidFill>
            <a:srgbClr val="B76C4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0" name="object 290" descr=""/>
          <p:cNvSpPr/>
          <p:nvPr/>
        </p:nvSpPr>
        <p:spPr>
          <a:xfrm>
            <a:off x="6664509" y="5517308"/>
            <a:ext cx="1605915" cy="2540"/>
          </a:xfrm>
          <a:custGeom>
            <a:avLst/>
            <a:gdLst/>
            <a:ahLst/>
            <a:cxnLst/>
            <a:rect l="l" t="t" r="r" b="b"/>
            <a:pathLst>
              <a:path w="1605915" h="2539">
                <a:moveTo>
                  <a:pt x="0" y="2429"/>
                </a:moveTo>
                <a:lnTo>
                  <a:pt x="1605773" y="2429"/>
                </a:lnTo>
                <a:lnTo>
                  <a:pt x="1605773" y="0"/>
                </a:lnTo>
                <a:lnTo>
                  <a:pt x="0" y="0"/>
                </a:lnTo>
                <a:lnTo>
                  <a:pt x="0" y="2429"/>
                </a:lnTo>
                <a:close/>
              </a:path>
            </a:pathLst>
          </a:custGeom>
          <a:solidFill>
            <a:srgbClr val="B76C4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1" name="object 291" descr=""/>
          <p:cNvSpPr/>
          <p:nvPr/>
        </p:nvSpPr>
        <p:spPr>
          <a:xfrm>
            <a:off x="6664509" y="5288666"/>
            <a:ext cx="1605915" cy="160020"/>
          </a:xfrm>
          <a:custGeom>
            <a:avLst/>
            <a:gdLst/>
            <a:ahLst/>
            <a:cxnLst/>
            <a:rect l="l" t="t" r="r" b="b"/>
            <a:pathLst>
              <a:path w="1605915" h="160020">
                <a:moveTo>
                  <a:pt x="0" y="159869"/>
                </a:moveTo>
                <a:lnTo>
                  <a:pt x="1605773" y="159869"/>
                </a:lnTo>
                <a:lnTo>
                  <a:pt x="1605773" y="0"/>
                </a:lnTo>
                <a:lnTo>
                  <a:pt x="0" y="0"/>
                </a:lnTo>
                <a:lnTo>
                  <a:pt x="0" y="159869"/>
                </a:lnTo>
                <a:close/>
              </a:path>
            </a:pathLst>
          </a:custGeom>
          <a:solidFill>
            <a:srgbClr val="B76C4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2" name="object 292" descr=""/>
          <p:cNvSpPr/>
          <p:nvPr/>
        </p:nvSpPr>
        <p:spPr>
          <a:xfrm>
            <a:off x="6664509" y="4710013"/>
            <a:ext cx="1605915" cy="509905"/>
          </a:xfrm>
          <a:custGeom>
            <a:avLst/>
            <a:gdLst/>
            <a:ahLst/>
            <a:cxnLst/>
            <a:rect l="l" t="t" r="r" b="b"/>
            <a:pathLst>
              <a:path w="1605915" h="509904">
                <a:moveTo>
                  <a:pt x="0" y="509879"/>
                </a:moveTo>
                <a:lnTo>
                  <a:pt x="1605773" y="509879"/>
                </a:lnTo>
                <a:lnTo>
                  <a:pt x="1605773" y="0"/>
                </a:lnTo>
                <a:lnTo>
                  <a:pt x="0" y="0"/>
                </a:lnTo>
                <a:lnTo>
                  <a:pt x="0" y="509879"/>
                </a:lnTo>
                <a:close/>
              </a:path>
            </a:pathLst>
          </a:custGeom>
          <a:solidFill>
            <a:srgbClr val="B76C42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93" name="object 293" descr=""/>
          <p:cNvGrpSpPr/>
          <p:nvPr/>
        </p:nvGrpSpPr>
        <p:grpSpPr>
          <a:xfrm>
            <a:off x="6308154" y="5517306"/>
            <a:ext cx="2996565" cy="1224280"/>
            <a:chOff x="6308154" y="5517306"/>
            <a:chExt cx="2996565" cy="1224280"/>
          </a:xfrm>
        </p:grpSpPr>
        <p:sp>
          <p:nvSpPr>
            <p:cNvPr id="294" name="object 294" descr=""/>
            <p:cNvSpPr/>
            <p:nvPr/>
          </p:nvSpPr>
          <p:spPr>
            <a:xfrm>
              <a:off x="6308155" y="5517306"/>
              <a:ext cx="1509395" cy="414655"/>
            </a:xfrm>
            <a:custGeom>
              <a:avLst/>
              <a:gdLst/>
              <a:ahLst/>
              <a:cxnLst/>
              <a:rect l="l" t="t" r="r" b="b"/>
              <a:pathLst>
                <a:path w="1509395" h="414654">
                  <a:moveTo>
                    <a:pt x="1508791" y="0"/>
                  </a:moveTo>
                  <a:lnTo>
                    <a:pt x="363287" y="0"/>
                  </a:lnTo>
                  <a:lnTo>
                    <a:pt x="333131" y="69745"/>
                  </a:lnTo>
                  <a:lnTo>
                    <a:pt x="309494" y="111429"/>
                  </a:lnTo>
                  <a:lnTo>
                    <a:pt x="280150" y="141647"/>
                  </a:lnTo>
                  <a:lnTo>
                    <a:pt x="232872" y="176989"/>
                  </a:lnTo>
                  <a:lnTo>
                    <a:pt x="142814" y="232321"/>
                  </a:lnTo>
                  <a:lnTo>
                    <a:pt x="68728" y="264734"/>
                  </a:lnTo>
                  <a:lnTo>
                    <a:pt x="18495" y="279969"/>
                  </a:lnTo>
                  <a:lnTo>
                    <a:pt x="0" y="283771"/>
                  </a:lnTo>
                  <a:lnTo>
                    <a:pt x="119818" y="414291"/>
                  </a:lnTo>
                  <a:lnTo>
                    <a:pt x="1508791" y="414291"/>
                  </a:lnTo>
                  <a:lnTo>
                    <a:pt x="1508791" y="0"/>
                  </a:lnTo>
                  <a:close/>
                </a:path>
              </a:pathLst>
            </a:custGeom>
            <a:solidFill>
              <a:srgbClr val="1F3B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 descr=""/>
            <p:cNvSpPr/>
            <p:nvPr/>
          </p:nvSpPr>
          <p:spPr>
            <a:xfrm>
              <a:off x="6308154" y="5783753"/>
              <a:ext cx="1509395" cy="147955"/>
            </a:xfrm>
            <a:custGeom>
              <a:avLst/>
              <a:gdLst/>
              <a:ahLst/>
              <a:cxnLst/>
              <a:rect l="l" t="t" r="r" b="b"/>
              <a:pathLst>
                <a:path w="1509395" h="147954">
                  <a:moveTo>
                    <a:pt x="1193471" y="0"/>
                  </a:moveTo>
                  <a:lnTo>
                    <a:pt x="1163387" y="10375"/>
                  </a:lnTo>
                  <a:lnTo>
                    <a:pt x="1083896" y="33019"/>
                  </a:lnTo>
                  <a:lnTo>
                    <a:pt x="971143" y="55208"/>
                  </a:lnTo>
                  <a:lnTo>
                    <a:pt x="841272" y="64217"/>
                  </a:lnTo>
                  <a:lnTo>
                    <a:pt x="736392" y="62130"/>
                  </a:lnTo>
                  <a:lnTo>
                    <a:pt x="667512" y="56550"/>
                  </a:lnTo>
                  <a:lnTo>
                    <a:pt x="604103" y="43082"/>
                  </a:lnTo>
                  <a:lnTo>
                    <a:pt x="515638" y="17329"/>
                  </a:lnTo>
                  <a:lnTo>
                    <a:pt x="486720" y="25529"/>
                  </a:lnTo>
                  <a:lnTo>
                    <a:pt x="413370" y="43503"/>
                  </a:lnTo>
                  <a:lnTo>
                    <a:pt x="315693" y="61317"/>
                  </a:lnTo>
                  <a:lnTo>
                    <a:pt x="213794" y="69034"/>
                  </a:lnTo>
                  <a:lnTo>
                    <a:pt x="137472" y="67743"/>
                  </a:lnTo>
                  <a:lnTo>
                    <a:pt x="89761" y="61927"/>
                  </a:lnTo>
                  <a:lnTo>
                    <a:pt x="50618" y="46738"/>
                  </a:lnTo>
                  <a:lnTo>
                    <a:pt x="0" y="17329"/>
                  </a:lnTo>
                  <a:lnTo>
                    <a:pt x="119818" y="147848"/>
                  </a:lnTo>
                  <a:lnTo>
                    <a:pt x="1508791" y="147848"/>
                  </a:lnTo>
                  <a:lnTo>
                    <a:pt x="1508791" y="69034"/>
                  </a:lnTo>
                  <a:lnTo>
                    <a:pt x="1494667" y="68797"/>
                  </a:lnTo>
                  <a:lnTo>
                    <a:pt x="1458917" y="67479"/>
                  </a:lnTo>
                  <a:lnTo>
                    <a:pt x="1411480" y="64166"/>
                  </a:lnTo>
                  <a:lnTo>
                    <a:pt x="1362293" y="57945"/>
                  </a:lnTo>
                  <a:lnTo>
                    <a:pt x="1307883" y="48205"/>
                  </a:lnTo>
                  <a:lnTo>
                    <a:pt x="1239299" y="24665"/>
                  </a:lnTo>
                  <a:lnTo>
                    <a:pt x="1193471" y="0"/>
                  </a:lnTo>
                  <a:close/>
                </a:path>
              </a:pathLst>
            </a:custGeom>
            <a:solidFill>
              <a:srgbClr val="0120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 descr=""/>
            <p:cNvSpPr/>
            <p:nvPr/>
          </p:nvSpPr>
          <p:spPr>
            <a:xfrm>
              <a:off x="7816947" y="5517306"/>
              <a:ext cx="1487805" cy="414655"/>
            </a:xfrm>
            <a:custGeom>
              <a:avLst/>
              <a:gdLst/>
              <a:ahLst/>
              <a:cxnLst/>
              <a:rect l="l" t="t" r="r" b="b"/>
              <a:pathLst>
                <a:path w="1487804" h="414654">
                  <a:moveTo>
                    <a:pt x="0" y="0"/>
                  </a:moveTo>
                  <a:lnTo>
                    <a:pt x="0" y="414291"/>
                  </a:lnTo>
                  <a:lnTo>
                    <a:pt x="1369309" y="414291"/>
                  </a:lnTo>
                  <a:lnTo>
                    <a:pt x="1487431" y="283771"/>
                  </a:lnTo>
                  <a:lnTo>
                    <a:pt x="1469537" y="279209"/>
                  </a:lnTo>
                  <a:lnTo>
                    <a:pt x="1420583" y="262707"/>
                  </a:lnTo>
                  <a:lnTo>
                    <a:pt x="1347660" y="230042"/>
                  </a:lnTo>
                  <a:lnTo>
                    <a:pt x="1257856" y="176989"/>
                  </a:lnTo>
                  <a:lnTo>
                    <a:pt x="1221586" y="150961"/>
                  </a:lnTo>
                  <a:lnTo>
                    <a:pt x="1176866" y="80046"/>
                  </a:lnTo>
                  <a:lnTo>
                    <a:pt x="1147776" y="24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3B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 descr=""/>
            <p:cNvSpPr/>
            <p:nvPr/>
          </p:nvSpPr>
          <p:spPr>
            <a:xfrm>
              <a:off x="7816945" y="5783753"/>
              <a:ext cx="1487805" cy="147955"/>
            </a:xfrm>
            <a:custGeom>
              <a:avLst/>
              <a:gdLst/>
              <a:ahLst/>
              <a:cxnLst/>
              <a:rect l="l" t="t" r="r" b="b"/>
              <a:pathLst>
                <a:path w="1487804" h="147954">
                  <a:moveTo>
                    <a:pt x="310859" y="0"/>
                  </a:moveTo>
                  <a:lnTo>
                    <a:pt x="265681" y="24665"/>
                  </a:lnTo>
                  <a:lnTo>
                    <a:pt x="198067" y="48205"/>
                  </a:lnTo>
                  <a:lnTo>
                    <a:pt x="144424" y="57945"/>
                  </a:lnTo>
                  <a:lnTo>
                    <a:pt x="95937" y="64166"/>
                  </a:lnTo>
                  <a:lnTo>
                    <a:pt x="49171" y="67479"/>
                  </a:lnTo>
                  <a:lnTo>
                    <a:pt x="0" y="69034"/>
                  </a:lnTo>
                  <a:lnTo>
                    <a:pt x="0" y="147848"/>
                  </a:lnTo>
                  <a:lnTo>
                    <a:pt x="1369309" y="147848"/>
                  </a:lnTo>
                  <a:lnTo>
                    <a:pt x="1487431" y="17329"/>
                  </a:lnTo>
                  <a:lnTo>
                    <a:pt x="1437531" y="46738"/>
                  </a:lnTo>
                  <a:lnTo>
                    <a:pt x="1398944" y="61927"/>
                  </a:lnTo>
                  <a:lnTo>
                    <a:pt x="1351911" y="67743"/>
                  </a:lnTo>
                  <a:lnTo>
                    <a:pt x="1276673" y="69034"/>
                  </a:lnTo>
                  <a:lnTo>
                    <a:pt x="1176212" y="61317"/>
                  </a:lnTo>
                  <a:lnTo>
                    <a:pt x="1079914" y="43503"/>
                  </a:lnTo>
                  <a:lnTo>
                    <a:pt x="1007600" y="25529"/>
                  </a:lnTo>
                  <a:lnTo>
                    <a:pt x="979090" y="17329"/>
                  </a:lnTo>
                  <a:lnTo>
                    <a:pt x="891875" y="43082"/>
                  </a:lnTo>
                  <a:lnTo>
                    <a:pt x="829364" y="56550"/>
                  </a:lnTo>
                  <a:lnTo>
                    <a:pt x="761462" y="62130"/>
                  </a:lnTo>
                  <a:lnTo>
                    <a:pt x="658074" y="64217"/>
                  </a:lnTo>
                  <a:lnTo>
                    <a:pt x="530042" y="55208"/>
                  </a:lnTo>
                  <a:lnTo>
                    <a:pt x="418885" y="33019"/>
                  </a:lnTo>
                  <a:lnTo>
                    <a:pt x="340518" y="10375"/>
                  </a:lnTo>
                  <a:lnTo>
                    <a:pt x="310859" y="0"/>
                  </a:lnTo>
                  <a:close/>
                </a:path>
              </a:pathLst>
            </a:custGeom>
            <a:solidFill>
              <a:srgbClr val="0120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 descr=""/>
            <p:cNvSpPr/>
            <p:nvPr/>
          </p:nvSpPr>
          <p:spPr>
            <a:xfrm>
              <a:off x="6442892" y="5931599"/>
              <a:ext cx="2223135" cy="810260"/>
            </a:xfrm>
            <a:custGeom>
              <a:avLst/>
              <a:gdLst/>
              <a:ahLst/>
              <a:cxnLst/>
              <a:rect l="l" t="t" r="r" b="b"/>
              <a:pathLst>
                <a:path w="2223134" h="810259">
                  <a:moveTo>
                    <a:pt x="0" y="809724"/>
                  </a:moveTo>
                  <a:lnTo>
                    <a:pt x="2223084" y="809724"/>
                  </a:lnTo>
                  <a:lnTo>
                    <a:pt x="2223084" y="0"/>
                  </a:lnTo>
                  <a:lnTo>
                    <a:pt x="0" y="0"/>
                  </a:lnTo>
                  <a:lnTo>
                    <a:pt x="0" y="809724"/>
                  </a:lnTo>
                  <a:close/>
                </a:path>
              </a:pathLst>
            </a:custGeom>
            <a:solidFill>
              <a:srgbClr val="B76C42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9" name="object 299" descr=""/>
          <p:cNvSpPr/>
          <p:nvPr/>
        </p:nvSpPr>
        <p:spPr>
          <a:xfrm>
            <a:off x="8099826" y="3222425"/>
            <a:ext cx="450850" cy="248285"/>
          </a:xfrm>
          <a:custGeom>
            <a:avLst/>
            <a:gdLst/>
            <a:ahLst/>
            <a:cxnLst/>
            <a:rect l="l" t="t" r="r" b="b"/>
            <a:pathLst>
              <a:path w="450850" h="248285">
                <a:moveTo>
                  <a:pt x="450656" y="0"/>
                </a:moveTo>
                <a:lnTo>
                  <a:pt x="0" y="0"/>
                </a:lnTo>
                <a:lnTo>
                  <a:pt x="0" y="247981"/>
                </a:lnTo>
                <a:lnTo>
                  <a:pt x="450656" y="247981"/>
                </a:lnTo>
                <a:lnTo>
                  <a:pt x="450656" y="0"/>
                </a:lnTo>
                <a:close/>
              </a:path>
            </a:pathLst>
          </a:custGeom>
          <a:solidFill>
            <a:srgbClr val="A8664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0" name="object 300" descr=""/>
          <p:cNvSpPr/>
          <p:nvPr/>
        </p:nvSpPr>
        <p:spPr>
          <a:xfrm>
            <a:off x="8191227" y="3884698"/>
            <a:ext cx="571500" cy="411480"/>
          </a:xfrm>
          <a:custGeom>
            <a:avLst/>
            <a:gdLst/>
            <a:ahLst/>
            <a:cxnLst/>
            <a:rect l="l" t="t" r="r" b="b"/>
            <a:pathLst>
              <a:path w="571500" h="411479">
                <a:moveTo>
                  <a:pt x="571260" y="0"/>
                </a:moveTo>
                <a:lnTo>
                  <a:pt x="0" y="0"/>
                </a:lnTo>
                <a:lnTo>
                  <a:pt x="0" y="411013"/>
                </a:lnTo>
                <a:lnTo>
                  <a:pt x="571260" y="411013"/>
                </a:lnTo>
                <a:lnTo>
                  <a:pt x="571260" y="0"/>
                </a:lnTo>
                <a:close/>
              </a:path>
            </a:pathLst>
          </a:custGeom>
          <a:solidFill>
            <a:srgbClr val="A8664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1" name="object 301" descr=""/>
          <p:cNvSpPr/>
          <p:nvPr/>
        </p:nvSpPr>
        <p:spPr>
          <a:xfrm>
            <a:off x="8270282" y="4710013"/>
            <a:ext cx="694690" cy="810895"/>
          </a:xfrm>
          <a:custGeom>
            <a:avLst/>
            <a:gdLst/>
            <a:ahLst/>
            <a:cxnLst/>
            <a:rect l="l" t="t" r="r" b="b"/>
            <a:pathLst>
              <a:path w="694690" h="810895">
                <a:moveTo>
                  <a:pt x="694439" y="0"/>
                </a:moveTo>
                <a:lnTo>
                  <a:pt x="0" y="0"/>
                </a:lnTo>
                <a:lnTo>
                  <a:pt x="0" y="810865"/>
                </a:lnTo>
                <a:lnTo>
                  <a:pt x="694439" y="810865"/>
                </a:lnTo>
                <a:lnTo>
                  <a:pt x="694439" y="0"/>
                </a:lnTo>
                <a:close/>
              </a:path>
            </a:pathLst>
          </a:custGeom>
          <a:solidFill>
            <a:srgbClr val="A8664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2" name="object 302" descr=""/>
          <p:cNvSpPr/>
          <p:nvPr/>
        </p:nvSpPr>
        <p:spPr>
          <a:xfrm>
            <a:off x="8665977" y="5932584"/>
            <a:ext cx="519430" cy="814705"/>
          </a:xfrm>
          <a:custGeom>
            <a:avLst/>
            <a:gdLst/>
            <a:ahLst/>
            <a:cxnLst/>
            <a:rect l="l" t="t" r="r" b="b"/>
            <a:pathLst>
              <a:path w="519429" h="814704">
                <a:moveTo>
                  <a:pt x="518926" y="0"/>
                </a:moveTo>
                <a:lnTo>
                  <a:pt x="0" y="0"/>
                </a:lnTo>
                <a:lnTo>
                  <a:pt x="0" y="814634"/>
                </a:lnTo>
                <a:lnTo>
                  <a:pt x="518926" y="814634"/>
                </a:lnTo>
                <a:lnTo>
                  <a:pt x="518926" y="0"/>
                </a:lnTo>
                <a:close/>
              </a:path>
            </a:pathLst>
          </a:custGeom>
          <a:solidFill>
            <a:srgbClr val="A8664B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03" name="object 303" descr=""/>
          <p:cNvPicPr/>
          <p:nvPr/>
        </p:nvPicPr>
        <p:blipFill>
          <a:blip r:embed="rId56" cstate="print"/>
          <a:stretch>
            <a:fillRect/>
          </a:stretch>
        </p:blipFill>
        <p:spPr>
          <a:xfrm>
            <a:off x="7001771" y="2944363"/>
            <a:ext cx="183041" cy="174039"/>
          </a:xfrm>
          <a:prstGeom prst="rect">
            <a:avLst/>
          </a:prstGeom>
        </p:spPr>
      </p:pic>
      <p:sp>
        <p:nvSpPr>
          <p:cNvPr id="304" name="object 304" descr=""/>
          <p:cNvSpPr/>
          <p:nvPr/>
        </p:nvSpPr>
        <p:spPr>
          <a:xfrm>
            <a:off x="7153288" y="3222427"/>
            <a:ext cx="75565" cy="248285"/>
          </a:xfrm>
          <a:custGeom>
            <a:avLst/>
            <a:gdLst/>
            <a:ahLst/>
            <a:cxnLst/>
            <a:rect l="l" t="t" r="r" b="b"/>
            <a:pathLst>
              <a:path w="75565" h="248285">
                <a:moveTo>
                  <a:pt x="75057" y="0"/>
                </a:moveTo>
                <a:lnTo>
                  <a:pt x="0" y="0"/>
                </a:lnTo>
                <a:lnTo>
                  <a:pt x="0" y="58864"/>
                </a:lnTo>
                <a:lnTo>
                  <a:pt x="12827" y="58864"/>
                </a:lnTo>
                <a:lnTo>
                  <a:pt x="12827" y="247980"/>
                </a:lnTo>
                <a:lnTo>
                  <a:pt x="63703" y="247980"/>
                </a:lnTo>
                <a:lnTo>
                  <a:pt x="63703" y="58864"/>
                </a:lnTo>
                <a:lnTo>
                  <a:pt x="75057" y="58864"/>
                </a:lnTo>
                <a:lnTo>
                  <a:pt x="75057" y="0"/>
                </a:lnTo>
                <a:close/>
              </a:path>
            </a:pathLst>
          </a:custGeom>
          <a:solidFill>
            <a:srgbClr val="EEB54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5" name="object 305" descr=""/>
          <p:cNvSpPr/>
          <p:nvPr/>
        </p:nvSpPr>
        <p:spPr>
          <a:xfrm>
            <a:off x="7036270" y="3884707"/>
            <a:ext cx="75565" cy="411480"/>
          </a:xfrm>
          <a:custGeom>
            <a:avLst/>
            <a:gdLst/>
            <a:ahLst/>
            <a:cxnLst/>
            <a:rect l="l" t="t" r="r" b="b"/>
            <a:pathLst>
              <a:path w="75565" h="411479">
                <a:moveTo>
                  <a:pt x="75069" y="0"/>
                </a:moveTo>
                <a:lnTo>
                  <a:pt x="0" y="0"/>
                </a:lnTo>
                <a:lnTo>
                  <a:pt x="0" y="97574"/>
                </a:lnTo>
                <a:lnTo>
                  <a:pt x="12827" y="97574"/>
                </a:lnTo>
                <a:lnTo>
                  <a:pt x="12827" y="411010"/>
                </a:lnTo>
                <a:lnTo>
                  <a:pt x="63703" y="411010"/>
                </a:lnTo>
                <a:lnTo>
                  <a:pt x="63703" y="97574"/>
                </a:lnTo>
                <a:lnTo>
                  <a:pt x="75069" y="97574"/>
                </a:lnTo>
                <a:lnTo>
                  <a:pt x="75069" y="0"/>
                </a:lnTo>
                <a:close/>
              </a:path>
            </a:pathLst>
          </a:custGeom>
          <a:solidFill>
            <a:srgbClr val="EEB54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6" name="object 306" descr=""/>
          <p:cNvSpPr/>
          <p:nvPr/>
        </p:nvSpPr>
        <p:spPr>
          <a:xfrm>
            <a:off x="6856222" y="4709826"/>
            <a:ext cx="93345" cy="510540"/>
          </a:xfrm>
          <a:custGeom>
            <a:avLst/>
            <a:gdLst/>
            <a:ahLst/>
            <a:cxnLst/>
            <a:rect l="l" t="t" r="r" b="b"/>
            <a:pathLst>
              <a:path w="93345" h="510539">
                <a:moveTo>
                  <a:pt x="93167" y="0"/>
                </a:moveTo>
                <a:lnTo>
                  <a:pt x="0" y="0"/>
                </a:lnTo>
                <a:lnTo>
                  <a:pt x="0" y="121094"/>
                </a:lnTo>
                <a:lnTo>
                  <a:pt x="15913" y="121094"/>
                </a:lnTo>
                <a:lnTo>
                  <a:pt x="15913" y="510082"/>
                </a:lnTo>
                <a:lnTo>
                  <a:pt x="79044" y="510082"/>
                </a:lnTo>
                <a:lnTo>
                  <a:pt x="79044" y="121094"/>
                </a:lnTo>
                <a:lnTo>
                  <a:pt x="93167" y="121094"/>
                </a:lnTo>
                <a:lnTo>
                  <a:pt x="93167" y="0"/>
                </a:lnTo>
                <a:close/>
              </a:path>
            </a:pathLst>
          </a:custGeom>
          <a:solidFill>
            <a:srgbClr val="EEB54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7" name="object 307" descr=""/>
          <p:cNvSpPr/>
          <p:nvPr/>
        </p:nvSpPr>
        <p:spPr>
          <a:xfrm>
            <a:off x="7364552" y="4710016"/>
            <a:ext cx="93345" cy="510540"/>
          </a:xfrm>
          <a:custGeom>
            <a:avLst/>
            <a:gdLst/>
            <a:ahLst/>
            <a:cxnLst/>
            <a:rect l="l" t="t" r="r" b="b"/>
            <a:pathLst>
              <a:path w="93345" h="510539">
                <a:moveTo>
                  <a:pt x="93167" y="0"/>
                </a:moveTo>
                <a:lnTo>
                  <a:pt x="0" y="0"/>
                </a:lnTo>
                <a:lnTo>
                  <a:pt x="0" y="121094"/>
                </a:lnTo>
                <a:lnTo>
                  <a:pt x="15913" y="121094"/>
                </a:lnTo>
                <a:lnTo>
                  <a:pt x="15913" y="510095"/>
                </a:lnTo>
                <a:lnTo>
                  <a:pt x="79057" y="510095"/>
                </a:lnTo>
                <a:lnTo>
                  <a:pt x="79057" y="121094"/>
                </a:lnTo>
                <a:lnTo>
                  <a:pt x="93167" y="121094"/>
                </a:lnTo>
                <a:lnTo>
                  <a:pt x="93167" y="0"/>
                </a:lnTo>
                <a:close/>
              </a:path>
            </a:pathLst>
          </a:custGeom>
          <a:solidFill>
            <a:srgbClr val="EEB54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8" name="object 308" descr=""/>
          <p:cNvSpPr/>
          <p:nvPr/>
        </p:nvSpPr>
        <p:spPr>
          <a:xfrm>
            <a:off x="6980174" y="5933306"/>
            <a:ext cx="123189" cy="813435"/>
          </a:xfrm>
          <a:custGeom>
            <a:avLst/>
            <a:gdLst/>
            <a:ahLst/>
            <a:cxnLst/>
            <a:rect l="l" t="t" r="r" b="b"/>
            <a:pathLst>
              <a:path w="123190" h="813434">
                <a:moveTo>
                  <a:pt x="122631" y="0"/>
                </a:moveTo>
                <a:lnTo>
                  <a:pt x="0" y="0"/>
                </a:lnTo>
                <a:lnTo>
                  <a:pt x="0" y="193052"/>
                </a:lnTo>
                <a:lnTo>
                  <a:pt x="20942" y="193052"/>
                </a:lnTo>
                <a:lnTo>
                  <a:pt x="20942" y="813181"/>
                </a:lnTo>
                <a:lnTo>
                  <a:pt x="104051" y="813181"/>
                </a:lnTo>
                <a:lnTo>
                  <a:pt x="104051" y="193052"/>
                </a:lnTo>
                <a:lnTo>
                  <a:pt x="122631" y="193052"/>
                </a:lnTo>
                <a:lnTo>
                  <a:pt x="122631" y="0"/>
                </a:lnTo>
                <a:close/>
              </a:path>
            </a:pathLst>
          </a:custGeom>
          <a:solidFill>
            <a:srgbClr val="EEB54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9" name="object 309" descr=""/>
          <p:cNvSpPr/>
          <p:nvPr/>
        </p:nvSpPr>
        <p:spPr>
          <a:xfrm>
            <a:off x="8576640" y="5929877"/>
            <a:ext cx="123189" cy="813435"/>
          </a:xfrm>
          <a:custGeom>
            <a:avLst/>
            <a:gdLst/>
            <a:ahLst/>
            <a:cxnLst/>
            <a:rect l="l" t="t" r="r" b="b"/>
            <a:pathLst>
              <a:path w="123190" h="813434">
                <a:moveTo>
                  <a:pt x="122643" y="0"/>
                </a:moveTo>
                <a:lnTo>
                  <a:pt x="0" y="0"/>
                </a:lnTo>
                <a:lnTo>
                  <a:pt x="0" y="193052"/>
                </a:lnTo>
                <a:lnTo>
                  <a:pt x="20955" y="193052"/>
                </a:lnTo>
                <a:lnTo>
                  <a:pt x="20955" y="813193"/>
                </a:lnTo>
                <a:lnTo>
                  <a:pt x="104063" y="813193"/>
                </a:lnTo>
                <a:lnTo>
                  <a:pt x="104063" y="193052"/>
                </a:lnTo>
                <a:lnTo>
                  <a:pt x="122643" y="193052"/>
                </a:lnTo>
                <a:lnTo>
                  <a:pt x="122643" y="0"/>
                </a:lnTo>
                <a:close/>
              </a:path>
            </a:pathLst>
          </a:custGeom>
          <a:solidFill>
            <a:srgbClr val="EEB54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0" name="object 310" descr=""/>
          <p:cNvSpPr/>
          <p:nvPr/>
        </p:nvSpPr>
        <p:spPr>
          <a:xfrm>
            <a:off x="8191220" y="4709826"/>
            <a:ext cx="93345" cy="510540"/>
          </a:xfrm>
          <a:custGeom>
            <a:avLst/>
            <a:gdLst/>
            <a:ahLst/>
            <a:cxnLst/>
            <a:rect l="l" t="t" r="r" b="b"/>
            <a:pathLst>
              <a:path w="93345" h="510539">
                <a:moveTo>
                  <a:pt x="93154" y="0"/>
                </a:moveTo>
                <a:lnTo>
                  <a:pt x="0" y="0"/>
                </a:lnTo>
                <a:lnTo>
                  <a:pt x="0" y="121094"/>
                </a:lnTo>
                <a:lnTo>
                  <a:pt x="15913" y="121094"/>
                </a:lnTo>
                <a:lnTo>
                  <a:pt x="15913" y="510082"/>
                </a:lnTo>
                <a:lnTo>
                  <a:pt x="79057" y="510082"/>
                </a:lnTo>
                <a:lnTo>
                  <a:pt x="79057" y="121094"/>
                </a:lnTo>
                <a:lnTo>
                  <a:pt x="93154" y="121094"/>
                </a:lnTo>
                <a:lnTo>
                  <a:pt x="93154" y="0"/>
                </a:lnTo>
                <a:close/>
              </a:path>
            </a:pathLst>
          </a:custGeom>
          <a:solidFill>
            <a:srgbClr val="EEB54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1" name="object 311" descr=""/>
          <p:cNvSpPr/>
          <p:nvPr/>
        </p:nvSpPr>
        <p:spPr>
          <a:xfrm>
            <a:off x="8665972" y="4709826"/>
            <a:ext cx="93345" cy="510540"/>
          </a:xfrm>
          <a:custGeom>
            <a:avLst/>
            <a:gdLst/>
            <a:ahLst/>
            <a:cxnLst/>
            <a:rect l="l" t="t" r="r" b="b"/>
            <a:pathLst>
              <a:path w="93345" h="510539">
                <a:moveTo>
                  <a:pt x="93154" y="0"/>
                </a:moveTo>
                <a:lnTo>
                  <a:pt x="0" y="0"/>
                </a:lnTo>
                <a:lnTo>
                  <a:pt x="0" y="121094"/>
                </a:lnTo>
                <a:lnTo>
                  <a:pt x="15913" y="121094"/>
                </a:lnTo>
                <a:lnTo>
                  <a:pt x="15913" y="510082"/>
                </a:lnTo>
                <a:lnTo>
                  <a:pt x="79057" y="510082"/>
                </a:lnTo>
                <a:lnTo>
                  <a:pt x="79057" y="121094"/>
                </a:lnTo>
                <a:lnTo>
                  <a:pt x="93154" y="121094"/>
                </a:lnTo>
                <a:lnTo>
                  <a:pt x="93154" y="0"/>
                </a:lnTo>
                <a:close/>
              </a:path>
            </a:pathLst>
          </a:custGeom>
          <a:solidFill>
            <a:srgbClr val="EEB54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2" name="object 312" descr=""/>
          <p:cNvSpPr/>
          <p:nvPr/>
        </p:nvSpPr>
        <p:spPr>
          <a:xfrm>
            <a:off x="7447851" y="3884707"/>
            <a:ext cx="75565" cy="411480"/>
          </a:xfrm>
          <a:custGeom>
            <a:avLst/>
            <a:gdLst/>
            <a:ahLst/>
            <a:cxnLst/>
            <a:rect l="l" t="t" r="r" b="b"/>
            <a:pathLst>
              <a:path w="75565" h="411479">
                <a:moveTo>
                  <a:pt x="75069" y="0"/>
                </a:moveTo>
                <a:lnTo>
                  <a:pt x="0" y="0"/>
                </a:lnTo>
                <a:lnTo>
                  <a:pt x="0" y="97574"/>
                </a:lnTo>
                <a:lnTo>
                  <a:pt x="12814" y="97574"/>
                </a:lnTo>
                <a:lnTo>
                  <a:pt x="12814" y="411010"/>
                </a:lnTo>
                <a:lnTo>
                  <a:pt x="63690" y="411010"/>
                </a:lnTo>
                <a:lnTo>
                  <a:pt x="63690" y="97574"/>
                </a:lnTo>
                <a:lnTo>
                  <a:pt x="75069" y="97574"/>
                </a:lnTo>
                <a:lnTo>
                  <a:pt x="75069" y="0"/>
                </a:lnTo>
                <a:close/>
              </a:path>
            </a:pathLst>
          </a:custGeom>
          <a:solidFill>
            <a:srgbClr val="EEB54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3" name="object 313" descr=""/>
          <p:cNvSpPr/>
          <p:nvPr/>
        </p:nvSpPr>
        <p:spPr>
          <a:xfrm>
            <a:off x="8512937" y="3884707"/>
            <a:ext cx="75565" cy="411480"/>
          </a:xfrm>
          <a:custGeom>
            <a:avLst/>
            <a:gdLst/>
            <a:ahLst/>
            <a:cxnLst/>
            <a:rect l="l" t="t" r="r" b="b"/>
            <a:pathLst>
              <a:path w="75565" h="411479">
                <a:moveTo>
                  <a:pt x="75069" y="0"/>
                </a:moveTo>
                <a:lnTo>
                  <a:pt x="0" y="0"/>
                </a:lnTo>
                <a:lnTo>
                  <a:pt x="0" y="97574"/>
                </a:lnTo>
                <a:lnTo>
                  <a:pt x="12827" y="97574"/>
                </a:lnTo>
                <a:lnTo>
                  <a:pt x="12827" y="411010"/>
                </a:lnTo>
                <a:lnTo>
                  <a:pt x="63703" y="411010"/>
                </a:lnTo>
                <a:lnTo>
                  <a:pt x="63703" y="97574"/>
                </a:lnTo>
                <a:lnTo>
                  <a:pt x="75069" y="97574"/>
                </a:lnTo>
                <a:lnTo>
                  <a:pt x="75069" y="0"/>
                </a:lnTo>
                <a:close/>
              </a:path>
            </a:pathLst>
          </a:custGeom>
          <a:solidFill>
            <a:srgbClr val="EEB54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4" name="object 314" descr=""/>
          <p:cNvSpPr/>
          <p:nvPr/>
        </p:nvSpPr>
        <p:spPr>
          <a:xfrm>
            <a:off x="8127517" y="3884707"/>
            <a:ext cx="75565" cy="411480"/>
          </a:xfrm>
          <a:custGeom>
            <a:avLst/>
            <a:gdLst/>
            <a:ahLst/>
            <a:cxnLst/>
            <a:rect l="l" t="t" r="r" b="b"/>
            <a:pathLst>
              <a:path w="75565" h="411479">
                <a:moveTo>
                  <a:pt x="75069" y="0"/>
                </a:moveTo>
                <a:lnTo>
                  <a:pt x="0" y="0"/>
                </a:lnTo>
                <a:lnTo>
                  <a:pt x="0" y="97574"/>
                </a:lnTo>
                <a:lnTo>
                  <a:pt x="12827" y="97574"/>
                </a:lnTo>
                <a:lnTo>
                  <a:pt x="12827" y="411010"/>
                </a:lnTo>
                <a:lnTo>
                  <a:pt x="63703" y="411010"/>
                </a:lnTo>
                <a:lnTo>
                  <a:pt x="63703" y="97574"/>
                </a:lnTo>
                <a:lnTo>
                  <a:pt x="75069" y="97574"/>
                </a:lnTo>
                <a:lnTo>
                  <a:pt x="75069" y="0"/>
                </a:lnTo>
                <a:close/>
              </a:path>
            </a:pathLst>
          </a:custGeom>
          <a:solidFill>
            <a:srgbClr val="EEB54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5" name="object 315" descr=""/>
          <p:cNvSpPr/>
          <p:nvPr/>
        </p:nvSpPr>
        <p:spPr>
          <a:xfrm>
            <a:off x="7522921" y="3222427"/>
            <a:ext cx="75565" cy="248285"/>
          </a:xfrm>
          <a:custGeom>
            <a:avLst/>
            <a:gdLst/>
            <a:ahLst/>
            <a:cxnLst/>
            <a:rect l="l" t="t" r="r" b="b"/>
            <a:pathLst>
              <a:path w="75565" h="248285">
                <a:moveTo>
                  <a:pt x="75057" y="0"/>
                </a:moveTo>
                <a:lnTo>
                  <a:pt x="0" y="0"/>
                </a:lnTo>
                <a:lnTo>
                  <a:pt x="0" y="58864"/>
                </a:lnTo>
                <a:lnTo>
                  <a:pt x="12814" y="58864"/>
                </a:lnTo>
                <a:lnTo>
                  <a:pt x="12814" y="247980"/>
                </a:lnTo>
                <a:lnTo>
                  <a:pt x="63690" y="247980"/>
                </a:lnTo>
                <a:lnTo>
                  <a:pt x="63690" y="58864"/>
                </a:lnTo>
                <a:lnTo>
                  <a:pt x="75057" y="58864"/>
                </a:lnTo>
                <a:lnTo>
                  <a:pt x="75057" y="0"/>
                </a:lnTo>
                <a:close/>
              </a:path>
            </a:pathLst>
          </a:custGeom>
          <a:solidFill>
            <a:srgbClr val="EEB54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6" name="object 316" descr=""/>
          <p:cNvSpPr/>
          <p:nvPr/>
        </p:nvSpPr>
        <p:spPr>
          <a:xfrm>
            <a:off x="8043659" y="3222427"/>
            <a:ext cx="75565" cy="248285"/>
          </a:xfrm>
          <a:custGeom>
            <a:avLst/>
            <a:gdLst/>
            <a:ahLst/>
            <a:cxnLst/>
            <a:rect l="l" t="t" r="r" b="b"/>
            <a:pathLst>
              <a:path w="75565" h="248285">
                <a:moveTo>
                  <a:pt x="75069" y="0"/>
                </a:moveTo>
                <a:lnTo>
                  <a:pt x="0" y="0"/>
                </a:lnTo>
                <a:lnTo>
                  <a:pt x="0" y="58864"/>
                </a:lnTo>
                <a:lnTo>
                  <a:pt x="12827" y="58864"/>
                </a:lnTo>
                <a:lnTo>
                  <a:pt x="12827" y="247980"/>
                </a:lnTo>
                <a:lnTo>
                  <a:pt x="63715" y="247980"/>
                </a:lnTo>
                <a:lnTo>
                  <a:pt x="63715" y="58864"/>
                </a:lnTo>
                <a:lnTo>
                  <a:pt x="75069" y="58864"/>
                </a:lnTo>
                <a:lnTo>
                  <a:pt x="75069" y="0"/>
                </a:lnTo>
                <a:close/>
              </a:path>
            </a:pathLst>
          </a:custGeom>
          <a:solidFill>
            <a:srgbClr val="EEB54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7" name="object 317" descr=""/>
          <p:cNvSpPr/>
          <p:nvPr/>
        </p:nvSpPr>
        <p:spPr>
          <a:xfrm>
            <a:off x="8408759" y="3222427"/>
            <a:ext cx="75565" cy="248285"/>
          </a:xfrm>
          <a:custGeom>
            <a:avLst/>
            <a:gdLst/>
            <a:ahLst/>
            <a:cxnLst/>
            <a:rect l="l" t="t" r="r" b="b"/>
            <a:pathLst>
              <a:path w="75565" h="248285">
                <a:moveTo>
                  <a:pt x="75069" y="0"/>
                </a:moveTo>
                <a:lnTo>
                  <a:pt x="0" y="0"/>
                </a:lnTo>
                <a:lnTo>
                  <a:pt x="0" y="58864"/>
                </a:lnTo>
                <a:lnTo>
                  <a:pt x="12827" y="58864"/>
                </a:lnTo>
                <a:lnTo>
                  <a:pt x="12827" y="247980"/>
                </a:lnTo>
                <a:lnTo>
                  <a:pt x="63703" y="247980"/>
                </a:lnTo>
                <a:lnTo>
                  <a:pt x="63703" y="58864"/>
                </a:lnTo>
                <a:lnTo>
                  <a:pt x="75069" y="58864"/>
                </a:lnTo>
                <a:lnTo>
                  <a:pt x="75069" y="0"/>
                </a:lnTo>
                <a:close/>
              </a:path>
            </a:pathLst>
          </a:custGeom>
          <a:solidFill>
            <a:srgbClr val="EEB54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8" name="object 318" descr=""/>
          <p:cNvSpPr/>
          <p:nvPr/>
        </p:nvSpPr>
        <p:spPr>
          <a:xfrm>
            <a:off x="6622374" y="5219893"/>
            <a:ext cx="2396490" cy="69215"/>
          </a:xfrm>
          <a:custGeom>
            <a:avLst/>
            <a:gdLst/>
            <a:ahLst/>
            <a:cxnLst/>
            <a:rect l="l" t="t" r="r" b="b"/>
            <a:pathLst>
              <a:path w="2396490" h="69214">
                <a:moveTo>
                  <a:pt x="2396052" y="0"/>
                </a:moveTo>
                <a:lnTo>
                  <a:pt x="0" y="0"/>
                </a:lnTo>
                <a:lnTo>
                  <a:pt x="0" y="68772"/>
                </a:lnTo>
                <a:lnTo>
                  <a:pt x="2396052" y="68772"/>
                </a:lnTo>
                <a:lnTo>
                  <a:pt x="2396052" y="0"/>
                </a:lnTo>
                <a:close/>
              </a:path>
            </a:pathLst>
          </a:custGeom>
          <a:solidFill>
            <a:srgbClr val="A8664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9" name="object 319" descr=""/>
          <p:cNvSpPr/>
          <p:nvPr/>
        </p:nvSpPr>
        <p:spPr>
          <a:xfrm>
            <a:off x="6638059" y="5448535"/>
            <a:ext cx="2396490" cy="69215"/>
          </a:xfrm>
          <a:custGeom>
            <a:avLst/>
            <a:gdLst/>
            <a:ahLst/>
            <a:cxnLst/>
            <a:rect l="l" t="t" r="r" b="b"/>
            <a:pathLst>
              <a:path w="2396490" h="69214">
                <a:moveTo>
                  <a:pt x="2396052" y="0"/>
                </a:moveTo>
                <a:lnTo>
                  <a:pt x="0" y="0"/>
                </a:lnTo>
                <a:lnTo>
                  <a:pt x="0" y="68772"/>
                </a:lnTo>
                <a:lnTo>
                  <a:pt x="2396052" y="68772"/>
                </a:lnTo>
                <a:lnTo>
                  <a:pt x="2396052" y="0"/>
                </a:lnTo>
                <a:close/>
              </a:path>
            </a:pathLst>
          </a:custGeom>
          <a:solidFill>
            <a:srgbClr val="A8664B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20" name="object 320" descr=""/>
          <p:cNvGrpSpPr/>
          <p:nvPr/>
        </p:nvGrpSpPr>
        <p:grpSpPr>
          <a:xfrm>
            <a:off x="7618438" y="6071417"/>
            <a:ext cx="444500" cy="730885"/>
            <a:chOff x="7618438" y="6071417"/>
            <a:chExt cx="444500" cy="730885"/>
          </a:xfrm>
        </p:grpSpPr>
        <p:sp>
          <p:nvSpPr>
            <p:cNvPr id="321" name="object 321" descr=""/>
            <p:cNvSpPr/>
            <p:nvPr/>
          </p:nvSpPr>
          <p:spPr>
            <a:xfrm>
              <a:off x="7639328" y="6088791"/>
              <a:ext cx="403225" cy="688975"/>
            </a:xfrm>
            <a:custGeom>
              <a:avLst/>
              <a:gdLst/>
              <a:ahLst/>
              <a:cxnLst/>
              <a:rect l="l" t="t" r="r" b="b"/>
              <a:pathLst>
                <a:path w="403225" h="688975">
                  <a:moveTo>
                    <a:pt x="201313" y="0"/>
                  </a:moveTo>
                  <a:lnTo>
                    <a:pt x="155154" y="5073"/>
                  </a:lnTo>
                  <a:lnTo>
                    <a:pt x="112781" y="19525"/>
                  </a:lnTo>
                  <a:lnTo>
                    <a:pt x="75403" y="42202"/>
                  </a:lnTo>
                  <a:lnTo>
                    <a:pt x="44227" y="71951"/>
                  </a:lnTo>
                  <a:lnTo>
                    <a:pt x="20462" y="107619"/>
                  </a:lnTo>
                  <a:lnTo>
                    <a:pt x="5316" y="148053"/>
                  </a:lnTo>
                  <a:lnTo>
                    <a:pt x="0" y="192098"/>
                  </a:lnTo>
                  <a:lnTo>
                    <a:pt x="0" y="688743"/>
                  </a:lnTo>
                  <a:lnTo>
                    <a:pt x="402626" y="688743"/>
                  </a:lnTo>
                  <a:lnTo>
                    <a:pt x="402626" y="192098"/>
                  </a:lnTo>
                  <a:lnTo>
                    <a:pt x="397309" y="148053"/>
                  </a:lnTo>
                  <a:lnTo>
                    <a:pt x="382164" y="107619"/>
                  </a:lnTo>
                  <a:lnTo>
                    <a:pt x="358399" y="71951"/>
                  </a:lnTo>
                  <a:lnTo>
                    <a:pt x="327223" y="42202"/>
                  </a:lnTo>
                  <a:lnTo>
                    <a:pt x="289844" y="19525"/>
                  </a:lnTo>
                  <a:lnTo>
                    <a:pt x="247471" y="5073"/>
                  </a:lnTo>
                  <a:lnTo>
                    <a:pt x="201313" y="0"/>
                  </a:lnTo>
                  <a:close/>
                </a:path>
              </a:pathLst>
            </a:custGeom>
            <a:solidFill>
              <a:srgbClr val="0A133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 descr=""/>
            <p:cNvSpPr/>
            <p:nvPr/>
          </p:nvSpPr>
          <p:spPr>
            <a:xfrm>
              <a:off x="7618438" y="6071417"/>
              <a:ext cx="444500" cy="730885"/>
            </a:xfrm>
            <a:custGeom>
              <a:avLst/>
              <a:gdLst/>
              <a:ahLst/>
              <a:cxnLst/>
              <a:rect l="l" t="t" r="r" b="b"/>
              <a:pathLst>
                <a:path w="444500" h="730884">
                  <a:moveTo>
                    <a:pt x="222202" y="0"/>
                  </a:moveTo>
                  <a:lnTo>
                    <a:pt x="171316" y="5635"/>
                  </a:lnTo>
                  <a:lnTo>
                    <a:pt x="124570" y="21681"/>
                  </a:lnTo>
                  <a:lnTo>
                    <a:pt x="83309" y="46850"/>
                  </a:lnTo>
                  <a:lnTo>
                    <a:pt x="48878" y="79854"/>
                  </a:lnTo>
                  <a:lnTo>
                    <a:pt x="22619" y="119403"/>
                  </a:lnTo>
                  <a:lnTo>
                    <a:pt x="5878" y="164211"/>
                  </a:lnTo>
                  <a:lnTo>
                    <a:pt x="0" y="212988"/>
                  </a:lnTo>
                  <a:lnTo>
                    <a:pt x="0" y="730532"/>
                  </a:lnTo>
                  <a:lnTo>
                    <a:pt x="444415" y="730532"/>
                  </a:lnTo>
                  <a:lnTo>
                    <a:pt x="444415" y="688743"/>
                  </a:lnTo>
                  <a:lnTo>
                    <a:pt x="41789" y="688743"/>
                  </a:lnTo>
                  <a:lnTo>
                    <a:pt x="41789" y="212988"/>
                  </a:lnTo>
                  <a:lnTo>
                    <a:pt x="48244" y="167530"/>
                  </a:lnTo>
                  <a:lnTo>
                    <a:pt x="66455" y="126650"/>
                  </a:lnTo>
                  <a:lnTo>
                    <a:pt x="94689" y="91990"/>
                  </a:lnTo>
                  <a:lnTo>
                    <a:pt x="131213" y="65197"/>
                  </a:lnTo>
                  <a:lnTo>
                    <a:pt x="174295" y="47915"/>
                  </a:lnTo>
                  <a:lnTo>
                    <a:pt x="222202" y="41789"/>
                  </a:lnTo>
                  <a:lnTo>
                    <a:pt x="352806" y="41789"/>
                  </a:lnTo>
                  <a:lnTo>
                    <a:pt x="319841" y="21681"/>
                  </a:lnTo>
                  <a:lnTo>
                    <a:pt x="273092" y="5635"/>
                  </a:lnTo>
                  <a:lnTo>
                    <a:pt x="222202" y="0"/>
                  </a:lnTo>
                  <a:close/>
                </a:path>
                <a:path w="444500" h="730884">
                  <a:moveTo>
                    <a:pt x="352806" y="41789"/>
                  </a:moveTo>
                  <a:lnTo>
                    <a:pt x="222202" y="41789"/>
                  </a:lnTo>
                  <a:lnTo>
                    <a:pt x="270110" y="47915"/>
                  </a:lnTo>
                  <a:lnTo>
                    <a:pt x="313194" y="65197"/>
                  </a:lnTo>
                  <a:lnTo>
                    <a:pt x="349721" y="91990"/>
                  </a:lnTo>
                  <a:lnTo>
                    <a:pt x="377957" y="126650"/>
                  </a:lnTo>
                  <a:lnTo>
                    <a:pt x="396170" y="167530"/>
                  </a:lnTo>
                  <a:lnTo>
                    <a:pt x="402626" y="212988"/>
                  </a:lnTo>
                  <a:lnTo>
                    <a:pt x="402626" y="688743"/>
                  </a:lnTo>
                  <a:lnTo>
                    <a:pt x="444415" y="688743"/>
                  </a:lnTo>
                  <a:lnTo>
                    <a:pt x="444415" y="212988"/>
                  </a:lnTo>
                  <a:lnTo>
                    <a:pt x="438536" y="164211"/>
                  </a:lnTo>
                  <a:lnTo>
                    <a:pt x="421795" y="119403"/>
                  </a:lnTo>
                  <a:lnTo>
                    <a:pt x="395536" y="79854"/>
                  </a:lnTo>
                  <a:lnTo>
                    <a:pt x="361103" y="46850"/>
                  </a:lnTo>
                  <a:lnTo>
                    <a:pt x="352806" y="41789"/>
                  </a:lnTo>
                  <a:close/>
                </a:path>
              </a:pathLst>
            </a:custGeom>
            <a:solidFill>
              <a:srgbClr val="EEB541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23" name="object 323" descr=""/>
          <p:cNvGrpSpPr/>
          <p:nvPr/>
        </p:nvGrpSpPr>
        <p:grpSpPr>
          <a:xfrm>
            <a:off x="6540850" y="6198691"/>
            <a:ext cx="353695" cy="581025"/>
            <a:chOff x="6540850" y="6198691"/>
            <a:chExt cx="353695" cy="581025"/>
          </a:xfrm>
        </p:grpSpPr>
        <p:sp>
          <p:nvSpPr>
            <p:cNvPr id="324" name="object 324" descr=""/>
            <p:cNvSpPr/>
            <p:nvPr/>
          </p:nvSpPr>
          <p:spPr>
            <a:xfrm>
              <a:off x="6557465" y="6212514"/>
              <a:ext cx="320675" cy="548005"/>
            </a:xfrm>
            <a:custGeom>
              <a:avLst/>
              <a:gdLst/>
              <a:ahLst/>
              <a:cxnLst/>
              <a:rect l="l" t="t" r="r" b="b"/>
              <a:pathLst>
                <a:path w="320675" h="548004">
                  <a:moveTo>
                    <a:pt x="160099" y="0"/>
                  </a:moveTo>
                  <a:lnTo>
                    <a:pt x="109493" y="7788"/>
                  </a:lnTo>
                  <a:lnTo>
                    <a:pt x="65544" y="29475"/>
                  </a:lnTo>
                  <a:lnTo>
                    <a:pt x="30888" y="62545"/>
                  </a:lnTo>
                  <a:lnTo>
                    <a:pt x="8161" y="104482"/>
                  </a:lnTo>
                  <a:lnTo>
                    <a:pt x="0" y="152770"/>
                  </a:lnTo>
                  <a:lnTo>
                    <a:pt x="0" y="547742"/>
                  </a:lnTo>
                  <a:lnTo>
                    <a:pt x="320199" y="547742"/>
                  </a:lnTo>
                  <a:lnTo>
                    <a:pt x="320199" y="152770"/>
                  </a:lnTo>
                  <a:lnTo>
                    <a:pt x="312038" y="104482"/>
                  </a:lnTo>
                  <a:lnTo>
                    <a:pt x="289311" y="62545"/>
                  </a:lnTo>
                  <a:lnTo>
                    <a:pt x="254655" y="29475"/>
                  </a:lnTo>
                  <a:lnTo>
                    <a:pt x="210706" y="7788"/>
                  </a:lnTo>
                  <a:lnTo>
                    <a:pt x="160099" y="0"/>
                  </a:lnTo>
                  <a:close/>
                </a:path>
              </a:pathLst>
            </a:custGeom>
            <a:solidFill>
              <a:srgbClr val="0A133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 descr=""/>
            <p:cNvSpPr/>
            <p:nvPr/>
          </p:nvSpPr>
          <p:spPr>
            <a:xfrm>
              <a:off x="6540850" y="6198691"/>
              <a:ext cx="353695" cy="581025"/>
            </a:xfrm>
            <a:custGeom>
              <a:avLst/>
              <a:gdLst/>
              <a:ahLst/>
              <a:cxnLst/>
              <a:rect l="l" t="t" r="r" b="b"/>
              <a:pathLst>
                <a:path w="353695" h="581025">
                  <a:moveTo>
                    <a:pt x="176717" y="0"/>
                  </a:moveTo>
                  <a:lnTo>
                    <a:pt x="129792" y="6061"/>
                  </a:lnTo>
                  <a:lnTo>
                    <a:pt x="87593" y="23159"/>
                  </a:lnTo>
                  <a:lnTo>
                    <a:pt x="51817" y="49668"/>
                  </a:lnTo>
                  <a:lnTo>
                    <a:pt x="24161" y="83960"/>
                  </a:lnTo>
                  <a:lnTo>
                    <a:pt x="6323" y="124409"/>
                  </a:lnTo>
                  <a:lnTo>
                    <a:pt x="0" y="169387"/>
                  </a:lnTo>
                  <a:lnTo>
                    <a:pt x="0" y="580977"/>
                  </a:lnTo>
                  <a:lnTo>
                    <a:pt x="353434" y="580977"/>
                  </a:lnTo>
                  <a:lnTo>
                    <a:pt x="353434" y="547742"/>
                  </a:lnTo>
                  <a:lnTo>
                    <a:pt x="33234" y="547742"/>
                  </a:lnTo>
                  <a:lnTo>
                    <a:pt x="33234" y="169387"/>
                  </a:lnTo>
                  <a:lnTo>
                    <a:pt x="40561" y="126398"/>
                  </a:lnTo>
                  <a:lnTo>
                    <a:pt x="60954" y="89028"/>
                  </a:lnTo>
                  <a:lnTo>
                    <a:pt x="92032" y="59538"/>
                  </a:lnTo>
                  <a:lnTo>
                    <a:pt x="131413" y="40187"/>
                  </a:lnTo>
                  <a:lnTo>
                    <a:pt x="176717" y="33234"/>
                  </a:lnTo>
                  <a:lnTo>
                    <a:pt x="279432" y="33234"/>
                  </a:lnTo>
                  <a:lnTo>
                    <a:pt x="265835" y="23159"/>
                  </a:lnTo>
                  <a:lnTo>
                    <a:pt x="223637" y="6061"/>
                  </a:lnTo>
                  <a:lnTo>
                    <a:pt x="176717" y="0"/>
                  </a:lnTo>
                  <a:close/>
                </a:path>
                <a:path w="353695" h="581025">
                  <a:moveTo>
                    <a:pt x="279432" y="33234"/>
                  </a:moveTo>
                  <a:lnTo>
                    <a:pt x="176717" y="33234"/>
                  </a:lnTo>
                  <a:lnTo>
                    <a:pt x="222016" y="40187"/>
                  </a:lnTo>
                  <a:lnTo>
                    <a:pt x="261397" y="59538"/>
                  </a:lnTo>
                  <a:lnTo>
                    <a:pt x="292476" y="89028"/>
                  </a:lnTo>
                  <a:lnTo>
                    <a:pt x="312871" y="126398"/>
                  </a:lnTo>
                  <a:lnTo>
                    <a:pt x="320199" y="169387"/>
                  </a:lnTo>
                  <a:lnTo>
                    <a:pt x="320199" y="547742"/>
                  </a:lnTo>
                  <a:lnTo>
                    <a:pt x="353434" y="547742"/>
                  </a:lnTo>
                  <a:lnTo>
                    <a:pt x="353434" y="169387"/>
                  </a:lnTo>
                  <a:lnTo>
                    <a:pt x="347110" y="124409"/>
                  </a:lnTo>
                  <a:lnTo>
                    <a:pt x="329270" y="83960"/>
                  </a:lnTo>
                  <a:lnTo>
                    <a:pt x="301612" y="49668"/>
                  </a:lnTo>
                  <a:lnTo>
                    <a:pt x="279432" y="33234"/>
                  </a:lnTo>
                  <a:close/>
                </a:path>
              </a:pathLst>
            </a:custGeom>
            <a:solidFill>
              <a:srgbClr val="EEB541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26" name="object 326" descr=""/>
          <p:cNvGrpSpPr/>
          <p:nvPr/>
        </p:nvGrpSpPr>
        <p:grpSpPr>
          <a:xfrm>
            <a:off x="6583632" y="6210494"/>
            <a:ext cx="2544445" cy="1268095"/>
            <a:chOff x="6583632" y="6210494"/>
            <a:chExt cx="2544445" cy="1268095"/>
          </a:xfrm>
        </p:grpSpPr>
        <p:sp>
          <p:nvSpPr>
            <p:cNvPr id="327" name="object 327" descr=""/>
            <p:cNvSpPr/>
            <p:nvPr/>
          </p:nvSpPr>
          <p:spPr>
            <a:xfrm>
              <a:off x="8791122" y="6224317"/>
              <a:ext cx="320675" cy="548005"/>
            </a:xfrm>
            <a:custGeom>
              <a:avLst/>
              <a:gdLst/>
              <a:ahLst/>
              <a:cxnLst/>
              <a:rect l="l" t="t" r="r" b="b"/>
              <a:pathLst>
                <a:path w="320675" h="548004">
                  <a:moveTo>
                    <a:pt x="160099" y="0"/>
                  </a:moveTo>
                  <a:lnTo>
                    <a:pt x="109497" y="7788"/>
                  </a:lnTo>
                  <a:lnTo>
                    <a:pt x="65548" y="29475"/>
                  </a:lnTo>
                  <a:lnTo>
                    <a:pt x="30891" y="62545"/>
                  </a:lnTo>
                  <a:lnTo>
                    <a:pt x="8162" y="104482"/>
                  </a:lnTo>
                  <a:lnTo>
                    <a:pt x="0" y="152770"/>
                  </a:lnTo>
                  <a:lnTo>
                    <a:pt x="0" y="547742"/>
                  </a:lnTo>
                  <a:lnTo>
                    <a:pt x="320199" y="547742"/>
                  </a:lnTo>
                  <a:lnTo>
                    <a:pt x="320199" y="152770"/>
                  </a:lnTo>
                  <a:lnTo>
                    <a:pt x="312038" y="104482"/>
                  </a:lnTo>
                  <a:lnTo>
                    <a:pt x="289311" y="62545"/>
                  </a:lnTo>
                  <a:lnTo>
                    <a:pt x="254655" y="29475"/>
                  </a:lnTo>
                  <a:lnTo>
                    <a:pt x="210706" y="7788"/>
                  </a:lnTo>
                  <a:lnTo>
                    <a:pt x="160099" y="0"/>
                  </a:lnTo>
                  <a:close/>
                </a:path>
              </a:pathLst>
            </a:custGeom>
            <a:solidFill>
              <a:srgbClr val="0A133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 descr=""/>
            <p:cNvSpPr/>
            <p:nvPr/>
          </p:nvSpPr>
          <p:spPr>
            <a:xfrm>
              <a:off x="8774506" y="6210494"/>
              <a:ext cx="353695" cy="581025"/>
            </a:xfrm>
            <a:custGeom>
              <a:avLst/>
              <a:gdLst/>
              <a:ahLst/>
              <a:cxnLst/>
              <a:rect l="l" t="t" r="r" b="b"/>
              <a:pathLst>
                <a:path w="353695" h="581025">
                  <a:moveTo>
                    <a:pt x="176717" y="0"/>
                  </a:moveTo>
                  <a:lnTo>
                    <a:pt x="129792" y="6061"/>
                  </a:lnTo>
                  <a:lnTo>
                    <a:pt x="87593" y="23159"/>
                  </a:lnTo>
                  <a:lnTo>
                    <a:pt x="51817" y="49668"/>
                  </a:lnTo>
                  <a:lnTo>
                    <a:pt x="24161" y="83960"/>
                  </a:lnTo>
                  <a:lnTo>
                    <a:pt x="6323" y="124409"/>
                  </a:lnTo>
                  <a:lnTo>
                    <a:pt x="0" y="169387"/>
                  </a:lnTo>
                  <a:lnTo>
                    <a:pt x="0" y="580977"/>
                  </a:lnTo>
                  <a:lnTo>
                    <a:pt x="353434" y="580977"/>
                  </a:lnTo>
                  <a:lnTo>
                    <a:pt x="353434" y="547742"/>
                  </a:lnTo>
                  <a:lnTo>
                    <a:pt x="33234" y="547742"/>
                  </a:lnTo>
                  <a:lnTo>
                    <a:pt x="33234" y="169387"/>
                  </a:lnTo>
                  <a:lnTo>
                    <a:pt x="40561" y="126398"/>
                  </a:lnTo>
                  <a:lnTo>
                    <a:pt x="60954" y="89028"/>
                  </a:lnTo>
                  <a:lnTo>
                    <a:pt x="92032" y="59538"/>
                  </a:lnTo>
                  <a:lnTo>
                    <a:pt x="131413" y="40187"/>
                  </a:lnTo>
                  <a:lnTo>
                    <a:pt x="176717" y="33234"/>
                  </a:lnTo>
                  <a:lnTo>
                    <a:pt x="279437" y="33234"/>
                  </a:lnTo>
                  <a:lnTo>
                    <a:pt x="265840" y="23159"/>
                  </a:lnTo>
                  <a:lnTo>
                    <a:pt x="223641" y="6061"/>
                  </a:lnTo>
                  <a:lnTo>
                    <a:pt x="176717" y="0"/>
                  </a:lnTo>
                  <a:close/>
                </a:path>
                <a:path w="353695" h="581025">
                  <a:moveTo>
                    <a:pt x="279437" y="33234"/>
                  </a:moveTo>
                  <a:lnTo>
                    <a:pt x="176717" y="33234"/>
                  </a:lnTo>
                  <a:lnTo>
                    <a:pt x="222020" y="40187"/>
                  </a:lnTo>
                  <a:lnTo>
                    <a:pt x="261401" y="59538"/>
                  </a:lnTo>
                  <a:lnTo>
                    <a:pt x="292479" y="89028"/>
                  </a:lnTo>
                  <a:lnTo>
                    <a:pt x="312872" y="126398"/>
                  </a:lnTo>
                  <a:lnTo>
                    <a:pt x="320199" y="169387"/>
                  </a:lnTo>
                  <a:lnTo>
                    <a:pt x="320199" y="547742"/>
                  </a:lnTo>
                  <a:lnTo>
                    <a:pt x="353434" y="547742"/>
                  </a:lnTo>
                  <a:lnTo>
                    <a:pt x="353434" y="169387"/>
                  </a:lnTo>
                  <a:lnTo>
                    <a:pt x="347110" y="124409"/>
                  </a:lnTo>
                  <a:lnTo>
                    <a:pt x="329272" y="83960"/>
                  </a:lnTo>
                  <a:lnTo>
                    <a:pt x="301616" y="49668"/>
                  </a:lnTo>
                  <a:lnTo>
                    <a:pt x="279437" y="33234"/>
                  </a:lnTo>
                  <a:close/>
                </a:path>
              </a:pathLst>
            </a:custGeom>
            <a:solidFill>
              <a:srgbClr val="EEB54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 descr=""/>
            <p:cNvSpPr/>
            <p:nvPr/>
          </p:nvSpPr>
          <p:spPr>
            <a:xfrm>
              <a:off x="6583629" y="6741331"/>
              <a:ext cx="2451100" cy="737235"/>
            </a:xfrm>
            <a:custGeom>
              <a:avLst/>
              <a:gdLst/>
              <a:ahLst/>
              <a:cxnLst/>
              <a:rect l="l" t="t" r="r" b="b"/>
              <a:pathLst>
                <a:path w="2451100" h="737234">
                  <a:moveTo>
                    <a:pt x="2450477" y="0"/>
                  </a:moveTo>
                  <a:lnTo>
                    <a:pt x="0" y="0"/>
                  </a:lnTo>
                  <a:lnTo>
                    <a:pt x="0" y="84797"/>
                  </a:lnTo>
                  <a:lnTo>
                    <a:pt x="0" y="737031"/>
                  </a:lnTo>
                  <a:lnTo>
                    <a:pt x="2450477" y="737031"/>
                  </a:lnTo>
                  <a:lnTo>
                    <a:pt x="2450477" y="84797"/>
                  </a:lnTo>
                  <a:lnTo>
                    <a:pt x="2450477" y="0"/>
                  </a:lnTo>
                  <a:close/>
                </a:path>
              </a:pathLst>
            </a:custGeom>
            <a:solidFill>
              <a:srgbClr val="B75242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330" name="object 330" descr=""/>
          <p:cNvPicPr/>
          <p:nvPr/>
        </p:nvPicPr>
        <p:blipFill>
          <a:blip r:embed="rId57" cstate="print"/>
          <a:stretch>
            <a:fillRect/>
          </a:stretch>
        </p:blipFill>
        <p:spPr>
          <a:xfrm>
            <a:off x="7742192" y="4795587"/>
            <a:ext cx="272142" cy="263810"/>
          </a:xfrm>
          <a:prstGeom prst="rect">
            <a:avLst/>
          </a:prstGeom>
        </p:spPr>
      </p:pic>
      <p:pic>
        <p:nvPicPr>
          <p:cNvPr id="331" name="object 331" descr=""/>
          <p:cNvPicPr/>
          <p:nvPr/>
        </p:nvPicPr>
        <p:blipFill>
          <a:blip r:embed="rId58" cstate="print"/>
          <a:stretch>
            <a:fillRect/>
          </a:stretch>
        </p:blipFill>
        <p:spPr>
          <a:xfrm>
            <a:off x="7203767" y="6126443"/>
            <a:ext cx="272147" cy="263812"/>
          </a:xfrm>
          <a:prstGeom prst="rect">
            <a:avLst/>
          </a:prstGeom>
        </p:spPr>
      </p:pic>
      <p:pic>
        <p:nvPicPr>
          <p:cNvPr id="332" name="object 332" descr=""/>
          <p:cNvPicPr/>
          <p:nvPr/>
        </p:nvPicPr>
        <p:blipFill>
          <a:blip r:embed="rId59" cstate="print"/>
          <a:stretch>
            <a:fillRect/>
          </a:stretch>
        </p:blipFill>
        <p:spPr>
          <a:xfrm>
            <a:off x="8222430" y="6126443"/>
            <a:ext cx="272152" cy="263812"/>
          </a:xfrm>
          <a:prstGeom prst="rect">
            <a:avLst/>
          </a:prstGeom>
        </p:spPr>
      </p:pic>
      <p:pic>
        <p:nvPicPr>
          <p:cNvPr id="333" name="object 333" descr=""/>
          <p:cNvPicPr/>
          <p:nvPr/>
        </p:nvPicPr>
        <p:blipFill>
          <a:blip r:embed="rId60" cstate="print"/>
          <a:stretch>
            <a:fillRect/>
          </a:stretch>
        </p:blipFill>
        <p:spPr>
          <a:xfrm>
            <a:off x="7716442" y="3958299"/>
            <a:ext cx="272138" cy="263813"/>
          </a:xfrm>
          <a:prstGeom prst="rect">
            <a:avLst/>
          </a:prstGeom>
        </p:spPr>
      </p:pic>
      <p:pic>
        <p:nvPicPr>
          <p:cNvPr id="334" name="object 334" descr=""/>
          <p:cNvPicPr/>
          <p:nvPr/>
        </p:nvPicPr>
        <p:blipFill>
          <a:blip r:embed="rId61" cstate="print"/>
          <a:stretch>
            <a:fillRect/>
          </a:stretch>
        </p:blipFill>
        <p:spPr>
          <a:xfrm>
            <a:off x="7714811" y="3235738"/>
            <a:ext cx="228333" cy="221337"/>
          </a:xfrm>
          <a:prstGeom prst="rect">
            <a:avLst/>
          </a:prstGeom>
        </p:spPr>
      </p:pic>
      <p:sp>
        <p:nvSpPr>
          <p:cNvPr id="335" name="object 335" descr=""/>
          <p:cNvSpPr/>
          <p:nvPr/>
        </p:nvSpPr>
        <p:spPr>
          <a:xfrm>
            <a:off x="7090820" y="4830910"/>
            <a:ext cx="126364" cy="312420"/>
          </a:xfrm>
          <a:custGeom>
            <a:avLst/>
            <a:gdLst/>
            <a:ahLst/>
            <a:cxnLst/>
            <a:rect l="l" t="t" r="r" b="b"/>
            <a:pathLst>
              <a:path w="126365" h="312420">
                <a:moveTo>
                  <a:pt x="126174" y="0"/>
                </a:moveTo>
                <a:lnTo>
                  <a:pt x="0" y="0"/>
                </a:lnTo>
                <a:lnTo>
                  <a:pt x="0" y="312231"/>
                </a:lnTo>
                <a:lnTo>
                  <a:pt x="126174" y="312231"/>
                </a:lnTo>
                <a:lnTo>
                  <a:pt x="126174" y="0"/>
                </a:lnTo>
                <a:close/>
              </a:path>
            </a:pathLst>
          </a:custGeom>
          <a:solidFill>
            <a:srgbClr val="0A133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6" name="object 336" descr=""/>
          <p:cNvSpPr/>
          <p:nvPr/>
        </p:nvSpPr>
        <p:spPr>
          <a:xfrm>
            <a:off x="7203906" y="3927974"/>
            <a:ext cx="126364" cy="312420"/>
          </a:xfrm>
          <a:custGeom>
            <a:avLst/>
            <a:gdLst/>
            <a:ahLst/>
            <a:cxnLst/>
            <a:rect l="l" t="t" r="r" b="b"/>
            <a:pathLst>
              <a:path w="126365" h="312420">
                <a:moveTo>
                  <a:pt x="126174" y="0"/>
                </a:moveTo>
                <a:lnTo>
                  <a:pt x="0" y="0"/>
                </a:lnTo>
                <a:lnTo>
                  <a:pt x="0" y="312231"/>
                </a:lnTo>
                <a:lnTo>
                  <a:pt x="126174" y="312231"/>
                </a:lnTo>
                <a:lnTo>
                  <a:pt x="126174" y="0"/>
                </a:lnTo>
                <a:close/>
              </a:path>
            </a:pathLst>
          </a:custGeom>
          <a:solidFill>
            <a:srgbClr val="0A133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7" name="object 337" descr=""/>
          <p:cNvSpPr/>
          <p:nvPr/>
        </p:nvSpPr>
        <p:spPr>
          <a:xfrm>
            <a:off x="8413764" y="4808837"/>
            <a:ext cx="126364" cy="312420"/>
          </a:xfrm>
          <a:custGeom>
            <a:avLst/>
            <a:gdLst/>
            <a:ahLst/>
            <a:cxnLst/>
            <a:rect l="l" t="t" r="r" b="b"/>
            <a:pathLst>
              <a:path w="126365" h="312420">
                <a:moveTo>
                  <a:pt x="126174" y="0"/>
                </a:moveTo>
                <a:lnTo>
                  <a:pt x="0" y="0"/>
                </a:lnTo>
                <a:lnTo>
                  <a:pt x="0" y="312231"/>
                </a:lnTo>
                <a:lnTo>
                  <a:pt x="126174" y="312231"/>
                </a:lnTo>
                <a:lnTo>
                  <a:pt x="126174" y="0"/>
                </a:lnTo>
                <a:close/>
              </a:path>
            </a:pathLst>
          </a:custGeom>
          <a:solidFill>
            <a:srgbClr val="0A133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8" name="object 338" descr=""/>
          <p:cNvSpPr/>
          <p:nvPr/>
        </p:nvSpPr>
        <p:spPr>
          <a:xfrm>
            <a:off x="8295412" y="3927974"/>
            <a:ext cx="126364" cy="312420"/>
          </a:xfrm>
          <a:custGeom>
            <a:avLst/>
            <a:gdLst/>
            <a:ahLst/>
            <a:cxnLst/>
            <a:rect l="l" t="t" r="r" b="b"/>
            <a:pathLst>
              <a:path w="126365" h="312420">
                <a:moveTo>
                  <a:pt x="126174" y="0"/>
                </a:moveTo>
                <a:lnTo>
                  <a:pt x="0" y="0"/>
                </a:lnTo>
                <a:lnTo>
                  <a:pt x="0" y="312231"/>
                </a:lnTo>
                <a:lnTo>
                  <a:pt x="126174" y="312231"/>
                </a:lnTo>
                <a:lnTo>
                  <a:pt x="126174" y="0"/>
                </a:lnTo>
                <a:close/>
              </a:path>
            </a:pathLst>
          </a:custGeom>
          <a:solidFill>
            <a:srgbClr val="0A133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9" name="object 339" descr=""/>
          <p:cNvSpPr/>
          <p:nvPr/>
        </p:nvSpPr>
        <p:spPr>
          <a:xfrm>
            <a:off x="6717083" y="4819088"/>
            <a:ext cx="73660" cy="312420"/>
          </a:xfrm>
          <a:custGeom>
            <a:avLst/>
            <a:gdLst/>
            <a:ahLst/>
            <a:cxnLst/>
            <a:rect l="l" t="t" r="r" b="b"/>
            <a:pathLst>
              <a:path w="73659" h="312420">
                <a:moveTo>
                  <a:pt x="73589" y="0"/>
                </a:moveTo>
                <a:lnTo>
                  <a:pt x="0" y="0"/>
                </a:lnTo>
                <a:lnTo>
                  <a:pt x="0" y="312231"/>
                </a:lnTo>
                <a:lnTo>
                  <a:pt x="73589" y="312231"/>
                </a:lnTo>
                <a:lnTo>
                  <a:pt x="73589" y="0"/>
                </a:lnTo>
                <a:close/>
              </a:path>
            </a:pathLst>
          </a:custGeom>
          <a:solidFill>
            <a:srgbClr val="0A133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0" name="object 340" descr=""/>
          <p:cNvSpPr/>
          <p:nvPr/>
        </p:nvSpPr>
        <p:spPr>
          <a:xfrm>
            <a:off x="6912605" y="3927974"/>
            <a:ext cx="73660" cy="312420"/>
          </a:xfrm>
          <a:custGeom>
            <a:avLst/>
            <a:gdLst/>
            <a:ahLst/>
            <a:cxnLst/>
            <a:rect l="l" t="t" r="r" b="b"/>
            <a:pathLst>
              <a:path w="73659" h="312420">
                <a:moveTo>
                  <a:pt x="73578" y="0"/>
                </a:moveTo>
                <a:lnTo>
                  <a:pt x="0" y="0"/>
                </a:lnTo>
                <a:lnTo>
                  <a:pt x="0" y="312231"/>
                </a:lnTo>
                <a:lnTo>
                  <a:pt x="73578" y="312231"/>
                </a:lnTo>
                <a:lnTo>
                  <a:pt x="73578" y="0"/>
                </a:lnTo>
                <a:close/>
              </a:path>
            </a:pathLst>
          </a:custGeom>
          <a:solidFill>
            <a:srgbClr val="0A133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1" name="object 341" descr=""/>
          <p:cNvSpPr/>
          <p:nvPr/>
        </p:nvSpPr>
        <p:spPr>
          <a:xfrm>
            <a:off x="8822432" y="4795644"/>
            <a:ext cx="73660" cy="312420"/>
          </a:xfrm>
          <a:custGeom>
            <a:avLst/>
            <a:gdLst/>
            <a:ahLst/>
            <a:cxnLst/>
            <a:rect l="l" t="t" r="r" b="b"/>
            <a:pathLst>
              <a:path w="73659" h="312420">
                <a:moveTo>
                  <a:pt x="73589" y="0"/>
                </a:moveTo>
                <a:lnTo>
                  <a:pt x="0" y="0"/>
                </a:lnTo>
                <a:lnTo>
                  <a:pt x="0" y="312231"/>
                </a:lnTo>
                <a:lnTo>
                  <a:pt x="73589" y="312231"/>
                </a:lnTo>
                <a:lnTo>
                  <a:pt x="73589" y="0"/>
                </a:lnTo>
                <a:close/>
              </a:path>
            </a:pathLst>
          </a:custGeom>
          <a:solidFill>
            <a:srgbClr val="0A133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2" name="object 342" descr=""/>
          <p:cNvSpPr/>
          <p:nvPr/>
        </p:nvSpPr>
        <p:spPr>
          <a:xfrm>
            <a:off x="8645108" y="3927974"/>
            <a:ext cx="73660" cy="312420"/>
          </a:xfrm>
          <a:custGeom>
            <a:avLst/>
            <a:gdLst/>
            <a:ahLst/>
            <a:cxnLst/>
            <a:rect l="l" t="t" r="r" b="b"/>
            <a:pathLst>
              <a:path w="73659" h="312420">
                <a:moveTo>
                  <a:pt x="73578" y="0"/>
                </a:moveTo>
                <a:lnTo>
                  <a:pt x="0" y="0"/>
                </a:lnTo>
                <a:lnTo>
                  <a:pt x="0" y="312231"/>
                </a:lnTo>
                <a:lnTo>
                  <a:pt x="73578" y="312231"/>
                </a:lnTo>
                <a:lnTo>
                  <a:pt x="73578" y="0"/>
                </a:lnTo>
                <a:close/>
              </a:path>
            </a:pathLst>
          </a:custGeom>
          <a:solidFill>
            <a:srgbClr val="0A133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3" name="object 343" descr=""/>
          <p:cNvSpPr/>
          <p:nvPr/>
        </p:nvSpPr>
        <p:spPr>
          <a:xfrm>
            <a:off x="6664502" y="5288671"/>
            <a:ext cx="2300605" cy="75565"/>
          </a:xfrm>
          <a:custGeom>
            <a:avLst/>
            <a:gdLst/>
            <a:ahLst/>
            <a:cxnLst/>
            <a:rect l="l" t="t" r="r" b="b"/>
            <a:pathLst>
              <a:path w="2300604" h="75564">
                <a:moveTo>
                  <a:pt x="2300212" y="0"/>
                </a:moveTo>
                <a:lnTo>
                  <a:pt x="0" y="0"/>
                </a:lnTo>
                <a:lnTo>
                  <a:pt x="0" y="37580"/>
                </a:lnTo>
                <a:lnTo>
                  <a:pt x="2300212" y="75149"/>
                </a:lnTo>
                <a:lnTo>
                  <a:pt x="2300212" y="0"/>
                </a:lnTo>
                <a:close/>
              </a:path>
            </a:pathLst>
          </a:custGeom>
          <a:solidFill>
            <a:srgbClr val="0A133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4" name="object 344" descr=""/>
          <p:cNvSpPr/>
          <p:nvPr/>
        </p:nvSpPr>
        <p:spPr>
          <a:xfrm>
            <a:off x="7381494" y="6732936"/>
            <a:ext cx="925830" cy="408940"/>
          </a:xfrm>
          <a:custGeom>
            <a:avLst/>
            <a:gdLst/>
            <a:ahLst/>
            <a:cxnLst/>
            <a:rect l="l" t="t" r="r" b="b"/>
            <a:pathLst>
              <a:path w="925829" h="408940">
                <a:moveTo>
                  <a:pt x="925576" y="372719"/>
                </a:moveTo>
                <a:lnTo>
                  <a:pt x="870699" y="372719"/>
                </a:lnTo>
                <a:lnTo>
                  <a:pt x="870699" y="279539"/>
                </a:lnTo>
                <a:lnTo>
                  <a:pt x="827239" y="279539"/>
                </a:lnTo>
                <a:lnTo>
                  <a:pt x="827239" y="186359"/>
                </a:lnTo>
                <a:lnTo>
                  <a:pt x="777113" y="186359"/>
                </a:lnTo>
                <a:lnTo>
                  <a:pt x="777113" y="93179"/>
                </a:lnTo>
                <a:lnTo>
                  <a:pt x="731989" y="93179"/>
                </a:lnTo>
                <a:lnTo>
                  <a:pt x="731989" y="0"/>
                </a:lnTo>
                <a:lnTo>
                  <a:pt x="183845" y="0"/>
                </a:lnTo>
                <a:lnTo>
                  <a:pt x="183845" y="93179"/>
                </a:lnTo>
                <a:lnTo>
                  <a:pt x="133705" y="93179"/>
                </a:lnTo>
                <a:lnTo>
                  <a:pt x="133705" y="186359"/>
                </a:lnTo>
                <a:lnTo>
                  <a:pt x="85229" y="186359"/>
                </a:lnTo>
                <a:lnTo>
                  <a:pt x="85229" y="279539"/>
                </a:lnTo>
                <a:lnTo>
                  <a:pt x="43459" y="279539"/>
                </a:lnTo>
                <a:lnTo>
                  <a:pt x="43459" y="372719"/>
                </a:lnTo>
                <a:lnTo>
                  <a:pt x="0" y="372719"/>
                </a:lnTo>
                <a:lnTo>
                  <a:pt x="0" y="408330"/>
                </a:lnTo>
                <a:lnTo>
                  <a:pt x="925576" y="408330"/>
                </a:lnTo>
                <a:lnTo>
                  <a:pt x="925576" y="372719"/>
                </a:lnTo>
                <a:close/>
              </a:path>
            </a:pathLst>
          </a:custGeom>
          <a:solidFill>
            <a:srgbClr val="EEB54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5" name="object 345" descr=""/>
          <p:cNvSpPr/>
          <p:nvPr/>
        </p:nvSpPr>
        <p:spPr>
          <a:xfrm>
            <a:off x="7225716" y="7198835"/>
            <a:ext cx="1216660" cy="227965"/>
          </a:xfrm>
          <a:custGeom>
            <a:avLst/>
            <a:gdLst/>
            <a:ahLst/>
            <a:cxnLst/>
            <a:rect l="l" t="t" r="r" b="b"/>
            <a:pathLst>
              <a:path w="1216659" h="227965">
                <a:moveTo>
                  <a:pt x="1216075" y="186347"/>
                </a:moveTo>
                <a:lnTo>
                  <a:pt x="1167955" y="186347"/>
                </a:lnTo>
                <a:lnTo>
                  <a:pt x="1167955" y="93167"/>
                </a:lnTo>
                <a:lnTo>
                  <a:pt x="1122565" y="93167"/>
                </a:lnTo>
                <a:lnTo>
                  <a:pt x="1122565" y="0"/>
                </a:lnTo>
                <a:lnTo>
                  <a:pt x="103911" y="0"/>
                </a:lnTo>
                <a:lnTo>
                  <a:pt x="103911" y="93167"/>
                </a:lnTo>
                <a:lnTo>
                  <a:pt x="42456" y="93167"/>
                </a:lnTo>
                <a:lnTo>
                  <a:pt x="42456" y="186347"/>
                </a:lnTo>
                <a:lnTo>
                  <a:pt x="0" y="186347"/>
                </a:lnTo>
                <a:lnTo>
                  <a:pt x="0" y="227660"/>
                </a:lnTo>
                <a:lnTo>
                  <a:pt x="1216075" y="227660"/>
                </a:lnTo>
                <a:lnTo>
                  <a:pt x="1216075" y="186347"/>
                </a:lnTo>
                <a:close/>
              </a:path>
            </a:pathLst>
          </a:custGeom>
          <a:solidFill>
            <a:srgbClr val="EEB54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6" name="object 346" descr=""/>
          <p:cNvSpPr/>
          <p:nvPr/>
        </p:nvSpPr>
        <p:spPr>
          <a:xfrm>
            <a:off x="7565340" y="6792777"/>
            <a:ext cx="548640" cy="33655"/>
          </a:xfrm>
          <a:custGeom>
            <a:avLst/>
            <a:gdLst/>
            <a:ahLst/>
            <a:cxnLst/>
            <a:rect l="l" t="t" r="r" b="b"/>
            <a:pathLst>
              <a:path w="548640" h="33654">
                <a:moveTo>
                  <a:pt x="548150" y="0"/>
                </a:moveTo>
                <a:lnTo>
                  <a:pt x="0" y="0"/>
                </a:lnTo>
                <a:lnTo>
                  <a:pt x="0" y="33339"/>
                </a:lnTo>
                <a:lnTo>
                  <a:pt x="548150" y="33339"/>
                </a:lnTo>
                <a:lnTo>
                  <a:pt x="548150" y="0"/>
                </a:lnTo>
                <a:close/>
              </a:path>
            </a:pathLst>
          </a:custGeom>
          <a:solidFill>
            <a:srgbClr val="D79F3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7" name="object 347" descr=""/>
          <p:cNvSpPr/>
          <p:nvPr/>
        </p:nvSpPr>
        <p:spPr>
          <a:xfrm>
            <a:off x="7515205" y="6888219"/>
            <a:ext cx="643890" cy="31115"/>
          </a:xfrm>
          <a:custGeom>
            <a:avLst/>
            <a:gdLst/>
            <a:ahLst/>
            <a:cxnLst/>
            <a:rect l="l" t="t" r="r" b="b"/>
            <a:pathLst>
              <a:path w="643890" h="31115">
                <a:moveTo>
                  <a:pt x="643404" y="0"/>
                </a:moveTo>
                <a:lnTo>
                  <a:pt x="0" y="0"/>
                </a:lnTo>
                <a:lnTo>
                  <a:pt x="0" y="31067"/>
                </a:lnTo>
                <a:lnTo>
                  <a:pt x="643404" y="31067"/>
                </a:lnTo>
                <a:lnTo>
                  <a:pt x="643404" y="0"/>
                </a:lnTo>
                <a:close/>
              </a:path>
            </a:pathLst>
          </a:custGeom>
          <a:solidFill>
            <a:srgbClr val="D79F3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8" name="object 348" descr=""/>
          <p:cNvSpPr/>
          <p:nvPr/>
        </p:nvSpPr>
        <p:spPr>
          <a:xfrm>
            <a:off x="7466735" y="6977965"/>
            <a:ext cx="742315" cy="34925"/>
          </a:xfrm>
          <a:custGeom>
            <a:avLst/>
            <a:gdLst/>
            <a:ahLst/>
            <a:cxnLst/>
            <a:rect l="l" t="t" r="r" b="b"/>
            <a:pathLst>
              <a:path w="742315" h="34925">
                <a:moveTo>
                  <a:pt x="742008" y="0"/>
                </a:moveTo>
                <a:lnTo>
                  <a:pt x="0" y="0"/>
                </a:lnTo>
                <a:lnTo>
                  <a:pt x="0" y="34501"/>
                </a:lnTo>
                <a:lnTo>
                  <a:pt x="742008" y="34501"/>
                </a:lnTo>
                <a:lnTo>
                  <a:pt x="742008" y="0"/>
                </a:lnTo>
                <a:close/>
              </a:path>
            </a:pathLst>
          </a:custGeom>
          <a:solidFill>
            <a:srgbClr val="D79F3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9" name="object 349" descr=""/>
          <p:cNvSpPr/>
          <p:nvPr/>
        </p:nvSpPr>
        <p:spPr>
          <a:xfrm>
            <a:off x="7381494" y="7059059"/>
            <a:ext cx="925830" cy="140335"/>
          </a:xfrm>
          <a:custGeom>
            <a:avLst/>
            <a:gdLst/>
            <a:ahLst/>
            <a:cxnLst/>
            <a:rect l="l" t="t" r="r" b="b"/>
            <a:pathLst>
              <a:path w="925829" h="140334">
                <a:moveTo>
                  <a:pt x="870699" y="0"/>
                </a:moveTo>
                <a:lnTo>
                  <a:pt x="43459" y="0"/>
                </a:lnTo>
                <a:lnTo>
                  <a:pt x="43459" y="46596"/>
                </a:lnTo>
                <a:lnTo>
                  <a:pt x="870699" y="46596"/>
                </a:lnTo>
                <a:lnTo>
                  <a:pt x="870699" y="0"/>
                </a:lnTo>
                <a:close/>
              </a:path>
              <a:path w="925829" h="140334">
                <a:moveTo>
                  <a:pt x="925576" y="82207"/>
                </a:moveTo>
                <a:lnTo>
                  <a:pt x="0" y="82207"/>
                </a:lnTo>
                <a:lnTo>
                  <a:pt x="0" y="139763"/>
                </a:lnTo>
                <a:lnTo>
                  <a:pt x="925576" y="139763"/>
                </a:lnTo>
                <a:lnTo>
                  <a:pt x="925576" y="82207"/>
                </a:lnTo>
                <a:close/>
              </a:path>
            </a:pathLst>
          </a:custGeom>
          <a:solidFill>
            <a:srgbClr val="D79F3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0" name="object 350" descr=""/>
          <p:cNvSpPr/>
          <p:nvPr/>
        </p:nvSpPr>
        <p:spPr>
          <a:xfrm>
            <a:off x="7329630" y="7245412"/>
            <a:ext cx="1019175" cy="46990"/>
          </a:xfrm>
          <a:custGeom>
            <a:avLst/>
            <a:gdLst/>
            <a:ahLst/>
            <a:cxnLst/>
            <a:rect l="l" t="t" r="r" b="b"/>
            <a:pathLst>
              <a:path w="1019175" h="46990">
                <a:moveTo>
                  <a:pt x="1018660" y="0"/>
                </a:moveTo>
                <a:lnTo>
                  <a:pt x="0" y="0"/>
                </a:lnTo>
                <a:lnTo>
                  <a:pt x="0" y="46595"/>
                </a:lnTo>
                <a:lnTo>
                  <a:pt x="1018660" y="46595"/>
                </a:lnTo>
                <a:lnTo>
                  <a:pt x="1018660" y="0"/>
                </a:lnTo>
                <a:close/>
              </a:path>
            </a:pathLst>
          </a:custGeom>
          <a:solidFill>
            <a:srgbClr val="D79F3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1" name="object 351" descr=""/>
          <p:cNvSpPr/>
          <p:nvPr/>
        </p:nvSpPr>
        <p:spPr>
          <a:xfrm>
            <a:off x="7225716" y="7345368"/>
            <a:ext cx="1216660" cy="133350"/>
          </a:xfrm>
          <a:custGeom>
            <a:avLst/>
            <a:gdLst/>
            <a:ahLst/>
            <a:cxnLst/>
            <a:rect l="l" t="t" r="r" b="b"/>
            <a:pathLst>
              <a:path w="1216659" h="133350">
                <a:moveTo>
                  <a:pt x="1167955" y="0"/>
                </a:moveTo>
                <a:lnTo>
                  <a:pt x="42456" y="0"/>
                </a:lnTo>
                <a:lnTo>
                  <a:pt x="42456" y="39814"/>
                </a:lnTo>
                <a:lnTo>
                  <a:pt x="1167955" y="39814"/>
                </a:lnTo>
                <a:lnTo>
                  <a:pt x="1167955" y="0"/>
                </a:lnTo>
                <a:close/>
              </a:path>
              <a:path w="1216659" h="133350">
                <a:moveTo>
                  <a:pt x="1216075" y="81127"/>
                </a:moveTo>
                <a:lnTo>
                  <a:pt x="0" y="81127"/>
                </a:lnTo>
                <a:lnTo>
                  <a:pt x="0" y="132994"/>
                </a:lnTo>
                <a:lnTo>
                  <a:pt x="1216075" y="132994"/>
                </a:lnTo>
                <a:lnTo>
                  <a:pt x="1216075" y="81127"/>
                </a:lnTo>
                <a:close/>
              </a:path>
            </a:pathLst>
          </a:custGeom>
          <a:solidFill>
            <a:srgbClr val="D79F3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52" name="object 352" descr=""/>
          <p:cNvGrpSpPr/>
          <p:nvPr/>
        </p:nvGrpSpPr>
        <p:grpSpPr>
          <a:xfrm>
            <a:off x="6899905" y="6899883"/>
            <a:ext cx="326390" cy="578485"/>
            <a:chOff x="6899905" y="6899883"/>
            <a:chExt cx="326390" cy="578485"/>
          </a:xfrm>
        </p:grpSpPr>
        <p:sp>
          <p:nvSpPr>
            <p:cNvPr id="353" name="object 353" descr=""/>
            <p:cNvSpPr/>
            <p:nvPr/>
          </p:nvSpPr>
          <p:spPr>
            <a:xfrm>
              <a:off x="6918930" y="6899884"/>
              <a:ext cx="288290" cy="285115"/>
            </a:xfrm>
            <a:custGeom>
              <a:avLst/>
              <a:gdLst/>
              <a:ahLst/>
              <a:cxnLst/>
              <a:rect l="l" t="t" r="r" b="b"/>
              <a:pathLst>
                <a:path w="288290" h="285115">
                  <a:moveTo>
                    <a:pt x="143880" y="0"/>
                  </a:moveTo>
                  <a:lnTo>
                    <a:pt x="98402" y="7257"/>
                  </a:lnTo>
                  <a:lnTo>
                    <a:pt x="58906" y="27467"/>
                  </a:lnTo>
                  <a:lnTo>
                    <a:pt x="27760" y="58284"/>
                  </a:lnTo>
                  <a:lnTo>
                    <a:pt x="7335" y="97364"/>
                  </a:lnTo>
                  <a:lnTo>
                    <a:pt x="0" y="142362"/>
                  </a:lnTo>
                  <a:lnTo>
                    <a:pt x="7335" y="187361"/>
                  </a:lnTo>
                  <a:lnTo>
                    <a:pt x="27760" y="226443"/>
                  </a:lnTo>
                  <a:lnTo>
                    <a:pt x="58906" y="257263"/>
                  </a:lnTo>
                  <a:lnTo>
                    <a:pt x="98402" y="277476"/>
                  </a:lnTo>
                  <a:lnTo>
                    <a:pt x="143880" y="284734"/>
                  </a:lnTo>
                  <a:lnTo>
                    <a:pt x="189352" y="277476"/>
                  </a:lnTo>
                  <a:lnTo>
                    <a:pt x="228846" y="257263"/>
                  </a:lnTo>
                  <a:lnTo>
                    <a:pt x="259990" y="226443"/>
                  </a:lnTo>
                  <a:lnTo>
                    <a:pt x="280415" y="187361"/>
                  </a:lnTo>
                  <a:lnTo>
                    <a:pt x="287750" y="142362"/>
                  </a:lnTo>
                  <a:lnTo>
                    <a:pt x="280415" y="97364"/>
                  </a:lnTo>
                  <a:lnTo>
                    <a:pt x="259990" y="58284"/>
                  </a:lnTo>
                  <a:lnTo>
                    <a:pt x="228846" y="27467"/>
                  </a:lnTo>
                  <a:lnTo>
                    <a:pt x="189352" y="7257"/>
                  </a:lnTo>
                  <a:lnTo>
                    <a:pt x="143880" y="0"/>
                  </a:lnTo>
                  <a:close/>
                </a:path>
              </a:pathLst>
            </a:custGeom>
            <a:solidFill>
              <a:srgbClr val="EEB54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 descr=""/>
            <p:cNvSpPr/>
            <p:nvPr/>
          </p:nvSpPr>
          <p:spPr>
            <a:xfrm>
              <a:off x="7032358" y="6899883"/>
              <a:ext cx="174625" cy="285115"/>
            </a:xfrm>
            <a:custGeom>
              <a:avLst/>
              <a:gdLst/>
              <a:ahLst/>
              <a:cxnLst/>
              <a:rect l="l" t="t" r="r" b="b"/>
              <a:pathLst>
                <a:path w="174625" h="285115">
                  <a:moveTo>
                    <a:pt x="30449" y="0"/>
                  </a:moveTo>
                  <a:lnTo>
                    <a:pt x="22664" y="209"/>
                  </a:lnTo>
                  <a:lnTo>
                    <a:pt x="14989" y="827"/>
                  </a:lnTo>
                  <a:lnTo>
                    <a:pt x="7431" y="1837"/>
                  </a:lnTo>
                  <a:lnTo>
                    <a:pt x="0" y="3225"/>
                  </a:lnTo>
                  <a:lnTo>
                    <a:pt x="45070" y="21194"/>
                  </a:lnTo>
                  <a:lnTo>
                    <a:pt x="81019" y="52371"/>
                  </a:lnTo>
                  <a:lnTo>
                    <a:pt x="104814" y="93759"/>
                  </a:lnTo>
                  <a:lnTo>
                    <a:pt x="113420" y="142362"/>
                  </a:lnTo>
                  <a:lnTo>
                    <a:pt x="104814" y="190969"/>
                  </a:lnTo>
                  <a:lnTo>
                    <a:pt x="81019" y="232358"/>
                  </a:lnTo>
                  <a:lnTo>
                    <a:pt x="45070" y="263535"/>
                  </a:lnTo>
                  <a:lnTo>
                    <a:pt x="0" y="281509"/>
                  </a:lnTo>
                  <a:lnTo>
                    <a:pt x="7431" y="282897"/>
                  </a:lnTo>
                  <a:lnTo>
                    <a:pt x="14989" y="283907"/>
                  </a:lnTo>
                  <a:lnTo>
                    <a:pt x="22664" y="284525"/>
                  </a:lnTo>
                  <a:lnTo>
                    <a:pt x="30449" y="284734"/>
                  </a:lnTo>
                  <a:lnTo>
                    <a:pt x="75921" y="277476"/>
                  </a:lnTo>
                  <a:lnTo>
                    <a:pt x="115415" y="257263"/>
                  </a:lnTo>
                  <a:lnTo>
                    <a:pt x="146559" y="226443"/>
                  </a:lnTo>
                  <a:lnTo>
                    <a:pt x="166984" y="187361"/>
                  </a:lnTo>
                  <a:lnTo>
                    <a:pt x="174319" y="142362"/>
                  </a:lnTo>
                  <a:lnTo>
                    <a:pt x="166984" y="97364"/>
                  </a:lnTo>
                  <a:lnTo>
                    <a:pt x="146559" y="58284"/>
                  </a:lnTo>
                  <a:lnTo>
                    <a:pt x="115415" y="27467"/>
                  </a:lnTo>
                  <a:lnTo>
                    <a:pt x="75921" y="7257"/>
                  </a:lnTo>
                  <a:lnTo>
                    <a:pt x="30449" y="0"/>
                  </a:lnTo>
                  <a:close/>
                </a:path>
              </a:pathLst>
            </a:custGeom>
            <a:solidFill>
              <a:srgbClr val="D79F3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 descr=""/>
            <p:cNvSpPr/>
            <p:nvPr/>
          </p:nvSpPr>
          <p:spPr>
            <a:xfrm>
              <a:off x="6899905" y="7042246"/>
              <a:ext cx="273050" cy="436245"/>
            </a:xfrm>
            <a:custGeom>
              <a:avLst/>
              <a:gdLst/>
              <a:ahLst/>
              <a:cxnLst/>
              <a:rect l="l" t="t" r="r" b="b"/>
              <a:pathLst>
                <a:path w="273050" h="436245">
                  <a:moveTo>
                    <a:pt x="0" y="436112"/>
                  </a:moveTo>
                  <a:lnTo>
                    <a:pt x="272965" y="436112"/>
                  </a:lnTo>
                  <a:lnTo>
                    <a:pt x="272965" y="0"/>
                  </a:lnTo>
                  <a:lnTo>
                    <a:pt x="0" y="0"/>
                  </a:lnTo>
                  <a:lnTo>
                    <a:pt x="0" y="436112"/>
                  </a:lnTo>
                  <a:close/>
                </a:path>
              </a:pathLst>
            </a:custGeom>
            <a:solidFill>
              <a:srgbClr val="EEB54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 descr=""/>
            <p:cNvSpPr/>
            <p:nvPr/>
          </p:nvSpPr>
          <p:spPr>
            <a:xfrm>
              <a:off x="7172870" y="7042246"/>
              <a:ext cx="53340" cy="436245"/>
            </a:xfrm>
            <a:custGeom>
              <a:avLst/>
              <a:gdLst/>
              <a:ahLst/>
              <a:cxnLst/>
              <a:rect l="l" t="t" r="r" b="b"/>
              <a:pathLst>
                <a:path w="53340" h="436245">
                  <a:moveTo>
                    <a:pt x="52846" y="0"/>
                  </a:moveTo>
                  <a:lnTo>
                    <a:pt x="0" y="0"/>
                  </a:lnTo>
                  <a:lnTo>
                    <a:pt x="0" y="436112"/>
                  </a:lnTo>
                  <a:lnTo>
                    <a:pt x="52846" y="436112"/>
                  </a:lnTo>
                  <a:lnTo>
                    <a:pt x="52846" y="0"/>
                  </a:lnTo>
                  <a:close/>
                </a:path>
              </a:pathLst>
            </a:custGeom>
            <a:solidFill>
              <a:srgbClr val="D79F3C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7" name="object 357" descr=""/>
          <p:cNvGrpSpPr/>
          <p:nvPr/>
        </p:nvGrpSpPr>
        <p:grpSpPr>
          <a:xfrm>
            <a:off x="8441795" y="6895374"/>
            <a:ext cx="326390" cy="578485"/>
            <a:chOff x="8441795" y="6895374"/>
            <a:chExt cx="326390" cy="578485"/>
          </a:xfrm>
        </p:grpSpPr>
        <p:sp>
          <p:nvSpPr>
            <p:cNvPr id="358" name="object 358" descr=""/>
            <p:cNvSpPr/>
            <p:nvPr/>
          </p:nvSpPr>
          <p:spPr>
            <a:xfrm>
              <a:off x="8460824" y="6895379"/>
              <a:ext cx="288290" cy="285115"/>
            </a:xfrm>
            <a:custGeom>
              <a:avLst/>
              <a:gdLst/>
              <a:ahLst/>
              <a:cxnLst/>
              <a:rect l="l" t="t" r="r" b="b"/>
              <a:pathLst>
                <a:path w="288290" h="285115">
                  <a:moveTo>
                    <a:pt x="143869" y="0"/>
                  </a:moveTo>
                  <a:lnTo>
                    <a:pt x="98397" y="7257"/>
                  </a:lnTo>
                  <a:lnTo>
                    <a:pt x="58904" y="27467"/>
                  </a:lnTo>
                  <a:lnTo>
                    <a:pt x="27759" y="58284"/>
                  </a:lnTo>
                  <a:lnTo>
                    <a:pt x="7334" y="97364"/>
                  </a:lnTo>
                  <a:lnTo>
                    <a:pt x="0" y="142362"/>
                  </a:lnTo>
                  <a:lnTo>
                    <a:pt x="7334" y="187360"/>
                  </a:lnTo>
                  <a:lnTo>
                    <a:pt x="27759" y="226440"/>
                  </a:lnTo>
                  <a:lnTo>
                    <a:pt x="58904" y="257257"/>
                  </a:lnTo>
                  <a:lnTo>
                    <a:pt x="98397" y="277466"/>
                  </a:lnTo>
                  <a:lnTo>
                    <a:pt x="143869" y="284724"/>
                  </a:lnTo>
                  <a:lnTo>
                    <a:pt x="189347" y="277466"/>
                  </a:lnTo>
                  <a:lnTo>
                    <a:pt x="228844" y="257257"/>
                  </a:lnTo>
                  <a:lnTo>
                    <a:pt x="259989" y="226440"/>
                  </a:lnTo>
                  <a:lnTo>
                    <a:pt x="280415" y="187360"/>
                  </a:lnTo>
                  <a:lnTo>
                    <a:pt x="287750" y="142362"/>
                  </a:lnTo>
                  <a:lnTo>
                    <a:pt x="280415" y="97364"/>
                  </a:lnTo>
                  <a:lnTo>
                    <a:pt x="259989" y="58284"/>
                  </a:lnTo>
                  <a:lnTo>
                    <a:pt x="228844" y="27467"/>
                  </a:lnTo>
                  <a:lnTo>
                    <a:pt x="189347" y="7257"/>
                  </a:lnTo>
                  <a:lnTo>
                    <a:pt x="143869" y="0"/>
                  </a:lnTo>
                  <a:close/>
                </a:path>
              </a:pathLst>
            </a:custGeom>
            <a:solidFill>
              <a:srgbClr val="EEB54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 descr=""/>
            <p:cNvSpPr/>
            <p:nvPr/>
          </p:nvSpPr>
          <p:spPr>
            <a:xfrm>
              <a:off x="8574249" y="6895374"/>
              <a:ext cx="174625" cy="285115"/>
            </a:xfrm>
            <a:custGeom>
              <a:avLst/>
              <a:gdLst/>
              <a:ahLst/>
              <a:cxnLst/>
              <a:rect l="l" t="t" r="r" b="b"/>
              <a:pathLst>
                <a:path w="174625" h="285115">
                  <a:moveTo>
                    <a:pt x="30449" y="0"/>
                  </a:moveTo>
                  <a:lnTo>
                    <a:pt x="22664" y="209"/>
                  </a:lnTo>
                  <a:lnTo>
                    <a:pt x="14989" y="827"/>
                  </a:lnTo>
                  <a:lnTo>
                    <a:pt x="7431" y="1837"/>
                  </a:lnTo>
                  <a:lnTo>
                    <a:pt x="0" y="3225"/>
                  </a:lnTo>
                  <a:lnTo>
                    <a:pt x="45076" y="21198"/>
                  </a:lnTo>
                  <a:lnTo>
                    <a:pt x="81028" y="52375"/>
                  </a:lnTo>
                  <a:lnTo>
                    <a:pt x="104825" y="93761"/>
                  </a:lnTo>
                  <a:lnTo>
                    <a:pt x="113431" y="142362"/>
                  </a:lnTo>
                  <a:lnTo>
                    <a:pt x="104825" y="190970"/>
                  </a:lnTo>
                  <a:lnTo>
                    <a:pt x="81028" y="232362"/>
                  </a:lnTo>
                  <a:lnTo>
                    <a:pt x="45076" y="263540"/>
                  </a:lnTo>
                  <a:lnTo>
                    <a:pt x="0" y="281509"/>
                  </a:lnTo>
                  <a:lnTo>
                    <a:pt x="7431" y="282897"/>
                  </a:lnTo>
                  <a:lnTo>
                    <a:pt x="14989" y="283907"/>
                  </a:lnTo>
                  <a:lnTo>
                    <a:pt x="22664" y="284525"/>
                  </a:lnTo>
                  <a:lnTo>
                    <a:pt x="30449" y="284734"/>
                  </a:lnTo>
                  <a:lnTo>
                    <a:pt x="75926" y="277477"/>
                  </a:lnTo>
                  <a:lnTo>
                    <a:pt x="115423" y="257266"/>
                  </a:lnTo>
                  <a:lnTo>
                    <a:pt x="146569" y="226448"/>
                  </a:lnTo>
                  <a:lnTo>
                    <a:pt x="166994" y="187365"/>
                  </a:lnTo>
                  <a:lnTo>
                    <a:pt x="174329" y="142362"/>
                  </a:lnTo>
                  <a:lnTo>
                    <a:pt x="166994" y="97368"/>
                  </a:lnTo>
                  <a:lnTo>
                    <a:pt x="146569" y="58288"/>
                  </a:lnTo>
                  <a:lnTo>
                    <a:pt x="115423" y="27470"/>
                  </a:lnTo>
                  <a:lnTo>
                    <a:pt x="75926" y="7258"/>
                  </a:lnTo>
                  <a:lnTo>
                    <a:pt x="30449" y="0"/>
                  </a:lnTo>
                  <a:close/>
                </a:path>
              </a:pathLst>
            </a:custGeom>
            <a:solidFill>
              <a:srgbClr val="D79F3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 descr=""/>
            <p:cNvSpPr/>
            <p:nvPr/>
          </p:nvSpPr>
          <p:spPr>
            <a:xfrm>
              <a:off x="8441795" y="7037743"/>
              <a:ext cx="273050" cy="436245"/>
            </a:xfrm>
            <a:custGeom>
              <a:avLst/>
              <a:gdLst/>
              <a:ahLst/>
              <a:cxnLst/>
              <a:rect l="l" t="t" r="r" b="b"/>
              <a:pathLst>
                <a:path w="273050" h="436245">
                  <a:moveTo>
                    <a:pt x="0" y="436112"/>
                  </a:moveTo>
                  <a:lnTo>
                    <a:pt x="272965" y="436112"/>
                  </a:lnTo>
                  <a:lnTo>
                    <a:pt x="272965" y="0"/>
                  </a:lnTo>
                  <a:lnTo>
                    <a:pt x="0" y="0"/>
                  </a:lnTo>
                  <a:lnTo>
                    <a:pt x="0" y="436112"/>
                  </a:lnTo>
                  <a:close/>
                </a:path>
              </a:pathLst>
            </a:custGeom>
            <a:solidFill>
              <a:srgbClr val="EEB54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 descr=""/>
            <p:cNvSpPr/>
            <p:nvPr/>
          </p:nvSpPr>
          <p:spPr>
            <a:xfrm>
              <a:off x="8714761" y="7037743"/>
              <a:ext cx="53340" cy="436245"/>
            </a:xfrm>
            <a:custGeom>
              <a:avLst/>
              <a:gdLst/>
              <a:ahLst/>
              <a:cxnLst/>
              <a:rect l="l" t="t" r="r" b="b"/>
              <a:pathLst>
                <a:path w="53340" h="436245">
                  <a:moveTo>
                    <a:pt x="52836" y="0"/>
                  </a:moveTo>
                  <a:lnTo>
                    <a:pt x="0" y="0"/>
                  </a:lnTo>
                  <a:lnTo>
                    <a:pt x="0" y="436112"/>
                  </a:lnTo>
                  <a:lnTo>
                    <a:pt x="52836" y="436112"/>
                  </a:lnTo>
                  <a:lnTo>
                    <a:pt x="52836" y="0"/>
                  </a:lnTo>
                  <a:close/>
                </a:path>
              </a:pathLst>
            </a:custGeom>
            <a:solidFill>
              <a:srgbClr val="D79F3C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362" name="object 362" descr=""/>
          <p:cNvPicPr/>
          <p:nvPr/>
        </p:nvPicPr>
        <p:blipFill>
          <a:blip r:embed="rId62" cstate="print"/>
          <a:stretch>
            <a:fillRect/>
          </a:stretch>
        </p:blipFill>
        <p:spPr>
          <a:xfrm>
            <a:off x="6956852" y="6920448"/>
            <a:ext cx="96698" cy="101759"/>
          </a:xfrm>
          <a:prstGeom prst="rect">
            <a:avLst/>
          </a:prstGeom>
        </p:spPr>
      </p:pic>
      <p:pic>
        <p:nvPicPr>
          <p:cNvPr id="363" name="object 363" descr=""/>
          <p:cNvPicPr/>
          <p:nvPr/>
        </p:nvPicPr>
        <p:blipFill>
          <a:blip r:embed="rId63" cstate="print"/>
          <a:stretch>
            <a:fillRect/>
          </a:stretch>
        </p:blipFill>
        <p:spPr>
          <a:xfrm>
            <a:off x="8484329" y="6916697"/>
            <a:ext cx="106524" cy="101818"/>
          </a:xfrm>
          <a:prstGeom prst="rect">
            <a:avLst/>
          </a:prstGeom>
        </p:spPr>
      </p:pic>
      <p:sp>
        <p:nvSpPr>
          <p:cNvPr id="364" name="object 364" descr=""/>
          <p:cNvSpPr/>
          <p:nvPr/>
        </p:nvSpPr>
        <p:spPr>
          <a:xfrm>
            <a:off x="9034112" y="6741323"/>
            <a:ext cx="243840" cy="737235"/>
          </a:xfrm>
          <a:custGeom>
            <a:avLst/>
            <a:gdLst/>
            <a:ahLst/>
            <a:cxnLst/>
            <a:rect l="l" t="t" r="r" b="b"/>
            <a:pathLst>
              <a:path w="243840" h="737234">
                <a:moveTo>
                  <a:pt x="243552" y="0"/>
                </a:moveTo>
                <a:lnTo>
                  <a:pt x="0" y="0"/>
                </a:lnTo>
                <a:lnTo>
                  <a:pt x="0" y="737035"/>
                </a:lnTo>
                <a:lnTo>
                  <a:pt x="243552" y="737035"/>
                </a:lnTo>
                <a:lnTo>
                  <a:pt x="243552" y="0"/>
                </a:lnTo>
                <a:close/>
              </a:path>
            </a:pathLst>
          </a:custGeom>
          <a:solidFill>
            <a:srgbClr val="AD3C2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5" name="object 365" descr=""/>
          <p:cNvSpPr/>
          <p:nvPr/>
        </p:nvSpPr>
        <p:spPr>
          <a:xfrm>
            <a:off x="6340089" y="6741323"/>
            <a:ext cx="243840" cy="737235"/>
          </a:xfrm>
          <a:custGeom>
            <a:avLst/>
            <a:gdLst/>
            <a:ahLst/>
            <a:cxnLst/>
            <a:rect l="l" t="t" r="r" b="b"/>
            <a:pathLst>
              <a:path w="243840" h="737234">
                <a:moveTo>
                  <a:pt x="243542" y="0"/>
                </a:moveTo>
                <a:lnTo>
                  <a:pt x="0" y="0"/>
                </a:lnTo>
                <a:lnTo>
                  <a:pt x="0" y="737035"/>
                </a:lnTo>
                <a:lnTo>
                  <a:pt x="243542" y="737035"/>
                </a:lnTo>
                <a:lnTo>
                  <a:pt x="243542" y="0"/>
                </a:lnTo>
                <a:close/>
              </a:path>
            </a:pathLst>
          </a:custGeom>
          <a:solidFill>
            <a:srgbClr val="AD3C2B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66" name="object 366" descr=""/>
          <p:cNvPicPr/>
          <p:nvPr/>
        </p:nvPicPr>
        <p:blipFill>
          <a:blip r:embed="rId64" cstate="print"/>
          <a:stretch>
            <a:fillRect/>
          </a:stretch>
        </p:blipFill>
        <p:spPr>
          <a:xfrm>
            <a:off x="7725150" y="2033015"/>
            <a:ext cx="103439" cy="106813"/>
          </a:xfrm>
          <a:prstGeom prst="rect">
            <a:avLst/>
          </a:prstGeom>
        </p:spPr>
      </p:pic>
      <p:pic>
        <p:nvPicPr>
          <p:cNvPr id="367" name="object 367" descr=""/>
          <p:cNvPicPr/>
          <p:nvPr/>
        </p:nvPicPr>
        <p:blipFill>
          <a:blip r:embed="rId65" cstate="print"/>
          <a:stretch>
            <a:fillRect/>
          </a:stretch>
        </p:blipFill>
        <p:spPr>
          <a:xfrm>
            <a:off x="7643911" y="2366440"/>
            <a:ext cx="99201" cy="182884"/>
          </a:xfrm>
          <a:prstGeom prst="rect">
            <a:avLst/>
          </a:prstGeom>
        </p:spPr>
      </p:pic>
      <p:sp>
        <p:nvSpPr>
          <p:cNvPr id="368" name="object 368" descr=""/>
          <p:cNvSpPr/>
          <p:nvPr/>
        </p:nvSpPr>
        <p:spPr>
          <a:xfrm>
            <a:off x="7320457" y="2778511"/>
            <a:ext cx="374650" cy="304800"/>
          </a:xfrm>
          <a:custGeom>
            <a:avLst/>
            <a:gdLst/>
            <a:ahLst/>
            <a:cxnLst/>
            <a:rect l="l" t="t" r="r" b="b"/>
            <a:pathLst>
              <a:path w="374650" h="304800">
                <a:moveTo>
                  <a:pt x="313563" y="0"/>
                </a:moveTo>
                <a:lnTo>
                  <a:pt x="285292" y="38468"/>
                </a:lnTo>
                <a:lnTo>
                  <a:pt x="253911" y="74307"/>
                </a:lnTo>
                <a:lnTo>
                  <a:pt x="219913" y="107746"/>
                </a:lnTo>
                <a:lnTo>
                  <a:pt x="183832" y="139001"/>
                </a:lnTo>
                <a:lnTo>
                  <a:pt x="146177" y="168287"/>
                </a:lnTo>
                <a:lnTo>
                  <a:pt x="96837" y="203060"/>
                </a:lnTo>
                <a:lnTo>
                  <a:pt x="46240" y="235991"/>
                </a:lnTo>
                <a:lnTo>
                  <a:pt x="20561" y="249618"/>
                </a:lnTo>
                <a:lnTo>
                  <a:pt x="6959" y="258356"/>
                </a:lnTo>
                <a:lnTo>
                  <a:pt x="0" y="266877"/>
                </a:lnTo>
                <a:lnTo>
                  <a:pt x="2209" y="278752"/>
                </a:lnTo>
                <a:lnTo>
                  <a:pt x="11684" y="288988"/>
                </a:lnTo>
                <a:lnTo>
                  <a:pt x="23952" y="297586"/>
                </a:lnTo>
                <a:lnTo>
                  <a:pt x="34531" y="304507"/>
                </a:lnTo>
                <a:lnTo>
                  <a:pt x="74625" y="271945"/>
                </a:lnTo>
                <a:lnTo>
                  <a:pt x="112661" y="235204"/>
                </a:lnTo>
                <a:lnTo>
                  <a:pt x="148932" y="196519"/>
                </a:lnTo>
                <a:lnTo>
                  <a:pt x="217906" y="120281"/>
                </a:lnTo>
                <a:lnTo>
                  <a:pt x="251637" y="81445"/>
                </a:lnTo>
                <a:lnTo>
                  <a:pt x="283870" y="41414"/>
                </a:lnTo>
                <a:lnTo>
                  <a:pt x="313563" y="0"/>
                </a:lnTo>
                <a:close/>
              </a:path>
              <a:path w="374650" h="304800">
                <a:moveTo>
                  <a:pt x="374357" y="240411"/>
                </a:moveTo>
                <a:lnTo>
                  <a:pt x="373456" y="187706"/>
                </a:lnTo>
                <a:lnTo>
                  <a:pt x="370636" y="82143"/>
                </a:lnTo>
                <a:lnTo>
                  <a:pt x="370344" y="29476"/>
                </a:lnTo>
                <a:lnTo>
                  <a:pt x="367601" y="69265"/>
                </a:lnTo>
                <a:lnTo>
                  <a:pt x="361213" y="109677"/>
                </a:lnTo>
                <a:lnTo>
                  <a:pt x="352806" y="149809"/>
                </a:lnTo>
                <a:lnTo>
                  <a:pt x="344004" y="188798"/>
                </a:lnTo>
                <a:lnTo>
                  <a:pt x="334594" y="221576"/>
                </a:lnTo>
                <a:lnTo>
                  <a:pt x="331609" y="239102"/>
                </a:lnTo>
                <a:lnTo>
                  <a:pt x="333603" y="254558"/>
                </a:lnTo>
                <a:lnTo>
                  <a:pt x="340791" y="265557"/>
                </a:lnTo>
                <a:lnTo>
                  <a:pt x="351586" y="275717"/>
                </a:lnTo>
                <a:lnTo>
                  <a:pt x="373837" y="292963"/>
                </a:lnTo>
                <a:lnTo>
                  <a:pt x="374357" y="240411"/>
                </a:lnTo>
                <a:close/>
              </a:path>
            </a:pathLst>
          </a:custGeom>
          <a:solidFill>
            <a:srgbClr val="FFFFFF">
              <a:alpha val="26998"/>
            </a:srgbClr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69" name="object 369" descr=""/>
          <p:cNvPicPr/>
          <p:nvPr/>
        </p:nvPicPr>
        <p:blipFill>
          <a:blip r:embed="rId66" cstate="print"/>
          <a:stretch>
            <a:fillRect/>
          </a:stretch>
        </p:blipFill>
        <p:spPr>
          <a:xfrm>
            <a:off x="7147569" y="3506166"/>
            <a:ext cx="71609" cy="251929"/>
          </a:xfrm>
          <a:prstGeom prst="rect">
            <a:avLst/>
          </a:prstGeom>
        </p:spPr>
      </p:pic>
      <p:sp>
        <p:nvSpPr>
          <p:cNvPr id="370" name="object 370" descr=""/>
          <p:cNvSpPr/>
          <p:nvPr/>
        </p:nvSpPr>
        <p:spPr>
          <a:xfrm>
            <a:off x="7602291" y="3522418"/>
            <a:ext cx="50165" cy="229870"/>
          </a:xfrm>
          <a:custGeom>
            <a:avLst/>
            <a:gdLst/>
            <a:ahLst/>
            <a:cxnLst/>
            <a:rect l="l" t="t" r="r" b="b"/>
            <a:pathLst>
              <a:path w="50165" h="229870">
                <a:moveTo>
                  <a:pt x="20920" y="0"/>
                </a:moveTo>
                <a:lnTo>
                  <a:pt x="16248" y="46575"/>
                </a:lnTo>
                <a:lnTo>
                  <a:pt x="13031" y="93173"/>
                </a:lnTo>
                <a:lnTo>
                  <a:pt x="8761" y="139809"/>
                </a:lnTo>
                <a:lnTo>
                  <a:pt x="931" y="186496"/>
                </a:lnTo>
                <a:lnTo>
                  <a:pt x="0" y="190790"/>
                </a:lnTo>
                <a:lnTo>
                  <a:pt x="1497" y="194852"/>
                </a:lnTo>
                <a:lnTo>
                  <a:pt x="49621" y="229553"/>
                </a:lnTo>
                <a:lnTo>
                  <a:pt x="44600" y="198458"/>
                </a:lnTo>
                <a:lnTo>
                  <a:pt x="40053" y="167290"/>
                </a:lnTo>
                <a:lnTo>
                  <a:pt x="36469" y="136024"/>
                </a:lnTo>
                <a:lnTo>
                  <a:pt x="34334" y="104635"/>
                </a:lnTo>
                <a:lnTo>
                  <a:pt x="33416" y="70397"/>
                </a:lnTo>
                <a:lnTo>
                  <a:pt x="32489" y="53324"/>
                </a:lnTo>
                <a:lnTo>
                  <a:pt x="30543" y="36354"/>
                </a:lnTo>
                <a:lnTo>
                  <a:pt x="29072" y="27027"/>
                </a:lnTo>
                <a:lnTo>
                  <a:pt x="27240" y="17576"/>
                </a:lnTo>
                <a:lnTo>
                  <a:pt x="24653" y="8426"/>
                </a:lnTo>
                <a:lnTo>
                  <a:pt x="20920" y="0"/>
                </a:lnTo>
                <a:close/>
              </a:path>
            </a:pathLst>
          </a:custGeom>
          <a:solidFill>
            <a:srgbClr val="FFFFFF">
              <a:alpha val="26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71" name="object 371" descr=""/>
          <p:cNvSpPr/>
          <p:nvPr/>
        </p:nvSpPr>
        <p:spPr>
          <a:xfrm>
            <a:off x="7001027" y="4319794"/>
            <a:ext cx="75565" cy="266065"/>
          </a:xfrm>
          <a:custGeom>
            <a:avLst/>
            <a:gdLst/>
            <a:ahLst/>
            <a:cxnLst/>
            <a:rect l="l" t="t" r="r" b="b"/>
            <a:pathLst>
              <a:path w="75565" h="266064">
                <a:moveTo>
                  <a:pt x="75002" y="0"/>
                </a:moveTo>
                <a:lnTo>
                  <a:pt x="58555" y="47178"/>
                </a:lnTo>
                <a:lnTo>
                  <a:pt x="43974" y="95201"/>
                </a:lnTo>
                <a:lnTo>
                  <a:pt x="30116" y="143573"/>
                </a:lnTo>
                <a:lnTo>
                  <a:pt x="15838" y="191799"/>
                </a:lnTo>
                <a:lnTo>
                  <a:pt x="0" y="239385"/>
                </a:lnTo>
                <a:lnTo>
                  <a:pt x="12815" y="248028"/>
                </a:lnTo>
                <a:lnTo>
                  <a:pt x="26442" y="255331"/>
                </a:lnTo>
                <a:lnTo>
                  <a:pt x="40735" y="261226"/>
                </a:lnTo>
                <a:lnTo>
                  <a:pt x="55548" y="265646"/>
                </a:lnTo>
                <a:lnTo>
                  <a:pt x="48623" y="245541"/>
                </a:lnTo>
                <a:lnTo>
                  <a:pt x="49222" y="204114"/>
                </a:lnTo>
                <a:lnTo>
                  <a:pt x="53196" y="160880"/>
                </a:lnTo>
                <a:lnTo>
                  <a:pt x="56396" y="135357"/>
                </a:lnTo>
                <a:lnTo>
                  <a:pt x="61690" y="101622"/>
                </a:lnTo>
                <a:lnTo>
                  <a:pt x="67321" y="67870"/>
                </a:lnTo>
                <a:lnTo>
                  <a:pt x="72141" y="34023"/>
                </a:lnTo>
                <a:lnTo>
                  <a:pt x="75002" y="0"/>
                </a:lnTo>
                <a:close/>
              </a:path>
            </a:pathLst>
          </a:custGeom>
          <a:solidFill>
            <a:srgbClr val="FFFFFF">
              <a:alpha val="26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72" name="object 372" descr=""/>
          <p:cNvSpPr/>
          <p:nvPr/>
        </p:nvSpPr>
        <p:spPr>
          <a:xfrm>
            <a:off x="7553004" y="4314069"/>
            <a:ext cx="52705" cy="260350"/>
          </a:xfrm>
          <a:custGeom>
            <a:avLst/>
            <a:gdLst/>
            <a:ahLst/>
            <a:cxnLst/>
            <a:rect l="l" t="t" r="r" b="b"/>
            <a:pathLst>
              <a:path w="52704" h="260350">
                <a:moveTo>
                  <a:pt x="4464" y="0"/>
                </a:moveTo>
                <a:lnTo>
                  <a:pt x="0" y="23283"/>
                </a:lnTo>
                <a:lnTo>
                  <a:pt x="747" y="50851"/>
                </a:lnTo>
                <a:lnTo>
                  <a:pt x="3631" y="78930"/>
                </a:lnTo>
                <a:lnTo>
                  <a:pt x="5574" y="103745"/>
                </a:lnTo>
                <a:lnTo>
                  <a:pt x="6000" y="131696"/>
                </a:lnTo>
                <a:lnTo>
                  <a:pt x="6131" y="159649"/>
                </a:lnTo>
                <a:lnTo>
                  <a:pt x="5964" y="187602"/>
                </a:lnTo>
                <a:lnTo>
                  <a:pt x="5501" y="215553"/>
                </a:lnTo>
                <a:lnTo>
                  <a:pt x="5344" y="223354"/>
                </a:lnTo>
                <a:lnTo>
                  <a:pt x="8579" y="233259"/>
                </a:lnTo>
                <a:lnTo>
                  <a:pt x="43920" y="255957"/>
                </a:lnTo>
                <a:lnTo>
                  <a:pt x="52630" y="259793"/>
                </a:lnTo>
                <a:lnTo>
                  <a:pt x="41720" y="227609"/>
                </a:lnTo>
                <a:lnTo>
                  <a:pt x="32227" y="194979"/>
                </a:lnTo>
                <a:lnTo>
                  <a:pt x="24160" y="161966"/>
                </a:lnTo>
                <a:lnTo>
                  <a:pt x="17532" y="128634"/>
                </a:lnTo>
                <a:lnTo>
                  <a:pt x="13407" y="96487"/>
                </a:lnTo>
                <a:lnTo>
                  <a:pt x="8678" y="31675"/>
                </a:lnTo>
                <a:lnTo>
                  <a:pt x="4464" y="0"/>
                </a:lnTo>
                <a:close/>
              </a:path>
            </a:pathLst>
          </a:custGeom>
          <a:solidFill>
            <a:srgbClr val="FFFFFF">
              <a:alpha val="26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73" name="object 373" descr=""/>
          <p:cNvSpPr/>
          <p:nvPr/>
        </p:nvSpPr>
        <p:spPr>
          <a:xfrm>
            <a:off x="6841928" y="5529384"/>
            <a:ext cx="86360" cy="273050"/>
          </a:xfrm>
          <a:custGeom>
            <a:avLst/>
            <a:gdLst/>
            <a:ahLst/>
            <a:cxnLst/>
            <a:rect l="l" t="t" r="r" b="b"/>
            <a:pathLst>
              <a:path w="86359" h="273050">
                <a:moveTo>
                  <a:pt x="86353" y="0"/>
                </a:moveTo>
                <a:lnTo>
                  <a:pt x="83262" y="20707"/>
                </a:lnTo>
                <a:lnTo>
                  <a:pt x="75831" y="43089"/>
                </a:lnTo>
                <a:lnTo>
                  <a:pt x="66824" y="65205"/>
                </a:lnTo>
                <a:lnTo>
                  <a:pt x="59003" y="85117"/>
                </a:lnTo>
                <a:lnTo>
                  <a:pt x="43848" y="127176"/>
                </a:lnTo>
                <a:lnTo>
                  <a:pt x="27726" y="168874"/>
                </a:lnTo>
                <a:lnTo>
                  <a:pt x="9520" y="205817"/>
                </a:lnTo>
                <a:lnTo>
                  <a:pt x="1614" y="226187"/>
                </a:lnTo>
                <a:lnTo>
                  <a:pt x="21323" y="265802"/>
                </a:lnTo>
                <a:lnTo>
                  <a:pt x="53579" y="272462"/>
                </a:lnTo>
                <a:lnTo>
                  <a:pt x="63051" y="218955"/>
                </a:lnTo>
                <a:lnTo>
                  <a:pt x="69728" y="164339"/>
                </a:lnTo>
                <a:lnTo>
                  <a:pt x="80042" y="54246"/>
                </a:lnTo>
                <a:lnTo>
                  <a:pt x="86353" y="0"/>
                </a:lnTo>
                <a:close/>
              </a:path>
            </a:pathLst>
          </a:custGeom>
          <a:solidFill>
            <a:srgbClr val="FFFFFF">
              <a:alpha val="26998"/>
            </a:srgbClr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74" name="object 374" descr=""/>
          <p:cNvPicPr/>
          <p:nvPr/>
        </p:nvPicPr>
        <p:blipFill>
          <a:blip r:embed="rId67" cstate="print"/>
          <a:stretch>
            <a:fillRect/>
          </a:stretch>
        </p:blipFill>
        <p:spPr>
          <a:xfrm>
            <a:off x="7486001" y="5545518"/>
            <a:ext cx="64668" cy="248055"/>
          </a:xfrm>
          <a:prstGeom prst="rect">
            <a:avLst/>
          </a:prstGeom>
        </p:spPr>
      </p:pic>
      <p:sp>
        <p:nvSpPr>
          <p:cNvPr id="375" name="object 375" descr=""/>
          <p:cNvSpPr/>
          <p:nvPr/>
        </p:nvSpPr>
        <p:spPr>
          <a:xfrm>
            <a:off x="8479363" y="7064962"/>
            <a:ext cx="78740" cy="388620"/>
          </a:xfrm>
          <a:custGeom>
            <a:avLst/>
            <a:gdLst/>
            <a:ahLst/>
            <a:cxnLst/>
            <a:rect l="l" t="t" r="r" b="b"/>
            <a:pathLst>
              <a:path w="78740" h="388620">
                <a:moveTo>
                  <a:pt x="44608" y="0"/>
                </a:moveTo>
                <a:lnTo>
                  <a:pt x="22670" y="3984"/>
                </a:lnTo>
                <a:lnTo>
                  <a:pt x="5715" y="25414"/>
                </a:lnTo>
                <a:lnTo>
                  <a:pt x="0" y="65547"/>
                </a:lnTo>
                <a:lnTo>
                  <a:pt x="10134" y="318608"/>
                </a:lnTo>
                <a:lnTo>
                  <a:pt x="15580" y="364931"/>
                </a:lnTo>
                <a:lnTo>
                  <a:pt x="32407" y="388103"/>
                </a:lnTo>
                <a:lnTo>
                  <a:pt x="38630" y="387923"/>
                </a:lnTo>
                <a:lnTo>
                  <a:pt x="55444" y="356413"/>
                </a:lnTo>
                <a:lnTo>
                  <a:pt x="54679" y="295666"/>
                </a:lnTo>
                <a:lnTo>
                  <a:pt x="56641" y="241439"/>
                </a:lnTo>
                <a:lnTo>
                  <a:pt x="61150" y="187364"/>
                </a:lnTo>
                <a:lnTo>
                  <a:pt x="68195" y="133559"/>
                </a:lnTo>
                <a:lnTo>
                  <a:pt x="77767" y="80144"/>
                </a:lnTo>
                <a:lnTo>
                  <a:pt x="78412" y="39337"/>
                </a:lnTo>
                <a:lnTo>
                  <a:pt x="65274" y="12203"/>
                </a:lnTo>
                <a:lnTo>
                  <a:pt x="44608" y="0"/>
                </a:lnTo>
                <a:close/>
              </a:path>
            </a:pathLst>
          </a:custGeom>
          <a:solidFill>
            <a:srgbClr val="FFFFFF">
              <a:alpha val="16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76" name="object 376" descr=""/>
          <p:cNvSpPr/>
          <p:nvPr/>
        </p:nvSpPr>
        <p:spPr>
          <a:xfrm>
            <a:off x="6935398" y="7062667"/>
            <a:ext cx="85725" cy="393700"/>
          </a:xfrm>
          <a:custGeom>
            <a:avLst/>
            <a:gdLst/>
            <a:ahLst/>
            <a:cxnLst/>
            <a:rect l="l" t="t" r="r" b="b"/>
            <a:pathLst>
              <a:path w="85725" h="393700">
                <a:moveTo>
                  <a:pt x="47242" y="0"/>
                </a:moveTo>
                <a:lnTo>
                  <a:pt x="8481" y="20604"/>
                </a:lnTo>
                <a:lnTo>
                  <a:pt x="2" y="59489"/>
                </a:lnTo>
                <a:lnTo>
                  <a:pt x="0" y="73042"/>
                </a:lnTo>
                <a:lnTo>
                  <a:pt x="3905" y="381901"/>
                </a:lnTo>
                <a:lnTo>
                  <a:pt x="4481" y="388812"/>
                </a:lnTo>
                <a:lnTo>
                  <a:pt x="9434" y="392090"/>
                </a:lnTo>
                <a:lnTo>
                  <a:pt x="16147" y="393485"/>
                </a:lnTo>
                <a:lnTo>
                  <a:pt x="22566" y="390101"/>
                </a:lnTo>
                <a:lnTo>
                  <a:pt x="36296" y="354193"/>
                </a:lnTo>
                <a:lnTo>
                  <a:pt x="38433" y="309005"/>
                </a:lnTo>
                <a:lnTo>
                  <a:pt x="37925" y="286292"/>
                </a:lnTo>
                <a:lnTo>
                  <a:pt x="37773" y="247342"/>
                </a:lnTo>
                <a:lnTo>
                  <a:pt x="38980" y="208411"/>
                </a:lnTo>
                <a:lnTo>
                  <a:pt x="41541" y="169544"/>
                </a:lnTo>
                <a:lnTo>
                  <a:pt x="45454" y="130789"/>
                </a:lnTo>
                <a:lnTo>
                  <a:pt x="56909" y="85387"/>
                </a:lnTo>
                <a:lnTo>
                  <a:pt x="72278" y="62746"/>
                </a:lnTo>
                <a:lnTo>
                  <a:pt x="77358" y="55158"/>
                </a:lnTo>
                <a:lnTo>
                  <a:pt x="81638" y="46968"/>
                </a:lnTo>
                <a:lnTo>
                  <a:pt x="84562" y="38225"/>
                </a:lnTo>
                <a:lnTo>
                  <a:pt x="85563" y="29267"/>
                </a:lnTo>
                <a:lnTo>
                  <a:pt x="84070" y="20436"/>
                </a:lnTo>
                <a:lnTo>
                  <a:pt x="69662" y="4003"/>
                </a:lnTo>
                <a:lnTo>
                  <a:pt x="47242" y="0"/>
                </a:lnTo>
                <a:close/>
              </a:path>
            </a:pathLst>
          </a:custGeom>
          <a:solidFill>
            <a:srgbClr val="FFFFFF">
              <a:alpha val="22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77" name="object 377" descr=""/>
          <p:cNvSpPr/>
          <p:nvPr/>
        </p:nvSpPr>
        <p:spPr>
          <a:xfrm>
            <a:off x="6682803" y="9742569"/>
            <a:ext cx="2667000" cy="360045"/>
          </a:xfrm>
          <a:custGeom>
            <a:avLst/>
            <a:gdLst/>
            <a:ahLst/>
            <a:cxnLst/>
            <a:rect l="l" t="t" r="r" b="b"/>
            <a:pathLst>
              <a:path w="2667000" h="360045">
                <a:moveTo>
                  <a:pt x="2666568" y="0"/>
                </a:moveTo>
                <a:lnTo>
                  <a:pt x="0" y="0"/>
                </a:lnTo>
                <a:lnTo>
                  <a:pt x="0" y="111429"/>
                </a:lnTo>
                <a:lnTo>
                  <a:pt x="0" y="359549"/>
                </a:lnTo>
                <a:lnTo>
                  <a:pt x="2666568" y="359549"/>
                </a:lnTo>
                <a:lnTo>
                  <a:pt x="2666568" y="111429"/>
                </a:lnTo>
                <a:lnTo>
                  <a:pt x="2666568" y="0"/>
                </a:lnTo>
                <a:close/>
              </a:path>
            </a:pathLst>
          </a:custGeom>
          <a:solidFill>
            <a:srgbClr val="B76C4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8" name="object 378" descr=""/>
          <p:cNvSpPr/>
          <p:nvPr/>
        </p:nvSpPr>
        <p:spPr>
          <a:xfrm>
            <a:off x="7605024" y="8692164"/>
            <a:ext cx="883919" cy="540385"/>
          </a:xfrm>
          <a:custGeom>
            <a:avLst/>
            <a:gdLst/>
            <a:ahLst/>
            <a:cxnLst/>
            <a:rect l="l" t="t" r="r" b="b"/>
            <a:pathLst>
              <a:path w="883920" h="540384">
                <a:moveTo>
                  <a:pt x="0" y="540056"/>
                </a:moveTo>
                <a:lnTo>
                  <a:pt x="883742" y="540056"/>
                </a:lnTo>
                <a:lnTo>
                  <a:pt x="883742" y="0"/>
                </a:lnTo>
                <a:lnTo>
                  <a:pt x="0" y="0"/>
                </a:lnTo>
                <a:lnTo>
                  <a:pt x="0" y="540056"/>
                </a:lnTo>
                <a:close/>
              </a:path>
            </a:pathLst>
          </a:custGeom>
          <a:solidFill>
            <a:srgbClr val="E4B17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9" name="object 379" descr=""/>
          <p:cNvSpPr/>
          <p:nvPr/>
        </p:nvSpPr>
        <p:spPr>
          <a:xfrm>
            <a:off x="6969316" y="8692164"/>
            <a:ext cx="116839" cy="540385"/>
          </a:xfrm>
          <a:custGeom>
            <a:avLst/>
            <a:gdLst/>
            <a:ahLst/>
            <a:cxnLst/>
            <a:rect l="l" t="t" r="r" b="b"/>
            <a:pathLst>
              <a:path w="116840" h="540384">
                <a:moveTo>
                  <a:pt x="0" y="540056"/>
                </a:moveTo>
                <a:lnTo>
                  <a:pt x="116300" y="540056"/>
                </a:lnTo>
                <a:lnTo>
                  <a:pt x="116300" y="0"/>
                </a:lnTo>
                <a:lnTo>
                  <a:pt x="0" y="0"/>
                </a:lnTo>
                <a:lnTo>
                  <a:pt x="0" y="540056"/>
                </a:lnTo>
                <a:close/>
              </a:path>
            </a:pathLst>
          </a:custGeom>
          <a:solidFill>
            <a:srgbClr val="E4B17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0" name="object 380" descr=""/>
          <p:cNvSpPr/>
          <p:nvPr/>
        </p:nvSpPr>
        <p:spPr>
          <a:xfrm>
            <a:off x="7170388" y="8692164"/>
            <a:ext cx="349885" cy="540385"/>
          </a:xfrm>
          <a:custGeom>
            <a:avLst/>
            <a:gdLst/>
            <a:ahLst/>
            <a:cxnLst/>
            <a:rect l="l" t="t" r="r" b="b"/>
            <a:pathLst>
              <a:path w="349884" h="540384">
                <a:moveTo>
                  <a:pt x="0" y="540056"/>
                </a:moveTo>
                <a:lnTo>
                  <a:pt x="349853" y="540056"/>
                </a:lnTo>
                <a:lnTo>
                  <a:pt x="349853" y="0"/>
                </a:lnTo>
                <a:lnTo>
                  <a:pt x="0" y="0"/>
                </a:lnTo>
                <a:lnTo>
                  <a:pt x="0" y="540056"/>
                </a:lnTo>
                <a:close/>
              </a:path>
            </a:pathLst>
          </a:custGeom>
          <a:solidFill>
            <a:srgbClr val="E4B17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1" name="object 381" descr=""/>
          <p:cNvSpPr/>
          <p:nvPr/>
        </p:nvSpPr>
        <p:spPr>
          <a:xfrm>
            <a:off x="8573540" y="8692164"/>
            <a:ext cx="373380" cy="540385"/>
          </a:xfrm>
          <a:custGeom>
            <a:avLst/>
            <a:gdLst/>
            <a:ahLst/>
            <a:cxnLst/>
            <a:rect l="l" t="t" r="r" b="b"/>
            <a:pathLst>
              <a:path w="373379" h="540384">
                <a:moveTo>
                  <a:pt x="0" y="540056"/>
                </a:moveTo>
                <a:lnTo>
                  <a:pt x="373056" y="540056"/>
                </a:lnTo>
                <a:lnTo>
                  <a:pt x="373056" y="0"/>
                </a:lnTo>
                <a:lnTo>
                  <a:pt x="0" y="0"/>
                </a:lnTo>
                <a:lnTo>
                  <a:pt x="0" y="540056"/>
                </a:lnTo>
                <a:close/>
              </a:path>
            </a:pathLst>
          </a:custGeom>
          <a:solidFill>
            <a:srgbClr val="E4B179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82" name="object 382" descr=""/>
          <p:cNvGrpSpPr/>
          <p:nvPr/>
        </p:nvGrpSpPr>
        <p:grpSpPr>
          <a:xfrm>
            <a:off x="6969316" y="8560692"/>
            <a:ext cx="2176145" cy="671830"/>
            <a:chOff x="6969316" y="8560692"/>
            <a:chExt cx="2176145" cy="671830"/>
          </a:xfrm>
        </p:grpSpPr>
        <p:sp>
          <p:nvSpPr>
            <p:cNvPr id="383" name="object 383" descr=""/>
            <p:cNvSpPr/>
            <p:nvPr/>
          </p:nvSpPr>
          <p:spPr>
            <a:xfrm>
              <a:off x="9031368" y="8692164"/>
              <a:ext cx="114300" cy="540385"/>
            </a:xfrm>
            <a:custGeom>
              <a:avLst/>
              <a:gdLst/>
              <a:ahLst/>
              <a:cxnLst/>
              <a:rect l="l" t="t" r="r" b="b"/>
              <a:pathLst>
                <a:path w="114300" h="540384">
                  <a:moveTo>
                    <a:pt x="0" y="540056"/>
                  </a:moveTo>
                  <a:lnTo>
                    <a:pt x="113776" y="540056"/>
                  </a:lnTo>
                  <a:lnTo>
                    <a:pt x="113776" y="0"/>
                  </a:lnTo>
                  <a:lnTo>
                    <a:pt x="0" y="0"/>
                  </a:lnTo>
                  <a:lnTo>
                    <a:pt x="0" y="540056"/>
                  </a:lnTo>
                  <a:close/>
                </a:path>
              </a:pathLst>
            </a:custGeom>
            <a:solidFill>
              <a:srgbClr val="E4B1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 descr=""/>
            <p:cNvSpPr/>
            <p:nvPr/>
          </p:nvSpPr>
          <p:spPr>
            <a:xfrm>
              <a:off x="6969316" y="8560692"/>
              <a:ext cx="2176145" cy="130175"/>
            </a:xfrm>
            <a:custGeom>
              <a:avLst/>
              <a:gdLst/>
              <a:ahLst/>
              <a:cxnLst/>
              <a:rect l="l" t="t" r="r" b="b"/>
              <a:pathLst>
                <a:path w="2176145" h="130175">
                  <a:moveTo>
                    <a:pt x="2175829" y="0"/>
                  </a:moveTo>
                  <a:lnTo>
                    <a:pt x="0" y="0"/>
                  </a:lnTo>
                  <a:lnTo>
                    <a:pt x="0" y="130016"/>
                  </a:lnTo>
                  <a:lnTo>
                    <a:pt x="2175829" y="130016"/>
                  </a:lnTo>
                  <a:lnTo>
                    <a:pt x="2175829" y="0"/>
                  </a:lnTo>
                  <a:close/>
                </a:path>
              </a:pathLst>
            </a:custGeom>
            <a:solidFill>
              <a:srgbClr val="55343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85" name="object 385" descr=""/>
          <p:cNvGrpSpPr/>
          <p:nvPr/>
        </p:nvGrpSpPr>
        <p:grpSpPr>
          <a:xfrm>
            <a:off x="8422058" y="7966858"/>
            <a:ext cx="927735" cy="593725"/>
            <a:chOff x="8422058" y="7966858"/>
            <a:chExt cx="927735" cy="593725"/>
          </a:xfrm>
        </p:grpSpPr>
        <p:sp>
          <p:nvSpPr>
            <p:cNvPr id="386" name="object 386" descr=""/>
            <p:cNvSpPr/>
            <p:nvPr/>
          </p:nvSpPr>
          <p:spPr>
            <a:xfrm>
              <a:off x="8536927" y="8172913"/>
              <a:ext cx="794385" cy="266700"/>
            </a:xfrm>
            <a:custGeom>
              <a:avLst/>
              <a:gdLst/>
              <a:ahLst/>
              <a:cxnLst/>
              <a:rect l="l" t="t" r="r" b="b"/>
              <a:pathLst>
                <a:path w="794384" h="266700">
                  <a:moveTo>
                    <a:pt x="794029" y="189738"/>
                  </a:moveTo>
                  <a:lnTo>
                    <a:pt x="740829" y="197167"/>
                  </a:lnTo>
                  <a:lnTo>
                    <a:pt x="703745" y="195770"/>
                  </a:lnTo>
                  <a:lnTo>
                    <a:pt x="665340" y="182041"/>
                  </a:lnTo>
                  <a:lnTo>
                    <a:pt x="608203" y="152488"/>
                  </a:lnTo>
                  <a:lnTo>
                    <a:pt x="550100" y="116509"/>
                  </a:lnTo>
                  <a:lnTo>
                    <a:pt x="516267" y="87553"/>
                  </a:lnTo>
                  <a:lnTo>
                    <a:pt x="502462" y="70650"/>
                  </a:lnTo>
                  <a:lnTo>
                    <a:pt x="502462" y="0"/>
                  </a:lnTo>
                  <a:lnTo>
                    <a:pt x="0" y="0"/>
                  </a:lnTo>
                  <a:lnTo>
                    <a:pt x="0" y="74891"/>
                  </a:lnTo>
                  <a:lnTo>
                    <a:pt x="428942" y="74891"/>
                  </a:lnTo>
                  <a:lnTo>
                    <a:pt x="508952" y="241236"/>
                  </a:lnTo>
                  <a:lnTo>
                    <a:pt x="660158" y="266280"/>
                  </a:lnTo>
                  <a:lnTo>
                    <a:pt x="794029" y="235762"/>
                  </a:lnTo>
                  <a:lnTo>
                    <a:pt x="794029" y="189738"/>
                  </a:lnTo>
                  <a:close/>
                </a:path>
              </a:pathLst>
            </a:custGeom>
            <a:solidFill>
              <a:srgbClr val="D79F3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" name="object 387" descr=""/>
            <p:cNvSpPr/>
            <p:nvPr/>
          </p:nvSpPr>
          <p:spPr>
            <a:xfrm>
              <a:off x="8560676" y="8234152"/>
              <a:ext cx="770890" cy="326390"/>
            </a:xfrm>
            <a:custGeom>
              <a:avLst/>
              <a:gdLst/>
              <a:ahLst/>
              <a:cxnLst/>
              <a:rect l="l" t="t" r="r" b="b"/>
              <a:pathLst>
                <a:path w="770890" h="326390">
                  <a:moveTo>
                    <a:pt x="770280" y="174523"/>
                  </a:moveTo>
                  <a:lnTo>
                    <a:pt x="749947" y="175806"/>
                  </a:lnTo>
                  <a:lnTo>
                    <a:pt x="697090" y="173647"/>
                  </a:lnTo>
                  <a:lnTo>
                    <a:pt x="623976" y="159067"/>
                  </a:lnTo>
                  <a:lnTo>
                    <a:pt x="542836" y="123075"/>
                  </a:lnTo>
                  <a:lnTo>
                    <a:pt x="489089" y="89484"/>
                  </a:lnTo>
                  <a:lnTo>
                    <a:pt x="457301" y="65468"/>
                  </a:lnTo>
                  <a:lnTo>
                    <a:pt x="409600" y="0"/>
                  </a:lnTo>
                  <a:lnTo>
                    <a:pt x="0" y="0"/>
                  </a:lnTo>
                  <a:lnTo>
                    <a:pt x="0" y="324383"/>
                  </a:lnTo>
                  <a:lnTo>
                    <a:pt x="599249" y="325843"/>
                  </a:lnTo>
                  <a:lnTo>
                    <a:pt x="612063" y="319862"/>
                  </a:lnTo>
                  <a:lnTo>
                    <a:pt x="680910" y="281698"/>
                  </a:lnTo>
                  <a:lnTo>
                    <a:pt x="714565" y="255930"/>
                  </a:lnTo>
                  <a:lnTo>
                    <a:pt x="749338" y="219354"/>
                  </a:lnTo>
                  <a:lnTo>
                    <a:pt x="770255" y="174561"/>
                  </a:lnTo>
                  <a:close/>
                </a:path>
              </a:pathLst>
            </a:custGeom>
            <a:solidFill>
              <a:srgbClr val="AD3C2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88" name="object 388" descr=""/>
            <p:cNvPicPr/>
            <p:nvPr/>
          </p:nvPicPr>
          <p:blipFill>
            <a:blip r:embed="rId68" cstate="print"/>
            <a:stretch>
              <a:fillRect/>
            </a:stretch>
          </p:blipFill>
          <p:spPr>
            <a:xfrm>
              <a:off x="9253020" y="8314036"/>
              <a:ext cx="96363" cy="96353"/>
            </a:xfrm>
            <a:prstGeom prst="rect">
              <a:avLst/>
            </a:prstGeom>
          </p:spPr>
        </p:pic>
        <p:sp>
          <p:nvSpPr>
            <p:cNvPr id="389" name="object 389" descr=""/>
            <p:cNvSpPr/>
            <p:nvPr/>
          </p:nvSpPr>
          <p:spPr>
            <a:xfrm>
              <a:off x="8422058" y="7966858"/>
              <a:ext cx="507365" cy="553720"/>
            </a:xfrm>
            <a:custGeom>
              <a:avLst/>
              <a:gdLst/>
              <a:ahLst/>
              <a:cxnLst/>
              <a:rect l="l" t="t" r="r" b="b"/>
              <a:pathLst>
                <a:path w="507365" h="553720">
                  <a:moveTo>
                    <a:pt x="58553" y="0"/>
                  </a:moveTo>
                  <a:lnTo>
                    <a:pt x="0" y="0"/>
                  </a:lnTo>
                  <a:lnTo>
                    <a:pt x="37370" y="296566"/>
                  </a:lnTo>
                  <a:lnTo>
                    <a:pt x="81536" y="464875"/>
                  </a:lnTo>
                  <a:lnTo>
                    <a:pt x="337455" y="553145"/>
                  </a:lnTo>
                  <a:lnTo>
                    <a:pt x="475545" y="523491"/>
                  </a:lnTo>
                  <a:lnTo>
                    <a:pt x="507314" y="470278"/>
                  </a:lnTo>
                  <a:lnTo>
                    <a:pt x="377901" y="436259"/>
                  </a:lnTo>
                  <a:lnTo>
                    <a:pt x="304331" y="412556"/>
                  </a:lnTo>
                  <a:lnTo>
                    <a:pt x="259212" y="388042"/>
                  </a:lnTo>
                  <a:lnTo>
                    <a:pt x="215155" y="351591"/>
                  </a:lnTo>
                  <a:lnTo>
                    <a:pt x="161067" y="270711"/>
                  </a:lnTo>
                  <a:lnTo>
                    <a:pt x="110526" y="152734"/>
                  </a:lnTo>
                  <a:lnTo>
                    <a:pt x="73149" y="46288"/>
                  </a:lnTo>
                  <a:lnTo>
                    <a:pt x="58553" y="0"/>
                  </a:lnTo>
                  <a:close/>
                </a:path>
              </a:pathLst>
            </a:custGeom>
            <a:solidFill>
              <a:srgbClr val="EEB541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90" name="object 390" descr=""/>
          <p:cNvGrpSpPr/>
          <p:nvPr/>
        </p:nvGrpSpPr>
        <p:grpSpPr>
          <a:xfrm>
            <a:off x="6779877" y="8173615"/>
            <a:ext cx="812800" cy="387350"/>
            <a:chOff x="6779877" y="8173615"/>
            <a:chExt cx="812800" cy="387350"/>
          </a:xfrm>
        </p:grpSpPr>
        <p:sp>
          <p:nvSpPr>
            <p:cNvPr id="391" name="object 391" descr=""/>
            <p:cNvSpPr/>
            <p:nvPr/>
          </p:nvSpPr>
          <p:spPr>
            <a:xfrm>
              <a:off x="6798285" y="8173624"/>
              <a:ext cx="794385" cy="266700"/>
            </a:xfrm>
            <a:custGeom>
              <a:avLst/>
              <a:gdLst/>
              <a:ahLst/>
              <a:cxnLst/>
              <a:rect l="l" t="t" r="r" b="b"/>
              <a:pathLst>
                <a:path w="794384" h="266700">
                  <a:moveTo>
                    <a:pt x="794016" y="0"/>
                  </a:moveTo>
                  <a:lnTo>
                    <a:pt x="291553" y="0"/>
                  </a:lnTo>
                  <a:lnTo>
                    <a:pt x="291553" y="70662"/>
                  </a:lnTo>
                  <a:lnTo>
                    <a:pt x="277761" y="87553"/>
                  </a:lnTo>
                  <a:lnTo>
                    <a:pt x="243928" y="116497"/>
                  </a:lnTo>
                  <a:lnTo>
                    <a:pt x="185826" y="152476"/>
                  </a:lnTo>
                  <a:lnTo>
                    <a:pt x="128676" y="182029"/>
                  </a:lnTo>
                  <a:lnTo>
                    <a:pt x="90271" y="195757"/>
                  </a:lnTo>
                  <a:lnTo>
                    <a:pt x="53187" y="197167"/>
                  </a:lnTo>
                  <a:lnTo>
                    <a:pt x="0" y="189738"/>
                  </a:lnTo>
                  <a:lnTo>
                    <a:pt x="0" y="235762"/>
                  </a:lnTo>
                  <a:lnTo>
                    <a:pt x="133870" y="266280"/>
                  </a:lnTo>
                  <a:lnTo>
                    <a:pt x="285076" y="241236"/>
                  </a:lnTo>
                  <a:lnTo>
                    <a:pt x="365074" y="74879"/>
                  </a:lnTo>
                  <a:lnTo>
                    <a:pt x="794016" y="74879"/>
                  </a:lnTo>
                  <a:lnTo>
                    <a:pt x="794016" y="0"/>
                  </a:lnTo>
                  <a:close/>
                </a:path>
              </a:pathLst>
            </a:custGeom>
            <a:solidFill>
              <a:srgbClr val="D79F3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" name="object 392" descr=""/>
            <p:cNvSpPr/>
            <p:nvPr/>
          </p:nvSpPr>
          <p:spPr>
            <a:xfrm>
              <a:off x="6798285" y="8234863"/>
              <a:ext cx="770890" cy="326390"/>
            </a:xfrm>
            <a:custGeom>
              <a:avLst/>
              <a:gdLst/>
              <a:ahLst/>
              <a:cxnLst/>
              <a:rect l="l" t="t" r="r" b="b"/>
              <a:pathLst>
                <a:path w="770890" h="326390">
                  <a:moveTo>
                    <a:pt x="770280" y="0"/>
                  </a:moveTo>
                  <a:lnTo>
                    <a:pt x="360680" y="0"/>
                  </a:lnTo>
                  <a:lnTo>
                    <a:pt x="335318" y="39484"/>
                  </a:lnTo>
                  <a:lnTo>
                    <a:pt x="312978" y="65468"/>
                  </a:lnTo>
                  <a:lnTo>
                    <a:pt x="281190" y="89484"/>
                  </a:lnTo>
                  <a:lnTo>
                    <a:pt x="227444" y="123075"/>
                  </a:lnTo>
                  <a:lnTo>
                    <a:pt x="146304" y="159054"/>
                  </a:lnTo>
                  <a:lnTo>
                    <a:pt x="73190" y="173634"/>
                  </a:lnTo>
                  <a:lnTo>
                    <a:pt x="20345" y="175793"/>
                  </a:lnTo>
                  <a:lnTo>
                    <a:pt x="0" y="174523"/>
                  </a:lnTo>
                  <a:lnTo>
                    <a:pt x="11353" y="201777"/>
                  </a:lnTo>
                  <a:lnTo>
                    <a:pt x="33985" y="234848"/>
                  </a:lnTo>
                  <a:lnTo>
                    <a:pt x="89369" y="281686"/>
                  </a:lnTo>
                  <a:lnTo>
                    <a:pt x="127266" y="304063"/>
                  </a:lnTo>
                  <a:lnTo>
                    <a:pt x="171030" y="325831"/>
                  </a:lnTo>
                  <a:lnTo>
                    <a:pt x="770280" y="324383"/>
                  </a:lnTo>
                  <a:lnTo>
                    <a:pt x="770280" y="267462"/>
                  </a:lnTo>
                  <a:lnTo>
                    <a:pt x="770280" y="0"/>
                  </a:lnTo>
                  <a:close/>
                </a:path>
              </a:pathLst>
            </a:custGeom>
            <a:solidFill>
              <a:srgbClr val="AD3C2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93" name="object 393" descr=""/>
            <p:cNvPicPr/>
            <p:nvPr/>
          </p:nvPicPr>
          <p:blipFill>
            <a:blip r:embed="rId69" cstate="print"/>
            <a:stretch>
              <a:fillRect/>
            </a:stretch>
          </p:blipFill>
          <p:spPr>
            <a:xfrm>
              <a:off x="6779877" y="8314740"/>
              <a:ext cx="96353" cy="96353"/>
            </a:xfrm>
            <a:prstGeom prst="rect">
              <a:avLst/>
            </a:prstGeom>
          </p:spPr>
        </p:pic>
      </p:grpSp>
      <p:pic>
        <p:nvPicPr>
          <p:cNvPr id="394" name="object 394" descr=""/>
          <p:cNvPicPr/>
          <p:nvPr/>
        </p:nvPicPr>
        <p:blipFill>
          <a:blip r:embed="rId70" cstate="print"/>
          <a:stretch>
            <a:fillRect/>
          </a:stretch>
        </p:blipFill>
        <p:spPr>
          <a:xfrm>
            <a:off x="8257553" y="7871297"/>
            <a:ext cx="237293" cy="113513"/>
          </a:xfrm>
          <a:prstGeom prst="rect">
            <a:avLst/>
          </a:prstGeom>
        </p:spPr>
      </p:pic>
      <p:pic>
        <p:nvPicPr>
          <p:cNvPr id="395" name="object 395" descr=""/>
          <p:cNvPicPr/>
          <p:nvPr/>
        </p:nvPicPr>
        <p:blipFill>
          <a:blip r:embed="rId71" cstate="print"/>
          <a:stretch>
            <a:fillRect/>
          </a:stretch>
        </p:blipFill>
        <p:spPr>
          <a:xfrm>
            <a:off x="7624494" y="7871297"/>
            <a:ext cx="237293" cy="113513"/>
          </a:xfrm>
          <a:prstGeom prst="rect">
            <a:avLst/>
          </a:prstGeom>
        </p:spPr>
      </p:pic>
      <p:sp>
        <p:nvSpPr>
          <p:cNvPr id="396" name="object 396" descr=""/>
          <p:cNvSpPr/>
          <p:nvPr/>
        </p:nvSpPr>
        <p:spPr>
          <a:xfrm>
            <a:off x="8415630" y="7972499"/>
            <a:ext cx="513715" cy="549910"/>
          </a:xfrm>
          <a:custGeom>
            <a:avLst/>
            <a:gdLst/>
            <a:ahLst/>
            <a:cxnLst/>
            <a:rect l="l" t="t" r="r" b="b"/>
            <a:pathLst>
              <a:path w="513715" h="549909">
                <a:moveTo>
                  <a:pt x="58553" y="0"/>
                </a:moveTo>
                <a:lnTo>
                  <a:pt x="0" y="680"/>
                </a:lnTo>
                <a:lnTo>
                  <a:pt x="41171" y="296797"/>
                </a:lnTo>
                <a:lnTo>
                  <a:pt x="87494" y="464582"/>
                </a:lnTo>
                <a:lnTo>
                  <a:pt x="344534" y="549857"/>
                </a:lnTo>
                <a:lnTo>
                  <a:pt x="482226" y="518602"/>
                </a:lnTo>
                <a:lnTo>
                  <a:pt x="513314" y="465022"/>
                </a:lnTo>
                <a:lnTo>
                  <a:pt x="383471" y="432511"/>
                </a:lnTo>
                <a:lnTo>
                  <a:pt x="309600" y="409666"/>
                </a:lnTo>
                <a:lnTo>
                  <a:pt x="264169" y="385681"/>
                </a:lnTo>
                <a:lnTo>
                  <a:pt x="219647" y="349748"/>
                </a:lnTo>
                <a:lnTo>
                  <a:pt x="164531" y="269501"/>
                </a:lnTo>
                <a:lnTo>
                  <a:pt x="112482" y="152119"/>
                </a:lnTo>
                <a:lnTo>
                  <a:pt x="73742" y="46115"/>
                </a:lnTo>
                <a:lnTo>
                  <a:pt x="58553" y="0"/>
                </a:lnTo>
                <a:close/>
              </a:path>
            </a:pathLst>
          </a:custGeom>
          <a:solidFill>
            <a:srgbClr val="EEB541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97" name="object 397" descr=""/>
          <p:cNvGrpSpPr/>
          <p:nvPr/>
        </p:nvGrpSpPr>
        <p:grpSpPr>
          <a:xfrm>
            <a:off x="7199882" y="7955600"/>
            <a:ext cx="1698625" cy="603885"/>
            <a:chOff x="7199882" y="7955600"/>
            <a:chExt cx="1698625" cy="603885"/>
          </a:xfrm>
        </p:grpSpPr>
        <p:sp>
          <p:nvSpPr>
            <p:cNvPr id="398" name="object 398" descr=""/>
            <p:cNvSpPr/>
            <p:nvPr/>
          </p:nvSpPr>
          <p:spPr>
            <a:xfrm>
              <a:off x="7199882" y="7971923"/>
              <a:ext cx="507365" cy="553720"/>
            </a:xfrm>
            <a:custGeom>
              <a:avLst/>
              <a:gdLst/>
              <a:ahLst/>
              <a:cxnLst/>
              <a:rect l="l" t="t" r="r" b="b"/>
              <a:pathLst>
                <a:path w="507365" h="553720">
                  <a:moveTo>
                    <a:pt x="507314" y="0"/>
                  </a:moveTo>
                  <a:lnTo>
                    <a:pt x="448750" y="0"/>
                  </a:lnTo>
                  <a:lnTo>
                    <a:pt x="434156" y="46289"/>
                  </a:lnTo>
                  <a:lnTo>
                    <a:pt x="396782" y="152740"/>
                  </a:lnTo>
                  <a:lnTo>
                    <a:pt x="346244" y="270720"/>
                  </a:lnTo>
                  <a:lnTo>
                    <a:pt x="292158" y="351601"/>
                  </a:lnTo>
                  <a:lnTo>
                    <a:pt x="248102" y="388047"/>
                  </a:lnTo>
                  <a:lnTo>
                    <a:pt x="202983" y="412558"/>
                  </a:lnTo>
                  <a:lnTo>
                    <a:pt x="129412" y="436259"/>
                  </a:lnTo>
                  <a:lnTo>
                    <a:pt x="0" y="470278"/>
                  </a:lnTo>
                  <a:lnTo>
                    <a:pt x="31768" y="523502"/>
                  </a:lnTo>
                  <a:lnTo>
                    <a:pt x="169848" y="553155"/>
                  </a:lnTo>
                  <a:lnTo>
                    <a:pt x="425777" y="464886"/>
                  </a:lnTo>
                  <a:lnTo>
                    <a:pt x="469943" y="296577"/>
                  </a:lnTo>
                  <a:lnTo>
                    <a:pt x="507314" y="0"/>
                  </a:lnTo>
                  <a:close/>
                </a:path>
              </a:pathLst>
            </a:custGeom>
            <a:solidFill>
              <a:srgbClr val="EEB54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 descr=""/>
            <p:cNvSpPr/>
            <p:nvPr/>
          </p:nvSpPr>
          <p:spPr>
            <a:xfrm>
              <a:off x="7231648" y="8495421"/>
              <a:ext cx="834390" cy="64135"/>
            </a:xfrm>
            <a:custGeom>
              <a:avLst/>
              <a:gdLst/>
              <a:ahLst/>
              <a:cxnLst/>
              <a:rect l="l" t="t" r="r" b="b"/>
              <a:pathLst>
                <a:path w="834390" h="64134">
                  <a:moveTo>
                    <a:pt x="833974" y="0"/>
                  </a:moveTo>
                  <a:lnTo>
                    <a:pt x="0" y="0"/>
                  </a:lnTo>
                  <a:lnTo>
                    <a:pt x="4414" y="2015"/>
                  </a:lnTo>
                  <a:lnTo>
                    <a:pt x="15451" y="8033"/>
                  </a:lnTo>
                  <a:lnTo>
                    <a:pt x="54279" y="44299"/>
                  </a:lnTo>
                  <a:lnTo>
                    <a:pt x="60153" y="57260"/>
                  </a:lnTo>
                  <a:lnTo>
                    <a:pt x="58595" y="63820"/>
                  </a:lnTo>
                  <a:lnTo>
                    <a:pt x="833178" y="63820"/>
                  </a:lnTo>
                  <a:lnTo>
                    <a:pt x="833974" y="0"/>
                  </a:lnTo>
                  <a:close/>
                </a:path>
              </a:pathLst>
            </a:custGeom>
            <a:solidFill>
              <a:srgbClr val="0A133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 descr=""/>
            <p:cNvSpPr/>
            <p:nvPr/>
          </p:nvSpPr>
          <p:spPr>
            <a:xfrm>
              <a:off x="7231650" y="8001556"/>
              <a:ext cx="834390" cy="494030"/>
            </a:xfrm>
            <a:custGeom>
              <a:avLst/>
              <a:gdLst/>
              <a:ahLst/>
              <a:cxnLst/>
              <a:rect l="l" t="t" r="r" b="b"/>
              <a:pathLst>
                <a:path w="834390" h="494029">
                  <a:moveTo>
                    <a:pt x="832958" y="0"/>
                  </a:moveTo>
                  <a:lnTo>
                    <a:pt x="438949" y="0"/>
                  </a:lnTo>
                  <a:lnTo>
                    <a:pt x="428545" y="43816"/>
                  </a:lnTo>
                  <a:lnTo>
                    <a:pt x="401956" y="144911"/>
                  </a:lnTo>
                  <a:lnTo>
                    <a:pt x="366115" y="257755"/>
                  </a:lnTo>
                  <a:lnTo>
                    <a:pt x="327958" y="336816"/>
                  </a:lnTo>
                  <a:lnTo>
                    <a:pt x="295087" y="374521"/>
                  </a:lnTo>
                  <a:lnTo>
                    <a:pt x="249967" y="403449"/>
                  </a:lnTo>
                  <a:lnTo>
                    <a:pt x="161853" y="438324"/>
                  </a:lnTo>
                  <a:lnTo>
                    <a:pt x="0" y="493869"/>
                  </a:lnTo>
                  <a:lnTo>
                    <a:pt x="833974" y="493869"/>
                  </a:lnTo>
                  <a:lnTo>
                    <a:pt x="832958" y="0"/>
                  </a:lnTo>
                  <a:close/>
                </a:path>
              </a:pathLst>
            </a:custGeom>
            <a:solidFill>
              <a:srgbClr val="B7524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" name="object 401" descr=""/>
            <p:cNvSpPr/>
            <p:nvPr/>
          </p:nvSpPr>
          <p:spPr>
            <a:xfrm>
              <a:off x="8064470" y="8490908"/>
              <a:ext cx="834390" cy="68580"/>
            </a:xfrm>
            <a:custGeom>
              <a:avLst/>
              <a:gdLst/>
              <a:ahLst/>
              <a:cxnLst/>
              <a:rect l="l" t="t" r="r" b="b"/>
              <a:pathLst>
                <a:path w="834390" h="68579">
                  <a:moveTo>
                    <a:pt x="833953" y="0"/>
                  </a:moveTo>
                  <a:lnTo>
                    <a:pt x="0" y="4523"/>
                  </a:lnTo>
                  <a:lnTo>
                    <a:pt x="1172" y="68332"/>
                  </a:lnTo>
                  <a:lnTo>
                    <a:pt x="774573" y="68332"/>
                  </a:lnTo>
                  <a:lnTo>
                    <a:pt x="773654" y="59356"/>
                  </a:lnTo>
                  <a:lnTo>
                    <a:pt x="774956" y="52595"/>
                  </a:lnTo>
                  <a:lnTo>
                    <a:pt x="804268" y="18168"/>
                  </a:lnTo>
                  <a:lnTo>
                    <a:pt x="829550" y="2038"/>
                  </a:lnTo>
                  <a:lnTo>
                    <a:pt x="833953" y="0"/>
                  </a:lnTo>
                  <a:close/>
                </a:path>
              </a:pathLst>
            </a:custGeom>
            <a:solidFill>
              <a:srgbClr val="0A133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" name="object 402" descr=""/>
            <p:cNvSpPr/>
            <p:nvPr/>
          </p:nvSpPr>
          <p:spPr>
            <a:xfrm>
              <a:off x="8062526" y="7999426"/>
              <a:ext cx="836294" cy="496570"/>
            </a:xfrm>
            <a:custGeom>
              <a:avLst/>
              <a:gdLst/>
              <a:ahLst/>
              <a:cxnLst/>
              <a:rect l="l" t="t" r="r" b="b"/>
              <a:pathLst>
                <a:path w="836295" h="496570">
                  <a:moveTo>
                    <a:pt x="393998" y="0"/>
                  </a:moveTo>
                  <a:lnTo>
                    <a:pt x="0" y="2136"/>
                  </a:lnTo>
                  <a:lnTo>
                    <a:pt x="1937" y="496005"/>
                  </a:lnTo>
                  <a:lnTo>
                    <a:pt x="835901" y="491482"/>
                  </a:lnTo>
                  <a:lnTo>
                    <a:pt x="673714" y="436819"/>
                  </a:lnTo>
                  <a:lnTo>
                    <a:pt x="585391" y="402424"/>
                  </a:lnTo>
                  <a:lnTo>
                    <a:pt x="540098" y="373743"/>
                  </a:lnTo>
                  <a:lnTo>
                    <a:pt x="507000" y="336220"/>
                  </a:lnTo>
                  <a:lnTo>
                    <a:pt x="468378" y="257358"/>
                  </a:lnTo>
                  <a:lnTo>
                    <a:pt x="431863" y="144707"/>
                  </a:lnTo>
                  <a:lnTo>
                    <a:pt x="404666" y="43758"/>
                  </a:lnTo>
                  <a:lnTo>
                    <a:pt x="393998" y="0"/>
                  </a:lnTo>
                  <a:close/>
                </a:path>
              </a:pathLst>
            </a:custGeom>
            <a:solidFill>
              <a:srgbClr val="B7524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" name="object 403" descr=""/>
            <p:cNvSpPr/>
            <p:nvPr/>
          </p:nvSpPr>
          <p:spPr>
            <a:xfrm>
              <a:off x="7636039" y="7955600"/>
              <a:ext cx="852169" cy="55244"/>
            </a:xfrm>
            <a:custGeom>
              <a:avLst/>
              <a:gdLst/>
              <a:ahLst/>
              <a:cxnLst/>
              <a:rect l="l" t="t" r="r" b="b"/>
              <a:pathLst>
                <a:path w="852170" h="55245">
                  <a:moveTo>
                    <a:pt x="852110" y="0"/>
                  </a:moveTo>
                  <a:lnTo>
                    <a:pt x="0" y="0"/>
                  </a:lnTo>
                  <a:lnTo>
                    <a:pt x="0" y="55003"/>
                  </a:lnTo>
                  <a:lnTo>
                    <a:pt x="852110" y="55003"/>
                  </a:lnTo>
                  <a:lnTo>
                    <a:pt x="852110" y="0"/>
                  </a:lnTo>
                  <a:close/>
                </a:path>
              </a:pathLst>
            </a:custGeom>
            <a:solidFill>
              <a:srgbClr val="EEB541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04" name="object 404" descr=""/>
          <p:cNvGrpSpPr/>
          <p:nvPr/>
        </p:nvGrpSpPr>
        <p:grpSpPr>
          <a:xfrm>
            <a:off x="7840258" y="8764344"/>
            <a:ext cx="431165" cy="694690"/>
            <a:chOff x="7840258" y="8764344"/>
            <a:chExt cx="431165" cy="694690"/>
          </a:xfrm>
        </p:grpSpPr>
        <p:sp>
          <p:nvSpPr>
            <p:cNvPr id="405" name="object 405" descr=""/>
            <p:cNvSpPr/>
            <p:nvPr/>
          </p:nvSpPr>
          <p:spPr>
            <a:xfrm>
              <a:off x="7860314" y="8781060"/>
              <a:ext cx="391160" cy="654685"/>
            </a:xfrm>
            <a:custGeom>
              <a:avLst/>
              <a:gdLst/>
              <a:ahLst/>
              <a:cxnLst/>
              <a:rect l="l" t="t" r="r" b="b"/>
              <a:pathLst>
                <a:path w="391159" h="654684">
                  <a:moveTo>
                    <a:pt x="195449" y="0"/>
                  </a:moveTo>
                  <a:lnTo>
                    <a:pt x="143491" y="6518"/>
                  </a:lnTo>
                  <a:lnTo>
                    <a:pt x="96802" y="24915"/>
                  </a:lnTo>
                  <a:lnTo>
                    <a:pt x="57245" y="53451"/>
                  </a:lnTo>
                  <a:lnTo>
                    <a:pt x="26684" y="90386"/>
                  </a:lnTo>
                  <a:lnTo>
                    <a:pt x="6981" y="133981"/>
                  </a:lnTo>
                  <a:lnTo>
                    <a:pt x="0" y="182497"/>
                  </a:lnTo>
                  <a:lnTo>
                    <a:pt x="0" y="654294"/>
                  </a:lnTo>
                  <a:lnTo>
                    <a:pt x="390899" y="654294"/>
                  </a:lnTo>
                  <a:lnTo>
                    <a:pt x="390899" y="182497"/>
                  </a:lnTo>
                  <a:lnTo>
                    <a:pt x="383917" y="133981"/>
                  </a:lnTo>
                  <a:lnTo>
                    <a:pt x="364214" y="90386"/>
                  </a:lnTo>
                  <a:lnTo>
                    <a:pt x="333653" y="53451"/>
                  </a:lnTo>
                  <a:lnTo>
                    <a:pt x="294096" y="24915"/>
                  </a:lnTo>
                  <a:lnTo>
                    <a:pt x="247407" y="6518"/>
                  </a:lnTo>
                  <a:lnTo>
                    <a:pt x="195449" y="0"/>
                  </a:lnTo>
                  <a:close/>
                </a:path>
              </a:pathLst>
            </a:custGeom>
            <a:solidFill>
              <a:srgbClr val="0A133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" name="object 406" descr=""/>
            <p:cNvSpPr/>
            <p:nvPr/>
          </p:nvSpPr>
          <p:spPr>
            <a:xfrm>
              <a:off x="7860313" y="8790305"/>
              <a:ext cx="391160" cy="654685"/>
            </a:xfrm>
            <a:custGeom>
              <a:avLst/>
              <a:gdLst/>
              <a:ahLst/>
              <a:cxnLst/>
              <a:rect l="l" t="t" r="r" b="b"/>
              <a:pathLst>
                <a:path w="391159" h="654684">
                  <a:moveTo>
                    <a:pt x="195449" y="0"/>
                  </a:moveTo>
                  <a:lnTo>
                    <a:pt x="143491" y="6518"/>
                  </a:lnTo>
                  <a:lnTo>
                    <a:pt x="96802" y="24915"/>
                  </a:lnTo>
                  <a:lnTo>
                    <a:pt x="57245" y="53451"/>
                  </a:lnTo>
                  <a:lnTo>
                    <a:pt x="26684" y="90386"/>
                  </a:lnTo>
                  <a:lnTo>
                    <a:pt x="6981" y="133981"/>
                  </a:lnTo>
                  <a:lnTo>
                    <a:pt x="0" y="182497"/>
                  </a:lnTo>
                  <a:lnTo>
                    <a:pt x="0" y="654304"/>
                  </a:lnTo>
                  <a:lnTo>
                    <a:pt x="67453" y="654304"/>
                  </a:lnTo>
                  <a:lnTo>
                    <a:pt x="67453" y="325309"/>
                  </a:lnTo>
                  <a:lnTo>
                    <a:pt x="74435" y="276794"/>
                  </a:lnTo>
                  <a:lnTo>
                    <a:pt x="94137" y="233201"/>
                  </a:lnTo>
                  <a:lnTo>
                    <a:pt x="124699" y="196268"/>
                  </a:lnTo>
                  <a:lnTo>
                    <a:pt x="164255" y="167735"/>
                  </a:lnTo>
                  <a:lnTo>
                    <a:pt x="210944" y="149340"/>
                  </a:lnTo>
                  <a:lnTo>
                    <a:pt x="262902" y="142822"/>
                  </a:lnTo>
                  <a:lnTo>
                    <a:pt x="298740" y="145889"/>
                  </a:lnTo>
                  <a:lnTo>
                    <a:pt x="332406" y="154720"/>
                  </a:lnTo>
                  <a:lnTo>
                    <a:pt x="363319" y="168761"/>
                  </a:lnTo>
                  <a:lnTo>
                    <a:pt x="390899" y="187460"/>
                  </a:lnTo>
                  <a:lnTo>
                    <a:pt x="390899" y="182497"/>
                  </a:lnTo>
                  <a:lnTo>
                    <a:pt x="383917" y="133981"/>
                  </a:lnTo>
                  <a:lnTo>
                    <a:pt x="364214" y="90386"/>
                  </a:lnTo>
                  <a:lnTo>
                    <a:pt x="333653" y="53451"/>
                  </a:lnTo>
                  <a:lnTo>
                    <a:pt x="294096" y="24915"/>
                  </a:lnTo>
                  <a:lnTo>
                    <a:pt x="247407" y="6518"/>
                  </a:lnTo>
                  <a:lnTo>
                    <a:pt x="195449" y="0"/>
                  </a:lnTo>
                  <a:close/>
                </a:path>
              </a:pathLst>
            </a:custGeom>
            <a:solidFill>
              <a:srgbClr val="55343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" name="object 407" descr=""/>
            <p:cNvSpPr/>
            <p:nvPr/>
          </p:nvSpPr>
          <p:spPr>
            <a:xfrm>
              <a:off x="7840258" y="8764344"/>
              <a:ext cx="431165" cy="694690"/>
            </a:xfrm>
            <a:custGeom>
              <a:avLst/>
              <a:gdLst/>
              <a:ahLst/>
              <a:cxnLst/>
              <a:rect l="l" t="t" r="r" b="b"/>
              <a:pathLst>
                <a:path w="431165" h="694690">
                  <a:moveTo>
                    <a:pt x="215501" y="0"/>
                  </a:moveTo>
                  <a:lnTo>
                    <a:pt x="166146" y="5359"/>
                  </a:lnTo>
                  <a:lnTo>
                    <a:pt x="120809" y="20619"/>
                  </a:lnTo>
                  <a:lnTo>
                    <a:pt x="80793" y="44555"/>
                  </a:lnTo>
                  <a:lnTo>
                    <a:pt x="47401" y="75941"/>
                  </a:lnTo>
                  <a:lnTo>
                    <a:pt x="21935" y="113552"/>
                  </a:lnTo>
                  <a:lnTo>
                    <a:pt x="5701" y="156163"/>
                  </a:lnTo>
                  <a:lnTo>
                    <a:pt x="0" y="202548"/>
                  </a:lnTo>
                  <a:lnTo>
                    <a:pt x="0" y="694418"/>
                  </a:lnTo>
                  <a:lnTo>
                    <a:pt x="431013" y="694418"/>
                  </a:lnTo>
                  <a:lnTo>
                    <a:pt x="431013" y="654294"/>
                  </a:lnTo>
                  <a:lnTo>
                    <a:pt x="40124" y="654294"/>
                  </a:lnTo>
                  <a:lnTo>
                    <a:pt x="40124" y="202548"/>
                  </a:lnTo>
                  <a:lnTo>
                    <a:pt x="46400" y="159421"/>
                  </a:lnTo>
                  <a:lnTo>
                    <a:pt x="64103" y="120635"/>
                  </a:lnTo>
                  <a:lnTo>
                    <a:pt x="91550" y="87752"/>
                  </a:lnTo>
                  <a:lnTo>
                    <a:pt x="127056" y="62332"/>
                  </a:lnTo>
                  <a:lnTo>
                    <a:pt x="168934" y="45936"/>
                  </a:lnTo>
                  <a:lnTo>
                    <a:pt x="215501" y="40124"/>
                  </a:lnTo>
                  <a:lnTo>
                    <a:pt x="342805" y="40124"/>
                  </a:lnTo>
                  <a:lnTo>
                    <a:pt x="310194" y="20619"/>
                  </a:lnTo>
                  <a:lnTo>
                    <a:pt x="264856" y="5359"/>
                  </a:lnTo>
                  <a:lnTo>
                    <a:pt x="215501" y="0"/>
                  </a:lnTo>
                  <a:close/>
                </a:path>
                <a:path w="431165" h="694690">
                  <a:moveTo>
                    <a:pt x="342805" y="40124"/>
                  </a:moveTo>
                  <a:lnTo>
                    <a:pt x="215501" y="40124"/>
                  </a:lnTo>
                  <a:lnTo>
                    <a:pt x="262072" y="45936"/>
                  </a:lnTo>
                  <a:lnTo>
                    <a:pt x="303953" y="62332"/>
                  </a:lnTo>
                  <a:lnTo>
                    <a:pt x="339460" y="87752"/>
                  </a:lnTo>
                  <a:lnTo>
                    <a:pt x="366908" y="120635"/>
                  </a:lnTo>
                  <a:lnTo>
                    <a:pt x="384612" y="159421"/>
                  </a:lnTo>
                  <a:lnTo>
                    <a:pt x="390888" y="202548"/>
                  </a:lnTo>
                  <a:lnTo>
                    <a:pt x="390888" y="654294"/>
                  </a:lnTo>
                  <a:lnTo>
                    <a:pt x="431013" y="654294"/>
                  </a:lnTo>
                  <a:lnTo>
                    <a:pt x="431013" y="202548"/>
                  </a:lnTo>
                  <a:lnTo>
                    <a:pt x="425311" y="156163"/>
                  </a:lnTo>
                  <a:lnTo>
                    <a:pt x="409074" y="113552"/>
                  </a:lnTo>
                  <a:lnTo>
                    <a:pt x="383607" y="75941"/>
                  </a:lnTo>
                  <a:lnTo>
                    <a:pt x="350213" y="44555"/>
                  </a:lnTo>
                  <a:lnTo>
                    <a:pt x="342805" y="40124"/>
                  </a:lnTo>
                  <a:close/>
                </a:path>
              </a:pathLst>
            </a:custGeom>
            <a:solidFill>
              <a:srgbClr val="EC6E3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08" name="object 408" descr=""/>
          <p:cNvGrpSpPr/>
          <p:nvPr/>
        </p:nvGrpSpPr>
        <p:grpSpPr>
          <a:xfrm>
            <a:off x="8421921" y="8689220"/>
            <a:ext cx="213360" cy="543560"/>
            <a:chOff x="8421921" y="8689220"/>
            <a:chExt cx="213360" cy="543560"/>
          </a:xfrm>
        </p:grpSpPr>
        <p:sp>
          <p:nvSpPr>
            <p:cNvPr id="409" name="object 409" descr=""/>
            <p:cNvSpPr/>
            <p:nvPr/>
          </p:nvSpPr>
          <p:spPr>
            <a:xfrm>
              <a:off x="8488767" y="8690771"/>
              <a:ext cx="85090" cy="541655"/>
            </a:xfrm>
            <a:custGeom>
              <a:avLst/>
              <a:gdLst/>
              <a:ahLst/>
              <a:cxnLst/>
              <a:rect l="l" t="t" r="r" b="b"/>
              <a:pathLst>
                <a:path w="85090" h="541654">
                  <a:moveTo>
                    <a:pt x="84772" y="0"/>
                  </a:moveTo>
                  <a:lnTo>
                    <a:pt x="0" y="0"/>
                  </a:lnTo>
                  <a:lnTo>
                    <a:pt x="0" y="541470"/>
                  </a:lnTo>
                  <a:lnTo>
                    <a:pt x="84772" y="541470"/>
                  </a:lnTo>
                  <a:lnTo>
                    <a:pt x="84772" y="0"/>
                  </a:lnTo>
                  <a:close/>
                </a:path>
              </a:pathLst>
            </a:custGeom>
            <a:solidFill>
              <a:srgbClr val="B76C42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10" name="object 410" descr=""/>
            <p:cNvPicPr/>
            <p:nvPr/>
          </p:nvPicPr>
          <p:blipFill>
            <a:blip r:embed="rId72" cstate="print"/>
            <a:stretch>
              <a:fillRect/>
            </a:stretch>
          </p:blipFill>
          <p:spPr>
            <a:xfrm>
              <a:off x="8421921" y="8689220"/>
              <a:ext cx="213017" cy="87526"/>
            </a:xfrm>
            <a:prstGeom prst="rect">
              <a:avLst/>
            </a:prstGeom>
          </p:spPr>
        </p:pic>
      </p:grpSp>
      <p:grpSp>
        <p:nvGrpSpPr>
          <p:cNvPr id="411" name="object 411" descr=""/>
          <p:cNvGrpSpPr/>
          <p:nvPr/>
        </p:nvGrpSpPr>
        <p:grpSpPr>
          <a:xfrm>
            <a:off x="7453393" y="8689220"/>
            <a:ext cx="213360" cy="543560"/>
            <a:chOff x="7453393" y="8689220"/>
            <a:chExt cx="213360" cy="543560"/>
          </a:xfrm>
        </p:grpSpPr>
        <p:sp>
          <p:nvSpPr>
            <p:cNvPr id="412" name="object 412" descr=""/>
            <p:cNvSpPr/>
            <p:nvPr/>
          </p:nvSpPr>
          <p:spPr>
            <a:xfrm>
              <a:off x="7520242" y="8690771"/>
              <a:ext cx="85090" cy="541655"/>
            </a:xfrm>
            <a:custGeom>
              <a:avLst/>
              <a:gdLst/>
              <a:ahLst/>
              <a:cxnLst/>
              <a:rect l="l" t="t" r="r" b="b"/>
              <a:pathLst>
                <a:path w="85090" h="541654">
                  <a:moveTo>
                    <a:pt x="84782" y="0"/>
                  </a:moveTo>
                  <a:lnTo>
                    <a:pt x="0" y="0"/>
                  </a:lnTo>
                  <a:lnTo>
                    <a:pt x="0" y="541470"/>
                  </a:lnTo>
                  <a:lnTo>
                    <a:pt x="84782" y="541470"/>
                  </a:lnTo>
                  <a:lnTo>
                    <a:pt x="84782" y="0"/>
                  </a:lnTo>
                  <a:close/>
                </a:path>
              </a:pathLst>
            </a:custGeom>
            <a:solidFill>
              <a:srgbClr val="B76C42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13" name="object 413" descr=""/>
            <p:cNvPicPr/>
            <p:nvPr/>
          </p:nvPicPr>
          <p:blipFill>
            <a:blip r:embed="rId73" cstate="print"/>
            <a:stretch>
              <a:fillRect/>
            </a:stretch>
          </p:blipFill>
          <p:spPr>
            <a:xfrm>
              <a:off x="7453393" y="8689220"/>
              <a:ext cx="213020" cy="87526"/>
            </a:xfrm>
            <a:prstGeom prst="rect">
              <a:avLst/>
            </a:prstGeom>
          </p:spPr>
        </p:pic>
      </p:grpSp>
      <p:grpSp>
        <p:nvGrpSpPr>
          <p:cNvPr id="414" name="object 414" descr=""/>
          <p:cNvGrpSpPr/>
          <p:nvPr/>
        </p:nvGrpSpPr>
        <p:grpSpPr>
          <a:xfrm>
            <a:off x="8879742" y="8689220"/>
            <a:ext cx="213360" cy="543560"/>
            <a:chOff x="8879742" y="8689220"/>
            <a:chExt cx="213360" cy="543560"/>
          </a:xfrm>
        </p:grpSpPr>
        <p:sp>
          <p:nvSpPr>
            <p:cNvPr id="415" name="object 415" descr=""/>
            <p:cNvSpPr/>
            <p:nvPr/>
          </p:nvSpPr>
          <p:spPr>
            <a:xfrm>
              <a:off x="8946596" y="8690771"/>
              <a:ext cx="85090" cy="541655"/>
            </a:xfrm>
            <a:custGeom>
              <a:avLst/>
              <a:gdLst/>
              <a:ahLst/>
              <a:cxnLst/>
              <a:rect l="l" t="t" r="r" b="b"/>
              <a:pathLst>
                <a:path w="85090" h="541654">
                  <a:moveTo>
                    <a:pt x="84772" y="0"/>
                  </a:moveTo>
                  <a:lnTo>
                    <a:pt x="0" y="0"/>
                  </a:lnTo>
                  <a:lnTo>
                    <a:pt x="0" y="541470"/>
                  </a:lnTo>
                  <a:lnTo>
                    <a:pt x="84772" y="541470"/>
                  </a:lnTo>
                  <a:lnTo>
                    <a:pt x="84772" y="0"/>
                  </a:lnTo>
                  <a:close/>
                </a:path>
              </a:pathLst>
            </a:custGeom>
            <a:solidFill>
              <a:srgbClr val="B76C42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16" name="object 416" descr=""/>
            <p:cNvPicPr/>
            <p:nvPr/>
          </p:nvPicPr>
          <p:blipFill>
            <a:blip r:embed="rId74" cstate="print"/>
            <a:stretch>
              <a:fillRect/>
            </a:stretch>
          </p:blipFill>
          <p:spPr>
            <a:xfrm>
              <a:off x="8879742" y="8689220"/>
              <a:ext cx="213016" cy="87526"/>
            </a:xfrm>
            <a:prstGeom prst="rect">
              <a:avLst/>
            </a:prstGeom>
          </p:spPr>
        </p:pic>
      </p:grpSp>
      <p:grpSp>
        <p:nvGrpSpPr>
          <p:cNvPr id="417" name="object 417" descr=""/>
          <p:cNvGrpSpPr/>
          <p:nvPr/>
        </p:nvGrpSpPr>
        <p:grpSpPr>
          <a:xfrm>
            <a:off x="7018768" y="8689203"/>
            <a:ext cx="213360" cy="543560"/>
            <a:chOff x="7018768" y="8689203"/>
            <a:chExt cx="213360" cy="543560"/>
          </a:xfrm>
        </p:grpSpPr>
        <p:sp>
          <p:nvSpPr>
            <p:cNvPr id="418" name="object 418" descr=""/>
            <p:cNvSpPr/>
            <p:nvPr/>
          </p:nvSpPr>
          <p:spPr>
            <a:xfrm>
              <a:off x="7085616" y="8690751"/>
              <a:ext cx="85090" cy="541655"/>
            </a:xfrm>
            <a:custGeom>
              <a:avLst/>
              <a:gdLst/>
              <a:ahLst/>
              <a:cxnLst/>
              <a:rect l="l" t="t" r="r" b="b"/>
              <a:pathLst>
                <a:path w="85090" h="541654">
                  <a:moveTo>
                    <a:pt x="84772" y="0"/>
                  </a:moveTo>
                  <a:lnTo>
                    <a:pt x="0" y="0"/>
                  </a:lnTo>
                  <a:lnTo>
                    <a:pt x="0" y="541470"/>
                  </a:lnTo>
                  <a:lnTo>
                    <a:pt x="84772" y="541470"/>
                  </a:lnTo>
                  <a:lnTo>
                    <a:pt x="84772" y="0"/>
                  </a:lnTo>
                  <a:close/>
                </a:path>
              </a:pathLst>
            </a:custGeom>
            <a:solidFill>
              <a:srgbClr val="B76C42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19" name="object 419" descr=""/>
            <p:cNvPicPr/>
            <p:nvPr/>
          </p:nvPicPr>
          <p:blipFill>
            <a:blip r:embed="rId75" cstate="print"/>
            <a:stretch>
              <a:fillRect/>
            </a:stretch>
          </p:blipFill>
          <p:spPr>
            <a:xfrm>
              <a:off x="7018768" y="8689203"/>
              <a:ext cx="213017" cy="87517"/>
            </a:xfrm>
            <a:prstGeom prst="rect">
              <a:avLst/>
            </a:prstGeom>
          </p:spPr>
        </p:pic>
      </p:grpSp>
      <p:grpSp>
        <p:nvGrpSpPr>
          <p:cNvPr id="420" name="object 420" descr=""/>
          <p:cNvGrpSpPr/>
          <p:nvPr/>
        </p:nvGrpSpPr>
        <p:grpSpPr>
          <a:xfrm>
            <a:off x="6779877" y="9232242"/>
            <a:ext cx="2477770" cy="869950"/>
            <a:chOff x="6779877" y="9232242"/>
            <a:chExt cx="2477770" cy="869950"/>
          </a:xfrm>
        </p:grpSpPr>
        <p:sp>
          <p:nvSpPr>
            <p:cNvPr id="421" name="object 421" descr=""/>
            <p:cNvSpPr/>
            <p:nvPr/>
          </p:nvSpPr>
          <p:spPr>
            <a:xfrm>
              <a:off x="6779870" y="9232246"/>
              <a:ext cx="2477770" cy="510540"/>
            </a:xfrm>
            <a:custGeom>
              <a:avLst/>
              <a:gdLst/>
              <a:ahLst/>
              <a:cxnLst/>
              <a:rect l="l" t="t" r="r" b="b"/>
              <a:pathLst>
                <a:path w="2477770" h="510540">
                  <a:moveTo>
                    <a:pt x="2477287" y="0"/>
                  </a:moveTo>
                  <a:lnTo>
                    <a:pt x="0" y="0"/>
                  </a:lnTo>
                  <a:lnTo>
                    <a:pt x="0" y="497700"/>
                  </a:lnTo>
                  <a:lnTo>
                    <a:pt x="0" y="510324"/>
                  </a:lnTo>
                  <a:lnTo>
                    <a:pt x="2477287" y="510324"/>
                  </a:lnTo>
                  <a:lnTo>
                    <a:pt x="2477287" y="497700"/>
                  </a:lnTo>
                  <a:lnTo>
                    <a:pt x="2477287" y="0"/>
                  </a:lnTo>
                  <a:close/>
                </a:path>
              </a:pathLst>
            </a:custGeom>
            <a:solidFill>
              <a:srgbClr val="B76C4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" name="object 422" descr=""/>
            <p:cNvSpPr/>
            <p:nvPr/>
          </p:nvSpPr>
          <p:spPr>
            <a:xfrm>
              <a:off x="7450569" y="9233681"/>
              <a:ext cx="1214120" cy="806450"/>
            </a:xfrm>
            <a:custGeom>
              <a:avLst/>
              <a:gdLst/>
              <a:ahLst/>
              <a:cxnLst/>
              <a:rect l="l" t="t" r="r" b="b"/>
              <a:pathLst>
                <a:path w="1214120" h="806450">
                  <a:moveTo>
                    <a:pt x="866571" y="0"/>
                  </a:moveTo>
                  <a:lnTo>
                    <a:pt x="334365" y="0"/>
                  </a:lnTo>
                  <a:lnTo>
                    <a:pt x="334365" y="124066"/>
                  </a:lnTo>
                  <a:lnTo>
                    <a:pt x="866571" y="124066"/>
                  </a:lnTo>
                  <a:lnTo>
                    <a:pt x="866571" y="0"/>
                  </a:lnTo>
                  <a:close/>
                </a:path>
                <a:path w="1214120" h="806450">
                  <a:moveTo>
                    <a:pt x="1213751" y="744372"/>
                  </a:moveTo>
                  <a:lnTo>
                    <a:pt x="1150010" y="744372"/>
                  </a:lnTo>
                  <a:lnTo>
                    <a:pt x="1150010" y="620318"/>
                  </a:lnTo>
                  <a:lnTo>
                    <a:pt x="1076439" y="620318"/>
                  </a:lnTo>
                  <a:lnTo>
                    <a:pt x="1076439" y="496265"/>
                  </a:lnTo>
                  <a:lnTo>
                    <a:pt x="132422" y="496265"/>
                  </a:lnTo>
                  <a:lnTo>
                    <a:pt x="132422" y="620318"/>
                  </a:lnTo>
                  <a:lnTo>
                    <a:pt x="61315" y="620318"/>
                  </a:lnTo>
                  <a:lnTo>
                    <a:pt x="61315" y="744372"/>
                  </a:lnTo>
                  <a:lnTo>
                    <a:pt x="0" y="744372"/>
                  </a:lnTo>
                  <a:lnTo>
                    <a:pt x="0" y="806411"/>
                  </a:lnTo>
                  <a:lnTo>
                    <a:pt x="1213751" y="806411"/>
                  </a:lnTo>
                  <a:lnTo>
                    <a:pt x="1213751" y="744372"/>
                  </a:lnTo>
                  <a:close/>
                </a:path>
              </a:pathLst>
            </a:custGeom>
            <a:solidFill>
              <a:srgbClr val="EEB54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" name="object 423" descr=""/>
            <p:cNvSpPr/>
            <p:nvPr/>
          </p:nvSpPr>
          <p:spPr>
            <a:xfrm>
              <a:off x="7450569" y="9812623"/>
              <a:ext cx="1214120" cy="289560"/>
            </a:xfrm>
            <a:custGeom>
              <a:avLst/>
              <a:gdLst/>
              <a:ahLst/>
              <a:cxnLst/>
              <a:rect l="l" t="t" r="r" b="b"/>
              <a:pathLst>
                <a:path w="1214120" h="289559">
                  <a:moveTo>
                    <a:pt x="1076439" y="0"/>
                  </a:moveTo>
                  <a:lnTo>
                    <a:pt x="132422" y="0"/>
                  </a:lnTo>
                  <a:lnTo>
                    <a:pt x="132422" y="41376"/>
                  </a:lnTo>
                  <a:lnTo>
                    <a:pt x="1076439" y="41376"/>
                  </a:lnTo>
                  <a:lnTo>
                    <a:pt x="1076439" y="0"/>
                  </a:lnTo>
                  <a:close/>
                </a:path>
                <a:path w="1214120" h="289559">
                  <a:moveTo>
                    <a:pt x="1150010" y="119494"/>
                  </a:moveTo>
                  <a:lnTo>
                    <a:pt x="61315" y="119494"/>
                  </a:lnTo>
                  <a:lnTo>
                    <a:pt x="61315" y="165430"/>
                  </a:lnTo>
                  <a:lnTo>
                    <a:pt x="1150010" y="165430"/>
                  </a:lnTo>
                  <a:lnTo>
                    <a:pt x="1150010" y="119494"/>
                  </a:lnTo>
                  <a:close/>
                </a:path>
                <a:path w="1214120" h="289559">
                  <a:moveTo>
                    <a:pt x="1213751" y="227469"/>
                  </a:moveTo>
                  <a:lnTo>
                    <a:pt x="0" y="227469"/>
                  </a:lnTo>
                  <a:lnTo>
                    <a:pt x="0" y="289496"/>
                  </a:lnTo>
                  <a:lnTo>
                    <a:pt x="1213751" y="289496"/>
                  </a:lnTo>
                  <a:lnTo>
                    <a:pt x="1213751" y="227469"/>
                  </a:lnTo>
                  <a:close/>
                </a:path>
              </a:pathLst>
            </a:custGeom>
            <a:solidFill>
              <a:srgbClr val="D79F3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" name="object 424" descr=""/>
            <p:cNvSpPr/>
            <p:nvPr/>
          </p:nvSpPr>
          <p:spPr>
            <a:xfrm>
              <a:off x="7648626" y="9357747"/>
              <a:ext cx="803275" cy="342265"/>
            </a:xfrm>
            <a:custGeom>
              <a:avLst/>
              <a:gdLst/>
              <a:ahLst/>
              <a:cxnLst/>
              <a:rect l="l" t="t" r="r" b="b"/>
              <a:pathLst>
                <a:path w="803275" h="342265">
                  <a:moveTo>
                    <a:pt x="803186" y="248119"/>
                  </a:moveTo>
                  <a:lnTo>
                    <a:pt x="760996" y="248119"/>
                  </a:lnTo>
                  <a:lnTo>
                    <a:pt x="760996" y="124066"/>
                  </a:lnTo>
                  <a:lnTo>
                    <a:pt x="712317" y="124066"/>
                  </a:lnTo>
                  <a:lnTo>
                    <a:pt x="712317" y="0"/>
                  </a:lnTo>
                  <a:lnTo>
                    <a:pt x="87630" y="0"/>
                  </a:lnTo>
                  <a:lnTo>
                    <a:pt x="87630" y="124066"/>
                  </a:lnTo>
                  <a:lnTo>
                    <a:pt x="40563" y="124066"/>
                  </a:lnTo>
                  <a:lnTo>
                    <a:pt x="40563" y="248119"/>
                  </a:lnTo>
                  <a:lnTo>
                    <a:pt x="0" y="248119"/>
                  </a:lnTo>
                  <a:lnTo>
                    <a:pt x="0" y="341744"/>
                  </a:lnTo>
                  <a:lnTo>
                    <a:pt x="803186" y="341744"/>
                  </a:lnTo>
                  <a:lnTo>
                    <a:pt x="803186" y="248119"/>
                  </a:lnTo>
                  <a:close/>
                </a:path>
              </a:pathLst>
            </a:custGeom>
            <a:solidFill>
              <a:srgbClr val="EEB54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" name="object 425" descr=""/>
            <p:cNvSpPr/>
            <p:nvPr/>
          </p:nvSpPr>
          <p:spPr>
            <a:xfrm>
              <a:off x="7648626" y="9313360"/>
              <a:ext cx="803275" cy="417195"/>
            </a:xfrm>
            <a:custGeom>
              <a:avLst/>
              <a:gdLst/>
              <a:ahLst/>
              <a:cxnLst/>
              <a:rect l="l" t="t" r="r" b="b"/>
              <a:pathLst>
                <a:path w="803275" h="417195">
                  <a:moveTo>
                    <a:pt x="668515" y="0"/>
                  </a:moveTo>
                  <a:lnTo>
                    <a:pt x="136309" y="0"/>
                  </a:lnTo>
                  <a:lnTo>
                    <a:pt x="136309" y="44386"/>
                  </a:lnTo>
                  <a:lnTo>
                    <a:pt x="668515" y="44386"/>
                  </a:lnTo>
                  <a:lnTo>
                    <a:pt x="668515" y="0"/>
                  </a:lnTo>
                  <a:close/>
                </a:path>
                <a:path w="803275" h="417195">
                  <a:moveTo>
                    <a:pt x="712317" y="127076"/>
                  </a:moveTo>
                  <a:lnTo>
                    <a:pt x="87630" y="127076"/>
                  </a:lnTo>
                  <a:lnTo>
                    <a:pt x="87630" y="168452"/>
                  </a:lnTo>
                  <a:lnTo>
                    <a:pt x="712317" y="168452"/>
                  </a:lnTo>
                  <a:lnTo>
                    <a:pt x="712317" y="127076"/>
                  </a:lnTo>
                  <a:close/>
                </a:path>
                <a:path w="803275" h="417195">
                  <a:moveTo>
                    <a:pt x="760996" y="246570"/>
                  </a:moveTo>
                  <a:lnTo>
                    <a:pt x="40563" y="246570"/>
                  </a:lnTo>
                  <a:lnTo>
                    <a:pt x="40563" y="292506"/>
                  </a:lnTo>
                  <a:lnTo>
                    <a:pt x="760996" y="292506"/>
                  </a:lnTo>
                  <a:lnTo>
                    <a:pt x="760996" y="246570"/>
                  </a:lnTo>
                  <a:close/>
                </a:path>
                <a:path w="803275" h="417195">
                  <a:moveTo>
                    <a:pt x="803186" y="365950"/>
                  </a:moveTo>
                  <a:lnTo>
                    <a:pt x="0" y="365950"/>
                  </a:lnTo>
                  <a:lnTo>
                    <a:pt x="0" y="416572"/>
                  </a:lnTo>
                  <a:lnTo>
                    <a:pt x="803186" y="416572"/>
                  </a:lnTo>
                  <a:lnTo>
                    <a:pt x="803186" y="365950"/>
                  </a:lnTo>
                  <a:close/>
                </a:path>
              </a:pathLst>
            </a:custGeom>
            <a:solidFill>
              <a:srgbClr val="D79F3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" name="object 426" descr=""/>
            <p:cNvSpPr/>
            <p:nvPr/>
          </p:nvSpPr>
          <p:spPr>
            <a:xfrm>
              <a:off x="6779870" y="9729933"/>
              <a:ext cx="2475230" cy="12700"/>
            </a:xfrm>
            <a:custGeom>
              <a:avLst/>
              <a:gdLst/>
              <a:ahLst/>
              <a:cxnLst/>
              <a:rect l="l" t="t" r="r" b="b"/>
              <a:pathLst>
                <a:path w="2475229" h="12700">
                  <a:moveTo>
                    <a:pt x="803122" y="0"/>
                  </a:moveTo>
                  <a:lnTo>
                    <a:pt x="0" y="0"/>
                  </a:lnTo>
                  <a:lnTo>
                    <a:pt x="0" y="12636"/>
                  </a:lnTo>
                  <a:lnTo>
                    <a:pt x="803122" y="12636"/>
                  </a:lnTo>
                  <a:lnTo>
                    <a:pt x="803122" y="0"/>
                  </a:lnTo>
                  <a:close/>
                </a:path>
                <a:path w="2475229" h="12700">
                  <a:moveTo>
                    <a:pt x="2475065" y="0"/>
                  </a:moveTo>
                  <a:lnTo>
                    <a:pt x="1746846" y="0"/>
                  </a:lnTo>
                  <a:lnTo>
                    <a:pt x="1746846" y="12636"/>
                  </a:lnTo>
                  <a:lnTo>
                    <a:pt x="2475065" y="12636"/>
                  </a:lnTo>
                  <a:lnTo>
                    <a:pt x="2475065" y="0"/>
                  </a:lnTo>
                  <a:close/>
                </a:path>
              </a:pathLst>
            </a:custGeom>
            <a:solidFill>
              <a:srgbClr val="55343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" name="object 427" descr=""/>
            <p:cNvSpPr/>
            <p:nvPr/>
          </p:nvSpPr>
          <p:spPr>
            <a:xfrm>
              <a:off x="8751033" y="9549787"/>
              <a:ext cx="279400" cy="270510"/>
            </a:xfrm>
            <a:custGeom>
              <a:avLst/>
              <a:gdLst/>
              <a:ahLst/>
              <a:cxnLst/>
              <a:rect l="l" t="t" r="r" b="b"/>
              <a:pathLst>
                <a:path w="279400" h="270509">
                  <a:moveTo>
                    <a:pt x="139681" y="0"/>
                  </a:moveTo>
                  <a:lnTo>
                    <a:pt x="95529" y="6896"/>
                  </a:lnTo>
                  <a:lnTo>
                    <a:pt x="57185" y="26098"/>
                  </a:lnTo>
                  <a:lnTo>
                    <a:pt x="26948" y="55377"/>
                  </a:lnTo>
                  <a:lnTo>
                    <a:pt x="7120" y="92505"/>
                  </a:lnTo>
                  <a:lnTo>
                    <a:pt x="0" y="135252"/>
                  </a:lnTo>
                  <a:lnTo>
                    <a:pt x="7120" y="178003"/>
                  </a:lnTo>
                  <a:lnTo>
                    <a:pt x="26948" y="215131"/>
                  </a:lnTo>
                  <a:lnTo>
                    <a:pt x="57185" y="244409"/>
                  </a:lnTo>
                  <a:lnTo>
                    <a:pt x="95529" y="263609"/>
                  </a:lnTo>
                  <a:lnTo>
                    <a:pt x="139681" y="270504"/>
                  </a:lnTo>
                  <a:lnTo>
                    <a:pt x="183829" y="263609"/>
                  </a:lnTo>
                  <a:lnTo>
                    <a:pt x="222173" y="244409"/>
                  </a:lnTo>
                  <a:lnTo>
                    <a:pt x="252411" y="215131"/>
                  </a:lnTo>
                  <a:lnTo>
                    <a:pt x="272241" y="178003"/>
                  </a:lnTo>
                  <a:lnTo>
                    <a:pt x="279363" y="135252"/>
                  </a:lnTo>
                  <a:lnTo>
                    <a:pt x="272241" y="92505"/>
                  </a:lnTo>
                  <a:lnTo>
                    <a:pt x="252411" y="55377"/>
                  </a:lnTo>
                  <a:lnTo>
                    <a:pt x="222173" y="26098"/>
                  </a:lnTo>
                  <a:lnTo>
                    <a:pt x="183829" y="6896"/>
                  </a:lnTo>
                  <a:lnTo>
                    <a:pt x="139681" y="0"/>
                  </a:lnTo>
                  <a:close/>
                </a:path>
              </a:pathLst>
            </a:custGeom>
            <a:solidFill>
              <a:srgbClr val="EEB54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" name="object 428" descr=""/>
            <p:cNvSpPr/>
            <p:nvPr/>
          </p:nvSpPr>
          <p:spPr>
            <a:xfrm>
              <a:off x="8861152" y="9549792"/>
              <a:ext cx="169545" cy="270510"/>
            </a:xfrm>
            <a:custGeom>
              <a:avLst/>
              <a:gdLst/>
              <a:ahLst/>
              <a:cxnLst/>
              <a:rect l="l" t="t" r="r" b="b"/>
              <a:pathLst>
                <a:path w="169545" h="270509">
                  <a:moveTo>
                    <a:pt x="29559" y="0"/>
                  </a:moveTo>
                  <a:lnTo>
                    <a:pt x="22000" y="199"/>
                  </a:lnTo>
                  <a:lnTo>
                    <a:pt x="14547" y="787"/>
                  </a:lnTo>
                  <a:lnTo>
                    <a:pt x="7211" y="1749"/>
                  </a:lnTo>
                  <a:lnTo>
                    <a:pt x="0" y="3067"/>
                  </a:lnTo>
                  <a:lnTo>
                    <a:pt x="43757" y="20137"/>
                  </a:lnTo>
                  <a:lnTo>
                    <a:pt x="78658" y="49755"/>
                  </a:lnTo>
                  <a:lnTo>
                    <a:pt x="101757" y="89074"/>
                  </a:lnTo>
                  <a:lnTo>
                    <a:pt x="110111" y="135252"/>
                  </a:lnTo>
                  <a:lnTo>
                    <a:pt x="101757" y="181424"/>
                  </a:lnTo>
                  <a:lnTo>
                    <a:pt x="78658" y="220741"/>
                  </a:lnTo>
                  <a:lnTo>
                    <a:pt x="43757" y="250361"/>
                  </a:lnTo>
                  <a:lnTo>
                    <a:pt x="0" y="267436"/>
                  </a:lnTo>
                  <a:lnTo>
                    <a:pt x="7211" y="268753"/>
                  </a:lnTo>
                  <a:lnTo>
                    <a:pt x="14547" y="269711"/>
                  </a:lnTo>
                  <a:lnTo>
                    <a:pt x="22000" y="270296"/>
                  </a:lnTo>
                  <a:lnTo>
                    <a:pt x="29559" y="270494"/>
                  </a:lnTo>
                  <a:lnTo>
                    <a:pt x="73707" y="263599"/>
                  </a:lnTo>
                  <a:lnTo>
                    <a:pt x="112051" y="244399"/>
                  </a:lnTo>
                  <a:lnTo>
                    <a:pt x="142289" y="215123"/>
                  </a:lnTo>
                  <a:lnTo>
                    <a:pt x="162119" y="177998"/>
                  </a:lnTo>
                  <a:lnTo>
                    <a:pt x="169240" y="135252"/>
                  </a:lnTo>
                  <a:lnTo>
                    <a:pt x="162119" y="92501"/>
                  </a:lnTo>
                  <a:lnTo>
                    <a:pt x="142289" y="55373"/>
                  </a:lnTo>
                  <a:lnTo>
                    <a:pt x="112051" y="26095"/>
                  </a:lnTo>
                  <a:lnTo>
                    <a:pt x="73707" y="6895"/>
                  </a:lnTo>
                  <a:lnTo>
                    <a:pt x="29559" y="0"/>
                  </a:lnTo>
                  <a:close/>
                </a:path>
              </a:pathLst>
            </a:custGeom>
            <a:solidFill>
              <a:srgbClr val="D79F3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" name="object 429" descr=""/>
            <p:cNvSpPr/>
            <p:nvPr/>
          </p:nvSpPr>
          <p:spPr>
            <a:xfrm>
              <a:off x="8732551" y="9685045"/>
              <a:ext cx="265430" cy="414655"/>
            </a:xfrm>
            <a:custGeom>
              <a:avLst/>
              <a:gdLst/>
              <a:ahLst/>
              <a:cxnLst/>
              <a:rect l="l" t="t" r="r" b="b"/>
              <a:pathLst>
                <a:path w="265429" h="414654">
                  <a:moveTo>
                    <a:pt x="0" y="414301"/>
                  </a:moveTo>
                  <a:lnTo>
                    <a:pt x="265258" y="414301"/>
                  </a:lnTo>
                  <a:lnTo>
                    <a:pt x="265258" y="0"/>
                  </a:lnTo>
                  <a:lnTo>
                    <a:pt x="0" y="0"/>
                  </a:lnTo>
                  <a:lnTo>
                    <a:pt x="0" y="414301"/>
                  </a:lnTo>
                  <a:close/>
                </a:path>
              </a:pathLst>
            </a:custGeom>
            <a:solidFill>
              <a:srgbClr val="EEB54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30" name="object 430" descr=""/>
            <p:cNvPicPr/>
            <p:nvPr/>
          </p:nvPicPr>
          <p:blipFill>
            <a:blip r:embed="rId76" cstate="print"/>
            <a:stretch>
              <a:fillRect/>
            </a:stretch>
          </p:blipFill>
          <p:spPr>
            <a:xfrm>
              <a:off x="8787846" y="9569330"/>
              <a:ext cx="93881" cy="96671"/>
            </a:xfrm>
            <a:prstGeom prst="rect">
              <a:avLst/>
            </a:prstGeom>
          </p:spPr>
        </p:pic>
        <p:sp>
          <p:nvSpPr>
            <p:cNvPr id="431" name="object 431" descr=""/>
            <p:cNvSpPr/>
            <p:nvPr/>
          </p:nvSpPr>
          <p:spPr>
            <a:xfrm>
              <a:off x="8997810" y="9685045"/>
              <a:ext cx="51435" cy="414655"/>
            </a:xfrm>
            <a:custGeom>
              <a:avLst/>
              <a:gdLst/>
              <a:ahLst/>
              <a:cxnLst/>
              <a:rect l="l" t="t" r="r" b="b"/>
              <a:pathLst>
                <a:path w="51434" h="414654">
                  <a:moveTo>
                    <a:pt x="51307" y="0"/>
                  </a:moveTo>
                  <a:lnTo>
                    <a:pt x="0" y="0"/>
                  </a:lnTo>
                  <a:lnTo>
                    <a:pt x="0" y="414301"/>
                  </a:lnTo>
                  <a:lnTo>
                    <a:pt x="51307" y="414301"/>
                  </a:lnTo>
                  <a:lnTo>
                    <a:pt x="51307" y="0"/>
                  </a:lnTo>
                  <a:close/>
                </a:path>
              </a:pathLst>
            </a:custGeom>
            <a:solidFill>
              <a:srgbClr val="D79F3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" name="object 432" descr=""/>
            <p:cNvSpPr/>
            <p:nvPr/>
          </p:nvSpPr>
          <p:spPr>
            <a:xfrm>
              <a:off x="7104093" y="9549787"/>
              <a:ext cx="279400" cy="270510"/>
            </a:xfrm>
            <a:custGeom>
              <a:avLst/>
              <a:gdLst/>
              <a:ahLst/>
              <a:cxnLst/>
              <a:rect l="l" t="t" r="r" b="b"/>
              <a:pathLst>
                <a:path w="279400" h="270509">
                  <a:moveTo>
                    <a:pt x="139681" y="0"/>
                  </a:moveTo>
                  <a:lnTo>
                    <a:pt x="95529" y="6896"/>
                  </a:lnTo>
                  <a:lnTo>
                    <a:pt x="57185" y="26098"/>
                  </a:lnTo>
                  <a:lnTo>
                    <a:pt x="26948" y="55377"/>
                  </a:lnTo>
                  <a:lnTo>
                    <a:pt x="7120" y="92505"/>
                  </a:lnTo>
                  <a:lnTo>
                    <a:pt x="0" y="135252"/>
                  </a:lnTo>
                  <a:lnTo>
                    <a:pt x="7120" y="178003"/>
                  </a:lnTo>
                  <a:lnTo>
                    <a:pt x="26948" y="215131"/>
                  </a:lnTo>
                  <a:lnTo>
                    <a:pt x="57185" y="244409"/>
                  </a:lnTo>
                  <a:lnTo>
                    <a:pt x="95529" y="263609"/>
                  </a:lnTo>
                  <a:lnTo>
                    <a:pt x="139681" y="270504"/>
                  </a:lnTo>
                  <a:lnTo>
                    <a:pt x="183829" y="263609"/>
                  </a:lnTo>
                  <a:lnTo>
                    <a:pt x="222173" y="244409"/>
                  </a:lnTo>
                  <a:lnTo>
                    <a:pt x="252411" y="215131"/>
                  </a:lnTo>
                  <a:lnTo>
                    <a:pt x="272241" y="178003"/>
                  </a:lnTo>
                  <a:lnTo>
                    <a:pt x="279363" y="135252"/>
                  </a:lnTo>
                  <a:lnTo>
                    <a:pt x="272241" y="92505"/>
                  </a:lnTo>
                  <a:lnTo>
                    <a:pt x="252411" y="55377"/>
                  </a:lnTo>
                  <a:lnTo>
                    <a:pt x="222173" y="26098"/>
                  </a:lnTo>
                  <a:lnTo>
                    <a:pt x="183829" y="6896"/>
                  </a:lnTo>
                  <a:lnTo>
                    <a:pt x="139681" y="0"/>
                  </a:lnTo>
                  <a:close/>
                </a:path>
              </a:pathLst>
            </a:custGeom>
            <a:solidFill>
              <a:srgbClr val="EEB54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" name="object 433" descr=""/>
            <p:cNvSpPr/>
            <p:nvPr/>
          </p:nvSpPr>
          <p:spPr>
            <a:xfrm>
              <a:off x="7214214" y="9549792"/>
              <a:ext cx="169545" cy="270510"/>
            </a:xfrm>
            <a:custGeom>
              <a:avLst/>
              <a:gdLst/>
              <a:ahLst/>
              <a:cxnLst/>
              <a:rect l="l" t="t" r="r" b="b"/>
              <a:pathLst>
                <a:path w="169545" h="270509">
                  <a:moveTo>
                    <a:pt x="29559" y="0"/>
                  </a:moveTo>
                  <a:lnTo>
                    <a:pt x="22000" y="199"/>
                  </a:lnTo>
                  <a:lnTo>
                    <a:pt x="14547" y="787"/>
                  </a:lnTo>
                  <a:lnTo>
                    <a:pt x="7211" y="1749"/>
                  </a:lnTo>
                  <a:lnTo>
                    <a:pt x="0" y="3067"/>
                  </a:lnTo>
                  <a:lnTo>
                    <a:pt x="43757" y="20137"/>
                  </a:lnTo>
                  <a:lnTo>
                    <a:pt x="78658" y="49755"/>
                  </a:lnTo>
                  <a:lnTo>
                    <a:pt x="101757" y="89074"/>
                  </a:lnTo>
                  <a:lnTo>
                    <a:pt x="110111" y="135252"/>
                  </a:lnTo>
                  <a:lnTo>
                    <a:pt x="101757" y="181424"/>
                  </a:lnTo>
                  <a:lnTo>
                    <a:pt x="78658" y="220741"/>
                  </a:lnTo>
                  <a:lnTo>
                    <a:pt x="43757" y="250361"/>
                  </a:lnTo>
                  <a:lnTo>
                    <a:pt x="0" y="267436"/>
                  </a:lnTo>
                  <a:lnTo>
                    <a:pt x="7211" y="268753"/>
                  </a:lnTo>
                  <a:lnTo>
                    <a:pt x="14547" y="269711"/>
                  </a:lnTo>
                  <a:lnTo>
                    <a:pt x="22000" y="270296"/>
                  </a:lnTo>
                  <a:lnTo>
                    <a:pt x="29559" y="270494"/>
                  </a:lnTo>
                  <a:lnTo>
                    <a:pt x="73707" y="263599"/>
                  </a:lnTo>
                  <a:lnTo>
                    <a:pt x="112051" y="244399"/>
                  </a:lnTo>
                  <a:lnTo>
                    <a:pt x="142289" y="215123"/>
                  </a:lnTo>
                  <a:lnTo>
                    <a:pt x="162119" y="177998"/>
                  </a:lnTo>
                  <a:lnTo>
                    <a:pt x="169240" y="135252"/>
                  </a:lnTo>
                  <a:lnTo>
                    <a:pt x="162119" y="92501"/>
                  </a:lnTo>
                  <a:lnTo>
                    <a:pt x="142289" y="55373"/>
                  </a:lnTo>
                  <a:lnTo>
                    <a:pt x="112051" y="26095"/>
                  </a:lnTo>
                  <a:lnTo>
                    <a:pt x="73707" y="6895"/>
                  </a:lnTo>
                  <a:lnTo>
                    <a:pt x="29559" y="0"/>
                  </a:lnTo>
                  <a:close/>
                </a:path>
              </a:pathLst>
            </a:custGeom>
            <a:solidFill>
              <a:srgbClr val="D79F3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" name="object 434" descr=""/>
            <p:cNvSpPr/>
            <p:nvPr/>
          </p:nvSpPr>
          <p:spPr>
            <a:xfrm>
              <a:off x="7085617" y="9685045"/>
              <a:ext cx="265430" cy="414655"/>
            </a:xfrm>
            <a:custGeom>
              <a:avLst/>
              <a:gdLst/>
              <a:ahLst/>
              <a:cxnLst/>
              <a:rect l="l" t="t" r="r" b="b"/>
              <a:pathLst>
                <a:path w="265429" h="414654">
                  <a:moveTo>
                    <a:pt x="0" y="414301"/>
                  </a:moveTo>
                  <a:lnTo>
                    <a:pt x="265248" y="414301"/>
                  </a:lnTo>
                  <a:lnTo>
                    <a:pt x="265248" y="0"/>
                  </a:lnTo>
                  <a:lnTo>
                    <a:pt x="0" y="0"/>
                  </a:lnTo>
                  <a:lnTo>
                    <a:pt x="0" y="414301"/>
                  </a:lnTo>
                  <a:close/>
                </a:path>
              </a:pathLst>
            </a:custGeom>
            <a:solidFill>
              <a:srgbClr val="EEB54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35" name="object 435" descr=""/>
            <p:cNvPicPr/>
            <p:nvPr/>
          </p:nvPicPr>
          <p:blipFill>
            <a:blip r:embed="rId76" cstate="print"/>
            <a:stretch>
              <a:fillRect/>
            </a:stretch>
          </p:blipFill>
          <p:spPr>
            <a:xfrm>
              <a:off x="7140908" y="9569330"/>
              <a:ext cx="93881" cy="96671"/>
            </a:xfrm>
            <a:prstGeom prst="rect">
              <a:avLst/>
            </a:prstGeom>
          </p:spPr>
        </p:pic>
        <p:sp>
          <p:nvSpPr>
            <p:cNvPr id="436" name="object 436" descr=""/>
            <p:cNvSpPr/>
            <p:nvPr/>
          </p:nvSpPr>
          <p:spPr>
            <a:xfrm>
              <a:off x="7350865" y="9685045"/>
              <a:ext cx="51435" cy="414655"/>
            </a:xfrm>
            <a:custGeom>
              <a:avLst/>
              <a:gdLst/>
              <a:ahLst/>
              <a:cxnLst/>
              <a:rect l="l" t="t" r="r" b="b"/>
              <a:pathLst>
                <a:path w="51434" h="414654">
                  <a:moveTo>
                    <a:pt x="51307" y="0"/>
                  </a:moveTo>
                  <a:lnTo>
                    <a:pt x="0" y="0"/>
                  </a:lnTo>
                  <a:lnTo>
                    <a:pt x="0" y="414301"/>
                  </a:lnTo>
                  <a:lnTo>
                    <a:pt x="51307" y="414301"/>
                  </a:lnTo>
                  <a:lnTo>
                    <a:pt x="51307" y="0"/>
                  </a:lnTo>
                  <a:close/>
                </a:path>
              </a:pathLst>
            </a:custGeom>
            <a:solidFill>
              <a:srgbClr val="D79F3C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437" name="object 437" descr=""/>
          <p:cNvPicPr/>
          <p:nvPr/>
        </p:nvPicPr>
        <p:blipFill>
          <a:blip r:embed="rId77" cstate="print"/>
          <a:stretch>
            <a:fillRect/>
          </a:stretch>
        </p:blipFill>
        <p:spPr>
          <a:xfrm>
            <a:off x="8654256" y="8855192"/>
            <a:ext cx="236577" cy="224409"/>
          </a:xfrm>
          <a:prstGeom prst="rect">
            <a:avLst/>
          </a:prstGeom>
        </p:spPr>
      </p:pic>
      <p:pic>
        <p:nvPicPr>
          <p:cNvPr id="438" name="object 438" descr=""/>
          <p:cNvPicPr/>
          <p:nvPr/>
        </p:nvPicPr>
        <p:blipFill>
          <a:blip r:embed="rId78" cstate="print"/>
          <a:stretch>
            <a:fillRect/>
          </a:stretch>
        </p:blipFill>
        <p:spPr>
          <a:xfrm>
            <a:off x="7211259" y="8849988"/>
            <a:ext cx="236581" cy="224409"/>
          </a:xfrm>
          <a:prstGeom prst="rect">
            <a:avLst/>
          </a:prstGeom>
        </p:spPr>
      </p:pic>
      <p:sp>
        <p:nvSpPr>
          <p:cNvPr id="439" name="object 439" descr=""/>
          <p:cNvSpPr/>
          <p:nvPr/>
        </p:nvSpPr>
        <p:spPr>
          <a:xfrm>
            <a:off x="7521338" y="8022604"/>
            <a:ext cx="251460" cy="449580"/>
          </a:xfrm>
          <a:custGeom>
            <a:avLst/>
            <a:gdLst/>
            <a:ahLst/>
            <a:cxnLst/>
            <a:rect l="l" t="t" r="r" b="b"/>
            <a:pathLst>
              <a:path w="251459" h="449579">
                <a:moveTo>
                  <a:pt x="237500" y="0"/>
                </a:moveTo>
                <a:lnTo>
                  <a:pt x="221235" y="46992"/>
                </a:lnTo>
                <a:lnTo>
                  <a:pt x="210799" y="97854"/>
                </a:lnTo>
                <a:lnTo>
                  <a:pt x="202405" y="149577"/>
                </a:lnTo>
                <a:lnTo>
                  <a:pt x="192266" y="199156"/>
                </a:lnTo>
                <a:lnTo>
                  <a:pt x="175338" y="253857"/>
                </a:lnTo>
                <a:lnTo>
                  <a:pt x="147660" y="303163"/>
                </a:lnTo>
                <a:lnTo>
                  <a:pt x="115031" y="334377"/>
                </a:lnTo>
                <a:lnTo>
                  <a:pt x="40201" y="386933"/>
                </a:lnTo>
                <a:lnTo>
                  <a:pt x="8073" y="418542"/>
                </a:lnTo>
                <a:lnTo>
                  <a:pt x="3905" y="423924"/>
                </a:lnTo>
                <a:lnTo>
                  <a:pt x="0" y="431243"/>
                </a:lnTo>
                <a:lnTo>
                  <a:pt x="5308" y="440688"/>
                </a:lnTo>
                <a:lnTo>
                  <a:pt x="9266" y="442520"/>
                </a:lnTo>
                <a:lnTo>
                  <a:pt x="13046" y="443881"/>
                </a:lnTo>
                <a:lnTo>
                  <a:pt x="53491" y="449409"/>
                </a:lnTo>
                <a:lnTo>
                  <a:pt x="93494" y="439524"/>
                </a:lnTo>
                <a:lnTo>
                  <a:pt x="129751" y="417520"/>
                </a:lnTo>
                <a:lnTo>
                  <a:pt x="158958" y="386689"/>
                </a:lnTo>
                <a:lnTo>
                  <a:pt x="179882" y="350600"/>
                </a:lnTo>
                <a:lnTo>
                  <a:pt x="194755" y="311474"/>
                </a:lnTo>
                <a:lnTo>
                  <a:pt x="205494" y="270562"/>
                </a:lnTo>
                <a:lnTo>
                  <a:pt x="214014" y="229113"/>
                </a:lnTo>
                <a:lnTo>
                  <a:pt x="249050" y="49370"/>
                </a:lnTo>
                <a:lnTo>
                  <a:pt x="250973" y="36020"/>
                </a:lnTo>
                <a:lnTo>
                  <a:pt x="250759" y="22262"/>
                </a:lnTo>
                <a:lnTo>
                  <a:pt x="246803" y="9715"/>
                </a:lnTo>
                <a:lnTo>
                  <a:pt x="237500" y="0"/>
                </a:lnTo>
                <a:close/>
              </a:path>
            </a:pathLst>
          </a:custGeom>
          <a:solidFill>
            <a:srgbClr val="FFFFFF">
              <a:alpha val="13000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40" name="object 440" descr=""/>
          <p:cNvSpPr/>
          <p:nvPr/>
        </p:nvSpPr>
        <p:spPr>
          <a:xfrm>
            <a:off x="7829705" y="8048054"/>
            <a:ext cx="80010" cy="419734"/>
          </a:xfrm>
          <a:custGeom>
            <a:avLst/>
            <a:gdLst/>
            <a:ahLst/>
            <a:cxnLst/>
            <a:rect l="l" t="t" r="r" b="b"/>
            <a:pathLst>
              <a:path w="80009" h="419734">
                <a:moveTo>
                  <a:pt x="70939" y="0"/>
                </a:moveTo>
                <a:lnTo>
                  <a:pt x="68070" y="50372"/>
                </a:lnTo>
                <a:lnTo>
                  <a:pt x="63020" y="100895"/>
                </a:lnTo>
                <a:lnTo>
                  <a:pt x="56640" y="151421"/>
                </a:lnTo>
                <a:lnTo>
                  <a:pt x="49778" y="201801"/>
                </a:lnTo>
                <a:lnTo>
                  <a:pt x="43285" y="251887"/>
                </a:lnTo>
                <a:lnTo>
                  <a:pt x="33655" y="311595"/>
                </a:lnTo>
                <a:lnTo>
                  <a:pt x="11161" y="366606"/>
                </a:lnTo>
                <a:lnTo>
                  <a:pt x="5946" y="374926"/>
                </a:lnTo>
                <a:lnTo>
                  <a:pt x="1685" y="383768"/>
                </a:lnTo>
                <a:lnTo>
                  <a:pt x="27838" y="415748"/>
                </a:lnTo>
                <a:lnTo>
                  <a:pt x="42291" y="419170"/>
                </a:lnTo>
                <a:lnTo>
                  <a:pt x="55675" y="418077"/>
                </a:lnTo>
                <a:lnTo>
                  <a:pt x="75818" y="341619"/>
                </a:lnTo>
                <a:lnTo>
                  <a:pt x="78460" y="292779"/>
                </a:lnTo>
                <a:lnTo>
                  <a:pt x="79798" y="244003"/>
                </a:lnTo>
                <a:lnTo>
                  <a:pt x="79947" y="195261"/>
                </a:lnTo>
                <a:lnTo>
                  <a:pt x="79020" y="146520"/>
                </a:lnTo>
                <a:lnTo>
                  <a:pt x="77133" y="97750"/>
                </a:lnTo>
                <a:lnTo>
                  <a:pt x="74401" y="48920"/>
                </a:lnTo>
                <a:lnTo>
                  <a:pt x="70939" y="0"/>
                </a:lnTo>
                <a:close/>
              </a:path>
            </a:pathLst>
          </a:custGeom>
          <a:solidFill>
            <a:srgbClr val="FFFFFF">
              <a:alpha val="13000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41" name="object 441" descr=""/>
          <p:cNvSpPr/>
          <p:nvPr/>
        </p:nvSpPr>
        <p:spPr>
          <a:xfrm>
            <a:off x="7104087" y="8727305"/>
            <a:ext cx="29845" cy="506730"/>
          </a:xfrm>
          <a:custGeom>
            <a:avLst/>
            <a:gdLst/>
            <a:ahLst/>
            <a:cxnLst/>
            <a:rect l="l" t="t" r="r" b="b"/>
            <a:pathLst>
              <a:path w="29845" h="506729">
                <a:moveTo>
                  <a:pt x="29423" y="0"/>
                </a:moveTo>
                <a:lnTo>
                  <a:pt x="0" y="0"/>
                </a:lnTo>
                <a:lnTo>
                  <a:pt x="0" y="506372"/>
                </a:lnTo>
                <a:lnTo>
                  <a:pt x="29423" y="506372"/>
                </a:lnTo>
                <a:lnTo>
                  <a:pt x="29423" y="0"/>
                </a:lnTo>
                <a:close/>
              </a:path>
            </a:pathLst>
          </a:custGeom>
          <a:solidFill>
            <a:srgbClr val="FFFFFF">
              <a:alpha val="13000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42" name="object 442" descr=""/>
          <p:cNvSpPr/>
          <p:nvPr/>
        </p:nvSpPr>
        <p:spPr>
          <a:xfrm>
            <a:off x="7536963" y="8727305"/>
            <a:ext cx="29845" cy="506730"/>
          </a:xfrm>
          <a:custGeom>
            <a:avLst/>
            <a:gdLst/>
            <a:ahLst/>
            <a:cxnLst/>
            <a:rect l="l" t="t" r="r" b="b"/>
            <a:pathLst>
              <a:path w="29845" h="506729">
                <a:moveTo>
                  <a:pt x="29423" y="0"/>
                </a:moveTo>
                <a:lnTo>
                  <a:pt x="0" y="0"/>
                </a:lnTo>
                <a:lnTo>
                  <a:pt x="0" y="506372"/>
                </a:lnTo>
                <a:lnTo>
                  <a:pt x="29423" y="506372"/>
                </a:lnTo>
                <a:lnTo>
                  <a:pt x="29423" y="0"/>
                </a:lnTo>
                <a:close/>
              </a:path>
            </a:pathLst>
          </a:custGeom>
          <a:solidFill>
            <a:srgbClr val="FFFFFF">
              <a:alpha val="13000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43" name="object 443" descr=""/>
          <p:cNvSpPr/>
          <p:nvPr/>
        </p:nvSpPr>
        <p:spPr>
          <a:xfrm>
            <a:off x="8505479" y="8727305"/>
            <a:ext cx="29845" cy="506730"/>
          </a:xfrm>
          <a:custGeom>
            <a:avLst/>
            <a:gdLst/>
            <a:ahLst/>
            <a:cxnLst/>
            <a:rect l="l" t="t" r="r" b="b"/>
            <a:pathLst>
              <a:path w="29845" h="506729">
                <a:moveTo>
                  <a:pt x="29423" y="0"/>
                </a:moveTo>
                <a:lnTo>
                  <a:pt x="0" y="0"/>
                </a:lnTo>
                <a:lnTo>
                  <a:pt x="0" y="506372"/>
                </a:lnTo>
                <a:lnTo>
                  <a:pt x="29423" y="506372"/>
                </a:lnTo>
                <a:lnTo>
                  <a:pt x="29423" y="0"/>
                </a:lnTo>
                <a:close/>
              </a:path>
            </a:pathLst>
          </a:custGeom>
          <a:solidFill>
            <a:srgbClr val="FFFFFF">
              <a:alpha val="13000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44" name="object 444" descr=""/>
          <p:cNvSpPr/>
          <p:nvPr/>
        </p:nvSpPr>
        <p:spPr>
          <a:xfrm>
            <a:off x="8963307" y="8727305"/>
            <a:ext cx="29845" cy="506730"/>
          </a:xfrm>
          <a:custGeom>
            <a:avLst/>
            <a:gdLst/>
            <a:ahLst/>
            <a:cxnLst/>
            <a:rect l="l" t="t" r="r" b="b"/>
            <a:pathLst>
              <a:path w="29845" h="506729">
                <a:moveTo>
                  <a:pt x="29423" y="0"/>
                </a:moveTo>
                <a:lnTo>
                  <a:pt x="0" y="0"/>
                </a:lnTo>
                <a:lnTo>
                  <a:pt x="0" y="506372"/>
                </a:lnTo>
                <a:lnTo>
                  <a:pt x="29423" y="506372"/>
                </a:lnTo>
                <a:lnTo>
                  <a:pt x="29423" y="0"/>
                </a:lnTo>
                <a:close/>
              </a:path>
            </a:pathLst>
          </a:custGeom>
          <a:solidFill>
            <a:srgbClr val="FFFFFF">
              <a:alpha val="13000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45" name="object 445" descr=""/>
          <p:cNvSpPr/>
          <p:nvPr/>
        </p:nvSpPr>
        <p:spPr>
          <a:xfrm>
            <a:off x="6779877" y="9295706"/>
            <a:ext cx="1005205" cy="28575"/>
          </a:xfrm>
          <a:custGeom>
            <a:avLst/>
            <a:gdLst/>
            <a:ahLst/>
            <a:cxnLst/>
            <a:rect l="l" t="t" r="r" b="b"/>
            <a:pathLst>
              <a:path w="1005204" h="28575">
                <a:moveTo>
                  <a:pt x="1005058" y="0"/>
                </a:moveTo>
                <a:lnTo>
                  <a:pt x="0" y="0"/>
                </a:lnTo>
                <a:lnTo>
                  <a:pt x="0" y="28061"/>
                </a:lnTo>
                <a:lnTo>
                  <a:pt x="1005058" y="28061"/>
                </a:lnTo>
                <a:lnTo>
                  <a:pt x="1005058" y="0"/>
                </a:lnTo>
                <a:close/>
              </a:path>
            </a:pathLst>
          </a:custGeom>
          <a:solidFill>
            <a:srgbClr val="0A133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6" name="object 446" descr=""/>
          <p:cNvSpPr/>
          <p:nvPr/>
        </p:nvSpPr>
        <p:spPr>
          <a:xfrm>
            <a:off x="8317149" y="9295706"/>
            <a:ext cx="940435" cy="28575"/>
          </a:xfrm>
          <a:custGeom>
            <a:avLst/>
            <a:gdLst/>
            <a:ahLst/>
            <a:cxnLst/>
            <a:rect l="l" t="t" r="r" b="b"/>
            <a:pathLst>
              <a:path w="940434" h="28575">
                <a:moveTo>
                  <a:pt x="940013" y="0"/>
                </a:moveTo>
                <a:lnTo>
                  <a:pt x="0" y="0"/>
                </a:lnTo>
                <a:lnTo>
                  <a:pt x="0" y="28061"/>
                </a:lnTo>
                <a:lnTo>
                  <a:pt x="940013" y="28061"/>
                </a:lnTo>
                <a:lnTo>
                  <a:pt x="940013" y="0"/>
                </a:lnTo>
                <a:close/>
              </a:path>
            </a:pathLst>
          </a:custGeom>
          <a:solidFill>
            <a:srgbClr val="0A133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7" name="object 447" descr=""/>
          <p:cNvSpPr/>
          <p:nvPr/>
        </p:nvSpPr>
        <p:spPr>
          <a:xfrm>
            <a:off x="7133481" y="9704023"/>
            <a:ext cx="86360" cy="382270"/>
          </a:xfrm>
          <a:custGeom>
            <a:avLst/>
            <a:gdLst/>
            <a:ahLst/>
            <a:cxnLst/>
            <a:rect l="l" t="t" r="r" b="b"/>
            <a:pathLst>
              <a:path w="86359" h="382270">
                <a:moveTo>
                  <a:pt x="43718" y="0"/>
                </a:moveTo>
                <a:lnTo>
                  <a:pt x="1958" y="48536"/>
                </a:lnTo>
                <a:lnTo>
                  <a:pt x="0" y="106870"/>
                </a:lnTo>
                <a:lnTo>
                  <a:pt x="207" y="351548"/>
                </a:lnTo>
                <a:lnTo>
                  <a:pt x="22627" y="381927"/>
                </a:lnTo>
                <a:lnTo>
                  <a:pt x="29025" y="379888"/>
                </a:lnTo>
                <a:lnTo>
                  <a:pt x="36019" y="375354"/>
                </a:lnTo>
                <a:lnTo>
                  <a:pt x="37108" y="365731"/>
                </a:lnTo>
                <a:lnTo>
                  <a:pt x="38491" y="308444"/>
                </a:lnTo>
                <a:lnTo>
                  <a:pt x="39448" y="259182"/>
                </a:lnTo>
                <a:lnTo>
                  <a:pt x="42019" y="210208"/>
                </a:lnTo>
                <a:lnTo>
                  <a:pt x="47952" y="162097"/>
                </a:lnTo>
                <a:lnTo>
                  <a:pt x="58992" y="115425"/>
                </a:lnTo>
                <a:lnTo>
                  <a:pt x="76887" y="70766"/>
                </a:lnTo>
                <a:lnTo>
                  <a:pt x="85930" y="29312"/>
                </a:lnTo>
                <a:lnTo>
                  <a:pt x="70831" y="5403"/>
                </a:lnTo>
                <a:lnTo>
                  <a:pt x="43718" y="0"/>
                </a:lnTo>
                <a:close/>
              </a:path>
            </a:pathLst>
          </a:custGeom>
          <a:solidFill>
            <a:srgbClr val="FFFFFF">
              <a:alpha val="22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48" name="object 448" descr=""/>
          <p:cNvSpPr/>
          <p:nvPr/>
        </p:nvSpPr>
        <p:spPr>
          <a:xfrm>
            <a:off x="8772021" y="9701079"/>
            <a:ext cx="104775" cy="385445"/>
          </a:xfrm>
          <a:custGeom>
            <a:avLst/>
            <a:gdLst/>
            <a:ahLst/>
            <a:cxnLst/>
            <a:rect l="l" t="t" r="r" b="b"/>
            <a:pathLst>
              <a:path w="104775" h="385445">
                <a:moveTo>
                  <a:pt x="45654" y="0"/>
                </a:moveTo>
                <a:lnTo>
                  <a:pt x="12302" y="19354"/>
                </a:lnTo>
                <a:lnTo>
                  <a:pt x="412" y="60966"/>
                </a:lnTo>
                <a:lnTo>
                  <a:pt x="0" y="131940"/>
                </a:lnTo>
                <a:lnTo>
                  <a:pt x="1006" y="188069"/>
                </a:lnTo>
                <a:lnTo>
                  <a:pt x="3027" y="244171"/>
                </a:lnTo>
                <a:lnTo>
                  <a:pt x="6062" y="300225"/>
                </a:lnTo>
                <a:lnTo>
                  <a:pt x="13808" y="354081"/>
                </a:lnTo>
                <a:lnTo>
                  <a:pt x="30103" y="384987"/>
                </a:lnTo>
                <a:lnTo>
                  <a:pt x="44699" y="381395"/>
                </a:lnTo>
                <a:lnTo>
                  <a:pt x="47024" y="372443"/>
                </a:lnTo>
                <a:lnTo>
                  <a:pt x="47746" y="365061"/>
                </a:lnTo>
                <a:lnTo>
                  <a:pt x="49354" y="336735"/>
                </a:lnTo>
                <a:lnTo>
                  <a:pt x="49241" y="308339"/>
                </a:lnTo>
                <a:lnTo>
                  <a:pt x="47327" y="251483"/>
                </a:lnTo>
                <a:lnTo>
                  <a:pt x="47154" y="219686"/>
                </a:lnTo>
                <a:lnTo>
                  <a:pt x="50141" y="156167"/>
                </a:lnTo>
                <a:lnTo>
                  <a:pt x="54855" y="113310"/>
                </a:lnTo>
                <a:lnTo>
                  <a:pt x="73424" y="77578"/>
                </a:lnTo>
                <a:lnTo>
                  <a:pt x="86299" y="68417"/>
                </a:lnTo>
                <a:lnTo>
                  <a:pt x="92394" y="63426"/>
                </a:lnTo>
                <a:lnTo>
                  <a:pt x="104731" y="30861"/>
                </a:lnTo>
                <a:lnTo>
                  <a:pt x="82807" y="6777"/>
                </a:lnTo>
                <a:lnTo>
                  <a:pt x="45654" y="0"/>
                </a:lnTo>
                <a:close/>
              </a:path>
            </a:pathLst>
          </a:custGeom>
          <a:solidFill>
            <a:srgbClr val="FFFFFF">
              <a:alpha val="22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49" name="object 449" descr=""/>
          <p:cNvSpPr/>
          <p:nvPr/>
        </p:nvSpPr>
        <p:spPr>
          <a:xfrm>
            <a:off x="16678847" y="6397389"/>
            <a:ext cx="2292350" cy="661035"/>
          </a:xfrm>
          <a:custGeom>
            <a:avLst/>
            <a:gdLst/>
            <a:ahLst/>
            <a:cxnLst/>
            <a:rect l="l" t="t" r="r" b="b"/>
            <a:pathLst>
              <a:path w="2292350" h="661034">
                <a:moveTo>
                  <a:pt x="2291867" y="0"/>
                </a:moveTo>
                <a:lnTo>
                  <a:pt x="0" y="0"/>
                </a:lnTo>
                <a:lnTo>
                  <a:pt x="0" y="33972"/>
                </a:lnTo>
                <a:lnTo>
                  <a:pt x="0" y="660857"/>
                </a:lnTo>
                <a:lnTo>
                  <a:pt x="2291867" y="660857"/>
                </a:lnTo>
                <a:lnTo>
                  <a:pt x="2291867" y="33972"/>
                </a:lnTo>
                <a:lnTo>
                  <a:pt x="2291867" y="0"/>
                </a:lnTo>
                <a:close/>
              </a:path>
            </a:pathLst>
          </a:custGeom>
          <a:solidFill>
            <a:srgbClr val="BAE0D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0" name="object 450" descr=""/>
          <p:cNvSpPr/>
          <p:nvPr/>
        </p:nvSpPr>
        <p:spPr>
          <a:xfrm>
            <a:off x="16365554" y="6485969"/>
            <a:ext cx="315595" cy="572770"/>
          </a:xfrm>
          <a:custGeom>
            <a:avLst/>
            <a:gdLst/>
            <a:ahLst/>
            <a:cxnLst/>
            <a:rect l="l" t="t" r="r" b="b"/>
            <a:pathLst>
              <a:path w="315594" h="572770">
                <a:moveTo>
                  <a:pt x="0" y="572265"/>
                </a:moveTo>
                <a:lnTo>
                  <a:pt x="315435" y="572265"/>
                </a:lnTo>
                <a:lnTo>
                  <a:pt x="315435" y="0"/>
                </a:lnTo>
                <a:lnTo>
                  <a:pt x="0" y="0"/>
                </a:lnTo>
                <a:lnTo>
                  <a:pt x="0" y="572265"/>
                </a:lnTo>
                <a:close/>
              </a:path>
            </a:pathLst>
          </a:custGeom>
          <a:solidFill>
            <a:srgbClr val="BAE0D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1" name="object 451" descr=""/>
          <p:cNvSpPr/>
          <p:nvPr/>
        </p:nvSpPr>
        <p:spPr>
          <a:xfrm>
            <a:off x="15582740" y="6395239"/>
            <a:ext cx="1098550" cy="13335"/>
          </a:xfrm>
          <a:custGeom>
            <a:avLst/>
            <a:gdLst/>
            <a:ahLst/>
            <a:cxnLst/>
            <a:rect l="l" t="t" r="r" b="b"/>
            <a:pathLst>
              <a:path w="1098550" h="13335">
                <a:moveTo>
                  <a:pt x="0" y="13339"/>
                </a:moveTo>
                <a:lnTo>
                  <a:pt x="1098249" y="13339"/>
                </a:lnTo>
                <a:lnTo>
                  <a:pt x="1098249" y="0"/>
                </a:lnTo>
                <a:lnTo>
                  <a:pt x="0" y="0"/>
                </a:lnTo>
                <a:lnTo>
                  <a:pt x="0" y="13339"/>
                </a:lnTo>
                <a:close/>
              </a:path>
            </a:pathLst>
          </a:custGeom>
          <a:solidFill>
            <a:srgbClr val="BAE0D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2" name="object 452" descr=""/>
          <p:cNvSpPr/>
          <p:nvPr/>
        </p:nvSpPr>
        <p:spPr>
          <a:xfrm>
            <a:off x="16365554" y="7111385"/>
            <a:ext cx="315595" cy="2540"/>
          </a:xfrm>
          <a:custGeom>
            <a:avLst/>
            <a:gdLst/>
            <a:ahLst/>
            <a:cxnLst/>
            <a:rect l="l" t="t" r="r" b="b"/>
            <a:pathLst>
              <a:path w="315594" h="2540">
                <a:moveTo>
                  <a:pt x="0" y="2146"/>
                </a:moveTo>
                <a:lnTo>
                  <a:pt x="315435" y="2146"/>
                </a:lnTo>
                <a:lnTo>
                  <a:pt x="315435" y="0"/>
                </a:lnTo>
                <a:lnTo>
                  <a:pt x="0" y="0"/>
                </a:lnTo>
                <a:lnTo>
                  <a:pt x="0" y="2146"/>
                </a:lnTo>
                <a:close/>
              </a:path>
            </a:pathLst>
          </a:custGeom>
          <a:solidFill>
            <a:srgbClr val="BAE0D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3" name="object 453" descr=""/>
          <p:cNvSpPr/>
          <p:nvPr/>
        </p:nvSpPr>
        <p:spPr>
          <a:xfrm>
            <a:off x="15628759" y="6485969"/>
            <a:ext cx="675640" cy="572770"/>
          </a:xfrm>
          <a:custGeom>
            <a:avLst/>
            <a:gdLst/>
            <a:ahLst/>
            <a:cxnLst/>
            <a:rect l="l" t="t" r="r" b="b"/>
            <a:pathLst>
              <a:path w="675640" h="572770">
                <a:moveTo>
                  <a:pt x="0" y="572265"/>
                </a:moveTo>
                <a:lnTo>
                  <a:pt x="675256" y="572265"/>
                </a:lnTo>
                <a:lnTo>
                  <a:pt x="675256" y="0"/>
                </a:lnTo>
                <a:lnTo>
                  <a:pt x="0" y="0"/>
                </a:lnTo>
                <a:lnTo>
                  <a:pt x="0" y="572265"/>
                </a:lnTo>
                <a:close/>
              </a:path>
            </a:pathLst>
          </a:custGeom>
          <a:solidFill>
            <a:srgbClr val="BAE0D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4" name="object 454" descr=""/>
          <p:cNvSpPr/>
          <p:nvPr/>
        </p:nvSpPr>
        <p:spPr>
          <a:xfrm>
            <a:off x="15628759" y="7111385"/>
            <a:ext cx="675640" cy="2540"/>
          </a:xfrm>
          <a:custGeom>
            <a:avLst/>
            <a:gdLst/>
            <a:ahLst/>
            <a:cxnLst/>
            <a:rect l="l" t="t" r="r" b="b"/>
            <a:pathLst>
              <a:path w="675640" h="2540">
                <a:moveTo>
                  <a:pt x="0" y="2146"/>
                </a:moveTo>
                <a:lnTo>
                  <a:pt x="675256" y="2146"/>
                </a:lnTo>
                <a:lnTo>
                  <a:pt x="675256" y="0"/>
                </a:lnTo>
                <a:lnTo>
                  <a:pt x="0" y="0"/>
                </a:lnTo>
                <a:lnTo>
                  <a:pt x="0" y="2146"/>
                </a:lnTo>
                <a:close/>
              </a:path>
            </a:pathLst>
          </a:custGeom>
          <a:solidFill>
            <a:srgbClr val="BAE0D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5" name="object 455" descr=""/>
          <p:cNvSpPr/>
          <p:nvPr/>
        </p:nvSpPr>
        <p:spPr>
          <a:xfrm>
            <a:off x="17319849" y="6397386"/>
            <a:ext cx="1651000" cy="661035"/>
          </a:xfrm>
          <a:custGeom>
            <a:avLst/>
            <a:gdLst/>
            <a:ahLst/>
            <a:cxnLst/>
            <a:rect l="l" t="t" r="r" b="b"/>
            <a:pathLst>
              <a:path w="1651000" h="661034">
                <a:moveTo>
                  <a:pt x="0" y="660848"/>
                </a:moveTo>
                <a:lnTo>
                  <a:pt x="1650871" y="660848"/>
                </a:lnTo>
                <a:lnTo>
                  <a:pt x="1650871" y="0"/>
                </a:lnTo>
                <a:lnTo>
                  <a:pt x="0" y="0"/>
                </a:lnTo>
                <a:lnTo>
                  <a:pt x="0" y="660848"/>
                </a:lnTo>
                <a:close/>
              </a:path>
            </a:pathLst>
          </a:custGeom>
          <a:solidFill>
            <a:srgbClr val="0F1713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56" name="object 456" descr=""/>
          <p:cNvGrpSpPr/>
          <p:nvPr/>
        </p:nvGrpSpPr>
        <p:grpSpPr>
          <a:xfrm>
            <a:off x="16598656" y="6371282"/>
            <a:ext cx="80645" cy="687070"/>
            <a:chOff x="16598656" y="6371282"/>
            <a:chExt cx="80645" cy="687070"/>
          </a:xfrm>
        </p:grpSpPr>
        <p:sp>
          <p:nvSpPr>
            <p:cNvPr id="457" name="object 457" descr=""/>
            <p:cNvSpPr/>
            <p:nvPr/>
          </p:nvSpPr>
          <p:spPr>
            <a:xfrm>
              <a:off x="16598656" y="6371282"/>
              <a:ext cx="80645" cy="687070"/>
            </a:xfrm>
            <a:custGeom>
              <a:avLst/>
              <a:gdLst/>
              <a:ahLst/>
              <a:cxnLst/>
              <a:rect l="l" t="t" r="r" b="b"/>
              <a:pathLst>
                <a:path w="80644" h="687070">
                  <a:moveTo>
                    <a:pt x="0" y="686952"/>
                  </a:moveTo>
                  <a:lnTo>
                    <a:pt x="80186" y="686952"/>
                  </a:lnTo>
                  <a:lnTo>
                    <a:pt x="80186" y="0"/>
                  </a:lnTo>
                  <a:lnTo>
                    <a:pt x="0" y="0"/>
                  </a:lnTo>
                  <a:lnTo>
                    <a:pt x="0" y="686952"/>
                  </a:lnTo>
                  <a:close/>
                </a:path>
              </a:pathLst>
            </a:custGeom>
            <a:solidFill>
              <a:srgbClr val="A4271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" name="object 458" descr=""/>
            <p:cNvSpPr/>
            <p:nvPr/>
          </p:nvSpPr>
          <p:spPr>
            <a:xfrm>
              <a:off x="16598646" y="6371291"/>
              <a:ext cx="80645" cy="687070"/>
            </a:xfrm>
            <a:custGeom>
              <a:avLst/>
              <a:gdLst/>
              <a:ahLst/>
              <a:cxnLst/>
              <a:rect l="l" t="t" r="r" b="b"/>
              <a:pathLst>
                <a:path w="80644" h="687070">
                  <a:moveTo>
                    <a:pt x="80187" y="114681"/>
                  </a:moveTo>
                  <a:lnTo>
                    <a:pt x="0" y="114681"/>
                  </a:lnTo>
                  <a:lnTo>
                    <a:pt x="0" y="686955"/>
                  </a:lnTo>
                  <a:lnTo>
                    <a:pt x="80187" y="686955"/>
                  </a:lnTo>
                  <a:lnTo>
                    <a:pt x="80187" y="114681"/>
                  </a:lnTo>
                  <a:close/>
                </a:path>
                <a:path w="80644" h="687070">
                  <a:moveTo>
                    <a:pt x="80187" y="0"/>
                  </a:moveTo>
                  <a:lnTo>
                    <a:pt x="0" y="0"/>
                  </a:lnTo>
                  <a:lnTo>
                    <a:pt x="0" y="37299"/>
                  </a:lnTo>
                  <a:lnTo>
                    <a:pt x="80187" y="37299"/>
                  </a:lnTo>
                  <a:lnTo>
                    <a:pt x="80187" y="0"/>
                  </a:lnTo>
                  <a:close/>
                </a:path>
              </a:pathLst>
            </a:custGeom>
            <a:solidFill>
              <a:srgbClr val="0F1713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59" name="object 459" descr=""/>
          <p:cNvGrpSpPr/>
          <p:nvPr/>
        </p:nvGrpSpPr>
        <p:grpSpPr>
          <a:xfrm>
            <a:off x="15628759" y="6420935"/>
            <a:ext cx="675640" cy="690880"/>
            <a:chOff x="15628759" y="6420935"/>
            <a:chExt cx="675640" cy="690880"/>
          </a:xfrm>
        </p:grpSpPr>
        <p:sp>
          <p:nvSpPr>
            <p:cNvPr id="460" name="object 460" descr=""/>
            <p:cNvSpPr/>
            <p:nvPr/>
          </p:nvSpPr>
          <p:spPr>
            <a:xfrm>
              <a:off x="15761812" y="6420935"/>
              <a:ext cx="22225" cy="637540"/>
            </a:xfrm>
            <a:custGeom>
              <a:avLst/>
              <a:gdLst/>
              <a:ahLst/>
              <a:cxnLst/>
              <a:rect l="l" t="t" r="r" b="b"/>
              <a:pathLst>
                <a:path w="22225" h="637540">
                  <a:moveTo>
                    <a:pt x="0" y="637299"/>
                  </a:moveTo>
                  <a:lnTo>
                    <a:pt x="21915" y="637299"/>
                  </a:lnTo>
                  <a:lnTo>
                    <a:pt x="21915" y="0"/>
                  </a:lnTo>
                  <a:lnTo>
                    <a:pt x="0" y="0"/>
                  </a:lnTo>
                  <a:lnTo>
                    <a:pt x="0" y="637299"/>
                  </a:lnTo>
                  <a:close/>
                </a:path>
              </a:pathLst>
            </a:custGeom>
            <a:solidFill>
              <a:srgbClr val="A4271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" name="object 461" descr=""/>
            <p:cNvSpPr/>
            <p:nvPr/>
          </p:nvSpPr>
          <p:spPr>
            <a:xfrm>
              <a:off x="15628759" y="7058235"/>
              <a:ext cx="675640" cy="53340"/>
            </a:xfrm>
            <a:custGeom>
              <a:avLst/>
              <a:gdLst/>
              <a:ahLst/>
              <a:cxnLst/>
              <a:rect l="l" t="t" r="r" b="b"/>
              <a:pathLst>
                <a:path w="675640" h="53340">
                  <a:moveTo>
                    <a:pt x="0" y="53150"/>
                  </a:moveTo>
                  <a:lnTo>
                    <a:pt x="675256" y="53150"/>
                  </a:lnTo>
                  <a:lnTo>
                    <a:pt x="675256" y="0"/>
                  </a:lnTo>
                  <a:lnTo>
                    <a:pt x="0" y="0"/>
                  </a:lnTo>
                  <a:lnTo>
                    <a:pt x="0" y="53150"/>
                  </a:lnTo>
                  <a:close/>
                </a:path>
              </a:pathLst>
            </a:custGeom>
            <a:solidFill>
              <a:srgbClr val="20284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62" name="object 462" descr=""/>
          <p:cNvSpPr/>
          <p:nvPr/>
        </p:nvSpPr>
        <p:spPr>
          <a:xfrm>
            <a:off x="16365554" y="7058235"/>
            <a:ext cx="659130" cy="53340"/>
          </a:xfrm>
          <a:custGeom>
            <a:avLst/>
            <a:gdLst/>
            <a:ahLst/>
            <a:cxnLst/>
            <a:rect l="l" t="t" r="r" b="b"/>
            <a:pathLst>
              <a:path w="659130" h="53340">
                <a:moveTo>
                  <a:pt x="0" y="53150"/>
                </a:moveTo>
                <a:lnTo>
                  <a:pt x="658817" y="53150"/>
                </a:lnTo>
                <a:lnTo>
                  <a:pt x="658817" y="0"/>
                </a:lnTo>
                <a:lnTo>
                  <a:pt x="0" y="0"/>
                </a:lnTo>
                <a:lnTo>
                  <a:pt x="0" y="53150"/>
                </a:lnTo>
                <a:close/>
              </a:path>
            </a:pathLst>
          </a:custGeom>
          <a:solidFill>
            <a:srgbClr val="20284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3" name="object 463" descr=""/>
          <p:cNvSpPr/>
          <p:nvPr/>
        </p:nvSpPr>
        <p:spPr>
          <a:xfrm>
            <a:off x="17085909" y="7058235"/>
            <a:ext cx="1885314" cy="53340"/>
          </a:xfrm>
          <a:custGeom>
            <a:avLst/>
            <a:gdLst/>
            <a:ahLst/>
            <a:cxnLst/>
            <a:rect l="l" t="t" r="r" b="b"/>
            <a:pathLst>
              <a:path w="1885315" h="53340">
                <a:moveTo>
                  <a:pt x="0" y="53150"/>
                </a:moveTo>
                <a:lnTo>
                  <a:pt x="1884801" y="53150"/>
                </a:lnTo>
                <a:lnTo>
                  <a:pt x="1884801" y="0"/>
                </a:lnTo>
                <a:lnTo>
                  <a:pt x="0" y="0"/>
                </a:lnTo>
                <a:lnTo>
                  <a:pt x="0" y="53150"/>
                </a:lnTo>
                <a:close/>
              </a:path>
            </a:pathLst>
          </a:custGeom>
          <a:solidFill>
            <a:srgbClr val="20284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64" name="object 464" descr=""/>
          <p:cNvGrpSpPr/>
          <p:nvPr/>
        </p:nvGrpSpPr>
        <p:grpSpPr>
          <a:xfrm>
            <a:off x="15508729" y="6408579"/>
            <a:ext cx="1636395" cy="931544"/>
            <a:chOff x="15508729" y="6408579"/>
            <a:chExt cx="1636395" cy="931544"/>
          </a:xfrm>
        </p:grpSpPr>
        <p:sp>
          <p:nvSpPr>
            <p:cNvPr id="465" name="object 465" descr=""/>
            <p:cNvSpPr/>
            <p:nvPr/>
          </p:nvSpPr>
          <p:spPr>
            <a:xfrm>
              <a:off x="15537568" y="6408579"/>
              <a:ext cx="1607820" cy="77470"/>
            </a:xfrm>
            <a:custGeom>
              <a:avLst/>
              <a:gdLst/>
              <a:ahLst/>
              <a:cxnLst/>
              <a:rect l="l" t="t" r="r" b="b"/>
              <a:pathLst>
                <a:path w="1607819" h="77470">
                  <a:moveTo>
                    <a:pt x="1607479" y="0"/>
                  </a:moveTo>
                  <a:lnTo>
                    <a:pt x="0" y="0"/>
                  </a:lnTo>
                  <a:lnTo>
                    <a:pt x="0" y="77390"/>
                  </a:lnTo>
                  <a:lnTo>
                    <a:pt x="1607479" y="77390"/>
                  </a:lnTo>
                  <a:lnTo>
                    <a:pt x="1607479" y="0"/>
                  </a:lnTo>
                  <a:close/>
                </a:path>
              </a:pathLst>
            </a:custGeom>
            <a:solidFill>
              <a:srgbClr val="A4271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" name="object 466" descr=""/>
            <p:cNvSpPr/>
            <p:nvPr/>
          </p:nvSpPr>
          <p:spPr>
            <a:xfrm>
              <a:off x="15537561" y="6408591"/>
              <a:ext cx="1607820" cy="77470"/>
            </a:xfrm>
            <a:custGeom>
              <a:avLst/>
              <a:gdLst/>
              <a:ahLst/>
              <a:cxnLst/>
              <a:rect l="l" t="t" r="r" b="b"/>
              <a:pathLst>
                <a:path w="1607819" h="77470">
                  <a:moveTo>
                    <a:pt x="1607477" y="0"/>
                  </a:moveTo>
                  <a:lnTo>
                    <a:pt x="0" y="0"/>
                  </a:lnTo>
                  <a:lnTo>
                    <a:pt x="0" y="12344"/>
                  </a:lnTo>
                  <a:lnTo>
                    <a:pt x="0" y="77381"/>
                  </a:lnTo>
                  <a:lnTo>
                    <a:pt x="766445" y="77381"/>
                  </a:lnTo>
                  <a:lnTo>
                    <a:pt x="766445" y="12344"/>
                  </a:lnTo>
                  <a:lnTo>
                    <a:pt x="827989" y="12344"/>
                  </a:lnTo>
                  <a:lnTo>
                    <a:pt x="827989" y="22771"/>
                  </a:lnTo>
                  <a:lnTo>
                    <a:pt x="827989" y="77381"/>
                  </a:lnTo>
                  <a:lnTo>
                    <a:pt x="1607477" y="77381"/>
                  </a:lnTo>
                  <a:lnTo>
                    <a:pt x="1607477" y="22771"/>
                  </a:lnTo>
                  <a:lnTo>
                    <a:pt x="1607477" y="12344"/>
                  </a:lnTo>
                  <a:lnTo>
                    <a:pt x="1607477" y="0"/>
                  </a:lnTo>
                  <a:close/>
                </a:path>
              </a:pathLst>
            </a:custGeom>
            <a:solidFill>
              <a:srgbClr val="0F171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" name="object 467" descr=""/>
            <p:cNvSpPr/>
            <p:nvPr/>
          </p:nvSpPr>
          <p:spPr>
            <a:xfrm>
              <a:off x="15567216" y="6420935"/>
              <a:ext cx="798830" cy="766445"/>
            </a:xfrm>
            <a:custGeom>
              <a:avLst/>
              <a:gdLst/>
              <a:ahLst/>
              <a:cxnLst/>
              <a:rect l="l" t="t" r="r" b="b"/>
              <a:pathLst>
                <a:path w="798830" h="766445">
                  <a:moveTo>
                    <a:pt x="61544" y="0"/>
                  </a:moveTo>
                  <a:lnTo>
                    <a:pt x="0" y="0"/>
                  </a:lnTo>
                  <a:lnTo>
                    <a:pt x="0" y="766216"/>
                  </a:lnTo>
                  <a:lnTo>
                    <a:pt x="61544" y="766216"/>
                  </a:lnTo>
                  <a:lnTo>
                    <a:pt x="61544" y="0"/>
                  </a:lnTo>
                  <a:close/>
                </a:path>
                <a:path w="798830" h="766445">
                  <a:moveTo>
                    <a:pt x="798334" y="0"/>
                  </a:moveTo>
                  <a:lnTo>
                    <a:pt x="736790" y="0"/>
                  </a:lnTo>
                  <a:lnTo>
                    <a:pt x="736790" y="766216"/>
                  </a:lnTo>
                  <a:lnTo>
                    <a:pt x="798334" y="766216"/>
                  </a:lnTo>
                  <a:lnTo>
                    <a:pt x="798334" y="0"/>
                  </a:lnTo>
                  <a:close/>
                </a:path>
              </a:pathLst>
            </a:custGeom>
            <a:solidFill>
              <a:srgbClr val="A4271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8" name="object 468" descr=""/>
            <p:cNvPicPr/>
            <p:nvPr/>
          </p:nvPicPr>
          <p:blipFill>
            <a:blip r:embed="rId79" cstate="print"/>
            <a:stretch>
              <a:fillRect/>
            </a:stretch>
          </p:blipFill>
          <p:spPr>
            <a:xfrm>
              <a:off x="15508729" y="7179219"/>
              <a:ext cx="178687" cy="160843"/>
            </a:xfrm>
            <a:prstGeom prst="rect">
              <a:avLst/>
            </a:prstGeom>
          </p:spPr>
        </p:pic>
        <p:sp>
          <p:nvSpPr>
            <p:cNvPr id="469" name="object 469" descr=""/>
            <p:cNvSpPr/>
            <p:nvPr/>
          </p:nvSpPr>
          <p:spPr>
            <a:xfrm>
              <a:off x="17024371" y="6431353"/>
              <a:ext cx="61594" cy="751205"/>
            </a:xfrm>
            <a:custGeom>
              <a:avLst/>
              <a:gdLst/>
              <a:ahLst/>
              <a:cxnLst/>
              <a:rect l="l" t="t" r="r" b="b"/>
              <a:pathLst>
                <a:path w="61594" h="751204">
                  <a:moveTo>
                    <a:pt x="61537" y="0"/>
                  </a:moveTo>
                  <a:lnTo>
                    <a:pt x="0" y="0"/>
                  </a:lnTo>
                  <a:lnTo>
                    <a:pt x="0" y="751170"/>
                  </a:lnTo>
                  <a:lnTo>
                    <a:pt x="61537" y="751170"/>
                  </a:lnTo>
                  <a:lnTo>
                    <a:pt x="61537" y="0"/>
                  </a:lnTo>
                  <a:close/>
                </a:path>
              </a:pathLst>
            </a:custGeom>
            <a:solidFill>
              <a:srgbClr val="A4271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0" name="object 470" descr=""/>
            <p:cNvPicPr/>
            <p:nvPr/>
          </p:nvPicPr>
          <p:blipFill>
            <a:blip r:embed="rId80" cstate="print"/>
            <a:stretch>
              <a:fillRect/>
            </a:stretch>
          </p:blipFill>
          <p:spPr>
            <a:xfrm>
              <a:off x="16965872" y="7174360"/>
              <a:ext cx="178693" cy="165701"/>
            </a:xfrm>
            <a:prstGeom prst="rect">
              <a:avLst/>
            </a:prstGeom>
          </p:spPr>
        </p:pic>
      </p:grpSp>
      <p:grpSp>
        <p:nvGrpSpPr>
          <p:cNvPr id="471" name="object 471" descr=""/>
          <p:cNvGrpSpPr/>
          <p:nvPr/>
        </p:nvGrpSpPr>
        <p:grpSpPr>
          <a:xfrm>
            <a:off x="17273302" y="6513508"/>
            <a:ext cx="142240" cy="702310"/>
            <a:chOff x="17273302" y="6513508"/>
            <a:chExt cx="142240" cy="702310"/>
          </a:xfrm>
        </p:grpSpPr>
        <p:sp>
          <p:nvSpPr>
            <p:cNvPr id="472" name="object 472" descr=""/>
            <p:cNvSpPr/>
            <p:nvPr/>
          </p:nvSpPr>
          <p:spPr>
            <a:xfrm>
              <a:off x="17319839" y="6513508"/>
              <a:ext cx="49530" cy="580390"/>
            </a:xfrm>
            <a:custGeom>
              <a:avLst/>
              <a:gdLst/>
              <a:ahLst/>
              <a:cxnLst/>
              <a:rect l="l" t="t" r="r" b="b"/>
              <a:pathLst>
                <a:path w="49530" h="580390">
                  <a:moveTo>
                    <a:pt x="48961" y="0"/>
                  </a:moveTo>
                  <a:lnTo>
                    <a:pt x="0" y="0"/>
                  </a:lnTo>
                  <a:lnTo>
                    <a:pt x="0" y="580087"/>
                  </a:lnTo>
                  <a:lnTo>
                    <a:pt x="48961" y="580087"/>
                  </a:lnTo>
                  <a:lnTo>
                    <a:pt x="48961" y="0"/>
                  </a:lnTo>
                  <a:close/>
                </a:path>
              </a:pathLst>
            </a:custGeom>
            <a:solidFill>
              <a:srgbClr val="A4271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" name="object 473" descr=""/>
            <p:cNvSpPr/>
            <p:nvPr/>
          </p:nvSpPr>
          <p:spPr>
            <a:xfrm>
              <a:off x="17319839" y="6513508"/>
              <a:ext cx="49530" cy="580390"/>
            </a:xfrm>
            <a:custGeom>
              <a:avLst/>
              <a:gdLst/>
              <a:ahLst/>
              <a:cxnLst/>
              <a:rect l="l" t="t" r="r" b="b"/>
              <a:pathLst>
                <a:path w="49530" h="580390">
                  <a:moveTo>
                    <a:pt x="48961" y="0"/>
                  </a:moveTo>
                  <a:lnTo>
                    <a:pt x="0" y="0"/>
                  </a:lnTo>
                  <a:lnTo>
                    <a:pt x="0" y="580087"/>
                  </a:lnTo>
                  <a:lnTo>
                    <a:pt x="48961" y="580087"/>
                  </a:lnTo>
                  <a:lnTo>
                    <a:pt x="48961" y="0"/>
                  </a:lnTo>
                  <a:close/>
                </a:path>
              </a:pathLst>
            </a:custGeom>
            <a:solidFill>
              <a:srgbClr val="0F171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4" name="object 474" descr=""/>
            <p:cNvPicPr/>
            <p:nvPr/>
          </p:nvPicPr>
          <p:blipFill>
            <a:blip r:embed="rId81" cstate="print"/>
            <a:stretch>
              <a:fillRect/>
            </a:stretch>
          </p:blipFill>
          <p:spPr>
            <a:xfrm>
              <a:off x="17273302" y="7087293"/>
              <a:ext cx="142152" cy="127964"/>
            </a:xfrm>
            <a:prstGeom prst="rect">
              <a:avLst/>
            </a:prstGeom>
          </p:spPr>
        </p:pic>
      </p:grpSp>
      <p:grpSp>
        <p:nvGrpSpPr>
          <p:cNvPr id="475" name="object 475" descr=""/>
          <p:cNvGrpSpPr/>
          <p:nvPr/>
        </p:nvGrpSpPr>
        <p:grpSpPr>
          <a:xfrm>
            <a:off x="17912967" y="6513508"/>
            <a:ext cx="142240" cy="702310"/>
            <a:chOff x="17912967" y="6513508"/>
            <a:chExt cx="142240" cy="702310"/>
          </a:xfrm>
        </p:grpSpPr>
        <p:sp>
          <p:nvSpPr>
            <p:cNvPr id="476" name="object 476" descr=""/>
            <p:cNvSpPr/>
            <p:nvPr/>
          </p:nvSpPr>
          <p:spPr>
            <a:xfrm>
              <a:off x="17959505" y="6513508"/>
              <a:ext cx="49530" cy="580390"/>
            </a:xfrm>
            <a:custGeom>
              <a:avLst/>
              <a:gdLst/>
              <a:ahLst/>
              <a:cxnLst/>
              <a:rect l="l" t="t" r="r" b="b"/>
              <a:pathLst>
                <a:path w="49530" h="580390">
                  <a:moveTo>
                    <a:pt x="48961" y="0"/>
                  </a:moveTo>
                  <a:lnTo>
                    <a:pt x="0" y="0"/>
                  </a:lnTo>
                  <a:lnTo>
                    <a:pt x="0" y="580087"/>
                  </a:lnTo>
                  <a:lnTo>
                    <a:pt x="48961" y="580087"/>
                  </a:lnTo>
                  <a:lnTo>
                    <a:pt x="48961" y="0"/>
                  </a:lnTo>
                  <a:close/>
                </a:path>
              </a:pathLst>
            </a:custGeom>
            <a:solidFill>
              <a:srgbClr val="A4271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" name="object 477" descr=""/>
            <p:cNvSpPr/>
            <p:nvPr/>
          </p:nvSpPr>
          <p:spPr>
            <a:xfrm>
              <a:off x="17959505" y="6513508"/>
              <a:ext cx="49530" cy="580390"/>
            </a:xfrm>
            <a:custGeom>
              <a:avLst/>
              <a:gdLst/>
              <a:ahLst/>
              <a:cxnLst/>
              <a:rect l="l" t="t" r="r" b="b"/>
              <a:pathLst>
                <a:path w="49530" h="580390">
                  <a:moveTo>
                    <a:pt x="48961" y="0"/>
                  </a:moveTo>
                  <a:lnTo>
                    <a:pt x="0" y="0"/>
                  </a:lnTo>
                  <a:lnTo>
                    <a:pt x="0" y="580087"/>
                  </a:lnTo>
                  <a:lnTo>
                    <a:pt x="48961" y="580087"/>
                  </a:lnTo>
                  <a:lnTo>
                    <a:pt x="48961" y="0"/>
                  </a:lnTo>
                  <a:close/>
                </a:path>
              </a:pathLst>
            </a:custGeom>
            <a:solidFill>
              <a:srgbClr val="0F171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8" name="object 478" descr=""/>
            <p:cNvPicPr/>
            <p:nvPr/>
          </p:nvPicPr>
          <p:blipFill>
            <a:blip r:embed="rId82" cstate="print"/>
            <a:stretch>
              <a:fillRect/>
            </a:stretch>
          </p:blipFill>
          <p:spPr>
            <a:xfrm>
              <a:off x="17912967" y="7087293"/>
              <a:ext cx="142162" cy="127964"/>
            </a:xfrm>
            <a:prstGeom prst="rect">
              <a:avLst/>
            </a:prstGeom>
          </p:spPr>
        </p:pic>
      </p:grpSp>
      <p:grpSp>
        <p:nvGrpSpPr>
          <p:cNvPr id="479" name="object 479" descr=""/>
          <p:cNvGrpSpPr/>
          <p:nvPr/>
        </p:nvGrpSpPr>
        <p:grpSpPr>
          <a:xfrm>
            <a:off x="18535820" y="6513508"/>
            <a:ext cx="142240" cy="702310"/>
            <a:chOff x="18535820" y="6513508"/>
            <a:chExt cx="142240" cy="702310"/>
          </a:xfrm>
        </p:grpSpPr>
        <p:sp>
          <p:nvSpPr>
            <p:cNvPr id="480" name="object 480" descr=""/>
            <p:cNvSpPr/>
            <p:nvPr/>
          </p:nvSpPr>
          <p:spPr>
            <a:xfrm>
              <a:off x="18582366" y="6513508"/>
              <a:ext cx="49530" cy="580390"/>
            </a:xfrm>
            <a:custGeom>
              <a:avLst/>
              <a:gdLst/>
              <a:ahLst/>
              <a:cxnLst/>
              <a:rect l="l" t="t" r="r" b="b"/>
              <a:pathLst>
                <a:path w="49530" h="580390">
                  <a:moveTo>
                    <a:pt x="48961" y="0"/>
                  </a:moveTo>
                  <a:lnTo>
                    <a:pt x="0" y="0"/>
                  </a:lnTo>
                  <a:lnTo>
                    <a:pt x="0" y="580087"/>
                  </a:lnTo>
                  <a:lnTo>
                    <a:pt x="48961" y="580087"/>
                  </a:lnTo>
                  <a:lnTo>
                    <a:pt x="48961" y="0"/>
                  </a:lnTo>
                  <a:close/>
                </a:path>
              </a:pathLst>
            </a:custGeom>
            <a:solidFill>
              <a:srgbClr val="A4271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" name="object 481" descr=""/>
            <p:cNvSpPr/>
            <p:nvPr/>
          </p:nvSpPr>
          <p:spPr>
            <a:xfrm>
              <a:off x="18582366" y="6513508"/>
              <a:ext cx="49530" cy="580390"/>
            </a:xfrm>
            <a:custGeom>
              <a:avLst/>
              <a:gdLst/>
              <a:ahLst/>
              <a:cxnLst/>
              <a:rect l="l" t="t" r="r" b="b"/>
              <a:pathLst>
                <a:path w="49530" h="580390">
                  <a:moveTo>
                    <a:pt x="48961" y="0"/>
                  </a:moveTo>
                  <a:lnTo>
                    <a:pt x="0" y="0"/>
                  </a:lnTo>
                  <a:lnTo>
                    <a:pt x="0" y="580087"/>
                  </a:lnTo>
                  <a:lnTo>
                    <a:pt x="48961" y="580087"/>
                  </a:lnTo>
                  <a:lnTo>
                    <a:pt x="48961" y="0"/>
                  </a:lnTo>
                  <a:close/>
                </a:path>
              </a:pathLst>
            </a:custGeom>
            <a:solidFill>
              <a:srgbClr val="0F171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2" name="object 482" descr=""/>
            <p:cNvPicPr/>
            <p:nvPr/>
          </p:nvPicPr>
          <p:blipFill>
            <a:blip r:embed="rId83" cstate="print"/>
            <a:stretch>
              <a:fillRect/>
            </a:stretch>
          </p:blipFill>
          <p:spPr>
            <a:xfrm>
              <a:off x="18535820" y="7087293"/>
              <a:ext cx="142152" cy="127964"/>
            </a:xfrm>
            <a:prstGeom prst="rect">
              <a:avLst/>
            </a:prstGeom>
          </p:spPr>
        </p:pic>
      </p:grpSp>
      <p:grpSp>
        <p:nvGrpSpPr>
          <p:cNvPr id="483" name="object 483" descr=""/>
          <p:cNvGrpSpPr/>
          <p:nvPr/>
        </p:nvGrpSpPr>
        <p:grpSpPr>
          <a:xfrm>
            <a:off x="14812067" y="5602455"/>
            <a:ext cx="4429760" cy="1737995"/>
            <a:chOff x="14812067" y="5602455"/>
            <a:chExt cx="4429760" cy="1737995"/>
          </a:xfrm>
        </p:grpSpPr>
        <p:sp>
          <p:nvSpPr>
            <p:cNvPr id="484" name="object 484" descr=""/>
            <p:cNvSpPr/>
            <p:nvPr/>
          </p:nvSpPr>
          <p:spPr>
            <a:xfrm>
              <a:off x="18921759" y="6513508"/>
              <a:ext cx="49530" cy="580390"/>
            </a:xfrm>
            <a:custGeom>
              <a:avLst/>
              <a:gdLst/>
              <a:ahLst/>
              <a:cxnLst/>
              <a:rect l="l" t="t" r="r" b="b"/>
              <a:pathLst>
                <a:path w="49530" h="580390">
                  <a:moveTo>
                    <a:pt x="48961" y="0"/>
                  </a:moveTo>
                  <a:lnTo>
                    <a:pt x="0" y="0"/>
                  </a:lnTo>
                  <a:lnTo>
                    <a:pt x="0" y="580087"/>
                  </a:lnTo>
                  <a:lnTo>
                    <a:pt x="48961" y="580087"/>
                  </a:lnTo>
                  <a:lnTo>
                    <a:pt x="48961" y="0"/>
                  </a:lnTo>
                  <a:close/>
                </a:path>
              </a:pathLst>
            </a:custGeom>
            <a:solidFill>
              <a:srgbClr val="A4271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" name="object 485" descr=""/>
            <p:cNvSpPr/>
            <p:nvPr/>
          </p:nvSpPr>
          <p:spPr>
            <a:xfrm>
              <a:off x="18921759" y="6513508"/>
              <a:ext cx="49530" cy="580390"/>
            </a:xfrm>
            <a:custGeom>
              <a:avLst/>
              <a:gdLst/>
              <a:ahLst/>
              <a:cxnLst/>
              <a:rect l="l" t="t" r="r" b="b"/>
              <a:pathLst>
                <a:path w="49530" h="580390">
                  <a:moveTo>
                    <a:pt x="48961" y="0"/>
                  </a:moveTo>
                  <a:lnTo>
                    <a:pt x="0" y="0"/>
                  </a:lnTo>
                  <a:lnTo>
                    <a:pt x="0" y="580087"/>
                  </a:lnTo>
                  <a:lnTo>
                    <a:pt x="48961" y="580087"/>
                  </a:lnTo>
                  <a:lnTo>
                    <a:pt x="48961" y="0"/>
                  </a:lnTo>
                  <a:close/>
                </a:path>
              </a:pathLst>
            </a:custGeom>
            <a:solidFill>
              <a:srgbClr val="0F171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6" name="object 486" descr=""/>
            <p:cNvPicPr/>
            <p:nvPr/>
          </p:nvPicPr>
          <p:blipFill>
            <a:blip r:embed="rId83" cstate="print"/>
            <a:stretch>
              <a:fillRect/>
            </a:stretch>
          </p:blipFill>
          <p:spPr>
            <a:xfrm>
              <a:off x="18875220" y="7087293"/>
              <a:ext cx="142152" cy="127964"/>
            </a:xfrm>
            <a:prstGeom prst="rect">
              <a:avLst/>
            </a:prstGeom>
          </p:spPr>
        </p:pic>
        <p:sp>
          <p:nvSpPr>
            <p:cNvPr id="487" name="object 487" descr=""/>
            <p:cNvSpPr/>
            <p:nvPr/>
          </p:nvSpPr>
          <p:spPr>
            <a:xfrm>
              <a:off x="17360854" y="6158295"/>
              <a:ext cx="1800225" cy="457200"/>
            </a:xfrm>
            <a:custGeom>
              <a:avLst/>
              <a:gdLst/>
              <a:ahLst/>
              <a:cxnLst/>
              <a:rect l="l" t="t" r="r" b="b"/>
              <a:pathLst>
                <a:path w="1800225" h="457200">
                  <a:moveTo>
                    <a:pt x="663629" y="436880"/>
                  </a:moveTo>
                  <a:lnTo>
                    <a:pt x="510089" y="436880"/>
                  </a:lnTo>
                  <a:lnTo>
                    <a:pt x="516445" y="444500"/>
                  </a:lnTo>
                  <a:lnTo>
                    <a:pt x="522580" y="449580"/>
                  </a:lnTo>
                  <a:lnTo>
                    <a:pt x="528423" y="452120"/>
                  </a:lnTo>
                  <a:lnTo>
                    <a:pt x="541681" y="457200"/>
                  </a:lnTo>
                  <a:lnTo>
                    <a:pt x="553606" y="457200"/>
                  </a:lnTo>
                  <a:lnTo>
                    <a:pt x="563960" y="454660"/>
                  </a:lnTo>
                  <a:lnTo>
                    <a:pt x="572506" y="449580"/>
                  </a:lnTo>
                  <a:lnTo>
                    <a:pt x="580369" y="444500"/>
                  </a:lnTo>
                  <a:lnTo>
                    <a:pt x="584914" y="438150"/>
                  </a:lnTo>
                  <a:lnTo>
                    <a:pt x="662618" y="438150"/>
                  </a:lnTo>
                  <a:lnTo>
                    <a:pt x="663629" y="436880"/>
                  </a:lnTo>
                  <a:close/>
                </a:path>
                <a:path w="1800225" h="457200">
                  <a:moveTo>
                    <a:pt x="662618" y="438150"/>
                  </a:moveTo>
                  <a:lnTo>
                    <a:pt x="584914" y="438150"/>
                  </a:lnTo>
                  <a:lnTo>
                    <a:pt x="590783" y="443230"/>
                  </a:lnTo>
                  <a:lnTo>
                    <a:pt x="596464" y="447040"/>
                  </a:lnTo>
                  <a:lnTo>
                    <a:pt x="601952" y="450850"/>
                  </a:lnTo>
                  <a:lnTo>
                    <a:pt x="607238" y="453390"/>
                  </a:lnTo>
                  <a:lnTo>
                    <a:pt x="624525" y="457200"/>
                  </a:lnTo>
                  <a:lnTo>
                    <a:pt x="639014" y="455930"/>
                  </a:lnTo>
                  <a:lnTo>
                    <a:pt x="650484" y="449580"/>
                  </a:lnTo>
                  <a:lnTo>
                    <a:pt x="658712" y="443230"/>
                  </a:lnTo>
                  <a:lnTo>
                    <a:pt x="662618" y="438150"/>
                  </a:lnTo>
                  <a:close/>
                </a:path>
                <a:path w="1800225" h="457200">
                  <a:moveTo>
                    <a:pt x="745045" y="434340"/>
                  </a:moveTo>
                  <a:lnTo>
                    <a:pt x="189575" y="434340"/>
                  </a:lnTo>
                  <a:lnTo>
                    <a:pt x="195256" y="439420"/>
                  </a:lnTo>
                  <a:lnTo>
                    <a:pt x="200823" y="444500"/>
                  </a:lnTo>
                  <a:lnTo>
                    <a:pt x="206261" y="448310"/>
                  </a:lnTo>
                  <a:lnTo>
                    <a:pt x="211553" y="450850"/>
                  </a:lnTo>
                  <a:lnTo>
                    <a:pt x="226337" y="455930"/>
                  </a:lnTo>
                  <a:lnTo>
                    <a:pt x="239511" y="455930"/>
                  </a:lnTo>
                  <a:lnTo>
                    <a:pt x="250768" y="452120"/>
                  </a:lnTo>
                  <a:lnTo>
                    <a:pt x="259803" y="447040"/>
                  </a:lnTo>
                  <a:lnTo>
                    <a:pt x="266714" y="441960"/>
                  </a:lnTo>
                  <a:lnTo>
                    <a:pt x="270672" y="436880"/>
                  </a:lnTo>
                  <a:lnTo>
                    <a:pt x="350994" y="436880"/>
                  </a:lnTo>
                  <a:lnTo>
                    <a:pt x="352282" y="435610"/>
                  </a:lnTo>
                  <a:lnTo>
                    <a:pt x="744186" y="435610"/>
                  </a:lnTo>
                  <a:lnTo>
                    <a:pt x="745045" y="434340"/>
                  </a:lnTo>
                  <a:close/>
                </a:path>
                <a:path w="1800225" h="457200">
                  <a:moveTo>
                    <a:pt x="350994" y="436880"/>
                  </a:moveTo>
                  <a:lnTo>
                    <a:pt x="270672" y="436880"/>
                  </a:lnTo>
                  <a:lnTo>
                    <a:pt x="277666" y="443230"/>
                  </a:lnTo>
                  <a:lnTo>
                    <a:pt x="284577" y="448310"/>
                  </a:lnTo>
                  <a:lnTo>
                    <a:pt x="291226" y="450850"/>
                  </a:lnTo>
                  <a:lnTo>
                    <a:pt x="310053" y="454660"/>
                  </a:lnTo>
                  <a:lnTo>
                    <a:pt x="326538" y="452120"/>
                  </a:lnTo>
                  <a:lnTo>
                    <a:pt x="339707" y="445770"/>
                  </a:lnTo>
                  <a:lnTo>
                    <a:pt x="348586" y="439420"/>
                  </a:lnTo>
                  <a:lnTo>
                    <a:pt x="350994" y="436880"/>
                  </a:lnTo>
                  <a:close/>
                </a:path>
                <a:path w="1800225" h="457200">
                  <a:moveTo>
                    <a:pt x="664639" y="435610"/>
                  </a:moveTo>
                  <a:lnTo>
                    <a:pt x="352282" y="435610"/>
                  </a:lnTo>
                  <a:lnTo>
                    <a:pt x="362620" y="444500"/>
                  </a:lnTo>
                  <a:lnTo>
                    <a:pt x="372636" y="450850"/>
                  </a:lnTo>
                  <a:lnTo>
                    <a:pt x="382219" y="453390"/>
                  </a:lnTo>
                  <a:lnTo>
                    <a:pt x="391255" y="454660"/>
                  </a:lnTo>
                  <a:lnTo>
                    <a:pt x="399839" y="453390"/>
                  </a:lnTo>
                  <a:lnTo>
                    <a:pt x="407598" y="452120"/>
                  </a:lnTo>
                  <a:lnTo>
                    <a:pt x="414397" y="448310"/>
                  </a:lnTo>
                  <a:lnTo>
                    <a:pt x="420102" y="444500"/>
                  </a:lnTo>
                  <a:lnTo>
                    <a:pt x="426165" y="440690"/>
                  </a:lnTo>
                  <a:lnTo>
                    <a:pt x="429641" y="436880"/>
                  </a:lnTo>
                  <a:lnTo>
                    <a:pt x="663629" y="436880"/>
                  </a:lnTo>
                  <a:lnTo>
                    <a:pt x="664639" y="435610"/>
                  </a:lnTo>
                  <a:close/>
                </a:path>
                <a:path w="1800225" h="457200">
                  <a:moveTo>
                    <a:pt x="1063023" y="434340"/>
                  </a:moveTo>
                  <a:lnTo>
                    <a:pt x="985833" y="434340"/>
                  </a:lnTo>
                  <a:lnTo>
                    <a:pt x="991490" y="440690"/>
                  </a:lnTo>
                  <a:lnTo>
                    <a:pt x="997226" y="445770"/>
                  </a:lnTo>
                  <a:lnTo>
                    <a:pt x="1008806" y="453390"/>
                  </a:lnTo>
                  <a:lnTo>
                    <a:pt x="1019319" y="454660"/>
                  </a:lnTo>
                  <a:lnTo>
                    <a:pt x="1029370" y="454660"/>
                  </a:lnTo>
                  <a:lnTo>
                    <a:pt x="1063023" y="434340"/>
                  </a:lnTo>
                  <a:close/>
                </a:path>
                <a:path w="1800225" h="457200">
                  <a:moveTo>
                    <a:pt x="188615" y="435610"/>
                  </a:moveTo>
                  <a:lnTo>
                    <a:pt x="52501" y="435610"/>
                  </a:lnTo>
                  <a:lnTo>
                    <a:pt x="62325" y="445770"/>
                  </a:lnTo>
                  <a:lnTo>
                    <a:pt x="71966" y="450850"/>
                  </a:lnTo>
                  <a:lnTo>
                    <a:pt x="81222" y="453390"/>
                  </a:lnTo>
                  <a:lnTo>
                    <a:pt x="89892" y="452120"/>
                  </a:lnTo>
                  <a:lnTo>
                    <a:pt x="101272" y="449580"/>
                  </a:lnTo>
                  <a:lnTo>
                    <a:pt x="110240" y="443230"/>
                  </a:lnTo>
                  <a:lnTo>
                    <a:pt x="116117" y="438150"/>
                  </a:lnTo>
                  <a:lnTo>
                    <a:pt x="118226" y="436880"/>
                  </a:lnTo>
                  <a:lnTo>
                    <a:pt x="187655" y="436880"/>
                  </a:lnTo>
                  <a:lnTo>
                    <a:pt x="188615" y="435610"/>
                  </a:lnTo>
                  <a:close/>
                </a:path>
                <a:path w="1800225" h="457200">
                  <a:moveTo>
                    <a:pt x="187655" y="436880"/>
                  </a:moveTo>
                  <a:lnTo>
                    <a:pt x="118226" y="436880"/>
                  </a:lnTo>
                  <a:lnTo>
                    <a:pt x="122090" y="440690"/>
                  </a:lnTo>
                  <a:lnTo>
                    <a:pt x="137312" y="450850"/>
                  </a:lnTo>
                  <a:lnTo>
                    <a:pt x="151352" y="453390"/>
                  </a:lnTo>
                  <a:lnTo>
                    <a:pt x="163801" y="452120"/>
                  </a:lnTo>
                  <a:lnTo>
                    <a:pt x="174246" y="447040"/>
                  </a:lnTo>
                  <a:lnTo>
                    <a:pt x="183816" y="441960"/>
                  </a:lnTo>
                  <a:lnTo>
                    <a:pt x="187655" y="436880"/>
                  </a:lnTo>
                  <a:close/>
                </a:path>
                <a:path w="1800225" h="457200">
                  <a:moveTo>
                    <a:pt x="744186" y="435610"/>
                  </a:moveTo>
                  <a:lnTo>
                    <a:pt x="664639" y="435610"/>
                  </a:lnTo>
                  <a:lnTo>
                    <a:pt x="674767" y="444500"/>
                  </a:lnTo>
                  <a:lnTo>
                    <a:pt x="684612" y="449580"/>
                  </a:lnTo>
                  <a:lnTo>
                    <a:pt x="694065" y="452120"/>
                  </a:lnTo>
                  <a:lnTo>
                    <a:pt x="703015" y="453390"/>
                  </a:lnTo>
                  <a:lnTo>
                    <a:pt x="713858" y="452120"/>
                  </a:lnTo>
                  <a:lnTo>
                    <a:pt x="723446" y="449580"/>
                  </a:lnTo>
                  <a:lnTo>
                    <a:pt x="731554" y="445770"/>
                  </a:lnTo>
                  <a:lnTo>
                    <a:pt x="737956" y="440690"/>
                  </a:lnTo>
                  <a:lnTo>
                    <a:pt x="742469" y="438150"/>
                  </a:lnTo>
                  <a:lnTo>
                    <a:pt x="744186" y="435610"/>
                  </a:lnTo>
                  <a:close/>
                </a:path>
                <a:path w="1800225" h="457200">
                  <a:moveTo>
                    <a:pt x="825451" y="434340"/>
                  </a:moveTo>
                  <a:lnTo>
                    <a:pt x="745045" y="434340"/>
                  </a:lnTo>
                  <a:lnTo>
                    <a:pt x="755787" y="443230"/>
                  </a:lnTo>
                  <a:lnTo>
                    <a:pt x="766009" y="448310"/>
                  </a:lnTo>
                  <a:lnTo>
                    <a:pt x="775644" y="452120"/>
                  </a:lnTo>
                  <a:lnTo>
                    <a:pt x="784625" y="453390"/>
                  </a:lnTo>
                  <a:lnTo>
                    <a:pt x="792655" y="452120"/>
                  </a:lnTo>
                  <a:lnTo>
                    <a:pt x="799957" y="450850"/>
                  </a:lnTo>
                  <a:lnTo>
                    <a:pt x="806462" y="448310"/>
                  </a:lnTo>
                  <a:lnTo>
                    <a:pt x="812100" y="444500"/>
                  </a:lnTo>
                  <a:lnTo>
                    <a:pt x="820603" y="439420"/>
                  </a:lnTo>
                  <a:lnTo>
                    <a:pt x="825451" y="434340"/>
                  </a:lnTo>
                  <a:close/>
                </a:path>
                <a:path w="1800225" h="457200">
                  <a:moveTo>
                    <a:pt x="1064139" y="433070"/>
                  </a:moveTo>
                  <a:lnTo>
                    <a:pt x="901438" y="433070"/>
                  </a:lnTo>
                  <a:lnTo>
                    <a:pt x="914711" y="445770"/>
                  </a:lnTo>
                  <a:lnTo>
                    <a:pt x="928234" y="452120"/>
                  </a:lnTo>
                  <a:lnTo>
                    <a:pt x="941485" y="453390"/>
                  </a:lnTo>
                  <a:lnTo>
                    <a:pt x="953939" y="452120"/>
                  </a:lnTo>
                  <a:lnTo>
                    <a:pt x="966657" y="447040"/>
                  </a:lnTo>
                  <a:lnTo>
                    <a:pt x="976762" y="440690"/>
                  </a:lnTo>
                  <a:lnTo>
                    <a:pt x="983428" y="435610"/>
                  </a:lnTo>
                  <a:lnTo>
                    <a:pt x="985833" y="434340"/>
                  </a:lnTo>
                  <a:lnTo>
                    <a:pt x="1063023" y="434340"/>
                  </a:lnTo>
                  <a:lnTo>
                    <a:pt x="1064139" y="433070"/>
                  </a:lnTo>
                  <a:close/>
                </a:path>
                <a:path w="1800225" h="457200">
                  <a:moveTo>
                    <a:pt x="510089" y="436880"/>
                  </a:moveTo>
                  <a:lnTo>
                    <a:pt x="429641" y="436880"/>
                  </a:lnTo>
                  <a:lnTo>
                    <a:pt x="437213" y="443230"/>
                  </a:lnTo>
                  <a:lnTo>
                    <a:pt x="452695" y="450850"/>
                  </a:lnTo>
                  <a:lnTo>
                    <a:pt x="460415" y="452120"/>
                  </a:lnTo>
                  <a:lnTo>
                    <a:pt x="475595" y="452120"/>
                  </a:lnTo>
                  <a:lnTo>
                    <a:pt x="482611" y="449580"/>
                  </a:lnTo>
                  <a:lnTo>
                    <a:pt x="489095" y="448310"/>
                  </a:lnTo>
                  <a:lnTo>
                    <a:pt x="501628" y="443230"/>
                  </a:lnTo>
                  <a:lnTo>
                    <a:pt x="510089" y="436880"/>
                  </a:lnTo>
                  <a:close/>
                </a:path>
                <a:path w="1800225" h="457200">
                  <a:moveTo>
                    <a:pt x="900663" y="434340"/>
                  </a:moveTo>
                  <a:lnTo>
                    <a:pt x="825451" y="434340"/>
                  </a:lnTo>
                  <a:lnTo>
                    <a:pt x="833545" y="440690"/>
                  </a:lnTo>
                  <a:lnTo>
                    <a:pt x="841370" y="445770"/>
                  </a:lnTo>
                  <a:lnTo>
                    <a:pt x="848888" y="449580"/>
                  </a:lnTo>
                  <a:lnTo>
                    <a:pt x="856057" y="450850"/>
                  </a:lnTo>
                  <a:lnTo>
                    <a:pt x="872498" y="450850"/>
                  </a:lnTo>
                  <a:lnTo>
                    <a:pt x="885844" y="445770"/>
                  </a:lnTo>
                  <a:lnTo>
                    <a:pt x="895449" y="439420"/>
                  </a:lnTo>
                  <a:lnTo>
                    <a:pt x="900663" y="434340"/>
                  </a:lnTo>
                  <a:close/>
                </a:path>
                <a:path w="1800225" h="457200">
                  <a:moveTo>
                    <a:pt x="1143902" y="430530"/>
                  </a:moveTo>
                  <a:lnTo>
                    <a:pt x="1066501" y="430530"/>
                  </a:lnTo>
                  <a:lnTo>
                    <a:pt x="1079798" y="443230"/>
                  </a:lnTo>
                  <a:lnTo>
                    <a:pt x="1093026" y="449580"/>
                  </a:lnTo>
                  <a:lnTo>
                    <a:pt x="1105701" y="450850"/>
                  </a:lnTo>
                  <a:lnTo>
                    <a:pt x="1117337" y="448310"/>
                  </a:lnTo>
                  <a:lnTo>
                    <a:pt x="1125536" y="445770"/>
                  </a:lnTo>
                  <a:lnTo>
                    <a:pt x="1132489" y="440690"/>
                  </a:lnTo>
                  <a:lnTo>
                    <a:pt x="1141462" y="433070"/>
                  </a:lnTo>
                  <a:lnTo>
                    <a:pt x="1143902" y="430530"/>
                  </a:lnTo>
                  <a:close/>
                </a:path>
                <a:path w="1800225" h="457200">
                  <a:moveTo>
                    <a:pt x="1301432" y="431800"/>
                  </a:moveTo>
                  <a:lnTo>
                    <a:pt x="1223627" y="431800"/>
                  </a:lnTo>
                  <a:lnTo>
                    <a:pt x="1230419" y="439420"/>
                  </a:lnTo>
                  <a:lnTo>
                    <a:pt x="1237632" y="444500"/>
                  </a:lnTo>
                  <a:lnTo>
                    <a:pt x="1245119" y="448310"/>
                  </a:lnTo>
                  <a:lnTo>
                    <a:pt x="1252736" y="449580"/>
                  </a:lnTo>
                  <a:lnTo>
                    <a:pt x="1258788" y="450850"/>
                  </a:lnTo>
                  <a:lnTo>
                    <a:pt x="1281709" y="444500"/>
                  </a:lnTo>
                  <a:lnTo>
                    <a:pt x="1290990" y="439420"/>
                  </a:lnTo>
                  <a:lnTo>
                    <a:pt x="1298260" y="434340"/>
                  </a:lnTo>
                  <a:lnTo>
                    <a:pt x="1301432" y="431800"/>
                  </a:lnTo>
                  <a:close/>
                </a:path>
                <a:path w="1800225" h="457200">
                  <a:moveTo>
                    <a:pt x="1303018" y="430530"/>
                  </a:moveTo>
                  <a:lnTo>
                    <a:pt x="1143902" y="430530"/>
                  </a:lnTo>
                  <a:lnTo>
                    <a:pt x="1156282" y="440690"/>
                  </a:lnTo>
                  <a:lnTo>
                    <a:pt x="1168184" y="447040"/>
                  </a:lnTo>
                  <a:lnTo>
                    <a:pt x="1179418" y="449580"/>
                  </a:lnTo>
                  <a:lnTo>
                    <a:pt x="1189796" y="448310"/>
                  </a:lnTo>
                  <a:lnTo>
                    <a:pt x="1222894" y="431800"/>
                  </a:lnTo>
                  <a:lnTo>
                    <a:pt x="1301432" y="431800"/>
                  </a:lnTo>
                  <a:lnTo>
                    <a:pt x="1303018" y="430530"/>
                  </a:lnTo>
                  <a:close/>
                </a:path>
                <a:path w="1800225" h="457200">
                  <a:moveTo>
                    <a:pt x="1382665" y="429260"/>
                  </a:moveTo>
                  <a:lnTo>
                    <a:pt x="1304724" y="429260"/>
                  </a:lnTo>
                  <a:lnTo>
                    <a:pt x="1310344" y="434340"/>
                  </a:lnTo>
                  <a:lnTo>
                    <a:pt x="1315865" y="439420"/>
                  </a:lnTo>
                  <a:lnTo>
                    <a:pt x="1321269" y="441960"/>
                  </a:lnTo>
                  <a:lnTo>
                    <a:pt x="1326535" y="444500"/>
                  </a:lnTo>
                  <a:lnTo>
                    <a:pt x="1333989" y="447040"/>
                  </a:lnTo>
                  <a:lnTo>
                    <a:pt x="1341084" y="448310"/>
                  </a:lnTo>
                  <a:lnTo>
                    <a:pt x="1347795" y="448310"/>
                  </a:lnTo>
                  <a:lnTo>
                    <a:pt x="1354094" y="447040"/>
                  </a:lnTo>
                  <a:lnTo>
                    <a:pt x="1364850" y="443230"/>
                  </a:lnTo>
                  <a:lnTo>
                    <a:pt x="1373708" y="438150"/>
                  </a:lnTo>
                  <a:lnTo>
                    <a:pt x="1380463" y="431800"/>
                  </a:lnTo>
                  <a:lnTo>
                    <a:pt x="1382665" y="429260"/>
                  </a:lnTo>
                  <a:close/>
                </a:path>
                <a:path w="1800225" h="457200">
                  <a:moveTo>
                    <a:pt x="1623605" y="424180"/>
                  </a:moveTo>
                  <a:lnTo>
                    <a:pt x="1386764" y="424180"/>
                  </a:lnTo>
                  <a:lnTo>
                    <a:pt x="1400139" y="438150"/>
                  </a:lnTo>
                  <a:lnTo>
                    <a:pt x="1414860" y="443230"/>
                  </a:lnTo>
                  <a:lnTo>
                    <a:pt x="1429710" y="443230"/>
                  </a:lnTo>
                  <a:lnTo>
                    <a:pt x="1443474" y="439420"/>
                  </a:lnTo>
                  <a:lnTo>
                    <a:pt x="1453641" y="435610"/>
                  </a:lnTo>
                  <a:lnTo>
                    <a:pt x="1461630" y="429260"/>
                  </a:lnTo>
                  <a:lnTo>
                    <a:pt x="1465578" y="426720"/>
                  </a:lnTo>
                  <a:lnTo>
                    <a:pt x="1543115" y="426720"/>
                  </a:lnTo>
                  <a:lnTo>
                    <a:pt x="1544361" y="425450"/>
                  </a:lnTo>
                  <a:lnTo>
                    <a:pt x="1621756" y="425450"/>
                  </a:lnTo>
                  <a:lnTo>
                    <a:pt x="1623605" y="424180"/>
                  </a:lnTo>
                  <a:close/>
                </a:path>
                <a:path w="1800225" h="457200">
                  <a:moveTo>
                    <a:pt x="1543115" y="426720"/>
                  </a:moveTo>
                  <a:lnTo>
                    <a:pt x="1466049" y="426720"/>
                  </a:lnTo>
                  <a:lnTo>
                    <a:pt x="1476888" y="435610"/>
                  </a:lnTo>
                  <a:lnTo>
                    <a:pt x="1488185" y="440690"/>
                  </a:lnTo>
                  <a:lnTo>
                    <a:pt x="1499512" y="443230"/>
                  </a:lnTo>
                  <a:lnTo>
                    <a:pt x="1510446" y="441960"/>
                  </a:lnTo>
                  <a:lnTo>
                    <a:pt x="1520051" y="439420"/>
                  </a:lnTo>
                  <a:lnTo>
                    <a:pt x="1528542" y="435610"/>
                  </a:lnTo>
                  <a:lnTo>
                    <a:pt x="1535560" y="431800"/>
                  </a:lnTo>
                  <a:lnTo>
                    <a:pt x="1540748" y="427990"/>
                  </a:lnTo>
                  <a:lnTo>
                    <a:pt x="1543115" y="426720"/>
                  </a:lnTo>
                  <a:close/>
                </a:path>
                <a:path w="1800225" h="457200">
                  <a:moveTo>
                    <a:pt x="185711" y="10160"/>
                  </a:moveTo>
                  <a:lnTo>
                    <a:pt x="184549" y="12700"/>
                  </a:lnTo>
                  <a:lnTo>
                    <a:pt x="176269" y="29210"/>
                  </a:lnTo>
                  <a:lnTo>
                    <a:pt x="165837" y="50800"/>
                  </a:lnTo>
                  <a:lnTo>
                    <a:pt x="162832" y="57150"/>
                  </a:lnTo>
                  <a:lnTo>
                    <a:pt x="137320" y="109220"/>
                  </a:lnTo>
                  <a:lnTo>
                    <a:pt x="130181" y="124460"/>
                  </a:lnTo>
                  <a:lnTo>
                    <a:pt x="122859" y="139700"/>
                  </a:lnTo>
                  <a:lnTo>
                    <a:pt x="115389" y="154940"/>
                  </a:lnTo>
                  <a:lnTo>
                    <a:pt x="99349" y="189230"/>
                  </a:lnTo>
                  <a:lnTo>
                    <a:pt x="89341" y="210820"/>
                  </a:lnTo>
                  <a:lnTo>
                    <a:pt x="80171" y="229870"/>
                  </a:lnTo>
                  <a:lnTo>
                    <a:pt x="75641" y="240030"/>
                  </a:lnTo>
                  <a:lnTo>
                    <a:pt x="73788" y="243840"/>
                  </a:lnTo>
                  <a:lnTo>
                    <a:pt x="70186" y="251460"/>
                  </a:lnTo>
                  <a:lnTo>
                    <a:pt x="64467" y="264160"/>
                  </a:lnTo>
                  <a:lnTo>
                    <a:pt x="58852" y="276860"/>
                  </a:lnTo>
                  <a:lnTo>
                    <a:pt x="53366" y="288290"/>
                  </a:lnTo>
                  <a:lnTo>
                    <a:pt x="48029" y="300990"/>
                  </a:lnTo>
                  <a:lnTo>
                    <a:pt x="34204" y="332740"/>
                  </a:lnTo>
                  <a:lnTo>
                    <a:pt x="22193" y="360680"/>
                  </a:lnTo>
                  <a:lnTo>
                    <a:pt x="12443" y="386080"/>
                  </a:lnTo>
                  <a:lnTo>
                    <a:pt x="5402" y="406400"/>
                  </a:lnTo>
                  <a:lnTo>
                    <a:pt x="1581" y="417830"/>
                  </a:lnTo>
                  <a:lnTo>
                    <a:pt x="0" y="425450"/>
                  </a:lnTo>
                  <a:lnTo>
                    <a:pt x="1371" y="429260"/>
                  </a:lnTo>
                  <a:lnTo>
                    <a:pt x="14268" y="440690"/>
                  </a:lnTo>
                  <a:lnTo>
                    <a:pt x="31298" y="441960"/>
                  </a:lnTo>
                  <a:lnTo>
                    <a:pt x="46147" y="438150"/>
                  </a:lnTo>
                  <a:lnTo>
                    <a:pt x="52501" y="435610"/>
                  </a:lnTo>
                  <a:lnTo>
                    <a:pt x="188615" y="435610"/>
                  </a:lnTo>
                  <a:lnTo>
                    <a:pt x="189575" y="434340"/>
                  </a:lnTo>
                  <a:lnTo>
                    <a:pt x="900663" y="434340"/>
                  </a:lnTo>
                  <a:lnTo>
                    <a:pt x="901176" y="433070"/>
                  </a:lnTo>
                  <a:lnTo>
                    <a:pt x="1064139" y="433070"/>
                  </a:lnTo>
                  <a:lnTo>
                    <a:pt x="1065255" y="431800"/>
                  </a:lnTo>
                  <a:lnTo>
                    <a:pt x="1066501" y="430530"/>
                  </a:lnTo>
                  <a:lnTo>
                    <a:pt x="1303018" y="430530"/>
                  </a:lnTo>
                  <a:lnTo>
                    <a:pt x="1304724" y="429260"/>
                  </a:lnTo>
                  <a:lnTo>
                    <a:pt x="1382665" y="429260"/>
                  </a:lnTo>
                  <a:lnTo>
                    <a:pt x="1384868" y="426720"/>
                  </a:lnTo>
                  <a:lnTo>
                    <a:pt x="1386114" y="425450"/>
                  </a:lnTo>
                  <a:lnTo>
                    <a:pt x="1386764" y="424180"/>
                  </a:lnTo>
                  <a:lnTo>
                    <a:pt x="1711312" y="424180"/>
                  </a:lnTo>
                  <a:lnTo>
                    <a:pt x="1725905" y="412750"/>
                  </a:lnTo>
                  <a:lnTo>
                    <a:pt x="1792914" y="412750"/>
                  </a:lnTo>
                  <a:lnTo>
                    <a:pt x="1799107" y="400050"/>
                  </a:lnTo>
                  <a:lnTo>
                    <a:pt x="1799704" y="398780"/>
                  </a:lnTo>
                  <a:lnTo>
                    <a:pt x="1799620" y="396240"/>
                  </a:lnTo>
                  <a:lnTo>
                    <a:pt x="1799536" y="394970"/>
                  </a:lnTo>
                  <a:lnTo>
                    <a:pt x="1799400" y="394970"/>
                  </a:lnTo>
                  <a:lnTo>
                    <a:pt x="1798971" y="392430"/>
                  </a:lnTo>
                  <a:lnTo>
                    <a:pt x="1798029" y="389890"/>
                  </a:lnTo>
                  <a:lnTo>
                    <a:pt x="1795924" y="387350"/>
                  </a:lnTo>
                  <a:lnTo>
                    <a:pt x="1795107" y="386080"/>
                  </a:lnTo>
                  <a:lnTo>
                    <a:pt x="1786739" y="378460"/>
                  </a:lnTo>
                  <a:lnTo>
                    <a:pt x="1702429" y="378460"/>
                  </a:lnTo>
                  <a:lnTo>
                    <a:pt x="1698775" y="375920"/>
                  </a:lnTo>
                  <a:lnTo>
                    <a:pt x="1359455" y="60960"/>
                  </a:lnTo>
                  <a:lnTo>
                    <a:pt x="1373068" y="60960"/>
                  </a:lnTo>
                  <a:lnTo>
                    <a:pt x="1376324" y="59690"/>
                  </a:lnTo>
                  <a:lnTo>
                    <a:pt x="1436670" y="59690"/>
                  </a:lnTo>
                  <a:lnTo>
                    <a:pt x="1435275" y="58420"/>
                  </a:lnTo>
                  <a:lnTo>
                    <a:pt x="1440856" y="58420"/>
                  </a:lnTo>
                  <a:lnTo>
                    <a:pt x="1427974" y="27940"/>
                  </a:lnTo>
                  <a:lnTo>
                    <a:pt x="947716" y="27940"/>
                  </a:lnTo>
                  <a:lnTo>
                    <a:pt x="781662" y="26670"/>
                  </a:lnTo>
                  <a:lnTo>
                    <a:pt x="761652" y="25400"/>
                  </a:lnTo>
                  <a:lnTo>
                    <a:pt x="537956" y="20320"/>
                  </a:lnTo>
                  <a:lnTo>
                    <a:pt x="523052" y="20320"/>
                  </a:lnTo>
                  <a:lnTo>
                    <a:pt x="410212" y="17780"/>
                  </a:lnTo>
                  <a:lnTo>
                    <a:pt x="403359" y="17780"/>
                  </a:lnTo>
                  <a:lnTo>
                    <a:pt x="195225" y="12700"/>
                  </a:lnTo>
                  <a:lnTo>
                    <a:pt x="186612" y="12700"/>
                  </a:lnTo>
                  <a:lnTo>
                    <a:pt x="185711" y="10160"/>
                  </a:lnTo>
                  <a:close/>
                </a:path>
                <a:path w="1800225" h="457200">
                  <a:moveTo>
                    <a:pt x="1621756" y="425450"/>
                  </a:moveTo>
                  <a:lnTo>
                    <a:pt x="1544361" y="425450"/>
                  </a:lnTo>
                  <a:lnTo>
                    <a:pt x="1547230" y="429260"/>
                  </a:lnTo>
                  <a:lnTo>
                    <a:pt x="1550193" y="431800"/>
                  </a:lnTo>
                  <a:lnTo>
                    <a:pt x="1553544" y="434340"/>
                  </a:lnTo>
                  <a:lnTo>
                    <a:pt x="1555952" y="435610"/>
                  </a:lnTo>
                  <a:lnTo>
                    <a:pt x="1558392" y="436880"/>
                  </a:lnTo>
                  <a:lnTo>
                    <a:pt x="1560926" y="438150"/>
                  </a:lnTo>
                  <a:lnTo>
                    <a:pt x="1573972" y="440690"/>
                  </a:lnTo>
                  <a:lnTo>
                    <a:pt x="1587041" y="439420"/>
                  </a:lnTo>
                  <a:lnTo>
                    <a:pt x="1599288" y="436880"/>
                  </a:lnTo>
                  <a:lnTo>
                    <a:pt x="1609867" y="431800"/>
                  </a:lnTo>
                  <a:lnTo>
                    <a:pt x="1615573" y="429260"/>
                  </a:lnTo>
                  <a:lnTo>
                    <a:pt x="1619908" y="426720"/>
                  </a:lnTo>
                  <a:lnTo>
                    <a:pt x="1621756" y="425450"/>
                  </a:lnTo>
                  <a:close/>
                </a:path>
                <a:path w="1800225" h="457200">
                  <a:moveTo>
                    <a:pt x="1711312" y="424180"/>
                  </a:moveTo>
                  <a:lnTo>
                    <a:pt x="1624379" y="424180"/>
                  </a:lnTo>
                  <a:lnTo>
                    <a:pt x="1625018" y="425450"/>
                  </a:lnTo>
                  <a:lnTo>
                    <a:pt x="1625877" y="425450"/>
                  </a:lnTo>
                  <a:lnTo>
                    <a:pt x="1646387" y="435610"/>
                  </a:lnTo>
                  <a:lnTo>
                    <a:pt x="1673350" y="438150"/>
                  </a:lnTo>
                  <a:lnTo>
                    <a:pt x="1701584" y="431800"/>
                  </a:lnTo>
                  <a:lnTo>
                    <a:pt x="1711312" y="424180"/>
                  </a:lnTo>
                  <a:close/>
                </a:path>
                <a:path w="1800225" h="457200">
                  <a:moveTo>
                    <a:pt x="1792914" y="412750"/>
                  </a:moveTo>
                  <a:lnTo>
                    <a:pt x="1725905" y="412750"/>
                  </a:lnTo>
                  <a:lnTo>
                    <a:pt x="1756505" y="431800"/>
                  </a:lnTo>
                  <a:lnTo>
                    <a:pt x="1774294" y="436880"/>
                  </a:lnTo>
                  <a:lnTo>
                    <a:pt x="1786103" y="426720"/>
                  </a:lnTo>
                  <a:lnTo>
                    <a:pt x="1792914" y="412750"/>
                  </a:lnTo>
                  <a:close/>
                </a:path>
                <a:path w="1800225" h="457200">
                  <a:moveTo>
                    <a:pt x="1436670" y="59690"/>
                  </a:moveTo>
                  <a:lnTo>
                    <a:pt x="1386031" y="59690"/>
                  </a:lnTo>
                  <a:lnTo>
                    <a:pt x="1726334" y="369570"/>
                  </a:lnTo>
                  <a:lnTo>
                    <a:pt x="1717235" y="373380"/>
                  </a:lnTo>
                  <a:lnTo>
                    <a:pt x="1716377" y="373380"/>
                  </a:lnTo>
                  <a:lnTo>
                    <a:pt x="1714659" y="374650"/>
                  </a:lnTo>
                  <a:lnTo>
                    <a:pt x="1710324" y="375920"/>
                  </a:lnTo>
                  <a:lnTo>
                    <a:pt x="1706157" y="377190"/>
                  </a:lnTo>
                  <a:lnTo>
                    <a:pt x="1702429" y="378460"/>
                  </a:lnTo>
                  <a:lnTo>
                    <a:pt x="1786739" y="378460"/>
                  </a:lnTo>
                  <a:lnTo>
                    <a:pt x="1436670" y="59690"/>
                  </a:lnTo>
                  <a:close/>
                </a:path>
                <a:path w="1800225" h="457200">
                  <a:moveTo>
                    <a:pt x="1416166" y="0"/>
                  </a:moveTo>
                  <a:lnTo>
                    <a:pt x="1205484" y="17780"/>
                  </a:lnTo>
                  <a:lnTo>
                    <a:pt x="1069162" y="26670"/>
                  </a:lnTo>
                  <a:lnTo>
                    <a:pt x="947716" y="27940"/>
                  </a:lnTo>
                  <a:lnTo>
                    <a:pt x="1427974" y="27940"/>
                  </a:lnTo>
                  <a:lnTo>
                    <a:pt x="1416166" y="0"/>
                  </a:lnTo>
                  <a:close/>
                </a:path>
              </a:pathLst>
            </a:custGeom>
            <a:solidFill>
              <a:srgbClr val="20284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" name="object 488" descr=""/>
            <p:cNvSpPr/>
            <p:nvPr/>
          </p:nvSpPr>
          <p:spPr>
            <a:xfrm>
              <a:off x="17354645" y="6088358"/>
              <a:ext cx="1887220" cy="500380"/>
            </a:xfrm>
            <a:custGeom>
              <a:avLst/>
              <a:gdLst/>
              <a:ahLst/>
              <a:cxnLst/>
              <a:rect l="l" t="t" r="r" b="b"/>
              <a:pathLst>
                <a:path w="1887219" h="500379">
                  <a:moveTo>
                    <a:pt x="652181" y="465964"/>
                  </a:moveTo>
                  <a:lnTo>
                    <a:pt x="498613" y="465964"/>
                  </a:lnTo>
                  <a:lnTo>
                    <a:pt x="523371" y="491544"/>
                  </a:lnTo>
                  <a:lnTo>
                    <a:pt x="539418" y="500145"/>
                  </a:lnTo>
                  <a:lnTo>
                    <a:pt x="553786" y="491816"/>
                  </a:lnTo>
                  <a:lnTo>
                    <a:pt x="573438" y="466687"/>
                  </a:lnTo>
                  <a:lnTo>
                    <a:pt x="651672" y="466687"/>
                  </a:lnTo>
                  <a:lnTo>
                    <a:pt x="652181" y="465964"/>
                  </a:lnTo>
                  <a:close/>
                </a:path>
                <a:path w="1887219" h="500379">
                  <a:moveTo>
                    <a:pt x="651672" y="466687"/>
                  </a:moveTo>
                  <a:lnTo>
                    <a:pt x="573438" y="466687"/>
                  </a:lnTo>
                  <a:lnTo>
                    <a:pt x="602213" y="491816"/>
                  </a:lnTo>
                  <a:lnTo>
                    <a:pt x="620108" y="499972"/>
                  </a:lnTo>
                  <a:lnTo>
                    <a:pt x="634597" y="490960"/>
                  </a:lnTo>
                  <a:lnTo>
                    <a:pt x="651672" y="466687"/>
                  </a:lnTo>
                  <a:close/>
                </a:path>
                <a:path w="1887219" h="500379">
                  <a:moveTo>
                    <a:pt x="1052074" y="462949"/>
                  </a:moveTo>
                  <a:lnTo>
                    <a:pt x="974358" y="462949"/>
                  </a:lnTo>
                  <a:lnTo>
                    <a:pt x="996074" y="489897"/>
                  </a:lnTo>
                  <a:lnTo>
                    <a:pt x="1011715" y="498541"/>
                  </a:lnTo>
                  <a:lnTo>
                    <a:pt x="1028870" y="488547"/>
                  </a:lnTo>
                  <a:lnTo>
                    <a:pt x="1052074" y="462949"/>
                  </a:lnTo>
                  <a:close/>
                </a:path>
                <a:path w="1887219" h="500379">
                  <a:moveTo>
                    <a:pt x="813545" y="463430"/>
                  </a:moveTo>
                  <a:lnTo>
                    <a:pt x="178047" y="463430"/>
                  </a:lnTo>
                  <a:lnTo>
                    <a:pt x="204771" y="489423"/>
                  </a:lnTo>
                  <a:lnTo>
                    <a:pt x="222131" y="498329"/>
                  </a:lnTo>
                  <a:lnTo>
                    <a:pt x="237734" y="490363"/>
                  </a:lnTo>
                  <a:lnTo>
                    <a:pt x="259186" y="465744"/>
                  </a:lnTo>
                  <a:lnTo>
                    <a:pt x="339845" y="465744"/>
                  </a:lnTo>
                  <a:lnTo>
                    <a:pt x="340796" y="464802"/>
                  </a:lnTo>
                  <a:lnTo>
                    <a:pt x="652998" y="464802"/>
                  </a:lnTo>
                  <a:lnTo>
                    <a:pt x="653153" y="464582"/>
                  </a:lnTo>
                  <a:lnTo>
                    <a:pt x="732857" y="464582"/>
                  </a:lnTo>
                  <a:lnTo>
                    <a:pt x="733569" y="463860"/>
                  </a:lnTo>
                  <a:lnTo>
                    <a:pt x="813161" y="463860"/>
                  </a:lnTo>
                  <a:lnTo>
                    <a:pt x="813545" y="463430"/>
                  </a:lnTo>
                  <a:close/>
                </a:path>
                <a:path w="1887219" h="500379">
                  <a:moveTo>
                    <a:pt x="339845" y="465744"/>
                  </a:moveTo>
                  <a:lnTo>
                    <a:pt x="259186" y="465744"/>
                  </a:lnTo>
                  <a:lnTo>
                    <a:pt x="284056" y="488547"/>
                  </a:lnTo>
                  <a:lnTo>
                    <a:pt x="300847" y="496050"/>
                  </a:lnTo>
                  <a:lnTo>
                    <a:pt x="317210" y="488164"/>
                  </a:lnTo>
                  <a:lnTo>
                    <a:pt x="339845" y="465744"/>
                  </a:lnTo>
                  <a:close/>
                </a:path>
                <a:path w="1887219" h="500379">
                  <a:moveTo>
                    <a:pt x="652998" y="464802"/>
                  </a:moveTo>
                  <a:lnTo>
                    <a:pt x="340796" y="464802"/>
                  </a:lnTo>
                  <a:lnTo>
                    <a:pt x="365069" y="487892"/>
                  </a:lnTo>
                  <a:lnTo>
                    <a:pt x="381219" y="495638"/>
                  </a:lnTo>
                  <a:lnTo>
                    <a:pt x="396497" y="488083"/>
                  </a:lnTo>
                  <a:lnTo>
                    <a:pt x="418155" y="465273"/>
                  </a:lnTo>
                  <a:lnTo>
                    <a:pt x="652667" y="465273"/>
                  </a:lnTo>
                  <a:lnTo>
                    <a:pt x="652998" y="464802"/>
                  </a:lnTo>
                  <a:close/>
                </a:path>
                <a:path w="1887219" h="500379">
                  <a:moveTo>
                    <a:pt x="1052928" y="462006"/>
                  </a:moveTo>
                  <a:lnTo>
                    <a:pt x="889962" y="462006"/>
                  </a:lnTo>
                  <a:lnTo>
                    <a:pt x="912261" y="486941"/>
                  </a:lnTo>
                  <a:lnTo>
                    <a:pt x="928485" y="495351"/>
                  </a:lnTo>
                  <a:lnTo>
                    <a:pt x="946547" y="487324"/>
                  </a:lnTo>
                  <a:lnTo>
                    <a:pt x="974358" y="462949"/>
                  </a:lnTo>
                  <a:lnTo>
                    <a:pt x="1052074" y="462949"/>
                  </a:lnTo>
                  <a:lnTo>
                    <a:pt x="1052928" y="462006"/>
                  </a:lnTo>
                  <a:close/>
                </a:path>
                <a:path w="1887219" h="500379">
                  <a:moveTo>
                    <a:pt x="176493" y="465273"/>
                  </a:moveTo>
                  <a:lnTo>
                    <a:pt x="106740" y="465273"/>
                  </a:lnTo>
                  <a:lnTo>
                    <a:pt x="129612" y="487267"/>
                  </a:lnTo>
                  <a:lnTo>
                    <a:pt x="144663" y="494406"/>
                  </a:lnTo>
                  <a:lnTo>
                    <a:pt x="158580" y="486518"/>
                  </a:lnTo>
                  <a:lnTo>
                    <a:pt x="176493" y="465273"/>
                  </a:lnTo>
                  <a:close/>
                </a:path>
                <a:path w="1887219" h="500379">
                  <a:moveTo>
                    <a:pt x="732857" y="464582"/>
                  </a:moveTo>
                  <a:lnTo>
                    <a:pt x="653153" y="464582"/>
                  </a:lnTo>
                  <a:lnTo>
                    <a:pt x="678393" y="486982"/>
                  </a:lnTo>
                  <a:lnTo>
                    <a:pt x="695183" y="494373"/>
                  </a:lnTo>
                  <a:lnTo>
                    <a:pt x="711062" y="486688"/>
                  </a:lnTo>
                  <a:lnTo>
                    <a:pt x="732857" y="464582"/>
                  </a:lnTo>
                  <a:close/>
                </a:path>
                <a:path w="1887219" h="500379">
                  <a:moveTo>
                    <a:pt x="813161" y="463860"/>
                  </a:moveTo>
                  <a:lnTo>
                    <a:pt x="733569" y="463860"/>
                  </a:lnTo>
                  <a:lnTo>
                    <a:pt x="760782" y="486274"/>
                  </a:lnTo>
                  <a:lnTo>
                    <a:pt x="778229" y="493651"/>
                  </a:lnTo>
                  <a:lnTo>
                    <a:pt x="793447" y="485904"/>
                  </a:lnTo>
                  <a:lnTo>
                    <a:pt x="813161" y="463860"/>
                  </a:lnTo>
                  <a:close/>
                </a:path>
                <a:path w="1887219" h="500379">
                  <a:moveTo>
                    <a:pt x="1292170" y="459692"/>
                  </a:moveTo>
                  <a:lnTo>
                    <a:pt x="1055026" y="459692"/>
                  </a:lnTo>
                  <a:lnTo>
                    <a:pt x="1076690" y="484861"/>
                  </a:lnTo>
                  <a:lnTo>
                    <a:pt x="1091969" y="493300"/>
                  </a:lnTo>
                  <a:lnTo>
                    <a:pt x="1108117" y="485053"/>
                  </a:lnTo>
                  <a:lnTo>
                    <a:pt x="1132384" y="460163"/>
                  </a:lnTo>
                  <a:lnTo>
                    <a:pt x="1291547" y="460163"/>
                  </a:lnTo>
                  <a:lnTo>
                    <a:pt x="1292170" y="459692"/>
                  </a:lnTo>
                  <a:close/>
                </a:path>
                <a:path w="1887219" h="500379">
                  <a:moveTo>
                    <a:pt x="176890" y="464802"/>
                  </a:moveTo>
                  <a:lnTo>
                    <a:pt x="41015" y="464802"/>
                  </a:lnTo>
                  <a:lnTo>
                    <a:pt x="60394" y="485795"/>
                  </a:lnTo>
                  <a:lnTo>
                    <a:pt x="73701" y="492842"/>
                  </a:lnTo>
                  <a:lnTo>
                    <a:pt x="87095" y="485987"/>
                  </a:lnTo>
                  <a:lnTo>
                    <a:pt x="106740" y="465273"/>
                  </a:lnTo>
                  <a:lnTo>
                    <a:pt x="176493" y="465273"/>
                  </a:lnTo>
                  <a:lnTo>
                    <a:pt x="176890" y="464802"/>
                  </a:lnTo>
                  <a:close/>
                </a:path>
                <a:path w="1887219" h="500379">
                  <a:moveTo>
                    <a:pt x="889134" y="462949"/>
                  </a:moveTo>
                  <a:lnTo>
                    <a:pt x="813975" y="462949"/>
                  </a:lnTo>
                  <a:lnTo>
                    <a:pt x="839017" y="485227"/>
                  </a:lnTo>
                  <a:lnTo>
                    <a:pt x="855279" y="492555"/>
                  </a:lnTo>
                  <a:lnTo>
                    <a:pt x="869893" y="484837"/>
                  </a:lnTo>
                  <a:lnTo>
                    <a:pt x="889134" y="462949"/>
                  </a:lnTo>
                  <a:close/>
                </a:path>
                <a:path w="1887219" h="500379">
                  <a:moveTo>
                    <a:pt x="652667" y="465273"/>
                  </a:moveTo>
                  <a:lnTo>
                    <a:pt x="418155" y="465273"/>
                  </a:lnTo>
                  <a:lnTo>
                    <a:pt x="439479" y="484556"/>
                  </a:lnTo>
                  <a:lnTo>
                    <a:pt x="454968" y="491055"/>
                  </a:lnTo>
                  <a:lnTo>
                    <a:pt x="472165" y="484837"/>
                  </a:lnTo>
                  <a:lnTo>
                    <a:pt x="498613" y="465964"/>
                  </a:lnTo>
                  <a:lnTo>
                    <a:pt x="652181" y="465964"/>
                  </a:lnTo>
                  <a:lnTo>
                    <a:pt x="652667" y="465273"/>
                  </a:lnTo>
                  <a:close/>
                </a:path>
                <a:path w="1887219" h="500379">
                  <a:moveTo>
                    <a:pt x="1290979" y="460593"/>
                  </a:moveTo>
                  <a:lnTo>
                    <a:pt x="1212099" y="460593"/>
                  </a:lnTo>
                  <a:lnTo>
                    <a:pt x="1216958" y="467116"/>
                  </a:lnTo>
                  <a:lnTo>
                    <a:pt x="1222235" y="471535"/>
                  </a:lnTo>
                  <a:lnTo>
                    <a:pt x="1227732" y="474414"/>
                  </a:lnTo>
                  <a:lnTo>
                    <a:pt x="1237310" y="477875"/>
                  </a:lnTo>
                  <a:lnTo>
                    <a:pt x="1246986" y="478770"/>
                  </a:lnTo>
                  <a:lnTo>
                    <a:pt x="1256469" y="477639"/>
                  </a:lnTo>
                  <a:lnTo>
                    <a:pt x="1290979" y="460593"/>
                  </a:lnTo>
                  <a:close/>
                </a:path>
                <a:path w="1887219" h="500379">
                  <a:moveTo>
                    <a:pt x="1371759" y="458750"/>
                  </a:moveTo>
                  <a:lnTo>
                    <a:pt x="1293238" y="458750"/>
                  </a:lnTo>
                  <a:lnTo>
                    <a:pt x="1299076" y="463909"/>
                  </a:lnTo>
                  <a:lnTo>
                    <a:pt x="1330602" y="477056"/>
                  </a:lnTo>
                  <a:lnTo>
                    <a:pt x="1337383" y="476799"/>
                  </a:lnTo>
                  <a:lnTo>
                    <a:pt x="1371759" y="458750"/>
                  </a:lnTo>
                  <a:close/>
                </a:path>
                <a:path w="1887219" h="500379">
                  <a:moveTo>
                    <a:pt x="1291547" y="460163"/>
                  </a:moveTo>
                  <a:lnTo>
                    <a:pt x="1132384" y="460163"/>
                  </a:lnTo>
                  <a:lnTo>
                    <a:pt x="1157893" y="475524"/>
                  </a:lnTo>
                  <a:lnTo>
                    <a:pt x="1180336" y="476981"/>
                  </a:lnTo>
                  <a:lnTo>
                    <a:pt x="1197980" y="470823"/>
                  </a:lnTo>
                  <a:lnTo>
                    <a:pt x="1209094" y="463336"/>
                  </a:lnTo>
                  <a:lnTo>
                    <a:pt x="1211031" y="461713"/>
                  </a:lnTo>
                  <a:lnTo>
                    <a:pt x="1212099" y="460593"/>
                  </a:lnTo>
                  <a:lnTo>
                    <a:pt x="1290979" y="460593"/>
                  </a:lnTo>
                  <a:lnTo>
                    <a:pt x="1291547" y="460163"/>
                  </a:lnTo>
                  <a:close/>
                </a:path>
                <a:path w="1887219" h="500379">
                  <a:moveTo>
                    <a:pt x="181785" y="41035"/>
                  </a:moveTo>
                  <a:lnTo>
                    <a:pt x="176560" y="51859"/>
                  </a:lnTo>
                  <a:lnTo>
                    <a:pt x="162383" y="81390"/>
                  </a:lnTo>
                  <a:lnTo>
                    <a:pt x="161828" y="82678"/>
                  </a:lnTo>
                  <a:lnTo>
                    <a:pt x="161220" y="83924"/>
                  </a:lnTo>
                  <a:lnTo>
                    <a:pt x="143556" y="121119"/>
                  </a:lnTo>
                  <a:lnTo>
                    <a:pt x="123488" y="163813"/>
                  </a:lnTo>
                  <a:lnTo>
                    <a:pt x="101598" y="210954"/>
                  </a:lnTo>
                  <a:lnTo>
                    <a:pt x="79110" y="260159"/>
                  </a:lnTo>
                  <a:lnTo>
                    <a:pt x="57244" y="309048"/>
                  </a:lnTo>
                  <a:lnTo>
                    <a:pt x="33033" y="365188"/>
                  </a:lnTo>
                  <a:lnTo>
                    <a:pt x="13860" y="412915"/>
                  </a:lnTo>
                  <a:lnTo>
                    <a:pt x="123" y="463640"/>
                  </a:lnTo>
                  <a:lnTo>
                    <a:pt x="0" y="464844"/>
                  </a:lnTo>
                  <a:lnTo>
                    <a:pt x="2990" y="470984"/>
                  </a:lnTo>
                  <a:lnTo>
                    <a:pt x="7099" y="474027"/>
                  </a:lnTo>
                  <a:lnTo>
                    <a:pt x="11612" y="475105"/>
                  </a:lnTo>
                  <a:lnTo>
                    <a:pt x="19458" y="476706"/>
                  </a:lnTo>
                  <a:lnTo>
                    <a:pt x="25156" y="476154"/>
                  </a:lnTo>
                  <a:lnTo>
                    <a:pt x="31402" y="472520"/>
                  </a:lnTo>
                  <a:lnTo>
                    <a:pt x="41015" y="464802"/>
                  </a:lnTo>
                  <a:lnTo>
                    <a:pt x="176890" y="464802"/>
                  </a:lnTo>
                  <a:lnTo>
                    <a:pt x="178047" y="463430"/>
                  </a:lnTo>
                  <a:lnTo>
                    <a:pt x="813545" y="463430"/>
                  </a:lnTo>
                  <a:lnTo>
                    <a:pt x="813975" y="462949"/>
                  </a:lnTo>
                  <a:lnTo>
                    <a:pt x="889134" y="462949"/>
                  </a:lnTo>
                  <a:lnTo>
                    <a:pt x="889962" y="462006"/>
                  </a:lnTo>
                  <a:lnTo>
                    <a:pt x="1052928" y="462006"/>
                  </a:lnTo>
                  <a:lnTo>
                    <a:pt x="1055026" y="459692"/>
                  </a:lnTo>
                  <a:lnTo>
                    <a:pt x="1292170" y="459692"/>
                  </a:lnTo>
                  <a:lnTo>
                    <a:pt x="1293238" y="458750"/>
                  </a:lnTo>
                  <a:lnTo>
                    <a:pt x="1371759" y="458750"/>
                  </a:lnTo>
                  <a:lnTo>
                    <a:pt x="1375278" y="454069"/>
                  </a:lnTo>
                  <a:lnTo>
                    <a:pt x="1610881" y="454069"/>
                  </a:lnTo>
                  <a:lnTo>
                    <a:pt x="1612129" y="453169"/>
                  </a:lnTo>
                  <a:lnTo>
                    <a:pt x="1874802" y="453169"/>
                  </a:lnTo>
                  <a:lnTo>
                    <a:pt x="1869232" y="449828"/>
                  </a:lnTo>
                  <a:lnTo>
                    <a:pt x="1817374" y="412915"/>
                  </a:lnTo>
                  <a:lnTo>
                    <a:pt x="1734575" y="342926"/>
                  </a:lnTo>
                  <a:lnTo>
                    <a:pt x="1623804" y="232935"/>
                  </a:lnTo>
                  <a:lnTo>
                    <a:pt x="1593643" y="200279"/>
                  </a:lnTo>
                  <a:lnTo>
                    <a:pt x="1566905" y="170510"/>
                  </a:lnTo>
                  <a:lnTo>
                    <a:pt x="1522917" y="119252"/>
                  </a:lnTo>
                  <a:lnTo>
                    <a:pt x="1493771" y="83058"/>
                  </a:lnTo>
                  <a:lnTo>
                    <a:pt x="1466031" y="45636"/>
                  </a:lnTo>
                  <a:lnTo>
                    <a:pt x="785711" y="45636"/>
                  </a:lnTo>
                  <a:lnTo>
                    <a:pt x="181785" y="41035"/>
                  </a:lnTo>
                  <a:close/>
                </a:path>
                <a:path w="1887219" h="500379">
                  <a:moveTo>
                    <a:pt x="1610881" y="454069"/>
                  </a:moveTo>
                  <a:lnTo>
                    <a:pt x="1375278" y="454069"/>
                  </a:lnTo>
                  <a:lnTo>
                    <a:pt x="1380014" y="459750"/>
                  </a:lnTo>
                  <a:lnTo>
                    <a:pt x="1408983" y="472781"/>
                  </a:lnTo>
                  <a:lnTo>
                    <a:pt x="1415465" y="472100"/>
                  </a:lnTo>
                  <a:lnTo>
                    <a:pt x="1454532" y="455954"/>
                  </a:lnTo>
                  <a:lnTo>
                    <a:pt x="1531695" y="455954"/>
                  </a:lnTo>
                  <a:lnTo>
                    <a:pt x="1532875" y="455012"/>
                  </a:lnTo>
                  <a:lnTo>
                    <a:pt x="1609575" y="455012"/>
                  </a:lnTo>
                  <a:lnTo>
                    <a:pt x="1610881" y="454069"/>
                  </a:lnTo>
                  <a:close/>
                </a:path>
                <a:path w="1887219" h="500379">
                  <a:moveTo>
                    <a:pt x="1874802" y="453169"/>
                  </a:moveTo>
                  <a:lnTo>
                    <a:pt x="1781831" y="453169"/>
                  </a:lnTo>
                  <a:lnTo>
                    <a:pt x="1787283" y="458195"/>
                  </a:lnTo>
                  <a:lnTo>
                    <a:pt x="1826549" y="471758"/>
                  </a:lnTo>
                  <a:lnTo>
                    <a:pt x="1833515" y="471880"/>
                  </a:lnTo>
                  <a:lnTo>
                    <a:pt x="1850144" y="471510"/>
                  </a:lnTo>
                  <a:lnTo>
                    <a:pt x="1861277" y="470210"/>
                  </a:lnTo>
                  <a:lnTo>
                    <a:pt x="1871945" y="466924"/>
                  </a:lnTo>
                  <a:lnTo>
                    <a:pt x="1887178" y="460593"/>
                  </a:lnTo>
                  <a:lnTo>
                    <a:pt x="1874802" y="453169"/>
                  </a:lnTo>
                  <a:close/>
                </a:path>
                <a:path w="1887219" h="500379">
                  <a:moveTo>
                    <a:pt x="1507067" y="468666"/>
                  </a:moveTo>
                  <a:lnTo>
                    <a:pt x="1473034" y="468666"/>
                  </a:lnTo>
                  <a:lnTo>
                    <a:pt x="1480062" y="471286"/>
                  </a:lnTo>
                  <a:lnTo>
                    <a:pt x="1487075" y="471839"/>
                  </a:lnTo>
                  <a:lnTo>
                    <a:pt x="1501452" y="470467"/>
                  </a:lnTo>
                  <a:lnTo>
                    <a:pt x="1507067" y="468666"/>
                  </a:lnTo>
                  <a:close/>
                </a:path>
                <a:path w="1887219" h="500379">
                  <a:moveTo>
                    <a:pt x="1781789" y="453169"/>
                  </a:moveTo>
                  <a:lnTo>
                    <a:pt x="1612129" y="453169"/>
                  </a:lnTo>
                  <a:lnTo>
                    <a:pt x="1613459" y="454541"/>
                  </a:lnTo>
                  <a:lnTo>
                    <a:pt x="1614938" y="455996"/>
                  </a:lnTo>
                  <a:lnTo>
                    <a:pt x="1616077" y="456991"/>
                  </a:lnTo>
                  <a:lnTo>
                    <a:pt x="1619553" y="460163"/>
                  </a:lnTo>
                  <a:lnTo>
                    <a:pt x="1651405" y="471629"/>
                  </a:lnTo>
                  <a:lnTo>
                    <a:pt x="1658378" y="471102"/>
                  </a:lnTo>
                  <a:lnTo>
                    <a:pt x="1693268" y="454069"/>
                  </a:lnTo>
                  <a:lnTo>
                    <a:pt x="1780518" y="454069"/>
                  </a:lnTo>
                  <a:lnTo>
                    <a:pt x="1781443" y="453462"/>
                  </a:lnTo>
                  <a:lnTo>
                    <a:pt x="1781705" y="453253"/>
                  </a:lnTo>
                  <a:close/>
                </a:path>
                <a:path w="1887219" h="500379">
                  <a:moveTo>
                    <a:pt x="1609575" y="455012"/>
                  </a:moveTo>
                  <a:lnTo>
                    <a:pt x="1532875" y="455012"/>
                  </a:lnTo>
                  <a:lnTo>
                    <a:pt x="1537388" y="460373"/>
                  </a:lnTo>
                  <a:lnTo>
                    <a:pt x="1542403" y="464027"/>
                  </a:lnTo>
                  <a:lnTo>
                    <a:pt x="1553953" y="469179"/>
                  </a:lnTo>
                  <a:lnTo>
                    <a:pt x="1560612" y="470121"/>
                  </a:lnTo>
                  <a:lnTo>
                    <a:pt x="1567136" y="469870"/>
                  </a:lnTo>
                  <a:lnTo>
                    <a:pt x="1567649" y="469870"/>
                  </a:lnTo>
                  <a:lnTo>
                    <a:pt x="1567869" y="469828"/>
                  </a:lnTo>
                  <a:lnTo>
                    <a:pt x="1574538" y="469086"/>
                  </a:lnTo>
                  <a:lnTo>
                    <a:pt x="1581123" y="467656"/>
                  </a:lnTo>
                  <a:lnTo>
                    <a:pt x="1587167" y="465807"/>
                  </a:lnTo>
                  <a:lnTo>
                    <a:pt x="1593365" y="463430"/>
                  </a:lnTo>
                  <a:lnTo>
                    <a:pt x="1604873" y="458404"/>
                  </a:lnTo>
                  <a:lnTo>
                    <a:pt x="1609575" y="455012"/>
                  </a:lnTo>
                  <a:close/>
                </a:path>
                <a:path w="1887219" h="500379">
                  <a:moveTo>
                    <a:pt x="1780518" y="454069"/>
                  </a:moveTo>
                  <a:lnTo>
                    <a:pt x="1693268" y="454069"/>
                  </a:lnTo>
                  <a:lnTo>
                    <a:pt x="1693907" y="454708"/>
                  </a:lnTo>
                  <a:lnTo>
                    <a:pt x="1695195" y="455912"/>
                  </a:lnTo>
                  <a:lnTo>
                    <a:pt x="1697467" y="457975"/>
                  </a:lnTo>
                  <a:lnTo>
                    <a:pt x="1728984" y="470038"/>
                  </a:lnTo>
                  <a:lnTo>
                    <a:pt x="1736670" y="470038"/>
                  </a:lnTo>
                  <a:lnTo>
                    <a:pt x="1741130" y="469483"/>
                  </a:lnTo>
                  <a:lnTo>
                    <a:pt x="1745381" y="468666"/>
                  </a:lnTo>
                  <a:lnTo>
                    <a:pt x="1748648" y="467975"/>
                  </a:lnTo>
                  <a:lnTo>
                    <a:pt x="1750146" y="467545"/>
                  </a:lnTo>
                  <a:lnTo>
                    <a:pt x="1753622" y="466645"/>
                  </a:lnTo>
                  <a:lnTo>
                    <a:pt x="1776846" y="456300"/>
                  </a:lnTo>
                  <a:lnTo>
                    <a:pt x="1777789" y="455787"/>
                  </a:lnTo>
                  <a:lnTo>
                    <a:pt x="1780518" y="454069"/>
                  </a:lnTo>
                  <a:close/>
                </a:path>
                <a:path w="1887219" h="500379">
                  <a:moveTo>
                    <a:pt x="1531695" y="455954"/>
                  </a:moveTo>
                  <a:lnTo>
                    <a:pt x="1454532" y="455954"/>
                  </a:lnTo>
                  <a:lnTo>
                    <a:pt x="1460366" y="462311"/>
                  </a:lnTo>
                  <a:lnTo>
                    <a:pt x="1466636" y="466341"/>
                  </a:lnTo>
                  <a:lnTo>
                    <a:pt x="1472992" y="468666"/>
                  </a:lnTo>
                  <a:lnTo>
                    <a:pt x="1507067" y="468666"/>
                  </a:lnTo>
                  <a:lnTo>
                    <a:pt x="1508788" y="468100"/>
                  </a:lnTo>
                  <a:lnTo>
                    <a:pt x="1515358" y="465273"/>
                  </a:lnTo>
                  <a:lnTo>
                    <a:pt x="1516411" y="464760"/>
                  </a:lnTo>
                  <a:lnTo>
                    <a:pt x="1526268" y="460289"/>
                  </a:lnTo>
                  <a:lnTo>
                    <a:pt x="1531695" y="455954"/>
                  </a:lnTo>
                  <a:close/>
                </a:path>
                <a:path w="1887219" h="500379">
                  <a:moveTo>
                    <a:pt x="1438689" y="0"/>
                  </a:moveTo>
                  <a:lnTo>
                    <a:pt x="1296329" y="28965"/>
                  </a:lnTo>
                  <a:lnTo>
                    <a:pt x="1117948" y="42895"/>
                  </a:lnTo>
                  <a:lnTo>
                    <a:pt x="785711" y="45636"/>
                  </a:lnTo>
                  <a:lnTo>
                    <a:pt x="1466031" y="45636"/>
                  </a:lnTo>
                  <a:lnTo>
                    <a:pt x="1455844" y="31378"/>
                  </a:lnTo>
                  <a:lnTo>
                    <a:pt x="1446930" y="18135"/>
                  </a:lnTo>
                  <a:lnTo>
                    <a:pt x="1442257" y="9369"/>
                  </a:lnTo>
                  <a:lnTo>
                    <a:pt x="1438689" y="0"/>
                  </a:lnTo>
                  <a:close/>
                </a:path>
              </a:pathLst>
            </a:custGeom>
            <a:solidFill>
              <a:srgbClr val="1C8A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" name="object 489" descr=""/>
            <p:cNvSpPr/>
            <p:nvPr/>
          </p:nvSpPr>
          <p:spPr>
            <a:xfrm>
              <a:off x="17454830" y="6142538"/>
              <a:ext cx="1738630" cy="470534"/>
            </a:xfrm>
            <a:custGeom>
              <a:avLst/>
              <a:gdLst/>
              <a:ahLst/>
              <a:cxnLst/>
              <a:rect l="l" t="t" r="r" b="b"/>
              <a:pathLst>
                <a:path w="1738630" h="470534">
                  <a:moveTo>
                    <a:pt x="117589" y="466458"/>
                  </a:moveTo>
                  <a:lnTo>
                    <a:pt x="112064" y="449453"/>
                  </a:lnTo>
                  <a:lnTo>
                    <a:pt x="21424" y="170154"/>
                  </a:lnTo>
                  <a:lnTo>
                    <a:pt x="10756" y="192633"/>
                  </a:lnTo>
                  <a:lnTo>
                    <a:pt x="0" y="215455"/>
                  </a:lnTo>
                  <a:lnTo>
                    <a:pt x="80276" y="462724"/>
                  </a:lnTo>
                  <a:lnTo>
                    <a:pt x="89852" y="457022"/>
                  </a:lnTo>
                  <a:lnTo>
                    <a:pt x="95605" y="449453"/>
                  </a:lnTo>
                  <a:lnTo>
                    <a:pt x="101295" y="455053"/>
                  </a:lnTo>
                  <a:lnTo>
                    <a:pt x="106857" y="459714"/>
                  </a:lnTo>
                  <a:lnTo>
                    <a:pt x="112293" y="463499"/>
                  </a:lnTo>
                  <a:lnTo>
                    <a:pt x="117589" y="466458"/>
                  </a:lnTo>
                  <a:close/>
                </a:path>
                <a:path w="1738630" h="470534">
                  <a:moveTo>
                    <a:pt x="1738172" y="416331"/>
                  </a:moveTo>
                  <a:lnTo>
                    <a:pt x="1737321" y="410667"/>
                  </a:lnTo>
                  <a:lnTo>
                    <a:pt x="1736369" y="408482"/>
                  </a:lnTo>
                  <a:lnTo>
                    <a:pt x="1733499" y="404622"/>
                  </a:lnTo>
                  <a:lnTo>
                    <a:pt x="1367205" y="70764"/>
                  </a:lnTo>
                  <a:lnTo>
                    <a:pt x="1422730" y="65087"/>
                  </a:lnTo>
                  <a:lnTo>
                    <a:pt x="1407147" y="46037"/>
                  </a:lnTo>
                  <a:lnTo>
                    <a:pt x="1393583" y="28892"/>
                  </a:lnTo>
                  <a:lnTo>
                    <a:pt x="1381899" y="13563"/>
                  </a:lnTo>
                  <a:lnTo>
                    <a:pt x="1371942" y="0"/>
                  </a:lnTo>
                  <a:lnTo>
                    <a:pt x="1292098" y="8077"/>
                  </a:lnTo>
                  <a:lnTo>
                    <a:pt x="1205395" y="16027"/>
                  </a:lnTo>
                  <a:lnTo>
                    <a:pt x="1154645" y="20307"/>
                  </a:lnTo>
                  <a:lnTo>
                    <a:pt x="1100150" y="24587"/>
                  </a:lnTo>
                  <a:lnTo>
                    <a:pt x="1042784" y="28702"/>
                  </a:lnTo>
                  <a:lnTo>
                    <a:pt x="983424" y="32512"/>
                  </a:lnTo>
                  <a:lnTo>
                    <a:pt x="922959" y="35852"/>
                  </a:lnTo>
                  <a:lnTo>
                    <a:pt x="862266" y="38569"/>
                  </a:lnTo>
                  <a:lnTo>
                    <a:pt x="802233" y="40525"/>
                  </a:lnTo>
                  <a:lnTo>
                    <a:pt x="743750" y="41541"/>
                  </a:lnTo>
                  <a:lnTo>
                    <a:pt x="687679" y="41465"/>
                  </a:lnTo>
                  <a:lnTo>
                    <a:pt x="573786" y="38874"/>
                  </a:lnTo>
                  <a:lnTo>
                    <a:pt x="573582" y="38709"/>
                  </a:lnTo>
                  <a:lnTo>
                    <a:pt x="552729" y="38188"/>
                  </a:lnTo>
                  <a:lnTo>
                    <a:pt x="552538" y="38392"/>
                  </a:lnTo>
                  <a:lnTo>
                    <a:pt x="500100" y="37198"/>
                  </a:lnTo>
                  <a:lnTo>
                    <a:pt x="499922" y="36906"/>
                  </a:lnTo>
                  <a:lnTo>
                    <a:pt x="465747" y="36080"/>
                  </a:lnTo>
                  <a:lnTo>
                    <a:pt x="465645" y="36423"/>
                  </a:lnTo>
                  <a:lnTo>
                    <a:pt x="437146" y="35763"/>
                  </a:lnTo>
                  <a:lnTo>
                    <a:pt x="436765" y="35407"/>
                  </a:lnTo>
                  <a:lnTo>
                    <a:pt x="413804" y="34848"/>
                  </a:lnTo>
                  <a:lnTo>
                    <a:pt x="413359" y="35229"/>
                  </a:lnTo>
                  <a:lnTo>
                    <a:pt x="376580" y="34391"/>
                  </a:lnTo>
                  <a:lnTo>
                    <a:pt x="376364" y="33985"/>
                  </a:lnTo>
                  <a:lnTo>
                    <a:pt x="337045" y="33083"/>
                  </a:lnTo>
                  <a:lnTo>
                    <a:pt x="337172" y="33502"/>
                  </a:lnTo>
                  <a:lnTo>
                    <a:pt x="309575" y="32880"/>
                  </a:lnTo>
                  <a:lnTo>
                    <a:pt x="309397" y="32486"/>
                  </a:lnTo>
                  <a:lnTo>
                    <a:pt x="270891" y="31623"/>
                  </a:lnTo>
                  <a:lnTo>
                    <a:pt x="271056" y="31991"/>
                  </a:lnTo>
                  <a:lnTo>
                    <a:pt x="181698" y="29946"/>
                  </a:lnTo>
                  <a:lnTo>
                    <a:pt x="181597" y="29692"/>
                  </a:lnTo>
                  <a:lnTo>
                    <a:pt x="147294" y="28956"/>
                  </a:lnTo>
                  <a:lnTo>
                    <a:pt x="147243" y="29159"/>
                  </a:lnTo>
                  <a:lnTo>
                    <a:pt x="129717" y="28765"/>
                  </a:lnTo>
                  <a:lnTo>
                    <a:pt x="129654" y="28575"/>
                  </a:lnTo>
                  <a:lnTo>
                    <a:pt x="92697" y="27813"/>
                  </a:lnTo>
                  <a:lnTo>
                    <a:pt x="59105" y="27139"/>
                  </a:lnTo>
                  <a:lnTo>
                    <a:pt x="71843" y="65862"/>
                  </a:lnTo>
                  <a:lnTo>
                    <a:pt x="71094" y="67398"/>
                  </a:lnTo>
                  <a:lnTo>
                    <a:pt x="68859" y="71894"/>
                  </a:lnTo>
                  <a:lnTo>
                    <a:pt x="66294" y="77216"/>
                  </a:lnTo>
                  <a:lnTo>
                    <a:pt x="62420" y="85153"/>
                  </a:lnTo>
                  <a:lnTo>
                    <a:pt x="41897" y="84683"/>
                  </a:lnTo>
                  <a:lnTo>
                    <a:pt x="165836" y="461822"/>
                  </a:lnTo>
                  <a:lnTo>
                    <a:pt x="172758" y="456895"/>
                  </a:lnTo>
                  <a:lnTo>
                    <a:pt x="176695" y="451866"/>
                  </a:lnTo>
                  <a:lnTo>
                    <a:pt x="183692" y="458914"/>
                  </a:lnTo>
                  <a:lnTo>
                    <a:pt x="190614" y="463537"/>
                  </a:lnTo>
                  <a:lnTo>
                    <a:pt x="197269" y="466420"/>
                  </a:lnTo>
                  <a:lnTo>
                    <a:pt x="199758" y="462292"/>
                  </a:lnTo>
                  <a:lnTo>
                    <a:pt x="200482" y="457149"/>
                  </a:lnTo>
                  <a:lnTo>
                    <a:pt x="198729" y="451866"/>
                  </a:lnTo>
                  <a:lnTo>
                    <a:pt x="78295" y="85407"/>
                  </a:lnTo>
                  <a:lnTo>
                    <a:pt x="114731" y="85890"/>
                  </a:lnTo>
                  <a:lnTo>
                    <a:pt x="254622" y="454406"/>
                  </a:lnTo>
                  <a:lnTo>
                    <a:pt x="257022" y="452335"/>
                  </a:lnTo>
                  <a:lnTo>
                    <a:pt x="258305" y="450926"/>
                  </a:lnTo>
                  <a:lnTo>
                    <a:pt x="268655" y="460044"/>
                  </a:lnTo>
                  <a:lnTo>
                    <a:pt x="278676" y="465950"/>
                  </a:lnTo>
                  <a:lnTo>
                    <a:pt x="288251" y="469112"/>
                  </a:lnTo>
                  <a:lnTo>
                    <a:pt x="297294" y="470027"/>
                  </a:lnTo>
                  <a:lnTo>
                    <a:pt x="290042" y="450926"/>
                  </a:lnTo>
                  <a:lnTo>
                    <a:pt x="151599" y="86398"/>
                  </a:lnTo>
                  <a:lnTo>
                    <a:pt x="168351" y="86614"/>
                  </a:lnTo>
                  <a:lnTo>
                    <a:pt x="326136" y="459803"/>
                  </a:lnTo>
                  <a:lnTo>
                    <a:pt x="332193" y="455434"/>
                  </a:lnTo>
                  <a:lnTo>
                    <a:pt x="335661" y="451396"/>
                  </a:lnTo>
                  <a:lnTo>
                    <a:pt x="343242" y="457847"/>
                  </a:lnTo>
                  <a:lnTo>
                    <a:pt x="350964" y="462445"/>
                  </a:lnTo>
                  <a:lnTo>
                    <a:pt x="358736" y="465429"/>
                  </a:lnTo>
                  <a:lnTo>
                    <a:pt x="366445" y="467017"/>
                  </a:lnTo>
                  <a:lnTo>
                    <a:pt x="359841" y="451396"/>
                  </a:lnTo>
                  <a:lnTo>
                    <a:pt x="205867" y="87122"/>
                  </a:lnTo>
                  <a:lnTo>
                    <a:pt x="298069" y="88353"/>
                  </a:lnTo>
                  <a:lnTo>
                    <a:pt x="478536" y="464908"/>
                  </a:lnTo>
                  <a:lnTo>
                    <a:pt x="486397" y="459295"/>
                  </a:lnTo>
                  <a:lnTo>
                    <a:pt x="490943" y="452856"/>
                  </a:lnTo>
                  <a:lnTo>
                    <a:pt x="496811" y="458050"/>
                  </a:lnTo>
                  <a:lnTo>
                    <a:pt x="502500" y="462381"/>
                  </a:lnTo>
                  <a:lnTo>
                    <a:pt x="507987" y="465874"/>
                  </a:lnTo>
                  <a:lnTo>
                    <a:pt x="513270" y="468604"/>
                  </a:lnTo>
                  <a:lnTo>
                    <a:pt x="514464" y="464908"/>
                  </a:lnTo>
                  <a:lnTo>
                    <a:pt x="514350" y="460108"/>
                  </a:lnTo>
                  <a:lnTo>
                    <a:pt x="510882" y="452856"/>
                  </a:lnTo>
                  <a:lnTo>
                    <a:pt x="336410" y="88874"/>
                  </a:lnTo>
                  <a:lnTo>
                    <a:pt x="367030" y="89281"/>
                  </a:lnTo>
                  <a:lnTo>
                    <a:pt x="564743" y="457911"/>
                  </a:lnTo>
                  <a:lnTo>
                    <a:pt x="568655" y="453885"/>
                  </a:lnTo>
                  <a:lnTo>
                    <a:pt x="570674" y="450672"/>
                  </a:lnTo>
                  <a:lnTo>
                    <a:pt x="580796" y="459079"/>
                  </a:lnTo>
                  <a:lnTo>
                    <a:pt x="590651" y="464667"/>
                  </a:lnTo>
                  <a:lnTo>
                    <a:pt x="600100" y="467817"/>
                  </a:lnTo>
                  <a:lnTo>
                    <a:pt x="609053" y="468909"/>
                  </a:lnTo>
                  <a:lnTo>
                    <a:pt x="608749" y="467664"/>
                  </a:lnTo>
                  <a:lnTo>
                    <a:pt x="608279" y="466420"/>
                  </a:lnTo>
                  <a:lnTo>
                    <a:pt x="599833" y="450672"/>
                  </a:lnTo>
                  <a:lnTo>
                    <a:pt x="406298" y="89814"/>
                  </a:lnTo>
                  <a:lnTo>
                    <a:pt x="429742" y="90119"/>
                  </a:lnTo>
                  <a:lnTo>
                    <a:pt x="431063" y="92367"/>
                  </a:lnTo>
                  <a:lnTo>
                    <a:pt x="643991" y="456298"/>
                  </a:lnTo>
                  <a:lnTo>
                    <a:pt x="648500" y="452767"/>
                  </a:lnTo>
                  <a:lnTo>
                    <a:pt x="651078" y="449935"/>
                  </a:lnTo>
                  <a:lnTo>
                    <a:pt x="661822" y="458266"/>
                  </a:lnTo>
                  <a:lnTo>
                    <a:pt x="672045" y="463816"/>
                  </a:lnTo>
                  <a:lnTo>
                    <a:pt x="681672" y="466953"/>
                  </a:lnTo>
                  <a:lnTo>
                    <a:pt x="690664" y="468045"/>
                  </a:lnTo>
                  <a:lnTo>
                    <a:pt x="680059" y="449935"/>
                  </a:lnTo>
                  <a:lnTo>
                    <a:pt x="469887" y="90665"/>
                  </a:lnTo>
                  <a:lnTo>
                    <a:pt x="492658" y="90970"/>
                  </a:lnTo>
                  <a:lnTo>
                    <a:pt x="493991" y="93141"/>
                  </a:lnTo>
                  <a:lnTo>
                    <a:pt x="718134" y="460235"/>
                  </a:lnTo>
                  <a:lnTo>
                    <a:pt x="726643" y="454952"/>
                  </a:lnTo>
                  <a:lnTo>
                    <a:pt x="731494" y="448957"/>
                  </a:lnTo>
                  <a:lnTo>
                    <a:pt x="739571" y="455917"/>
                  </a:lnTo>
                  <a:lnTo>
                    <a:pt x="747395" y="461010"/>
                  </a:lnTo>
                  <a:lnTo>
                    <a:pt x="754913" y="464413"/>
                  </a:lnTo>
                  <a:lnTo>
                    <a:pt x="762088" y="466331"/>
                  </a:lnTo>
                  <a:lnTo>
                    <a:pt x="751484" y="448957"/>
                  </a:lnTo>
                  <a:lnTo>
                    <a:pt x="533247" y="91516"/>
                  </a:lnTo>
                  <a:lnTo>
                    <a:pt x="568756" y="91986"/>
                  </a:lnTo>
                  <a:lnTo>
                    <a:pt x="806704" y="448906"/>
                  </a:lnTo>
                  <a:lnTo>
                    <a:pt x="807212" y="448348"/>
                  </a:lnTo>
                  <a:lnTo>
                    <a:pt x="807478" y="448005"/>
                  </a:lnTo>
                  <a:lnTo>
                    <a:pt x="820750" y="460552"/>
                  </a:lnTo>
                  <a:lnTo>
                    <a:pt x="834275" y="467017"/>
                  </a:lnTo>
                  <a:lnTo>
                    <a:pt x="847521" y="468693"/>
                  </a:lnTo>
                  <a:lnTo>
                    <a:pt x="859980" y="466852"/>
                  </a:lnTo>
                  <a:lnTo>
                    <a:pt x="847407" y="448005"/>
                  </a:lnTo>
                  <a:lnTo>
                    <a:pt x="610450" y="92544"/>
                  </a:lnTo>
                  <a:lnTo>
                    <a:pt x="634047" y="92849"/>
                  </a:lnTo>
                  <a:lnTo>
                    <a:pt x="914882" y="468007"/>
                  </a:lnTo>
                  <a:lnTo>
                    <a:pt x="925347" y="470230"/>
                  </a:lnTo>
                  <a:lnTo>
                    <a:pt x="935405" y="469442"/>
                  </a:lnTo>
                  <a:lnTo>
                    <a:pt x="944778" y="466432"/>
                  </a:lnTo>
                  <a:lnTo>
                    <a:pt x="953223" y="462000"/>
                  </a:lnTo>
                  <a:lnTo>
                    <a:pt x="677341" y="93421"/>
                  </a:lnTo>
                  <a:lnTo>
                    <a:pt x="696366" y="92849"/>
                  </a:lnTo>
                  <a:lnTo>
                    <a:pt x="696925" y="93954"/>
                  </a:lnTo>
                  <a:lnTo>
                    <a:pt x="697484" y="94907"/>
                  </a:lnTo>
                  <a:lnTo>
                    <a:pt x="969022" y="449326"/>
                  </a:lnTo>
                  <a:lnTo>
                    <a:pt x="971296" y="447052"/>
                  </a:lnTo>
                  <a:lnTo>
                    <a:pt x="972540" y="445566"/>
                  </a:lnTo>
                  <a:lnTo>
                    <a:pt x="985837" y="458622"/>
                  </a:lnTo>
                  <a:lnTo>
                    <a:pt x="999058" y="465048"/>
                  </a:lnTo>
                  <a:lnTo>
                    <a:pt x="1011732" y="466293"/>
                  </a:lnTo>
                  <a:lnTo>
                    <a:pt x="1023366" y="463804"/>
                  </a:lnTo>
                  <a:lnTo>
                    <a:pt x="1009396" y="445566"/>
                  </a:lnTo>
                  <a:lnTo>
                    <a:pt x="738187" y="91605"/>
                  </a:lnTo>
                  <a:lnTo>
                    <a:pt x="761263" y="90919"/>
                  </a:lnTo>
                  <a:lnTo>
                    <a:pt x="1043241" y="452297"/>
                  </a:lnTo>
                  <a:lnTo>
                    <a:pt x="1047483" y="448818"/>
                  </a:lnTo>
                  <a:lnTo>
                    <a:pt x="1049934" y="446062"/>
                  </a:lnTo>
                  <a:lnTo>
                    <a:pt x="1062316" y="455891"/>
                  </a:lnTo>
                  <a:lnTo>
                    <a:pt x="1074216" y="461670"/>
                  </a:lnTo>
                  <a:lnTo>
                    <a:pt x="1085456" y="464108"/>
                  </a:lnTo>
                  <a:lnTo>
                    <a:pt x="1095832" y="463931"/>
                  </a:lnTo>
                  <a:lnTo>
                    <a:pt x="1081900" y="446062"/>
                  </a:lnTo>
                  <a:lnTo>
                    <a:pt x="804329" y="90182"/>
                  </a:lnTo>
                  <a:lnTo>
                    <a:pt x="803846" y="89623"/>
                  </a:lnTo>
                  <a:lnTo>
                    <a:pt x="824420" y="89001"/>
                  </a:lnTo>
                  <a:lnTo>
                    <a:pt x="1158773" y="465213"/>
                  </a:lnTo>
                  <a:lnTo>
                    <a:pt x="1166393" y="465378"/>
                  </a:lnTo>
                  <a:lnTo>
                    <a:pt x="1173873" y="464299"/>
                  </a:lnTo>
                  <a:lnTo>
                    <a:pt x="1181036" y="462267"/>
                  </a:lnTo>
                  <a:lnTo>
                    <a:pt x="1187792" y="459549"/>
                  </a:lnTo>
                  <a:lnTo>
                    <a:pt x="1189812" y="453847"/>
                  </a:lnTo>
                  <a:lnTo>
                    <a:pt x="1188770" y="447230"/>
                  </a:lnTo>
                  <a:lnTo>
                    <a:pt x="869162" y="87668"/>
                  </a:lnTo>
                  <a:lnTo>
                    <a:pt x="887361" y="87109"/>
                  </a:lnTo>
                  <a:lnTo>
                    <a:pt x="889076" y="89928"/>
                  </a:lnTo>
                  <a:lnTo>
                    <a:pt x="1232573" y="460032"/>
                  </a:lnTo>
                  <a:lnTo>
                    <a:pt x="1240015" y="462521"/>
                  </a:lnTo>
                  <a:lnTo>
                    <a:pt x="1247114" y="463600"/>
                  </a:lnTo>
                  <a:lnTo>
                    <a:pt x="1253832" y="463499"/>
                  </a:lnTo>
                  <a:lnTo>
                    <a:pt x="1260170" y="462381"/>
                  </a:lnTo>
                  <a:lnTo>
                    <a:pt x="1263535" y="456920"/>
                  </a:lnTo>
                  <a:lnTo>
                    <a:pt x="1264640" y="450786"/>
                  </a:lnTo>
                  <a:lnTo>
                    <a:pt x="1263484" y="444627"/>
                  </a:lnTo>
                  <a:lnTo>
                    <a:pt x="1260043" y="439115"/>
                  </a:lnTo>
                  <a:lnTo>
                    <a:pt x="932027" y="85763"/>
                  </a:lnTo>
                  <a:lnTo>
                    <a:pt x="957249" y="85001"/>
                  </a:lnTo>
                  <a:lnTo>
                    <a:pt x="957338" y="85712"/>
                  </a:lnTo>
                  <a:lnTo>
                    <a:pt x="957719" y="89331"/>
                  </a:lnTo>
                  <a:lnTo>
                    <a:pt x="959269" y="92798"/>
                  </a:lnTo>
                  <a:lnTo>
                    <a:pt x="1290904" y="442087"/>
                  </a:lnTo>
                  <a:lnTo>
                    <a:pt x="1292148" y="440664"/>
                  </a:lnTo>
                  <a:lnTo>
                    <a:pt x="1292796" y="439762"/>
                  </a:lnTo>
                  <a:lnTo>
                    <a:pt x="1306169" y="452907"/>
                  </a:lnTo>
                  <a:lnTo>
                    <a:pt x="1320888" y="458330"/>
                  </a:lnTo>
                  <a:lnTo>
                    <a:pt x="1335735" y="458076"/>
                  </a:lnTo>
                  <a:lnTo>
                    <a:pt x="1349502" y="454228"/>
                  </a:lnTo>
                  <a:lnTo>
                    <a:pt x="1349070" y="453580"/>
                  </a:lnTo>
                  <a:lnTo>
                    <a:pt x="1348524" y="452907"/>
                  </a:lnTo>
                  <a:lnTo>
                    <a:pt x="1348054" y="452424"/>
                  </a:lnTo>
                  <a:lnTo>
                    <a:pt x="1336027" y="439762"/>
                  </a:lnTo>
                  <a:lnTo>
                    <a:pt x="998105" y="83769"/>
                  </a:lnTo>
                  <a:lnTo>
                    <a:pt x="1023162" y="83019"/>
                  </a:lnTo>
                  <a:lnTo>
                    <a:pt x="1370723" y="442722"/>
                  </a:lnTo>
                  <a:lnTo>
                    <a:pt x="1371612" y="442074"/>
                  </a:lnTo>
                  <a:lnTo>
                    <a:pt x="1372095" y="441693"/>
                  </a:lnTo>
                  <a:lnTo>
                    <a:pt x="1382928" y="451091"/>
                  </a:lnTo>
                  <a:lnTo>
                    <a:pt x="1394218" y="456184"/>
                  </a:lnTo>
                  <a:lnTo>
                    <a:pt x="1405547" y="457796"/>
                  </a:lnTo>
                  <a:lnTo>
                    <a:pt x="1416481" y="456755"/>
                  </a:lnTo>
                  <a:lnTo>
                    <a:pt x="1419517" y="450494"/>
                  </a:lnTo>
                  <a:lnTo>
                    <a:pt x="1418501" y="442760"/>
                  </a:lnTo>
                  <a:lnTo>
                    <a:pt x="1417472" y="441693"/>
                  </a:lnTo>
                  <a:lnTo>
                    <a:pt x="1070165" y="82194"/>
                  </a:lnTo>
                  <a:lnTo>
                    <a:pt x="1069543" y="81622"/>
                  </a:lnTo>
                  <a:lnTo>
                    <a:pt x="1082268" y="81229"/>
                  </a:lnTo>
                  <a:lnTo>
                    <a:pt x="1084224" y="84137"/>
                  </a:lnTo>
                  <a:lnTo>
                    <a:pt x="1451216" y="447700"/>
                  </a:lnTo>
                  <a:lnTo>
                    <a:pt x="1455585" y="449351"/>
                  </a:lnTo>
                  <a:lnTo>
                    <a:pt x="1459953" y="449351"/>
                  </a:lnTo>
                  <a:lnTo>
                    <a:pt x="1464373" y="449351"/>
                  </a:lnTo>
                  <a:lnTo>
                    <a:pt x="1468793" y="447662"/>
                  </a:lnTo>
                  <a:lnTo>
                    <a:pt x="1472145" y="444271"/>
                  </a:lnTo>
                  <a:lnTo>
                    <a:pt x="1475892" y="438569"/>
                  </a:lnTo>
                  <a:lnTo>
                    <a:pt x="1477124" y="432104"/>
                  </a:lnTo>
                  <a:lnTo>
                    <a:pt x="1475828" y="425653"/>
                  </a:lnTo>
                  <a:lnTo>
                    <a:pt x="1472031" y="419989"/>
                  </a:lnTo>
                  <a:lnTo>
                    <a:pt x="1128661" y="79832"/>
                  </a:lnTo>
                  <a:lnTo>
                    <a:pt x="1151191" y="79146"/>
                  </a:lnTo>
                  <a:lnTo>
                    <a:pt x="1151902" y="82308"/>
                  </a:lnTo>
                  <a:lnTo>
                    <a:pt x="1155827" y="87896"/>
                  </a:lnTo>
                  <a:lnTo>
                    <a:pt x="1526984" y="440004"/>
                  </a:lnTo>
                  <a:lnTo>
                    <a:pt x="1531239" y="441553"/>
                  </a:lnTo>
                  <a:lnTo>
                    <a:pt x="1535468" y="441553"/>
                  </a:lnTo>
                  <a:lnTo>
                    <a:pt x="1540014" y="441553"/>
                  </a:lnTo>
                  <a:lnTo>
                    <a:pt x="1544561" y="439775"/>
                  </a:lnTo>
                  <a:lnTo>
                    <a:pt x="1547939" y="436206"/>
                  </a:lnTo>
                  <a:lnTo>
                    <a:pt x="1551559" y="430428"/>
                  </a:lnTo>
                  <a:lnTo>
                    <a:pt x="1552638" y="423938"/>
                  </a:lnTo>
                  <a:lnTo>
                    <a:pt x="1551216" y="417512"/>
                  </a:lnTo>
                  <a:lnTo>
                    <a:pt x="1547291" y="411924"/>
                  </a:lnTo>
                  <a:lnTo>
                    <a:pt x="1195082" y="77825"/>
                  </a:lnTo>
                  <a:lnTo>
                    <a:pt x="1242174" y="76403"/>
                  </a:lnTo>
                  <a:lnTo>
                    <a:pt x="1242593" y="80213"/>
                  </a:lnTo>
                  <a:lnTo>
                    <a:pt x="1244396" y="84074"/>
                  </a:lnTo>
                  <a:lnTo>
                    <a:pt x="1595920" y="410095"/>
                  </a:lnTo>
                  <a:lnTo>
                    <a:pt x="1601889" y="407504"/>
                  </a:lnTo>
                  <a:lnTo>
                    <a:pt x="1605241" y="408292"/>
                  </a:lnTo>
                  <a:lnTo>
                    <a:pt x="1607185" y="413905"/>
                  </a:lnTo>
                  <a:lnTo>
                    <a:pt x="1608950" y="425843"/>
                  </a:lnTo>
                  <a:lnTo>
                    <a:pt x="1618856" y="429221"/>
                  </a:lnTo>
                  <a:lnTo>
                    <a:pt x="1629854" y="424865"/>
                  </a:lnTo>
                  <a:lnTo>
                    <a:pt x="1641043" y="418249"/>
                  </a:lnTo>
                  <a:lnTo>
                    <a:pt x="1651508" y="414807"/>
                  </a:lnTo>
                  <a:lnTo>
                    <a:pt x="1285252" y="75107"/>
                  </a:lnTo>
                  <a:lnTo>
                    <a:pt x="1319809" y="74066"/>
                  </a:lnTo>
                  <a:lnTo>
                    <a:pt x="1692198" y="413461"/>
                  </a:lnTo>
                  <a:lnTo>
                    <a:pt x="1697050" y="411607"/>
                  </a:lnTo>
                  <a:lnTo>
                    <a:pt x="1701342" y="413283"/>
                  </a:lnTo>
                  <a:lnTo>
                    <a:pt x="1704771" y="416077"/>
                  </a:lnTo>
                  <a:lnTo>
                    <a:pt x="1705724" y="413931"/>
                  </a:lnTo>
                  <a:lnTo>
                    <a:pt x="1712506" y="415772"/>
                  </a:lnTo>
                  <a:lnTo>
                    <a:pt x="1719402" y="416966"/>
                  </a:lnTo>
                  <a:lnTo>
                    <a:pt x="1726349" y="417588"/>
                  </a:lnTo>
                  <a:lnTo>
                    <a:pt x="1733321" y="417703"/>
                  </a:lnTo>
                  <a:lnTo>
                    <a:pt x="1734870" y="416890"/>
                  </a:lnTo>
                  <a:lnTo>
                    <a:pt x="1736496" y="416636"/>
                  </a:lnTo>
                  <a:lnTo>
                    <a:pt x="1738096" y="417156"/>
                  </a:lnTo>
                  <a:lnTo>
                    <a:pt x="1738172" y="416331"/>
                  </a:lnTo>
                  <a:close/>
                </a:path>
              </a:pathLst>
            </a:custGeom>
            <a:solidFill>
              <a:srgbClr val="20284E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0" name="object 490" descr=""/>
            <p:cNvPicPr/>
            <p:nvPr/>
          </p:nvPicPr>
          <p:blipFill>
            <a:blip r:embed="rId84" cstate="print"/>
            <a:stretch>
              <a:fillRect/>
            </a:stretch>
          </p:blipFill>
          <p:spPr>
            <a:xfrm>
              <a:off x="17408906" y="6409157"/>
              <a:ext cx="74050" cy="201166"/>
            </a:xfrm>
            <a:prstGeom prst="rect">
              <a:avLst/>
            </a:prstGeom>
          </p:spPr>
        </p:pic>
        <p:sp>
          <p:nvSpPr>
            <p:cNvPr id="491" name="object 491" descr=""/>
            <p:cNvSpPr/>
            <p:nvPr/>
          </p:nvSpPr>
          <p:spPr>
            <a:xfrm>
              <a:off x="14812062" y="6121863"/>
              <a:ext cx="3077845" cy="492759"/>
            </a:xfrm>
            <a:custGeom>
              <a:avLst/>
              <a:gdLst/>
              <a:ahLst/>
              <a:cxnLst/>
              <a:rect l="l" t="t" r="r" b="b"/>
              <a:pathLst>
                <a:path w="3077844" h="492759">
                  <a:moveTo>
                    <a:pt x="3077222" y="488302"/>
                  </a:moveTo>
                  <a:lnTo>
                    <a:pt x="3070504" y="472795"/>
                  </a:lnTo>
                  <a:lnTo>
                    <a:pt x="2888119" y="51739"/>
                  </a:lnTo>
                  <a:lnTo>
                    <a:pt x="2886138" y="51701"/>
                  </a:lnTo>
                  <a:lnTo>
                    <a:pt x="2908312" y="15570"/>
                  </a:lnTo>
                  <a:lnTo>
                    <a:pt x="2851175" y="0"/>
                  </a:lnTo>
                  <a:lnTo>
                    <a:pt x="2645435" y="20104"/>
                  </a:lnTo>
                  <a:lnTo>
                    <a:pt x="2230424" y="76923"/>
                  </a:lnTo>
                  <a:lnTo>
                    <a:pt x="1595018" y="110236"/>
                  </a:lnTo>
                  <a:lnTo>
                    <a:pt x="898931" y="85318"/>
                  </a:lnTo>
                  <a:lnTo>
                    <a:pt x="337820" y="41529"/>
                  </a:lnTo>
                  <a:lnTo>
                    <a:pt x="107315" y="18186"/>
                  </a:lnTo>
                  <a:lnTo>
                    <a:pt x="40754" y="12928"/>
                  </a:lnTo>
                  <a:lnTo>
                    <a:pt x="8356" y="14579"/>
                  </a:lnTo>
                  <a:lnTo>
                    <a:pt x="977" y="26187"/>
                  </a:lnTo>
                  <a:lnTo>
                    <a:pt x="9410" y="50825"/>
                  </a:lnTo>
                  <a:lnTo>
                    <a:pt x="0" y="127342"/>
                  </a:lnTo>
                  <a:lnTo>
                    <a:pt x="11049" y="166446"/>
                  </a:lnTo>
                  <a:lnTo>
                    <a:pt x="55308" y="180365"/>
                  </a:lnTo>
                  <a:lnTo>
                    <a:pt x="145542" y="181356"/>
                  </a:lnTo>
                  <a:lnTo>
                    <a:pt x="138379" y="213499"/>
                  </a:lnTo>
                  <a:lnTo>
                    <a:pt x="144145" y="228676"/>
                  </a:lnTo>
                  <a:lnTo>
                    <a:pt x="170192" y="230924"/>
                  </a:lnTo>
                  <a:lnTo>
                    <a:pt x="223862" y="224243"/>
                  </a:lnTo>
                  <a:lnTo>
                    <a:pt x="211175" y="247967"/>
                  </a:lnTo>
                  <a:lnTo>
                    <a:pt x="213258" y="260146"/>
                  </a:lnTo>
                  <a:lnTo>
                    <a:pt x="235800" y="264629"/>
                  </a:lnTo>
                  <a:lnTo>
                    <a:pt x="284467" y="265277"/>
                  </a:lnTo>
                  <a:lnTo>
                    <a:pt x="273850" y="284810"/>
                  </a:lnTo>
                  <a:lnTo>
                    <a:pt x="276428" y="294855"/>
                  </a:lnTo>
                  <a:lnTo>
                    <a:pt x="297713" y="298551"/>
                  </a:lnTo>
                  <a:lnTo>
                    <a:pt x="343217" y="299072"/>
                  </a:lnTo>
                  <a:lnTo>
                    <a:pt x="342366" y="317271"/>
                  </a:lnTo>
                  <a:lnTo>
                    <a:pt x="346938" y="326605"/>
                  </a:lnTo>
                  <a:lnTo>
                    <a:pt x="361315" y="330047"/>
                  </a:lnTo>
                  <a:lnTo>
                    <a:pt x="389839" y="330542"/>
                  </a:lnTo>
                  <a:lnTo>
                    <a:pt x="390639" y="342404"/>
                  </a:lnTo>
                  <a:lnTo>
                    <a:pt x="396252" y="348500"/>
                  </a:lnTo>
                  <a:lnTo>
                    <a:pt x="411467" y="350748"/>
                  </a:lnTo>
                  <a:lnTo>
                    <a:pt x="441121" y="351066"/>
                  </a:lnTo>
                  <a:lnTo>
                    <a:pt x="438048" y="358609"/>
                  </a:lnTo>
                  <a:lnTo>
                    <a:pt x="441007" y="362483"/>
                  </a:lnTo>
                  <a:lnTo>
                    <a:pt x="453580" y="363905"/>
                  </a:lnTo>
                  <a:lnTo>
                    <a:pt x="479348" y="364109"/>
                  </a:lnTo>
                  <a:lnTo>
                    <a:pt x="482142" y="372198"/>
                  </a:lnTo>
                  <a:lnTo>
                    <a:pt x="487730" y="376351"/>
                  </a:lnTo>
                  <a:lnTo>
                    <a:pt x="500329" y="377875"/>
                  </a:lnTo>
                  <a:lnTo>
                    <a:pt x="524103" y="378104"/>
                  </a:lnTo>
                  <a:lnTo>
                    <a:pt x="529539" y="388340"/>
                  </a:lnTo>
                  <a:lnTo>
                    <a:pt x="536105" y="393598"/>
                  </a:lnTo>
                  <a:lnTo>
                    <a:pt x="548093" y="395541"/>
                  </a:lnTo>
                  <a:lnTo>
                    <a:pt x="569798" y="395820"/>
                  </a:lnTo>
                  <a:lnTo>
                    <a:pt x="573938" y="404444"/>
                  </a:lnTo>
                  <a:lnTo>
                    <a:pt x="582028" y="408876"/>
                  </a:lnTo>
                  <a:lnTo>
                    <a:pt x="600075" y="410502"/>
                  </a:lnTo>
                  <a:lnTo>
                    <a:pt x="634123" y="410730"/>
                  </a:lnTo>
                  <a:lnTo>
                    <a:pt x="641921" y="424751"/>
                  </a:lnTo>
                  <a:lnTo>
                    <a:pt x="649338" y="431952"/>
                  </a:lnTo>
                  <a:lnTo>
                    <a:pt x="660679" y="434594"/>
                  </a:lnTo>
                  <a:lnTo>
                    <a:pt x="680275" y="434975"/>
                  </a:lnTo>
                  <a:lnTo>
                    <a:pt x="688949" y="441718"/>
                  </a:lnTo>
                  <a:lnTo>
                    <a:pt x="699643" y="445173"/>
                  </a:lnTo>
                  <a:lnTo>
                    <a:pt x="719378" y="446443"/>
                  </a:lnTo>
                  <a:lnTo>
                    <a:pt x="755154" y="446633"/>
                  </a:lnTo>
                  <a:lnTo>
                    <a:pt x="755154" y="317411"/>
                  </a:lnTo>
                  <a:lnTo>
                    <a:pt x="2250008" y="325424"/>
                  </a:lnTo>
                  <a:lnTo>
                    <a:pt x="2273846" y="364109"/>
                  </a:lnTo>
                  <a:lnTo>
                    <a:pt x="2348268" y="423278"/>
                  </a:lnTo>
                  <a:lnTo>
                    <a:pt x="2402751" y="456361"/>
                  </a:lnTo>
                  <a:lnTo>
                    <a:pt x="2463965" y="475361"/>
                  </a:lnTo>
                  <a:lnTo>
                    <a:pt x="2558631" y="492315"/>
                  </a:lnTo>
                  <a:lnTo>
                    <a:pt x="2727248" y="318071"/>
                  </a:lnTo>
                  <a:lnTo>
                    <a:pt x="2816682" y="215557"/>
                  </a:lnTo>
                  <a:lnTo>
                    <a:pt x="2856801" y="144780"/>
                  </a:lnTo>
                  <a:lnTo>
                    <a:pt x="2869679" y="95618"/>
                  </a:lnTo>
                  <a:lnTo>
                    <a:pt x="3037903" y="483920"/>
                  </a:lnTo>
                  <a:lnTo>
                    <a:pt x="3050438" y="479412"/>
                  </a:lnTo>
                  <a:lnTo>
                    <a:pt x="3058884" y="472795"/>
                  </a:lnTo>
                  <a:lnTo>
                    <a:pt x="3065246" y="479971"/>
                  </a:lnTo>
                  <a:lnTo>
                    <a:pt x="3071380" y="484949"/>
                  </a:lnTo>
                  <a:lnTo>
                    <a:pt x="3077222" y="488302"/>
                  </a:lnTo>
                  <a:close/>
                </a:path>
              </a:pathLst>
            </a:custGeom>
            <a:solidFill>
              <a:srgbClr val="20284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" name="object 492" descr=""/>
            <p:cNvSpPr/>
            <p:nvPr/>
          </p:nvSpPr>
          <p:spPr>
            <a:xfrm>
              <a:off x="14821473" y="5602455"/>
              <a:ext cx="2879090" cy="765175"/>
            </a:xfrm>
            <a:custGeom>
              <a:avLst/>
              <a:gdLst/>
              <a:ahLst/>
              <a:cxnLst/>
              <a:rect l="l" t="t" r="r" b="b"/>
              <a:pathLst>
                <a:path w="2879090" h="765175">
                  <a:moveTo>
                    <a:pt x="1772855" y="745265"/>
                  </a:moveTo>
                  <a:lnTo>
                    <a:pt x="1661342" y="745265"/>
                  </a:lnTo>
                  <a:lnTo>
                    <a:pt x="1672608" y="752247"/>
                  </a:lnTo>
                  <a:lnTo>
                    <a:pt x="1701310" y="763517"/>
                  </a:lnTo>
                  <a:lnTo>
                    <a:pt x="1739799" y="764556"/>
                  </a:lnTo>
                  <a:lnTo>
                    <a:pt x="1772855" y="745265"/>
                  </a:lnTo>
                  <a:close/>
                </a:path>
                <a:path w="2879090" h="765175">
                  <a:moveTo>
                    <a:pt x="1776462" y="743160"/>
                  </a:moveTo>
                  <a:lnTo>
                    <a:pt x="1552256" y="743160"/>
                  </a:lnTo>
                  <a:lnTo>
                    <a:pt x="1561725" y="749787"/>
                  </a:lnTo>
                  <a:lnTo>
                    <a:pt x="1586596" y="761006"/>
                  </a:lnTo>
                  <a:lnTo>
                    <a:pt x="1621569" y="763829"/>
                  </a:lnTo>
                  <a:lnTo>
                    <a:pt x="1661342" y="745265"/>
                  </a:lnTo>
                  <a:lnTo>
                    <a:pt x="1772855" y="745265"/>
                  </a:lnTo>
                  <a:lnTo>
                    <a:pt x="1776462" y="743160"/>
                  </a:lnTo>
                  <a:close/>
                </a:path>
                <a:path w="2879090" h="765175">
                  <a:moveTo>
                    <a:pt x="1547782" y="745265"/>
                  </a:moveTo>
                  <a:lnTo>
                    <a:pt x="1434155" y="745265"/>
                  </a:lnTo>
                  <a:lnTo>
                    <a:pt x="1444935" y="751329"/>
                  </a:lnTo>
                  <a:lnTo>
                    <a:pt x="1472744" y="761262"/>
                  </a:lnTo>
                  <a:lnTo>
                    <a:pt x="1510784" y="762669"/>
                  </a:lnTo>
                  <a:lnTo>
                    <a:pt x="1547782" y="745265"/>
                  </a:lnTo>
                  <a:close/>
                </a:path>
                <a:path w="2879090" h="765175">
                  <a:moveTo>
                    <a:pt x="1876775" y="739684"/>
                  </a:moveTo>
                  <a:lnTo>
                    <a:pt x="1324943" y="739684"/>
                  </a:lnTo>
                  <a:lnTo>
                    <a:pt x="1334058" y="746164"/>
                  </a:lnTo>
                  <a:lnTo>
                    <a:pt x="1358350" y="757431"/>
                  </a:lnTo>
                  <a:lnTo>
                    <a:pt x="1393241" y="761219"/>
                  </a:lnTo>
                  <a:lnTo>
                    <a:pt x="1434155" y="745265"/>
                  </a:lnTo>
                  <a:lnTo>
                    <a:pt x="1547782" y="745265"/>
                  </a:lnTo>
                  <a:lnTo>
                    <a:pt x="1552256" y="743160"/>
                  </a:lnTo>
                  <a:lnTo>
                    <a:pt x="1776462" y="743160"/>
                  </a:lnTo>
                  <a:lnTo>
                    <a:pt x="1780427" y="740846"/>
                  </a:lnTo>
                  <a:lnTo>
                    <a:pt x="1874757" y="740846"/>
                  </a:lnTo>
                  <a:lnTo>
                    <a:pt x="1876775" y="739684"/>
                  </a:lnTo>
                  <a:close/>
                </a:path>
                <a:path w="2879090" h="765175">
                  <a:moveTo>
                    <a:pt x="1881611" y="736899"/>
                  </a:moveTo>
                  <a:lnTo>
                    <a:pt x="1098406" y="736899"/>
                  </a:lnTo>
                  <a:lnTo>
                    <a:pt x="1109677" y="743506"/>
                  </a:lnTo>
                  <a:lnTo>
                    <a:pt x="1138249" y="754634"/>
                  </a:lnTo>
                  <a:lnTo>
                    <a:pt x="1176263" y="757236"/>
                  </a:lnTo>
                  <a:lnTo>
                    <a:pt x="1215858" y="738270"/>
                  </a:lnTo>
                  <a:lnTo>
                    <a:pt x="1879229" y="738270"/>
                  </a:lnTo>
                  <a:lnTo>
                    <a:pt x="1881611" y="736899"/>
                  </a:lnTo>
                  <a:close/>
                </a:path>
                <a:path w="2879090" h="765175">
                  <a:moveTo>
                    <a:pt x="1879229" y="738270"/>
                  </a:moveTo>
                  <a:lnTo>
                    <a:pt x="1215858" y="738270"/>
                  </a:lnTo>
                  <a:lnTo>
                    <a:pt x="1225235" y="744293"/>
                  </a:lnTo>
                  <a:lnTo>
                    <a:pt x="1249955" y="754448"/>
                  </a:lnTo>
                  <a:lnTo>
                    <a:pt x="1284897" y="756867"/>
                  </a:lnTo>
                  <a:lnTo>
                    <a:pt x="1324943" y="739684"/>
                  </a:lnTo>
                  <a:lnTo>
                    <a:pt x="1876775" y="739684"/>
                  </a:lnTo>
                  <a:lnTo>
                    <a:pt x="1879229" y="738270"/>
                  </a:lnTo>
                  <a:close/>
                </a:path>
                <a:path w="2879090" h="765175">
                  <a:moveTo>
                    <a:pt x="1988106" y="726417"/>
                  </a:moveTo>
                  <a:lnTo>
                    <a:pt x="985791" y="726417"/>
                  </a:lnTo>
                  <a:lnTo>
                    <a:pt x="995224" y="735136"/>
                  </a:lnTo>
                  <a:lnTo>
                    <a:pt x="1020330" y="750541"/>
                  </a:lnTo>
                  <a:lnTo>
                    <a:pt x="1056320" y="756504"/>
                  </a:lnTo>
                  <a:lnTo>
                    <a:pt x="1098406" y="736899"/>
                  </a:lnTo>
                  <a:lnTo>
                    <a:pt x="1881611" y="736899"/>
                  </a:lnTo>
                  <a:lnTo>
                    <a:pt x="1890937" y="731527"/>
                  </a:lnTo>
                  <a:lnTo>
                    <a:pt x="1981043" y="731527"/>
                  </a:lnTo>
                  <a:lnTo>
                    <a:pt x="1988106" y="726417"/>
                  </a:lnTo>
                  <a:close/>
                </a:path>
                <a:path w="2879090" h="765175">
                  <a:moveTo>
                    <a:pt x="1874757" y="740846"/>
                  </a:moveTo>
                  <a:lnTo>
                    <a:pt x="1780427" y="740846"/>
                  </a:lnTo>
                  <a:lnTo>
                    <a:pt x="1790940" y="746164"/>
                  </a:lnTo>
                  <a:lnTo>
                    <a:pt x="1817506" y="754202"/>
                  </a:lnTo>
                  <a:lnTo>
                    <a:pt x="1853221" y="753250"/>
                  </a:lnTo>
                  <a:lnTo>
                    <a:pt x="1874757" y="740846"/>
                  </a:lnTo>
                  <a:close/>
                </a:path>
                <a:path w="2879090" h="765175">
                  <a:moveTo>
                    <a:pt x="1981043" y="731527"/>
                  </a:moveTo>
                  <a:lnTo>
                    <a:pt x="1890937" y="731527"/>
                  </a:lnTo>
                  <a:lnTo>
                    <a:pt x="1902778" y="736541"/>
                  </a:lnTo>
                  <a:lnTo>
                    <a:pt x="1931293" y="743978"/>
                  </a:lnTo>
                  <a:lnTo>
                    <a:pt x="1965966" y="742434"/>
                  </a:lnTo>
                  <a:lnTo>
                    <a:pt x="1981043" y="731527"/>
                  </a:lnTo>
                  <a:close/>
                </a:path>
                <a:path w="2879090" h="765175">
                  <a:moveTo>
                    <a:pt x="2093659" y="715213"/>
                  </a:moveTo>
                  <a:lnTo>
                    <a:pt x="872507" y="715213"/>
                  </a:lnTo>
                  <a:lnTo>
                    <a:pt x="880869" y="723056"/>
                  </a:lnTo>
                  <a:lnTo>
                    <a:pt x="904247" y="737060"/>
                  </a:lnTo>
                  <a:lnTo>
                    <a:pt x="940076" y="742941"/>
                  </a:lnTo>
                  <a:lnTo>
                    <a:pt x="985791" y="726417"/>
                  </a:lnTo>
                  <a:lnTo>
                    <a:pt x="1988106" y="726417"/>
                  </a:lnTo>
                  <a:lnTo>
                    <a:pt x="1996284" y="720501"/>
                  </a:lnTo>
                  <a:lnTo>
                    <a:pt x="2087641" y="720501"/>
                  </a:lnTo>
                  <a:lnTo>
                    <a:pt x="2093659" y="715213"/>
                  </a:lnTo>
                  <a:close/>
                </a:path>
                <a:path w="2879090" h="765175">
                  <a:moveTo>
                    <a:pt x="2087641" y="720501"/>
                  </a:moveTo>
                  <a:lnTo>
                    <a:pt x="1996284" y="720501"/>
                  </a:lnTo>
                  <a:lnTo>
                    <a:pt x="2007889" y="727028"/>
                  </a:lnTo>
                  <a:lnTo>
                    <a:pt x="2036672" y="736299"/>
                  </a:lnTo>
                  <a:lnTo>
                    <a:pt x="2073584" y="732852"/>
                  </a:lnTo>
                  <a:lnTo>
                    <a:pt x="2087641" y="720501"/>
                  </a:lnTo>
                  <a:close/>
                </a:path>
                <a:path w="2879090" h="765175">
                  <a:moveTo>
                    <a:pt x="2106409" y="704009"/>
                  </a:moveTo>
                  <a:lnTo>
                    <a:pt x="762730" y="704009"/>
                  </a:lnTo>
                  <a:lnTo>
                    <a:pt x="767887" y="711762"/>
                  </a:lnTo>
                  <a:lnTo>
                    <a:pt x="785629" y="725616"/>
                  </a:lnTo>
                  <a:lnTo>
                    <a:pt x="819366" y="731468"/>
                  </a:lnTo>
                  <a:lnTo>
                    <a:pt x="872507" y="715213"/>
                  </a:lnTo>
                  <a:lnTo>
                    <a:pt x="2093659" y="715213"/>
                  </a:lnTo>
                  <a:lnTo>
                    <a:pt x="2106409" y="704009"/>
                  </a:lnTo>
                  <a:close/>
                </a:path>
                <a:path w="2879090" h="765175">
                  <a:moveTo>
                    <a:pt x="2309608" y="681005"/>
                  </a:moveTo>
                  <a:lnTo>
                    <a:pt x="640336" y="681005"/>
                  </a:lnTo>
                  <a:lnTo>
                    <a:pt x="648346" y="690897"/>
                  </a:lnTo>
                  <a:lnTo>
                    <a:pt x="671895" y="709301"/>
                  </a:lnTo>
                  <a:lnTo>
                    <a:pt x="710264" y="719308"/>
                  </a:lnTo>
                  <a:lnTo>
                    <a:pt x="762730" y="704009"/>
                  </a:lnTo>
                  <a:lnTo>
                    <a:pt x="2106409" y="704009"/>
                  </a:lnTo>
                  <a:lnTo>
                    <a:pt x="2109579" y="701224"/>
                  </a:lnTo>
                  <a:lnTo>
                    <a:pt x="2202756" y="701224"/>
                  </a:lnTo>
                  <a:lnTo>
                    <a:pt x="2220759" y="687225"/>
                  </a:lnTo>
                  <a:lnTo>
                    <a:pt x="2301901" y="687225"/>
                  </a:lnTo>
                  <a:lnTo>
                    <a:pt x="2309608" y="681005"/>
                  </a:lnTo>
                  <a:close/>
                </a:path>
                <a:path w="2879090" h="765175">
                  <a:moveTo>
                    <a:pt x="2202756" y="701224"/>
                  </a:moveTo>
                  <a:lnTo>
                    <a:pt x="2109579" y="701224"/>
                  </a:lnTo>
                  <a:lnTo>
                    <a:pt x="2120166" y="708087"/>
                  </a:lnTo>
                  <a:lnTo>
                    <a:pt x="2147075" y="718357"/>
                  </a:lnTo>
                  <a:lnTo>
                    <a:pt x="2183032" y="716561"/>
                  </a:lnTo>
                  <a:lnTo>
                    <a:pt x="2202756" y="701224"/>
                  </a:lnTo>
                  <a:close/>
                </a:path>
                <a:path w="2879090" h="765175">
                  <a:moveTo>
                    <a:pt x="2326734" y="667183"/>
                  </a:moveTo>
                  <a:lnTo>
                    <a:pt x="527732" y="667183"/>
                  </a:lnTo>
                  <a:lnTo>
                    <a:pt x="535692" y="675742"/>
                  </a:lnTo>
                  <a:lnTo>
                    <a:pt x="558342" y="691159"/>
                  </a:lnTo>
                  <a:lnTo>
                    <a:pt x="593839" y="698043"/>
                  </a:lnTo>
                  <a:lnTo>
                    <a:pt x="640336" y="681005"/>
                  </a:lnTo>
                  <a:lnTo>
                    <a:pt x="2309608" y="681005"/>
                  </a:lnTo>
                  <a:lnTo>
                    <a:pt x="2326734" y="667183"/>
                  </a:lnTo>
                  <a:close/>
                </a:path>
                <a:path w="2879090" h="765175">
                  <a:moveTo>
                    <a:pt x="2301901" y="687225"/>
                  </a:moveTo>
                  <a:lnTo>
                    <a:pt x="2220759" y="687225"/>
                  </a:lnTo>
                  <a:lnTo>
                    <a:pt x="2231842" y="691923"/>
                  </a:lnTo>
                  <a:lnTo>
                    <a:pt x="2259580" y="697732"/>
                  </a:lnTo>
                  <a:lnTo>
                    <a:pt x="2295705" y="692225"/>
                  </a:lnTo>
                  <a:lnTo>
                    <a:pt x="2301901" y="687225"/>
                  </a:lnTo>
                  <a:close/>
                </a:path>
                <a:path w="2879090" h="765175">
                  <a:moveTo>
                    <a:pt x="2532450" y="642022"/>
                  </a:moveTo>
                  <a:lnTo>
                    <a:pt x="408385" y="642022"/>
                  </a:lnTo>
                  <a:lnTo>
                    <a:pt x="417332" y="651856"/>
                  </a:lnTo>
                  <a:lnTo>
                    <a:pt x="442190" y="670344"/>
                  </a:lnTo>
                  <a:lnTo>
                    <a:pt x="479982" y="680961"/>
                  </a:lnTo>
                  <a:lnTo>
                    <a:pt x="527732" y="667183"/>
                  </a:lnTo>
                  <a:lnTo>
                    <a:pt x="2326734" y="667183"/>
                  </a:lnTo>
                  <a:lnTo>
                    <a:pt x="2331949" y="662974"/>
                  </a:lnTo>
                  <a:lnTo>
                    <a:pt x="2422616" y="662974"/>
                  </a:lnTo>
                  <a:lnTo>
                    <a:pt x="2445244" y="642493"/>
                  </a:lnTo>
                  <a:lnTo>
                    <a:pt x="2531913" y="642493"/>
                  </a:lnTo>
                  <a:lnTo>
                    <a:pt x="2532450" y="642022"/>
                  </a:lnTo>
                  <a:close/>
                </a:path>
                <a:path w="2879090" h="765175">
                  <a:moveTo>
                    <a:pt x="2422616" y="662974"/>
                  </a:moveTo>
                  <a:lnTo>
                    <a:pt x="2331949" y="662974"/>
                  </a:lnTo>
                  <a:lnTo>
                    <a:pt x="2342968" y="670097"/>
                  </a:lnTo>
                  <a:lnTo>
                    <a:pt x="2370774" y="680263"/>
                  </a:lnTo>
                  <a:lnTo>
                    <a:pt x="2407491" y="676664"/>
                  </a:lnTo>
                  <a:lnTo>
                    <a:pt x="2422616" y="662974"/>
                  </a:lnTo>
                  <a:close/>
                </a:path>
                <a:path w="2879090" h="765175">
                  <a:moveTo>
                    <a:pt x="2646396" y="620557"/>
                  </a:moveTo>
                  <a:lnTo>
                    <a:pt x="289038" y="620557"/>
                  </a:lnTo>
                  <a:lnTo>
                    <a:pt x="298903" y="629416"/>
                  </a:lnTo>
                  <a:lnTo>
                    <a:pt x="325289" y="645971"/>
                  </a:lnTo>
                  <a:lnTo>
                    <a:pt x="363387" y="655185"/>
                  </a:lnTo>
                  <a:lnTo>
                    <a:pt x="408385" y="642022"/>
                  </a:lnTo>
                  <a:lnTo>
                    <a:pt x="2532450" y="642022"/>
                  </a:lnTo>
                  <a:lnTo>
                    <a:pt x="2554801" y="622441"/>
                  </a:lnTo>
                  <a:lnTo>
                    <a:pt x="2644454" y="622441"/>
                  </a:lnTo>
                  <a:lnTo>
                    <a:pt x="2646396" y="620557"/>
                  </a:lnTo>
                  <a:close/>
                </a:path>
                <a:path w="2879090" h="765175">
                  <a:moveTo>
                    <a:pt x="2531913" y="642493"/>
                  </a:moveTo>
                  <a:lnTo>
                    <a:pt x="2445244" y="642493"/>
                  </a:lnTo>
                  <a:lnTo>
                    <a:pt x="2457449" y="647619"/>
                  </a:lnTo>
                  <a:lnTo>
                    <a:pt x="2486920" y="654491"/>
                  </a:lnTo>
                  <a:lnTo>
                    <a:pt x="2522942" y="650352"/>
                  </a:lnTo>
                  <a:lnTo>
                    <a:pt x="2531913" y="642493"/>
                  </a:lnTo>
                  <a:close/>
                </a:path>
                <a:path w="2879090" h="765175">
                  <a:moveTo>
                    <a:pt x="2644454" y="622441"/>
                  </a:moveTo>
                  <a:lnTo>
                    <a:pt x="2554801" y="622441"/>
                  </a:lnTo>
                  <a:lnTo>
                    <a:pt x="2565939" y="629760"/>
                  </a:lnTo>
                  <a:lnTo>
                    <a:pt x="2594253" y="639743"/>
                  </a:lnTo>
                  <a:lnTo>
                    <a:pt x="2632097" y="634435"/>
                  </a:lnTo>
                  <a:lnTo>
                    <a:pt x="2644454" y="622441"/>
                  </a:lnTo>
                  <a:close/>
                </a:path>
                <a:path w="2879090" h="765175">
                  <a:moveTo>
                    <a:pt x="2769107" y="586987"/>
                  </a:moveTo>
                  <a:lnTo>
                    <a:pt x="167848" y="586987"/>
                  </a:lnTo>
                  <a:lnTo>
                    <a:pt x="173545" y="597479"/>
                  </a:lnTo>
                  <a:lnTo>
                    <a:pt x="193139" y="617762"/>
                  </a:lnTo>
                  <a:lnTo>
                    <a:pt x="230385" y="631050"/>
                  </a:lnTo>
                  <a:lnTo>
                    <a:pt x="289038" y="620557"/>
                  </a:lnTo>
                  <a:lnTo>
                    <a:pt x="2646396" y="620557"/>
                  </a:lnTo>
                  <a:lnTo>
                    <a:pt x="2671824" y="595877"/>
                  </a:lnTo>
                  <a:lnTo>
                    <a:pt x="2758449" y="595877"/>
                  </a:lnTo>
                  <a:lnTo>
                    <a:pt x="2769107" y="586987"/>
                  </a:lnTo>
                  <a:close/>
                </a:path>
                <a:path w="2879090" h="765175">
                  <a:moveTo>
                    <a:pt x="2859374" y="560086"/>
                  </a:moveTo>
                  <a:lnTo>
                    <a:pt x="10968" y="560086"/>
                  </a:lnTo>
                  <a:lnTo>
                    <a:pt x="32273" y="563525"/>
                  </a:lnTo>
                  <a:lnTo>
                    <a:pt x="70877" y="586987"/>
                  </a:lnTo>
                  <a:lnTo>
                    <a:pt x="109098" y="614805"/>
                  </a:lnTo>
                  <a:lnTo>
                    <a:pt x="131939" y="624077"/>
                  </a:lnTo>
                  <a:lnTo>
                    <a:pt x="148492" y="614805"/>
                  </a:lnTo>
                  <a:lnTo>
                    <a:pt x="167848" y="586987"/>
                  </a:lnTo>
                  <a:lnTo>
                    <a:pt x="2769107" y="586987"/>
                  </a:lnTo>
                  <a:lnTo>
                    <a:pt x="2787224" y="571877"/>
                  </a:lnTo>
                  <a:lnTo>
                    <a:pt x="2877684" y="571877"/>
                  </a:lnTo>
                  <a:lnTo>
                    <a:pt x="2878708" y="571144"/>
                  </a:lnTo>
                  <a:lnTo>
                    <a:pt x="2859374" y="560086"/>
                  </a:lnTo>
                  <a:close/>
                </a:path>
                <a:path w="2879090" h="765175">
                  <a:moveTo>
                    <a:pt x="2758449" y="595877"/>
                  </a:moveTo>
                  <a:lnTo>
                    <a:pt x="2671824" y="595877"/>
                  </a:lnTo>
                  <a:lnTo>
                    <a:pt x="2684350" y="600482"/>
                  </a:lnTo>
                  <a:lnTo>
                    <a:pt x="2714842" y="606156"/>
                  </a:lnTo>
                  <a:lnTo>
                    <a:pt x="2752676" y="600692"/>
                  </a:lnTo>
                  <a:lnTo>
                    <a:pt x="2758449" y="595877"/>
                  </a:lnTo>
                  <a:close/>
                </a:path>
                <a:path w="2879090" h="765175">
                  <a:moveTo>
                    <a:pt x="2877684" y="571877"/>
                  </a:moveTo>
                  <a:lnTo>
                    <a:pt x="2787224" y="571877"/>
                  </a:lnTo>
                  <a:lnTo>
                    <a:pt x="2797570" y="577963"/>
                  </a:lnTo>
                  <a:lnTo>
                    <a:pt x="2822438" y="588046"/>
                  </a:lnTo>
                  <a:lnTo>
                    <a:pt x="2852570" y="589861"/>
                  </a:lnTo>
                  <a:lnTo>
                    <a:pt x="2877684" y="571877"/>
                  </a:lnTo>
                  <a:close/>
                </a:path>
                <a:path w="2879090" h="765175">
                  <a:moveTo>
                    <a:pt x="99766" y="403328"/>
                  </a:moveTo>
                  <a:lnTo>
                    <a:pt x="97507" y="406908"/>
                  </a:lnTo>
                  <a:lnTo>
                    <a:pt x="92901" y="416708"/>
                  </a:lnTo>
                  <a:lnTo>
                    <a:pt x="89204" y="431312"/>
                  </a:lnTo>
                  <a:lnTo>
                    <a:pt x="89672" y="449305"/>
                  </a:lnTo>
                  <a:lnTo>
                    <a:pt x="91978" y="457811"/>
                  </a:lnTo>
                  <a:lnTo>
                    <a:pt x="95970" y="466574"/>
                  </a:lnTo>
                  <a:lnTo>
                    <a:pt x="101902" y="475483"/>
                  </a:lnTo>
                  <a:lnTo>
                    <a:pt x="110028" y="484425"/>
                  </a:lnTo>
                  <a:lnTo>
                    <a:pt x="109085" y="484812"/>
                  </a:lnTo>
                  <a:lnTo>
                    <a:pt x="84248" y="495824"/>
                  </a:lnTo>
                  <a:lnTo>
                    <a:pt x="42527" y="517692"/>
                  </a:lnTo>
                  <a:lnTo>
                    <a:pt x="6813" y="544478"/>
                  </a:lnTo>
                  <a:lnTo>
                    <a:pt x="0" y="570244"/>
                  </a:lnTo>
                  <a:lnTo>
                    <a:pt x="1898" y="565911"/>
                  </a:lnTo>
                  <a:lnTo>
                    <a:pt x="10968" y="560086"/>
                  </a:lnTo>
                  <a:lnTo>
                    <a:pt x="2859374" y="560086"/>
                  </a:lnTo>
                  <a:lnTo>
                    <a:pt x="2756439" y="501209"/>
                  </a:lnTo>
                  <a:lnTo>
                    <a:pt x="2780271" y="453598"/>
                  </a:lnTo>
                  <a:lnTo>
                    <a:pt x="2781247" y="445742"/>
                  </a:lnTo>
                  <a:lnTo>
                    <a:pt x="2437208" y="445742"/>
                  </a:lnTo>
                  <a:lnTo>
                    <a:pt x="2372753" y="432086"/>
                  </a:lnTo>
                  <a:lnTo>
                    <a:pt x="712532" y="432086"/>
                  </a:lnTo>
                  <a:lnTo>
                    <a:pt x="99766" y="403328"/>
                  </a:lnTo>
                  <a:close/>
                </a:path>
                <a:path w="2879090" h="765175">
                  <a:moveTo>
                    <a:pt x="2768334" y="401443"/>
                  </a:moveTo>
                  <a:lnTo>
                    <a:pt x="2680526" y="427349"/>
                  </a:lnTo>
                  <a:lnTo>
                    <a:pt x="2437208" y="445742"/>
                  </a:lnTo>
                  <a:lnTo>
                    <a:pt x="2781247" y="445742"/>
                  </a:lnTo>
                  <a:lnTo>
                    <a:pt x="2781859" y="440815"/>
                  </a:lnTo>
                  <a:lnTo>
                    <a:pt x="2780872" y="427619"/>
                  </a:lnTo>
                  <a:lnTo>
                    <a:pt x="2776600" y="414373"/>
                  </a:lnTo>
                  <a:lnTo>
                    <a:pt x="2768334" y="401443"/>
                  </a:lnTo>
                  <a:close/>
                </a:path>
                <a:path w="2879090" h="765175">
                  <a:moveTo>
                    <a:pt x="1550622" y="0"/>
                  </a:moveTo>
                  <a:lnTo>
                    <a:pt x="1504569" y="1919"/>
                  </a:lnTo>
                  <a:lnTo>
                    <a:pt x="1483046" y="13396"/>
                  </a:lnTo>
                  <a:lnTo>
                    <a:pt x="1480501" y="44181"/>
                  </a:lnTo>
                  <a:lnTo>
                    <a:pt x="1491378" y="104028"/>
                  </a:lnTo>
                  <a:lnTo>
                    <a:pt x="1405714" y="175968"/>
                  </a:lnTo>
                  <a:lnTo>
                    <a:pt x="1146974" y="320810"/>
                  </a:lnTo>
                  <a:lnTo>
                    <a:pt x="712532" y="432086"/>
                  </a:lnTo>
                  <a:lnTo>
                    <a:pt x="2372753" y="432086"/>
                  </a:lnTo>
                  <a:lnTo>
                    <a:pt x="2068538" y="367632"/>
                  </a:lnTo>
                  <a:lnTo>
                    <a:pt x="1604673" y="104028"/>
                  </a:lnTo>
                  <a:lnTo>
                    <a:pt x="1607765" y="87701"/>
                  </a:lnTo>
                  <a:lnTo>
                    <a:pt x="1608413" y="51821"/>
                  </a:lnTo>
                  <a:lnTo>
                    <a:pt x="1593678" y="16037"/>
                  </a:lnTo>
                  <a:lnTo>
                    <a:pt x="1550622" y="0"/>
                  </a:lnTo>
                  <a:close/>
                </a:path>
              </a:pathLst>
            </a:custGeom>
            <a:solidFill>
              <a:srgbClr val="1C8A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" name="object 493" descr=""/>
            <p:cNvSpPr/>
            <p:nvPr/>
          </p:nvSpPr>
          <p:spPr>
            <a:xfrm>
              <a:off x="14823352" y="5815564"/>
              <a:ext cx="2778760" cy="557530"/>
            </a:xfrm>
            <a:custGeom>
              <a:avLst/>
              <a:gdLst/>
              <a:ahLst/>
              <a:cxnLst/>
              <a:rect l="l" t="t" r="r" b="b"/>
              <a:pathLst>
                <a:path w="2778759" h="557529">
                  <a:moveTo>
                    <a:pt x="925080" y="327698"/>
                  </a:moveTo>
                  <a:lnTo>
                    <a:pt x="922197" y="324650"/>
                  </a:lnTo>
                  <a:lnTo>
                    <a:pt x="922439" y="324256"/>
                  </a:lnTo>
                  <a:lnTo>
                    <a:pt x="923594" y="316103"/>
                  </a:lnTo>
                  <a:lnTo>
                    <a:pt x="921613" y="308114"/>
                  </a:lnTo>
                  <a:lnTo>
                    <a:pt x="916533" y="301269"/>
                  </a:lnTo>
                  <a:lnTo>
                    <a:pt x="909193" y="296926"/>
                  </a:lnTo>
                  <a:lnTo>
                    <a:pt x="904074" y="296214"/>
                  </a:lnTo>
                  <a:lnTo>
                    <a:pt x="895096" y="275831"/>
                  </a:lnTo>
                  <a:lnTo>
                    <a:pt x="887933" y="259575"/>
                  </a:lnTo>
                  <a:lnTo>
                    <a:pt x="881595" y="262978"/>
                  </a:lnTo>
                  <a:lnTo>
                    <a:pt x="863777" y="266179"/>
                  </a:lnTo>
                  <a:lnTo>
                    <a:pt x="798499" y="271602"/>
                  </a:lnTo>
                  <a:lnTo>
                    <a:pt x="753491" y="273634"/>
                  </a:lnTo>
                  <a:lnTo>
                    <a:pt x="701827" y="275069"/>
                  </a:lnTo>
                  <a:lnTo>
                    <a:pt x="645515" y="275831"/>
                  </a:lnTo>
                  <a:lnTo>
                    <a:pt x="644766" y="275831"/>
                  </a:lnTo>
                  <a:lnTo>
                    <a:pt x="583488" y="275818"/>
                  </a:lnTo>
                  <a:lnTo>
                    <a:pt x="519226" y="274929"/>
                  </a:lnTo>
                  <a:lnTo>
                    <a:pt x="453186" y="273075"/>
                  </a:lnTo>
                  <a:lnTo>
                    <a:pt x="386600" y="270154"/>
                  </a:lnTo>
                  <a:lnTo>
                    <a:pt x="320662" y="266077"/>
                  </a:lnTo>
                  <a:lnTo>
                    <a:pt x="256603" y="260731"/>
                  </a:lnTo>
                  <a:lnTo>
                    <a:pt x="195618" y="254038"/>
                  </a:lnTo>
                  <a:lnTo>
                    <a:pt x="180174" y="251752"/>
                  </a:lnTo>
                  <a:lnTo>
                    <a:pt x="179019" y="251663"/>
                  </a:lnTo>
                  <a:lnTo>
                    <a:pt x="138950" y="245897"/>
                  </a:lnTo>
                  <a:lnTo>
                    <a:pt x="87795" y="236207"/>
                  </a:lnTo>
                  <a:lnTo>
                    <a:pt x="90093" y="244716"/>
                  </a:lnTo>
                  <a:lnTo>
                    <a:pt x="94081" y="253479"/>
                  </a:lnTo>
                  <a:lnTo>
                    <a:pt x="100012" y="262382"/>
                  </a:lnTo>
                  <a:lnTo>
                    <a:pt x="108140" y="271322"/>
                  </a:lnTo>
                  <a:lnTo>
                    <a:pt x="107200" y="271716"/>
                  </a:lnTo>
                  <a:lnTo>
                    <a:pt x="127812" y="273773"/>
                  </a:lnTo>
                  <a:lnTo>
                    <a:pt x="10883" y="339013"/>
                  </a:lnTo>
                  <a:lnTo>
                    <a:pt x="4406" y="344551"/>
                  </a:lnTo>
                  <a:lnTo>
                    <a:pt x="698" y="351891"/>
                  </a:lnTo>
                  <a:lnTo>
                    <a:pt x="0" y="360095"/>
                  </a:lnTo>
                  <a:lnTo>
                    <a:pt x="2603" y="368211"/>
                  </a:lnTo>
                  <a:lnTo>
                    <a:pt x="6527" y="375246"/>
                  </a:lnTo>
                  <a:lnTo>
                    <a:pt x="13830" y="379222"/>
                  </a:lnTo>
                  <a:lnTo>
                    <a:pt x="21361" y="379222"/>
                  </a:lnTo>
                  <a:lnTo>
                    <a:pt x="24904" y="379222"/>
                  </a:lnTo>
                  <a:lnTo>
                    <a:pt x="28498" y="378345"/>
                  </a:lnTo>
                  <a:lnTo>
                    <a:pt x="184772" y="291147"/>
                  </a:lnTo>
                  <a:lnTo>
                    <a:pt x="191249" y="285597"/>
                  </a:lnTo>
                  <a:lnTo>
                    <a:pt x="194195" y="279781"/>
                  </a:lnTo>
                  <a:lnTo>
                    <a:pt x="250837" y="284772"/>
                  </a:lnTo>
                  <a:lnTo>
                    <a:pt x="133248" y="389293"/>
                  </a:lnTo>
                  <a:lnTo>
                    <a:pt x="128130" y="396100"/>
                  </a:lnTo>
                  <a:lnTo>
                    <a:pt x="126085" y="404075"/>
                  </a:lnTo>
                  <a:lnTo>
                    <a:pt x="127177" y="412229"/>
                  </a:lnTo>
                  <a:lnTo>
                    <a:pt x="131470" y="419595"/>
                  </a:lnTo>
                  <a:lnTo>
                    <a:pt x="135712" y="424370"/>
                  </a:lnTo>
                  <a:lnTo>
                    <a:pt x="141605" y="426796"/>
                  </a:lnTo>
                  <a:lnTo>
                    <a:pt x="147523" y="426796"/>
                  </a:lnTo>
                  <a:lnTo>
                    <a:pt x="152590" y="426796"/>
                  </a:lnTo>
                  <a:lnTo>
                    <a:pt x="157683" y="425005"/>
                  </a:lnTo>
                  <a:lnTo>
                    <a:pt x="294627" y="303276"/>
                  </a:lnTo>
                  <a:lnTo>
                    <a:pt x="299745" y="296468"/>
                  </a:lnTo>
                  <a:lnTo>
                    <a:pt x="301739" y="288696"/>
                  </a:lnTo>
                  <a:lnTo>
                    <a:pt x="364058" y="293243"/>
                  </a:lnTo>
                  <a:lnTo>
                    <a:pt x="240157" y="421881"/>
                  </a:lnTo>
                  <a:lnTo>
                    <a:pt x="235572" y="429069"/>
                  </a:lnTo>
                  <a:lnTo>
                    <a:pt x="234149" y="437172"/>
                  </a:lnTo>
                  <a:lnTo>
                    <a:pt x="235877" y="445223"/>
                  </a:lnTo>
                  <a:lnTo>
                    <a:pt x="240715" y="452221"/>
                  </a:lnTo>
                  <a:lnTo>
                    <a:pt x="244894" y="456247"/>
                  </a:lnTo>
                  <a:lnTo>
                    <a:pt x="250253" y="458241"/>
                  </a:lnTo>
                  <a:lnTo>
                    <a:pt x="255612" y="458241"/>
                  </a:lnTo>
                  <a:lnTo>
                    <a:pt x="261239" y="458241"/>
                  </a:lnTo>
                  <a:lnTo>
                    <a:pt x="266852" y="456044"/>
                  </a:lnTo>
                  <a:lnTo>
                    <a:pt x="402170" y="315569"/>
                  </a:lnTo>
                  <a:lnTo>
                    <a:pt x="406755" y="308381"/>
                  </a:lnTo>
                  <a:lnTo>
                    <a:pt x="408165" y="300278"/>
                  </a:lnTo>
                  <a:lnTo>
                    <a:pt x="407327" y="296405"/>
                  </a:lnTo>
                  <a:lnTo>
                    <a:pt x="489216" y="302374"/>
                  </a:lnTo>
                  <a:lnTo>
                    <a:pt x="363982" y="435597"/>
                  </a:lnTo>
                  <a:lnTo>
                    <a:pt x="359486" y="442836"/>
                  </a:lnTo>
                  <a:lnTo>
                    <a:pt x="358165" y="450951"/>
                  </a:lnTo>
                  <a:lnTo>
                    <a:pt x="359981" y="458978"/>
                  </a:lnTo>
                  <a:lnTo>
                    <a:pt x="364921" y="465937"/>
                  </a:lnTo>
                  <a:lnTo>
                    <a:pt x="369062" y="469836"/>
                  </a:lnTo>
                  <a:lnTo>
                    <a:pt x="374345" y="471754"/>
                  </a:lnTo>
                  <a:lnTo>
                    <a:pt x="379615" y="471754"/>
                  </a:lnTo>
                  <a:lnTo>
                    <a:pt x="385343" y="471754"/>
                  </a:lnTo>
                  <a:lnTo>
                    <a:pt x="391045" y="469480"/>
                  </a:lnTo>
                  <a:lnTo>
                    <a:pt x="527189" y="324675"/>
                  </a:lnTo>
                  <a:lnTo>
                    <a:pt x="531672" y="317436"/>
                  </a:lnTo>
                  <a:lnTo>
                    <a:pt x="532993" y="309308"/>
                  </a:lnTo>
                  <a:lnTo>
                    <a:pt x="532053" y="305206"/>
                  </a:lnTo>
                  <a:lnTo>
                    <a:pt x="617918" y="310121"/>
                  </a:lnTo>
                  <a:lnTo>
                    <a:pt x="476224" y="467271"/>
                  </a:lnTo>
                  <a:lnTo>
                    <a:pt x="471881" y="474611"/>
                  </a:lnTo>
                  <a:lnTo>
                    <a:pt x="470725" y="482752"/>
                  </a:lnTo>
                  <a:lnTo>
                    <a:pt x="472719" y="490740"/>
                  </a:lnTo>
                  <a:lnTo>
                    <a:pt x="477799" y="497598"/>
                  </a:lnTo>
                  <a:lnTo>
                    <a:pt x="481901" y="501294"/>
                  </a:lnTo>
                  <a:lnTo>
                    <a:pt x="487045" y="503110"/>
                  </a:lnTo>
                  <a:lnTo>
                    <a:pt x="492163" y="503110"/>
                  </a:lnTo>
                  <a:lnTo>
                    <a:pt x="498030" y="503110"/>
                  </a:lnTo>
                  <a:lnTo>
                    <a:pt x="503872" y="500722"/>
                  </a:lnTo>
                  <a:lnTo>
                    <a:pt x="656361" y="331597"/>
                  </a:lnTo>
                  <a:lnTo>
                    <a:pt x="660704" y="324256"/>
                  </a:lnTo>
                  <a:lnTo>
                    <a:pt x="661860" y="316103"/>
                  </a:lnTo>
                  <a:lnTo>
                    <a:pt x="660971" y="312585"/>
                  </a:lnTo>
                  <a:lnTo>
                    <a:pt x="738289" y="317017"/>
                  </a:lnTo>
                  <a:lnTo>
                    <a:pt x="594144" y="476897"/>
                  </a:lnTo>
                  <a:lnTo>
                    <a:pt x="589800" y="484238"/>
                  </a:lnTo>
                  <a:lnTo>
                    <a:pt x="588645" y="492379"/>
                  </a:lnTo>
                  <a:lnTo>
                    <a:pt x="590638" y="500367"/>
                  </a:lnTo>
                  <a:lnTo>
                    <a:pt x="595718" y="507225"/>
                  </a:lnTo>
                  <a:lnTo>
                    <a:pt x="599821" y="510921"/>
                  </a:lnTo>
                  <a:lnTo>
                    <a:pt x="604964" y="512737"/>
                  </a:lnTo>
                  <a:lnTo>
                    <a:pt x="610082" y="512737"/>
                  </a:lnTo>
                  <a:lnTo>
                    <a:pt x="615937" y="512737"/>
                  </a:lnTo>
                  <a:lnTo>
                    <a:pt x="621792" y="510349"/>
                  </a:lnTo>
                  <a:lnTo>
                    <a:pt x="781011" y="333756"/>
                  </a:lnTo>
                  <a:lnTo>
                    <a:pt x="785342" y="326428"/>
                  </a:lnTo>
                  <a:lnTo>
                    <a:pt x="786282" y="319760"/>
                  </a:lnTo>
                  <a:lnTo>
                    <a:pt x="866813" y="324370"/>
                  </a:lnTo>
                  <a:lnTo>
                    <a:pt x="705281" y="503516"/>
                  </a:lnTo>
                  <a:lnTo>
                    <a:pt x="700938" y="510857"/>
                  </a:lnTo>
                  <a:lnTo>
                    <a:pt x="699782" y="518998"/>
                  </a:lnTo>
                  <a:lnTo>
                    <a:pt x="701776" y="526986"/>
                  </a:lnTo>
                  <a:lnTo>
                    <a:pt x="706856" y="533831"/>
                  </a:lnTo>
                  <a:lnTo>
                    <a:pt x="710958" y="537540"/>
                  </a:lnTo>
                  <a:lnTo>
                    <a:pt x="716102" y="539356"/>
                  </a:lnTo>
                  <a:lnTo>
                    <a:pt x="721220" y="539356"/>
                  </a:lnTo>
                  <a:lnTo>
                    <a:pt x="727075" y="539356"/>
                  </a:lnTo>
                  <a:lnTo>
                    <a:pt x="732929" y="536968"/>
                  </a:lnTo>
                  <a:lnTo>
                    <a:pt x="918095" y="331584"/>
                  </a:lnTo>
                  <a:lnTo>
                    <a:pt x="920546" y="327444"/>
                  </a:lnTo>
                  <a:lnTo>
                    <a:pt x="925080" y="327698"/>
                  </a:lnTo>
                  <a:close/>
                </a:path>
                <a:path w="2778759" h="557529">
                  <a:moveTo>
                    <a:pt x="945718" y="328688"/>
                  </a:moveTo>
                  <a:lnTo>
                    <a:pt x="925080" y="327698"/>
                  </a:lnTo>
                  <a:lnTo>
                    <a:pt x="931252" y="334238"/>
                  </a:lnTo>
                  <a:lnTo>
                    <a:pt x="945718" y="328688"/>
                  </a:lnTo>
                  <a:close/>
                </a:path>
                <a:path w="2778759" h="557529">
                  <a:moveTo>
                    <a:pt x="2778391" y="240499"/>
                  </a:moveTo>
                  <a:lnTo>
                    <a:pt x="2600833" y="280022"/>
                  </a:lnTo>
                  <a:lnTo>
                    <a:pt x="2475700" y="294754"/>
                  </a:lnTo>
                  <a:lnTo>
                    <a:pt x="2343645" y="286067"/>
                  </a:lnTo>
                  <a:lnTo>
                    <a:pt x="2145296" y="255384"/>
                  </a:lnTo>
                  <a:lnTo>
                    <a:pt x="2124583" y="301625"/>
                  </a:lnTo>
                  <a:lnTo>
                    <a:pt x="2106892" y="318858"/>
                  </a:lnTo>
                  <a:lnTo>
                    <a:pt x="2082533" y="308711"/>
                  </a:lnTo>
                  <a:lnTo>
                    <a:pt x="2078062" y="304774"/>
                  </a:lnTo>
                  <a:lnTo>
                    <a:pt x="2061806" y="290436"/>
                  </a:lnTo>
                  <a:lnTo>
                    <a:pt x="2041791" y="272808"/>
                  </a:lnTo>
                  <a:lnTo>
                    <a:pt x="1990521" y="288544"/>
                  </a:lnTo>
                  <a:lnTo>
                    <a:pt x="1963737" y="290436"/>
                  </a:lnTo>
                  <a:lnTo>
                    <a:pt x="1952713" y="275463"/>
                  </a:lnTo>
                  <a:lnTo>
                    <a:pt x="1950326" y="254584"/>
                  </a:lnTo>
                  <a:lnTo>
                    <a:pt x="1950072" y="252387"/>
                  </a:lnTo>
                  <a:lnTo>
                    <a:pt x="1948726" y="240588"/>
                  </a:lnTo>
                  <a:lnTo>
                    <a:pt x="1900656" y="252387"/>
                  </a:lnTo>
                  <a:lnTo>
                    <a:pt x="1875409" y="251180"/>
                  </a:lnTo>
                  <a:lnTo>
                    <a:pt x="1864677" y="232295"/>
                  </a:lnTo>
                  <a:lnTo>
                    <a:pt x="1861705" y="205244"/>
                  </a:lnTo>
                  <a:lnTo>
                    <a:pt x="1861388" y="202399"/>
                  </a:lnTo>
                  <a:lnTo>
                    <a:pt x="1860156" y="191135"/>
                  </a:lnTo>
                  <a:lnTo>
                    <a:pt x="1817357" y="202399"/>
                  </a:lnTo>
                  <a:lnTo>
                    <a:pt x="1794065" y="200825"/>
                  </a:lnTo>
                  <a:lnTo>
                    <a:pt x="1782140" y="181584"/>
                  </a:lnTo>
                  <a:lnTo>
                    <a:pt x="1776412" y="154114"/>
                  </a:lnTo>
                  <a:lnTo>
                    <a:pt x="1776133" y="152781"/>
                  </a:lnTo>
                  <a:lnTo>
                    <a:pt x="1773440" y="139877"/>
                  </a:lnTo>
                  <a:lnTo>
                    <a:pt x="1731746" y="152781"/>
                  </a:lnTo>
                  <a:lnTo>
                    <a:pt x="1709115" y="152234"/>
                  </a:lnTo>
                  <a:lnTo>
                    <a:pt x="1697647" y="133845"/>
                  </a:lnTo>
                  <a:lnTo>
                    <a:pt x="1691233" y="101879"/>
                  </a:lnTo>
                  <a:lnTo>
                    <a:pt x="1689506" y="93243"/>
                  </a:lnTo>
                  <a:lnTo>
                    <a:pt x="1651520" y="101879"/>
                  </a:lnTo>
                  <a:lnTo>
                    <a:pt x="1636433" y="100050"/>
                  </a:lnTo>
                  <a:lnTo>
                    <a:pt x="1630311" y="99314"/>
                  </a:lnTo>
                  <a:lnTo>
                    <a:pt x="1618195" y="80670"/>
                  </a:lnTo>
                  <a:lnTo>
                    <a:pt x="1610906" y="53771"/>
                  </a:lnTo>
                  <a:lnTo>
                    <a:pt x="1609991" y="50355"/>
                  </a:lnTo>
                  <a:lnTo>
                    <a:pt x="1607464" y="41046"/>
                  </a:lnTo>
                  <a:lnTo>
                    <a:pt x="1570494" y="50355"/>
                  </a:lnTo>
                  <a:lnTo>
                    <a:pt x="1549425" y="49187"/>
                  </a:lnTo>
                  <a:lnTo>
                    <a:pt x="1536395" y="33680"/>
                  </a:lnTo>
                  <a:lnTo>
                    <a:pt x="1523542" y="0"/>
                  </a:lnTo>
                  <a:lnTo>
                    <a:pt x="1511820" y="36347"/>
                  </a:lnTo>
                  <a:lnTo>
                    <a:pt x="1499654" y="52920"/>
                  </a:lnTo>
                  <a:lnTo>
                    <a:pt x="1479626" y="53771"/>
                  </a:lnTo>
                  <a:lnTo>
                    <a:pt x="1444294" y="42887"/>
                  </a:lnTo>
                  <a:lnTo>
                    <a:pt x="1433512" y="78841"/>
                  </a:lnTo>
                  <a:lnTo>
                    <a:pt x="1420977" y="96266"/>
                  </a:lnTo>
                  <a:lnTo>
                    <a:pt x="1398663" y="100050"/>
                  </a:lnTo>
                  <a:lnTo>
                    <a:pt x="1358519" y="95097"/>
                  </a:lnTo>
                  <a:lnTo>
                    <a:pt x="1350314" y="133654"/>
                  </a:lnTo>
                  <a:lnTo>
                    <a:pt x="1338453" y="151752"/>
                  </a:lnTo>
                  <a:lnTo>
                    <a:pt x="1314704" y="154114"/>
                  </a:lnTo>
                  <a:lnTo>
                    <a:pt x="1270863" y="145453"/>
                  </a:lnTo>
                  <a:lnTo>
                    <a:pt x="1264183" y="184035"/>
                  </a:lnTo>
                  <a:lnTo>
                    <a:pt x="1252334" y="202336"/>
                  </a:lnTo>
                  <a:lnTo>
                    <a:pt x="1226680" y="205244"/>
                  </a:lnTo>
                  <a:lnTo>
                    <a:pt x="1178560" y="197650"/>
                  </a:lnTo>
                  <a:lnTo>
                    <a:pt x="1169301" y="235635"/>
                  </a:lnTo>
                  <a:lnTo>
                    <a:pt x="1156995" y="253161"/>
                  </a:lnTo>
                  <a:lnTo>
                    <a:pt x="1133322" y="254584"/>
                  </a:lnTo>
                  <a:lnTo>
                    <a:pt x="1090002" y="244284"/>
                  </a:lnTo>
                  <a:lnTo>
                    <a:pt x="1079144" y="286372"/>
                  </a:lnTo>
                  <a:lnTo>
                    <a:pt x="1066101" y="304774"/>
                  </a:lnTo>
                  <a:lnTo>
                    <a:pt x="1042390" y="303428"/>
                  </a:lnTo>
                  <a:lnTo>
                    <a:pt x="999540" y="286270"/>
                  </a:lnTo>
                  <a:lnTo>
                    <a:pt x="957046" y="324332"/>
                  </a:lnTo>
                  <a:lnTo>
                    <a:pt x="945718" y="328688"/>
                  </a:lnTo>
                  <a:lnTo>
                    <a:pt x="974826" y="329958"/>
                  </a:lnTo>
                  <a:lnTo>
                    <a:pt x="805611" y="521220"/>
                  </a:lnTo>
                  <a:lnTo>
                    <a:pt x="801331" y="528599"/>
                  </a:lnTo>
                  <a:lnTo>
                    <a:pt x="800265" y="536752"/>
                  </a:lnTo>
                  <a:lnTo>
                    <a:pt x="802322" y="544715"/>
                  </a:lnTo>
                  <a:lnTo>
                    <a:pt x="807466" y="551522"/>
                  </a:lnTo>
                  <a:lnTo>
                    <a:pt x="811542" y="555129"/>
                  </a:lnTo>
                  <a:lnTo>
                    <a:pt x="816622" y="556907"/>
                  </a:lnTo>
                  <a:lnTo>
                    <a:pt x="821677" y="556907"/>
                  </a:lnTo>
                  <a:lnTo>
                    <a:pt x="827620" y="556907"/>
                  </a:lnTo>
                  <a:lnTo>
                    <a:pt x="833526" y="554456"/>
                  </a:lnTo>
                  <a:lnTo>
                    <a:pt x="1030033" y="332359"/>
                  </a:lnTo>
                  <a:lnTo>
                    <a:pt x="1134237" y="336892"/>
                  </a:lnTo>
                  <a:lnTo>
                    <a:pt x="1389481" y="344601"/>
                  </a:lnTo>
                  <a:lnTo>
                    <a:pt x="1517967" y="345986"/>
                  </a:lnTo>
                  <a:lnTo>
                    <a:pt x="1603387" y="345186"/>
                  </a:lnTo>
                  <a:lnTo>
                    <a:pt x="1805597" y="339458"/>
                  </a:lnTo>
                  <a:lnTo>
                    <a:pt x="2242413" y="318858"/>
                  </a:lnTo>
                  <a:lnTo>
                    <a:pt x="2648534" y="294754"/>
                  </a:lnTo>
                  <a:lnTo>
                    <a:pt x="2754731" y="287896"/>
                  </a:lnTo>
                  <a:lnTo>
                    <a:pt x="2772753" y="258102"/>
                  </a:lnTo>
                  <a:lnTo>
                    <a:pt x="2778391" y="240499"/>
                  </a:lnTo>
                  <a:close/>
                </a:path>
              </a:pathLst>
            </a:custGeom>
            <a:solidFill>
              <a:srgbClr val="20284E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4" name="object 494" descr=""/>
            <p:cNvPicPr/>
            <p:nvPr/>
          </p:nvPicPr>
          <p:blipFill>
            <a:blip r:embed="rId85" cstate="print"/>
            <a:stretch>
              <a:fillRect/>
            </a:stretch>
          </p:blipFill>
          <p:spPr>
            <a:xfrm>
              <a:off x="15762390" y="6122138"/>
              <a:ext cx="204807" cy="244970"/>
            </a:xfrm>
            <a:prstGeom prst="rect">
              <a:avLst/>
            </a:prstGeom>
          </p:spPr>
        </p:pic>
        <p:sp>
          <p:nvSpPr>
            <p:cNvPr id="495" name="object 495" descr=""/>
            <p:cNvSpPr/>
            <p:nvPr/>
          </p:nvSpPr>
          <p:spPr>
            <a:xfrm>
              <a:off x="15864257" y="6118281"/>
              <a:ext cx="432434" cy="269875"/>
            </a:xfrm>
            <a:custGeom>
              <a:avLst/>
              <a:gdLst/>
              <a:ahLst/>
              <a:cxnLst/>
              <a:rect l="l" t="t" r="r" b="b"/>
              <a:pathLst>
                <a:path w="432434" h="269875">
                  <a:moveTo>
                    <a:pt x="212496" y="31686"/>
                  </a:moveTo>
                  <a:lnTo>
                    <a:pt x="210045" y="23825"/>
                  </a:lnTo>
                  <a:lnTo>
                    <a:pt x="204584" y="17284"/>
                  </a:lnTo>
                  <a:lnTo>
                    <a:pt x="197015" y="13373"/>
                  </a:lnTo>
                  <a:lnTo>
                    <a:pt x="188810" y="12687"/>
                  </a:lnTo>
                  <a:lnTo>
                    <a:pt x="180949" y="15138"/>
                  </a:lnTo>
                  <a:lnTo>
                    <a:pt x="174409" y="20599"/>
                  </a:lnTo>
                  <a:lnTo>
                    <a:pt x="4597" y="232359"/>
                  </a:lnTo>
                  <a:lnTo>
                    <a:pt x="685" y="239928"/>
                  </a:lnTo>
                  <a:lnTo>
                    <a:pt x="0" y="248119"/>
                  </a:lnTo>
                  <a:lnTo>
                    <a:pt x="2451" y="255981"/>
                  </a:lnTo>
                  <a:lnTo>
                    <a:pt x="7912" y="262521"/>
                  </a:lnTo>
                  <a:lnTo>
                    <a:pt x="11874" y="265709"/>
                  </a:lnTo>
                  <a:lnTo>
                    <a:pt x="16611" y="267246"/>
                  </a:lnTo>
                  <a:lnTo>
                    <a:pt x="21323" y="267246"/>
                  </a:lnTo>
                  <a:lnTo>
                    <a:pt x="27609" y="267246"/>
                  </a:lnTo>
                  <a:lnTo>
                    <a:pt x="33845" y="264502"/>
                  </a:lnTo>
                  <a:lnTo>
                    <a:pt x="207899" y="47459"/>
                  </a:lnTo>
                  <a:lnTo>
                    <a:pt x="211810" y="39890"/>
                  </a:lnTo>
                  <a:lnTo>
                    <a:pt x="212496" y="31686"/>
                  </a:lnTo>
                  <a:close/>
                </a:path>
                <a:path w="432434" h="269875">
                  <a:moveTo>
                    <a:pt x="330009" y="18351"/>
                  </a:moveTo>
                  <a:lnTo>
                    <a:pt x="327355" y="10566"/>
                  </a:lnTo>
                  <a:lnTo>
                    <a:pt x="321716" y="4165"/>
                  </a:lnTo>
                  <a:lnTo>
                    <a:pt x="314032" y="457"/>
                  </a:lnTo>
                  <a:lnTo>
                    <a:pt x="305828" y="0"/>
                  </a:lnTo>
                  <a:lnTo>
                    <a:pt x="298030" y="2654"/>
                  </a:lnTo>
                  <a:lnTo>
                    <a:pt x="291642" y="8293"/>
                  </a:lnTo>
                  <a:lnTo>
                    <a:pt x="126187" y="226326"/>
                  </a:lnTo>
                  <a:lnTo>
                    <a:pt x="122466" y="233997"/>
                  </a:lnTo>
                  <a:lnTo>
                    <a:pt x="122008" y="242214"/>
                  </a:lnTo>
                  <a:lnTo>
                    <a:pt x="124663" y="249999"/>
                  </a:lnTo>
                  <a:lnTo>
                    <a:pt x="130302" y="256400"/>
                  </a:lnTo>
                  <a:lnTo>
                    <a:pt x="134175" y="259346"/>
                  </a:lnTo>
                  <a:lnTo>
                    <a:pt x="138734" y="260769"/>
                  </a:lnTo>
                  <a:lnTo>
                    <a:pt x="143256" y="260769"/>
                  </a:lnTo>
                  <a:lnTo>
                    <a:pt x="149745" y="260769"/>
                  </a:lnTo>
                  <a:lnTo>
                    <a:pt x="156146" y="257835"/>
                  </a:lnTo>
                  <a:lnTo>
                    <a:pt x="325843" y="34251"/>
                  </a:lnTo>
                  <a:lnTo>
                    <a:pt x="329539" y="26568"/>
                  </a:lnTo>
                  <a:lnTo>
                    <a:pt x="330009" y="18351"/>
                  </a:lnTo>
                  <a:close/>
                </a:path>
                <a:path w="432434" h="269875">
                  <a:moveTo>
                    <a:pt x="432003" y="17475"/>
                  </a:moveTo>
                  <a:lnTo>
                    <a:pt x="429031" y="9804"/>
                  </a:lnTo>
                  <a:lnTo>
                    <a:pt x="423138" y="3644"/>
                  </a:lnTo>
                  <a:lnTo>
                    <a:pt x="415315" y="266"/>
                  </a:lnTo>
                  <a:lnTo>
                    <a:pt x="407085" y="139"/>
                  </a:lnTo>
                  <a:lnTo>
                    <a:pt x="399415" y="3124"/>
                  </a:lnTo>
                  <a:lnTo>
                    <a:pt x="393255" y="9017"/>
                  </a:lnTo>
                  <a:lnTo>
                    <a:pt x="235572" y="235788"/>
                  </a:lnTo>
                  <a:lnTo>
                    <a:pt x="232181" y="243611"/>
                  </a:lnTo>
                  <a:lnTo>
                    <a:pt x="232067" y="251841"/>
                  </a:lnTo>
                  <a:lnTo>
                    <a:pt x="235038" y="259511"/>
                  </a:lnTo>
                  <a:lnTo>
                    <a:pt x="240931" y="265671"/>
                  </a:lnTo>
                  <a:lnTo>
                    <a:pt x="244665" y="268262"/>
                  </a:lnTo>
                  <a:lnTo>
                    <a:pt x="248945" y="269506"/>
                  </a:lnTo>
                  <a:lnTo>
                    <a:pt x="253174" y="269506"/>
                  </a:lnTo>
                  <a:lnTo>
                    <a:pt x="259956" y="269506"/>
                  </a:lnTo>
                  <a:lnTo>
                    <a:pt x="266649" y="266293"/>
                  </a:lnTo>
                  <a:lnTo>
                    <a:pt x="428510" y="33528"/>
                  </a:lnTo>
                  <a:lnTo>
                    <a:pt x="431888" y="25704"/>
                  </a:lnTo>
                  <a:lnTo>
                    <a:pt x="432003" y="17475"/>
                  </a:lnTo>
                  <a:close/>
                </a:path>
              </a:pathLst>
            </a:custGeom>
            <a:solidFill>
              <a:srgbClr val="20284E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6" name="object 496" descr=""/>
            <p:cNvPicPr/>
            <p:nvPr/>
          </p:nvPicPr>
          <p:blipFill>
            <a:blip r:embed="rId86" cstate="print"/>
            <a:stretch>
              <a:fillRect/>
            </a:stretch>
          </p:blipFill>
          <p:spPr>
            <a:xfrm>
              <a:off x="16215843" y="6136782"/>
              <a:ext cx="356727" cy="253442"/>
            </a:xfrm>
            <a:prstGeom prst="rect">
              <a:avLst/>
            </a:prstGeom>
          </p:spPr>
        </p:pic>
        <p:sp>
          <p:nvSpPr>
            <p:cNvPr id="497" name="object 497" descr=""/>
            <p:cNvSpPr/>
            <p:nvPr/>
          </p:nvSpPr>
          <p:spPr>
            <a:xfrm>
              <a:off x="16558991" y="6131274"/>
              <a:ext cx="113030" cy="256540"/>
            </a:xfrm>
            <a:custGeom>
              <a:avLst/>
              <a:gdLst/>
              <a:ahLst/>
              <a:cxnLst/>
              <a:rect l="l" t="t" r="r" b="b"/>
              <a:pathLst>
                <a:path w="113030" h="256539">
                  <a:moveTo>
                    <a:pt x="89478" y="0"/>
                  </a:moveTo>
                  <a:lnTo>
                    <a:pt x="994" y="228369"/>
                  </a:lnTo>
                  <a:lnTo>
                    <a:pt x="0" y="236835"/>
                  </a:lnTo>
                  <a:lnTo>
                    <a:pt x="2250" y="244751"/>
                  </a:lnTo>
                  <a:lnTo>
                    <a:pt x="7305" y="251245"/>
                  </a:lnTo>
                  <a:lnTo>
                    <a:pt x="14721" y="255447"/>
                  </a:lnTo>
                  <a:lnTo>
                    <a:pt x="16941" y="256169"/>
                  </a:lnTo>
                  <a:lnTo>
                    <a:pt x="19192" y="256515"/>
                  </a:lnTo>
                  <a:lnTo>
                    <a:pt x="21402" y="256515"/>
                  </a:lnTo>
                  <a:lnTo>
                    <a:pt x="30438" y="256515"/>
                  </a:lnTo>
                  <a:lnTo>
                    <a:pt x="38836" y="250766"/>
                  </a:lnTo>
                  <a:lnTo>
                    <a:pt x="111671" y="28072"/>
                  </a:lnTo>
                  <a:lnTo>
                    <a:pt x="112666" y="19606"/>
                  </a:lnTo>
                  <a:lnTo>
                    <a:pt x="110415" y="11690"/>
                  </a:lnTo>
                  <a:lnTo>
                    <a:pt x="105360" y="5195"/>
                  </a:lnTo>
                  <a:lnTo>
                    <a:pt x="97944" y="994"/>
                  </a:lnTo>
                  <a:lnTo>
                    <a:pt x="89478" y="0"/>
                  </a:lnTo>
                  <a:close/>
                </a:path>
              </a:pathLst>
            </a:custGeom>
            <a:solidFill>
              <a:srgbClr val="20284E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8" name="object 498" descr=""/>
            <p:cNvPicPr/>
            <p:nvPr/>
          </p:nvPicPr>
          <p:blipFill>
            <a:blip r:embed="rId87" cstate="print"/>
            <a:stretch>
              <a:fillRect/>
            </a:stretch>
          </p:blipFill>
          <p:spPr>
            <a:xfrm>
              <a:off x="16672478" y="6117858"/>
              <a:ext cx="201520" cy="260238"/>
            </a:xfrm>
            <a:prstGeom prst="rect">
              <a:avLst/>
            </a:prstGeom>
          </p:spPr>
        </p:pic>
        <p:pic>
          <p:nvPicPr>
            <p:cNvPr id="499" name="object 499" descr=""/>
            <p:cNvPicPr/>
            <p:nvPr/>
          </p:nvPicPr>
          <p:blipFill>
            <a:blip r:embed="rId88" cstate="print"/>
            <a:stretch>
              <a:fillRect/>
            </a:stretch>
          </p:blipFill>
          <p:spPr>
            <a:xfrm>
              <a:off x="16896960" y="6104929"/>
              <a:ext cx="75463" cy="249992"/>
            </a:xfrm>
            <a:prstGeom prst="rect">
              <a:avLst/>
            </a:prstGeom>
          </p:spPr>
        </p:pic>
        <p:pic>
          <p:nvPicPr>
            <p:cNvPr id="500" name="object 500" descr=""/>
            <p:cNvPicPr/>
            <p:nvPr/>
          </p:nvPicPr>
          <p:blipFill>
            <a:blip r:embed="rId89" cstate="print"/>
            <a:stretch>
              <a:fillRect/>
            </a:stretch>
          </p:blipFill>
          <p:spPr>
            <a:xfrm>
              <a:off x="17007770" y="6108381"/>
              <a:ext cx="72919" cy="237825"/>
            </a:xfrm>
            <a:prstGeom prst="rect">
              <a:avLst/>
            </a:prstGeom>
          </p:spPr>
        </p:pic>
        <p:sp>
          <p:nvSpPr>
            <p:cNvPr id="501" name="object 501" descr=""/>
            <p:cNvSpPr/>
            <p:nvPr/>
          </p:nvSpPr>
          <p:spPr>
            <a:xfrm>
              <a:off x="17131120" y="6091751"/>
              <a:ext cx="267970" cy="215900"/>
            </a:xfrm>
            <a:custGeom>
              <a:avLst/>
              <a:gdLst/>
              <a:ahLst/>
              <a:cxnLst/>
              <a:rect l="l" t="t" r="r" b="b"/>
              <a:pathLst>
                <a:path w="267969" h="215900">
                  <a:moveTo>
                    <a:pt x="49352" y="42608"/>
                  </a:moveTo>
                  <a:lnTo>
                    <a:pt x="48018" y="34188"/>
                  </a:lnTo>
                  <a:lnTo>
                    <a:pt x="43713" y="27178"/>
                  </a:lnTo>
                  <a:lnTo>
                    <a:pt x="37084" y="22288"/>
                  </a:lnTo>
                  <a:lnTo>
                    <a:pt x="28816" y="20256"/>
                  </a:lnTo>
                  <a:lnTo>
                    <a:pt x="20383" y="21615"/>
                  </a:lnTo>
                  <a:lnTo>
                    <a:pt x="13373" y="25920"/>
                  </a:lnTo>
                  <a:lnTo>
                    <a:pt x="8496" y="32524"/>
                  </a:lnTo>
                  <a:lnTo>
                    <a:pt x="6464" y="40792"/>
                  </a:lnTo>
                  <a:lnTo>
                    <a:pt x="0" y="193332"/>
                  </a:lnTo>
                  <a:lnTo>
                    <a:pt x="1333" y="201752"/>
                  </a:lnTo>
                  <a:lnTo>
                    <a:pt x="5651" y="208762"/>
                  </a:lnTo>
                  <a:lnTo>
                    <a:pt x="12268" y="213652"/>
                  </a:lnTo>
                  <a:lnTo>
                    <a:pt x="20548" y="215696"/>
                  </a:lnTo>
                  <a:lnTo>
                    <a:pt x="21463" y="215709"/>
                  </a:lnTo>
                  <a:lnTo>
                    <a:pt x="29565" y="214122"/>
                  </a:lnTo>
                  <a:lnTo>
                    <a:pt x="36283" y="209753"/>
                  </a:lnTo>
                  <a:lnTo>
                    <a:pt x="40944" y="203238"/>
                  </a:lnTo>
                  <a:lnTo>
                    <a:pt x="42900" y="195160"/>
                  </a:lnTo>
                  <a:lnTo>
                    <a:pt x="49352" y="42608"/>
                  </a:lnTo>
                  <a:close/>
                </a:path>
                <a:path w="267969" h="215900">
                  <a:moveTo>
                    <a:pt x="155727" y="35407"/>
                  </a:moveTo>
                  <a:lnTo>
                    <a:pt x="154432" y="26974"/>
                  </a:lnTo>
                  <a:lnTo>
                    <a:pt x="150152" y="19939"/>
                  </a:lnTo>
                  <a:lnTo>
                    <a:pt x="143560" y="15024"/>
                  </a:lnTo>
                  <a:lnTo>
                    <a:pt x="135293" y="12941"/>
                  </a:lnTo>
                  <a:lnTo>
                    <a:pt x="126834" y="14249"/>
                  </a:lnTo>
                  <a:lnTo>
                    <a:pt x="119811" y="18516"/>
                  </a:lnTo>
                  <a:lnTo>
                    <a:pt x="114909" y="25107"/>
                  </a:lnTo>
                  <a:lnTo>
                    <a:pt x="112839" y="33375"/>
                  </a:lnTo>
                  <a:lnTo>
                    <a:pt x="105460" y="189433"/>
                  </a:lnTo>
                  <a:lnTo>
                    <a:pt x="106756" y="197853"/>
                  </a:lnTo>
                  <a:lnTo>
                    <a:pt x="111023" y="204889"/>
                  </a:lnTo>
                  <a:lnTo>
                    <a:pt x="117614" y="209804"/>
                  </a:lnTo>
                  <a:lnTo>
                    <a:pt x="125882" y="211886"/>
                  </a:lnTo>
                  <a:lnTo>
                    <a:pt x="126911" y="211912"/>
                  </a:lnTo>
                  <a:lnTo>
                    <a:pt x="134988" y="210337"/>
                  </a:lnTo>
                  <a:lnTo>
                    <a:pt x="141693" y="205994"/>
                  </a:lnTo>
                  <a:lnTo>
                    <a:pt x="146367" y="199504"/>
                  </a:lnTo>
                  <a:lnTo>
                    <a:pt x="148336" y="191465"/>
                  </a:lnTo>
                  <a:lnTo>
                    <a:pt x="155727" y="35407"/>
                  </a:lnTo>
                  <a:close/>
                </a:path>
                <a:path w="267969" h="215900">
                  <a:moveTo>
                    <a:pt x="267893" y="167690"/>
                  </a:moveTo>
                  <a:lnTo>
                    <a:pt x="262585" y="20688"/>
                  </a:lnTo>
                  <a:lnTo>
                    <a:pt x="240360" y="0"/>
                  </a:lnTo>
                  <a:lnTo>
                    <a:pt x="232067" y="1993"/>
                  </a:lnTo>
                  <a:lnTo>
                    <a:pt x="225425" y="6832"/>
                  </a:lnTo>
                  <a:lnTo>
                    <a:pt x="221068" y="13817"/>
                  </a:lnTo>
                  <a:lnTo>
                    <a:pt x="219684" y="22237"/>
                  </a:lnTo>
                  <a:lnTo>
                    <a:pt x="224993" y="169240"/>
                  </a:lnTo>
                  <a:lnTo>
                    <a:pt x="226898" y="177368"/>
                  </a:lnTo>
                  <a:lnTo>
                    <a:pt x="231559" y="183934"/>
                  </a:lnTo>
                  <a:lnTo>
                    <a:pt x="238290" y="188328"/>
                  </a:lnTo>
                  <a:lnTo>
                    <a:pt x="246430" y="189928"/>
                  </a:lnTo>
                  <a:lnTo>
                    <a:pt x="255498" y="187934"/>
                  </a:lnTo>
                  <a:lnTo>
                    <a:pt x="262153" y="183083"/>
                  </a:lnTo>
                  <a:lnTo>
                    <a:pt x="266509" y="176098"/>
                  </a:lnTo>
                  <a:lnTo>
                    <a:pt x="267893" y="167690"/>
                  </a:lnTo>
                  <a:close/>
                </a:path>
              </a:pathLst>
            </a:custGeom>
            <a:solidFill>
              <a:srgbClr val="20284E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2" name="object 502" descr=""/>
            <p:cNvPicPr/>
            <p:nvPr/>
          </p:nvPicPr>
          <p:blipFill>
            <a:blip r:embed="rId90" cstate="print"/>
            <a:stretch>
              <a:fillRect/>
            </a:stretch>
          </p:blipFill>
          <p:spPr>
            <a:xfrm>
              <a:off x="17444256" y="6081221"/>
              <a:ext cx="210984" cy="184490"/>
            </a:xfrm>
            <a:prstGeom prst="rect">
              <a:avLst/>
            </a:prstGeom>
          </p:spPr>
        </p:pic>
        <p:pic>
          <p:nvPicPr>
            <p:cNvPr id="503" name="object 503" descr=""/>
            <p:cNvPicPr/>
            <p:nvPr/>
          </p:nvPicPr>
          <p:blipFill>
            <a:blip r:embed="rId91" cstate="print"/>
            <a:stretch>
              <a:fillRect/>
            </a:stretch>
          </p:blipFill>
          <p:spPr>
            <a:xfrm>
              <a:off x="16245516" y="7179219"/>
              <a:ext cx="178688" cy="160843"/>
            </a:xfrm>
            <a:prstGeom prst="rect">
              <a:avLst/>
            </a:prstGeom>
          </p:spPr>
        </p:pic>
        <p:sp>
          <p:nvSpPr>
            <p:cNvPr id="504" name="object 504" descr=""/>
            <p:cNvSpPr/>
            <p:nvPr/>
          </p:nvSpPr>
          <p:spPr>
            <a:xfrm>
              <a:off x="17521962" y="6681946"/>
              <a:ext cx="232410" cy="250190"/>
            </a:xfrm>
            <a:custGeom>
              <a:avLst/>
              <a:gdLst/>
              <a:ahLst/>
              <a:cxnLst/>
              <a:rect l="l" t="t" r="r" b="b"/>
              <a:pathLst>
                <a:path w="232409" h="250190">
                  <a:moveTo>
                    <a:pt x="232308" y="29806"/>
                  </a:moveTo>
                  <a:lnTo>
                    <a:pt x="232181" y="29806"/>
                  </a:lnTo>
                  <a:lnTo>
                    <a:pt x="232181" y="21590"/>
                  </a:lnTo>
                  <a:lnTo>
                    <a:pt x="232181" y="20993"/>
                  </a:lnTo>
                  <a:lnTo>
                    <a:pt x="232181" y="0"/>
                  </a:lnTo>
                  <a:lnTo>
                    <a:pt x="221157" y="0"/>
                  </a:lnTo>
                  <a:lnTo>
                    <a:pt x="221157" y="21590"/>
                  </a:lnTo>
                  <a:lnTo>
                    <a:pt x="221157" y="29806"/>
                  </a:lnTo>
                  <a:lnTo>
                    <a:pt x="221157" y="224790"/>
                  </a:lnTo>
                  <a:lnTo>
                    <a:pt x="212839" y="224790"/>
                  </a:lnTo>
                  <a:lnTo>
                    <a:pt x="212839" y="215836"/>
                  </a:lnTo>
                  <a:lnTo>
                    <a:pt x="221157" y="215836"/>
                  </a:lnTo>
                  <a:lnTo>
                    <a:pt x="221157" y="210604"/>
                  </a:lnTo>
                  <a:lnTo>
                    <a:pt x="212839" y="210604"/>
                  </a:lnTo>
                  <a:lnTo>
                    <a:pt x="212839" y="201726"/>
                  </a:lnTo>
                  <a:lnTo>
                    <a:pt x="221157" y="201726"/>
                  </a:lnTo>
                  <a:lnTo>
                    <a:pt x="221157" y="196494"/>
                  </a:lnTo>
                  <a:lnTo>
                    <a:pt x="212839" y="196494"/>
                  </a:lnTo>
                  <a:lnTo>
                    <a:pt x="212839" y="187617"/>
                  </a:lnTo>
                  <a:lnTo>
                    <a:pt x="221157" y="187617"/>
                  </a:lnTo>
                  <a:lnTo>
                    <a:pt x="221157" y="182384"/>
                  </a:lnTo>
                  <a:lnTo>
                    <a:pt x="212839" y="182384"/>
                  </a:lnTo>
                  <a:lnTo>
                    <a:pt x="212839" y="142163"/>
                  </a:lnTo>
                  <a:lnTo>
                    <a:pt x="221157" y="142163"/>
                  </a:lnTo>
                  <a:lnTo>
                    <a:pt x="221157" y="136931"/>
                  </a:lnTo>
                  <a:lnTo>
                    <a:pt x="212839" y="136931"/>
                  </a:lnTo>
                  <a:lnTo>
                    <a:pt x="212839" y="128054"/>
                  </a:lnTo>
                  <a:lnTo>
                    <a:pt x="221157" y="128054"/>
                  </a:lnTo>
                  <a:lnTo>
                    <a:pt x="221157" y="122821"/>
                  </a:lnTo>
                  <a:lnTo>
                    <a:pt x="212839" y="122821"/>
                  </a:lnTo>
                  <a:lnTo>
                    <a:pt x="212839" y="113944"/>
                  </a:lnTo>
                  <a:lnTo>
                    <a:pt x="221157" y="113944"/>
                  </a:lnTo>
                  <a:lnTo>
                    <a:pt x="221157" y="108712"/>
                  </a:lnTo>
                  <a:lnTo>
                    <a:pt x="212839" y="108712"/>
                  </a:lnTo>
                  <a:lnTo>
                    <a:pt x="212839" y="63258"/>
                  </a:lnTo>
                  <a:lnTo>
                    <a:pt x="221157" y="63258"/>
                  </a:lnTo>
                  <a:lnTo>
                    <a:pt x="221157" y="58026"/>
                  </a:lnTo>
                  <a:lnTo>
                    <a:pt x="212839" y="58026"/>
                  </a:lnTo>
                  <a:lnTo>
                    <a:pt x="212839" y="49149"/>
                  </a:lnTo>
                  <a:lnTo>
                    <a:pt x="221157" y="49149"/>
                  </a:lnTo>
                  <a:lnTo>
                    <a:pt x="221157" y="43903"/>
                  </a:lnTo>
                  <a:lnTo>
                    <a:pt x="212839" y="43903"/>
                  </a:lnTo>
                  <a:lnTo>
                    <a:pt x="212839" y="35039"/>
                  </a:lnTo>
                  <a:lnTo>
                    <a:pt x="221157" y="35039"/>
                  </a:lnTo>
                  <a:lnTo>
                    <a:pt x="221157" y="29806"/>
                  </a:lnTo>
                  <a:lnTo>
                    <a:pt x="212839" y="29806"/>
                  </a:lnTo>
                  <a:lnTo>
                    <a:pt x="212839" y="21590"/>
                  </a:lnTo>
                  <a:lnTo>
                    <a:pt x="221157" y="21590"/>
                  </a:lnTo>
                  <a:lnTo>
                    <a:pt x="221157" y="0"/>
                  </a:lnTo>
                  <a:lnTo>
                    <a:pt x="207606" y="0"/>
                  </a:lnTo>
                  <a:lnTo>
                    <a:pt x="207606" y="21590"/>
                  </a:lnTo>
                  <a:lnTo>
                    <a:pt x="207606" y="29806"/>
                  </a:lnTo>
                  <a:lnTo>
                    <a:pt x="207606" y="224790"/>
                  </a:lnTo>
                  <a:lnTo>
                    <a:pt x="197497" y="224790"/>
                  </a:lnTo>
                  <a:lnTo>
                    <a:pt x="197497" y="215836"/>
                  </a:lnTo>
                  <a:lnTo>
                    <a:pt x="207606" y="215836"/>
                  </a:lnTo>
                  <a:lnTo>
                    <a:pt x="207606" y="210604"/>
                  </a:lnTo>
                  <a:lnTo>
                    <a:pt x="197497" y="210604"/>
                  </a:lnTo>
                  <a:lnTo>
                    <a:pt x="197497" y="201726"/>
                  </a:lnTo>
                  <a:lnTo>
                    <a:pt x="207606" y="201726"/>
                  </a:lnTo>
                  <a:lnTo>
                    <a:pt x="207606" y="196494"/>
                  </a:lnTo>
                  <a:lnTo>
                    <a:pt x="197497" y="196494"/>
                  </a:lnTo>
                  <a:lnTo>
                    <a:pt x="197497" y="187617"/>
                  </a:lnTo>
                  <a:lnTo>
                    <a:pt x="207606" y="187617"/>
                  </a:lnTo>
                  <a:lnTo>
                    <a:pt x="207606" y="182384"/>
                  </a:lnTo>
                  <a:lnTo>
                    <a:pt x="197497" y="182384"/>
                  </a:lnTo>
                  <a:lnTo>
                    <a:pt x="197497" y="142163"/>
                  </a:lnTo>
                  <a:lnTo>
                    <a:pt x="207606" y="142163"/>
                  </a:lnTo>
                  <a:lnTo>
                    <a:pt x="207606" y="136931"/>
                  </a:lnTo>
                  <a:lnTo>
                    <a:pt x="197497" y="136931"/>
                  </a:lnTo>
                  <a:lnTo>
                    <a:pt x="197497" y="128054"/>
                  </a:lnTo>
                  <a:lnTo>
                    <a:pt x="207606" y="128054"/>
                  </a:lnTo>
                  <a:lnTo>
                    <a:pt x="207606" y="122821"/>
                  </a:lnTo>
                  <a:lnTo>
                    <a:pt x="197497" y="122821"/>
                  </a:lnTo>
                  <a:lnTo>
                    <a:pt x="197497" y="113944"/>
                  </a:lnTo>
                  <a:lnTo>
                    <a:pt x="207606" y="113944"/>
                  </a:lnTo>
                  <a:lnTo>
                    <a:pt x="207606" y="108712"/>
                  </a:lnTo>
                  <a:lnTo>
                    <a:pt x="197497" y="108712"/>
                  </a:lnTo>
                  <a:lnTo>
                    <a:pt x="197497" y="63258"/>
                  </a:lnTo>
                  <a:lnTo>
                    <a:pt x="207606" y="63258"/>
                  </a:lnTo>
                  <a:lnTo>
                    <a:pt x="207606" y="58026"/>
                  </a:lnTo>
                  <a:lnTo>
                    <a:pt x="197497" y="58026"/>
                  </a:lnTo>
                  <a:lnTo>
                    <a:pt x="197497" y="49149"/>
                  </a:lnTo>
                  <a:lnTo>
                    <a:pt x="207606" y="49149"/>
                  </a:lnTo>
                  <a:lnTo>
                    <a:pt x="207606" y="43903"/>
                  </a:lnTo>
                  <a:lnTo>
                    <a:pt x="197497" y="43903"/>
                  </a:lnTo>
                  <a:lnTo>
                    <a:pt x="197497" y="35039"/>
                  </a:lnTo>
                  <a:lnTo>
                    <a:pt x="207606" y="35039"/>
                  </a:lnTo>
                  <a:lnTo>
                    <a:pt x="207606" y="29806"/>
                  </a:lnTo>
                  <a:lnTo>
                    <a:pt x="197497" y="29806"/>
                  </a:lnTo>
                  <a:lnTo>
                    <a:pt x="197497" y="21590"/>
                  </a:lnTo>
                  <a:lnTo>
                    <a:pt x="207606" y="21590"/>
                  </a:lnTo>
                  <a:lnTo>
                    <a:pt x="207606" y="0"/>
                  </a:lnTo>
                  <a:lnTo>
                    <a:pt x="192252" y="0"/>
                  </a:lnTo>
                  <a:lnTo>
                    <a:pt x="192252" y="21590"/>
                  </a:lnTo>
                  <a:lnTo>
                    <a:pt x="192252" y="29806"/>
                  </a:lnTo>
                  <a:lnTo>
                    <a:pt x="192252" y="224790"/>
                  </a:lnTo>
                  <a:lnTo>
                    <a:pt x="181749" y="224790"/>
                  </a:lnTo>
                  <a:lnTo>
                    <a:pt x="181749" y="215836"/>
                  </a:lnTo>
                  <a:lnTo>
                    <a:pt x="185864" y="215836"/>
                  </a:lnTo>
                  <a:lnTo>
                    <a:pt x="192252" y="215836"/>
                  </a:lnTo>
                  <a:lnTo>
                    <a:pt x="192252" y="210604"/>
                  </a:lnTo>
                  <a:lnTo>
                    <a:pt x="185864" y="210604"/>
                  </a:lnTo>
                  <a:lnTo>
                    <a:pt x="181749" y="210604"/>
                  </a:lnTo>
                  <a:lnTo>
                    <a:pt x="181749" y="201726"/>
                  </a:lnTo>
                  <a:lnTo>
                    <a:pt x="185864" y="201726"/>
                  </a:lnTo>
                  <a:lnTo>
                    <a:pt x="192252" y="201726"/>
                  </a:lnTo>
                  <a:lnTo>
                    <a:pt x="192252" y="196494"/>
                  </a:lnTo>
                  <a:lnTo>
                    <a:pt x="185864" y="196494"/>
                  </a:lnTo>
                  <a:lnTo>
                    <a:pt x="181749" y="196494"/>
                  </a:lnTo>
                  <a:lnTo>
                    <a:pt x="181749" y="187617"/>
                  </a:lnTo>
                  <a:lnTo>
                    <a:pt x="185864" y="187617"/>
                  </a:lnTo>
                  <a:lnTo>
                    <a:pt x="192252" y="187617"/>
                  </a:lnTo>
                  <a:lnTo>
                    <a:pt x="192252" y="182384"/>
                  </a:lnTo>
                  <a:lnTo>
                    <a:pt x="185864" y="182384"/>
                  </a:lnTo>
                  <a:lnTo>
                    <a:pt x="181749" y="182384"/>
                  </a:lnTo>
                  <a:lnTo>
                    <a:pt x="181749" y="142163"/>
                  </a:lnTo>
                  <a:lnTo>
                    <a:pt x="185864" y="142163"/>
                  </a:lnTo>
                  <a:lnTo>
                    <a:pt x="192252" y="142163"/>
                  </a:lnTo>
                  <a:lnTo>
                    <a:pt x="192252" y="136931"/>
                  </a:lnTo>
                  <a:lnTo>
                    <a:pt x="185864" y="136931"/>
                  </a:lnTo>
                  <a:lnTo>
                    <a:pt x="181749" y="136931"/>
                  </a:lnTo>
                  <a:lnTo>
                    <a:pt x="181749" y="128054"/>
                  </a:lnTo>
                  <a:lnTo>
                    <a:pt x="185864" y="128054"/>
                  </a:lnTo>
                  <a:lnTo>
                    <a:pt x="192252" y="128054"/>
                  </a:lnTo>
                  <a:lnTo>
                    <a:pt x="192252" y="122821"/>
                  </a:lnTo>
                  <a:lnTo>
                    <a:pt x="185864" y="122821"/>
                  </a:lnTo>
                  <a:lnTo>
                    <a:pt x="181749" y="122821"/>
                  </a:lnTo>
                  <a:lnTo>
                    <a:pt x="181749" y="113944"/>
                  </a:lnTo>
                  <a:lnTo>
                    <a:pt x="185864" y="113944"/>
                  </a:lnTo>
                  <a:lnTo>
                    <a:pt x="192252" y="113944"/>
                  </a:lnTo>
                  <a:lnTo>
                    <a:pt x="192252" y="108712"/>
                  </a:lnTo>
                  <a:lnTo>
                    <a:pt x="185864" y="108712"/>
                  </a:lnTo>
                  <a:lnTo>
                    <a:pt x="181749" y="108712"/>
                  </a:lnTo>
                  <a:lnTo>
                    <a:pt x="181749" y="63258"/>
                  </a:lnTo>
                  <a:lnTo>
                    <a:pt x="192252" y="63258"/>
                  </a:lnTo>
                  <a:lnTo>
                    <a:pt x="192252" y="58026"/>
                  </a:lnTo>
                  <a:lnTo>
                    <a:pt x="185864" y="58026"/>
                  </a:lnTo>
                  <a:lnTo>
                    <a:pt x="181749" y="58013"/>
                  </a:lnTo>
                  <a:lnTo>
                    <a:pt x="181749" y="49149"/>
                  </a:lnTo>
                  <a:lnTo>
                    <a:pt x="185864" y="49149"/>
                  </a:lnTo>
                  <a:lnTo>
                    <a:pt x="192252" y="49149"/>
                  </a:lnTo>
                  <a:lnTo>
                    <a:pt x="192252" y="43903"/>
                  </a:lnTo>
                  <a:lnTo>
                    <a:pt x="185864" y="43903"/>
                  </a:lnTo>
                  <a:lnTo>
                    <a:pt x="181749" y="43903"/>
                  </a:lnTo>
                  <a:lnTo>
                    <a:pt x="181749" y="35039"/>
                  </a:lnTo>
                  <a:lnTo>
                    <a:pt x="185864" y="35039"/>
                  </a:lnTo>
                  <a:lnTo>
                    <a:pt x="192252" y="35039"/>
                  </a:lnTo>
                  <a:lnTo>
                    <a:pt x="192252" y="29806"/>
                  </a:lnTo>
                  <a:lnTo>
                    <a:pt x="185864" y="29806"/>
                  </a:lnTo>
                  <a:lnTo>
                    <a:pt x="181749" y="29806"/>
                  </a:lnTo>
                  <a:lnTo>
                    <a:pt x="181749" y="21590"/>
                  </a:lnTo>
                  <a:lnTo>
                    <a:pt x="192252" y="21590"/>
                  </a:lnTo>
                  <a:lnTo>
                    <a:pt x="192252" y="0"/>
                  </a:lnTo>
                  <a:lnTo>
                    <a:pt x="176517" y="0"/>
                  </a:lnTo>
                  <a:lnTo>
                    <a:pt x="176517" y="21590"/>
                  </a:lnTo>
                  <a:lnTo>
                    <a:pt x="176517" y="29806"/>
                  </a:lnTo>
                  <a:lnTo>
                    <a:pt x="176517" y="224790"/>
                  </a:lnTo>
                  <a:lnTo>
                    <a:pt x="166408" y="224790"/>
                  </a:lnTo>
                  <a:lnTo>
                    <a:pt x="166408" y="215836"/>
                  </a:lnTo>
                  <a:lnTo>
                    <a:pt x="176517" y="215836"/>
                  </a:lnTo>
                  <a:lnTo>
                    <a:pt x="176517" y="210604"/>
                  </a:lnTo>
                  <a:lnTo>
                    <a:pt x="166408" y="210604"/>
                  </a:lnTo>
                  <a:lnTo>
                    <a:pt x="166408" y="201726"/>
                  </a:lnTo>
                  <a:lnTo>
                    <a:pt x="176517" y="201726"/>
                  </a:lnTo>
                  <a:lnTo>
                    <a:pt x="176517" y="196494"/>
                  </a:lnTo>
                  <a:lnTo>
                    <a:pt x="166408" y="196494"/>
                  </a:lnTo>
                  <a:lnTo>
                    <a:pt x="166408" y="187617"/>
                  </a:lnTo>
                  <a:lnTo>
                    <a:pt x="176517" y="187617"/>
                  </a:lnTo>
                  <a:lnTo>
                    <a:pt x="176517" y="182384"/>
                  </a:lnTo>
                  <a:lnTo>
                    <a:pt x="166408" y="182384"/>
                  </a:lnTo>
                  <a:lnTo>
                    <a:pt x="166408" y="142163"/>
                  </a:lnTo>
                  <a:lnTo>
                    <a:pt x="176517" y="142163"/>
                  </a:lnTo>
                  <a:lnTo>
                    <a:pt x="176517" y="136931"/>
                  </a:lnTo>
                  <a:lnTo>
                    <a:pt x="166408" y="136931"/>
                  </a:lnTo>
                  <a:lnTo>
                    <a:pt x="166408" y="128054"/>
                  </a:lnTo>
                  <a:lnTo>
                    <a:pt x="176517" y="128054"/>
                  </a:lnTo>
                  <a:lnTo>
                    <a:pt x="176517" y="122821"/>
                  </a:lnTo>
                  <a:lnTo>
                    <a:pt x="166408" y="122821"/>
                  </a:lnTo>
                  <a:lnTo>
                    <a:pt x="166408" y="113944"/>
                  </a:lnTo>
                  <a:lnTo>
                    <a:pt x="176517" y="113944"/>
                  </a:lnTo>
                  <a:lnTo>
                    <a:pt x="176517" y="108712"/>
                  </a:lnTo>
                  <a:lnTo>
                    <a:pt x="166408" y="108712"/>
                  </a:lnTo>
                  <a:lnTo>
                    <a:pt x="166408" y="63258"/>
                  </a:lnTo>
                  <a:lnTo>
                    <a:pt x="176517" y="63258"/>
                  </a:lnTo>
                  <a:lnTo>
                    <a:pt x="176517" y="58013"/>
                  </a:lnTo>
                  <a:lnTo>
                    <a:pt x="166408" y="58013"/>
                  </a:lnTo>
                  <a:lnTo>
                    <a:pt x="166408" y="49149"/>
                  </a:lnTo>
                  <a:lnTo>
                    <a:pt x="176517" y="49149"/>
                  </a:lnTo>
                  <a:lnTo>
                    <a:pt x="176517" y="43903"/>
                  </a:lnTo>
                  <a:lnTo>
                    <a:pt x="166408" y="43903"/>
                  </a:lnTo>
                  <a:lnTo>
                    <a:pt x="166408" y="35039"/>
                  </a:lnTo>
                  <a:lnTo>
                    <a:pt x="176517" y="35039"/>
                  </a:lnTo>
                  <a:lnTo>
                    <a:pt x="176517" y="29806"/>
                  </a:lnTo>
                  <a:lnTo>
                    <a:pt x="166408" y="29806"/>
                  </a:lnTo>
                  <a:lnTo>
                    <a:pt x="166408" y="21590"/>
                  </a:lnTo>
                  <a:lnTo>
                    <a:pt x="176517" y="21590"/>
                  </a:lnTo>
                  <a:lnTo>
                    <a:pt x="176517" y="0"/>
                  </a:lnTo>
                  <a:lnTo>
                    <a:pt x="161175" y="0"/>
                  </a:lnTo>
                  <a:lnTo>
                    <a:pt x="161175" y="21590"/>
                  </a:lnTo>
                  <a:lnTo>
                    <a:pt x="161175" y="29806"/>
                  </a:lnTo>
                  <a:lnTo>
                    <a:pt x="161175" y="224790"/>
                  </a:lnTo>
                  <a:lnTo>
                    <a:pt x="151053" y="224790"/>
                  </a:lnTo>
                  <a:lnTo>
                    <a:pt x="151053" y="215836"/>
                  </a:lnTo>
                  <a:lnTo>
                    <a:pt x="161175" y="215836"/>
                  </a:lnTo>
                  <a:lnTo>
                    <a:pt x="161175" y="210604"/>
                  </a:lnTo>
                  <a:lnTo>
                    <a:pt x="151053" y="210604"/>
                  </a:lnTo>
                  <a:lnTo>
                    <a:pt x="151053" y="201726"/>
                  </a:lnTo>
                  <a:lnTo>
                    <a:pt x="161175" y="201726"/>
                  </a:lnTo>
                  <a:lnTo>
                    <a:pt x="161175" y="196494"/>
                  </a:lnTo>
                  <a:lnTo>
                    <a:pt x="151053" y="196494"/>
                  </a:lnTo>
                  <a:lnTo>
                    <a:pt x="151053" y="187617"/>
                  </a:lnTo>
                  <a:lnTo>
                    <a:pt x="161175" y="187617"/>
                  </a:lnTo>
                  <a:lnTo>
                    <a:pt x="161175" y="182384"/>
                  </a:lnTo>
                  <a:lnTo>
                    <a:pt x="151053" y="182384"/>
                  </a:lnTo>
                  <a:lnTo>
                    <a:pt x="151053" y="142163"/>
                  </a:lnTo>
                  <a:lnTo>
                    <a:pt x="161175" y="142163"/>
                  </a:lnTo>
                  <a:lnTo>
                    <a:pt x="161175" y="136931"/>
                  </a:lnTo>
                  <a:lnTo>
                    <a:pt x="151053" y="136931"/>
                  </a:lnTo>
                  <a:lnTo>
                    <a:pt x="151053" y="128054"/>
                  </a:lnTo>
                  <a:lnTo>
                    <a:pt x="161175" y="128054"/>
                  </a:lnTo>
                  <a:lnTo>
                    <a:pt x="161175" y="122821"/>
                  </a:lnTo>
                  <a:lnTo>
                    <a:pt x="151053" y="122821"/>
                  </a:lnTo>
                  <a:lnTo>
                    <a:pt x="151053" y="113944"/>
                  </a:lnTo>
                  <a:lnTo>
                    <a:pt x="161175" y="113944"/>
                  </a:lnTo>
                  <a:lnTo>
                    <a:pt x="161175" y="108712"/>
                  </a:lnTo>
                  <a:lnTo>
                    <a:pt x="151053" y="108712"/>
                  </a:lnTo>
                  <a:lnTo>
                    <a:pt x="151053" y="63258"/>
                  </a:lnTo>
                  <a:lnTo>
                    <a:pt x="161175" y="63258"/>
                  </a:lnTo>
                  <a:lnTo>
                    <a:pt x="161175" y="58013"/>
                  </a:lnTo>
                  <a:lnTo>
                    <a:pt x="151053" y="58013"/>
                  </a:lnTo>
                  <a:lnTo>
                    <a:pt x="151053" y="49149"/>
                  </a:lnTo>
                  <a:lnTo>
                    <a:pt x="161175" y="49149"/>
                  </a:lnTo>
                  <a:lnTo>
                    <a:pt x="161175" y="43903"/>
                  </a:lnTo>
                  <a:lnTo>
                    <a:pt x="151053" y="43903"/>
                  </a:lnTo>
                  <a:lnTo>
                    <a:pt x="151053" y="35039"/>
                  </a:lnTo>
                  <a:lnTo>
                    <a:pt x="161175" y="35039"/>
                  </a:lnTo>
                  <a:lnTo>
                    <a:pt x="161175" y="29806"/>
                  </a:lnTo>
                  <a:lnTo>
                    <a:pt x="151053" y="29806"/>
                  </a:lnTo>
                  <a:lnTo>
                    <a:pt x="151053" y="21590"/>
                  </a:lnTo>
                  <a:lnTo>
                    <a:pt x="161175" y="21590"/>
                  </a:lnTo>
                  <a:lnTo>
                    <a:pt x="161175" y="0"/>
                  </a:lnTo>
                  <a:lnTo>
                    <a:pt x="145821" y="0"/>
                  </a:lnTo>
                  <a:lnTo>
                    <a:pt x="145821" y="21590"/>
                  </a:lnTo>
                  <a:lnTo>
                    <a:pt x="145821" y="29806"/>
                  </a:lnTo>
                  <a:lnTo>
                    <a:pt x="145821" y="224790"/>
                  </a:lnTo>
                  <a:lnTo>
                    <a:pt x="134861" y="224790"/>
                  </a:lnTo>
                  <a:lnTo>
                    <a:pt x="134861" y="215836"/>
                  </a:lnTo>
                  <a:lnTo>
                    <a:pt x="145821" y="215836"/>
                  </a:lnTo>
                  <a:lnTo>
                    <a:pt x="145821" y="210604"/>
                  </a:lnTo>
                  <a:lnTo>
                    <a:pt x="134861" y="210604"/>
                  </a:lnTo>
                  <a:lnTo>
                    <a:pt x="134861" y="201726"/>
                  </a:lnTo>
                  <a:lnTo>
                    <a:pt x="145821" y="201726"/>
                  </a:lnTo>
                  <a:lnTo>
                    <a:pt x="145821" y="196494"/>
                  </a:lnTo>
                  <a:lnTo>
                    <a:pt x="134861" y="196494"/>
                  </a:lnTo>
                  <a:lnTo>
                    <a:pt x="134861" y="187617"/>
                  </a:lnTo>
                  <a:lnTo>
                    <a:pt x="145821" y="187617"/>
                  </a:lnTo>
                  <a:lnTo>
                    <a:pt x="145821" y="182384"/>
                  </a:lnTo>
                  <a:lnTo>
                    <a:pt x="134861" y="182384"/>
                  </a:lnTo>
                  <a:lnTo>
                    <a:pt x="134861" y="142163"/>
                  </a:lnTo>
                  <a:lnTo>
                    <a:pt x="145821" y="142163"/>
                  </a:lnTo>
                  <a:lnTo>
                    <a:pt x="145821" y="136931"/>
                  </a:lnTo>
                  <a:lnTo>
                    <a:pt x="134861" y="136931"/>
                  </a:lnTo>
                  <a:lnTo>
                    <a:pt x="134861" y="128054"/>
                  </a:lnTo>
                  <a:lnTo>
                    <a:pt x="145821" y="128054"/>
                  </a:lnTo>
                  <a:lnTo>
                    <a:pt x="145821" y="122821"/>
                  </a:lnTo>
                  <a:lnTo>
                    <a:pt x="134861" y="122821"/>
                  </a:lnTo>
                  <a:lnTo>
                    <a:pt x="134861" y="113944"/>
                  </a:lnTo>
                  <a:lnTo>
                    <a:pt x="145821" y="113944"/>
                  </a:lnTo>
                  <a:lnTo>
                    <a:pt x="145821" y="108712"/>
                  </a:lnTo>
                  <a:lnTo>
                    <a:pt x="134861" y="108712"/>
                  </a:lnTo>
                  <a:lnTo>
                    <a:pt x="134861" y="63258"/>
                  </a:lnTo>
                  <a:lnTo>
                    <a:pt x="145821" y="63258"/>
                  </a:lnTo>
                  <a:lnTo>
                    <a:pt x="145821" y="58013"/>
                  </a:lnTo>
                  <a:lnTo>
                    <a:pt x="134861" y="58013"/>
                  </a:lnTo>
                  <a:lnTo>
                    <a:pt x="134861" y="49149"/>
                  </a:lnTo>
                  <a:lnTo>
                    <a:pt x="145821" y="49149"/>
                  </a:lnTo>
                  <a:lnTo>
                    <a:pt x="145821" y="43903"/>
                  </a:lnTo>
                  <a:lnTo>
                    <a:pt x="134861" y="43903"/>
                  </a:lnTo>
                  <a:lnTo>
                    <a:pt x="134861" y="35039"/>
                  </a:lnTo>
                  <a:lnTo>
                    <a:pt x="145821" y="35039"/>
                  </a:lnTo>
                  <a:lnTo>
                    <a:pt x="145821" y="29806"/>
                  </a:lnTo>
                  <a:lnTo>
                    <a:pt x="134861" y="29806"/>
                  </a:lnTo>
                  <a:lnTo>
                    <a:pt x="134861" y="21590"/>
                  </a:lnTo>
                  <a:lnTo>
                    <a:pt x="145821" y="21590"/>
                  </a:lnTo>
                  <a:lnTo>
                    <a:pt x="145821" y="0"/>
                  </a:lnTo>
                  <a:lnTo>
                    <a:pt x="105994" y="0"/>
                  </a:lnTo>
                  <a:lnTo>
                    <a:pt x="105994" y="21590"/>
                  </a:lnTo>
                  <a:lnTo>
                    <a:pt x="105994" y="29806"/>
                  </a:lnTo>
                  <a:lnTo>
                    <a:pt x="105994" y="224790"/>
                  </a:lnTo>
                  <a:lnTo>
                    <a:pt x="105016" y="224790"/>
                  </a:lnTo>
                  <a:lnTo>
                    <a:pt x="105016" y="215836"/>
                  </a:lnTo>
                  <a:lnTo>
                    <a:pt x="105994" y="215836"/>
                  </a:lnTo>
                  <a:lnTo>
                    <a:pt x="105994" y="210604"/>
                  </a:lnTo>
                  <a:lnTo>
                    <a:pt x="105016" y="210604"/>
                  </a:lnTo>
                  <a:lnTo>
                    <a:pt x="105016" y="201726"/>
                  </a:lnTo>
                  <a:lnTo>
                    <a:pt x="105994" y="201726"/>
                  </a:lnTo>
                  <a:lnTo>
                    <a:pt x="105994" y="196494"/>
                  </a:lnTo>
                  <a:lnTo>
                    <a:pt x="105016" y="196494"/>
                  </a:lnTo>
                  <a:lnTo>
                    <a:pt x="105016" y="187617"/>
                  </a:lnTo>
                  <a:lnTo>
                    <a:pt x="105994" y="187617"/>
                  </a:lnTo>
                  <a:lnTo>
                    <a:pt x="105994" y="182384"/>
                  </a:lnTo>
                  <a:lnTo>
                    <a:pt x="105016" y="182384"/>
                  </a:lnTo>
                  <a:lnTo>
                    <a:pt x="105016" y="142163"/>
                  </a:lnTo>
                  <a:lnTo>
                    <a:pt x="105994" y="142163"/>
                  </a:lnTo>
                  <a:lnTo>
                    <a:pt x="105994" y="136931"/>
                  </a:lnTo>
                  <a:lnTo>
                    <a:pt x="105016" y="136931"/>
                  </a:lnTo>
                  <a:lnTo>
                    <a:pt x="105016" y="128054"/>
                  </a:lnTo>
                  <a:lnTo>
                    <a:pt x="105994" y="128054"/>
                  </a:lnTo>
                  <a:lnTo>
                    <a:pt x="105994" y="122821"/>
                  </a:lnTo>
                  <a:lnTo>
                    <a:pt x="105016" y="122821"/>
                  </a:lnTo>
                  <a:lnTo>
                    <a:pt x="105016" y="113944"/>
                  </a:lnTo>
                  <a:lnTo>
                    <a:pt x="105994" y="113944"/>
                  </a:lnTo>
                  <a:lnTo>
                    <a:pt x="105994" y="108712"/>
                  </a:lnTo>
                  <a:lnTo>
                    <a:pt x="105016" y="108712"/>
                  </a:lnTo>
                  <a:lnTo>
                    <a:pt x="105016" y="63258"/>
                  </a:lnTo>
                  <a:lnTo>
                    <a:pt x="105994" y="63258"/>
                  </a:lnTo>
                  <a:lnTo>
                    <a:pt x="105994" y="58013"/>
                  </a:lnTo>
                  <a:lnTo>
                    <a:pt x="105016" y="58013"/>
                  </a:lnTo>
                  <a:lnTo>
                    <a:pt x="105016" y="49149"/>
                  </a:lnTo>
                  <a:lnTo>
                    <a:pt x="105994" y="49149"/>
                  </a:lnTo>
                  <a:lnTo>
                    <a:pt x="105994" y="43903"/>
                  </a:lnTo>
                  <a:lnTo>
                    <a:pt x="105016" y="43903"/>
                  </a:lnTo>
                  <a:lnTo>
                    <a:pt x="105016" y="35039"/>
                  </a:lnTo>
                  <a:lnTo>
                    <a:pt x="105994" y="35039"/>
                  </a:lnTo>
                  <a:lnTo>
                    <a:pt x="105994" y="29806"/>
                  </a:lnTo>
                  <a:lnTo>
                    <a:pt x="105016" y="29806"/>
                  </a:lnTo>
                  <a:lnTo>
                    <a:pt x="105016" y="21590"/>
                  </a:lnTo>
                  <a:lnTo>
                    <a:pt x="105994" y="21590"/>
                  </a:lnTo>
                  <a:lnTo>
                    <a:pt x="105994" y="0"/>
                  </a:lnTo>
                  <a:lnTo>
                    <a:pt x="99783" y="0"/>
                  </a:lnTo>
                  <a:lnTo>
                    <a:pt x="99783" y="21590"/>
                  </a:lnTo>
                  <a:lnTo>
                    <a:pt x="99783" y="29806"/>
                  </a:lnTo>
                  <a:lnTo>
                    <a:pt x="99783" y="224790"/>
                  </a:lnTo>
                  <a:lnTo>
                    <a:pt x="89662" y="224790"/>
                  </a:lnTo>
                  <a:lnTo>
                    <a:pt x="89662" y="215836"/>
                  </a:lnTo>
                  <a:lnTo>
                    <a:pt x="99783" y="215836"/>
                  </a:lnTo>
                  <a:lnTo>
                    <a:pt x="99783" y="210604"/>
                  </a:lnTo>
                  <a:lnTo>
                    <a:pt x="89662" y="210604"/>
                  </a:lnTo>
                  <a:lnTo>
                    <a:pt x="89662" y="201726"/>
                  </a:lnTo>
                  <a:lnTo>
                    <a:pt x="99783" y="201726"/>
                  </a:lnTo>
                  <a:lnTo>
                    <a:pt x="99783" y="196494"/>
                  </a:lnTo>
                  <a:lnTo>
                    <a:pt x="89662" y="196494"/>
                  </a:lnTo>
                  <a:lnTo>
                    <a:pt x="89662" y="187617"/>
                  </a:lnTo>
                  <a:lnTo>
                    <a:pt x="99783" y="187617"/>
                  </a:lnTo>
                  <a:lnTo>
                    <a:pt x="99783" y="182384"/>
                  </a:lnTo>
                  <a:lnTo>
                    <a:pt x="89662" y="182384"/>
                  </a:lnTo>
                  <a:lnTo>
                    <a:pt x="89662" y="142163"/>
                  </a:lnTo>
                  <a:lnTo>
                    <a:pt x="99783" y="142163"/>
                  </a:lnTo>
                  <a:lnTo>
                    <a:pt x="99783" y="136931"/>
                  </a:lnTo>
                  <a:lnTo>
                    <a:pt x="89662" y="136931"/>
                  </a:lnTo>
                  <a:lnTo>
                    <a:pt x="89662" y="128054"/>
                  </a:lnTo>
                  <a:lnTo>
                    <a:pt x="99783" y="128054"/>
                  </a:lnTo>
                  <a:lnTo>
                    <a:pt x="99783" y="122821"/>
                  </a:lnTo>
                  <a:lnTo>
                    <a:pt x="89662" y="122821"/>
                  </a:lnTo>
                  <a:lnTo>
                    <a:pt x="89662" y="113944"/>
                  </a:lnTo>
                  <a:lnTo>
                    <a:pt x="99783" y="113944"/>
                  </a:lnTo>
                  <a:lnTo>
                    <a:pt x="99783" y="108712"/>
                  </a:lnTo>
                  <a:lnTo>
                    <a:pt x="89662" y="108712"/>
                  </a:lnTo>
                  <a:lnTo>
                    <a:pt x="89662" y="63258"/>
                  </a:lnTo>
                  <a:lnTo>
                    <a:pt x="99783" y="63258"/>
                  </a:lnTo>
                  <a:lnTo>
                    <a:pt x="99783" y="58013"/>
                  </a:lnTo>
                  <a:lnTo>
                    <a:pt x="89662" y="58013"/>
                  </a:lnTo>
                  <a:lnTo>
                    <a:pt x="89662" y="49149"/>
                  </a:lnTo>
                  <a:lnTo>
                    <a:pt x="99783" y="49149"/>
                  </a:lnTo>
                  <a:lnTo>
                    <a:pt x="99783" y="43903"/>
                  </a:lnTo>
                  <a:lnTo>
                    <a:pt x="89662" y="43903"/>
                  </a:lnTo>
                  <a:lnTo>
                    <a:pt x="89662" y="35039"/>
                  </a:lnTo>
                  <a:lnTo>
                    <a:pt x="99783" y="35039"/>
                  </a:lnTo>
                  <a:lnTo>
                    <a:pt x="99783" y="29806"/>
                  </a:lnTo>
                  <a:lnTo>
                    <a:pt x="89662" y="29806"/>
                  </a:lnTo>
                  <a:lnTo>
                    <a:pt x="89662" y="21590"/>
                  </a:lnTo>
                  <a:lnTo>
                    <a:pt x="99783" y="21590"/>
                  </a:lnTo>
                  <a:lnTo>
                    <a:pt x="99783" y="0"/>
                  </a:lnTo>
                  <a:lnTo>
                    <a:pt x="84429" y="0"/>
                  </a:lnTo>
                  <a:lnTo>
                    <a:pt x="84429" y="21590"/>
                  </a:lnTo>
                  <a:lnTo>
                    <a:pt x="84429" y="29806"/>
                  </a:lnTo>
                  <a:lnTo>
                    <a:pt x="84429" y="224790"/>
                  </a:lnTo>
                  <a:lnTo>
                    <a:pt x="74320" y="224790"/>
                  </a:lnTo>
                  <a:lnTo>
                    <a:pt x="74320" y="215836"/>
                  </a:lnTo>
                  <a:lnTo>
                    <a:pt x="84429" y="215836"/>
                  </a:lnTo>
                  <a:lnTo>
                    <a:pt x="84429" y="210604"/>
                  </a:lnTo>
                  <a:lnTo>
                    <a:pt x="74320" y="210604"/>
                  </a:lnTo>
                  <a:lnTo>
                    <a:pt x="74320" y="201726"/>
                  </a:lnTo>
                  <a:lnTo>
                    <a:pt x="84429" y="201726"/>
                  </a:lnTo>
                  <a:lnTo>
                    <a:pt x="84429" y="196494"/>
                  </a:lnTo>
                  <a:lnTo>
                    <a:pt x="74320" y="196494"/>
                  </a:lnTo>
                  <a:lnTo>
                    <a:pt x="74320" y="187617"/>
                  </a:lnTo>
                  <a:lnTo>
                    <a:pt x="84429" y="187617"/>
                  </a:lnTo>
                  <a:lnTo>
                    <a:pt x="84429" y="182384"/>
                  </a:lnTo>
                  <a:lnTo>
                    <a:pt x="74320" y="182384"/>
                  </a:lnTo>
                  <a:lnTo>
                    <a:pt x="74320" y="142163"/>
                  </a:lnTo>
                  <a:lnTo>
                    <a:pt x="84429" y="142163"/>
                  </a:lnTo>
                  <a:lnTo>
                    <a:pt x="84429" y="136931"/>
                  </a:lnTo>
                  <a:lnTo>
                    <a:pt x="74320" y="136931"/>
                  </a:lnTo>
                  <a:lnTo>
                    <a:pt x="74320" y="128054"/>
                  </a:lnTo>
                  <a:lnTo>
                    <a:pt x="84429" y="128054"/>
                  </a:lnTo>
                  <a:lnTo>
                    <a:pt x="84429" y="122821"/>
                  </a:lnTo>
                  <a:lnTo>
                    <a:pt x="74320" y="122821"/>
                  </a:lnTo>
                  <a:lnTo>
                    <a:pt x="74320" y="113944"/>
                  </a:lnTo>
                  <a:lnTo>
                    <a:pt x="84429" y="113944"/>
                  </a:lnTo>
                  <a:lnTo>
                    <a:pt x="84429" y="108712"/>
                  </a:lnTo>
                  <a:lnTo>
                    <a:pt x="74320" y="108712"/>
                  </a:lnTo>
                  <a:lnTo>
                    <a:pt x="74320" y="63258"/>
                  </a:lnTo>
                  <a:lnTo>
                    <a:pt x="84429" y="63258"/>
                  </a:lnTo>
                  <a:lnTo>
                    <a:pt x="84429" y="58013"/>
                  </a:lnTo>
                  <a:lnTo>
                    <a:pt x="74320" y="58013"/>
                  </a:lnTo>
                  <a:lnTo>
                    <a:pt x="74320" y="49149"/>
                  </a:lnTo>
                  <a:lnTo>
                    <a:pt x="84429" y="49149"/>
                  </a:lnTo>
                  <a:lnTo>
                    <a:pt x="84429" y="43903"/>
                  </a:lnTo>
                  <a:lnTo>
                    <a:pt x="74320" y="43903"/>
                  </a:lnTo>
                  <a:lnTo>
                    <a:pt x="74320" y="35039"/>
                  </a:lnTo>
                  <a:lnTo>
                    <a:pt x="84429" y="35039"/>
                  </a:lnTo>
                  <a:lnTo>
                    <a:pt x="84429" y="29806"/>
                  </a:lnTo>
                  <a:lnTo>
                    <a:pt x="74320" y="29806"/>
                  </a:lnTo>
                  <a:lnTo>
                    <a:pt x="74320" y="21590"/>
                  </a:lnTo>
                  <a:lnTo>
                    <a:pt x="84429" y="21590"/>
                  </a:lnTo>
                  <a:lnTo>
                    <a:pt x="84429" y="0"/>
                  </a:lnTo>
                  <a:lnTo>
                    <a:pt x="69088" y="0"/>
                  </a:lnTo>
                  <a:lnTo>
                    <a:pt x="69088" y="21590"/>
                  </a:lnTo>
                  <a:lnTo>
                    <a:pt x="69088" y="29806"/>
                  </a:lnTo>
                  <a:lnTo>
                    <a:pt x="69088" y="224790"/>
                  </a:lnTo>
                  <a:lnTo>
                    <a:pt x="58978" y="224790"/>
                  </a:lnTo>
                  <a:lnTo>
                    <a:pt x="58978" y="215836"/>
                  </a:lnTo>
                  <a:lnTo>
                    <a:pt x="69088" y="215836"/>
                  </a:lnTo>
                  <a:lnTo>
                    <a:pt x="69088" y="210604"/>
                  </a:lnTo>
                  <a:lnTo>
                    <a:pt x="58978" y="210604"/>
                  </a:lnTo>
                  <a:lnTo>
                    <a:pt x="58978" y="201726"/>
                  </a:lnTo>
                  <a:lnTo>
                    <a:pt x="69088" y="201726"/>
                  </a:lnTo>
                  <a:lnTo>
                    <a:pt x="69088" y="196494"/>
                  </a:lnTo>
                  <a:lnTo>
                    <a:pt x="58978" y="196494"/>
                  </a:lnTo>
                  <a:lnTo>
                    <a:pt x="58978" y="187617"/>
                  </a:lnTo>
                  <a:lnTo>
                    <a:pt x="69088" y="187617"/>
                  </a:lnTo>
                  <a:lnTo>
                    <a:pt x="69088" y="182384"/>
                  </a:lnTo>
                  <a:lnTo>
                    <a:pt x="58978" y="182384"/>
                  </a:lnTo>
                  <a:lnTo>
                    <a:pt x="58978" y="142163"/>
                  </a:lnTo>
                  <a:lnTo>
                    <a:pt x="69088" y="142163"/>
                  </a:lnTo>
                  <a:lnTo>
                    <a:pt x="69088" y="136931"/>
                  </a:lnTo>
                  <a:lnTo>
                    <a:pt x="58978" y="136931"/>
                  </a:lnTo>
                  <a:lnTo>
                    <a:pt x="58978" y="128054"/>
                  </a:lnTo>
                  <a:lnTo>
                    <a:pt x="69088" y="128054"/>
                  </a:lnTo>
                  <a:lnTo>
                    <a:pt x="69088" y="122821"/>
                  </a:lnTo>
                  <a:lnTo>
                    <a:pt x="58978" y="122821"/>
                  </a:lnTo>
                  <a:lnTo>
                    <a:pt x="58978" y="113944"/>
                  </a:lnTo>
                  <a:lnTo>
                    <a:pt x="69088" y="113944"/>
                  </a:lnTo>
                  <a:lnTo>
                    <a:pt x="69088" y="108712"/>
                  </a:lnTo>
                  <a:lnTo>
                    <a:pt x="58978" y="108712"/>
                  </a:lnTo>
                  <a:lnTo>
                    <a:pt x="58978" y="63258"/>
                  </a:lnTo>
                  <a:lnTo>
                    <a:pt x="69088" y="63258"/>
                  </a:lnTo>
                  <a:lnTo>
                    <a:pt x="69088" y="58013"/>
                  </a:lnTo>
                  <a:lnTo>
                    <a:pt x="58978" y="58013"/>
                  </a:lnTo>
                  <a:lnTo>
                    <a:pt x="58978" y="49149"/>
                  </a:lnTo>
                  <a:lnTo>
                    <a:pt x="69088" y="49149"/>
                  </a:lnTo>
                  <a:lnTo>
                    <a:pt x="69088" y="43903"/>
                  </a:lnTo>
                  <a:lnTo>
                    <a:pt x="58978" y="43903"/>
                  </a:lnTo>
                  <a:lnTo>
                    <a:pt x="58978" y="35039"/>
                  </a:lnTo>
                  <a:lnTo>
                    <a:pt x="69088" y="35039"/>
                  </a:lnTo>
                  <a:lnTo>
                    <a:pt x="69088" y="29806"/>
                  </a:lnTo>
                  <a:lnTo>
                    <a:pt x="58978" y="29806"/>
                  </a:lnTo>
                  <a:lnTo>
                    <a:pt x="58978" y="21590"/>
                  </a:lnTo>
                  <a:lnTo>
                    <a:pt x="69088" y="21590"/>
                  </a:lnTo>
                  <a:lnTo>
                    <a:pt x="69088" y="0"/>
                  </a:lnTo>
                  <a:lnTo>
                    <a:pt x="53733" y="0"/>
                  </a:lnTo>
                  <a:lnTo>
                    <a:pt x="53733" y="21590"/>
                  </a:lnTo>
                  <a:lnTo>
                    <a:pt x="53733" y="29806"/>
                  </a:lnTo>
                  <a:lnTo>
                    <a:pt x="53733" y="224790"/>
                  </a:lnTo>
                  <a:lnTo>
                    <a:pt x="43624" y="224790"/>
                  </a:lnTo>
                  <a:lnTo>
                    <a:pt x="43624" y="215836"/>
                  </a:lnTo>
                  <a:lnTo>
                    <a:pt x="53733" y="215836"/>
                  </a:lnTo>
                  <a:lnTo>
                    <a:pt x="53733" y="210604"/>
                  </a:lnTo>
                  <a:lnTo>
                    <a:pt x="43624" y="210604"/>
                  </a:lnTo>
                  <a:lnTo>
                    <a:pt x="43624" y="201726"/>
                  </a:lnTo>
                  <a:lnTo>
                    <a:pt x="53733" y="201726"/>
                  </a:lnTo>
                  <a:lnTo>
                    <a:pt x="53733" y="196494"/>
                  </a:lnTo>
                  <a:lnTo>
                    <a:pt x="43624" y="196494"/>
                  </a:lnTo>
                  <a:lnTo>
                    <a:pt x="43624" y="187617"/>
                  </a:lnTo>
                  <a:lnTo>
                    <a:pt x="53733" y="187617"/>
                  </a:lnTo>
                  <a:lnTo>
                    <a:pt x="53733" y="182384"/>
                  </a:lnTo>
                  <a:lnTo>
                    <a:pt x="43624" y="182384"/>
                  </a:lnTo>
                  <a:lnTo>
                    <a:pt x="43624" y="142163"/>
                  </a:lnTo>
                  <a:lnTo>
                    <a:pt x="53733" y="142163"/>
                  </a:lnTo>
                  <a:lnTo>
                    <a:pt x="53733" y="136931"/>
                  </a:lnTo>
                  <a:lnTo>
                    <a:pt x="43624" y="136931"/>
                  </a:lnTo>
                  <a:lnTo>
                    <a:pt x="43624" y="128054"/>
                  </a:lnTo>
                  <a:lnTo>
                    <a:pt x="53733" y="128054"/>
                  </a:lnTo>
                  <a:lnTo>
                    <a:pt x="53733" y="122821"/>
                  </a:lnTo>
                  <a:lnTo>
                    <a:pt x="43624" y="122821"/>
                  </a:lnTo>
                  <a:lnTo>
                    <a:pt x="43624" y="113944"/>
                  </a:lnTo>
                  <a:lnTo>
                    <a:pt x="53733" y="113944"/>
                  </a:lnTo>
                  <a:lnTo>
                    <a:pt x="53733" y="108712"/>
                  </a:lnTo>
                  <a:lnTo>
                    <a:pt x="43624" y="108712"/>
                  </a:lnTo>
                  <a:lnTo>
                    <a:pt x="43624" y="63258"/>
                  </a:lnTo>
                  <a:lnTo>
                    <a:pt x="53733" y="63258"/>
                  </a:lnTo>
                  <a:lnTo>
                    <a:pt x="53733" y="58013"/>
                  </a:lnTo>
                  <a:lnTo>
                    <a:pt x="43624" y="58013"/>
                  </a:lnTo>
                  <a:lnTo>
                    <a:pt x="43624" y="49149"/>
                  </a:lnTo>
                  <a:lnTo>
                    <a:pt x="53733" y="49149"/>
                  </a:lnTo>
                  <a:lnTo>
                    <a:pt x="53733" y="43903"/>
                  </a:lnTo>
                  <a:lnTo>
                    <a:pt x="43624" y="43903"/>
                  </a:lnTo>
                  <a:lnTo>
                    <a:pt x="43624" y="35039"/>
                  </a:lnTo>
                  <a:lnTo>
                    <a:pt x="53733" y="35039"/>
                  </a:lnTo>
                  <a:lnTo>
                    <a:pt x="53733" y="29806"/>
                  </a:lnTo>
                  <a:lnTo>
                    <a:pt x="43624" y="29806"/>
                  </a:lnTo>
                  <a:lnTo>
                    <a:pt x="43624" y="21590"/>
                  </a:lnTo>
                  <a:lnTo>
                    <a:pt x="53733" y="21590"/>
                  </a:lnTo>
                  <a:lnTo>
                    <a:pt x="53733" y="0"/>
                  </a:lnTo>
                  <a:lnTo>
                    <a:pt x="38392" y="0"/>
                  </a:lnTo>
                  <a:lnTo>
                    <a:pt x="38392" y="21590"/>
                  </a:lnTo>
                  <a:lnTo>
                    <a:pt x="38392" y="29806"/>
                  </a:lnTo>
                  <a:lnTo>
                    <a:pt x="38392" y="224790"/>
                  </a:lnTo>
                  <a:lnTo>
                    <a:pt x="28270" y="224790"/>
                  </a:lnTo>
                  <a:lnTo>
                    <a:pt x="28270" y="215836"/>
                  </a:lnTo>
                  <a:lnTo>
                    <a:pt x="37426" y="215836"/>
                  </a:lnTo>
                  <a:lnTo>
                    <a:pt x="38392" y="215836"/>
                  </a:lnTo>
                  <a:lnTo>
                    <a:pt x="38392" y="210604"/>
                  </a:lnTo>
                  <a:lnTo>
                    <a:pt x="37426" y="210604"/>
                  </a:lnTo>
                  <a:lnTo>
                    <a:pt x="28270" y="210604"/>
                  </a:lnTo>
                  <a:lnTo>
                    <a:pt x="28270" y="201726"/>
                  </a:lnTo>
                  <a:lnTo>
                    <a:pt x="37426" y="201726"/>
                  </a:lnTo>
                  <a:lnTo>
                    <a:pt x="38392" y="201726"/>
                  </a:lnTo>
                  <a:lnTo>
                    <a:pt x="38392" y="196494"/>
                  </a:lnTo>
                  <a:lnTo>
                    <a:pt x="37426" y="196494"/>
                  </a:lnTo>
                  <a:lnTo>
                    <a:pt x="28270" y="196494"/>
                  </a:lnTo>
                  <a:lnTo>
                    <a:pt x="28270" y="187617"/>
                  </a:lnTo>
                  <a:lnTo>
                    <a:pt x="37426" y="187617"/>
                  </a:lnTo>
                  <a:lnTo>
                    <a:pt x="38392" y="187617"/>
                  </a:lnTo>
                  <a:lnTo>
                    <a:pt x="38392" y="182384"/>
                  </a:lnTo>
                  <a:lnTo>
                    <a:pt x="37426" y="182384"/>
                  </a:lnTo>
                  <a:lnTo>
                    <a:pt x="28270" y="182384"/>
                  </a:lnTo>
                  <a:lnTo>
                    <a:pt x="28270" y="142163"/>
                  </a:lnTo>
                  <a:lnTo>
                    <a:pt x="37426" y="142163"/>
                  </a:lnTo>
                  <a:lnTo>
                    <a:pt x="38392" y="142163"/>
                  </a:lnTo>
                  <a:lnTo>
                    <a:pt x="38392" y="136931"/>
                  </a:lnTo>
                  <a:lnTo>
                    <a:pt x="37426" y="136931"/>
                  </a:lnTo>
                  <a:lnTo>
                    <a:pt x="28270" y="136931"/>
                  </a:lnTo>
                  <a:lnTo>
                    <a:pt x="28270" y="128054"/>
                  </a:lnTo>
                  <a:lnTo>
                    <a:pt x="37426" y="128054"/>
                  </a:lnTo>
                  <a:lnTo>
                    <a:pt x="38392" y="128054"/>
                  </a:lnTo>
                  <a:lnTo>
                    <a:pt x="38392" y="122821"/>
                  </a:lnTo>
                  <a:lnTo>
                    <a:pt x="37426" y="122821"/>
                  </a:lnTo>
                  <a:lnTo>
                    <a:pt x="28270" y="122821"/>
                  </a:lnTo>
                  <a:lnTo>
                    <a:pt x="28270" y="113944"/>
                  </a:lnTo>
                  <a:lnTo>
                    <a:pt x="37426" y="113944"/>
                  </a:lnTo>
                  <a:lnTo>
                    <a:pt x="38392" y="113944"/>
                  </a:lnTo>
                  <a:lnTo>
                    <a:pt x="38392" y="108712"/>
                  </a:lnTo>
                  <a:lnTo>
                    <a:pt x="37426" y="108712"/>
                  </a:lnTo>
                  <a:lnTo>
                    <a:pt x="28270" y="108712"/>
                  </a:lnTo>
                  <a:lnTo>
                    <a:pt x="28270" y="63246"/>
                  </a:lnTo>
                  <a:lnTo>
                    <a:pt x="37426" y="63246"/>
                  </a:lnTo>
                  <a:lnTo>
                    <a:pt x="38392" y="63258"/>
                  </a:lnTo>
                  <a:lnTo>
                    <a:pt x="38392" y="58013"/>
                  </a:lnTo>
                  <a:lnTo>
                    <a:pt x="28270" y="58013"/>
                  </a:lnTo>
                  <a:lnTo>
                    <a:pt x="28270" y="49149"/>
                  </a:lnTo>
                  <a:lnTo>
                    <a:pt x="37426" y="49149"/>
                  </a:lnTo>
                  <a:lnTo>
                    <a:pt x="38392" y="49149"/>
                  </a:lnTo>
                  <a:lnTo>
                    <a:pt x="38392" y="43903"/>
                  </a:lnTo>
                  <a:lnTo>
                    <a:pt x="37426" y="43903"/>
                  </a:lnTo>
                  <a:lnTo>
                    <a:pt x="28270" y="43903"/>
                  </a:lnTo>
                  <a:lnTo>
                    <a:pt x="28270" y="35039"/>
                  </a:lnTo>
                  <a:lnTo>
                    <a:pt x="37426" y="35039"/>
                  </a:lnTo>
                  <a:lnTo>
                    <a:pt x="38392" y="35039"/>
                  </a:lnTo>
                  <a:lnTo>
                    <a:pt x="38392" y="29806"/>
                  </a:lnTo>
                  <a:lnTo>
                    <a:pt x="37426" y="29806"/>
                  </a:lnTo>
                  <a:lnTo>
                    <a:pt x="28270" y="29806"/>
                  </a:lnTo>
                  <a:lnTo>
                    <a:pt x="28270" y="21590"/>
                  </a:lnTo>
                  <a:lnTo>
                    <a:pt x="38392" y="21590"/>
                  </a:lnTo>
                  <a:lnTo>
                    <a:pt x="38392" y="0"/>
                  </a:lnTo>
                  <a:lnTo>
                    <a:pt x="23037" y="0"/>
                  </a:lnTo>
                  <a:lnTo>
                    <a:pt x="23037" y="21590"/>
                  </a:lnTo>
                  <a:lnTo>
                    <a:pt x="23037" y="29806"/>
                  </a:lnTo>
                  <a:lnTo>
                    <a:pt x="23037" y="224790"/>
                  </a:lnTo>
                  <a:lnTo>
                    <a:pt x="11938" y="224790"/>
                  </a:lnTo>
                  <a:lnTo>
                    <a:pt x="11938" y="215836"/>
                  </a:lnTo>
                  <a:lnTo>
                    <a:pt x="23037" y="215836"/>
                  </a:lnTo>
                  <a:lnTo>
                    <a:pt x="23037" y="210604"/>
                  </a:lnTo>
                  <a:lnTo>
                    <a:pt x="11938" y="210604"/>
                  </a:lnTo>
                  <a:lnTo>
                    <a:pt x="11938" y="201726"/>
                  </a:lnTo>
                  <a:lnTo>
                    <a:pt x="23037" y="201726"/>
                  </a:lnTo>
                  <a:lnTo>
                    <a:pt x="23037" y="196494"/>
                  </a:lnTo>
                  <a:lnTo>
                    <a:pt x="11938" y="196494"/>
                  </a:lnTo>
                  <a:lnTo>
                    <a:pt x="11938" y="187617"/>
                  </a:lnTo>
                  <a:lnTo>
                    <a:pt x="23037" y="187617"/>
                  </a:lnTo>
                  <a:lnTo>
                    <a:pt x="23037" y="182384"/>
                  </a:lnTo>
                  <a:lnTo>
                    <a:pt x="11938" y="182384"/>
                  </a:lnTo>
                  <a:lnTo>
                    <a:pt x="11938" y="142163"/>
                  </a:lnTo>
                  <a:lnTo>
                    <a:pt x="23037" y="142163"/>
                  </a:lnTo>
                  <a:lnTo>
                    <a:pt x="23037" y="136931"/>
                  </a:lnTo>
                  <a:lnTo>
                    <a:pt x="11938" y="136931"/>
                  </a:lnTo>
                  <a:lnTo>
                    <a:pt x="11938" y="128054"/>
                  </a:lnTo>
                  <a:lnTo>
                    <a:pt x="23037" y="128054"/>
                  </a:lnTo>
                  <a:lnTo>
                    <a:pt x="23037" y="122821"/>
                  </a:lnTo>
                  <a:lnTo>
                    <a:pt x="11938" y="122821"/>
                  </a:lnTo>
                  <a:lnTo>
                    <a:pt x="11938" y="113944"/>
                  </a:lnTo>
                  <a:lnTo>
                    <a:pt x="23037" y="113944"/>
                  </a:lnTo>
                  <a:lnTo>
                    <a:pt x="23037" y="108712"/>
                  </a:lnTo>
                  <a:lnTo>
                    <a:pt x="11938" y="108712"/>
                  </a:lnTo>
                  <a:lnTo>
                    <a:pt x="11938" y="63246"/>
                  </a:lnTo>
                  <a:lnTo>
                    <a:pt x="23037" y="63246"/>
                  </a:lnTo>
                  <a:lnTo>
                    <a:pt x="23037" y="58013"/>
                  </a:lnTo>
                  <a:lnTo>
                    <a:pt x="11938" y="58013"/>
                  </a:lnTo>
                  <a:lnTo>
                    <a:pt x="11938" y="49149"/>
                  </a:lnTo>
                  <a:lnTo>
                    <a:pt x="23037" y="49149"/>
                  </a:lnTo>
                  <a:lnTo>
                    <a:pt x="23037" y="43903"/>
                  </a:lnTo>
                  <a:lnTo>
                    <a:pt x="11938" y="43903"/>
                  </a:lnTo>
                  <a:lnTo>
                    <a:pt x="11938" y="35039"/>
                  </a:lnTo>
                  <a:lnTo>
                    <a:pt x="23037" y="35039"/>
                  </a:lnTo>
                  <a:lnTo>
                    <a:pt x="23037" y="29806"/>
                  </a:lnTo>
                  <a:lnTo>
                    <a:pt x="11938" y="29806"/>
                  </a:lnTo>
                  <a:lnTo>
                    <a:pt x="11938" y="21590"/>
                  </a:lnTo>
                  <a:lnTo>
                    <a:pt x="23037" y="21590"/>
                  </a:lnTo>
                  <a:lnTo>
                    <a:pt x="23037" y="0"/>
                  </a:lnTo>
                  <a:lnTo>
                    <a:pt x="0" y="0"/>
                  </a:lnTo>
                  <a:lnTo>
                    <a:pt x="0" y="21590"/>
                  </a:lnTo>
                  <a:lnTo>
                    <a:pt x="0" y="29806"/>
                  </a:lnTo>
                  <a:lnTo>
                    <a:pt x="0" y="250190"/>
                  </a:lnTo>
                  <a:lnTo>
                    <a:pt x="232181" y="250190"/>
                  </a:lnTo>
                  <a:lnTo>
                    <a:pt x="232181" y="225336"/>
                  </a:lnTo>
                  <a:lnTo>
                    <a:pt x="232181" y="224790"/>
                  </a:lnTo>
                  <a:lnTo>
                    <a:pt x="232181" y="215836"/>
                  </a:lnTo>
                  <a:lnTo>
                    <a:pt x="232308" y="215836"/>
                  </a:lnTo>
                  <a:lnTo>
                    <a:pt x="232308" y="210604"/>
                  </a:lnTo>
                  <a:lnTo>
                    <a:pt x="232181" y="210604"/>
                  </a:lnTo>
                  <a:lnTo>
                    <a:pt x="232181" y="201726"/>
                  </a:lnTo>
                  <a:lnTo>
                    <a:pt x="232308" y="201726"/>
                  </a:lnTo>
                  <a:lnTo>
                    <a:pt x="232308" y="196494"/>
                  </a:lnTo>
                  <a:lnTo>
                    <a:pt x="232181" y="196494"/>
                  </a:lnTo>
                  <a:lnTo>
                    <a:pt x="232181" y="187617"/>
                  </a:lnTo>
                  <a:lnTo>
                    <a:pt x="232308" y="187617"/>
                  </a:lnTo>
                  <a:lnTo>
                    <a:pt x="232308" y="182384"/>
                  </a:lnTo>
                  <a:lnTo>
                    <a:pt x="232181" y="182384"/>
                  </a:lnTo>
                  <a:lnTo>
                    <a:pt x="232181" y="142163"/>
                  </a:lnTo>
                  <a:lnTo>
                    <a:pt x="232308" y="142163"/>
                  </a:lnTo>
                  <a:lnTo>
                    <a:pt x="232308" y="136931"/>
                  </a:lnTo>
                  <a:lnTo>
                    <a:pt x="232181" y="136931"/>
                  </a:lnTo>
                  <a:lnTo>
                    <a:pt x="232181" y="128054"/>
                  </a:lnTo>
                  <a:lnTo>
                    <a:pt x="232308" y="128054"/>
                  </a:lnTo>
                  <a:lnTo>
                    <a:pt x="232308" y="122821"/>
                  </a:lnTo>
                  <a:lnTo>
                    <a:pt x="232181" y="122821"/>
                  </a:lnTo>
                  <a:lnTo>
                    <a:pt x="232181" y="113944"/>
                  </a:lnTo>
                  <a:lnTo>
                    <a:pt x="232308" y="113944"/>
                  </a:lnTo>
                  <a:lnTo>
                    <a:pt x="232308" y="108712"/>
                  </a:lnTo>
                  <a:lnTo>
                    <a:pt x="232181" y="108712"/>
                  </a:lnTo>
                  <a:lnTo>
                    <a:pt x="232181" y="63258"/>
                  </a:lnTo>
                  <a:lnTo>
                    <a:pt x="232308" y="63258"/>
                  </a:lnTo>
                  <a:lnTo>
                    <a:pt x="232308" y="58026"/>
                  </a:lnTo>
                  <a:lnTo>
                    <a:pt x="232181" y="58026"/>
                  </a:lnTo>
                  <a:lnTo>
                    <a:pt x="232181" y="49149"/>
                  </a:lnTo>
                  <a:lnTo>
                    <a:pt x="232308" y="49149"/>
                  </a:lnTo>
                  <a:lnTo>
                    <a:pt x="232308" y="43903"/>
                  </a:lnTo>
                  <a:lnTo>
                    <a:pt x="232181" y="43903"/>
                  </a:lnTo>
                  <a:lnTo>
                    <a:pt x="232181" y="35039"/>
                  </a:lnTo>
                  <a:lnTo>
                    <a:pt x="232308" y="35039"/>
                  </a:lnTo>
                  <a:lnTo>
                    <a:pt x="232308" y="29806"/>
                  </a:lnTo>
                  <a:close/>
                </a:path>
              </a:pathLst>
            </a:custGeom>
            <a:solidFill>
              <a:srgbClr val="A4271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" name="object 505" descr=""/>
            <p:cNvSpPr/>
            <p:nvPr/>
          </p:nvSpPr>
          <p:spPr>
            <a:xfrm>
              <a:off x="17521962" y="6681946"/>
              <a:ext cx="232410" cy="250190"/>
            </a:xfrm>
            <a:custGeom>
              <a:avLst/>
              <a:gdLst/>
              <a:ahLst/>
              <a:cxnLst/>
              <a:rect l="l" t="t" r="r" b="b"/>
              <a:pathLst>
                <a:path w="232409" h="250190">
                  <a:moveTo>
                    <a:pt x="232181" y="0"/>
                  </a:moveTo>
                  <a:lnTo>
                    <a:pt x="221157" y="0"/>
                  </a:lnTo>
                  <a:lnTo>
                    <a:pt x="221157" y="21590"/>
                  </a:lnTo>
                  <a:lnTo>
                    <a:pt x="221157" y="224790"/>
                  </a:lnTo>
                  <a:lnTo>
                    <a:pt x="134861" y="224790"/>
                  </a:lnTo>
                  <a:lnTo>
                    <a:pt x="134861" y="21590"/>
                  </a:lnTo>
                  <a:lnTo>
                    <a:pt x="221157" y="21590"/>
                  </a:lnTo>
                  <a:lnTo>
                    <a:pt x="221157" y="0"/>
                  </a:lnTo>
                  <a:lnTo>
                    <a:pt x="105994" y="0"/>
                  </a:lnTo>
                  <a:lnTo>
                    <a:pt x="105994" y="21590"/>
                  </a:lnTo>
                  <a:lnTo>
                    <a:pt x="105994" y="224790"/>
                  </a:lnTo>
                  <a:lnTo>
                    <a:pt x="11938" y="224790"/>
                  </a:lnTo>
                  <a:lnTo>
                    <a:pt x="11938" y="21590"/>
                  </a:lnTo>
                  <a:lnTo>
                    <a:pt x="105994" y="21590"/>
                  </a:lnTo>
                  <a:lnTo>
                    <a:pt x="105994" y="0"/>
                  </a:lnTo>
                  <a:lnTo>
                    <a:pt x="0" y="0"/>
                  </a:lnTo>
                  <a:lnTo>
                    <a:pt x="0" y="21590"/>
                  </a:lnTo>
                  <a:lnTo>
                    <a:pt x="0" y="224790"/>
                  </a:lnTo>
                  <a:lnTo>
                    <a:pt x="0" y="250190"/>
                  </a:lnTo>
                  <a:lnTo>
                    <a:pt x="232181" y="250190"/>
                  </a:lnTo>
                  <a:lnTo>
                    <a:pt x="232181" y="225336"/>
                  </a:lnTo>
                  <a:lnTo>
                    <a:pt x="232181" y="224790"/>
                  </a:lnTo>
                  <a:lnTo>
                    <a:pt x="232181" y="21590"/>
                  </a:lnTo>
                  <a:lnTo>
                    <a:pt x="232181" y="20993"/>
                  </a:lnTo>
                  <a:lnTo>
                    <a:pt x="232181" y="0"/>
                  </a:lnTo>
                  <a:close/>
                </a:path>
              </a:pathLst>
            </a:custGeom>
            <a:solidFill>
              <a:srgbClr val="0F171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" name="object 506" descr=""/>
            <p:cNvSpPr/>
            <p:nvPr/>
          </p:nvSpPr>
          <p:spPr>
            <a:xfrm>
              <a:off x="15865323" y="6596856"/>
              <a:ext cx="357505" cy="349250"/>
            </a:xfrm>
            <a:custGeom>
              <a:avLst/>
              <a:gdLst/>
              <a:ahLst/>
              <a:cxnLst/>
              <a:rect l="l" t="t" r="r" b="b"/>
              <a:pathLst>
                <a:path w="357505" h="349250">
                  <a:moveTo>
                    <a:pt x="357073" y="0"/>
                  </a:moveTo>
                  <a:lnTo>
                    <a:pt x="323799" y="0"/>
                  </a:lnTo>
                  <a:lnTo>
                    <a:pt x="323799" y="29210"/>
                  </a:lnTo>
                  <a:lnTo>
                    <a:pt x="323799" y="41173"/>
                  </a:lnTo>
                  <a:lnTo>
                    <a:pt x="323799" y="313690"/>
                  </a:lnTo>
                  <a:lnTo>
                    <a:pt x="312204" y="313690"/>
                  </a:lnTo>
                  <a:lnTo>
                    <a:pt x="312204" y="300863"/>
                  </a:lnTo>
                  <a:lnTo>
                    <a:pt x="323799" y="300863"/>
                  </a:lnTo>
                  <a:lnTo>
                    <a:pt x="323799" y="293560"/>
                  </a:lnTo>
                  <a:lnTo>
                    <a:pt x="312204" y="293560"/>
                  </a:lnTo>
                  <a:lnTo>
                    <a:pt x="312204" y="281165"/>
                  </a:lnTo>
                  <a:lnTo>
                    <a:pt x="323799" y="281165"/>
                  </a:lnTo>
                  <a:lnTo>
                    <a:pt x="323799" y="273862"/>
                  </a:lnTo>
                  <a:lnTo>
                    <a:pt x="312204" y="273862"/>
                  </a:lnTo>
                  <a:lnTo>
                    <a:pt x="312204" y="261480"/>
                  </a:lnTo>
                  <a:lnTo>
                    <a:pt x="323799" y="261480"/>
                  </a:lnTo>
                  <a:lnTo>
                    <a:pt x="323799" y="254165"/>
                  </a:lnTo>
                  <a:lnTo>
                    <a:pt x="312204" y="254165"/>
                  </a:lnTo>
                  <a:lnTo>
                    <a:pt x="312204" y="198018"/>
                  </a:lnTo>
                  <a:lnTo>
                    <a:pt x="323799" y="198018"/>
                  </a:lnTo>
                  <a:lnTo>
                    <a:pt x="323799" y="190715"/>
                  </a:lnTo>
                  <a:lnTo>
                    <a:pt x="312204" y="190715"/>
                  </a:lnTo>
                  <a:lnTo>
                    <a:pt x="312204" y="178320"/>
                  </a:lnTo>
                  <a:lnTo>
                    <a:pt x="323799" y="178320"/>
                  </a:lnTo>
                  <a:lnTo>
                    <a:pt x="323799" y="171018"/>
                  </a:lnTo>
                  <a:lnTo>
                    <a:pt x="312204" y="171018"/>
                  </a:lnTo>
                  <a:lnTo>
                    <a:pt x="312204" y="158635"/>
                  </a:lnTo>
                  <a:lnTo>
                    <a:pt x="323799" y="158635"/>
                  </a:lnTo>
                  <a:lnTo>
                    <a:pt x="323799" y="151320"/>
                  </a:lnTo>
                  <a:lnTo>
                    <a:pt x="312204" y="151320"/>
                  </a:lnTo>
                  <a:lnTo>
                    <a:pt x="312204" y="87871"/>
                  </a:lnTo>
                  <a:lnTo>
                    <a:pt x="323799" y="87871"/>
                  </a:lnTo>
                  <a:lnTo>
                    <a:pt x="323799" y="80556"/>
                  </a:lnTo>
                  <a:lnTo>
                    <a:pt x="312204" y="80556"/>
                  </a:lnTo>
                  <a:lnTo>
                    <a:pt x="312204" y="68173"/>
                  </a:lnTo>
                  <a:lnTo>
                    <a:pt x="323799" y="68173"/>
                  </a:lnTo>
                  <a:lnTo>
                    <a:pt x="323799" y="60858"/>
                  </a:lnTo>
                  <a:lnTo>
                    <a:pt x="312204" y="60858"/>
                  </a:lnTo>
                  <a:lnTo>
                    <a:pt x="312204" y="48475"/>
                  </a:lnTo>
                  <a:lnTo>
                    <a:pt x="323799" y="48475"/>
                  </a:lnTo>
                  <a:lnTo>
                    <a:pt x="323799" y="41173"/>
                  </a:lnTo>
                  <a:lnTo>
                    <a:pt x="312204" y="41173"/>
                  </a:lnTo>
                  <a:lnTo>
                    <a:pt x="312204" y="29210"/>
                  </a:lnTo>
                  <a:lnTo>
                    <a:pt x="323799" y="29210"/>
                  </a:lnTo>
                  <a:lnTo>
                    <a:pt x="323799" y="0"/>
                  </a:lnTo>
                  <a:lnTo>
                    <a:pt x="304888" y="0"/>
                  </a:lnTo>
                  <a:lnTo>
                    <a:pt x="304888" y="29210"/>
                  </a:lnTo>
                  <a:lnTo>
                    <a:pt x="304888" y="41173"/>
                  </a:lnTo>
                  <a:lnTo>
                    <a:pt x="304888" y="313690"/>
                  </a:lnTo>
                  <a:lnTo>
                    <a:pt x="290779" y="313690"/>
                  </a:lnTo>
                  <a:lnTo>
                    <a:pt x="290779" y="300863"/>
                  </a:lnTo>
                  <a:lnTo>
                    <a:pt x="304888" y="300863"/>
                  </a:lnTo>
                  <a:lnTo>
                    <a:pt x="304888" y="293560"/>
                  </a:lnTo>
                  <a:lnTo>
                    <a:pt x="290779" y="293560"/>
                  </a:lnTo>
                  <a:lnTo>
                    <a:pt x="290779" y="281165"/>
                  </a:lnTo>
                  <a:lnTo>
                    <a:pt x="304888" y="281165"/>
                  </a:lnTo>
                  <a:lnTo>
                    <a:pt x="304888" y="273862"/>
                  </a:lnTo>
                  <a:lnTo>
                    <a:pt x="290779" y="273862"/>
                  </a:lnTo>
                  <a:lnTo>
                    <a:pt x="290779" y="261480"/>
                  </a:lnTo>
                  <a:lnTo>
                    <a:pt x="304888" y="261480"/>
                  </a:lnTo>
                  <a:lnTo>
                    <a:pt x="304888" y="254165"/>
                  </a:lnTo>
                  <a:lnTo>
                    <a:pt x="290779" y="254165"/>
                  </a:lnTo>
                  <a:lnTo>
                    <a:pt x="290779" y="198018"/>
                  </a:lnTo>
                  <a:lnTo>
                    <a:pt x="304888" y="198018"/>
                  </a:lnTo>
                  <a:lnTo>
                    <a:pt x="304888" y="190715"/>
                  </a:lnTo>
                  <a:lnTo>
                    <a:pt x="290779" y="190715"/>
                  </a:lnTo>
                  <a:lnTo>
                    <a:pt x="290779" y="178320"/>
                  </a:lnTo>
                  <a:lnTo>
                    <a:pt x="304888" y="178320"/>
                  </a:lnTo>
                  <a:lnTo>
                    <a:pt x="304888" y="171018"/>
                  </a:lnTo>
                  <a:lnTo>
                    <a:pt x="290779" y="171018"/>
                  </a:lnTo>
                  <a:lnTo>
                    <a:pt x="290779" y="158635"/>
                  </a:lnTo>
                  <a:lnTo>
                    <a:pt x="304888" y="158635"/>
                  </a:lnTo>
                  <a:lnTo>
                    <a:pt x="304888" y="151320"/>
                  </a:lnTo>
                  <a:lnTo>
                    <a:pt x="290779" y="151320"/>
                  </a:lnTo>
                  <a:lnTo>
                    <a:pt x="290779" y="87871"/>
                  </a:lnTo>
                  <a:lnTo>
                    <a:pt x="304888" y="87871"/>
                  </a:lnTo>
                  <a:lnTo>
                    <a:pt x="304888" y="80556"/>
                  </a:lnTo>
                  <a:lnTo>
                    <a:pt x="290779" y="80556"/>
                  </a:lnTo>
                  <a:lnTo>
                    <a:pt x="290779" y="68173"/>
                  </a:lnTo>
                  <a:lnTo>
                    <a:pt x="304888" y="68173"/>
                  </a:lnTo>
                  <a:lnTo>
                    <a:pt x="304888" y="60858"/>
                  </a:lnTo>
                  <a:lnTo>
                    <a:pt x="290779" y="60858"/>
                  </a:lnTo>
                  <a:lnTo>
                    <a:pt x="290779" y="48475"/>
                  </a:lnTo>
                  <a:lnTo>
                    <a:pt x="304888" y="48475"/>
                  </a:lnTo>
                  <a:lnTo>
                    <a:pt x="304888" y="41173"/>
                  </a:lnTo>
                  <a:lnTo>
                    <a:pt x="290779" y="41173"/>
                  </a:lnTo>
                  <a:lnTo>
                    <a:pt x="290779" y="29210"/>
                  </a:lnTo>
                  <a:lnTo>
                    <a:pt x="304888" y="29210"/>
                  </a:lnTo>
                  <a:lnTo>
                    <a:pt x="304888" y="0"/>
                  </a:lnTo>
                  <a:lnTo>
                    <a:pt x="283464" y="0"/>
                  </a:lnTo>
                  <a:lnTo>
                    <a:pt x="283464" y="29210"/>
                  </a:lnTo>
                  <a:lnTo>
                    <a:pt x="283464" y="41173"/>
                  </a:lnTo>
                  <a:lnTo>
                    <a:pt x="283464" y="313690"/>
                  </a:lnTo>
                  <a:lnTo>
                    <a:pt x="268808" y="313690"/>
                  </a:lnTo>
                  <a:lnTo>
                    <a:pt x="268808" y="300863"/>
                  </a:lnTo>
                  <a:lnTo>
                    <a:pt x="283464" y="300863"/>
                  </a:lnTo>
                  <a:lnTo>
                    <a:pt x="283464" y="293560"/>
                  </a:lnTo>
                  <a:lnTo>
                    <a:pt x="274548" y="293560"/>
                  </a:lnTo>
                  <a:lnTo>
                    <a:pt x="268808" y="293547"/>
                  </a:lnTo>
                  <a:lnTo>
                    <a:pt x="268808" y="281165"/>
                  </a:lnTo>
                  <a:lnTo>
                    <a:pt x="274548" y="281165"/>
                  </a:lnTo>
                  <a:lnTo>
                    <a:pt x="283464" y="281165"/>
                  </a:lnTo>
                  <a:lnTo>
                    <a:pt x="283464" y="273862"/>
                  </a:lnTo>
                  <a:lnTo>
                    <a:pt x="274548" y="273862"/>
                  </a:lnTo>
                  <a:lnTo>
                    <a:pt x="268808" y="273862"/>
                  </a:lnTo>
                  <a:lnTo>
                    <a:pt x="268808" y="261480"/>
                  </a:lnTo>
                  <a:lnTo>
                    <a:pt x="274548" y="261480"/>
                  </a:lnTo>
                  <a:lnTo>
                    <a:pt x="283464" y="261480"/>
                  </a:lnTo>
                  <a:lnTo>
                    <a:pt x="283464" y="254165"/>
                  </a:lnTo>
                  <a:lnTo>
                    <a:pt x="274548" y="254165"/>
                  </a:lnTo>
                  <a:lnTo>
                    <a:pt x="268808" y="254165"/>
                  </a:lnTo>
                  <a:lnTo>
                    <a:pt x="268808" y="198018"/>
                  </a:lnTo>
                  <a:lnTo>
                    <a:pt x="274548" y="198018"/>
                  </a:lnTo>
                  <a:lnTo>
                    <a:pt x="283464" y="198018"/>
                  </a:lnTo>
                  <a:lnTo>
                    <a:pt x="283464" y="190715"/>
                  </a:lnTo>
                  <a:lnTo>
                    <a:pt x="274548" y="190715"/>
                  </a:lnTo>
                  <a:lnTo>
                    <a:pt x="268808" y="190715"/>
                  </a:lnTo>
                  <a:lnTo>
                    <a:pt x="268808" y="178320"/>
                  </a:lnTo>
                  <a:lnTo>
                    <a:pt x="274548" y="178320"/>
                  </a:lnTo>
                  <a:lnTo>
                    <a:pt x="283464" y="178320"/>
                  </a:lnTo>
                  <a:lnTo>
                    <a:pt x="283464" y="171018"/>
                  </a:lnTo>
                  <a:lnTo>
                    <a:pt x="274548" y="171018"/>
                  </a:lnTo>
                  <a:lnTo>
                    <a:pt x="268808" y="171018"/>
                  </a:lnTo>
                  <a:lnTo>
                    <a:pt x="268808" y="158635"/>
                  </a:lnTo>
                  <a:lnTo>
                    <a:pt x="274548" y="158635"/>
                  </a:lnTo>
                  <a:lnTo>
                    <a:pt x="283464" y="158635"/>
                  </a:lnTo>
                  <a:lnTo>
                    <a:pt x="283464" y="151320"/>
                  </a:lnTo>
                  <a:lnTo>
                    <a:pt x="274548" y="151320"/>
                  </a:lnTo>
                  <a:lnTo>
                    <a:pt x="268808" y="151320"/>
                  </a:lnTo>
                  <a:lnTo>
                    <a:pt x="268808" y="87871"/>
                  </a:lnTo>
                  <a:lnTo>
                    <a:pt x="274548" y="87871"/>
                  </a:lnTo>
                  <a:lnTo>
                    <a:pt x="283464" y="87871"/>
                  </a:lnTo>
                  <a:lnTo>
                    <a:pt x="283464" y="80556"/>
                  </a:lnTo>
                  <a:lnTo>
                    <a:pt x="274548" y="80556"/>
                  </a:lnTo>
                  <a:lnTo>
                    <a:pt x="268808" y="80556"/>
                  </a:lnTo>
                  <a:lnTo>
                    <a:pt x="268808" y="68173"/>
                  </a:lnTo>
                  <a:lnTo>
                    <a:pt x="274548" y="68173"/>
                  </a:lnTo>
                  <a:lnTo>
                    <a:pt x="283464" y="68173"/>
                  </a:lnTo>
                  <a:lnTo>
                    <a:pt x="283464" y="60858"/>
                  </a:lnTo>
                  <a:lnTo>
                    <a:pt x="274548" y="60858"/>
                  </a:lnTo>
                  <a:lnTo>
                    <a:pt x="268808" y="60858"/>
                  </a:lnTo>
                  <a:lnTo>
                    <a:pt x="268808" y="48475"/>
                  </a:lnTo>
                  <a:lnTo>
                    <a:pt x="274548" y="48475"/>
                  </a:lnTo>
                  <a:lnTo>
                    <a:pt x="283464" y="48475"/>
                  </a:lnTo>
                  <a:lnTo>
                    <a:pt x="283464" y="41173"/>
                  </a:lnTo>
                  <a:lnTo>
                    <a:pt x="274548" y="41173"/>
                  </a:lnTo>
                  <a:lnTo>
                    <a:pt x="268808" y="41173"/>
                  </a:lnTo>
                  <a:lnTo>
                    <a:pt x="268808" y="29210"/>
                  </a:lnTo>
                  <a:lnTo>
                    <a:pt x="283464" y="29210"/>
                  </a:lnTo>
                  <a:lnTo>
                    <a:pt x="283464" y="0"/>
                  </a:lnTo>
                  <a:lnTo>
                    <a:pt x="261505" y="0"/>
                  </a:lnTo>
                  <a:lnTo>
                    <a:pt x="261505" y="29210"/>
                  </a:lnTo>
                  <a:lnTo>
                    <a:pt x="261505" y="41173"/>
                  </a:lnTo>
                  <a:lnTo>
                    <a:pt x="261505" y="313690"/>
                  </a:lnTo>
                  <a:lnTo>
                    <a:pt x="247383" y="313690"/>
                  </a:lnTo>
                  <a:lnTo>
                    <a:pt x="247383" y="300863"/>
                  </a:lnTo>
                  <a:lnTo>
                    <a:pt x="261505" y="300863"/>
                  </a:lnTo>
                  <a:lnTo>
                    <a:pt x="261505" y="293547"/>
                  </a:lnTo>
                  <a:lnTo>
                    <a:pt x="247383" y="293547"/>
                  </a:lnTo>
                  <a:lnTo>
                    <a:pt x="247383" y="281165"/>
                  </a:lnTo>
                  <a:lnTo>
                    <a:pt x="261505" y="281165"/>
                  </a:lnTo>
                  <a:lnTo>
                    <a:pt x="261505" y="273862"/>
                  </a:lnTo>
                  <a:lnTo>
                    <a:pt x="247383" y="273862"/>
                  </a:lnTo>
                  <a:lnTo>
                    <a:pt x="247383" y="261480"/>
                  </a:lnTo>
                  <a:lnTo>
                    <a:pt x="261505" y="261480"/>
                  </a:lnTo>
                  <a:lnTo>
                    <a:pt x="261505" y="254165"/>
                  </a:lnTo>
                  <a:lnTo>
                    <a:pt x="247383" y="254165"/>
                  </a:lnTo>
                  <a:lnTo>
                    <a:pt x="247383" y="198018"/>
                  </a:lnTo>
                  <a:lnTo>
                    <a:pt x="261505" y="198018"/>
                  </a:lnTo>
                  <a:lnTo>
                    <a:pt x="261505" y="190715"/>
                  </a:lnTo>
                  <a:lnTo>
                    <a:pt x="247383" y="190715"/>
                  </a:lnTo>
                  <a:lnTo>
                    <a:pt x="247383" y="178320"/>
                  </a:lnTo>
                  <a:lnTo>
                    <a:pt x="261505" y="178320"/>
                  </a:lnTo>
                  <a:lnTo>
                    <a:pt x="261505" y="171018"/>
                  </a:lnTo>
                  <a:lnTo>
                    <a:pt x="247383" y="171018"/>
                  </a:lnTo>
                  <a:lnTo>
                    <a:pt x="247383" y="158635"/>
                  </a:lnTo>
                  <a:lnTo>
                    <a:pt x="261505" y="158635"/>
                  </a:lnTo>
                  <a:lnTo>
                    <a:pt x="261505" y="151320"/>
                  </a:lnTo>
                  <a:lnTo>
                    <a:pt x="247383" y="151320"/>
                  </a:lnTo>
                  <a:lnTo>
                    <a:pt x="247383" y="87871"/>
                  </a:lnTo>
                  <a:lnTo>
                    <a:pt x="261505" y="87871"/>
                  </a:lnTo>
                  <a:lnTo>
                    <a:pt x="261505" y="80556"/>
                  </a:lnTo>
                  <a:lnTo>
                    <a:pt x="247383" y="80556"/>
                  </a:lnTo>
                  <a:lnTo>
                    <a:pt x="247383" y="68173"/>
                  </a:lnTo>
                  <a:lnTo>
                    <a:pt x="261505" y="68173"/>
                  </a:lnTo>
                  <a:lnTo>
                    <a:pt x="261505" y="60858"/>
                  </a:lnTo>
                  <a:lnTo>
                    <a:pt x="247383" y="60858"/>
                  </a:lnTo>
                  <a:lnTo>
                    <a:pt x="247383" y="48475"/>
                  </a:lnTo>
                  <a:lnTo>
                    <a:pt x="261505" y="48475"/>
                  </a:lnTo>
                  <a:lnTo>
                    <a:pt x="261505" y="41173"/>
                  </a:lnTo>
                  <a:lnTo>
                    <a:pt x="247383" y="41173"/>
                  </a:lnTo>
                  <a:lnTo>
                    <a:pt x="247383" y="29210"/>
                  </a:lnTo>
                  <a:lnTo>
                    <a:pt x="261505" y="29210"/>
                  </a:lnTo>
                  <a:lnTo>
                    <a:pt x="261505" y="0"/>
                  </a:lnTo>
                  <a:lnTo>
                    <a:pt x="240080" y="0"/>
                  </a:lnTo>
                  <a:lnTo>
                    <a:pt x="240080" y="29210"/>
                  </a:lnTo>
                  <a:lnTo>
                    <a:pt x="240080" y="41173"/>
                  </a:lnTo>
                  <a:lnTo>
                    <a:pt x="240080" y="313690"/>
                  </a:lnTo>
                  <a:lnTo>
                    <a:pt x="225945" y="313690"/>
                  </a:lnTo>
                  <a:lnTo>
                    <a:pt x="225945" y="300863"/>
                  </a:lnTo>
                  <a:lnTo>
                    <a:pt x="240080" y="300863"/>
                  </a:lnTo>
                  <a:lnTo>
                    <a:pt x="240080" y="293547"/>
                  </a:lnTo>
                  <a:lnTo>
                    <a:pt x="225945" y="293547"/>
                  </a:lnTo>
                  <a:lnTo>
                    <a:pt x="225945" y="281165"/>
                  </a:lnTo>
                  <a:lnTo>
                    <a:pt x="240080" y="281165"/>
                  </a:lnTo>
                  <a:lnTo>
                    <a:pt x="240080" y="273862"/>
                  </a:lnTo>
                  <a:lnTo>
                    <a:pt x="225945" y="273862"/>
                  </a:lnTo>
                  <a:lnTo>
                    <a:pt x="225945" y="261480"/>
                  </a:lnTo>
                  <a:lnTo>
                    <a:pt x="240080" y="261480"/>
                  </a:lnTo>
                  <a:lnTo>
                    <a:pt x="240080" y="254165"/>
                  </a:lnTo>
                  <a:lnTo>
                    <a:pt x="225945" y="254165"/>
                  </a:lnTo>
                  <a:lnTo>
                    <a:pt x="225945" y="198018"/>
                  </a:lnTo>
                  <a:lnTo>
                    <a:pt x="240080" y="198018"/>
                  </a:lnTo>
                  <a:lnTo>
                    <a:pt x="240080" y="190715"/>
                  </a:lnTo>
                  <a:lnTo>
                    <a:pt x="225945" y="190715"/>
                  </a:lnTo>
                  <a:lnTo>
                    <a:pt x="225945" y="178320"/>
                  </a:lnTo>
                  <a:lnTo>
                    <a:pt x="240080" y="178320"/>
                  </a:lnTo>
                  <a:lnTo>
                    <a:pt x="240080" y="171018"/>
                  </a:lnTo>
                  <a:lnTo>
                    <a:pt x="225945" y="171018"/>
                  </a:lnTo>
                  <a:lnTo>
                    <a:pt x="225945" y="158635"/>
                  </a:lnTo>
                  <a:lnTo>
                    <a:pt x="240080" y="158635"/>
                  </a:lnTo>
                  <a:lnTo>
                    <a:pt x="240080" y="151320"/>
                  </a:lnTo>
                  <a:lnTo>
                    <a:pt x="225945" y="151320"/>
                  </a:lnTo>
                  <a:lnTo>
                    <a:pt x="225945" y="87871"/>
                  </a:lnTo>
                  <a:lnTo>
                    <a:pt x="240080" y="87871"/>
                  </a:lnTo>
                  <a:lnTo>
                    <a:pt x="240080" y="80556"/>
                  </a:lnTo>
                  <a:lnTo>
                    <a:pt x="225945" y="80556"/>
                  </a:lnTo>
                  <a:lnTo>
                    <a:pt x="225945" y="68173"/>
                  </a:lnTo>
                  <a:lnTo>
                    <a:pt x="240080" y="68173"/>
                  </a:lnTo>
                  <a:lnTo>
                    <a:pt x="240080" y="60858"/>
                  </a:lnTo>
                  <a:lnTo>
                    <a:pt x="225945" y="60858"/>
                  </a:lnTo>
                  <a:lnTo>
                    <a:pt x="225945" y="48475"/>
                  </a:lnTo>
                  <a:lnTo>
                    <a:pt x="240080" y="48475"/>
                  </a:lnTo>
                  <a:lnTo>
                    <a:pt x="240080" y="41173"/>
                  </a:lnTo>
                  <a:lnTo>
                    <a:pt x="225945" y="41173"/>
                  </a:lnTo>
                  <a:lnTo>
                    <a:pt x="225945" y="29210"/>
                  </a:lnTo>
                  <a:lnTo>
                    <a:pt x="240080" y="29210"/>
                  </a:lnTo>
                  <a:lnTo>
                    <a:pt x="240080" y="0"/>
                  </a:lnTo>
                  <a:lnTo>
                    <a:pt x="218643" y="0"/>
                  </a:lnTo>
                  <a:lnTo>
                    <a:pt x="218643" y="29210"/>
                  </a:lnTo>
                  <a:lnTo>
                    <a:pt x="218643" y="41173"/>
                  </a:lnTo>
                  <a:lnTo>
                    <a:pt x="218643" y="313690"/>
                  </a:lnTo>
                  <a:lnTo>
                    <a:pt x="203352" y="313690"/>
                  </a:lnTo>
                  <a:lnTo>
                    <a:pt x="203352" y="300863"/>
                  </a:lnTo>
                  <a:lnTo>
                    <a:pt x="218643" y="300863"/>
                  </a:lnTo>
                  <a:lnTo>
                    <a:pt x="218643" y="293547"/>
                  </a:lnTo>
                  <a:lnTo>
                    <a:pt x="203352" y="293547"/>
                  </a:lnTo>
                  <a:lnTo>
                    <a:pt x="203352" y="281165"/>
                  </a:lnTo>
                  <a:lnTo>
                    <a:pt x="218643" y="281165"/>
                  </a:lnTo>
                  <a:lnTo>
                    <a:pt x="218643" y="273862"/>
                  </a:lnTo>
                  <a:lnTo>
                    <a:pt x="203352" y="273862"/>
                  </a:lnTo>
                  <a:lnTo>
                    <a:pt x="203352" y="261480"/>
                  </a:lnTo>
                  <a:lnTo>
                    <a:pt x="218643" y="261480"/>
                  </a:lnTo>
                  <a:lnTo>
                    <a:pt x="218643" y="254165"/>
                  </a:lnTo>
                  <a:lnTo>
                    <a:pt x="203352" y="254165"/>
                  </a:lnTo>
                  <a:lnTo>
                    <a:pt x="203352" y="198018"/>
                  </a:lnTo>
                  <a:lnTo>
                    <a:pt x="218643" y="198018"/>
                  </a:lnTo>
                  <a:lnTo>
                    <a:pt x="218643" y="190715"/>
                  </a:lnTo>
                  <a:lnTo>
                    <a:pt x="203352" y="190715"/>
                  </a:lnTo>
                  <a:lnTo>
                    <a:pt x="203352" y="178320"/>
                  </a:lnTo>
                  <a:lnTo>
                    <a:pt x="218643" y="178320"/>
                  </a:lnTo>
                  <a:lnTo>
                    <a:pt x="218643" y="171018"/>
                  </a:lnTo>
                  <a:lnTo>
                    <a:pt x="203352" y="171018"/>
                  </a:lnTo>
                  <a:lnTo>
                    <a:pt x="203352" y="158635"/>
                  </a:lnTo>
                  <a:lnTo>
                    <a:pt x="218643" y="158635"/>
                  </a:lnTo>
                  <a:lnTo>
                    <a:pt x="218643" y="151320"/>
                  </a:lnTo>
                  <a:lnTo>
                    <a:pt x="203352" y="151320"/>
                  </a:lnTo>
                  <a:lnTo>
                    <a:pt x="203352" y="87871"/>
                  </a:lnTo>
                  <a:lnTo>
                    <a:pt x="218643" y="87871"/>
                  </a:lnTo>
                  <a:lnTo>
                    <a:pt x="218643" y="80556"/>
                  </a:lnTo>
                  <a:lnTo>
                    <a:pt x="203352" y="80556"/>
                  </a:lnTo>
                  <a:lnTo>
                    <a:pt x="203352" y="68173"/>
                  </a:lnTo>
                  <a:lnTo>
                    <a:pt x="218643" y="68173"/>
                  </a:lnTo>
                  <a:lnTo>
                    <a:pt x="218643" y="60858"/>
                  </a:lnTo>
                  <a:lnTo>
                    <a:pt x="203352" y="60858"/>
                  </a:lnTo>
                  <a:lnTo>
                    <a:pt x="203352" y="48475"/>
                  </a:lnTo>
                  <a:lnTo>
                    <a:pt x="218643" y="48475"/>
                  </a:lnTo>
                  <a:lnTo>
                    <a:pt x="218643" y="41173"/>
                  </a:lnTo>
                  <a:lnTo>
                    <a:pt x="203352" y="41173"/>
                  </a:lnTo>
                  <a:lnTo>
                    <a:pt x="203352" y="29210"/>
                  </a:lnTo>
                  <a:lnTo>
                    <a:pt x="218643" y="29210"/>
                  </a:lnTo>
                  <a:lnTo>
                    <a:pt x="218643" y="0"/>
                  </a:lnTo>
                  <a:lnTo>
                    <a:pt x="163055" y="0"/>
                  </a:lnTo>
                  <a:lnTo>
                    <a:pt x="163055" y="29210"/>
                  </a:lnTo>
                  <a:lnTo>
                    <a:pt x="163055" y="41173"/>
                  </a:lnTo>
                  <a:lnTo>
                    <a:pt x="163055" y="313690"/>
                  </a:lnTo>
                  <a:lnTo>
                    <a:pt x="161683" y="313690"/>
                  </a:lnTo>
                  <a:lnTo>
                    <a:pt x="161683" y="300863"/>
                  </a:lnTo>
                  <a:lnTo>
                    <a:pt x="163055" y="300863"/>
                  </a:lnTo>
                  <a:lnTo>
                    <a:pt x="163055" y="293547"/>
                  </a:lnTo>
                  <a:lnTo>
                    <a:pt x="161683" y="293547"/>
                  </a:lnTo>
                  <a:lnTo>
                    <a:pt x="161683" y="281165"/>
                  </a:lnTo>
                  <a:lnTo>
                    <a:pt x="163055" y="281165"/>
                  </a:lnTo>
                  <a:lnTo>
                    <a:pt x="163055" y="273862"/>
                  </a:lnTo>
                  <a:lnTo>
                    <a:pt x="161683" y="273862"/>
                  </a:lnTo>
                  <a:lnTo>
                    <a:pt x="161683" y="261480"/>
                  </a:lnTo>
                  <a:lnTo>
                    <a:pt x="163055" y="261480"/>
                  </a:lnTo>
                  <a:lnTo>
                    <a:pt x="163055" y="254165"/>
                  </a:lnTo>
                  <a:lnTo>
                    <a:pt x="161683" y="254165"/>
                  </a:lnTo>
                  <a:lnTo>
                    <a:pt x="161683" y="198018"/>
                  </a:lnTo>
                  <a:lnTo>
                    <a:pt x="163055" y="198018"/>
                  </a:lnTo>
                  <a:lnTo>
                    <a:pt x="163055" y="190715"/>
                  </a:lnTo>
                  <a:lnTo>
                    <a:pt x="161683" y="190715"/>
                  </a:lnTo>
                  <a:lnTo>
                    <a:pt x="161683" y="178320"/>
                  </a:lnTo>
                  <a:lnTo>
                    <a:pt x="163055" y="178320"/>
                  </a:lnTo>
                  <a:lnTo>
                    <a:pt x="163055" y="171018"/>
                  </a:lnTo>
                  <a:lnTo>
                    <a:pt x="161683" y="171018"/>
                  </a:lnTo>
                  <a:lnTo>
                    <a:pt x="161683" y="158635"/>
                  </a:lnTo>
                  <a:lnTo>
                    <a:pt x="163055" y="158635"/>
                  </a:lnTo>
                  <a:lnTo>
                    <a:pt x="163055" y="151320"/>
                  </a:lnTo>
                  <a:lnTo>
                    <a:pt x="161683" y="151320"/>
                  </a:lnTo>
                  <a:lnTo>
                    <a:pt x="161683" y="87871"/>
                  </a:lnTo>
                  <a:lnTo>
                    <a:pt x="163055" y="87871"/>
                  </a:lnTo>
                  <a:lnTo>
                    <a:pt x="163055" y="80556"/>
                  </a:lnTo>
                  <a:lnTo>
                    <a:pt x="161683" y="80556"/>
                  </a:lnTo>
                  <a:lnTo>
                    <a:pt x="161683" y="68173"/>
                  </a:lnTo>
                  <a:lnTo>
                    <a:pt x="163055" y="68173"/>
                  </a:lnTo>
                  <a:lnTo>
                    <a:pt x="163055" y="60858"/>
                  </a:lnTo>
                  <a:lnTo>
                    <a:pt x="161683" y="60858"/>
                  </a:lnTo>
                  <a:lnTo>
                    <a:pt x="161683" y="48475"/>
                  </a:lnTo>
                  <a:lnTo>
                    <a:pt x="163055" y="48475"/>
                  </a:lnTo>
                  <a:lnTo>
                    <a:pt x="163055" y="41173"/>
                  </a:lnTo>
                  <a:lnTo>
                    <a:pt x="161683" y="41173"/>
                  </a:lnTo>
                  <a:lnTo>
                    <a:pt x="161683" y="29210"/>
                  </a:lnTo>
                  <a:lnTo>
                    <a:pt x="163055" y="29210"/>
                  </a:lnTo>
                  <a:lnTo>
                    <a:pt x="163055" y="0"/>
                  </a:lnTo>
                  <a:lnTo>
                    <a:pt x="154368" y="0"/>
                  </a:lnTo>
                  <a:lnTo>
                    <a:pt x="154368" y="29210"/>
                  </a:lnTo>
                  <a:lnTo>
                    <a:pt x="154368" y="41173"/>
                  </a:lnTo>
                  <a:lnTo>
                    <a:pt x="154368" y="313690"/>
                  </a:lnTo>
                  <a:lnTo>
                    <a:pt x="140258" y="313690"/>
                  </a:lnTo>
                  <a:lnTo>
                    <a:pt x="140258" y="300863"/>
                  </a:lnTo>
                  <a:lnTo>
                    <a:pt x="154368" y="300863"/>
                  </a:lnTo>
                  <a:lnTo>
                    <a:pt x="154368" y="293547"/>
                  </a:lnTo>
                  <a:lnTo>
                    <a:pt x="140258" y="293547"/>
                  </a:lnTo>
                  <a:lnTo>
                    <a:pt x="140258" y="281165"/>
                  </a:lnTo>
                  <a:lnTo>
                    <a:pt x="154368" y="281165"/>
                  </a:lnTo>
                  <a:lnTo>
                    <a:pt x="154368" y="273862"/>
                  </a:lnTo>
                  <a:lnTo>
                    <a:pt x="140258" y="273862"/>
                  </a:lnTo>
                  <a:lnTo>
                    <a:pt x="140258" y="261480"/>
                  </a:lnTo>
                  <a:lnTo>
                    <a:pt x="154368" y="261480"/>
                  </a:lnTo>
                  <a:lnTo>
                    <a:pt x="154368" y="254165"/>
                  </a:lnTo>
                  <a:lnTo>
                    <a:pt x="140258" y="254165"/>
                  </a:lnTo>
                  <a:lnTo>
                    <a:pt x="140258" y="198018"/>
                  </a:lnTo>
                  <a:lnTo>
                    <a:pt x="154368" y="198018"/>
                  </a:lnTo>
                  <a:lnTo>
                    <a:pt x="154368" y="190715"/>
                  </a:lnTo>
                  <a:lnTo>
                    <a:pt x="140258" y="190715"/>
                  </a:lnTo>
                  <a:lnTo>
                    <a:pt x="140258" y="178320"/>
                  </a:lnTo>
                  <a:lnTo>
                    <a:pt x="154368" y="178320"/>
                  </a:lnTo>
                  <a:lnTo>
                    <a:pt x="154368" y="171018"/>
                  </a:lnTo>
                  <a:lnTo>
                    <a:pt x="140258" y="171018"/>
                  </a:lnTo>
                  <a:lnTo>
                    <a:pt x="140258" y="158635"/>
                  </a:lnTo>
                  <a:lnTo>
                    <a:pt x="154368" y="158635"/>
                  </a:lnTo>
                  <a:lnTo>
                    <a:pt x="154368" y="151320"/>
                  </a:lnTo>
                  <a:lnTo>
                    <a:pt x="140258" y="151320"/>
                  </a:lnTo>
                  <a:lnTo>
                    <a:pt x="140258" y="87871"/>
                  </a:lnTo>
                  <a:lnTo>
                    <a:pt x="154368" y="87871"/>
                  </a:lnTo>
                  <a:lnTo>
                    <a:pt x="154368" y="80556"/>
                  </a:lnTo>
                  <a:lnTo>
                    <a:pt x="140258" y="80556"/>
                  </a:lnTo>
                  <a:lnTo>
                    <a:pt x="140258" y="68173"/>
                  </a:lnTo>
                  <a:lnTo>
                    <a:pt x="154368" y="68173"/>
                  </a:lnTo>
                  <a:lnTo>
                    <a:pt x="154368" y="60858"/>
                  </a:lnTo>
                  <a:lnTo>
                    <a:pt x="140258" y="60858"/>
                  </a:lnTo>
                  <a:lnTo>
                    <a:pt x="140258" y="48475"/>
                  </a:lnTo>
                  <a:lnTo>
                    <a:pt x="154368" y="48475"/>
                  </a:lnTo>
                  <a:lnTo>
                    <a:pt x="154368" y="41173"/>
                  </a:lnTo>
                  <a:lnTo>
                    <a:pt x="140258" y="41173"/>
                  </a:lnTo>
                  <a:lnTo>
                    <a:pt x="140258" y="29210"/>
                  </a:lnTo>
                  <a:lnTo>
                    <a:pt x="154368" y="29210"/>
                  </a:lnTo>
                  <a:lnTo>
                    <a:pt x="154368" y="0"/>
                  </a:lnTo>
                  <a:lnTo>
                    <a:pt x="132943" y="0"/>
                  </a:lnTo>
                  <a:lnTo>
                    <a:pt x="132943" y="29210"/>
                  </a:lnTo>
                  <a:lnTo>
                    <a:pt x="132943" y="41173"/>
                  </a:lnTo>
                  <a:lnTo>
                    <a:pt x="132943" y="313690"/>
                  </a:lnTo>
                  <a:lnTo>
                    <a:pt x="118833" y="313690"/>
                  </a:lnTo>
                  <a:lnTo>
                    <a:pt x="118833" y="300863"/>
                  </a:lnTo>
                  <a:lnTo>
                    <a:pt x="132943" y="300863"/>
                  </a:lnTo>
                  <a:lnTo>
                    <a:pt x="132943" y="293547"/>
                  </a:lnTo>
                  <a:lnTo>
                    <a:pt x="118833" y="293547"/>
                  </a:lnTo>
                  <a:lnTo>
                    <a:pt x="118833" y="281165"/>
                  </a:lnTo>
                  <a:lnTo>
                    <a:pt x="132943" y="281165"/>
                  </a:lnTo>
                  <a:lnTo>
                    <a:pt x="132943" y="273862"/>
                  </a:lnTo>
                  <a:lnTo>
                    <a:pt x="118833" y="273862"/>
                  </a:lnTo>
                  <a:lnTo>
                    <a:pt x="118833" y="261480"/>
                  </a:lnTo>
                  <a:lnTo>
                    <a:pt x="132943" y="261480"/>
                  </a:lnTo>
                  <a:lnTo>
                    <a:pt x="132943" y="254165"/>
                  </a:lnTo>
                  <a:lnTo>
                    <a:pt x="118833" y="254165"/>
                  </a:lnTo>
                  <a:lnTo>
                    <a:pt x="118833" y="198018"/>
                  </a:lnTo>
                  <a:lnTo>
                    <a:pt x="132943" y="198018"/>
                  </a:lnTo>
                  <a:lnTo>
                    <a:pt x="132943" y="190715"/>
                  </a:lnTo>
                  <a:lnTo>
                    <a:pt x="118833" y="190715"/>
                  </a:lnTo>
                  <a:lnTo>
                    <a:pt x="118833" y="178320"/>
                  </a:lnTo>
                  <a:lnTo>
                    <a:pt x="132943" y="178320"/>
                  </a:lnTo>
                  <a:lnTo>
                    <a:pt x="132943" y="171018"/>
                  </a:lnTo>
                  <a:lnTo>
                    <a:pt x="118833" y="171018"/>
                  </a:lnTo>
                  <a:lnTo>
                    <a:pt x="118833" y="158635"/>
                  </a:lnTo>
                  <a:lnTo>
                    <a:pt x="132943" y="158635"/>
                  </a:lnTo>
                  <a:lnTo>
                    <a:pt x="132943" y="151320"/>
                  </a:lnTo>
                  <a:lnTo>
                    <a:pt x="118833" y="151320"/>
                  </a:lnTo>
                  <a:lnTo>
                    <a:pt x="118833" y="87871"/>
                  </a:lnTo>
                  <a:lnTo>
                    <a:pt x="132943" y="87871"/>
                  </a:lnTo>
                  <a:lnTo>
                    <a:pt x="132943" y="80556"/>
                  </a:lnTo>
                  <a:lnTo>
                    <a:pt x="118833" y="80556"/>
                  </a:lnTo>
                  <a:lnTo>
                    <a:pt x="118833" y="68173"/>
                  </a:lnTo>
                  <a:lnTo>
                    <a:pt x="132943" y="68173"/>
                  </a:lnTo>
                  <a:lnTo>
                    <a:pt x="132943" y="60858"/>
                  </a:lnTo>
                  <a:lnTo>
                    <a:pt x="118833" y="60858"/>
                  </a:lnTo>
                  <a:lnTo>
                    <a:pt x="118833" y="48475"/>
                  </a:lnTo>
                  <a:lnTo>
                    <a:pt x="132943" y="48475"/>
                  </a:lnTo>
                  <a:lnTo>
                    <a:pt x="132943" y="41173"/>
                  </a:lnTo>
                  <a:lnTo>
                    <a:pt x="118833" y="41173"/>
                  </a:lnTo>
                  <a:lnTo>
                    <a:pt x="118833" y="29210"/>
                  </a:lnTo>
                  <a:lnTo>
                    <a:pt x="132943" y="29210"/>
                  </a:lnTo>
                  <a:lnTo>
                    <a:pt x="132943" y="0"/>
                  </a:lnTo>
                  <a:lnTo>
                    <a:pt x="111531" y="0"/>
                  </a:lnTo>
                  <a:lnTo>
                    <a:pt x="111531" y="29210"/>
                  </a:lnTo>
                  <a:lnTo>
                    <a:pt x="111531" y="41173"/>
                  </a:lnTo>
                  <a:lnTo>
                    <a:pt x="111531" y="313690"/>
                  </a:lnTo>
                  <a:lnTo>
                    <a:pt x="97409" y="313690"/>
                  </a:lnTo>
                  <a:lnTo>
                    <a:pt x="97409" y="300863"/>
                  </a:lnTo>
                  <a:lnTo>
                    <a:pt x="111531" y="300863"/>
                  </a:lnTo>
                  <a:lnTo>
                    <a:pt x="111531" y="293547"/>
                  </a:lnTo>
                  <a:lnTo>
                    <a:pt x="97409" y="293547"/>
                  </a:lnTo>
                  <a:lnTo>
                    <a:pt x="97409" y="281165"/>
                  </a:lnTo>
                  <a:lnTo>
                    <a:pt x="111531" y="281165"/>
                  </a:lnTo>
                  <a:lnTo>
                    <a:pt x="111531" y="273862"/>
                  </a:lnTo>
                  <a:lnTo>
                    <a:pt x="97409" y="273862"/>
                  </a:lnTo>
                  <a:lnTo>
                    <a:pt x="97409" y="261480"/>
                  </a:lnTo>
                  <a:lnTo>
                    <a:pt x="111531" y="261480"/>
                  </a:lnTo>
                  <a:lnTo>
                    <a:pt x="111531" y="254165"/>
                  </a:lnTo>
                  <a:lnTo>
                    <a:pt x="97409" y="254165"/>
                  </a:lnTo>
                  <a:lnTo>
                    <a:pt x="97409" y="198018"/>
                  </a:lnTo>
                  <a:lnTo>
                    <a:pt x="111531" y="198018"/>
                  </a:lnTo>
                  <a:lnTo>
                    <a:pt x="111531" y="190715"/>
                  </a:lnTo>
                  <a:lnTo>
                    <a:pt x="97409" y="190715"/>
                  </a:lnTo>
                  <a:lnTo>
                    <a:pt x="97409" y="178320"/>
                  </a:lnTo>
                  <a:lnTo>
                    <a:pt x="111531" y="178320"/>
                  </a:lnTo>
                  <a:lnTo>
                    <a:pt x="111531" y="171018"/>
                  </a:lnTo>
                  <a:lnTo>
                    <a:pt x="97409" y="171018"/>
                  </a:lnTo>
                  <a:lnTo>
                    <a:pt x="97409" y="158635"/>
                  </a:lnTo>
                  <a:lnTo>
                    <a:pt x="111531" y="158635"/>
                  </a:lnTo>
                  <a:lnTo>
                    <a:pt x="111531" y="151320"/>
                  </a:lnTo>
                  <a:lnTo>
                    <a:pt x="97409" y="151320"/>
                  </a:lnTo>
                  <a:lnTo>
                    <a:pt x="97409" y="87871"/>
                  </a:lnTo>
                  <a:lnTo>
                    <a:pt x="111531" y="87871"/>
                  </a:lnTo>
                  <a:lnTo>
                    <a:pt x="111531" y="80556"/>
                  </a:lnTo>
                  <a:lnTo>
                    <a:pt x="97409" y="80556"/>
                  </a:lnTo>
                  <a:lnTo>
                    <a:pt x="97409" y="68173"/>
                  </a:lnTo>
                  <a:lnTo>
                    <a:pt x="111531" y="68173"/>
                  </a:lnTo>
                  <a:lnTo>
                    <a:pt x="111531" y="60858"/>
                  </a:lnTo>
                  <a:lnTo>
                    <a:pt x="97409" y="60858"/>
                  </a:lnTo>
                  <a:lnTo>
                    <a:pt x="97409" y="48475"/>
                  </a:lnTo>
                  <a:lnTo>
                    <a:pt x="111531" y="48475"/>
                  </a:lnTo>
                  <a:lnTo>
                    <a:pt x="111531" y="41173"/>
                  </a:lnTo>
                  <a:lnTo>
                    <a:pt x="97409" y="41173"/>
                  </a:lnTo>
                  <a:lnTo>
                    <a:pt x="97409" y="29210"/>
                  </a:lnTo>
                  <a:lnTo>
                    <a:pt x="111531" y="29210"/>
                  </a:lnTo>
                  <a:lnTo>
                    <a:pt x="111531" y="0"/>
                  </a:lnTo>
                  <a:lnTo>
                    <a:pt x="90106" y="0"/>
                  </a:lnTo>
                  <a:lnTo>
                    <a:pt x="90106" y="29210"/>
                  </a:lnTo>
                  <a:lnTo>
                    <a:pt x="90106" y="41173"/>
                  </a:lnTo>
                  <a:lnTo>
                    <a:pt x="90106" y="313690"/>
                  </a:lnTo>
                  <a:lnTo>
                    <a:pt x="75984" y="313690"/>
                  </a:lnTo>
                  <a:lnTo>
                    <a:pt x="75984" y="300863"/>
                  </a:lnTo>
                  <a:lnTo>
                    <a:pt x="90106" y="300863"/>
                  </a:lnTo>
                  <a:lnTo>
                    <a:pt x="90106" y="293547"/>
                  </a:lnTo>
                  <a:lnTo>
                    <a:pt x="75984" y="293547"/>
                  </a:lnTo>
                  <a:lnTo>
                    <a:pt x="75984" y="281165"/>
                  </a:lnTo>
                  <a:lnTo>
                    <a:pt x="90106" y="281165"/>
                  </a:lnTo>
                  <a:lnTo>
                    <a:pt x="90106" y="273862"/>
                  </a:lnTo>
                  <a:lnTo>
                    <a:pt x="75984" y="273862"/>
                  </a:lnTo>
                  <a:lnTo>
                    <a:pt x="75984" y="261480"/>
                  </a:lnTo>
                  <a:lnTo>
                    <a:pt x="90106" y="261480"/>
                  </a:lnTo>
                  <a:lnTo>
                    <a:pt x="90106" y="254165"/>
                  </a:lnTo>
                  <a:lnTo>
                    <a:pt x="75984" y="254165"/>
                  </a:lnTo>
                  <a:lnTo>
                    <a:pt x="75984" y="198018"/>
                  </a:lnTo>
                  <a:lnTo>
                    <a:pt x="90106" y="198018"/>
                  </a:lnTo>
                  <a:lnTo>
                    <a:pt x="90106" y="190715"/>
                  </a:lnTo>
                  <a:lnTo>
                    <a:pt x="75984" y="190715"/>
                  </a:lnTo>
                  <a:lnTo>
                    <a:pt x="75984" y="178320"/>
                  </a:lnTo>
                  <a:lnTo>
                    <a:pt x="90106" y="178320"/>
                  </a:lnTo>
                  <a:lnTo>
                    <a:pt x="90106" y="171018"/>
                  </a:lnTo>
                  <a:lnTo>
                    <a:pt x="75984" y="171018"/>
                  </a:lnTo>
                  <a:lnTo>
                    <a:pt x="75984" y="158635"/>
                  </a:lnTo>
                  <a:lnTo>
                    <a:pt x="90106" y="158635"/>
                  </a:lnTo>
                  <a:lnTo>
                    <a:pt x="90106" y="151320"/>
                  </a:lnTo>
                  <a:lnTo>
                    <a:pt x="75984" y="151320"/>
                  </a:lnTo>
                  <a:lnTo>
                    <a:pt x="75984" y="87871"/>
                  </a:lnTo>
                  <a:lnTo>
                    <a:pt x="90106" y="87871"/>
                  </a:lnTo>
                  <a:lnTo>
                    <a:pt x="90106" y="80556"/>
                  </a:lnTo>
                  <a:lnTo>
                    <a:pt x="75984" y="80556"/>
                  </a:lnTo>
                  <a:lnTo>
                    <a:pt x="75984" y="68173"/>
                  </a:lnTo>
                  <a:lnTo>
                    <a:pt x="90106" y="68173"/>
                  </a:lnTo>
                  <a:lnTo>
                    <a:pt x="90106" y="60858"/>
                  </a:lnTo>
                  <a:lnTo>
                    <a:pt x="75984" y="60858"/>
                  </a:lnTo>
                  <a:lnTo>
                    <a:pt x="75984" y="48475"/>
                  </a:lnTo>
                  <a:lnTo>
                    <a:pt x="90106" y="48475"/>
                  </a:lnTo>
                  <a:lnTo>
                    <a:pt x="90106" y="41173"/>
                  </a:lnTo>
                  <a:lnTo>
                    <a:pt x="75984" y="41173"/>
                  </a:lnTo>
                  <a:lnTo>
                    <a:pt x="75984" y="29210"/>
                  </a:lnTo>
                  <a:lnTo>
                    <a:pt x="90106" y="29210"/>
                  </a:lnTo>
                  <a:lnTo>
                    <a:pt x="90106" y="0"/>
                  </a:lnTo>
                  <a:lnTo>
                    <a:pt x="68681" y="0"/>
                  </a:lnTo>
                  <a:lnTo>
                    <a:pt x="68681" y="29210"/>
                  </a:lnTo>
                  <a:lnTo>
                    <a:pt x="68681" y="41173"/>
                  </a:lnTo>
                  <a:lnTo>
                    <a:pt x="68681" y="313690"/>
                  </a:lnTo>
                  <a:lnTo>
                    <a:pt x="54559" y="313690"/>
                  </a:lnTo>
                  <a:lnTo>
                    <a:pt x="54559" y="300850"/>
                  </a:lnTo>
                  <a:lnTo>
                    <a:pt x="67322" y="300850"/>
                  </a:lnTo>
                  <a:lnTo>
                    <a:pt x="68681" y="300863"/>
                  </a:lnTo>
                  <a:lnTo>
                    <a:pt x="68681" y="293547"/>
                  </a:lnTo>
                  <a:lnTo>
                    <a:pt x="54559" y="293547"/>
                  </a:lnTo>
                  <a:lnTo>
                    <a:pt x="54559" y="281165"/>
                  </a:lnTo>
                  <a:lnTo>
                    <a:pt x="67322" y="281165"/>
                  </a:lnTo>
                  <a:lnTo>
                    <a:pt x="68681" y="281165"/>
                  </a:lnTo>
                  <a:lnTo>
                    <a:pt x="68681" y="273862"/>
                  </a:lnTo>
                  <a:lnTo>
                    <a:pt x="67322" y="273862"/>
                  </a:lnTo>
                  <a:lnTo>
                    <a:pt x="54559" y="273862"/>
                  </a:lnTo>
                  <a:lnTo>
                    <a:pt x="54559" y="261480"/>
                  </a:lnTo>
                  <a:lnTo>
                    <a:pt x="67322" y="261480"/>
                  </a:lnTo>
                  <a:lnTo>
                    <a:pt x="68681" y="261480"/>
                  </a:lnTo>
                  <a:lnTo>
                    <a:pt x="68681" y="254165"/>
                  </a:lnTo>
                  <a:lnTo>
                    <a:pt x="67322" y="254165"/>
                  </a:lnTo>
                  <a:lnTo>
                    <a:pt x="54559" y="254165"/>
                  </a:lnTo>
                  <a:lnTo>
                    <a:pt x="54559" y="198018"/>
                  </a:lnTo>
                  <a:lnTo>
                    <a:pt x="67322" y="198018"/>
                  </a:lnTo>
                  <a:lnTo>
                    <a:pt x="68681" y="198018"/>
                  </a:lnTo>
                  <a:lnTo>
                    <a:pt x="68681" y="190715"/>
                  </a:lnTo>
                  <a:lnTo>
                    <a:pt x="67322" y="190715"/>
                  </a:lnTo>
                  <a:lnTo>
                    <a:pt x="54559" y="190715"/>
                  </a:lnTo>
                  <a:lnTo>
                    <a:pt x="54559" y="178320"/>
                  </a:lnTo>
                  <a:lnTo>
                    <a:pt x="67322" y="178320"/>
                  </a:lnTo>
                  <a:lnTo>
                    <a:pt x="68681" y="178320"/>
                  </a:lnTo>
                  <a:lnTo>
                    <a:pt x="68681" y="171018"/>
                  </a:lnTo>
                  <a:lnTo>
                    <a:pt x="67322" y="171018"/>
                  </a:lnTo>
                  <a:lnTo>
                    <a:pt x="54559" y="171018"/>
                  </a:lnTo>
                  <a:lnTo>
                    <a:pt x="54559" y="158635"/>
                  </a:lnTo>
                  <a:lnTo>
                    <a:pt x="67322" y="158635"/>
                  </a:lnTo>
                  <a:lnTo>
                    <a:pt x="68681" y="158635"/>
                  </a:lnTo>
                  <a:lnTo>
                    <a:pt x="68681" y="151320"/>
                  </a:lnTo>
                  <a:lnTo>
                    <a:pt x="67322" y="151320"/>
                  </a:lnTo>
                  <a:lnTo>
                    <a:pt x="54559" y="151320"/>
                  </a:lnTo>
                  <a:lnTo>
                    <a:pt x="54559" y="87871"/>
                  </a:lnTo>
                  <a:lnTo>
                    <a:pt x="67322" y="87871"/>
                  </a:lnTo>
                  <a:lnTo>
                    <a:pt x="68681" y="87871"/>
                  </a:lnTo>
                  <a:lnTo>
                    <a:pt x="68681" y="80556"/>
                  </a:lnTo>
                  <a:lnTo>
                    <a:pt x="67322" y="80556"/>
                  </a:lnTo>
                  <a:lnTo>
                    <a:pt x="54559" y="80556"/>
                  </a:lnTo>
                  <a:lnTo>
                    <a:pt x="54559" y="68173"/>
                  </a:lnTo>
                  <a:lnTo>
                    <a:pt x="67322" y="68173"/>
                  </a:lnTo>
                  <a:lnTo>
                    <a:pt x="68681" y="68173"/>
                  </a:lnTo>
                  <a:lnTo>
                    <a:pt x="68681" y="60858"/>
                  </a:lnTo>
                  <a:lnTo>
                    <a:pt x="67322" y="60858"/>
                  </a:lnTo>
                  <a:lnTo>
                    <a:pt x="54559" y="60858"/>
                  </a:lnTo>
                  <a:lnTo>
                    <a:pt x="54559" y="48475"/>
                  </a:lnTo>
                  <a:lnTo>
                    <a:pt x="67322" y="48475"/>
                  </a:lnTo>
                  <a:lnTo>
                    <a:pt x="68681" y="48475"/>
                  </a:lnTo>
                  <a:lnTo>
                    <a:pt x="68681" y="41173"/>
                  </a:lnTo>
                  <a:lnTo>
                    <a:pt x="67322" y="41173"/>
                  </a:lnTo>
                  <a:lnTo>
                    <a:pt x="54559" y="41173"/>
                  </a:lnTo>
                  <a:lnTo>
                    <a:pt x="54559" y="29210"/>
                  </a:lnTo>
                  <a:lnTo>
                    <a:pt x="68681" y="29210"/>
                  </a:lnTo>
                  <a:lnTo>
                    <a:pt x="68681" y="0"/>
                  </a:lnTo>
                  <a:lnTo>
                    <a:pt x="47256" y="0"/>
                  </a:lnTo>
                  <a:lnTo>
                    <a:pt x="47256" y="29210"/>
                  </a:lnTo>
                  <a:lnTo>
                    <a:pt x="47256" y="41173"/>
                  </a:lnTo>
                  <a:lnTo>
                    <a:pt x="47256" y="313690"/>
                  </a:lnTo>
                  <a:lnTo>
                    <a:pt x="31750" y="313690"/>
                  </a:lnTo>
                  <a:lnTo>
                    <a:pt x="31750" y="300850"/>
                  </a:lnTo>
                  <a:lnTo>
                    <a:pt x="47256" y="300850"/>
                  </a:lnTo>
                  <a:lnTo>
                    <a:pt x="47256" y="293547"/>
                  </a:lnTo>
                  <a:lnTo>
                    <a:pt x="31750" y="293547"/>
                  </a:lnTo>
                  <a:lnTo>
                    <a:pt x="31750" y="281165"/>
                  </a:lnTo>
                  <a:lnTo>
                    <a:pt x="47256" y="281165"/>
                  </a:lnTo>
                  <a:lnTo>
                    <a:pt x="47256" y="273862"/>
                  </a:lnTo>
                  <a:lnTo>
                    <a:pt x="31750" y="273862"/>
                  </a:lnTo>
                  <a:lnTo>
                    <a:pt x="31750" y="261480"/>
                  </a:lnTo>
                  <a:lnTo>
                    <a:pt x="47256" y="261480"/>
                  </a:lnTo>
                  <a:lnTo>
                    <a:pt x="47256" y="254165"/>
                  </a:lnTo>
                  <a:lnTo>
                    <a:pt x="31750" y="254165"/>
                  </a:lnTo>
                  <a:lnTo>
                    <a:pt x="31750" y="198018"/>
                  </a:lnTo>
                  <a:lnTo>
                    <a:pt x="47256" y="198018"/>
                  </a:lnTo>
                  <a:lnTo>
                    <a:pt x="47256" y="190715"/>
                  </a:lnTo>
                  <a:lnTo>
                    <a:pt x="31750" y="190715"/>
                  </a:lnTo>
                  <a:lnTo>
                    <a:pt x="31750" y="178320"/>
                  </a:lnTo>
                  <a:lnTo>
                    <a:pt x="47256" y="178320"/>
                  </a:lnTo>
                  <a:lnTo>
                    <a:pt x="47256" y="171018"/>
                  </a:lnTo>
                  <a:lnTo>
                    <a:pt x="31750" y="171018"/>
                  </a:lnTo>
                  <a:lnTo>
                    <a:pt x="31750" y="158635"/>
                  </a:lnTo>
                  <a:lnTo>
                    <a:pt x="47256" y="158635"/>
                  </a:lnTo>
                  <a:lnTo>
                    <a:pt x="47256" y="151320"/>
                  </a:lnTo>
                  <a:lnTo>
                    <a:pt x="31750" y="151320"/>
                  </a:lnTo>
                  <a:lnTo>
                    <a:pt x="31750" y="87871"/>
                  </a:lnTo>
                  <a:lnTo>
                    <a:pt x="47256" y="87871"/>
                  </a:lnTo>
                  <a:lnTo>
                    <a:pt x="47256" y="80556"/>
                  </a:lnTo>
                  <a:lnTo>
                    <a:pt x="31750" y="80556"/>
                  </a:lnTo>
                  <a:lnTo>
                    <a:pt x="31750" y="68173"/>
                  </a:lnTo>
                  <a:lnTo>
                    <a:pt x="47256" y="68173"/>
                  </a:lnTo>
                  <a:lnTo>
                    <a:pt x="47256" y="60858"/>
                  </a:lnTo>
                  <a:lnTo>
                    <a:pt x="31750" y="60858"/>
                  </a:lnTo>
                  <a:lnTo>
                    <a:pt x="31750" y="48475"/>
                  </a:lnTo>
                  <a:lnTo>
                    <a:pt x="47256" y="48475"/>
                  </a:lnTo>
                  <a:lnTo>
                    <a:pt x="47256" y="41173"/>
                  </a:lnTo>
                  <a:lnTo>
                    <a:pt x="31750" y="41173"/>
                  </a:lnTo>
                  <a:lnTo>
                    <a:pt x="31750" y="29210"/>
                  </a:lnTo>
                  <a:lnTo>
                    <a:pt x="47256" y="29210"/>
                  </a:lnTo>
                  <a:lnTo>
                    <a:pt x="47256" y="0"/>
                  </a:lnTo>
                  <a:lnTo>
                    <a:pt x="0" y="0"/>
                  </a:lnTo>
                  <a:lnTo>
                    <a:pt x="0" y="29210"/>
                  </a:lnTo>
                  <a:lnTo>
                    <a:pt x="0" y="313690"/>
                  </a:lnTo>
                  <a:lnTo>
                    <a:pt x="0" y="349250"/>
                  </a:lnTo>
                  <a:lnTo>
                    <a:pt x="357073" y="349250"/>
                  </a:lnTo>
                  <a:lnTo>
                    <a:pt x="357073" y="314121"/>
                  </a:lnTo>
                  <a:lnTo>
                    <a:pt x="357073" y="313690"/>
                  </a:lnTo>
                  <a:lnTo>
                    <a:pt x="357073" y="29210"/>
                  </a:lnTo>
                  <a:lnTo>
                    <a:pt x="357073" y="28879"/>
                  </a:lnTo>
                  <a:lnTo>
                    <a:pt x="357073" y="0"/>
                  </a:lnTo>
                  <a:close/>
                </a:path>
              </a:pathLst>
            </a:custGeom>
            <a:solidFill>
              <a:srgbClr val="A4271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" name="object 507" descr=""/>
            <p:cNvSpPr/>
            <p:nvPr/>
          </p:nvSpPr>
          <p:spPr>
            <a:xfrm>
              <a:off x="15865323" y="6596856"/>
              <a:ext cx="357505" cy="349250"/>
            </a:xfrm>
            <a:custGeom>
              <a:avLst/>
              <a:gdLst/>
              <a:ahLst/>
              <a:cxnLst/>
              <a:rect l="l" t="t" r="r" b="b"/>
              <a:pathLst>
                <a:path w="357505" h="349250">
                  <a:moveTo>
                    <a:pt x="357073" y="0"/>
                  </a:moveTo>
                  <a:lnTo>
                    <a:pt x="323799" y="0"/>
                  </a:lnTo>
                  <a:lnTo>
                    <a:pt x="323799" y="29210"/>
                  </a:lnTo>
                  <a:lnTo>
                    <a:pt x="323799" y="313690"/>
                  </a:lnTo>
                  <a:lnTo>
                    <a:pt x="203352" y="313690"/>
                  </a:lnTo>
                  <a:lnTo>
                    <a:pt x="203352" y="29210"/>
                  </a:lnTo>
                  <a:lnTo>
                    <a:pt x="323799" y="29210"/>
                  </a:lnTo>
                  <a:lnTo>
                    <a:pt x="323799" y="0"/>
                  </a:lnTo>
                  <a:lnTo>
                    <a:pt x="163055" y="0"/>
                  </a:lnTo>
                  <a:lnTo>
                    <a:pt x="163055" y="29210"/>
                  </a:lnTo>
                  <a:lnTo>
                    <a:pt x="163055" y="313690"/>
                  </a:lnTo>
                  <a:lnTo>
                    <a:pt x="31750" y="313690"/>
                  </a:lnTo>
                  <a:lnTo>
                    <a:pt x="31750" y="29210"/>
                  </a:lnTo>
                  <a:lnTo>
                    <a:pt x="163055" y="29210"/>
                  </a:lnTo>
                  <a:lnTo>
                    <a:pt x="163055" y="0"/>
                  </a:lnTo>
                  <a:lnTo>
                    <a:pt x="0" y="0"/>
                  </a:lnTo>
                  <a:lnTo>
                    <a:pt x="0" y="29210"/>
                  </a:lnTo>
                  <a:lnTo>
                    <a:pt x="0" y="313690"/>
                  </a:lnTo>
                  <a:lnTo>
                    <a:pt x="0" y="349250"/>
                  </a:lnTo>
                  <a:lnTo>
                    <a:pt x="357073" y="349250"/>
                  </a:lnTo>
                  <a:lnTo>
                    <a:pt x="357073" y="314121"/>
                  </a:lnTo>
                  <a:lnTo>
                    <a:pt x="357073" y="313690"/>
                  </a:lnTo>
                  <a:lnTo>
                    <a:pt x="357073" y="29210"/>
                  </a:lnTo>
                  <a:lnTo>
                    <a:pt x="357073" y="28879"/>
                  </a:lnTo>
                  <a:lnTo>
                    <a:pt x="357073" y="0"/>
                  </a:lnTo>
                  <a:close/>
                </a:path>
              </a:pathLst>
            </a:custGeom>
            <a:solidFill>
              <a:srgbClr val="0F171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" name="object 508" descr=""/>
            <p:cNvSpPr/>
            <p:nvPr/>
          </p:nvSpPr>
          <p:spPr>
            <a:xfrm>
              <a:off x="17754150" y="6672927"/>
              <a:ext cx="134620" cy="274320"/>
            </a:xfrm>
            <a:custGeom>
              <a:avLst/>
              <a:gdLst/>
              <a:ahLst/>
              <a:cxnLst/>
              <a:rect l="l" t="t" r="r" b="b"/>
              <a:pathLst>
                <a:path w="134619" h="274320">
                  <a:moveTo>
                    <a:pt x="134268" y="0"/>
                  </a:moveTo>
                  <a:lnTo>
                    <a:pt x="0" y="0"/>
                  </a:lnTo>
                  <a:lnTo>
                    <a:pt x="0" y="274127"/>
                  </a:lnTo>
                  <a:lnTo>
                    <a:pt x="134268" y="274127"/>
                  </a:lnTo>
                  <a:lnTo>
                    <a:pt x="134268" y="0"/>
                  </a:lnTo>
                  <a:close/>
                </a:path>
              </a:pathLst>
            </a:custGeom>
            <a:solidFill>
              <a:srgbClr val="EBED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" name="object 509" descr=""/>
            <p:cNvSpPr/>
            <p:nvPr/>
          </p:nvSpPr>
          <p:spPr>
            <a:xfrm>
              <a:off x="17754150" y="6672927"/>
              <a:ext cx="134620" cy="274320"/>
            </a:xfrm>
            <a:custGeom>
              <a:avLst/>
              <a:gdLst/>
              <a:ahLst/>
              <a:cxnLst/>
              <a:rect l="l" t="t" r="r" b="b"/>
              <a:pathLst>
                <a:path w="134619" h="274320">
                  <a:moveTo>
                    <a:pt x="134268" y="0"/>
                  </a:moveTo>
                  <a:lnTo>
                    <a:pt x="0" y="0"/>
                  </a:lnTo>
                  <a:lnTo>
                    <a:pt x="0" y="274127"/>
                  </a:lnTo>
                  <a:lnTo>
                    <a:pt x="134268" y="274127"/>
                  </a:lnTo>
                  <a:lnTo>
                    <a:pt x="134268" y="0"/>
                  </a:lnTo>
                  <a:close/>
                </a:path>
              </a:pathLst>
            </a:custGeom>
            <a:solidFill>
              <a:srgbClr val="0F171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" name="object 510" descr=""/>
            <p:cNvSpPr/>
            <p:nvPr/>
          </p:nvSpPr>
          <p:spPr>
            <a:xfrm>
              <a:off x="17387701" y="6672927"/>
              <a:ext cx="134620" cy="274320"/>
            </a:xfrm>
            <a:custGeom>
              <a:avLst/>
              <a:gdLst/>
              <a:ahLst/>
              <a:cxnLst/>
              <a:rect l="l" t="t" r="r" b="b"/>
              <a:pathLst>
                <a:path w="134619" h="274320">
                  <a:moveTo>
                    <a:pt x="134268" y="0"/>
                  </a:moveTo>
                  <a:lnTo>
                    <a:pt x="0" y="0"/>
                  </a:lnTo>
                  <a:lnTo>
                    <a:pt x="0" y="274127"/>
                  </a:lnTo>
                  <a:lnTo>
                    <a:pt x="134268" y="274127"/>
                  </a:lnTo>
                  <a:lnTo>
                    <a:pt x="134268" y="0"/>
                  </a:lnTo>
                  <a:close/>
                </a:path>
              </a:pathLst>
            </a:custGeom>
            <a:solidFill>
              <a:srgbClr val="EBED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" name="object 511" descr=""/>
            <p:cNvSpPr/>
            <p:nvPr/>
          </p:nvSpPr>
          <p:spPr>
            <a:xfrm>
              <a:off x="17387701" y="6672927"/>
              <a:ext cx="134620" cy="274320"/>
            </a:xfrm>
            <a:custGeom>
              <a:avLst/>
              <a:gdLst/>
              <a:ahLst/>
              <a:cxnLst/>
              <a:rect l="l" t="t" r="r" b="b"/>
              <a:pathLst>
                <a:path w="134619" h="274320">
                  <a:moveTo>
                    <a:pt x="134268" y="0"/>
                  </a:moveTo>
                  <a:lnTo>
                    <a:pt x="0" y="0"/>
                  </a:lnTo>
                  <a:lnTo>
                    <a:pt x="0" y="274127"/>
                  </a:lnTo>
                  <a:lnTo>
                    <a:pt x="134268" y="274127"/>
                  </a:lnTo>
                  <a:lnTo>
                    <a:pt x="134268" y="0"/>
                  </a:lnTo>
                  <a:close/>
                </a:path>
              </a:pathLst>
            </a:custGeom>
            <a:solidFill>
              <a:srgbClr val="0F171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" name="object 512" descr=""/>
            <p:cNvSpPr/>
            <p:nvPr/>
          </p:nvSpPr>
          <p:spPr>
            <a:xfrm>
              <a:off x="18181880" y="6679406"/>
              <a:ext cx="232410" cy="250190"/>
            </a:xfrm>
            <a:custGeom>
              <a:avLst/>
              <a:gdLst/>
              <a:ahLst/>
              <a:cxnLst/>
              <a:rect l="l" t="t" r="r" b="b"/>
              <a:pathLst>
                <a:path w="232409" h="250190">
                  <a:moveTo>
                    <a:pt x="232308" y="29730"/>
                  </a:moveTo>
                  <a:lnTo>
                    <a:pt x="232181" y="29730"/>
                  </a:lnTo>
                  <a:lnTo>
                    <a:pt x="232181" y="20904"/>
                  </a:lnTo>
                  <a:lnTo>
                    <a:pt x="228193" y="20904"/>
                  </a:lnTo>
                  <a:lnTo>
                    <a:pt x="228193" y="20320"/>
                  </a:lnTo>
                  <a:lnTo>
                    <a:pt x="232181" y="20320"/>
                  </a:lnTo>
                  <a:lnTo>
                    <a:pt x="232181" y="0"/>
                  </a:lnTo>
                  <a:lnTo>
                    <a:pt x="222961" y="0"/>
                  </a:lnTo>
                  <a:lnTo>
                    <a:pt x="222961" y="20320"/>
                  </a:lnTo>
                  <a:lnTo>
                    <a:pt x="222961" y="20904"/>
                  </a:lnTo>
                  <a:lnTo>
                    <a:pt x="221145" y="20904"/>
                  </a:lnTo>
                  <a:lnTo>
                    <a:pt x="221145" y="29730"/>
                  </a:lnTo>
                  <a:lnTo>
                    <a:pt x="221145" y="34963"/>
                  </a:lnTo>
                  <a:lnTo>
                    <a:pt x="221145" y="224790"/>
                  </a:lnTo>
                  <a:lnTo>
                    <a:pt x="212839" y="224790"/>
                  </a:lnTo>
                  <a:lnTo>
                    <a:pt x="212839" y="215760"/>
                  </a:lnTo>
                  <a:lnTo>
                    <a:pt x="221145" y="215760"/>
                  </a:lnTo>
                  <a:lnTo>
                    <a:pt x="221145" y="210527"/>
                  </a:lnTo>
                  <a:lnTo>
                    <a:pt x="212839" y="210527"/>
                  </a:lnTo>
                  <a:lnTo>
                    <a:pt x="212839" y="201650"/>
                  </a:lnTo>
                  <a:lnTo>
                    <a:pt x="221145" y="201650"/>
                  </a:lnTo>
                  <a:lnTo>
                    <a:pt x="221145" y="196405"/>
                  </a:lnTo>
                  <a:lnTo>
                    <a:pt x="212839" y="196405"/>
                  </a:lnTo>
                  <a:lnTo>
                    <a:pt x="212839" y="187540"/>
                  </a:lnTo>
                  <a:lnTo>
                    <a:pt x="221145" y="187540"/>
                  </a:lnTo>
                  <a:lnTo>
                    <a:pt x="221145" y="182308"/>
                  </a:lnTo>
                  <a:lnTo>
                    <a:pt x="212839" y="182308"/>
                  </a:lnTo>
                  <a:lnTo>
                    <a:pt x="212839" y="142087"/>
                  </a:lnTo>
                  <a:lnTo>
                    <a:pt x="221145" y="142087"/>
                  </a:lnTo>
                  <a:lnTo>
                    <a:pt x="221145" y="136855"/>
                  </a:lnTo>
                  <a:lnTo>
                    <a:pt x="212839" y="136855"/>
                  </a:lnTo>
                  <a:lnTo>
                    <a:pt x="212839" y="127977"/>
                  </a:lnTo>
                  <a:lnTo>
                    <a:pt x="221145" y="127977"/>
                  </a:lnTo>
                  <a:lnTo>
                    <a:pt x="221145" y="122732"/>
                  </a:lnTo>
                  <a:lnTo>
                    <a:pt x="212839" y="122732"/>
                  </a:lnTo>
                  <a:lnTo>
                    <a:pt x="212839" y="113868"/>
                  </a:lnTo>
                  <a:lnTo>
                    <a:pt x="221145" y="113868"/>
                  </a:lnTo>
                  <a:lnTo>
                    <a:pt x="221145" y="108635"/>
                  </a:lnTo>
                  <a:lnTo>
                    <a:pt x="212839" y="108635"/>
                  </a:lnTo>
                  <a:lnTo>
                    <a:pt x="212839" y="63182"/>
                  </a:lnTo>
                  <a:lnTo>
                    <a:pt x="221145" y="63182"/>
                  </a:lnTo>
                  <a:lnTo>
                    <a:pt x="221145" y="57950"/>
                  </a:lnTo>
                  <a:lnTo>
                    <a:pt x="212839" y="57950"/>
                  </a:lnTo>
                  <a:lnTo>
                    <a:pt x="212839" y="49060"/>
                  </a:lnTo>
                  <a:lnTo>
                    <a:pt x="221145" y="49060"/>
                  </a:lnTo>
                  <a:lnTo>
                    <a:pt x="221145" y="43827"/>
                  </a:lnTo>
                  <a:lnTo>
                    <a:pt x="212839" y="43827"/>
                  </a:lnTo>
                  <a:lnTo>
                    <a:pt x="212839" y="34963"/>
                  </a:lnTo>
                  <a:lnTo>
                    <a:pt x="221145" y="34963"/>
                  </a:lnTo>
                  <a:lnTo>
                    <a:pt x="221145" y="29730"/>
                  </a:lnTo>
                  <a:lnTo>
                    <a:pt x="212839" y="29730"/>
                  </a:lnTo>
                  <a:lnTo>
                    <a:pt x="212839" y="20320"/>
                  </a:lnTo>
                  <a:lnTo>
                    <a:pt x="222961" y="20320"/>
                  </a:lnTo>
                  <a:lnTo>
                    <a:pt x="222961" y="0"/>
                  </a:lnTo>
                  <a:lnTo>
                    <a:pt x="207606" y="0"/>
                  </a:lnTo>
                  <a:lnTo>
                    <a:pt x="207606" y="20320"/>
                  </a:lnTo>
                  <a:lnTo>
                    <a:pt x="207606" y="29730"/>
                  </a:lnTo>
                  <a:lnTo>
                    <a:pt x="207606" y="224790"/>
                  </a:lnTo>
                  <a:lnTo>
                    <a:pt x="197497" y="224790"/>
                  </a:lnTo>
                  <a:lnTo>
                    <a:pt x="197497" y="215760"/>
                  </a:lnTo>
                  <a:lnTo>
                    <a:pt x="207606" y="215760"/>
                  </a:lnTo>
                  <a:lnTo>
                    <a:pt x="207606" y="210527"/>
                  </a:lnTo>
                  <a:lnTo>
                    <a:pt x="197497" y="210527"/>
                  </a:lnTo>
                  <a:lnTo>
                    <a:pt x="197497" y="201650"/>
                  </a:lnTo>
                  <a:lnTo>
                    <a:pt x="207606" y="201650"/>
                  </a:lnTo>
                  <a:lnTo>
                    <a:pt x="207606" y="196405"/>
                  </a:lnTo>
                  <a:lnTo>
                    <a:pt x="197497" y="196405"/>
                  </a:lnTo>
                  <a:lnTo>
                    <a:pt x="197497" y="187540"/>
                  </a:lnTo>
                  <a:lnTo>
                    <a:pt x="207606" y="187540"/>
                  </a:lnTo>
                  <a:lnTo>
                    <a:pt x="207606" y="182308"/>
                  </a:lnTo>
                  <a:lnTo>
                    <a:pt x="197497" y="182308"/>
                  </a:lnTo>
                  <a:lnTo>
                    <a:pt x="197497" y="142087"/>
                  </a:lnTo>
                  <a:lnTo>
                    <a:pt x="207606" y="142087"/>
                  </a:lnTo>
                  <a:lnTo>
                    <a:pt x="207606" y="136855"/>
                  </a:lnTo>
                  <a:lnTo>
                    <a:pt x="197497" y="136855"/>
                  </a:lnTo>
                  <a:lnTo>
                    <a:pt x="197497" y="127977"/>
                  </a:lnTo>
                  <a:lnTo>
                    <a:pt x="207606" y="127977"/>
                  </a:lnTo>
                  <a:lnTo>
                    <a:pt x="207606" y="122732"/>
                  </a:lnTo>
                  <a:lnTo>
                    <a:pt x="197497" y="122732"/>
                  </a:lnTo>
                  <a:lnTo>
                    <a:pt x="197497" y="113868"/>
                  </a:lnTo>
                  <a:lnTo>
                    <a:pt x="207606" y="113868"/>
                  </a:lnTo>
                  <a:lnTo>
                    <a:pt x="207606" y="108635"/>
                  </a:lnTo>
                  <a:lnTo>
                    <a:pt x="197497" y="108635"/>
                  </a:lnTo>
                  <a:lnTo>
                    <a:pt x="197497" y="63182"/>
                  </a:lnTo>
                  <a:lnTo>
                    <a:pt x="207606" y="63182"/>
                  </a:lnTo>
                  <a:lnTo>
                    <a:pt x="207606" y="57950"/>
                  </a:lnTo>
                  <a:lnTo>
                    <a:pt x="197497" y="57950"/>
                  </a:lnTo>
                  <a:lnTo>
                    <a:pt x="197497" y="49060"/>
                  </a:lnTo>
                  <a:lnTo>
                    <a:pt x="207606" y="49060"/>
                  </a:lnTo>
                  <a:lnTo>
                    <a:pt x="207606" y="43827"/>
                  </a:lnTo>
                  <a:lnTo>
                    <a:pt x="197497" y="43827"/>
                  </a:lnTo>
                  <a:lnTo>
                    <a:pt x="197497" y="34963"/>
                  </a:lnTo>
                  <a:lnTo>
                    <a:pt x="207606" y="34963"/>
                  </a:lnTo>
                  <a:lnTo>
                    <a:pt x="207606" y="29730"/>
                  </a:lnTo>
                  <a:lnTo>
                    <a:pt x="197497" y="29730"/>
                  </a:lnTo>
                  <a:lnTo>
                    <a:pt x="197497" y="20320"/>
                  </a:lnTo>
                  <a:lnTo>
                    <a:pt x="207606" y="20320"/>
                  </a:lnTo>
                  <a:lnTo>
                    <a:pt x="207606" y="0"/>
                  </a:lnTo>
                  <a:lnTo>
                    <a:pt x="192252" y="0"/>
                  </a:lnTo>
                  <a:lnTo>
                    <a:pt x="192252" y="20320"/>
                  </a:lnTo>
                  <a:lnTo>
                    <a:pt x="192252" y="29730"/>
                  </a:lnTo>
                  <a:lnTo>
                    <a:pt x="192252" y="224790"/>
                  </a:lnTo>
                  <a:lnTo>
                    <a:pt x="181749" y="224790"/>
                  </a:lnTo>
                  <a:lnTo>
                    <a:pt x="181749" y="215760"/>
                  </a:lnTo>
                  <a:lnTo>
                    <a:pt x="185864" y="215760"/>
                  </a:lnTo>
                  <a:lnTo>
                    <a:pt x="192252" y="215760"/>
                  </a:lnTo>
                  <a:lnTo>
                    <a:pt x="192252" y="210527"/>
                  </a:lnTo>
                  <a:lnTo>
                    <a:pt x="185864" y="210527"/>
                  </a:lnTo>
                  <a:lnTo>
                    <a:pt x="181749" y="210527"/>
                  </a:lnTo>
                  <a:lnTo>
                    <a:pt x="181749" y="201650"/>
                  </a:lnTo>
                  <a:lnTo>
                    <a:pt x="185864" y="201650"/>
                  </a:lnTo>
                  <a:lnTo>
                    <a:pt x="192252" y="201650"/>
                  </a:lnTo>
                  <a:lnTo>
                    <a:pt x="192252" y="196405"/>
                  </a:lnTo>
                  <a:lnTo>
                    <a:pt x="185864" y="196405"/>
                  </a:lnTo>
                  <a:lnTo>
                    <a:pt x="181749" y="196405"/>
                  </a:lnTo>
                  <a:lnTo>
                    <a:pt x="181749" y="187540"/>
                  </a:lnTo>
                  <a:lnTo>
                    <a:pt x="185864" y="187540"/>
                  </a:lnTo>
                  <a:lnTo>
                    <a:pt x="192252" y="187540"/>
                  </a:lnTo>
                  <a:lnTo>
                    <a:pt x="192252" y="182308"/>
                  </a:lnTo>
                  <a:lnTo>
                    <a:pt x="185864" y="182308"/>
                  </a:lnTo>
                  <a:lnTo>
                    <a:pt x="181749" y="182308"/>
                  </a:lnTo>
                  <a:lnTo>
                    <a:pt x="181749" y="142087"/>
                  </a:lnTo>
                  <a:lnTo>
                    <a:pt x="185864" y="142087"/>
                  </a:lnTo>
                  <a:lnTo>
                    <a:pt x="192252" y="142087"/>
                  </a:lnTo>
                  <a:lnTo>
                    <a:pt x="192252" y="136855"/>
                  </a:lnTo>
                  <a:lnTo>
                    <a:pt x="185864" y="136855"/>
                  </a:lnTo>
                  <a:lnTo>
                    <a:pt x="181749" y="136855"/>
                  </a:lnTo>
                  <a:lnTo>
                    <a:pt x="181749" y="127977"/>
                  </a:lnTo>
                  <a:lnTo>
                    <a:pt x="185864" y="127977"/>
                  </a:lnTo>
                  <a:lnTo>
                    <a:pt x="192252" y="127977"/>
                  </a:lnTo>
                  <a:lnTo>
                    <a:pt x="192252" y="122732"/>
                  </a:lnTo>
                  <a:lnTo>
                    <a:pt x="185864" y="122732"/>
                  </a:lnTo>
                  <a:lnTo>
                    <a:pt x="181749" y="122732"/>
                  </a:lnTo>
                  <a:lnTo>
                    <a:pt x="181749" y="113868"/>
                  </a:lnTo>
                  <a:lnTo>
                    <a:pt x="185864" y="113868"/>
                  </a:lnTo>
                  <a:lnTo>
                    <a:pt x="192252" y="113868"/>
                  </a:lnTo>
                  <a:lnTo>
                    <a:pt x="192252" y="108635"/>
                  </a:lnTo>
                  <a:lnTo>
                    <a:pt x="185864" y="108635"/>
                  </a:lnTo>
                  <a:lnTo>
                    <a:pt x="181749" y="108635"/>
                  </a:lnTo>
                  <a:lnTo>
                    <a:pt x="181749" y="63182"/>
                  </a:lnTo>
                  <a:lnTo>
                    <a:pt x="192252" y="63182"/>
                  </a:lnTo>
                  <a:lnTo>
                    <a:pt x="192252" y="57950"/>
                  </a:lnTo>
                  <a:lnTo>
                    <a:pt x="185864" y="57950"/>
                  </a:lnTo>
                  <a:lnTo>
                    <a:pt x="181749" y="57937"/>
                  </a:lnTo>
                  <a:lnTo>
                    <a:pt x="181749" y="49060"/>
                  </a:lnTo>
                  <a:lnTo>
                    <a:pt x="185864" y="49060"/>
                  </a:lnTo>
                  <a:lnTo>
                    <a:pt x="192252" y="49060"/>
                  </a:lnTo>
                  <a:lnTo>
                    <a:pt x="192252" y="43827"/>
                  </a:lnTo>
                  <a:lnTo>
                    <a:pt x="185864" y="43827"/>
                  </a:lnTo>
                  <a:lnTo>
                    <a:pt x="181749" y="43827"/>
                  </a:lnTo>
                  <a:lnTo>
                    <a:pt x="181749" y="34963"/>
                  </a:lnTo>
                  <a:lnTo>
                    <a:pt x="185864" y="34963"/>
                  </a:lnTo>
                  <a:lnTo>
                    <a:pt x="192252" y="34963"/>
                  </a:lnTo>
                  <a:lnTo>
                    <a:pt x="192252" y="29730"/>
                  </a:lnTo>
                  <a:lnTo>
                    <a:pt x="185864" y="29730"/>
                  </a:lnTo>
                  <a:lnTo>
                    <a:pt x="181749" y="29730"/>
                  </a:lnTo>
                  <a:lnTo>
                    <a:pt x="181749" y="20320"/>
                  </a:lnTo>
                  <a:lnTo>
                    <a:pt x="192252" y="20320"/>
                  </a:lnTo>
                  <a:lnTo>
                    <a:pt x="192252" y="0"/>
                  </a:lnTo>
                  <a:lnTo>
                    <a:pt x="176517" y="0"/>
                  </a:lnTo>
                  <a:lnTo>
                    <a:pt x="176517" y="20320"/>
                  </a:lnTo>
                  <a:lnTo>
                    <a:pt x="176517" y="29730"/>
                  </a:lnTo>
                  <a:lnTo>
                    <a:pt x="176517" y="224790"/>
                  </a:lnTo>
                  <a:lnTo>
                    <a:pt x="166408" y="224790"/>
                  </a:lnTo>
                  <a:lnTo>
                    <a:pt x="166408" y="215760"/>
                  </a:lnTo>
                  <a:lnTo>
                    <a:pt x="176517" y="215760"/>
                  </a:lnTo>
                  <a:lnTo>
                    <a:pt x="176517" y="210527"/>
                  </a:lnTo>
                  <a:lnTo>
                    <a:pt x="166408" y="210527"/>
                  </a:lnTo>
                  <a:lnTo>
                    <a:pt x="166408" y="201650"/>
                  </a:lnTo>
                  <a:lnTo>
                    <a:pt x="176517" y="201650"/>
                  </a:lnTo>
                  <a:lnTo>
                    <a:pt x="176517" y="196405"/>
                  </a:lnTo>
                  <a:lnTo>
                    <a:pt x="166408" y="196405"/>
                  </a:lnTo>
                  <a:lnTo>
                    <a:pt x="166408" y="187540"/>
                  </a:lnTo>
                  <a:lnTo>
                    <a:pt x="176517" y="187540"/>
                  </a:lnTo>
                  <a:lnTo>
                    <a:pt x="176517" y="182308"/>
                  </a:lnTo>
                  <a:lnTo>
                    <a:pt x="166408" y="182308"/>
                  </a:lnTo>
                  <a:lnTo>
                    <a:pt x="166408" y="142087"/>
                  </a:lnTo>
                  <a:lnTo>
                    <a:pt x="176517" y="142087"/>
                  </a:lnTo>
                  <a:lnTo>
                    <a:pt x="176517" y="136855"/>
                  </a:lnTo>
                  <a:lnTo>
                    <a:pt x="166408" y="136855"/>
                  </a:lnTo>
                  <a:lnTo>
                    <a:pt x="166408" y="127977"/>
                  </a:lnTo>
                  <a:lnTo>
                    <a:pt x="176517" y="127977"/>
                  </a:lnTo>
                  <a:lnTo>
                    <a:pt x="176517" y="122732"/>
                  </a:lnTo>
                  <a:lnTo>
                    <a:pt x="166408" y="122732"/>
                  </a:lnTo>
                  <a:lnTo>
                    <a:pt x="166408" y="113868"/>
                  </a:lnTo>
                  <a:lnTo>
                    <a:pt x="176517" y="113868"/>
                  </a:lnTo>
                  <a:lnTo>
                    <a:pt x="176517" y="108635"/>
                  </a:lnTo>
                  <a:lnTo>
                    <a:pt x="166408" y="108635"/>
                  </a:lnTo>
                  <a:lnTo>
                    <a:pt x="166408" y="63182"/>
                  </a:lnTo>
                  <a:lnTo>
                    <a:pt x="176517" y="63182"/>
                  </a:lnTo>
                  <a:lnTo>
                    <a:pt x="176517" y="57937"/>
                  </a:lnTo>
                  <a:lnTo>
                    <a:pt x="166408" y="57937"/>
                  </a:lnTo>
                  <a:lnTo>
                    <a:pt x="166408" y="49060"/>
                  </a:lnTo>
                  <a:lnTo>
                    <a:pt x="176517" y="49060"/>
                  </a:lnTo>
                  <a:lnTo>
                    <a:pt x="176517" y="43827"/>
                  </a:lnTo>
                  <a:lnTo>
                    <a:pt x="166408" y="43827"/>
                  </a:lnTo>
                  <a:lnTo>
                    <a:pt x="166408" y="34963"/>
                  </a:lnTo>
                  <a:lnTo>
                    <a:pt x="176517" y="34963"/>
                  </a:lnTo>
                  <a:lnTo>
                    <a:pt x="176517" y="29730"/>
                  </a:lnTo>
                  <a:lnTo>
                    <a:pt x="166408" y="29730"/>
                  </a:lnTo>
                  <a:lnTo>
                    <a:pt x="166408" y="20320"/>
                  </a:lnTo>
                  <a:lnTo>
                    <a:pt x="176517" y="20320"/>
                  </a:lnTo>
                  <a:lnTo>
                    <a:pt x="176517" y="0"/>
                  </a:lnTo>
                  <a:lnTo>
                    <a:pt x="161175" y="0"/>
                  </a:lnTo>
                  <a:lnTo>
                    <a:pt x="161175" y="20320"/>
                  </a:lnTo>
                  <a:lnTo>
                    <a:pt x="161175" y="29730"/>
                  </a:lnTo>
                  <a:lnTo>
                    <a:pt x="161175" y="224790"/>
                  </a:lnTo>
                  <a:lnTo>
                    <a:pt x="151053" y="224790"/>
                  </a:lnTo>
                  <a:lnTo>
                    <a:pt x="151053" y="215760"/>
                  </a:lnTo>
                  <a:lnTo>
                    <a:pt x="161175" y="215760"/>
                  </a:lnTo>
                  <a:lnTo>
                    <a:pt x="161175" y="210527"/>
                  </a:lnTo>
                  <a:lnTo>
                    <a:pt x="151053" y="210527"/>
                  </a:lnTo>
                  <a:lnTo>
                    <a:pt x="151053" y="201650"/>
                  </a:lnTo>
                  <a:lnTo>
                    <a:pt x="161175" y="201650"/>
                  </a:lnTo>
                  <a:lnTo>
                    <a:pt x="161175" y="196405"/>
                  </a:lnTo>
                  <a:lnTo>
                    <a:pt x="151053" y="196405"/>
                  </a:lnTo>
                  <a:lnTo>
                    <a:pt x="151053" y="187540"/>
                  </a:lnTo>
                  <a:lnTo>
                    <a:pt x="161175" y="187540"/>
                  </a:lnTo>
                  <a:lnTo>
                    <a:pt x="161175" y="182308"/>
                  </a:lnTo>
                  <a:lnTo>
                    <a:pt x="151053" y="182308"/>
                  </a:lnTo>
                  <a:lnTo>
                    <a:pt x="151053" y="142087"/>
                  </a:lnTo>
                  <a:lnTo>
                    <a:pt x="161175" y="142087"/>
                  </a:lnTo>
                  <a:lnTo>
                    <a:pt x="161175" y="136855"/>
                  </a:lnTo>
                  <a:lnTo>
                    <a:pt x="151053" y="136855"/>
                  </a:lnTo>
                  <a:lnTo>
                    <a:pt x="151053" y="127977"/>
                  </a:lnTo>
                  <a:lnTo>
                    <a:pt x="161175" y="127977"/>
                  </a:lnTo>
                  <a:lnTo>
                    <a:pt x="161175" y="122732"/>
                  </a:lnTo>
                  <a:lnTo>
                    <a:pt x="151053" y="122732"/>
                  </a:lnTo>
                  <a:lnTo>
                    <a:pt x="151053" y="113868"/>
                  </a:lnTo>
                  <a:lnTo>
                    <a:pt x="161175" y="113868"/>
                  </a:lnTo>
                  <a:lnTo>
                    <a:pt x="161175" y="108635"/>
                  </a:lnTo>
                  <a:lnTo>
                    <a:pt x="151053" y="108635"/>
                  </a:lnTo>
                  <a:lnTo>
                    <a:pt x="151053" y="63182"/>
                  </a:lnTo>
                  <a:lnTo>
                    <a:pt x="161175" y="63182"/>
                  </a:lnTo>
                  <a:lnTo>
                    <a:pt x="161175" y="57937"/>
                  </a:lnTo>
                  <a:lnTo>
                    <a:pt x="151053" y="57937"/>
                  </a:lnTo>
                  <a:lnTo>
                    <a:pt x="151053" y="49060"/>
                  </a:lnTo>
                  <a:lnTo>
                    <a:pt x="161175" y="49060"/>
                  </a:lnTo>
                  <a:lnTo>
                    <a:pt x="161175" y="43827"/>
                  </a:lnTo>
                  <a:lnTo>
                    <a:pt x="151053" y="43827"/>
                  </a:lnTo>
                  <a:lnTo>
                    <a:pt x="151053" y="34963"/>
                  </a:lnTo>
                  <a:lnTo>
                    <a:pt x="161175" y="34963"/>
                  </a:lnTo>
                  <a:lnTo>
                    <a:pt x="161175" y="29730"/>
                  </a:lnTo>
                  <a:lnTo>
                    <a:pt x="151053" y="29730"/>
                  </a:lnTo>
                  <a:lnTo>
                    <a:pt x="151053" y="20320"/>
                  </a:lnTo>
                  <a:lnTo>
                    <a:pt x="161175" y="20320"/>
                  </a:lnTo>
                  <a:lnTo>
                    <a:pt x="161175" y="0"/>
                  </a:lnTo>
                  <a:lnTo>
                    <a:pt x="145821" y="0"/>
                  </a:lnTo>
                  <a:lnTo>
                    <a:pt x="145821" y="20320"/>
                  </a:lnTo>
                  <a:lnTo>
                    <a:pt x="145821" y="29730"/>
                  </a:lnTo>
                  <a:lnTo>
                    <a:pt x="145821" y="224790"/>
                  </a:lnTo>
                  <a:lnTo>
                    <a:pt x="134861" y="224790"/>
                  </a:lnTo>
                  <a:lnTo>
                    <a:pt x="134861" y="215760"/>
                  </a:lnTo>
                  <a:lnTo>
                    <a:pt x="145821" y="215760"/>
                  </a:lnTo>
                  <a:lnTo>
                    <a:pt x="145821" y="210527"/>
                  </a:lnTo>
                  <a:lnTo>
                    <a:pt x="134861" y="210527"/>
                  </a:lnTo>
                  <a:lnTo>
                    <a:pt x="134861" y="201650"/>
                  </a:lnTo>
                  <a:lnTo>
                    <a:pt x="145821" y="201650"/>
                  </a:lnTo>
                  <a:lnTo>
                    <a:pt x="145821" y="196405"/>
                  </a:lnTo>
                  <a:lnTo>
                    <a:pt x="134861" y="196405"/>
                  </a:lnTo>
                  <a:lnTo>
                    <a:pt x="134861" y="187540"/>
                  </a:lnTo>
                  <a:lnTo>
                    <a:pt x="145821" y="187540"/>
                  </a:lnTo>
                  <a:lnTo>
                    <a:pt x="145821" y="182308"/>
                  </a:lnTo>
                  <a:lnTo>
                    <a:pt x="134861" y="182308"/>
                  </a:lnTo>
                  <a:lnTo>
                    <a:pt x="134861" y="142087"/>
                  </a:lnTo>
                  <a:lnTo>
                    <a:pt x="145821" y="142087"/>
                  </a:lnTo>
                  <a:lnTo>
                    <a:pt x="145821" y="136855"/>
                  </a:lnTo>
                  <a:lnTo>
                    <a:pt x="134861" y="136855"/>
                  </a:lnTo>
                  <a:lnTo>
                    <a:pt x="134861" y="127977"/>
                  </a:lnTo>
                  <a:lnTo>
                    <a:pt x="145821" y="127977"/>
                  </a:lnTo>
                  <a:lnTo>
                    <a:pt x="145821" y="122732"/>
                  </a:lnTo>
                  <a:lnTo>
                    <a:pt x="134861" y="122732"/>
                  </a:lnTo>
                  <a:lnTo>
                    <a:pt x="134861" y="113868"/>
                  </a:lnTo>
                  <a:lnTo>
                    <a:pt x="145821" y="113868"/>
                  </a:lnTo>
                  <a:lnTo>
                    <a:pt x="145821" y="108635"/>
                  </a:lnTo>
                  <a:lnTo>
                    <a:pt x="134861" y="108635"/>
                  </a:lnTo>
                  <a:lnTo>
                    <a:pt x="134861" y="63182"/>
                  </a:lnTo>
                  <a:lnTo>
                    <a:pt x="145821" y="63182"/>
                  </a:lnTo>
                  <a:lnTo>
                    <a:pt x="145821" y="57937"/>
                  </a:lnTo>
                  <a:lnTo>
                    <a:pt x="134861" y="57937"/>
                  </a:lnTo>
                  <a:lnTo>
                    <a:pt x="134861" y="49060"/>
                  </a:lnTo>
                  <a:lnTo>
                    <a:pt x="145821" y="49060"/>
                  </a:lnTo>
                  <a:lnTo>
                    <a:pt x="145821" y="43827"/>
                  </a:lnTo>
                  <a:lnTo>
                    <a:pt x="134861" y="43827"/>
                  </a:lnTo>
                  <a:lnTo>
                    <a:pt x="134861" y="34963"/>
                  </a:lnTo>
                  <a:lnTo>
                    <a:pt x="145821" y="34963"/>
                  </a:lnTo>
                  <a:lnTo>
                    <a:pt x="145821" y="29730"/>
                  </a:lnTo>
                  <a:lnTo>
                    <a:pt x="134861" y="29730"/>
                  </a:lnTo>
                  <a:lnTo>
                    <a:pt x="134861" y="20904"/>
                  </a:lnTo>
                  <a:lnTo>
                    <a:pt x="134861" y="20320"/>
                  </a:lnTo>
                  <a:lnTo>
                    <a:pt x="145821" y="20320"/>
                  </a:lnTo>
                  <a:lnTo>
                    <a:pt x="145821" y="0"/>
                  </a:lnTo>
                  <a:lnTo>
                    <a:pt x="105994" y="0"/>
                  </a:lnTo>
                  <a:lnTo>
                    <a:pt x="105994" y="20320"/>
                  </a:lnTo>
                  <a:lnTo>
                    <a:pt x="105994" y="20904"/>
                  </a:lnTo>
                  <a:lnTo>
                    <a:pt x="105994" y="224790"/>
                  </a:lnTo>
                  <a:lnTo>
                    <a:pt x="105016" y="224790"/>
                  </a:lnTo>
                  <a:lnTo>
                    <a:pt x="105016" y="215760"/>
                  </a:lnTo>
                  <a:lnTo>
                    <a:pt x="105994" y="215760"/>
                  </a:lnTo>
                  <a:lnTo>
                    <a:pt x="105994" y="210527"/>
                  </a:lnTo>
                  <a:lnTo>
                    <a:pt x="105016" y="210527"/>
                  </a:lnTo>
                  <a:lnTo>
                    <a:pt x="105016" y="201650"/>
                  </a:lnTo>
                  <a:lnTo>
                    <a:pt x="105994" y="201650"/>
                  </a:lnTo>
                  <a:lnTo>
                    <a:pt x="105994" y="196405"/>
                  </a:lnTo>
                  <a:lnTo>
                    <a:pt x="105016" y="196405"/>
                  </a:lnTo>
                  <a:lnTo>
                    <a:pt x="105016" y="187540"/>
                  </a:lnTo>
                  <a:lnTo>
                    <a:pt x="105994" y="187540"/>
                  </a:lnTo>
                  <a:lnTo>
                    <a:pt x="105994" y="182308"/>
                  </a:lnTo>
                  <a:lnTo>
                    <a:pt x="105016" y="182308"/>
                  </a:lnTo>
                  <a:lnTo>
                    <a:pt x="105016" y="142087"/>
                  </a:lnTo>
                  <a:lnTo>
                    <a:pt x="105994" y="142087"/>
                  </a:lnTo>
                  <a:lnTo>
                    <a:pt x="105994" y="136855"/>
                  </a:lnTo>
                  <a:lnTo>
                    <a:pt x="105016" y="136855"/>
                  </a:lnTo>
                  <a:lnTo>
                    <a:pt x="105016" y="127977"/>
                  </a:lnTo>
                  <a:lnTo>
                    <a:pt x="105994" y="127977"/>
                  </a:lnTo>
                  <a:lnTo>
                    <a:pt x="105994" y="122732"/>
                  </a:lnTo>
                  <a:lnTo>
                    <a:pt x="105016" y="122732"/>
                  </a:lnTo>
                  <a:lnTo>
                    <a:pt x="105016" y="113868"/>
                  </a:lnTo>
                  <a:lnTo>
                    <a:pt x="105994" y="113868"/>
                  </a:lnTo>
                  <a:lnTo>
                    <a:pt x="105994" y="108635"/>
                  </a:lnTo>
                  <a:lnTo>
                    <a:pt x="105016" y="108635"/>
                  </a:lnTo>
                  <a:lnTo>
                    <a:pt x="105016" y="63182"/>
                  </a:lnTo>
                  <a:lnTo>
                    <a:pt x="105994" y="63182"/>
                  </a:lnTo>
                  <a:lnTo>
                    <a:pt x="105994" y="57937"/>
                  </a:lnTo>
                  <a:lnTo>
                    <a:pt x="105016" y="57937"/>
                  </a:lnTo>
                  <a:lnTo>
                    <a:pt x="105016" y="49060"/>
                  </a:lnTo>
                  <a:lnTo>
                    <a:pt x="105994" y="49060"/>
                  </a:lnTo>
                  <a:lnTo>
                    <a:pt x="105994" y="43827"/>
                  </a:lnTo>
                  <a:lnTo>
                    <a:pt x="105016" y="43827"/>
                  </a:lnTo>
                  <a:lnTo>
                    <a:pt x="105016" y="34963"/>
                  </a:lnTo>
                  <a:lnTo>
                    <a:pt x="105994" y="34963"/>
                  </a:lnTo>
                  <a:lnTo>
                    <a:pt x="105994" y="29730"/>
                  </a:lnTo>
                  <a:lnTo>
                    <a:pt x="105016" y="29730"/>
                  </a:lnTo>
                  <a:lnTo>
                    <a:pt x="105016" y="20320"/>
                  </a:lnTo>
                  <a:lnTo>
                    <a:pt x="105994" y="20320"/>
                  </a:lnTo>
                  <a:lnTo>
                    <a:pt x="105994" y="0"/>
                  </a:lnTo>
                  <a:lnTo>
                    <a:pt x="99783" y="0"/>
                  </a:lnTo>
                  <a:lnTo>
                    <a:pt x="99783" y="20320"/>
                  </a:lnTo>
                  <a:lnTo>
                    <a:pt x="99783" y="29730"/>
                  </a:lnTo>
                  <a:lnTo>
                    <a:pt x="99783" y="224790"/>
                  </a:lnTo>
                  <a:lnTo>
                    <a:pt x="89662" y="224790"/>
                  </a:lnTo>
                  <a:lnTo>
                    <a:pt x="89662" y="215760"/>
                  </a:lnTo>
                  <a:lnTo>
                    <a:pt x="99783" y="215760"/>
                  </a:lnTo>
                  <a:lnTo>
                    <a:pt x="99783" y="210527"/>
                  </a:lnTo>
                  <a:lnTo>
                    <a:pt x="89662" y="210527"/>
                  </a:lnTo>
                  <a:lnTo>
                    <a:pt x="89662" y="201650"/>
                  </a:lnTo>
                  <a:lnTo>
                    <a:pt x="99783" y="201650"/>
                  </a:lnTo>
                  <a:lnTo>
                    <a:pt x="99783" y="196405"/>
                  </a:lnTo>
                  <a:lnTo>
                    <a:pt x="89662" y="196405"/>
                  </a:lnTo>
                  <a:lnTo>
                    <a:pt x="89662" y="187540"/>
                  </a:lnTo>
                  <a:lnTo>
                    <a:pt x="99783" y="187540"/>
                  </a:lnTo>
                  <a:lnTo>
                    <a:pt x="99783" y="182308"/>
                  </a:lnTo>
                  <a:lnTo>
                    <a:pt x="89662" y="182308"/>
                  </a:lnTo>
                  <a:lnTo>
                    <a:pt x="89662" y="142087"/>
                  </a:lnTo>
                  <a:lnTo>
                    <a:pt x="99783" y="142087"/>
                  </a:lnTo>
                  <a:lnTo>
                    <a:pt x="99783" y="136855"/>
                  </a:lnTo>
                  <a:lnTo>
                    <a:pt x="89662" y="136855"/>
                  </a:lnTo>
                  <a:lnTo>
                    <a:pt x="89662" y="127977"/>
                  </a:lnTo>
                  <a:lnTo>
                    <a:pt x="99783" y="127977"/>
                  </a:lnTo>
                  <a:lnTo>
                    <a:pt x="99783" y="122732"/>
                  </a:lnTo>
                  <a:lnTo>
                    <a:pt x="89662" y="122732"/>
                  </a:lnTo>
                  <a:lnTo>
                    <a:pt x="89662" y="113868"/>
                  </a:lnTo>
                  <a:lnTo>
                    <a:pt x="99783" y="113868"/>
                  </a:lnTo>
                  <a:lnTo>
                    <a:pt x="99783" y="108635"/>
                  </a:lnTo>
                  <a:lnTo>
                    <a:pt x="89662" y="108635"/>
                  </a:lnTo>
                  <a:lnTo>
                    <a:pt x="89662" y="63182"/>
                  </a:lnTo>
                  <a:lnTo>
                    <a:pt x="99783" y="63182"/>
                  </a:lnTo>
                  <a:lnTo>
                    <a:pt x="99783" y="57937"/>
                  </a:lnTo>
                  <a:lnTo>
                    <a:pt x="89662" y="57937"/>
                  </a:lnTo>
                  <a:lnTo>
                    <a:pt x="89662" y="49060"/>
                  </a:lnTo>
                  <a:lnTo>
                    <a:pt x="99783" y="49060"/>
                  </a:lnTo>
                  <a:lnTo>
                    <a:pt x="99783" y="43827"/>
                  </a:lnTo>
                  <a:lnTo>
                    <a:pt x="89662" y="43827"/>
                  </a:lnTo>
                  <a:lnTo>
                    <a:pt x="89662" y="34963"/>
                  </a:lnTo>
                  <a:lnTo>
                    <a:pt x="99783" y="34963"/>
                  </a:lnTo>
                  <a:lnTo>
                    <a:pt x="99783" y="29730"/>
                  </a:lnTo>
                  <a:lnTo>
                    <a:pt x="89662" y="29730"/>
                  </a:lnTo>
                  <a:lnTo>
                    <a:pt x="89662" y="20320"/>
                  </a:lnTo>
                  <a:lnTo>
                    <a:pt x="99783" y="20320"/>
                  </a:lnTo>
                  <a:lnTo>
                    <a:pt x="99783" y="0"/>
                  </a:lnTo>
                  <a:lnTo>
                    <a:pt x="84429" y="0"/>
                  </a:lnTo>
                  <a:lnTo>
                    <a:pt x="84429" y="20320"/>
                  </a:lnTo>
                  <a:lnTo>
                    <a:pt x="84429" y="29730"/>
                  </a:lnTo>
                  <a:lnTo>
                    <a:pt x="84429" y="224790"/>
                  </a:lnTo>
                  <a:lnTo>
                    <a:pt x="74307" y="224790"/>
                  </a:lnTo>
                  <a:lnTo>
                    <a:pt x="74307" y="215760"/>
                  </a:lnTo>
                  <a:lnTo>
                    <a:pt x="84429" y="215760"/>
                  </a:lnTo>
                  <a:lnTo>
                    <a:pt x="84429" y="210527"/>
                  </a:lnTo>
                  <a:lnTo>
                    <a:pt x="74307" y="210527"/>
                  </a:lnTo>
                  <a:lnTo>
                    <a:pt x="74307" y="201650"/>
                  </a:lnTo>
                  <a:lnTo>
                    <a:pt x="84429" y="201650"/>
                  </a:lnTo>
                  <a:lnTo>
                    <a:pt x="84429" y="196405"/>
                  </a:lnTo>
                  <a:lnTo>
                    <a:pt x="74307" y="196405"/>
                  </a:lnTo>
                  <a:lnTo>
                    <a:pt x="74307" y="187540"/>
                  </a:lnTo>
                  <a:lnTo>
                    <a:pt x="84429" y="187540"/>
                  </a:lnTo>
                  <a:lnTo>
                    <a:pt x="84429" y="182308"/>
                  </a:lnTo>
                  <a:lnTo>
                    <a:pt x="74307" y="182308"/>
                  </a:lnTo>
                  <a:lnTo>
                    <a:pt x="74307" y="142087"/>
                  </a:lnTo>
                  <a:lnTo>
                    <a:pt x="84429" y="142087"/>
                  </a:lnTo>
                  <a:lnTo>
                    <a:pt x="84429" y="136855"/>
                  </a:lnTo>
                  <a:lnTo>
                    <a:pt x="74307" y="136855"/>
                  </a:lnTo>
                  <a:lnTo>
                    <a:pt x="74307" y="127977"/>
                  </a:lnTo>
                  <a:lnTo>
                    <a:pt x="84429" y="127977"/>
                  </a:lnTo>
                  <a:lnTo>
                    <a:pt x="84429" y="122732"/>
                  </a:lnTo>
                  <a:lnTo>
                    <a:pt x="74307" y="122732"/>
                  </a:lnTo>
                  <a:lnTo>
                    <a:pt x="74307" y="113868"/>
                  </a:lnTo>
                  <a:lnTo>
                    <a:pt x="84429" y="113868"/>
                  </a:lnTo>
                  <a:lnTo>
                    <a:pt x="84429" y="108635"/>
                  </a:lnTo>
                  <a:lnTo>
                    <a:pt x="74307" y="108635"/>
                  </a:lnTo>
                  <a:lnTo>
                    <a:pt x="74307" y="63182"/>
                  </a:lnTo>
                  <a:lnTo>
                    <a:pt x="84429" y="63182"/>
                  </a:lnTo>
                  <a:lnTo>
                    <a:pt x="84429" y="57937"/>
                  </a:lnTo>
                  <a:lnTo>
                    <a:pt x="74307" y="57937"/>
                  </a:lnTo>
                  <a:lnTo>
                    <a:pt x="74307" y="49060"/>
                  </a:lnTo>
                  <a:lnTo>
                    <a:pt x="84429" y="49060"/>
                  </a:lnTo>
                  <a:lnTo>
                    <a:pt x="84429" y="43827"/>
                  </a:lnTo>
                  <a:lnTo>
                    <a:pt x="74307" y="43827"/>
                  </a:lnTo>
                  <a:lnTo>
                    <a:pt x="74307" y="34963"/>
                  </a:lnTo>
                  <a:lnTo>
                    <a:pt x="84429" y="34963"/>
                  </a:lnTo>
                  <a:lnTo>
                    <a:pt x="84429" y="29730"/>
                  </a:lnTo>
                  <a:lnTo>
                    <a:pt x="74307" y="29730"/>
                  </a:lnTo>
                  <a:lnTo>
                    <a:pt x="74307" y="20320"/>
                  </a:lnTo>
                  <a:lnTo>
                    <a:pt x="84429" y="20320"/>
                  </a:lnTo>
                  <a:lnTo>
                    <a:pt x="84429" y="0"/>
                  </a:lnTo>
                  <a:lnTo>
                    <a:pt x="69075" y="0"/>
                  </a:lnTo>
                  <a:lnTo>
                    <a:pt x="69075" y="20320"/>
                  </a:lnTo>
                  <a:lnTo>
                    <a:pt x="69075" y="29730"/>
                  </a:lnTo>
                  <a:lnTo>
                    <a:pt x="69075" y="224790"/>
                  </a:lnTo>
                  <a:lnTo>
                    <a:pt x="58966" y="224790"/>
                  </a:lnTo>
                  <a:lnTo>
                    <a:pt x="58966" y="215760"/>
                  </a:lnTo>
                  <a:lnTo>
                    <a:pt x="69075" y="215760"/>
                  </a:lnTo>
                  <a:lnTo>
                    <a:pt x="69075" y="210527"/>
                  </a:lnTo>
                  <a:lnTo>
                    <a:pt x="58966" y="210527"/>
                  </a:lnTo>
                  <a:lnTo>
                    <a:pt x="58966" y="201650"/>
                  </a:lnTo>
                  <a:lnTo>
                    <a:pt x="69075" y="201650"/>
                  </a:lnTo>
                  <a:lnTo>
                    <a:pt x="69075" y="196405"/>
                  </a:lnTo>
                  <a:lnTo>
                    <a:pt x="58966" y="196405"/>
                  </a:lnTo>
                  <a:lnTo>
                    <a:pt x="58966" y="187540"/>
                  </a:lnTo>
                  <a:lnTo>
                    <a:pt x="69075" y="187540"/>
                  </a:lnTo>
                  <a:lnTo>
                    <a:pt x="69075" y="182308"/>
                  </a:lnTo>
                  <a:lnTo>
                    <a:pt x="58966" y="182308"/>
                  </a:lnTo>
                  <a:lnTo>
                    <a:pt x="58966" y="142087"/>
                  </a:lnTo>
                  <a:lnTo>
                    <a:pt x="69075" y="142087"/>
                  </a:lnTo>
                  <a:lnTo>
                    <a:pt x="69075" y="136855"/>
                  </a:lnTo>
                  <a:lnTo>
                    <a:pt x="58966" y="136855"/>
                  </a:lnTo>
                  <a:lnTo>
                    <a:pt x="58966" y="127977"/>
                  </a:lnTo>
                  <a:lnTo>
                    <a:pt x="69075" y="127977"/>
                  </a:lnTo>
                  <a:lnTo>
                    <a:pt x="69075" y="122732"/>
                  </a:lnTo>
                  <a:lnTo>
                    <a:pt x="58966" y="122732"/>
                  </a:lnTo>
                  <a:lnTo>
                    <a:pt x="58966" y="113868"/>
                  </a:lnTo>
                  <a:lnTo>
                    <a:pt x="69075" y="113868"/>
                  </a:lnTo>
                  <a:lnTo>
                    <a:pt x="69075" y="108635"/>
                  </a:lnTo>
                  <a:lnTo>
                    <a:pt x="58966" y="108635"/>
                  </a:lnTo>
                  <a:lnTo>
                    <a:pt x="58966" y="63182"/>
                  </a:lnTo>
                  <a:lnTo>
                    <a:pt x="69075" y="63182"/>
                  </a:lnTo>
                  <a:lnTo>
                    <a:pt x="69075" y="57937"/>
                  </a:lnTo>
                  <a:lnTo>
                    <a:pt x="58966" y="57937"/>
                  </a:lnTo>
                  <a:lnTo>
                    <a:pt x="58966" y="49060"/>
                  </a:lnTo>
                  <a:lnTo>
                    <a:pt x="69075" y="49060"/>
                  </a:lnTo>
                  <a:lnTo>
                    <a:pt x="69075" y="43827"/>
                  </a:lnTo>
                  <a:lnTo>
                    <a:pt x="58966" y="43827"/>
                  </a:lnTo>
                  <a:lnTo>
                    <a:pt x="58966" y="34963"/>
                  </a:lnTo>
                  <a:lnTo>
                    <a:pt x="69075" y="34963"/>
                  </a:lnTo>
                  <a:lnTo>
                    <a:pt x="69075" y="29730"/>
                  </a:lnTo>
                  <a:lnTo>
                    <a:pt x="58966" y="29730"/>
                  </a:lnTo>
                  <a:lnTo>
                    <a:pt x="58966" y="20320"/>
                  </a:lnTo>
                  <a:lnTo>
                    <a:pt x="69075" y="20320"/>
                  </a:lnTo>
                  <a:lnTo>
                    <a:pt x="69075" y="0"/>
                  </a:lnTo>
                  <a:lnTo>
                    <a:pt x="53733" y="0"/>
                  </a:lnTo>
                  <a:lnTo>
                    <a:pt x="53733" y="20320"/>
                  </a:lnTo>
                  <a:lnTo>
                    <a:pt x="53733" y="29730"/>
                  </a:lnTo>
                  <a:lnTo>
                    <a:pt x="53733" y="224790"/>
                  </a:lnTo>
                  <a:lnTo>
                    <a:pt x="43624" y="224790"/>
                  </a:lnTo>
                  <a:lnTo>
                    <a:pt x="43624" y="215760"/>
                  </a:lnTo>
                  <a:lnTo>
                    <a:pt x="53733" y="215760"/>
                  </a:lnTo>
                  <a:lnTo>
                    <a:pt x="53733" y="210527"/>
                  </a:lnTo>
                  <a:lnTo>
                    <a:pt x="43624" y="210527"/>
                  </a:lnTo>
                  <a:lnTo>
                    <a:pt x="43624" y="201650"/>
                  </a:lnTo>
                  <a:lnTo>
                    <a:pt x="53733" y="201650"/>
                  </a:lnTo>
                  <a:lnTo>
                    <a:pt x="53733" y="196405"/>
                  </a:lnTo>
                  <a:lnTo>
                    <a:pt x="43624" y="196405"/>
                  </a:lnTo>
                  <a:lnTo>
                    <a:pt x="43624" y="187540"/>
                  </a:lnTo>
                  <a:lnTo>
                    <a:pt x="53733" y="187540"/>
                  </a:lnTo>
                  <a:lnTo>
                    <a:pt x="53733" y="182308"/>
                  </a:lnTo>
                  <a:lnTo>
                    <a:pt x="43624" y="182308"/>
                  </a:lnTo>
                  <a:lnTo>
                    <a:pt x="43624" y="142087"/>
                  </a:lnTo>
                  <a:lnTo>
                    <a:pt x="53733" y="142087"/>
                  </a:lnTo>
                  <a:lnTo>
                    <a:pt x="53733" y="136855"/>
                  </a:lnTo>
                  <a:lnTo>
                    <a:pt x="43624" y="136855"/>
                  </a:lnTo>
                  <a:lnTo>
                    <a:pt x="43624" y="127977"/>
                  </a:lnTo>
                  <a:lnTo>
                    <a:pt x="53733" y="127977"/>
                  </a:lnTo>
                  <a:lnTo>
                    <a:pt x="53733" y="122732"/>
                  </a:lnTo>
                  <a:lnTo>
                    <a:pt x="43624" y="122732"/>
                  </a:lnTo>
                  <a:lnTo>
                    <a:pt x="43624" y="113868"/>
                  </a:lnTo>
                  <a:lnTo>
                    <a:pt x="53733" y="113868"/>
                  </a:lnTo>
                  <a:lnTo>
                    <a:pt x="53733" y="108635"/>
                  </a:lnTo>
                  <a:lnTo>
                    <a:pt x="43624" y="108635"/>
                  </a:lnTo>
                  <a:lnTo>
                    <a:pt x="43624" y="63182"/>
                  </a:lnTo>
                  <a:lnTo>
                    <a:pt x="53733" y="63182"/>
                  </a:lnTo>
                  <a:lnTo>
                    <a:pt x="53733" y="57937"/>
                  </a:lnTo>
                  <a:lnTo>
                    <a:pt x="43624" y="57937"/>
                  </a:lnTo>
                  <a:lnTo>
                    <a:pt x="43624" y="49060"/>
                  </a:lnTo>
                  <a:lnTo>
                    <a:pt x="53733" y="49060"/>
                  </a:lnTo>
                  <a:lnTo>
                    <a:pt x="53733" y="43827"/>
                  </a:lnTo>
                  <a:lnTo>
                    <a:pt x="43624" y="43827"/>
                  </a:lnTo>
                  <a:lnTo>
                    <a:pt x="43624" y="34963"/>
                  </a:lnTo>
                  <a:lnTo>
                    <a:pt x="53733" y="34963"/>
                  </a:lnTo>
                  <a:lnTo>
                    <a:pt x="53733" y="29730"/>
                  </a:lnTo>
                  <a:lnTo>
                    <a:pt x="43624" y="29730"/>
                  </a:lnTo>
                  <a:lnTo>
                    <a:pt x="43624" y="20320"/>
                  </a:lnTo>
                  <a:lnTo>
                    <a:pt x="53733" y="20320"/>
                  </a:lnTo>
                  <a:lnTo>
                    <a:pt x="53733" y="0"/>
                  </a:lnTo>
                  <a:lnTo>
                    <a:pt x="38392" y="0"/>
                  </a:lnTo>
                  <a:lnTo>
                    <a:pt x="38392" y="20320"/>
                  </a:lnTo>
                  <a:lnTo>
                    <a:pt x="38392" y="29730"/>
                  </a:lnTo>
                  <a:lnTo>
                    <a:pt x="38392" y="224790"/>
                  </a:lnTo>
                  <a:lnTo>
                    <a:pt x="28270" y="224790"/>
                  </a:lnTo>
                  <a:lnTo>
                    <a:pt x="28270" y="215760"/>
                  </a:lnTo>
                  <a:lnTo>
                    <a:pt x="37426" y="215760"/>
                  </a:lnTo>
                  <a:lnTo>
                    <a:pt x="38392" y="215760"/>
                  </a:lnTo>
                  <a:lnTo>
                    <a:pt x="38392" y="210527"/>
                  </a:lnTo>
                  <a:lnTo>
                    <a:pt x="37426" y="210527"/>
                  </a:lnTo>
                  <a:lnTo>
                    <a:pt x="28270" y="210527"/>
                  </a:lnTo>
                  <a:lnTo>
                    <a:pt x="28270" y="201650"/>
                  </a:lnTo>
                  <a:lnTo>
                    <a:pt x="37426" y="201650"/>
                  </a:lnTo>
                  <a:lnTo>
                    <a:pt x="38392" y="201650"/>
                  </a:lnTo>
                  <a:lnTo>
                    <a:pt x="38392" y="196405"/>
                  </a:lnTo>
                  <a:lnTo>
                    <a:pt x="37426" y="196405"/>
                  </a:lnTo>
                  <a:lnTo>
                    <a:pt x="28270" y="196405"/>
                  </a:lnTo>
                  <a:lnTo>
                    <a:pt x="28270" y="187540"/>
                  </a:lnTo>
                  <a:lnTo>
                    <a:pt x="37426" y="187540"/>
                  </a:lnTo>
                  <a:lnTo>
                    <a:pt x="38392" y="187540"/>
                  </a:lnTo>
                  <a:lnTo>
                    <a:pt x="38392" y="182308"/>
                  </a:lnTo>
                  <a:lnTo>
                    <a:pt x="37426" y="182308"/>
                  </a:lnTo>
                  <a:lnTo>
                    <a:pt x="28270" y="182308"/>
                  </a:lnTo>
                  <a:lnTo>
                    <a:pt x="28270" y="142087"/>
                  </a:lnTo>
                  <a:lnTo>
                    <a:pt x="37426" y="142087"/>
                  </a:lnTo>
                  <a:lnTo>
                    <a:pt x="38392" y="142087"/>
                  </a:lnTo>
                  <a:lnTo>
                    <a:pt x="38392" y="136855"/>
                  </a:lnTo>
                  <a:lnTo>
                    <a:pt x="37426" y="136855"/>
                  </a:lnTo>
                  <a:lnTo>
                    <a:pt x="28270" y="136855"/>
                  </a:lnTo>
                  <a:lnTo>
                    <a:pt x="28270" y="127977"/>
                  </a:lnTo>
                  <a:lnTo>
                    <a:pt x="37426" y="127977"/>
                  </a:lnTo>
                  <a:lnTo>
                    <a:pt x="38392" y="127977"/>
                  </a:lnTo>
                  <a:lnTo>
                    <a:pt x="38392" y="122732"/>
                  </a:lnTo>
                  <a:lnTo>
                    <a:pt x="37426" y="122732"/>
                  </a:lnTo>
                  <a:lnTo>
                    <a:pt x="28270" y="122732"/>
                  </a:lnTo>
                  <a:lnTo>
                    <a:pt x="28270" y="113868"/>
                  </a:lnTo>
                  <a:lnTo>
                    <a:pt x="37426" y="113868"/>
                  </a:lnTo>
                  <a:lnTo>
                    <a:pt x="38392" y="113868"/>
                  </a:lnTo>
                  <a:lnTo>
                    <a:pt x="38392" y="108635"/>
                  </a:lnTo>
                  <a:lnTo>
                    <a:pt x="37426" y="108635"/>
                  </a:lnTo>
                  <a:lnTo>
                    <a:pt x="28270" y="108635"/>
                  </a:lnTo>
                  <a:lnTo>
                    <a:pt x="28270" y="63169"/>
                  </a:lnTo>
                  <a:lnTo>
                    <a:pt x="37426" y="63169"/>
                  </a:lnTo>
                  <a:lnTo>
                    <a:pt x="38392" y="63182"/>
                  </a:lnTo>
                  <a:lnTo>
                    <a:pt x="38392" y="57937"/>
                  </a:lnTo>
                  <a:lnTo>
                    <a:pt x="28270" y="57937"/>
                  </a:lnTo>
                  <a:lnTo>
                    <a:pt x="28270" y="49060"/>
                  </a:lnTo>
                  <a:lnTo>
                    <a:pt x="37426" y="49060"/>
                  </a:lnTo>
                  <a:lnTo>
                    <a:pt x="38392" y="49060"/>
                  </a:lnTo>
                  <a:lnTo>
                    <a:pt x="38392" y="43827"/>
                  </a:lnTo>
                  <a:lnTo>
                    <a:pt x="37426" y="43827"/>
                  </a:lnTo>
                  <a:lnTo>
                    <a:pt x="28270" y="43827"/>
                  </a:lnTo>
                  <a:lnTo>
                    <a:pt x="28270" y="34963"/>
                  </a:lnTo>
                  <a:lnTo>
                    <a:pt x="37426" y="34963"/>
                  </a:lnTo>
                  <a:lnTo>
                    <a:pt x="38392" y="34963"/>
                  </a:lnTo>
                  <a:lnTo>
                    <a:pt x="38392" y="29730"/>
                  </a:lnTo>
                  <a:lnTo>
                    <a:pt x="37426" y="29730"/>
                  </a:lnTo>
                  <a:lnTo>
                    <a:pt x="28270" y="29730"/>
                  </a:lnTo>
                  <a:lnTo>
                    <a:pt x="28270" y="20320"/>
                  </a:lnTo>
                  <a:lnTo>
                    <a:pt x="38392" y="20320"/>
                  </a:lnTo>
                  <a:lnTo>
                    <a:pt x="38392" y="0"/>
                  </a:lnTo>
                  <a:lnTo>
                    <a:pt x="23037" y="0"/>
                  </a:lnTo>
                  <a:lnTo>
                    <a:pt x="23037" y="20320"/>
                  </a:lnTo>
                  <a:lnTo>
                    <a:pt x="23037" y="29730"/>
                  </a:lnTo>
                  <a:lnTo>
                    <a:pt x="23037" y="224790"/>
                  </a:lnTo>
                  <a:lnTo>
                    <a:pt x="11925" y="224790"/>
                  </a:lnTo>
                  <a:lnTo>
                    <a:pt x="11925" y="215760"/>
                  </a:lnTo>
                  <a:lnTo>
                    <a:pt x="23037" y="215760"/>
                  </a:lnTo>
                  <a:lnTo>
                    <a:pt x="23037" y="210527"/>
                  </a:lnTo>
                  <a:lnTo>
                    <a:pt x="11925" y="210527"/>
                  </a:lnTo>
                  <a:lnTo>
                    <a:pt x="11925" y="201650"/>
                  </a:lnTo>
                  <a:lnTo>
                    <a:pt x="23037" y="201650"/>
                  </a:lnTo>
                  <a:lnTo>
                    <a:pt x="23037" y="196405"/>
                  </a:lnTo>
                  <a:lnTo>
                    <a:pt x="11925" y="196405"/>
                  </a:lnTo>
                  <a:lnTo>
                    <a:pt x="11925" y="187540"/>
                  </a:lnTo>
                  <a:lnTo>
                    <a:pt x="23037" y="187540"/>
                  </a:lnTo>
                  <a:lnTo>
                    <a:pt x="23037" y="182308"/>
                  </a:lnTo>
                  <a:lnTo>
                    <a:pt x="11925" y="182308"/>
                  </a:lnTo>
                  <a:lnTo>
                    <a:pt x="11925" y="142087"/>
                  </a:lnTo>
                  <a:lnTo>
                    <a:pt x="23037" y="142087"/>
                  </a:lnTo>
                  <a:lnTo>
                    <a:pt x="23037" y="136855"/>
                  </a:lnTo>
                  <a:lnTo>
                    <a:pt x="11925" y="136855"/>
                  </a:lnTo>
                  <a:lnTo>
                    <a:pt x="11925" y="127977"/>
                  </a:lnTo>
                  <a:lnTo>
                    <a:pt x="23037" y="127977"/>
                  </a:lnTo>
                  <a:lnTo>
                    <a:pt x="23037" y="122732"/>
                  </a:lnTo>
                  <a:lnTo>
                    <a:pt x="11925" y="122732"/>
                  </a:lnTo>
                  <a:lnTo>
                    <a:pt x="11925" y="113868"/>
                  </a:lnTo>
                  <a:lnTo>
                    <a:pt x="23037" y="113868"/>
                  </a:lnTo>
                  <a:lnTo>
                    <a:pt x="23037" y="108635"/>
                  </a:lnTo>
                  <a:lnTo>
                    <a:pt x="11925" y="108635"/>
                  </a:lnTo>
                  <a:lnTo>
                    <a:pt x="11925" y="63169"/>
                  </a:lnTo>
                  <a:lnTo>
                    <a:pt x="23037" y="63169"/>
                  </a:lnTo>
                  <a:lnTo>
                    <a:pt x="23037" y="57937"/>
                  </a:lnTo>
                  <a:lnTo>
                    <a:pt x="11925" y="57937"/>
                  </a:lnTo>
                  <a:lnTo>
                    <a:pt x="11925" y="49060"/>
                  </a:lnTo>
                  <a:lnTo>
                    <a:pt x="23037" y="49060"/>
                  </a:lnTo>
                  <a:lnTo>
                    <a:pt x="23037" y="43827"/>
                  </a:lnTo>
                  <a:lnTo>
                    <a:pt x="11925" y="43827"/>
                  </a:lnTo>
                  <a:lnTo>
                    <a:pt x="11925" y="34963"/>
                  </a:lnTo>
                  <a:lnTo>
                    <a:pt x="23037" y="34963"/>
                  </a:lnTo>
                  <a:lnTo>
                    <a:pt x="23037" y="29730"/>
                  </a:lnTo>
                  <a:lnTo>
                    <a:pt x="11925" y="29730"/>
                  </a:lnTo>
                  <a:lnTo>
                    <a:pt x="11925" y="20320"/>
                  </a:lnTo>
                  <a:lnTo>
                    <a:pt x="23037" y="20320"/>
                  </a:lnTo>
                  <a:lnTo>
                    <a:pt x="23037" y="0"/>
                  </a:lnTo>
                  <a:lnTo>
                    <a:pt x="0" y="0"/>
                  </a:lnTo>
                  <a:lnTo>
                    <a:pt x="0" y="20320"/>
                  </a:lnTo>
                  <a:lnTo>
                    <a:pt x="0" y="29730"/>
                  </a:lnTo>
                  <a:lnTo>
                    <a:pt x="0" y="250190"/>
                  </a:lnTo>
                  <a:lnTo>
                    <a:pt x="232181" y="250190"/>
                  </a:lnTo>
                  <a:lnTo>
                    <a:pt x="232181" y="225259"/>
                  </a:lnTo>
                  <a:lnTo>
                    <a:pt x="232181" y="224790"/>
                  </a:lnTo>
                  <a:lnTo>
                    <a:pt x="232181" y="215760"/>
                  </a:lnTo>
                  <a:lnTo>
                    <a:pt x="232308" y="215760"/>
                  </a:lnTo>
                  <a:lnTo>
                    <a:pt x="232308" y="210527"/>
                  </a:lnTo>
                  <a:lnTo>
                    <a:pt x="232181" y="210527"/>
                  </a:lnTo>
                  <a:lnTo>
                    <a:pt x="232181" y="201650"/>
                  </a:lnTo>
                  <a:lnTo>
                    <a:pt x="232308" y="201650"/>
                  </a:lnTo>
                  <a:lnTo>
                    <a:pt x="232308" y="196405"/>
                  </a:lnTo>
                  <a:lnTo>
                    <a:pt x="232181" y="196405"/>
                  </a:lnTo>
                  <a:lnTo>
                    <a:pt x="232181" y="187540"/>
                  </a:lnTo>
                  <a:lnTo>
                    <a:pt x="232308" y="187540"/>
                  </a:lnTo>
                  <a:lnTo>
                    <a:pt x="232308" y="182308"/>
                  </a:lnTo>
                  <a:lnTo>
                    <a:pt x="232181" y="182308"/>
                  </a:lnTo>
                  <a:lnTo>
                    <a:pt x="232181" y="142087"/>
                  </a:lnTo>
                  <a:lnTo>
                    <a:pt x="232308" y="142087"/>
                  </a:lnTo>
                  <a:lnTo>
                    <a:pt x="232308" y="136855"/>
                  </a:lnTo>
                  <a:lnTo>
                    <a:pt x="232181" y="136855"/>
                  </a:lnTo>
                  <a:lnTo>
                    <a:pt x="232181" y="127977"/>
                  </a:lnTo>
                  <a:lnTo>
                    <a:pt x="232308" y="127977"/>
                  </a:lnTo>
                  <a:lnTo>
                    <a:pt x="232308" y="122732"/>
                  </a:lnTo>
                  <a:lnTo>
                    <a:pt x="232181" y="122732"/>
                  </a:lnTo>
                  <a:lnTo>
                    <a:pt x="232181" y="113868"/>
                  </a:lnTo>
                  <a:lnTo>
                    <a:pt x="232308" y="113868"/>
                  </a:lnTo>
                  <a:lnTo>
                    <a:pt x="232308" y="108635"/>
                  </a:lnTo>
                  <a:lnTo>
                    <a:pt x="232181" y="108635"/>
                  </a:lnTo>
                  <a:lnTo>
                    <a:pt x="232181" y="63182"/>
                  </a:lnTo>
                  <a:lnTo>
                    <a:pt x="232308" y="63182"/>
                  </a:lnTo>
                  <a:lnTo>
                    <a:pt x="232308" y="57950"/>
                  </a:lnTo>
                  <a:lnTo>
                    <a:pt x="232181" y="57950"/>
                  </a:lnTo>
                  <a:lnTo>
                    <a:pt x="232181" y="49060"/>
                  </a:lnTo>
                  <a:lnTo>
                    <a:pt x="232308" y="49060"/>
                  </a:lnTo>
                  <a:lnTo>
                    <a:pt x="232308" y="43827"/>
                  </a:lnTo>
                  <a:lnTo>
                    <a:pt x="232181" y="43827"/>
                  </a:lnTo>
                  <a:lnTo>
                    <a:pt x="232181" y="34963"/>
                  </a:lnTo>
                  <a:lnTo>
                    <a:pt x="232308" y="34963"/>
                  </a:lnTo>
                  <a:lnTo>
                    <a:pt x="232308" y="29730"/>
                  </a:lnTo>
                  <a:close/>
                </a:path>
              </a:pathLst>
            </a:custGeom>
            <a:solidFill>
              <a:srgbClr val="A4271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" name="object 513" descr=""/>
            <p:cNvSpPr/>
            <p:nvPr/>
          </p:nvSpPr>
          <p:spPr>
            <a:xfrm>
              <a:off x="18181880" y="6679406"/>
              <a:ext cx="232410" cy="250190"/>
            </a:xfrm>
            <a:custGeom>
              <a:avLst/>
              <a:gdLst/>
              <a:ahLst/>
              <a:cxnLst/>
              <a:rect l="l" t="t" r="r" b="b"/>
              <a:pathLst>
                <a:path w="232409" h="250190">
                  <a:moveTo>
                    <a:pt x="232181" y="0"/>
                  </a:moveTo>
                  <a:lnTo>
                    <a:pt x="0" y="0"/>
                  </a:lnTo>
                  <a:lnTo>
                    <a:pt x="0" y="20320"/>
                  </a:lnTo>
                  <a:lnTo>
                    <a:pt x="0" y="224790"/>
                  </a:lnTo>
                  <a:lnTo>
                    <a:pt x="0" y="250190"/>
                  </a:lnTo>
                  <a:lnTo>
                    <a:pt x="232181" y="250190"/>
                  </a:lnTo>
                  <a:lnTo>
                    <a:pt x="232181" y="225259"/>
                  </a:lnTo>
                  <a:lnTo>
                    <a:pt x="232181" y="224790"/>
                  </a:lnTo>
                  <a:lnTo>
                    <a:pt x="232181" y="20904"/>
                  </a:lnTo>
                  <a:lnTo>
                    <a:pt x="221145" y="20904"/>
                  </a:lnTo>
                  <a:lnTo>
                    <a:pt x="221145" y="224790"/>
                  </a:lnTo>
                  <a:lnTo>
                    <a:pt x="134861" y="224790"/>
                  </a:lnTo>
                  <a:lnTo>
                    <a:pt x="134861" y="20904"/>
                  </a:lnTo>
                  <a:lnTo>
                    <a:pt x="105994" y="20904"/>
                  </a:lnTo>
                  <a:lnTo>
                    <a:pt x="105994" y="224790"/>
                  </a:lnTo>
                  <a:lnTo>
                    <a:pt x="11925" y="224790"/>
                  </a:lnTo>
                  <a:lnTo>
                    <a:pt x="11925" y="20320"/>
                  </a:lnTo>
                  <a:lnTo>
                    <a:pt x="232181" y="20320"/>
                  </a:lnTo>
                  <a:lnTo>
                    <a:pt x="232181" y="0"/>
                  </a:lnTo>
                  <a:close/>
                </a:path>
              </a:pathLst>
            </a:custGeom>
            <a:solidFill>
              <a:srgbClr val="0F171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" name="object 514" descr=""/>
            <p:cNvSpPr/>
            <p:nvPr/>
          </p:nvSpPr>
          <p:spPr>
            <a:xfrm>
              <a:off x="18414068" y="6670310"/>
              <a:ext cx="134620" cy="274320"/>
            </a:xfrm>
            <a:custGeom>
              <a:avLst/>
              <a:gdLst/>
              <a:ahLst/>
              <a:cxnLst/>
              <a:rect l="l" t="t" r="r" b="b"/>
              <a:pathLst>
                <a:path w="134619" h="274320">
                  <a:moveTo>
                    <a:pt x="134268" y="0"/>
                  </a:moveTo>
                  <a:lnTo>
                    <a:pt x="0" y="0"/>
                  </a:lnTo>
                  <a:lnTo>
                    <a:pt x="0" y="274127"/>
                  </a:lnTo>
                  <a:lnTo>
                    <a:pt x="134268" y="274127"/>
                  </a:lnTo>
                  <a:lnTo>
                    <a:pt x="134268" y="0"/>
                  </a:lnTo>
                  <a:close/>
                </a:path>
              </a:pathLst>
            </a:custGeom>
            <a:solidFill>
              <a:srgbClr val="EBED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" name="object 515" descr=""/>
            <p:cNvSpPr/>
            <p:nvPr/>
          </p:nvSpPr>
          <p:spPr>
            <a:xfrm>
              <a:off x="18414068" y="6670310"/>
              <a:ext cx="134620" cy="274320"/>
            </a:xfrm>
            <a:custGeom>
              <a:avLst/>
              <a:gdLst/>
              <a:ahLst/>
              <a:cxnLst/>
              <a:rect l="l" t="t" r="r" b="b"/>
              <a:pathLst>
                <a:path w="134619" h="274320">
                  <a:moveTo>
                    <a:pt x="134268" y="0"/>
                  </a:moveTo>
                  <a:lnTo>
                    <a:pt x="0" y="0"/>
                  </a:lnTo>
                  <a:lnTo>
                    <a:pt x="0" y="274127"/>
                  </a:lnTo>
                  <a:lnTo>
                    <a:pt x="134268" y="274127"/>
                  </a:lnTo>
                  <a:lnTo>
                    <a:pt x="134268" y="0"/>
                  </a:lnTo>
                  <a:close/>
                </a:path>
              </a:pathLst>
            </a:custGeom>
            <a:solidFill>
              <a:srgbClr val="0F171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" name="object 516" descr=""/>
            <p:cNvSpPr/>
            <p:nvPr/>
          </p:nvSpPr>
          <p:spPr>
            <a:xfrm>
              <a:off x="18047618" y="6670310"/>
              <a:ext cx="134620" cy="274320"/>
            </a:xfrm>
            <a:custGeom>
              <a:avLst/>
              <a:gdLst/>
              <a:ahLst/>
              <a:cxnLst/>
              <a:rect l="l" t="t" r="r" b="b"/>
              <a:pathLst>
                <a:path w="134619" h="274320">
                  <a:moveTo>
                    <a:pt x="134268" y="0"/>
                  </a:moveTo>
                  <a:lnTo>
                    <a:pt x="0" y="0"/>
                  </a:lnTo>
                  <a:lnTo>
                    <a:pt x="0" y="274127"/>
                  </a:lnTo>
                  <a:lnTo>
                    <a:pt x="134268" y="274127"/>
                  </a:lnTo>
                  <a:lnTo>
                    <a:pt x="134268" y="0"/>
                  </a:lnTo>
                  <a:close/>
                </a:path>
              </a:pathLst>
            </a:custGeom>
            <a:solidFill>
              <a:srgbClr val="EBED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" name="object 517" descr=""/>
            <p:cNvSpPr/>
            <p:nvPr/>
          </p:nvSpPr>
          <p:spPr>
            <a:xfrm>
              <a:off x="18047618" y="6670310"/>
              <a:ext cx="134620" cy="274320"/>
            </a:xfrm>
            <a:custGeom>
              <a:avLst/>
              <a:gdLst/>
              <a:ahLst/>
              <a:cxnLst/>
              <a:rect l="l" t="t" r="r" b="b"/>
              <a:pathLst>
                <a:path w="134619" h="274320">
                  <a:moveTo>
                    <a:pt x="134268" y="0"/>
                  </a:moveTo>
                  <a:lnTo>
                    <a:pt x="0" y="0"/>
                  </a:lnTo>
                  <a:lnTo>
                    <a:pt x="0" y="274127"/>
                  </a:lnTo>
                  <a:lnTo>
                    <a:pt x="134268" y="274127"/>
                  </a:lnTo>
                  <a:lnTo>
                    <a:pt x="134268" y="0"/>
                  </a:lnTo>
                  <a:close/>
                </a:path>
              </a:pathLst>
            </a:custGeom>
            <a:solidFill>
              <a:srgbClr val="0F171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" name="object 518" descr=""/>
            <p:cNvSpPr/>
            <p:nvPr/>
          </p:nvSpPr>
          <p:spPr>
            <a:xfrm>
              <a:off x="16740925" y="6551004"/>
              <a:ext cx="241935" cy="507365"/>
            </a:xfrm>
            <a:custGeom>
              <a:avLst/>
              <a:gdLst/>
              <a:ahLst/>
              <a:cxnLst/>
              <a:rect l="l" t="t" r="r" b="b"/>
              <a:pathLst>
                <a:path w="241934" h="507365">
                  <a:moveTo>
                    <a:pt x="241322" y="0"/>
                  </a:moveTo>
                  <a:lnTo>
                    <a:pt x="0" y="0"/>
                  </a:lnTo>
                  <a:lnTo>
                    <a:pt x="0" y="507230"/>
                  </a:lnTo>
                  <a:lnTo>
                    <a:pt x="241322" y="507230"/>
                  </a:lnTo>
                  <a:lnTo>
                    <a:pt x="241322" y="0"/>
                  </a:lnTo>
                  <a:close/>
                </a:path>
              </a:pathLst>
            </a:custGeom>
            <a:solidFill>
              <a:srgbClr val="A4271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" name="object 519" descr=""/>
            <p:cNvSpPr/>
            <p:nvPr/>
          </p:nvSpPr>
          <p:spPr>
            <a:xfrm>
              <a:off x="16740925" y="6551004"/>
              <a:ext cx="241935" cy="507365"/>
            </a:xfrm>
            <a:custGeom>
              <a:avLst/>
              <a:gdLst/>
              <a:ahLst/>
              <a:cxnLst/>
              <a:rect l="l" t="t" r="r" b="b"/>
              <a:pathLst>
                <a:path w="241934" h="507365">
                  <a:moveTo>
                    <a:pt x="241322" y="0"/>
                  </a:moveTo>
                  <a:lnTo>
                    <a:pt x="0" y="0"/>
                  </a:lnTo>
                  <a:lnTo>
                    <a:pt x="0" y="507230"/>
                  </a:lnTo>
                  <a:lnTo>
                    <a:pt x="241322" y="507230"/>
                  </a:lnTo>
                  <a:lnTo>
                    <a:pt x="241322" y="0"/>
                  </a:lnTo>
                  <a:close/>
                </a:path>
              </a:pathLst>
            </a:custGeom>
            <a:solidFill>
              <a:srgbClr val="0F171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" name="object 520" descr=""/>
            <p:cNvSpPr/>
            <p:nvPr/>
          </p:nvSpPr>
          <p:spPr>
            <a:xfrm>
              <a:off x="16804347" y="6621882"/>
              <a:ext cx="123189" cy="299720"/>
            </a:xfrm>
            <a:custGeom>
              <a:avLst/>
              <a:gdLst/>
              <a:ahLst/>
              <a:cxnLst/>
              <a:rect l="l" t="t" r="r" b="b"/>
              <a:pathLst>
                <a:path w="123190" h="299720">
                  <a:moveTo>
                    <a:pt x="123032" y="0"/>
                  </a:moveTo>
                  <a:lnTo>
                    <a:pt x="0" y="0"/>
                  </a:lnTo>
                  <a:lnTo>
                    <a:pt x="0" y="299268"/>
                  </a:lnTo>
                  <a:lnTo>
                    <a:pt x="123032" y="299268"/>
                  </a:lnTo>
                  <a:lnTo>
                    <a:pt x="123032" y="0"/>
                  </a:lnTo>
                  <a:close/>
                </a:path>
              </a:pathLst>
            </a:custGeom>
            <a:solidFill>
              <a:srgbClr val="9FD3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" name="object 521" descr=""/>
            <p:cNvSpPr/>
            <p:nvPr/>
          </p:nvSpPr>
          <p:spPr>
            <a:xfrm>
              <a:off x="16804336" y="6621379"/>
              <a:ext cx="124460" cy="300355"/>
            </a:xfrm>
            <a:custGeom>
              <a:avLst/>
              <a:gdLst/>
              <a:ahLst/>
              <a:cxnLst/>
              <a:rect l="l" t="t" r="r" b="b"/>
              <a:pathLst>
                <a:path w="124459" h="300354">
                  <a:moveTo>
                    <a:pt x="123990" y="6350"/>
                  </a:moveTo>
                  <a:lnTo>
                    <a:pt x="123050" y="6350"/>
                  </a:lnTo>
                  <a:lnTo>
                    <a:pt x="123050" y="0"/>
                  </a:lnTo>
                  <a:lnTo>
                    <a:pt x="116090" y="0"/>
                  </a:lnTo>
                  <a:lnTo>
                    <a:pt x="116090" y="279527"/>
                  </a:lnTo>
                  <a:lnTo>
                    <a:pt x="100812" y="279527"/>
                  </a:lnTo>
                  <a:lnTo>
                    <a:pt x="100812" y="266077"/>
                  </a:lnTo>
                  <a:lnTo>
                    <a:pt x="116090" y="266077"/>
                  </a:lnTo>
                  <a:lnTo>
                    <a:pt x="116090" y="258191"/>
                  </a:lnTo>
                  <a:lnTo>
                    <a:pt x="100812" y="258191"/>
                  </a:lnTo>
                  <a:lnTo>
                    <a:pt x="100812" y="244779"/>
                  </a:lnTo>
                  <a:lnTo>
                    <a:pt x="116090" y="244779"/>
                  </a:lnTo>
                  <a:lnTo>
                    <a:pt x="116090" y="236893"/>
                  </a:lnTo>
                  <a:lnTo>
                    <a:pt x="100812" y="236893"/>
                  </a:lnTo>
                  <a:lnTo>
                    <a:pt x="100812" y="176098"/>
                  </a:lnTo>
                  <a:lnTo>
                    <a:pt x="116090" y="176098"/>
                  </a:lnTo>
                  <a:lnTo>
                    <a:pt x="116090" y="168198"/>
                  </a:lnTo>
                  <a:lnTo>
                    <a:pt x="100812" y="168198"/>
                  </a:lnTo>
                  <a:lnTo>
                    <a:pt x="100812" y="154813"/>
                  </a:lnTo>
                  <a:lnTo>
                    <a:pt x="116090" y="154813"/>
                  </a:lnTo>
                  <a:lnTo>
                    <a:pt x="116090" y="146913"/>
                  </a:lnTo>
                  <a:lnTo>
                    <a:pt x="100812" y="146913"/>
                  </a:lnTo>
                  <a:lnTo>
                    <a:pt x="100812" y="133464"/>
                  </a:lnTo>
                  <a:lnTo>
                    <a:pt x="116090" y="133464"/>
                  </a:lnTo>
                  <a:lnTo>
                    <a:pt x="116090" y="125577"/>
                  </a:lnTo>
                  <a:lnTo>
                    <a:pt x="100812" y="125577"/>
                  </a:lnTo>
                  <a:lnTo>
                    <a:pt x="100812" y="56921"/>
                  </a:lnTo>
                  <a:lnTo>
                    <a:pt x="116090" y="56921"/>
                  </a:lnTo>
                  <a:lnTo>
                    <a:pt x="116090" y="48983"/>
                  </a:lnTo>
                  <a:lnTo>
                    <a:pt x="100812" y="48983"/>
                  </a:lnTo>
                  <a:lnTo>
                    <a:pt x="100812" y="35585"/>
                  </a:lnTo>
                  <a:lnTo>
                    <a:pt x="116090" y="35585"/>
                  </a:lnTo>
                  <a:lnTo>
                    <a:pt x="116090" y="27686"/>
                  </a:lnTo>
                  <a:lnTo>
                    <a:pt x="100812" y="27686"/>
                  </a:lnTo>
                  <a:lnTo>
                    <a:pt x="100812" y="14300"/>
                  </a:lnTo>
                  <a:lnTo>
                    <a:pt x="116090" y="14300"/>
                  </a:lnTo>
                  <a:lnTo>
                    <a:pt x="116090" y="6362"/>
                  </a:lnTo>
                  <a:lnTo>
                    <a:pt x="100812" y="6362"/>
                  </a:lnTo>
                  <a:lnTo>
                    <a:pt x="100812" y="508"/>
                  </a:lnTo>
                  <a:lnTo>
                    <a:pt x="92913" y="508"/>
                  </a:lnTo>
                  <a:lnTo>
                    <a:pt x="92913" y="279527"/>
                  </a:lnTo>
                  <a:lnTo>
                    <a:pt x="77622" y="279527"/>
                  </a:lnTo>
                  <a:lnTo>
                    <a:pt x="77622" y="266077"/>
                  </a:lnTo>
                  <a:lnTo>
                    <a:pt x="92913" y="266077"/>
                  </a:lnTo>
                  <a:lnTo>
                    <a:pt x="92913" y="258191"/>
                  </a:lnTo>
                  <a:lnTo>
                    <a:pt x="77622" y="258191"/>
                  </a:lnTo>
                  <a:lnTo>
                    <a:pt x="77622" y="244779"/>
                  </a:lnTo>
                  <a:lnTo>
                    <a:pt x="92913" y="244779"/>
                  </a:lnTo>
                  <a:lnTo>
                    <a:pt x="92913" y="236893"/>
                  </a:lnTo>
                  <a:lnTo>
                    <a:pt x="77622" y="236893"/>
                  </a:lnTo>
                  <a:lnTo>
                    <a:pt x="77622" y="176098"/>
                  </a:lnTo>
                  <a:lnTo>
                    <a:pt x="92913" y="176098"/>
                  </a:lnTo>
                  <a:lnTo>
                    <a:pt x="92913" y="168198"/>
                  </a:lnTo>
                  <a:lnTo>
                    <a:pt x="77622" y="168198"/>
                  </a:lnTo>
                  <a:lnTo>
                    <a:pt x="77622" y="154813"/>
                  </a:lnTo>
                  <a:lnTo>
                    <a:pt x="92913" y="154813"/>
                  </a:lnTo>
                  <a:lnTo>
                    <a:pt x="92913" y="146913"/>
                  </a:lnTo>
                  <a:lnTo>
                    <a:pt x="77622" y="146913"/>
                  </a:lnTo>
                  <a:lnTo>
                    <a:pt x="77622" y="133464"/>
                  </a:lnTo>
                  <a:lnTo>
                    <a:pt x="92913" y="133464"/>
                  </a:lnTo>
                  <a:lnTo>
                    <a:pt x="92913" y="125577"/>
                  </a:lnTo>
                  <a:lnTo>
                    <a:pt x="77622" y="125577"/>
                  </a:lnTo>
                  <a:lnTo>
                    <a:pt x="77622" y="56921"/>
                  </a:lnTo>
                  <a:lnTo>
                    <a:pt x="92913" y="56921"/>
                  </a:lnTo>
                  <a:lnTo>
                    <a:pt x="92913" y="48983"/>
                  </a:lnTo>
                  <a:lnTo>
                    <a:pt x="77622" y="48983"/>
                  </a:lnTo>
                  <a:lnTo>
                    <a:pt x="77622" y="35585"/>
                  </a:lnTo>
                  <a:lnTo>
                    <a:pt x="92913" y="35585"/>
                  </a:lnTo>
                  <a:lnTo>
                    <a:pt x="92913" y="27686"/>
                  </a:lnTo>
                  <a:lnTo>
                    <a:pt x="77622" y="27686"/>
                  </a:lnTo>
                  <a:lnTo>
                    <a:pt x="77622" y="14300"/>
                  </a:lnTo>
                  <a:lnTo>
                    <a:pt x="92913" y="14300"/>
                  </a:lnTo>
                  <a:lnTo>
                    <a:pt x="92913" y="6362"/>
                  </a:lnTo>
                  <a:lnTo>
                    <a:pt x="77622" y="6362"/>
                  </a:lnTo>
                  <a:lnTo>
                    <a:pt x="77622" y="508"/>
                  </a:lnTo>
                  <a:lnTo>
                    <a:pt x="69735" y="508"/>
                  </a:lnTo>
                  <a:lnTo>
                    <a:pt x="69735" y="279527"/>
                  </a:lnTo>
                  <a:lnTo>
                    <a:pt x="54444" y="279527"/>
                  </a:lnTo>
                  <a:lnTo>
                    <a:pt x="54444" y="266077"/>
                  </a:lnTo>
                  <a:lnTo>
                    <a:pt x="69735" y="266077"/>
                  </a:lnTo>
                  <a:lnTo>
                    <a:pt x="69735" y="258191"/>
                  </a:lnTo>
                  <a:lnTo>
                    <a:pt x="54444" y="258191"/>
                  </a:lnTo>
                  <a:lnTo>
                    <a:pt x="54444" y="244779"/>
                  </a:lnTo>
                  <a:lnTo>
                    <a:pt x="69735" y="244779"/>
                  </a:lnTo>
                  <a:lnTo>
                    <a:pt x="69735" y="236893"/>
                  </a:lnTo>
                  <a:lnTo>
                    <a:pt x="54444" y="236893"/>
                  </a:lnTo>
                  <a:lnTo>
                    <a:pt x="54444" y="176098"/>
                  </a:lnTo>
                  <a:lnTo>
                    <a:pt x="69735" y="176098"/>
                  </a:lnTo>
                  <a:lnTo>
                    <a:pt x="69735" y="168198"/>
                  </a:lnTo>
                  <a:lnTo>
                    <a:pt x="54444" y="168198"/>
                  </a:lnTo>
                  <a:lnTo>
                    <a:pt x="54444" y="154813"/>
                  </a:lnTo>
                  <a:lnTo>
                    <a:pt x="69735" y="154813"/>
                  </a:lnTo>
                  <a:lnTo>
                    <a:pt x="69735" y="146913"/>
                  </a:lnTo>
                  <a:lnTo>
                    <a:pt x="54444" y="146913"/>
                  </a:lnTo>
                  <a:lnTo>
                    <a:pt x="54444" y="133464"/>
                  </a:lnTo>
                  <a:lnTo>
                    <a:pt x="69735" y="133464"/>
                  </a:lnTo>
                  <a:lnTo>
                    <a:pt x="69735" y="125577"/>
                  </a:lnTo>
                  <a:lnTo>
                    <a:pt x="54444" y="125577"/>
                  </a:lnTo>
                  <a:lnTo>
                    <a:pt x="54444" y="56921"/>
                  </a:lnTo>
                  <a:lnTo>
                    <a:pt x="69735" y="56921"/>
                  </a:lnTo>
                  <a:lnTo>
                    <a:pt x="69735" y="48983"/>
                  </a:lnTo>
                  <a:lnTo>
                    <a:pt x="54444" y="48983"/>
                  </a:lnTo>
                  <a:lnTo>
                    <a:pt x="54444" y="35585"/>
                  </a:lnTo>
                  <a:lnTo>
                    <a:pt x="69735" y="35585"/>
                  </a:lnTo>
                  <a:lnTo>
                    <a:pt x="69735" y="27686"/>
                  </a:lnTo>
                  <a:lnTo>
                    <a:pt x="54444" y="27686"/>
                  </a:lnTo>
                  <a:lnTo>
                    <a:pt x="54444" y="14300"/>
                  </a:lnTo>
                  <a:lnTo>
                    <a:pt x="69735" y="14300"/>
                  </a:lnTo>
                  <a:lnTo>
                    <a:pt x="69735" y="6362"/>
                  </a:lnTo>
                  <a:lnTo>
                    <a:pt x="54444" y="6362"/>
                  </a:lnTo>
                  <a:lnTo>
                    <a:pt x="54444" y="508"/>
                  </a:lnTo>
                  <a:lnTo>
                    <a:pt x="46545" y="508"/>
                  </a:lnTo>
                  <a:lnTo>
                    <a:pt x="46545" y="279527"/>
                  </a:lnTo>
                  <a:lnTo>
                    <a:pt x="31267" y="279527"/>
                  </a:lnTo>
                  <a:lnTo>
                    <a:pt x="31267" y="266077"/>
                  </a:lnTo>
                  <a:lnTo>
                    <a:pt x="46545" y="266077"/>
                  </a:lnTo>
                  <a:lnTo>
                    <a:pt x="46545" y="258191"/>
                  </a:lnTo>
                  <a:lnTo>
                    <a:pt x="31267" y="258191"/>
                  </a:lnTo>
                  <a:lnTo>
                    <a:pt x="31267" y="244779"/>
                  </a:lnTo>
                  <a:lnTo>
                    <a:pt x="46545" y="244779"/>
                  </a:lnTo>
                  <a:lnTo>
                    <a:pt x="46545" y="236893"/>
                  </a:lnTo>
                  <a:lnTo>
                    <a:pt x="31267" y="236893"/>
                  </a:lnTo>
                  <a:lnTo>
                    <a:pt x="31267" y="176098"/>
                  </a:lnTo>
                  <a:lnTo>
                    <a:pt x="46545" y="176098"/>
                  </a:lnTo>
                  <a:lnTo>
                    <a:pt x="46545" y="168198"/>
                  </a:lnTo>
                  <a:lnTo>
                    <a:pt x="31267" y="168198"/>
                  </a:lnTo>
                  <a:lnTo>
                    <a:pt x="31267" y="154813"/>
                  </a:lnTo>
                  <a:lnTo>
                    <a:pt x="46545" y="154813"/>
                  </a:lnTo>
                  <a:lnTo>
                    <a:pt x="46545" y="146913"/>
                  </a:lnTo>
                  <a:lnTo>
                    <a:pt x="31267" y="146913"/>
                  </a:lnTo>
                  <a:lnTo>
                    <a:pt x="31267" y="133464"/>
                  </a:lnTo>
                  <a:lnTo>
                    <a:pt x="46545" y="133464"/>
                  </a:lnTo>
                  <a:lnTo>
                    <a:pt x="46545" y="125577"/>
                  </a:lnTo>
                  <a:lnTo>
                    <a:pt x="31267" y="125577"/>
                  </a:lnTo>
                  <a:lnTo>
                    <a:pt x="31267" y="56921"/>
                  </a:lnTo>
                  <a:lnTo>
                    <a:pt x="46545" y="56921"/>
                  </a:lnTo>
                  <a:lnTo>
                    <a:pt x="46545" y="48983"/>
                  </a:lnTo>
                  <a:lnTo>
                    <a:pt x="31267" y="48983"/>
                  </a:lnTo>
                  <a:lnTo>
                    <a:pt x="31267" y="35585"/>
                  </a:lnTo>
                  <a:lnTo>
                    <a:pt x="46545" y="35585"/>
                  </a:lnTo>
                  <a:lnTo>
                    <a:pt x="46545" y="27686"/>
                  </a:lnTo>
                  <a:lnTo>
                    <a:pt x="31267" y="27686"/>
                  </a:lnTo>
                  <a:lnTo>
                    <a:pt x="31267" y="14300"/>
                  </a:lnTo>
                  <a:lnTo>
                    <a:pt x="46545" y="14300"/>
                  </a:lnTo>
                  <a:lnTo>
                    <a:pt x="46545" y="6362"/>
                  </a:lnTo>
                  <a:lnTo>
                    <a:pt x="31267" y="6362"/>
                  </a:lnTo>
                  <a:lnTo>
                    <a:pt x="31267" y="508"/>
                  </a:lnTo>
                  <a:lnTo>
                    <a:pt x="23368" y="508"/>
                  </a:lnTo>
                  <a:lnTo>
                    <a:pt x="23368" y="279527"/>
                  </a:lnTo>
                  <a:lnTo>
                    <a:pt x="21894" y="279527"/>
                  </a:lnTo>
                  <a:lnTo>
                    <a:pt x="8077" y="279527"/>
                  </a:lnTo>
                  <a:lnTo>
                    <a:pt x="8077" y="266077"/>
                  </a:lnTo>
                  <a:lnTo>
                    <a:pt x="21894" y="266077"/>
                  </a:lnTo>
                  <a:lnTo>
                    <a:pt x="23368" y="266077"/>
                  </a:lnTo>
                  <a:lnTo>
                    <a:pt x="23368" y="258191"/>
                  </a:lnTo>
                  <a:lnTo>
                    <a:pt x="21894" y="258191"/>
                  </a:lnTo>
                  <a:lnTo>
                    <a:pt x="8077" y="258191"/>
                  </a:lnTo>
                  <a:lnTo>
                    <a:pt x="8077" y="244779"/>
                  </a:lnTo>
                  <a:lnTo>
                    <a:pt x="21894" y="244779"/>
                  </a:lnTo>
                  <a:lnTo>
                    <a:pt x="23368" y="244779"/>
                  </a:lnTo>
                  <a:lnTo>
                    <a:pt x="23368" y="236893"/>
                  </a:lnTo>
                  <a:lnTo>
                    <a:pt x="21894" y="236893"/>
                  </a:lnTo>
                  <a:lnTo>
                    <a:pt x="8077" y="236893"/>
                  </a:lnTo>
                  <a:lnTo>
                    <a:pt x="8077" y="176098"/>
                  </a:lnTo>
                  <a:lnTo>
                    <a:pt x="21894" y="176098"/>
                  </a:lnTo>
                  <a:lnTo>
                    <a:pt x="23368" y="176098"/>
                  </a:lnTo>
                  <a:lnTo>
                    <a:pt x="23368" y="168198"/>
                  </a:lnTo>
                  <a:lnTo>
                    <a:pt x="21894" y="168198"/>
                  </a:lnTo>
                  <a:lnTo>
                    <a:pt x="8077" y="168198"/>
                  </a:lnTo>
                  <a:lnTo>
                    <a:pt x="8077" y="154813"/>
                  </a:lnTo>
                  <a:lnTo>
                    <a:pt x="21894" y="154813"/>
                  </a:lnTo>
                  <a:lnTo>
                    <a:pt x="23368" y="154813"/>
                  </a:lnTo>
                  <a:lnTo>
                    <a:pt x="23368" y="146913"/>
                  </a:lnTo>
                  <a:lnTo>
                    <a:pt x="21894" y="146913"/>
                  </a:lnTo>
                  <a:lnTo>
                    <a:pt x="8077" y="146913"/>
                  </a:lnTo>
                  <a:lnTo>
                    <a:pt x="8077" y="133464"/>
                  </a:lnTo>
                  <a:lnTo>
                    <a:pt x="21894" y="133464"/>
                  </a:lnTo>
                  <a:lnTo>
                    <a:pt x="23368" y="133464"/>
                  </a:lnTo>
                  <a:lnTo>
                    <a:pt x="23368" y="125577"/>
                  </a:lnTo>
                  <a:lnTo>
                    <a:pt x="21894" y="125577"/>
                  </a:lnTo>
                  <a:lnTo>
                    <a:pt x="8077" y="125577"/>
                  </a:lnTo>
                  <a:lnTo>
                    <a:pt x="8077" y="56921"/>
                  </a:lnTo>
                  <a:lnTo>
                    <a:pt x="21894" y="56921"/>
                  </a:lnTo>
                  <a:lnTo>
                    <a:pt x="23368" y="56921"/>
                  </a:lnTo>
                  <a:lnTo>
                    <a:pt x="23368" y="48983"/>
                  </a:lnTo>
                  <a:lnTo>
                    <a:pt x="21894" y="48983"/>
                  </a:lnTo>
                  <a:lnTo>
                    <a:pt x="8077" y="48983"/>
                  </a:lnTo>
                  <a:lnTo>
                    <a:pt x="8077" y="35585"/>
                  </a:lnTo>
                  <a:lnTo>
                    <a:pt x="21894" y="35585"/>
                  </a:lnTo>
                  <a:lnTo>
                    <a:pt x="23368" y="35585"/>
                  </a:lnTo>
                  <a:lnTo>
                    <a:pt x="23368" y="27686"/>
                  </a:lnTo>
                  <a:lnTo>
                    <a:pt x="21894" y="27686"/>
                  </a:lnTo>
                  <a:lnTo>
                    <a:pt x="8077" y="27686"/>
                  </a:lnTo>
                  <a:lnTo>
                    <a:pt x="8077" y="14300"/>
                  </a:lnTo>
                  <a:lnTo>
                    <a:pt x="21894" y="14300"/>
                  </a:lnTo>
                  <a:lnTo>
                    <a:pt x="23368" y="14300"/>
                  </a:lnTo>
                  <a:lnTo>
                    <a:pt x="23368" y="6362"/>
                  </a:lnTo>
                  <a:lnTo>
                    <a:pt x="21894" y="6362"/>
                  </a:lnTo>
                  <a:lnTo>
                    <a:pt x="8077" y="6362"/>
                  </a:lnTo>
                  <a:lnTo>
                    <a:pt x="8077" y="508"/>
                  </a:lnTo>
                  <a:lnTo>
                    <a:pt x="177" y="508"/>
                  </a:lnTo>
                  <a:lnTo>
                    <a:pt x="177" y="6362"/>
                  </a:lnTo>
                  <a:lnTo>
                    <a:pt x="0" y="6362"/>
                  </a:lnTo>
                  <a:lnTo>
                    <a:pt x="0" y="14300"/>
                  </a:lnTo>
                  <a:lnTo>
                    <a:pt x="177" y="14300"/>
                  </a:lnTo>
                  <a:lnTo>
                    <a:pt x="177" y="27686"/>
                  </a:lnTo>
                  <a:lnTo>
                    <a:pt x="0" y="27686"/>
                  </a:lnTo>
                  <a:lnTo>
                    <a:pt x="0" y="35585"/>
                  </a:lnTo>
                  <a:lnTo>
                    <a:pt x="177" y="35585"/>
                  </a:lnTo>
                  <a:lnTo>
                    <a:pt x="177" y="48983"/>
                  </a:lnTo>
                  <a:lnTo>
                    <a:pt x="0" y="48983"/>
                  </a:lnTo>
                  <a:lnTo>
                    <a:pt x="0" y="56921"/>
                  </a:lnTo>
                  <a:lnTo>
                    <a:pt x="177" y="56921"/>
                  </a:lnTo>
                  <a:lnTo>
                    <a:pt x="177" y="125577"/>
                  </a:lnTo>
                  <a:lnTo>
                    <a:pt x="0" y="125577"/>
                  </a:lnTo>
                  <a:lnTo>
                    <a:pt x="0" y="133464"/>
                  </a:lnTo>
                  <a:lnTo>
                    <a:pt x="177" y="133464"/>
                  </a:lnTo>
                  <a:lnTo>
                    <a:pt x="177" y="146913"/>
                  </a:lnTo>
                  <a:lnTo>
                    <a:pt x="0" y="146913"/>
                  </a:lnTo>
                  <a:lnTo>
                    <a:pt x="0" y="154813"/>
                  </a:lnTo>
                  <a:lnTo>
                    <a:pt x="177" y="154813"/>
                  </a:lnTo>
                  <a:lnTo>
                    <a:pt x="177" y="168198"/>
                  </a:lnTo>
                  <a:lnTo>
                    <a:pt x="0" y="168198"/>
                  </a:lnTo>
                  <a:lnTo>
                    <a:pt x="0" y="176098"/>
                  </a:lnTo>
                  <a:lnTo>
                    <a:pt x="177" y="176098"/>
                  </a:lnTo>
                  <a:lnTo>
                    <a:pt x="177" y="236893"/>
                  </a:lnTo>
                  <a:lnTo>
                    <a:pt x="0" y="236893"/>
                  </a:lnTo>
                  <a:lnTo>
                    <a:pt x="0" y="244779"/>
                  </a:lnTo>
                  <a:lnTo>
                    <a:pt x="177" y="244779"/>
                  </a:lnTo>
                  <a:lnTo>
                    <a:pt x="177" y="258191"/>
                  </a:lnTo>
                  <a:lnTo>
                    <a:pt x="0" y="258191"/>
                  </a:lnTo>
                  <a:lnTo>
                    <a:pt x="0" y="266077"/>
                  </a:lnTo>
                  <a:lnTo>
                    <a:pt x="177" y="266077"/>
                  </a:lnTo>
                  <a:lnTo>
                    <a:pt x="177" y="279527"/>
                  </a:lnTo>
                  <a:lnTo>
                    <a:pt x="0" y="279527"/>
                  </a:lnTo>
                  <a:lnTo>
                    <a:pt x="0" y="287426"/>
                  </a:lnTo>
                  <a:lnTo>
                    <a:pt x="177" y="287426"/>
                  </a:lnTo>
                  <a:lnTo>
                    <a:pt x="177" y="299770"/>
                  </a:lnTo>
                  <a:lnTo>
                    <a:pt x="8077" y="299770"/>
                  </a:lnTo>
                  <a:lnTo>
                    <a:pt x="8077" y="287426"/>
                  </a:lnTo>
                  <a:lnTo>
                    <a:pt x="21894" y="287426"/>
                  </a:lnTo>
                  <a:lnTo>
                    <a:pt x="23368" y="287426"/>
                  </a:lnTo>
                  <a:lnTo>
                    <a:pt x="23368" y="299770"/>
                  </a:lnTo>
                  <a:lnTo>
                    <a:pt x="31267" y="299770"/>
                  </a:lnTo>
                  <a:lnTo>
                    <a:pt x="31267" y="287426"/>
                  </a:lnTo>
                  <a:lnTo>
                    <a:pt x="46545" y="287426"/>
                  </a:lnTo>
                  <a:lnTo>
                    <a:pt x="46545" y="299770"/>
                  </a:lnTo>
                  <a:lnTo>
                    <a:pt x="54444" y="299770"/>
                  </a:lnTo>
                  <a:lnTo>
                    <a:pt x="54444" y="287426"/>
                  </a:lnTo>
                  <a:lnTo>
                    <a:pt x="69735" y="287426"/>
                  </a:lnTo>
                  <a:lnTo>
                    <a:pt x="69735" y="299770"/>
                  </a:lnTo>
                  <a:lnTo>
                    <a:pt x="77622" y="299770"/>
                  </a:lnTo>
                  <a:lnTo>
                    <a:pt x="77622" y="287426"/>
                  </a:lnTo>
                  <a:lnTo>
                    <a:pt x="92913" y="287426"/>
                  </a:lnTo>
                  <a:lnTo>
                    <a:pt x="92913" y="299770"/>
                  </a:lnTo>
                  <a:lnTo>
                    <a:pt x="100812" y="299770"/>
                  </a:lnTo>
                  <a:lnTo>
                    <a:pt x="100812" y="287426"/>
                  </a:lnTo>
                  <a:lnTo>
                    <a:pt x="116090" y="287426"/>
                  </a:lnTo>
                  <a:lnTo>
                    <a:pt x="116090" y="299720"/>
                  </a:lnTo>
                  <a:lnTo>
                    <a:pt x="123050" y="299720"/>
                  </a:lnTo>
                  <a:lnTo>
                    <a:pt x="123050" y="287426"/>
                  </a:lnTo>
                  <a:lnTo>
                    <a:pt x="123990" y="287426"/>
                  </a:lnTo>
                  <a:lnTo>
                    <a:pt x="123990" y="287020"/>
                  </a:lnTo>
                  <a:lnTo>
                    <a:pt x="123990" y="6362"/>
                  </a:lnTo>
                  <a:close/>
                </a:path>
              </a:pathLst>
            </a:custGeom>
            <a:solidFill>
              <a:srgbClr val="A4271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" name="object 522" descr=""/>
            <p:cNvSpPr/>
            <p:nvPr/>
          </p:nvSpPr>
          <p:spPr>
            <a:xfrm>
              <a:off x="14823885" y="6152076"/>
              <a:ext cx="4362450" cy="434975"/>
            </a:xfrm>
            <a:custGeom>
              <a:avLst/>
              <a:gdLst/>
              <a:ahLst/>
              <a:cxnLst/>
              <a:rect l="l" t="t" r="r" b="b"/>
              <a:pathLst>
                <a:path w="4362450" h="434975">
                  <a:moveTo>
                    <a:pt x="55841" y="22618"/>
                  </a:moveTo>
                  <a:lnTo>
                    <a:pt x="54140" y="14338"/>
                  </a:lnTo>
                  <a:lnTo>
                    <a:pt x="48552" y="7315"/>
                  </a:lnTo>
                  <a:lnTo>
                    <a:pt x="39941" y="2298"/>
                  </a:lnTo>
                  <a:lnTo>
                    <a:pt x="29171" y="0"/>
                  </a:lnTo>
                  <a:lnTo>
                    <a:pt x="18211" y="990"/>
                  </a:lnTo>
                  <a:lnTo>
                    <a:pt x="9067" y="4953"/>
                  </a:lnTo>
                  <a:lnTo>
                    <a:pt x="2679" y="11252"/>
                  </a:lnTo>
                  <a:lnTo>
                    <a:pt x="0" y="19265"/>
                  </a:lnTo>
                  <a:lnTo>
                    <a:pt x="1701" y="27559"/>
                  </a:lnTo>
                  <a:lnTo>
                    <a:pt x="7289" y="34569"/>
                  </a:lnTo>
                  <a:lnTo>
                    <a:pt x="15900" y="39585"/>
                  </a:lnTo>
                  <a:lnTo>
                    <a:pt x="26657" y="41884"/>
                  </a:lnTo>
                  <a:lnTo>
                    <a:pt x="37630" y="40894"/>
                  </a:lnTo>
                  <a:lnTo>
                    <a:pt x="46774" y="36931"/>
                  </a:lnTo>
                  <a:lnTo>
                    <a:pt x="53162" y="30645"/>
                  </a:lnTo>
                  <a:lnTo>
                    <a:pt x="55841" y="22618"/>
                  </a:lnTo>
                  <a:close/>
                </a:path>
                <a:path w="4362450" h="434975">
                  <a:moveTo>
                    <a:pt x="181025" y="70497"/>
                  </a:moveTo>
                  <a:lnTo>
                    <a:pt x="179311" y="62204"/>
                  </a:lnTo>
                  <a:lnTo>
                    <a:pt x="173723" y="55194"/>
                  </a:lnTo>
                  <a:lnTo>
                    <a:pt x="165125" y="50177"/>
                  </a:lnTo>
                  <a:lnTo>
                    <a:pt x="154355" y="47879"/>
                  </a:lnTo>
                  <a:lnTo>
                    <a:pt x="143383" y="48869"/>
                  </a:lnTo>
                  <a:lnTo>
                    <a:pt x="134239" y="52832"/>
                  </a:lnTo>
                  <a:lnTo>
                    <a:pt x="127863" y="59131"/>
                  </a:lnTo>
                  <a:lnTo>
                    <a:pt x="125183" y="67144"/>
                  </a:lnTo>
                  <a:lnTo>
                    <a:pt x="126885" y="75425"/>
                  </a:lnTo>
                  <a:lnTo>
                    <a:pt x="132461" y="82448"/>
                  </a:lnTo>
                  <a:lnTo>
                    <a:pt x="141071" y="87464"/>
                  </a:lnTo>
                  <a:lnTo>
                    <a:pt x="151841" y="89763"/>
                  </a:lnTo>
                  <a:lnTo>
                    <a:pt x="162814" y="88760"/>
                  </a:lnTo>
                  <a:lnTo>
                    <a:pt x="171958" y="84810"/>
                  </a:lnTo>
                  <a:lnTo>
                    <a:pt x="178333" y="78511"/>
                  </a:lnTo>
                  <a:lnTo>
                    <a:pt x="181025" y="70497"/>
                  </a:lnTo>
                  <a:close/>
                </a:path>
                <a:path w="4362450" h="434975">
                  <a:moveTo>
                    <a:pt x="298500" y="94449"/>
                  </a:moveTo>
                  <a:lnTo>
                    <a:pt x="296799" y="86156"/>
                  </a:lnTo>
                  <a:lnTo>
                    <a:pt x="291211" y="79146"/>
                  </a:lnTo>
                  <a:lnTo>
                    <a:pt x="282613" y="74129"/>
                  </a:lnTo>
                  <a:lnTo>
                    <a:pt x="271830" y="71831"/>
                  </a:lnTo>
                  <a:lnTo>
                    <a:pt x="260870" y="72821"/>
                  </a:lnTo>
                  <a:lnTo>
                    <a:pt x="251726" y="76784"/>
                  </a:lnTo>
                  <a:lnTo>
                    <a:pt x="245351" y="83083"/>
                  </a:lnTo>
                  <a:lnTo>
                    <a:pt x="242658" y="91097"/>
                  </a:lnTo>
                  <a:lnTo>
                    <a:pt x="244360" y="99377"/>
                  </a:lnTo>
                  <a:lnTo>
                    <a:pt x="249948" y="106400"/>
                  </a:lnTo>
                  <a:lnTo>
                    <a:pt x="258559" y="111417"/>
                  </a:lnTo>
                  <a:lnTo>
                    <a:pt x="269328" y="113715"/>
                  </a:lnTo>
                  <a:lnTo>
                    <a:pt x="280289" y="112712"/>
                  </a:lnTo>
                  <a:lnTo>
                    <a:pt x="289433" y="108762"/>
                  </a:lnTo>
                  <a:lnTo>
                    <a:pt x="295821" y="102463"/>
                  </a:lnTo>
                  <a:lnTo>
                    <a:pt x="298500" y="94449"/>
                  </a:lnTo>
                  <a:close/>
                </a:path>
                <a:path w="4362450" h="434975">
                  <a:moveTo>
                    <a:pt x="407009" y="115455"/>
                  </a:moveTo>
                  <a:lnTo>
                    <a:pt x="405307" y="107175"/>
                  </a:lnTo>
                  <a:lnTo>
                    <a:pt x="399719" y="100152"/>
                  </a:lnTo>
                  <a:lnTo>
                    <a:pt x="391121" y="95135"/>
                  </a:lnTo>
                  <a:lnTo>
                    <a:pt x="380339" y="92837"/>
                  </a:lnTo>
                  <a:lnTo>
                    <a:pt x="369379" y="93827"/>
                  </a:lnTo>
                  <a:lnTo>
                    <a:pt x="360235" y="97790"/>
                  </a:lnTo>
                  <a:lnTo>
                    <a:pt x="353860" y="104089"/>
                  </a:lnTo>
                  <a:lnTo>
                    <a:pt x="351167" y="112102"/>
                  </a:lnTo>
                  <a:lnTo>
                    <a:pt x="352869" y="120396"/>
                  </a:lnTo>
                  <a:lnTo>
                    <a:pt x="358457" y="127406"/>
                  </a:lnTo>
                  <a:lnTo>
                    <a:pt x="367068" y="132422"/>
                  </a:lnTo>
                  <a:lnTo>
                    <a:pt x="377837" y="134721"/>
                  </a:lnTo>
                  <a:lnTo>
                    <a:pt x="388797" y="133731"/>
                  </a:lnTo>
                  <a:lnTo>
                    <a:pt x="397941" y="129768"/>
                  </a:lnTo>
                  <a:lnTo>
                    <a:pt x="404329" y="123482"/>
                  </a:lnTo>
                  <a:lnTo>
                    <a:pt x="407009" y="115455"/>
                  </a:lnTo>
                  <a:close/>
                </a:path>
                <a:path w="4362450" h="434975">
                  <a:moveTo>
                    <a:pt x="527291" y="142494"/>
                  </a:moveTo>
                  <a:lnTo>
                    <a:pt x="525589" y="134213"/>
                  </a:lnTo>
                  <a:lnTo>
                    <a:pt x="520001" y="127190"/>
                  </a:lnTo>
                  <a:lnTo>
                    <a:pt x="511390" y="122174"/>
                  </a:lnTo>
                  <a:lnTo>
                    <a:pt x="500621" y="119875"/>
                  </a:lnTo>
                  <a:lnTo>
                    <a:pt x="489661" y="120878"/>
                  </a:lnTo>
                  <a:lnTo>
                    <a:pt x="480517" y="124828"/>
                  </a:lnTo>
                  <a:lnTo>
                    <a:pt x="474141" y="131127"/>
                  </a:lnTo>
                  <a:lnTo>
                    <a:pt x="471449" y="139141"/>
                  </a:lnTo>
                  <a:lnTo>
                    <a:pt x="473151" y="147434"/>
                  </a:lnTo>
                  <a:lnTo>
                    <a:pt x="478739" y="154444"/>
                  </a:lnTo>
                  <a:lnTo>
                    <a:pt x="487349" y="159461"/>
                  </a:lnTo>
                  <a:lnTo>
                    <a:pt x="498106" y="161759"/>
                  </a:lnTo>
                  <a:lnTo>
                    <a:pt x="509079" y="160769"/>
                  </a:lnTo>
                  <a:lnTo>
                    <a:pt x="518223" y="156806"/>
                  </a:lnTo>
                  <a:lnTo>
                    <a:pt x="524611" y="150520"/>
                  </a:lnTo>
                  <a:lnTo>
                    <a:pt x="527291" y="142494"/>
                  </a:lnTo>
                  <a:close/>
                </a:path>
                <a:path w="4362450" h="434975">
                  <a:moveTo>
                    <a:pt x="639864" y="162039"/>
                  </a:moveTo>
                  <a:lnTo>
                    <a:pt x="638149" y="153758"/>
                  </a:lnTo>
                  <a:lnTo>
                    <a:pt x="632574" y="146748"/>
                  </a:lnTo>
                  <a:lnTo>
                    <a:pt x="623963" y="141719"/>
                  </a:lnTo>
                  <a:lnTo>
                    <a:pt x="613194" y="139433"/>
                  </a:lnTo>
                  <a:lnTo>
                    <a:pt x="602234" y="140423"/>
                  </a:lnTo>
                  <a:lnTo>
                    <a:pt x="593090" y="144386"/>
                  </a:lnTo>
                  <a:lnTo>
                    <a:pt x="586701" y="150672"/>
                  </a:lnTo>
                  <a:lnTo>
                    <a:pt x="584022" y="158699"/>
                  </a:lnTo>
                  <a:lnTo>
                    <a:pt x="585724" y="166979"/>
                  </a:lnTo>
                  <a:lnTo>
                    <a:pt x="591312" y="173990"/>
                  </a:lnTo>
                  <a:lnTo>
                    <a:pt x="599909" y="179019"/>
                  </a:lnTo>
                  <a:lnTo>
                    <a:pt x="610679" y="181317"/>
                  </a:lnTo>
                  <a:lnTo>
                    <a:pt x="621652" y="180314"/>
                  </a:lnTo>
                  <a:lnTo>
                    <a:pt x="630796" y="176364"/>
                  </a:lnTo>
                  <a:lnTo>
                    <a:pt x="637184" y="170065"/>
                  </a:lnTo>
                  <a:lnTo>
                    <a:pt x="639864" y="162039"/>
                  </a:lnTo>
                  <a:close/>
                </a:path>
                <a:path w="4362450" h="434975">
                  <a:moveTo>
                    <a:pt x="758444" y="180530"/>
                  </a:moveTo>
                  <a:lnTo>
                    <a:pt x="756742" y="172250"/>
                  </a:lnTo>
                  <a:lnTo>
                    <a:pt x="751154" y="165227"/>
                  </a:lnTo>
                  <a:lnTo>
                    <a:pt x="742543" y="160210"/>
                  </a:lnTo>
                  <a:lnTo>
                    <a:pt x="731774" y="157911"/>
                  </a:lnTo>
                  <a:lnTo>
                    <a:pt x="720813" y="158915"/>
                  </a:lnTo>
                  <a:lnTo>
                    <a:pt x="711669" y="162864"/>
                  </a:lnTo>
                  <a:lnTo>
                    <a:pt x="705281" y="169164"/>
                  </a:lnTo>
                  <a:lnTo>
                    <a:pt x="702602" y="177177"/>
                  </a:lnTo>
                  <a:lnTo>
                    <a:pt x="704303" y="185470"/>
                  </a:lnTo>
                  <a:lnTo>
                    <a:pt x="709891" y="192481"/>
                  </a:lnTo>
                  <a:lnTo>
                    <a:pt x="718502" y="197510"/>
                  </a:lnTo>
                  <a:lnTo>
                    <a:pt x="729259" y="199796"/>
                  </a:lnTo>
                  <a:lnTo>
                    <a:pt x="740232" y="198805"/>
                  </a:lnTo>
                  <a:lnTo>
                    <a:pt x="749376" y="194856"/>
                  </a:lnTo>
                  <a:lnTo>
                    <a:pt x="755764" y="188556"/>
                  </a:lnTo>
                  <a:lnTo>
                    <a:pt x="758444" y="180530"/>
                  </a:lnTo>
                  <a:close/>
                </a:path>
                <a:path w="4362450" h="434975">
                  <a:moveTo>
                    <a:pt x="871270" y="195249"/>
                  </a:moveTo>
                  <a:lnTo>
                    <a:pt x="869556" y="186956"/>
                  </a:lnTo>
                  <a:lnTo>
                    <a:pt x="863981" y="179946"/>
                  </a:lnTo>
                  <a:lnTo>
                    <a:pt x="855370" y="174929"/>
                  </a:lnTo>
                  <a:lnTo>
                    <a:pt x="844600" y="172631"/>
                  </a:lnTo>
                  <a:lnTo>
                    <a:pt x="833628" y="173621"/>
                  </a:lnTo>
                  <a:lnTo>
                    <a:pt x="824484" y="177584"/>
                  </a:lnTo>
                  <a:lnTo>
                    <a:pt x="818108" y="183883"/>
                  </a:lnTo>
                  <a:lnTo>
                    <a:pt x="815428" y="191897"/>
                  </a:lnTo>
                  <a:lnTo>
                    <a:pt x="817130" y="200177"/>
                  </a:lnTo>
                  <a:lnTo>
                    <a:pt x="822718" y="207200"/>
                  </a:lnTo>
                  <a:lnTo>
                    <a:pt x="831316" y="212217"/>
                  </a:lnTo>
                  <a:lnTo>
                    <a:pt x="842086" y="214515"/>
                  </a:lnTo>
                  <a:lnTo>
                    <a:pt x="853059" y="213525"/>
                  </a:lnTo>
                  <a:lnTo>
                    <a:pt x="862203" y="209562"/>
                  </a:lnTo>
                  <a:lnTo>
                    <a:pt x="868591" y="203263"/>
                  </a:lnTo>
                  <a:lnTo>
                    <a:pt x="871270" y="195249"/>
                  </a:lnTo>
                  <a:close/>
                </a:path>
                <a:path w="4362450" h="434975">
                  <a:moveTo>
                    <a:pt x="987755" y="207175"/>
                  </a:moveTo>
                  <a:lnTo>
                    <a:pt x="986053" y="198894"/>
                  </a:lnTo>
                  <a:lnTo>
                    <a:pt x="980465" y="191871"/>
                  </a:lnTo>
                  <a:lnTo>
                    <a:pt x="971867" y="186855"/>
                  </a:lnTo>
                  <a:lnTo>
                    <a:pt x="961085" y="184556"/>
                  </a:lnTo>
                  <a:lnTo>
                    <a:pt x="950125" y="185559"/>
                  </a:lnTo>
                  <a:lnTo>
                    <a:pt x="940981" y="189509"/>
                  </a:lnTo>
                  <a:lnTo>
                    <a:pt x="934605" y="195808"/>
                  </a:lnTo>
                  <a:lnTo>
                    <a:pt x="931913" y="203822"/>
                  </a:lnTo>
                  <a:lnTo>
                    <a:pt x="933615" y="212115"/>
                  </a:lnTo>
                  <a:lnTo>
                    <a:pt x="939203" y="219125"/>
                  </a:lnTo>
                  <a:lnTo>
                    <a:pt x="947813" y="224142"/>
                  </a:lnTo>
                  <a:lnTo>
                    <a:pt x="958583" y="226441"/>
                  </a:lnTo>
                  <a:lnTo>
                    <a:pt x="969543" y="225450"/>
                  </a:lnTo>
                  <a:lnTo>
                    <a:pt x="978687" y="221500"/>
                  </a:lnTo>
                  <a:lnTo>
                    <a:pt x="985075" y="215201"/>
                  </a:lnTo>
                  <a:lnTo>
                    <a:pt x="987755" y="207175"/>
                  </a:lnTo>
                  <a:close/>
                </a:path>
                <a:path w="4362450" h="434975">
                  <a:moveTo>
                    <a:pt x="1101115" y="213982"/>
                  </a:moveTo>
                  <a:lnTo>
                    <a:pt x="1099400" y="205689"/>
                  </a:lnTo>
                  <a:lnTo>
                    <a:pt x="1093825" y="198678"/>
                  </a:lnTo>
                  <a:lnTo>
                    <a:pt x="1085215" y="193649"/>
                  </a:lnTo>
                  <a:lnTo>
                    <a:pt x="1074445" y="191363"/>
                  </a:lnTo>
                  <a:lnTo>
                    <a:pt x="1063472" y="192354"/>
                  </a:lnTo>
                  <a:lnTo>
                    <a:pt x="1054341" y="196316"/>
                  </a:lnTo>
                  <a:lnTo>
                    <a:pt x="1047953" y="202603"/>
                  </a:lnTo>
                  <a:lnTo>
                    <a:pt x="1045273" y="210629"/>
                  </a:lnTo>
                  <a:lnTo>
                    <a:pt x="1046975" y="218909"/>
                  </a:lnTo>
                  <a:lnTo>
                    <a:pt x="1052563" y="225933"/>
                  </a:lnTo>
                  <a:lnTo>
                    <a:pt x="1061161" y="230949"/>
                  </a:lnTo>
                  <a:lnTo>
                    <a:pt x="1071943" y="233248"/>
                  </a:lnTo>
                  <a:lnTo>
                    <a:pt x="1082903" y="232244"/>
                  </a:lnTo>
                  <a:lnTo>
                    <a:pt x="1092047" y="228295"/>
                  </a:lnTo>
                  <a:lnTo>
                    <a:pt x="1098423" y="221996"/>
                  </a:lnTo>
                  <a:lnTo>
                    <a:pt x="1101115" y="213982"/>
                  </a:lnTo>
                  <a:close/>
                </a:path>
                <a:path w="4362450" h="434975">
                  <a:moveTo>
                    <a:pt x="1211567" y="218363"/>
                  </a:moveTo>
                  <a:lnTo>
                    <a:pt x="1209865" y="210070"/>
                  </a:lnTo>
                  <a:lnTo>
                    <a:pt x="1204277" y="203060"/>
                  </a:lnTo>
                  <a:lnTo>
                    <a:pt x="1195666" y="198043"/>
                  </a:lnTo>
                  <a:lnTo>
                    <a:pt x="1184897" y="195745"/>
                  </a:lnTo>
                  <a:lnTo>
                    <a:pt x="1173937" y="196735"/>
                  </a:lnTo>
                  <a:lnTo>
                    <a:pt x="1164793" y="200698"/>
                  </a:lnTo>
                  <a:lnTo>
                    <a:pt x="1158405" y="206997"/>
                  </a:lnTo>
                  <a:lnTo>
                    <a:pt x="1155725" y="215011"/>
                  </a:lnTo>
                  <a:lnTo>
                    <a:pt x="1157427" y="223291"/>
                  </a:lnTo>
                  <a:lnTo>
                    <a:pt x="1163015" y="230314"/>
                  </a:lnTo>
                  <a:lnTo>
                    <a:pt x="1171625" y="235331"/>
                  </a:lnTo>
                  <a:lnTo>
                    <a:pt x="1182382" y="237629"/>
                  </a:lnTo>
                  <a:lnTo>
                    <a:pt x="1193355" y="236626"/>
                  </a:lnTo>
                  <a:lnTo>
                    <a:pt x="1202499" y="232676"/>
                  </a:lnTo>
                  <a:lnTo>
                    <a:pt x="1208887" y="226377"/>
                  </a:lnTo>
                  <a:lnTo>
                    <a:pt x="1211567" y="218363"/>
                  </a:lnTo>
                  <a:close/>
                </a:path>
                <a:path w="4362450" h="434975">
                  <a:moveTo>
                    <a:pt x="1327810" y="220891"/>
                  </a:moveTo>
                  <a:lnTo>
                    <a:pt x="1326108" y="212598"/>
                  </a:lnTo>
                  <a:lnTo>
                    <a:pt x="1320520" y="205587"/>
                  </a:lnTo>
                  <a:lnTo>
                    <a:pt x="1311922" y="200558"/>
                  </a:lnTo>
                  <a:lnTo>
                    <a:pt x="1301153" y="198272"/>
                  </a:lnTo>
                  <a:lnTo>
                    <a:pt x="1290180" y="199263"/>
                  </a:lnTo>
                  <a:lnTo>
                    <a:pt x="1281036" y="203225"/>
                  </a:lnTo>
                  <a:lnTo>
                    <a:pt x="1274660" y="209524"/>
                  </a:lnTo>
                  <a:lnTo>
                    <a:pt x="1271981" y="217538"/>
                  </a:lnTo>
                  <a:lnTo>
                    <a:pt x="1273683" y="225818"/>
                  </a:lnTo>
                  <a:lnTo>
                    <a:pt x="1279258" y="232841"/>
                  </a:lnTo>
                  <a:lnTo>
                    <a:pt x="1287868" y="237858"/>
                  </a:lnTo>
                  <a:lnTo>
                    <a:pt x="1298638" y="240157"/>
                  </a:lnTo>
                  <a:lnTo>
                    <a:pt x="1309598" y="239153"/>
                  </a:lnTo>
                  <a:lnTo>
                    <a:pt x="1318755" y="235204"/>
                  </a:lnTo>
                  <a:lnTo>
                    <a:pt x="1325130" y="228904"/>
                  </a:lnTo>
                  <a:lnTo>
                    <a:pt x="1327810" y="220891"/>
                  </a:lnTo>
                  <a:close/>
                </a:path>
                <a:path w="4362450" h="434975">
                  <a:moveTo>
                    <a:pt x="1441970" y="227571"/>
                  </a:moveTo>
                  <a:lnTo>
                    <a:pt x="1440268" y="219290"/>
                  </a:lnTo>
                  <a:lnTo>
                    <a:pt x="1434680" y="212267"/>
                  </a:lnTo>
                  <a:lnTo>
                    <a:pt x="1426083" y="207251"/>
                  </a:lnTo>
                  <a:lnTo>
                    <a:pt x="1415300" y="204952"/>
                  </a:lnTo>
                  <a:lnTo>
                    <a:pt x="1404340" y="205955"/>
                  </a:lnTo>
                  <a:lnTo>
                    <a:pt x="1395196" y="209905"/>
                  </a:lnTo>
                  <a:lnTo>
                    <a:pt x="1388821" y="216204"/>
                  </a:lnTo>
                  <a:lnTo>
                    <a:pt x="1386128" y="224218"/>
                  </a:lnTo>
                  <a:lnTo>
                    <a:pt x="1387843" y="232511"/>
                  </a:lnTo>
                  <a:lnTo>
                    <a:pt x="1393418" y="239522"/>
                  </a:lnTo>
                  <a:lnTo>
                    <a:pt x="1402029" y="244538"/>
                  </a:lnTo>
                  <a:lnTo>
                    <a:pt x="1412798" y="246837"/>
                  </a:lnTo>
                  <a:lnTo>
                    <a:pt x="1423758" y="245846"/>
                  </a:lnTo>
                  <a:lnTo>
                    <a:pt x="1432915" y="241896"/>
                  </a:lnTo>
                  <a:lnTo>
                    <a:pt x="1439291" y="235597"/>
                  </a:lnTo>
                  <a:lnTo>
                    <a:pt x="1441970" y="227571"/>
                  </a:lnTo>
                  <a:close/>
                </a:path>
                <a:path w="4362450" h="434975">
                  <a:moveTo>
                    <a:pt x="1555165" y="228968"/>
                  </a:moveTo>
                  <a:lnTo>
                    <a:pt x="1552968" y="220789"/>
                  </a:lnTo>
                  <a:lnTo>
                    <a:pt x="1546974" y="214122"/>
                  </a:lnTo>
                  <a:lnTo>
                    <a:pt x="1538084" y="209626"/>
                  </a:lnTo>
                  <a:lnTo>
                    <a:pt x="1527200" y="207975"/>
                  </a:lnTo>
                  <a:lnTo>
                    <a:pt x="1516303" y="209626"/>
                  </a:lnTo>
                  <a:lnTo>
                    <a:pt x="1507413" y="214122"/>
                  </a:lnTo>
                  <a:lnTo>
                    <a:pt x="1501419" y="220789"/>
                  </a:lnTo>
                  <a:lnTo>
                    <a:pt x="1499222" y="228968"/>
                  </a:lnTo>
                  <a:lnTo>
                    <a:pt x="1501419" y="237134"/>
                  </a:lnTo>
                  <a:lnTo>
                    <a:pt x="1507413" y="243801"/>
                  </a:lnTo>
                  <a:lnTo>
                    <a:pt x="1516303" y="248297"/>
                  </a:lnTo>
                  <a:lnTo>
                    <a:pt x="1527200" y="249948"/>
                  </a:lnTo>
                  <a:lnTo>
                    <a:pt x="1538084" y="248297"/>
                  </a:lnTo>
                  <a:lnTo>
                    <a:pt x="1546974" y="243801"/>
                  </a:lnTo>
                  <a:lnTo>
                    <a:pt x="1552968" y="237134"/>
                  </a:lnTo>
                  <a:lnTo>
                    <a:pt x="1555165" y="228968"/>
                  </a:lnTo>
                  <a:close/>
                </a:path>
                <a:path w="4362450" h="434975">
                  <a:moveTo>
                    <a:pt x="1668729" y="228968"/>
                  </a:moveTo>
                  <a:lnTo>
                    <a:pt x="1666532" y="220789"/>
                  </a:lnTo>
                  <a:lnTo>
                    <a:pt x="1660525" y="214122"/>
                  </a:lnTo>
                  <a:lnTo>
                    <a:pt x="1651635" y="209626"/>
                  </a:lnTo>
                  <a:lnTo>
                    <a:pt x="1640751" y="207975"/>
                  </a:lnTo>
                  <a:lnTo>
                    <a:pt x="1629854" y="209626"/>
                  </a:lnTo>
                  <a:lnTo>
                    <a:pt x="1620964" y="214122"/>
                  </a:lnTo>
                  <a:lnTo>
                    <a:pt x="1614982" y="220789"/>
                  </a:lnTo>
                  <a:lnTo>
                    <a:pt x="1612773" y="228968"/>
                  </a:lnTo>
                  <a:lnTo>
                    <a:pt x="1614982" y="237134"/>
                  </a:lnTo>
                  <a:lnTo>
                    <a:pt x="1620964" y="243801"/>
                  </a:lnTo>
                  <a:lnTo>
                    <a:pt x="1629854" y="248297"/>
                  </a:lnTo>
                  <a:lnTo>
                    <a:pt x="1640751" y="249948"/>
                  </a:lnTo>
                  <a:lnTo>
                    <a:pt x="1651635" y="248297"/>
                  </a:lnTo>
                  <a:lnTo>
                    <a:pt x="1660525" y="243801"/>
                  </a:lnTo>
                  <a:lnTo>
                    <a:pt x="1666532" y="237134"/>
                  </a:lnTo>
                  <a:lnTo>
                    <a:pt x="1668729" y="228968"/>
                  </a:lnTo>
                  <a:close/>
                </a:path>
                <a:path w="4362450" h="434975">
                  <a:moveTo>
                    <a:pt x="1784477" y="224497"/>
                  </a:moveTo>
                  <a:lnTo>
                    <a:pt x="1782279" y="216331"/>
                  </a:lnTo>
                  <a:lnTo>
                    <a:pt x="1776285" y="209664"/>
                  </a:lnTo>
                  <a:lnTo>
                    <a:pt x="1767382" y="205168"/>
                  </a:lnTo>
                  <a:lnTo>
                    <a:pt x="1756498" y="203517"/>
                  </a:lnTo>
                  <a:lnTo>
                    <a:pt x="1745615" y="205168"/>
                  </a:lnTo>
                  <a:lnTo>
                    <a:pt x="1736725" y="209664"/>
                  </a:lnTo>
                  <a:lnTo>
                    <a:pt x="1730730" y="216331"/>
                  </a:lnTo>
                  <a:lnTo>
                    <a:pt x="1728520" y="224497"/>
                  </a:lnTo>
                  <a:lnTo>
                    <a:pt x="1730730" y="232676"/>
                  </a:lnTo>
                  <a:lnTo>
                    <a:pt x="1736725" y="239344"/>
                  </a:lnTo>
                  <a:lnTo>
                    <a:pt x="1745615" y="243840"/>
                  </a:lnTo>
                  <a:lnTo>
                    <a:pt x="1756498" y="245491"/>
                  </a:lnTo>
                  <a:lnTo>
                    <a:pt x="1767382" y="243840"/>
                  </a:lnTo>
                  <a:lnTo>
                    <a:pt x="1776285" y="239344"/>
                  </a:lnTo>
                  <a:lnTo>
                    <a:pt x="1782279" y="232676"/>
                  </a:lnTo>
                  <a:lnTo>
                    <a:pt x="1784477" y="224497"/>
                  </a:lnTo>
                  <a:close/>
                </a:path>
                <a:path w="4362450" h="434975">
                  <a:moveTo>
                    <a:pt x="1900224" y="215582"/>
                  </a:moveTo>
                  <a:lnTo>
                    <a:pt x="1898027" y="207416"/>
                  </a:lnTo>
                  <a:lnTo>
                    <a:pt x="1892033" y="200748"/>
                  </a:lnTo>
                  <a:lnTo>
                    <a:pt x="1883143" y="196240"/>
                  </a:lnTo>
                  <a:lnTo>
                    <a:pt x="1872259" y="194602"/>
                  </a:lnTo>
                  <a:lnTo>
                    <a:pt x="1861362" y="196240"/>
                  </a:lnTo>
                  <a:lnTo>
                    <a:pt x="1852472" y="200748"/>
                  </a:lnTo>
                  <a:lnTo>
                    <a:pt x="1846478" y="207416"/>
                  </a:lnTo>
                  <a:lnTo>
                    <a:pt x="1844281" y="215582"/>
                  </a:lnTo>
                  <a:lnTo>
                    <a:pt x="1846478" y="223748"/>
                  </a:lnTo>
                  <a:lnTo>
                    <a:pt x="1852472" y="230416"/>
                  </a:lnTo>
                  <a:lnTo>
                    <a:pt x="1861362" y="234911"/>
                  </a:lnTo>
                  <a:lnTo>
                    <a:pt x="1872259" y="236562"/>
                  </a:lnTo>
                  <a:lnTo>
                    <a:pt x="1883143" y="234911"/>
                  </a:lnTo>
                  <a:lnTo>
                    <a:pt x="1892033" y="230416"/>
                  </a:lnTo>
                  <a:lnTo>
                    <a:pt x="1898027" y="223748"/>
                  </a:lnTo>
                  <a:lnTo>
                    <a:pt x="1900224" y="215582"/>
                  </a:lnTo>
                  <a:close/>
                </a:path>
                <a:path w="4362450" h="434975">
                  <a:moveTo>
                    <a:pt x="2015972" y="206667"/>
                  </a:moveTo>
                  <a:lnTo>
                    <a:pt x="2013775" y="198488"/>
                  </a:lnTo>
                  <a:lnTo>
                    <a:pt x="2007781" y="191820"/>
                  </a:lnTo>
                  <a:lnTo>
                    <a:pt x="1998878" y="187325"/>
                  </a:lnTo>
                  <a:lnTo>
                    <a:pt x="1987994" y="185674"/>
                  </a:lnTo>
                  <a:lnTo>
                    <a:pt x="1977110" y="187325"/>
                  </a:lnTo>
                  <a:lnTo>
                    <a:pt x="1968220" y="191820"/>
                  </a:lnTo>
                  <a:lnTo>
                    <a:pt x="1962226" y="198488"/>
                  </a:lnTo>
                  <a:lnTo>
                    <a:pt x="1960029" y="206667"/>
                  </a:lnTo>
                  <a:lnTo>
                    <a:pt x="1962226" y="214833"/>
                  </a:lnTo>
                  <a:lnTo>
                    <a:pt x="1968220" y="221500"/>
                  </a:lnTo>
                  <a:lnTo>
                    <a:pt x="1977110" y="225996"/>
                  </a:lnTo>
                  <a:lnTo>
                    <a:pt x="1987994" y="227647"/>
                  </a:lnTo>
                  <a:lnTo>
                    <a:pt x="1998878" y="225996"/>
                  </a:lnTo>
                  <a:lnTo>
                    <a:pt x="2007781" y="221500"/>
                  </a:lnTo>
                  <a:lnTo>
                    <a:pt x="2013775" y="214833"/>
                  </a:lnTo>
                  <a:lnTo>
                    <a:pt x="2015972" y="206667"/>
                  </a:lnTo>
                  <a:close/>
                </a:path>
                <a:path w="4362450" h="434975">
                  <a:moveTo>
                    <a:pt x="2127110" y="193001"/>
                  </a:moveTo>
                  <a:lnTo>
                    <a:pt x="2124443" y="184962"/>
                  </a:lnTo>
                  <a:lnTo>
                    <a:pt x="2118080" y="178650"/>
                  </a:lnTo>
                  <a:lnTo>
                    <a:pt x="2108936" y="174675"/>
                  </a:lnTo>
                  <a:lnTo>
                    <a:pt x="2097976" y="173659"/>
                  </a:lnTo>
                  <a:lnTo>
                    <a:pt x="2087206" y="175933"/>
                  </a:lnTo>
                  <a:lnTo>
                    <a:pt x="2078583" y="180924"/>
                  </a:lnTo>
                  <a:lnTo>
                    <a:pt x="2072982" y="187934"/>
                  </a:lnTo>
                  <a:lnTo>
                    <a:pt x="2071255" y="196215"/>
                  </a:lnTo>
                  <a:lnTo>
                    <a:pt x="2073922" y="204241"/>
                  </a:lnTo>
                  <a:lnTo>
                    <a:pt x="2080285" y="210553"/>
                  </a:lnTo>
                  <a:lnTo>
                    <a:pt x="2089416" y="214528"/>
                  </a:lnTo>
                  <a:lnTo>
                    <a:pt x="2100389" y="215544"/>
                  </a:lnTo>
                  <a:lnTo>
                    <a:pt x="2111159" y="213283"/>
                  </a:lnTo>
                  <a:lnTo>
                    <a:pt x="2119782" y="208280"/>
                  </a:lnTo>
                  <a:lnTo>
                    <a:pt x="2125383" y="201282"/>
                  </a:lnTo>
                  <a:lnTo>
                    <a:pt x="2127110" y="193001"/>
                  </a:lnTo>
                  <a:close/>
                </a:path>
                <a:path w="4362450" h="434975">
                  <a:moveTo>
                    <a:pt x="2240432" y="175158"/>
                  </a:moveTo>
                  <a:lnTo>
                    <a:pt x="2237765" y="167132"/>
                  </a:lnTo>
                  <a:lnTo>
                    <a:pt x="2231402" y="160807"/>
                  </a:lnTo>
                  <a:lnTo>
                    <a:pt x="2222258" y="156832"/>
                  </a:lnTo>
                  <a:lnTo>
                    <a:pt x="2211298" y="155816"/>
                  </a:lnTo>
                  <a:lnTo>
                    <a:pt x="2200529" y="158089"/>
                  </a:lnTo>
                  <a:lnTo>
                    <a:pt x="2191905" y="163080"/>
                  </a:lnTo>
                  <a:lnTo>
                    <a:pt x="2186305" y="170091"/>
                  </a:lnTo>
                  <a:lnTo>
                    <a:pt x="2184577" y="178371"/>
                  </a:lnTo>
                  <a:lnTo>
                    <a:pt x="2187244" y="186397"/>
                  </a:lnTo>
                  <a:lnTo>
                    <a:pt x="2193607" y="192709"/>
                  </a:lnTo>
                  <a:lnTo>
                    <a:pt x="2202738" y="196684"/>
                  </a:lnTo>
                  <a:lnTo>
                    <a:pt x="2213711" y="197713"/>
                  </a:lnTo>
                  <a:lnTo>
                    <a:pt x="2224481" y="195440"/>
                  </a:lnTo>
                  <a:lnTo>
                    <a:pt x="2233104" y="190436"/>
                  </a:lnTo>
                  <a:lnTo>
                    <a:pt x="2238705" y="183438"/>
                  </a:lnTo>
                  <a:lnTo>
                    <a:pt x="2240432" y="175158"/>
                  </a:lnTo>
                  <a:close/>
                </a:path>
                <a:path w="4362450" h="434975">
                  <a:moveTo>
                    <a:pt x="2359837" y="149720"/>
                  </a:moveTo>
                  <a:lnTo>
                    <a:pt x="2357170" y="141681"/>
                  </a:lnTo>
                  <a:lnTo>
                    <a:pt x="2350808" y="135369"/>
                  </a:lnTo>
                  <a:lnTo>
                    <a:pt x="2341664" y="131394"/>
                  </a:lnTo>
                  <a:lnTo>
                    <a:pt x="2330704" y="130378"/>
                  </a:lnTo>
                  <a:lnTo>
                    <a:pt x="2319934" y="132651"/>
                  </a:lnTo>
                  <a:lnTo>
                    <a:pt x="2311311" y="137642"/>
                  </a:lnTo>
                  <a:lnTo>
                    <a:pt x="2305710" y="144653"/>
                  </a:lnTo>
                  <a:lnTo>
                    <a:pt x="2303983" y="152933"/>
                  </a:lnTo>
                  <a:lnTo>
                    <a:pt x="2306650" y="160959"/>
                  </a:lnTo>
                  <a:lnTo>
                    <a:pt x="2313013" y="167271"/>
                  </a:lnTo>
                  <a:lnTo>
                    <a:pt x="2322144" y="171246"/>
                  </a:lnTo>
                  <a:lnTo>
                    <a:pt x="2333117" y="172262"/>
                  </a:lnTo>
                  <a:lnTo>
                    <a:pt x="2343886" y="170002"/>
                  </a:lnTo>
                  <a:lnTo>
                    <a:pt x="2352510" y="164998"/>
                  </a:lnTo>
                  <a:lnTo>
                    <a:pt x="2358110" y="158000"/>
                  </a:lnTo>
                  <a:lnTo>
                    <a:pt x="2359837" y="149720"/>
                  </a:lnTo>
                  <a:close/>
                </a:path>
                <a:path w="4362450" h="434975">
                  <a:moveTo>
                    <a:pt x="2469489" y="118719"/>
                  </a:moveTo>
                  <a:lnTo>
                    <a:pt x="2467292" y="110553"/>
                  </a:lnTo>
                  <a:lnTo>
                    <a:pt x="2461298" y="103886"/>
                  </a:lnTo>
                  <a:lnTo>
                    <a:pt x="2452395" y="99377"/>
                  </a:lnTo>
                  <a:lnTo>
                    <a:pt x="2441511" y="97739"/>
                  </a:lnTo>
                  <a:lnTo>
                    <a:pt x="2430627" y="99377"/>
                  </a:lnTo>
                  <a:lnTo>
                    <a:pt x="2421737" y="103886"/>
                  </a:lnTo>
                  <a:lnTo>
                    <a:pt x="2415743" y="110553"/>
                  </a:lnTo>
                  <a:lnTo>
                    <a:pt x="2413533" y="118719"/>
                  </a:lnTo>
                  <a:lnTo>
                    <a:pt x="2415743" y="126885"/>
                  </a:lnTo>
                  <a:lnTo>
                    <a:pt x="2421737" y="133553"/>
                  </a:lnTo>
                  <a:lnTo>
                    <a:pt x="2430627" y="138049"/>
                  </a:lnTo>
                  <a:lnTo>
                    <a:pt x="2441511" y="139700"/>
                  </a:lnTo>
                  <a:lnTo>
                    <a:pt x="2452395" y="138049"/>
                  </a:lnTo>
                  <a:lnTo>
                    <a:pt x="2461298" y="133553"/>
                  </a:lnTo>
                  <a:lnTo>
                    <a:pt x="2467292" y="126885"/>
                  </a:lnTo>
                  <a:lnTo>
                    <a:pt x="2469489" y="118719"/>
                  </a:lnTo>
                  <a:close/>
                </a:path>
                <a:path w="4362450" h="434975">
                  <a:moveTo>
                    <a:pt x="2586126" y="97091"/>
                  </a:moveTo>
                  <a:lnTo>
                    <a:pt x="2583459" y="89065"/>
                  </a:lnTo>
                  <a:lnTo>
                    <a:pt x="2577096" y="82753"/>
                  </a:lnTo>
                  <a:lnTo>
                    <a:pt x="2567965" y="78778"/>
                  </a:lnTo>
                  <a:lnTo>
                    <a:pt x="2556992" y="77749"/>
                  </a:lnTo>
                  <a:lnTo>
                    <a:pt x="2546223" y="80022"/>
                  </a:lnTo>
                  <a:lnTo>
                    <a:pt x="2537599" y="85026"/>
                  </a:lnTo>
                  <a:lnTo>
                    <a:pt x="2531999" y="92024"/>
                  </a:lnTo>
                  <a:lnTo>
                    <a:pt x="2530271" y="100304"/>
                  </a:lnTo>
                  <a:lnTo>
                    <a:pt x="2532938" y="108331"/>
                  </a:lnTo>
                  <a:lnTo>
                    <a:pt x="2539301" y="114642"/>
                  </a:lnTo>
                  <a:lnTo>
                    <a:pt x="2548445" y="118618"/>
                  </a:lnTo>
                  <a:lnTo>
                    <a:pt x="2559405" y="119646"/>
                  </a:lnTo>
                  <a:lnTo>
                    <a:pt x="2570175" y="117373"/>
                  </a:lnTo>
                  <a:lnTo>
                    <a:pt x="2578798" y="112369"/>
                  </a:lnTo>
                  <a:lnTo>
                    <a:pt x="2584399" y="105371"/>
                  </a:lnTo>
                  <a:lnTo>
                    <a:pt x="2586126" y="97091"/>
                  </a:lnTo>
                  <a:close/>
                </a:path>
                <a:path w="4362450" h="434975">
                  <a:moveTo>
                    <a:pt x="2654160" y="426542"/>
                  </a:moveTo>
                  <a:lnTo>
                    <a:pt x="2653715" y="418782"/>
                  </a:lnTo>
                  <a:lnTo>
                    <a:pt x="2653258" y="411010"/>
                  </a:lnTo>
                  <a:lnTo>
                    <a:pt x="2644508" y="405193"/>
                  </a:lnTo>
                  <a:lnTo>
                    <a:pt x="2623794" y="406387"/>
                  </a:lnTo>
                  <a:lnTo>
                    <a:pt x="2615755" y="413169"/>
                  </a:lnTo>
                  <a:lnTo>
                    <a:pt x="2616657" y="428701"/>
                  </a:lnTo>
                  <a:lnTo>
                    <a:pt x="2625407" y="434517"/>
                  </a:lnTo>
                  <a:lnTo>
                    <a:pt x="2646121" y="433324"/>
                  </a:lnTo>
                  <a:lnTo>
                    <a:pt x="2654160" y="426542"/>
                  </a:lnTo>
                  <a:close/>
                </a:path>
                <a:path w="4362450" h="434975">
                  <a:moveTo>
                    <a:pt x="2705709" y="64071"/>
                  </a:moveTo>
                  <a:lnTo>
                    <a:pt x="2703042" y="56045"/>
                  </a:lnTo>
                  <a:lnTo>
                    <a:pt x="2696680" y="49720"/>
                  </a:lnTo>
                  <a:lnTo>
                    <a:pt x="2687548" y="45745"/>
                  </a:lnTo>
                  <a:lnTo>
                    <a:pt x="2676575" y="44729"/>
                  </a:lnTo>
                  <a:lnTo>
                    <a:pt x="2665806" y="47002"/>
                  </a:lnTo>
                  <a:lnTo>
                    <a:pt x="2657183" y="52006"/>
                  </a:lnTo>
                  <a:lnTo>
                    <a:pt x="2651582" y="59004"/>
                  </a:lnTo>
                  <a:lnTo>
                    <a:pt x="2649855" y="67284"/>
                  </a:lnTo>
                  <a:lnTo>
                    <a:pt x="2652522" y="75311"/>
                  </a:lnTo>
                  <a:lnTo>
                    <a:pt x="2658884" y="81622"/>
                  </a:lnTo>
                  <a:lnTo>
                    <a:pt x="2668016" y="85598"/>
                  </a:lnTo>
                  <a:lnTo>
                    <a:pt x="2678988" y="86626"/>
                  </a:lnTo>
                  <a:lnTo>
                    <a:pt x="2689758" y="84353"/>
                  </a:lnTo>
                  <a:lnTo>
                    <a:pt x="2698381" y="79349"/>
                  </a:lnTo>
                  <a:lnTo>
                    <a:pt x="2703982" y="72351"/>
                  </a:lnTo>
                  <a:lnTo>
                    <a:pt x="2705709" y="64071"/>
                  </a:lnTo>
                  <a:close/>
                </a:path>
                <a:path w="4362450" h="434975">
                  <a:moveTo>
                    <a:pt x="2735275" y="424802"/>
                  </a:moveTo>
                  <a:lnTo>
                    <a:pt x="2734830" y="417029"/>
                  </a:lnTo>
                  <a:lnTo>
                    <a:pt x="2734373" y="409257"/>
                  </a:lnTo>
                  <a:lnTo>
                    <a:pt x="2725623" y="403453"/>
                  </a:lnTo>
                  <a:lnTo>
                    <a:pt x="2704909" y="404647"/>
                  </a:lnTo>
                  <a:lnTo>
                    <a:pt x="2696870" y="411416"/>
                  </a:lnTo>
                  <a:lnTo>
                    <a:pt x="2697772" y="426961"/>
                  </a:lnTo>
                  <a:lnTo>
                    <a:pt x="2706522" y="432765"/>
                  </a:lnTo>
                  <a:lnTo>
                    <a:pt x="2727236" y="431571"/>
                  </a:lnTo>
                  <a:lnTo>
                    <a:pt x="2735275" y="424802"/>
                  </a:lnTo>
                  <a:close/>
                </a:path>
                <a:path w="4362450" h="434975">
                  <a:moveTo>
                    <a:pt x="2822295" y="422706"/>
                  </a:moveTo>
                  <a:lnTo>
                    <a:pt x="2821838" y="414947"/>
                  </a:lnTo>
                  <a:lnTo>
                    <a:pt x="2821394" y="407174"/>
                  </a:lnTo>
                  <a:lnTo>
                    <a:pt x="2812643" y="401358"/>
                  </a:lnTo>
                  <a:lnTo>
                    <a:pt x="2791930" y="402551"/>
                  </a:lnTo>
                  <a:lnTo>
                    <a:pt x="2783890" y="409333"/>
                  </a:lnTo>
                  <a:lnTo>
                    <a:pt x="2784792" y="424865"/>
                  </a:lnTo>
                  <a:lnTo>
                    <a:pt x="2793542" y="430682"/>
                  </a:lnTo>
                  <a:lnTo>
                    <a:pt x="2814269" y="429488"/>
                  </a:lnTo>
                  <a:lnTo>
                    <a:pt x="2822295" y="422706"/>
                  </a:lnTo>
                  <a:close/>
                </a:path>
                <a:path w="4362450" h="434975">
                  <a:moveTo>
                    <a:pt x="2826651" y="45808"/>
                  </a:moveTo>
                  <a:lnTo>
                    <a:pt x="2823553" y="37947"/>
                  </a:lnTo>
                  <a:lnTo>
                    <a:pt x="2816860" y="31978"/>
                  </a:lnTo>
                  <a:lnTo>
                    <a:pt x="2807525" y="28498"/>
                  </a:lnTo>
                  <a:lnTo>
                    <a:pt x="2796514" y="28079"/>
                  </a:lnTo>
                  <a:lnTo>
                    <a:pt x="2785884" y="30924"/>
                  </a:lnTo>
                  <a:lnTo>
                    <a:pt x="2777540" y="36385"/>
                  </a:lnTo>
                  <a:lnTo>
                    <a:pt x="2772333" y="43688"/>
                  </a:lnTo>
                  <a:lnTo>
                    <a:pt x="2771051" y="52044"/>
                  </a:lnTo>
                  <a:lnTo>
                    <a:pt x="2774150" y="59918"/>
                  </a:lnTo>
                  <a:lnTo>
                    <a:pt x="2780842" y="65874"/>
                  </a:lnTo>
                  <a:lnTo>
                    <a:pt x="2790190" y="69354"/>
                  </a:lnTo>
                  <a:lnTo>
                    <a:pt x="2801188" y="69773"/>
                  </a:lnTo>
                  <a:lnTo>
                    <a:pt x="2811818" y="66929"/>
                  </a:lnTo>
                  <a:lnTo>
                    <a:pt x="2820162" y="61468"/>
                  </a:lnTo>
                  <a:lnTo>
                    <a:pt x="2825381" y="54178"/>
                  </a:lnTo>
                  <a:lnTo>
                    <a:pt x="2826651" y="45808"/>
                  </a:lnTo>
                  <a:close/>
                </a:path>
                <a:path w="4362450" h="434975">
                  <a:moveTo>
                    <a:pt x="2911830" y="420382"/>
                  </a:moveTo>
                  <a:lnTo>
                    <a:pt x="2911373" y="412623"/>
                  </a:lnTo>
                  <a:lnTo>
                    <a:pt x="2910929" y="404850"/>
                  </a:lnTo>
                  <a:lnTo>
                    <a:pt x="2902166" y="399034"/>
                  </a:lnTo>
                  <a:lnTo>
                    <a:pt x="2881465" y="400227"/>
                  </a:lnTo>
                  <a:lnTo>
                    <a:pt x="2873413" y="407009"/>
                  </a:lnTo>
                  <a:lnTo>
                    <a:pt x="2874314" y="422541"/>
                  </a:lnTo>
                  <a:lnTo>
                    <a:pt x="2883077" y="428358"/>
                  </a:lnTo>
                  <a:lnTo>
                    <a:pt x="2903778" y="427164"/>
                  </a:lnTo>
                  <a:lnTo>
                    <a:pt x="2911830" y="420382"/>
                  </a:lnTo>
                  <a:close/>
                </a:path>
                <a:path w="4362450" h="434975">
                  <a:moveTo>
                    <a:pt x="2982874" y="419315"/>
                  </a:moveTo>
                  <a:lnTo>
                    <a:pt x="2982430" y="411543"/>
                  </a:lnTo>
                  <a:lnTo>
                    <a:pt x="2981972" y="403771"/>
                  </a:lnTo>
                  <a:lnTo>
                    <a:pt x="2973222" y="397954"/>
                  </a:lnTo>
                  <a:lnTo>
                    <a:pt x="2952508" y="399148"/>
                  </a:lnTo>
                  <a:lnTo>
                    <a:pt x="2944469" y="405930"/>
                  </a:lnTo>
                  <a:lnTo>
                    <a:pt x="2945371" y="421462"/>
                  </a:lnTo>
                  <a:lnTo>
                    <a:pt x="2954121" y="427278"/>
                  </a:lnTo>
                  <a:lnTo>
                    <a:pt x="2974848" y="426085"/>
                  </a:lnTo>
                  <a:lnTo>
                    <a:pt x="2982874" y="419315"/>
                  </a:lnTo>
                  <a:close/>
                </a:path>
                <a:path w="4362450" h="434975">
                  <a:moveTo>
                    <a:pt x="3049498" y="417804"/>
                  </a:moveTo>
                  <a:lnTo>
                    <a:pt x="3049054" y="410032"/>
                  </a:lnTo>
                  <a:lnTo>
                    <a:pt x="3048597" y="402272"/>
                  </a:lnTo>
                  <a:lnTo>
                    <a:pt x="3039846" y="396455"/>
                  </a:lnTo>
                  <a:lnTo>
                    <a:pt x="3019133" y="397649"/>
                  </a:lnTo>
                  <a:lnTo>
                    <a:pt x="3011093" y="404418"/>
                  </a:lnTo>
                  <a:lnTo>
                    <a:pt x="3011995" y="419963"/>
                  </a:lnTo>
                  <a:lnTo>
                    <a:pt x="3020745" y="425780"/>
                  </a:lnTo>
                  <a:lnTo>
                    <a:pt x="3041472" y="424586"/>
                  </a:lnTo>
                  <a:lnTo>
                    <a:pt x="3049498" y="417804"/>
                  </a:lnTo>
                  <a:close/>
                </a:path>
                <a:path w="4362450" h="434975">
                  <a:moveTo>
                    <a:pt x="3128302" y="416775"/>
                  </a:moveTo>
                  <a:lnTo>
                    <a:pt x="3127857" y="409016"/>
                  </a:lnTo>
                  <a:lnTo>
                    <a:pt x="3127400" y="401243"/>
                  </a:lnTo>
                  <a:lnTo>
                    <a:pt x="3118650" y="395427"/>
                  </a:lnTo>
                  <a:lnTo>
                    <a:pt x="3097936" y="396621"/>
                  </a:lnTo>
                  <a:lnTo>
                    <a:pt x="3089897" y="403402"/>
                  </a:lnTo>
                  <a:lnTo>
                    <a:pt x="3090799" y="418934"/>
                  </a:lnTo>
                  <a:lnTo>
                    <a:pt x="3099549" y="424751"/>
                  </a:lnTo>
                  <a:lnTo>
                    <a:pt x="3120275" y="423557"/>
                  </a:lnTo>
                  <a:lnTo>
                    <a:pt x="3128302" y="416775"/>
                  </a:lnTo>
                  <a:close/>
                </a:path>
                <a:path w="4362450" h="434975">
                  <a:moveTo>
                    <a:pt x="3214573" y="416775"/>
                  </a:moveTo>
                  <a:lnTo>
                    <a:pt x="3214128" y="409016"/>
                  </a:lnTo>
                  <a:lnTo>
                    <a:pt x="3213671" y="401243"/>
                  </a:lnTo>
                  <a:lnTo>
                    <a:pt x="3204921" y="395427"/>
                  </a:lnTo>
                  <a:lnTo>
                    <a:pt x="3184207" y="396621"/>
                  </a:lnTo>
                  <a:lnTo>
                    <a:pt x="3176168" y="403402"/>
                  </a:lnTo>
                  <a:lnTo>
                    <a:pt x="3177070" y="418934"/>
                  </a:lnTo>
                  <a:lnTo>
                    <a:pt x="3185820" y="424751"/>
                  </a:lnTo>
                  <a:lnTo>
                    <a:pt x="3206546" y="423557"/>
                  </a:lnTo>
                  <a:lnTo>
                    <a:pt x="3214573" y="416775"/>
                  </a:lnTo>
                  <a:close/>
                </a:path>
                <a:path w="4362450" h="434975">
                  <a:moveTo>
                    <a:pt x="3292564" y="412559"/>
                  </a:moveTo>
                  <a:lnTo>
                    <a:pt x="3292106" y="404787"/>
                  </a:lnTo>
                  <a:lnTo>
                    <a:pt x="3291662" y="397027"/>
                  </a:lnTo>
                  <a:lnTo>
                    <a:pt x="3282912" y="391210"/>
                  </a:lnTo>
                  <a:lnTo>
                    <a:pt x="3262198" y="392404"/>
                  </a:lnTo>
                  <a:lnTo>
                    <a:pt x="3254159" y="399173"/>
                  </a:lnTo>
                  <a:lnTo>
                    <a:pt x="3255060" y="414718"/>
                  </a:lnTo>
                  <a:lnTo>
                    <a:pt x="3263811" y="420535"/>
                  </a:lnTo>
                  <a:lnTo>
                    <a:pt x="3284537" y="419341"/>
                  </a:lnTo>
                  <a:lnTo>
                    <a:pt x="3292564" y="412559"/>
                  </a:lnTo>
                  <a:close/>
                </a:path>
                <a:path w="4362450" h="434975">
                  <a:moveTo>
                    <a:pt x="3365474" y="412559"/>
                  </a:moveTo>
                  <a:lnTo>
                    <a:pt x="3365017" y="404787"/>
                  </a:lnTo>
                  <a:lnTo>
                    <a:pt x="3364573" y="397027"/>
                  </a:lnTo>
                  <a:lnTo>
                    <a:pt x="3355822" y="391210"/>
                  </a:lnTo>
                  <a:lnTo>
                    <a:pt x="3335109" y="392404"/>
                  </a:lnTo>
                  <a:lnTo>
                    <a:pt x="3327057" y="399173"/>
                  </a:lnTo>
                  <a:lnTo>
                    <a:pt x="3327958" y="414718"/>
                  </a:lnTo>
                  <a:lnTo>
                    <a:pt x="3336721" y="420535"/>
                  </a:lnTo>
                  <a:lnTo>
                    <a:pt x="3357422" y="419341"/>
                  </a:lnTo>
                  <a:lnTo>
                    <a:pt x="3365474" y="412559"/>
                  </a:lnTo>
                  <a:close/>
                </a:path>
                <a:path w="4362450" h="434975">
                  <a:moveTo>
                    <a:pt x="3452266" y="409816"/>
                  </a:moveTo>
                  <a:lnTo>
                    <a:pt x="3451822" y="402043"/>
                  </a:lnTo>
                  <a:lnTo>
                    <a:pt x="3451364" y="394284"/>
                  </a:lnTo>
                  <a:lnTo>
                    <a:pt x="3442614" y="388467"/>
                  </a:lnTo>
                  <a:lnTo>
                    <a:pt x="3421900" y="389661"/>
                  </a:lnTo>
                  <a:lnTo>
                    <a:pt x="3413861" y="396430"/>
                  </a:lnTo>
                  <a:lnTo>
                    <a:pt x="3414763" y="411975"/>
                  </a:lnTo>
                  <a:lnTo>
                    <a:pt x="3423513" y="417791"/>
                  </a:lnTo>
                  <a:lnTo>
                    <a:pt x="3444240" y="416598"/>
                  </a:lnTo>
                  <a:lnTo>
                    <a:pt x="3452266" y="409816"/>
                  </a:lnTo>
                  <a:close/>
                </a:path>
                <a:path w="4362450" h="434975">
                  <a:moveTo>
                    <a:pt x="3542284" y="407314"/>
                  </a:moveTo>
                  <a:lnTo>
                    <a:pt x="3541839" y="399542"/>
                  </a:lnTo>
                  <a:lnTo>
                    <a:pt x="3541382" y="391782"/>
                  </a:lnTo>
                  <a:lnTo>
                    <a:pt x="3532632" y="385965"/>
                  </a:lnTo>
                  <a:lnTo>
                    <a:pt x="3511918" y="387159"/>
                  </a:lnTo>
                  <a:lnTo>
                    <a:pt x="3503879" y="393928"/>
                  </a:lnTo>
                  <a:lnTo>
                    <a:pt x="3504781" y="409473"/>
                  </a:lnTo>
                  <a:lnTo>
                    <a:pt x="3513531" y="415290"/>
                  </a:lnTo>
                  <a:lnTo>
                    <a:pt x="3534257" y="414096"/>
                  </a:lnTo>
                  <a:lnTo>
                    <a:pt x="3542284" y="407314"/>
                  </a:lnTo>
                  <a:close/>
                </a:path>
                <a:path w="4362450" h="434975">
                  <a:moveTo>
                    <a:pt x="3614788" y="409232"/>
                  </a:moveTo>
                  <a:lnTo>
                    <a:pt x="3614331" y="401459"/>
                  </a:lnTo>
                  <a:lnTo>
                    <a:pt x="3613886" y="393687"/>
                  </a:lnTo>
                  <a:lnTo>
                    <a:pt x="3605123" y="387870"/>
                  </a:lnTo>
                  <a:lnTo>
                    <a:pt x="3584422" y="389064"/>
                  </a:lnTo>
                  <a:lnTo>
                    <a:pt x="3576370" y="395846"/>
                  </a:lnTo>
                  <a:lnTo>
                    <a:pt x="3577272" y="411378"/>
                  </a:lnTo>
                  <a:lnTo>
                    <a:pt x="3586035" y="417195"/>
                  </a:lnTo>
                  <a:lnTo>
                    <a:pt x="3606749" y="416001"/>
                  </a:lnTo>
                  <a:lnTo>
                    <a:pt x="3614788" y="409232"/>
                  </a:lnTo>
                  <a:close/>
                </a:path>
                <a:path w="4362450" h="434975">
                  <a:moveTo>
                    <a:pt x="3685870" y="407314"/>
                  </a:moveTo>
                  <a:lnTo>
                    <a:pt x="3685425" y="399542"/>
                  </a:lnTo>
                  <a:lnTo>
                    <a:pt x="3684981" y="391782"/>
                  </a:lnTo>
                  <a:lnTo>
                    <a:pt x="3676218" y="385965"/>
                  </a:lnTo>
                  <a:lnTo>
                    <a:pt x="3655517" y="387159"/>
                  </a:lnTo>
                  <a:lnTo>
                    <a:pt x="3647465" y="393928"/>
                  </a:lnTo>
                  <a:lnTo>
                    <a:pt x="3648367" y="409473"/>
                  </a:lnTo>
                  <a:lnTo>
                    <a:pt x="3657117" y="415290"/>
                  </a:lnTo>
                  <a:lnTo>
                    <a:pt x="3677831" y="414096"/>
                  </a:lnTo>
                  <a:lnTo>
                    <a:pt x="3685870" y="407314"/>
                  </a:lnTo>
                  <a:close/>
                </a:path>
                <a:path w="4362450" h="434975">
                  <a:moveTo>
                    <a:pt x="3778415" y="405650"/>
                  </a:moveTo>
                  <a:lnTo>
                    <a:pt x="3777970" y="397878"/>
                  </a:lnTo>
                  <a:lnTo>
                    <a:pt x="3777513" y="390105"/>
                  </a:lnTo>
                  <a:lnTo>
                    <a:pt x="3768763" y="384302"/>
                  </a:lnTo>
                  <a:lnTo>
                    <a:pt x="3748049" y="385495"/>
                  </a:lnTo>
                  <a:lnTo>
                    <a:pt x="3740010" y="392264"/>
                  </a:lnTo>
                  <a:lnTo>
                    <a:pt x="3740912" y="407809"/>
                  </a:lnTo>
                  <a:lnTo>
                    <a:pt x="3749662" y="413613"/>
                  </a:lnTo>
                  <a:lnTo>
                    <a:pt x="3770376" y="412419"/>
                  </a:lnTo>
                  <a:lnTo>
                    <a:pt x="3778415" y="405650"/>
                  </a:lnTo>
                  <a:close/>
                </a:path>
                <a:path w="4362450" h="434975">
                  <a:moveTo>
                    <a:pt x="3858907" y="403936"/>
                  </a:moveTo>
                  <a:lnTo>
                    <a:pt x="3858463" y="396163"/>
                  </a:lnTo>
                  <a:lnTo>
                    <a:pt x="3858006" y="388391"/>
                  </a:lnTo>
                  <a:lnTo>
                    <a:pt x="3849255" y="382587"/>
                  </a:lnTo>
                  <a:lnTo>
                    <a:pt x="3828542" y="383781"/>
                  </a:lnTo>
                  <a:lnTo>
                    <a:pt x="3820503" y="390550"/>
                  </a:lnTo>
                  <a:lnTo>
                    <a:pt x="3821404" y="406095"/>
                  </a:lnTo>
                  <a:lnTo>
                    <a:pt x="3830155" y="411899"/>
                  </a:lnTo>
                  <a:lnTo>
                    <a:pt x="3850881" y="410705"/>
                  </a:lnTo>
                  <a:lnTo>
                    <a:pt x="3858907" y="403936"/>
                  </a:lnTo>
                  <a:close/>
                </a:path>
                <a:path w="4362450" h="434975">
                  <a:moveTo>
                    <a:pt x="3933609" y="402551"/>
                  </a:moveTo>
                  <a:lnTo>
                    <a:pt x="3933152" y="394792"/>
                  </a:lnTo>
                  <a:lnTo>
                    <a:pt x="3932707" y="387019"/>
                  </a:lnTo>
                  <a:lnTo>
                    <a:pt x="3923957" y="381203"/>
                  </a:lnTo>
                  <a:lnTo>
                    <a:pt x="3903243" y="382397"/>
                  </a:lnTo>
                  <a:lnTo>
                    <a:pt x="3895204" y="389178"/>
                  </a:lnTo>
                  <a:lnTo>
                    <a:pt x="3896093" y="404710"/>
                  </a:lnTo>
                  <a:lnTo>
                    <a:pt x="3904856" y="410527"/>
                  </a:lnTo>
                  <a:lnTo>
                    <a:pt x="3925570" y="409333"/>
                  </a:lnTo>
                  <a:lnTo>
                    <a:pt x="3933609" y="402551"/>
                  </a:lnTo>
                  <a:close/>
                </a:path>
                <a:path w="4362450" h="434975">
                  <a:moveTo>
                    <a:pt x="4011193" y="401015"/>
                  </a:moveTo>
                  <a:lnTo>
                    <a:pt x="4010749" y="393242"/>
                  </a:lnTo>
                  <a:lnTo>
                    <a:pt x="4010304" y="385470"/>
                  </a:lnTo>
                  <a:lnTo>
                    <a:pt x="4001541" y="379666"/>
                  </a:lnTo>
                  <a:lnTo>
                    <a:pt x="3980827" y="380860"/>
                  </a:lnTo>
                  <a:lnTo>
                    <a:pt x="3972788" y="387629"/>
                  </a:lnTo>
                  <a:lnTo>
                    <a:pt x="3973690" y="403174"/>
                  </a:lnTo>
                  <a:lnTo>
                    <a:pt x="3982440" y="408978"/>
                  </a:lnTo>
                  <a:lnTo>
                    <a:pt x="4003167" y="407784"/>
                  </a:lnTo>
                  <a:lnTo>
                    <a:pt x="4011193" y="401015"/>
                  </a:lnTo>
                  <a:close/>
                </a:path>
                <a:path w="4362450" h="434975">
                  <a:moveTo>
                    <a:pt x="4092664" y="403936"/>
                  </a:moveTo>
                  <a:lnTo>
                    <a:pt x="4092206" y="396163"/>
                  </a:lnTo>
                  <a:lnTo>
                    <a:pt x="4091762" y="388391"/>
                  </a:lnTo>
                  <a:lnTo>
                    <a:pt x="4083012" y="382587"/>
                  </a:lnTo>
                  <a:lnTo>
                    <a:pt x="4062298" y="383781"/>
                  </a:lnTo>
                  <a:lnTo>
                    <a:pt x="4054259" y="390550"/>
                  </a:lnTo>
                  <a:lnTo>
                    <a:pt x="4055148" y="406095"/>
                  </a:lnTo>
                  <a:lnTo>
                    <a:pt x="4063911" y="411899"/>
                  </a:lnTo>
                  <a:lnTo>
                    <a:pt x="4084612" y="410705"/>
                  </a:lnTo>
                  <a:lnTo>
                    <a:pt x="4092664" y="403936"/>
                  </a:lnTo>
                  <a:close/>
                </a:path>
                <a:path w="4362450" h="434975">
                  <a:moveTo>
                    <a:pt x="4173042" y="409435"/>
                  </a:moveTo>
                  <a:lnTo>
                    <a:pt x="4172585" y="401675"/>
                  </a:lnTo>
                  <a:lnTo>
                    <a:pt x="4172140" y="393903"/>
                  </a:lnTo>
                  <a:lnTo>
                    <a:pt x="4163377" y="388086"/>
                  </a:lnTo>
                  <a:lnTo>
                    <a:pt x="4142676" y="389280"/>
                  </a:lnTo>
                  <a:lnTo>
                    <a:pt x="4134624" y="396062"/>
                  </a:lnTo>
                  <a:lnTo>
                    <a:pt x="4135526" y="411594"/>
                  </a:lnTo>
                  <a:lnTo>
                    <a:pt x="4144289" y="417410"/>
                  </a:lnTo>
                  <a:lnTo>
                    <a:pt x="4165003" y="416217"/>
                  </a:lnTo>
                  <a:lnTo>
                    <a:pt x="4173042" y="409435"/>
                  </a:lnTo>
                  <a:close/>
                </a:path>
                <a:path w="4362450" h="434975">
                  <a:moveTo>
                    <a:pt x="4269562" y="403885"/>
                  </a:moveTo>
                  <a:lnTo>
                    <a:pt x="4269117" y="396113"/>
                  </a:lnTo>
                  <a:lnTo>
                    <a:pt x="4268660" y="388340"/>
                  </a:lnTo>
                  <a:lnTo>
                    <a:pt x="4259910" y="382536"/>
                  </a:lnTo>
                  <a:lnTo>
                    <a:pt x="4239196" y="383730"/>
                  </a:lnTo>
                  <a:lnTo>
                    <a:pt x="4231157" y="390499"/>
                  </a:lnTo>
                  <a:lnTo>
                    <a:pt x="4232059" y="406044"/>
                  </a:lnTo>
                  <a:lnTo>
                    <a:pt x="4240809" y="411848"/>
                  </a:lnTo>
                  <a:lnTo>
                    <a:pt x="4261536" y="410654"/>
                  </a:lnTo>
                  <a:lnTo>
                    <a:pt x="4269562" y="403885"/>
                  </a:lnTo>
                  <a:close/>
                </a:path>
                <a:path w="4362450" h="434975">
                  <a:moveTo>
                    <a:pt x="4362323" y="403885"/>
                  </a:moveTo>
                  <a:lnTo>
                    <a:pt x="4361878" y="396113"/>
                  </a:lnTo>
                  <a:lnTo>
                    <a:pt x="4361421" y="388340"/>
                  </a:lnTo>
                  <a:lnTo>
                    <a:pt x="4352671" y="382536"/>
                  </a:lnTo>
                  <a:lnTo>
                    <a:pt x="4331957" y="383730"/>
                  </a:lnTo>
                  <a:lnTo>
                    <a:pt x="4323918" y="390499"/>
                  </a:lnTo>
                  <a:lnTo>
                    <a:pt x="4324820" y="406044"/>
                  </a:lnTo>
                  <a:lnTo>
                    <a:pt x="4333570" y="411848"/>
                  </a:lnTo>
                  <a:lnTo>
                    <a:pt x="4354284" y="410654"/>
                  </a:lnTo>
                  <a:lnTo>
                    <a:pt x="4362323" y="403885"/>
                  </a:lnTo>
                  <a:close/>
                </a:path>
              </a:pathLst>
            </a:custGeom>
            <a:solidFill>
              <a:srgbClr val="EBED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" name="object 523" descr=""/>
            <p:cNvSpPr/>
            <p:nvPr/>
          </p:nvSpPr>
          <p:spPr>
            <a:xfrm>
              <a:off x="14879437" y="5716199"/>
              <a:ext cx="2739390" cy="409575"/>
            </a:xfrm>
            <a:custGeom>
              <a:avLst/>
              <a:gdLst/>
              <a:ahLst/>
              <a:cxnLst/>
              <a:rect l="l" t="t" r="r" b="b"/>
              <a:pathLst>
                <a:path w="2739390" h="409575">
                  <a:moveTo>
                    <a:pt x="1485954" y="0"/>
                  </a:moveTo>
                  <a:lnTo>
                    <a:pt x="1478952" y="640"/>
                  </a:lnTo>
                  <a:lnTo>
                    <a:pt x="1472376" y="3613"/>
                  </a:lnTo>
                  <a:lnTo>
                    <a:pt x="1451500" y="17310"/>
                  </a:lnTo>
                  <a:lnTo>
                    <a:pt x="1427672" y="32534"/>
                  </a:lnTo>
                  <a:lnTo>
                    <a:pt x="1357406" y="75699"/>
                  </a:lnTo>
                  <a:lnTo>
                    <a:pt x="1312637" y="102025"/>
                  </a:lnTo>
                  <a:lnTo>
                    <a:pt x="1262557" y="130437"/>
                  </a:lnTo>
                  <a:lnTo>
                    <a:pt x="1207999" y="160127"/>
                  </a:lnTo>
                  <a:lnTo>
                    <a:pt x="1149798" y="190289"/>
                  </a:lnTo>
                  <a:lnTo>
                    <a:pt x="1088789" y="220114"/>
                  </a:lnTo>
                  <a:lnTo>
                    <a:pt x="1025805" y="248796"/>
                  </a:lnTo>
                  <a:lnTo>
                    <a:pt x="961681" y="275527"/>
                  </a:lnTo>
                  <a:lnTo>
                    <a:pt x="897252" y="299500"/>
                  </a:lnTo>
                  <a:lnTo>
                    <a:pt x="848957" y="314304"/>
                  </a:lnTo>
                  <a:lnTo>
                    <a:pt x="797136" y="326666"/>
                  </a:lnTo>
                  <a:lnTo>
                    <a:pt x="742452" y="336749"/>
                  </a:lnTo>
                  <a:lnTo>
                    <a:pt x="685563" y="344715"/>
                  </a:lnTo>
                  <a:lnTo>
                    <a:pt x="627131" y="350727"/>
                  </a:lnTo>
                  <a:lnTo>
                    <a:pt x="567815" y="354948"/>
                  </a:lnTo>
                  <a:lnTo>
                    <a:pt x="508278" y="357540"/>
                  </a:lnTo>
                  <a:lnTo>
                    <a:pt x="449178" y="358667"/>
                  </a:lnTo>
                  <a:lnTo>
                    <a:pt x="391177" y="358490"/>
                  </a:lnTo>
                  <a:lnTo>
                    <a:pt x="334935" y="357173"/>
                  </a:lnTo>
                  <a:lnTo>
                    <a:pt x="281112" y="354878"/>
                  </a:lnTo>
                  <a:lnTo>
                    <a:pt x="230370" y="351769"/>
                  </a:lnTo>
                  <a:lnTo>
                    <a:pt x="183368" y="348007"/>
                  </a:lnTo>
                  <a:lnTo>
                    <a:pt x="140767" y="343756"/>
                  </a:lnTo>
                  <a:lnTo>
                    <a:pt x="71409" y="334436"/>
                  </a:lnTo>
                  <a:lnTo>
                    <a:pt x="27582" y="325111"/>
                  </a:lnTo>
                  <a:lnTo>
                    <a:pt x="19108" y="324298"/>
                  </a:lnTo>
                  <a:lnTo>
                    <a:pt x="11242" y="326719"/>
                  </a:lnTo>
                  <a:lnTo>
                    <a:pt x="4853" y="331911"/>
                  </a:lnTo>
                  <a:lnTo>
                    <a:pt x="808" y="339415"/>
                  </a:lnTo>
                  <a:lnTo>
                    <a:pt x="0" y="347898"/>
                  </a:lnTo>
                  <a:lnTo>
                    <a:pt x="2421" y="355762"/>
                  </a:lnTo>
                  <a:lnTo>
                    <a:pt x="60316" y="375813"/>
                  </a:lnTo>
                  <a:lnTo>
                    <a:pt x="131823" y="385438"/>
                  </a:lnTo>
                  <a:lnTo>
                    <a:pt x="175740" y="389832"/>
                  </a:lnTo>
                  <a:lnTo>
                    <a:pt x="224191" y="393722"/>
                  </a:lnTo>
                  <a:lnTo>
                    <a:pt x="276495" y="396942"/>
                  </a:lnTo>
                  <a:lnTo>
                    <a:pt x="331972" y="399322"/>
                  </a:lnTo>
                  <a:lnTo>
                    <a:pt x="389939" y="400695"/>
                  </a:lnTo>
                  <a:lnTo>
                    <a:pt x="449716" y="400894"/>
                  </a:lnTo>
                  <a:lnTo>
                    <a:pt x="510621" y="399750"/>
                  </a:lnTo>
                  <a:lnTo>
                    <a:pt x="571974" y="397096"/>
                  </a:lnTo>
                  <a:lnTo>
                    <a:pt x="633092" y="392764"/>
                  </a:lnTo>
                  <a:lnTo>
                    <a:pt x="693296" y="386585"/>
                  </a:lnTo>
                  <a:lnTo>
                    <a:pt x="751903" y="378393"/>
                  </a:lnTo>
                  <a:lnTo>
                    <a:pt x="808233" y="368019"/>
                  </a:lnTo>
                  <a:lnTo>
                    <a:pt x="861604" y="355295"/>
                  </a:lnTo>
                  <a:lnTo>
                    <a:pt x="911335" y="340053"/>
                  </a:lnTo>
                  <a:lnTo>
                    <a:pt x="968934" y="318793"/>
                  </a:lnTo>
                  <a:lnTo>
                    <a:pt x="1026345" y="295309"/>
                  </a:lnTo>
                  <a:lnTo>
                    <a:pt x="1083000" y="270155"/>
                  </a:lnTo>
                  <a:lnTo>
                    <a:pt x="1138328" y="243882"/>
                  </a:lnTo>
                  <a:lnTo>
                    <a:pt x="1191759" y="217044"/>
                  </a:lnTo>
                  <a:lnTo>
                    <a:pt x="1242724" y="190194"/>
                  </a:lnTo>
                  <a:lnTo>
                    <a:pt x="1290652" y="163884"/>
                  </a:lnTo>
                  <a:lnTo>
                    <a:pt x="1334974" y="138667"/>
                  </a:lnTo>
                  <a:lnTo>
                    <a:pt x="1375120" y="115097"/>
                  </a:lnTo>
                  <a:lnTo>
                    <a:pt x="1410520" y="93726"/>
                  </a:lnTo>
                  <a:lnTo>
                    <a:pt x="1464801" y="59792"/>
                  </a:lnTo>
                  <a:lnTo>
                    <a:pt x="1482543" y="48334"/>
                  </a:lnTo>
                  <a:lnTo>
                    <a:pt x="1497085" y="60514"/>
                  </a:lnTo>
                  <a:lnTo>
                    <a:pt x="1541379" y="95258"/>
                  </a:lnTo>
                  <a:lnTo>
                    <a:pt x="1604656" y="140322"/>
                  </a:lnTo>
                  <a:lnTo>
                    <a:pt x="1642929" y="165403"/>
                  </a:lnTo>
                  <a:lnTo>
                    <a:pt x="1685364" y="191477"/>
                  </a:lnTo>
                  <a:lnTo>
                    <a:pt x="1731768" y="218015"/>
                  </a:lnTo>
                  <a:lnTo>
                    <a:pt x="1781947" y="244490"/>
                  </a:lnTo>
                  <a:lnTo>
                    <a:pt x="1835707" y="270372"/>
                  </a:lnTo>
                  <a:lnTo>
                    <a:pt x="1892852" y="295132"/>
                  </a:lnTo>
                  <a:lnTo>
                    <a:pt x="1953189" y="318241"/>
                  </a:lnTo>
                  <a:lnTo>
                    <a:pt x="2016523" y="339171"/>
                  </a:lnTo>
                  <a:lnTo>
                    <a:pt x="2082661" y="357393"/>
                  </a:lnTo>
                  <a:lnTo>
                    <a:pt x="2143537" y="371315"/>
                  </a:lnTo>
                  <a:lnTo>
                    <a:pt x="2202550" y="382677"/>
                  </a:lnTo>
                  <a:lnTo>
                    <a:pt x="2259490" y="391696"/>
                  </a:lnTo>
                  <a:lnTo>
                    <a:pt x="2314147" y="398588"/>
                  </a:lnTo>
                  <a:lnTo>
                    <a:pt x="2366312" y="403571"/>
                  </a:lnTo>
                  <a:lnTo>
                    <a:pt x="2415773" y="406862"/>
                  </a:lnTo>
                  <a:lnTo>
                    <a:pt x="2462322" y="408678"/>
                  </a:lnTo>
                  <a:lnTo>
                    <a:pt x="2505747" y="409234"/>
                  </a:lnTo>
                  <a:lnTo>
                    <a:pt x="2592954" y="406900"/>
                  </a:lnTo>
                  <a:lnTo>
                    <a:pt x="2659777" y="401676"/>
                  </a:lnTo>
                  <a:lnTo>
                    <a:pt x="2703618" y="396234"/>
                  </a:lnTo>
                  <a:lnTo>
                    <a:pt x="2738874" y="376707"/>
                  </a:lnTo>
                  <a:lnTo>
                    <a:pt x="2738986" y="368189"/>
                  </a:lnTo>
                  <a:lnTo>
                    <a:pt x="2735778" y="360288"/>
                  </a:lnTo>
                  <a:lnTo>
                    <a:pt x="2729991" y="354432"/>
                  </a:lnTo>
                  <a:lnTo>
                    <a:pt x="2722434" y="351173"/>
                  </a:lnTo>
                  <a:lnTo>
                    <a:pt x="2713919" y="351058"/>
                  </a:lnTo>
                  <a:lnTo>
                    <a:pt x="2694193" y="354106"/>
                  </a:lnTo>
                  <a:lnTo>
                    <a:pt x="2671286" y="356985"/>
                  </a:lnTo>
                  <a:lnTo>
                    <a:pt x="2640405" y="360097"/>
                  </a:lnTo>
                  <a:lnTo>
                    <a:pt x="2602091" y="362941"/>
                  </a:lnTo>
                  <a:lnTo>
                    <a:pt x="2556886" y="365013"/>
                  </a:lnTo>
                  <a:lnTo>
                    <a:pt x="2505331" y="365811"/>
                  </a:lnTo>
                  <a:lnTo>
                    <a:pt x="2447967" y="364833"/>
                  </a:lnTo>
                  <a:lnTo>
                    <a:pt x="2385336" y="361577"/>
                  </a:lnTo>
                  <a:lnTo>
                    <a:pt x="2317978" y="355539"/>
                  </a:lnTo>
                  <a:lnTo>
                    <a:pt x="2246437" y="346219"/>
                  </a:lnTo>
                  <a:lnTo>
                    <a:pt x="2171251" y="333113"/>
                  </a:lnTo>
                  <a:lnTo>
                    <a:pt x="2092964" y="315719"/>
                  </a:lnTo>
                  <a:lnTo>
                    <a:pt x="2020676" y="295481"/>
                  </a:lnTo>
                  <a:lnTo>
                    <a:pt x="1951694" y="271818"/>
                  </a:lnTo>
                  <a:lnTo>
                    <a:pt x="1886339" y="245512"/>
                  </a:lnTo>
                  <a:lnTo>
                    <a:pt x="1824932" y="217346"/>
                  </a:lnTo>
                  <a:lnTo>
                    <a:pt x="1767797" y="188102"/>
                  </a:lnTo>
                  <a:lnTo>
                    <a:pt x="1715254" y="158564"/>
                  </a:lnTo>
                  <a:lnTo>
                    <a:pt x="1667625" y="129513"/>
                  </a:lnTo>
                  <a:lnTo>
                    <a:pt x="1625233" y="101732"/>
                  </a:lnTo>
                  <a:lnTo>
                    <a:pt x="1588398" y="76004"/>
                  </a:lnTo>
                  <a:lnTo>
                    <a:pt x="1557443" y="53112"/>
                  </a:lnTo>
                  <a:lnTo>
                    <a:pt x="1514460" y="18964"/>
                  </a:lnTo>
                  <a:lnTo>
                    <a:pt x="1498857" y="5550"/>
                  </a:lnTo>
                  <a:lnTo>
                    <a:pt x="1492787" y="1650"/>
                  </a:lnTo>
                  <a:lnTo>
                    <a:pt x="1485954" y="0"/>
                  </a:lnTo>
                  <a:close/>
                </a:path>
              </a:pathLst>
            </a:custGeom>
            <a:solidFill>
              <a:srgbClr val="20284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" name="object 524" descr=""/>
            <p:cNvSpPr/>
            <p:nvPr/>
          </p:nvSpPr>
          <p:spPr>
            <a:xfrm>
              <a:off x="15574976" y="5781389"/>
              <a:ext cx="1790064" cy="1146175"/>
            </a:xfrm>
            <a:custGeom>
              <a:avLst/>
              <a:gdLst/>
              <a:ahLst/>
              <a:cxnLst/>
              <a:rect l="l" t="t" r="r" b="b"/>
              <a:pathLst>
                <a:path w="1790065" h="1146175">
                  <a:moveTo>
                    <a:pt x="46024" y="832789"/>
                  </a:moveTo>
                  <a:lnTo>
                    <a:pt x="0" y="832789"/>
                  </a:lnTo>
                  <a:lnTo>
                    <a:pt x="0" y="1129588"/>
                  </a:lnTo>
                  <a:lnTo>
                    <a:pt x="46024" y="1129588"/>
                  </a:lnTo>
                  <a:lnTo>
                    <a:pt x="46024" y="832789"/>
                  </a:lnTo>
                  <a:close/>
                </a:path>
                <a:path w="1790065" h="1146175">
                  <a:moveTo>
                    <a:pt x="263613" y="302996"/>
                  </a:moveTo>
                  <a:lnTo>
                    <a:pt x="259651" y="295529"/>
                  </a:lnTo>
                  <a:lnTo>
                    <a:pt x="252323" y="290360"/>
                  </a:lnTo>
                  <a:lnTo>
                    <a:pt x="242646" y="287959"/>
                  </a:lnTo>
                  <a:lnTo>
                    <a:pt x="231660" y="288785"/>
                  </a:lnTo>
                  <a:lnTo>
                    <a:pt x="221424" y="292811"/>
                  </a:lnTo>
                  <a:lnTo>
                    <a:pt x="213753" y="299173"/>
                  </a:lnTo>
                  <a:lnTo>
                    <a:pt x="209397" y="307009"/>
                  </a:lnTo>
                  <a:lnTo>
                    <a:pt x="209067" y="315455"/>
                  </a:lnTo>
                  <a:lnTo>
                    <a:pt x="213029" y="322922"/>
                  </a:lnTo>
                  <a:lnTo>
                    <a:pt x="220357" y="328091"/>
                  </a:lnTo>
                  <a:lnTo>
                    <a:pt x="230035" y="330504"/>
                  </a:lnTo>
                  <a:lnTo>
                    <a:pt x="241020" y="329679"/>
                  </a:lnTo>
                  <a:lnTo>
                    <a:pt x="251256" y="325653"/>
                  </a:lnTo>
                  <a:lnTo>
                    <a:pt x="258927" y="319290"/>
                  </a:lnTo>
                  <a:lnTo>
                    <a:pt x="263283" y="311454"/>
                  </a:lnTo>
                  <a:lnTo>
                    <a:pt x="263613" y="302996"/>
                  </a:lnTo>
                  <a:close/>
                </a:path>
                <a:path w="1790065" h="1146175">
                  <a:moveTo>
                    <a:pt x="355460" y="261035"/>
                  </a:moveTo>
                  <a:lnTo>
                    <a:pt x="351497" y="253568"/>
                  </a:lnTo>
                  <a:lnTo>
                    <a:pt x="344170" y="248399"/>
                  </a:lnTo>
                  <a:lnTo>
                    <a:pt x="334492" y="245999"/>
                  </a:lnTo>
                  <a:lnTo>
                    <a:pt x="323507" y="246824"/>
                  </a:lnTo>
                  <a:lnTo>
                    <a:pt x="313258" y="250850"/>
                  </a:lnTo>
                  <a:lnTo>
                    <a:pt x="305600" y="257213"/>
                  </a:lnTo>
                  <a:lnTo>
                    <a:pt x="301244" y="265049"/>
                  </a:lnTo>
                  <a:lnTo>
                    <a:pt x="300913" y="273507"/>
                  </a:lnTo>
                  <a:lnTo>
                    <a:pt x="304876" y="280974"/>
                  </a:lnTo>
                  <a:lnTo>
                    <a:pt x="312204" y="286131"/>
                  </a:lnTo>
                  <a:lnTo>
                    <a:pt x="321881" y="288544"/>
                  </a:lnTo>
                  <a:lnTo>
                    <a:pt x="332854" y="287718"/>
                  </a:lnTo>
                  <a:lnTo>
                    <a:pt x="343103" y="283692"/>
                  </a:lnTo>
                  <a:lnTo>
                    <a:pt x="350774" y="277329"/>
                  </a:lnTo>
                  <a:lnTo>
                    <a:pt x="355130" y="269494"/>
                  </a:lnTo>
                  <a:lnTo>
                    <a:pt x="355460" y="261035"/>
                  </a:lnTo>
                  <a:close/>
                </a:path>
                <a:path w="1790065" h="1146175">
                  <a:moveTo>
                    <a:pt x="443103" y="213487"/>
                  </a:moveTo>
                  <a:lnTo>
                    <a:pt x="439140" y="206019"/>
                  </a:lnTo>
                  <a:lnTo>
                    <a:pt x="431812" y="200850"/>
                  </a:lnTo>
                  <a:lnTo>
                    <a:pt x="422148" y="198437"/>
                  </a:lnTo>
                  <a:lnTo>
                    <a:pt x="411162" y="199263"/>
                  </a:lnTo>
                  <a:lnTo>
                    <a:pt x="400913" y="203288"/>
                  </a:lnTo>
                  <a:lnTo>
                    <a:pt x="393242" y="209664"/>
                  </a:lnTo>
                  <a:lnTo>
                    <a:pt x="388886" y="217500"/>
                  </a:lnTo>
                  <a:lnTo>
                    <a:pt x="388556" y="225945"/>
                  </a:lnTo>
                  <a:lnTo>
                    <a:pt x="392518" y="233413"/>
                  </a:lnTo>
                  <a:lnTo>
                    <a:pt x="399846" y="238582"/>
                  </a:lnTo>
                  <a:lnTo>
                    <a:pt x="409524" y="240982"/>
                  </a:lnTo>
                  <a:lnTo>
                    <a:pt x="420509" y="240169"/>
                  </a:lnTo>
                  <a:lnTo>
                    <a:pt x="430745" y="236143"/>
                  </a:lnTo>
                  <a:lnTo>
                    <a:pt x="438416" y="229781"/>
                  </a:lnTo>
                  <a:lnTo>
                    <a:pt x="442772" y="221945"/>
                  </a:lnTo>
                  <a:lnTo>
                    <a:pt x="443103" y="213487"/>
                  </a:lnTo>
                  <a:close/>
                </a:path>
                <a:path w="1790065" h="1146175">
                  <a:moveTo>
                    <a:pt x="539191" y="161429"/>
                  </a:moveTo>
                  <a:lnTo>
                    <a:pt x="535241" y="153949"/>
                  </a:lnTo>
                  <a:lnTo>
                    <a:pt x="527900" y="148780"/>
                  </a:lnTo>
                  <a:lnTo>
                    <a:pt x="518236" y="146380"/>
                  </a:lnTo>
                  <a:lnTo>
                    <a:pt x="507250" y="147193"/>
                  </a:lnTo>
                  <a:lnTo>
                    <a:pt x="497001" y="151231"/>
                  </a:lnTo>
                  <a:lnTo>
                    <a:pt x="489343" y="157594"/>
                  </a:lnTo>
                  <a:lnTo>
                    <a:pt x="484974" y="165430"/>
                  </a:lnTo>
                  <a:lnTo>
                    <a:pt x="484657" y="173888"/>
                  </a:lnTo>
                  <a:lnTo>
                    <a:pt x="488619" y="181356"/>
                  </a:lnTo>
                  <a:lnTo>
                    <a:pt x="495947" y="186524"/>
                  </a:lnTo>
                  <a:lnTo>
                    <a:pt x="505612" y="188925"/>
                  </a:lnTo>
                  <a:lnTo>
                    <a:pt x="516597" y="188099"/>
                  </a:lnTo>
                  <a:lnTo>
                    <a:pt x="526846" y="184073"/>
                  </a:lnTo>
                  <a:lnTo>
                    <a:pt x="534504" y="177711"/>
                  </a:lnTo>
                  <a:lnTo>
                    <a:pt x="538873" y="169875"/>
                  </a:lnTo>
                  <a:lnTo>
                    <a:pt x="539191" y="161429"/>
                  </a:lnTo>
                  <a:close/>
                </a:path>
                <a:path w="1790065" h="1146175">
                  <a:moveTo>
                    <a:pt x="626859" y="111061"/>
                  </a:moveTo>
                  <a:lnTo>
                    <a:pt x="622896" y="103593"/>
                  </a:lnTo>
                  <a:lnTo>
                    <a:pt x="615569" y="98425"/>
                  </a:lnTo>
                  <a:lnTo>
                    <a:pt x="605904" y="96024"/>
                  </a:lnTo>
                  <a:lnTo>
                    <a:pt x="594918" y="96850"/>
                  </a:lnTo>
                  <a:lnTo>
                    <a:pt x="584669" y="100876"/>
                  </a:lnTo>
                  <a:lnTo>
                    <a:pt x="576999" y="107238"/>
                  </a:lnTo>
                  <a:lnTo>
                    <a:pt x="572643" y="115074"/>
                  </a:lnTo>
                  <a:lnTo>
                    <a:pt x="572312" y="123532"/>
                  </a:lnTo>
                  <a:lnTo>
                    <a:pt x="576275" y="131000"/>
                  </a:lnTo>
                  <a:lnTo>
                    <a:pt x="583603" y="136156"/>
                  </a:lnTo>
                  <a:lnTo>
                    <a:pt x="593280" y="138569"/>
                  </a:lnTo>
                  <a:lnTo>
                    <a:pt x="604266" y="137744"/>
                  </a:lnTo>
                  <a:lnTo>
                    <a:pt x="614502" y="133718"/>
                  </a:lnTo>
                  <a:lnTo>
                    <a:pt x="622173" y="127355"/>
                  </a:lnTo>
                  <a:lnTo>
                    <a:pt x="626529" y="119519"/>
                  </a:lnTo>
                  <a:lnTo>
                    <a:pt x="626859" y="111061"/>
                  </a:lnTo>
                  <a:close/>
                </a:path>
                <a:path w="1790065" h="1146175">
                  <a:moveTo>
                    <a:pt x="711936" y="55270"/>
                  </a:moveTo>
                  <a:lnTo>
                    <a:pt x="707974" y="47790"/>
                  </a:lnTo>
                  <a:lnTo>
                    <a:pt x="700646" y="42633"/>
                  </a:lnTo>
                  <a:lnTo>
                    <a:pt x="690981" y="40220"/>
                  </a:lnTo>
                  <a:lnTo>
                    <a:pt x="679983" y="41033"/>
                  </a:lnTo>
                  <a:lnTo>
                    <a:pt x="669747" y="45072"/>
                  </a:lnTo>
                  <a:lnTo>
                    <a:pt x="662076" y="51435"/>
                  </a:lnTo>
                  <a:lnTo>
                    <a:pt x="657720" y="59270"/>
                  </a:lnTo>
                  <a:lnTo>
                    <a:pt x="657390" y="67729"/>
                  </a:lnTo>
                  <a:lnTo>
                    <a:pt x="661352" y="75196"/>
                  </a:lnTo>
                  <a:lnTo>
                    <a:pt x="668680" y="80365"/>
                  </a:lnTo>
                  <a:lnTo>
                    <a:pt x="678357" y="82765"/>
                  </a:lnTo>
                  <a:lnTo>
                    <a:pt x="689343" y="81953"/>
                  </a:lnTo>
                  <a:lnTo>
                    <a:pt x="699579" y="77914"/>
                  </a:lnTo>
                  <a:lnTo>
                    <a:pt x="707250" y="71551"/>
                  </a:lnTo>
                  <a:lnTo>
                    <a:pt x="711606" y="63715"/>
                  </a:lnTo>
                  <a:lnTo>
                    <a:pt x="711936" y="55270"/>
                  </a:lnTo>
                  <a:close/>
                </a:path>
                <a:path w="1790065" h="1146175">
                  <a:moveTo>
                    <a:pt x="782815" y="839355"/>
                  </a:moveTo>
                  <a:lnTo>
                    <a:pt x="736790" y="839355"/>
                  </a:lnTo>
                  <a:lnTo>
                    <a:pt x="736790" y="1136154"/>
                  </a:lnTo>
                  <a:lnTo>
                    <a:pt x="782815" y="1136154"/>
                  </a:lnTo>
                  <a:lnTo>
                    <a:pt x="782815" y="839355"/>
                  </a:lnTo>
                  <a:close/>
                </a:path>
                <a:path w="1790065" h="1146175">
                  <a:moveTo>
                    <a:pt x="803262" y="22656"/>
                  </a:moveTo>
                  <a:lnTo>
                    <a:pt x="801560" y="14376"/>
                  </a:lnTo>
                  <a:lnTo>
                    <a:pt x="795985" y="7340"/>
                  </a:lnTo>
                  <a:lnTo>
                    <a:pt x="787387" y="2311"/>
                  </a:lnTo>
                  <a:lnTo>
                    <a:pt x="776630" y="0"/>
                  </a:lnTo>
                  <a:lnTo>
                    <a:pt x="765657" y="965"/>
                  </a:lnTo>
                  <a:lnTo>
                    <a:pt x="756500" y="4914"/>
                  </a:lnTo>
                  <a:lnTo>
                    <a:pt x="750112" y="11201"/>
                  </a:lnTo>
                  <a:lnTo>
                    <a:pt x="747420" y="19215"/>
                  </a:lnTo>
                  <a:lnTo>
                    <a:pt x="749109" y="27508"/>
                  </a:lnTo>
                  <a:lnTo>
                    <a:pt x="754684" y="34531"/>
                  </a:lnTo>
                  <a:lnTo>
                    <a:pt x="763282" y="39560"/>
                  </a:lnTo>
                  <a:lnTo>
                    <a:pt x="774039" y="41884"/>
                  </a:lnTo>
                  <a:lnTo>
                    <a:pt x="785012" y="40894"/>
                  </a:lnTo>
                  <a:lnTo>
                    <a:pt x="794169" y="36957"/>
                  </a:lnTo>
                  <a:lnTo>
                    <a:pt x="800557" y="30670"/>
                  </a:lnTo>
                  <a:lnTo>
                    <a:pt x="803262" y="22656"/>
                  </a:lnTo>
                  <a:close/>
                </a:path>
                <a:path w="1790065" h="1146175">
                  <a:moveTo>
                    <a:pt x="878395" y="63855"/>
                  </a:moveTo>
                  <a:lnTo>
                    <a:pt x="844804" y="36347"/>
                  </a:lnTo>
                  <a:lnTo>
                    <a:pt x="835139" y="38760"/>
                  </a:lnTo>
                  <a:lnTo>
                    <a:pt x="827811" y="43916"/>
                  </a:lnTo>
                  <a:lnTo>
                    <a:pt x="823849" y="51396"/>
                  </a:lnTo>
                  <a:lnTo>
                    <a:pt x="824179" y="59842"/>
                  </a:lnTo>
                  <a:lnTo>
                    <a:pt x="828535" y="67678"/>
                  </a:lnTo>
                  <a:lnTo>
                    <a:pt x="836206" y="74041"/>
                  </a:lnTo>
                  <a:lnTo>
                    <a:pt x="846442" y="78079"/>
                  </a:lnTo>
                  <a:lnTo>
                    <a:pt x="857427" y="78892"/>
                  </a:lnTo>
                  <a:lnTo>
                    <a:pt x="867105" y="76492"/>
                  </a:lnTo>
                  <a:lnTo>
                    <a:pt x="874433" y="71323"/>
                  </a:lnTo>
                  <a:lnTo>
                    <a:pt x="878395" y="63855"/>
                  </a:lnTo>
                  <a:close/>
                </a:path>
                <a:path w="1790065" h="1146175">
                  <a:moveTo>
                    <a:pt x="963472" y="119659"/>
                  </a:moveTo>
                  <a:lnTo>
                    <a:pt x="929881" y="92151"/>
                  </a:lnTo>
                  <a:lnTo>
                    <a:pt x="920216" y="94551"/>
                  </a:lnTo>
                  <a:lnTo>
                    <a:pt x="912888" y="99720"/>
                  </a:lnTo>
                  <a:lnTo>
                    <a:pt x="908926" y="107188"/>
                  </a:lnTo>
                  <a:lnTo>
                    <a:pt x="909256" y="115646"/>
                  </a:lnTo>
                  <a:lnTo>
                    <a:pt x="913612" y="123482"/>
                  </a:lnTo>
                  <a:lnTo>
                    <a:pt x="921283" y="129844"/>
                  </a:lnTo>
                  <a:lnTo>
                    <a:pt x="931519" y="133870"/>
                  </a:lnTo>
                  <a:lnTo>
                    <a:pt x="942505" y="134696"/>
                  </a:lnTo>
                  <a:lnTo>
                    <a:pt x="952169" y="132283"/>
                  </a:lnTo>
                  <a:lnTo>
                    <a:pt x="959510" y="127127"/>
                  </a:lnTo>
                  <a:lnTo>
                    <a:pt x="963472" y="119659"/>
                  </a:lnTo>
                  <a:close/>
                </a:path>
                <a:path w="1790065" h="1146175">
                  <a:moveTo>
                    <a:pt x="1051128" y="170014"/>
                  </a:moveTo>
                  <a:lnTo>
                    <a:pt x="1017549" y="142506"/>
                  </a:lnTo>
                  <a:lnTo>
                    <a:pt x="1007872" y="144907"/>
                  </a:lnTo>
                  <a:lnTo>
                    <a:pt x="1000544" y="150075"/>
                  </a:lnTo>
                  <a:lnTo>
                    <a:pt x="996594" y="157556"/>
                  </a:lnTo>
                  <a:lnTo>
                    <a:pt x="996911" y="166001"/>
                  </a:lnTo>
                  <a:lnTo>
                    <a:pt x="1001280" y="173837"/>
                  </a:lnTo>
                  <a:lnTo>
                    <a:pt x="1008938" y="180200"/>
                  </a:lnTo>
                  <a:lnTo>
                    <a:pt x="1019187" y="184226"/>
                  </a:lnTo>
                  <a:lnTo>
                    <a:pt x="1030173" y="185051"/>
                  </a:lnTo>
                  <a:lnTo>
                    <a:pt x="1039837" y="182651"/>
                  </a:lnTo>
                  <a:lnTo>
                    <a:pt x="1047165" y="177482"/>
                  </a:lnTo>
                  <a:lnTo>
                    <a:pt x="1051128" y="170014"/>
                  </a:lnTo>
                  <a:close/>
                </a:path>
                <a:path w="1790065" h="1146175">
                  <a:moveTo>
                    <a:pt x="1147229" y="222072"/>
                  </a:moveTo>
                  <a:lnTo>
                    <a:pt x="1113637" y="194576"/>
                  </a:lnTo>
                  <a:lnTo>
                    <a:pt x="1103972" y="196977"/>
                  </a:lnTo>
                  <a:lnTo>
                    <a:pt x="1096645" y="202145"/>
                  </a:lnTo>
                  <a:lnTo>
                    <a:pt x="1092682" y="209613"/>
                  </a:lnTo>
                  <a:lnTo>
                    <a:pt x="1093012" y="218071"/>
                  </a:lnTo>
                  <a:lnTo>
                    <a:pt x="1097368" y="225907"/>
                  </a:lnTo>
                  <a:lnTo>
                    <a:pt x="1105039" y="232270"/>
                  </a:lnTo>
                  <a:lnTo>
                    <a:pt x="1115275" y="236296"/>
                  </a:lnTo>
                  <a:lnTo>
                    <a:pt x="1126261" y="237109"/>
                  </a:lnTo>
                  <a:lnTo>
                    <a:pt x="1135938" y="234708"/>
                  </a:lnTo>
                  <a:lnTo>
                    <a:pt x="1143266" y="229539"/>
                  </a:lnTo>
                  <a:lnTo>
                    <a:pt x="1147229" y="222072"/>
                  </a:lnTo>
                  <a:close/>
                </a:path>
                <a:path w="1790065" h="1146175">
                  <a:moveTo>
                    <a:pt x="1234871" y="269633"/>
                  </a:moveTo>
                  <a:lnTo>
                    <a:pt x="1201293" y="242125"/>
                  </a:lnTo>
                  <a:lnTo>
                    <a:pt x="1191615" y="244525"/>
                  </a:lnTo>
                  <a:lnTo>
                    <a:pt x="1184287" y="249694"/>
                  </a:lnTo>
                  <a:lnTo>
                    <a:pt x="1180325" y="257162"/>
                  </a:lnTo>
                  <a:lnTo>
                    <a:pt x="1180655" y="265620"/>
                  </a:lnTo>
                  <a:lnTo>
                    <a:pt x="1185011" y="273456"/>
                  </a:lnTo>
                  <a:lnTo>
                    <a:pt x="1192682" y="279819"/>
                  </a:lnTo>
                  <a:lnTo>
                    <a:pt x="1202931" y="283845"/>
                  </a:lnTo>
                  <a:lnTo>
                    <a:pt x="1213904" y="284670"/>
                  </a:lnTo>
                  <a:lnTo>
                    <a:pt x="1223581" y="282257"/>
                  </a:lnTo>
                  <a:lnTo>
                    <a:pt x="1230909" y="277101"/>
                  </a:lnTo>
                  <a:lnTo>
                    <a:pt x="1234871" y="269633"/>
                  </a:lnTo>
                  <a:close/>
                </a:path>
                <a:path w="1790065" h="1146175">
                  <a:moveTo>
                    <a:pt x="1326718" y="311581"/>
                  </a:moveTo>
                  <a:lnTo>
                    <a:pt x="1293126" y="284086"/>
                  </a:lnTo>
                  <a:lnTo>
                    <a:pt x="1283462" y="286486"/>
                  </a:lnTo>
                  <a:lnTo>
                    <a:pt x="1276134" y="291655"/>
                  </a:lnTo>
                  <a:lnTo>
                    <a:pt x="1272171" y="299123"/>
                  </a:lnTo>
                  <a:lnTo>
                    <a:pt x="1272501" y="307581"/>
                  </a:lnTo>
                  <a:lnTo>
                    <a:pt x="1276858" y="315417"/>
                  </a:lnTo>
                  <a:lnTo>
                    <a:pt x="1284528" y="321779"/>
                  </a:lnTo>
                  <a:lnTo>
                    <a:pt x="1294765" y="325805"/>
                  </a:lnTo>
                  <a:lnTo>
                    <a:pt x="1305750" y="326631"/>
                  </a:lnTo>
                  <a:lnTo>
                    <a:pt x="1315415" y="324218"/>
                  </a:lnTo>
                  <a:lnTo>
                    <a:pt x="1322755" y="319062"/>
                  </a:lnTo>
                  <a:lnTo>
                    <a:pt x="1326718" y="311581"/>
                  </a:lnTo>
                  <a:close/>
                </a:path>
                <a:path w="1790065" h="1146175">
                  <a:moveTo>
                    <a:pt x="1503172" y="849376"/>
                  </a:moveTo>
                  <a:lnTo>
                    <a:pt x="1457147" y="849376"/>
                  </a:lnTo>
                  <a:lnTo>
                    <a:pt x="1457147" y="1146175"/>
                  </a:lnTo>
                  <a:lnTo>
                    <a:pt x="1503172" y="1146175"/>
                  </a:lnTo>
                  <a:lnTo>
                    <a:pt x="1503172" y="849376"/>
                  </a:lnTo>
                  <a:close/>
                </a:path>
                <a:path w="1790065" h="1146175">
                  <a:moveTo>
                    <a:pt x="1789544" y="865200"/>
                  </a:moveTo>
                  <a:lnTo>
                    <a:pt x="1749132" y="865200"/>
                  </a:lnTo>
                  <a:lnTo>
                    <a:pt x="1749132" y="1125893"/>
                  </a:lnTo>
                  <a:lnTo>
                    <a:pt x="1789544" y="1125893"/>
                  </a:lnTo>
                  <a:lnTo>
                    <a:pt x="1789544" y="865200"/>
                  </a:lnTo>
                  <a:close/>
                </a:path>
              </a:pathLst>
            </a:custGeom>
            <a:solidFill>
              <a:srgbClr val="EBED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" name="object 525" descr=""/>
            <p:cNvSpPr/>
            <p:nvPr/>
          </p:nvSpPr>
          <p:spPr>
            <a:xfrm>
              <a:off x="17324111" y="6646583"/>
              <a:ext cx="40640" cy="260985"/>
            </a:xfrm>
            <a:custGeom>
              <a:avLst/>
              <a:gdLst/>
              <a:ahLst/>
              <a:cxnLst/>
              <a:rect l="l" t="t" r="r" b="b"/>
              <a:pathLst>
                <a:path w="40640" h="260984">
                  <a:moveTo>
                    <a:pt x="40417" y="0"/>
                  </a:moveTo>
                  <a:lnTo>
                    <a:pt x="0" y="0"/>
                  </a:lnTo>
                  <a:lnTo>
                    <a:pt x="0" y="260693"/>
                  </a:lnTo>
                  <a:lnTo>
                    <a:pt x="40417" y="260693"/>
                  </a:lnTo>
                  <a:lnTo>
                    <a:pt x="40417" y="0"/>
                  </a:lnTo>
                  <a:close/>
                </a:path>
              </a:pathLst>
            </a:custGeom>
            <a:solidFill>
              <a:srgbClr val="0F171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" name="object 526" descr=""/>
            <p:cNvSpPr/>
            <p:nvPr/>
          </p:nvSpPr>
          <p:spPr>
            <a:xfrm>
              <a:off x="17963778" y="6660299"/>
              <a:ext cx="40640" cy="260985"/>
            </a:xfrm>
            <a:custGeom>
              <a:avLst/>
              <a:gdLst/>
              <a:ahLst/>
              <a:cxnLst/>
              <a:rect l="l" t="t" r="r" b="b"/>
              <a:pathLst>
                <a:path w="40640" h="260984">
                  <a:moveTo>
                    <a:pt x="40417" y="0"/>
                  </a:moveTo>
                  <a:lnTo>
                    <a:pt x="0" y="0"/>
                  </a:lnTo>
                  <a:lnTo>
                    <a:pt x="0" y="260693"/>
                  </a:lnTo>
                  <a:lnTo>
                    <a:pt x="40417" y="260693"/>
                  </a:lnTo>
                  <a:lnTo>
                    <a:pt x="40417" y="0"/>
                  </a:lnTo>
                  <a:close/>
                </a:path>
              </a:pathLst>
            </a:custGeom>
            <a:solidFill>
              <a:srgbClr val="EBED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" name="object 527" descr=""/>
            <p:cNvSpPr/>
            <p:nvPr/>
          </p:nvSpPr>
          <p:spPr>
            <a:xfrm>
              <a:off x="17963778" y="6660299"/>
              <a:ext cx="40640" cy="260985"/>
            </a:xfrm>
            <a:custGeom>
              <a:avLst/>
              <a:gdLst/>
              <a:ahLst/>
              <a:cxnLst/>
              <a:rect l="l" t="t" r="r" b="b"/>
              <a:pathLst>
                <a:path w="40640" h="260984">
                  <a:moveTo>
                    <a:pt x="40417" y="0"/>
                  </a:moveTo>
                  <a:lnTo>
                    <a:pt x="0" y="0"/>
                  </a:lnTo>
                  <a:lnTo>
                    <a:pt x="0" y="260693"/>
                  </a:lnTo>
                  <a:lnTo>
                    <a:pt x="40417" y="260693"/>
                  </a:lnTo>
                  <a:lnTo>
                    <a:pt x="40417" y="0"/>
                  </a:lnTo>
                  <a:close/>
                </a:path>
              </a:pathLst>
            </a:custGeom>
            <a:solidFill>
              <a:srgbClr val="0F171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" name="object 528" descr=""/>
            <p:cNvSpPr/>
            <p:nvPr/>
          </p:nvSpPr>
          <p:spPr>
            <a:xfrm>
              <a:off x="18586638" y="6671556"/>
              <a:ext cx="40640" cy="260985"/>
            </a:xfrm>
            <a:custGeom>
              <a:avLst/>
              <a:gdLst/>
              <a:ahLst/>
              <a:cxnLst/>
              <a:rect l="l" t="t" r="r" b="b"/>
              <a:pathLst>
                <a:path w="40640" h="260984">
                  <a:moveTo>
                    <a:pt x="40417" y="0"/>
                  </a:moveTo>
                  <a:lnTo>
                    <a:pt x="0" y="0"/>
                  </a:lnTo>
                  <a:lnTo>
                    <a:pt x="0" y="260693"/>
                  </a:lnTo>
                  <a:lnTo>
                    <a:pt x="40417" y="260693"/>
                  </a:lnTo>
                  <a:lnTo>
                    <a:pt x="40417" y="0"/>
                  </a:lnTo>
                  <a:close/>
                </a:path>
              </a:pathLst>
            </a:custGeom>
            <a:solidFill>
              <a:srgbClr val="EBED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" name="object 529" descr=""/>
            <p:cNvSpPr/>
            <p:nvPr/>
          </p:nvSpPr>
          <p:spPr>
            <a:xfrm>
              <a:off x="18586638" y="6671556"/>
              <a:ext cx="40640" cy="260985"/>
            </a:xfrm>
            <a:custGeom>
              <a:avLst/>
              <a:gdLst/>
              <a:ahLst/>
              <a:cxnLst/>
              <a:rect l="l" t="t" r="r" b="b"/>
              <a:pathLst>
                <a:path w="40640" h="260984">
                  <a:moveTo>
                    <a:pt x="40417" y="0"/>
                  </a:moveTo>
                  <a:lnTo>
                    <a:pt x="0" y="0"/>
                  </a:lnTo>
                  <a:lnTo>
                    <a:pt x="0" y="260693"/>
                  </a:lnTo>
                  <a:lnTo>
                    <a:pt x="40417" y="260693"/>
                  </a:lnTo>
                  <a:lnTo>
                    <a:pt x="40417" y="0"/>
                  </a:lnTo>
                  <a:close/>
                </a:path>
              </a:pathLst>
            </a:custGeom>
            <a:solidFill>
              <a:srgbClr val="0F171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" name="object 530" descr=""/>
            <p:cNvSpPr/>
            <p:nvPr/>
          </p:nvSpPr>
          <p:spPr>
            <a:xfrm>
              <a:off x="18926031" y="6671556"/>
              <a:ext cx="40640" cy="260985"/>
            </a:xfrm>
            <a:custGeom>
              <a:avLst/>
              <a:gdLst/>
              <a:ahLst/>
              <a:cxnLst/>
              <a:rect l="l" t="t" r="r" b="b"/>
              <a:pathLst>
                <a:path w="40640" h="260984">
                  <a:moveTo>
                    <a:pt x="40417" y="0"/>
                  </a:moveTo>
                  <a:lnTo>
                    <a:pt x="0" y="0"/>
                  </a:lnTo>
                  <a:lnTo>
                    <a:pt x="0" y="260693"/>
                  </a:lnTo>
                  <a:lnTo>
                    <a:pt x="40417" y="260693"/>
                  </a:lnTo>
                  <a:lnTo>
                    <a:pt x="40417" y="0"/>
                  </a:lnTo>
                  <a:close/>
                </a:path>
              </a:pathLst>
            </a:custGeom>
            <a:solidFill>
              <a:srgbClr val="EBED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" name="object 531" descr=""/>
            <p:cNvSpPr/>
            <p:nvPr/>
          </p:nvSpPr>
          <p:spPr>
            <a:xfrm>
              <a:off x="18926031" y="6671556"/>
              <a:ext cx="40640" cy="260985"/>
            </a:xfrm>
            <a:custGeom>
              <a:avLst/>
              <a:gdLst/>
              <a:ahLst/>
              <a:cxnLst/>
              <a:rect l="l" t="t" r="r" b="b"/>
              <a:pathLst>
                <a:path w="40640" h="260984">
                  <a:moveTo>
                    <a:pt x="40417" y="0"/>
                  </a:moveTo>
                  <a:lnTo>
                    <a:pt x="0" y="0"/>
                  </a:lnTo>
                  <a:lnTo>
                    <a:pt x="0" y="260693"/>
                  </a:lnTo>
                  <a:lnTo>
                    <a:pt x="40417" y="260693"/>
                  </a:lnTo>
                  <a:lnTo>
                    <a:pt x="40417" y="0"/>
                  </a:lnTo>
                  <a:close/>
                </a:path>
              </a:pathLst>
            </a:custGeom>
            <a:solidFill>
              <a:srgbClr val="0F1713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532" name="object 532" descr=""/>
          <p:cNvPicPr/>
          <p:nvPr/>
        </p:nvPicPr>
        <p:blipFill>
          <a:blip r:embed="rId92" cstate="print"/>
          <a:stretch>
            <a:fillRect/>
          </a:stretch>
        </p:blipFill>
        <p:spPr>
          <a:xfrm>
            <a:off x="18448346" y="8612729"/>
            <a:ext cx="161272" cy="176000"/>
          </a:xfrm>
          <a:prstGeom prst="rect">
            <a:avLst/>
          </a:prstGeom>
        </p:spPr>
      </p:pic>
      <p:pic>
        <p:nvPicPr>
          <p:cNvPr id="533" name="object 533" descr=""/>
          <p:cNvPicPr/>
          <p:nvPr/>
        </p:nvPicPr>
        <p:blipFill>
          <a:blip r:embed="rId93" cstate="print"/>
          <a:stretch>
            <a:fillRect/>
          </a:stretch>
        </p:blipFill>
        <p:spPr>
          <a:xfrm>
            <a:off x="16310230" y="8622174"/>
            <a:ext cx="128645" cy="167504"/>
          </a:xfrm>
          <a:prstGeom prst="rect">
            <a:avLst/>
          </a:prstGeom>
        </p:spPr>
      </p:pic>
      <p:pic>
        <p:nvPicPr>
          <p:cNvPr id="534" name="object 534" descr=""/>
          <p:cNvPicPr/>
          <p:nvPr/>
        </p:nvPicPr>
        <p:blipFill>
          <a:blip r:embed="rId94" cstate="print"/>
          <a:stretch>
            <a:fillRect/>
          </a:stretch>
        </p:blipFill>
        <p:spPr>
          <a:xfrm>
            <a:off x="18936537" y="8688651"/>
            <a:ext cx="110840" cy="121692"/>
          </a:xfrm>
          <a:prstGeom prst="rect">
            <a:avLst/>
          </a:prstGeom>
        </p:spPr>
      </p:pic>
      <p:grpSp>
        <p:nvGrpSpPr>
          <p:cNvPr id="535" name="object 535" descr=""/>
          <p:cNvGrpSpPr/>
          <p:nvPr/>
        </p:nvGrpSpPr>
        <p:grpSpPr>
          <a:xfrm>
            <a:off x="17144672" y="8514083"/>
            <a:ext cx="510540" cy="231775"/>
            <a:chOff x="17144672" y="8514083"/>
            <a:chExt cx="510540" cy="231775"/>
          </a:xfrm>
        </p:grpSpPr>
        <p:pic>
          <p:nvPicPr>
            <p:cNvPr id="536" name="object 536" descr=""/>
            <p:cNvPicPr/>
            <p:nvPr/>
          </p:nvPicPr>
          <p:blipFill>
            <a:blip r:embed="rId95" cstate="print"/>
            <a:stretch>
              <a:fillRect/>
            </a:stretch>
          </p:blipFill>
          <p:spPr>
            <a:xfrm>
              <a:off x="17348030" y="8514083"/>
              <a:ext cx="65534" cy="85536"/>
            </a:xfrm>
            <a:prstGeom prst="rect">
              <a:avLst/>
            </a:prstGeom>
          </p:spPr>
        </p:pic>
        <p:sp>
          <p:nvSpPr>
            <p:cNvPr id="537" name="object 537" descr=""/>
            <p:cNvSpPr/>
            <p:nvPr/>
          </p:nvSpPr>
          <p:spPr>
            <a:xfrm>
              <a:off x="17144672" y="8580746"/>
              <a:ext cx="508634" cy="130810"/>
            </a:xfrm>
            <a:custGeom>
              <a:avLst/>
              <a:gdLst/>
              <a:ahLst/>
              <a:cxnLst/>
              <a:rect l="l" t="t" r="r" b="b"/>
              <a:pathLst>
                <a:path w="508634" h="130809">
                  <a:moveTo>
                    <a:pt x="242777" y="0"/>
                  </a:moveTo>
                  <a:lnTo>
                    <a:pt x="190330" y="33862"/>
                  </a:lnTo>
                  <a:lnTo>
                    <a:pt x="148385" y="53961"/>
                  </a:lnTo>
                  <a:lnTo>
                    <a:pt x="104748" y="72129"/>
                  </a:lnTo>
                  <a:lnTo>
                    <a:pt x="63757" y="87536"/>
                  </a:lnTo>
                  <a:lnTo>
                    <a:pt x="0" y="109043"/>
                  </a:lnTo>
                  <a:lnTo>
                    <a:pt x="9913" y="110567"/>
                  </a:lnTo>
                  <a:lnTo>
                    <a:pt x="27827" y="112170"/>
                  </a:lnTo>
                  <a:lnTo>
                    <a:pt x="52639" y="113830"/>
                  </a:lnTo>
                  <a:lnTo>
                    <a:pt x="131966" y="117803"/>
                  </a:lnTo>
                  <a:lnTo>
                    <a:pt x="508424" y="130592"/>
                  </a:lnTo>
                  <a:lnTo>
                    <a:pt x="493535" y="127124"/>
                  </a:lnTo>
                  <a:lnTo>
                    <a:pt x="477646" y="122365"/>
                  </a:lnTo>
                  <a:lnTo>
                    <a:pt x="460950" y="116471"/>
                  </a:lnTo>
                  <a:lnTo>
                    <a:pt x="443640" y="109598"/>
                  </a:lnTo>
                  <a:lnTo>
                    <a:pt x="369042" y="74058"/>
                  </a:lnTo>
                  <a:lnTo>
                    <a:pt x="324721" y="49707"/>
                  </a:lnTo>
                  <a:lnTo>
                    <a:pt x="286736" y="27410"/>
                  </a:lnTo>
                  <a:lnTo>
                    <a:pt x="248568" y="3821"/>
                  </a:lnTo>
                  <a:lnTo>
                    <a:pt x="242777" y="0"/>
                  </a:lnTo>
                  <a:close/>
                </a:path>
              </a:pathLst>
            </a:custGeom>
            <a:solidFill>
              <a:srgbClr val="CCE8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" name="object 538" descr=""/>
            <p:cNvSpPr/>
            <p:nvPr/>
          </p:nvSpPr>
          <p:spPr>
            <a:xfrm>
              <a:off x="17146519" y="8615193"/>
              <a:ext cx="508634" cy="130810"/>
            </a:xfrm>
            <a:custGeom>
              <a:avLst/>
              <a:gdLst/>
              <a:ahLst/>
              <a:cxnLst/>
              <a:rect l="l" t="t" r="r" b="b"/>
              <a:pathLst>
                <a:path w="508634" h="130809">
                  <a:moveTo>
                    <a:pt x="242788" y="0"/>
                  </a:moveTo>
                  <a:lnTo>
                    <a:pt x="204562" y="31836"/>
                  </a:lnTo>
                  <a:lnTo>
                    <a:pt x="166530" y="53804"/>
                  </a:lnTo>
                  <a:lnTo>
                    <a:pt x="105929" y="76126"/>
                  </a:lnTo>
                  <a:lnTo>
                    <a:pt x="0" y="109022"/>
                  </a:lnTo>
                  <a:lnTo>
                    <a:pt x="25714" y="114113"/>
                  </a:lnTo>
                  <a:lnTo>
                    <a:pt x="87247" y="118056"/>
                  </a:lnTo>
                  <a:lnTo>
                    <a:pt x="232265" y="122875"/>
                  </a:lnTo>
                  <a:lnTo>
                    <a:pt x="508434" y="130592"/>
                  </a:lnTo>
                  <a:lnTo>
                    <a:pt x="451398" y="118386"/>
                  </a:lnTo>
                  <a:lnTo>
                    <a:pt x="404715" y="100714"/>
                  </a:lnTo>
                  <a:lnTo>
                    <a:pt x="343480" y="65333"/>
                  </a:lnTo>
                  <a:lnTo>
                    <a:pt x="242788" y="0"/>
                  </a:lnTo>
                  <a:close/>
                </a:path>
              </a:pathLst>
            </a:custGeom>
            <a:solidFill>
              <a:srgbClr val="066B3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39" name="object 539" descr=""/>
          <p:cNvSpPr/>
          <p:nvPr/>
        </p:nvSpPr>
        <p:spPr>
          <a:xfrm>
            <a:off x="16157283" y="9241846"/>
            <a:ext cx="45085" cy="694690"/>
          </a:xfrm>
          <a:custGeom>
            <a:avLst/>
            <a:gdLst/>
            <a:ahLst/>
            <a:cxnLst/>
            <a:rect l="l" t="t" r="r" b="b"/>
            <a:pathLst>
              <a:path w="45084" h="694690">
                <a:moveTo>
                  <a:pt x="44831" y="0"/>
                </a:moveTo>
                <a:lnTo>
                  <a:pt x="0" y="0"/>
                </a:lnTo>
                <a:lnTo>
                  <a:pt x="0" y="685800"/>
                </a:lnTo>
                <a:lnTo>
                  <a:pt x="0" y="694690"/>
                </a:lnTo>
                <a:lnTo>
                  <a:pt x="44831" y="694690"/>
                </a:lnTo>
                <a:lnTo>
                  <a:pt x="44831" y="685800"/>
                </a:lnTo>
                <a:lnTo>
                  <a:pt x="44831" y="0"/>
                </a:lnTo>
                <a:close/>
              </a:path>
            </a:pathLst>
          </a:custGeom>
          <a:solidFill>
            <a:srgbClr val="066B39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40" name="object 540" descr=""/>
          <p:cNvGrpSpPr/>
          <p:nvPr/>
        </p:nvGrpSpPr>
        <p:grpSpPr>
          <a:xfrm>
            <a:off x="15905652" y="9177075"/>
            <a:ext cx="3146425" cy="868680"/>
            <a:chOff x="15905652" y="9177075"/>
            <a:chExt cx="3146425" cy="868680"/>
          </a:xfrm>
        </p:grpSpPr>
        <p:sp>
          <p:nvSpPr>
            <p:cNvPr id="541" name="object 541" descr=""/>
            <p:cNvSpPr/>
            <p:nvPr/>
          </p:nvSpPr>
          <p:spPr>
            <a:xfrm>
              <a:off x="16157284" y="9177076"/>
              <a:ext cx="519430" cy="750570"/>
            </a:xfrm>
            <a:custGeom>
              <a:avLst/>
              <a:gdLst/>
              <a:ahLst/>
              <a:cxnLst/>
              <a:rect l="l" t="t" r="r" b="b"/>
              <a:pathLst>
                <a:path w="519430" h="750570">
                  <a:moveTo>
                    <a:pt x="518871" y="0"/>
                  </a:moveTo>
                  <a:lnTo>
                    <a:pt x="0" y="0"/>
                  </a:lnTo>
                  <a:lnTo>
                    <a:pt x="0" y="64770"/>
                  </a:lnTo>
                  <a:lnTo>
                    <a:pt x="467537" y="64770"/>
                  </a:lnTo>
                  <a:lnTo>
                    <a:pt x="467537" y="750570"/>
                  </a:lnTo>
                  <a:lnTo>
                    <a:pt x="518871" y="750570"/>
                  </a:lnTo>
                  <a:lnTo>
                    <a:pt x="518871" y="64770"/>
                  </a:lnTo>
                  <a:lnTo>
                    <a:pt x="518871" y="0"/>
                  </a:lnTo>
                  <a:close/>
                </a:path>
              </a:pathLst>
            </a:custGeom>
            <a:solidFill>
              <a:srgbClr val="066B3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" name="object 542" descr=""/>
            <p:cNvSpPr/>
            <p:nvPr/>
          </p:nvSpPr>
          <p:spPr>
            <a:xfrm>
              <a:off x="15905661" y="9580326"/>
              <a:ext cx="3146425" cy="465455"/>
            </a:xfrm>
            <a:custGeom>
              <a:avLst/>
              <a:gdLst/>
              <a:ahLst/>
              <a:cxnLst/>
              <a:rect l="l" t="t" r="r" b="b"/>
              <a:pathLst>
                <a:path w="3146425" h="465454">
                  <a:moveTo>
                    <a:pt x="3146103" y="0"/>
                  </a:moveTo>
                  <a:lnTo>
                    <a:pt x="770510" y="0"/>
                  </a:lnTo>
                  <a:lnTo>
                    <a:pt x="770510" y="346879"/>
                  </a:lnTo>
                  <a:lnTo>
                    <a:pt x="708292" y="346879"/>
                  </a:lnTo>
                  <a:lnTo>
                    <a:pt x="708292" y="0"/>
                  </a:lnTo>
                  <a:lnTo>
                    <a:pt x="308273" y="0"/>
                  </a:lnTo>
                  <a:lnTo>
                    <a:pt x="314828" y="346879"/>
                  </a:lnTo>
                  <a:lnTo>
                    <a:pt x="231144" y="346879"/>
                  </a:lnTo>
                  <a:lnTo>
                    <a:pt x="231144" y="0"/>
                  </a:lnTo>
                  <a:lnTo>
                    <a:pt x="0" y="0"/>
                  </a:lnTo>
                  <a:lnTo>
                    <a:pt x="0" y="464991"/>
                  </a:lnTo>
                  <a:lnTo>
                    <a:pt x="3146103" y="464991"/>
                  </a:lnTo>
                  <a:lnTo>
                    <a:pt x="3146103" y="0"/>
                  </a:lnTo>
                  <a:close/>
                </a:path>
              </a:pathLst>
            </a:custGeom>
            <a:solidFill>
              <a:srgbClr val="036F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" name="object 543" descr=""/>
            <p:cNvSpPr/>
            <p:nvPr/>
          </p:nvSpPr>
          <p:spPr>
            <a:xfrm>
              <a:off x="15905646" y="9614020"/>
              <a:ext cx="3146425" cy="102235"/>
            </a:xfrm>
            <a:custGeom>
              <a:avLst/>
              <a:gdLst/>
              <a:ahLst/>
              <a:cxnLst/>
              <a:rect l="l" t="t" r="r" b="b"/>
              <a:pathLst>
                <a:path w="3146425" h="102234">
                  <a:moveTo>
                    <a:pt x="193319" y="0"/>
                  </a:moveTo>
                  <a:lnTo>
                    <a:pt x="0" y="0"/>
                  </a:lnTo>
                  <a:lnTo>
                    <a:pt x="0" y="101866"/>
                  </a:lnTo>
                  <a:lnTo>
                    <a:pt x="193319" y="101866"/>
                  </a:lnTo>
                  <a:lnTo>
                    <a:pt x="193319" y="0"/>
                  </a:lnTo>
                  <a:close/>
                </a:path>
                <a:path w="3146425" h="102234">
                  <a:moveTo>
                    <a:pt x="1542491" y="0"/>
                  </a:moveTo>
                  <a:lnTo>
                    <a:pt x="828840" y="0"/>
                  </a:lnTo>
                  <a:lnTo>
                    <a:pt x="828840" y="101866"/>
                  </a:lnTo>
                  <a:lnTo>
                    <a:pt x="1542491" y="101866"/>
                  </a:lnTo>
                  <a:lnTo>
                    <a:pt x="1542491" y="0"/>
                  </a:lnTo>
                  <a:close/>
                </a:path>
                <a:path w="3146425" h="102234">
                  <a:moveTo>
                    <a:pt x="2201291" y="0"/>
                  </a:moveTo>
                  <a:lnTo>
                    <a:pt x="1600784" y="0"/>
                  </a:lnTo>
                  <a:lnTo>
                    <a:pt x="1600784" y="101866"/>
                  </a:lnTo>
                  <a:lnTo>
                    <a:pt x="2201291" y="101866"/>
                  </a:lnTo>
                  <a:lnTo>
                    <a:pt x="2201291" y="0"/>
                  </a:lnTo>
                  <a:close/>
                </a:path>
                <a:path w="3146425" h="102234">
                  <a:moveTo>
                    <a:pt x="2825115" y="0"/>
                  </a:moveTo>
                  <a:lnTo>
                    <a:pt x="2259596" y="0"/>
                  </a:lnTo>
                  <a:lnTo>
                    <a:pt x="2259596" y="101866"/>
                  </a:lnTo>
                  <a:lnTo>
                    <a:pt x="2825115" y="101866"/>
                  </a:lnTo>
                  <a:lnTo>
                    <a:pt x="2825115" y="0"/>
                  </a:lnTo>
                  <a:close/>
                </a:path>
                <a:path w="3146425" h="102234">
                  <a:moveTo>
                    <a:pt x="3146120" y="0"/>
                  </a:moveTo>
                  <a:lnTo>
                    <a:pt x="2883420" y="0"/>
                  </a:lnTo>
                  <a:lnTo>
                    <a:pt x="2883420" y="101866"/>
                  </a:lnTo>
                  <a:lnTo>
                    <a:pt x="3146120" y="101866"/>
                  </a:lnTo>
                  <a:lnTo>
                    <a:pt x="3146120" y="0"/>
                  </a:lnTo>
                  <a:close/>
                </a:path>
              </a:pathLst>
            </a:custGeom>
            <a:solidFill>
              <a:srgbClr val="20284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44" name="object 544" descr=""/>
          <p:cNvSpPr/>
          <p:nvPr/>
        </p:nvSpPr>
        <p:spPr>
          <a:xfrm>
            <a:off x="15930801" y="8994720"/>
            <a:ext cx="168275" cy="125095"/>
          </a:xfrm>
          <a:custGeom>
            <a:avLst/>
            <a:gdLst/>
            <a:ahLst/>
            <a:cxnLst/>
            <a:rect l="l" t="t" r="r" b="b"/>
            <a:pathLst>
              <a:path w="168275" h="125095">
                <a:moveTo>
                  <a:pt x="0" y="125044"/>
                </a:moveTo>
                <a:lnTo>
                  <a:pt x="168174" y="125044"/>
                </a:lnTo>
                <a:lnTo>
                  <a:pt x="168174" y="0"/>
                </a:lnTo>
                <a:lnTo>
                  <a:pt x="0" y="0"/>
                </a:lnTo>
                <a:lnTo>
                  <a:pt x="0" y="125044"/>
                </a:lnTo>
                <a:close/>
              </a:path>
            </a:pathLst>
          </a:custGeom>
          <a:solidFill>
            <a:srgbClr val="EBEDF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5" name="object 545" descr=""/>
          <p:cNvSpPr/>
          <p:nvPr/>
        </p:nvSpPr>
        <p:spPr>
          <a:xfrm>
            <a:off x="16157288" y="8994720"/>
            <a:ext cx="519430" cy="125095"/>
          </a:xfrm>
          <a:custGeom>
            <a:avLst/>
            <a:gdLst/>
            <a:ahLst/>
            <a:cxnLst/>
            <a:rect l="l" t="t" r="r" b="b"/>
            <a:pathLst>
              <a:path w="519430" h="125095">
                <a:moveTo>
                  <a:pt x="0" y="125044"/>
                </a:moveTo>
                <a:lnTo>
                  <a:pt x="518874" y="125044"/>
                </a:lnTo>
                <a:lnTo>
                  <a:pt x="518874" y="0"/>
                </a:lnTo>
                <a:lnTo>
                  <a:pt x="0" y="0"/>
                </a:lnTo>
                <a:lnTo>
                  <a:pt x="0" y="125044"/>
                </a:lnTo>
                <a:close/>
              </a:path>
            </a:pathLst>
          </a:custGeom>
          <a:solidFill>
            <a:srgbClr val="EBEDF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6" name="object 546" descr=""/>
          <p:cNvSpPr/>
          <p:nvPr/>
        </p:nvSpPr>
        <p:spPr>
          <a:xfrm>
            <a:off x="16734485" y="8994720"/>
            <a:ext cx="713740" cy="125095"/>
          </a:xfrm>
          <a:custGeom>
            <a:avLst/>
            <a:gdLst/>
            <a:ahLst/>
            <a:cxnLst/>
            <a:rect l="l" t="t" r="r" b="b"/>
            <a:pathLst>
              <a:path w="713740" h="125095">
                <a:moveTo>
                  <a:pt x="0" y="125044"/>
                </a:moveTo>
                <a:lnTo>
                  <a:pt x="713653" y="125044"/>
                </a:lnTo>
                <a:lnTo>
                  <a:pt x="713653" y="0"/>
                </a:lnTo>
                <a:lnTo>
                  <a:pt x="0" y="0"/>
                </a:lnTo>
                <a:lnTo>
                  <a:pt x="0" y="125044"/>
                </a:lnTo>
                <a:close/>
              </a:path>
            </a:pathLst>
          </a:custGeom>
          <a:solidFill>
            <a:srgbClr val="EBEDF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7" name="object 547" descr=""/>
          <p:cNvSpPr/>
          <p:nvPr/>
        </p:nvSpPr>
        <p:spPr>
          <a:xfrm>
            <a:off x="17506441" y="8994720"/>
            <a:ext cx="600710" cy="125095"/>
          </a:xfrm>
          <a:custGeom>
            <a:avLst/>
            <a:gdLst/>
            <a:ahLst/>
            <a:cxnLst/>
            <a:rect l="l" t="t" r="r" b="b"/>
            <a:pathLst>
              <a:path w="600709" h="125095">
                <a:moveTo>
                  <a:pt x="0" y="125044"/>
                </a:moveTo>
                <a:lnTo>
                  <a:pt x="600505" y="125044"/>
                </a:lnTo>
                <a:lnTo>
                  <a:pt x="600505" y="0"/>
                </a:lnTo>
                <a:lnTo>
                  <a:pt x="0" y="0"/>
                </a:lnTo>
                <a:lnTo>
                  <a:pt x="0" y="125044"/>
                </a:lnTo>
                <a:close/>
              </a:path>
            </a:pathLst>
          </a:custGeom>
          <a:solidFill>
            <a:srgbClr val="EBEDF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8" name="object 548" descr=""/>
          <p:cNvSpPr/>
          <p:nvPr/>
        </p:nvSpPr>
        <p:spPr>
          <a:xfrm>
            <a:off x="18165247" y="8994720"/>
            <a:ext cx="565785" cy="125095"/>
          </a:xfrm>
          <a:custGeom>
            <a:avLst/>
            <a:gdLst/>
            <a:ahLst/>
            <a:cxnLst/>
            <a:rect l="l" t="t" r="r" b="b"/>
            <a:pathLst>
              <a:path w="565784" h="125095">
                <a:moveTo>
                  <a:pt x="0" y="125044"/>
                </a:moveTo>
                <a:lnTo>
                  <a:pt x="565522" y="125044"/>
                </a:lnTo>
                <a:lnTo>
                  <a:pt x="565522" y="0"/>
                </a:lnTo>
                <a:lnTo>
                  <a:pt x="0" y="0"/>
                </a:lnTo>
                <a:lnTo>
                  <a:pt x="0" y="125044"/>
                </a:lnTo>
                <a:close/>
              </a:path>
            </a:pathLst>
          </a:custGeom>
          <a:solidFill>
            <a:srgbClr val="EBEDF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9" name="object 549" descr=""/>
          <p:cNvSpPr/>
          <p:nvPr/>
        </p:nvSpPr>
        <p:spPr>
          <a:xfrm>
            <a:off x="18789071" y="8994720"/>
            <a:ext cx="224790" cy="125095"/>
          </a:xfrm>
          <a:custGeom>
            <a:avLst/>
            <a:gdLst/>
            <a:ahLst/>
            <a:cxnLst/>
            <a:rect l="l" t="t" r="r" b="b"/>
            <a:pathLst>
              <a:path w="224790" h="125095">
                <a:moveTo>
                  <a:pt x="0" y="125044"/>
                </a:moveTo>
                <a:lnTo>
                  <a:pt x="224462" y="125044"/>
                </a:lnTo>
                <a:lnTo>
                  <a:pt x="224462" y="0"/>
                </a:lnTo>
                <a:lnTo>
                  <a:pt x="0" y="0"/>
                </a:lnTo>
                <a:lnTo>
                  <a:pt x="0" y="125044"/>
                </a:lnTo>
                <a:close/>
              </a:path>
            </a:pathLst>
          </a:custGeom>
          <a:solidFill>
            <a:srgbClr val="EBEDF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0" name="object 550" descr=""/>
          <p:cNvSpPr/>
          <p:nvPr/>
        </p:nvSpPr>
        <p:spPr>
          <a:xfrm>
            <a:off x="15930801" y="9176915"/>
            <a:ext cx="168275" cy="403860"/>
          </a:xfrm>
          <a:custGeom>
            <a:avLst/>
            <a:gdLst/>
            <a:ahLst/>
            <a:cxnLst/>
            <a:rect l="l" t="t" r="r" b="b"/>
            <a:pathLst>
              <a:path w="168275" h="403859">
                <a:moveTo>
                  <a:pt x="0" y="403859"/>
                </a:moveTo>
                <a:lnTo>
                  <a:pt x="168174" y="403859"/>
                </a:lnTo>
                <a:lnTo>
                  <a:pt x="168174" y="0"/>
                </a:lnTo>
                <a:lnTo>
                  <a:pt x="0" y="0"/>
                </a:lnTo>
                <a:lnTo>
                  <a:pt x="0" y="403859"/>
                </a:lnTo>
                <a:close/>
              </a:path>
            </a:pathLst>
          </a:custGeom>
          <a:solidFill>
            <a:srgbClr val="066B3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1" name="object 551" descr=""/>
          <p:cNvSpPr/>
          <p:nvPr/>
        </p:nvSpPr>
        <p:spPr>
          <a:xfrm>
            <a:off x="16734485" y="9176915"/>
            <a:ext cx="713740" cy="403860"/>
          </a:xfrm>
          <a:custGeom>
            <a:avLst/>
            <a:gdLst/>
            <a:ahLst/>
            <a:cxnLst/>
            <a:rect l="l" t="t" r="r" b="b"/>
            <a:pathLst>
              <a:path w="713740" h="403859">
                <a:moveTo>
                  <a:pt x="0" y="403859"/>
                </a:moveTo>
                <a:lnTo>
                  <a:pt x="713653" y="403859"/>
                </a:lnTo>
                <a:lnTo>
                  <a:pt x="713653" y="0"/>
                </a:lnTo>
                <a:lnTo>
                  <a:pt x="0" y="0"/>
                </a:lnTo>
                <a:lnTo>
                  <a:pt x="0" y="403859"/>
                </a:lnTo>
                <a:close/>
              </a:path>
            </a:pathLst>
          </a:custGeom>
          <a:solidFill>
            <a:srgbClr val="066B3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2" name="object 552" descr=""/>
          <p:cNvSpPr/>
          <p:nvPr/>
        </p:nvSpPr>
        <p:spPr>
          <a:xfrm>
            <a:off x="17506441" y="9176915"/>
            <a:ext cx="600710" cy="403860"/>
          </a:xfrm>
          <a:custGeom>
            <a:avLst/>
            <a:gdLst/>
            <a:ahLst/>
            <a:cxnLst/>
            <a:rect l="l" t="t" r="r" b="b"/>
            <a:pathLst>
              <a:path w="600709" h="403859">
                <a:moveTo>
                  <a:pt x="0" y="403859"/>
                </a:moveTo>
                <a:lnTo>
                  <a:pt x="600505" y="403859"/>
                </a:lnTo>
                <a:lnTo>
                  <a:pt x="600505" y="0"/>
                </a:lnTo>
                <a:lnTo>
                  <a:pt x="0" y="0"/>
                </a:lnTo>
                <a:lnTo>
                  <a:pt x="0" y="403859"/>
                </a:lnTo>
                <a:close/>
              </a:path>
            </a:pathLst>
          </a:custGeom>
          <a:solidFill>
            <a:srgbClr val="066B3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3" name="object 553" descr=""/>
          <p:cNvSpPr/>
          <p:nvPr/>
        </p:nvSpPr>
        <p:spPr>
          <a:xfrm>
            <a:off x="18165247" y="9176915"/>
            <a:ext cx="565785" cy="403860"/>
          </a:xfrm>
          <a:custGeom>
            <a:avLst/>
            <a:gdLst/>
            <a:ahLst/>
            <a:cxnLst/>
            <a:rect l="l" t="t" r="r" b="b"/>
            <a:pathLst>
              <a:path w="565784" h="403859">
                <a:moveTo>
                  <a:pt x="0" y="403859"/>
                </a:moveTo>
                <a:lnTo>
                  <a:pt x="565522" y="403859"/>
                </a:lnTo>
                <a:lnTo>
                  <a:pt x="565522" y="0"/>
                </a:lnTo>
                <a:lnTo>
                  <a:pt x="0" y="0"/>
                </a:lnTo>
                <a:lnTo>
                  <a:pt x="0" y="403859"/>
                </a:lnTo>
                <a:close/>
              </a:path>
            </a:pathLst>
          </a:custGeom>
          <a:solidFill>
            <a:srgbClr val="066B3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4" name="object 554" descr=""/>
          <p:cNvSpPr/>
          <p:nvPr/>
        </p:nvSpPr>
        <p:spPr>
          <a:xfrm>
            <a:off x="18789071" y="9176915"/>
            <a:ext cx="224790" cy="403860"/>
          </a:xfrm>
          <a:custGeom>
            <a:avLst/>
            <a:gdLst/>
            <a:ahLst/>
            <a:cxnLst/>
            <a:rect l="l" t="t" r="r" b="b"/>
            <a:pathLst>
              <a:path w="224790" h="403859">
                <a:moveTo>
                  <a:pt x="0" y="403859"/>
                </a:moveTo>
                <a:lnTo>
                  <a:pt x="224462" y="403859"/>
                </a:lnTo>
                <a:lnTo>
                  <a:pt x="224462" y="0"/>
                </a:lnTo>
                <a:lnTo>
                  <a:pt x="0" y="0"/>
                </a:lnTo>
                <a:lnTo>
                  <a:pt x="0" y="403859"/>
                </a:lnTo>
                <a:close/>
              </a:path>
            </a:pathLst>
          </a:custGeom>
          <a:solidFill>
            <a:srgbClr val="066B3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5" name="object 555" descr=""/>
          <p:cNvSpPr/>
          <p:nvPr/>
        </p:nvSpPr>
        <p:spPr>
          <a:xfrm>
            <a:off x="15930801" y="9119765"/>
            <a:ext cx="168275" cy="57150"/>
          </a:xfrm>
          <a:custGeom>
            <a:avLst/>
            <a:gdLst/>
            <a:ahLst/>
            <a:cxnLst/>
            <a:rect l="l" t="t" r="r" b="b"/>
            <a:pathLst>
              <a:path w="168275" h="57150">
                <a:moveTo>
                  <a:pt x="0" y="57149"/>
                </a:moveTo>
                <a:lnTo>
                  <a:pt x="168174" y="57149"/>
                </a:lnTo>
                <a:lnTo>
                  <a:pt x="168174" y="0"/>
                </a:lnTo>
                <a:lnTo>
                  <a:pt x="0" y="0"/>
                </a:lnTo>
                <a:lnTo>
                  <a:pt x="0" y="57149"/>
                </a:lnTo>
                <a:close/>
              </a:path>
            </a:pathLst>
          </a:custGeom>
          <a:solidFill>
            <a:srgbClr val="066B3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6" name="object 556" descr=""/>
          <p:cNvSpPr/>
          <p:nvPr/>
        </p:nvSpPr>
        <p:spPr>
          <a:xfrm>
            <a:off x="16157288" y="9119765"/>
            <a:ext cx="519430" cy="57150"/>
          </a:xfrm>
          <a:custGeom>
            <a:avLst/>
            <a:gdLst/>
            <a:ahLst/>
            <a:cxnLst/>
            <a:rect l="l" t="t" r="r" b="b"/>
            <a:pathLst>
              <a:path w="519430" h="57150">
                <a:moveTo>
                  <a:pt x="0" y="57149"/>
                </a:moveTo>
                <a:lnTo>
                  <a:pt x="518874" y="57149"/>
                </a:lnTo>
                <a:lnTo>
                  <a:pt x="518874" y="0"/>
                </a:lnTo>
                <a:lnTo>
                  <a:pt x="0" y="0"/>
                </a:lnTo>
                <a:lnTo>
                  <a:pt x="0" y="57149"/>
                </a:lnTo>
                <a:close/>
              </a:path>
            </a:pathLst>
          </a:custGeom>
          <a:solidFill>
            <a:srgbClr val="066B3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7" name="object 557" descr=""/>
          <p:cNvSpPr/>
          <p:nvPr/>
        </p:nvSpPr>
        <p:spPr>
          <a:xfrm>
            <a:off x="16734485" y="9119765"/>
            <a:ext cx="713740" cy="57150"/>
          </a:xfrm>
          <a:custGeom>
            <a:avLst/>
            <a:gdLst/>
            <a:ahLst/>
            <a:cxnLst/>
            <a:rect l="l" t="t" r="r" b="b"/>
            <a:pathLst>
              <a:path w="713740" h="57150">
                <a:moveTo>
                  <a:pt x="0" y="57149"/>
                </a:moveTo>
                <a:lnTo>
                  <a:pt x="713653" y="57149"/>
                </a:lnTo>
                <a:lnTo>
                  <a:pt x="713653" y="0"/>
                </a:lnTo>
                <a:lnTo>
                  <a:pt x="0" y="0"/>
                </a:lnTo>
                <a:lnTo>
                  <a:pt x="0" y="57149"/>
                </a:lnTo>
                <a:close/>
              </a:path>
            </a:pathLst>
          </a:custGeom>
          <a:solidFill>
            <a:srgbClr val="066B3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8" name="object 558" descr=""/>
          <p:cNvSpPr/>
          <p:nvPr/>
        </p:nvSpPr>
        <p:spPr>
          <a:xfrm>
            <a:off x="17506441" y="9119765"/>
            <a:ext cx="600710" cy="57150"/>
          </a:xfrm>
          <a:custGeom>
            <a:avLst/>
            <a:gdLst/>
            <a:ahLst/>
            <a:cxnLst/>
            <a:rect l="l" t="t" r="r" b="b"/>
            <a:pathLst>
              <a:path w="600709" h="57150">
                <a:moveTo>
                  <a:pt x="0" y="57149"/>
                </a:moveTo>
                <a:lnTo>
                  <a:pt x="600505" y="57149"/>
                </a:lnTo>
                <a:lnTo>
                  <a:pt x="600505" y="0"/>
                </a:lnTo>
                <a:lnTo>
                  <a:pt x="0" y="0"/>
                </a:lnTo>
                <a:lnTo>
                  <a:pt x="0" y="57149"/>
                </a:lnTo>
                <a:close/>
              </a:path>
            </a:pathLst>
          </a:custGeom>
          <a:solidFill>
            <a:srgbClr val="066B3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9" name="object 559" descr=""/>
          <p:cNvSpPr/>
          <p:nvPr/>
        </p:nvSpPr>
        <p:spPr>
          <a:xfrm>
            <a:off x="18165247" y="9119765"/>
            <a:ext cx="565785" cy="57150"/>
          </a:xfrm>
          <a:custGeom>
            <a:avLst/>
            <a:gdLst/>
            <a:ahLst/>
            <a:cxnLst/>
            <a:rect l="l" t="t" r="r" b="b"/>
            <a:pathLst>
              <a:path w="565784" h="57150">
                <a:moveTo>
                  <a:pt x="0" y="57149"/>
                </a:moveTo>
                <a:lnTo>
                  <a:pt x="565522" y="57149"/>
                </a:lnTo>
                <a:lnTo>
                  <a:pt x="565522" y="0"/>
                </a:lnTo>
                <a:lnTo>
                  <a:pt x="0" y="0"/>
                </a:lnTo>
                <a:lnTo>
                  <a:pt x="0" y="57149"/>
                </a:lnTo>
                <a:close/>
              </a:path>
            </a:pathLst>
          </a:custGeom>
          <a:solidFill>
            <a:srgbClr val="066B3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0" name="object 560" descr=""/>
          <p:cNvSpPr/>
          <p:nvPr/>
        </p:nvSpPr>
        <p:spPr>
          <a:xfrm>
            <a:off x="18789071" y="9119765"/>
            <a:ext cx="224790" cy="57150"/>
          </a:xfrm>
          <a:custGeom>
            <a:avLst/>
            <a:gdLst/>
            <a:ahLst/>
            <a:cxnLst/>
            <a:rect l="l" t="t" r="r" b="b"/>
            <a:pathLst>
              <a:path w="224790" h="57150">
                <a:moveTo>
                  <a:pt x="0" y="57149"/>
                </a:moveTo>
                <a:lnTo>
                  <a:pt x="224462" y="57149"/>
                </a:lnTo>
                <a:lnTo>
                  <a:pt x="224462" y="0"/>
                </a:lnTo>
                <a:lnTo>
                  <a:pt x="0" y="0"/>
                </a:lnTo>
                <a:lnTo>
                  <a:pt x="0" y="57149"/>
                </a:lnTo>
                <a:close/>
              </a:path>
            </a:pathLst>
          </a:custGeom>
          <a:solidFill>
            <a:srgbClr val="066B3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1" name="object 561" descr=""/>
          <p:cNvSpPr/>
          <p:nvPr/>
        </p:nvSpPr>
        <p:spPr>
          <a:xfrm>
            <a:off x="15930833" y="8915707"/>
            <a:ext cx="168275" cy="79375"/>
          </a:xfrm>
          <a:custGeom>
            <a:avLst/>
            <a:gdLst/>
            <a:ahLst/>
            <a:cxnLst/>
            <a:rect l="l" t="t" r="r" b="b"/>
            <a:pathLst>
              <a:path w="168275" h="79375">
                <a:moveTo>
                  <a:pt x="0" y="79013"/>
                </a:moveTo>
                <a:lnTo>
                  <a:pt x="168141" y="79013"/>
                </a:lnTo>
                <a:lnTo>
                  <a:pt x="168141" y="0"/>
                </a:lnTo>
                <a:lnTo>
                  <a:pt x="0" y="0"/>
                </a:lnTo>
                <a:lnTo>
                  <a:pt x="0" y="79013"/>
                </a:lnTo>
                <a:close/>
              </a:path>
            </a:pathLst>
          </a:custGeom>
          <a:solidFill>
            <a:srgbClr val="066B3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2" name="object 562" descr=""/>
          <p:cNvSpPr/>
          <p:nvPr/>
        </p:nvSpPr>
        <p:spPr>
          <a:xfrm>
            <a:off x="16157288" y="8915707"/>
            <a:ext cx="519430" cy="79375"/>
          </a:xfrm>
          <a:custGeom>
            <a:avLst/>
            <a:gdLst/>
            <a:ahLst/>
            <a:cxnLst/>
            <a:rect l="l" t="t" r="r" b="b"/>
            <a:pathLst>
              <a:path w="519430" h="79375">
                <a:moveTo>
                  <a:pt x="0" y="79013"/>
                </a:moveTo>
                <a:lnTo>
                  <a:pt x="518874" y="79013"/>
                </a:lnTo>
                <a:lnTo>
                  <a:pt x="518874" y="0"/>
                </a:lnTo>
                <a:lnTo>
                  <a:pt x="0" y="0"/>
                </a:lnTo>
                <a:lnTo>
                  <a:pt x="0" y="79013"/>
                </a:lnTo>
                <a:close/>
              </a:path>
            </a:pathLst>
          </a:custGeom>
          <a:solidFill>
            <a:srgbClr val="066B3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3" name="object 563" descr=""/>
          <p:cNvSpPr/>
          <p:nvPr/>
        </p:nvSpPr>
        <p:spPr>
          <a:xfrm>
            <a:off x="16734485" y="8915707"/>
            <a:ext cx="1372870" cy="79375"/>
          </a:xfrm>
          <a:custGeom>
            <a:avLst/>
            <a:gdLst/>
            <a:ahLst/>
            <a:cxnLst/>
            <a:rect l="l" t="t" r="r" b="b"/>
            <a:pathLst>
              <a:path w="1372869" h="79375">
                <a:moveTo>
                  <a:pt x="0" y="79013"/>
                </a:moveTo>
                <a:lnTo>
                  <a:pt x="1372460" y="79013"/>
                </a:lnTo>
                <a:lnTo>
                  <a:pt x="1372460" y="0"/>
                </a:lnTo>
                <a:lnTo>
                  <a:pt x="0" y="0"/>
                </a:lnTo>
                <a:lnTo>
                  <a:pt x="0" y="79013"/>
                </a:lnTo>
                <a:close/>
              </a:path>
            </a:pathLst>
          </a:custGeom>
          <a:solidFill>
            <a:srgbClr val="066B3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4" name="object 564" descr=""/>
          <p:cNvSpPr/>
          <p:nvPr/>
        </p:nvSpPr>
        <p:spPr>
          <a:xfrm>
            <a:off x="18165247" y="8915707"/>
            <a:ext cx="565785" cy="79375"/>
          </a:xfrm>
          <a:custGeom>
            <a:avLst/>
            <a:gdLst/>
            <a:ahLst/>
            <a:cxnLst/>
            <a:rect l="l" t="t" r="r" b="b"/>
            <a:pathLst>
              <a:path w="565784" h="79375">
                <a:moveTo>
                  <a:pt x="0" y="79013"/>
                </a:moveTo>
                <a:lnTo>
                  <a:pt x="565522" y="79013"/>
                </a:lnTo>
                <a:lnTo>
                  <a:pt x="565522" y="0"/>
                </a:lnTo>
                <a:lnTo>
                  <a:pt x="0" y="0"/>
                </a:lnTo>
                <a:lnTo>
                  <a:pt x="0" y="79013"/>
                </a:lnTo>
                <a:close/>
              </a:path>
            </a:pathLst>
          </a:custGeom>
          <a:solidFill>
            <a:srgbClr val="066B39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65" name="object 565" descr=""/>
          <p:cNvGrpSpPr/>
          <p:nvPr/>
        </p:nvGrpSpPr>
        <p:grpSpPr>
          <a:xfrm>
            <a:off x="15758295" y="8612729"/>
            <a:ext cx="3483610" cy="1489710"/>
            <a:chOff x="15758295" y="8612729"/>
            <a:chExt cx="3483610" cy="1489710"/>
          </a:xfrm>
        </p:grpSpPr>
        <p:sp>
          <p:nvSpPr>
            <p:cNvPr id="566" name="object 566" descr=""/>
            <p:cNvSpPr/>
            <p:nvPr/>
          </p:nvSpPr>
          <p:spPr>
            <a:xfrm>
              <a:off x="15930829" y="8872162"/>
              <a:ext cx="3088005" cy="123189"/>
            </a:xfrm>
            <a:custGeom>
              <a:avLst/>
              <a:gdLst/>
              <a:ahLst/>
              <a:cxnLst/>
              <a:rect l="l" t="t" r="r" b="b"/>
              <a:pathLst>
                <a:path w="3088005" h="123190">
                  <a:moveTo>
                    <a:pt x="3087801" y="0"/>
                  </a:moveTo>
                  <a:lnTo>
                    <a:pt x="0" y="0"/>
                  </a:lnTo>
                  <a:lnTo>
                    <a:pt x="0" y="43548"/>
                  </a:lnTo>
                  <a:lnTo>
                    <a:pt x="2858236" y="43548"/>
                  </a:lnTo>
                  <a:lnTo>
                    <a:pt x="2858236" y="122567"/>
                  </a:lnTo>
                  <a:lnTo>
                    <a:pt x="3087801" y="122567"/>
                  </a:lnTo>
                  <a:lnTo>
                    <a:pt x="3087801" y="43548"/>
                  </a:lnTo>
                  <a:lnTo>
                    <a:pt x="3087801" y="0"/>
                  </a:lnTo>
                  <a:close/>
                </a:path>
              </a:pathLst>
            </a:custGeom>
            <a:solidFill>
              <a:srgbClr val="066B3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" name="object 567" descr=""/>
            <p:cNvSpPr/>
            <p:nvPr/>
          </p:nvSpPr>
          <p:spPr>
            <a:xfrm>
              <a:off x="15930829" y="8872162"/>
              <a:ext cx="3088005" cy="123189"/>
            </a:xfrm>
            <a:custGeom>
              <a:avLst/>
              <a:gdLst/>
              <a:ahLst/>
              <a:cxnLst/>
              <a:rect l="l" t="t" r="r" b="b"/>
              <a:pathLst>
                <a:path w="3088005" h="123190">
                  <a:moveTo>
                    <a:pt x="3087801" y="0"/>
                  </a:moveTo>
                  <a:lnTo>
                    <a:pt x="0" y="0"/>
                  </a:lnTo>
                  <a:lnTo>
                    <a:pt x="0" y="43548"/>
                  </a:lnTo>
                  <a:lnTo>
                    <a:pt x="0" y="122567"/>
                  </a:lnTo>
                  <a:lnTo>
                    <a:pt x="168135" y="122567"/>
                  </a:lnTo>
                  <a:lnTo>
                    <a:pt x="168135" y="43548"/>
                  </a:lnTo>
                  <a:lnTo>
                    <a:pt x="226453" y="43548"/>
                  </a:lnTo>
                  <a:lnTo>
                    <a:pt x="226453" y="122567"/>
                  </a:lnTo>
                  <a:lnTo>
                    <a:pt x="745324" y="122567"/>
                  </a:lnTo>
                  <a:lnTo>
                    <a:pt x="745324" y="43548"/>
                  </a:lnTo>
                  <a:lnTo>
                    <a:pt x="803656" y="43548"/>
                  </a:lnTo>
                  <a:lnTo>
                    <a:pt x="803656" y="122567"/>
                  </a:lnTo>
                  <a:lnTo>
                    <a:pt x="2176107" y="122567"/>
                  </a:lnTo>
                  <a:lnTo>
                    <a:pt x="2176107" y="43548"/>
                  </a:lnTo>
                  <a:lnTo>
                    <a:pt x="2234412" y="43548"/>
                  </a:lnTo>
                  <a:lnTo>
                    <a:pt x="2234412" y="122567"/>
                  </a:lnTo>
                  <a:lnTo>
                    <a:pt x="2799931" y="122567"/>
                  </a:lnTo>
                  <a:lnTo>
                    <a:pt x="2799931" y="43548"/>
                  </a:lnTo>
                  <a:lnTo>
                    <a:pt x="2858236" y="43548"/>
                  </a:lnTo>
                  <a:lnTo>
                    <a:pt x="2858236" y="122567"/>
                  </a:lnTo>
                  <a:lnTo>
                    <a:pt x="3087801" y="122567"/>
                  </a:lnTo>
                  <a:lnTo>
                    <a:pt x="3087801" y="43548"/>
                  </a:lnTo>
                  <a:lnTo>
                    <a:pt x="3087801" y="0"/>
                  </a:lnTo>
                  <a:close/>
                </a:path>
              </a:pathLst>
            </a:custGeom>
            <a:solidFill>
              <a:srgbClr val="0F171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" name="object 568" descr=""/>
            <p:cNvSpPr/>
            <p:nvPr/>
          </p:nvSpPr>
          <p:spPr>
            <a:xfrm>
              <a:off x="15758295" y="8832806"/>
              <a:ext cx="3483610" cy="78740"/>
            </a:xfrm>
            <a:custGeom>
              <a:avLst/>
              <a:gdLst/>
              <a:ahLst/>
              <a:cxnLst/>
              <a:rect l="l" t="t" r="r" b="b"/>
              <a:pathLst>
                <a:path w="3483609" h="78740">
                  <a:moveTo>
                    <a:pt x="3483527" y="0"/>
                  </a:moveTo>
                  <a:lnTo>
                    <a:pt x="0" y="0"/>
                  </a:lnTo>
                  <a:lnTo>
                    <a:pt x="55390" y="78709"/>
                  </a:lnTo>
                  <a:lnTo>
                    <a:pt x="3405550" y="78709"/>
                  </a:lnTo>
                  <a:lnTo>
                    <a:pt x="3483527" y="0"/>
                  </a:lnTo>
                  <a:close/>
                </a:path>
              </a:pathLst>
            </a:custGeom>
            <a:solidFill>
              <a:srgbClr val="20284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" name="object 569" descr=""/>
            <p:cNvSpPr/>
            <p:nvPr/>
          </p:nvSpPr>
          <p:spPr>
            <a:xfrm>
              <a:off x="15797644" y="8612739"/>
              <a:ext cx="3444240" cy="220345"/>
            </a:xfrm>
            <a:custGeom>
              <a:avLst/>
              <a:gdLst/>
              <a:ahLst/>
              <a:cxnLst/>
              <a:rect l="l" t="t" r="r" b="b"/>
              <a:pathLst>
                <a:path w="3444240" h="220345">
                  <a:moveTo>
                    <a:pt x="3444176" y="220078"/>
                  </a:moveTo>
                  <a:lnTo>
                    <a:pt x="2861551" y="152768"/>
                  </a:lnTo>
                  <a:lnTo>
                    <a:pt x="3186900" y="190347"/>
                  </a:lnTo>
                  <a:lnTo>
                    <a:pt x="3162033" y="161912"/>
                  </a:lnTo>
                  <a:lnTo>
                    <a:pt x="3154578" y="140512"/>
                  </a:lnTo>
                  <a:lnTo>
                    <a:pt x="3165284" y="115417"/>
                  </a:lnTo>
                  <a:lnTo>
                    <a:pt x="3194926" y="75920"/>
                  </a:lnTo>
                  <a:lnTo>
                    <a:pt x="2733979" y="75920"/>
                  </a:lnTo>
                  <a:lnTo>
                    <a:pt x="2745422" y="53809"/>
                  </a:lnTo>
                  <a:lnTo>
                    <a:pt x="2757373" y="38531"/>
                  </a:lnTo>
                  <a:lnTo>
                    <a:pt x="2777109" y="22961"/>
                  </a:lnTo>
                  <a:lnTo>
                    <a:pt x="2811970" y="0"/>
                  </a:lnTo>
                  <a:lnTo>
                    <a:pt x="2803918" y="1397"/>
                  </a:lnTo>
                  <a:lnTo>
                    <a:pt x="2762135" y="6134"/>
                  </a:lnTo>
                  <a:lnTo>
                    <a:pt x="2646045" y="17043"/>
                  </a:lnTo>
                  <a:lnTo>
                    <a:pt x="2541397" y="25996"/>
                  </a:lnTo>
                  <a:lnTo>
                    <a:pt x="2421623" y="35648"/>
                  </a:lnTo>
                  <a:lnTo>
                    <a:pt x="2292477" y="45415"/>
                  </a:lnTo>
                  <a:lnTo>
                    <a:pt x="2159685" y="54724"/>
                  </a:lnTo>
                  <a:lnTo>
                    <a:pt x="2093709" y="59029"/>
                  </a:lnTo>
                  <a:lnTo>
                    <a:pt x="2028964" y="63004"/>
                  </a:lnTo>
                  <a:lnTo>
                    <a:pt x="1966188" y="66586"/>
                  </a:lnTo>
                  <a:lnTo>
                    <a:pt x="1906066" y="69684"/>
                  </a:lnTo>
                  <a:lnTo>
                    <a:pt x="1849348" y="72250"/>
                  </a:lnTo>
                  <a:lnTo>
                    <a:pt x="1765681" y="75069"/>
                  </a:lnTo>
                  <a:lnTo>
                    <a:pt x="1716773" y="75895"/>
                  </a:lnTo>
                  <a:lnTo>
                    <a:pt x="1665097" y="75628"/>
                  </a:lnTo>
                  <a:lnTo>
                    <a:pt x="1622374" y="74714"/>
                  </a:lnTo>
                  <a:lnTo>
                    <a:pt x="1574863" y="73253"/>
                  </a:lnTo>
                  <a:lnTo>
                    <a:pt x="1523136" y="71297"/>
                  </a:lnTo>
                  <a:lnTo>
                    <a:pt x="1447406" y="67970"/>
                  </a:lnTo>
                  <a:lnTo>
                    <a:pt x="1131252" y="51396"/>
                  </a:lnTo>
                  <a:lnTo>
                    <a:pt x="971638" y="41910"/>
                  </a:lnTo>
                  <a:lnTo>
                    <a:pt x="793711" y="29603"/>
                  </a:lnTo>
                  <a:lnTo>
                    <a:pt x="519595" y="9436"/>
                  </a:lnTo>
                  <a:lnTo>
                    <a:pt x="550037" y="24485"/>
                  </a:lnTo>
                  <a:lnTo>
                    <a:pt x="566178" y="36703"/>
                  </a:lnTo>
                  <a:lnTo>
                    <a:pt x="573430" y="52616"/>
                  </a:lnTo>
                  <a:lnTo>
                    <a:pt x="577215" y="78689"/>
                  </a:lnTo>
                  <a:lnTo>
                    <a:pt x="585444" y="116586"/>
                  </a:lnTo>
                  <a:lnTo>
                    <a:pt x="577189" y="78689"/>
                  </a:lnTo>
                  <a:lnTo>
                    <a:pt x="129730" y="78689"/>
                  </a:lnTo>
                  <a:lnTo>
                    <a:pt x="159626" y="118275"/>
                  </a:lnTo>
                  <a:lnTo>
                    <a:pt x="172173" y="143878"/>
                  </a:lnTo>
                  <a:lnTo>
                    <a:pt x="169672" y="166712"/>
                  </a:lnTo>
                  <a:lnTo>
                    <a:pt x="154457" y="197929"/>
                  </a:lnTo>
                  <a:lnTo>
                    <a:pt x="589572" y="135534"/>
                  </a:lnTo>
                  <a:lnTo>
                    <a:pt x="154457" y="197929"/>
                  </a:lnTo>
                  <a:lnTo>
                    <a:pt x="0" y="220078"/>
                  </a:lnTo>
                  <a:lnTo>
                    <a:pt x="3444176" y="220078"/>
                  </a:lnTo>
                  <a:close/>
                </a:path>
              </a:pathLst>
            </a:custGeom>
            <a:solidFill>
              <a:srgbClr val="0A74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" name="object 570" descr=""/>
            <p:cNvSpPr/>
            <p:nvPr/>
          </p:nvSpPr>
          <p:spPr>
            <a:xfrm>
              <a:off x="16317249" y="8612729"/>
              <a:ext cx="2292985" cy="135890"/>
            </a:xfrm>
            <a:custGeom>
              <a:avLst/>
              <a:gdLst/>
              <a:ahLst/>
              <a:cxnLst/>
              <a:rect l="l" t="t" r="r" b="b"/>
              <a:pathLst>
                <a:path w="2292984" h="135890">
                  <a:moveTo>
                    <a:pt x="2292369" y="0"/>
                  </a:moveTo>
                  <a:lnTo>
                    <a:pt x="2242540" y="6137"/>
                  </a:lnTo>
                  <a:lnTo>
                    <a:pt x="2126448" y="17041"/>
                  </a:lnTo>
                  <a:lnTo>
                    <a:pt x="2021796" y="26005"/>
                  </a:lnTo>
                  <a:lnTo>
                    <a:pt x="1902029" y="35657"/>
                  </a:lnTo>
                  <a:lnTo>
                    <a:pt x="1772879" y="45423"/>
                  </a:lnTo>
                  <a:lnTo>
                    <a:pt x="1640080" y="54732"/>
                  </a:lnTo>
                  <a:lnTo>
                    <a:pt x="1574105" y="59037"/>
                  </a:lnTo>
                  <a:lnTo>
                    <a:pt x="1509367" y="63012"/>
                  </a:lnTo>
                  <a:lnTo>
                    <a:pt x="1446584" y="66587"/>
                  </a:lnTo>
                  <a:lnTo>
                    <a:pt x="1386473" y="69690"/>
                  </a:lnTo>
                  <a:lnTo>
                    <a:pt x="1329750" y="72249"/>
                  </a:lnTo>
                  <a:lnTo>
                    <a:pt x="1246087" y="75078"/>
                  </a:lnTo>
                  <a:lnTo>
                    <a:pt x="1197178" y="75903"/>
                  </a:lnTo>
                  <a:lnTo>
                    <a:pt x="1145492" y="75629"/>
                  </a:lnTo>
                  <a:lnTo>
                    <a:pt x="1102780" y="74716"/>
                  </a:lnTo>
                  <a:lnTo>
                    <a:pt x="1055262" y="73256"/>
                  </a:lnTo>
                  <a:lnTo>
                    <a:pt x="1003533" y="71299"/>
                  </a:lnTo>
                  <a:lnTo>
                    <a:pt x="927813" y="67969"/>
                  </a:lnTo>
                  <a:lnTo>
                    <a:pt x="611654" y="51402"/>
                  </a:lnTo>
                  <a:lnTo>
                    <a:pt x="452035" y="41911"/>
                  </a:lnTo>
                  <a:lnTo>
                    <a:pt x="274115" y="29602"/>
                  </a:lnTo>
                  <a:lnTo>
                    <a:pt x="0" y="9444"/>
                  </a:lnTo>
                  <a:lnTo>
                    <a:pt x="30431" y="24485"/>
                  </a:lnTo>
                  <a:lnTo>
                    <a:pt x="46577" y="36712"/>
                  </a:lnTo>
                  <a:lnTo>
                    <a:pt x="53836" y="52616"/>
                  </a:lnTo>
                  <a:lnTo>
                    <a:pt x="57610" y="78688"/>
                  </a:lnTo>
                  <a:lnTo>
                    <a:pt x="69966" y="135535"/>
                  </a:lnTo>
                  <a:lnTo>
                    <a:pt x="2192896" y="135535"/>
                  </a:lnTo>
                  <a:lnTo>
                    <a:pt x="2214361" y="75945"/>
                  </a:lnTo>
                  <a:lnTo>
                    <a:pt x="2225823" y="53820"/>
                  </a:lnTo>
                  <a:lnTo>
                    <a:pt x="2237769" y="38534"/>
                  </a:lnTo>
                  <a:lnTo>
                    <a:pt x="2257514" y="22967"/>
                  </a:lnTo>
                  <a:lnTo>
                    <a:pt x="2292369" y="0"/>
                  </a:lnTo>
                  <a:close/>
                </a:path>
              </a:pathLst>
            </a:custGeom>
            <a:solidFill>
              <a:srgbClr val="FFFFFF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" name="object 571" descr=""/>
            <p:cNvSpPr/>
            <p:nvPr/>
          </p:nvSpPr>
          <p:spPr>
            <a:xfrm>
              <a:off x="16098964" y="8915698"/>
              <a:ext cx="2690495" cy="1011555"/>
            </a:xfrm>
            <a:custGeom>
              <a:avLst/>
              <a:gdLst/>
              <a:ahLst/>
              <a:cxnLst/>
              <a:rect l="l" t="t" r="r" b="b"/>
              <a:pathLst>
                <a:path w="2690494" h="1011554">
                  <a:moveTo>
                    <a:pt x="58318" y="0"/>
                  </a:moveTo>
                  <a:lnTo>
                    <a:pt x="0" y="0"/>
                  </a:lnTo>
                  <a:lnTo>
                    <a:pt x="0" y="1011516"/>
                  </a:lnTo>
                  <a:lnTo>
                    <a:pt x="58318" y="1011516"/>
                  </a:lnTo>
                  <a:lnTo>
                    <a:pt x="58318" y="0"/>
                  </a:lnTo>
                  <a:close/>
                </a:path>
                <a:path w="2690494" h="1011554">
                  <a:moveTo>
                    <a:pt x="635520" y="0"/>
                  </a:moveTo>
                  <a:lnTo>
                    <a:pt x="577189" y="0"/>
                  </a:lnTo>
                  <a:lnTo>
                    <a:pt x="577189" y="1011516"/>
                  </a:lnTo>
                  <a:lnTo>
                    <a:pt x="635520" y="1011516"/>
                  </a:lnTo>
                  <a:lnTo>
                    <a:pt x="635520" y="0"/>
                  </a:lnTo>
                  <a:close/>
                </a:path>
                <a:path w="2690494" h="1011554">
                  <a:moveTo>
                    <a:pt x="1407464" y="12"/>
                  </a:moveTo>
                  <a:lnTo>
                    <a:pt x="1349171" y="12"/>
                  </a:lnTo>
                  <a:lnTo>
                    <a:pt x="1349171" y="1011542"/>
                  </a:lnTo>
                  <a:lnTo>
                    <a:pt x="1407464" y="1011542"/>
                  </a:lnTo>
                  <a:lnTo>
                    <a:pt x="1407464" y="12"/>
                  </a:lnTo>
                  <a:close/>
                </a:path>
                <a:path w="2690494" h="1011554">
                  <a:moveTo>
                    <a:pt x="2066277" y="12"/>
                  </a:moveTo>
                  <a:lnTo>
                    <a:pt x="2007971" y="12"/>
                  </a:lnTo>
                  <a:lnTo>
                    <a:pt x="2007971" y="1011542"/>
                  </a:lnTo>
                  <a:lnTo>
                    <a:pt x="2066277" y="1011542"/>
                  </a:lnTo>
                  <a:lnTo>
                    <a:pt x="2066277" y="12"/>
                  </a:lnTo>
                  <a:close/>
                </a:path>
                <a:path w="2690494" h="1011554">
                  <a:moveTo>
                    <a:pt x="2690101" y="12"/>
                  </a:moveTo>
                  <a:lnTo>
                    <a:pt x="2631795" y="12"/>
                  </a:lnTo>
                  <a:lnTo>
                    <a:pt x="2631795" y="1011542"/>
                  </a:lnTo>
                  <a:lnTo>
                    <a:pt x="2690101" y="1011542"/>
                  </a:lnTo>
                  <a:lnTo>
                    <a:pt x="2690101" y="12"/>
                  </a:lnTo>
                  <a:close/>
                </a:path>
              </a:pathLst>
            </a:custGeom>
            <a:solidFill>
              <a:srgbClr val="5499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" name="object 572" descr=""/>
            <p:cNvSpPr/>
            <p:nvPr/>
          </p:nvSpPr>
          <p:spPr>
            <a:xfrm>
              <a:off x="15834632" y="9927210"/>
              <a:ext cx="3258185" cy="175260"/>
            </a:xfrm>
            <a:custGeom>
              <a:avLst/>
              <a:gdLst/>
              <a:ahLst/>
              <a:cxnLst/>
              <a:rect l="l" t="t" r="r" b="b"/>
              <a:pathLst>
                <a:path w="3258184" h="175259">
                  <a:moveTo>
                    <a:pt x="3238498" y="0"/>
                  </a:moveTo>
                  <a:lnTo>
                    <a:pt x="19130" y="0"/>
                  </a:lnTo>
                  <a:lnTo>
                    <a:pt x="11684" y="1501"/>
                  </a:lnTo>
                  <a:lnTo>
                    <a:pt x="5603" y="5597"/>
                  </a:lnTo>
                  <a:lnTo>
                    <a:pt x="1503" y="11675"/>
                  </a:lnTo>
                  <a:lnTo>
                    <a:pt x="0" y="19119"/>
                  </a:lnTo>
                  <a:lnTo>
                    <a:pt x="0" y="155775"/>
                  </a:lnTo>
                  <a:lnTo>
                    <a:pt x="1503" y="163221"/>
                  </a:lnTo>
                  <a:lnTo>
                    <a:pt x="5603" y="169302"/>
                  </a:lnTo>
                  <a:lnTo>
                    <a:pt x="11684" y="173402"/>
                  </a:lnTo>
                  <a:lnTo>
                    <a:pt x="19130" y="174905"/>
                  </a:lnTo>
                  <a:lnTo>
                    <a:pt x="3238498" y="174905"/>
                  </a:lnTo>
                  <a:lnTo>
                    <a:pt x="3245938" y="173402"/>
                  </a:lnTo>
                  <a:lnTo>
                    <a:pt x="3252016" y="169302"/>
                  </a:lnTo>
                  <a:lnTo>
                    <a:pt x="3256114" y="163221"/>
                  </a:lnTo>
                  <a:lnTo>
                    <a:pt x="3257618" y="155775"/>
                  </a:lnTo>
                  <a:lnTo>
                    <a:pt x="3257618" y="19119"/>
                  </a:lnTo>
                  <a:lnTo>
                    <a:pt x="3256114" y="11675"/>
                  </a:lnTo>
                  <a:lnTo>
                    <a:pt x="3252016" y="5597"/>
                  </a:lnTo>
                  <a:lnTo>
                    <a:pt x="3245938" y="1501"/>
                  </a:lnTo>
                  <a:lnTo>
                    <a:pt x="3238498" y="0"/>
                  </a:lnTo>
                  <a:close/>
                </a:path>
              </a:pathLst>
            </a:custGeom>
            <a:solidFill>
              <a:srgbClr val="20284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" name="object 573" descr=""/>
            <p:cNvSpPr/>
            <p:nvPr/>
          </p:nvSpPr>
          <p:spPr>
            <a:xfrm>
              <a:off x="16226066" y="9002934"/>
              <a:ext cx="377825" cy="174625"/>
            </a:xfrm>
            <a:custGeom>
              <a:avLst/>
              <a:gdLst/>
              <a:ahLst/>
              <a:cxnLst/>
              <a:rect l="l" t="t" r="r" b="b"/>
              <a:pathLst>
                <a:path w="377825" h="174625">
                  <a:moveTo>
                    <a:pt x="58318" y="28321"/>
                  </a:moveTo>
                  <a:lnTo>
                    <a:pt x="56095" y="17297"/>
                  </a:lnTo>
                  <a:lnTo>
                    <a:pt x="50025" y="8293"/>
                  </a:lnTo>
                  <a:lnTo>
                    <a:pt x="41021" y="2222"/>
                  </a:lnTo>
                  <a:lnTo>
                    <a:pt x="29997" y="0"/>
                  </a:lnTo>
                  <a:lnTo>
                    <a:pt x="28384" y="0"/>
                  </a:lnTo>
                  <a:lnTo>
                    <a:pt x="17322" y="2222"/>
                  </a:lnTo>
                  <a:lnTo>
                    <a:pt x="8305" y="8293"/>
                  </a:lnTo>
                  <a:lnTo>
                    <a:pt x="2222" y="17297"/>
                  </a:lnTo>
                  <a:lnTo>
                    <a:pt x="0" y="28321"/>
                  </a:lnTo>
                  <a:lnTo>
                    <a:pt x="0" y="145821"/>
                  </a:lnTo>
                  <a:lnTo>
                    <a:pt x="2222" y="156845"/>
                  </a:lnTo>
                  <a:lnTo>
                    <a:pt x="8305" y="165849"/>
                  </a:lnTo>
                  <a:lnTo>
                    <a:pt x="17322" y="171919"/>
                  </a:lnTo>
                  <a:lnTo>
                    <a:pt x="28384" y="174155"/>
                  </a:lnTo>
                  <a:lnTo>
                    <a:pt x="29997" y="174155"/>
                  </a:lnTo>
                  <a:lnTo>
                    <a:pt x="41021" y="171919"/>
                  </a:lnTo>
                  <a:lnTo>
                    <a:pt x="50025" y="165849"/>
                  </a:lnTo>
                  <a:lnTo>
                    <a:pt x="56095" y="156845"/>
                  </a:lnTo>
                  <a:lnTo>
                    <a:pt x="58318" y="145821"/>
                  </a:lnTo>
                  <a:lnTo>
                    <a:pt x="58318" y="28321"/>
                  </a:lnTo>
                  <a:close/>
                </a:path>
                <a:path w="377825" h="174625">
                  <a:moveTo>
                    <a:pt x="164757" y="28321"/>
                  </a:moveTo>
                  <a:lnTo>
                    <a:pt x="162521" y="17297"/>
                  </a:lnTo>
                  <a:lnTo>
                    <a:pt x="156451" y="8293"/>
                  </a:lnTo>
                  <a:lnTo>
                    <a:pt x="147434" y="2222"/>
                  </a:lnTo>
                  <a:lnTo>
                    <a:pt x="136372" y="0"/>
                  </a:lnTo>
                  <a:lnTo>
                    <a:pt x="134759" y="0"/>
                  </a:lnTo>
                  <a:lnTo>
                    <a:pt x="123736" y="2222"/>
                  </a:lnTo>
                  <a:lnTo>
                    <a:pt x="114731" y="8293"/>
                  </a:lnTo>
                  <a:lnTo>
                    <a:pt x="108661" y="17297"/>
                  </a:lnTo>
                  <a:lnTo>
                    <a:pt x="106438" y="28321"/>
                  </a:lnTo>
                  <a:lnTo>
                    <a:pt x="106438" y="145821"/>
                  </a:lnTo>
                  <a:lnTo>
                    <a:pt x="108661" y="156845"/>
                  </a:lnTo>
                  <a:lnTo>
                    <a:pt x="114731" y="165849"/>
                  </a:lnTo>
                  <a:lnTo>
                    <a:pt x="123736" y="171919"/>
                  </a:lnTo>
                  <a:lnTo>
                    <a:pt x="134759" y="174155"/>
                  </a:lnTo>
                  <a:lnTo>
                    <a:pt x="136372" y="174155"/>
                  </a:lnTo>
                  <a:lnTo>
                    <a:pt x="147434" y="171919"/>
                  </a:lnTo>
                  <a:lnTo>
                    <a:pt x="156451" y="165849"/>
                  </a:lnTo>
                  <a:lnTo>
                    <a:pt x="162521" y="156845"/>
                  </a:lnTo>
                  <a:lnTo>
                    <a:pt x="164757" y="145821"/>
                  </a:lnTo>
                  <a:lnTo>
                    <a:pt x="164757" y="28321"/>
                  </a:lnTo>
                  <a:close/>
                </a:path>
                <a:path w="377825" h="174625">
                  <a:moveTo>
                    <a:pt x="271119" y="28321"/>
                  </a:moveTo>
                  <a:lnTo>
                    <a:pt x="268897" y="17297"/>
                  </a:lnTo>
                  <a:lnTo>
                    <a:pt x="262826" y="8293"/>
                  </a:lnTo>
                  <a:lnTo>
                    <a:pt x="253822" y="2222"/>
                  </a:lnTo>
                  <a:lnTo>
                    <a:pt x="242798" y="0"/>
                  </a:lnTo>
                  <a:lnTo>
                    <a:pt x="241198" y="0"/>
                  </a:lnTo>
                  <a:lnTo>
                    <a:pt x="230136" y="2222"/>
                  </a:lnTo>
                  <a:lnTo>
                    <a:pt x="221107" y="8293"/>
                  </a:lnTo>
                  <a:lnTo>
                    <a:pt x="215036" y="17297"/>
                  </a:lnTo>
                  <a:lnTo>
                    <a:pt x="212801" y="28321"/>
                  </a:lnTo>
                  <a:lnTo>
                    <a:pt x="212801" y="145821"/>
                  </a:lnTo>
                  <a:lnTo>
                    <a:pt x="215036" y="156845"/>
                  </a:lnTo>
                  <a:lnTo>
                    <a:pt x="221107" y="165849"/>
                  </a:lnTo>
                  <a:lnTo>
                    <a:pt x="230136" y="171919"/>
                  </a:lnTo>
                  <a:lnTo>
                    <a:pt x="241198" y="174155"/>
                  </a:lnTo>
                  <a:lnTo>
                    <a:pt x="242798" y="174155"/>
                  </a:lnTo>
                  <a:lnTo>
                    <a:pt x="253822" y="171919"/>
                  </a:lnTo>
                  <a:lnTo>
                    <a:pt x="262826" y="165849"/>
                  </a:lnTo>
                  <a:lnTo>
                    <a:pt x="268897" y="156845"/>
                  </a:lnTo>
                  <a:lnTo>
                    <a:pt x="271119" y="145821"/>
                  </a:lnTo>
                  <a:lnTo>
                    <a:pt x="271119" y="28321"/>
                  </a:lnTo>
                  <a:close/>
                </a:path>
                <a:path w="377825" h="174625">
                  <a:moveTo>
                    <a:pt x="377558" y="28321"/>
                  </a:moveTo>
                  <a:lnTo>
                    <a:pt x="375323" y="17297"/>
                  </a:lnTo>
                  <a:lnTo>
                    <a:pt x="369252" y="8293"/>
                  </a:lnTo>
                  <a:lnTo>
                    <a:pt x="360222" y="2222"/>
                  </a:lnTo>
                  <a:lnTo>
                    <a:pt x="349161" y="0"/>
                  </a:lnTo>
                  <a:lnTo>
                    <a:pt x="347548" y="0"/>
                  </a:lnTo>
                  <a:lnTo>
                    <a:pt x="336537" y="2222"/>
                  </a:lnTo>
                  <a:lnTo>
                    <a:pt x="327533" y="8293"/>
                  </a:lnTo>
                  <a:lnTo>
                    <a:pt x="321462" y="17297"/>
                  </a:lnTo>
                  <a:lnTo>
                    <a:pt x="319239" y="28321"/>
                  </a:lnTo>
                  <a:lnTo>
                    <a:pt x="319239" y="145821"/>
                  </a:lnTo>
                  <a:lnTo>
                    <a:pt x="321462" y="156845"/>
                  </a:lnTo>
                  <a:lnTo>
                    <a:pt x="327533" y="165849"/>
                  </a:lnTo>
                  <a:lnTo>
                    <a:pt x="336537" y="171919"/>
                  </a:lnTo>
                  <a:lnTo>
                    <a:pt x="347548" y="174155"/>
                  </a:lnTo>
                  <a:lnTo>
                    <a:pt x="349161" y="174155"/>
                  </a:lnTo>
                  <a:lnTo>
                    <a:pt x="360222" y="171919"/>
                  </a:lnTo>
                  <a:lnTo>
                    <a:pt x="369252" y="165849"/>
                  </a:lnTo>
                  <a:lnTo>
                    <a:pt x="375323" y="156845"/>
                  </a:lnTo>
                  <a:lnTo>
                    <a:pt x="377558" y="145821"/>
                  </a:lnTo>
                  <a:lnTo>
                    <a:pt x="377558" y="28321"/>
                  </a:lnTo>
                  <a:close/>
                </a:path>
              </a:pathLst>
            </a:custGeom>
            <a:solidFill>
              <a:srgbClr val="5499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" name="object 574" descr=""/>
            <p:cNvSpPr/>
            <p:nvPr/>
          </p:nvSpPr>
          <p:spPr>
            <a:xfrm>
              <a:off x="16226066" y="9002934"/>
              <a:ext cx="377825" cy="174625"/>
            </a:xfrm>
            <a:custGeom>
              <a:avLst/>
              <a:gdLst/>
              <a:ahLst/>
              <a:cxnLst/>
              <a:rect l="l" t="t" r="r" b="b"/>
              <a:pathLst>
                <a:path w="377825" h="174625">
                  <a:moveTo>
                    <a:pt x="58318" y="28321"/>
                  </a:moveTo>
                  <a:lnTo>
                    <a:pt x="56095" y="17297"/>
                  </a:lnTo>
                  <a:lnTo>
                    <a:pt x="50025" y="8293"/>
                  </a:lnTo>
                  <a:lnTo>
                    <a:pt x="41021" y="2222"/>
                  </a:lnTo>
                  <a:lnTo>
                    <a:pt x="29997" y="0"/>
                  </a:lnTo>
                  <a:lnTo>
                    <a:pt x="28384" y="0"/>
                  </a:lnTo>
                  <a:lnTo>
                    <a:pt x="17322" y="2222"/>
                  </a:lnTo>
                  <a:lnTo>
                    <a:pt x="8305" y="8293"/>
                  </a:lnTo>
                  <a:lnTo>
                    <a:pt x="2222" y="17297"/>
                  </a:lnTo>
                  <a:lnTo>
                    <a:pt x="0" y="28321"/>
                  </a:lnTo>
                  <a:lnTo>
                    <a:pt x="0" y="145821"/>
                  </a:lnTo>
                  <a:lnTo>
                    <a:pt x="2222" y="156845"/>
                  </a:lnTo>
                  <a:lnTo>
                    <a:pt x="8305" y="165849"/>
                  </a:lnTo>
                  <a:lnTo>
                    <a:pt x="17322" y="171919"/>
                  </a:lnTo>
                  <a:lnTo>
                    <a:pt x="28384" y="174155"/>
                  </a:lnTo>
                  <a:lnTo>
                    <a:pt x="29997" y="174155"/>
                  </a:lnTo>
                  <a:lnTo>
                    <a:pt x="41021" y="171919"/>
                  </a:lnTo>
                  <a:lnTo>
                    <a:pt x="50025" y="165849"/>
                  </a:lnTo>
                  <a:lnTo>
                    <a:pt x="56095" y="156845"/>
                  </a:lnTo>
                  <a:lnTo>
                    <a:pt x="58318" y="145821"/>
                  </a:lnTo>
                  <a:lnTo>
                    <a:pt x="58318" y="28321"/>
                  </a:lnTo>
                  <a:close/>
                </a:path>
                <a:path w="377825" h="174625">
                  <a:moveTo>
                    <a:pt x="164757" y="28321"/>
                  </a:moveTo>
                  <a:lnTo>
                    <a:pt x="162521" y="17297"/>
                  </a:lnTo>
                  <a:lnTo>
                    <a:pt x="156451" y="8293"/>
                  </a:lnTo>
                  <a:lnTo>
                    <a:pt x="147434" y="2222"/>
                  </a:lnTo>
                  <a:lnTo>
                    <a:pt x="136372" y="0"/>
                  </a:lnTo>
                  <a:lnTo>
                    <a:pt x="134759" y="0"/>
                  </a:lnTo>
                  <a:lnTo>
                    <a:pt x="123736" y="2222"/>
                  </a:lnTo>
                  <a:lnTo>
                    <a:pt x="114731" y="8293"/>
                  </a:lnTo>
                  <a:lnTo>
                    <a:pt x="108661" y="17297"/>
                  </a:lnTo>
                  <a:lnTo>
                    <a:pt x="106438" y="28321"/>
                  </a:lnTo>
                  <a:lnTo>
                    <a:pt x="106438" y="145821"/>
                  </a:lnTo>
                  <a:lnTo>
                    <a:pt x="108661" y="156845"/>
                  </a:lnTo>
                  <a:lnTo>
                    <a:pt x="114731" y="165849"/>
                  </a:lnTo>
                  <a:lnTo>
                    <a:pt x="123736" y="171919"/>
                  </a:lnTo>
                  <a:lnTo>
                    <a:pt x="134759" y="174155"/>
                  </a:lnTo>
                  <a:lnTo>
                    <a:pt x="136372" y="174155"/>
                  </a:lnTo>
                  <a:lnTo>
                    <a:pt x="147434" y="171919"/>
                  </a:lnTo>
                  <a:lnTo>
                    <a:pt x="156451" y="165849"/>
                  </a:lnTo>
                  <a:lnTo>
                    <a:pt x="162521" y="156845"/>
                  </a:lnTo>
                  <a:lnTo>
                    <a:pt x="164757" y="145821"/>
                  </a:lnTo>
                  <a:lnTo>
                    <a:pt x="164757" y="28321"/>
                  </a:lnTo>
                  <a:close/>
                </a:path>
                <a:path w="377825" h="174625">
                  <a:moveTo>
                    <a:pt x="271119" y="28321"/>
                  </a:moveTo>
                  <a:lnTo>
                    <a:pt x="268897" y="17297"/>
                  </a:lnTo>
                  <a:lnTo>
                    <a:pt x="262826" y="8293"/>
                  </a:lnTo>
                  <a:lnTo>
                    <a:pt x="253822" y="2222"/>
                  </a:lnTo>
                  <a:lnTo>
                    <a:pt x="242798" y="0"/>
                  </a:lnTo>
                  <a:lnTo>
                    <a:pt x="241198" y="0"/>
                  </a:lnTo>
                  <a:lnTo>
                    <a:pt x="230136" y="2222"/>
                  </a:lnTo>
                  <a:lnTo>
                    <a:pt x="221107" y="8293"/>
                  </a:lnTo>
                  <a:lnTo>
                    <a:pt x="215036" y="17297"/>
                  </a:lnTo>
                  <a:lnTo>
                    <a:pt x="212801" y="28321"/>
                  </a:lnTo>
                  <a:lnTo>
                    <a:pt x="212801" y="145821"/>
                  </a:lnTo>
                  <a:lnTo>
                    <a:pt x="215036" y="156845"/>
                  </a:lnTo>
                  <a:lnTo>
                    <a:pt x="221107" y="165849"/>
                  </a:lnTo>
                  <a:lnTo>
                    <a:pt x="230136" y="171919"/>
                  </a:lnTo>
                  <a:lnTo>
                    <a:pt x="241198" y="174155"/>
                  </a:lnTo>
                  <a:lnTo>
                    <a:pt x="242798" y="174155"/>
                  </a:lnTo>
                  <a:lnTo>
                    <a:pt x="253822" y="171919"/>
                  </a:lnTo>
                  <a:lnTo>
                    <a:pt x="262826" y="165849"/>
                  </a:lnTo>
                  <a:lnTo>
                    <a:pt x="268897" y="156845"/>
                  </a:lnTo>
                  <a:lnTo>
                    <a:pt x="271119" y="145821"/>
                  </a:lnTo>
                  <a:lnTo>
                    <a:pt x="271119" y="28321"/>
                  </a:lnTo>
                  <a:close/>
                </a:path>
                <a:path w="377825" h="174625">
                  <a:moveTo>
                    <a:pt x="377558" y="28321"/>
                  </a:moveTo>
                  <a:lnTo>
                    <a:pt x="375323" y="17297"/>
                  </a:lnTo>
                  <a:lnTo>
                    <a:pt x="369252" y="8293"/>
                  </a:lnTo>
                  <a:lnTo>
                    <a:pt x="360222" y="2222"/>
                  </a:lnTo>
                  <a:lnTo>
                    <a:pt x="349161" y="0"/>
                  </a:lnTo>
                  <a:lnTo>
                    <a:pt x="347548" y="0"/>
                  </a:lnTo>
                  <a:lnTo>
                    <a:pt x="336537" y="2222"/>
                  </a:lnTo>
                  <a:lnTo>
                    <a:pt x="327533" y="8293"/>
                  </a:lnTo>
                  <a:lnTo>
                    <a:pt x="321462" y="17297"/>
                  </a:lnTo>
                  <a:lnTo>
                    <a:pt x="319239" y="28321"/>
                  </a:lnTo>
                  <a:lnTo>
                    <a:pt x="319239" y="145821"/>
                  </a:lnTo>
                  <a:lnTo>
                    <a:pt x="321462" y="156845"/>
                  </a:lnTo>
                  <a:lnTo>
                    <a:pt x="327533" y="165849"/>
                  </a:lnTo>
                  <a:lnTo>
                    <a:pt x="336537" y="171919"/>
                  </a:lnTo>
                  <a:lnTo>
                    <a:pt x="347548" y="174155"/>
                  </a:lnTo>
                  <a:lnTo>
                    <a:pt x="349161" y="174155"/>
                  </a:lnTo>
                  <a:lnTo>
                    <a:pt x="360222" y="171919"/>
                  </a:lnTo>
                  <a:lnTo>
                    <a:pt x="369252" y="165849"/>
                  </a:lnTo>
                  <a:lnTo>
                    <a:pt x="375323" y="156845"/>
                  </a:lnTo>
                  <a:lnTo>
                    <a:pt x="377558" y="145821"/>
                  </a:lnTo>
                  <a:lnTo>
                    <a:pt x="377558" y="28321"/>
                  </a:lnTo>
                  <a:close/>
                </a:path>
              </a:pathLst>
            </a:custGeom>
            <a:solidFill>
              <a:srgbClr val="0F171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" name="object 575" descr=""/>
            <p:cNvSpPr/>
            <p:nvPr/>
          </p:nvSpPr>
          <p:spPr>
            <a:xfrm>
              <a:off x="16202123" y="9242168"/>
              <a:ext cx="422909" cy="685165"/>
            </a:xfrm>
            <a:custGeom>
              <a:avLst/>
              <a:gdLst/>
              <a:ahLst/>
              <a:cxnLst/>
              <a:rect l="l" t="t" r="r" b="b"/>
              <a:pathLst>
                <a:path w="422909" h="685165">
                  <a:moveTo>
                    <a:pt x="422709" y="0"/>
                  </a:moveTo>
                  <a:lnTo>
                    <a:pt x="0" y="0"/>
                  </a:lnTo>
                  <a:lnTo>
                    <a:pt x="0" y="685036"/>
                  </a:lnTo>
                  <a:lnTo>
                    <a:pt x="422709" y="685036"/>
                  </a:lnTo>
                  <a:lnTo>
                    <a:pt x="422709" y="0"/>
                  </a:lnTo>
                  <a:close/>
                </a:path>
              </a:pathLst>
            </a:custGeom>
            <a:solidFill>
              <a:srgbClr val="066B3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" name="object 576" descr=""/>
            <p:cNvSpPr/>
            <p:nvPr/>
          </p:nvSpPr>
          <p:spPr>
            <a:xfrm>
              <a:off x="16202123" y="9242168"/>
              <a:ext cx="422909" cy="685165"/>
            </a:xfrm>
            <a:custGeom>
              <a:avLst/>
              <a:gdLst/>
              <a:ahLst/>
              <a:cxnLst/>
              <a:rect l="l" t="t" r="r" b="b"/>
              <a:pathLst>
                <a:path w="422909" h="685165">
                  <a:moveTo>
                    <a:pt x="422709" y="0"/>
                  </a:moveTo>
                  <a:lnTo>
                    <a:pt x="0" y="0"/>
                  </a:lnTo>
                  <a:lnTo>
                    <a:pt x="0" y="685036"/>
                  </a:lnTo>
                  <a:lnTo>
                    <a:pt x="422709" y="685036"/>
                  </a:lnTo>
                  <a:lnTo>
                    <a:pt x="422709" y="0"/>
                  </a:lnTo>
                  <a:close/>
                </a:path>
              </a:pathLst>
            </a:custGeom>
            <a:solidFill>
              <a:srgbClr val="0F171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" name="object 577" descr=""/>
            <p:cNvSpPr/>
            <p:nvPr/>
          </p:nvSpPr>
          <p:spPr>
            <a:xfrm>
              <a:off x="16284801" y="9285193"/>
              <a:ext cx="257810" cy="590550"/>
            </a:xfrm>
            <a:custGeom>
              <a:avLst/>
              <a:gdLst/>
              <a:ahLst/>
              <a:cxnLst/>
              <a:rect l="l" t="t" r="r" b="b"/>
              <a:pathLst>
                <a:path w="257809" h="590550">
                  <a:moveTo>
                    <a:pt x="257353" y="0"/>
                  </a:moveTo>
                  <a:lnTo>
                    <a:pt x="0" y="0"/>
                  </a:lnTo>
                  <a:lnTo>
                    <a:pt x="0" y="590275"/>
                  </a:lnTo>
                  <a:lnTo>
                    <a:pt x="257353" y="590275"/>
                  </a:lnTo>
                  <a:lnTo>
                    <a:pt x="257353" y="0"/>
                  </a:lnTo>
                  <a:close/>
                </a:path>
              </a:pathLst>
            </a:custGeom>
            <a:solidFill>
              <a:srgbClr val="5499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" name="object 578" descr=""/>
            <p:cNvSpPr/>
            <p:nvPr/>
          </p:nvSpPr>
          <p:spPr>
            <a:xfrm>
              <a:off x="16284790" y="9285204"/>
              <a:ext cx="257810" cy="590550"/>
            </a:xfrm>
            <a:custGeom>
              <a:avLst/>
              <a:gdLst/>
              <a:ahLst/>
              <a:cxnLst/>
              <a:rect l="l" t="t" r="r" b="b"/>
              <a:pathLst>
                <a:path w="257809" h="590550">
                  <a:moveTo>
                    <a:pt x="257365" y="12941"/>
                  </a:moveTo>
                  <a:lnTo>
                    <a:pt x="245478" y="12941"/>
                  </a:lnTo>
                  <a:lnTo>
                    <a:pt x="245478" y="0"/>
                  </a:lnTo>
                  <a:lnTo>
                    <a:pt x="238760" y="0"/>
                  </a:lnTo>
                  <a:lnTo>
                    <a:pt x="238760" y="573087"/>
                  </a:lnTo>
                  <a:lnTo>
                    <a:pt x="220256" y="573087"/>
                  </a:lnTo>
                  <a:lnTo>
                    <a:pt x="220256" y="557453"/>
                  </a:lnTo>
                  <a:lnTo>
                    <a:pt x="238760" y="557453"/>
                  </a:lnTo>
                  <a:lnTo>
                    <a:pt x="238760" y="550748"/>
                  </a:lnTo>
                  <a:lnTo>
                    <a:pt x="220256" y="550748"/>
                  </a:lnTo>
                  <a:lnTo>
                    <a:pt x="220256" y="535114"/>
                  </a:lnTo>
                  <a:lnTo>
                    <a:pt x="238760" y="535114"/>
                  </a:lnTo>
                  <a:lnTo>
                    <a:pt x="238760" y="528396"/>
                  </a:lnTo>
                  <a:lnTo>
                    <a:pt x="220256" y="528396"/>
                  </a:lnTo>
                  <a:lnTo>
                    <a:pt x="220256" y="357873"/>
                  </a:lnTo>
                  <a:lnTo>
                    <a:pt x="238760" y="357873"/>
                  </a:lnTo>
                  <a:lnTo>
                    <a:pt x="238760" y="351155"/>
                  </a:lnTo>
                  <a:lnTo>
                    <a:pt x="220256" y="351155"/>
                  </a:lnTo>
                  <a:lnTo>
                    <a:pt x="220256" y="335521"/>
                  </a:lnTo>
                  <a:lnTo>
                    <a:pt x="238760" y="335521"/>
                  </a:lnTo>
                  <a:lnTo>
                    <a:pt x="238760" y="328815"/>
                  </a:lnTo>
                  <a:lnTo>
                    <a:pt x="220256" y="328815"/>
                  </a:lnTo>
                  <a:lnTo>
                    <a:pt x="220256" y="313182"/>
                  </a:lnTo>
                  <a:lnTo>
                    <a:pt x="238760" y="313182"/>
                  </a:lnTo>
                  <a:lnTo>
                    <a:pt x="238760" y="306463"/>
                  </a:lnTo>
                  <a:lnTo>
                    <a:pt x="220256" y="306463"/>
                  </a:lnTo>
                  <a:lnTo>
                    <a:pt x="220256" y="292569"/>
                  </a:lnTo>
                  <a:lnTo>
                    <a:pt x="238760" y="292569"/>
                  </a:lnTo>
                  <a:lnTo>
                    <a:pt x="238760" y="285864"/>
                  </a:lnTo>
                  <a:lnTo>
                    <a:pt x="220256" y="285864"/>
                  </a:lnTo>
                  <a:lnTo>
                    <a:pt x="220256" y="270230"/>
                  </a:lnTo>
                  <a:lnTo>
                    <a:pt x="238760" y="270230"/>
                  </a:lnTo>
                  <a:lnTo>
                    <a:pt x="238760" y="263512"/>
                  </a:lnTo>
                  <a:lnTo>
                    <a:pt x="220256" y="263512"/>
                  </a:lnTo>
                  <a:lnTo>
                    <a:pt x="220256" y="247878"/>
                  </a:lnTo>
                  <a:lnTo>
                    <a:pt x="238760" y="247878"/>
                  </a:lnTo>
                  <a:lnTo>
                    <a:pt x="238760" y="241173"/>
                  </a:lnTo>
                  <a:lnTo>
                    <a:pt x="220256" y="241173"/>
                  </a:lnTo>
                  <a:lnTo>
                    <a:pt x="220256" y="64338"/>
                  </a:lnTo>
                  <a:lnTo>
                    <a:pt x="238760" y="64338"/>
                  </a:lnTo>
                  <a:lnTo>
                    <a:pt x="238760" y="57632"/>
                  </a:lnTo>
                  <a:lnTo>
                    <a:pt x="220256" y="57632"/>
                  </a:lnTo>
                  <a:lnTo>
                    <a:pt x="220256" y="41998"/>
                  </a:lnTo>
                  <a:lnTo>
                    <a:pt x="238760" y="41998"/>
                  </a:lnTo>
                  <a:lnTo>
                    <a:pt x="238760" y="35280"/>
                  </a:lnTo>
                  <a:lnTo>
                    <a:pt x="220256" y="35280"/>
                  </a:lnTo>
                  <a:lnTo>
                    <a:pt x="220256" y="19646"/>
                  </a:lnTo>
                  <a:lnTo>
                    <a:pt x="238760" y="19646"/>
                  </a:lnTo>
                  <a:lnTo>
                    <a:pt x="238760" y="12941"/>
                  </a:lnTo>
                  <a:lnTo>
                    <a:pt x="220256" y="12941"/>
                  </a:lnTo>
                  <a:lnTo>
                    <a:pt x="220256" y="0"/>
                  </a:lnTo>
                  <a:lnTo>
                    <a:pt x="213537" y="0"/>
                  </a:lnTo>
                  <a:lnTo>
                    <a:pt x="213537" y="573087"/>
                  </a:lnTo>
                  <a:lnTo>
                    <a:pt x="195084" y="573087"/>
                  </a:lnTo>
                  <a:lnTo>
                    <a:pt x="195084" y="557453"/>
                  </a:lnTo>
                  <a:lnTo>
                    <a:pt x="213537" y="557453"/>
                  </a:lnTo>
                  <a:lnTo>
                    <a:pt x="213537" y="550748"/>
                  </a:lnTo>
                  <a:lnTo>
                    <a:pt x="195084" y="550748"/>
                  </a:lnTo>
                  <a:lnTo>
                    <a:pt x="195084" y="535114"/>
                  </a:lnTo>
                  <a:lnTo>
                    <a:pt x="213537" y="535114"/>
                  </a:lnTo>
                  <a:lnTo>
                    <a:pt x="213537" y="528396"/>
                  </a:lnTo>
                  <a:lnTo>
                    <a:pt x="195084" y="528396"/>
                  </a:lnTo>
                  <a:lnTo>
                    <a:pt x="195084" y="357873"/>
                  </a:lnTo>
                  <a:lnTo>
                    <a:pt x="213537" y="357873"/>
                  </a:lnTo>
                  <a:lnTo>
                    <a:pt x="213537" y="351155"/>
                  </a:lnTo>
                  <a:lnTo>
                    <a:pt x="195084" y="351155"/>
                  </a:lnTo>
                  <a:lnTo>
                    <a:pt x="195084" y="335521"/>
                  </a:lnTo>
                  <a:lnTo>
                    <a:pt x="213537" y="335521"/>
                  </a:lnTo>
                  <a:lnTo>
                    <a:pt x="213537" y="328815"/>
                  </a:lnTo>
                  <a:lnTo>
                    <a:pt x="195084" y="328815"/>
                  </a:lnTo>
                  <a:lnTo>
                    <a:pt x="195084" y="313182"/>
                  </a:lnTo>
                  <a:lnTo>
                    <a:pt x="213537" y="313182"/>
                  </a:lnTo>
                  <a:lnTo>
                    <a:pt x="213537" y="306463"/>
                  </a:lnTo>
                  <a:lnTo>
                    <a:pt x="195084" y="306463"/>
                  </a:lnTo>
                  <a:lnTo>
                    <a:pt x="195084" y="292569"/>
                  </a:lnTo>
                  <a:lnTo>
                    <a:pt x="213537" y="292569"/>
                  </a:lnTo>
                  <a:lnTo>
                    <a:pt x="213537" y="285864"/>
                  </a:lnTo>
                  <a:lnTo>
                    <a:pt x="195084" y="285864"/>
                  </a:lnTo>
                  <a:lnTo>
                    <a:pt x="195084" y="270230"/>
                  </a:lnTo>
                  <a:lnTo>
                    <a:pt x="213537" y="270230"/>
                  </a:lnTo>
                  <a:lnTo>
                    <a:pt x="213537" y="263512"/>
                  </a:lnTo>
                  <a:lnTo>
                    <a:pt x="195084" y="263512"/>
                  </a:lnTo>
                  <a:lnTo>
                    <a:pt x="195084" y="247878"/>
                  </a:lnTo>
                  <a:lnTo>
                    <a:pt x="213537" y="247878"/>
                  </a:lnTo>
                  <a:lnTo>
                    <a:pt x="213537" y="241173"/>
                  </a:lnTo>
                  <a:lnTo>
                    <a:pt x="195084" y="241173"/>
                  </a:lnTo>
                  <a:lnTo>
                    <a:pt x="195084" y="64338"/>
                  </a:lnTo>
                  <a:lnTo>
                    <a:pt x="213537" y="64338"/>
                  </a:lnTo>
                  <a:lnTo>
                    <a:pt x="213537" y="57632"/>
                  </a:lnTo>
                  <a:lnTo>
                    <a:pt x="195084" y="57632"/>
                  </a:lnTo>
                  <a:lnTo>
                    <a:pt x="195084" y="41998"/>
                  </a:lnTo>
                  <a:lnTo>
                    <a:pt x="213537" y="41998"/>
                  </a:lnTo>
                  <a:lnTo>
                    <a:pt x="213537" y="35280"/>
                  </a:lnTo>
                  <a:lnTo>
                    <a:pt x="195084" y="35280"/>
                  </a:lnTo>
                  <a:lnTo>
                    <a:pt x="195084" y="19646"/>
                  </a:lnTo>
                  <a:lnTo>
                    <a:pt x="213537" y="19646"/>
                  </a:lnTo>
                  <a:lnTo>
                    <a:pt x="213537" y="12941"/>
                  </a:lnTo>
                  <a:lnTo>
                    <a:pt x="195084" y="12941"/>
                  </a:lnTo>
                  <a:lnTo>
                    <a:pt x="195084" y="0"/>
                  </a:lnTo>
                  <a:lnTo>
                    <a:pt x="188366" y="0"/>
                  </a:lnTo>
                  <a:lnTo>
                    <a:pt x="188366" y="573087"/>
                  </a:lnTo>
                  <a:lnTo>
                    <a:pt x="169849" y="573087"/>
                  </a:lnTo>
                  <a:lnTo>
                    <a:pt x="169849" y="557453"/>
                  </a:lnTo>
                  <a:lnTo>
                    <a:pt x="188366" y="557453"/>
                  </a:lnTo>
                  <a:lnTo>
                    <a:pt x="188366" y="550748"/>
                  </a:lnTo>
                  <a:lnTo>
                    <a:pt x="169849" y="550748"/>
                  </a:lnTo>
                  <a:lnTo>
                    <a:pt x="169849" y="535114"/>
                  </a:lnTo>
                  <a:lnTo>
                    <a:pt x="188366" y="535114"/>
                  </a:lnTo>
                  <a:lnTo>
                    <a:pt x="188366" y="528396"/>
                  </a:lnTo>
                  <a:lnTo>
                    <a:pt x="169849" y="528396"/>
                  </a:lnTo>
                  <a:lnTo>
                    <a:pt x="169849" y="357873"/>
                  </a:lnTo>
                  <a:lnTo>
                    <a:pt x="188366" y="357873"/>
                  </a:lnTo>
                  <a:lnTo>
                    <a:pt x="188366" y="351155"/>
                  </a:lnTo>
                  <a:lnTo>
                    <a:pt x="169849" y="351155"/>
                  </a:lnTo>
                  <a:lnTo>
                    <a:pt x="169849" y="335521"/>
                  </a:lnTo>
                  <a:lnTo>
                    <a:pt x="188366" y="335521"/>
                  </a:lnTo>
                  <a:lnTo>
                    <a:pt x="188366" y="328815"/>
                  </a:lnTo>
                  <a:lnTo>
                    <a:pt x="169849" y="328815"/>
                  </a:lnTo>
                  <a:lnTo>
                    <a:pt x="169849" y="313182"/>
                  </a:lnTo>
                  <a:lnTo>
                    <a:pt x="188366" y="313182"/>
                  </a:lnTo>
                  <a:lnTo>
                    <a:pt x="188366" y="306463"/>
                  </a:lnTo>
                  <a:lnTo>
                    <a:pt x="169849" y="306463"/>
                  </a:lnTo>
                  <a:lnTo>
                    <a:pt x="169849" y="292569"/>
                  </a:lnTo>
                  <a:lnTo>
                    <a:pt x="188366" y="292569"/>
                  </a:lnTo>
                  <a:lnTo>
                    <a:pt x="188366" y="285864"/>
                  </a:lnTo>
                  <a:lnTo>
                    <a:pt x="169849" y="285864"/>
                  </a:lnTo>
                  <a:lnTo>
                    <a:pt x="169849" y="270230"/>
                  </a:lnTo>
                  <a:lnTo>
                    <a:pt x="188366" y="270230"/>
                  </a:lnTo>
                  <a:lnTo>
                    <a:pt x="188366" y="263512"/>
                  </a:lnTo>
                  <a:lnTo>
                    <a:pt x="169849" y="263512"/>
                  </a:lnTo>
                  <a:lnTo>
                    <a:pt x="169849" y="247878"/>
                  </a:lnTo>
                  <a:lnTo>
                    <a:pt x="188366" y="247878"/>
                  </a:lnTo>
                  <a:lnTo>
                    <a:pt x="188366" y="241173"/>
                  </a:lnTo>
                  <a:lnTo>
                    <a:pt x="169849" y="241173"/>
                  </a:lnTo>
                  <a:lnTo>
                    <a:pt x="169849" y="64338"/>
                  </a:lnTo>
                  <a:lnTo>
                    <a:pt x="188366" y="64338"/>
                  </a:lnTo>
                  <a:lnTo>
                    <a:pt x="188366" y="57632"/>
                  </a:lnTo>
                  <a:lnTo>
                    <a:pt x="169849" y="57632"/>
                  </a:lnTo>
                  <a:lnTo>
                    <a:pt x="169849" y="41998"/>
                  </a:lnTo>
                  <a:lnTo>
                    <a:pt x="188366" y="41998"/>
                  </a:lnTo>
                  <a:lnTo>
                    <a:pt x="188366" y="35280"/>
                  </a:lnTo>
                  <a:lnTo>
                    <a:pt x="169849" y="35280"/>
                  </a:lnTo>
                  <a:lnTo>
                    <a:pt x="169849" y="19646"/>
                  </a:lnTo>
                  <a:lnTo>
                    <a:pt x="188366" y="19646"/>
                  </a:lnTo>
                  <a:lnTo>
                    <a:pt x="188366" y="12941"/>
                  </a:lnTo>
                  <a:lnTo>
                    <a:pt x="169849" y="12941"/>
                  </a:lnTo>
                  <a:lnTo>
                    <a:pt x="169849" y="0"/>
                  </a:lnTo>
                  <a:lnTo>
                    <a:pt x="163131" y="0"/>
                  </a:lnTo>
                  <a:lnTo>
                    <a:pt x="163131" y="573087"/>
                  </a:lnTo>
                  <a:lnTo>
                    <a:pt x="144614" y="573087"/>
                  </a:lnTo>
                  <a:lnTo>
                    <a:pt x="144614" y="557453"/>
                  </a:lnTo>
                  <a:lnTo>
                    <a:pt x="163131" y="557453"/>
                  </a:lnTo>
                  <a:lnTo>
                    <a:pt x="163131" y="550748"/>
                  </a:lnTo>
                  <a:lnTo>
                    <a:pt x="144614" y="550748"/>
                  </a:lnTo>
                  <a:lnTo>
                    <a:pt x="144614" y="535114"/>
                  </a:lnTo>
                  <a:lnTo>
                    <a:pt x="163131" y="535114"/>
                  </a:lnTo>
                  <a:lnTo>
                    <a:pt x="163131" y="528396"/>
                  </a:lnTo>
                  <a:lnTo>
                    <a:pt x="144614" y="528396"/>
                  </a:lnTo>
                  <a:lnTo>
                    <a:pt x="144614" y="357873"/>
                  </a:lnTo>
                  <a:lnTo>
                    <a:pt x="163131" y="357873"/>
                  </a:lnTo>
                  <a:lnTo>
                    <a:pt x="163131" y="351155"/>
                  </a:lnTo>
                  <a:lnTo>
                    <a:pt x="144614" y="351155"/>
                  </a:lnTo>
                  <a:lnTo>
                    <a:pt x="144614" y="335521"/>
                  </a:lnTo>
                  <a:lnTo>
                    <a:pt x="163131" y="335521"/>
                  </a:lnTo>
                  <a:lnTo>
                    <a:pt x="163131" y="328815"/>
                  </a:lnTo>
                  <a:lnTo>
                    <a:pt x="144614" y="328815"/>
                  </a:lnTo>
                  <a:lnTo>
                    <a:pt x="144614" y="313182"/>
                  </a:lnTo>
                  <a:lnTo>
                    <a:pt x="163131" y="313182"/>
                  </a:lnTo>
                  <a:lnTo>
                    <a:pt x="163131" y="306463"/>
                  </a:lnTo>
                  <a:lnTo>
                    <a:pt x="144614" y="306463"/>
                  </a:lnTo>
                  <a:lnTo>
                    <a:pt x="144614" y="292569"/>
                  </a:lnTo>
                  <a:lnTo>
                    <a:pt x="163131" y="292569"/>
                  </a:lnTo>
                  <a:lnTo>
                    <a:pt x="163131" y="285864"/>
                  </a:lnTo>
                  <a:lnTo>
                    <a:pt x="144614" y="285864"/>
                  </a:lnTo>
                  <a:lnTo>
                    <a:pt x="144614" y="270230"/>
                  </a:lnTo>
                  <a:lnTo>
                    <a:pt x="163131" y="270230"/>
                  </a:lnTo>
                  <a:lnTo>
                    <a:pt x="163131" y="263512"/>
                  </a:lnTo>
                  <a:lnTo>
                    <a:pt x="144614" y="263512"/>
                  </a:lnTo>
                  <a:lnTo>
                    <a:pt x="144614" y="247878"/>
                  </a:lnTo>
                  <a:lnTo>
                    <a:pt x="163131" y="247878"/>
                  </a:lnTo>
                  <a:lnTo>
                    <a:pt x="163131" y="241173"/>
                  </a:lnTo>
                  <a:lnTo>
                    <a:pt x="144614" y="241173"/>
                  </a:lnTo>
                  <a:lnTo>
                    <a:pt x="144614" y="64338"/>
                  </a:lnTo>
                  <a:lnTo>
                    <a:pt x="163131" y="64338"/>
                  </a:lnTo>
                  <a:lnTo>
                    <a:pt x="163131" y="57632"/>
                  </a:lnTo>
                  <a:lnTo>
                    <a:pt x="144614" y="57632"/>
                  </a:lnTo>
                  <a:lnTo>
                    <a:pt x="144614" y="41998"/>
                  </a:lnTo>
                  <a:lnTo>
                    <a:pt x="163131" y="41998"/>
                  </a:lnTo>
                  <a:lnTo>
                    <a:pt x="163131" y="35280"/>
                  </a:lnTo>
                  <a:lnTo>
                    <a:pt x="144614" y="35280"/>
                  </a:lnTo>
                  <a:lnTo>
                    <a:pt x="144614" y="19646"/>
                  </a:lnTo>
                  <a:lnTo>
                    <a:pt x="163131" y="19646"/>
                  </a:lnTo>
                  <a:lnTo>
                    <a:pt x="163131" y="12941"/>
                  </a:lnTo>
                  <a:lnTo>
                    <a:pt x="144614" y="12941"/>
                  </a:lnTo>
                  <a:lnTo>
                    <a:pt x="144614" y="0"/>
                  </a:lnTo>
                  <a:lnTo>
                    <a:pt x="137909" y="0"/>
                  </a:lnTo>
                  <a:lnTo>
                    <a:pt x="137909" y="573087"/>
                  </a:lnTo>
                  <a:lnTo>
                    <a:pt x="119380" y="573087"/>
                  </a:lnTo>
                  <a:lnTo>
                    <a:pt x="119380" y="557453"/>
                  </a:lnTo>
                  <a:lnTo>
                    <a:pt x="137909" y="557453"/>
                  </a:lnTo>
                  <a:lnTo>
                    <a:pt x="137909" y="550748"/>
                  </a:lnTo>
                  <a:lnTo>
                    <a:pt x="119380" y="550748"/>
                  </a:lnTo>
                  <a:lnTo>
                    <a:pt x="119380" y="535114"/>
                  </a:lnTo>
                  <a:lnTo>
                    <a:pt x="137909" y="535114"/>
                  </a:lnTo>
                  <a:lnTo>
                    <a:pt x="137909" y="528396"/>
                  </a:lnTo>
                  <a:lnTo>
                    <a:pt x="119380" y="528396"/>
                  </a:lnTo>
                  <a:lnTo>
                    <a:pt x="119380" y="357873"/>
                  </a:lnTo>
                  <a:lnTo>
                    <a:pt x="137909" y="357873"/>
                  </a:lnTo>
                  <a:lnTo>
                    <a:pt x="137909" y="351155"/>
                  </a:lnTo>
                  <a:lnTo>
                    <a:pt x="119380" y="351155"/>
                  </a:lnTo>
                  <a:lnTo>
                    <a:pt x="119380" y="335521"/>
                  </a:lnTo>
                  <a:lnTo>
                    <a:pt x="137909" y="335521"/>
                  </a:lnTo>
                  <a:lnTo>
                    <a:pt x="137909" y="328815"/>
                  </a:lnTo>
                  <a:lnTo>
                    <a:pt x="119380" y="328815"/>
                  </a:lnTo>
                  <a:lnTo>
                    <a:pt x="119380" y="313182"/>
                  </a:lnTo>
                  <a:lnTo>
                    <a:pt x="137909" y="313182"/>
                  </a:lnTo>
                  <a:lnTo>
                    <a:pt x="137909" y="306463"/>
                  </a:lnTo>
                  <a:lnTo>
                    <a:pt x="119380" y="306463"/>
                  </a:lnTo>
                  <a:lnTo>
                    <a:pt x="119380" y="292569"/>
                  </a:lnTo>
                  <a:lnTo>
                    <a:pt x="137909" y="292569"/>
                  </a:lnTo>
                  <a:lnTo>
                    <a:pt x="137909" y="285864"/>
                  </a:lnTo>
                  <a:lnTo>
                    <a:pt x="119380" y="285864"/>
                  </a:lnTo>
                  <a:lnTo>
                    <a:pt x="119380" y="270230"/>
                  </a:lnTo>
                  <a:lnTo>
                    <a:pt x="137909" y="270230"/>
                  </a:lnTo>
                  <a:lnTo>
                    <a:pt x="137909" y="263512"/>
                  </a:lnTo>
                  <a:lnTo>
                    <a:pt x="119380" y="263512"/>
                  </a:lnTo>
                  <a:lnTo>
                    <a:pt x="119380" y="247878"/>
                  </a:lnTo>
                  <a:lnTo>
                    <a:pt x="137909" y="247878"/>
                  </a:lnTo>
                  <a:lnTo>
                    <a:pt x="137909" y="241173"/>
                  </a:lnTo>
                  <a:lnTo>
                    <a:pt x="119380" y="241173"/>
                  </a:lnTo>
                  <a:lnTo>
                    <a:pt x="119380" y="64338"/>
                  </a:lnTo>
                  <a:lnTo>
                    <a:pt x="137909" y="64338"/>
                  </a:lnTo>
                  <a:lnTo>
                    <a:pt x="137909" y="57632"/>
                  </a:lnTo>
                  <a:lnTo>
                    <a:pt x="119380" y="57632"/>
                  </a:lnTo>
                  <a:lnTo>
                    <a:pt x="119380" y="41998"/>
                  </a:lnTo>
                  <a:lnTo>
                    <a:pt x="137909" y="41998"/>
                  </a:lnTo>
                  <a:lnTo>
                    <a:pt x="137909" y="35280"/>
                  </a:lnTo>
                  <a:lnTo>
                    <a:pt x="119380" y="35280"/>
                  </a:lnTo>
                  <a:lnTo>
                    <a:pt x="119380" y="19646"/>
                  </a:lnTo>
                  <a:lnTo>
                    <a:pt x="137909" y="19646"/>
                  </a:lnTo>
                  <a:lnTo>
                    <a:pt x="137909" y="12941"/>
                  </a:lnTo>
                  <a:lnTo>
                    <a:pt x="119380" y="12941"/>
                  </a:lnTo>
                  <a:lnTo>
                    <a:pt x="119380" y="0"/>
                  </a:lnTo>
                  <a:lnTo>
                    <a:pt x="112674" y="0"/>
                  </a:lnTo>
                  <a:lnTo>
                    <a:pt x="112674" y="573087"/>
                  </a:lnTo>
                  <a:lnTo>
                    <a:pt x="94208" y="573087"/>
                  </a:lnTo>
                  <a:lnTo>
                    <a:pt x="94208" y="557453"/>
                  </a:lnTo>
                  <a:lnTo>
                    <a:pt x="112674" y="557453"/>
                  </a:lnTo>
                  <a:lnTo>
                    <a:pt x="112674" y="550748"/>
                  </a:lnTo>
                  <a:lnTo>
                    <a:pt x="94208" y="550748"/>
                  </a:lnTo>
                  <a:lnTo>
                    <a:pt x="94208" y="535114"/>
                  </a:lnTo>
                  <a:lnTo>
                    <a:pt x="112674" y="535114"/>
                  </a:lnTo>
                  <a:lnTo>
                    <a:pt x="112674" y="528396"/>
                  </a:lnTo>
                  <a:lnTo>
                    <a:pt x="94208" y="528396"/>
                  </a:lnTo>
                  <a:lnTo>
                    <a:pt x="94208" y="357873"/>
                  </a:lnTo>
                  <a:lnTo>
                    <a:pt x="112674" y="357873"/>
                  </a:lnTo>
                  <a:lnTo>
                    <a:pt x="112674" y="351155"/>
                  </a:lnTo>
                  <a:lnTo>
                    <a:pt x="94208" y="351155"/>
                  </a:lnTo>
                  <a:lnTo>
                    <a:pt x="94208" y="335521"/>
                  </a:lnTo>
                  <a:lnTo>
                    <a:pt x="112674" y="335521"/>
                  </a:lnTo>
                  <a:lnTo>
                    <a:pt x="112674" y="328815"/>
                  </a:lnTo>
                  <a:lnTo>
                    <a:pt x="94208" y="328815"/>
                  </a:lnTo>
                  <a:lnTo>
                    <a:pt x="94208" y="313182"/>
                  </a:lnTo>
                  <a:lnTo>
                    <a:pt x="112674" y="313182"/>
                  </a:lnTo>
                  <a:lnTo>
                    <a:pt x="112674" y="306463"/>
                  </a:lnTo>
                  <a:lnTo>
                    <a:pt x="94208" y="306463"/>
                  </a:lnTo>
                  <a:lnTo>
                    <a:pt x="94208" y="292569"/>
                  </a:lnTo>
                  <a:lnTo>
                    <a:pt x="112674" y="292569"/>
                  </a:lnTo>
                  <a:lnTo>
                    <a:pt x="112674" y="285864"/>
                  </a:lnTo>
                  <a:lnTo>
                    <a:pt x="94208" y="285864"/>
                  </a:lnTo>
                  <a:lnTo>
                    <a:pt x="94208" y="270230"/>
                  </a:lnTo>
                  <a:lnTo>
                    <a:pt x="112674" y="270230"/>
                  </a:lnTo>
                  <a:lnTo>
                    <a:pt x="112674" y="263512"/>
                  </a:lnTo>
                  <a:lnTo>
                    <a:pt x="94208" y="263512"/>
                  </a:lnTo>
                  <a:lnTo>
                    <a:pt x="94208" y="247878"/>
                  </a:lnTo>
                  <a:lnTo>
                    <a:pt x="112674" y="247878"/>
                  </a:lnTo>
                  <a:lnTo>
                    <a:pt x="112674" y="241173"/>
                  </a:lnTo>
                  <a:lnTo>
                    <a:pt x="94208" y="241173"/>
                  </a:lnTo>
                  <a:lnTo>
                    <a:pt x="94208" y="64338"/>
                  </a:lnTo>
                  <a:lnTo>
                    <a:pt x="112674" y="64338"/>
                  </a:lnTo>
                  <a:lnTo>
                    <a:pt x="112674" y="57632"/>
                  </a:lnTo>
                  <a:lnTo>
                    <a:pt x="94208" y="57632"/>
                  </a:lnTo>
                  <a:lnTo>
                    <a:pt x="94208" y="41998"/>
                  </a:lnTo>
                  <a:lnTo>
                    <a:pt x="112674" y="41998"/>
                  </a:lnTo>
                  <a:lnTo>
                    <a:pt x="112674" y="35280"/>
                  </a:lnTo>
                  <a:lnTo>
                    <a:pt x="94208" y="35280"/>
                  </a:lnTo>
                  <a:lnTo>
                    <a:pt x="94208" y="19646"/>
                  </a:lnTo>
                  <a:lnTo>
                    <a:pt x="112674" y="19646"/>
                  </a:lnTo>
                  <a:lnTo>
                    <a:pt x="112674" y="12941"/>
                  </a:lnTo>
                  <a:lnTo>
                    <a:pt x="94208" y="12941"/>
                  </a:lnTo>
                  <a:lnTo>
                    <a:pt x="94208" y="0"/>
                  </a:lnTo>
                  <a:lnTo>
                    <a:pt x="87503" y="0"/>
                  </a:lnTo>
                  <a:lnTo>
                    <a:pt x="87503" y="573087"/>
                  </a:lnTo>
                  <a:lnTo>
                    <a:pt x="68986" y="573087"/>
                  </a:lnTo>
                  <a:lnTo>
                    <a:pt x="68986" y="557453"/>
                  </a:lnTo>
                  <a:lnTo>
                    <a:pt x="87503" y="557453"/>
                  </a:lnTo>
                  <a:lnTo>
                    <a:pt x="87503" y="550748"/>
                  </a:lnTo>
                  <a:lnTo>
                    <a:pt x="68986" y="550748"/>
                  </a:lnTo>
                  <a:lnTo>
                    <a:pt x="68986" y="535114"/>
                  </a:lnTo>
                  <a:lnTo>
                    <a:pt x="87503" y="535114"/>
                  </a:lnTo>
                  <a:lnTo>
                    <a:pt x="87503" y="528396"/>
                  </a:lnTo>
                  <a:lnTo>
                    <a:pt x="68986" y="528396"/>
                  </a:lnTo>
                  <a:lnTo>
                    <a:pt x="68986" y="357873"/>
                  </a:lnTo>
                  <a:lnTo>
                    <a:pt x="87503" y="357873"/>
                  </a:lnTo>
                  <a:lnTo>
                    <a:pt x="87503" y="351155"/>
                  </a:lnTo>
                  <a:lnTo>
                    <a:pt x="68986" y="351155"/>
                  </a:lnTo>
                  <a:lnTo>
                    <a:pt x="68986" y="335521"/>
                  </a:lnTo>
                  <a:lnTo>
                    <a:pt x="87503" y="335521"/>
                  </a:lnTo>
                  <a:lnTo>
                    <a:pt x="87503" y="328815"/>
                  </a:lnTo>
                  <a:lnTo>
                    <a:pt x="68986" y="328815"/>
                  </a:lnTo>
                  <a:lnTo>
                    <a:pt x="68986" y="313182"/>
                  </a:lnTo>
                  <a:lnTo>
                    <a:pt x="87503" y="313182"/>
                  </a:lnTo>
                  <a:lnTo>
                    <a:pt x="87503" y="306463"/>
                  </a:lnTo>
                  <a:lnTo>
                    <a:pt x="68986" y="306463"/>
                  </a:lnTo>
                  <a:lnTo>
                    <a:pt x="68986" y="292569"/>
                  </a:lnTo>
                  <a:lnTo>
                    <a:pt x="87503" y="292569"/>
                  </a:lnTo>
                  <a:lnTo>
                    <a:pt x="87503" y="285864"/>
                  </a:lnTo>
                  <a:lnTo>
                    <a:pt x="68986" y="285864"/>
                  </a:lnTo>
                  <a:lnTo>
                    <a:pt x="68986" y="270230"/>
                  </a:lnTo>
                  <a:lnTo>
                    <a:pt x="87503" y="270230"/>
                  </a:lnTo>
                  <a:lnTo>
                    <a:pt x="87503" y="263512"/>
                  </a:lnTo>
                  <a:lnTo>
                    <a:pt x="68986" y="263512"/>
                  </a:lnTo>
                  <a:lnTo>
                    <a:pt x="68986" y="247878"/>
                  </a:lnTo>
                  <a:lnTo>
                    <a:pt x="87503" y="247878"/>
                  </a:lnTo>
                  <a:lnTo>
                    <a:pt x="87503" y="241173"/>
                  </a:lnTo>
                  <a:lnTo>
                    <a:pt x="68986" y="241173"/>
                  </a:lnTo>
                  <a:lnTo>
                    <a:pt x="68986" y="64338"/>
                  </a:lnTo>
                  <a:lnTo>
                    <a:pt x="87503" y="64338"/>
                  </a:lnTo>
                  <a:lnTo>
                    <a:pt x="87503" y="57632"/>
                  </a:lnTo>
                  <a:lnTo>
                    <a:pt x="68986" y="57632"/>
                  </a:lnTo>
                  <a:lnTo>
                    <a:pt x="68986" y="41998"/>
                  </a:lnTo>
                  <a:lnTo>
                    <a:pt x="87503" y="41998"/>
                  </a:lnTo>
                  <a:lnTo>
                    <a:pt x="87503" y="35280"/>
                  </a:lnTo>
                  <a:lnTo>
                    <a:pt x="68986" y="35280"/>
                  </a:lnTo>
                  <a:lnTo>
                    <a:pt x="68986" y="19646"/>
                  </a:lnTo>
                  <a:lnTo>
                    <a:pt x="87503" y="19646"/>
                  </a:lnTo>
                  <a:lnTo>
                    <a:pt x="87503" y="12941"/>
                  </a:lnTo>
                  <a:lnTo>
                    <a:pt x="68986" y="12941"/>
                  </a:lnTo>
                  <a:lnTo>
                    <a:pt x="68986" y="0"/>
                  </a:lnTo>
                  <a:lnTo>
                    <a:pt x="62280" y="0"/>
                  </a:lnTo>
                  <a:lnTo>
                    <a:pt x="62280" y="573087"/>
                  </a:lnTo>
                  <a:lnTo>
                    <a:pt x="43751" y="573087"/>
                  </a:lnTo>
                  <a:lnTo>
                    <a:pt x="43751" y="557453"/>
                  </a:lnTo>
                  <a:lnTo>
                    <a:pt x="62280" y="557453"/>
                  </a:lnTo>
                  <a:lnTo>
                    <a:pt x="62280" y="550748"/>
                  </a:lnTo>
                  <a:lnTo>
                    <a:pt x="43751" y="550748"/>
                  </a:lnTo>
                  <a:lnTo>
                    <a:pt x="43751" y="535114"/>
                  </a:lnTo>
                  <a:lnTo>
                    <a:pt x="62280" y="535114"/>
                  </a:lnTo>
                  <a:lnTo>
                    <a:pt x="62280" y="528396"/>
                  </a:lnTo>
                  <a:lnTo>
                    <a:pt x="43751" y="528396"/>
                  </a:lnTo>
                  <a:lnTo>
                    <a:pt x="43751" y="357873"/>
                  </a:lnTo>
                  <a:lnTo>
                    <a:pt x="62280" y="357873"/>
                  </a:lnTo>
                  <a:lnTo>
                    <a:pt x="62280" y="351155"/>
                  </a:lnTo>
                  <a:lnTo>
                    <a:pt x="43751" y="351155"/>
                  </a:lnTo>
                  <a:lnTo>
                    <a:pt x="43751" y="335521"/>
                  </a:lnTo>
                  <a:lnTo>
                    <a:pt x="62280" y="335521"/>
                  </a:lnTo>
                  <a:lnTo>
                    <a:pt x="62280" y="328815"/>
                  </a:lnTo>
                  <a:lnTo>
                    <a:pt x="43751" y="328815"/>
                  </a:lnTo>
                  <a:lnTo>
                    <a:pt x="43751" y="313182"/>
                  </a:lnTo>
                  <a:lnTo>
                    <a:pt x="62280" y="313182"/>
                  </a:lnTo>
                  <a:lnTo>
                    <a:pt x="62280" y="306463"/>
                  </a:lnTo>
                  <a:lnTo>
                    <a:pt x="43751" y="306463"/>
                  </a:lnTo>
                  <a:lnTo>
                    <a:pt x="43751" y="292569"/>
                  </a:lnTo>
                  <a:lnTo>
                    <a:pt x="62280" y="292569"/>
                  </a:lnTo>
                  <a:lnTo>
                    <a:pt x="62280" y="285864"/>
                  </a:lnTo>
                  <a:lnTo>
                    <a:pt x="43751" y="285864"/>
                  </a:lnTo>
                  <a:lnTo>
                    <a:pt x="43751" y="270230"/>
                  </a:lnTo>
                  <a:lnTo>
                    <a:pt x="62280" y="270230"/>
                  </a:lnTo>
                  <a:lnTo>
                    <a:pt x="62280" y="263512"/>
                  </a:lnTo>
                  <a:lnTo>
                    <a:pt x="43751" y="263512"/>
                  </a:lnTo>
                  <a:lnTo>
                    <a:pt x="43751" y="247878"/>
                  </a:lnTo>
                  <a:lnTo>
                    <a:pt x="62280" y="247878"/>
                  </a:lnTo>
                  <a:lnTo>
                    <a:pt x="62280" y="241173"/>
                  </a:lnTo>
                  <a:lnTo>
                    <a:pt x="43751" y="241173"/>
                  </a:lnTo>
                  <a:lnTo>
                    <a:pt x="43751" y="64338"/>
                  </a:lnTo>
                  <a:lnTo>
                    <a:pt x="62280" y="64338"/>
                  </a:lnTo>
                  <a:lnTo>
                    <a:pt x="62280" y="57632"/>
                  </a:lnTo>
                  <a:lnTo>
                    <a:pt x="43751" y="57632"/>
                  </a:lnTo>
                  <a:lnTo>
                    <a:pt x="43751" y="41998"/>
                  </a:lnTo>
                  <a:lnTo>
                    <a:pt x="62280" y="41998"/>
                  </a:lnTo>
                  <a:lnTo>
                    <a:pt x="62280" y="35280"/>
                  </a:lnTo>
                  <a:lnTo>
                    <a:pt x="43751" y="35280"/>
                  </a:lnTo>
                  <a:lnTo>
                    <a:pt x="43751" y="19646"/>
                  </a:lnTo>
                  <a:lnTo>
                    <a:pt x="62280" y="19646"/>
                  </a:lnTo>
                  <a:lnTo>
                    <a:pt x="62280" y="12941"/>
                  </a:lnTo>
                  <a:lnTo>
                    <a:pt x="43751" y="12941"/>
                  </a:lnTo>
                  <a:lnTo>
                    <a:pt x="43751" y="0"/>
                  </a:lnTo>
                  <a:lnTo>
                    <a:pt x="37045" y="0"/>
                  </a:lnTo>
                  <a:lnTo>
                    <a:pt x="37045" y="573087"/>
                  </a:lnTo>
                  <a:lnTo>
                    <a:pt x="18592" y="573087"/>
                  </a:lnTo>
                  <a:lnTo>
                    <a:pt x="18592" y="557453"/>
                  </a:lnTo>
                  <a:lnTo>
                    <a:pt x="37045" y="557453"/>
                  </a:lnTo>
                  <a:lnTo>
                    <a:pt x="37045" y="550748"/>
                  </a:lnTo>
                  <a:lnTo>
                    <a:pt x="18592" y="550748"/>
                  </a:lnTo>
                  <a:lnTo>
                    <a:pt x="18592" y="535114"/>
                  </a:lnTo>
                  <a:lnTo>
                    <a:pt x="37045" y="535114"/>
                  </a:lnTo>
                  <a:lnTo>
                    <a:pt x="37045" y="528396"/>
                  </a:lnTo>
                  <a:lnTo>
                    <a:pt x="18592" y="528396"/>
                  </a:lnTo>
                  <a:lnTo>
                    <a:pt x="18592" y="357873"/>
                  </a:lnTo>
                  <a:lnTo>
                    <a:pt x="37045" y="357873"/>
                  </a:lnTo>
                  <a:lnTo>
                    <a:pt x="37045" y="351155"/>
                  </a:lnTo>
                  <a:lnTo>
                    <a:pt x="18592" y="351155"/>
                  </a:lnTo>
                  <a:lnTo>
                    <a:pt x="18592" y="335521"/>
                  </a:lnTo>
                  <a:lnTo>
                    <a:pt x="37045" y="335521"/>
                  </a:lnTo>
                  <a:lnTo>
                    <a:pt x="37045" y="328815"/>
                  </a:lnTo>
                  <a:lnTo>
                    <a:pt x="18592" y="328815"/>
                  </a:lnTo>
                  <a:lnTo>
                    <a:pt x="18592" y="313182"/>
                  </a:lnTo>
                  <a:lnTo>
                    <a:pt x="37045" y="313182"/>
                  </a:lnTo>
                  <a:lnTo>
                    <a:pt x="37045" y="306463"/>
                  </a:lnTo>
                  <a:lnTo>
                    <a:pt x="18592" y="306463"/>
                  </a:lnTo>
                  <a:lnTo>
                    <a:pt x="18592" y="292569"/>
                  </a:lnTo>
                  <a:lnTo>
                    <a:pt x="37045" y="292569"/>
                  </a:lnTo>
                  <a:lnTo>
                    <a:pt x="37045" y="285864"/>
                  </a:lnTo>
                  <a:lnTo>
                    <a:pt x="18592" y="285864"/>
                  </a:lnTo>
                  <a:lnTo>
                    <a:pt x="18592" y="270230"/>
                  </a:lnTo>
                  <a:lnTo>
                    <a:pt x="37045" y="270230"/>
                  </a:lnTo>
                  <a:lnTo>
                    <a:pt x="37045" y="263512"/>
                  </a:lnTo>
                  <a:lnTo>
                    <a:pt x="18592" y="263512"/>
                  </a:lnTo>
                  <a:lnTo>
                    <a:pt x="18592" y="247878"/>
                  </a:lnTo>
                  <a:lnTo>
                    <a:pt x="37045" y="247878"/>
                  </a:lnTo>
                  <a:lnTo>
                    <a:pt x="37045" y="241173"/>
                  </a:lnTo>
                  <a:lnTo>
                    <a:pt x="18592" y="241173"/>
                  </a:lnTo>
                  <a:lnTo>
                    <a:pt x="18592" y="64338"/>
                  </a:lnTo>
                  <a:lnTo>
                    <a:pt x="37045" y="64338"/>
                  </a:lnTo>
                  <a:lnTo>
                    <a:pt x="37045" y="57632"/>
                  </a:lnTo>
                  <a:lnTo>
                    <a:pt x="18592" y="57632"/>
                  </a:lnTo>
                  <a:lnTo>
                    <a:pt x="18592" y="41998"/>
                  </a:lnTo>
                  <a:lnTo>
                    <a:pt x="37045" y="41998"/>
                  </a:lnTo>
                  <a:lnTo>
                    <a:pt x="37045" y="35280"/>
                  </a:lnTo>
                  <a:lnTo>
                    <a:pt x="18592" y="35280"/>
                  </a:lnTo>
                  <a:lnTo>
                    <a:pt x="18592" y="19646"/>
                  </a:lnTo>
                  <a:lnTo>
                    <a:pt x="37045" y="19646"/>
                  </a:lnTo>
                  <a:lnTo>
                    <a:pt x="37045" y="12941"/>
                  </a:lnTo>
                  <a:lnTo>
                    <a:pt x="18592" y="12941"/>
                  </a:lnTo>
                  <a:lnTo>
                    <a:pt x="18592" y="0"/>
                  </a:lnTo>
                  <a:lnTo>
                    <a:pt x="11874" y="0"/>
                  </a:lnTo>
                  <a:lnTo>
                    <a:pt x="11874" y="12941"/>
                  </a:lnTo>
                  <a:lnTo>
                    <a:pt x="0" y="12941"/>
                  </a:lnTo>
                  <a:lnTo>
                    <a:pt x="0" y="19646"/>
                  </a:lnTo>
                  <a:lnTo>
                    <a:pt x="11874" y="19646"/>
                  </a:lnTo>
                  <a:lnTo>
                    <a:pt x="11874" y="35280"/>
                  </a:lnTo>
                  <a:lnTo>
                    <a:pt x="0" y="35280"/>
                  </a:lnTo>
                  <a:lnTo>
                    <a:pt x="0" y="41998"/>
                  </a:lnTo>
                  <a:lnTo>
                    <a:pt x="11874" y="41998"/>
                  </a:lnTo>
                  <a:lnTo>
                    <a:pt x="11874" y="57632"/>
                  </a:lnTo>
                  <a:lnTo>
                    <a:pt x="0" y="57632"/>
                  </a:lnTo>
                  <a:lnTo>
                    <a:pt x="0" y="64338"/>
                  </a:lnTo>
                  <a:lnTo>
                    <a:pt x="11874" y="64338"/>
                  </a:lnTo>
                  <a:lnTo>
                    <a:pt x="11874" y="241173"/>
                  </a:lnTo>
                  <a:lnTo>
                    <a:pt x="0" y="241173"/>
                  </a:lnTo>
                  <a:lnTo>
                    <a:pt x="0" y="247878"/>
                  </a:lnTo>
                  <a:lnTo>
                    <a:pt x="11874" y="247878"/>
                  </a:lnTo>
                  <a:lnTo>
                    <a:pt x="11874" y="263512"/>
                  </a:lnTo>
                  <a:lnTo>
                    <a:pt x="0" y="263512"/>
                  </a:lnTo>
                  <a:lnTo>
                    <a:pt x="0" y="270230"/>
                  </a:lnTo>
                  <a:lnTo>
                    <a:pt x="11874" y="270230"/>
                  </a:lnTo>
                  <a:lnTo>
                    <a:pt x="11874" y="285864"/>
                  </a:lnTo>
                  <a:lnTo>
                    <a:pt x="0" y="285864"/>
                  </a:lnTo>
                  <a:lnTo>
                    <a:pt x="0" y="292569"/>
                  </a:lnTo>
                  <a:lnTo>
                    <a:pt x="11874" y="292569"/>
                  </a:lnTo>
                  <a:lnTo>
                    <a:pt x="11874" y="306463"/>
                  </a:lnTo>
                  <a:lnTo>
                    <a:pt x="0" y="306463"/>
                  </a:lnTo>
                  <a:lnTo>
                    <a:pt x="0" y="313182"/>
                  </a:lnTo>
                  <a:lnTo>
                    <a:pt x="11874" y="313182"/>
                  </a:lnTo>
                  <a:lnTo>
                    <a:pt x="11874" y="328815"/>
                  </a:lnTo>
                  <a:lnTo>
                    <a:pt x="0" y="328815"/>
                  </a:lnTo>
                  <a:lnTo>
                    <a:pt x="0" y="335521"/>
                  </a:lnTo>
                  <a:lnTo>
                    <a:pt x="11874" y="335521"/>
                  </a:lnTo>
                  <a:lnTo>
                    <a:pt x="11874" y="351155"/>
                  </a:lnTo>
                  <a:lnTo>
                    <a:pt x="0" y="351155"/>
                  </a:lnTo>
                  <a:lnTo>
                    <a:pt x="0" y="357873"/>
                  </a:lnTo>
                  <a:lnTo>
                    <a:pt x="11874" y="357873"/>
                  </a:lnTo>
                  <a:lnTo>
                    <a:pt x="11874" y="528396"/>
                  </a:lnTo>
                  <a:lnTo>
                    <a:pt x="0" y="528396"/>
                  </a:lnTo>
                  <a:lnTo>
                    <a:pt x="0" y="535114"/>
                  </a:lnTo>
                  <a:lnTo>
                    <a:pt x="11874" y="535114"/>
                  </a:lnTo>
                  <a:lnTo>
                    <a:pt x="11874" y="550748"/>
                  </a:lnTo>
                  <a:lnTo>
                    <a:pt x="0" y="550748"/>
                  </a:lnTo>
                  <a:lnTo>
                    <a:pt x="0" y="557453"/>
                  </a:lnTo>
                  <a:lnTo>
                    <a:pt x="11874" y="557453"/>
                  </a:lnTo>
                  <a:lnTo>
                    <a:pt x="11874" y="573087"/>
                  </a:lnTo>
                  <a:lnTo>
                    <a:pt x="0" y="573087"/>
                  </a:lnTo>
                  <a:lnTo>
                    <a:pt x="0" y="579805"/>
                  </a:lnTo>
                  <a:lnTo>
                    <a:pt x="11874" y="579805"/>
                  </a:lnTo>
                  <a:lnTo>
                    <a:pt x="11874" y="590270"/>
                  </a:lnTo>
                  <a:lnTo>
                    <a:pt x="18592" y="590270"/>
                  </a:lnTo>
                  <a:lnTo>
                    <a:pt x="18592" y="579805"/>
                  </a:lnTo>
                  <a:lnTo>
                    <a:pt x="37045" y="579805"/>
                  </a:lnTo>
                  <a:lnTo>
                    <a:pt x="37045" y="590270"/>
                  </a:lnTo>
                  <a:lnTo>
                    <a:pt x="43751" y="590270"/>
                  </a:lnTo>
                  <a:lnTo>
                    <a:pt x="43751" y="579805"/>
                  </a:lnTo>
                  <a:lnTo>
                    <a:pt x="62280" y="579805"/>
                  </a:lnTo>
                  <a:lnTo>
                    <a:pt x="62280" y="590270"/>
                  </a:lnTo>
                  <a:lnTo>
                    <a:pt x="68986" y="590270"/>
                  </a:lnTo>
                  <a:lnTo>
                    <a:pt x="68986" y="579805"/>
                  </a:lnTo>
                  <a:lnTo>
                    <a:pt x="87503" y="579805"/>
                  </a:lnTo>
                  <a:lnTo>
                    <a:pt x="87503" y="590270"/>
                  </a:lnTo>
                  <a:lnTo>
                    <a:pt x="94208" y="590270"/>
                  </a:lnTo>
                  <a:lnTo>
                    <a:pt x="94208" y="579805"/>
                  </a:lnTo>
                  <a:lnTo>
                    <a:pt x="112674" y="579805"/>
                  </a:lnTo>
                  <a:lnTo>
                    <a:pt x="112674" y="590270"/>
                  </a:lnTo>
                  <a:lnTo>
                    <a:pt x="119380" y="590270"/>
                  </a:lnTo>
                  <a:lnTo>
                    <a:pt x="119380" y="579805"/>
                  </a:lnTo>
                  <a:lnTo>
                    <a:pt x="137909" y="579805"/>
                  </a:lnTo>
                  <a:lnTo>
                    <a:pt x="137909" y="590270"/>
                  </a:lnTo>
                  <a:lnTo>
                    <a:pt x="144614" y="590270"/>
                  </a:lnTo>
                  <a:lnTo>
                    <a:pt x="144614" y="579805"/>
                  </a:lnTo>
                  <a:lnTo>
                    <a:pt x="163131" y="579805"/>
                  </a:lnTo>
                  <a:lnTo>
                    <a:pt x="163131" y="590270"/>
                  </a:lnTo>
                  <a:lnTo>
                    <a:pt x="169849" y="590270"/>
                  </a:lnTo>
                  <a:lnTo>
                    <a:pt x="169849" y="579805"/>
                  </a:lnTo>
                  <a:lnTo>
                    <a:pt x="188366" y="579805"/>
                  </a:lnTo>
                  <a:lnTo>
                    <a:pt x="188366" y="590270"/>
                  </a:lnTo>
                  <a:lnTo>
                    <a:pt x="195084" y="590270"/>
                  </a:lnTo>
                  <a:lnTo>
                    <a:pt x="195084" y="579805"/>
                  </a:lnTo>
                  <a:lnTo>
                    <a:pt x="213537" y="579805"/>
                  </a:lnTo>
                  <a:lnTo>
                    <a:pt x="213537" y="590270"/>
                  </a:lnTo>
                  <a:lnTo>
                    <a:pt x="220256" y="590270"/>
                  </a:lnTo>
                  <a:lnTo>
                    <a:pt x="220256" y="579805"/>
                  </a:lnTo>
                  <a:lnTo>
                    <a:pt x="238760" y="579805"/>
                  </a:lnTo>
                  <a:lnTo>
                    <a:pt x="238760" y="590270"/>
                  </a:lnTo>
                  <a:lnTo>
                    <a:pt x="245478" y="590270"/>
                  </a:lnTo>
                  <a:lnTo>
                    <a:pt x="245478" y="579805"/>
                  </a:lnTo>
                  <a:lnTo>
                    <a:pt x="257365" y="579805"/>
                  </a:lnTo>
                  <a:lnTo>
                    <a:pt x="257365" y="573087"/>
                  </a:lnTo>
                  <a:lnTo>
                    <a:pt x="245478" y="573087"/>
                  </a:lnTo>
                  <a:lnTo>
                    <a:pt x="245478" y="557453"/>
                  </a:lnTo>
                  <a:lnTo>
                    <a:pt x="257365" y="557453"/>
                  </a:lnTo>
                  <a:lnTo>
                    <a:pt x="257365" y="550748"/>
                  </a:lnTo>
                  <a:lnTo>
                    <a:pt x="245478" y="550748"/>
                  </a:lnTo>
                  <a:lnTo>
                    <a:pt x="245478" y="535114"/>
                  </a:lnTo>
                  <a:lnTo>
                    <a:pt x="257365" y="535114"/>
                  </a:lnTo>
                  <a:lnTo>
                    <a:pt x="257365" y="528396"/>
                  </a:lnTo>
                  <a:lnTo>
                    <a:pt x="245478" y="528396"/>
                  </a:lnTo>
                  <a:lnTo>
                    <a:pt x="245478" y="357873"/>
                  </a:lnTo>
                  <a:lnTo>
                    <a:pt x="257365" y="357873"/>
                  </a:lnTo>
                  <a:lnTo>
                    <a:pt x="257365" y="351155"/>
                  </a:lnTo>
                  <a:lnTo>
                    <a:pt x="245478" y="351155"/>
                  </a:lnTo>
                  <a:lnTo>
                    <a:pt x="245478" y="335521"/>
                  </a:lnTo>
                  <a:lnTo>
                    <a:pt x="257365" y="335521"/>
                  </a:lnTo>
                  <a:lnTo>
                    <a:pt x="257365" y="328815"/>
                  </a:lnTo>
                  <a:lnTo>
                    <a:pt x="245478" y="328815"/>
                  </a:lnTo>
                  <a:lnTo>
                    <a:pt x="245478" y="313182"/>
                  </a:lnTo>
                  <a:lnTo>
                    <a:pt x="257365" y="313182"/>
                  </a:lnTo>
                  <a:lnTo>
                    <a:pt x="257365" y="306463"/>
                  </a:lnTo>
                  <a:lnTo>
                    <a:pt x="245478" y="306463"/>
                  </a:lnTo>
                  <a:lnTo>
                    <a:pt x="245478" y="292569"/>
                  </a:lnTo>
                  <a:lnTo>
                    <a:pt x="257365" y="292569"/>
                  </a:lnTo>
                  <a:lnTo>
                    <a:pt x="257365" y="285864"/>
                  </a:lnTo>
                  <a:lnTo>
                    <a:pt x="245478" y="285864"/>
                  </a:lnTo>
                  <a:lnTo>
                    <a:pt x="245478" y="270230"/>
                  </a:lnTo>
                  <a:lnTo>
                    <a:pt x="257365" y="270230"/>
                  </a:lnTo>
                  <a:lnTo>
                    <a:pt x="257365" y="263512"/>
                  </a:lnTo>
                  <a:lnTo>
                    <a:pt x="245478" y="263512"/>
                  </a:lnTo>
                  <a:lnTo>
                    <a:pt x="245478" y="247878"/>
                  </a:lnTo>
                  <a:lnTo>
                    <a:pt x="257365" y="247878"/>
                  </a:lnTo>
                  <a:lnTo>
                    <a:pt x="257365" y="241173"/>
                  </a:lnTo>
                  <a:lnTo>
                    <a:pt x="245478" y="241173"/>
                  </a:lnTo>
                  <a:lnTo>
                    <a:pt x="245478" y="64338"/>
                  </a:lnTo>
                  <a:lnTo>
                    <a:pt x="257365" y="64338"/>
                  </a:lnTo>
                  <a:lnTo>
                    <a:pt x="257365" y="57632"/>
                  </a:lnTo>
                  <a:lnTo>
                    <a:pt x="245478" y="57632"/>
                  </a:lnTo>
                  <a:lnTo>
                    <a:pt x="245478" y="41998"/>
                  </a:lnTo>
                  <a:lnTo>
                    <a:pt x="257365" y="41998"/>
                  </a:lnTo>
                  <a:lnTo>
                    <a:pt x="257365" y="35280"/>
                  </a:lnTo>
                  <a:lnTo>
                    <a:pt x="245478" y="35280"/>
                  </a:lnTo>
                  <a:lnTo>
                    <a:pt x="245478" y="19646"/>
                  </a:lnTo>
                  <a:lnTo>
                    <a:pt x="257365" y="19646"/>
                  </a:lnTo>
                  <a:lnTo>
                    <a:pt x="257365" y="12941"/>
                  </a:lnTo>
                  <a:close/>
                </a:path>
              </a:pathLst>
            </a:custGeom>
            <a:solidFill>
              <a:srgbClr val="EBED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" name="object 579" descr=""/>
            <p:cNvSpPr/>
            <p:nvPr/>
          </p:nvSpPr>
          <p:spPr>
            <a:xfrm>
              <a:off x="17559831" y="9203635"/>
              <a:ext cx="249554" cy="276225"/>
            </a:xfrm>
            <a:custGeom>
              <a:avLst/>
              <a:gdLst/>
              <a:ahLst/>
              <a:cxnLst/>
              <a:rect l="l" t="t" r="r" b="b"/>
              <a:pathLst>
                <a:path w="249555" h="276225">
                  <a:moveTo>
                    <a:pt x="249248" y="0"/>
                  </a:moveTo>
                  <a:lnTo>
                    <a:pt x="0" y="0"/>
                  </a:lnTo>
                  <a:lnTo>
                    <a:pt x="0" y="275677"/>
                  </a:lnTo>
                  <a:lnTo>
                    <a:pt x="249248" y="275677"/>
                  </a:lnTo>
                  <a:lnTo>
                    <a:pt x="249248" y="0"/>
                  </a:lnTo>
                  <a:close/>
                </a:path>
              </a:pathLst>
            </a:custGeom>
            <a:solidFill>
              <a:srgbClr val="0F171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80" name="object 580" descr=""/>
            <p:cNvPicPr/>
            <p:nvPr/>
          </p:nvPicPr>
          <p:blipFill>
            <a:blip r:embed="rId96" cstate="print"/>
            <a:stretch>
              <a:fillRect/>
            </a:stretch>
          </p:blipFill>
          <p:spPr>
            <a:xfrm>
              <a:off x="17573244" y="9214839"/>
              <a:ext cx="222820" cy="253269"/>
            </a:xfrm>
            <a:prstGeom prst="rect">
              <a:avLst/>
            </a:prstGeom>
          </p:spPr>
        </p:pic>
        <p:sp>
          <p:nvSpPr>
            <p:cNvPr id="581" name="object 581" descr=""/>
            <p:cNvSpPr/>
            <p:nvPr/>
          </p:nvSpPr>
          <p:spPr>
            <a:xfrm>
              <a:off x="16945535" y="9212211"/>
              <a:ext cx="249554" cy="276225"/>
            </a:xfrm>
            <a:custGeom>
              <a:avLst/>
              <a:gdLst/>
              <a:ahLst/>
              <a:cxnLst/>
              <a:rect l="l" t="t" r="r" b="b"/>
              <a:pathLst>
                <a:path w="249555" h="276225">
                  <a:moveTo>
                    <a:pt x="249248" y="0"/>
                  </a:moveTo>
                  <a:lnTo>
                    <a:pt x="0" y="0"/>
                  </a:lnTo>
                  <a:lnTo>
                    <a:pt x="0" y="275677"/>
                  </a:lnTo>
                  <a:lnTo>
                    <a:pt x="249248" y="275677"/>
                  </a:lnTo>
                  <a:lnTo>
                    <a:pt x="249248" y="0"/>
                  </a:lnTo>
                  <a:close/>
                </a:path>
              </a:pathLst>
            </a:custGeom>
            <a:solidFill>
              <a:srgbClr val="0F171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82" name="object 582" descr=""/>
            <p:cNvPicPr/>
            <p:nvPr/>
          </p:nvPicPr>
          <p:blipFill>
            <a:blip r:embed="rId97" cstate="print"/>
            <a:stretch>
              <a:fillRect/>
            </a:stretch>
          </p:blipFill>
          <p:spPr>
            <a:xfrm>
              <a:off x="16958959" y="9223415"/>
              <a:ext cx="222809" cy="253269"/>
            </a:xfrm>
            <a:prstGeom prst="rect">
              <a:avLst/>
            </a:prstGeom>
          </p:spPr>
        </p:pic>
        <p:sp>
          <p:nvSpPr>
            <p:cNvPr id="583" name="object 583" descr=""/>
            <p:cNvSpPr/>
            <p:nvPr/>
          </p:nvSpPr>
          <p:spPr>
            <a:xfrm>
              <a:off x="17809080" y="9203635"/>
              <a:ext cx="249554" cy="276225"/>
            </a:xfrm>
            <a:custGeom>
              <a:avLst/>
              <a:gdLst/>
              <a:ahLst/>
              <a:cxnLst/>
              <a:rect l="l" t="t" r="r" b="b"/>
              <a:pathLst>
                <a:path w="249555" h="276225">
                  <a:moveTo>
                    <a:pt x="249248" y="0"/>
                  </a:moveTo>
                  <a:lnTo>
                    <a:pt x="0" y="0"/>
                  </a:lnTo>
                  <a:lnTo>
                    <a:pt x="0" y="275677"/>
                  </a:lnTo>
                  <a:lnTo>
                    <a:pt x="249248" y="275677"/>
                  </a:lnTo>
                  <a:lnTo>
                    <a:pt x="249248" y="0"/>
                  </a:lnTo>
                  <a:close/>
                </a:path>
              </a:pathLst>
            </a:custGeom>
            <a:solidFill>
              <a:srgbClr val="0F171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84" name="object 584" descr=""/>
            <p:cNvPicPr/>
            <p:nvPr/>
          </p:nvPicPr>
          <p:blipFill>
            <a:blip r:embed="rId98" cstate="print"/>
            <a:stretch>
              <a:fillRect/>
            </a:stretch>
          </p:blipFill>
          <p:spPr>
            <a:xfrm>
              <a:off x="17822503" y="9214839"/>
              <a:ext cx="222809" cy="253269"/>
            </a:xfrm>
            <a:prstGeom prst="rect">
              <a:avLst/>
            </a:prstGeom>
          </p:spPr>
        </p:pic>
        <p:sp>
          <p:nvSpPr>
            <p:cNvPr id="585" name="object 585" descr=""/>
            <p:cNvSpPr/>
            <p:nvPr/>
          </p:nvSpPr>
          <p:spPr>
            <a:xfrm>
              <a:off x="18198764" y="9203635"/>
              <a:ext cx="249554" cy="276225"/>
            </a:xfrm>
            <a:custGeom>
              <a:avLst/>
              <a:gdLst/>
              <a:ahLst/>
              <a:cxnLst/>
              <a:rect l="l" t="t" r="r" b="b"/>
              <a:pathLst>
                <a:path w="249555" h="276225">
                  <a:moveTo>
                    <a:pt x="249248" y="0"/>
                  </a:moveTo>
                  <a:lnTo>
                    <a:pt x="0" y="0"/>
                  </a:lnTo>
                  <a:lnTo>
                    <a:pt x="0" y="275677"/>
                  </a:lnTo>
                  <a:lnTo>
                    <a:pt x="249248" y="275677"/>
                  </a:lnTo>
                  <a:lnTo>
                    <a:pt x="249248" y="0"/>
                  </a:lnTo>
                  <a:close/>
                </a:path>
              </a:pathLst>
            </a:custGeom>
            <a:solidFill>
              <a:srgbClr val="0F171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86" name="object 586" descr=""/>
            <p:cNvPicPr/>
            <p:nvPr/>
          </p:nvPicPr>
          <p:blipFill>
            <a:blip r:embed="rId99" cstate="print"/>
            <a:stretch>
              <a:fillRect/>
            </a:stretch>
          </p:blipFill>
          <p:spPr>
            <a:xfrm>
              <a:off x="18212177" y="9214839"/>
              <a:ext cx="222809" cy="253269"/>
            </a:xfrm>
            <a:prstGeom prst="rect">
              <a:avLst/>
            </a:prstGeom>
          </p:spPr>
        </p:pic>
        <p:sp>
          <p:nvSpPr>
            <p:cNvPr id="587" name="object 587" descr=""/>
            <p:cNvSpPr/>
            <p:nvPr/>
          </p:nvSpPr>
          <p:spPr>
            <a:xfrm>
              <a:off x="18448013" y="9203635"/>
              <a:ext cx="249554" cy="276225"/>
            </a:xfrm>
            <a:custGeom>
              <a:avLst/>
              <a:gdLst/>
              <a:ahLst/>
              <a:cxnLst/>
              <a:rect l="l" t="t" r="r" b="b"/>
              <a:pathLst>
                <a:path w="249555" h="276225">
                  <a:moveTo>
                    <a:pt x="249248" y="0"/>
                  </a:moveTo>
                  <a:lnTo>
                    <a:pt x="0" y="0"/>
                  </a:lnTo>
                  <a:lnTo>
                    <a:pt x="0" y="275677"/>
                  </a:lnTo>
                  <a:lnTo>
                    <a:pt x="249248" y="275677"/>
                  </a:lnTo>
                  <a:lnTo>
                    <a:pt x="249248" y="0"/>
                  </a:lnTo>
                  <a:close/>
                </a:path>
              </a:pathLst>
            </a:custGeom>
            <a:solidFill>
              <a:srgbClr val="0F171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88" name="object 588" descr=""/>
            <p:cNvPicPr/>
            <p:nvPr/>
          </p:nvPicPr>
          <p:blipFill>
            <a:blip r:embed="rId96" cstate="print"/>
            <a:stretch>
              <a:fillRect/>
            </a:stretch>
          </p:blipFill>
          <p:spPr>
            <a:xfrm>
              <a:off x="18461426" y="9214839"/>
              <a:ext cx="222820" cy="253269"/>
            </a:xfrm>
            <a:prstGeom prst="rect">
              <a:avLst/>
            </a:prstGeom>
          </p:spPr>
        </p:pic>
        <p:sp>
          <p:nvSpPr>
            <p:cNvPr id="589" name="object 589" descr=""/>
            <p:cNvSpPr/>
            <p:nvPr/>
          </p:nvSpPr>
          <p:spPr>
            <a:xfrm>
              <a:off x="16157287" y="9927205"/>
              <a:ext cx="519430" cy="58419"/>
            </a:xfrm>
            <a:custGeom>
              <a:avLst/>
              <a:gdLst/>
              <a:ahLst/>
              <a:cxnLst/>
              <a:rect l="l" t="t" r="r" b="b"/>
              <a:pathLst>
                <a:path w="519430" h="58420">
                  <a:moveTo>
                    <a:pt x="518874" y="0"/>
                  </a:moveTo>
                  <a:lnTo>
                    <a:pt x="0" y="0"/>
                  </a:lnTo>
                  <a:lnTo>
                    <a:pt x="0" y="58301"/>
                  </a:lnTo>
                  <a:lnTo>
                    <a:pt x="518874" y="58301"/>
                  </a:lnTo>
                  <a:lnTo>
                    <a:pt x="518874" y="0"/>
                  </a:lnTo>
                  <a:close/>
                </a:path>
              </a:pathLst>
            </a:custGeom>
            <a:solidFill>
              <a:srgbClr val="066B3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" name="object 590" descr=""/>
            <p:cNvSpPr/>
            <p:nvPr/>
          </p:nvSpPr>
          <p:spPr>
            <a:xfrm>
              <a:off x="16157287" y="9985507"/>
              <a:ext cx="519430" cy="58419"/>
            </a:xfrm>
            <a:custGeom>
              <a:avLst/>
              <a:gdLst/>
              <a:ahLst/>
              <a:cxnLst/>
              <a:rect l="l" t="t" r="r" b="b"/>
              <a:pathLst>
                <a:path w="519430" h="58420">
                  <a:moveTo>
                    <a:pt x="518874" y="0"/>
                  </a:moveTo>
                  <a:lnTo>
                    <a:pt x="0" y="0"/>
                  </a:lnTo>
                  <a:lnTo>
                    <a:pt x="0" y="58301"/>
                  </a:lnTo>
                  <a:lnTo>
                    <a:pt x="518874" y="58301"/>
                  </a:lnTo>
                  <a:lnTo>
                    <a:pt x="518874" y="0"/>
                  </a:lnTo>
                  <a:close/>
                </a:path>
              </a:pathLst>
            </a:custGeom>
            <a:solidFill>
              <a:srgbClr val="5499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" name="object 591" descr=""/>
            <p:cNvSpPr/>
            <p:nvPr/>
          </p:nvSpPr>
          <p:spPr>
            <a:xfrm>
              <a:off x="15818688" y="8906884"/>
              <a:ext cx="3214370" cy="1195705"/>
            </a:xfrm>
            <a:custGeom>
              <a:avLst/>
              <a:gdLst/>
              <a:ahLst/>
              <a:cxnLst/>
              <a:rect l="l" t="t" r="r" b="b"/>
              <a:pathLst>
                <a:path w="3214369" h="1195704">
                  <a:moveTo>
                    <a:pt x="41757" y="27457"/>
                  </a:moveTo>
                  <a:lnTo>
                    <a:pt x="19850" y="0"/>
                  </a:lnTo>
                  <a:lnTo>
                    <a:pt x="11747" y="622"/>
                  </a:lnTo>
                  <a:lnTo>
                    <a:pt x="4813" y="4711"/>
                  </a:lnTo>
                  <a:lnTo>
                    <a:pt x="1003" y="10947"/>
                  </a:lnTo>
                  <a:lnTo>
                    <a:pt x="0" y="18173"/>
                  </a:lnTo>
                  <a:lnTo>
                    <a:pt x="1397" y="25412"/>
                  </a:lnTo>
                  <a:lnTo>
                    <a:pt x="4813" y="31673"/>
                  </a:lnTo>
                  <a:lnTo>
                    <a:pt x="12661" y="37807"/>
                  </a:lnTo>
                  <a:lnTo>
                    <a:pt x="22377" y="40297"/>
                  </a:lnTo>
                  <a:lnTo>
                    <a:pt x="31864" y="39014"/>
                  </a:lnTo>
                  <a:lnTo>
                    <a:pt x="39065" y="33870"/>
                  </a:lnTo>
                  <a:lnTo>
                    <a:pt x="41757" y="27457"/>
                  </a:lnTo>
                  <a:close/>
                </a:path>
                <a:path w="3214369" h="1195704">
                  <a:moveTo>
                    <a:pt x="141236" y="27457"/>
                  </a:moveTo>
                  <a:lnTo>
                    <a:pt x="119329" y="0"/>
                  </a:lnTo>
                  <a:lnTo>
                    <a:pt x="111226" y="622"/>
                  </a:lnTo>
                  <a:lnTo>
                    <a:pt x="104292" y="4711"/>
                  </a:lnTo>
                  <a:lnTo>
                    <a:pt x="100482" y="10947"/>
                  </a:lnTo>
                  <a:lnTo>
                    <a:pt x="99479" y="18173"/>
                  </a:lnTo>
                  <a:lnTo>
                    <a:pt x="100876" y="25412"/>
                  </a:lnTo>
                  <a:lnTo>
                    <a:pt x="104292" y="31673"/>
                  </a:lnTo>
                  <a:lnTo>
                    <a:pt x="112141" y="37807"/>
                  </a:lnTo>
                  <a:lnTo>
                    <a:pt x="121856" y="40297"/>
                  </a:lnTo>
                  <a:lnTo>
                    <a:pt x="131343" y="39014"/>
                  </a:lnTo>
                  <a:lnTo>
                    <a:pt x="138544" y="33870"/>
                  </a:lnTo>
                  <a:lnTo>
                    <a:pt x="141236" y="27457"/>
                  </a:lnTo>
                  <a:close/>
                </a:path>
                <a:path w="3214369" h="1195704">
                  <a:moveTo>
                    <a:pt x="243992" y="27457"/>
                  </a:moveTo>
                  <a:lnTo>
                    <a:pt x="222084" y="0"/>
                  </a:lnTo>
                  <a:lnTo>
                    <a:pt x="213982" y="622"/>
                  </a:lnTo>
                  <a:lnTo>
                    <a:pt x="207048" y="4711"/>
                  </a:lnTo>
                  <a:lnTo>
                    <a:pt x="203238" y="10947"/>
                  </a:lnTo>
                  <a:lnTo>
                    <a:pt x="202234" y="18173"/>
                  </a:lnTo>
                  <a:lnTo>
                    <a:pt x="203631" y="25412"/>
                  </a:lnTo>
                  <a:lnTo>
                    <a:pt x="207048" y="31673"/>
                  </a:lnTo>
                  <a:lnTo>
                    <a:pt x="214896" y="37807"/>
                  </a:lnTo>
                  <a:lnTo>
                    <a:pt x="224612" y="40297"/>
                  </a:lnTo>
                  <a:lnTo>
                    <a:pt x="234099" y="39014"/>
                  </a:lnTo>
                  <a:lnTo>
                    <a:pt x="241300" y="33870"/>
                  </a:lnTo>
                  <a:lnTo>
                    <a:pt x="243992" y="27457"/>
                  </a:lnTo>
                  <a:close/>
                </a:path>
                <a:path w="3214369" h="1195704">
                  <a:moveTo>
                    <a:pt x="343471" y="27457"/>
                  </a:moveTo>
                  <a:lnTo>
                    <a:pt x="321564" y="0"/>
                  </a:lnTo>
                  <a:lnTo>
                    <a:pt x="313448" y="622"/>
                  </a:lnTo>
                  <a:lnTo>
                    <a:pt x="306527" y="4711"/>
                  </a:lnTo>
                  <a:lnTo>
                    <a:pt x="302717" y="10947"/>
                  </a:lnTo>
                  <a:lnTo>
                    <a:pt x="301713" y="18173"/>
                  </a:lnTo>
                  <a:lnTo>
                    <a:pt x="303110" y="25412"/>
                  </a:lnTo>
                  <a:lnTo>
                    <a:pt x="306527" y="31673"/>
                  </a:lnTo>
                  <a:lnTo>
                    <a:pt x="314375" y="37807"/>
                  </a:lnTo>
                  <a:lnTo>
                    <a:pt x="324091" y="40297"/>
                  </a:lnTo>
                  <a:lnTo>
                    <a:pt x="333578" y="39014"/>
                  </a:lnTo>
                  <a:lnTo>
                    <a:pt x="340779" y="33870"/>
                  </a:lnTo>
                  <a:lnTo>
                    <a:pt x="343471" y="27457"/>
                  </a:lnTo>
                  <a:close/>
                </a:path>
                <a:path w="3214369" h="1195704">
                  <a:moveTo>
                    <a:pt x="448983" y="27457"/>
                  </a:moveTo>
                  <a:lnTo>
                    <a:pt x="427075" y="0"/>
                  </a:lnTo>
                  <a:lnTo>
                    <a:pt x="418960" y="622"/>
                  </a:lnTo>
                  <a:lnTo>
                    <a:pt x="412038" y="4711"/>
                  </a:lnTo>
                  <a:lnTo>
                    <a:pt x="408228" y="10947"/>
                  </a:lnTo>
                  <a:lnTo>
                    <a:pt x="407225" y="18173"/>
                  </a:lnTo>
                  <a:lnTo>
                    <a:pt x="408622" y="25412"/>
                  </a:lnTo>
                  <a:lnTo>
                    <a:pt x="412038" y="31673"/>
                  </a:lnTo>
                  <a:lnTo>
                    <a:pt x="419887" y="37807"/>
                  </a:lnTo>
                  <a:lnTo>
                    <a:pt x="429602" y="40297"/>
                  </a:lnTo>
                  <a:lnTo>
                    <a:pt x="439089" y="39014"/>
                  </a:lnTo>
                  <a:lnTo>
                    <a:pt x="446290" y="33870"/>
                  </a:lnTo>
                  <a:lnTo>
                    <a:pt x="448983" y="27457"/>
                  </a:lnTo>
                  <a:close/>
                </a:path>
                <a:path w="3214369" h="1195704">
                  <a:moveTo>
                    <a:pt x="548462" y="27457"/>
                  </a:moveTo>
                  <a:lnTo>
                    <a:pt x="526554" y="0"/>
                  </a:lnTo>
                  <a:lnTo>
                    <a:pt x="518439" y="622"/>
                  </a:lnTo>
                  <a:lnTo>
                    <a:pt x="511517" y="4711"/>
                  </a:lnTo>
                  <a:lnTo>
                    <a:pt x="507707" y="10947"/>
                  </a:lnTo>
                  <a:lnTo>
                    <a:pt x="506704" y="18173"/>
                  </a:lnTo>
                  <a:lnTo>
                    <a:pt x="508101" y="25412"/>
                  </a:lnTo>
                  <a:lnTo>
                    <a:pt x="511517" y="31673"/>
                  </a:lnTo>
                  <a:lnTo>
                    <a:pt x="519366" y="37807"/>
                  </a:lnTo>
                  <a:lnTo>
                    <a:pt x="529082" y="40297"/>
                  </a:lnTo>
                  <a:lnTo>
                    <a:pt x="538568" y="39014"/>
                  </a:lnTo>
                  <a:lnTo>
                    <a:pt x="545769" y="33870"/>
                  </a:lnTo>
                  <a:lnTo>
                    <a:pt x="548462" y="27457"/>
                  </a:lnTo>
                  <a:close/>
                </a:path>
                <a:path w="3214369" h="1195704">
                  <a:moveTo>
                    <a:pt x="653999" y="27457"/>
                  </a:moveTo>
                  <a:lnTo>
                    <a:pt x="632091" y="0"/>
                  </a:lnTo>
                  <a:lnTo>
                    <a:pt x="623976" y="622"/>
                  </a:lnTo>
                  <a:lnTo>
                    <a:pt x="617054" y="4711"/>
                  </a:lnTo>
                  <a:lnTo>
                    <a:pt x="613244" y="10947"/>
                  </a:lnTo>
                  <a:lnTo>
                    <a:pt x="612241" y="18173"/>
                  </a:lnTo>
                  <a:lnTo>
                    <a:pt x="613638" y="25412"/>
                  </a:lnTo>
                  <a:lnTo>
                    <a:pt x="617054" y="31673"/>
                  </a:lnTo>
                  <a:lnTo>
                    <a:pt x="624903" y="37807"/>
                  </a:lnTo>
                  <a:lnTo>
                    <a:pt x="634619" y="40297"/>
                  </a:lnTo>
                  <a:lnTo>
                    <a:pt x="644105" y="39014"/>
                  </a:lnTo>
                  <a:lnTo>
                    <a:pt x="651294" y="33870"/>
                  </a:lnTo>
                  <a:lnTo>
                    <a:pt x="653999" y="27457"/>
                  </a:lnTo>
                  <a:close/>
                </a:path>
                <a:path w="3214369" h="1195704">
                  <a:moveTo>
                    <a:pt x="753478" y="27457"/>
                  </a:moveTo>
                  <a:lnTo>
                    <a:pt x="731570" y="0"/>
                  </a:lnTo>
                  <a:lnTo>
                    <a:pt x="723455" y="622"/>
                  </a:lnTo>
                  <a:lnTo>
                    <a:pt x="716534" y="4711"/>
                  </a:lnTo>
                  <a:lnTo>
                    <a:pt x="712724" y="10947"/>
                  </a:lnTo>
                  <a:lnTo>
                    <a:pt x="711720" y="18173"/>
                  </a:lnTo>
                  <a:lnTo>
                    <a:pt x="713117" y="25412"/>
                  </a:lnTo>
                  <a:lnTo>
                    <a:pt x="716534" y="31673"/>
                  </a:lnTo>
                  <a:lnTo>
                    <a:pt x="724382" y="37807"/>
                  </a:lnTo>
                  <a:lnTo>
                    <a:pt x="734098" y="40297"/>
                  </a:lnTo>
                  <a:lnTo>
                    <a:pt x="743585" y="39014"/>
                  </a:lnTo>
                  <a:lnTo>
                    <a:pt x="750773" y="33870"/>
                  </a:lnTo>
                  <a:lnTo>
                    <a:pt x="753478" y="27457"/>
                  </a:lnTo>
                  <a:close/>
                </a:path>
                <a:path w="3214369" h="1195704">
                  <a:moveTo>
                    <a:pt x="781634" y="730580"/>
                  </a:moveTo>
                  <a:lnTo>
                    <a:pt x="779462" y="717753"/>
                  </a:lnTo>
                  <a:lnTo>
                    <a:pt x="773468" y="713816"/>
                  </a:lnTo>
                  <a:lnTo>
                    <a:pt x="767715" y="713841"/>
                  </a:lnTo>
                  <a:lnTo>
                    <a:pt x="762800" y="713879"/>
                  </a:lnTo>
                  <a:lnTo>
                    <a:pt x="757402" y="716813"/>
                  </a:lnTo>
                  <a:lnTo>
                    <a:pt x="753757" y="728522"/>
                  </a:lnTo>
                  <a:lnTo>
                    <a:pt x="759561" y="737095"/>
                  </a:lnTo>
                  <a:lnTo>
                    <a:pt x="774776" y="737958"/>
                  </a:lnTo>
                  <a:lnTo>
                    <a:pt x="781634" y="730580"/>
                  </a:lnTo>
                  <a:close/>
                </a:path>
                <a:path w="3214369" h="1195704">
                  <a:moveTo>
                    <a:pt x="857465" y="1136929"/>
                  </a:moveTo>
                  <a:lnTo>
                    <a:pt x="338594" y="1136929"/>
                  </a:lnTo>
                  <a:lnTo>
                    <a:pt x="338594" y="1195235"/>
                  </a:lnTo>
                  <a:lnTo>
                    <a:pt x="857465" y="1195235"/>
                  </a:lnTo>
                  <a:lnTo>
                    <a:pt x="857465" y="1136929"/>
                  </a:lnTo>
                  <a:close/>
                </a:path>
                <a:path w="3214369" h="1195704">
                  <a:moveTo>
                    <a:pt x="859015" y="27457"/>
                  </a:moveTo>
                  <a:lnTo>
                    <a:pt x="837095" y="0"/>
                  </a:lnTo>
                  <a:lnTo>
                    <a:pt x="828992" y="622"/>
                  </a:lnTo>
                  <a:lnTo>
                    <a:pt x="822058" y="4711"/>
                  </a:lnTo>
                  <a:lnTo>
                    <a:pt x="818261" y="10947"/>
                  </a:lnTo>
                  <a:lnTo>
                    <a:pt x="817257" y="18173"/>
                  </a:lnTo>
                  <a:lnTo>
                    <a:pt x="818654" y="25412"/>
                  </a:lnTo>
                  <a:lnTo>
                    <a:pt x="822058" y="31673"/>
                  </a:lnTo>
                  <a:lnTo>
                    <a:pt x="829919" y="37807"/>
                  </a:lnTo>
                  <a:lnTo>
                    <a:pt x="839622" y="40297"/>
                  </a:lnTo>
                  <a:lnTo>
                    <a:pt x="849122" y="39014"/>
                  </a:lnTo>
                  <a:lnTo>
                    <a:pt x="856310" y="33870"/>
                  </a:lnTo>
                  <a:lnTo>
                    <a:pt x="859015" y="27457"/>
                  </a:lnTo>
                  <a:close/>
                </a:path>
                <a:path w="3214369" h="1195704">
                  <a:moveTo>
                    <a:pt x="958494" y="27457"/>
                  </a:moveTo>
                  <a:lnTo>
                    <a:pt x="936574" y="0"/>
                  </a:lnTo>
                  <a:lnTo>
                    <a:pt x="928471" y="622"/>
                  </a:lnTo>
                  <a:lnTo>
                    <a:pt x="921537" y="4711"/>
                  </a:lnTo>
                  <a:lnTo>
                    <a:pt x="917740" y="10947"/>
                  </a:lnTo>
                  <a:lnTo>
                    <a:pt x="916736" y="18173"/>
                  </a:lnTo>
                  <a:lnTo>
                    <a:pt x="918133" y="25412"/>
                  </a:lnTo>
                  <a:lnTo>
                    <a:pt x="921537" y="31673"/>
                  </a:lnTo>
                  <a:lnTo>
                    <a:pt x="929398" y="37807"/>
                  </a:lnTo>
                  <a:lnTo>
                    <a:pt x="939101" y="40297"/>
                  </a:lnTo>
                  <a:lnTo>
                    <a:pt x="948601" y="39014"/>
                  </a:lnTo>
                  <a:lnTo>
                    <a:pt x="955789" y="33870"/>
                  </a:lnTo>
                  <a:lnTo>
                    <a:pt x="958494" y="27457"/>
                  </a:lnTo>
                  <a:close/>
                </a:path>
                <a:path w="3214369" h="1195704">
                  <a:moveTo>
                    <a:pt x="1064031" y="27457"/>
                  </a:moveTo>
                  <a:lnTo>
                    <a:pt x="1042111" y="0"/>
                  </a:lnTo>
                  <a:lnTo>
                    <a:pt x="1034008" y="622"/>
                  </a:lnTo>
                  <a:lnTo>
                    <a:pt x="1027074" y="4711"/>
                  </a:lnTo>
                  <a:lnTo>
                    <a:pt x="1023277" y="10947"/>
                  </a:lnTo>
                  <a:lnTo>
                    <a:pt x="1022273" y="18173"/>
                  </a:lnTo>
                  <a:lnTo>
                    <a:pt x="1023670" y="25412"/>
                  </a:lnTo>
                  <a:lnTo>
                    <a:pt x="1027074" y="31673"/>
                  </a:lnTo>
                  <a:lnTo>
                    <a:pt x="1034935" y="37807"/>
                  </a:lnTo>
                  <a:lnTo>
                    <a:pt x="1044638" y="40297"/>
                  </a:lnTo>
                  <a:lnTo>
                    <a:pt x="1054138" y="39014"/>
                  </a:lnTo>
                  <a:lnTo>
                    <a:pt x="1061326" y="33870"/>
                  </a:lnTo>
                  <a:lnTo>
                    <a:pt x="1064031" y="27457"/>
                  </a:lnTo>
                  <a:close/>
                </a:path>
                <a:path w="3214369" h="1195704">
                  <a:moveTo>
                    <a:pt x="1163510" y="27457"/>
                  </a:moveTo>
                  <a:lnTo>
                    <a:pt x="1141590" y="0"/>
                  </a:lnTo>
                  <a:lnTo>
                    <a:pt x="1133487" y="622"/>
                  </a:lnTo>
                  <a:lnTo>
                    <a:pt x="1126553" y="4711"/>
                  </a:lnTo>
                  <a:lnTo>
                    <a:pt x="1122756" y="10947"/>
                  </a:lnTo>
                  <a:lnTo>
                    <a:pt x="1121752" y="18173"/>
                  </a:lnTo>
                  <a:lnTo>
                    <a:pt x="1123149" y="25412"/>
                  </a:lnTo>
                  <a:lnTo>
                    <a:pt x="1126553" y="31673"/>
                  </a:lnTo>
                  <a:lnTo>
                    <a:pt x="1134414" y="37807"/>
                  </a:lnTo>
                  <a:lnTo>
                    <a:pt x="1144117" y="40297"/>
                  </a:lnTo>
                  <a:lnTo>
                    <a:pt x="1153617" y="39014"/>
                  </a:lnTo>
                  <a:lnTo>
                    <a:pt x="1160805" y="33870"/>
                  </a:lnTo>
                  <a:lnTo>
                    <a:pt x="1163510" y="27457"/>
                  </a:lnTo>
                  <a:close/>
                </a:path>
                <a:path w="3214369" h="1195704">
                  <a:moveTo>
                    <a:pt x="1269047" y="27457"/>
                  </a:moveTo>
                  <a:lnTo>
                    <a:pt x="1247127" y="0"/>
                  </a:lnTo>
                  <a:lnTo>
                    <a:pt x="1239024" y="622"/>
                  </a:lnTo>
                  <a:lnTo>
                    <a:pt x="1232090" y="4711"/>
                  </a:lnTo>
                  <a:lnTo>
                    <a:pt x="1228293" y="10947"/>
                  </a:lnTo>
                  <a:lnTo>
                    <a:pt x="1227289" y="18173"/>
                  </a:lnTo>
                  <a:lnTo>
                    <a:pt x="1228686" y="25412"/>
                  </a:lnTo>
                  <a:lnTo>
                    <a:pt x="1232090" y="31673"/>
                  </a:lnTo>
                  <a:lnTo>
                    <a:pt x="1239951" y="37807"/>
                  </a:lnTo>
                  <a:lnTo>
                    <a:pt x="1249654" y="40297"/>
                  </a:lnTo>
                  <a:lnTo>
                    <a:pt x="1259154" y="39014"/>
                  </a:lnTo>
                  <a:lnTo>
                    <a:pt x="1266342" y="33870"/>
                  </a:lnTo>
                  <a:lnTo>
                    <a:pt x="1269047" y="27457"/>
                  </a:lnTo>
                  <a:close/>
                </a:path>
                <a:path w="3214369" h="1195704">
                  <a:moveTo>
                    <a:pt x="1368526" y="27457"/>
                  </a:moveTo>
                  <a:lnTo>
                    <a:pt x="1346606" y="0"/>
                  </a:lnTo>
                  <a:lnTo>
                    <a:pt x="1338503" y="622"/>
                  </a:lnTo>
                  <a:lnTo>
                    <a:pt x="1331569" y="4711"/>
                  </a:lnTo>
                  <a:lnTo>
                    <a:pt x="1327772" y="10947"/>
                  </a:lnTo>
                  <a:lnTo>
                    <a:pt x="1326769" y="18173"/>
                  </a:lnTo>
                  <a:lnTo>
                    <a:pt x="1328166" y="25412"/>
                  </a:lnTo>
                  <a:lnTo>
                    <a:pt x="1331569" y="31673"/>
                  </a:lnTo>
                  <a:lnTo>
                    <a:pt x="1339430" y="37807"/>
                  </a:lnTo>
                  <a:lnTo>
                    <a:pt x="1349133" y="40297"/>
                  </a:lnTo>
                  <a:lnTo>
                    <a:pt x="1358633" y="39014"/>
                  </a:lnTo>
                  <a:lnTo>
                    <a:pt x="1365821" y="33870"/>
                  </a:lnTo>
                  <a:lnTo>
                    <a:pt x="1368526" y="27457"/>
                  </a:lnTo>
                  <a:close/>
                </a:path>
                <a:path w="3214369" h="1195704">
                  <a:moveTo>
                    <a:pt x="1474063" y="27457"/>
                  </a:moveTo>
                  <a:lnTo>
                    <a:pt x="1452143" y="0"/>
                  </a:lnTo>
                  <a:lnTo>
                    <a:pt x="1444040" y="622"/>
                  </a:lnTo>
                  <a:lnTo>
                    <a:pt x="1437106" y="4711"/>
                  </a:lnTo>
                  <a:lnTo>
                    <a:pt x="1433309" y="10947"/>
                  </a:lnTo>
                  <a:lnTo>
                    <a:pt x="1432293" y="18173"/>
                  </a:lnTo>
                  <a:lnTo>
                    <a:pt x="1433703" y="25412"/>
                  </a:lnTo>
                  <a:lnTo>
                    <a:pt x="1437106" y="31673"/>
                  </a:lnTo>
                  <a:lnTo>
                    <a:pt x="1444967" y="37807"/>
                  </a:lnTo>
                  <a:lnTo>
                    <a:pt x="1454670" y="40297"/>
                  </a:lnTo>
                  <a:lnTo>
                    <a:pt x="1464170" y="39014"/>
                  </a:lnTo>
                  <a:lnTo>
                    <a:pt x="1471358" y="33870"/>
                  </a:lnTo>
                  <a:lnTo>
                    <a:pt x="1474063" y="27457"/>
                  </a:lnTo>
                  <a:close/>
                </a:path>
                <a:path w="3214369" h="1195704">
                  <a:moveTo>
                    <a:pt x="1573542" y="27457"/>
                  </a:moveTo>
                  <a:lnTo>
                    <a:pt x="1551622" y="0"/>
                  </a:lnTo>
                  <a:lnTo>
                    <a:pt x="1543519" y="622"/>
                  </a:lnTo>
                  <a:lnTo>
                    <a:pt x="1536585" y="4711"/>
                  </a:lnTo>
                  <a:lnTo>
                    <a:pt x="1532788" y="10947"/>
                  </a:lnTo>
                  <a:lnTo>
                    <a:pt x="1531772" y="18173"/>
                  </a:lnTo>
                  <a:lnTo>
                    <a:pt x="1533182" y="25412"/>
                  </a:lnTo>
                  <a:lnTo>
                    <a:pt x="1536585" y="31673"/>
                  </a:lnTo>
                  <a:lnTo>
                    <a:pt x="1544447" y="37807"/>
                  </a:lnTo>
                  <a:lnTo>
                    <a:pt x="1554149" y="40297"/>
                  </a:lnTo>
                  <a:lnTo>
                    <a:pt x="1563636" y="39014"/>
                  </a:lnTo>
                  <a:lnTo>
                    <a:pt x="1570837" y="33870"/>
                  </a:lnTo>
                  <a:lnTo>
                    <a:pt x="1573542" y="27457"/>
                  </a:lnTo>
                  <a:close/>
                </a:path>
                <a:path w="3214369" h="1195704">
                  <a:moveTo>
                    <a:pt x="1679079" y="27457"/>
                  </a:moveTo>
                  <a:lnTo>
                    <a:pt x="1657159" y="0"/>
                  </a:lnTo>
                  <a:lnTo>
                    <a:pt x="1649056" y="622"/>
                  </a:lnTo>
                  <a:lnTo>
                    <a:pt x="1642122" y="4711"/>
                  </a:lnTo>
                  <a:lnTo>
                    <a:pt x="1638325" y="10947"/>
                  </a:lnTo>
                  <a:lnTo>
                    <a:pt x="1637309" y="18173"/>
                  </a:lnTo>
                  <a:lnTo>
                    <a:pt x="1638706" y="25412"/>
                  </a:lnTo>
                  <a:lnTo>
                    <a:pt x="1642122" y="31673"/>
                  </a:lnTo>
                  <a:lnTo>
                    <a:pt x="1649971" y="37807"/>
                  </a:lnTo>
                  <a:lnTo>
                    <a:pt x="1659686" y="40297"/>
                  </a:lnTo>
                  <a:lnTo>
                    <a:pt x="1669173" y="39014"/>
                  </a:lnTo>
                  <a:lnTo>
                    <a:pt x="1676374" y="33870"/>
                  </a:lnTo>
                  <a:lnTo>
                    <a:pt x="1679079" y="27457"/>
                  </a:lnTo>
                  <a:close/>
                </a:path>
                <a:path w="3214369" h="1195704">
                  <a:moveTo>
                    <a:pt x="1778825" y="18173"/>
                  </a:moveTo>
                  <a:lnTo>
                    <a:pt x="1777809" y="10947"/>
                  </a:lnTo>
                  <a:lnTo>
                    <a:pt x="1774012" y="4711"/>
                  </a:lnTo>
                  <a:lnTo>
                    <a:pt x="1767078" y="622"/>
                  </a:lnTo>
                  <a:lnTo>
                    <a:pt x="1758975" y="0"/>
                  </a:lnTo>
                  <a:lnTo>
                    <a:pt x="1750910" y="2286"/>
                  </a:lnTo>
                  <a:lnTo>
                    <a:pt x="1744129" y="6908"/>
                  </a:lnTo>
                  <a:lnTo>
                    <a:pt x="1739646" y="12992"/>
                  </a:lnTo>
                  <a:lnTo>
                    <a:pt x="1737156" y="20180"/>
                  </a:lnTo>
                  <a:lnTo>
                    <a:pt x="1737055" y="27457"/>
                  </a:lnTo>
                  <a:lnTo>
                    <a:pt x="1739760" y="33870"/>
                  </a:lnTo>
                  <a:lnTo>
                    <a:pt x="1746948" y="39014"/>
                  </a:lnTo>
                  <a:lnTo>
                    <a:pt x="1756448" y="40297"/>
                  </a:lnTo>
                  <a:lnTo>
                    <a:pt x="1766150" y="37807"/>
                  </a:lnTo>
                  <a:lnTo>
                    <a:pt x="1774012" y="31673"/>
                  </a:lnTo>
                  <a:lnTo>
                    <a:pt x="1777415" y="25412"/>
                  </a:lnTo>
                  <a:lnTo>
                    <a:pt x="1778825" y="18173"/>
                  </a:lnTo>
                  <a:close/>
                </a:path>
                <a:path w="3214369" h="1195704">
                  <a:moveTo>
                    <a:pt x="1878304" y="18173"/>
                  </a:moveTo>
                  <a:lnTo>
                    <a:pt x="1877288" y="10947"/>
                  </a:lnTo>
                  <a:lnTo>
                    <a:pt x="1873491" y="4711"/>
                  </a:lnTo>
                  <a:lnTo>
                    <a:pt x="1866557" y="622"/>
                  </a:lnTo>
                  <a:lnTo>
                    <a:pt x="1858454" y="0"/>
                  </a:lnTo>
                  <a:lnTo>
                    <a:pt x="1850390" y="2286"/>
                  </a:lnTo>
                  <a:lnTo>
                    <a:pt x="1843608" y="6908"/>
                  </a:lnTo>
                  <a:lnTo>
                    <a:pt x="1839125" y="12992"/>
                  </a:lnTo>
                  <a:lnTo>
                    <a:pt x="1836635" y="20180"/>
                  </a:lnTo>
                  <a:lnTo>
                    <a:pt x="1836534" y="27457"/>
                  </a:lnTo>
                  <a:lnTo>
                    <a:pt x="1839239" y="33870"/>
                  </a:lnTo>
                  <a:lnTo>
                    <a:pt x="1846427" y="39014"/>
                  </a:lnTo>
                  <a:lnTo>
                    <a:pt x="1855927" y="40297"/>
                  </a:lnTo>
                  <a:lnTo>
                    <a:pt x="1865630" y="37807"/>
                  </a:lnTo>
                  <a:lnTo>
                    <a:pt x="1873491" y="31673"/>
                  </a:lnTo>
                  <a:lnTo>
                    <a:pt x="1876894" y="25412"/>
                  </a:lnTo>
                  <a:lnTo>
                    <a:pt x="1878304" y="18173"/>
                  </a:lnTo>
                  <a:close/>
                </a:path>
                <a:path w="3214369" h="1195704">
                  <a:moveTo>
                    <a:pt x="1983828" y="18173"/>
                  </a:moveTo>
                  <a:lnTo>
                    <a:pt x="1982825" y="10947"/>
                  </a:lnTo>
                  <a:lnTo>
                    <a:pt x="1979028" y="4711"/>
                  </a:lnTo>
                  <a:lnTo>
                    <a:pt x="1972094" y="622"/>
                  </a:lnTo>
                  <a:lnTo>
                    <a:pt x="1963991" y="0"/>
                  </a:lnTo>
                  <a:lnTo>
                    <a:pt x="1955927" y="2286"/>
                  </a:lnTo>
                  <a:lnTo>
                    <a:pt x="1949145" y="6908"/>
                  </a:lnTo>
                  <a:lnTo>
                    <a:pt x="1944662" y="12992"/>
                  </a:lnTo>
                  <a:lnTo>
                    <a:pt x="1942172" y="20180"/>
                  </a:lnTo>
                  <a:lnTo>
                    <a:pt x="1942071" y="27457"/>
                  </a:lnTo>
                  <a:lnTo>
                    <a:pt x="1944776" y="33870"/>
                  </a:lnTo>
                  <a:lnTo>
                    <a:pt x="1951964" y="39014"/>
                  </a:lnTo>
                  <a:lnTo>
                    <a:pt x="1961464" y="40297"/>
                  </a:lnTo>
                  <a:lnTo>
                    <a:pt x="1971167" y="37807"/>
                  </a:lnTo>
                  <a:lnTo>
                    <a:pt x="1979028" y="31673"/>
                  </a:lnTo>
                  <a:lnTo>
                    <a:pt x="1982431" y="25412"/>
                  </a:lnTo>
                  <a:lnTo>
                    <a:pt x="1983828" y="18173"/>
                  </a:lnTo>
                  <a:close/>
                </a:path>
                <a:path w="3214369" h="1195704">
                  <a:moveTo>
                    <a:pt x="2083308" y="18173"/>
                  </a:moveTo>
                  <a:lnTo>
                    <a:pt x="2082304" y="10947"/>
                  </a:lnTo>
                  <a:lnTo>
                    <a:pt x="2078507" y="4711"/>
                  </a:lnTo>
                  <a:lnTo>
                    <a:pt x="2071573" y="622"/>
                  </a:lnTo>
                  <a:lnTo>
                    <a:pt x="2063470" y="0"/>
                  </a:lnTo>
                  <a:lnTo>
                    <a:pt x="2055406" y="2286"/>
                  </a:lnTo>
                  <a:lnTo>
                    <a:pt x="2048624" y="6908"/>
                  </a:lnTo>
                  <a:lnTo>
                    <a:pt x="2044141" y="12992"/>
                  </a:lnTo>
                  <a:lnTo>
                    <a:pt x="2041639" y="20180"/>
                  </a:lnTo>
                  <a:lnTo>
                    <a:pt x="2041550" y="27457"/>
                  </a:lnTo>
                  <a:lnTo>
                    <a:pt x="2044255" y="33870"/>
                  </a:lnTo>
                  <a:lnTo>
                    <a:pt x="2051443" y="39014"/>
                  </a:lnTo>
                  <a:lnTo>
                    <a:pt x="2060943" y="40297"/>
                  </a:lnTo>
                  <a:lnTo>
                    <a:pt x="2070646" y="37807"/>
                  </a:lnTo>
                  <a:lnTo>
                    <a:pt x="2078507" y="31673"/>
                  </a:lnTo>
                  <a:lnTo>
                    <a:pt x="2081911" y="25412"/>
                  </a:lnTo>
                  <a:lnTo>
                    <a:pt x="2083308" y="18173"/>
                  </a:lnTo>
                  <a:close/>
                </a:path>
                <a:path w="3214369" h="1195704">
                  <a:moveTo>
                    <a:pt x="2188845" y="18173"/>
                  </a:moveTo>
                  <a:lnTo>
                    <a:pt x="2187841" y="10947"/>
                  </a:lnTo>
                  <a:lnTo>
                    <a:pt x="2184044" y="4711"/>
                  </a:lnTo>
                  <a:lnTo>
                    <a:pt x="2177110" y="622"/>
                  </a:lnTo>
                  <a:lnTo>
                    <a:pt x="2169007" y="0"/>
                  </a:lnTo>
                  <a:lnTo>
                    <a:pt x="2160943" y="2286"/>
                  </a:lnTo>
                  <a:lnTo>
                    <a:pt x="2154161" y="6908"/>
                  </a:lnTo>
                  <a:lnTo>
                    <a:pt x="2149665" y="12992"/>
                  </a:lnTo>
                  <a:lnTo>
                    <a:pt x="2147176" y="20180"/>
                  </a:lnTo>
                  <a:lnTo>
                    <a:pt x="2147087" y="27457"/>
                  </a:lnTo>
                  <a:lnTo>
                    <a:pt x="2149792" y="33870"/>
                  </a:lnTo>
                  <a:lnTo>
                    <a:pt x="2156980" y="39014"/>
                  </a:lnTo>
                  <a:lnTo>
                    <a:pt x="2166480" y="40297"/>
                  </a:lnTo>
                  <a:lnTo>
                    <a:pt x="2176183" y="37807"/>
                  </a:lnTo>
                  <a:lnTo>
                    <a:pt x="2184044" y="31673"/>
                  </a:lnTo>
                  <a:lnTo>
                    <a:pt x="2187448" y="25412"/>
                  </a:lnTo>
                  <a:lnTo>
                    <a:pt x="2188845" y="18173"/>
                  </a:lnTo>
                  <a:close/>
                </a:path>
                <a:path w="3214369" h="1195704">
                  <a:moveTo>
                    <a:pt x="2288336" y="18173"/>
                  </a:moveTo>
                  <a:lnTo>
                    <a:pt x="2287320" y="10947"/>
                  </a:lnTo>
                  <a:lnTo>
                    <a:pt x="2283510" y="4711"/>
                  </a:lnTo>
                  <a:lnTo>
                    <a:pt x="2276589" y="622"/>
                  </a:lnTo>
                  <a:lnTo>
                    <a:pt x="2268486" y="0"/>
                  </a:lnTo>
                  <a:lnTo>
                    <a:pt x="2260422" y="2286"/>
                  </a:lnTo>
                  <a:lnTo>
                    <a:pt x="2253627" y="6908"/>
                  </a:lnTo>
                  <a:lnTo>
                    <a:pt x="2249144" y="12992"/>
                  </a:lnTo>
                  <a:lnTo>
                    <a:pt x="2246655" y="20180"/>
                  </a:lnTo>
                  <a:lnTo>
                    <a:pt x="2246566" y="27457"/>
                  </a:lnTo>
                  <a:lnTo>
                    <a:pt x="2249271" y="33870"/>
                  </a:lnTo>
                  <a:lnTo>
                    <a:pt x="2256459" y="39014"/>
                  </a:lnTo>
                  <a:lnTo>
                    <a:pt x="2265946" y="40297"/>
                  </a:lnTo>
                  <a:lnTo>
                    <a:pt x="2275662" y="37807"/>
                  </a:lnTo>
                  <a:lnTo>
                    <a:pt x="2283510" y="31673"/>
                  </a:lnTo>
                  <a:lnTo>
                    <a:pt x="2286927" y="25412"/>
                  </a:lnTo>
                  <a:lnTo>
                    <a:pt x="2288336" y="18173"/>
                  </a:lnTo>
                  <a:close/>
                </a:path>
                <a:path w="3214369" h="1195704">
                  <a:moveTo>
                    <a:pt x="2393861" y="18173"/>
                  </a:moveTo>
                  <a:lnTo>
                    <a:pt x="2392857" y="10947"/>
                  </a:lnTo>
                  <a:lnTo>
                    <a:pt x="2389047" y="4711"/>
                  </a:lnTo>
                  <a:lnTo>
                    <a:pt x="2382126" y="622"/>
                  </a:lnTo>
                  <a:lnTo>
                    <a:pt x="2374023" y="0"/>
                  </a:lnTo>
                  <a:lnTo>
                    <a:pt x="2365959" y="2286"/>
                  </a:lnTo>
                  <a:lnTo>
                    <a:pt x="2359164" y="6908"/>
                  </a:lnTo>
                  <a:lnTo>
                    <a:pt x="2354681" y="12992"/>
                  </a:lnTo>
                  <a:lnTo>
                    <a:pt x="2352192" y="20180"/>
                  </a:lnTo>
                  <a:lnTo>
                    <a:pt x="2352103" y="27457"/>
                  </a:lnTo>
                  <a:lnTo>
                    <a:pt x="2354808" y="33870"/>
                  </a:lnTo>
                  <a:lnTo>
                    <a:pt x="2361996" y="39014"/>
                  </a:lnTo>
                  <a:lnTo>
                    <a:pt x="2371483" y="40297"/>
                  </a:lnTo>
                  <a:lnTo>
                    <a:pt x="2381199" y="37807"/>
                  </a:lnTo>
                  <a:lnTo>
                    <a:pt x="2389047" y="31673"/>
                  </a:lnTo>
                  <a:lnTo>
                    <a:pt x="2392464" y="25412"/>
                  </a:lnTo>
                  <a:lnTo>
                    <a:pt x="2393861" y="18173"/>
                  </a:lnTo>
                  <a:close/>
                </a:path>
                <a:path w="3214369" h="1195704">
                  <a:moveTo>
                    <a:pt x="2493340" y="18173"/>
                  </a:moveTo>
                  <a:lnTo>
                    <a:pt x="2492337" y="10947"/>
                  </a:lnTo>
                  <a:lnTo>
                    <a:pt x="2488527" y="4711"/>
                  </a:lnTo>
                  <a:lnTo>
                    <a:pt x="2481605" y="622"/>
                  </a:lnTo>
                  <a:lnTo>
                    <a:pt x="2473490" y="0"/>
                  </a:lnTo>
                  <a:lnTo>
                    <a:pt x="2465438" y="2286"/>
                  </a:lnTo>
                  <a:lnTo>
                    <a:pt x="2458643" y="6908"/>
                  </a:lnTo>
                  <a:lnTo>
                    <a:pt x="2454160" y="12992"/>
                  </a:lnTo>
                  <a:lnTo>
                    <a:pt x="2451671" y="20180"/>
                  </a:lnTo>
                  <a:lnTo>
                    <a:pt x="2451582" y="27457"/>
                  </a:lnTo>
                  <a:lnTo>
                    <a:pt x="2454287" y="33870"/>
                  </a:lnTo>
                  <a:lnTo>
                    <a:pt x="2461476" y="39014"/>
                  </a:lnTo>
                  <a:lnTo>
                    <a:pt x="2470962" y="40297"/>
                  </a:lnTo>
                  <a:lnTo>
                    <a:pt x="2480678" y="37807"/>
                  </a:lnTo>
                  <a:lnTo>
                    <a:pt x="2488527" y="31673"/>
                  </a:lnTo>
                  <a:lnTo>
                    <a:pt x="2491943" y="25412"/>
                  </a:lnTo>
                  <a:lnTo>
                    <a:pt x="2493340" y="18173"/>
                  </a:lnTo>
                  <a:close/>
                </a:path>
                <a:path w="3214369" h="1195704">
                  <a:moveTo>
                    <a:pt x="2598877" y="18173"/>
                  </a:moveTo>
                  <a:lnTo>
                    <a:pt x="2597874" y="10947"/>
                  </a:lnTo>
                  <a:lnTo>
                    <a:pt x="2594064" y="4711"/>
                  </a:lnTo>
                  <a:lnTo>
                    <a:pt x="2587142" y="622"/>
                  </a:lnTo>
                  <a:lnTo>
                    <a:pt x="2579027" y="0"/>
                  </a:lnTo>
                  <a:lnTo>
                    <a:pt x="2570975" y="2286"/>
                  </a:lnTo>
                  <a:lnTo>
                    <a:pt x="2564180" y="6908"/>
                  </a:lnTo>
                  <a:lnTo>
                    <a:pt x="2559697" y="12992"/>
                  </a:lnTo>
                  <a:lnTo>
                    <a:pt x="2557208" y="20180"/>
                  </a:lnTo>
                  <a:lnTo>
                    <a:pt x="2557119" y="27457"/>
                  </a:lnTo>
                  <a:lnTo>
                    <a:pt x="2559812" y="33870"/>
                  </a:lnTo>
                  <a:lnTo>
                    <a:pt x="2567013" y="39014"/>
                  </a:lnTo>
                  <a:lnTo>
                    <a:pt x="2576499" y="40297"/>
                  </a:lnTo>
                  <a:lnTo>
                    <a:pt x="2586215" y="37807"/>
                  </a:lnTo>
                  <a:lnTo>
                    <a:pt x="2594064" y="31673"/>
                  </a:lnTo>
                  <a:lnTo>
                    <a:pt x="2597480" y="25412"/>
                  </a:lnTo>
                  <a:lnTo>
                    <a:pt x="2598877" y="18173"/>
                  </a:lnTo>
                  <a:close/>
                </a:path>
                <a:path w="3214369" h="1195704">
                  <a:moveTo>
                    <a:pt x="2698356" y="18173"/>
                  </a:moveTo>
                  <a:lnTo>
                    <a:pt x="2697353" y="10947"/>
                  </a:lnTo>
                  <a:lnTo>
                    <a:pt x="2693543" y="4711"/>
                  </a:lnTo>
                  <a:lnTo>
                    <a:pt x="2686621" y="622"/>
                  </a:lnTo>
                  <a:lnTo>
                    <a:pt x="2678506" y="0"/>
                  </a:lnTo>
                  <a:lnTo>
                    <a:pt x="2670454" y="2286"/>
                  </a:lnTo>
                  <a:lnTo>
                    <a:pt x="2663660" y="6908"/>
                  </a:lnTo>
                  <a:lnTo>
                    <a:pt x="2659176" y="12992"/>
                  </a:lnTo>
                  <a:lnTo>
                    <a:pt x="2656687" y="20180"/>
                  </a:lnTo>
                  <a:lnTo>
                    <a:pt x="2656598" y="27457"/>
                  </a:lnTo>
                  <a:lnTo>
                    <a:pt x="2659291" y="33870"/>
                  </a:lnTo>
                  <a:lnTo>
                    <a:pt x="2666492" y="39014"/>
                  </a:lnTo>
                  <a:lnTo>
                    <a:pt x="2675979" y="40297"/>
                  </a:lnTo>
                  <a:lnTo>
                    <a:pt x="2685694" y="37807"/>
                  </a:lnTo>
                  <a:lnTo>
                    <a:pt x="2693543" y="31673"/>
                  </a:lnTo>
                  <a:lnTo>
                    <a:pt x="2696959" y="25412"/>
                  </a:lnTo>
                  <a:lnTo>
                    <a:pt x="2698356" y="18173"/>
                  </a:lnTo>
                  <a:close/>
                </a:path>
                <a:path w="3214369" h="1195704">
                  <a:moveTo>
                    <a:pt x="2803893" y="18173"/>
                  </a:moveTo>
                  <a:lnTo>
                    <a:pt x="2802890" y="10947"/>
                  </a:lnTo>
                  <a:lnTo>
                    <a:pt x="2799080" y="4711"/>
                  </a:lnTo>
                  <a:lnTo>
                    <a:pt x="2792145" y="622"/>
                  </a:lnTo>
                  <a:lnTo>
                    <a:pt x="2784043" y="0"/>
                  </a:lnTo>
                  <a:lnTo>
                    <a:pt x="2775991" y="2286"/>
                  </a:lnTo>
                  <a:lnTo>
                    <a:pt x="2769197" y="6908"/>
                  </a:lnTo>
                  <a:lnTo>
                    <a:pt x="2764713" y="12992"/>
                  </a:lnTo>
                  <a:lnTo>
                    <a:pt x="2762224" y="20180"/>
                  </a:lnTo>
                  <a:lnTo>
                    <a:pt x="2762135" y="27457"/>
                  </a:lnTo>
                  <a:lnTo>
                    <a:pt x="2764828" y="33870"/>
                  </a:lnTo>
                  <a:lnTo>
                    <a:pt x="2772029" y="39014"/>
                  </a:lnTo>
                  <a:lnTo>
                    <a:pt x="2781516" y="40297"/>
                  </a:lnTo>
                  <a:lnTo>
                    <a:pt x="2791231" y="37807"/>
                  </a:lnTo>
                  <a:lnTo>
                    <a:pt x="2799080" y="31673"/>
                  </a:lnTo>
                  <a:lnTo>
                    <a:pt x="2802496" y="25412"/>
                  </a:lnTo>
                  <a:lnTo>
                    <a:pt x="2803893" y="18173"/>
                  </a:lnTo>
                  <a:close/>
                </a:path>
                <a:path w="3214369" h="1195704">
                  <a:moveTo>
                    <a:pt x="2903372" y="18173"/>
                  </a:moveTo>
                  <a:lnTo>
                    <a:pt x="2902369" y="10947"/>
                  </a:lnTo>
                  <a:lnTo>
                    <a:pt x="2898559" y="4711"/>
                  </a:lnTo>
                  <a:lnTo>
                    <a:pt x="2891625" y="622"/>
                  </a:lnTo>
                  <a:lnTo>
                    <a:pt x="2883522" y="0"/>
                  </a:lnTo>
                  <a:lnTo>
                    <a:pt x="2875470" y="2286"/>
                  </a:lnTo>
                  <a:lnTo>
                    <a:pt x="2868676" y="6908"/>
                  </a:lnTo>
                  <a:lnTo>
                    <a:pt x="2864193" y="12992"/>
                  </a:lnTo>
                  <a:lnTo>
                    <a:pt x="2861703" y="20180"/>
                  </a:lnTo>
                  <a:lnTo>
                    <a:pt x="2861614" y="27457"/>
                  </a:lnTo>
                  <a:lnTo>
                    <a:pt x="2864307" y="33870"/>
                  </a:lnTo>
                  <a:lnTo>
                    <a:pt x="2871508" y="39014"/>
                  </a:lnTo>
                  <a:lnTo>
                    <a:pt x="2880995" y="40297"/>
                  </a:lnTo>
                  <a:lnTo>
                    <a:pt x="2890710" y="37807"/>
                  </a:lnTo>
                  <a:lnTo>
                    <a:pt x="2898559" y="31673"/>
                  </a:lnTo>
                  <a:lnTo>
                    <a:pt x="2901975" y="25412"/>
                  </a:lnTo>
                  <a:lnTo>
                    <a:pt x="2903372" y="18173"/>
                  </a:lnTo>
                  <a:close/>
                </a:path>
                <a:path w="3214369" h="1195704">
                  <a:moveTo>
                    <a:pt x="3008909" y="18173"/>
                  </a:moveTo>
                  <a:lnTo>
                    <a:pt x="3007906" y="10947"/>
                  </a:lnTo>
                  <a:lnTo>
                    <a:pt x="3004096" y="4711"/>
                  </a:lnTo>
                  <a:lnTo>
                    <a:pt x="2997162" y="622"/>
                  </a:lnTo>
                  <a:lnTo>
                    <a:pt x="2989059" y="0"/>
                  </a:lnTo>
                  <a:lnTo>
                    <a:pt x="2981007" y="2286"/>
                  </a:lnTo>
                  <a:lnTo>
                    <a:pt x="2974213" y="6908"/>
                  </a:lnTo>
                  <a:lnTo>
                    <a:pt x="2969730" y="12992"/>
                  </a:lnTo>
                  <a:lnTo>
                    <a:pt x="2967240" y="20180"/>
                  </a:lnTo>
                  <a:lnTo>
                    <a:pt x="2967139" y="27457"/>
                  </a:lnTo>
                  <a:lnTo>
                    <a:pt x="2969844" y="33870"/>
                  </a:lnTo>
                  <a:lnTo>
                    <a:pt x="2977045" y="39014"/>
                  </a:lnTo>
                  <a:lnTo>
                    <a:pt x="2986532" y="40297"/>
                  </a:lnTo>
                  <a:lnTo>
                    <a:pt x="2996247" y="37807"/>
                  </a:lnTo>
                  <a:lnTo>
                    <a:pt x="3004096" y="31673"/>
                  </a:lnTo>
                  <a:lnTo>
                    <a:pt x="3007512" y="25412"/>
                  </a:lnTo>
                  <a:lnTo>
                    <a:pt x="3008909" y="18173"/>
                  </a:lnTo>
                  <a:close/>
                </a:path>
                <a:path w="3214369" h="1195704">
                  <a:moveTo>
                    <a:pt x="3108388" y="18173"/>
                  </a:moveTo>
                  <a:lnTo>
                    <a:pt x="3107385" y="10947"/>
                  </a:lnTo>
                  <a:lnTo>
                    <a:pt x="3103575" y="4711"/>
                  </a:lnTo>
                  <a:lnTo>
                    <a:pt x="3096641" y="622"/>
                  </a:lnTo>
                  <a:lnTo>
                    <a:pt x="3088538" y="0"/>
                  </a:lnTo>
                  <a:lnTo>
                    <a:pt x="3080486" y="2286"/>
                  </a:lnTo>
                  <a:lnTo>
                    <a:pt x="3073692" y="6908"/>
                  </a:lnTo>
                  <a:lnTo>
                    <a:pt x="3069209" y="12992"/>
                  </a:lnTo>
                  <a:lnTo>
                    <a:pt x="3066719" y="20180"/>
                  </a:lnTo>
                  <a:lnTo>
                    <a:pt x="3066631" y="27457"/>
                  </a:lnTo>
                  <a:lnTo>
                    <a:pt x="3069323" y="33870"/>
                  </a:lnTo>
                  <a:lnTo>
                    <a:pt x="3076524" y="39014"/>
                  </a:lnTo>
                  <a:lnTo>
                    <a:pt x="3086011" y="40297"/>
                  </a:lnTo>
                  <a:lnTo>
                    <a:pt x="3095726" y="37807"/>
                  </a:lnTo>
                  <a:lnTo>
                    <a:pt x="3103575" y="31673"/>
                  </a:lnTo>
                  <a:lnTo>
                    <a:pt x="3106991" y="25412"/>
                  </a:lnTo>
                  <a:lnTo>
                    <a:pt x="3108388" y="18173"/>
                  </a:lnTo>
                  <a:close/>
                </a:path>
                <a:path w="3214369" h="1195704">
                  <a:moveTo>
                    <a:pt x="3213925" y="18173"/>
                  </a:moveTo>
                  <a:lnTo>
                    <a:pt x="3212922" y="10947"/>
                  </a:lnTo>
                  <a:lnTo>
                    <a:pt x="3209112" y="4711"/>
                  </a:lnTo>
                  <a:lnTo>
                    <a:pt x="3202178" y="622"/>
                  </a:lnTo>
                  <a:lnTo>
                    <a:pt x="3194075" y="0"/>
                  </a:lnTo>
                  <a:lnTo>
                    <a:pt x="3186023" y="2286"/>
                  </a:lnTo>
                  <a:lnTo>
                    <a:pt x="3179229" y="6908"/>
                  </a:lnTo>
                  <a:lnTo>
                    <a:pt x="3174746" y="12992"/>
                  </a:lnTo>
                  <a:lnTo>
                    <a:pt x="3172256" y="20180"/>
                  </a:lnTo>
                  <a:lnTo>
                    <a:pt x="3172155" y="27457"/>
                  </a:lnTo>
                  <a:lnTo>
                    <a:pt x="3174860" y="33870"/>
                  </a:lnTo>
                  <a:lnTo>
                    <a:pt x="3182061" y="39014"/>
                  </a:lnTo>
                  <a:lnTo>
                    <a:pt x="3191548" y="40297"/>
                  </a:lnTo>
                  <a:lnTo>
                    <a:pt x="3201263" y="37807"/>
                  </a:lnTo>
                  <a:lnTo>
                    <a:pt x="3209112" y="31673"/>
                  </a:lnTo>
                  <a:lnTo>
                    <a:pt x="3212528" y="25412"/>
                  </a:lnTo>
                  <a:lnTo>
                    <a:pt x="3213925" y="18173"/>
                  </a:lnTo>
                  <a:close/>
                </a:path>
              </a:pathLst>
            </a:custGeom>
            <a:solidFill>
              <a:srgbClr val="EBEDF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92" name="object 592" descr=""/>
            <p:cNvPicPr/>
            <p:nvPr/>
          </p:nvPicPr>
          <p:blipFill>
            <a:blip r:embed="rId100" cstate="print"/>
            <a:stretch>
              <a:fillRect/>
            </a:stretch>
          </p:blipFill>
          <p:spPr>
            <a:xfrm>
              <a:off x="15905843" y="8691425"/>
              <a:ext cx="90279" cy="125870"/>
            </a:xfrm>
            <a:prstGeom prst="rect">
              <a:avLst/>
            </a:prstGeom>
          </p:spPr>
        </p:pic>
        <p:sp>
          <p:nvSpPr>
            <p:cNvPr id="593" name="object 593" descr=""/>
            <p:cNvSpPr/>
            <p:nvPr/>
          </p:nvSpPr>
          <p:spPr>
            <a:xfrm>
              <a:off x="15763608" y="8668289"/>
              <a:ext cx="3472815" cy="174625"/>
            </a:xfrm>
            <a:custGeom>
              <a:avLst/>
              <a:gdLst/>
              <a:ahLst/>
              <a:cxnLst/>
              <a:rect l="l" t="t" r="r" b="b"/>
              <a:pathLst>
                <a:path w="3472815" h="174625">
                  <a:moveTo>
                    <a:pt x="1817535" y="19062"/>
                  </a:moveTo>
                  <a:lnTo>
                    <a:pt x="1810829" y="16179"/>
                  </a:lnTo>
                  <a:lnTo>
                    <a:pt x="1797189" y="9956"/>
                  </a:lnTo>
                  <a:lnTo>
                    <a:pt x="1766252" y="10947"/>
                  </a:lnTo>
                  <a:lnTo>
                    <a:pt x="1734248" y="11455"/>
                  </a:lnTo>
                  <a:lnTo>
                    <a:pt x="1680159" y="11341"/>
                  </a:lnTo>
                  <a:lnTo>
                    <a:pt x="1625600" y="10160"/>
                  </a:lnTo>
                  <a:lnTo>
                    <a:pt x="1572031" y="8102"/>
                  </a:lnTo>
                  <a:lnTo>
                    <a:pt x="1520837" y="5410"/>
                  </a:lnTo>
                  <a:lnTo>
                    <a:pt x="1481048" y="2806"/>
                  </a:lnTo>
                  <a:lnTo>
                    <a:pt x="1444815" y="0"/>
                  </a:lnTo>
                  <a:lnTo>
                    <a:pt x="1418336" y="9309"/>
                  </a:lnTo>
                  <a:lnTo>
                    <a:pt x="1466773" y="15049"/>
                  </a:lnTo>
                  <a:lnTo>
                    <a:pt x="1543621" y="20383"/>
                  </a:lnTo>
                  <a:lnTo>
                    <a:pt x="1598485" y="22936"/>
                  </a:lnTo>
                  <a:lnTo>
                    <a:pt x="1655229" y="24625"/>
                  </a:lnTo>
                  <a:lnTo>
                    <a:pt x="1712264" y="25234"/>
                  </a:lnTo>
                  <a:lnTo>
                    <a:pt x="1735912" y="25120"/>
                  </a:lnTo>
                  <a:lnTo>
                    <a:pt x="1772894" y="24384"/>
                  </a:lnTo>
                  <a:lnTo>
                    <a:pt x="1783524" y="23672"/>
                  </a:lnTo>
                  <a:lnTo>
                    <a:pt x="1796580" y="22072"/>
                  </a:lnTo>
                  <a:lnTo>
                    <a:pt x="1817535" y="19062"/>
                  </a:lnTo>
                  <a:close/>
                </a:path>
                <a:path w="3472815" h="174625">
                  <a:moveTo>
                    <a:pt x="3472205" y="159727"/>
                  </a:moveTo>
                  <a:lnTo>
                    <a:pt x="2747314" y="73317"/>
                  </a:lnTo>
                  <a:lnTo>
                    <a:pt x="623608" y="73279"/>
                  </a:lnTo>
                  <a:lnTo>
                    <a:pt x="588187" y="79019"/>
                  </a:lnTo>
                  <a:lnTo>
                    <a:pt x="540169" y="86321"/>
                  </a:lnTo>
                  <a:lnTo>
                    <a:pt x="481533" y="94856"/>
                  </a:lnTo>
                  <a:lnTo>
                    <a:pt x="415455" y="104254"/>
                  </a:lnTo>
                  <a:lnTo>
                    <a:pt x="273710" y="123926"/>
                  </a:lnTo>
                  <a:lnTo>
                    <a:pt x="0" y="160959"/>
                  </a:lnTo>
                  <a:lnTo>
                    <a:pt x="1778" y="174269"/>
                  </a:lnTo>
                  <a:lnTo>
                    <a:pt x="346227" y="127469"/>
                  </a:lnTo>
                  <a:lnTo>
                    <a:pt x="482625" y="108267"/>
                  </a:lnTo>
                  <a:lnTo>
                    <a:pt x="541375" y="99707"/>
                  </a:lnTo>
                  <a:lnTo>
                    <a:pt x="589622" y="92379"/>
                  </a:lnTo>
                  <a:lnTo>
                    <a:pt x="624192" y="86702"/>
                  </a:lnTo>
                  <a:lnTo>
                    <a:pt x="2746121" y="86702"/>
                  </a:lnTo>
                  <a:lnTo>
                    <a:pt x="3470618" y="173062"/>
                  </a:lnTo>
                  <a:lnTo>
                    <a:pt x="3472205" y="159727"/>
                  </a:lnTo>
                  <a:close/>
                </a:path>
              </a:pathLst>
            </a:custGeom>
            <a:solidFill>
              <a:srgbClr val="20284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" name="object 594" descr=""/>
            <p:cNvSpPr/>
            <p:nvPr/>
          </p:nvSpPr>
          <p:spPr>
            <a:xfrm>
              <a:off x="16098989" y="8995403"/>
              <a:ext cx="627380" cy="182245"/>
            </a:xfrm>
            <a:custGeom>
              <a:avLst/>
              <a:gdLst/>
              <a:ahLst/>
              <a:cxnLst/>
              <a:rect l="l" t="t" r="r" b="b"/>
              <a:pathLst>
                <a:path w="627380" h="182245">
                  <a:moveTo>
                    <a:pt x="613625" y="0"/>
                  </a:moveTo>
                  <a:lnTo>
                    <a:pt x="0" y="0"/>
                  </a:lnTo>
                  <a:lnTo>
                    <a:pt x="0" y="58305"/>
                  </a:lnTo>
                  <a:lnTo>
                    <a:pt x="613625" y="58305"/>
                  </a:lnTo>
                  <a:lnTo>
                    <a:pt x="613625" y="0"/>
                  </a:lnTo>
                  <a:close/>
                </a:path>
                <a:path w="627380" h="182245">
                  <a:moveTo>
                    <a:pt x="626770" y="123418"/>
                  </a:moveTo>
                  <a:lnTo>
                    <a:pt x="4940" y="123418"/>
                  </a:lnTo>
                  <a:lnTo>
                    <a:pt x="4940" y="181673"/>
                  </a:lnTo>
                  <a:lnTo>
                    <a:pt x="626770" y="181673"/>
                  </a:lnTo>
                  <a:lnTo>
                    <a:pt x="626770" y="123418"/>
                  </a:lnTo>
                  <a:close/>
                </a:path>
              </a:pathLst>
            </a:custGeom>
            <a:solidFill>
              <a:srgbClr val="54997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95" name="object 595" descr=""/>
          <p:cNvGrpSpPr/>
          <p:nvPr/>
        </p:nvGrpSpPr>
        <p:grpSpPr>
          <a:xfrm>
            <a:off x="10813044" y="5451349"/>
            <a:ext cx="3742054" cy="1864360"/>
            <a:chOff x="10813044" y="5451349"/>
            <a:chExt cx="3742054" cy="1864360"/>
          </a:xfrm>
        </p:grpSpPr>
        <p:sp>
          <p:nvSpPr>
            <p:cNvPr id="596" name="object 596" descr=""/>
            <p:cNvSpPr/>
            <p:nvPr/>
          </p:nvSpPr>
          <p:spPr>
            <a:xfrm>
              <a:off x="11554035" y="6044025"/>
              <a:ext cx="2259965" cy="999490"/>
            </a:xfrm>
            <a:custGeom>
              <a:avLst/>
              <a:gdLst/>
              <a:ahLst/>
              <a:cxnLst/>
              <a:rect l="l" t="t" r="r" b="b"/>
              <a:pathLst>
                <a:path w="2259965" h="999490">
                  <a:moveTo>
                    <a:pt x="0" y="998911"/>
                  </a:moveTo>
                  <a:lnTo>
                    <a:pt x="2259826" y="998911"/>
                  </a:lnTo>
                  <a:lnTo>
                    <a:pt x="2259826" y="0"/>
                  </a:lnTo>
                  <a:lnTo>
                    <a:pt x="0" y="0"/>
                  </a:lnTo>
                  <a:lnTo>
                    <a:pt x="0" y="998911"/>
                  </a:lnTo>
                  <a:close/>
                </a:path>
              </a:pathLst>
            </a:custGeom>
            <a:solidFill>
              <a:srgbClr val="FFBBA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97" name="object 597" descr=""/>
            <p:cNvPicPr/>
            <p:nvPr/>
          </p:nvPicPr>
          <p:blipFill>
            <a:blip r:embed="rId101" cstate="print"/>
            <a:stretch>
              <a:fillRect/>
            </a:stretch>
          </p:blipFill>
          <p:spPr>
            <a:xfrm>
              <a:off x="10813044" y="5451349"/>
              <a:ext cx="3741808" cy="813758"/>
            </a:xfrm>
            <a:prstGeom prst="rect">
              <a:avLst/>
            </a:prstGeom>
          </p:spPr>
        </p:pic>
        <p:sp>
          <p:nvSpPr>
            <p:cNvPr id="598" name="object 598" descr=""/>
            <p:cNvSpPr/>
            <p:nvPr/>
          </p:nvSpPr>
          <p:spPr>
            <a:xfrm>
              <a:off x="11630787" y="7042943"/>
              <a:ext cx="2108200" cy="108585"/>
            </a:xfrm>
            <a:custGeom>
              <a:avLst/>
              <a:gdLst/>
              <a:ahLst/>
              <a:cxnLst/>
              <a:rect l="l" t="t" r="r" b="b"/>
              <a:pathLst>
                <a:path w="2108200" h="108584">
                  <a:moveTo>
                    <a:pt x="569582" y="0"/>
                  </a:moveTo>
                  <a:lnTo>
                    <a:pt x="0" y="0"/>
                  </a:lnTo>
                  <a:lnTo>
                    <a:pt x="0" y="108483"/>
                  </a:lnTo>
                  <a:lnTo>
                    <a:pt x="569582" y="108483"/>
                  </a:lnTo>
                  <a:lnTo>
                    <a:pt x="569582" y="0"/>
                  </a:lnTo>
                  <a:close/>
                </a:path>
                <a:path w="2108200" h="108584">
                  <a:moveTo>
                    <a:pt x="1414284" y="0"/>
                  </a:moveTo>
                  <a:lnTo>
                    <a:pt x="695617" y="0"/>
                  </a:lnTo>
                  <a:lnTo>
                    <a:pt x="695617" y="108483"/>
                  </a:lnTo>
                  <a:lnTo>
                    <a:pt x="1414284" y="108483"/>
                  </a:lnTo>
                  <a:lnTo>
                    <a:pt x="1414284" y="0"/>
                  </a:lnTo>
                  <a:close/>
                </a:path>
                <a:path w="2108200" h="108584">
                  <a:moveTo>
                    <a:pt x="2107666" y="0"/>
                  </a:moveTo>
                  <a:lnTo>
                    <a:pt x="1540319" y="0"/>
                  </a:lnTo>
                  <a:lnTo>
                    <a:pt x="1540319" y="108483"/>
                  </a:lnTo>
                  <a:lnTo>
                    <a:pt x="2107666" y="108483"/>
                  </a:lnTo>
                  <a:lnTo>
                    <a:pt x="2107666" y="0"/>
                  </a:lnTo>
                  <a:close/>
                </a:path>
              </a:pathLst>
            </a:custGeom>
            <a:solidFill>
              <a:srgbClr val="057E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" name="object 599" descr=""/>
            <p:cNvSpPr/>
            <p:nvPr/>
          </p:nvSpPr>
          <p:spPr>
            <a:xfrm>
              <a:off x="11153661" y="7042943"/>
              <a:ext cx="3079750" cy="272415"/>
            </a:xfrm>
            <a:custGeom>
              <a:avLst/>
              <a:gdLst/>
              <a:ahLst/>
              <a:cxnLst/>
              <a:rect l="l" t="t" r="r" b="b"/>
              <a:pathLst>
                <a:path w="3079750" h="272415">
                  <a:moveTo>
                    <a:pt x="477126" y="0"/>
                  </a:moveTo>
                  <a:lnTo>
                    <a:pt x="351078" y="0"/>
                  </a:lnTo>
                  <a:lnTo>
                    <a:pt x="351078" y="108483"/>
                  </a:lnTo>
                  <a:lnTo>
                    <a:pt x="477126" y="108483"/>
                  </a:lnTo>
                  <a:lnTo>
                    <a:pt x="477126" y="0"/>
                  </a:lnTo>
                  <a:close/>
                </a:path>
                <a:path w="3079750" h="272415">
                  <a:moveTo>
                    <a:pt x="1172743" y="0"/>
                  </a:moveTo>
                  <a:lnTo>
                    <a:pt x="1046708" y="0"/>
                  </a:lnTo>
                  <a:lnTo>
                    <a:pt x="1046708" y="108483"/>
                  </a:lnTo>
                  <a:lnTo>
                    <a:pt x="1172743" y="108483"/>
                  </a:lnTo>
                  <a:lnTo>
                    <a:pt x="1172743" y="0"/>
                  </a:lnTo>
                  <a:close/>
                </a:path>
                <a:path w="3079750" h="272415">
                  <a:moveTo>
                    <a:pt x="2017445" y="0"/>
                  </a:moveTo>
                  <a:lnTo>
                    <a:pt x="1891411" y="0"/>
                  </a:lnTo>
                  <a:lnTo>
                    <a:pt x="1891411" y="108483"/>
                  </a:lnTo>
                  <a:lnTo>
                    <a:pt x="2017445" y="108483"/>
                  </a:lnTo>
                  <a:lnTo>
                    <a:pt x="2017445" y="0"/>
                  </a:lnTo>
                  <a:close/>
                </a:path>
                <a:path w="3079750" h="272415">
                  <a:moveTo>
                    <a:pt x="2710827" y="0"/>
                  </a:moveTo>
                  <a:lnTo>
                    <a:pt x="2584793" y="0"/>
                  </a:lnTo>
                  <a:lnTo>
                    <a:pt x="2584793" y="108483"/>
                  </a:lnTo>
                  <a:lnTo>
                    <a:pt x="2710827" y="108483"/>
                  </a:lnTo>
                  <a:lnTo>
                    <a:pt x="2710827" y="0"/>
                  </a:lnTo>
                  <a:close/>
                </a:path>
                <a:path w="3079750" h="272415">
                  <a:moveTo>
                    <a:pt x="3079216" y="109855"/>
                  </a:moveTo>
                  <a:lnTo>
                    <a:pt x="0" y="109855"/>
                  </a:lnTo>
                  <a:lnTo>
                    <a:pt x="0" y="272262"/>
                  </a:lnTo>
                  <a:lnTo>
                    <a:pt x="3079216" y="272262"/>
                  </a:lnTo>
                  <a:lnTo>
                    <a:pt x="3079216" y="109855"/>
                  </a:lnTo>
                  <a:close/>
                </a:path>
              </a:pathLst>
            </a:custGeom>
            <a:solidFill>
              <a:srgbClr val="20284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" name="object 600" descr=""/>
            <p:cNvSpPr/>
            <p:nvPr/>
          </p:nvSpPr>
          <p:spPr>
            <a:xfrm>
              <a:off x="11554028" y="6265106"/>
              <a:ext cx="2259965" cy="777875"/>
            </a:xfrm>
            <a:custGeom>
              <a:avLst/>
              <a:gdLst/>
              <a:ahLst/>
              <a:cxnLst/>
              <a:rect l="l" t="t" r="r" b="b"/>
              <a:pathLst>
                <a:path w="2259965" h="777875">
                  <a:moveTo>
                    <a:pt x="64135" y="0"/>
                  </a:moveTo>
                  <a:lnTo>
                    <a:pt x="0" y="0"/>
                  </a:lnTo>
                  <a:lnTo>
                    <a:pt x="0" y="777836"/>
                  </a:lnTo>
                  <a:lnTo>
                    <a:pt x="64135" y="777836"/>
                  </a:lnTo>
                  <a:lnTo>
                    <a:pt x="64135" y="0"/>
                  </a:lnTo>
                  <a:close/>
                </a:path>
                <a:path w="2259965" h="777875">
                  <a:moveTo>
                    <a:pt x="741426" y="0"/>
                  </a:moveTo>
                  <a:lnTo>
                    <a:pt x="677291" y="0"/>
                  </a:lnTo>
                  <a:lnTo>
                    <a:pt x="677291" y="777836"/>
                  </a:lnTo>
                  <a:lnTo>
                    <a:pt x="741426" y="777836"/>
                  </a:lnTo>
                  <a:lnTo>
                    <a:pt x="741426" y="0"/>
                  </a:lnTo>
                  <a:close/>
                </a:path>
                <a:path w="2259965" h="777875">
                  <a:moveTo>
                    <a:pt x="1586128" y="0"/>
                  </a:moveTo>
                  <a:lnTo>
                    <a:pt x="1521993" y="0"/>
                  </a:lnTo>
                  <a:lnTo>
                    <a:pt x="1521993" y="777836"/>
                  </a:lnTo>
                  <a:lnTo>
                    <a:pt x="1586128" y="777836"/>
                  </a:lnTo>
                  <a:lnTo>
                    <a:pt x="1586128" y="0"/>
                  </a:lnTo>
                  <a:close/>
                </a:path>
                <a:path w="2259965" h="777875">
                  <a:moveTo>
                    <a:pt x="2259825" y="0"/>
                  </a:moveTo>
                  <a:lnTo>
                    <a:pt x="2195690" y="0"/>
                  </a:lnTo>
                  <a:lnTo>
                    <a:pt x="2195690" y="777836"/>
                  </a:lnTo>
                  <a:lnTo>
                    <a:pt x="2259825" y="777836"/>
                  </a:lnTo>
                  <a:lnTo>
                    <a:pt x="2259825" y="0"/>
                  </a:lnTo>
                  <a:close/>
                </a:path>
              </a:pathLst>
            </a:custGeom>
            <a:solidFill>
              <a:srgbClr val="B8564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" name="object 601" descr=""/>
            <p:cNvSpPr/>
            <p:nvPr/>
          </p:nvSpPr>
          <p:spPr>
            <a:xfrm>
              <a:off x="11785337" y="6549622"/>
              <a:ext cx="276860" cy="417830"/>
            </a:xfrm>
            <a:custGeom>
              <a:avLst/>
              <a:gdLst/>
              <a:ahLst/>
              <a:cxnLst/>
              <a:rect l="l" t="t" r="r" b="b"/>
              <a:pathLst>
                <a:path w="276859" h="417829">
                  <a:moveTo>
                    <a:pt x="276337" y="0"/>
                  </a:moveTo>
                  <a:lnTo>
                    <a:pt x="0" y="0"/>
                  </a:lnTo>
                  <a:lnTo>
                    <a:pt x="0" y="417578"/>
                  </a:lnTo>
                  <a:lnTo>
                    <a:pt x="276337" y="417578"/>
                  </a:lnTo>
                  <a:lnTo>
                    <a:pt x="276337" y="0"/>
                  </a:lnTo>
                  <a:close/>
                </a:path>
              </a:pathLst>
            </a:custGeom>
            <a:solidFill>
              <a:srgbClr val="20284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" name="object 602" descr=""/>
            <p:cNvSpPr/>
            <p:nvPr/>
          </p:nvSpPr>
          <p:spPr>
            <a:xfrm>
              <a:off x="11654371" y="6549624"/>
              <a:ext cx="541020" cy="417830"/>
            </a:xfrm>
            <a:custGeom>
              <a:avLst/>
              <a:gdLst/>
              <a:ahLst/>
              <a:cxnLst/>
              <a:rect l="l" t="t" r="r" b="b"/>
              <a:pathLst>
                <a:path w="541020" h="417829">
                  <a:moveTo>
                    <a:pt x="130962" y="0"/>
                  </a:moveTo>
                  <a:lnTo>
                    <a:pt x="0" y="0"/>
                  </a:lnTo>
                  <a:lnTo>
                    <a:pt x="0" y="417588"/>
                  </a:lnTo>
                  <a:lnTo>
                    <a:pt x="130962" y="417588"/>
                  </a:lnTo>
                  <a:lnTo>
                    <a:pt x="130962" y="0"/>
                  </a:lnTo>
                  <a:close/>
                </a:path>
                <a:path w="541020" h="417829">
                  <a:moveTo>
                    <a:pt x="540740" y="0"/>
                  </a:moveTo>
                  <a:lnTo>
                    <a:pt x="407301" y="0"/>
                  </a:lnTo>
                  <a:lnTo>
                    <a:pt x="407301" y="417588"/>
                  </a:lnTo>
                  <a:lnTo>
                    <a:pt x="540740" y="417588"/>
                  </a:lnTo>
                  <a:lnTo>
                    <a:pt x="540740" y="0"/>
                  </a:lnTo>
                  <a:close/>
                </a:path>
              </a:pathLst>
            </a:custGeom>
            <a:solidFill>
              <a:srgbClr val="EBED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" name="object 603" descr=""/>
            <p:cNvSpPr/>
            <p:nvPr/>
          </p:nvSpPr>
          <p:spPr>
            <a:xfrm>
              <a:off x="14463167" y="5761608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09" h="3810">
                  <a:moveTo>
                    <a:pt x="3591" y="0"/>
                  </a:moveTo>
                  <a:lnTo>
                    <a:pt x="3444" y="115"/>
                  </a:lnTo>
                  <a:lnTo>
                    <a:pt x="3298" y="261"/>
                  </a:lnTo>
                  <a:lnTo>
                    <a:pt x="2125" y="1361"/>
                  </a:lnTo>
                  <a:lnTo>
                    <a:pt x="1026" y="2314"/>
                  </a:lnTo>
                  <a:lnTo>
                    <a:pt x="0" y="3225"/>
                  </a:lnTo>
                  <a:lnTo>
                    <a:pt x="2125" y="1832"/>
                  </a:lnTo>
                  <a:lnTo>
                    <a:pt x="3047" y="848"/>
                  </a:lnTo>
                  <a:lnTo>
                    <a:pt x="3403" y="335"/>
                  </a:lnTo>
                  <a:lnTo>
                    <a:pt x="3518" y="188"/>
                  </a:lnTo>
                  <a:lnTo>
                    <a:pt x="3591" y="0"/>
                  </a:lnTo>
                  <a:close/>
                </a:path>
              </a:pathLst>
            </a:custGeom>
            <a:solidFill>
              <a:srgbClr val="1185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" name="object 604" descr=""/>
            <p:cNvSpPr/>
            <p:nvPr/>
          </p:nvSpPr>
          <p:spPr>
            <a:xfrm>
              <a:off x="11670640" y="6333965"/>
              <a:ext cx="508634" cy="130175"/>
            </a:xfrm>
            <a:custGeom>
              <a:avLst/>
              <a:gdLst/>
              <a:ahLst/>
              <a:cxnLst/>
              <a:rect l="l" t="t" r="r" b="b"/>
              <a:pathLst>
                <a:path w="508634" h="130175">
                  <a:moveTo>
                    <a:pt x="10998" y="0"/>
                  </a:moveTo>
                  <a:lnTo>
                    <a:pt x="0" y="0"/>
                  </a:lnTo>
                  <a:lnTo>
                    <a:pt x="0" y="129692"/>
                  </a:lnTo>
                  <a:lnTo>
                    <a:pt x="10998" y="129692"/>
                  </a:lnTo>
                  <a:lnTo>
                    <a:pt x="10998" y="0"/>
                  </a:lnTo>
                  <a:close/>
                </a:path>
                <a:path w="508634" h="130175">
                  <a:moveTo>
                    <a:pt x="52425" y="0"/>
                  </a:moveTo>
                  <a:lnTo>
                    <a:pt x="41414" y="0"/>
                  </a:lnTo>
                  <a:lnTo>
                    <a:pt x="41414" y="129692"/>
                  </a:lnTo>
                  <a:lnTo>
                    <a:pt x="52425" y="129692"/>
                  </a:lnTo>
                  <a:lnTo>
                    <a:pt x="52425" y="0"/>
                  </a:lnTo>
                  <a:close/>
                </a:path>
                <a:path w="508634" h="130175">
                  <a:moveTo>
                    <a:pt x="93878" y="0"/>
                  </a:moveTo>
                  <a:lnTo>
                    <a:pt x="82867" y="0"/>
                  </a:lnTo>
                  <a:lnTo>
                    <a:pt x="82867" y="129692"/>
                  </a:lnTo>
                  <a:lnTo>
                    <a:pt x="93878" y="129692"/>
                  </a:lnTo>
                  <a:lnTo>
                    <a:pt x="93878" y="0"/>
                  </a:lnTo>
                  <a:close/>
                </a:path>
                <a:path w="508634" h="130175">
                  <a:moveTo>
                    <a:pt x="135293" y="0"/>
                  </a:moveTo>
                  <a:lnTo>
                    <a:pt x="124294" y="0"/>
                  </a:lnTo>
                  <a:lnTo>
                    <a:pt x="124294" y="129692"/>
                  </a:lnTo>
                  <a:lnTo>
                    <a:pt x="135293" y="129692"/>
                  </a:lnTo>
                  <a:lnTo>
                    <a:pt x="135293" y="0"/>
                  </a:lnTo>
                  <a:close/>
                </a:path>
                <a:path w="508634" h="130175">
                  <a:moveTo>
                    <a:pt x="176720" y="0"/>
                  </a:moveTo>
                  <a:lnTo>
                    <a:pt x="165722" y="0"/>
                  </a:lnTo>
                  <a:lnTo>
                    <a:pt x="165722" y="129692"/>
                  </a:lnTo>
                  <a:lnTo>
                    <a:pt x="176720" y="129692"/>
                  </a:lnTo>
                  <a:lnTo>
                    <a:pt x="176720" y="0"/>
                  </a:lnTo>
                  <a:close/>
                </a:path>
                <a:path w="508634" h="130175">
                  <a:moveTo>
                    <a:pt x="218173" y="0"/>
                  </a:moveTo>
                  <a:lnTo>
                    <a:pt x="207175" y="0"/>
                  </a:lnTo>
                  <a:lnTo>
                    <a:pt x="207175" y="129692"/>
                  </a:lnTo>
                  <a:lnTo>
                    <a:pt x="218173" y="129692"/>
                  </a:lnTo>
                  <a:lnTo>
                    <a:pt x="218173" y="0"/>
                  </a:lnTo>
                  <a:close/>
                </a:path>
                <a:path w="508634" h="130175">
                  <a:moveTo>
                    <a:pt x="259600" y="0"/>
                  </a:moveTo>
                  <a:lnTo>
                    <a:pt x="248589" y="0"/>
                  </a:lnTo>
                  <a:lnTo>
                    <a:pt x="248589" y="129692"/>
                  </a:lnTo>
                  <a:lnTo>
                    <a:pt x="259600" y="129692"/>
                  </a:lnTo>
                  <a:lnTo>
                    <a:pt x="259600" y="0"/>
                  </a:lnTo>
                  <a:close/>
                </a:path>
                <a:path w="508634" h="130175">
                  <a:moveTo>
                    <a:pt x="301053" y="0"/>
                  </a:moveTo>
                  <a:lnTo>
                    <a:pt x="290042" y="0"/>
                  </a:lnTo>
                  <a:lnTo>
                    <a:pt x="290042" y="129692"/>
                  </a:lnTo>
                  <a:lnTo>
                    <a:pt x="301053" y="129692"/>
                  </a:lnTo>
                  <a:lnTo>
                    <a:pt x="301053" y="0"/>
                  </a:lnTo>
                  <a:close/>
                </a:path>
                <a:path w="508634" h="130175">
                  <a:moveTo>
                    <a:pt x="342468" y="0"/>
                  </a:moveTo>
                  <a:lnTo>
                    <a:pt x="331457" y="0"/>
                  </a:lnTo>
                  <a:lnTo>
                    <a:pt x="331457" y="129692"/>
                  </a:lnTo>
                  <a:lnTo>
                    <a:pt x="342468" y="129692"/>
                  </a:lnTo>
                  <a:lnTo>
                    <a:pt x="342468" y="0"/>
                  </a:lnTo>
                  <a:close/>
                </a:path>
                <a:path w="508634" h="130175">
                  <a:moveTo>
                    <a:pt x="383933" y="0"/>
                  </a:moveTo>
                  <a:lnTo>
                    <a:pt x="372922" y="0"/>
                  </a:lnTo>
                  <a:lnTo>
                    <a:pt x="372922" y="129692"/>
                  </a:lnTo>
                  <a:lnTo>
                    <a:pt x="383933" y="129692"/>
                  </a:lnTo>
                  <a:lnTo>
                    <a:pt x="383933" y="0"/>
                  </a:lnTo>
                  <a:close/>
                </a:path>
                <a:path w="508634" h="130175">
                  <a:moveTo>
                    <a:pt x="425348" y="0"/>
                  </a:moveTo>
                  <a:lnTo>
                    <a:pt x="414337" y="0"/>
                  </a:lnTo>
                  <a:lnTo>
                    <a:pt x="414337" y="129692"/>
                  </a:lnTo>
                  <a:lnTo>
                    <a:pt x="425348" y="129692"/>
                  </a:lnTo>
                  <a:lnTo>
                    <a:pt x="425348" y="0"/>
                  </a:lnTo>
                  <a:close/>
                </a:path>
                <a:path w="508634" h="130175">
                  <a:moveTo>
                    <a:pt x="466763" y="0"/>
                  </a:moveTo>
                  <a:lnTo>
                    <a:pt x="455764" y="0"/>
                  </a:lnTo>
                  <a:lnTo>
                    <a:pt x="455764" y="129692"/>
                  </a:lnTo>
                  <a:lnTo>
                    <a:pt x="466763" y="129692"/>
                  </a:lnTo>
                  <a:lnTo>
                    <a:pt x="466763" y="0"/>
                  </a:lnTo>
                  <a:close/>
                </a:path>
                <a:path w="508634" h="130175">
                  <a:moveTo>
                    <a:pt x="508215" y="0"/>
                  </a:moveTo>
                  <a:lnTo>
                    <a:pt x="497217" y="0"/>
                  </a:lnTo>
                  <a:lnTo>
                    <a:pt x="497217" y="129692"/>
                  </a:lnTo>
                  <a:lnTo>
                    <a:pt x="508215" y="129692"/>
                  </a:lnTo>
                  <a:lnTo>
                    <a:pt x="508215" y="0"/>
                  </a:lnTo>
                  <a:close/>
                </a:path>
              </a:pathLst>
            </a:custGeom>
            <a:solidFill>
              <a:srgbClr val="20284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" name="object 605" descr=""/>
            <p:cNvSpPr/>
            <p:nvPr/>
          </p:nvSpPr>
          <p:spPr>
            <a:xfrm>
              <a:off x="11654388" y="6393292"/>
              <a:ext cx="541020" cy="11430"/>
            </a:xfrm>
            <a:custGeom>
              <a:avLst/>
              <a:gdLst/>
              <a:ahLst/>
              <a:cxnLst/>
              <a:rect l="l" t="t" r="r" b="b"/>
              <a:pathLst>
                <a:path w="541020" h="11429">
                  <a:moveTo>
                    <a:pt x="540737" y="0"/>
                  </a:moveTo>
                  <a:lnTo>
                    <a:pt x="0" y="0"/>
                  </a:lnTo>
                  <a:lnTo>
                    <a:pt x="0" y="11004"/>
                  </a:lnTo>
                  <a:lnTo>
                    <a:pt x="540737" y="11004"/>
                  </a:lnTo>
                  <a:lnTo>
                    <a:pt x="540737" y="0"/>
                  </a:lnTo>
                  <a:close/>
                </a:path>
              </a:pathLst>
            </a:custGeom>
            <a:solidFill>
              <a:srgbClr val="FFB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" name="object 606" descr=""/>
            <p:cNvSpPr/>
            <p:nvPr/>
          </p:nvSpPr>
          <p:spPr>
            <a:xfrm>
              <a:off x="12368390" y="6333965"/>
              <a:ext cx="508634" cy="130175"/>
            </a:xfrm>
            <a:custGeom>
              <a:avLst/>
              <a:gdLst/>
              <a:ahLst/>
              <a:cxnLst/>
              <a:rect l="l" t="t" r="r" b="b"/>
              <a:pathLst>
                <a:path w="508634" h="130175">
                  <a:moveTo>
                    <a:pt x="11010" y="0"/>
                  </a:moveTo>
                  <a:lnTo>
                    <a:pt x="0" y="0"/>
                  </a:lnTo>
                  <a:lnTo>
                    <a:pt x="0" y="129692"/>
                  </a:lnTo>
                  <a:lnTo>
                    <a:pt x="11010" y="129692"/>
                  </a:lnTo>
                  <a:lnTo>
                    <a:pt x="11010" y="0"/>
                  </a:lnTo>
                  <a:close/>
                </a:path>
                <a:path w="508634" h="130175">
                  <a:moveTo>
                    <a:pt x="52425" y="0"/>
                  </a:moveTo>
                  <a:lnTo>
                    <a:pt x="41427" y="0"/>
                  </a:lnTo>
                  <a:lnTo>
                    <a:pt x="41427" y="129692"/>
                  </a:lnTo>
                  <a:lnTo>
                    <a:pt x="52425" y="129692"/>
                  </a:lnTo>
                  <a:lnTo>
                    <a:pt x="52425" y="0"/>
                  </a:lnTo>
                  <a:close/>
                </a:path>
                <a:path w="508634" h="130175">
                  <a:moveTo>
                    <a:pt x="93878" y="0"/>
                  </a:moveTo>
                  <a:lnTo>
                    <a:pt x="82880" y="0"/>
                  </a:lnTo>
                  <a:lnTo>
                    <a:pt x="82880" y="129692"/>
                  </a:lnTo>
                  <a:lnTo>
                    <a:pt x="93878" y="129692"/>
                  </a:lnTo>
                  <a:lnTo>
                    <a:pt x="93878" y="0"/>
                  </a:lnTo>
                  <a:close/>
                </a:path>
                <a:path w="508634" h="130175">
                  <a:moveTo>
                    <a:pt x="135305" y="0"/>
                  </a:moveTo>
                  <a:lnTo>
                    <a:pt x="124307" y="0"/>
                  </a:lnTo>
                  <a:lnTo>
                    <a:pt x="124307" y="129692"/>
                  </a:lnTo>
                  <a:lnTo>
                    <a:pt x="135305" y="129692"/>
                  </a:lnTo>
                  <a:lnTo>
                    <a:pt x="135305" y="0"/>
                  </a:lnTo>
                  <a:close/>
                </a:path>
                <a:path w="508634" h="130175">
                  <a:moveTo>
                    <a:pt x="176720" y="0"/>
                  </a:moveTo>
                  <a:lnTo>
                    <a:pt x="165709" y="0"/>
                  </a:lnTo>
                  <a:lnTo>
                    <a:pt x="165709" y="129692"/>
                  </a:lnTo>
                  <a:lnTo>
                    <a:pt x="176720" y="129692"/>
                  </a:lnTo>
                  <a:lnTo>
                    <a:pt x="176720" y="0"/>
                  </a:lnTo>
                  <a:close/>
                </a:path>
                <a:path w="508634" h="130175">
                  <a:moveTo>
                    <a:pt x="218173" y="0"/>
                  </a:moveTo>
                  <a:lnTo>
                    <a:pt x="207162" y="0"/>
                  </a:lnTo>
                  <a:lnTo>
                    <a:pt x="207162" y="129692"/>
                  </a:lnTo>
                  <a:lnTo>
                    <a:pt x="218173" y="129692"/>
                  </a:lnTo>
                  <a:lnTo>
                    <a:pt x="218173" y="0"/>
                  </a:lnTo>
                  <a:close/>
                </a:path>
                <a:path w="508634" h="130175">
                  <a:moveTo>
                    <a:pt x="259600" y="0"/>
                  </a:moveTo>
                  <a:lnTo>
                    <a:pt x="248589" y="0"/>
                  </a:lnTo>
                  <a:lnTo>
                    <a:pt x="248589" y="129692"/>
                  </a:lnTo>
                  <a:lnTo>
                    <a:pt x="259600" y="129692"/>
                  </a:lnTo>
                  <a:lnTo>
                    <a:pt x="259600" y="0"/>
                  </a:lnTo>
                  <a:close/>
                </a:path>
                <a:path w="508634" h="130175">
                  <a:moveTo>
                    <a:pt x="301053" y="0"/>
                  </a:moveTo>
                  <a:lnTo>
                    <a:pt x="290042" y="0"/>
                  </a:lnTo>
                  <a:lnTo>
                    <a:pt x="290042" y="129692"/>
                  </a:lnTo>
                  <a:lnTo>
                    <a:pt x="301053" y="129692"/>
                  </a:lnTo>
                  <a:lnTo>
                    <a:pt x="301053" y="0"/>
                  </a:lnTo>
                  <a:close/>
                </a:path>
                <a:path w="508634" h="130175">
                  <a:moveTo>
                    <a:pt x="342468" y="0"/>
                  </a:moveTo>
                  <a:lnTo>
                    <a:pt x="331470" y="0"/>
                  </a:lnTo>
                  <a:lnTo>
                    <a:pt x="331470" y="129692"/>
                  </a:lnTo>
                  <a:lnTo>
                    <a:pt x="342468" y="129692"/>
                  </a:lnTo>
                  <a:lnTo>
                    <a:pt x="342468" y="0"/>
                  </a:lnTo>
                  <a:close/>
                </a:path>
                <a:path w="508634" h="130175">
                  <a:moveTo>
                    <a:pt x="383895" y="0"/>
                  </a:moveTo>
                  <a:lnTo>
                    <a:pt x="372897" y="0"/>
                  </a:lnTo>
                  <a:lnTo>
                    <a:pt x="372897" y="129692"/>
                  </a:lnTo>
                  <a:lnTo>
                    <a:pt x="383895" y="129692"/>
                  </a:lnTo>
                  <a:lnTo>
                    <a:pt x="383895" y="0"/>
                  </a:lnTo>
                  <a:close/>
                </a:path>
                <a:path w="508634" h="130175">
                  <a:moveTo>
                    <a:pt x="425348" y="0"/>
                  </a:moveTo>
                  <a:lnTo>
                    <a:pt x="414350" y="0"/>
                  </a:lnTo>
                  <a:lnTo>
                    <a:pt x="414350" y="129692"/>
                  </a:lnTo>
                  <a:lnTo>
                    <a:pt x="425348" y="129692"/>
                  </a:lnTo>
                  <a:lnTo>
                    <a:pt x="425348" y="0"/>
                  </a:lnTo>
                  <a:close/>
                </a:path>
                <a:path w="508634" h="130175">
                  <a:moveTo>
                    <a:pt x="466775" y="0"/>
                  </a:moveTo>
                  <a:lnTo>
                    <a:pt x="455764" y="0"/>
                  </a:lnTo>
                  <a:lnTo>
                    <a:pt x="455764" y="129692"/>
                  </a:lnTo>
                  <a:lnTo>
                    <a:pt x="466775" y="129692"/>
                  </a:lnTo>
                  <a:lnTo>
                    <a:pt x="466775" y="0"/>
                  </a:lnTo>
                  <a:close/>
                </a:path>
                <a:path w="508634" h="130175">
                  <a:moveTo>
                    <a:pt x="508228" y="0"/>
                  </a:moveTo>
                  <a:lnTo>
                    <a:pt x="497217" y="0"/>
                  </a:lnTo>
                  <a:lnTo>
                    <a:pt x="497217" y="129692"/>
                  </a:lnTo>
                  <a:lnTo>
                    <a:pt x="508228" y="129692"/>
                  </a:lnTo>
                  <a:lnTo>
                    <a:pt x="508228" y="0"/>
                  </a:lnTo>
                  <a:close/>
                </a:path>
              </a:pathLst>
            </a:custGeom>
            <a:solidFill>
              <a:srgbClr val="20284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" name="object 607" descr=""/>
            <p:cNvSpPr/>
            <p:nvPr/>
          </p:nvSpPr>
          <p:spPr>
            <a:xfrm>
              <a:off x="12351299" y="6393292"/>
              <a:ext cx="551180" cy="11430"/>
            </a:xfrm>
            <a:custGeom>
              <a:avLst/>
              <a:gdLst/>
              <a:ahLst/>
              <a:cxnLst/>
              <a:rect l="l" t="t" r="r" b="b"/>
              <a:pathLst>
                <a:path w="551179" h="11429">
                  <a:moveTo>
                    <a:pt x="550601" y="0"/>
                  </a:moveTo>
                  <a:lnTo>
                    <a:pt x="0" y="0"/>
                  </a:lnTo>
                  <a:lnTo>
                    <a:pt x="0" y="11004"/>
                  </a:lnTo>
                  <a:lnTo>
                    <a:pt x="550601" y="11004"/>
                  </a:lnTo>
                  <a:lnTo>
                    <a:pt x="550601" y="0"/>
                  </a:lnTo>
                  <a:close/>
                </a:path>
              </a:pathLst>
            </a:custGeom>
            <a:solidFill>
              <a:srgbClr val="FFB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" name="object 608" descr=""/>
            <p:cNvSpPr/>
            <p:nvPr/>
          </p:nvSpPr>
          <p:spPr>
            <a:xfrm>
              <a:off x="12617018" y="6315741"/>
              <a:ext cx="384175" cy="147955"/>
            </a:xfrm>
            <a:custGeom>
              <a:avLst/>
              <a:gdLst/>
              <a:ahLst/>
              <a:cxnLst/>
              <a:rect l="l" t="t" r="r" b="b"/>
              <a:pathLst>
                <a:path w="384175" h="147954">
                  <a:moveTo>
                    <a:pt x="11010" y="0"/>
                  </a:moveTo>
                  <a:lnTo>
                    <a:pt x="10960" y="17780"/>
                  </a:lnTo>
                  <a:lnTo>
                    <a:pt x="0" y="17780"/>
                  </a:lnTo>
                  <a:lnTo>
                    <a:pt x="0" y="147320"/>
                  </a:lnTo>
                  <a:lnTo>
                    <a:pt x="11010" y="147320"/>
                  </a:lnTo>
                  <a:lnTo>
                    <a:pt x="11010" y="17780"/>
                  </a:lnTo>
                  <a:lnTo>
                    <a:pt x="11010" y="0"/>
                  </a:lnTo>
                  <a:close/>
                </a:path>
                <a:path w="384175" h="147954">
                  <a:moveTo>
                    <a:pt x="52425" y="18224"/>
                  </a:moveTo>
                  <a:lnTo>
                    <a:pt x="41414" y="18224"/>
                  </a:lnTo>
                  <a:lnTo>
                    <a:pt x="41414" y="147916"/>
                  </a:lnTo>
                  <a:lnTo>
                    <a:pt x="52425" y="147916"/>
                  </a:lnTo>
                  <a:lnTo>
                    <a:pt x="52425" y="18224"/>
                  </a:lnTo>
                  <a:close/>
                </a:path>
                <a:path w="384175" h="147954">
                  <a:moveTo>
                    <a:pt x="93840" y="18224"/>
                  </a:moveTo>
                  <a:lnTo>
                    <a:pt x="82842" y="18224"/>
                  </a:lnTo>
                  <a:lnTo>
                    <a:pt x="82842" y="147916"/>
                  </a:lnTo>
                  <a:lnTo>
                    <a:pt x="93840" y="147916"/>
                  </a:lnTo>
                  <a:lnTo>
                    <a:pt x="93840" y="18224"/>
                  </a:lnTo>
                  <a:close/>
                </a:path>
                <a:path w="384175" h="147954">
                  <a:moveTo>
                    <a:pt x="135305" y="18224"/>
                  </a:moveTo>
                  <a:lnTo>
                    <a:pt x="124294" y="18224"/>
                  </a:lnTo>
                  <a:lnTo>
                    <a:pt x="124294" y="147916"/>
                  </a:lnTo>
                  <a:lnTo>
                    <a:pt x="135305" y="147916"/>
                  </a:lnTo>
                  <a:lnTo>
                    <a:pt x="135305" y="18224"/>
                  </a:lnTo>
                  <a:close/>
                </a:path>
                <a:path w="384175" h="147954">
                  <a:moveTo>
                    <a:pt x="176720" y="18224"/>
                  </a:moveTo>
                  <a:lnTo>
                    <a:pt x="165722" y="18224"/>
                  </a:lnTo>
                  <a:lnTo>
                    <a:pt x="165722" y="147916"/>
                  </a:lnTo>
                  <a:lnTo>
                    <a:pt x="176720" y="147916"/>
                  </a:lnTo>
                  <a:lnTo>
                    <a:pt x="176720" y="18224"/>
                  </a:lnTo>
                  <a:close/>
                </a:path>
                <a:path w="384175" h="147954">
                  <a:moveTo>
                    <a:pt x="218173" y="18224"/>
                  </a:moveTo>
                  <a:lnTo>
                    <a:pt x="207175" y="18224"/>
                  </a:lnTo>
                  <a:lnTo>
                    <a:pt x="207175" y="147916"/>
                  </a:lnTo>
                  <a:lnTo>
                    <a:pt x="218173" y="147916"/>
                  </a:lnTo>
                  <a:lnTo>
                    <a:pt x="218173" y="18224"/>
                  </a:lnTo>
                  <a:close/>
                </a:path>
                <a:path w="384175" h="147954">
                  <a:moveTo>
                    <a:pt x="259600" y="18224"/>
                  </a:moveTo>
                  <a:lnTo>
                    <a:pt x="248589" y="18224"/>
                  </a:lnTo>
                  <a:lnTo>
                    <a:pt x="248589" y="147916"/>
                  </a:lnTo>
                  <a:lnTo>
                    <a:pt x="259600" y="147916"/>
                  </a:lnTo>
                  <a:lnTo>
                    <a:pt x="259600" y="18224"/>
                  </a:lnTo>
                  <a:close/>
                </a:path>
                <a:path w="384175" h="147954">
                  <a:moveTo>
                    <a:pt x="301028" y="18224"/>
                  </a:moveTo>
                  <a:lnTo>
                    <a:pt x="290017" y="18224"/>
                  </a:lnTo>
                  <a:lnTo>
                    <a:pt x="290017" y="147916"/>
                  </a:lnTo>
                  <a:lnTo>
                    <a:pt x="301028" y="147916"/>
                  </a:lnTo>
                  <a:lnTo>
                    <a:pt x="301028" y="18224"/>
                  </a:lnTo>
                  <a:close/>
                </a:path>
                <a:path w="384175" h="147954">
                  <a:moveTo>
                    <a:pt x="342480" y="18224"/>
                  </a:moveTo>
                  <a:lnTo>
                    <a:pt x="331470" y="18224"/>
                  </a:lnTo>
                  <a:lnTo>
                    <a:pt x="331470" y="147916"/>
                  </a:lnTo>
                  <a:lnTo>
                    <a:pt x="342480" y="147916"/>
                  </a:lnTo>
                  <a:lnTo>
                    <a:pt x="342480" y="18224"/>
                  </a:lnTo>
                  <a:close/>
                </a:path>
                <a:path w="384175" h="147954">
                  <a:moveTo>
                    <a:pt x="383895" y="18224"/>
                  </a:moveTo>
                  <a:lnTo>
                    <a:pt x="372897" y="18224"/>
                  </a:lnTo>
                  <a:lnTo>
                    <a:pt x="372897" y="147916"/>
                  </a:lnTo>
                  <a:lnTo>
                    <a:pt x="383895" y="147916"/>
                  </a:lnTo>
                  <a:lnTo>
                    <a:pt x="383895" y="18224"/>
                  </a:lnTo>
                  <a:close/>
                </a:path>
              </a:pathLst>
            </a:custGeom>
            <a:solidFill>
              <a:srgbClr val="20284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" name="object 609" descr=""/>
            <p:cNvSpPr/>
            <p:nvPr/>
          </p:nvSpPr>
          <p:spPr>
            <a:xfrm>
              <a:off x="12597218" y="6393292"/>
              <a:ext cx="421640" cy="11430"/>
            </a:xfrm>
            <a:custGeom>
              <a:avLst/>
              <a:gdLst/>
              <a:ahLst/>
              <a:cxnLst/>
              <a:rect l="l" t="t" r="r" b="b"/>
              <a:pathLst>
                <a:path w="421640" h="11429">
                  <a:moveTo>
                    <a:pt x="421568" y="0"/>
                  </a:moveTo>
                  <a:lnTo>
                    <a:pt x="0" y="0"/>
                  </a:lnTo>
                  <a:lnTo>
                    <a:pt x="0" y="11004"/>
                  </a:lnTo>
                  <a:lnTo>
                    <a:pt x="421568" y="11004"/>
                  </a:lnTo>
                  <a:lnTo>
                    <a:pt x="421568" y="0"/>
                  </a:lnTo>
                  <a:close/>
                </a:path>
              </a:pathLst>
            </a:custGeom>
            <a:solidFill>
              <a:srgbClr val="FFB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" name="object 610" descr=""/>
            <p:cNvSpPr/>
            <p:nvPr/>
          </p:nvSpPr>
          <p:spPr>
            <a:xfrm>
              <a:off x="13188468" y="6333965"/>
              <a:ext cx="508634" cy="130175"/>
            </a:xfrm>
            <a:custGeom>
              <a:avLst/>
              <a:gdLst/>
              <a:ahLst/>
              <a:cxnLst/>
              <a:rect l="l" t="t" r="r" b="b"/>
              <a:pathLst>
                <a:path w="508634" h="130175">
                  <a:moveTo>
                    <a:pt x="10998" y="0"/>
                  </a:moveTo>
                  <a:lnTo>
                    <a:pt x="0" y="0"/>
                  </a:lnTo>
                  <a:lnTo>
                    <a:pt x="0" y="129692"/>
                  </a:lnTo>
                  <a:lnTo>
                    <a:pt x="10998" y="129692"/>
                  </a:lnTo>
                  <a:lnTo>
                    <a:pt x="10998" y="0"/>
                  </a:lnTo>
                  <a:close/>
                </a:path>
                <a:path w="508634" h="130175">
                  <a:moveTo>
                    <a:pt x="52451" y="0"/>
                  </a:moveTo>
                  <a:lnTo>
                    <a:pt x="41452" y="0"/>
                  </a:lnTo>
                  <a:lnTo>
                    <a:pt x="41452" y="129692"/>
                  </a:lnTo>
                  <a:lnTo>
                    <a:pt x="52451" y="129692"/>
                  </a:lnTo>
                  <a:lnTo>
                    <a:pt x="52451" y="0"/>
                  </a:lnTo>
                  <a:close/>
                </a:path>
                <a:path w="508634" h="130175">
                  <a:moveTo>
                    <a:pt x="93878" y="0"/>
                  </a:moveTo>
                  <a:lnTo>
                    <a:pt x="82867" y="0"/>
                  </a:lnTo>
                  <a:lnTo>
                    <a:pt x="82867" y="129692"/>
                  </a:lnTo>
                  <a:lnTo>
                    <a:pt x="93878" y="129692"/>
                  </a:lnTo>
                  <a:lnTo>
                    <a:pt x="93878" y="0"/>
                  </a:lnTo>
                  <a:close/>
                </a:path>
                <a:path w="508634" h="130175">
                  <a:moveTo>
                    <a:pt x="135293" y="0"/>
                  </a:moveTo>
                  <a:lnTo>
                    <a:pt x="124282" y="0"/>
                  </a:lnTo>
                  <a:lnTo>
                    <a:pt x="124282" y="129692"/>
                  </a:lnTo>
                  <a:lnTo>
                    <a:pt x="135293" y="129692"/>
                  </a:lnTo>
                  <a:lnTo>
                    <a:pt x="135293" y="0"/>
                  </a:lnTo>
                  <a:close/>
                </a:path>
                <a:path w="508634" h="130175">
                  <a:moveTo>
                    <a:pt x="176758" y="0"/>
                  </a:moveTo>
                  <a:lnTo>
                    <a:pt x="165747" y="0"/>
                  </a:lnTo>
                  <a:lnTo>
                    <a:pt x="165747" y="129692"/>
                  </a:lnTo>
                  <a:lnTo>
                    <a:pt x="176758" y="129692"/>
                  </a:lnTo>
                  <a:lnTo>
                    <a:pt x="176758" y="0"/>
                  </a:lnTo>
                  <a:close/>
                </a:path>
                <a:path w="508634" h="130175">
                  <a:moveTo>
                    <a:pt x="218173" y="0"/>
                  </a:moveTo>
                  <a:lnTo>
                    <a:pt x="207175" y="0"/>
                  </a:lnTo>
                  <a:lnTo>
                    <a:pt x="207175" y="129692"/>
                  </a:lnTo>
                  <a:lnTo>
                    <a:pt x="218173" y="129692"/>
                  </a:lnTo>
                  <a:lnTo>
                    <a:pt x="218173" y="0"/>
                  </a:lnTo>
                  <a:close/>
                </a:path>
                <a:path w="508634" h="130175">
                  <a:moveTo>
                    <a:pt x="259626" y="0"/>
                  </a:moveTo>
                  <a:lnTo>
                    <a:pt x="248627" y="0"/>
                  </a:lnTo>
                  <a:lnTo>
                    <a:pt x="248627" y="129692"/>
                  </a:lnTo>
                  <a:lnTo>
                    <a:pt x="259626" y="129692"/>
                  </a:lnTo>
                  <a:lnTo>
                    <a:pt x="259626" y="0"/>
                  </a:lnTo>
                  <a:close/>
                </a:path>
                <a:path w="508634" h="130175">
                  <a:moveTo>
                    <a:pt x="301040" y="0"/>
                  </a:moveTo>
                  <a:lnTo>
                    <a:pt x="290042" y="0"/>
                  </a:lnTo>
                  <a:lnTo>
                    <a:pt x="290042" y="129692"/>
                  </a:lnTo>
                  <a:lnTo>
                    <a:pt x="301040" y="129692"/>
                  </a:lnTo>
                  <a:lnTo>
                    <a:pt x="301040" y="0"/>
                  </a:lnTo>
                  <a:close/>
                </a:path>
                <a:path w="508634" h="130175">
                  <a:moveTo>
                    <a:pt x="342506" y="0"/>
                  </a:moveTo>
                  <a:lnTo>
                    <a:pt x="331508" y="0"/>
                  </a:lnTo>
                  <a:lnTo>
                    <a:pt x="331508" y="129692"/>
                  </a:lnTo>
                  <a:lnTo>
                    <a:pt x="342506" y="129692"/>
                  </a:lnTo>
                  <a:lnTo>
                    <a:pt x="342506" y="0"/>
                  </a:lnTo>
                  <a:close/>
                </a:path>
                <a:path w="508634" h="130175">
                  <a:moveTo>
                    <a:pt x="383921" y="0"/>
                  </a:moveTo>
                  <a:lnTo>
                    <a:pt x="372910" y="0"/>
                  </a:lnTo>
                  <a:lnTo>
                    <a:pt x="372910" y="129692"/>
                  </a:lnTo>
                  <a:lnTo>
                    <a:pt x="383921" y="129692"/>
                  </a:lnTo>
                  <a:lnTo>
                    <a:pt x="383921" y="0"/>
                  </a:lnTo>
                  <a:close/>
                </a:path>
                <a:path w="508634" h="130175">
                  <a:moveTo>
                    <a:pt x="425348" y="0"/>
                  </a:moveTo>
                  <a:lnTo>
                    <a:pt x="414337" y="0"/>
                  </a:lnTo>
                  <a:lnTo>
                    <a:pt x="414337" y="129692"/>
                  </a:lnTo>
                  <a:lnTo>
                    <a:pt x="425348" y="129692"/>
                  </a:lnTo>
                  <a:lnTo>
                    <a:pt x="425348" y="0"/>
                  </a:lnTo>
                  <a:close/>
                </a:path>
                <a:path w="508634" h="130175">
                  <a:moveTo>
                    <a:pt x="466801" y="0"/>
                  </a:moveTo>
                  <a:lnTo>
                    <a:pt x="455790" y="0"/>
                  </a:lnTo>
                  <a:lnTo>
                    <a:pt x="455790" y="129692"/>
                  </a:lnTo>
                  <a:lnTo>
                    <a:pt x="466801" y="129692"/>
                  </a:lnTo>
                  <a:lnTo>
                    <a:pt x="466801" y="0"/>
                  </a:lnTo>
                  <a:close/>
                </a:path>
                <a:path w="508634" h="130175">
                  <a:moveTo>
                    <a:pt x="508215" y="0"/>
                  </a:moveTo>
                  <a:lnTo>
                    <a:pt x="497217" y="0"/>
                  </a:lnTo>
                  <a:lnTo>
                    <a:pt x="497217" y="129692"/>
                  </a:lnTo>
                  <a:lnTo>
                    <a:pt x="508215" y="129692"/>
                  </a:lnTo>
                  <a:lnTo>
                    <a:pt x="508215" y="0"/>
                  </a:lnTo>
                  <a:close/>
                </a:path>
              </a:pathLst>
            </a:custGeom>
            <a:solidFill>
              <a:srgbClr val="20284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" name="object 611" descr=""/>
            <p:cNvSpPr/>
            <p:nvPr/>
          </p:nvSpPr>
          <p:spPr>
            <a:xfrm>
              <a:off x="13171986" y="6393292"/>
              <a:ext cx="541020" cy="11430"/>
            </a:xfrm>
            <a:custGeom>
              <a:avLst/>
              <a:gdLst/>
              <a:ahLst/>
              <a:cxnLst/>
              <a:rect l="l" t="t" r="r" b="b"/>
              <a:pathLst>
                <a:path w="541019" h="11429">
                  <a:moveTo>
                    <a:pt x="540737" y="0"/>
                  </a:moveTo>
                  <a:lnTo>
                    <a:pt x="0" y="0"/>
                  </a:lnTo>
                  <a:lnTo>
                    <a:pt x="0" y="11004"/>
                  </a:lnTo>
                  <a:lnTo>
                    <a:pt x="540737" y="11004"/>
                  </a:lnTo>
                  <a:lnTo>
                    <a:pt x="540737" y="0"/>
                  </a:lnTo>
                  <a:close/>
                </a:path>
              </a:pathLst>
            </a:custGeom>
            <a:solidFill>
              <a:srgbClr val="FFB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" name="object 612" descr=""/>
            <p:cNvSpPr/>
            <p:nvPr/>
          </p:nvSpPr>
          <p:spPr>
            <a:xfrm>
              <a:off x="11663197" y="6549624"/>
              <a:ext cx="1022350" cy="408305"/>
            </a:xfrm>
            <a:custGeom>
              <a:avLst/>
              <a:gdLst/>
              <a:ahLst/>
              <a:cxnLst/>
              <a:rect l="l" t="t" r="r" b="b"/>
              <a:pathLst>
                <a:path w="1022350" h="408304">
                  <a:moveTo>
                    <a:pt x="52158" y="284721"/>
                  </a:moveTo>
                  <a:lnTo>
                    <a:pt x="44805" y="284721"/>
                  </a:lnTo>
                  <a:lnTo>
                    <a:pt x="44805" y="292341"/>
                  </a:lnTo>
                  <a:lnTo>
                    <a:pt x="44805" y="400291"/>
                  </a:lnTo>
                  <a:lnTo>
                    <a:pt x="7327" y="400291"/>
                  </a:lnTo>
                  <a:lnTo>
                    <a:pt x="7327" y="292341"/>
                  </a:lnTo>
                  <a:lnTo>
                    <a:pt x="44805" y="292341"/>
                  </a:lnTo>
                  <a:lnTo>
                    <a:pt x="44805" y="284721"/>
                  </a:lnTo>
                  <a:lnTo>
                    <a:pt x="0" y="284721"/>
                  </a:lnTo>
                  <a:lnTo>
                    <a:pt x="0" y="292341"/>
                  </a:lnTo>
                  <a:lnTo>
                    <a:pt x="0" y="400291"/>
                  </a:lnTo>
                  <a:lnTo>
                    <a:pt x="0" y="407911"/>
                  </a:lnTo>
                  <a:lnTo>
                    <a:pt x="52158" y="407911"/>
                  </a:lnTo>
                  <a:lnTo>
                    <a:pt x="52158" y="400875"/>
                  </a:lnTo>
                  <a:lnTo>
                    <a:pt x="52158" y="400291"/>
                  </a:lnTo>
                  <a:lnTo>
                    <a:pt x="52158" y="292341"/>
                  </a:lnTo>
                  <a:lnTo>
                    <a:pt x="52158" y="284721"/>
                  </a:lnTo>
                  <a:close/>
                </a:path>
                <a:path w="1022350" h="408304">
                  <a:moveTo>
                    <a:pt x="52158" y="147561"/>
                  </a:moveTo>
                  <a:lnTo>
                    <a:pt x="44805" y="147561"/>
                  </a:lnTo>
                  <a:lnTo>
                    <a:pt x="44805" y="155181"/>
                  </a:lnTo>
                  <a:lnTo>
                    <a:pt x="44805" y="263131"/>
                  </a:lnTo>
                  <a:lnTo>
                    <a:pt x="7327" y="263131"/>
                  </a:lnTo>
                  <a:lnTo>
                    <a:pt x="7327" y="155181"/>
                  </a:lnTo>
                  <a:lnTo>
                    <a:pt x="44805" y="155181"/>
                  </a:lnTo>
                  <a:lnTo>
                    <a:pt x="44805" y="147561"/>
                  </a:lnTo>
                  <a:lnTo>
                    <a:pt x="0" y="147561"/>
                  </a:lnTo>
                  <a:lnTo>
                    <a:pt x="0" y="155181"/>
                  </a:lnTo>
                  <a:lnTo>
                    <a:pt x="0" y="263131"/>
                  </a:lnTo>
                  <a:lnTo>
                    <a:pt x="0" y="270751"/>
                  </a:lnTo>
                  <a:lnTo>
                    <a:pt x="52158" y="270751"/>
                  </a:lnTo>
                  <a:lnTo>
                    <a:pt x="52158" y="263550"/>
                  </a:lnTo>
                  <a:lnTo>
                    <a:pt x="52158" y="263131"/>
                  </a:lnTo>
                  <a:lnTo>
                    <a:pt x="52158" y="155181"/>
                  </a:lnTo>
                  <a:lnTo>
                    <a:pt x="52158" y="155003"/>
                  </a:lnTo>
                  <a:lnTo>
                    <a:pt x="52158" y="147561"/>
                  </a:lnTo>
                  <a:close/>
                </a:path>
                <a:path w="1022350" h="408304">
                  <a:moveTo>
                    <a:pt x="52527" y="10401"/>
                  </a:moveTo>
                  <a:lnTo>
                    <a:pt x="45186" y="10401"/>
                  </a:lnTo>
                  <a:lnTo>
                    <a:pt x="45186" y="18021"/>
                  </a:lnTo>
                  <a:lnTo>
                    <a:pt x="45186" y="125971"/>
                  </a:lnTo>
                  <a:lnTo>
                    <a:pt x="7708" y="125971"/>
                  </a:lnTo>
                  <a:lnTo>
                    <a:pt x="7708" y="18021"/>
                  </a:lnTo>
                  <a:lnTo>
                    <a:pt x="45186" y="18021"/>
                  </a:lnTo>
                  <a:lnTo>
                    <a:pt x="45186" y="10401"/>
                  </a:lnTo>
                  <a:lnTo>
                    <a:pt x="368" y="10401"/>
                  </a:lnTo>
                  <a:lnTo>
                    <a:pt x="368" y="18021"/>
                  </a:lnTo>
                  <a:lnTo>
                    <a:pt x="368" y="125971"/>
                  </a:lnTo>
                  <a:lnTo>
                    <a:pt x="368" y="133591"/>
                  </a:lnTo>
                  <a:lnTo>
                    <a:pt x="52527" y="133591"/>
                  </a:lnTo>
                  <a:lnTo>
                    <a:pt x="52527" y="126212"/>
                  </a:lnTo>
                  <a:lnTo>
                    <a:pt x="52527" y="125971"/>
                  </a:lnTo>
                  <a:lnTo>
                    <a:pt x="52527" y="18021"/>
                  </a:lnTo>
                  <a:lnTo>
                    <a:pt x="52527" y="17665"/>
                  </a:lnTo>
                  <a:lnTo>
                    <a:pt x="52527" y="10401"/>
                  </a:lnTo>
                  <a:close/>
                </a:path>
                <a:path w="1022350" h="408304">
                  <a:moveTo>
                    <a:pt x="113322" y="284721"/>
                  </a:moveTo>
                  <a:lnTo>
                    <a:pt x="105981" y="284721"/>
                  </a:lnTo>
                  <a:lnTo>
                    <a:pt x="105981" y="292341"/>
                  </a:lnTo>
                  <a:lnTo>
                    <a:pt x="105981" y="400291"/>
                  </a:lnTo>
                  <a:lnTo>
                    <a:pt x="68491" y="400291"/>
                  </a:lnTo>
                  <a:lnTo>
                    <a:pt x="68491" y="292341"/>
                  </a:lnTo>
                  <a:lnTo>
                    <a:pt x="105981" y="292341"/>
                  </a:lnTo>
                  <a:lnTo>
                    <a:pt x="105981" y="284721"/>
                  </a:lnTo>
                  <a:lnTo>
                    <a:pt x="61163" y="284721"/>
                  </a:lnTo>
                  <a:lnTo>
                    <a:pt x="61163" y="292341"/>
                  </a:lnTo>
                  <a:lnTo>
                    <a:pt x="61163" y="400291"/>
                  </a:lnTo>
                  <a:lnTo>
                    <a:pt x="61163" y="407911"/>
                  </a:lnTo>
                  <a:lnTo>
                    <a:pt x="113322" y="407911"/>
                  </a:lnTo>
                  <a:lnTo>
                    <a:pt x="113322" y="400875"/>
                  </a:lnTo>
                  <a:lnTo>
                    <a:pt x="113322" y="400291"/>
                  </a:lnTo>
                  <a:lnTo>
                    <a:pt x="113322" y="292341"/>
                  </a:lnTo>
                  <a:lnTo>
                    <a:pt x="113322" y="284721"/>
                  </a:lnTo>
                  <a:close/>
                </a:path>
                <a:path w="1022350" h="408304">
                  <a:moveTo>
                    <a:pt x="113322" y="147561"/>
                  </a:moveTo>
                  <a:lnTo>
                    <a:pt x="105981" y="147561"/>
                  </a:lnTo>
                  <a:lnTo>
                    <a:pt x="105981" y="155181"/>
                  </a:lnTo>
                  <a:lnTo>
                    <a:pt x="105981" y="263131"/>
                  </a:lnTo>
                  <a:lnTo>
                    <a:pt x="68491" y="263131"/>
                  </a:lnTo>
                  <a:lnTo>
                    <a:pt x="68491" y="155181"/>
                  </a:lnTo>
                  <a:lnTo>
                    <a:pt x="105981" y="155181"/>
                  </a:lnTo>
                  <a:lnTo>
                    <a:pt x="105981" y="147561"/>
                  </a:lnTo>
                  <a:lnTo>
                    <a:pt x="61163" y="147561"/>
                  </a:lnTo>
                  <a:lnTo>
                    <a:pt x="61163" y="155181"/>
                  </a:lnTo>
                  <a:lnTo>
                    <a:pt x="61163" y="263131"/>
                  </a:lnTo>
                  <a:lnTo>
                    <a:pt x="61163" y="270751"/>
                  </a:lnTo>
                  <a:lnTo>
                    <a:pt x="113322" y="270751"/>
                  </a:lnTo>
                  <a:lnTo>
                    <a:pt x="113322" y="263550"/>
                  </a:lnTo>
                  <a:lnTo>
                    <a:pt x="113322" y="263131"/>
                  </a:lnTo>
                  <a:lnTo>
                    <a:pt x="113322" y="155181"/>
                  </a:lnTo>
                  <a:lnTo>
                    <a:pt x="113322" y="155003"/>
                  </a:lnTo>
                  <a:lnTo>
                    <a:pt x="113322" y="147561"/>
                  </a:lnTo>
                  <a:close/>
                </a:path>
                <a:path w="1022350" h="408304">
                  <a:moveTo>
                    <a:pt x="113690" y="10401"/>
                  </a:moveTo>
                  <a:lnTo>
                    <a:pt x="106349" y="10401"/>
                  </a:lnTo>
                  <a:lnTo>
                    <a:pt x="106349" y="18021"/>
                  </a:lnTo>
                  <a:lnTo>
                    <a:pt x="106349" y="125971"/>
                  </a:lnTo>
                  <a:lnTo>
                    <a:pt x="68872" y="125971"/>
                  </a:lnTo>
                  <a:lnTo>
                    <a:pt x="68872" y="18021"/>
                  </a:lnTo>
                  <a:lnTo>
                    <a:pt x="106349" y="18021"/>
                  </a:lnTo>
                  <a:lnTo>
                    <a:pt x="106349" y="10401"/>
                  </a:lnTo>
                  <a:lnTo>
                    <a:pt x="61531" y="10401"/>
                  </a:lnTo>
                  <a:lnTo>
                    <a:pt x="61531" y="18021"/>
                  </a:lnTo>
                  <a:lnTo>
                    <a:pt x="61531" y="125971"/>
                  </a:lnTo>
                  <a:lnTo>
                    <a:pt x="61531" y="133591"/>
                  </a:lnTo>
                  <a:lnTo>
                    <a:pt x="113690" y="133591"/>
                  </a:lnTo>
                  <a:lnTo>
                    <a:pt x="113690" y="126212"/>
                  </a:lnTo>
                  <a:lnTo>
                    <a:pt x="113690" y="125971"/>
                  </a:lnTo>
                  <a:lnTo>
                    <a:pt x="113690" y="18021"/>
                  </a:lnTo>
                  <a:lnTo>
                    <a:pt x="113690" y="17665"/>
                  </a:lnTo>
                  <a:lnTo>
                    <a:pt x="113690" y="10401"/>
                  </a:lnTo>
                  <a:close/>
                </a:path>
                <a:path w="1022350" h="408304">
                  <a:moveTo>
                    <a:pt x="458508" y="284721"/>
                  </a:moveTo>
                  <a:lnTo>
                    <a:pt x="451167" y="284721"/>
                  </a:lnTo>
                  <a:lnTo>
                    <a:pt x="451167" y="292341"/>
                  </a:lnTo>
                  <a:lnTo>
                    <a:pt x="451167" y="400291"/>
                  </a:lnTo>
                  <a:lnTo>
                    <a:pt x="413689" y="400291"/>
                  </a:lnTo>
                  <a:lnTo>
                    <a:pt x="413689" y="292341"/>
                  </a:lnTo>
                  <a:lnTo>
                    <a:pt x="451167" y="292341"/>
                  </a:lnTo>
                  <a:lnTo>
                    <a:pt x="451167" y="284721"/>
                  </a:lnTo>
                  <a:lnTo>
                    <a:pt x="406361" y="284721"/>
                  </a:lnTo>
                  <a:lnTo>
                    <a:pt x="406361" y="292341"/>
                  </a:lnTo>
                  <a:lnTo>
                    <a:pt x="406361" y="400291"/>
                  </a:lnTo>
                  <a:lnTo>
                    <a:pt x="406361" y="407911"/>
                  </a:lnTo>
                  <a:lnTo>
                    <a:pt x="458508" y="407911"/>
                  </a:lnTo>
                  <a:lnTo>
                    <a:pt x="458508" y="400875"/>
                  </a:lnTo>
                  <a:lnTo>
                    <a:pt x="458508" y="400291"/>
                  </a:lnTo>
                  <a:lnTo>
                    <a:pt x="458508" y="292341"/>
                  </a:lnTo>
                  <a:lnTo>
                    <a:pt x="458508" y="284721"/>
                  </a:lnTo>
                  <a:close/>
                </a:path>
                <a:path w="1022350" h="408304">
                  <a:moveTo>
                    <a:pt x="458508" y="147561"/>
                  </a:moveTo>
                  <a:lnTo>
                    <a:pt x="451167" y="147561"/>
                  </a:lnTo>
                  <a:lnTo>
                    <a:pt x="451167" y="155181"/>
                  </a:lnTo>
                  <a:lnTo>
                    <a:pt x="451167" y="263131"/>
                  </a:lnTo>
                  <a:lnTo>
                    <a:pt x="413689" y="263131"/>
                  </a:lnTo>
                  <a:lnTo>
                    <a:pt x="413689" y="155181"/>
                  </a:lnTo>
                  <a:lnTo>
                    <a:pt x="451167" y="155181"/>
                  </a:lnTo>
                  <a:lnTo>
                    <a:pt x="451167" y="147561"/>
                  </a:lnTo>
                  <a:lnTo>
                    <a:pt x="406361" y="147561"/>
                  </a:lnTo>
                  <a:lnTo>
                    <a:pt x="406361" y="155181"/>
                  </a:lnTo>
                  <a:lnTo>
                    <a:pt x="406361" y="263131"/>
                  </a:lnTo>
                  <a:lnTo>
                    <a:pt x="406361" y="270751"/>
                  </a:lnTo>
                  <a:lnTo>
                    <a:pt x="458508" y="270751"/>
                  </a:lnTo>
                  <a:lnTo>
                    <a:pt x="458508" y="263550"/>
                  </a:lnTo>
                  <a:lnTo>
                    <a:pt x="458508" y="263131"/>
                  </a:lnTo>
                  <a:lnTo>
                    <a:pt x="458508" y="155181"/>
                  </a:lnTo>
                  <a:lnTo>
                    <a:pt x="458508" y="155003"/>
                  </a:lnTo>
                  <a:lnTo>
                    <a:pt x="458508" y="147561"/>
                  </a:lnTo>
                  <a:close/>
                </a:path>
                <a:path w="1022350" h="408304">
                  <a:moveTo>
                    <a:pt x="458889" y="10401"/>
                  </a:moveTo>
                  <a:lnTo>
                    <a:pt x="451548" y="10401"/>
                  </a:lnTo>
                  <a:lnTo>
                    <a:pt x="451548" y="18021"/>
                  </a:lnTo>
                  <a:lnTo>
                    <a:pt x="451548" y="125971"/>
                  </a:lnTo>
                  <a:lnTo>
                    <a:pt x="414070" y="125971"/>
                  </a:lnTo>
                  <a:lnTo>
                    <a:pt x="414070" y="18021"/>
                  </a:lnTo>
                  <a:lnTo>
                    <a:pt x="451548" y="18021"/>
                  </a:lnTo>
                  <a:lnTo>
                    <a:pt x="451548" y="10401"/>
                  </a:lnTo>
                  <a:lnTo>
                    <a:pt x="406730" y="10401"/>
                  </a:lnTo>
                  <a:lnTo>
                    <a:pt x="406730" y="18021"/>
                  </a:lnTo>
                  <a:lnTo>
                    <a:pt x="406730" y="125971"/>
                  </a:lnTo>
                  <a:lnTo>
                    <a:pt x="406730" y="133591"/>
                  </a:lnTo>
                  <a:lnTo>
                    <a:pt x="458889" y="133591"/>
                  </a:lnTo>
                  <a:lnTo>
                    <a:pt x="458889" y="126212"/>
                  </a:lnTo>
                  <a:lnTo>
                    <a:pt x="458889" y="125971"/>
                  </a:lnTo>
                  <a:lnTo>
                    <a:pt x="458889" y="18021"/>
                  </a:lnTo>
                  <a:lnTo>
                    <a:pt x="458889" y="17665"/>
                  </a:lnTo>
                  <a:lnTo>
                    <a:pt x="458889" y="10401"/>
                  </a:lnTo>
                  <a:close/>
                </a:path>
                <a:path w="1022350" h="408304">
                  <a:moveTo>
                    <a:pt x="519671" y="284721"/>
                  </a:moveTo>
                  <a:lnTo>
                    <a:pt x="512343" y="284721"/>
                  </a:lnTo>
                  <a:lnTo>
                    <a:pt x="512343" y="292341"/>
                  </a:lnTo>
                  <a:lnTo>
                    <a:pt x="512343" y="400291"/>
                  </a:lnTo>
                  <a:lnTo>
                    <a:pt x="474853" y="400291"/>
                  </a:lnTo>
                  <a:lnTo>
                    <a:pt x="474853" y="292341"/>
                  </a:lnTo>
                  <a:lnTo>
                    <a:pt x="512343" y="292341"/>
                  </a:lnTo>
                  <a:lnTo>
                    <a:pt x="512343" y="284721"/>
                  </a:lnTo>
                  <a:lnTo>
                    <a:pt x="467512" y="284721"/>
                  </a:lnTo>
                  <a:lnTo>
                    <a:pt x="467512" y="292341"/>
                  </a:lnTo>
                  <a:lnTo>
                    <a:pt x="467512" y="400291"/>
                  </a:lnTo>
                  <a:lnTo>
                    <a:pt x="467512" y="407911"/>
                  </a:lnTo>
                  <a:lnTo>
                    <a:pt x="519671" y="407911"/>
                  </a:lnTo>
                  <a:lnTo>
                    <a:pt x="519671" y="400875"/>
                  </a:lnTo>
                  <a:lnTo>
                    <a:pt x="519671" y="400291"/>
                  </a:lnTo>
                  <a:lnTo>
                    <a:pt x="519671" y="292341"/>
                  </a:lnTo>
                  <a:lnTo>
                    <a:pt x="519671" y="284721"/>
                  </a:lnTo>
                  <a:close/>
                </a:path>
                <a:path w="1022350" h="408304">
                  <a:moveTo>
                    <a:pt x="519671" y="147561"/>
                  </a:moveTo>
                  <a:lnTo>
                    <a:pt x="512343" y="147561"/>
                  </a:lnTo>
                  <a:lnTo>
                    <a:pt x="512343" y="155181"/>
                  </a:lnTo>
                  <a:lnTo>
                    <a:pt x="512343" y="263131"/>
                  </a:lnTo>
                  <a:lnTo>
                    <a:pt x="474853" y="263131"/>
                  </a:lnTo>
                  <a:lnTo>
                    <a:pt x="474853" y="155181"/>
                  </a:lnTo>
                  <a:lnTo>
                    <a:pt x="512343" y="155181"/>
                  </a:lnTo>
                  <a:lnTo>
                    <a:pt x="512343" y="147561"/>
                  </a:lnTo>
                  <a:lnTo>
                    <a:pt x="467512" y="147561"/>
                  </a:lnTo>
                  <a:lnTo>
                    <a:pt x="467512" y="155181"/>
                  </a:lnTo>
                  <a:lnTo>
                    <a:pt x="467512" y="263131"/>
                  </a:lnTo>
                  <a:lnTo>
                    <a:pt x="467512" y="270751"/>
                  </a:lnTo>
                  <a:lnTo>
                    <a:pt x="519671" y="270751"/>
                  </a:lnTo>
                  <a:lnTo>
                    <a:pt x="519671" y="263550"/>
                  </a:lnTo>
                  <a:lnTo>
                    <a:pt x="519671" y="263131"/>
                  </a:lnTo>
                  <a:lnTo>
                    <a:pt x="519671" y="155181"/>
                  </a:lnTo>
                  <a:lnTo>
                    <a:pt x="519671" y="155003"/>
                  </a:lnTo>
                  <a:lnTo>
                    <a:pt x="519671" y="147561"/>
                  </a:lnTo>
                  <a:close/>
                </a:path>
                <a:path w="1022350" h="408304">
                  <a:moveTo>
                    <a:pt x="520052" y="10401"/>
                  </a:moveTo>
                  <a:lnTo>
                    <a:pt x="512711" y="10401"/>
                  </a:lnTo>
                  <a:lnTo>
                    <a:pt x="512711" y="18021"/>
                  </a:lnTo>
                  <a:lnTo>
                    <a:pt x="512711" y="125971"/>
                  </a:lnTo>
                  <a:lnTo>
                    <a:pt x="475234" y="125971"/>
                  </a:lnTo>
                  <a:lnTo>
                    <a:pt x="475234" y="18021"/>
                  </a:lnTo>
                  <a:lnTo>
                    <a:pt x="512711" y="18021"/>
                  </a:lnTo>
                  <a:lnTo>
                    <a:pt x="512711" y="10401"/>
                  </a:lnTo>
                  <a:lnTo>
                    <a:pt x="467893" y="10401"/>
                  </a:lnTo>
                  <a:lnTo>
                    <a:pt x="467893" y="18021"/>
                  </a:lnTo>
                  <a:lnTo>
                    <a:pt x="467893" y="125971"/>
                  </a:lnTo>
                  <a:lnTo>
                    <a:pt x="467893" y="133591"/>
                  </a:lnTo>
                  <a:lnTo>
                    <a:pt x="520052" y="133591"/>
                  </a:lnTo>
                  <a:lnTo>
                    <a:pt x="520052" y="126212"/>
                  </a:lnTo>
                  <a:lnTo>
                    <a:pt x="520052" y="125971"/>
                  </a:lnTo>
                  <a:lnTo>
                    <a:pt x="520052" y="18021"/>
                  </a:lnTo>
                  <a:lnTo>
                    <a:pt x="520052" y="17665"/>
                  </a:lnTo>
                  <a:lnTo>
                    <a:pt x="520052" y="10401"/>
                  </a:lnTo>
                  <a:close/>
                </a:path>
                <a:path w="1022350" h="408304">
                  <a:moveTo>
                    <a:pt x="1021829" y="0"/>
                  </a:moveTo>
                  <a:lnTo>
                    <a:pt x="688390" y="0"/>
                  </a:lnTo>
                  <a:lnTo>
                    <a:pt x="688390" y="368782"/>
                  </a:lnTo>
                  <a:lnTo>
                    <a:pt x="1021829" y="368782"/>
                  </a:lnTo>
                  <a:lnTo>
                    <a:pt x="1021829" y="0"/>
                  </a:lnTo>
                  <a:close/>
                </a:path>
              </a:pathLst>
            </a:custGeom>
            <a:solidFill>
              <a:srgbClr val="057E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" name="object 613" descr=""/>
            <p:cNvSpPr/>
            <p:nvPr/>
          </p:nvSpPr>
          <p:spPr>
            <a:xfrm>
              <a:off x="12369546" y="6564610"/>
              <a:ext cx="298450" cy="339090"/>
            </a:xfrm>
            <a:custGeom>
              <a:avLst/>
              <a:gdLst/>
              <a:ahLst/>
              <a:cxnLst/>
              <a:rect l="l" t="t" r="r" b="b"/>
              <a:pathLst>
                <a:path w="298450" h="339090">
                  <a:moveTo>
                    <a:pt x="298081" y="263728"/>
                  </a:moveTo>
                  <a:lnTo>
                    <a:pt x="284226" y="263728"/>
                  </a:lnTo>
                  <a:lnTo>
                    <a:pt x="284226" y="74510"/>
                  </a:lnTo>
                  <a:lnTo>
                    <a:pt x="298018" y="74510"/>
                  </a:lnTo>
                  <a:lnTo>
                    <a:pt x="298018" y="66738"/>
                  </a:lnTo>
                  <a:lnTo>
                    <a:pt x="284226" y="66738"/>
                  </a:lnTo>
                  <a:lnTo>
                    <a:pt x="284226" y="48641"/>
                  </a:lnTo>
                  <a:lnTo>
                    <a:pt x="298018" y="48641"/>
                  </a:lnTo>
                  <a:lnTo>
                    <a:pt x="298018" y="40868"/>
                  </a:lnTo>
                  <a:lnTo>
                    <a:pt x="284226" y="40868"/>
                  </a:lnTo>
                  <a:lnTo>
                    <a:pt x="284226" y="22771"/>
                  </a:lnTo>
                  <a:lnTo>
                    <a:pt x="298018" y="22771"/>
                  </a:lnTo>
                  <a:lnTo>
                    <a:pt x="298018" y="14998"/>
                  </a:lnTo>
                  <a:lnTo>
                    <a:pt x="284226" y="14998"/>
                  </a:lnTo>
                  <a:lnTo>
                    <a:pt x="284226" y="0"/>
                  </a:lnTo>
                  <a:lnTo>
                    <a:pt x="276466" y="0"/>
                  </a:lnTo>
                  <a:lnTo>
                    <a:pt x="276466" y="315506"/>
                  </a:lnTo>
                  <a:lnTo>
                    <a:pt x="255003" y="315506"/>
                  </a:lnTo>
                  <a:lnTo>
                    <a:pt x="255003" y="297383"/>
                  </a:lnTo>
                  <a:lnTo>
                    <a:pt x="276466" y="297383"/>
                  </a:lnTo>
                  <a:lnTo>
                    <a:pt x="276466" y="289610"/>
                  </a:lnTo>
                  <a:lnTo>
                    <a:pt x="255003" y="289610"/>
                  </a:lnTo>
                  <a:lnTo>
                    <a:pt x="255003" y="271500"/>
                  </a:lnTo>
                  <a:lnTo>
                    <a:pt x="276466" y="271500"/>
                  </a:lnTo>
                  <a:lnTo>
                    <a:pt x="276466" y="263728"/>
                  </a:lnTo>
                  <a:lnTo>
                    <a:pt x="255003" y="263728"/>
                  </a:lnTo>
                  <a:lnTo>
                    <a:pt x="255003" y="74510"/>
                  </a:lnTo>
                  <a:lnTo>
                    <a:pt x="276466" y="74510"/>
                  </a:lnTo>
                  <a:lnTo>
                    <a:pt x="276466" y="66738"/>
                  </a:lnTo>
                  <a:lnTo>
                    <a:pt x="255003" y="66738"/>
                  </a:lnTo>
                  <a:lnTo>
                    <a:pt x="255003" y="48641"/>
                  </a:lnTo>
                  <a:lnTo>
                    <a:pt x="276466" y="48641"/>
                  </a:lnTo>
                  <a:lnTo>
                    <a:pt x="276466" y="40868"/>
                  </a:lnTo>
                  <a:lnTo>
                    <a:pt x="255003" y="40868"/>
                  </a:lnTo>
                  <a:lnTo>
                    <a:pt x="255003" y="22771"/>
                  </a:lnTo>
                  <a:lnTo>
                    <a:pt x="276466" y="22771"/>
                  </a:lnTo>
                  <a:lnTo>
                    <a:pt x="276466" y="14998"/>
                  </a:lnTo>
                  <a:lnTo>
                    <a:pt x="255003" y="14998"/>
                  </a:lnTo>
                  <a:lnTo>
                    <a:pt x="255003" y="0"/>
                  </a:lnTo>
                  <a:lnTo>
                    <a:pt x="247230" y="0"/>
                  </a:lnTo>
                  <a:lnTo>
                    <a:pt x="247230" y="315506"/>
                  </a:lnTo>
                  <a:lnTo>
                    <a:pt x="225869" y="315506"/>
                  </a:lnTo>
                  <a:lnTo>
                    <a:pt x="225869" y="297383"/>
                  </a:lnTo>
                  <a:lnTo>
                    <a:pt x="247230" y="297383"/>
                  </a:lnTo>
                  <a:lnTo>
                    <a:pt x="247230" y="289610"/>
                  </a:lnTo>
                  <a:lnTo>
                    <a:pt x="225869" y="289610"/>
                  </a:lnTo>
                  <a:lnTo>
                    <a:pt x="225869" y="271500"/>
                  </a:lnTo>
                  <a:lnTo>
                    <a:pt x="247230" y="271500"/>
                  </a:lnTo>
                  <a:lnTo>
                    <a:pt x="247230" y="263728"/>
                  </a:lnTo>
                  <a:lnTo>
                    <a:pt x="225869" y="263728"/>
                  </a:lnTo>
                  <a:lnTo>
                    <a:pt x="225869" y="74510"/>
                  </a:lnTo>
                  <a:lnTo>
                    <a:pt x="247230" y="74510"/>
                  </a:lnTo>
                  <a:lnTo>
                    <a:pt x="247230" y="66738"/>
                  </a:lnTo>
                  <a:lnTo>
                    <a:pt x="225869" y="66738"/>
                  </a:lnTo>
                  <a:lnTo>
                    <a:pt x="225869" y="48641"/>
                  </a:lnTo>
                  <a:lnTo>
                    <a:pt x="247230" y="48641"/>
                  </a:lnTo>
                  <a:lnTo>
                    <a:pt x="247230" y="40868"/>
                  </a:lnTo>
                  <a:lnTo>
                    <a:pt x="225869" y="40868"/>
                  </a:lnTo>
                  <a:lnTo>
                    <a:pt x="225869" y="22771"/>
                  </a:lnTo>
                  <a:lnTo>
                    <a:pt x="247230" y="22771"/>
                  </a:lnTo>
                  <a:lnTo>
                    <a:pt x="247230" y="14998"/>
                  </a:lnTo>
                  <a:lnTo>
                    <a:pt x="225869" y="14998"/>
                  </a:lnTo>
                  <a:lnTo>
                    <a:pt x="225869" y="0"/>
                  </a:lnTo>
                  <a:lnTo>
                    <a:pt x="218097" y="0"/>
                  </a:lnTo>
                  <a:lnTo>
                    <a:pt x="218097" y="315506"/>
                  </a:lnTo>
                  <a:lnTo>
                    <a:pt x="196646" y="315506"/>
                  </a:lnTo>
                  <a:lnTo>
                    <a:pt x="196646" y="297383"/>
                  </a:lnTo>
                  <a:lnTo>
                    <a:pt x="218097" y="297383"/>
                  </a:lnTo>
                  <a:lnTo>
                    <a:pt x="218097" y="289610"/>
                  </a:lnTo>
                  <a:lnTo>
                    <a:pt x="196646" y="289610"/>
                  </a:lnTo>
                  <a:lnTo>
                    <a:pt x="196646" y="271500"/>
                  </a:lnTo>
                  <a:lnTo>
                    <a:pt x="218097" y="271500"/>
                  </a:lnTo>
                  <a:lnTo>
                    <a:pt x="218097" y="263728"/>
                  </a:lnTo>
                  <a:lnTo>
                    <a:pt x="196646" y="263728"/>
                  </a:lnTo>
                  <a:lnTo>
                    <a:pt x="196646" y="74510"/>
                  </a:lnTo>
                  <a:lnTo>
                    <a:pt x="218097" y="74510"/>
                  </a:lnTo>
                  <a:lnTo>
                    <a:pt x="218097" y="66738"/>
                  </a:lnTo>
                  <a:lnTo>
                    <a:pt x="196646" y="66738"/>
                  </a:lnTo>
                  <a:lnTo>
                    <a:pt x="196646" y="48641"/>
                  </a:lnTo>
                  <a:lnTo>
                    <a:pt x="218097" y="48641"/>
                  </a:lnTo>
                  <a:lnTo>
                    <a:pt x="218097" y="40868"/>
                  </a:lnTo>
                  <a:lnTo>
                    <a:pt x="196646" y="40868"/>
                  </a:lnTo>
                  <a:lnTo>
                    <a:pt x="196646" y="22771"/>
                  </a:lnTo>
                  <a:lnTo>
                    <a:pt x="218097" y="22771"/>
                  </a:lnTo>
                  <a:lnTo>
                    <a:pt x="218097" y="14998"/>
                  </a:lnTo>
                  <a:lnTo>
                    <a:pt x="196646" y="14998"/>
                  </a:lnTo>
                  <a:lnTo>
                    <a:pt x="196646" y="0"/>
                  </a:lnTo>
                  <a:lnTo>
                    <a:pt x="188887" y="0"/>
                  </a:lnTo>
                  <a:lnTo>
                    <a:pt x="188887" y="315506"/>
                  </a:lnTo>
                  <a:lnTo>
                    <a:pt x="167424" y="315506"/>
                  </a:lnTo>
                  <a:lnTo>
                    <a:pt x="167424" y="297383"/>
                  </a:lnTo>
                  <a:lnTo>
                    <a:pt x="188887" y="297383"/>
                  </a:lnTo>
                  <a:lnTo>
                    <a:pt x="188887" y="289610"/>
                  </a:lnTo>
                  <a:lnTo>
                    <a:pt x="167424" y="289610"/>
                  </a:lnTo>
                  <a:lnTo>
                    <a:pt x="167424" y="271500"/>
                  </a:lnTo>
                  <a:lnTo>
                    <a:pt x="188887" y="271500"/>
                  </a:lnTo>
                  <a:lnTo>
                    <a:pt x="188887" y="263728"/>
                  </a:lnTo>
                  <a:lnTo>
                    <a:pt x="167424" y="263728"/>
                  </a:lnTo>
                  <a:lnTo>
                    <a:pt x="167424" y="74510"/>
                  </a:lnTo>
                  <a:lnTo>
                    <a:pt x="188887" y="74510"/>
                  </a:lnTo>
                  <a:lnTo>
                    <a:pt x="188887" y="66738"/>
                  </a:lnTo>
                  <a:lnTo>
                    <a:pt x="167424" y="66738"/>
                  </a:lnTo>
                  <a:lnTo>
                    <a:pt x="167424" y="48641"/>
                  </a:lnTo>
                  <a:lnTo>
                    <a:pt x="188887" y="48641"/>
                  </a:lnTo>
                  <a:lnTo>
                    <a:pt x="188887" y="40868"/>
                  </a:lnTo>
                  <a:lnTo>
                    <a:pt x="167424" y="40868"/>
                  </a:lnTo>
                  <a:lnTo>
                    <a:pt x="167424" y="22771"/>
                  </a:lnTo>
                  <a:lnTo>
                    <a:pt x="188887" y="22771"/>
                  </a:lnTo>
                  <a:lnTo>
                    <a:pt x="188887" y="14998"/>
                  </a:lnTo>
                  <a:lnTo>
                    <a:pt x="167424" y="14998"/>
                  </a:lnTo>
                  <a:lnTo>
                    <a:pt x="167424" y="0"/>
                  </a:lnTo>
                  <a:lnTo>
                    <a:pt x="159664" y="0"/>
                  </a:lnTo>
                  <a:lnTo>
                    <a:pt x="159664" y="315506"/>
                  </a:lnTo>
                  <a:lnTo>
                    <a:pt x="138214" y="315506"/>
                  </a:lnTo>
                  <a:lnTo>
                    <a:pt x="138214" y="297383"/>
                  </a:lnTo>
                  <a:lnTo>
                    <a:pt x="159664" y="297383"/>
                  </a:lnTo>
                  <a:lnTo>
                    <a:pt x="159664" y="289610"/>
                  </a:lnTo>
                  <a:lnTo>
                    <a:pt x="138214" y="289610"/>
                  </a:lnTo>
                  <a:lnTo>
                    <a:pt x="138214" y="271500"/>
                  </a:lnTo>
                  <a:lnTo>
                    <a:pt x="159664" y="271500"/>
                  </a:lnTo>
                  <a:lnTo>
                    <a:pt x="159664" y="263728"/>
                  </a:lnTo>
                  <a:lnTo>
                    <a:pt x="138214" y="263728"/>
                  </a:lnTo>
                  <a:lnTo>
                    <a:pt x="138214" y="74510"/>
                  </a:lnTo>
                  <a:lnTo>
                    <a:pt x="159664" y="74510"/>
                  </a:lnTo>
                  <a:lnTo>
                    <a:pt x="159664" y="66738"/>
                  </a:lnTo>
                  <a:lnTo>
                    <a:pt x="138214" y="66738"/>
                  </a:lnTo>
                  <a:lnTo>
                    <a:pt x="138214" y="48641"/>
                  </a:lnTo>
                  <a:lnTo>
                    <a:pt x="159664" y="48641"/>
                  </a:lnTo>
                  <a:lnTo>
                    <a:pt x="159664" y="40868"/>
                  </a:lnTo>
                  <a:lnTo>
                    <a:pt x="138214" y="40868"/>
                  </a:lnTo>
                  <a:lnTo>
                    <a:pt x="138214" y="22771"/>
                  </a:lnTo>
                  <a:lnTo>
                    <a:pt x="159664" y="22771"/>
                  </a:lnTo>
                  <a:lnTo>
                    <a:pt x="159664" y="14998"/>
                  </a:lnTo>
                  <a:lnTo>
                    <a:pt x="138214" y="14998"/>
                  </a:lnTo>
                  <a:lnTo>
                    <a:pt x="138214" y="0"/>
                  </a:lnTo>
                  <a:lnTo>
                    <a:pt x="130441" y="0"/>
                  </a:lnTo>
                  <a:lnTo>
                    <a:pt x="130441" y="315506"/>
                  </a:lnTo>
                  <a:lnTo>
                    <a:pt x="109067" y="315506"/>
                  </a:lnTo>
                  <a:lnTo>
                    <a:pt x="109067" y="297383"/>
                  </a:lnTo>
                  <a:lnTo>
                    <a:pt x="130441" y="297383"/>
                  </a:lnTo>
                  <a:lnTo>
                    <a:pt x="130441" y="289610"/>
                  </a:lnTo>
                  <a:lnTo>
                    <a:pt x="109067" y="289610"/>
                  </a:lnTo>
                  <a:lnTo>
                    <a:pt x="109067" y="271500"/>
                  </a:lnTo>
                  <a:lnTo>
                    <a:pt x="130441" y="271500"/>
                  </a:lnTo>
                  <a:lnTo>
                    <a:pt x="130441" y="263728"/>
                  </a:lnTo>
                  <a:lnTo>
                    <a:pt x="109067" y="263728"/>
                  </a:lnTo>
                  <a:lnTo>
                    <a:pt x="109067" y="74510"/>
                  </a:lnTo>
                  <a:lnTo>
                    <a:pt x="130441" y="74510"/>
                  </a:lnTo>
                  <a:lnTo>
                    <a:pt x="130441" y="66738"/>
                  </a:lnTo>
                  <a:lnTo>
                    <a:pt x="109067" y="66738"/>
                  </a:lnTo>
                  <a:lnTo>
                    <a:pt x="109067" y="48641"/>
                  </a:lnTo>
                  <a:lnTo>
                    <a:pt x="130441" y="48641"/>
                  </a:lnTo>
                  <a:lnTo>
                    <a:pt x="130441" y="40868"/>
                  </a:lnTo>
                  <a:lnTo>
                    <a:pt x="109067" y="40868"/>
                  </a:lnTo>
                  <a:lnTo>
                    <a:pt x="109067" y="22771"/>
                  </a:lnTo>
                  <a:lnTo>
                    <a:pt x="130441" y="22771"/>
                  </a:lnTo>
                  <a:lnTo>
                    <a:pt x="130441" y="14998"/>
                  </a:lnTo>
                  <a:lnTo>
                    <a:pt x="109067" y="14998"/>
                  </a:lnTo>
                  <a:lnTo>
                    <a:pt x="109067" y="0"/>
                  </a:lnTo>
                  <a:lnTo>
                    <a:pt x="101307" y="0"/>
                  </a:lnTo>
                  <a:lnTo>
                    <a:pt x="101307" y="315506"/>
                  </a:lnTo>
                  <a:lnTo>
                    <a:pt x="79844" y="315506"/>
                  </a:lnTo>
                  <a:lnTo>
                    <a:pt x="79844" y="297383"/>
                  </a:lnTo>
                  <a:lnTo>
                    <a:pt x="101307" y="297383"/>
                  </a:lnTo>
                  <a:lnTo>
                    <a:pt x="101307" y="289610"/>
                  </a:lnTo>
                  <a:lnTo>
                    <a:pt x="79844" y="289610"/>
                  </a:lnTo>
                  <a:lnTo>
                    <a:pt x="79844" y="271500"/>
                  </a:lnTo>
                  <a:lnTo>
                    <a:pt x="101307" y="271500"/>
                  </a:lnTo>
                  <a:lnTo>
                    <a:pt x="101307" y="263728"/>
                  </a:lnTo>
                  <a:lnTo>
                    <a:pt x="79844" y="263728"/>
                  </a:lnTo>
                  <a:lnTo>
                    <a:pt x="79844" y="74510"/>
                  </a:lnTo>
                  <a:lnTo>
                    <a:pt x="101307" y="74510"/>
                  </a:lnTo>
                  <a:lnTo>
                    <a:pt x="101307" y="66738"/>
                  </a:lnTo>
                  <a:lnTo>
                    <a:pt x="79844" y="66738"/>
                  </a:lnTo>
                  <a:lnTo>
                    <a:pt x="79844" y="48641"/>
                  </a:lnTo>
                  <a:lnTo>
                    <a:pt x="101307" y="48641"/>
                  </a:lnTo>
                  <a:lnTo>
                    <a:pt x="101307" y="40868"/>
                  </a:lnTo>
                  <a:lnTo>
                    <a:pt x="79844" y="40868"/>
                  </a:lnTo>
                  <a:lnTo>
                    <a:pt x="79844" y="22771"/>
                  </a:lnTo>
                  <a:lnTo>
                    <a:pt x="101307" y="22771"/>
                  </a:lnTo>
                  <a:lnTo>
                    <a:pt x="101307" y="14998"/>
                  </a:lnTo>
                  <a:lnTo>
                    <a:pt x="79844" y="14998"/>
                  </a:lnTo>
                  <a:lnTo>
                    <a:pt x="79844" y="0"/>
                  </a:lnTo>
                  <a:lnTo>
                    <a:pt x="72085" y="0"/>
                  </a:lnTo>
                  <a:lnTo>
                    <a:pt x="72085" y="315506"/>
                  </a:lnTo>
                  <a:lnTo>
                    <a:pt x="50634" y="315506"/>
                  </a:lnTo>
                  <a:lnTo>
                    <a:pt x="50634" y="297383"/>
                  </a:lnTo>
                  <a:lnTo>
                    <a:pt x="72085" y="297383"/>
                  </a:lnTo>
                  <a:lnTo>
                    <a:pt x="72085" y="289610"/>
                  </a:lnTo>
                  <a:lnTo>
                    <a:pt x="50634" y="289610"/>
                  </a:lnTo>
                  <a:lnTo>
                    <a:pt x="50634" y="271500"/>
                  </a:lnTo>
                  <a:lnTo>
                    <a:pt x="72085" y="271500"/>
                  </a:lnTo>
                  <a:lnTo>
                    <a:pt x="72085" y="263728"/>
                  </a:lnTo>
                  <a:lnTo>
                    <a:pt x="50634" y="263728"/>
                  </a:lnTo>
                  <a:lnTo>
                    <a:pt x="50634" y="74510"/>
                  </a:lnTo>
                  <a:lnTo>
                    <a:pt x="72085" y="74510"/>
                  </a:lnTo>
                  <a:lnTo>
                    <a:pt x="72085" y="66738"/>
                  </a:lnTo>
                  <a:lnTo>
                    <a:pt x="50634" y="66738"/>
                  </a:lnTo>
                  <a:lnTo>
                    <a:pt x="50634" y="48641"/>
                  </a:lnTo>
                  <a:lnTo>
                    <a:pt x="72085" y="48641"/>
                  </a:lnTo>
                  <a:lnTo>
                    <a:pt x="72085" y="40868"/>
                  </a:lnTo>
                  <a:lnTo>
                    <a:pt x="50634" y="40868"/>
                  </a:lnTo>
                  <a:lnTo>
                    <a:pt x="50634" y="22771"/>
                  </a:lnTo>
                  <a:lnTo>
                    <a:pt x="72085" y="22771"/>
                  </a:lnTo>
                  <a:lnTo>
                    <a:pt x="72085" y="14998"/>
                  </a:lnTo>
                  <a:lnTo>
                    <a:pt x="50634" y="14998"/>
                  </a:lnTo>
                  <a:lnTo>
                    <a:pt x="50634" y="0"/>
                  </a:lnTo>
                  <a:lnTo>
                    <a:pt x="42862" y="0"/>
                  </a:lnTo>
                  <a:lnTo>
                    <a:pt x="42862" y="315506"/>
                  </a:lnTo>
                  <a:lnTo>
                    <a:pt x="21501" y="315506"/>
                  </a:lnTo>
                  <a:lnTo>
                    <a:pt x="21501" y="297383"/>
                  </a:lnTo>
                  <a:lnTo>
                    <a:pt x="42862" y="297383"/>
                  </a:lnTo>
                  <a:lnTo>
                    <a:pt x="42862" y="289610"/>
                  </a:lnTo>
                  <a:lnTo>
                    <a:pt x="21501" y="289610"/>
                  </a:lnTo>
                  <a:lnTo>
                    <a:pt x="21501" y="271500"/>
                  </a:lnTo>
                  <a:lnTo>
                    <a:pt x="42862" y="271500"/>
                  </a:lnTo>
                  <a:lnTo>
                    <a:pt x="42862" y="263728"/>
                  </a:lnTo>
                  <a:lnTo>
                    <a:pt x="21501" y="263728"/>
                  </a:lnTo>
                  <a:lnTo>
                    <a:pt x="21501" y="74510"/>
                  </a:lnTo>
                  <a:lnTo>
                    <a:pt x="42862" y="74510"/>
                  </a:lnTo>
                  <a:lnTo>
                    <a:pt x="42862" y="66738"/>
                  </a:lnTo>
                  <a:lnTo>
                    <a:pt x="21501" y="66738"/>
                  </a:lnTo>
                  <a:lnTo>
                    <a:pt x="21501" y="48641"/>
                  </a:lnTo>
                  <a:lnTo>
                    <a:pt x="42862" y="48641"/>
                  </a:lnTo>
                  <a:lnTo>
                    <a:pt x="42862" y="40868"/>
                  </a:lnTo>
                  <a:lnTo>
                    <a:pt x="21501" y="40868"/>
                  </a:lnTo>
                  <a:lnTo>
                    <a:pt x="21501" y="22771"/>
                  </a:lnTo>
                  <a:lnTo>
                    <a:pt x="42862" y="22771"/>
                  </a:lnTo>
                  <a:lnTo>
                    <a:pt x="42862" y="14998"/>
                  </a:lnTo>
                  <a:lnTo>
                    <a:pt x="21501" y="14998"/>
                  </a:lnTo>
                  <a:lnTo>
                    <a:pt x="21501" y="0"/>
                  </a:lnTo>
                  <a:lnTo>
                    <a:pt x="13728" y="0"/>
                  </a:lnTo>
                  <a:lnTo>
                    <a:pt x="13728" y="14998"/>
                  </a:lnTo>
                  <a:lnTo>
                    <a:pt x="0" y="14998"/>
                  </a:lnTo>
                  <a:lnTo>
                    <a:pt x="0" y="22771"/>
                  </a:lnTo>
                  <a:lnTo>
                    <a:pt x="13728" y="22771"/>
                  </a:lnTo>
                  <a:lnTo>
                    <a:pt x="13728" y="40868"/>
                  </a:lnTo>
                  <a:lnTo>
                    <a:pt x="0" y="40868"/>
                  </a:lnTo>
                  <a:lnTo>
                    <a:pt x="0" y="48641"/>
                  </a:lnTo>
                  <a:lnTo>
                    <a:pt x="13728" y="48641"/>
                  </a:lnTo>
                  <a:lnTo>
                    <a:pt x="13728" y="66738"/>
                  </a:lnTo>
                  <a:lnTo>
                    <a:pt x="0" y="66738"/>
                  </a:lnTo>
                  <a:lnTo>
                    <a:pt x="0" y="74510"/>
                  </a:lnTo>
                  <a:lnTo>
                    <a:pt x="13728" y="74510"/>
                  </a:lnTo>
                  <a:lnTo>
                    <a:pt x="13728" y="263728"/>
                  </a:lnTo>
                  <a:lnTo>
                    <a:pt x="63" y="263728"/>
                  </a:lnTo>
                  <a:lnTo>
                    <a:pt x="63" y="271500"/>
                  </a:lnTo>
                  <a:lnTo>
                    <a:pt x="13728" y="271500"/>
                  </a:lnTo>
                  <a:lnTo>
                    <a:pt x="13728" y="289610"/>
                  </a:lnTo>
                  <a:lnTo>
                    <a:pt x="63" y="289610"/>
                  </a:lnTo>
                  <a:lnTo>
                    <a:pt x="63" y="297383"/>
                  </a:lnTo>
                  <a:lnTo>
                    <a:pt x="13728" y="297383"/>
                  </a:lnTo>
                  <a:lnTo>
                    <a:pt x="13728" y="315506"/>
                  </a:lnTo>
                  <a:lnTo>
                    <a:pt x="12" y="315506"/>
                  </a:lnTo>
                  <a:lnTo>
                    <a:pt x="12" y="323265"/>
                  </a:lnTo>
                  <a:lnTo>
                    <a:pt x="13728" y="323265"/>
                  </a:lnTo>
                  <a:lnTo>
                    <a:pt x="13728" y="338823"/>
                  </a:lnTo>
                  <a:lnTo>
                    <a:pt x="21501" y="338823"/>
                  </a:lnTo>
                  <a:lnTo>
                    <a:pt x="21501" y="323265"/>
                  </a:lnTo>
                  <a:lnTo>
                    <a:pt x="42862" y="323265"/>
                  </a:lnTo>
                  <a:lnTo>
                    <a:pt x="42862" y="338823"/>
                  </a:lnTo>
                  <a:lnTo>
                    <a:pt x="50634" y="338823"/>
                  </a:lnTo>
                  <a:lnTo>
                    <a:pt x="50634" y="323265"/>
                  </a:lnTo>
                  <a:lnTo>
                    <a:pt x="72085" y="323265"/>
                  </a:lnTo>
                  <a:lnTo>
                    <a:pt x="72085" y="338823"/>
                  </a:lnTo>
                  <a:lnTo>
                    <a:pt x="79844" y="338823"/>
                  </a:lnTo>
                  <a:lnTo>
                    <a:pt x="79844" y="323265"/>
                  </a:lnTo>
                  <a:lnTo>
                    <a:pt x="101307" y="323265"/>
                  </a:lnTo>
                  <a:lnTo>
                    <a:pt x="101307" y="338823"/>
                  </a:lnTo>
                  <a:lnTo>
                    <a:pt x="109067" y="338823"/>
                  </a:lnTo>
                  <a:lnTo>
                    <a:pt x="109067" y="323265"/>
                  </a:lnTo>
                  <a:lnTo>
                    <a:pt x="130441" y="323265"/>
                  </a:lnTo>
                  <a:lnTo>
                    <a:pt x="130441" y="338823"/>
                  </a:lnTo>
                  <a:lnTo>
                    <a:pt x="138214" y="338823"/>
                  </a:lnTo>
                  <a:lnTo>
                    <a:pt x="138214" y="323265"/>
                  </a:lnTo>
                  <a:lnTo>
                    <a:pt x="159664" y="323265"/>
                  </a:lnTo>
                  <a:lnTo>
                    <a:pt x="159664" y="338823"/>
                  </a:lnTo>
                  <a:lnTo>
                    <a:pt x="167424" y="338823"/>
                  </a:lnTo>
                  <a:lnTo>
                    <a:pt x="167424" y="323265"/>
                  </a:lnTo>
                  <a:lnTo>
                    <a:pt x="188887" y="323265"/>
                  </a:lnTo>
                  <a:lnTo>
                    <a:pt x="188887" y="338823"/>
                  </a:lnTo>
                  <a:lnTo>
                    <a:pt x="196646" y="338823"/>
                  </a:lnTo>
                  <a:lnTo>
                    <a:pt x="196646" y="323265"/>
                  </a:lnTo>
                  <a:lnTo>
                    <a:pt x="218097" y="323265"/>
                  </a:lnTo>
                  <a:lnTo>
                    <a:pt x="218097" y="338823"/>
                  </a:lnTo>
                  <a:lnTo>
                    <a:pt x="225869" y="338823"/>
                  </a:lnTo>
                  <a:lnTo>
                    <a:pt x="225869" y="323265"/>
                  </a:lnTo>
                  <a:lnTo>
                    <a:pt x="247230" y="323265"/>
                  </a:lnTo>
                  <a:lnTo>
                    <a:pt x="247230" y="338823"/>
                  </a:lnTo>
                  <a:lnTo>
                    <a:pt x="255003" y="338823"/>
                  </a:lnTo>
                  <a:lnTo>
                    <a:pt x="255003" y="323265"/>
                  </a:lnTo>
                  <a:lnTo>
                    <a:pt x="276466" y="323265"/>
                  </a:lnTo>
                  <a:lnTo>
                    <a:pt x="276466" y="338823"/>
                  </a:lnTo>
                  <a:lnTo>
                    <a:pt x="284226" y="338823"/>
                  </a:lnTo>
                  <a:lnTo>
                    <a:pt x="284226" y="323265"/>
                  </a:lnTo>
                  <a:lnTo>
                    <a:pt x="298043" y="323265"/>
                  </a:lnTo>
                  <a:lnTo>
                    <a:pt x="298043" y="315506"/>
                  </a:lnTo>
                  <a:lnTo>
                    <a:pt x="284226" y="315506"/>
                  </a:lnTo>
                  <a:lnTo>
                    <a:pt x="284226" y="297383"/>
                  </a:lnTo>
                  <a:lnTo>
                    <a:pt x="298081" y="297383"/>
                  </a:lnTo>
                  <a:lnTo>
                    <a:pt x="298081" y="289610"/>
                  </a:lnTo>
                  <a:lnTo>
                    <a:pt x="284226" y="289610"/>
                  </a:lnTo>
                  <a:lnTo>
                    <a:pt x="284226" y="271500"/>
                  </a:lnTo>
                  <a:lnTo>
                    <a:pt x="298081" y="271500"/>
                  </a:lnTo>
                  <a:lnTo>
                    <a:pt x="298081" y="263728"/>
                  </a:lnTo>
                  <a:close/>
                </a:path>
              </a:pathLst>
            </a:custGeom>
            <a:solidFill>
              <a:srgbClr val="EBED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" name="object 614" descr=""/>
            <p:cNvSpPr/>
            <p:nvPr/>
          </p:nvSpPr>
          <p:spPr>
            <a:xfrm>
              <a:off x="12685037" y="6549622"/>
              <a:ext cx="334010" cy="368935"/>
            </a:xfrm>
            <a:custGeom>
              <a:avLst/>
              <a:gdLst/>
              <a:ahLst/>
              <a:cxnLst/>
              <a:rect l="l" t="t" r="r" b="b"/>
              <a:pathLst>
                <a:path w="334009" h="368934">
                  <a:moveTo>
                    <a:pt x="333445" y="0"/>
                  </a:moveTo>
                  <a:lnTo>
                    <a:pt x="0" y="0"/>
                  </a:lnTo>
                  <a:lnTo>
                    <a:pt x="0" y="368784"/>
                  </a:lnTo>
                  <a:lnTo>
                    <a:pt x="333445" y="368784"/>
                  </a:lnTo>
                  <a:lnTo>
                    <a:pt x="333445" y="0"/>
                  </a:lnTo>
                  <a:close/>
                </a:path>
              </a:pathLst>
            </a:custGeom>
            <a:solidFill>
              <a:srgbClr val="057E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" name="object 615" descr=""/>
            <p:cNvSpPr/>
            <p:nvPr/>
          </p:nvSpPr>
          <p:spPr>
            <a:xfrm>
              <a:off x="12702985" y="6564610"/>
              <a:ext cx="298450" cy="339090"/>
            </a:xfrm>
            <a:custGeom>
              <a:avLst/>
              <a:gdLst/>
              <a:ahLst/>
              <a:cxnLst/>
              <a:rect l="l" t="t" r="r" b="b"/>
              <a:pathLst>
                <a:path w="298450" h="339090">
                  <a:moveTo>
                    <a:pt x="298081" y="263728"/>
                  </a:moveTo>
                  <a:lnTo>
                    <a:pt x="284238" y="263728"/>
                  </a:lnTo>
                  <a:lnTo>
                    <a:pt x="284238" y="74510"/>
                  </a:lnTo>
                  <a:lnTo>
                    <a:pt x="298030" y="74510"/>
                  </a:lnTo>
                  <a:lnTo>
                    <a:pt x="298030" y="66738"/>
                  </a:lnTo>
                  <a:lnTo>
                    <a:pt x="284238" y="66738"/>
                  </a:lnTo>
                  <a:lnTo>
                    <a:pt x="284238" y="48641"/>
                  </a:lnTo>
                  <a:lnTo>
                    <a:pt x="298030" y="48641"/>
                  </a:lnTo>
                  <a:lnTo>
                    <a:pt x="298030" y="40868"/>
                  </a:lnTo>
                  <a:lnTo>
                    <a:pt x="284238" y="40868"/>
                  </a:lnTo>
                  <a:lnTo>
                    <a:pt x="284238" y="22771"/>
                  </a:lnTo>
                  <a:lnTo>
                    <a:pt x="298030" y="22771"/>
                  </a:lnTo>
                  <a:lnTo>
                    <a:pt x="298030" y="14998"/>
                  </a:lnTo>
                  <a:lnTo>
                    <a:pt x="284238" y="14998"/>
                  </a:lnTo>
                  <a:lnTo>
                    <a:pt x="284238" y="0"/>
                  </a:lnTo>
                  <a:lnTo>
                    <a:pt x="276466" y="0"/>
                  </a:lnTo>
                  <a:lnTo>
                    <a:pt x="276466" y="315506"/>
                  </a:lnTo>
                  <a:lnTo>
                    <a:pt x="255016" y="315506"/>
                  </a:lnTo>
                  <a:lnTo>
                    <a:pt x="255016" y="297383"/>
                  </a:lnTo>
                  <a:lnTo>
                    <a:pt x="276466" y="297383"/>
                  </a:lnTo>
                  <a:lnTo>
                    <a:pt x="276466" y="289610"/>
                  </a:lnTo>
                  <a:lnTo>
                    <a:pt x="255016" y="289610"/>
                  </a:lnTo>
                  <a:lnTo>
                    <a:pt x="255016" y="271500"/>
                  </a:lnTo>
                  <a:lnTo>
                    <a:pt x="276466" y="271500"/>
                  </a:lnTo>
                  <a:lnTo>
                    <a:pt x="276466" y="263728"/>
                  </a:lnTo>
                  <a:lnTo>
                    <a:pt x="255016" y="263728"/>
                  </a:lnTo>
                  <a:lnTo>
                    <a:pt x="255016" y="74510"/>
                  </a:lnTo>
                  <a:lnTo>
                    <a:pt x="276466" y="74510"/>
                  </a:lnTo>
                  <a:lnTo>
                    <a:pt x="276466" y="66738"/>
                  </a:lnTo>
                  <a:lnTo>
                    <a:pt x="255016" y="66738"/>
                  </a:lnTo>
                  <a:lnTo>
                    <a:pt x="255016" y="48641"/>
                  </a:lnTo>
                  <a:lnTo>
                    <a:pt x="276466" y="48641"/>
                  </a:lnTo>
                  <a:lnTo>
                    <a:pt x="276466" y="40868"/>
                  </a:lnTo>
                  <a:lnTo>
                    <a:pt x="255016" y="40868"/>
                  </a:lnTo>
                  <a:lnTo>
                    <a:pt x="255016" y="22771"/>
                  </a:lnTo>
                  <a:lnTo>
                    <a:pt x="276466" y="22771"/>
                  </a:lnTo>
                  <a:lnTo>
                    <a:pt x="276466" y="14998"/>
                  </a:lnTo>
                  <a:lnTo>
                    <a:pt x="255016" y="14998"/>
                  </a:lnTo>
                  <a:lnTo>
                    <a:pt x="255016" y="0"/>
                  </a:lnTo>
                  <a:lnTo>
                    <a:pt x="247243" y="0"/>
                  </a:lnTo>
                  <a:lnTo>
                    <a:pt x="247243" y="315506"/>
                  </a:lnTo>
                  <a:lnTo>
                    <a:pt x="225869" y="315506"/>
                  </a:lnTo>
                  <a:lnTo>
                    <a:pt x="225869" y="297383"/>
                  </a:lnTo>
                  <a:lnTo>
                    <a:pt x="247243" y="297383"/>
                  </a:lnTo>
                  <a:lnTo>
                    <a:pt x="247243" y="289610"/>
                  </a:lnTo>
                  <a:lnTo>
                    <a:pt x="225869" y="289610"/>
                  </a:lnTo>
                  <a:lnTo>
                    <a:pt x="225869" y="271500"/>
                  </a:lnTo>
                  <a:lnTo>
                    <a:pt x="247243" y="271500"/>
                  </a:lnTo>
                  <a:lnTo>
                    <a:pt x="247243" y="263728"/>
                  </a:lnTo>
                  <a:lnTo>
                    <a:pt x="225869" y="263728"/>
                  </a:lnTo>
                  <a:lnTo>
                    <a:pt x="225869" y="74510"/>
                  </a:lnTo>
                  <a:lnTo>
                    <a:pt x="247243" y="74510"/>
                  </a:lnTo>
                  <a:lnTo>
                    <a:pt x="247243" y="66738"/>
                  </a:lnTo>
                  <a:lnTo>
                    <a:pt x="225869" y="66738"/>
                  </a:lnTo>
                  <a:lnTo>
                    <a:pt x="225869" y="48641"/>
                  </a:lnTo>
                  <a:lnTo>
                    <a:pt x="247243" y="48641"/>
                  </a:lnTo>
                  <a:lnTo>
                    <a:pt x="247243" y="40868"/>
                  </a:lnTo>
                  <a:lnTo>
                    <a:pt x="225869" y="40868"/>
                  </a:lnTo>
                  <a:lnTo>
                    <a:pt x="225869" y="22771"/>
                  </a:lnTo>
                  <a:lnTo>
                    <a:pt x="247243" y="22771"/>
                  </a:lnTo>
                  <a:lnTo>
                    <a:pt x="247243" y="14998"/>
                  </a:lnTo>
                  <a:lnTo>
                    <a:pt x="225869" y="14998"/>
                  </a:lnTo>
                  <a:lnTo>
                    <a:pt x="225869" y="0"/>
                  </a:lnTo>
                  <a:lnTo>
                    <a:pt x="218097" y="0"/>
                  </a:lnTo>
                  <a:lnTo>
                    <a:pt x="218097" y="315506"/>
                  </a:lnTo>
                  <a:lnTo>
                    <a:pt x="196646" y="315506"/>
                  </a:lnTo>
                  <a:lnTo>
                    <a:pt x="196646" y="297383"/>
                  </a:lnTo>
                  <a:lnTo>
                    <a:pt x="218097" y="297383"/>
                  </a:lnTo>
                  <a:lnTo>
                    <a:pt x="218097" y="289610"/>
                  </a:lnTo>
                  <a:lnTo>
                    <a:pt x="196646" y="289610"/>
                  </a:lnTo>
                  <a:lnTo>
                    <a:pt x="196646" y="271500"/>
                  </a:lnTo>
                  <a:lnTo>
                    <a:pt x="218097" y="271500"/>
                  </a:lnTo>
                  <a:lnTo>
                    <a:pt x="218097" y="263728"/>
                  </a:lnTo>
                  <a:lnTo>
                    <a:pt x="196646" y="263728"/>
                  </a:lnTo>
                  <a:lnTo>
                    <a:pt x="196646" y="74510"/>
                  </a:lnTo>
                  <a:lnTo>
                    <a:pt x="218097" y="74510"/>
                  </a:lnTo>
                  <a:lnTo>
                    <a:pt x="218097" y="66738"/>
                  </a:lnTo>
                  <a:lnTo>
                    <a:pt x="196646" y="66738"/>
                  </a:lnTo>
                  <a:lnTo>
                    <a:pt x="196646" y="48641"/>
                  </a:lnTo>
                  <a:lnTo>
                    <a:pt x="218097" y="48641"/>
                  </a:lnTo>
                  <a:lnTo>
                    <a:pt x="218097" y="40868"/>
                  </a:lnTo>
                  <a:lnTo>
                    <a:pt x="196646" y="40868"/>
                  </a:lnTo>
                  <a:lnTo>
                    <a:pt x="196646" y="22771"/>
                  </a:lnTo>
                  <a:lnTo>
                    <a:pt x="218097" y="22771"/>
                  </a:lnTo>
                  <a:lnTo>
                    <a:pt x="218097" y="14998"/>
                  </a:lnTo>
                  <a:lnTo>
                    <a:pt x="196646" y="14998"/>
                  </a:lnTo>
                  <a:lnTo>
                    <a:pt x="196646" y="0"/>
                  </a:lnTo>
                  <a:lnTo>
                    <a:pt x="188874" y="0"/>
                  </a:lnTo>
                  <a:lnTo>
                    <a:pt x="188874" y="315506"/>
                  </a:lnTo>
                  <a:lnTo>
                    <a:pt x="167436" y="315506"/>
                  </a:lnTo>
                  <a:lnTo>
                    <a:pt x="167436" y="297383"/>
                  </a:lnTo>
                  <a:lnTo>
                    <a:pt x="188874" y="297383"/>
                  </a:lnTo>
                  <a:lnTo>
                    <a:pt x="188874" y="289610"/>
                  </a:lnTo>
                  <a:lnTo>
                    <a:pt x="167436" y="289610"/>
                  </a:lnTo>
                  <a:lnTo>
                    <a:pt x="167436" y="271500"/>
                  </a:lnTo>
                  <a:lnTo>
                    <a:pt x="188874" y="271500"/>
                  </a:lnTo>
                  <a:lnTo>
                    <a:pt x="188874" y="263728"/>
                  </a:lnTo>
                  <a:lnTo>
                    <a:pt x="167436" y="263728"/>
                  </a:lnTo>
                  <a:lnTo>
                    <a:pt x="167436" y="74510"/>
                  </a:lnTo>
                  <a:lnTo>
                    <a:pt x="188874" y="74510"/>
                  </a:lnTo>
                  <a:lnTo>
                    <a:pt x="188874" y="66738"/>
                  </a:lnTo>
                  <a:lnTo>
                    <a:pt x="167436" y="66738"/>
                  </a:lnTo>
                  <a:lnTo>
                    <a:pt x="167436" y="48641"/>
                  </a:lnTo>
                  <a:lnTo>
                    <a:pt x="188874" y="48641"/>
                  </a:lnTo>
                  <a:lnTo>
                    <a:pt x="188874" y="40868"/>
                  </a:lnTo>
                  <a:lnTo>
                    <a:pt x="167436" y="40868"/>
                  </a:lnTo>
                  <a:lnTo>
                    <a:pt x="167436" y="22771"/>
                  </a:lnTo>
                  <a:lnTo>
                    <a:pt x="188874" y="22771"/>
                  </a:lnTo>
                  <a:lnTo>
                    <a:pt x="188874" y="14998"/>
                  </a:lnTo>
                  <a:lnTo>
                    <a:pt x="167436" y="14998"/>
                  </a:lnTo>
                  <a:lnTo>
                    <a:pt x="167436" y="0"/>
                  </a:lnTo>
                  <a:lnTo>
                    <a:pt x="159664" y="0"/>
                  </a:lnTo>
                  <a:lnTo>
                    <a:pt x="159664" y="315506"/>
                  </a:lnTo>
                  <a:lnTo>
                    <a:pt x="138226" y="315506"/>
                  </a:lnTo>
                  <a:lnTo>
                    <a:pt x="138226" y="297383"/>
                  </a:lnTo>
                  <a:lnTo>
                    <a:pt x="159664" y="297383"/>
                  </a:lnTo>
                  <a:lnTo>
                    <a:pt x="159664" y="289610"/>
                  </a:lnTo>
                  <a:lnTo>
                    <a:pt x="138226" y="289610"/>
                  </a:lnTo>
                  <a:lnTo>
                    <a:pt x="138226" y="271500"/>
                  </a:lnTo>
                  <a:lnTo>
                    <a:pt x="159664" y="271500"/>
                  </a:lnTo>
                  <a:lnTo>
                    <a:pt x="159664" y="263728"/>
                  </a:lnTo>
                  <a:lnTo>
                    <a:pt x="138226" y="263728"/>
                  </a:lnTo>
                  <a:lnTo>
                    <a:pt x="138226" y="74510"/>
                  </a:lnTo>
                  <a:lnTo>
                    <a:pt x="159664" y="74510"/>
                  </a:lnTo>
                  <a:lnTo>
                    <a:pt x="159664" y="66738"/>
                  </a:lnTo>
                  <a:lnTo>
                    <a:pt x="138226" y="66738"/>
                  </a:lnTo>
                  <a:lnTo>
                    <a:pt x="138226" y="48641"/>
                  </a:lnTo>
                  <a:lnTo>
                    <a:pt x="159664" y="48641"/>
                  </a:lnTo>
                  <a:lnTo>
                    <a:pt x="159664" y="40868"/>
                  </a:lnTo>
                  <a:lnTo>
                    <a:pt x="138226" y="40868"/>
                  </a:lnTo>
                  <a:lnTo>
                    <a:pt x="138226" y="22771"/>
                  </a:lnTo>
                  <a:lnTo>
                    <a:pt x="159664" y="22771"/>
                  </a:lnTo>
                  <a:lnTo>
                    <a:pt x="159664" y="14998"/>
                  </a:lnTo>
                  <a:lnTo>
                    <a:pt x="138226" y="14998"/>
                  </a:lnTo>
                  <a:lnTo>
                    <a:pt x="138226" y="0"/>
                  </a:lnTo>
                  <a:lnTo>
                    <a:pt x="130454" y="0"/>
                  </a:lnTo>
                  <a:lnTo>
                    <a:pt x="130454" y="315506"/>
                  </a:lnTo>
                  <a:lnTo>
                    <a:pt x="109080" y="315506"/>
                  </a:lnTo>
                  <a:lnTo>
                    <a:pt x="109080" y="297383"/>
                  </a:lnTo>
                  <a:lnTo>
                    <a:pt x="130454" y="297383"/>
                  </a:lnTo>
                  <a:lnTo>
                    <a:pt x="130454" y="289610"/>
                  </a:lnTo>
                  <a:lnTo>
                    <a:pt x="109080" y="289610"/>
                  </a:lnTo>
                  <a:lnTo>
                    <a:pt x="109080" y="271500"/>
                  </a:lnTo>
                  <a:lnTo>
                    <a:pt x="130454" y="271500"/>
                  </a:lnTo>
                  <a:lnTo>
                    <a:pt x="130454" y="263728"/>
                  </a:lnTo>
                  <a:lnTo>
                    <a:pt x="109080" y="263728"/>
                  </a:lnTo>
                  <a:lnTo>
                    <a:pt x="109080" y="74510"/>
                  </a:lnTo>
                  <a:lnTo>
                    <a:pt x="130454" y="74510"/>
                  </a:lnTo>
                  <a:lnTo>
                    <a:pt x="130454" y="66738"/>
                  </a:lnTo>
                  <a:lnTo>
                    <a:pt x="109080" y="66738"/>
                  </a:lnTo>
                  <a:lnTo>
                    <a:pt x="109080" y="48641"/>
                  </a:lnTo>
                  <a:lnTo>
                    <a:pt x="130454" y="48641"/>
                  </a:lnTo>
                  <a:lnTo>
                    <a:pt x="130454" y="40868"/>
                  </a:lnTo>
                  <a:lnTo>
                    <a:pt x="109080" y="40868"/>
                  </a:lnTo>
                  <a:lnTo>
                    <a:pt x="109080" y="22771"/>
                  </a:lnTo>
                  <a:lnTo>
                    <a:pt x="130454" y="22771"/>
                  </a:lnTo>
                  <a:lnTo>
                    <a:pt x="130454" y="14998"/>
                  </a:lnTo>
                  <a:lnTo>
                    <a:pt x="109080" y="14998"/>
                  </a:lnTo>
                  <a:lnTo>
                    <a:pt x="109080" y="0"/>
                  </a:lnTo>
                  <a:lnTo>
                    <a:pt x="101307" y="0"/>
                  </a:lnTo>
                  <a:lnTo>
                    <a:pt x="101307" y="315506"/>
                  </a:lnTo>
                  <a:lnTo>
                    <a:pt x="79857" y="315506"/>
                  </a:lnTo>
                  <a:lnTo>
                    <a:pt x="79857" y="297383"/>
                  </a:lnTo>
                  <a:lnTo>
                    <a:pt x="101307" y="297383"/>
                  </a:lnTo>
                  <a:lnTo>
                    <a:pt x="101307" y="289610"/>
                  </a:lnTo>
                  <a:lnTo>
                    <a:pt x="79857" y="289610"/>
                  </a:lnTo>
                  <a:lnTo>
                    <a:pt x="79857" y="271500"/>
                  </a:lnTo>
                  <a:lnTo>
                    <a:pt x="101307" y="271500"/>
                  </a:lnTo>
                  <a:lnTo>
                    <a:pt x="101307" y="263728"/>
                  </a:lnTo>
                  <a:lnTo>
                    <a:pt x="79857" y="263728"/>
                  </a:lnTo>
                  <a:lnTo>
                    <a:pt x="79857" y="74510"/>
                  </a:lnTo>
                  <a:lnTo>
                    <a:pt x="101307" y="74510"/>
                  </a:lnTo>
                  <a:lnTo>
                    <a:pt x="101307" y="66738"/>
                  </a:lnTo>
                  <a:lnTo>
                    <a:pt x="79857" y="66738"/>
                  </a:lnTo>
                  <a:lnTo>
                    <a:pt x="79857" y="48641"/>
                  </a:lnTo>
                  <a:lnTo>
                    <a:pt x="101307" y="48641"/>
                  </a:lnTo>
                  <a:lnTo>
                    <a:pt x="101307" y="40868"/>
                  </a:lnTo>
                  <a:lnTo>
                    <a:pt x="79857" y="40868"/>
                  </a:lnTo>
                  <a:lnTo>
                    <a:pt x="79857" y="22771"/>
                  </a:lnTo>
                  <a:lnTo>
                    <a:pt x="101307" y="22771"/>
                  </a:lnTo>
                  <a:lnTo>
                    <a:pt x="101307" y="14998"/>
                  </a:lnTo>
                  <a:lnTo>
                    <a:pt x="79857" y="14998"/>
                  </a:lnTo>
                  <a:lnTo>
                    <a:pt x="79857" y="0"/>
                  </a:lnTo>
                  <a:lnTo>
                    <a:pt x="72085" y="0"/>
                  </a:lnTo>
                  <a:lnTo>
                    <a:pt x="72085" y="315506"/>
                  </a:lnTo>
                  <a:lnTo>
                    <a:pt x="50647" y="315506"/>
                  </a:lnTo>
                  <a:lnTo>
                    <a:pt x="50647" y="297383"/>
                  </a:lnTo>
                  <a:lnTo>
                    <a:pt x="72085" y="297383"/>
                  </a:lnTo>
                  <a:lnTo>
                    <a:pt x="72085" y="289610"/>
                  </a:lnTo>
                  <a:lnTo>
                    <a:pt x="50647" y="289610"/>
                  </a:lnTo>
                  <a:lnTo>
                    <a:pt x="50647" y="271500"/>
                  </a:lnTo>
                  <a:lnTo>
                    <a:pt x="72085" y="271500"/>
                  </a:lnTo>
                  <a:lnTo>
                    <a:pt x="72085" y="263728"/>
                  </a:lnTo>
                  <a:lnTo>
                    <a:pt x="50647" y="263728"/>
                  </a:lnTo>
                  <a:lnTo>
                    <a:pt x="50647" y="74510"/>
                  </a:lnTo>
                  <a:lnTo>
                    <a:pt x="72085" y="74510"/>
                  </a:lnTo>
                  <a:lnTo>
                    <a:pt x="72085" y="66738"/>
                  </a:lnTo>
                  <a:lnTo>
                    <a:pt x="50647" y="66738"/>
                  </a:lnTo>
                  <a:lnTo>
                    <a:pt x="50647" y="48641"/>
                  </a:lnTo>
                  <a:lnTo>
                    <a:pt x="72085" y="48641"/>
                  </a:lnTo>
                  <a:lnTo>
                    <a:pt x="72085" y="40868"/>
                  </a:lnTo>
                  <a:lnTo>
                    <a:pt x="50647" y="40868"/>
                  </a:lnTo>
                  <a:lnTo>
                    <a:pt x="50647" y="22771"/>
                  </a:lnTo>
                  <a:lnTo>
                    <a:pt x="72085" y="22771"/>
                  </a:lnTo>
                  <a:lnTo>
                    <a:pt x="72085" y="14998"/>
                  </a:lnTo>
                  <a:lnTo>
                    <a:pt x="50647" y="14998"/>
                  </a:lnTo>
                  <a:lnTo>
                    <a:pt x="50647" y="0"/>
                  </a:lnTo>
                  <a:lnTo>
                    <a:pt x="42875" y="0"/>
                  </a:lnTo>
                  <a:lnTo>
                    <a:pt x="42875" y="315506"/>
                  </a:lnTo>
                  <a:lnTo>
                    <a:pt x="21488" y="315506"/>
                  </a:lnTo>
                  <a:lnTo>
                    <a:pt x="21488" y="297383"/>
                  </a:lnTo>
                  <a:lnTo>
                    <a:pt x="42875" y="297383"/>
                  </a:lnTo>
                  <a:lnTo>
                    <a:pt x="42875" y="289610"/>
                  </a:lnTo>
                  <a:lnTo>
                    <a:pt x="21488" y="289610"/>
                  </a:lnTo>
                  <a:lnTo>
                    <a:pt x="21488" y="271500"/>
                  </a:lnTo>
                  <a:lnTo>
                    <a:pt x="42875" y="271500"/>
                  </a:lnTo>
                  <a:lnTo>
                    <a:pt x="42875" y="263728"/>
                  </a:lnTo>
                  <a:lnTo>
                    <a:pt x="21488" y="263728"/>
                  </a:lnTo>
                  <a:lnTo>
                    <a:pt x="21488" y="74510"/>
                  </a:lnTo>
                  <a:lnTo>
                    <a:pt x="42875" y="74510"/>
                  </a:lnTo>
                  <a:lnTo>
                    <a:pt x="42875" y="66738"/>
                  </a:lnTo>
                  <a:lnTo>
                    <a:pt x="21488" y="66738"/>
                  </a:lnTo>
                  <a:lnTo>
                    <a:pt x="21488" y="48641"/>
                  </a:lnTo>
                  <a:lnTo>
                    <a:pt x="42875" y="48641"/>
                  </a:lnTo>
                  <a:lnTo>
                    <a:pt x="42875" y="40868"/>
                  </a:lnTo>
                  <a:lnTo>
                    <a:pt x="21488" y="40868"/>
                  </a:lnTo>
                  <a:lnTo>
                    <a:pt x="21488" y="22771"/>
                  </a:lnTo>
                  <a:lnTo>
                    <a:pt x="42875" y="22771"/>
                  </a:lnTo>
                  <a:lnTo>
                    <a:pt x="42875" y="14998"/>
                  </a:lnTo>
                  <a:lnTo>
                    <a:pt x="21488" y="14998"/>
                  </a:lnTo>
                  <a:lnTo>
                    <a:pt x="21488" y="0"/>
                  </a:lnTo>
                  <a:lnTo>
                    <a:pt x="13716" y="0"/>
                  </a:lnTo>
                  <a:lnTo>
                    <a:pt x="13716" y="14998"/>
                  </a:lnTo>
                  <a:lnTo>
                    <a:pt x="0" y="14998"/>
                  </a:lnTo>
                  <a:lnTo>
                    <a:pt x="0" y="22771"/>
                  </a:lnTo>
                  <a:lnTo>
                    <a:pt x="13716" y="22771"/>
                  </a:lnTo>
                  <a:lnTo>
                    <a:pt x="13716" y="40868"/>
                  </a:lnTo>
                  <a:lnTo>
                    <a:pt x="0" y="40868"/>
                  </a:lnTo>
                  <a:lnTo>
                    <a:pt x="0" y="48641"/>
                  </a:lnTo>
                  <a:lnTo>
                    <a:pt x="13716" y="48641"/>
                  </a:lnTo>
                  <a:lnTo>
                    <a:pt x="13716" y="66738"/>
                  </a:lnTo>
                  <a:lnTo>
                    <a:pt x="0" y="66738"/>
                  </a:lnTo>
                  <a:lnTo>
                    <a:pt x="0" y="74510"/>
                  </a:lnTo>
                  <a:lnTo>
                    <a:pt x="13716" y="74510"/>
                  </a:lnTo>
                  <a:lnTo>
                    <a:pt x="13716" y="263728"/>
                  </a:lnTo>
                  <a:lnTo>
                    <a:pt x="63" y="263728"/>
                  </a:lnTo>
                  <a:lnTo>
                    <a:pt x="63" y="271500"/>
                  </a:lnTo>
                  <a:lnTo>
                    <a:pt x="13716" y="271500"/>
                  </a:lnTo>
                  <a:lnTo>
                    <a:pt x="13716" y="289610"/>
                  </a:lnTo>
                  <a:lnTo>
                    <a:pt x="63" y="289610"/>
                  </a:lnTo>
                  <a:lnTo>
                    <a:pt x="63" y="297383"/>
                  </a:lnTo>
                  <a:lnTo>
                    <a:pt x="13716" y="297383"/>
                  </a:lnTo>
                  <a:lnTo>
                    <a:pt x="13716" y="315506"/>
                  </a:lnTo>
                  <a:lnTo>
                    <a:pt x="12" y="315506"/>
                  </a:lnTo>
                  <a:lnTo>
                    <a:pt x="12" y="323265"/>
                  </a:lnTo>
                  <a:lnTo>
                    <a:pt x="13716" y="323265"/>
                  </a:lnTo>
                  <a:lnTo>
                    <a:pt x="13716" y="338823"/>
                  </a:lnTo>
                  <a:lnTo>
                    <a:pt x="21488" y="338823"/>
                  </a:lnTo>
                  <a:lnTo>
                    <a:pt x="21488" y="323265"/>
                  </a:lnTo>
                  <a:lnTo>
                    <a:pt x="42875" y="323265"/>
                  </a:lnTo>
                  <a:lnTo>
                    <a:pt x="42875" y="338823"/>
                  </a:lnTo>
                  <a:lnTo>
                    <a:pt x="50647" y="338823"/>
                  </a:lnTo>
                  <a:lnTo>
                    <a:pt x="50647" y="323265"/>
                  </a:lnTo>
                  <a:lnTo>
                    <a:pt x="72085" y="323265"/>
                  </a:lnTo>
                  <a:lnTo>
                    <a:pt x="72085" y="338823"/>
                  </a:lnTo>
                  <a:lnTo>
                    <a:pt x="79857" y="338823"/>
                  </a:lnTo>
                  <a:lnTo>
                    <a:pt x="79857" y="323265"/>
                  </a:lnTo>
                  <a:lnTo>
                    <a:pt x="101307" y="323265"/>
                  </a:lnTo>
                  <a:lnTo>
                    <a:pt x="101307" y="338823"/>
                  </a:lnTo>
                  <a:lnTo>
                    <a:pt x="109080" y="338823"/>
                  </a:lnTo>
                  <a:lnTo>
                    <a:pt x="109080" y="323265"/>
                  </a:lnTo>
                  <a:lnTo>
                    <a:pt x="130454" y="323265"/>
                  </a:lnTo>
                  <a:lnTo>
                    <a:pt x="130454" y="338823"/>
                  </a:lnTo>
                  <a:lnTo>
                    <a:pt x="138226" y="338823"/>
                  </a:lnTo>
                  <a:lnTo>
                    <a:pt x="138226" y="323265"/>
                  </a:lnTo>
                  <a:lnTo>
                    <a:pt x="159664" y="323265"/>
                  </a:lnTo>
                  <a:lnTo>
                    <a:pt x="159664" y="338823"/>
                  </a:lnTo>
                  <a:lnTo>
                    <a:pt x="167436" y="338823"/>
                  </a:lnTo>
                  <a:lnTo>
                    <a:pt x="167436" y="323265"/>
                  </a:lnTo>
                  <a:lnTo>
                    <a:pt x="188874" y="323265"/>
                  </a:lnTo>
                  <a:lnTo>
                    <a:pt x="188874" y="338823"/>
                  </a:lnTo>
                  <a:lnTo>
                    <a:pt x="196646" y="338823"/>
                  </a:lnTo>
                  <a:lnTo>
                    <a:pt x="196646" y="323265"/>
                  </a:lnTo>
                  <a:lnTo>
                    <a:pt x="218097" y="323265"/>
                  </a:lnTo>
                  <a:lnTo>
                    <a:pt x="218097" y="338823"/>
                  </a:lnTo>
                  <a:lnTo>
                    <a:pt x="225869" y="338823"/>
                  </a:lnTo>
                  <a:lnTo>
                    <a:pt x="225869" y="323265"/>
                  </a:lnTo>
                  <a:lnTo>
                    <a:pt x="247243" y="323265"/>
                  </a:lnTo>
                  <a:lnTo>
                    <a:pt x="247243" y="338823"/>
                  </a:lnTo>
                  <a:lnTo>
                    <a:pt x="255016" y="338823"/>
                  </a:lnTo>
                  <a:lnTo>
                    <a:pt x="255016" y="323265"/>
                  </a:lnTo>
                  <a:lnTo>
                    <a:pt x="276466" y="323265"/>
                  </a:lnTo>
                  <a:lnTo>
                    <a:pt x="276466" y="338823"/>
                  </a:lnTo>
                  <a:lnTo>
                    <a:pt x="284238" y="338823"/>
                  </a:lnTo>
                  <a:lnTo>
                    <a:pt x="284238" y="323265"/>
                  </a:lnTo>
                  <a:lnTo>
                    <a:pt x="298043" y="323265"/>
                  </a:lnTo>
                  <a:lnTo>
                    <a:pt x="298043" y="315506"/>
                  </a:lnTo>
                  <a:lnTo>
                    <a:pt x="284238" y="315506"/>
                  </a:lnTo>
                  <a:lnTo>
                    <a:pt x="284238" y="297383"/>
                  </a:lnTo>
                  <a:lnTo>
                    <a:pt x="298081" y="297383"/>
                  </a:lnTo>
                  <a:lnTo>
                    <a:pt x="298081" y="289610"/>
                  </a:lnTo>
                  <a:lnTo>
                    <a:pt x="284238" y="289610"/>
                  </a:lnTo>
                  <a:lnTo>
                    <a:pt x="284238" y="271500"/>
                  </a:lnTo>
                  <a:lnTo>
                    <a:pt x="298081" y="271500"/>
                  </a:lnTo>
                  <a:lnTo>
                    <a:pt x="298081" y="263728"/>
                  </a:lnTo>
                  <a:close/>
                </a:path>
              </a:pathLst>
            </a:custGeom>
            <a:solidFill>
              <a:srgbClr val="EBED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" name="object 616" descr=""/>
            <p:cNvSpPr/>
            <p:nvPr/>
          </p:nvSpPr>
          <p:spPr>
            <a:xfrm>
              <a:off x="13275637" y="6549622"/>
              <a:ext cx="334010" cy="368935"/>
            </a:xfrm>
            <a:custGeom>
              <a:avLst/>
              <a:gdLst/>
              <a:ahLst/>
              <a:cxnLst/>
              <a:rect l="l" t="t" r="r" b="b"/>
              <a:pathLst>
                <a:path w="334009" h="368934">
                  <a:moveTo>
                    <a:pt x="333445" y="0"/>
                  </a:moveTo>
                  <a:lnTo>
                    <a:pt x="0" y="0"/>
                  </a:lnTo>
                  <a:lnTo>
                    <a:pt x="0" y="368784"/>
                  </a:lnTo>
                  <a:lnTo>
                    <a:pt x="333445" y="368784"/>
                  </a:lnTo>
                  <a:lnTo>
                    <a:pt x="333445" y="0"/>
                  </a:lnTo>
                  <a:close/>
                </a:path>
              </a:pathLst>
            </a:custGeom>
            <a:solidFill>
              <a:srgbClr val="057E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" name="object 617" descr=""/>
            <p:cNvSpPr/>
            <p:nvPr/>
          </p:nvSpPr>
          <p:spPr>
            <a:xfrm>
              <a:off x="13293573" y="6564610"/>
              <a:ext cx="298450" cy="339090"/>
            </a:xfrm>
            <a:custGeom>
              <a:avLst/>
              <a:gdLst/>
              <a:ahLst/>
              <a:cxnLst/>
              <a:rect l="l" t="t" r="r" b="b"/>
              <a:pathLst>
                <a:path w="298450" h="339090">
                  <a:moveTo>
                    <a:pt x="298094" y="263728"/>
                  </a:moveTo>
                  <a:lnTo>
                    <a:pt x="284238" y="263728"/>
                  </a:lnTo>
                  <a:lnTo>
                    <a:pt x="284238" y="74510"/>
                  </a:lnTo>
                  <a:lnTo>
                    <a:pt x="298030" y="74510"/>
                  </a:lnTo>
                  <a:lnTo>
                    <a:pt x="298030" y="66738"/>
                  </a:lnTo>
                  <a:lnTo>
                    <a:pt x="284238" y="66738"/>
                  </a:lnTo>
                  <a:lnTo>
                    <a:pt x="284238" y="48641"/>
                  </a:lnTo>
                  <a:lnTo>
                    <a:pt x="298030" y="48641"/>
                  </a:lnTo>
                  <a:lnTo>
                    <a:pt x="298030" y="40868"/>
                  </a:lnTo>
                  <a:lnTo>
                    <a:pt x="284238" y="40868"/>
                  </a:lnTo>
                  <a:lnTo>
                    <a:pt x="284238" y="22771"/>
                  </a:lnTo>
                  <a:lnTo>
                    <a:pt x="298030" y="22771"/>
                  </a:lnTo>
                  <a:lnTo>
                    <a:pt x="298030" y="14998"/>
                  </a:lnTo>
                  <a:lnTo>
                    <a:pt x="284238" y="14998"/>
                  </a:lnTo>
                  <a:lnTo>
                    <a:pt x="284238" y="0"/>
                  </a:lnTo>
                  <a:lnTo>
                    <a:pt x="276466" y="0"/>
                  </a:lnTo>
                  <a:lnTo>
                    <a:pt x="276466" y="315506"/>
                  </a:lnTo>
                  <a:lnTo>
                    <a:pt x="255028" y="315506"/>
                  </a:lnTo>
                  <a:lnTo>
                    <a:pt x="255028" y="297383"/>
                  </a:lnTo>
                  <a:lnTo>
                    <a:pt x="276466" y="297383"/>
                  </a:lnTo>
                  <a:lnTo>
                    <a:pt x="276466" y="289610"/>
                  </a:lnTo>
                  <a:lnTo>
                    <a:pt x="255028" y="289610"/>
                  </a:lnTo>
                  <a:lnTo>
                    <a:pt x="255028" y="271500"/>
                  </a:lnTo>
                  <a:lnTo>
                    <a:pt x="276466" y="271500"/>
                  </a:lnTo>
                  <a:lnTo>
                    <a:pt x="276466" y="263728"/>
                  </a:lnTo>
                  <a:lnTo>
                    <a:pt x="255028" y="263728"/>
                  </a:lnTo>
                  <a:lnTo>
                    <a:pt x="255028" y="74510"/>
                  </a:lnTo>
                  <a:lnTo>
                    <a:pt x="276466" y="74510"/>
                  </a:lnTo>
                  <a:lnTo>
                    <a:pt x="276466" y="66738"/>
                  </a:lnTo>
                  <a:lnTo>
                    <a:pt x="255028" y="66738"/>
                  </a:lnTo>
                  <a:lnTo>
                    <a:pt x="255028" y="48641"/>
                  </a:lnTo>
                  <a:lnTo>
                    <a:pt x="276466" y="48641"/>
                  </a:lnTo>
                  <a:lnTo>
                    <a:pt x="276466" y="40868"/>
                  </a:lnTo>
                  <a:lnTo>
                    <a:pt x="255028" y="40868"/>
                  </a:lnTo>
                  <a:lnTo>
                    <a:pt x="255028" y="22771"/>
                  </a:lnTo>
                  <a:lnTo>
                    <a:pt x="276466" y="22771"/>
                  </a:lnTo>
                  <a:lnTo>
                    <a:pt x="276466" y="14998"/>
                  </a:lnTo>
                  <a:lnTo>
                    <a:pt x="255028" y="14998"/>
                  </a:lnTo>
                  <a:lnTo>
                    <a:pt x="255028" y="0"/>
                  </a:lnTo>
                  <a:lnTo>
                    <a:pt x="247256" y="0"/>
                  </a:lnTo>
                  <a:lnTo>
                    <a:pt x="247256" y="315506"/>
                  </a:lnTo>
                  <a:lnTo>
                    <a:pt x="225882" y="315506"/>
                  </a:lnTo>
                  <a:lnTo>
                    <a:pt x="225882" y="297383"/>
                  </a:lnTo>
                  <a:lnTo>
                    <a:pt x="247256" y="297383"/>
                  </a:lnTo>
                  <a:lnTo>
                    <a:pt x="247256" y="289610"/>
                  </a:lnTo>
                  <a:lnTo>
                    <a:pt x="225882" y="289610"/>
                  </a:lnTo>
                  <a:lnTo>
                    <a:pt x="225882" y="271500"/>
                  </a:lnTo>
                  <a:lnTo>
                    <a:pt x="247256" y="271500"/>
                  </a:lnTo>
                  <a:lnTo>
                    <a:pt x="247256" y="263728"/>
                  </a:lnTo>
                  <a:lnTo>
                    <a:pt x="225882" y="263728"/>
                  </a:lnTo>
                  <a:lnTo>
                    <a:pt x="225882" y="74510"/>
                  </a:lnTo>
                  <a:lnTo>
                    <a:pt x="247256" y="74510"/>
                  </a:lnTo>
                  <a:lnTo>
                    <a:pt x="247256" y="66738"/>
                  </a:lnTo>
                  <a:lnTo>
                    <a:pt x="225882" y="66738"/>
                  </a:lnTo>
                  <a:lnTo>
                    <a:pt x="225882" y="48641"/>
                  </a:lnTo>
                  <a:lnTo>
                    <a:pt x="247256" y="48641"/>
                  </a:lnTo>
                  <a:lnTo>
                    <a:pt x="247256" y="40868"/>
                  </a:lnTo>
                  <a:lnTo>
                    <a:pt x="225882" y="40868"/>
                  </a:lnTo>
                  <a:lnTo>
                    <a:pt x="225882" y="22771"/>
                  </a:lnTo>
                  <a:lnTo>
                    <a:pt x="247256" y="22771"/>
                  </a:lnTo>
                  <a:lnTo>
                    <a:pt x="247256" y="14998"/>
                  </a:lnTo>
                  <a:lnTo>
                    <a:pt x="225882" y="14998"/>
                  </a:lnTo>
                  <a:lnTo>
                    <a:pt x="225882" y="0"/>
                  </a:lnTo>
                  <a:lnTo>
                    <a:pt x="218109" y="0"/>
                  </a:lnTo>
                  <a:lnTo>
                    <a:pt x="218109" y="315506"/>
                  </a:lnTo>
                  <a:lnTo>
                    <a:pt x="196659" y="315506"/>
                  </a:lnTo>
                  <a:lnTo>
                    <a:pt x="196659" y="297383"/>
                  </a:lnTo>
                  <a:lnTo>
                    <a:pt x="218109" y="297383"/>
                  </a:lnTo>
                  <a:lnTo>
                    <a:pt x="218109" y="289610"/>
                  </a:lnTo>
                  <a:lnTo>
                    <a:pt x="196659" y="289610"/>
                  </a:lnTo>
                  <a:lnTo>
                    <a:pt x="196659" y="271500"/>
                  </a:lnTo>
                  <a:lnTo>
                    <a:pt x="218109" y="271500"/>
                  </a:lnTo>
                  <a:lnTo>
                    <a:pt x="218109" y="263728"/>
                  </a:lnTo>
                  <a:lnTo>
                    <a:pt x="196659" y="263728"/>
                  </a:lnTo>
                  <a:lnTo>
                    <a:pt x="196659" y="74510"/>
                  </a:lnTo>
                  <a:lnTo>
                    <a:pt x="218109" y="74510"/>
                  </a:lnTo>
                  <a:lnTo>
                    <a:pt x="218109" y="66738"/>
                  </a:lnTo>
                  <a:lnTo>
                    <a:pt x="196659" y="66738"/>
                  </a:lnTo>
                  <a:lnTo>
                    <a:pt x="196659" y="48641"/>
                  </a:lnTo>
                  <a:lnTo>
                    <a:pt x="218109" y="48641"/>
                  </a:lnTo>
                  <a:lnTo>
                    <a:pt x="218109" y="40868"/>
                  </a:lnTo>
                  <a:lnTo>
                    <a:pt x="196659" y="40868"/>
                  </a:lnTo>
                  <a:lnTo>
                    <a:pt x="196659" y="22771"/>
                  </a:lnTo>
                  <a:lnTo>
                    <a:pt x="218109" y="22771"/>
                  </a:lnTo>
                  <a:lnTo>
                    <a:pt x="218109" y="14998"/>
                  </a:lnTo>
                  <a:lnTo>
                    <a:pt x="196659" y="14998"/>
                  </a:lnTo>
                  <a:lnTo>
                    <a:pt x="196659" y="0"/>
                  </a:lnTo>
                  <a:lnTo>
                    <a:pt x="188887" y="0"/>
                  </a:lnTo>
                  <a:lnTo>
                    <a:pt x="188887" y="315506"/>
                  </a:lnTo>
                  <a:lnTo>
                    <a:pt x="167449" y="315506"/>
                  </a:lnTo>
                  <a:lnTo>
                    <a:pt x="167449" y="297383"/>
                  </a:lnTo>
                  <a:lnTo>
                    <a:pt x="188887" y="297383"/>
                  </a:lnTo>
                  <a:lnTo>
                    <a:pt x="188887" y="289610"/>
                  </a:lnTo>
                  <a:lnTo>
                    <a:pt x="167449" y="289610"/>
                  </a:lnTo>
                  <a:lnTo>
                    <a:pt x="167449" y="271500"/>
                  </a:lnTo>
                  <a:lnTo>
                    <a:pt x="188887" y="271500"/>
                  </a:lnTo>
                  <a:lnTo>
                    <a:pt x="188887" y="263728"/>
                  </a:lnTo>
                  <a:lnTo>
                    <a:pt x="167449" y="263728"/>
                  </a:lnTo>
                  <a:lnTo>
                    <a:pt x="167449" y="74510"/>
                  </a:lnTo>
                  <a:lnTo>
                    <a:pt x="188887" y="74510"/>
                  </a:lnTo>
                  <a:lnTo>
                    <a:pt x="188887" y="66738"/>
                  </a:lnTo>
                  <a:lnTo>
                    <a:pt x="167449" y="66738"/>
                  </a:lnTo>
                  <a:lnTo>
                    <a:pt x="167449" y="48641"/>
                  </a:lnTo>
                  <a:lnTo>
                    <a:pt x="188887" y="48641"/>
                  </a:lnTo>
                  <a:lnTo>
                    <a:pt x="188887" y="40868"/>
                  </a:lnTo>
                  <a:lnTo>
                    <a:pt x="167449" y="40868"/>
                  </a:lnTo>
                  <a:lnTo>
                    <a:pt x="167449" y="22771"/>
                  </a:lnTo>
                  <a:lnTo>
                    <a:pt x="188887" y="22771"/>
                  </a:lnTo>
                  <a:lnTo>
                    <a:pt x="188887" y="14998"/>
                  </a:lnTo>
                  <a:lnTo>
                    <a:pt x="167449" y="14998"/>
                  </a:lnTo>
                  <a:lnTo>
                    <a:pt x="167449" y="0"/>
                  </a:lnTo>
                  <a:lnTo>
                    <a:pt x="159677" y="0"/>
                  </a:lnTo>
                  <a:lnTo>
                    <a:pt x="159677" y="315506"/>
                  </a:lnTo>
                  <a:lnTo>
                    <a:pt x="138226" y="315506"/>
                  </a:lnTo>
                  <a:lnTo>
                    <a:pt x="138226" y="297383"/>
                  </a:lnTo>
                  <a:lnTo>
                    <a:pt x="159677" y="297383"/>
                  </a:lnTo>
                  <a:lnTo>
                    <a:pt x="159677" y="289610"/>
                  </a:lnTo>
                  <a:lnTo>
                    <a:pt x="138226" y="289610"/>
                  </a:lnTo>
                  <a:lnTo>
                    <a:pt x="138226" y="271500"/>
                  </a:lnTo>
                  <a:lnTo>
                    <a:pt x="159677" y="271500"/>
                  </a:lnTo>
                  <a:lnTo>
                    <a:pt x="159677" y="263728"/>
                  </a:lnTo>
                  <a:lnTo>
                    <a:pt x="138226" y="263728"/>
                  </a:lnTo>
                  <a:lnTo>
                    <a:pt x="138226" y="74510"/>
                  </a:lnTo>
                  <a:lnTo>
                    <a:pt x="159677" y="74510"/>
                  </a:lnTo>
                  <a:lnTo>
                    <a:pt x="159677" y="66738"/>
                  </a:lnTo>
                  <a:lnTo>
                    <a:pt x="138226" y="66738"/>
                  </a:lnTo>
                  <a:lnTo>
                    <a:pt x="138226" y="48641"/>
                  </a:lnTo>
                  <a:lnTo>
                    <a:pt x="159677" y="48641"/>
                  </a:lnTo>
                  <a:lnTo>
                    <a:pt x="159677" y="40868"/>
                  </a:lnTo>
                  <a:lnTo>
                    <a:pt x="138226" y="40868"/>
                  </a:lnTo>
                  <a:lnTo>
                    <a:pt x="138226" y="22771"/>
                  </a:lnTo>
                  <a:lnTo>
                    <a:pt x="159677" y="22771"/>
                  </a:lnTo>
                  <a:lnTo>
                    <a:pt x="159677" y="14998"/>
                  </a:lnTo>
                  <a:lnTo>
                    <a:pt x="138226" y="14998"/>
                  </a:lnTo>
                  <a:lnTo>
                    <a:pt x="138226" y="0"/>
                  </a:lnTo>
                  <a:lnTo>
                    <a:pt x="130454" y="0"/>
                  </a:lnTo>
                  <a:lnTo>
                    <a:pt x="130454" y="315506"/>
                  </a:lnTo>
                  <a:lnTo>
                    <a:pt x="109080" y="315506"/>
                  </a:lnTo>
                  <a:lnTo>
                    <a:pt x="109080" y="297383"/>
                  </a:lnTo>
                  <a:lnTo>
                    <a:pt x="130454" y="297383"/>
                  </a:lnTo>
                  <a:lnTo>
                    <a:pt x="130454" y="289610"/>
                  </a:lnTo>
                  <a:lnTo>
                    <a:pt x="109080" y="289610"/>
                  </a:lnTo>
                  <a:lnTo>
                    <a:pt x="109080" y="271500"/>
                  </a:lnTo>
                  <a:lnTo>
                    <a:pt x="130454" y="271500"/>
                  </a:lnTo>
                  <a:lnTo>
                    <a:pt x="130454" y="263728"/>
                  </a:lnTo>
                  <a:lnTo>
                    <a:pt x="109080" y="263728"/>
                  </a:lnTo>
                  <a:lnTo>
                    <a:pt x="109080" y="74510"/>
                  </a:lnTo>
                  <a:lnTo>
                    <a:pt x="130454" y="74510"/>
                  </a:lnTo>
                  <a:lnTo>
                    <a:pt x="130454" y="66738"/>
                  </a:lnTo>
                  <a:lnTo>
                    <a:pt x="109080" y="66738"/>
                  </a:lnTo>
                  <a:lnTo>
                    <a:pt x="109080" y="48641"/>
                  </a:lnTo>
                  <a:lnTo>
                    <a:pt x="130454" y="48641"/>
                  </a:lnTo>
                  <a:lnTo>
                    <a:pt x="130454" y="40868"/>
                  </a:lnTo>
                  <a:lnTo>
                    <a:pt x="109080" y="40868"/>
                  </a:lnTo>
                  <a:lnTo>
                    <a:pt x="109080" y="22771"/>
                  </a:lnTo>
                  <a:lnTo>
                    <a:pt x="130454" y="22771"/>
                  </a:lnTo>
                  <a:lnTo>
                    <a:pt x="130454" y="14998"/>
                  </a:lnTo>
                  <a:lnTo>
                    <a:pt x="109080" y="14998"/>
                  </a:lnTo>
                  <a:lnTo>
                    <a:pt x="109080" y="0"/>
                  </a:lnTo>
                  <a:lnTo>
                    <a:pt x="101307" y="0"/>
                  </a:lnTo>
                  <a:lnTo>
                    <a:pt x="101307" y="315506"/>
                  </a:lnTo>
                  <a:lnTo>
                    <a:pt x="79857" y="315506"/>
                  </a:lnTo>
                  <a:lnTo>
                    <a:pt x="79857" y="297383"/>
                  </a:lnTo>
                  <a:lnTo>
                    <a:pt x="101307" y="297383"/>
                  </a:lnTo>
                  <a:lnTo>
                    <a:pt x="101307" y="289610"/>
                  </a:lnTo>
                  <a:lnTo>
                    <a:pt x="79857" y="289610"/>
                  </a:lnTo>
                  <a:lnTo>
                    <a:pt x="79857" y="271500"/>
                  </a:lnTo>
                  <a:lnTo>
                    <a:pt x="101307" y="271500"/>
                  </a:lnTo>
                  <a:lnTo>
                    <a:pt x="101307" y="263728"/>
                  </a:lnTo>
                  <a:lnTo>
                    <a:pt x="79857" y="263728"/>
                  </a:lnTo>
                  <a:lnTo>
                    <a:pt x="79857" y="74510"/>
                  </a:lnTo>
                  <a:lnTo>
                    <a:pt x="101307" y="74510"/>
                  </a:lnTo>
                  <a:lnTo>
                    <a:pt x="101307" y="66738"/>
                  </a:lnTo>
                  <a:lnTo>
                    <a:pt x="79857" y="66738"/>
                  </a:lnTo>
                  <a:lnTo>
                    <a:pt x="79857" y="48641"/>
                  </a:lnTo>
                  <a:lnTo>
                    <a:pt x="101307" y="48641"/>
                  </a:lnTo>
                  <a:lnTo>
                    <a:pt x="101307" y="40868"/>
                  </a:lnTo>
                  <a:lnTo>
                    <a:pt x="79857" y="40868"/>
                  </a:lnTo>
                  <a:lnTo>
                    <a:pt x="79857" y="22771"/>
                  </a:lnTo>
                  <a:lnTo>
                    <a:pt x="101307" y="22771"/>
                  </a:lnTo>
                  <a:lnTo>
                    <a:pt x="101307" y="14998"/>
                  </a:lnTo>
                  <a:lnTo>
                    <a:pt x="79857" y="14998"/>
                  </a:lnTo>
                  <a:lnTo>
                    <a:pt x="79857" y="0"/>
                  </a:lnTo>
                  <a:lnTo>
                    <a:pt x="72085" y="0"/>
                  </a:lnTo>
                  <a:lnTo>
                    <a:pt x="72085" y="315506"/>
                  </a:lnTo>
                  <a:lnTo>
                    <a:pt x="50647" y="315506"/>
                  </a:lnTo>
                  <a:lnTo>
                    <a:pt x="50647" y="297383"/>
                  </a:lnTo>
                  <a:lnTo>
                    <a:pt x="72085" y="297383"/>
                  </a:lnTo>
                  <a:lnTo>
                    <a:pt x="72085" y="289610"/>
                  </a:lnTo>
                  <a:lnTo>
                    <a:pt x="50647" y="289610"/>
                  </a:lnTo>
                  <a:lnTo>
                    <a:pt x="50647" y="271500"/>
                  </a:lnTo>
                  <a:lnTo>
                    <a:pt x="72085" y="271500"/>
                  </a:lnTo>
                  <a:lnTo>
                    <a:pt x="72085" y="263728"/>
                  </a:lnTo>
                  <a:lnTo>
                    <a:pt x="50647" y="263728"/>
                  </a:lnTo>
                  <a:lnTo>
                    <a:pt x="50647" y="74510"/>
                  </a:lnTo>
                  <a:lnTo>
                    <a:pt x="72085" y="74510"/>
                  </a:lnTo>
                  <a:lnTo>
                    <a:pt x="72085" y="66738"/>
                  </a:lnTo>
                  <a:lnTo>
                    <a:pt x="50647" y="66738"/>
                  </a:lnTo>
                  <a:lnTo>
                    <a:pt x="50647" y="48641"/>
                  </a:lnTo>
                  <a:lnTo>
                    <a:pt x="72085" y="48641"/>
                  </a:lnTo>
                  <a:lnTo>
                    <a:pt x="72085" y="40868"/>
                  </a:lnTo>
                  <a:lnTo>
                    <a:pt x="50647" y="40868"/>
                  </a:lnTo>
                  <a:lnTo>
                    <a:pt x="50647" y="22771"/>
                  </a:lnTo>
                  <a:lnTo>
                    <a:pt x="72085" y="22771"/>
                  </a:lnTo>
                  <a:lnTo>
                    <a:pt x="72085" y="14998"/>
                  </a:lnTo>
                  <a:lnTo>
                    <a:pt x="50647" y="14998"/>
                  </a:lnTo>
                  <a:lnTo>
                    <a:pt x="50647" y="0"/>
                  </a:lnTo>
                  <a:lnTo>
                    <a:pt x="42875" y="0"/>
                  </a:lnTo>
                  <a:lnTo>
                    <a:pt x="42875" y="315506"/>
                  </a:lnTo>
                  <a:lnTo>
                    <a:pt x="21501" y="315506"/>
                  </a:lnTo>
                  <a:lnTo>
                    <a:pt x="21501" y="297383"/>
                  </a:lnTo>
                  <a:lnTo>
                    <a:pt x="42875" y="297383"/>
                  </a:lnTo>
                  <a:lnTo>
                    <a:pt x="42875" y="289610"/>
                  </a:lnTo>
                  <a:lnTo>
                    <a:pt x="21501" y="289610"/>
                  </a:lnTo>
                  <a:lnTo>
                    <a:pt x="21501" y="271500"/>
                  </a:lnTo>
                  <a:lnTo>
                    <a:pt x="42875" y="271500"/>
                  </a:lnTo>
                  <a:lnTo>
                    <a:pt x="42875" y="263728"/>
                  </a:lnTo>
                  <a:lnTo>
                    <a:pt x="21501" y="263728"/>
                  </a:lnTo>
                  <a:lnTo>
                    <a:pt x="21501" y="74510"/>
                  </a:lnTo>
                  <a:lnTo>
                    <a:pt x="42875" y="74510"/>
                  </a:lnTo>
                  <a:lnTo>
                    <a:pt x="42875" y="66738"/>
                  </a:lnTo>
                  <a:lnTo>
                    <a:pt x="21501" y="66738"/>
                  </a:lnTo>
                  <a:lnTo>
                    <a:pt x="21501" y="48641"/>
                  </a:lnTo>
                  <a:lnTo>
                    <a:pt x="42875" y="48641"/>
                  </a:lnTo>
                  <a:lnTo>
                    <a:pt x="42875" y="40868"/>
                  </a:lnTo>
                  <a:lnTo>
                    <a:pt x="21501" y="40868"/>
                  </a:lnTo>
                  <a:lnTo>
                    <a:pt x="21501" y="22771"/>
                  </a:lnTo>
                  <a:lnTo>
                    <a:pt x="42875" y="22771"/>
                  </a:lnTo>
                  <a:lnTo>
                    <a:pt x="42875" y="14998"/>
                  </a:lnTo>
                  <a:lnTo>
                    <a:pt x="21501" y="14998"/>
                  </a:lnTo>
                  <a:lnTo>
                    <a:pt x="21501" y="0"/>
                  </a:lnTo>
                  <a:lnTo>
                    <a:pt x="13728" y="0"/>
                  </a:lnTo>
                  <a:lnTo>
                    <a:pt x="13728" y="14998"/>
                  </a:lnTo>
                  <a:lnTo>
                    <a:pt x="0" y="14998"/>
                  </a:lnTo>
                  <a:lnTo>
                    <a:pt x="0" y="22771"/>
                  </a:lnTo>
                  <a:lnTo>
                    <a:pt x="13728" y="22771"/>
                  </a:lnTo>
                  <a:lnTo>
                    <a:pt x="13728" y="40868"/>
                  </a:lnTo>
                  <a:lnTo>
                    <a:pt x="0" y="40868"/>
                  </a:lnTo>
                  <a:lnTo>
                    <a:pt x="0" y="48641"/>
                  </a:lnTo>
                  <a:lnTo>
                    <a:pt x="13728" y="48641"/>
                  </a:lnTo>
                  <a:lnTo>
                    <a:pt x="13728" y="66738"/>
                  </a:lnTo>
                  <a:lnTo>
                    <a:pt x="0" y="66738"/>
                  </a:lnTo>
                  <a:lnTo>
                    <a:pt x="0" y="74510"/>
                  </a:lnTo>
                  <a:lnTo>
                    <a:pt x="13728" y="74510"/>
                  </a:lnTo>
                  <a:lnTo>
                    <a:pt x="13728" y="263728"/>
                  </a:lnTo>
                  <a:lnTo>
                    <a:pt x="63" y="263728"/>
                  </a:lnTo>
                  <a:lnTo>
                    <a:pt x="63" y="271500"/>
                  </a:lnTo>
                  <a:lnTo>
                    <a:pt x="13728" y="271500"/>
                  </a:lnTo>
                  <a:lnTo>
                    <a:pt x="13728" y="289610"/>
                  </a:lnTo>
                  <a:lnTo>
                    <a:pt x="63" y="289610"/>
                  </a:lnTo>
                  <a:lnTo>
                    <a:pt x="63" y="297383"/>
                  </a:lnTo>
                  <a:lnTo>
                    <a:pt x="13728" y="297383"/>
                  </a:lnTo>
                  <a:lnTo>
                    <a:pt x="13728" y="315506"/>
                  </a:lnTo>
                  <a:lnTo>
                    <a:pt x="25" y="315506"/>
                  </a:lnTo>
                  <a:lnTo>
                    <a:pt x="25" y="323265"/>
                  </a:lnTo>
                  <a:lnTo>
                    <a:pt x="13728" y="323265"/>
                  </a:lnTo>
                  <a:lnTo>
                    <a:pt x="13728" y="338823"/>
                  </a:lnTo>
                  <a:lnTo>
                    <a:pt x="21501" y="338823"/>
                  </a:lnTo>
                  <a:lnTo>
                    <a:pt x="21501" y="323265"/>
                  </a:lnTo>
                  <a:lnTo>
                    <a:pt x="42875" y="323265"/>
                  </a:lnTo>
                  <a:lnTo>
                    <a:pt x="42875" y="338823"/>
                  </a:lnTo>
                  <a:lnTo>
                    <a:pt x="50647" y="338823"/>
                  </a:lnTo>
                  <a:lnTo>
                    <a:pt x="50647" y="323265"/>
                  </a:lnTo>
                  <a:lnTo>
                    <a:pt x="72085" y="323265"/>
                  </a:lnTo>
                  <a:lnTo>
                    <a:pt x="72085" y="338823"/>
                  </a:lnTo>
                  <a:lnTo>
                    <a:pt x="79857" y="338823"/>
                  </a:lnTo>
                  <a:lnTo>
                    <a:pt x="79857" y="323265"/>
                  </a:lnTo>
                  <a:lnTo>
                    <a:pt x="101307" y="323265"/>
                  </a:lnTo>
                  <a:lnTo>
                    <a:pt x="101307" y="338823"/>
                  </a:lnTo>
                  <a:lnTo>
                    <a:pt x="109080" y="338823"/>
                  </a:lnTo>
                  <a:lnTo>
                    <a:pt x="109080" y="323265"/>
                  </a:lnTo>
                  <a:lnTo>
                    <a:pt x="130454" y="323265"/>
                  </a:lnTo>
                  <a:lnTo>
                    <a:pt x="130454" y="338823"/>
                  </a:lnTo>
                  <a:lnTo>
                    <a:pt x="138226" y="338823"/>
                  </a:lnTo>
                  <a:lnTo>
                    <a:pt x="138226" y="323265"/>
                  </a:lnTo>
                  <a:lnTo>
                    <a:pt x="159677" y="323265"/>
                  </a:lnTo>
                  <a:lnTo>
                    <a:pt x="159677" y="338823"/>
                  </a:lnTo>
                  <a:lnTo>
                    <a:pt x="167449" y="338823"/>
                  </a:lnTo>
                  <a:lnTo>
                    <a:pt x="167449" y="323265"/>
                  </a:lnTo>
                  <a:lnTo>
                    <a:pt x="188887" y="323265"/>
                  </a:lnTo>
                  <a:lnTo>
                    <a:pt x="188887" y="338823"/>
                  </a:lnTo>
                  <a:lnTo>
                    <a:pt x="196659" y="338823"/>
                  </a:lnTo>
                  <a:lnTo>
                    <a:pt x="196659" y="323265"/>
                  </a:lnTo>
                  <a:lnTo>
                    <a:pt x="218109" y="323265"/>
                  </a:lnTo>
                  <a:lnTo>
                    <a:pt x="218109" y="338823"/>
                  </a:lnTo>
                  <a:lnTo>
                    <a:pt x="225882" y="338823"/>
                  </a:lnTo>
                  <a:lnTo>
                    <a:pt x="225882" y="323265"/>
                  </a:lnTo>
                  <a:lnTo>
                    <a:pt x="247256" y="323265"/>
                  </a:lnTo>
                  <a:lnTo>
                    <a:pt x="247256" y="338823"/>
                  </a:lnTo>
                  <a:lnTo>
                    <a:pt x="255028" y="338823"/>
                  </a:lnTo>
                  <a:lnTo>
                    <a:pt x="255028" y="323265"/>
                  </a:lnTo>
                  <a:lnTo>
                    <a:pt x="276466" y="323265"/>
                  </a:lnTo>
                  <a:lnTo>
                    <a:pt x="276466" y="338823"/>
                  </a:lnTo>
                  <a:lnTo>
                    <a:pt x="284238" y="338823"/>
                  </a:lnTo>
                  <a:lnTo>
                    <a:pt x="284238" y="323265"/>
                  </a:lnTo>
                  <a:lnTo>
                    <a:pt x="298043" y="323265"/>
                  </a:lnTo>
                  <a:lnTo>
                    <a:pt x="298043" y="315506"/>
                  </a:lnTo>
                  <a:lnTo>
                    <a:pt x="284238" y="315506"/>
                  </a:lnTo>
                  <a:lnTo>
                    <a:pt x="284238" y="297383"/>
                  </a:lnTo>
                  <a:lnTo>
                    <a:pt x="298094" y="297383"/>
                  </a:lnTo>
                  <a:lnTo>
                    <a:pt x="298094" y="289610"/>
                  </a:lnTo>
                  <a:lnTo>
                    <a:pt x="284238" y="289610"/>
                  </a:lnTo>
                  <a:lnTo>
                    <a:pt x="284238" y="271500"/>
                  </a:lnTo>
                  <a:lnTo>
                    <a:pt x="298094" y="271500"/>
                  </a:lnTo>
                  <a:lnTo>
                    <a:pt x="298094" y="263728"/>
                  </a:lnTo>
                  <a:close/>
                </a:path>
              </a:pathLst>
            </a:custGeom>
            <a:solidFill>
              <a:srgbClr val="EBED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" name="object 618" descr=""/>
            <p:cNvSpPr/>
            <p:nvPr/>
          </p:nvSpPr>
          <p:spPr>
            <a:xfrm>
              <a:off x="11554031" y="6044024"/>
              <a:ext cx="2259965" cy="221615"/>
            </a:xfrm>
            <a:custGeom>
              <a:avLst/>
              <a:gdLst/>
              <a:ahLst/>
              <a:cxnLst/>
              <a:rect l="l" t="t" r="r" b="b"/>
              <a:pathLst>
                <a:path w="2259965" h="221614">
                  <a:moveTo>
                    <a:pt x="2259826" y="0"/>
                  </a:moveTo>
                  <a:lnTo>
                    <a:pt x="2213886" y="9189"/>
                  </a:lnTo>
                  <a:lnTo>
                    <a:pt x="2045891" y="29407"/>
                  </a:lnTo>
                  <a:lnTo>
                    <a:pt x="1710579" y="49625"/>
                  </a:lnTo>
                  <a:lnTo>
                    <a:pt x="1162687" y="58814"/>
                  </a:lnTo>
                  <a:lnTo>
                    <a:pt x="642561" y="57895"/>
                  </a:lnTo>
                  <a:lnTo>
                    <a:pt x="348073" y="51463"/>
                  </a:lnTo>
                  <a:lnTo>
                    <a:pt x="170219" y="34002"/>
                  </a:lnTo>
                  <a:lnTo>
                    <a:pt x="0" y="0"/>
                  </a:lnTo>
                  <a:lnTo>
                    <a:pt x="0" y="221071"/>
                  </a:lnTo>
                  <a:lnTo>
                    <a:pt x="2259826" y="221071"/>
                  </a:lnTo>
                  <a:lnTo>
                    <a:pt x="2259826" y="0"/>
                  </a:lnTo>
                  <a:close/>
                </a:path>
              </a:pathLst>
            </a:custGeom>
            <a:solidFill>
              <a:srgbClr val="B8564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" name="object 619" descr=""/>
            <p:cNvSpPr/>
            <p:nvPr/>
          </p:nvSpPr>
          <p:spPr>
            <a:xfrm>
              <a:off x="10951578" y="5805899"/>
              <a:ext cx="3511550" cy="179705"/>
            </a:xfrm>
            <a:custGeom>
              <a:avLst/>
              <a:gdLst/>
              <a:ahLst/>
              <a:cxnLst/>
              <a:rect l="l" t="t" r="r" b="b"/>
              <a:pathLst>
                <a:path w="3511550" h="179704">
                  <a:moveTo>
                    <a:pt x="51269" y="56984"/>
                  </a:moveTo>
                  <a:lnTo>
                    <a:pt x="50304" y="49123"/>
                  </a:lnTo>
                  <a:lnTo>
                    <a:pt x="45681" y="42164"/>
                  </a:lnTo>
                  <a:lnTo>
                    <a:pt x="38112" y="36855"/>
                  </a:lnTo>
                  <a:lnTo>
                    <a:pt x="28333" y="33934"/>
                  </a:lnTo>
                  <a:lnTo>
                    <a:pt x="18148" y="34074"/>
                  </a:lnTo>
                  <a:lnTo>
                    <a:pt x="9423" y="37122"/>
                  </a:lnTo>
                  <a:lnTo>
                    <a:pt x="3060" y="42545"/>
                  </a:lnTo>
                  <a:lnTo>
                    <a:pt x="0" y="49847"/>
                  </a:lnTo>
                  <a:lnTo>
                    <a:pt x="952" y="57708"/>
                  </a:lnTo>
                  <a:lnTo>
                    <a:pt x="5588" y="64668"/>
                  </a:lnTo>
                  <a:lnTo>
                    <a:pt x="13157" y="69977"/>
                  </a:lnTo>
                  <a:lnTo>
                    <a:pt x="22923" y="72898"/>
                  </a:lnTo>
                  <a:lnTo>
                    <a:pt x="33121" y="72758"/>
                  </a:lnTo>
                  <a:lnTo>
                    <a:pt x="41846" y="69710"/>
                  </a:lnTo>
                  <a:lnTo>
                    <a:pt x="48196" y="64287"/>
                  </a:lnTo>
                  <a:lnTo>
                    <a:pt x="51269" y="56984"/>
                  </a:lnTo>
                  <a:close/>
                </a:path>
                <a:path w="3511550" h="179704">
                  <a:moveTo>
                    <a:pt x="218173" y="76796"/>
                  </a:moveTo>
                  <a:lnTo>
                    <a:pt x="217208" y="68922"/>
                  </a:lnTo>
                  <a:lnTo>
                    <a:pt x="212585" y="61963"/>
                  </a:lnTo>
                  <a:lnTo>
                    <a:pt x="205003" y="56667"/>
                  </a:lnTo>
                  <a:lnTo>
                    <a:pt x="195237" y="53746"/>
                  </a:lnTo>
                  <a:lnTo>
                    <a:pt x="185051" y="53886"/>
                  </a:lnTo>
                  <a:lnTo>
                    <a:pt x="176314" y="56921"/>
                  </a:lnTo>
                  <a:lnTo>
                    <a:pt x="169964" y="62357"/>
                  </a:lnTo>
                  <a:lnTo>
                    <a:pt x="166890" y="69659"/>
                  </a:lnTo>
                  <a:lnTo>
                    <a:pt x="167855" y="77520"/>
                  </a:lnTo>
                  <a:lnTo>
                    <a:pt x="172491" y="84480"/>
                  </a:lnTo>
                  <a:lnTo>
                    <a:pt x="180060" y="89789"/>
                  </a:lnTo>
                  <a:lnTo>
                    <a:pt x="189826" y="92710"/>
                  </a:lnTo>
                  <a:lnTo>
                    <a:pt x="200012" y="92570"/>
                  </a:lnTo>
                  <a:lnTo>
                    <a:pt x="208749" y="89522"/>
                  </a:lnTo>
                  <a:lnTo>
                    <a:pt x="215099" y="84099"/>
                  </a:lnTo>
                  <a:lnTo>
                    <a:pt x="218173" y="76796"/>
                  </a:lnTo>
                  <a:close/>
                </a:path>
                <a:path w="3511550" h="179704">
                  <a:moveTo>
                    <a:pt x="382282" y="96596"/>
                  </a:moveTo>
                  <a:lnTo>
                    <a:pt x="381317" y="88734"/>
                  </a:lnTo>
                  <a:lnTo>
                    <a:pt x="376682" y="81775"/>
                  </a:lnTo>
                  <a:lnTo>
                    <a:pt x="369112" y="76466"/>
                  </a:lnTo>
                  <a:lnTo>
                    <a:pt x="359346" y="73558"/>
                  </a:lnTo>
                  <a:lnTo>
                    <a:pt x="349148" y="73698"/>
                  </a:lnTo>
                  <a:lnTo>
                    <a:pt x="340423" y="76733"/>
                  </a:lnTo>
                  <a:lnTo>
                    <a:pt x="334073" y="82169"/>
                  </a:lnTo>
                  <a:lnTo>
                    <a:pt x="331000" y="89471"/>
                  </a:lnTo>
                  <a:lnTo>
                    <a:pt x="331965" y="97332"/>
                  </a:lnTo>
                  <a:lnTo>
                    <a:pt x="336588" y="104292"/>
                  </a:lnTo>
                  <a:lnTo>
                    <a:pt x="344157" y="109601"/>
                  </a:lnTo>
                  <a:lnTo>
                    <a:pt x="353923" y="112509"/>
                  </a:lnTo>
                  <a:lnTo>
                    <a:pt x="364121" y="112369"/>
                  </a:lnTo>
                  <a:lnTo>
                    <a:pt x="372846" y="109334"/>
                  </a:lnTo>
                  <a:lnTo>
                    <a:pt x="379209" y="103898"/>
                  </a:lnTo>
                  <a:lnTo>
                    <a:pt x="382282" y="96596"/>
                  </a:lnTo>
                  <a:close/>
                </a:path>
                <a:path w="3511550" h="179704">
                  <a:moveTo>
                    <a:pt x="552907" y="108013"/>
                  </a:moveTo>
                  <a:lnTo>
                    <a:pt x="551954" y="100152"/>
                  </a:lnTo>
                  <a:lnTo>
                    <a:pt x="547319" y="93192"/>
                  </a:lnTo>
                  <a:lnTo>
                    <a:pt x="539750" y="87884"/>
                  </a:lnTo>
                  <a:lnTo>
                    <a:pt x="529971" y="84963"/>
                  </a:lnTo>
                  <a:lnTo>
                    <a:pt x="519785" y="85102"/>
                  </a:lnTo>
                  <a:lnTo>
                    <a:pt x="511060" y="88150"/>
                  </a:lnTo>
                  <a:lnTo>
                    <a:pt x="504698" y="93573"/>
                  </a:lnTo>
                  <a:lnTo>
                    <a:pt x="501637" y="100876"/>
                  </a:lnTo>
                  <a:lnTo>
                    <a:pt x="502589" y="108737"/>
                  </a:lnTo>
                  <a:lnTo>
                    <a:pt x="507225" y="115697"/>
                  </a:lnTo>
                  <a:lnTo>
                    <a:pt x="514794" y="121005"/>
                  </a:lnTo>
                  <a:lnTo>
                    <a:pt x="524548" y="123926"/>
                  </a:lnTo>
                  <a:lnTo>
                    <a:pt x="534746" y="123786"/>
                  </a:lnTo>
                  <a:lnTo>
                    <a:pt x="543483" y="120738"/>
                  </a:lnTo>
                  <a:lnTo>
                    <a:pt x="549833" y="115316"/>
                  </a:lnTo>
                  <a:lnTo>
                    <a:pt x="552907" y="108013"/>
                  </a:lnTo>
                  <a:close/>
                </a:path>
                <a:path w="3511550" h="179704">
                  <a:moveTo>
                    <a:pt x="714362" y="120916"/>
                  </a:moveTo>
                  <a:lnTo>
                    <a:pt x="713003" y="113106"/>
                  </a:lnTo>
                  <a:lnTo>
                    <a:pt x="708012" y="106400"/>
                  </a:lnTo>
                  <a:lnTo>
                    <a:pt x="700176" y="101485"/>
                  </a:lnTo>
                  <a:lnTo>
                    <a:pt x="690270" y="99085"/>
                  </a:lnTo>
                  <a:lnTo>
                    <a:pt x="680097" y="99745"/>
                  </a:lnTo>
                  <a:lnTo>
                    <a:pt x="671537" y="103238"/>
                  </a:lnTo>
                  <a:lnTo>
                    <a:pt x="665480" y="108991"/>
                  </a:lnTo>
                  <a:lnTo>
                    <a:pt x="662787" y="116446"/>
                  </a:lnTo>
                  <a:lnTo>
                    <a:pt x="664159" y="124244"/>
                  </a:lnTo>
                  <a:lnTo>
                    <a:pt x="669137" y="130949"/>
                  </a:lnTo>
                  <a:lnTo>
                    <a:pt x="676973" y="135864"/>
                  </a:lnTo>
                  <a:lnTo>
                    <a:pt x="686879" y="138277"/>
                  </a:lnTo>
                  <a:lnTo>
                    <a:pt x="697052" y="137604"/>
                  </a:lnTo>
                  <a:lnTo>
                    <a:pt x="705612" y="134112"/>
                  </a:lnTo>
                  <a:lnTo>
                    <a:pt x="711682" y="128371"/>
                  </a:lnTo>
                  <a:lnTo>
                    <a:pt x="714362" y="120916"/>
                  </a:lnTo>
                  <a:close/>
                </a:path>
                <a:path w="3511550" h="179704">
                  <a:moveTo>
                    <a:pt x="883132" y="131292"/>
                  </a:moveTo>
                  <a:lnTo>
                    <a:pt x="881761" y="123494"/>
                  </a:lnTo>
                  <a:lnTo>
                    <a:pt x="876782" y="116789"/>
                  </a:lnTo>
                  <a:lnTo>
                    <a:pt x="868946" y="111874"/>
                  </a:lnTo>
                  <a:lnTo>
                    <a:pt x="859040" y="109461"/>
                  </a:lnTo>
                  <a:lnTo>
                    <a:pt x="848868" y="110134"/>
                  </a:lnTo>
                  <a:lnTo>
                    <a:pt x="840308" y="113626"/>
                  </a:lnTo>
                  <a:lnTo>
                    <a:pt x="834237" y="119380"/>
                  </a:lnTo>
                  <a:lnTo>
                    <a:pt x="831557" y="126822"/>
                  </a:lnTo>
                  <a:lnTo>
                    <a:pt x="832916" y="134632"/>
                  </a:lnTo>
                  <a:lnTo>
                    <a:pt x="837907" y="141338"/>
                  </a:lnTo>
                  <a:lnTo>
                    <a:pt x="845743" y="146253"/>
                  </a:lnTo>
                  <a:lnTo>
                    <a:pt x="855649" y="148653"/>
                  </a:lnTo>
                  <a:lnTo>
                    <a:pt x="865822" y="147993"/>
                  </a:lnTo>
                  <a:lnTo>
                    <a:pt x="874382" y="144500"/>
                  </a:lnTo>
                  <a:lnTo>
                    <a:pt x="880440" y="138747"/>
                  </a:lnTo>
                  <a:lnTo>
                    <a:pt x="883132" y="131292"/>
                  </a:lnTo>
                  <a:close/>
                </a:path>
                <a:path w="3511550" h="179704">
                  <a:moveTo>
                    <a:pt x="1050505" y="138760"/>
                  </a:moveTo>
                  <a:lnTo>
                    <a:pt x="1049134" y="130949"/>
                  </a:lnTo>
                  <a:lnTo>
                    <a:pt x="1044143" y="124244"/>
                  </a:lnTo>
                  <a:lnTo>
                    <a:pt x="1036307" y="119329"/>
                  </a:lnTo>
                  <a:lnTo>
                    <a:pt x="1026414" y="116928"/>
                  </a:lnTo>
                  <a:lnTo>
                    <a:pt x="1016241" y="117602"/>
                  </a:lnTo>
                  <a:lnTo>
                    <a:pt x="1007681" y="121094"/>
                  </a:lnTo>
                  <a:lnTo>
                    <a:pt x="1001610" y="126834"/>
                  </a:lnTo>
                  <a:lnTo>
                    <a:pt x="998918" y="134289"/>
                  </a:lnTo>
                  <a:lnTo>
                    <a:pt x="1000290" y="142087"/>
                  </a:lnTo>
                  <a:lnTo>
                    <a:pt x="1005281" y="148793"/>
                  </a:lnTo>
                  <a:lnTo>
                    <a:pt x="1013117" y="153708"/>
                  </a:lnTo>
                  <a:lnTo>
                    <a:pt x="1023010" y="156121"/>
                  </a:lnTo>
                  <a:lnTo>
                    <a:pt x="1033183" y="155448"/>
                  </a:lnTo>
                  <a:lnTo>
                    <a:pt x="1041742" y="151955"/>
                  </a:lnTo>
                  <a:lnTo>
                    <a:pt x="1047813" y="146215"/>
                  </a:lnTo>
                  <a:lnTo>
                    <a:pt x="1050505" y="138760"/>
                  </a:lnTo>
                  <a:close/>
                </a:path>
                <a:path w="3511550" h="179704">
                  <a:moveTo>
                    <a:pt x="1203883" y="150393"/>
                  </a:moveTo>
                  <a:lnTo>
                    <a:pt x="1202512" y="142582"/>
                  </a:lnTo>
                  <a:lnTo>
                    <a:pt x="1197521" y="135877"/>
                  </a:lnTo>
                  <a:lnTo>
                    <a:pt x="1189697" y="130962"/>
                  </a:lnTo>
                  <a:lnTo>
                    <a:pt x="1179791" y="128562"/>
                  </a:lnTo>
                  <a:lnTo>
                    <a:pt x="1169619" y="129235"/>
                  </a:lnTo>
                  <a:lnTo>
                    <a:pt x="1161059" y="132727"/>
                  </a:lnTo>
                  <a:lnTo>
                    <a:pt x="1154988" y="138468"/>
                  </a:lnTo>
                  <a:lnTo>
                    <a:pt x="1152309" y="145923"/>
                  </a:lnTo>
                  <a:lnTo>
                    <a:pt x="1153668" y="153720"/>
                  </a:lnTo>
                  <a:lnTo>
                    <a:pt x="1158659" y="160426"/>
                  </a:lnTo>
                  <a:lnTo>
                    <a:pt x="1166495" y="165341"/>
                  </a:lnTo>
                  <a:lnTo>
                    <a:pt x="1176401" y="167754"/>
                  </a:lnTo>
                  <a:lnTo>
                    <a:pt x="1186573" y="167081"/>
                  </a:lnTo>
                  <a:lnTo>
                    <a:pt x="1195133" y="163588"/>
                  </a:lnTo>
                  <a:lnTo>
                    <a:pt x="1201191" y="157848"/>
                  </a:lnTo>
                  <a:lnTo>
                    <a:pt x="1203883" y="150393"/>
                  </a:lnTo>
                  <a:close/>
                </a:path>
                <a:path w="3511550" h="179704">
                  <a:moveTo>
                    <a:pt x="1368221" y="150393"/>
                  </a:moveTo>
                  <a:lnTo>
                    <a:pt x="1366850" y="142582"/>
                  </a:lnTo>
                  <a:lnTo>
                    <a:pt x="1361859" y="135877"/>
                  </a:lnTo>
                  <a:lnTo>
                    <a:pt x="1354035" y="130962"/>
                  </a:lnTo>
                  <a:lnTo>
                    <a:pt x="1344129" y="128562"/>
                  </a:lnTo>
                  <a:lnTo>
                    <a:pt x="1333957" y="129235"/>
                  </a:lnTo>
                  <a:lnTo>
                    <a:pt x="1325397" y="132727"/>
                  </a:lnTo>
                  <a:lnTo>
                    <a:pt x="1319326" y="138468"/>
                  </a:lnTo>
                  <a:lnTo>
                    <a:pt x="1316647" y="145923"/>
                  </a:lnTo>
                  <a:lnTo>
                    <a:pt x="1318006" y="153720"/>
                  </a:lnTo>
                  <a:lnTo>
                    <a:pt x="1322997" y="160426"/>
                  </a:lnTo>
                  <a:lnTo>
                    <a:pt x="1330833" y="165341"/>
                  </a:lnTo>
                  <a:lnTo>
                    <a:pt x="1340739" y="167754"/>
                  </a:lnTo>
                  <a:lnTo>
                    <a:pt x="1350911" y="167081"/>
                  </a:lnTo>
                  <a:lnTo>
                    <a:pt x="1359471" y="163588"/>
                  </a:lnTo>
                  <a:lnTo>
                    <a:pt x="1365542" y="157848"/>
                  </a:lnTo>
                  <a:lnTo>
                    <a:pt x="1368221" y="150393"/>
                  </a:lnTo>
                  <a:close/>
                </a:path>
                <a:path w="3511550" h="179704">
                  <a:moveTo>
                    <a:pt x="1524863" y="158483"/>
                  </a:moveTo>
                  <a:lnTo>
                    <a:pt x="1523492" y="150672"/>
                  </a:lnTo>
                  <a:lnTo>
                    <a:pt x="1518513" y="143967"/>
                  </a:lnTo>
                  <a:lnTo>
                    <a:pt x="1510677" y="139065"/>
                  </a:lnTo>
                  <a:lnTo>
                    <a:pt x="1500771" y="136652"/>
                  </a:lnTo>
                  <a:lnTo>
                    <a:pt x="1490599" y="137325"/>
                  </a:lnTo>
                  <a:lnTo>
                    <a:pt x="1482039" y="140804"/>
                  </a:lnTo>
                  <a:lnTo>
                    <a:pt x="1475981" y="146558"/>
                  </a:lnTo>
                  <a:lnTo>
                    <a:pt x="1473288" y="154012"/>
                  </a:lnTo>
                  <a:lnTo>
                    <a:pt x="1474660" y="161810"/>
                  </a:lnTo>
                  <a:lnTo>
                    <a:pt x="1479638" y="168516"/>
                  </a:lnTo>
                  <a:lnTo>
                    <a:pt x="1487474" y="173431"/>
                  </a:lnTo>
                  <a:lnTo>
                    <a:pt x="1497380" y="175844"/>
                  </a:lnTo>
                  <a:lnTo>
                    <a:pt x="1507553" y="175171"/>
                  </a:lnTo>
                  <a:lnTo>
                    <a:pt x="1516113" y="171678"/>
                  </a:lnTo>
                  <a:lnTo>
                    <a:pt x="1522183" y="165938"/>
                  </a:lnTo>
                  <a:lnTo>
                    <a:pt x="1524863" y="158483"/>
                  </a:lnTo>
                  <a:close/>
                </a:path>
                <a:path w="3511550" h="179704">
                  <a:moveTo>
                    <a:pt x="1673136" y="156248"/>
                  </a:moveTo>
                  <a:lnTo>
                    <a:pt x="1671104" y="148590"/>
                  </a:lnTo>
                  <a:lnTo>
                    <a:pt x="1665554" y="142341"/>
                  </a:lnTo>
                  <a:lnTo>
                    <a:pt x="1657337" y="138125"/>
                  </a:lnTo>
                  <a:lnTo>
                    <a:pt x="1647253" y="136588"/>
                  </a:lnTo>
                  <a:lnTo>
                    <a:pt x="1637182" y="138125"/>
                  </a:lnTo>
                  <a:lnTo>
                    <a:pt x="1628952" y="142341"/>
                  </a:lnTo>
                  <a:lnTo>
                    <a:pt x="1623402" y="148590"/>
                  </a:lnTo>
                  <a:lnTo>
                    <a:pt x="1621370" y="156248"/>
                  </a:lnTo>
                  <a:lnTo>
                    <a:pt x="1623402" y="163906"/>
                  </a:lnTo>
                  <a:lnTo>
                    <a:pt x="1628952" y="170154"/>
                  </a:lnTo>
                  <a:lnTo>
                    <a:pt x="1637182" y="174371"/>
                  </a:lnTo>
                  <a:lnTo>
                    <a:pt x="1647253" y="175907"/>
                  </a:lnTo>
                  <a:lnTo>
                    <a:pt x="1657337" y="174371"/>
                  </a:lnTo>
                  <a:lnTo>
                    <a:pt x="1665554" y="170154"/>
                  </a:lnTo>
                  <a:lnTo>
                    <a:pt x="1671104" y="163906"/>
                  </a:lnTo>
                  <a:lnTo>
                    <a:pt x="1673136" y="156248"/>
                  </a:lnTo>
                  <a:close/>
                </a:path>
                <a:path w="3511550" h="179704">
                  <a:moveTo>
                    <a:pt x="1840534" y="156248"/>
                  </a:moveTo>
                  <a:lnTo>
                    <a:pt x="1838502" y="148590"/>
                  </a:lnTo>
                  <a:lnTo>
                    <a:pt x="1832952" y="142341"/>
                  </a:lnTo>
                  <a:lnTo>
                    <a:pt x="1824723" y="138125"/>
                  </a:lnTo>
                  <a:lnTo>
                    <a:pt x="1814652" y="136588"/>
                  </a:lnTo>
                  <a:lnTo>
                    <a:pt x="1804568" y="138125"/>
                  </a:lnTo>
                  <a:lnTo>
                    <a:pt x="1796351" y="142341"/>
                  </a:lnTo>
                  <a:lnTo>
                    <a:pt x="1790801" y="148590"/>
                  </a:lnTo>
                  <a:lnTo>
                    <a:pt x="1788769" y="156248"/>
                  </a:lnTo>
                  <a:lnTo>
                    <a:pt x="1790801" y="163906"/>
                  </a:lnTo>
                  <a:lnTo>
                    <a:pt x="1796351" y="170154"/>
                  </a:lnTo>
                  <a:lnTo>
                    <a:pt x="1804568" y="174371"/>
                  </a:lnTo>
                  <a:lnTo>
                    <a:pt x="1814652" y="175907"/>
                  </a:lnTo>
                  <a:lnTo>
                    <a:pt x="1824723" y="174371"/>
                  </a:lnTo>
                  <a:lnTo>
                    <a:pt x="1832952" y="170154"/>
                  </a:lnTo>
                  <a:lnTo>
                    <a:pt x="1838502" y="163906"/>
                  </a:lnTo>
                  <a:lnTo>
                    <a:pt x="1840534" y="156248"/>
                  </a:lnTo>
                  <a:close/>
                </a:path>
                <a:path w="3511550" h="179704">
                  <a:moveTo>
                    <a:pt x="2003437" y="154940"/>
                  </a:moveTo>
                  <a:lnTo>
                    <a:pt x="2001024" y="147396"/>
                  </a:lnTo>
                  <a:lnTo>
                    <a:pt x="1995170" y="141427"/>
                  </a:lnTo>
                  <a:lnTo>
                    <a:pt x="1986737" y="137642"/>
                  </a:lnTo>
                  <a:lnTo>
                    <a:pt x="1976589" y="136601"/>
                  </a:lnTo>
                  <a:lnTo>
                    <a:pt x="1966607" y="138658"/>
                  </a:lnTo>
                  <a:lnTo>
                    <a:pt x="1958606" y="143281"/>
                  </a:lnTo>
                  <a:lnTo>
                    <a:pt x="1953387" y="149809"/>
                  </a:lnTo>
                  <a:lnTo>
                    <a:pt x="1951736" y="157556"/>
                  </a:lnTo>
                  <a:lnTo>
                    <a:pt x="1954149" y="165100"/>
                  </a:lnTo>
                  <a:lnTo>
                    <a:pt x="1960003" y="171056"/>
                  </a:lnTo>
                  <a:lnTo>
                    <a:pt x="1968436" y="174853"/>
                  </a:lnTo>
                  <a:lnTo>
                    <a:pt x="1978583" y="175895"/>
                  </a:lnTo>
                  <a:lnTo>
                    <a:pt x="1988566" y="173837"/>
                  </a:lnTo>
                  <a:lnTo>
                    <a:pt x="1996567" y="169214"/>
                  </a:lnTo>
                  <a:lnTo>
                    <a:pt x="2001799" y="162687"/>
                  </a:lnTo>
                  <a:lnTo>
                    <a:pt x="2003437" y="154940"/>
                  </a:lnTo>
                  <a:close/>
                </a:path>
                <a:path w="3511550" h="179704">
                  <a:moveTo>
                    <a:pt x="2172678" y="158203"/>
                  </a:moveTo>
                  <a:lnTo>
                    <a:pt x="2170252" y="150660"/>
                  </a:lnTo>
                  <a:lnTo>
                    <a:pt x="2164397" y="144691"/>
                  </a:lnTo>
                  <a:lnTo>
                    <a:pt x="2155964" y="140906"/>
                  </a:lnTo>
                  <a:lnTo>
                    <a:pt x="2145830" y="139865"/>
                  </a:lnTo>
                  <a:lnTo>
                    <a:pt x="2135848" y="141922"/>
                  </a:lnTo>
                  <a:lnTo>
                    <a:pt x="2127847" y="146545"/>
                  </a:lnTo>
                  <a:lnTo>
                    <a:pt x="2122614" y="153073"/>
                  </a:lnTo>
                  <a:lnTo>
                    <a:pt x="2120963" y="160820"/>
                  </a:lnTo>
                  <a:lnTo>
                    <a:pt x="2123389" y="168363"/>
                  </a:lnTo>
                  <a:lnTo>
                    <a:pt x="2129244" y="174320"/>
                  </a:lnTo>
                  <a:lnTo>
                    <a:pt x="2137676" y="178117"/>
                  </a:lnTo>
                  <a:lnTo>
                    <a:pt x="2147811" y="179158"/>
                  </a:lnTo>
                  <a:lnTo>
                    <a:pt x="2157806" y="177101"/>
                  </a:lnTo>
                  <a:lnTo>
                    <a:pt x="2165807" y="172478"/>
                  </a:lnTo>
                  <a:lnTo>
                    <a:pt x="2171027" y="165950"/>
                  </a:lnTo>
                  <a:lnTo>
                    <a:pt x="2172678" y="158203"/>
                  </a:lnTo>
                  <a:close/>
                </a:path>
                <a:path w="3511550" h="179704">
                  <a:moveTo>
                    <a:pt x="2327922" y="154393"/>
                  </a:moveTo>
                  <a:lnTo>
                    <a:pt x="2325509" y="146850"/>
                  </a:lnTo>
                  <a:lnTo>
                    <a:pt x="2319642" y="140881"/>
                  </a:lnTo>
                  <a:lnTo>
                    <a:pt x="2311222" y="137083"/>
                  </a:lnTo>
                  <a:lnTo>
                    <a:pt x="2301075" y="136055"/>
                  </a:lnTo>
                  <a:lnTo>
                    <a:pt x="2291092" y="138112"/>
                  </a:lnTo>
                  <a:lnTo>
                    <a:pt x="2283079" y="142735"/>
                  </a:lnTo>
                  <a:lnTo>
                    <a:pt x="2277859" y="149263"/>
                  </a:lnTo>
                  <a:lnTo>
                    <a:pt x="2276221" y="157010"/>
                  </a:lnTo>
                  <a:lnTo>
                    <a:pt x="2278634" y="164553"/>
                  </a:lnTo>
                  <a:lnTo>
                    <a:pt x="2284488" y="170510"/>
                  </a:lnTo>
                  <a:lnTo>
                    <a:pt x="2292921" y="174307"/>
                  </a:lnTo>
                  <a:lnTo>
                    <a:pt x="2303056" y="175336"/>
                  </a:lnTo>
                  <a:lnTo>
                    <a:pt x="2313051" y="173291"/>
                  </a:lnTo>
                  <a:lnTo>
                    <a:pt x="2321052" y="168656"/>
                  </a:lnTo>
                  <a:lnTo>
                    <a:pt x="2326271" y="162140"/>
                  </a:lnTo>
                  <a:lnTo>
                    <a:pt x="2327922" y="154393"/>
                  </a:lnTo>
                  <a:close/>
                </a:path>
                <a:path w="3511550" h="179704">
                  <a:moveTo>
                    <a:pt x="2502039" y="151587"/>
                  </a:moveTo>
                  <a:lnTo>
                    <a:pt x="2499626" y="144043"/>
                  </a:lnTo>
                  <a:lnTo>
                    <a:pt x="2493772" y="138087"/>
                  </a:lnTo>
                  <a:lnTo>
                    <a:pt x="2485339" y="134289"/>
                  </a:lnTo>
                  <a:lnTo>
                    <a:pt x="2475192" y="133261"/>
                  </a:lnTo>
                  <a:lnTo>
                    <a:pt x="2465222" y="135305"/>
                  </a:lnTo>
                  <a:lnTo>
                    <a:pt x="2457208" y="139941"/>
                  </a:lnTo>
                  <a:lnTo>
                    <a:pt x="2451989" y="146456"/>
                  </a:lnTo>
                  <a:lnTo>
                    <a:pt x="2450338" y="154203"/>
                  </a:lnTo>
                  <a:lnTo>
                    <a:pt x="2452751" y="161747"/>
                  </a:lnTo>
                  <a:lnTo>
                    <a:pt x="2458618" y="167716"/>
                  </a:lnTo>
                  <a:lnTo>
                    <a:pt x="2467038" y="171513"/>
                  </a:lnTo>
                  <a:lnTo>
                    <a:pt x="2477185" y="172542"/>
                  </a:lnTo>
                  <a:lnTo>
                    <a:pt x="2487168" y="170484"/>
                  </a:lnTo>
                  <a:lnTo>
                    <a:pt x="2495181" y="165862"/>
                  </a:lnTo>
                  <a:lnTo>
                    <a:pt x="2500401" y="159334"/>
                  </a:lnTo>
                  <a:lnTo>
                    <a:pt x="2502039" y="151587"/>
                  </a:lnTo>
                  <a:close/>
                </a:path>
                <a:path w="3511550" h="179704">
                  <a:moveTo>
                    <a:pt x="2693657" y="154393"/>
                  </a:moveTo>
                  <a:lnTo>
                    <a:pt x="2691244" y="146850"/>
                  </a:lnTo>
                  <a:lnTo>
                    <a:pt x="2685377" y="140881"/>
                  </a:lnTo>
                  <a:lnTo>
                    <a:pt x="2676956" y="137083"/>
                  </a:lnTo>
                  <a:lnTo>
                    <a:pt x="2666809" y="136055"/>
                  </a:lnTo>
                  <a:lnTo>
                    <a:pt x="2656827" y="138112"/>
                  </a:lnTo>
                  <a:lnTo>
                    <a:pt x="2648826" y="142735"/>
                  </a:lnTo>
                  <a:lnTo>
                    <a:pt x="2643594" y="149263"/>
                  </a:lnTo>
                  <a:lnTo>
                    <a:pt x="2641943" y="157010"/>
                  </a:lnTo>
                  <a:lnTo>
                    <a:pt x="2644368" y="164553"/>
                  </a:lnTo>
                  <a:lnTo>
                    <a:pt x="2650223" y="170510"/>
                  </a:lnTo>
                  <a:lnTo>
                    <a:pt x="2658656" y="174307"/>
                  </a:lnTo>
                  <a:lnTo>
                    <a:pt x="2668790" y="175336"/>
                  </a:lnTo>
                  <a:lnTo>
                    <a:pt x="2678785" y="173291"/>
                  </a:lnTo>
                  <a:lnTo>
                    <a:pt x="2686786" y="168656"/>
                  </a:lnTo>
                  <a:lnTo>
                    <a:pt x="2692006" y="162140"/>
                  </a:lnTo>
                  <a:lnTo>
                    <a:pt x="2693657" y="154393"/>
                  </a:lnTo>
                  <a:close/>
                </a:path>
                <a:path w="3511550" h="179704">
                  <a:moveTo>
                    <a:pt x="2830715" y="141795"/>
                  </a:moveTo>
                  <a:lnTo>
                    <a:pt x="2828302" y="134264"/>
                  </a:lnTo>
                  <a:lnTo>
                    <a:pt x="2822448" y="128295"/>
                  </a:lnTo>
                  <a:lnTo>
                    <a:pt x="2814015" y="124498"/>
                  </a:lnTo>
                  <a:lnTo>
                    <a:pt x="2803868" y="123469"/>
                  </a:lnTo>
                  <a:lnTo>
                    <a:pt x="2793885" y="125514"/>
                  </a:lnTo>
                  <a:lnTo>
                    <a:pt x="2785884" y="130149"/>
                  </a:lnTo>
                  <a:lnTo>
                    <a:pt x="2780665" y="136664"/>
                  </a:lnTo>
                  <a:lnTo>
                    <a:pt x="2779014" y="144424"/>
                  </a:lnTo>
                  <a:lnTo>
                    <a:pt x="2781427" y="151968"/>
                  </a:lnTo>
                  <a:lnTo>
                    <a:pt x="2787281" y="157924"/>
                  </a:lnTo>
                  <a:lnTo>
                    <a:pt x="2795714" y="161721"/>
                  </a:lnTo>
                  <a:lnTo>
                    <a:pt x="2805861" y="162750"/>
                  </a:lnTo>
                  <a:lnTo>
                    <a:pt x="2815844" y="160705"/>
                  </a:lnTo>
                  <a:lnTo>
                    <a:pt x="2823857" y="156070"/>
                  </a:lnTo>
                  <a:lnTo>
                    <a:pt x="2829077" y="149555"/>
                  </a:lnTo>
                  <a:lnTo>
                    <a:pt x="2830715" y="141795"/>
                  </a:lnTo>
                  <a:close/>
                </a:path>
                <a:path w="3511550" h="179704">
                  <a:moveTo>
                    <a:pt x="2992958" y="126415"/>
                  </a:moveTo>
                  <a:lnTo>
                    <a:pt x="2990545" y="118872"/>
                  </a:lnTo>
                  <a:lnTo>
                    <a:pt x="2984690" y="112915"/>
                  </a:lnTo>
                  <a:lnTo>
                    <a:pt x="2976257" y="109118"/>
                  </a:lnTo>
                  <a:lnTo>
                    <a:pt x="2966110" y="108077"/>
                  </a:lnTo>
                  <a:lnTo>
                    <a:pt x="2956128" y="110134"/>
                  </a:lnTo>
                  <a:lnTo>
                    <a:pt x="2948127" y="114757"/>
                  </a:lnTo>
                  <a:lnTo>
                    <a:pt x="2942894" y="121285"/>
                  </a:lnTo>
                  <a:lnTo>
                    <a:pt x="2941256" y="129032"/>
                  </a:lnTo>
                  <a:lnTo>
                    <a:pt x="2943669" y="136575"/>
                  </a:lnTo>
                  <a:lnTo>
                    <a:pt x="2949524" y="142544"/>
                  </a:lnTo>
                  <a:lnTo>
                    <a:pt x="2957957" y="146329"/>
                  </a:lnTo>
                  <a:lnTo>
                    <a:pt x="2968104" y="147370"/>
                  </a:lnTo>
                  <a:lnTo>
                    <a:pt x="2978086" y="145313"/>
                  </a:lnTo>
                  <a:lnTo>
                    <a:pt x="2986087" y="140690"/>
                  </a:lnTo>
                  <a:lnTo>
                    <a:pt x="2991320" y="134162"/>
                  </a:lnTo>
                  <a:lnTo>
                    <a:pt x="2992958" y="126415"/>
                  </a:lnTo>
                  <a:close/>
                </a:path>
                <a:path w="3511550" h="179704">
                  <a:moveTo>
                    <a:pt x="3155899" y="106730"/>
                  </a:moveTo>
                  <a:lnTo>
                    <a:pt x="3153486" y="99187"/>
                  </a:lnTo>
                  <a:lnTo>
                    <a:pt x="3147631" y="93218"/>
                  </a:lnTo>
                  <a:lnTo>
                    <a:pt x="3139198" y="89433"/>
                  </a:lnTo>
                  <a:lnTo>
                    <a:pt x="3129051" y="88392"/>
                  </a:lnTo>
                  <a:lnTo>
                    <a:pt x="3119069" y="90449"/>
                  </a:lnTo>
                  <a:lnTo>
                    <a:pt x="3111068" y="95072"/>
                  </a:lnTo>
                  <a:lnTo>
                    <a:pt x="3105835" y="101600"/>
                  </a:lnTo>
                  <a:lnTo>
                    <a:pt x="3104197" y="109347"/>
                  </a:lnTo>
                  <a:lnTo>
                    <a:pt x="3106610" y="116890"/>
                  </a:lnTo>
                  <a:lnTo>
                    <a:pt x="3112465" y="122847"/>
                  </a:lnTo>
                  <a:lnTo>
                    <a:pt x="3120898" y="126644"/>
                  </a:lnTo>
                  <a:lnTo>
                    <a:pt x="3131045" y="127685"/>
                  </a:lnTo>
                  <a:lnTo>
                    <a:pt x="3141027" y="125628"/>
                  </a:lnTo>
                  <a:lnTo>
                    <a:pt x="3149028" y="121005"/>
                  </a:lnTo>
                  <a:lnTo>
                    <a:pt x="3154248" y="114477"/>
                  </a:lnTo>
                  <a:lnTo>
                    <a:pt x="3155899" y="106730"/>
                  </a:lnTo>
                  <a:close/>
                </a:path>
                <a:path w="3511550" h="179704">
                  <a:moveTo>
                    <a:pt x="3299955" y="82257"/>
                  </a:moveTo>
                  <a:lnTo>
                    <a:pt x="3297542" y="74714"/>
                  </a:lnTo>
                  <a:lnTo>
                    <a:pt x="3291687" y="68745"/>
                  </a:lnTo>
                  <a:lnTo>
                    <a:pt x="3283254" y="64947"/>
                  </a:lnTo>
                  <a:lnTo>
                    <a:pt x="3273107" y="63919"/>
                  </a:lnTo>
                  <a:lnTo>
                    <a:pt x="3263125" y="65976"/>
                  </a:lnTo>
                  <a:lnTo>
                    <a:pt x="3255124" y="70599"/>
                  </a:lnTo>
                  <a:lnTo>
                    <a:pt x="3249904" y="77127"/>
                  </a:lnTo>
                  <a:lnTo>
                    <a:pt x="3248253" y="84874"/>
                  </a:lnTo>
                  <a:lnTo>
                    <a:pt x="3250666" y="92417"/>
                  </a:lnTo>
                  <a:lnTo>
                    <a:pt x="3256521" y="98374"/>
                  </a:lnTo>
                  <a:lnTo>
                    <a:pt x="3264954" y="102171"/>
                  </a:lnTo>
                  <a:lnTo>
                    <a:pt x="3275101" y="103200"/>
                  </a:lnTo>
                  <a:lnTo>
                    <a:pt x="3285083" y="101155"/>
                  </a:lnTo>
                  <a:lnTo>
                    <a:pt x="3293084" y="96520"/>
                  </a:lnTo>
                  <a:lnTo>
                    <a:pt x="3298317" y="90004"/>
                  </a:lnTo>
                  <a:lnTo>
                    <a:pt x="3299955" y="82257"/>
                  </a:lnTo>
                  <a:close/>
                </a:path>
                <a:path w="3511550" h="179704">
                  <a:moveTo>
                    <a:pt x="3414128" y="58470"/>
                  </a:moveTo>
                  <a:lnTo>
                    <a:pt x="3411702" y="50939"/>
                  </a:lnTo>
                  <a:lnTo>
                    <a:pt x="3405848" y="44970"/>
                  </a:lnTo>
                  <a:lnTo>
                    <a:pt x="3397415" y="41173"/>
                  </a:lnTo>
                  <a:lnTo>
                    <a:pt x="3387280" y="40144"/>
                  </a:lnTo>
                  <a:lnTo>
                    <a:pt x="3377298" y="42189"/>
                  </a:lnTo>
                  <a:lnTo>
                    <a:pt x="3369297" y="46824"/>
                  </a:lnTo>
                  <a:lnTo>
                    <a:pt x="3364065" y="53340"/>
                  </a:lnTo>
                  <a:lnTo>
                    <a:pt x="3362414" y="61099"/>
                  </a:lnTo>
                  <a:lnTo>
                    <a:pt x="3364839" y="68630"/>
                  </a:lnTo>
                  <a:lnTo>
                    <a:pt x="3370694" y="74599"/>
                  </a:lnTo>
                  <a:lnTo>
                    <a:pt x="3379127" y="78397"/>
                  </a:lnTo>
                  <a:lnTo>
                    <a:pt x="3389261" y="79425"/>
                  </a:lnTo>
                  <a:lnTo>
                    <a:pt x="3399256" y="77381"/>
                  </a:lnTo>
                  <a:lnTo>
                    <a:pt x="3407257" y="72745"/>
                  </a:lnTo>
                  <a:lnTo>
                    <a:pt x="3412477" y="66230"/>
                  </a:lnTo>
                  <a:lnTo>
                    <a:pt x="3414128" y="58470"/>
                  </a:lnTo>
                  <a:close/>
                </a:path>
                <a:path w="3511550" h="179704">
                  <a:moveTo>
                    <a:pt x="3511435" y="16662"/>
                  </a:moveTo>
                  <a:lnTo>
                    <a:pt x="3508552" y="9283"/>
                  </a:lnTo>
                  <a:lnTo>
                    <a:pt x="3502342" y="3683"/>
                  </a:lnTo>
                  <a:lnTo>
                    <a:pt x="3493706" y="419"/>
                  </a:lnTo>
                  <a:lnTo>
                    <a:pt x="3483521" y="0"/>
                  </a:lnTo>
                  <a:lnTo>
                    <a:pt x="3473678" y="2654"/>
                  </a:lnTo>
                  <a:lnTo>
                    <a:pt x="3465969" y="7772"/>
                  </a:lnTo>
                  <a:lnTo>
                    <a:pt x="3461156" y="14605"/>
                  </a:lnTo>
                  <a:lnTo>
                    <a:pt x="3459988" y="22440"/>
                  </a:lnTo>
                  <a:lnTo>
                    <a:pt x="3462858" y="29819"/>
                  </a:lnTo>
                  <a:lnTo>
                    <a:pt x="3469068" y="35407"/>
                  </a:lnTo>
                  <a:lnTo>
                    <a:pt x="3477717" y="38684"/>
                  </a:lnTo>
                  <a:lnTo>
                    <a:pt x="3487902" y="39090"/>
                  </a:lnTo>
                  <a:lnTo>
                    <a:pt x="3497745" y="36423"/>
                  </a:lnTo>
                  <a:lnTo>
                    <a:pt x="3505454" y="31318"/>
                  </a:lnTo>
                  <a:lnTo>
                    <a:pt x="3510267" y="24498"/>
                  </a:lnTo>
                  <a:lnTo>
                    <a:pt x="3511435" y="16662"/>
                  </a:lnTo>
                  <a:close/>
                </a:path>
              </a:pathLst>
            </a:custGeom>
            <a:solidFill>
              <a:srgbClr val="EBEDF1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20" name="object 620" descr=""/>
          <p:cNvSpPr/>
          <p:nvPr/>
        </p:nvSpPr>
        <p:spPr>
          <a:xfrm>
            <a:off x="11615447" y="9575760"/>
            <a:ext cx="842010" cy="325120"/>
          </a:xfrm>
          <a:custGeom>
            <a:avLst/>
            <a:gdLst/>
            <a:ahLst/>
            <a:cxnLst/>
            <a:rect l="l" t="t" r="r" b="b"/>
            <a:pathLst>
              <a:path w="842009" h="325120">
                <a:moveTo>
                  <a:pt x="0" y="324953"/>
                </a:moveTo>
                <a:lnTo>
                  <a:pt x="841848" y="324953"/>
                </a:lnTo>
                <a:lnTo>
                  <a:pt x="841848" y="0"/>
                </a:lnTo>
                <a:lnTo>
                  <a:pt x="0" y="0"/>
                </a:lnTo>
                <a:lnTo>
                  <a:pt x="0" y="324953"/>
                </a:lnTo>
                <a:close/>
              </a:path>
            </a:pathLst>
          </a:custGeom>
          <a:solidFill>
            <a:srgbClr val="FBE3E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1" name="object 621" descr=""/>
          <p:cNvSpPr/>
          <p:nvPr/>
        </p:nvSpPr>
        <p:spPr>
          <a:xfrm>
            <a:off x="12788333" y="9575760"/>
            <a:ext cx="350520" cy="325120"/>
          </a:xfrm>
          <a:custGeom>
            <a:avLst/>
            <a:gdLst/>
            <a:ahLst/>
            <a:cxnLst/>
            <a:rect l="l" t="t" r="r" b="b"/>
            <a:pathLst>
              <a:path w="350519" h="325120">
                <a:moveTo>
                  <a:pt x="0" y="324953"/>
                </a:moveTo>
                <a:lnTo>
                  <a:pt x="350094" y="324953"/>
                </a:lnTo>
                <a:lnTo>
                  <a:pt x="350094" y="0"/>
                </a:lnTo>
                <a:lnTo>
                  <a:pt x="0" y="0"/>
                </a:lnTo>
                <a:lnTo>
                  <a:pt x="0" y="324953"/>
                </a:lnTo>
                <a:close/>
              </a:path>
            </a:pathLst>
          </a:custGeom>
          <a:solidFill>
            <a:srgbClr val="FBE3E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2" name="object 622" descr=""/>
          <p:cNvSpPr/>
          <p:nvPr/>
        </p:nvSpPr>
        <p:spPr>
          <a:xfrm>
            <a:off x="11615447" y="9110529"/>
            <a:ext cx="842010" cy="398145"/>
          </a:xfrm>
          <a:custGeom>
            <a:avLst/>
            <a:gdLst/>
            <a:ahLst/>
            <a:cxnLst/>
            <a:rect l="l" t="t" r="r" b="b"/>
            <a:pathLst>
              <a:path w="842009" h="398145">
                <a:moveTo>
                  <a:pt x="0" y="397977"/>
                </a:moveTo>
                <a:lnTo>
                  <a:pt x="841848" y="397977"/>
                </a:lnTo>
                <a:lnTo>
                  <a:pt x="841848" y="0"/>
                </a:lnTo>
                <a:lnTo>
                  <a:pt x="0" y="0"/>
                </a:lnTo>
                <a:lnTo>
                  <a:pt x="0" y="397977"/>
                </a:lnTo>
                <a:close/>
              </a:path>
            </a:pathLst>
          </a:custGeom>
          <a:solidFill>
            <a:srgbClr val="FBE3E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3" name="object 623" descr=""/>
          <p:cNvSpPr/>
          <p:nvPr/>
        </p:nvSpPr>
        <p:spPr>
          <a:xfrm>
            <a:off x="12788333" y="9110529"/>
            <a:ext cx="288925" cy="398145"/>
          </a:xfrm>
          <a:custGeom>
            <a:avLst/>
            <a:gdLst/>
            <a:ahLst/>
            <a:cxnLst/>
            <a:rect l="l" t="t" r="r" b="b"/>
            <a:pathLst>
              <a:path w="288925" h="398145">
                <a:moveTo>
                  <a:pt x="0" y="397977"/>
                </a:moveTo>
                <a:lnTo>
                  <a:pt x="288493" y="397977"/>
                </a:lnTo>
                <a:lnTo>
                  <a:pt x="288493" y="0"/>
                </a:lnTo>
                <a:lnTo>
                  <a:pt x="0" y="0"/>
                </a:lnTo>
                <a:lnTo>
                  <a:pt x="0" y="397977"/>
                </a:lnTo>
                <a:close/>
              </a:path>
            </a:pathLst>
          </a:custGeom>
          <a:solidFill>
            <a:srgbClr val="FBE3E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4" name="object 624" descr=""/>
          <p:cNvSpPr/>
          <p:nvPr/>
        </p:nvSpPr>
        <p:spPr>
          <a:xfrm>
            <a:off x="11615447" y="8902996"/>
            <a:ext cx="1461770" cy="140335"/>
          </a:xfrm>
          <a:custGeom>
            <a:avLst/>
            <a:gdLst/>
            <a:ahLst/>
            <a:cxnLst/>
            <a:rect l="l" t="t" r="r" b="b"/>
            <a:pathLst>
              <a:path w="1461769" h="140334">
                <a:moveTo>
                  <a:pt x="0" y="140278"/>
                </a:moveTo>
                <a:lnTo>
                  <a:pt x="1461379" y="140278"/>
                </a:lnTo>
                <a:lnTo>
                  <a:pt x="1461379" y="0"/>
                </a:lnTo>
                <a:lnTo>
                  <a:pt x="0" y="0"/>
                </a:lnTo>
                <a:lnTo>
                  <a:pt x="0" y="140278"/>
                </a:lnTo>
                <a:close/>
              </a:path>
            </a:pathLst>
          </a:custGeom>
          <a:solidFill>
            <a:srgbClr val="FBE3E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5" name="object 625" descr=""/>
          <p:cNvSpPr/>
          <p:nvPr/>
        </p:nvSpPr>
        <p:spPr>
          <a:xfrm>
            <a:off x="14313270" y="9575760"/>
            <a:ext cx="247650" cy="325120"/>
          </a:xfrm>
          <a:custGeom>
            <a:avLst/>
            <a:gdLst/>
            <a:ahLst/>
            <a:cxnLst/>
            <a:rect l="l" t="t" r="r" b="b"/>
            <a:pathLst>
              <a:path w="247650" h="325120">
                <a:moveTo>
                  <a:pt x="0" y="324953"/>
                </a:moveTo>
                <a:lnTo>
                  <a:pt x="247437" y="324953"/>
                </a:lnTo>
                <a:lnTo>
                  <a:pt x="247437" y="0"/>
                </a:lnTo>
                <a:lnTo>
                  <a:pt x="0" y="0"/>
                </a:lnTo>
                <a:lnTo>
                  <a:pt x="0" y="324953"/>
                </a:lnTo>
                <a:close/>
              </a:path>
            </a:pathLst>
          </a:custGeom>
          <a:solidFill>
            <a:srgbClr val="FBE3E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6" name="object 626" descr=""/>
          <p:cNvSpPr/>
          <p:nvPr/>
        </p:nvSpPr>
        <p:spPr>
          <a:xfrm>
            <a:off x="14313270" y="9110529"/>
            <a:ext cx="247650" cy="398145"/>
          </a:xfrm>
          <a:custGeom>
            <a:avLst/>
            <a:gdLst/>
            <a:ahLst/>
            <a:cxnLst/>
            <a:rect l="l" t="t" r="r" b="b"/>
            <a:pathLst>
              <a:path w="247650" h="398145">
                <a:moveTo>
                  <a:pt x="0" y="397977"/>
                </a:moveTo>
                <a:lnTo>
                  <a:pt x="247437" y="397977"/>
                </a:lnTo>
                <a:lnTo>
                  <a:pt x="247437" y="0"/>
                </a:lnTo>
                <a:lnTo>
                  <a:pt x="0" y="0"/>
                </a:lnTo>
                <a:lnTo>
                  <a:pt x="0" y="397977"/>
                </a:lnTo>
                <a:close/>
              </a:path>
            </a:pathLst>
          </a:custGeom>
          <a:solidFill>
            <a:srgbClr val="FBE3E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7" name="object 627" descr=""/>
          <p:cNvSpPr/>
          <p:nvPr/>
        </p:nvSpPr>
        <p:spPr>
          <a:xfrm>
            <a:off x="14313270" y="8902996"/>
            <a:ext cx="247650" cy="140335"/>
          </a:xfrm>
          <a:custGeom>
            <a:avLst/>
            <a:gdLst/>
            <a:ahLst/>
            <a:cxnLst/>
            <a:rect l="l" t="t" r="r" b="b"/>
            <a:pathLst>
              <a:path w="247650" h="140334">
                <a:moveTo>
                  <a:pt x="0" y="140278"/>
                </a:moveTo>
                <a:lnTo>
                  <a:pt x="247437" y="140278"/>
                </a:lnTo>
                <a:lnTo>
                  <a:pt x="247437" y="0"/>
                </a:lnTo>
                <a:lnTo>
                  <a:pt x="0" y="0"/>
                </a:lnTo>
                <a:lnTo>
                  <a:pt x="0" y="140278"/>
                </a:lnTo>
                <a:close/>
              </a:path>
            </a:pathLst>
          </a:custGeom>
          <a:solidFill>
            <a:srgbClr val="FBE3E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8" name="object 628" descr=""/>
          <p:cNvSpPr/>
          <p:nvPr/>
        </p:nvSpPr>
        <p:spPr>
          <a:xfrm>
            <a:off x="11174884" y="8835741"/>
            <a:ext cx="373380" cy="67310"/>
          </a:xfrm>
          <a:custGeom>
            <a:avLst/>
            <a:gdLst/>
            <a:ahLst/>
            <a:cxnLst/>
            <a:rect l="l" t="t" r="r" b="b"/>
            <a:pathLst>
              <a:path w="373379" h="67309">
                <a:moveTo>
                  <a:pt x="0" y="67254"/>
                </a:moveTo>
                <a:lnTo>
                  <a:pt x="373308" y="67254"/>
                </a:lnTo>
                <a:lnTo>
                  <a:pt x="373308" y="0"/>
                </a:lnTo>
                <a:lnTo>
                  <a:pt x="0" y="0"/>
                </a:lnTo>
                <a:lnTo>
                  <a:pt x="0" y="67254"/>
                </a:lnTo>
                <a:close/>
              </a:path>
            </a:pathLst>
          </a:custGeom>
          <a:solidFill>
            <a:srgbClr val="549977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9" name="object 629" descr=""/>
          <p:cNvSpPr/>
          <p:nvPr/>
        </p:nvSpPr>
        <p:spPr>
          <a:xfrm>
            <a:off x="11615447" y="8835741"/>
            <a:ext cx="1461770" cy="67310"/>
          </a:xfrm>
          <a:custGeom>
            <a:avLst/>
            <a:gdLst/>
            <a:ahLst/>
            <a:cxnLst/>
            <a:rect l="l" t="t" r="r" b="b"/>
            <a:pathLst>
              <a:path w="1461769" h="67309">
                <a:moveTo>
                  <a:pt x="0" y="67254"/>
                </a:moveTo>
                <a:lnTo>
                  <a:pt x="1461379" y="67254"/>
                </a:lnTo>
                <a:lnTo>
                  <a:pt x="1461379" y="0"/>
                </a:lnTo>
                <a:lnTo>
                  <a:pt x="0" y="0"/>
                </a:lnTo>
                <a:lnTo>
                  <a:pt x="0" y="67254"/>
                </a:lnTo>
                <a:close/>
              </a:path>
            </a:pathLst>
          </a:custGeom>
          <a:solidFill>
            <a:srgbClr val="549977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0" name="object 630" descr=""/>
          <p:cNvSpPr/>
          <p:nvPr/>
        </p:nvSpPr>
        <p:spPr>
          <a:xfrm>
            <a:off x="13144081" y="8835741"/>
            <a:ext cx="1416685" cy="67310"/>
          </a:xfrm>
          <a:custGeom>
            <a:avLst/>
            <a:gdLst/>
            <a:ahLst/>
            <a:cxnLst/>
            <a:rect l="l" t="t" r="r" b="b"/>
            <a:pathLst>
              <a:path w="1416684" h="67309">
                <a:moveTo>
                  <a:pt x="0" y="67254"/>
                </a:moveTo>
                <a:lnTo>
                  <a:pt x="1416627" y="67254"/>
                </a:lnTo>
                <a:lnTo>
                  <a:pt x="1416627" y="0"/>
                </a:lnTo>
                <a:lnTo>
                  <a:pt x="0" y="0"/>
                </a:lnTo>
                <a:lnTo>
                  <a:pt x="0" y="67254"/>
                </a:lnTo>
                <a:close/>
              </a:path>
            </a:pathLst>
          </a:custGeom>
          <a:solidFill>
            <a:srgbClr val="549977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1" name="object 631" descr=""/>
          <p:cNvSpPr/>
          <p:nvPr/>
        </p:nvSpPr>
        <p:spPr>
          <a:xfrm>
            <a:off x="11548203" y="9043274"/>
            <a:ext cx="1590675" cy="67310"/>
          </a:xfrm>
          <a:custGeom>
            <a:avLst/>
            <a:gdLst/>
            <a:ahLst/>
            <a:cxnLst/>
            <a:rect l="l" t="t" r="r" b="b"/>
            <a:pathLst>
              <a:path w="1590675" h="67309">
                <a:moveTo>
                  <a:pt x="0" y="67254"/>
                </a:moveTo>
                <a:lnTo>
                  <a:pt x="1590223" y="67254"/>
                </a:lnTo>
                <a:lnTo>
                  <a:pt x="1590223" y="0"/>
                </a:lnTo>
                <a:lnTo>
                  <a:pt x="0" y="0"/>
                </a:lnTo>
                <a:lnTo>
                  <a:pt x="0" y="67254"/>
                </a:lnTo>
                <a:close/>
              </a:path>
            </a:pathLst>
          </a:custGeom>
          <a:solidFill>
            <a:srgbClr val="046A3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2" name="object 632" descr=""/>
          <p:cNvSpPr/>
          <p:nvPr/>
        </p:nvSpPr>
        <p:spPr>
          <a:xfrm>
            <a:off x="14313270" y="9043274"/>
            <a:ext cx="314960" cy="67310"/>
          </a:xfrm>
          <a:custGeom>
            <a:avLst/>
            <a:gdLst/>
            <a:ahLst/>
            <a:cxnLst/>
            <a:rect l="l" t="t" r="r" b="b"/>
            <a:pathLst>
              <a:path w="314959" h="67309">
                <a:moveTo>
                  <a:pt x="0" y="67254"/>
                </a:moveTo>
                <a:lnTo>
                  <a:pt x="314691" y="67254"/>
                </a:lnTo>
                <a:lnTo>
                  <a:pt x="314691" y="0"/>
                </a:lnTo>
                <a:lnTo>
                  <a:pt x="0" y="0"/>
                </a:lnTo>
                <a:lnTo>
                  <a:pt x="0" y="67254"/>
                </a:lnTo>
                <a:close/>
              </a:path>
            </a:pathLst>
          </a:custGeom>
          <a:solidFill>
            <a:srgbClr val="046A3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3" name="object 633" descr=""/>
          <p:cNvSpPr/>
          <p:nvPr/>
        </p:nvSpPr>
        <p:spPr>
          <a:xfrm>
            <a:off x="11548203" y="9508506"/>
            <a:ext cx="1590675" cy="67310"/>
          </a:xfrm>
          <a:custGeom>
            <a:avLst/>
            <a:gdLst/>
            <a:ahLst/>
            <a:cxnLst/>
            <a:rect l="l" t="t" r="r" b="b"/>
            <a:pathLst>
              <a:path w="1590675" h="67309">
                <a:moveTo>
                  <a:pt x="0" y="67254"/>
                </a:moveTo>
                <a:lnTo>
                  <a:pt x="1590223" y="67254"/>
                </a:lnTo>
                <a:lnTo>
                  <a:pt x="1590223" y="0"/>
                </a:lnTo>
                <a:lnTo>
                  <a:pt x="0" y="0"/>
                </a:lnTo>
                <a:lnTo>
                  <a:pt x="0" y="67254"/>
                </a:lnTo>
                <a:close/>
              </a:path>
            </a:pathLst>
          </a:custGeom>
          <a:solidFill>
            <a:srgbClr val="046A3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4" name="object 634" descr=""/>
          <p:cNvSpPr/>
          <p:nvPr/>
        </p:nvSpPr>
        <p:spPr>
          <a:xfrm>
            <a:off x="14313270" y="9508506"/>
            <a:ext cx="314960" cy="67310"/>
          </a:xfrm>
          <a:custGeom>
            <a:avLst/>
            <a:gdLst/>
            <a:ahLst/>
            <a:cxnLst/>
            <a:rect l="l" t="t" r="r" b="b"/>
            <a:pathLst>
              <a:path w="314959" h="67309">
                <a:moveTo>
                  <a:pt x="0" y="67254"/>
                </a:moveTo>
                <a:lnTo>
                  <a:pt x="314691" y="67254"/>
                </a:lnTo>
                <a:lnTo>
                  <a:pt x="314691" y="0"/>
                </a:lnTo>
                <a:lnTo>
                  <a:pt x="0" y="0"/>
                </a:lnTo>
                <a:lnTo>
                  <a:pt x="0" y="67254"/>
                </a:lnTo>
                <a:close/>
              </a:path>
            </a:pathLst>
          </a:custGeom>
          <a:solidFill>
            <a:srgbClr val="046A3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5" name="object 635" descr=""/>
          <p:cNvSpPr/>
          <p:nvPr/>
        </p:nvSpPr>
        <p:spPr>
          <a:xfrm>
            <a:off x="13076826" y="8835741"/>
            <a:ext cx="61594" cy="1065530"/>
          </a:xfrm>
          <a:custGeom>
            <a:avLst/>
            <a:gdLst/>
            <a:ahLst/>
            <a:cxnLst/>
            <a:rect l="l" t="t" r="r" b="b"/>
            <a:pathLst>
              <a:path w="61594" h="1065529">
                <a:moveTo>
                  <a:pt x="0" y="1064972"/>
                </a:moveTo>
                <a:lnTo>
                  <a:pt x="61600" y="1064972"/>
                </a:lnTo>
                <a:lnTo>
                  <a:pt x="61600" y="0"/>
                </a:lnTo>
                <a:lnTo>
                  <a:pt x="0" y="0"/>
                </a:lnTo>
                <a:lnTo>
                  <a:pt x="0" y="1064972"/>
                </a:lnTo>
                <a:close/>
              </a:path>
            </a:pathLst>
          </a:custGeom>
          <a:solidFill>
            <a:srgbClr val="046A3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6" name="object 636" descr=""/>
          <p:cNvSpPr/>
          <p:nvPr/>
        </p:nvSpPr>
        <p:spPr>
          <a:xfrm>
            <a:off x="11548192" y="8835741"/>
            <a:ext cx="67310" cy="1065530"/>
          </a:xfrm>
          <a:custGeom>
            <a:avLst/>
            <a:gdLst/>
            <a:ahLst/>
            <a:cxnLst/>
            <a:rect l="l" t="t" r="r" b="b"/>
            <a:pathLst>
              <a:path w="67309" h="1065529">
                <a:moveTo>
                  <a:pt x="67254" y="0"/>
                </a:moveTo>
                <a:lnTo>
                  <a:pt x="0" y="0"/>
                </a:lnTo>
                <a:lnTo>
                  <a:pt x="0" y="1064972"/>
                </a:lnTo>
                <a:lnTo>
                  <a:pt x="67254" y="1064972"/>
                </a:lnTo>
                <a:lnTo>
                  <a:pt x="67254" y="0"/>
                </a:lnTo>
                <a:close/>
              </a:path>
            </a:pathLst>
          </a:custGeom>
          <a:solidFill>
            <a:srgbClr val="046A3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7" name="object 637" descr=""/>
          <p:cNvSpPr/>
          <p:nvPr/>
        </p:nvSpPr>
        <p:spPr>
          <a:xfrm>
            <a:off x="11107630" y="8835741"/>
            <a:ext cx="67310" cy="1065530"/>
          </a:xfrm>
          <a:custGeom>
            <a:avLst/>
            <a:gdLst/>
            <a:ahLst/>
            <a:cxnLst/>
            <a:rect l="l" t="t" r="r" b="b"/>
            <a:pathLst>
              <a:path w="67309" h="1065529">
                <a:moveTo>
                  <a:pt x="67254" y="0"/>
                </a:moveTo>
                <a:lnTo>
                  <a:pt x="0" y="0"/>
                </a:lnTo>
                <a:lnTo>
                  <a:pt x="0" y="1064972"/>
                </a:lnTo>
                <a:lnTo>
                  <a:pt x="67254" y="1064972"/>
                </a:lnTo>
                <a:lnTo>
                  <a:pt x="67254" y="0"/>
                </a:lnTo>
                <a:close/>
              </a:path>
            </a:pathLst>
          </a:custGeom>
          <a:solidFill>
            <a:srgbClr val="046A3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8" name="object 638" descr=""/>
          <p:cNvSpPr/>
          <p:nvPr/>
        </p:nvSpPr>
        <p:spPr>
          <a:xfrm>
            <a:off x="14560708" y="8835741"/>
            <a:ext cx="67310" cy="1065530"/>
          </a:xfrm>
          <a:custGeom>
            <a:avLst/>
            <a:gdLst/>
            <a:ahLst/>
            <a:cxnLst/>
            <a:rect l="l" t="t" r="r" b="b"/>
            <a:pathLst>
              <a:path w="67309" h="1065529">
                <a:moveTo>
                  <a:pt x="67254" y="0"/>
                </a:moveTo>
                <a:lnTo>
                  <a:pt x="0" y="0"/>
                </a:lnTo>
                <a:lnTo>
                  <a:pt x="0" y="1064972"/>
                </a:lnTo>
                <a:lnTo>
                  <a:pt x="67254" y="1064972"/>
                </a:lnTo>
                <a:lnTo>
                  <a:pt x="67254" y="0"/>
                </a:lnTo>
                <a:close/>
              </a:path>
            </a:pathLst>
          </a:custGeom>
          <a:solidFill>
            <a:srgbClr val="046A3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9" name="object 639" descr=""/>
          <p:cNvSpPr/>
          <p:nvPr/>
        </p:nvSpPr>
        <p:spPr>
          <a:xfrm>
            <a:off x="13138427" y="8835741"/>
            <a:ext cx="1175385" cy="1065530"/>
          </a:xfrm>
          <a:custGeom>
            <a:avLst/>
            <a:gdLst/>
            <a:ahLst/>
            <a:cxnLst/>
            <a:rect l="l" t="t" r="r" b="b"/>
            <a:pathLst>
              <a:path w="1175384" h="1065529">
                <a:moveTo>
                  <a:pt x="1174843" y="0"/>
                </a:moveTo>
                <a:lnTo>
                  <a:pt x="0" y="0"/>
                </a:lnTo>
                <a:lnTo>
                  <a:pt x="0" y="1064972"/>
                </a:lnTo>
                <a:lnTo>
                  <a:pt x="1174843" y="1064972"/>
                </a:lnTo>
                <a:lnTo>
                  <a:pt x="1174843" y="0"/>
                </a:lnTo>
                <a:close/>
              </a:path>
            </a:pathLst>
          </a:custGeom>
          <a:solidFill>
            <a:srgbClr val="549977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0" name="object 640" descr=""/>
          <p:cNvSpPr/>
          <p:nvPr/>
        </p:nvSpPr>
        <p:spPr>
          <a:xfrm>
            <a:off x="12457296" y="9110529"/>
            <a:ext cx="331470" cy="790575"/>
          </a:xfrm>
          <a:custGeom>
            <a:avLst/>
            <a:gdLst/>
            <a:ahLst/>
            <a:cxnLst/>
            <a:rect l="l" t="t" r="r" b="b"/>
            <a:pathLst>
              <a:path w="331470" h="790575">
                <a:moveTo>
                  <a:pt x="331037" y="0"/>
                </a:moveTo>
                <a:lnTo>
                  <a:pt x="0" y="0"/>
                </a:lnTo>
                <a:lnTo>
                  <a:pt x="0" y="790174"/>
                </a:lnTo>
                <a:lnTo>
                  <a:pt x="331037" y="790174"/>
                </a:lnTo>
                <a:lnTo>
                  <a:pt x="331037" y="0"/>
                </a:lnTo>
                <a:close/>
              </a:path>
            </a:pathLst>
          </a:custGeom>
          <a:solidFill>
            <a:srgbClr val="046A38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641" name="object 641" descr=""/>
          <p:cNvGrpSpPr/>
          <p:nvPr/>
        </p:nvGrpSpPr>
        <p:grpSpPr>
          <a:xfrm>
            <a:off x="13268538" y="9110571"/>
            <a:ext cx="915035" cy="549910"/>
            <a:chOff x="13268538" y="9110571"/>
            <a:chExt cx="915035" cy="549910"/>
          </a:xfrm>
        </p:grpSpPr>
        <p:sp>
          <p:nvSpPr>
            <p:cNvPr id="642" name="object 642" descr=""/>
            <p:cNvSpPr/>
            <p:nvPr/>
          </p:nvSpPr>
          <p:spPr>
            <a:xfrm>
              <a:off x="13509097" y="9110571"/>
              <a:ext cx="433705" cy="549910"/>
            </a:xfrm>
            <a:custGeom>
              <a:avLst/>
              <a:gdLst/>
              <a:ahLst/>
              <a:cxnLst/>
              <a:rect l="l" t="t" r="r" b="b"/>
              <a:pathLst>
                <a:path w="433705" h="549909">
                  <a:moveTo>
                    <a:pt x="433505" y="0"/>
                  </a:moveTo>
                  <a:lnTo>
                    <a:pt x="0" y="0"/>
                  </a:lnTo>
                  <a:lnTo>
                    <a:pt x="0" y="549784"/>
                  </a:lnTo>
                  <a:lnTo>
                    <a:pt x="433505" y="549784"/>
                  </a:lnTo>
                  <a:lnTo>
                    <a:pt x="433505" y="0"/>
                  </a:lnTo>
                  <a:close/>
                </a:path>
              </a:pathLst>
            </a:custGeom>
            <a:solidFill>
              <a:srgbClr val="20284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" name="object 643" descr=""/>
            <p:cNvSpPr/>
            <p:nvPr/>
          </p:nvSpPr>
          <p:spPr>
            <a:xfrm>
              <a:off x="13268538" y="9110571"/>
              <a:ext cx="240665" cy="549910"/>
            </a:xfrm>
            <a:custGeom>
              <a:avLst/>
              <a:gdLst/>
              <a:ahLst/>
              <a:cxnLst/>
              <a:rect l="l" t="t" r="r" b="b"/>
              <a:pathLst>
                <a:path w="240665" h="549909">
                  <a:moveTo>
                    <a:pt x="240558" y="0"/>
                  </a:moveTo>
                  <a:lnTo>
                    <a:pt x="0" y="0"/>
                  </a:lnTo>
                  <a:lnTo>
                    <a:pt x="0" y="549784"/>
                  </a:lnTo>
                  <a:lnTo>
                    <a:pt x="240558" y="549784"/>
                  </a:lnTo>
                  <a:lnTo>
                    <a:pt x="240558" y="0"/>
                  </a:lnTo>
                  <a:close/>
                </a:path>
              </a:pathLst>
            </a:custGeom>
            <a:solidFill>
              <a:srgbClr val="EEB84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" name="object 644" descr=""/>
            <p:cNvSpPr/>
            <p:nvPr/>
          </p:nvSpPr>
          <p:spPr>
            <a:xfrm>
              <a:off x="13310495" y="9144193"/>
              <a:ext cx="156845" cy="484505"/>
            </a:xfrm>
            <a:custGeom>
              <a:avLst/>
              <a:gdLst/>
              <a:ahLst/>
              <a:cxnLst/>
              <a:rect l="l" t="t" r="r" b="b"/>
              <a:pathLst>
                <a:path w="156844" h="484504">
                  <a:moveTo>
                    <a:pt x="156644" y="0"/>
                  </a:moveTo>
                  <a:lnTo>
                    <a:pt x="0" y="0"/>
                  </a:lnTo>
                  <a:lnTo>
                    <a:pt x="0" y="484456"/>
                  </a:lnTo>
                  <a:lnTo>
                    <a:pt x="156644" y="484456"/>
                  </a:lnTo>
                  <a:lnTo>
                    <a:pt x="156644" y="0"/>
                  </a:lnTo>
                  <a:close/>
                </a:path>
              </a:pathLst>
            </a:custGeom>
            <a:solidFill>
              <a:srgbClr val="20284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" name="object 645" descr=""/>
            <p:cNvSpPr/>
            <p:nvPr/>
          </p:nvSpPr>
          <p:spPr>
            <a:xfrm>
              <a:off x="13310490" y="9144209"/>
              <a:ext cx="156845" cy="484505"/>
            </a:xfrm>
            <a:custGeom>
              <a:avLst/>
              <a:gdLst/>
              <a:ahLst/>
              <a:cxnLst/>
              <a:rect l="l" t="t" r="r" b="b"/>
              <a:pathLst>
                <a:path w="156844" h="484504">
                  <a:moveTo>
                    <a:pt x="156641" y="46291"/>
                  </a:moveTo>
                  <a:lnTo>
                    <a:pt x="118783" y="46291"/>
                  </a:lnTo>
                  <a:lnTo>
                    <a:pt x="118783" y="54876"/>
                  </a:lnTo>
                  <a:lnTo>
                    <a:pt x="118783" y="200139"/>
                  </a:lnTo>
                  <a:lnTo>
                    <a:pt x="40652" y="200139"/>
                  </a:lnTo>
                  <a:lnTo>
                    <a:pt x="40652" y="54876"/>
                  </a:lnTo>
                  <a:lnTo>
                    <a:pt x="118783" y="54876"/>
                  </a:lnTo>
                  <a:lnTo>
                    <a:pt x="118783" y="46291"/>
                  </a:lnTo>
                  <a:lnTo>
                    <a:pt x="82613" y="46291"/>
                  </a:lnTo>
                  <a:lnTo>
                    <a:pt x="82613" y="0"/>
                  </a:lnTo>
                  <a:lnTo>
                    <a:pt x="74028" y="0"/>
                  </a:lnTo>
                  <a:lnTo>
                    <a:pt x="74028" y="46291"/>
                  </a:lnTo>
                  <a:lnTo>
                    <a:pt x="0" y="46291"/>
                  </a:lnTo>
                  <a:lnTo>
                    <a:pt x="0" y="54876"/>
                  </a:lnTo>
                  <a:lnTo>
                    <a:pt x="32067" y="54876"/>
                  </a:lnTo>
                  <a:lnTo>
                    <a:pt x="32067" y="123215"/>
                  </a:lnTo>
                  <a:lnTo>
                    <a:pt x="0" y="123215"/>
                  </a:lnTo>
                  <a:lnTo>
                    <a:pt x="0" y="131800"/>
                  </a:lnTo>
                  <a:lnTo>
                    <a:pt x="32067" y="131800"/>
                  </a:lnTo>
                  <a:lnTo>
                    <a:pt x="32067" y="200139"/>
                  </a:lnTo>
                  <a:lnTo>
                    <a:pt x="0" y="200139"/>
                  </a:lnTo>
                  <a:lnTo>
                    <a:pt x="0" y="208724"/>
                  </a:lnTo>
                  <a:lnTo>
                    <a:pt x="74028" y="208724"/>
                  </a:lnTo>
                  <a:lnTo>
                    <a:pt x="74028" y="276593"/>
                  </a:lnTo>
                  <a:lnTo>
                    <a:pt x="0" y="276593"/>
                  </a:lnTo>
                  <a:lnTo>
                    <a:pt x="0" y="285178"/>
                  </a:lnTo>
                  <a:lnTo>
                    <a:pt x="32067" y="285178"/>
                  </a:lnTo>
                  <a:lnTo>
                    <a:pt x="32067" y="354914"/>
                  </a:lnTo>
                  <a:lnTo>
                    <a:pt x="0" y="354914"/>
                  </a:lnTo>
                  <a:lnTo>
                    <a:pt x="0" y="363499"/>
                  </a:lnTo>
                  <a:lnTo>
                    <a:pt x="32067" y="363499"/>
                  </a:lnTo>
                  <a:lnTo>
                    <a:pt x="32067" y="428574"/>
                  </a:lnTo>
                  <a:lnTo>
                    <a:pt x="0" y="428574"/>
                  </a:lnTo>
                  <a:lnTo>
                    <a:pt x="0" y="437159"/>
                  </a:lnTo>
                  <a:lnTo>
                    <a:pt x="74028" y="437159"/>
                  </a:lnTo>
                  <a:lnTo>
                    <a:pt x="74028" y="484441"/>
                  </a:lnTo>
                  <a:lnTo>
                    <a:pt x="82613" y="484441"/>
                  </a:lnTo>
                  <a:lnTo>
                    <a:pt x="82613" y="437159"/>
                  </a:lnTo>
                  <a:lnTo>
                    <a:pt x="156641" y="437159"/>
                  </a:lnTo>
                  <a:lnTo>
                    <a:pt x="156641" y="428574"/>
                  </a:lnTo>
                  <a:lnTo>
                    <a:pt x="127368" y="428574"/>
                  </a:lnTo>
                  <a:lnTo>
                    <a:pt x="127368" y="363499"/>
                  </a:lnTo>
                  <a:lnTo>
                    <a:pt x="156641" y="363499"/>
                  </a:lnTo>
                  <a:lnTo>
                    <a:pt x="156641" y="354914"/>
                  </a:lnTo>
                  <a:lnTo>
                    <a:pt x="127368" y="354914"/>
                  </a:lnTo>
                  <a:lnTo>
                    <a:pt x="127368" y="285178"/>
                  </a:lnTo>
                  <a:lnTo>
                    <a:pt x="156641" y="285178"/>
                  </a:lnTo>
                  <a:lnTo>
                    <a:pt x="156641" y="276593"/>
                  </a:lnTo>
                  <a:lnTo>
                    <a:pt x="118783" y="276593"/>
                  </a:lnTo>
                  <a:lnTo>
                    <a:pt x="118783" y="285178"/>
                  </a:lnTo>
                  <a:lnTo>
                    <a:pt x="118783" y="428574"/>
                  </a:lnTo>
                  <a:lnTo>
                    <a:pt x="40652" y="428574"/>
                  </a:lnTo>
                  <a:lnTo>
                    <a:pt x="40652" y="285178"/>
                  </a:lnTo>
                  <a:lnTo>
                    <a:pt x="118783" y="285178"/>
                  </a:lnTo>
                  <a:lnTo>
                    <a:pt x="118783" y="276593"/>
                  </a:lnTo>
                  <a:lnTo>
                    <a:pt x="82613" y="276593"/>
                  </a:lnTo>
                  <a:lnTo>
                    <a:pt x="82613" y="208724"/>
                  </a:lnTo>
                  <a:lnTo>
                    <a:pt x="156641" y="208724"/>
                  </a:lnTo>
                  <a:lnTo>
                    <a:pt x="156641" y="200139"/>
                  </a:lnTo>
                  <a:lnTo>
                    <a:pt x="127368" y="200139"/>
                  </a:lnTo>
                  <a:lnTo>
                    <a:pt x="127368" y="131800"/>
                  </a:lnTo>
                  <a:lnTo>
                    <a:pt x="156641" y="131800"/>
                  </a:lnTo>
                  <a:lnTo>
                    <a:pt x="156641" y="123215"/>
                  </a:lnTo>
                  <a:lnTo>
                    <a:pt x="127368" y="123215"/>
                  </a:lnTo>
                  <a:lnTo>
                    <a:pt x="127368" y="54876"/>
                  </a:lnTo>
                  <a:lnTo>
                    <a:pt x="156641" y="54876"/>
                  </a:lnTo>
                  <a:lnTo>
                    <a:pt x="156641" y="46291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" name="object 646" descr=""/>
            <p:cNvSpPr/>
            <p:nvPr/>
          </p:nvSpPr>
          <p:spPr>
            <a:xfrm>
              <a:off x="13942602" y="9110571"/>
              <a:ext cx="240665" cy="549910"/>
            </a:xfrm>
            <a:custGeom>
              <a:avLst/>
              <a:gdLst/>
              <a:ahLst/>
              <a:cxnLst/>
              <a:rect l="l" t="t" r="r" b="b"/>
              <a:pathLst>
                <a:path w="240665" h="549909">
                  <a:moveTo>
                    <a:pt x="240558" y="0"/>
                  </a:moveTo>
                  <a:lnTo>
                    <a:pt x="0" y="0"/>
                  </a:lnTo>
                  <a:lnTo>
                    <a:pt x="0" y="549784"/>
                  </a:lnTo>
                  <a:lnTo>
                    <a:pt x="240558" y="549784"/>
                  </a:lnTo>
                  <a:lnTo>
                    <a:pt x="240558" y="0"/>
                  </a:lnTo>
                  <a:close/>
                </a:path>
              </a:pathLst>
            </a:custGeom>
            <a:solidFill>
              <a:srgbClr val="EEB84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" name="object 647" descr=""/>
            <p:cNvSpPr/>
            <p:nvPr/>
          </p:nvSpPr>
          <p:spPr>
            <a:xfrm>
              <a:off x="13984559" y="9144193"/>
              <a:ext cx="156845" cy="484505"/>
            </a:xfrm>
            <a:custGeom>
              <a:avLst/>
              <a:gdLst/>
              <a:ahLst/>
              <a:cxnLst/>
              <a:rect l="l" t="t" r="r" b="b"/>
              <a:pathLst>
                <a:path w="156844" h="484504">
                  <a:moveTo>
                    <a:pt x="156644" y="0"/>
                  </a:moveTo>
                  <a:lnTo>
                    <a:pt x="0" y="0"/>
                  </a:lnTo>
                  <a:lnTo>
                    <a:pt x="0" y="484456"/>
                  </a:lnTo>
                  <a:lnTo>
                    <a:pt x="156644" y="484456"/>
                  </a:lnTo>
                  <a:lnTo>
                    <a:pt x="156644" y="0"/>
                  </a:lnTo>
                  <a:close/>
                </a:path>
              </a:pathLst>
            </a:custGeom>
            <a:solidFill>
              <a:srgbClr val="20284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" name="object 648" descr=""/>
            <p:cNvSpPr/>
            <p:nvPr/>
          </p:nvSpPr>
          <p:spPr>
            <a:xfrm>
              <a:off x="13984555" y="9144209"/>
              <a:ext cx="156845" cy="484505"/>
            </a:xfrm>
            <a:custGeom>
              <a:avLst/>
              <a:gdLst/>
              <a:ahLst/>
              <a:cxnLst/>
              <a:rect l="l" t="t" r="r" b="b"/>
              <a:pathLst>
                <a:path w="156844" h="484504">
                  <a:moveTo>
                    <a:pt x="156641" y="46291"/>
                  </a:moveTo>
                  <a:lnTo>
                    <a:pt x="118783" y="46291"/>
                  </a:lnTo>
                  <a:lnTo>
                    <a:pt x="118783" y="54876"/>
                  </a:lnTo>
                  <a:lnTo>
                    <a:pt x="118783" y="200139"/>
                  </a:lnTo>
                  <a:lnTo>
                    <a:pt x="40652" y="200139"/>
                  </a:lnTo>
                  <a:lnTo>
                    <a:pt x="40652" y="54876"/>
                  </a:lnTo>
                  <a:lnTo>
                    <a:pt x="118783" y="54876"/>
                  </a:lnTo>
                  <a:lnTo>
                    <a:pt x="118783" y="46291"/>
                  </a:lnTo>
                  <a:lnTo>
                    <a:pt x="82613" y="46291"/>
                  </a:lnTo>
                  <a:lnTo>
                    <a:pt x="82613" y="0"/>
                  </a:lnTo>
                  <a:lnTo>
                    <a:pt x="74028" y="0"/>
                  </a:lnTo>
                  <a:lnTo>
                    <a:pt x="74028" y="46291"/>
                  </a:lnTo>
                  <a:lnTo>
                    <a:pt x="0" y="46291"/>
                  </a:lnTo>
                  <a:lnTo>
                    <a:pt x="0" y="54876"/>
                  </a:lnTo>
                  <a:lnTo>
                    <a:pt x="32067" y="54876"/>
                  </a:lnTo>
                  <a:lnTo>
                    <a:pt x="32067" y="123215"/>
                  </a:lnTo>
                  <a:lnTo>
                    <a:pt x="0" y="123215"/>
                  </a:lnTo>
                  <a:lnTo>
                    <a:pt x="0" y="131800"/>
                  </a:lnTo>
                  <a:lnTo>
                    <a:pt x="32067" y="131800"/>
                  </a:lnTo>
                  <a:lnTo>
                    <a:pt x="32067" y="200139"/>
                  </a:lnTo>
                  <a:lnTo>
                    <a:pt x="0" y="200139"/>
                  </a:lnTo>
                  <a:lnTo>
                    <a:pt x="0" y="208724"/>
                  </a:lnTo>
                  <a:lnTo>
                    <a:pt x="74028" y="208724"/>
                  </a:lnTo>
                  <a:lnTo>
                    <a:pt x="74028" y="276593"/>
                  </a:lnTo>
                  <a:lnTo>
                    <a:pt x="0" y="276593"/>
                  </a:lnTo>
                  <a:lnTo>
                    <a:pt x="0" y="285178"/>
                  </a:lnTo>
                  <a:lnTo>
                    <a:pt x="32067" y="285178"/>
                  </a:lnTo>
                  <a:lnTo>
                    <a:pt x="32067" y="354914"/>
                  </a:lnTo>
                  <a:lnTo>
                    <a:pt x="0" y="354914"/>
                  </a:lnTo>
                  <a:lnTo>
                    <a:pt x="0" y="363499"/>
                  </a:lnTo>
                  <a:lnTo>
                    <a:pt x="32067" y="363499"/>
                  </a:lnTo>
                  <a:lnTo>
                    <a:pt x="32067" y="428574"/>
                  </a:lnTo>
                  <a:lnTo>
                    <a:pt x="0" y="428574"/>
                  </a:lnTo>
                  <a:lnTo>
                    <a:pt x="0" y="437159"/>
                  </a:lnTo>
                  <a:lnTo>
                    <a:pt x="74028" y="437159"/>
                  </a:lnTo>
                  <a:lnTo>
                    <a:pt x="74028" y="484441"/>
                  </a:lnTo>
                  <a:lnTo>
                    <a:pt x="82613" y="484441"/>
                  </a:lnTo>
                  <a:lnTo>
                    <a:pt x="82613" y="437159"/>
                  </a:lnTo>
                  <a:lnTo>
                    <a:pt x="156641" y="437159"/>
                  </a:lnTo>
                  <a:lnTo>
                    <a:pt x="156641" y="428574"/>
                  </a:lnTo>
                  <a:lnTo>
                    <a:pt x="127368" y="428574"/>
                  </a:lnTo>
                  <a:lnTo>
                    <a:pt x="127368" y="363499"/>
                  </a:lnTo>
                  <a:lnTo>
                    <a:pt x="156641" y="363499"/>
                  </a:lnTo>
                  <a:lnTo>
                    <a:pt x="156641" y="354914"/>
                  </a:lnTo>
                  <a:lnTo>
                    <a:pt x="127368" y="354914"/>
                  </a:lnTo>
                  <a:lnTo>
                    <a:pt x="127368" y="285178"/>
                  </a:lnTo>
                  <a:lnTo>
                    <a:pt x="156641" y="285178"/>
                  </a:lnTo>
                  <a:lnTo>
                    <a:pt x="156641" y="276593"/>
                  </a:lnTo>
                  <a:lnTo>
                    <a:pt x="118783" y="276593"/>
                  </a:lnTo>
                  <a:lnTo>
                    <a:pt x="118783" y="285178"/>
                  </a:lnTo>
                  <a:lnTo>
                    <a:pt x="118783" y="428574"/>
                  </a:lnTo>
                  <a:lnTo>
                    <a:pt x="40652" y="428574"/>
                  </a:lnTo>
                  <a:lnTo>
                    <a:pt x="40652" y="285178"/>
                  </a:lnTo>
                  <a:lnTo>
                    <a:pt x="118783" y="285178"/>
                  </a:lnTo>
                  <a:lnTo>
                    <a:pt x="118783" y="276593"/>
                  </a:lnTo>
                  <a:lnTo>
                    <a:pt x="82613" y="276593"/>
                  </a:lnTo>
                  <a:lnTo>
                    <a:pt x="82613" y="208724"/>
                  </a:lnTo>
                  <a:lnTo>
                    <a:pt x="156641" y="208724"/>
                  </a:lnTo>
                  <a:lnTo>
                    <a:pt x="156641" y="200139"/>
                  </a:lnTo>
                  <a:lnTo>
                    <a:pt x="127368" y="200139"/>
                  </a:lnTo>
                  <a:lnTo>
                    <a:pt x="127368" y="131800"/>
                  </a:lnTo>
                  <a:lnTo>
                    <a:pt x="156641" y="131800"/>
                  </a:lnTo>
                  <a:lnTo>
                    <a:pt x="156641" y="123215"/>
                  </a:lnTo>
                  <a:lnTo>
                    <a:pt x="127368" y="123215"/>
                  </a:lnTo>
                  <a:lnTo>
                    <a:pt x="127368" y="54876"/>
                  </a:lnTo>
                  <a:lnTo>
                    <a:pt x="156641" y="54876"/>
                  </a:lnTo>
                  <a:lnTo>
                    <a:pt x="156641" y="46291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49" name="object 649" descr=""/>
          <p:cNvSpPr/>
          <p:nvPr/>
        </p:nvSpPr>
        <p:spPr>
          <a:xfrm>
            <a:off x="13268528" y="8918042"/>
            <a:ext cx="915035" cy="78105"/>
          </a:xfrm>
          <a:custGeom>
            <a:avLst/>
            <a:gdLst/>
            <a:ahLst/>
            <a:cxnLst/>
            <a:rect l="l" t="t" r="r" b="b"/>
            <a:pathLst>
              <a:path w="915034" h="78104">
                <a:moveTo>
                  <a:pt x="914631" y="0"/>
                </a:moveTo>
                <a:lnTo>
                  <a:pt x="0" y="0"/>
                </a:lnTo>
                <a:lnTo>
                  <a:pt x="0" y="77725"/>
                </a:lnTo>
                <a:lnTo>
                  <a:pt x="914631" y="77725"/>
                </a:lnTo>
                <a:lnTo>
                  <a:pt x="914631" y="0"/>
                </a:lnTo>
                <a:close/>
              </a:path>
            </a:pathLst>
          </a:custGeom>
          <a:solidFill>
            <a:srgbClr val="20284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0" name="object 650" descr=""/>
          <p:cNvSpPr/>
          <p:nvPr/>
        </p:nvSpPr>
        <p:spPr>
          <a:xfrm>
            <a:off x="13008788" y="9729616"/>
            <a:ext cx="120014" cy="182245"/>
          </a:xfrm>
          <a:custGeom>
            <a:avLst/>
            <a:gdLst/>
            <a:ahLst/>
            <a:cxnLst/>
            <a:rect l="l" t="t" r="r" b="b"/>
            <a:pathLst>
              <a:path w="120015" h="182245">
                <a:moveTo>
                  <a:pt x="21475" y="4800"/>
                </a:moveTo>
                <a:lnTo>
                  <a:pt x="16662" y="0"/>
                </a:lnTo>
                <a:lnTo>
                  <a:pt x="4813" y="0"/>
                </a:lnTo>
                <a:lnTo>
                  <a:pt x="0" y="4800"/>
                </a:lnTo>
                <a:lnTo>
                  <a:pt x="0" y="177025"/>
                </a:lnTo>
                <a:lnTo>
                  <a:pt x="4813" y="181838"/>
                </a:lnTo>
                <a:lnTo>
                  <a:pt x="10744" y="181838"/>
                </a:lnTo>
                <a:lnTo>
                  <a:pt x="16662" y="181838"/>
                </a:lnTo>
                <a:lnTo>
                  <a:pt x="21475" y="177025"/>
                </a:lnTo>
                <a:lnTo>
                  <a:pt x="21475" y="4800"/>
                </a:lnTo>
                <a:close/>
              </a:path>
              <a:path w="120015" h="182245">
                <a:moveTo>
                  <a:pt x="68884" y="56502"/>
                </a:moveTo>
                <a:lnTo>
                  <a:pt x="56007" y="56502"/>
                </a:lnTo>
                <a:lnTo>
                  <a:pt x="56007" y="171107"/>
                </a:lnTo>
                <a:lnTo>
                  <a:pt x="68884" y="171107"/>
                </a:lnTo>
                <a:lnTo>
                  <a:pt x="68884" y="56502"/>
                </a:lnTo>
                <a:close/>
              </a:path>
              <a:path w="120015" h="182245">
                <a:moveTo>
                  <a:pt x="119735" y="56502"/>
                </a:moveTo>
                <a:lnTo>
                  <a:pt x="106857" y="56502"/>
                </a:lnTo>
                <a:lnTo>
                  <a:pt x="106857" y="171107"/>
                </a:lnTo>
                <a:lnTo>
                  <a:pt x="119735" y="171107"/>
                </a:lnTo>
                <a:lnTo>
                  <a:pt x="119735" y="56502"/>
                </a:lnTo>
                <a:close/>
              </a:path>
            </a:pathLst>
          </a:custGeom>
          <a:solidFill>
            <a:srgbClr val="EEB84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1" name="object 651" descr=""/>
          <p:cNvSpPr/>
          <p:nvPr/>
        </p:nvSpPr>
        <p:spPr>
          <a:xfrm>
            <a:off x="13229869" y="9784721"/>
            <a:ext cx="66040" cy="116205"/>
          </a:xfrm>
          <a:custGeom>
            <a:avLst/>
            <a:gdLst/>
            <a:ahLst/>
            <a:cxnLst/>
            <a:rect l="l" t="t" r="r" b="b"/>
            <a:pathLst>
              <a:path w="66040" h="116204">
                <a:moveTo>
                  <a:pt x="12877" y="1397"/>
                </a:moveTo>
                <a:lnTo>
                  <a:pt x="0" y="1397"/>
                </a:lnTo>
                <a:lnTo>
                  <a:pt x="0" y="116001"/>
                </a:lnTo>
                <a:lnTo>
                  <a:pt x="12877" y="116001"/>
                </a:lnTo>
                <a:lnTo>
                  <a:pt x="12877" y="1397"/>
                </a:lnTo>
                <a:close/>
              </a:path>
              <a:path w="66040" h="116204">
                <a:moveTo>
                  <a:pt x="66027" y="0"/>
                </a:moveTo>
                <a:lnTo>
                  <a:pt x="53149" y="0"/>
                </a:lnTo>
                <a:lnTo>
                  <a:pt x="53149" y="116001"/>
                </a:lnTo>
                <a:lnTo>
                  <a:pt x="66027" y="116001"/>
                </a:lnTo>
                <a:lnTo>
                  <a:pt x="66027" y="0"/>
                </a:lnTo>
                <a:close/>
              </a:path>
            </a:pathLst>
          </a:custGeom>
          <a:solidFill>
            <a:srgbClr val="EEB84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2" name="object 652" descr=""/>
          <p:cNvSpPr/>
          <p:nvPr/>
        </p:nvSpPr>
        <p:spPr>
          <a:xfrm>
            <a:off x="13390486" y="9786118"/>
            <a:ext cx="66040" cy="114935"/>
          </a:xfrm>
          <a:custGeom>
            <a:avLst/>
            <a:gdLst/>
            <a:ahLst/>
            <a:cxnLst/>
            <a:rect l="l" t="t" r="r" b="b"/>
            <a:pathLst>
              <a:path w="66040" h="114934">
                <a:moveTo>
                  <a:pt x="12877" y="0"/>
                </a:moveTo>
                <a:lnTo>
                  <a:pt x="0" y="0"/>
                </a:lnTo>
                <a:lnTo>
                  <a:pt x="0" y="114604"/>
                </a:lnTo>
                <a:lnTo>
                  <a:pt x="12877" y="114604"/>
                </a:lnTo>
                <a:lnTo>
                  <a:pt x="12877" y="0"/>
                </a:lnTo>
                <a:close/>
              </a:path>
              <a:path w="66040" h="114934">
                <a:moveTo>
                  <a:pt x="66014" y="0"/>
                </a:moveTo>
                <a:lnTo>
                  <a:pt x="53136" y="0"/>
                </a:lnTo>
                <a:lnTo>
                  <a:pt x="53136" y="114604"/>
                </a:lnTo>
                <a:lnTo>
                  <a:pt x="66014" y="114604"/>
                </a:lnTo>
                <a:lnTo>
                  <a:pt x="66014" y="0"/>
                </a:lnTo>
                <a:close/>
              </a:path>
            </a:pathLst>
          </a:custGeom>
          <a:solidFill>
            <a:srgbClr val="EEB84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3" name="object 653" descr=""/>
          <p:cNvSpPr/>
          <p:nvPr/>
        </p:nvSpPr>
        <p:spPr>
          <a:xfrm>
            <a:off x="13167774" y="9729605"/>
            <a:ext cx="21590" cy="182245"/>
          </a:xfrm>
          <a:custGeom>
            <a:avLst/>
            <a:gdLst/>
            <a:ahLst/>
            <a:cxnLst/>
            <a:rect l="l" t="t" r="r" b="b"/>
            <a:pathLst>
              <a:path w="21590" h="182245">
                <a:moveTo>
                  <a:pt x="16659" y="0"/>
                </a:moveTo>
                <a:lnTo>
                  <a:pt x="4806" y="0"/>
                </a:lnTo>
                <a:lnTo>
                  <a:pt x="0" y="4806"/>
                </a:lnTo>
                <a:lnTo>
                  <a:pt x="0" y="177031"/>
                </a:lnTo>
                <a:lnTo>
                  <a:pt x="4806" y="181837"/>
                </a:lnTo>
                <a:lnTo>
                  <a:pt x="10732" y="181837"/>
                </a:lnTo>
                <a:lnTo>
                  <a:pt x="16659" y="181837"/>
                </a:lnTo>
                <a:lnTo>
                  <a:pt x="21465" y="177031"/>
                </a:lnTo>
                <a:lnTo>
                  <a:pt x="21465" y="4806"/>
                </a:lnTo>
                <a:lnTo>
                  <a:pt x="16659" y="0"/>
                </a:lnTo>
                <a:close/>
              </a:path>
            </a:pathLst>
          </a:custGeom>
          <a:solidFill>
            <a:srgbClr val="EEB84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4" name="object 654" descr=""/>
          <p:cNvSpPr/>
          <p:nvPr/>
        </p:nvSpPr>
        <p:spPr>
          <a:xfrm>
            <a:off x="13331880" y="9728674"/>
            <a:ext cx="21590" cy="182245"/>
          </a:xfrm>
          <a:custGeom>
            <a:avLst/>
            <a:gdLst/>
            <a:ahLst/>
            <a:cxnLst/>
            <a:rect l="l" t="t" r="r" b="b"/>
            <a:pathLst>
              <a:path w="21590" h="182245">
                <a:moveTo>
                  <a:pt x="16659" y="0"/>
                </a:moveTo>
                <a:lnTo>
                  <a:pt x="4806" y="0"/>
                </a:lnTo>
                <a:lnTo>
                  <a:pt x="0" y="4806"/>
                </a:lnTo>
                <a:lnTo>
                  <a:pt x="0" y="177031"/>
                </a:lnTo>
                <a:lnTo>
                  <a:pt x="4806" y="181837"/>
                </a:lnTo>
                <a:lnTo>
                  <a:pt x="10732" y="181837"/>
                </a:lnTo>
                <a:lnTo>
                  <a:pt x="16659" y="181837"/>
                </a:lnTo>
                <a:lnTo>
                  <a:pt x="21465" y="177031"/>
                </a:lnTo>
                <a:lnTo>
                  <a:pt x="21465" y="4806"/>
                </a:lnTo>
                <a:lnTo>
                  <a:pt x="16659" y="0"/>
                </a:lnTo>
                <a:close/>
              </a:path>
            </a:pathLst>
          </a:custGeom>
          <a:solidFill>
            <a:srgbClr val="EEB84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5" name="object 655" descr=""/>
          <p:cNvSpPr/>
          <p:nvPr/>
        </p:nvSpPr>
        <p:spPr>
          <a:xfrm>
            <a:off x="13498363" y="9729605"/>
            <a:ext cx="21590" cy="182245"/>
          </a:xfrm>
          <a:custGeom>
            <a:avLst/>
            <a:gdLst/>
            <a:ahLst/>
            <a:cxnLst/>
            <a:rect l="l" t="t" r="r" b="b"/>
            <a:pathLst>
              <a:path w="21590" h="182245">
                <a:moveTo>
                  <a:pt x="16659" y="0"/>
                </a:moveTo>
                <a:lnTo>
                  <a:pt x="4806" y="0"/>
                </a:lnTo>
                <a:lnTo>
                  <a:pt x="0" y="4806"/>
                </a:lnTo>
                <a:lnTo>
                  <a:pt x="0" y="177031"/>
                </a:lnTo>
                <a:lnTo>
                  <a:pt x="4806" y="181837"/>
                </a:lnTo>
                <a:lnTo>
                  <a:pt x="10732" y="181837"/>
                </a:lnTo>
                <a:lnTo>
                  <a:pt x="16659" y="181837"/>
                </a:lnTo>
                <a:lnTo>
                  <a:pt x="21465" y="177031"/>
                </a:lnTo>
                <a:lnTo>
                  <a:pt x="21465" y="4806"/>
                </a:lnTo>
                <a:lnTo>
                  <a:pt x="16659" y="0"/>
                </a:lnTo>
                <a:close/>
              </a:path>
            </a:pathLst>
          </a:custGeom>
          <a:solidFill>
            <a:srgbClr val="EEB84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6" name="object 656" descr=""/>
          <p:cNvSpPr/>
          <p:nvPr/>
        </p:nvSpPr>
        <p:spPr>
          <a:xfrm>
            <a:off x="13925362" y="9728674"/>
            <a:ext cx="21590" cy="182245"/>
          </a:xfrm>
          <a:custGeom>
            <a:avLst/>
            <a:gdLst/>
            <a:ahLst/>
            <a:cxnLst/>
            <a:rect l="l" t="t" r="r" b="b"/>
            <a:pathLst>
              <a:path w="21590" h="182245">
                <a:moveTo>
                  <a:pt x="16659" y="0"/>
                </a:moveTo>
                <a:lnTo>
                  <a:pt x="4806" y="0"/>
                </a:lnTo>
                <a:lnTo>
                  <a:pt x="0" y="4806"/>
                </a:lnTo>
                <a:lnTo>
                  <a:pt x="0" y="177031"/>
                </a:lnTo>
                <a:lnTo>
                  <a:pt x="4806" y="181837"/>
                </a:lnTo>
                <a:lnTo>
                  <a:pt x="10732" y="181837"/>
                </a:lnTo>
                <a:lnTo>
                  <a:pt x="16659" y="181837"/>
                </a:lnTo>
                <a:lnTo>
                  <a:pt x="21465" y="177031"/>
                </a:lnTo>
                <a:lnTo>
                  <a:pt x="21465" y="4806"/>
                </a:lnTo>
                <a:lnTo>
                  <a:pt x="16659" y="0"/>
                </a:lnTo>
                <a:close/>
              </a:path>
            </a:pathLst>
          </a:custGeom>
          <a:solidFill>
            <a:srgbClr val="EEB84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7" name="object 657" descr=""/>
          <p:cNvSpPr/>
          <p:nvPr/>
        </p:nvSpPr>
        <p:spPr>
          <a:xfrm>
            <a:off x="14090656" y="9728674"/>
            <a:ext cx="21590" cy="182245"/>
          </a:xfrm>
          <a:custGeom>
            <a:avLst/>
            <a:gdLst/>
            <a:ahLst/>
            <a:cxnLst/>
            <a:rect l="l" t="t" r="r" b="b"/>
            <a:pathLst>
              <a:path w="21590" h="182245">
                <a:moveTo>
                  <a:pt x="16659" y="0"/>
                </a:moveTo>
                <a:lnTo>
                  <a:pt x="4806" y="0"/>
                </a:lnTo>
                <a:lnTo>
                  <a:pt x="0" y="4806"/>
                </a:lnTo>
                <a:lnTo>
                  <a:pt x="0" y="177031"/>
                </a:lnTo>
                <a:lnTo>
                  <a:pt x="4806" y="181837"/>
                </a:lnTo>
                <a:lnTo>
                  <a:pt x="10732" y="181837"/>
                </a:lnTo>
                <a:lnTo>
                  <a:pt x="16659" y="181837"/>
                </a:lnTo>
                <a:lnTo>
                  <a:pt x="21465" y="177031"/>
                </a:lnTo>
                <a:lnTo>
                  <a:pt x="21465" y="4806"/>
                </a:lnTo>
                <a:lnTo>
                  <a:pt x="16659" y="0"/>
                </a:lnTo>
                <a:close/>
              </a:path>
            </a:pathLst>
          </a:custGeom>
          <a:solidFill>
            <a:srgbClr val="EEB84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8" name="object 658" descr=""/>
          <p:cNvSpPr/>
          <p:nvPr/>
        </p:nvSpPr>
        <p:spPr>
          <a:xfrm>
            <a:off x="14255948" y="9728674"/>
            <a:ext cx="21590" cy="182245"/>
          </a:xfrm>
          <a:custGeom>
            <a:avLst/>
            <a:gdLst/>
            <a:ahLst/>
            <a:cxnLst/>
            <a:rect l="l" t="t" r="r" b="b"/>
            <a:pathLst>
              <a:path w="21590" h="182245">
                <a:moveTo>
                  <a:pt x="16659" y="0"/>
                </a:moveTo>
                <a:lnTo>
                  <a:pt x="4806" y="0"/>
                </a:lnTo>
                <a:lnTo>
                  <a:pt x="0" y="4806"/>
                </a:lnTo>
                <a:lnTo>
                  <a:pt x="0" y="177031"/>
                </a:lnTo>
                <a:lnTo>
                  <a:pt x="4806" y="181837"/>
                </a:lnTo>
                <a:lnTo>
                  <a:pt x="10732" y="181837"/>
                </a:lnTo>
                <a:lnTo>
                  <a:pt x="16659" y="181837"/>
                </a:lnTo>
                <a:lnTo>
                  <a:pt x="21465" y="177031"/>
                </a:lnTo>
                <a:lnTo>
                  <a:pt x="21465" y="4806"/>
                </a:lnTo>
                <a:lnTo>
                  <a:pt x="16659" y="0"/>
                </a:lnTo>
                <a:close/>
              </a:path>
            </a:pathLst>
          </a:custGeom>
          <a:solidFill>
            <a:srgbClr val="EEB84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9" name="object 659" descr=""/>
          <p:cNvSpPr/>
          <p:nvPr/>
        </p:nvSpPr>
        <p:spPr>
          <a:xfrm>
            <a:off x="14421245" y="9728674"/>
            <a:ext cx="21590" cy="182245"/>
          </a:xfrm>
          <a:custGeom>
            <a:avLst/>
            <a:gdLst/>
            <a:ahLst/>
            <a:cxnLst/>
            <a:rect l="l" t="t" r="r" b="b"/>
            <a:pathLst>
              <a:path w="21590" h="182245">
                <a:moveTo>
                  <a:pt x="16659" y="0"/>
                </a:moveTo>
                <a:lnTo>
                  <a:pt x="4806" y="0"/>
                </a:lnTo>
                <a:lnTo>
                  <a:pt x="0" y="4806"/>
                </a:lnTo>
                <a:lnTo>
                  <a:pt x="0" y="177031"/>
                </a:lnTo>
                <a:lnTo>
                  <a:pt x="4806" y="181837"/>
                </a:lnTo>
                <a:lnTo>
                  <a:pt x="10732" y="181837"/>
                </a:lnTo>
                <a:lnTo>
                  <a:pt x="16659" y="181837"/>
                </a:lnTo>
                <a:lnTo>
                  <a:pt x="21465" y="177031"/>
                </a:lnTo>
                <a:lnTo>
                  <a:pt x="21465" y="4806"/>
                </a:lnTo>
                <a:lnTo>
                  <a:pt x="16659" y="0"/>
                </a:lnTo>
                <a:close/>
              </a:path>
            </a:pathLst>
          </a:custGeom>
          <a:solidFill>
            <a:srgbClr val="EEB84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0" name="object 660" descr=""/>
          <p:cNvSpPr/>
          <p:nvPr/>
        </p:nvSpPr>
        <p:spPr>
          <a:xfrm>
            <a:off x="14586537" y="9728674"/>
            <a:ext cx="21590" cy="182245"/>
          </a:xfrm>
          <a:custGeom>
            <a:avLst/>
            <a:gdLst/>
            <a:ahLst/>
            <a:cxnLst/>
            <a:rect l="l" t="t" r="r" b="b"/>
            <a:pathLst>
              <a:path w="21590" h="182245">
                <a:moveTo>
                  <a:pt x="16659" y="0"/>
                </a:moveTo>
                <a:lnTo>
                  <a:pt x="4806" y="0"/>
                </a:lnTo>
                <a:lnTo>
                  <a:pt x="0" y="4806"/>
                </a:lnTo>
                <a:lnTo>
                  <a:pt x="0" y="177031"/>
                </a:lnTo>
                <a:lnTo>
                  <a:pt x="4806" y="181837"/>
                </a:lnTo>
                <a:lnTo>
                  <a:pt x="10732" y="181837"/>
                </a:lnTo>
                <a:lnTo>
                  <a:pt x="16659" y="181837"/>
                </a:lnTo>
                <a:lnTo>
                  <a:pt x="21465" y="177031"/>
                </a:lnTo>
                <a:lnTo>
                  <a:pt x="21465" y="4806"/>
                </a:lnTo>
                <a:lnTo>
                  <a:pt x="16659" y="0"/>
                </a:lnTo>
                <a:close/>
              </a:path>
            </a:pathLst>
          </a:custGeom>
          <a:solidFill>
            <a:srgbClr val="EEB84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1" name="object 661" descr=""/>
          <p:cNvSpPr/>
          <p:nvPr/>
        </p:nvSpPr>
        <p:spPr>
          <a:xfrm>
            <a:off x="13931862" y="9729616"/>
            <a:ext cx="772795" cy="182245"/>
          </a:xfrm>
          <a:custGeom>
            <a:avLst/>
            <a:gdLst/>
            <a:ahLst/>
            <a:cxnLst/>
            <a:rect l="l" t="t" r="r" b="b"/>
            <a:pathLst>
              <a:path w="772794" h="182245">
                <a:moveTo>
                  <a:pt x="772541" y="4800"/>
                </a:moveTo>
                <a:lnTo>
                  <a:pt x="767740" y="0"/>
                </a:lnTo>
                <a:lnTo>
                  <a:pt x="755891" y="0"/>
                </a:lnTo>
                <a:lnTo>
                  <a:pt x="751078" y="4800"/>
                </a:lnTo>
                <a:lnTo>
                  <a:pt x="751078" y="52209"/>
                </a:lnTo>
                <a:lnTo>
                  <a:pt x="4800" y="52209"/>
                </a:lnTo>
                <a:lnTo>
                  <a:pt x="0" y="57010"/>
                </a:lnTo>
                <a:lnTo>
                  <a:pt x="0" y="68872"/>
                </a:lnTo>
                <a:lnTo>
                  <a:pt x="4800" y="73672"/>
                </a:lnTo>
                <a:lnTo>
                  <a:pt x="751078" y="73672"/>
                </a:lnTo>
                <a:lnTo>
                  <a:pt x="751078" y="177025"/>
                </a:lnTo>
                <a:lnTo>
                  <a:pt x="755891" y="181838"/>
                </a:lnTo>
                <a:lnTo>
                  <a:pt x="761809" y="181838"/>
                </a:lnTo>
                <a:lnTo>
                  <a:pt x="767740" y="181838"/>
                </a:lnTo>
                <a:lnTo>
                  <a:pt x="772541" y="177025"/>
                </a:lnTo>
                <a:lnTo>
                  <a:pt x="772541" y="4800"/>
                </a:lnTo>
                <a:close/>
              </a:path>
            </a:pathLst>
          </a:custGeom>
          <a:solidFill>
            <a:srgbClr val="EEB84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2" name="object 662" descr=""/>
          <p:cNvSpPr/>
          <p:nvPr/>
        </p:nvSpPr>
        <p:spPr>
          <a:xfrm>
            <a:off x="13018588" y="9781818"/>
            <a:ext cx="501650" cy="21590"/>
          </a:xfrm>
          <a:custGeom>
            <a:avLst/>
            <a:gdLst/>
            <a:ahLst/>
            <a:cxnLst/>
            <a:rect l="l" t="t" r="r" b="b"/>
            <a:pathLst>
              <a:path w="501650" h="21590">
                <a:moveTo>
                  <a:pt x="496435" y="0"/>
                </a:moveTo>
                <a:lnTo>
                  <a:pt x="4806" y="0"/>
                </a:lnTo>
                <a:lnTo>
                  <a:pt x="0" y="4806"/>
                </a:lnTo>
                <a:lnTo>
                  <a:pt x="0" y="16659"/>
                </a:lnTo>
                <a:lnTo>
                  <a:pt x="4806" y="21465"/>
                </a:lnTo>
                <a:lnTo>
                  <a:pt x="490508" y="21465"/>
                </a:lnTo>
                <a:lnTo>
                  <a:pt x="496435" y="21465"/>
                </a:lnTo>
                <a:lnTo>
                  <a:pt x="501241" y="16659"/>
                </a:lnTo>
                <a:lnTo>
                  <a:pt x="501241" y="4806"/>
                </a:lnTo>
                <a:lnTo>
                  <a:pt x="496435" y="0"/>
                </a:lnTo>
                <a:close/>
              </a:path>
            </a:pathLst>
          </a:custGeom>
          <a:solidFill>
            <a:srgbClr val="EEB84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3" name="object 663" descr=""/>
          <p:cNvSpPr/>
          <p:nvPr/>
        </p:nvSpPr>
        <p:spPr>
          <a:xfrm>
            <a:off x="13987462" y="9794741"/>
            <a:ext cx="64135" cy="106045"/>
          </a:xfrm>
          <a:custGeom>
            <a:avLst/>
            <a:gdLst/>
            <a:ahLst/>
            <a:cxnLst/>
            <a:rect l="l" t="t" r="r" b="b"/>
            <a:pathLst>
              <a:path w="64134" h="106045">
                <a:moveTo>
                  <a:pt x="12877" y="0"/>
                </a:moveTo>
                <a:lnTo>
                  <a:pt x="0" y="0"/>
                </a:lnTo>
                <a:lnTo>
                  <a:pt x="0" y="105981"/>
                </a:lnTo>
                <a:lnTo>
                  <a:pt x="12877" y="105981"/>
                </a:lnTo>
                <a:lnTo>
                  <a:pt x="12877" y="0"/>
                </a:lnTo>
                <a:close/>
              </a:path>
              <a:path w="64134" h="106045">
                <a:moveTo>
                  <a:pt x="63690" y="0"/>
                </a:moveTo>
                <a:lnTo>
                  <a:pt x="50812" y="0"/>
                </a:lnTo>
                <a:lnTo>
                  <a:pt x="50812" y="105981"/>
                </a:lnTo>
                <a:lnTo>
                  <a:pt x="63690" y="105981"/>
                </a:lnTo>
                <a:lnTo>
                  <a:pt x="63690" y="0"/>
                </a:lnTo>
                <a:close/>
              </a:path>
            </a:pathLst>
          </a:custGeom>
          <a:solidFill>
            <a:srgbClr val="EEB84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4" name="object 664" descr=""/>
          <p:cNvSpPr/>
          <p:nvPr/>
        </p:nvSpPr>
        <p:spPr>
          <a:xfrm>
            <a:off x="13006257" y="9700428"/>
            <a:ext cx="27305" cy="30480"/>
          </a:xfrm>
          <a:custGeom>
            <a:avLst/>
            <a:gdLst/>
            <a:ahLst/>
            <a:cxnLst/>
            <a:rect l="l" t="t" r="r" b="b"/>
            <a:pathLst>
              <a:path w="27305" h="30479">
                <a:moveTo>
                  <a:pt x="17067" y="0"/>
                </a:moveTo>
                <a:lnTo>
                  <a:pt x="9758" y="1853"/>
                </a:lnTo>
                <a:lnTo>
                  <a:pt x="4125" y="3277"/>
                </a:lnTo>
                <a:lnTo>
                  <a:pt x="565" y="9046"/>
                </a:lnTo>
                <a:lnTo>
                  <a:pt x="0" y="21255"/>
                </a:lnTo>
                <a:lnTo>
                  <a:pt x="4931" y="28438"/>
                </a:lnTo>
                <a:lnTo>
                  <a:pt x="19611" y="29894"/>
                </a:lnTo>
                <a:lnTo>
                  <a:pt x="26941" y="22219"/>
                </a:lnTo>
                <a:lnTo>
                  <a:pt x="25454" y="6052"/>
                </a:lnTo>
                <a:lnTo>
                  <a:pt x="17067" y="0"/>
                </a:lnTo>
                <a:close/>
              </a:path>
            </a:pathLst>
          </a:custGeom>
          <a:solidFill>
            <a:srgbClr val="EEB84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5" name="object 665" descr=""/>
          <p:cNvSpPr/>
          <p:nvPr/>
        </p:nvSpPr>
        <p:spPr>
          <a:xfrm>
            <a:off x="14680406" y="9701145"/>
            <a:ext cx="27305" cy="30480"/>
          </a:xfrm>
          <a:custGeom>
            <a:avLst/>
            <a:gdLst/>
            <a:ahLst/>
            <a:cxnLst/>
            <a:rect l="l" t="t" r="r" b="b"/>
            <a:pathLst>
              <a:path w="27305" h="30479">
                <a:moveTo>
                  <a:pt x="17067" y="0"/>
                </a:moveTo>
                <a:lnTo>
                  <a:pt x="9758" y="1853"/>
                </a:lnTo>
                <a:lnTo>
                  <a:pt x="4125" y="3277"/>
                </a:lnTo>
                <a:lnTo>
                  <a:pt x="565" y="9046"/>
                </a:lnTo>
                <a:lnTo>
                  <a:pt x="0" y="21255"/>
                </a:lnTo>
                <a:lnTo>
                  <a:pt x="4931" y="28438"/>
                </a:lnTo>
                <a:lnTo>
                  <a:pt x="19611" y="29894"/>
                </a:lnTo>
                <a:lnTo>
                  <a:pt x="26941" y="22219"/>
                </a:lnTo>
                <a:lnTo>
                  <a:pt x="25454" y="6052"/>
                </a:lnTo>
                <a:lnTo>
                  <a:pt x="17067" y="0"/>
                </a:lnTo>
                <a:close/>
              </a:path>
            </a:pathLst>
          </a:custGeom>
          <a:solidFill>
            <a:srgbClr val="EEB84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6" name="object 666" descr=""/>
          <p:cNvSpPr/>
          <p:nvPr/>
        </p:nvSpPr>
        <p:spPr>
          <a:xfrm>
            <a:off x="14151305" y="9786118"/>
            <a:ext cx="64135" cy="114935"/>
          </a:xfrm>
          <a:custGeom>
            <a:avLst/>
            <a:gdLst/>
            <a:ahLst/>
            <a:cxnLst/>
            <a:rect l="l" t="t" r="r" b="b"/>
            <a:pathLst>
              <a:path w="64134" h="114934">
                <a:moveTo>
                  <a:pt x="12877" y="0"/>
                </a:moveTo>
                <a:lnTo>
                  <a:pt x="0" y="0"/>
                </a:lnTo>
                <a:lnTo>
                  <a:pt x="0" y="114604"/>
                </a:lnTo>
                <a:lnTo>
                  <a:pt x="12877" y="114604"/>
                </a:lnTo>
                <a:lnTo>
                  <a:pt x="12877" y="0"/>
                </a:lnTo>
                <a:close/>
              </a:path>
              <a:path w="64134" h="114934">
                <a:moveTo>
                  <a:pt x="63703" y="0"/>
                </a:moveTo>
                <a:lnTo>
                  <a:pt x="50825" y="0"/>
                </a:lnTo>
                <a:lnTo>
                  <a:pt x="50825" y="114604"/>
                </a:lnTo>
                <a:lnTo>
                  <a:pt x="63703" y="114604"/>
                </a:lnTo>
                <a:lnTo>
                  <a:pt x="63703" y="0"/>
                </a:lnTo>
                <a:close/>
              </a:path>
            </a:pathLst>
          </a:custGeom>
          <a:solidFill>
            <a:srgbClr val="EEB84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7" name="object 667" descr=""/>
          <p:cNvSpPr/>
          <p:nvPr/>
        </p:nvSpPr>
        <p:spPr>
          <a:xfrm>
            <a:off x="14322896" y="9789610"/>
            <a:ext cx="64135" cy="111125"/>
          </a:xfrm>
          <a:custGeom>
            <a:avLst/>
            <a:gdLst/>
            <a:ahLst/>
            <a:cxnLst/>
            <a:rect l="l" t="t" r="r" b="b"/>
            <a:pathLst>
              <a:path w="64134" h="111125">
                <a:moveTo>
                  <a:pt x="12877" y="0"/>
                </a:moveTo>
                <a:lnTo>
                  <a:pt x="0" y="0"/>
                </a:lnTo>
                <a:lnTo>
                  <a:pt x="0" y="111112"/>
                </a:lnTo>
                <a:lnTo>
                  <a:pt x="12877" y="111112"/>
                </a:lnTo>
                <a:lnTo>
                  <a:pt x="12877" y="0"/>
                </a:lnTo>
                <a:close/>
              </a:path>
              <a:path w="64134" h="111125">
                <a:moveTo>
                  <a:pt x="63690" y="0"/>
                </a:moveTo>
                <a:lnTo>
                  <a:pt x="50812" y="0"/>
                </a:lnTo>
                <a:lnTo>
                  <a:pt x="50812" y="111112"/>
                </a:lnTo>
                <a:lnTo>
                  <a:pt x="63690" y="111112"/>
                </a:lnTo>
                <a:lnTo>
                  <a:pt x="63690" y="0"/>
                </a:lnTo>
                <a:close/>
              </a:path>
            </a:pathLst>
          </a:custGeom>
          <a:solidFill>
            <a:srgbClr val="EEB84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8" name="object 668" descr=""/>
          <p:cNvSpPr/>
          <p:nvPr/>
        </p:nvSpPr>
        <p:spPr>
          <a:xfrm>
            <a:off x="14482776" y="9792417"/>
            <a:ext cx="64135" cy="108585"/>
          </a:xfrm>
          <a:custGeom>
            <a:avLst/>
            <a:gdLst/>
            <a:ahLst/>
            <a:cxnLst/>
            <a:rect l="l" t="t" r="r" b="b"/>
            <a:pathLst>
              <a:path w="64134" h="108584">
                <a:moveTo>
                  <a:pt x="12877" y="0"/>
                </a:moveTo>
                <a:lnTo>
                  <a:pt x="0" y="0"/>
                </a:lnTo>
                <a:lnTo>
                  <a:pt x="0" y="108305"/>
                </a:lnTo>
                <a:lnTo>
                  <a:pt x="12877" y="108305"/>
                </a:lnTo>
                <a:lnTo>
                  <a:pt x="12877" y="0"/>
                </a:lnTo>
                <a:close/>
              </a:path>
              <a:path w="64134" h="108584">
                <a:moveTo>
                  <a:pt x="63690" y="0"/>
                </a:moveTo>
                <a:lnTo>
                  <a:pt x="50812" y="0"/>
                </a:lnTo>
                <a:lnTo>
                  <a:pt x="50812" y="108305"/>
                </a:lnTo>
                <a:lnTo>
                  <a:pt x="63690" y="108305"/>
                </a:lnTo>
                <a:lnTo>
                  <a:pt x="63690" y="0"/>
                </a:lnTo>
                <a:close/>
              </a:path>
            </a:pathLst>
          </a:custGeom>
          <a:solidFill>
            <a:srgbClr val="EEB841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669" name="object 669" descr=""/>
          <p:cNvGrpSpPr/>
          <p:nvPr/>
        </p:nvGrpSpPr>
        <p:grpSpPr>
          <a:xfrm>
            <a:off x="11047652" y="9792410"/>
            <a:ext cx="3656965" cy="309880"/>
            <a:chOff x="11047652" y="9792410"/>
            <a:chExt cx="3656965" cy="309880"/>
          </a:xfrm>
        </p:grpSpPr>
        <p:sp>
          <p:nvSpPr>
            <p:cNvPr id="670" name="object 670" descr=""/>
            <p:cNvSpPr/>
            <p:nvPr/>
          </p:nvSpPr>
          <p:spPr>
            <a:xfrm>
              <a:off x="14642019" y="9792410"/>
              <a:ext cx="13335" cy="108585"/>
            </a:xfrm>
            <a:custGeom>
              <a:avLst/>
              <a:gdLst/>
              <a:ahLst/>
              <a:cxnLst/>
              <a:rect l="l" t="t" r="r" b="b"/>
              <a:pathLst>
                <a:path w="13334" h="108584">
                  <a:moveTo>
                    <a:pt x="0" y="108304"/>
                  </a:moveTo>
                  <a:lnTo>
                    <a:pt x="12879" y="108304"/>
                  </a:lnTo>
                  <a:lnTo>
                    <a:pt x="12879" y="0"/>
                  </a:lnTo>
                  <a:lnTo>
                    <a:pt x="0" y="0"/>
                  </a:lnTo>
                  <a:lnTo>
                    <a:pt x="0" y="108304"/>
                  </a:lnTo>
                  <a:close/>
                </a:path>
              </a:pathLst>
            </a:custGeom>
            <a:solidFill>
              <a:srgbClr val="EEB84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" name="object 671" descr=""/>
            <p:cNvSpPr/>
            <p:nvPr/>
          </p:nvSpPr>
          <p:spPr>
            <a:xfrm>
              <a:off x="11047652" y="9900714"/>
              <a:ext cx="3656965" cy="201930"/>
            </a:xfrm>
            <a:custGeom>
              <a:avLst/>
              <a:gdLst/>
              <a:ahLst/>
              <a:cxnLst/>
              <a:rect l="l" t="t" r="r" b="b"/>
              <a:pathLst>
                <a:path w="3656965" h="201929">
                  <a:moveTo>
                    <a:pt x="3656768" y="0"/>
                  </a:moveTo>
                  <a:lnTo>
                    <a:pt x="0" y="0"/>
                  </a:lnTo>
                  <a:lnTo>
                    <a:pt x="0" y="201397"/>
                  </a:lnTo>
                  <a:lnTo>
                    <a:pt x="3656768" y="201397"/>
                  </a:lnTo>
                  <a:lnTo>
                    <a:pt x="3656768" y="0"/>
                  </a:lnTo>
                  <a:close/>
                </a:path>
              </a:pathLst>
            </a:custGeom>
            <a:solidFill>
              <a:srgbClr val="20284E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672" name="object 672" descr=""/>
          <p:cNvPicPr/>
          <p:nvPr/>
        </p:nvPicPr>
        <p:blipFill>
          <a:blip r:embed="rId102" cstate="print"/>
          <a:stretch>
            <a:fillRect/>
          </a:stretch>
        </p:blipFill>
        <p:spPr>
          <a:xfrm>
            <a:off x="10381837" y="7356846"/>
            <a:ext cx="4716630" cy="1701064"/>
          </a:xfrm>
          <a:prstGeom prst="rect">
            <a:avLst/>
          </a:prstGeom>
        </p:spPr>
      </p:pic>
      <p:sp>
        <p:nvSpPr>
          <p:cNvPr id="673" name="object 673" descr=""/>
          <p:cNvSpPr/>
          <p:nvPr/>
        </p:nvSpPr>
        <p:spPr>
          <a:xfrm>
            <a:off x="12505004" y="9157709"/>
            <a:ext cx="236220" cy="569595"/>
          </a:xfrm>
          <a:custGeom>
            <a:avLst/>
            <a:gdLst/>
            <a:ahLst/>
            <a:cxnLst/>
            <a:rect l="l" t="t" r="r" b="b"/>
            <a:pathLst>
              <a:path w="236220" h="569595">
                <a:moveTo>
                  <a:pt x="235610" y="11430"/>
                </a:moveTo>
                <a:lnTo>
                  <a:pt x="233819" y="11430"/>
                </a:lnTo>
                <a:lnTo>
                  <a:pt x="233819" y="0"/>
                </a:lnTo>
                <a:lnTo>
                  <a:pt x="220599" y="0"/>
                </a:lnTo>
                <a:lnTo>
                  <a:pt x="220599" y="530529"/>
                </a:lnTo>
                <a:lnTo>
                  <a:pt x="191554" y="530529"/>
                </a:lnTo>
                <a:lnTo>
                  <a:pt x="191554" y="505002"/>
                </a:lnTo>
                <a:lnTo>
                  <a:pt x="220599" y="505002"/>
                </a:lnTo>
                <a:lnTo>
                  <a:pt x="220599" y="489978"/>
                </a:lnTo>
                <a:lnTo>
                  <a:pt x="191554" y="489978"/>
                </a:lnTo>
                <a:lnTo>
                  <a:pt x="191554" y="464540"/>
                </a:lnTo>
                <a:lnTo>
                  <a:pt x="220599" y="464540"/>
                </a:lnTo>
                <a:lnTo>
                  <a:pt x="220599" y="449516"/>
                </a:lnTo>
                <a:lnTo>
                  <a:pt x="191554" y="449516"/>
                </a:lnTo>
                <a:lnTo>
                  <a:pt x="191554" y="334010"/>
                </a:lnTo>
                <a:lnTo>
                  <a:pt x="220599" y="334010"/>
                </a:lnTo>
                <a:lnTo>
                  <a:pt x="220599" y="318998"/>
                </a:lnTo>
                <a:lnTo>
                  <a:pt x="191554" y="318998"/>
                </a:lnTo>
                <a:lnTo>
                  <a:pt x="191554" y="293535"/>
                </a:lnTo>
                <a:lnTo>
                  <a:pt x="220599" y="293535"/>
                </a:lnTo>
                <a:lnTo>
                  <a:pt x="220599" y="278523"/>
                </a:lnTo>
                <a:lnTo>
                  <a:pt x="191554" y="278523"/>
                </a:lnTo>
                <a:lnTo>
                  <a:pt x="191554" y="252996"/>
                </a:lnTo>
                <a:lnTo>
                  <a:pt x="220599" y="252996"/>
                </a:lnTo>
                <a:lnTo>
                  <a:pt x="220599" y="237985"/>
                </a:lnTo>
                <a:lnTo>
                  <a:pt x="191554" y="237985"/>
                </a:lnTo>
                <a:lnTo>
                  <a:pt x="191554" y="107530"/>
                </a:lnTo>
                <a:lnTo>
                  <a:pt x="220599" y="107530"/>
                </a:lnTo>
                <a:lnTo>
                  <a:pt x="220599" y="92443"/>
                </a:lnTo>
                <a:lnTo>
                  <a:pt x="191554" y="92443"/>
                </a:lnTo>
                <a:lnTo>
                  <a:pt x="191554" y="66992"/>
                </a:lnTo>
                <a:lnTo>
                  <a:pt x="220599" y="66992"/>
                </a:lnTo>
                <a:lnTo>
                  <a:pt x="220599" y="51968"/>
                </a:lnTo>
                <a:lnTo>
                  <a:pt x="191554" y="51968"/>
                </a:lnTo>
                <a:lnTo>
                  <a:pt x="191554" y="26517"/>
                </a:lnTo>
                <a:lnTo>
                  <a:pt x="220599" y="26517"/>
                </a:lnTo>
                <a:lnTo>
                  <a:pt x="220599" y="11430"/>
                </a:lnTo>
                <a:lnTo>
                  <a:pt x="191554" y="11430"/>
                </a:lnTo>
                <a:lnTo>
                  <a:pt x="191554" y="330"/>
                </a:lnTo>
                <a:lnTo>
                  <a:pt x="176555" y="330"/>
                </a:lnTo>
                <a:lnTo>
                  <a:pt x="176555" y="530529"/>
                </a:lnTo>
                <a:lnTo>
                  <a:pt x="147510" y="530529"/>
                </a:lnTo>
                <a:lnTo>
                  <a:pt x="147510" y="505002"/>
                </a:lnTo>
                <a:lnTo>
                  <a:pt x="176555" y="505002"/>
                </a:lnTo>
                <a:lnTo>
                  <a:pt x="176555" y="489978"/>
                </a:lnTo>
                <a:lnTo>
                  <a:pt x="147510" y="489978"/>
                </a:lnTo>
                <a:lnTo>
                  <a:pt x="147510" y="464540"/>
                </a:lnTo>
                <a:lnTo>
                  <a:pt x="176555" y="464540"/>
                </a:lnTo>
                <a:lnTo>
                  <a:pt x="176555" y="449516"/>
                </a:lnTo>
                <a:lnTo>
                  <a:pt x="147510" y="449516"/>
                </a:lnTo>
                <a:lnTo>
                  <a:pt x="147510" y="334010"/>
                </a:lnTo>
                <a:lnTo>
                  <a:pt x="176555" y="334010"/>
                </a:lnTo>
                <a:lnTo>
                  <a:pt x="176555" y="318998"/>
                </a:lnTo>
                <a:lnTo>
                  <a:pt x="147510" y="318998"/>
                </a:lnTo>
                <a:lnTo>
                  <a:pt x="147510" y="293535"/>
                </a:lnTo>
                <a:lnTo>
                  <a:pt x="176555" y="293535"/>
                </a:lnTo>
                <a:lnTo>
                  <a:pt x="176555" y="278523"/>
                </a:lnTo>
                <a:lnTo>
                  <a:pt x="147510" y="278523"/>
                </a:lnTo>
                <a:lnTo>
                  <a:pt x="147510" y="252996"/>
                </a:lnTo>
                <a:lnTo>
                  <a:pt x="176555" y="252996"/>
                </a:lnTo>
                <a:lnTo>
                  <a:pt x="176555" y="237985"/>
                </a:lnTo>
                <a:lnTo>
                  <a:pt x="147510" y="237985"/>
                </a:lnTo>
                <a:lnTo>
                  <a:pt x="147510" y="107530"/>
                </a:lnTo>
                <a:lnTo>
                  <a:pt x="176555" y="107530"/>
                </a:lnTo>
                <a:lnTo>
                  <a:pt x="176555" y="92443"/>
                </a:lnTo>
                <a:lnTo>
                  <a:pt x="147510" y="92443"/>
                </a:lnTo>
                <a:lnTo>
                  <a:pt x="147510" y="66992"/>
                </a:lnTo>
                <a:lnTo>
                  <a:pt x="176555" y="66992"/>
                </a:lnTo>
                <a:lnTo>
                  <a:pt x="176555" y="51968"/>
                </a:lnTo>
                <a:lnTo>
                  <a:pt x="147510" y="51968"/>
                </a:lnTo>
                <a:lnTo>
                  <a:pt x="147510" y="26517"/>
                </a:lnTo>
                <a:lnTo>
                  <a:pt x="176555" y="26517"/>
                </a:lnTo>
                <a:lnTo>
                  <a:pt x="176555" y="11430"/>
                </a:lnTo>
                <a:lnTo>
                  <a:pt x="147510" y="11430"/>
                </a:lnTo>
                <a:lnTo>
                  <a:pt x="147510" y="330"/>
                </a:lnTo>
                <a:lnTo>
                  <a:pt x="132486" y="330"/>
                </a:lnTo>
                <a:lnTo>
                  <a:pt x="132486" y="530529"/>
                </a:lnTo>
                <a:lnTo>
                  <a:pt x="103441" y="530529"/>
                </a:lnTo>
                <a:lnTo>
                  <a:pt x="103441" y="505002"/>
                </a:lnTo>
                <a:lnTo>
                  <a:pt x="132486" y="505002"/>
                </a:lnTo>
                <a:lnTo>
                  <a:pt x="132486" y="489978"/>
                </a:lnTo>
                <a:lnTo>
                  <a:pt x="103441" y="489978"/>
                </a:lnTo>
                <a:lnTo>
                  <a:pt x="103441" y="464540"/>
                </a:lnTo>
                <a:lnTo>
                  <a:pt x="132486" y="464540"/>
                </a:lnTo>
                <a:lnTo>
                  <a:pt x="132486" y="449516"/>
                </a:lnTo>
                <a:lnTo>
                  <a:pt x="103441" y="449516"/>
                </a:lnTo>
                <a:lnTo>
                  <a:pt x="103441" y="334010"/>
                </a:lnTo>
                <a:lnTo>
                  <a:pt x="132486" y="334010"/>
                </a:lnTo>
                <a:lnTo>
                  <a:pt x="132486" y="318998"/>
                </a:lnTo>
                <a:lnTo>
                  <a:pt x="103441" y="318998"/>
                </a:lnTo>
                <a:lnTo>
                  <a:pt x="103441" y="293535"/>
                </a:lnTo>
                <a:lnTo>
                  <a:pt x="132486" y="293535"/>
                </a:lnTo>
                <a:lnTo>
                  <a:pt x="132486" y="278523"/>
                </a:lnTo>
                <a:lnTo>
                  <a:pt x="103441" y="278523"/>
                </a:lnTo>
                <a:lnTo>
                  <a:pt x="103441" y="252996"/>
                </a:lnTo>
                <a:lnTo>
                  <a:pt x="132486" y="252996"/>
                </a:lnTo>
                <a:lnTo>
                  <a:pt x="132486" y="237985"/>
                </a:lnTo>
                <a:lnTo>
                  <a:pt x="103441" y="237985"/>
                </a:lnTo>
                <a:lnTo>
                  <a:pt x="103441" y="107530"/>
                </a:lnTo>
                <a:lnTo>
                  <a:pt x="132486" y="107530"/>
                </a:lnTo>
                <a:lnTo>
                  <a:pt x="132486" y="92443"/>
                </a:lnTo>
                <a:lnTo>
                  <a:pt x="103441" y="92443"/>
                </a:lnTo>
                <a:lnTo>
                  <a:pt x="103441" y="66992"/>
                </a:lnTo>
                <a:lnTo>
                  <a:pt x="132486" y="66992"/>
                </a:lnTo>
                <a:lnTo>
                  <a:pt x="132486" y="51968"/>
                </a:lnTo>
                <a:lnTo>
                  <a:pt x="103441" y="51968"/>
                </a:lnTo>
                <a:lnTo>
                  <a:pt x="103441" y="26517"/>
                </a:lnTo>
                <a:lnTo>
                  <a:pt x="132486" y="26517"/>
                </a:lnTo>
                <a:lnTo>
                  <a:pt x="132486" y="11430"/>
                </a:lnTo>
                <a:lnTo>
                  <a:pt x="103441" y="11430"/>
                </a:lnTo>
                <a:lnTo>
                  <a:pt x="103441" y="330"/>
                </a:lnTo>
                <a:lnTo>
                  <a:pt x="88442" y="330"/>
                </a:lnTo>
                <a:lnTo>
                  <a:pt x="88442" y="530529"/>
                </a:lnTo>
                <a:lnTo>
                  <a:pt x="59397" y="530529"/>
                </a:lnTo>
                <a:lnTo>
                  <a:pt x="59397" y="505002"/>
                </a:lnTo>
                <a:lnTo>
                  <a:pt x="88442" y="505002"/>
                </a:lnTo>
                <a:lnTo>
                  <a:pt x="88442" y="489978"/>
                </a:lnTo>
                <a:lnTo>
                  <a:pt x="59397" y="489978"/>
                </a:lnTo>
                <a:lnTo>
                  <a:pt x="59397" y="464540"/>
                </a:lnTo>
                <a:lnTo>
                  <a:pt x="88442" y="464540"/>
                </a:lnTo>
                <a:lnTo>
                  <a:pt x="88442" y="449516"/>
                </a:lnTo>
                <a:lnTo>
                  <a:pt x="59397" y="449516"/>
                </a:lnTo>
                <a:lnTo>
                  <a:pt x="59397" y="334010"/>
                </a:lnTo>
                <a:lnTo>
                  <a:pt x="88442" y="334010"/>
                </a:lnTo>
                <a:lnTo>
                  <a:pt x="88442" y="318998"/>
                </a:lnTo>
                <a:lnTo>
                  <a:pt x="59397" y="318998"/>
                </a:lnTo>
                <a:lnTo>
                  <a:pt x="59397" y="293535"/>
                </a:lnTo>
                <a:lnTo>
                  <a:pt x="88442" y="293535"/>
                </a:lnTo>
                <a:lnTo>
                  <a:pt x="88442" y="278523"/>
                </a:lnTo>
                <a:lnTo>
                  <a:pt x="59397" y="278523"/>
                </a:lnTo>
                <a:lnTo>
                  <a:pt x="59397" y="252996"/>
                </a:lnTo>
                <a:lnTo>
                  <a:pt x="88442" y="252996"/>
                </a:lnTo>
                <a:lnTo>
                  <a:pt x="88442" y="237985"/>
                </a:lnTo>
                <a:lnTo>
                  <a:pt x="59397" y="237985"/>
                </a:lnTo>
                <a:lnTo>
                  <a:pt x="59397" y="107530"/>
                </a:lnTo>
                <a:lnTo>
                  <a:pt x="88442" y="107530"/>
                </a:lnTo>
                <a:lnTo>
                  <a:pt x="88442" y="92443"/>
                </a:lnTo>
                <a:lnTo>
                  <a:pt x="59397" y="92443"/>
                </a:lnTo>
                <a:lnTo>
                  <a:pt x="59397" y="66992"/>
                </a:lnTo>
                <a:lnTo>
                  <a:pt x="88442" y="66992"/>
                </a:lnTo>
                <a:lnTo>
                  <a:pt x="88442" y="51968"/>
                </a:lnTo>
                <a:lnTo>
                  <a:pt x="59397" y="51968"/>
                </a:lnTo>
                <a:lnTo>
                  <a:pt x="59397" y="26517"/>
                </a:lnTo>
                <a:lnTo>
                  <a:pt x="88442" y="26517"/>
                </a:lnTo>
                <a:lnTo>
                  <a:pt x="88442" y="11430"/>
                </a:lnTo>
                <a:lnTo>
                  <a:pt x="59397" y="11430"/>
                </a:lnTo>
                <a:lnTo>
                  <a:pt x="59397" y="330"/>
                </a:lnTo>
                <a:lnTo>
                  <a:pt x="44373" y="330"/>
                </a:lnTo>
                <a:lnTo>
                  <a:pt x="44373" y="530529"/>
                </a:lnTo>
                <a:lnTo>
                  <a:pt x="41605" y="530529"/>
                </a:lnTo>
                <a:lnTo>
                  <a:pt x="15341" y="530529"/>
                </a:lnTo>
                <a:lnTo>
                  <a:pt x="15341" y="505002"/>
                </a:lnTo>
                <a:lnTo>
                  <a:pt x="41605" y="505002"/>
                </a:lnTo>
                <a:lnTo>
                  <a:pt x="44373" y="505002"/>
                </a:lnTo>
                <a:lnTo>
                  <a:pt x="44373" y="489978"/>
                </a:lnTo>
                <a:lnTo>
                  <a:pt x="41605" y="489978"/>
                </a:lnTo>
                <a:lnTo>
                  <a:pt x="15341" y="489978"/>
                </a:lnTo>
                <a:lnTo>
                  <a:pt x="15341" y="464540"/>
                </a:lnTo>
                <a:lnTo>
                  <a:pt x="41605" y="464540"/>
                </a:lnTo>
                <a:lnTo>
                  <a:pt x="44373" y="464540"/>
                </a:lnTo>
                <a:lnTo>
                  <a:pt x="44373" y="449516"/>
                </a:lnTo>
                <a:lnTo>
                  <a:pt x="41605" y="449516"/>
                </a:lnTo>
                <a:lnTo>
                  <a:pt x="15341" y="449516"/>
                </a:lnTo>
                <a:lnTo>
                  <a:pt x="15341" y="334010"/>
                </a:lnTo>
                <a:lnTo>
                  <a:pt x="41605" y="334010"/>
                </a:lnTo>
                <a:lnTo>
                  <a:pt x="44373" y="334010"/>
                </a:lnTo>
                <a:lnTo>
                  <a:pt x="44373" y="318998"/>
                </a:lnTo>
                <a:lnTo>
                  <a:pt x="41605" y="318998"/>
                </a:lnTo>
                <a:lnTo>
                  <a:pt x="15341" y="318998"/>
                </a:lnTo>
                <a:lnTo>
                  <a:pt x="15341" y="293535"/>
                </a:lnTo>
                <a:lnTo>
                  <a:pt x="41605" y="293535"/>
                </a:lnTo>
                <a:lnTo>
                  <a:pt x="44373" y="293535"/>
                </a:lnTo>
                <a:lnTo>
                  <a:pt x="44373" y="278523"/>
                </a:lnTo>
                <a:lnTo>
                  <a:pt x="41605" y="278523"/>
                </a:lnTo>
                <a:lnTo>
                  <a:pt x="15341" y="278523"/>
                </a:lnTo>
                <a:lnTo>
                  <a:pt x="15341" y="252996"/>
                </a:lnTo>
                <a:lnTo>
                  <a:pt x="41605" y="252996"/>
                </a:lnTo>
                <a:lnTo>
                  <a:pt x="44373" y="252996"/>
                </a:lnTo>
                <a:lnTo>
                  <a:pt x="44373" y="237985"/>
                </a:lnTo>
                <a:lnTo>
                  <a:pt x="41605" y="237985"/>
                </a:lnTo>
                <a:lnTo>
                  <a:pt x="15341" y="237985"/>
                </a:lnTo>
                <a:lnTo>
                  <a:pt x="15341" y="107530"/>
                </a:lnTo>
                <a:lnTo>
                  <a:pt x="41605" y="107530"/>
                </a:lnTo>
                <a:lnTo>
                  <a:pt x="44373" y="107530"/>
                </a:lnTo>
                <a:lnTo>
                  <a:pt x="44373" y="92443"/>
                </a:lnTo>
                <a:lnTo>
                  <a:pt x="41605" y="92443"/>
                </a:lnTo>
                <a:lnTo>
                  <a:pt x="15341" y="92443"/>
                </a:lnTo>
                <a:lnTo>
                  <a:pt x="15341" y="66992"/>
                </a:lnTo>
                <a:lnTo>
                  <a:pt x="41605" y="66992"/>
                </a:lnTo>
                <a:lnTo>
                  <a:pt x="44373" y="66992"/>
                </a:lnTo>
                <a:lnTo>
                  <a:pt x="44373" y="51968"/>
                </a:lnTo>
                <a:lnTo>
                  <a:pt x="41605" y="51968"/>
                </a:lnTo>
                <a:lnTo>
                  <a:pt x="15341" y="51968"/>
                </a:lnTo>
                <a:lnTo>
                  <a:pt x="15341" y="26517"/>
                </a:lnTo>
                <a:lnTo>
                  <a:pt x="41605" y="26517"/>
                </a:lnTo>
                <a:lnTo>
                  <a:pt x="44373" y="26517"/>
                </a:lnTo>
                <a:lnTo>
                  <a:pt x="44373" y="11430"/>
                </a:lnTo>
                <a:lnTo>
                  <a:pt x="41605" y="11430"/>
                </a:lnTo>
                <a:lnTo>
                  <a:pt x="15341" y="11430"/>
                </a:lnTo>
                <a:lnTo>
                  <a:pt x="15341" y="330"/>
                </a:lnTo>
                <a:lnTo>
                  <a:pt x="330" y="330"/>
                </a:lnTo>
                <a:lnTo>
                  <a:pt x="330" y="11430"/>
                </a:lnTo>
                <a:lnTo>
                  <a:pt x="0" y="11430"/>
                </a:lnTo>
                <a:lnTo>
                  <a:pt x="0" y="26517"/>
                </a:lnTo>
                <a:lnTo>
                  <a:pt x="330" y="26517"/>
                </a:lnTo>
                <a:lnTo>
                  <a:pt x="330" y="51968"/>
                </a:lnTo>
                <a:lnTo>
                  <a:pt x="0" y="51968"/>
                </a:lnTo>
                <a:lnTo>
                  <a:pt x="0" y="66992"/>
                </a:lnTo>
                <a:lnTo>
                  <a:pt x="330" y="66992"/>
                </a:lnTo>
                <a:lnTo>
                  <a:pt x="330" y="92443"/>
                </a:lnTo>
                <a:lnTo>
                  <a:pt x="0" y="92443"/>
                </a:lnTo>
                <a:lnTo>
                  <a:pt x="0" y="107530"/>
                </a:lnTo>
                <a:lnTo>
                  <a:pt x="330" y="107530"/>
                </a:lnTo>
                <a:lnTo>
                  <a:pt x="330" y="237985"/>
                </a:lnTo>
                <a:lnTo>
                  <a:pt x="0" y="237985"/>
                </a:lnTo>
                <a:lnTo>
                  <a:pt x="0" y="252996"/>
                </a:lnTo>
                <a:lnTo>
                  <a:pt x="330" y="252996"/>
                </a:lnTo>
                <a:lnTo>
                  <a:pt x="330" y="278523"/>
                </a:lnTo>
                <a:lnTo>
                  <a:pt x="0" y="278523"/>
                </a:lnTo>
                <a:lnTo>
                  <a:pt x="0" y="293535"/>
                </a:lnTo>
                <a:lnTo>
                  <a:pt x="330" y="293535"/>
                </a:lnTo>
                <a:lnTo>
                  <a:pt x="330" y="318998"/>
                </a:lnTo>
                <a:lnTo>
                  <a:pt x="0" y="318998"/>
                </a:lnTo>
                <a:lnTo>
                  <a:pt x="0" y="334010"/>
                </a:lnTo>
                <a:lnTo>
                  <a:pt x="330" y="334010"/>
                </a:lnTo>
                <a:lnTo>
                  <a:pt x="330" y="449516"/>
                </a:lnTo>
                <a:lnTo>
                  <a:pt x="0" y="449516"/>
                </a:lnTo>
                <a:lnTo>
                  <a:pt x="0" y="464540"/>
                </a:lnTo>
                <a:lnTo>
                  <a:pt x="330" y="464540"/>
                </a:lnTo>
                <a:lnTo>
                  <a:pt x="330" y="489978"/>
                </a:lnTo>
                <a:lnTo>
                  <a:pt x="0" y="489978"/>
                </a:lnTo>
                <a:lnTo>
                  <a:pt x="0" y="505002"/>
                </a:lnTo>
                <a:lnTo>
                  <a:pt x="330" y="505002"/>
                </a:lnTo>
                <a:lnTo>
                  <a:pt x="330" y="530529"/>
                </a:lnTo>
                <a:lnTo>
                  <a:pt x="0" y="530529"/>
                </a:lnTo>
                <a:lnTo>
                  <a:pt x="0" y="545541"/>
                </a:lnTo>
                <a:lnTo>
                  <a:pt x="330" y="545541"/>
                </a:lnTo>
                <a:lnTo>
                  <a:pt x="330" y="569036"/>
                </a:lnTo>
                <a:lnTo>
                  <a:pt x="15341" y="569036"/>
                </a:lnTo>
                <a:lnTo>
                  <a:pt x="15341" y="545541"/>
                </a:lnTo>
                <a:lnTo>
                  <a:pt x="41605" y="545541"/>
                </a:lnTo>
                <a:lnTo>
                  <a:pt x="44373" y="545541"/>
                </a:lnTo>
                <a:lnTo>
                  <a:pt x="44373" y="569036"/>
                </a:lnTo>
                <a:lnTo>
                  <a:pt x="59397" y="569036"/>
                </a:lnTo>
                <a:lnTo>
                  <a:pt x="59397" y="545541"/>
                </a:lnTo>
                <a:lnTo>
                  <a:pt x="88442" y="545541"/>
                </a:lnTo>
                <a:lnTo>
                  <a:pt x="88442" y="569036"/>
                </a:lnTo>
                <a:lnTo>
                  <a:pt x="103441" y="569036"/>
                </a:lnTo>
                <a:lnTo>
                  <a:pt x="103441" y="545541"/>
                </a:lnTo>
                <a:lnTo>
                  <a:pt x="132486" y="545541"/>
                </a:lnTo>
                <a:lnTo>
                  <a:pt x="132486" y="569036"/>
                </a:lnTo>
                <a:lnTo>
                  <a:pt x="147510" y="569036"/>
                </a:lnTo>
                <a:lnTo>
                  <a:pt x="147510" y="545541"/>
                </a:lnTo>
                <a:lnTo>
                  <a:pt x="176555" y="545541"/>
                </a:lnTo>
                <a:lnTo>
                  <a:pt x="176555" y="569036"/>
                </a:lnTo>
                <a:lnTo>
                  <a:pt x="191554" y="569036"/>
                </a:lnTo>
                <a:lnTo>
                  <a:pt x="191554" y="545541"/>
                </a:lnTo>
                <a:lnTo>
                  <a:pt x="220599" y="545541"/>
                </a:lnTo>
                <a:lnTo>
                  <a:pt x="220599" y="546100"/>
                </a:lnTo>
                <a:lnTo>
                  <a:pt x="220599" y="568960"/>
                </a:lnTo>
                <a:lnTo>
                  <a:pt x="233819" y="568960"/>
                </a:lnTo>
                <a:lnTo>
                  <a:pt x="233819" y="546100"/>
                </a:lnTo>
                <a:lnTo>
                  <a:pt x="235610" y="546100"/>
                </a:lnTo>
                <a:lnTo>
                  <a:pt x="235610" y="26517"/>
                </a:lnTo>
                <a:lnTo>
                  <a:pt x="235610" y="11430"/>
                </a:lnTo>
                <a:close/>
              </a:path>
            </a:pathLst>
          </a:custGeom>
          <a:solidFill>
            <a:srgbClr val="EEB841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674" name="object 674" descr=""/>
          <p:cNvGrpSpPr/>
          <p:nvPr/>
        </p:nvGrpSpPr>
        <p:grpSpPr>
          <a:xfrm>
            <a:off x="11828195" y="3429376"/>
            <a:ext cx="1403985" cy="755650"/>
            <a:chOff x="11828195" y="3429376"/>
            <a:chExt cx="1403985" cy="755650"/>
          </a:xfrm>
        </p:grpSpPr>
        <p:sp>
          <p:nvSpPr>
            <p:cNvPr id="675" name="object 675" descr=""/>
            <p:cNvSpPr/>
            <p:nvPr/>
          </p:nvSpPr>
          <p:spPr>
            <a:xfrm>
              <a:off x="12589399" y="3653200"/>
              <a:ext cx="511809" cy="227965"/>
            </a:xfrm>
            <a:custGeom>
              <a:avLst/>
              <a:gdLst/>
              <a:ahLst/>
              <a:cxnLst/>
              <a:rect l="l" t="t" r="r" b="b"/>
              <a:pathLst>
                <a:path w="511809" h="227964">
                  <a:moveTo>
                    <a:pt x="263496" y="134634"/>
                  </a:moveTo>
                  <a:lnTo>
                    <a:pt x="66663" y="134634"/>
                  </a:lnTo>
                  <a:lnTo>
                    <a:pt x="89141" y="163337"/>
                  </a:lnTo>
                  <a:lnTo>
                    <a:pt x="125666" y="186325"/>
                  </a:lnTo>
                  <a:lnTo>
                    <a:pt x="172541" y="203909"/>
                  </a:lnTo>
                  <a:lnTo>
                    <a:pt x="226067" y="216402"/>
                  </a:lnTo>
                  <a:lnTo>
                    <a:pt x="282547" y="224116"/>
                  </a:lnTo>
                  <a:lnTo>
                    <a:pt x="338284" y="227361"/>
                  </a:lnTo>
                  <a:lnTo>
                    <a:pt x="389581" y="226450"/>
                  </a:lnTo>
                  <a:lnTo>
                    <a:pt x="432740" y="221695"/>
                  </a:lnTo>
                  <a:lnTo>
                    <a:pt x="464064" y="213407"/>
                  </a:lnTo>
                  <a:lnTo>
                    <a:pt x="499275" y="162110"/>
                  </a:lnTo>
                  <a:lnTo>
                    <a:pt x="332634" y="162110"/>
                  </a:lnTo>
                  <a:lnTo>
                    <a:pt x="275987" y="139490"/>
                  </a:lnTo>
                  <a:lnTo>
                    <a:pt x="263496" y="134634"/>
                  </a:lnTo>
                  <a:close/>
                </a:path>
                <a:path w="511809" h="227964">
                  <a:moveTo>
                    <a:pt x="511256" y="144655"/>
                  </a:moveTo>
                  <a:lnTo>
                    <a:pt x="332634" y="162110"/>
                  </a:lnTo>
                  <a:lnTo>
                    <a:pt x="499275" y="162110"/>
                  </a:lnTo>
                  <a:lnTo>
                    <a:pt x="511256" y="144655"/>
                  </a:lnTo>
                  <a:close/>
                </a:path>
                <a:path w="511809" h="227964">
                  <a:moveTo>
                    <a:pt x="118724" y="0"/>
                  </a:moveTo>
                  <a:lnTo>
                    <a:pt x="10256" y="0"/>
                  </a:lnTo>
                  <a:lnTo>
                    <a:pt x="0" y="104787"/>
                  </a:lnTo>
                  <a:lnTo>
                    <a:pt x="2456" y="153741"/>
                  </a:lnTo>
                  <a:lnTo>
                    <a:pt x="22915" y="159483"/>
                  </a:lnTo>
                  <a:lnTo>
                    <a:pt x="66663" y="134634"/>
                  </a:lnTo>
                  <a:lnTo>
                    <a:pt x="263496" y="134634"/>
                  </a:lnTo>
                  <a:lnTo>
                    <a:pt x="227483" y="120635"/>
                  </a:lnTo>
                  <a:lnTo>
                    <a:pt x="186589" y="105238"/>
                  </a:lnTo>
                  <a:lnTo>
                    <a:pt x="125493" y="83593"/>
                  </a:lnTo>
                  <a:lnTo>
                    <a:pt x="117468" y="81003"/>
                  </a:lnTo>
                  <a:lnTo>
                    <a:pt x="114182" y="81003"/>
                  </a:lnTo>
                  <a:lnTo>
                    <a:pt x="104583" y="80196"/>
                  </a:lnTo>
                  <a:lnTo>
                    <a:pt x="68559" y="68523"/>
                  </a:lnTo>
                  <a:lnTo>
                    <a:pt x="71131" y="68301"/>
                  </a:lnTo>
                  <a:lnTo>
                    <a:pt x="143693" y="68301"/>
                  </a:lnTo>
                  <a:lnTo>
                    <a:pt x="145568" y="61751"/>
                  </a:lnTo>
                  <a:lnTo>
                    <a:pt x="144788" y="51096"/>
                  </a:lnTo>
                  <a:lnTo>
                    <a:pt x="140409" y="37457"/>
                  </a:lnTo>
                  <a:lnTo>
                    <a:pt x="131899" y="20527"/>
                  </a:lnTo>
                  <a:lnTo>
                    <a:pt x="118724" y="0"/>
                  </a:lnTo>
                  <a:close/>
                </a:path>
                <a:path w="511809" h="227964">
                  <a:moveTo>
                    <a:pt x="71131" y="68301"/>
                  </a:moveTo>
                  <a:lnTo>
                    <a:pt x="68559" y="68523"/>
                  </a:lnTo>
                  <a:lnTo>
                    <a:pt x="69326" y="69748"/>
                  </a:lnTo>
                  <a:lnTo>
                    <a:pt x="72900" y="71670"/>
                  </a:lnTo>
                  <a:lnTo>
                    <a:pt x="114182" y="81003"/>
                  </a:lnTo>
                  <a:lnTo>
                    <a:pt x="117134" y="80895"/>
                  </a:lnTo>
                  <a:lnTo>
                    <a:pt x="104225" y="76730"/>
                  </a:lnTo>
                  <a:lnTo>
                    <a:pt x="88431" y="72098"/>
                  </a:lnTo>
                  <a:lnTo>
                    <a:pt x="77577" y="69391"/>
                  </a:lnTo>
                  <a:lnTo>
                    <a:pt x="71131" y="68301"/>
                  </a:lnTo>
                  <a:close/>
                </a:path>
                <a:path w="511809" h="227964">
                  <a:moveTo>
                    <a:pt x="117134" y="80895"/>
                  </a:moveTo>
                  <a:lnTo>
                    <a:pt x="114182" y="81003"/>
                  </a:lnTo>
                  <a:lnTo>
                    <a:pt x="117468" y="81003"/>
                  </a:lnTo>
                  <a:lnTo>
                    <a:pt x="117134" y="80895"/>
                  </a:lnTo>
                  <a:close/>
                </a:path>
                <a:path w="511809" h="227964">
                  <a:moveTo>
                    <a:pt x="143693" y="68301"/>
                  </a:moveTo>
                  <a:lnTo>
                    <a:pt x="71131" y="68301"/>
                  </a:lnTo>
                  <a:lnTo>
                    <a:pt x="77577" y="69391"/>
                  </a:lnTo>
                  <a:lnTo>
                    <a:pt x="88431" y="72098"/>
                  </a:lnTo>
                  <a:lnTo>
                    <a:pt x="104225" y="76730"/>
                  </a:lnTo>
                  <a:lnTo>
                    <a:pt x="117134" y="80895"/>
                  </a:lnTo>
                  <a:lnTo>
                    <a:pt x="123386" y="80667"/>
                  </a:lnTo>
                  <a:lnTo>
                    <a:pt x="131660" y="78880"/>
                  </a:lnTo>
                  <a:lnTo>
                    <a:pt x="138471" y="75337"/>
                  </a:lnTo>
                  <a:lnTo>
                    <a:pt x="143269" y="69748"/>
                  </a:lnTo>
                  <a:lnTo>
                    <a:pt x="143693" y="68301"/>
                  </a:lnTo>
                  <a:close/>
                </a:path>
              </a:pathLst>
            </a:custGeom>
            <a:solidFill>
              <a:srgbClr val="A4271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" name="object 676" descr=""/>
            <p:cNvSpPr/>
            <p:nvPr/>
          </p:nvSpPr>
          <p:spPr>
            <a:xfrm>
              <a:off x="11997062" y="3653198"/>
              <a:ext cx="701675" cy="215900"/>
            </a:xfrm>
            <a:custGeom>
              <a:avLst/>
              <a:gdLst/>
              <a:ahLst/>
              <a:cxnLst/>
              <a:rect l="l" t="t" r="r" b="b"/>
              <a:pathLst>
                <a:path w="701675" h="215900">
                  <a:moveTo>
                    <a:pt x="603698" y="0"/>
                  </a:moveTo>
                  <a:lnTo>
                    <a:pt x="488519" y="0"/>
                  </a:lnTo>
                  <a:lnTo>
                    <a:pt x="431765" y="36299"/>
                  </a:lnTo>
                  <a:lnTo>
                    <a:pt x="378400" y="66863"/>
                  </a:lnTo>
                  <a:lnTo>
                    <a:pt x="328068" y="92145"/>
                  </a:lnTo>
                  <a:lnTo>
                    <a:pt x="280411" y="112601"/>
                  </a:lnTo>
                  <a:lnTo>
                    <a:pt x="235074" y="128687"/>
                  </a:lnTo>
                  <a:lnTo>
                    <a:pt x="191700" y="140856"/>
                  </a:lnTo>
                  <a:lnTo>
                    <a:pt x="149932" y="149566"/>
                  </a:lnTo>
                  <a:lnTo>
                    <a:pt x="0" y="109253"/>
                  </a:lnTo>
                  <a:lnTo>
                    <a:pt x="47192" y="187449"/>
                  </a:lnTo>
                  <a:lnTo>
                    <a:pt x="113031" y="202364"/>
                  </a:lnTo>
                  <a:lnTo>
                    <a:pt x="158009" y="208233"/>
                  </a:lnTo>
                  <a:lnTo>
                    <a:pt x="208838" y="212629"/>
                  </a:lnTo>
                  <a:lnTo>
                    <a:pt x="263879" y="215241"/>
                  </a:lnTo>
                  <a:lnTo>
                    <a:pt x="321491" y="215758"/>
                  </a:lnTo>
                  <a:lnTo>
                    <a:pt x="380035" y="213870"/>
                  </a:lnTo>
                  <a:lnTo>
                    <a:pt x="437869" y="209266"/>
                  </a:lnTo>
                  <a:lnTo>
                    <a:pt x="493354" y="201636"/>
                  </a:lnTo>
                  <a:lnTo>
                    <a:pt x="544849" y="190668"/>
                  </a:lnTo>
                  <a:lnTo>
                    <a:pt x="590715" y="176052"/>
                  </a:lnTo>
                  <a:lnTo>
                    <a:pt x="629310" y="157478"/>
                  </a:lnTo>
                  <a:lnTo>
                    <a:pt x="658995" y="134634"/>
                  </a:lnTo>
                  <a:lnTo>
                    <a:pt x="658995" y="70594"/>
                  </a:lnTo>
                  <a:lnTo>
                    <a:pt x="701664" y="98353"/>
                  </a:lnTo>
                  <a:lnTo>
                    <a:pt x="666518" y="74066"/>
                  </a:lnTo>
                  <a:lnTo>
                    <a:pt x="637207" y="43722"/>
                  </a:lnTo>
                  <a:lnTo>
                    <a:pt x="615632" y="16105"/>
                  </a:lnTo>
                  <a:lnTo>
                    <a:pt x="603698" y="0"/>
                  </a:lnTo>
                  <a:close/>
                </a:path>
              </a:pathLst>
            </a:custGeom>
            <a:solidFill>
              <a:srgbClr val="AE3E2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" name="object 677" descr=""/>
            <p:cNvSpPr/>
            <p:nvPr/>
          </p:nvSpPr>
          <p:spPr>
            <a:xfrm>
              <a:off x="12647520" y="3711719"/>
              <a:ext cx="250190" cy="473709"/>
            </a:xfrm>
            <a:custGeom>
              <a:avLst/>
              <a:gdLst/>
              <a:ahLst/>
              <a:cxnLst/>
              <a:rect l="l" t="t" r="r" b="b"/>
              <a:pathLst>
                <a:path w="250190" h="473710">
                  <a:moveTo>
                    <a:pt x="0" y="473263"/>
                  </a:moveTo>
                  <a:lnTo>
                    <a:pt x="250065" y="473263"/>
                  </a:lnTo>
                  <a:lnTo>
                    <a:pt x="250065" y="0"/>
                  </a:lnTo>
                  <a:lnTo>
                    <a:pt x="0" y="0"/>
                  </a:lnTo>
                  <a:lnTo>
                    <a:pt x="0" y="473263"/>
                  </a:lnTo>
                  <a:close/>
                </a:path>
              </a:pathLst>
            </a:custGeom>
            <a:solidFill>
              <a:srgbClr val="DDD2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" name="object 678" descr=""/>
            <p:cNvSpPr/>
            <p:nvPr/>
          </p:nvSpPr>
          <p:spPr>
            <a:xfrm>
              <a:off x="12172341" y="3711719"/>
              <a:ext cx="342265" cy="473709"/>
            </a:xfrm>
            <a:custGeom>
              <a:avLst/>
              <a:gdLst/>
              <a:ahLst/>
              <a:cxnLst/>
              <a:rect l="l" t="t" r="r" b="b"/>
              <a:pathLst>
                <a:path w="342265" h="473710">
                  <a:moveTo>
                    <a:pt x="0" y="473263"/>
                  </a:moveTo>
                  <a:lnTo>
                    <a:pt x="341947" y="473263"/>
                  </a:lnTo>
                  <a:lnTo>
                    <a:pt x="341947" y="0"/>
                  </a:lnTo>
                  <a:lnTo>
                    <a:pt x="0" y="0"/>
                  </a:lnTo>
                  <a:lnTo>
                    <a:pt x="0" y="473263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" name="object 679" descr=""/>
            <p:cNvSpPr/>
            <p:nvPr/>
          </p:nvSpPr>
          <p:spPr>
            <a:xfrm>
              <a:off x="12302923" y="3966947"/>
              <a:ext cx="75565" cy="204470"/>
            </a:xfrm>
            <a:custGeom>
              <a:avLst/>
              <a:gdLst/>
              <a:ahLst/>
              <a:cxnLst/>
              <a:rect l="l" t="t" r="r" b="b"/>
              <a:pathLst>
                <a:path w="75565" h="204470">
                  <a:moveTo>
                    <a:pt x="75568" y="0"/>
                  </a:moveTo>
                  <a:lnTo>
                    <a:pt x="0" y="0"/>
                  </a:lnTo>
                  <a:lnTo>
                    <a:pt x="0" y="204297"/>
                  </a:lnTo>
                  <a:lnTo>
                    <a:pt x="75568" y="204297"/>
                  </a:lnTo>
                  <a:lnTo>
                    <a:pt x="75568" y="0"/>
                  </a:lnTo>
                  <a:close/>
                </a:path>
              </a:pathLst>
            </a:custGeom>
            <a:solidFill>
              <a:srgbClr val="282E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" name="object 680" descr=""/>
            <p:cNvSpPr/>
            <p:nvPr/>
          </p:nvSpPr>
          <p:spPr>
            <a:xfrm>
              <a:off x="12191492" y="3966952"/>
              <a:ext cx="299720" cy="204470"/>
            </a:xfrm>
            <a:custGeom>
              <a:avLst/>
              <a:gdLst/>
              <a:ahLst/>
              <a:cxnLst/>
              <a:rect l="l" t="t" r="r" b="b"/>
              <a:pathLst>
                <a:path w="299720" h="204470">
                  <a:moveTo>
                    <a:pt x="62890" y="0"/>
                  </a:moveTo>
                  <a:lnTo>
                    <a:pt x="0" y="0"/>
                  </a:lnTo>
                  <a:lnTo>
                    <a:pt x="0" y="53759"/>
                  </a:lnTo>
                  <a:lnTo>
                    <a:pt x="62890" y="53759"/>
                  </a:lnTo>
                  <a:lnTo>
                    <a:pt x="62890" y="0"/>
                  </a:lnTo>
                  <a:close/>
                </a:path>
                <a:path w="299720" h="204470">
                  <a:moveTo>
                    <a:pt x="111429" y="0"/>
                  </a:moveTo>
                  <a:lnTo>
                    <a:pt x="88214" y="0"/>
                  </a:lnTo>
                  <a:lnTo>
                    <a:pt x="88214" y="204292"/>
                  </a:lnTo>
                  <a:lnTo>
                    <a:pt x="111429" y="204292"/>
                  </a:lnTo>
                  <a:lnTo>
                    <a:pt x="111429" y="0"/>
                  </a:lnTo>
                  <a:close/>
                </a:path>
                <a:path w="299720" h="204470">
                  <a:moveTo>
                    <a:pt x="210210" y="0"/>
                  </a:moveTo>
                  <a:lnTo>
                    <a:pt x="186994" y="0"/>
                  </a:lnTo>
                  <a:lnTo>
                    <a:pt x="186994" y="204292"/>
                  </a:lnTo>
                  <a:lnTo>
                    <a:pt x="210210" y="204292"/>
                  </a:lnTo>
                  <a:lnTo>
                    <a:pt x="210210" y="0"/>
                  </a:lnTo>
                  <a:close/>
                </a:path>
                <a:path w="299720" h="204470">
                  <a:moveTo>
                    <a:pt x="299694" y="0"/>
                  </a:moveTo>
                  <a:lnTo>
                    <a:pt x="236791" y="0"/>
                  </a:lnTo>
                  <a:lnTo>
                    <a:pt x="236791" y="53759"/>
                  </a:lnTo>
                  <a:lnTo>
                    <a:pt x="299694" y="53759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FFB9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" name="object 681" descr=""/>
            <p:cNvSpPr/>
            <p:nvPr/>
          </p:nvSpPr>
          <p:spPr>
            <a:xfrm>
              <a:off x="12105716" y="3711720"/>
              <a:ext cx="477520" cy="473709"/>
            </a:xfrm>
            <a:custGeom>
              <a:avLst/>
              <a:gdLst/>
              <a:ahLst/>
              <a:cxnLst/>
              <a:rect l="l" t="t" r="r" b="b"/>
              <a:pathLst>
                <a:path w="477520" h="473710">
                  <a:moveTo>
                    <a:pt x="477240" y="143141"/>
                  </a:moveTo>
                  <a:lnTo>
                    <a:pt x="475183" y="143141"/>
                  </a:lnTo>
                  <a:lnTo>
                    <a:pt x="475183" y="0"/>
                  </a:lnTo>
                  <a:lnTo>
                    <a:pt x="408571" y="0"/>
                  </a:lnTo>
                  <a:lnTo>
                    <a:pt x="408571" y="143141"/>
                  </a:lnTo>
                  <a:lnTo>
                    <a:pt x="255905" y="143141"/>
                  </a:lnTo>
                  <a:lnTo>
                    <a:pt x="255905" y="66344"/>
                  </a:lnTo>
                  <a:lnTo>
                    <a:pt x="221348" y="66344"/>
                  </a:lnTo>
                  <a:lnTo>
                    <a:pt x="221348" y="143141"/>
                  </a:lnTo>
                  <a:lnTo>
                    <a:pt x="66624" y="143141"/>
                  </a:lnTo>
                  <a:lnTo>
                    <a:pt x="66624" y="0"/>
                  </a:lnTo>
                  <a:lnTo>
                    <a:pt x="0" y="0"/>
                  </a:lnTo>
                  <a:lnTo>
                    <a:pt x="0" y="473265"/>
                  </a:lnTo>
                  <a:lnTo>
                    <a:pt x="66624" y="473265"/>
                  </a:lnTo>
                  <a:lnTo>
                    <a:pt x="66624" y="177698"/>
                  </a:lnTo>
                  <a:lnTo>
                    <a:pt x="408571" y="177698"/>
                  </a:lnTo>
                  <a:lnTo>
                    <a:pt x="408571" y="473265"/>
                  </a:lnTo>
                  <a:lnTo>
                    <a:pt x="475183" y="473265"/>
                  </a:lnTo>
                  <a:lnTo>
                    <a:pt x="475183" y="177698"/>
                  </a:lnTo>
                  <a:lnTo>
                    <a:pt x="477240" y="177698"/>
                  </a:lnTo>
                  <a:lnTo>
                    <a:pt x="477240" y="143141"/>
                  </a:lnTo>
                  <a:close/>
                </a:path>
              </a:pathLst>
            </a:custGeom>
            <a:solidFill>
              <a:srgbClr val="AE3E2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" name="object 682" descr=""/>
            <p:cNvSpPr/>
            <p:nvPr/>
          </p:nvSpPr>
          <p:spPr>
            <a:xfrm>
              <a:off x="12580899" y="3711720"/>
              <a:ext cx="383540" cy="473709"/>
            </a:xfrm>
            <a:custGeom>
              <a:avLst/>
              <a:gdLst/>
              <a:ahLst/>
              <a:cxnLst/>
              <a:rect l="l" t="t" r="r" b="b"/>
              <a:pathLst>
                <a:path w="383540" h="473710">
                  <a:moveTo>
                    <a:pt x="383298" y="0"/>
                  </a:moveTo>
                  <a:lnTo>
                    <a:pt x="316687" y="0"/>
                  </a:lnTo>
                  <a:lnTo>
                    <a:pt x="316687" y="143141"/>
                  </a:lnTo>
                  <a:lnTo>
                    <a:pt x="66611" y="143141"/>
                  </a:lnTo>
                  <a:lnTo>
                    <a:pt x="66611" y="0"/>
                  </a:lnTo>
                  <a:lnTo>
                    <a:pt x="0" y="0"/>
                  </a:lnTo>
                  <a:lnTo>
                    <a:pt x="0" y="473265"/>
                  </a:lnTo>
                  <a:lnTo>
                    <a:pt x="66611" y="473265"/>
                  </a:lnTo>
                  <a:lnTo>
                    <a:pt x="66611" y="177698"/>
                  </a:lnTo>
                  <a:lnTo>
                    <a:pt x="316687" y="177698"/>
                  </a:lnTo>
                  <a:lnTo>
                    <a:pt x="316687" y="473265"/>
                  </a:lnTo>
                  <a:lnTo>
                    <a:pt x="383298" y="473265"/>
                  </a:lnTo>
                  <a:lnTo>
                    <a:pt x="383298" y="177698"/>
                  </a:lnTo>
                  <a:lnTo>
                    <a:pt x="383298" y="143141"/>
                  </a:lnTo>
                  <a:lnTo>
                    <a:pt x="383298" y="0"/>
                  </a:lnTo>
                  <a:close/>
                </a:path>
              </a:pathLst>
            </a:custGeom>
            <a:solidFill>
              <a:srgbClr val="A4271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" name="object 683" descr=""/>
            <p:cNvSpPr/>
            <p:nvPr/>
          </p:nvSpPr>
          <p:spPr>
            <a:xfrm>
              <a:off x="12595611" y="3564597"/>
              <a:ext cx="601980" cy="267970"/>
            </a:xfrm>
            <a:custGeom>
              <a:avLst/>
              <a:gdLst/>
              <a:ahLst/>
              <a:cxnLst/>
              <a:rect l="l" t="t" r="r" b="b"/>
              <a:pathLst>
                <a:path w="601980" h="267970">
                  <a:moveTo>
                    <a:pt x="310012" y="158403"/>
                  </a:moveTo>
                  <a:lnTo>
                    <a:pt x="78422" y="158403"/>
                  </a:lnTo>
                  <a:lnTo>
                    <a:pt x="98705" y="186545"/>
                  </a:lnTo>
                  <a:lnTo>
                    <a:pt x="130582" y="210142"/>
                  </a:lnTo>
                  <a:lnTo>
                    <a:pt x="171668" y="229394"/>
                  </a:lnTo>
                  <a:lnTo>
                    <a:pt x="219582" y="244502"/>
                  </a:lnTo>
                  <a:lnTo>
                    <a:pt x="271940" y="255667"/>
                  </a:lnTo>
                  <a:lnTo>
                    <a:pt x="326361" y="263089"/>
                  </a:lnTo>
                  <a:lnTo>
                    <a:pt x="380462" y="266970"/>
                  </a:lnTo>
                  <a:lnTo>
                    <a:pt x="431860" y="267510"/>
                  </a:lnTo>
                  <a:lnTo>
                    <a:pt x="478172" y="264910"/>
                  </a:lnTo>
                  <a:lnTo>
                    <a:pt x="517016" y="259370"/>
                  </a:lnTo>
                  <a:lnTo>
                    <a:pt x="546010" y="251091"/>
                  </a:lnTo>
                  <a:lnTo>
                    <a:pt x="587436" y="190737"/>
                  </a:lnTo>
                  <a:lnTo>
                    <a:pt x="391365" y="190737"/>
                  </a:lnTo>
                  <a:lnTo>
                    <a:pt x="310012" y="158403"/>
                  </a:lnTo>
                  <a:close/>
                </a:path>
                <a:path w="601980" h="267970">
                  <a:moveTo>
                    <a:pt x="601537" y="170193"/>
                  </a:moveTo>
                  <a:lnTo>
                    <a:pt x="391365" y="190737"/>
                  </a:lnTo>
                  <a:lnTo>
                    <a:pt x="587436" y="190737"/>
                  </a:lnTo>
                  <a:lnTo>
                    <a:pt x="601537" y="170193"/>
                  </a:lnTo>
                  <a:close/>
                </a:path>
                <a:path w="601980" h="267970">
                  <a:moveTo>
                    <a:pt x="139687" y="0"/>
                  </a:moveTo>
                  <a:lnTo>
                    <a:pt x="12068" y="0"/>
                  </a:lnTo>
                  <a:lnTo>
                    <a:pt x="0" y="123294"/>
                  </a:lnTo>
                  <a:lnTo>
                    <a:pt x="2889" y="180892"/>
                  </a:lnTo>
                  <a:lnTo>
                    <a:pt x="26956" y="187645"/>
                  </a:lnTo>
                  <a:lnTo>
                    <a:pt x="78422" y="158403"/>
                  </a:lnTo>
                  <a:lnTo>
                    <a:pt x="310012" y="158403"/>
                  </a:lnTo>
                  <a:lnTo>
                    <a:pt x="241733" y="132101"/>
                  </a:lnTo>
                  <a:lnTo>
                    <a:pt x="204490" y="118302"/>
                  </a:lnTo>
                  <a:lnTo>
                    <a:pt x="146730" y="98046"/>
                  </a:lnTo>
                  <a:lnTo>
                    <a:pt x="131805" y="95195"/>
                  </a:lnTo>
                  <a:lnTo>
                    <a:pt x="122313" y="94256"/>
                  </a:lnTo>
                  <a:lnTo>
                    <a:pt x="84397" y="83680"/>
                  </a:lnTo>
                  <a:lnTo>
                    <a:pt x="80602" y="80680"/>
                  </a:lnTo>
                  <a:lnTo>
                    <a:pt x="82623" y="80296"/>
                  </a:lnTo>
                  <a:lnTo>
                    <a:pt x="169119" y="80296"/>
                  </a:lnTo>
                  <a:lnTo>
                    <a:pt x="171011" y="74706"/>
                  </a:lnTo>
                  <a:lnTo>
                    <a:pt x="171129" y="64950"/>
                  </a:lnTo>
                  <a:lnTo>
                    <a:pt x="168426" y="52814"/>
                  </a:lnTo>
                  <a:lnTo>
                    <a:pt x="162532" y="38086"/>
                  </a:lnTo>
                  <a:lnTo>
                    <a:pt x="153075" y="20552"/>
                  </a:lnTo>
                  <a:lnTo>
                    <a:pt x="139687" y="0"/>
                  </a:lnTo>
                  <a:close/>
                </a:path>
                <a:path w="601980" h="267970">
                  <a:moveTo>
                    <a:pt x="169119" y="80296"/>
                  </a:moveTo>
                  <a:lnTo>
                    <a:pt x="82623" y="80296"/>
                  </a:lnTo>
                  <a:lnTo>
                    <a:pt x="87750" y="80939"/>
                  </a:lnTo>
                  <a:lnTo>
                    <a:pt x="96354" y="82823"/>
                  </a:lnTo>
                  <a:lnTo>
                    <a:pt x="108805" y="86160"/>
                  </a:lnTo>
                  <a:lnTo>
                    <a:pt x="125474" y="91163"/>
                  </a:lnTo>
                  <a:lnTo>
                    <a:pt x="138029" y="95229"/>
                  </a:lnTo>
                  <a:lnTo>
                    <a:pt x="141070" y="95245"/>
                  </a:lnTo>
                  <a:lnTo>
                    <a:pt x="149737" y="94193"/>
                  </a:lnTo>
                  <a:lnTo>
                    <a:pt x="157434" y="91826"/>
                  </a:lnTo>
                  <a:lnTo>
                    <a:pt x="163793" y="87931"/>
                  </a:lnTo>
                  <a:lnTo>
                    <a:pt x="168442" y="82296"/>
                  </a:lnTo>
                  <a:lnTo>
                    <a:pt x="169119" y="80296"/>
                  </a:lnTo>
                  <a:close/>
                </a:path>
                <a:path w="601980" h="267970">
                  <a:moveTo>
                    <a:pt x="82623" y="80296"/>
                  </a:moveTo>
                  <a:lnTo>
                    <a:pt x="80602" y="80680"/>
                  </a:lnTo>
                  <a:lnTo>
                    <a:pt x="81317" y="81880"/>
                  </a:lnTo>
                  <a:lnTo>
                    <a:pt x="84397" y="83680"/>
                  </a:lnTo>
                  <a:lnTo>
                    <a:pt x="122313" y="94256"/>
                  </a:lnTo>
                  <a:lnTo>
                    <a:pt x="138029" y="95229"/>
                  </a:lnTo>
                  <a:lnTo>
                    <a:pt x="125474" y="91163"/>
                  </a:lnTo>
                  <a:lnTo>
                    <a:pt x="108805" y="86160"/>
                  </a:lnTo>
                  <a:lnTo>
                    <a:pt x="96354" y="82823"/>
                  </a:lnTo>
                  <a:lnTo>
                    <a:pt x="87750" y="80939"/>
                  </a:lnTo>
                  <a:lnTo>
                    <a:pt x="82623" y="80296"/>
                  </a:lnTo>
                  <a:close/>
                </a:path>
              </a:pathLst>
            </a:custGeom>
            <a:solidFill>
              <a:srgbClr val="AE3E2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" name="object 684" descr=""/>
            <p:cNvSpPr/>
            <p:nvPr/>
          </p:nvSpPr>
          <p:spPr>
            <a:xfrm>
              <a:off x="11898665" y="3564599"/>
              <a:ext cx="826135" cy="254000"/>
            </a:xfrm>
            <a:custGeom>
              <a:avLst/>
              <a:gdLst/>
              <a:ahLst/>
              <a:cxnLst/>
              <a:rect l="l" t="t" r="r" b="b"/>
              <a:pathLst>
                <a:path w="826134" h="254000">
                  <a:moveTo>
                    <a:pt x="710313" y="0"/>
                  </a:moveTo>
                  <a:lnTo>
                    <a:pt x="574788" y="0"/>
                  </a:lnTo>
                  <a:lnTo>
                    <a:pt x="522494" y="33817"/>
                  </a:lnTo>
                  <a:lnTo>
                    <a:pt x="472667" y="63480"/>
                  </a:lnTo>
                  <a:lnTo>
                    <a:pt x="425110" y="89242"/>
                  </a:lnTo>
                  <a:lnTo>
                    <a:pt x="379626" y="111353"/>
                  </a:lnTo>
                  <a:lnTo>
                    <a:pt x="336018" y="130066"/>
                  </a:lnTo>
                  <a:lnTo>
                    <a:pt x="294089" y="145633"/>
                  </a:lnTo>
                  <a:lnTo>
                    <a:pt x="253641" y="158305"/>
                  </a:lnTo>
                  <a:lnTo>
                    <a:pt x="214478" y="168335"/>
                  </a:lnTo>
                  <a:lnTo>
                    <a:pt x="176403" y="175973"/>
                  </a:lnTo>
                  <a:lnTo>
                    <a:pt x="0" y="128540"/>
                  </a:lnTo>
                  <a:lnTo>
                    <a:pt x="55527" y="220537"/>
                  </a:lnTo>
                  <a:lnTo>
                    <a:pt x="120288" y="236003"/>
                  </a:lnTo>
                  <a:lnTo>
                    <a:pt x="163808" y="242423"/>
                  </a:lnTo>
                  <a:lnTo>
                    <a:pt x="213080" y="247650"/>
                  </a:lnTo>
                  <a:lnTo>
                    <a:pt x="266847" y="251447"/>
                  </a:lnTo>
                  <a:lnTo>
                    <a:pt x="323853" y="253576"/>
                  </a:lnTo>
                  <a:lnTo>
                    <a:pt x="382842" y="253798"/>
                  </a:lnTo>
                  <a:lnTo>
                    <a:pt x="442557" y="251876"/>
                  </a:lnTo>
                  <a:lnTo>
                    <a:pt x="501742" y="247572"/>
                  </a:lnTo>
                  <a:lnTo>
                    <a:pt x="559141" y="240648"/>
                  </a:lnTo>
                  <a:lnTo>
                    <a:pt x="613497" y="230867"/>
                  </a:lnTo>
                  <a:lnTo>
                    <a:pt x="663554" y="217989"/>
                  </a:lnTo>
                  <a:lnTo>
                    <a:pt x="708056" y="201778"/>
                  </a:lnTo>
                  <a:lnTo>
                    <a:pt x="745746" y="181995"/>
                  </a:lnTo>
                  <a:lnTo>
                    <a:pt x="775369" y="158403"/>
                  </a:lnTo>
                  <a:lnTo>
                    <a:pt x="775369" y="83055"/>
                  </a:lnTo>
                  <a:lnTo>
                    <a:pt x="825576" y="115713"/>
                  </a:lnTo>
                  <a:lnTo>
                    <a:pt x="784222" y="87139"/>
                  </a:lnTo>
                  <a:lnTo>
                    <a:pt x="749733" y="51436"/>
                  </a:lnTo>
                  <a:lnTo>
                    <a:pt x="724350" y="18944"/>
                  </a:lnTo>
                  <a:lnTo>
                    <a:pt x="710313" y="0"/>
                  </a:lnTo>
                  <a:close/>
                </a:path>
              </a:pathLst>
            </a:custGeom>
            <a:solidFill>
              <a:srgbClr val="C0685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" name="object 685" descr=""/>
            <p:cNvSpPr/>
            <p:nvPr/>
          </p:nvSpPr>
          <p:spPr>
            <a:xfrm>
              <a:off x="12586734" y="3492813"/>
              <a:ext cx="645160" cy="280670"/>
            </a:xfrm>
            <a:custGeom>
              <a:avLst/>
              <a:gdLst/>
              <a:ahLst/>
              <a:cxnLst/>
              <a:rect l="l" t="t" r="r" b="b"/>
              <a:pathLst>
                <a:path w="645159" h="280670">
                  <a:moveTo>
                    <a:pt x="145793" y="0"/>
                  </a:moveTo>
                  <a:lnTo>
                    <a:pt x="7850" y="0"/>
                  </a:lnTo>
                  <a:lnTo>
                    <a:pt x="0" y="122084"/>
                  </a:lnTo>
                  <a:lnTo>
                    <a:pt x="5791" y="178599"/>
                  </a:lnTo>
                  <a:lnTo>
                    <a:pt x="32792" y="183781"/>
                  </a:lnTo>
                  <a:lnTo>
                    <a:pt x="88570" y="151869"/>
                  </a:lnTo>
                  <a:lnTo>
                    <a:pt x="103676" y="182891"/>
                  </a:lnTo>
                  <a:lnTo>
                    <a:pt x="167658" y="231062"/>
                  </a:lnTo>
                  <a:lnTo>
                    <a:pt x="212550" y="248619"/>
                  </a:lnTo>
                  <a:lnTo>
                    <a:pt x="263387" y="262095"/>
                  </a:lnTo>
                  <a:lnTo>
                    <a:pt x="318176" y="271694"/>
                  </a:lnTo>
                  <a:lnTo>
                    <a:pt x="374925" y="277618"/>
                  </a:lnTo>
                  <a:lnTo>
                    <a:pt x="431642" y="280072"/>
                  </a:lnTo>
                  <a:lnTo>
                    <a:pt x="486335" y="279259"/>
                  </a:lnTo>
                  <a:lnTo>
                    <a:pt x="537012" y="275382"/>
                  </a:lnTo>
                  <a:lnTo>
                    <a:pt x="581681" y="268645"/>
                  </a:lnTo>
                  <a:lnTo>
                    <a:pt x="618349" y="259252"/>
                  </a:lnTo>
                  <a:lnTo>
                    <a:pt x="645024" y="247406"/>
                  </a:lnTo>
                  <a:lnTo>
                    <a:pt x="645024" y="183973"/>
                  </a:lnTo>
                  <a:lnTo>
                    <a:pt x="417848" y="206171"/>
                  </a:lnTo>
                  <a:lnTo>
                    <a:pt x="300151" y="143578"/>
                  </a:lnTo>
                  <a:lnTo>
                    <a:pt x="214986" y="76082"/>
                  </a:lnTo>
                  <a:lnTo>
                    <a:pt x="163239" y="22088"/>
                  </a:lnTo>
                  <a:lnTo>
                    <a:pt x="145793" y="0"/>
                  </a:lnTo>
                  <a:close/>
                </a:path>
              </a:pathLst>
            </a:custGeom>
            <a:solidFill>
              <a:srgbClr val="0A133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" name="object 686" descr=""/>
            <p:cNvSpPr/>
            <p:nvPr/>
          </p:nvSpPr>
          <p:spPr>
            <a:xfrm>
              <a:off x="11828196" y="3429387"/>
              <a:ext cx="1403985" cy="337820"/>
            </a:xfrm>
            <a:custGeom>
              <a:avLst/>
              <a:gdLst/>
              <a:ahLst/>
              <a:cxnLst/>
              <a:rect l="l" t="t" r="r" b="b"/>
              <a:pathLst>
                <a:path w="1403984" h="337820">
                  <a:moveTo>
                    <a:pt x="1403553" y="247396"/>
                  </a:moveTo>
                  <a:lnTo>
                    <a:pt x="1233551" y="224116"/>
                  </a:lnTo>
                  <a:lnTo>
                    <a:pt x="1062139" y="137363"/>
                  </a:lnTo>
                  <a:lnTo>
                    <a:pt x="929690" y="43776"/>
                  </a:lnTo>
                  <a:lnTo>
                    <a:pt x="876566" y="0"/>
                  </a:lnTo>
                  <a:lnTo>
                    <a:pt x="766381" y="0"/>
                  </a:lnTo>
                  <a:lnTo>
                    <a:pt x="762292" y="63436"/>
                  </a:lnTo>
                  <a:lnTo>
                    <a:pt x="621296" y="63436"/>
                  </a:lnTo>
                  <a:lnTo>
                    <a:pt x="564769" y="99987"/>
                  </a:lnTo>
                  <a:lnTo>
                    <a:pt x="510908" y="132054"/>
                  </a:lnTo>
                  <a:lnTo>
                    <a:pt x="459511" y="159905"/>
                  </a:lnTo>
                  <a:lnTo>
                    <a:pt x="410349" y="183807"/>
                  </a:lnTo>
                  <a:lnTo>
                    <a:pt x="363207" y="204038"/>
                  </a:lnTo>
                  <a:lnTo>
                    <a:pt x="317881" y="220853"/>
                  </a:lnTo>
                  <a:lnTo>
                    <a:pt x="274167" y="234556"/>
                  </a:lnTo>
                  <a:lnTo>
                    <a:pt x="231825" y="245389"/>
                  </a:lnTo>
                  <a:lnTo>
                    <a:pt x="190665" y="253644"/>
                  </a:lnTo>
                  <a:lnTo>
                    <a:pt x="0" y="202374"/>
                  </a:lnTo>
                  <a:lnTo>
                    <a:pt x="0" y="265823"/>
                  </a:lnTo>
                  <a:lnTo>
                    <a:pt x="55968" y="291947"/>
                  </a:lnTo>
                  <a:lnTo>
                    <a:pt x="93548" y="303174"/>
                  </a:lnTo>
                  <a:lnTo>
                    <a:pt x="136423" y="313042"/>
                  </a:lnTo>
                  <a:lnTo>
                    <a:pt x="183743" y="321411"/>
                  </a:lnTo>
                  <a:lnTo>
                    <a:pt x="234696" y="328155"/>
                  </a:lnTo>
                  <a:lnTo>
                    <a:pt x="288417" y="333184"/>
                  </a:lnTo>
                  <a:lnTo>
                    <a:pt x="344106" y="336359"/>
                  </a:lnTo>
                  <a:lnTo>
                    <a:pt x="400913" y="337566"/>
                  </a:lnTo>
                  <a:lnTo>
                    <a:pt x="458000" y="336689"/>
                  </a:lnTo>
                  <a:lnTo>
                    <a:pt x="514540" y="333603"/>
                  </a:lnTo>
                  <a:lnTo>
                    <a:pt x="569696" y="328193"/>
                  </a:lnTo>
                  <a:lnTo>
                    <a:pt x="622642" y="320344"/>
                  </a:lnTo>
                  <a:lnTo>
                    <a:pt x="672541" y="309930"/>
                  </a:lnTo>
                  <a:lnTo>
                    <a:pt x="718553" y="296837"/>
                  </a:lnTo>
                  <a:lnTo>
                    <a:pt x="759841" y="280949"/>
                  </a:lnTo>
                  <a:lnTo>
                    <a:pt x="795591" y="262140"/>
                  </a:lnTo>
                  <a:lnTo>
                    <a:pt x="807008" y="253644"/>
                  </a:lnTo>
                  <a:lnTo>
                    <a:pt x="824953" y="240296"/>
                  </a:lnTo>
                  <a:lnTo>
                    <a:pt x="847102" y="215303"/>
                  </a:lnTo>
                  <a:lnTo>
                    <a:pt x="847102" y="157022"/>
                  </a:lnTo>
                  <a:lnTo>
                    <a:pt x="843889" y="153708"/>
                  </a:lnTo>
                  <a:lnTo>
                    <a:pt x="847102" y="151866"/>
                  </a:lnTo>
                  <a:lnTo>
                    <a:pt x="847102" y="157022"/>
                  </a:lnTo>
                  <a:lnTo>
                    <a:pt x="847686" y="157632"/>
                  </a:lnTo>
                  <a:lnTo>
                    <a:pt x="851027" y="159956"/>
                  </a:lnTo>
                  <a:lnTo>
                    <a:pt x="862203" y="182892"/>
                  </a:lnTo>
                  <a:lnTo>
                    <a:pt x="889241" y="209219"/>
                  </a:lnTo>
                  <a:lnTo>
                    <a:pt x="926185" y="231063"/>
                  </a:lnTo>
                  <a:lnTo>
                    <a:pt x="971080" y="248615"/>
                  </a:lnTo>
                  <a:lnTo>
                    <a:pt x="1021918" y="262089"/>
                  </a:lnTo>
                  <a:lnTo>
                    <a:pt x="1076706" y="271691"/>
                  </a:lnTo>
                  <a:lnTo>
                    <a:pt x="1133462" y="277609"/>
                  </a:lnTo>
                  <a:lnTo>
                    <a:pt x="1190180" y="280073"/>
                  </a:lnTo>
                  <a:lnTo>
                    <a:pt x="1244866" y="279260"/>
                  </a:lnTo>
                  <a:lnTo>
                    <a:pt x="1295539" y="275374"/>
                  </a:lnTo>
                  <a:lnTo>
                    <a:pt x="1340218" y="268643"/>
                  </a:lnTo>
                  <a:lnTo>
                    <a:pt x="1376883" y="259245"/>
                  </a:lnTo>
                  <a:lnTo>
                    <a:pt x="1403553" y="247396"/>
                  </a:lnTo>
                  <a:close/>
                </a:path>
              </a:pathLst>
            </a:custGeom>
            <a:solidFill>
              <a:srgbClr val="1C234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" name="object 687" descr=""/>
            <p:cNvSpPr/>
            <p:nvPr/>
          </p:nvSpPr>
          <p:spPr>
            <a:xfrm>
              <a:off x="11828195" y="3429379"/>
              <a:ext cx="847725" cy="274320"/>
            </a:xfrm>
            <a:custGeom>
              <a:avLst/>
              <a:gdLst/>
              <a:ahLst/>
              <a:cxnLst/>
              <a:rect l="l" t="t" r="r" b="b"/>
              <a:pathLst>
                <a:path w="847725" h="274320">
                  <a:moveTo>
                    <a:pt x="767798" y="0"/>
                  </a:moveTo>
                  <a:lnTo>
                    <a:pt x="621300" y="0"/>
                  </a:lnTo>
                  <a:lnTo>
                    <a:pt x="561081" y="38842"/>
                  </a:lnTo>
                  <a:lnTo>
                    <a:pt x="503884" y="72593"/>
                  </a:lnTo>
                  <a:lnTo>
                    <a:pt x="449448" y="101583"/>
                  </a:lnTo>
                  <a:lnTo>
                    <a:pt x="397515" y="126142"/>
                  </a:lnTo>
                  <a:lnTo>
                    <a:pt x="347826" y="146603"/>
                  </a:lnTo>
                  <a:lnTo>
                    <a:pt x="300121" y="163294"/>
                  </a:lnTo>
                  <a:lnTo>
                    <a:pt x="254142" y="176547"/>
                  </a:lnTo>
                  <a:lnTo>
                    <a:pt x="209630" y="186692"/>
                  </a:lnTo>
                  <a:lnTo>
                    <a:pt x="166325" y="194061"/>
                  </a:lnTo>
                  <a:lnTo>
                    <a:pt x="123968" y="198983"/>
                  </a:lnTo>
                  <a:lnTo>
                    <a:pt x="82301" y="201790"/>
                  </a:lnTo>
                  <a:lnTo>
                    <a:pt x="41065" y="202813"/>
                  </a:lnTo>
                  <a:lnTo>
                    <a:pt x="0" y="202381"/>
                  </a:lnTo>
                  <a:lnTo>
                    <a:pt x="24508" y="216012"/>
                  </a:lnTo>
                  <a:lnTo>
                    <a:pt x="93556" y="239741"/>
                  </a:lnTo>
                  <a:lnTo>
                    <a:pt x="136428" y="249602"/>
                  </a:lnTo>
                  <a:lnTo>
                    <a:pt x="183753" y="257970"/>
                  </a:lnTo>
                  <a:lnTo>
                    <a:pt x="234698" y="264725"/>
                  </a:lnTo>
                  <a:lnTo>
                    <a:pt x="288429" y="269749"/>
                  </a:lnTo>
                  <a:lnTo>
                    <a:pt x="344113" y="272924"/>
                  </a:lnTo>
                  <a:lnTo>
                    <a:pt x="400916" y="274130"/>
                  </a:lnTo>
                  <a:lnTo>
                    <a:pt x="458005" y="273250"/>
                  </a:lnTo>
                  <a:lnTo>
                    <a:pt x="514546" y="270165"/>
                  </a:lnTo>
                  <a:lnTo>
                    <a:pt x="569705" y="264756"/>
                  </a:lnTo>
                  <a:lnTo>
                    <a:pt x="622648" y="256905"/>
                  </a:lnTo>
                  <a:lnTo>
                    <a:pt x="672543" y="246493"/>
                  </a:lnTo>
                  <a:lnTo>
                    <a:pt x="718555" y="233401"/>
                  </a:lnTo>
                  <a:lnTo>
                    <a:pt x="759851" y="217512"/>
                  </a:lnTo>
                  <a:lnTo>
                    <a:pt x="795597" y="198706"/>
                  </a:lnTo>
                  <a:lnTo>
                    <a:pt x="847105" y="151869"/>
                  </a:lnTo>
                  <a:lnTo>
                    <a:pt x="795822" y="136378"/>
                  </a:lnTo>
                  <a:lnTo>
                    <a:pt x="772882" y="83257"/>
                  </a:lnTo>
                  <a:lnTo>
                    <a:pt x="767226" y="26475"/>
                  </a:lnTo>
                  <a:lnTo>
                    <a:pt x="767798" y="0"/>
                  </a:lnTo>
                  <a:close/>
                </a:path>
              </a:pathLst>
            </a:custGeom>
            <a:solidFill>
              <a:srgbClr val="282E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" name="object 688" descr=""/>
            <p:cNvSpPr/>
            <p:nvPr/>
          </p:nvSpPr>
          <p:spPr>
            <a:xfrm>
              <a:off x="12040286" y="4075702"/>
              <a:ext cx="541020" cy="109855"/>
            </a:xfrm>
            <a:custGeom>
              <a:avLst/>
              <a:gdLst/>
              <a:ahLst/>
              <a:cxnLst/>
              <a:rect l="l" t="t" r="r" b="b"/>
              <a:pathLst>
                <a:path w="541020" h="109854">
                  <a:moveTo>
                    <a:pt x="540613" y="0"/>
                  </a:moveTo>
                  <a:lnTo>
                    <a:pt x="521119" y="0"/>
                  </a:lnTo>
                  <a:lnTo>
                    <a:pt x="521119" y="16421"/>
                  </a:lnTo>
                  <a:lnTo>
                    <a:pt x="521119" y="48501"/>
                  </a:lnTo>
                  <a:lnTo>
                    <a:pt x="521119" y="64922"/>
                  </a:lnTo>
                  <a:lnTo>
                    <a:pt x="521119" y="92862"/>
                  </a:lnTo>
                  <a:lnTo>
                    <a:pt x="366915" y="92862"/>
                  </a:lnTo>
                  <a:lnTo>
                    <a:pt x="366915" y="64922"/>
                  </a:lnTo>
                  <a:lnTo>
                    <a:pt x="521119" y="64922"/>
                  </a:lnTo>
                  <a:lnTo>
                    <a:pt x="521119" y="48501"/>
                  </a:lnTo>
                  <a:lnTo>
                    <a:pt x="366915" y="48501"/>
                  </a:lnTo>
                  <a:lnTo>
                    <a:pt x="366915" y="16421"/>
                  </a:lnTo>
                  <a:lnTo>
                    <a:pt x="521119" y="16421"/>
                  </a:lnTo>
                  <a:lnTo>
                    <a:pt x="521119" y="0"/>
                  </a:lnTo>
                  <a:lnTo>
                    <a:pt x="347408" y="0"/>
                  </a:lnTo>
                  <a:lnTo>
                    <a:pt x="347408" y="16421"/>
                  </a:lnTo>
                  <a:lnTo>
                    <a:pt x="347408" y="48501"/>
                  </a:lnTo>
                  <a:lnTo>
                    <a:pt x="347408" y="64922"/>
                  </a:lnTo>
                  <a:lnTo>
                    <a:pt x="347408" y="92862"/>
                  </a:lnTo>
                  <a:lnTo>
                    <a:pt x="193205" y="92862"/>
                  </a:lnTo>
                  <a:lnTo>
                    <a:pt x="193205" y="64922"/>
                  </a:lnTo>
                  <a:lnTo>
                    <a:pt x="347408" y="64922"/>
                  </a:lnTo>
                  <a:lnTo>
                    <a:pt x="347408" y="48501"/>
                  </a:lnTo>
                  <a:lnTo>
                    <a:pt x="193205" y="48501"/>
                  </a:lnTo>
                  <a:lnTo>
                    <a:pt x="193205" y="16421"/>
                  </a:lnTo>
                  <a:lnTo>
                    <a:pt x="347408" y="16421"/>
                  </a:lnTo>
                  <a:lnTo>
                    <a:pt x="347408" y="0"/>
                  </a:lnTo>
                  <a:lnTo>
                    <a:pt x="173697" y="0"/>
                  </a:lnTo>
                  <a:lnTo>
                    <a:pt x="173697" y="16421"/>
                  </a:lnTo>
                  <a:lnTo>
                    <a:pt x="173697" y="48501"/>
                  </a:lnTo>
                  <a:lnTo>
                    <a:pt x="173697" y="64922"/>
                  </a:lnTo>
                  <a:lnTo>
                    <a:pt x="173697" y="92862"/>
                  </a:lnTo>
                  <a:lnTo>
                    <a:pt x="19494" y="92862"/>
                  </a:lnTo>
                  <a:lnTo>
                    <a:pt x="19494" y="64922"/>
                  </a:lnTo>
                  <a:lnTo>
                    <a:pt x="173697" y="64922"/>
                  </a:lnTo>
                  <a:lnTo>
                    <a:pt x="173697" y="48501"/>
                  </a:lnTo>
                  <a:lnTo>
                    <a:pt x="19494" y="48501"/>
                  </a:lnTo>
                  <a:lnTo>
                    <a:pt x="19494" y="16421"/>
                  </a:lnTo>
                  <a:lnTo>
                    <a:pt x="173697" y="16421"/>
                  </a:lnTo>
                  <a:lnTo>
                    <a:pt x="173697" y="0"/>
                  </a:lnTo>
                  <a:lnTo>
                    <a:pt x="0" y="0"/>
                  </a:lnTo>
                  <a:lnTo>
                    <a:pt x="0" y="8204"/>
                  </a:lnTo>
                  <a:lnTo>
                    <a:pt x="0" y="16421"/>
                  </a:lnTo>
                  <a:lnTo>
                    <a:pt x="0" y="48501"/>
                  </a:lnTo>
                  <a:lnTo>
                    <a:pt x="0" y="64922"/>
                  </a:lnTo>
                  <a:lnTo>
                    <a:pt x="0" y="92862"/>
                  </a:lnTo>
                  <a:lnTo>
                    <a:pt x="0" y="109283"/>
                  </a:lnTo>
                  <a:lnTo>
                    <a:pt x="19494" y="109283"/>
                  </a:lnTo>
                  <a:lnTo>
                    <a:pt x="540613" y="109283"/>
                  </a:lnTo>
                  <a:lnTo>
                    <a:pt x="540613" y="92862"/>
                  </a:lnTo>
                  <a:lnTo>
                    <a:pt x="540613" y="64922"/>
                  </a:lnTo>
                  <a:lnTo>
                    <a:pt x="540613" y="48501"/>
                  </a:lnTo>
                  <a:lnTo>
                    <a:pt x="540613" y="16421"/>
                  </a:lnTo>
                  <a:lnTo>
                    <a:pt x="540613" y="8204"/>
                  </a:lnTo>
                  <a:lnTo>
                    <a:pt x="540613" y="0"/>
                  </a:lnTo>
                  <a:close/>
                </a:path>
              </a:pathLst>
            </a:custGeom>
            <a:solidFill>
              <a:srgbClr val="C0685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" name="object 689" descr=""/>
            <p:cNvSpPr/>
            <p:nvPr/>
          </p:nvSpPr>
          <p:spPr>
            <a:xfrm>
              <a:off x="12580899" y="4075702"/>
              <a:ext cx="440690" cy="109855"/>
            </a:xfrm>
            <a:custGeom>
              <a:avLst/>
              <a:gdLst/>
              <a:ahLst/>
              <a:cxnLst/>
              <a:rect l="l" t="t" r="r" b="b"/>
              <a:pathLst>
                <a:path w="440690" h="109854">
                  <a:moveTo>
                    <a:pt x="440651" y="0"/>
                  </a:moveTo>
                  <a:lnTo>
                    <a:pt x="421157" y="0"/>
                  </a:lnTo>
                  <a:lnTo>
                    <a:pt x="421157" y="16421"/>
                  </a:lnTo>
                  <a:lnTo>
                    <a:pt x="421157" y="48501"/>
                  </a:lnTo>
                  <a:lnTo>
                    <a:pt x="421157" y="64922"/>
                  </a:lnTo>
                  <a:lnTo>
                    <a:pt x="421157" y="92862"/>
                  </a:lnTo>
                  <a:lnTo>
                    <a:pt x="300278" y="92862"/>
                  </a:lnTo>
                  <a:lnTo>
                    <a:pt x="300278" y="64922"/>
                  </a:lnTo>
                  <a:lnTo>
                    <a:pt x="421157" y="64922"/>
                  </a:lnTo>
                  <a:lnTo>
                    <a:pt x="421157" y="48501"/>
                  </a:lnTo>
                  <a:lnTo>
                    <a:pt x="300278" y="48501"/>
                  </a:lnTo>
                  <a:lnTo>
                    <a:pt x="300278" y="16421"/>
                  </a:lnTo>
                  <a:lnTo>
                    <a:pt x="421157" y="16421"/>
                  </a:lnTo>
                  <a:lnTo>
                    <a:pt x="421157" y="0"/>
                  </a:lnTo>
                  <a:lnTo>
                    <a:pt x="280771" y="0"/>
                  </a:lnTo>
                  <a:lnTo>
                    <a:pt x="280771" y="16421"/>
                  </a:lnTo>
                  <a:lnTo>
                    <a:pt x="280771" y="48501"/>
                  </a:lnTo>
                  <a:lnTo>
                    <a:pt x="280771" y="64922"/>
                  </a:lnTo>
                  <a:lnTo>
                    <a:pt x="280771" y="92862"/>
                  </a:lnTo>
                  <a:lnTo>
                    <a:pt x="159880" y="92862"/>
                  </a:lnTo>
                  <a:lnTo>
                    <a:pt x="159880" y="64922"/>
                  </a:lnTo>
                  <a:lnTo>
                    <a:pt x="280771" y="64922"/>
                  </a:lnTo>
                  <a:lnTo>
                    <a:pt x="280771" y="48501"/>
                  </a:lnTo>
                  <a:lnTo>
                    <a:pt x="159880" y="48501"/>
                  </a:lnTo>
                  <a:lnTo>
                    <a:pt x="159880" y="16421"/>
                  </a:lnTo>
                  <a:lnTo>
                    <a:pt x="280771" y="16421"/>
                  </a:lnTo>
                  <a:lnTo>
                    <a:pt x="280771" y="0"/>
                  </a:lnTo>
                  <a:lnTo>
                    <a:pt x="140385" y="0"/>
                  </a:lnTo>
                  <a:lnTo>
                    <a:pt x="140385" y="16421"/>
                  </a:lnTo>
                  <a:lnTo>
                    <a:pt x="140385" y="48501"/>
                  </a:lnTo>
                  <a:lnTo>
                    <a:pt x="140385" y="64922"/>
                  </a:lnTo>
                  <a:lnTo>
                    <a:pt x="140385" y="92862"/>
                  </a:lnTo>
                  <a:lnTo>
                    <a:pt x="19494" y="92862"/>
                  </a:lnTo>
                  <a:lnTo>
                    <a:pt x="19494" y="64922"/>
                  </a:lnTo>
                  <a:lnTo>
                    <a:pt x="140385" y="64922"/>
                  </a:lnTo>
                  <a:lnTo>
                    <a:pt x="140385" y="48501"/>
                  </a:lnTo>
                  <a:lnTo>
                    <a:pt x="19494" y="48501"/>
                  </a:lnTo>
                  <a:lnTo>
                    <a:pt x="19494" y="16421"/>
                  </a:lnTo>
                  <a:lnTo>
                    <a:pt x="140385" y="16421"/>
                  </a:lnTo>
                  <a:lnTo>
                    <a:pt x="140385" y="0"/>
                  </a:lnTo>
                  <a:lnTo>
                    <a:pt x="0" y="0"/>
                  </a:lnTo>
                  <a:lnTo>
                    <a:pt x="0" y="8204"/>
                  </a:lnTo>
                  <a:lnTo>
                    <a:pt x="0" y="16421"/>
                  </a:lnTo>
                  <a:lnTo>
                    <a:pt x="0" y="48501"/>
                  </a:lnTo>
                  <a:lnTo>
                    <a:pt x="0" y="64922"/>
                  </a:lnTo>
                  <a:lnTo>
                    <a:pt x="0" y="92862"/>
                  </a:lnTo>
                  <a:lnTo>
                    <a:pt x="0" y="109283"/>
                  </a:lnTo>
                  <a:lnTo>
                    <a:pt x="19494" y="109283"/>
                  </a:lnTo>
                  <a:lnTo>
                    <a:pt x="440651" y="109283"/>
                  </a:lnTo>
                  <a:lnTo>
                    <a:pt x="440651" y="92862"/>
                  </a:lnTo>
                  <a:lnTo>
                    <a:pt x="440651" y="64922"/>
                  </a:lnTo>
                  <a:lnTo>
                    <a:pt x="440651" y="48501"/>
                  </a:lnTo>
                  <a:lnTo>
                    <a:pt x="440651" y="16421"/>
                  </a:lnTo>
                  <a:lnTo>
                    <a:pt x="440651" y="8204"/>
                  </a:lnTo>
                  <a:lnTo>
                    <a:pt x="440651" y="0"/>
                  </a:lnTo>
                  <a:close/>
                </a:path>
              </a:pathLst>
            </a:custGeom>
            <a:solidFill>
              <a:srgbClr val="AE3E2C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90" name="object 690" descr=""/>
          <p:cNvGrpSpPr/>
          <p:nvPr/>
        </p:nvGrpSpPr>
        <p:grpSpPr>
          <a:xfrm>
            <a:off x="11828195" y="2844145"/>
            <a:ext cx="1403985" cy="755650"/>
            <a:chOff x="11828195" y="2844145"/>
            <a:chExt cx="1403985" cy="755650"/>
          </a:xfrm>
        </p:grpSpPr>
        <p:sp>
          <p:nvSpPr>
            <p:cNvPr id="691" name="object 691" descr=""/>
            <p:cNvSpPr/>
            <p:nvPr/>
          </p:nvSpPr>
          <p:spPr>
            <a:xfrm>
              <a:off x="12589399" y="3067971"/>
              <a:ext cx="511809" cy="227965"/>
            </a:xfrm>
            <a:custGeom>
              <a:avLst/>
              <a:gdLst/>
              <a:ahLst/>
              <a:cxnLst/>
              <a:rect l="l" t="t" r="r" b="b"/>
              <a:pathLst>
                <a:path w="511809" h="227964">
                  <a:moveTo>
                    <a:pt x="263496" y="134634"/>
                  </a:moveTo>
                  <a:lnTo>
                    <a:pt x="66663" y="134634"/>
                  </a:lnTo>
                  <a:lnTo>
                    <a:pt x="89141" y="163334"/>
                  </a:lnTo>
                  <a:lnTo>
                    <a:pt x="125666" y="186320"/>
                  </a:lnTo>
                  <a:lnTo>
                    <a:pt x="172541" y="203904"/>
                  </a:lnTo>
                  <a:lnTo>
                    <a:pt x="226067" y="216398"/>
                  </a:lnTo>
                  <a:lnTo>
                    <a:pt x="282547" y="224112"/>
                  </a:lnTo>
                  <a:lnTo>
                    <a:pt x="338284" y="227359"/>
                  </a:lnTo>
                  <a:lnTo>
                    <a:pt x="389581" y="226449"/>
                  </a:lnTo>
                  <a:lnTo>
                    <a:pt x="432740" y="221695"/>
                  </a:lnTo>
                  <a:lnTo>
                    <a:pt x="464064" y="213407"/>
                  </a:lnTo>
                  <a:lnTo>
                    <a:pt x="499275" y="162110"/>
                  </a:lnTo>
                  <a:lnTo>
                    <a:pt x="332634" y="162110"/>
                  </a:lnTo>
                  <a:lnTo>
                    <a:pt x="275987" y="139490"/>
                  </a:lnTo>
                  <a:lnTo>
                    <a:pt x="263496" y="134634"/>
                  </a:lnTo>
                  <a:close/>
                </a:path>
                <a:path w="511809" h="227964">
                  <a:moveTo>
                    <a:pt x="511256" y="144655"/>
                  </a:moveTo>
                  <a:lnTo>
                    <a:pt x="332634" y="162110"/>
                  </a:lnTo>
                  <a:lnTo>
                    <a:pt x="499275" y="162110"/>
                  </a:lnTo>
                  <a:lnTo>
                    <a:pt x="511256" y="144655"/>
                  </a:lnTo>
                  <a:close/>
                </a:path>
                <a:path w="511809" h="227964">
                  <a:moveTo>
                    <a:pt x="118724" y="0"/>
                  </a:moveTo>
                  <a:lnTo>
                    <a:pt x="10256" y="0"/>
                  </a:lnTo>
                  <a:lnTo>
                    <a:pt x="0" y="104787"/>
                  </a:lnTo>
                  <a:lnTo>
                    <a:pt x="2456" y="153741"/>
                  </a:lnTo>
                  <a:lnTo>
                    <a:pt x="22915" y="159483"/>
                  </a:lnTo>
                  <a:lnTo>
                    <a:pt x="66663" y="134634"/>
                  </a:lnTo>
                  <a:lnTo>
                    <a:pt x="263496" y="134634"/>
                  </a:lnTo>
                  <a:lnTo>
                    <a:pt x="227483" y="120635"/>
                  </a:lnTo>
                  <a:lnTo>
                    <a:pt x="186589" y="105238"/>
                  </a:lnTo>
                  <a:lnTo>
                    <a:pt x="125493" y="83593"/>
                  </a:lnTo>
                  <a:lnTo>
                    <a:pt x="117468" y="81003"/>
                  </a:lnTo>
                  <a:lnTo>
                    <a:pt x="114182" y="81003"/>
                  </a:lnTo>
                  <a:lnTo>
                    <a:pt x="104583" y="80196"/>
                  </a:lnTo>
                  <a:lnTo>
                    <a:pt x="68559" y="68523"/>
                  </a:lnTo>
                  <a:lnTo>
                    <a:pt x="71131" y="68301"/>
                  </a:lnTo>
                  <a:lnTo>
                    <a:pt x="143693" y="68301"/>
                  </a:lnTo>
                  <a:lnTo>
                    <a:pt x="145568" y="61751"/>
                  </a:lnTo>
                  <a:lnTo>
                    <a:pt x="144788" y="51096"/>
                  </a:lnTo>
                  <a:lnTo>
                    <a:pt x="140409" y="37457"/>
                  </a:lnTo>
                  <a:lnTo>
                    <a:pt x="131899" y="20527"/>
                  </a:lnTo>
                  <a:lnTo>
                    <a:pt x="118724" y="0"/>
                  </a:lnTo>
                  <a:close/>
                </a:path>
                <a:path w="511809" h="227964">
                  <a:moveTo>
                    <a:pt x="71131" y="68301"/>
                  </a:moveTo>
                  <a:lnTo>
                    <a:pt x="68559" y="68523"/>
                  </a:lnTo>
                  <a:lnTo>
                    <a:pt x="69326" y="69748"/>
                  </a:lnTo>
                  <a:lnTo>
                    <a:pt x="72900" y="71670"/>
                  </a:lnTo>
                  <a:lnTo>
                    <a:pt x="114182" y="81003"/>
                  </a:lnTo>
                  <a:lnTo>
                    <a:pt x="117134" y="80895"/>
                  </a:lnTo>
                  <a:lnTo>
                    <a:pt x="104225" y="76730"/>
                  </a:lnTo>
                  <a:lnTo>
                    <a:pt x="88431" y="72098"/>
                  </a:lnTo>
                  <a:lnTo>
                    <a:pt x="77577" y="69391"/>
                  </a:lnTo>
                  <a:lnTo>
                    <a:pt x="71131" y="68301"/>
                  </a:lnTo>
                  <a:close/>
                </a:path>
                <a:path w="511809" h="227964">
                  <a:moveTo>
                    <a:pt x="117134" y="80895"/>
                  </a:moveTo>
                  <a:lnTo>
                    <a:pt x="114182" y="81003"/>
                  </a:lnTo>
                  <a:lnTo>
                    <a:pt x="117468" y="81003"/>
                  </a:lnTo>
                  <a:lnTo>
                    <a:pt x="117134" y="80895"/>
                  </a:lnTo>
                  <a:close/>
                </a:path>
                <a:path w="511809" h="227964">
                  <a:moveTo>
                    <a:pt x="143693" y="68301"/>
                  </a:moveTo>
                  <a:lnTo>
                    <a:pt x="71131" y="68301"/>
                  </a:lnTo>
                  <a:lnTo>
                    <a:pt x="77577" y="69391"/>
                  </a:lnTo>
                  <a:lnTo>
                    <a:pt x="88431" y="72098"/>
                  </a:lnTo>
                  <a:lnTo>
                    <a:pt x="104225" y="76730"/>
                  </a:lnTo>
                  <a:lnTo>
                    <a:pt x="117134" y="80895"/>
                  </a:lnTo>
                  <a:lnTo>
                    <a:pt x="123386" y="80667"/>
                  </a:lnTo>
                  <a:lnTo>
                    <a:pt x="131660" y="78880"/>
                  </a:lnTo>
                  <a:lnTo>
                    <a:pt x="138471" y="75337"/>
                  </a:lnTo>
                  <a:lnTo>
                    <a:pt x="143269" y="69748"/>
                  </a:lnTo>
                  <a:lnTo>
                    <a:pt x="143693" y="68301"/>
                  </a:lnTo>
                  <a:close/>
                </a:path>
              </a:pathLst>
            </a:custGeom>
            <a:solidFill>
              <a:srgbClr val="A4271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" name="object 692" descr=""/>
            <p:cNvSpPr/>
            <p:nvPr/>
          </p:nvSpPr>
          <p:spPr>
            <a:xfrm>
              <a:off x="11997062" y="3067969"/>
              <a:ext cx="701675" cy="215900"/>
            </a:xfrm>
            <a:custGeom>
              <a:avLst/>
              <a:gdLst/>
              <a:ahLst/>
              <a:cxnLst/>
              <a:rect l="l" t="t" r="r" b="b"/>
              <a:pathLst>
                <a:path w="701675" h="215900">
                  <a:moveTo>
                    <a:pt x="603698" y="0"/>
                  </a:moveTo>
                  <a:lnTo>
                    <a:pt x="488519" y="0"/>
                  </a:lnTo>
                  <a:lnTo>
                    <a:pt x="431765" y="36299"/>
                  </a:lnTo>
                  <a:lnTo>
                    <a:pt x="378400" y="66863"/>
                  </a:lnTo>
                  <a:lnTo>
                    <a:pt x="328068" y="92145"/>
                  </a:lnTo>
                  <a:lnTo>
                    <a:pt x="280411" y="112601"/>
                  </a:lnTo>
                  <a:lnTo>
                    <a:pt x="235074" y="128687"/>
                  </a:lnTo>
                  <a:lnTo>
                    <a:pt x="191700" y="140856"/>
                  </a:lnTo>
                  <a:lnTo>
                    <a:pt x="149932" y="149566"/>
                  </a:lnTo>
                  <a:lnTo>
                    <a:pt x="0" y="109253"/>
                  </a:lnTo>
                  <a:lnTo>
                    <a:pt x="47192" y="187449"/>
                  </a:lnTo>
                  <a:lnTo>
                    <a:pt x="113031" y="202364"/>
                  </a:lnTo>
                  <a:lnTo>
                    <a:pt x="158009" y="208233"/>
                  </a:lnTo>
                  <a:lnTo>
                    <a:pt x="208838" y="212629"/>
                  </a:lnTo>
                  <a:lnTo>
                    <a:pt x="263879" y="215241"/>
                  </a:lnTo>
                  <a:lnTo>
                    <a:pt x="321491" y="215758"/>
                  </a:lnTo>
                  <a:lnTo>
                    <a:pt x="380035" y="213870"/>
                  </a:lnTo>
                  <a:lnTo>
                    <a:pt x="437869" y="209266"/>
                  </a:lnTo>
                  <a:lnTo>
                    <a:pt x="493354" y="201636"/>
                  </a:lnTo>
                  <a:lnTo>
                    <a:pt x="544849" y="190668"/>
                  </a:lnTo>
                  <a:lnTo>
                    <a:pt x="590715" y="176052"/>
                  </a:lnTo>
                  <a:lnTo>
                    <a:pt x="629310" y="157478"/>
                  </a:lnTo>
                  <a:lnTo>
                    <a:pt x="658995" y="134634"/>
                  </a:lnTo>
                  <a:lnTo>
                    <a:pt x="658995" y="70594"/>
                  </a:lnTo>
                  <a:lnTo>
                    <a:pt x="701664" y="98353"/>
                  </a:lnTo>
                  <a:lnTo>
                    <a:pt x="666518" y="74066"/>
                  </a:lnTo>
                  <a:lnTo>
                    <a:pt x="637207" y="43722"/>
                  </a:lnTo>
                  <a:lnTo>
                    <a:pt x="615632" y="16105"/>
                  </a:lnTo>
                  <a:lnTo>
                    <a:pt x="603698" y="0"/>
                  </a:lnTo>
                  <a:close/>
                </a:path>
              </a:pathLst>
            </a:custGeom>
            <a:solidFill>
              <a:srgbClr val="AE3E2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" name="object 693" descr=""/>
            <p:cNvSpPr/>
            <p:nvPr/>
          </p:nvSpPr>
          <p:spPr>
            <a:xfrm>
              <a:off x="12647520" y="3126491"/>
              <a:ext cx="250190" cy="473709"/>
            </a:xfrm>
            <a:custGeom>
              <a:avLst/>
              <a:gdLst/>
              <a:ahLst/>
              <a:cxnLst/>
              <a:rect l="l" t="t" r="r" b="b"/>
              <a:pathLst>
                <a:path w="250190" h="473710">
                  <a:moveTo>
                    <a:pt x="0" y="473263"/>
                  </a:moveTo>
                  <a:lnTo>
                    <a:pt x="250065" y="473263"/>
                  </a:lnTo>
                  <a:lnTo>
                    <a:pt x="250065" y="0"/>
                  </a:lnTo>
                  <a:lnTo>
                    <a:pt x="0" y="0"/>
                  </a:lnTo>
                  <a:lnTo>
                    <a:pt x="0" y="473263"/>
                  </a:lnTo>
                  <a:close/>
                </a:path>
              </a:pathLst>
            </a:custGeom>
            <a:solidFill>
              <a:srgbClr val="DDD2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" name="object 694" descr=""/>
            <p:cNvSpPr/>
            <p:nvPr/>
          </p:nvSpPr>
          <p:spPr>
            <a:xfrm>
              <a:off x="12172341" y="3126491"/>
              <a:ext cx="342265" cy="473709"/>
            </a:xfrm>
            <a:custGeom>
              <a:avLst/>
              <a:gdLst/>
              <a:ahLst/>
              <a:cxnLst/>
              <a:rect l="l" t="t" r="r" b="b"/>
              <a:pathLst>
                <a:path w="342265" h="473710">
                  <a:moveTo>
                    <a:pt x="0" y="473263"/>
                  </a:moveTo>
                  <a:lnTo>
                    <a:pt x="341947" y="473263"/>
                  </a:lnTo>
                  <a:lnTo>
                    <a:pt x="341947" y="0"/>
                  </a:lnTo>
                  <a:lnTo>
                    <a:pt x="0" y="0"/>
                  </a:lnTo>
                  <a:lnTo>
                    <a:pt x="0" y="473263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" name="object 695" descr=""/>
            <p:cNvSpPr/>
            <p:nvPr/>
          </p:nvSpPr>
          <p:spPr>
            <a:xfrm>
              <a:off x="12302923" y="3381708"/>
              <a:ext cx="75565" cy="204470"/>
            </a:xfrm>
            <a:custGeom>
              <a:avLst/>
              <a:gdLst/>
              <a:ahLst/>
              <a:cxnLst/>
              <a:rect l="l" t="t" r="r" b="b"/>
              <a:pathLst>
                <a:path w="75565" h="204470">
                  <a:moveTo>
                    <a:pt x="75568" y="0"/>
                  </a:moveTo>
                  <a:lnTo>
                    <a:pt x="0" y="0"/>
                  </a:lnTo>
                  <a:lnTo>
                    <a:pt x="0" y="204297"/>
                  </a:lnTo>
                  <a:lnTo>
                    <a:pt x="75568" y="204297"/>
                  </a:lnTo>
                  <a:lnTo>
                    <a:pt x="75568" y="0"/>
                  </a:lnTo>
                  <a:close/>
                </a:path>
              </a:pathLst>
            </a:custGeom>
            <a:solidFill>
              <a:srgbClr val="282E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" name="object 696" descr=""/>
            <p:cNvSpPr/>
            <p:nvPr/>
          </p:nvSpPr>
          <p:spPr>
            <a:xfrm>
              <a:off x="12191492" y="3381711"/>
              <a:ext cx="299720" cy="204470"/>
            </a:xfrm>
            <a:custGeom>
              <a:avLst/>
              <a:gdLst/>
              <a:ahLst/>
              <a:cxnLst/>
              <a:rect l="l" t="t" r="r" b="b"/>
              <a:pathLst>
                <a:path w="299720" h="204470">
                  <a:moveTo>
                    <a:pt x="62890" y="12"/>
                  </a:moveTo>
                  <a:lnTo>
                    <a:pt x="0" y="12"/>
                  </a:lnTo>
                  <a:lnTo>
                    <a:pt x="0" y="53771"/>
                  </a:lnTo>
                  <a:lnTo>
                    <a:pt x="62890" y="53771"/>
                  </a:lnTo>
                  <a:lnTo>
                    <a:pt x="62890" y="12"/>
                  </a:lnTo>
                  <a:close/>
                </a:path>
                <a:path w="299720" h="204470">
                  <a:moveTo>
                    <a:pt x="111429" y="0"/>
                  </a:moveTo>
                  <a:lnTo>
                    <a:pt x="88214" y="0"/>
                  </a:lnTo>
                  <a:lnTo>
                    <a:pt x="88214" y="204304"/>
                  </a:lnTo>
                  <a:lnTo>
                    <a:pt x="111429" y="204304"/>
                  </a:lnTo>
                  <a:lnTo>
                    <a:pt x="111429" y="0"/>
                  </a:lnTo>
                  <a:close/>
                </a:path>
                <a:path w="299720" h="204470">
                  <a:moveTo>
                    <a:pt x="210210" y="0"/>
                  </a:moveTo>
                  <a:lnTo>
                    <a:pt x="186994" y="0"/>
                  </a:lnTo>
                  <a:lnTo>
                    <a:pt x="186994" y="204304"/>
                  </a:lnTo>
                  <a:lnTo>
                    <a:pt x="210210" y="204304"/>
                  </a:lnTo>
                  <a:lnTo>
                    <a:pt x="210210" y="0"/>
                  </a:lnTo>
                  <a:close/>
                </a:path>
                <a:path w="299720" h="204470">
                  <a:moveTo>
                    <a:pt x="299694" y="12"/>
                  </a:moveTo>
                  <a:lnTo>
                    <a:pt x="236791" y="12"/>
                  </a:lnTo>
                  <a:lnTo>
                    <a:pt x="236791" y="53771"/>
                  </a:lnTo>
                  <a:lnTo>
                    <a:pt x="299694" y="53771"/>
                  </a:lnTo>
                  <a:lnTo>
                    <a:pt x="299694" y="12"/>
                  </a:lnTo>
                  <a:close/>
                </a:path>
              </a:pathLst>
            </a:custGeom>
            <a:solidFill>
              <a:srgbClr val="FFB9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" name="object 697" descr=""/>
            <p:cNvSpPr/>
            <p:nvPr/>
          </p:nvSpPr>
          <p:spPr>
            <a:xfrm>
              <a:off x="12105716" y="3126492"/>
              <a:ext cx="477520" cy="473709"/>
            </a:xfrm>
            <a:custGeom>
              <a:avLst/>
              <a:gdLst/>
              <a:ahLst/>
              <a:cxnLst/>
              <a:rect l="l" t="t" r="r" b="b"/>
              <a:pathLst>
                <a:path w="477520" h="473710">
                  <a:moveTo>
                    <a:pt x="477240" y="143141"/>
                  </a:moveTo>
                  <a:lnTo>
                    <a:pt x="475183" y="143141"/>
                  </a:lnTo>
                  <a:lnTo>
                    <a:pt x="475183" y="0"/>
                  </a:lnTo>
                  <a:lnTo>
                    <a:pt x="408571" y="0"/>
                  </a:lnTo>
                  <a:lnTo>
                    <a:pt x="408571" y="143141"/>
                  </a:lnTo>
                  <a:lnTo>
                    <a:pt x="255905" y="143141"/>
                  </a:lnTo>
                  <a:lnTo>
                    <a:pt x="255905" y="66344"/>
                  </a:lnTo>
                  <a:lnTo>
                    <a:pt x="221348" y="66344"/>
                  </a:lnTo>
                  <a:lnTo>
                    <a:pt x="221348" y="143141"/>
                  </a:lnTo>
                  <a:lnTo>
                    <a:pt x="66624" y="143141"/>
                  </a:lnTo>
                  <a:lnTo>
                    <a:pt x="66624" y="0"/>
                  </a:lnTo>
                  <a:lnTo>
                    <a:pt x="0" y="0"/>
                  </a:lnTo>
                  <a:lnTo>
                    <a:pt x="0" y="473265"/>
                  </a:lnTo>
                  <a:lnTo>
                    <a:pt x="66624" y="473265"/>
                  </a:lnTo>
                  <a:lnTo>
                    <a:pt x="66624" y="177698"/>
                  </a:lnTo>
                  <a:lnTo>
                    <a:pt x="408571" y="177698"/>
                  </a:lnTo>
                  <a:lnTo>
                    <a:pt x="408571" y="473265"/>
                  </a:lnTo>
                  <a:lnTo>
                    <a:pt x="475183" y="473265"/>
                  </a:lnTo>
                  <a:lnTo>
                    <a:pt x="475183" y="177698"/>
                  </a:lnTo>
                  <a:lnTo>
                    <a:pt x="477240" y="177698"/>
                  </a:lnTo>
                  <a:lnTo>
                    <a:pt x="477240" y="143141"/>
                  </a:lnTo>
                  <a:close/>
                </a:path>
              </a:pathLst>
            </a:custGeom>
            <a:solidFill>
              <a:srgbClr val="AE3E2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" name="object 698" descr=""/>
            <p:cNvSpPr/>
            <p:nvPr/>
          </p:nvSpPr>
          <p:spPr>
            <a:xfrm>
              <a:off x="12580899" y="3126492"/>
              <a:ext cx="383540" cy="473709"/>
            </a:xfrm>
            <a:custGeom>
              <a:avLst/>
              <a:gdLst/>
              <a:ahLst/>
              <a:cxnLst/>
              <a:rect l="l" t="t" r="r" b="b"/>
              <a:pathLst>
                <a:path w="383540" h="473710">
                  <a:moveTo>
                    <a:pt x="383298" y="0"/>
                  </a:moveTo>
                  <a:lnTo>
                    <a:pt x="316687" y="0"/>
                  </a:lnTo>
                  <a:lnTo>
                    <a:pt x="316687" y="143141"/>
                  </a:lnTo>
                  <a:lnTo>
                    <a:pt x="66611" y="143141"/>
                  </a:lnTo>
                  <a:lnTo>
                    <a:pt x="66611" y="0"/>
                  </a:lnTo>
                  <a:lnTo>
                    <a:pt x="0" y="0"/>
                  </a:lnTo>
                  <a:lnTo>
                    <a:pt x="0" y="473265"/>
                  </a:lnTo>
                  <a:lnTo>
                    <a:pt x="66611" y="473265"/>
                  </a:lnTo>
                  <a:lnTo>
                    <a:pt x="66611" y="177698"/>
                  </a:lnTo>
                  <a:lnTo>
                    <a:pt x="316687" y="177698"/>
                  </a:lnTo>
                  <a:lnTo>
                    <a:pt x="316687" y="473265"/>
                  </a:lnTo>
                  <a:lnTo>
                    <a:pt x="383298" y="473265"/>
                  </a:lnTo>
                  <a:lnTo>
                    <a:pt x="383298" y="177698"/>
                  </a:lnTo>
                  <a:lnTo>
                    <a:pt x="383298" y="143141"/>
                  </a:lnTo>
                  <a:lnTo>
                    <a:pt x="383298" y="0"/>
                  </a:lnTo>
                  <a:close/>
                </a:path>
              </a:pathLst>
            </a:custGeom>
            <a:solidFill>
              <a:srgbClr val="A4271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" name="object 699" descr=""/>
            <p:cNvSpPr/>
            <p:nvPr/>
          </p:nvSpPr>
          <p:spPr>
            <a:xfrm>
              <a:off x="12595611" y="2979366"/>
              <a:ext cx="601980" cy="267970"/>
            </a:xfrm>
            <a:custGeom>
              <a:avLst/>
              <a:gdLst/>
              <a:ahLst/>
              <a:cxnLst/>
              <a:rect l="l" t="t" r="r" b="b"/>
              <a:pathLst>
                <a:path w="601980" h="267969">
                  <a:moveTo>
                    <a:pt x="310012" y="158403"/>
                  </a:moveTo>
                  <a:lnTo>
                    <a:pt x="78422" y="158403"/>
                  </a:lnTo>
                  <a:lnTo>
                    <a:pt x="98705" y="186545"/>
                  </a:lnTo>
                  <a:lnTo>
                    <a:pt x="130582" y="210142"/>
                  </a:lnTo>
                  <a:lnTo>
                    <a:pt x="171668" y="229394"/>
                  </a:lnTo>
                  <a:lnTo>
                    <a:pt x="219582" y="244502"/>
                  </a:lnTo>
                  <a:lnTo>
                    <a:pt x="271940" y="255667"/>
                  </a:lnTo>
                  <a:lnTo>
                    <a:pt x="326361" y="263089"/>
                  </a:lnTo>
                  <a:lnTo>
                    <a:pt x="380462" y="266970"/>
                  </a:lnTo>
                  <a:lnTo>
                    <a:pt x="431860" y="267510"/>
                  </a:lnTo>
                  <a:lnTo>
                    <a:pt x="478172" y="264910"/>
                  </a:lnTo>
                  <a:lnTo>
                    <a:pt x="517016" y="259370"/>
                  </a:lnTo>
                  <a:lnTo>
                    <a:pt x="546010" y="251091"/>
                  </a:lnTo>
                  <a:lnTo>
                    <a:pt x="587436" y="190737"/>
                  </a:lnTo>
                  <a:lnTo>
                    <a:pt x="391365" y="190737"/>
                  </a:lnTo>
                  <a:lnTo>
                    <a:pt x="310012" y="158403"/>
                  </a:lnTo>
                  <a:close/>
                </a:path>
                <a:path w="601980" h="267969">
                  <a:moveTo>
                    <a:pt x="601537" y="170193"/>
                  </a:moveTo>
                  <a:lnTo>
                    <a:pt x="391365" y="190737"/>
                  </a:lnTo>
                  <a:lnTo>
                    <a:pt x="587436" y="190737"/>
                  </a:lnTo>
                  <a:lnTo>
                    <a:pt x="601537" y="170193"/>
                  </a:lnTo>
                  <a:close/>
                </a:path>
                <a:path w="601980" h="267969">
                  <a:moveTo>
                    <a:pt x="139687" y="0"/>
                  </a:moveTo>
                  <a:lnTo>
                    <a:pt x="12068" y="0"/>
                  </a:lnTo>
                  <a:lnTo>
                    <a:pt x="0" y="123294"/>
                  </a:lnTo>
                  <a:lnTo>
                    <a:pt x="2889" y="180892"/>
                  </a:lnTo>
                  <a:lnTo>
                    <a:pt x="26956" y="187645"/>
                  </a:lnTo>
                  <a:lnTo>
                    <a:pt x="78422" y="158403"/>
                  </a:lnTo>
                  <a:lnTo>
                    <a:pt x="310012" y="158403"/>
                  </a:lnTo>
                  <a:lnTo>
                    <a:pt x="241733" y="132101"/>
                  </a:lnTo>
                  <a:lnTo>
                    <a:pt x="204490" y="118302"/>
                  </a:lnTo>
                  <a:lnTo>
                    <a:pt x="146730" y="98046"/>
                  </a:lnTo>
                  <a:lnTo>
                    <a:pt x="131805" y="95195"/>
                  </a:lnTo>
                  <a:lnTo>
                    <a:pt x="122313" y="94256"/>
                  </a:lnTo>
                  <a:lnTo>
                    <a:pt x="84397" y="83680"/>
                  </a:lnTo>
                  <a:lnTo>
                    <a:pt x="80602" y="80680"/>
                  </a:lnTo>
                  <a:lnTo>
                    <a:pt x="82623" y="80296"/>
                  </a:lnTo>
                  <a:lnTo>
                    <a:pt x="169119" y="80296"/>
                  </a:lnTo>
                  <a:lnTo>
                    <a:pt x="171011" y="74706"/>
                  </a:lnTo>
                  <a:lnTo>
                    <a:pt x="171129" y="64950"/>
                  </a:lnTo>
                  <a:lnTo>
                    <a:pt x="168426" y="52814"/>
                  </a:lnTo>
                  <a:lnTo>
                    <a:pt x="162532" y="38086"/>
                  </a:lnTo>
                  <a:lnTo>
                    <a:pt x="153075" y="20552"/>
                  </a:lnTo>
                  <a:lnTo>
                    <a:pt x="139687" y="0"/>
                  </a:lnTo>
                  <a:close/>
                </a:path>
                <a:path w="601980" h="267969">
                  <a:moveTo>
                    <a:pt x="169119" y="80296"/>
                  </a:moveTo>
                  <a:lnTo>
                    <a:pt x="82623" y="80296"/>
                  </a:lnTo>
                  <a:lnTo>
                    <a:pt x="87750" y="80939"/>
                  </a:lnTo>
                  <a:lnTo>
                    <a:pt x="96354" y="82823"/>
                  </a:lnTo>
                  <a:lnTo>
                    <a:pt x="108805" y="86160"/>
                  </a:lnTo>
                  <a:lnTo>
                    <a:pt x="125474" y="91163"/>
                  </a:lnTo>
                  <a:lnTo>
                    <a:pt x="138029" y="95229"/>
                  </a:lnTo>
                  <a:lnTo>
                    <a:pt x="141070" y="95245"/>
                  </a:lnTo>
                  <a:lnTo>
                    <a:pt x="149737" y="94193"/>
                  </a:lnTo>
                  <a:lnTo>
                    <a:pt x="157434" y="91826"/>
                  </a:lnTo>
                  <a:lnTo>
                    <a:pt x="163793" y="87931"/>
                  </a:lnTo>
                  <a:lnTo>
                    <a:pt x="168442" y="82296"/>
                  </a:lnTo>
                  <a:lnTo>
                    <a:pt x="169119" y="80296"/>
                  </a:lnTo>
                  <a:close/>
                </a:path>
                <a:path w="601980" h="267969">
                  <a:moveTo>
                    <a:pt x="82623" y="80296"/>
                  </a:moveTo>
                  <a:lnTo>
                    <a:pt x="80602" y="80680"/>
                  </a:lnTo>
                  <a:lnTo>
                    <a:pt x="81317" y="81880"/>
                  </a:lnTo>
                  <a:lnTo>
                    <a:pt x="84397" y="83680"/>
                  </a:lnTo>
                  <a:lnTo>
                    <a:pt x="122313" y="94256"/>
                  </a:lnTo>
                  <a:lnTo>
                    <a:pt x="138029" y="95229"/>
                  </a:lnTo>
                  <a:lnTo>
                    <a:pt x="125474" y="91163"/>
                  </a:lnTo>
                  <a:lnTo>
                    <a:pt x="108805" y="86160"/>
                  </a:lnTo>
                  <a:lnTo>
                    <a:pt x="96354" y="82823"/>
                  </a:lnTo>
                  <a:lnTo>
                    <a:pt x="87750" y="80939"/>
                  </a:lnTo>
                  <a:lnTo>
                    <a:pt x="82623" y="80296"/>
                  </a:lnTo>
                  <a:close/>
                </a:path>
              </a:pathLst>
            </a:custGeom>
            <a:solidFill>
              <a:srgbClr val="AE3E2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0" name="object 700" descr=""/>
            <p:cNvSpPr/>
            <p:nvPr/>
          </p:nvSpPr>
          <p:spPr>
            <a:xfrm>
              <a:off x="11898665" y="2979369"/>
              <a:ext cx="826135" cy="254000"/>
            </a:xfrm>
            <a:custGeom>
              <a:avLst/>
              <a:gdLst/>
              <a:ahLst/>
              <a:cxnLst/>
              <a:rect l="l" t="t" r="r" b="b"/>
              <a:pathLst>
                <a:path w="826134" h="254000">
                  <a:moveTo>
                    <a:pt x="710313" y="0"/>
                  </a:moveTo>
                  <a:lnTo>
                    <a:pt x="574788" y="0"/>
                  </a:lnTo>
                  <a:lnTo>
                    <a:pt x="522494" y="33817"/>
                  </a:lnTo>
                  <a:lnTo>
                    <a:pt x="472667" y="63480"/>
                  </a:lnTo>
                  <a:lnTo>
                    <a:pt x="425110" y="89242"/>
                  </a:lnTo>
                  <a:lnTo>
                    <a:pt x="379626" y="111353"/>
                  </a:lnTo>
                  <a:lnTo>
                    <a:pt x="336018" y="130066"/>
                  </a:lnTo>
                  <a:lnTo>
                    <a:pt x="294089" y="145633"/>
                  </a:lnTo>
                  <a:lnTo>
                    <a:pt x="253641" y="158305"/>
                  </a:lnTo>
                  <a:lnTo>
                    <a:pt x="214478" y="168335"/>
                  </a:lnTo>
                  <a:lnTo>
                    <a:pt x="176403" y="175973"/>
                  </a:lnTo>
                  <a:lnTo>
                    <a:pt x="0" y="128540"/>
                  </a:lnTo>
                  <a:lnTo>
                    <a:pt x="55527" y="220537"/>
                  </a:lnTo>
                  <a:lnTo>
                    <a:pt x="120288" y="236003"/>
                  </a:lnTo>
                  <a:lnTo>
                    <a:pt x="163808" y="242423"/>
                  </a:lnTo>
                  <a:lnTo>
                    <a:pt x="213080" y="247650"/>
                  </a:lnTo>
                  <a:lnTo>
                    <a:pt x="266847" y="251447"/>
                  </a:lnTo>
                  <a:lnTo>
                    <a:pt x="323853" y="253576"/>
                  </a:lnTo>
                  <a:lnTo>
                    <a:pt x="382842" y="253798"/>
                  </a:lnTo>
                  <a:lnTo>
                    <a:pt x="442557" y="251876"/>
                  </a:lnTo>
                  <a:lnTo>
                    <a:pt x="501742" y="247572"/>
                  </a:lnTo>
                  <a:lnTo>
                    <a:pt x="559141" y="240648"/>
                  </a:lnTo>
                  <a:lnTo>
                    <a:pt x="613497" y="230867"/>
                  </a:lnTo>
                  <a:lnTo>
                    <a:pt x="663554" y="217989"/>
                  </a:lnTo>
                  <a:lnTo>
                    <a:pt x="708056" y="201778"/>
                  </a:lnTo>
                  <a:lnTo>
                    <a:pt x="745746" y="181995"/>
                  </a:lnTo>
                  <a:lnTo>
                    <a:pt x="775369" y="158403"/>
                  </a:lnTo>
                  <a:lnTo>
                    <a:pt x="775369" y="83055"/>
                  </a:lnTo>
                  <a:lnTo>
                    <a:pt x="825576" y="115713"/>
                  </a:lnTo>
                  <a:lnTo>
                    <a:pt x="784222" y="87139"/>
                  </a:lnTo>
                  <a:lnTo>
                    <a:pt x="749733" y="51436"/>
                  </a:lnTo>
                  <a:lnTo>
                    <a:pt x="724350" y="18944"/>
                  </a:lnTo>
                  <a:lnTo>
                    <a:pt x="710313" y="0"/>
                  </a:lnTo>
                  <a:close/>
                </a:path>
              </a:pathLst>
            </a:custGeom>
            <a:solidFill>
              <a:srgbClr val="C0685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" name="object 701" descr=""/>
            <p:cNvSpPr/>
            <p:nvPr/>
          </p:nvSpPr>
          <p:spPr>
            <a:xfrm>
              <a:off x="12586734" y="2907583"/>
              <a:ext cx="645160" cy="280670"/>
            </a:xfrm>
            <a:custGeom>
              <a:avLst/>
              <a:gdLst/>
              <a:ahLst/>
              <a:cxnLst/>
              <a:rect l="l" t="t" r="r" b="b"/>
              <a:pathLst>
                <a:path w="645159" h="280669">
                  <a:moveTo>
                    <a:pt x="145793" y="0"/>
                  </a:moveTo>
                  <a:lnTo>
                    <a:pt x="7850" y="0"/>
                  </a:lnTo>
                  <a:lnTo>
                    <a:pt x="0" y="122084"/>
                  </a:lnTo>
                  <a:lnTo>
                    <a:pt x="5791" y="178599"/>
                  </a:lnTo>
                  <a:lnTo>
                    <a:pt x="32792" y="183781"/>
                  </a:lnTo>
                  <a:lnTo>
                    <a:pt x="88570" y="151869"/>
                  </a:lnTo>
                  <a:lnTo>
                    <a:pt x="103676" y="182891"/>
                  </a:lnTo>
                  <a:lnTo>
                    <a:pt x="167658" y="231062"/>
                  </a:lnTo>
                  <a:lnTo>
                    <a:pt x="212550" y="248619"/>
                  </a:lnTo>
                  <a:lnTo>
                    <a:pt x="263387" y="262095"/>
                  </a:lnTo>
                  <a:lnTo>
                    <a:pt x="318176" y="271694"/>
                  </a:lnTo>
                  <a:lnTo>
                    <a:pt x="374925" y="277618"/>
                  </a:lnTo>
                  <a:lnTo>
                    <a:pt x="431642" y="280072"/>
                  </a:lnTo>
                  <a:lnTo>
                    <a:pt x="486335" y="279259"/>
                  </a:lnTo>
                  <a:lnTo>
                    <a:pt x="537012" y="275382"/>
                  </a:lnTo>
                  <a:lnTo>
                    <a:pt x="581681" y="268645"/>
                  </a:lnTo>
                  <a:lnTo>
                    <a:pt x="618349" y="259252"/>
                  </a:lnTo>
                  <a:lnTo>
                    <a:pt x="645024" y="247406"/>
                  </a:lnTo>
                  <a:lnTo>
                    <a:pt x="645024" y="183973"/>
                  </a:lnTo>
                  <a:lnTo>
                    <a:pt x="417848" y="206171"/>
                  </a:lnTo>
                  <a:lnTo>
                    <a:pt x="300151" y="143578"/>
                  </a:lnTo>
                  <a:lnTo>
                    <a:pt x="214986" y="76082"/>
                  </a:lnTo>
                  <a:lnTo>
                    <a:pt x="163239" y="22088"/>
                  </a:lnTo>
                  <a:lnTo>
                    <a:pt x="145793" y="0"/>
                  </a:lnTo>
                  <a:close/>
                </a:path>
              </a:pathLst>
            </a:custGeom>
            <a:solidFill>
              <a:srgbClr val="0A133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" name="object 702" descr=""/>
            <p:cNvSpPr/>
            <p:nvPr/>
          </p:nvSpPr>
          <p:spPr>
            <a:xfrm>
              <a:off x="11828196" y="2844145"/>
              <a:ext cx="1403985" cy="337820"/>
            </a:xfrm>
            <a:custGeom>
              <a:avLst/>
              <a:gdLst/>
              <a:ahLst/>
              <a:cxnLst/>
              <a:rect l="l" t="t" r="r" b="b"/>
              <a:pathLst>
                <a:path w="1403984" h="337819">
                  <a:moveTo>
                    <a:pt x="1403553" y="247408"/>
                  </a:moveTo>
                  <a:lnTo>
                    <a:pt x="1233551" y="224129"/>
                  </a:lnTo>
                  <a:lnTo>
                    <a:pt x="1062139" y="137375"/>
                  </a:lnTo>
                  <a:lnTo>
                    <a:pt x="929690" y="43789"/>
                  </a:lnTo>
                  <a:lnTo>
                    <a:pt x="876566" y="0"/>
                  </a:lnTo>
                  <a:lnTo>
                    <a:pt x="766381" y="0"/>
                  </a:lnTo>
                  <a:lnTo>
                    <a:pt x="762292" y="63449"/>
                  </a:lnTo>
                  <a:lnTo>
                    <a:pt x="621296" y="63449"/>
                  </a:lnTo>
                  <a:lnTo>
                    <a:pt x="564769" y="99999"/>
                  </a:lnTo>
                  <a:lnTo>
                    <a:pt x="510908" y="132067"/>
                  </a:lnTo>
                  <a:lnTo>
                    <a:pt x="459511" y="159918"/>
                  </a:lnTo>
                  <a:lnTo>
                    <a:pt x="410349" y="183819"/>
                  </a:lnTo>
                  <a:lnTo>
                    <a:pt x="363207" y="204038"/>
                  </a:lnTo>
                  <a:lnTo>
                    <a:pt x="317881" y="220865"/>
                  </a:lnTo>
                  <a:lnTo>
                    <a:pt x="274167" y="234569"/>
                  </a:lnTo>
                  <a:lnTo>
                    <a:pt x="231825" y="245402"/>
                  </a:lnTo>
                  <a:lnTo>
                    <a:pt x="190665" y="253657"/>
                  </a:lnTo>
                  <a:lnTo>
                    <a:pt x="0" y="202387"/>
                  </a:lnTo>
                  <a:lnTo>
                    <a:pt x="0" y="265823"/>
                  </a:lnTo>
                  <a:lnTo>
                    <a:pt x="55968" y="291960"/>
                  </a:lnTo>
                  <a:lnTo>
                    <a:pt x="93548" y="303187"/>
                  </a:lnTo>
                  <a:lnTo>
                    <a:pt x="136423" y="313055"/>
                  </a:lnTo>
                  <a:lnTo>
                    <a:pt x="183743" y="321424"/>
                  </a:lnTo>
                  <a:lnTo>
                    <a:pt x="234696" y="328180"/>
                  </a:lnTo>
                  <a:lnTo>
                    <a:pt x="288417" y="333197"/>
                  </a:lnTo>
                  <a:lnTo>
                    <a:pt x="344106" y="336372"/>
                  </a:lnTo>
                  <a:lnTo>
                    <a:pt x="400913" y="337578"/>
                  </a:lnTo>
                  <a:lnTo>
                    <a:pt x="458000" y="336702"/>
                  </a:lnTo>
                  <a:lnTo>
                    <a:pt x="514540" y="333616"/>
                  </a:lnTo>
                  <a:lnTo>
                    <a:pt x="569696" y="328206"/>
                  </a:lnTo>
                  <a:lnTo>
                    <a:pt x="622642" y="320357"/>
                  </a:lnTo>
                  <a:lnTo>
                    <a:pt x="672541" y="309943"/>
                  </a:lnTo>
                  <a:lnTo>
                    <a:pt x="718553" y="296849"/>
                  </a:lnTo>
                  <a:lnTo>
                    <a:pt x="759841" y="280962"/>
                  </a:lnTo>
                  <a:lnTo>
                    <a:pt x="795591" y="262153"/>
                  </a:lnTo>
                  <a:lnTo>
                    <a:pt x="807008" y="253657"/>
                  </a:lnTo>
                  <a:lnTo>
                    <a:pt x="824953" y="240309"/>
                  </a:lnTo>
                  <a:lnTo>
                    <a:pt x="847102" y="215315"/>
                  </a:lnTo>
                  <a:lnTo>
                    <a:pt x="847102" y="157035"/>
                  </a:lnTo>
                  <a:lnTo>
                    <a:pt x="843889" y="153720"/>
                  </a:lnTo>
                  <a:lnTo>
                    <a:pt x="847102" y="151879"/>
                  </a:lnTo>
                  <a:lnTo>
                    <a:pt x="847102" y="157035"/>
                  </a:lnTo>
                  <a:lnTo>
                    <a:pt x="847686" y="157645"/>
                  </a:lnTo>
                  <a:lnTo>
                    <a:pt x="851027" y="159969"/>
                  </a:lnTo>
                  <a:lnTo>
                    <a:pt x="862203" y="182892"/>
                  </a:lnTo>
                  <a:lnTo>
                    <a:pt x="926185" y="231063"/>
                  </a:lnTo>
                  <a:lnTo>
                    <a:pt x="971080" y="248627"/>
                  </a:lnTo>
                  <a:lnTo>
                    <a:pt x="1021918" y="262102"/>
                  </a:lnTo>
                  <a:lnTo>
                    <a:pt x="1076706" y="271703"/>
                  </a:lnTo>
                  <a:lnTo>
                    <a:pt x="1133462" y="277622"/>
                  </a:lnTo>
                  <a:lnTo>
                    <a:pt x="1190180" y="280073"/>
                  </a:lnTo>
                  <a:lnTo>
                    <a:pt x="1244866" y="279260"/>
                  </a:lnTo>
                  <a:lnTo>
                    <a:pt x="1295539" y="275386"/>
                  </a:lnTo>
                  <a:lnTo>
                    <a:pt x="1340218" y="268655"/>
                  </a:lnTo>
                  <a:lnTo>
                    <a:pt x="1376883" y="259257"/>
                  </a:lnTo>
                  <a:lnTo>
                    <a:pt x="1403553" y="247408"/>
                  </a:lnTo>
                  <a:close/>
                </a:path>
              </a:pathLst>
            </a:custGeom>
            <a:solidFill>
              <a:srgbClr val="1C234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" name="object 703" descr=""/>
            <p:cNvSpPr/>
            <p:nvPr/>
          </p:nvSpPr>
          <p:spPr>
            <a:xfrm>
              <a:off x="11828195" y="2844149"/>
              <a:ext cx="847725" cy="274320"/>
            </a:xfrm>
            <a:custGeom>
              <a:avLst/>
              <a:gdLst/>
              <a:ahLst/>
              <a:cxnLst/>
              <a:rect l="l" t="t" r="r" b="b"/>
              <a:pathLst>
                <a:path w="847725" h="274319">
                  <a:moveTo>
                    <a:pt x="767798" y="0"/>
                  </a:moveTo>
                  <a:lnTo>
                    <a:pt x="621300" y="0"/>
                  </a:lnTo>
                  <a:lnTo>
                    <a:pt x="561081" y="38842"/>
                  </a:lnTo>
                  <a:lnTo>
                    <a:pt x="503884" y="72593"/>
                  </a:lnTo>
                  <a:lnTo>
                    <a:pt x="449448" y="101583"/>
                  </a:lnTo>
                  <a:lnTo>
                    <a:pt x="397515" y="126142"/>
                  </a:lnTo>
                  <a:lnTo>
                    <a:pt x="347826" y="146603"/>
                  </a:lnTo>
                  <a:lnTo>
                    <a:pt x="300121" y="163294"/>
                  </a:lnTo>
                  <a:lnTo>
                    <a:pt x="254142" y="176547"/>
                  </a:lnTo>
                  <a:lnTo>
                    <a:pt x="209630" y="186692"/>
                  </a:lnTo>
                  <a:lnTo>
                    <a:pt x="166325" y="194061"/>
                  </a:lnTo>
                  <a:lnTo>
                    <a:pt x="123968" y="198983"/>
                  </a:lnTo>
                  <a:lnTo>
                    <a:pt x="82301" y="201790"/>
                  </a:lnTo>
                  <a:lnTo>
                    <a:pt x="41065" y="202813"/>
                  </a:lnTo>
                  <a:lnTo>
                    <a:pt x="0" y="202381"/>
                  </a:lnTo>
                  <a:lnTo>
                    <a:pt x="24508" y="216012"/>
                  </a:lnTo>
                  <a:lnTo>
                    <a:pt x="93556" y="239741"/>
                  </a:lnTo>
                  <a:lnTo>
                    <a:pt x="136428" y="249602"/>
                  </a:lnTo>
                  <a:lnTo>
                    <a:pt x="183753" y="257970"/>
                  </a:lnTo>
                  <a:lnTo>
                    <a:pt x="234698" y="264725"/>
                  </a:lnTo>
                  <a:lnTo>
                    <a:pt x="288429" y="269749"/>
                  </a:lnTo>
                  <a:lnTo>
                    <a:pt x="344113" y="272924"/>
                  </a:lnTo>
                  <a:lnTo>
                    <a:pt x="400916" y="274130"/>
                  </a:lnTo>
                  <a:lnTo>
                    <a:pt x="458005" y="273250"/>
                  </a:lnTo>
                  <a:lnTo>
                    <a:pt x="514546" y="270165"/>
                  </a:lnTo>
                  <a:lnTo>
                    <a:pt x="569705" y="264756"/>
                  </a:lnTo>
                  <a:lnTo>
                    <a:pt x="622648" y="256905"/>
                  </a:lnTo>
                  <a:lnTo>
                    <a:pt x="672543" y="246493"/>
                  </a:lnTo>
                  <a:lnTo>
                    <a:pt x="718555" y="233401"/>
                  </a:lnTo>
                  <a:lnTo>
                    <a:pt x="759851" y="217512"/>
                  </a:lnTo>
                  <a:lnTo>
                    <a:pt x="795597" y="198706"/>
                  </a:lnTo>
                  <a:lnTo>
                    <a:pt x="847105" y="151869"/>
                  </a:lnTo>
                  <a:lnTo>
                    <a:pt x="795822" y="136378"/>
                  </a:lnTo>
                  <a:lnTo>
                    <a:pt x="772882" y="83257"/>
                  </a:lnTo>
                  <a:lnTo>
                    <a:pt x="767226" y="26475"/>
                  </a:lnTo>
                  <a:lnTo>
                    <a:pt x="767798" y="0"/>
                  </a:lnTo>
                  <a:close/>
                </a:path>
              </a:pathLst>
            </a:custGeom>
            <a:solidFill>
              <a:srgbClr val="282E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4" name="object 704" descr=""/>
            <p:cNvSpPr/>
            <p:nvPr/>
          </p:nvSpPr>
          <p:spPr>
            <a:xfrm>
              <a:off x="12040286" y="3490474"/>
              <a:ext cx="541020" cy="109855"/>
            </a:xfrm>
            <a:custGeom>
              <a:avLst/>
              <a:gdLst/>
              <a:ahLst/>
              <a:cxnLst/>
              <a:rect l="l" t="t" r="r" b="b"/>
              <a:pathLst>
                <a:path w="541020" h="109854">
                  <a:moveTo>
                    <a:pt x="540613" y="0"/>
                  </a:moveTo>
                  <a:lnTo>
                    <a:pt x="521119" y="0"/>
                  </a:lnTo>
                  <a:lnTo>
                    <a:pt x="521119" y="16421"/>
                  </a:lnTo>
                  <a:lnTo>
                    <a:pt x="521119" y="48501"/>
                  </a:lnTo>
                  <a:lnTo>
                    <a:pt x="521119" y="64922"/>
                  </a:lnTo>
                  <a:lnTo>
                    <a:pt x="521119" y="92862"/>
                  </a:lnTo>
                  <a:lnTo>
                    <a:pt x="366915" y="92862"/>
                  </a:lnTo>
                  <a:lnTo>
                    <a:pt x="366915" y="64922"/>
                  </a:lnTo>
                  <a:lnTo>
                    <a:pt x="521119" y="64922"/>
                  </a:lnTo>
                  <a:lnTo>
                    <a:pt x="521119" y="48501"/>
                  </a:lnTo>
                  <a:lnTo>
                    <a:pt x="366915" y="48501"/>
                  </a:lnTo>
                  <a:lnTo>
                    <a:pt x="366915" y="16421"/>
                  </a:lnTo>
                  <a:lnTo>
                    <a:pt x="521119" y="16421"/>
                  </a:lnTo>
                  <a:lnTo>
                    <a:pt x="521119" y="0"/>
                  </a:lnTo>
                  <a:lnTo>
                    <a:pt x="347408" y="0"/>
                  </a:lnTo>
                  <a:lnTo>
                    <a:pt x="347408" y="16421"/>
                  </a:lnTo>
                  <a:lnTo>
                    <a:pt x="347408" y="48501"/>
                  </a:lnTo>
                  <a:lnTo>
                    <a:pt x="347408" y="64922"/>
                  </a:lnTo>
                  <a:lnTo>
                    <a:pt x="347408" y="92862"/>
                  </a:lnTo>
                  <a:lnTo>
                    <a:pt x="193205" y="92862"/>
                  </a:lnTo>
                  <a:lnTo>
                    <a:pt x="193205" y="64922"/>
                  </a:lnTo>
                  <a:lnTo>
                    <a:pt x="347408" y="64922"/>
                  </a:lnTo>
                  <a:lnTo>
                    <a:pt x="347408" y="48501"/>
                  </a:lnTo>
                  <a:lnTo>
                    <a:pt x="193205" y="48501"/>
                  </a:lnTo>
                  <a:lnTo>
                    <a:pt x="193205" y="16421"/>
                  </a:lnTo>
                  <a:lnTo>
                    <a:pt x="347408" y="16421"/>
                  </a:lnTo>
                  <a:lnTo>
                    <a:pt x="347408" y="0"/>
                  </a:lnTo>
                  <a:lnTo>
                    <a:pt x="173697" y="0"/>
                  </a:lnTo>
                  <a:lnTo>
                    <a:pt x="173697" y="16421"/>
                  </a:lnTo>
                  <a:lnTo>
                    <a:pt x="173697" y="48501"/>
                  </a:lnTo>
                  <a:lnTo>
                    <a:pt x="173697" y="64922"/>
                  </a:lnTo>
                  <a:lnTo>
                    <a:pt x="173697" y="92862"/>
                  </a:lnTo>
                  <a:lnTo>
                    <a:pt x="19494" y="92862"/>
                  </a:lnTo>
                  <a:lnTo>
                    <a:pt x="19494" y="64922"/>
                  </a:lnTo>
                  <a:lnTo>
                    <a:pt x="173697" y="64922"/>
                  </a:lnTo>
                  <a:lnTo>
                    <a:pt x="173697" y="48501"/>
                  </a:lnTo>
                  <a:lnTo>
                    <a:pt x="19494" y="48501"/>
                  </a:lnTo>
                  <a:lnTo>
                    <a:pt x="19494" y="16421"/>
                  </a:lnTo>
                  <a:lnTo>
                    <a:pt x="173697" y="16421"/>
                  </a:lnTo>
                  <a:lnTo>
                    <a:pt x="173697" y="0"/>
                  </a:lnTo>
                  <a:lnTo>
                    <a:pt x="0" y="0"/>
                  </a:lnTo>
                  <a:lnTo>
                    <a:pt x="0" y="8204"/>
                  </a:lnTo>
                  <a:lnTo>
                    <a:pt x="0" y="16421"/>
                  </a:lnTo>
                  <a:lnTo>
                    <a:pt x="0" y="48501"/>
                  </a:lnTo>
                  <a:lnTo>
                    <a:pt x="0" y="64922"/>
                  </a:lnTo>
                  <a:lnTo>
                    <a:pt x="0" y="92862"/>
                  </a:lnTo>
                  <a:lnTo>
                    <a:pt x="0" y="109283"/>
                  </a:lnTo>
                  <a:lnTo>
                    <a:pt x="19494" y="109283"/>
                  </a:lnTo>
                  <a:lnTo>
                    <a:pt x="540613" y="109283"/>
                  </a:lnTo>
                  <a:lnTo>
                    <a:pt x="540613" y="92862"/>
                  </a:lnTo>
                  <a:lnTo>
                    <a:pt x="540613" y="64922"/>
                  </a:lnTo>
                  <a:lnTo>
                    <a:pt x="540613" y="48501"/>
                  </a:lnTo>
                  <a:lnTo>
                    <a:pt x="540613" y="16421"/>
                  </a:lnTo>
                  <a:lnTo>
                    <a:pt x="540613" y="8204"/>
                  </a:lnTo>
                  <a:lnTo>
                    <a:pt x="540613" y="0"/>
                  </a:lnTo>
                  <a:close/>
                </a:path>
              </a:pathLst>
            </a:custGeom>
            <a:solidFill>
              <a:srgbClr val="C0685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" name="object 705" descr=""/>
            <p:cNvSpPr/>
            <p:nvPr/>
          </p:nvSpPr>
          <p:spPr>
            <a:xfrm>
              <a:off x="12580899" y="3490474"/>
              <a:ext cx="440690" cy="109855"/>
            </a:xfrm>
            <a:custGeom>
              <a:avLst/>
              <a:gdLst/>
              <a:ahLst/>
              <a:cxnLst/>
              <a:rect l="l" t="t" r="r" b="b"/>
              <a:pathLst>
                <a:path w="440690" h="109854">
                  <a:moveTo>
                    <a:pt x="440651" y="0"/>
                  </a:moveTo>
                  <a:lnTo>
                    <a:pt x="421157" y="0"/>
                  </a:lnTo>
                  <a:lnTo>
                    <a:pt x="421157" y="16421"/>
                  </a:lnTo>
                  <a:lnTo>
                    <a:pt x="421157" y="48501"/>
                  </a:lnTo>
                  <a:lnTo>
                    <a:pt x="421157" y="64922"/>
                  </a:lnTo>
                  <a:lnTo>
                    <a:pt x="421157" y="92862"/>
                  </a:lnTo>
                  <a:lnTo>
                    <a:pt x="300278" y="92862"/>
                  </a:lnTo>
                  <a:lnTo>
                    <a:pt x="300278" y="64922"/>
                  </a:lnTo>
                  <a:lnTo>
                    <a:pt x="421157" y="64922"/>
                  </a:lnTo>
                  <a:lnTo>
                    <a:pt x="421157" y="48501"/>
                  </a:lnTo>
                  <a:lnTo>
                    <a:pt x="300278" y="48501"/>
                  </a:lnTo>
                  <a:lnTo>
                    <a:pt x="300278" y="16421"/>
                  </a:lnTo>
                  <a:lnTo>
                    <a:pt x="421157" y="16421"/>
                  </a:lnTo>
                  <a:lnTo>
                    <a:pt x="421157" y="0"/>
                  </a:lnTo>
                  <a:lnTo>
                    <a:pt x="280771" y="0"/>
                  </a:lnTo>
                  <a:lnTo>
                    <a:pt x="280771" y="16421"/>
                  </a:lnTo>
                  <a:lnTo>
                    <a:pt x="280771" y="48501"/>
                  </a:lnTo>
                  <a:lnTo>
                    <a:pt x="280771" y="64922"/>
                  </a:lnTo>
                  <a:lnTo>
                    <a:pt x="280771" y="92862"/>
                  </a:lnTo>
                  <a:lnTo>
                    <a:pt x="159880" y="92862"/>
                  </a:lnTo>
                  <a:lnTo>
                    <a:pt x="159880" y="64922"/>
                  </a:lnTo>
                  <a:lnTo>
                    <a:pt x="280771" y="64922"/>
                  </a:lnTo>
                  <a:lnTo>
                    <a:pt x="280771" y="48501"/>
                  </a:lnTo>
                  <a:lnTo>
                    <a:pt x="159880" y="48501"/>
                  </a:lnTo>
                  <a:lnTo>
                    <a:pt x="159880" y="16421"/>
                  </a:lnTo>
                  <a:lnTo>
                    <a:pt x="280771" y="16421"/>
                  </a:lnTo>
                  <a:lnTo>
                    <a:pt x="280771" y="0"/>
                  </a:lnTo>
                  <a:lnTo>
                    <a:pt x="140385" y="0"/>
                  </a:lnTo>
                  <a:lnTo>
                    <a:pt x="140385" y="16421"/>
                  </a:lnTo>
                  <a:lnTo>
                    <a:pt x="140385" y="48501"/>
                  </a:lnTo>
                  <a:lnTo>
                    <a:pt x="140385" y="64922"/>
                  </a:lnTo>
                  <a:lnTo>
                    <a:pt x="140385" y="92862"/>
                  </a:lnTo>
                  <a:lnTo>
                    <a:pt x="19494" y="92862"/>
                  </a:lnTo>
                  <a:lnTo>
                    <a:pt x="19494" y="64922"/>
                  </a:lnTo>
                  <a:lnTo>
                    <a:pt x="140385" y="64922"/>
                  </a:lnTo>
                  <a:lnTo>
                    <a:pt x="140385" y="48501"/>
                  </a:lnTo>
                  <a:lnTo>
                    <a:pt x="19494" y="48501"/>
                  </a:lnTo>
                  <a:lnTo>
                    <a:pt x="19494" y="16421"/>
                  </a:lnTo>
                  <a:lnTo>
                    <a:pt x="140385" y="16421"/>
                  </a:lnTo>
                  <a:lnTo>
                    <a:pt x="140385" y="0"/>
                  </a:lnTo>
                  <a:lnTo>
                    <a:pt x="0" y="0"/>
                  </a:lnTo>
                  <a:lnTo>
                    <a:pt x="0" y="8204"/>
                  </a:lnTo>
                  <a:lnTo>
                    <a:pt x="0" y="16421"/>
                  </a:lnTo>
                  <a:lnTo>
                    <a:pt x="0" y="48501"/>
                  </a:lnTo>
                  <a:lnTo>
                    <a:pt x="0" y="64922"/>
                  </a:lnTo>
                  <a:lnTo>
                    <a:pt x="0" y="92862"/>
                  </a:lnTo>
                  <a:lnTo>
                    <a:pt x="0" y="109283"/>
                  </a:lnTo>
                  <a:lnTo>
                    <a:pt x="19494" y="109283"/>
                  </a:lnTo>
                  <a:lnTo>
                    <a:pt x="440651" y="109283"/>
                  </a:lnTo>
                  <a:lnTo>
                    <a:pt x="440651" y="92862"/>
                  </a:lnTo>
                  <a:lnTo>
                    <a:pt x="440651" y="64922"/>
                  </a:lnTo>
                  <a:lnTo>
                    <a:pt x="440651" y="48501"/>
                  </a:lnTo>
                  <a:lnTo>
                    <a:pt x="440651" y="16421"/>
                  </a:lnTo>
                  <a:lnTo>
                    <a:pt x="440651" y="8204"/>
                  </a:lnTo>
                  <a:lnTo>
                    <a:pt x="440651" y="0"/>
                  </a:lnTo>
                  <a:close/>
                </a:path>
              </a:pathLst>
            </a:custGeom>
            <a:solidFill>
              <a:srgbClr val="AE3E2C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06" name="object 706" descr=""/>
          <p:cNvGrpSpPr/>
          <p:nvPr/>
        </p:nvGrpSpPr>
        <p:grpSpPr>
          <a:xfrm>
            <a:off x="11828195" y="2258915"/>
            <a:ext cx="1403985" cy="755650"/>
            <a:chOff x="11828195" y="2258915"/>
            <a:chExt cx="1403985" cy="755650"/>
          </a:xfrm>
        </p:grpSpPr>
        <p:sp>
          <p:nvSpPr>
            <p:cNvPr id="707" name="object 707" descr=""/>
            <p:cNvSpPr/>
            <p:nvPr/>
          </p:nvSpPr>
          <p:spPr>
            <a:xfrm>
              <a:off x="12589399" y="2482742"/>
              <a:ext cx="511809" cy="227965"/>
            </a:xfrm>
            <a:custGeom>
              <a:avLst/>
              <a:gdLst/>
              <a:ahLst/>
              <a:cxnLst/>
              <a:rect l="l" t="t" r="r" b="b"/>
              <a:pathLst>
                <a:path w="511809" h="227964">
                  <a:moveTo>
                    <a:pt x="263496" y="134634"/>
                  </a:moveTo>
                  <a:lnTo>
                    <a:pt x="66663" y="134634"/>
                  </a:lnTo>
                  <a:lnTo>
                    <a:pt x="89141" y="163334"/>
                  </a:lnTo>
                  <a:lnTo>
                    <a:pt x="125666" y="186320"/>
                  </a:lnTo>
                  <a:lnTo>
                    <a:pt x="172541" y="203904"/>
                  </a:lnTo>
                  <a:lnTo>
                    <a:pt x="226067" y="216398"/>
                  </a:lnTo>
                  <a:lnTo>
                    <a:pt x="282547" y="224112"/>
                  </a:lnTo>
                  <a:lnTo>
                    <a:pt x="338284" y="227359"/>
                  </a:lnTo>
                  <a:lnTo>
                    <a:pt x="389581" y="226449"/>
                  </a:lnTo>
                  <a:lnTo>
                    <a:pt x="432740" y="221695"/>
                  </a:lnTo>
                  <a:lnTo>
                    <a:pt x="464064" y="213407"/>
                  </a:lnTo>
                  <a:lnTo>
                    <a:pt x="499275" y="162110"/>
                  </a:lnTo>
                  <a:lnTo>
                    <a:pt x="332634" y="162110"/>
                  </a:lnTo>
                  <a:lnTo>
                    <a:pt x="275987" y="139490"/>
                  </a:lnTo>
                  <a:lnTo>
                    <a:pt x="263496" y="134634"/>
                  </a:lnTo>
                  <a:close/>
                </a:path>
                <a:path w="511809" h="227964">
                  <a:moveTo>
                    <a:pt x="511256" y="144655"/>
                  </a:moveTo>
                  <a:lnTo>
                    <a:pt x="332634" y="162110"/>
                  </a:lnTo>
                  <a:lnTo>
                    <a:pt x="499275" y="162110"/>
                  </a:lnTo>
                  <a:lnTo>
                    <a:pt x="511256" y="144655"/>
                  </a:lnTo>
                  <a:close/>
                </a:path>
                <a:path w="511809" h="227964">
                  <a:moveTo>
                    <a:pt x="118724" y="0"/>
                  </a:moveTo>
                  <a:lnTo>
                    <a:pt x="10256" y="0"/>
                  </a:lnTo>
                  <a:lnTo>
                    <a:pt x="0" y="104787"/>
                  </a:lnTo>
                  <a:lnTo>
                    <a:pt x="2456" y="153741"/>
                  </a:lnTo>
                  <a:lnTo>
                    <a:pt x="22915" y="159483"/>
                  </a:lnTo>
                  <a:lnTo>
                    <a:pt x="66663" y="134634"/>
                  </a:lnTo>
                  <a:lnTo>
                    <a:pt x="263496" y="134634"/>
                  </a:lnTo>
                  <a:lnTo>
                    <a:pt x="227483" y="120635"/>
                  </a:lnTo>
                  <a:lnTo>
                    <a:pt x="186589" y="105238"/>
                  </a:lnTo>
                  <a:lnTo>
                    <a:pt x="125493" y="83593"/>
                  </a:lnTo>
                  <a:lnTo>
                    <a:pt x="117468" y="81003"/>
                  </a:lnTo>
                  <a:lnTo>
                    <a:pt x="114182" y="81003"/>
                  </a:lnTo>
                  <a:lnTo>
                    <a:pt x="104583" y="80196"/>
                  </a:lnTo>
                  <a:lnTo>
                    <a:pt x="68559" y="68523"/>
                  </a:lnTo>
                  <a:lnTo>
                    <a:pt x="71131" y="68301"/>
                  </a:lnTo>
                  <a:lnTo>
                    <a:pt x="143693" y="68301"/>
                  </a:lnTo>
                  <a:lnTo>
                    <a:pt x="145568" y="61751"/>
                  </a:lnTo>
                  <a:lnTo>
                    <a:pt x="144788" y="51096"/>
                  </a:lnTo>
                  <a:lnTo>
                    <a:pt x="140409" y="37457"/>
                  </a:lnTo>
                  <a:lnTo>
                    <a:pt x="131899" y="20527"/>
                  </a:lnTo>
                  <a:lnTo>
                    <a:pt x="118724" y="0"/>
                  </a:lnTo>
                  <a:close/>
                </a:path>
                <a:path w="511809" h="227964">
                  <a:moveTo>
                    <a:pt x="71131" y="68301"/>
                  </a:moveTo>
                  <a:lnTo>
                    <a:pt x="68559" y="68523"/>
                  </a:lnTo>
                  <a:lnTo>
                    <a:pt x="69326" y="69748"/>
                  </a:lnTo>
                  <a:lnTo>
                    <a:pt x="72900" y="71670"/>
                  </a:lnTo>
                  <a:lnTo>
                    <a:pt x="114182" y="81003"/>
                  </a:lnTo>
                  <a:lnTo>
                    <a:pt x="117134" y="80895"/>
                  </a:lnTo>
                  <a:lnTo>
                    <a:pt x="104225" y="76730"/>
                  </a:lnTo>
                  <a:lnTo>
                    <a:pt x="88431" y="72098"/>
                  </a:lnTo>
                  <a:lnTo>
                    <a:pt x="77577" y="69391"/>
                  </a:lnTo>
                  <a:lnTo>
                    <a:pt x="71131" y="68301"/>
                  </a:lnTo>
                  <a:close/>
                </a:path>
                <a:path w="511809" h="227964">
                  <a:moveTo>
                    <a:pt x="117134" y="80895"/>
                  </a:moveTo>
                  <a:lnTo>
                    <a:pt x="114182" y="81003"/>
                  </a:lnTo>
                  <a:lnTo>
                    <a:pt x="117468" y="81003"/>
                  </a:lnTo>
                  <a:lnTo>
                    <a:pt x="117134" y="80895"/>
                  </a:lnTo>
                  <a:close/>
                </a:path>
                <a:path w="511809" h="227964">
                  <a:moveTo>
                    <a:pt x="143693" y="68301"/>
                  </a:moveTo>
                  <a:lnTo>
                    <a:pt x="71131" y="68301"/>
                  </a:lnTo>
                  <a:lnTo>
                    <a:pt x="77577" y="69391"/>
                  </a:lnTo>
                  <a:lnTo>
                    <a:pt x="88431" y="72098"/>
                  </a:lnTo>
                  <a:lnTo>
                    <a:pt x="104225" y="76730"/>
                  </a:lnTo>
                  <a:lnTo>
                    <a:pt x="117134" y="80895"/>
                  </a:lnTo>
                  <a:lnTo>
                    <a:pt x="123386" y="80667"/>
                  </a:lnTo>
                  <a:lnTo>
                    <a:pt x="131660" y="78880"/>
                  </a:lnTo>
                  <a:lnTo>
                    <a:pt x="138471" y="75337"/>
                  </a:lnTo>
                  <a:lnTo>
                    <a:pt x="143269" y="69748"/>
                  </a:lnTo>
                  <a:lnTo>
                    <a:pt x="143693" y="68301"/>
                  </a:lnTo>
                  <a:close/>
                </a:path>
              </a:pathLst>
            </a:custGeom>
            <a:solidFill>
              <a:srgbClr val="A4271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8" name="object 708" descr=""/>
            <p:cNvSpPr/>
            <p:nvPr/>
          </p:nvSpPr>
          <p:spPr>
            <a:xfrm>
              <a:off x="11997062" y="2482739"/>
              <a:ext cx="701675" cy="215900"/>
            </a:xfrm>
            <a:custGeom>
              <a:avLst/>
              <a:gdLst/>
              <a:ahLst/>
              <a:cxnLst/>
              <a:rect l="l" t="t" r="r" b="b"/>
              <a:pathLst>
                <a:path w="701675" h="215900">
                  <a:moveTo>
                    <a:pt x="603698" y="0"/>
                  </a:moveTo>
                  <a:lnTo>
                    <a:pt x="488519" y="0"/>
                  </a:lnTo>
                  <a:lnTo>
                    <a:pt x="431765" y="36299"/>
                  </a:lnTo>
                  <a:lnTo>
                    <a:pt x="378400" y="66863"/>
                  </a:lnTo>
                  <a:lnTo>
                    <a:pt x="328068" y="92145"/>
                  </a:lnTo>
                  <a:lnTo>
                    <a:pt x="280411" y="112601"/>
                  </a:lnTo>
                  <a:lnTo>
                    <a:pt x="235074" y="128687"/>
                  </a:lnTo>
                  <a:lnTo>
                    <a:pt x="191700" y="140856"/>
                  </a:lnTo>
                  <a:lnTo>
                    <a:pt x="149932" y="149566"/>
                  </a:lnTo>
                  <a:lnTo>
                    <a:pt x="0" y="109253"/>
                  </a:lnTo>
                  <a:lnTo>
                    <a:pt x="47192" y="187449"/>
                  </a:lnTo>
                  <a:lnTo>
                    <a:pt x="113031" y="202364"/>
                  </a:lnTo>
                  <a:lnTo>
                    <a:pt x="158009" y="208233"/>
                  </a:lnTo>
                  <a:lnTo>
                    <a:pt x="208838" y="212629"/>
                  </a:lnTo>
                  <a:lnTo>
                    <a:pt x="263879" y="215241"/>
                  </a:lnTo>
                  <a:lnTo>
                    <a:pt x="321491" y="215758"/>
                  </a:lnTo>
                  <a:lnTo>
                    <a:pt x="380035" y="213870"/>
                  </a:lnTo>
                  <a:lnTo>
                    <a:pt x="437869" y="209266"/>
                  </a:lnTo>
                  <a:lnTo>
                    <a:pt x="493354" y="201636"/>
                  </a:lnTo>
                  <a:lnTo>
                    <a:pt x="544849" y="190668"/>
                  </a:lnTo>
                  <a:lnTo>
                    <a:pt x="590715" y="176052"/>
                  </a:lnTo>
                  <a:lnTo>
                    <a:pt x="629310" y="157478"/>
                  </a:lnTo>
                  <a:lnTo>
                    <a:pt x="658995" y="134634"/>
                  </a:lnTo>
                  <a:lnTo>
                    <a:pt x="658995" y="70594"/>
                  </a:lnTo>
                  <a:lnTo>
                    <a:pt x="701664" y="98353"/>
                  </a:lnTo>
                  <a:lnTo>
                    <a:pt x="666518" y="74066"/>
                  </a:lnTo>
                  <a:lnTo>
                    <a:pt x="637207" y="43722"/>
                  </a:lnTo>
                  <a:lnTo>
                    <a:pt x="615632" y="16105"/>
                  </a:lnTo>
                  <a:lnTo>
                    <a:pt x="603698" y="0"/>
                  </a:lnTo>
                  <a:close/>
                </a:path>
              </a:pathLst>
            </a:custGeom>
            <a:solidFill>
              <a:srgbClr val="AE3E2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" name="object 709" descr=""/>
            <p:cNvSpPr/>
            <p:nvPr/>
          </p:nvSpPr>
          <p:spPr>
            <a:xfrm>
              <a:off x="12647520" y="2541263"/>
              <a:ext cx="250190" cy="473709"/>
            </a:xfrm>
            <a:custGeom>
              <a:avLst/>
              <a:gdLst/>
              <a:ahLst/>
              <a:cxnLst/>
              <a:rect l="l" t="t" r="r" b="b"/>
              <a:pathLst>
                <a:path w="250190" h="473710">
                  <a:moveTo>
                    <a:pt x="0" y="473263"/>
                  </a:moveTo>
                  <a:lnTo>
                    <a:pt x="250065" y="473263"/>
                  </a:lnTo>
                  <a:lnTo>
                    <a:pt x="250065" y="0"/>
                  </a:lnTo>
                  <a:lnTo>
                    <a:pt x="0" y="0"/>
                  </a:lnTo>
                  <a:lnTo>
                    <a:pt x="0" y="473263"/>
                  </a:lnTo>
                  <a:close/>
                </a:path>
              </a:pathLst>
            </a:custGeom>
            <a:solidFill>
              <a:srgbClr val="DDD2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" name="object 710" descr=""/>
            <p:cNvSpPr/>
            <p:nvPr/>
          </p:nvSpPr>
          <p:spPr>
            <a:xfrm>
              <a:off x="12172341" y="2541263"/>
              <a:ext cx="342265" cy="473709"/>
            </a:xfrm>
            <a:custGeom>
              <a:avLst/>
              <a:gdLst/>
              <a:ahLst/>
              <a:cxnLst/>
              <a:rect l="l" t="t" r="r" b="b"/>
              <a:pathLst>
                <a:path w="342265" h="473710">
                  <a:moveTo>
                    <a:pt x="0" y="473263"/>
                  </a:moveTo>
                  <a:lnTo>
                    <a:pt x="341947" y="473263"/>
                  </a:lnTo>
                  <a:lnTo>
                    <a:pt x="341947" y="0"/>
                  </a:lnTo>
                  <a:lnTo>
                    <a:pt x="0" y="0"/>
                  </a:lnTo>
                  <a:lnTo>
                    <a:pt x="0" y="473263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" name="object 711" descr=""/>
            <p:cNvSpPr/>
            <p:nvPr/>
          </p:nvSpPr>
          <p:spPr>
            <a:xfrm>
              <a:off x="12302923" y="2796480"/>
              <a:ext cx="75565" cy="204470"/>
            </a:xfrm>
            <a:custGeom>
              <a:avLst/>
              <a:gdLst/>
              <a:ahLst/>
              <a:cxnLst/>
              <a:rect l="l" t="t" r="r" b="b"/>
              <a:pathLst>
                <a:path w="75565" h="204469">
                  <a:moveTo>
                    <a:pt x="75568" y="0"/>
                  </a:moveTo>
                  <a:lnTo>
                    <a:pt x="0" y="0"/>
                  </a:lnTo>
                  <a:lnTo>
                    <a:pt x="0" y="204297"/>
                  </a:lnTo>
                  <a:lnTo>
                    <a:pt x="75568" y="204297"/>
                  </a:lnTo>
                  <a:lnTo>
                    <a:pt x="75568" y="0"/>
                  </a:lnTo>
                  <a:close/>
                </a:path>
              </a:pathLst>
            </a:custGeom>
            <a:solidFill>
              <a:srgbClr val="282E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" name="object 712" descr=""/>
            <p:cNvSpPr/>
            <p:nvPr/>
          </p:nvSpPr>
          <p:spPr>
            <a:xfrm>
              <a:off x="12191492" y="2796482"/>
              <a:ext cx="299720" cy="204470"/>
            </a:xfrm>
            <a:custGeom>
              <a:avLst/>
              <a:gdLst/>
              <a:ahLst/>
              <a:cxnLst/>
              <a:rect l="l" t="t" r="r" b="b"/>
              <a:pathLst>
                <a:path w="299720" h="204469">
                  <a:moveTo>
                    <a:pt x="62890" y="12"/>
                  </a:moveTo>
                  <a:lnTo>
                    <a:pt x="0" y="12"/>
                  </a:lnTo>
                  <a:lnTo>
                    <a:pt x="0" y="53771"/>
                  </a:lnTo>
                  <a:lnTo>
                    <a:pt x="62890" y="53771"/>
                  </a:lnTo>
                  <a:lnTo>
                    <a:pt x="62890" y="12"/>
                  </a:lnTo>
                  <a:close/>
                </a:path>
                <a:path w="299720" h="204469">
                  <a:moveTo>
                    <a:pt x="111429" y="0"/>
                  </a:moveTo>
                  <a:lnTo>
                    <a:pt x="88214" y="0"/>
                  </a:lnTo>
                  <a:lnTo>
                    <a:pt x="88214" y="204304"/>
                  </a:lnTo>
                  <a:lnTo>
                    <a:pt x="111429" y="204304"/>
                  </a:lnTo>
                  <a:lnTo>
                    <a:pt x="111429" y="0"/>
                  </a:lnTo>
                  <a:close/>
                </a:path>
                <a:path w="299720" h="204469">
                  <a:moveTo>
                    <a:pt x="210210" y="0"/>
                  </a:moveTo>
                  <a:lnTo>
                    <a:pt x="186994" y="0"/>
                  </a:lnTo>
                  <a:lnTo>
                    <a:pt x="186994" y="204304"/>
                  </a:lnTo>
                  <a:lnTo>
                    <a:pt x="210210" y="204304"/>
                  </a:lnTo>
                  <a:lnTo>
                    <a:pt x="210210" y="0"/>
                  </a:lnTo>
                  <a:close/>
                </a:path>
                <a:path w="299720" h="204469">
                  <a:moveTo>
                    <a:pt x="299694" y="12"/>
                  </a:moveTo>
                  <a:lnTo>
                    <a:pt x="236791" y="12"/>
                  </a:lnTo>
                  <a:lnTo>
                    <a:pt x="236791" y="53771"/>
                  </a:lnTo>
                  <a:lnTo>
                    <a:pt x="299694" y="53771"/>
                  </a:lnTo>
                  <a:lnTo>
                    <a:pt x="299694" y="12"/>
                  </a:lnTo>
                  <a:close/>
                </a:path>
              </a:pathLst>
            </a:custGeom>
            <a:solidFill>
              <a:srgbClr val="FFB9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" name="object 713" descr=""/>
            <p:cNvSpPr/>
            <p:nvPr/>
          </p:nvSpPr>
          <p:spPr>
            <a:xfrm>
              <a:off x="12105716" y="2541263"/>
              <a:ext cx="477520" cy="473709"/>
            </a:xfrm>
            <a:custGeom>
              <a:avLst/>
              <a:gdLst/>
              <a:ahLst/>
              <a:cxnLst/>
              <a:rect l="l" t="t" r="r" b="b"/>
              <a:pathLst>
                <a:path w="477520" h="473710">
                  <a:moveTo>
                    <a:pt x="477240" y="143129"/>
                  </a:moveTo>
                  <a:lnTo>
                    <a:pt x="475183" y="143129"/>
                  </a:lnTo>
                  <a:lnTo>
                    <a:pt x="475183" y="0"/>
                  </a:lnTo>
                  <a:lnTo>
                    <a:pt x="408571" y="0"/>
                  </a:lnTo>
                  <a:lnTo>
                    <a:pt x="408571" y="143129"/>
                  </a:lnTo>
                  <a:lnTo>
                    <a:pt x="255905" y="143129"/>
                  </a:lnTo>
                  <a:lnTo>
                    <a:pt x="255905" y="66344"/>
                  </a:lnTo>
                  <a:lnTo>
                    <a:pt x="221348" y="66344"/>
                  </a:lnTo>
                  <a:lnTo>
                    <a:pt x="221348" y="143129"/>
                  </a:lnTo>
                  <a:lnTo>
                    <a:pt x="66624" y="143129"/>
                  </a:lnTo>
                  <a:lnTo>
                    <a:pt x="66624" y="0"/>
                  </a:lnTo>
                  <a:lnTo>
                    <a:pt x="0" y="0"/>
                  </a:lnTo>
                  <a:lnTo>
                    <a:pt x="0" y="473265"/>
                  </a:lnTo>
                  <a:lnTo>
                    <a:pt x="66624" y="473265"/>
                  </a:lnTo>
                  <a:lnTo>
                    <a:pt x="66624" y="177685"/>
                  </a:lnTo>
                  <a:lnTo>
                    <a:pt x="408571" y="177685"/>
                  </a:lnTo>
                  <a:lnTo>
                    <a:pt x="408571" y="473265"/>
                  </a:lnTo>
                  <a:lnTo>
                    <a:pt x="475183" y="473265"/>
                  </a:lnTo>
                  <a:lnTo>
                    <a:pt x="475183" y="177685"/>
                  </a:lnTo>
                  <a:lnTo>
                    <a:pt x="477240" y="177685"/>
                  </a:lnTo>
                  <a:lnTo>
                    <a:pt x="477240" y="143129"/>
                  </a:lnTo>
                  <a:close/>
                </a:path>
              </a:pathLst>
            </a:custGeom>
            <a:solidFill>
              <a:srgbClr val="AE3E2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" name="object 714" descr=""/>
            <p:cNvSpPr/>
            <p:nvPr/>
          </p:nvSpPr>
          <p:spPr>
            <a:xfrm>
              <a:off x="12580899" y="2541263"/>
              <a:ext cx="383540" cy="473709"/>
            </a:xfrm>
            <a:custGeom>
              <a:avLst/>
              <a:gdLst/>
              <a:ahLst/>
              <a:cxnLst/>
              <a:rect l="l" t="t" r="r" b="b"/>
              <a:pathLst>
                <a:path w="383540" h="473710">
                  <a:moveTo>
                    <a:pt x="383298" y="0"/>
                  </a:moveTo>
                  <a:lnTo>
                    <a:pt x="316687" y="0"/>
                  </a:lnTo>
                  <a:lnTo>
                    <a:pt x="316687" y="143129"/>
                  </a:lnTo>
                  <a:lnTo>
                    <a:pt x="66611" y="143129"/>
                  </a:lnTo>
                  <a:lnTo>
                    <a:pt x="66611" y="0"/>
                  </a:lnTo>
                  <a:lnTo>
                    <a:pt x="0" y="0"/>
                  </a:lnTo>
                  <a:lnTo>
                    <a:pt x="0" y="473265"/>
                  </a:lnTo>
                  <a:lnTo>
                    <a:pt x="66611" y="473265"/>
                  </a:lnTo>
                  <a:lnTo>
                    <a:pt x="66611" y="177685"/>
                  </a:lnTo>
                  <a:lnTo>
                    <a:pt x="316687" y="177685"/>
                  </a:lnTo>
                  <a:lnTo>
                    <a:pt x="316687" y="473265"/>
                  </a:lnTo>
                  <a:lnTo>
                    <a:pt x="383298" y="473265"/>
                  </a:lnTo>
                  <a:lnTo>
                    <a:pt x="383298" y="177685"/>
                  </a:lnTo>
                  <a:lnTo>
                    <a:pt x="383298" y="143129"/>
                  </a:lnTo>
                  <a:lnTo>
                    <a:pt x="383298" y="0"/>
                  </a:lnTo>
                  <a:close/>
                </a:path>
              </a:pathLst>
            </a:custGeom>
            <a:solidFill>
              <a:srgbClr val="A4271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" name="object 715" descr=""/>
            <p:cNvSpPr/>
            <p:nvPr/>
          </p:nvSpPr>
          <p:spPr>
            <a:xfrm>
              <a:off x="12595611" y="2394137"/>
              <a:ext cx="601980" cy="267970"/>
            </a:xfrm>
            <a:custGeom>
              <a:avLst/>
              <a:gdLst/>
              <a:ahLst/>
              <a:cxnLst/>
              <a:rect l="l" t="t" r="r" b="b"/>
              <a:pathLst>
                <a:path w="601980" h="267969">
                  <a:moveTo>
                    <a:pt x="310012" y="158403"/>
                  </a:moveTo>
                  <a:lnTo>
                    <a:pt x="78422" y="158403"/>
                  </a:lnTo>
                  <a:lnTo>
                    <a:pt x="98705" y="186545"/>
                  </a:lnTo>
                  <a:lnTo>
                    <a:pt x="130582" y="210142"/>
                  </a:lnTo>
                  <a:lnTo>
                    <a:pt x="171668" y="229394"/>
                  </a:lnTo>
                  <a:lnTo>
                    <a:pt x="219582" y="244502"/>
                  </a:lnTo>
                  <a:lnTo>
                    <a:pt x="271940" y="255667"/>
                  </a:lnTo>
                  <a:lnTo>
                    <a:pt x="326361" y="263089"/>
                  </a:lnTo>
                  <a:lnTo>
                    <a:pt x="380462" y="266970"/>
                  </a:lnTo>
                  <a:lnTo>
                    <a:pt x="431860" y="267510"/>
                  </a:lnTo>
                  <a:lnTo>
                    <a:pt x="478172" y="264910"/>
                  </a:lnTo>
                  <a:lnTo>
                    <a:pt x="517016" y="259370"/>
                  </a:lnTo>
                  <a:lnTo>
                    <a:pt x="546010" y="251091"/>
                  </a:lnTo>
                  <a:lnTo>
                    <a:pt x="587436" y="190737"/>
                  </a:lnTo>
                  <a:lnTo>
                    <a:pt x="391365" y="190737"/>
                  </a:lnTo>
                  <a:lnTo>
                    <a:pt x="310012" y="158403"/>
                  </a:lnTo>
                  <a:close/>
                </a:path>
                <a:path w="601980" h="267969">
                  <a:moveTo>
                    <a:pt x="601537" y="170193"/>
                  </a:moveTo>
                  <a:lnTo>
                    <a:pt x="391365" y="190737"/>
                  </a:lnTo>
                  <a:lnTo>
                    <a:pt x="587436" y="190737"/>
                  </a:lnTo>
                  <a:lnTo>
                    <a:pt x="601537" y="170193"/>
                  </a:lnTo>
                  <a:close/>
                </a:path>
                <a:path w="601980" h="267969">
                  <a:moveTo>
                    <a:pt x="139687" y="0"/>
                  </a:moveTo>
                  <a:lnTo>
                    <a:pt x="12068" y="0"/>
                  </a:lnTo>
                  <a:lnTo>
                    <a:pt x="0" y="123294"/>
                  </a:lnTo>
                  <a:lnTo>
                    <a:pt x="2889" y="180892"/>
                  </a:lnTo>
                  <a:lnTo>
                    <a:pt x="26956" y="187645"/>
                  </a:lnTo>
                  <a:lnTo>
                    <a:pt x="78422" y="158403"/>
                  </a:lnTo>
                  <a:lnTo>
                    <a:pt x="310012" y="158403"/>
                  </a:lnTo>
                  <a:lnTo>
                    <a:pt x="241733" y="132101"/>
                  </a:lnTo>
                  <a:lnTo>
                    <a:pt x="204490" y="118302"/>
                  </a:lnTo>
                  <a:lnTo>
                    <a:pt x="146730" y="98046"/>
                  </a:lnTo>
                  <a:lnTo>
                    <a:pt x="131805" y="95195"/>
                  </a:lnTo>
                  <a:lnTo>
                    <a:pt x="122313" y="94256"/>
                  </a:lnTo>
                  <a:lnTo>
                    <a:pt x="84397" y="83680"/>
                  </a:lnTo>
                  <a:lnTo>
                    <a:pt x="80602" y="80680"/>
                  </a:lnTo>
                  <a:lnTo>
                    <a:pt x="82623" y="80296"/>
                  </a:lnTo>
                  <a:lnTo>
                    <a:pt x="169119" y="80296"/>
                  </a:lnTo>
                  <a:lnTo>
                    <a:pt x="171011" y="74706"/>
                  </a:lnTo>
                  <a:lnTo>
                    <a:pt x="171129" y="64950"/>
                  </a:lnTo>
                  <a:lnTo>
                    <a:pt x="168426" y="52814"/>
                  </a:lnTo>
                  <a:lnTo>
                    <a:pt x="162532" y="38086"/>
                  </a:lnTo>
                  <a:lnTo>
                    <a:pt x="153075" y="20552"/>
                  </a:lnTo>
                  <a:lnTo>
                    <a:pt x="139687" y="0"/>
                  </a:lnTo>
                  <a:close/>
                </a:path>
                <a:path w="601980" h="267969">
                  <a:moveTo>
                    <a:pt x="169119" y="80296"/>
                  </a:moveTo>
                  <a:lnTo>
                    <a:pt x="82623" y="80296"/>
                  </a:lnTo>
                  <a:lnTo>
                    <a:pt x="87750" y="80939"/>
                  </a:lnTo>
                  <a:lnTo>
                    <a:pt x="96354" y="82823"/>
                  </a:lnTo>
                  <a:lnTo>
                    <a:pt x="108805" y="86160"/>
                  </a:lnTo>
                  <a:lnTo>
                    <a:pt x="125474" y="91163"/>
                  </a:lnTo>
                  <a:lnTo>
                    <a:pt x="138029" y="95229"/>
                  </a:lnTo>
                  <a:lnTo>
                    <a:pt x="141070" y="95245"/>
                  </a:lnTo>
                  <a:lnTo>
                    <a:pt x="149737" y="94193"/>
                  </a:lnTo>
                  <a:lnTo>
                    <a:pt x="157434" y="91826"/>
                  </a:lnTo>
                  <a:lnTo>
                    <a:pt x="163793" y="87931"/>
                  </a:lnTo>
                  <a:lnTo>
                    <a:pt x="168442" y="82296"/>
                  </a:lnTo>
                  <a:lnTo>
                    <a:pt x="169119" y="80296"/>
                  </a:lnTo>
                  <a:close/>
                </a:path>
                <a:path w="601980" h="267969">
                  <a:moveTo>
                    <a:pt x="82623" y="80296"/>
                  </a:moveTo>
                  <a:lnTo>
                    <a:pt x="80602" y="80680"/>
                  </a:lnTo>
                  <a:lnTo>
                    <a:pt x="81317" y="81880"/>
                  </a:lnTo>
                  <a:lnTo>
                    <a:pt x="84397" y="83680"/>
                  </a:lnTo>
                  <a:lnTo>
                    <a:pt x="122313" y="94256"/>
                  </a:lnTo>
                  <a:lnTo>
                    <a:pt x="138029" y="95229"/>
                  </a:lnTo>
                  <a:lnTo>
                    <a:pt x="125474" y="91163"/>
                  </a:lnTo>
                  <a:lnTo>
                    <a:pt x="108805" y="86160"/>
                  </a:lnTo>
                  <a:lnTo>
                    <a:pt x="96354" y="82823"/>
                  </a:lnTo>
                  <a:lnTo>
                    <a:pt x="87750" y="80939"/>
                  </a:lnTo>
                  <a:lnTo>
                    <a:pt x="82623" y="80296"/>
                  </a:lnTo>
                  <a:close/>
                </a:path>
              </a:pathLst>
            </a:custGeom>
            <a:solidFill>
              <a:srgbClr val="AE3E2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" name="object 716" descr=""/>
            <p:cNvSpPr/>
            <p:nvPr/>
          </p:nvSpPr>
          <p:spPr>
            <a:xfrm>
              <a:off x="11898665" y="2394139"/>
              <a:ext cx="826135" cy="254000"/>
            </a:xfrm>
            <a:custGeom>
              <a:avLst/>
              <a:gdLst/>
              <a:ahLst/>
              <a:cxnLst/>
              <a:rect l="l" t="t" r="r" b="b"/>
              <a:pathLst>
                <a:path w="826134" h="254000">
                  <a:moveTo>
                    <a:pt x="710313" y="0"/>
                  </a:moveTo>
                  <a:lnTo>
                    <a:pt x="574788" y="0"/>
                  </a:lnTo>
                  <a:lnTo>
                    <a:pt x="522494" y="33817"/>
                  </a:lnTo>
                  <a:lnTo>
                    <a:pt x="472667" y="63480"/>
                  </a:lnTo>
                  <a:lnTo>
                    <a:pt x="425110" y="89242"/>
                  </a:lnTo>
                  <a:lnTo>
                    <a:pt x="379626" y="111353"/>
                  </a:lnTo>
                  <a:lnTo>
                    <a:pt x="336018" y="130066"/>
                  </a:lnTo>
                  <a:lnTo>
                    <a:pt x="294089" y="145633"/>
                  </a:lnTo>
                  <a:lnTo>
                    <a:pt x="253641" y="158305"/>
                  </a:lnTo>
                  <a:lnTo>
                    <a:pt x="214478" y="168335"/>
                  </a:lnTo>
                  <a:lnTo>
                    <a:pt x="176403" y="175973"/>
                  </a:lnTo>
                  <a:lnTo>
                    <a:pt x="0" y="128540"/>
                  </a:lnTo>
                  <a:lnTo>
                    <a:pt x="55527" y="220537"/>
                  </a:lnTo>
                  <a:lnTo>
                    <a:pt x="120288" y="236003"/>
                  </a:lnTo>
                  <a:lnTo>
                    <a:pt x="163808" y="242423"/>
                  </a:lnTo>
                  <a:lnTo>
                    <a:pt x="213080" y="247650"/>
                  </a:lnTo>
                  <a:lnTo>
                    <a:pt x="266847" y="251447"/>
                  </a:lnTo>
                  <a:lnTo>
                    <a:pt x="323853" y="253576"/>
                  </a:lnTo>
                  <a:lnTo>
                    <a:pt x="382842" y="253798"/>
                  </a:lnTo>
                  <a:lnTo>
                    <a:pt x="442557" y="251876"/>
                  </a:lnTo>
                  <a:lnTo>
                    <a:pt x="501742" y="247572"/>
                  </a:lnTo>
                  <a:lnTo>
                    <a:pt x="559141" y="240648"/>
                  </a:lnTo>
                  <a:lnTo>
                    <a:pt x="613497" y="230867"/>
                  </a:lnTo>
                  <a:lnTo>
                    <a:pt x="663554" y="217989"/>
                  </a:lnTo>
                  <a:lnTo>
                    <a:pt x="708056" y="201778"/>
                  </a:lnTo>
                  <a:lnTo>
                    <a:pt x="745746" y="181995"/>
                  </a:lnTo>
                  <a:lnTo>
                    <a:pt x="775369" y="158403"/>
                  </a:lnTo>
                  <a:lnTo>
                    <a:pt x="775369" y="83055"/>
                  </a:lnTo>
                  <a:lnTo>
                    <a:pt x="825576" y="115713"/>
                  </a:lnTo>
                  <a:lnTo>
                    <a:pt x="784222" y="87139"/>
                  </a:lnTo>
                  <a:lnTo>
                    <a:pt x="749733" y="51436"/>
                  </a:lnTo>
                  <a:lnTo>
                    <a:pt x="724350" y="18944"/>
                  </a:lnTo>
                  <a:lnTo>
                    <a:pt x="710313" y="0"/>
                  </a:lnTo>
                  <a:close/>
                </a:path>
              </a:pathLst>
            </a:custGeom>
            <a:solidFill>
              <a:srgbClr val="C0685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" name="object 717" descr=""/>
            <p:cNvSpPr/>
            <p:nvPr/>
          </p:nvSpPr>
          <p:spPr>
            <a:xfrm>
              <a:off x="12586734" y="2322353"/>
              <a:ext cx="645160" cy="280670"/>
            </a:xfrm>
            <a:custGeom>
              <a:avLst/>
              <a:gdLst/>
              <a:ahLst/>
              <a:cxnLst/>
              <a:rect l="l" t="t" r="r" b="b"/>
              <a:pathLst>
                <a:path w="645159" h="280669">
                  <a:moveTo>
                    <a:pt x="145793" y="0"/>
                  </a:moveTo>
                  <a:lnTo>
                    <a:pt x="7850" y="0"/>
                  </a:lnTo>
                  <a:lnTo>
                    <a:pt x="0" y="122084"/>
                  </a:lnTo>
                  <a:lnTo>
                    <a:pt x="5791" y="178599"/>
                  </a:lnTo>
                  <a:lnTo>
                    <a:pt x="32792" y="183781"/>
                  </a:lnTo>
                  <a:lnTo>
                    <a:pt x="88570" y="151869"/>
                  </a:lnTo>
                  <a:lnTo>
                    <a:pt x="103676" y="182891"/>
                  </a:lnTo>
                  <a:lnTo>
                    <a:pt x="167658" y="231062"/>
                  </a:lnTo>
                  <a:lnTo>
                    <a:pt x="212550" y="248619"/>
                  </a:lnTo>
                  <a:lnTo>
                    <a:pt x="263387" y="262095"/>
                  </a:lnTo>
                  <a:lnTo>
                    <a:pt x="318176" y="271694"/>
                  </a:lnTo>
                  <a:lnTo>
                    <a:pt x="374925" y="277618"/>
                  </a:lnTo>
                  <a:lnTo>
                    <a:pt x="431642" y="280072"/>
                  </a:lnTo>
                  <a:lnTo>
                    <a:pt x="486335" y="279259"/>
                  </a:lnTo>
                  <a:lnTo>
                    <a:pt x="537012" y="275382"/>
                  </a:lnTo>
                  <a:lnTo>
                    <a:pt x="581681" y="268645"/>
                  </a:lnTo>
                  <a:lnTo>
                    <a:pt x="618349" y="259252"/>
                  </a:lnTo>
                  <a:lnTo>
                    <a:pt x="645024" y="247406"/>
                  </a:lnTo>
                  <a:lnTo>
                    <a:pt x="645024" y="183973"/>
                  </a:lnTo>
                  <a:lnTo>
                    <a:pt x="417848" y="206171"/>
                  </a:lnTo>
                  <a:lnTo>
                    <a:pt x="300151" y="143578"/>
                  </a:lnTo>
                  <a:lnTo>
                    <a:pt x="214986" y="76082"/>
                  </a:lnTo>
                  <a:lnTo>
                    <a:pt x="163239" y="22088"/>
                  </a:lnTo>
                  <a:lnTo>
                    <a:pt x="145793" y="0"/>
                  </a:lnTo>
                  <a:close/>
                </a:path>
              </a:pathLst>
            </a:custGeom>
            <a:solidFill>
              <a:srgbClr val="0A133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" name="object 718" descr=""/>
            <p:cNvSpPr/>
            <p:nvPr/>
          </p:nvSpPr>
          <p:spPr>
            <a:xfrm>
              <a:off x="11828196" y="2258916"/>
              <a:ext cx="1403985" cy="337820"/>
            </a:xfrm>
            <a:custGeom>
              <a:avLst/>
              <a:gdLst/>
              <a:ahLst/>
              <a:cxnLst/>
              <a:rect l="l" t="t" r="r" b="b"/>
              <a:pathLst>
                <a:path w="1403984" h="337819">
                  <a:moveTo>
                    <a:pt x="1403553" y="247408"/>
                  </a:moveTo>
                  <a:lnTo>
                    <a:pt x="1233551" y="224129"/>
                  </a:lnTo>
                  <a:lnTo>
                    <a:pt x="1062139" y="137375"/>
                  </a:lnTo>
                  <a:lnTo>
                    <a:pt x="929690" y="43789"/>
                  </a:lnTo>
                  <a:lnTo>
                    <a:pt x="876566" y="0"/>
                  </a:lnTo>
                  <a:lnTo>
                    <a:pt x="766381" y="0"/>
                  </a:lnTo>
                  <a:lnTo>
                    <a:pt x="762292" y="63449"/>
                  </a:lnTo>
                  <a:lnTo>
                    <a:pt x="621296" y="63449"/>
                  </a:lnTo>
                  <a:lnTo>
                    <a:pt x="564769" y="99999"/>
                  </a:lnTo>
                  <a:lnTo>
                    <a:pt x="510908" y="132067"/>
                  </a:lnTo>
                  <a:lnTo>
                    <a:pt x="459511" y="159918"/>
                  </a:lnTo>
                  <a:lnTo>
                    <a:pt x="410349" y="183819"/>
                  </a:lnTo>
                  <a:lnTo>
                    <a:pt x="363207" y="204038"/>
                  </a:lnTo>
                  <a:lnTo>
                    <a:pt x="317881" y="220865"/>
                  </a:lnTo>
                  <a:lnTo>
                    <a:pt x="274167" y="234569"/>
                  </a:lnTo>
                  <a:lnTo>
                    <a:pt x="231825" y="245402"/>
                  </a:lnTo>
                  <a:lnTo>
                    <a:pt x="190665" y="253657"/>
                  </a:lnTo>
                  <a:lnTo>
                    <a:pt x="0" y="202387"/>
                  </a:lnTo>
                  <a:lnTo>
                    <a:pt x="0" y="265823"/>
                  </a:lnTo>
                  <a:lnTo>
                    <a:pt x="55968" y="291947"/>
                  </a:lnTo>
                  <a:lnTo>
                    <a:pt x="93548" y="303187"/>
                  </a:lnTo>
                  <a:lnTo>
                    <a:pt x="136423" y="313042"/>
                  </a:lnTo>
                  <a:lnTo>
                    <a:pt x="183743" y="321411"/>
                  </a:lnTo>
                  <a:lnTo>
                    <a:pt x="234696" y="328168"/>
                  </a:lnTo>
                  <a:lnTo>
                    <a:pt x="288417" y="333197"/>
                  </a:lnTo>
                  <a:lnTo>
                    <a:pt x="344106" y="336372"/>
                  </a:lnTo>
                  <a:lnTo>
                    <a:pt x="400913" y="337578"/>
                  </a:lnTo>
                  <a:lnTo>
                    <a:pt x="458000" y="336702"/>
                  </a:lnTo>
                  <a:lnTo>
                    <a:pt x="514540" y="333616"/>
                  </a:lnTo>
                  <a:lnTo>
                    <a:pt x="569696" y="328206"/>
                  </a:lnTo>
                  <a:lnTo>
                    <a:pt x="622642" y="320357"/>
                  </a:lnTo>
                  <a:lnTo>
                    <a:pt x="672541" y="309943"/>
                  </a:lnTo>
                  <a:lnTo>
                    <a:pt x="718553" y="296849"/>
                  </a:lnTo>
                  <a:lnTo>
                    <a:pt x="759841" y="280962"/>
                  </a:lnTo>
                  <a:lnTo>
                    <a:pt x="795591" y="262153"/>
                  </a:lnTo>
                  <a:lnTo>
                    <a:pt x="807008" y="253657"/>
                  </a:lnTo>
                  <a:lnTo>
                    <a:pt x="824953" y="240309"/>
                  </a:lnTo>
                  <a:lnTo>
                    <a:pt x="847102" y="215315"/>
                  </a:lnTo>
                  <a:lnTo>
                    <a:pt x="847102" y="157035"/>
                  </a:lnTo>
                  <a:lnTo>
                    <a:pt x="843889" y="153720"/>
                  </a:lnTo>
                  <a:lnTo>
                    <a:pt x="847102" y="151879"/>
                  </a:lnTo>
                  <a:lnTo>
                    <a:pt x="847102" y="157035"/>
                  </a:lnTo>
                  <a:lnTo>
                    <a:pt x="847686" y="157632"/>
                  </a:lnTo>
                  <a:lnTo>
                    <a:pt x="851027" y="159943"/>
                  </a:lnTo>
                  <a:lnTo>
                    <a:pt x="862203" y="182892"/>
                  </a:lnTo>
                  <a:lnTo>
                    <a:pt x="926185" y="231063"/>
                  </a:lnTo>
                  <a:lnTo>
                    <a:pt x="971080" y="248627"/>
                  </a:lnTo>
                  <a:lnTo>
                    <a:pt x="1021918" y="262102"/>
                  </a:lnTo>
                  <a:lnTo>
                    <a:pt x="1076706" y="271703"/>
                  </a:lnTo>
                  <a:lnTo>
                    <a:pt x="1133462" y="277622"/>
                  </a:lnTo>
                  <a:lnTo>
                    <a:pt x="1190180" y="280073"/>
                  </a:lnTo>
                  <a:lnTo>
                    <a:pt x="1244866" y="279260"/>
                  </a:lnTo>
                  <a:lnTo>
                    <a:pt x="1295539" y="275386"/>
                  </a:lnTo>
                  <a:lnTo>
                    <a:pt x="1340218" y="268655"/>
                  </a:lnTo>
                  <a:lnTo>
                    <a:pt x="1376883" y="259257"/>
                  </a:lnTo>
                  <a:lnTo>
                    <a:pt x="1403553" y="247408"/>
                  </a:lnTo>
                  <a:close/>
                </a:path>
              </a:pathLst>
            </a:custGeom>
            <a:solidFill>
              <a:srgbClr val="1C234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" name="object 719" descr=""/>
            <p:cNvSpPr/>
            <p:nvPr/>
          </p:nvSpPr>
          <p:spPr>
            <a:xfrm>
              <a:off x="11828195" y="2258918"/>
              <a:ext cx="847725" cy="274320"/>
            </a:xfrm>
            <a:custGeom>
              <a:avLst/>
              <a:gdLst/>
              <a:ahLst/>
              <a:cxnLst/>
              <a:rect l="l" t="t" r="r" b="b"/>
              <a:pathLst>
                <a:path w="847725" h="274319">
                  <a:moveTo>
                    <a:pt x="767798" y="0"/>
                  </a:moveTo>
                  <a:lnTo>
                    <a:pt x="621300" y="0"/>
                  </a:lnTo>
                  <a:lnTo>
                    <a:pt x="561081" y="38844"/>
                  </a:lnTo>
                  <a:lnTo>
                    <a:pt x="503884" y="72596"/>
                  </a:lnTo>
                  <a:lnTo>
                    <a:pt x="449448" y="101587"/>
                  </a:lnTo>
                  <a:lnTo>
                    <a:pt x="397515" y="126147"/>
                  </a:lnTo>
                  <a:lnTo>
                    <a:pt x="347826" y="146607"/>
                  </a:lnTo>
                  <a:lnTo>
                    <a:pt x="300121" y="163298"/>
                  </a:lnTo>
                  <a:lnTo>
                    <a:pt x="254142" y="176550"/>
                  </a:lnTo>
                  <a:lnTo>
                    <a:pt x="209630" y="186695"/>
                  </a:lnTo>
                  <a:lnTo>
                    <a:pt x="166325" y="194063"/>
                  </a:lnTo>
                  <a:lnTo>
                    <a:pt x="123968" y="198985"/>
                  </a:lnTo>
                  <a:lnTo>
                    <a:pt x="82301" y="201791"/>
                  </a:lnTo>
                  <a:lnTo>
                    <a:pt x="41065" y="202813"/>
                  </a:lnTo>
                  <a:lnTo>
                    <a:pt x="0" y="202381"/>
                  </a:lnTo>
                  <a:lnTo>
                    <a:pt x="24508" y="216013"/>
                  </a:lnTo>
                  <a:lnTo>
                    <a:pt x="93556" y="239745"/>
                  </a:lnTo>
                  <a:lnTo>
                    <a:pt x="136428" y="249607"/>
                  </a:lnTo>
                  <a:lnTo>
                    <a:pt x="183753" y="257976"/>
                  </a:lnTo>
                  <a:lnTo>
                    <a:pt x="234698" y="264731"/>
                  </a:lnTo>
                  <a:lnTo>
                    <a:pt x="288429" y="269756"/>
                  </a:lnTo>
                  <a:lnTo>
                    <a:pt x="344113" y="272931"/>
                  </a:lnTo>
                  <a:lnTo>
                    <a:pt x="400916" y="274138"/>
                  </a:lnTo>
                  <a:lnTo>
                    <a:pt x="458005" y="273258"/>
                  </a:lnTo>
                  <a:lnTo>
                    <a:pt x="514546" y="270173"/>
                  </a:lnTo>
                  <a:lnTo>
                    <a:pt x="569705" y="264764"/>
                  </a:lnTo>
                  <a:lnTo>
                    <a:pt x="622648" y="256912"/>
                  </a:lnTo>
                  <a:lnTo>
                    <a:pt x="672543" y="246499"/>
                  </a:lnTo>
                  <a:lnTo>
                    <a:pt x="718555" y="233407"/>
                  </a:lnTo>
                  <a:lnTo>
                    <a:pt x="759851" y="217516"/>
                  </a:lnTo>
                  <a:lnTo>
                    <a:pt x="795597" y="198709"/>
                  </a:lnTo>
                  <a:lnTo>
                    <a:pt x="847105" y="151869"/>
                  </a:lnTo>
                  <a:lnTo>
                    <a:pt x="795822" y="136378"/>
                  </a:lnTo>
                  <a:lnTo>
                    <a:pt x="772882" y="83257"/>
                  </a:lnTo>
                  <a:lnTo>
                    <a:pt x="767226" y="26475"/>
                  </a:lnTo>
                  <a:lnTo>
                    <a:pt x="767798" y="0"/>
                  </a:lnTo>
                  <a:close/>
                </a:path>
              </a:pathLst>
            </a:custGeom>
            <a:solidFill>
              <a:srgbClr val="282E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" name="object 720" descr=""/>
            <p:cNvSpPr/>
            <p:nvPr/>
          </p:nvSpPr>
          <p:spPr>
            <a:xfrm>
              <a:off x="12040286" y="2905232"/>
              <a:ext cx="541020" cy="109855"/>
            </a:xfrm>
            <a:custGeom>
              <a:avLst/>
              <a:gdLst/>
              <a:ahLst/>
              <a:cxnLst/>
              <a:rect l="l" t="t" r="r" b="b"/>
              <a:pathLst>
                <a:path w="541020" h="109855">
                  <a:moveTo>
                    <a:pt x="540613" y="0"/>
                  </a:moveTo>
                  <a:lnTo>
                    <a:pt x="521119" y="0"/>
                  </a:lnTo>
                  <a:lnTo>
                    <a:pt x="521119" y="16421"/>
                  </a:lnTo>
                  <a:lnTo>
                    <a:pt x="521119" y="48514"/>
                  </a:lnTo>
                  <a:lnTo>
                    <a:pt x="521119" y="64935"/>
                  </a:lnTo>
                  <a:lnTo>
                    <a:pt x="521119" y="92875"/>
                  </a:lnTo>
                  <a:lnTo>
                    <a:pt x="366915" y="92875"/>
                  </a:lnTo>
                  <a:lnTo>
                    <a:pt x="366915" y="64935"/>
                  </a:lnTo>
                  <a:lnTo>
                    <a:pt x="521119" y="64935"/>
                  </a:lnTo>
                  <a:lnTo>
                    <a:pt x="521119" y="48514"/>
                  </a:lnTo>
                  <a:lnTo>
                    <a:pt x="366915" y="48514"/>
                  </a:lnTo>
                  <a:lnTo>
                    <a:pt x="366915" y="16421"/>
                  </a:lnTo>
                  <a:lnTo>
                    <a:pt x="521119" y="16421"/>
                  </a:lnTo>
                  <a:lnTo>
                    <a:pt x="521119" y="0"/>
                  </a:lnTo>
                  <a:lnTo>
                    <a:pt x="347408" y="0"/>
                  </a:lnTo>
                  <a:lnTo>
                    <a:pt x="347408" y="16421"/>
                  </a:lnTo>
                  <a:lnTo>
                    <a:pt x="347408" y="48514"/>
                  </a:lnTo>
                  <a:lnTo>
                    <a:pt x="347408" y="64935"/>
                  </a:lnTo>
                  <a:lnTo>
                    <a:pt x="347408" y="92875"/>
                  </a:lnTo>
                  <a:lnTo>
                    <a:pt x="193205" y="92875"/>
                  </a:lnTo>
                  <a:lnTo>
                    <a:pt x="193205" y="64935"/>
                  </a:lnTo>
                  <a:lnTo>
                    <a:pt x="347408" y="64935"/>
                  </a:lnTo>
                  <a:lnTo>
                    <a:pt x="347408" y="48514"/>
                  </a:lnTo>
                  <a:lnTo>
                    <a:pt x="193205" y="48514"/>
                  </a:lnTo>
                  <a:lnTo>
                    <a:pt x="193205" y="16421"/>
                  </a:lnTo>
                  <a:lnTo>
                    <a:pt x="347408" y="16421"/>
                  </a:lnTo>
                  <a:lnTo>
                    <a:pt x="347408" y="0"/>
                  </a:lnTo>
                  <a:lnTo>
                    <a:pt x="173697" y="0"/>
                  </a:lnTo>
                  <a:lnTo>
                    <a:pt x="173697" y="16421"/>
                  </a:lnTo>
                  <a:lnTo>
                    <a:pt x="173697" y="48514"/>
                  </a:lnTo>
                  <a:lnTo>
                    <a:pt x="173697" y="64935"/>
                  </a:lnTo>
                  <a:lnTo>
                    <a:pt x="173697" y="92875"/>
                  </a:lnTo>
                  <a:lnTo>
                    <a:pt x="19494" y="92875"/>
                  </a:lnTo>
                  <a:lnTo>
                    <a:pt x="19494" y="64935"/>
                  </a:lnTo>
                  <a:lnTo>
                    <a:pt x="173697" y="64935"/>
                  </a:lnTo>
                  <a:lnTo>
                    <a:pt x="173697" y="48514"/>
                  </a:lnTo>
                  <a:lnTo>
                    <a:pt x="19494" y="48514"/>
                  </a:lnTo>
                  <a:lnTo>
                    <a:pt x="19494" y="16421"/>
                  </a:lnTo>
                  <a:lnTo>
                    <a:pt x="173697" y="16421"/>
                  </a:lnTo>
                  <a:lnTo>
                    <a:pt x="173697" y="0"/>
                  </a:lnTo>
                  <a:lnTo>
                    <a:pt x="0" y="0"/>
                  </a:lnTo>
                  <a:lnTo>
                    <a:pt x="0" y="8216"/>
                  </a:lnTo>
                  <a:lnTo>
                    <a:pt x="0" y="16421"/>
                  </a:lnTo>
                  <a:lnTo>
                    <a:pt x="0" y="48514"/>
                  </a:lnTo>
                  <a:lnTo>
                    <a:pt x="0" y="64935"/>
                  </a:lnTo>
                  <a:lnTo>
                    <a:pt x="0" y="92875"/>
                  </a:lnTo>
                  <a:lnTo>
                    <a:pt x="0" y="109296"/>
                  </a:lnTo>
                  <a:lnTo>
                    <a:pt x="19494" y="109296"/>
                  </a:lnTo>
                  <a:lnTo>
                    <a:pt x="540613" y="109296"/>
                  </a:lnTo>
                  <a:lnTo>
                    <a:pt x="540613" y="92875"/>
                  </a:lnTo>
                  <a:lnTo>
                    <a:pt x="540613" y="64935"/>
                  </a:lnTo>
                  <a:lnTo>
                    <a:pt x="540613" y="48514"/>
                  </a:lnTo>
                  <a:lnTo>
                    <a:pt x="540613" y="16421"/>
                  </a:lnTo>
                  <a:lnTo>
                    <a:pt x="540613" y="8216"/>
                  </a:lnTo>
                  <a:lnTo>
                    <a:pt x="540613" y="0"/>
                  </a:lnTo>
                  <a:close/>
                </a:path>
              </a:pathLst>
            </a:custGeom>
            <a:solidFill>
              <a:srgbClr val="C0685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" name="object 721" descr=""/>
            <p:cNvSpPr/>
            <p:nvPr/>
          </p:nvSpPr>
          <p:spPr>
            <a:xfrm>
              <a:off x="12580899" y="2905232"/>
              <a:ext cx="440690" cy="109855"/>
            </a:xfrm>
            <a:custGeom>
              <a:avLst/>
              <a:gdLst/>
              <a:ahLst/>
              <a:cxnLst/>
              <a:rect l="l" t="t" r="r" b="b"/>
              <a:pathLst>
                <a:path w="440690" h="109855">
                  <a:moveTo>
                    <a:pt x="440651" y="0"/>
                  </a:moveTo>
                  <a:lnTo>
                    <a:pt x="421157" y="0"/>
                  </a:lnTo>
                  <a:lnTo>
                    <a:pt x="421157" y="16421"/>
                  </a:lnTo>
                  <a:lnTo>
                    <a:pt x="421157" y="48514"/>
                  </a:lnTo>
                  <a:lnTo>
                    <a:pt x="421157" y="64935"/>
                  </a:lnTo>
                  <a:lnTo>
                    <a:pt x="421157" y="92875"/>
                  </a:lnTo>
                  <a:lnTo>
                    <a:pt x="300278" y="92875"/>
                  </a:lnTo>
                  <a:lnTo>
                    <a:pt x="300278" y="64935"/>
                  </a:lnTo>
                  <a:lnTo>
                    <a:pt x="421157" y="64935"/>
                  </a:lnTo>
                  <a:lnTo>
                    <a:pt x="421157" y="48514"/>
                  </a:lnTo>
                  <a:lnTo>
                    <a:pt x="300278" y="48514"/>
                  </a:lnTo>
                  <a:lnTo>
                    <a:pt x="300278" y="16421"/>
                  </a:lnTo>
                  <a:lnTo>
                    <a:pt x="421157" y="16421"/>
                  </a:lnTo>
                  <a:lnTo>
                    <a:pt x="421157" y="0"/>
                  </a:lnTo>
                  <a:lnTo>
                    <a:pt x="280771" y="0"/>
                  </a:lnTo>
                  <a:lnTo>
                    <a:pt x="280771" y="16421"/>
                  </a:lnTo>
                  <a:lnTo>
                    <a:pt x="280771" y="48514"/>
                  </a:lnTo>
                  <a:lnTo>
                    <a:pt x="280771" y="64935"/>
                  </a:lnTo>
                  <a:lnTo>
                    <a:pt x="280771" y="92875"/>
                  </a:lnTo>
                  <a:lnTo>
                    <a:pt x="159880" y="92875"/>
                  </a:lnTo>
                  <a:lnTo>
                    <a:pt x="159880" y="64935"/>
                  </a:lnTo>
                  <a:lnTo>
                    <a:pt x="280771" y="64935"/>
                  </a:lnTo>
                  <a:lnTo>
                    <a:pt x="280771" y="48514"/>
                  </a:lnTo>
                  <a:lnTo>
                    <a:pt x="159880" y="48514"/>
                  </a:lnTo>
                  <a:lnTo>
                    <a:pt x="159880" y="16421"/>
                  </a:lnTo>
                  <a:lnTo>
                    <a:pt x="280771" y="16421"/>
                  </a:lnTo>
                  <a:lnTo>
                    <a:pt x="280771" y="0"/>
                  </a:lnTo>
                  <a:lnTo>
                    <a:pt x="140385" y="0"/>
                  </a:lnTo>
                  <a:lnTo>
                    <a:pt x="140385" y="16421"/>
                  </a:lnTo>
                  <a:lnTo>
                    <a:pt x="140385" y="48514"/>
                  </a:lnTo>
                  <a:lnTo>
                    <a:pt x="140385" y="64935"/>
                  </a:lnTo>
                  <a:lnTo>
                    <a:pt x="140385" y="92875"/>
                  </a:lnTo>
                  <a:lnTo>
                    <a:pt x="19494" y="92875"/>
                  </a:lnTo>
                  <a:lnTo>
                    <a:pt x="19494" y="64935"/>
                  </a:lnTo>
                  <a:lnTo>
                    <a:pt x="140385" y="64935"/>
                  </a:lnTo>
                  <a:lnTo>
                    <a:pt x="140385" y="48514"/>
                  </a:lnTo>
                  <a:lnTo>
                    <a:pt x="19494" y="48514"/>
                  </a:lnTo>
                  <a:lnTo>
                    <a:pt x="19494" y="16421"/>
                  </a:lnTo>
                  <a:lnTo>
                    <a:pt x="140385" y="16421"/>
                  </a:lnTo>
                  <a:lnTo>
                    <a:pt x="140385" y="0"/>
                  </a:lnTo>
                  <a:lnTo>
                    <a:pt x="0" y="0"/>
                  </a:lnTo>
                  <a:lnTo>
                    <a:pt x="0" y="8216"/>
                  </a:lnTo>
                  <a:lnTo>
                    <a:pt x="0" y="16421"/>
                  </a:lnTo>
                  <a:lnTo>
                    <a:pt x="0" y="48514"/>
                  </a:lnTo>
                  <a:lnTo>
                    <a:pt x="0" y="64935"/>
                  </a:lnTo>
                  <a:lnTo>
                    <a:pt x="0" y="92875"/>
                  </a:lnTo>
                  <a:lnTo>
                    <a:pt x="0" y="109296"/>
                  </a:lnTo>
                  <a:lnTo>
                    <a:pt x="19494" y="109296"/>
                  </a:lnTo>
                  <a:lnTo>
                    <a:pt x="440651" y="109296"/>
                  </a:lnTo>
                  <a:lnTo>
                    <a:pt x="440651" y="92875"/>
                  </a:lnTo>
                  <a:lnTo>
                    <a:pt x="440651" y="64935"/>
                  </a:lnTo>
                  <a:lnTo>
                    <a:pt x="440651" y="48514"/>
                  </a:lnTo>
                  <a:lnTo>
                    <a:pt x="440651" y="16421"/>
                  </a:lnTo>
                  <a:lnTo>
                    <a:pt x="440651" y="8216"/>
                  </a:lnTo>
                  <a:lnTo>
                    <a:pt x="440651" y="0"/>
                  </a:lnTo>
                  <a:close/>
                </a:path>
              </a:pathLst>
            </a:custGeom>
            <a:solidFill>
              <a:srgbClr val="AE3E2C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22" name="object 722" descr=""/>
          <p:cNvGrpSpPr/>
          <p:nvPr/>
        </p:nvGrpSpPr>
        <p:grpSpPr>
          <a:xfrm>
            <a:off x="11828195" y="1115809"/>
            <a:ext cx="1403985" cy="1313815"/>
            <a:chOff x="11828195" y="1115809"/>
            <a:chExt cx="1403985" cy="1313815"/>
          </a:xfrm>
        </p:grpSpPr>
        <p:sp>
          <p:nvSpPr>
            <p:cNvPr id="723" name="object 723" descr=""/>
            <p:cNvSpPr/>
            <p:nvPr/>
          </p:nvSpPr>
          <p:spPr>
            <a:xfrm>
              <a:off x="12589399" y="1897511"/>
              <a:ext cx="511809" cy="227965"/>
            </a:xfrm>
            <a:custGeom>
              <a:avLst/>
              <a:gdLst/>
              <a:ahLst/>
              <a:cxnLst/>
              <a:rect l="l" t="t" r="r" b="b"/>
              <a:pathLst>
                <a:path w="511809" h="227964">
                  <a:moveTo>
                    <a:pt x="263496" y="134634"/>
                  </a:moveTo>
                  <a:lnTo>
                    <a:pt x="66663" y="134634"/>
                  </a:lnTo>
                  <a:lnTo>
                    <a:pt x="89141" y="163337"/>
                  </a:lnTo>
                  <a:lnTo>
                    <a:pt x="125666" y="186325"/>
                  </a:lnTo>
                  <a:lnTo>
                    <a:pt x="172541" y="203909"/>
                  </a:lnTo>
                  <a:lnTo>
                    <a:pt x="226067" y="216402"/>
                  </a:lnTo>
                  <a:lnTo>
                    <a:pt x="282547" y="224116"/>
                  </a:lnTo>
                  <a:lnTo>
                    <a:pt x="338284" y="227361"/>
                  </a:lnTo>
                  <a:lnTo>
                    <a:pt x="389581" y="226450"/>
                  </a:lnTo>
                  <a:lnTo>
                    <a:pt x="432740" y="221695"/>
                  </a:lnTo>
                  <a:lnTo>
                    <a:pt x="464064" y="213407"/>
                  </a:lnTo>
                  <a:lnTo>
                    <a:pt x="499275" y="162110"/>
                  </a:lnTo>
                  <a:lnTo>
                    <a:pt x="332634" y="162110"/>
                  </a:lnTo>
                  <a:lnTo>
                    <a:pt x="275987" y="139490"/>
                  </a:lnTo>
                  <a:lnTo>
                    <a:pt x="263496" y="134634"/>
                  </a:lnTo>
                  <a:close/>
                </a:path>
                <a:path w="511809" h="227964">
                  <a:moveTo>
                    <a:pt x="511256" y="144655"/>
                  </a:moveTo>
                  <a:lnTo>
                    <a:pt x="332634" y="162110"/>
                  </a:lnTo>
                  <a:lnTo>
                    <a:pt x="499275" y="162110"/>
                  </a:lnTo>
                  <a:lnTo>
                    <a:pt x="511256" y="144655"/>
                  </a:lnTo>
                  <a:close/>
                </a:path>
                <a:path w="511809" h="227964">
                  <a:moveTo>
                    <a:pt x="118724" y="0"/>
                  </a:moveTo>
                  <a:lnTo>
                    <a:pt x="10256" y="0"/>
                  </a:lnTo>
                  <a:lnTo>
                    <a:pt x="0" y="104787"/>
                  </a:lnTo>
                  <a:lnTo>
                    <a:pt x="2456" y="153741"/>
                  </a:lnTo>
                  <a:lnTo>
                    <a:pt x="22915" y="159483"/>
                  </a:lnTo>
                  <a:lnTo>
                    <a:pt x="66663" y="134634"/>
                  </a:lnTo>
                  <a:lnTo>
                    <a:pt x="263496" y="134634"/>
                  </a:lnTo>
                  <a:lnTo>
                    <a:pt x="227483" y="120635"/>
                  </a:lnTo>
                  <a:lnTo>
                    <a:pt x="186589" y="105238"/>
                  </a:lnTo>
                  <a:lnTo>
                    <a:pt x="125493" y="83593"/>
                  </a:lnTo>
                  <a:lnTo>
                    <a:pt x="117468" y="81003"/>
                  </a:lnTo>
                  <a:lnTo>
                    <a:pt x="114182" y="81003"/>
                  </a:lnTo>
                  <a:lnTo>
                    <a:pt x="104583" y="80196"/>
                  </a:lnTo>
                  <a:lnTo>
                    <a:pt x="68559" y="68523"/>
                  </a:lnTo>
                  <a:lnTo>
                    <a:pt x="71131" y="68301"/>
                  </a:lnTo>
                  <a:lnTo>
                    <a:pt x="143693" y="68301"/>
                  </a:lnTo>
                  <a:lnTo>
                    <a:pt x="145568" y="61751"/>
                  </a:lnTo>
                  <a:lnTo>
                    <a:pt x="144788" y="51096"/>
                  </a:lnTo>
                  <a:lnTo>
                    <a:pt x="140409" y="37457"/>
                  </a:lnTo>
                  <a:lnTo>
                    <a:pt x="131899" y="20527"/>
                  </a:lnTo>
                  <a:lnTo>
                    <a:pt x="118724" y="0"/>
                  </a:lnTo>
                  <a:close/>
                </a:path>
                <a:path w="511809" h="227964">
                  <a:moveTo>
                    <a:pt x="71131" y="68301"/>
                  </a:moveTo>
                  <a:lnTo>
                    <a:pt x="68559" y="68523"/>
                  </a:lnTo>
                  <a:lnTo>
                    <a:pt x="69326" y="69748"/>
                  </a:lnTo>
                  <a:lnTo>
                    <a:pt x="72900" y="71670"/>
                  </a:lnTo>
                  <a:lnTo>
                    <a:pt x="114182" y="81003"/>
                  </a:lnTo>
                  <a:lnTo>
                    <a:pt x="117134" y="80895"/>
                  </a:lnTo>
                  <a:lnTo>
                    <a:pt x="104225" y="76730"/>
                  </a:lnTo>
                  <a:lnTo>
                    <a:pt x="88431" y="72098"/>
                  </a:lnTo>
                  <a:lnTo>
                    <a:pt x="77577" y="69391"/>
                  </a:lnTo>
                  <a:lnTo>
                    <a:pt x="71131" y="68301"/>
                  </a:lnTo>
                  <a:close/>
                </a:path>
                <a:path w="511809" h="227964">
                  <a:moveTo>
                    <a:pt x="117134" y="80895"/>
                  </a:moveTo>
                  <a:lnTo>
                    <a:pt x="114182" y="81003"/>
                  </a:lnTo>
                  <a:lnTo>
                    <a:pt x="117468" y="81003"/>
                  </a:lnTo>
                  <a:lnTo>
                    <a:pt x="117134" y="80895"/>
                  </a:lnTo>
                  <a:close/>
                </a:path>
                <a:path w="511809" h="227964">
                  <a:moveTo>
                    <a:pt x="143693" y="68301"/>
                  </a:moveTo>
                  <a:lnTo>
                    <a:pt x="71131" y="68301"/>
                  </a:lnTo>
                  <a:lnTo>
                    <a:pt x="77577" y="69391"/>
                  </a:lnTo>
                  <a:lnTo>
                    <a:pt x="88431" y="72098"/>
                  </a:lnTo>
                  <a:lnTo>
                    <a:pt x="104225" y="76730"/>
                  </a:lnTo>
                  <a:lnTo>
                    <a:pt x="117134" y="80895"/>
                  </a:lnTo>
                  <a:lnTo>
                    <a:pt x="123386" y="80667"/>
                  </a:lnTo>
                  <a:lnTo>
                    <a:pt x="131660" y="78880"/>
                  </a:lnTo>
                  <a:lnTo>
                    <a:pt x="138471" y="75337"/>
                  </a:lnTo>
                  <a:lnTo>
                    <a:pt x="143269" y="69748"/>
                  </a:lnTo>
                  <a:lnTo>
                    <a:pt x="143693" y="68301"/>
                  </a:lnTo>
                  <a:close/>
                </a:path>
              </a:pathLst>
            </a:custGeom>
            <a:solidFill>
              <a:srgbClr val="A4271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" name="object 724" descr=""/>
            <p:cNvSpPr/>
            <p:nvPr/>
          </p:nvSpPr>
          <p:spPr>
            <a:xfrm>
              <a:off x="11997062" y="1897509"/>
              <a:ext cx="701675" cy="215900"/>
            </a:xfrm>
            <a:custGeom>
              <a:avLst/>
              <a:gdLst/>
              <a:ahLst/>
              <a:cxnLst/>
              <a:rect l="l" t="t" r="r" b="b"/>
              <a:pathLst>
                <a:path w="701675" h="215900">
                  <a:moveTo>
                    <a:pt x="603698" y="0"/>
                  </a:moveTo>
                  <a:lnTo>
                    <a:pt x="488519" y="0"/>
                  </a:lnTo>
                  <a:lnTo>
                    <a:pt x="431765" y="36299"/>
                  </a:lnTo>
                  <a:lnTo>
                    <a:pt x="378400" y="66863"/>
                  </a:lnTo>
                  <a:lnTo>
                    <a:pt x="328068" y="92145"/>
                  </a:lnTo>
                  <a:lnTo>
                    <a:pt x="280411" y="112601"/>
                  </a:lnTo>
                  <a:lnTo>
                    <a:pt x="235074" y="128687"/>
                  </a:lnTo>
                  <a:lnTo>
                    <a:pt x="191700" y="140856"/>
                  </a:lnTo>
                  <a:lnTo>
                    <a:pt x="149932" y="149566"/>
                  </a:lnTo>
                  <a:lnTo>
                    <a:pt x="0" y="109253"/>
                  </a:lnTo>
                  <a:lnTo>
                    <a:pt x="47192" y="187449"/>
                  </a:lnTo>
                  <a:lnTo>
                    <a:pt x="113031" y="202364"/>
                  </a:lnTo>
                  <a:lnTo>
                    <a:pt x="158009" y="208233"/>
                  </a:lnTo>
                  <a:lnTo>
                    <a:pt x="208838" y="212629"/>
                  </a:lnTo>
                  <a:lnTo>
                    <a:pt x="263879" y="215241"/>
                  </a:lnTo>
                  <a:lnTo>
                    <a:pt x="321491" y="215758"/>
                  </a:lnTo>
                  <a:lnTo>
                    <a:pt x="380035" y="213870"/>
                  </a:lnTo>
                  <a:lnTo>
                    <a:pt x="437869" y="209266"/>
                  </a:lnTo>
                  <a:lnTo>
                    <a:pt x="493354" y="201636"/>
                  </a:lnTo>
                  <a:lnTo>
                    <a:pt x="544849" y="190668"/>
                  </a:lnTo>
                  <a:lnTo>
                    <a:pt x="590715" y="176052"/>
                  </a:lnTo>
                  <a:lnTo>
                    <a:pt x="629310" y="157478"/>
                  </a:lnTo>
                  <a:lnTo>
                    <a:pt x="658995" y="134634"/>
                  </a:lnTo>
                  <a:lnTo>
                    <a:pt x="658995" y="70594"/>
                  </a:lnTo>
                  <a:lnTo>
                    <a:pt x="701664" y="98353"/>
                  </a:lnTo>
                  <a:lnTo>
                    <a:pt x="666518" y="74066"/>
                  </a:lnTo>
                  <a:lnTo>
                    <a:pt x="637207" y="43722"/>
                  </a:lnTo>
                  <a:lnTo>
                    <a:pt x="615632" y="16105"/>
                  </a:lnTo>
                  <a:lnTo>
                    <a:pt x="603698" y="0"/>
                  </a:lnTo>
                  <a:close/>
                </a:path>
              </a:pathLst>
            </a:custGeom>
            <a:solidFill>
              <a:srgbClr val="AE3E2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" name="object 725" descr=""/>
            <p:cNvSpPr/>
            <p:nvPr/>
          </p:nvSpPr>
          <p:spPr>
            <a:xfrm>
              <a:off x="12647520" y="1956034"/>
              <a:ext cx="250190" cy="473709"/>
            </a:xfrm>
            <a:custGeom>
              <a:avLst/>
              <a:gdLst/>
              <a:ahLst/>
              <a:cxnLst/>
              <a:rect l="l" t="t" r="r" b="b"/>
              <a:pathLst>
                <a:path w="250190" h="473710">
                  <a:moveTo>
                    <a:pt x="0" y="473263"/>
                  </a:moveTo>
                  <a:lnTo>
                    <a:pt x="250065" y="473263"/>
                  </a:lnTo>
                  <a:lnTo>
                    <a:pt x="250065" y="0"/>
                  </a:lnTo>
                  <a:lnTo>
                    <a:pt x="0" y="0"/>
                  </a:lnTo>
                  <a:lnTo>
                    <a:pt x="0" y="473263"/>
                  </a:lnTo>
                  <a:close/>
                </a:path>
              </a:pathLst>
            </a:custGeom>
            <a:solidFill>
              <a:srgbClr val="DDD2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" name="object 726" descr=""/>
            <p:cNvSpPr/>
            <p:nvPr/>
          </p:nvSpPr>
          <p:spPr>
            <a:xfrm>
              <a:off x="12172341" y="1956034"/>
              <a:ext cx="342265" cy="473709"/>
            </a:xfrm>
            <a:custGeom>
              <a:avLst/>
              <a:gdLst/>
              <a:ahLst/>
              <a:cxnLst/>
              <a:rect l="l" t="t" r="r" b="b"/>
              <a:pathLst>
                <a:path w="342265" h="473710">
                  <a:moveTo>
                    <a:pt x="0" y="473263"/>
                  </a:moveTo>
                  <a:lnTo>
                    <a:pt x="341947" y="473263"/>
                  </a:lnTo>
                  <a:lnTo>
                    <a:pt x="341947" y="0"/>
                  </a:lnTo>
                  <a:lnTo>
                    <a:pt x="0" y="0"/>
                  </a:lnTo>
                  <a:lnTo>
                    <a:pt x="0" y="473263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" name="object 727" descr=""/>
            <p:cNvSpPr/>
            <p:nvPr/>
          </p:nvSpPr>
          <p:spPr>
            <a:xfrm>
              <a:off x="12302923" y="2211252"/>
              <a:ext cx="75565" cy="204470"/>
            </a:xfrm>
            <a:custGeom>
              <a:avLst/>
              <a:gdLst/>
              <a:ahLst/>
              <a:cxnLst/>
              <a:rect l="l" t="t" r="r" b="b"/>
              <a:pathLst>
                <a:path w="75565" h="204469">
                  <a:moveTo>
                    <a:pt x="75568" y="0"/>
                  </a:moveTo>
                  <a:lnTo>
                    <a:pt x="0" y="0"/>
                  </a:lnTo>
                  <a:lnTo>
                    <a:pt x="0" y="204297"/>
                  </a:lnTo>
                  <a:lnTo>
                    <a:pt x="75568" y="204297"/>
                  </a:lnTo>
                  <a:lnTo>
                    <a:pt x="75568" y="0"/>
                  </a:lnTo>
                  <a:close/>
                </a:path>
              </a:pathLst>
            </a:custGeom>
            <a:solidFill>
              <a:srgbClr val="282E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" name="object 728" descr=""/>
            <p:cNvSpPr/>
            <p:nvPr/>
          </p:nvSpPr>
          <p:spPr>
            <a:xfrm>
              <a:off x="12191492" y="2211253"/>
              <a:ext cx="299720" cy="204470"/>
            </a:xfrm>
            <a:custGeom>
              <a:avLst/>
              <a:gdLst/>
              <a:ahLst/>
              <a:cxnLst/>
              <a:rect l="l" t="t" r="r" b="b"/>
              <a:pathLst>
                <a:path w="299720" h="204469">
                  <a:moveTo>
                    <a:pt x="62890" y="0"/>
                  </a:moveTo>
                  <a:lnTo>
                    <a:pt x="0" y="0"/>
                  </a:lnTo>
                  <a:lnTo>
                    <a:pt x="0" y="53759"/>
                  </a:lnTo>
                  <a:lnTo>
                    <a:pt x="62890" y="53759"/>
                  </a:lnTo>
                  <a:lnTo>
                    <a:pt x="62890" y="0"/>
                  </a:lnTo>
                  <a:close/>
                </a:path>
                <a:path w="299720" h="204469">
                  <a:moveTo>
                    <a:pt x="111429" y="0"/>
                  </a:moveTo>
                  <a:lnTo>
                    <a:pt x="88214" y="0"/>
                  </a:lnTo>
                  <a:lnTo>
                    <a:pt x="88214" y="204304"/>
                  </a:lnTo>
                  <a:lnTo>
                    <a:pt x="111429" y="204304"/>
                  </a:lnTo>
                  <a:lnTo>
                    <a:pt x="111429" y="0"/>
                  </a:lnTo>
                  <a:close/>
                </a:path>
                <a:path w="299720" h="204469">
                  <a:moveTo>
                    <a:pt x="210210" y="0"/>
                  </a:moveTo>
                  <a:lnTo>
                    <a:pt x="186994" y="0"/>
                  </a:lnTo>
                  <a:lnTo>
                    <a:pt x="186994" y="204304"/>
                  </a:lnTo>
                  <a:lnTo>
                    <a:pt x="210210" y="204304"/>
                  </a:lnTo>
                  <a:lnTo>
                    <a:pt x="210210" y="0"/>
                  </a:lnTo>
                  <a:close/>
                </a:path>
                <a:path w="299720" h="204469">
                  <a:moveTo>
                    <a:pt x="299694" y="0"/>
                  </a:moveTo>
                  <a:lnTo>
                    <a:pt x="236791" y="0"/>
                  </a:lnTo>
                  <a:lnTo>
                    <a:pt x="236791" y="53759"/>
                  </a:lnTo>
                  <a:lnTo>
                    <a:pt x="299694" y="53759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FFB9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" name="object 729" descr=""/>
            <p:cNvSpPr/>
            <p:nvPr/>
          </p:nvSpPr>
          <p:spPr>
            <a:xfrm>
              <a:off x="12105716" y="1956034"/>
              <a:ext cx="477520" cy="473709"/>
            </a:xfrm>
            <a:custGeom>
              <a:avLst/>
              <a:gdLst/>
              <a:ahLst/>
              <a:cxnLst/>
              <a:rect l="l" t="t" r="r" b="b"/>
              <a:pathLst>
                <a:path w="477520" h="473710">
                  <a:moveTo>
                    <a:pt x="477240" y="143129"/>
                  </a:moveTo>
                  <a:lnTo>
                    <a:pt x="475183" y="143129"/>
                  </a:lnTo>
                  <a:lnTo>
                    <a:pt x="475183" y="0"/>
                  </a:lnTo>
                  <a:lnTo>
                    <a:pt x="408571" y="0"/>
                  </a:lnTo>
                  <a:lnTo>
                    <a:pt x="408571" y="143129"/>
                  </a:lnTo>
                  <a:lnTo>
                    <a:pt x="255905" y="143129"/>
                  </a:lnTo>
                  <a:lnTo>
                    <a:pt x="255905" y="66344"/>
                  </a:lnTo>
                  <a:lnTo>
                    <a:pt x="221348" y="66344"/>
                  </a:lnTo>
                  <a:lnTo>
                    <a:pt x="221348" y="143129"/>
                  </a:lnTo>
                  <a:lnTo>
                    <a:pt x="66624" y="143129"/>
                  </a:lnTo>
                  <a:lnTo>
                    <a:pt x="66624" y="0"/>
                  </a:lnTo>
                  <a:lnTo>
                    <a:pt x="0" y="0"/>
                  </a:lnTo>
                  <a:lnTo>
                    <a:pt x="0" y="473265"/>
                  </a:lnTo>
                  <a:lnTo>
                    <a:pt x="66624" y="473265"/>
                  </a:lnTo>
                  <a:lnTo>
                    <a:pt x="66624" y="177685"/>
                  </a:lnTo>
                  <a:lnTo>
                    <a:pt x="408571" y="177685"/>
                  </a:lnTo>
                  <a:lnTo>
                    <a:pt x="408571" y="473265"/>
                  </a:lnTo>
                  <a:lnTo>
                    <a:pt x="475183" y="473265"/>
                  </a:lnTo>
                  <a:lnTo>
                    <a:pt x="475183" y="177685"/>
                  </a:lnTo>
                  <a:lnTo>
                    <a:pt x="477240" y="177685"/>
                  </a:lnTo>
                  <a:lnTo>
                    <a:pt x="477240" y="143129"/>
                  </a:lnTo>
                  <a:close/>
                </a:path>
              </a:pathLst>
            </a:custGeom>
            <a:solidFill>
              <a:srgbClr val="AE3E2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" name="object 730" descr=""/>
            <p:cNvSpPr/>
            <p:nvPr/>
          </p:nvSpPr>
          <p:spPr>
            <a:xfrm>
              <a:off x="12580899" y="1956034"/>
              <a:ext cx="383540" cy="473709"/>
            </a:xfrm>
            <a:custGeom>
              <a:avLst/>
              <a:gdLst/>
              <a:ahLst/>
              <a:cxnLst/>
              <a:rect l="l" t="t" r="r" b="b"/>
              <a:pathLst>
                <a:path w="383540" h="473710">
                  <a:moveTo>
                    <a:pt x="383298" y="0"/>
                  </a:moveTo>
                  <a:lnTo>
                    <a:pt x="316687" y="0"/>
                  </a:lnTo>
                  <a:lnTo>
                    <a:pt x="316687" y="143129"/>
                  </a:lnTo>
                  <a:lnTo>
                    <a:pt x="66611" y="143129"/>
                  </a:lnTo>
                  <a:lnTo>
                    <a:pt x="66611" y="0"/>
                  </a:lnTo>
                  <a:lnTo>
                    <a:pt x="0" y="0"/>
                  </a:lnTo>
                  <a:lnTo>
                    <a:pt x="0" y="473265"/>
                  </a:lnTo>
                  <a:lnTo>
                    <a:pt x="66611" y="473265"/>
                  </a:lnTo>
                  <a:lnTo>
                    <a:pt x="66611" y="177685"/>
                  </a:lnTo>
                  <a:lnTo>
                    <a:pt x="316687" y="177685"/>
                  </a:lnTo>
                  <a:lnTo>
                    <a:pt x="316687" y="473265"/>
                  </a:lnTo>
                  <a:lnTo>
                    <a:pt x="383298" y="473265"/>
                  </a:lnTo>
                  <a:lnTo>
                    <a:pt x="383298" y="177685"/>
                  </a:lnTo>
                  <a:lnTo>
                    <a:pt x="383298" y="143129"/>
                  </a:lnTo>
                  <a:lnTo>
                    <a:pt x="383298" y="0"/>
                  </a:lnTo>
                  <a:close/>
                </a:path>
              </a:pathLst>
            </a:custGeom>
            <a:solidFill>
              <a:srgbClr val="A4271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" name="object 731" descr=""/>
            <p:cNvSpPr/>
            <p:nvPr/>
          </p:nvSpPr>
          <p:spPr>
            <a:xfrm>
              <a:off x="12595611" y="1808907"/>
              <a:ext cx="601980" cy="267970"/>
            </a:xfrm>
            <a:custGeom>
              <a:avLst/>
              <a:gdLst/>
              <a:ahLst/>
              <a:cxnLst/>
              <a:rect l="l" t="t" r="r" b="b"/>
              <a:pathLst>
                <a:path w="601980" h="267969">
                  <a:moveTo>
                    <a:pt x="310012" y="158403"/>
                  </a:moveTo>
                  <a:lnTo>
                    <a:pt x="78422" y="158403"/>
                  </a:lnTo>
                  <a:lnTo>
                    <a:pt x="98705" y="186545"/>
                  </a:lnTo>
                  <a:lnTo>
                    <a:pt x="130582" y="210142"/>
                  </a:lnTo>
                  <a:lnTo>
                    <a:pt x="171668" y="229394"/>
                  </a:lnTo>
                  <a:lnTo>
                    <a:pt x="219582" y="244502"/>
                  </a:lnTo>
                  <a:lnTo>
                    <a:pt x="271940" y="255667"/>
                  </a:lnTo>
                  <a:lnTo>
                    <a:pt x="326361" y="263089"/>
                  </a:lnTo>
                  <a:lnTo>
                    <a:pt x="380462" y="266970"/>
                  </a:lnTo>
                  <a:lnTo>
                    <a:pt x="431860" y="267510"/>
                  </a:lnTo>
                  <a:lnTo>
                    <a:pt x="478172" y="264910"/>
                  </a:lnTo>
                  <a:lnTo>
                    <a:pt x="517016" y="259370"/>
                  </a:lnTo>
                  <a:lnTo>
                    <a:pt x="546010" y="251091"/>
                  </a:lnTo>
                  <a:lnTo>
                    <a:pt x="587436" y="190737"/>
                  </a:lnTo>
                  <a:lnTo>
                    <a:pt x="391365" y="190737"/>
                  </a:lnTo>
                  <a:lnTo>
                    <a:pt x="310012" y="158403"/>
                  </a:lnTo>
                  <a:close/>
                </a:path>
                <a:path w="601980" h="267969">
                  <a:moveTo>
                    <a:pt x="601537" y="170193"/>
                  </a:moveTo>
                  <a:lnTo>
                    <a:pt x="391365" y="190737"/>
                  </a:lnTo>
                  <a:lnTo>
                    <a:pt x="587436" y="190737"/>
                  </a:lnTo>
                  <a:lnTo>
                    <a:pt x="601537" y="170193"/>
                  </a:lnTo>
                  <a:close/>
                </a:path>
                <a:path w="601980" h="267969">
                  <a:moveTo>
                    <a:pt x="139687" y="0"/>
                  </a:moveTo>
                  <a:lnTo>
                    <a:pt x="12068" y="0"/>
                  </a:lnTo>
                  <a:lnTo>
                    <a:pt x="0" y="123294"/>
                  </a:lnTo>
                  <a:lnTo>
                    <a:pt x="2889" y="180892"/>
                  </a:lnTo>
                  <a:lnTo>
                    <a:pt x="26956" y="187645"/>
                  </a:lnTo>
                  <a:lnTo>
                    <a:pt x="78422" y="158403"/>
                  </a:lnTo>
                  <a:lnTo>
                    <a:pt x="310012" y="158403"/>
                  </a:lnTo>
                  <a:lnTo>
                    <a:pt x="241733" y="132101"/>
                  </a:lnTo>
                  <a:lnTo>
                    <a:pt x="204490" y="118302"/>
                  </a:lnTo>
                  <a:lnTo>
                    <a:pt x="146730" y="98046"/>
                  </a:lnTo>
                  <a:lnTo>
                    <a:pt x="131805" y="95195"/>
                  </a:lnTo>
                  <a:lnTo>
                    <a:pt x="122313" y="94256"/>
                  </a:lnTo>
                  <a:lnTo>
                    <a:pt x="84397" y="83680"/>
                  </a:lnTo>
                  <a:lnTo>
                    <a:pt x="80602" y="80680"/>
                  </a:lnTo>
                  <a:lnTo>
                    <a:pt x="82623" y="80296"/>
                  </a:lnTo>
                  <a:lnTo>
                    <a:pt x="169119" y="80296"/>
                  </a:lnTo>
                  <a:lnTo>
                    <a:pt x="171011" y="74706"/>
                  </a:lnTo>
                  <a:lnTo>
                    <a:pt x="171129" y="64950"/>
                  </a:lnTo>
                  <a:lnTo>
                    <a:pt x="168426" y="52814"/>
                  </a:lnTo>
                  <a:lnTo>
                    <a:pt x="162532" y="38086"/>
                  </a:lnTo>
                  <a:lnTo>
                    <a:pt x="153075" y="20552"/>
                  </a:lnTo>
                  <a:lnTo>
                    <a:pt x="139687" y="0"/>
                  </a:lnTo>
                  <a:close/>
                </a:path>
                <a:path w="601980" h="267969">
                  <a:moveTo>
                    <a:pt x="169119" y="80296"/>
                  </a:moveTo>
                  <a:lnTo>
                    <a:pt x="82623" y="80296"/>
                  </a:lnTo>
                  <a:lnTo>
                    <a:pt x="87750" y="80939"/>
                  </a:lnTo>
                  <a:lnTo>
                    <a:pt x="96354" y="82823"/>
                  </a:lnTo>
                  <a:lnTo>
                    <a:pt x="108805" y="86160"/>
                  </a:lnTo>
                  <a:lnTo>
                    <a:pt x="125474" y="91163"/>
                  </a:lnTo>
                  <a:lnTo>
                    <a:pt x="138029" y="95229"/>
                  </a:lnTo>
                  <a:lnTo>
                    <a:pt x="141070" y="95245"/>
                  </a:lnTo>
                  <a:lnTo>
                    <a:pt x="149737" y="94193"/>
                  </a:lnTo>
                  <a:lnTo>
                    <a:pt x="157434" y="91826"/>
                  </a:lnTo>
                  <a:lnTo>
                    <a:pt x="163793" y="87931"/>
                  </a:lnTo>
                  <a:lnTo>
                    <a:pt x="168442" y="82296"/>
                  </a:lnTo>
                  <a:lnTo>
                    <a:pt x="169119" y="80296"/>
                  </a:lnTo>
                  <a:close/>
                </a:path>
                <a:path w="601980" h="267969">
                  <a:moveTo>
                    <a:pt x="82623" y="80296"/>
                  </a:moveTo>
                  <a:lnTo>
                    <a:pt x="80602" y="80680"/>
                  </a:lnTo>
                  <a:lnTo>
                    <a:pt x="81317" y="81880"/>
                  </a:lnTo>
                  <a:lnTo>
                    <a:pt x="84397" y="83680"/>
                  </a:lnTo>
                  <a:lnTo>
                    <a:pt x="122313" y="94256"/>
                  </a:lnTo>
                  <a:lnTo>
                    <a:pt x="138029" y="95229"/>
                  </a:lnTo>
                  <a:lnTo>
                    <a:pt x="125474" y="91163"/>
                  </a:lnTo>
                  <a:lnTo>
                    <a:pt x="108805" y="86160"/>
                  </a:lnTo>
                  <a:lnTo>
                    <a:pt x="96354" y="82823"/>
                  </a:lnTo>
                  <a:lnTo>
                    <a:pt x="87750" y="80939"/>
                  </a:lnTo>
                  <a:lnTo>
                    <a:pt x="82623" y="80296"/>
                  </a:lnTo>
                  <a:close/>
                </a:path>
              </a:pathLst>
            </a:custGeom>
            <a:solidFill>
              <a:srgbClr val="AE3E2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" name="object 732" descr=""/>
            <p:cNvSpPr/>
            <p:nvPr/>
          </p:nvSpPr>
          <p:spPr>
            <a:xfrm>
              <a:off x="11898665" y="1808909"/>
              <a:ext cx="826135" cy="254000"/>
            </a:xfrm>
            <a:custGeom>
              <a:avLst/>
              <a:gdLst/>
              <a:ahLst/>
              <a:cxnLst/>
              <a:rect l="l" t="t" r="r" b="b"/>
              <a:pathLst>
                <a:path w="826134" h="254000">
                  <a:moveTo>
                    <a:pt x="710313" y="0"/>
                  </a:moveTo>
                  <a:lnTo>
                    <a:pt x="574788" y="0"/>
                  </a:lnTo>
                  <a:lnTo>
                    <a:pt x="522494" y="33817"/>
                  </a:lnTo>
                  <a:lnTo>
                    <a:pt x="472667" y="63480"/>
                  </a:lnTo>
                  <a:lnTo>
                    <a:pt x="425110" y="89242"/>
                  </a:lnTo>
                  <a:lnTo>
                    <a:pt x="379626" y="111353"/>
                  </a:lnTo>
                  <a:lnTo>
                    <a:pt x="336018" y="130066"/>
                  </a:lnTo>
                  <a:lnTo>
                    <a:pt x="294089" y="145633"/>
                  </a:lnTo>
                  <a:lnTo>
                    <a:pt x="253641" y="158305"/>
                  </a:lnTo>
                  <a:lnTo>
                    <a:pt x="214478" y="168335"/>
                  </a:lnTo>
                  <a:lnTo>
                    <a:pt x="176403" y="175973"/>
                  </a:lnTo>
                  <a:lnTo>
                    <a:pt x="0" y="128540"/>
                  </a:lnTo>
                  <a:lnTo>
                    <a:pt x="55527" y="220537"/>
                  </a:lnTo>
                  <a:lnTo>
                    <a:pt x="120288" y="236003"/>
                  </a:lnTo>
                  <a:lnTo>
                    <a:pt x="163808" y="242423"/>
                  </a:lnTo>
                  <a:lnTo>
                    <a:pt x="213080" y="247650"/>
                  </a:lnTo>
                  <a:lnTo>
                    <a:pt x="266847" y="251447"/>
                  </a:lnTo>
                  <a:lnTo>
                    <a:pt x="323853" y="253576"/>
                  </a:lnTo>
                  <a:lnTo>
                    <a:pt x="382842" y="253798"/>
                  </a:lnTo>
                  <a:lnTo>
                    <a:pt x="442557" y="251876"/>
                  </a:lnTo>
                  <a:lnTo>
                    <a:pt x="501742" y="247572"/>
                  </a:lnTo>
                  <a:lnTo>
                    <a:pt x="559141" y="240648"/>
                  </a:lnTo>
                  <a:lnTo>
                    <a:pt x="613497" y="230867"/>
                  </a:lnTo>
                  <a:lnTo>
                    <a:pt x="663554" y="217989"/>
                  </a:lnTo>
                  <a:lnTo>
                    <a:pt x="708056" y="201778"/>
                  </a:lnTo>
                  <a:lnTo>
                    <a:pt x="745746" y="181995"/>
                  </a:lnTo>
                  <a:lnTo>
                    <a:pt x="775369" y="158403"/>
                  </a:lnTo>
                  <a:lnTo>
                    <a:pt x="775369" y="83055"/>
                  </a:lnTo>
                  <a:lnTo>
                    <a:pt x="825576" y="115713"/>
                  </a:lnTo>
                  <a:lnTo>
                    <a:pt x="784222" y="87140"/>
                  </a:lnTo>
                  <a:lnTo>
                    <a:pt x="749733" y="51440"/>
                  </a:lnTo>
                  <a:lnTo>
                    <a:pt x="724350" y="18949"/>
                  </a:lnTo>
                  <a:lnTo>
                    <a:pt x="710313" y="0"/>
                  </a:lnTo>
                  <a:close/>
                </a:path>
              </a:pathLst>
            </a:custGeom>
            <a:solidFill>
              <a:srgbClr val="C0685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" name="object 733" descr=""/>
            <p:cNvSpPr/>
            <p:nvPr/>
          </p:nvSpPr>
          <p:spPr>
            <a:xfrm>
              <a:off x="12586734" y="1737123"/>
              <a:ext cx="645160" cy="280670"/>
            </a:xfrm>
            <a:custGeom>
              <a:avLst/>
              <a:gdLst/>
              <a:ahLst/>
              <a:cxnLst/>
              <a:rect l="l" t="t" r="r" b="b"/>
              <a:pathLst>
                <a:path w="645159" h="280669">
                  <a:moveTo>
                    <a:pt x="145793" y="0"/>
                  </a:moveTo>
                  <a:lnTo>
                    <a:pt x="7850" y="0"/>
                  </a:lnTo>
                  <a:lnTo>
                    <a:pt x="0" y="122084"/>
                  </a:lnTo>
                  <a:lnTo>
                    <a:pt x="5791" y="178599"/>
                  </a:lnTo>
                  <a:lnTo>
                    <a:pt x="32792" y="183781"/>
                  </a:lnTo>
                  <a:lnTo>
                    <a:pt x="88570" y="151869"/>
                  </a:lnTo>
                  <a:lnTo>
                    <a:pt x="103676" y="182891"/>
                  </a:lnTo>
                  <a:lnTo>
                    <a:pt x="167658" y="231062"/>
                  </a:lnTo>
                  <a:lnTo>
                    <a:pt x="212550" y="248619"/>
                  </a:lnTo>
                  <a:lnTo>
                    <a:pt x="263387" y="262095"/>
                  </a:lnTo>
                  <a:lnTo>
                    <a:pt x="318176" y="271694"/>
                  </a:lnTo>
                  <a:lnTo>
                    <a:pt x="374925" y="277618"/>
                  </a:lnTo>
                  <a:lnTo>
                    <a:pt x="431642" y="280072"/>
                  </a:lnTo>
                  <a:lnTo>
                    <a:pt x="486335" y="279259"/>
                  </a:lnTo>
                  <a:lnTo>
                    <a:pt x="537012" y="275382"/>
                  </a:lnTo>
                  <a:lnTo>
                    <a:pt x="581681" y="268645"/>
                  </a:lnTo>
                  <a:lnTo>
                    <a:pt x="618349" y="259252"/>
                  </a:lnTo>
                  <a:lnTo>
                    <a:pt x="645024" y="247406"/>
                  </a:lnTo>
                  <a:lnTo>
                    <a:pt x="645024" y="183973"/>
                  </a:lnTo>
                  <a:lnTo>
                    <a:pt x="417848" y="206171"/>
                  </a:lnTo>
                  <a:lnTo>
                    <a:pt x="300151" y="143578"/>
                  </a:lnTo>
                  <a:lnTo>
                    <a:pt x="214986" y="76082"/>
                  </a:lnTo>
                  <a:lnTo>
                    <a:pt x="163239" y="22088"/>
                  </a:lnTo>
                  <a:lnTo>
                    <a:pt x="145793" y="0"/>
                  </a:lnTo>
                  <a:close/>
                </a:path>
              </a:pathLst>
            </a:custGeom>
            <a:solidFill>
              <a:srgbClr val="0A133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" name="object 734" descr=""/>
            <p:cNvSpPr/>
            <p:nvPr/>
          </p:nvSpPr>
          <p:spPr>
            <a:xfrm>
              <a:off x="11828196" y="1673688"/>
              <a:ext cx="1403985" cy="337820"/>
            </a:xfrm>
            <a:custGeom>
              <a:avLst/>
              <a:gdLst/>
              <a:ahLst/>
              <a:cxnLst/>
              <a:rect l="l" t="t" r="r" b="b"/>
              <a:pathLst>
                <a:path w="1403984" h="337819">
                  <a:moveTo>
                    <a:pt x="1403553" y="247408"/>
                  </a:moveTo>
                  <a:lnTo>
                    <a:pt x="1233551" y="224129"/>
                  </a:lnTo>
                  <a:lnTo>
                    <a:pt x="1062139" y="137375"/>
                  </a:lnTo>
                  <a:lnTo>
                    <a:pt x="929690" y="43789"/>
                  </a:lnTo>
                  <a:lnTo>
                    <a:pt x="876566" y="0"/>
                  </a:lnTo>
                  <a:lnTo>
                    <a:pt x="766381" y="0"/>
                  </a:lnTo>
                  <a:lnTo>
                    <a:pt x="762292" y="63449"/>
                  </a:lnTo>
                  <a:lnTo>
                    <a:pt x="621296" y="63449"/>
                  </a:lnTo>
                  <a:lnTo>
                    <a:pt x="564769" y="99999"/>
                  </a:lnTo>
                  <a:lnTo>
                    <a:pt x="510908" y="132067"/>
                  </a:lnTo>
                  <a:lnTo>
                    <a:pt x="459511" y="159918"/>
                  </a:lnTo>
                  <a:lnTo>
                    <a:pt x="410349" y="183819"/>
                  </a:lnTo>
                  <a:lnTo>
                    <a:pt x="363207" y="204038"/>
                  </a:lnTo>
                  <a:lnTo>
                    <a:pt x="317881" y="220865"/>
                  </a:lnTo>
                  <a:lnTo>
                    <a:pt x="274167" y="234569"/>
                  </a:lnTo>
                  <a:lnTo>
                    <a:pt x="231825" y="245402"/>
                  </a:lnTo>
                  <a:lnTo>
                    <a:pt x="190665" y="253657"/>
                  </a:lnTo>
                  <a:lnTo>
                    <a:pt x="0" y="202387"/>
                  </a:lnTo>
                  <a:lnTo>
                    <a:pt x="0" y="265823"/>
                  </a:lnTo>
                  <a:lnTo>
                    <a:pt x="55968" y="291947"/>
                  </a:lnTo>
                  <a:lnTo>
                    <a:pt x="93548" y="303187"/>
                  </a:lnTo>
                  <a:lnTo>
                    <a:pt x="136423" y="313042"/>
                  </a:lnTo>
                  <a:lnTo>
                    <a:pt x="183743" y="321411"/>
                  </a:lnTo>
                  <a:lnTo>
                    <a:pt x="234696" y="328168"/>
                  </a:lnTo>
                  <a:lnTo>
                    <a:pt x="288417" y="333197"/>
                  </a:lnTo>
                  <a:lnTo>
                    <a:pt x="344106" y="336372"/>
                  </a:lnTo>
                  <a:lnTo>
                    <a:pt x="400913" y="337578"/>
                  </a:lnTo>
                  <a:lnTo>
                    <a:pt x="458000" y="336689"/>
                  </a:lnTo>
                  <a:lnTo>
                    <a:pt x="514540" y="333616"/>
                  </a:lnTo>
                  <a:lnTo>
                    <a:pt x="569696" y="328206"/>
                  </a:lnTo>
                  <a:lnTo>
                    <a:pt x="622642" y="320344"/>
                  </a:lnTo>
                  <a:lnTo>
                    <a:pt x="672541" y="309943"/>
                  </a:lnTo>
                  <a:lnTo>
                    <a:pt x="718553" y="296849"/>
                  </a:lnTo>
                  <a:lnTo>
                    <a:pt x="759841" y="280962"/>
                  </a:lnTo>
                  <a:lnTo>
                    <a:pt x="795591" y="262153"/>
                  </a:lnTo>
                  <a:lnTo>
                    <a:pt x="807008" y="253657"/>
                  </a:lnTo>
                  <a:lnTo>
                    <a:pt x="824953" y="240309"/>
                  </a:lnTo>
                  <a:lnTo>
                    <a:pt x="847102" y="215315"/>
                  </a:lnTo>
                  <a:lnTo>
                    <a:pt x="847102" y="157035"/>
                  </a:lnTo>
                  <a:lnTo>
                    <a:pt x="843889" y="153720"/>
                  </a:lnTo>
                  <a:lnTo>
                    <a:pt x="847102" y="151879"/>
                  </a:lnTo>
                  <a:lnTo>
                    <a:pt x="847102" y="157035"/>
                  </a:lnTo>
                  <a:lnTo>
                    <a:pt x="847686" y="157632"/>
                  </a:lnTo>
                  <a:lnTo>
                    <a:pt x="851027" y="159943"/>
                  </a:lnTo>
                  <a:lnTo>
                    <a:pt x="862203" y="182892"/>
                  </a:lnTo>
                  <a:lnTo>
                    <a:pt x="926185" y="231063"/>
                  </a:lnTo>
                  <a:lnTo>
                    <a:pt x="971080" y="248627"/>
                  </a:lnTo>
                  <a:lnTo>
                    <a:pt x="1021918" y="262102"/>
                  </a:lnTo>
                  <a:lnTo>
                    <a:pt x="1076706" y="271703"/>
                  </a:lnTo>
                  <a:lnTo>
                    <a:pt x="1133462" y="277622"/>
                  </a:lnTo>
                  <a:lnTo>
                    <a:pt x="1190180" y="280073"/>
                  </a:lnTo>
                  <a:lnTo>
                    <a:pt x="1244866" y="279260"/>
                  </a:lnTo>
                  <a:lnTo>
                    <a:pt x="1295539" y="275386"/>
                  </a:lnTo>
                  <a:lnTo>
                    <a:pt x="1340218" y="268655"/>
                  </a:lnTo>
                  <a:lnTo>
                    <a:pt x="1376883" y="259257"/>
                  </a:lnTo>
                  <a:lnTo>
                    <a:pt x="1403553" y="247408"/>
                  </a:lnTo>
                  <a:close/>
                </a:path>
              </a:pathLst>
            </a:custGeom>
            <a:solidFill>
              <a:srgbClr val="1C234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" name="object 735" descr=""/>
            <p:cNvSpPr/>
            <p:nvPr/>
          </p:nvSpPr>
          <p:spPr>
            <a:xfrm>
              <a:off x="11828195" y="1673689"/>
              <a:ext cx="847725" cy="274320"/>
            </a:xfrm>
            <a:custGeom>
              <a:avLst/>
              <a:gdLst/>
              <a:ahLst/>
              <a:cxnLst/>
              <a:rect l="l" t="t" r="r" b="b"/>
              <a:pathLst>
                <a:path w="847725" h="274319">
                  <a:moveTo>
                    <a:pt x="767798" y="0"/>
                  </a:moveTo>
                  <a:lnTo>
                    <a:pt x="621300" y="0"/>
                  </a:lnTo>
                  <a:lnTo>
                    <a:pt x="561081" y="38842"/>
                  </a:lnTo>
                  <a:lnTo>
                    <a:pt x="503884" y="72593"/>
                  </a:lnTo>
                  <a:lnTo>
                    <a:pt x="449448" y="101583"/>
                  </a:lnTo>
                  <a:lnTo>
                    <a:pt x="397515" y="126142"/>
                  </a:lnTo>
                  <a:lnTo>
                    <a:pt x="347826" y="146603"/>
                  </a:lnTo>
                  <a:lnTo>
                    <a:pt x="300121" y="163294"/>
                  </a:lnTo>
                  <a:lnTo>
                    <a:pt x="254142" y="176547"/>
                  </a:lnTo>
                  <a:lnTo>
                    <a:pt x="209630" y="186692"/>
                  </a:lnTo>
                  <a:lnTo>
                    <a:pt x="166325" y="194061"/>
                  </a:lnTo>
                  <a:lnTo>
                    <a:pt x="123968" y="198983"/>
                  </a:lnTo>
                  <a:lnTo>
                    <a:pt x="82301" y="201790"/>
                  </a:lnTo>
                  <a:lnTo>
                    <a:pt x="41065" y="202813"/>
                  </a:lnTo>
                  <a:lnTo>
                    <a:pt x="0" y="202381"/>
                  </a:lnTo>
                  <a:lnTo>
                    <a:pt x="24508" y="216012"/>
                  </a:lnTo>
                  <a:lnTo>
                    <a:pt x="93556" y="239741"/>
                  </a:lnTo>
                  <a:lnTo>
                    <a:pt x="136428" y="249602"/>
                  </a:lnTo>
                  <a:lnTo>
                    <a:pt x="183753" y="257970"/>
                  </a:lnTo>
                  <a:lnTo>
                    <a:pt x="234698" y="264725"/>
                  </a:lnTo>
                  <a:lnTo>
                    <a:pt x="288429" y="269749"/>
                  </a:lnTo>
                  <a:lnTo>
                    <a:pt x="344113" y="272924"/>
                  </a:lnTo>
                  <a:lnTo>
                    <a:pt x="400916" y="274130"/>
                  </a:lnTo>
                  <a:lnTo>
                    <a:pt x="458005" y="273250"/>
                  </a:lnTo>
                  <a:lnTo>
                    <a:pt x="514546" y="270165"/>
                  </a:lnTo>
                  <a:lnTo>
                    <a:pt x="569705" y="264756"/>
                  </a:lnTo>
                  <a:lnTo>
                    <a:pt x="622648" y="256905"/>
                  </a:lnTo>
                  <a:lnTo>
                    <a:pt x="672543" y="246493"/>
                  </a:lnTo>
                  <a:lnTo>
                    <a:pt x="718555" y="233401"/>
                  </a:lnTo>
                  <a:lnTo>
                    <a:pt x="759851" y="217512"/>
                  </a:lnTo>
                  <a:lnTo>
                    <a:pt x="795597" y="198706"/>
                  </a:lnTo>
                  <a:lnTo>
                    <a:pt x="847105" y="151869"/>
                  </a:lnTo>
                  <a:lnTo>
                    <a:pt x="795822" y="136378"/>
                  </a:lnTo>
                  <a:lnTo>
                    <a:pt x="772882" y="83257"/>
                  </a:lnTo>
                  <a:lnTo>
                    <a:pt x="767226" y="26475"/>
                  </a:lnTo>
                  <a:lnTo>
                    <a:pt x="767798" y="0"/>
                  </a:lnTo>
                  <a:close/>
                </a:path>
              </a:pathLst>
            </a:custGeom>
            <a:solidFill>
              <a:srgbClr val="282E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" name="object 736" descr=""/>
            <p:cNvSpPr/>
            <p:nvPr/>
          </p:nvSpPr>
          <p:spPr>
            <a:xfrm>
              <a:off x="12040286" y="2320003"/>
              <a:ext cx="541020" cy="109855"/>
            </a:xfrm>
            <a:custGeom>
              <a:avLst/>
              <a:gdLst/>
              <a:ahLst/>
              <a:cxnLst/>
              <a:rect l="l" t="t" r="r" b="b"/>
              <a:pathLst>
                <a:path w="541020" h="109855">
                  <a:moveTo>
                    <a:pt x="540613" y="0"/>
                  </a:moveTo>
                  <a:lnTo>
                    <a:pt x="521119" y="0"/>
                  </a:lnTo>
                  <a:lnTo>
                    <a:pt x="521119" y="16421"/>
                  </a:lnTo>
                  <a:lnTo>
                    <a:pt x="521119" y="48514"/>
                  </a:lnTo>
                  <a:lnTo>
                    <a:pt x="521119" y="64935"/>
                  </a:lnTo>
                  <a:lnTo>
                    <a:pt x="521119" y="92875"/>
                  </a:lnTo>
                  <a:lnTo>
                    <a:pt x="366915" y="92875"/>
                  </a:lnTo>
                  <a:lnTo>
                    <a:pt x="366915" y="64935"/>
                  </a:lnTo>
                  <a:lnTo>
                    <a:pt x="521119" y="64935"/>
                  </a:lnTo>
                  <a:lnTo>
                    <a:pt x="521119" y="48514"/>
                  </a:lnTo>
                  <a:lnTo>
                    <a:pt x="366915" y="48514"/>
                  </a:lnTo>
                  <a:lnTo>
                    <a:pt x="366915" y="16421"/>
                  </a:lnTo>
                  <a:lnTo>
                    <a:pt x="521119" y="16421"/>
                  </a:lnTo>
                  <a:lnTo>
                    <a:pt x="521119" y="0"/>
                  </a:lnTo>
                  <a:lnTo>
                    <a:pt x="347408" y="0"/>
                  </a:lnTo>
                  <a:lnTo>
                    <a:pt x="347408" y="16421"/>
                  </a:lnTo>
                  <a:lnTo>
                    <a:pt x="347408" y="48514"/>
                  </a:lnTo>
                  <a:lnTo>
                    <a:pt x="347408" y="64935"/>
                  </a:lnTo>
                  <a:lnTo>
                    <a:pt x="347408" y="92875"/>
                  </a:lnTo>
                  <a:lnTo>
                    <a:pt x="193205" y="92875"/>
                  </a:lnTo>
                  <a:lnTo>
                    <a:pt x="193205" y="64935"/>
                  </a:lnTo>
                  <a:lnTo>
                    <a:pt x="347408" y="64935"/>
                  </a:lnTo>
                  <a:lnTo>
                    <a:pt x="347408" y="48514"/>
                  </a:lnTo>
                  <a:lnTo>
                    <a:pt x="193205" y="48514"/>
                  </a:lnTo>
                  <a:lnTo>
                    <a:pt x="193205" y="16421"/>
                  </a:lnTo>
                  <a:lnTo>
                    <a:pt x="347408" y="16421"/>
                  </a:lnTo>
                  <a:lnTo>
                    <a:pt x="347408" y="0"/>
                  </a:lnTo>
                  <a:lnTo>
                    <a:pt x="173697" y="0"/>
                  </a:lnTo>
                  <a:lnTo>
                    <a:pt x="173697" y="16421"/>
                  </a:lnTo>
                  <a:lnTo>
                    <a:pt x="173697" y="48514"/>
                  </a:lnTo>
                  <a:lnTo>
                    <a:pt x="173697" y="64935"/>
                  </a:lnTo>
                  <a:lnTo>
                    <a:pt x="173697" y="92875"/>
                  </a:lnTo>
                  <a:lnTo>
                    <a:pt x="19494" y="92875"/>
                  </a:lnTo>
                  <a:lnTo>
                    <a:pt x="19494" y="64935"/>
                  </a:lnTo>
                  <a:lnTo>
                    <a:pt x="173697" y="64935"/>
                  </a:lnTo>
                  <a:lnTo>
                    <a:pt x="173697" y="48514"/>
                  </a:lnTo>
                  <a:lnTo>
                    <a:pt x="19494" y="48514"/>
                  </a:lnTo>
                  <a:lnTo>
                    <a:pt x="19494" y="16421"/>
                  </a:lnTo>
                  <a:lnTo>
                    <a:pt x="173697" y="16421"/>
                  </a:lnTo>
                  <a:lnTo>
                    <a:pt x="173697" y="0"/>
                  </a:lnTo>
                  <a:lnTo>
                    <a:pt x="0" y="0"/>
                  </a:lnTo>
                  <a:lnTo>
                    <a:pt x="0" y="8216"/>
                  </a:lnTo>
                  <a:lnTo>
                    <a:pt x="0" y="16421"/>
                  </a:lnTo>
                  <a:lnTo>
                    <a:pt x="0" y="48514"/>
                  </a:lnTo>
                  <a:lnTo>
                    <a:pt x="0" y="64935"/>
                  </a:lnTo>
                  <a:lnTo>
                    <a:pt x="0" y="92875"/>
                  </a:lnTo>
                  <a:lnTo>
                    <a:pt x="0" y="109296"/>
                  </a:lnTo>
                  <a:lnTo>
                    <a:pt x="19494" y="109296"/>
                  </a:lnTo>
                  <a:lnTo>
                    <a:pt x="540613" y="109296"/>
                  </a:lnTo>
                  <a:lnTo>
                    <a:pt x="540613" y="92875"/>
                  </a:lnTo>
                  <a:lnTo>
                    <a:pt x="540613" y="64935"/>
                  </a:lnTo>
                  <a:lnTo>
                    <a:pt x="540613" y="48514"/>
                  </a:lnTo>
                  <a:lnTo>
                    <a:pt x="540613" y="16421"/>
                  </a:lnTo>
                  <a:lnTo>
                    <a:pt x="540613" y="8216"/>
                  </a:lnTo>
                  <a:lnTo>
                    <a:pt x="540613" y="0"/>
                  </a:lnTo>
                  <a:close/>
                </a:path>
              </a:pathLst>
            </a:custGeom>
            <a:solidFill>
              <a:srgbClr val="C0685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" name="object 737" descr=""/>
            <p:cNvSpPr/>
            <p:nvPr/>
          </p:nvSpPr>
          <p:spPr>
            <a:xfrm>
              <a:off x="12580899" y="2320003"/>
              <a:ext cx="440690" cy="109855"/>
            </a:xfrm>
            <a:custGeom>
              <a:avLst/>
              <a:gdLst/>
              <a:ahLst/>
              <a:cxnLst/>
              <a:rect l="l" t="t" r="r" b="b"/>
              <a:pathLst>
                <a:path w="440690" h="109855">
                  <a:moveTo>
                    <a:pt x="440651" y="0"/>
                  </a:moveTo>
                  <a:lnTo>
                    <a:pt x="421157" y="0"/>
                  </a:lnTo>
                  <a:lnTo>
                    <a:pt x="421157" y="16421"/>
                  </a:lnTo>
                  <a:lnTo>
                    <a:pt x="421157" y="48514"/>
                  </a:lnTo>
                  <a:lnTo>
                    <a:pt x="421157" y="64935"/>
                  </a:lnTo>
                  <a:lnTo>
                    <a:pt x="421157" y="92875"/>
                  </a:lnTo>
                  <a:lnTo>
                    <a:pt x="300278" y="92875"/>
                  </a:lnTo>
                  <a:lnTo>
                    <a:pt x="300278" y="64935"/>
                  </a:lnTo>
                  <a:lnTo>
                    <a:pt x="421157" y="64935"/>
                  </a:lnTo>
                  <a:lnTo>
                    <a:pt x="421157" y="48514"/>
                  </a:lnTo>
                  <a:lnTo>
                    <a:pt x="300278" y="48514"/>
                  </a:lnTo>
                  <a:lnTo>
                    <a:pt x="300278" y="16421"/>
                  </a:lnTo>
                  <a:lnTo>
                    <a:pt x="421157" y="16421"/>
                  </a:lnTo>
                  <a:lnTo>
                    <a:pt x="421157" y="0"/>
                  </a:lnTo>
                  <a:lnTo>
                    <a:pt x="280771" y="0"/>
                  </a:lnTo>
                  <a:lnTo>
                    <a:pt x="280771" y="16421"/>
                  </a:lnTo>
                  <a:lnTo>
                    <a:pt x="280771" y="48514"/>
                  </a:lnTo>
                  <a:lnTo>
                    <a:pt x="280771" y="64935"/>
                  </a:lnTo>
                  <a:lnTo>
                    <a:pt x="280771" y="92875"/>
                  </a:lnTo>
                  <a:lnTo>
                    <a:pt x="159880" y="92875"/>
                  </a:lnTo>
                  <a:lnTo>
                    <a:pt x="159880" y="64935"/>
                  </a:lnTo>
                  <a:lnTo>
                    <a:pt x="280771" y="64935"/>
                  </a:lnTo>
                  <a:lnTo>
                    <a:pt x="280771" y="48514"/>
                  </a:lnTo>
                  <a:lnTo>
                    <a:pt x="159880" y="48514"/>
                  </a:lnTo>
                  <a:lnTo>
                    <a:pt x="159880" y="16421"/>
                  </a:lnTo>
                  <a:lnTo>
                    <a:pt x="280771" y="16421"/>
                  </a:lnTo>
                  <a:lnTo>
                    <a:pt x="280771" y="0"/>
                  </a:lnTo>
                  <a:lnTo>
                    <a:pt x="140385" y="0"/>
                  </a:lnTo>
                  <a:lnTo>
                    <a:pt x="140385" y="16421"/>
                  </a:lnTo>
                  <a:lnTo>
                    <a:pt x="140385" y="48514"/>
                  </a:lnTo>
                  <a:lnTo>
                    <a:pt x="140385" y="64935"/>
                  </a:lnTo>
                  <a:lnTo>
                    <a:pt x="140385" y="92875"/>
                  </a:lnTo>
                  <a:lnTo>
                    <a:pt x="19494" y="92875"/>
                  </a:lnTo>
                  <a:lnTo>
                    <a:pt x="19494" y="64935"/>
                  </a:lnTo>
                  <a:lnTo>
                    <a:pt x="140385" y="64935"/>
                  </a:lnTo>
                  <a:lnTo>
                    <a:pt x="140385" y="48514"/>
                  </a:lnTo>
                  <a:lnTo>
                    <a:pt x="19494" y="48514"/>
                  </a:lnTo>
                  <a:lnTo>
                    <a:pt x="19494" y="16421"/>
                  </a:lnTo>
                  <a:lnTo>
                    <a:pt x="140385" y="16421"/>
                  </a:lnTo>
                  <a:lnTo>
                    <a:pt x="140385" y="0"/>
                  </a:lnTo>
                  <a:lnTo>
                    <a:pt x="0" y="0"/>
                  </a:lnTo>
                  <a:lnTo>
                    <a:pt x="0" y="8216"/>
                  </a:lnTo>
                  <a:lnTo>
                    <a:pt x="0" y="16421"/>
                  </a:lnTo>
                  <a:lnTo>
                    <a:pt x="0" y="48514"/>
                  </a:lnTo>
                  <a:lnTo>
                    <a:pt x="0" y="64935"/>
                  </a:lnTo>
                  <a:lnTo>
                    <a:pt x="0" y="92875"/>
                  </a:lnTo>
                  <a:lnTo>
                    <a:pt x="0" y="109296"/>
                  </a:lnTo>
                  <a:lnTo>
                    <a:pt x="19494" y="109296"/>
                  </a:lnTo>
                  <a:lnTo>
                    <a:pt x="440651" y="109296"/>
                  </a:lnTo>
                  <a:lnTo>
                    <a:pt x="440651" y="92875"/>
                  </a:lnTo>
                  <a:lnTo>
                    <a:pt x="440651" y="64935"/>
                  </a:lnTo>
                  <a:lnTo>
                    <a:pt x="440651" y="48514"/>
                  </a:lnTo>
                  <a:lnTo>
                    <a:pt x="440651" y="16421"/>
                  </a:lnTo>
                  <a:lnTo>
                    <a:pt x="440651" y="8216"/>
                  </a:lnTo>
                  <a:lnTo>
                    <a:pt x="440651" y="0"/>
                  </a:lnTo>
                  <a:close/>
                </a:path>
              </a:pathLst>
            </a:custGeom>
            <a:solidFill>
              <a:srgbClr val="AE3E2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8" name="object 738" descr=""/>
            <p:cNvSpPr/>
            <p:nvPr/>
          </p:nvSpPr>
          <p:spPr>
            <a:xfrm>
              <a:off x="12449493" y="1115815"/>
              <a:ext cx="255270" cy="558165"/>
            </a:xfrm>
            <a:custGeom>
              <a:avLst/>
              <a:gdLst/>
              <a:ahLst/>
              <a:cxnLst/>
              <a:rect l="l" t="t" r="r" b="b"/>
              <a:pathLst>
                <a:path w="255270" h="558164">
                  <a:moveTo>
                    <a:pt x="255270" y="519645"/>
                  </a:moveTo>
                  <a:lnTo>
                    <a:pt x="225806" y="519645"/>
                  </a:lnTo>
                  <a:lnTo>
                    <a:pt x="225806" y="481431"/>
                  </a:lnTo>
                  <a:lnTo>
                    <a:pt x="189407" y="481431"/>
                  </a:lnTo>
                  <a:lnTo>
                    <a:pt x="189407" y="443204"/>
                  </a:lnTo>
                  <a:lnTo>
                    <a:pt x="144068" y="443204"/>
                  </a:lnTo>
                  <a:lnTo>
                    <a:pt x="144068" y="0"/>
                  </a:lnTo>
                  <a:lnTo>
                    <a:pt x="111201" y="0"/>
                  </a:lnTo>
                  <a:lnTo>
                    <a:pt x="111201" y="443204"/>
                  </a:lnTo>
                  <a:lnTo>
                    <a:pt x="65862" y="443204"/>
                  </a:lnTo>
                  <a:lnTo>
                    <a:pt x="65862" y="481431"/>
                  </a:lnTo>
                  <a:lnTo>
                    <a:pt x="29464" y="481431"/>
                  </a:lnTo>
                  <a:lnTo>
                    <a:pt x="29464" y="519645"/>
                  </a:lnTo>
                  <a:lnTo>
                    <a:pt x="0" y="519645"/>
                  </a:lnTo>
                  <a:lnTo>
                    <a:pt x="0" y="557872"/>
                  </a:lnTo>
                  <a:lnTo>
                    <a:pt x="255270" y="557872"/>
                  </a:lnTo>
                  <a:lnTo>
                    <a:pt x="255270" y="519645"/>
                  </a:lnTo>
                  <a:close/>
                </a:path>
              </a:pathLst>
            </a:custGeom>
            <a:solidFill>
              <a:srgbClr val="282E52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39" name="object 739" descr=""/>
          <p:cNvGrpSpPr/>
          <p:nvPr/>
        </p:nvGrpSpPr>
        <p:grpSpPr>
          <a:xfrm>
            <a:off x="11440154" y="4186019"/>
            <a:ext cx="2338070" cy="467359"/>
            <a:chOff x="11440154" y="4186019"/>
            <a:chExt cx="2338070" cy="467359"/>
          </a:xfrm>
        </p:grpSpPr>
        <p:sp>
          <p:nvSpPr>
            <p:cNvPr id="740" name="object 740" descr=""/>
            <p:cNvSpPr/>
            <p:nvPr/>
          </p:nvSpPr>
          <p:spPr>
            <a:xfrm>
              <a:off x="11440147" y="4186027"/>
              <a:ext cx="2338070" cy="467359"/>
            </a:xfrm>
            <a:custGeom>
              <a:avLst/>
              <a:gdLst/>
              <a:ahLst/>
              <a:cxnLst/>
              <a:rect l="l" t="t" r="r" b="b"/>
              <a:pathLst>
                <a:path w="2338069" h="467360">
                  <a:moveTo>
                    <a:pt x="2337701" y="38925"/>
                  </a:moveTo>
                  <a:lnTo>
                    <a:pt x="2337689" y="0"/>
                  </a:lnTo>
                  <a:lnTo>
                    <a:pt x="526503" y="0"/>
                  </a:lnTo>
                  <a:lnTo>
                    <a:pt x="526503" y="38925"/>
                  </a:lnTo>
                  <a:lnTo>
                    <a:pt x="478637" y="38925"/>
                  </a:lnTo>
                  <a:lnTo>
                    <a:pt x="478637" y="77863"/>
                  </a:lnTo>
                  <a:lnTo>
                    <a:pt x="430771" y="77863"/>
                  </a:lnTo>
                  <a:lnTo>
                    <a:pt x="430771" y="116789"/>
                  </a:lnTo>
                  <a:lnTo>
                    <a:pt x="382905" y="116789"/>
                  </a:lnTo>
                  <a:lnTo>
                    <a:pt x="382905" y="155714"/>
                  </a:lnTo>
                  <a:lnTo>
                    <a:pt x="335051" y="155714"/>
                  </a:lnTo>
                  <a:lnTo>
                    <a:pt x="335051" y="194652"/>
                  </a:lnTo>
                  <a:lnTo>
                    <a:pt x="287185" y="194652"/>
                  </a:lnTo>
                  <a:lnTo>
                    <a:pt x="287185" y="233578"/>
                  </a:lnTo>
                  <a:lnTo>
                    <a:pt x="239318" y="233578"/>
                  </a:lnTo>
                  <a:lnTo>
                    <a:pt x="239318" y="272516"/>
                  </a:lnTo>
                  <a:lnTo>
                    <a:pt x="191452" y="272516"/>
                  </a:lnTo>
                  <a:lnTo>
                    <a:pt x="191452" y="311442"/>
                  </a:lnTo>
                  <a:lnTo>
                    <a:pt x="143586" y="311442"/>
                  </a:lnTo>
                  <a:lnTo>
                    <a:pt x="143586" y="350380"/>
                  </a:lnTo>
                  <a:lnTo>
                    <a:pt x="95719" y="350380"/>
                  </a:lnTo>
                  <a:lnTo>
                    <a:pt x="95719" y="389305"/>
                  </a:lnTo>
                  <a:lnTo>
                    <a:pt x="47866" y="389305"/>
                  </a:lnTo>
                  <a:lnTo>
                    <a:pt x="47866" y="428231"/>
                  </a:lnTo>
                  <a:lnTo>
                    <a:pt x="0" y="428231"/>
                  </a:lnTo>
                  <a:lnTo>
                    <a:pt x="0" y="467169"/>
                  </a:lnTo>
                  <a:lnTo>
                    <a:pt x="2337701" y="467169"/>
                  </a:lnTo>
                  <a:lnTo>
                    <a:pt x="2337701" y="428231"/>
                  </a:lnTo>
                  <a:lnTo>
                    <a:pt x="2337701" y="389305"/>
                  </a:lnTo>
                  <a:lnTo>
                    <a:pt x="2337701" y="350380"/>
                  </a:lnTo>
                  <a:lnTo>
                    <a:pt x="2337701" y="311442"/>
                  </a:lnTo>
                  <a:lnTo>
                    <a:pt x="2337701" y="272516"/>
                  </a:lnTo>
                  <a:lnTo>
                    <a:pt x="2337689" y="233578"/>
                  </a:lnTo>
                  <a:lnTo>
                    <a:pt x="2337701" y="194652"/>
                  </a:lnTo>
                  <a:lnTo>
                    <a:pt x="2337701" y="155714"/>
                  </a:lnTo>
                  <a:lnTo>
                    <a:pt x="2337701" y="116789"/>
                  </a:lnTo>
                  <a:lnTo>
                    <a:pt x="2337701" y="77863"/>
                  </a:lnTo>
                  <a:lnTo>
                    <a:pt x="2337701" y="38925"/>
                  </a:lnTo>
                  <a:close/>
                </a:path>
              </a:pathLst>
            </a:custGeom>
            <a:solidFill>
              <a:srgbClr val="282E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" name="object 741" descr=""/>
            <p:cNvSpPr/>
            <p:nvPr/>
          </p:nvSpPr>
          <p:spPr>
            <a:xfrm>
              <a:off x="11440147" y="4186027"/>
              <a:ext cx="2338070" cy="434975"/>
            </a:xfrm>
            <a:custGeom>
              <a:avLst/>
              <a:gdLst/>
              <a:ahLst/>
              <a:cxnLst/>
              <a:rect l="l" t="t" r="r" b="b"/>
              <a:pathLst>
                <a:path w="2338069" h="434975">
                  <a:moveTo>
                    <a:pt x="2337689" y="233578"/>
                  </a:moveTo>
                  <a:lnTo>
                    <a:pt x="239318" y="233578"/>
                  </a:lnTo>
                  <a:lnTo>
                    <a:pt x="239318" y="239953"/>
                  </a:lnTo>
                  <a:lnTo>
                    <a:pt x="2337689" y="239953"/>
                  </a:lnTo>
                  <a:lnTo>
                    <a:pt x="2337689" y="233578"/>
                  </a:lnTo>
                  <a:close/>
                </a:path>
                <a:path w="2338069" h="434975">
                  <a:moveTo>
                    <a:pt x="2337689" y="0"/>
                  </a:moveTo>
                  <a:lnTo>
                    <a:pt x="526503" y="0"/>
                  </a:lnTo>
                  <a:lnTo>
                    <a:pt x="526503" y="6362"/>
                  </a:lnTo>
                  <a:lnTo>
                    <a:pt x="2337689" y="6362"/>
                  </a:lnTo>
                  <a:lnTo>
                    <a:pt x="2337689" y="0"/>
                  </a:lnTo>
                  <a:close/>
                </a:path>
                <a:path w="2338069" h="434975">
                  <a:moveTo>
                    <a:pt x="2337701" y="428231"/>
                  </a:moveTo>
                  <a:lnTo>
                    <a:pt x="0" y="428231"/>
                  </a:lnTo>
                  <a:lnTo>
                    <a:pt x="0" y="434606"/>
                  </a:lnTo>
                  <a:lnTo>
                    <a:pt x="2337701" y="434606"/>
                  </a:lnTo>
                  <a:lnTo>
                    <a:pt x="2337701" y="428231"/>
                  </a:lnTo>
                  <a:close/>
                </a:path>
                <a:path w="2338069" h="434975">
                  <a:moveTo>
                    <a:pt x="2337701" y="389293"/>
                  </a:moveTo>
                  <a:lnTo>
                    <a:pt x="47866" y="389293"/>
                  </a:lnTo>
                  <a:lnTo>
                    <a:pt x="47866" y="395668"/>
                  </a:lnTo>
                  <a:lnTo>
                    <a:pt x="2337701" y="395668"/>
                  </a:lnTo>
                  <a:lnTo>
                    <a:pt x="2337701" y="389293"/>
                  </a:lnTo>
                  <a:close/>
                </a:path>
                <a:path w="2338069" h="434975">
                  <a:moveTo>
                    <a:pt x="2337701" y="350380"/>
                  </a:moveTo>
                  <a:lnTo>
                    <a:pt x="95719" y="350380"/>
                  </a:lnTo>
                  <a:lnTo>
                    <a:pt x="95719" y="356743"/>
                  </a:lnTo>
                  <a:lnTo>
                    <a:pt x="2337701" y="356743"/>
                  </a:lnTo>
                  <a:lnTo>
                    <a:pt x="2337701" y="350380"/>
                  </a:lnTo>
                  <a:close/>
                </a:path>
                <a:path w="2338069" h="434975">
                  <a:moveTo>
                    <a:pt x="2337701" y="311442"/>
                  </a:moveTo>
                  <a:lnTo>
                    <a:pt x="143586" y="311442"/>
                  </a:lnTo>
                  <a:lnTo>
                    <a:pt x="143586" y="317804"/>
                  </a:lnTo>
                  <a:lnTo>
                    <a:pt x="2337701" y="317804"/>
                  </a:lnTo>
                  <a:lnTo>
                    <a:pt x="2337701" y="311442"/>
                  </a:lnTo>
                  <a:close/>
                </a:path>
                <a:path w="2338069" h="434975">
                  <a:moveTo>
                    <a:pt x="2337701" y="272503"/>
                  </a:moveTo>
                  <a:lnTo>
                    <a:pt x="191452" y="272503"/>
                  </a:lnTo>
                  <a:lnTo>
                    <a:pt x="191452" y="278879"/>
                  </a:lnTo>
                  <a:lnTo>
                    <a:pt x="2337701" y="278879"/>
                  </a:lnTo>
                  <a:lnTo>
                    <a:pt x="2337701" y="272503"/>
                  </a:lnTo>
                  <a:close/>
                </a:path>
                <a:path w="2338069" h="434975">
                  <a:moveTo>
                    <a:pt x="2337701" y="194652"/>
                  </a:moveTo>
                  <a:lnTo>
                    <a:pt x="287185" y="194652"/>
                  </a:lnTo>
                  <a:lnTo>
                    <a:pt x="287185" y="201015"/>
                  </a:lnTo>
                  <a:lnTo>
                    <a:pt x="2337701" y="201015"/>
                  </a:lnTo>
                  <a:lnTo>
                    <a:pt x="2337701" y="194652"/>
                  </a:lnTo>
                  <a:close/>
                </a:path>
                <a:path w="2338069" h="434975">
                  <a:moveTo>
                    <a:pt x="2337701" y="155714"/>
                  </a:moveTo>
                  <a:lnTo>
                    <a:pt x="335051" y="155714"/>
                  </a:lnTo>
                  <a:lnTo>
                    <a:pt x="335051" y="162090"/>
                  </a:lnTo>
                  <a:lnTo>
                    <a:pt x="2337701" y="162090"/>
                  </a:lnTo>
                  <a:lnTo>
                    <a:pt x="2337701" y="155714"/>
                  </a:lnTo>
                  <a:close/>
                </a:path>
                <a:path w="2338069" h="434975">
                  <a:moveTo>
                    <a:pt x="2337701" y="116789"/>
                  </a:moveTo>
                  <a:lnTo>
                    <a:pt x="382905" y="116789"/>
                  </a:lnTo>
                  <a:lnTo>
                    <a:pt x="382905" y="123151"/>
                  </a:lnTo>
                  <a:lnTo>
                    <a:pt x="2337701" y="123151"/>
                  </a:lnTo>
                  <a:lnTo>
                    <a:pt x="2337701" y="116789"/>
                  </a:lnTo>
                  <a:close/>
                </a:path>
                <a:path w="2338069" h="434975">
                  <a:moveTo>
                    <a:pt x="2337701" y="77851"/>
                  </a:moveTo>
                  <a:lnTo>
                    <a:pt x="430771" y="77851"/>
                  </a:lnTo>
                  <a:lnTo>
                    <a:pt x="430771" y="84226"/>
                  </a:lnTo>
                  <a:lnTo>
                    <a:pt x="2337701" y="84226"/>
                  </a:lnTo>
                  <a:lnTo>
                    <a:pt x="2337701" y="77851"/>
                  </a:lnTo>
                  <a:close/>
                </a:path>
                <a:path w="2338069" h="434975">
                  <a:moveTo>
                    <a:pt x="2337701" y="38925"/>
                  </a:moveTo>
                  <a:lnTo>
                    <a:pt x="478637" y="38925"/>
                  </a:lnTo>
                  <a:lnTo>
                    <a:pt x="478637" y="45288"/>
                  </a:lnTo>
                  <a:lnTo>
                    <a:pt x="2337701" y="45288"/>
                  </a:lnTo>
                  <a:lnTo>
                    <a:pt x="2337701" y="38925"/>
                  </a:lnTo>
                  <a:close/>
                </a:path>
              </a:pathLst>
            </a:custGeom>
            <a:solidFill>
              <a:srgbClr val="3D4564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42" name="object 742" descr=""/>
          <p:cNvSpPr txBox="1"/>
          <p:nvPr/>
        </p:nvSpPr>
        <p:spPr>
          <a:xfrm>
            <a:off x="624158" y="728636"/>
            <a:ext cx="893444" cy="2895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700" spc="-10">
                <a:latin typeface="Open Sans"/>
                <a:cs typeface="Open Sans"/>
              </a:rPr>
              <a:t>Temples</a:t>
            </a:r>
            <a:endParaRPr sz="1700">
              <a:latin typeface="Open Sans"/>
              <a:cs typeface="Open Sans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0" y="4821727"/>
            <a:ext cx="997585" cy="160020"/>
          </a:xfrm>
          <a:custGeom>
            <a:avLst/>
            <a:gdLst/>
            <a:ahLst/>
            <a:cxnLst/>
            <a:rect l="l" t="t" r="r" b="b"/>
            <a:pathLst>
              <a:path w="997585" h="160020">
                <a:moveTo>
                  <a:pt x="0" y="159555"/>
                </a:moveTo>
                <a:lnTo>
                  <a:pt x="997215" y="159555"/>
                </a:lnTo>
                <a:lnTo>
                  <a:pt x="997215" y="0"/>
                </a:lnTo>
                <a:lnTo>
                  <a:pt x="0" y="0"/>
                </a:lnTo>
                <a:lnTo>
                  <a:pt x="0" y="159555"/>
                </a:lnTo>
                <a:close/>
              </a:path>
            </a:pathLst>
          </a:custGeom>
          <a:solidFill>
            <a:srgbClr val="9DDC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1045120" y="4821727"/>
            <a:ext cx="4454525" cy="160020"/>
          </a:xfrm>
          <a:custGeom>
            <a:avLst/>
            <a:gdLst/>
            <a:ahLst/>
            <a:cxnLst/>
            <a:rect l="l" t="t" r="r" b="b"/>
            <a:pathLst>
              <a:path w="4454525" h="160020">
                <a:moveTo>
                  <a:pt x="0" y="159555"/>
                </a:moveTo>
                <a:lnTo>
                  <a:pt x="4454042" y="159555"/>
                </a:lnTo>
                <a:lnTo>
                  <a:pt x="4454042" y="0"/>
                </a:lnTo>
                <a:lnTo>
                  <a:pt x="0" y="0"/>
                </a:lnTo>
                <a:lnTo>
                  <a:pt x="0" y="159555"/>
                </a:lnTo>
                <a:close/>
              </a:path>
            </a:pathLst>
          </a:custGeom>
          <a:solidFill>
            <a:srgbClr val="9DDC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5547066" y="4821727"/>
            <a:ext cx="4454525" cy="160020"/>
          </a:xfrm>
          <a:custGeom>
            <a:avLst/>
            <a:gdLst/>
            <a:ahLst/>
            <a:cxnLst/>
            <a:rect l="l" t="t" r="r" b="b"/>
            <a:pathLst>
              <a:path w="4454525" h="160020">
                <a:moveTo>
                  <a:pt x="0" y="159555"/>
                </a:moveTo>
                <a:lnTo>
                  <a:pt x="4454042" y="159555"/>
                </a:lnTo>
                <a:lnTo>
                  <a:pt x="4454042" y="0"/>
                </a:lnTo>
                <a:lnTo>
                  <a:pt x="0" y="0"/>
                </a:lnTo>
                <a:lnTo>
                  <a:pt x="0" y="159555"/>
                </a:lnTo>
                <a:close/>
              </a:path>
            </a:pathLst>
          </a:custGeom>
          <a:solidFill>
            <a:srgbClr val="9DDC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10049013" y="4821727"/>
            <a:ext cx="4454525" cy="160020"/>
          </a:xfrm>
          <a:custGeom>
            <a:avLst/>
            <a:gdLst/>
            <a:ahLst/>
            <a:cxnLst/>
            <a:rect l="l" t="t" r="r" b="b"/>
            <a:pathLst>
              <a:path w="4454525" h="160020">
                <a:moveTo>
                  <a:pt x="0" y="159555"/>
                </a:moveTo>
                <a:lnTo>
                  <a:pt x="4454052" y="159555"/>
                </a:lnTo>
                <a:lnTo>
                  <a:pt x="4454052" y="0"/>
                </a:lnTo>
                <a:lnTo>
                  <a:pt x="0" y="0"/>
                </a:lnTo>
                <a:lnTo>
                  <a:pt x="0" y="159555"/>
                </a:lnTo>
                <a:close/>
              </a:path>
            </a:pathLst>
          </a:custGeom>
          <a:solidFill>
            <a:srgbClr val="9DDC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14550970" y="4821727"/>
            <a:ext cx="4454525" cy="160020"/>
          </a:xfrm>
          <a:custGeom>
            <a:avLst/>
            <a:gdLst/>
            <a:ahLst/>
            <a:cxnLst/>
            <a:rect l="l" t="t" r="r" b="b"/>
            <a:pathLst>
              <a:path w="4454525" h="160020">
                <a:moveTo>
                  <a:pt x="0" y="159555"/>
                </a:moveTo>
                <a:lnTo>
                  <a:pt x="4454042" y="159555"/>
                </a:lnTo>
                <a:lnTo>
                  <a:pt x="4454042" y="0"/>
                </a:lnTo>
                <a:lnTo>
                  <a:pt x="0" y="0"/>
                </a:lnTo>
                <a:lnTo>
                  <a:pt x="0" y="159555"/>
                </a:lnTo>
                <a:close/>
              </a:path>
            </a:pathLst>
          </a:custGeom>
          <a:solidFill>
            <a:srgbClr val="9DDC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19052917" y="4821727"/>
            <a:ext cx="1033780" cy="160020"/>
          </a:xfrm>
          <a:custGeom>
            <a:avLst/>
            <a:gdLst/>
            <a:ahLst/>
            <a:cxnLst/>
            <a:rect l="l" t="t" r="r" b="b"/>
            <a:pathLst>
              <a:path w="1033780" h="160020">
                <a:moveTo>
                  <a:pt x="0" y="159555"/>
                </a:moveTo>
                <a:lnTo>
                  <a:pt x="1033675" y="159555"/>
                </a:lnTo>
                <a:lnTo>
                  <a:pt x="1033675" y="0"/>
                </a:lnTo>
                <a:lnTo>
                  <a:pt x="0" y="0"/>
                </a:lnTo>
                <a:lnTo>
                  <a:pt x="0" y="159555"/>
                </a:lnTo>
                <a:close/>
              </a:path>
            </a:pathLst>
          </a:custGeom>
          <a:solidFill>
            <a:srgbClr val="9DDC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0" y="4821722"/>
            <a:ext cx="997585" cy="160020"/>
          </a:xfrm>
          <a:custGeom>
            <a:avLst/>
            <a:gdLst/>
            <a:ahLst/>
            <a:cxnLst/>
            <a:rect l="l" t="t" r="r" b="b"/>
            <a:pathLst>
              <a:path w="997585" h="160020">
                <a:moveTo>
                  <a:pt x="0" y="159555"/>
                </a:moveTo>
                <a:lnTo>
                  <a:pt x="997215" y="159555"/>
                </a:lnTo>
                <a:lnTo>
                  <a:pt x="997215" y="0"/>
                </a:lnTo>
                <a:lnTo>
                  <a:pt x="0" y="0"/>
                </a:lnTo>
                <a:lnTo>
                  <a:pt x="0" y="159555"/>
                </a:lnTo>
                <a:close/>
              </a:path>
            </a:pathLst>
          </a:custGeom>
          <a:solidFill>
            <a:srgbClr val="FFFFFF">
              <a:alpha val="6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1045120" y="4821722"/>
            <a:ext cx="4454525" cy="160020"/>
          </a:xfrm>
          <a:custGeom>
            <a:avLst/>
            <a:gdLst/>
            <a:ahLst/>
            <a:cxnLst/>
            <a:rect l="l" t="t" r="r" b="b"/>
            <a:pathLst>
              <a:path w="4454525" h="160020">
                <a:moveTo>
                  <a:pt x="0" y="159555"/>
                </a:moveTo>
                <a:lnTo>
                  <a:pt x="4454042" y="159555"/>
                </a:lnTo>
                <a:lnTo>
                  <a:pt x="4454042" y="0"/>
                </a:lnTo>
                <a:lnTo>
                  <a:pt x="0" y="0"/>
                </a:lnTo>
                <a:lnTo>
                  <a:pt x="0" y="159555"/>
                </a:lnTo>
                <a:close/>
              </a:path>
            </a:pathLst>
          </a:custGeom>
          <a:solidFill>
            <a:srgbClr val="FFFFFF">
              <a:alpha val="6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5547066" y="4821722"/>
            <a:ext cx="4454525" cy="160020"/>
          </a:xfrm>
          <a:custGeom>
            <a:avLst/>
            <a:gdLst/>
            <a:ahLst/>
            <a:cxnLst/>
            <a:rect l="l" t="t" r="r" b="b"/>
            <a:pathLst>
              <a:path w="4454525" h="160020">
                <a:moveTo>
                  <a:pt x="0" y="159555"/>
                </a:moveTo>
                <a:lnTo>
                  <a:pt x="4454042" y="159555"/>
                </a:lnTo>
                <a:lnTo>
                  <a:pt x="4454042" y="0"/>
                </a:lnTo>
                <a:lnTo>
                  <a:pt x="0" y="0"/>
                </a:lnTo>
                <a:lnTo>
                  <a:pt x="0" y="159555"/>
                </a:lnTo>
                <a:close/>
              </a:path>
            </a:pathLst>
          </a:custGeom>
          <a:solidFill>
            <a:srgbClr val="FFFFFF">
              <a:alpha val="6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10049013" y="4821722"/>
            <a:ext cx="4454525" cy="160020"/>
          </a:xfrm>
          <a:custGeom>
            <a:avLst/>
            <a:gdLst/>
            <a:ahLst/>
            <a:cxnLst/>
            <a:rect l="l" t="t" r="r" b="b"/>
            <a:pathLst>
              <a:path w="4454525" h="160020">
                <a:moveTo>
                  <a:pt x="0" y="159555"/>
                </a:moveTo>
                <a:lnTo>
                  <a:pt x="4454052" y="159555"/>
                </a:lnTo>
                <a:lnTo>
                  <a:pt x="4454052" y="0"/>
                </a:lnTo>
                <a:lnTo>
                  <a:pt x="0" y="0"/>
                </a:lnTo>
                <a:lnTo>
                  <a:pt x="0" y="159555"/>
                </a:lnTo>
                <a:close/>
              </a:path>
            </a:pathLst>
          </a:custGeom>
          <a:solidFill>
            <a:srgbClr val="FFFFFF">
              <a:alpha val="6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14550970" y="4821722"/>
            <a:ext cx="4454525" cy="160020"/>
          </a:xfrm>
          <a:custGeom>
            <a:avLst/>
            <a:gdLst/>
            <a:ahLst/>
            <a:cxnLst/>
            <a:rect l="l" t="t" r="r" b="b"/>
            <a:pathLst>
              <a:path w="4454525" h="160020">
                <a:moveTo>
                  <a:pt x="0" y="159555"/>
                </a:moveTo>
                <a:lnTo>
                  <a:pt x="4454042" y="159555"/>
                </a:lnTo>
                <a:lnTo>
                  <a:pt x="4454042" y="0"/>
                </a:lnTo>
                <a:lnTo>
                  <a:pt x="0" y="0"/>
                </a:lnTo>
                <a:lnTo>
                  <a:pt x="0" y="159555"/>
                </a:lnTo>
                <a:close/>
              </a:path>
            </a:pathLst>
          </a:custGeom>
          <a:solidFill>
            <a:srgbClr val="FFFFFF">
              <a:alpha val="6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19052917" y="4821722"/>
            <a:ext cx="1033780" cy="160020"/>
          </a:xfrm>
          <a:custGeom>
            <a:avLst/>
            <a:gdLst/>
            <a:ahLst/>
            <a:cxnLst/>
            <a:rect l="l" t="t" r="r" b="b"/>
            <a:pathLst>
              <a:path w="1033780" h="160020">
                <a:moveTo>
                  <a:pt x="0" y="159555"/>
                </a:moveTo>
                <a:lnTo>
                  <a:pt x="1033666" y="159555"/>
                </a:lnTo>
                <a:lnTo>
                  <a:pt x="1033666" y="0"/>
                </a:lnTo>
                <a:lnTo>
                  <a:pt x="0" y="0"/>
                </a:lnTo>
                <a:lnTo>
                  <a:pt x="0" y="159555"/>
                </a:lnTo>
                <a:close/>
              </a:path>
            </a:pathLst>
          </a:custGeom>
          <a:solidFill>
            <a:srgbClr val="FFFFFF">
              <a:alpha val="6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/>
          <p:nvPr/>
        </p:nvSpPr>
        <p:spPr>
          <a:xfrm>
            <a:off x="0" y="8681143"/>
            <a:ext cx="997585" cy="160020"/>
          </a:xfrm>
          <a:custGeom>
            <a:avLst/>
            <a:gdLst/>
            <a:ahLst/>
            <a:cxnLst/>
            <a:rect l="l" t="t" r="r" b="b"/>
            <a:pathLst>
              <a:path w="997585" h="160020">
                <a:moveTo>
                  <a:pt x="0" y="159555"/>
                </a:moveTo>
                <a:lnTo>
                  <a:pt x="997215" y="159555"/>
                </a:lnTo>
                <a:lnTo>
                  <a:pt x="997215" y="0"/>
                </a:lnTo>
                <a:lnTo>
                  <a:pt x="0" y="0"/>
                </a:lnTo>
                <a:lnTo>
                  <a:pt x="0" y="159555"/>
                </a:lnTo>
                <a:close/>
              </a:path>
            </a:pathLst>
          </a:custGeom>
          <a:solidFill>
            <a:srgbClr val="9DDC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/>
          <p:nvPr/>
        </p:nvSpPr>
        <p:spPr>
          <a:xfrm>
            <a:off x="1045120" y="8681143"/>
            <a:ext cx="4454525" cy="160020"/>
          </a:xfrm>
          <a:custGeom>
            <a:avLst/>
            <a:gdLst/>
            <a:ahLst/>
            <a:cxnLst/>
            <a:rect l="l" t="t" r="r" b="b"/>
            <a:pathLst>
              <a:path w="4454525" h="160020">
                <a:moveTo>
                  <a:pt x="0" y="159555"/>
                </a:moveTo>
                <a:lnTo>
                  <a:pt x="4454042" y="159555"/>
                </a:lnTo>
                <a:lnTo>
                  <a:pt x="4454042" y="0"/>
                </a:lnTo>
                <a:lnTo>
                  <a:pt x="0" y="0"/>
                </a:lnTo>
                <a:lnTo>
                  <a:pt x="0" y="159555"/>
                </a:lnTo>
                <a:close/>
              </a:path>
            </a:pathLst>
          </a:custGeom>
          <a:solidFill>
            <a:srgbClr val="9DDC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/>
          <p:nvPr/>
        </p:nvSpPr>
        <p:spPr>
          <a:xfrm>
            <a:off x="5547066" y="8681143"/>
            <a:ext cx="4454525" cy="160020"/>
          </a:xfrm>
          <a:custGeom>
            <a:avLst/>
            <a:gdLst/>
            <a:ahLst/>
            <a:cxnLst/>
            <a:rect l="l" t="t" r="r" b="b"/>
            <a:pathLst>
              <a:path w="4454525" h="160020">
                <a:moveTo>
                  <a:pt x="0" y="159555"/>
                </a:moveTo>
                <a:lnTo>
                  <a:pt x="4454042" y="159555"/>
                </a:lnTo>
                <a:lnTo>
                  <a:pt x="4454042" y="0"/>
                </a:lnTo>
                <a:lnTo>
                  <a:pt x="0" y="0"/>
                </a:lnTo>
                <a:lnTo>
                  <a:pt x="0" y="159555"/>
                </a:lnTo>
                <a:close/>
              </a:path>
            </a:pathLst>
          </a:custGeom>
          <a:solidFill>
            <a:srgbClr val="9DDC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/>
          <p:nvPr/>
        </p:nvSpPr>
        <p:spPr>
          <a:xfrm>
            <a:off x="10049013" y="8681143"/>
            <a:ext cx="4454525" cy="160020"/>
          </a:xfrm>
          <a:custGeom>
            <a:avLst/>
            <a:gdLst/>
            <a:ahLst/>
            <a:cxnLst/>
            <a:rect l="l" t="t" r="r" b="b"/>
            <a:pathLst>
              <a:path w="4454525" h="160020">
                <a:moveTo>
                  <a:pt x="0" y="159555"/>
                </a:moveTo>
                <a:lnTo>
                  <a:pt x="4454052" y="159555"/>
                </a:lnTo>
                <a:lnTo>
                  <a:pt x="4454052" y="0"/>
                </a:lnTo>
                <a:lnTo>
                  <a:pt x="0" y="0"/>
                </a:lnTo>
                <a:lnTo>
                  <a:pt x="0" y="159555"/>
                </a:lnTo>
                <a:close/>
              </a:path>
            </a:pathLst>
          </a:custGeom>
          <a:solidFill>
            <a:srgbClr val="9DDC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/>
          <p:nvPr/>
        </p:nvSpPr>
        <p:spPr>
          <a:xfrm>
            <a:off x="14550970" y="8681143"/>
            <a:ext cx="4454525" cy="160020"/>
          </a:xfrm>
          <a:custGeom>
            <a:avLst/>
            <a:gdLst/>
            <a:ahLst/>
            <a:cxnLst/>
            <a:rect l="l" t="t" r="r" b="b"/>
            <a:pathLst>
              <a:path w="4454525" h="160020">
                <a:moveTo>
                  <a:pt x="0" y="159555"/>
                </a:moveTo>
                <a:lnTo>
                  <a:pt x="4454042" y="159555"/>
                </a:lnTo>
                <a:lnTo>
                  <a:pt x="4454042" y="0"/>
                </a:lnTo>
                <a:lnTo>
                  <a:pt x="0" y="0"/>
                </a:lnTo>
                <a:lnTo>
                  <a:pt x="0" y="159555"/>
                </a:lnTo>
                <a:close/>
              </a:path>
            </a:pathLst>
          </a:custGeom>
          <a:solidFill>
            <a:srgbClr val="9DDC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/>
          <p:nvPr/>
        </p:nvSpPr>
        <p:spPr>
          <a:xfrm>
            <a:off x="19052917" y="8681143"/>
            <a:ext cx="1033780" cy="160020"/>
          </a:xfrm>
          <a:custGeom>
            <a:avLst/>
            <a:gdLst/>
            <a:ahLst/>
            <a:cxnLst/>
            <a:rect l="l" t="t" r="r" b="b"/>
            <a:pathLst>
              <a:path w="1033780" h="160020">
                <a:moveTo>
                  <a:pt x="0" y="159555"/>
                </a:moveTo>
                <a:lnTo>
                  <a:pt x="1033675" y="159555"/>
                </a:lnTo>
                <a:lnTo>
                  <a:pt x="1033675" y="0"/>
                </a:lnTo>
                <a:lnTo>
                  <a:pt x="0" y="0"/>
                </a:lnTo>
                <a:lnTo>
                  <a:pt x="0" y="159555"/>
                </a:lnTo>
                <a:close/>
              </a:path>
            </a:pathLst>
          </a:custGeom>
          <a:solidFill>
            <a:srgbClr val="9DDC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/>
          <p:nvPr/>
        </p:nvSpPr>
        <p:spPr>
          <a:xfrm>
            <a:off x="0" y="8681149"/>
            <a:ext cx="997585" cy="160020"/>
          </a:xfrm>
          <a:custGeom>
            <a:avLst/>
            <a:gdLst/>
            <a:ahLst/>
            <a:cxnLst/>
            <a:rect l="l" t="t" r="r" b="b"/>
            <a:pathLst>
              <a:path w="997585" h="160020">
                <a:moveTo>
                  <a:pt x="0" y="159554"/>
                </a:moveTo>
                <a:lnTo>
                  <a:pt x="997215" y="159554"/>
                </a:lnTo>
                <a:lnTo>
                  <a:pt x="997215" y="0"/>
                </a:lnTo>
                <a:lnTo>
                  <a:pt x="0" y="0"/>
                </a:lnTo>
                <a:lnTo>
                  <a:pt x="0" y="159554"/>
                </a:lnTo>
                <a:close/>
              </a:path>
            </a:pathLst>
          </a:custGeom>
          <a:solidFill>
            <a:srgbClr val="FFFFFF">
              <a:alpha val="6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/>
          <p:nvPr/>
        </p:nvSpPr>
        <p:spPr>
          <a:xfrm>
            <a:off x="1045120" y="8681149"/>
            <a:ext cx="4454525" cy="160020"/>
          </a:xfrm>
          <a:custGeom>
            <a:avLst/>
            <a:gdLst/>
            <a:ahLst/>
            <a:cxnLst/>
            <a:rect l="l" t="t" r="r" b="b"/>
            <a:pathLst>
              <a:path w="4454525" h="160020">
                <a:moveTo>
                  <a:pt x="0" y="159554"/>
                </a:moveTo>
                <a:lnTo>
                  <a:pt x="4454042" y="159554"/>
                </a:lnTo>
                <a:lnTo>
                  <a:pt x="4454042" y="0"/>
                </a:lnTo>
                <a:lnTo>
                  <a:pt x="0" y="0"/>
                </a:lnTo>
                <a:lnTo>
                  <a:pt x="0" y="159554"/>
                </a:lnTo>
                <a:close/>
              </a:path>
            </a:pathLst>
          </a:custGeom>
          <a:solidFill>
            <a:srgbClr val="FFFFFF">
              <a:alpha val="6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/>
          <p:nvPr/>
        </p:nvSpPr>
        <p:spPr>
          <a:xfrm>
            <a:off x="5547066" y="8681149"/>
            <a:ext cx="4454525" cy="160020"/>
          </a:xfrm>
          <a:custGeom>
            <a:avLst/>
            <a:gdLst/>
            <a:ahLst/>
            <a:cxnLst/>
            <a:rect l="l" t="t" r="r" b="b"/>
            <a:pathLst>
              <a:path w="4454525" h="160020">
                <a:moveTo>
                  <a:pt x="0" y="159554"/>
                </a:moveTo>
                <a:lnTo>
                  <a:pt x="4454042" y="159554"/>
                </a:lnTo>
                <a:lnTo>
                  <a:pt x="4454042" y="0"/>
                </a:lnTo>
                <a:lnTo>
                  <a:pt x="0" y="0"/>
                </a:lnTo>
                <a:lnTo>
                  <a:pt x="0" y="159554"/>
                </a:lnTo>
                <a:close/>
              </a:path>
            </a:pathLst>
          </a:custGeom>
          <a:solidFill>
            <a:srgbClr val="FFFFFF">
              <a:alpha val="6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/>
          <p:nvPr/>
        </p:nvSpPr>
        <p:spPr>
          <a:xfrm>
            <a:off x="10049013" y="8681149"/>
            <a:ext cx="4454525" cy="160020"/>
          </a:xfrm>
          <a:custGeom>
            <a:avLst/>
            <a:gdLst/>
            <a:ahLst/>
            <a:cxnLst/>
            <a:rect l="l" t="t" r="r" b="b"/>
            <a:pathLst>
              <a:path w="4454525" h="160020">
                <a:moveTo>
                  <a:pt x="0" y="159554"/>
                </a:moveTo>
                <a:lnTo>
                  <a:pt x="4454052" y="159554"/>
                </a:lnTo>
                <a:lnTo>
                  <a:pt x="4454052" y="0"/>
                </a:lnTo>
                <a:lnTo>
                  <a:pt x="0" y="0"/>
                </a:lnTo>
                <a:lnTo>
                  <a:pt x="0" y="159554"/>
                </a:lnTo>
                <a:close/>
              </a:path>
            </a:pathLst>
          </a:custGeom>
          <a:solidFill>
            <a:srgbClr val="FFFFFF">
              <a:alpha val="6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/>
          <p:nvPr/>
        </p:nvSpPr>
        <p:spPr>
          <a:xfrm>
            <a:off x="14550970" y="8681149"/>
            <a:ext cx="4454525" cy="160020"/>
          </a:xfrm>
          <a:custGeom>
            <a:avLst/>
            <a:gdLst/>
            <a:ahLst/>
            <a:cxnLst/>
            <a:rect l="l" t="t" r="r" b="b"/>
            <a:pathLst>
              <a:path w="4454525" h="160020">
                <a:moveTo>
                  <a:pt x="0" y="159554"/>
                </a:moveTo>
                <a:lnTo>
                  <a:pt x="4454042" y="159554"/>
                </a:lnTo>
                <a:lnTo>
                  <a:pt x="4454042" y="0"/>
                </a:lnTo>
                <a:lnTo>
                  <a:pt x="0" y="0"/>
                </a:lnTo>
                <a:lnTo>
                  <a:pt x="0" y="159554"/>
                </a:lnTo>
                <a:close/>
              </a:path>
            </a:pathLst>
          </a:custGeom>
          <a:solidFill>
            <a:srgbClr val="FFFFFF">
              <a:alpha val="6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5" name="object 25" descr=""/>
          <p:cNvSpPr/>
          <p:nvPr/>
        </p:nvSpPr>
        <p:spPr>
          <a:xfrm>
            <a:off x="19052917" y="8681149"/>
            <a:ext cx="1033780" cy="160020"/>
          </a:xfrm>
          <a:custGeom>
            <a:avLst/>
            <a:gdLst/>
            <a:ahLst/>
            <a:cxnLst/>
            <a:rect l="l" t="t" r="r" b="b"/>
            <a:pathLst>
              <a:path w="1033780" h="160020">
                <a:moveTo>
                  <a:pt x="0" y="159554"/>
                </a:moveTo>
                <a:lnTo>
                  <a:pt x="1033666" y="159554"/>
                </a:lnTo>
                <a:lnTo>
                  <a:pt x="1033666" y="0"/>
                </a:lnTo>
                <a:lnTo>
                  <a:pt x="0" y="0"/>
                </a:lnTo>
                <a:lnTo>
                  <a:pt x="0" y="159554"/>
                </a:lnTo>
                <a:close/>
              </a:path>
            </a:pathLst>
          </a:custGeom>
          <a:solidFill>
            <a:srgbClr val="FFFFFF">
              <a:alpha val="69999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6" name="object 26" descr=""/>
          <p:cNvGrpSpPr/>
          <p:nvPr/>
        </p:nvGrpSpPr>
        <p:grpSpPr>
          <a:xfrm>
            <a:off x="10505313" y="6428965"/>
            <a:ext cx="1403350" cy="2251710"/>
            <a:chOff x="10505313" y="6428965"/>
            <a:chExt cx="1403350" cy="2251710"/>
          </a:xfrm>
        </p:grpSpPr>
        <p:sp>
          <p:nvSpPr>
            <p:cNvPr id="27" name="object 27" descr=""/>
            <p:cNvSpPr/>
            <p:nvPr/>
          </p:nvSpPr>
          <p:spPr>
            <a:xfrm>
              <a:off x="10533493" y="6428965"/>
              <a:ext cx="1341120" cy="2207895"/>
            </a:xfrm>
            <a:custGeom>
              <a:avLst/>
              <a:gdLst/>
              <a:ahLst/>
              <a:cxnLst/>
              <a:rect l="l" t="t" r="r" b="b"/>
              <a:pathLst>
                <a:path w="1341120" h="2207895">
                  <a:moveTo>
                    <a:pt x="1340681" y="0"/>
                  </a:moveTo>
                  <a:lnTo>
                    <a:pt x="0" y="0"/>
                  </a:lnTo>
                  <a:lnTo>
                    <a:pt x="0" y="2207838"/>
                  </a:lnTo>
                  <a:lnTo>
                    <a:pt x="186067" y="2196132"/>
                  </a:lnTo>
                  <a:lnTo>
                    <a:pt x="164727" y="411118"/>
                  </a:lnTo>
                  <a:lnTo>
                    <a:pt x="286839" y="195627"/>
                  </a:lnTo>
                  <a:lnTo>
                    <a:pt x="1153954" y="220590"/>
                  </a:lnTo>
                  <a:lnTo>
                    <a:pt x="1170760" y="2207838"/>
                  </a:lnTo>
                  <a:lnTo>
                    <a:pt x="1340681" y="2207838"/>
                  </a:lnTo>
                  <a:lnTo>
                    <a:pt x="1340681" y="0"/>
                  </a:lnTo>
                  <a:close/>
                </a:path>
              </a:pathLst>
            </a:custGeom>
            <a:solidFill>
              <a:srgbClr val="DBAB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10571010" y="6428974"/>
              <a:ext cx="1293495" cy="53340"/>
            </a:xfrm>
            <a:custGeom>
              <a:avLst/>
              <a:gdLst/>
              <a:ahLst/>
              <a:cxnLst/>
              <a:rect l="l" t="t" r="r" b="b"/>
              <a:pathLst>
                <a:path w="1293495" h="53339">
                  <a:moveTo>
                    <a:pt x="74091" y="52984"/>
                  </a:moveTo>
                  <a:lnTo>
                    <a:pt x="35306" y="0"/>
                  </a:lnTo>
                  <a:lnTo>
                    <a:pt x="0" y="0"/>
                  </a:lnTo>
                  <a:lnTo>
                    <a:pt x="39154" y="52984"/>
                  </a:lnTo>
                  <a:lnTo>
                    <a:pt x="74091" y="52984"/>
                  </a:lnTo>
                  <a:close/>
                </a:path>
                <a:path w="1293495" h="53339">
                  <a:moveTo>
                    <a:pt x="161175" y="52984"/>
                  </a:moveTo>
                  <a:lnTo>
                    <a:pt x="122377" y="0"/>
                  </a:lnTo>
                  <a:lnTo>
                    <a:pt x="87083" y="0"/>
                  </a:lnTo>
                  <a:lnTo>
                    <a:pt x="126238" y="52984"/>
                  </a:lnTo>
                  <a:lnTo>
                    <a:pt x="161175" y="52984"/>
                  </a:lnTo>
                  <a:close/>
                </a:path>
                <a:path w="1293495" h="53339">
                  <a:moveTo>
                    <a:pt x="248246" y="52984"/>
                  </a:moveTo>
                  <a:lnTo>
                    <a:pt x="209461" y="0"/>
                  </a:lnTo>
                  <a:lnTo>
                    <a:pt x="174155" y="0"/>
                  </a:lnTo>
                  <a:lnTo>
                    <a:pt x="213309" y="52984"/>
                  </a:lnTo>
                  <a:lnTo>
                    <a:pt x="248246" y="52984"/>
                  </a:lnTo>
                  <a:close/>
                </a:path>
                <a:path w="1293495" h="53339">
                  <a:moveTo>
                    <a:pt x="335330" y="52984"/>
                  </a:moveTo>
                  <a:lnTo>
                    <a:pt x="296532" y="0"/>
                  </a:lnTo>
                  <a:lnTo>
                    <a:pt x="261239" y="0"/>
                  </a:lnTo>
                  <a:lnTo>
                    <a:pt x="300380" y="52984"/>
                  </a:lnTo>
                  <a:lnTo>
                    <a:pt x="335330" y="52984"/>
                  </a:lnTo>
                  <a:close/>
                </a:path>
                <a:path w="1293495" h="53339">
                  <a:moveTo>
                    <a:pt x="422402" y="52984"/>
                  </a:moveTo>
                  <a:lnTo>
                    <a:pt x="383603" y="0"/>
                  </a:lnTo>
                  <a:lnTo>
                    <a:pt x="348310" y="0"/>
                  </a:lnTo>
                  <a:lnTo>
                    <a:pt x="387464" y="52984"/>
                  </a:lnTo>
                  <a:lnTo>
                    <a:pt x="422402" y="52984"/>
                  </a:lnTo>
                  <a:close/>
                </a:path>
                <a:path w="1293495" h="53339">
                  <a:moveTo>
                    <a:pt x="509485" y="52984"/>
                  </a:moveTo>
                  <a:lnTo>
                    <a:pt x="470687" y="0"/>
                  </a:lnTo>
                  <a:lnTo>
                    <a:pt x="435394" y="0"/>
                  </a:lnTo>
                  <a:lnTo>
                    <a:pt x="474535" y="52984"/>
                  </a:lnTo>
                  <a:lnTo>
                    <a:pt x="509485" y="52984"/>
                  </a:lnTo>
                  <a:close/>
                </a:path>
                <a:path w="1293495" h="53339">
                  <a:moveTo>
                    <a:pt x="596557" y="52984"/>
                  </a:moveTo>
                  <a:lnTo>
                    <a:pt x="557758" y="0"/>
                  </a:lnTo>
                  <a:lnTo>
                    <a:pt x="522465" y="0"/>
                  </a:lnTo>
                  <a:lnTo>
                    <a:pt x="561619" y="52984"/>
                  </a:lnTo>
                  <a:lnTo>
                    <a:pt x="596557" y="52984"/>
                  </a:lnTo>
                  <a:close/>
                </a:path>
                <a:path w="1293495" h="53339">
                  <a:moveTo>
                    <a:pt x="683628" y="52984"/>
                  </a:moveTo>
                  <a:lnTo>
                    <a:pt x="644842" y="0"/>
                  </a:lnTo>
                  <a:lnTo>
                    <a:pt x="609536" y="0"/>
                  </a:lnTo>
                  <a:lnTo>
                    <a:pt x="648690" y="52984"/>
                  </a:lnTo>
                  <a:lnTo>
                    <a:pt x="683628" y="52984"/>
                  </a:lnTo>
                  <a:close/>
                </a:path>
                <a:path w="1293495" h="53339">
                  <a:moveTo>
                    <a:pt x="770712" y="52984"/>
                  </a:moveTo>
                  <a:lnTo>
                    <a:pt x="731913" y="0"/>
                  </a:lnTo>
                  <a:lnTo>
                    <a:pt x="696620" y="0"/>
                  </a:lnTo>
                  <a:lnTo>
                    <a:pt x="735774" y="52984"/>
                  </a:lnTo>
                  <a:lnTo>
                    <a:pt x="770712" y="52984"/>
                  </a:lnTo>
                  <a:close/>
                </a:path>
                <a:path w="1293495" h="53339">
                  <a:moveTo>
                    <a:pt x="857783" y="52984"/>
                  </a:moveTo>
                  <a:lnTo>
                    <a:pt x="818997" y="0"/>
                  </a:lnTo>
                  <a:lnTo>
                    <a:pt x="783691" y="0"/>
                  </a:lnTo>
                  <a:lnTo>
                    <a:pt x="822845" y="52984"/>
                  </a:lnTo>
                  <a:lnTo>
                    <a:pt x="857783" y="52984"/>
                  </a:lnTo>
                  <a:close/>
                </a:path>
                <a:path w="1293495" h="53339">
                  <a:moveTo>
                    <a:pt x="944867" y="52984"/>
                  </a:moveTo>
                  <a:lnTo>
                    <a:pt x="906068" y="0"/>
                  </a:lnTo>
                  <a:lnTo>
                    <a:pt x="870775" y="0"/>
                  </a:lnTo>
                  <a:lnTo>
                    <a:pt x="909929" y="52984"/>
                  </a:lnTo>
                  <a:lnTo>
                    <a:pt x="944867" y="52984"/>
                  </a:lnTo>
                  <a:close/>
                </a:path>
                <a:path w="1293495" h="53339">
                  <a:moveTo>
                    <a:pt x="1031938" y="52984"/>
                  </a:moveTo>
                  <a:lnTo>
                    <a:pt x="993152" y="0"/>
                  </a:lnTo>
                  <a:lnTo>
                    <a:pt x="957846" y="0"/>
                  </a:lnTo>
                  <a:lnTo>
                    <a:pt x="997000" y="52984"/>
                  </a:lnTo>
                  <a:lnTo>
                    <a:pt x="1031938" y="52984"/>
                  </a:lnTo>
                  <a:close/>
                </a:path>
                <a:path w="1293495" h="53339">
                  <a:moveTo>
                    <a:pt x="1119022" y="52984"/>
                  </a:moveTo>
                  <a:lnTo>
                    <a:pt x="1080223" y="0"/>
                  </a:lnTo>
                  <a:lnTo>
                    <a:pt x="1044930" y="0"/>
                  </a:lnTo>
                  <a:lnTo>
                    <a:pt x="1084072" y="52984"/>
                  </a:lnTo>
                  <a:lnTo>
                    <a:pt x="1119022" y="52984"/>
                  </a:lnTo>
                  <a:close/>
                </a:path>
                <a:path w="1293495" h="53339">
                  <a:moveTo>
                    <a:pt x="1206093" y="52984"/>
                  </a:moveTo>
                  <a:lnTo>
                    <a:pt x="1167307" y="0"/>
                  </a:lnTo>
                  <a:lnTo>
                    <a:pt x="1132001" y="0"/>
                  </a:lnTo>
                  <a:lnTo>
                    <a:pt x="1171155" y="52984"/>
                  </a:lnTo>
                  <a:lnTo>
                    <a:pt x="1206093" y="52984"/>
                  </a:lnTo>
                  <a:close/>
                </a:path>
                <a:path w="1293495" h="53339">
                  <a:moveTo>
                    <a:pt x="1293177" y="52984"/>
                  </a:moveTo>
                  <a:lnTo>
                    <a:pt x="1254379" y="0"/>
                  </a:lnTo>
                  <a:lnTo>
                    <a:pt x="1219085" y="0"/>
                  </a:lnTo>
                  <a:lnTo>
                    <a:pt x="1258227" y="52984"/>
                  </a:lnTo>
                  <a:lnTo>
                    <a:pt x="1293177" y="52984"/>
                  </a:lnTo>
                  <a:close/>
                </a:path>
              </a:pathLst>
            </a:custGeom>
            <a:solidFill>
              <a:srgbClr val="247D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10571010" y="6482060"/>
              <a:ext cx="1270000" cy="2198370"/>
            </a:xfrm>
            <a:custGeom>
              <a:avLst/>
              <a:gdLst/>
              <a:ahLst/>
              <a:cxnLst/>
              <a:rect l="l" t="t" r="r" b="b"/>
              <a:pathLst>
                <a:path w="1270000" h="2198370">
                  <a:moveTo>
                    <a:pt x="117665" y="2197963"/>
                  </a:moveTo>
                  <a:lnTo>
                    <a:pt x="0" y="2197963"/>
                  </a:lnTo>
                  <a:lnTo>
                    <a:pt x="0" y="2198370"/>
                  </a:lnTo>
                  <a:lnTo>
                    <a:pt x="117665" y="2198370"/>
                  </a:lnTo>
                  <a:lnTo>
                    <a:pt x="117665" y="2197963"/>
                  </a:lnTo>
                  <a:close/>
                </a:path>
                <a:path w="1270000" h="2198370">
                  <a:moveTo>
                    <a:pt x="1269441" y="7620"/>
                  </a:moveTo>
                  <a:lnTo>
                    <a:pt x="1269111" y="7620"/>
                  </a:lnTo>
                  <a:lnTo>
                    <a:pt x="1269111" y="0"/>
                  </a:lnTo>
                  <a:lnTo>
                    <a:pt x="0" y="0"/>
                  </a:lnTo>
                  <a:lnTo>
                    <a:pt x="0" y="7620"/>
                  </a:lnTo>
                  <a:lnTo>
                    <a:pt x="0" y="146050"/>
                  </a:lnTo>
                  <a:lnTo>
                    <a:pt x="0" y="1981669"/>
                  </a:lnTo>
                  <a:lnTo>
                    <a:pt x="117665" y="1981669"/>
                  </a:lnTo>
                  <a:lnTo>
                    <a:pt x="117665" y="146050"/>
                  </a:lnTo>
                  <a:lnTo>
                    <a:pt x="1151775" y="146050"/>
                  </a:lnTo>
                  <a:lnTo>
                    <a:pt x="1151775" y="2198370"/>
                  </a:lnTo>
                  <a:lnTo>
                    <a:pt x="1269441" y="2198370"/>
                  </a:lnTo>
                  <a:lnTo>
                    <a:pt x="1269441" y="146050"/>
                  </a:lnTo>
                  <a:lnTo>
                    <a:pt x="1269441" y="7620"/>
                  </a:lnTo>
                  <a:close/>
                </a:path>
              </a:pathLst>
            </a:custGeom>
            <a:solidFill>
              <a:srgbClr val="C2864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10505313" y="8463721"/>
              <a:ext cx="186055" cy="216535"/>
            </a:xfrm>
            <a:custGeom>
              <a:avLst/>
              <a:gdLst/>
              <a:ahLst/>
              <a:cxnLst/>
              <a:rect l="l" t="t" r="r" b="b"/>
              <a:pathLst>
                <a:path w="186054" h="216534">
                  <a:moveTo>
                    <a:pt x="185428" y="0"/>
                  </a:moveTo>
                  <a:lnTo>
                    <a:pt x="0" y="0"/>
                  </a:lnTo>
                  <a:lnTo>
                    <a:pt x="0" y="216297"/>
                  </a:lnTo>
                  <a:lnTo>
                    <a:pt x="185428" y="216297"/>
                  </a:lnTo>
                  <a:lnTo>
                    <a:pt x="185428" y="0"/>
                  </a:lnTo>
                  <a:close/>
                </a:path>
              </a:pathLst>
            </a:custGeom>
            <a:solidFill>
              <a:srgbClr val="29805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10570921" y="6481959"/>
              <a:ext cx="102235" cy="81915"/>
            </a:xfrm>
            <a:custGeom>
              <a:avLst/>
              <a:gdLst/>
              <a:ahLst/>
              <a:cxnLst/>
              <a:rect l="l" t="t" r="r" b="b"/>
              <a:pathLst>
                <a:path w="102234" h="81915">
                  <a:moveTo>
                    <a:pt x="1841" y="70777"/>
                  </a:moveTo>
                  <a:lnTo>
                    <a:pt x="1803" y="69977"/>
                  </a:lnTo>
                  <a:lnTo>
                    <a:pt x="723" y="69710"/>
                  </a:lnTo>
                  <a:lnTo>
                    <a:pt x="12" y="69761"/>
                  </a:lnTo>
                  <a:lnTo>
                    <a:pt x="12" y="71221"/>
                  </a:lnTo>
                  <a:lnTo>
                    <a:pt x="787" y="71170"/>
                  </a:lnTo>
                  <a:lnTo>
                    <a:pt x="1841" y="70777"/>
                  </a:lnTo>
                  <a:close/>
                </a:path>
                <a:path w="102234" h="81915">
                  <a:moveTo>
                    <a:pt x="81381" y="23774"/>
                  </a:moveTo>
                  <a:lnTo>
                    <a:pt x="77635" y="19405"/>
                  </a:lnTo>
                  <a:lnTo>
                    <a:pt x="77635" y="23774"/>
                  </a:lnTo>
                  <a:lnTo>
                    <a:pt x="73494" y="28600"/>
                  </a:lnTo>
                  <a:lnTo>
                    <a:pt x="73609" y="27990"/>
                  </a:lnTo>
                  <a:lnTo>
                    <a:pt x="73469" y="24917"/>
                  </a:lnTo>
                  <a:lnTo>
                    <a:pt x="73266" y="24244"/>
                  </a:lnTo>
                  <a:lnTo>
                    <a:pt x="73888" y="24384"/>
                  </a:lnTo>
                  <a:lnTo>
                    <a:pt x="75196" y="24295"/>
                  </a:lnTo>
                  <a:lnTo>
                    <a:pt x="76504" y="24206"/>
                  </a:lnTo>
                  <a:lnTo>
                    <a:pt x="77558" y="23825"/>
                  </a:lnTo>
                  <a:lnTo>
                    <a:pt x="77546" y="23685"/>
                  </a:lnTo>
                  <a:lnTo>
                    <a:pt x="77635" y="19405"/>
                  </a:lnTo>
                  <a:lnTo>
                    <a:pt x="76835" y="18478"/>
                  </a:lnTo>
                  <a:lnTo>
                    <a:pt x="76835" y="22860"/>
                  </a:lnTo>
                  <a:lnTo>
                    <a:pt x="76441" y="22758"/>
                  </a:lnTo>
                  <a:lnTo>
                    <a:pt x="73812" y="22923"/>
                  </a:lnTo>
                  <a:lnTo>
                    <a:pt x="73202" y="23164"/>
                  </a:lnTo>
                  <a:lnTo>
                    <a:pt x="73329" y="22440"/>
                  </a:lnTo>
                  <a:lnTo>
                    <a:pt x="73253" y="20904"/>
                  </a:lnTo>
                  <a:lnTo>
                    <a:pt x="73177" y="19380"/>
                  </a:lnTo>
                  <a:lnTo>
                    <a:pt x="72910" y="18402"/>
                  </a:lnTo>
                  <a:lnTo>
                    <a:pt x="72910" y="29286"/>
                  </a:lnTo>
                  <a:lnTo>
                    <a:pt x="59131" y="45351"/>
                  </a:lnTo>
                  <a:lnTo>
                    <a:pt x="54330" y="39776"/>
                  </a:lnTo>
                  <a:lnTo>
                    <a:pt x="55410" y="40030"/>
                  </a:lnTo>
                  <a:lnTo>
                    <a:pt x="58026" y="39852"/>
                  </a:lnTo>
                  <a:lnTo>
                    <a:pt x="58610" y="39649"/>
                  </a:lnTo>
                  <a:lnTo>
                    <a:pt x="58496" y="40347"/>
                  </a:lnTo>
                  <a:lnTo>
                    <a:pt x="58559" y="41871"/>
                  </a:lnTo>
                  <a:lnTo>
                    <a:pt x="58635" y="43408"/>
                  </a:lnTo>
                  <a:lnTo>
                    <a:pt x="58978" y="44627"/>
                  </a:lnTo>
                  <a:lnTo>
                    <a:pt x="59664" y="44589"/>
                  </a:lnTo>
                  <a:lnTo>
                    <a:pt x="59880" y="43332"/>
                  </a:lnTo>
                  <a:lnTo>
                    <a:pt x="59740" y="40259"/>
                  </a:lnTo>
                  <a:lnTo>
                    <a:pt x="59537" y="39585"/>
                  </a:lnTo>
                  <a:lnTo>
                    <a:pt x="60159" y="39725"/>
                  </a:lnTo>
                  <a:lnTo>
                    <a:pt x="61468" y="39649"/>
                  </a:lnTo>
                  <a:lnTo>
                    <a:pt x="62776" y="39560"/>
                  </a:lnTo>
                  <a:lnTo>
                    <a:pt x="63842" y="39166"/>
                  </a:lnTo>
                  <a:lnTo>
                    <a:pt x="63792" y="38366"/>
                  </a:lnTo>
                  <a:lnTo>
                    <a:pt x="62712" y="38100"/>
                  </a:lnTo>
                  <a:lnTo>
                    <a:pt x="60083" y="38277"/>
                  </a:lnTo>
                  <a:lnTo>
                    <a:pt x="59474" y="38519"/>
                  </a:lnTo>
                  <a:lnTo>
                    <a:pt x="59601" y="37782"/>
                  </a:lnTo>
                  <a:lnTo>
                    <a:pt x="59524" y="36258"/>
                  </a:lnTo>
                  <a:lnTo>
                    <a:pt x="59448" y="34721"/>
                  </a:lnTo>
                  <a:lnTo>
                    <a:pt x="59118" y="33502"/>
                  </a:lnTo>
                  <a:lnTo>
                    <a:pt x="58432" y="33540"/>
                  </a:lnTo>
                  <a:lnTo>
                    <a:pt x="58204" y="34798"/>
                  </a:lnTo>
                  <a:lnTo>
                    <a:pt x="58356" y="37871"/>
                  </a:lnTo>
                  <a:lnTo>
                    <a:pt x="58534" y="38557"/>
                  </a:lnTo>
                  <a:lnTo>
                    <a:pt x="57962" y="38404"/>
                  </a:lnTo>
                  <a:lnTo>
                    <a:pt x="56654" y="38481"/>
                  </a:lnTo>
                  <a:lnTo>
                    <a:pt x="55346" y="38569"/>
                  </a:lnTo>
                  <a:lnTo>
                    <a:pt x="54279" y="38963"/>
                  </a:lnTo>
                  <a:lnTo>
                    <a:pt x="54317" y="39763"/>
                  </a:lnTo>
                  <a:lnTo>
                    <a:pt x="40982" y="24206"/>
                  </a:lnTo>
                  <a:lnTo>
                    <a:pt x="42062" y="24460"/>
                  </a:lnTo>
                  <a:lnTo>
                    <a:pt x="44691" y="24295"/>
                  </a:lnTo>
                  <a:lnTo>
                    <a:pt x="45262" y="24079"/>
                  </a:lnTo>
                  <a:lnTo>
                    <a:pt x="45148" y="24777"/>
                  </a:lnTo>
                  <a:lnTo>
                    <a:pt x="45224" y="26314"/>
                  </a:lnTo>
                  <a:lnTo>
                    <a:pt x="45288" y="27838"/>
                  </a:lnTo>
                  <a:lnTo>
                    <a:pt x="45631" y="29057"/>
                  </a:lnTo>
                  <a:lnTo>
                    <a:pt x="46316" y="29019"/>
                  </a:lnTo>
                  <a:lnTo>
                    <a:pt x="46545" y="27762"/>
                  </a:lnTo>
                  <a:lnTo>
                    <a:pt x="46393" y="24701"/>
                  </a:lnTo>
                  <a:lnTo>
                    <a:pt x="46202" y="24015"/>
                  </a:lnTo>
                  <a:lnTo>
                    <a:pt x="46812" y="24155"/>
                  </a:lnTo>
                  <a:lnTo>
                    <a:pt x="48120" y="24079"/>
                  </a:lnTo>
                  <a:lnTo>
                    <a:pt x="49441" y="23990"/>
                  </a:lnTo>
                  <a:lnTo>
                    <a:pt x="50495" y="23609"/>
                  </a:lnTo>
                  <a:lnTo>
                    <a:pt x="50444" y="22796"/>
                  </a:lnTo>
                  <a:lnTo>
                    <a:pt x="49377" y="22529"/>
                  </a:lnTo>
                  <a:lnTo>
                    <a:pt x="46748" y="22707"/>
                  </a:lnTo>
                  <a:lnTo>
                    <a:pt x="46126" y="22936"/>
                  </a:lnTo>
                  <a:lnTo>
                    <a:pt x="46253" y="22212"/>
                  </a:lnTo>
                  <a:lnTo>
                    <a:pt x="46177" y="20688"/>
                  </a:lnTo>
                  <a:lnTo>
                    <a:pt x="46113" y="19164"/>
                  </a:lnTo>
                  <a:lnTo>
                    <a:pt x="45770" y="17932"/>
                  </a:lnTo>
                  <a:lnTo>
                    <a:pt x="45618" y="17945"/>
                  </a:lnTo>
                  <a:lnTo>
                    <a:pt x="59131" y="2184"/>
                  </a:lnTo>
                  <a:lnTo>
                    <a:pt x="72809" y="18161"/>
                  </a:lnTo>
                  <a:lnTo>
                    <a:pt x="72783" y="23723"/>
                  </a:lnTo>
                  <a:lnTo>
                    <a:pt x="72783" y="18173"/>
                  </a:lnTo>
                  <a:lnTo>
                    <a:pt x="72148" y="18199"/>
                  </a:lnTo>
                  <a:lnTo>
                    <a:pt x="71932" y="19456"/>
                  </a:lnTo>
                  <a:lnTo>
                    <a:pt x="72085" y="22517"/>
                  </a:lnTo>
                  <a:lnTo>
                    <a:pt x="72263" y="23202"/>
                  </a:lnTo>
                  <a:lnTo>
                    <a:pt x="71691" y="23050"/>
                  </a:lnTo>
                  <a:lnTo>
                    <a:pt x="70370" y="23139"/>
                  </a:lnTo>
                  <a:lnTo>
                    <a:pt x="69062" y="23228"/>
                  </a:lnTo>
                  <a:lnTo>
                    <a:pt x="68008" y="23609"/>
                  </a:lnTo>
                  <a:lnTo>
                    <a:pt x="68046" y="24422"/>
                  </a:lnTo>
                  <a:lnTo>
                    <a:pt x="69126" y="24676"/>
                  </a:lnTo>
                  <a:lnTo>
                    <a:pt x="71755" y="24511"/>
                  </a:lnTo>
                  <a:lnTo>
                    <a:pt x="72339" y="24307"/>
                  </a:lnTo>
                  <a:lnTo>
                    <a:pt x="72224" y="25006"/>
                  </a:lnTo>
                  <a:lnTo>
                    <a:pt x="72288" y="26530"/>
                  </a:lnTo>
                  <a:lnTo>
                    <a:pt x="72364" y="28054"/>
                  </a:lnTo>
                  <a:lnTo>
                    <a:pt x="72694" y="29286"/>
                  </a:lnTo>
                  <a:lnTo>
                    <a:pt x="72910" y="29286"/>
                  </a:lnTo>
                  <a:lnTo>
                    <a:pt x="72910" y="18402"/>
                  </a:lnTo>
                  <a:lnTo>
                    <a:pt x="72859" y="18211"/>
                  </a:lnTo>
                  <a:lnTo>
                    <a:pt x="76835" y="22860"/>
                  </a:lnTo>
                  <a:lnTo>
                    <a:pt x="76835" y="18478"/>
                  </a:lnTo>
                  <a:lnTo>
                    <a:pt x="62877" y="2184"/>
                  </a:lnTo>
                  <a:lnTo>
                    <a:pt x="60998" y="0"/>
                  </a:lnTo>
                  <a:lnTo>
                    <a:pt x="57264" y="0"/>
                  </a:lnTo>
                  <a:lnTo>
                    <a:pt x="45186" y="14109"/>
                  </a:lnTo>
                  <a:lnTo>
                    <a:pt x="45186" y="22987"/>
                  </a:lnTo>
                  <a:lnTo>
                    <a:pt x="44615" y="22834"/>
                  </a:lnTo>
                  <a:lnTo>
                    <a:pt x="43307" y="22923"/>
                  </a:lnTo>
                  <a:lnTo>
                    <a:pt x="41998" y="22999"/>
                  </a:lnTo>
                  <a:lnTo>
                    <a:pt x="40970" y="23393"/>
                  </a:lnTo>
                  <a:lnTo>
                    <a:pt x="40970" y="24193"/>
                  </a:lnTo>
                  <a:lnTo>
                    <a:pt x="40627" y="23774"/>
                  </a:lnTo>
                  <a:lnTo>
                    <a:pt x="40944" y="23406"/>
                  </a:lnTo>
                  <a:lnTo>
                    <a:pt x="40970" y="24193"/>
                  </a:lnTo>
                  <a:lnTo>
                    <a:pt x="40970" y="23393"/>
                  </a:lnTo>
                  <a:lnTo>
                    <a:pt x="44945" y="18745"/>
                  </a:lnTo>
                  <a:lnTo>
                    <a:pt x="44856" y="19227"/>
                  </a:lnTo>
                  <a:lnTo>
                    <a:pt x="45008" y="22301"/>
                  </a:lnTo>
                  <a:lnTo>
                    <a:pt x="45186" y="22987"/>
                  </a:lnTo>
                  <a:lnTo>
                    <a:pt x="45186" y="14109"/>
                  </a:lnTo>
                  <a:lnTo>
                    <a:pt x="38442" y="21971"/>
                  </a:lnTo>
                  <a:lnTo>
                    <a:pt x="36258" y="19431"/>
                  </a:lnTo>
                  <a:lnTo>
                    <a:pt x="36258" y="23761"/>
                  </a:lnTo>
                  <a:lnTo>
                    <a:pt x="32105" y="28600"/>
                  </a:lnTo>
                  <a:lnTo>
                    <a:pt x="32219" y="27990"/>
                  </a:lnTo>
                  <a:lnTo>
                    <a:pt x="32080" y="24917"/>
                  </a:lnTo>
                  <a:lnTo>
                    <a:pt x="31877" y="24244"/>
                  </a:lnTo>
                  <a:lnTo>
                    <a:pt x="32499" y="24384"/>
                  </a:lnTo>
                  <a:lnTo>
                    <a:pt x="33807" y="24295"/>
                  </a:lnTo>
                  <a:lnTo>
                    <a:pt x="35115" y="24206"/>
                  </a:lnTo>
                  <a:lnTo>
                    <a:pt x="36169" y="23825"/>
                  </a:lnTo>
                  <a:lnTo>
                    <a:pt x="36156" y="23660"/>
                  </a:lnTo>
                  <a:lnTo>
                    <a:pt x="36258" y="19431"/>
                  </a:lnTo>
                  <a:lnTo>
                    <a:pt x="35471" y="18503"/>
                  </a:lnTo>
                  <a:lnTo>
                    <a:pt x="35471" y="22860"/>
                  </a:lnTo>
                  <a:lnTo>
                    <a:pt x="35052" y="22758"/>
                  </a:lnTo>
                  <a:lnTo>
                    <a:pt x="32423" y="22923"/>
                  </a:lnTo>
                  <a:lnTo>
                    <a:pt x="31813" y="23164"/>
                  </a:lnTo>
                  <a:lnTo>
                    <a:pt x="31940" y="22440"/>
                  </a:lnTo>
                  <a:lnTo>
                    <a:pt x="31864" y="20904"/>
                  </a:lnTo>
                  <a:lnTo>
                    <a:pt x="31788" y="19380"/>
                  </a:lnTo>
                  <a:lnTo>
                    <a:pt x="31457" y="18186"/>
                  </a:lnTo>
                  <a:lnTo>
                    <a:pt x="35471" y="22860"/>
                  </a:lnTo>
                  <a:lnTo>
                    <a:pt x="35471" y="18503"/>
                  </a:lnTo>
                  <a:lnTo>
                    <a:pt x="21971" y="2743"/>
                  </a:lnTo>
                  <a:lnTo>
                    <a:pt x="21971" y="7150"/>
                  </a:lnTo>
                  <a:lnTo>
                    <a:pt x="21590" y="7048"/>
                  </a:lnTo>
                  <a:lnTo>
                    <a:pt x="18961" y="7213"/>
                  </a:lnTo>
                  <a:lnTo>
                    <a:pt x="18338" y="7442"/>
                  </a:lnTo>
                  <a:lnTo>
                    <a:pt x="18465" y="6718"/>
                  </a:lnTo>
                  <a:lnTo>
                    <a:pt x="18389" y="5194"/>
                  </a:lnTo>
                  <a:lnTo>
                    <a:pt x="18326" y="3670"/>
                  </a:lnTo>
                  <a:lnTo>
                    <a:pt x="17983" y="2489"/>
                  </a:lnTo>
                  <a:lnTo>
                    <a:pt x="21971" y="7150"/>
                  </a:lnTo>
                  <a:lnTo>
                    <a:pt x="21971" y="2743"/>
                  </a:lnTo>
                  <a:lnTo>
                    <a:pt x="19621" y="0"/>
                  </a:lnTo>
                  <a:lnTo>
                    <a:pt x="17957" y="0"/>
                  </a:lnTo>
                  <a:lnTo>
                    <a:pt x="17957" y="2451"/>
                  </a:lnTo>
                  <a:lnTo>
                    <a:pt x="17500" y="2476"/>
                  </a:lnTo>
                  <a:lnTo>
                    <a:pt x="17741" y="2184"/>
                  </a:lnTo>
                  <a:lnTo>
                    <a:pt x="17957" y="2451"/>
                  </a:lnTo>
                  <a:lnTo>
                    <a:pt x="17957" y="0"/>
                  </a:lnTo>
                  <a:lnTo>
                    <a:pt x="15875" y="0"/>
                  </a:lnTo>
                  <a:lnTo>
                    <a:pt x="0" y="18503"/>
                  </a:lnTo>
                  <a:lnTo>
                    <a:pt x="0" y="22872"/>
                  </a:lnTo>
                  <a:lnTo>
                    <a:pt x="3556" y="18719"/>
                  </a:lnTo>
                  <a:lnTo>
                    <a:pt x="3479" y="19227"/>
                  </a:lnTo>
                  <a:lnTo>
                    <a:pt x="3619" y="22301"/>
                  </a:lnTo>
                  <a:lnTo>
                    <a:pt x="3797" y="22987"/>
                  </a:lnTo>
                  <a:lnTo>
                    <a:pt x="3225" y="22834"/>
                  </a:lnTo>
                  <a:lnTo>
                    <a:pt x="609" y="22999"/>
                  </a:lnTo>
                  <a:lnTo>
                    <a:pt x="12" y="23228"/>
                  </a:lnTo>
                  <a:lnTo>
                    <a:pt x="12" y="24295"/>
                  </a:lnTo>
                  <a:lnTo>
                    <a:pt x="673" y="24460"/>
                  </a:lnTo>
                  <a:lnTo>
                    <a:pt x="3302" y="24295"/>
                  </a:lnTo>
                  <a:lnTo>
                    <a:pt x="3873" y="24079"/>
                  </a:lnTo>
                  <a:lnTo>
                    <a:pt x="3759" y="24777"/>
                  </a:lnTo>
                  <a:lnTo>
                    <a:pt x="3835" y="26314"/>
                  </a:lnTo>
                  <a:lnTo>
                    <a:pt x="3898" y="27838"/>
                  </a:lnTo>
                  <a:lnTo>
                    <a:pt x="4241" y="29057"/>
                  </a:lnTo>
                  <a:lnTo>
                    <a:pt x="4927" y="29019"/>
                  </a:lnTo>
                  <a:lnTo>
                    <a:pt x="5156" y="27762"/>
                  </a:lnTo>
                  <a:lnTo>
                    <a:pt x="5003" y="24701"/>
                  </a:lnTo>
                  <a:lnTo>
                    <a:pt x="4813" y="24015"/>
                  </a:lnTo>
                  <a:lnTo>
                    <a:pt x="5422" y="24155"/>
                  </a:lnTo>
                  <a:lnTo>
                    <a:pt x="6743" y="24079"/>
                  </a:lnTo>
                  <a:lnTo>
                    <a:pt x="8051" y="23990"/>
                  </a:lnTo>
                  <a:lnTo>
                    <a:pt x="9105" y="23609"/>
                  </a:lnTo>
                  <a:lnTo>
                    <a:pt x="9067" y="22796"/>
                  </a:lnTo>
                  <a:lnTo>
                    <a:pt x="7988" y="22529"/>
                  </a:lnTo>
                  <a:lnTo>
                    <a:pt x="5359" y="22707"/>
                  </a:lnTo>
                  <a:lnTo>
                    <a:pt x="4737" y="22936"/>
                  </a:lnTo>
                  <a:lnTo>
                    <a:pt x="4864" y="22212"/>
                  </a:lnTo>
                  <a:lnTo>
                    <a:pt x="4787" y="20688"/>
                  </a:lnTo>
                  <a:lnTo>
                    <a:pt x="4724" y="19164"/>
                  </a:lnTo>
                  <a:lnTo>
                    <a:pt x="4381" y="17932"/>
                  </a:lnTo>
                  <a:lnTo>
                    <a:pt x="4229" y="17945"/>
                  </a:lnTo>
                  <a:lnTo>
                    <a:pt x="17233" y="2768"/>
                  </a:lnTo>
                  <a:lnTo>
                    <a:pt x="17068" y="3733"/>
                  </a:lnTo>
                  <a:lnTo>
                    <a:pt x="17221" y="6807"/>
                  </a:lnTo>
                  <a:lnTo>
                    <a:pt x="17399" y="7493"/>
                  </a:lnTo>
                  <a:lnTo>
                    <a:pt x="16827" y="7340"/>
                  </a:lnTo>
                  <a:lnTo>
                    <a:pt x="15519" y="7429"/>
                  </a:lnTo>
                  <a:lnTo>
                    <a:pt x="14211" y="7505"/>
                  </a:lnTo>
                  <a:lnTo>
                    <a:pt x="13157" y="7899"/>
                  </a:lnTo>
                  <a:lnTo>
                    <a:pt x="13195" y="8699"/>
                  </a:lnTo>
                  <a:lnTo>
                    <a:pt x="14274" y="8966"/>
                  </a:lnTo>
                  <a:lnTo>
                    <a:pt x="16903" y="8801"/>
                  </a:lnTo>
                  <a:lnTo>
                    <a:pt x="17475" y="8585"/>
                  </a:lnTo>
                  <a:lnTo>
                    <a:pt x="17360" y="9283"/>
                  </a:lnTo>
                  <a:lnTo>
                    <a:pt x="17437" y="10820"/>
                  </a:lnTo>
                  <a:lnTo>
                    <a:pt x="17500" y="12344"/>
                  </a:lnTo>
                  <a:lnTo>
                    <a:pt x="17843" y="13576"/>
                  </a:lnTo>
                  <a:lnTo>
                    <a:pt x="18529" y="13525"/>
                  </a:lnTo>
                  <a:lnTo>
                    <a:pt x="18757" y="12268"/>
                  </a:lnTo>
                  <a:lnTo>
                    <a:pt x="18605" y="9207"/>
                  </a:lnTo>
                  <a:lnTo>
                    <a:pt x="18415" y="8521"/>
                  </a:lnTo>
                  <a:lnTo>
                    <a:pt x="19024" y="8661"/>
                  </a:lnTo>
                  <a:lnTo>
                    <a:pt x="20332" y="8585"/>
                  </a:lnTo>
                  <a:lnTo>
                    <a:pt x="21653" y="8496"/>
                  </a:lnTo>
                  <a:lnTo>
                    <a:pt x="22707" y="8115"/>
                  </a:lnTo>
                  <a:lnTo>
                    <a:pt x="22694" y="7988"/>
                  </a:lnTo>
                  <a:lnTo>
                    <a:pt x="31432" y="18161"/>
                  </a:lnTo>
                  <a:lnTo>
                    <a:pt x="30772" y="18199"/>
                  </a:lnTo>
                  <a:lnTo>
                    <a:pt x="30543" y="19456"/>
                  </a:lnTo>
                  <a:lnTo>
                    <a:pt x="30695" y="22517"/>
                  </a:lnTo>
                  <a:lnTo>
                    <a:pt x="30873" y="23202"/>
                  </a:lnTo>
                  <a:lnTo>
                    <a:pt x="30302" y="23050"/>
                  </a:lnTo>
                  <a:lnTo>
                    <a:pt x="28994" y="23139"/>
                  </a:lnTo>
                  <a:lnTo>
                    <a:pt x="27673" y="23228"/>
                  </a:lnTo>
                  <a:lnTo>
                    <a:pt x="26619" y="23609"/>
                  </a:lnTo>
                  <a:lnTo>
                    <a:pt x="26670" y="24422"/>
                  </a:lnTo>
                  <a:lnTo>
                    <a:pt x="27736" y="24676"/>
                  </a:lnTo>
                  <a:lnTo>
                    <a:pt x="30365" y="24511"/>
                  </a:lnTo>
                  <a:lnTo>
                    <a:pt x="30949" y="24307"/>
                  </a:lnTo>
                  <a:lnTo>
                    <a:pt x="30835" y="25006"/>
                  </a:lnTo>
                  <a:lnTo>
                    <a:pt x="30899" y="26530"/>
                  </a:lnTo>
                  <a:lnTo>
                    <a:pt x="30975" y="28054"/>
                  </a:lnTo>
                  <a:lnTo>
                    <a:pt x="31318" y="29286"/>
                  </a:lnTo>
                  <a:lnTo>
                    <a:pt x="31521" y="29286"/>
                  </a:lnTo>
                  <a:lnTo>
                    <a:pt x="17741" y="45364"/>
                  </a:lnTo>
                  <a:lnTo>
                    <a:pt x="12941" y="39776"/>
                  </a:lnTo>
                  <a:lnTo>
                    <a:pt x="14020" y="40030"/>
                  </a:lnTo>
                  <a:lnTo>
                    <a:pt x="16649" y="39852"/>
                  </a:lnTo>
                  <a:lnTo>
                    <a:pt x="17221" y="39649"/>
                  </a:lnTo>
                  <a:lnTo>
                    <a:pt x="17106" y="40347"/>
                  </a:lnTo>
                  <a:lnTo>
                    <a:pt x="17183" y="41871"/>
                  </a:lnTo>
                  <a:lnTo>
                    <a:pt x="17246" y="43408"/>
                  </a:lnTo>
                  <a:lnTo>
                    <a:pt x="17589" y="44627"/>
                  </a:lnTo>
                  <a:lnTo>
                    <a:pt x="18275" y="44589"/>
                  </a:lnTo>
                  <a:lnTo>
                    <a:pt x="18491" y="43332"/>
                  </a:lnTo>
                  <a:lnTo>
                    <a:pt x="18351" y="40259"/>
                  </a:lnTo>
                  <a:lnTo>
                    <a:pt x="18161" y="39585"/>
                  </a:lnTo>
                  <a:lnTo>
                    <a:pt x="18770" y="39725"/>
                  </a:lnTo>
                  <a:lnTo>
                    <a:pt x="20078" y="39649"/>
                  </a:lnTo>
                  <a:lnTo>
                    <a:pt x="21386" y="39560"/>
                  </a:lnTo>
                  <a:lnTo>
                    <a:pt x="22453" y="39166"/>
                  </a:lnTo>
                  <a:lnTo>
                    <a:pt x="22402" y="38366"/>
                  </a:lnTo>
                  <a:lnTo>
                    <a:pt x="21336" y="38100"/>
                  </a:lnTo>
                  <a:lnTo>
                    <a:pt x="18707" y="38277"/>
                  </a:lnTo>
                  <a:lnTo>
                    <a:pt x="18084" y="38519"/>
                  </a:lnTo>
                  <a:lnTo>
                    <a:pt x="18211" y="37782"/>
                  </a:lnTo>
                  <a:lnTo>
                    <a:pt x="18135" y="36258"/>
                  </a:lnTo>
                  <a:lnTo>
                    <a:pt x="18072" y="34721"/>
                  </a:lnTo>
                  <a:lnTo>
                    <a:pt x="17729" y="33502"/>
                  </a:lnTo>
                  <a:lnTo>
                    <a:pt x="17043" y="33540"/>
                  </a:lnTo>
                  <a:lnTo>
                    <a:pt x="16814" y="34798"/>
                  </a:lnTo>
                  <a:lnTo>
                    <a:pt x="16967" y="37871"/>
                  </a:lnTo>
                  <a:lnTo>
                    <a:pt x="17145" y="38557"/>
                  </a:lnTo>
                  <a:lnTo>
                    <a:pt x="16573" y="38404"/>
                  </a:lnTo>
                  <a:lnTo>
                    <a:pt x="15265" y="38481"/>
                  </a:lnTo>
                  <a:lnTo>
                    <a:pt x="13957" y="38569"/>
                  </a:lnTo>
                  <a:lnTo>
                    <a:pt x="12890" y="38963"/>
                  </a:lnTo>
                  <a:lnTo>
                    <a:pt x="12928" y="39763"/>
                  </a:lnTo>
                  <a:lnTo>
                    <a:pt x="0" y="24663"/>
                  </a:lnTo>
                  <a:lnTo>
                    <a:pt x="0" y="29032"/>
                  </a:lnTo>
                  <a:lnTo>
                    <a:pt x="17741" y="49707"/>
                  </a:lnTo>
                  <a:lnTo>
                    <a:pt x="38430" y="25577"/>
                  </a:lnTo>
                  <a:lnTo>
                    <a:pt x="59131" y="49720"/>
                  </a:lnTo>
                  <a:lnTo>
                    <a:pt x="62877" y="45351"/>
                  </a:lnTo>
                  <a:lnTo>
                    <a:pt x="81381" y="23774"/>
                  </a:lnTo>
                  <a:close/>
                </a:path>
                <a:path w="102234" h="81915">
                  <a:moveTo>
                    <a:pt x="102069" y="55372"/>
                  </a:moveTo>
                  <a:lnTo>
                    <a:pt x="98323" y="51015"/>
                  </a:lnTo>
                  <a:lnTo>
                    <a:pt x="98323" y="55372"/>
                  </a:lnTo>
                  <a:lnTo>
                    <a:pt x="94183" y="60198"/>
                  </a:lnTo>
                  <a:lnTo>
                    <a:pt x="94297" y="59588"/>
                  </a:lnTo>
                  <a:lnTo>
                    <a:pt x="94145" y="56527"/>
                  </a:lnTo>
                  <a:lnTo>
                    <a:pt x="93954" y="55854"/>
                  </a:lnTo>
                  <a:lnTo>
                    <a:pt x="94576" y="55994"/>
                  </a:lnTo>
                  <a:lnTo>
                    <a:pt x="95885" y="55905"/>
                  </a:lnTo>
                  <a:lnTo>
                    <a:pt x="97193" y="55816"/>
                  </a:lnTo>
                  <a:lnTo>
                    <a:pt x="98247" y="55435"/>
                  </a:lnTo>
                  <a:lnTo>
                    <a:pt x="98234" y="55283"/>
                  </a:lnTo>
                  <a:lnTo>
                    <a:pt x="98323" y="51015"/>
                  </a:lnTo>
                  <a:lnTo>
                    <a:pt x="97536" y="50088"/>
                  </a:lnTo>
                  <a:lnTo>
                    <a:pt x="97536" y="54470"/>
                  </a:lnTo>
                  <a:lnTo>
                    <a:pt x="97129" y="54368"/>
                  </a:lnTo>
                  <a:lnTo>
                    <a:pt x="94500" y="54533"/>
                  </a:lnTo>
                  <a:lnTo>
                    <a:pt x="93878" y="54762"/>
                  </a:lnTo>
                  <a:lnTo>
                    <a:pt x="94005" y="54051"/>
                  </a:lnTo>
                  <a:lnTo>
                    <a:pt x="93941" y="52514"/>
                  </a:lnTo>
                  <a:lnTo>
                    <a:pt x="93865" y="50990"/>
                  </a:lnTo>
                  <a:lnTo>
                    <a:pt x="93599" y="50063"/>
                  </a:lnTo>
                  <a:lnTo>
                    <a:pt x="93599" y="60883"/>
                  </a:lnTo>
                  <a:lnTo>
                    <a:pt x="79819" y="76962"/>
                  </a:lnTo>
                  <a:lnTo>
                    <a:pt x="75031" y="71386"/>
                  </a:lnTo>
                  <a:lnTo>
                    <a:pt x="76085" y="71640"/>
                  </a:lnTo>
                  <a:lnTo>
                    <a:pt x="78714" y="71462"/>
                  </a:lnTo>
                  <a:lnTo>
                    <a:pt x="79298" y="71259"/>
                  </a:lnTo>
                  <a:lnTo>
                    <a:pt x="79171" y="71958"/>
                  </a:lnTo>
                  <a:lnTo>
                    <a:pt x="79248" y="73482"/>
                  </a:lnTo>
                  <a:lnTo>
                    <a:pt x="79324" y="75018"/>
                  </a:lnTo>
                  <a:lnTo>
                    <a:pt x="79654" y="76238"/>
                  </a:lnTo>
                  <a:lnTo>
                    <a:pt x="80352" y="76200"/>
                  </a:lnTo>
                  <a:lnTo>
                    <a:pt x="80568" y="74942"/>
                  </a:lnTo>
                  <a:lnTo>
                    <a:pt x="80429" y="71869"/>
                  </a:lnTo>
                  <a:lnTo>
                    <a:pt x="80225" y="71196"/>
                  </a:lnTo>
                  <a:lnTo>
                    <a:pt x="80848" y="71335"/>
                  </a:lnTo>
                  <a:lnTo>
                    <a:pt x="82156" y="71247"/>
                  </a:lnTo>
                  <a:lnTo>
                    <a:pt x="83464" y="71170"/>
                  </a:lnTo>
                  <a:lnTo>
                    <a:pt x="84518" y="70777"/>
                  </a:lnTo>
                  <a:lnTo>
                    <a:pt x="84480" y="69977"/>
                  </a:lnTo>
                  <a:lnTo>
                    <a:pt x="83400" y="69710"/>
                  </a:lnTo>
                  <a:lnTo>
                    <a:pt x="80772" y="69875"/>
                  </a:lnTo>
                  <a:lnTo>
                    <a:pt x="80149" y="70116"/>
                  </a:lnTo>
                  <a:lnTo>
                    <a:pt x="80289" y="69392"/>
                  </a:lnTo>
                  <a:lnTo>
                    <a:pt x="80213" y="67868"/>
                  </a:lnTo>
                  <a:lnTo>
                    <a:pt x="80137" y="66332"/>
                  </a:lnTo>
                  <a:lnTo>
                    <a:pt x="79806" y="65112"/>
                  </a:lnTo>
                  <a:lnTo>
                    <a:pt x="79743" y="70675"/>
                  </a:lnTo>
                  <a:lnTo>
                    <a:pt x="79743" y="65125"/>
                  </a:lnTo>
                  <a:lnTo>
                    <a:pt x="79108" y="65151"/>
                  </a:lnTo>
                  <a:lnTo>
                    <a:pt x="78892" y="66408"/>
                  </a:lnTo>
                  <a:lnTo>
                    <a:pt x="79044" y="69481"/>
                  </a:lnTo>
                  <a:lnTo>
                    <a:pt x="79222" y="70154"/>
                  </a:lnTo>
                  <a:lnTo>
                    <a:pt x="78638" y="70015"/>
                  </a:lnTo>
                  <a:lnTo>
                    <a:pt x="77330" y="70091"/>
                  </a:lnTo>
                  <a:lnTo>
                    <a:pt x="76022" y="70180"/>
                  </a:lnTo>
                  <a:lnTo>
                    <a:pt x="74968" y="70561"/>
                  </a:lnTo>
                  <a:lnTo>
                    <a:pt x="74993" y="71348"/>
                  </a:lnTo>
                  <a:lnTo>
                    <a:pt x="61683" y="55816"/>
                  </a:lnTo>
                  <a:lnTo>
                    <a:pt x="62738" y="56070"/>
                  </a:lnTo>
                  <a:lnTo>
                    <a:pt x="65366" y="55905"/>
                  </a:lnTo>
                  <a:lnTo>
                    <a:pt x="65951" y="55689"/>
                  </a:lnTo>
                  <a:lnTo>
                    <a:pt x="65824" y="56388"/>
                  </a:lnTo>
                  <a:lnTo>
                    <a:pt x="65900" y="57912"/>
                  </a:lnTo>
                  <a:lnTo>
                    <a:pt x="65976" y="59448"/>
                  </a:lnTo>
                  <a:lnTo>
                    <a:pt x="66306" y="60667"/>
                  </a:lnTo>
                  <a:lnTo>
                    <a:pt x="67005" y="60629"/>
                  </a:lnTo>
                  <a:lnTo>
                    <a:pt x="67221" y="59372"/>
                  </a:lnTo>
                  <a:lnTo>
                    <a:pt x="67081" y="56299"/>
                  </a:lnTo>
                  <a:lnTo>
                    <a:pt x="66878" y="55626"/>
                  </a:lnTo>
                  <a:lnTo>
                    <a:pt x="67500" y="55765"/>
                  </a:lnTo>
                  <a:lnTo>
                    <a:pt x="68808" y="55676"/>
                  </a:lnTo>
                  <a:lnTo>
                    <a:pt x="70116" y="55600"/>
                  </a:lnTo>
                  <a:lnTo>
                    <a:pt x="71170" y="55206"/>
                  </a:lnTo>
                  <a:lnTo>
                    <a:pt x="71132" y="54406"/>
                  </a:lnTo>
                  <a:lnTo>
                    <a:pt x="70053" y="54140"/>
                  </a:lnTo>
                  <a:lnTo>
                    <a:pt x="67424" y="54305"/>
                  </a:lnTo>
                  <a:lnTo>
                    <a:pt x="66802" y="54546"/>
                  </a:lnTo>
                  <a:lnTo>
                    <a:pt x="66941" y="53822"/>
                  </a:lnTo>
                  <a:lnTo>
                    <a:pt x="66865" y="52298"/>
                  </a:lnTo>
                  <a:lnTo>
                    <a:pt x="66789" y="50761"/>
                  </a:lnTo>
                  <a:lnTo>
                    <a:pt x="66459" y="49542"/>
                  </a:lnTo>
                  <a:lnTo>
                    <a:pt x="66306" y="49555"/>
                  </a:lnTo>
                  <a:lnTo>
                    <a:pt x="79298" y="34391"/>
                  </a:lnTo>
                  <a:lnTo>
                    <a:pt x="79146" y="35344"/>
                  </a:lnTo>
                  <a:lnTo>
                    <a:pt x="79298" y="38417"/>
                  </a:lnTo>
                  <a:lnTo>
                    <a:pt x="79476" y="39103"/>
                  </a:lnTo>
                  <a:lnTo>
                    <a:pt x="78905" y="38950"/>
                  </a:lnTo>
                  <a:lnTo>
                    <a:pt x="77584" y="39039"/>
                  </a:lnTo>
                  <a:lnTo>
                    <a:pt x="76276" y="39116"/>
                  </a:lnTo>
                  <a:lnTo>
                    <a:pt x="75222" y="39509"/>
                  </a:lnTo>
                  <a:lnTo>
                    <a:pt x="75260" y="40309"/>
                  </a:lnTo>
                  <a:lnTo>
                    <a:pt x="76339" y="40576"/>
                  </a:lnTo>
                  <a:lnTo>
                    <a:pt x="78968" y="40411"/>
                  </a:lnTo>
                  <a:lnTo>
                    <a:pt x="79552" y="40195"/>
                  </a:lnTo>
                  <a:lnTo>
                    <a:pt x="79425" y="40894"/>
                  </a:lnTo>
                  <a:lnTo>
                    <a:pt x="79502" y="42418"/>
                  </a:lnTo>
                  <a:lnTo>
                    <a:pt x="79578" y="43954"/>
                  </a:lnTo>
                  <a:lnTo>
                    <a:pt x="79908" y="45173"/>
                  </a:lnTo>
                  <a:lnTo>
                    <a:pt x="80606" y="45135"/>
                  </a:lnTo>
                  <a:lnTo>
                    <a:pt x="80822" y="43878"/>
                  </a:lnTo>
                  <a:lnTo>
                    <a:pt x="80683" y="40817"/>
                  </a:lnTo>
                  <a:lnTo>
                    <a:pt x="80479" y="40132"/>
                  </a:lnTo>
                  <a:lnTo>
                    <a:pt x="81102" y="40271"/>
                  </a:lnTo>
                  <a:lnTo>
                    <a:pt x="82410" y="40195"/>
                  </a:lnTo>
                  <a:lnTo>
                    <a:pt x="83718" y="40106"/>
                  </a:lnTo>
                  <a:lnTo>
                    <a:pt x="84772" y="39712"/>
                  </a:lnTo>
                  <a:lnTo>
                    <a:pt x="84759" y="39585"/>
                  </a:lnTo>
                  <a:lnTo>
                    <a:pt x="93510" y="49771"/>
                  </a:lnTo>
                  <a:lnTo>
                    <a:pt x="92837" y="49809"/>
                  </a:lnTo>
                  <a:lnTo>
                    <a:pt x="92621" y="51066"/>
                  </a:lnTo>
                  <a:lnTo>
                    <a:pt x="92760" y="54127"/>
                  </a:lnTo>
                  <a:lnTo>
                    <a:pt x="92938" y="54813"/>
                  </a:lnTo>
                  <a:lnTo>
                    <a:pt x="92367" y="54660"/>
                  </a:lnTo>
                  <a:lnTo>
                    <a:pt x="91059" y="54749"/>
                  </a:lnTo>
                  <a:lnTo>
                    <a:pt x="89750" y="54838"/>
                  </a:lnTo>
                  <a:lnTo>
                    <a:pt x="88696" y="55219"/>
                  </a:lnTo>
                  <a:lnTo>
                    <a:pt x="88734" y="56019"/>
                  </a:lnTo>
                  <a:lnTo>
                    <a:pt x="89814" y="56286"/>
                  </a:lnTo>
                  <a:lnTo>
                    <a:pt x="92443" y="56121"/>
                  </a:lnTo>
                  <a:lnTo>
                    <a:pt x="93014" y="55905"/>
                  </a:lnTo>
                  <a:lnTo>
                    <a:pt x="92900" y="56603"/>
                  </a:lnTo>
                  <a:lnTo>
                    <a:pt x="92976" y="58140"/>
                  </a:lnTo>
                  <a:lnTo>
                    <a:pt x="93052" y="59664"/>
                  </a:lnTo>
                  <a:lnTo>
                    <a:pt x="93383" y="60896"/>
                  </a:lnTo>
                  <a:lnTo>
                    <a:pt x="93599" y="60883"/>
                  </a:lnTo>
                  <a:lnTo>
                    <a:pt x="93599" y="50063"/>
                  </a:lnTo>
                  <a:lnTo>
                    <a:pt x="93522" y="49784"/>
                  </a:lnTo>
                  <a:lnTo>
                    <a:pt x="97536" y="54470"/>
                  </a:lnTo>
                  <a:lnTo>
                    <a:pt x="97536" y="50088"/>
                  </a:lnTo>
                  <a:lnTo>
                    <a:pt x="84035" y="34353"/>
                  </a:lnTo>
                  <a:lnTo>
                    <a:pt x="84035" y="38747"/>
                  </a:lnTo>
                  <a:lnTo>
                    <a:pt x="83654" y="38646"/>
                  </a:lnTo>
                  <a:lnTo>
                    <a:pt x="81026" y="38823"/>
                  </a:lnTo>
                  <a:lnTo>
                    <a:pt x="80403" y="39052"/>
                  </a:lnTo>
                  <a:lnTo>
                    <a:pt x="80543" y="38328"/>
                  </a:lnTo>
                  <a:lnTo>
                    <a:pt x="80467" y="36804"/>
                  </a:lnTo>
                  <a:lnTo>
                    <a:pt x="80391" y="35267"/>
                  </a:lnTo>
                  <a:lnTo>
                    <a:pt x="80060" y="34099"/>
                  </a:lnTo>
                  <a:lnTo>
                    <a:pt x="84035" y="38747"/>
                  </a:lnTo>
                  <a:lnTo>
                    <a:pt x="84035" y="34353"/>
                  </a:lnTo>
                  <a:lnTo>
                    <a:pt x="83566" y="33794"/>
                  </a:lnTo>
                  <a:lnTo>
                    <a:pt x="80035" y="29679"/>
                  </a:lnTo>
                  <a:lnTo>
                    <a:pt x="80035" y="34061"/>
                  </a:lnTo>
                  <a:lnTo>
                    <a:pt x="79997" y="39611"/>
                  </a:lnTo>
                  <a:lnTo>
                    <a:pt x="79997" y="34074"/>
                  </a:lnTo>
                  <a:lnTo>
                    <a:pt x="79578" y="34086"/>
                  </a:lnTo>
                  <a:lnTo>
                    <a:pt x="79819" y="33794"/>
                  </a:lnTo>
                  <a:lnTo>
                    <a:pt x="80035" y="34061"/>
                  </a:lnTo>
                  <a:lnTo>
                    <a:pt x="80035" y="29679"/>
                  </a:lnTo>
                  <a:lnTo>
                    <a:pt x="79819" y="29425"/>
                  </a:lnTo>
                  <a:lnTo>
                    <a:pt x="65874" y="45694"/>
                  </a:lnTo>
                  <a:lnTo>
                    <a:pt x="65874" y="54597"/>
                  </a:lnTo>
                  <a:lnTo>
                    <a:pt x="65303" y="54444"/>
                  </a:lnTo>
                  <a:lnTo>
                    <a:pt x="63982" y="54533"/>
                  </a:lnTo>
                  <a:lnTo>
                    <a:pt x="62674" y="54610"/>
                  </a:lnTo>
                  <a:lnTo>
                    <a:pt x="61645" y="55003"/>
                  </a:lnTo>
                  <a:lnTo>
                    <a:pt x="61645" y="55778"/>
                  </a:lnTo>
                  <a:lnTo>
                    <a:pt x="61315" y="55372"/>
                  </a:lnTo>
                  <a:lnTo>
                    <a:pt x="61620" y="55016"/>
                  </a:lnTo>
                  <a:lnTo>
                    <a:pt x="61645" y="55778"/>
                  </a:lnTo>
                  <a:lnTo>
                    <a:pt x="61645" y="55003"/>
                  </a:lnTo>
                  <a:lnTo>
                    <a:pt x="65620" y="50342"/>
                  </a:lnTo>
                  <a:lnTo>
                    <a:pt x="65544" y="50838"/>
                  </a:lnTo>
                  <a:lnTo>
                    <a:pt x="65697" y="53911"/>
                  </a:lnTo>
                  <a:lnTo>
                    <a:pt x="65874" y="54597"/>
                  </a:lnTo>
                  <a:lnTo>
                    <a:pt x="65874" y="45694"/>
                  </a:lnTo>
                  <a:lnTo>
                    <a:pt x="58851" y="53886"/>
                  </a:lnTo>
                  <a:lnTo>
                    <a:pt x="56388" y="51015"/>
                  </a:lnTo>
                  <a:lnTo>
                    <a:pt x="56388" y="55372"/>
                  </a:lnTo>
                  <a:lnTo>
                    <a:pt x="52247" y="60198"/>
                  </a:lnTo>
                  <a:lnTo>
                    <a:pt x="52362" y="59588"/>
                  </a:lnTo>
                  <a:lnTo>
                    <a:pt x="52222" y="56527"/>
                  </a:lnTo>
                  <a:lnTo>
                    <a:pt x="52031" y="55854"/>
                  </a:lnTo>
                  <a:lnTo>
                    <a:pt x="52641" y="55994"/>
                  </a:lnTo>
                  <a:lnTo>
                    <a:pt x="53949" y="55905"/>
                  </a:lnTo>
                  <a:lnTo>
                    <a:pt x="55257" y="55816"/>
                  </a:lnTo>
                  <a:lnTo>
                    <a:pt x="56324" y="55435"/>
                  </a:lnTo>
                  <a:lnTo>
                    <a:pt x="56311" y="55295"/>
                  </a:lnTo>
                  <a:lnTo>
                    <a:pt x="56388" y="51015"/>
                  </a:lnTo>
                  <a:lnTo>
                    <a:pt x="55600" y="50101"/>
                  </a:lnTo>
                  <a:lnTo>
                    <a:pt x="55600" y="54470"/>
                  </a:lnTo>
                  <a:lnTo>
                    <a:pt x="55194" y="54368"/>
                  </a:lnTo>
                  <a:lnTo>
                    <a:pt x="52578" y="54533"/>
                  </a:lnTo>
                  <a:lnTo>
                    <a:pt x="51955" y="54762"/>
                  </a:lnTo>
                  <a:lnTo>
                    <a:pt x="52082" y="54051"/>
                  </a:lnTo>
                  <a:lnTo>
                    <a:pt x="52006" y="52514"/>
                  </a:lnTo>
                  <a:lnTo>
                    <a:pt x="51943" y="50990"/>
                  </a:lnTo>
                  <a:lnTo>
                    <a:pt x="51663" y="50038"/>
                  </a:lnTo>
                  <a:lnTo>
                    <a:pt x="51663" y="60883"/>
                  </a:lnTo>
                  <a:lnTo>
                    <a:pt x="37884" y="76962"/>
                  </a:lnTo>
                  <a:lnTo>
                    <a:pt x="33096" y="71386"/>
                  </a:lnTo>
                  <a:lnTo>
                    <a:pt x="34163" y="71640"/>
                  </a:lnTo>
                  <a:lnTo>
                    <a:pt x="36791" y="71462"/>
                  </a:lnTo>
                  <a:lnTo>
                    <a:pt x="37363" y="71259"/>
                  </a:lnTo>
                  <a:lnTo>
                    <a:pt x="37249" y="71958"/>
                  </a:lnTo>
                  <a:lnTo>
                    <a:pt x="37325" y="73482"/>
                  </a:lnTo>
                  <a:lnTo>
                    <a:pt x="37401" y="75018"/>
                  </a:lnTo>
                  <a:lnTo>
                    <a:pt x="37731" y="76238"/>
                  </a:lnTo>
                  <a:lnTo>
                    <a:pt x="38417" y="76200"/>
                  </a:lnTo>
                  <a:lnTo>
                    <a:pt x="38646" y="74942"/>
                  </a:lnTo>
                  <a:lnTo>
                    <a:pt x="38493" y="71869"/>
                  </a:lnTo>
                  <a:lnTo>
                    <a:pt x="38303" y="71196"/>
                  </a:lnTo>
                  <a:lnTo>
                    <a:pt x="38912" y="71335"/>
                  </a:lnTo>
                  <a:lnTo>
                    <a:pt x="40233" y="71247"/>
                  </a:lnTo>
                  <a:lnTo>
                    <a:pt x="41541" y="71170"/>
                  </a:lnTo>
                  <a:lnTo>
                    <a:pt x="42595" y="70777"/>
                  </a:lnTo>
                  <a:lnTo>
                    <a:pt x="42557" y="69977"/>
                  </a:lnTo>
                  <a:lnTo>
                    <a:pt x="41478" y="69710"/>
                  </a:lnTo>
                  <a:lnTo>
                    <a:pt x="38849" y="69875"/>
                  </a:lnTo>
                  <a:lnTo>
                    <a:pt x="38227" y="70116"/>
                  </a:lnTo>
                  <a:lnTo>
                    <a:pt x="38354" y="69392"/>
                  </a:lnTo>
                  <a:lnTo>
                    <a:pt x="38290" y="67868"/>
                  </a:lnTo>
                  <a:lnTo>
                    <a:pt x="38214" y="66332"/>
                  </a:lnTo>
                  <a:lnTo>
                    <a:pt x="37871" y="65112"/>
                  </a:lnTo>
                  <a:lnTo>
                    <a:pt x="37185" y="65151"/>
                  </a:lnTo>
                  <a:lnTo>
                    <a:pt x="36969" y="66408"/>
                  </a:lnTo>
                  <a:lnTo>
                    <a:pt x="37109" y="69481"/>
                  </a:lnTo>
                  <a:lnTo>
                    <a:pt x="37287" y="70154"/>
                  </a:lnTo>
                  <a:lnTo>
                    <a:pt x="36715" y="70015"/>
                  </a:lnTo>
                  <a:lnTo>
                    <a:pt x="35407" y="70091"/>
                  </a:lnTo>
                  <a:lnTo>
                    <a:pt x="34099" y="70180"/>
                  </a:lnTo>
                  <a:lnTo>
                    <a:pt x="33045" y="70561"/>
                  </a:lnTo>
                  <a:lnTo>
                    <a:pt x="33070" y="71361"/>
                  </a:lnTo>
                  <a:lnTo>
                    <a:pt x="19761" y="55816"/>
                  </a:lnTo>
                  <a:lnTo>
                    <a:pt x="20815" y="56070"/>
                  </a:lnTo>
                  <a:lnTo>
                    <a:pt x="23444" y="55905"/>
                  </a:lnTo>
                  <a:lnTo>
                    <a:pt x="24028" y="55689"/>
                  </a:lnTo>
                  <a:lnTo>
                    <a:pt x="23901" y="56388"/>
                  </a:lnTo>
                  <a:lnTo>
                    <a:pt x="23977" y="57912"/>
                  </a:lnTo>
                  <a:lnTo>
                    <a:pt x="24053" y="59448"/>
                  </a:lnTo>
                  <a:lnTo>
                    <a:pt x="24384" y="60667"/>
                  </a:lnTo>
                  <a:lnTo>
                    <a:pt x="25082" y="60629"/>
                  </a:lnTo>
                  <a:lnTo>
                    <a:pt x="25298" y="59372"/>
                  </a:lnTo>
                  <a:lnTo>
                    <a:pt x="25146" y="56299"/>
                  </a:lnTo>
                  <a:lnTo>
                    <a:pt x="24955" y="55613"/>
                  </a:lnTo>
                  <a:lnTo>
                    <a:pt x="25577" y="55765"/>
                  </a:lnTo>
                  <a:lnTo>
                    <a:pt x="26885" y="55676"/>
                  </a:lnTo>
                  <a:lnTo>
                    <a:pt x="28194" y="55600"/>
                  </a:lnTo>
                  <a:lnTo>
                    <a:pt x="29248" y="55206"/>
                  </a:lnTo>
                  <a:lnTo>
                    <a:pt x="29210" y="54406"/>
                  </a:lnTo>
                  <a:lnTo>
                    <a:pt x="28130" y="54140"/>
                  </a:lnTo>
                  <a:lnTo>
                    <a:pt x="25501" y="54305"/>
                  </a:lnTo>
                  <a:lnTo>
                    <a:pt x="24879" y="54546"/>
                  </a:lnTo>
                  <a:lnTo>
                    <a:pt x="25006" y="53822"/>
                  </a:lnTo>
                  <a:lnTo>
                    <a:pt x="24942" y="52298"/>
                  </a:lnTo>
                  <a:lnTo>
                    <a:pt x="24866" y="50761"/>
                  </a:lnTo>
                  <a:lnTo>
                    <a:pt x="24523" y="49542"/>
                  </a:lnTo>
                  <a:lnTo>
                    <a:pt x="24371" y="49555"/>
                  </a:lnTo>
                  <a:lnTo>
                    <a:pt x="37388" y="34378"/>
                  </a:lnTo>
                  <a:lnTo>
                    <a:pt x="37223" y="35344"/>
                  </a:lnTo>
                  <a:lnTo>
                    <a:pt x="37363" y="38417"/>
                  </a:lnTo>
                  <a:lnTo>
                    <a:pt x="37553" y="39103"/>
                  </a:lnTo>
                  <a:lnTo>
                    <a:pt x="36969" y="38950"/>
                  </a:lnTo>
                  <a:lnTo>
                    <a:pt x="35661" y="39039"/>
                  </a:lnTo>
                  <a:lnTo>
                    <a:pt x="34353" y="39116"/>
                  </a:lnTo>
                  <a:lnTo>
                    <a:pt x="33299" y="39509"/>
                  </a:lnTo>
                  <a:lnTo>
                    <a:pt x="33337" y="40309"/>
                  </a:lnTo>
                  <a:lnTo>
                    <a:pt x="34417" y="40576"/>
                  </a:lnTo>
                  <a:lnTo>
                    <a:pt x="37045" y="40411"/>
                  </a:lnTo>
                  <a:lnTo>
                    <a:pt x="37617" y="40195"/>
                  </a:lnTo>
                  <a:lnTo>
                    <a:pt x="37503" y="40894"/>
                  </a:lnTo>
                  <a:lnTo>
                    <a:pt x="37579" y="42418"/>
                  </a:lnTo>
                  <a:lnTo>
                    <a:pt x="37655" y="43954"/>
                  </a:lnTo>
                  <a:lnTo>
                    <a:pt x="37985" y="45173"/>
                  </a:lnTo>
                  <a:lnTo>
                    <a:pt x="38671" y="45135"/>
                  </a:lnTo>
                  <a:lnTo>
                    <a:pt x="38900" y="43878"/>
                  </a:lnTo>
                  <a:lnTo>
                    <a:pt x="38747" y="40817"/>
                  </a:lnTo>
                  <a:lnTo>
                    <a:pt x="38557" y="40132"/>
                  </a:lnTo>
                  <a:lnTo>
                    <a:pt x="39179" y="40271"/>
                  </a:lnTo>
                  <a:lnTo>
                    <a:pt x="40487" y="40195"/>
                  </a:lnTo>
                  <a:lnTo>
                    <a:pt x="41795" y="40106"/>
                  </a:lnTo>
                  <a:lnTo>
                    <a:pt x="42849" y="39712"/>
                  </a:lnTo>
                  <a:lnTo>
                    <a:pt x="51574" y="49771"/>
                  </a:lnTo>
                  <a:lnTo>
                    <a:pt x="50914" y="49809"/>
                  </a:lnTo>
                  <a:lnTo>
                    <a:pt x="50685" y="51066"/>
                  </a:lnTo>
                  <a:lnTo>
                    <a:pt x="50838" y="54127"/>
                  </a:lnTo>
                  <a:lnTo>
                    <a:pt x="51015" y="54813"/>
                  </a:lnTo>
                  <a:lnTo>
                    <a:pt x="50444" y="54660"/>
                  </a:lnTo>
                  <a:lnTo>
                    <a:pt x="49136" y="54749"/>
                  </a:lnTo>
                  <a:lnTo>
                    <a:pt x="47828" y="54838"/>
                  </a:lnTo>
                  <a:lnTo>
                    <a:pt x="46761" y="55219"/>
                  </a:lnTo>
                  <a:lnTo>
                    <a:pt x="46812" y="56019"/>
                  </a:lnTo>
                  <a:lnTo>
                    <a:pt x="47891" y="56286"/>
                  </a:lnTo>
                  <a:lnTo>
                    <a:pt x="50520" y="56121"/>
                  </a:lnTo>
                  <a:lnTo>
                    <a:pt x="51092" y="55905"/>
                  </a:lnTo>
                  <a:lnTo>
                    <a:pt x="50977" y="56603"/>
                  </a:lnTo>
                  <a:lnTo>
                    <a:pt x="51054" y="58140"/>
                  </a:lnTo>
                  <a:lnTo>
                    <a:pt x="51117" y="59664"/>
                  </a:lnTo>
                  <a:lnTo>
                    <a:pt x="51460" y="60896"/>
                  </a:lnTo>
                  <a:lnTo>
                    <a:pt x="51663" y="60883"/>
                  </a:lnTo>
                  <a:lnTo>
                    <a:pt x="51663" y="50038"/>
                  </a:lnTo>
                  <a:lnTo>
                    <a:pt x="51600" y="49809"/>
                  </a:lnTo>
                  <a:lnTo>
                    <a:pt x="55600" y="54470"/>
                  </a:lnTo>
                  <a:lnTo>
                    <a:pt x="55600" y="50101"/>
                  </a:lnTo>
                  <a:lnTo>
                    <a:pt x="42100" y="34353"/>
                  </a:lnTo>
                  <a:lnTo>
                    <a:pt x="42100" y="38747"/>
                  </a:lnTo>
                  <a:lnTo>
                    <a:pt x="41732" y="38646"/>
                  </a:lnTo>
                  <a:lnTo>
                    <a:pt x="39103" y="38823"/>
                  </a:lnTo>
                  <a:lnTo>
                    <a:pt x="38481" y="39052"/>
                  </a:lnTo>
                  <a:lnTo>
                    <a:pt x="38608" y="38328"/>
                  </a:lnTo>
                  <a:lnTo>
                    <a:pt x="38544" y="36804"/>
                  </a:lnTo>
                  <a:lnTo>
                    <a:pt x="38468" y="35267"/>
                  </a:lnTo>
                  <a:lnTo>
                    <a:pt x="38125" y="34099"/>
                  </a:lnTo>
                  <a:lnTo>
                    <a:pt x="42100" y="38747"/>
                  </a:lnTo>
                  <a:lnTo>
                    <a:pt x="42100" y="34353"/>
                  </a:lnTo>
                  <a:lnTo>
                    <a:pt x="41630" y="33794"/>
                  </a:lnTo>
                  <a:lnTo>
                    <a:pt x="38100" y="29679"/>
                  </a:lnTo>
                  <a:lnTo>
                    <a:pt x="38100" y="34061"/>
                  </a:lnTo>
                  <a:lnTo>
                    <a:pt x="37642" y="34086"/>
                  </a:lnTo>
                  <a:lnTo>
                    <a:pt x="37884" y="33794"/>
                  </a:lnTo>
                  <a:lnTo>
                    <a:pt x="38100" y="34061"/>
                  </a:lnTo>
                  <a:lnTo>
                    <a:pt x="38100" y="29679"/>
                  </a:lnTo>
                  <a:lnTo>
                    <a:pt x="37884" y="29425"/>
                  </a:lnTo>
                  <a:lnTo>
                    <a:pt x="23952" y="45681"/>
                  </a:lnTo>
                  <a:lnTo>
                    <a:pt x="23952" y="54597"/>
                  </a:lnTo>
                  <a:lnTo>
                    <a:pt x="23368" y="54444"/>
                  </a:lnTo>
                  <a:lnTo>
                    <a:pt x="22059" y="54533"/>
                  </a:lnTo>
                  <a:lnTo>
                    <a:pt x="20751" y="54610"/>
                  </a:lnTo>
                  <a:lnTo>
                    <a:pt x="19723" y="55003"/>
                  </a:lnTo>
                  <a:lnTo>
                    <a:pt x="19723" y="55778"/>
                  </a:lnTo>
                  <a:lnTo>
                    <a:pt x="19392" y="55372"/>
                  </a:lnTo>
                  <a:lnTo>
                    <a:pt x="19697" y="55016"/>
                  </a:lnTo>
                  <a:lnTo>
                    <a:pt x="19723" y="55778"/>
                  </a:lnTo>
                  <a:lnTo>
                    <a:pt x="19723" y="55003"/>
                  </a:lnTo>
                  <a:lnTo>
                    <a:pt x="23698" y="50342"/>
                  </a:lnTo>
                  <a:lnTo>
                    <a:pt x="23622" y="50838"/>
                  </a:lnTo>
                  <a:lnTo>
                    <a:pt x="23761" y="53911"/>
                  </a:lnTo>
                  <a:lnTo>
                    <a:pt x="23952" y="54597"/>
                  </a:lnTo>
                  <a:lnTo>
                    <a:pt x="23952" y="45681"/>
                  </a:lnTo>
                  <a:lnTo>
                    <a:pt x="17513" y="53187"/>
                  </a:lnTo>
                  <a:lnTo>
                    <a:pt x="15646" y="51015"/>
                  </a:lnTo>
                  <a:lnTo>
                    <a:pt x="15646" y="55372"/>
                  </a:lnTo>
                  <a:lnTo>
                    <a:pt x="11506" y="60198"/>
                  </a:lnTo>
                  <a:lnTo>
                    <a:pt x="11620" y="59588"/>
                  </a:lnTo>
                  <a:lnTo>
                    <a:pt x="11468" y="56527"/>
                  </a:lnTo>
                  <a:lnTo>
                    <a:pt x="11277" y="55854"/>
                  </a:lnTo>
                  <a:lnTo>
                    <a:pt x="11899" y="55994"/>
                  </a:lnTo>
                  <a:lnTo>
                    <a:pt x="13208" y="55905"/>
                  </a:lnTo>
                  <a:lnTo>
                    <a:pt x="14516" y="55816"/>
                  </a:lnTo>
                  <a:lnTo>
                    <a:pt x="15570" y="55435"/>
                  </a:lnTo>
                  <a:lnTo>
                    <a:pt x="15557" y="55283"/>
                  </a:lnTo>
                  <a:lnTo>
                    <a:pt x="15646" y="51015"/>
                  </a:lnTo>
                  <a:lnTo>
                    <a:pt x="14859" y="50101"/>
                  </a:lnTo>
                  <a:lnTo>
                    <a:pt x="14859" y="54470"/>
                  </a:lnTo>
                  <a:lnTo>
                    <a:pt x="14452" y="54368"/>
                  </a:lnTo>
                  <a:lnTo>
                    <a:pt x="11823" y="54533"/>
                  </a:lnTo>
                  <a:lnTo>
                    <a:pt x="11201" y="54762"/>
                  </a:lnTo>
                  <a:lnTo>
                    <a:pt x="11328" y="54051"/>
                  </a:lnTo>
                  <a:lnTo>
                    <a:pt x="11264" y="52514"/>
                  </a:lnTo>
                  <a:lnTo>
                    <a:pt x="11188" y="50990"/>
                  </a:lnTo>
                  <a:lnTo>
                    <a:pt x="10858" y="49809"/>
                  </a:lnTo>
                  <a:lnTo>
                    <a:pt x="14859" y="54470"/>
                  </a:lnTo>
                  <a:lnTo>
                    <a:pt x="14859" y="50101"/>
                  </a:lnTo>
                  <a:lnTo>
                    <a:pt x="12" y="32766"/>
                  </a:lnTo>
                  <a:lnTo>
                    <a:pt x="12" y="37134"/>
                  </a:lnTo>
                  <a:lnTo>
                    <a:pt x="1384" y="38760"/>
                  </a:lnTo>
                  <a:lnTo>
                    <a:pt x="977" y="38646"/>
                  </a:lnTo>
                  <a:lnTo>
                    <a:pt x="12" y="38709"/>
                  </a:lnTo>
                  <a:lnTo>
                    <a:pt x="12" y="40170"/>
                  </a:lnTo>
                  <a:lnTo>
                    <a:pt x="1041" y="40106"/>
                  </a:lnTo>
                  <a:lnTo>
                    <a:pt x="2095" y="39712"/>
                  </a:lnTo>
                  <a:lnTo>
                    <a:pt x="2082" y="39560"/>
                  </a:lnTo>
                  <a:lnTo>
                    <a:pt x="10833" y="49771"/>
                  </a:lnTo>
                  <a:lnTo>
                    <a:pt x="10160" y="49809"/>
                  </a:lnTo>
                  <a:lnTo>
                    <a:pt x="9944" y="51066"/>
                  </a:lnTo>
                  <a:lnTo>
                    <a:pt x="10083" y="54127"/>
                  </a:lnTo>
                  <a:lnTo>
                    <a:pt x="10261" y="54813"/>
                  </a:lnTo>
                  <a:lnTo>
                    <a:pt x="9690" y="54660"/>
                  </a:lnTo>
                  <a:lnTo>
                    <a:pt x="8382" y="54749"/>
                  </a:lnTo>
                  <a:lnTo>
                    <a:pt x="7073" y="54838"/>
                  </a:lnTo>
                  <a:lnTo>
                    <a:pt x="6019" y="55219"/>
                  </a:lnTo>
                  <a:lnTo>
                    <a:pt x="6057" y="56019"/>
                  </a:lnTo>
                  <a:lnTo>
                    <a:pt x="7137" y="56286"/>
                  </a:lnTo>
                  <a:lnTo>
                    <a:pt x="9766" y="56121"/>
                  </a:lnTo>
                  <a:lnTo>
                    <a:pt x="10337" y="55905"/>
                  </a:lnTo>
                  <a:lnTo>
                    <a:pt x="10223" y="56603"/>
                  </a:lnTo>
                  <a:lnTo>
                    <a:pt x="10299" y="58140"/>
                  </a:lnTo>
                  <a:lnTo>
                    <a:pt x="10375" y="59664"/>
                  </a:lnTo>
                  <a:lnTo>
                    <a:pt x="10706" y="60896"/>
                  </a:lnTo>
                  <a:lnTo>
                    <a:pt x="10922" y="60883"/>
                  </a:lnTo>
                  <a:lnTo>
                    <a:pt x="12" y="73609"/>
                  </a:lnTo>
                  <a:lnTo>
                    <a:pt x="12" y="77978"/>
                  </a:lnTo>
                  <a:lnTo>
                    <a:pt x="17513" y="57569"/>
                  </a:lnTo>
                  <a:lnTo>
                    <a:pt x="37884" y="81318"/>
                  </a:lnTo>
                  <a:lnTo>
                    <a:pt x="41630" y="76962"/>
                  </a:lnTo>
                  <a:lnTo>
                    <a:pt x="58851" y="56870"/>
                  </a:lnTo>
                  <a:lnTo>
                    <a:pt x="79819" y="81318"/>
                  </a:lnTo>
                  <a:lnTo>
                    <a:pt x="83566" y="76962"/>
                  </a:lnTo>
                  <a:lnTo>
                    <a:pt x="102069" y="55372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10570934" y="6481959"/>
              <a:ext cx="123189" cy="208915"/>
            </a:xfrm>
            <a:custGeom>
              <a:avLst/>
              <a:gdLst/>
              <a:ahLst/>
              <a:cxnLst/>
              <a:rect l="l" t="t" r="r" b="b"/>
              <a:pathLst>
                <a:path w="123190" h="208915">
                  <a:moveTo>
                    <a:pt x="1828" y="5765"/>
                  </a:moveTo>
                  <a:lnTo>
                    <a:pt x="1790" y="4953"/>
                  </a:lnTo>
                  <a:lnTo>
                    <a:pt x="711" y="4686"/>
                  </a:lnTo>
                  <a:lnTo>
                    <a:pt x="0" y="4737"/>
                  </a:lnTo>
                  <a:lnTo>
                    <a:pt x="0" y="6197"/>
                  </a:lnTo>
                  <a:lnTo>
                    <a:pt x="774" y="6146"/>
                  </a:lnTo>
                  <a:lnTo>
                    <a:pt x="1828" y="5765"/>
                  </a:lnTo>
                  <a:close/>
                </a:path>
                <a:path w="123190" h="208915">
                  <a:moveTo>
                    <a:pt x="11112" y="0"/>
                  </a:moveTo>
                  <a:lnTo>
                    <a:pt x="7366" y="0"/>
                  </a:lnTo>
                  <a:lnTo>
                    <a:pt x="0" y="8597"/>
                  </a:lnTo>
                  <a:lnTo>
                    <a:pt x="0" y="12966"/>
                  </a:lnTo>
                  <a:lnTo>
                    <a:pt x="11112" y="0"/>
                  </a:lnTo>
                  <a:close/>
                </a:path>
                <a:path w="123190" h="208915">
                  <a:moveTo>
                    <a:pt x="39979" y="150926"/>
                  </a:moveTo>
                  <a:lnTo>
                    <a:pt x="36233" y="146570"/>
                  </a:lnTo>
                  <a:lnTo>
                    <a:pt x="36233" y="150926"/>
                  </a:lnTo>
                  <a:lnTo>
                    <a:pt x="32092" y="155752"/>
                  </a:lnTo>
                  <a:lnTo>
                    <a:pt x="32207" y="155143"/>
                  </a:lnTo>
                  <a:lnTo>
                    <a:pt x="32067" y="152082"/>
                  </a:lnTo>
                  <a:lnTo>
                    <a:pt x="31864" y="151396"/>
                  </a:lnTo>
                  <a:lnTo>
                    <a:pt x="32486" y="151536"/>
                  </a:lnTo>
                  <a:lnTo>
                    <a:pt x="33794" y="151460"/>
                  </a:lnTo>
                  <a:lnTo>
                    <a:pt x="35102" y="151371"/>
                  </a:lnTo>
                  <a:lnTo>
                    <a:pt x="36156" y="150990"/>
                  </a:lnTo>
                  <a:lnTo>
                    <a:pt x="36144" y="150837"/>
                  </a:lnTo>
                  <a:lnTo>
                    <a:pt x="36233" y="146570"/>
                  </a:lnTo>
                  <a:lnTo>
                    <a:pt x="35433" y="145630"/>
                  </a:lnTo>
                  <a:lnTo>
                    <a:pt x="35433" y="150012"/>
                  </a:lnTo>
                  <a:lnTo>
                    <a:pt x="35039" y="149910"/>
                  </a:lnTo>
                  <a:lnTo>
                    <a:pt x="32410" y="150088"/>
                  </a:lnTo>
                  <a:lnTo>
                    <a:pt x="31800" y="150317"/>
                  </a:lnTo>
                  <a:lnTo>
                    <a:pt x="31927" y="149593"/>
                  </a:lnTo>
                  <a:lnTo>
                    <a:pt x="31851" y="148069"/>
                  </a:lnTo>
                  <a:lnTo>
                    <a:pt x="31775" y="146545"/>
                  </a:lnTo>
                  <a:lnTo>
                    <a:pt x="31445" y="145364"/>
                  </a:lnTo>
                  <a:lnTo>
                    <a:pt x="35433" y="150012"/>
                  </a:lnTo>
                  <a:lnTo>
                    <a:pt x="35433" y="145630"/>
                  </a:lnTo>
                  <a:lnTo>
                    <a:pt x="21945" y="129908"/>
                  </a:lnTo>
                  <a:lnTo>
                    <a:pt x="21945" y="134302"/>
                  </a:lnTo>
                  <a:lnTo>
                    <a:pt x="21577" y="134200"/>
                  </a:lnTo>
                  <a:lnTo>
                    <a:pt x="18948" y="134366"/>
                  </a:lnTo>
                  <a:lnTo>
                    <a:pt x="18326" y="134607"/>
                  </a:lnTo>
                  <a:lnTo>
                    <a:pt x="18453" y="133883"/>
                  </a:lnTo>
                  <a:lnTo>
                    <a:pt x="18376" y="132359"/>
                  </a:lnTo>
                  <a:lnTo>
                    <a:pt x="18313" y="130822"/>
                  </a:lnTo>
                  <a:lnTo>
                    <a:pt x="17970" y="129654"/>
                  </a:lnTo>
                  <a:lnTo>
                    <a:pt x="21945" y="134302"/>
                  </a:lnTo>
                  <a:lnTo>
                    <a:pt x="21945" y="129908"/>
                  </a:lnTo>
                  <a:lnTo>
                    <a:pt x="21475" y="129349"/>
                  </a:lnTo>
                  <a:lnTo>
                    <a:pt x="17945" y="125234"/>
                  </a:lnTo>
                  <a:lnTo>
                    <a:pt x="17945" y="129616"/>
                  </a:lnTo>
                  <a:lnTo>
                    <a:pt x="17487" y="129641"/>
                  </a:lnTo>
                  <a:lnTo>
                    <a:pt x="17729" y="129349"/>
                  </a:lnTo>
                  <a:lnTo>
                    <a:pt x="17945" y="129616"/>
                  </a:lnTo>
                  <a:lnTo>
                    <a:pt x="17945" y="125234"/>
                  </a:lnTo>
                  <a:lnTo>
                    <a:pt x="17729" y="124980"/>
                  </a:lnTo>
                  <a:lnTo>
                    <a:pt x="0" y="145669"/>
                  </a:lnTo>
                  <a:lnTo>
                    <a:pt x="0" y="150037"/>
                  </a:lnTo>
                  <a:lnTo>
                    <a:pt x="3543" y="145897"/>
                  </a:lnTo>
                  <a:lnTo>
                    <a:pt x="3467" y="146392"/>
                  </a:lnTo>
                  <a:lnTo>
                    <a:pt x="3606" y="149453"/>
                  </a:lnTo>
                  <a:lnTo>
                    <a:pt x="3784" y="150139"/>
                  </a:lnTo>
                  <a:lnTo>
                    <a:pt x="3213" y="149999"/>
                  </a:lnTo>
                  <a:lnTo>
                    <a:pt x="596" y="150164"/>
                  </a:lnTo>
                  <a:lnTo>
                    <a:pt x="0" y="150380"/>
                  </a:lnTo>
                  <a:lnTo>
                    <a:pt x="0" y="151460"/>
                  </a:lnTo>
                  <a:lnTo>
                    <a:pt x="660" y="151612"/>
                  </a:lnTo>
                  <a:lnTo>
                    <a:pt x="3289" y="151447"/>
                  </a:lnTo>
                  <a:lnTo>
                    <a:pt x="3860" y="151244"/>
                  </a:lnTo>
                  <a:lnTo>
                    <a:pt x="3746" y="151942"/>
                  </a:lnTo>
                  <a:lnTo>
                    <a:pt x="3822" y="153466"/>
                  </a:lnTo>
                  <a:lnTo>
                    <a:pt x="3886" y="155003"/>
                  </a:lnTo>
                  <a:lnTo>
                    <a:pt x="4229" y="156222"/>
                  </a:lnTo>
                  <a:lnTo>
                    <a:pt x="4914" y="156184"/>
                  </a:lnTo>
                  <a:lnTo>
                    <a:pt x="5143" y="154927"/>
                  </a:lnTo>
                  <a:lnTo>
                    <a:pt x="4991" y="151853"/>
                  </a:lnTo>
                  <a:lnTo>
                    <a:pt x="4800" y="151180"/>
                  </a:lnTo>
                  <a:lnTo>
                    <a:pt x="5410" y="151320"/>
                  </a:lnTo>
                  <a:lnTo>
                    <a:pt x="6731" y="151231"/>
                  </a:lnTo>
                  <a:lnTo>
                    <a:pt x="8039" y="151155"/>
                  </a:lnTo>
                  <a:lnTo>
                    <a:pt x="9093" y="150761"/>
                  </a:lnTo>
                  <a:lnTo>
                    <a:pt x="9055" y="149961"/>
                  </a:lnTo>
                  <a:lnTo>
                    <a:pt x="7975" y="149694"/>
                  </a:lnTo>
                  <a:lnTo>
                    <a:pt x="5346" y="149860"/>
                  </a:lnTo>
                  <a:lnTo>
                    <a:pt x="4724" y="150101"/>
                  </a:lnTo>
                  <a:lnTo>
                    <a:pt x="4851" y="149377"/>
                  </a:lnTo>
                  <a:lnTo>
                    <a:pt x="4775" y="147840"/>
                  </a:lnTo>
                  <a:lnTo>
                    <a:pt x="4711" y="146316"/>
                  </a:lnTo>
                  <a:lnTo>
                    <a:pt x="4368" y="145097"/>
                  </a:lnTo>
                  <a:lnTo>
                    <a:pt x="4216" y="145110"/>
                  </a:lnTo>
                  <a:lnTo>
                    <a:pt x="17221" y="129933"/>
                  </a:lnTo>
                  <a:lnTo>
                    <a:pt x="17056" y="130898"/>
                  </a:lnTo>
                  <a:lnTo>
                    <a:pt x="17208" y="133972"/>
                  </a:lnTo>
                  <a:lnTo>
                    <a:pt x="17386" y="134645"/>
                  </a:lnTo>
                  <a:lnTo>
                    <a:pt x="16814" y="134505"/>
                  </a:lnTo>
                  <a:lnTo>
                    <a:pt x="15506" y="134581"/>
                  </a:lnTo>
                  <a:lnTo>
                    <a:pt x="14198" y="134670"/>
                  </a:lnTo>
                  <a:lnTo>
                    <a:pt x="13144" y="135051"/>
                  </a:lnTo>
                  <a:lnTo>
                    <a:pt x="13182" y="135864"/>
                  </a:lnTo>
                  <a:lnTo>
                    <a:pt x="14262" y="136131"/>
                  </a:lnTo>
                  <a:lnTo>
                    <a:pt x="16891" y="135953"/>
                  </a:lnTo>
                  <a:lnTo>
                    <a:pt x="17462" y="135750"/>
                  </a:lnTo>
                  <a:lnTo>
                    <a:pt x="17348" y="136448"/>
                  </a:lnTo>
                  <a:lnTo>
                    <a:pt x="17424" y="137972"/>
                  </a:lnTo>
                  <a:lnTo>
                    <a:pt x="17487" y="139509"/>
                  </a:lnTo>
                  <a:lnTo>
                    <a:pt x="17830" y="140728"/>
                  </a:lnTo>
                  <a:lnTo>
                    <a:pt x="18516" y="140690"/>
                  </a:lnTo>
                  <a:lnTo>
                    <a:pt x="18745" y="139433"/>
                  </a:lnTo>
                  <a:lnTo>
                    <a:pt x="18592" y="136359"/>
                  </a:lnTo>
                  <a:lnTo>
                    <a:pt x="18402" y="135686"/>
                  </a:lnTo>
                  <a:lnTo>
                    <a:pt x="19011" y="135826"/>
                  </a:lnTo>
                  <a:lnTo>
                    <a:pt x="20320" y="135737"/>
                  </a:lnTo>
                  <a:lnTo>
                    <a:pt x="21640" y="135661"/>
                  </a:lnTo>
                  <a:lnTo>
                    <a:pt x="22694" y="135267"/>
                  </a:lnTo>
                  <a:lnTo>
                    <a:pt x="31419" y="145326"/>
                  </a:lnTo>
                  <a:lnTo>
                    <a:pt x="30759" y="145351"/>
                  </a:lnTo>
                  <a:lnTo>
                    <a:pt x="30530" y="146608"/>
                  </a:lnTo>
                  <a:lnTo>
                    <a:pt x="30683" y="149682"/>
                  </a:lnTo>
                  <a:lnTo>
                    <a:pt x="30861" y="150368"/>
                  </a:lnTo>
                  <a:lnTo>
                    <a:pt x="30289" y="150215"/>
                  </a:lnTo>
                  <a:lnTo>
                    <a:pt x="28981" y="150304"/>
                  </a:lnTo>
                  <a:lnTo>
                    <a:pt x="27660" y="150380"/>
                  </a:lnTo>
                  <a:lnTo>
                    <a:pt x="26606" y="150774"/>
                  </a:lnTo>
                  <a:lnTo>
                    <a:pt x="26657" y="151574"/>
                  </a:lnTo>
                  <a:lnTo>
                    <a:pt x="27724" y="151841"/>
                  </a:lnTo>
                  <a:lnTo>
                    <a:pt x="30353" y="151676"/>
                  </a:lnTo>
                  <a:lnTo>
                    <a:pt x="30937" y="151460"/>
                  </a:lnTo>
                  <a:lnTo>
                    <a:pt x="30822" y="152158"/>
                  </a:lnTo>
                  <a:lnTo>
                    <a:pt x="30886" y="153695"/>
                  </a:lnTo>
                  <a:lnTo>
                    <a:pt x="30962" y="155219"/>
                  </a:lnTo>
                  <a:lnTo>
                    <a:pt x="31305" y="156438"/>
                  </a:lnTo>
                  <a:lnTo>
                    <a:pt x="31508" y="156438"/>
                  </a:lnTo>
                  <a:lnTo>
                    <a:pt x="17729" y="172504"/>
                  </a:lnTo>
                  <a:lnTo>
                    <a:pt x="12954" y="166941"/>
                  </a:lnTo>
                  <a:lnTo>
                    <a:pt x="14008" y="167182"/>
                  </a:lnTo>
                  <a:lnTo>
                    <a:pt x="16637" y="167017"/>
                  </a:lnTo>
                  <a:lnTo>
                    <a:pt x="17208" y="166814"/>
                  </a:lnTo>
                  <a:lnTo>
                    <a:pt x="17094" y="167513"/>
                  </a:lnTo>
                  <a:lnTo>
                    <a:pt x="17170" y="169037"/>
                  </a:lnTo>
                  <a:lnTo>
                    <a:pt x="17233" y="170561"/>
                  </a:lnTo>
                  <a:lnTo>
                    <a:pt x="17576" y="171792"/>
                  </a:lnTo>
                  <a:lnTo>
                    <a:pt x="18262" y="171754"/>
                  </a:lnTo>
                  <a:lnTo>
                    <a:pt x="18478" y="170497"/>
                  </a:lnTo>
                  <a:lnTo>
                    <a:pt x="18338" y="167424"/>
                  </a:lnTo>
                  <a:lnTo>
                    <a:pt x="18148" y="166751"/>
                  </a:lnTo>
                  <a:lnTo>
                    <a:pt x="18757" y="166890"/>
                  </a:lnTo>
                  <a:lnTo>
                    <a:pt x="20066" y="166801"/>
                  </a:lnTo>
                  <a:lnTo>
                    <a:pt x="21374" y="166712"/>
                  </a:lnTo>
                  <a:lnTo>
                    <a:pt x="22440" y="166331"/>
                  </a:lnTo>
                  <a:lnTo>
                    <a:pt x="22390" y="165519"/>
                  </a:lnTo>
                  <a:lnTo>
                    <a:pt x="21323" y="165265"/>
                  </a:lnTo>
                  <a:lnTo>
                    <a:pt x="18694" y="165430"/>
                  </a:lnTo>
                  <a:lnTo>
                    <a:pt x="18072" y="165671"/>
                  </a:lnTo>
                  <a:lnTo>
                    <a:pt x="18199" y="164947"/>
                  </a:lnTo>
                  <a:lnTo>
                    <a:pt x="18122" y="163410"/>
                  </a:lnTo>
                  <a:lnTo>
                    <a:pt x="18059" y="161886"/>
                  </a:lnTo>
                  <a:lnTo>
                    <a:pt x="17716" y="160667"/>
                  </a:lnTo>
                  <a:lnTo>
                    <a:pt x="17030" y="160705"/>
                  </a:lnTo>
                  <a:lnTo>
                    <a:pt x="16802" y="161963"/>
                  </a:lnTo>
                  <a:lnTo>
                    <a:pt x="16954" y="165023"/>
                  </a:lnTo>
                  <a:lnTo>
                    <a:pt x="17132" y="165709"/>
                  </a:lnTo>
                  <a:lnTo>
                    <a:pt x="16560" y="165569"/>
                  </a:lnTo>
                  <a:lnTo>
                    <a:pt x="15252" y="165646"/>
                  </a:lnTo>
                  <a:lnTo>
                    <a:pt x="13944" y="165735"/>
                  </a:lnTo>
                  <a:lnTo>
                    <a:pt x="12877" y="166116"/>
                  </a:lnTo>
                  <a:lnTo>
                    <a:pt x="12915" y="166903"/>
                  </a:lnTo>
                  <a:lnTo>
                    <a:pt x="0" y="151815"/>
                  </a:lnTo>
                  <a:lnTo>
                    <a:pt x="0" y="156184"/>
                  </a:lnTo>
                  <a:lnTo>
                    <a:pt x="17729" y="176872"/>
                  </a:lnTo>
                  <a:lnTo>
                    <a:pt x="21475" y="172504"/>
                  </a:lnTo>
                  <a:lnTo>
                    <a:pt x="39979" y="150926"/>
                  </a:lnTo>
                  <a:close/>
                </a:path>
                <a:path w="123190" h="208915">
                  <a:moveTo>
                    <a:pt x="51866" y="0"/>
                  </a:moveTo>
                  <a:lnTo>
                    <a:pt x="48120" y="0"/>
                  </a:lnTo>
                  <a:lnTo>
                    <a:pt x="37871" y="11938"/>
                  </a:lnTo>
                  <a:lnTo>
                    <a:pt x="33070" y="6362"/>
                  </a:lnTo>
                  <a:lnTo>
                    <a:pt x="34150" y="6616"/>
                  </a:lnTo>
                  <a:lnTo>
                    <a:pt x="36779" y="6451"/>
                  </a:lnTo>
                  <a:lnTo>
                    <a:pt x="37350" y="6235"/>
                  </a:lnTo>
                  <a:lnTo>
                    <a:pt x="37236" y="6934"/>
                  </a:lnTo>
                  <a:lnTo>
                    <a:pt x="37312" y="8470"/>
                  </a:lnTo>
                  <a:lnTo>
                    <a:pt x="37388" y="9994"/>
                  </a:lnTo>
                  <a:lnTo>
                    <a:pt x="37719" y="11214"/>
                  </a:lnTo>
                  <a:lnTo>
                    <a:pt x="38404" y="11176"/>
                  </a:lnTo>
                  <a:lnTo>
                    <a:pt x="38633" y="9918"/>
                  </a:lnTo>
                  <a:lnTo>
                    <a:pt x="38481" y="6858"/>
                  </a:lnTo>
                  <a:lnTo>
                    <a:pt x="38290" y="6172"/>
                  </a:lnTo>
                  <a:lnTo>
                    <a:pt x="38900" y="6311"/>
                  </a:lnTo>
                  <a:lnTo>
                    <a:pt x="40220" y="6235"/>
                  </a:lnTo>
                  <a:lnTo>
                    <a:pt x="41529" y="6146"/>
                  </a:lnTo>
                  <a:lnTo>
                    <a:pt x="42583" y="5765"/>
                  </a:lnTo>
                  <a:lnTo>
                    <a:pt x="42545" y="4953"/>
                  </a:lnTo>
                  <a:lnTo>
                    <a:pt x="41465" y="4686"/>
                  </a:lnTo>
                  <a:lnTo>
                    <a:pt x="38836" y="4864"/>
                  </a:lnTo>
                  <a:lnTo>
                    <a:pt x="38214" y="5092"/>
                  </a:lnTo>
                  <a:lnTo>
                    <a:pt x="38341" y="4368"/>
                  </a:lnTo>
                  <a:lnTo>
                    <a:pt x="38277" y="2844"/>
                  </a:lnTo>
                  <a:lnTo>
                    <a:pt x="38201" y="1320"/>
                  </a:lnTo>
                  <a:lnTo>
                    <a:pt x="37858" y="88"/>
                  </a:lnTo>
                  <a:lnTo>
                    <a:pt x="37172" y="127"/>
                  </a:lnTo>
                  <a:lnTo>
                    <a:pt x="36957" y="1384"/>
                  </a:lnTo>
                  <a:lnTo>
                    <a:pt x="37096" y="4457"/>
                  </a:lnTo>
                  <a:lnTo>
                    <a:pt x="37287" y="5143"/>
                  </a:lnTo>
                  <a:lnTo>
                    <a:pt x="36703" y="4991"/>
                  </a:lnTo>
                  <a:lnTo>
                    <a:pt x="35394" y="5080"/>
                  </a:lnTo>
                  <a:lnTo>
                    <a:pt x="34086" y="5156"/>
                  </a:lnTo>
                  <a:lnTo>
                    <a:pt x="33032" y="5549"/>
                  </a:lnTo>
                  <a:lnTo>
                    <a:pt x="33058" y="6350"/>
                  </a:lnTo>
                  <a:lnTo>
                    <a:pt x="27635" y="0"/>
                  </a:lnTo>
                  <a:lnTo>
                    <a:pt x="23901" y="0"/>
                  </a:lnTo>
                  <a:lnTo>
                    <a:pt x="37871" y="16306"/>
                  </a:lnTo>
                  <a:lnTo>
                    <a:pt x="41617" y="11938"/>
                  </a:lnTo>
                  <a:lnTo>
                    <a:pt x="51866" y="0"/>
                  </a:lnTo>
                  <a:close/>
                </a:path>
                <a:path w="123190" h="208915">
                  <a:moveTo>
                    <a:pt x="64084" y="8115"/>
                  </a:moveTo>
                  <a:lnTo>
                    <a:pt x="64033" y="7302"/>
                  </a:lnTo>
                  <a:lnTo>
                    <a:pt x="62953" y="7048"/>
                  </a:lnTo>
                  <a:lnTo>
                    <a:pt x="60337" y="7213"/>
                  </a:lnTo>
                  <a:lnTo>
                    <a:pt x="59715" y="7442"/>
                  </a:lnTo>
                  <a:lnTo>
                    <a:pt x="59842" y="6718"/>
                  </a:lnTo>
                  <a:lnTo>
                    <a:pt x="59766" y="5194"/>
                  </a:lnTo>
                  <a:lnTo>
                    <a:pt x="59690" y="3670"/>
                  </a:lnTo>
                  <a:lnTo>
                    <a:pt x="59359" y="2438"/>
                  </a:lnTo>
                  <a:lnTo>
                    <a:pt x="58674" y="2476"/>
                  </a:lnTo>
                  <a:lnTo>
                    <a:pt x="58445" y="3733"/>
                  </a:lnTo>
                  <a:lnTo>
                    <a:pt x="58597" y="6807"/>
                  </a:lnTo>
                  <a:lnTo>
                    <a:pt x="58775" y="7493"/>
                  </a:lnTo>
                  <a:lnTo>
                    <a:pt x="58204" y="7340"/>
                  </a:lnTo>
                  <a:lnTo>
                    <a:pt x="56896" y="7429"/>
                  </a:lnTo>
                  <a:lnTo>
                    <a:pt x="55587" y="7505"/>
                  </a:lnTo>
                  <a:lnTo>
                    <a:pt x="54521" y="7899"/>
                  </a:lnTo>
                  <a:lnTo>
                    <a:pt x="54571" y="8699"/>
                  </a:lnTo>
                  <a:lnTo>
                    <a:pt x="55651" y="8966"/>
                  </a:lnTo>
                  <a:lnTo>
                    <a:pt x="58280" y="8801"/>
                  </a:lnTo>
                  <a:lnTo>
                    <a:pt x="58851" y="8585"/>
                  </a:lnTo>
                  <a:lnTo>
                    <a:pt x="58737" y="9283"/>
                  </a:lnTo>
                  <a:lnTo>
                    <a:pt x="58813" y="10820"/>
                  </a:lnTo>
                  <a:lnTo>
                    <a:pt x="58877" y="12344"/>
                  </a:lnTo>
                  <a:lnTo>
                    <a:pt x="59220" y="13576"/>
                  </a:lnTo>
                  <a:lnTo>
                    <a:pt x="59905" y="13525"/>
                  </a:lnTo>
                  <a:lnTo>
                    <a:pt x="60121" y="12268"/>
                  </a:lnTo>
                  <a:lnTo>
                    <a:pt x="59982" y="9207"/>
                  </a:lnTo>
                  <a:lnTo>
                    <a:pt x="59791" y="8521"/>
                  </a:lnTo>
                  <a:lnTo>
                    <a:pt x="60401" y="8661"/>
                  </a:lnTo>
                  <a:lnTo>
                    <a:pt x="61709" y="8585"/>
                  </a:lnTo>
                  <a:lnTo>
                    <a:pt x="63017" y="8496"/>
                  </a:lnTo>
                  <a:lnTo>
                    <a:pt x="64084" y="8115"/>
                  </a:lnTo>
                  <a:close/>
                </a:path>
                <a:path w="123190" h="208915">
                  <a:moveTo>
                    <a:pt x="77546" y="23825"/>
                  </a:moveTo>
                  <a:lnTo>
                    <a:pt x="77508" y="23012"/>
                  </a:lnTo>
                  <a:lnTo>
                    <a:pt x="76428" y="22758"/>
                  </a:lnTo>
                  <a:lnTo>
                    <a:pt x="73799" y="22923"/>
                  </a:lnTo>
                  <a:lnTo>
                    <a:pt x="72758" y="23317"/>
                  </a:lnTo>
                  <a:lnTo>
                    <a:pt x="72796" y="24117"/>
                  </a:lnTo>
                  <a:lnTo>
                    <a:pt x="73875" y="24384"/>
                  </a:lnTo>
                  <a:lnTo>
                    <a:pt x="75184" y="24295"/>
                  </a:lnTo>
                  <a:lnTo>
                    <a:pt x="76492" y="24206"/>
                  </a:lnTo>
                  <a:lnTo>
                    <a:pt x="77546" y="23825"/>
                  </a:lnTo>
                  <a:close/>
                </a:path>
                <a:path w="123190" h="208915">
                  <a:moveTo>
                    <a:pt x="93789" y="0"/>
                  </a:moveTo>
                  <a:lnTo>
                    <a:pt x="90043" y="0"/>
                  </a:lnTo>
                  <a:lnTo>
                    <a:pt x="79806" y="11938"/>
                  </a:lnTo>
                  <a:lnTo>
                    <a:pt x="75018" y="6362"/>
                  </a:lnTo>
                  <a:lnTo>
                    <a:pt x="76073" y="6616"/>
                  </a:lnTo>
                  <a:lnTo>
                    <a:pt x="78701" y="6451"/>
                  </a:lnTo>
                  <a:lnTo>
                    <a:pt x="79286" y="6235"/>
                  </a:lnTo>
                  <a:lnTo>
                    <a:pt x="79159" y="6934"/>
                  </a:lnTo>
                  <a:lnTo>
                    <a:pt x="79235" y="8470"/>
                  </a:lnTo>
                  <a:lnTo>
                    <a:pt x="79311" y="9994"/>
                  </a:lnTo>
                  <a:lnTo>
                    <a:pt x="79641" y="11214"/>
                  </a:lnTo>
                  <a:lnTo>
                    <a:pt x="80340" y="11176"/>
                  </a:lnTo>
                  <a:lnTo>
                    <a:pt x="80556" y="9918"/>
                  </a:lnTo>
                  <a:lnTo>
                    <a:pt x="80416" y="6858"/>
                  </a:lnTo>
                  <a:lnTo>
                    <a:pt x="80213" y="6172"/>
                  </a:lnTo>
                  <a:lnTo>
                    <a:pt x="80835" y="6311"/>
                  </a:lnTo>
                  <a:lnTo>
                    <a:pt x="82143" y="6235"/>
                  </a:lnTo>
                  <a:lnTo>
                    <a:pt x="83451" y="6146"/>
                  </a:lnTo>
                  <a:lnTo>
                    <a:pt x="84505" y="5765"/>
                  </a:lnTo>
                  <a:lnTo>
                    <a:pt x="84467" y="4953"/>
                  </a:lnTo>
                  <a:lnTo>
                    <a:pt x="83388" y="4686"/>
                  </a:lnTo>
                  <a:lnTo>
                    <a:pt x="80759" y="4864"/>
                  </a:lnTo>
                  <a:lnTo>
                    <a:pt x="80137" y="5092"/>
                  </a:lnTo>
                  <a:lnTo>
                    <a:pt x="80276" y="4368"/>
                  </a:lnTo>
                  <a:lnTo>
                    <a:pt x="80200" y="2844"/>
                  </a:lnTo>
                  <a:lnTo>
                    <a:pt x="80124" y="1320"/>
                  </a:lnTo>
                  <a:lnTo>
                    <a:pt x="79794" y="88"/>
                  </a:lnTo>
                  <a:lnTo>
                    <a:pt x="79730" y="5651"/>
                  </a:lnTo>
                  <a:lnTo>
                    <a:pt x="79730" y="101"/>
                  </a:lnTo>
                  <a:lnTo>
                    <a:pt x="79095" y="127"/>
                  </a:lnTo>
                  <a:lnTo>
                    <a:pt x="78879" y="1384"/>
                  </a:lnTo>
                  <a:lnTo>
                    <a:pt x="79032" y="4457"/>
                  </a:lnTo>
                  <a:lnTo>
                    <a:pt x="79209" y="5143"/>
                  </a:lnTo>
                  <a:lnTo>
                    <a:pt x="78625" y="4991"/>
                  </a:lnTo>
                  <a:lnTo>
                    <a:pt x="77317" y="5080"/>
                  </a:lnTo>
                  <a:lnTo>
                    <a:pt x="76009" y="5156"/>
                  </a:lnTo>
                  <a:lnTo>
                    <a:pt x="74955" y="5549"/>
                  </a:lnTo>
                  <a:lnTo>
                    <a:pt x="74980" y="6324"/>
                  </a:lnTo>
                  <a:lnTo>
                    <a:pt x="69570" y="0"/>
                  </a:lnTo>
                  <a:lnTo>
                    <a:pt x="65824" y="0"/>
                  </a:lnTo>
                  <a:lnTo>
                    <a:pt x="79806" y="16306"/>
                  </a:lnTo>
                  <a:lnTo>
                    <a:pt x="83553" y="11938"/>
                  </a:lnTo>
                  <a:lnTo>
                    <a:pt x="93789" y="0"/>
                  </a:lnTo>
                  <a:close/>
                </a:path>
                <a:path w="123190" h="208915">
                  <a:moveTo>
                    <a:pt x="102057" y="182537"/>
                  </a:moveTo>
                  <a:lnTo>
                    <a:pt x="98310" y="178181"/>
                  </a:lnTo>
                  <a:lnTo>
                    <a:pt x="98310" y="182537"/>
                  </a:lnTo>
                  <a:lnTo>
                    <a:pt x="79806" y="204114"/>
                  </a:lnTo>
                  <a:lnTo>
                    <a:pt x="61671" y="182981"/>
                  </a:lnTo>
                  <a:lnTo>
                    <a:pt x="62725" y="183222"/>
                  </a:lnTo>
                  <a:lnTo>
                    <a:pt x="65354" y="183057"/>
                  </a:lnTo>
                  <a:lnTo>
                    <a:pt x="66408" y="182664"/>
                  </a:lnTo>
                  <a:lnTo>
                    <a:pt x="66382" y="182270"/>
                  </a:lnTo>
                  <a:lnTo>
                    <a:pt x="66700" y="182245"/>
                  </a:lnTo>
                  <a:lnTo>
                    <a:pt x="66929" y="180987"/>
                  </a:lnTo>
                  <a:lnTo>
                    <a:pt x="66852" y="179451"/>
                  </a:lnTo>
                  <a:lnTo>
                    <a:pt x="66776" y="177927"/>
                  </a:lnTo>
                  <a:lnTo>
                    <a:pt x="66446" y="176695"/>
                  </a:lnTo>
                  <a:lnTo>
                    <a:pt x="66294" y="176707"/>
                  </a:lnTo>
                  <a:lnTo>
                    <a:pt x="79806" y="160959"/>
                  </a:lnTo>
                  <a:lnTo>
                    <a:pt x="98310" y="182537"/>
                  </a:lnTo>
                  <a:lnTo>
                    <a:pt x="98310" y="178181"/>
                  </a:lnTo>
                  <a:lnTo>
                    <a:pt x="83553" y="160959"/>
                  </a:lnTo>
                  <a:lnTo>
                    <a:pt x="79806" y="156591"/>
                  </a:lnTo>
                  <a:lnTo>
                    <a:pt x="65862" y="172859"/>
                  </a:lnTo>
                  <a:lnTo>
                    <a:pt x="65862" y="181749"/>
                  </a:lnTo>
                  <a:lnTo>
                    <a:pt x="65290" y="181597"/>
                  </a:lnTo>
                  <a:lnTo>
                    <a:pt x="63969" y="181686"/>
                  </a:lnTo>
                  <a:lnTo>
                    <a:pt x="62661" y="181775"/>
                  </a:lnTo>
                  <a:lnTo>
                    <a:pt x="61633" y="182156"/>
                  </a:lnTo>
                  <a:lnTo>
                    <a:pt x="61633" y="182943"/>
                  </a:lnTo>
                  <a:lnTo>
                    <a:pt x="61302" y="182537"/>
                  </a:lnTo>
                  <a:lnTo>
                    <a:pt x="61607" y="182181"/>
                  </a:lnTo>
                  <a:lnTo>
                    <a:pt x="61633" y="182943"/>
                  </a:lnTo>
                  <a:lnTo>
                    <a:pt x="61633" y="182156"/>
                  </a:lnTo>
                  <a:lnTo>
                    <a:pt x="65608" y="177507"/>
                  </a:lnTo>
                  <a:lnTo>
                    <a:pt x="65532" y="178003"/>
                  </a:lnTo>
                  <a:lnTo>
                    <a:pt x="65684" y="181063"/>
                  </a:lnTo>
                  <a:lnTo>
                    <a:pt x="65862" y="181749"/>
                  </a:lnTo>
                  <a:lnTo>
                    <a:pt x="65862" y="172859"/>
                  </a:lnTo>
                  <a:lnTo>
                    <a:pt x="58839" y="181051"/>
                  </a:lnTo>
                  <a:lnTo>
                    <a:pt x="56375" y="178181"/>
                  </a:lnTo>
                  <a:lnTo>
                    <a:pt x="56375" y="182537"/>
                  </a:lnTo>
                  <a:lnTo>
                    <a:pt x="52235" y="187363"/>
                  </a:lnTo>
                  <a:lnTo>
                    <a:pt x="52349" y="186753"/>
                  </a:lnTo>
                  <a:lnTo>
                    <a:pt x="52209" y="183680"/>
                  </a:lnTo>
                  <a:lnTo>
                    <a:pt x="52019" y="183007"/>
                  </a:lnTo>
                  <a:lnTo>
                    <a:pt x="52628" y="183146"/>
                  </a:lnTo>
                  <a:lnTo>
                    <a:pt x="53936" y="183057"/>
                  </a:lnTo>
                  <a:lnTo>
                    <a:pt x="55245" y="182981"/>
                  </a:lnTo>
                  <a:lnTo>
                    <a:pt x="56311" y="182587"/>
                  </a:lnTo>
                  <a:lnTo>
                    <a:pt x="56299" y="182460"/>
                  </a:lnTo>
                  <a:lnTo>
                    <a:pt x="56375" y="178181"/>
                  </a:lnTo>
                  <a:lnTo>
                    <a:pt x="55575" y="177253"/>
                  </a:lnTo>
                  <a:lnTo>
                    <a:pt x="55575" y="181622"/>
                  </a:lnTo>
                  <a:lnTo>
                    <a:pt x="55181" y="181521"/>
                  </a:lnTo>
                  <a:lnTo>
                    <a:pt x="52565" y="181686"/>
                  </a:lnTo>
                  <a:lnTo>
                    <a:pt x="51943" y="181927"/>
                  </a:lnTo>
                  <a:lnTo>
                    <a:pt x="52070" y="181203"/>
                  </a:lnTo>
                  <a:lnTo>
                    <a:pt x="51993" y="179679"/>
                  </a:lnTo>
                  <a:lnTo>
                    <a:pt x="51930" y="178142"/>
                  </a:lnTo>
                  <a:lnTo>
                    <a:pt x="51650" y="177203"/>
                  </a:lnTo>
                  <a:lnTo>
                    <a:pt x="51650" y="188048"/>
                  </a:lnTo>
                  <a:lnTo>
                    <a:pt x="37871" y="204114"/>
                  </a:lnTo>
                  <a:lnTo>
                    <a:pt x="33070" y="198539"/>
                  </a:lnTo>
                  <a:lnTo>
                    <a:pt x="34150" y="198793"/>
                  </a:lnTo>
                  <a:lnTo>
                    <a:pt x="36779" y="198628"/>
                  </a:lnTo>
                  <a:lnTo>
                    <a:pt x="37350" y="198412"/>
                  </a:lnTo>
                  <a:lnTo>
                    <a:pt x="37236" y="199110"/>
                  </a:lnTo>
                  <a:lnTo>
                    <a:pt x="37312" y="200647"/>
                  </a:lnTo>
                  <a:lnTo>
                    <a:pt x="37388" y="202171"/>
                  </a:lnTo>
                  <a:lnTo>
                    <a:pt x="37719" y="203403"/>
                  </a:lnTo>
                  <a:lnTo>
                    <a:pt x="38404" y="203352"/>
                  </a:lnTo>
                  <a:lnTo>
                    <a:pt x="38633" y="202095"/>
                  </a:lnTo>
                  <a:lnTo>
                    <a:pt x="38481" y="199034"/>
                  </a:lnTo>
                  <a:lnTo>
                    <a:pt x="38290" y="198348"/>
                  </a:lnTo>
                  <a:lnTo>
                    <a:pt x="38900" y="198488"/>
                  </a:lnTo>
                  <a:lnTo>
                    <a:pt x="40220" y="198412"/>
                  </a:lnTo>
                  <a:lnTo>
                    <a:pt x="41529" y="198323"/>
                  </a:lnTo>
                  <a:lnTo>
                    <a:pt x="42583" y="197942"/>
                  </a:lnTo>
                  <a:lnTo>
                    <a:pt x="42545" y="197129"/>
                  </a:lnTo>
                  <a:lnTo>
                    <a:pt x="41465" y="196875"/>
                  </a:lnTo>
                  <a:lnTo>
                    <a:pt x="38836" y="197040"/>
                  </a:lnTo>
                  <a:lnTo>
                    <a:pt x="38214" y="197281"/>
                  </a:lnTo>
                  <a:lnTo>
                    <a:pt x="38341" y="196545"/>
                  </a:lnTo>
                  <a:lnTo>
                    <a:pt x="38277" y="195021"/>
                  </a:lnTo>
                  <a:lnTo>
                    <a:pt x="38201" y="193497"/>
                  </a:lnTo>
                  <a:lnTo>
                    <a:pt x="37858" y="192265"/>
                  </a:lnTo>
                  <a:lnTo>
                    <a:pt x="37172" y="192316"/>
                  </a:lnTo>
                  <a:lnTo>
                    <a:pt x="36957" y="193573"/>
                  </a:lnTo>
                  <a:lnTo>
                    <a:pt x="37096" y="196634"/>
                  </a:lnTo>
                  <a:lnTo>
                    <a:pt x="37274" y="197319"/>
                  </a:lnTo>
                  <a:lnTo>
                    <a:pt x="36703" y="197167"/>
                  </a:lnTo>
                  <a:lnTo>
                    <a:pt x="35394" y="197256"/>
                  </a:lnTo>
                  <a:lnTo>
                    <a:pt x="34086" y="197332"/>
                  </a:lnTo>
                  <a:lnTo>
                    <a:pt x="33032" y="197726"/>
                  </a:lnTo>
                  <a:lnTo>
                    <a:pt x="33058" y="198526"/>
                  </a:lnTo>
                  <a:lnTo>
                    <a:pt x="19748" y="182981"/>
                  </a:lnTo>
                  <a:lnTo>
                    <a:pt x="20802" y="183222"/>
                  </a:lnTo>
                  <a:lnTo>
                    <a:pt x="23431" y="183057"/>
                  </a:lnTo>
                  <a:lnTo>
                    <a:pt x="24015" y="182841"/>
                  </a:lnTo>
                  <a:lnTo>
                    <a:pt x="23888" y="183553"/>
                  </a:lnTo>
                  <a:lnTo>
                    <a:pt x="23964" y="185077"/>
                  </a:lnTo>
                  <a:lnTo>
                    <a:pt x="24041" y="186601"/>
                  </a:lnTo>
                  <a:lnTo>
                    <a:pt x="24371" y="187833"/>
                  </a:lnTo>
                  <a:lnTo>
                    <a:pt x="25069" y="187782"/>
                  </a:lnTo>
                  <a:lnTo>
                    <a:pt x="25285" y="186537"/>
                  </a:lnTo>
                  <a:lnTo>
                    <a:pt x="25133" y="183464"/>
                  </a:lnTo>
                  <a:lnTo>
                    <a:pt x="24942" y="182778"/>
                  </a:lnTo>
                  <a:lnTo>
                    <a:pt x="25565" y="182930"/>
                  </a:lnTo>
                  <a:lnTo>
                    <a:pt x="26873" y="182841"/>
                  </a:lnTo>
                  <a:lnTo>
                    <a:pt x="28181" y="182753"/>
                  </a:lnTo>
                  <a:lnTo>
                    <a:pt x="29235" y="182372"/>
                  </a:lnTo>
                  <a:lnTo>
                    <a:pt x="29197" y="181571"/>
                  </a:lnTo>
                  <a:lnTo>
                    <a:pt x="28117" y="181305"/>
                  </a:lnTo>
                  <a:lnTo>
                    <a:pt x="25488" y="181470"/>
                  </a:lnTo>
                  <a:lnTo>
                    <a:pt x="24866" y="181711"/>
                  </a:lnTo>
                  <a:lnTo>
                    <a:pt x="24993" y="180987"/>
                  </a:lnTo>
                  <a:lnTo>
                    <a:pt x="24930" y="179451"/>
                  </a:lnTo>
                  <a:lnTo>
                    <a:pt x="24853" y="177927"/>
                  </a:lnTo>
                  <a:lnTo>
                    <a:pt x="24511" y="176695"/>
                  </a:lnTo>
                  <a:lnTo>
                    <a:pt x="24460" y="182270"/>
                  </a:lnTo>
                  <a:lnTo>
                    <a:pt x="24460" y="176707"/>
                  </a:lnTo>
                  <a:lnTo>
                    <a:pt x="37376" y="161544"/>
                  </a:lnTo>
                  <a:lnTo>
                    <a:pt x="37211" y="162509"/>
                  </a:lnTo>
                  <a:lnTo>
                    <a:pt x="37350" y="165569"/>
                  </a:lnTo>
                  <a:lnTo>
                    <a:pt x="37528" y="166255"/>
                  </a:lnTo>
                  <a:lnTo>
                    <a:pt x="36957" y="166116"/>
                  </a:lnTo>
                  <a:lnTo>
                    <a:pt x="35648" y="166192"/>
                  </a:lnTo>
                  <a:lnTo>
                    <a:pt x="34340" y="166281"/>
                  </a:lnTo>
                  <a:lnTo>
                    <a:pt x="33286" y="166662"/>
                  </a:lnTo>
                  <a:lnTo>
                    <a:pt x="33324" y="167474"/>
                  </a:lnTo>
                  <a:lnTo>
                    <a:pt x="34404" y="167728"/>
                  </a:lnTo>
                  <a:lnTo>
                    <a:pt x="37033" y="167563"/>
                  </a:lnTo>
                  <a:lnTo>
                    <a:pt x="37604" y="167360"/>
                  </a:lnTo>
                  <a:lnTo>
                    <a:pt x="37490" y="168059"/>
                  </a:lnTo>
                  <a:lnTo>
                    <a:pt x="37566" y="169583"/>
                  </a:lnTo>
                  <a:lnTo>
                    <a:pt x="37642" y="171107"/>
                  </a:lnTo>
                  <a:lnTo>
                    <a:pt x="37973" y="172339"/>
                  </a:lnTo>
                  <a:lnTo>
                    <a:pt x="38658" y="172300"/>
                  </a:lnTo>
                  <a:lnTo>
                    <a:pt x="38887" y="171043"/>
                  </a:lnTo>
                  <a:lnTo>
                    <a:pt x="38735" y="167970"/>
                  </a:lnTo>
                  <a:lnTo>
                    <a:pt x="38544" y="167284"/>
                  </a:lnTo>
                  <a:lnTo>
                    <a:pt x="39166" y="167436"/>
                  </a:lnTo>
                  <a:lnTo>
                    <a:pt x="40474" y="167347"/>
                  </a:lnTo>
                  <a:lnTo>
                    <a:pt x="41783" y="167271"/>
                  </a:lnTo>
                  <a:lnTo>
                    <a:pt x="42837" y="166878"/>
                  </a:lnTo>
                  <a:lnTo>
                    <a:pt x="51562" y="176936"/>
                  </a:lnTo>
                  <a:lnTo>
                    <a:pt x="50901" y="176961"/>
                  </a:lnTo>
                  <a:lnTo>
                    <a:pt x="50673" y="178219"/>
                  </a:lnTo>
                  <a:lnTo>
                    <a:pt x="50825" y="181292"/>
                  </a:lnTo>
                  <a:lnTo>
                    <a:pt x="51003" y="181965"/>
                  </a:lnTo>
                  <a:lnTo>
                    <a:pt x="50431" y="181825"/>
                  </a:lnTo>
                  <a:lnTo>
                    <a:pt x="49123" y="181902"/>
                  </a:lnTo>
                  <a:lnTo>
                    <a:pt x="47815" y="181991"/>
                  </a:lnTo>
                  <a:lnTo>
                    <a:pt x="46748" y="182384"/>
                  </a:lnTo>
                  <a:lnTo>
                    <a:pt x="46799" y="183184"/>
                  </a:lnTo>
                  <a:lnTo>
                    <a:pt x="47879" y="183451"/>
                  </a:lnTo>
                  <a:lnTo>
                    <a:pt x="50507" y="183273"/>
                  </a:lnTo>
                  <a:lnTo>
                    <a:pt x="51079" y="183070"/>
                  </a:lnTo>
                  <a:lnTo>
                    <a:pt x="50965" y="183769"/>
                  </a:lnTo>
                  <a:lnTo>
                    <a:pt x="51041" y="185293"/>
                  </a:lnTo>
                  <a:lnTo>
                    <a:pt x="51104" y="186829"/>
                  </a:lnTo>
                  <a:lnTo>
                    <a:pt x="51447" y="188048"/>
                  </a:lnTo>
                  <a:lnTo>
                    <a:pt x="51650" y="188048"/>
                  </a:lnTo>
                  <a:lnTo>
                    <a:pt x="51650" y="177203"/>
                  </a:lnTo>
                  <a:lnTo>
                    <a:pt x="51587" y="176974"/>
                  </a:lnTo>
                  <a:lnTo>
                    <a:pt x="55575" y="181622"/>
                  </a:lnTo>
                  <a:lnTo>
                    <a:pt x="55575" y="177253"/>
                  </a:lnTo>
                  <a:lnTo>
                    <a:pt x="42087" y="161518"/>
                  </a:lnTo>
                  <a:lnTo>
                    <a:pt x="42087" y="165912"/>
                  </a:lnTo>
                  <a:lnTo>
                    <a:pt x="41719" y="165811"/>
                  </a:lnTo>
                  <a:lnTo>
                    <a:pt x="39090" y="165976"/>
                  </a:lnTo>
                  <a:lnTo>
                    <a:pt x="38468" y="166217"/>
                  </a:lnTo>
                  <a:lnTo>
                    <a:pt x="38595" y="165493"/>
                  </a:lnTo>
                  <a:lnTo>
                    <a:pt x="38531" y="163957"/>
                  </a:lnTo>
                  <a:lnTo>
                    <a:pt x="38455" y="162433"/>
                  </a:lnTo>
                  <a:lnTo>
                    <a:pt x="38112" y="161264"/>
                  </a:lnTo>
                  <a:lnTo>
                    <a:pt x="42087" y="165912"/>
                  </a:lnTo>
                  <a:lnTo>
                    <a:pt x="42087" y="161518"/>
                  </a:lnTo>
                  <a:lnTo>
                    <a:pt x="41617" y="160959"/>
                  </a:lnTo>
                  <a:lnTo>
                    <a:pt x="38087" y="156845"/>
                  </a:lnTo>
                  <a:lnTo>
                    <a:pt x="38087" y="161226"/>
                  </a:lnTo>
                  <a:lnTo>
                    <a:pt x="37630" y="161251"/>
                  </a:lnTo>
                  <a:lnTo>
                    <a:pt x="37871" y="160959"/>
                  </a:lnTo>
                  <a:lnTo>
                    <a:pt x="38087" y="161226"/>
                  </a:lnTo>
                  <a:lnTo>
                    <a:pt x="38087" y="156845"/>
                  </a:lnTo>
                  <a:lnTo>
                    <a:pt x="37871" y="156591"/>
                  </a:lnTo>
                  <a:lnTo>
                    <a:pt x="23926" y="172872"/>
                  </a:lnTo>
                  <a:lnTo>
                    <a:pt x="23926" y="181749"/>
                  </a:lnTo>
                  <a:lnTo>
                    <a:pt x="23355" y="181597"/>
                  </a:lnTo>
                  <a:lnTo>
                    <a:pt x="22047" y="181686"/>
                  </a:lnTo>
                  <a:lnTo>
                    <a:pt x="20739" y="181775"/>
                  </a:lnTo>
                  <a:lnTo>
                    <a:pt x="19710" y="182156"/>
                  </a:lnTo>
                  <a:lnTo>
                    <a:pt x="19710" y="182943"/>
                  </a:lnTo>
                  <a:lnTo>
                    <a:pt x="19380" y="182537"/>
                  </a:lnTo>
                  <a:lnTo>
                    <a:pt x="19685" y="182181"/>
                  </a:lnTo>
                  <a:lnTo>
                    <a:pt x="19710" y="182943"/>
                  </a:lnTo>
                  <a:lnTo>
                    <a:pt x="19710" y="182156"/>
                  </a:lnTo>
                  <a:lnTo>
                    <a:pt x="23685" y="177507"/>
                  </a:lnTo>
                  <a:lnTo>
                    <a:pt x="23609" y="178003"/>
                  </a:lnTo>
                  <a:lnTo>
                    <a:pt x="23749" y="181063"/>
                  </a:lnTo>
                  <a:lnTo>
                    <a:pt x="23926" y="181749"/>
                  </a:lnTo>
                  <a:lnTo>
                    <a:pt x="23926" y="172872"/>
                  </a:lnTo>
                  <a:lnTo>
                    <a:pt x="15633" y="182537"/>
                  </a:lnTo>
                  <a:lnTo>
                    <a:pt x="37871" y="208483"/>
                  </a:lnTo>
                  <a:lnTo>
                    <a:pt x="41617" y="204114"/>
                  </a:lnTo>
                  <a:lnTo>
                    <a:pt x="58839" y="184035"/>
                  </a:lnTo>
                  <a:lnTo>
                    <a:pt x="79806" y="208483"/>
                  </a:lnTo>
                  <a:lnTo>
                    <a:pt x="83553" y="204114"/>
                  </a:lnTo>
                  <a:lnTo>
                    <a:pt x="102057" y="182537"/>
                  </a:lnTo>
                  <a:close/>
                </a:path>
                <a:path w="123190" h="208915">
                  <a:moveTo>
                    <a:pt x="122758" y="23774"/>
                  </a:moveTo>
                  <a:lnTo>
                    <a:pt x="119011" y="19405"/>
                  </a:lnTo>
                  <a:lnTo>
                    <a:pt x="119011" y="23774"/>
                  </a:lnTo>
                  <a:lnTo>
                    <a:pt x="114871" y="28600"/>
                  </a:lnTo>
                  <a:lnTo>
                    <a:pt x="114985" y="27990"/>
                  </a:lnTo>
                  <a:lnTo>
                    <a:pt x="114846" y="24917"/>
                  </a:lnTo>
                  <a:lnTo>
                    <a:pt x="114642" y="24244"/>
                  </a:lnTo>
                  <a:lnTo>
                    <a:pt x="115265" y="24384"/>
                  </a:lnTo>
                  <a:lnTo>
                    <a:pt x="116573" y="24295"/>
                  </a:lnTo>
                  <a:lnTo>
                    <a:pt x="117881" y="24206"/>
                  </a:lnTo>
                  <a:lnTo>
                    <a:pt x="118935" y="23825"/>
                  </a:lnTo>
                  <a:lnTo>
                    <a:pt x="118922" y="23685"/>
                  </a:lnTo>
                  <a:lnTo>
                    <a:pt x="119011" y="19405"/>
                  </a:lnTo>
                  <a:lnTo>
                    <a:pt x="118211" y="18478"/>
                  </a:lnTo>
                  <a:lnTo>
                    <a:pt x="118211" y="22860"/>
                  </a:lnTo>
                  <a:lnTo>
                    <a:pt x="117817" y="22758"/>
                  </a:lnTo>
                  <a:lnTo>
                    <a:pt x="115189" y="22923"/>
                  </a:lnTo>
                  <a:lnTo>
                    <a:pt x="114566" y="23164"/>
                  </a:lnTo>
                  <a:lnTo>
                    <a:pt x="114706" y="22440"/>
                  </a:lnTo>
                  <a:lnTo>
                    <a:pt x="114630" y="20904"/>
                  </a:lnTo>
                  <a:lnTo>
                    <a:pt x="114554" y="19380"/>
                  </a:lnTo>
                  <a:lnTo>
                    <a:pt x="114287" y="18402"/>
                  </a:lnTo>
                  <a:lnTo>
                    <a:pt x="114287" y="29286"/>
                  </a:lnTo>
                  <a:lnTo>
                    <a:pt x="100507" y="45351"/>
                  </a:lnTo>
                  <a:lnTo>
                    <a:pt x="95707" y="39776"/>
                  </a:lnTo>
                  <a:lnTo>
                    <a:pt x="96786" y="40030"/>
                  </a:lnTo>
                  <a:lnTo>
                    <a:pt x="99415" y="39852"/>
                  </a:lnTo>
                  <a:lnTo>
                    <a:pt x="99987" y="39649"/>
                  </a:lnTo>
                  <a:lnTo>
                    <a:pt x="99872" y="40347"/>
                  </a:lnTo>
                  <a:lnTo>
                    <a:pt x="99936" y="41871"/>
                  </a:lnTo>
                  <a:lnTo>
                    <a:pt x="100012" y="43408"/>
                  </a:lnTo>
                  <a:lnTo>
                    <a:pt x="100355" y="44627"/>
                  </a:lnTo>
                  <a:lnTo>
                    <a:pt x="101041" y="44589"/>
                  </a:lnTo>
                  <a:lnTo>
                    <a:pt x="101257" y="43332"/>
                  </a:lnTo>
                  <a:lnTo>
                    <a:pt x="101117" y="40259"/>
                  </a:lnTo>
                  <a:lnTo>
                    <a:pt x="100914" y="39585"/>
                  </a:lnTo>
                  <a:lnTo>
                    <a:pt x="101536" y="39725"/>
                  </a:lnTo>
                  <a:lnTo>
                    <a:pt x="102844" y="39649"/>
                  </a:lnTo>
                  <a:lnTo>
                    <a:pt x="104152" y="39560"/>
                  </a:lnTo>
                  <a:lnTo>
                    <a:pt x="105219" y="39166"/>
                  </a:lnTo>
                  <a:lnTo>
                    <a:pt x="105168" y="38366"/>
                  </a:lnTo>
                  <a:lnTo>
                    <a:pt x="104089" y="38100"/>
                  </a:lnTo>
                  <a:lnTo>
                    <a:pt x="101460" y="38277"/>
                  </a:lnTo>
                  <a:lnTo>
                    <a:pt x="100850" y="38519"/>
                  </a:lnTo>
                  <a:lnTo>
                    <a:pt x="100977" y="37782"/>
                  </a:lnTo>
                  <a:lnTo>
                    <a:pt x="100901" y="36258"/>
                  </a:lnTo>
                  <a:lnTo>
                    <a:pt x="100825" y="34721"/>
                  </a:lnTo>
                  <a:lnTo>
                    <a:pt x="100495" y="33502"/>
                  </a:lnTo>
                  <a:lnTo>
                    <a:pt x="99809" y="33540"/>
                  </a:lnTo>
                  <a:lnTo>
                    <a:pt x="99580" y="34798"/>
                  </a:lnTo>
                  <a:lnTo>
                    <a:pt x="99733" y="37871"/>
                  </a:lnTo>
                  <a:lnTo>
                    <a:pt x="99910" y="38557"/>
                  </a:lnTo>
                  <a:lnTo>
                    <a:pt x="99339" y="38404"/>
                  </a:lnTo>
                  <a:lnTo>
                    <a:pt x="98031" y="38481"/>
                  </a:lnTo>
                  <a:lnTo>
                    <a:pt x="96723" y="38569"/>
                  </a:lnTo>
                  <a:lnTo>
                    <a:pt x="95656" y="38963"/>
                  </a:lnTo>
                  <a:lnTo>
                    <a:pt x="95694" y="39763"/>
                  </a:lnTo>
                  <a:lnTo>
                    <a:pt x="82359" y="24206"/>
                  </a:lnTo>
                  <a:lnTo>
                    <a:pt x="83439" y="24460"/>
                  </a:lnTo>
                  <a:lnTo>
                    <a:pt x="86067" y="24295"/>
                  </a:lnTo>
                  <a:lnTo>
                    <a:pt x="86639" y="24079"/>
                  </a:lnTo>
                  <a:lnTo>
                    <a:pt x="86525" y="24777"/>
                  </a:lnTo>
                  <a:lnTo>
                    <a:pt x="86601" y="26314"/>
                  </a:lnTo>
                  <a:lnTo>
                    <a:pt x="86664" y="27838"/>
                  </a:lnTo>
                  <a:lnTo>
                    <a:pt x="87007" y="29057"/>
                  </a:lnTo>
                  <a:lnTo>
                    <a:pt x="87693" y="29019"/>
                  </a:lnTo>
                  <a:lnTo>
                    <a:pt x="87909" y="27762"/>
                  </a:lnTo>
                  <a:lnTo>
                    <a:pt x="87769" y="24701"/>
                  </a:lnTo>
                  <a:lnTo>
                    <a:pt x="87579" y="24015"/>
                  </a:lnTo>
                  <a:lnTo>
                    <a:pt x="88188" y="24155"/>
                  </a:lnTo>
                  <a:lnTo>
                    <a:pt x="89496" y="24079"/>
                  </a:lnTo>
                  <a:lnTo>
                    <a:pt x="90805" y="23990"/>
                  </a:lnTo>
                  <a:lnTo>
                    <a:pt x="91871" y="23609"/>
                  </a:lnTo>
                  <a:lnTo>
                    <a:pt x="91821" y="22796"/>
                  </a:lnTo>
                  <a:lnTo>
                    <a:pt x="90741" y="22529"/>
                  </a:lnTo>
                  <a:lnTo>
                    <a:pt x="88125" y="22707"/>
                  </a:lnTo>
                  <a:lnTo>
                    <a:pt x="87503" y="22936"/>
                  </a:lnTo>
                  <a:lnTo>
                    <a:pt x="87630" y="22212"/>
                  </a:lnTo>
                  <a:lnTo>
                    <a:pt x="87553" y="20688"/>
                  </a:lnTo>
                  <a:lnTo>
                    <a:pt x="87490" y="19164"/>
                  </a:lnTo>
                  <a:lnTo>
                    <a:pt x="87147" y="17932"/>
                  </a:lnTo>
                  <a:lnTo>
                    <a:pt x="86995" y="17945"/>
                  </a:lnTo>
                  <a:lnTo>
                    <a:pt x="99999" y="2768"/>
                  </a:lnTo>
                  <a:lnTo>
                    <a:pt x="99834" y="3733"/>
                  </a:lnTo>
                  <a:lnTo>
                    <a:pt x="99987" y="6807"/>
                  </a:lnTo>
                  <a:lnTo>
                    <a:pt x="100164" y="7493"/>
                  </a:lnTo>
                  <a:lnTo>
                    <a:pt x="99593" y="7340"/>
                  </a:lnTo>
                  <a:lnTo>
                    <a:pt x="98285" y="7429"/>
                  </a:lnTo>
                  <a:lnTo>
                    <a:pt x="96977" y="7505"/>
                  </a:lnTo>
                  <a:lnTo>
                    <a:pt x="95910" y="7899"/>
                  </a:lnTo>
                  <a:lnTo>
                    <a:pt x="95961" y="8699"/>
                  </a:lnTo>
                  <a:lnTo>
                    <a:pt x="97040" y="8966"/>
                  </a:lnTo>
                  <a:lnTo>
                    <a:pt x="99669" y="8801"/>
                  </a:lnTo>
                  <a:lnTo>
                    <a:pt x="100241" y="8585"/>
                  </a:lnTo>
                  <a:lnTo>
                    <a:pt x="100126" y="9283"/>
                  </a:lnTo>
                  <a:lnTo>
                    <a:pt x="100203" y="10820"/>
                  </a:lnTo>
                  <a:lnTo>
                    <a:pt x="100266" y="12344"/>
                  </a:lnTo>
                  <a:lnTo>
                    <a:pt x="100609" y="13576"/>
                  </a:lnTo>
                  <a:lnTo>
                    <a:pt x="101295" y="13525"/>
                  </a:lnTo>
                  <a:lnTo>
                    <a:pt x="101511" y="12268"/>
                  </a:lnTo>
                  <a:lnTo>
                    <a:pt x="101371" y="9207"/>
                  </a:lnTo>
                  <a:lnTo>
                    <a:pt x="101168" y="8521"/>
                  </a:lnTo>
                  <a:lnTo>
                    <a:pt x="101790" y="8661"/>
                  </a:lnTo>
                  <a:lnTo>
                    <a:pt x="103098" y="8585"/>
                  </a:lnTo>
                  <a:lnTo>
                    <a:pt x="104406" y="8496"/>
                  </a:lnTo>
                  <a:lnTo>
                    <a:pt x="105473" y="8115"/>
                  </a:lnTo>
                  <a:lnTo>
                    <a:pt x="114185" y="18161"/>
                  </a:lnTo>
                  <a:lnTo>
                    <a:pt x="114160" y="23723"/>
                  </a:lnTo>
                  <a:lnTo>
                    <a:pt x="114160" y="18173"/>
                  </a:lnTo>
                  <a:lnTo>
                    <a:pt x="113525" y="18199"/>
                  </a:lnTo>
                  <a:lnTo>
                    <a:pt x="113309" y="19456"/>
                  </a:lnTo>
                  <a:lnTo>
                    <a:pt x="113461" y="22517"/>
                  </a:lnTo>
                  <a:lnTo>
                    <a:pt x="113639" y="23202"/>
                  </a:lnTo>
                  <a:lnTo>
                    <a:pt x="113055" y="23050"/>
                  </a:lnTo>
                  <a:lnTo>
                    <a:pt x="111747" y="23139"/>
                  </a:lnTo>
                  <a:lnTo>
                    <a:pt x="110439" y="23228"/>
                  </a:lnTo>
                  <a:lnTo>
                    <a:pt x="109385" y="23609"/>
                  </a:lnTo>
                  <a:lnTo>
                    <a:pt x="109423" y="24422"/>
                  </a:lnTo>
                  <a:lnTo>
                    <a:pt x="110502" y="24676"/>
                  </a:lnTo>
                  <a:lnTo>
                    <a:pt x="113131" y="24511"/>
                  </a:lnTo>
                  <a:lnTo>
                    <a:pt x="113715" y="24307"/>
                  </a:lnTo>
                  <a:lnTo>
                    <a:pt x="113588" y="25006"/>
                  </a:lnTo>
                  <a:lnTo>
                    <a:pt x="113665" y="26530"/>
                  </a:lnTo>
                  <a:lnTo>
                    <a:pt x="113741" y="28054"/>
                  </a:lnTo>
                  <a:lnTo>
                    <a:pt x="114071" y="29286"/>
                  </a:lnTo>
                  <a:lnTo>
                    <a:pt x="114287" y="29286"/>
                  </a:lnTo>
                  <a:lnTo>
                    <a:pt x="114287" y="18402"/>
                  </a:lnTo>
                  <a:lnTo>
                    <a:pt x="114236" y="18211"/>
                  </a:lnTo>
                  <a:lnTo>
                    <a:pt x="118211" y="22860"/>
                  </a:lnTo>
                  <a:lnTo>
                    <a:pt x="118211" y="18478"/>
                  </a:lnTo>
                  <a:lnTo>
                    <a:pt x="104736" y="2755"/>
                  </a:lnTo>
                  <a:lnTo>
                    <a:pt x="104736" y="7150"/>
                  </a:lnTo>
                  <a:lnTo>
                    <a:pt x="104343" y="7048"/>
                  </a:lnTo>
                  <a:lnTo>
                    <a:pt x="101714" y="7213"/>
                  </a:lnTo>
                  <a:lnTo>
                    <a:pt x="101104" y="7442"/>
                  </a:lnTo>
                  <a:lnTo>
                    <a:pt x="101231" y="6718"/>
                  </a:lnTo>
                  <a:lnTo>
                    <a:pt x="101155" y="5194"/>
                  </a:lnTo>
                  <a:lnTo>
                    <a:pt x="101079" y="3670"/>
                  </a:lnTo>
                  <a:lnTo>
                    <a:pt x="100749" y="2489"/>
                  </a:lnTo>
                  <a:lnTo>
                    <a:pt x="104736" y="7150"/>
                  </a:lnTo>
                  <a:lnTo>
                    <a:pt x="104736" y="2755"/>
                  </a:lnTo>
                  <a:lnTo>
                    <a:pt x="104254" y="2184"/>
                  </a:lnTo>
                  <a:lnTo>
                    <a:pt x="102374" y="0"/>
                  </a:lnTo>
                  <a:lnTo>
                    <a:pt x="100723" y="0"/>
                  </a:lnTo>
                  <a:lnTo>
                    <a:pt x="100723" y="2451"/>
                  </a:lnTo>
                  <a:lnTo>
                    <a:pt x="100266" y="2476"/>
                  </a:lnTo>
                  <a:lnTo>
                    <a:pt x="100507" y="2184"/>
                  </a:lnTo>
                  <a:lnTo>
                    <a:pt x="100723" y="2451"/>
                  </a:lnTo>
                  <a:lnTo>
                    <a:pt x="100723" y="0"/>
                  </a:lnTo>
                  <a:lnTo>
                    <a:pt x="98640" y="0"/>
                  </a:lnTo>
                  <a:lnTo>
                    <a:pt x="86563" y="14097"/>
                  </a:lnTo>
                  <a:lnTo>
                    <a:pt x="86563" y="22987"/>
                  </a:lnTo>
                  <a:lnTo>
                    <a:pt x="85991" y="22834"/>
                  </a:lnTo>
                  <a:lnTo>
                    <a:pt x="84683" y="22923"/>
                  </a:lnTo>
                  <a:lnTo>
                    <a:pt x="83375" y="22999"/>
                  </a:lnTo>
                  <a:lnTo>
                    <a:pt x="82346" y="23393"/>
                  </a:lnTo>
                  <a:lnTo>
                    <a:pt x="82346" y="24193"/>
                  </a:lnTo>
                  <a:lnTo>
                    <a:pt x="82003" y="23774"/>
                  </a:lnTo>
                  <a:lnTo>
                    <a:pt x="82308" y="23418"/>
                  </a:lnTo>
                  <a:lnTo>
                    <a:pt x="82346" y="24193"/>
                  </a:lnTo>
                  <a:lnTo>
                    <a:pt x="82346" y="23393"/>
                  </a:lnTo>
                  <a:lnTo>
                    <a:pt x="86321" y="18745"/>
                  </a:lnTo>
                  <a:lnTo>
                    <a:pt x="86233" y="19227"/>
                  </a:lnTo>
                  <a:lnTo>
                    <a:pt x="86385" y="22301"/>
                  </a:lnTo>
                  <a:lnTo>
                    <a:pt x="86563" y="22987"/>
                  </a:lnTo>
                  <a:lnTo>
                    <a:pt x="86563" y="14097"/>
                  </a:lnTo>
                  <a:lnTo>
                    <a:pt x="78270" y="23774"/>
                  </a:lnTo>
                  <a:lnTo>
                    <a:pt x="100507" y="49720"/>
                  </a:lnTo>
                  <a:lnTo>
                    <a:pt x="104254" y="45351"/>
                  </a:lnTo>
                  <a:lnTo>
                    <a:pt x="122758" y="23774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10570934" y="6541916"/>
              <a:ext cx="118745" cy="145415"/>
            </a:xfrm>
            <a:custGeom>
              <a:avLst/>
              <a:gdLst/>
              <a:ahLst/>
              <a:cxnLst/>
              <a:rect l="l" t="t" r="r" b="b"/>
              <a:pathLst>
                <a:path w="118745" h="145415">
                  <a:moveTo>
                    <a:pt x="1828" y="137985"/>
                  </a:moveTo>
                  <a:lnTo>
                    <a:pt x="1790" y="137172"/>
                  </a:lnTo>
                  <a:lnTo>
                    <a:pt x="711" y="136918"/>
                  </a:lnTo>
                  <a:lnTo>
                    <a:pt x="0" y="136956"/>
                  </a:lnTo>
                  <a:lnTo>
                    <a:pt x="0" y="138417"/>
                  </a:lnTo>
                  <a:lnTo>
                    <a:pt x="774" y="138366"/>
                  </a:lnTo>
                  <a:lnTo>
                    <a:pt x="1828" y="137985"/>
                  </a:lnTo>
                  <a:close/>
                </a:path>
                <a:path w="118745" h="145415">
                  <a:moveTo>
                    <a:pt x="19380" y="122580"/>
                  </a:moveTo>
                  <a:lnTo>
                    <a:pt x="15633" y="118211"/>
                  </a:lnTo>
                  <a:lnTo>
                    <a:pt x="15633" y="122580"/>
                  </a:lnTo>
                  <a:lnTo>
                    <a:pt x="11493" y="127406"/>
                  </a:lnTo>
                  <a:lnTo>
                    <a:pt x="11607" y="126796"/>
                  </a:lnTo>
                  <a:lnTo>
                    <a:pt x="11455" y="123723"/>
                  </a:lnTo>
                  <a:lnTo>
                    <a:pt x="11264" y="123037"/>
                  </a:lnTo>
                  <a:lnTo>
                    <a:pt x="11887" y="123190"/>
                  </a:lnTo>
                  <a:lnTo>
                    <a:pt x="13195" y="123101"/>
                  </a:lnTo>
                  <a:lnTo>
                    <a:pt x="14503" y="123024"/>
                  </a:lnTo>
                  <a:lnTo>
                    <a:pt x="15557" y="122631"/>
                  </a:lnTo>
                  <a:lnTo>
                    <a:pt x="15544" y="122491"/>
                  </a:lnTo>
                  <a:lnTo>
                    <a:pt x="15633" y="118211"/>
                  </a:lnTo>
                  <a:lnTo>
                    <a:pt x="14833" y="117284"/>
                  </a:lnTo>
                  <a:lnTo>
                    <a:pt x="14833" y="121666"/>
                  </a:lnTo>
                  <a:lnTo>
                    <a:pt x="14439" y="121564"/>
                  </a:lnTo>
                  <a:lnTo>
                    <a:pt x="11811" y="121729"/>
                  </a:lnTo>
                  <a:lnTo>
                    <a:pt x="11188" y="121970"/>
                  </a:lnTo>
                  <a:lnTo>
                    <a:pt x="11315" y="121246"/>
                  </a:lnTo>
                  <a:lnTo>
                    <a:pt x="11252" y="119722"/>
                  </a:lnTo>
                  <a:lnTo>
                    <a:pt x="11176" y="118186"/>
                  </a:lnTo>
                  <a:lnTo>
                    <a:pt x="10845" y="117017"/>
                  </a:lnTo>
                  <a:lnTo>
                    <a:pt x="14833" y="121666"/>
                  </a:lnTo>
                  <a:lnTo>
                    <a:pt x="14833" y="117284"/>
                  </a:lnTo>
                  <a:lnTo>
                    <a:pt x="0" y="99974"/>
                  </a:lnTo>
                  <a:lnTo>
                    <a:pt x="0" y="104343"/>
                  </a:lnTo>
                  <a:lnTo>
                    <a:pt x="1371" y="105968"/>
                  </a:lnTo>
                  <a:lnTo>
                    <a:pt x="965" y="105854"/>
                  </a:lnTo>
                  <a:lnTo>
                    <a:pt x="0" y="105918"/>
                  </a:lnTo>
                  <a:lnTo>
                    <a:pt x="0" y="107378"/>
                  </a:lnTo>
                  <a:lnTo>
                    <a:pt x="1028" y="107315"/>
                  </a:lnTo>
                  <a:lnTo>
                    <a:pt x="2082" y="106921"/>
                  </a:lnTo>
                  <a:lnTo>
                    <a:pt x="2070" y="106768"/>
                  </a:lnTo>
                  <a:lnTo>
                    <a:pt x="10820" y="116979"/>
                  </a:lnTo>
                  <a:lnTo>
                    <a:pt x="10147" y="117005"/>
                  </a:lnTo>
                  <a:lnTo>
                    <a:pt x="9931" y="118262"/>
                  </a:lnTo>
                  <a:lnTo>
                    <a:pt x="10071" y="121335"/>
                  </a:lnTo>
                  <a:lnTo>
                    <a:pt x="10248" y="122008"/>
                  </a:lnTo>
                  <a:lnTo>
                    <a:pt x="9677" y="121869"/>
                  </a:lnTo>
                  <a:lnTo>
                    <a:pt x="8369" y="121945"/>
                  </a:lnTo>
                  <a:lnTo>
                    <a:pt x="7061" y="122034"/>
                  </a:lnTo>
                  <a:lnTo>
                    <a:pt x="6007" y="122428"/>
                  </a:lnTo>
                  <a:lnTo>
                    <a:pt x="6045" y="123228"/>
                  </a:lnTo>
                  <a:lnTo>
                    <a:pt x="7124" y="123494"/>
                  </a:lnTo>
                  <a:lnTo>
                    <a:pt x="9753" y="123317"/>
                  </a:lnTo>
                  <a:lnTo>
                    <a:pt x="10325" y="123113"/>
                  </a:lnTo>
                  <a:lnTo>
                    <a:pt x="10210" y="123812"/>
                  </a:lnTo>
                  <a:lnTo>
                    <a:pt x="10287" y="125336"/>
                  </a:lnTo>
                  <a:lnTo>
                    <a:pt x="10363" y="126873"/>
                  </a:lnTo>
                  <a:lnTo>
                    <a:pt x="10693" y="128092"/>
                  </a:lnTo>
                  <a:lnTo>
                    <a:pt x="10909" y="128092"/>
                  </a:lnTo>
                  <a:lnTo>
                    <a:pt x="0" y="140817"/>
                  </a:lnTo>
                  <a:lnTo>
                    <a:pt x="0" y="145186"/>
                  </a:lnTo>
                  <a:lnTo>
                    <a:pt x="19380" y="122580"/>
                  </a:lnTo>
                  <a:close/>
                </a:path>
                <a:path w="118745" h="145415">
                  <a:moveTo>
                    <a:pt x="39979" y="25958"/>
                  </a:moveTo>
                  <a:lnTo>
                    <a:pt x="36233" y="21590"/>
                  </a:lnTo>
                  <a:lnTo>
                    <a:pt x="36233" y="25958"/>
                  </a:lnTo>
                  <a:lnTo>
                    <a:pt x="32092" y="30784"/>
                  </a:lnTo>
                  <a:lnTo>
                    <a:pt x="32207" y="30175"/>
                  </a:lnTo>
                  <a:lnTo>
                    <a:pt x="32067" y="27101"/>
                  </a:lnTo>
                  <a:lnTo>
                    <a:pt x="31864" y="26428"/>
                  </a:lnTo>
                  <a:lnTo>
                    <a:pt x="32486" y="26568"/>
                  </a:lnTo>
                  <a:lnTo>
                    <a:pt x="33794" y="26479"/>
                  </a:lnTo>
                  <a:lnTo>
                    <a:pt x="35102" y="26390"/>
                  </a:lnTo>
                  <a:lnTo>
                    <a:pt x="36156" y="26009"/>
                  </a:lnTo>
                  <a:lnTo>
                    <a:pt x="36144" y="25869"/>
                  </a:lnTo>
                  <a:lnTo>
                    <a:pt x="36233" y="21590"/>
                  </a:lnTo>
                  <a:lnTo>
                    <a:pt x="35433" y="20662"/>
                  </a:lnTo>
                  <a:lnTo>
                    <a:pt x="35433" y="25044"/>
                  </a:lnTo>
                  <a:lnTo>
                    <a:pt x="35039" y="24942"/>
                  </a:lnTo>
                  <a:lnTo>
                    <a:pt x="32410" y="25107"/>
                  </a:lnTo>
                  <a:lnTo>
                    <a:pt x="31800" y="25349"/>
                  </a:lnTo>
                  <a:lnTo>
                    <a:pt x="31927" y="24625"/>
                  </a:lnTo>
                  <a:lnTo>
                    <a:pt x="31851" y="23088"/>
                  </a:lnTo>
                  <a:lnTo>
                    <a:pt x="31775" y="21564"/>
                  </a:lnTo>
                  <a:lnTo>
                    <a:pt x="31457" y="20396"/>
                  </a:lnTo>
                  <a:lnTo>
                    <a:pt x="35433" y="25044"/>
                  </a:lnTo>
                  <a:lnTo>
                    <a:pt x="35433" y="20662"/>
                  </a:lnTo>
                  <a:lnTo>
                    <a:pt x="21475" y="4368"/>
                  </a:lnTo>
                  <a:lnTo>
                    <a:pt x="17945" y="254"/>
                  </a:lnTo>
                  <a:lnTo>
                    <a:pt x="17945" y="4635"/>
                  </a:lnTo>
                  <a:lnTo>
                    <a:pt x="17487" y="4660"/>
                  </a:lnTo>
                  <a:lnTo>
                    <a:pt x="17729" y="4368"/>
                  </a:lnTo>
                  <a:lnTo>
                    <a:pt x="17945" y="4635"/>
                  </a:lnTo>
                  <a:lnTo>
                    <a:pt x="17945" y="254"/>
                  </a:lnTo>
                  <a:lnTo>
                    <a:pt x="17729" y="0"/>
                  </a:lnTo>
                  <a:lnTo>
                    <a:pt x="0" y="20701"/>
                  </a:lnTo>
                  <a:lnTo>
                    <a:pt x="0" y="25057"/>
                  </a:lnTo>
                  <a:lnTo>
                    <a:pt x="3543" y="20916"/>
                  </a:lnTo>
                  <a:lnTo>
                    <a:pt x="3467" y="21412"/>
                  </a:lnTo>
                  <a:lnTo>
                    <a:pt x="3606" y="24485"/>
                  </a:lnTo>
                  <a:lnTo>
                    <a:pt x="3784" y="25171"/>
                  </a:lnTo>
                  <a:lnTo>
                    <a:pt x="3213" y="25019"/>
                  </a:lnTo>
                  <a:lnTo>
                    <a:pt x="596" y="25184"/>
                  </a:lnTo>
                  <a:lnTo>
                    <a:pt x="0" y="25412"/>
                  </a:lnTo>
                  <a:lnTo>
                    <a:pt x="0" y="26479"/>
                  </a:lnTo>
                  <a:lnTo>
                    <a:pt x="660" y="26644"/>
                  </a:lnTo>
                  <a:lnTo>
                    <a:pt x="3289" y="26479"/>
                  </a:lnTo>
                  <a:lnTo>
                    <a:pt x="3860" y="26263"/>
                  </a:lnTo>
                  <a:lnTo>
                    <a:pt x="3746" y="26962"/>
                  </a:lnTo>
                  <a:lnTo>
                    <a:pt x="3822" y="28498"/>
                  </a:lnTo>
                  <a:lnTo>
                    <a:pt x="3886" y="30022"/>
                  </a:lnTo>
                  <a:lnTo>
                    <a:pt x="4229" y="31242"/>
                  </a:lnTo>
                  <a:lnTo>
                    <a:pt x="4914" y="31203"/>
                  </a:lnTo>
                  <a:lnTo>
                    <a:pt x="5143" y="29946"/>
                  </a:lnTo>
                  <a:lnTo>
                    <a:pt x="4991" y="26885"/>
                  </a:lnTo>
                  <a:lnTo>
                    <a:pt x="4800" y="26200"/>
                  </a:lnTo>
                  <a:lnTo>
                    <a:pt x="5410" y="26339"/>
                  </a:lnTo>
                  <a:lnTo>
                    <a:pt x="6731" y="26263"/>
                  </a:lnTo>
                  <a:lnTo>
                    <a:pt x="8039" y="26174"/>
                  </a:lnTo>
                  <a:lnTo>
                    <a:pt x="9093" y="25793"/>
                  </a:lnTo>
                  <a:lnTo>
                    <a:pt x="9055" y="24980"/>
                  </a:lnTo>
                  <a:lnTo>
                    <a:pt x="7975" y="24714"/>
                  </a:lnTo>
                  <a:lnTo>
                    <a:pt x="5346" y="24892"/>
                  </a:lnTo>
                  <a:lnTo>
                    <a:pt x="4724" y="25120"/>
                  </a:lnTo>
                  <a:lnTo>
                    <a:pt x="4851" y="24396"/>
                  </a:lnTo>
                  <a:lnTo>
                    <a:pt x="4775" y="22872"/>
                  </a:lnTo>
                  <a:lnTo>
                    <a:pt x="4711" y="21336"/>
                  </a:lnTo>
                  <a:lnTo>
                    <a:pt x="4368" y="20116"/>
                  </a:lnTo>
                  <a:lnTo>
                    <a:pt x="4216" y="20129"/>
                  </a:lnTo>
                  <a:lnTo>
                    <a:pt x="17221" y="4953"/>
                  </a:lnTo>
                  <a:lnTo>
                    <a:pt x="17056" y="5918"/>
                  </a:lnTo>
                  <a:lnTo>
                    <a:pt x="17208" y="8991"/>
                  </a:lnTo>
                  <a:lnTo>
                    <a:pt x="17386" y="9677"/>
                  </a:lnTo>
                  <a:lnTo>
                    <a:pt x="16814" y="9525"/>
                  </a:lnTo>
                  <a:lnTo>
                    <a:pt x="15506" y="9613"/>
                  </a:lnTo>
                  <a:lnTo>
                    <a:pt x="14198" y="9690"/>
                  </a:lnTo>
                  <a:lnTo>
                    <a:pt x="13144" y="10083"/>
                  </a:lnTo>
                  <a:lnTo>
                    <a:pt x="13182" y="10883"/>
                  </a:lnTo>
                  <a:lnTo>
                    <a:pt x="14262" y="11150"/>
                  </a:lnTo>
                  <a:lnTo>
                    <a:pt x="16891" y="10985"/>
                  </a:lnTo>
                  <a:lnTo>
                    <a:pt x="17932" y="10591"/>
                  </a:lnTo>
                  <a:lnTo>
                    <a:pt x="17907" y="10185"/>
                  </a:lnTo>
                  <a:lnTo>
                    <a:pt x="18237" y="10160"/>
                  </a:lnTo>
                  <a:lnTo>
                    <a:pt x="18453" y="8902"/>
                  </a:lnTo>
                  <a:lnTo>
                    <a:pt x="18376" y="7378"/>
                  </a:lnTo>
                  <a:lnTo>
                    <a:pt x="18313" y="5854"/>
                  </a:lnTo>
                  <a:lnTo>
                    <a:pt x="17970" y="4673"/>
                  </a:lnTo>
                  <a:lnTo>
                    <a:pt x="31407" y="20345"/>
                  </a:lnTo>
                  <a:lnTo>
                    <a:pt x="30759" y="20383"/>
                  </a:lnTo>
                  <a:lnTo>
                    <a:pt x="30530" y="21640"/>
                  </a:lnTo>
                  <a:lnTo>
                    <a:pt x="30683" y="24701"/>
                  </a:lnTo>
                  <a:lnTo>
                    <a:pt x="30861" y="25387"/>
                  </a:lnTo>
                  <a:lnTo>
                    <a:pt x="30289" y="25234"/>
                  </a:lnTo>
                  <a:lnTo>
                    <a:pt x="28981" y="25323"/>
                  </a:lnTo>
                  <a:lnTo>
                    <a:pt x="27660" y="25412"/>
                  </a:lnTo>
                  <a:lnTo>
                    <a:pt x="26606" y="25793"/>
                  </a:lnTo>
                  <a:lnTo>
                    <a:pt x="26657" y="26606"/>
                  </a:lnTo>
                  <a:lnTo>
                    <a:pt x="27724" y="26860"/>
                  </a:lnTo>
                  <a:lnTo>
                    <a:pt x="30353" y="26695"/>
                  </a:lnTo>
                  <a:lnTo>
                    <a:pt x="30937" y="26492"/>
                  </a:lnTo>
                  <a:lnTo>
                    <a:pt x="30822" y="27190"/>
                  </a:lnTo>
                  <a:lnTo>
                    <a:pt x="30886" y="28714"/>
                  </a:lnTo>
                  <a:lnTo>
                    <a:pt x="30962" y="30238"/>
                  </a:lnTo>
                  <a:lnTo>
                    <a:pt x="31305" y="31470"/>
                  </a:lnTo>
                  <a:lnTo>
                    <a:pt x="31508" y="31470"/>
                  </a:lnTo>
                  <a:lnTo>
                    <a:pt x="17729" y="47536"/>
                  </a:lnTo>
                  <a:lnTo>
                    <a:pt x="12941" y="41960"/>
                  </a:lnTo>
                  <a:lnTo>
                    <a:pt x="14008" y="42214"/>
                  </a:lnTo>
                  <a:lnTo>
                    <a:pt x="16637" y="42049"/>
                  </a:lnTo>
                  <a:lnTo>
                    <a:pt x="17208" y="41833"/>
                  </a:lnTo>
                  <a:lnTo>
                    <a:pt x="17094" y="42532"/>
                  </a:lnTo>
                  <a:lnTo>
                    <a:pt x="17170" y="44056"/>
                  </a:lnTo>
                  <a:lnTo>
                    <a:pt x="17233" y="45593"/>
                  </a:lnTo>
                  <a:lnTo>
                    <a:pt x="17576" y="46812"/>
                  </a:lnTo>
                  <a:lnTo>
                    <a:pt x="18262" y="46774"/>
                  </a:lnTo>
                  <a:lnTo>
                    <a:pt x="18478" y="45516"/>
                  </a:lnTo>
                  <a:lnTo>
                    <a:pt x="18338" y="42443"/>
                  </a:lnTo>
                  <a:lnTo>
                    <a:pt x="18148" y="41770"/>
                  </a:lnTo>
                  <a:lnTo>
                    <a:pt x="18757" y="41910"/>
                  </a:lnTo>
                  <a:lnTo>
                    <a:pt x="20066" y="41821"/>
                  </a:lnTo>
                  <a:lnTo>
                    <a:pt x="21374" y="41744"/>
                  </a:lnTo>
                  <a:lnTo>
                    <a:pt x="22440" y="41351"/>
                  </a:lnTo>
                  <a:lnTo>
                    <a:pt x="22390" y="40551"/>
                  </a:lnTo>
                  <a:lnTo>
                    <a:pt x="21323" y="40284"/>
                  </a:lnTo>
                  <a:lnTo>
                    <a:pt x="18694" y="40449"/>
                  </a:lnTo>
                  <a:lnTo>
                    <a:pt x="18072" y="40690"/>
                  </a:lnTo>
                  <a:lnTo>
                    <a:pt x="18199" y="39966"/>
                  </a:lnTo>
                  <a:lnTo>
                    <a:pt x="18122" y="38442"/>
                  </a:lnTo>
                  <a:lnTo>
                    <a:pt x="18059" y="36906"/>
                  </a:lnTo>
                  <a:lnTo>
                    <a:pt x="17716" y="35687"/>
                  </a:lnTo>
                  <a:lnTo>
                    <a:pt x="17030" y="35725"/>
                  </a:lnTo>
                  <a:lnTo>
                    <a:pt x="16802" y="36982"/>
                  </a:lnTo>
                  <a:lnTo>
                    <a:pt x="16954" y="40055"/>
                  </a:lnTo>
                  <a:lnTo>
                    <a:pt x="17132" y="40741"/>
                  </a:lnTo>
                  <a:lnTo>
                    <a:pt x="16560" y="40589"/>
                  </a:lnTo>
                  <a:lnTo>
                    <a:pt x="15252" y="40678"/>
                  </a:lnTo>
                  <a:lnTo>
                    <a:pt x="13944" y="40754"/>
                  </a:lnTo>
                  <a:lnTo>
                    <a:pt x="12877" y="41148"/>
                  </a:lnTo>
                  <a:lnTo>
                    <a:pt x="12915" y="41935"/>
                  </a:lnTo>
                  <a:lnTo>
                    <a:pt x="0" y="26847"/>
                  </a:lnTo>
                  <a:lnTo>
                    <a:pt x="0" y="31203"/>
                  </a:lnTo>
                  <a:lnTo>
                    <a:pt x="17729" y="51904"/>
                  </a:lnTo>
                  <a:lnTo>
                    <a:pt x="21475" y="47536"/>
                  </a:lnTo>
                  <a:lnTo>
                    <a:pt x="39979" y="25958"/>
                  </a:lnTo>
                  <a:close/>
                </a:path>
                <a:path w="118745" h="145415">
                  <a:moveTo>
                    <a:pt x="71158" y="122415"/>
                  </a:moveTo>
                  <a:lnTo>
                    <a:pt x="71120" y="121615"/>
                  </a:lnTo>
                  <a:lnTo>
                    <a:pt x="70040" y="121348"/>
                  </a:lnTo>
                  <a:lnTo>
                    <a:pt x="67411" y="121513"/>
                  </a:lnTo>
                  <a:lnTo>
                    <a:pt x="66370" y="121907"/>
                  </a:lnTo>
                  <a:lnTo>
                    <a:pt x="66382" y="122313"/>
                  </a:lnTo>
                  <a:lnTo>
                    <a:pt x="66357" y="121907"/>
                  </a:lnTo>
                  <a:lnTo>
                    <a:pt x="65290" y="121640"/>
                  </a:lnTo>
                  <a:lnTo>
                    <a:pt x="63969" y="121729"/>
                  </a:lnTo>
                  <a:lnTo>
                    <a:pt x="62661" y="121818"/>
                  </a:lnTo>
                  <a:lnTo>
                    <a:pt x="61607" y="122199"/>
                  </a:lnTo>
                  <a:lnTo>
                    <a:pt x="61645" y="123012"/>
                  </a:lnTo>
                  <a:lnTo>
                    <a:pt x="62725" y="123266"/>
                  </a:lnTo>
                  <a:lnTo>
                    <a:pt x="65354" y="123101"/>
                  </a:lnTo>
                  <a:lnTo>
                    <a:pt x="65938" y="122885"/>
                  </a:lnTo>
                  <a:lnTo>
                    <a:pt x="65811" y="123596"/>
                  </a:lnTo>
                  <a:lnTo>
                    <a:pt x="65887" y="125120"/>
                  </a:lnTo>
                  <a:lnTo>
                    <a:pt x="65963" y="126644"/>
                  </a:lnTo>
                  <a:lnTo>
                    <a:pt x="66294" y="127876"/>
                  </a:lnTo>
                  <a:lnTo>
                    <a:pt x="66992" y="127825"/>
                  </a:lnTo>
                  <a:lnTo>
                    <a:pt x="67208" y="126580"/>
                  </a:lnTo>
                  <a:lnTo>
                    <a:pt x="67068" y="123507"/>
                  </a:lnTo>
                  <a:lnTo>
                    <a:pt x="66865" y="122834"/>
                  </a:lnTo>
                  <a:lnTo>
                    <a:pt x="67487" y="122974"/>
                  </a:lnTo>
                  <a:lnTo>
                    <a:pt x="68795" y="122885"/>
                  </a:lnTo>
                  <a:lnTo>
                    <a:pt x="70104" y="122796"/>
                  </a:lnTo>
                  <a:lnTo>
                    <a:pt x="71158" y="122415"/>
                  </a:lnTo>
                  <a:close/>
                </a:path>
                <a:path w="118745" h="145415">
                  <a:moveTo>
                    <a:pt x="84505" y="137985"/>
                  </a:moveTo>
                  <a:lnTo>
                    <a:pt x="84467" y="137172"/>
                  </a:lnTo>
                  <a:lnTo>
                    <a:pt x="83388" y="136918"/>
                  </a:lnTo>
                  <a:lnTo>
                    <a:pt x="80759" y="137083"/>
                  </a:lnTo>
                  <a:lnTo>
                    <a:pt x="80137" y="137325"/>
                  </a:lnTo>
                  <a:lnTo>
                    <a:pt x="80276" y="136588"/>
                  </a:lnTo>
                  <a:lnTo>
                    <a:pt x="80200" y="135064"/>
                  </a:lnTo>
                  <a:lnTo>
                    <a:pt x="80124" y="133540"/>
                  </a:lnTo>
                  <a:lnTo>
                    <a:pt x="79794" y="132308"/>
                  </a:lnTo>
                  <a:lnTo>
                    <a:pt x="79095" y="132359"/>
                  </a:lnTo>
                  <a:lnTo>
                    <a:pt x="78879" y="133616"/>
                  </a:lnTo>
                  <a:lnTo>
                    <a:pt x="79032" y="136677"/>
                  </a:lnTo>
                  <a:lnTo>
                    <a:pt x="79209" y="137363"/>
                  </a:lnTo>
                  <a:lnTo>
                    <a:pt x="78625" y="137210"/>
                  </a:lnTo>
                  <a:lnTo>
                    <a:pt x="77317" y="137299"/>
                  </a:lnTo>
                  <a:lnTo>
                    <a:pt x="76009" y="137375"/>
                  </a:lnTo>
                  <a:lnTo>
                    <a:pt x="74955" y="137769"/>
                  </a:lnTo>
                  <a:lnTo>
                    <a:pt x="74993" y="138569"/>
                  </a:lnTo>
                  <a:lnTo>
                    <a:pt x="76073" y="138836"/>
                  </a:lnTo>
                  <a:lnTo>
                    <a:pt x="78701" y="138671"/>
                  </a:lnTo>
                  <a:lnTo>
                    <a:pt x="79286" y="138455"/>
                  </a:lnTo>
                  <a:lnTo>
                    <a:pt x="79159" y="139153"/>
                  </a:lnTo>
                  <a:lnTo>
                    <a:pt x="79235" y="140690"/>
                  </a:lnTo>
                  <a:lnTo>
                    <a:pt x="79311" y="142214"/>
                  </a:lnTo>
                  <a:lnTo>
                    <a:pt x="79641" y="143446"/>
                  </a:lnTo>
                  <a:lnTo>
                    <a:pt x="80340" y="143395"/>
                  </a:lnTo>
                  <a:lnTo>
                    <a:pt x="80556" y="142138"/>
                  </a:lnTo>
                  <a:lnTo>
                    <a:pt x="80416" y="139077"/>
                  </a:lnTo>
                  <a:lnTo>
                    <a:pt x="80213" y="138391"/>
                  </a:lnTo>
                  <a:lnTo>
                    <a:pt x="80835" y="138531"/>
                  </a:lnTo>
                  <a:lnTo>
                    <a:pt x="82143" y="138455"/>
                  </a:lnTo>
                  <a:lnTo>
                    <a:pt x="83451" y="138366"/>
                  </a:lnTo>
                  <a:lnTo>
                    <a:pt x="84505" y="137985"/>
                  </a:lnTo>
                  <a:close/>
                </a:path>
                <a:path w="118745" h="145415">
                  <a:moveTo>
                    <a:pt x="84759" y="106921"/>
                  </a:moveTo>
                  <a:lnTo>
                    <a:pt x="84721" y="106121"/>
                  </a:lnTo>
                  <a:lnTo>
                    <a:pt x="83642" y="105854"/>
                  </a:lnTo>
                  <a:lnTo>
                    <a:pt x="81013" y="106019"/>
                  </a:lnTo>
                  <a:lnTo>
                    <a:pt x="80391" y="106260"/>
                  </a:lnTo>
                  <a:lnTo>
                    <a:pt x="80530" y="105537"/>
                  </a:lnTo>
                  <a:lnTo>
                    <a:pt x="80454" y="104000"/>
                  </a:lnTo>
                  <a:lnTo>
                    <a:pt x="80378" y="102476"/>
                  </a:lnTo>
                  <a:lnTo>
                    <a:pt x="80048" y="101257"/>
                  </a:lnTo>
                  <a:lnTo>
                    <a:pt x="79984" y="106819"/>
                  </a:lnTo>
                  <a:lnTo>
                    <a:pt x="79984" y="101269"/>
                  </a:lnTo>
                  <a:lnTo>
                    <a:pt x="79349" y="101295"/>
                  </a:lnTo>
                  <a:lnTo>
                    <a:pt x="79133" y="102552"/>
                  </a:lnTo>
                  <a:lnTo>
                    <a:pt x="79286" y="105613"/>
                  </a:lnTo>
                  <a:lnTo>
                    <a:pt x="79463" y="106299"/>
                  </a:lnTo>
                  <a:lnTo>
                    <a:pt x="78892" y="106159"/>
                  </a:lnTo>
                  <a:lnTo>
                    <a:pt x="77571" y="106235"/>
                  </a:lnTo>
                  <a:lnTo>
                    <a:pt x="76263" y="106324"/>
                  </a:lnTo>
                  <a:lnTo>
                    <a:pt x="75209" y="106705"/>
                  </a:lnTo>
                  <a:lnTo>
                    <a:pt x="75247" y="107518"/>
                  </a:lnTo>
                  <a:lnTo>
                    <a:pt x="76327" y="107772"/>
                  </a:lnTo>
                  <a:lnTo>
                    <a:pt x="78955" y="107607"/>
                  </a:lnTo>
                  <a:lnTo>
                    <a:pt x="79540" y="107403"/>
                  </a:lnTo>
                  <a:lnTo>
                    <a:pt x="79413" y="108102"/>
                  </a:lnTo>
                  <a:lnTo>
                    <a:pt x="79489" y="109626"/>
                  </a:lnTo>
                  <a:lnTo>
                    <a:pt x="79565" y="111150"/>
                  </a:lnTo>
                  <a:lnTo>
                    <a:pt x="79895" y="112382"/>
                  </a:lnTo>
                  <a:lnTo>
                    <a:pt x="80594" y="112344"/>
                  </a:lnTo>
                  <a:lnTo>
                    <a:pt x="80810" y="111086"/>
                  </a:lnTo>
                  <a:lnTo>
                    <a:pt x="80670" y="108013"/>
                  </a:lnTo>
                  <a:lnTo>
                    <a:pt x="80467" y="107340"/>
                  </a:lnTo>
                  <a:lnTo>
                    <a:pt x="81089" y="107480"/>
                  </a:lnTo>
                  <a:lnTo>
                    <a:pt x="82397" y="107391"/>
                  </a:lnTo>
                  <a:lnTo>
                    <a:pt x="83705" y="107315"/>
                  </a:lnTo>
                  <a:lnTo>
                    <a:pt x="84759" y="106921"/>
                  </a:lnTo>
                  <a:close/>
                </a:path>
                <a:path w="118745" h="145415">
                  <a:moveTo>
                    <a:pt x="98234" y="122631"/>
                  </a:moveTo>
                  <a:lnTo>
                    <a:pt x="98196" y="121831"/>
                  </a:lnTo>
                  <a:lnTo>
                    <a:pt x="97116" y="121564"/>
                  </a:lnTo>
                  <a:lnTo>
                    <a:pt x="94488" y="121729"/>
                  </a:lnTo>
                  <a:lnTo>
                    <a:pt x="93865" y="121970"/>
                  </a:lnTo>
                  <a:lnTo>
                    <a:pt x="93992" y="121246"/>
                  </a:lnTo>
                  <a:lnTo>
                    <a:pt x="93929" y="119722"/>
                  </a:lnTo>
                  <a:lnTo>
                    <a:pt x="93853" y="118186"/>
                  </a:lnTo>
                  <a:lnTo>
                    <a:pt x="93510" y="116967"/>
                  </a:lnTo>
                  <a:lnTo>
                    <a:pt x="92824" y="117005"/>
                  </a:lnTo>
                  <a:lnTo>
                    <a:pt x="92608" y="118262"/>
                  </a:lnTo>
                  <a:lnTo>
                    <a:pt x="92748" y="121335"/>
                  </a:lnTo>
                  <a:lnTo>
                    <a:pt x="92925" y="122008"/>
                  </a:lnTo>
                  <a:lnTo>
                    <a:pt x="92354" y="121869"/>
                  </a:lnTo>
                  <a:lnTo>
                    <a:pt x="91046" y="121945"/>
                  </a:lnTo>
                  <a:lnTo>
                    <a:pt x="89738" y="122034"/>
                  </a:lnTo>
                  <a:lnTo>
                    <a:pt x="88684" y="122428"/>
                  </a:lnTo>
                  <a:lnTo>
                    <a:pt x="88722" y="123228"/>
                  </a:lnTo>
                  <a:lnTo>
                    <a:pt x="89801" y="123494"/>
                  </a:lnTo>
                  <a:lnTo>
                    <a:pt x="92430" y="123317"/>
                  </a:lnTo>
                  <a:lnTo>
                    <a:pt x="93002" y="123113"/>
                  </a:lnTo>
                  <a:lnTo>
                    <a:pt x="92887" y="123812"/>
                  </a:lnTo>
                  <a:lnTo>
                    <a:pt x="92964" y="125336"/>
                  </a:lnTo>
                  <a:lnTo>
                    <a:pt x="93040" y="126873"/>
                  </a:lnTo>
                  <a:lnTo>
                    <a:pt x="93370" y="128092"/>
                  </a:lnTo>
                  <a:lnTo>
                    <a:pt x="94068" y="128054"/>
                  </a:lnTo>
                  <a:lnTo>
                    <a:pt x="94284" y="126796"/>
                  </a:lnTo>
                  <a:lnTo>
                    <a:pt x="94132" y="123723"/>
                  </a:lnTo>
                  <a:lnTo>
                    <a:pt x="93941" y="123037"/>
                  </a:lnTo>
                  <a:lnTo>
                    <a:pt x="94564" y="123190"/>
                  </a:lnTo>
                  <a:lnTo>
                    <a:pt x="95872" y="123101"/>
                  </a:lnTo>
                  <a:lnTo>
                    <a:pt x="97180" y="123024"/>
                  </a:lnTo>
                  <a:lnTo>
                    <a:pt x="98234" y="122631"/>
                  </a:lnTo>
                  <a:close/>
                </a:path>
                <a:path w="118745" h="145415">
                  <a:moveTo>
                    <a:pt x="118592" y="86106"/>
                  </a:moveTo>
                  <a:lnTo>
                    <a:pt x="104724" y="69951"/>
                  </a:lnTo>
                  <a:lnTo>
                    <a:pt x="104724" y="74345"/>
                  </a:lnTo>
                  <a:lnTo>
                    <a:pt x="104343" y="74244"/>
                  </a:lnTo>
                  <a:lnTo>
                    <a:pt x="101714" y="74409"/>
                  </a:lnTo>
                  <a:lnTo>
                    <a:pt x="101104" y="74650"/>
                  </a:lnTo>
                  <a:lnTo>
                    <a:pt x="101231" y="73926"/>
                  </a:lnTo>
                  <a:lnTo>
                    <a:pt x="101155" y="72402"/>
                  </a:lnTo>
                  <a:lnTo>
                    <a:pt x="101079" y="70866"/>
                  </a:lnTo>
                  <a:lnTo>
                    <a:pt x="100749" y="69697"/>
                  </a:lnTo>
                  <a:lnTo>
                    <a:pt x="104724" y="74345"/>
                  </a:lnTo>
                  <a:lnTo>
                    <a:pt x="104724" y="69951"/>
                  </a:lnTo>
                  <a:lnTo>
                    <a:pt x="104254" y="69392"/>
                  </a:lnTo>
                  <a:lnTo>
                    <a:pt x="100723" y="65278"/>
                  </a:lnTo>
                  <a:lnTo>
                    <a:pt x="100723" y="69659"/>
                  </a:lnTo>
                  <a:lnTo>
                    <a:pt x="100266" y="69684"/>
                  </a:lnTo>
                  <a:lnTo>
                    <a:pt x="100507" y="69392"/>
                  </a:lnTo>
                  <a:lnTo>
                    <a:pt x="100723" y="69659"/>
                  </a:lnTo>
                  <a:lnTo>
                    <a:pt x="100723" y="65278"/>
                  </a:lnTo>
                  <a:lnTo>
                    <a:pt x="100507" y="65024"/>
                  </a:lnTo>
                  <a:lnTo>
                    <a:pt x="86563" y="81292"/>
                  </a:lnTo>
                  <a:lnTo>
                    <a:pt x="86563" y="90182"/>
                  </a:lnTo>
                  <a:lnTo>
                    <a:pt x="85991" y="90043"/>
                  </a:lnTo>
                  <a:lnTo>
                    <a:pt x="84683" y="90119"/>
                  </a:lnTo>
                  <a:lnTo>
                    <a:pt x="83375" y="90208"/>
                  </a:lnTo>
                  <a:lnTo>
                    <a:pt x="82346" y="90589"/>
                  </a:lnTo>
                  <a:lnTo>
                    <a:pt x="82346" y="91389"/>
                  </a:lnTo>
                  <a:lnTo>
                    <a:pt x="82003" y="90970"/>
                  </a:lnTo>
                  <a:lnTo>
                    <a:pt x="82308" y="90614"/>
                  </a:lnTo>
                  <a:lnTo>
                    <a:pt x="82346" y="91389"/>
                  </a:lnTo>
                  <a:lnTo>
                    <a:pt x="82346" y="90589"/>
                  </a:lnTo>
                  <a:lnTo>
                    <a:pt x="86321" y="85940"/>
                  </a:lnTo>
                  <a:lnTo>
                    <a:pt x="86233" y="86436"/>
                  </a:lnTo>
                  <a:lnTo>
                    <a:pt x="86385" y="89496"/>
                  </a:lnTo>
                  <a:lnTo>
                    <a:pt x="86563" y="90182"/>
                  </a:lnTo>
                  <a:lnTo>
                    <a:pt x="86563" y="81292"/>
                  </a:lnTo>
                  <a:lnTo>
                    <a:pt x="79806" y="89166"/>
                  </a:lnTo>
                  <a:lnTo>
                    <a:pt x="77622" y="86626"/>
                  </a:lnTo>
                  <a:lnTo>
                    <a:pt x="77622" y="90970"/>
                  </a:lnTo>
                  <a:lnTo>
                    <a:pt x="73482" y="95796"/>
                  </a:lnTo>
                  <a:lnTo>
                    <a:pt x="73596" y="95186"/>
                  </a:lnTo>
                  <a:lnTo>
                    <a:pt x="73456" y="92125"/>
                  </a:lnTo>
                  <a:lnTo>
                    <a:pt x="73253" y="91440"/>
                  </a:lnTo>
                  <a:lnTo>
                    <a:pt x="73875" y="91579"/>
                  </a:lnTo>
                  <a:lnTo>
                    <a:pt x="75184" y="91503"/>
                  </a:lnTo>
                  <a:lnTo>
                    <a:pt x="76492" y="91414"/>
                  </a:lnTo>
                  <a:lnTo>
                    <a:pt x="77546" y="91033"/>
                  </a:lnTo>
                  <a:lnTo>
                    <a:pt x="77533" y="90881"/>
                  </a:lnTo>
                  <a:lnTo>
                    <a:pt x="77622" y="86626"/>
                  </a:lnTo>
                  <a:lnTo>
                    <a:pt x="76822" y="85686"/>
                  </a:lnTo>
                  <a:lnTo>
                    <a:pt x="76822" y="90055"/>
                  </a:lnTo>
                  <a:lnTo>
                    <a:pt x="76428" y="89954"/>
                  </a:lnTo>
                  <a:lnTo>
                    <a:pt x="73799" y="90131"/>
                  </a:lnTo>
                  <a:lnTo>
                    <a:pt x="73190" y="90360"/>
                  </a:lnTo>
                  <a:lnTo>
                    <a:pt x="73317" y="89636"/>
                  </a:lnTo>
                  <a:lnTo>
                    <a:pt x="73240" y="88112"/>
                  </a:lnTo>
                  <a:lnTo>
                    <a:pt x="73164" y="86588"/>
                  </a:lnTo>
                  <a:lnTo>
                    <a:pt x="72898" y="85636"/>
                  </a:lnTo>
                  <a:lnTo>
                    <a:pt x="72898" y="96481"/>
                  </a:lnTo>
                  <a:lnTo>
                    <a:pt x="59118" y="112547"/>
                  </a:lnTo>
                  <a:lnTo>
                    <a:pt x="54330" y="106984"/>
                  </a:lnTo>
                  <a:lnTo>
                    <a:pt x="55397" y="107226"/>
                  </a:lnTo>
                  <a:lnTo>
                    <a:pt x="58013" y="107061"/>
                  </a:lnTo>
                  <a:lnTo>
                    <a:pt x="58597" y="106857"/>
                  </a:lnTo>
                  <a:lnTo>
                    <a:pt x="58483" y="107556"/>
                  </a:lnTo>
                  <a:lnTo>
                    <a:pt x="58547" y="109080"/>
                  </a:lnTo>
                  <a:lnTo>
                    <a:pt x="58623" y="110604"/>
                  </a:lnTo>
                  <a:lnTo>
                    <a:pt x="58966" y="111836"/>
                  </a:lnTo>
                  <a:lnTo>
                    <a:pt x="59651" y="111798"/>
                  </a:lnTo>
                  <a:lnTo>
                    <a:pt x="59867" y="110540"/>
                  </a:lnTo>
                  <a:lnTo>
                    <a:pt x="59728" y="107467"/>
                  </a:lnTo>
                  <a:lnTo>
                    <a:pt x="59524" y="106794"/>
                  </a:lnTo>
                  <a:lnTo>
                    <a:pt x="60147" y="106934"/>
                  </a:lnTo>
                  <a:lnTo>
                    <a:pt x="61455" y="106845"/>
                  </a:lnTo>
                  <a:lnTo>
                    <a:pt x="62763" y="106756"/>
                  </a:lnTo>
                  <a:lnTo>
                    <a:pt x="63830" y="106375"/>
                  </a:lnTo>
                  <a:lnTo>
                    <a:pt x="63779" y="105562"/>
                  </a:lnTo>
                  <a:lnTo>
                    <a:pt x="62699" y="105308"/>
                  </a:lnTo>
                  <a:lnTo>
                    <a:pt x="60071" y="105473"/>
                  </a:lnTo>
                  <a:lnTo>
                    <a:pt x="59461" y="105714"/>
                  </a:lnTo>
                  <a:lnTo>
                    <a:pt x="59588" y="104990"/>
                  </a:lnTo>
                  <a:lnTo>
                    <a:pt x="59512" y="103454"/>
                  </a:lnTo>
                  <a:lnTo>
                    <a:pt x="59436" y="101930"/>
                  </a:lnTo>
                  <a:lnTo>
                    <a:pt x="59105" y="100711"/>
                  </a:lnTo>
                  <a:lnTo>
                    <a:pt x="58420" y="100749"/>
                  </a:lnTo>
                  <a:lnTo>
                    <a:pt x="58191" y="102006"/>
                  </a:lnTo>
                  <a:lnTo>
                    <a:pt x="58343" y="105067"/>
                  </a:lnTo>
                  <a:lnTo>
                    <a:pt x="58521" y="105752"/>
                  </a:lnTo>
                  <a:lnTo>
                    <a:pt x="57950" y="105613"/>
                  </a:lnTo>
                  <a:lnTo>
                    <a:pt x="56642" y="105689"/>
                  </a:lnTo>
                  <a:lnTo>
                    <a:pt x="55333" y="105778"/>
                  </a:lnTo>
                  <a:lnTo>
                    <a:pt x="54267" y="106159"/>
                  </a:lnTo>
                  <a:lnTo>
                    <a:pt x="54305" y="106959"/>
                  </a:lnTo>
                  <a:lnTo>
                    <a:pt x="40982" y="91414"/>
                  </a:lnTo>
                  <a:lnTo>
                    <a:pt x="42049" y="91655"/>
                  </a:lnTo>
                  <a:lnTo>
                    <a:pt x="44678" y="91490"/>
                  </a:lnTo>
                  <a:lnTo>
                    <a:pt x="45250" y="91287"/>
                  </a:lnTo>
                  <a:lnTo>
                    <a:pt x="45135" y="91986"/>
                  </a:lnTo>
                  <a:lnTo>
                    <a:pt x="45212" y="93510"/>
                  </a:lnTo>
                  <a:lnTo>
                    <a:pt x="45275" y="95046"/>
                  </a:lnTo>
                  <a:lnTo>
                    <a:pt x="45618" y="96266"/>
                  </a:lnTo>
                  <a:lnTo>
                    <a:pt x="46304" y="96227"/>
                  </a:lnTo>
                  <a:lnTo>
                    <a:pt x="46532" y="94970"/>
                  </a:lnTo>
                  <a:lnTo>
                    <a:pt x="46380" y="91897"/>
                  </a:lnTo>
                  <a:lnTo>
                    <a:pt x="46189" y="91224"/>
                  </a:lnTo>
                  <a:lnTo>
                    <a:pt x="46799" y="91363"/>
                  </a:lnTo>
                  <a:lnTo>
                    <a:pt x="48107" y="91274"/>
                  </a:lnTo>
                  <a:lnTo>
                    <a:pt x="49428" y="91198"/>
                  </a:lnTo>
                  <a:lnTo>
                    <a:pt x="50482" y="90805"/>
                  </a:lnTo>
                  <a:lnTo>
                    <a:pt x="50431" y="90004"/>
                  </a:lnTo>
                  <a:lnTo>
                    <a:pt x="49364" y="89738"/>
                  </a:lnTo>
                  <a:lnTo>
                    <a:pt x="46736" y="89903"/>
                  </a:lnTo>
                  <a:lnTo>
                    <a:pt x="46113" y="90144"/>
                  </a:lnTo>
                  <a:lnTo>
                    <a:pt x="46240" y="89420"/>
                  </a:lnTo>
                  <a:lnTo>
                    <a:pt x="46164" y="87884"/>
                  </a:lnTo>
                  <a:lnTo>
                    <a:pt x="46101" y="86360"/>
                  </a:lnTo>
                  <a:lnTo>
                    <a:pt x="45758" y="85140"/>
                  </a:lnTo>
                  <a:lnTo>
                    <a:pt x="45605" y="85153"/>
                  </a:lnTo>
                  <a:lnTo>
                    <a:pt x="58610" y="69977"/>
                  </a:lnTo>
                  <a:lnTo>
                    <a:pt x="58445" y="70942"/>
                  </a:lnTo>
                  <a:lnTo>
                    <a:pt x="58597" y="74015"/>
                  </a:lnTo>
                  <a:lnTo>
                    <a:pt x="58775" y="74688"/>
                  </a:lnTo>
                  <a:lnTo>
                    <a:pt x="58204" y="74549"/>
                  </a:lnTo>
                  <a:lnTo>
                    <a:pt x="56896" y="74625"/>
                  </a:lnTo>
                  <a:lnTo>
                    <a:pt x="55587" y="74714"/>
                  </a:lnTo>
                  <a:lnTo>
                    <a:pt x="54521" y="75095"/>
                  </a:lnTo>
                  <a:lnTo>
                    <a:pt x="54571" y="75907"/>
                  </a:lnTo>
                  <a:lnTo>
                    <a:pt x="55651" y="76174"/>
                  </a:lnTo>
                  <a:lnTo>
                    <a:pt x="58280" y="75996"/>
                  </a:lnTo>
                  <a:lnTo>
                    <a:pt x="58851" y="75793"/>
                  </a:lnTo>
                  <a:lnTo>
                    <a:pt x="58737" y="76492"/>
                  </a:lnTo>
                  <a:lnTo>
                    <a:pt x="58813" y="78016"/>
                  </a:lnTo>
                  <a:lnTo>
                    <a:pt x="58877" y="79552"/>
                  </a:lnTo>
                  <a:lnTo>
                    <a:pt x="59220" y="80772"/>
                  </a:lnTo>
                  <a:lnTo>
                    <a:pt x="59905" y="80733"/>
                  </a:lnTo>
                  <a:lnTo>
                    <a:pt x="60121" y="79476"/>
                  </a:lnTo>
                  <a:lnTo>
                    <a:pt x="59982" y="76403"/>
                  </a:lnTo>
                  <a:lnTo>
                    <a:pt x="59791" y="75730"/>
                  </a:lnTo>
                  <a:lnTo>
                    <a:pt x="60401" y="75869"/>
                  </a:lnTo>
                  <a:lnTo>
                    <a:pt x="61709" y="75780"/>
                  </a:lnTo>
                  <a:lnTo>
                    <a:pt x="63017" y="75704"/>
                  </a:lnTo>
                  <a:lnTo>
                    <a:pt x="64084" y="75311"/>
                  </a:lnTo>
                  <a:lnTo>
                    <a:pt x="72809" y="85369"/>
                  </a:lnTo>
                  <a:lnTo>
                    <a:pt x="72771" y="90919"/>
                  </a:lnTo>
                  <a:lnTo>
                    <a:pt x="72771" y="85382"/>
                  </a:lnTo>
                  <a:lnTo>
                    <a:pt x="72136" y="85394"/>
                  </a:lnTo>
                  <a:lnTo>
                    <a:pt x="71920" y="86652"/>
                  </a:lnTo>
                  <a:lnTo>
                    <a:pt x="72072" y="89725"/>
                  </a:lnTo>
                  <a:lnTo>
                    <a:pt x="72250" y="90411"/>
                  </a:lnTo>
                  <a:lnTo>
                    <a:pt x="71678" y="90258"/>
                  </a:lnTo>
                  <a:lnTo>
                    <a:pt x="70358" y="90347"/>
                  </a:lnTo>
                  <a:lnTo>
                    <a:pt x="69049" y="90424"/>
                  </a:lnTo>
                  <a:lnTo>
                    <a:pt x="67995" y="90817"/>
                  </a:lnTo>
                  <a:lnTo>
                    <a:pt x="68033" y="91617"/>
                  </a:lnTo>
                  <a:lnTo>
                    <a:pt x="69113" y="91884"/>
                  </a:lnTo>
                  <a:lnTo>
                    <a:pt x="71742" y="91719"/>
                  </a:lnTo>
                  <a:lnTo>
                    <a:pt x="72326" y="91503"/>
                  </a:lnTo>
                  <a:lnTo>
                    <a:pt x="72212" y="92202"/>
                  </a:lnTo>
                  <a:lnTo>
                    <a:pt x="72275" y="93738"/>
                  </a:lnTo>
                  <a:lnTo>
                    <a:pt x="72351" y="95262"/>
                  </a:lnTo>
                  <a:lnTo>
                    <a:pt x="72682" y="96481"/>
                  </a:lnTo>
                  <a:lnTo>
                    <a:pt x="72898" y="96481"/>
                  </a:lnTo>
                  <a:lnTo>
                    <a:pt x="72898" y="85636"/>
                  </a:lnTo>
                  <a:lnTo>
                    <a:pt x="72834" y="85407"/>
                  </a:lnTo>
                  <a:lnTo>
                    <a:pt x="76822" y="90055"/>
                  </a:lnTo>
                  <a:lnTo>
                    <a:pt x="76822" y="85686"/>
                  </a:lnTo>
                  <a:lnTo>
                    <a:pt x="63334" y="69951"/>
                  </a:lnTo>
                  <a:lnTo>
                    <a:pt x="63334" y="74345"/>
                  </a:lnTo>
                  <a:lnTo>
                    <a:pt x="62953" y="74244"/>
                  </a:lnTo>
                  <a:lnTo>
                    <a:pt x="60337" y="74409"/>
                  </a:lnTo>
                  <a:lnTo>
                    <a:pt x="59715" y="74650"/>
                  </a:lnTo>
                  <a:lnTo>
                    <a:pt x="59842" y="73926"/>
                  </a:lnTo>
                  <a:lnTo>
                    <a:pt x="59766" y="72402"/>
                  </a:lnTo>
                  <a:lnTo>
                    <a:pt x="59690" y="70866"/>
                  </a:lnTo>
                  <a:lnTo>
                    <a:pt x="59359" y="69697"/>
                  </a:lnTo>
                  <a:lnTo>
                    <a:pt x="63334" y="74345"/>
                  </a:lnTo>
                  <a:lnTo>
                    <a:pt x="63334" y="69951"/>
                  </a:lnTo>
                  <a:lnTo>
                    <a:pt x="62865" y="69392"/>
                  </a:lnTo>
                  <a:lnTo>
                    <a:pt x="59334" y="65278"/>
                  </a:lnTo>
                  <a:lnTo>
                    <a:pt x="59334" y="69659"/>
                  </a:lnTo>
                  <a:lnTo>
                    <a:pt x="58877" y="69684"/>
                  </a:lnTo>
                  <a:lnTo>
                    <a:pt x="59118" y="69392"/>
                  </a:lnTo>
                  <a:lnTo>
                    <a:pt x="59334" y="69659"/>
                  </a:lnTo>
                  <a:lnTo>
                    <a:pt x="59334" y="65278"/>
                  </a:lnTo>
                  <a:lnTo>
                    <a:pt x="59118" y="65024"/>
                  </a:lnTo>
                  <a:lnTo>
                    <a:pt x="45173" y="81305"/>
                  </a:lnTo>
                  <a:lnTo>
                    <a:pt x="45173" y="90182"/>
                  </a:lnTo>
                  <a:lnTo>
                    <a:pt x="44602" y="90043"/>
                  </a:lnTo>
                  <a:lnTo>
                    <a:pt x="43294" y="90119"/>
                  </a:lnTo>
                  <a:lnTo>
                    <a:pt x="41986" y="90208"/>
                  </a:lnTo>
                  <a:lnTo>
                    <a:pt x="40957" y="90589"/>
                  </a:lnTo>
                  <a:lnTo>
                    <a:pt x="40957" y="91389"/>
                  </a:lnTo>
                  <a:lnTo>
                    <a:pt x="40614" y="90970"/>
                  </a:lnTo>
                  <a:lnTo>
                    <a:pt x="40932" y="90601"/>
                  </a:lnTo>
                  <a:lnTo>
                    <a:pt x="40957" y="91389"/>
                  </a:lnTo>
                  <a:lnTo>
                    <a:pt x="40957" y="90589"/>
                  </a:lnTo>
                  <a:lnTo>
                    <a:pt x="44932" y="85940"/>
                  </a:lnTo>
                  <a:lnTo>
                    <a:pt x="44843" y="86436"/>
                  </a:lnTo>
                  <a:lnTo>
                    <a:pt x="44996" y="89496"/>
                  </a:lnTo>
                  <a:lnTo>
                    <a:pt x="45173" y="90182"/>
                  </a:lnTo>
                  <a:lnTo>
                    <a:pt x="45173" y="81305"/>
                  </a:lnTo>
                  <a:lnTo>
                    <a:pt x="36880" y="90970"/>
                  </a:lnTo>
                  <a:lnTo>
                    <a:pt x="59118" y="116916"/>
                  </a:lnTo>
                  <a:lnTo>
                    <a:pt x="62865" y="112547"/>
                  </a:lnTo>
                  <a:lnTo>
                    <a:pt x="79806" y="92786"/>
                  </a:lnTo>
                  <a:lnTo>
                    <a:pt x="100507" y="116916"/>
                  </a:lnTo>
                  <a:lnTo>
                    <a:pt x="104254" y="112547"/>
                  </a:lnTo>
                  <a:lnTo>
                    <a:pt x="117652" y="96926"/>
                  </a:lnTo>
                  <a:lnTo>
                    <a:pt x="117652" y="92557"/>
                  </a:lnTo>
                  <a:lnTo>
                    <a:pt x="114871" y="95796"/>
                  </a:lnTo>
                  <a:lnTo>
                    <a:pt x="114985" y="95186"/>
                  </a:lnTo>
                  <a:lnTo>
                    <a:pt x="114846" y="92125"/>
                  </a:lnTo>
                  <a:lnTo>
                    <a:pt x="114642" y="91440"/>
                  </a:lnTo>
                  <a:lnTo>
                    <a:pt x="115265" y="91579"/>
                  </a:lnTo>
                  <a:lnTo>
                    <a:pt x="117652" y="91427"/>
                  </a:lnTo>
                  <a:lnTo>
                    <a:pt x="117652" y="89966"/>
                  </a:lnTo>
                  <a:lnTo>
                    <a:pt x="115189" y="90131"/>
                  </a:lnTo>
                  <a:lnTo>
                    <a:pt x="114566" y="90360"/>
                  </a:lnTo>
                  <a:lnTo>
                    <a:pt x="114706" y="89636"/>
                  </a:lnTo>
                  <a:lnTo>
                    <a:pt x="114630" y="88112"/>
                  </a:lnTo>
                  <a:lnTo>
                    <a:pt x="114554" y="86588"/>
                  </a:lnTo>
                  <a:lnTo>
                    <a:pt x="114287" y="85610"/>
                  </a:lnTo>
                  <a:lnTo>
                    <a:pt x="114287" y="96481"/>
                  </a:lnTo>
                  <a:lnTo>
                    <a:pt x="100507" y="112547"/>
                  </a:lnTo>
                  <a:lnTo>
                    <a:pt x="95719" y="106984"/>
                  </a:lnTo>
                  <a:lnTo>
                    <a:pt x="96786" y="107226"/>
                  </a:lnTo>
                  <a:lnTo>
                    <a:pt x="99415" y="107061"/>
                  </a:lnTo>
                  <a:lnTo>
                    <a:pt x="99987" y="106857"/>
                  </a:lnTo>
                  <a:lnTo>
                    <a:pt x="99872" y="107556"/>
                  </a:lnTo>
                  <a:lnTo>
                    <a:pt x="99936" y="109080"/>
                  </a:lnTo>
                  <a:lnTo>
                    <a:pt x="100012" y="110604"/>
                  </a:lnTo>
                  <a:lnTo>
                    <a:pt x="100355" y="111836"/>
                  </a:lnTo>
                  <a:lnTo>
                    <a:pt x="101041" y="111798"/>
                  </a:lnTo>
                  <a:lnTo>
                    <a:pt x="101257" y="110540"/>
                  </a:lnTo>
                  <a:lnTo>
                    <a:pt x="101117" y="107467"/>
                  </a:lnTo>
                  <a:lnTo>
                    <a:pt x="100914" y="106794"/>
                  </a:lnTo>
                  <a:lnTo>
                    <a:pt x="101536" y="106934"/>
                  </a:lnTo>
                  <a:lnTo>
                    <a:pt x="102844" y="106845"/>
                  </a:lnTo>
                  <a:lnTo>
                    <a:pt x="104152" y="106756"/>
                  </a:lnTo>
                  <a:lnTo>
                    <a:pt x="105219" y="106375"/>
                  </a:lnTo>
                  <a:lnTo>
                    <a:pt x="105168" y="105562"/>
                  </a:lnTo>
                  <a:lnTo>
                    <a:pt x="104089" y="105308"/>
                  </a:lnTo>
                  <a:lnTo>
                    <a:pt x="101460" y="105473"/>
                  </a:lnTo>
                  <a:lnTo>
                    <a:pt x="100850" y="105714"/>
                  </a:lnTo>
                  <a:lnTo>
                    <a:pt x="100977" y="104990"/>
                  </a:lnTo>
                  <a:lnTo>
                    <a:pt x="100901" y="103454"/>
                  </a:lnTo>
                  <a:lnTo>
                    <a:pt x="100825" y="101930"/>
                  </a:lnTo>
                  <a:lnTo>
                    <a:pt x="100495" y="100711"/>
                  </a:lnTo>
                  <a:lnTo>
                    <a:pt x="99809" y="100749"/>
                  </a:lnTo>
                  <a:lnTo>
                    <a:pt x="99580" y="102006"/>
                  </a:lnTo>
                  <a:lnTo>
                    <a:pt x="99733" y="105067"/>
                  </a:lnTo>
                  <a:lnTo>
                    <a:pt x="99910" y="105752"/>
                  </a:lnTo>
                  <a:lnTo>
                    <a:pt x="99339" y="105613"/>
                  </a:lnTo>
                  <a:lnTo>
                    <a:pt x="98031" y="105689"/>
                  </a:lnTo>
                  <a:lnTo>
                    <a:pt x="96723" y="105778"/>
                  </a:lnTo>
                  <a:lnTo>
                    <a:pt x="95656" y="106159"/>
                  </a:lnTo>
                  <a:lnTo>
                    <a:pt x="95694" y="106959"/>
                  </a:lnTo>
                  <a:lnTo>
                    <a:pt x="82372" y="91414"/>
                  </a:lnTo>
                  <a:lnTo>
                    <a:pt x="83439" y="91655"/>
                  </a:lnTo>
                  <a:lnTo>
                    <a:pt x="86067" y="91490"/>
                  </a:lnTo>
                  <a:lnTo>
                    <a:pt x="86639" y="91287"/>
                  </a:lnTo>
                  <a:lnTo>
                    <a:pt x="86525" y="91986"/>
                  </a:lnTo>
                  <a:lnTo>
                    <a:pt x="86601" y="93510"/>
                  </a:lnTo>
                  <a:lnTo>
                    <a:pt x="86664" y="95046"/>
                  </a:lnTo>
                  <a:lnTo>
                    <a:pt x="87007" y="96266"/>
                  </a:lnTo>
                  <a:lnTo>
                    <a:pt x="87693" y="96227"/>
                  </a:lnTo>
                  <a:lnTo>
                    <a:pt x="87909" y="94970"/>
                  </a:lnTo>
                  <a:lnTo>
                    <a:pt x="87769" y="91897"/>
                  </a:lnTo>
                  <a:lnTo>
                    <a:pt x="87579" y="91224"/>
                  </a:lnTo>
                  <a:lnTo>
                    <a:pt x="88188" y="91363"/>
                  </a:lnTo>
                  <a:lnTo>
                    <a:pt x="89496" y="91274"/>
                  </a:lnTo>
                  <a:lnTo>
                    <a:pt x="90805" y="91198"/>
                  </a:lnTo>
                  <a:lnTo>
                    <a:pt x="91871" y="90805"/>
                  </a:lnTo>
                  <a:lnTo>
                    <a:pt x="91821" y="90004"/>
                  </a:lnTo>
                  <a:lnTo>
                    <a:pt x="90741" y="89738"/>
                  </a:lnTo>
                  <a:lnTo>
                    <a:pt x="88125" y="89903"/>
                  </a:lnTo>
                  <a:lnTo>
                    <a:pt x="87503" y="90144"/>
                  </a:lnTo>
                  <a:lnTo>
                    <a:pt x="87630" y="89420"/>
                  </a:lnTo>
                  <a:lnTo>
                    <a:pt x="87553" y="87884"/>
                  </a:lnTo>
                  <a:lnTo>
                    <a:pt x="87490" y="86360"/>
                  </a:lnTo>
                  <a:lnTo>
                    <a:pt x="87147" y="85140"/>
                  </a:lnTo>
                  <a:lnTo>
                    <a:pt x="86995" y="85153"/>
                  </a:lnTo>
                  <a:lnTo>
                    <a:pt x="99999" y="69977"/>
                  </a:lnTo>
                  <a:lnTo>
                    <a:pt x="99834" y="70942"/>
                  </a:lnTo>
                  <a:lnTo>
                    <a:pt x="99987" y="74015"/>
                  </a:lnTo>
                  <a:lnTo>
                    <a:pt x="100164" y="74688"/>
                  </a:lnTo>
                  <a:lnTo>
                    <a:pt x="99593" y="74549"/>
                  </a:lnTo>
                  <a:lnTo>
                    <a:pt x="98285" y="74625"/>
                  </a:lnTo>
                  <a:lnTo>
                    <a:pt x="96977" y="74714"/>
                  </a:lnTo>
                  <a:lnTo>
                    <a:pt x="95910" y="75095"/>
                  </a:lnTo>
                  <a:lnTo>
                    <a:pt x="95961" y="75907"/>
                  </a:lnTo>
                  <a:lnTo>
                    <a:pt x="97040" y="76174"/>
                  </a:lnTo>
                  <a:lnTo>
                    <a:pt x="99669" y="75996"/>
                  </a:lnTo>
                  <a:lnTo>
                    <a:pt x="100241" y="75793"/>
                  </a:lnTo>
                  <a:lnTo>
                    <a:pt x="100126" y="76492"/>
                  </a:lnTo>
                  <a:lnTo>
                    <a:pt x="100203" y="78016"/>
                  </a:lnTo>
                  <a:lnTo>
                    <a:pt x="100266" y="79552"/>
                  </a:lnTo>
                  <a:lnTo>
                    <a:pt x="100609" y="80772"/>
                  </a:lnTo>
                  <a:lnTo>
                    <a:pt x="101295" y="80733"/>
                  </a:lnTo>
                  <a:lnTo>
                    <a:pt x="101511" y="79476"/>
                  </a:lnTo>
                  <a:lnTo>
                    <a:pt x="101371" y="76403"/>
                  </a:lnTo>
                  <a:lnTo>
                    <a:pt x="101168" y="75730"/>
                  </a:lnTo>
                  <a:lnTo>
                    <a:pt x="101790" y="75869"/>
                  </a:lnTo>
                  <a:lnTo>
                    <a:pt x="103098" y="75780"/>
                  </a:lnTo>
                  <a:lnTo>
                    <a:pt x="104406" y="75704"/>
                  </a:lnTo>
                  <a:lnTo>
                    <a:pt x="105473" y="75311"/>
                  </a:lnTo>
                  <a:lnTo>
                    <a:pt x="114185" y="85369"/>
                  </a:lnTo>
                  <a:lnTo>
                    <a:pt x="114160" y="90919"/>
                  </a:lnTo>
                  <a:lnTo>
                    <a:pt x="114160" y="85382"/>
                  </a:lnTo>
                  <a:lnTo>
                    <a:pt x="113525" y="85394"/>
                  </a:lnTo>
                  <a:lnTo>
                    <a:pt x="113309" y="86652"/>
                  </a:lnTo>
                  <a:lnTo>
                    <a:pt x="113461" y="89725"/>
                  </a:lnTo>
                  <a:lnTo>
                    <a:pt x="113639" y="90411"/>
                  </a:lnTo>
                  <a:lnTo>
                    <a:pt x="113055" y="90258"/>
                  </a:lnTo>
                  <a:lnTo>
                    <a:pt x="111747" y="90347"/>
                  </a:lnTo>
                  <a:lnTo>
                    <a:pt x="110439" y="90424"/>
                  </a:lnTo>
                  <a:lnTo>
                    <a:pt x="109385" y="90817"/>
                  </a:lnTo>
                  <a:lnTo>
                    <a:pt x="109423" y="91617"/>
                  </a:lnTo>
                  <a:lnTo>
                    <a:pt x="110502" y="91884"/>
                  </a:lnTo>
                  <a:lnTo>
                    <a:pt x="113131" y="91719"/>
                  </a:lnTo>
                  <a:lnTo>
                    <a:pt x="113715" y="91503"/>
                  </a:lnTo>
                  <a:lnTo>
                    <a:pt x="113588" y="92202"/>
                  </a:lnTo>
                  <a:lnTo>
                    <a:pt x="113665" y="93738"/>
                  </a:lnTo>
                  <a:lnTo>
                    <a:pt x="113741" y="95262"/>
                  </a:lnTo>
                  <a:lnTo>
                    <a:pt x="114071" y="96481"/>
                  </a:lnTo>
                  <a:lnTo>
                    <a:pt x="114287" y="96481"/>
                  </a:lnTo>
                  <a:lnTo>
                    <a:pt x="114287" y="85610"/>
                  </a:lnTo>
                  <a:lnTo>
                    <a:pt x="114236" y="85420"/>
                  </a:lnTo>
                  <a:lnTo>
                    <a:pt x="117652" y="89395"/>
                  </a:lnTo>
                  <a:lnTo>
                    <a:pt x="117652" y="86106"/>
                  </a:lnTo>
                  <a:lnTo>
                    <a:pt x="118592" y="86106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10570934" y="6541916"/>
              <a:ext cx="123189" cy="83820"/>
            </a:xfrm>
            <a:custGeom>
              <a:avLst/>
              <a:gdLst/>
              <a:ahLst/>
              <a:cxnLst/>
              <a:rect l="l" t="t" r="r" b="b"/>
              <a:pathLst>
                <a:path w="123190" h="83820">
                  <a:moveTo>
                    <a:pt x="1828" y="72961"/>
                  </a:moveTo>
                  <a:lnTo>
                    <a:pt x="1790" y="72161"/>
                  </a:lnTo>
                  <a:lnTo>
                    <a:pt x="711" y="71894"/>
                  </a:lnTo>
                  <a:lnTo>
                    <a:pt x="0" y="71945"/>
                  </a:lnTo>
                  <a:lnTo>
                    <a:pt x="0" y="73406"/>
                  </a:lnTo>
                  <a:lnTo>
                    <a:pt x="774" y="73355"/>
                  </a:lnTo>
                  <a:lnTo>
                    <a:pt x="1828" y="72961"/>
                  </a:lnTo>
                  <a:close/>
                </a:path>
                <a:path w="123190" h="83820">
                  <a:moveTo>
                    <a:pt x="22694" y="10299"/>
                  </a:moveTo>
                  <a:lnTo>
                    <a:pt x="22644" y="9486"/>
                  </a:lnTo>
                  <a:lnTo>
                    <a:pt x="21577" y="9232"/>
                  </a:lnTo>
                  <a:lnTo>
                    <a:pt x="18948" y="9398"/>
                  </a:lnTo>
                  <a:lnTo>
                    <a:pt x="17894" y="9779"/>
                  </a:lnTo>
                  <a:lnTo>
                    <a:pt x="16814" y="9525"/>
                  </a:lnTo>
                  <a:lnTo>
                    <a:pt x="15506" y="9613"/>
                  </a:lnTo>
                  <a:lnTo>
                    <a:pt x="14198" y="9690"/>
                  </a:lnTo>
                  <a:lnTo>
                    <a:pt x="13144" y="10083"/>
                  </a:lnTo>
                  <a:lnTo>
                    <a:pt x="13182" y="10883"/>
                  </a:lnTo>
                  <a:lnTo>
                    <a:pt x="14262" y="11150"/>
                  </a:lnTo>
                  <a:lnTo>
                    <a:pt x="16891" y="10985"/>
                  </a:lnTo>
                  <a:lnTo>
                    <a:pt x="17462" y="10769"/>
                  </a:lnTo>
                  <a:lnTo>
                    <a:pt x="17348" y="11468"/>
                  </a:lnTo>
                  <a:lnTo>
                    <a:pt x="17424" y="13004"/>
                  </a:lnTo>
                  <a:lnTo>
                    <a:pt x="17487" y="14528"/>
                  </a:lnTo>
                  <a:lnTo>
                    <a:pt x="17830" y="15748"/>
                  </a:lnTo>
                  <a:lnTo>
                    <a:pt x="18516" y="15709"/>
                  </a:lnTo>
                  <a:lnTo>
                    <a:pt x="18745" y="14452"/>
                  </a:lnTo>
                  <a:lnTo>
                    <a:pt x="18592" y="11391"/>
                  </a:lnTo>
                  <a:lnTo>
                    <a:pt x="18402" y="10706"/>
                  </a:lnTo>
                  <a:lnTo>
                    <a:pt x="19011" y="10845"/>
                  </a:lnTo>
                  <a:lnTo>
                    <a:pt x="20320" y="10769"/>
                  </a:lnTo>
                  <a:lnTo>
                    <a:pt x="21640" y="10680"/>
                  </a:lnTo>
                  <a:lnTo>
                    <a:pt x="22694" y="10299"/>
                  </a:lnTo>
                  <a:close/>
                </a:path>
                <a:path w="123190" h="83820">
                  <a:moveTo>
                    <a:pt x="102057" y="57556"/>
                  </a:moveTo>
                  <a:lnTo>
                    <a:pt x="98310" y="53200"/>
                  </a:lnTo>
                  <a:lnTo>
                    <a:pt x="98310" y="57556"/>
                  </a:lnTo>
                  <a:lnTo>
                    <a:pt x="94170" y="62382"/>
                  </a:lnTo>
                  <a:lnTo>
                    <a:pt x="94284" y="61772"/>
                  </a:lnTo>
                  <a:lnTo>
                    <a:pt x="94132" y="58712"/>
                  </a:lnTo>
                  <a:lnTo>
                    <a:pt x="93941" y="58026"/>
                  </a:lnTo>
                  <a:lnTo>
                    <a:pt x="94564" y="58166"/>
                  </a:lnTo>
                  <a:lnTo>
                    <a:pt x="95872" y="58089"/>
                  </a:lnTo>
                  <a:lnTo>
                    <a:pt x="97180" y="58000"/>
                  </a:lnTo>
                  <a:lnTo>
                    <a:pt x="98234" y="57619"/>
                  </a:lnTo>
                  <a:lnTo>
                    <a:pt x="98221" y="57467"/>
                  </a:lnTo>
                  <a:lnTo>
                    <a:pt x="98310" y="53200"/>
                  </a:lnTo>
                  <a:lnTo>
                    <a:pt x="97523" y="52273"/>
                  </a:lnTo>
                  <a:lnTo>
                    <a:pt x="97523" y="56654"/>
                  </a:lnTo>
                  <a:lnTo>
                    <a:pt x="97116" y="56553"/>
                  </a:lnTo>
                  <a:lnTo>
                    <a:pt x="94488" y="56718"/>
                  </a:lnTo>
                  <a:lnTo>
                    <a:pt x="93865" y="56946"/>
                  </a:lnTo>
                  <a:lnTo>
                    <a:pt x="93992" y="56222"/>
                  </a:lnTo>
                  <a:lnTo>
                    <a:pt x="93929" y="54698"/>
                  </a:lnTo>
                  <a:lnTo>
                    <a:pt x="93853" y="53174"/>
                  </a:lnTo>
                  <a:lnTo>
                    <a:pt x="93586" y="52247"/>
                  </a:lnTo>
                  <a:lnTo>
                    <a:pt x="93586" y="63068"/>
                  </a:lnTo>
                  <a:lnTo>
                    <a:pt x="79806" y="79146"/>
                  </a:lnTo>
                  <a:lnTo>
                    <a:pt x="75018" y="73571"/>
                  </a:lnTo>
                  <a:lnTo>
                    <a:pt x="76073" y="73812"/>
                  </a:lnTo>
                  <a:lnTo>
                    <a:pt x="78701" y="73647"/>
                  </a:lnTo>
                  <a:lnTo>
                    <a:pt x="79286" y="73444"/>
                  </a:lnTo>
                  <a:lnTo>
                    <a:pt x="79159" y="74142"/>
                  </a:lnTo>
                  <a:lnTo>
                    <a:pt x="79235" y="75666"/>
                  </a:lnTo>
                  <a:lnTo>
                    <a:pt x="79311" y="77203"/>
                  </a:lnTo>
                  <a:lnTo>
                    <a:pt x="79641" y="78422"/>
                  </a:lnTo>
                  <a:lnTo>
                    <a:pt x="80340" y="78384"/>
                  </a:lnTo>
                  <a:lnTo>
                    <a:pt x="80556" y="77127"/>
                  </a:lnTo>
                  <a:lnTo>
                    <a:pt x="80416" y="74053"/>
                  </a:lnTo>
                  <a:lnTo>
                    <a:pt x="80213" y="73380"/>
                  </a:lnTo>
                  <a:lnTo>
                    <a:pt x="80835" y="73520"/>
                  </a:lnTo>
                  <a:lnTo>
                    <a:pt x="82143" y="73431"/>
                  </a:lnTo>
                  <a:lnTo>
                    <a:pt x="83451" y="73355"/>
                  </a:lnTo>
                  <a:lnTo>
                    <a:pt x="84505" y="72961"/>
                  </a:lnTo>
                  <a:lnTo>
                    <a:pt x="84467" y="72161"/>
                  </a:lnTo>
                  <a:lnTo>
                    <a:pt x="83388" y="71894"/>
                  </a:lnTo>
                  <a:lnTo>
                    <a:pt x="80759" y="72059"/>
                  </a:lnTo>
                  <a:lnTo>
                    <a:pt x="80137" y="72301"/>
                  </a:lnTo>
                  <a:lnTo>
                    <a:pt x="80276" y="71577"/>
                  </a:lnTo>
                  <a:lnTo>
                    <a:pt x="80200" y="70053"/>
                  </a:lnTo>
                  <a:lnTo>
                    <a:pt x="80124" y="68516"/>
                  </a:lnTo>
                  <a:lnTo>
                    <a:pt x="79794" y="67297"/>
                  </a:lnTo>
                  <a:lnTo>
                    <a:pt x="79730" y="72859"/>
                  </a:lnTo>
                  <a:lnTo>
                    <a:pt x="79730" y="67310"/>
                  </a:lnTo>
                  <a:lnTo>
                    <a:pt x="79095" y="67335"/>
                  </a:lnTo>
                  <a:lnTo>
                    <a:pt x="78879" y="68592"/>
                  </a:lnTo>
                  <a:lnTo>
                    <a:pt x="79032" y="71653"/>
                  </a:lnTo>
                  <a:lnTo>
                    <a:pt x="79209" y="72339"/>
                  </a:lnTo>
                  <a:lnTo>
                    <a:pt x="78625" y="72199"/>
                  </a:lnTo>
                  <a:lnTo>
                    <a:pt x="77317" y="72275"/>
                  </a:lnTo>
                  <a:lnTo>
                    <a:pt x="76009" y="72364"/>
                  </a:lnTo>
                  <a:lnTo>
                    <a:pt x="74955" y="72745"/>
                  </a:lnTo>
                  <a:lnTo>
                    <a:pt x="74980" y="73533"/>
                  </a:lnTo>
                  <a:lnTo>
                    <a:pt x="61671" y="58000"/>
                  </a:lnTo>
                  <a:lnTo>
                    <a:pt x="62725" y="58254"/>
                  </a:lnTo>
                  <a:lnTo>
                    <a:pt x="65354" y="58077"/>
                  </a:lnTo>
                  <a:lnTo>
                    <a:pt x="65938" y="57873"/>
                  </a:lnTo>
                  <a:lnTo>
                    <a:pt x="65811" y="58572"/>
                  </a:lnTo>
                  <a:lnTo>
                    <a:pt x="65887" y="60096"/>
                  </a:lnTo>
                  <a:lnTo>
                    <a:pt x="65963" y="61633"/>
                  </a:lnTo>
                  <a:lnTo>
                    <a:pt x="66294" y="62852"/>
                  </a:lnTo>
                  <a:lnTo>
                    <a:pt x="66992" y="62814"/>
                  </a:lnTo>
                  <a:lnTo>
                    <a:pt x="67208" y="61556"/>
                  </a:lnTo>
                  <a:lnTo>
                    <a:pt x="67068" y="58483"/>
                  </a:lnTo>
                  <a:lnTo>
                    <a:pt x="66865" y="57810"/>
                  </a:lnTo>
                  <a:lnTo>
                    <a:pt x="67487" y="57950"/>
                  </a:lnTo>
                  <a:lnTo>
                    <a:pt x="68795" y="57861"/>
                  </a:lnTo>
                  <a:lnTo>
                    <a:pt x="70104" y="57785"/>
                  </a:lnTo>
                  <a:lnTo>
                    <a:pt x="71158" y="57391"/>
                  </a:lnTo>
                  <a:lnTo>
                    <a:pt x="71120" y="56591"/>
                  </a:lnTo>
                  <a:lnTo>
                    <a:pt x="70040" y="56324"/>
                  </a:lnTo>
                  <a:lnTo>
                    <a:pt x="67411" y="56489"/>
                  </a:lnTo>
                  <a:lnTo>
                    <a:pt x="66789" y="56730"/>
                  </a:lnTo>
                  <a:lnTo>
                    <a:pt x="66929" y="56007"/>
                  </a:lnTo>
                  <a:lnTo>
                    <a:pt x="66852" y="54483"/>
                  </a:lnTo>
                  <a:lnTo>
                    <a:pt x="66776" y="52946"/>
                  </a:lnTo>
                  <a:lnTo>
                    <a:pt x="66446" y="51727"/>
                  </a:lnTo>
                  <a:lnTo>
                    <a:pt x="66294" y="51739"/>
                  </a:lnTo>
                  <a:lnTo>
                    <a:pt x="79286" y="36576"/>
                  </a:lnTo>
                  <a:lnTo>
                    <a:pt x="79133" y="37528"/>
                  </a:lnTo>
                  <a:lnTo>
                    <a:pt x="79286" y="40601"/>
                  </a:lnTo>
                  <a:lnTo>
                    <a:pt x="79463" y="41287"/>
                  </a:lnTo>
                  <a:lnTo>
                    <a:pt x="78892" y="41135"/>
                  </a:lnTo>
                  <a:lnTo>
                    <a:pt x="77571" y="41224"/>
                  </a:lnTo>
                  <a:lnTo>
                    <a:pt x="76263" y="41300"/>
                  </a:lnTo>
                  <a:lnTo>
                    <a:pt x="75209" y="41694"/>
                  </a:lnTo>
                  <a:lnTo>
                    <a:pt x="75247" y="42494"/>
                  </a:lnTo>
                  <a:lnTo>
                    <a:pt x="76327" y="42760"/>
                  </a:lnTo>
                  <a:lnTo>
                    <a:pt x="78955" y="42595"/>
                  </a:lnTo>
                  <a:lnTo>
                    <a:pt x="79540" y="42379"/>
                  </a:lnTo>
                  <a:lnTo>
                    <a:pt x="79413" y="43078"/>
                  </a:lnTo>
                  <a:lnTo>
                    <a:pt x="79489" y="44602"/>
                  </a:lnTo>
                  <a:lnTo>
                    <a:pt x="79565" y="46139"/>
                  </a:lnTo>
                  <a:lnTo>
                    <a:pt x="79895" y="47358"/>
                  </a:lnTo>
                  <a:lnTo>
                    <a:pt x="80594" y="47320"/>
                  </a:lnTo>
                  <a:lnTo>
                    <a:pt x="80810" y="46062"/>
                  </a:lnTo>
                  <a:lnTo>
                    <a:pt x="80670" y="42989"/>
                  </a:lnTo>
                  <a:lnTo>
                    <a:pt x="80467" y="42316"/>
                  </a:lnTo>
                  <a:lnTo>
                    <a:pt x="81089" y="42456"/>
                  </a:lnTo>
                  <a:lnTo>
                    <a:pt x="82397" y="42379"/>
                  </a:lnTo>
                  <a:lnTo>
                    <a:pt x="83705" y="42291"/>
                  </a:lnTo>
                  <a:lnTo>
                    <a:pt x="84759" y="41897"/>
                  </a:lnTo>
                  <a:lnTo>
                    <a:pt x="84747" y="41770"/>
                  </a:lnTo>
                  <a:lnTo>
                    <a:pt x="93497" y="51955"/>
                  </a:lnTo>
                  <a:lnTo>
                    <a:pt x="92824" y="51993"/>
                  </a:lnTo>
                  <a:lnTo>
                    <a:pt x="92608" y="53238"/>
                  </a:lnTo>
                  <a:lnTo>
                    <a:pt x="92748" y="56311"/>
                  </a:lnTo>
                  <a:lnTo>
                    <a:pt x="92925" y="56997"/>
                  </a:lnTo>
                  <a:lnTo>
                    <a:pt x="92354" y="56845"/>
                  </a:lnTo>
                  <a:lnTo>
                    <a:pt x="91046" y="56934"/>
                  </a:lnTo>
                  <a:lnTo>
                    <a:pt x="89738" y="57010"/>
                  </a:lnTo>
                  <a:lnTo>
                    <a:pt x="88684" y="57404"/>
                  </a:lnTo>
                  <a:lnTo>
                    <a:pt x="88722" y="58204"/>
                  </a:lnTo>
                  <a:lnTo>
                    <a:pt x="89801" y="58470"/>
                  </a:lnTo>
                  <a:lnTo>
                    <a:pt x="92430" y="58305"/>
                  </a:lnTo>
                  <a:lnTo>
                    <a:pt x="93002" y="58089"/>
                  </a:lnTo>
                  <a:lnTo>
                    <a:pt x="92887" y="58788"/>
                  </a:lnTo>
                  <a:lnTo>
                    <a:pt x="92964" y="60325"/>
                  </a:lnTo>
                  <a:lnTo>
                    <a:pt x="93040" y="61849"/>
                  </a:lnTo>
                  <a:lnTo>
                    <a:pt x="93370" y="63080"/>
                  </a:lnTo>
                  <a:lnTo>
                    <a:pt x="93586" y="63068"/>
                  </a:lnTo>
                  <a:lnTo>
                    <a:pt x="93586" y="52247"/>
                  </a:lnTo>
                  <a:lnTo>
                    <a:pt x="93510" y="51968"/>
                  </a:lnTo>
                  <a:lnTo>
                    <a:pt x="97523" y="56654"/>
                  </a:lnTo>
                  <a:lnTo>
                    <a:pt x="97523" y="52273"/>
                  </a:lnTo>
                  <a:lnTo>
                    <a:pt x="84023" y="36537"/>
                  </a:lnTo>
                  <a:lnTo>
                    <a:pt x="84023" y="40932"/>
                  </a:lnTo>
                  <a:lnTo>
                    <a:pt x="83642" y="40830"/>
                  </a:lnTo>
                  <a:lnTo>
                    <a:pt x="81013" y="40995"/>
                  </a:lnTo>
                  <a:lnTo>
                    <a:pt x="80391" y="41236"/>
                  </a:lnTo>
                  <a:lnTo>
                    <a:pt x="80530" y="40513"/>
                  </a:lnTo>
                  <a:lnTo>
                    <a:pt x="80454" y="38989"/>
                  </a:lnTo>
                  <a:lnTo>
                    <a:pt x="80378" y="37452"/>
                  </a:lnTo>
                  <a:lnTo>
                    <a:pt x="80048" y="36283"/>
                  </a:lnTo>
                  <a:lnTo>
                    <a:pt x="84023" y="40932"/>
                  </a:lnTo>
                  <a:lnTo>
                    <a:pt x="84023" y="36537"/>
                  </a:lnTo>
                  <a:lnTo>
                    <a:pt x="83553" y="35979"/>
                  </a:lnTo>
                  <a:lnTo>
                    <a:pt x="80022" y="31864"/>
                  </a:lnTo>
                  <a:lnTo>
                    <a:pt x="80022" y="36245"/>
                  </a:lnTo>
                  <a:lnTo>
                    <a:pt x="79984" y="41795"/>
                  </a:lnTo>
                  <a:lnTo>
                    <a:pt x="79984" y="36258"/>
                  </a:lnTo>
                  <a:lnTo>
                    <a:pt x="79565" y="36271"/>
                  </a:lnTo>
                  <a:lnTo>
                    <a:pt x="79806" y="35979"/>
                  </a:lnTo>
                  <a:lnTo>
                    <a:pt x="80022" y="36245"/>
                  </a:lnTo>
                  <a:lnTo>
                    <a:pt x="80022" y="31864"/>
                  </a:lnTo>
                  <a:lnTo>
                    <a:pt x="79806" y="31610"/>
                  </a:lnTo>
                  <a:lnTo>
                    <a:pt x="65862" y="47879"/>
                  </a:lnTo>
                  <a:lnTo>
                    <a:pt x="65862" y="56769"/>
                  </a:lnTo>
                  <a:lnTo>
                    <a:pt x="65290" y="56629"/>
                  </a:lnTo>
                  <a:lnTo>
                    <a:pt x="63969" y="56705"/>
                  </a:lnTo>
                  <a:lnTo>
                    <a:pt x="62661" y="56794"/>
                  </a:lnTo>
                  <a:lnTo>
                    <a:pt x="61633" y="57188"/>
                  </a:lnTo>
                  <a:lnTo>
                    <a:pt x="61633" y="57962"/>
                  </a:lnTo>
                  <a:lnTo>
                    <a:pt x="61302" y="57556"/>
                  </a:lnTo>
                  <a:lnTo>
                    <a:pt x="61607" y="57200"/>
                  </a:lnTo>
                  <a:lnTo>
                    <a:pt x="61633" y="57962"/>
                  </a:lnTo>
                  <a:lnTo>
                    <a:pt x="61633" y="57188"/>
                  </a:lnTo>
                  <a:lnTo>
                    <a:pt x="65608" y="52527"/>
                  </a:lnTo>
                  <a:lnTo>
                    <a:pt x="65532" y="53022"/>
                  </a:lnTo>
                  <a:lnTo>
                    <a:pt x="65684" y="56095"/>
                  </a:lnTo>
                  <a:lnTo>
                    <a:pt x="65862" y="56769"/>
                  </a:lnTo>
                  <a:lnTo>
                    <a:pt x="65862" y="47879"/>
                  </a:lnTo>
                  <a:lnTo>
                    <a:pt x="58839" y="56070"/>
                  </a:lnTo>
                  <a:lnTo>
                    <a:pt x="56375" y="53200"/>
                  </a:lnTo>
                  <a:lnTo>
                    <a:pt x="56375" y="57556"/>
                  </a:lnTo>
                  <a:lnTo>
                    <a:pt x="52235" y="62382"/>
                  </a:lnTo>
                  <a:lnTo>
                    <a:pt x="52349" y="61772"/>
                  </a:lnTo>
                  <a:lnTo>
                    <a:pt x="52209" y="58712"/>
                  </a:lnTo>
                  <a:lnTo>
                    <a:pt x="52019" y="58026"/>
                  </a:lnTo>
                  <a:lnTo>
                    <a:pt x="52628" y="58166"/>
                  </a:lnTo>
                  <a:lnTo>
                    <a:pt x="53936" y="58089"/>
                  </a:lnTo>
                  <a:lnTo>
                    <a:pt x="55245" y="58000"/>
                  </a:lnTo>
                  <a:lnTo>
                    <a:pt x="56311" y="57619"/>
                  </a:lnTo>
                  <a:lnTo>
                    <a:pt x="56299" y="57480"/>
                  </a:lnTo>
                  <a:lnTo>
                    <a:pt x="56375" y="53200"/>
                  </a:lnTo>
                  <a:lnTo>
                    <a:pt x="55587" y="52285"/>
                  </a:lnTo>
                  <a:lnTo>
                    <a:pt x="55587" y="56654"/>
                  </a:lnTo>
                  <a:lnTo>
                    <a:pt x="55181" y="56553"/>
                  </a:lnTo>
                  <a:lnTo>
                    <a:pt x="52565" y="56718"/>
                  </a:lnTo>
                  <a:lnTo>
                    <a:pt x="51943" y="56946"/>
                  </a:lnTo>
                  <a:lnTo>
                    <a:pt x="52070" y="56222"/>
                  </a:lnTo>
                  <a:lnTo>
                    <a:pt x="51993" y="54698"/>
                  </a:lnTo>
                  <a:lnTo>
                    <a:pt x="51930" y="53174"/>
                  </a:lnTo>
                  <a:lnTo>
                    <a:pt x="51650" y="52222"/>
                  </a:lnTo>
                  <a:lnTo>
                    <a:pt x="51650" y="63068"/>
                  </a:lnTo>
                  <a:lnTo>
                    <a:pt x="37871" y="79146"/>
                  </a:lnTo>
                  <a:lnTo>
                    <a:pt x="33083" y="73571"/>
                  </a:lnTo>
                  <a:lnTo>
                    <a:pt x="34150" y="73812"/>
                  </a:lnTo>
                  <a:lnTo>
                    <a:pt x="36779" y="73647"/>
                  </a:lnTo>
                  <a:lnTo>
                    <a:pt x="37350" y="73444"/>
                  </a:lnTo>
                  <a:lnTo>
                    <a:pt x="37236" y="74142"/>
                  </a:lnTo>
                  <a:lnTo>
                    <a:pt x="37312" y="75666"/>
                  </a:lnTo>
                  <a:lnTo>
                    <a:pt x="37388" y="77203"/>
                  </a:lnTo>
                  <a:lnTo>
                    <a:pt x="37719" y="78422"/>
                  </a:lnTo>
                  <a:lnTo>
                    <a:pt x="38404" y="78384"/>
                  </a:lnTo>
                  <a:lnTo>
                    <a:pt x="38633" y="77127"/>
                  </a:lnTo>
                  <a:lnTo>
                    <a:pt x="38481" y="74053"/>
                  </a:lnTo>
                  <a:lnTo>
                    <a:pt x="38290" y="73380"/>
                  </a:lnTo>
                  <a:lnTo>
                    <a:pt x="38900" y="73520"/>
                  </a:lnTo>
                  <a:lnTo>
                    <a:pt x="40220" y="73431"/>
                  </a:lnTo>
                  <a:lnTo>
                    <a:pt x="41529" y="73355"/>
                  </a:lnTo>
                  <a:lnTo>
                    <a:pt x="42583" y="72961"/>
                  </a:lnTo>
                  <a:lnTo>
                    <a:pt x="42545" y="72161"/>
                  </a:lnTo>
                  <a:lnTo>
                    <a:pt x="41465" y="71894"/>
                  </a:lnTo>
                  <a:lnTo>
                    <a:pt x="38836" y="72059"/>
                  </a:lnTo>
                  <a:lnTo>
                    <a:pt x="38214" y="72301"/>
                  </a:lnTo>
                  <a:lnTo>
                    <a:pt x="38341" y="71577"/>
                  </a:lnTo>
                  <a:lnTo>
                    <a:pt x="38277" y="70053"/>
                  </a:lnTo>
                  <a:lnTo>
                    <a:pt x="38201" y="68516"/>
                  </a:lnTo>
                  <a:lnTo>
                    <a:pt x="37858" y="67297"/>
                  </a:lnTo>
                  <a:lnTo>
                    <a:pt x="37172" y="67335"/>
                  </a:lnTo>
                  <a:lnTo>
                    <a:pt x="36957" y="68592"/>
                  </a:lnTo>
                  <a:lnTo>
                    <a:pt x="37096" y="71653"/>
                  </a:lnTo>
                  <a:lnTo>
                    <a:pt x="37274" y="72339"/>
                  </a:lnTo>
                  <a:lnTo>
                    <a:pt x="36703" y="72199"/>
                  </a:lnTo>
                  <a:lnTo>
                    <a:pt x="35394" y="72275"/>
                  </a:lnTo>
                  <a:lnTo>
                    <a:pt x="34086" y="72364"/>
                  </a:lnTo>
                  <a:lnTo>
                    <a:pt x="33032" y="72745"/>
                  </a:lnTo>
                  <a:lnTo>
                    <a:pt x="33058" y="73545"/>
                  </a:lnTo>
                  <a:lnTo>
                    <a:pt x="19748" y="58000"/>
                  </a:lnTo>
                  <a:lnTo>
                    <a:pt x="20802" y="58254"/>
                  </a:lnTo>
                  <a:lnTo>
                    <a:pt x="23431" y="58077"/>
                  </a:lnTo>
                  <a:lnTo>
                    <a:pt x="24015" y="57873"/>
                  </a:lnTo>
                  <a:lnTo>
                    <a:pt x="23888" y="58572"/>
                  </a:lnTo>
                  <a:lnTo>
                    <a:pt x="23964" y="60096"/>
                  </a:lnTo>
                  <a:lnTo>
                    <a:pt x="24041" y="61633"/>
                  </a:lnTo>
                  <a:lnTo>
                    <a:pt x="24371" y="62852"/>
                  </a:lnTo>
                  <a:lnTo>
                    <a:pt x="25069" y="62814"/>
                  </a:lnTo>
                  <a:lnTo>
                    <a:pt x="25285" y="61556"/>
                  </a:lnTo>
                  <a:lnTo>
                    <a:pt x="25133" y="58483"/>
                  </a:lnTo>
                  <a:lnTo>
                    <a:pt x="24942" y="57797"/>
                  </a:lnTo>
                  <a:lnTo>
                    <a:pt x="25565" y="57950"/>
                  </a:lnTo>
                  <a:lnTo>
                    <a:pt x="26873" y="57861"/>
                  </a:lnTo>
                  <a:lnTo>
                    <a:pt x="28181" y="57785"/>
                  </a:lnTo>
                  <a:lnTo>
                    <a:pt x="29235" y="57391"/>
                  </a:lnTo>
                  <a:lnTo>
                    <a:pt x="29197" y="56591"/>
                  </a:lnTo>
                  <a:lnTo>
                    <a:pt x="28117" y="56324"/>
                  </a:lnTo>
                  <a:lnTo>
                    <a:pt x="25488" y="56489"/>
                  </a:lnTo>
                  <a:lnTo>
                    <a:pt x="24866" y="56730"/>
                  </a:lnTo>
                  <a:lnTo>
                    <a:pt x="24993" y="56007"/>
                  </a:lnTo>
                  <a:lnTo>
                    <a:pt x="24930" y="54483"/>
                  </a:lnTo>
                  <a:lnTo>
                    <a:pt x="24853" y="52946"/>
                  </a:lnTo>
                  <a:lnTo>
                    <a:pt x="24511" y="51727"/>
                  </a:lnTo>
                  <a:lnTo>
                    <a:pt x="24358" y="51739"/>
                  </a:lnTo>
                  <a:lnTo>
                    <a:pt x="37376" y="36563"/>
                  </a:lnTo>
                  <a:lnTo>
                    <a:pt x="37211" y="37528"/>
                  </a:lnTo>
                  <a:lnTo>
                    <a:pt x="37350" y="40601"/>
                  </a:lnTo>
                  <a:lnTo>
                    <a:pt x="37541" y="41287"/>
                  </a:lnTo>
                  <a:lnTo>
                    <a:pt x="36957" y="41135"/>
                  </a:lnTo>
                  <a:lnTo>
                    <a:pt x="35648" y="41224"/>
                  </a:lnTo>
                  <a:lnTo>
                    <a:pt x="34340" y="41300"/>
                  </a:lnTo>
                  <a:lnTo>
                    <a:pt x="33286" y="41694"/>
                  </a:lnTo>
                  <a:lnTo>
                    <a:pt x="33324" y="42494"/>
                  </a:lnTo>
                  <a:lnTo>
                    <a:pt x="34404" y="42760"/>
                  </a:lnTo>
                  <a:lnTo>
                    <a:pt x="37033" y="42595"/>
                  </a:lnTo>
                  <a:lnTo>
                    <a:pt x="37604" y="42379"/>
                  </a:lnTo>
                  <a:lnTo>
                    <a:pt x="37490" y="43078"/>
                  </a:lnTo>
                  <a:lnTo>
                    <a:pt x="37566" y="44602"/>
                  </a:lnTo>
                  <a:lnTo>
                    <a:pt x="37642" y="46139"/>
                  </a:lnTo>
                  <a:lnTo>
                    <a:pt x="37973" y="47358"/>
                  </a:lnTo>
                  <a:lnTo>
                    <a:pt x="38658" y="47320"/>
                  </a:lnTo>
                  <a:lnTo>
                    <a:pt x="38887" y="46062"/>
                  </a:lnTo>
                  <a:lnTo>
                    <a:pt x="38735" y="42989"/>
                  </a:lnTo>
                  <a:lnTo>
                    <a:pt x="38544" y="42303"/>
                  </a:lnTo>
                  <a:lnTo>
                    <a:pt x="39166" y="42456"/>
                  </a:lnTo>
                  <a:lnTo>
                    <a:pt x="40474" y="42379"/>
                  </a:lnTo>
                  <a:lnTo>
                    <a:pt x="41783" y="42291"/>
                  </a:lnTo>
                  <a:lnTo>
                    <a:pt x="42837" y="41897"/>
                  </a:lnTo>
                  <a:lnTo>
                    <a:pt x="51562" y="51955"/>
                  </a:lnTo>
                  <a:lnTo>
                    <a:pt x="50901" y="51993"/>
                  </a:lnTo>
                  <a:lnTo>
                    <a:pt x="50673" y="53238"/>
                  </a:lnTo>
                  <a:lnTo>
                    <a:pt x="50825" y="56311"/>
                  </a:lnTo>
                  <a:lnTo>
                    <a:pt x="51003" y="56997"/>
                  </a:lnTo>
                  <a:lnTo>
                    <a:pt x="50431" y="56845"/>
                  </a:lnTo>
                  <a:lnTo>
                    <a:pt x="49123" y="56934"/>
                  </a:lnTo>
                  <a:lnTo>
                    <a:pt x="47815" y="57010"/>
                  </a:lnTo>
                  <a:lnTo>
                    <a:pt x="46748" y="57404"/>
                  </a:lnTo>
                  <a:lnTo>
                    <a:pt x="46799" y="58204"/>
                  </a:lnTo>
                  <a:lnTo>
                    <a:pt x="47879" y="58470"/>
                  </a:lnTo>
                  <a:lnTo>
                    <a:pt x="50507" y="58305"/>
                  </a:lnTo>
                  <a:lnTo>
                    <a:pt x="51079" y="58089"/>
                  </a:lnTo>
                  <a:lnTo>
                    <a:pt x="50965" y="58788"/>
                  </a:lnTo>
                  <a:lnTo>
                    <a:pt x="51041" y="60325"/>
                  </a:lnTo>
                  <a:lnTo>
                    <a:pt x="51104" y="61849"/>
                  </a:lnTo>
                  <a:lnTo>
                    <a:pt x="51447" y="63080"/>
                  </a:lnTo>
                  <a:lnTo>
                    <a:pt x="51650" y="63068"/>
                  </a:lnTo>
                  <a:lnTo>
                    <a:pt x="51650" y="52222"/>
                  </a:lnTo>
                  <a:lnTo>
                    <a:pt x="51587" y="51993"/>
                  </a:lnTo>
                  <a:lnTo>
                    <a:pt x="55587" y="56654"/>
                  </a:lnTo>
                  <a:lnTo>
                    <a:pt x="55587" y="52285"/>
                  </a:lnTo>
                  <a:lnTo>
                    <a:pt x="42087" y="36537"/>
                  </a:lnTo>
                  <a:lnTo>
                    <a:pt x="42087" y="40932"/>
                  </a:lnTo>
                  <a:lnTo>
                    <a:pt x="41719" y="40830"/>
                  </a:lnTo>
                  <a:lnTo>
                    <a:pt x="39090" y="40995"/>
                  </a:lnTo>
                  <a:lnTo>
                    <a:pt x="38468" y="41236"/>
                  </a:lnTo>
                  <a:lnTo>
                    <a:pt x="38595" y="40513"/>
                  </a:lnTo>
                  <a:lnTo>
                    <a:pt x="38531" y="38989"/>
                  </a:lnTo>
                  <a:lnTo>
                    <a:pt x="38455" y="37452"/>
                  </a:lnTo>
                  <a:lnTo>
                    <a:pt x="38112" y="36283"/>
                  </a:lnTo>
                  <a:lnTo>
                    <a:pt x="42087" y="40932"/>
                  </a:lnTo>
                  <a:lnTo>
                    <a:pt x="42087" y="36537"/>
                  </a:lnTo>
                  <a:lnTo>
                    <a:pt x="41617" y="35979"/>
                  </a:lnTo>
                  <a:lnTo>
                    <a:pt x="38087" y="31864"/>
                  </a:lnTo>
                  <a:lnTo>
                    <a:pt x="38087" y="36245"/>
                  </a:lnTo>
                  <a:lnTo>
                    <a:pt x="37630" y="36271"/>
                  </a:lnTo>
                  <a:lnTo>
                    <a:pt x="37871" y="35979"/>
                  </a:lnTo>
                  <a:lnTo>
                    <a:pt x="38087" y="36245"/>
                  </a:lnTo>
                  <a:lnTo>
                    <a:pt x="38087" y="31864"/>
                  </a:lnTo>
                  <a:lnTo>
                    <a:pt x="37871" y="31610"/>
                  </a:lnTo>
                  <a:lnTo>
                    <a:pt x="23926" y="47879"/>
                  </a:lnTo>
                  <a:lnTo>
                    <a:pt x="23926" y="56769"/>
                  </a:lnTo>
                  <a:lnTo>
                    <a:pt x="23355" y="56629"/>
                  </a:lnTo>
                  <a:lnTo>
                    <a:pt x="22047" y="56705"/>
                  </a:lnTo>
                  <a:lnTo>
                    <a:pt x="20739" y="56794"/>
                  </a:lnTo>
                  <a:lnTo>
                    <a:pt x="19710" y="57188"/>
                  </a:lnTo>
                  <a:lnTo>
                    <a:pt x="19710" y="57962"/>
                  </a:lnTo>
                  <a:lnTo>
                    <a:pt x="19380" y="57556"/>
                  </a:lnTo>
                  <a:lnTo>
                    <a:pt x="19685" y="57200"/>
                  </a:lnTo>
                  <a:lnTo>
                    <a:pt x="19710" y="57962"/>
                  </a:lnTo>
                  <a:lnTo>
                    <a:pt x="19710" y="57188"/>
                  </a:lnTo>
                  <a:lnTo>
                    <a:pt x="23685" y="52527"/>
                  </a:lnTo>
                  <a:lnTo>
                    <a:pt x="23609" y="53022"/>
                  </a:lnTo>
                  <a:lnTo>
                    <a:pt x="23749" y="56095"/>
                  </a:lnTo>
                  <a:lnTo>
                    <a:pt x="23926" y="56769"/>
                  </a:lnTo>
                  <a:lnTo>
                    <a:pt x="23926" y="47879"/>
                  </a:lnTo>
                  <a:lnTo>
                    <a:pt x="17500" y="55372"/>
                  </a:lnTo>
                  <a:lnTo>
                    <a:pt x="15633" y="53200"/>
                  </a:lnTo>
                  <a:lnTo>
                    <a:pt x="15633" y="57556"/>
                  </a:lnTo>
                  <a:lnTo>
                    <a:pt x="11493" y="62382"/>
                  </a:lnTo>
                  <a:lnTo>
                    <a:pt x="11607" y="61772"/>
                  </a:lnTo>
                  <a:lnTo>
                    <a:pt x="11455" y="58712"/>
                  </a:lnTo>
                  <a:lnTo>
                    <a:pt x="11264" y="58026"/>
                  </a:lnTo>
                  <a:lnTo>
                    <a:pt x="11887" y="58166"/>
                  </a:lnTo>
                  <a:lnTo>
                    <a:pt x="13195" y="58089"/>
                  </a:lnTo>
                  <a:lnTo>
                    <a:pt x="14503" y="58000"/>
                  </a:lnTo>
                  <a:lnTo>
                    <a:pt x="15557" y="57619"/>
                  </a:lnTo>
                  <a:lnTo>
                    <a:pt x="15544" y="57467"/>
                  </a:lnTo>
                  <a:lnTo>
                    <a:pt x="15633" y="53200"/>
                  </a:lnTo>
                  <a:lnTo>
                    <a:pt x="14846" y="52285"/>
                  </a:lnTo>
                  <a:lnTo>
                    <a:pt x="14846" y="56654"/>
                  </a:lnTo>
                  <a:lnTo>
                    <a:pt x="14439" y="56553"/>
                  </a:lnTo>
                  <a:lnTo>
                    <a:pt x="11811" y="56718"/>
                  </a:lnTo>
                  <a:lnTo>
                    <a:pt x="11188" y="56946"/>
                  </a:lnTo>
                  <a:lnTo>
                    <a:pt x="11315" y="56222"/>
                  </a:lnTo>
                  <a:lnTo>
                    <a:pt x="11252" y="54698"/>
                  </a:lnTo>
                  <a:lnTo>
                    <a:pt x="11176" y="53174"/>
                  </a:lnTo>
                  <a:lnTo>
                    <a:pt x="10845" y="51993"/>
                  </a:lnTo>
                  <a:lnTo>
                    <a:pt x="14846" y="56654"/>
                  </a:lnTo>
                  <a:lnTo>
                    <a:pt x="14846" y="52285"/>
                  </a:lnTo>
                  <a:lnTo>
                    <a:pt x="0" y="34963"/>
                  </a:lnTo>
                  <a:lnTo>
                    <a:pt x="0" y="39319"/>
                  </a:lnTo>
                  <a:lnTo>
                    <a:pt x="1371" y="40944"/>
                  </a:lnTo>
                  <a:lnTo>
                    <a:pt x="965" y="40830"/>
                  </a:lnTo>
                  <a:lnTo>
                    <a:pt x="0" y="40894"/>
                  </a:lnTo>
                  <a:lnTo>
                    <a:pt x="0" y="42354"/>
                  </a:lnTo>
                  <a:lnTo>
                    <a:pt x="1028" y="42291"/>
                  </a:lnTo>
                  <a:lnTo>
                    <a:pt x="2082" y="41897"/>
                  </a:lnTo>
                  <a:lnTo>
                    <a:pt x="2070" y="41744"/>
                  </a:lnTo>
                  <a:lnTo>
                    <a:pt x="10820" y="51955"/>
                  </a:lnTo>
                  <a:lnTo>
                    <a:pt x="10147" y="51993"/>
                  </a:lnTo>
                  <a:lnTo>
                    <a:pt x="9931" y="53238"/>
                  </a:lnTo>
                  <a:lnTo>
                    <a:pt x="10071" y="56311"/>
                  </a:lnTo>
                  <a:lnTo>
                    <a:pt x="10248" y="56997"/>
                  </a:lnTo>
                  <a:lnTo>
                    <a:pt x="9677" y="56845"/>
                  </a:lnTo>
                  <a:lnTo>
                    <a:pt x="8369" y="56934"/>
                  </a:lnTo>
                  <a:lnTo>
                    <a:pt x="7061" y="57010"/>
                  </a:lnTo>
                  <a:lnTo>
                    <a:pt x="6007" y="57404"/>
                  </a:lnTo>
                  <a:lnTo>
                    <a:pt x="6045" y="58204"/>
                  </a:lnTo>
                  <a:lnTo>
                    <a:pt x="7124" y="58470"/>
                  </a:lnTo>
                  <a:lnTo>
                    <a:pt x="9753" y="58305"/>
                  </a:lnTo>
                  <a:lnTo>
                    <a:pt x="10325" y="58089"/>
                  </a:lnTo>
                  <a:lnTo>
                    <a:pt x="10210" y="58788"/>
                  </a:lnTo>
                  <a:lnTo>
                    <a:pt x="10287" y="60325"/>
                  </a:lnTo>
                  <a:lnTo>
                    <a:pt x="10363" y="61849"/>
                  </a:lnTo>
                  <a:lnTo>
                    <a:pt x="10693" y="63080"/>
                  </a:lnTo>
                  <a:lnTo>
                    <a:pt x="10909" y="63068"/>
                  </a:lnTo>
                  <a:lnTo>
                    <a:pt x="0" y="75793"/>
                  </a:lnTo>
                  <a:lnTo>
                    <a:pt x="0" y="80162"/>
                  </a:lnTo>
                  <a:lnTo>
                    <a:pt x="17500" y="59753"/>
                  </a:lnTo>
                  <a:lnTo>
                    <a:pt x="37871" y="83502"/>
                  </a:lnTo>
                  <a:lnTo>
                    <a:pt x="41617" y="79146"/>
                  </a:lnTo>
                  <a:lnTo>
                    <a:pt x="58839" y="59055"/>
                  </a:lnTo>
                  <a:lnTo>
                    <a:pt x="79806" y="83502"/>
                  </a:lnTo>
                  <a:lnTo>
                    <a:pt x="83553" y="79146"/>
                  </a:lnTo>
                  <a:lnTo>
                    <a:pt x="102057" y="57556"/>
                  </a:lnTo>
                  <a:close/>
                </a:path>
                <a:path w="123190" h="83820">
                  <a:moveTo>
                    <a:pt x="122758" y="25958"/>
                  </a:moveTo>
                  <a:lnTo>
                    <a:pt x="119011" y="21590"/>
                  </a:lnTo>
                  <a:lnTo>
                    <a:pt x="119011" y="25958"/>
                  </a:lnTo>
                  <a:lnTo>
                    <a:pt x="100507" y="47536"/>
                  </a:lnTo>
                  <a:lnTo>
                    <a:pt x="95707" y="41960"/>
                  </a:lnTo>
                  <a:lnTo>
                    <a:pt x="96786" y="42214"/>
                  </a:lnTo>
                  <a:lnTo>
                    <a:pt x="99415" y="42049"/>
                  </a:lnTo>
                  <a:lnTo>
                    <a:pt x="99987" y="41833"/>
                  </a:lnTo>
                  <a:lnTo>
                    <a:pt x="99872" y="42532"/>
                  </a:lnTo>
                  <a:lnTo>
                    <a:pt x="99936" y="44056"/>
                  </a:lnTo>
                  <a:lnTo>
                    <a:pt x="100012" y="45593"/>
                  </a:lnTo>
                  <a:lnTo>
                    <a:pt x="100355" y="46812"/>
                  </a:lnTo>
                  <a:lnTo>
                    <a:pt x="101041" y="46774"/>
                  </a:lnTo>
                  <a:lnTo>
                    <a:pt x="101257" y="45516"/>
                  </a:lnTo>
                  <a:lnTo>
                    <a:pt x="101117" y="42443"/>
                  </a:lnTo>
                  <a:lnTo>
                    <a:pt x="100914" y="41770"/>
                  </a:lnTo>
                  <a:lnTo>
                    <a:pt x="101536" y="41910"/>
                  </a:lnTo>
                  <a:lnTo>
                    <a:pt x="102844" y="41821"/>
                  </a:lnTo>
                  <a:lnTo>
                    <a:pt x="104152" y="41744"/>
                  </a:lnTo>
                  <a:lnTo>
                    <a:pt x="105219" y="41351"/>
                  </a:lnTo>
                  <a:lnTo>
                    <a:pt x="105168" y="40551"/>
                  </a:lnTo>
                  <a:lnTo>
                    <a:pt x="104089" y="40284"/>
                  </a:lnTo>
                  <a:lnTo>
                    <a:pt x="101460" y="40449"/>
                  </a:lnTo>
                  <a:lnTo>
                    <a:pt x="100850" y="40678"/>
                  </a:lnTo>
                  <a:lnTo>
                    <a:pt x="100977" y="39966"/>
                  </a:lnTo>
                  <a:lnTo>
                    <a:pt x="100901" y="38442"/>
                  </a:lnTo>
                  <a:lnTo>
                    <a:pt x="100825" y="36906"/>
                  </a:lnTo>
                  <a:lnTo>
                    <a:pt x="100495" y="35687"/>
                  </a:lnTo>
                  <a:lnTo>
                    <a:pt x="99809" y="35725"/>
                  </a:lnTo>
                  <a:lnTo>
                    <a:pt x="99580" y="36982"/>
                  </a:lnTo>
                  <a:lnTo>
                    <a:pt x="99733" y="40055"/>
                  </a:lnTo>
                  <a:lnTo>
                    <a:pt x="99910" y="40741"/>
                  </a:lnTo>
                  <a:lnTo>
                    <a:pt x="99339" y="40589"/>
                  </a:lnTo>
                  <a:lnTo>
                    <a:pt x="98031" y="40678"/>
                  </a:lnTo>
                  <a:lnTo>
                    <a:pt x="96723" y="40754"/>
                  </a:lnTo>
                  <a:lnTo>
                    <a:pt x="95656" y="41148"/>
                  </a:lnTo>
                  <a:lnTo>
                    <a:pt x="95694" y="41948"/>
                  </a:lnTo>
                  <a:lnTo>
                    <a:pt x="82359" y="26390"/>
                  </a:lnTo>
                  <a:lnTo>
                    <a:pt x="83439" y="26644"/>
                  </a:lnTo>
                  <a:lnTo>
                    <a:pt x="86067" y="26479"/>
                  </a:lnTo>
                  <a:lnTo>
                    <a:pt x="86639" y="26263"/>
                  </a:lnTo>
                  <a:lnTo>
                    <a:pt x="86525" y="26962"/>
                  </a:lnTo>
                  <a:lnTo>
                    <a:pt x="86601" y="28498"/>
                  </a:lnTo>
                  <a:lnTo>
                    <a:pt x="86664" y="30022"/>
                  </a:lnTo>
                  <a:lnTo>
                    <a:pt x="87007" y="31242"/>
                  </a:lnTo>
                  <a:lnTo>
                    <a:pt x="87693" y="31203"/>
                  </a:lnTo>
                  <a:lnTo>
                    <a:pt x="87909" y="29946"/>
                  </a:lnTo>
                  <a:lnTo>
                    <a:pt x="87769" y="26885"/>
                  </a:lnTo>
                  <a:lnTo>
                    <a:pt x="87579" y="26200"/>
                  </a:lnTo>
                  <a:lnTo>
                    <a:pt x="88188" y="26339"/>
                  </a:lnTo>
                  <a:lnTo>
                    <a:pt x="89496" y="26263"/>
                  </a:lnTo>
                  <a:lnTo>
                    <a:pt x="90805" y="26174"/>
                  </a:lnTo>
                  <a:lnTo>
                    <a:pt x="91871" y="25793"/>
                  </a:lnTo>
                  <a:lnTo>
                    <a:pt x="91821" y="24980"/>
                  </a:lnTo>
                  <a:lnTo>
                    <a:pt x="90741" y="24714"/>
                  </a:lnTo>
                  <a:lnTo>
                    <a:pt x="88125" y="24892"/>
                  </a:lnTo>
                  <a:lnTo>
                    <a:pt x="87503" y="25120"/>
                  </a:lnTo>
                  <a:lnTo>
                    <a:pt x="87630" y="24396"/>
                  </a:lnTo>
                  <a:lnTo>
                    <a:pt x="87553" y="22872"/>
                  </a:lnTo>
                  <a:lnTo>
                    <a:pt x="87490" y="21336"/>
                  </a:lnTo>
                  <a:lnTo>
                    <a:pt x="87147" y="20116"/>
                  </a:lnTo>
                  <a:lnTo>
                    <a:pt x="86995" y="20129"/>
                  </a:lnTo>
                  <a:lnTo>
                    <a:pt x="100507" y="4368"/>
                  </a:lnTo>
                  <a:lnTo>
                    <a:pt x="114185" y="20345"/>
                  </a:lnTo>
                  <a:lnTo>
                    <a:pt x="113525" y="20383"/>
                  </a:lnTo>
                  <a:lnTo>
                    <a:pt x="113309" y="21640"/>
                  </a:lnTo>
                  <a:lnTo>
                    <a:pt x="113461" y="24701"/>
                  </a:lnTo>
                  <a:lnTo>
                    <a:pt x="113792" y="25933"/>
                  </a:lnTo>
                  <a:lnTo>
                    <a:pt x="114477" y="25882"/>
                  </a:lnTo>
                  <a:lnTo>
                    <a:pt x="114706" y="24625"/>
                  </a:lnTo>
                  <a:lnTo>
                    <a:pt x="114630" y="23088"/>
                  </a:lnTo>
                  <a:lnTo>
                    <a:pt x="114554" y="21564"/>
                  </a:lnTo>
                  <a:lnTo>
                    <a:pt x="114236" y="20396"/>
                  </a:lnTo>
                  <a:lnTo>
                    <a:pt x="119011" y="25958"/>
                  </a:lnTo>
                  <a:lnTo>
                    <a:pt x="119011" y="21590"/>
                  </a:lnTo>
                  <a:lnTo>
                    <a:pt x="104254" y="4368"/>
                  </a:lnTo>
                  <a:lnTo>
                    <a:pt x="100507" y="0"/>
                  </a:lnTo>
                  <a:lnTo>
                    <a:pt x="86563" y="16281"/>
                  </a:lnTo>
                  <a:lnTo>
                    <a:pt x="86563" y="25171"/>
                  </a:lnTo>
                  <a:lnTo>
                    <a:pt x="85991" y="25019"/>
                  </a:lnTo>
                  <a:lnTo>
                    <a:pt x="84683" y="25107"/>
                  </a:lnTo>
                  <a:lnTo>
                    <a:pt x="83375" y="25184"/>
                  </a:lnTo>
                  <a:lnTo>
                    <a:pt x="82346" y="25577"/>
                  </a:lnTo>
                  <a:lnTo>
                    <a:pt x="82346" y="26377"/>
                  </a:lnTo>
                  <a:lnTo>
                    <a:pt x="82003" y="25958"/>
                  </a:lnTo>
                  <a:lnTo>
                    <a:pt x="82308" y="25603"/>
                  </a:lnTo>
                  <a:lnTo>
                    <a:pt x="82346" y="26377"/>
                  </a:lnTo>
                  <a:lnTo>
                    <a:pt x="82346" y="25577"/>
                  </a:lnTo>
                  <a:lnTo>
                    <a:pt x="86321" y="20929"/>
                  </a:lnTo>
                  <a:lnTo>
                    <a:pt x="86233" y="21412"/>
                  </a:lnTo>
                  <a:lnTo>
                    <a:pt x="86385" y="24485"/>
                  </a:lnTo>
                  <a:lnTo>
                    <a:pt x="86563" y="25171"/>
                  </a:lnTo>
                  <a:lnTo>
                    <a:pt x="86563" y="16281"/>
                  </a:lnTo>
                  <a:lnTo>
                    <a:pt x="79806" y="24155"/>
                  </a:lnTo>
                  <a:lnTo>
                    <a:pt x="77622" y="21615"/>
                  </a:lnTo>
                  <a:lnTo>
                    <a:pt x="77622" y="25958"/>
                  </a:lnTo>
                  <a:lnTo>
                    <a:pt x="73482" y="30784"/>
                  </a:lnTo>
                  <a:lnTo>
                    <a:pt x="73596" y="30175"/>
                  </a:lnTo>
                  <a:lnTo>
                    <a:pt x="73456" y="27101"/>
                  </a:lnTo>
                  <a:lnTo>
                    <a:pt x="73253" y="26428"/>
                  </a:lnTo>
                  <a:lnTo>
                    <a:pt x="73875" y="26568"/>
                  </a:lnTo>
                  <a:lnTo>
                    <a:pt x="75184" y="26479"/>
                  </a:lnTo>
                  <a:lnTo>
                    <a:pt x="76492" y="26390"/>
                  </a:lnTo>
                  <a:lnTo>
                    <a:pt x="77546" y="26009"/>
                  </a:lnTo>
                  <a:lnTo>
                    <a:pt x="77533" y="25869"/>
                  </a:lnTo>
                  <a:lnTo>
                    <a:pt x="77622" y="21615"/>
                  </a:lnTo>
                  <a:lnTo>
                    <a:pt x="76822" y="20675"/>
                  </a:lnTo>
                  <a:lnTo>
                    <a:pt x="76822" y="25044"/>
                  </a:lnTo>
                  <a:lnTo>
                    <a:pt x="76428" y="24942"/>
                  </a:lnTo>
                  <a:lnTo>
                    <a:pt x="73799" y="25107"/>
                  </a:lnTo>
                  <a:lnTo>
                    <a:pt x="73190" y="25349"/>
                  </a:lnTo>
                  <a:lnTo>
                    <a:pt x="73317" y="24625"/>
                  </a:lnTo>
                  <a:lnTo>
                    <a:pt x="73240" y="23088"/>
                  </a:lnTo>
                  <a:lnTo>
                    <a:pt x="73164" y="21564"/>
                  </a:lnTo>
                  <a:lnTo>
                    <a:pt x="72898" y="20586"/>
                  </a:lnTo>
                  <a:lnTo>
                    <a:pt x="72898" y="31470"/>
                  </a:lnTo>
                  <a:lnTo>
                    <a:pt x="59118" y="47536"/>
                  </a:lnTo>
                  <a:lnTo>
                    <a:pt x="54317" y="41960"/>
                  </a:lnTo>
                  <a:lnTo>
                    <a:pt x="55397" y="42214"/>
                  </a:lnTo>
                  <a:lnTo>
                    <a:pt x="58013" y="42049"/>
                  </a:lnTo>
                  <a:lnTo>
                    <a:pt x="58597" y="41833"/>
                  </a:lnTo>
                  <a:lnTo>
                    <a:pt x="58483" y="42532"/>
                  </a:lnTo>
                  <a:lnTo>
                    <a:pt x="58547" y="44056"/>
                  </a:lnTo>
                  <a:lnTo>
                    <a:pt x="58623" y="45593"/>
                  </a:lnTo>
                  <a:lnTo>
                    <a:pt x="58966" y="46812"/>
                  </a:lnTo>
                  <a:lnTo>
                    <a:pt x="59651" y="46774"/>
                  </a:lnTo>
                  <a:lnTo>
                    <a:pt x="59867" y="45516"/>
                  </a:lnTo>
                  <a:lnTo>
                    <a:pt x="59728" y="42443"/>
                  </a:lnTo>
                  <a:lnTo>
                    <a:pt x="59524" y="41770"/>
                  </a:lnTo>
                  <a:lnTo>
                    <a:pt x="60147" y="41910"/>
                  </a:lnTo>
                  <a:lnTo>
                    <a:pt x="61455" y="41821"/>
                  </a:lnTo>
                  <a:lnTo>
                    <a:pt x="62763" y="41744"/>
                  </a:lnTo>
                  <a:lnTo>
                    <a:pt x="63830" y="41351"/>
                  </a:lnTo>
                  <a:lnTo>
                    <a:pt x="63779" y="40551"/>
                  </a:lnTo>
                  <a:lnTo>
                    <a:pt x="62699" y="40284"/>
                  </a:lnTo>
                  <a:lnTo>
                    <a:pt x="60071" y="40449"/>
                  </a:lnTo>
                  <a:lnTo>
                    <a:pt x="59461" y="40678"/>
                  </a:lnTo>
                  <a:lnTo>
                    <a:pt x="59588" y="39966"/>
                  </a:lnTo>
                  <a:lnTo>
                    <a:pt x="59512" y="38442"/>
                  </a:lnTo>
                  <a:lnTo>
                    <a:pt x="59436" y="36906"/>
                  </a:lnTo>
                  <a:lnTo>
                    <a:pt x="59105" y="35687"/>
                  </a:lnTo>
                  <a:lnTo>
                    <a:pt x="58420" y="35725"/>
                  </a:lnTo>
                  <a:lnTo>
                    <a:pt x="58191" y="36982"/>
                  </a:lnTo>
                  <a:lnTo>
                    <a:pt x="58343" y="40055"/>
                  </a:lnTo>
                  <a:lnTo>
                    <a:pt x="58521" y="40741"/>
                  </a:lnTo>
                  <a:lnTo>
                    <a:pt x="57950" y="40589"/>
                  </a:lnTo>
                  <a:lnTo>
                    <a:pt x="56642" y="40678"/>
                  </a:lnTo>
                  <a:lnTo>
                    <a:pt x="55333" y="40754"/>
                  </a:lnTo>
                  <a:lnTo>
                    <a:pt x="54267" y="41148"/>
                  </a:lnTo>
                  <a:lnTo>
                    <a:pt x="54305" y="41948"/>
                  </a:lnTo>
                  <a:lnTo>
                    <a:pt x="40970" y="26390"/>
                  </a:lnTo>
                  <a:lnTo>
                    <a:pt x="42049" y="26644"/>
                  </a:lnTo>
                  <a:lnTo>
                    <a:pt x="44678" y="26479"/>
                  </a:lnTo>
                  <a:lnTo>
                    <a:pt x="45250" y="26263"/>
                  </a:lnTo>
                  <a:lnTo>
                    <a:pt x="45135" y="26962"/>
                  </a:lnTo>
                  <a:lnTo>
                    <a:pt x="45212" y="28498"/>
                  </a:lnTo>
                  <a:lnTo>
                    <a:pt x="45275" y="30022"/>
                  </a:lnTo>
                  <a:lnTo>
                    <a:pt x="45618" y="31242"/>
                  </a:lnTo>
                  <a:lnTo>
                    <a:pt x="46304" y="31203"/>
                  </a:lnTo>
                  <a:lnTo>
                    <a:pt x="46532" y="29946"/>
                  </a:lnTo>
                  <a:lnTo>
                    <a:pt x="46380" y="26885"/>
                  </a:lnTo>
                  <a:lnTo>
                    <a:pt x="46189" y="26200"/>
                  </a:lnTo>
                  <a:lnTo>
                    <a:pt x="46799" y="26339"/>
                  </a:lnTo>
                  <a:lnTo>
                    <a:pt x="48107" y="26263"/>
                  </a:lnTo>
                  <a:lnTo>
                    <a:pt x="49428" y="26174"/>
                  </a:lnTo>
                  <a:lnTo>
                    <a:pt x="50482" y="25793"/>
                  </a:lnTo>
                  <a:lnTo>
                    <a:pt x="50431" y="24980"/>
                  </a:lnTo>
                  <a:lnTo>
                    <a:pt x="49364" y="24714"/>
                  </a:lnTo>
                  <a:lnTo>
                    <a:pt x="46736" y="24892"/>
                  </a:lnTo>
                  <a:lnTo>
                    <a:pt x="46113" y="25120"/>
                  </a:lnTo>
                  <a:lnTo>
                    <a:pt x="46240" y="24396"/>
                  </a:lnTo>
                  <a:lnTo>
                    <a:pt x="46164" y="22872"/>
                  </a:lnTo>
                  <a:lnTo>
                    <a:pt x="46101" y="21336"/>
                  </a:lnTo>
                  <a:lnTo>
                    <a:pt x="45758" y="20116"/>
                  </a:lnTo>
                  <a:lnTo>
                    <a:pt x="45605" y="20129"/>
                  </a:lnTo>
                  <a:lnTo>
                    <a:pt x="58610" y="4953"/>
                  </a:lnTo>
                  <a:lnTo>
                    <a:pt x="58445" y="5918"/>
                  </a:lnTo>
                  <a:lnTo>
                    <a:pt x="58597" y="8991"/>
                  </a:lnTo>
                  <a:lnTo>
                    <a:pt x="58775" y="9677"/>
                  </a:lnTo>
                  <a:lnTo>
                    <a:pt x="58204" y="9525"/>
                  </a:lnTo>
                  <a:lnTo>
                    <a:pt x="56896" y="9613"/>
                  </a:lnTo>
                  <a:lnTo>
                    <a:pt x="55587" y="9690"/>
                  </a:lnTo>
                  <a:lnTo>
                    <a:pt x="54521" y="10083"/>
                  </a:lnTo>
                  <a:lnTo>
                    <a:pt x="54571" y="10883"/>
                  </a:lnTo>
                  <a:lnTo>
                    <a:pt x="55651" y="11150"/>
                  </a:lnTo>
                  <a:lnTo>
                    <a:pt x="58280" y="10985"/>
                  </a:lnTo>
                  <a:lnTo>
                    <a:pt x="58851" y="10769"/>
                  </a:lnTo>
                  <a:lnTo>
                    <a:pt x="58737" y="11468"/>
                  </a:lnTo>
                  <a:lnTo>
                    <a:pt x="58813" y="13004"/>
                  </a:lnTo>
                  <a:lnTo>
                    <a:pt x="58877" y="14528"/>
                  </a:lnTo>
                  <a:lnTo>
                    <a:pt x="59220" y="15748"/>
                  </a:lnTo>
                  <a:lnTo>
                    <a:pt x="59905" y="15709"/>
                  </a:lnTo>
                  <a:lnTo>
                    <a:pt x="60121" y="14452"/>
                  </a:lnTo>
                  <a:lnTo>
                    <a:pt x="59982" y="11391"/>
                  </a:lnTo>
                  <a:lnTo>
                    <a:pt x="59791" y="10706"/>
                  </a:lnTo>
                  <a:lnTo>
                    <a:pt x="60401" y="10845"/>
                  </a:lnTo>
                  <a:lnTo>
                    <a:pt x="61709" y="10769"/>
                  </a:lnTo>
                  <a:lnTo>
                    <a:pt x="63017" y="10680"/>
                  </a:lnTo>
                  <a:lnTo>
                    <a:pt x="64084" y="10299"/>
                  </a:lnTo>
                  <a:lnTo>
                    <a:pt x="72796" y="20345"/>
                  </a:lnTo>
                  <a:lnTo>
                    <a:pt x="72136" y="20383"/>
                  </a:lnTo>
                  <a:lnTo>
                    <a:pt x="71920" y="21640"/>
                  </a:lnTo>
                  <a:lnTo>
                    <a:pt x="72072" y="24701"/>
                  </a:lnTo>
                  <a:lnTo>
                    <a:pt x="72250" y="25387"/>
                  </a:lnTo>
                  <a:lnTo>
                    <a:pt x="71678" y="25234"/>
                  </a:lnTo>
                  <a:lnTo>
                    <a:pt x="70358" y="25323"/>
                  </a:lnTo>
                  <a:lnTo>
                    <a:pt x="69049" y="25412"/>
                  </a:lnTo>
                  <a:lnTo>
                    <a:pt x="67995" y="25793"/>
                  </a:lnTo>
                  <a:lnTo>
                    <a:pt x="68033" y="26606"/>
                  </a:lnTo>
                  <a:lnTo>
                    <a:pt x="69113" y="26860"/>
                  </a:lnTo>
                  <a:lnTo>
                    <a:pt x="71742" y="26695"/>
                  </a:lnTo>
                  <a:lnTo>
                    <a:pt x="72326" y="26492"/>
                  </a:lnTo>
                  <a:lnTo>
                    <a:pt x="72212" y="27190"/>
                  </a:lnTo>
                  <a:lnTo>
                    <a:pt x="72275" y="28714"/>
                  </a:lnTo>
                  <a:lnTo>
                    <a:pt x="72351" y="30238"/>
                  </a:lnTo>
                  <a:lnTo>
                    <a:pt x="72682" y="31470"/>
                  </a:lnTo>
                  <a:lnTo>
                    <a:pt x="72898" y="31470"/>
                  </a:lnTo>
                  <a:lnTo>
                    <a:pt x="72898" y="20586"/>
                  </a:lnTo>
                  <a:lnTo>
                    <a:pt x="72847" y="20396"/>
                  </a:lnTo>
                  <a:lnTo>
                    <a:pt x="76822" y="25044"/>
                  </a:lnTo>
                  <a:lnTo>
                    <a:pt x="76822" y="20675"/>
                  </a:lnTo>
                  <a:lnTo>
                    <a:pt x="63347" y="4940"/>
                  </a:lnTo>
                  <a:lnTo>
                    <a:pt x="63347" y="9334"/>
                  </a:lnTo>
                  <a:lnTo>
                    <a:pt x="62953" y="9232"/>
                  </a:lnTo>
                  <a:lnTo>
                    <a:pt x="60337" y="9398"/>
                  </a:lnTo>
                  <a:lnTo>
                    <a:pt x="59715" y="9626"/>
                  </a:lnTo>
                  <a:lnTo>
                    <a:pt x="59842" y="8902"/>
                  </a:lnTo>
                  <a:lnTo>
                    <a:pt x="59766" y="7378"/>
                  </a:lnTo>
                  <a:lnTo>
                    <a:pt x="59690" y="5854"/>
                  </a:lnTo>
                  <a:lnTo>
                    <a:pt x="59359" y="4673"/>
                  </a:lnTo>
                  <a:lnTo>
                    <a:pt x="63347" y="9334"/>
                  </a:lnTo>
                  <a:lnTo>
                    <a:pt x="63347" y="4940"/>
                  </a:lnTo>
                  <a:lnTo>
                    <a:pt x="62865" y="4368"/>
                  </a:lnTo>
                  <a:lnTo>
                    <a:pt x="59334" y="254"/>
                  </a:lnTo>
                  <a:lnTo>
                    <a:pt x="59334" y="4635"/>
                  </a:lnTo>
                  <a:lnTo>
                    <a:pt x="58877" y="4660"/>
                  </a:lnTo>
                  <a:lnTo>
                    <a:pt x="59118" y="4368"/>
                  </a:lnTo>
                  <a:lnTo>
                    <a:pt x="59334" y="4635"/>
                  </a:lnTo>
                  <a:lnTo>
                    <a:pt x="59334" y="254"/>
                  </a:lnTo>
                  <a:lnTo>
                    <a:pt x="59118" y="0"/>
                  </a:lnTo>
                  <a:lnTo>
                    <a:pt x="45173" y="16281"/>
                  </a:lnTo>
                  <a:lnTo>
                    <a:pt x="45173" y="25171"/>
                  </a:lnTo>
                  <a:lnTo>
                    <a:pt x="44602" y="25019"/>
                  </a:lnTo>
                  <a:lnTo>
                    <a:pt x="43294" y="25107"/>
                  </a:lnTo>
                  <a:lnTo>
                    <a:pt x="41986" y="25184"/>
                  </a:lnTo>
                  <a:lnTo>
                    <a:pt x="40957" y="25577"/>
                  </a:lnTo>
                  <a:lnTo>
                    <a:pt x="40957" y="26377"/>
                  </a:lnTo>
                  <a:lnTo>
                    <a:pt x="40614" y="25958"/>
                  </a:lnTo>
                  <a:lnTo>
                    <a:pt x="40932" y="25590"/>
                  </a:lnTo>
                  <a:lnTo>
                    <a:pt x="40957" y="26377"/>
                  </a:lnTo>
                  <a:lnTo>
                    <a:pt x="40957" y="25577"/>
                  </a:lnTo>
                  <a:lnTo>
                    <a:pt x="44932" y="20929"/>
                  </a:lnTo>
                  <a:lnTo>
                    <a:pt x="44843" y="21412"/>
                  </a:lnTo>
                  <a:lnTo>
                    <a:pt x="44996" y="24485"/>
                  </a:lnTo>
                  <a:lnTo>
                    <a:pt x="45173" y="25171"/>
                  </a:lnTo>
                  <a:lnTo>
                    <a:pt x="45173" y="16281"/>
                  </a:lnTo>
                  <a:lnTo>
                    <a:pt x="36880" y="25958"/>
                  </a:lnTo>
                  <a:lnTo>
                    <a:pt x="59118" y="51904"/>
                  </a:lnTo>
                  <a:lnTo>
                    <a:pt x="62865" y="47536"/>
                  </a:lnTo>
                  <a:lnTo>
                    <a:pt x="79806" y="27774"/>
                  </a:lnTo>
                  <a:lnTo>
                    <a:pt x="100507" y="51904"/>
                  </a:lnTo>
                  <a:lnTo>
                    <a:pt x="104254" y="47536"/>
                  </a:lnTo>
                  <a:lnTo>
                    <a:pt x="122758" y="25958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10666844" y="6541916"/>
              <a:ext cx="1174115" cy="148590"/>
            </a:xfrm>
            <a:custGeom>
              <a:avLst/>
              <a:gdLst/>
              <a:ahLst/>
              <a:cxnLst/>
              <a:rect l="l" t="t" r="r" b="b"/>
              <a:pathLst>
                <a:path w="1174115" h="148590">
                  <a:moveTo>
                    <a:pt x="9563" y="10299"/>
                  </a:moveTo>
                  <a:lnTo>
                    <a:pt x="9512" y="9486"/>
                  </a:lnTo>
                  <a:lnTo>
                    <a:pt x="8432" y="9232"/>
                  </a:lnTo>
                  <a:lnTo>
                    <a:pt x="5803" y="9398"/>
                  </a:lnTo>
                  <a:lnTo>
                    <a:pt x="5194" y="9626"/>
                  </a:lnTo>
                  <a:lnTo>
                    <a:pt x="5321" y="8902"/>
                  </a:lnTo>
                  <a:lnTo>
                    <a:pt x="5245" y="7378"/>
                  </a:lnTo>
                  <a:lnTo>
                    <a:pt x="5168" y="5854"/>
                  </a:lnTo>
                  <a:lnTo>
                    <a:pt x="4838" y="4622"/>
                  </a:lnTo>
                  <a:lnTo>
                    <a:pt x="4152" y="4660"/>
                  </a:lnTo>
                  <a:lnTo>
                    <a:pt x="3924" y="5918"/>
                  </a:lnTo>
                  <a:lnTo>
                    <a:pt x="4076" y="8991"/>
                  </a:lnTo>
                  <a:lnTo>
                    <a:pt x="4254" y="9677"/>
                  </a:lnTo>
                  <a:lnTo>
                    <a:pt x="3683" y="9525"/>
                  </a:lnTo>
                  <a:lnTo>
                    <a:pt x="2374" y="9613"/>
                  </a:lnTo>
                  <a:lnTo>
                    <a:pt x="1066" y="9690"/>
                  </a:lnTo>
                  <a:lnTo>
                    <a:pt x="0" y="10083"/>
                  </a:lnTo>
                  <a:lnTo>
                    <a:pt x="50" y="10883"/>
                  </a:lnTo>
                  <a:lnTo>
                    <a:pt x="1130" y="11150"/>
                  </a:lnTo>
                  <a:lnTo>
                    <a:pt x="3759" y="10985"/>
                  </a:lnTo>
                  <a:lnTo>
                    <a:pt x="4330" y="10769"/>
                  </a:lnTo>
                  <a:lnTo>
                    <a:pt x="4216" y="11468"/>
                  </a:lnTo>
                  <a:lnTo>
                    <a:pt x="4292" y="13004"/>
                  </a:lnTo>
                  <a:lnTo>
                    <a:pt x="4356" y="14528"/>
                  </a:lnTo>
                  <a:lnTo>
                    <a:pt x="4699" y="15748"/>
                  </a:lnTo>
                  <a:lnTo>
                    <a:pt x="5384" y="15709"/>
                  </a:lnTo>
                  <a:lnTo>
                    <a:pt x="5600" y="14452"/>
                  </a:lnTo>
                  <a:lnTo>
                    <a:pt x="5461" y="11391"/>
                  </a:lnTo>
                  <a:lnTo>
                    <a:pt x="5257" y="10706"/>
                  </a:lnTo>
                  <a:lnTo>
                    <a:pt x="5880" y="10845"/>
                  </a:lnTo>
                  <a:lnTo>
                    <a:pt x="7188" y="10769"/>
                  </a:lnTo>
                  <a:lnTo>
                    <a:pt x="8496" y="10680"/>
                  </a:lnTo>
                  <a:lnTo>
                    <a:pt x="9563" y="10299"/>
                  </a:lnTo>
                  <a:close/>
                </a:path>
                <a:path w="1174115" h="148590">
                  <a:moveTo>
                    <a:pt x="23025" y="26009"/>
                  </a:moveTo>
                  <a:lnTo>
                    <a:pt x="22987" y="25196"/>
                  </a:lnTo>
                  <a:lnTo>
                    <a:pt x="21907" y="24942"/>
                  </a:lnTo>
                  <a:lnTo>
                    <a:pt x="19278" y="25107"/>
                  </a:lnTo>
                  <a:lnTo>
                    <a:pt x="18656" y="25349"/>
                  </a:lnTo>
                  <a:lnTo>
                    <a:pt x="18796" y="24625"/>
                  </a:lnTo>
                  <a:lnTo>
                    <a:pt x="18719" y="23088"/>
                  </a:lnTo>
                  <a:lnTo>
                    <a:pt x="18643" y="21564"/>
                  </a:lnTo>
                  <a:lnTo>
                    <a:pt x="18313" y="20332"/>
                  </a:lnTo>
                  <a:lnTo>
                    <a:pt x="17614" y="20383"/>
                  </a:lnTo>
                  <a:lnTo>
                    <a:pt x="17399" y="21640"/>
                  </a:lnTo>
                  <a:lnTo>
                    <a:pt x="17551" y="24701"/>
                  </a:lnTo>
                  <a:lnTo>
                    <a:pt x="17729" y="25387"/>
                  </a:lnTo>
                  <a:lnTo>
                    <a:pt x="17145" y="25234"/>
                  </a:lnTo>
                  <a:lnTo>
                    <a:pt x="15836" y="25323"/>
                  </a:lnTo>
                  <a:lnTo>
                    <a:pt x="14528" y="25412"/>
                  </a:lnTo>
                  <a:lnTo>
                    <a:pt x="13474" y="25793"/>
                  </a:lnTo>
                  <a:lnTo>
                    <a:pt x="13512" y="26606"/>
                  </a:lnTo>
                  <a:lnTo>
                    <a:pt x="14592" y="26860"/>
                  </a:lnTo>
                  <a:lnTo>
                    <a:pt x="17221" y="26695"/>
                  </a:lnTo>
                  <a:lnTo>
                    <a:pt x="17805" y="26492"/>
                  </a:lnTo>
                  <a:lnTo>
                    <a:pt x="17678" y="27190"/>
                  </a:lnTo>
                  <a:lnTo>
                    <a:pt x="17754" y="28714"/>
                  </a:lnTo>
                  <a:lnTo>
                    <a:pt x="17830" y="30238"/>
                  </a:lnTo>
                  <a:lnTo>
                    <a:pt x="18161" y="31470"/>
                  </a:lnTo>
                  <a:lnTo>
                    <a:pt x="18859" y="31432"/>
                  </a:lnTo>
                  <a:lnTo>
                    <a:pt x="19075" y="30175"/>
                  </a:lnTo>
                  <a:lnTo>
                    <a:pt x="18935" y="27101"/>
                  </a:lnTo>
                  <a:lnTo>
                    <a:pt x="18732" y="26428"/>
                  </a:lnTo>
                  <a:lnTo>
                    <a:pt x="19354" y="26568"/>
                  </a:lnTo>
                  <a:lnTo>
                    <a:pt x="20662" y="26479"/>
                  </a:lnTo>
                  <a:lnTo>
                    <a:pt x="21971" y="26390"/>
                  </a:lnTo>
                  <a:lnTo>
                    <a:pt x="23025" y="26009"/>
                  </a:lnTo>
                  <a:close/>
                </a:path>
                <a:path w="1174115" h="148590">
                  <a:moveTo>
                    <a:pt x="1155941" y="25958"/>
                  </a:moveTo>
                  <a:lnTo>
                    <a:pt x="1152194" y="21590"/>
                  </a:lnTo>
                  <a:lnTo>
                    <a:pt x="1152194" y="25958"/>
                  </a:lnTo>
                  <a:lnTo>
                    <a:pt x="1133690" y="47536"/>
                  </a:lnTo>
                  <a:lnTo>
                    <a:pt x="1115542" y="26390"/>
                  </a:lnTo>
                  <a:lnTo>
                    <a:pt x="1116622" y="26644"/>
                  </a:lnTo>
                  <a:lnTo>
                    <a:pt x="1119251" y="26479"/>
                  </a:lnTo>
                  <a:lnTo>
                    <a:pt x="1119822" y="26263"/>
                  </a:lnTo>
                  <a:lnTo>
                    <a:pt x="1119708" y="26962"/>
                  </a:lnTo>
                  <a:lnTo>
                    <a:pt x="1119784" y="28498"/>
                  </a:lnTo>
                  <a:lnTo>
                    <a:pt x="1119847" y="30022"/>
                  </a:lnTo>
                  <a:lnTo>
                    <a:pt x="1120190" y="31242"/>
                  </a:lnTo>
                  <a:lnTo>
                    <a:pt x="1120876" y="31203"/>
                  </a:lnTo>
                  <a:lnTo>
                    <a:pt x="1121105" y="29946"/>
                  </a:lnTo>
                  <a:lnTo>
                    <a:pt x="1120952" y="26885"/>
                  </a:lnTo>
                  <a:lnTo>
                    <a:pt x="1120762" y="26200"/>
                  </a:lnTo>
                  <a:lnTo>
                    <a:pt x="1121371" y="26339"/>
                  </a:lnTo>
                  <a:lnTo>
                    <a:pt x="1122692" y="26263"/>
                  </a:lnTo>
                  <a:lnTo>
                    <a:pt x="1124000" y="26174"/>
                  </a:lnTo>
                  <a:lnTo>
                    <a:pt x="1125054" y="25793"/>
                  </a:lnTo>
                  <a:lnTo>
                    <a:pt x="1125016" y="24980"/>
                  </a:lnTo>
                  <a:lnTo>
                    <a:pt x="1123937" y="24714"/>
                  </a:lnTo>
                  <a:lnTo>
                    <a:pt x="1121308" y="24892"/>
                  </a:lnTo>
                  <a:lnTo>
                    <a:pt x="1120686" y="25120"/>
                  </a:lnTo>
                  <a:lnTo>
                    <a:pt x="1120813" y="24396"/>
                  </a:lnTo>
                  <a:lnTo>
                    <a:pt x="1120736" y="22872"/>
                  </a:lnTo>
                  <a:lnTo>
                    <a:pt x="1120673" y="21336"/>
                  </a:lnTo>
                  <a:lnTo>
                    <a:pt x="1120330" y="20116"/>
                  </a:lnTo>
                  <a:lnTo>
                    <a:pt x="1120178" y="20129"/>
                  </a:lnTo>
                  <a:lnTo>
                    <a:pt x="1133690" y="4368"/>
                  </a:lnTo>
                  <a:lnTo>
                    <a:pt x="1152194" y="25958"/>
                  </a:lnTo>
                  <a:lnTo>
                    <a:pt x="1152194" y="21590"/>
                  </a:lnTo>
                  <a:lnTo>
                    <a:pt x="1137437" y="4368"/>
                  </a:lnTo>
                  <a:lnTo>
                    <a:pt x="1133690" y="0"/>
                  </a:lnTo>
                  <a:lnTo>
                    <a:pt x="1119746" y="16268"/>
                  </a:lnTo>
                  <a:lnTo>
                    <a:pt x="1119746" y="25171"/>
                  </a:lnTo>
                  <a:lnTo>
                    <a:pt x="1119174" y="25019"/>
                  </a:lnTo>
                  <a:lnTo>
                    <a:pt x="1117866" y="25107"/>
                  </a:lnTo>
                  <a:lnTo>
                    <a:pt x="1116558" y="25184"/>
                  </a:lnTo>
                  <a:lnTo>
                    <a:pt x="1115529" y="25577"/>
                  </a:lnTo>
                  <a:lnTo>
                    <a:pt x="1115529" y="26377"/>
                  </a:lnTo>
                  <a:lnTo>
                    <a:pt x="1115187" y="25958"/>
                  </a:lnTo>
                  <a:lnTo>
                    <a:pt x="1115504" y="25590"/>
                  </a:lnTo>
                  <a:lnTo>
                    <a:pt x="1115529" y="26377"/>
                  </a:lnTo>
                  <a:lnTo>
                    <a:pt x="1115529" y="25577"/>
                  </a:lnTo>
                  <a:lnTo>
                    <a:pt x="1119505" y="20916"/>
                  </a:lnTo>
                  <a:lnTo>
                    <a:pt x="1119428" y="21412"/>
                  </a:lnTo>
                  <a:lnTo>
                    <a:pt x="1119568" y="24485"/>
                  </a:lnTo>
                  <a:lnTo>
                    <a:pt x="1119746" y="25171"/>
                  </a:lnTo>
                  <a:lnTo>
                    <a:pt x="1119746" y="16268"/>
                  </a:lnTo>
                  <a:lnTo>
                    <a:pt x="1111440" y="25958"/>
                  </a:lnTo>
                  <a:lnTo>
                    <a:pt x="1133690" y="51904"/>
                  </a:lnTo>
                  <a:lnTo>
                    <a:pt x="1137437" y="47536"/>
                  </a:lnTo>
                  <a:lnTo>
                    <a:pt x="1155941" y="25958"/>
                  </a:lnTo>
                  <a:close/>
                </a:path>
                <a:path w="1174115" h="148590">
                  <a:moveTo>
                    <a:pt x="1173492" y="119545"/>
                  </a:moveTo>
                  <a:lnTo>
                    <a:pt x="1172337" y="118198"/>
                  </a:lnTo>
                  <a:lnTo>
                    <a:pt x="1172337" y="122580"/>
                  </a:lnTo>
                  <a:lnTo>
                    <a:pt x="1168196" y="127406"/>
                  </a:lnTo>
                  <a:lnTo>
                    <a:pt x="1168311" y="126796"/>
                  </a:lnTo>
                  <a:lnTo>
                    <a:pt x="1168171" y="123723"/>
                  </a:lnTo>
                  <a:lnTo>
                    <a:pt x="1167980" y="123050"/>
                  </a:lnTo>
                  <a:lnTo>
                    <a:pt x="1168590" y="123190"/>
                  </a:lnTo>
                  <a:lnTo>
                    <a:pt x="1169898" y="123101"/>
                  </a:lnTo>
                  <a:lnTo>
                    <a:pt x="1171206" y="123024"/>
                  </a:lnTo>
                  <a:lnTo>
                    <a:pt x="1172273" y="122631"/>
                  </a:lnTo>
                  <a:lnTo>
                    <a:pt x="1172260" y="122504"/>
                  </a:lnTo>
                  <a:lnTo>
                    <a:pt x="1172337" y="118198"/>
                  </a:lnTo>
                  <a:lnTo>
                    <a:pt x="1171536" y="117271"/>
                  </a:lnTo>
                  <a:lnTo>
                    <a:pt x="1171536" y="121666"/>
                  </a:lnTo>
                  <a:lnTo>
                    <a:pt x="1171155" y="121564"/>
                  </a:lnTo>
                  <a:lnTo>
                    <a:pt x="1168527" y="121729"/>
                  </a:lnTo>
                  <a:lnTo>
                    <a:pt x="1167892" y="121970"/>
                  </a:lnTo>
                  <a:lnTo>
                    <a:pt x="1168031" y="121246"/>
                  </a:lnTo>
                  <a:lnTo>
                    <a:pt x="1167955" y="119722"/>
                  </a:lnTo>
                  <a:lnTo>
                    <a:pt x="1167892" y="118186"/>
                  </a:lnTo>
                  <a:lnTo>
                    <a:pt x="1167612" y="117246"/>
                  </a:lnTo>
                  <a:lnTo>
                    <a:pt x="1167612" y="128092"/>
                  </a:lnTo>
                  <a:lnTo>
                    <a:pt x="1153845" y="144157"/>
                  </a:lnTo>
                  <a:lnTo>
                    <a:pt x="1149045" y="138582"/>
                  </a:lnTo>
                  <a:lnTo>
                    <a:pt x="1150112" y="138836"/>
                  </a:lnTo>
                  <a:lnTo>
                    <a:pt x="1152740" y="138671"/>
                  </a:lnTo>
                  <a:lnTo>
                    <a:pt x="1153312" y="138455"/>
                  </a:lnTo>
                  <a:lnTo>
                    <a:pt x="1153198" y="139153"/>
                  </a:lnTo>
                  <a:lnTo>
                    <a:pt x="1153274" y="140690"/>
                  </a:lnTo>
                  <a:lnTo>
                    <a:pt x="1153350" y="142214"/>
                  </a:lnTo>
                  <a:lnTo>
                    <a:pt x="1153680" y="143446"/>
                  </a:lnTo>
                  <a:lnTo>
                    <a:pt x="1154366" y="143395"/>
                  </a:lnTo>
                  <a:lnTo>
                    <a:pt x="1154595" y="142138"/>
                  </a:lnTo>
                  <a:lnTo>
                    <a:pt x="1154442" y="139077"/>
                  </a:lnTo>
                  <a:lnTo>
                    <a:pt x="1154252" y="138391"/>
                  </a:lnTo>
                  <a:lnTo>
                    <a:pt x="1154861" y="138531"/>
                  </a:lnTo>
                  <a:lnTo>
                    <a:pt x="1156182" y="138455"/>
                  </a:lnTo>
                  <a:lnTo>
                    <a:pt x="1157490" y="138366"/>
                  </a:lnTo>
                  <a:lnTo>
                    <a:pt x="1158544" y="137985"/>
                  </a:lnTo>
                  <a:lnTo>
                    <a:pt x="1158506" y="137172"/>
                  </a:lnTo>
                  <a:lnTo>
                    <a:pt x="1157427" y="136918"/>
                  </a:lnTo>
                  <a:lnTo>
                    <a:pt x="1154798" y="137083"/>
                  </a:lnTo>
                  <a:lnTo>
                    <a:pt x="1154176" y="137325"/>
                  </a:lnTo>
                  <a:lnTo>
                    <a:pt x="1154303" y="136588"/>
                  </a:lnTo>
                  <a:lnTo>
                    <a:pt x="1154239" y="135064"/>
                  </a:lnTo>
                  <a:lnTo>
                    <a:pt x="1154163" y="133540"/>
                  </a:lnTo>
                  <a:lnTo>
                    <a:pt x="1153820" y="132308"/>
                  </a:lnTo>
                  <a:lnTo>
                    <a:pt x="1153134" y="132359"/>
                  </a:lnTo>
                  <a:lnTo>
                    <a:pt x="1152918" y="133616"/>
                  </a:lnTo>
                  <a:lnTo>
                    <a:pt x="1153058" y="136677"/>
                  </a:lnTo>
                  <a:lnTo>
                    <a:pt x="1153236" y="137363"/>
                  </a:lnTo>
                  <a:lnTo>
                    <a:pt x="1152664" y="137210"/>
                  </a:lnTo>
                  <a:lnTo>
                    <a:pt x="1151356" y="137299"/>
                  </a:lnTo>
                  <a:lnTo>
                    <a:pt x="1150048" y="137375"/>
                  </a:lnTo>
                  <a:lnTo>
                    <a:pt x="1148994" y="137769"/>
                  </a:lnTo>
                  <a:lnTo>
                    <a:pt x="1149019" y="138557"/>
                  </a:lnTo>
                  <a:lnTo>
                    <a:pt x="1135710" y="123024"/>
                  </a:lnTo>
                  <a:lnTo>
                    <a:pt x="1136764" y="123266"/>
                  </a:lnTo>
                  <a:lnTo>
                    <a:pt x="1139393" y="123101"/>
                  </a:lnTo>
                  <a:lnTo>
                    <a:pt x="1139964" y="122885"/>
                  </a:lnTo>
                  <a:lnTo>
                    <a:pt x="1139850" y="123596"/>
                  </a:lnTo>
                  <a:lnTo>
                    <a:pt x="1139926" y="125120"/>
                  </a:lnTo>
                  <a:lnTo>
                    <a:pt x="1140002" y="126644"/>
                  </a:lnTo>
                  <a:lnTo>
                    <a:pt x="1140333" y="127876"/>
                  </a:lnTo>
                  <a:lnTo>
                    <a:pt x="1141018" y="127825"/>
                  </a:lnTo>
                  <a:lnTo>
                    <a:pt x="1141247" y="126580"/>
                  </a:lnTo>
                  <a:lnTo>
                    <a:pt x="1141095" y="123507"/>
                  </a:lnTo>
                  <a:lnTo>
                    <a:pt x="1140904" y="122821"/>
                  </a:lnTo>
                  <a:lnTo>
                    <a:pt x="1141526" y="122974"/>
                  </a:lnTo>
                  <a:lnTo>
                    <a:pt x="1142834" y="122885"/>
                  </a:lnTo>
                  <a:lnTo>
                    <a:pt x="1144143" y="122796"/>
                  </a:lnTo>
                  <a:lnTo>
                    <a:pt x="1145197" y="122415"/>
                  </a:lnTo>
                  <a:lnTo>
                    <a:pt x="1145159" y="121615"/>
                  </a:lnTo>
                  <a:lnTo>
                    <a:pt x="1144079" y="121348"/>
                  </a:lnTo>
                  <a:lnTo>
                    <a:pt x="1141450" y="121513"/>
                  </a:lnTo>
                  <a:lnTo>
                    <a:pt x="1140815" y="121754"/>
                  </a:lnTo>
                  <a:lnTo>
                    <a:pt x="1140955" y="121031"/>
                  </a:lnTo>
                  <a:lnTo>
                    <a:pt x="1140891" y="119494"/>
                  </a:lnTo>
                  <a:lnTo>
                    <a:pt x="1140815" y="117970"/>
                  </a:lnTo>
                  <a:lnTo>
                    <a:pt x="1140472" y="116738"/>
                  </a:lnTo>
                  <a:lnTo>
                    <a:pt x="1140333" y="116751"/>
                  </a:lnTo>
                  <a:lnTo>
                    <a:pt x="1153337" y="101587"/>
                  </a:lnTo>
                  <a:lnTo>
                    <a:pt x="1153172" y="102552"/>
                  </a:lnTo>
                  <a:lnTo>
                    <a:pt x="1153312" y="105613"/>
                  </a:lnTo>
                  <a:lnTo>
                    <a:pt x="1153490" y="106299"/>
                  </a:lnTo>
                  <a:lnTo>
                    <a:pt x="1152918" y="106159"/>
                  </a:lnTo>
                  <a:lnTo>
                    <a:pt x="1151610" y="106235"/>
                  </a:lnTo>
                  <a:lnTo>
                    <a:pt x="1150302" y="106324"/>
                  </a:lnTo>
                  <a:lnTo>
                    <a:pt x="1149248" y="106705"/>
                  </a:lnTo>
                  <a:lnTo>
                    <a:pt x="1149286" y="107518"/>
                  </a:lnTo>
                  <a:lnTo>
                    <a:pt x="1150366" y="107772"/>
                  </a:lnTo>
                  <a:lnTo>
                    <a:pt x="1152994" y="107607"/>
                  </a:lnTo>
                  <a:lnTo>
                    <a:pt x="1153566" y="107403"/>
                  </a:lnTo>
                  <a:lnTo>
                    <a:pt x="1153452" y="108102"/>
                  </a:lnTo>
                  <a:lnTo>
                    <a:pt x="1153528" y="109626"/>
                  </a:lnTo>
                  <a:lnTo>
                    <a:pt x="1153604" y="111150"/>
                  </a:lnTo>
                  <a:lnTo>
                    <a:pt x="1153934" y="112382"/>
                  </a:lnTo>
                  <a:lnTo>
                    <a:pt x="1154620" y="112344"/>
                  </a:lnTo>
                  <a:lnTo>
                    <a:pt x="1154849" y="111086"/>
                  </a:lnTo>
                  <a:lnTo>
                    <a:pt x="1154696" y="108013"/>
                  </a:lnTo>
                  <a:lnTo>
                    <a:pt x="1154506" y="107327"/>
                  </a:lnTo>
                  <a:lnTo>
                    <a:pt x="1155128" y="107480"/>
                  </a:lnTo>
                  <a:lnTo>
                    <a:pt x="1156436" y="107391"/>
                  </a:lnTo>
                  <a:lnTo>
                    <a:pt x="1157744" y="107315"/>
                  </a:lnTo>
                  <a:lnTo>
                    <a:pt x="1158798" y="106921"/>
                  </a:lnTo>
                  <a:lnTo>
                    <a:pt x="1158786" y="106794"/>
                  </a:lnTo>
                  <a:lnTo>
                    <a:pt x="1167523" y="116979"/>
                  </a:lnTo>
                  <a:lnTo>
                    <a:pt x="1166863" y="117005"/>
                  </a:lnTo>
                  <a:lnTo>
                    <a:pt x="1166634" y="118262"/>
                  </a:lnTo>
                  <a:lnTo>
                    <a:pt x="1166787" y="121335"/>
                  </a:lnTo>
                  <a:lnTo>
                    <a:pt x="1166964" y="122008"/>
                  </a:lnTo>
                  <a:lnTo>
                    <a:pt x="1166393" y="121869"/>
                  </a:lnTo>
                  <a:lnTo>
                    <a:pt x="1165085" y="121945"/>
                  </a:lnTo>
                  <a:lnTo>
                    <a:pt x="1163777" y="122034"/>
                  </a:lnTo>
                  <a:lnTo>
                    <a:pt x="1162710" y="122428"/>
                  </a:lnTo>
                  <a:lnTo>
                    <a:pt x="1162761" y="123228"/>
                  </a:lnTo>
                  <a:lnTo>
                    <a:pt x="1163840" y="123494"/>
                  </a:lnTo>
                  <a:lnTo>
                    <a:pt x="1166469" y="123317"/>
                  </a:lnTo>
                  <a:lnTo>
                    <a:pt x="1167041" y="123113"/>
                  </a:lnTo>
                  <a:lnTo>
                    <a:pt x="1166926" y="123812"/>
                  </a:lnTo>
                  <a:lnTo>
                    <a:pt x="1167003" y="125336"/>
                  </a:lnTo>
                  <a:lnTo>
                    <a:pt x="1167066" y="126873"/>
                  </a:lnTo>
                  <a:lnTo>
                    <a:pt x="1167409" y="128092"/>
                  </a:lnTo>
                  <a:lnTo>
                    <a:pt x="1167612" y="128092"/>
                  </a:lnTo>
                  <a:lnTo>
                    <a:pt x="1167612" y="117246"/>
                  </a:lnTo>
                  <a:lnTo>
                    <a:pt x="1167549" y="117017"/>
                  </a:lnTo>
                  <a:lnTo>
                    <a:pt x="1171536" y="121666"/>
                  </a:lnTo>
                  <a:lnTo>
                    <a:pt x="1171536" y="117271"/>
                  </a:lnTo>
                  <a:lnTo>
                    <a:pt x="1158074" y="101587"/>
                  </a:lnTo>
                  <a:lnTo>
                    <a:pt x="1158074" y="105956"/>
                  </a:lnTo>
                  <a:lnTo>
                    <a:pt x="1157681" y="105854"/>
                  </a:lnTo>
                  <a:lnTo>
                    <a:pt x="1155052" y="106019"/>
                  </a:lnTo>
                  <a:lnTo>
                    <a:pt x="1154430" y="106260"/>
                  </a:lnTo>
                  <a:lnTo>
                    <a:pt x="1154557" y="105537"/>
                  </a:lnTo>
                  <a:lnTo>
                    <a:pt x="1154493" y="104000"/>
                  </a:lnTo>
                  <a:lnTo>
                    <a:pt x="1154417" y="102476"/>
                  </a:lnTo>
                  <a:lnTo>
                    <a:pt x="1154074" y="101282"/>
                  </a:lnTo>
                  <a:lnTo>
                    <a:pt x="1158074" y="105956"/>
                  </a:lnTo>
                  <a:lnTo>
                    <a:pt x="1158074" y="101587"/>
                  </a:lnTo>
                  <a:lnTo>
                    <a:pt x="1157579" y="101003"/>
                  </a:lnTo>
                  <a:lnTo>
                    <a:pt x="1154061" y="96888"/>
                  </a:lnTo>
                  <a:lnTo>
                    <a:pt x="1154061" y="101269"/>
                  </a:lnTo>
                  <a:lnTo>
                    <a:pt x="1153604" y="101295"/>
                  </a:lnTo>
                  <a:lnTo>
                    <a:pt x="1153845" y="101003"/>
                  </a:lnTo>
                  <a:lnTo>
                    <a:pt x="1154061" y="101269"/>
                  </a:lnTo>
                  <a:lnTo>
                    <a:pt x="1154061" y="96888"/>
                  </a:lnTo>
                  <a:lnTo>
                    <a:pt x="1153845" y="96634"/>
                  </a:lnTo>
                  <a:lnTo>
                    <a:pt x="1139888" y="112915"/>
                  </a:lnTo>
                  <a:lnTo>
                    <a:pt x="1139888" y="121793"/>
                  </a:lnTo>
                  <a:lnTo>
                    <a:pt x="1139317" y="121640"/>
                  </a:lnTo>
                  <a:lnTo>
                    <a:pt x="1138008" y="121729"/>
                  </a:lnTo>
                  <a:lnTo>
                    <a:pt x="1136700" y="121818"/>
                  </a:lnTo>
                  <a:lnTo>
                    <a:pt x="1135672" y="122199"/>
                  </a:lnTo>
                  <a:lnTo>
                    <a:pt x="1135672" y="122986"/>
                  </a:lnTo>
                  <a:lnTo>
                    <a:pt x="1135341" y="122580"/>
                  </a:lnTo>
                  <a:lnTo>
                    <a:pt x="1135646" y="122224"/>
                  </a:lnTo>
                  <a:lnTo>
                    <a:pt x="1135672" y="122986"/>
                  </a:lnTo>
                  <a:lnTo>
                    <a:pt x="1135672" y="122199"/>
                  </a:lnTo>
                  <a:lnTo>
                    <a:pt x="1139647" y="117551"/>
                  </a:lnTo>
                  <a:lnTo>
                    <a:pt x="1139571" y="118046"/>
                  </a:lnTo>
                  <a:lnTo>
                    <a:pt x="1139710" y="121107"/>
                  </a:lnTo>
                  <a:lnTo>
                    <a:pt x="1139888" y="121793"/>
                  </a:lnTo>
                  <a:lnTo>
                    <a:pt x="1139888" y="112915"/>
                  </a:lnTo>
                  <a:lnTo>
                    <a:pt x="1133462" y="120408"/>
                  </a:lnTo>
                  <a:lnTo>
                    <a:pt x="1131595" y="118237"/>
                  </a:lnTo>
                  <a:lnTo>
                    <a:pt x="1131595" y="122580"/>
                  </a:lnTo>
                  <a:lnTo>
                    <a:pt x="1127455" y="127406"/>
                  </a:lnTo>
                  <a:lnTo>
                    <a:pt x="1127569" y="126796"/>
                  </a:lnTo>
                  <a:lnTo>
                    <a:pt x="1127417" y="123723"/>
                  </a:lnTo>
                  <a:lnTo>
                    <a:pt x="1127226" y="123050"/>
                  </a:lnTo>
                  <a:lnTo>
                    <a:pt x="1127848" y="123190"/>
                  </a:lnTo>
                  <a:lnTo>
                    <a:pt x="1129157" y="123101"/>
                  </a:lnTo>
                  <a:lnTo>
                    <a:pt x="1130465" y="123024"/>
                  </a:lnTo>
                  <a:lnTo>
                    <a:pt x="1131519" y="122631"/>
                  </a:lnTo>
                  <a:lnTo>
                    <a:pt x="1131506" y="122491"/>
                  </a:lnTo>
                  <a:lnTo>
                    <a:pt x="1131595" y="118237"/>
                  </a:lnTo>
                  <a:lnTo>
                    <a:pt x="1130795" y="117297"/>
                  </a:lnTo>
                  <a:lnTo>
                    <a:pt x="1130795" y="121666"/>
                  </a:lnTo>
                  <a:lnTo>
                    <a:pt x="1130401" y="121564"/>
                  </a:lnTo>
                  <a:lnTo>
                    <a:pt x="1127772" y="121729"/>
                  </a:lnTo>
                  <a:lnTo>
                    <a:pt x="1127137" y="121970"/>
                  </a:lnTo>
                  <a:lnTo>
                    <a:pt x="1127277" y="121246"/>
                  </a:lnTo>
                  <a:lnTo>
                    <a:pt x="1127213" y="119722"/>
                  </a:lnTo>
                  <a:lnTo>
                    <a:pt x="1127137" y="118186"/>
                  </a:lnTo>
                  <a:lnTo>
                    <a:pt x="1126871" y="117246"/>
                  </a:lnTo>
                  <a:lnTo>
                    <a:pt x="1126871" y="128092"/>
                  </a:lnTo>
                  <a:lnTo>
                    <a:pt x="1113091" y="144157"/>
                  </a:lnTo>
                  <a:lnTo>
                    <a:pt x="1108290" y="138582"/>
                  </a:lnTo>
                  <a:lnTo>
                    <a:pt x="1109357" y="138836"/>
                  </a:lnTo>
                  <a:lnTo>
                    <a:pt x="1111986" y="138671"/>
                  </a:lnTo>
                  <a:lnTo>
                    <a:pt x="1112570" y="138455"/>
                  </a:lnTo>
                  <a:lnTo>
                    <a:pt x="1112443" y="139153"/>
                  </a:lnTo>
                  <a:lnTo>
                    <a:pt x="1112520" y="140690"/>
                  </a:lnTo>
                  <a:lnTo>
                    <a:pt x="1112596" y="142214"/>
                  </a:lnTo>
                  <a:lnTo>
                    <a:pt x="1112926" y="143446"/>
                  </a:lnTo>
                  <a:lnTo>
                    <a:pt x="1113624" y="143395"/>
                  </a:lnTo>
                  <a:lnTo>
                    <a:pt x="1113840" y="142138"/>
                  </a:lnTo>
                  <a:lnTo>
                    <a:pt x="1113701" y="139077"/>
                  </a:lnTo>
                  <a:lnTo>
                    <a:pt x="1113497" y="138391"/>
                  </a:lnTo>
                  <a:lnTo>
                    <a:pt x="1114120" y="138531"/>
                  </a:lnTo>
                  <a:lnTo>
                    <a:pt x="1115428" y="138455"/>
                  </a:lnTo>
                  <a:lnTo>
                    <a:pt x="1116736" y="138366"/>
                  </a:lnTo>
                  <a:lnTo>
                    <a:pt x="1117790" y="137985"/>
                  </a:lnTo>
                  <a:lnTo>
                    <a:pt x="1117752" y="137172"/>
                  </a:lnTo>
                  <a:lnTo>
                    <a:pt x="1116672" y="136918"/>
                  </a:lnTo>
                  <a:lnTo>
                    <a:pt x="1114044" y="137083"/>
                  </a:lnTo>
                  <a:lnTo>
                    <a:pt x="1113421" y="137325"/>
                  </a:lnTo>
                  <a:lnTo>
                    <a:pt x="1113561" y="136588"/>
                  </a:lnTo>
                  <a:lnTo>
                    <a:pt x="1113485" y="135064"/>
                  </a:lnTo>
                  <a:lnTo>
                    <a:pt x="1113409" y="133540"/>
                  </a:lnTo>
                  <a:lnTo>
                    <a:pt x="1113078" y="132308"/>
                  </a:lnTo>
                  <a:lnTo>
                    <a:pt x="1112380" y="132359"/>
                  </a:lnTo>
                  <a:lnTo>
                    <a:pt x="1112164" y="133616"/>
                  </a:lnTo>
                  <a:lnTo>
                    <a:pt x="1112316" y="136677"/>
                  </a:lnTo>
                  <a:lnTo>
                    <a:pt x="1112494" y="137363"/>
                  </a:lnTo>
                  <a:lnTo>
                    <a:pt x="1111910" y="137210"/>
                  </a:lnTo>
                  <a:lnTo>
                    <a:pt x="1110602" y="137299"/>
                  </a:lnTo>
                  <a:lnTo>
                    <a:pt x="1109294" y="137375"/>
                  </a:lnTo>
                  <a:lnTo>
                    <a:pt x="1108240" y="137769"/>
                  </a:lnTo>
                  <a:lnTo>
                    <a:pt x="1108265" y="138557"/>
                  </a:lnTo>
                  <a:lnTo>
                    <a:pt x="1094955" y="123024"/>
                  </a:lnTo>
                  <a:lnTo>
                    <a:pt x="1096010" y="123266"/>
                  </a:lnTo>
                  <a:lnTo>
                    <a:pt x="1098638" y="123101"/>
                  </a:lnTo>
                  <a:lnTo>
                    <a:pt x="1099223" y="122885"/>
                  </a:lnTo>
                  <a:lnTo>
                    <a:pt x="1099096" y="123596"/>
                  </a:lnTo>
                  <a:lnTo>
                    <a:pt x="1099172" y="125120"/>
                  </a:lnTo>
                  <a:lnTo>
                    <a:pt x="1099248" y="126644"/>
                  </a:lnTo>
                  <a:lnTo>
                    <a:pt x="1099578" y="127876"/>
                  </a:lnTo>
                  <a:lnTo>
                    <a:pt x="1100277" y="127825"/>
                  </a:lnTo>
                  <a:lnTo>
                    <a:pt x="1100493" y="126580"/>
                  </a:lnTo>
                  <a:lnTo>
                    <a:pt x="1100353" y="123507"/>
                  </a:lnTo>
                  <a:lnTo>
                    <a:pt x="1100150" y="122834"/>
                  </a:lnTo>
                  <a:lnTo>
                    <a:pt x="1100772" y="122974"/>
                  </a:lnTo>
                  <a:lnTo>
                    <a:pt x="1102080" y="122885"/>
                  </a:lnTo>
                  <a:lnTo>
                    <a:pt x="1103388" y="122796"/>
                  </a:lnTo>
                  <a:lnTo>
                    <a:pt x="1104442" y="122415"/>
                  </a:lnTo>
                  <a:lnTo>
                    <a:pt x="1104430" y="122008"/>
                  </a:lnTo>
                  <a:lnTo>
                    <a:pt x="1104404" y="121615"/>
                  </a:lnTo>
                  <a:lnTo>
                    <a:pt x="1103325" y="121348"/>
                  </a:lnTo>
                  <a:lnTo>
                    <a:pt x="1100696" y="121513"/>
                  </a:lnTo>
                  <a:lnTo>
                    <a:pt x="1100074" y="121754"/>
                  </a:lnTo>
                  <a:lnTo>
                    <a:pt x="1100213" y="121031"/>
                  </a:lnTo>
                  <a:lnTo>
                    <a:pt x="1100137" y="119494"/>
                  </a:lnTo>
                  <a:lnTo>
                    <a:pt x="1100061" y="117970"/>
                  </a:lnTo>
                  <a:lnTo>
                    <a:pt x="1099731" y="116738"/>
                  </a:lnTo>
                  <a:lnTo>
                    <a:pt x="1099578" y="116751"/>
                  </a:lnTo>
                  <a:lnTo>
                    <a:pt x="1112583" y="101587"/>
                  </a:lnTo>
                  <a:lnTo>
                    <a:pt x="1112418" y="102552"/>
                  </a:lnTo>
                  <a:lnTo>
                    <a:pt x="1112570" y="105613"/>
                  </a:lnTo>
                  <a:lnTo>
                    <a:pt x="1112748" y="106299"/>
                  </a:lnTo>
                  <a:lnTo>
                    <a:pt x="1112164" y="106159"/>
                  </a:lnTo>
                  <a:lnTo>
                    <a:pt x="1110856" y="106235"/>
                  </a:lnTo>
                  <a:lnTo>
                    <a:pt x="1109548" y="106324"/>
                  </a:lnTo>
                  <a:lnTo>
                    <a:pt x="1108494" y="106705"/>
                  </a:lnTo>
                  <a:lnTo>
                    <a:pt x="1108532" y="107518"/>
                  </a:lnTo>
                  <a:lnTo>
                    <a:pt x="1109611" y="107772"/>
                  </a:lnTo>
                  <a:lnTo>
                    <a:pt x="1112240" y="107607"/>
                  </a:lnTo>
                  <a:lnTo>
                    <a:pt x="1112824" y="107403"/>
                  </a:lnTo>
                  <a:lnTo>
                    <a:pt x="1112697" y="108102"/>
                  </a:lnTo>
                  <a:lnTo>
                    <a:pt x="1112774" y="109626"/>
                  </a:lnTo>
                  <a:lnTo>
                    <a:pt x="1112850" y="111150"/>
                  </a:lnTo>
                  <a:lnTo>
                    <a:pt x="1113180" y="112382"/>
                  </a:lnTo>
                  <a:lnTo>
                    <a:pt x="1113878" y="112344"/>
                  </a:lnTo>
                  <a:lnTo>
                    <a:pt x="1114094" y="111086"/>
                  </a:lnTo>
                  <a:lnTo>
                    <a:pt x="1113955" y="108013"/>
                  </a:lnTo>
                  <a:lnTo>
                    <a:pt x="1113751" y="107340"/>
                  </a:lnTo>
                  <a:lnTo>
                    <a:pt x="1114374" y="107480"/>
                  </a:lnTo>
                  <a:lnTo>
                    <a:pt x="1115682" y="107391"/>
                  </a:lnTo>
                  <a:lnTo>
                    <a:pt x="1116990" y="107315"/>
                  </a:lnTo>
                  <a:lnTo>
                    <a:pt x="1118044" y="106921"/>
                  </a:lnTo>
                  <a:lnTo>
                    <a:pt x="1118031" y="106794"/>
                  </a:lnTo>
                  <a:lnTo>
                    <a:pt x="1126782" y="116979"/>
                  </a:lnTo>
                  <a:lnTo>
                    <a:pt x="1126109" y="117005"/>
                  </a:lnTo>
                  <a:lnTo>
                    <a:pt x="1125893" y="118262"/>
                  </a:lnTo>
                  <a:lnTo>
                    <a:pt x="1126032" y="121335"/>
                  </a:lnTo>
                  <a:lnTo>
                    <a:pt x="1126210" y="122008"/>
                  </a:lnTo>
                  <a:lnTo>
                    <a:pt x="1125639" y="121869"/>
                  </a:lnTo>
                  <a:lnTo>
                    <a:pt x="1124331" y="121945"/>
                  </a:lnTo>
                  <a:lnTo>
                    <a:pt x="1123022" y="122034"/>
                  </a:lnTo>
                  <a:lnTo>
                    <a:pt x="1121968" y="122428"/>
                  </a:lnTo>
                  <a:lnTo>
                    <a:pt x="1122006" y="123228"/>
                  </a:lnTo>
                  <a:lnTo>
                    <a:pt x="1123086" y="123494"/>
                  </a:lnTo>
                  <a:lnTo>
                    <a:pt x="1125715" y="123317"/>
                  </a:lnTo>
                  <a:lnTo>
                    <a:pt x="1126286" y="123113"/>
                  </a:lnTo>
                  <a:lnTo>
                    <a:pt x="1126172" y="123812"/>
                  </a:lnTo>
                  <a:lnTo>
                    <a:pt x="1126248" y="125336"/>
                  </a:lnTo>
                  <a:lnTo>
                    <a:pt x="1126324" y="126873"/>
                  </a:lnTo>
                  <a:lnTo>
                    <a:pt x="1126655" y="128092"/>
                  </a:lnTo>
                  <a:lnTo>
                    <a:pt x="1126871" y="128092"/>
                  </a:lnTo>
                  <a:lnTo>
                    <a:pt x="1126871" y="117246"/>
                  </a:lnTo>
                  <a:lnTo>
                    <a:pt x="1126807" y="117017"/>
                  </a:lnTo>
                  <a:lnTo>
                    <a:pt x="1130795" y="121666"/>
                  </a:lnTo>
                  <a:lnTo>
                    <a:pt x="1130795" y="117297"/>
                  </a:lnTo>
                  <a:lnTo>
                    <a:pt x="1117307" y="101561"/>
                  </a:lnTo>
                  <a:lnTo>
                    <a:pt x="1117307" y="105956"/>
                  </a:lnTo>
                  <a:lnTo>
                    <a:pt x="1116926" y="105854"/>
                  </a:lnTo>
                  <a:lnTo>
                    <a:pt x="1114298" y="106019"/>
                  </a:lnTo>
                  <a:lnTo>
                    <a:pt x="1113675" y="106260"/>
                  </a:lnTo>
                  <a:lnTo>
                    <a:pt x="1113815" y="105537"/>
                  </a:lnTo>
                  <a:lnTo>
                    <a:pt x="1113739" y="104000"/>
                  </a:lnTo>
                  <a:lnTo>
                    <a:pt x="1113663" y="102476"/>
                  </a:lnTo>
                  <a:lnTo>
                    <a:pt x="1113332" y="101307"/>
                  </a:lnTo>
                  <a:lnTo>
                    <a:pt x="1117307" y="105956"/>
                  </a:lnTo>
                  <a:lnTo>
                    <a:pt x="1117307" y="101561"/>
                  </a:lnTo>
                  <a:lnTo>
                    <a:pt x="1116838" y="101003"/>
                  </a:lnTo>
                  <a:lnTo>
                    <a:pt x="1113307" y="96888"/>
                  </a:lnTo>
                  <a:lnTo>
                    <a:pt x="1113307" y="101269"/>
                  </a:lnTo>
                  <a:lnTo>
                    <a:pt x="1112850" y="101295"/>
                  </a:lnTo>
                  <a:lnTo>
                    <a:pt x="1113091" y="101003"/>
                  </a:lnTo>
                  <a:lnTo>
                    <a:pt x="1113307" y="101269"/>
                  </a:lnTo>
                  <a:lnTo>
                    <a:pt x="1113307" y="96888"/>
                  </a:lnTo>
                  <a:lnTo>
                    <a:pt x="1113091" y="96634"/>
                  </a:lnTo>
                  <a:lnTo>
                    <a:pt x="1099146" y="112903"/>
                  </a:lnTo>
                  <a:lnTo>
                    <a:pt x="1099146" y="121793"/>
                  </a:lnTo>
                  <a:lnTo>
                    <a:pt x="1098575" y="121640"/>
                  </a:lnTo>
                  <a:lnTo>
                    <a:pt x="1097254" y="121729"/>
                  </a:lnTo>
                  <a:lnTo>
                    <a:pt x="1095946" y="121818"/>
                  </a:lnTo>
                  <a:lnTo>
                    <a:pt x="1094917" y="122199"/>
                  </a:lnTo>
                  <a:lnTo>
                    <a:pt x="1094917" y="122986"/>
                  </a:lnTo>
                  <a:lnTo>
                    <a:pt x="1094587" y="122580"/>
                  </a:lnTo>
                  <a:lnTo>
                    <a:pt x="1094892" y="122224"/>
                  </a:lnTo>
                  <a:lnTo>
                    <a:pt x="1094917" y="122986"/>
                  </a:lnTo>
                  <a:lnTo>
                    <a:pt x="1094917" y="122199"/>
                  </a:lnTo>
                  <a:lnTo>
                    <a:pt x="1098892" y="117551"/>
                  </a:lnTo>
                  <a:lnTo>
                    <a:pt x="1098816" y="118046"/>
                  </a:lnTo>
                  <a:lnTo>
                    <a:pt x="1098969" y="121107"/>
                  </a:lnTo>
                  <a:lnTo>
                    <a:pt x="1099146" y="121793"/>
                  </a:lnTo>
                  <a:lnTo>
                    <a:pt x="1099146" y="112903"/>
                  </a:lnTo>
                  <a:lnTo>
                    <a:pt x="1090841" y="122580"/>
                  </a:lnTo>
                  <a:lnTo>
                    <a:pt x="1113091" y="148526"/>
                  </a:lnTo>
                  <a:lnTo>
                    <a:pt x="1116838" y="144157"/>
                  </a:lnTo>
                  <a:lnTo>
                    <a:pt x="1133462" y="124764"/>
                  </a:lnTo>
                  <a:lnTo>
                    <a:pt x="1153845" y="148526"/>
                  </a:lnTo>
                  <a:lnTo>
                    <a:pt x="1157579" y="144157"/>
                  </a:lnTo>
                  <a:lnTo>
                    <a:pt x="1173492" y="125615"/>
                  </a:lnTo>
                  <a:lnTo>
                    <a:pt x="1173492" y="119545"/>
                  </a:lnTo>
                  <a:close/>
                </a:path>
                <a:path w="1174115" h="148590">
                  <a:moveTo>
                    <a:pt x="1173492" y="74587"/>
                  </a:moveTo>
                  <a:lnTo>
                    <a:pt x="1171549" y="74714"/>
                  </a:lnTo>
                  <a:lnTo>
                    <a:pt x="1170482" y="75095"/>
                  </a:lnTo>
                  <a:lnTo>
                    <a:pt x="1170533" y="75907"/>
                  </a:lnTo>
                  <a:lnTo>
                    <a:pt x="1171613" y="76174"/>
                  </a:lnTo>
                  <a:lnTo>
                    <a:pt x="1173492" y="76047"/>
                  </a:lnTo>
                  <a:lnTo>
                    <a:pt x="1173492" y="74587"/>
                  </a:lnTo>
                  <a:close/>
                </a:path>
                <a:path w="1174115" h="148590">
                  <a:moveTo>
                    <a:pt x="1173505" y="66865"/>
                  </a:moveTo>
                  <a:lnTo>
                    <a:pt x="1161135" y="81305"/>
                  </a:lnTo>
                  <a:lnTo>
                    <a:pt x="1161135" y="90182"/>
                  </a:lnTo>
                  <a:lnTo>
                    <a:pt x="1160564" y="90043"/>
                  </a:lnTo>
                  <a:lnTo>
                    <a:pt x="1159256" y="90119"/>
                  </a:lnTo>
                  <a:lnTo>
                    <a:pt x="1157947" y="90208"/>
                  </a:lnTo>
                  <a:lnTo>
                    <a:pt x="1156919" y="90589"/>
                  </a:lnTo>
                  <a:lnTo>
                    <a:pt x="1156919" y="91389"/>
                  </a:lnTo>
                  <a:lnTo>
                    <a:pt x="1156576" y="90970"/>
                  </a:lnTo>
                  <a:lnTo>
                    <a:pt x="1156881" y="90614"/>
                  </a:lnTo>
                  <a:lnTo>
                    <a:pt x="1156919" y="91389"/>
                  </a:lnTo>
                  <a:lnTo>
                    <a:pt x="1156919" y="90589"/>
                  </a:lnTo>
                  <a:lnTo>
                    <a:pt x="1160894" y="85928"/>
                  </a:lnTo>
                  <a:lnTo>
                    <a:pt x="1160868" y="86106"/>
                  </a:lnTo>
                  <a:lnTo>
                    <a:pt x="1160881" y="87884"/>
                  </a:lnTo>
                  <a:lnTo>
                    <a:pt x="1160957" y="89496"/>
                  </a:lnTo>
                  <a:lnTo>
                    <a:pt x="1161135" y="90182"/>
                  </a:lnTo>
                  <a:lnTo>
                    <a:pt x="1161135" y="81305"/>
                  </a:lnTo>
                  <a:lnTo>
                    <a:pt x="1154391" y="89166"/>
                  </a:lnTo>
                  <a:lnTo>
                    <a:pt x="1152194" y="86601"/>
                  </a:lnTo>
                  <a:lnTo>
                    <a:pt x="1152194" y="90970"/>
                  </a:lnTo>
                  <a:lnTo>
                    <a:pt x="1148054" y="95796"/>
                  </a:lnTo>
                  <a:lnTo>
                    <a:pt x="1148168" y="95186"/>
                  </a:lnTo>
                  <a:lnTo>
                    <a:pt x="1148029" y="92125"/>
                  </a:lnTo>
                  <a:lnTo>
                    <a:pt x="1147826" y="91440"/>
                  </a:lnTo>
                  <a:lnTo>
                    <a:pt x="1148448" y="91579"/>
                  </a:lnTo>
                  <a:lnTo>
                    <a:pt x="1149756" y="91503"/>
                  </a:lnTo>
                  <a:lnTo>
                    <a:pt x="1151064" y="91414"/>
                  </a:lnTo>
                  <a:lnTo>
                    <a:pt x="1152118" y="91033"/>
                  </a:lnTo>
                  <a:lnTo>
                    <a:pt x="1152105" y="90881"/>
                  </a:lnTo>
                  <a:lnTo>
                    <a:pt x="1152194" y="86601"/>
                  </a:lnTo>
                  <a:lnTo>
                    <a:pt x="1151775" y="86106"/>
                  </a:lnTo>
                  <a:lnTo>
                    <a:pt x="1151407" y="85686"/>
                  </a:lnTo>
                  <a:lnTo>
                    <a:pt x="1151407" y="90055"/>
                  </a:lnTo>
                  <a:lnTo>
                    <a:pt x="1151001" y="89954"/>
                  </a:lnTo>
                  <a:lnTo>
                    <a:pt x="1148372" y="90131"/>
                  </a:lnTo>
                  <a:lnTo>
                    <a:pt x="1147749" y="90360"/>
                  </a:lnTo>
                  <a:lnTo>
                    <a:pt x="1147876" y="89725"/>
                  </a:lnTo>
                  <a:lnTo>
                    <a:pt x="1147737" y="86588"/>
                  </a:lnTo>
                  <a:lnTo>
                    <a:pt x="1147610" y="86106"/>
                  </a:lnTo>
                  <a:lnTo>
                    <a:pt x="1147470" y="85623"/>
                  </a:lnTo>
                  <a:lnTo>
                    <a:pt x="1147470" y="96481"/>
                  </a:lnTo>
                  <a:lnTo>
                    <a:pt x="1133690" y="112547"/>
                  </a:lnTo>
                  <a:lnTo>
                    <a:pt x="1128903" y="106984"/>
                  </a:lnTo>
                  <a:lnTo>
                    <a:pt x="1129969" y="107226"/>
                  </a:lnTo>
                  <a:lnTo>
                    <a:pt x="1132586" y="107061"/>
                  </a:lnTo>
                  <a:lnTo>
                    <a:pt x="1133170" y="106857"/>
                  </a:lnTo>
                  <a:lnTo>
                    <a:pt x="1133055" y="107556"/>
                  </a:lnTo>
                  <a:lnTo>
                    <a:pt x="1133132" y="109080"/>
                  </a:lnTo>
                  <a:lnTo>
                    <a:pt x="1133195" y="110604"/>
                  </a:lnTo>
                  <a:lnTo>
                    <a:pt x="1133538" y="111836"/>
                  </a:lnTo>
                  <a:lnTo>
                    <a:pt x="1134224" y="111798"/>
                  </a:lnTo>
                  <a:lnTo>
                    <a:pt x="1134440" y="110540"/>
                  </a:lnTo>
                  <a:lnTo>
                    <a:pt x="1134300" y="107467"/>
                  </a:lnTo>
                  <a:lnTo>
                    <a:pt x="1134097" y="106794"/>
                  </a:lnTo>
                  <a:lnTo>
                    <a:pt x="1134719" y="106934"/>
                  </a:lnTo>
                  <a:lnTo>
                    <a:pt x="1136027" y="106845"/>
                  </a:lnTo>
                  <a:lnTo>
                    <a:pt x="1137335" y="106756"/>
                  </a:lnTo>
                  <a:lnTo>
                    <a:pt x="1138402" y="106375"/>
                  </a:lnTo>
                  <a:lnTo>
                    <a:pt x="1138351" y="105562"/>
                  </a:lnTo>
                  <a:lnTo>
                    <a:pt x="1137272" y="105308"/>
                  </a:lnTo>
                  <a:lnTo>
                    <a:pt x="1134656" y="105473"/>
                  </a:lnTo>
                  <a:lnTo>
                    <a:pt x="1134021" y="105714"/>
                  </a:lnTo>
                  <a:lnTo>
                    <a:pt x="1134160" y="104990"/>
                  </a:lnTo>
                  <a:lnTo>
                    <a:pt x="1134084" y="103454"/>
                  </a:lnTo>
                  <a:lnTo>
                    <a:pt x="1134021" y="101930"/>
                  </a:lnTo>
                  <a:lnTo>
                    <a:pt x="1133678" y="100711"/>
                  </a:lnTo>
                  <a:lnTo>
                    <a:pt x="1132992" y="100749"/>
                  </a:lnTo>
                  <a:lnTo>
                    <a:pt x="1132763" y="102006"/>
                  </a:lnTo>
                  <a:lnTo>
                    <a:pt x="1132916" y="105067"/>
                  </a:lnTo>
                  <a:lnTo>
                    <a:pt x="1133094" y="105752"/>
                  </a:lnTo>
                  <a:lnTo>
                    <a:pt x="1132522" y="105613"/>
                  </a:lnTo>
                  <a:lnTo>
                    <a:pt x="1131214" y="105689"/>
                  </a:lnTo>
                  <a:lnTo>
                    <a:pt x="1129906" y="105778"/>
                  </a:lnTo>
                  <a:lnTo>
                    <a:pt x="1128839" y="106159"/>
                  </a:lnTo>
                  <a:lnTo>
                    <a:pt x="1128877" y="106959"/>
                  </a:lnTo>
                  <a:lnTo>
                    <a:pt x="1115555" y="91414"/>
                  </a:lnTo>
                  <a:lnTo>
                    <a:pt x="1116622" y="91655"/>
                  </a:lnTo>
                  <a:lnTo>
                    <a:pt x="1119251" y="91490"/>
                  </a:lnTo>
                  <a:lnTo>
                    <a:pt x="1119822" y="91287"/>
                  </a:lnTo>
                  <a:lnTo>
                    <a:pt x="1119708" y="91986"/>
                  </a:lnTo>
                  <a:lnTo>
                    <a:pt x="1119784" y="93510"/>
                  </a:lnTo>
                  <a:lnTo>
                    <a:pt x="1119847" y="95046"/>
                  </a:lnTo>
                  <a:lnTo>
                    <a:pt x="1120190" y="96266"/>
                  </a:lnTo>
                  <a:lnTo>
                    <a:pt x="1120876" y="96227"/>
                  </a:lnTo>
                  <a:lnTo>
                    <a:pt x="1121105" y="94970"/>
                  </a:lnTo>
                  <a:lnTo>
                    <a:pt x="1120952" y="91897"/>
                  </a:lnTo>
                  <a:lnTo>
                    <a:pt x="1120762" y="91224"/>
                  </a:lnTo>
                  <a:lnTo>
                    <a:pt x="1121371" y="91363"/>
                  </a:lnTo>
                  <a:lnTo>
                    <a:pt x="1122692" y="91274"/>
                  </a:lnTo>
                  <a:lnTo>
                    <a:pt x="1124000" y="91198"/>
                  </a:lnTo>
                  <a:lnTo>
                    <a:pt x="1125054" y="90805"/>
                  </a:lnTo>
                  <a:lnTo>
                    <a:pt x="1125016" y="90004"/>
                  </a:lnTo>
                  <a:lnTo>
                    <a:pt x="1123937" y="89738"/>
                  </a:lnTo>
                  <a:lnTo>
                    <a:pt x="1121308" y="89903"/>
                  </a:lnTo>
                  <a:lnTo>
                    <a:pt x="1120686" y="90144"/>
                  </a:lnTo>
                  <a:lnTo>
                    <a:pt x="1120800" y="89496"/>
                  </a:lnTo>
                  <a:lnTo>
                    <a:pt x="1120673" y="86360"/>
                  </a:lnTo>
                  <a:lnTo>
                    <a:pt x="1120597" y="86106"/>
                  </a:lnTo>
                  <a:lnTo>
                    <a:pt x="1120330" y="85140"/>
                  </a:lnTo>
                  <a:lnTo>
                    <a:pt x="1120178" y="85153"/>
                  </a:lnTo>
                  <a:lnTo>
                    <a:pt x="1133182" y="69977"/>
                  </a:lnTo>
                  <a:lnTo>
                    <a:pt x="1133017" y="70942"/>
                  </a:lnTo>
                  <a:lnTo>
                    <a:pt x="1133170" y="74015"/>
                  </a:lnTo>
                  <a:lnTo>
                    <a:pt x="1133348" y="74688"/>
                  </a:lnTo>
                  <a:lnTo>
                    <a:pt x="1132776" y="74549"/>
                  </a:lnTo>
                  <a:lnTo>
                    <a:pt x="1131468" y="74625"/>
                  </a:lnTo>
                  <a:lnTo>
                    <a:pt x="1130160" y="74714"/>
                  </a:lnTo>
                  <a:lnTo>
                    <a:pt x="1129106" y="75095"/>
                  </a:lnTo>
                  <a:lnTo>
                    <a:pt x="1129144" y="75907"/>
                  </a:lnTo>
                  <a:lnTo>
                    <a:pt x="1130223" y="76174"/>
                  </a:lnTo>
                  <a:lnTo>
                    <a:pt x="1132852" y="75996"/>
                  </a:lnTo>
                  <a:lnTo>
                    <a:pt x="1133436" y="75793"/>
                  </a:lnTo>
                  <a:lnTo>
                    <a:pt x="1133309" y="76492"/>
                  </a:lnTo>
                  <a:lnTo>
                    <a:pt x="1133386" y="78016"/>
                  </a:lnTo>
                  <a:lnTo>
                    <a:pt x="1133449" y="79552"/>
                  </a:lnTo>
                  <a:lnTo>
                    <a:pt x="1133792" y="80772"/>
                  </a:lnTo>
                  <a:lnTo>
                    <a:pt x="1134478" y="80733"/>
                  </a:lnTo>
                  <a:lnTo>
                    <a:pt x="1134694" y="79476"/>
                  </a:lnTo>
                  <a:lnTo>
                    <a:pt x="1134554" y="76403"/>
                  </a:lnTo>
                  <a:lnTo>
                    <a:pt x="1134364" y="75730"/>
                  </a:lnTo>
                  <a:lnTo>
                    <a:pt x="1134973" y="75869"/>
                  </a:lnTo>
                  <a:lnTo>
                    <a:pt x="1136281" y="75780"/>
                  </a:lnTo>
                  <a:lnTo>
                    <a:pt x="1137589" y="75704"/>
                  </a:lnTo>
                  <a:lnTo>
                    <a:pt x="1138656" y="75311"/>
                  </a:lnTo>
                  <a:lnTo>
                    <a:pt x="1147381" y="85369"/>
                  </a:lnTo>
                  <a:lnTo>
                    <a:pt x="1146708" y="85394"/>
                  </a:lnTo>
                  <a:lnTo>
                    <a:pt x="1146594" y="86106"/>
                  </a:lnTo>
                  <a:lnTo>
                    <a:pt x="1146568" y="88112"/>
                  </a:lnTo>
                  <a:lnTo>
                    <a:pt x="1146644" y="89725"/>
                  </a:lnTo>
                  <a:lnTo>
                    <a:pt x="1146822" y="90411"/>
                  </a:lnTo>
                  <a:lnTo>
                    <a:pt x="1146251" y="90258"/>
                  </a:lnTo>
                  <a:lnTo>
                    <a:pt x="1144943" y="90347"/>
                  </a:lnTo>
                  <a:lnTo>
                    <a:pt x="1143622" y="90424"/>
                  </a:lnTo>
                  <a:lnTo>
                    <a:pt x="1142568" y="90817"/>
                  </a:lnTo>
                  <a:lnTo>
                    <a:pt x="1142619" y="91617"/>
                  </a:lnTo>
                  <a:lnTo>
                    <a:pt x="1143685" y="91884"/>
                  </a:lnTo>
                  <a:lnTo>
                    <a:pt x="1146314" y="91719"/>
                  </a:lnTo>
                  <a:lnTo>
                    <a:pt x="1146898" y="91503"/>
                  </a:lnTo>
                  <a:lnTo>
                    <a:pt x="1146784" y="92202"/>
                  </a:lnTo>
                  <a:lnTo>
                    <a:pt x="1146848" y="93738"/>
                  </a:lnTo>
                  <a:lnTo>
                    <a:pt x="1146924" y="95262"/>
                  </a:lnTo>
                  <a:lnTo>
                    <a:pt x="1147267" y="96481"/>
                  </a:lnTo>
                  <a:lnTo>
                    <a:pt x="1147470" y="96481"/>
                  </a:lnTo>
                  <a:lnTo>
                    <a:pt x="1147470" y="85623"/>
                  </a:lnTo>
                  <a:lnTo>
                    <a:pt x="1147406" y="85394"/>
                  </a:lnTo>
                  <a:lnTo>
                    <a:pt x="1148029" y="86106"/>
                  </a:lnTo>
                  <a:lnTo>
                    <a:pt x="1151407" y="90055"/>
                  </a:lnTo>
                  <a:lnTo>
                    <a:pt x="1151407" y="85686"/>
                  </a:lnTo>
                  <a:lnTo>
                    <a:pt x="1137907" y="69951"/>
                  </a:lnTo>
                  <a:lnTo>
                    <a:pt x="1137907" y="74345"/>
                  </a:lnTo>
                  <a:lnTo>
                    <a:pt x="1137526" y="74244"/>
                  </a:lnTo>
                  <a:lnTo>
                    <a:pt x="1134910" y="74409"/>
                  </a:lnTo>
                  <a:lnTo>
                    <a:pt x="1134275" y="74650"/>
                  </a:lnTo>
                  <a:lnTo>
                    <a:pt x="1134414" y="73926"/>
                  </a:lnTo>
                  <a:lnTo>
                    <a:pt x="1134338" y="72402"/>
                  </a:lnTo>
                  <a:lnTo>
                    <a:pt x="1134275" y="70866"/>
                  </a:lnTo>
                  <a:lnTo>
                    <a:pt x="1133932" y="69697"/>
                  </a:lnTo>
                  <a:lnTo>
                    <a:pt x="1137907" y="74345"/>
                  </a:lnTo>
                  <a:lnTo>
                    <a:pt x="1137907" y="69951"/>
                  </a:lnTo>
                  <a:lnTo>
                    <a:pt x="1137437" y="69392"/>
                  </a:lnTo>
                  <a:lnTo>
                    <a:pt x="1133906" y="65278"/>
                  </a:lnTo>
                  <a:lnTo>
                    <a:pt x="1133906" y="69659"/>
                  </a:lnTo>
                  <a:lnTo>
                    <a:pt x="1133449" y="69684"/>
                  </a:lnTo>
                  <a:lnTo>
                    <a:pt x="1133690" y="69392"/>
                  </a:lnTo>
                  <a:lnTo>
                    <a:pt x="1133906" y="69659"/>
                  </a:lnTo>
                  <a:lnTo>
                    <a:pt x="1133906" y="65278"/>
                  </a:lnTo>
                  <a:lnTo>
                    <a:pt x="1133690" y="65024"/>
                  </a:lnTo>
                  <a:lnTo>
                    <a:pt x="1119746" y="81292"/>
                  </a:lnTo>
                  <a:lnTo>
                    <a:pt x="1119746" y="90182"/>
                  </a:lnTo>
                  <a:lnTo>
                    <a:pt x="1119174" y="90043"/>
                  </a:lnTo>
                  <a:lnTo>
                    <a:pt x="1117866" y="90119"/>
                  </a:lnTo>
                  <a:lnTo>
                    <a:pt x="1116558" y="90208"/>
                  </a:lnTo>
                  <a:lnTo>
                    <a:pt x="1115529" y="90589"/>
                  </a:lnTo>
                  <a:lnTo>
                    <a:pt x="1115529" y="91389"/>
                  </a:lnTo>
                  <a:lnTo>
                    <a:pt x="1115187" y="90970"/>
                  </a:lnTo>
                  <a:lnTo>
                    <a:pt x="1115504" y="90601"/>
                  </a:lnTo>
                  <a:lnTo>
                    <a:pt x="1115529" y="91389"/>
                  </a:lnTo>
                  <a:lnTo>
                    <a:pt x="1115529" y="90589"/>
                  </a:lnTo>
                  <a:lnTo>
                    <a:pt x="1119365" y="86106"/>
                  </a:lnTo>
                  <a:lnTo>
                    <a:pt x="1119505" y="85940"/>
                  </a:lnTo>
                  <a:lnTo>
                    <a:pt x="1119479" y="86106"/>
                  </a:lnTo>
                  <a:lnTo>
                    <a:pt x="1119492" y="87884"/>
                  </a:lnTo>
                  <a:lnTo>
                    <a:pt x="1119568" y="89496"/>
                  </a:lnTo>
                  <a:lnTo>
                    <a:pt x="1119746" y="90182"/>
                  </a:lnTo>
                  <a:lnTo>
                    <a:pt x="1119746" y="81292"/>
                  </a:lnTo>
                  <a:lnTo>
                    <a:pt x="1115618" y="86106"/>
                  </a:lnTo>
                  <a:lnTo>
                    <a:pt x="1111440" y="90970"/>
                  </a:lnTo>
                  <a:lnTo>
                    <a:pt x="1133690" y="116916"/>
                  </a:lnTo>
                  <a:lnTo>
                    <a:pt x="1137437" y="112547"/>
                  </a:lnTo>
                  <a:lnTo>
                    <a:pt x="1154379" y="92786"/>
                  </a:lnTo>
                  <a:lnTo>
                    <a:pt x="1173492" y="115062"/>
                  </a:lnTo>
                  <a:lnTo>
                    <a:pt x="1173492" y="110693"/>
                  </a:lnTo>
                  <a:lnTo>
                    <a:pt x="1170292" y="106984"/>
                  </a:lnTo>
                  <a:lnTo>
                    <a:pt x="1171359" y="107226"/>
                  </a:lnTo>
                  <a:lnTo>
                    <a:pt x="1173492" y="107099"/>
                  </a:lnTo>
                  <a:lnTo>
                    <a:pt x="1173492" y="105638"/>
                  </a:lnTo>
                  <a:lnTo>
                    <a:pt x="1171295" y="105778"/>
                  </a:lnTo>
                  <a:lnTo>
                    <a:pt x="1170228" y="106159"/>
                  </a:lnTo>
                  <a:lnTo>
                    <a:pt x="1170266" y="106959"/>
                  </a:lnTo>
                  <a:lnTo>
                    <a:pt x="1156944" y="91414"/>
                  </a:lnTo>
                  <a:lnTo>
                    <a:pt x="1158011" y="91655"/>
                  </a:lnTo>
                  <a:lnTo>
                    <a:pt x="1160640" y="91490"/>
                  </a:lnTo>
                  <a:lnTo>
                    <a:pt x="1161211" y="91287"/>
                  </a:lnTo>
                  <a:lnTo>
                    <a:pt x="1161097" y="91986"/>
                  </a:lnTo>
                  <a:lnTo>
                    <a:pt x="1161173" y="93510"/>
                  </a:lnTo>
                  <a:lnTo>
                    <a:pt x="1161237" y="95046"/>
                  </a:lnTo>
                  <a:lnTo>
                    <a:pt x="1161580" y="96266"/>
                  </a:lnTo>
                  <a:lnTo>
                    <a:pt x="1162265" y="96227"/>
                  </a:lnTo>
                  <a:lnTo>
                    <a:pt x="1162481" y="94970"/>
                  </a:lnTo>
                  <a:lnTo>
                    <a:pt x="1162342" y="91897"/>
                  </a:lnTo>
                  <a:lnTo>
                    <a:pt x="1162151" y="91224"/>
                  </a:lnTo>
                  <a:lnTo>
                    <a:pt x="1162761" y="91363"/>
                  </a:lnTo>
                  <a:lnTo>
                    <a:pt x="1164069" y="91274"/>
                  </a:lnTo>
                  <a:lnTo>
                    <a:pt x="1165377" y="91198"/>
                  </a:lnTo>
                  <a:lnTo>
                    <a:pt x="1166444" y="90805"/>
                  </a:lnTo>
                  <a:lnTo>
                    <a:pt x="1166393" y="90004"/>
                  </a:lnTo>
                  <a:lnTo>
                    <a:pt x="1165313" y="89738"/>
                  </a:lnTo>
                  <a:lnTo>
                    <a:pt x="1162697" y="89903"/>
                  </a:lnTo>
                  <a:lnTo>
                    <a:pt x="1162075" y="90144"/>
                  </a:lnTo>
                  <a:lnTo>
                    <a:pt x="1162189" y="89496"/>
                  </a:lnTo>
                  <a:lnTo>
                    <a:pt x="1162050" y="86360"/>
                  </a:lnTo>
                  <a:lnTo>
                    <a:pt x="1161986" y="86106"/>
                  </a:lnTo>
                  <a:lnTo>
                    <a:pt x="1161719" y="85140"/>
                  </a:lnTo>
                  <a:lnTo>
                    <a:pt x="1161567" y="85153"/>
                  </a:lnTo>
                  <a:lnTo>
                    <a:pt x="1173505" y="71234"/>
                  </a:lnTo>
                  <a:lnTo>
                    <a:pt x="1173505" y="66865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11757686" y="6543757"/>
              <a:ext cx="83185" cy="243840"/>
            </a:xfrm>
            <a:custGeom>
              <a:avLst/>
              <a:gdLst/>
              <a:ahLst/>
              <a:cxnLst/>
              <a:rect l="l" t="t" r="r" b="b"/>
              <a:pathLst>
                <a:path w="83184" h="243840">
                  <a:moveTo>
                    <a:pt x="34213" y="23952"/>
                  </a:moveTo>
                  <a:lnTo>
                    <a:pt x="34175" y="23139"/>
                  </a:lnTo>
                  <a:lnTo>
                    <a:pt x="33096" y="22872"/>
                  </a:lnTo>
                  <a:lnTo>
                    <a:pt x="30467" y="23050"/>
                  </a:lnTo>
                  <a:lnTo>
                    <a:pt x="29413" y="23431"/>
                  </a:lnTo>
                  <a:lnTo>
                    <a:pt x="29438" y="23837"/>
                  </a:lnTo>
                  <a:lnTo>
                    <a:pt x="29451" y="24244"/>
                  </a:lnTo>
                  <a:lnTo>
                    <a:pt x="30530" y="24498"/>
                  </a:lnTo>
                  <a:lnTo>
                    <a:pt x="31851" y="24422"/>
                  </a:lnTo>
                  <a:lnTo>
                    <a:pt x="33159" y="24333"/>
                  </a:lnTo>
                  <a:lnTo>
                    <a:pt x="34213" y="23952"/>
                  </a:lnTo>
                  <a:close/>
                </a:path>
                <a:path w="83184" h="243840">
                  <a:moveTo>
                    <a:pt x="47561" y="39509"/>
                  </a:moveTo>
                  <a:lnTo>
                    <a:pt x="47510" y="38709"/>
                  </a:lnTo>
                  <a:lnTo>
                    <a:pt x="46431" y="38442"/>
                  </a:lnTo>
                  <a:lnTo>
                    <a:pt x="43815" y="38608"/>
                  </a:lnTo>
                  <a:lnTo>
                    <a:pt x="43180" y="38849"/>
                  </a:lnTo>
                  <a:lnTo>
                    <a:pt x="43319" y="38125"/>
                  </a:lnTo>
                  <a:lnTo>
                    <a:pt x="43243" y="36601"/>
                  </a:lnTo>
                  <a:lnTo>
                    <a:pt x="43180" y="35064"/>
                  </a:lnTo>
                  <a:lnTo>
                    <a:pt x="42837" y="33845"/>
                  </a:lnTo>
                  <a:lnTo>
                    <a:pt x="42151" y="33883"/>
                  </a:lnTo>
                  <a:lnTo>
                    <a:pt x="41922" y="35140"/>
                  </a:lnTo>
                  <a:lnTo>
                    <a:pt x="42075" y="38214"/>
                  </a:lnTo>
                  <a:lnTo>
                    <a:pt x="42252" y="38900"/>
                  </a:lnTo>
                  <a:lnTo>
                    <a:pt x="41681" y="38747"/>
                  </a:lnTo>
                  <a:lnTo>
                    <a:pt x="40373" y="38836"/>
                  </a:lnTo>
                  <a:lnTo>
                    <a:pt x="39065" y="38912"/>
                  </a:lnTo>
                  <a:lnTo>
                    <a:pt x="37998" y="39306"/>
                  </a:lnTo>
                  <a:lnTo>
                    <a:pt x="38049" y="40106"/>
                  </a:lnTo>
                  <a:lnTo>
                    <a:pt x="39128" y="40373"/>
                  </a:lnTo>
                  <a:lnTo>
                    <a:pt x="41744" y="40208"/>
                  </a:lnTo>
                  <a:lnTo>
                    <a:pt x="42329" y="39992"/>
                  </a:lnTo>
                  <a:lnTo>
                    <a:pt x="42214" y="40690"/>
                  </a:lnTo>
                  <a:lnTo>
                    <a:pt x="42291" y="42214"/>
                  </a:lnTo>
                  <a:lnTo>
                    <a:pt x="42354" y="43751"/>
                  </a:lnTo>
                  <a:lnTo>
                    <a:pt x="42697" y="44970"/>
                  </a:lnTo>
                  <a:lnTo>
                    <a:pt x="43383" y="44932"/>
                  </a:lnTo>
                  <a:lnTo>
                    <a:pt x="43599" y="43675"/>
                  </a:lnTo>
                  <a:lnTo>
                    <a:pt x="43459" y="40601"/>
                  </a:lnTo>
                  <a:lnTo>
                    <a:pt x="43256" y="39928"/>
                  </a:lnTo>
                  <a:lnTo>
                    <a:pt x="43878" y="40068"/>
                  </a:lnTo>
                  <a:lnTo>
                    <a:pt x="45186" y="39979"/>
                  </a:lnTo>
                  <a:lnTo>
                    <a:pt x="46494" y="39903"/>
                  </a:lnTo>
                  <a:lnTo>
                    <a:pt x="47561" y="39509"/>
                  </a:lnTo>
                  <a:close/>
                </a:path>
                <a:path w="83184" h="243840">
                  <a:moveTo>
                    <a:pt x="47815" y="8458"/>
                  </a:moveTo>
                  <a:lnTo>
                    <a:pt x="47764" y="7645"/>
                  </a:lnTo>
                  <a:lnTo>
                    <a:pt x="46685" y="7391"/>
                  </a:lnTo>
                  <a:lnTo>
                    <a:pt x="44069" y="7556"/>
                  </a:lnTo>
                  <a:lnTo>
                    <a:pt x="43434" y="7785"/>
                  </a:lnTo>
                  <a:lnTo>
                    <a:pt x="43573" y="7061"/>
                  </a:lnTo>
                  <a:lnTo>
                    <a:pt x="43497" y="5537"/>
                  </a:lnTo>
                  <a:lnTo>
                    <a:pt x="43434" y="4013"/>
                  </a:lnTo>
                  <a:lnTo>
                    <a:pt x="43091" y="2781"/>
                  </a:lnTo>
                  <a:lnTo>
                    <a:pt x="42405" y="2819"/>
                  </a:lnTo>
                  <a:lnTo>
                    <a:pt x="42176" y="4076"/>
                  </a:lnTo>
                  <a:lnTo>
                    <a:pt x="42329" y="7150"/>
                  </a:lnTo>
                  <a:lnTo>
                    <a:pt x="42506" y="7835"/>
                  </a:lnTo>
                  <a:lnTo>
                    <a:pt x="41935" y="7683"/>
                  </a:lnTo>
                  <a:lnTo>
                    <a:pt x="40627" y="7772"/>
                  </a:lnTo>
                  <a:lnTo>
                    <a:pt x="39319" y="7848"/>
                  </a:lnTo>
                  <a:lnTo>
                    <a:pt x="38265" y="8242"/>
                  </a:lnTo>
                  <a:lnTo>
                    <a:pt x="38303" y="9042"/>
                  </a:lnTo>
                  <a:lnTo>
                    <a:pt x="39382" y="9309"/>
                  </a:lnTo>
                  <a:lnTo>
                    <a:pt x="42011" y="9144"/>
                  </a:lnTo>
                  <a:lnTo>
                    <a:pt x="42595" y="8928"/>
                  </a:lnTo>
                  <a:lnTo>
                    <a:pt x="42468" y="9626"/>
                  </a:lnTo>
                  <a:lnTo>
                    <a:pt x="42545" y="11163"/>
                  </a:lnTo>
                  <a:lnTo>
                    <a:pt x="42608" y="12687"/>
                  </a:lnTo>
                  <a:lnTo>
                    <a:pt x="42951" y="13906"/>
                  </a:lnTo>
                  <a:lnTo>
                    <a:pt x="43637" y="13868"/>
                  </a:lnTo>
                  <a:lnTo>
                    <a:pt x="43853" y="12611"/>
                  </a:lnTo>
                  <a:lnTo>
                    <a:pt x="43713" y="9550"/>
                  </a:lnTo>
                  <a:lnTo>
                    <a:pt x="43522" y="8864"/>
                  </a:lnTo>
                  <a:lnTo>
                    <a:pt x="44132" y="9004"/>
                  </a:lnTo>
                  <a:lnTo>
                    <a:pt x="45440" y="8928"/>
                  </a:lnTo>
                  <a:lnTo>
                    <a:pt x="46748" y="8839"/>
                  </a:lnTo>
                  <a:lnTo>
                    <a:pt x="47815" y="8458"/>
                  </a:lnTo>
                  <a:close/>
                </a:path>
                <a:path w="83184" h="243840">
                  <a:moveTo>
                    <a:pt x="61277" y="24168"/>
                  </a:moveTo>
                  <a:lnTo>
                    <a:pt x="61239" y="23355"/>
                  </a:lnTo>
                  <a:lnTo>
                    <a:pt x="60159" y="23101"/>
                  </a:lnTo>
                  <a:lnTo>
                    <a:pt x="57531" y="23266"/>
                  </a:lnTo>
                  <a:lnTo>
                    <a:pt x="56908" y="23507"/>
                  </a:lnTo>
                  <a:lnTo>
                    <a:pt x="57048" y="22783"/>
                  </a:lnTo>
                  <a:lnTo>
                    <a:pt x="56972" y="21247"/>
                  </a:lnTo>
                  <a:lnTo>
                    <a:pt x="56896" y="19723"/>
                  </a:lnTo>
                  <a:lnTo>
                    <a:pt x="56565" y="18491"/>
                  </a:lnTo>
                  <a:lnTo>
                    <a:pt x="55867" y="18542"/>
                  </a:lnTo>
                  <a:lnTo>
                    <a:pt x="55651" y="19799"/>
                  </a:lnTo>
                  <a:lnTo>
                    <a:pt x="55803" y="22860"/>
                  </a:lnTo>
                  <a:lnTo>
                    <a:pt x="55981" y="23545"/>
                  </a:lnTo>
                  <a:lnTo>
                    <a:pt x="55410" y="23393"/>
                  </a:lnTo>
                  <a:lnTo>
                    <a:pt x="54102" y="23482"/>
                  </a:lnTo>
                  <a:lnTo>
                    <a:pt x="52781" y="23571"/>
                  </a:lnTo>
                  <a:lnTo>
                    <a:pt x="51727" y="23952"/>
                  </a:lnTo>
                  <a:lnTo>
                    <a:pt x="51777" y="24765"/>
                  </a:lnTo>
                  <a:lnTo>
                    <a:pt x="52844" y="25019"/>
                  </a:lnTo>
                  <a:lnTo>
                    <a:pt x="55473" y="24853"/>
                  </a:lnTo>
                  <a:lnTo>
                    <a:pt x="56057" y="24650"/>
                  </a:lnTo>
                  <a:lnTo>
                    <a:pt x="55943" y="25349"/>
                  </a:lnTo>
                  <a:lnTo>
                    <a:pt x="56007" y="26873"/>
                  </a:lnTo>
                  <a:lnTo>
                    <a:pt x="56083" y="28397"/>
                  </a:lnTo>
                  <a:lnTo>
                    <a:pt x="56426" y="29629"/>
                  </a:lnTo>
                  <a:lnTo>
                    <a:pt x="57099" y="29591"/>
                  </a:lnTo>
                  <a:lnTo>
                    <a:pt x="57327" y="28333"/>
                  </a:lnTo>
                  <a:lnTo>
                    <a:pt x="57188" y="25260"/>
                  </a:lnTo>
                  <a:lnTo>
                    <a:pt x="56984" y="24587"/>
                  </a:lnTo>
                  <a:lnTo>
                    <a:pt x="57607" y="24726"/>
                  </a:lnTo>
                  <a:lnTo>
                    <a:pt x="58915" y="24638"/>
                  </a:lnTo>
                  <a:lnTo>
                    <a:pt x="60223" y="24549"/>
                  </a:lnTo>
                  <a:lnTo>
                    <a:pt x="61277" y="24168"/>
                  </a:lnTo>
                  <a:close/>
                </a:path>
                <a:path w="83184" h="243840">
                  <a:moveTo>
                    <a:pt x="65100" y="217500"/>
                  </a:moveTo>
                  <a:lnTo>
                    <a:pt x="61353" y="213144"/>
                  </a:lnTo>
                  <a:lnTo>
                    <a:pt x="61353" y="217500"/>
                  </a:lnTo>
                  <a:lnTo>
                    <a:pt x="57213" y="222338"/>
                  </a:lnTo>
                  <a:lnTo>
                    <a:pt x="57327" y="221716"/>
                  </a:lnTo>
                  <a:lnTo>
                    <a:pt x="57188" y="218655"/>
                  </a:lnTo>
                  <a:lnTo>
                    <a:pt x="56997" y="217982"/>
                  </a:lnTo>
                  <a:lnTo>
                    <a:pt x="57607" y="218122"/>
                  </a:lnTo>
                  <a:lnTo>
                    <a:pt x="58915" y="218033"/>
                  </a:lnTo>
                  <a:lnTo>
                    <a:pt x="60223" y="217944"/>
                  </a:lnTo>
                  <a:lnTo>
                    <a:pt x="61277" y="217563"/>
                  </a:lnTo>
                  <a:lnTo>
                    <a:pt x="61264" y="217411"/>
                  </a:lnTo>
                  <a:lnTo>
                    <a:pt x="61353" y="213144"/>
                  </a:lnTo>
                  <a:lnTo>
                    <a:pt x="60566" y="212217"/>
                  </a:lnTo>
                  <a:lnTo>
                    <a:pt x="60566" y="216598"/>
                  </a:lnTo>
                  <a:lnTo>
                    <a:pt x="60159" y="216496"/>
                  </a:lnTo>
                  <a:lnTo>
                    <a:pt x="57531" y="216662"/>
                  </a:lnTo>
                  <a:lnTo>
                    <a:pt x="56908" y="216890"/>
                  </a:lnTo>
                  <a:lnTo>
                    <a:pt x="57048" y="216166"/>
                  </a:lnTo>
                  <a:lnTo>
                    <a:pt x="56972" y="214642"/>
                  </a:lnTo>
                  <a:lnTo>
                    <a:pt x="56896" y="213118"/>
                  </a:lnTo>
                  <a:lnTo>
                    <a:pt x="56629" y="212166"/>
                  </a:lnTo>
                  <a:lnTo>
                    <a:pt x="56629" y="223012"/>
                  </a:lnTo>
                  <a:lnTo>
                    <a:pt x="42849" y="239090"/>
                  </a:lnTo>
                  <a:lnTo>
                    <a:pt x="38049" y="233514"/>
                  </a:lnTo>
                  <a:lnTo>
                    <a:pt x="39128" y="233768"/>
                  </a:lnTo>
                  <a:lnTo>
                    <a:pt x="41744" y="233591"/>
                  </a:lnTo>
                  <a:lnTo>
                    <a:pt x="42329" y="233375"/>
                  </a:lnTo>
                  <a:lnTo>
                    <a:pt x="42214" y="234086"/>
                  </a:lnTo>
                  <a:lnTo>
                    <a:pt x="42291" y="235610"/>
                  </a:lnTo>
                  <a:lnTo>
                    <a:pt x="42354" y="237147"/>
                  </a:lnTo>
                  <a:lnTo>
                    <a:pt x="42697" y="238366"/>
                  </a:lnTo>
                  <a:lnTo>
                    <a:pt x="43383" y="238328"/>
                  </a:lnTo>
                  <a:lnTo>
                    <a:pt x="43599" y="237070"/>
                  </a:lnTo>
                  <a:lnTo>
                    <a:pt x="43459" y="233997"/>
                  </a:lnTo>
                  <a:lnTo>
                    <a:pt x="43256" y="233324"/>
                  </a:lnTo>
                  <a:lnTo>
                    <a:pt x="43878" y="233464"/>
                  </a:lnTo>
                  <a:lnTo>
                    <a:pt x="45186" y="233375"/>
                  </a:lnTo>
                  <a:lnTo>
                    <a:pt x="46494" y="233299"/>
                  </a:lnTo>
                  <a:lnTo>
                    <a:pt x="47561" y="232905"/>
                  </a:lnTo>
                  <a:lnTo>
                    <a:pt x="47510" y="232105"/>
                  </a:lnTo>
                  <a:lnTo>
                    <a:pt x="46431" y="231838"/>
                  </a:lnTo>
                  <a:lnTo>
                    <a:pt x="43815" y="232003"/>
                  </a:lnTo>
                  <a:lnTo>
                    <a:pt x="43180" y="232244"/>
                  </a:lnTo>
                  <a:lnTo>
                    <a:pt x="43319" y="231521"/>
                  </a:lnTo>
                  <a:lnTo>
                    <a:pt x="43243" y="229984"/>
                  </a:lnTo>
                  <a:lnTo>
                    <a:pt x="43180" y="228460"/>
                  </a:lnTo>
                  <a:lnTo>
                    <a:pt x="42837" y="227241"/>
                  </a:lnTo>
                  <a:lnTo>
                    <a:pt x="42151" y="227279"/>
                  </a:lnTo>
                  <a:lnTo>
                    <a:pt x="41922" y="228536"/>
                  </a:lnTo>
                  <a:lnTo>
                    <a:pt x="42075" y="231597"/>
                  </a:lnTo>
                  <a:lnTo>
                    <a:pt x="42252" y="232283"/>
                  </a:lnTo>
                  <a:lnTo>
                    <a:pt x="41681" y="232143"/>
                  </a:lnTo>
                  <a:lnTo>
                    <a:pt x="40373" y="232219"/>
                  </a:lnTo>
                  <a:lnTo>
                    <a:pt x="39065" y="232308"/>
                  </a:lnTo>
                  <a:lnTo>
                    <a:pt x="37998" y="232689"/>
                  </a:lnTo>
                  <a:lnTo>
                    <a:pt x="38036" y="233502"/>
                  </a:lnTo>
                  <a:lnTo>
                    <a:pt x="24714" y="217944"/>
                  </a:lnTo>
                  <a:lnTo>
                    <a:pt x="25781" y="218198"/>
                  </a:lnTo>
                  <a:lnTo>
                    <a:pt x="28409" y="218020"/>
                  </a:lnTo>
                  <a:lnTo>
                    <a:pt x="28981" y="217817"/>
                  </a:lnTo>
                  <a:lnTo>
                    <a:pt x="28867" y="218516"/>
                  </a:lnTo>
                  <a:lnTo>
                    <a:pt x="28943" y="220040"/>
                  </a:lnTo>
                  <a:lnTo>
                    <a:pt x="29006" y="221576"/>
                  </a:lnTo>
                  <a:lnTo>
                    <a:pt x="29349" y="222796"/>
                  </a:lnTo>
                  <a:lnTo>
                    <a:pt x="30035" y="222758"/>
                  </a:lnTo>
                  <a:lnTo>
                    <a:pt x="30264" y="221500"/>
                  </a:lnTo>
                  <a:lnTo>
                    <a:pt x="30111" y="218427"/>
                  </a:lnTo>
                  <a:lnTo>
                    <a:pt x="29921" y="217754"/>
                  </a:lnTo>
                  <a:lnTo>
                    <a:pt x="30530" y="217893"/>
                  </a:lnTo>
                  <a:lnTo>
                    <a:pt x="31851" y="217805"/>
                  </a:lnTo>
                  <a:lnTo>
                    <a:pt x="33159" y="217728"/>
                  </a:lnTo>
                  <a:lnTo>
                    <a:pt x="34213" y="217335"/>
                  </a:lnTo>
                  <a:lnTo>
                    <a:pt x="34175" y="216535"/>
                  </a:lnTo>
                  <a:lnTo>
                    <a:pt x="33096" y="216268"/>
                  </a:lnTo>
                  <a:lnTo>
                    <a:pt x="30467" y="216433"/>
                  </a:lnTo>
                  <a:lnTo>
                    <a:pt x="29845" y="216674"/>
                  </a:lnTo>
                  <a:lnTo>
                    <a:pt x="29972" y="215950"/>
                  </a:lnTo>
                  <a:lnTo>
                    <a:pt x="29895" y="214426"/>
                  </a:lnTo>
                  <a:lnTo>
                    <a:pt x="29832" y="212890"/>
                  </a:lnTo>
                  <a:lnTo>
                    <a:pt x="29489" y="211670"/>
                  </a:lnTo>
                  <a:lnTo>
                    <a:pt x="29337" y="211683"/>
                  </a:lnTo>
                  <a:lnTo>
                    <a:pt x="42341" y="196507"/>
                  </a:lnTo>
                  <a:lnTo>
                    <a:pt x="42176" y="197472"/>
                  </a:lnTo>
                  <a:lnTo>
                    <a:pt x="42329" y="200545"/>
                  </a:lnTo>
                  <a:lnTo>
                    <a:pt x="42506" y="201231"/>
                  </a:lnTo>
                  <a:lnTo>
                    <a:pt x="41935" y="201079"/>
                  </a:lnTo>
                  <a:lnTo>
                    <a:pt x="40627" y="201168"/>
                  </a:lnTo>
                  <a:lnTo>
                    <a:pt x="39319" y="201244"/>
                  </a:lnTo>
                  <a:lnTo>
                    <a:pt x="38265" y="201637"/>
                  </a:lnTo>
                  <a:lnTo>
                    <a:pt x="38303" y="202438"/>
                  </a:lnTo>
                  <a:lnTo>
                    <a:pt x="39382" y="202704"/>
                  </a:lnTo>
                  <a:lnTo>
                    <a:pt x="42011" y="202539"/>
                  </a:lnTo>
                  <a:lnTo>
                    <a:pt x="42595" y="202323"/>
                  </a:lnTo>
                  <a:lnTo>
                    <a:pt x="42468" y="203022"/>
                  </a:lnTo>
                  <a:lnTo>
                    <a:pt x="42545" y="204546"/>
                  </a:lnTo>
                  <a:lnTo>
                    <a:pt x="42608" y="206082"/>
                  </a:lnTo>
                  <a:lnTo>
                    <a:pt x="42951" y="207302"/>
                  </a:lnTo>
                  <a:lnTo>
                    <a:pt x="43637" y="207264"/>
                  </a:lnTo>
                  <a:lnTo>
                    <a:pt x="43853" y="206006"/>
                  </a:lnTo>
                  <a:lnTo>
                    <a:pt x="43713" y="202946"/>
                  </a:lnTo>
                  <a:lnTo>
                    <a:pt x="43522" y="202260"/>
                  </a:lnTo>
                  <a:lnTo>
                    <a:pt x="44132" y="202399"/>
                  </a:lnTo>
                  <a:lnTo>
                    <a:pt x="45440" y="202323"/>
                  </a:lnTo>
                  <a:lnTo>
                    <a:pt x="46748" y="202234"/>
                  </a:lnTo>
                  <a:lnTo>
                    <a:pt x="47815" y="201841"/>
                  </a:lnTo>
                  <a:lnTo>
                    <a:pt x="56540" y="211899"/>
                  </a:lnTo>
                  <a:lnTo>
                    <a:pt x="55867" y="211937"/>
                  </a:lnTo>
                  <a:lnTo>
                    <a:pt x="55651" y="213194"/>
                  </a:lnTo>
                  <a:lnTo>
                    <a:pt x="55803" y="216255"/>
                  </a:lnTo>
                  <a:lnTo>
                    <a:pt x="55981" y="216941"/>
                  </a:lnTo>
                  <a:lnTo>
                    <a:pt x="55410" y="216789"/>
                  </a:lnTo>
                  <a:lnTo>
                    <a:pt x="54102" y="216877"/>
                  </a:lnTo>
                  <a:lnTo>
                    <a:pt x="52781" y="216954"/>
                  </a:lnTo>
                  <a:lnTo>
                    <a:pt x="51727" y="217347"/>
                  </a:lnTo>
                  <a:lnTo>
                    <a:pt x="51777" y="218147"/>
                  </a:lnTo>
                  <a:lnTo>
                    <a:pt x="52844" y="218414"/>
                  </a:lnTo>
                  <a:lnTo>
                    <a:pt x="55473" y="218249"/>
                  </a:lnTo>
                  <a:lnTo>
                    <a:pt x="56057" y="218033"/>
                  </a:lnTo>
                  <a:lnTo>
                    <a:pt x="55943" y="218732"/>
                  </a:lnTo>
                  <a:lnTo>
                    <a:pt x="56007" y="220268"/>
                  </a:lnTo>
                  <a:lnTo>
                    <a:pt x="56083" y="221792"/>
                  </a:lnTo>
                  <a:lnTo>
                    <a:pt x="56426" y="223024"/>
                  </a:lnTo>
                  <a:lnTo>
                    <a:pt x="56629" y="223012"/>
                  </a:lnTo>
                  <a:lnTo>
                    <a:pt x="56629" y="212166"/>
                  </a:lnTo>
                  <a:lnTo>
                    <a:pt x="56565" y="211937"/>
                  </a:lnTo>
                  <a:lnTo>
                    <a:pt x="60566" y="216598"/>
                  </a:lnTo>
                  <a:lnTo>
                    <a:pt x="60566" y="212217"/>
                  </a:lnTo>
                  <a:lnTo>
                    <a:pt x="47066" y="196481"/>
                  </a:lnTo>
                  <a:lnTo>
                    <a:pt x="47066" y="200875"/>
                  </a:lnTo>
                  <a:lnTo>
                    <a:pt x="46685" y="200774"/>
                  </a:lnTo>
                  <a:lnTo>
                    <a:pt x="44069" y="200952"/>
                  </a:lnTo>
                  <a:lnTo>
                    <a:pt x="43434" y="201193"/>
                  </a:lnTo>
                  <a:lnTo>
                    <a:pt x="43573" y="200456"/>
                  </a:lnTo>
                  <a:lnTo>
                    <a:pt x="43497" y="198932"/>
                  </a:lnTo>
                  <a:lnTo>
                    <a:pt x="43434" y="197396"/>
                  </a:lnTo>
                  <a:lnTo>
                    <a:pt x="43091" y="196227"/>
                  </a:lnTo>
                  <a:lnTo>
                    <a:pt x="47066" y="200875"/>
                  </a:lnTo>
                  <a:lnTo>
                    <a:pt x="47066" y="196481"/>
                  </a:lnTo>
                  <a:lnTo>
                    <a:pt x="46596" y="195922"/>
                  </a:lnTo>
                  <a:lnTo>
                    <a:pt x="43065" y="191808"/>
                  </a:lnTo>
                  <a:lnTo>
                    <a:pt x="43065" y="196189"/>
                  </a:lnTo>
                  <a:lnTo>
                    <a:pt x="42608" y="196215"/>
                  </a:lnTo>
                  <a:lnTo>
                    <a:pt x="42849" y="195922"/>
                  </a:lnTo>
                  <a:lnTo>
                    <a:pt x="43065" y="196189"/>
                  </a:lnTo>
                  <a:lnTo>
                    <a:pt x="43065" y="191808"/>
                  </a:lnTo>
                  <a:lnTo>
                    <a:pt x="42849" y="191554"/>
                  </a:lnTo>
                  <a:lnTo>
                    <a:pt x="28905" y="207822"/>
                  </a:lnTo>
                  <a:lnTo>
                    <a:pt x="28905" y="216725"/>
                  </a:lnTo>
                  <a:lnTo>
                    <a:pt x="28333" y="216573"/>
                  </a:lnTo>
                  <a:lnTo>
                    <a:pt x="27025" y="216649"/>
                  </a:lnTo>
                  <a:lnTo>
                    <a:pt x="25717" y="216738"/>
                  </a:lnTo>
                  <a:lnTo>
                    <a:pt x="24663" y="217131"/>
                  </a:lnTo>
                  <a:lnTo>
                    <a:pt x="24688" y="217919"/>
                  </a:lnTo>
                  <a:lnTo>
                    <a:pt x="24345" y="217500"/>
                  </a:lnTo>
                  <a:lnTo>
                    <a:pt x="24663" y="217131"/>
                  </a:lnTo>
                  <a:lnTo>
                    <a:pt x="28663" y="212458"/>
                  </a:lnTo>
                  <a:lnTo>
                    <a:pt x="28587" y="212966"/>
                  </a:lnTo>
                  <a:lnTo>
                    <a:pt x="28727" y="216039"/>
                  </a:lnTo>
                  <a:lnTo>
                    <a:pt x="28905" y="216725"/>
                  </a:lnTo>
                  <a:lnTo>
                    <a:pt x="28905" y="207822"/>
                  </a:lnTo>
                  <a:lnTo>
                    <a:pt x="20599" y="217500"/>
                  </a:lnTo>
                  <a:lnTo>
                    <a:pt x="42849" y="243446"/>
                  </a:lnTo>
                  <a:lnTo>
                    <a:pt x="46596" y="239090"/>
                  </a:lnTo>
                  <a:lnTo>
                    <a:pt x="65100" y="217500"/>
                  </a:lnTo>
                  <a:close/>
                </a:path>
                <a:path w="83184" h="243840">
                  <a:moveTo>
                    <a:pt x="82664" y="52705"/>
                  </a:moveTo>
                  <a:lnTo>
                    <a:pt x="81495" y="51346"/>
                  </a:lnTo>
                  <a:lnTo>
                    <a:pt x="81495" y="55714"/>
                  </a:lnTo>
                  <a:lnTo>
                    <a:pt x="77355" y="60540"/>
                  </a:lnTo>
                  <a:lnTo>
                    <a:pt x="77470" y="59931"/>
                  </a:lnTo>
                  <a:lnTo>
                    <a:pt x="77330" y="56870"/>
                  </a:lnTo>
                  <a:lnTo>
                    <a:pt x="77139" y="56184"/>
                  </a:lnTo>
                  <a:lnTo>
                    <a:pt x="77749" y="56324"/>
                  </a:lnTo>
                  <a:lnTo>
                    <a:pt x="79057" y="56248"/>
                  </a:lnTo>
                  <a:lnTo>
                    <a:pt x="80365" y="56159"/>
                  </a:lnTo>
                  <a:lnTo>
                    <a:pt x="81432" y="55778"/>
                  </a:lnTo>
                  <a:lnTo>
                    <a:pt x="81419" y="55638"/>
                  </a:lnTo>
                  <a:lnTo>
                    <a:pt x="81495" y="51346"/>
                  </a:lnTo>
                  <a:lnTo>
                    <a:pt x="80708" y="50431"/>
                  </a:lnTo>
                  <a:lnTo>
                    <a:pt x="80708" y="54813"/>
                  </a:lnTo>
                  <a:lnTo>
                    <a:pt x="80314" y="54711"/>
                  </a:lnTo>
                  <a:lnTo>
                    <a:pt x="77685" y="54876"/>
                  </a:lnTo>
                  <a:lnTo>
                    <a:pt x="77050" y="55105"/>
                  </a:lnTo>
                  <a:lnTo>
                    <a:pt x="77190" y="54381"/>
                  </a:lnTo>
                  <a:lnTo>
                    <a:pt x="77114" y="52857"/>
                  </a:lnTo>
                  <a:lnTo>
                    <a:pt x="77050" y="51333"/>
                  </a:lnTo>
                  <a:lnTo>
                    <a:pt x="76771" y="50380"/>
                  </a:lnTo>
                  <a:lnTo>
                    <a:pt x="76771" y="61226"/>
                  </a:lnTo>
                  <a:lnTo>
                    <a:pt x="63004" y="77304"/>
                  </a:lnTo>
                  <a:lnTo>
                    <a:pt x="58216" y="71729"/>
                  </a:lnTo>
                  <a:lnTo>
                    <a:pt x="59270" y="71970"/>
                  </a:lnTo>
                  <a:lnTo>
                    <a:pt x="61899" y="71805"/>
                  </a:lnTo>
                  <a:lnTo>
                    <a:pt x="62471" y="71602"/>
                  </a:lnTo>
                  <a:lnTo>
                    <a:pt x="62357" y="72301"/>
                  </a:lnTo>
                  <a:lnTo>
                    <a:pt x="62433" y="73825"/>
                  </a:lnTo>
                  <a:lnTo>
                    <a:pt x="62509" y="75361"/>
                  </a:lnTo>
                  <a:lnTo>
                    <a:pt x="62839" y="76581"/>
                  </a:lnTo>
                  <a:lnTo>
                    <a:pt x="63525" y="76542"/>
                  </a:lnTo>
                  <a:lnTo>
                    <a:pt x="63754" y="75285"/>
                  </a:lnTo>
                  <a:lnTo>
                    <a:pt x="63601" y="72212"/>
                  </a:lnTo>
                  <a:lnTo>
                    <a:pt x="63411" y="71539"/>
                  </a:lnTo>
                  <a:lnTo>
                    <a:pt x="64020" y="71678"/>
                  </a:lnTo>
                  <a:lnTo>
                    <a:pt x="65341" y="71589"/>
                  </a:lnTo>
                  <a:lnTo>
                    <a:pt x="66649" y="71513"/>
                  </a:lnTo>
                  <a:lnTo>
                    <a:pt x="67703" y="71120"/>
                  </a:lnTo>
                  <a:lnTo>
                    <a:pt x="67665" y="70319"/>
                  </a:lnTo>
                  <a:lnTo>
                    <a:pt x="66586" y="70053"/>
                  </a:lnTo>
                  <a:lnTo>
                    <a:pt x="63957" y="70218"/>
                  </a:lnTo>
                  <a:lnTo>
                    <a:pt x="63334" y="70459"/>
                  </a:lnTo>
                  <a:lnTo>
                    <a:pt x="63461" y="69735"/>
                  </a:lnTo>
                  <a:lnTo>
                    <a:pt x="63398" y="68211"/>
                  </a:lnTo>
                  <a:lnTo>
                    <a:pt x="63322" y="66675"/>
                  </a:lnTo>
                  <a:lnTo>
                    <a:pt x="62979" y="65455"/>
                  </a:lnTo>
                  <a:lnTo>
                    <a:pt x="62293" y="65493"/>
                  </a:lnTo>
                  <a:lnTo>
                    <a:pt x="62077" y="66751"/>
                  </a:lnTo>
                  <a:lnTo>
                    <a:pt x="62217" y="69811"/>
                  </a:lnTo>
                  <a:lnTo>
                    <a:pt x="62395" y="70497"/>
                  </a:lnTo>
                  <a:lnTo>
                    <a:pt x="61823" y="70358"/>
                  </a:lnTo>
                  <a:lnTo>
                    <a:pt x="60515" y="70434"/>
                  </a:lnTo>
                  <a:lnTo>
                    <a:pt x="59207" y="70523"/>
                  </a:lnTo>
                  <a:lnTo>
                    <a:pt x="58153" y="70904"/>
                  </a:lnTo>
                  <a:lnTo>
                    <a:pt x="58178" y="71691"/>
                  </a:lnTo>
                  <a:lnTo>
                    <a:pt x="44869" y="56159"/>
                  </a:lnTo>
                  <a:lnTo>
                    <a:pt x="45923" y="56413"/>
                  </a:lnTo>
                  <a:lnTo>
                    <a:pt x="48552" y="56235"/>
                  </a:lnTo>
                  <a:lnTo>
                    <a:pt x="49123" y="56032"/>
                  </a:lnTo>
                  <a:lnTo>
                    <a:pt x="49009" y="56730"/>
                  </a:lnTo>
                  <a:lnTo>
                    <a:pt x="49085" y="58254"/>
                  </a:lnTo>
                  <a:lnTo>
                    <a:pt x="49161" y="59791"/>
                  </a:lnTo>
                  <a:lnTo>
                    <a:pt x="49491" y="61010"/>
                  </a:lnTo>
                  <a:lnTo>
                    <a:pt x="50177" y="60972"/>
                  </a:lnTo>
                  <a:lnTo>
                    <a:pt x="50406" y="59715"/>
                  </a:lnTo>
                  <a:lnTo>
                    <a:pt x="50253" y="56642"/>
                  </a:lnTo>
                  <a:lnTo>
                    <a:pt x="50063" y="55956"/>
                  </a:lnTo>
                  <a:lnTo>
                    <a:pt x="50685" y="56108"/>
                  </a:lnTo>
                  <a:lnTo>
                    <a:pt x="51993" y="56019"/>
                  </a:lnTo>
                  <a:lnTo>
                    <a:pt x="53301" y="55943"/>
                  </a:lnTo>
                  <a:lnTo>
                    <a:pt x="54356" y="55549"/>
                  </a:lnTo>
                  <a:lnTo>
                    <a:pt x="54317" y="54749"/>
                  </a:lnTo>
                  <a:lnTo>
                    <a:pt x="53238" y="54483"/>
                  </a:lnTo>
                  <a:lnTo>
                    <a:pt x="50609" y="54648"/>
                  </a:lnTo>
                  <a:lnTo>
                    <a:pt x="49974" y="54889"/>
                  </a:lnTo>
                  <a:lnTo>
                    <a:pt x="50114" y="54165"/>
                  </a:lnTo>
                  <a:lnTo>
                    <a:pt x="50050" y="52641"/>
                  </a:lnTo>
                  <a:lnTo>
                    <a:pt x="49974" y="51104"/>
                  </a:lnTo>
                  <a:lnTo>
                    <a:pt x="49631" y="49885"/>
                  </a:lnTo>
                  <a:lnTo>
                    <a:pt x="49491" y="49898"/>
                  </a:lnTo>
                  <a:lnTo>
                    <a:pt x="62496" y="34721"/>
                  </a:lnTo>
                  <a:lnTo>
                    <a:pt x="62331" y="35687"/>
                  </a:lnTo>
                  <a:lnTo>
                    <a:pt x="62471" y="38760"/>
                  </a:lnTo>
                  <a:lnTo>
                    <a:pt x="62649" y="39446"/>
                  </a:lnTo>
                  <a:lnTo>
                    <a:pt x="62077" y="39293"/>
                  </a:lnTo>
                  <a:lnTo>
                    <a:pt x="60769" y="39382"/>
                  </a:lnTo>
                  <a:lnTo>
                    <a:pt x="59461" y="39458"/>
                  </a:lnTo>
                  <a:lnTo>
                    <a:pt x="58407" y="39852"/>
                  </a:lnTo>
                  <a:lnTo>
                    <a:pt x="58445" y="40652"/>
                  </a:lnTo>
                  <a:lnTo>
                    <a:pt x="59524" y="40919"/>
                  </a:lnTo>
                  <a:lnTo>
                    <a:pt x="62153" y="40754"/>
                  </a:lnTo>
                  <a:lnTo>
                    <a:pt x="62725" y="40538"/>
                  </a:lnTo>
                  <a:lnTo>
                    <a:pt x="62611" y="41236"/>
                  </a:lnTo>
                  <a:lnTo>
                    <a:pt x="62687" y="42760"/>
                  </a:lnTo>
                  <a:lnTo>
                    <a:pt x="62763" y="44297"/>
                  </a:lnTo>
                  <a:lnTo>
                    <a:pt x="63093" y="45516"/>
                  </a:lnTo>
                  <a:lnTo>
                    <a:pt x="63779" y="45478"/>
                  </a:lnTo>
                  <a:lnTo>
                    <a:pt x="64008" y="44221"/>
                  </a:lnTo>
                  <a:lnTo>
                    <a:pt x="63855" y="41148"/>
                  </a:lnTo>
                  <a:lnTo>
                    <a:pt x="63665" y="40462"/>
                  </a:lnTo>
                  <a:lnTo>
                    <a:pt x="64287" y="40614"/>
                  </a:lnTo>
                  <a:lnTo>
                    <a:pt x="65595" y="40538"/>
                  </a:lnTo>
                  <a:lnTo>
                    <a:pt x="66903" y="40449"/>
                  </a:lnTo>
                  <a:lnTo>
                    <a:pt x="67957" y="40055"/>
                  </a:lnTo>
                  <a:lnTo>
                    <a:pt x="67945" y="39928"/>
                  </a:lnTo>
                  <a:lnTo>
                    <a:pt x="76682" y="50114"/>
                  </a:lnTo>
                  <a:lnTo>
                    <a:pt x="76022" y="50152"/>
                  </a:lnTo>
                  <a:lnTo>
                    <a:pt x="75793" y="51396"/>
                  </a:lnTo>
                  <a:lnTo>
                    <a:pt x="75946" y="54470"/>
                  </a:lnTo>
                  <a:lnTo>
                    <a:pt x="76123" y="55156"/>
                  </a:lnTo>
                  <a:lnTo>
                    <a:pt x="75552" y="55003"/>
                  </a:lnTo>
                  <a:lnTo>
                    <a:pt x="74244" y="55092"/>
                  </a:lnTo>
                  <a:lnTo>
                    <a:pt x="72936" y="55168"/>
                  </a:lnTo>
                  <a:lnTo>
                    <a:pt x="71869" y="55562"/>
                  </a:lnTo>
                  <a:lnTo>
                    <a:pt x="71920" y="56362"/>
                  </a:lnTo>
                  <a:lnTo>
                    <a:pt x="72999" y="56629"/>
                  </a:lnTo>
                  <a:lnTo>
                    <a:pt x="75628" y="56464"/>
                  </a:lnTo>
                  <a:lnTo>
                    <a:pt x="76200" y="56248"/>
                  </a:lnTo>
                  <a:lnTo>
                    <a:pt x="76085" y="56946"/>
                  </a:lnTo>
                  <a:lnTo>
                    <a:pt x="76161" y="58483"/>
                  </a:lnTo>
                  <a:lnTo>
                    <a:pt x="76225" y="60007"/>
                  </a:lnTo>
                  <a:lnTo>
                    <a:pt x="76568" y="61239"/>
                  </a:lnTo>
                  <a:lnTo>
                    <a:pt x="76771" y="61226"/>
                  </a:lnTo>
                  <a:lnTo>
                    <a:pt x="76771" y="50380"/>
                  </a:lnTo>
                  <a:lnTo>
                    <a:pt x="76708" y="50152"/>
                  </a:lnTo>
                  <a:lnTo>
                    <a:pt x="80708" y="54813"/>
                  </a:lnTo>
                  <a:lnTo>
                    <a:pt x="80708" y="50431"/>
                  </a:lnTo>
                  <a:lnTo>
                    <a:pt x="67233" y="34721"/>
                  </a:lnTo>
                  <a:lnTo>
                    <a:pt x="67233" y="39090"/>
                  </a:lnTo>
                  <a:lnTo>
                    <a:pt x="66840" y="38989"/>
                  </a:lnTo>
                  <a:lnTo>
                    <a:pt x="64211" y="39154"/>
                  </a:lnTo>
                  <a:lnTo>
                    <a:pt x="63588" y="39395"/>
                  </a:lnTo>
                  <a:lnTo>
                    <a:pt x="63715" y="38671"/>
                  </a:lnTo>
                  <a:lnTo>
                    <a:pt x="63652" y="37147"/>
                  </a:lnTo>
                  <a:lnTo>
                    <a:pt x="63576" y="35610"/>
                  </a:lnTo>
                  <a:lnTo>
                    <a:pt x="63233" y="34417"/>
                  </a:lnTo>
                  <a:lnTo>
                    <a:pt x="67233" y="39090"/>
                  </a:lnTo>
                  <a:lnTo>
                    <a:pt x="67233" y="34721"/>
                  </a:lnTo>
                  <a:lnTo>
                    <a:pt x="66738" y="34137"/>
                  </a:lnTo>
                  <a:lnTo>
                    <a:pt x="63220" y="30022"/>
                  </a:lnTo>
                  <a:lnTo>
                    <a:pt x="63220" y="34404"/>
                  </a:lnTo>
                  <a:lnTo>
                    <a:pt x="62763" y="34429"/>
                  </a:lnTo>
                  <a:lnTo>
                    <a:pt x="63004" y="34137"/>
                  </a:lnTo>
                  <a:lnTo>
                    <a:pt x="63220" y="34404"/>
                  </a:lnTo>
                  <a:lnTo>
                    <a:pt x="63220" y="30022"/>
                  </a:lnTo>
                  <a:lnTo>
                    <a:pt x="63004" y="29768"/>
                  </a:lnTo>
                  <a:lnTo>
                    <a:pt x="49047" y="46050"/>
                  </a:lnTo>
                  <a:lnTo>
                    <a:pt x="49047" y="54927"/>
                  </a:lnTo>
                  <a:lnTo>
                    <a:pt x="48475" y="54787"/>
                  </a:lnTo>
                  <a:lnTo>
                    <a:pt x="47167" y="54864"/>
                  </a:lnTo>
                  <a:lnTo>
                    <a:pt x="45859" y="54952"/>
                  </a:lnTo>
                  <a:lnTo>
                    <a:pt x="44831" y="55346"/>
                  </a:lnTo>
                  <a:lnTo>
                    <a:pt x="44831" y="56121"/>
                  </a:lnTo>
                  <a:lnTo>
                    <a:pt x="44500" y="55714"/>
                  </a:lnTo>
                  <a:lnTo>
                    <a:pt x="44805" y="55359"/>
                  </a:lnTo>
                  <a:lnTo>
                    <a:pt x="44831" y="56121"/>
                  </a:lnTo>
                  <a:lnTo>
                    <a:pt x="44831" y="55346"/>
                  </a:lnTo>
                  <a:lnTo>
                    <a:pt x="48806" y="50685"/>
                  </a:lnTo>
                  <a:lnTo>
                    <a:pt x="48729" y="51181"/>
                  </a:lnTo>
                  <a:lnTo>
                    <a:pt x="48869" y="54254"/>
                  </a:lnTo>
                  <a:lnTo>
                    <a:pt x="49047" y="54927"/>
                  </a:lnTo>
                  <a:lnTo>
                    <a:pt x="49047" y="46050"/>
                  </a:lnTo>
                  <a:lnTo>
                    <a:pt x="42621" y="53543"/>
                  </a:lnTo>
                  <a:lnTo>
                    <a:pt x="40754" y="51371"/>
                  </a:lnTo>
                  <a:lnTo>
                    <a:pt x="40754" y="55714"/>
                  </a:lnTo>
                  <a:lnTo>
                    <a:pt x="36614" y="60553"/>
                  </a:lnTo>
                  <a:lnTo>
                    <a:pt x="36728" y="59931"/>
                  </a:lnTo>
                  <a:lnTo>
                    <a:pt x="36576" y="56870"/>
                  </a:lnTo>
                  <a:lnTo>
                    <a:pt x="36385" y="56184"/>
                  </a:lnTo>
                  <a:lnTo>
                    <a:pt x="37007" y="56324"/>
                  </a:lnTo>
                  <a:lnTo>
                    <a:pt x="38315" y="56248"/>
                  </a:lnTo>
                  <a:lnTo>
                    <a:pt x="39624" y="56159"/>
                  </a:lnTo>
                  <a:lnTo>
                    <a:pt x="40678" y="55778"/>
                  </a:lnTo>
                  <a:lnTo>
                    <a:pt x="40665" y="55626"/>
                  </a:lnTo>
                  <a:lnTo>
                    <a:pt x="40754" y="51371"/>
                  </a:lnTo>
                  <a:lnTo>
                    <a:pt x="39966" y="50457"/>
                  </a:lnTo>
                  <a:lnTo>
                    <a:pt x="39966" y="54813"/>
                  </a:lnTo>
                  <a:lnTo>
                    <a:pt x="39560" y="54711"/>
                  </a:lnTo>
                  <a:lnTo>
                    <a:pt x="36931" y="54876"/>
                  </a:lnTo>
                  <a:lnTo>
                    <a:pt x="36296" y="55105"/>
                  </a:lnTo>
                  <a:lnTo>
                    <a:pt x="36436" y="54381"/>
                  </a:lnTo>
                  <a:lnTo>
                    <a:pt x="36372" y="52857"/>
                  </a:lnTo>
                  <a:lnTo>
                    <a:pt x="36296" y="51333"/>
                  </a:lnTo>
                  <a:lnTo>
                    <a:pt x="36029" y="50380"/>
                  </a:lnTo>
                  <a:lnTo>
                    <a:pt x="36029" y="61226"/>
                  </a:lnTo>
                  <a:lnTo>
                    <a:pt x="22250" y="77304"/>
                  </a:lnTo>
                  <a:lnTo>
                    <a:pt x="17462" y="71729"/>
                  </a:lnTo>
                  <a:lnTo>
                    <a:pt x="18516" y="71970"/>
                  </a:lnTo>
                  <a:lnTo>
                    <a:pt x="21145" y="71805"/>
                  </a:lnTo>
                  <a:lnTo>
                    <a:pt x="21729" y="71602"/>
                  </a:lnTo>
                  <a:lnTo>
                    <a:pt x="21602" y="72301"/>
                  </a:lnTo>
                  <a:lnTo>
                    <a:pt x="21678" y="73825"/>
                  </a:lnTo>
                  <a:lnTo>
                    <a:pt x="21755" y="75361"/>
                  </a:lnTo>
                  <a:lnTo>
                    <a:pt x="22085" y="76581"/>
                  </a:lnTo>
                  <a:lnTo>
                    <a:pt x="22783" y="76542"/>
                  </a:lnTo>
                  <a:lnTo>
                    <a:pt x="22999" y="75285"/>
                  </a:lnTo>
                  <a:lnTo>
                    <a:pt x="22860" y="72212"/>
                  </a:lnTo>
                  <a:lnTo>
                    <a:pt x="22656" y="71539"/>
                  </a:lnTo>
                  <a:lnTo>
                    <a:pt x="23279" y="71678"/>
                  </a:lnTo>
                  <a:lnTo>
                    <a:pt x="24587" y="71589"/>
                  </a:lnTo>
                  <a:lnTo>
                    <a:pt x="25895" y="71513"/>
                  </a:lnTo>
                  <a:lnTo>
                    <a:pt x="26949" y="71120"/>
                  </a:lnTo>
                  <a:lnTo>
                    <a:pt x="26911" y="70319"/>
                  </a:lnTo>
                  <a:lnTo>
                    <a:pt x="25831" y="70053"/>
                  </a:lnTo>
                  <a:lnTo>
                    <a:pt x="23202" y="70218"/>
                  </a:lnTo>
                  <a:lnTo>
                    <a:pt x="22580" y="70459"/>
                  </a:lnTo>
                  <a:lnTo>
                    <a:pt x="22720" y="69735"/>
                  </a:lnTo>
                  <a:lnTo>
                    <a:pt x="22644" y="68211"/>
                  </a:lnTo>
                  <a:lnTo>
                    <a:pt x="22567" y="66675"/>
                  </a:lnTo>
                  <a:lnTo>
                    <a:pt x="22237" y="65455"/>
                  </a:lnTo>
                  <a:lnTo>
                    <a:pt x="21539" y="65493"/>
                  </a:lnTo>
                  <a:lnTo>
                    <a:pt x="21323" y="66751"/>
                  </a:lnTo>
                  <a:lnTo>
                    <a:pt x="21475" y="69811"/>
                  </a:lnTo>
                  <a:lnTo>
                    <a:pt x="21653" y="70497"/>
                  </a:lnTo>
                  <a:lnTo>
                    <a:pt x="21069" y="70358"/>
                  </a:lnTo>
                  <a:lnTo>
                    <a:pt x="19761" y="70434"/>
                  </a:lnTo>
                  <a:lnTo>
                    <a:pt x="18453" y="70523"/>
                  </a:lnTo>
                  <a:lnTo>
                    <a:pt x="17399" y="70904"/>
                  </a:lnTo>
                  <a:lnTo>
                    <a:pt x="17424" y="71691"/>
                  </a:lnTo>
                  <a:lnTo>
                    <a:pt x="4114" y="56159"/>
                  </a:lnTo>
                  <a:lnTo>
                    <a:pt x="5168" y="56413"/>
                  </a:lnTo>
                  <a:lnTo>
                    <a:pt x="7797" y="56235"/>
                  </a:lnTo>
                  <a:lnTo>
                    <a:pt x="8382" y="56032"/>
                  </a:lnTo>
                  <a:lnTo>
                    <a:pt x="8255" y="56730"/>
                  </a:lnTo>
                  <a:lnTo>
                    <a:pt x="8331" y="58254"/>
                  </a:lnTo>
                  <a:lnTo>
                    <a:pt x="8407" y="59791"/>
                  </a:lnTo>
                  <a:lnTo>
                    <a:pt x="8737" y="61010"/>
                  </a:lnTo>
                  <a:lnTo>
                    <a:pt x="9436" y="60972"/>
                  </a:lnTo>
                  <a:lnTo>
                    <a:pt x="9652" y="59715"/>
                  </a:lnTo>
                  <a:lnTo>
                    <a:pt x="9512" y="56642"/>
                  </a:lnTo>
                  <a:lnTo>
                    <a:pt x="9309" y="55968"/>
                  </a:lnTo>
                  <a:lnTo>
                    <a:pt x="9931" y="56108"/>
                  </a:lnTo>
                  <a:lnTo>
                    <a:pt x="11239" y="56019"/>
                  </a:lnTo>
                  <a:lnTo>
                    <a:pt x="12547" y="55943"/>
                  </a:lnTo>
                  <a:lnTo>
                    <a:pt x="13601" y="55549"/>
                  </a:lnTo>
                  <a:lnTo>
                    <a:pt x="13589" y="55143"/>
                  </a:lnTo>
                  <a:lnTo>
                    <a:pt x="13563" y="54749"/>
                  </a:lnTo>
                  <a:lnTo>
                    <a:pt x="12484" y="54483"/>
                  </a:lnTo>
                  <a:lnTo>
                    <a:pt x="9855" y="54648"/>
                  </a:lnTo>
                  <a:lnTo>
                    <a:pt x="9232" y="54889"/>
                  </a:lnTo>
                  <a:lnTo>
                    <a:pt x="9372" y="54165"/>
                  </a:lnTo>
                  <a:lnTo>
                    <a:pt x="9296" y="52641"/>
                  </a:lnTo>
                  <a:lnTo>
                    <a:pt x="9220" y="51104"/>
                  </a:lnTo>
                  <a:lnTo>
                    <a:pt x="8890" y="49885"/>
                  </a:lnTo>
                  <a:lnTo>
                    <a:pt x="8737" y="49898"/>
                  </a:lnTo>
                  <a:lnTo>
                    <a:pt x="21742" y="34721"/>
                  </a:lnTo>
                  <a:lnTo>
                    <a:pt x="21577" y="35687"/>
                  </a:lnTo>
                  <a:lnTo>
                    <a:pt x="21729" y="38760"/>
                  </a:lnTo>
                  <a:lnTo>
                    <a:pt x="21907" y="39446"/>
                  </a:lnTo>
                  <a:lnTo>
                    <a:pt x="21323" y="39293"/>
                  </a:lnTo>
                  <a:lnTo>
                    <a:pt x="20015" y="39382"/>
                  </a:lnTo>
                  <a:lnTo>
                    <a:pt x="18707" y="39458"/>
                  </a:lnTo>
                  <a:lnTo>
                    <a:pt x="17653" y="39852"/>
                  </a:lnTo>
                  <a:lnTo>
                    <a:pt x="17691" y="40652"/>
                  </a:lnTo>
                  <a:lnTo>
                    <a:pt x="18770" y="40919"/>
                  </a:lnTo>
                  <a:lnTo>
                    <a:pt x="21399" y="40754"/>
                  </a:lnTo>
                  <a:lnTo>
                    <a:pt x="21983" y="40538"/>
                  </a:lnTo>
                  <a:lnTo>
                    <a:pt x="21856" y="41236"/>
                  </a:lnTo>
                  <a:lnTo>
                    <a:pt x="21932" y="42760"/>
                  </a:lnTo>
                  <a:lnTo>
                    <a:pt x="22009" y="44297"/>
                  </a:lnTo>
                  <a:lnTo>
                    <a:pt x="22339" y="45516"/>
                  </a:lnTo>
                  <a:lnTo>
                    <a:pt x="23037" y="45478"/>
                  </a:lnTo>
                  <a:lnTo>
                    <a:pt x="23253" y="44221"/>
                  </a:lnTo>
                  <a:lnTo>
                    <a:pt x="23114" y="41148"/>
                  </a:lnTo>
                  <a:lnTo>
                    <a:pt x="22910" y="40474"/>
                  </a:lnTo>
                  <a:lnTo>
                    <a:pt x="23533" y="40614"/>
                  </a:lnTo>
                  <a:lnTo>
                    <a:pt x="24841" y="40538"/>
                  </a:lnTo>
                  <a:lnTo>
                    <a:pt x="26149" y="40449"/>
                  </a:lnTo>
                  <a:lnTo>
                    <a:pt x="27203" y="40055"/>
                  </a:lnTo>
                  <a:lnTo>
                    <a:pt x="27190" y="39928"/>
                  </a:lnTo>
                  <a:lnTo>
                    <a:pt x="35941" y="50114"/>
                  </a:lnTo>
                  <a:lnTo>
                    <a:pt x="35267" y="50152"/>
                  </a:lnTo>
                  <a:lnTo>
                    <a:pt x="35052" y="51396"/>
                  </a:lnTo>
                  <a:lnTo>
                    <a:pt x="35191" y="54470"/>
                  </a:lnTo>
                  <a:lnTo>
                    <a:pt x="35369" y="55156"/>
                  </a:lnTo>
                  <a:lnTo>
                    <a:pt x="34798" y="55003"/>
                  </a:lnTo>
                  <a:lnTo>
                    <a:pt x="33489" y="55092"/>
                  </a:lnTo>
                  <a:lnTo>
                    <a:pt x="32181" y="55168"/>
                  </a:lnTo>
                  <a:lnTo>
                    <a:pt x="31127" y="55562"/>
                  </a:lnTo>
                  <a:lnTo>
                    <a:pt x="31165" y="56362"/>
                  </a:lnTo>
                  <a:lnTo>
                    <a:pt x="32245" y="56629"/>
                  </a:lnTo>
                  <a:lnTo>
                    <a:pt x="34874" y="56464"/>
                  </a:lnTo>
                  <a:lnTo>
                    <a:pt x="35445" y="56248"/>
                  </a:lnTo>
                  <a:lnTo>
                    <a:pt x="35331" y="56946"/>
                  </a:lnTo>
                  <a:lnTo>
                    <a:pt x="35407" y="58483"/>
                  </a:lnTo>
                  <a:lnTo>
                    <a:pt x="35483" y="60007"/>
                  </a:lnTo>
                  <a:lnTo>
                    <a:pt x="35814" y="61239"/>
                  </a:lnTo>
                  <a:lnTo>
                    <a:pt x="36029" y="61226"/>
                  </a:lnTo>
                  <a:lnTo>
                    <a:pt x="36029" y="50380"/>
                  </a:lnTo>
                  <a:lnTo>
                    <a:pt x="35966" y="50152"/>
                  </a:lnTo>
                  <a:lnTo>
                    <a:pt x="39966" y="54813"/>
                  </a:lnTo>
                  <a:lnTo>
                    <a:pt x="39966" y="50457"/>
                  </a:lnTo>
                  <a:lnTo>
                    <a:pt x="26466" y="34696"/>
                  </a:lnTo>
                  <a:lnTo>
                    <a:pt x="26466" y="39090"/>
                  </a:lnTo>
                  <a:lnTo>
                    <a:pt x="26085" y="38989"/>
                  </a:lnTo>
                  <a:lnTo>
                    <a:pt x="23456" y="39154"/>
                  </a:lnTo>
                  <a:lnTo>
                    <a:pt x="22834" y="39395"/>
                  </a:lnTo>
                  <a:lnTo>
                    <a:pt x="22974" y="38671"/>
                  </a:lnTo>
                  <a:lnTo>
                    <a:pt x="22898" y="37147"/>
                  </a:lnTo>
                  <a:lnTo>
                    <a:pt x="22821" y="35610"/>
                  </a:lnTo>
                  <a:lnTo>
                    <a:pt x="22491" y="34442"/>
                  </a:lnTo>
                  <a:lnTo>
                    <a:pt x="26466" y="39090"/>
                  </a:lnTo>
                  <a:lnTo>
                    <a:pt x="26466" y="34696"/>
                  </a:lnTo>
                  <a:lnTo>
                    <a:pt x="25996" y="34137"/>
                  </a:lnTo>
                  <a:lnTo>
                    <a:pt x="22466" y="30022"/>
                  </a:lnTo>
                  <a:lnTo>
                    <a:pt x="22466" y="34404"/>
                  </a:lnTo>
                  <a:lnTo>
                    <a:pt x="22009" y="34429"/>
                  </a:lnTo>
                  <a:lnTo>
                    <a:pt x="22250" y="34137"/>
                  </a:lnTo>
                  <a:lnTo>
                    <a:pt x="22466" y="34404"/>
                  </a:lnTo>
                  <a:lnTo>
                    <a:pt x="22466" y="30022"/>
                  </a:lnTo>
                  <a:lnTo>
                    <a:pt x="22250" y="29768"/>
                  </a:lnTo>
                  <a:lnTo>
                    <a:pt x="8305" y="46037"/>
                  </a:lnTo>
                  <a:lnTo>
                    <a:pt x="8305" y="54927"/>
                  </a:lnTo>
                  <a:lnTo>
                    <a:pt x="7734" y="54787"/>
                  </a:lnTo>
                  <a:lnTo>
                    <a:pt x="6413" y="54864"/>
                  </a:lnTo>
                  <a:lnTo>
                    <a:pt x="5105" y="54952"/>
                  </a:lnTo>
                  <a:lnTo>
                    <a:pt x="4076" y="55346"/>
                  </a:lnTo>
                  <a:lnTo>
                    <a:pt x="4076" y="56121"/>
                  </a:lnTo>
                  <a:lnTo>
                    <a:pt x="3746" y="55714"/>
                  </a:lnTo>
                  <a:lnTo>
                    <a:pt x="4051" y="55359"/>
                  </a:lnTo>
                  <a:lnTo>
                    <a:pt x="4076" y="56121"/>
                  </a:lnTo>
                  <a:lnTo>
                    <a:pt x="4076" y="55346"/>
                  </a:lnTo>
                  <a:lnTo>
                    <a:pt x="8051" y="50685"/>
                  </a:lnTo>
                  <a:lnTo>
                    <a:pt x="7975" y="51181"/>
                  </a:lnTo>
                  <a:lnTo>
                    <a:pt x="8128" y="54254"/>
                  </a:lnTo>
                  <a:lnTo>
                    <a:pt x="8305" y="54927"/>
                  </a:lnTo>
                  <a:lnTo>
                    <a:pt x="8305" y="46037"/>
                  </a:lnTo>
                  <a:lnTo>
                    <a:pt x="0" y="55714"/>
                  </a:lnTo>
                  <a:lnTo>
                    <a:pt x="22250" y="81661"/>
                  </a:lnTo>
                  <a:lnTo>
                    <a:pt x="25996" y="77304"/>
                  </a:lnTo>
                  <a:lnTo>
                    <a:pt x="42621" y="57912"/>
                  </a:lnTo>
                  <a:lnTo>
                    <a:pt x="63004" y="81661"/>
                  </a:lnTo>
                  <a:lnTo>
                    <a:pt x="66738" y="77304"/>
                  </a:lnTo>
                  <a:lnTo>
                    <a:pt x="82664" y="58737"/>
                  </a:lnTo>
                  <a:lnTo>
                    <a:pt x="82664" y="52705"/>
                  </a:lnTo>
                  <a:close/>
                </a:path>
                <a:path w="83184" h="243840">
                  <a:moveTo>
                    <a:pt x="82664" y="7721"/>
                  </a:moveTo>
                  <a:lnTo>
                    <a:pt x="80708" y="7848"/>
                  </a:lnTo>
                  <a:lnTo>
                    <a:pt x="79641" y="8242"/>
                  </a:lnTo>
                  <a:lnTo>
                    <a:pt x="79692" y="9042"/>
                  </a:lnTo>
                  <a:lnTo>
                    <a:pt x="80772" y="9309"/>
                  </a:lnTo>
                  <a:lnTo>
                    <a:pt x="82664" y="9182"/>
                  </a:lnTo>
                  <a:lnTo>
                    <a:pt x="82664" y="7721"/>
                  </a:lnTo>
                  <a:close/>
                </a:path>
                <a:path w="83184" h="243840">
                  <a:moveTo>
                    <a:pt x="82677" y="0"/>
                  </a:moveTo>
                  <a:lnTo>
                    <a:pt x="70294" y="14452"/>
                  </a:lnTo>
                  <a:lnTo>
                    <a:pt x="70294" y="23329"/>
                  </a:lnTo>
                  <a:lnTo>
                    <a:pt x="69723" y="23177"/>
                  </a:lnTo>
                  <a:lnTo>
                    <a:pt x="68414" y="23266"/>
                  </a:lnTo>
                  <a:lnTo>
                    <a:pt x="67106" y="23342"/>
                  </a:lnTo>
                  <a:lnTo>
                    <a:pt x="66078" y="23736"/>
                  </a:lnTo>
                  <a:lnTo>
                    <a:pt x="66078" y="24536"/>
                  </a:lnTo>
                  <a:lnTo>
                    <a:pt x="65735" y="24117"/>
                  </a:lnTo>
                  <a:lnTo>
                    <a:pt x="66040" y="23761"/>
                  </a:lnTo>
                  <a:lnTo>
                    <a:pt x="66078" y="24536"/>
                  </a:lnTo>
                  <a:lnTo>
                    <a:pt x="66078" y="23736"/>
                  </a:lnTo>
                  <a:lnTo>
                    <a:pt x="70053" y="19075"/>
                  </a:lnTo>
                  <a:lnTo>
                    <a:pt x="69964" y="19570"/>
                  </a:lnTo>
                  <a:lnTo>
                    <a:pt x="70116" y="22644"/>
                  </a:lnTo>
                  <a:lnTo>
                    <a:pt x="70294" y="23329"/>
                  </a:lnTo>
                  <a:lnTo>
                    <a:pt x="70294" y="14452"/>
                  </a:lnTo>
                  <a:lnTo>
                    <a:pt x="62001" y="24117"/>
                  </a:lnTo>
                  <a:lnTo>
                    <a:pt x="82664" y="48221"/>
                  </a:lnTo>
                  <a:lnTo>
                    <a:pt x="82664" y="43853"/>
                  </a:lnTo>
                  <a:lnTo>
                    <a:pt x="79438" y="40119"/>
                  </a:lnTo>
                  <a:lnTo>
                    <a:pt x="80518" y="40373"/>
                  </a:lnTo>
                  <a:lnTo>
                    <a:pt x="82664" y="40233"/>
                  </a:lnTo>
                  <a:lnTo>
                    <a:pt x="82664" y="38773"/>
                  </a:lnTo>
                  <a:lnTo>
                    <a:pt x="80454" y="38912"/>
                  </a:lnTo>
                  <a:lnTo>
                    <a:pt x="79387" y="39306"/>
                  </a:lnTo>
                  <a:lnTo>
                    <a:pt x="79425" y="40106"/>
                  </a:lnTo>
                  <a:lnTo>
                    <a:pt x="66090" y="24549"/>
                  </a:lnTo>
                  <a:lnTo>
                    <a:pt x="67170" y="24803"/>
                  </a:lnTo>
                  <a:lnTo>
                    <a:pt x="69799" y="24638"/>
                  </a:lnTo>
                  <a:lnTo>
                    <a:pt x="70370" y="24422"/>
                  </a:lnTo>
                  <a:lnTo>
                    <a:pt x="70256" y="25120"/>
                  </a:lnTo>
                  <a:lnTo>
                    <a:pt x="70332" y="26657"/>
                  </a:lnTo>
                  <a:lnTo>
                    <a:pt x="70396" y="28181"/>
                  </a:lnTo>
                  <a:lnTo>
                    <a:pt x="70739" y="29400"/>
                  </a:lnTo>
                  <a:lnTo>
                    <a:pt x="71424" y="29362"/>
                  </a:lnTo>
                  <a:lnTo>
                    <a:pt x="71640" y="28105"/>
                  </a:lnTo>
                  <a:lnTo>
                    <a:pt x="71501" y="25044"/>
                  </a:lnTo>
                  <a:lnTo>
                    <a:pt x="71310" y="24358"/>
                  </a:lnTo>
                  <a:lnTo>
                    <a:pt x="71920" y="24498"/>
                  </a:lnTo>
                  <a:lnTo>
                    <a:pt x="73228" y="24422"/>
                  </a:lnTo>
                  <a:lnTo>
                    <a:pt x="74536" y="24333"/>
                  </a:lnTo>
                  <a:lnTo>
                    <a:pt x="75603" y="23952"/>
                  </a:lnTo>
                  <a:lnTo>
                    <a:pt x="75552" y="23139"/>
                  </a:lnTo>
                  <a:lnTo>
                    <a:pt x="74472" y="22872"/>
                  </a:lnTo>
                  <a:lnTo>
                    <a:pt x="71856" y="23050"/>
                  </a:lnTo>
                  <a:lnTo>
                    <a:pt x="71234" y="23279"/>
                  </a:lnTo>
                  <a:lnTo>
                    <a:pt x="71361" y="22555"/>
                  </a:lnTo>
                  <a:lnTo>
                    <a:pt x="71285" y="21031"/>
                  </a:lnTo>
                  <a:lnTo>
                    <a:pt x="71208" y="19494"/>
                  </a:lnTo>
                  <a:lnTo>
                    <a:pt x="70878" y="18275"/>
                  </a:lnTo>
                  <a:lnTo>
                    <a:pt x="70726" y="18288"/>
                  </a:lnTo>
                  <a:lnTo>
                    <a:pt x="82664" y="4368"/>
                  </a:lnTo>
                  <a:lnTo>
                    <a:pt x="82677" y="0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11757686" y="6670300"/>
              <a:ext cx="83185" cy="148590"/>
            </a:xfrm>
            <a:custGeom>
              <a:avLst/>
              <a:gdLst/>
              <a:ahLst/>
              <a:cxnLst/>
              <a:rect l="l" t="t" r="r" b="b"/>
              <a:pathLst>
                <a:path w="83184" h="148590">
                  <a:moveTo>
                    <a:pt x="47815" y="75298"/>
                  </a:moveTo>
                  <a:lnTo>
                    <a:pt x="47764" y="74498"/>
                  </a:lnTo>
                  <a:lnTo>
                    <a:pt x="46685" y="74231"/>
                  </a:lnTo>
                  <a:lnTo>
                    <a:pt x="44069" y="74409"/>
                  </a:lnTo>
                  <a:lnTo>
                    <a:pt x="43014" y="74803"/>
                  </a:lnTo>
                  <a:lnTo>
                    <a:pt x="43053" y="75603"/>
                  </a:lnTo>
                  <a:lnTo>
                    <a:pt x="44132" y="75857"/>
                  </a:lnTo>
                  <a:lnTo>
                    <a:pt x="45440" y="75780"/>
                  </a:lnTo>
                  <a:lnTo>
                    <a:pt x="46748" y="75692"/>
                  </a:lnTo>
                  <a:lnTo>
                    <a:pt x="47815" y="75298"/>
                  </a:lnTo>
                  <a:close/>
                </a:path>
                <a:path w="83184" h="148590">
                  <a:moveTo>
                    <a:pt x="65100" y="25946"/>
                  </a:moveTo>
                  <a:lnTo>
                    <a:pt x="61353" y="21577"/>
                  </a:lnTo>
                  <a:lnTo>
                    <a:pt x="61353" y="25946"/>
                  </a:lnTo>
                  <a:lnTo>
                    <a:pt x="57213" y="30772"/>
                  </a:lnTo>
                  <a:lnTo>
                    <a:pt x="57327" y="30162"/>
                  </a:lnTo>
                  <a:lnTo>
                    <a:pt x="57188" y="27089"/>
                  </a:lnTo>
                  <a:lnTo>
                    <a:pt x="56984" y="26416"/>
                  </a:lnTo>
                  <a:lnTo>
                    <a:pt x="57607" y="26555"/>
                  </a:lnTo>
                  <a:lnTo>
                    <a:pt x="58915" y="26466"/>
                  </a:lnTo>
                  <a:lnTo>
                    <a:pt x="60223" y="26390"/>
                  </a:lnTo>
                  <a:lnTo>
                    <a:pt x="61277" y="25996"/>
                  </a:lnTo>
                  <a:lnTo>
                    <a:pt x="61264" y="25857"/>
                  </a:lnTo>
                  <a:lnTo>
                    <a:pt x="61353" y="21577"/>
                  </a:lnTo>
                  <a:lnTo>
                    <a:pt x="60553" y="20650"/>
                  </a:lnTo>
                  <a:lnTo>
                    <a:pt x="60553" y="25031"/>
                  </a:lnTo>
                  <a:lnTo>
                    <a:pt x="60159" y="24930"/>
                  </a:lnTo>
                  <a:lnTo>
                    <a:pt x="57531" y="25095"/>
                  </a:lnTo>
                  <a:lnTo>
                    <a:pt x="56908" y="25336"/>
                  </a:lnTo>
                  <a:lnTo>
                    <a:pt x="57048" y="24612"/>
                  </a:lnTo>
                  <a:lnTo>
                    <a:pt x="56972" y="23088"/>
                  </a:lnTo>
                  <a:lnTo>
                    <a:pt x="56896" y="21551"/>
                  </a:lnTo>
                  <a:lnTo>
                    <a:pt x="56629" y="20612"/>
                  </a:lnTo>
                  <a:lnTo>
                    <a:pt x="56629" y="31457"/>
                  </a:lnTo>
                  <a:lnTo>
                    <a:pt x="42849" y="47523"/>
                  </a:lnTo>
                  <a:lnTo>
                    <a:pt x="38049" y="41948"/>
                  </a:lnTo>
                  <a:lnTo>
                    <a:pt x="39128" y="42202"/>
                  </a:lnTo>
                  <a:lnTo>
                    <a:pt x="41744" y="42037"/>
                  </a:lnTo>
                  <a:lnTo>
                    <a:pt x="42329" y="41821"/>
                  </a:lnTo>
                  <a:lnTo>
                    <a:pt x="42214" y="42519"/>
                  </a:lnTo>
                  <a:lnTo>
                    <a:pt x="42291" y="44056"/>
                  </a:lnTo>
                  <a:lnTo>
                    <a:pt x="42354" y="45580"/>
                  </a:lnTo>
                  <a:lnTo>
                    <a:pt x="42697" y="46799"/>
                  </a:lnTo>
                  <a:lnTo>
                    <a:pt x="43383" y="46761"/>
                  </a:lnTo>
                  <a:lnTo>
                    <a:pt x="43599" y="45504"/>
                  </a:lnTo>
                  <a:lnTo>
                    <a:pt x="43459" y="42443"/>
                  </a:lnTo>
                  <a:lnTo>
                    <a:pt x="43256" y="41757"/>
                  </a:lnTo>
                  <a:lnTo>
                    <a:pt x="43878" y="41897"/>
                  </a:lnTo>
                  <a:lnTo>
                    <a:pt x="45186" y="41821"/>
                  </a:lnTo>
                  <a:lnTo>
                    <a:pt x="46494" y="41732"/>
                  </a:lnTo>
                  <a:lnTo>
                    <a:pt x="47561" y="41351"/>
                  </a:lnTo>
                  <a:lnTo>
                    <a:pt x="47510" y="40538"/>
                  </a:lnTo>
                  <a:lnTo>
                    <a:pt x="46431" y="40271"/>
                  </a:lnTo>
                  <a:lnTo>
                    <a:pt x="43815" y="40449"/>
                  </a:lnTo>
                  <a:lnTo>
                    <a:pt x="43180" y="40678"/>
                  </a:lnTo>
                  <a:lnTo>
                    <a:pt x="43319" y="39954"/>
                  </a:lnTo>
                  <a:lnTo>
                    <a:pt x="43243" y="38430"/>
                  </a:lnTo>
                  <a:lnTo>
                    <a:pt x="43180" y="36893"/>
                  </a:lnTo>
                  <a:lnTo>
                    <a:pt x="42837" y="35674"/>
                  </a:lnTo>
                  <a:lnTo>
                    <a:pt x="42151" y="35712"/>
                  </a:lnTo>
                  <a:lnTo>
                    <a:pt x="41922" y="36969"/>
                  </a:lnTo>
                  <a:lnTo>
                    <a:pt x="42075" y="40043"/>
                  </a:lnTo>
                  <a:lnTo>
                    <a:pt x="42252" y="40728"/>
                  </a:lnTo>
                  <a:lnTo>
                    <a:pt x="41681" y="40576"/>
                  </a:lnTo>
                  <a:lnTo>
                    <a:pt x="40373" y="40665"/>
                  </a:lnTo>
                  <a:lnTo>
                    <a:pt x="39065" y="40741"/>
                  </a:lnTo>
                  <a:lnTo>
                    <a:pt x="37998" y="41135"/>
                  </a:lnTo>
                  <a:lnTo>
                    <a:pt x="38036" y="41935"/>
                  </a:lnTo>
                  <a:lnTo>
                    <a:pt x="24701" y="26377"/>
                  </a:lnTo>
                  <a:lnTo>
                    <a:pt x="25781" y="26631"/>
                  </a:lnTo>
                  <a:lnTo>
                    <a:pt x="28409" y="26466"/>
                  </a:lnTo>
                  <a:lnTo>
                    <a:pt x="28981" y="26250"/>
                  </a:lnTo>
                  <a:lnTo>
                    <a:pt x="28867" y="26949"/>
                  </a:lnTo>
                  <a:lnTo>
                    <a:pt x="28943" y="28486"/>
                  </a:lnTo>
                  <a:lnTo>
                    <a:pt x="29006" y="30010"/>
                  </a:lnTo>
                  <a:lnTo>
                    <a:pt x="29349" y="31242"/>
                  </a:lnTo>
                  <a:lnTo>
                    <a:pt x="30035" y="31191"/>
                  </a:lnTo>
                  <a:lnTo>
                    <a:pt x="30264" y="29933"/>
                  </a:lnTo>
                  <a:lnTo>
                    <a:pt x="30111" y="26873"/>
                  </a:lnTo>
                  <a:lnTo>
                    <a:pt x="29921" y="26187"/>
                  </a:lnTo>
                  <a:lnTo>
                    <a:pt x="30530" y="26327"/>
                  </a:lnTo>
                  <a:lnTo>
                    <a:pt x="31851" y="26250"/>
                  </a:lnTo>
                  <a:lnTo>
                    <a:pt x="33159" y="26162"/>
                  </a:lnTo>
                  <a:lnTo>
                    <a:pt x="34213" y="25781"/>
                  </a:lnTo>
                  <a:lnTo>
                    <a:pt x="34175" y="24968"/>
                  </a:lnTo>
                  <a:lnTo>
                    <a:pt x="33096" y="24714"/>
                  </a:lnTo>
                  <a:lnTo>
                    <a:pt x="30467" y="24879"/>
                  </a:lnTo>
                  <a:lnTo>
                    <a:pt x="29845" y="25107"/>
                  </a:lnTo>
                  <a:lnTo>
                    <a:pt x="29972" y="24384"/>
                  </a:lnTo>
                  <a:lnTo>
                    <a:pt x="29895" y="22860"/>
                  </a:lnTo>
                  <a:lnTo>
                    <a:pt x="29832" y="21336"/>
                  </a:lnTo>
                  <a:lnTo>
                    <a:pt x="29489" y="20104"/>
                  </a:lnTo>
                  <a:lnTo>
                    <a:pt x="29337" y="20116"/>
                  </a:lnTo>
                  <a:lnTo>
                    <a:pt x="42354" y="4940"/>
                  </a:lnTo>
                  <a:lnTo>
                    <a:pt x="42176" y="5918"/>
                  </a:lnTo>
                  <a:lnTo>
                    <a:pt x="42329" y="8978"/>
                  </a:lnTo>
                  <a:lnTo>
                    <a:pt x="42506" y="9664"/>
                  </a:lnTo>
                  <a:lnTo>
                    <a:pt x="41935" y="9512"/>
                  </a:lnTo>
                  <a:lnTo>
                    <a:pt x="40627" y="9601"/>
                  </a:lnTo>
                  <a:lnTo>
                    <a:pt x="39319" y="9690"/>
                  </a:lnTo>
                  <a:lnTo>
                    <a:pt x="38265" y="10071"/>
                  </a:lnTo>
                  <a:lnTo>
                    <a:pt x="38303" y="10883"/>
                  </a:lnTo>
                  <a:lnTo>
                    <a:pt x="39382" y="11137"/>
                  </a:lnTo>
                  <a:lnTo>
                    <a:pt x="42011" y="10972"/>
                  </a:lnTo>
                  <a:lnTo>
                    <a:pt x="42595" y="10756"/>
                  </a:lnTo>
                  <a:lnTo>
                    <a:pt x="42468" y="11455"/>
                  </a:lnTo>
                  <a:lnTo>
                    <a:pt x="42545" y="12992"/>
                  </a:lnTo>
                  <a:lnTo>
                    <a:pt x="42608" y="14516"/>
                  </a:lnTo>
                  <a:lnTo>
                    <a:pt x="42951" y="15748"/>
                  </a:lnTo>
                  <a:lnTo>
                    <a:pt x="43637" y="15697"/>
                  </a:lnTo>
                  <a:lnTo>
                    <a:pt x="43853" y="14439"/>
                  </a:lnTo>
                  <a:lnTo>
                    <a:pt x="43713" y="11379"/>
                  </a:lnTo>
                  <a:lnTo>
                    <a:pt x="43522" y="10706"/>
                  </a:lnTo>
                  <a:lnTo>
                    <a:pt x="44132" y="10845"/>
                  </a:lnTo>
                  <a:lnTo>
                    <a:pt x="45440" y="10756"/>
                  </a:lnTo>
                  <a:lnTo>
                    <a:pt x="46748" y="10668"/>
                  </a:lnTo>
                  <a:lnTo>
                    <a:pt x="47815" y="10287"/>
                  </a:lnTo>
                  <a:lnTo>
                    <a:pt x="56540" y="20345"/>
                  </a:lnTo>
                  <a:lnTo>
                    <a:pt x="55867" y="20370"/>
                  </a:lnTo>
                  <a:lnTo>
                    <a:pt x="55651" y="21628"/>
                  </a:lnTo>
                  <a:lnTo>
                    <a:pt x="55803" y="24688"/>
                  </a:lnTo>
                  <a:lnTo>
                    <a:pt x="55981" y="25374"/>
                  </a:lnTo>
                  <a:lnTo>
                    <a:pt x="55410" y="25234"/>
                  </a:lnTo>
                  <a:lnTo>
                    <a:pt x="54102" y="25311"/>
                  </a:lnTo>
                  <a:lnTo>
                    <a:pt x="52781" y="25400"/>
                  </a:lnTo>
                  <a:lnTo>
                    <a:pt x="51727" y="25781"/>
                  </a:lnTo>
                  <a:lnTo>
                    <a:pt x="51777" y="26593"/>
                  </a:lnTo>
                  <a:lnTo>
                    <a:pt x="52844" y="26847"/>
                  </a:lnTo>
                  <a:lnTo>
                    <a:pt x="55473" y="26682"/>
                  </a:lnTo>
                  <a:lnTo>
                    <a:pt x="56057" y="26479"/>
                  </a:lnTo>
                  <a:lnTo>
                    <a:pt x="55943" y="27178"/>
                  </a:lnTo>
                  <a:lnTo>
                    <a:pt x="56007" y="28702"/>
                  </a:lnTo>
                  <a:lnTo>
                    <a:pt x="56083" y="30238"/>
                  </a:lnTo>
                  <a:lnTo>
                    <a:pt x="56426" y="31457"/>
                  </a:lnTo>
                  <a:lnTo>
                    <a:pt x="56629" y="31457"/>
                  </a:lnTo>
                  <a:lnTo>
                    <a:pt x="56629" y="20612"/>
                  </a:lnTo>
                  <a:lnTo>
                    <a:pt x="56565" y="20383"/>
                  </a:lnTo>
                  <a:lnTo>
                    <a:pt x="60553" y="25031"/>
                  </a:lnTo>
                  <a:lnTo>
                    <a:pt x="60553" y="20650"/>
                  </a:lnTo>
                  <a:lnTo>
                    <a:pt x="47078" y="4927"/>
                  </a:lnTo>
                  <a:lnTo>
                    <a:pt x="47078" y="9321"/>
                  </a:lnTo>
                  <a:lnTo>
                    <a:pt x="46685" y="9220"/>
                  </a:lnTo>
                  <a:lnTo>
                    <a:pt x="44069" y="9385"/>
                  </a:lnTo>
                  <a:lnTo>
                    <a:pt x="43434" y="9613"/>
                  </a:lnTo>
                  <a:lnTo>
                    <a:pt x="43573" y="8902"/>
                  </a:lnTo>
                  <a:lnTo>
                    <a:pt x="43497" y="7366"/>
                  </a:lnTo>
                  <a:lnTo>
                    <a:pt x="43434" y="5842"/>
                  </a:lnTo>
                  <a:lnTo>
                    <a:pt x="43091" y="4660"/>
                  </a:lnTo>
                  <a:lnTo>
                    <a:pt x="47078" y="9321"/>
                  </a:lnTo>
                  <a:lnTo>
                    <a:pt x="47078" y="4927"/>
                  </a:lnTo>
                  <a:lnTo>
                    <a:pt x="46596" y="4356"/>
                  </a:lnTo>
                  <a:lnTo>
                    <a:pt x="43065" y="254"/>
                  </a:lnTo>
                  <a:lnTo>
                    <a:pt x="43065" y="4622"/>
                  </a:lnTo>
                  <a:lnTo>
                    <a:pt x="42595" y="4648"/>
                  </a:lnTo>
                  <a:lnTo>
                    <a:pt x="42849" y="4356"/>
                  </a:lnTo>
                  <a:lnTo>
                    <a:pt x="43065" y="4622"/>
                  </a:lnTo>
                  <a:lnTo>
                    <a:pt x="43065" y="254"/>
                  </a:lnTo>
                  <a:lnTo>
                    <a:pt x="42849" y="0"/>
                  </a:lnTo>
                  <a:lnTo>
                    <a:pt x="28905" y="16268"/>
                  </a:lnTo>
                  <a:lnTo>
                    <a:pt x="28905" y="25158"/>
                  </a:lnTo>
                  <a:lnTo>
                    <a:pt x="28333" y="25006"/>
                  </a:lnTo>
                  <a:lnTo>
                    <a:pt x="27025" y="25095"/>
                  </a:lnTo>
                  <a:lnTo>
                    <a:pt x="25717" y="25171"/>
                  </a:lnTo>
                  <a:lnTo>
                    <a:pt x="24688" y="25565"/>
                  </a:lnTo>
                  <a:lnTo>
                    <a:pt x="24688" y="26365"/>
                  </a:lnTo>
                  <a:lnTo>
                    <a:pt x="24345" y="25946"/>
                  </a:lnTo>
                  <a:lnTo>
                    <a:pt x="24663" y="25577"/>
                  </a:lnTo>
                  <a:lnTo>
                    <a:pt x="24688" y="26365"/>
                  </a:lnTo>
                  <a:lnTo>
                    <a:pt x="24688" y="25565"/>
                  </a:lnTo>
                  <a:lnTo>
                    <a:pt x="28663" y="20904"/>
                  </a:lnTo>
                  <a:lnTo>
                    <a:pt x="28587" y="21399"/>
                  </a:lnTo>
                  <a:lnTo>
                    <a:pt x="28727" y="24472"/>
                  </a:lnTo>
                  <a:lnTo>
                    <a:pt x="28905" y="25158"/>
                  </a:lnTo>
                  <a:lnTo>
                    <a:pt x="28905" y="16268"/>
                  </a:lnTo>
                  <a:lnTo>
                    <a:pt x="20599" y="25946"/>
                  </a:lnTo>
                  <a:lnTo>
                    <a:pt x="42849" y="51892"/>
                  </a:lnTo>
                  <a:lnTo>
                    <a:pt x="46596" y="47523"/>
                  </a:lnTo>
                  <a:lnTo>
                    <a:pt x="65100" y="25946"/>
                  </a:lnTo>
                  <a:close/>
                </a:path>
                <a:path w="83184" h="148590">
                  <a:moveTo>
                    <a:pt x="82626" y="119507"/>
                  </a:moveTo>
                  <a:lnTo>
                    <a:pt x="81495" y="118198"/>
                  </a:lnTo>
                  <a:lnTo>
                    <a:pt x="81495" y="122567"/>
                  </a:lnTo>
                  <a:lnTo>
                    <a:pt x="77355" y="127393"/>
                  </a:lnTo>
                  <a:lnTo>
                    <a:pt x="77470" y="126784"/>
                  </a:lnTo>
                  <a:lnTo>
                    <a:pt x="77330" y="123723"/>
                  </a:lnTo>
                  <a:lnTo>
                    <a:pt x="77139" y="123037"/>
                  </a:lnTo>
                  <a:lnTo>
                    <a:pt x="77749" y="123177"/>
                  </a:lnTo>
                  <a:lnTo>
                    <a:pt x="79057" y="123101"/>
                  </a:lnTo>
                  <a:lnTo>
                    <a:pt x="80365" y="123012"/>
                  </a:lnTo>
                  <a:lnTo>
                    <a:pt x="81432" y="122631"/>
                  </a:lnTo>
                  <a:lnTo>
                    <a:pt x="81419" y="122491"/>
                  </a:lnTo>
                  <a:lnTo>
                    <a:pt x="81495" y="118198"/>
                  </a:lnTo>
                  <a:lnTo>
                    <a:pt x="80695" y="117259"/>
                  </a:lnTo>
                  <a:lnTo>
                    <a:pt x="80695" y="121653"/>
                  </a:lnTo>
                  <a:lnTo>
                    <a:pt x="80314" y="121551"/>
                  </a:lnTo>
                  <a:lnTo>
                    <a:pt x="77685" y="121729"/>
                  </a:lnTo>
                  <a:lnTo>
                    <a:pt x="77050" y="121958"/>
                  </a:lnTo>
                  <a:lnTo>
                    <a:pt x="77190" y="121234"/>
                  </a:lnTo>
                  <a:lnTo>
                    <a:pt x="77114" y="119710"/>
                  </a:lnTo>
                  <a:lnTo>
                    <a:pt x="77050" y="118186"/>
                  </a:lnTo>
                  <a:lnTo>
                    <a:pt x="76771" y="117233"/>
                  </a:lnTo>
                  <a:lnTo>
                    <a:pt x="76771" y="128079"/>
                  </a:lnTo>
                  <a:lnTo>
                    <a:pt x="63004" y="144145"/>
                  </a:lnTo>
                  <a:lnTo>
                    <a:pt x="58216" y="138582"/>
                  </a:lnTo>
                  <a:lnTo>
                    <a:pt x="59270" y="138823"/>
                  </a:lnTo>
                  <a:lnTo>
                    <a:pt x="61899" y="138658"/>
                  </a:lnTo>
                  <a:lnTo>
                    <a:pt x="62471" y="138455"/>
                  </a:lnTo>
                  <a:lnTo>
                    <a:pt x="62357" y="139153"/>
                  </a:lnTo>
                  <a:lnTo>
                    <a:pt x="62433" y="140677"/>
                  </a:lnTo>
                  <a:lnTo>
                    <a:pt x="62509" y="142201"/>
                  </a:lnTo>
                  <a:lnTo>
                    <a:pt x="62839" y="143433"/>
                  </a:lnTo>
                  <a:lnTo>
                    <a:pt x="63525" y="143395"/>
                  </a:lnTo>
                  <a:lnTo>
                    <a:pt x="63754" y="142138"/>
                  </a:lnTo>
                  <a:lnTo>
                    <a:pt x="63601" y="139065"/>
                  </a:lnTo>
                  <a:lnTo>
                    <a:pt x="63411" y="138391"/>
                  </a:lnTo>
                  <a:lnTo>
                    <a:pt x="64020" y="138531"/>
                  </a:lnTo>
                  <a:lnTo>
                    <a:pt x="65341" y="138442"/>
                  </a:lnTo>
                  <a:lnTo>
                    <a:pt x="66649" y="138366"/>
                  </a:lnTo>
                  <a:lnTo>
                    <a:pt x="67703" y="137972"/>
                  </a:lnTo>
                  <a:lnTo>
                    <a:pt x="67665" y="137172"/>
                  </a:lnTo>
                  <a:lnTo>
                    <a:pt x="66586" y="136906"/>
                  </a:lnTo>
                  <a:lnTo>
                    <a:pt x="63957" y="137071"/>
                  </a:lnTo>
                  <a:lnTo>
                    <a:pt x="63334" y="137312"/>
                  </a:lnTo>
                  <a:lnTo>
                    <a:pt x="63461" y="136588"/>
                  </a:lnTo>
                  <a:lnTo>
                    <a:pt x="63398" y="135051"/>
                  </a:lnTo>
                  <a:lnTo>
                    <a:pt x="63322" y="133527"/>
                  </a:lnTo>
                  <a:lnTo>
                    <a:pt x="62979" y="132295"/>
                  </a:lnTo>
                  <a:lnTo>
                    <a:pt x="62293" y="132346"/>
                  </a:lnTo>
                  <a:lnTo>
                    <a:pt x="62077" y="133604"/>
                  </a:lnTo>
                  <a:lnTo>
                    <a:pt x="62217" y="136664"/>
                  </a:lnTo>
                  <a:lnTo>
                    <a:pt x="62395" y="137350"/>
                  </a:lnTo>
                  <a:lnTo>
                    <a:pt x="61823" y="137210"/>
                  </a:lnTo>
                  <a:lnTo>
                    <a:pt x="60515" y="137287"/>
                  </a:lnTo>
                  <a:lnTo>
                    <a:pt x="59207" y="137375"/>
                  </a:lnTo>
                  <a:lnTo>
                    <a:pt x="58153" y="137756"/>
                  </a:lnTo>
                  <a:lnTo>
                    <a:pt x="58178" y="138544"/>
                  </a:lnTo>
                  <a:lnTo>
                    <a:pt x="44869" y="123012"/>
                  </a:lnTo>
                  <a:lnTo>
                    <a:pt x="45923" y="123253"/>
                  </a:lnTo>
                  <a:lnTo>
                    <a:pt x="48552" y="123088"/>
                  </a:lnTo>
                  <a:lnTo>
                    <a:pt x="49123" y="122885"/>
                  </a:lnTo>
                  <a:lnTo>
                    <a:pt x="49009" y="123583"/>
                  </a:lnTo>
                  <a:lnTo>
                    <a:pt x="49085" y="125107"/>
                  </a:lnTo>
                  <a:lnTo>
                    <a:pt x="49161" y="126644"/>
                  </a:lnTo>
                  <a:lnTo>
                    <a:pt x="49491" y="127863"/>
                  </a:lnTo>
                  <a:lnTo>
                    <a:pt x="50177" y="127825"/>
                  </a:lnTo>
                  <a:lnTo>
                    <a:pt x="50406" y="126568"/>
                  </a:lnTo>
                  <a:lnTo>
                    <a:pt x="50253" y="123494"/>
                  </a:lnTo>
                  <a:lnTo>
                    <a:pt x="50063" y="122809"/>
                  </a:lnTo>
                  <a:lnTo>
                    <a:pt x="50685" y="122961"/>
                  </a:lnTo>
                  <a:lnTo>
                    <a:pt x="51993" y="122872"/>
                  </a:lnTo>
                  <a:lnTo>
                    <a:pt x="53301" y="122796"/>
                  </a:lnTo>
                  <a:lnTo>
                    <a:pt x="54356" y="122402"/>
                  </a:lnTo>
                  <a:lnTo>
                    <a:pt x="54317" y="121602"/>
                  </a:lnTo>
                  <a:lnTo>
                    <a:pt x="53238" y="121335"/>
                  </a:lnTo>
                  <a:lnTo>
                    <a:pt x="50609" y="121500"/>
                  </a:lnTo>
                  <a:lnTo>
                    <a:pt x="49974" y="121742"/>
                  </a:lnTo>
                  <a:lnTo>
                    <a:pt x="50114" y="121018"/>
                  </a:lnTo>
                  <a:lnTo>
                    <a:pt x="50050" y="119481"/>
                  </a:lnTo>
                  <a:lnTo>
                    <a:pt x="49974" y="117957"/>
                  </a:lnTo>
                  <a:lnTo>
                    <a:pt x="49631" y="116738"/>
                  </a:lnTo>
                  <a:lnTo>
                    <a:pt x="49491" y="116751"/>
                  </a:lnTo>
                  <a:lnTo>
                    <a:pt x="62496" y="101574"/>
                  </a:lnTo>
                  <a:lnTo>
                    <a:pt x="62331" y="102539"/>
                  </a:lnTo>
                  <a:lnTo>
                    <a:pt x="62471" y="105613"/>
                  </a:lnTo>
                  <a:lnTo>
                    <a:pt x="62649" y="106286"/>
                  </a:lnTo>
                  <a:lnTo>
                    <a:pt x="62077" y="106146"/>
                  </a:lnTo>
                  <a:lnTo>
                    <a:pt x="60769" y="106222"/>
                  </a:lnTo>
                  <a:lnTo>
                    <a:pt x="59461" y="106311"/>
                  </a:lnTo>
                  <a:lnTo>
                    <a:pt x="58407" y="106692"/>
                  </a:lnTo>
                  <a:lnTo>
                    <a:pt x="58445" y="107505"/>
                  </a:lnTo>
                  <a:lnTo>
                    <a:pt x="59524" y="107772"/>
                  </a:lnTo>
                  <a:lnTo>
                    <a:pt x="62153" y="107594"/>
                  </a:lnTo>
                  <a:lnTo>
                    <a:pt x="62725" y="107391"/>
                  </a:lnTo>
                  <a:lnTo>
                    <a:pt x="62611" y="108089"/>
                  </a:lnTo>
                  <a:lnTo>
                    <a:pt x="62687" y="109613"/>
                  </a:lnTo>
                  <a:lnTo>
                    <a:pt x="62763" y="111150"/>
                  </a:lnTo>
                  <a:lnTo>
                    <a:pt x="63093" y="112369"/>
                  </a:lnTo>
                  <a:lnTo>
                    <a:pt x="63779" y="112331"/>
                  </a:lnTo>
                  <a:lnTo>
                    <a:pt x="64008" y="111074"/>
                  </a:lnTo>
                  <a:lnTo>
                    <a:pt x="63855" y="108000"/>
                  </a:lnTo>
                  <a:lnTo>
                    <a:pt x="63665" y="107315"/>
                  </a:lnTo>
                  <a:lnTo>
                    <a:pt x="64287" y="107467"/>
                  </a:lnTo>
                  <a:lnTo>
                    <a:pt x="65595" y="107378"/>
                  </a:lnTo>
                  <a:lnTo>
                    <a:pt x="66903" y="107302"/>
                  </a:lnTo>
                  <a:lnTo>
                    <a:pt x="67957" y="106908"/>
                  </a:lnTo>
                  <a:lnTo>
                    <a:pt x="67945" y="106781"/>
                  </a:lnTo>
                  <a:lnTo>
                    <a:pt x="76682" y="116967"/>
                  </a:lnTo>
                  <a:lnTo>
                    <a:pt x="76022" y="116992"/>
                  </a:lnTo>
                  <a:lnTo>
                    <a:pt x="75793" y="118249"/>
                  </a:lnTo>
                  <a:lnTo>
                    <a:pt x="75946" y="121323"/>
                  </a:lnTo>
                  <a:lnTo>
                    <a:pt x="76123" y="122008"/>
                  </a:lnTo>
                  <a:lnTo>
                    <a:pt x="75552" y="121856"/>
                  </a:lnTo>
                  <a:lnTo>
                    <a:pt x="74244" y="121945"/>
                  </a:lnTo>
                  <a:lnTo>
                    <a:pt x="72936" y="122021"/>
                  </a:lnTo>
                  <a:lnTo>
                    <a:pt x="71869" y="122415"/>
                  </a:lnTo>
                  <a:lnTo>
                    <a:pt x="71920" y="123215"/>
                  </a:lnTo>
                  <a:lnTo>
                    <a:pt x="72999" y="123482"/>
                  </a:lnTo>
                  <a:lnTo>
                    <a:pt x="75628" y="123317"/>
                  </a:lnTo>
                  <a:lnTo>
                    <a:pt x="76200" y="123101"/>
                  </a:lnTo>
                  <a:lnTo>
                    <a:pt x="76085" y="123799"/>
                  </a:lnTo>
                  <a:lnTo>
                    <a:pt x="76161" y="125336"/>
                  </a:lnTo>
                  <a:lnTo>
                    <a:pt x="76225" y="126860"/>
                  </a:lnTo>
                  <a:lnTo>
                    <a:pt x="76568" y="128079"/>
                  </a:lnTo>
                  <a:lnTo>
                    <a:pt x="76771" y="128079"/>
                  </a:lnTo>
                  <a:lnTo>
                    <a:pt x="76771" y="117233"/>
                  </a:lnTo>
                  <a:lnTo>
                    <a:pt x="76708" y="117005"/>
                  </a:lnTo>
                  <a:lnTo>
                    <a:pt x="80695" y="121653"/>
                  </a:lnTo>
                  <a:lnTo>
                    <a:pt x="80695" y="117259"/>
                  </a:lnTo>
                  <a:lnTo>
                    <a:pt x="67233" y="101574"/>
                  </a:lnTo>
                  <a:lnTo>
                    <a:pt x="67233" y="105943"/>
                  </a:lnTo>
                  <a:lnTo>
                    <a:pt x="66840" y="105841"/>
                  </a:lnTo>
                  <a:lnTo>
                    <a:pt x="64211" y="106006"/>
                  </a:lnTo>
                  <a:lnTo>
                    <a:pt x="63588" y="106248"/>
                  </a:lnTo>
                  <a:lnTo>
                    <a:pt x="63715" y="105524"/>
                  </a:lnTo>
                  <a:lnTo>
                    <a:pt x="63652" y="104000"/>
                  </a:lnTo>
                  <a:lnTo>
                    <a:pt x="63576" y="102463"/>
                  </a:lnTo>
                  <a:lnTo>
                    <a:pt x="63233" y="101269"/>
                  </a:lnTo>
                  <a:lnTo>
                    <a:pt x="67233" y="105943"/>
                  </a:lnTo>
                  <a:lnTo>
                    <a:pt x="67233" y="101574"/>
                  </a:lnTo>
                  <a:lnTo>
                    <a:pt x="66738" y="100990"/>
                  </a:lnTo>
                  <a:lnTo>
                    <a:pt x="63220" y="96875"/>
                  </a:lnTo>
                  <a:lnTo>
                    <a:pt x="63220" y="101257"/>
                  </a:lnTo>
                  <a:lnTo>
                    <a:pt x="62763" y="101282"/>
                  </a:lnTo>
                  <a:lnTo>
                    <a:pt x="63004" y="100990"/>
                  </a:lnTo>
                  <a:lnTo>
                    <a:pt x="63220" y="101257"/>
                  </a:lnTo>
                  <a:lnTo>
                    <a:pt x="63220" y="96875"/>
                  </a:lnTo>
                  <a:lnTo>
                    <a:pt x="63004" y="96621"/>
                  </a:lnTo>
                  <a:lnTo>
                    <a:pt x="49047" y="112903"/>
                  </a:lnTo>
                  <a:lnTo>
                    <a:pt x="49047" y="121780"/>
                  </a:lnTo>
                  <a:lnTo>
                    <a:pt x="48475" y="121640"/>
                  </a:lnTo>
                  <a:lnTo>
                    <a:pt x="47167" y="121716"/>
                  </a:lnTo>
                  <a:lnTo>
                    <a:pt x="45859" y="121805"/>
                  </a:lnTo>
                  <a:lnTo>
                    <a:pt x="44831" y="122186"/>
                  </a:lnTo>
                  <a:lnTo>
                    <a:pt x="44831" y="122974"/>
                  </a:lnTo>
                  <a:lnTo>
                    <a:pt x="44500" y="122567"/>
                  </a:lnTo>
                  <a:lnTo>
                    <a:pt x="44805" y="122212"/>
                  </a:lnTo>
                  <a:lnTo>
                    <a:pt x="44831" y="122974"/>
                  </a:lnTo>
                  <a:lnTo>
                    <a:pt x="44831" y="122186"/>
                  </a:lnTo>
                  <a:lnTo>
                    <a:pt x="48806" y="117538"/>
                  </a:lnTo>
                  <a:lnTo>
                    <a:pt x="48729" y="118033"/>
                  </a:lnTo>
                  <a:lnTo>
                    <a:pt x="48869" y="121094"/>
                  </a:lnTo>
                  <a:lnTo>
                    <a:pt x="49047" y="121780"/>
                  </a:lnTo>
                  <a:lnTo>
                    <a:pt x="49047" y="112903"/>
                  </a:lnTo>
                  <a:lnTo>
                    <a:pt x="42621" y="120396"/>
                  </a:lnTo>
                  <a:lnTo>
                    <a:pt x="40754" y="118224"/>
                  </a:lnTo>
                  <a:lnTo>
                    <a:pt x="40754" y="122567"/>
                  </a:lnTo>
                  <a:lnTo>
                    <a:pt x="36614" y="127393"/>
                  </a:lnTo>
                  <a:lnTo>
                    <a:pt x="36728" y="126784"/>
                  </a:lnTo>
                  <a:lnTo>
                    <a:pt x="36576" y="123723"/>
                  </a:lnTo>
                  <a:lnTo>
                    <a:pt x="36385" y="123037"/>
                  </a:lnTo>
                  <a:lnTo>
                    <a:pt x="37007" y="123177"/>
                  </a:lnTo>
                  <a:lnTo>
                    <a:pt x="38315" y="123101"/>
                  </a:lnTo>
                  <a:lnTo>
                    <a:pt x="39624" y="123012"/>
                  </a:lnTo>
                  <a:lnTo>
                    <a:pt x="40678" y="122631"/>
                  </a:lnTo>
                  <a:lnTo>
                    <a:pt x="40665" y="122478"/>
                  </a:lnTo>
                  <a:lnTo>
                    <a:pt x="40754" y="118224"/>
                  </a:lnTo>
                  <a:lnTo>
                    <a:pt x="39954" y="117284"/>
                  </a:lnTo>
                  <a:lnTo>
                    <a:pt x="39954" y="121653"/>
                  </a:lnTo>
                  <a:lnTo>
                    <a:pt x="39560" y="121551"/>
                  </a:lnTo>
                  <a:lnTo>
                    <a:pt x="36931" y="121729"/>
                  </a:lnTo>
                  <a:lnTo>
                    <a:pt x="36296" y="121958"/>
                  </a:lnTo>
                  <a:lnTo>
                    <a:pt x="36436" y="121234"/>
                  </a:lnTo>
                  <a:lnTo>
                    <a:pt x="36372" y="119710"/>
                  </a:lnTo>
                  <a:lnTo>
                    <a:pt x="36296" y="118186"/>
                  </a:lnTo>
                  <a:lnTo>
                    <a:pt x="36029" y="117233"/>
                  </a:lnTo>
                  <a:lnTo>
                    <a:pt x="36029" y="128079"/>
                  </a:lnTo>
                  <a:lnTo>
                    <a:pt x="22250" y="144145"/>
                  </a:lnTo>
                  <a:lnTo>
                    <a:pt x="17462" y="138582"/>
                  </a:lnTo>
                  <a:lnTo>
                    <a:pt x="18516" y="138823"/>
                  </a:lnTo>
                  <a:lnTo>
                    <a:pt x="21145" y="138658"/>
                  </a:lnTo>
                  <a:lnTo>
                    <a:pt x="21729" y="138455"/>
                  </a:lnTo>
                  <a:lnTo>
                    <a:pt x="21602" y="139153"/>
                  </a:lnTo>
                  <a:lnTo>
                    <a:pt x="21678" y="140677"/>
                  </a:lnTo>
                  <a:lnTo>
                    <a:pt x="21755" y="142201"/>
                  </a:lnTo>
                  <a:lnTo>
                    <a:pt x="22085" y="143433"/>
                  </a:lnTo>
                  <a:lnTo>
                    <a:pt x="22783" y="143395"/>
                  </a:lnTo>
                  <a:lnTo>
                    <a:pt x="22999" y="142138"/>
                  </a:lnTo>
                  <a:lnTo>
                    <a:pt x="22860" y="139065"/>
                  </a:lnTo>
                  <a:lnTo>
                    <a:pt x="22656" y="138391"/>
                  </a:lnTo>
                  <a:lnTo>
                    <a:pt x="23279" y="138531"/>
                  </a:lnTo>
                  <a:lnTo>
                    <a:pt x="24587" y="138442"/>
                  </a:lnTo>
                  <a:lnTo>
                    <a:pt x="25895" y="138366"/>
                  </a:lnTo>
                  <a:lnTo>
                    <a:pt x="26949" y="137972"/>
                  </a:lnTo>
                  <a:lnTo>
                    <a:pt x="26911" y="137172"/>
                  </a:lnTo>
                  <a:lnTo>
                    <a:pt x="25831" y="136906"/>
                  </a:lnTo>
                  <a:lnTo>
                    <a:pt x="23202" y="137071"/>
                  </a:lnTo>
                  <a:lnTo>
                    <a:pt x="22580" y="137312"/>
                  </a:lnTo>
                  <a:lnTo>
                    <a:pt x="22720" y="136588"/>
                  </a:lnTo>
                  <a:lnTo>
                    <a:pt x="22644" y="135051"/>
                  </a:lnTo>
                  <a:lnTo>
                    <a:pt x="22567" y="133527"/>
                  </a:lnTo>
                  <a:lnTo>
                    <a:pt x="22237" y="132295"/>
                  </a:lnTo>
                  <a:lnTo>
                    <a:pt x="21539" y="132346"/>
                  </a:lnTo>
                  <a:lnTo>
                    <a:pt x="21323" y="133604"/>
                  </a:lnTo>
                  <a:lnTo>
                    <a:pt x="21475" y="136664"/>
                  </a:lnTo>
                  <a:lnTo>
                    <a:pt x="21653" y="137350"/>
                  </a:lnTo>
                  <a:lnTo>
                    <a:pt x="21069" y="137210"/>
                  </a:lnTo>
                  <a:lnTo>
                    <a:pt x="19761" y="137287"/>
                  </a:lnTo>
                  <a:lnTo>
                    <a:pt x="18453" y="137375"/>
                  </a:lnTo>
                  <a:lnTo>
                    <a:pt x="17399" y="137756"/>
                  </a:lnTo>
                  <a:lnTo>
                    <a:pt x="17424" y="138544"/>
                  </a:lnTo>
                  <a:lnTo>
                    <a:pt x="4114" y="123012"/>
                  </a:lnTo>
                  <a:lnTo>
                    <a:pt x="5168" y="123253"/>
                  </a:lnTo>
                  <a:lnTo>
                    <a:pt x="7797" y="123088"/>
                  </a:lnTo>
                  <a:lnTo>
                    <a:pt x="8382" y="122885"/>
                  </a:lnTo>
                  <a:lnTo>
                    <a:pt x="8255" y="123583"/>
                  </a:lnTo>
                  <a:lnTo>
                    <a:pt x="8331" y="125107"/>
                  </a:lnTo>
                  <a:lnTo>
                    <a:pt x="8407" y="126644"/>
                  </a:lnTo>
                  <a:lnTo>
                    <a:pt x="8737" y="127863"/>
                  </a:lnTo>
                  <a:lnTo>
                    <a:pt x="9436" y="127825"/>
                  </a:lnTo>
                  <a:lnTo>
                    <a:pt x="9652" y="126568"/>
                  </a:lnTo>
                  <a:lnTo>
                    <a:pt x="9512" y="123494"/>
                  </a:lnTo>
                  <a:lnTo>
                    <a:pt x="9309" y="122821"/>
                  </a:lnTo>
                  <a:lnTo>
                    <a:pt x="9931" y="122961"/>
                  </a:lnTo>
                  <a:lnTo>
                    <a:pt x="11239" y="122872"/>
                  </a:lnTo>
                  <a:lnTo>
                    <a:pt x="12547" y="122796"/>
                  </a:lnTo>
                  <a:lnTo>
                    <a:pt x="13601" y="122402"/>
                  </a:lnTo>
                  <a:lnTo>
                    <a:pt x="13589" y="121996"/>
                  </a:lnTo>
                  <a:lnTo>
                    <a:pt x="13563" y="121602"/>
                  </a:lnTo>
                  <a:lnTo>
                    <a:pt x="12484" y="121335"/>
                  </a:lnTo>
                  <a:lnTo>
                    <a:pt x="9855" y="121500"/>
                  </a:lnTo>
                  <a:lnTo>
                    <a:pt x="9232" y="121742"/>
                  </a:lnTo>
                  <a:lnTo>
                    <a:pt x="9372" y="121018"/>
                  </a:lnTo>
                  <a:lnTo>
                    <a:pt x="9296" y="119481"/>
                  </a:lnTo>
                  <a:lnTo>
                    <a:pt x="9220" y="117957"/>
                  </a:lnTo>
                  <a:lnTo>
                    <a:pt x="8890" y="116738"/>
                  </a:lnTo>
                  <a:lnTo>
                    <a:pt x="8737" y="116751"/>
                  </a:lnTo>
                  <a:lnTo>
                    <a:pt x="21742" y="101574"/>
                  </a:lnTo>
                  <a:lnTo>
                    <a:pt x="21577" y="102539"/>
                  </a:lnTo>
                  <a:lnTo>
                    <a:pt x="21729" y="105613"/>
                  </a:lnTo>
                  <a:lnTo>
                    <a:pt x="21907" y="106286"/>
                  </a:lnTo>
                  <a:lnTo>
                    <a:pt x="21323" y="106146"/>
                  </a:lnTo>
                  <a:lnTo>
                    <a:pt x="20015" y="106222"/>
                  </a:lnTo>
                  <a:lnTo>
                    <a:pt x="18707" y="106311"/>
                  </a:lnTo>
                  <a:lnTo>
                    <a:pt x="17653" y="106692"/>
                  </a:lnTo>
                  <a:lnTo>
                    <a:pt x="17691" y="107505"/>
                  </a:lnTo>
                  <a:lnTo>
                    <a:pt x="18770" y="107772"/>
                  </a:lnTo>
                  <a:lnTo>
                    <a:pt x="21399" y="107594"/>
                  </a:lnTo>
                  <a:lnTo>
                    <a:pt x="21983" y="107391"/>
                  </a:lnTo>
                  <a:lnTo>
                    <a:pt x="21856" y="108089"/>
                  </a:lnTo>
                  <a:lnTo>
                    <a:pt x="21932" y="109613"/>
                  </a:lnTo>
                  <a:lnTo>
                    <a:pt x="22009" y="111150"/>
                  </a:lnTo>
                  <a:lnTo>
                    <a:pt x="22339" y="112369"/>
                  </a:lnTo>
                  <a:lnTo>
                    <a:pt x="23037" y="112331"/>
                  </a:lnTo>
                  <a:lnTo>
                    <a:pt x="23253" y="111074"/>
                  </a:lnTo>
                  <a:lnTo>
                    <a:pt x="23114" y="108000"/>
                  </a:lnTo>
                  <a:lnTo>
                    <a:pt x="22910" y="107327"/>
                  </a:lnTo>
                  <a:lnTo>
                    <a:pt x="23533" y="107467"/>
                  </a:lnTo>
                  <a:lnTo>
                    <a:pt x="24841" y="107378"/>
                  </a:lnTo>
                  <a:lnTo>
                    <a:pt x="26149" y="107302"/>
                  </a:lnTo>
                  <a:lnTo>
                    <a:pt x="27203" y="106908"/>
                  </a:lnTo>
                  <a:lnTo>
                    <a:pt x="27190" y="106781"/>
                  </a:lnTo>
                  <a:lnTo>
                    <a:pt x="35941" y="116967"/>
                  </a:lnTo>
                  <a:lnTo>
                    <a:pt x="35267" y="116992"/>
                  </a:lnTo>
                  <a:lnTo>
                    <a:pt x="35052" y="118249"/>
                  </a:lnTo>
                  <a:lnTo>
                    <a:pt x="35191" y="121323"/>
                  </a:lnTo>
                  <a:lnTo>
                    <a:pt x="35382" y="122008"/>
                  </a:lnTo>
                  <a:lnTo>
                    <a:pt x="34798" y="121856"/>
                  </a:lnTo>
                  <a:lnTo>
                    <a:pt x="33489" y="121945"/>
                  </a:lnTo>
                  <a:lnTo>
                    <a:pt x="32181" y="122021"/>
                  </a:lnTo>
                  <a:lnTo>
                    <a:pt x="31127" y="122415"/>
                  </a:lnTo>
                  <a:lnTo>
                    <a:pt x="31165" y="123215"/>
                  </a:lnTo>
                  <a:lnTo>
                    <a:pt x="32245" y="123482"/>
                  </a:lnTo>
                  <a:lnTo>
                    <a:pt x="34874" y="123317"/>
                  </a:lnTo>
                  <a:lnTo>
                    <a:pt x="35445" y="123101"/>
                  </a:lnTo>
                  <a:lnTo>
                    <a:pt x="35331" y="123799"/>
                  </a:lnTo>
                  <a:lnTo>
                    <a:pt x="35407" y="125336"/>
                  </a:lnTo>
                  <a:lnTo>
                    <a:pt x="35483" y="126860"/>
                  </a:lnTo>
                  <a:lnTo>
                    <a:pt x="35814" y="128079"/>
                  </a:lnTo>
                  <a:lnTo>
                    <a:pt x="36029" y="128079"/>
                  </a:lnTo>
                  <a:lnTo>
                    <a:pt x="36029" y="117233"/>
                  </a:lnTo>
                  <a:lnTo>
                    <a:pt x="35966" y="117005"/>
                  </a:lnTo>
                  <a:lnTo>
                    <a:pt x="39954" y="121653"/>
                  </a:lnTo>
                  <a:lnTo>
                    <a:pt x="39954" y="117284"/>
                  </a:lnTo>
                  <a:lnTo>
                    <a:pt x="26466" y="101549"/>
                  </a:lnTo>
                  <a:lnTo>
                    <a:pt x="26466" y="105943"/>
                  </a:lnTo>
                  <a:lnTo>
                    <a:pt x="26085" y="105841"/>
                  </a:lnTo>
                  <a:lnTo>
                    <a:pt x="23456" y="106006"/>
                  </a:lnTo>
                  <a:lnTo>
                    <a:pt x="22834" y="106248"/>
                  </a:lnTo>
                  <a:lnTo>
                    <a:pt x="22974" y="105524"/>
                  </a:lnTo>
                  <a:lnTo>
                    <a:pt x="22898" y="104000"/>
                  </a:lnTo>
                  <a:lnTo>
                    <a:pt x="22821" y="102463"/>
                  </a:lnTo>
                  <a:lnTo>
                    <a:pt x="22491" y="101295"/>
                  </a:lnTo>
                  <a:lnTo>
                    <a:pt x="26466" y="105943"/>
                  </a:lnTo>
                  <a:lnTo>
                    <a:pt x="26466" y="101549"/>
                  </a:lnTo>
                  <a:lnTo>
                    <a:pt x="25996" y="100990"/>
                  </a:lnTo>
                  <a:lnTo>
                    <a:pt x="22466" y="96875"/>
                  </a:lnTo>
                  <a:lnTo>
                    <a:pt x="22466" y="101257"/>
                  </a:lnTo>
                  <a:lnTo>
                    <a:pt x="22009" y="101282"/>
                  </a:lnTo>
                  <a:lnTo>
                    <a:pt x="22250" y="100990"/>
                  </a:lnTo>
                  <a:lnTo>
                    <a:pt x="22466" y="101257"/>
                  </a:lnTo>
                  <a:lnTo>
                    <a:pt x="22466" y="96875"/>
                  </a:lnTo>
                  <a:lnTo>
                    <a:pt x="22250" y="96621"/>
                  </a:lnTo>
                  <a:lnTo>
                    <a:pt x="8305" y="112890"/>
                  </a:lnTo>
                  <a:lnTo>
                    <a:pt x="8305" y="121780"/>
                  </a:lnTo>
                  <a:lnTo>
                    <a:pt x="7734" y="121640"/>
                  </a:lnTo>
                  <a:lnTo>
                    <a:pt x="6413" y="121716"/>
                  </a:lnTo>
                  <a:lnTo>
                    <a:pt x="5105" y="121805"/>
                  </a:lnTo>
                  <a:lnTo>
                    <a:pt x="4076" y="122186"/>
                  </a:lnTo>
                  <a:lnTo>
                    <a:pt x="4076" y="122974"/>
                  </a:lnTo>
                  <a:lnTo>
                    <a:pt x="3746" y="122567"/>
                  </a:lnTo>
                  <a:lnTo>
                    <a:pt x="4051" y="122212"/>
                  </a:lnTo>
                  <a:lnTo>
                    <a:pt x="4076" y="122974"/>
                  </a:lnTo>
                  <a:lnTo>
                    <a:pt x="4076" y="122186"/>
                  </a:lnTo>
                  <a:lnTo>
                    <a:pt x="8051" y="117538"/>
                  </a:lnTo>
                  <a:lnTo>
                    <a:pt x="7975" y="118033"/>
                  </a:lnTo>
                  <a:lnTo>
                    <a:pt x="8128" y="121094"/>
                  </a:lnTo>
                  <a:lnTo>
                    <a:pt x="8305" y="121780"/>
                  </a:lnTo>
                  <a:lnTo>
                    <a:pt x="8305" y="112890"/>
                  </a:lnTo>
                  <a:lnTo>
                    <a:pt x="0" y="122567"/>
                  </a:lnTo>
                  <a:lnTo>
                    <a:pt x="22250" y="148513"/>
                  </a:lnTo>
                  <a:lnTo>
                    <a:pt x="25996" y="144145"/>
                  </a:lnTo>
                  <a:lnTo>
                    <a:pt x="42621" y="124752"/>
                  </a:lnTo>
                  <a:lnTo>
                    <a:pt x="63004" y="148513"/>
                  </a:lnTo>
                  <a:lnTo>
                    <a:pt x="66738" y="144145"/>
                  </a:lnTo>
                  <a:lnTo>
                    <a:pt x="82626" y="125628"/>
                  </a:lnTo>
                  <a:lnTo>
                    <a:pt x="82626" y="119507"/>
                  </a:lnTo>
                  <a:close/>
                </a:path>
                <a:path w="83184" h="148590">
                  <a:moveTo>
                    <a:pt x="82638" y="74574"/>
                  </a:moveTo>
                  <a:lnTo>
                    <a:pt x="80708" y="74701"/>
                  </a:lnTo>
                  <a:lnTo>
                    <a:pt x="79641" y="75095"/>
                  </a:lnTo>
                  <a:lnTo>
                    <a:pt x="79692" y="75895"/>
                  </a:lnTo>
                  <a:lnTo>
                    <a:pt x="80772" y="76161"/>
                  </a:lnTo>
                  <a:lnTo>
                    <a:pt x="82638" y="76034"/>
                  </a:lnTo>
                  <a:lnTo>
                    <a:pt x="82638" y="74574"/>
                  </a:lnTo>
                  <a:close/>
                </a:path>
                <a:path w="83184" h="148590">
                  <a:moveTo>
                    <a:pt x="82638" y="66890"/>
                  </a:moveTo>
                  <a:lnTo>
                    <a:pt x="70294" y="81292"/>
                  </a:lnTo>
                  <a:lnTo>
                    <a:pt x="70294" y="90182"/>
                  </a:lnTo>
                  <a:lnTo>
                    <a:pt x="69723" y="90030"/>
                  </a:lnTo>
                  <a:lnTo>
                    <a:pt x="68414" y="90106"/>
                  </a:lnTo>
                  <a:lnTo>
                    <a:pt x="67106" y="90195"/>
                  </a:lnTo>
                  <a:lnTo>
                    <a:pt x="66078" y="90589"/>
                  </a:lnTo>
                  <a:lnTo>
                    <a:pt x="66078" y="91376"/>
                  </a:lnTo>
                  <a:lnTo>
                    <a:pt x="65735" y="90957"/>
                  </a:lnTo>
                  <a:lnTo>
                    <a:pt x="66040" y="90601"/>
                  </a:lnTo>
                  <a:lnTo>
                    <a:pt x="66078" y="91376"/>
                  </a:lnTo>
                  <a:lnTo>
                    <a:pt x="66078" y="90589"/>
                  </a:lnTo>
                  <a:lnTo>
                    <a:pt x="70053" y="85915"/>
                  </a:lnTo>
                  <a:lnTo>
                    <a:pt x="69964" y="86423"/>
                  </a:lnTo>
                  <a:lnTo>
                    <a:pt x="70116" y="89496"/>
                  </a:lnTo>
                  <a:lnTo>
                    <a:pt x="70294" y="90182"/>
                  </a:lnTo>
                  <a:lnTo>
                    <a:pt x="70294" y="81292"/>
                  </a:lnTo>
                  <a:lnTo>
                    <a:pt x="62001" y="90957"/>
                  </a:lnTo>
                  <a:lnTo>
                    <a:pt x="82626" y="115023"/>
                  </a:lnTo>
                  <a:lnTo>
                    <a:pt x="82626" y="110655"/>
                  </a:lnTo>
                  <a:lnTo>
                    <a:pt x="79451" y="106972"/>
                  </a:lnTo>
                  <a:lnTo>
                    <a:pt x="80518" y="107226"/>
                  </a:lnTo>
                  <a:lnTo>
                    <a:pt x="82626" y="107086"/>
                  </a:lnTo>
                  <a:lnTo>
                    <a:pt x="82626" y="105625"/>
                  </a:lnTo>
                  <a:lnTo>
                    <a:pt x="80454" y="105765"/>
                  </a:lnTo>
                  <a:lnTo>
                    <a:pt x="79387" y="106146"/>
                  </a:lnTo>
                  <a:lnTo>
                    <a:pt x="79425" y="106946"/>
                  </a:lnTo>
                  <a:lnTo>
                    <a:pt x="66103" y="91401"/>
                  </a:lnTo>
                  <a:lnTo>
                    <a:pt x="67170" y="91655"/>
                  </a:lnTo>
                  <a:lnTo>
                    <a:pt x="69799" y="91478"/>
                  </a:lnTo>
                  <a:lnTo>
                    <a:pt x="70370" y="91274"/>
                  </a:lnTo>
                  <a:lnTo>
                    <a:pt x="70256" y="91973"/>
                  </a:lnTo>
                  <a:lnTo>
                    <a:pt x="70332" y="93497"/>
                  </a:lnTo>
                  <a:lnTo>
                    <a:pt x="70396" y="95034"/>
                  </a:lnTo>
                  <a:lnTo>
                    <a:pt x="70739" y="96253"/>
                  </a:lnTo>
                  <a:lnTo>
                    <a:pt x="71424" y="96215"/>
                  </a:lnTo>
                  <a:lnTo>
                    <a:pt x="71640" y="94957"/>
                  </a:lnTo>
                  <a:lnTo>
                    <a:pt x="71501" y="91884"/>
                  </a:lnTo>
                  <a:lnTo>
                    <a:pt x="71310" y="91211"/>
                  </a:lnTo>
                  <a:lnTo>
                    <a:pt x="71920" y="91351"/>
                  </a:lnTo>
                  <a:lnTo>
                    <a:pt x="73228" y="91262"/>
                  </a:lnTo>
                  <a:lnTo>
                    <a:pt x="74536" y="91186"/>
                  </a:lnTo>
                  <a:lnTo>
                    <a:pt x="75603" y="90792"/>
                  </a:lnTo>
                  <a:lnTo>
                    <a:pt x="75552" y="89992"/>
                  </a:lnTo>
                  <a:lnTo>
                    <a:pt x="74472" y="89725"/>
                  </a:lnTo>
                  <a:lnTo>
                    <a:pt x="71856" y="89890"/>
                  </a:lnTo>
                  <a:lnTo>
                    <a:pt x="71234" y="90131"/>
                  </a:lnTo>
                  <a:lnTo>
                    <a:pt x="71361" y="89408"/>
                  </a:lnTo>
                  <a:lnTo>
                    <a:pt x="71285" y="87884"/>
                  </a:lnTo>
                  <a:lnTo>
                    <a:pt x="71208" y="86347"/>
                  </a:lnTo>
                  <a:lnTo>
                    <a:pt x="70878" y="85128"/>
                  </a:lnTo>
                  <a:lnTo>
                    <a:pt x="70726" y="85140"/>
                  </a:lnTo>
                  <a:lnTo>
                    <a:pt x="82638" y="71247"/>
                  </a:lnTo>
                  <a:lnTo>
                    <a:pt x="82638" y="66890"/>
                  </a:lnTo>
                  <a:close/>
                </a:path>
                <a:path w="83184" h="148590">
                  <a:moveTo>
                    <a:pt x="82638" y="54508"/>
                  </a:moveTo>
                  <a:lnTo>
                    <a:pt x="81495" y="53187"/>
                  </a:lnTo>
                  <a:lnTo>
                    <a:pt x="81495" y="57556"/>
                  </a:lnTo>
                  <a:lnTo>
                    <a:pt x="77355" y="62382"/>
                  </a:lnTo>
                  <a:lnTo>
                    <a:pt x="77470" y="61772"/>
                  </a:lnTo>
                  <a:lnTo>
                    <a:pt x="77330" y="58699"/>
                  </a:lnTo>
                  <a:lnTo>
                    <a:pt x="77000" y="57480"/>
                  </a:lnTo>
                  <a:lnTo>
                    <a:pt x="76784" y="57505"/>
                  </a:lnTo>
                  <a:lnTo>
                    <a:pt x="76784" y="63055"/>
                  </a:lnTo>
                  <a:lnTo>
                    <a:pt x="63004" y="79133"/>
                  </a:lnTo>
                  <a:lnTo>
                    <a:pt x="58204" y="73558"/>
                  </a:lnTo>
                  <a:lnTo>
                    <a:pt x="59270" y="73812"/>
                  </a:lnTo>
                  <a:lnTo>
                    <a:pt x="61899" y="73647"/>
                  </a:lnTo>
                  <a:lnTo>
                    <a:pt x="62471" y="73431"/>
                  </a:lnTo>
                  <a:lnTo>
                    <a:pt x="62357" y="74129"/>
                  </a:lnTo>
                  <a:lnTo>
                    <a:pt x="62433" y="75653"/>
                  </a:lnTo>
                  <a:lnTo>
                    <a:pt x="62509" y="77190"/>
                  </a:lnTo>
                  <a:lnTo>
                    <a:pt x="62839" y="78409"/>
                  </a:lnTo>
                  <a:lnTo>
                    <a:pt x="63525" y="78371"/>
                  </a:lnTo>
                  <a:lnTo>
                    <a:pt x="63754" y="77114"/>
                  </a:lnTo>
                  <a:lnTo>
                    <a:pt x="63601" y="74041"/>
                  </a:lnTo>
                  <a:lnTo>
                    <a:pt x="63411" y="73367"/>
                  </a:lnTo>
                  <a:lnTo>
                    <a:pt x="64020" y="73507"/>
                  </a:lnTo>
                  <a:lnTo>
                    <a:pt x="65341" y="73418"/>
                  </a:lnTo>
                  <a:lnTo>
                    <a:pt x="66649" y="73342"/>
                  </a:lnTo>
                  <a:lnTo>
                    <a:pt x="67703" y="72948"/>
                  </a:lnTo>
                  <a:lnTo>
                    <a:pt x="67665" y="72148"/>
                  </a:lnTo>
                  <a:lnTo>
                    <a:pt x="66586" y="71882"/>
                  </a:lnTo>
                  <a:lnTo>
                    <a:pt x="63957" y="72047"/>
                  </a:lnTo>
                  <a:lnTo>
                    <a:pt x="63334" y="72288"/>
                  </a:lnTo>
                  <a:lnTo>
                    <a:pt x="63461" y="71564"/>
                  </a:lnTo>
                  <a:lnTo>
                    <a:pt x="63398" y="70040"/>
                  </a:lnTo>
                  <a:lnTo>
                    <a:pt x="63322" y="68503"/>
                  </a:lnTo>
                  <a:lnTo>
                    <a:pt x="62979" y="67284"/>
                  </a:lnTo>
                  <a:lnTo>
                    <a:pt x="62293" y="67322"/>
                  </a:lnTo>
                  <a:lnTo>
                    <a:pt x="62077" y="68580"/>
                  </a:lnTo>
                  <a:lnTo>
                    <a:pt x="62217" y="71653"/>
                  </a:lnTo>
                  <a:lnTo>
                    <a:pt x="62395" y="72339"/>
                  </a:lnTo>
                  <a:lnTo>
                    <a:pt x="61823" y="72186"/>
                  </a:lnTo>
                  <a:lnTo>
                    <a:pt x="60515" y="72263"/>
                  </a:lnTo>
                  <a:lnTo>
                    <a:pt x="59207" y="72351"/>
                  </a:lnTo>
                  <a:lnTo>
                    <a:pt x="58153" y="72745"/>
                  </a:lnTo>
                  <a:lnTo>
                    <a:pt x="58178" y="73533"/>
                  </a:lnTo>
                  <a:lnTo>
                    <a:pt x="44856" y="57988"/>
                  </a:lnTo>
                  <a:lnTo>
                    <a:pt x="45923" y="58242"/>
                  </a:lnTo>
                  <a:lnTo>
                    <a:pt x="48552" y="58077"/>
                  </a:lnTo>
                  <a:lnTo>
                    <a:pt x="49123" y="57861"/>
                  </a:lnTo>
                  <a:lnTo>
                    <a:pt x="49009" y="58559"/>
                  </a:lnTo>
                  <a:lnTo>
                    <a:pt x="49085" y="60096"/>
                  </a:lnTo>
                  <a:lnTo>
                    <a:pt x="49161" y="61620"/>
                  </a:lnTo>
                  <a:lnTo>
                    <a:pt x="49491" y="62839"/>
                  </a:lnTo>
                  <a:lnTo>
                    <a:pt x="50177" y="62801"/>
                  </a:lnTo>
                  <a:lnTo>
                    <a:pt x="50406" y="61544"/>
                  </a:lnTo>
                  <a:lnTo>
                    <a:pt x="50253" y="58483"/>
                  </a:lnTo>
                  <a:lnTo>
                    <a:pt x="50063" y="57797"/>
                  </a:lnTo>
                  <a:lnTo>
                    <a:pt x="50685" y="57937"/>
                  </a:lnTo>
                  <a:lnTo>
                    <a:pt x="51993" y="57861"/>
                  </a:lnTo>
                  <a:lnTo>
                    <a:pt x="53301" y="57772"/>
                  </a:lnTo>
                  <a:lnTo>
                    <a:pt x="54356" y="57391"/>
                  </a:lnTo>
                  <a:lnTo>
                    <a:pt x="54317" y="56578"/>
                  </a:lnTo>
                  <a:lnTo>
                    <a:pt x="53238" y="56311"/>
                  </a:lnTo>
                  <a:lnTo>
                    <a:pt x="50609" y="56489"/>
                  </a:lnTo>
                  <a:lnTo>
                    <a:pt x="49974" y="56718"/>
                  </a:lnTo>
                  <a:lnTo>
                    <a:pt x="50114" y="55994"/>
                  </a:lnTo>
                  <a:lnTo>
                    <a:pt x="50050" y="54470"/>
                  </a:lnTo>
                  <a:lnTo>
                    <a:pt x="49974" y="52946"/>
                  </a:lnTo>
                  <a:lnTo>
                    <a:pt x="49631" y="51714"/>
                  </a:lnTo>
                  <a:lnTo>
                    <a:pt x="49491" y="51727"/>
                  </a:lnTo>
                  <a:lnTo>
                    <a:pt x="63004" y="35966"/>
                  </a:lnTo>
                  <a:lnTo>
                    <a:pt x="76669" y="51943"/>
                  </a:lnTo>
                  <a:lnTo>
                    <a:pt x="76022" y="51981"/>
                  </a:lnTo>
                  <a:lnTo>
                    <a:pt x="75793" y="53238"/>
                  </a:lnTo>
                  <a:lnTo>
                    <a:pt x="75946" y="56299"/>
                  </a:lnTo>
                  <a:lnTo>
                    <a:pt x="76123" y="56984"/>
                  </a:lnTo>
                  <a:lnTo>
                    <a:pt x="75552" y="56832"/>
                  </a:lnTo>
                  <a:lnTo>
                    <a:pt x="74244" y="56921"/>
                  </a:lnTo>
                  <a:lnTo>
                    <a:pt x="72936" y="57010"/>
                  </a:lnTo>
                  <a:lnTo>
                    <a:pt x="71869" y="57391"/>
                  </a:lnTo>
                  <a:lnTo>
                    <a:pt x="71920" y="58204"/>
                  </a:lnTo>
                  <a:lnTo>
                    <a:pt x="72999" y="58458"/>
                  </a:lnTo>
                  <a:lnTo>
                    <a:pt x="75628" y="58293"/>
                  </a:lnTo>
                  <a:lnTo>
                    <a:pt x="76200" y="58089"/>
                  </a:lnTo>
                  <a:lnTo>
                    <a:pt x="76085" y="58788"/>
                  </a:lnTo>
                  <a:lnTo>
                    <a:pt x="76161" y="60312"/>
                  </a:lnTo>
                  <a:lnTo>
                    <a:pt x="76225" y="61836"/>
                  </a:lnTo>
                  <a:lnTo>
                    <a:pt x="76568" y="63068"/>
                  </a:lnTo>
                  <a:lnTo>
                    <a:pt x="76784" y="63055"/>
                  </a:lnTo>
                  <a:lnTo>
                    <a:pt x="76784" y="57505"/>
                  </a:lnTo>
                  <a:lnTo>
                    <a:pt x="76644" y="57505"/>
                  </a:lnTo>
                  <a:lnTo>
                    <a:pt x="76962" y="57480"/>
                  </a:lnTo>
                  <a:lnTo>
                    <a:pt x="77190" y="56222"/>
                  </a:lnTo>
                  <a:lnTo>
                    <a:pt x="77114" y="54686"/>
                  </a:lnTo>
                  <a:lnTo>
                    <a:pt x="77050" y="53162"/>
                  </a:lnTo>
                  <a:lnTo>
                    <a:pt x="76720" y="51993"/>
                  </a:lnTo>
                  <a:lnTo>
                    <a:pt x="81495" y="57556"/>
                  </a:lnTo>
                  <a:lnTo>
                    <a:pt x="81495" y="53187"/>
                  </a:lnTo>
                  <a:lnTo>
                    <a:pt x="66738" y="35966"/>
                  </a:lnTo>
                  <a:lnTo>
                    <a:pt x="63004" y="31597"/>
                  </a:lnTo>
                  <a:lnTo>
                    <a:pt x="49047" y="47891"/>
                  </a:lnTo>
                  <a:lnTo>
                    <a:pt x="49047" y="56769"/>
                  </a:lnTo>
                  <a:lnTo>
                    <a:pt x="48475" y="56616"/>
                  </a:lnTo>
                  <a:lnTo>
                    <a:pt x="47167" y="56705"/>
                  </a:lnTo>
                  <a:lnTo>
                    <a:pt x="45859" y="56781"/>
                  </a:lnTo>
                  <a:lnTo>
                    <a:pt x="44831" y="57175"/>
                  </a:lnTo>
                  <a:lnTo>
                    <a:pt x="44831" y="57962"/>
                  </a:lnTo>
                  <a:lnTo>
                    <a:pt x="44500" y="57556"/>
                  </a:lnTo>
                  <a:lnTo>
                    <a:pt x="44805" y="57200"/>
                  </a:lnTo>
                  <a:lnTo>
                    <a:pt x="44831" y="57962"/>
                  </a:lnTo>
                  <a:lnTo>
                    <a:pt x="44831" y="57175"/>
                  </a:lnTo>
                  <a:lnTo>
                    <a:pt x="48806" y="52527"/>
                  </a:lnTo>
                  <a:lnTo>
                    <a:pt x="48729" y="53009"/>
                  </a:lnTo>
                  <a:lnTo>
                    <a:pt x="48869" y="56083"/>
                  </a:lnTo>
                  <a:lnTo>
                    <a:pt x="49047" y="56769"/>
                  </a:lnTo>
                  <a:lnTo>
                    <a:pt x="49047" y="47891"/>
                  </a:lnTo>
                  <a:lnTo>
                    <a:pt x="40754" y="57556"/>
                  </a:lnTo>
                  <a:lnTo>
                    <a:pt x="63004" y="83502"/>
                  </a:lnTo>
                  <a:lnTo>
                    <a:pt x="66738" y="79133"/>
                  </a:lnTo>
                  <a:lnTo>
                    <a:pt x="82638" y="60591"/>
                  </a:lnTo>
                  <a:lnTo>
                    <a:pt x="82638" y="54508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11757686" y="6672154"/>
              <a:ext cx="83185" cy="275590"/>
            </a:xfrm>
            <a:custGeom>
              <a:avLst/>
              <a:gdLst/>
              <a:ahLst/>
              <a:cxnLst/>
              <a:rect l="l" t="t" r="r" b="b"/>
              <a:pathLst>
                <a:path w="83184" h="275590">
                  <a:moveTo>
                    <a:pt x="44500" y="55702"/>
                  </a:moveTo>
                  <a:lnTo>
                    <a:pt x="40754" y="51333"/>
                  </a:lnTo>
                  <a:lnTo>
                    <a:pt x="40754" y="55702"/>
                  </a:lnTo>
                  <a:lnTo>
                    <a:pt x="36614" y="60528"/>
                  </a:lnTo>
                  <a:lnTo>
                    <a:pt x="36728" y="59918"/>
                  </a:lnTo>
                  <a:lnTo>
                    <a:pt x="36576" y="56845"/>
                  </a:lnTo>
                  <a:lnTo>
                    <a:pt x="36385" y="56172"/>
                  </a:lnTo>
                  <a:lnTo>
                    <a:pt x="37007" y="56311"/>
                  </a:lnTo>
                  <a:lnTo>
                    <a:pt x="38315" y="56222"/>
                  </a:lnTo>
                  <a:lnTo>
                    <a:pt x="39624" y="56134"/>
                  </a:lnTo>
                  <a:lnTo>
                    <a:pt x="40678" y="55753"/>
                  </a:lnTo>
                  <a:lnTo>
                    <a:pt x="40665" y="55613"/>
                  </a:lnTo>
                  <a:lnTo>
                    <a:pt x="40754" y="51333"/>
                  </a:lnTo>
                  <a:lnTo>
                    <a:pt x="39954" y="50406"/>
                  </a:lnTo>
                  <a:lnTo>
                    <a:pt x="39954" y="54787"/>
                  </a:lnTo>
                  <a:lnTo>
                    <a:pt x="39560" y="54686"/>
                  </a:lnTo>
                  <a:lnTo>
                    <a:pt x="36931" y="54851"/>
                  </a:lnTo>
                  <a:lnTo>
                    <a:pt x="36296" y="55079"/>
                  </a:lnTo>
                  <a:lnTo>
                    <a:pt x="36436" y="54368"/>
                  </a:lnTo>
                  <a:lnTo>
                    <a:pt x="36372" y="52832"/>
                  </a:lnTo>
                  <a:lnTo>
                    <a:pt x="36296" y="51308"/>
                  </a:lnTo>
                  <a:lnTo>
                    <a:pt x="36029" y="50330"/>
                  </a:lnTo>
                  <a:lnTo>
                    <a:pt x="36029" y="61201"/>
                  </a:lnTo>
                  <a:lnTo>
                    <a:pt x="22250" y="77279"/>
                  </a:lnTo>
                  <a:lnTo>
                    <a:pt x="17449" y="71704"/>
                  </a:lnTo>
                  <a:lnTo>
                    <a:pt x="18516" y="71958"/>
                  </a:lnTo>
                  <a:lnTo>
                    <a:pt x="21145" y="71793"/>
                  </a:lnTo>
                  <a:lnTo>
                    <a:pt x="21717" y="71577"/>
                  </a:lnTo>
                  <a:lnTo>
                    <a:pt x="21602" y="72275"/>
                  </a:lnTo>
                  <a:lnTo>
                    <a:pt x="21678" y="73799"/>
                  </a:lnTo>
                  <a:lnTo>
                    <a:pt x="21755" y="75336"/>
                  </a:lnTo>
                  <a:lnTo>
                    <a:pt x="22085" y="76555"/>
                  </a:lnTo>
                  <a:lnTo>
                    <a:pt x="22783" y="76517"/>
                  </a:lnTo>
                  <a:lnTo>
                    <a:pt x="22999" y="75260"/>
                  </a:lnTo>
                  <a:lnTo>
                    <a:pt x="22860" y="72186"/>
                  </a:lnTo>
                  <a:lnTo>
                    <a:pt x="22656" y="71513"/>
                  </a:lnTo>
                  <a:lnTo>
                    <a:pt x="23279" y="71653"/>
                  </a:lnTo>
                  <a:lnTo>
                    <a:pt x="24587" y="71564"/>
                  </a:lnTo>
                  <a:lnTo>
                    <a:pt x="25895" y="71488"/>
                  </a:lnTo>
                  <a:lnTo>
                    <a:pt x="26949" y="71094"/>
                  </a:lnTo>
                  <a:lnTo>
                    <a:pt x="26911" y="70294"/>
                  </a:lnTo>
                  <a:lnTo>
                    <a:pt x="25831" y="70027"/>
                  </a:lnTo>
                  <a:lnTo>
                    <a:pt x="23202" y="70192"/>
                  </a:lnTo>
                  <a:lnTo>
                    <a:pt x="22580" y="70434"/>
                  </a:lnTo>
                  <a:lnTo>
                    <a:pt x="22720" y="69710"/>
                  </a:lnTo>
                  <a:lnTo>
                    <a:pt x="22644" y="68186"/>
                  </a:lnTo>
                  <a:lnTo>
                    <a:pt x="22567" y="66649"/>
                  </a:lnTo>
                  <a:lnTo>
                    <a:pt x="22237" y="65430"/>
                  </a:lnTo>
                  <a:lnTo>
                    <a:pt x="21539" y="65468"/>
                  </a:lnTo>
                  <a:lnTo>
                    <a:pt x="21323" y="66725"/>
                  </a:lnTo>
                  <a:lnTo>
                    <a:pt x="21475" y="69799"/>
                  </a:lnTo>
                  <a:lnTo>
                    <a:pt x="21653" y="70485"/>
                  </a:lnTo>
                  <a:lnTo>
                    <a:pt x="21069" y="70332"/>
                  </a:lnTo>
                  <a:lnTo>
                    <a:pt x="19761" y="70408"/>
                  </a:lnTo>
                  <a:lnTo>
                    <a:pt x="18453" y="70497"/>
                  </a:lnTo>
                  <a:lnTo>
                    <a:pt x="17399" y="70891"/>
                  </a:lnTo>
                  <a:lnTo>
                    <a:pt x="17424" y="71678"/>
                  </a:lnTo>
                  <a:lnTo>
                    <a:pt x="4102" y="56134"/>
                  </a:lnTo>
                  <a:lnTo>
                    <a:pt x="5168" y="56388"/>
                  </a:lnTo>
                  <a:lnTo>
                    <a:pt x="7797" y="56222"/>
                  </a:lnTo>
                  <a:lnTo>
                    <a:pt x="8369" y="56007"/>
                  </a:lnTo>
                  <a:lnTo>
                    <a:pt x="8255" y="56705"/>
                  </a:lnTo>
                  <a:lnTo>
                    <a:pt x="8331" y="58242"/>
                  </a:lnTo>
                  <a:lnTo>
                    <a:pt x="8407" y="59766"/>
                  </a:lnTo>
                  <a:lnTo>
                    <a:pt x="8737" y="60985"/>
                  </a:lnTo>
                  <a:lnTo>
                    <a:pt x="9436" y="60947"/>
                  </a:lnTo>
                  <a:lnTo>
                    <a:pt x="9652" y="59690"/>
                  </a:lnTo>
                  <a:lnTo>
                    <a:pt x="9512" y="56629"/>
                  </a:lnTo>
                  <a:lnTo>
                    <a:pt x="9309" y="55943"/>
                  </a:lnTo>
                  <a:lnTo>
                    <a:pt x="9931" y="56083"/>
                  </a:lnTo>
                  <a:lnTo>
                    <a:pt x="11239" y="56007"/>
                  </a:lnTo>
                  <a:lnTo>
                    <a:pt x="12547" y="55918"/>
                  </a:lnTo>
                  <a:lnTo>
                    <a:pt x="13601" y="55537"/>
                  </a:lnTo>
                  <a:lnTo>
                    <a:pt x="13589" y="55118"/>
                  </a:lnTo>
                  <a:lnTo>
                    <a:pt x="13563" y="54724"/>
                  </a:lnTo>
                  <a:lnTo>
                    <a:pt x="12484" y="54457"/>
                  </a:lnTo>
                  <a:lnTo>
                    <a:pt x="9855" y="54635"/>
                  </a:lnTo>
                  <a:lnTo>
                    <a:pt x="9232" y="54864"/>
                  </a:lnTo>
                  <a:lnTo>
                    <a:pt x="9372" y="54140"/>
                  </a:lnTo>
                  <a:lnTo>
                    <a:pt x="9296" y="52616"/>
                  </a:lnTo>
                  <a:lnTo>
                    <a:pt x="9220" y="51092"/>
                  </a:lnTo>
                  <a:lnTo>
                    <a:pt x="8890" y="49860"/>
                  </a:lnTo>
                  <a:lnTo>
                    <a:pt x="8737" y="49872"/>
                  </a:lnTo>
                  <a:lnTo>
                    <a:pt x="21742" y="34696"/>
                  </a:lnTo>
                  <a:lnTo>
                    <a:pt x="21577" y="35661"/>
                  </a:lnTo>
                  <a:lnTo>
                    <a:pt x="21729" y="38735"/>
                  </a:lnTo>
                  <a:lnTo>
                    <a:pt x="21907" y="39420"/>
                  </a:lnTo>
                  <a:lnTo>
                    <a:pt x="21323" y="39268"/>
                  </a:lnTo>
                  <a:lnTo>
                    <a:pt x="20015" y="39357"/>
                  </a:lnTo>
                  <a:lnTo>
                    <a:pt x="18707" y="39433"/>
                  </a:lnTo>
                  <a:lnTo>
                    <a:pt x="17653" y="39827"/>
                  </a:lnTo>
                  <a:lnTo>
                    <a:pt x="17691" y="40627"/>
                  </a:lnTo>
                  <a:lnTo>
                    <a:pt x="18770" y="40894"/>
                  </a:lnTo>
                  <a:lnTo>
                    <a:pt x="21399" y="40728"/>
                  </a:lnTo>
                  <a:lnTo>
                    <a:pt x="21983" y="40513"/>
                  </a:lnTo>
                  <a:lnTo>
                    <a:pt x="21856" y="41211"/>
                  </a:lnTo>
                  <a:lnTo>
                    <a:pt x="21932" y="42748"/>
                  </a:lnTo>
                  <a:lnTo>
                    <a:pt x="22009" y="44272"/>
                  </a:lnTo>
                  <a:lnTo>
                    <a:pt x="22339" y="45491"/>
                  </a:lnTo>
                  <a:lnTo>
                    <a:pt x="23037" y="45453"/>
                  </a:lnTo>
                  <a:lnTo>
                    <a:pt x="23253" y="44196"/>
                  </a:lnTo>
                  <a:lnTo>
                    <a:pt x="23114" y="41135"/>
                  </a:lnTo>
                  <a:lnTo>
                    <a:pt x="22910" y="40449"/>
                  </a:lnTo>
                  <a:lnTo>
                    <a:pt x="23533" y="40589"/>
                  </a:lnTo>
                  <a:lnTo>
                    <a:pt x="24841" y="40513"/>
                  </a:lnTo>
                  <a:lnTo>
                    <a:pt x="26149" y="40424"/>
                  </a:lnTo>
                  <a:lnTo>
                    <a:pt x="27203" y="40043"/>
                  </a:lnTo>
                  <a:lnTo>
                    <a:pt x="27190" y="39916"/>
                  </a:lnTo>
                  <a:lnTo>
                    <a:pt x="35928" y="50088"/>
                  </a:lnTo>
                  <a:lnTo>
                    <a:pt x="35267" y="50126"/>
                  </a:lnTo>
                  <a:lnTo>
                    <a:pt x="35052" y="51384"/>
                  </a:lnTo>
                  <a:lnTo>
                    <a:pt x="35191" y="54444"/>
                  </a:lnTo>
                  <a:lnTo>
                    <a:pt x="35369" y="55130"/>
                  </a:lnTo>
                  <a:lnTo>
                    <a:pt x="34798" y="54978"/>
                  </a:lnTo>
                  <a:lnTo>
                    <a:pt x="33489" y="55067"/>
                  </a:lnTo>
                  <a:lnTo>
                    <a:pt x="32181" y="55156"/>
                  </a:lnTo>
                  <a:lnTo>
                    <a:pt x="31127" y="55537"/>
                  </a:lnTo>
                  <a:lnTo>
                    <a:pt x="31165" y="56349"/>
                  </a:lnTo>
                  <a:lnTo>
                    <a:pt x="32245" y="56603"/>
                  </a:lnTo>
                  <a:lnTo>
                    <a:pt x="34874" y="56438"/>
                  </a:lnTo>
                  <a:lnTo>
                    <a:pt x="35445" y="56235"/>
                  </a:lnTo>
                  <a:lnTo>
                    <a:pt x="35331" y="56934"/>
                  </a:lnTo>
                  <a:lnTo>
                    <a:pt x="35407" y="58458"/>
                  </a:lnTo>
                  <a:lnTo>
                    <a:pt x="35483" y="59982"/>
                  </a:lnTo>
                  <a:lnTo>
                    <a:pt x="35814" y="61214"/>
                  </a:lnTo>
                  <a:lnTo>
                    <a:pt x="36029" y="61201"/>
                  </a:lnTo>
                  <a:lnTo>
                    <a:pt x="36029" y="50330"/>
                  </a:lnTo>
                  <a:lnTo>
                    <a:pt x="35979" y="50139"/>
                  </a:lnTo>
                  <a:lnTo>
                    <a:pt x="39954" y="54787"/>
                  </a:lnTo>
                  <a:lnTo>
                    <a:pt x="39954" y="50406"/>
                  </a:lnTo>
                  <a:lnTo>
                    <a:pt x="26479" y="34683"/>
                  </a:lnTo>
                  <a:lnTo>
                    <a:pt x="26479" y="39077"/>
                  </a:lnTo>
                  <a:lnTo>
                    <a:pt x="26085" y="38976"/>
                  </a:lnTo>
                  <a:lnTo>
                    <a:pt x="23456" y="39141"/>
                  </a:lnTo>
                  <a:lnTo>
                    <a:pt x="22834" y="39370"/>
                  </a:lnTo>
                  <a:lnTo>
                    <a:pt x="22974" y="38646"/>
                  </a:lnTo>
                  <a:lnTo>
                    <a:pt x="22898" y="37122"/>
                  </a:lnTo>
                  <a:lnTo>
                    <a:pt x="22821" y="35598"/>
                  </a:lnTo>
                  <a:lnTo>
                    <a:pt x="22491" y="34417"/>
                  </a:lnTo>
                  <a:lnTo>
                    <a:pt x="26479" y="39077"/>
                  </a:lnTo>
                  <a:lnTo>
                    <a:pt x="26479" y="34683"/>
                  </a:lnTo>
                  <a:lnTo>
                    <a:pt x="25996" y="34112"/>
                  </a:lnTo>
                  <a:lnTo>
                    <a:pt x="22466" y="29997"/>
                  </a:lnTo>
                  <a:lnTo>
                    <a:pt x="22466" y="34378"/>
                  </a:lnTo>
                  <a:lnTo>
                    <a:pt x="22009" y="34404"/>
                  </a:lnTo>
                  <a:lnTo>
                    <a:pt x="22250" y="34112"/>
                  </a:lnTo>
                  <a:lnTo>
                    <a:pt x="22466" y="34378"/>
                  </a:lnTo>
                  <a:lnTo>
                    <a:pt x="22466" y="29997"/>
                  </a:lnTo>
                  <a:lnTo>
                    <a:pt x="22250" y="29743"/>
                  </a:lnTo>
                  <a:lnTo>
                    <a:pt x="8305" y="46012"/>
                  </a:lnTo>
                  <a:lnTo>
                    <a:pt x="8305" y="54914"/>
                  </a:lnTo>
                  <a:lnTo>
                    <a:pt x="7734" y="54762"/>
                  </a:lnTo>
                  <a:lnTo>
                    <a:pt x="6413" y="54851"/>
                  </a:lnTo>
                  <a:lnTo>
                    <a:pt x="5105" y="54927"/>
                  </a:lnTo>
                  <a:lnTo>
                    <a:pt x="4076" y="55321"/>
                  </a:lnTo>
                  <a:lnTo>
                    <a:pt x="4076" y="56108"/>
                  </a:lnTo>
                  <a:lnTo>
                    <a:pt x="3746" y="55702"/>
                  </a:lnTo>
                  <a:lnTo>
                    <a:pt x="4051" y="55346"/>
                  </a:lnTo>
                  <a:lnTo>
                    <a:pt x="4076" y="56108"/>
                  </a:lnTo>
                  <a:lnTo>
                    <a:pt x="4076" y="55321"/>
                  </a:lnTo>
                  <a:lnTo>
                    <a:pt x="8051" y="50673"/>
                  </a:lnTo>
                  <a:lnTo>
                    <a:pt x="7975" y="51155"/>
                  </a:lnTo>
                  <a:lnTo>
                    <a:pt x="8128" y="54229"/>
                  </a:lnTo>
                  <a:lnTo>
                    <a:pt x="8305" y="54914"/>
                  </a:lnTo>
                  <a:lnTo>
                    <a:pt x="8305" y="46012"/>
                  </a:lnTo>
                  <a:lnTo>
                    <a:pt x="0" y="55702"/>
                  </a:lnTo>
                  <a:lnTo>
                    <a:pt x="22250" y="81648"/>
                  </a:lnTo>
                  <a:lnTo>
                    <a:pt x="25996" y="77279"/>
                  </a:lnTo>
                  <a:lnTo>
                    <a:pt x="44500" y="55702"/>
                  </a:lnTo>
                  <a:close/>
                </a:path>
                <a:path w="83184" h="275590">
                  <a:moveTo>
                    <a:pt x="65100" y="217474"/>
                  </a:moveTo>
                  <a:lnTo>
                    <a:pt x="61353" y="213118"/>
                  </a:lnTo>
                  <a:lnTo>
                    <a:pt x="61353" y="217474"/>
                  </a:lnTo>
                  <a:lnTo>
                    <a:pt x="57213" y="222300"/>
                  </a:lnTo>
                  <a:lnTo>
                    <a:pt x="57327" y="221703"/>
                  </a:lnTo>
                  <a:lnTo>
                    <a:pt x="57188" y="218630"/>
                  </a:lnTo>
                  <a:lnTo>
                    <a:pt x="56984" y="217957"/>
                  </a:lnTo>
                  <a:lnTo>
                    <a:pt x="57607" y="218097"/>
                  </a:lnTo>
                  <a:lnTo>
                    <a:pt x="58915" y="218008"/>
                  </a:lnTo>
                  <a:lnTo>
                    <a:pt x="60223" y="217932"/>
                  </a:lnTo>
                  <a:lnTo>
                    <a:pt x="61277" y="217538"/>
                  </a:lnTo>
                  <a:lnTo>
                    <a:pt x="61264" y="217385"/>
                  </a:lnTo>
                  <a:lnTo>
                    <a:pt x="61353" y="213118"/>
                  </a:lnTo>
                  <a:lnTo>
                    <a:pt x="60579" y="212204"/>
                  </a:lnTo>
                  <a:lnTo>
                    <a:pt x="60579" y="216585"/>
                  </a:lnTo>
                  <a:lnTo>
                    <a:pt x="60159" y="216471"/>
                  </a:lnTo>
                  <a:lnTo>
                    <a:pt x="57531" y="216636"/>
                  </a:lnTo>
                  <a:lnTo>
                    <a:pt x="56908" y="216877"/>
                  </a:lnTo>
                  <a:lnTo>
                    <a:pt x="57048" y="216154"/>
                  </a:lnTo>
                  <a:lnTo>
                    <a:pt x="56972" y="214617"/>
                  </a:lnTo>
                  <a:lnTo>
                    <a:pt x="56896" y="213093"/>
                  </a:lnTo>
                  <a:lnTo>
                    <a:pt x="56616" y="212102"/>
                  </a:lnTo>
                  <a:lnTo>
                    <a:pt x="56616" y="222999"/>
                  </a:lnTo>
                  <a:lnTo>
                    <a:pt x="42849" y="239064"/>
                  </a:lnTo>
                  <a:lnTo>
                    <a:pt x="38049" y="233489"/>
                  </a:lnTo>
                  <a:lnTo>
                    <a:pt x="39128" y="233743"/>
                  </a:lnTo>
                  <a:lnTo>
                    <a:pt x="41744" y="233578"/>
                  </a:lnTo>
                  <a:lnTo>
                    <a:pt x="42329" y="233362"/>
                  </a:lnTo>
                  <a:lnTo>
                    <a:pt x="42214" y="234061"/>
                  </a:lnTo>
                  <a:lnTo>
                    <a:pt x="42291" y="235585"/>
                  </a:lnTo>
                  <a:lnTo>
                    <a:pt x="42354" y="237121"/>
                  </a:lnTo>
                  <a:lnTo>
                    <a:pt x="42697" y="238340"/>
                  </a:lnTo>
                  <a:lnTo>
                    <a:pt x="43383" y="238302"/>
                  </a:lnTo>
                  <a:lnTo>
                    <a:pt x="43599" y="237045"/>
                  </a:lnTo>
                  <a:lnTo>
                    <a:pt x="43459" y="233972"/>
                  </a:lnTo>
                  <a:lnTo>
                    <a:pt x="43268" y="233299"/>
                  </a:lnTo>
                  <a:lnTo>
                    <a:pt x="43878" y="233438"/>
                  </a:lnTo>
                  <a:lnTo>
                    <a:pt x="45186" y="233362"/>
                  </a:lnTo>
                  <a:lnTo>
                    <a:pt x="46494" y="233273"/>
                  </a:lnTo>
                  <a:lnTo>
                    <a:pt x="47561" y="232879"/>
                  </a:lnTo>
                  <a:lnTo>
                    <a:pt x="47510" y="232079"/>
                  </a:lnTo>
                  <a:lnTo>
                    <a:pt x="46431" y="231813"/>
                  </a:lnTo>
                  <a:lnTo>
                    <a:pt x="43815" y="231990"/>
                  </a:lnTo>
                  <a:lnTo>
                    <a:pt x="43180" y="232219"/>
                  </a:lnTo>
                  <a:lnTo>
                    <a:pt x="43319" y="231495"/>
                  </a:lnTo>
                  <a:lnTo>
                    <a:pt x="43243" y="229971"/>
                  </a:lnTo>
                  <a:lnTo>
                    <a:pt x="43180" y="228434"/>
                  </a:lnTo>
                  <a:lnTo>
                    <a:pt x="42837" y="227215"/>
                  </a:lnTo>
                  <a:lnTo>
                    <a:pt x="42151" y="227253"/>
                  </a:lnTo>
                  <a:lnTo>
                    <a:pt x="41922" y="228511"/>
                  </a:lnTo>
                  <a:lnTo>
                    <a:pt x="42075" y="231584"/>
                  </a:lnTo>
                  <a:lnTo>
                    <a:pt x="42252" y="232270"/>
                  </a:lnTo>
                  <a:lnTo>
                    <a:pt x="41681" y="232117"/>
                  </a:lnTo>
                  <a:lnTo>
                    <a:pt x="40373" y="232206"/>
                  </a:lnTo>
                  <a:lnTo>
                    <a:pt x="39065" y="232283"/>
                  </a:lnTo>
                  <a:lnTo>
                    <a:pt x="37998" y="232676"/>
                  </a:lnTo>
                  <a:lnTo>
                    <a:pt x="38036" y="233476"/>
                  </a:lnTo>
                  <a:lnTo>
                    <a:pt x="24714" y="217919"/>
                  </a:lnTo>
                  <a:lnTo>
                    <a:pt x="25781" y="218173"/>
                  </a:lnTo>
                  <a:lnTo>
                    <a:pt x="28409" y="218008"/>
                  </a:lnTo>
                  <a:lnTo>
                    <a:pt x="28981" y="217792"/>
                  </a:lnTo>
                  <a:lnTo>
                    <a:pt x="28867" y="218490"/>
                  </a:lnTo>
                  <a:lnTo>
                    <a:pt x="28943" y="220027"/>
                  </a:lnTo>
                  <a:lnTo>
                    <a:pt x="29006" y="221551"/>
                  </a:lnTo>
                  <a:lnTo>
                    <a:pt x="29349" y="222770"/>
                  </a:lnTo>
                  <a:lnTo>
                    <a:pt x="30035" y="222732"/>
                  </a:lnTo>
                  <a:lnTo>
                    <a:pt x="30264" y="221475"/>
                  </a:lnTo>
                  <a:lnTo>
                    <a:pt x="30111" y="218414"/>
                  </a:lnTo>
                  <a:lnTo>
                    <a:pt x="29921" y="217728"/>
                  </a:lnTo>
                  <a:lnTo>
                    <a:pt x="30530" y="217868"/>
                  </a:lnTo>
                  <a:lnTo>
                    <a:pt x="31851" y="217792"/>
                  </a:lnTo>
                  <a:lnTo>
                    <a:pt x="33159" y="217703"/>
                  </a:lnTo>
                  <a:lnTo>
                    <a:pt x="34213" y="217322"/>
                  </a:lnTo>
                  <a:lnTo>
                    <a:pt x="34175" y="216509"/>
                  </a:lnTo>
                  <a:lnTo>
                    <a:pt x="33096" y="216242"/>
                  </a:lnTo>
                  <a:lnTo>
                    <a:pt x="30467" y="216420"/>
                  </a:lnTo>
                  <a:lnTo>
                    <a:pt x="29845" y="216649"/>
                  </a:lnTo>
                  <a:lnTo>
                    <a:pt x="29972" y="215925"/>
                  </a:lnTo>
                  <a:lnTo>
                    <a:pt x="29895" y="214401"/>
                  </a:lnTo>
                  <a:lnTo>
                    <a:pt x="29832" y="212877"/>
                  </a:lnTo>
                  <a:lnTo>
                    <a:pt x="29489" y="211645"/>
                  </a:lnTo>
                  <a:lnTo>
                    <a:pt x="29337" y="211658"/>
                  </a:lnTo>
                  <a:lnTo>
                    <a:pt x="42341" y="196481"/>
                  </a:lnTo>
                  <a:lnTo>
                    <a:pt x="42176" y="197446"/>
                  </a:lnTo>
                  <a:lnTo>
                    <a:pt x="42329" y="200520"/>
                  </a:lnTo>
                  <a:lnTo>
                    <a:pt x="42506" y="201206"/>
                  </a:lnTo>
                  <a:lnTo>
                    <a:pt x="41935" y="201053"/>
                  </a:lnTo>
                  <a:lnTo>
                    <a:pt x="40627" y="201142"/>
                  </a:lnTo>
                  <a:lnTo>
                    <a:pt x="39319" y="201218"/>
                  </a:lnTo>
                  <a:lnTo>
                    <a:pt x="38265" y="201612"/>
                  </a:lnTo>
                  <a:lnTo>
                    <a:pt x="38303" y="202412"/>
                  </a:lnTo>
                  <a:lnTo>
                    <a:pt x="39382" y="202679"/>
                  </a:lnTo>
                  <a:lnTo>
                    <a:pt x="42011" y="202514"/>
                  </a:lnTo>
                  <a:lnTo>
                    <a:pt x="42595" y="202298"/>
                  </a:lnTo>
                  <a:lnTo>
                    <a:pt x="42468" y="202996"/>
                  </a:lnTo>
                  <a:lnTo>
                    <a:pt x="42545" y="204533"/>
                  </a:lnTo>
                  <a:lnTo>
                    <a:pt x="42608" y="206057"/>
                  </a:lnTo>
                  <a:lnTo>
                    <a:pt x="42951" y="207289"/>
                  </a:lnTo>
                  <a:lnTo>
                    <a:pt x="43637" y="207238"/>
                  </a:lnTo>
                  <a:lnTo>
                    <a:pt x="43853" y="205981"/>
                  </a:lnTo>
                  <a:lnTo>
                    <a:pt x="43713" y="202920"/>
                  </a:lnTo>
                  <a:lnTo>
                    <a:pt x="43522" y="202234"/>
                  </a:lnTo>
                  <a:lnTo>
                    <a:pt x="44132" y="202374"/>
                  </a:lnTo>
                  <a:lnTo>
                    <a:pt x="45440" y="202298"/>
                  </a:lnTo>
                  <a:lnTo>
                    <a:pt x="46748" y="202209"/>
                  </a:lnTo>
                  <a:lnTo>
                    <a:pt x="47815" y="201828"/>
                  </a:lnTo>
                  <a:lnTo>
                    <a:pt x="47802" y="201701"/>
                  </a:lnTo>
                  <a:lnTo>
                    <a:pt x="56540" y="211874"/>
                  </a:lnTo>
                  <a:lnTo>
                    <a:pt x="55867" y="211912"/>
                  </a:lnTo>
                  <a:lnTo>
                    <a:pt x="55651" y="213169"/>
                  </a:lnTo>
                  <a:lnTo>
                    <a:pt x="55803" y="216230"/>
                  </a:lnTo>
                  <a:lnTo>
                    <a:pt x="55981" y="216916"/>
                  </a:lnTo>
                  <a:lnTo>
                    <a:pt x="55410" y="216763"/>
                  </a:lnTo>
                  <a:lnTo>
                    <a:pt x="54102" y="216852"/>
                  </a:lnTo>
                  <a:lnTo>
                    <a:pt x="52781" y="216941"/>
                  </a:lnTo>
                  <a:lnTo>
                    <a:pt x="51727" y="217322"/>
                  </a:lnTo>
                  <a:lnTo>
                    <a:pt x="51777" y="218135"/>
                  </a:lnTo>
                  <a:lnTo>
                    <a:pt x="52844" y="218389"/>
                  </a:lnTo>
                  <a:lnTo>
                    <a:pt x="55473" y="218224"/>
                  </a:lnTo>
                  <a:lnTo>
                    <a:pt x="56057" y="218020"/>
                  </a:lnTo>
                  <a:lnTo>
                    <a:pt x="55943" y="218719"/>
                  </a:lnTo>
                  <a:lnTo>
                    <a:pt x="56007" y="220243"/>
                  </a:lnTo>
                  <a:lnTo>
                    <a:pt x="56083" y="221767"/>
                  </a:lnTo>
                  <a:lnTo>
                    <a:pt x="56426" y="222999"/>
                  </a:lnTo>
                  <a:lnTo>
                    <a:pt x="56616" y="222999"/>
                  </a:lnTo>
                  <a:lnTo>
                    <a:pt x="56616" y="212102"/>
                  </a:lnTo>
                  <a:lnTo>
                    <a:pt x="56565" y="211912"/>
                  </a:lnTo>
                  <a:lnTo>
                    <a:pt x="60579" y="216585"/>
                  </a:lnTo>
                  <a:lnTo>
                    <a:pt x="60579" y="212204"/>
                  </a:lnTo>
                  <a:lnTo>
                    <a:pt x="47078" y="196469"/>
                  </a:lnTo>
                  <a:lnTo>
                    <a:pt x="47078" y="200863"/>
                  </a:lnTo>
                  <a:lnTo>
                    <a:pt x="46685" y="200761"/>
                  </a:lnTo>
                  <a:lnTo>
                    <a:pt x="44069" y="200926"/>
                  </a:lnTo>
                  <a:lnTo>
                    <a:pt x="43434" y="201155"/>
                  </a:lnTo>
                  <a:lnTo>
                    <a:pt x="43573" y="200431"/>
                  </a:lnTo>
                  <a:lnTo>
                    <a:pt x="43497" y="198907"/>
                  </a:lnTo>
                  <a:lnTo>
                    <a:pt x="43434" y="197383"/>
                  </a:lnTo>
                  <a:lnTo>
                    <a:pt x="43091" y="196202"/>
                  </a:lnTo>
                  <a:lnTo>
                    <a:pt x="47078" y="200863"/>
                  </a:lnTo>
                  <a:lnTo>
                    <a:pt x="47078" y="196469"/>
                  </a:lnTo>
                  <a:lnTo>
                    <a:pt x="46596" y="195897"/>
                  </a:lnTo>
                  <a:lnTo>
                    <a:pt x="43065" y="191782"/>
                  </a:lnTo>
                  <a:lnTo>
                    <a:pt x="43065" y="196164"/>
                  </a:lnTo>
                  <a:lnTo>
                    <a:pt x="42608" y="196189"/>
                  </a:lnTo>
                  <a:lnTo>
                    <a:pt x="42849" y="195897"/>
                  </a:lnTo>
                  <a:lnTo>
                    <a:pt x="43065" y="196164"/>
                  </a:lnTo>
                  <a:lnTo>
                    <a:pt x="43065" y="191782"/>
                  </a:lnTo>
                  <a:lnTo>
                    <a:pt x="42849" y="191528"/>
                  </a:lnTo>
                  <a:lnTo>
                    <a:pt x="28905" y="207797"/>
                  </a:lnTo>
                  <a:lnTo>
                    <a:pt x="28905" y="216700"/>
                  </a:lnTo>
                  <a:lnTo>
                    <a:pt x="28333" y="216547"/>
                  </a:lnTo>
                  <a:lnTo>
                    <a:pt x="27025" y="216636"/>
                  </a:lnTo>
                  <a:lnTo>
                    <a:pt x="25717" y="216712"/>
                  </a:lnTo>
                  <a:lnTo>
                    <a:pt x="24663" y="217106"/>
                  </a:lnTo>
                  <a:lnTo>
                    <a:pt x="24688" y="217893"/>
                  </a:lnTo>
                  <a:lnTo>
                    <a:pt x="24345" y="217474"/>
                  </a:lnTo>
                  <a:lnTo>
                    <a:pt x="24663" y="217106"/>
                  </a:lnTo>
                  <a:lnTo>
                    <a:pt x="28663" y="212432"/>
                  </a:lnTo>
                  <a:lnTo>
                    <a:pt x="28587" y="212940"/>
                  </a:lnTo>
                  <a:lnTo>
                    <a:pt x="28727" y="216014"/>
                  </a:lnTo>
                  <a:lnTo>
                    <a:pt x="28905" y="216700"/>
                  </a:lnTo>
                  <a:lnTo>
                    <a:pt x="28905" y="207797"/>
                  </a:lnTo>
                  <a:lnTo>
                    <a:pt x="20599" y="217474"/>
                  </a:lnTo>
                  <a:lnTo>
                    <a:pt x="42849" y="243433"/>
                  </a:lnTo>
                  <a:lnTo>
                    <a:pt x="46596" y="239064"/>
                  </a:lnTo>
                  <a:lnTo>
                    <a:pt x="65100" y="217474"/>
                  </a:lnTo>
                  <a:close/>
                </a:path>
                <a:path w="83184" h="275590">
                  <a:moveTo>
                    <a:pt x="67957" y="40043"/>
                  </a:moveTo>
                  <a:lnTo>
                    <a:pt x="67919" y="39230"/>
                  </a:lnTo>
                  <a:lnTo>
                    <a:pt x="66840" y="38976"/>
                  </a:lnTo>
                  <a:lnTo>
                    <a:pt x="64211" y="39141"/>
                  </a:lnTo>
                  <a:lnTo>
                    <a:pt x="63588" y="39370"/>
                  </a:lnTo>
                  <a:lnTo>
                    <a:pt x="63715" y="38646"/>
                  </a:lnTo>
                  <a:lnTo>
                    <a:pt x="63652" y="37122"/>
                  </a:lnTo>
                  <a:lnTo>
                    <a:pt x="63576" y="35598"/>
                  </a:lnTo>
                  <a:lnTo>
                    <a:pt x="63233" y="34366"/>
                  </a:lnTo>
                  <a:lnTo>
                    <a:pt x="62560" y="34404"/>
                  </a:lnTo>
                  <a:lnTo>
                    <a:pt x="62331" y="35661"/>
                  </a:lnTo>
                  <a:lnTo>
                    <a:pt x="62471" y="38735"/>
                  </a:lnTo>
                  <a:lnTo>
                    <a:pt x="62649" y="39420"/>
                  </a:lnTo>
                  <a:lnTo>
                    <a:pt x="62077" y="39268"/>
                  </a:lnTo>
                  <a:lnTo>
                    <a:pt x="60769" y="39357"/>
                  </a:lnTo>
                  <a:lnTo>
                    <a:pt x="59461" y="39433"/>
                  </a:lnTo>
                  <a:lnTo>
                    <a:pt x="58407" y="39827"/>
                  </a:lnTo>
                  <a:lnTo>
                    <a:pt x="58445" y="40627"/>
                  </a:lnTo>
                  <a:lnTo>
                    <a:pt x="59524" y="40894"/>
                  </a:lnTo>
                  <a:lnTo>
                    <a:pt x="62153" y="40728"/>
                  </a:lnTo>
                  <a:lnTo>
                    <a:pt x="62725" y="40513"/>
                  </a:lnTo>
                  <a:lnTo>
                    <a:pt x="62611" y="41211"/>
                  </a:lnTo>
                  <a:lnTo>
                    <a:pt x="62687" y="42748"/>
                  </a:lnTo>
                  <a:lnTo>
                    <a:pt x="62763" y="44272"/>
                  </a:lnTo>
                  <a:lnTo>
                    <a:pt x="63093" y="45491"/>
                  </a:lnTo>
                  <a:lnTo>
                    <a:pt x="63779" y="45453"/>
                  </a:lnTo>
                  <a:lnTo>
                    <a:pt x="64008" y="44196"/>
                  </a:lnTo>
                  <a:lnTo>
                    <a:pt x="63855" y="41135"/>
                  </a:lnTo>
                  <a:lnTo>
                    <a:pt x="63665" y="40449"/>
                  </a:lnTo>
                  <a:lnTo>
                    <a:pt x="64287" y="40589"/>
                  </a:lnTo>
                  <a:lnTo>
                    <a:pt x="65595" y="40513"/>
                  </a:lnTo>
                  <a:lnTo>
                    <a:pt x="66903" y="40424"/>
                  </a:lnTo>
                  <a:lnTo>
                    <a:pt x="67957" y="40043"/>
                  </a:lnTo>
                  <a:close/>
                </a:path>
                <a:path w="83184" h="275590">
                  <a:moveTo>
                    <a:pt x="81432" y="55753"/>
                  </a:moveTo>
                  <a:lnTo>
                    <a:pt x="81381" y="54940"/>
                  </a:lnTo>
                  <a:lnTo>
                    <a:pt x="80314" y="54686"/>
                  </a:lnTo>
                  <a:lnTo>
                    <a:pt x="77685" y="54851"/>
                  </a:lnTo>
                  <a:lnTo>
                    <a:pt x="76631" y="55232"/>
                  </a:lnTo>
                  <a:lnTo>
                    <a:pt x="76644" y="55651"/>
                  </a:lnTo>
                  <a:lnTo>
                    <a:pt x="76301" y="55676"/>
                  </a:lnTo>
                  <a:lnTo>
                    <a:pt x="76085" y="56934"/>
                  </a:lnTo>
                  <a:lnTo>
                    <a:pt x="76161" y="58458"/>
                  </a:lnTo>
                  <a:lnTo>
                    <a:pt x="76225" y="59982"/>
                  </a:lnTo>
                  <a:lnTo>
                    <a:pt x="76568" y="61214"/>
                  </a:lnTo>
                  <a:lnTo>
                    <a:pt x="77254" y="61163"/>
                  </a:lnTo>
                  <a:lnTo>
                    <a:pt x="77470" y="59918"/>
                  </a:lnTo>
                  <a:lnTo>
                    <a:pt x="77330" y="56845"/>
                  </a:lnTo>
                  <a:lnTo>
                    <a:pt x="77139" y="56172"/>
                  </a:lnTo>
                  <a:lnTo>
                    <a:pt x="77749" y="56311"/>
                  </a:lnTo>
                  <a:lnTo>
                    <a:pt x="79057" y="56222"/>
                  </a:lnTo>
                  <a:lnTo>
                    <a:pt x="80365" y="56134"/>
                  </a:lnTo>
                  <a:lnTo>
                    <a:pt x="81432" y="55753"/>
                  </a:lnTo>
                  <a:close/>
                </a:path>
                <a:path w="83184" h="275590">
                  <a:moveTo>
                    <a:pt x="82600" y="245999"/>
                  </a:moveTo>
                  <a:lnTo>
                    <a:pt x="81495" y="244716"/>
                  </a:lnTo>
                  <a:lnTo>
                    <a:pt x="81495" y="249085"/>
                  </a:lnTo>
                  <a:lnTo>
                    <a:pt x="77355" y="253911"/>
                  </a:lnTo>
                  <a:lnTo>
                    <a:pt x="77470" y="253301"/>
                  </a:lnTo>
                  <a:lnTo>
                    <a:pt x="77330" y="250240"/>
                  </a:lnTo>
                  <a:lnTo>
                    <a:pt x="77139" y="249555"/>
                  </a:lnTo>
                  <a:lnTo>
                    <a:pt x="77749" y="249694"/>
                  </a:lnTo>
                  <a:lnTo>
                    <a:pt x="79057" y="249618"/>
                  </a:lnTo>
                  <a:lnTo>
                    <a:pt x="80365" y="249529"/>
                  </a:lnTo>
                  <a:lnTo>
                    <a:pt x="81432" y="249148"/>
                  </a:lnTo>
                  <a:lnTo>
                    <a:pt x="81419" y="249008"/>
                  </a:lnTo>
                  <a:lnTo>
                    <a:pt x="81495" y="244716"/>
                  </a:lnTo>
                  <a:lnTo>
                    <a:pt x="80708" y="243801"/>
                  </a:lnTo>
                  <a:lnTo>
                    <a:pt x="80708" y="248183"/>
                  </a:lnTo>
                  <a:lnTo>
                    <a:pt x="80314" y="248081"/>
                  </a:lnTo>
                  <a:lnTo>
                    <a:pt x="77685" y="248246"/>
                  </a:lnTo>
                  <a:lnTo>
                    <a:pt x="77050" y="248475"/>
                  </a:lnTo>
                  <a:lnTo>
                    <a:pt x="77190" y="247764"/>
                  </a:lnTo>
                  <a:lnTo>
                    <a:pt x="77114" y="246227"/>
                  </a:lnTo>
                  <a:lnTo>
                    <a:pt x="77050" y="244703"/>
                  </a:lnTo>
                  <a:lnTo>
                    <a:pt x="76771" y="243751"/>
                  </a:lnTo>
                  <a:lnTo>
                    <a:pt x="76771" y="254596"/>
                  </a:lnTo>
                  <a:lnTo>
                    <a:pt x="63004" y="270675"/>
                  </a:lnTo>
                  <a:lnTo>
                    <a:pt x="58216" y="265099"/>
                  </a:lnTo>
                  <a:lnTo>
                    <a:pt x="59270" y="265341"/>
                  </a:lnTo>
                  <a:lnTo>
                    <a:pt x="61899" y="265176"/>
                  </a:lnTo>
                  <a:lnTo>
                    <a:pt x="62471" y="264972"/>
                  </a:lnTo>
                  <a:lnTo>
                    <a:pt x="62357" y="265671"/>
                  </a:lnTo>
                  <a:lnTo>
                    <a:pt x="62433" y="267195"/>
                  </a:lnTo>
                  <a:lnTo>
                    <a:pt x="62509" y="268732"/>
                  </a:lnTo>
                  <a:lnTo>
                    <a:pt x="62839" y="269951"/>
                  </a:lnTo>
                  <a:lnTo>
                    <a:pt x="63525" y="269913"/>
                  </a:lnTo>
                  <a:lnTo>
                    <a:pt x="63754" y="268655"/>
                  </a:lnTo>
                  <a:lnTo>
                    <a:pt x="63601" y="265582"/>
                  </a:lnTo>
                  <a:lnTo>
                    <a:pt x="63411" y="264909"/>
                  </a:lnTo>
                  <a:lnTo>
                    <a:pt x="64020" y="265049"/>
                  </a:lnTo>
                  <a:lnTo>
                    <a:pt x="65341" y="264960"/>
                  </a:lnTo>
                  <a:lnTo>
                    <a:pt x="66649" y="264883"/>
                  </a:lnTo>
                  <a:lnTo>
                    <a:pt x="67703" y="264490"/>
                  </a:lnTo>
                  <a:lnTo>
                    <a:pt x="67665" y="263690"/>
                  </a:lnTo>
                  <a:lnTo>
                    <a:pt x="66586" y="263423"/>
                  </a:lnTo>
                  <a:lnTo>
                    <a:pt x="63957" y="263588"/>
                  </a:lnTo>
                  <a:lnTo>
                    <a:pt x="63334" y="263829"/>
                  </a:lnTo>
                  <a:lnTo>
                    <a:pt x="63461" y="263105"/>
                  </a:lnTo>
                  <a:lnTo>
                    <a:pt x="63398" y="261581"/>
                  </a:lnTo>
                  <a:lnTo>
                    <a:pt x="63322" y="260045"/>
                  </a:lnTo>
                  <a:lnTo>
                    <a:pt x="62979" y="258826"/>
                  </a:lnTo>
                  <a:lnTo>
                    <a:pt x="62293" y="258864"/>
                  </a:lnTo>
                  <a:lnTo>
                    <a:pt x="62077" y="260121"/>
                  </a:lnTo>
                  <a:lnTo>
                    <a:pt x="62217" y="263182"/>
                  </a:lnTo>
                  <a:lnTo>
                    <a:pt x="62395" y="263867"/>
                  </a:lnTo>
                  <a:lnTo>
                    <a:pt x="61823" y="263728"/>
                  </a:lnTo>
                  <a:lnTo>
                    <a:pt x="60515" y="263804"/>
                  </a:lnTo>
                  <a:lnTo>
                    <a:pt x="59207" y="263893"/>
                  </a:lnTo>
                  <a:lnTo>
                    <a:pt x="58153" y="264274"/>
                  </a:lnTo>
                  <a:lnTo>
                    <a:pt x="58178" y="265061"/>
                  </a:lnTo>
                  <a:lnTo>
                    <a:pt x="44869" y="249529"/>
                  </a:lnTo>
                  <a:lnTo>
                    <a:pt x="45923" y="249783"/>
                  </a:lnTo>
                  <a:lnTo>
                    <a:pt x="48552" y="249605"/>
                  </a:lnTo>
                  <a:lnTo>
                    <a:pt x="49123" y="249402"/>
                  </a:lnTo>
                  <a:lnTo>
                    <a:pt x="49009" y="250101"/>
                  </a:lnTo>
                  <a:lnTo>
                    <a:pt x="49085" y="251625"/>
                  </a:lnTo>
                  <a:lnTo>
                    <a:pt x="49161" y="253161"/>
                  </a:lnTo>
                  <a:lnTo>
                    <a:pt x="49491" y="254381"/>
                  </a:lnTo>
                  <a:lnTo>
                    <a:pt x="50177" y="254342"/>
                  </a:lnTo>
                  <a:lnTo>
                    <a:pt x="50406" y="253085"/>
                  </a:lnTo>
                  <a:lnTo>
                    <a:pt x="50253" y="250012"/>
                  </a:lnTo>
                  <a:lnTo>
                    <a:pt x="50063" y="249326"/>
                  </a:lnTo>
                  <a:lnTo>
                    <a:pt x="50685" y="249478"/>
                  </a:lnTo>
                  <a:lnTo>
                    <a:pt x="51993" y="249389"/>
                  </a:lnTo>
                  <a:lnTo>
                    <a:pt x="53301" y="249313"/>
                  </a:lnTo>
                  <a:lnTo>
                    <a:pt x="54356" y="248920"/>
                  </a:lnTo>
                  <a:lnTo>
                    <a:pt x="54317" y="248119"/>
                  </a:lnTo>
                  <a:lnTo>
                    <a:pt x="53238" y="247853"/>
                  </a:lnTo>
                  <a:lnTo>
                    <a:pt x="50609" y="248018"/>
                  </a:lnTo>
                  <a:lnTo>
                    <a:pt x="49974" y="248259"/>
                  </a:lnTo>
                  <a:lnTo>
                    <a:pt x="50114" y="247535"/>
                  </a:lnTo>
                  <a:lnTo>
                    <a:pt x="50050" y="246011"/>
                  </a:lnTo>
                  <a:lnTo>
                    <a:pt x="49974" y="244475"/>
                  </a:lnTo>
                  <a:lnTo>
                    <a:pt x="49631" y="243255"/>
                  </a:lnTo>
                  <a:lnTo>
                    <a:pt x="49491" y="243268"/>
                  </a:lnTo>
                  <a:lnTo>
                    <a:pt x="62496" y="228092"/>
                  </a:lnTo>
                  <a:lnTo>
                    <a:pt x="62331" y="229057"/>
                  </a:lnTo>
                  <a:lnTo>
                    <a:pt x="62471" y="232130"/>
                  </a:lnTo>
                  <a:lnTo>
                    <a:pt x="62649" y="232816"/>
                  </a:lnTo>
                  <a:lnTo>
                    <a:pt x="62077" y="232664"/>
                  </a:lnTo>
                  <a:lnTo>
                    <a:pt x="60769" y="232752"/>
                  </a:lnTo>
                  <a:lnTo>
                    <a:pt x="59461" y="232829"/>
                  </a:lnTo>
                  <a:lnTo>
                    <a:pt x="58407" y="233222"/>
                  </a:lnTo>
                  <a:lnTo>
                    <a:pt x="58445" y="234022"/>
                  </a:lnTo>
                  <a:lnTo>
                    <a:pt x="59524" y="234289"/>
                  </a:lnTo>
                  <a:lnTo>
                    <a:pt x="62153" y="234124"/>
                  </a:lnTo>
                  <a:lnTo>
                    <a:pt x="62725" y="233908"/>
                  </a:lnTo>
                  <a:lnTo>
                    <a:pt x="62611" y="234607"/>
                  </a:lnTo>
                  <a:lnTo>
                    <a:pt x="62687" y="236143"/>
                  </a:lnTo>
                  <a:lnTo>
                    <a:pt x="62763" y="237667"/>
                  </a:lnTo>
                  <a:lnTo>
                    <a:pt x="63093" y="238887"/>
                  </a:lnTo>
                  <a:lnTo>
                    <a:pt x="63779" y="238848"/>
                  </a:lnTo>
                  <a:lnTo>
                    <a:pt x="64008" y="237591"/>
                  </a:lnTo>
                  <a:lnTo>
                    <a:pt x="63855" y="234530"/>
                  </a:lnTo>
                  <a:lnTo>
                    <a:pt x="63665" y="233845"/>
                  </a:lnTo>
                  <a:lnTo>
                    <a:pt x="64287" y="233984"/>
                  </a:lnTo>
                  <a:lnTo>
                    <a:pt x="65595" y="233908"/>
                  </a:lnTo>
                  <a:lnTo>
                    <a:pt x="66903" y="233819"/>
                  </a:lnTo>
                  <a:lnTo>
                    <a:pt x="67957" y="233426"/>
                  </a:lnTo>
                  <a:lnTo>
                    <a:pt x="67945" y="233299"/>
                  </a:lnTo>
                  <a:lnTo>
                    <a:pt x="76682" y="243484"/>
                  </a:lnTo>
                  <a:lnTo>
                    <a:pt x="76022" y="243522"/>
                  </a:lnTo>
                  <a:lnTo>
                    <a:pt x="75793" y="244779"/>
                  </a:lnTo>
                  <a:lnTo>
                    <a:pt x="75946" y="247840"/>
                  </a:lnTo>
                  <a:lnTo>
                    <a:pt x="76123" y="248526"/>
                  </a:lnTo>
                  <a:lnTo>
                    <a:pt x="75552" y="248373"/>
                  </a:lnTo>
                  <a:lnTo>
                    <a:pt x="74244" y="248462"/>
                  </a:lnTo>
                  <a:lnTo>
                    <a:pt x="72936" y="248551"/>
                  </a:lnTo>
                  <a:lnTo>
                    <a:pt x="71869" y="248932"/>
                  </a:lnTo>
                  <a:lnTo>
                    <a:pt x="71920" y="249745"/>
                  </a:lnTo>
                  <a:lnTo>
                    <a:pt x="72999" y="249999"/>
                  </a:lnTo>
                  <a:lnTo>
                    <a:pt x="75628" y="249834"/>
                  </a:lnTo>
                  <a:lnTo>
                    <a:pt x="76200" y="249618"/>
                  </a:lnTo>
                  <a:lnTo>
                    <a:pt x="76085" y="250317"/>
                  </a:lnTo>
                  <a:lnTo>
                    <a:pt x="76161" y="251853"/>
                  </a:lnTo>
                  <a:lnTo>
                    <a:pt x="76225" y="253377"/>
                  </a:lnTo>
                  <a:lnTo>
                    <a:pt x="76568" y="254609"/>
                  </a:lnTo>
                  <a:lnTo>
                    <a:pt x="76771" y="254596"/>
                  </a:lnTo>
                  <a:lnTo>
                    <a:pt x="76771" y="243751"/>
                  </a:lnTo>
                  <a:lnTo>
                    <a:pt x="76708" y="243522"/>
                  </a:lnTo>
                  <a:lnTo>
                    <a:pt x="80708" y="248183"/>
                  </a:lnTo>
                  <a:lnTo>
                    <a:pt x="80708" y="243801"/>
                  </a:lnTo>
                  <a:lnTo>
                    <a:pt x="67233" y="228092"/>
                  </a:lnTo>
                  <a:lnTo>
                    <a:pt x="67233" y="232460"/>
                  </a:lnTo>
                  <a:lnTo>
                    <a:pt x="66840" y="232359"/>
                  </a:lnTo>
                  <a:lnTo>
                    <a:pt x="64211" y="232537"/>
                  </a:lnTo>
                  <a:lnTo>
                    <a:pt x="63588" y="232765"/>
                  </a:lnTo>
                  <a:lnTo>
                    <a:pt x="63715" y="232041"/>
                  </a:lnTo>
                  <a:lnTo>
                    <a:pt x="63652" y="230517"/>
                  </a:lnTo>
                  <a:lnTo>
                    <a:pt x="63576" y="228981"/>
                  </a:lnTo>
                  <a:lnTo>
                    <a:pt x="63233" y="227787"/>
                  </a:lnTo>
                  <a:lnTo>
                    <a:pt x="67233" y="232460"/>
                  </a:lnTo>
                  <a:lnTo>
                    <a:pt x="67233" y="228092"/>
                  </a:lnTo>
                  <a:lnTo>
                    <a:pt x="66738" y="227507"/>
                  </a:lnTo>
                  <a:lnTo>
                    <a:pt x="63220" y="223393"/>
                  </a:lnTo>
                  <a:lnTo>
                    <a:pt x="63220" y="227774"/>
                  </a:lnTo>
                  <a:lnTo>
                    <a:pt x="62763" y="227799"/>
                  </a:lnTo>
                  <a:lnTo>
                    <a:pt x="63004" y="227507"/>
                  </a:lnTo>
                  <a:lnTo>
                    <a:pt x="63220" y="227774"/>
                  </a:lnTo>
                  <a:lnTo>
                    <a:pt x="63220" y="223393"/>
                  </a:lnTo>
                  <a:lnTo>
                    <a:pt x="63004" y="223139"/>
                  </a:lnTo>
                  <a:lnTo>
                    <a:pt x="49047" y="239420"/>
                  </a:lnTo>
                  <a:lnTo>
                    <a:pt x="49047" y="248297"/>
                  </a:lnTo>
                  <a:lnTo>
                    <a:pt x="48475" y="248158"/>
                  </a:lnTo>
                  <a:lnTo>
                    <a:pt x="47167" y="248234"/>
                  </a:lnTo>
                  <a:lnTo>
                    <a:pt x="45859" y="248323"/>
                  </a:lnTo>
                  <a:lnTo>
                    <a:pt x="44831" y="248716"/>
                  </a:lnTo>
                  <a:lnTo>
                    <a:pt x="44831" y="249491"/>
                  </a:lnTo>
                  <a:lnTo>
                    <a:pt x="44500" y="249085"/>
                  </a:lnTo>
                  <a:lnTo>
                    <a:pt x="44805" y="248729"/>
                  </a:lnTo>
                  <a:lnTo>
                    <a:pt x="44831" y="249491"/>
                  </a:lnTo>
                  <a:lnTo>
                    <a:pt x="44831" y="248716"/>
                  </a:lnTo>
                  <a:lnTo>
                    <a:pt x="48806" y="244055"/>
                  </a:lnTo>
                  <a:lnTo>
                    <a:pt x="48729" y="244551"/>
                  </a:lnTo>
                  <a:lnTo>
                    <a:pt x="48869" y="247624"/>
                  </a:lnTo>
                  <a:lnTo>
                    <a:pt x="49047" y="248297"/>
                  </a:lnTo>
                  <a:lnTo>
                    <a:pt x="49047" y="239420"/>
                  </a:lnTo>
                  <a:lnTo>
                    <a:pt x="42621" y="246913"/>
                  </a:lnTo>
                  <a:lnTo>
                    <a:pt x="40754" y="244741"/>
                  </a:lnTo>
                  <a:lnTo>
                    <a:pt x="40754" y="249085"/>
                  </a:lnTo>
                  <a:lnTo>
                    <a:pt x="22250" y="270675"/>
                  </a:lnTo>
                  <a:lnTo>
                    <a:pt x="17462" y="265099"/>
                  </a:lnTo>
                  <a:lnTo>
                    <a:pt x="18516" y="265341"/>
                  </a:lnTo>
                  <a:lnTo>
                    <a:pt x="21145" y="265176"/>
                  </a:lnTo>
                  <a:lnTo>
                    <a:pt x="22199" y="264795"/>
                  </a:lnTo>
                  <a:lnTo>
                    <a:pt x="22174" y="264401"/>
                  </a:lnTo>
                  <a:lnTo>
                    <a:pt x="22491" y="264375"/>
                  </a:lnTo>
                  <a:lnTo>
                    <a:pt x="22720" y="263105"/>
                  </a:lnTo>
                  <a:lnTo>
                    <a:pt x="22644" y="261581"/>
                  </a:lnTo>
                  <a:lnTo>
                    <a:pt x="22567" y="260045"/>
                  </a:lnTo>
                  <a:lnTo>
                    <a:pt x="22237" y="258826"/>
                  </a:lnTo>
                  <a:lnTo>
                    <a:pt x="21539" y="258864"/>
                  </a:lnTo>
                  <a:lnTo>
                    <a:pt x="21323" y="260121"/>
                  </a:lnTo>
                  <a:lnTo>
                    <a:pt x="21475" y="263182"/>
                  </a:lnTo>
                  <a:lnTo>
                    <a:pt x="21653" y="263867"/>
                  </a:lnTo>
                  <a:lnTo>
                    <a:pt x="21069" y="263728"/>
                  </a:lnTo>
                  <a:lnTo>
                    <a:pt x="19761" y="263804"/>
                  </a:lnTo>
                  <a:lnTo>
                    <a:pt x="18453" y="263893"/>
                  </a:lnTo>
                  <a:lnTo>
                    <a:pt x="17399" y="264274"/>
                  </a:lnTo>
                  <a:lnTo>
                    <a:pt x="17424" y="265061"/>
                  </a:lnTo>
                  <a:lnTo>
                    <a:pt x="4114" y="249529"/>
                  </a:lnTo>
                  <a:lnTo>
                    <a:pt x="5168" y="249783"/>
                  </a:lnTo>
                  <a:lnTo>
                    <a:pt x="7797" y="249605"/>
                  </a:lnTo>
                  <a:lnTo>
                    <a:pt x="8382" y="249402"/>
                  </a:lnTo>
                  <a:lnTo>
                    <a:pt x="8255" y="250101"/>
                  </a:lnTo>
                  <a:lnTo>
                    <a:pt x="8331" y="251625"/>
                  </a:lnTo>
                  <a:lnTo>
                    <a:pt x="8407" y="253161"/>
                  </a:lnTo>
                  <a:lnTo>
                    <a:pt x="8737" y="254381"/>
                  </a:lnTo>
                  <a:lnTo>
                    <a:pt x="9436" y="254342"/>
                  </a:lnTo>
                  <a:lnTo>
                    <a:pt x="9652" y="253085"/>
                  </a:lnTo>
                  <a:lnTo>
                    <a:pt x="9512" y="250012"/>
                  </a:lnTo>
                  <a:lnTo>
                    <a:pt x="9309" y="249339"/>
                  </a:lnTo>
                  <a:lnTo>
                    <a:pt x="9931" y="249478"/>
                  </a:lnTo>
                  <a:lnTo>
                    <a:pt x="11239" y="249389"/>
                  </a:lnTo>
                  <a:lnTo>
                    <a:pt x="12547" y="249313"/>
                  </a:lnTo>
                  <a:lnTo>
                    <a:pt x="13601" y="248920"/>
                  </a:lnTo>
                  <a:lnTo>
                    <a:pt x="13589" y="248513"/>
                  </a:lnTo>
                  <a:lnTo>
                    <a:pt x="13563" y="248119"/>
                  </a:lnTo>
                  <a:lnTo>
                    <a:pt x="12484" y="247853"/>
                  </a:lnTo>
                  <a:lnTo>
                    <a:pt x="9855" y="248018"/>
                  </a:lnTo>
                  <a:lnTo>
                    <a:pt x="9232" y="248259"/>
                  </a:lnTo>
                  <a:lnTo>
                    <a:pt x="9372" y="247535"/>
                  </a:lnTo>
                  <a:lnTo>
                    <a:pt x="9296" y="246011"/>
                  </a:lnTo>
                  <a:lnTo>
                    <a:pt x="9220" y="244475"/>
                  </a:lnTo>
                  <a:lnTo>
                    <a:pt x="8890" y="243255"/>
                  </a:lnTo>
                  <a:lnTo>
                    <a:pt x="8826" y="248818"/>
                  </a:lnTo>
                  <a:lnTo>
                    <a:pt x="8826" y="243268"/>
                  </a:lnTo>
                  <a:lnTo>
                    <a:pt x="22250" y="227507"/>
                  </a:lnTo>
                  <a:lnTo>
                    <a:pt x="40754" y="249085"/>
                  </a:lnTo>
                  <a:lnTo>
                    <a:pt x="40754" y="244741"/>
                  </a:lnTo>
                  <a:lnTo>
                    <a:pt x="25996" y="227507"/>
                  </a:lnTo>
                  <a:lnTo>
                    <a:pt x="22250" y="223139"/>
                  </a:lnTo>
                  <a:lnTo>
                    <a:pt x="8305" y="239407"/>
                  </a:lnTo>
                  <a:lnTo>
                    <a:pt x="8305" y="248297"/>
                  </a:lnTo>
                  <a:lnTo>
                    <a:pt x="7734" y="248158"/>
                  </a:lnTo>
                  <a:lnTo>
                    <a:pt x="6413" y="248234"/>
                  </a:lnTo>
                  <a:lnTo>
                    <a:pt x="5105" y="248323"/>
                  </a:lnTo>
                  <a:lnTo>
                    <a:pt x="4076" y="248716"/>
                  </a:lnTo>
                  <a:lnTo>
                    <a:pt x="4076" y="249491"/>
                  </a:lnTo>
                  <a:lnTo>
                    <a:pt x="3746" y="249085"/>
                  </a:lnTo>
                  <a:lnTo>
                    <a:pt x="4051" y="248729"/>
                  </a:lnTo>
                  <a:lnTo>
                    <a:pt x="4076" y="249491"/>
                  </a:lnTo>
                  <a:lnTo>
                    <a:pt x="4076" y="248716"/>
                  </a:lnTo>
                  <a:lnTo>
                    <a:pt x="8051" y="244055"/>
                  </a:lnTo>
                  <a:lnTo>
                    <a:pt x="7975" y="244551"/>
                  </a:lnTo>
                  <a:lnTo>
                    <a:pt x="8128" y="247624"/>
                  </a:lnTo>
                  <a:lnTo>
                    <a:pt x="8305" y="248297"/>
                  </a:lnTo>
                  <a:lnTo>
                    <a:pt x="8305" y="239407"/>
                  </a:lnTo>
                  <a:lnTo>
                    <a:pt x="0" y="249085"/>
                  </a:lnTo>
                  <a:lnTo>
                    <a:pt x="22250" y="275031"/>
                  </a:lnTo>
                  <a:lnTo>
                    <a:pt x="25996" y="270675"/>
                  </a:lnTo>
                  <a:lnTo>
                    <a:pt x="42621" y="251282"/>
                  </a:lnTo>
                  <a:lnTo>
                    <a:pt x="63004" y="275031"/>
                  </a:lnTo>
                  <a:lnTo>
                    <a:pt x="66738" y="270675"/>
                  </a:lnTo>
                  <a:lnTo>
                    <a:pt x="82600" y="252171"/>
                  </a:lnTo>
                  <a:lnTo>
                    <a:pt x="82600" y="245999"/>
                  </a:lnTo>
                  <a:close/>
                </a:path>
                <a:path w="83184" h="275590">
                  <a:moveTo>
                    <a:pt x="82651" y="7708"/>
                  </a:moveTo>
                  <a:lnTo>
                    <a:pt x="80708" y="7835"/>
                  </a:lnTo>
                  <a:lnTo>
                    <a:pt x="79641" y="8216"/>
                  </a:lnTo>
                  <a:lnTo>
                    <a:pt x="79692" y="9029"/>
                  </a:lnTo>
                  <a:lnTo>
                    <a:pt x="80772" y="9283"/>
                  </a:lnTo>
                  <a:lnTo>
                    <a:pt x="82651" y="9169"/>
                  </a:lnTo>
                  <a:lnTo>
                    <a:pt x="82651" y="7708"/>
                  </a:lnTo>
                  <a:close/>
                </a:path>
                <a:path w="83184" h="275590">
                  <a:moveTo>
                    <a:pt x="82651" y="0"/>
                  </a:moveTo>
                  <a:lnTo>
                    <a:pt x="70294" y="14427"/>
                  </a:lnTo>
                  <a:lnTo>
                    <a:pt x="70294" y="23304"/>
                  </a:lnTo>
                  <a:lnTo>
                    <a:pt x="69723" y="23152"/>
                  </a:lnTo>
                  <a:lnTo>
                    <a:pt x="68414" y="23241"/>
                  </a:lnTo>
                  <a:lnTo>
                    <a:pt x="67106" y="23317"/>
                  </a:lnTo>
                  <a:lnTo>
                    <a:pt x="66078" y="23710"/>
                  </a:lnTo>
                  <a:lnTo>
                    <a:pt x="66078" y="24511"/>
                  </a:lnTo>
                  <a:lnTo>
                    <a:pt x="65735" y="24091"/>
                  </a:lnTo>
                  <a:lnTo>
                    <a:pt x="66040" y="23736"/>
                  </a:lnTo>
                  <a:lnTo>
                    <a:pt x="66078" y="24511"/>
                  </a:lnTo>
                  <a:lnTo>
                    <a:pt x="66078" y="23710"/>
                  </a:lnTo>
                  <a:lnTo>
                    <a:pt x="70053" y="19062"/>
                  </a:lnTo>
                  <a:lnTo>
                    <a:pt x="69964" y="19545"/>
                  </a:lnTo>
                  <a:lnTo>
                    <a:pt x="70116" y="22618"/>
                  </a:lnTo>
                  <a:lnTo>
                    <a:pt x="70294" y="23304"/>
                  </a:lnTo>
                  <a:lnTo>
                    <a:pt x="70294" y="14427"/>
                  </a:lnTo>
                  <a:lnTo>
                    <a:pt x="62001" y="24091"/>
                  </a:lnTo>
                  <a:lnTo>
                    <a:pt x="82638" y="48171"/>
                  </a:lnTo>
                  <a:lnTo>
                    <a:pt x="82638" y="43802"/>
                  </a:lnTo>
                  <a:lnTo>
                    <a:pt x="79438" y="40093"/>
                  </a:lnTo>
                  <a:lnTo>
                    <a:pt x="80518" y="40347"/>
                  </a:lnTo>
                  <a:lnTo>
                    <a:pt x="82638" y="40208"/>
                  </a:lnTo>
                  <a:lnTo>
                    <a:pt x="82638" y="38747"/>
                  </a:lnTo>
                  <a:lnTo>
                    <a:pt x="80454" y="38887"/>
                  </a:lnTo>
                  <a:lnTo>
                    <a:pt x="79387" y="39281"/>
                  </a:lnTo>
                  <a:lnTo>
                    <a:pt x="79425" y="40081"/>
                  </a:lnTo>
                  <a:lnTo>
                    <a:pt x="66090" y="24523"/>
                  </a:lnTo>
                  <a:lnTo>
                    <a:pt x="67170" y="24777"/>
                  </a:lnTo>
                  <a:lnTo>
                    <a:pt x="69799" y="24612"/>
                  </a:lnTo>
                  <a:lnTo>
                    <a:pt x="70370" y="24396"/>
                  </a:lnTo>
                  <a:lnTo>
                    <a:pt x="70256" y="25095"/>
                  </a:lnTo>
                  <a:lnTo>
                    <a:pt x="70332" y="26631"/>
                  </a:lnTo>
                  <a:lnTo>
                    <a:pt x="70396" y="28155"/>
                  </a:lnTo>
                  <a:lnTo>
                    <a:pt x="70739" y="29387"/>
                  </a:lnTo>
                  <a:lnTo>
                    <a:pt x="71424" y="29337"/>
                  </a:lnTo>
                  <a:lnTo>
                    <a:pt x="71640" y="28079"/>
                  </a:lnTo>
                  <a:lnTo>
                    <a:pt x="71501" y="25019"/>
                  </a:lnTo>
                  <a:lnTo>
                    <a:pt x="71310" y="24333"/>
                  </a:lnTo>
                  <a:lnTo>
                    <a:pt x="71920" y="24472"/>
                  </a:lnTo>
                  <a:lnTo>
                    <a:pt x="73228" y="24396"/>
                  </a:lnTo>
                  <a:lnTo>
                    <a:pt x="74536" y="24307"/>
                  </a:lnTo>
                  <a:lnTo>
                    <a:pt x="75603" y="23926"/>
                  </a:lnTo>
                  <a:lnTo>
                    <a:pt x="75552" y="23114"/>
                  </a:lnTo>
                  <a:lnTo>
                    <a:pt x="74472" y="22860"/>
                  </a:lnTo>
                  <a:lnTo>
                    <a:pt x="71856" y="23025"/>
                  </a:lnTo>
                  <a:lnTo>
                    <a:pt x="71234" y="23253"/>
                  </a:lnTo>
                  <a:lnTo>
                    <a:pt x="71361" y="22529"/>
                  </a:lnTo>
                  <a:lnTo>
                    <a:pt x="71285" y="21005"/>
                  </a:lnTo>
                  <a:lnTo>
                    <a:pt x="71208" y="19481"/>
                  </a:lnTo>
                  <a:lnTo>
                    <a:pt x="70878" y="18249"/>
                  </a:lnTo>
                  <a:lnTo>
                    <a:pt x="70739" y="18262"/>
                  </a:lnTo>
                  <a:lnTo>
                    <a:pt x="82651" y="4368"/>
                  </a:lnTo>
                  <a:lnTo>
                    <a:pt x="82651" y="0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11757686" y="6798671"/>
              <a:ext cx="83185" cy="143510"/>
            </a:xfrm>
            <a:custGeom>
              <a:avLst/>
              <a:gdLst/>
              <a:ahLst/>
              <a:cxnLst/>
              <a:rect l="l" t="t" r="r" b="b"/>
              <a:pathLst>
                <a:path w="83184" h="143509">
                  <a:moveTo>
                    <a:pt x="26949" y="137972"/>
                  </a:moveTo>
                  <a:lnTo>
                    <a:pt x="26911" y="137172"/>
                  </a:lnTo>
                  <a:lnTo>
                    <a:pt x="25831" y="136906"/>
                  </a:lnTo>
                  <a:lnTo>
                    <a:pt x="23202" y="137071"/>
                  </a:lnTo>
                  <a:lnTo>
                    <a:pt x="22161" y="137464"/>
                  </a:lnTo>
                  <a:lnTo>
                    <a:pt x="21069" y="137210"/>
                  </a:lnTo>
                  <a:lnTo>
                    <a:pt x="19761" y="137287"/>
                  </a:lnTo>
                  <a:lnTo>
                    <a:pt x="18453" y="137375"/>
                  </a:lnTo>
                  <a:lnTo>
                    <a:pt x="17399" y="137756"/>
                  </a:lnTo>
                  <a:lnTo>
                    <a:pt x="17437" y="138569"/>
                  </a:lnTo>
                  <a:lnTo>
                    <a:pt x="18516" y="138823"/>
                  </a:lnTo>
                  <a:lnTo>
                    <a:pt x="21145" y="138658"/>
                  </a:lnTo>
                  <a:lnTo>
                    <a:pt x="21729" y="138455"/>
                  </a:lnTo>
                  <a:lnTo>
                    <a:pt x="21602" y="139153"/>
                  </a:lnTo>
                  <a:lnTo>
                    <a:pt x="21678" y="140677"/>
                  </a:lnTo>
                  <a:lnTo>
                    <a:pt x="21755" y="142214"/>
                  </a:lnTo>
                  <a:lnTo>
                    <a:pt x="22085" y="143433"/>
                  </a:lnTo>
                  <a:lnTo>
                    <a:pt x="22783" y="143395"/>
                  </a:lnTo>
                  <a:lnTo>
                    <a:pt x="22999" y="142138"/>
                  </a:lnTo>
                  <a:lnTo>
                    <a:pt x="22860" y="139065"/>
                  </a:lnTo>
                  <a:lnTo>
                    <a:pt x="22656" y="138391"/>
                  </a:lnTo>
                  <a:lnTo>
                    <a:pt x="23279" y="138531"/>
                  </a:lnTo>
                  <a:lnTo>
                    <a:pt x="24587" y="138442"/>
                  </a:lnTo>
                  <a:lnTo>
                    <a:pt x="25895" y="138366"/>
                  </a:lnTo>
                  <a:lnTo>
                    <a:pt x="26949" y="137972"/>
                  </a:lnTo>
                  <a:close/>
                </a:path>
                <a:path w="83184" h="143509">
                  <a:moveTo>
                    <a:pt x="27203" y="106908"/>
                  </a:moveTo>
                  <a:lnTo>
                    <a:pt x="27165" y="106108"/>
                  </a:lnTo>
                  <a:lnTo>
                    <a:pt x="26085" y="105841"/>
                  </a:lnTo>
                  <a:lnTo>
                    <a:pt x="23456" y="106019"/>
                  </a:lnTo>
                  <a:lnTo>
                    <a:pt x="22834" y="106248"/>
                  </a:lnTo>
                  <a:lnTo>
                    <a:pt x="22974" y="105524"/>
                  </a:lnTo>
                  <a:lnTo>
                    <a:pt x="22898" y="104000"/>
                  </a:lnTo>
                  <a:lnTo>
                    <a:pt x="22821" y="102463"/>
                  </a:lnTo>
                  <a:lnTo>
                    <a:pt x="22491" y="101244"/>
                  </a:lnTo>
                  <a:lnTo>
                    <a:pt x="21805" y="101282"/>
                  </a:lnTo>
                  <a:lnTo>
                    <a:pt x="21577" y="102539"/>
                  </a:lnTo>
                  <a:lnTo>
                    <a:pt x="21729" y="105613"/>
                  </a:lnTo>
                  <a:lnTo>
                    <a:pt x="21907" y="106299"/>
                  </a:lnTo>
                  <a:lnTo>
                    <a:pt x="21323" y="106146"/>
                  </a:lnTo>
                  <a:lnTo>
                    <a:pt x="20015" y="106235"/>
                  </a:lnTo>
                  <a:lnTo>
                    <a:pt x="18707" y="106311"/>
                  </a:lnTo>
                  <a:lnTo>
                    <a:pt x="17653" y="106705"/>
                  </a:lnTo>
                  <a:lnTo>
                    <a:pt x="17691" y="107505"/>
                  </a:lnTo>
                  <a:lnTo>
                    <a:pt x="18770" y="107772"/>
                  </a:lnTo>
                  <a:lnTo>
                    <a:pt x="21399" y="107607"/>
                  </a:lnTo>
                  <a:lnTo>
                    <a:pt x="21971" y="107391"/>
                  </a:lnTo>
                  <a:lnTo>
                    <a:pt x="21856" y="108089"/>
                  </a:lnTo>
                  <a:lnTo>
                    <a:pt x="21932" y="109626"/>
                  </a:lnTo>
                  <a:lnTo>
                    <a:pt x="22009" y="111150"/>
                  </a:lnTo>
                  <a:lnTo>
                    <a:pt x="22339" y="112369"/>
                  </a:lnTo>
                  <a:lnTo>
                    <a:pt x="23037" y="112331"/>
                  </a:lnTo>
                  <a:lnTo>
                    <a:pt x="23253" y="111074"/>
                  </a:lnTo>
                  <a:lnTo>
                    <a:pt x="23114" y="108013"/>
                  </a:lnTo>
                  <a:lnTo>
                    <a:pt x="22910" y="107327"/>
                  </a:lnTo>
                  <a:lnTo>
                    <a:pt x="23533" y="107467"/>
                  </a:lnTo>
                  <a:lnTo>
                    <a:pt x="24841" y="107391"/>
                  </a:lnTo>
                  <a:lnTo>
                    <a:pt x="26149" y="107302"/>
                  </a:lnTo>
                  <a:lnTo>
                    <a:pt x="27203" y="106908"/>
                  </a:lnTo>
                  <a:close/>
                </a:path>
                <a:path w="83184" h="143509">
                  <a:moveTo>
                    <a:pt x="40678" y="122631"/>
                  </a:moveTo>
                  <a:lnTo>
                    <a:pt x="40640" y="121818"/>
                  </a:lnTo>
                  <a:lnTo>
                    <a:pt x="39560" y="121564"/>
                  </a:lnTo>
                  <a:lnTo>
                    <a:pt x="36931" y="121729"/>
                  </a:lnTo>
                  <a:lnTo>
                    <a:pt x="36296" y="121958"/>
                  </a:lnTo>
                  <a:lnTo>
                    <a:pt x="36436" y="121246"/>
                  </a:lnTo>
                  <a:lnTo>
                    <a:pt x="36372" y="119710"/>
                  </a:lnTo>
                  <a:lnTo>
                    <a:pt x="36296" y="118186"/>
                  </a:lnTo>
                  <a:lnTo>
                    <a:pt x="35966" y="116954"/>
                  </a:lnTo>
                  <a:lnTo>
                    <a:pt x="35267" y="117005"/>
                  </a:lnTo>
                  <a:lnTo>
                    <a:pt x="35052" y="118262"/>
                  </a:lnTo>
                  <a:lnTo>
                    <a:pt x="35191" y="121323"/>
                  </a:lnTo>
                  <a:lnTo>
                    <a:pt x="35369" y="122008"/>
                  </a:lnTo>
                  <a:lnTo>
                    <a:pt x="34798" y="121856"/>
                  </a:lnTo>
                  <a:lnTo>
                    <a:pt x="33489" y="121945"/>
                  </a:lnTo>
                  <a:lnTo>
                    <a:pt x="32181" y="122034"/>
                  </a:lnTo>
                  <a:lnTo>
                    <a:pt x="31127" y="122415"/>
                  </a:lnTo>
                  <a:lnTo>
                    <a:pt x="31165" y="123228"/>
                  </a:lnTo>
                  <a:lnTo>
                    <a:pt x="32245" y="123482"/>
                  </a:lnTo>
                  <a:lnTo>
                    <a:pt x="34874" y="123317"/>
                  </a:lnTo>
                  <a:lnTo>
                    <a:pt x="35445" y="123101"/>
                  </a:lnTo>
                  <a:lnTo>
                    <a:pt x="35331" y="123799"/>
                  </a:lnTo>
                  <a:lnTo>
                    <a:pt x="35407" y="125336"/>
                  </a:lnTo>
                  <a:lnTo>
                    <a:pt x="35483" y="126860"/>
                  </a:lnTo>
                  <a:lnTo>
                    <a:pt x="35814" y="128092"/>
                  </a:lnTo>
                  <a:lnTo>
                    <a:pt x="36499" y="128041"/>
                  </a:lnTo>
                  <a:lnTo>
                    <a:pt x="36728" y="126784"/>
                  </a:lnTo>
                  <a:lnTo>
                    <a:pt x="36576" y="123723"/>
                  </a:lnTo>
                  <a:lnTo>
                    <a:pt x="36385" y="123037"/>
                  </a:lnTo>
                  <a:lnTo>
                    <a:pt x="37007" y="123177"/>
                  </a:lnTo>
                  <a:lnTo>
                    <a:pt x="38315" y="123101"/>
                  </a:lnTo>
                  <a:lnTo>
                    <a:pt x="39624" y="123012"/>
                  </a:lnTo>
                  <a:lnTo>
                    <a:pt x="40678" y="122631"/>
                  </a:lnTo>
                  <a:close/>
                </a:path>
                <a:path w="83184" h="143509">
                  <a:moveTo>
                    <a:pt x="82613" y="74587"/>
                  </a:moveTo>
                  <a:lnTo>
                    <a:pt x="80708" y="74701"/>
                  </a:lnTo>
                  <a:lnTo>
                    <a:pt x="79641" y="75095"/>
                  </a:lnTo>
                  <a:lnTo>
                    <a:pt x="79692" y="75895"/>
                  </a:lnTo>
                  <a:lnTo>
                    <a:pt x="80772" y="76161"/>
                  </a:lnTo>
                  <a:lnTo>
                    <a:pt x="82613" y="76047"/>
                  </a:lnTo>
                  <a:lnTo>
                    <a:pt x="82613" y="74587"/>
                  </a:lnTo>
                  <a:close/>
                </a:path>
                <a:path w="83184" h="143509">
                  <a:moveTo>
                    <a:pt x="82613" y="66916"/>
                  </a:moveTo>
                  <a:lnTo>
                    <a:pt x="70294" y="81292"/>
                  </a:lnTo>
                  <a:lnTo>
                    <a:pt x="70294" y="90182"/>
                  </a:lnTo>
                  <a:lnTo>
                    <a:pt x="69723" y="90030"/>
                  </a:lnTo>
                  <a:lnTo>
                    <a:pt x="68414" y="90119"/>
                  </a:lnTo>
                  <a:lnTo>
                    <a:pt x="67106" y="90195"/>
                  </a:lnTo>
                  <a:lnTo>
                    <a:pt x="66078" y="90589"/>
                  </a:lnTo>
                  <a:lnTo>
                    <a:pt x="66078" y="91376"/>
                  </a:lnTo>
                  <a:lnTo>
                    <a:pt x="65735" y="90957"/>
                  </a:lnTo>
                  <a:lnTo>
                    <a:pt x="66040" y="90601"/>
                  </a:lnTo>
                  <a:lnTo>
                    <a:pt x="66078" y="91376"/>
                  </a:lnTo>
                  <a:lnTo>
                    <a:pt x="66078" y="90589"/>
                  </a:lnTo>
                  <a:lnTo>
                    <a:pt x="70053" y="85915"/>
                  </a:lnTo>
                  <a:lnTo>
                    <a:pt x="69964" y="86423"/>
                  </a:lnTo>
                  <a:lnTo>
                    <a:pt x="70116" y="89496"/>
                  </a:lnTo>
                  <a:lnTo>
                    <a:pt x="70294" y="90182"/>
                  </a:lnTo>
                  <a:lnTo>
                    <a:pt x="70294" y="81292"/>
                  </a:lnTo>
                  <a:lnTo>
                    <a:pt x="62001" y="90957"/>
                  </a:lnTo>
                  <a:lnTo>
                    <a:pt x="82600" y="114998"/>
                  </a:lnTo>
                  <a:lnTo>
                    <a:pt x="82600" y="110629"/>
                  </a:lnTo>
                  <a:lnTo>
                    <a:pt x="79451" y="106972"/>
                  </a:lnTo>
                  <a:lnTo>
                    <a:pt x="80518" y="107226"/>
                  </a:lnTo>
                  <a:lnTo>
                    <a:pt x="82600" y="107086"/>
                  </a:lnTo>
                  <a:lnTo>
                    <a:pt x="82600" y="105625"/>
                  </a:lnTo>
                  <a:lnTo>
                    <a:pt x="80454" y="105765"/>
                  </a:lnTo>
                  <a:lnTo>
                    <a:pt x="79387" y="106159"/>
                  </a:lnTo>
                  <a:lnTo>
                    <a:pt x="79425" y="106946"/>
                  </a:lnTo>
                  <a:lnTo>
                    <a:pt x="66103" y="91401"/>
                  </a:lnTo>
                  <a:lnTo>
                    <a:pt x="67170" y="91655"/>
                  </a:lnTo>
                  <a:lnTo>
                    <a:pt x="69799" y="91490"/>
                  </a:lnTo>
                  <a:lnTo>
                    <a:pt x="70370" y="91274"/>
                  </a:lnTo>
                  <a:lnTo>
                    <a:pt x="70256" y="91973"/>
                  </a:lnTo>
                  <a:lnTo>
                    <a:pt x="70332" y="93510"/>
                  </a:lnTo>
                  <a:lnTo>
                    <a:pt x="70396" y="95034"/>
                  </a:lnTo>
                  <a:lnTo>
                    <a:pt x="70739" y="96253"/>
                  </a:lnTo>
                  <a:lnTo>
                    <a:pt x="71424" y="96215"/>
                  </a:lnTo>
                  <a:lnTo>
                    <a:pt x="71640" y="94957"/>
                  </a:lnTo>
                  <a:lnTo>
                    <a:pt x="71501" y="91897"/>
                  </a:lnTo>
                  <a:lnTo>
                    <a:pt x="71310" y="91211"/>
                  </a:lnTo>
                  <a:lnTo>
                    <a:pt x="71920" y="91351"/>
                  </a:lnTo>
                  <a:lnTo>
                    <a:pt x="73228" y="91274"/>
                  </a:lnTo>
                  <a:lnTo>
                    <a:pt x="74536" y="91186"/>
                  </a:lnTo>
                  <a:lnTo>
                    <a:pt x="75603" y="90805"/>
                  </a:lnTo>
                  <a:lnTo>
                    <a:pt x="75552" y="89992"/>
                  </a:lnTo>
                  <a:lnTo>
                    <a:pt x="74472" y="89725"/>
                  </a:lnTo>
                  <a:lnTo>
                    <a:pt x="71856" y="89903"/>
                  </a:lnTo>
                  <a:lnTo>
                    <a:pt x="71234" y="90131"/>
                  </a:lnTo>
                  <a:lnTo>
                    <a:pt x="71361" y="89408"/>
                  </a:lnTo>
                  <a:lnTo>
                    <a:pt x="71285" y="87884"/>
                  </a:lnTo>
                  <a:lnTo>
                    <a:pt x="71208" y="86360"/>
                  </a:lnTo>
                  <a:lnTo>
                    <a:pt x="70878" y="85128"/>
                  </a:lnTo>
                  <a:lnTo>
                    <a:pt x="70726" y="85140"/>
                  </a:lnTo>
                  <a:lnTo>
                    <a:pt x="82613" y="71285"/>
                  </a:lnTo>
                  <a:lnTo>
                    <a:pt x="82613" y="66916"/>
                  </a:lnTo>
                  <a:close/>
                </a:path>
                <a:path w="83184" h="143509">
                  <a:moveTo>
                    <a:pt x="82613" y="54483"/>
                  </a:moveTo>
                  <a:lnTo>
                    <a:pt x="81495" y="53187"/>
                  </a:lnTo>
                  <a:lnTo>
                    <a:pt x="81495" y="57556"/>
                  </a:lnTo>
                  <a:lnTo>
                    <a:pt x="77355" y="62382"/>
                  </a:lnTo>
                  <a:lnTo>
                    <a:pt x="77470" y="61772"/>
                  </a:lnTo>
                  <a:lnTo>
                    <a:pt x="77330" y="58699"/>
                  </a:lnTo>
                  <a:lnTo>
                    <a:pt x="77139" y="58026"/>
                  </a:lnTo>
                  <a:lnTo>
                    <a:pt x="77749" y="58166"/>
                  </a:lnTo>
                  <a:lnTo>
                    <a:pt x="79057" y="58077"/>
                  </a:lnTo>
                  <a:lnTo>
                    <a:pt x="80365" y="58000"/>
                  </a:lnTo>
                  <a:lnTo>
                    <a:pt x="81432" y="57607"/>
                  </a:lnTo>
                  <a:lnTo>
                    <a:pt x="81419" y="57480"/>
                  </a:lnTo>
                  <a:lnTo>
                    <a:pt x="81495" y="53187"/>
                  </a:lnTo>
                  <a:lnTo>
                    <a:pt x="80695" y="52247"/>
                  </a:lnTo>
                  <a:lnTo>
                    <a:pt x="80695" y="56642"/>
                  </a:lnTo>
                  <a:lnTo>
                    <a:pt x="80314" y="56540"/>
                  </a:lnTo>
                  <a:lnTo>
                    <a:pt x="77685" y="56705"/>
                  </a:lnTo>
                  <a:lnTo>
                    <a:pt x="77050" y="56946"/>
                  </a:lnTo>
                  <a:lnTo>
                    <a:pt x="77190" y="56222"/>
                  </a:lnTo>
                  <a:lnTo>
                    <a:pt x="77114" y="54686"/>
                  </a:lnTo>
                  <a:lnTo>
                    <a:pt x="77050" y="53162"/>
                  </a:lnTo>
                  <a:lnTo>
                    <a:pt x="76771" y="52209"/>
                  </a:lnTo>
                  <a:lnTo>
                    <a:pt x="76771" y="63068"/>
                  </a:lnTo>
                  <a:lnTo>
                    <a:pt x="63004" y="79133"/>
                  </a:lnTo>
                  <a:lnTo>
                    <a:pt x="58204" y="73558"/>
                  </a:lnTo>
                  <a:lnTo>
                    <a:pt x="59270" y="73812"/>
                  </a:lnTo>
                  <a:lnTo>
                    <a:pt x="61899" y="73647"/>
                  </a:lnTo>
                  <a:lnTo>
                    <a:pt x="62471" y="73431"/>
                  </a:lnTo>
                  <a:lnTo>
                    <a:pt x="62357" y="74129"/>
                  </a:lnTo>
                  <a:lnTo>
                    <a:pt x="62433" y="75666"/>
                  </a:lnTo>
                  <a:lnTo>
                    <a:pt x="62509" y="77190"/>
                  </a:lnTo>
                  <a:lnTo>
                    <a:pt x="62839" y="78409"/>
                  </a:lnTo>
                  <a:lnTo>
                    <a:pt x="63525" y="78371"/>
                  </a:lnTo>
                  <a:lnTo>
                    <a:pt x="63754" y="77114"/>
                  </a:lnTo>
                  <a:lnTo>
                    <a:pt x="63601" y="74053"/>
                  </a:lnTo>
                  <a:lnTo>
                    <a:pt x="63411" y="73367"/>
                  </a:lnTo>
                  <a:lnTo>
                    <a:pt x="64020" y="73507"/>
                  </a:lnTo>
                  <a:lnTo>
                    <a:pt x="65341" y="73431"/>
                  </a:lnTo>
                  <a:lnTo>
                    <a:pt x="66649" y="73342"/>
                  </a:lnTo>
                  <a:lnTo>
                    <a:pt x="67703" y="72961"/>
                  </a:lnTo>
                  <a:lnTo>
                    <a:pt x="67665" y="72148"/>
                  </a:lnTo>
                  <a:lnTo>
                    <a:pt x="66586" y="71894"/>
                  </a:lnTo>
                  <a:lnTo>
                    <a:pt x="63957" y="72059"/>
                  </a:lnTo>
                  <a:lnTo>
                    <a:pt x="63334" y="72288"/>
                  </a:lnTo>
                  <a:lnTo>
                    <a:pt x="63461" y="71564"/>
                  </a:lnTo>
                  <a:lnTo>
                    <a:pt x="63398" y="70040"/>
                  </a:lnTo>
                  <a:lnTo>
                    <a:pt x="63322" y="68516"/>
                  </a:lnTo>
                  <a:lnTo>
                    <a:pt x="62979" y="67284"/>
                  </a:lnTo>
                  <a:lnTo>
                    <a:pt x="62293" y="67322"/>
                  </a:lnTo>
                  <a:lnTo>
                    <a:pt x="62077" y="68580"/>
                  </a:lnTo>
                  <a:lnTo>
                    <a:pt x="62217" y="71653"/>
                  </a:lnTo>
                  <a:lnTo>
                    <a:pt x="62395" y="72339"/>
                  </a:lnTo>
                  <a:lnTo>
                    <a:pt x="61823" y="72186"/>
                  </a:lnTo>
                  <a:lnTo>
                    <a:pt x="60515" y="72275"/>
                  </a:lnTo>
                  <a:lnTo>
                    <a:pt x="59207" y="72351"/>
                  </a:lnTo>
                  <a:lnTo>
                    <a:pt x="58153" y="72745"/>
                  </a:lnTo>
                  <a:lnTo>
                    <a:pt x="58178" y="73533"/>
                  </a:lnTo>
                  <a:lnTo>
                    <a:pt x="44856" y="57988"/>
                  </a:lnTo>
                  <a:lnTo>
                    <a:pt x="45923" y="58242"/>
                  </a:lnTo>
                  <a:lnTo>
                    <a:pt x="48552" y="58077"/>
                  </a:lnTo>
                  <a:lnTo>
                    <a:pt x="49123" y="57861"/>
                  </a:lnTo>
                  <a:lnTo>
                    <a:pt x="49009" y="58559"/>
                  </a:lnTo>
                  <a:lnTo>
                    <a:pt x="49085" y="60096"/>
                  </a:lnTo>
                  <a:lnTo>
                    <a:pt x="49161" y="61620"/>
                  </a:lnTo>
                  <a:lnTo>
                    <a:pt x="49491" y="62852"/>
                  </a:lnTo>
                  <a:lnTo>
                    <a:pt x="50177" y="62801"/>
                  </a:lnTo>
                  <a:lnTo>
                    <a:pt x="50406" y="61544"/>
                  </a:lnTo>
                  <a:lnTo>
                    <a:pt x="50253" y="58483"/>
                  </a:lnTo>
                  <a:lnTo>
                    <a:pt x="50063" y="57797"/>
                  </a:lnTo>
                  <a:lnTo>
                    <a:pt x="50685" y="57937"/>
                  </a:lnTo>
                  <a:lnTo>
                    <a:pt x="51993" y="57861"/>
                  </a:lnTo>
                  <a:lnTo>
                    <a:pt x="53301" y="57772"/>
                  </a:lnTo>
                  <a:lnTo>
                    <a:pt x="54356" y="57391"/>
                  </a:lnTo>
                  <a:lnTo>
                    <a:pt x="54317" y="56578"/>
                  </a:lnTo>
                  <a:lnTo>
                    <a:pt x="53238" y="56324"/>
                  </a:lnTo>
                  <a:lnTo>
                    <a:pt x="50609" y="56489"/>
                  </a:lnTo>
                  <a:lnTo>
                    <a:pt x="49974" y="56718"/>
                  </a:lnTo>
                  <a:lnTo>
                    <a:pt x="50114" y="55994"/>
                  </a:lnTo>
                  <a:lnTo>
                    <a:pt x="50050" y="54470"/>
                  </a:lnTo>
                  <a:lnTo>
                    <a:pt x="49974" y="52946"/>
                  </a:lnTo>
                  <a:lnTo>
                    <a:pt x="49631" y="51714"/>
                  </a:lnTo>
                  <a:lnTo>
                    <a:pt x="49491" y="51727"/>
                  </a:lnTo>
                  <a:lnTo>
                    <a:pt x="62509" y="36550"/>
                  </a:lnTo>
                  <a:lnTo>
                    <a:pt x="62331" y="37528"/>
                  </a:lnTo>
                  <a:lnTo>
                    <a:pt x="62471" y="40589"/>
                  </a:lnTo>
                  <a:lnTo>
                    <a:pt x="62649" y="41275"/>
                  </a:lnTo>
                  <a:lnTo>
                    <a:pt x="62077" y="41122"/>
                  </a:lnTo>
                  <a:lnTo>
                    <a:pt x="60769" y="41211"/>
                  </a:lnTo>
                  <a:lnTo>
                    <a:pt x="59461" y="41300"/>
                  </a:lnTo>
                  <a:lnTo>
                    <a:pt x="58407" y="41681"/>
                  </a:lnTo>
                  <a:lnTo>
                    <a:pt x="58445" y="42494"/>
                  </a:lnTo>
                  <a:lnTo>
                    <a:pt x="59524" y="42748"/>
                  </a:lnTo>
                  <a:lnTo>
                    <a:pt x="62153" y="42583"/>
                  </a:lnTo>
                  <a:lnTo>
                    <a:pt x="62725" y="42367"/>
                  </a:lnTo>
                  <a:lnTo>
                    <a:pt x="62611" y="43078"/>
                  </a:lnTo>
                  <a:lnTo>
                    <a:pt x="62687" y="44602"/>
                  </a:lnTo>
                  <a:lnTo>
                    <a:pt x="62763" y="46126"/>
                  </a:lnTo>
                  <a:lnTo>
                    <a:pt x="63093" y="47358"/>
                  </a:lnTo>
                  <a:lnTo>
                    <a:pt x="63779" y="47307"/>
                  </a:lnTo>
                  <a:lnTo>
                    <a:pt x="64008" y="46062"/>
                  </a:lnTo>
                  <a:lnTo>
                    <a:pt x="63855" y="42989"/>
                  </a:lnTo>
                  <a:lnTo>
                    <a:pt x="63665" y="42316"/>
                  </a:lnTo>
                  <a:lnTo>
                    <a:pt x="64287" y="42456"/>
                  </a:lnTo>
                  <a:lnTo>
                    <a:pt x="65595" y="42367"/>
                  </a:lnTo>
                  <a:lnTo>
                    <a:pt x="66903" y="42278"/>
                  </a:lnTo>
                  <a:lnTo>
                    <a:pt x="67957" y="41897"/>
                  </a:lnTo>
                  <a:lnTo>
                    <a:pt x="67945" y="41757"/>
                  </a:lnTo>
                  <a:lnTo>
                    <a:pt x="76682" y="51955"/>
                  </a:lnTo>
                  <a:lnTo>
                    <a:pt x="76022" y="51981"/>
                  </a:lnTo>
                  <a:lnTo>
                    <a:pt x="75793" y="53238"/>
                  </a:lnTo>
                  <a:lnTo>
                    <a:pt x="75946" y="56299"/>
                  </a:lnTo>
                  <a:lnTo>
                    <a:pt x="76123" y="56984"/>
                  </a:lnTo>
                  <a:lnTo>
                    <a:pt x="75552" y="56845"/>
                  </a:lnTo>
                  <a:lnTo>
                    <a:pt x="74244" y="56921"/>
                  </a:lnTo>
                  <a:lnTo>
                    <a:pt x="72936" y="57010"/>
                  </a:lnTo>
                  <a:lnTo>
                    <a:pt x="71869" y="57391"/>
                  </a:lnTo>
                  <a:lnTo>
                    <a:pt x="71920" y="58204"/>
                  </a:lnTo>
                  <a:lnTo>
                    <a:pt x="72999" y="58470"/>
                  </a:lnTo>
                  <a:lnTo>
                    <a:pt x="75628" y="58293"/>
                  </a:lnTo>
                  <a:lnTo>
                    <a:pt x="76200" y="58089"/>
                  </a:lnTo>
                  <a:lnTo>
                    <a:pt x="76085" y="58788"/>
                  </a:lnTo>
                  <a:lnTo>
                    <a:pt x="76161" y="60312"/>
                  </a:lnTo>
                  <a:lnTo>
                    <a:pt x="76225" y="61849"/>
                  </a:lnTo>
                  <a:lnTo>
                    <a:pt x="76568" y="63068"/>
                  </a:lnTo>
                  <a:lnTo>
                    <a:pt x="76771" y="63068"/>
                  </a:lnTo>
                  <a:lnTo>
                    <a:pt x="76771" y="52209"/>
                  </a:lnTo>
                  <a:lnTo>
                    <a:pt x="76708" y="51981"/>
                  </a:lnTo>
                  <a:lnTo>
                    <a:pt x="80695" y="56642"/>
                  </a:lnTo>
                  <a:lnTo>
                    <a:pt x="80695" y="52247"/>
                  </a:lnTo>
                  <a:lnTo>
                    <a:pt x="67233" y="36550"/>
                  </a:lnTo>
                  <a:lnTo>
                    <a:pt x="67233" y="40932"/>
                  </a:lnTo>
                  <a:lnTo>
                    <a:pt x="66840" y="40830"/>
                  </a:lnTo>
                  <a:lnTo>
                    <a:pt x="64211" y="40995"/>
                  </a:lnTo>
                  <a:lnTo>
                    <a:pt x="63588" y="41224"/>
                  </a:lnTo>
                  <a:lnTo>
                    <a:pt x="63715" y="40513"/>
                  </a:lnTo>
                  <a:lnTo>
                    <a:pt x="63652" y="38976"/>
                  </a:lnTo>
                  <a:lnTo>
                    <a:pt x="63576" y="37452"/>
                  </a:lnTo>
                  <a:lnTo>
                    <a:pt x="63233" y="36245"/>
                  </a:lnTo>
                  <a:lnTo>
                    <a:pt x="67233" y="40932"/>
                  </a:lnTo>
                  <a:lnTo>
                    <a:pt x="67233" y="36550"/>
                  </a:lnTo>
                  <a:lnTo>
                    <a:pt x="66738" y="35966"/>
                  </a:lnTo>
                  <a:lnTo>
                    <a:pt x="63220" y="31864"/>
                  </a:lnTo>
                  <a:lnTo>
                    <a:pt x="63220" y="36233"/>
                  </a:lnTo>
                  <a:lnTo>
                    <a:pt x="62750" y="36258"/>
                  </a:lnTo>
                  <a:lnTo>
                    <a:pt x="63004" y="35966"/>
                  </a:lnTo>
                  <a:lnTo>
                    <a:pt x="63220" y="36233"/>
                  </a:lnTo>
                  <a:lnTo>
                    <a:pt x="63220" y="31864"/>
                  </a:lnTo>
                  <a:lnTo>
                    <a:pt x="63004" y="31610"/>
                  </a:lnTo>
                  <a:lnTo>
                    <a:pt x="49047" y="47891"/>
                  </a:lnTo>
                  <a:lnTo>
                    <a:pt x="49047" y="56769"/>
                  </a:lnTo>
                  <a:lnTo>
                    <a:pt x="48475" y="56616"/>
                  </a:lnTo>
                  <a:lnTo>
                    <a:pt x="47167" y="56705"/>
                  </a:lnTo>
                  <a:lnTo>
                    <a:pt x="45859" y="56781"/>
                  </a:lnTo>
                  <a:lnTo>
                    <a:pt x="44831" y="57175"/>
                  </a:lnTo>
                  <a:lnTo>
                    <a:pt x="44831" y="57962"/>
                  </a:lnTo>
                  <a:lnTo>
                    <a:pt x="44500" y="57556"/>
                  </a:lnTo>
                  <a:lnTo>
                    <a:pt x="44805" y="57200"/>
                  </a:lnTo>
                  <a:lnTo>
                    <a:pt x="44831" y="57962"/>
                  </a:lnTo>
                  <a:lnTo>
                    <a:pt x="44831" y="57175"/>
                  </a:lnTo>
                  <a:lnTo>
                    <a:pt x="48806" y="52527"/>
                  </a:lnTo>
                  <a:lnTo>
                    <a:pt x="48729" y="53009"/>
                  </a:lnTo>
                  <a:lnTo>
                    <a:pt x="48869" y="56083"/>
                  </a:lnTo>
                  <a:lnTo>
                    <a:pt x="49047" y="56769"/>
                  </a:lnTo>
                  <a:lnTo>
                    <a:pt x="49047" y="47891"/>
                  </a:lnTo>
                  <a:lnTo>
                    <a:pt x="42621" y="55372"/>
                  </a:lnTo>
                  <a:lnTo>
                    <a:pt x="40754" y="53200"/>
                  </a:lnTo>
                  <a:lnTo>
                    <a:pt x="40754" y="57556"/>
                  </a:lnTo>
                  <a:lnTo>
                    <a:pt x="36614" y="62382"/>
                  </a:lnTo>
                  <a:lnTo>
                    <a:pt x="36728" y="61772"/>
                  </a:lnTo>
                  <a:lnTo>
                    <a:pt x="36576" y="58699"/>
                  </a:lnTo>
                  <a:lnTo>
                    <a:pt x="36385" y="58026"/>
                  </a:lnTo>
                  <a:lnTo>
                    <a:pt x="37007" y="58166"/>
                  </a:lnTo>
                  <a:lnTo>
                    <a:pt x="38315" y="58077"/>
                  </a:lnTo>
                  <a:lnTo>
                    <a:pt x="39624" y="58000"/>
                  </a:lnTo>
                  <a:lnTo>
                    <a:pt x="40678" y="57607"/>
                  </a:lnTo>
                  <a:lnTo>
                    <a:pt x="40665" y="57467"/>
                  </a:lnTo>
                  <a:lnTo>
                    <a:pt x="40754" y="53200"/>
                  </a:lnTo>
                  <a:lnTo>
                    <a:pt x="39954" y="52260"/>
                  </a:lnTo>
                  <a:lnTo>
                    <a:pt x="39954" y="56642"/>
                  </a:lnTo>
                  <a:lnTo>
                    <a:pt x="39560" y="56540"/>
                  </a:lnTo>
                  <a:lnTo>
                    <a:pt x="36931" y="56705"/>
                  </a:lnTo>
                  <a:lnTo>
                    <a:pt x="36296" y="56946"/>
                  </a:lnTo>
                  <a:lnTo>
                    <a:pt x="36436" y="56222"/>
                  </a:lnTo>
                  <a:lnTo>
                    <a:pt x="36372" y="54686"/>
                  </a:lnTo>
                  <a:lnTo>
                    <a:pt x="36296" y="53162"/>
                  </a:lnTo>
                  <a:lnTo>
                    <a:pt x="36029" y="52222"/>
                  </a:lnTo>
                  <a:lnTo>
                    <a:pt x="36029" y="63068"/>
                  </a:lnTo>
                  <a:lnTo>
                    <a:pt x="22250" y="79133"/>
                  </a:lnTo>
                  <a:lnTo>
                    <a:pt x="17449" y="73558"/>
                  </a:lnTo>
                  <a:lnTo>
                    <a:pt x="18516" y="73812"/>
                  </a:lnTo>
                  <a:lnTo>
                    <a:pt x="21145" y="73647"/>
                  </a:lnTo>
                  <a:lnTo>
                    <a:pt x="21729" y="73431"/>
                  </a:lnTo>
                  <a:lnTo>
                    <a:pt x="21602" y="74129"/>
                  </a:lnTo>
                  <a:lnTo>
                    <a:pt x="21678" y="75666"/>
                  </a:lnTo>
                  <a:lnTo>
                    <a:pt x="21755" y="77190"/>
                  </a:lnTo>
                  <a:lnTo>
                    <a:pt x="22085" y="78409"/>
                  </a:lnTo>
                  <a:lnTo>
                    <a:pt x="22783" y="78371"/>
                  </a:lnTo>
                  <a:lnTo>
                    <a:pt x="22999" y="77114"/>
                  </a:lnTo>
                  <a:lnTo>
                    <a:pt x="22860" y="74053"/>
                  </a:lnTo>
                  <a:lnTo>
                    <a:pt x="22656" y="73367"/>
                  </a:lnTo>
                  <a:lnTo>
                    <a:pt x="23279" y="73507"/>
                  </a:lnTo>
                  <a:lnTo>
                    <a:pt x="24587" y="73431"/>
                  </a:lnTo>
                  <a:lnTo>
                    <a:pt x="25895" y="73342"/>
                  </a:lnTo>
                  <a:lnTo>
                    <a:pt x="26949" y="72961"/>
                  </a:lnTo>
                  <a:lnTo>
                    <a:pt x="26911" y="72148"/>
                  </a:lnTo>
                  <a:lnTo>
                    <a:pt x="25831" y="71894"/>
                  </a:lnTo>
                  <a:lnTo>
                    <a:pt x="23202" y="72059"/>
                  </a:lnTo>
                  <a:lnTo>
                    <a:pt x="22580" y="72288"/>
                  </a:lnTo>
                  <a:lnTo>
                    <a:pt x="22720" y="71564"/>
                  </a:lnTo>
                  <a:lnTo>
                    <a:pt x="22644" y="70040"/>
                  </a:lnTo>
                  <a:lnTo>
                    <a:pt x="22567" y="68516"/>
                  </a:lnTo>
                  <a:lnTo>
                    <a:pt x="22237" y="67284"/>
                  </a:lnTo>
                  <a:lnTo>
                    <a:pt x="21539" y="67322"/>
                  </a:lnTo>
                  <a:lnTo>
                    <a:pt x="21323" y="68580"/>
                  </a:lnTo>
                  <a:lnTo>
                    <a:pt x="21475" y="71653"/>
                  </a:lnTo>
                  <a:lnTo>
                    <a:pt x="21653" y="72339"/>
                  </a:lnTo>
                  <a:lnTo>
                    <a:pt x="21069" y="72186"/>
                  </a:lnTo>
                  <a:lnTo>
                    <a:pt x="19761" y="72275"/>
                  </a:lnTo>
                  <a:lnTo>
                    <a:pt x="18453" y="72351"/>
                  </a:lnTo>
                  <a:lnTo>
                    <a:pt x="17399" y="72745"/>
                  </a:lnTo>
                  <a:lnTo>
                    <a:pt x="17424" y="73533"/>
                  </a:lnTo>
                  <a:lnTo>
                    <a:pt x="4102" y="57988"/>
                  </a:lnTo>
                  <a:lnTo>
                    <a:pt x="5168" y="58242"/>
                  </a:lnTo>
                  <a:lnTo>
                    <a:pt x="7797" y="58077"/>
                  </a:lnTo>
                  <a:lnTo>
                    <a:pt x="8382" y="57861"/>
                  </a:lnTo>
                  <a:lnTo>
                    <a:pt x="8255" y="58559"/>
                  </a:lnTo>
                  <a:lnTo>
                    <a:pt x="8331" y="60096"/>
                  </a:lnTo>
                  <a:lnTo>
                    <a:pt x="8407" y="61620"/>
                  </a:lnTo>
                  <a:lnTo>
                    <a:pt x="8737" y="62852"/>
                  </a:lnTo>
                  <a:lnTo>
                    <a:pt x="9436" y="62801"/>
                  </a:lnTo>
                  <a:lnTo>
                    <a:pt x="9652" y="61544"/>
                  </a:lnTo>
                  <a:lnTo>
                    <a:pt x="9512" y="58483"/>
                  </a:lnTo>
                  <a:lnTo>
                    <a:pt x="9309" y="57797"/>
                  </a:lnTo>
                  <a:lnTo>
                    <a:pt x="9931" y="57937"/>
                  </a:lnTo>
                  <a:lnTo>
                    <a:pt x="11239" y="57861"/>
                  </a:lnTo>
                  <a:lnTo>
                    <a:pt x="12547" y="57772"/>
                  </a:lnTo>
                  <a:lnTo>
                    <a:pt x="13601" y="57391"/>
                  </a:lnTo>
                  <a:lnTo>
                    <a:pt x="13589" y="56984"/>
                  </a:lnTo>
                  <a:lnTo>
                    <a:pt x="13563" y="56578"/>
                  </a:lnTo>
                  <a:lnTo>
                    <a:pt x="12484" y="56324"/>
                  </a:lnTo>
                  <a:lnTo>
                    <a:pt x="9855" y="56489"/>
                  </a:lnTo>
                  <a:lnTo>
                    <a:pt x="9232" y="56718"/>
                  </a:lnTo>
                  <a:lnTo>
                    <a:pt x="9372" y="55994"/>
                  </a:lnTo>
                  <a:lnTo>
                    <a:pt x="9296" y="54470"/>
                  </a:lnTo>
                  <a:lnTo>
                    <a:pt x="9220" y="52946"/>
                  </a:lnTo>
                  <a:lnTo>
                    <a:pt x="8890" y="51714"/>
                  </a:lnTo>
                  <a:lnTo>
                    <a:pt x="8737" y="51727"/>
                  </a:lnTo>
                  <a:lnTo>
                    <a:pt x="21755" y="36550"/>
                  </a:lnTo>
                  <a:lnTo>
                    <a:pt x="21577" y="37528"/>
                  </a:lnTo>
                  <a:lnTo>
                    <a:pt x="21729" y="40589"/>
                  </a:lnTo>
                  <a:lnTo>
                    <a:pt x="21907" y="41275"/>
                  </a:lnTo>
                  <a:lnTo>
                    <a:pt x="21323" y="41122"/>
                  </a:lnTo>
                  <a:lnTo>
                    <a:pt x="20015" y="41211"/>
                  </a:lnTo>
                  <a:lnTo>
                    <a:pt x="18707" y="41300"/>
                  </a:lnTo>
                  <a:lnTo>
                    <a:pt x="17653" y="41681"/>
                  </a:lnTo>
                  <a:lnTo>
                    <a:pt x="17691" y="42494"/>
                  </a:lnTo>
                  <a:lnTo>
                    <a:pt x="18770" y="42748"/>
                  </a:lnTo>
                  <a:lnTo>
                    <a:pt x="21399" y="42583"/>
                  </a:lnTo>
                  <a:lnTo>
                    <a:pt x="21983" y="42367"/>
                  </a:lnTo>
                  <a:lnTo>
                    <a:pt x="21856" y="43078"/>
                  </a:lnTo>
                  <a:lnTo>
                    <a:pt x="21932" y="44602"/>
                  </a:lnTo>
                  <a:lnTo>
                    <a:pt x="22009" y="46126"/>
                  </a:lnTo>
                  <a:lnTo>
                    <a:pt x="22339" y="47358"/>
                  </a:lnTo>
                  <a:lnTo>
                    <a:pt x="23037" y="47307"/>
                  </a:lnTo>
                  <a:lnTo>
                    <a:pt x="23253" y="46062"/>
                  </a:lnTo>
                  <a:lnTo>
                    <a:pt x="23114" y="42989"/>
                  </a:lnTo>
                  <a:lnTo>
                    <a:pt x="22923" y="42316"/>
                  </a:lnTo>
                  <a:lnTo>
                    <a:pt x="23533" y="42456"/>
                  </a:lnTo>
                  <a:lnTo>
                    <a:pt x="24841" y="42367"/>
                  </a:lnTo>
                  <a:lnTo>
                    <a:pt x="26149" y="42278"/>
                  </a:lnTo>
                  <a:lnTo>
                    <a:pt x="27203" y="41897"/>
                  </a:lnTo>
                  <a:lnTo>
                    <a:pt x="27190" y="41770"/>
                  </a:lnTo>
                  <a:lnTo>
                    <a:pt x="35941" y="51955"/>
                  </a:lnTo>
                  <a:lnTo>
                    <a:pt x="35267" y="51981"/>
                  </a:lnTo>
                  <a:lnTo>
                    <a:pt x="35052" y="53238"/>
                  </a:lnTo>
                  <a:lnTo>
                    <a:pt x="35191" y="56299"/>
                  </a:lnTo>
                  <a:lnTo>
                    <a:pt x="35369" y="56984"/>
                  </a:lnTo>
                  <a:lnTo>
                    <a:pt x="34798" y="56845"/>
                  </a:lnTo>
                  <a:lnTo>
                    <a:pt x="33489" y="56921"/>
                  </a:lnTo>
                  <a:lnTo>
                    <a:pt x="32181" y="57010"/>
                  </a:lnTo>
                  <a:lnTo>
                    <a:pt x="31127" y="57391"/>
                  </a:lnTo>
                  <a:lnTo>
                    <a:pt x="31165" y="58204"/>
                  </a:lnTo>
                  <a:lnTo>
                    <a:pt x="32245" y="58470"/>
                  </a:lnTo>
                  <a:lnTo>
                    <a:pt x="34874" y="58293"/>
                  </a:lnTo>
                  <a:lnTo>
                    <a:pt x="35445" y="58089"/>
                  </a:lnTo>
                  <a:lnTo>
                    <a:pt x="35331" y="58788"/>
                  </a:lnTo>
                  <a:lnTo>
                    <a:pt x="35407" y="60312"/>
                  </a:lnTo>
                  <a:lnTo>
                    <a:pt x="35483" y="61849"/>
                  </a:lnTo>
                  <a:lnTo>
                    <a:pt x="35814" y="63068"/>
                  </a:lnTo>
                  <a:lnTo>
                    <a:pt x="36029" y="63068"/>
                  </a:lnTo>
                  <a:lnTo>
                    <a:pt x="36029" y="52222"/>
                  </a:lnTo>
                  <a:lnTo>
                    <a:pt x="35966" y="51993"/>
                  </a:lnTo>
                  <a:lnTo>
                    <a:pt x="39954" y="56642"/>
                  </a:lnTo>
                  <a:lnTo>
                    <a:pt x="39954" y="52260"/>
                  </a:lnTo>
                  <a:lnTo>
                    <a:pt x="26479" y="36537"/>
                  </a:lnTo>
                  <a:lnTo>
                    <a:pt x="26479" y="40932"/>
                  </a:lnTo>
                  <a:lnTo>
                    <a:pt x="26085" y="40830"/>
                  </a:lnTo>
                  <a:lnTo>
                    <a:pt x="23456" y="40995"/>
                  </a:lnTo>
                  <a:lnTo>
                    <a:pt x="22834" y="41224"/>
                  </a:lnTo>
                  <a:lnTo>
                    <a:pt x="22974" y="40513"/>
                  </a:lnTo>
                  <a:lnTo>
                    <a:pt x="22898" y="38976"/>
                  </a:lnTo>
                  <a:lnTo>
                    <a:pt x="22821" y="37452"/>
                  </a:lnTo>
                  <a:lnTo>
                    <a:pt x="22491" y="36271"/>
                  </a:lnTo>
                  <a:lnTo>
                    <a:pt x="26479" y="40932"/>
                  </a:lnTo>
                  <a:lnTo>
                    <a:pt x="26479" y="36537"/>
                  </a:lnTo>
                  <a:lnTo>
                    <a:pt x="25996" y="35966"/>
                  </a:lnTo>
                  <a:lnTo>
                    <a:pt x="22466" y="31864"/>
                  </a:lnTo>
                  <a:lnTo>
                    <a:pt x="22466" y="36233"/>
                  </a:lnTo>
                  <a:lnTo>
                    <a:pt x="21996" y="36258"/>
                  </a:lnTo>
                  <a:lnTo>
                    <a:pt x="22250" y="35966"/>
                  </a:lnTo>
                  <a:lnTo>
                    <a:pt x="22466" y="36233"/>
                  </a:lnTo>
                  <a:lnTo>
                    <a:pt x="22466" y="31864"/>
                  </a:lnTo>
                  <a:lnTo>
                    <a:pt x="22250" y="31610"/>
                  </a:lnTo>
                  <a:lnTo>
                    <a:pt x="8305" y="47879"/>
                  </a:lnTo>
                  <a:lnTo>
                    <a:pt x="8305" y="56769"/>
                  </a:lnTo>
                  <a:lnTo>
                    <a:pt x="7734" y="56616"/>
                  </a:lnTo>
                  <a:lnTo>
                    <a:pt x="6413" y="56705"/>
                  </a:lnTo>
                  <a:lnTo>
                    <a:pt x="5105" y="56781"/>
                  </a:lnTo>
                  <a:lnTo>
                    <a:pt x="4076" y="57175"/>
                  </a:lnTo>
                  <a:lnTo>
                    <a:pt x="4076" y="57962"/>
                  </a:lnTo>
                  <a:lnTo>
                    <a:pt x="3746" y="57556"/>
                  </a:lnTo>
                  <a:lnTo>
                    <a:pt x="4051" y="57200"/>
                  </a:lnTo>
                  <a:lnTo>
                    <a:pt x="4076" y="57962"/>
                  </a:lnTo>
                  <a:lnTo>
                    <a:pt x="4076" y="57175"/>
                  </a:lnTo>
                  <a:lnTo>
                    <a:pt x="8051" y="52527"/>
                  </a:lnTo>
                  <a:lnTo>
                    <a:pt x="7975" y="53009"/>
                  </a:lnTo>
                  <a:lnTo>
                    <a:pt x="8128" y="56083"/>
                  </a:lnTo>
                  <a:lnTo>
                    <a:pt x="8305" y="56769"/>
                  </a:lnTo>
                  <a:lnTo>
                    <a:pt x="8305" y="47879"/>
                  </a:lnTo>
                  <a:lnTo>
                    <a:pt x="0" y="57556"/>
                  </a:lnTo>
                  <a:lnTo>
                    <a:pt x="22250" y="83502"/>
                  </a:lnTo>
                  <a:lnTo>
                    <a:pt x="25996" y="79133"/>
                  </a:lnTo>
                  <a:lnTo>
                    <a:pt x="42621" y="59740"/>
                  </a:lnTo>
                  <a:lnTo>
                    <a:pt x="63004" y="83502"/>
                  </a:lnTo>
                  <a:lnTo>
                    <a:pt x="66738" y="79133"/>
                  </a:lnTo>
                  <a:lnTo>
                    <a:pt x="82613" y="60629"/>
                  </a:lnTo>
                  <a:lnTo>
                    <a:pt x="82613" y="54483"/>
                  </a:lnTo>
                  <a:close/>
                </a:path>
                <a:path w="83184" h="143509">
                  <a:moveTo>
                    <a:pt x="82626" y="1879"/>
                  </a:moveTo>
                  <a:lnTo>
                    <a:pt x="63538" y="24142"/>
                  </a:lnTo>
                  <a:lnTo>
                    <a:pt x="61353" y="21602"/>
                  </a:lnTo>
                  <a:lnTo>
                    <a:pt x="61353" y="25946"/>
                  </a:lnTo>
                  <a:lnTo>
                    <a:pt x="57213" y="30772"/>
                  </a:lnTo>
                  <a:lnTo>
                    <a:pt x="57327" y="30162"/>
                  </a:lnTo>
                  <a:lnTo>
                    <a:pt x="57188" y="27089"/>
                  </a:lnTo>
                  <a:lnTo>
                    <a:pt x="56984" y="26416"/>
                  </a:lnTo>
                  <a:lnTo>
                    <a:pt x="57607" y="26555"/>
                  </a:lnTo>
                  <a:lnTo>
                    <a:pt x="58915" y="26479"/>
                  </a:lnTo>
                  <a:lnTo>
                    <a:pt x="60223" y="26390"/>
                  </a:lnTo>
                  <a:lnTo>
                    <a:pt x="61277" y="25996"/>
                  </a:lnTo>
                  <a:lnTo>
                    <a:pt x="61264" y="25857"/>
                  </a:lnTo>
                  <a:lnTo>
                    <a:pt x="61353" y="21602"/>
                  </a:lnTo>
                  <a:lnTo>
                    <a:pt x="60553" y="20662"/>
                  </a:lnTo>
                  <a:lnTo>
                    <a:pt x="60553" y="25031"/>
                  </a:lnTo>
                  <a:lnTo>
                    <a:pt x="60159" y="24930"/>
                  </a:lnTo>
                  <a:lnTo>
                    <a:pt x="57531" y="25095"/>
                  </a:lnTo>
                  <a:lnTo>
                    <a:pt x="56908" y="25336"/>
                  </a:lnTo>
                  <a:lnTo>
                    <a:pt x="57048" y="24612"/>
                  </a:lnTo>
                  <a:lnTo>
                    <a:pt x="56972" y="23088"/>
                  </a:lnTo>
                  <a:lnTo>
                    <a:pt x="56896" y="21551"/>
                  </a:lnTo>
                  <a:lnTo>
                    <a:pt x="56629" y="20612"/>
                  </a:lnTo>
                  <a:lnTo>
                    <a:pt x="56629" y="31457"/>
                  </a:lnTo>
                  <a:lnTo>
                    <a:pt x="42849" y="47523"/>
                  </a:lnTo>
                  <a:lnTo>
                    <a:pt x="38049" y="41948"/>
                  </a:lnTo>
                  <a:lnTo>
                    <a:pt x="39128" y="42202"/>
                  </a:lnTo>
                  <a:lnTo>
                    <a:pt x="41744" y="42037"/>
                  </a:lnTo>
                  <a:lnTo>
                    <a:pt x="42329" y="41821"/>
                  </a:lnTo>
                  <a:lnTo>
                    <a:pt x="42214" y="42519"/>
                  </a:lnTo>
                  <a:lnTo>
                    <a:pt x="42291" y="44056"/>
                  </a:lnTo>
                  <a:lnTo>
                    <a:pt x="42354" y="45580"/>
                  </a:lnTo>
                  <a:lnTo>
                    <a:pt x="42697" y="46812"/>
                  </a:lnTo>
                  <a:lnTo>
                    <a:pt x="43383" y="46761"/>
                  </a:lnTo>
                  <a:lnTo>
                    <a:pt x="43599" y="45504"/>
                  </a:lnTo>
                  <a:lnTo>
                    <a:pt x="43459" y="42443"/>
                  </a:lnTo>
                  <a:lnTo>
                    <a:pt x="43268" y="41770"/>
                  </a:lnTo>
                  <a:lnTo>
                    <a:pt x="43878" y="41910"/>
                  </a:lnTo>
                  <a:lnTo>
                    <a:pt x="45186" y="41821"/>
                  </a:lnTo>
                  <a:lnTo>
                    <a:pt x="46494" y="41732"/>
                  </a:lnTo>
                  <a:lnTo>
                    <a:pt x="47561" y="41351"/>
                  </a:lnTo>
                  <a:lnTo>
                    <a:pt x="47510" y="40538"/>
                  </a:lnTo>
                  <a:lnTo>
                    <a:pt x="46431" y="40284"/>
                  </a:lnTo>
                  <a:lnTo>
                    <a:pt x="43815" y="40449"/>
                  </a:lnTo>
                  <a:lnTo>
                    <a:pt x="43180" y="40678"/>
                  </a:lnTo>
                  <a:lnTo>
                    <a:pt x="43319" y="39954"/>
                  </a:lnTo>
                  <a:lnTo>
                    <a:pt x="43243" y="38430"/>
                  </a:lnTo>
                  <a:lnTo>
                    <a:pt x="43180" y="36906"/>
                  </a:lnTo>
                  <a:lnTo>
                    <a:pt x="42837" y="35674"/>
                  </a:lnTo>
                  <a:lnTo>
                    <a:pt x="42151" y="35725"/>
                  </a:lnTo>
                  <a:lnTo>
                    <a:pt x="41922" y="36969"/>
                  </a:lnTo>
                  <a:lnTo>
                    <a:pt x="42075" y="40043"/>
                  </a:lnTo>
                  <a:lnTo>
                    <a:pt x="42252" y="40728"/>
                  </a:lnTo>
                  <a:lnTo>
                    <a:pt x="41681" y="40576"/>
                  </a:lnTo>
                  <a:lnTo>
                    <a:pt x="40373" y="40665"/>
                  </a:lnTo>
                  <a:lnTo>
                    <a:pt x="39065" y="40741"/>
                  </a:lnTo>
                  <a:lnTo>
                    <a:pt x="37998" y="41135"/>
                  </a:lnTo>
                  <a:lnTo>
                    <a:pt x="38036" y="41935"/>
                  </a:lnTo>
                  <a:lnTo>
                    <a:pt x="24714" y="26390"/>
                  </a:lnTo>
                  <a:lnTo>
                    <a:pt x="25781" y="26631"/>
                  </a:lnTo>
                  <a:lnTo>
                    <a:pt x="28409" y="26466"/>
                  </a:lnTo>
                  <a:lnTo>
                    <a:pt x="28981" y="26263"/>
                  </a:lnTo>
                  <a:lnTo>
                    <a:pt x="28867" y="26962"/>
                  </a:lnTo>
                  <a:lnTo>
                    <a:pt x="28943" y="28486"/>
                  </a:lnTo>
                  <a:lnTo>
                    <a:pt x="29006" y="30010"/>
                  </a:lnTo>
                  <a:lnTo>
                    <a:pt x="29349" y="31242"/>
                  </a:lnTo>
                  <a:lnTo>
                    <a:pt x="30035" y="31203"/>
                  </a:lnTo>
                  <a:lnTo>
                    <a:pt x="30264" y="29946"/>
                  </a:lnTo>
                  <a:lnTo>
                    <a:pt x="30111" y="26873"/>
                  </a:lnTo>
                  <a:lnTo>
                    <a:pt x="29921" y="26200"/>
                  </a:lnTo>
                  <a:lnTo>
                    <a:pt x="30530" y="26339"/>
                  </a:lnTo>
                  <a:lnTo>
                    <a:pt x="31851" y="26250"/>
                  </a:lnTo>
                  <a:lnTo>
                    <a:pt x="33159" y="26162"/>
                  </a:lnTo>
                  <a:lnTo>
                    <a:pt x="34213" y="25781"/>
                  </a:lnTo>
                  <a:lnTo>
                    <a:pt x="34175" y="24968"/>
                  </a:lnTo>
                  <a:lnTo>
                    <a:pt x="33096" y="24714"/>
                  </a:lnTo>
                  <a:lnTo>
                    <a:pt x="30467" y="24879"/>
                  </a:lnTo>
                  <a:lnTo>
                    <a:pt x="29845" y="25120"/>
                  </a:lnTo>
                  <a:lnTo>
                    <a:pt x="29972" y="24396"/>
                  </a:lnTo>
                  <a:lnTo>
                    <a:pt x="29895" y="22860"/>
                  </a:lnTo>
                  <a:lnTo>
                    <a:pt x="29832" y="21336"/>
                  </a:lnTo>
                  <a:lnTo>
                    <a:pt x="29489" y="20104"/>
                  </a:lnTo>
                  <a:lnTo>
                    <a:pt x="29337" y="20116"/>
                  </a:lnTo>
                  <a:lnTo>
                    <a:pt x="42341" y="4953"/>
                  </a:lnTo>
                  <a:lnTo>
                    <a:pt x="42176" y="5918"/>
                  </a:lnTo>
                  <a:lnTo>
                    <a:pt x="42329" y="8978"/>
                  </a:lnTo>
                  <a:lnTo>
                    <a:pt x="42506" y="9664"/>
                  </a:lnTo>
                  <a:lnTo>
                    <a:pt x="41935" y="9525"/>
                  </a:lnTo>
                  <a:lnTo>
                    <a:pt x="40627" y="9601"/>
                  </a:lnTo>
                  <a:lnTo>
                    <a:pt x="39319" y="9690"/>
                  </a:lnTo>
                  <a:lnTo>
                    <a:pt x="38265" y="10071"/>
                  </a:lnTo>
                  <a:lnTo>
                    <a:pt x="38303" y="10883"/>
                  </a:lnTo>
                  <a:lnTo>
                    <a:pt x="39382" y="11137"/>
                  </a:lnTo>
                  <a:lnTo>
                    <a:pt x="42011" y="10972"/>
                  </a:lnTo>
                  <a:lnTo>
                    <a:pt x="42595" y="10769"/>
                  </a:lnTo>
                  <a:lnTo>
                    <a:pt x="42468" y="11468"/>
                  </a:lnTo>
                  <a:lnTo>
                    <a:pt x="42545" y="12992"/>
                  </a:lnTo>
                  <a:lnTo>
                    <a:pt x="42608" y="14516"/>
                  </a:lnTo>
                  <a:lnTo>
                    <a:pt x="42951" y="15748"/>
                  </a:lnTo>
                  <a:lnTo>
                    <a:pt x="43637" y="15709"/>
                  </a:lnTo>
                  <a:lnTo>
                    <a:pt x="43853" y="14452"/>
                  </a:lnTo>
                  <a:lnTo>
                    <a:pt x="43713" y="11379"/>
                  </a:lnTo>
                  <a:lnTo>
                    <a:pt x="43522" y="10706"/>
                  </a:lnTo>
                  <a:lnTo>
                    <a:pt x="44132" y="10845"/>
                  </a:lnTo>
                  <a:lnTo>
                    <a:pt x="45440" y="10756"/>
                  </a:lnTo>
                  <a:lnTo>
                    <a:pt x="46748" y="10680"/>
                  </a:lnTo>
                  <a:lnTo>
                    <a:pt x="47815" y="10287"/>
                  </a:lnTo>
                  <a:lnTo>
                    <a:pt x="56540" y="20345"/>
                  </a:lnTo>
                  <a:lnTo>
                    <a:pt x="55867" y="20370"/>
                  </a:lnTo>
                  <a:lnTo>
                    <a:pt x="55651" y="21628"/>
                  </a:lnTo>
                  <a:lnTo>
                    <a:pt x="55803" y="24701"/>
                  </a:lnTo>
                  <a:lnTo>
                    <a:pt x="55981" y="25374"/>
                  </a:lnTo>
                  <a:lnTo>
                    <a:pt x="55410" y="25234"/>
                  </a:lnTo>
                  <a:lnTo>
                    <a:pt x="54102" y="25311"/>
                  </a:lnTo>
                  <a:lnTo>
                    <a:pt x="52781" y="25400"/>
                  </a:lnTo>
                  <a:lnTo>
                    <a:pt x="51727" y="25793"/>
                  </a:lnTo>
                  <a:lnTo>
                    <a:pt x="51777" y="26593"/>
                  </a:lnTo>
                  <a:lnTo>
                    <a:pt x="52844" y="26860"/>
                  </a:lnTo>
                  <a:lnTo>
                    <a:pt x="55473" y="26682"/>
                  </a:lnTo>
                  <a:lnTo>
                    <a:pt x="56057" y="26479"/>
                  </a:lnTo>
                  <a:lnTo>
                    <a:pt x="55943" y="27178"/>
                  </a:lnTo>
                  <a:lnTo>
                    <a:pt x="56007" y="28702"/>
                  </a:lnTo>
                  <a:lnTo>
                    <a:pt x="56083" y="30238"/>
                  </a:lnTo>
                  <a:lnTo>
                    <a:pt x="56426" y="31457"/>
                  </a:lnTo>
                  <a:lnTo>
                    <a:pt x="56629" y="31457"/>
                  </a:lnTo>
                  <a:lnTo>
                    <a:pt x="56629" y="20612"/>
                  </a:lnTo>
                  <a:lnTo>
                    <a:pt x="56565" y="20383"/>
                  </a:lnTo>
                  <a:lnTo>
                    <a:pt x="60553" y="25031"/>
                  </a:lnTo>
                  <a:lnTo>
                    <a:pt x="60553" y="20662"/>
                  </a:lnTo>
                  <a:lnTo>
                    <a:pt x="47066" y="4927"/>
                  </a:lnTo>
                  <a:lnTo>
                    <a:pt x="47066" y="9321"/>
                  </a:lnTo>
                  <a:lnTo>
                    <a:pt x="46685" y="9220"/>
                  </a:lnTo>
                  <a:lnTo>
                    <a:pt x="44069" y="9385"/>
                  </a:lnTo>
                  <a:lnTo>
                    <a:pt x="43434" y="9626"/>
                  </a:lnTo>
                  <a:lnTo>
                    <a:pt x="43573" y="8902"/>
                  </a:lnTo>
                  <a:lnTo>
                    <a:pt x="43497" y="7366"/>
                  </a:lnTo>
                  <a:lnTo>
                    <a:pt x="43434" y="5842"/>
                  </a:lnTo>
                  <a:lnTo>
                    <a:pt x="43091" y="4673"/>
                  </a:lnTo>
                  <a:lnTo>
                    <a:pt x="47066" y="9321"/>
                  </a:lnTo>
                  <a:lnTo>
                    <a:pt x="47066" y="4927"/>
                  </a:lnTo>
                  <a:lnTo>
                    <a:pt x="46596" y="4368"/>
                  </a:lnTo>
                  <a:lnTo>
                    <a:pt x="43065" y="254"/>
                  </a:lnTo>
                  <a:lnTo>
                    <a:pt x="43065" y="4635"/>
                  </a:lnTo>
                  <a:lnTo>
                    <a:pt x="42608" y="4660"/>
                  </a:lnTo>
                  <a:lnTo>
                    <a:pt x="42849" y="4368"/>
                  </a:lnTo>
                  <a:lnTo>
                    <a:pt x="43065" y="4635"/>
                  </a:lnTo>
                  <a:lnTo>
                    <a:pt x="43065" y="254"/>
                  </a:lnTo>
                  <a:lnTo>
                    <a:pt x="42849" y="0"/>
                  </a:lnTo>
                  <a:lnTo>
                    <a:pt x="28905" y="16268"/>
                  </a:lnTo>
                  <a:lnTo>
                    <a:pt x="28905" y="25158"/>
                  </a:lnTo>
                  <a:lnTo>
                    <a:pt x="28333" y="25006"/>
                  </a:lnTo>
                  <a:lnTo>
                    <a:pt x="27025" y="25095"/>
                  </a:lnTo>
                  <a:lnTo>
                    <a:pt x="25717" y="25184"/>
                  </a:lnTo>
                  <a:lnTo>
                    <a:pt x="24688" y="25565"/>
                  </a:lnTo>
                  <a:lnTo>
                    <a:pt x="24688" y="26365"/>
                  </a:lnTo>
                  <a:lnTo>
                    <a:pt x="24345" y="25946"/>
                  </a:lnTo>
                  <a:lnTo>
                    <a:pt x="24663" y="25577"/>
                  </a:lnTo>
                  <a:lnTo>
                    <a:pt x="24688" y="26365"/>
                  </a:lnTo>
                  <a:lnTo>
                    <a:pt x="24688" y="25565"/>
                  </a:lnTo>
                  <a:lnTo>
                    <a:pt x="28663" y="20904"/>
                  </a:lnTo>
                  <a:lnTo>
                    <a:pt x="28587" y="21412"/>
                  </a:lnTo>
                  <a:lnTo>
                    <a:pt x="28727" y="24472"/>
                  </a:lnTo>
                  <a:lnTo>
                    <a:pt x="28905" y="25158"/>
                  </a:lnTo>
                  <a:lnTo>
                    <a:pt x="28905" y="16268"/>
                  </a:lnTo>
                  <a:lnTo>
                    <a:pt x="20599" y="25946"/>
                  </a:lnTo>
                  <a:lnTo>
                    <a:pt x="42849" y="51892"/>
                  </a:lnTo>
                  <a:lnTo>
                    <a:pt x="46596" y="47523"/>
                  </a:lnTo>
                  <a:lnTo>
                    <a:pt x="63538" y="27762"/>
                  </a:lnTo>
                  <a:lnTo>
                    <a:pt x="82613" y="49999"/>
                  </a:lnTo>
                  <a:lnTo>
                    <a:pt x="82613" y="45631"/>
                  </a:lnTo>
                  <a:lnTo>
                    <a:pt x="65735" y="25946"/>
                  </a:lnTo>
                  <a:lnTo>
                    <a:pt x="70053" y="20904"/>
                  </a:lnTo>
                  <a:lnTo>
                    <a:pt x="69964" y="21412"/>
                  </a:lnTo>
                  <a:lnTo>
                    <a:pt x="70116" y="24472"/>
                  </a:lnTo>
                  <a:lnTo>
                    <a:pt x="70446" y="25704"/>
                  </a:lnTo>
                  <a:lnTo>
                    <a:pt x="71145" y="25654"/>
                  </a:lnTo>
                  <a:lnTo>
                    <a:pt x="71361" y="24396"/>
                  </a:lnTo>
                  <a:lnTo>
                    <a:pt x="71285" y="22860"/>
                  </a:lnTo>
                  <a:lnTo>
                    <a:pt x="71208" y="21336"/>
                  </a:lnTo>
                  <a:lnTo>
                    <a:pt x="70878" y="20104"/>
                  </a:lnTo>
                  <a:lnTo>
                    <a:pt x="70726" y="20116"/>
                  </a:lnTo>
                  <a:lnTo>
                    <a:pt x="82626" y="6248"/>
                  </a:lnTo>
                  <a:lnTo>
                    <a:pt x="82626" y="1879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11757686" y="6808235"/>
              <a:ext cx="83185" cy="267335"/>
            </a:xfrm>
            <a:custGeom>
              <a:avLst/>
              <a:gdLst/>
              <a:ahLst/>
              <a:cxnLst/>
              <a:rect l="l" t="t" r="r" b="b"/>
              <a:pathLst>
                <a:path w="83184" h="267334">
                  <a:moveTo>
                    <a:pt x="65100" y="144754"/>
                  </a:moveTo>
                  <a:lnTo>
                    <a:pt x="61353" y="140398"/>
                  </a:lnTo>
                  <a:lnTo>
                    <a:pt x="61353" y="144754"/>
                  </a:lnTo>
                  <a:lnTo>
                    <a:pt x="42849" y="166331"/>
                  </a:lnTo>
                  <a:lnTo>
                    <a:pt x="38061" y="160769"/>
                  </a:lnTo>
                  <a:lnTo>
                    <a:pt x="39128" y="161010"/>
                  </a:lnTo>
                  <a:lnTo>
                    <a:pt x="41744" y="160845"/>
                  </a:lnTo>
                  <a:lnTo>
                    <a:pt x="42799" y="160464"/>
                  </a:lnTo>
                  <a:lnTo>
                    <a:pt x="42773" y="160058"/>
                  </a:lnTo>
                  <a:lnTo>
                    <a:pt x="43091" y="160032"/>
                  </a:lnTo>
                  <a:lnTo>
                    <a:pt x="43319" y="158775"/>
                  </a:lnTo>
                  <a:lnTo>
                    <a:pt x="43243" y="157238"/>
                  </a:lnTo>
                  <a:lnTo>
                    <a:pt x="43180" y="155714"/>
                  </a:lnTo>
                  <a:lnTo>
                    <a:pt x="42837" y="154495"/>
                  </a:lnTo>
                  <a:lnTo>
                    <a:pt x="42151" y="154533"/>
                  </a:lnTo>
                  <a:lnTo>
                    <a:pt x="41922" y="155790"/>
                  </a:lnTo>
                  <a:lnTo>
                    <a:pt x="42075" y="158851"/>
                  </a:lnTo>
                  <a:lnTo>
                    <a:pt x="42252" y="159537"/>
                  </a:lnTo>
                  <a:lnTo>
                    <a:pt x="41681" y="159397"/>
                  </a:lnTo>
                  <a:lnTo>
                    <a:pt x="40373" y="159473"/>
                  </a:lnTo>
                  <a:lnTo>
                    <a:pt x="39065" y="159562"/>
                  </a:lnTo>
                  <a:lnTo>
                    <a:pt x="37998" y="159943"/>
                  </a:lnTo>
                  <a:lnTo>
                    <a:pt x="38036" y="160743"/>
                  </a:lnTo>
                  <a:lnTo>
                    <a:pt x="24714" y="145199"/>
                  </a:lnTo>
                  <a:lnTo>
                    <a:pt x="25781" y="145440"/>
                  </a:lnTo>
                  <a:lnTo>
                    <a:pt x="28409" y="145275"/>
                  </a:lnTo>
                  <a:lnTo>
                    <a:pt x="28981" y="145072"/>
                  </a:lnTo>
                  <a:lnTo>
                    <a:pt x="28867" y="145770"/>
                  </a:lnTo>
                  <a:lnTo>
                    <a:pt x="28943" y="147294"/>
                  </a:lnTo>
                  <a:lnTo>
                    <a:pt x="29006" y="148831"/>
                  </a:lnTo>
                  <a:lnTo>
                    <a:pt x="29349" y="150050"/>
                  </a:lnTo>
                  <a:lnTo>
                    <a:pt x="30035" y="150012"/>
                  </a:lnTo>
                  <a:lnTo>
                    <a:pt x="30264" y="148755"/>
                  </a:lnTo>
                  <a:lnTo>
                    <a:pt x="30111" y="145681"/>
                  </a:lnTo>
                  <a:lnTo>
                    <a:pt x="29921" y="145008"/>
                  </a:lnTo>
                  <a:lnTo>
                    <a:pt x="30530" y="145148"/>
                  </a:lnTo>
                  <a:lnTo>
                    <a:pt x="31851" y="145059"/>
                  </a:lnTo>
                  <a:lnTo>
                    <a:pt x="33159" y="144983"/>
                  </a:lnTo>
                  <a:lnTo>
                    <a:pt x="34213" y="144589"/>
                  </a:lnTo>
                  <a:lnTo>
                    <a:pt x="34175" y="143789"/>
                  </a:lnTo>
                  <a:lnTo>
                    <a:pt x="33096" y="143522"/>
                  </a:lnTo>
                  <a:lnTo>
                    <a:pt x="30467" y="143687"/>
                  </a:lnTo>
                  <a:lnTo>
                    <a:pt x="29845" y="143929"/>
                  </a:lnTo>
                  <a:lnTo>
                    <a:pt x="29972" y="143205"/>
                  </a:lnTo>
                  <a:lnTo>
                    <a:pt x="29895" y="141681"/>
                  </a:lnTo>
                  <a:lnTo>
                    <a:pt x="29832" y="140144"/>
                  </a:lnTo>
                  <a:lnTo>
                    <a:pt x="29489" y="138925"/>
                  </a:lnTo>
                  <a:lnTo>
                    <a:pt x="29337" y="138938"/>
                  </a:lnTo>
                  <a:lnTo>
                    <a:pt x="42849" y="123177"/>
                  </a:lnTo>
                  <a:lnTo>
                    <a:pt x="61353" y="144754"/>
                  </a:lnTo>
                  <a:lnTo>
                    <a:pt x="61353" y="140398"/>
                  </a:lnTo>
                  <a:lnTo>
                    <a:pt x="46596" y="123177"/>
                  </a:lnTo>
                  <a:lnTo>
                    <a:pt x="42849" y="118808"/>
                  </a:lnTo>
                  <a:lnTo>
                    <a:pt x="28905" y="135077"/>
                  </a:lnTo>
                  <a:lnTo>
                    <a:pt x="28905" y="143967"/>
                  </a:lnTo>
                  <a:lnTo>
                    <a:pt x="28333" y="143827"/>
                  </a:lnTo>
                  <a:lnTo>
                    <a:pt x="27025" y="143903"/>
                  </a:lnTo>
                  <a:lnTo>
                    <a:pt x="25717" y="143992"/>
                  </a:lnTo>
                  <a:lnTo>
                    <a:pt x="24688" y="144373"/>
                  </a:lnTo>
                  <a:lnTo>
                    <a:pt x="24688" y="145173"/>
                  </a:lnTo>
                  <a:lnTo>
                    <a:pt x="24345" y="144754"/>
                  </a:lnTo>
                  <a:lnTo>
                    <a:pt x="24663" y="144386"/>
                  </a:lnTo>
                  <a:lnTo>
                    <a:pt x="24688" y="145173"/>
                  </a:lnTo>
                  <a:lnTo>
                    <a:pt x="24688" y="144373"/>
                  </a:lnTo>
                  <a:lnTo>
                    <a:pt x="28663" y="139712"/>
                  </a:lnTo>
                  <a:lnTo>
                    <a:pt x="28587" y="140220"/>
                  </a:lnTo>
                  <a:lnTo>
                    <a:pt x="28727" y="143281"/>
                  </a:lnTo>
                  <a:lnTo>
                    <a:pt x="28905" y="143967"/>
                  </a:lnTo>
                  <a:lnTo>
                    <a:pt x="28905" y="135077"/>
                  </a:lnTo>
                  <a:lnTo>
                    <a:pt x="20599" y="144754"/>
                  </a:lnTo>
                  <a:lnTo>
                    <a:pt x="42849" y="170700"/>
                  </a:lnTo>
                  <a:lnTo>
                    <a:pt x="46596" y="166331"/>
                  </a:lnTo>
                  <a:lnTo>
                    <a:pt x="65100" y="144754"/>
                  </a:lnTo>
                  <a:close/>
                </a:path>
                <a:path w="83184" h="267334">
                  <a:moveTo>
                    <a:pt x="75603" y="16217"/>
                  </a:moveTo>
                  <a:lnTo>
                    <a:pt x="75552" y="15405"/>
                  </a:lnTo>
                  <a:lnTo>
                    <a:pt x="74472" y="15151"/>
                  </a:lnTo>
                  <a:lnTo>
                    <a:pt x="71856" y="15316"/>
                  </a:lnTo>
                  <a:lnTo>
                    <a:pt x="71234" y="15557"/>
                  </a:lnTo>
                  <a:lnTo>
                    <a:pt x="71361" y="14833"/>
                  </a:lnTo>
                  <a:lnTo>
                    <a:pt x="71285" y="13296"/>
                  </a:lnTo>
                  <a:lnTo>
                    <a:pt x="71208" y="11772"/>
                  </a:lnTo>
                  <a:lnTo>
                    <a:pt x="70878" y="10541"/>
                  </a:lnTo>
                  <a:lnTo>
                    <a:pt x="70205" y="10591"/>
                  </a:lnTo>
                  <a:lnTo>
                    <a:pt x="69964" y="11849"/>
                  </a:lnTo>
                  <a:lnTo>
                    <a:pt x="70116" y="14909"/>
                  </a:lnTo>
                  <a:lnTo>
                    <a:pt x="70294" y="15595"/>
                  </a:lnTo>
                  <a:lnTo>
                    <a:pt x="69723" y="15443"/>
                  </a:lnTo>
                  <a:lnTo>
                    <a:pt x="68414" y="15532"/>
                  </a:lnTo>
                  <a:lnTo>
                    <a:pt x="67106" y="15621"/>
                  </a:lnTo>
                  <a:lnTo>
                    <a:pt x="66040" y="16002"/>
                  </a:lnTo>
                  <a:lnTo>
                    <a:pt x="66090" y="16814"/>
                  </a:lnTo>
                  <a:lnTo>
                    <a:pt x="67170" y="17068"/>
                  </a:lnTo>
                  <a:lnTo>
                    <a:pt x="69799" y="16903"/>
                  </a:lnTo>
                  <a:lnTo>
                    <a:pt x="70370" y="16700"/>
                  </a:lnTo>
                  <a:lnTo>
                    <a:pt x="70256" y="17399"/>
                  </a:lnTo>
                  <a:lnTo>
                    <a:pt x="70332" y="18923"/>
                  </a:lnTo>
                  <a:lnTo>
                    <a:pt x="70396" y="20447"/>
                  </a:lnTo>
                  <a:lnTo>
                    <a:pt x="70739" y="21678"/>
                  </a:lnTo>
                  <a:lnTo>
                    <a:pt x="71424" y="21640"/>
                  </a:lnTo>
                  <a:lnTo>
                    <a:pt x="71640" y="20383"/>
                  </a:lnTo>
                  <a:lnTo>
                    <a:pt x="71501" y="17310"/>
                  </a:lnTo>
                  <a:lnTo>
                    <a:pt x="71310" y="16637"/>
                  </a:lnTo>
                  <a:lnTo>
                    <a:pt x="71920" y="16776"/>
                  </a:lnTo>
                  <a:lnTo>
                    <a:pt x="73228" y="16687"/>
                  </a:lnTo>
                  <a:lnTo>
                    <a:pt x="74536" y="16598"/>
                  </a:lnTo>
                  <a:lnTo>
                    <a:pt x="75603" y="16217"/>
                  </a:lnTo>
                  <a:close/>
                </a:path>
                <a:path w="83184" h="267334">
                  <a:moveTo>
                    <a:pt x="82575" y="238264"/>
                  </a:moveTo>
                  <a:lnTo>
                    <a:pt x="81495" y="237007"/>
                  </a:lnTo>
                  <a:lnTo>
                    <a:pt x="81495" y="241388"/>
                  </a:lnTo>
                  <a:lnTo>
                    <a:pt x="77355" y="246214"/>
                  </a:lnTo>
                  <a:lnTo>
                    <a:pt x="77470" y="245605"/>
                  </a:lnTo>
                  <a:lnTo>
                    <a:pt x="77330" y="242531"/>
                  </a:lnTo>
                  <a:lnTo>
                    <a:pt x="77139" y="241858"/>
                  </a:lnTo>
                  <a:lnTo>
                    <a:pt x="77749" y="241998"/>
                  </a:lnTo>
                  <a:lnTo>
                    <a:pt x="79057" y="241909"/>
                  </a:lnTo>
                  <a:lnTo>
                    <a:pt x="80365" y="241820"/>
                  </a:lnTo>
                  <a:lnTo>
                    <a:pt x="81432" y="241439"/>
                  </a:lnTo>
                  <a:lnTo>
                    <a:pt x="81419" y="241312"/>
                  </a:lnTo>
                  <a:lnTo>
                    <a:pt x="81495" y="237007"/>
                  </a:lnTo>
                  <a:lnTo>
                    <a:pt x="80695" y="236080"/>
                  </a:lnTo>
                  <a:lnTo>
                    <a:pt x="80695" y="240474"/>
                  </a:lnTo>
                  <a:lnTo>
                    <a:pt x="80314" y="240372"/>
                  </a:lnTo>
                  <a:lnTo>
                    <a:pt x="77685" y="240538"/>
                  </a:lnTo>
                  <a:lnTo>
                    <a:pt x="77050" y="240779"/>
                  </a:lnTo>
                  <a:lnTo>
                    <a:pt x="77190" y="240055"/>
                  </a:lnTo>
                  <a:lnTo>
                    <a:pt x="77114" y="238518"/>
                  </a:lnTo>
                  <a:lnTo>
                    <a:pt x="77050" y="236994"/>
                  </a:lnTo>
                  <a:lnTo>
                    <a:pt x="76771" y="236042"/>
                  </a:lnTo>
                  <a:lnTo>
                    <a:pt x="76771" y="246900"/>
                  </a:lnTo>
                  <a:lnTo>
                    <a:pt x="63004" y="262966"/>
                  </a:lnTo>
                  <a:lnTo>
                    <a:pt x="58204" y="257390"/>
                  </a:lnTo>
                  <a:lnTo>
                    <a:pt x="59270" y="257644"/>
                  </a:lnTo>
                  <a:lnTo>
                    <a:pt x="61899" y="257479"/>
                  </a:lnTo>
                  <a:lnTo>
                    <a:pt x="62471" y="257263"/>
                  </a:lnTo>
                  <a:lnTo>
                    <a:pt x="62357" y="257962"/>
                  </a:lnTo>
                  <a:lnTo>
                    <a:pt x="62433" y="259486"/>
                  </a:lnTo>
                  <a:lnTo>
                    <a:pt x="62509" y="261023"/>
                  </a:lnTo>
                  <a:lnTo>
                    <a:pt x="62839" y="262242"/>
                  </a:lnTo>
                  <a:lnTo>
                    <a:pt x="63525" y="262204"/>
                  </a:lnTo>
                  <a:lnTo>
                    <a:pt x="63754" y="260946"/>
                  </a:lnTo>
                  <a:lnTo>
                    <a:pt x="63601" y="257873"/>
                  </a:lnTo>
                  <a:lnTo>
                    <a:pt x="63411" y="257200"/>
                  </a:lnTo>
                  <a:lnTo>
                    <a:pt x="64020" y="257340"/>
                  </a:lnTo>
                  <a:lnTo>
                    <a:pt x="65341" y="257263"/>
                  </a:lnTo>
                  <a:lnTo>
                    <a:pt x="66649" y="257175"/>
                  </a:lnTo>
                  <a:lnTo>
                    <a:pt x="67703" y="256781"/>
                  </a:lnTo>
                  <a:lnTo>
                    <a:pt x="67665" y="255981"/>
                  </a:lnTo>
                  <a:lnTo>
                    <a:pt x="66586" y="255714"/>
                  </a:lnTo>
                  <a:lnTo>
                    <a:pt x="63957" y="255892"/>
                  </a:lnTo>
                  <a:lnTo>
                    <a:pt x="63334" y="256120"/>
                  </a:lnTo>
                  <a:lnTo>
                    <a:pt x="63461" y="255397"/>
                  </a:lnTo>
                  <a:lnTo>
                    <a:pt x="63398" y="253873"/>
                  </a:lnTo>
                  <a:lnTo>
                    <a:pt x="63322" y="252336"/>
                  </a:lnTo>
                  <a:lnTo>
                    <a:pt x="62979" y="251117"/>
                  </a:lnTo>
                  <a:lnTo>
                    <a:pt x="62293" y="251155"/>
                  </a:lnTo>
                  <a:lnTo>
                    <a:pt x="62077" y="252412"/>
                  </a:lnTo>
                  <a:lnTo>
                    <a:pt x="62217" y="255485"/>
                  </a:lnTo>
                  <a:lnTo>
                    <a:pt x="62395" y="256171"/>
                  </a:lnTo>
                  <a:lnTo>
                    <a:pt x="61823" y="256019"/>
                  </a:lnTo>
                  <a:lnTo>
                    <a:pt x="60515" y="256108"/>
                  </a:lnTo>
                  <a:lnTo>
                    <a:pt x="59207" y="256184"/>
                  </a:lnTo>
                  <a:lnTo>
                    <a:pt x="58153" y="256578"/>
                  </a:lnTo>
                  <a:lnTo>
                    <a:pt x="58178" y="257365"/>
                  </a:lnTo>
                  <a:lnTo>
                    <a:pt x="44856" y="241820"/>
                  </a:lnTo>
                  <a:lnTo>
                    <a:pt x="45923" y="242074"/>
                  </a:lnTo>
                  <a:lnTo>
                    <a:pt x="48552" y="241909"/>
                  </a:lnTo>
                  <a:lnTo>
                    <a:pt x="49123" y="241693"/>
                  </a:lnTo>
                  <a:lnTo>
                    <a:pt x="49009" y="242392"/>
                  </a:lnTo>
                  <a:lnTo>
                    <a:pt x="49085" y="243928"/>
                  </a:lnTo>
                  <a:lnTo>
                    <a:pt x="49161" y="245452"/>
                  </a:lnTo>
                  <a:lnTo>
                    <a:pt x="49491" y="246672"/>
                  </a:lnTo>
                  <a:lnTo>
                    <a:pt x="50177" y="246634"/>
                  </a:lnTo>
                  <a:lnTo>
                    <a:pt x="50406" y="245376"/>
                  </a:lnTo>
                  <a:lnTo>
                    <a:pt x="50253" y="242316"/>
                  </a:lnTo>
                  <a:lnTo>
                    <a:pt x="50063" y="241630"/>
                  </a:lnTo>
                  <a:lnTo>
                    <a:pt x="50685" y="241769"/>
                  </a:lnTo>
                  <a:lnTo>
                    <a:pt x="51993" y="241693"/>
                  </a:lnTo>
                  <a:lnTo>
                    <a:pt x="53301" y="241604"/>
                  </a:lnTo>
                  <a:lnTo>
                    <a:pt x="54356" y="241223"/>
                  </a:lnTo>
                  <a:lnTo>
                    <a:pt x="54317" y="240411"/>
                  </a:lnTo>
                  <a:lnTo>
                    <a:pt x="53238" y="240144"/>
                  </a:lnTo>
                  <a:lnTo>
                    <a:pt x="50609" y="240322"/>
                  </a:lnTo>
                  <a:lnTo>
                    <a:pt x="49974" y="240550"/>
                  </a:lnTo>
                  <a:lnTo>
                    <a:pt x="50114" y="239826"/>
                  </a:lnTo>
                  <a:lnTo>
                    <a:pt x="50050" y="238302"/>
                  </a:lnTo>
                  <a:lnTo>
                    <a:pt x="49974" y="236778"/>
                  </a:lnTo>
                  <a:lnTo>
                    <a:pt x="49631" y="235546"/>
                  </a:lnTo>
                  <a:lnTo>
                    <a:pt x="49491" y="235559"/>
                  </a:lnTo>
                  <a:lnTo>
                    <a:pt x="62509" y="220383"/>
                  </a:lnTo>
                  <a:lnTo>
                    <a:pt x="62331" y="221348"/>
                  </a:lnTo>
                  <a:lnTo>
                    <a:pt x="62471" y="224421"/>
                  </a:lnTo>
                  <a:lnTo>
                    <a:pt x="62649" y="225107"/>
                  </a:lnTo>
                  <a:lnTo>
                    <a:pt x="62077" y="224955"/>
                  </a:lnTo>
                  <a:lnTo>
                    <a:pt x="60769" y="225044"/>
                  </a:lnTo>
                  <a:lnTo>
                    <a:pt x="59461" y="225120"/>
                  </a:lnTo>
                  <a:lnTo>
                    <a:pt x="58407" y="225513"/>
                  </a:lnTo>
                  <a:lnTo>
                    <a:pt x="58445" y="226314"/>
                  </a:lnTo>
                  <a:lnTo>
                    <a:pt x="59524" y="226580"/>
                  </a:lnTo>
                  <a:lnTo>
                    <a:pt x="62153" y="226415"/>
                  </a:lnTo>
                  <a:lnTo>
                    <a:pt x="62725" y="226199"/>
                  </a:lnTo>
                  <a:lnTo>
                    <a:pt x="62611" y="226898"/>
                  </a:lnTo>
                  <a:lnTo>
                    <a:pt x="62687" y="228434"/>
                  </a:lnTo>
                  <a:lnTo>
                    <a:pt x="62763" y="229958"/>
                  </a:lnTo>
                  <a:lnTo>
                    <a:pt x="63093" y="231190"/>
                  </a:lnTo>
                  <a:lnTo>
                    <a:pt x="63779" y="231140"/>
                  </a:lnTo>
                  <a:lnTo>
                    <a:pt x="64008" y="229882"/>
                  </a:lnTo>
                  <a:lnTo>
                    <a:pt x="63855" y="226822"/>
                  </a:lnTo>
                  <a:lnTo>
                    <a:pt x="63665" y="226136"/>
                  </a:lnTo>
                  <a:lnTo>
                    <a:pt x="64287" y="226275"/>
                  </a:lnTo>
                  <a:lnTo>
                    <a:pt x="65595" y="226199"/>
                  </a:lnTo>
                  <a:lnTo>
                    <a:pt x="66903" y="226110"/>
                  </a:lnTo>
                  <a:lnTo>
                    <a:pt x="67957" y="225729"/>
                  </a:lnTo>
                  <a:lnTo>
                    <a:pt x="67945" y="225590"/>
                  </a:lnTo>
                  <a:lnTo>
                    <a:pt x="76682" y="235788"/>
                  </a:lnTo>
                  <a:lnTo>
                    <a:pt x="76022" y="235813"/>
                  </a:lnTo>
                  <a:lnTo>
                    <a:pt x="75793" y="237070"/>
                  </a:lnTo>
                  <a:lnTo>
                    <a:pt x="75946" y="240131"/>
                  </a:lnTo>
                  <a:lnTo>
                    <a:pt x="76123" y="240817"/>
                  </a:lnTo>
                  <a:lnTo>
                    <a:pt x="75552" y="240677"/>
                  </a:lnTo>
                  <a:lnTo>
                    <a:pt x="74244" y="240753"/>
                  </a:lnTo>
                  <a:lnTo>
                    <a:pt x="72936" y="240842"/>
                  </a:lnTo>
                  <a:lnTo>
                    <a:pt x="71869" y="241223"/>
                  </a:lnTo>
                  <a:lnTo>
                    <a:pt x="71920" y="242036"/>
                  </a:lnTo>
                  <a:lnTo>
                    <a:pt x="72999" y="242290"/>
                  </a:lnTo>
                  <a:lnTo>
                    <a:pt x="75628" y="242125"/>
                  </a:lnTo>
                  <a:lnTo>
                    <a:pt x="76200" y="241922"/>
                  </a:lnTo>
                  <a:lnTo>
                    <a:pt x="76085" y="242620"/>
                  </a:lnTo>
                  <a:lnTo>
                    <a:pt x="76161" y="244144"/>
                  </a:lnTo>
                  <a:lnTo>
                    <a:pt x="76225" y="245668"/>
                  </a:lnTo>
                  <a:lnTo>
                    <a:pt x="76568" y="246900"/>
                  </a:lnTo>
                  <a:lnTo>
                    <a:pt x="76771" y="246900"/>
                  </a:lnTo>
                  <a:lnTo>
                    <a:pt x="76771" y="236042"/>
                  </a:lnTo>
                  <a:lnTo>
                    <a:pt x="76708" y="235813"/>
                  </a:lnTo>
                  <a:lnTo>
                    <a:pt x="80695" y="240474"/>
                  </a:lnTo>
                  <a:lnTo>
                    <a:pt x="80695" y="236080"/>
                  </a:lnTo>
                  <a:lnTo>
                    <a:pt x="67233" y="220383"/>
                  </a:lnTo>
                  <a:lnTo>
                    <a:pt x="67233" y="224764"/>
                  </a:lnTo>
                  <a:lnTo>
                    <a:pt x="66840" y="224663"/>
                  </a:lnTo>
                  <a:lnTo>
                    <a:pt x="64211" y="224828"/>
                  </a:lnTo>
                  <a:lnTo>
                    <a:pt x="63588" y="225069"/>
                  </a:lnTo>
                  <a:lnTo>
                    <a:pt x="63715" y="224332"/>
                  </a:lnTo>
                  <a:lnTo>
                    <a:pt x="63652" y="222808"/>
                  </a:lnTo>
                  <a:lnTo>
                    <a:pt x="63576" y="221284"/>
                  </a:lnTo>
                  <a:lnTo>
                    <a:pt x="63233" y="220078"/>
                  </a:lnTo>
                  <a:lnTo>
                    <a:pt x="67233" y="224764"/>
                  </a:lnTo>
                  <a:lnTo>
                    <a:pt x="67233" y="220383"/>
                  </a:lnTo>
                  <a:lnTo>
                    <a:pt x="66738" y="219798"/>
                  </a:lnTo>
                  <a:lnTo>
                    <a:pt x="63220" y="215696"/>
                  </a:lnTo>
                  <a:lnTo>
                    <a:pt x="63220" y="220065"/>
                  </a:lnTo>
                  <a:lnTo>
                    <a:pt x="62750" y="220091"/>
                  </a:lnTo>
                  <a:lnTo>
                    <a:pt x="63004" y="219798"/>
                  </a:lnTo>
                  <a:lnTo>
                    <a:pt x="63220" y="220065"/>
                  </a:lnTo>
                  <a:lnTo>
                    <a:pt x="63220" y="215696"/>
                  </a:lnTo>
                  <a:lnTo>
                    <a:pt x="63004" y="215442"/>
                  </a:lnTo>
                  <a:lnTo>
                    <a:pt x="49047" y="231724"/>
                  </a:lnTo>
                  <a:lnTo>
                    <a:pt x="49047" y="240601"/>
                  </a:lnTo>
                  <a:lnTo>
                    <a:pt x="48475" y="240449"/>
                  </a:lnTo>
                  <a:lnTo>
                    <a:pt x="47167" y="240538"/>
                  </a:lnTo>
                  <a:lnTo>
                    <a:pt x="45859" y="240614"/>
                  </a:lnTo>
                  <a:lnTo>
                    <a:pt x="44831" y="241007"/>
                  </a:lnTo>
                  <a:lnTo>
                    <a:pt x="44831" y="241795"/>
                  </a:lnTo>
                  <a:lnTo>
                    <a:pt x="44500" y="241388"/>
                  </a:lnTo>
                  <a:lnTo>
                    <a:pt x="44805" y="241033"/>
                  </a:lnTo>
                  <a:lnTo>
                    <a:pt x="44831" y="241795"/>
                  </a:lnTo>
                  <a:lnTo>
                    <a:pt x="44831" y="241007"/>
                  </a:lnTo>
                  <a:lnTo>
                    <a:pt x="48806" y="236359"/>
                  </a:lnTo>
                  <a:lnTo>
                    <a:pt x="48729" y="236842"/>
                  </a:lnTo>
                  <a:lnTo>
                    <a:pt x="48869" y="239915"/>
                  </a:lnTo>
                  <a:lnTo>
                    <a:pt x="49047" y="240601"/>
                  </a:lnTo>
                  <a:lnTo>
                    <a:pt x="49047" y="231724"/>
                  </a:lnTo>
                  <a:lnTo>
                    <a:pt x="42621" y="239204"/>
                  </a:lnTo>
                  <a:lnTo>
                    <a:pt x="40754" y="237032"/>
                  </a:lnTo>
                  <a:lnTo>
                    <a:pt x="40754" y="241388"/>
                  </a:lnTo>
                  <a:lnTo>
                    <a:pt x="36614" y="246214"/>
                  </a:lnTo>
                  <a:lnTo>
                    <a:pt x="36728" y="245605"/>
                  </a:lnTo>
                  <a:lnTo>
                    <a:pt x="36576" y="242531"/>
                  </a:lnTo>
                  <a:lnTo>
                    <a:pt x="36385" y="241858"/>
                  </a:lnTo>
                  <a:lnTo>
                    <a:pt x="37007" y="241998"/>
                  </a:lnTo>
                  <a:lnTo>
                    <a:pt x="38315" y="241909"/>
                  </a:lnTo>
                  <a:lnTo>
                    <a:pt x="39624" y="241820"/>
                  </a:lnTo>
                  <a:lnTo>
                    <a:pt x="40678" y="241439"/>
                  </a:lnTo>
                  <a:lnTo>
                    <a:pt x="40665" y="241300"/>
                  </a:lnTo>
                  <a:lnTo>
                    <a:pt x="40754" y="237032"/>
                  </a:lnTo>
                  <a:lnTo>
                    <a:pt x="39954" y="236093"/>
                  </a:lnTo>
                  <a:lnTo>
                    <a:pt x="39954" y="240474"/>
                  </a:lnTo>
                  <a:lnTo>
                    <a:pt x="39560" y="240372"/>
                  </a:lnTo>
                  <a:lnTo>
                    <a:pt x="36931" y="240538"/>
                  </a:lnTo>
                  <a:lnTo>
                    <a:pt x="36296" y="240779"/>
                  </a:lnTo>
                  <a:lnTo>
                    <a:pt x="36436" y="240055"/>
                  </a:lnTo>
                  <a:lnTo>
                    <a:pt x="36372" y="238518"/>
                  </a:lnTo>
                  <a:lnTo>
                    <a:pt x="36296" y="236994"/>
                  </a:lnTo>
                  <a:lnTo>
                    <a:pt x="36029" y="236054"/>
                  </a:lnTo>
                  <a:lnTo>
                    <a:pt x="36029" y="246900"/>
                  </a:lnTo>
                  <a:lnTo>
                    <a:pt x="22250" y="262966"/>
                  </a:lnTo>
                  <a:lnTo>
                    <a:pt x="17449" y="257390"/>
                  </a:lnTo>
                  <a:lnTo>
                    <a:pt x="18516" y="257644"/>
                  </a:lnTo>
                  <a:lnTo>
                    <a:pt x="21145" y="257479"/>
                  </a:lnTo>
                  <a:lnTo>
                    <a:pt x="21729" y="257263"/>
                  </a:lnTo>
                  <a:lnTo>
                    <a:pt x="21602" y="257962"/>
                  </a:lnTo>
                  <a:lnTo>
                    <a:pt x="21678" y="259486"/>
                  </a:lnTo>
                  <a:lnTo>
                    <a:pt x="21755" y="261023"/>
                  </a:lnTo>
                  <a:lnTo>
                    <a:pt x="22085" y="262242"/>
                  </a:lnTo>
                  <a:lnTo>
                    <a:pt x="22783" y="262204"/>
                  </a:lnTo>
                  <a:lnTo>
                    <a:pt x="22999" y="260946"/>
                  </a:lnTo>
                  <a:lnTo>
                    <a:pt x="22860" y="257873"/>
                  </a:lnTo>
                  <a:lnTo>
                    <a:pt x="22669" y="257200"/>
                  </a:lnTo>
                  <a:lnTo>
                    <a:pt x="23279" y="257340"/>
                  </a:lnTo>
                  <a:lnTo>
                    <a:pt x="24587" y="257263"/>
                  </a:lnTo>
                  <a:lnTo>
                    <a:pt x="25895" y="257175"/>
                  </a:lnTo>
                  <a:lnTo>
                    <a:pt x="26949" y="256781"/>
                  </a:lnTo>
                  <a:lnTo>
                    <a:pt x="26911" y="255981"/>
                  </a:lnTo>
                  <a:lnTo>
                    <a:pt x="25831" y="255714"/>
                  </a:lnTo>
                  <a:lnTo>
                    <a:pt x="23202" y="255892"/>
                  </a:lnTo>
                  <a:lnTo>
                    <a:pt x="22580" y="256120"/>
                  </a:lnTo>
                  <a:lnTo>
                    <a:pt x="22720" y="255397"/>
                  </a:lnTo>
                  <a:lnTo>
                    <a:pt x="22644" y="253873"/>
                  </a:lnTo>
                  <a:lnTo>
                    <a:pt x="22567" y="252336"/>
                  </a:lnTo>
                  <a:lnTo>
                    <a:pt x="22237" y="251117"/>
                  </a:lnTo>
                  <a:lnTo>
                    <a:pt x="21539" y="251155"/>
                  </a:lnTo>
                  <a:lnTo>
                    <a:pt x="21323" y="252412"/>
                  </a:lnTo>
                  <a:lnTo>
                    <a:pt x="21475" y="255485"/>
                  </a:lnTo>
                  <a:lnTo>
                    <a:pt x="21653" y="256171"/>
                  </a:lnTo>
                  <a:lnTo>
                    <a:pt x="21069" y="256019"/>
                  </a:lnTo>
                  <a:lnTo>
                    <a:pt x="19761" y="256108"/>
                  </a:lnTo>
                  <a:lnTo>
                    <a:pt x="18453" y="256184"/>
                  </a:lnTo>
                  <a:lnTo>
                    <a:pt x="17399" y="256578"/>
                  </a:lnTo>
                  <a:lnTo>
                    <a:pt x="17424" y="257365"/>
                  </a:lnTo>
                  <a:lnTo>
                    <a:pt x="4102" y="241820"/>
                  </a:lnTo>
                  <a:lnTo>
                    <a:pt x="5168" y="242074"/>
                  </a:lnTo>
                  <a:lnTo>
                    <a:pt x="7797" y="241909"/>
                  </a:lnTo>
                  <a:lnTo>
                    <a:pt x="8382" y="241693"/>
                  </a:lnTo>
                  <a:lnTo>
                    <a:pt x="8255" y="242392"/>
                  </a:lnTo>
                  <a:lnTo>
                    <a:pt x="8331" y="243928"/>
                  </a:lnTo>
                  <a:lnTo>
                    <a:pt x="8407" y="245452"/>
                  </a:lnTo>
                  <a:lnTo>
                    <a:pt x="8737" y="246672"/>
                  </a:lnTo>
                  <a:lnTo>
                    <a:pt x="9436" y="246634"/>
                  </a:lnTo>
                  <a:lnTo>
                    <a:pt x="9652" y="245376"/>
                  </a:lnTo>
                  <a:lnTo>
                    <a:pt x="9512" y="242316"/>
                  </a:lnTo>
                  <a:lnTo>
                    <a:pt x="9309" y="241630"/>
                  </a:lnTo>
                  <a:lnTo>
                    <a:pt x="9931" y="241769"/>
                  </a:lnTo>
                  <a:lnTo>
                    <a:pt x="11239" y="241693"/>
                  </a:lnTo>
                  <a:lnTo>
                    <a:pt x="12547" y="241604"/>
                  </a:lnTo>
                  <a:lnTo>
                    <a:pt x="13601" y="241223"/>
                  </a:lnTo>
                  <a:lnTo>
                    <a:pt x="13589" y="240804"/>
                  </a:lnTo>
                  <a:lnTo>
                    <a:pt x="13563" y="240411"/>
                  </a:lnTo>
                  <a:lnTo>
                    <a:pt x="12484" y="240144"/>
                  </a:lnTo>
                  <a:lnTo>
                    <a:pt x="9855" y="240322"/>
                  </a:lnTo>
                  <a:lnTo>
                    <a:pt x="9232" y="240550"/>
                  </a:lnTo>
                  <a:lnTo>
                    <a:pt x="9372" y="239826"/>
                  </a:lnTo>
                  <a:lnTo>
                    <a:pt x="9296" y="238302"/>
                  </a:lnTo>
                  <a:lnTo>
                    <a:pt x="9220" y="236778"/>
                  </a:lnTo>
                  <a:lnTo>
                    <a:pt x="8890" y="235546"/>
                  </a:lnTo>
                  <a:lnTo>
                    <a:pt x="8826" y="241109"/>
                  </a:lnTo>
                  <a:lnTo>
                    <a:pt x="8826" y="235559"/>
                  </a:lnTo>
                  <a:lnTo>
                    <a:pt x="21755" y="220383"/>
                  </a:lnTo>
                  <a:lnTo>
                    <a:pt x="21577" y="221348"/>
                  </a:lnTo>
                  <a:lnTo>
                    <a:pt x="21729" y="224421"/>
                  </a:lnTo>
                  <a:lnTo>
                    <a:pt x="21907" y="225107"/>
                  </a:lnTo>
                  <a:lnTo>
                    <a:pt x="21323" y="224955"/>
                  </a:lnTo>
                  <a:lnTo>
                    <a:pt x="20015" y="225044"/>
                  </a:lnTo>
                  <a:lnTo>
                    <a:pt x="18707" y="225120"/>
                  </a:lnTo>
                  <a:lnTo>
                    <a:pt x="17653" y="225513"/>
                  </a:lnTo>
                  <a:lnTo>
                    <a:pt x="17691" y="226314"/>
                  </a:lnTo>
                  <a:lnTo>
                    <a:pt x="18770" y="226580"/>
                  </a:lnTo>
                  <a:lnTo>
                    <a:pt x="21399" y="226415"/>
                  </a:lnTo>
                  <a:lnTo>
                    <a:pt x="21983" y="226199"/>
                  </a:lnTo>
                  <a:lnTo>
                    <a:pt x="21856" y="226898"/>
                  </a:lnTo>
                  <a:lnTo>
                    <a:pt x="21932" y="228434"/>
                  </a:lnTo>
                  <a:lnTo>
                    <a:pt x="22009" y="229958"/>
                  </a:lnTo>
                  <a:lnTo>
                    <a:pt x="22339" y="231190"/>
                  </a:lnTo>
                  <a:lnTo>
                    <a:pt x="23037" y="231140"/>
                  </a:lnTo>
                  <a:lnTo>
                    <a:pt x="23253" y="229882"/>
                  </a:lnTo>
                  <a:lnTo>
                    <a:pt x="23114" y="226822"/>
                  </a:lnTo>
                  <a:lnTo>
                    <a:pt x="22910" y="226136"/>
                  </a:lnTo>
                  <a:lnTo>
                    <a:pt x="23533" y="226275"/>
                  </a:lnTo>
                  <a:lnTo>
                    <a:pt x="24841" y="226199"/>
                  </a:lnTo>
                  <a:lnTo>
                    <a:pt x="26149" y="226110"/>
                  </a:lnTo>
                  <a:lnTo>
                    <a:pt x="27203" y="225729"/>
                  </a:lnTo>
                  <a:lnTo>
                    <a:pt x="27190" y="225602"/>
                  </a:lnTo>
                  <a:lnTo>
                    <a:pt x="35941" y="235788"/>
                  </a:lnTo>
                  <a:lnTo>
                    <a:pt x="35267" y="235813"/>
                  </a:lnTo>
                  <a:lnTo>
                    <a:pt x="35052" y="237070"/>
                  </a:lnTo>
                  <a:lnTo>
                    <a:pt x="35191" y="240131"/>
                  </a:lnTo>
                  <a:lnTo>
                    <a:pt x="35369" y="240817"/>
                  </a:lnTo>
                  <a:lnTo>
                    <a:pt x="34798" y="240677"/>
                  </a:lnTo>
                  <a:lnTo>
                    <a:pt x="33489" y="240753"/>
                  </a:lnTo>
                  <a:lnTo>
                    <a:pt x="32181" y="240842"/>
                  </a:lnTo>
                  <a:lnTo>
                    <a:pt x="31127" y="241223"/>
                  </a:lnTo>
                  <a:lnTo>
                    <a:pt x="31165" y="242036"/>
                  </a:lnTo>
                  <a:lnTo>
                    <a:pt x="32245" y="242290"/>
                  </a:lnTo>
                  <a:lnTo>
                    <a:pt x="34874" y="242125"/>
                  </a:lnTo>
                  <a:lnTo>
                    <a:pt x="35445" y="241922"/>
                  </a:lnTo>
                  <a:lnTo>
                    <a:pt x="35331" y="242620"/>
                  </a:lnTo>
                  <a:lnTo>
                    <a:pt x="35407" y="244144"/>
                  </a:lnTo>
                  <a:lnTo>
                    <a:pt x="35483" y="245668"/>
                  </a:lnTo>
                  <a:lnTo>
                    <a:pt x="35814" y="246900"/>
                  </a:lnTo>
                  <a:lnTo>
                    <a:pt x="36029" y="246900"/>
                  </a:lnTo>
                  <a:lnTo>
                    <a:pt x="36029" y="236054"/>
                  </a:lnTo>
                  <a:lnTo>
                    <a:pt x="35966" y="235826"/>
                  </a:lnTo>
                  <a:lnTo>
                    <a:pt x="39954" y="240474"/>
                  </a:lnTo>
                  <a:lnTo>
                    <a:pt x="39954" y="236093"/>
                  </a:lnTo>
                  <a:lnTo>
                    <a:pt x="26479" y="220370"/>
                  </a:lnTo>
                  <a:lnTo>
                    <a:pt x="26479" y="224764"/>
                  </a:lnTo>
                  <a:lnTo>
                    <a:pt x="26085" y="224663"/>
                  </a:lnTo>
                  <a:lnTo>
                    <a:pt x="23456" y="224828"/>
                  </a:lnTo>
                  <a:lnTo>
                    <a:pt x="22834" y="225069"/>
                  </a:lnTo>
                  <a:lnTo>
                    <a:pt x="22974" y="224332"/>
                  </a:lnTo>
                  <a:lnTo>
                    <a:pt x="22898" y="222808"/>
                  </a:lnTo>
                  <a:lnTo>
                    <a:pt x="22821" y="221284"/>
                  </a:lnTo>
                  <a:lnTo>
                    <a:pt x="22491" y="220103"/>
                  </a:lnTo>
                  <a:lnTo>
                    <a:pt x="26479" y="224764"/>
                  </a:lnTo>
                  <a:lnTo>
                    <a:pt x="26479" y="220370"/>
                  </a:lnTo>
                  <a:lnTo>
                    <a:pt x="25996" y="219798"/>
                  </a:lnTo>
                  <a:lnTo>
                    <a:pt x="22466" y="215696"/>
                  </a:lnTo>
                  <a:lnTo>
                    <a:pt x="22466" y="220065"/>
                  </a:lnTo>
                  <a:lnTo>
                    <a:pt x="21996" y="220091"/>
                  </a:lnTo>
                  <a:lnTo>
                    <a:pt x="22250" y="219798"/>
                  </a:lnTo>
                  <a:lnTo>
                    <a:pt x="22466" y="220065"/>
                  </a:lnTo>
                  <a:lnTo>
                    <a:pt x="22466" y="215696"/>
                  </a:lnTo>
                  <a:lnTo>
                    <a:pt x="22250" y="215442"/>
                  </a:lnTo>
                  <a:lnTo>
                    <a:pt x="8305" y="231711"/>
                  </a:lnTo>
                  <a:lnTo>
                    <a:pt x="8305" y="240601"/>
                  </a:lnTo>
                  <a:lnTo>
                    <a:pt x="7734" y="240449"/>
                  </a:lnTo>
                  <a:lnTo>
                    <a:pt x="6413" y="240538"/>
                  </a:lnTo>
                  <a:lnTo>
                    <a:pt x="5105" y="240614"/>
                  </a:lnTo>
                  <a:lnTo>
                    <a:pt x="4076" y="241007"/>
                  </a:lnTo>
                  <a:lnTo>
                    <a:pt x="4076" y="241795"/>
                  </a:lnTo>
                  <a:lnTo>
                    <a:pt x="3746" y="241388"/>
                  </a:lnTo>
                  <a:lnTo>
                    <a:pt x="4051" y="241033"/>
                  </a:lnTo>
                  <a:lnTo>
                    <a:pt x="4076" y="241795"/>
                  </a:lnTo>
                  <a:lnTo>
                    <a:pt x="4076" y="241007"/>
                  </a:lnTo>
                  <a:lnTo>
                    <a:pt x="8051" y="236359"/>
                  </a:lnTo>
                  <a:lnTo>
                    <a:pt x="7975" y="236842"/>
                  </a:lnTo>
                  <a:lnTo>
                    <a:pt x="8128" y="239915"/>
                  </a:lnTo>
                  <a:lnTo>
                    <a:pt x="8305" y="240601"/>
                  </a:lnTo>
                  <a:lnTo>
                    <a:pt x="8305" y="231711"/>
                  </a:lnTo>
                  <a:lnTo>
                    <a:pt x="0" y="241388"/>
                  </a:lnTo>
                  <a:lnTo>
                    <a:pt x="22250" y="267335"/>
                  </a:lnTo>
                  <a:lnTo>
                    <a:pt x="25996" y="262966"/>
                  </a:lnTo>
                  <a:lnTo>
                    <a:pt x="42621" y="243573"/>
                  </a:lnTo>
                  <a:lnTo>
                    <a:pt x="63004" y="267335"/>
                  </a:lnTo>
                  <a:lnTo>
                    <a:pt x="66738" y="262966"/>
                  </a:lnTo>
                  <a:lnTo>
                    <a:pt x="82575" y="244500"/>
                  </a:lnTo>
                  <a:lnTo>
                    <a:pt x="82575" y="238264"/>
                  </a:lnTo>
                  <a:close/>
                </a:path>
                <a:path w="83184" h="267334">
                  <a:moveTo>
                    <a:pt x="82575" y="224447"/>
                  </a:moveTo>
                  <a:lnTo>
                    <a:pt x="80454" y="224574"/>
                  </a:lnTo>
                  <a:lnTo>
                    <a:pt x="79387" y="224967"/>
                  </a:lnTo>
                  <a:lnTo>
                    <a:pt x="79438" y="225767"/>
                  </a:lnTo>
                  <a:lnTo>
                    <a:pt x="80518" y="226034"/>
                  </a:lnTo>
                  <a:lnTo>
                    <a:pt x="82575" y="225907"/>
                  </a:lnTo>
                  <a:lnTo>
                    <a:pt x="82575" y="224447"/>
                  </a:lnTo>
                  <a:close/>
                </a:path>
                <a:path w="83184" h="267334">
                  <a:moveTo>
                    <a:pt x="82588" y="193395"/>
                  </a:moveTo>
                  <a:lnTo>
                    <a:pt x="80708" y="193522"/>
                  </a:lnTo>
                  <a:lnTo>
                    <a:pt x="79641" y="193903"/>
                  </a:lnTo>
                  <a:lnTo>
                    <a:pt x="79692" y="194716"/>
                  </a:lnTo>
                  <a:lnTo>
                    <a:pt x="80772" y="194970"/>
                  </a:lnTo>
                  <a:lnTo>
                    <a:pt x="82588" y="194856"/>
                  </a:lnTo>
                  <a:lnTo>
                    <a:pt x="82588" y="193395"/>
                  </a:lnTo>
                  <a:close/>
                </a:path>
                <a:path w="83184" h="267334">
                  <a:moveTo>
                    <a:pt x="82588" y="185750"/>
                  </a:moveTo>
                  <a:lnTo>
                    <a:pt x="70294" y="200101"/>
                  </a:lnTo>
                  <a:lnTo>
                    <a:pt x="70294" y="208991"/>
                  </a:lnTo>
                  <a:lnTo>
                    <a:pt x="69723" y="208838"/>
                  </a:lnTo>
                  <a:lnTo>
                    <a:pt x="68414" y="208927"/>
                  </a:lnTo>
                  <a:lnTo>
                    <a:pt x="67106" y="209003"/>
                  </a:lnTo>
                  <a:lnTo>
                    <a:pt x="66078" y="209397"/>
                  </a:lnTo>
                  <a:lnTo>
                    <a:pt x="66078" y="210197"/>
                  </a:lnTo>
                  <a:lnTo>
                    <a:pt x="65735" y="209778"/>
                  </a:lnTo>
                  <a:lnTo>
                    <a:pt x="66040" y="209423"/>
                  </a:lnTo>
                  <a:lnTo>
                    <a:pt x="66078" y="210197"/>
                  </a:lnTo>
                  <a:lnTo>
                    <a:pt x="66078" y="209397"/>
                  </a:lnTo>
                  <a:lnTo>
                    <a:pt x="70053" y="204736"/>
                  </a:lnTo>
                  <a:lnTo>
                    <a:pt x="69964" y="205244"/>
                  </a:lnTo>
                  <a:lnTo>
                    <a:pt x="70116" y="208305"/>
                  </a:lnTo>
                  <a:lnTo>
                    <a:pt x="70294" y="208991"/>
                  </a:lnTo>
                  <a:lnTo>
                    <a:pt x="70294" y="200101"/>
                  </a:lnTo>
                  <a:lnTo>
                    <a:pt x="63538" y="207975"/>
                  </a:lnTo>
                  <a:lnTo>
                    <a:pt x="61353" y="205435"/>
                  </a:lnTo>
                  <a:lnTo>
                    <a:pt x="61353" y="209778"/>
                  </a:lnTo>
                  <a:lnTo>
                    <a:pt x="57213" y="214604"/>
                  </a:lnTo>
                  <a:lnTo>
                    <a:pt x="57327" y="213995"/>
                  </a:lnTo>
                  <a:lnTo>
                    <a:pt x="57188" y="210921"/>
                  </a:lnTo>
                  <a:lnTo>
                    <a:pt x="56984" y="210248"/>
                  </a:lnTo>
                  <a:lnTo>
                    <a:pt x="57607" y="210388"/>
                  </a:lnTo>
                  <a:lnTo>
                    <a:pt x="58915" y="210299"/>
                  </a:lnTo>
                  <a:lnTo>
                    <a:pt x="60223" y="210223"/>
                  </a:lnTo>
                  <a:lnTo>
                    <a:pt x="61277" y="209829"/>
                  </a:lnTo>
                  <a:lnTo>
                    <a:pt x="61264" y="209689"/>
                  </a:lnTo>
                  <a:lnTo>
                    <a:pt x="61353" y="205435"/>
                  </a:lnTo>
                  <a:lnTo>
                    <a:pt x="60553" y="204495"/>
                  </a:lnTo>
                  <a:lnTo>
                    <a:pt x="60553" y="208864"/>
                  </a:lnTo>
                  <a:lnTo>
                    <a:pt x="60159" y="208762"/>
                  </a:lnTo>
                  <a:lnTo>
                    <a:pt x="57531" y="208927"/>
                  </a:lnTo>
                  <a:lnTo>
                    <a:pt x="56908" y="209169"/>
                  </a:lnTo>
                  <a:lnTo>
                    <a:pt x="57048" y="208445"/>
                  </a:lnTo>
                  <a:lnTo>
                    <a:pt x="56972" y="206921"/>
                  </a:lnTo>
                  <a:lnTo>
                    <a:pt x="56896" y="205384"/>
                  </a:lnTo>
                  <a:lnTo>
                    <a:pt x="56629" y="204444"/>
                  </a:lnTo>
                  <a:lnTo>
                    <a:pt x="56629" y="215290"/>
                  </a:lnTo>
                  <a:lnTo>
                    <a:pt x="42849" y="231355"/>
                  </a:lnTo>
                  <a:lnTo>
                    <a:pt x="38049" y="225780"/>
                  </a:lnTo>
                  <a:lnTo>
                    <a:pt x="39128" y="226034"/>
                  </a:lnTo>
                  <a:lnTo>
                    <a:pt x="41744" y="225869"/>
                  </a:lnTo>
                  <a:lnTo>
                    <a:pt x="42329" y="225653"/>
                  </a:lnTo>
                  <a:lnTo>
                    <a:pt x="42214" y="226352"/>
                  </a:lnTo>
                  <a:lnTo>
                    <a:pt x="42291" y="227888"/>
                  </a:lnTo>
                  <a:lnTo>
                    <a:pt x="42354" y="229412"/>
                  </a:lnTo>
                  <a:lnTo>
                    <a:pt x="42697" y="230632"/>
                  </a:lnTo>
                  <a:lnTo>
                    <a:pt x="43383" y="230593"/>
                  </a:lnTo>
                  <a:lnTo>
                    <a:pt x="43599" y="229336"/>
                  </a:lnTo>
                  <a:lnTo>
                    <a:pt x="43459" y="226275"/>
                  </a:lnTo>
                  <a:lnTo>
                    <a:pt x="43256" y="225590"/>
                  </a:lnTo>
                  <a:lnTo>
                    <a:pt x="43878" y="225729"/>
                  </a:lnTo>
                  <a:lnTo>
                    <a:pt x="45186" y="225653"/>
                  </a:lnTo>
                  <a:lnTo>
                    <a:pt x="46494" y="225564"/>
                  </a:lnTo>
                  <a:lnTo>
                    <a:pt x="47561" y="225183"/>
                  </a:lnTo>
                  <a:lnTo>
                    <a:pt x="47510" y="224370"/>
                  </a:lnTo>
                  <a:lnTo>
                    <a:pt x="46431" y="224116"/>
                  </a:lnTo>
                  <a:lnTo>
                    <a:pt x="43815" y="224282"/>
                  </a:lnTo>
                  <a:lnTo>
                    <a:pt x="43180" y="224510"/>
                  </a:lnTo>
                  <a:lnTo>
                    <a:pt x="43319" y="223786"/>
                  </a:lnTo>
                  <a:lnTo>
                    <a:pt x="43243" y="222262"/>
                  </a:lnTo>
                  <a:lnTo>
                    <a:pt x="43180" y="220738"/>
                  </a:lnTo>
                  <a:lnTo>
                    <a:pt x="42837" y="219506"/>
                  </a:lnTo>
                  <a:lnTo>
                    <a:pt x="42151" y="219544"/>
                  </a:lnTo>
                  <a:lnTo>
                    <a:pt x="41922" y="220802"/>
                  </a:lnTo>
                  <a:lnTo>
                    <a:pt x="42075" y="223875"/>
                  </a:lnTo>
                  <a:lnTo>
                    <a:pt x="42252" y="224561"/>
                  </a:lnTo>
                  <a:lnTo>
                    <a:pt x="41681" y="224409"/>
                  </a:lnTo>
                  <a:lnTo>
                    <a:pt x="40373" y="224497"/>
                  </a:lnTo>
                  <a:lnTo>
                    <a:pt x="39065" y="224574"/>
                  </a:lnTo>
                  <a:lnTo>
                    <a:pt x="37998" y="224967"/>
                  </a:lnTo>
                  <a:lnTo>
                    <a:pt x="38036" y="225767"/>
                  </a:lnTo>
                  <a:lnTo>
                    <a:pt x="24701" y="210210"/>
                  </a:lnTo>
                  <a:lnTo>
                    <a:pt x="25781" y="210464"/>
                  </a:lnTo>
                  <a:lnTo>
                    <a:pt x="28409" y="210299"/>
                  </a:lnTo>
                  <a:lnTo>
                    <a:pt x="28981" y="210083"/>
                  </a:lnTo>
                  <a:lnTo>
                    <a:pt x="28867" y="210781"/>
                  </a:lnTo>
                  <a:lnTo>
                    <a:pt x="28943" y="212318"/>
                  </a:lnTo>
                  <a:lnTo>
                    <a:pt x="29006" y="213842"/>
                  </a:lnTo>
                  <a:lnTo>
                    <a:pt x="29349" y="215074"/>
                  </a:lnTo>
                  <a:lnTo>
                    <a:pt x="30035" y="215023"/>
                  </a:lnTo>
                  <a:lnTo>
                    <a:pt x="30264" y="213766"/>
                  </a:lnTo>
                  <a:lnTo>
                    <a:pt x="30111" y="210705"/>
                  </a:lnTo>
                  <a:lnTo>
                    <a:pt x="29921" y="210032"/>
                  </a:lnTo>
                  <a:lnTo>
                    <a:pt x="30530" y="210172"/>
                  </a:lnTo>
                  <a:lnTo>
                    <a:pt x="31851" y="210083"/>
                  </a:lnTo>
                  <a:lnTo>
                    <a:pt x="33159" y="209994"/>
                  </a:lnTo>
                  <a:lnTo>
                    <a:pt x="34213" y="209613"/>
                  </a:lnTo>
                  <a:lnTo>
                    <a:pt x="34175" y="208800"/>
                  </a:lnTo>
                  <a:lnTo>
                    <a:pt x="33096" y="208546"/>
                  </a:lnTo>
                  <a:lnTo>
                    <a:pt x="30467" y="208711"/>
                  </a:lnTo>
                  <a:lnTo>
                    <a:pt x="29845" y="208940"/>
                  </a:lnTo>
                  <a:lnTo>
                    <a:pt x="29972" y="208216"/>
                  </a:lnTo>
                  <a:lnTo>
                    <a:pt x="29895" y="206692"/>
                  </a:lnTo>
                  <a:lnTo>
                    <a:pt x="29832" y="205168"/>
                  </a:lnTo>
                  <a:lnTo>
                    <a:pt x="29489" y="203936"/>
                  </a:lnTo>
                  <a:lnTo>
                    <a:pt x="29337" y="203949"/>
                  </a:lnTo>
                  <a:lnTo>
                    <a:pt x="42354" y="188772"/>
                  </a:lnTo>
                  <a:lnTo>
                    <a:pt x="42176" y="189750"/>
                  </a:lnTo>
                  <a:lnTo>
                    <a:pt x="42329" y="192811"/>
                  </a:lnTo>
                  <a:lnTo>
                    <a:pt x="42506" y="193497"/>
                  </a:lnTo>
                  <a:lnTo>
                    <a:pt x="41935" y="193344"/>
                  </a:lnTo>
                  <a:lnTo>
                    <a:pt x="40627" y="193433"/>
                  </a:lnTo>
                  <a:lnTo>
                    <a:pt x="39319" y="193522"/>
                  </a:lnTo>
                  <a:lnTo>
                    <a:pt x="38265" y="193903"/>
                  </a:lnTo>
                  <a:lnTo>
                    <a:pt x="38303" y="194716"/>
                  </a:lnTo>
                  <a:lnTo>
                    <a:pt x="39382" y="194970"/>
                  </a:lnTo>
                  <a:lnTo>
                    <a:pt x="42011" y="194805"/>
                  </a:lnTo>
                  <a:lnTo>
                    <a:pt x="42595" y="194589"/>
                  </a:lnTo>
                  <a:lnTo>
                    <a:pt x="42468" y="195287"/>
                  </a:lnTo>
                  <a:lnTo>
                    <a:pt x="42545" y="196824"/>
                  </a:lnTo>
                  <a:lnTo>
                    <a:pt x="42608" y="198348"/>
                  </a:lnTo>
                  <a:lnTo>
                    <a:pt x="42951" y="199580"/>
                  </a:lnTo>
                  <a:lnTo>
                    <a:pt x="43637" y="199529"/>
                  </a:lnTo>
                  <a:lnTo>
                    <a:pt x="43853" y="198272"/>
                  </a:lnTo>
                  <a:lnTo>
                    <a:pt x="43713" y="195211"/>
                  </a:lnTo>
                  <a:lnTo>
                    <a:pt x="43522" y="194538"/>
                  </a:lnTo>
                  <a:lnTo>
                    <a:pt x="44132" y="194678"/>
                  </a:lnTo>
                  <a:lnTo>
                    <a:pt x="45440" y="194589"/>
                  </a:lnTo>
                  <a:lnTo>
                    <a:pt x="46748" y="194500"/>
                  </a:lnTo>
                  <a:lnTo>
                    <a:pt x="47815" y="194119"/>
                  </a:lnTo>
                  <a:lnTo>
                    <a:pt x="56540" y="204177"/>
                  </a:lnTo>
                  <a:lnTo>
                    <a:pt x="55867" y="204203"/>
                  </a:lnTo>
                  <a:lnTo>
                    <a:pt x="55651" y="205460"/>
                  </a:lnTo>
                  <a:lnTo>
                    <a:pt x="55803" y="208521"/>
                  </a:lnTo>
                  <a:lnTo>
                    <a:pt x="55981" y="209207"/>
                  </a:lnTo>
                  <a:lnTo>
                    <a:pt x="55410" y="209067"/>
                  </a:lnTo>
                  <a:lnTo>
                    <a:pt x="54102" y="209143"/>
                  </a:lnTo>
                  <a:lnTo>
                    <a:pt x="52781" y="209232"/>
                  </a:lnTo>
                  <a:lnTo>
                    <a:pt x="51727" y="209613"/>
                  </a:lnTo>
                  <a:lnTo>
                    <a:pt x="51777" y="210426"/>
                  </a:lnTo>
                  <a:lnTo>
                    <a:pt x="52844" y="210680"/>
                  </a:lnTo>
                  <a:lnTo>
                    <a:pt x="55473" y="210515"/>
                  </a:lnTo>
                  <a:lnTo>
                    <a:pt x="56057" y="210312"/>
                  </a:lnTo>
                  <a:lnTo>
                    <a:pt x="55943" y="211010"/>
                  </a:lnTo>
                  <a:lnTo>
                    <a:pt x="56007" y="212534"/>
                  </a:lnTo>
                  <a:lnTo>
                    <a:pt x="56083" y="214071"/>
                  </a:lnTo>
                  <a:lnTo>
                    <a:pt x="56426" y="215290"/>
                  </a:lnTo>
                  <a:lnTo>
                    <a:pt x="56629" y="215290"/>
                  </a:lnTo>
                  <a:lnTo>
                    <a:pt x="56629" y="204444"/>
                  </a:lnTo>
                  <a:lnTo>
                    <a:pt x="56565" y="204216"/>
                  </a:lnTo>
                  <a:lnTo>
                    <a:pt x="60553" y="208864"/>
                  </a:lnTo>
                  <a:lnTo>
                    <a:pt x="60553" y="204495"/>
                  </a:lnTo>
                  <a:lnTo>
                    <a:pt x="47078" y="188760"/>
                  </a:lnTo>
                  <a:lnTo>
                    <a:pt x="47078" y="193154"/>
                  </a:lnTo>
                  <a:lnTo>
                    <a:pt x="46685" y="193052"/>
                  </a:lnTo>
                  <a:lnTo>
                    <a:pt x="44069" y="193217"/>
                  </a:lnTo>
                  <a:lnTo>
                    <a:pt x="43434" y="193459"/>
                  </a:lnTo>
                  <a:lnTo>
                    <a:pt x="43573" y="192735"/>
                  </a:lnTo>
                  <a:lnTo>
                    <a:pt x="43497" y="191198"/>
                  </a:lnTo>
                  <a:lnTo>
                    <a:pt x="43434" y="189674"/>
                  </a:lnTo>
                  <a:lnTo>
                    <a:pt x="43091" y="188493"/>
                  </a:lnTo>
                  <a:lnTo>
                    <a:pt x="47078" y="193154"/>
                  </a:lnTo>
                  <a:lnTo>
                    <a:pt x="47078" y="188760"/>
                  </a:lnTo>
                  <a:lnTo>
                    <a:pt x="46596" y="188188"/>
                  </a:lnTo>
                  <a:lnTo>
                    <a:pt x="43065" y="184086"/>
                  </a:lnTo>
                  <a:lnTo>
                    <a:pt x="43065" y="188455"/>
                  </a:lnTo>
                  <a:lnTo>
                    <a:pt x="42595" y="188480"/>
                  </a:lnTo>
                  <a:lnTo>
                    <a:pt x="42849" y="188188"/>
                  </a:lnTo>
                  <a:lnTo>
                    <a:pt x="43065" y="188455"/>
                  </a:lnTo>
                  <a:lnTo>
                    <a:pt x="43065" y="184086"/>
                  </a:lnTo>
                  <a:lnTo>
                    <a:pt x="42849" y="183832"/>
                  </a:lnTo>
                  <a:lnTo>
                    <a:pt x="28905" y="200101"/>
                  </a:lnTo>
                  <a:lnTo>
                    <a:pt x="28905" y="208991"/>
                  </a:lnTo>
                  <a:lnTo>
                    <a:pt x="28333" y="208838"/>
                  </a:lnTo>
                  <a:lnTo>
                    <a:pt x="27025" y="208927"/>
                  </a:lnTo>
                  <a:lnTo>
                    <a:pt x="25717" y="209003"/>
                  </a:lnTo>
                  <a:lnTo>
                    <a:pt x="24688" y="209397"/>
                  </a:lnTo>
                  <a:lnTo>
                    <a:pt x="24688" y="210197"/>
                  </a:lnTo>
                  <a:lnTo>
                    <a:pt x="24345" y="209778"/>
                  </a:lnTo>
                  <a:lnTo>
                    <a:pt x="24663" y="209410"/>
                  </a:lnTo>
                  <a:lnTo>
                    <a:pt x="24688" y="210197"/>
                  </a:lnTo>
                  <a:lnTo>
                    <a:pt x="24688" y="209397"/>
                  </a:lnTo>
                  <a:lnTo>
                    <a:pt x="28676" y="204736"/>
                  </a:lnTo>
                  <a:lnTo>
                    <a:pt x="28587" y="205244"/>
                  </a:lnTo>
                  <a:lnTo>
                    <a:pt x="28727" y="208305"/>
                  </a:lnTo>
                  <a:lnTo>
                    <a:pt x="28905" y="208991"/>
                  </a:lnTo>
                  <a:lnTo>
                    <a:pt x="28905" y="200101"/>
                  </a:lnTo>
                  <a:lnTo>
                    <a:pt x="20599" y="209778"/>
                  </a:lnTo>
                  <a:lnTo>
                    <a:pt x="42849" y="235724"/>
                  </a:lnTo>
                  <a:lnTo>
                    <a:pt x="46596" y="231355"/>
                  </a:lnTo>
                  <a:lnTo>
                    <a:pt x="63538" y="211594"/>
                  </a:lnTo>
                  <a:lnTo>
                    <a:pt x="82575" y="233781"/>
                  </a:lnTo>
                  <a:lnTo>
                    <a:pt x="82575" y="229425"/>
                  </a:lnTo>
                  <a:lnTo>
                    <a:pt x="66090" y="210210"/>
                  </a:lnTo>
                  <a:lnTo>
                    <a:pt x="67170" y="210464"/>
                  </a:lnTo>
                  <a:lnTo>
                    <a:pt x="69799" y="210299"/>
                  </a:lnTo>
                  <a:lnTo>
                    <a:pt x="70370" y="210083"/>
                  </a:lnTo>
                  <a:lnTo>
                    <a:pt x="70256" y="210781"/>
                  </a:lnTo>
                  <a:lnTo>
                    <a:pt x="70332" y="212318"/>
                  </a:lnTo>
                  <a:lnTo>
                    <a:pt x="70396" y="213842"/>
                  </a:lnTo>
                  <a:lnTo>
                    <a:pt x="70739" y="215074"/>
                  </a:lnTo>
                  <a:lnTo>
                    <a:pt x="71424" y="215023"/>
                  </a:lnTo>
                  <a:lnTo>
                    <a:pt x="71640" y="213766"/>
                  </a:lnTo>
                  <a:lnTo>
                    <a:pt x="71501" y="210705"/>
                  </a:lnTo>
                  <a:lnTo>
                    <a:pt x="71310" y="210032"/>
                  </a:lnTo>
                  <a:lnTo>
                    <a:pt x="71920" y="210172"/>
                  </a:lnTo>
                  <a:lnTo>
                    <a:pt x="73228" y="210083"/>
                  </a:lnTo>
                  <a:lnTo>
                    <a:pt x="74536" y="209994"/>
                  </a:lnTo>
                  <a:lnTo>
                    <a:pt x="75603" y="209613"/>
                  </a:lnTo>
                  <a:lnTo>
                    <a:pt x="75552" y="208800"/>
                  </a:lnTo>
                  <a:lnTo>
                    <a:pt x="74472" y="208546"/>
                  </a:lnTo>
                  <a:lnTo>
                    <a:pt x="71856" y="208711"/>
                  </a:lnTo>
                  <a:lnTo>
                    <a:pt x="71234" y="208940"/>
                  </a:lnTo>
                  <a:lnTo>
                    <a:pt x="71361" y="208216"/>
                  </a:lnTo>
                  <a:lnTo>
                    <a:pt x="71285" y="206692"/>
                  </a:lnTo>
                  <a:lnTo>
                    <a:pt x="71208" y="205168"/>
                  </a:lnTo>
                  <a:lnTo>
                    <a:pt x="70878" y="203936"/>
                  </a:lnTo>
                  <a:lnTo>
                    <a:pt x="70726" y="203949"/>
                  </a:lnTo>
                  <a:lnTo>
                    <a:pt x="82588" y="190119"/>
                  </a:lnTo>
                  <a:lnTo>
                    <a:pt x="82588" y="185750"/>
                  </a:lnTo>
                  <a:close/>
                </a:path>
                <a:path w="83184" h="267334">
                  <a:moveTo>
                    <a:pt x="82613" y="31051"/>
                  </a:moveTo>
                  <a:lnTo>
                    <a:pt x="80454" y="31178"/>
                  </a:lnTo>
                  <a:lnTo>
                    <a:pt x="79387" y="31572"/>
                  </a:lnTo>
                  <a:lnTo>
                    <a:pt x="79438" y="32372"/>
                  </a:lnTo>
                  <a:lnTo>
                    <a:pt x="80518" y="32639"/>
                  </a:lnTo>
                  <a:lnTo>
                    <a:pt x="82613" y="32499"/>
                  </a:lnTo>
                  <a:lnTo>
                    <a:pt x="82613" y="31051"/>
                  </a:lnTo>
                  <a:close/>
                </a:path>
                <a:path w="83184" h="267334">
                  <a:moveTo>
                    <a:pt x="82626" y="0"/>
                  </a:moveTo>
                  <a:lnTo>
                    <a:pt x="80708" y="127"/>
                  </a:lnTo>
                  <a:lnTo>
                    <a:pt x="79641" y="508"/>
                  </a:lnTo>
                  <a:lnTo>
                    <a:pt x="79692" y="1320"/>
                  </a:lnTo>
                  <a:lnTo>
                    <a:pt x="80772" y="1574"/>
                  </a:lnTo>
                  <a:lnTo>
                    <a:pt x="82626" y="1460"/>
                  </a:lnTo>
                  <a:lnTo>
                    <a:pt x="82626" y="0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11757686" y="6928961"/>
              <a:ext cx="83185" cy="275590"/>
            </a:xfrm>
            <a:custGeom>
              <a:avLst/>
              <a:gdLst/>
              <a:ahLst/>
              <a:cxnLst/>
              <a:rect l="l" t="t" r="r" b="b"/>
              <a:pathLst>
                <a:path w="83184" h="275590">
                  <a:moveTo>
                    <a:pt x="47561" y="39433"/>
                  </a:moveTo>
                  <a:lnTo>
                    <a:pt x="47510" y="38620"/>
                  </a:lnTo>
                  <a:lnTo>
                    <a:pt x="46431" y="38366"/>
                  </a:lnTo>
                  <a:lnTo>
                    <a:pt x="43815" y="38531"/>
                  </a:lnTo>
                  <a:lnTo>
                    <a:pt x="42760" y="38925"/>
                  </a:lnTo>
                  <a:lnTo>
                    <a:pt x="41681" y="38671"/>
                  </a:lnTo>
                  <a:lnTo>
                    <a:pt x="40373" y="38747"/>
                  </a:lnTo>
                  <a:lnTo>
                    <a:pt x="39065" y="38836"/>
                  </a:lnTo>
                  <a:lnTo>
                    <a:pt x="37998" y="39217"/>
                  </a:lnTo>
                  <a:lnTo>
                    <a:pt x="38049" y="40030"/>
                  </a:lnTo>
                  <a:lnTo>
                    <a:pt x="39128" y="40284"/>
                  </a:lnTo>
                  <a:lnTo>
                    <a:pt x="41744" y="40119"/>
                  </a:lnTo>
                  <a:lnTo>
                    <a:pt x="42329" y="39916"/>
                  </a:lnTo>
                  <a:lnTo>
                    <a:pt x="42214" y="40614"/>
                  </a:lnTo>
                  <a:lnTo>
                    <a:pt x="42291" y="42138"/>
                  </a:lnTo>
                  <a:lnTo>
                    <a:pt x="42354" y="43662"/>
                  </a:lnTo>
                  <a:lnTo>
                    <a:pt x="42697" y="44894"/>
                  </a:lnTo>
                  <a:lnTo>
                    <a:pt x="43383" y="44856"/>
                  </a:lnTo>
                  <a:lnTo>
                    <a:pt x="43599" y="43599"/>
                  </a:lnTo>
                  <a:lnTo>
                    <a:pt x="43459" y="40525"/>
                  </a:lnTo>
                  <a:lnTo>
                    <a:pt x="43256" y="39852"/>
                  </a:lnTo>
                  <a:lnTo>
                    <a:pt x="43878" y="39992"/>
                  </a:lnTo>
                  <a:lnTo>
                    <a:pt x="45186" y="39903"/>
                  </a:lnTo>
                  <a:lnTo>
                    <a:pt x="46494" y="39814"/>
                  </a:lnTo>
                  <a:lnTo>
                    <a:pt x="47561" y="39433"/>
                  </a:lnTo>
                  <a:close/>
                </a:path>
                <a:path w="83184" h="275590">
                  <a:moveTo>
                    <a:pt x="47815" y="8369"/>
                  </a:moveTo>
                  <a:lnTo>
                    <a:pt x="47764" y="7569"/>
                  </a:lnTo>
                  <a:lnTo>
                    <a:pt x="46685" y="7302"/>
                  </a:lnTo>
                  <a:lnTo>
                    <a:pt x="44069" y="7467"/>
                  </a:lnTo>
                  <a:lnTo>
                    <a:pt x="43434" y="7708"/>
                  </a:lnTo>
                  <a:lnTo>
                    <a:pt x="43573" y="6985"/>
                  </a:lnTo>
                  <a:lnTo>
                    <a:pt x="43497" y="5461"/>
                  </a:lnTo>
                  <a:lnTo>
                    <a:pt x="43434" y="3924"/>
                  </a:lnTo>
                  <a:lnTo>
                    <a:pt x="43091" y="2705"/>
                  </a:lnTo>
                  <a:lnTo>
                    <a:pt x="42405" y="2743"/>
                  </a:lnTo>
                  <a:lnTo>
                    <a:pt x="42176" y="4000"/>
                  </a:lnTo>
                  <a:lnTo>
                    <a:pt x="42329" y="7073"/>
                  </a:lnTo>
                  <a:lnTo>
                    <a:pt x="42506" y="7747"/>
                  </a:lnTo>
                  <a:lnTo>
                    <a:pt x="41935" y="7607"/>
                  </a:lnTo>
                  <a:lnTo>
                    <a:pt x="40627" y="7683"/>
                  </a:lnTo>
                  <a:lnTo>
                    <a:pt x="39319" y="7772"/>
                  </a:lnTo>
                  <a:lnTo>
                    <a:pt x="38265" y="8153"/>
                  </a:lnTo>
                  <a:lnTo>
                    <a:pt x="38303" y="8966"/>
                  </a:lnTo>
                  <a:lnTo>
                    <a:pt x="39382" y="9232"/>
                  </a:lnTo>
                  <a:lnTo>
                    <a:pt x="42011" y="9055"/>
                  </a:lnTo>
                  <a:lnTo>
                    <a:pt x="42595" y="8851"/>
                  </a:lnTo>
                  <a:lnTo>
                    <a:pt x="42468" y="9550"/>
                  </a:lnTo>
                  <a:lnTo>
                    <a:pt x="42545" y="11074"/>
                  </a:lnTo>
                  <a:lnTo>
                    <a:pt x="42608" y="12611"/>
                  </a:lnTo>
                  <a:lnTo>
                    <a:pt x="42951" y="13830"/>
                  </a:lnTo>
                  <a:lnTo>
                    <a:pt x="43637" y="13792"/>
                  </a:lnTo>
                  <a:lnTo>
                    <a:pt x="43853" y="12534"/>
                  </a:lnTo>
                  <a:lnTo>
                    <a:pt x="43713" y="9461"/>
                  </a:lnTo>
                  <a:lnTo>
                    <a:pt x="43522" y="8788"/>
                  </a:lnTo>
                  <a:lnTo>
                    <a:pt x="44132" y="8928"/>
                  </a:lnTo>
                  <a:lnTo>
                    <a:pt x="45440" y="8839"/>
                  </a:lnTo>
                  <a:lnTo>
                    <a:pt x="46748" y="8763"/>
                  </a:lnTo>
                  <a:lnTo>
                    <a:pt x="47815" y="8369"/>
                  </a:lnTo>
                  <a:close/>
                </a:path>
                <a:path w="83184" h="275590">
                  <a:moveTo>
                    <a:pt x="61277" y="24091"/>
                  </a:moveTo>
                  <a:lnTo>
                    <a:pt x="61239" y="23279"/>
                  </a:lnTo>
                  <a:lnTo>
                    <a:pt x="60159" y="23025"/>
                  </a:lnTo>
                  <a:lnTo>
                    <a:pt x="57531" y="23190"/>
                  </a:lnTo>
                  <a:lnTo>
                    <a:pt x="56908" y="23418"/>
                  </a:lnTo>
                  <a:lnTo>
                    <a:pt x="57048" y="22694"/>
                  </a:lnTo>
                  <a:lnTo>
                    <a:pt x="56972" y="21170"/>
                  </a:lnTo>
                  <a:lnTo>
                    <a:pt x="56896" y="19646"/>
                  </a:lnTo>
                  <a:lnTo>
                    <a:pt x="56565" y="18415"/>
                  </a:lnTo>
                  <a:lnTo>
                    <a:pt x="55867" y="18453"/>
                  </a:lnTo>
                  <a:lnTo>
                    <a:pt x="55651" y="19710"/>
                  </a:lnTo>
                  <a:lnTo>
                    <a:pt x="55803" y="22783"/>
                  </a:lnTo>
                  <a:lnTo>
                    <a:pt x="55981" y="23469"/>
                  </a:lnTo>
                  <a:lnTo>
                    <a:pt x="55410" y="23317"/>
                  </a:lnTo>
                  <a:lnTo>
                    <a:pt x="54102" y="23406"/>
                  </a:lnTo>
                  <a:lnTo>
                    <a:pt x="52781" y="23482"/>
                  </a:lnTo>
                  <a:lnTo>
                    <a:pt x="51727" y="23876"/>
                  </a:lnTo>
                  <a:lnTo>
                    <a:pt x="51777" y="24676"/>
                  </a:lnTo>
                  <a:lnTo>
                    <a:pt x="52844" y="24942"/>
                  </a:lnTo>
                  <a:lnTo>
                    <a:pt x="55473" y="24777"/>
                  </a:lnTo>
                  <a:lnTo>
                    <a:pt x="56057" y="24561"/>
                  </a:lnTo>
                  <a:lnTo>
                    <a:pt x="55943" y="25260"/>
                  </a:lnTo>
                  <a:lnTo>
                    <a:pt x="56007" y="26797"/>
                  </a:lnTo>
                  <a:lnTo>
                    <a:pt x="56083" y="28321"/>
                  </a:lnTo>
                  <a:lnTo>
                    <a:pt x="56426" y="29540"/>
                  </a:lnTo>
                  <a:lnTo>
                    <a:pt x="57099" y="29502"/>
                  </a:lnTo>
                  <a:lnTo>
                    <a:pt x="57327" y="28244"/>
                  </a:lnTo>
                  <a:lnTo>
                    <a:pt x="57188" y="25184"/>
                  </a:lnTo>
                  <a:lnTo>
                    <a:pt x="56984" y="24498"/>
                  </a:lnTo>
                  <a:lnTo>
                    <a:pt x="57607" y="24638"/>
                  </a:lnTo>
                  <a:lnTo>
                    <a:pt x="58915" y="24561"/>
                  </a:lnTo>
                  <a:lnTo>
                    <a:pt x="60223" y="24472"/>
                  </a:lnTo>
                  <a:lnTo>
                    <a:pt x="61277" y="24091"/>
                  </a:lnTo>
                  <a:close/>
                </a:path>
                <a:path w="83184" h="275590">
                  <a:moveTo>
                    <a:pt x="65100" y="217424"/>
                  </a:moveTo>
                  <a:lnTo>
                    <a:pt x="61353" y="213067"/>
                  </a:lnTo>
                  <a:lnTo>
                    <a:pt x="61353" y="217424"/>
                  </a:lnTo>
                  <a:lnTo>
                    <a:pt x="57213" y="222250"/>
                  </a:lnTo>
                  <a:lnTo>
                    <a:pt x="57327" y="221640"/>
                  </a:lnTo>
                  <a:lnTo>
                    <a:pt x="57188" y="218567"/>
                  </a:lnTo>
                  <a:lnTo>
                    <a:pt x="56984" y="217893"/>
                  </a:lnTo>
                  <a:lnTo>
                    <a:pt x="57607" y="218033"/>
                  </a:lnTo>
                  <a:lnTo>
                    <a:pt x="58915" y="217957"/>
                  </a:lnTo>
                  <a:lnTo>
                    <a:pt x="60223" y="217868"/>
                  </a:lnTo>
                  <a:lnTo>
                    <a:pt x="61277" y="217474"/>
                  </a:lnTo>
                  <a:lnTo>
                    <a:pt x="61264" y="217335"/>
                  </a:lnTo>
                  <a:lnTo>
                    <a:pt x="61353" y="213067"/>
                  </a:lnTo>
                  <a:lnTo>
                    <a:pt x="60553" y="212128"/>
                  </a:lnTo>
                  <a:lnTo>
                    <a:pt x="60553" y="216509"/>
                  </a:lnTo>
                  <a:lnTo>
                    <a:pt x="60159" y="216408"/>
                  </a:lnTo>
                  <a:lnTo>
                    <a:pt x="57531" y="216573"/>
                  </a:lnTo>
                  <a:lnTo>
                    <a:pt x="56908" y="216814"/>
                  </a:lnTo>
                  <a:lnTo>
                    <a:pt x="57048" y="216090"/>
                  </a:lnTo>
                  <a:lnTo>
                    <a:pt x="56972" y="214566"/>
                  </a:lnTo>
                  <a:lnTo>
                    <a:pt x="56896" y="213029"/>
                  </a:lnTo>
                  <a:lnTo>
                    <a:pt x="56629" y="212090"/>
                  </a:lnTo>
                  <a:lnTo>
                    <a:pt x="56629" y="222935"/>
                  </a:lnTo>
                  <a:lnTo>
                    <a:pt x="42849" y="239001"/>
                  </a:lnTo>
                  <a:lnTo>
                    <a:pt x="38061" y="233438"/>
                  </a:lnTo>
                  <a:lnTo>
                    <a:pt x="39128" y="233680"/>
                  </a:lnTo>
                  <a:lnTo>
                    <a:pt x="41744" y="233514"/>
                  </a:lnTo>
                  <a:lnTo>
                    <a:pt x="42329" y="233299"/>
                  </a:lnTo>
                  <a:lnTo>
                    <a:pt x="42214" y="234010"/>
                  </a:lnTo>
                  <a:lnTo>
                    <a:pt x="42291" y="235534"/>
                  </a:lnTo>
                  <a:lnTo>
                    <a:pt x="42354" y="237058"/>
                  </a:lnTo>
                  <a:lnTo>
                    <a:pt x="42697" y="238290"/>
                  </a:lnTo>
                  <a:lnTo>
                    <a:pt x="43383" y="238239"/>
                  </a:lnTo>
                  <a:lnTo>
                    <a:pt x="43599" y="236982"/>
                  </a:lnTo>
                  <a:lnTo>
                    <a:pt x="43459" y="233921"/>
                  </a:lnTo>
                  <a:lnTo>
                    <a:pt x="43268" y="233248"/>
                  </a:lnTo>
                  <a:lnTo>
                    <a:pt x="43878" y="233387"/>
                  </a:lnTo>
                  <a:lnTo>
                    <a:pt x="45186" y="233299"/>
                  </a:lnTo>
                  <a:lnTo>
                    <a:pt x="46494" y="233210"/>
                  </a:lnTo>
                  <a:lnTo>
                    <a:pt x="47561" y="232829"/>
                  </a:lnTo>
                  <a:lnTo>
                    <a:pt x="47510" y="232016"/>
                  </a:lnTo>
                  <a:lnTo>
                    <a:pt x="46431" y="231762"/>
                  </a:lnTo>
                  <a:lnTo>
                    <a:pt x="43815" y="231927"/>
                  </a:lnTo>
                  <a:lnTo>
                    <a:pt x="43180" y="232156"/>
                  </a:lnTo>
                  <a:lnTo>
                    <a:pt x="43319" y="231444"/>
                  </a:lnTo>
                  <a:lnTo>
                    <a:pt x="43243" y="229908"/>
                  </a:lnTo>
                  <a:lnTo>
                    <a:pt x="43180" y="228384"/>
                  </a:lnTo>
                  <a:lnTo>
                    <a:pt x="42837" y="227152"/>
                  </a:lnTo>
                  <a:lnTo>
                    <a:pt x="42151" y="227203"/>
                  </a:lnTo>
                  <a:lnTo>
                    <a:pt x="41922" y="228460"/>
                  </a:lnTo>
                  <a:lnTo>
                    <a:pt x="42075" y="231521"/>
                  </a:lnTo>
                  <a:lnTo>
                    <a:pt x="42252" y="232206"/>
                  </a:lnTo>
                  <a:lnTo>
                    <a:pt x="41681" y="232054"/>
                  </a:lnTo>
                  <a:lnTo>
                    <a:pt x="40373" y="232143"/>
                  </a:lnTo>
                  <a:lnTo>
                    <a:pt x="39065" y="232232"/>
                  </a:lnTo>
                  <a:lnTo>
                    <a:pt x="37998" y="232613"/>
                  </a:lnTo>
                  <a:lnTo>
                    <a:pt x="38036" y="233413"/>
                  </a:lnTo>
                  <a:lnTo>
                    <a:pt x="24714" y="217868"/>
                  </a:lnTo>
                  <a:lnTo>
                    <a:pt x="25781" y="218109"/>
                  </a:lnTo>
                  <a:lnTo>
                    <a:pt x="28409" y="217944"/>
                  </a:lnTo>
                  <a:lnTo>
                    <a:pt x="28981" y="217741"/>
                  </a:lnTo>
                  <a:lnTo>
                    <a:pt x="28867" y="218440"/>
                  </a:lnTo>
                  <a:lnTo>
                    <a:pt x="28943" y="219964"/>
                  </a:lnTo>
                  <a:lnTo>
                    <a:pt x="29006" y="221488"/>
                  </a:lnTo>
                  <a:lnTo>
                    <a:pt x="29349" y="222719"/>
                  </a:lnTo>
                  <a:lnTo>
                    <a:pt x="30035" y="222681"/>
                  </a:lnTo>
                  <a:lnTo>
                    <a:pt x="30264" y="221424"/>
                  </a:lnTo>
                  <a:lnTo>
                    <a:pt x="30111" y="218351"/>
                  </a:lnTo>
                  <a:lnTo>
                    <a:pt x="29921" y="217678"/>
                  </a:lnTo>
                  <a:lnTo>
                    <a:pt x="30530" y="217817"/>
                  </a:lnTo>
                  <a:lnTo>
                    <a:pt x="31851" y="217728"/>
                  </a:lnTo>
                  <a:lnTo>
                    <a:pt x="33159" y="217652"/>
                  </a:lnTo>
                  <a:lnTo>
                    <a:pt x="34213" y="217258"/>
                  </a:lnTo>
                  <a:lnTo>
                    <a:pt x="34175" y="216458"/>
                  </a:lnTo>
                  <a:lnTo>
                    <a:pt x="33096" y="216192"/>
                  </a:lnTo>
                  <a:lnTo>
                    <a:pt x="30467" y="216357"/>
                  </a:lnTo>
                  <a:lnTo>
                    <a:pt x="29845" y="216598"/>
                  </a:lnTo>
                  <a:lnTo>
                    <a:pt x="29972" y="215874"/>
                  </a:lnTo>
                  <a:lnTo>
                    <a:pt x="29895" y="214337"/>
                  </a:lnTo>
                  <a:lnTo>
                    <a:pt x="29832" y="212813"/>
                  </a:lnTo>
                  <a:lnTo>
                    <a:pt x="29489" y="211582"/>
                  </a:lnTo>
                  <a:lnTo>
                    <a:pt x="29337" y="211594"/>
                  </a:lnTo>
                  <a:lnTo>
                    <a:pt x="42341" y="196430"/>
                  </a:lnTo>
                  <a:lnTo>
                    <a:pt x="42176" y="197396"/>
                  </a:lnTo>
                  <a:lnTo>
                    <a:pt x="42329" y="200456"/>
                  </a:lnTo>
                  <a:lnTo>
                    <a:pt x="42506" y="201142"/>
                  </a:lnTo>
                  <a:lnTo>
                    <a:pt x="41935" y="201002"/>
                  </a:lnTo>
                  <a:lnTo>
                    <a:pt x="40627" y="201079"/>
                  </a:lnTo>
                  <a:lnTo>
                    <a:pt x="39319" y="201168"/>
                  </a:lnTo>
                  <a:lnTo>
                    <a:pt x="38265" y="201549"/>
                  </a:lnTo>
                  <a:lnTo>
                    <a:pt x="38303" y="202361"/>
                  </a:lnTo>
                  <a:lnTo>
                    <a:pt x="39382" y="202615"/>
                  </a:lnTo>
                  <a:lnTo>
                    <a:pt x="42011" y="202450"/>
                  </a:lnTo>
                  <a:lnTo>
                    <a:pt x="42595" y="202234"/>
                  </a:lnTo>
                  <a:lnTo>
                    <a:pt x="42468" y="202946"/>
                  </a:lnTo>
                  <a:lnTo>
                    <a:pt x="42545" y="204470"/>
                  </a:lnTo>
                  <a:lnTo>
                    <a:pt x="42608" y="206006"/>
                  </a:lnTo>
                  <a:lnTo>
                    <a:pt x="42951" y="207225"/>
                  </a:lnTo>
                  <a:lnTo>
                    <a:pt x="43637" y="207187"/>
                  </a:lnTo>
                  <a:lnTo>
                    <a:pt x="43853" y="205930"/>
                  </a:lnTo>
                  <a:lnTo>
                    <a:pt x="43713" y="202857"/>
                  </a:lnTo>
                  <a:lnTo>
                    <a:pt x="43522" y="202184"/>
                  </a:lnTo>
                  <a:lnTo>
                    <a:pt x="44132" y="202323"/>
                  </a:lnTo>
                  <a:lnTo>
                    <a:pt x="45440" y="202234"/>
                  </a:lnTo>
                  <a:lnTo>
                    <a:pt x="46748" y="202158"/>
                  </a:lnTo>
                  <a:lnTo>
                    <a:pt x="47815" y="201764"/>
                  </a:lnTo>
                  <a:lnTo>
                    <a:pt x="56540" y="211823"/>
                  </a:lnTo>
                  <a:lnTo>
                    <a:pt x="55867" y="211848"/>
                  </a:lnTo>
                  <a:lnTo>
                    <a:pt x="55651" y="213106"/>
                  </a:lnTo>
                  <a:lnTo>
                    <a:pt x="55803" y="216179"/>
                  </a:lnTo>
                  <a:lnTo>
                    <a:pt x="55981" y="216865"/>
                  </a:lnTo>
                  <a:lnTo>
                    <a:pt x="55410" y="216712"/>
                  </a:lnTo>
                  <a:lnTo>
                    <a:pt x="54102" y="216801"/>
                  </a:lnTo>
                  <a:lnTo>
                    <a:pt x="52781" y="216877"/>
                  </a:lnTo>
                  <a:lnTo>
                    <a:pt x="51727" y="217271"/>
                  </a:lnTo>
                  <a:lnTo>
                    <a:pt x="51777" y="218071"/>
                  </a:lnTo>
                  <a:lnTo>
                    <a:pt x="52844" y="218338"/>
                  </a:lnTo>
                  <a:lnTo>
                    <a:pt x="55473" y="218173"/>
                  </a:lnTo>
                  <a:lnTo>
                    <a:pt x="56057" y="217957"/>
                  </a:lnTo>
                  <a:lnTo>
                    <a:pt x="55943" y="218655"/>
                  </a:lnTo>
                  <a:lnTo>
                    <a:pt x="56007" y="220179"/>
                  </a:lnTo>
                  <a:lnTo>
                    <a:pt x="56083" y="221716"/>
                  </a:lnTo>
                  <a:lnTo>
                    <a:pt x="56426" y="222935"/>
                  </a:lnTo>
                  <a:lnTo>
                    <a:pt x="56629" y="222935"/>
                  </a:lnTo>
                  <a:lnTo>
                    <a:pt x="56629" y="212090"/>
                  </a:lnTo>
                  <a:lnTo>
                    <a:pt x="56565" y="211861"/>
                  </a:lnTo>
                  <a:lnTo>
                    <a:pt x="60553" y="216509"/>
                  </a:lnTo>
                  <a:lnTo>
                    <a:pt x="60553" y="212128"/>
                  </a:lnTo>
                  <a:lnTo>
                    <a:pt x="47066" y="196405"/>
                  </a:lnTo>
                  <a:lnTo>
                    <a:pt x="47066" y="200799"/>
                  </a:lnTo>
                  <a:lnTo>
                    <a:pt x="46685" y="200698"/>
                  </a:lnTo>
                  <a:lnTo>
                    <a:pt x="44069" y="200863"/>
                  </a:lnTo>
                  <a:lnTo>
                    <a:pt x="43434" y="201104"/>
                  </a:lnTo>
                  <a:lnTo>
                    <a:pt x="43573" y="200380"/>
                  </a:lnTo>
                  <a:lnTo>
                    <a:pt x="43497" y="198843"/>
                  </a:lnTo>
                  <a:lnTo>
                    <a:pt x="43434" y="197319"/>
                  </a:lnTo>
                  <a:lnTo>
                    <a:pt x="43091" y="196151"/>
                  </a:lnTo>
                  <a:lnTo>
                    <a:pt x="47066" y="200799"/>
                  </a:lnTo>
                  <a:lnTo>
                    <a:pt x="47066" y="196405"/>
                  </a:lnTo>
                  <a:lnTo>
                    <a:pt x="46596" y="195846"/>
                  </a:lnTo>
                  <a:lnTo>
                    <a:pt x="43065" y="191731"/>
                  </a:lnTo>
                  <a:lnTo>
                    <a:pt x="43065" y="196113"/>
                  </a:lnTo>
                  <a:lnTo>
                    <a:pt x="42608" y="196138"/>
                  </a:lnTo>
                  <a:lnTo>
                    <a:pt x="42849" y="195846"/>
                  </a:lnTo>
                  <a:lnTo>
                    <a:pt x="43065" y="196113"/>
                  </a:lnTo>
                  <a:lnTo>
                    <a:pt x="43065" y="191731"/>
                  </a:lnTo>
                  <a:lnTo>
                    <a:pt x="42849" y="191477"/>
                  </a:lnTo>
                  <a:lnTo>
                    <a:pt x="28905" y="207746"/>
                  </a:lnTo>
                  <a:lnTo>
                    <a:pt x="28905" y="216636"/>
                  </a:lnTo>
                  <a:lnTo>
                    <a:pt x="28333" y="216484"/>
                  </a:lnTo>
                  <a:lnTo>
                    <a:pt x="27025" y="216573"/>
                  </a:lnTo>
                  <a:lnTo>
                    <a:pt x="25717" y="216662"/>
                  </a:lnTo>
                  <a:lnTo>
                    <a:pt x="24688" y="217043"/>
                  </a:lnTo>
                  <a:lnTo>
                    <a:pt x="24688" y="217843"/>
                  </a:lnTo>
                  <a:lnTo>
                    <a:pt x="24345" y="217424"/>
                  </a:lnTo>
                  <a:lnTo>
                    <a:pt x="24663" y="217055"/>
                  </a:lnTo>
                  <a:lnTo>
                    <a:pt x="24688" y="217843"/>
                  </a:lnTo>
                  <a:lnTo>
                    <a:pt x="24688" y="217043"/>
                  </a:lnTo>
                  <a:lnTo>
                    <a:pt x="28663" y="212382"/>
                  </a:lnTo>
                  <a:lnTo>
                    <a:pt x="28587" y="212890"/>
                  </a:lnTo>
                  <a:lnTo>
                    <a:pt x="28727" y="215950"/>
                  </a:lnTo>
                  <a:lnTo>
                    <a:pt x="28905" y="216636"/>
                  </a:lnTo>
                  <a:lnTo>
                    <a:pt x="28905" y="207746"/>
                  </a:lnTo>
                  <a:lnTo>
                    <a:pt x="20599" y="217424"/>
                  </a:lnTo>
                  <a:lnTo>
                    <a:pt x="42849" y="243370"/>
                  </a:lnTo>
                  <a:lnTo>
                    <a:pt x="46596" y="239001"/>
                  </a:lnTo>
                  <a:lnTo>
                    <a:pt x="65100" y="217424"/>
                  </a:lnTo>
                  <a:close/>
                </a:path>
                <a:path w="83184" h="275590">
                  <a:moveTo>
                    <a:pt x="82562" y="245897"/>
                  </a:moveTo>
                  <a:lnTo>
                    <a:pt x="81495" y="244665"/>
                  </a:lnTo>
                  <a:lnTo>
                    <a:pt x="81495" y="249034"/>
                  </a:lnTo>
                  <a:lnTo>
                    <a:pt x="63004" y="270611"/>
                  </a:lnTo>
                  <a:lnTo>
                    <a:pt x="44500" y="249034"/>
                  </a:lnTo>
                  <a:lnTo>
                    <a:pt x="48806" y="244017"/>
                  </a:lnTo>
                  <a:lnTo>
                    <a:pt x="48729" y="244487"/>
                  </a:lnTo>
                  <a:lnTo>
                    <a:pt x="48869" y="247561"/>
                  </a:lnTo>
                  <a:lnTo>
                    <a:pt x="49212" y="248793"/>
                  </a:lnTo>
                  <a:lnTo>
                    <a:pt x="49885" y="248742"/>
                  </a:lnTo>
                  <a:lnTo>
                    <a:pt x="50114" y="247472"/>
                  </a:lnTo>
                  <a:lnTo>
                    <a:pt x="50050" y="245948"/>
                  </a:lnTo>
                  <a:lnTo>
                    <a:pt x="49974" y="244424"/>
                  </a:lnTo>
                  <a:lnTo>
                    <a:pt x="49631" y="243192"/>
                  </a:lnTo>
                  <a:lnTo>
                    <a:pt x="49491" y="243205"/>
                  </a:lnTo>
                  <a:lnTo>
                    <a:pt x="63004" y="227457"/>
                  </a:lnTo>
                  <a:lnTo>
                    <a:pt x="81495" y="249034"/>
                  </a:lnTo>
                  <a:lnTo>
                    <a:pt x="81495" y="244665"/>
                  </a:lnTo>
                  <a:lnTo>
                    <a:pt x="66738" y="227457"/>
                  </a:lnTo>
                  <a:lnTo>
                    <a:pt x="63004" y="223088"/>
                  </a:lnTo>
                  <a:lnTo>
                    <a:pt x="40754" y="249034"/>
                  </a:lnTo>
                  <a:lnTo>
                    <a:pt x="63004" y="274980"/>
                  </a:lnTo>
                  <a:lnTo>
                    <a:pt x="66738" y="270611"/>
                  </a:lnTo>
                  <a:lnTo>
                    <a:pt x="82550" y="252171"/>
                  </a:lnTo>
                  <a:lnTo>
                    <a:pt x="82562" y="245897"/>
                  </a:lnTo>
                  <a:close/>
                </a:path>
                <a:path w="83184" h="275590">
                  <a:moveTo>
                    <a:pt x="82588" y="52539"/>
                  </a:moveTo>
                  <a:lnTo>
                    <a:pt x="81495" y="51269"/>
                  </a:lnTo>
                  <a:lnTo>
                    <a:pt x="81495" y="55638"/>
                  </a:lnTo>
                  <a:lnTo>
                    <a:pt x="77355" y="60464"/>
                  </a:lnTo>
                  <a:lnTo>
                    <a:pt x="77470" y="59855"/>
                  </a:lnTo>
                  <a:lnTo>
                    <a:pt x="77330" y="56781"/>
                  </a:lnTo>
                  <a:lnTo>
                    <a:pt x="77139" y="56108"/>
                  </a:lnTo>
                  <a:lnTo>
                    <a:pt x="77749" y="56248"/>
                  </a:lnTo>
                  <a:lnTo>
                    <a:pt x="79057" y="56159"/>
                  </a:lnTo>
                  <a:lnTo>
                    <a:pt x="80365" y="56083"/>
                  </a:lnTo>
                  <a:lnTo>
                    <a:pt x="81432" y="55689"/>
                  </a:lnTo>
                  <a:lnTo>
                    <a:pt x="81419" y="55562"/>
                  </a:lnTo>
                  <a:lnTo>
                    <a:pt x="81495" y="51269"/>
                  </a:lnTo>
                  <a:lnTo>
                    <a:pt x="80695" y="50342"/>
                  </a:lnTo>
                  <a:lnTo>
                    <a:pt x="80695" y="54724"/>
                  </a:lnTo>
                  <a:lnTo>
                    <a:pt x="80314" y="54622"/>
                  </a:lnTo>
                  <a:lnTo>
                    <a:pt x="77685" y="54787"/>
                  </a:lnTo>
                  <a:lnTo>
                    <a:pt x="77050" y="55029"/>
                  </a:lnTo>
                  <a:lnTo>
                    <a:pt x="77190" y="54305"/>
                  </a:lnTo>
                  <a:lnTo>
                    <a:pt x="77114" y="52781"/>
                  </a:lnTo>
                  <a:lnTo>
                    <a:pt x="77050" y="51244"/>
                  </a:lnTo>
                  <a:lnTo>
                    <a:pt x="76771" y="50304"/>
                  </a:lnTo>
                  <a:lnTo>
                    <a:pt x="76771" y="61150"/>
                  </a:lnTo>
                  <a:lnTo>
                    <a:pt x="63004" y="77216"/>
                  </a:lnTo>
                  <a:lnTo>
                    <a:pt x="58204" y="71640"/>
                  </a:lnTo>
                  <a:lnTo>
                    <a:pt x="59270" y="71894"/>
                  </a:lnTo>
                  <a:lnTo>
                    <a:pt x="61899" y="71729"/>
                  </a:lnTo>
                  <a:lnTo>
                    <a:pt x="62471" y="71513"/>
                  </a:lnTo>
                  <a:lnTo>
                    <a:pt x="62357" y="72212"/>
                  </a:lnTo>
                  <a:lnTo>
                    <a:pt x="62433" y="73748"/>
                  </a:lnTo>
                  <a:lnTo>
                    <a:pt x="62509" y="75272"/>
                  </a:lnTo>
                  <a:lnTo>
                    <a:pt x="62839" y="76504"/>
                  </a:lnTo>
                  <a:lnTo>
                    <a:pt x="63525" y="76454"/>
                  </a:lnTo>
                  <a:lnTo>
                    <a:pt x="63754" y="75196"/>
                  </a:lnTo>
                  <a:lnTo>
                    <a:pt x="63601" y="72136"/>
                  </a:lnTo>
                  <a:lnTo>
                    <a:pt x="63411" y="71462"/>
                  </a:lnTo>
                  <a:lnTo>
                    <a:pt x="64020" y="71602"/>
                  </a:lnTo>
                  <a:lnTo>
                    <a:pt x="65341" y="71513"/>
                  </a:lnTo>
                  <a:lnTo>
                    <a:pt x="66649" y="71424"/>
                  </a:lnTo>
                  <a:lnTo>
                    <a:pt x="67703" y="71043"/>
                  </a:lnTo>
                  <a:lnTo>
                    <a:pt x="67665" y="70231"/>
                  </a:lnTo>
                  <a:lnTo>
                    <a:pt x="66586" y="69977"/>
                  </a:lnTo>
                  <a:lnTo>
                    <a:pt x="63957" y="70142"/>
                  </a:lnTo>
                  <a:lnTo>
                    <a:pt x="63334" y="70370"/>
                  </a:lnTo>
                  <a:lnTo>
                    <a:pt x="63461" y="69646"/>
                  </a:lnTo>
                  <a:lnTo>
                    <a:pt x="63398" y="68122"/>
                  </a:lnTo>
                  <a:lnTo>
                    <a:pt x="63322" y="66598"/>
                  </a:lnTo>
                  <a:lnTo>
                    <a:pt x="62979" y="65366"/>
                  </a:lnTo>
                  <a:lnTo>
                    <a:pt x="62293" y="65417"/>
                  </a:lnTo>
                  <a:lnTo>
                    <a:pt x="62077" y="66675"/>
                  </a:lnTo>
                  <a:lnTo>
                    <a:pt x="62217" y="69735"/>
                  </a:lnTo>
                  <a:lnTo>
                    <a:pt x="62395" y="70421"/>
                  </a:lnTo>
                  <a:lnTo>
                    <a:pt x="61823" y="70269"/>
                  </a:lnTo>
                  <a:lnTo>
                    <a:pt x="60515" y="70358"/>
                  </a:lnTo>
                  <a:lnTo>
                    <a:pt x="59207" y="70434"/>
                  </a:lnTo>
                  <a:lnTo>
                    <a:pt x="58153" y="70827"/>
                  </a:lnTo>
                  <a:lnTo>
                    <a:pt x="58178" y="71615"/>
                  </a:lnTo>
                  <a:lnTo>
                    <a:pt x="44869" y="56083"/>
                  </a:lnTo>
                  <a:lnTo>
                    <a:pt x="45923" y="56324"/>
                  </a:lnTo>
                  <a:lnTo>
                    <a:pt x="48552" y="56159"/>
                  </a:lnTo>
                  <a:lnTo>
                    <a:pt x="49123" y="55956"/>
                  </a:lnTo>
                  <a:lnTo>
                    <a:pt x="49009" y="56654"/>
                  </a:lnTo>
                  <a:lnTo>
                    <a:pt x="49085" y="58178"/>
                  </a:lnTo>
                  <a:lnTo>
                    <a:pt x="49161" y="59702"/>
                  </a:lnTo>
                  <a:lnTo>
                    <a:pt x="49491" y="60934"/>
                  </a:lnTo>
                  <a:lnTo>
                    <a:pt x="50177" y="60883"/>
                  </a:lnTo>
                  <a:lnTo>
                    <a:pt x="50406" y="59639"/>
                  </a:lnTo>
                  <a:lnTo>
                    <a:pt x="50253" y="56565"/>
                  </a:lnTo>
                  <a:lnTo>
                    <a:pt x="50063" y="55880"/>
                  </a:lnTo>
                  <a:lnTo>
                    <a:pt x="50685" y="56032"/>
                  </a:lnTo>
                  <a:lnTo>
                    <a:pt x="51993" y="55943"/>
                  </a:lnTo>
                  <a:lnTo>
                    <a:pt x="53301" y="55854"/>
                  </a:lnTo>
                  <a:lnTo>
                    <a:pt x="54356" y="55473"/>
                  </a:lnTo>
                  <a:lnTo>
                    <a:pt x="54317" y="54660"/>
                  </a:lnTo>
                  <a:lnTo>
                    <a:pt x="53238" y="54406"/>
                  </a:lnTo>
                  <a:lnTo>
                    <a:pt x="50609" y="54571"/>
                  </a:lnTo>
                  <a:lnTo>
                    <a:pt x="49974" y="54813"/>
                  </a:lnTo>
                  <a:lnTo>
                    <a:pt x="50114" y="54089"/>
                  </a:lnTo>
                  <a:lnTo>
                    <a:pt x="50050" y="52552"/>
                  </a:lnTo>
                  <a:lnTo>
                    <a:pt x="49974" y="51028"/>
                  </a:lnTo>
                  <a:lnTo>
                    <a:pt x="49631" y="49796"/>
                  </a:lnTo>
                  <a:lnTo>
                    <a:pt x="49491" y="49809"/>
                  </a:lnTo>
                  <a:lnTo>
                    <a:pt x="62496" y="34645"/>
                  </a:lnTo>
                  <a:lnTo>
                    <a:pt x="62331" y="35610"/>
                  </a:lnTo>
                  <a:lnTo>
                    <a:pt x="62471" y="38671"/>
                  </a:lnTo>
                  <a:lnTo>
                    <a:pt x="62649" y="39357"/>
                  </a:lnTo>
                  <a:lnTo>
                    <a:pt x="62077" y="39217"/>
                  </a:lnTo>
                  <a:lnTo>
                    <a:pt x="60769" y="39293"/>
                  </a:lnTo>
                  <a:lnTo>
                    <a:pt x="59461" y="39382"/>
                  </a:lnTo>
                  <a:lnTo>
                    <a:pt x="58407" y="39763"/>
                  </a:lnTo>
                  <a:lnTo>
                    <a:pt x="58445" y="40576"/>
                  </a:lnTo>
                  <a:lnTo>
                    <a:pt x="59524" y="40830"/>
                  </a:lnTo>
                  <a:lnTo>
                    <a:pt x="62153" y="40665"/>
                  </a:lnTo>
                  <a:lnTo>
                    <a:pt x="62725" y="40462"/>
                  </a:lnTo>
                  <a:lnTo>
                    <a:pt x="62611" y="41160"/>
                  </a:lnTo>
                  <a:lnTo>
                    <a:pt x="62687" y="42684"/>
                  </a:lnTo>
                  <a:lnTo>
                    <a:pt x="62763" y="44208"/>
                  </a:lnTo>
                  <a:lnTo>
                    <a:pt x="63093" y="45440"/>
                  </a:lnTo>
                  <a:lnTo>
                    <a:pt x="63779" y="45402"/>
                  </a:lnTo>
                  <a:lnTo>
                    <a:pt x="64008" y="44145"/>
                  </a:lnTo>
                  <a:lnTo>
                    <a:pt x="63855" y="41071"/>
                  </a:lnTo>
                  <a:lnTo>
                    <a:pt x="63665" y="40386"/>
                  </a:lnTo>
                  <a:lnTo>
                    <a:pt x="64287" y="40538"/>
                  </a:lnTo>
                  <a:lnTo>
                    <a:pt x="65595" y="40449"/>
                  </a:lnTo>
                  <a:lnTo>
                    <a:pt x="66903" y="40373"/>
                  </a:lnTo>
                  <a:lnTo>
                    <a:pt x="67957" y="39979"/>
                  </a:lnTo>
                  <a:lnTo>
                    <a:pt x="67945" y="39852"/>
                  </a:lnTo>
                  <a:lnTo>
                    <a:pt x="76682" y="50038"/>
                  </a:lnTo>
                  <a:lnTo>
                    <a:pt x="76022" y="50063"/>
                  </a:lnTo>
                  <a:lnTo>
                    <a:pt x="75793" y="51320"/>
                  </a:lnTo>
                  <a:lnTo>
                    <a:pt x="75946" y="54394"/>
                  </a:lnTo>
                  <a:lnTo>
                    <a:pt x="76123" y="55079"/>
                  </a:lnTo>
                  <a:lnTo>
                    <a:pt x="75552" y="54927"/>
                  </a:lnTo>
                  <a:lnTo>
                    <a:pt x="74244" y="55016"/>
                  </a:lnTo>
                  <a:lnTo>
                    <a:pt x="72936" y="55092"/>
                  </a:lnTo>
                  <a:lnTo>
                    <a:pt x="71869" y="55486"/>
                  </a:lnTo>
                  <a:lnTo>
                    <a:pt x="71920" y="56286"/>
                  </a:lnTo>
                  <a:lnTo>
                    <a:pt x="72999" y="56553"/>
                  </a:lnTo>
                  <a:lnTo>
                    <a:pt x="75628" y="56388"/>
                  </a:lnTo>
                  <a:lnTo>
                    <a:pt x="76200" y="56172"/>
                  </a:lnTo>
                  <a:lnTo>
                    <a:pt x="76085" y="56870"/>
                  </a:lnTo>
                  <a:lnTo>
                    <a:pt x="76161" y="58394"/>
                  </a:lnTo>
                  <a:lnTo>
                    <a:pt x="76225" y="59931"/>
                  </a:lnTo>
                  <a:lnTo>
                    <a:pt x="76568" y="61150"/>
                  </a:lnTo>
                  <a:lnTo>
                    <a:pt x="76771" y="61150"/>
                  </a:lnTo>
                  <a:lnTo>
                    <a:pt x="76771" y="50304"/>
                  </a:lnTo>
                  <a:lnTo>
                    <a:pt x="76708" y="50076"/>
                  </a:lnTo>
                  <a:lnTo>
                    <a:pt x="80695" y="54724"/>
                  </a:lnTo>
                  <a:lnTo>
                    <a:pt x="80695" y="50342"/>
                  </a:lnTo>
                  <a:lnTo>
                    <a:pt x="67233" y="34645"/>
                  </a:lnTo>
                  <a:lnTo>
                    <a:pt x="67233" y="39014"/>
                  </a:lnTo>
                  <a:lnTo>
                    <a:pt x="66840" y="38912"/>
                  </a:lnTo>
                  <a:lnTo>
                    <a:pt x="64211" y="39077"/>
                  </a:lnTo>
                  <a:lnTo>
                    <a:pt x="63588" y="39319"/>
                  </a:lnTo>
                  <a:lnTo>
                    <a:pt x="63715" y="38595"/>
                  </a:lnTo>
                  <a:lnTo>
                    <a:pt x="63652" y="37058"/>
                  </a:lnTo>
                  <a:lnTo>
                    <a:pt x="63576" y="35534"/>
                  </a:lnTo>
                  <a:lnTo>
                    <a:pt x="63233" y="34340"/>
                  </a:lnTo>
                  <a:lnTo>
                    <a:pt x="67233" y="39014"/>
                  </a:lnTo>
                  <a:lnTo>
                    <a:pt x="67233" y="34645"/>
                  </a:lnTo>
                  <a:lnTo>
                    <a:pt x="66738" y="34061"/>
                  </a:lnTo>
                  <a:lnTo>
                    <a:pt x="63220" y="29946"/>
                  </a:lnTo>
                  <a:lnTo>
                    <a:pt x="63220" y="34328"/>
                  </a:lnTo>
                  <a:lnTo>
                    <a:pt x="62763" y="34353"/>
                  </a:lnTo>
                  <a:lnTo>
                    <a:pt x="63004" y="34061"/>
                  </a:lnTo>
                  <a:lnTo>
                    <a:pt x="63220" y="34328"/>
                  </a:lnTo>
                  <a:lnTo>
                    <a:pt x="63220" y="29946"/>
                  </a:lnTo>
                  <a:lnTo>
                    <a:pt x="63004" y="29692"/>
                  </a:lnTo>
                  <a:lnTo>
                    <a:pt x="49047" y="45974"/>
                  </a:lnTo>
                  <a:lnTo>
                    <a:pt x="49047" y="54851"/>
                  </a:lnTo>
                  <a:lnTo>
                    <a:pt x="48475" y="54698"/>
                  </a:lnTo>
                  <a:lnTo>
                    <a:pt x="47167" y="54787"/>
                  </a:lnTo>
                  <a:lnTo>
                    <a:pt x="45859" y="54876"/>
                  </a:lnTo>
                  <a:lnTo>
                    <a:pt x="44831" y="55257"/>
                  </a:lnTo>
                  <a:lnTo>
                    <a:pt x="44831" y="56045"/>
                  </a:lnTo>
                  <a:lnTo>
                    <a:pt x="44500" y="55638"/>
                  </a:lnTo>
                  <a:lnTo>
                    <a:pt x="44805" y="55283"/>
                  </a:lnTo>
                  <a:lnTo>
                    <a:pt x="44831" y="56045"/>
                  </a:lnTo>
                  <a:lnTo>
                    <a:pt x="44831" y="55257"/>
                  </a:lnTo>
                  <a:lnTo>
                    <a:pt x="48806" y="50609"/>
                  </a:lnTo>
                  <a:lnTo>
                    <a:pt x="48729" y="51104"/>
                  </a:lnTo>
                  <a:lnTo>
                    <a:pt x="48869" y="54165"/>
                  </a:lnTo>
                  <a:lnTo>
                    <a:pt x="49047" y="54851"/>
                  </a:lnTo>
                  <a:lnTo>
                    <a:pt x="49047" y="45974"/>
                  </a:lnTo>
                  <a:lnTo>
                    <a:pt x="42621" y="53467"/>
                  </a:lnTo>
                  <a:lnTo>
                    <a:pt x="40754" y="51295"/>
                  </a:lnTo>
                  <a:lnTo>
                    <a:pt x="40754" y="55638"/>
                  </a:lnTo>
                  <a:lnTo>
                    <a:pt x="36614" y="60464"/>
                  </a:lnTo>
                  <a:lnTo>
                    <a:pt x="36728" y="59855"/>
                  </a:lnTo>
                  <a:lnTo>
                    <a:pt x="36576" y="56781"/>
                  </a:lnTo>
                  <a:lnTo>
                    <a:pt x="36385" y="56108"/>
                  </a:lnTo>
                  <a:lnTo>
                    <a:pt x="37007" y="56248"/>
                  </a:lnTo>
                  <a:lnTo>
                    <a:pt x="38315" y="56159"/>
                  </a:lnTo>
                  <a:lnTo>
                    <a:pt x="39624" y="56083"/>
                  </a:lnTo>
                  <a:lnTo>
                    <a:pt x="40678" y="55689"/>
                  </a:lnTo>
                  <a:lnTo>
                    <a:pt x="40665" y="55549"/>
                  </a:lnTo>
                  <a:lnTo>
                    <a:pt x="40754" y="51295"/>
                  </a:lnTo>
                  <a:lnTo>
                    <a:pt x="39954" y="50355"/>
                  </a:lnTo>
                  <a:lnTo>
                    <a:pt x="39954" y="54724"/>
                  </a:lnTo>
                  <a:lnTo>
                    <a:pt x="39560" y="54622"/>
                  </a:lnTo>
                  <a:lnTo>
                    <a:pt x="36931" y="54787"/>
                  </a:lnTo>
                  <a:lnTo>
                    <a:pt x="36296" y="55029"/>
                  </a:lnTo>
                  <a:lnTo>
                    <a:pt x="36436" y="54305"/>
                  </a:lnTo>
                  <a:lnTo>
                    <a:pt x="36372" y="52781"/>
                  </a:lnTo>
                  <a:lnTo>
                    <a:pt x="36296" y="51244"/>
                  </a:lnTo>
                  <a:lnTo>
                    <a:pt x="36029" y="50304"/>
                  </a:lnTo>
                  <a:lnTo>
                    <a:pt x="36029" y="61150"/>
                  </a:lnTo>
                  <a:lnTo>
                    <a:pt x="22250" y="77216"/>
                  </a:lnTo>
                  <a:lnTo>
                    <a:pt x="17449" y="71640"/>
                  </a:lnTo>
                  <a:lnTo>
                    <a:pt x="18516" y="71894"/>
                  </a:lnTo>
                  <a:lnTo>
                    <a:pt x="21145" y="71729"/>
                  </a:lnTo>
                  <a:lnTo>
                    <a:pt x="21729" y="71513"/>
                  </a:lnTo>
                  <a:lnTo>
                    <a:pt x="21602" y="72212"/>
                  </a:lnTo>
                  <a:lnTo>
                    <a:pt x="21678" y="73748"/>
                  </a:lnTo>
                  <a:lnTo>
                    <a:pt x="21755" y="75272"/>
                  </a:lnTo>
                  <a:lnTo>
                    <a:pt x="22085" y="76504"/>
                  </a:lnTo>
                  <a:lnTo>
                    <a:pt x="22783" y="76454"/>
                  </a:lnTo>
                  <a:lnTo>
                    <a:pt x="22999" y="75196"/>
                  </a:lnTo>
                  <a:lnTo>
                    <a:pt x="22860" y="72136"/>
                  </a:lnTo>
                  <a:lnTo>
                    <a:pt x="22669" y="71462"/>
                  </a:lnTo>
                  <a:lnTo>
                    <a:pt x="23279" y="71602"/>
                  </a:lnTo>
                  <a:lnTo>
                    <a:pt x="24587" y="71513"/>
                  </a:lnTo>
                  <a:lnTo>
                    <a:pt x="25895" y="71424"/>
                  </a:lnTo>
                  <a:lnTo>
                    <a:pt x="26949" y="71043"/>
                  </a:lnTo>
                  <a:lnTo>
                    <a:pt x="26911" y="70231"/>
                  </a:lnTo>
                  <a:lnTo>
                    <a:pt x="25831" y="69977"/>
                  </a:lnTo>
                  <a:lnTo>
                    <a:pt x="23202" y="70142"/>
                  </a:lnTo>
                  <a:lnTo>
                    <a:pt x="22580" y="70370"/>
                  </a:lnTo>
                  <a:lnTo>
                    <a:pt x="22720" y="69646"/>
                  </a:lnTo>
                  <a:lnTo>
                    <a:pt x="22644" y="68122"/>
                  </a:lnTo>
                  <a:lnTo>
                    <a:pt x="22567" y="66598"/>
                  </a:lnTo>
                  <a:lnTo>
                    <a:pt x="22237" y="65366"/>
                  </a:lnTo>
                  <a:lnTo>
                    <a:pt x="21539" y="65417"/>
                  </a:lnTo>
                  <a:lnTo>
                    <a:pt x="21323" y="66675"/>
                  </a:lnTo>
                  <a:lnTo>
                    <a:pt x="21475" y="69735"/>
                  </a:lnTo>
                  <a:lnTo>
                    <a:pt x="21653" y="70421"/>
                  </a:lnTo>
                  <a:lnTo>
                    <a:pt x="21069" y="70269"/>
                  </a:lnTo>
                  <a:lnTo>
                    <a:pt x="19761" y="70358"/>
                  </a:lnTo>
                  <a:lnTo>
                    <a:pt x="18453" y="70434"/>
                  </a:lnTo>
                  <a:lnTo>
                    <a:pt x="17399" y="70827"/>
                  </a:lnTo>
                  <a:lnTo>
                    <a:pt x="17424" y="71615"/>
                  </a:lnTo>
                  <a:lnTo>
                    <a:pt x="4114" y="56083"/>
                  </a:lnTo>
                  <a:lnTo>
                    <a:pt x="5168" y="56324"/>
                  </a:lnTo>
                  <a:lnTo>
                    <a:pt x="7797" y="56159"/>
                  </a:lnTo>
                  <a:lnTo>
                    <a:pt x="8382" y="55956"/>
                  </a:lnTo>
                  <a:lnTo>
                    <a:pt x="8255" y="56654"/>
                  </a:lnTo>
                  <a:lnTo>
                    <a:pt x="8331" y="58178"/>
                  </a:lnTo>
                  <a:lnTo>
                    <a:pt x="8407" y="59702"/>
                  </a:lnTo>
                  <a:lnTo>
                    <a:pt x="8737" y="60934"/>
                  </a:lnTo>
                  <a:lnTo>
                    <a:pt x="9436" y="60883"/>
                  </a:lnTo>
                  <a:lnTo>
                    <a:pt x="9652" y="59639"/>
                  </a:lnTo>
                  <a:lnTo>
                    <a:pt x="9512" y="56565"/>
                  </a:lnTo>
                  <a:lnTo>
                    <a:pt x="9309" y="55892"/>
                  </a:lnTo>
                  <a:lnTo>
                    <a:pt x="9931" y="56032"/>
                  </a:lnTo>
                  <a:lnTo>
                    <a:pt x="11239" y="55943"/>
                  </a:lnTo>
                  <a:lnTo>
                    <a:pt x="12547" y="55854"/>
                  </a:lnTo>
                  <a:lnTo>
                    <a:pt x="13601" y="55473"/>
                  </a:lnTo>
                  <a:lnTo>
                    <a:pt x="13589" y="55067"/>
                  </a:lnTo>
                  <a:lnTo>
                    <a:pt x="13563" y="54660"/>
                  </a:lnTo>
                  <a:lnTo>
                    <a:pt x="12484" y="54406"/>
                  </a:lnTo>
                  <a:lnTo>
                    <a:pt x="9855" y="54571"/>
                  </a:lnTo>
                  <a:lnTo>
                    <a:pt x="9232" y="54813"/>
                  </a:lnTo>
                  <a:lnTo>
                    <a:pt x="9372" y="54089"/>
                  </a:lnTo>
                  <a:lnTo>
                    <a:pt x="9296" y="52552"/>
                  </a:lnTo>
                  <a:lnTo>
                    <a:pt x="9220" y="51028"/>
                  </a:lnTo>
                  <a:lnTo>
                    <a:pt x="8890" y="49796"/>
                  </a:lnTo>
                  <a:lnTo>
                    <a:pt x="8826" y="55372"/>
                  </a:lnTo>
                  <a:lnTo>
                    <a:pt x="8826" y="49809"/>
                  </a:lnTo>
                  <a:lnTo>
                    <a:pt x="21742" y="34645"/>
                  </a:lnTo>
                  <a:lnTo>
                    <a:pt x="21577" y="35610"/>
                  </a:lnTo>
                  <a:lnTo>
                    <a:pt x="21729" y="38671"/>
                  </a:lnTo>
                  <a:lnTo>
                    <a:pt x="21907" y="39357"/>
                  </a:lnTo>
                  <a:lnTo>
                    <a:pt x="21323" y="39217"/>
                  </a:lnTo>
                  <a:lnTo>
                    <a:pt x="20015" y="39293"/>
                  </a:lnTo>
                  <a:lnTo>
                    <a:pt x="18707" y="39382"/>
                  </a:lnTo>
                  <a:lnTo>
                    <a:pt x="17653" y="39763"/>
                  </a:lnTo>
                  <a:lnTo>
                    <a:pt x="17691" y="40576"/>
                  </a:lnTo>
                  <a:lnTo>
                    <a:pt x="18770" y="40830"/>
                  </a:lnTo>
                  <a:lnTo>
                    <a:pt x="21399" y="40665"/>
                  </a:lnTo>
                  <a:lnTo>
                    <a:pt x="21983" y="40462"/>
                  </a:lnTo>
                  <a:lnTo>
                    <a:pt x="21856" y="41160"/>
                  </a:lnTo>
                  <a:lnTo>
                    <a:pt x="21932" y="42684"/>
                  </a:lnTo>
                  <a:lnTo>
                    <a:pt x="22009" y="44208"/>
                  </a:lnTo>
                  <a:lnTo>
                    <a:pt x="22339" y="45440"/>
                  </a:lnTo>
                  <a:lnTo>
                    <a:pt x="23037" y="45402"/>
                  </a:lnTo>
                  <a:lnTo>
                    <a:pt x="23253" y="44145"/>
                  </a:lnTo>
                  <a:lnTo>
                    <a:pt x="23114" y="41071"/>
                  </a:lnTo>
                  <a:lnTo>
                    <a:pt x="22910" y="40398"/>
                  </a:lnTo>
                  <a:lnTo>
                    <a:pt x="23533" y="40538"/>
                  </a:lnTo>
                  <a:lnTo>
                    <a:pt x="24841" y="40449"/>
                  </a:lnTo>
                  <a:lnTo>
                    <a:pt x="26149" y="40373"/>
                  </a:lnTo>
                  <a:lnTo>
                    <a:pt x="27203" y="39979"/>
                  </a:lnTo>
                  <a:lnTo>
                    <a:pt x="27190" y="39852"/>
                  </a:lnTo>
                  <a:lnTo>
                    <a:pt x="35941" y="50038"/>
                  </a:lnTo>
                  <a:lnTo>
                    <a:pt x="35267" y="50063"/>
                  </a:lnTo>
                  <a:lnTo>
                    <a:pt x="35052" y="51320"/>
                  </a:lnTo>
                  <a:lnTo>
                    <a:pt x="35191" y="54394"/>
                  </a:lnTo>
                  <a:lnTo>
                    <a:pt x="35382" y="55079"/>
                  </a:lnTo>
                  <a:lnTo>
                    <a:pt x="34798" y="54927"/>
                  </a:lnTo>
                  <a:lnTo>
                    <a:pt x="33489" y="55016"/>
                  </a:lnTo>
                  <a:lnTo>
                    <a:pt x="32181" y="55092"/>
                  </a:lnTo>
                  <a:lnTo>
                    <a:pt x="31127" y="55486"/>
                  </a:lnTo>
                  <a:lnTo>
                    <a:pt x="31165" y="56286"/>
                  </a:lnTo>
                  <a:lnTo>
                    <a:pt x="32245" y="56553"/>
                  </a:lnTo>
                  <a:lnTo>
                    <a:pt x="34874" y="56388"/>
                  </a:lnTo>
                  <a:lnTo>
                    <a:pt x="35445" y="56172"/>
                  </a:lnTo>
                  <a:lnTo>
                    <a:pt x="35331" y="56870"/>
                  </a:lnTo>
                  <a:lnTo>
                    <a:pt x="35407" y="58394"/>
                  </a:lnTo>
                  <a:lnTo>
                    <a:pt x="35483" y="59931"/>
                  </a:lnTo>
                  <a:lnTo>
                    <a:pt x="35814" y="61150"/>
                  </a:lnTo>
                  <a:lnTo>
                    <a:pt x="36029" y="61150"/>
                  </a:lnTo>
                  <a:lnTo>
                    <a:pt x="36029" y="50304"/>
                  </a:lnTo>
                  <a:lnTo>
                    <a:pt x="35966" y="50076"/>
                  </a:lnTo>
                  <a:lnTo>
                    <a:pt x="39954" y="54724"/>
                  </a:lnTo>
                  <a:lnTo>
                    <a:pt x="39954" y="50355"/>
                  </a:lnTo>
                  <a:lnTo>
                    <a:pt x="26466" y="34620"/>
                  </a:lnTo>
                  <a:lnTo>
                    <a:pt x="26466" y="39014"/>
                  </a:lnTo>
                  <a:lnTo>
                    <a:pt x="26085" y="38912"/>
                  </a:lnTo>
                  <a:lnTo>
                    <a:pt x="23456" y="39077"/>
                  </a:lnTo>
                  <a:lnTo>
                    <a:pt x="22834" y="39319"/>
                  </a:lnTo>
                  <a:lnTo>
                    <a:pt x="22974" y="38595"/>
                  </a:lnTo>
                  <a:lnTo>
                    <a:pt x="22898" y="37058"/>
                  </a:lnTo>
                  <a:lnTo>
                    <a:pt x="22821" y="35534"/>
                  </a:lnTo>
                  <a:lnTo>
                    <a:pt x="22491" y="34366"/>
                  </a:lnTo>
                  <a:lnTo>
                    <a:pt x="26466" y="39014"/>
                  </a:lnTo>
                  <a:lnTo>
                    <a:pt x="26466" y="34620"/>
                  </a:lnTo>
                  <a:lnTo>
                    <a:pt x="25996" y="34061"/>
                  </a:lnTo>
                  <a:lnTo>
                    <a:pt x="22466" y="29946"/>
                  </a:lnTo>
                  <a:lnTo>
                    <a:pt x="22466" y="34328"/>
                  </a:lnTo>
                  <a:lnTo>
                    <a:pt x="22009" y="34353"/>
                  </a:lnTo>
                  <a:lnTo>
                    <a:pt x="22250" y="34061"/>
                  </a:lnTo>
                  <a:lnTo>
                    <a:pt x="22466" y="34328"/>
                  </a:lnTo>
                  <a:lnTo>
                    <a:pt x="22466" y="29946"/>
                  </a:lnTo>
                  <a:lnTo>
                    <a:pt x="22250" y="29692"/>
                  </a:lnTo>
                  <a:lnTo>
                    <a:pt x="8305" y="45961"/>
                  </a:lnTo>
                  <a:lnTo>
                    <a:pt x="8305" y="54851"/>
                  </a:lnTo>
                  <a:lnTo>
                    <a:pt x="7734" y="54698"/>
                  </a:lnTo>
                  <a:lnTo>
                    <a:pt x="6413" y="54787"/>
                  </a:lnTo>
                  <a:lnTo>
                    <a:pt x="5105" y="54876"/>
                  </a:lnTo>
                  <a:lnTo>
                    <a:pt x="4076" y="55257"/>
                  </a:lnTo>
                  <a:lnTo>
                    <a:pt x="4076" y="56045"/>
                  </a:lnTo>
                  <a:lnTo>
                    <a:pt x="3746" y="55638"/>
                  </a:lnTo>
                  <a:lnTo>
                    <a:pt x="4051" y="55283"/>
                  </a:lnTo>
                  <a:lnTo>
                    <a:pt x="4076" y="56045"/>
                  </a:lnTo>
                  <a:lnTo>
                    <a:pt x="4076" y="55257"/>
                  </a:lnTo>
                  <a:lnTo>
                    <a:pt x="8051" y="50609"/>
                  </a:lnTo>
                  <a:lnTo>
                    <a:pt x="7975" y="51104"/>
                  </a:lnTo>
                  <a:lnTo>
                    <a:pt x="8128" y="54165"/>
                  </a:lnTo>
                  <a:lnTo>
                    <a:pt x="8305" y="54851"/>
                  </a:lnTo>
                  <a:lnTo>
                    <a:pt x="8305" y="45961"/>
                  </a:lnTo>
                  <a:lnTo>
                    <a:pt x="0" y="55638"/>
                  </a:lnTo>
                  <a:lnTo>
                    <a:pt x="22250" y="81584"/>
                  </a:lnTo>
                  <a:lnTo>
                    <a:pt x="25996" y="77216"/>
                  </a:lnTo>
                  <a:lnTo>
                    <a:pt x="42621" y="57823"/>
                  </a:lnTo>
                  <a:lnTo>
                    <a:pt x="63004" y="81584"/>
                  </a:lnTo>
                  <a:lnTo>
                    <a:pt x="66738" y="77216"/>
                  </a:lnTo>
                  <a:lnTo>
                    <a:pt x="82588" y="58737"/>
                  </a:lnTo>
                  <a:lnTo>
                    <a:pt x="82588" y="52539"/>
                  </a:lnTo>
                  <a:close/>
                </a:path>
                <a:path w="83184" h="275590">
                  <a:moveTo>
                    <a:pt x="82600" y="7645"/>
                  </a:moveTo>
                  <a:lnTo>
                    <a:pt x="80708" y="7772"/>
                  </a:lnTo>
                  <a:lnTo>
                    <a:pt x="79641" y="8153"/>
                  </a:lnTo>
                  <a:lnTo>
                    <a:pt x="79692" y="8966"/>
                  </a:lnTo>
                  <a:lnTo>
                    <a:pt x="80772" y="9232"/>
                  </a:lnTo>
                  <a:lnTo>
                    <a:pt x="82600" y="9105"/>
                  </a:lnTo>
                  <a:lnTo>
                    <a:pt x="82600" y="7645"/>
                  </a:lnTo>
                  <a:close/>
                </a:path>
                <a:path w="83184" h="275590">
                  <a:moveTo>
                    <a:pt x="82600" y="0"/>
                  </a:moveTo>
                  <a:lnTo>
                    <a:pt x="70294" y="14363"/>
                  </a:lnTo>
                  <a:lnTo>
                    <a:pt x="70294" y="23241"/>
                  </a:lnTo>
                  <a:lnTo>
                    <a:pt x="69723" y="23101"/>
                  </a:lnTo>
                  <a:lnTo>
                    <a:pt x="68414" y="23177"/>
                  </a:lnTo>
                  <a:lnTo>
                    <a:pt x="67106" y="23266"/>
                  </a:lnTo>
                  <a:lnTo>
                    <a:pt x="66078" y="23647"/>
                  </a:lnTo>
                  <a:lnTo>
                    <a:pt x="66078" y="24447"/>
                  </a:lnTo>
                  <a:lnTo>
                    <a:pt x="65735" y="24028"/>
                  </a:lnTo>
                  <a:lnTo>
                    <a:pt x="66040" y="23672"/>
                  </a:lnTo>
                  <a:lnTo>
                    <a:pt x="66078" y="24447"/>
                  </a:lnTo>
                  <a:lnTo>
                    <a:pt x="66078" y="23647"/>
                  </a:lnTo>
                  <a:lnTo>
                    <a:pt x="70053" y="18986"/>
                  </a:lnTo>
                  <a:lnTo>
                    <a:pt x="69964" y="19494"/>
                  </a:lnTo>
                  <a:lnTo>
                    <a:pt x="70116" y="22555"/>
                  </a:lnTo>
                  <a:lnTo>
                    <a:pt x="70294" y="23241"/>
                  </a:lnTo>
                  <a:lnTo>
                    <a:pt x="70294" y="14363"/>
                  </a:lnTo>
                  <a:lnTo>
                    <a:pt x="62001" y="24028"/>
                  </a:lnTo>
                  <a:lnTo>
                    <a:pt x="82588" y="48056"/>
                  </a:lnTo>
                  <a:lnTo>
                    <a:pt x="82588" y="43688"/>
                  </a:lnTo>
                  <a:lnTo>
                    <a:pt x="79451" y="40043"/>
                  </a:lnTo>
                  <a:lnTo>
                    <a:pt x="80518" y="40284"/>
                  </a:lnTo>
                  <a:lnTo>
                    <a:pt x="82588" y="40157"/>
                  </a:lnTo>
                  <a:lnTo>
                    <a:pt x="82588" y="38696"/>
                  </a:lnTo>
                  <a:lnTo>
                    <a:pt x="80454" y="38836"/>
                  </a:lnTo>
                  <a:lnTo>
                    <a:pt x="79387" y="39217"/>
                  </a:lnTo>
                  <a:lnTo>
                    <a:pt x="79425" y="40017"/>
                  </a:lnTo>
                  <a:lnTo>
                    <a:pt x="66103" y="24472"/>
                  </a:lnTo>
                  <a:lnTo>
                    <a:pt x="67170" y="24714"/>
                  </a:lnTo>
                  <a:lnTo>
                    <a:pt x="69799" y="24549"/>
                  </a:lnTo>
                  <a:lnTo>
                    <a:pt x="70370" y="24345"/>
                  </a:lnTo>
                  <a:lnTo>
                    <a:pt x="70256" y="25044"/>
                  </a:lnTo>
                  <a:lnTo>
                    <a:pt x="70332" y="26568"/>
                  </a:lnTo>
                  <a:lnTo>
                    <a:pt x="70396" y="28105"/>
                  </a:lnTo>
                  <a:lnTo>
                    <a:pt x="70739" y="29324"/>
                  </a:lnTo>
                  <a:lnTo>
                    <a:pt x="71424" y="29286"/>
                  </a:lnTo>
                  <a:lnTo>
                    <a:pt x="71640" y="28028"/>
                  </a:lnTo>
                  <a:lnTo>
                    <a:pt x="71501" y="24955"/>
                  </a:lnTo>
                  <a:lnTo>
                    <a:pt x="71310" y="24282"/>
                  </a:lnTo>
                  <a:lnTo>
                    <a:pt x="71920" y="24422"/>
                  </a:lnTo>
                  <a:lnTo>
                    <a:pt x="73228" y="24333"/>
                  </a:lnTo>
                  <a:lnTo>
                    <a:pt x="74536" y="24257"/>
                  </a:lnTo>
                  <a:lnTo>
                    <a:pt x="75603" y="23863"/>
                  </a:lnTo>
                  <a:lnTo>
                    <a:pt x="75552" y="23063"/>
                  </a:lnTo>
                  <a:lnTo>
                    <a:pt x="74472" y="22796"/>
                  </a:lnTo>
                  <a:lnTo>
                    <a:pt x="71856" y="22961"/>
                  </a:lnTo>
                  <a:lnTo>
                    <a:pt x="71234" y="23202"/>
                  </a:lnTo>
                  <a:lnTo>
                    <a:pt x="71361" y="22479"/>
                  </a:lnTo>
                  <a:lnTo>
                    <a:pt x="71285" y="20955"/>
                  </a:lnTo>
                  <a:lnTo>
                    <a:pt x="71208" y="19418"/>
                  </a:lnTo>
                  <a:lnTo>
                    <a:pt x="70878" y="18199"/>
                  </a:lnTo>
                  <a:lnTo>
                    <a:pt x="70713" y="18211"/>
                  </a:lnTo>
                  <a:lnTo>
                    <a:pt x="82600" y="4356"/>
                  </a:lnTo>
                  <a:lnTo>
                    <a:pt x="82600" y="0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11757686" y="7055415"/>
              <a:ext cx="83185" cy="148590"/>
            </a:xfrm>
            <a:custGeom>
              <a:avLst/>
              <a:gdLst/>
              <a:ahLst/>
              <a:cxnLst/>
              <a:rect l="l" t="t" r="r" b="b"/>
              <a:pathLst>
                <a:path w="83184" h="148590">
                  <a:moveTo>
                    <a:pt x="44500" y="122580"/>
                  </a:moveTo>
                  <a:lnTo>
                    <a:pt x="40754" y="118224"/>
                  </a:lnTo>
                  <a:lnTo>
                    <a:pt x="40754" y="122580"/>
                  </a:lnTo>
                  <a:lnTo>
                    <a:pt x="36614" y="127406"/>
                  </a:lnTo>
                  <a:lnTo>
                    <a:pt x="36728" y="126796"/>
                  </a:lnTo>
                  <a:lnTo>
                    <a:pt x="36576" y="123723"/>
                  </a:lnTo>
                  <a:lnTo>
                    <a:pt x="36385" y="123050"/>
                  </a:lnTo>
                  <a:lnTo>
                    <a:pt x="37007" y="123190"/>
                  </a:lnTo>
                  <a:lnTo>
                    <a:pt x="38315" y="123101"/>
                  </a:lnTo>
                  <a:lnTo>
                    <a:pt x="39624" y="123024"/>
                  </a:lnTo>
                  <a:lnTo>
                    <a:pt x="40678" y="122631"/>
                  </a:lnTo>
                  <a:lnTo>
                    <a:pt x="40665" y="122491"/>
                  </a:lnTo>
                  <a:lnTo>
                    <a:pt x="40754" y="118224"/>
                  </a:lnTo>
                  <a:lnTo>
                    <a:pt x="39954" y="117284"/>
                  </a:lnTo>
                  <a:lnTo>
                    <a:pt x="39954" y="121666"/>
                  </a:lnTo>
                  <a:lnTo>
                    <a:pt x="39560" y="121564"/>
                  </a:lnTo>
                  <a:lnTo>
                    <a:pt x="36931" y="121729"/>
                  </a:lnTo>
                  <a:lnTo>
                    <a:pt x="36296" y="121970"/>
                  </a:lnTo>
                  <a:lnTo>
                    <a:pt x="36436" y="121246"/>
                  </a:lnTo>
                  <a:lnTo>
                    <a:pt x="36372" y="119722"/>
                  </a:lnTo>
                  <a:lnTo>
                    <a:pt x="36296" y="118186"/>
                  </a:lnTo>
                  <a:lnTo>
                    <a:pt x="36029" y="117246"/>
                  </a:lnTo>
                  <a:lnTo>
                    <a:pt x="36029" y="128092"/>
                  </a:lnTo>
                  <a:lnTo>
                    <a:pt x="22250" y="144157"/>
                  </a:lnTo>
                  <a:lnTo>
                    <a:pt x="17449" y="138582"/>
                  </a:lnTo>
                  <a:lnTo>
                    <a:pt x="18516" y="138836"/>
                  </a:lnTo>
                  <a:lnTo>
                    <a:pt x="21145" y="138671"/>
                  </a:lnTo>
                  <a:lnTo>
                    <a:pt x="21729" y="138455"/>
                  </a:lnTo>
                  <a:lnTo>
                    <a:pt x="21602" y="139153"/>
                  </a:lnTo>
                  <a:lnTo>
                    <a:pt x="21678" y="140690"/>
                  </a:lnTo>
                  <a:lnTo>
                    <a:pt x="21755" y="142214"/>
                  </a:lnTo>
                  <a:lnTo>
                    <a:pt x="22085" y="143433"/>
                  </a:lnTo>
                  <a:lnTo>
                    <a:pt x="22783" y="143395"/>
                  </a:lnTo>
                  <a:lnTo>
                    <a:pt x="22999" y="142138"/>
                  </a:lnTo>
                  <a:lnTo>
                    <a:pt x="22860" y="139077"/>
                  </a:lnTo>
                  <a:lnTo>
                    <a:pt x="22656" y="138391"/>
                  </a:lnTo>
                  <a:lnTo>
                    <a:pt x="23279" y="138531"/>
                  </a:lnTo>
                  <a:lnTo>
                    <a:pt x="24587" y="138455"/>
                  </a:lnTo>
                  <a:lnTo>
                    <a:pt x="25895" y="138366"/>
                  </a:lnTo>
                  <a:lnTo>
                    <a:pt x="26949" y="137985"/>
                  </a:lnTo>
                  <a:lnTo>
                    <a:pt x="26911" y="137172"/>
                  </a:lnTo>
                  <a:lnTo>
                    <a:pt x="25831" y="136918"/>
                  </a:lnTo>
                  <a:lnTo>
                    <a:pt x="23202" y="137083"/>
                  </a:lnTo>
                  <a:lnTo>
                    <a:pt x="22580" y="137312"/>
                  </a:lnTo>
                  <a:lnTo>
                    <a:pt x="22720" y="136588"/>
                  </a:lnTo>
                  <a:lnTo>
                    <a:pt x="22644" y="135064"/>
                  </a:lnTo>
                  <a:lnTo>
                    <a:pt x="22567" y="133540"/>
                  </a:lnTo>
                  <a:lnTo>
                    <a:pt x="22237" y="132308"/>
                  </a:lnTo>
                  <a:lnTo>
                    <a:pt x="21539" y="132346"/>
                  </a:lnTo>
                  <a:lnTo>
                    <a:pt x="21323" y="133604"/>
                  </a:lnTo>
                  <a:lnTo>
                    <a:pt x="21475" y="136677"/>
                  </a:lnTo>
                  <a:lnTo>
                    <a:pt x="21653" y="137363"/>
                  </a:lnTo>
                  <a:lnTo>
                    <a:pt x="21069" y="137210"/>
                  </a:lnTo>
                  <a:lnTo>
                    <a:pt x="19761" y="137299"/>
                  </a:lnTo>
                  <a:lnTo>
                    <a:pt x="18453" y="137375"/>
                  </a:lnTo>
                  <a:lnTo>
                    <a:pt x="17399" y="137769"/>
                  </a:lnTo>
                  <a:lnTo>
                    <a:pt x="17424" y="138557"/>
                  </a:lnTo>
                  <a:lnTo>
                    <a:pt x="4114" y="123024"/>
                  </a:lnTo>
                  <a:lnTo>
                    <a:pt x="5168" y="123266"/>
                  </a:lnTo>
                  <a:lnTo>
                    <a:pt x="7797" y="123101"/>
                  </a:lnTo>
                  <a:lnTo>
                    <a:pt x="8382" y="122885"/>
                  </a:lnTo>
                  <a:lnTo>
                    <a:pt x="8255" y="123583"/>
                  </a:lnTo>
                  <a:lnTo>
                    <a:pt x="8331" y="125120"/>
                  </a:lnTo>
                  <a:lnTo>
                    <a:pt x="8407" y="126644"/>
                  </a:lnTo>
                  <a:lnTo>
                    <a:pt x="8737" y="127876"/>
                  </a:lnTo>
                  <a:lnTo>
                    <a:pt x="9436" y="127825"/>
                  </a:lnTo>
                  <a:lnTo>
                    <a:pt x="9652" y="126568"/>
                  </a:lnTo>
                  <a:lnTo>
                    <a:pt x="9512" y="123507"/>
                  </a:lnTo>
                  <a:lnTo>
                    <a:pt x="9309" y="122821"/>
                  </a:lnTo>
                  <a:lnTo>
                    <a:pt x="9931" y="122961"/>
                  </a:lnTo>
                  <a:lnTo>
                    <a:pt x="11239" y="122885"/>
                  </a:lnTo>
                  <a:lnTo>
                    <a:pt x="12547" y="122796"/>
                  </a:lnTo>
                  <a:lnTo>
                    <a:pt x="13601" y="122415"/>
                  </a:lnTo>
                  <a:lnTo>
                    <a:pt x="13589" y="122008"/>
                  </a:lnTo>
                  <a:lnTo>
                    <a:pt x="13563" y="121602"/>
                  </a:lnTo>
                  <a:lnTo>
                    <a:pt x="12484" y="121348"/>
                  </a:lnTo>
                  <a:lnTo>
                    <a:pt x="9855" y="121513"/>
                  </a:lnTo>
                  <a:lnTo>
                    <a:pt x="9232" y="121742"/>
                  </a:lnTo>
                  <a:lnTo>
                    <a:pt x="9372" y="121018"/>
                  </a:lnTo>
                  <a:lnTo>
                    <a:pt x="9296" y="119494"/>
                  </a:lnTo>
                  <a:lnTo>
                    <a:pt x="9220" y="117970"/>
                  </a:lnTo>
                  <a:lnTo>
                    <a:pt x="8890" y="116738"/>
                  </a:lnTo>
                  <a:lnTo>
                    <a:pt x="8737" y="116751"/>
                  </a:lnTo>
                  <a:lnTo>
                    <a:pt x="21742" y="101587"/>
                  </a:lnTo>
                  <a:lnTo>
                    <a:pt x="21577" y="102552"/>
                  </a:lnTo>
                  <a:lnTo>
                    <a:pt x="21729" y="105613"/>
                  </a:lnTo>
                  <a:lnTo>
                    <a:pt x="21907" y="106299"/>
                  </a:lnTo>
                  <a:lnTo>
                    <a:pt x="21323" y="106146"/>
                  </a:lnTo>
                  <a:lnTo>
                    <a:pt x="20015" y="106235"/>
                  </a:lnTo>
                  <a:lnTo>
                    <a:pt x="18707" y="106324"/>
                  </a:lnTo>
                  <a:lnTo>
                    <a:pt x="17653" y="106705"/>
                  </a:lnTo>
                  <a:lnTo>
                    <a:pt x="17691" y="107518"/>
                  </a:lnTo>
                  <a:lnTo>
                    <a:pt x="18770" y="107772"/>
                  </a:lnTo>
                  <a:lnTo>
                    <a:pt x="21399" y="107607"/>
                  </a:lnTo>
                  <a:lnTo>
                    <a:pt x="21983" y="107403"/>
                  </a:lnTo>
                  <a:lnTo>
                    <a:pt x="21856" y="108102"/>
                  </a:lnTo>
                  <a:lnTo>
                    <a:pt x="21932" y="109626"/>
                  </a:lnTo>
                  <a:lnTo>
                    <a:pt x="22009" y="111150"/>
                  </a:lnTo>
                  <a:lnTo>
                    <a:pt x="22339" y="112382"/>
                  </a:lnTo>
                  <a:lnTo>
                    <a:pt x="23037" y="112331"/>
                  </a:lnTo>
                  <a:lnTo>
                    <a:pt x="23253" y="111086"/>
                  </a:lnTo>
                  <a:lnTo>
                    <a:pt x="23114" y="108013"/>
                  </a:lnTo>
                  <a:lnTo>
                    <a:pt x="22923" y="107340"/>
                  </a:lnTo>
                  <a:lnTo>
                    <a:pt x="23533" y="107480"/>
                  </a:lnTo>
                  <a:lnTo>
                    <a:pt x="24841" y="107391"/>
                  </a:lnTo>
                  <a:lnTo>
                    <a:pt x="26149" y="107302"/>
                  </a:lnTo>
                  <a:lnTo>
                    <a:pt x="27203" y="106921"/>
                  </a:lnTo>
                  <a:lnTo>
                    <a:pt x="27190" y="106781"/>
                  </a:lnTo>
                  <a:lnTo>
                    <a:pt x="35941" y="116979"/>
                  </a:lnTo>
                  <a:lnTo>
                    <a:pt x="35267" y="117005"/>
                  </a:lnTo>
                  <a:lnTo>
                    <a:pt x="35052" y="118262"/>
                  </a:lnTo>
                  <a:lnTo>
                    <a:pt x="35191" y="121335"/>
                  </a:lnTo>
                  <a:lnTo>
                    <a:pt x="35369" y="122008"/>
                  </a:lnTo>
                  <a:lnTo>
                    <a:pt x="34798" y="121869"/>
                  </a:lnTo>
                  <a:lnTo>
                    <a:pt x="33489" y="121945"/>
                  </a:lnTo>
                  <a:lnTo>
                    <a:pt x="32181" y="122034"/>
                  </a:lnTo>
                  <a:lnTo>
                    <a:pt x="31127" y="122415"/>
                  </a:lnTo>
                  <a:lnTo>
                    <a:pt x="31165" y="123228"/>
                  </a:lnTo>
                  <a:lnTo>
                    <a:pt x="32245" y="123494"/>
                  </a:lnTo>
                  <a:lnTo>
                    <a:pt x="34874" y="123317"/>
                  </a:lnTo>
                  <a:lnTo>
                    <a:pt x="35445" y="123113"/>
                  </a:lnTo>
                  <a:lnTo>
                    <a:pt x="35331" y="123812"/>
                  </a:lnTo>
                  <a:lnTo>
                    <a:pt x="35407" y="125336"/>
                  </a:lnTo>
                  <a:lnTo>
                    <a:pt x="35483" y="126873"/>
                  </a:lnTo>
                  <a:lnTo>
                    <a:pt x="35814" y="128092"/>
                  </a:lnTo>
                  <a:lnTo>
                    <a:pt x="36029" y="128092"/>
                  </a:lnTo>
                  <a:lnTo>
                    <a:pt x="36029" y="117246"/>
                  </a:lnTo>
                  <a:lnTo>
                    <a:pt x="35966" y="117017"/>
                  </a:lnTo>
                  <a:lnTo>
                    <a:pt x="39954" y="121666"/>
                  </a:lnTo>
                  <a:lnTo>
                    <a:pt x="39954" y="117284"/>
                  </a:lnTo>
                  <a:lnTo>
                    <a:pt x="26479" y="101574"/>
                  </a:lnTo>
                  <a:lnTo>
                    <a:pt x="26479" y="105956"/>
                  </a:lnTo>
                  <a:lnTo>
                    <a:pt x="26085" y="105854"/>
                  </a:lnTo>
                  <a:lnTo>
                    <a:pt x="23456" y="106019"/>
                  </a:lnTo>
                  <a:lnTo>
                    <a:pt x="22834" y="106248"/>
                  </a:lnTo>
                  <a:lnTo>
                    <a:pt x="22974" y="105537"/>
                  </a:lnTo>
                  <a:lnTo>
                    <a:pt x="22898" y="104000"/>
                  </a:lnTo>
                  <a:lnTo>
                    <a:pt x="22821" y="102476"/>
                  </a:lnTo>
                  <a:lnTo>
                    <a:pt x="22504" y="101307"/>
                  </a:lnTo>
                  <a:lnTo>
                    <a:pt x="26479" y="105956"/>
                  </a:lnTo>
                  <a:lnTo>
                    <a:pt x="26479" y="101574"/>
                  </a:lnTo>
                  <a:lnTo>
                    <a:pt x="25996" y="101003"/>
                  </a:lnTo>
                  <a:lnTo>
                    <a:pt x="22453" y="96875"/>
                  </a:lnTo>
                  <a:lnTo>
                    <a:pt x="22453" y="101257"/>
                  </a:lnTo>
                  <a:lnTo>
                    <a:pt x="22009" y="101282"/>
                  </a:lnTo>
                  <a:lnTo>
                    <a:pt x="22250" y="101003"/>
                  </a:lnTo>
                  <a:lnTo>
                    <a:pt x="22453" y="101257"/>
                  </a:lnTo>
                  <a:lnTo>
                    <a:pt x="22453" y="96875"/>
                  </a:lnTo>
                  <a:lnTo>
                    <a:pt x="22250" y="96634"/>
                  </a:lnTo>
                  <a:lnTo>
                    <a:pt x="8305" y="112903"/>
                  </a:lnTo>
                  <a:lnTo>
                    <a:pt x="8305" y="121793"/>
                  </a:lnTo>
                  <a:lnTo>
                    <a:pt x="7734" y="121640"/>
                  </a:lnTo>
                  <a:lnTo>
                    <a:pt x="6413" y="121729"/>
                  </a:lnTo>
                  <a:lnTo>
                    <a:pt x="5105" y="121818"/>
                  </a:lnTo>
                  <a:lnTo>
                    <a:pt x="4076" y="122199"/>
                  </a:lnTo>
                  <a:lnTo>
                    <a:pt x="4076" y="122986"/>
                  </a:lnTo>
                  <a:lnTo>
                    <a:pt x="3746" y="122580"/>
                  </a:lnTo>
                  <a:lnTo>
                    <a:pt x="4051" y="122224"/>
                  </a:lnTo>
                  <a:lnTo>
                    <a:pt x="4076" y="122986"/>
                  </a:lnTo>
                  <a:lnTo>
                    <a:pt x="4076" y="122199"/>
                  </a:lnTo>
                  <a:lnTo>
                    <a:pt x="8051" y="117563"/>
                  </a:lnTo>
                  <a:lnTo>
                    <a:pt x="7975" y="118033"/>
                  </a:lnTo>
                  <a:lnTo>
                    <a:pt x="8128" y="121107"/>
                  </a:lnTo>
                  <a:lnTo>
                    <a:pt x="8305" y="121793"/>
                  </a:lnTo>
                  <a:lnTo>
                    <a:pt x="8305" y="112903"/>
                  </a:lnTo>
                  <a:lnTo>
                    <a:pt x="0" y="122580"/>
                  </a:lnTo>
                  <a:lnTo>
                    <a:pt x="22250" y="148526"/>
                  </a:lnTo>
                  <a:lnTo>
                    <a:pt x="25996" y="144157"/>
                  </a:lnTo>
                  <a:lnTo>
                    <a:pt x="44500" y="122580"/>
                  </a:lnTo>
                  <a:close/>
                </a:path>
                <a:path w="83184" h="148590">
                  <a:moveTo>
                    <a:pt x="54356" y="122415"/>
                  </a:moveTo>
                  <a:lnTo>
                    <a:pt x="54317" y="121602"/>
                  </a:lnTo>
                  <a:lnTo>
                    <a:pt x="53238" y="121348"/>
                  </a:lnTo>
                  <a:lnTo>
                    <a:pt x="50609" y="121513"/>
                  </a:lnTo>
                  <a:lnTo>
                    <a:pt x="49974" y="121742"/>
                  </a:lnTo>
                  <a:lnTo>
                    <a:pt x="50114" y="121018"/>
                  </a:lnTo>
                  <a:lnTo>
                    <a:pt x="50050" y="119494"/>
                  </a:lnTo>
                  <a:lnTo>
                    <a:pt x="49974" y="117970"/>
                  </a:lnTo>
                  <a:lnTo>
                    <a:pt x="49631" y="116738"/>
                  </a:lnTo>
                  <a:lnTo>
                    <a:pt x="48945" y="116789"/>
                  </a:lnTo>
                  <a:lnTo>
                    <a:pt x="48729" y="118033"/>
                  </a:lnTo>
                  <a:lnTo>
                    <a:pt x="48869" y="121107"/>
                  </a:lnTo>
                  <a:lnTo>
                    <a:pt x="49047" y="121793"/>
                  </a:lnTo>
                  <a:lnTo>
                    <a:pt x="48475" y="121640"/>
                  </a:lnTo>
                  <a:lnTo>
                    <a:pt x="47167" y="121729"/>
                  </a:lnTo>
                  <a:lnTo>
                    <a:pt x="45859" y="121818"/>
                  </a:lnTo>
                  <a:lnTo>
                    <a:pt x="44805" y="122199"/>
                  </a:lnTo>
                  <a:lnTo>
                    <a:pt x="44843" y="123012"/>
                  </a:lnTo>
                  <a:lnTo>
                    <a:pt x="45923" y="123266"/>
                  </a:lnTo>
                  <a:lnTo>
                    <a:pt x="48552" y="123101"/>
                  </a:lnTo>
                  <a:lnTo>
                    <a:pt x="49123" y="122885"/>
                  </a:lnTo>
                  <a:lnTo>
                    <a:pt x="49009" y="123583"/>
                  </a:lnTo>
                  <a:lnTo>
                    <a:pt x="49085" y="125120"/>
                  </a:lnTo>
                  <a:lnTo>
                    <a:pt x="49161" y="126644"/>
                  </a:lnTo>
                  <a:lnTo>
                    <a:pt x="49491" y="127876"/>
                  </a:lnTo>
                  <a:lnTo>
                    <a:pt x="50177" y="127825"/>
                  </a:lnTo>
                  <a:lnTo>
                    <a:pt x="50406" y="126568"/>
                  </a:lnTo>
                  <a:lnTo>
                    <a:pt x="50253" y="123507"/>
                  </a:lnTo>
                  <a:lnTo>
                    <a:pt x="50063" y="122821"/>
                  </a:lnTo>
                  <a:lnTo>
                    <a:pt x="50685" y="122961"/>
                  </a:lnTo>
                  <a:lnTo>
                    <a:pt x="51993" y="122885"/>
                  </a:lnTo>
                  <a:lnTo>
                    <a:pt x="53301" y="122796"/>
                  </a:lnTo>
                  <a:lnTo>
                    <a:pt x="54356" y="122415"/>
                  </a:lnTo>
                  <a:close/>
                </a:path>
                <a:path w="83184" h="148590">
                  <a:moveTo>
                    <a:pt x="65100" y="25946"/>
                  </a:moveTo>
                  <a:lnTo>
                    <a:pt x="61353" y="21590"/>
                  </a:lnTo>
                  <a:lnTo>
                    <a:pt x="61353" y="25946"/>
                  </a:lnTo>
                  <a:lnTo>
                    <a:pt x="57213" y="30784"/>
                  </a:lnTo>
                  <a:lnTo>
                    <a:pt x="57327" y="30162"/>
                  </a:lnTo>
                  <a:lnTo>
                    <a:pt x="57188" y="27101"/>
                  </a:lnTo>
                  <a:lnTo>
                    <a:pt x="56984" y="26416"/>
                  </a:lnTo>
                  <a:lnTo>
                    <a:pt x="57607" y="26555"/>
                  </a:lnTo>
                  <a:lnTo>
                    <a:pt x="58915" y="26479"/>
                  </a:lnTo>
                  <a:lnTo>
                    <a:pt x="60223" y="26390"/>
                  </a:lnTo>
                  <a:lnTo>
                    <a:pt x="61277" y="26009"/>
                  </a:lnTo>
                  <a:lnTo>
                    <a:pt x="61264" y="25857"/>
                  </a:lnTo>
                  <a:lnTo>
                    <a:pt x="61353" y="21590"/>
                  </a:lnTo>
                  <a:lnTo>
                    <a:pt x="60566" y="20662"/>
                  </a:lnTo>
                  <a:lnTo>
                    <a:pt x="60566" y="25044"/>
                  </a:lnTo>
                  <a:lnTo>
                    <a:pt x="60159" y="24942"/>
                  </a:lnTo>
                  <a:lnTo>
                    <a:pt x="57531" y="25107"/>
                  </a:lnTo>
                  <a:lnTo>
                    <a:pt x="56908" y="25336"/>
                  </a:lnTo>
                  <a:lnTo>
                    <a:pt x="57048" y="24612"/>
                  </a:lnTo>
                  <a:lnTo>
                    <a:pt x="56972" y="23088"/>
                  </a:lnTo>
                  <a:lnTo>
                    <a:pt x="56896" y="21564"/>
                  </a:lnTo>
                  <a:lnTo>
                    <a:pt x="56629" y="20612"/>
                  </a:lnTo>
                  <a:lnTo>
                    <a:pt x="56629" y="31457"/>
                  </a:lnTo>
                  <a:lnTo>
                    <a:pt x="42849" y="47536"/>
                  </a:lnTo>
                  <a:lnTo>
                    <a:pt x="38049" y="41960"/>
                  </a:lnTo>
                  <a:lnTo>
                    <a:pt x="39128" y="42214"/>
                  </a:lnTo>
                  <a:lnTo>
                    <a:pt x="41744" y="42037"/>
                  </a:lnTo>
                  <a:lnTo>
                    <a:pt x="42329" y="41833"/>
                  </a:lnTo>
                  <a:lnTo>
                    <a:pt x="42214" y="42532"/>
                  </a:lnTo>
                  <a:lnTo>
                    <a:pt x="42291" y="44056"/>
                  </a:lnTo>
                  <a:lnTo>
                    <a:pt x="42354" y="45593"/>
                  </a:lnTo>
                  <a:lnTo>
                    <a:pt x="42697" y="46812"/>
                  </a:lnTo>
                  <a:lnTo>
                    <a:pt x="43383" y="46774"/>
                  </a:lnTo>
                  <a:lnTo>
                    <a:pt x="43599" y="45516"/>
                  </a:lnTo>
                  <a:lnTo>
                    <a:pt x="43459" y="42443"/>
                  </a:lnTo>
                  <a:lnTo>
                    <a:pt x="43256" y="41770"/>
                  </a:lnTo>
                  <a:lnTo>
                    <a:pt x="43878" y="41910"/>
                  </a:lnTo>
                  <a:lnTo>
                    <a:pt x="45186" y="41821"/>
                  </a:lnTo>
                  <a:lnTo>
                    <a:pt x="46494" y="41744"/>
                  </a:lnTo>
                  <a:lnTo>
                    <a:pt x="47561" y="41351"/>
                  </a:lnTo>
                  <a:lnTo>
                    <a:pt x="47510" y="40551"/>
                  </a:lnTo>
                  <a:lnTo>
                    <a:pt x="46431" y="40284"/>
                  </a:lnTo>
                  <a:lnTo>
                    <a:pt x="43815" y="40449"/>
                  </a:lnTo>
                  <a:lnTo>
                    <a:pt x="43180" y="40690"/>
                  </a:lnTo>
                  <a:lnTo>
                    <a:pt x="43319" y="39966"/>
                  </a:lnTo>
                  <a:lnTo>
                    <a:pt x="43243" y="38442"/>
                  </a:lnTo>
                  <a:lnTo>
                    <a:pt x="43180" y="36906"/>
                  </a:lnTo>
                  <a:lnTo>
                    <a:pt x="42837" y="35687"/>
                  </a:lnTo>
                  <a:lnTo>
                    <a:pt x="42151" y="35725"/>
                  </a:lnTo>
                  <a:lnTo>
                    <a:pt x="41922" y="36982"/>
                  </a:lnTo>
                  <a:lnTo>
                    <a:pt x="42075" y="40055"/>
                  </a:lnTo>
                  <a:lnTo>
                    <a:pt x="42252" y="40728"/>
                  </a:lnTo>
                  <a:lnTo>
                    <a:pt x="41681" y="40589"/>
                  </a:lnTo>
                  <a:lnTo>
                    <a:pt x="40373" y="40665"/>
                  </a:lnTo>
                  <a:lnTo>
                    <a:pt x="39065" y="40754"/>
                  </a:lnTo>
                  <a:lnTo>
                    <a:pt x="37998" y="41135"/>
                  </a:lnTo>
                  <a:lnTo>
                    <a:pt x="38036" y="41948"/>
                  </a:lnTo>
                  <a:lnTo>
                    <a:pt x="24714" y="26390"/>
                  </a:lnTo>
                  <a:lnTo>
                    <a:pt x="25781" y="26644"/>
                  </a:lnTo>
                  <a:lnTo>
                    <a:pt x="28409" y="26466"/>
                  </a:lnTo>
                  <a:lnTo>
                    <a:pt x="28981" y="26263"/>
                  </a:lnTo>
                  <a:lnTo>
                    <a:pt x="28867" y="26962"/>
                  </a:lnTo>
                  <a:lnTo>
                    <a:pt x="28943" y="28486"/>
                  </a:lnTo>
                  <a:lnTo>
                    <a:pt x="29006" y="30022"/>
                  </a:lnTo>
                  <a:lnTo>
                    <a:pt x="29349" y="31242"/>
                  </a:lnTo>
                  <a:lnTo>
                    <a:pt x="30035" y="31203"/>
                  </a:lnTo>
                  <a:lnTo>
                    <a:pt x="30264" y="29946"/>
                  </a:lnTo>
                  <a:lnTo>
                    <a:pt x="30111" y="26873"/>
                  </a:lnTo>
                  <a:lnTo>
                    <a:pt x="29921" y="26200"/>
                  </a:lnTo>
                  <a:lnTo>
                    <a:pt x="30530" y="26339"/>
                  </a:lnTo>
                  <a:lnTo>
                    <a:pt x="31851" y="26263"/>
                  </a:lnTo>
                  <a:lnTo>
                    <a:pt x="33159" y="26174"/>
                  </a:lnTo>
                  <a:lnTo>
                    <a:pt x="34213" y="25781"/>
                  </a:lnTo>
                  <a:lnTo>
                    <a:pt x="34175" y="24980"/>
                  </a:lnTo>
                  <a:lnTo>
                    <a:pt x="33096" y="24714"/>
                  </a:lnTo>
                  <a:lnTo>
                    <a:pt x="30467" y="24879"/>
                  </a:lnTo>
                  <a:lnTo>
                    <a:pt x="29845" y="25120"/>
                  </a:lnTo>
                  <a:lnTo>
                    <a:pt x="29972" y="24396"/>
                  </a:lnTo>
                  <a:lnTo>
                    <a:pt x="29895" y="22872"/>
                  </a:lnTo>
                  <a:lnTo>
                    <a:pt x="29832" y="21336"/>
                  </a:lnTo>
                  <a:lnTo>
                    <a:pt x="29489" y="20116"/>
                  </a:lnTo>
                  <a:lnTo>
                    <a:pt x="29337" y="20129"/>
                  </a:lnTo>
                  <a:lnTo>
                    <a:pt x="42341" y="4953"/>
                  </a:lnTo>
                  <a:lnTo>
                    <a:pt x="42176" y="5918"/>
                  </a:lnTo>
                  <a:lnTo>
                    <a:pt x="42329" y="8991"/>
                  </a:lnTo>
                  <a:lnTo>
                    <a:pt x="42506" y="9677"/>
                  </a:lnTo>
                  <a:lnTo>
                    <a:pt x="41935" y="9525"/>
                  </a:lnTo>
                  <a:lnTo>
                    <a:pt x="40627" y="9613"/>
                  </a:lnTo>
                  <a:lnTo>
                    <a:pt x="39319" y="9690"/>
                  </a:lnTo>
                  <a:lnTo>
                    <a:pt x="38265" y="10083"/>
                  </a:lnTo>
                  <a:lnTo>
                    <a:pt x="38303" y="10883"/>
                  </a:lnTo>
                  <a:lnTo>
                    <a:pt x="39382" y="11150"/>
                  </a:lnTo>
                  <a:lnTo>
                    <a:pt x="42011" y="10985"/>
                  </a:lnTo>
                  <a:lnTo>
                    <a:pt x="42595" y="10769"/>
                  </a:lnTo>
                  <a:lnTo>
                    <a:pt x="42468" y="11468"/>
                  </a:lnTo>
                  <a:lnTo>
                    <a:pt x="42545" y="12992"/>
                  </a:lnTo>
                  <a:lnTo>
                    <a:pt x="42608" y="14528"/>
                  </a:lnTo>
                  <a:lnTo>
                    <a:pt x="42951" y="15748"/>
                  </a:lnTo>
                  <a:lnTo>
                    <a:pt x="43637" y="15709"/>
                  </a:lnTo>
                  <a:lnTo>
                    <a:pt x="43853" y="14452"/>
                  </a:lnTo>
                  <a:lnTo>
                    <a:pt x="43713" y="11379"/>
                  </a:lnTo>
                  <a:lnTo>
                    <a:pt x="43522" y="10706"/>
                  </a:lnTo>
                  <a:lnTo>
                    <a:pt x="44132" y="10845"/>
                  </a:lnTo>
                  <a:lnTo>
                    <a:pt x="45440" y="10769"/>
                  </a:lnTo>
                  <a:lnTo>
                    <a:pt x="46748" y="10680"/>
                  </a:lnTo>
                  <a:lnTo>
                    <a:pt x="47815" y="10299"/>
                  </a:lnTo>
                  <a:lnTo>
                    <a:pt x="47802" y="10172"/>
                  </a:lnTo>
                  <a:lnTo>
                    <a:pt x="56540" y="20345"/>
                  </a:lnTo>
                  <a:lnTo>
                    <a:pt x="55867" y="20383"/>
                  </a:lnTo>
                  <a:lnTo>
                    <a:pt x="55651" y="21628"/>
                  </a:lnTo>
                  <a:lnTo>
                    <a:pt x="55803" y="24701"/>
                  </a:lnTo>
                  <a:lnTo>
                    <a:pt x="55981" y="25387"/>
                  </a:lnTo>
                  <a:lnTo>
                    <a:pt x="55410" y="25234"/>
                  </a:lnTo>
                  <a:lnTo>
                    <a:pt x="54102" y="25323"/>
                  </a:lnTo>
                  <a:lnTo>
                    <a:pt x="52781" y="25400"/>
                  </a:lnTo>
                  <a:lnTo>
                    <a:pt x="51727" y="25793"/>
                  </a:lnTo>
                  <a:lnTo>
                    <a:pt x="51777" y="26593"/>
                  </a:lnTo>
                  <a:lnTo>
                    <a:pt x="52844" y="26860"/>
                  </a:lnTo>
                  <a:lnTo>
                    <a:pt x="55473" y="26695"/>
                  </a:lnTo>
                  <a:lnTo>
                    <a:pt x="56057" y="26479"/>
                  </a:lnTo>
                  <a:lnTo>
                    <a:pt x="55943" y="27178"/>
                  </a:lnTo>
                  <a:lnTo>
                    <a:pt x="56007" y="28714"/>
                  </a:lnTo>
                  <a:lnTo>
                    <a:pt x="56083" y="30238"/>
                  </a:lnTo>
                  <a:lnTo>
                    <a:pt x="56426" y="31470"/>
                  </a:lnTo>
                  <a:lnTo>
                    <a:pt x="56629" y="31457"/>
                  </a:lnTo>
                  <a:lnTo>
                    <a:pt x="56629" y="20612"/>
                  </a:lnTo>
                  <a:lnTo>
                    <a:pt x="56565" y="20383"/>
                  </a:lnTo>
                  <a:lnTo>
                    <a:pt x="60566" y="25044"/>
                  </a:lnTo>
                  <a:lnTo>
                    <a:pt x="60566" y="20662"/>
                  </a:lnTo>
                  <a:lnTo>
                    <a:pt x="47066" y="4927"/>
                  </a:lnTo>
                  <a:lnTo>
                    <a:pt x="47066" y="9321"/>
                  </a:lnTo>
                  <a:lnTo>
                    <a:pt x="46685" y="9220"/>
                  </a:lnTo>
                  <a:lnTo>
                    <a:pt x="44069" y="9398"/>
                  </a:lnTo>
                  <a:lnTo>
                    <a:pt x="43434" y="9626"/>
                  </a:lnTo>
                  <a:lnTo>
                    <a:pt x="43573" y="8902"/>
                  </a:lnTo>
                  <a:lnTo>
                    <a:pt x="43497" y="7378"/>
                  </a:lnTo>
                  <a:lnTo>
                    <a:pt x="43434" y="5842"/>
                  </a:lnTo>
                  <a:lnTo>
                    <a:pt x="43091" y="4673"/>
                  </a:lnTo>
                  <a:lnTo>
                    <a:pt x="47066" y="9321"/>
                  </a:lnTo>
                  <a:lnTo>
                    <a:pt x="47066" y="4927"/>
                  </a:lnTo>
                  <a:lnTo>
                    <a:pt x="46596" y="4368"/>
                  </a:lnTo>
                  <a:lnTo>
                    <a:pt x="43065" y="254"/>
                  </a:lnTo>
                  <a:lnTo>
                    <a:pt x="43065" y="4635"/>
                  </a:lnTo>
                  <a:lnTo>
                    <a:pt x="42608" y="4660"/>
                  </a:lnTo>
                  <a:lnTo>
                    <a:pt x="42849" y="4368"/>
                  </a:lnTo>
                  <a:lnTo>
                    <a:pt x="43065" y="4635"/>
                  </a:lnTo>
                  <a:lnTo>
                    <a:pt x="43065" y="254"/>
                  </a:lnTo>
                  <a:lnTo>
                    <a:pt x="42849" y="0"/>
                  </a:lnTo>
                  <a:lnTo>
                    <a:pt x="28905" y="16268"/>
                  </a:lnTo>
                  <a:lnTo>
                    <a:pt x="28905" y="25158"/>
                  </a:lnTo>
                  <a:lnTo>
                    <a:pt x="28333" y="25019"/>
                  </a:lnTo>
                  <a:lnTo>
                    <a:pt x="27025" y="25095"/>
                  </a:lnTo>
                  <a:lnTo>
                    <a:pt x="25717" y="25184"/>
                  </a:lnTo>
                  <a:lnTo>
                    <a:pt x="24663" y="25577"/>
                  </a:lnTo>
                  <a:lnTo>
                    <a:pt x="24688" y="26365"/>
                  </a:lnTo>
                  <a:lnTo>
                    <a:pt x="24345" y="25946"/>
                  </a:lnTo>
                  <a:lnTo>
                    <a:pt x="24663" y="25577"/>
                  </a:lnTo>
                  <a:lnTo>
                    <a:pt x="28663" y="20904"/>
                  </a:lnTo>
                  <a:lnTo>
                    <a:pt x="28587" y="21412"/>
                  </a:lnTo>
                  <a:lnTo>
                    <a:pt x="28727" y="24485"/>
                  </a:lnTo>
                  <a:lnTo>
                    <a:pt x="28905" y="25158"/>
                  </a:lnTo>
                  <a:lnTo>
                    <a:pt x="28905" y="16268"/>
                  </a:lnTo>
                  <a:lnTo>
                    <a:pt x="20599" y="25946"/>
                  </a:lnTo>
                  <a:lnTo>
                    <a:pt x="42849" y="51892"/>
                  </a:lnTo>
                  <a:lnTo>
                    <a:pt x="46596" y="47536"/>
                  </a:lnTo>
                  <a:lnTo>
                    <a:pt x="65100" y="25946"/>
                  </a:lnTo>
                  <a:close/>
                </a:path>
                <a:path w="83184" h="148590">
                  <a:moveTo>
                    <a:pt x="67703" y="137985"/>
                  </a:moveTo>
                  <a:lnTo>
                    <a:pt x="67665" y="137172"/>
                  </a:lnTo>
                  <a:lnTo>
                    <a:pt x="66586" y="136918"/>
                  </a:lnTo>
                  <a:lnTo>
                    <a:pt x="63957" y="137083"/>
                  </a:lnTo>
                  <a:lnTo>
                    <a:pt x="63334" y="137312"/>
                  </a:lnTo>
                  <a:lnTo>
                    <a:pt x="63461" y="136588"/>
                  </a:lnTo>
                  <a:lnTo>
                    <a:pt x="63398" y="135064"/>
                  </a:lnTo>
                  <a:lnTo>
                    <a:pt x="63322" y="133540"/>
                  </a:lnTo>
                  <a:lnTo>
                    <a:pt x="62979" y="132308"/>
                  </a:lnTo>
                  <a:lnTo>
                    <a:pt x="62293" y="132346"/>
                  </a:lnTo>
                  <a:lnTo>
                    <a:pt x="62077" y="133604"/>
                  </a:lnTo>
                  <a:lnTo>
                    <a:pt x="62217" y="136677"/>
                  </a:lnTo>
                  <a:lnTo>
                    <a:pt x="62395" y="137363"/>
                  </a:lnTo>
                  <a:lnTo>
                    <a:pt x="61823" y="137210"/>
                  </a:lnTo>
                  <a:lnTo>
                    <a:pt x="60515" y="137299"/>
                  </a:lnTo>
                  <a:lnTo>
                    <a:pt x="59207" y="137375"/>
                  </a:lnTo>
                  <a:lnTo>
                    <a:pt x="58153" y="137769"/>
                  </a:lnTo>
                  <a:lnTo>
                    <a:pt x="58191" y="138569"/>
                  </a:lnTo>
                  <a:lnTo>
                    <a:pt x="59270" y="138836"/>
                  </a:lnTo>
                  <a:lnTo>
                    <a:pt x="61899" y="138671"/>
                  </a:lnTo>
                  <a:lnTo>
                    <a:pt x="62471" y="138455"/>
                  </a:lnTo>
                  <a:lnTo>
                    <a:pt x="62357" y="139153"/>
                  </a:lnTo>
                  <a:lnTo>
                    <a:pt x="62433" y="140690"/>
                  </a:lnTo>
                  <a:lnTo>
                    <a:pt x="62509" y="142214"/>
                  </a:lnTo>
                  <a:lnTo>
                    <a:pt x="62839" y="143433"/>
                  </a:lnTo>
                  <a:lnTo>
                    <a:pt x="63525" y="143395"/>
                  </a:lnTo>
                  <a:lnTo>
                    <a:pt x="63754" y="142138"/>
                  </a:lnTo>
                  <a:lnTo>
                    <a:pt x="63601" y="139077"/>
                  </a:lnTo>
                  <a:lnTo>
                    <a:pt x="63411" y="138391"/>
                  </a:lnTo>
                  <a:lnTo>
                    <a:pt x="64020" y="138531"/>
                  </a:lnTo>
                  <a:lnTo>
                    <a:pt x="65341" y="138455"/>
                  </a:lnTo>
                  <a:lnTo>
                    <a:pt x="66649" y="138366"/>
                  </a:lnTo>
                  <a:lnTo>
                    <a:pt x="67703" y="137985"/>
                  </a:lnTo>
                  <a:close/>
                </a:path>
                <a:path w="83184" h="148590">
                  <a:moveTo>
                    <a:pt x="67957" y="106921"/>
                  </a:moveTo>
                  <a:lnTo>
                    <a:pt x="67919" y="106108"/>
                  </a:lnTo>
                  <a:lnTo>
                    <a:pt x="66840" y="105854"/>
                  </a:lnTo>
                  <a:lnTo>
                    <a:pt x="64211" y="106019"/>
                  </a:lnTo>
                  <a:lnTo>
                    <a:pt x="63588" y="106248"/>
                  </a:lnTo>
                  <a:lnTo>
                    <a:pt x="63715" y="105537"/>
                  </a:lnTo>
                  <a:lnTo>
                    <a:pt x="63652" y="104000"/>
                  </a:lnTo>
                  <a:lnTo>
                    <a:pt x="63576" y="102476"/>
                  </a:lnTo>
                  <a:lnTo>
                    <a:pt x="63233" y="101244"/>
                  </a:lnTo>
                  <a:lnTo>
                    <a:pt x="62560" y="101295"/>
                  </a:lnTo>
                  <a:lnTo>
                    <a:pt x="62331" y="102552"/>
                  </a:lnTo>
                  <a:lnTo>
                    <a:pt x="62471" y="105613"/>
                  </a:lnTo>
                  <a:lnTo>
                    <a:pt x="62649" y="106299"/>
                  </a:lnTo>
                  <a:lnTo>
                    <a:pt x="62077" y="106146"/>
                  </a:lnTo>
                  <a:lnTo>
                    <a:pt x="60769" y="106235"/>
                  </a:lnTo>
                  <a:lnTo>
                    <a:pt x="59461" y="106324"/>
                  </a:lnTo>
                  <a:lnTo>
                    <a:pt x="58407" y="106705"/>
                  </a:lnTo>
                  <a:lnTo>
                    <a:pt x="58445" y="107518"/>
                  </a:lnTo>
                  <a:lnTo>
                    <a:pt x="59524" y="107772"/>
                  </a:lnTo>
                  <a:lnTo>
                    <a:pt x="62153" y="107607"/>
                  </a:lnTo>
                  <a:lnTo>
                    <a:pt x="62725" y="107403"/>
                  </a:lnTo>
                  <a:lnTo>
                    <a:pt x="62611" y="108102"/>
                  </a:lnTo>
                  <a:lnTo>
                    <a:pt x="62687" y="109626"/>
                  </a:lnTo>
                  <a:lnTo>
                    <a:pt x="62763" y="111150"/>
                  </a:lnTo>
                  <a:lnTo>
                    <a:pt x="63093" y="112382"/>
                  </a:lnTo>
                  <a:lnTo>
                    <a:pt x="63779" y="112331"/>
                  </a:lnTo>
                  <a:lnTo>
                    <a:pt x="64008" y="111086"/>
                  </a:lnTo>
                  <a:lnTo>
                    <a:pt x="63855" y="108013"/>
                  </a:lnTo>
                  <a:lnTo>
                    <a:pt x="63665" y="107340"/>
                  </a:lnTo>
                  <a:lnTo>
                    <a:pt x="64287" y="107480"/>
                  </a:lnTo>
                  <a:lnTo>
                    <a:pt x="65595" y="107391"/>
                  </a:lnTo>
                  <a:lnTo>
                    <a:pt x="66903" y="107302"/>
                  </a:lnTo>
                  <a:lnTo>
                    <a:pt x="67957" y="106921"/>
                  </a:lnTo>
                  <a:close/>
                </a:path>
                <a:path w="83184" h="148590">
                  <a:moveTo>
                    <a:pt x="81432" y="122631"/>
                  </a:moveTo>
                  <a:lnTo>
                    <a:pt x="81381" y="121831"/>
                  </a:lnTo>
                  <a:lnTo>
                    <a:pt x="80314" y="121564"/>
                  </a:lnTo>
                  <a:lnTo>
                    <a:pt x="77685" y="121729"/>
                  </a:lnTo>
                  <a:lnTo>
                    <a:pt x="77050" y="121970"/>
                  </a:lnTo>
                  <a:lnTo>
                    <a:pt x="77190" y="121246"/>
                  </a:lnTo>
                  <a:lnTo>
                    <a:pt x="77114" y="119722"/>
                  </a:lnTo>
                  <a:lnTo>
                    <a:pt x="77050" y="118186"/>
                  </a:lnTo>
                  <a:lnTo>
                    <a:pt x="76708" y="116967"/>
                  </a:lnTo>
                  <a:lnTo>
                    <a:pt x="76022" y="117005"/>
                  </a:lnTo>
                  <a:lnTo>
                    <a:pt x="75793" y="118262"/>
                  </a:lnTo>
                  <a:lnTo>
                    <a:pt x="75946" y="121335"/>
                  </a:lnTo>
                  <a:lnTo>
                    <a:pt x="76123" y="122008"/>
                  </a:lnTo>
                  <a:lnTo>
                    <a:pt x="75552" y="121869"/>
                  </a:lnTo>
                  <a:lnTo>
                    <a:pt x="74244" y="121945"/>
                  </a:lnTo>
                  <a:lnTo>
                    <a:pt x="72936" y="122034"/>
                  </a:lnTo>
                  <a:lnTo>
                    <a:pt x="71869" y="122415"/>
                  </a:lnTo>
                  <a:lnTo>
                    <a:pt x="71920" y="123228"/>
                  </a:lnTo>
                  <a:lnTo>
                    <a:pt x="72999" y="123494"/>
                  </a:lnTo>
                  <a:lnTo>
                    <a:pt x="75628" y="123317"/>
                  </a:lnTo>
                  <a:lnTo>
                    <a:pt x="76200" y="123113"/>
                  </a:lnTo>
                  <a:lnTo>
                    <a:pt x="76085" y="123812"/>
                  </a:lnTo>
                  <a:lnTo>
                    <a:pt x="76161" y="125336"/>
                  </a:lnTo>
                  <a:lnTo>
                    <a:pt x="76225" y="126873"/>
                  </a:lnTo>
                  <a:lnTo>
                    <a:pt x="76568" y="128092"/>
                  </a:lnTo>
                  <a:lnTo>
                    <a:pt x="77254" y="128054"/>
                  </a:lnTo>
                  <a:lnTo>
                    <a:pt x="77470" y="126796"/>
                  </a:lnTo>
                  <a:lnTo>
                    <a:pt x="77330" y="123723"/>
                  </a:lnTo>
                  <a:lnTo>
                    <a:pt x="77139" y="123050"/>
                  </a:lnTo>
                  <a:lnTo>
                    <a:pt x="77749" y="123190"/>
                  </a:lnTo>
                  <a:lnTo>
                    <a:pt x="79057" y="123101"/>
                  </a:lnTo>
                  <a:lnTo>
                    <a:pt x="80365" y="123024"/>
                  </a:lnTo>
                  <a:lnTo>
                    <a:pt x="81432" y="122631"/>
                  </a:lnTo>
                  <a:close/>
                </a:path>
                <a:path w="83184" h="148590">
                  <a:moveTo>
                    <a:pt x="82562" y="74587"/>
                  </a:moveTo>
                  <a:lnTo>
                    <a:pt x="80708" y="74714"/>
                  </a:lnTo>
                  <a:lnTo>
                    <a:pt x="79641" y="75095"/>
                  </a:lnTo>
                  <a:lnTo>
                    <a:pt x="79692" y="75907"/>
                  </a:lnTo>
                  <a:lnTo>
                    <a:pt x="80772" y="76161"/>
                  </a:lnTo>
                  <a:lnTo>
                    <a:pt x="82562" y="76047"/>
                  </a:lnTo>
                  <a:lnTo>
                    <a:pt x="82562" y="74587"/>
                  </a:lnTo>
                  <a:close/>
                </a:path>
                <a:path w="83184" h="148590">
                  <a:moveTo>
                    <a:pt x="82562" y="66979"/>
                  </a:moveTo>
                  <a:lnTo>
                    <a:pt x="70294" y="81305"/>
                  </a:lnTo>
                  <a:lnTo>
                    <a:pt x="70294" y="90182"/>
                  </a:lnTo>
                  <a:lnTo>
                    <a:pt x="69723" y="90030"/>
                  </a:lnTo>
                  <a:lnTo>
                    <a:pt x="68414" y="90119"/>
                  </a:lnTo>
                  <a:lnTo>
                    <a:pt x="67106" y="90208"/>
                  </a:lnTo>
                  <a:lnTo>
                    <a:pt x="66078" y="90589"/>
                  </a:lnTo>
                  <a:lnTo>
                    <a:pt x="66078" y="91389"/>
                  </a:lnTo>
                  <a:lnTo>
                    <a:pt x="65735" y="90970"/>
                  </a:lnTo>
                  <a:lnTo>
                    <a:pt x="66040" y="90614"/>
                  </a:lnTo>
                  <a:lnTo>
                    <a:pt x="66078" y="91389"/>
                  </a:lnTo>
                  <a:lnTo>
                    <a:pt x="66078" y="90589"/>
                  </a:lnTo>
                  <a:lnTo>
                    <a:pt x="70053" y="85928"/>
                  </a:lnTo>
                  <a:lnTo>
                    <a:pt x="69964" y="86436"/>
                  </a:lnTo>
                  <a:lnTo>
                    <a:pt x="70116" y="89496"/>
                  </a:lnTo>
                  <a:lnTo>
                    <a:pt x="70294" y="90182"/>
                  </a:lnTo>
                  <a:lnTo>
                    <a:pt x="70294" y="81305"/>
                  </a:lnTo>
                  <a:lnTo>
                    <a:pt x="62001" y="90970"/>
                  </a:lnTo>
                  <a:lnTo>
                    <a:pt x="82562" y="114947"/>
                  </a:lnTo>
                  <a:lnTo>
                    <a:pt x="82562" y="110591"/>
                  </a:lnTo>
                  <a:lnTo>
                    <a:pt x="79451" y="106984"/>
                  </a:lnTo>
                  <a:lnTo>
                    <a:pt x="80518" y="107226"/>
                  </a:lnTo>
                  <a:lnTo>
                    <a:pt x="82562" y="107099"/>
                  </a:lnTo>
                  <a:lnTo>
                    <a:pt x="82562" y="105638"/>
                  </a:lnTo>
                  <a:lnTo>
                    <a:pt x="80454" y="105778"/>
                  </a:lnTo>
                  <a:lnTo>
                    <a:pt x="79387" y="106159"/>
                  </a:lnTo>
                  <a:lnTo>
                    <a:pt x="79425" y="106959"/>
                  </a:lnTo>
                  <a:lnTo>
                    <a:pt x="66103" y="91414"/>
                  </a:lnTo>
                  <a:lnTo>
                    <a:pt x="67170" y="91655"/>
                  </a:lnTo>
                  <a:lnTo>
                    <a:pt x="69799" y="91490"/>
                  </a:lnTo>
                  <a:lnTo>
                    <a:pt x="70370" y="91287"/>
                  </a:lnTo>
                  <a:lnTo>
                    <a:pt x="70256" y="91986"/>
                  </a:lnTo>
                  <a:lnTo>
                    <a:pt x="70332" y="93510"/>
                  </a:lnTo>
                  <a:lnTo>
                    <a:pt x="70396" y="95034"/>
                  </a:lnTo>
                  <a:lnTo>
                    <a:pt x="70739" y="96266"/>
                  </a:lnTo>
                  <a:lnTo>
                    <a:pt x="71424" y="96227"/>
                  </a:lnTo>
                  <a:lnTo>
                    <a:pt x="71640" y="94970"/>
                  </a:lnTo>
                  <a:lnTo>
                    <a:pt x="71501" y="91897"/>
                  </a:lnTo>
                  <a:lnTo>
                    <a:pt x="71310" y="91224"/>
                  </a:lnTo>
                  <a:lnTo>
                    <a:pt x="71920" y="91363"/>
                  </a:lnTo>
                  <a:lnTo>
                    <a:pt x="73228" y="91274"/>
                  </a:lnTo>
                  <a:lnTo>
                    <a:pt x="74536" y="91198"/>
                  </a:lnTo>
                  <a:lnTo>
                    <a:pt x="75603" y="90805"/>
                  </a:lnTo>
                  <a:lnTo>
                    <a:pt x="75552" y="90004"/>
                  </a:lnTo>
                  <a:lnTo>
                    <a:pt x="74472" y="89738"/>
                  </a:lnTo>
                  <a:lnTo>
                    <a:pt x="71856" y="89903"/>
                  </a:lnTo>
                  <a:lnTo>
                    <a:pt x="71234" y="90144"/>
                  </a:lnTo>
                  <a:lnTo>
                    <a:pt x="71361" y="89420"/>
                  </a:lnTo>
                  <a:lnTo>
                    <a:pt x="71285" y="87884"/>
                  </a:lnTo>
                  <a:lnTo>
                    <a:pt x="71208" y="86360"/>
                  </a:lnTo>
                  <a:lnTo>
                    <a:pt x="70878" y="85128"/>
                  </a:lnTo>
                  <a:lnTo>
                    <a:pt x="70726" y="85140"/>
                  </a:lnTo>
                  <a:lnTo>
                    <a:pt x="82562" y="71348"/>
                  </a:lnTo>
                  <a:lnTo>
                    <a:pt x="82562" y="66979"/>
                  </a:lnTo>
                  <a:close/>
                </a:path>
                <a:path w="83184" h="148590">
                  <a:moveTo>
                    <a:pt x="82562" y="54432"/>
                  </a:moveTo>
                  <a:lnTo>
                    <a:pt x="81495" y="53200"/>
                  </a:lnTo>
                  <a:lnTo>
                    <a:pt x="81495" y="57556"/>
                  </a:lnTo>
                  <a:lnTo>
                    <a:pt x="77355" y="62382"/>
                  </a:lnTo>
                  <a:lnTo>
                    <a:pt x="77470" y="61772"/>
                  </a:lnTo>
                  <a:lnTo>
                    <a:pt x="77330" y="58712"/>
                  </a:lnTo>
                  <a:lnTo>
                    <a:pt x="77139" y="58026"/>
                  </a:lnTo>
                  <a:lnTo>
                    <a:pt x="77749" y="58166"/>
                  </a:lnTo>
                  <a:lnTo>
                    <a:pt x="79057" y="58089"/>
                  </a:lnTo>
                  <a:lnTo>
                    <a:pt x="80365" y="58000"/>
                  </a:lnTo>
                  <a:lnTo>
                    <a:pt x="81432" y="57619"/>
                  </a:lnTo>
                  <a:lnTo>
                    <a:pt x="81419" y="57480"/>
                  </a:lnTo>
                  <a:lnTo>
                    <a:pt x="81495" y="53200"/>
                  </a:lnTo>
                  <a:lnTo>
                    <a:pt x="80695" y="52260"/>
                  </a:lnTo>
                  <a:lnTo>
                    <a:pt x="80695" y="56642"/>
                  </a:lnTo>
                  <a:lnTo>
                    <a:pt x="80314" y="56540"/>
                  </a:lnTo>
                  <a:lnTo>
                    <a:pt x="77685" y="56718"/>
                  </a:lnTo>
                  <a:lnTo>
                    <a:pt x="77050" y="56946"/>
                  </a:lnTo>
                  <a:lnTo>
                    <a:pt x="77190" y="56222"/>
                  </a:lnTo>
                  <a:lnTo>
                    <a:pt x="77114" y="54698"/>
                  </a:lnTo>
                  <a:lnTo>
                    <a:pt x="77050" y="53162"/>
                  </a:lnTo>
                  <a:lnTo>
                    <a:pt x="76771" y="52222"/>
                  </a:lnTo>
                  <a:lnTo>
                    <a:pt x="76771" y="63068"/>
                  </a:lnTo>
                  <a:lnTo>
                    <a:pt x="63004" y="79133"/>
                  </a:lnTo>
                  <a:lnTo>
                    <a:pt x="58216" y="73571"/>
                  </a:lnTo>
                  <a:lnTo>
                    <a:pt x="59270" y="73812"/>
                  </a:lnTo>
                  <a:lnTo>
                    <a:pt x="61899" y="73647"/>
                  </a:lnTo>
                  <a:lnTo>
                    <a:pt x="62471" y="73444"/>
                  </a:lnTo>
                  <a:lnTo>
                    <a:pt x="62357" y="74142"/>
                  </a:lnTo>
                  <a:lnTo>
                    <a:pt x="62433" y="75666"/>
                  </a:lnTo>
                  <a:lnTo>
                    <a:pt x="62509" y="77190"/>
                  </a:lnTo>
                  <a:lnTo>
                    <a:pt x="62839" y="78422"/>
                  </a:lnTo>
                  <a:lnTo>
                    <a:pt x="63525" y="78384"/>
                  </a:lnTo>
                  <a:lnTo>
                    <a:pt x="63754" y="77127"/>
                  </a:lnTo>
                  <a:lnTo>
                    <a:pt x="63601" y="74053"/>
                  </a:lnTo>
                  <a:lnTo>
                    <a:pt x="63411" y="73380"/>
                  </a:lnTo>
                  <a:lnTo>
                    <a:pt x="64020" y="73520"/>
                  </a:lnTo>
                  <a:lnTo>
                    <a:pt x="65341" y="73431"/>
                  </a:lnTo>
                  <a:lnTo>
                    <a:pt x="66649" y="73355"/>
                  </a:lnTo>
                  <a:lnTo>
                    <a:pt x="67703" y="72961"/>
                  </a:lnTo>
                  <a:lnTo>
                    <a:pt x="67665" y="72161"/>
                  </a:lnTo>
                  <a:lnTo>
                    <a:pt x="66586" y="71894"/>
                  </a:lnTo>
                  <a:lnTo>
                    <a:pt x="63957" y="72059"/>
                  </a:lnTo>
                  <a:lnTo>
                    <a:pt x="63334" y="72301"/>
                  </a:lnTo>
                  <a:lnTo>
                    <a:pt x="63461" y="71577"/>
                  </a:lnTo>
                  <a:lnTo>
                    <a:pt x="63398" y="70040"/>
                  </a:lnTo>
                  <a:lnTo>
                    <a:pt x="63322" y="68516"/>
                  </a:lnTo>
                  <a:lnTo>
                    <a:pt x="62979" y="67284"/>
                  </a:lnTo>
                  <a:lnTo>
                    <a:pt x="62293" y="67335"/>
                  </a:lnTo>
                  <a:lnTo>
                    <a:pt x="62077" y="68592"/>
                  </a:lnTo>
                  <a:lnTo>
                    <a:pt x="62217" y="71653"/>
                  </a:lnTo>
                  <a:lnTo>
                    <a:pt x="62395" y="72339"/>
                  </a:lnTo>
                  <a:lnTo>
                    <a:pt x="61823" y="72186"/>
                  </a:lnTo>
                  <a:lnTo>
                    <a:pt x="60515" y="72275"/>
                  </a:lnTo>
                  <a:lnTo>
                    <a:pt x="59207" y="72364"/>
                  </a:lnTo>
                  <a:lnTo>
                    <a:pt x="58153" y="72745"/>
                  </a:lnTo>
                  <a:lnTo>
                    <a:pt x="58178" y="73533"/>
                  </a:lnTo>
                  <a:lnTo>
                    <a:pt x="44869" y="58000"/>
                  </a:lnTo>
                  <a:lnTo>
                    <a:pt x="45923" y="58242"/>
                  </a:lnTo>
                  <a:lnTo>
                    <a:pt x="48552" y="58077"/>
                  </a:lnTo>
                  <a:lnTo>
                    <a:pt x="49123" y="57873"/>
                  </a:lnTo>
                  <a:lnTo>
                    <a:pt x="49009" y="58572"/>
                  </a:lnTo>
                  <a:lnTo>
                    <a:pt x="49085" y="60096"/>
                  </a:lnTo>
                  <a:lnTo>
                    <a:pt x="49161" y="61633"/>
                  </a:lnTo>
                  <a:lnTo>
                    <a:pt x="49491" y="62852"/>
                  </a:lnTo>
                  <a:lnTo>
                    <a:pt x="50177" y="62814"/>
                  </a:lnTo>
                  <a:lnTo>
                    <a:pt x="50406" y="61556"/>
                  </a:lnTo>
                  <a:lnTo>
                    <a:pt x="50253" y="58483"/>
                  </a:lnTo>
                  <a:lnTo>
                    <a:pt x="50063" y="57797"/>
                  </a:lnTo>
                  <a:lnTo>
                    <a:pt x="50685" y="57950"/>
                  </a:lnTo>
                  <a:lnTo>
                    <a:pt x="51993" y="57861"/>
                  </a:lnTo>
                  <a:lnTo>
                    <a:pt x="53301" y="57785"/>
                  </a:lnTo>
                  <a:lnTo>
                    <a:pt x="54356" y="57391"/>
                  </a:lnTo>
                  <a:lnTo>
                    <a:pt x="54317" y="56591"/>
                  </a:lnTo>
                  <a:lnTo>
                    <a:pt x="53238" y="56324"/>
                  </a:lnTo>
                  <a:lnTo>
                    <a:pt x="50609" y="56489"/>
                  </a:lnTo>
                  <a:lnTo>
                    <a:pt x="49974" y="56730"/>
                  </a:lnTo>
                  <a:lnTo>
                    <a:pt x="50114" y="56007"/>
                  </a:lnTo>
                  <a:lnTo>
                    <a:pt x="50050" y="54470"/>
                  </a:lnTo>
                  <a:lnTo>
                    <a:pt x="49974" y="52946"/>
                  </a:lnTo>
                  <a:lnTo>
                    <a:pt x="49631" y="51727"/>
                  </a:lnTo>
                  <a:lnTo>
                    <a:pt x="49491" y="51739"/>
                  </a:lnTo>
                  <a:lnTo>
                    <a:pt x="62496" y="36563"/>
                  </a:lnTo>
                  <a:lnTo>
                    <a:pt x="62331" y="37528"/>
                  </a:lnTo>
                  <a:lnTo>
                    <a:pt x="62471" y="40601"/>
                  </a:lnTo>
                  <a:lnTo>
                    <a:pt x="62814" y="41821"/>
                  </a:lnTo>
                  <a:lnTo>
                    <a:pt x="63500" y="41783"/>
                  </a:lnTo>
                  <a:lnTo>
                    <a:pt x="63715" y="40513"/>
                  </a:lnTo>
                  <a:lnTo>
                    <a:pt x="63652" y="38989"/>
                  </a:lnTo>
                  <a:lnTo>
                    <a:pt x="63576" y="37452"/>
                  </a:lnTo>
                  <a:lnTo>
                    <a:pt x="63233" y="36258"/>
                  </a:lnTo>
                  <a:lnTo>
                    <a:pt x="76682" y="51955"/>
                  </a:lnTo>
                  <a:lnTo>
                    <a:pt x="76022" y="51981"/>
                  </a:lnTo>
                  <a:lnTo>
                    <a:pt x="75793" y="53238"/>
                  </a:lnTo>
                  <a:lnTo>
                    <a:pt x="75946" y="56311"/>
                  </a:lnTo>
                  <a:lnTo>
                    <a:pt x="76123" y="56997"/>
                  </a:lnTo>
                  <a:lnTo>
                    <a:pt x="75552" y="56845"/>
                  </a:lnTo>
                  <a:lnTo>
                    <a:pt x="74244" y="56934"/>
                  </a:lnTo>
                  <a:lnTo>
                    <a:pt x="72936" y="57010"/>
                  </a:lnTo>
                  <a:lnTo>
                    <a:pt x="71869" y="57404"/>
                  </a:lnTo>
                  <a:lnTo>
                    <a:pt x="71920" y="58204"/>
                  </a:lnTo>
                  <a:lnTo>
                    <a:pt x="72999" y="58470"/>
                  </a:lnTo>
                  <a:lnTo>
                    <a:pt x="75628" y="58305"/>
                  </a:lnTo>
                  <a:lnTo>
                    <a:pt x="76200" y="58089"/>
                  </a:lnTo>
                  <a:lnTo>
                    <a:pt x="76085" y="58788"/>
                  </a:lnTo>
                  <a:lnTo>
                    <a:pt x="76161" y="60325"/>
                  </a:lnTo>
                  <a:lnTo>
                    <a:pt x="76225" y="61849"/>
                  </a:lnTo>
                  <a:lnTo>
                    <a:pt x="76568" y="63068"/>
                  </a:lnTo>
                  <a:lnTo>
                    <a:pt x="76771" y="63068"/>
                  </a:lnTo>
                  <a:lnTo>
                    <a:pt x="76771" y="52222"/>
                  </a:lnTo>
                  <a:lnTo>
                    <a:pt x="76708" y="51993"/>
                  </a:lnTo>
                  <a:lnTo>
                    <a:pt x="80695" y="56642"/>
                  </a:lnTo>
                  <a:lnTo>
                    <a:pt x="80695" y="52260"/>
                  </a:lnTo>
                  <a:lnTo>
                    <a:pt x="66738" y="35979"/>
                  </a:lnTo>
                  <a:lnTo>
                    <a:pt x="63220" y="31864"/>
                  </a:lnTo>
                  <a:lnTo>
                    <a:pt x="63220" y="36245"/>
                  </a:lnTo>
                  <a:lnTo>
                    <a:pt x="62763" y="36271"/>
                  </a:lnTo>
                  <a:lnTo>
                    <a:pt x="63004" y="35979"/>
                  </a:lnTo>
                  <a:lnTo>
                    <a:pt x="63220" y="36245"/>
                  </a:lnTo>
                  <a:lnTo>
                    <a:pt x="63220" y="31864"/>
                  </a:lnTo>
                  <a:lnTo>
                    <a:pt x="63004" y="31610"/>
                  </a:lnTo>
                  <a:lnTo>
                    <a:pt x="49047" y="47891"/>
                  </a:lnTo>
                  <a:lnTo>
                    <a:pt x="49047" y="56769"/>
                  </a:lnTo>
                  <a:lnTo>
                    <a:pt x="48475" y="56629"/>
                  </a:lnTo>
                  <a:lnTo>
                    <a:pt x="47167" y="56705"/>
                  </a:lnTo>
                  <a:lnTo>
                    <a:pt x="45859" y="56794"/>
                  </a:lnTo>
                  <a:lnTo>
                    <a:pt x="44831" y="57175"/>
                  </a:lnTo>
                  <a:lnTo>
                    <a:pt x="44831" y="57962"/>
                  </a:lnTo>
                  <a:lnTo>
                    <a:pt x="44500" y="57556"/>
                  </a:lnTo>
                  <a:lnTo>
                    <a:pt x="44805" y="57200"/>
                  </a:lnTo>
                  <a:lnTo>
                    <a:pt x="44831" y="57962"/>
                  </a:lnTo>
                  <a:lnTo>
                    <a:pt x="44831" y="57175"/>
                  </a:lnTo>
                  <a:lnTo>
                    <a:pt x="48806" y="52527"/>
                  </a:lnTo>
                  <a:lnTo>
                    <a:pt x="48729" y="53022"/>
                  </a:lnTo>
                  <a:lnTo>
                    <a:pt x="48869" y="56083"/>
                  </a:lnTo>
                  <a:lnTo>
                    <a:pt x="49047" y="56769"/>
                  </a:lnTo>
                  <a:lnTo>
                    <a:pt x="49047" y="47891"/>
                  </a:lnTo>
                  <a:lnTo>
                    <a:pt x="40754" y="57556"/>
                  </a:lnTo>
                  <a:lnTo>
                    <a:pt x="63004" y="83502"/>
                  </a:lnTo>
                  <a:lnTo>
                    <a:pt x="66738" y="79133"/>
                  </a:lnTo>
                  <a:lnTo>
                    <a:pt x="82562" y="60680"/>
                  </a:lnTo>
                  <a:lnTo>
                    <a:pt x="82562" y="54432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11725466" y="7057358"/>
              <a:ext cx="114935" cy="281940"/>
            </a:xfrm>
            <a:custGeom>
              <a:avLst/>
              <a:gdLst/>
              <a:ahLst/>
              <a:cxnLst/>
              <a:rect l="l" t="t" r="r" b="b"/>
              <a:pathLst>
                <a:path w="114934" h="281940">
                  <a:moveTo>
                    <a:pt x="44500" y="224269"/>
                  </a:moveTo>
                  <a:lnTo>
                    <a:pt x="40754" y="219913"/>
                  </a:lnTo>
                  <a:lnTo>
                    <a:pt x="40754" y="224269"/>
                  </a:lnTo>
                  <a:lnTo>
                    <a:pt x="36614" y="229095"/>
                  </a:lnTo>
                  <a:lnTo>
                    <a:pt x="36728" y="228485"/>
                  </a:lnTo>
                  <a:lnTo>
                    <a:pt x="36576" y="225412"/>
                  </a:lnTo>
                  <a:lnTo>
                    <a:pt x="36385" y="224739"/>
                  </a:lnTo>
                  <a:lnTo>
                    <a:pt x="37007" y="224878"/>
                  </a:lnTo>
                  <a:lnTo>
                    <a:pt x="38315" y="224790"/>
                  </a:lnTo>
                  <a:lnTo>
                    <a:pt x="39624" y="224701"/>
                  </a:lnTo>
                  <a:lnTo>
                    <a:pt x="40678" y="224320"/>
                  </a:lnTo>
                  <a:lnTo>
                    <a:pt x="40665" y="224180"/>
                  </a:lnTo>
                  <a:lnTo>
                    <a:pt x="40754" y="219913"/>
                  </a:lnTo>
                  <a:lnTo>
                    <a:pt x="39954" y="218973"/>
                  </a:lnTo>
                  <a:lnTo>
                    <a:pt x="39954" y="223354"/>
                  </a:lnTo>
                  <a:lnTo>
                    <a:pt x="39560" y="223253"/>
                  </a:lnTo>
                  <a:lnTo>
                    <a:pt x="36931" y="223418"/>
                  </a:lnTo>
                  <a:lnTo>
                    <a:pt x="36309" y="223659"/>
                  </a:lnTo>
                  <a:lnTo>
                    <a:pt x="36436" y="222935"/>
                  </a:lnTo>
                  <a:lnTo>
                    <a:pt x="36372" y="221399"/>
                  </a:lnTo>
                  <a:lnTo>
                    <a:pt x="36296" y="219875"/>
                  </a:lnTo>
                  <a:lnTo>
                    <a:pt x="36029" y="218948"/>
                  </a:lnTo>
                  <a:lnTo>
                    <a:pt x="36029" y="229781"/>
                  </a:lnTo>
                  <a:lnTo>
                    <a:pt x="22250" y="245846"/>
                  </a:lnTo>
                  <a:lnTo>
                    <a:pt x="17449" y="240271"/>
                  </a:lnTo>
                  <a:lnTo>
                    <a:pt x="18516" y="240525"/>
                  </a:lnTo>
                  <a:lnTo>
                    <a:pt x="21145" y="240360"/>
                  </a:lnTo>
                  <a:lnTo>
                    <a:pt x="21729" y="240144"/>
                  </a:lnTo>
                  <a:lnTo>
                    <a:pt x="21602" y="240842"/>
                  </a:lnTo>
                  <a:lnTo>
                    <a:pt x="21678" y="242366"/>
                  </a:lnTo>
                  <a:lnTo>
                    <a:pt x="21755" y="243903"/>
                  </a:lnTo>
                  <a:lnTo>
                    <a:pt x="22085" y="245122"/>
                  </a:lnTo>
                  <a:lnTo>
                    <a:pt x="22783" y="245084"/>
                  </a:lnTo>
                  <a:lnTo>
                    <a:pt x="22999" y="243827"/>
                  </a:lnTo>
                  <a:lnTo>
                    <a:pt x="22847" y="240753"/>
                  </a:lnTo>
                  <a:lnTo>
                    <a:pt x="22656" y="240068"/>
                  </a:lnTo>
                  <a:lnTo>
                    <a:pt x="23279" y="240220"/>
                  </a:lnTo>
                  <a:lnTo>
                    <a:pt x="24587" y="240144"/>
                  </a:lnTo>
                  <a:lnTo>
                    <a:pt x="25895" y="240055"/>
                  </a:lnTo>
                  <a:lnTo>
                    <a:pt x="26949" y="239661"/>
                  </a:lnTo>
                  <a:lnTo>
                    <a:pt x="26911" y="238861"/>
                  </a:lnTo>
                  <a:lnTo>
                    <a:pt x="25831" y="238594"/>
                  </a:lnTo>
                  <a:lnTo>
                    <a:pt x="23202" y="238760"/>
                  </a:lnTo>
                  <a:lnTo>
                    <a:pt x="22580" y="239014"/>
                  </a:lnTo>
                  <a:lnTo>
                    <a:pt x="22707" y="238277"/>
                  </a:lnTo>
                  <a:lnTo>
                    <a:pt x="22644" y="236753"/>
                  </a:lnTo>
                  <a:lnTo>
                    <a:pt x="22567" y="235216"/>
                  </a:lnTo>
                  <a:lnTo>
                    <a:pt x="22237" y="233997"/>
                  </a:lnTo>
                  <a:lnTo>
                    <a:pt x="21551" y="234035"/>
                  </a:lnTo>
                  <a:lnTo>
                    <a:pt x="21323" y="235292"/>
                  </a:lnTo>
                  <a:lnTo>
                    <a:pt x="21463" y="238366"/>
                  </a:lnTo>
                  <a:lnTo>
                    <a:pt x="21640" y="239052"/>
                  </a:lnTo>
                  <a:lnTo>
                    <a:pt x="21069" y="238899"/>
                  </a:lnTo>
                  <a:lnTo>
                    <a:pt x="19761" y="238988"/>
                  </a:lnTo>
                  <a:lnTo>
                    <a:pt x="18453" y="239064"/>
                  </a:lnTo>
                  <a:lnTo>
                    <a:pt x="17399" y="239458"/>
                  </a:lnTo>
                  <a:lnTo>
                    <a:pt x="17424" y="240245"/>
                  </a:lnTo>
                  <a:lnTo>
                    <a:pt x="4102" y="224701"/>
                  </a:lnTo>
                  <a:lnTo>
                    <a:pt x="5168" y="224955"/>
                  </a:lnTo>
                  <a:lnTo>
                    <a:pt x="7797" y="224790"/>
                  </a:lnTo>
                  <a:lnTo>
                    <a:pt x="8382" y="224574"/>
                  </a:lnTo>
                  <a:lnTo>
                    <a:pt x="8255" y="225272"/>
                  </a:lnTo>
                  <a:lnTo>
                    <a:pt x="8331" y="226809"/>
                  </a:lnTo>
                  <a:lnTo>
                    <a:pt x="8407" y="228333"/>
                  </a:lnTo>
                  <a:lnTo>
                    <a:pt x="8737" y="229552"/>
                  </a:lnTo>
                  <a:lnTo>
                    <a:pt x="9436" y="229514"/>
                  </a:lnTo>
                  <a:lnTo>
                    <a:pt x="9652" y="228257"/>
                  </a:lnTo>
                  <a:lnTo>
                    <a:pt x="9499" y="225196"/>
                  </a:lnTo>
                  <a:lnTo>
                    <a:pt x="9309" y="224510"/>
                  </a:lnTo>
                  <a:lnTo>
                    <a:pt x="9931" y="224650"/>
                  </a:lnTo>
                  <a:lnTo>
                    <a:pt x="11239" y="224574"/>
                  </a:lnTo>
                  <a:lnTo>
                    <a:pt x="12547" y="224485"/>
                  </a:lnTo>
                  <a:lnTo>
                    <a:pt x="13601" y="224104"/>
                  </a:lnTo>
                  <a:lnTo>
                    <a:pt x="13563" y="223291"/>
                  </a:lnTo>
                  <a:lnTo>
                    <a:pt x="12484" y="223024"/>
                  </a:lnTo>
                  <a:lnTo>
                    <a:pt x="9855" y="223202"/>
                  </a:lnTo>
                  <a:lnTo>
                    <a:pt x="9232" y="223431"/>
                  </a:lnTo>
                  <a:lnTo>
                    <a:pt x="9372" y="222707"/>
                  </a:lnTo>
                  <a:lnTo>
                    <a:pt x="9296" y="221183"/>
                  </a:lnTo>
                  <a:lnTo>
                    <a:pt x="9220" y="219659"/>
                  </a:lnTo>
                  <a:lnTo>
                    <a:pt x="8890" y="218427"/>
                  </a:lnTo>
                  <a:lnTo>
                    <a:pt x="8826" y="223989"/>
                  </a:lnTo>
                  <a:lnTo>
                    <a:pt x="8826" y="218440"/>
                  </a:lnTo>
                  <a:lnTo>
                    <a:pt x="21742" y="203276"/>
                  </a:lnTo>
                  <a:lnTo>
                    <a:pt x="21577" y="204228"/>
                  </a:lnTo>
                  <a:lnTo>
                    <a:pt x="21729" y="207302"/>
                  </a:lnTo>
                  <a:lnTo>
                    <a:pt x="21907" y="207987"/>
                  </a:lnTo>
                  <a:lnTo>
                    <a:pt x="21323" y="207835"/>
                  </a:lnTo>
                  <a:lnTo>
                    <a:pt x="20015" y="207924"/>
                  </a:lnTo>
                  <a:lnTo>
                    <a:pt x="18707" y="208000"/>
                  </a:lnTo>
                  <a:lnTo>
                    <a:pt x="17653" y="208394"/>
                  </a:lnTo>
                  <a:lnTo>
                    <a:pt x="17691" y="209194"/>
                  </a:lnTo>
                  <a:lnTo>
                    <a:pt x="18770" y="209461"/>
                  </a:lnTo>
                  <a:lnTo>
                    <a:pt x="21399" y="209296"/>
                  </a:lnTo>
                  <a:lnTo>
                    <a:pt x="21983" y="209080"/>
                  </a:lnTo>
                  <a:lnTo>
                    <a:pt x="21856" y="209778"/>
                  </a:lnTo>
                  <a:lnTo>
                    <a:pt x="21932" y="211315"/>
                  </a:lnTo>
                  <a:lnTo>
                    <a:pt x="22009" y="212839"/>
                  </a:lnTo>
                  <a:lnTo>
                    <a:pt x="22339" y="214071"/>
                  </a:lnTo>
                  <a:lnTo>
                    <a:pt x="23037" y="214020"/>
                  </a:lnTo>
                  <a:lnTo>
                    <a:pt x="23253" y="212763"/>
                  </a:lnTo>
                  <a:lnTo>
                    <a:pt x="23101" y="209702"/>
                  </a:lnTo>
                  <a:lnTo>
                    <a:pt x="22910" y="209016"/>
                  </a:lnTo>
                  <a:lnTo>
                    <a:pt x="23533" y="209156"/>
                  </a:lnTo>
                  <a:lnTo>
                    <a:pt x="24841" y="209080"/>
                  </a:lnTo>
                  <a:lnTo>
                    <a:pt x="26149" y="208991"/>
                  </a:lnTo>
                  <a:lnTo>
                    <a:pt x="27203" y="208610"/>
                  </a:lnTo>
                  <a:lnTo>
                    <a:pt x="27190" y="208483"/>
                  </a:lnTo>
                  <a:lnTo>
                    <a:pt x="35941" y="218668"/>
                  </a:lnTo>
                  <a:lnTo>
                    <a:pt x="35267" y="218694"/>
                  </a:lnTo>
                  <a:lnTo>
                    <a:pt x="35052" y="219951"/>
                  </a:lnTo>
                  <a:lnTo>
                    <a:pt x="35191" y="223012"/>
                  </a:lnTo>
                  <a:lnTo>
                    <a:pt x="35369" y="223697"/>
                  </a:lnTo>
                  <a:lnTo>
                    <a:pt x="34798" y="223558"/>
                  </a:lnTo>
                  <a:lnTo>
                    <a:pt x="33489" y="223634"/>
                  </a:lnTo>
                  <a:lnTo>
                    <a:pt x="32181" y="223723"/>
                  </a:lnTo>
                  <a:lnTo>
                    <a:pt x="31127" y="224104"/>
                  </a:lnTo>
                  <a:lnTo>
                    <a:pt x="31165" y="224917"/>
                  </a:lnTo>
                  <a:lnTo>
                    <a:pt x="32245" y="225171"/>
                  </a:lnTo>
                  <a:lnTo>
                    <a:pt x="34874" y="225005"/>
                  </a:lnTo>
                  <a:lnTo>
                    <a:pt x="35458" y="224802"/>
                  </a:lnTo>
                  <a:lnTo>
                    <a:pt x="35331" y="225501"/>
                  </a:lnTo>
                  <a:lnTo>
                    <a:pt x="35407" y="227025"/>
                  </a:lnTo>
                  <a:lnTo>
                    <a:pt x="35483" y="228549"/>
                  </a:lnTo>
                  <a:lnTo>
                    <a:pt x="35814" y="229781"/>
                  </a:lnTo>
                  <a:lnTo>
                    <a:pt x="36029" y="229781"/>
                  </a:lnTo>
                  <a:lnTo>
                    <a:pt x="36029" y="218948"/>
                  </a:lnTo>
                  <a:lnTo>
                    <a:pt x="35953" y="218681"/>
                  </a:lnTo>
                  <a:lnTo>
                    <a:pt x="39954" y="223354"/>
                  </a:lnTo>
                  <a:lnTo>
                    <a:pt x="39954" y="218973"/>
                  </a:lnTo>
                  <a:lnTo>
                    <a:pt x="26479" y="203263"/>
                  </a:lnTo>
                  <a:lnTo>
                    <a:pt x="26479" y="207645"/>
                  </a:lnTo>
                  <a:lnTo>
                    <a:pt x="26085" y="207543"/>
                  </a:lnTo>
                  <a:lnTo>
                    <a:pt x="23456" y="207708"/>
                  </a:lnTo>
                  <a:lnTo>
                    <a:pt x="22834" y="207937"/>
                  </a:lnTo>
                  <a:lnTo>
                    <a:pt x="22974" y="207213"/>
                  </a:lnTo>
                  <a:lnTo>
                    <a:pt x="22898" y="205689"/>
                  </a:lnTo>
                  <a:lnTo>
                    <a:pt x="22821" y="204165"/>
                  </a:lnTo>
                  <a:lnTo>
                    <a:pt x="22491" y="202984"/>
                  </a:lnTo>
                  <a:lnTo>
                    <a:pt x="26479" y="207645"/>
                  </a:lnTo>
                  <a:lnTo>
                    <a:pt x="26479" y="203263"/>
                  </a:lnTo>
                  <a:lnTo>
                    <a:pt x="25984" y="202679"/>
                  </a:lnTo>
                  <a:lnTo>
                    <a:pt x="22466" y="198564"/>
                  </a:lnTo>
                  <a:lnTo>
                    <a:pt x="22466" y="202946"/>
                  </a:lnTo>
                  <a:lnTo>
                    <a:pt x="21996" y="202971"/>
                  </a:lnTo>
                  <a:lnTo>
                    <a:pt x="22250" y="202679"/>
                  </a:lnTo>
                  <a:lnTo>
                    <a:pt x="22466" y="202946"/>
                  </a:lnTo>
                  <a:lnTo>
                    <a:pt x="22466" y="198564"/>
                  </a:lnTo>
                  <a:lnTo>
                    <a:pt x="22250" y="198310"/>
                  </a:lnTo>
                  <a:lnTo>
                    <a:pt x="8305" y="214579"/>
                  </a:lnTo>
                  <a:lnTo>
                    <a:pt x="8305" y="223481"/>
                  </a:lnTo>
                  <a:lnTo>
                    <a:pt x="7721" y="223329"/>
                  </a:lnTo>
                  <a:lnTo>
                    <a:pt x="6413" y="223418"/>
                  </a:lnTo>
                  <a:lnTo>
                    <a:pt x="5105" y="223494"/>
                  </a:lnTo>
                  <a:lnTo>
                    <a:pt x="4076" y="223888"/>
                  </a:lnTo>
                  <a:lnTo>
                    <a:pt x="4076" y="224675"/>
                  </a:lnTo>
                  <a:lnTo>
                    <a:pt x="3746" y="224269"/>
                  </a:lnTo>
                  <a:lnTo>
                    <a:pt x="4051" y="223913"/>
                  </a:lnTo>
                  <a:lnTo>
                    <a:pt x="4076" y="224675"/>
                  </a:lnTo>
                  <a:lnTo>
                    <a:pt x="4076" y="223888"/>
                  </a:lnTo>
                  <a:lnTo>
                    <a:pt x="8051" y="219240"/>
                  </a:lnTo>
                  <a:lnTo>
                    <a:pt x="7975" y="219722"/>
                  </a:lnTo>
                  <a:lnTo>
                    <a:pt x="8128" y="222796"/>
                  </a:lnTo>
                  <a:lnTo>
                    <a:pt x="8305" y="223481"/>
                  </a:lnTo>
                  <a:lnTo>
                    <a:pt x="8305" y="214579"/>
                  </a:lnTo>
                  <a:lnTo>
                    <a:pt x="0" y="224269"/>
                  </a:lnTo>
                  <a:lnTo>
                    <a:pt x="22250" y="250215"/>
                  </a:lnTo>
                  <a:lnTo>
                    <a:pt x="25984" y="245846"/>
                  </a:lnTo>
                  <a:lnTo>
                    <a:pt x="44500" y="224269"/>
                  </a:lnTo>
                  <a:close/>
                </a:path>
                <a:path w="114934" h="281940">
                  <a:moveTo>
                    <a:pt x="76720" y="55613"/>
                  </a:moveTo>
                  <a:lnTo>
                    <a:pt x="72974" y="51257"/>
                  </a:lnTo>
                  <a:lnTo>
                    <a:pt x="72974" y="55613"/>
                  </a:lnTo>
                  <a:lnTo>
                    <a:pt x="68834" y="60439"/>
                  </a:lnTo>
                  <a:lnTo>
                    <a:pt x="68948" y="59829"/>
                  </a:lnTo>
                  <a:lnTo>
                    <a:pt x="68795" y="56769"/>
                  </a:lnTo>
                  <a:lnTo>
                    <a:pt x="68605" y="56083"/>
                  </a:lnTo>
                  <a:lnTo>
                    <a:pt x="69227" y="56222"/>
                  </a:lnTo>
                  <a:lnTo>
                    <a:pt x="70535" y="56146"/>
                  </a:lnTo>
                  <a:lnTo>
                    <a:pt x="71843" y="56057"/>
                  </a:lnTo>
                  <a:lnTo>
                    <a:pt x="72898" y="55676"/>
                  </a:lnTo>
                  <a:lnTo>
                    <a:pt x="72885" y="55524"/>
                  </a:lnTo>
                  <a:lnTo>
                    <a:pt x="72974" y="51257"/>
                  </a:lnTo>
                  <a:lnTo>
                    <a:pt x="72174" y="50317"/>
                  </a:lnTo>
                  <a:lnTo>
                    <a:pt x="72174" y="54698"/>
                  </a:lnTo>
                  <a:lnTo>
                    <a:pt x="71780" y="54597"/>
                  </a:lnTo>
                  <a:lnTo>
                    <a:pt x="69151" y="54775"/>
                  </a:lnTo>
                  <a:lnTo>
                    <a:pt x="68516" y="55003"/>
                  </a:lnTo>
                  <a:lnTo>
                    <a:pt x="68656" y="54279"/>
                  </a:lnTo>
                  <a:lnTo>
                    <a:pt x="68592" y="52755"/>
                  </a:lnTo>
                  <a:lnTo>
                    <a:pt x="68516" y="51219"/>
                  </a:lnTo>
                  <a:lnTo>
                    <a:pt x="68249" y="50279"/>
                  </a:lnTo>
                  <a:lnTo>
                    <a:pt x="68249" y="61125"/>
                  </a:lnTo>
                  <a:lnTo>
                    <a:pt x="54470" y="77190"/>
                  </a:lnTo>
                  <a:lnTo>
                    <a:pt x="49682" y="71628"/>
                  </a:lnTo>
                  <a:lnTo>
                    <a:pt x="50736" y="71869"/>
                  </a:lnTo>
                  <a:lnTo>
                    <a:pt x="53365" y="71704"/>
                  </a:lnTo>
                  <a:lnTo>
                    <a:pt x="53949" y="71501"/>
                  </a:lnTo>
                  <a:lnTo>
                    <a:pt x="53822" y="72199"/>
                  </a:lnTo>
                  <a:lnTo>
                    <a:pt x="53898" y="73723"/>
                  </a:lnTo>
                  <a:lnTo>
                    <a:pt x="53975" y="75247"/>
                  </a:lnTo>
                  <a:lnTo>
                    <a:pt x="54305" y="76479"/>
                  </a:lnTo>
                  <a:lnTo>
                    <a:pt x="55003" y="76441"/>
                  </a:lnTo>
                  <a:lnTo>
                    <a:pt x="55219" y="75184"/>
                  </a:lnTo>
                  <a:lnTo>
                    <a:pt x="55079" y="72110"/>
                  </a:lnTo>
                  <a:lnTo>
                    <a:pt x="54876" y="71437"/>
                  </a:lnTo>
                  <a:lnTo>
                    <a:pt x="55499" y="71577"/>
                  </a:lnTo>
                  <a:lnTo>
                    <a:pt x="56807" y="71488"/>
                  </a:lnTo>
                  <a:lnTo>
                    <a:pt x="58115" y="71412"/>
                  </a:lnTo>
                  <a:lnTo>
                    <a:pt x="59169" y="71018"/>
                  </a:lnTo>
                  <a:lnTo>
                    <a:pt x="59131" y="70218"/>
                  </a:lnTo>
                  <a:lnTo>
                    <a:pt x="58051" y="69951"/>
                  </a:lnTo>
                  <a:lnTo>
                    <a:pt x="55422" y="70116"/>
                  </a:lnTo>
                  <a:lnTo>
                    <a:pt x="54800" y="70358"/>
                  </a:lnTo>
                  <a:lnTo>
                    <a:pt x="54940" y="69634"/>
                  </a:lnTo>
                  <a:lnTo>
                    <a:pt x="54864" y="68097"/>
                  </a:lnTo>
                  <a:lnTo>
                    <a:pt x="54787" y="66573"/>
                  </a:lnTo>
                  <a:lnTo>
                    <a:pt x="54457" y="65341"/>
                  </a:lnTo>
                  <a:lnTo>
                    <a:pt x="53759" y="65392"/>
                  </a:lnTo>
                  <a:lnTo>
                    <a:pt x="53543" y="66649"/>
                  </a:lnTo>
                  <a:lnTo>
                    <a:pt x="53695" y="69710"/>
                  </a:lnTo>
                  <a:lnTo>
                    <a:pt x="53873" y="70396"/>
                  </a:lnTo>
                  <a:lnTo>
                    <a:pt x="53289" y="70243"/>
                  </a:lnTo>
                  <a:lnTo>
                    <a:pt x="51981" y="70332"/>
                  </a:lnTo>
                  <a:lnTo>
                    <a:pt x="50673" y="70421"/>
                  </a:lnTo>
                  <a:lnTo>
                    <a:pt x="49618" y="70802"/>
                  </a:lnTo>
                  <a:lnTo>
                    <a:pt x="49644" y="71589"/>
                  </a:lnTo>
                  <a:lnTo>
                    <a:pt x="36334" y="56057"/>
                  </a:lnTo>
                  <a:lnTo>
                    <a:pt x="37388" y="56299"/>
                  </a:lnTo>
                  <a:lnTo>
                    <a:pt x="40017" y="56134"/>
                  </a:lnTo>
                  <a:lnTo>
                    <a:pt x="40601" y="55930"/>
                  </a:lnTo>
                  <a:lnTo>
                    <a:pt x="40474" y="56629"/>
                  </a:lnTo>
                  <a:lnTo>
                    <a:pt x="40551" y="58153"/>
                  </a:lnTo>
                  <a:lnTo>
                    <a:pt x="40627" y="59690"/>
                  </a:lnTo>
                  <a:lnTo>
                    <a:pt x="40957" y="60909"/>
                  </a:lnTo>
                  <a:lnTo>
                    <a:pt x="41656" y="60871"/>
                  </a:lnTo>
                  <a:lnTo>
                    <a:pt x="41871" y="59613"/>
                  </a:lnTo>
                  <a:lnTo>
                    <a:pt x="41732" y="56540"/>
                  </a:lnTo>
                  <a:lnTo>
                    <a:pt x="41529" y="55867"/>
                  </a:lnTo>
                  <a:lnTo>
                    <a:pt x="42151" y="56007"/>
                  </a:lnTo>
                  <a:lnTo>
                    <a:pt x="43459" y="55918"/>
                  </a:lnTo>
                  <a:lnTo>
                    <a:pt x="44767" y="55841"/>
                  </a:lnTo>
                  <a:lnTo>
                    <a:pt x="45821" y="55448"/>
                  </a:lnTo>
                  <a:lnTo>
                    <a:pt x="45808" y="55041"/>
                  </a:lnTo>
                  <a:lnTo>
                    <a:pt x="45783" y="54648"/>
                  </a:lnTo>
                  <a:lnTo>
                    <a:pt x="44704" y="54381"/>
                  </a:lnTo>
                  <a:lnTo>
                    <a:pt x="42075" y="54546"/>
                  </a:lnTo>
                  <a:lnTo>
                    <a:pt x="41452" y="54787"/>
                  </a:lnTo>
                  <a:lnTo>
                    <a:pt x="41592" y="54063"/>
                  </a:lnTo>
                  <a:lnTo>
                    <a:pt x="41516" y="52527"/>
                  </a:lnTo>
                  <a:lnTo>
                    <a:pt x="41440" y="51003"/>
                  </a:lnTo>
                  <a:lnTo>
                    <a:pt x="41109" y="49784"/>
                  </a:lnTo>
                  <a:lnTo>
                    <a:pt x="40957" y="49796"/>
                  </a:lnTo>
                  <a:lnTo>
                    <a:pt x="53962" y="34620"/>
                  </a:lnTo>
                  <a:lnTo>
                    <a:pt x="53797" y="35585"/>
                  </a:lnTo>
                  <a:lnTo>
                    <a:pt x="53949" y="38658"/>
                  </a:lnTo>
                  <a:lnTo>
                    <a:pt x="54127" y="39331"/>
                  </a:lnTo>
                  <a:lnTo>
                    <a:pt x="53543" y="39192"/>
                  </a:lnTo>
                  <a:lnTo>
                    <a:pt x="52235" y="39268"/>
                  </a:lnTo>
                  <a:lnTo>
                    <a:pt x="50927" y="39357"/>
                  </a:lnTo>
                  <a:lnTo>
                    <a:pt x="49872" y="39751"/>
                  </a:lnTo>
                  <a:lnTo>
                    <a:pt x="49911" y="40551"/>
                  </a:lnTo>
                  <a:lnTo>
                    <a:pt x="50990" y="40817"/>
                  </a:lnTo>
                  <a:lnTo>
                    <a:pt x="53619" y="40640"/>
                  </a:lnTo>
                  <a:lnTo>
                    <a:pt x="54203" y="40436"/>
                  </a:lnTo>
                  <a:lnTo>
                    <a:pt x="54076" y="41135"/>
                  </a:lnTo>
                  <a:lnTo>
                    <a:pt x="54152" y="42659"/>
                  </a:lnTo>
                  <a:lnTo>
                    <a:pt x="54229" y="44196"/>
                  </a:lnTo>
                  <a:lnTo>
                    <a:pt x="54559" y="45415"/>
                  </a:lnTo>
                  <a:lnTo>
                    <a:pt x="55257" y="45377"/>
                  </a:lnTo>
                  <a:lnTo>
                    <a:pt x="55473" y="44119"/>
                  </a:lnTo>
                  <a:lnTo>
                    <a:pt x="55333" y="41046"/>
                  </a:lnTo>
                  <a:lnTo>
                    <a:pt x="55130" y="40373"/>
                  </a:lnTo>
                  <a:lnTo>
                    <a:pt x="55753" y="40513"/>
                  </a:lnTo>
                  <a:lnTo>
                    <a:pt x="57061" y="40424"/>
                  </a:lnTo>
                  <a:lnTo>
                    <a:pt x="58369" y="40347"/>
                  </a:lnTo>
                  <a:lnTo>
                    <a:pt x="59423" y="39954"/>
                  </a:lnTo>
                  <a:lnTo>
                    <a:pt x="59410" y="39827"/>
                  </a:lnTo>
                  <a:lnTo>
                    <a:pt x="68160" y="50012"/>
                  </a:lnTo>
                  <a:lnTo>
                    <a:pt x="67487" y="50038"/>
                  </a:lnTo>
                  <a:lnTo>
                    <a:pt x="67271" y="51295"/>
                  </a:lnTo>
                  <a:lnTo>
                    <a:pt x="67411" y="54368"/>
                  </a:lnTo>
                  <a:lnTo>
                    <a:pt x="67602" y="55054"/>
                  </a:lnTo>
                  <a:lnTo>
                    <a:pt x="67017" y="54902"/>
                  </a:lnTo>
                  <a:lnTo>
                    <a:pt x="65709" y="54991"/>
                  </a:lnTo>
                  <a:lnTo>
                    <a:pt x="64401" y="55067"/>
                  </a:lnTo>
                  <a:lnTo>
                    <a:pt x="63347" y="55460"/>
                  </a:lnTo>
                  <a:lnTo>
                    <a:pt x="63385" y="56261"/>
                  </a:lnTo>
                  <a:lnTo>
                    <a:pt x="64465" y="56527"/>
                  </a:lnTo>
                  <a:lnTo>
                    <a:pt x="67094" y="56362"/>
                  </a:lnTo>
                  <a:lnTo>
                    <a:pt x="67665" y="56146"/>
                  </a:lnTo>
                  <a:lnTo>
                    <a:pt x="67551" y="56845"/>
                  </a:lnTo>
                  <a:lnTo>
                    <a:pt x="67627" y="58381"/>
                  </a:lnTo>
                  <a:lnTo>
                    <a:pt x="67703" y="59905"/>
                  </a:lnTo>
                  <a:lnTo>
                    <a:pt x="68033" y="61125"/>
                  </a:lnTo>
                  <a:lnTo>
                    <a:pt x="68249" y="61125"/>
                  </a:lnTo>
                  <a:lnTo>
                    <a:pt x="68249" y="50279"/>
                  </a:lnTo>
                  <a:lnTo>
                    <a:pt x="68186" y="50050"/>
                  </a:lnTo>
                  <a:lnTo>
                    <a:pt x="72174" y="54698"/>
                  </a:lnTo>
                  <a:lnTo>
                    <a:pt x="72174" y="50317"/>
                  </a:lnTo>
                  <a:lnTo>
                    <a:pt x="58686" y="34594"/>
                  </a:lnTo>
                  <a:lnTo>
                    <a:pt x="58686" y="38989"/>
                  </a:lnTo>
                  <a:lnTo>
                    <a:pt x="58305" y="38887"/>
                  </a:lnTo>
                  <a:lnTo>
                    <a:pt x="55676" y="39052"/>
                  </a:lnTo>
                  <a:lnTo>
                    <a:pt x="55054" y="39293"/>
                  </a:lnTo>
                  <a:lnTo>
                    <a:pt x="55194" y="38569"/>
                  </a:lnTo>
                  <a:lnTo>
                    <a:pt x="55118" y="37045"/>
                  </a:lnTo>
                  <a:lnTo>
                    <a:pt x="55041" y="35509"/>
                  </a:lnTo>
                  <a:lnTo>
                    <a:pt x="54711" y="34340"/>
                  </a:lnTo>
                  <a:lnTo>
                    <a:pt x="58686" y="38989"/>
                  </a:lnTo>
                  <a:lnTo>
                    <a:pt x="58686" y="34594"/>
                  </a:lnTo>
                  <a:lnTo>
                    <a:pt x="58216" y="34036"/>
                  </a:lnTo>
                  <a:lnTo>
                    <a:pt x="54686" y="29921"/>
                  </a:lnTo>
                  <a:lnTo>
                    <a:pt x="54686" y="34302"/>
                  </a:lnTo>
                  <a:lnTo>
                    <a:pt x="54229" y="34328"/>
                  </a:lnTo>
                  <a:lnTo>
                    <a:pt x="54470" y="34036"/>
                  </a:lnTo>
                  <a:lnTo>
                    <a:pt x="54686" y="34302"/>
                  </a:lnTo>
                  <a:lnTo>
                    <a:pt x="54686" y="29921"/>
                  </a:lnTo>
                  <a:lnTo>
                    <a:pt x="54470" y="29667"/>
                  </a:lnTo>
                  <a:lnTo>
                    <a:pt x="40525" y="45935"/>
                  </a:lnTo>
                  <a:lnTo>
                    <a:pt x="40525" y="54825"/>
                  </a:lnTo>
                  <a:lnTo>
                    <a:pt x="39954" y="54686"/>
                  </a:lnTo>
                  <a:lnTo>
                    <a:pt x="38633" y="54762"/>
                  </a:lnTo>
                  <a:lnTo>
                    <a:pt x="37325" y="54851"/>
                  </a:lnTo>
                  <a:lnTo>
                    <a:pt x="36296" y="55232"/>
                  </a:lnTo>
                  <a:lnTo>
                    <a:pt x="36296" y="56019"/>
                  </a:lnTo>
                  <a:lnTo>
                    <a:pt x="35966" y="55613"/>
                  </a:lnTo>
                  <a:lnTo>
                    <a:pt x="36271" y="55257"/>
                  </a:lnTo>
                  <a:lnTo>
                    <a:pt x="36296" y="56019"/>
                  </a:lnTo>
                  <a:lnTo>
                    <a:pt x="36296" y="55232"/>
                  </a:lnTo>
                  <a:lnTo>
                    <a:pt x="40271" y="50584"/>
                  </a:lnTo>
                  <a:lnTo>
                    <a:pt x="40195" y="51079"/>
                  </a:lnTo>
                  <a:lnTo>
                    <a:pt x="40347" y="54140"/>
                  </a:lnTo>
                  <a:lnTo>
                    <a:pt x="40525" y="54825"/>
                  </a:lnTo>
                  <a:lnTo>
                    <a:pt x="40525" y="45935"/>
                  </a:lnTo>
                  <a:lnTo>
                    <a:pt x="32219" y="55613"/>
                  </a:lnTo>
                  <a:lnTo>
                    <a:pt x="54470" y="81559"/>
                  </a:lnTo>
                  <a:lnTo>
                    <a:pt x="58216" y="77190"/>
                  </a:lnTo>
                  <a:lnTo>
                    <a:pt x="76720" y="55613"/>
                  </a:lnTo>
                  <a:close/>
                </a:path>
                <a:path w="114934" h="281940">
                  <a:moveTo>
                    <a:pt x="100177" y="39954"/>
                  </a:moveTo>
                  <a:lnTo>
                    <a:pt x="100139" y="39154"/>
                  </a:lnTo>
                  <a:lnTo>
                    <a:pt x="99060" y="38887"/>
                  </a:lnTo>
                  <a:lnTo>
                    <a:pt x="96431" y="39052"/>
                  </a:lnTo>
                  <a:lnTo>
                    <a:pt x="95808" y="39293"/>
                  </a:lnTo>
                  <a:lnTo>
                    <a:pt x="95935" y="38569"/>
                  </a:lnTo>
                  <a:lnTo>
                    <a:pt x="95872" y="37045"/>
                  </a:lnTo>
                  <a:lnTo>
                    <a:pt x="95796" y="35509"/>
                  </a:lnTo>
                  <a:lnTo>
                    <a:pt x="95453" y="34290"/>
                  </a:lnTo>
                  <a:lnTo>
                    <a:pt x="94780" y="34328"/>
                  </a:lnTo>
                  <a:lnTo>
                    <a:pt x="94551" y="35585"/>
                  </a:lnTo>
                  <a:lnTo>
                    <a:pt x="94691" y="38658"/>
                  </a:lnTo>
                  <a:lnTo>
                    <a:pt x="94869" y="39331"/>
                  </a:lnTo>
                  <a:lnTo>
                    <a:pt x="94297" y="39192"/>
                  </a:lnTo>
                  <a:lnTo>
                    <a:pt x="92989" y="39268"/>
                  </a:lnTo>
                  <a:lnTo>
                    <a:pt x="91681" y="39357"/>
                  </a:lnTo>
                  <a:lnTo>
                    <a:pt x="90627" y="39751"/>
                  </a:lnTo>
                  <a:lnTo>
                    <a:pt x="90665" y="40551"/>
                  </a:lnTo>
                  <a:lnTo>
                    <a:pt x="91744" y="40817"/>
                  </a:lnTo>
                  <a:lnTo>
                    <a:pt x="94373" y="40640"/>
                  </a:lnTo>
                  <a:lnTo>
                    <a:pt x="94945" y="40436"/>
                  </a:lnTo>
                  <a:lnTo>
                    <a:pt x="94830" y="41135"/>
                  </a:lnTo>
                  <a:lnTo>
                    <a:pt x="94907" y="42659"/>
                  </a:lnTo>
                  <a:lnTo>
                    <a:pt x="94983" y="44196"/>
                  </a:lnTo>
                  <a:lnTo>
                    <a:pt x="95313" y="45415"/>
                  </a:lnTo>
                  <a:lnTo>
                    <a:pt x="95999" y="45377"/>
                  </a:lnTo>
                  <a:lnTo>
                    <a:pt x="96227" y="44119"/>
                  </a:lnTo>
                  <a:lnTo>
                    <a:pt x="96075" y="41046"/>
                  </a:lnTo>
                  <a:lnTo>
                    <a:pt x="95885" y="40360"/>
                  </a:lnTo>
                  <a:lnTo>
                    <a:pt x="96507" y="40513"/>
                  </a:lnTo>
                  <a:lnTo>
                    <a:pt x="97815" y="40424"/>
                  </a:lnTo>
                  <a:lnTo>
                    <a:pt x="99123" y="40347"/>
                  </a:lnTo>
                  <a:lnTo>
                    <a:pt x="100177" y="39954"/>
                  </a:lnTo>
                  <a:close/>
                </a:path>
                <a:path w="114934" h="281940">
                  <a:moveTo>
                    <a:pt x="106565" y="255866"/>
                  </a:moveTo>
                  <a:lnTo>
                    <a:pt x="102819" y="251510"/>
                  </a:lnTo>
                  <a:lnTo>
                    <a:pt x="102819" y="255866"/>
                  </a:lnTo>
                  <a:lnTo>
                    <a:pt x="84315" y="277456"/>
                  </a:lnTo>
                  <a:lnTo>
                    <a:pt x="79514" y="271881"/>
                  </a:lnTo>
                  <a:lnTo>
                    <a:pt x="80594" y="272135"/>
                  </a:lnTo>
                  <a:lnTo>
                    <a:pt x="83223" y="271957"/>
                  </a:lnTo>
                  <a:lnTo>
                    <a:pt x="83794" y="271741"/>
                  </a:lnTo>
                  <a:lnTo>
                    <a:pt x="83680" y="272453"/>
                  </a:lnTo>
                  <a:lnTo>
                    <a:pt x="83756" y="273977"/>
                  </a:lnTo>
                  <a:lnTo>
                    <a:pt x="83820" y="275513"/>
                  </a:lnTo>
                  <a:lnTo>
                    <a:pt x="84162" y="276733"/>
                  </a:lnTo>
                  <a:lnTo>
                    <a:pt x="84848" y="276694"/>
                  </a:lnTo>
                  <a:lnTo>
                    <a:pt x="85077" y="275437"/>
                  </a:lnTo>
                  <a:lnTo>
                    <a:pt x="84924" y="272364"/>
                  </a:lnTo>
                  <a:lnTo>
                    <a:pt x="84734" y="271691"/>
                  </a:lnTo>
                  <a:lnTo>
                    <a:pt x="85344" y="271830"/>
                  </a:lnTo>
                  <a:lnTo>
                    <a:pt x="86664" y="271741"/>
                  </a:lnTo>
                  <a:lnTo>
                    <a:pt x="87972" y="271665"/>
                  </a:lnTo>
                  <a:lnTo>
                    <a:pt x="89014" y="271272"/>
                  </a:lnTo>
                  <a:lnTo>
                    <a:pt x="89001" y="270865"/>
                  </a:lnTo>
                  <a:lnTo>
                    <a:pt x="88988" y="270471"/>
                  </a:lnTo>
                  <a:lnTo>
                    <a:pt x="87909" y="270205"/>
                  </a:lnTo>
                  <a:lnTo>
                    <a:pt x="85280" y="270370"/>
                  </a:lnTo>
                  <a:lnTo>
                    <a:pt x="84645" y="270611"/>
                  </a:lnTo>
                  <a:lnTo>
                    <a:pt x="84785" y="269887"/>
                  </a:lnTo>
                  <a:lnTo>
                    <a:pt x="84709" y="268363"/>
                  </a:lnTo>
                  <a:lnTo>
                    <a:pt x="84645" y="266827"/>
                  </a:lnTo>
                  <a:lnTo>
                    <a:pt x="84302" y="265607"/>
                  </a:lnTo>
                  <a:lnTo>
                    <a:pt x="83616" y="265645"/>
                  </a:lnTo>
                  <a:lnTo>
                    <a:pt x="83400" y="266903"/>
                  </a:lnTo>
                  <a:lnTo>
                    <a:pt x="83540" y="269976"/>
                  </a:lnTo>
                  <a:lnTo>
                    <a:pt x="83718" y="270649"/>
                  </a:lnTo>
                  <a:lnTo>
                    <a:pt x="83146" y="270510"/>
                  </a:lnTo>
                  <a:lnTo>
                    <a:pt x="81838" y="270586"/>
                  </a:lnTo>
                  <a:lnTo>
                    <a:pt x="80530" y="270675"/>
                  </a:lnTo>
                  <a:lnTo>
                    <a:pt x="79476" y="271056"/>
                  </a:lnTo>
                  <a:lnTo>
                    <a:pt x="79502" y="271868"/>
                  </a:lnTo>
                  <a:lnTo>
                    <a:pt x="66179" y="256311"/>
                  </a:lnTo>
                  <a:lnTo>
                    <a:pt x="67246" y="256565"/>
                  </a:lnTo>
                  <a:lnTo>
                    <a:pt x="69875" y="256400"/>
                  </a:lnTo>
                  <a:lnTo>
                    <a:pt x="70446" y="256184"/>
                  </a:lnTo>
                  <a:lnTo>
                    <a:pt x="70332" y="256882"/>
                  </a:lnTo>
                  <a:lnTo>
                    <a:pt x="70408" y="258406"/>
                  </a:lnTo>
                  <a:lnTo>
                    <a:pt x="70472" y="259943"/>
                  </a:lnTo>
                  <a:lnTo>
                    <a:pt x="70815" y="261162"/>
                  </a:lnTo>
                  <a:lnTo>
                    <a:pt x="71501" y="261124"/>
                  </a:lnTo>
                  <a:lnTo>
                    <a:pt x="71729" y="259867"/>
                  </a:lnTo>
                  <a:lnTo>
                    <a:pt x="71577" y="256794"/>
                  </a:lnTo>
                  <a:lnTo>
                    <a:pt x="71386" y="256120"/>
                  </a:lnTo>
                  <a:lnTo>
                    <a:pt x="71996" y="256260"/>
                  </a:lnTo>
                  <a:lnTo>
                    <a:pt x="73317" y="256184"/>
                  </a:lnTo>
                  <a:lnTo>
                    <a:pt x="74625" y="256095"/>
                  </a:lnTo>
                  <a:lnTo>
                    <a:pt x="75679" y="255701"/>
                  </a:lnTo>
                  <a:lnTo>
                    <a:pt x="75641" y="254901"/>
                  </a:lnTo>
                  <a:lnTo>
                    <a:pt x="74561" y="254635"/>
                  </a:lnTo>
                  <a:lnTo>
                    <a:pt x="71932" y="254812"/>
                  </a:lnTo>
                  <a:lnTo>
                    <a:pt x="71310" y="255041"/>
                  </a:lnTo>
                  <a:lnTo>
                    <a:pt x="71437" y="254317"/>
                  </a:lnTo>
                  <a:lnTo>
                    <a:pt x="71361" y="252793"/>
                  </a:lnTo>
                  <a:lnTo>
                    <a:pt x="71297" y="251256"/>
                  </a:lnTo>
                  <a:lnTo>
                    <a:pt x="70954" y="250037"/>
                  </a:lnTo>
                  <a:lnTo>
                    <a:pt x="70802" y="250050"/>
                  </a:lnTo>
                  <a:lnTo>
                    <a:pt x="84315" y="234289"/>
                  </a:lnTo>
                  <a:lnTo>
                    <a:pt x="102819" y="255866"/>
                  </a:lnTo>
                  <a:lnTo>
                    <a:pt x="102819" y="251510"/>
                  </a:lnTo>
                  <a:lnTo>
                    <a:pt x="88061" y="234289"/>
                  </a:lnTo>
                  <a:lnTo>
                    <a:pt x="84315" y="229920"/>
                  </a:lnTo>
                  <a:lnTo>
                    <a:pt x="70370" y="246189"/>
                  </a:lnTo>
                  <a:lnTo>
                    <a:pt x="70370" y="255092"/>
                  </a:lnTo>
                  <a:lnTo>
                    <a:pt x="69799" y="254939"/>
                  </a:lnTo>
                  <a:lnTo>
                    <a:pt x="68491" y="255016"/>
                  </a:lnTo>
                  <a:lnTo>
                    <a:pt x="67183" y="255104"/>
                  </a:lnTo>
                  <a:lnTo>
                    <a:pt x="66128" y="255498"/>
                  </a:lnTo>
                  <a:lnTo>
                    <a:pt x="66154" y="256286"/>
                  </a:lnTo>
                  <a:lnTo>
                    <a:pt x="65811" y="255866"/>
                  </a:lnTo>
                  <a:lnTo>
                    <a:pt x="66128" y="255498"/>
                  </a:lnTo>
                  <a:lnTo>
                    <a:pt x="70129" y="250825"/>
                  </a:lnTo>
                  <a:lnTo>
                    <a:pt x="70053" y="251333"/>
                  </a:lnTo>
                  <a:lnTo>
                    <a:pt x="70192" y="254406"/>
                  </a:lnTo>
                  <a:lnTo>
                    <a:pt x="70370" y="255092"/>
                  </a:lnTo>
                  <a:lnTo>
                    <a:pt x="70370" y="246189"/>
                  </a:lnTo>
                  <a:lnTo>
                    <a:pt x="63347" y="254368"/>
                  </a:lnTo>
                  <a:lnTo>
                    <a:pt x="60896" y="251510"/>
                  </a:lnTo>
                  <a:lnTo>
                    <a:pt x="60896" y="255866"/>
                  </a:lnTo>
                  <a:lnTo>
                    <a:pt x="56756" y="260692"/>
                  </a:lnTo>
                  <a:lnTo>
                    <a:pt x="56870" y="260083"/>
                  </a:lnTo>
                  <a:lnTo>
                    <a:pt x="56718" y="257022"/>
                  </a:lnTo>
                  <a:lnTo>
                    <a:pt x="56527" y="256349"/>
                  </a:lnTo>
                  <a:lnTo>
                    <a:pt x="57150" y="256489"/>
                  </a:lnTo>
                  <a:lnTo>
                    <a:pt x="58458" y="256400"/>
                  </a:lnTo>
                  <a:lnTo>
                    <a:pt x="59766" y="256311"/>
                  </a:lnTo>
                  <a:lnTo>
                    <a:pt x="60820" y="255930"/>
                  </a:lnTo>
                  <a:lnTo>
                    <a:pt x="60807" y="255778"/>
                  </a:lnTo>
                  <a:lnTo>
                    <a:pt x="60896" y="251510"/>
                  </a:lnTo>
                  <a:lnTo>
                    <a:pt x="60109" y="250596"/>
                  </a:lnTo>
                  <a:lnTo>
                    <a:pt x="60109" y="254965"/>
                  </a:lnTo>
                  <a:lnTo>
                    <a:pt x="59702" y="254863"/>
                  </a:lnTo>
                  <a:lnTo>
                    <a:pt x="57073" y="255028"/>
                  </a:lnTo>
                  <a:lnTo>
                    <a:pt x="56451" y="255257"/>
                  </a:lnTo>
                  <a:lnTo>
                    <a:pt x="56591" y="254533"/>
                  </a:lnTo>
                  <a:lnTo>
                    <a:pt x="56515" y="253009"/>
                  </a:lnTo>
                  <a:lnTo>
                    <a:pt x="56438" y="251485"/>
                  </a:lnTo>
                  <a:lnTo>
                    <a:pt x="56172" y="250532"/>
                  </a:lnTo>
                  <a:lnTo>
                    <a:pt x="56172" y="261378"/>
                  </a:lnTo>
                  <a:lnTo>
                    <a:pt x="42392" y="277456"/>
                  </a:lnTo>
                  <a:lnTo>
                    <a:pt x="37604" y="271881"/>
                  </a:lnTo>
                  <a:lnTo>
                    <a:pt x="38658" y="272135"/>
                  </a:lnTo>
                  <a:lnTo>
                    <a:pt x="41287" y="271957"/>
                  </a:lnTo>
                  <a:lnTo>
                    <a:pt x="41871" y="271741"/>
                  </a:lnTo>
                  <a:lnTo>
                    <a:pt x="41744" y="272453"/>
                  </a:lnTo>
                  <a:lnTo>
                    <a:pt x="41821" y="273977"/>
                  </a:lnTo>
                  <a:lnTo>
                    <a:pt x="41897" y="275513"/>
                  </a:lnTo>
                  <a:lnTo>
                    <a:pt x="42227" y="276733"/>
                  </a:lnTo>
                  <a:lnTo>
                    <a:pt x="42926" y="276694"/>
                  </a:lnTo>
                  <a:lnTo>
                    <a:pt x="43141" y="275437"/>
                  </a:lnTo>
                  <a:lnTo>
                    <a:pt x="43002" y="272364"/>
                  </a:lnTo>
                  <a:lnTo>
                    <a:pt x="42799" y="271691"/>
                  </a:lnTo>
                  <a:lnTo>
                    <a:pt x="43421" y="271830"/>
                  </a:lnTo>
                  <a:lnTo>
                    <a:pt x="44729" y="271741"/>
                  </a:lnTo>
                  <a:lnTo>
                    <a:pt x="46037" y="271665"/>
                  </a:lnTo>
                  <a:lnTo>
                    <a:pt x="47091" y="271272"/>
                  </a:lnTo>
                  <a:lnTo>
                    <a:pt x="47053" y="270471"/>
                  </a:lnTo>
                  <a:lnTo>
                    <a:pt x="45974" y="270205"/>
                  </a:lnTo>
                  <a:lnTo>
                    <a:pt x="43345" y="270370"/>
                  </a:lnTo>
                  <a:lnTo>
                    <a:pt x="42722" y="270611"/>
                  </a:lnTo>
                  <a:lnTo>
                    <a:pt x="42862" y="269887"/>
                  </a:lnTo>
                  <a:lnTo>
                    <a:pt x="42786" y="268363"/>
                  </a:lnTo>
                  <a:lnTo>
                    <a:pt x="42710" y="266827"/>
                  </a:lnTo>
                  <a:lnTo>
                    <a:pt x="42379" y="265607"/>
                  </a:lnTo>
                  <a:lnTo>
                    <a:pt x="41681" y="265645"/>
                  </a:lnTo>
                  <a:lnTo>
                    <a:pt x="41465" y="266903"/>
                  </a:lnTo>
                  <a:lnTo>
                    <a:pt x="41617" y="269976"/>
                  </a:lnTo>
                  <a:lnTo>
                    <a:pt x="41795" y="270649"/>
                  </a:lnTo>
                  <a:lnTo>
                    <a:pt x="41224" y="270510"/>
                  </a:lnTo>
                  <a:lnTo>
                    <a:pt x="39903" y="270586"/>
                  </a:lnTo>
                  <a:lnTo>
                    <a:pt x="38595" y="270675"/>
                  </a:lnTo>
                  <a:lnTo>
                    <a:pt x="37541" y="271056"/>
                  </a:lnTo>
                  <a:lnTo>
                    <a:pt x="37566" y="271843"/>
                  </a:lnTo>
                  <a:lnTo>
                    <a:pt x="24257" y="256311"/>
                  </a:lnTo>
                  <a:lnTo>
                    <a:pt x="25311" y="256565"/>
                  </a:lnTo>
                  <a:lnTo>
                    <a:pt x="27940" y="256400"/>
                  </a:lnTo>
                  <a:lnTo>
                    <a:pt x="28524" y="256184"/>
                  </a:lnTo>
                  <a:lnTo>
                    <a:pt x="28409" y="256882"/>
                  </a:lnTo>
                  <a:lnTo>
                    <a:pt x="28473" y="258406"/>
                  </a:lnTo>
                  <a:lnTo>
                    <a:pt x="28549" y="259943"/>
                  </a:lnTo>
                  <a:lnTo>
                    <a:pt x="28892" y="261162"/>
                  </a:lnTo>
                  <a:lnTo>
                    <a:pt x="29578" y="261124"/>
                  </a:lnTo>
                  <a:lnTo>
                    <a:pt x="29794" y="259867"/>
                  </a:lnTo>
                  <a:lnTo>
                    <a:pt x="29654" y="256794"/>
                  </a:lnTo>
                  <a:lnTo>
                    <a:pt x="29464" y="256120"/>
                  </a:lnTo>
                  <a:lnTo>
                    <a:pt x="30073" y="256260"/>
                  </a:lnTo>
                  <a:lnTo>
                    <a:pt x="31381" y="256184"/>
                  </a:lnTo>
                  <a:lnTo>
                    <a:pt x="32689" y="256095"/>
                  </a:lnTo>
                  <a:lnTo>
                    <a:pt x="33756" y="255701"/>
                  </a:lnTo>
                  <a:lnTo>
                    <a:pt x="33705" y="254901"/>
                  </a:lnTo>
                  <a:lnTo>
                    <a:pt x="32626" y="254635"/>
                  </a:lnTo>
                  <a:lnTo>
                    <a:pt x="29997" y="254812"/>
                  </a:lnTo>
                  <a:lnTo>
                    <a:pt x="29387" y="255041"/>
                  </a:lnTo>
                  <a:lnTo>
                    <a:pt x="29514" y="254317"/>
                  </a:lnTo>
                  <a:lnTo>
                    <a:pt x="29438" y="252793"/>
                  </a:lnTo>
                  <a:lnTo>
                    <a:pt x="29362" y="251256"/>
                  </a:lnTo>
                  <a:lnTo>
                    <a:pt x="29032" y="250037"/>
                  </a:lnTo>
                  <a:lnTo>
                    <a:pt x="28879" y="250050"/>
                  </a:lnTo>
                  <a:lnTo>
                    <a:pt x="41884" y="234873"/>
                  </a:lnTo>
                  <a:lnTo>
                    <a:pt x="41719" y="235839"/>
                  </a:lnTo>
                  <a:lnTo>
                    <a:pt x="41871" y="238912"/>
                  </a:lnTo>
                  <a:lnTo>
                    <a:pt x="42049" y="239598"/>
                  </a:lnTo>
                  <a:lnTo>
                    <a:pt x="41465" y="239445"/>
                  </a:lnTo>
                  <a:lnTo>
                    <a:pt x="40157" y="239534"/>
                  </a:lnTo>
                  <a:lnTo>
                    <a:pt x="38849" y="239610"/>
                  </a:lnTo>
                  <a:lnTo>
                    <a:pt x="37795" y="240004"/>
                  </a:lnTo>
                  <a:lnTo>
                    <a:pt x="37833" y="240804"/>
                  </a:lnTo>
                  <a:lnTo>
                    <a:pt x="38912" y="241071"/>
                  </a:lnTo>
                  <a:lnTo>
                    <a:pt x="41541" y="240906"/>
                  </a:lnTo>
                  <a:lnTo>
                    <a:pt x="42125" y="240690"/>
                  </a:lnTo>
                  <a:lnTo>
                    <a:pt x="42011" y="241388"/>
                  </a:lnTo>
                  <a:lnTo>
                    <a:pt x="42075" y="242912"/>
                  </a:lnTo>
                  <a:lnTo>
                    <a:pt x="42151" y="244449"/>
                  </a:lnTo>
                  <a:lnTo>
                    <a:pt x="42481" y="245668"/>
                  </a:lnTo>
                  <a:lnTo>
                    <a:pt x="43180" y="245630"/>
                  </a:lnTo>
                  <a:lnTo>
                    <a:pt x="43395" y="244373"/>
                  </a:lnTo>
                  <a:lnTo>
                    <a:pt x="43256" y="241312"/>
                  </a:lnTo>
                  <a:lnTo>
                    <a:pt x="43053" y="240626"/>
                  </a:lnTo>
                  <a:lnTo>
                    <a:pt x="43675" y="240766"/>
                  </a:lnTo>
                  <a:lnTo>
                    <a:pt x="44983" y="240690"/>
                  </a:lnTo>
                  <a:lnTo>
                    <a:pt x="46291" y="240601"/>
                  </a:lnTo>
                  <a:lnTo>
                    <a:pt x="47345" y="240220"/>
                  </a:lnTo>
                  <a:lnTo>
                    <a:pt x="47332" y="240080"/>
                  </a:lnTo>
                  <a:lnTo>
                    <a:pt x="56083" y="250266"/>
                  </a:lnTo>
                  <a:lnTo>
                    <a:pt x="55410" y="250304"/>
                  </a:lnTo>
                  <a:lnTo>
                    <a:pt x="55194" y="251561"/>
                  </a:lnTo>
                  <a:lnTo>
                    <a:pt x="55333" y="254622"/>
                  </a:lnTo>
                  <a:lnTo>
                    <a:pt x="55511" y="255308"/>
                  </a:lnTo>
                  <a:lnTo>
                    <a:pt x="54940" y="255155"/>
                  </a:lnTo>
                  <a:lnTo>
                    <a:pt x="53632" y="255244"/>
                  </a:lnTo>
                  <a:lnTo>
                    <a:pt x="52324" y="255320"/>
                  </a:lnTo>
                  <a:lnTo>
                    <a:pt x="51282" y="255714"/>
                  </a:lnTo>
                  <a:lnTo>
                    <a:pt x="51282" y="256120"/>
                  </a:lnTo>
                  <a:lnTo>
                    <a:pt x="51308" y="256514"/>
                  </a:lnTo>
                  <a:lnTo>
                    <a:pt x="52387" y="256781"/>
                  </a:lnTo>
                  <a:lnTo>
                    <a:pt x="55016" y="256616"/>
                  </a:lnTo>
                  <a:lnTo>
                    <a:pt x="55600" y="256400"/>
                  </a:lnTo>
                  <a:lnTo>
                    <a:pt x="55473" y="257098"/>
                  </a:lnTo>
                  <a:lnTo>
                    <a:pt x="55549" y="258635"/>
                  </a:lnTo>
                  <a:lnTo>
                    <a:pt x="55626" y="260159"/>
                  </a:lnTo>
                  <a:lnTo>
                    <a:pt x="55956" y="261391"/>
                  </a:lnTo>
                  <a:lnTo>
                    <a:pt x="56172" y="261378"/>
                  </a:lnTo>
                  <a:lnTo>
                    <a:pt x="56172" y="250532"/>
                  </a:lnTo>
                  <a:lnTo>
                    <a:pt x="56108" y="250304"/>
                  </a:lnTo>
                  <a:lnTo>
                    <a:pt x="60109" y="254965"/>
                  </a:lnTo>
                  <a:lnTo>
                    <a:pt x="60109" y="250596"/>
                  </a:lnTo>
                  <a:lnTo>
                    <a:pt x="46609" y="234848"/>
                  </a:lnTo>
                  <a:lnTo>
                    <a:pt x="46609" y="239242"/>
                  </a:lnTo>
                  <a:lnTo>
                    <a:pt x="46228" y="239141"/>
                  </a:lnTo>
                  <a:lnTo>
                    <a:pt x="43599" y="239318"/>
                  </a:lnTo>
                  <a:lnTo>
                    <a:pt x="42976" y="239560"/>
                  </a:lnTo>
                  <a:lnTo>
                    <a:pt x="43116" y="238823"/>
                  </a:lnTo>
                  <a:lnTo>
                    <a:pt x="43040" y="237299"/>
                  </a:lnTo>
                  <a:lnTo>
                    <a:pt x="42964" y="235762"/>
                  </a:lnTo>
                  <a:lnTo>
                    <a:pt x="42633" y="234594"/>
                  </a:lnTo>
                  <a:lnTo>
                    <a:pt x="46609" y="239242"/>
                  </a:lnTo>
                  <a:lnTo>
                    <a:pt x="46609" y="234848"/>
                  </a:lnTo>
                  <a:lnTo>
                    <a:pt x="46139" y="234289"/>
                  </a:lnTo>
                  <a:lnTo>
                    <a:pt x="42608" y="230174"/>
                  </a:lnTo>
                  <a:lnTo>
                    <a:pt x="42608" y="234556"/>
                  </a:lnTo>
                  <a:lnTo>
                    <a:pt x="42151" y="234581"/>
                  </a:lnTo>
                  <a:lnTo>
                    <a:pt x="42392" y="234289"/>
                  </a:lnTo>
                  <a:lnTo>
                    <a:pt x="42608" y="234556"/>
                  </a:lnTo>
                  <a:lnTo>
                    <a:pt x="42608" y="230174"/>
                  </a:lnTo>
                  <a:lnTo>
                    <a:pt x="42392" y="229920"/>
                  </a:lnTo>
                  <a:lnTo>
                    <a:pt x="28448" y="246189"/>
                  </a:lnTo>
                  <a:lnTo>
                    <a:pt x="28448" y="255092"/>
                  </a:lnTo>
                  <a:lnTo>
                    <a:pt x="27876" y="254939"/>
                  </a:lnTo>
                  <a:lnTo>
                    <a:pt x="26568" y="255016"/>
                  </a:lnTo>
                  <a:lnTo>
                    <a:pt x="25260" y="255104"/>
                  </a:lnTo>
                  <a:lnTo>
                    <a:pt x="24231" y="255498"/>
                  </a:lnTo>
                  <a:lnTo>
                    <a:pt x="24231" y="256286"/>
                  </a:lnTo>
                  <a:lnTo>
                    <a:pt x="23888" y="255866"/>
                  </a:lnTo>
                  <a:lnTo>
                    <a:pt x="24193" y="255511"/>
                  </a:lnTo>
                  <a:lnTo>
                    <a:pt x="24231" y="256286"/>
                  </a:lnTo>
                  <a:lnTo>
                    <a:pt x="24231" y="255498"/>
                  </a:lnTo>
                  <a:lnTo>
                    <a:pt x="28206" y="250837"/>
                  </a:lnTo>
                  <a:lnTo>
                    <a:pt x="28117" y="251333"/>
                  </a:lnTo>
                  <a:lnTo>
                    <a:pt x="28270" y="254406"/>
                  </a:lnTo>
                  <a:lnTo>
                    <a:pt x="28448" y="255092"/>
                  </a:lnTo>
                  <a:lnTo>
                    <a:pt x="28448" y="246189"/>
                  </a:lnTo>
                  <a:lnTo>
                    <a:pt x="20142" y="255866"/>
                  </a:lnTo>
                  <a:lnTo>
                    <a:pt x="42392" y="281813"/>
                  </a:lnTo>
                  <a:lnTo>
                    <a:pt x="46139" y="277456"/>
                  </a:lnTo>
                  <a:lnTo>
                    <a:pt x="63347" y="257378"/>
                  </a:lnTo>
                  <a:lnTo>
                    <a:pt x="84315" y="281813"/>
                  </a:lnTo>
                  <a:lnTo>
                    <a:pt x="88061" y="277456"/>
                  </a:lnTo>
                  <a:lnTo>
                    <a:pt x="106565" y="255866"/>
                  </a:lnTo>
                  <a:close/>
                </a:path>
                <a:path w="114934" h="281940">
                  <a:moveTo>
                    <a:pt x="114795" y="7632"/>
                  </a:moveTo>
                  <a:lnTo>
                    <a:pt x="112928" y="7747"/>
                  </a:lnTo>
                  <a:lnTo>
                    <a:pt x="111861" y="8140"/>
                  </a:lnTo>
                  <a:lnTo>
                    <a:pt x="111912" y="8940"/>
                  </a:lnTo>
                  <a:lnTo>
                    <a:pt x="112991" y="9207"/>
                  </a:lnTo>
                  <a:lnTo>
                    <a:pt x="114795" y="9093"/>
                  </a:lnTo>
                  <a:lnTo>
                    <a:pt x="114795" y="7632"/>
                  </a:lnTo>
                  <a:close/>
                </a:path>
                <a:path w="114934" h="281940">
                  <a:moveTo>
                    <a:pt x="114795" y="0"/>
                  </a:moveTo>
                  <a:lnTo>
                    <a:pt x="102514" y="14338"/>
                  </a:lnTo>
                  <a:lnTo>
                    <a:pt x="102514" y="23215"/>
                  </a:lnTo>
                  <a:lnTo>
                    <a:pt x="101942" y="23075"/>
                  </a:lnTo>
                  <a:lnTo>
                    <a:pt x="100634" y="23152"/>
                  </a:lnTo>
                  <a:lnTo>
                    <a:pt x="99326" y="23241"/>
                  </a:lnTo>
                  <a:lnTo>
                    <a:pt x="98298" y="23634"/>
                  </a:lnTo>
                  <a:lnTo>
                    <a:pt x="98298" y="24422"/>
                  </a:lnTo>
                  <a:lnTo>
                    <a:pt x="97955" y="24003"/>
                  </a:lnTo>
                  <a:lnTo>
                    <a:pt x="98259" y="23647"/>
                  </a:lnTo>
                  <a:lnTo>
                    <a:pt x="98298" y="24422"/>
                  </a:lnTo>
                  <a:lnTo>
                    <a:pt x="98298" y="23634"/>
                  </a:lnTo>
                  <a:lnTo>
                    <a:pt x="102273" y="18961"/>
                  </a:lnTo>
                  <a:lnTo>
                    <a:pt x="102184" y="19469"/>
                  </a:lnTo>
                  <a:lnTo>
                    <a:pt x="102336" y="22542"/>
                  </a:lnTo>
                  <a:lnTo>
                    <a:pt x="102514" y="23215"/>
                  </a:lnTo>
                  <a:lnTo>
                    <a:pt x="102514" y="14338"/>
                  </a:lnTo>
                  <a:lnTo>
                    <a:pt x="94221" y="24003"/>
                  </a:lnTo>
                  <a:lnTo>
                    <a:pt x="114795" y="48006"/>
                  </a:lnTo>
                  <a:lnTo>
                    <a:pt x="114795" y="43637"/>
                  </a:lnTo>
                  <a:lnTo>
                    <a:pt x="111671" y="40017"/>
                  </a:lnTo>
                  <a:lnTo>
                    <a:pt x="112737" y="40271"/>
                  </a:lnTo>
                  <a:lnTo>
                    <a:pt x="114795" y="40132"/>
                  </a:lnTo>
                  <a:lnTo>
                    <a:pt x="114795" y="38671"/>
                  </a:lnTo>
                  <a:lnTo>
                    <a:pt x="112674" y="38811"/>
                  </a:lnTo>
                  <a:lnTo>
                    <a:pt x="111607" y="39192"/>
                  </a:lnTo>
                  <a:lnTo>
                    <a:pt x="111645" y="39992"/>
                  </a:lnTo>
                  <a:lnTo>
                    <a:pt x="98323" y="24447"/>
                  </a:lnTo>
                  <a:lnTo>
                    <a:pt x="99390" y="24701"/>
                  </a:lnTo>
                  <a:lnTo>
                    <a:pt x="102019" y="24523"/>
                  </a:lnTo>
                  <a:lnTo>
                    <a:pt x="102590" y="24320"/>
                  </a:lnTo>
                  <a:lnTo>
                    <a:pt x="102476" y="25019"/>
                  </a:lnTo>
                  <a:lnTo>
                    <a:pt x="102552" y="26543"/>
                  </a:lnTo>
                  <a:lnTo>
                    <a:pt x="102616" y="28079"/>
                  </a:lnTo>
                  <a:lnTo>
                    <a:pt x="102958" y="29298"/>
                  </a:lnTo>
                  <a:lnTo>
                    <a:pt x="103644" y="29260"/>
                  </a:lnTo>
                  <a:lnTo>
                    <a:pt x="103860" y="28003"/>
                  </a:lnTo>
                  <a:lnTo>
                    <a:pt x="103720" y="24930"/>
                  </a:lnTo>
                  <a:lnTo>
                    <a:pt x="103530" y="24257"/>
                  </a:lnTo>
                  <a:lnTo>
                    <a:pt x="104140" y="24396"/>
                  </a:lnTo>
                  <a:lnTo>
                    <a:pt x="105448" y="24320"/>
                  </a:lnTo>
                  <a:lnTo>
                    <a:pt x="106756" y="24231"/>
                  </a:lnTo>
                  <a:lnTo>
                    <a:pt x="107823" y="23837"/>
                  </a:lnTo>
                  <a:lnTo>
                    <a:pt x="107772" y="23037"/>
                  </a:lnTo>
                  <a:lnTo>
                    <a:pt x="106692" y="22771"/>
                  </a:lnTo>
                  <a:lnTo>
                    <a:pt x="104076" y="22936"/>
                  </a:lnTo>
                  <a:lnTo>
                    <a:pt x="103454" y="23177"/>
                  </a:lnTo>
                  <a:lnTo>
                    <a:pt x="103581" y="22453"/>
                  </a:lnTo>
                  <a:lnTo>
                    <a:pt x="103505" y="20929"/>
                  </a:lnTo>
                  <a:lnTo>
                    <a:pt x="103428" y="19392"/>
                  </a:lnTo>
                  <a:lnTo>
                    <a:pt x="103098" y="18173"/>
                  </a:lnTo>
                  <a:lnTo>
                    <a:pt x="102946" y="18186"/>
                  </a:lnTo>
                  <a:lnTo>
                    <a:pt x="114795" y="4368"/>
                  </a:lnTo>
                  <a:lnTo>
                    <a:pt x="114795" y="0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11722557" y="7190657"/>
              <a:ext cx="118110" cy="148590"/>
            </a:xfrm>
            <a:custGeom>
              <a:avLst/>
              <a:gdLst/>
              <a:ahLst/>
              <a:cxnLst/>
              <a:rect l="l" t="t" r="r" b="b"/>
              <a:pathLst>
                <a:path w="118109" h="148590">
                  <a:moveTo>
                    <a:pt x="9258" y="137972"/>
                  </a:moveTo>
                  <a:lnTo>
                    <a:pt x="9207" y="137172"/>
                  </a:lnTo>
                  <a:lnTo>
                    <a:pt x="8140" y="136906"/>
                  </a:lnTo>
                  <a:lnTo>
                    <a:pt x="5511" y="137071"/>
                  </a:lnTo>
                  <a:lnTo>
                    <a:pt x="4889" y="137312"/>
                  </a:lnTo>
                  <a:lnTo>
                    <a:pt x="5016" y="136588"/>
                  </a:lnTo>
                  <a:lnTo>
                    <a:pt x="4940" y="135064"/>
                  </a:lnTo>
                  <a:lnTo>
                    <a:pt x="4876" y="133527"/>
                  </a:lnTo>
                  <a:lnTo>
                    <a:pt x="4533" y="132308"/>
                  </a:lnTo>
                  <a:lnTo>
                    <a:pt x="3860" y="132346"/>
                  </a:lnTo>
                  <a:lnTo>
                    <a:pt x="3619" y="133604"/>
                  </a:lnTo>
                  <a:lnTo>
                    <a:pt x="3771" y="136677"/>
                  </a:lnTo>
                  <a:lnTo>
                    <a:pt x="3949" y="137350"/>
                  </a:lnTo>
                  <a:lnTo>
                    <a:pt x="3378" y="137210"/>
                  </a:lnTo>
                  <a:lnTo>
                    <a:pt x="762" y="137375"/>
                  </a:lnTo>
                  <a:lnTo>
                    <a:pt x="0" y="137655"/>
                  </a:lnTo>
                  <a:lnTo>
                    <a:pt x="127" y="138658"/>
                  </a:lnTo>
                  <a:lnTo>
                    <a:pt x="825" y="138836"/>
                  </a:lnTo>
                  <a:lnTo>
                    <a:pt x="3454" y="138658"/>
                  </a:lnTo>
                  <a:lnTo>
                    <a:pt x="4025" y="138442"/>
                  </a:lnTo>
                  <a:lnTo>
                    <a:pt x="3911" y="139153"/>
                  </a:lnTo>
                  <a:lnTo>
                    <a:pt x="3987" y="140677"/>
                  </a:lnTo>
                  <a:lnTo>
                    <a:pt x="4051" y="142214"/>
                  </a:lnTo>
                  <a:lnTo>
                    <a:pt x="4394" y="143433"/>
                  </a:lnTo>
                  <a:lnTo>
                    <a:pt x="5067" y="143395"/>
                  </a:lnTo>
                  <a:lnTo>
                    <a:pt x="5308" y="142138"/>
                  </a:lnTo>
                  <a:lnTo>
                    <a:pt x="5156" y="139065"/>
                  </a:lnTo>
                  <a:lnTo>
                    <a:pt x="4965" y="138391"/>
                  </a:lnTo>
                  <a:lnTo>
                    <a:pt x="5575" y="138531"/>
                  </a:lnTo>
                  <a:lnTo>
                    <a:pt x="6883" y="138442"/>
                  </a:lnTo>
                  <a:lnTo>
                    <a:pt x="8191" y="138366"/>
                  </a:lnTo>
                  <a:lnTo>
                    <a:pt x="9258" y="137972"/>
                  </a:lnTo>
                  <a:close/>
                </a:path>
                <a:path w="118109" h="148590">
                  <a:moveTo>
                    <a:pt x="26797" y="122567"/>
                  </a:moveTo>
                  <a:lnTo>
                    <a:pt x="23050" y="118211"/>
                  </a:lnTo>
                  <a:lnTo>
                    <a:pt x="23050" y="122567"/>
                  </a:lnTo>
                  <a:lnTo>
                    <a:pt x="18910" y="127393"/>
                  </a:lnTo>
                  <a:lnTo>
                    <a:pt x="19024" y="126784"/>
                  </a:lnTo>
                  <a:lnTo>
                    <a:pt x="18884" y="123723"/>
                  </a:lnTo>
                  <a:lnTo>
                    <a:pt x="18694" y="123050"/>
                  </a:lnTo>
                  <a:lnTo>
                    <a:pt x="19304" y="123190"/>
                  </a:lnTo>
                  <a:lnTo>
                    <a:pt x="20612" y="123101"/>
                  </a:lnTo>
                  <a:lnTo>
                    <a:pt x="21920" y="123012"/>
                  </a:lnTo>
                  <a:lnTo>
                    <a:pt x="22987" y="122631"/>
                  </a:lnTo>
                  <a:lnTo>
                    <a:pt x="22974" y="122491"/>
                  </a:lnTo>
                  <a:lnTo>
                    <a:pt x="23050" y="118211"/>
                  </a:lnTo>
                  <a:lnTo>
                    <a:pt x="22263" y="117284"/>
                  </a:lnTo>
                  <a:lnTo>
                    <a:pt x="22263" y="121666"/>
                  </a:lnTo>
                  <a:lnTo>
                    <a:pt x="21856" y="121564"/>
                  </a:lnTo>
                  <a:lnTo>
                    <a:pt x="19227" y="121729"/>
                  </a:lnTo>
                  <a:lnTo>
                    <a:pt x="18618" y="121958"/>
                  </a:lnTo>
                  <a:lnTo>
                    <a:pt x="18745" y="121234"/>
                  </a:lnTo>
                  <a:lnTo>
                    <a:pt x="18669" y="119710"/>
                  </a:lnTo>
                  <a:lnTo>
                    <a:pt x="18592" y="118186"/>
                  </a:lnTo>
                  <a:lnTo>
                    <a:pt x="18262" y="117005"/>
                  </a:lnTo>
                  <a:lnTo>
                    <a:pt x="22263" y="121666"/>
                  </a:lnTo>
                  <a:lnTo>
                    <a:pt x="22263" y="117284"/>
                  </a:lnTo>
                  <a:lnTo>
                    <a:pt x="8763" y="101549"/>
                  </a:lnTo>
                  <a:lnTo>
                    <a:pt x="8763" y="105943"/>
                  </a:lnTo>
                  <a:lnTo>
                    <a:pt x="8394" y="105841"/>
                  </a:lnTo>
                  <a:lnTo>
                    <a:pt x="5765" y="106019"/>
                  </a:lnTo>
                  <a:lnTo>
                    <a:pt x="5130" y="106260"/>
                  </a:lnTo>
                  <a:lnTo>
                    <a:pt x="5270" y="105524"/>
                  </a:lnTo>
                  <a:lnTo>
                    <a:pt x="5194" y="104000"/>
                  </a:lnTo>
                  <a:lnTo>
                    <a:pt x="5130" y="102463"/>
                  </a:lnTo>
                  <a:lnTo>
                    <a:pt x="4787" y="101295"/>
                  </a:lnTo>
                  <a:lnTo>
                    <a:pt x="8763" y="105943"/>
                  </a:lnTo>
                  <a:lnTo>
                    <a:pt x="8763" y="101549"/>
                  </a:lnTo>
                  <a:lnTo>
                    <a:pt x="8293" y="100990"/>
                  </a:lnTo>
                  <a:lnTo>
                    <a:pt x="4762" y="96875"/>
                  </a:lnTo>
                  <a:lnTo>
                    <a:pt x="4762" y="101257"/>
                  </a:lnTo>
                  <a:lnTo>
                    <a:pt x="4305" y="101282"/>
                  </a:lnTo>
                  <a:lnTo>
                    <a:pt x="4546" y="100990"/>
                  </a:lnTo>
                  <a:lnTo>
                    <a:pt x="4762" y="101257"/>
                  </a:lnTo>
                  <a:lnTo>
                    <a:pt x="4762" y="96875"/>
                  </a:lnTo>
                  <a:lnTo>
                    <a:pt x="4546" y="96621"/>
                  </a:lnTo>
                  <a:lnTo>
                    <a:pt x="12" y="101917"/>
                  </a:lnTo>
                  <a:lnTo>
                    <a:pt x="12" y="106286"/>
                  </a:lnTo>
                  <a:lnTo>
                    <a:pt x="4051" y="101574"/>
                  </a:lnTo>
                  <a:lnTo>
                    <a:pt x="3886" y="102539"/>
                  </a:lnTo>
                  <a:lnTo>
                    <a:pt x="4025" y="105613"/>
                  </a:lnTo>
                  <a:lnTo>
                    <a:pt x="4203" y="106299"/>
                  </a:lnTo>
                  <a:lnTo>
                    <a:pt x="3632" y="106146"/>
                  </a:lnTo>
                  <a:lnTo>
                    <a:pt x="1016" y="106311"/>
                  </a:lnTo>
                  <a:lnTo>
                    <a:pt x="12" y="106680"/>
                  </a:lnTo>
                  <a:lnTo>
                    <a:pt x="12" y="107505"/>
                  </a:lnTo>
                  <a:lnTo>
                    <a:pt x="1079" y="107772"/>
                  </a:lnTo>
                  <a:lnTo>
                    <a:pt x="3708" y="107607"/>
                  </a:lnTo>
                  <a:lnTo>
                    <a:pt x="4279" y="107391"/>
                  </a:lnTo>
                  <a:lnTo>
                    <a:pt x="4165" y="108089"/>
                  </a:lnTo>
                  <a:lnTo>
                    <a:pt x="4241" y="109613"/>
                  </a:lnTo>
                  <a:lnTo>
                    <a:pt x="4305" y="111150"/>
                  </a:lnTo>
                  <a:lnTo>
                    <a:pt x="4648" y="112369"/>
                  </a:lnTo>
                  <a:lnTo>
                    <a:pt x="5334" y="112331"/>
                  </a:lnTo>
                  <a:lnTo>
                    <a:pt x="5562" y="111074"/>
                  </a:lnTo>
                  <a:lnTo>
                    <a:pt x="5410" y="108013"/>
                  </a:lnTo>
                  <a:lnTo>
                    <a:pt x="5219" y="107327"/>
                  </a:lnTo>
                  <a:lnTo>
                    <a:pt x="5829" y="107467"/>
                  </a:lnTo>
                  <a:lnTo>
                    <a:pt x="7137" y="107391"/>
                  </a:lnTo>
                  <a:lnTo>
                    <a:pt x="8458" y="107302"/>
                  </a:lnTo>
                  <a:lnTo>
                    <a:pt x="9512" y="106921"/>
                  </a:lnTo>
                  <a:lnTo>
                    <a:pt x="9499" y="106794"/>
                  </a:lnTo>
                  <a:lnTo>
                    <a:pt x="18237" y="116967"/>
                  </a:lnTo>
                  <a:lnTo>
                    <a:pt x="17576" y="117005"/>
                  </a:lnTo>
                  <a:lnTo>
                    <a:pt x="17348" y="118262"/>
                  </a:lnTo>
                  <a:lnTo>
                    <a:pt x="17500" y="121323"/>
                  </a:lnTo>
                  <a:lnTo>
                    <a:pt x="17678" y="122008"/>
                  </a:lnTo>
                  <a:lnTo>
                    <a:pt x="17106" y="121856"/>
                  </a:lnTo>
                  <a:lnTo>
                    <a:pt x="15798" y="121945"/>
                  </a:lnTo>
                  <a:lnTo>
                    <a:pt x="14490" y="122021"/>
                  </a:lnTo>
                  <a:lnTo>
                    <a:pt x="13423" y="122415"/>
                  </a:lnTo>
                  <a:lnTo>
                    <a:pt x="13474" y="123215"/>
                  </a:lnTo>
                  <a:lnTo>
                    <a:pt x="14541" y="123482"/>
                  </a:lnTo>
                  <a:lnTo>
                    <a:pt x="17170" y="123317"/>
                  </a:lnTo>
                  <a:lnTo>
                    <a:pt x="17754" y="123101"/>
                  </a:lnTo>
                  <a:lnTo>
                    <a:pt x="17640" y="123799"/>
                  </a:lnTo>
                  <a:lnTo>
                    <a:pt x="17703" y="125336"/>
                  </a:lnTo>
                  <a:lnTo>
                    <a:pt x="17780" y="126860"/>
                  </a:lnTo>
                  <a:lnTo>
                    <a:pt x="18122" y="128092"/>
                  </a:lnTo>
                  <a:lnTo>
                    <a:pt x="18326" y="128079"/>
                  </a:lnTo>
                  <a:lnTo>
                    <a:pt x="4546" y="144157"/>
                  </a:lnTo>
                  <a:lnTo>
                    <a:pt x="0" y="138849"/>
                  </a:lnTo>
                  <a:lnTo>
                    <a:pt x="0" y="143217"/>
                  </a:lnTo>
                  <a:lnTo>
                    <a:pt x="4546" y="148513"/>
                  </a:lnTo>
                  <a:lnTo>
                    <a:pt x="8293" y="144157"/>
                  </a:lnTo>
                  <a:lnTo>
                    <a:pt x="26797" y="122567"/>
                  </a:lnTo>
                  <a:close/>
                </a:path>
                <a:path w="118109" h="148590">
                  <a:moveTo>
                    <a:pt x="47409" y="25946"/>
                  </a:moveTo>
                  <a:lnTo>
                    <a:pt x="43662" y="21590"/>
                  </a:lnTo>
                  <a:lnTo>
                    <a:pt x="43662" y="25946"/>
                  </a:lnTo>
                  <a:lnTo>
                    <a:pt x="39522" y="30772"/>
                  </a:lnTo>
                  <a:lnTo>
                    <a:pt x="39636" y="30162"/>
                  </a:lnTo>
                  <a:lnTo>
                    <a:pt x="39484" y="27089"/>
                  </a:lnTo>
                  <a:lnTo>
                    <a:pt x="39293" y="26416"/>
                  </a:lnTo>
                  <a:lnTo>
                    <a:pt x="39916" y="26555"/>
                  </a:lnTo>
                  <a:lnTo>
                    <a:pt x="41224" y="26466"/>
                  </a:lnTo>
                  <a:lnTo>
                    <a:pt x="42532" y="26390"/>
                  </a:lnTo>
                  <a:lnTo>
                    <a:pt x="43586" y="25996"/>
                  </a:lnTo>
                  <a:lnTo>
                    <a:pt x="43573" y="25857"/>
                  </a:lnTo>
                  <a:lnTo>
                    <a:pt x="43662" y="21590"/>
                  </a:lnTo>
                  <a:lnTo>
                    <a:pt x="42875" y="20662"/>
                  </a:lnTo>
                  <a:lnTo>
                    <a:pt x="42875" y="25031"/>
                  </a:lnTo>
                  <a:lnTo>
                    <a:pt x="42468" y="24930"/>
                  </a:lnTo>
                  <a:lnTo>
                    <a:pt x="39839" y="25095"/>
                  </a:lnTo>
                  <a:lnTo>
                    <a:pt x="39217" y="25336"/>
                  </a:lnTo>
                  <a:lnTo>
                    <a:pt x="39344" y="24612"/>
                  </a:lnTo>
                  <a:lnTo>
                    <a:pt x="39281" y="23088"/>
                  </a:lnTo>
                  <a:lnTo>
                    <a:pt x="39204" y="21551"/>
                  </a:lnTo>
                  <a:lnTo>
                    <a:pt x="38938" y="20624"/>
                  </a:lnTo>
                  <a:lnTo>
                    <a:pt x="38938" y="31457"/>
                  </a:lnTo>
                  <a:lnTo>
                    <a:pt x="25158" y="47523"/>
                  </a:lnTo>
                  <a:lnTo>
                    <a:pt x="20370" y="41960"/>
                  </a:lnTo>
                  <a:lnTo>
                    <a:pt x="21424" y="42202"/>
                  </a:lnTo>
                  <a:lnTo>
                    <a:pt x="24053" y="42037"/>
                  </a:lnTo>
                  <a:lnTo>
                    <a:pt x="24638" y="41821"/>
                  </a:lnTo>
                  <a:lnTo>
                    <a:pt x="24511" y="42519"/>
                  </a:lnTo>
                  <a:lnTo>
                    <a:pt x="24587" y="44056"/>
                  </a:lnTo>
                  <a:lnTo>
                    <a:pt x="24663" y="45580"/>
                  </a:lnTo>
                  <a:lnTo>
                    <a:pt x="24993" y="46812"/>
                  </a:lnTo>
                  <a:lnTo>
                    <a:pt x="25692" y="46761"/>
                  </a:lnTo>
                  <a:lnTo>
                    <a:pt x="25908" y="45504"/>
                  </a:lnTo>
                  <a:lnTo>
                    <a:pt x="25755" y="42443"/>
                  </a:lnTo>
                  <a:lnTo>
                    <a:pt x="25565" y="41757"/>
                  </a:lnTo>
                  <a:lnTo>
                    <a:pt x="26187" y="41897"/>
                  </a:lnTo>
                  <a:lnTo>
                    <a:pt x="27495" y="41821"/>
                  </a:lnTo>
                  <a:lnTo>
                    <a:pt x="28803" y="41732"/>
                  </a:lnTo>
                  <a:lnTo>
                    <a:pt x="29857" y="41351"/>
                  </a:lnTo>
                  <a:lnTo>
                    <a:pt x="29819" y="40538"/>
                  </a:lnTo>
                  <a:lnTo>
                    <a:pt x="28740" y="40284"/>
                  </a:lnTo>
                  <a:lnTo>
                    <a:pt x="26111" y="40449"/>
                  </a:lnTo>
                  <a:lnTo>
                    <a:pt x="25488" y="40678"/>
                  </a:lnTo>
                  <a:lnTo>
                    <a:pt x="25615" y="39966"/>
                  </a:lnTo>
                  <a:lnTo>
                    <a:pt x="25552" y="38430"/>
                  </a:lnTo>
                  <a:lnTo>
                    <a:pt x="25476" y="36906"/>
                  </a:lnTo>
                  <a:lnTo>
                    <a:pt x="25146" y="35674"/>
                  </a:lnTo>
                  <a:lnTo>
                    <a:pt x="24460" y="35725"/>
                  </a:lnTo>
                  <a:lnTo>
                    <a:pt x="24231" y="36982"/>
                  </a:lnTo>
                  <a:lnTo>
                    <a:pt x="24371" y="40043"/>
                  </a:lnTo>
                  <a:lnTo>
                    <a:pt x="24549" y="40728"/>
                  </a:lnTo>
                  <a:lnTo>
                    <a:pt x="23977" y="40576"/>
                  </a:lnTo>
                  <a:lnTo>
                    <a:pt x="22669" y="40665"/>
                  </a:lnTo>
                  <a:lnTo>
                    <a:pt x="21361" y="40754"/>
                  </a:lnTo>
                  <a:lnTo>
                    <a:pt x="20307" y="41135"/>
                  </a:lnTo>
                  <a:lnTo>
                    <a:pt x="20332" y="41922"/>
                  </a:lnTo>
                  <a:lnTo>
                    <a:pt x="7023" y="26390"/>
                  </a:lnTo>
                  <a:lnTo>
                    <a:pt x="8077" y="26631"/>
                  </a:lnTo>
                  <a:lnTo>
                    <a:pt x="10706" y="26466"/>
                  </a:lnTo>
                  <a:lnTo>
                    <a:pt x="11290" y="26263"/>
                  </a:lnTo>
                  <a:lnTo>
                    <a:pt x="11163" y="26962"/>
                  </a:lnTo>
                  <a:lnTo>
                    <a:pt x="11239" y="28486"/>
                  </a:lnTo>
                  <a:lnTo>
                    <a:pt x="11315" y="30010"/>
                  </a:lnTo>
                  <a:lnTo>
                    <a:pt x="11645" y="31242"/>
                  </a:lnTo>
                  <a:lnTo>
                    <a:pt x="12344" y="31203"/>
                  </a:lnTo>
                  <a:lnTo>
                    <a:pt x="12560" y="29946"/>
                  </a:lnTo>
                  <a:lnTo>
                    <a:pt x="12407" y="26873"/>
                  </a:lnTo>
                  <a:lnTo>
                    <a:pt x="12217" y="26200"/>
                  </a:lnTo>
                  <a:lnTo>
                    <a:pt x="12839" y="26339"/>
                  </a:lnTo>
                  <a:lnTo>
                    <a:pt x="14147" y="26250"/>
                  </a:lnTo>
                  <a:lnTo>
                    <a:pt x="15455" y="26162"/>
                  </a:lnTo>
                  <a:lnTo>
                    <a:pt x="16510" y="25781"/>
                  </a:lnTo>
                  <a:lnTo>
                    <a:pt x="16471" y="24968"/>
                  </a:lnTo>
                  <a:lnTo>
                    <a:pt x="15392" y="24714"/>
                  </a:lnTo>
                  <a:lnTo>
                    <a:pt x="12763" y="24879"/>
                  </a:lnTo>
                  <a:lnTo>
                    <a:pt x="12141" y="25120"/>
                  </a:lnTo>
                  <a:lnTo>
                    <a:pt x="12280" y="24396"/>
                  </a:lnTo>
                  <a:lnTo>
                    <a:pt x="12204" y="22860"/>
                  </a:lnTo>
                  <a:lnTo>
                    <a:pt x="12128" y="21336"/>
                  </a:lnTo>
                  <a:lnTo>
                    <a:pt x="11798" y="20116"/>
                  </a:lnTo>
                  <a:lnTo>
                    <a:pt x="11645" y="20129"/>
                  </a:lnTo>
                  <a:lnTo>
                    <a:pt x="24638" y="4965"/>
                  </a:lnTo>
                  <a:lnTo>
                    <a:pt x="24485" y="5918"/>
                  </a:lnTo>
                  <a:lnTo>
                    <a:pt x="24638" y="8978"/>
                  </a:lnTo>
                  <a:lnTo>
                    <a:pt x="24815" y="9664"/>
                  </a:lnTo>
                  <a:lnTo>
                    <a:pt x="24231" y="9525"/>
                  </a:lnTo>
                  <a:lnTo>
                    <a:pt x="22923" y="9601"/>
                  </a:lnTo>
                  <a:lnTo>
                    <a:pt x="21615" y="9690"/>
                  </a:lnTo>
                  <a:lnTo>
                    <a:pt x="20561" y="10071"/>
                  </a:lnTo>
                  <a:lnTo>
                    <a:pt x="20599" y="10883"/>
                  </a:lnTo>
                  <a:lnTo>
                    <a:pt x="21678" y="11137"/>
                  </a:lnTo>
                  <a:lnTo>
                    <a:pt x="24307" y="10972"/>
                  </a:lnTo>
                  <a:lnTo>
                    <a:pt x="24892" y="10769"/>
                  </a:lnTo>
                  <a:lnTo>
                    <a:pt x="24765" y="11468"/>
                  </a:lnTo>
                  <a:lnTo>
                    <a:pt x="24841" y="12992"/>
                  </a:lnTo>
                  <a:lnTo>
                    <a:pt x="24917" y="14516"/>
                  </a:lnTo>
                  <a:lnTo>
                    <a:pt x="25247" y="15748"/>
                  </a:lnTo>
                  <a:lnTo>
                    <a:pt x="25946" y="15709"/>
                  </a:lnTo>
                  <a:lnTo>
                    <a:pt x="26162" y="14452"/>
                  </a:lnTo>
                  <a:lnTo>
                    <a:pt x="26009" y="11379"/>
                  </a:lnTo>
                  <a:lnTo>
                    <a:pt x="25819" y="10706"/>
                  </a:lnTo>
                  <a:lnTo>
                    <a:pt x="26441" y="10845"/>
                  </a:lnTo>
                  <a:lnTo>
                    <a:pt x="27749" y="10756"/>
                  </a:lnTo>
                  <a:lnTo>
                    <a:pt x="29057" y="10680"/>
                  </a:lnTo>
                  <a:lnTo>
                    <a:pt x="30111" y="10287"/>
                  </a:lnTo>
                  <a:lnTo>
                    <a:pt x="30099" y="10160"/>
                  </a:lnTo>
                  <a:lnTo>
                    <a:pt x="38849" y="20345"/>
                  </a:lnTo>
                  <a:lnTo>
                    <a:pt x="38176" y="20370"/>
                  </a:lnTo>
                  <a:lnTo>
                    <a:pt x="37960" y="21628"/>
                  </a:lnTo>
                  <a:lnTo>
                    <a:pt x="38100" y="24701"/>
                  </a:lnTo>
                  <a:lnTo>
                    <a:pt x="38290" y="25387"/>
                  </a:lnTo>
                  <a:lnTo>
                    <a:pt x="37706" y="25234"/>
                  </a:lnTo>
                  <a:lnTo>
                    <a:pt x="36398" y="25323"/>
                  </a:lnTo>
                  <a:lnTo>
                    <a:pt x="35090" y="25400"/>
                  </a:lnTo>
                  <a:lnTo>
                    <a:pt x="34036" y="25793"/>
                  </a:lnTo>
                  <a:lnTo>
                    <a:pt x="34074" y="26593"/>
                  </a:lnTo>
                  <a:lnTo>
                    <a:pt x="35153" y="26860"/>
                  </a:lnTo>
                  <a:lnTo>
                    <a:pt x="37782" y="26695"/>
                  </a:lnTo>
                  <a:lnTo>
                    <a:pt x="38366" y="26479"/>
                  </a:lnTo>
                  <a:lnTo>
                    <a:pt x="38239" y="27178"/>
                  </a:lnTo>
                  <a:lnTo>
                    <a:pt x="38315" y="28702"/>
                  </a:lnTo>
                  <a:lnTo>
                    <a:pt x="38392" y="30238"/>
                  </a:lnTo>
                  <a:lnTo>
                    <a:pt x="38722" y="31457"/>
                  </a:lnTo>
                  <a:lnTo>
                    <a:pt x="38938" y="31457"/>
                  </a:lnTo>
                  <a:lnTo>
                    <a:pt x="38938" y="20624"/>
                  </a:lnTo>
                  <a:lnTo>
                    <a:pt x="38862" y="20358"/>
                  </a:lnTo>
                  <a:lnTo>
                    <a:pt x="42875" y="25031"/>
                  </a:lnTo>
                  <a:lnTo>
                    <a:pt x="42875" y="20662"/>
                  </a:lnTo>
                  <a:lnTo>
                    <a:pt x="29375" y="4940"/>
                  </a:lnTo>
                  <a:lnTo>
                    <a:pt x="29375" y="9321"/>
                  </a:lnTo>
                  <a:lnTo>
                    <a:pt x="28994" y="9220"/>
                  </a:lnTo>
                  <a:lnTo>
                    <a:pt x="26365" y="9385"/>
                  </a:lnTo>
                  <a:lnTo>
                    <a:pt x="25742" y="9626"/>
                  </a:lnTo>
                  <a:lnTo>
                    <a:pt x="25882" y="8902"/>
                  </a:lnTo>
                  <a:lnTo>
                    <a:pt x="25806" y="7366"/>
                  </a:lnTo>
                  <a:lnTo>
                    <a:pt x="25730" y="5842"/>
                  </a:lnTo>
                  <a:lnTo>
                    <a:pt x="25400" y="4673"/>
                  </a:lnTo>
                  <a:lnTo>
                    <a:pt x="29375" y="9321"/>
                  </a:lnTo>
                  <a:lnTo>
                    <a:pt x="29375" y="4940"/>
                  </a:lnTo>
                  <a:lnTo>
                    <a:pt x="28892" y="4368"/>
                  </a:lnTo>
                  <a:lnTo>
                    <a:pt x="25374" y="254"/>
                  </a:lnTo>
                  <a:lnTo>
                    <a:pt x="25374" y="4635"/>
                  </a:lnTo>
                  <a:lnTo>
                    <a:pt x="25336" y="10185"/>
                  </a:lnTo>
                  <a:lnTo>
                    <a:pt x="25336" y="4648"/>
                  </a:lnTo>
                  <a:lnTo>
                    <a:pt x="24917" y="4660"/>
                  </a:lnTo>
                  <a:lnTo>
                    <a:pt x="25158" y="4368"/>
                  </a:lnTo>
                  <a:lnTo>
                    <a:pt x="25374" y="4635"/>
                  </a:lnTo>
                  <a:lnTo>
                    <a:pt x="25374" y="254"/>
                  </a:lnTo>
                  <a:lnTo>
                    <a:pt x="25158" y="0"/>
                  </a:lnTo>
                  <a:lnTo>
                    <a:pt x="11214" y="16268"/>
                  </a:lnTo>
                  <a:lnTo>
                    <a:pt x="11214" y="25158"/>
                  </a:lnTo>
                  <a:lnTo>
                    <a:pt x="10629" y="25006"/>
                  </a:lnTo>
                  <a:lnTo>
                    <a:pt x="9321" y="25095"/>
                  </a:lnTo>
                  <a:lnTo>
                    <a:pt x="8013" y="25184"/>
                  </a:lnTo>
                  <a:lnTo>
                    <a:pt x="6985" y="25565"/>
                  </a:lnTo>
                  <a:lnTo>
                    <a:pt x="6985" y="26352"/>
                  </a:lnTo>
                  <a:lnTo>
                    <a:pt x="6654" y="25946"/>
                  </a:lnTo>
                  <a:lnTo>
                    <a:pt x="6959" y="25590"/>
                  </a:lnTo>
                  <a:lnTo>
                    <a:pt x="6985" y="26352"/>
                  </a:lnTo>
                  <a:lnTo>
                    <a:pt x="6985" y="25565"/>
                  </a:lnTo>
                  <a:lnTo>
                    <a:pt x="10960" y="20916"/>
                  </a:lnTo>
                  <a:lnTo>
                    <a:pt x="10883" y="21412"/>
                  </a:lnTo>
                  <a:lnTo>
                    <a:pt x="11036" y="24472"/>
                  </a:lnTo>
                  <a:lnTo>
                    <a:pt x="11214" y="25158"/>
                  </a:lnTo>
                  <a:lnTo>
                    <a:pt x="11214" y="16268"/>
                  </a:lnTo>
                  <a:lnTo>
                    <a:pt x="2908" y="25946"/>
                  </a:lnTo>
                  <a:lnTo>
                    <a:pt x="25158" y="51892"/>
                  </a:lnTo>
                  <a:lnTo>
                    <a:pt x="28892" y="47523"/>
                  </a:lnTo>
                  <a:lnTo>
                    <a:pt x="47409" y="25946"/>
                  </a:lnTo>
                  <a:close/>
                </a:path>
                <a:path w="118109" h="148590">
                  <a:moveTo>
                    <a:pt x="67551" y="57556"/>
                  </a:moveTo>
                  <a:lnTo>
                    <a:pt x="63804" y="53187"/>
                  </a:lnTo>
                  <a:lnTo>
                    <a:pt x="63804" y="57556"/>
                  </a:lnTo>
                  <a:lnTo>
                    <a:pt x="45300" y="79133"/>
                  </a:lnTo>
                  <a:lnTo>
                    <a:pt x="26797" y="57556"/>
                  </a:lnTo>
                  <a:lnTo>
                    <a:pt x="45300" y="35966"/>
                  </a:lnTo>
                  <a:lnTo>
                    <a:pt x="63804" y="57556"/>
                  </a:lnTo>
                  <a:lnTo>
                    <a:pt x="63804" y="53187"/>
                  </a:lnTo>
                  <a:lnTo>
                    <a:pt x="49047" y="35966"/>
                  </a:lnTo>
                  <a:lnTo>
                    <a:pt x="45300" y="31610"/>
                  </a:lnTo>
                  <a:lnTo>
                    <a:pt x="23050" y="57556"/>
                  </a:lnTo>
                  <a:lnTo>
                    <a:pt x="45300" y="83502"/>
                  </a:lnTo>
                  <a:lnTo>
                    <a:pt x="49047" y="79133"/>
                  </a:lnTo>
                  <a:lnTo>
                    <a:pt x="67551" y="57556"/>
                  </a:lnTo>
                  <a:close/>
                </a:path>
                <a:path w="118109" h="148590">
                  <a:moveTo>
                    <a:pt x="91922" y="137972"/>
                  </a:moveTo>
                  <a:lnTo>
                    <a:pt x="91909" y="137566"/>
                  </a:lnTo>
                  <a:lnTo>
                    <a:pt x="91897" y="137172"/>
                  </a:lnTo>
                  <a:lnTo>
                    <a:pt x="90817" y="136906"/>
                  </a:lnTo>
                  <a:lnTo>
                    <a:pt x="88188" y="137071"/>
                  </a:lnTo>
                  <a:lnTo>
                    <a:pt x="87134" y="137464"/>
                  </a:lnTo>
                  <a:lnTo>
                    <a:pt x="87160" y="137871"/>
                  </a:lnTo>
                  <a:lnTo>
                    <a:pt x="87172" y="138264"/>
                  </a:lnTo>
                  <a:lnTo>
                    <a:pt x="88252" y="138531"/>
                  </a:lnTo>
                  <a:lnTo>
                    <a:pt x="89573" y="138442"/>
                  </a:lnTo>
                  <a:lnTo>
                    <a:pt x="90881" y="138366"/>
                  </a:lnTo>
                  <a:lnTo>
                    <a:pt x="91922" y="137972"/>
                  </a:lnTo>
                  <a:close/>
                </a:path>
                <a:path w="118109" h="148590">
                  <a:moveTo>
                    <a:pt x="92189" y="106921"/>
                  </a:moveTo>
                  <a:lnTo>
                    <a:pt x="92151" y="106108"/>
                  </a:lnTo>
                  <a:lnTo>
                    <a:pt x="91071" y="105841"/>
                  </a:lnTo>
                  <a:lnTo>
                    <a:pt x="88442" y="106019"/>
                  </a:lnTo>
                  <a:lnTo>
                    <a:pt x="87820" y="106260"/>
                  </a:lnTo>
                  <a:lnTo>
                    <a:pt x="87947" y="105524"/>
                  </a:lnTo>
                  <a:lnTo>
                    <a:pt x="87871" y="104000"/>
                  </a:lnTo>
                  <a:lnTo>
                    <a:pt x="87807" y="102463"/>
                  </a:lnTo>
                  <a:lnTo>
                    <a:pt x="87464" y="101244"/>
                  </a:lnTo>
                  <a:lnTo>
                    <a:pt x="86779" y="101282"/>
                  </a:lnTo>
                  <a:lnTo>
                    <a:pt x="86563" y="102539"/>
                  </a:lnTo>
                  <a:lnTo>
                    <a:pt x="86702" y="105613"/>
                  </a:lnTo>
                  <a:lnTo>
                    <a:pt x="86880" y="106299"/>
                  </a:lnTo>
                  <a:lnTo>
                    <a:pt x="86309" y="106146"/>
                  </a:lnTo>
                  <a:lnTo>
                    <a:pt x="85001" y="106235"/>
                  </a:lnTo>
                  <a:lnTo>
                    <a:pt x="83693" y="106311"/>
                  </a:lnTo>
                  <a:lnTo>
                    <a:pt x="82638" y="106705"/>
                  </a:lnTo>
                  <a:lnTo>
                    <a:pt x="82677" y="107505"/>
                  </a:lnTo>
                  <a:lnTo>
                    <a:pt x="83756" y="107772"/>
                  </a:lnTo>
                  <a:lnTo>
                    <a:pt x="86385" y="107607"/>
                  </a:lnTo>
                  <a:lnTo>
                    <a:pt x="86969" y="107391"/>
                  </a:lnTo>
                  <a:lnTo>
                    <a:pt x="86842" y="108089"/>
                  </a:lnTo>
                  <a:lnTo>
                    <a:pt x="86918" y="109613"/>
                  </a:lnTo>
                  <a:lnTo>
                    <a:pt x="86982" y="111150"/>
                  </a:lnTo>
                  <a:lnTo>
                    <a:pt x="87325" y="112369"/>
                  </a:lnTo>
                  <a:lnTo>
                    <a:pt x="88011" y="112331"/>
                  </a:lnTo>
                  <a:lnTo>
                    <a:pt x="88239" y="111074"/>
                  </a:lnTo>
                  <a:lnTo>
                    <a:pt x="88087" y="108013"/>
                  </a:lnTo>
                  <a:lnTo>
                    <a:pt x="87896" y="107327"/>
                  </a:lnTo>
                  <a:lnTo>
                    <a:pt x="88506" y="107467"/>
                  </a:lnTo>
                  <a:lnTo>
                    <a:pt x="89827" y="107391"/>
                  </a:lnTo>
                  <a:lnTo>
                    <a:pt x="91135" y="107302"/>
                  </a:lnTo>
                  <a:lnTo>
                    <a:pt x="92189" y="106921"/>
                  </a:lnTo>
                  <a:close/>
                </a:path>
                <a:path w="118109" h="148590">
                  <a:moveTo>
                    <a:pt x="105664" y="122631"/>
                  </a:moveTo>
                  <a:lnTo>
                    <a:pt x="105613" y="121818"/>
                  </a:lnTo>
                  <a:lnTo>
                    <a:pt x="104533" y="121564"/>
                  </a:lnTo>
                  <a:lnTo>
                    <a:pt x="101904" y="121729"/>
                  </a:lnTo>
                  <a:lnTo>
                    <a:pt x="101295" y="121958"/>
                  </a:lnTo>
                  <a:lnTo>
                    <a:pt x="101422" y="121234"/>
                  </a:lnTo>
                  <a:lnTo>
                    <a:pt x="101346" y="119710"/>
                  </a:lnTo>
                  <a:lnTo>
                    <a:pt x="101269" y="118186"/>
                  </a:lnTo>
                  <a:lnTo>
                    <a:pt x="100939" y="116954"/>
                  </a:lnTo>
                  <a:lnTo>
                    <a:pt x="100253" y="117005"/>
                  </a:lnTo>
                  <a:lnTo>
                    <a:pt x="100025" y="118262"/>
                  </a:lnTo>
                  <a:lnTo>
                    <a:pt x="100177" y="121323"/>
                  </a:lnTo>
                  <a:lnTo>
                    <a:pt x="100355" y="122008"/>
                  </a:lnTo>
                  <a:lnTo>
                    <a:pt x="99783" y="121856"/>
                  </a:lnTo>
                  <a:lnTo>
                    <a:pt x="98475" y="121945"/>
                  </a:lnTo>
                  <a:lnTo>
                    <a:pt x="97167" y="122021"/>
                  </a:lnTo>
                  <a:lnTo>
                    <a:pt x="96100" y="122415"/>
                  </a:lnTo>
                  <a:lnTo>
                    <a:pt x="96151" y="123215"/>
                  </a:lnTo>
                  <a:lnTo>
                    <a:pt x="97218" y="123482"/>
                  </a:lnTo>
                  <a:lnTo>
                    <a:pt x="99847" y="123317"/>
                  </a:lnTo>
                  <a:lnTo>
                    <a:pt x="100431" y="123101"/>
                  </a:lnTo>
                  <a:lnTo>
                    <a:pt x="100317" y="123799"/>
                  </a:lnTo>
                  <a:lnTo>
                    <a:pt x="100380" y="125336"/>
                  </a:lnTo>
                  <a:lnTo>
                    <a:pt x="100457" y="126860"/>
                  </a:lnTo>
                  <a:lnTo>
                    <a:pt x="100799" y="128092"/>
                  </a:lnTo>
                  <a:lnTo>
                    <a:pt x="101473" y="128041"/>
                  </a:lnTo>
                  <a:lnTo>
                    <a:pt x="101701" y="126784"/>
                  </a:lnTo>
                  <a:lnTo>
                    <a:pt x="101561" y="123723"/>
                  </a:lnTo>
                  <a:lnTo>
                    <a:pt x="101371" y="123050"/>
                  </a:lnTo>
                  <a:lnTo>
                    <a:pt x="101981" y="123190"/>
                  </a:lnTo>
                  <a:lnTo>
                    <a:pt x="103289" y="123101"/>
                  </a:lnTo>
                  <a:lnTo>
                    <a:pt x="104597" y="123012"/>
                  </a:lnTo>
                  <a:lnTo>
                    <a:pt x="105664" y="122631"/>
                  </a:lnTo>
                  <a:close/>
                </a:path>
                <a:path w="118109" h="148590">
                  <a:moveTo>
                    <a:pt x="117665" y="90500"/>
                  </a:moveTo>
                  <a:lnTo>
                    <a:pt x="116801" y="90805"/>
                  </a:lnTo>
                  <a:lnTo>
                    <a:pt x="116852" y="91617"/>
                  </a:lnTo>
                  <a:lnTo>
                    <a:pt x="117665" y="91808"/>
                  </a:lnTo>
                  <a:lnTo>
                    <a:pt x="117665" y="90500"/>
                  </a:lnTo>
                  <a:close/>
                </a:path>
                <a:path w="118109" h="148590">
                  <a:moveTo>
                    <a:pt x="117665" y="76365"/>
                  </a:moveTo>
                  <a:lnTo>
                    <a:pt x="112166" y="69964"/>
                  </a:lnTo>
                  <a:lnTo>
                    <a:pt x="112166" y="74345"/>
                  </a:lnTo>
                  <a:lnTo>
                    <a:pt x="111772" y="74244"/>
                  </a:lnTo>
                  <a:lnTo>
                    <a:pt x="109143" y="74409"/>
                  </a:lnTo>
                  <a:lnTo>
                    <a:pt x="108521" y="74637"/>
                  </a:lnTo>
                  <a:lnTo>
                    <a:pt x="108648" y="73914"/>
                  </a:lnTo>
                  <a:lnTo>
                    <a:pt x="108585" y="72390"/>
                  </a:lnTo>
                  <a:lnTo>
                    <a:pt x="108508" y="70866"/>
                  </a:lnTo>
                  <a:lnTo>
                    <a:pt x="108178" y="69684"/>
                  </a:lnTo>
                  <a:lnTo>
                    <a:pt x="112166" y="74345"/>
                  </a:lnTo>
                  <a:lnTo>
                    <a:pt x="112166" y="69964"/>
                  </a:lnTo>
                  <a:lnTo>
                    <a:pt x="111671" y="69380"/>
                  </a:lnTo>
                  <a:lnTo>
                    <a:pt x="108153" y="65265"/>
                  </a:lnTo>
                  <a:lnTo>
                    <a:pt x="108153" y="69646"/>
                  </a:lnTo>
                  <a:lnTo>
                    <a:pt x="107683" y="69672"/>
                  </a:lnTo>
                  <a:lnTo>
                    <a:pt x="107937" y="69380"/>
                  </a:lnTo>
                  <a:lnTo>
                    <a:pt x="108153" y="69646"/>
                  </a:lnTo>
                  <a:lnTo>
                    <a:pt x="108153" y="65265"/>
                  </a:lnTo>
                  <a:lnTo>
                    <a:pt x="107937" y="65011"/>
                  </a:lnTo>
                  <a:lnTo>
                    <a:pt x="93980" y="81305"/>
                  </a:lnTo>
                  <a:lnTo>
                    <a:pt x="93980" y="90182"/>
                  </a:lnTo>
                  <a:lnTo>
                    <a:pt x="93408" y="90030"/>
                  </a:lnTo>
                  <a:lnTo>
                    <a:pt x="92100" y="90119"/>
                  </a:lnTo>
                  <a:lnTo>
                    <a:pt x="90792" y="90195"/>
                  </a:lnTo>
                  <a:lnTo>
                    <a:pt x="89763" y="90589"/>
                  </a:lnTo>
                  <a:lnTo>
                    <a:pt x="89763" y="91376"/>
                  </a:lnTo>
                  <a:lnTo>
                    <a:pt x="89433" y="90970"/>
                  </a:lnTo>
                  <a:lnTo>
                    <a:pt x="89738" y="90614"/>
                  </a:lnTo>
                  <a:lnTo>
                    <a:pt x="89763" y="91376"/>
                  </a:lnTo>
                  <a:lnTo>
                    <a:pt x="89763" y="90589"/>
                  </a:lnTo>
                  <a:lnTo>
                    <a:pt x="93738" y="85940"/>
                  </a:lnTo>
                  <a:lnTo>
                    <a:pt x="93662" y="86423"/>
                  </a:lnTo>
                  <a:lnTo>
                    <a:pt x="93802" y="89496"/>
                  </a:lnTo>
                  <a:lnTo>
                    <a:pt x="93980" y="90182"/>
                  </a:lnTo>
                  <a:lnTo>
                    <a:pt x="93980" y="81305"/>
                  </a:lnTo>
                  <a:lnTo>
                    <a:pt x="87236" y="89166"/>
                  </a:lnTo>
                  <a:lnTo>
                    <a:pt x="85051" y="86626"/>
                  </a:lnTo>
                  <a:lnTo>
                    <a:pt x="85051" y="90970"/>
                  </a:lnTo>
                  <a:lnTo>
                    <a:pt x="80911" y="95796"/>
                  </a:lnTo>
                  <a:lnTo>
                    <a:pt x="81026" y="95186"/>
                  </a:lnTo>
                  <a:lnTo>
                    <a:pt x="80873" y="92113"/>
                  </a:lnTo>
                  <a:lnTo>
                    <a:pt x="80683" y="91440"/>
                  </a:lnTo>
                  <a:lnTo>
                    <a:pt x="81292" y="91579"/>
                  </a:lnTo>
                  <a:lnTo>
                    <a:pt x="82600" y="91490"/>
                  </a:lnTo>
                  <a:lnTo>
                    <a:pt x="83921" y="91401"/>
                  </a:lnTo>
                  <a:lnTo>
                    <a:pt x="84975" y="91020"/>
                  </a:lnTo>
                  <a:lnTo>
                    <a:pt x="84963" y="90881"/>
                  </a:lnTo>
                  <a:lnTo>
                    <a:pt x="85051" y="86626"/>
                  </a:lnTo>
                  <a:lnTo>
                    <a:pt x="84251" y="85686"/>
                  </a:lnTo>
                  <a:lnTo>
                    <a:pt x="84251" y="90055"/>
                  </a:lnTo>
                  <a:lnTo>
                    <a:pt x="83858" y="89954"/>
                  </a:lnTo>
                  <a:lnTo>
                    <a:pt x="81229" y="90119"/>
                  </a:lnTo>
                  <a:lnTo>
                    <a:pt x="80594" y="90360"/>
                  </a:lnTo>
                  <a:lnTo>
                    <a:pt x="80733" y="89636"/>
                  </a:lnTo>
                  <a:lnTo>
                    <a:pt x="80670" y="88099"/>
                  </a:lnTo>
                  <a:lnTo>
                    <a:pt x="80594" y="86575"/>
                  </a:lnTo>
                  <a:lnTo>
                    <a:pt x="80327" y="85648"/>
                  </a:lnTo>
                  <a:lnTo>
                    <a:pt x="80327" y="96481"/>
                  </a:lnTo>
                  <a:lnTo>
                    <a:pt x="66548" y="112547"/>
                  </a:lnTo>
                  <a:lnTo>
                    <a:pt x="61747" y="106972"/>
                  </a:lnTo>
                  <a:lnTo>
                    <a:pt x="62814" y="107226"/>
                  </a:lnTo>
                  <a:lnTo>
                    <a:pt x="65443" y="107061"/>
                  </a:lnTo>
                  <a:lnTo>
                    <a:pt x="66027" y="106845"/>
                  </a:lnTo>
                  <a:lnTo>
                    <a:pt x="65900" y="107543"/>
                  </a:lnTo>
                  <a:lnTo>
                    <a:pt x="65976" y="109067"/>
                  </a:lnTo>
                  <a:lnTo>
                    <a:pt x="66052" y="110604"/>
                  </a:lnTo>
                  <a:lnTo>
                    <a:pt x="66382" y="111823"/>
                  </a:lnTo>
                  <a:lnTo>
                    <a:pt x="67068" y="111785"/>
                  </a:lnTo>
                  <a:lnTo>
                    <a:pt x="67297" y="110528"/>
                  </a:lnTo>
                  <a:lnTo>
                    <a:pt x="67144" y="107454"/>
                  </a:lnTo>
                  <a:lnTo>
                    <a:pt x="66954" y="106768"/>
                  </a:lnTo>
                  <a:lnTo>
                    <a:pt x="67576" y="106921"/>
                  </a:lnTo>
                  <a:lnTo>
                    <a:pt x="68884" y="106845"/>
                  </a:lnTo>
                  <a:lnTo>
                    <a:pt x="70192" y="106756"/>
                  </a:lnTo>
                  <a:lnTo>
                    <a:pt x="71247" y="106362"/>
                  </a:lnTo>
                  <a:lnTo>
                    <a:pt x="71208" y="105562"/>
                  </a:lnTo>
                  <a:lnTo>
                    <a:pt x="70129" y="105295"/>
                  </a:lnTo>
                  <a:lnTo>
                    <a:pt x="67500" y="105460"/>
                  </a:lnTo>
                  <a:lnTo>
                    <a:pt x="66878" y="105702"/>
                  </a:lnTo>
                  <a:lnTo>
                    <a:pt x="67005" y="104978"/>
                  </a:lnTo>
                  <a:lnTo>
                    <a:pt x="66941" y="103454"/>
                  </a:lnTo>
                  <a:lnTo>
                    <a:pt x="66865" y="101917"/>
                  </a:lnTo>
                  <a:lnTo>
                    <a:pt x="66522" y="100698"/>
                  </a:lnTo>
                  <a:lnTo>
                    <a:pt x="65836" y="100736"/>
                  </a:lnTo>
                  <a:lnTo>
                    <a:pt x="65620" y="101993"/>
                  </a:lnTo>
                  <a:lnTo>
                    <a:pt x="65760" y="105067"/>
                  </a:lnTo>
                  <a:lnTo>
                    <a:pt x="65938" y="105752"/>
                  </a:lnTo>
                  <a:lnTo>
                    <a:pt x="65366" y="105600"/>
                  </a:lnTo>
                  <a:lnTo>
                    <a:pt x="64058" y="105689"/>
                  </a:lnTo>
                  <a:lnTo>
                    <a:pt x="62750" y="105765"/>
                  </a:lnTo>
                  <a:lnTo>
                    <a:pt x="61696" y="106159"/>
                  </a:lnTo>
                  <a:lnTo>
                    <a:pt x="61722" y="106946"/>
                  </a:lnTo>
                  <a:lnTo>
                    <a:pt x="48399" y="91401"/>
                  </a:lnTo>
                  <a:lnTo>
                    <a:pt x="49466" y="91655"/>
                  </a:lnTo>
                  <a:lnTo>
                    <a:pt x="52095" y="91490"/>
                  </a:lnTo>
                  <a:lnTo>
                    <a:pt x="52679" y="91274"/>
                  </a:lnTo>
                  <a:lnTo>
                    <a:pt x="52552" y="91973"/>
                  </a:lnTo>
                  <a:lnTo>
                    <a:pt x="52628" y="93510"/>
                  </a:lnTo>
                  <a:lnTo>
                    <a:pt x="52705" y="95034"/>
                  </a:lnTo>
                  <a:lnTo>
                    <a:pt x="53035" y="96253"/>
                  </a:lnTo>
                  <a:lnTo>
                    <a:pt x="53733" y="96215"/>
                  </a:lnTo>
                  <a:lnTo>
                    <a:pt x="53949" y="94957"/>
                  </a:lnTo>
                  <a:lnTo>
                    <a:pt x="53797" y="91897"/>
                  </a:lnTo>
                  <a:lnTo>
                    <a:pt x="53606" y="91211"/>
                  </a:lnTo>
                  <a:lnTo>
                    <a:pt x="54229" y="91351"/>
                  </a:lnTo>
                  <a:lnTo>
                    <a:pt x="55537" y="91274"/>
                  </a:lnTo>
                  <a:lnTo>
                    <a:pt x="56845" y="91186"/>
                  </a:lnTo>
                  <a:lnTo>
                    <a:pt x="57886" y="90805"/>
                  </a:lnTo>
                  <a:lnTo>
                    <a:pt x="57886" y="90385"/>
                  </a:lnTo>
                  <a:lnTo>
                    <a:pt x="57861" y="89992"/>
                  </a:lnTo>
                  <a:lnTo>
                    <a:pt x="56781" y="89725"/>
                  </a:lnTo>
                  <a:lnTo>
                    <a:pt x="54152" y="89903"/>
                  </a:lnTo>
                  <a:lnTo>
                    <a:pt x="53530" y="90131"/>
                  </a:lnTo>
                  <a:lnTo>
                    <a:pt x="53670" y="89408"/>
                  </a:lnTo>
                  <a:lnTo>
                    <a:pt x="53594" y="87884"/>
                  </a:lnTo>
                  <a:lnTo>
                    <a:pt x="53517" y="86360"/>
                  </a:lnTo>
                  <a:lnTo>
                    <a:pt x="53187" y="85128"/>
                  </a:lnTo>
                  <a:lnTo>
                    <a:pt x="53035" y="85140"/>
                  </a:lnTo>
                  <a:lnTo>
                    <a:pt x="66052" y="69964"/>
                  </a:lnTo>
                  <a:lnTo>
                    <a:pt x="65874" y="70929"/>
                  </a:lnTo>
                  <a:lnTo>
                    <a:pt x="66014" y="74002"/>
                  </a:lnTo>
                  <a:lnTo>
                    <a:pt x="66192" y="74688"/>
                  </a:lnTo>
                  <a:lnTo>
                    <a:pt x="65620" y="74536"/>
                  </a:lnTo>
                  <a:lnTo>
                    <a:pt x="64312" y="74625"/>
                  </a:lnTo>
                  <a:lnTo>
                    <a:pt x="63004" y="74701"/>
                  </a:lnTo>
                  <a:lnTo>
                    <a:pt x="61950" y="75095"/>
                  </a:lnTo>
                  <a:lnTo>
                    <a:pt x="61988" y="75895"/>
                  </a:lnTo>
                  <a:lnTo>
                    <a:pt x="63068" y="76161"/>
                  </a:lnTo>
                  <a:lnTo>
                    <a:pt x="65697" y="75996"/>
                  </a:lnTo>
                  <a:lnTo>
                    <a:pt x="66281" y="75780"/>
                  </a:lnTo>
                  <a:lnTo>
                    <a:pt x="66154" y="76479"/>
                  </a:lnTo>
                  <a:lnTo>
                    <a:pt x="66230" y="78016"/>
                  </a:lnTo>
                  <a:lnTo>
                    <a:pt x="66306" y="79540"/>
                  </a:lnTo>
                  <a:lnTo>
                    <a:pt x="66636" y="80772"/>
                  </a:lnTo>
                  <a:lnTo>
                    <a:pt x="67335" y="80721"/>
                  </a:lnTo>
                  <a:lnTo>
                    <a:pt x="67551" y="79463"/>
                  </a:lnTo>
                  <a:lnTo>
                    <a:pt x="67398" y="76403"/>
                  </a:lnTo>
                  <a:lnTo>
                    <a:pt x="67208" y="75717"/>
                  </a:lnTo>
                  <a:lnTo>
                    <a:pt x="67830" y="75857"/>
                  </a:lnTo>
                  <a:lnTo>
                    <a:pt x="69138" y="75780"/>
                  </a:lnTo>
                  <a:lnTo>
                    <a:pt x="70446" y="75692"/>
                  </a:lnTo>
                  <a:lnTo>
                    <a:pt x="71501" y="75311"/>
                  </a:lnTo>
                  <a:lnTo>
                    <a:pt x="71488" y="75184"/>
                  </a:lnTo>
                  <a:lnTo>
                    <a:pt x="80238" y="85369"/>
                  </a:lnTo>
                  <a:lnTo>
                    <a:pt x="79565" y="85394"/>
                  </a:lnTo>
                  <a:lnTo>
                    <a:pt x="79349" y="86652"/>
                  </a:lnTo>
                  <a:lnTo>
                    <a:pt x="79489" y="89712"/>
                  </a:lnTo>
                  <a:lnTo>
                    <a:pt x="79667" y="90398"/>
                  </a:lnTo>
                  <a:lnTo>
                    <a:pt x="79095" y="90258"/>
                  </a:lnTo>
                  <a:lnTo>
                    <a:pt x="77787" y="90335"/>
                  </a:lnTo>
                  <a:lnTo>
                    <a:pt x="76479" y="90424"/>
                  </a:lnTo>
                  <a:lnTo>
                    <a:pt x="75425" y="90805"/>
                  </a:lnTo>
                  <a:lnTo>
                    <a:pt x="75463" y="91617"/>
                  </a:lnTo>
                  <a:lnTo>
                    <a:pt x="76542" y="91871"/>
                  </a:lnTo>
                  <a:lnTo>
                    <a:pt x="79171" y="91706"/>
                  </a:lnTo>
                  <a:lnTo>
                    <a:pt x="79743" y="91503"/>
                  </a:lnTo>
                  <a:lnTo>
                    <a:pt x="79629" y="92202"/>
                  </a:lnTo>
                  <a:lnTo>
                    <a:pt x="79705" y="93726"/>
                  </a:lnTo>
                  <a:lnTo>
                    <a:pt x="79768" y="95250"/>
                  </a:lnTo>
                  <a:lnTo>
                    <a:pt x="80111" y="96481"/>
                  </a:lnTo>
                  <a:lnTo>
                    <a:pt x="80327" y="96481"/>
                  </a:lnTo>
                  <a:lnTo>
                    <a:pt x="80327" y="85648"/>
                  </a:lnTo>
                  <a:lnTo>
                    <a:pt x="80251" y="85382"/>
                  </a:lnTo>
                  <a:lnTo>
                    <a:pt x="84251" y="90055"/>
                  </a:lnTo>
                  <a:lnTo>
                    <a:pt x="84251" y="85686"/>
                  </a:lnTo>
                  <a:lnTo>
                    <a:pt x="70777" y="69951"/>
                  </a:lnTo>
                  <a:lnTo>
                    <a:pt x="70777" y="74345"/>
                  </a:lnTo>
                  <a:lnTo>
                    <a:pt x="70383" y="74244"/>
                  </a:lnTo>
                  <a:lnTo>
                    <a:pt x="67754" y="74409"/>
                  </a:lnTo>
                  <a:lnTo>
                    <a:pt x="67132" y="74637"/>
                  </a:lnTo>
                  <a:lnTo>
                    <a:pt x="67259" y="73914"/>
                  </a:lnTo>
                  <a:lnTo>
                    <a:pt x="67195" y="72390"/>
                  </a:lnTo>
                  <a:lnTo>
                    <a:pt x="67119" y="70866"/>
                  </a:lnTo>
                  <a:lnTo>
                    <a:pt x="66789" y="69684"/>
                  </a:lnTo>
                  <a:lnTo>
                    <a:pt x="70777" y="74345"/>
                  </a:lnTo>
                  <a:lnTo>
                    <a:pt x="70777" y="69951"/>
                  </a:lnTo>
                  <a:lnTo>
                    <a:pt x="70294" y="69380"/>
                  </a:lnTo>
                  <a:lnTo>
                    <a:pt x="66763" y="65265"/>
                  </a:lnTo>
                  <a:lnTo>
                    <a:pt x="66763" y="69646"/>
                  </a:lnTo>
                  <a:lnTo>
                    <a:pt x="66294" y="69672"/>
                  </a:lnTo>
                  <a:lnTo>
                    <a:pt x="66548" y="69380"/>
                  </a:lnTo>
                  <a:lnTo>
                    <a:pt x="66763" y="69646"/>
                  </a:lnTo>
                  <a:lnTo>
                    <a:pt x="66763" y="65265"/>
                  </a:lnTo>
                  <a:lnTo>
                    <a:pt x="66548" y="65011"/>
                  </a:lnTo>
                  <a:lnTo>
                    <a:pt x="52603" y="81280"/>
                  </a:lnTo>
                  <a:lnTo>
                    <a:pt x="52603" y="90182"/>
                  </a:lnTo>
                  <a:lnTo>
                    <a:pt x="52019" y="90030"/>
                  </a:lnTo>
                  <a:lnTo>
                    <a:pt x="50711" y="90119"/>
                  </a:lnTo>
                  <a:lnTo>
                    <a:pt x="49403" y="90195"/>
                  </a:lnTo>
                  <a:lnTo>
                    <a:pt x="48374" y="90589"/>
                  </a:lnTo>
                  <a:lnTo>
                    <a:pt x="48374" y="91376"/>
                  </a:lnTo>
                  <a:lnTo>
                    <a:pt x="48044" y="90970"/>
                  </a:lnTo>
                  <a:lnTo>
                    <a:pt x="48348" y="90614"/>
                  </a:lnTo>
                  <a:lnTo>
                    <a:pt x="48374" y="91376"/>
                  </a:lnTo>
                  <a:lnTo>
                    <a:pt x="48374" y="90589"/>
                  </a:lnTo>
                  <a:lnTo>
                    <a:pt x="52349" y="85940"/>
                  </a:lnTo>
                  <a:lnTo>
                    <a:pt x="52273" y="86423"/>
                  </a:lnTo>
                  <a:lnTo>
                    <a:pt x="52425" y="89496"/>
                  </a:lnTo>
                  <a:lnTo>
                    <a:pt x="52603" y="90182"/>
                  </a:lnTo>
                  <a:lnTo>
                    <a:pt x="52603" y="81280"/>
                  </a:lnTo>
                  <a:lnTo>
                    <a:pt x="44297" y="90970"/>
                  </a:lnTo>
                  <a:lnTo>
                    <a:pt x="66548" y="116916"/>
                  </a:lnTo>
                  <a:lnTo>
                    <a:pt x="70294" y="112547"/>
                  </a:lnTo>
                  <a:lnTo>
                    <a:pt x="87236" y="92786"/>
                  </a:lnTo>
                  <a:lnTo>
                    <a:pt x="107937" y="116916"/>
                  </a:lnTo>
                  <a:lnTo>
                    <a:pt x="111671" y="112547"/>
                  </a:lnTo>
                  <a:lnTo>
                    <a:pt x="117665" y="105562"/>
                  </a:lnTo>
                  <a:lnTo>
                    <a:pt x="117665" y="101193"/>
                  </a:lnTo>
                  <a:lnTo>
                    <a:pt x="107937" y="112547"/>
                  </a:lnTo>
                  <a:lnTo>
                    <a:pt x="103136" y="106972"/>
                  </a:lnTo>
                  <a:lnTo>
                    <a:pt x="104203" y="107226"/>
                  </a:lnTo>
                  <a:lnTo>
                    <a:pt x="106832" y="107061"/>
                  </a:lnTo>
                  <a:lnTo>
                    <a:pt x="107403" y="106845"/>
                  </a:lnTo>
                  <a:lnTo>
                    <a:pt x="107289" y="107543"/>
                  </a:lnTo>
                  <a:lnTo>
                    <a:pt x="107365" y="109067"/>
                  </a:lnTo>
                  <a:lnTo>
                    <a:pt x="107442" y="110604"/>
                  </a:lnTo>
                  <a:lnTo>
                    <a:pt x="107772" y="111823"/>
                  </a:lnTo>
                  <a:lnTo>
                    <a:pt x="108458" y="111785"/>
                  </a:lnTo>
                  <a:lnTo>
                    <a:pt x="108686" y="110528"/>
                  </a:lnTo>
                  <a:lnTo>
                    <a:pt x="108534" y="107454"/>
                  </a:lnTo>
                  <a:lnTo>
                    <a:pt x="108343" y="106781"/>
                  </a:lnTo>
                  <a:lnTo>
                    <a:pt x="108966" y="106921"/>
                  </a:lnTo>
                  <a:lnTo>
                    <a:pt x="110274" y="106845"/>
                  </a:lnTo>
                  <a:lnTo>
                    <a:pt x="111582" y="106756"/>
                  </a:lnTo>
                  <a:lnTo>
                    <a:pt x="112636" y="106362"/>
                  </a:lnTo>
                  <a:lnTo>
                    <a:pt x="112598" y="105562"/>
                  </a:lnTo>
                  <a:lnTo>
                    <a:pt x="111518" y="105295"/>
                  </a:lnTo>
                  <a:lnTo>
                    <a:pt x="108889" y="105460"/>
                  </a:lnTo>
                  <a:lnTo>
                    <a:pt x="108254" y="105714"/>
                  </a:lnTo>
                  <a:lnTo>
                    <a:pt x="108394" y="104978"/>
                  </a:lnTo>
                  <a:lnTo>
                    <a:pt x="108331" y="103454"/>
                  </a:lnTo>
                  <a:lnTo>
                    <a:pt x="108254" y="101917"/>
                  </a:lnTo>
                  <a:lnTo>
                    <a:pt x="107911" y="100698"/>
                  </a:lnTo>
                  <a:lnTo>
                    <a:pt x="107226" y="100736"/>
                  </a:lnTo>
                  <a:lnTo>
                    <a:pt x="107010" y="101993"/>
                  </a:lnTo>
                  <a:lnTo>
                    <a:pt x="107149" y="105067"/>
                  </a:lnTo>
                  <a:lnTo>
                    <a:pt x="107340" y="105752"/>
                  </a:lnTo>
                  <a:lnTo>
                    <a:pt x="106756" y="105600"/>
                  </a:lnTo>
                  <a:lnTo>
                    <a:pt x="105448" y="105689"/>
                  </a:lnTo>
                  <a:lnTo>
                    <a:pt x="104140" y="105765"/>
                  </a:lnTo>
                  <a:lnTo>
                    <a:pt x="103085" y="106159"/>
                  </a:lnTo>
                  <a:lnTo>
                    <a:pt x="103111" y="106946"/>
                  </a:lnTo>
                  <a:lnTo>
                    <a:pt x="89789" y="91401"/>
                  </a:lnTo>
                  <a:lnTo>
                    <a:pt x="90855" y="91655"/>
                  </a:lnTo>
                  <a:lnTo>
                    <a:pt x="93484" y="91490"/>
                  </a:lnTo>
                  <a:lnTo>
                    <a:pt x="94068" y="91262"/>
                  </a:lnTo>
                  <a:lnTo>
                    <a:pt x="93941" y="91973"/>
                  </a:lnTo>
                  <a:lnTo>
                    <a:pt x="94018" y="93510"/>
                  </a:lnTo>
                  <a:lnTo>
                    <a:pt x="94094" y="95034"/>
                  </a:lnTo>
                  <a:lnTo>
                    <a:pt x="94424" y="96253"/>
                  </a:lnTo>
                  <a:lnTo>
                    <a:pt x="95110" y="96215"/>
                  </a:lnTo>
                  <a:lnTo>
                    <a:pt x="95338" y="94957"/>
                  </a:lnTo>
                  <a:lnTo>
                    <a:pt x="95186" y="91897"/>
                  </a:lnTo>
                  <a:lnTo>
                    <a:pt x="94996" y="91211"/>
                  </a:lnTo>
                  <a:lnTo>
                    <a:pt x="95618" y="91351"/>
                  </a:lnTo>
                  <a:lnTo>
                    <a:pt x="96926" y="91274"/>
                  </a:lnTo>
                  <a:lnTo>
                    <a:pt x="98234" y="91186"/>
                  </a:lnTo>
                  <a:lnTo>
                    <a:pt x="99288" y="90805"/>
                  </a:lnTo>
                  <a:lnTo>
                    <a:pt x="99250" y="89992"/>
                  </a:lnTo>
                  <a:lnTo>
                    <a:pt x="98171" y="89725"/>
                  </a:lnTo>
                  <a:lnTo>
                    <a:pt x="95542" y="89903"/>
                  </a:lnTo>
                  <a:lnTo>
                    <a:pt x="94919" y="90131"/>
                  </a:lnTo>
                  <a:lnTo>
                    <a:pt x="95046" y="89408"/>
                  </a:lnTo>
                  <a:lnTo>
                    <a:pt x="94983" y="87884"/>
                  </a:lnTo>
                  <a:lnTo>
                    <a:pt x="94907" y="86360"/>
                  </a:lnTo>
                  <a:lnTo>
                    <a:pt x="94576" y="85128"/>
                  </a:lnTo>
                  <a:lnTo>
                    <a:pt x="94424" y="85140"/>
                  </a:lnTo>
                  <a:lnTo>
                    <a:pt x="107429" y="69977"/>
                  </a:lnTo>
                  <a:lnTo>
                    <a:pt x="107264" y="70929"/>
                  </a:lnTo>
                  <a:lnTo>
                    <a:pt x="107403" y="74002"/>
                  </a:lnTo>
                  <a:lnTo>
                    <a:pt x="107581" y="74688"/>
                  </a:lnTo>
                  <a:lnTo>
                    <a:pt x="107010" y="74536"/>
                  </a:lnTo>
                  <a:lnTo>
                    <a:pt x="105702" y="74625"/>
                  </a:lnTo>
                  <a:lnTo>
                    <a:pt x="104394" y="74701"/>
                  </a:lnTo>
                  <a:lnTo>
                    <a:pt x="103339" y="75095"/>
                  </a:lnTo>
                  <a:lnTo>
                    <a:pt x="103378" y="75895"/>
                  </a:lnTo>
                  <a:lnTo>
                    <a:pt x="104457" y="76161"/>
                  </a:lnTo>
                  <a:lnTo>
                    <a:pt x="107086" y="75996"/>
                  </a:lnTo>
                  <a:lnTo>
                    <a:pt x="107670" y="75780"/>
                  </a:lnTo>
                  <a:lnTo>
                    <a:pt x="107543" y="76479"/>
                  </a:lnTo>
                  <a:lnTo>
                    <a:pt x="107619" y="78016"/>
                  </a:lnTo>
                  <a:lnTo>
                    <a:pt x="107696" y="79540"/>
                  </a:lnTo>
                  <a:lnTo>
                    <a:pt x="108026" y="80772"/>
                  </a:lnTo>
                  <a:lnTo>
                    <a:pt x="108712" y="80721"/>
                  </a:lnTo>
                  <a:lnTo>
                    <a:pt x="108940" y="79463"/>
                  </a:lnTo>
                  <a:lnTo>
                    <a:pt x="108788" y="76403"/>
                  </a:lnTo>
                  <a:lnTo>
                    <a:pt x="108597" y="75717"/>
                  </a:lnTo>
                  <a:lnTo>
                    <a:pt x="109220" y="75857"/>
                  </a:lnTo>
                  <a:lnTo>
                    <a:pt x="110528" y="75780"/>
                  </a:lnTo>
                  <a:lnTo>
                    <a:pt x="111836" y="75692"/>
                  </a:lnTo>
                  <a:lnTo>
                    <a:pt x="112890" y="75311"/>
                  </a:lnTo>
                  <a:lnTo>
                    <a:pt x="112877" y="75171"/>
                  </a:lnTo>
                  <a:lnTo>
                    <a:pt x="117665" y="80733"/>
                  </a:lnTo>
                  <a:lnTo>
                    <a:pt x="117665" y="76365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11722570" y="7190657"/>
              <a:ext cx="118110" cy="83820"/>
            </a:xfrm>
            <a:custGeom>
              <a:avLst/>
              <a:gdLst/>
              <a:ahLst/>
              <a:cxnLst/>
              <a:rect l="l" t="t" r="r" b="b"/>
              <a:pathLst>
                <a:path w="118109" h="83820">
                  <a:moveTo>
                    <a:pt x="9245" y="72961"/>
                  </a:moveTo>
                  <a:lnTo>
                    <a:pt x="9194" y="72148"/>
                  </a:lnTo>
                  <a:lnTo>
                    <a:pt x="8128" y="71882"/>
                  </a:lnTo>
                  <a:lnTo>
                    <a:pt x="5499" y="72059"/>
                  </a:lnTo>
                  <a:lnTo>
                    <a:pt x="4876" y="72288"/>
                  </a:lnTo>
                  <a:lnTo>
                    <a:pt x="5003" y="71564"/>
                  </a:lnTo>
                  <a:lnTo>
                    <a:pt x="4927" y="70040"/>
                  </a:lnTo>
                  <a:lnTo>
                    <a:pt x="4864" y="68516"/>
                  </a:lnTo>
                  <a:lnTo>
                    <a:pt x="4521" y="67284"/>
                  </a:lnTo>
                  <a:lnTo>
                    <a:pt x="3848" y="67322"/>
                  </a:lnTo>
                  <a:lnTo>
                    <a:pt x="3606" y="68580"/>
                  </a:lnTo>
                  <a:lnTo>
                    <a:pt x="3759" y="71653"/>
                  </a:lnTo>
                  <a:lnTo>
                    <a:pt x="3937" y="72339"/>
                  </a:lnTo>
                  <a:lnTo>
                    <a:pt x="3365" y="72186"/>
                  </a:lnTo>
                  <a:lnTo>
                    <a:pt x="749" y="72351"/>
                  </a:lnTo>
                  <a:lnTo>
                    <a:pt x="0" y="72631"/>
                  </a:lnTo>
                  <a:lnTo>
                    <a:pt x="114" y="73647"/>
                  </a:lnTo>
                  <a:lnTo>
                    <a:pt x="812" y="73812"/>
                  </a:lnTo>
                  <a:lnTo>
                    <a:pt x="3441" y="73647"/>
                  </a:lnTo>
                  <a:lnTo>
                    <a:pt x="4013" y="73431"/>
                  </a:lnTo>
                  <a:lnTo>
                    <a:pt x="3898" y="74129"/>
                  </a:lnTo>
                  <a:lnTo>
                    <a:pt x="3975" y="75666"/>
                  </a:lnTo>
                  <a:lnTo>
                    <a:pt x="4038" y="77190"/>
                  </a:lnTo>
                  <a:lnTo>
                    <a:pt x="4381" y="78409"/>
                  </a:lnTo>
                  <a:lnTo>
                    <a:pt x="5054" y="78371"/>
                  </a:lnTo>
                  <a:lnTo>
                    <a:pt x="5295" y="77114"/>
                  </a:lnTo>
                  <a:lnTo>
                    <a:pt x="5143" y="74053"/>
                  </a:lnTo>
                  <a:lnTo>
                    <a:pt x="4953" y="73367"/>
                  </a:lnTo>
                  <a:lnTo>
                    <a:pt x="5562" y="73507"/>
                  </a:lnTo>
                  <a:lnTo>
                    <a:pt x="6870" y="73431"/>
                  </a:lnTo>
                  <a:lnTo>
                    <a:pt x="8178" y="73342"/>
                  </a:lnTo>
                  <a:lnTo>
                    <a:pt x="9245" y="72961"/>
                  </a:lnTo>
                  <a:close/>
                </a:path>
                <a:path w="118109" h="83820">
                  <a:moveTo>
                    <a:pt x="109461" y="57556"/>
                  </a:moveTo>
                  <a:lnTo>
                    <a:pt x="105714" y="53187"/>
                  </a:lnTo>
                  <a:lnTo>
                    <a:pt x="105714" y="57556"/>
                  </a:lnTo>
                  <a:lnTo>
                    <a:pt x="101574" y="62382"/>
                  </a:lnTo>
                  <a:lnTo>
                    <a:pt x="101688" y="61772"/>
                  </a:lnTo>
                  <a:lnTo>
                    <a:pt x="101549" y="58699"/>
                  </a:lnTo>
                  <a:lnTo>
                    <a:pt x="101346" y="58026"/>
                  </a:lnTo>
                  <a:lnTo>
                    <a:pt x="101968" y="58166"/>
                  </a:lnTo>
                  <a:lnTo>
                    <a:pt x="103276" y="58077"/>
                  </a:lnTo>
                  <a:lnTo>
                    <a:pt x="104584" y="58000"/>
                  </a:lnTo>
                  <a:lnTo>
                    <a:pt x="105651" y="57607"/>
                  </a:lnTo>
                  <a:lnTo>
                    <a:pt x="105638" y="57480"/>
                  </a:lnTo>
                  <a:lnTo>
                    <a:pt x="105714" y="53187"/>
                  </a:lnTo>
                  <a:lnTo>
                    <a:pt x="104914" y="52260"/>
                  </a:lnTo>
                  <a:lnTo>
                    <a:pt x="104914" y="56642"/>
                  </a:lnTo>
                  <a:lnTo>
                    <a:pt x="104521" y="56540"/>
                  </a:lnTo>
                  <a:lnTo>
                    <a:pt x="101892" y="56705"/>
                  </a:lnTo>
                  <a:lnTo>
                    <a:pt x="101282" y="56946"/>
                  </a:lnTo>
                  <a:lnTo>
                    <a:pt x="101409" y="56222"/>
                  </a:lnTo>
                  <a:lnTo>
                    <a:pt x="101333" y="54698"/>
                  </a:lnTo>
                  <a:lnTo>
                    <a:pt x="101257" y="53162"/>
                  </a:lnTo>
                  <a:lnTo>
                    <a:pt x="100990" y="52222"/>
                  </a:lnTo>
                  <a:lnTo>
                    <a:pt x="100990" y="63068"/>
                  </a:lnTo>
                  <a:lnTo>
                    <a:pt x="87210" y="79133"/>
                  </a:lnTo>
                  <a:lnTo>
                    <a:pt x="82410" y="73558"/>
                  </a:lnTo>
                  <a:lnTo>
                    <a:pt x="83489" y="73812"/>
                  </a:lnTo>
                  <a:lnTo>
                    <a:pt x="86118" y="73647"/>
                  </a:lnTo>
                  <a:lnTo>
                    <a:pt x="86690" y="73431"/>
                  </a:lnTo>
                  <a:lnTo>
                    <a:pt x="86575" y="74129"/>
                  </a:lnTo>
                  <a:lnTo>
                    <a:pt x="86652" y="75666"/>
                  </a:lnTo>
                  <a:lnTo>
                    <a:pt x="86715" y="77190"/>
                  </a:lnTo>
                  <a:lnTo>
                    <a:pt x="87058" y="78409"/>
                  </a:lnTo>
                  <a:lnTo>
                    <a:pt x="87744" y="78371"/>
                  </a:lnTo>
                  <a:lnTo>
                    <a:pt x="87972" y="77114"/>
                  </a:lnTo>
                  <a:lnTo>
                    <a:pt x="87820" y="74053"/>
                  </a:lnTo>
                  <a:lnTo>
                    <a:pt x="87630" y="73367"/>
                  </a:lnTo>
                  <a:lnTo>
                    <a:pt x="88239" y="73507"/>
                  </a:lnTo>
                  <a:lnTo>
                    <a:pt x="89560" y="73431"/>
                  </a:lnTo>
                  <a:lnTo>
                    <a:pt x="90868" y="73342"/>
                  </a:lnTo>
                  <a:lnTo>
                    <a:pt x="91909" y="72961"/>
                  </a:lnTo>
                  <a:lnTo>
                    <a:pt x="91897" y="72542"/>
                  </a:lnTo>
                  <a:lnTo>
                    <a:pt x="91884" y="72148"/>
                  </a:lnTo>
                  <a:lnTo>
                    <a:pt x="90805" y="71882"/>
                  </a:lnTo>
                  <a:lnTo>
                    <a:pt x="88176" y="72059"/>
                  </a:lnTo>
                  <a:lnTo>
                    <a:pt x="87541" y="72288"/>
                  </a:lnTo>
                  <a:lnTo>
                    <a:pt x="87680" y="71564"/>
                  </a:lnTo>
                  <a:lnTo>
                    <a:pt x="87604" y="70040"/>
                  </a:lnTo>
                  <a:lnTo>
                    <a:pt x="87541" y="68516"/>
                  </a:lnTo>
                  <a:lnTo>
                    <a:pt x="87198" y="67284"/>
                  </a:lnTo>
                  <a:lnTo>
                    <a:pt x="86512" y="67322"/>
                  </a:lnTo>
                  <a:lnTo>
                    <a:pt x="86296" y="68580"/>
                  </a:lnTo>
                  <a:lnTo>
                    <a:pt x="86436" y="71653"/>
                  </a:lnTo>
                  <a:lnTo>
                    <a:pt x="86614" y="72339"/>
                  </a:lnTo>
                  <a:lnTo>
                    <a:pt x="86042" y="72186"/>
                  </a:lnTo>
                  <a:lnTo>
                    <a:pt x="84734" y="72275"/>
                  </a:lnTo>
                  <a:lnTo>
                    <a:pt x="83426" y="72351"/>
                  </a:lnTo>
                  <a:lnTo>
                    <a:pt x="82372" y="72745"/>
                  </a:lnTo>
                  <a:lnTo>
                    <a:pt x="82397" y="73545"/>
                  </a:lnTo>
                  <a:lnTo>
                    <a:pt x="69062" y="57988"/>
                  </a:lnTo>
                  <a:lnTo>
                    <a:pt x="70142" y="58242"/>
                  </a:lnTo>
                  <a:lnTo>
                    <a:pt x="72771" y="58077"/>
                  </a:lnTo>
                  <a:lnTo>
                    <a:pt x="73355" y="57861"/>
                  </a:lnTo>
                  <a:lnTo>
                    <a:pt x="73228" y="58559"/>
                  </a:lnTo>
                  <a:lnTo>
                    <a:pt x="73304" y="60096"/>
                  </a:lnTo>
                  <a:lnTo>
                    <a:pt x="73367" y="61620"/>
                  </a:lnTo>
                  <a:lnTo>
                    <a:pt x="73710" y="62852"/>
                  </a:lnTo>
                  <a:lnTo>
                    <a:pt x="74396" y="62801"/>
                  </a:lnTo>
                  <a:lnTo>
                    <a:pt x="74625" y="61544"/>
                  </a:lnTo>
                  <a:lnTo>
                    <a:pt x="74472" y="58483"/>
                  </a:lnTo>
                  <a:lnTo>
                    <a:pt x="74282" y="57797"/>
                  </a:lnTo>
                  <a:lnTo>
                    <a:pt x="74891" y="57937"/>
                  </a:lnTo>
                  <a:lnTo>
                    <a:pt x="76212" y="57861"/>
                  </a:lnTo>
                  <a:lnTo>
                    <a:pt x="77520" y="57772"/>
                  </a:lnTo>
                  <a:lnTo>
                    <a:pt x="78574" y="57391"/>
                  </a:lnTo>
                  <a:lnTo>
                    <a:pt x="78536" y="56578"/>
                  </a:lnTo>
                  <a:lnTo>
                    <a:pt x="77457" y="56324"/>
                  </a:lnTo>
                  <a:lnTo>
                    <a:pt x="74828" y="56489"/>
                  </a:lnTo>
                  <a:lnTo>
                    <a:pt x="74206" y="56718"/>
                  </a:lnTo>
                  <a:lnTo>
                    <a:pt x="74333" y="55994"/>
                  </a:lnTo>
                  <a:lnTo>
                    <a:pt x="74256" y="54470"/>
                  </a:lnTo>
                  <a:lnTo>
                    <a:pt x="74193" y="52946"/>
                  </a:lnTo>
                  <a:lnTo>
                    <a:pt x="73850" y="51714"/>
                  </a:lnTo>
                  <a:lnTo>
                    <a:pt x="73698" y="51727"/>
                  </a:lnTo>
                  <a:lnTo>
                    <a:pt x="86715" y="36550"/>
                  </a:lnTo>
                  <a:lnTo>
                    <a:pt x="86550" y="37528"/>
                  </a:lnTo>
                  <a:lnTo>
                    <a:pt x="86690" y="40589"/>
                  </a:lnTo>
                  <a:lnTo>
                    <a:pt x="86868" y="41275"/>
                  </a:lnTo>
                  <a:lnTo>
                    <a:pt x="86296" y="41122"/>
                  </a:lnTo>
                  <a:lnTo>
                    <a:pt x="84988" y="41211"/>
                  </a:lnTo>
                  <a:lnTo>
                    <a:pt x="83680" y="41300"/>
                  </a:lnTo>
                  <a:lnTo>
                    <a:pt x="82626" y="41681"/>
                  </a:lnTo>
                  <a:lnTo>
                    <a:pt x="82664" y="42494"/>
                  </a:lnTo>
                  <a:lnTo>
                    <a:pt x="83743" y="42748"/>
                  </a:lnTo>
                  <a:lnTo>
                    <a:pt x="86372" y="42583"/>
                  </a:lnTo>
                  <a:lnTo>
                    <a:pt x="86956" y="42367"/>
                  </a:lnTo>
                  <a:lnTo>
                    <a:pt x="86829" y="43078"/>
                  </a:lnTo>
                  <a:lnTo>
                    <a:pt x="86906" y="44602"/>
                  </a:lnTo>
                  <a:lnTo>
                    <a:pt x="86969" y="46126"/>
                  </a:lnTo>
                  <a:lnTo>
                    <a:pt x="87312" y="47358"/>
                  </a:lnTo>
                  <a:lnTo>
                    <a:pt x="87998" y="47307"/>
                  </a:lnTo>
                  <a:lnTo>
                    <a:pt x="88226" y="46050"/>
                  </a:lnTo>
                  <a:lnTo>
                    <a:pt x="88074" y="42989"/>
                  </a:lnTo>
                  <a:lnTo>
                    <a:pt x="87884" y="42316"/>
                  </a:lnTo>
                  <a:lnTo>
                    <a:pt x="88493" y="42456"/>
                  </a:lnTo>
                  <a:lnTo>
                    <a:pt x="89814" y="42367"/>
                  </a:lnTo>
                  <a:lnTo>
                    <a:pt x="91122" y="42278"/>
                  </a:lnTo>
                  <a:lnTo>
                    <a:pt x="92176" y="41897"/>
                  </a:lnTo>
                  <a:lnTo>
                    <a:pt x="100901" y="51955"/>
                  </a:lnTo>
                  <a:lnTo>
                    <a:pt x="100241" y="51981"/>
                  </a:lnTo>
                  <a:lnTo>
                    <a:pt x="100012" y="53238"/>
                  </a:lnTo>
                  <a:lnTo>
                    <a:pt x="100164" y="56299"/>
                  </a:lnTo>
                  <a:lnTo>
                    <a:pt x="100342" y="56984"/>
                  </a:lnTo>
                  <a:lnTo>
                    <a:pt x="99771" y="56845"/>
                  </a:lnTo>
                  <a:lnTo>
                    <a:pt x="98463" y="56921"/>
                  </a:lnTo>
                  <a:lnTo>
                    <a:pt x="97155" y="57010"/>
                  </a:lnTo>
                  <a:lnTo>
                    <a:pt x="96088" y="57391"/>
                  </a:lnTo>
                  <a:lnTo>
                    <a:pt x="96139" y="58204"/>
                  </a:lnTo>
                  <a:lnTo>
                    <a:pt x="97205" y="58458"/>
                  </a:lnTo>
                  <a:lnTo>
                    <a:pt x="99834" y="58293"/>
                  </a:lnTo>
                  <a:lnTo>
                    <a:pt x="100418" y="58089"/>
                  </a:lnTo>
                  <a:lnTo>
                    <a:pt x="100304" y="58788"/>
                  </a:lnTo>
                  <a:lnTo>
                    <a:pt x="100368" y="60312"/>
                  </a:lnTo>
                  <a:lnTo>
                    <a:pt x="100444" y="61849"/>
                  </a:lnTo>
                  <a:lnTo>
                    <a:pt x="100787" y="63068"/>
                  </a:lnTo>
                  <a:lnTo>
                    <a:pt x="100990" y="63068"/>
                  </a:lnTo>
                  <a:lnTo>
                    <a:pt x="100990" y="52222"/>
                  </a:lnTo>
                  <a:lnTo>
                    <a:pt x="100926" y="51993"/>
                  </a:lnTo>
                  <a:lnTo>
                    <a:pt x="104914" y="56642"/>
                  </a:lnTo>
                  <a:lnTo>
                    <a:pt x="104914" y="52260"/>
                  </a:lnTo>
                  <a:lnTo>
                    <a:pt x="91427" y="36525"/>
                  </a:lnTo>
                  <a:lnTo>
                    <a:pt x="91427" y="40932"/>
                  </a:lnTo>
                  <a:lnTo>
                    <a:pt x="91059" y="40830"/>
                  </a:lnTo>
                  <a:lnTo>
                    <a:pt x="88430" y="40995"/>
                  </a:lnTo>
                  <a:lnTo>
                    <a:pt x="87807" y="41236"/>
                  </a:lnTo>
                  <a:lnTo>
                    <a:pt x="87934" y="40513"/>
                  </a:lnTo>
                  <a:lnTo>
                    <a:pt x="87858" y="38976"/>
                  </a:lnTo>
                  <a:lnTo>
                    <a:pt x="87795" y="37452"/>
                  </a:lnTo>
                  <a:lnTo>
                    <a:pt x="87452" y="36271"/>
                  </a:lnTo>
                  <a:lnTo>
                    <a:pt x="91427" y="40932"/>
                  </a:lnTo>
                  <a:lnTo>
                    <a:pt x="91427" y="36525"/>
                  </a:lnTo>
                  <a:lnTo>
                    <a:pt x="90957" y="35966"/>
                  </a:lnTo>
                  <a:lnTo>
                    <a:pt x="87426" y="31864"/>
                  </a:lnTo>
                  <a:lnTo>
                    <a:pt x="87426" y="36233"/>
                  </a:lnTo>
                  <a:lnTo>
                    <a:pt x="86956" y="36258"/>
                  </a:lnTo>
                  <a:lnTo>
                    <a:pt x="87210" y="35966"/>
                  </a:lnTo>
                  <a:lnTo>
                    <a:pt x="87426" y="36233"/>
                  </a:lnTo>
                  <a:lnTo>
                    <a:pt x="87426" y="31864"/>
                  </a:lnTo>
                  <a:lnTo>
                    <a:pt x="87210" y="31610"/>
                  </a:lnTo>
                  <a:lnTo>
                    <a:pt x="73266" y="47879"/>
                  </a:lnTo>
                  <a:lnTo>
                    <a:pt x="73266" y="56769"/>
                  </a:lnTo>
                  <a:lnTo>
                    <a:pt x="72694" y="56616"/>
                  </a:lnTo>
                  <a:lnTo>
                    <a:pt x="71386" y="56705"/>
                  </a:lnTo>
                  <a:lnTo>
                    <a:pt x="70078" y="56781"/>
                  </a:lnTo>
                  <a:lnTo>
                    <a:pt x="69049" y="57175"/>
                  </a:lnTo>
                  <a:lnTo>
                    <a:pt x="69049" y="57975"/>
                  </a:lnTo>
                  <a:lnTo>
                    <a:pt x="68707" y="57556"/>
                  </a:lnTo>
                  <a:lnTo>
                    <a:pt x="69024" y="57188"/>
                  </a:lnTo>
                  <a:lnTo>
                    <a:pt x="69049" y="57975"/>
                  </a:lnTo>
                  <a:lnTo>
                    <a:pt x="69049" y="57175"/>
                  </a:lnTo>
                  <a:lnTo>
                    <a:pt x="73037" y="52514"/>
                  </a:lnTo>
                  <a:lnTo>
                    <a:pt x="72948" y="53022"/>
                  </a:lnTo>
                  <a:lnTo>
                    <a:pt x="73088" y="56083"/>
                  </a:lnTo>
                  <a:lnTo>
                    <a:pt x="73266" y="56769"/>
                  </a:lnTo>
                  <a:lnTo>
                    <a:pt x="73266" y="47879"/>
                  </a:lnTo>
                  <a:lnTo>
                    <a:pt x="66243" y="56057"/>
                  </a:lnTo>
                  <a:lnTo>
                    <a:pt x="63792" y="53200"/>
                  </a:lnTo>
                  <a:lnTo>
                    <a:pt x="63792" y="57556"/>
                  </a:lnTo>
                  <a:lnTo>
                    <a:pt x="59651" y="62382"/>
                  </a:lnTo>
                  <a:lnTo>
                    <a:pt x="59766" y="61772"/>
                  </a:lnTo>
                  <a:lnTo>
                    <a:pt x="59613" y="58699"/>
                  </a:lnTo>
                  <a:lnTo>
                    <a:pt x="59423" y="58013"/>
                  </a:lnTo>
                  <a:lnTo>
                    <a:pt x="60045" y="58166"/>
                  </a:lnTo>
                  <a:lnTo>
                    <a:pt x="61353" y="58077"/>
                  </a:lnTo>
                  <a:lnTo>
                    <a:pt x="62661" y="58000"/>
                  </a:lnTo>
                  <a:lnTo>
                    <a:pt x="63715" y="57607"/>
                  </a:lnTo>
                  <a:lnTo>
                    <a:pt x="63703" y="57467"/>
                  </a:lnTo>
                  <a:lnTo>
                    <a:pt x="63792" y="53200"/>
                  </a:lnTo>
                  <a:lnTo>
                    <a:pt x="62992" y="52273"/>
                  </a:lnTo>
                  <a:lnTo>
                    <a:pt x="62992" y="56642"/>
                  </a:lnTo>
                  <a:lnTo>
                    <a:pt x="62598" y="56540"/>
                  </a:lnTo>
                  <a:lnTo>
                    <a:pt x="59969" y="56705"/>
                  </a:lnTo>
                  <a:lnTo>
                    <a:pt x="59347" y="56946"/>
                  </a:lnTo>
                  <a:lnTo>
                    <a:pt x="59486" y="56222"/>
                  </a:lnTo>
                  <a:lnTo>
                    <a:pt x="59410" y="54698"/>
                  </a:lnTo>
                  <a:lnTo>
                    <a:pt x="59334" y="53162"/>
                  </a:lnTo>
                  <a:lnTo>
                    <a:pt x="59067" y="52222"/>
                  </a:lnTo>
                  <a:lnTo>
                    <a:pt x="59067" y="63068"/>
                  </a:lnTo>
                  <a:lnTo>
                    <a:pt x="45288" y="79133"/>
                  </a:lnTo>
                  <a:lnTo>
                    <a:pt x="40487" y="73558"/>
                  </a:lnTo>
                  <a:lnTo>
                    <a:pt x="41554" y="73812"/>
                  </a:lnTo>
                  <a:lnTo>
                    <a:pt x="44183" y="73647"/>
                  </a:lnTo>
                  <a:lnTo>
                    <a:pt x="44767" y="73431"/>
                  </a:lnTo>
                  <a:lnTo>
                    <a:pt x="44640" y="74129"/>
                  </a:lnTo>
                  <a:lnTo>
                    <a:pt x="44716" y="75666"/>
                  </a:lnTo>
                  <a:lnTo>
                    <a:pt x="44792" y="77190"/>
                  </a:lnTo>
                  <a:lnTo>
                    <a:pt x="45123" y="78409"/>
                  </a:lnTo>
                  <a:lnTo>
                    <a:pt x="45821" y="78371"/>
                  </a:lnTo>
                  <a:lnTo>
                    <a:pt x="46037" y="77114"/>
                  </a:lnTo>
                  <a:lnTo>
                    <a:pt x="45897" y="74053"/>
                  </a:lnTo>
                  <a:lnTo>
                    <a:pt x="45694" y="73367"/>
                  </a:lnTo>
                  <a:lnTo>
                    <a:pt x="46316" y="73507"/>
                  </a:lnTo>
                  <a:lnTo>
                    <a:pt x="47625" y="73431"/>
                  </a:lnTo>
                  <a:lnTo>
                    <a:pt x="48933" y="73342"/>
                  </a:lnTo>
                  <a:lnTo>
                    <a:pt x="49987" y="72961"/>
                  </a:lnTo>
                  <a:lnTo>
                    <a:pt x="49949" y="72148"/>
                  </a:lnTo>
                  <a:lnTo>
                    <a:pt x="48869" y="71882"/>
                  </a:lnTo>
                  <a:lnTo>
                    <a:pt x="46240" y="72059"/>
                  </a:lnTo>
                  <a:lnTo>
                    <a:pt x="45618" y="72288"/>
                  </a:lnTo>
                  <a:lnTo>
                    <a:pt x="45758" y="71564"/>
                  </a:lnTo>
                  <a:lnTo>
                    <a:pt x="45681" y="70040"/>
                  </a:lnTo>
                  <a:lnTo>
                    <a:pt x="45605" y="68516"/>
                  </a:lnTo>
                  <a:lnTo>
                    <a:pt x="45275" y="67284"/>
                  </a:lnTo>
                  <a:lnTo>
                    <a:pt x="44577" y="67322"/>
                  </a:lnTo>
                  <a:lnTo>
                    <a:pt x="44361" y="68580"/>
                  </a:lnTo>
                  <a:lnTo>
                    <a:pt x="44513" y="71653"/>
                  </a:lnTo>
                  <a:lnTo>
                    <a:pt x="44691" y="72339"/>
                  </a:lnTo>
                  <a:lnTo>
                    <a:pt x="44119" y="72186"/>
                  </a:lnTo>
                  <a:lnTo>
                    <a:pt x="42799" y="72275"/>
                  </a:lnTo>
                  <a:lnTo>
                    <a:pt x="41490" y="72351"/>
                  </a:lnTo>
                  <a:lnTo>
                    <a:pt x="40436" y="72745"/>
                  </a:lnTo>
                  <a:lnTo>
                    <a:pt x="40462" y="73533"/>
                  </a:lnTo>
                  <a:lnTo>
                    <a:pt x="27139" y="57988"/>
                  </a:lnTo>
                  <a:lnTo>
                    <a:pt x="28206" y="58242"/>
                  </a:lnTo>
                  <a:lnTo>
                    <a:pt x="30835" y="58077"/>
                  </a:lnTo>
                  <a:lnTo>
                    <a:pt x="31419" y="57861"/>
                  </a:lnTo>
                  <a:lnTo>
                    <a:pt x="31305" y="58559"/>
                  </a:lnTo>
                  <a:lnTo>
                    <a:pt x="31369" y="60096"/>
                  </a:lnTo>
                  <a:lnTo>
                    <a:pt x="31445" y="61620"/>
                  </a:lnTo>
                  <a:lnTo>
                    <a:pt x="31788" y="62852"/>
                  </a:lnTo>
                  <a:lnTo>
                    <a:pt x="32473" y="62801"/>
                  </a:lnTo>
                  <a:lnTo>
                    <a:pt x="32689" y="61544"/>
                  </a:lnTo>
                  <a:lnTo>
                    <a:pt x="32550" y="58483"/>
                  </a:lnTo>
                  <a:lnTo>
                    <a:pt x="32346" y="57797"/>
                  </a:lnTo>
                  <a:lnTo>
                    <a:pt x="32969" y="57937"/>
                  </a:lnTo>
                  <a:lnTo>
                    <a:pt x="34277" y="57861"/>
                  </a:lnTo>
                  <a:lnTo>
                    <a:pt x="35585" y="57772"/>
                  </a:lnTo>
                  <a:lnTo>
                    <a:pt x="36652" y="57391"/>
                  </a:lnTo>
                  <a:lnTo>
                    <a:pt x="36601" y="56578"/>
                  </a:lnTo>
                  <a:lnTo>
                    <a:pt x="35521" y="56324"/>
                  </a:lnTo>
                  <a:lnTo>
                    <a:pt x="32893" y="56489"/>
                  </a:lnTo>
                  <a:lnTo>
                    <a:pt x="32283" y="56718"/>
                  </a:lnTo>
                  <a:lnTo>
                    <a:pt x="32410" y="55994"/>
                  </a:lnTo>
                  <a:lnTo>
                    <a:pt x="32334" y="54470"/>
                  </a:lnTo>
                  <a:lnTo>
                    <a:pt x="32258" y="52946"/>
                  </a:lnTo>
                  <a:lnTo>
                    <a:pt x="31927" y="51714"/>
                  </a:lnTo>
                  <a:lnTo>
                    <a:pt x="31775" y="51727"/>
                  </a:lnTo>
                  <a:lnTo>
                    <a:pt x="44792" y="36550"/>
                  </a:lnTo>
                  <a:lnTo>
                    <a:pt x="44615" y="37528"/>
                  </a:lnTo>
                  <a:lnTo>
                    <a:pt x="44767" y="40589"/>
                  </a:lnTo>
                  <a:lnTo>
                    <a:pt x="44945" y="41275"/>
                  </a:lnTo>
                  <a:lnTo>
                    <a:pt x="44361" y="41122"/>
                  </a:lnTo>
                  <a:lnTo>
                    <a:pt x="43053" y="41211"/>
                  </a:lnTo>
                  <a:lnTo>
                    <a:pt x="41744" y="41300"/>
                  </a:lnTo>
                  <a:lnTo>
                    <a:pt x="40690" y="41681"/>
                  </a:lnTo>
                  <a:lnTo>
                    <a:pt x="40728" y="42494"/>
                  </a:lnTo>
                  <a:lnTo>
                    <a:pt x="41808" y="42748"/>
                  </a:lnTo>
                  <a:lnTo>
                    <a:pt x="44437" y="42583"/>
                  </a:lnTo>
                  <a:lnTo>
                    <a:pt x="45021" y="42367"/>
                  </a:lnTo>
                  <a:lnTo>
                    <a:pt x="44907" y="43078"/>
                  </a:lnTo>
                  <a:lnTo>
                    <a:pt x="44970" y="44602"/>
                  </a:lnTo>
                  <a:lnTo>
                    <a:pt x="45046" y="46126"/>
                  </a:lnTo>
                  <a:lnTo>
                    <a:pt x="45377" y="47358"/>
                  </a:lnTo>
                  <a:lnTo>
                    <a:pt x="46075" y="47307"/>
                  </a:lnTo>
                  <a:lnTo>
                    <a:pt x="46291" y="46050"/>
                  </a:lnTo>
                  <a:lnTo>
                    <a:pt x="46151" y="42989"/>
                  </a:lnTo>
                  <a:lnTo>
                    <a:pt x="45961" y="42316"/>
                  </a:lnTo>
                  <a:lnTo>
                    <a:pt x="46570" y="42456"/>
                  </a:lnTo>
                  <a:lnTo>
                    <a:pt x="47879" y="42367"/>
                  </a:lnTo>
                  <a:lnTo>
                    <a:pt x="49187" y="42278"/>
                  </a:lnTo>
                  <a:lnTo>
                    <a:pt x="50241" y="41897"/>
                  </a:lnTo>
                  <a:lnTo>
                    <a:pt x="50228" y="41770"/>
                  </a:lnTo>
                  <a:lnTo>
                    <a:pt x="58978" y="51955"/>
                  </a:lnTo>
                  <a:lnTo>
                    <a:pt x="58305" y="51981"/>
                  </a:lnTo>
                  <a:lnTo>
                    <a:pt x="58089" y="53238"/>
                  </a:lnTo>
                  <a:lnTo>
                    <a:pt x="58229" y="56299"/>
                  </a:lnTo>
                  <a:lnTo>
                    <a:pt x="58407" y="56984"/>
                  </a:lnTo>
                  <a:lnTo>
                    <a:pt x="57835" y="56845"/>
                  </a:lnTo>
                  <a:lnTo>
                    <a:pt x="56527" y="56921"/>
                  </a:lnTo>
                  <a:lnTo>
                    <a:pt x="55219" y="57010"/>
                  </a:lnTo>
                  <a:lnTo>
                    <a:pt x="54178" y="57391"/>
                  </a:lnTo>
                  <a:lnTo>
                    <a:pt x="54178" y="57810"/>
                  </a:lnTo>
                  <a:lnTo>
                    <a:pt x="54203" y="58204"/>
                  </a:lnTo>
                  <a:lnTo>
                    <a:pt x="55283" y="58458"/>
                  </a:lnTo>
                  <a:lnTo>
                    <a:pt x="57912" y="58293"/>
                  </a:lnTo>
                  <a:lnTo>
                    <a:pt x="58496" y="58089"/>
                  </a:lnTo>
                  <a:lnTo>
                    <a:pt x="58369" y="58788"/>
                  </a:lnTo>
                  <a:lnTo>
                    <a:pt x="58445" y="60312"/>
                  </a:lnTo>
                  <a:lnTo>
                    <a:pt x="58521" y="61849"/>
                  </a:lnTo>
                  <a:lnTo>
                    <a:pt x="58851" y="63068"/>
                  </a:lnTo>
                  <a:lnTo>
                    <a:pt x="59067" y="63068"/>
                  </a:lnTo>
                  <a:lnTo>
                    <a:pt x="59067" y="52222"/>
                  </a:lnTo>
                  <a:lnTo>
                    <a:pt x="59004" y="51993"/>
                  </a:lnTo>
                  <a:lnTo>
                    <a:pt x="62992" y="56642"/>
                  </a:lnTo>
                  <a:lnTo>
                    <a:pt x="62992" y="52273"/>
                  </a:lnTo>
                  <a:lnTo>
                    <a:pt x="49517" y="36537"/>
                  </a:lnTo>
                  <a:lnTo>
                    <a:pt x="49517" y="40932"/>
                  </a:lnTo>
                  <a:lnTo>
                    <a:pt x="49123" y="40830"/>
                  </a:lnTo>
                  <a:lnTo>
                    <a:pt x="46494" y="40995"/>
                  </a:lnTo>
                  <a:lnTo>
                    <a:pt x="45872" y="41236"/>
                  </a:lnTo>
                  <a:lnTo>
                    <a:pt x="46012" y="40513"/>
                  </a:lnTo>
                  <a:lnTo>
                    <a:pt x="45935" y="38976"/>
                  </a:lnTo>
                  <a:lnTo>
                    <a:pt x="45859" y="37452"/>
                  </a:lnTo>
                  <a:lnTo>
                    <a:pt x="45529" y="36271"/>
                  </a:lnTo>
                  <a:lnTo>
                    <a:pt x="49517" y="40932"/>
                  </a:lnTo>
                  <a:lnTo>
                    <a:pt x="49517" y="36537"/>
                  </a:lnTo>
                  <a:lnTo>
                    <a:pt x="49034" y="35966"/>
                  </a:lnTo>
                  <a:lnTo>
                    <a:pt x="45504" y="31864"/>
                  </a:lnTo>
                  <a:lnTo>
                    <a:pt x="45504" y="36233"/>
                  </a:lnTo>
                  <a:lnTo>
                    <a:pt x="45034" y="36258"/>
                  </a:lnTo>
                  <a:lnTo>
                    <a:pt x="45288" y="35966"/>
                  </a:lnTo>
                  <a:lnTo>
                    <a:pt x="45504" y="36233"/>
                  </a:lnTo>
                  <a:lnTo>
                    <a:pt x="45504" y="31864"/>
                  </a:lnTo>
                  <a:lnTo>
                    <a:pt x="45288" y="31610"/>
                  </a:lnTo>
                  <a:lnTo>
                    <a:pt x="31343" y="47866"/>
                  </a:lnTo>
                  <a:lnTo>
                    <a:pt x="31343" y="56769"/>
                  </a:lnTo>
                  <a:lnTo>
                    <a:pt x="30772" y="56616"/>
                  </a:lnTo>
                  <a:lnTo>
                    <a:pt x="29464" y="56705"/>
                  </a:lnTo>
                  <a:lnTo>
                    <a:pt x="28155" y="56781"/>
                  </a:lnTo>
                  <a:lnTo>
                    <a:pt x="27127" y="57175"/>
                  </a:lnTo>
                  <a:lnTo>
                    <a:pt x="27127" y="57975"/>
                  </a:lnTo>
                  <a:lnTo>
                    <a:pt x="26784" y="57556"/>
                  </a:lnTo>
                  <a:lnTo>
                    <a:pt x="27089" y="57200"/>
                  </a:lnTo>
                  <a:lnTo>
                    <a:pt x="27127" y="57975"/>
                  </a:lnTo>
                  <a:lnTo>
                    <a:pt x="27127" y="57175"/>
                  </a:lnTo>
                  <a:lnTo>
                    <a:pt x="31102" y="52514"/>
                  </a:lnTo>
                  <a:lnTo>
                    <a:pt x="31013" y="53022"/>
                  </a:lnTo>
                  <a:lnTo>
                    <a:pt x="31165" y="56083"/>
                  </a:lnTo>
                  <a:lnTo>
                    <a:pt x="31343" y="56769"/>
                  </a:lnTo>
                  <a:lnTo>
                    <a:pt x="31343" y="47866"/>
                  </a:lnTo>
                  <a:lnTo>
                    <a:pt x="24904" y="55372"/>
                  </a:lnTo>
                  <a:lnTo>
                    <a:pt x="23037" y="53200"/>
                  </a:lnTo>
                  <a:lnTo>
                    <a:pt x="23037" y="57556"/>
                  </a:lnTo>
                  <a:lnTo>
                    <a:pt x="18897" y="62382"/>
                  </a:lnTo>
                  <a:lnTo>
                    <a:pt x="19011" y="61772"/>
                  </a:lnTo>
                  <a:lnTo>
                    <a:pt x="18872" y="58699"/>
                  </a:lnTo>
                  <a:lnTo>
                    <a:pt x="18669" y="58026"/>
                  </a:lnTo>
                  <a:lnTo>
                    <a:pt x="19291" y="58166"/>
                  </a:lnTo>
                  <a:lnTo>
                    <a:pt x="20599" y="58077"/>
                  </a:lnTo>
                  <a:lnTo>
                    <a:pt x="21907" y="58000"/>
                  </a:lnTo>
                  <a:lnTo>
                    <a:pt x="22974" y="57607"/>
                  </a:lnTo>
                  <a:lnTo>
                    <a:pt x="22961" y="57480"/>
                  </a:lnTo>
                  <a:lnTo>
                    <a:pt x="23037" y="53200"/>
                  </a:lnTo>
                  <a:lnTo>
                    <a:pt x="22237" y="52260"/>
                  </a:lnTo>
                  <a:lnTo>
                    <a:pt x="22237" y="56642"/>
                  </a:lnTo>
                  <a:lnTo>
                    <a:pt x="21844" y="56540"/>
                  </a:lnTo>
                  <a:lnTo>
                    <a:pt x="19215" y="56705"/>
                  </a:lnTo>
                  <a:lnTo>
                    <a:pt x="18605" y="56946"/>
                  </a:lnTo>
                  <a:lnTo>
                    <a:pt x="18732" y="56222"/>
                  </a:lnTo>
                  <a:lnTo>
                    <a:pt x="18656" y="54698"/>
                  </a:lnTo>
                  <a:lnTo>
                    <a:pt x="18580" y="53162"/>
                  </a:lnTo>
                  <a:lnTo>
                    <a:pt x="18249" y="51993"/>
                  </a:lnTo>
                  <a:lnTo>
                    <a:pt x="22237" y="56642"/>
                  </a:lnTo>
                  <a:lnTo>
                    <a:pt x="22237" y="52260"/>
                  </a:lnTo>
                  <a:lnTo>
                    <a:pt x="8750" y="36525"/>
                  </a:lnTo>
                  <a:lnTo>
                    <a:pt x="8750" y="40932"/>
                  </a:lnTo>
                  <a:lnTo>
                    <a:pt x="8382" y="40830"/>
                  </a:lnTo>
                  <a:lnTo>
                    <a:pt x="5753" y="40995"/>
                  </a:lnTo>
                  <a:lnTo>
                    <a:pt x="5118" y="41236"/>
                  </a:lnTo>
                  <a:lnTo>
                    <a:pt x="5257" y="40513"/>
                  </a:lnTo>
                  <a:lnTo>
                    <a:pt x="5181" y="38976"/>
                  </a:lnTo>
                  <a:lnTo>
                    <a:pt x="5118" y="37452"/>
                  </a:lnTo>
                  <a:lnTo>
                    <a:pt x="4775" y="36271"/>
                  </a:lnTo>
                  <a:lnTo>
                    <a:pt x="8750" y="40932"/>
                  </a:lnTo>
                  <a:lnTo>
                    <a:pt x="8750" y="36525"/>
                  </a:lnTo>
                  <a:lnTo>
                    <a:pt x="8280" y="35966"/>
                  </a:lnTo>
                  <a:lnTo>
                    <a:pt x="4749" y="31864"/>
                  </a:lnTo>
                  <a:lnTo>
                    <a:pt x="4749" y="36233"/>
                  </a:lnTo>
                  <a:lnTo>
                    <a:pt x="4279" y="36258"/>
                  </a:lnTo>
                  <a:lnTo>
                    <a:pt x="4533" y="35966"/>
                  </a:lnTo>
                  <a:lnTo>
                    <a:pt x="4749" y="36233"/>
                  </a:lnTo>
                  <a:lnTo>
                    <a:pt x="4749" y="31864"/>
                  </a:lnTo>
                  <a:lnTo>
                    <a:pt x="4533" y="31610"/>
                  </a:lnTo>
                  <a:lnTo>
                    <a:pt x="12" y="36880"/>
                  </a:lnTo>
                  <a:lnTo>
                    <a:pt x="12" y="41249"/>
                  </a:lnTo>
                  <a:lnTo>
                    <a:pt x="4038" y="36550"/>
                  </a:lnTo>
                  <a:lnTo>
                    <a:pt x="3873" y="37528"/>
                  </a:lnTo>
                  <a:lnTo>
                    <a:pt x="4013" y="40589"/>
                  </a:lnTo>
                  <a:lnTo>
                    <a:pt x="4191" y="41275"/>
                  </a:lnTo>
                  <a:lnTo>
                    <a:pt x="3619" y="41122"/>
                  </a:lnTo>
                  <a:lnTo>
                    <a:pt x="1003" y="41300"/>
                  </a:lnTo>
                  <a:lnTo>
                    <a:pt x="12" y="41656"/>
                  </a:lnTo>
                  <a:lnTo>
                    <a:pt x="12" y="42494"/>
                  </a:lnTo>
                  <a:lnTo>
                    <a:pt x="1066" y="42748"/>
                  </a:lnTo>
                  <a:lnTo>
                    <a:pt x="3695" y="42583"/>
                  </a:lnTo>
                  <a:lnTo>
                    <a:pt x="4267" y="42367"/>
                  </a:lnTo>
                  <a:lnTo>
                    <a:pt x="4152" y="43078"/>
                  </a:lnTo>
                  <a:lnTo>
                    <a:pt x="4229" y="44602"/>
                  </a:lnTo>
                  <a:lnTo>
                    <a:pt x="4292" y="46126"/>
                  </a:lnTo>
                  <a:lnTo>
                    <a:pt x="4635" y="47358"/>
                  </a:lnTo>
                  <a:lnTo>
                    <a:pt x="5321" y="47307"/>
                  </a:lnTo>
                  <a:lnTo>
                    <a:pt x="5549" y="46050"/>
                  </a:lnTo>
                  <a:lnTo>
                    <a:pt x="5397" y="42989"/>
                  </a:lnTo>
                  <a:lnTo>
                    <a:pt x="5207" y="42316"/>
                  </a:lnTo>
                  <a:lnTo>
                    <a:pt x="5816" y="42456"/>
                  </a:lnTo>
                  <a:lnTo>
                    <a:pt x="7124" y="42367"/>
                  </a:lnTo>
                  <a:lnTo>
                    <a:pt x="8445" y="42278"/>
                  </a:lnTo>
                  <a:lnTo>
                    <a:pt x="9499" y="41897"/>
                  </a:lnTo>
                  <a:lnTo>
                    <a:pt x="18224" y="51955"/>
                  </a:lnTo>
                  <a:lnTo>
                    <a:pt x="17564" y="51981"/>
                  </a:lnTo>
                  <a:lnTo>
                    <a:pt x="17335" y="53238"/>
                  </a:lnTo>
                  <a:lnTo>
                    <a:pt x="17487" y="56299"/>
                  </a:lnTo>
                  <a:lnTo>
                    <a:pt x="17665" y="56984"/>
                  </a:lnTo>
                  <a:lnTo>
                    <a:pt x="17094" y="56845"/>
                  </a:lnTo>
                  <a:lnTo>
                    <a:pt x="15786" y="56921"/>
                  </a:lnTo>
                  <a:lnTo>
                    <a:pt x="14478" y="57010"/>
                  </a:lnTo>
                  <a:lnTo>
                    <a:pt x="13411" y="57391"/>
                  </a:lnTo>
                  <a:lnTo>
                    <a:pt x="13462" y="58204"/>
                  </a:lnTo>
                  <a:lnTo>
                    <a:pt x="14528" y="58458"/>
                  </a:lnTo>
                  <a:lnTo>
                    <a:pt x="17157" y="58293"/>
                  </a:lnTo>
                  <a:lnTo>
                    <a:pt x="17741" y="58089"/>
                  </a:lnTo>
                  <a:lnTo>
                    <a:pt x="17627" y="58788"/>
                  </a:lnTo>
                  <a:lnTo>
                    <a:pt x="17691" y="60312"/>
                  </a:lnTo>
                  <a:lnTo>
                    <a:pt x="17767" y="61849"/>
                  </a:lnTo>
                  <a:lnTo>
                    <a:pt x="18110" y="63068"/>
                  </a:lnTo>
                  <a:lnTo>
                    <a:pt x="18313" y="63068"/>
                  </a:lnTo>
                  <a:lnTo>
                    <a:pt x="4533" y="79133"/>
                  </a:lnTo>
                  <a:lnTo>
                    <a:pt x="0" y="73850"/>
                  </a:lnTo>
                  <a:lnTo>
                    <a:pt x="0" y="78219"/>
                  </a:lnTo>
                  <a:lnTo>
                    <a:pt x="4533" y="83502"/>
                  </a:lnTo>
                  <a:lnTo>
                    <a:pt x="8280" y="79133"/>
                  </a:lnTo>
                  <a:lnTo>
                    <a:pt x="24904" y="59740"/>
                  </a:lnTo>
                  <a:lnTo>
                    <a:pt x="45288" y="83502"/>
                  </a:lnTo>
                  <a:lnTo>
                    <a:pt x="49034" y="79133"/>
                  </a:lnTo>
                  <a:lnTo>
                    <a:pt x="66243" y="59067"/>
                  </a:lnTo>
                  <a:lnTo>
                    <a:pt x="87210" y="83502"/>
                  </a:lnTo>
                  <a:lnTo>
                    <a:pt x="90957" y="79133"/>
                  </a:lnTo>
                  <a:lnTo>
                    <a:pt x="109461" y="57556"/>
                  </a:lnTo>
                  <a:close/>
                </a:path>
                <a:path w="118109" h="83820">
                  <a:moveTo>
                    <a:pt x="117665" y="11366"/>
                  </a:moveTo>
                  <a:lnTo>
                    <a:pt x="111658" y="4368"/>
                  </a:lnTo>
                  <a:lnTo>
                    <a:pt x="107924" y="0"/>
                  </a:lnTo>
                  <a:lnTo>
                    <a:pt x="93967" y="16281"/>
                  </a:lnTo>
                  <a:lnTo>
                    <a:pt x="93967" y="25158"/>
                  </a:lnTo>
                  <a:lnTo>
                    <a:pt x="93395" y="25006"/>
                  </a:lnTo>
                  <a:lnTo>
                    <a:pt x="92087" y="25095"/>
                  </a:lnTo>
                  <a:lnTo>
                    <a:pt x="90779" y="25184"/>
                  </a:lnTo>
                  <a:lnTo>
                    <a:pt x="89750" y="25565"/>
                  </a:lnTo>
                  <a:lnTo>
                    <a:pt x="89750" y="26352"/>
                  </a:lnTo>
                  <a:lnTo>
                    <a:pt x="89420" y="25946"/>
                  </a:lnTo>
                  <a:lnTo>
                    <a:pt x="89725" y="25590"/>
                  </a:lnTo>
                  <a:lnTo>
                    <a:pt x="89750" y="26352"/>
                  </a:lnTo>
                  <a:lnTo>
                    <a:pt x="89750" y="25565"/>
                  </a:lnTo>
                  <a:lnTo>
                    <a:pt x="93726" y="20916"/>
                  </a:lnTo>
                  <a:lnTo>
                    <a:pt x="93649" y="21412"/>
                  </a:lnTo>
                  <a:lnTo>
                    <a:pt x="93789" y="24472"/>
                  </a:lnTo>
                  <a:lnTo>
                    <a:pt x="93967" y="25158"/>
                  </a:lnTo>
                  <a:lnTo>
                    <a:pt x="93967" y="16281"/>
                  </a:lnTo>
                  <a:lnTo>
                    <a:pt x="87223" y="24142"/>
                  </a:lnTo>
                  <a:lnTo>
                    <a:pt x="85039" y="21602"/>
                  </a:lnTo>
                  <a:lnTo>
                    <a:pt x="85039" y="25946"/>
                  </a:lnTo>
                  <a:lnTo>
                    <a:pt x="80899" y="30772"/>
                  </a:lnTo>
                  <a:lnTo>
                    <a:pt x="81013" y="30162"/>
                  </a:lnTo>
                  <a:lnTo>
                    <a:pt x="80860" y="27089"/>
                  </a:lnTo>
                  <a:lnTo>
                    <a:pt x="80670" y="26416"/>
                  </a:lnTo>
                  <a:lnTo>
                    <a:pt x="81280" y="26555"/>
                  </a:lnTo>
                  <a:lnTo>
                    <a:pt x="82588" y="26466"/>
                  </a:lnTo>
                  <a:lnTo>
                    <a:pt x="83908" y="26390"/>
                  </a:lnTo>
                  <a:lnTo>
                    <a:pt x="84963" y="25996"/>
                  </a:lnTo>
                  <a:lnTo>
                    <a:pt x="84950" y="25857"/>
                  </a:lnTo>
                  <a:lnTo>
                    <a:pt x="85039" y="21602"/>
                  </a:lnTo>
                  <a:lnTo>
                    <a:pt x="84251" y="20675"/>
                  </a:lnTo>
                  <a:lnTo>
                    <a:pt x="84251" y="25031"/>
                  </a:lnTo>
                  <a:lnTo>
                    <a:pt x="83845" y="24930"/>
                  </a:lnTo>
                  <a:lnTo>
                    <a:pt x="81216" y="25095"/>
                  </a:lnTo>
                  <a:lnTo>
                    <a:pt x="80581" y="25336"/>
                  </a:lnTo>
                  <a:lnTo>
                    <a:pt x="80721" y="24612"/>
                  </a:lnTo>
                  <a:lnTo>
                    <a:pt x="80657" y="23088"/>
                  </a:lnTo>
                  <a:lnTo>
                    <a:pt x="80581" y="21551"/>
                  </a:lnTo>
                  <a:lnTo>
                    <a:pt x="80314" y="20624"/>
                  </a:lnTo>
                  <a:lnTo>
                    <a:pt x="80314" y="31457"/>
                  </a:lnTo>
                  <a:lnTo>
                    <a:pt x="66535" y="47523"/>
                  </a:lnTo>
                  <a:lnTo>
                    <a:pt x="61747" y="41960"/>
                  </a:lnTo>
                  <a:lnTo>
                    <a:pt x="62801" y="42202"/>
                  </a:lnTo>
                  <a:lnTo>
                    <a:pt x="65430" y="42037"/>
                  </a:lnTo>
                  <a:lnTo>
                    <a:pt x="66014" y="41821"/>
                  </a:lnTo>
                  <a:lnTo>
                    <a:pt x="65887" y="42519"/>
                  </a:lnTo>
                  <a:lnTo>
                    <a:pt x="65963" y="44056"/>
                  </a:lnTo>
                  <a:lnTo>
                    <a:pt x="66040" y="45580"/>
                  </a:lnTo>
                  <a:lnTo>
                    <a:pt x="66370" y="46812"/>
                  </a:lnTo>
                  <a:lnTo>
                    <a:pt x="67056" y="46761"/>
                  </a:lnTo>
                  <a:lnTo>
                    <a:pt x="67284" y="45504"/>
                  </a:lnTo>
                  <a:lnTo>
                    <a:pt x="67132" y="42443"/>
                  </a:lnTo>
                  <a:lnTo>
                    <a:pt x="66941" y="41757"/>
                  </a:lnTo>
                  <a:lnTo>
                    <a:pt x="67564" y="41897"/>
                  </a:lnTo>
                  <a:lnTo>
                    <a:pt x="68872" y="41821"/>
                  </a:lnTo>
                  <a:lnTo>
                    <a:pt x="70180" y="41732"/>
                  </a:lnTo>
                  <a:lnTo>
                    <a:pt x="71234" y="41351"/>
                  </a:lnTo>
                  <a:lnTo>
                    <a:pt x="71196" y="40538"/>
                  </a:lnTo>
                  <a:lnTo>
                    <a:pt x="70116" y="40284"/>
                  </a:lnTo>
                  <a:lnTo>
                    <a:pt x="67487" y="40449"/>
                  </a:lnTo>
                  <a:lnTo>
                    <a:pt x="66865" y="40678"/>
                  </a:lnTo>
                  <a:lnTo>
                    <a:pt x="66992" y="39966"/>
                  </a:lnTo>
                  <a:lnTo>
                    <a:pt x="66929" y="38430"/>
                  </a:lnTo>
                  <a:lnTo>
                    <a:pt x="66852" y="36906"/>
                  </a:lnTo>
                  <a:lnTo>
                    <a:pt x="66509" y="35674"/>
                  </a:lnTo>
                  <a:lnTo>
                    <a:pt x="65824" y="35725"/>
                  </a:lnTo>
                  <a:lnTo>
                    <a:pt x="65608" y="36982"/>
                  </a:lnTo>
                  <a:lnTo>
                    <a:pt x="65747" y="40043"/>
                  </a:lnTo>
                  <a:lnTo>
                    <a:pt x="65925" y="40728"/>
                  </a:lnTo>
                  <a:lnTo>
                    <a:pt x="65354" y="40576"/>
                  </a:lnTo>
                  <a:lnTo>
                    <a:pt x="64046" y="40665"/>
                  </a:lnTo>
                  <a:lnTo>
                    <a:pt x="62738" y="40754"/>
                  </a:lnTo>
                  <a:lnTo>
                    <a:pt x="61683" y="41135"/>
                  </a:lnTo>
                  <a:lnTo>
                    <a:pt x="61709" y="41922"/>
                  </a:lnTo>
                  <a:lnTo>
                    <a:pt x="48399" y="26390"/>
                  </a:lnTo>
                  <a:lnTo>
                    <a:pt x="49453" y="26631"/>
                  </a:lnTo>
                  <a:lnTo>
                    <a:pt x="52082" y="26466"/>
                  </a:lnTo>
                  <a:lnTo>
                    <a:pt x="52666" y="26263"/>
                  </a:lnTo>
                  <a:lnTo>
                    <a:pt x="52539" y="26962"/>
                  </a:lnTo>
                  <a:lnTo>
                    <a:pt x="52616" y="28486"/>
                  </a:lnTo>
                  <a:lnTo>
                    <a:pt x="52692" y="30010"/>
                  </a:lnTo>
                  <a:lnTo>
                    <a:pt x="53022" y="31242"/>
                  </a:lnTo>
                  <a:lnTo>
                    <a:pt x="53721" y="31203"/>
                  </a:lnTo>
                  <a:lnTo>
                    <a:pt x="53936" y="29946"/>
                  </a:lnTo>
                  <a:lnTo>
                    <a:pt x="53784" y="26873"/>
                  </a:lnTo>
                  <a:lnTo>
                    <a:pt x="53594" y="26200"/>
                  </a:lnTo>
                  <a:lnTo>
                    <a:pt x="54216" y="26339"/>
                  </a:lnTo>
                  <a:lnTo>
                    <a:pt x="55524" y="26250"/>
                  </a:lnTo>
                  <a:lnTo>
                    <a:pt x="56832" y="26162"/>
                  </a:lnTo>
                  <a:lnTo>
                    <a:pt x="57873" y="25781"/>
                  </a:lnTo>
                  <a:lnTo>
                    <a:pt x="57873" y="25374"/>
                  </a:lnTo>
                  <a:lnTo>
                    <a:pt x="57848" y="24968"/>
                  </a:lnTo>
                  <a:lnTo>
                    <a:pt x="56769" y="24714"/>
                  </a:lnTo>
                  <a:lnTo>
                    <a:pt x="54140" y="24879"/>
                  </a:lnTo>
                  <a:lnTo>
                    <a:pt x="53517" y="25120"/>
                  </a:lnTo>
                  <a:lnTo>
                    <a:pt x="53657" y="24396"/>
                  </a:lnTo>
                  <a:lnTo>
                    <a:pt x="53581" y="22860"/>
                  </a:lnTo>
                  <a:lnTo>
                    <a:pt x="53505" y="21336"/>
                  </a:lnTo>
                  <a:lnTo>
                    <a:pt x="53174" y="20116"/>
                  </a:lnTo>
                  <a:lnTo>
                    <a:pt x="53022" y="20129"/>
                  </a:lnTo>
                  <a:lnTo>
                    <a:pt x="66027" y="4953"/>
                  </a:lnTo>
                  <a:lnTo>
                    <a:pt x="65862" y="5918"/>
                  </a:lnTo>
                  <a:lnTo>
                    <a:pt x="66001" y="8978"/>
                  </a:lnTo>
                  <a:lnTo>
                    <a:pt x="66179" y="9664"/>
                  </a:lnTo>
                  <a:lnTo>
                    <a:pt x="65608" y="9525"/>
                  </a:lnTo>
                  <a:lnTo>
                    <a:pt x="64300" y="9601"/>
                  </a:lnTo>
                  <a:lnTo>
                    <a:pt x="62992" y="9690"/>
                  </a:lnTo>
                  <a:lnTo>
                    <a:pt x="61937" y="10071"/>
                  </a:lnTo>
                  <a:lnTo>
                    <a:pt x="61976" y="10883"/>
                  </a:lnTo>
                  <a:lnTo>
                    <a:pt x="63055" y="11137"/>
                  </a:lnTo>
                  <a:lnTo>
                    <a:pt x="65684" y="10972"/>
                  </a:lnTo>
                  <a:lnTo>
                    <a:pt x="66268" y="10769"/>
                  </a:lnTo>
                  <a:lnTo>
                    <a:pt x="66141" y="11468"/>
                  </a:lnTo>
                  <a:lnTo>
                    <a:pt x="66217" y="12992"/>
                  </a:lnTo>
                  <a:lnTo>
                    <a:pt x="66294" y="14516"/>
                  </a:lnTo>
                  <a:lnTo>
                    <a:pt x="66624" y="15748"/>
                  </a:lnTo>
                  <a:lnTo>
                    <a:pt x="67322" y="15709"/>
                  </a:lnTo>
                  <a:lnTo>
                    <a:pt x="67538" y="14452"/>
                  </a:lnTo>
                  <a:lnTo>
                    <a:pt x="67386" y="11379"/>
                  </a:lnTo>
                  <a:lnTo>
                    <a:pt x="67195" y="10693"/>
                  </a:lnTo>
                  <a:lnTo>
                    <a:pt x="67818" y="10845"/>
                  </a:lnTo>
                  <a:lnTo>
                    <a:pt x="69126" y="10756"/>
                  </a:lnTo>
                  <a:lnTo>
                    <a:pt x="70434" y="10680"/>
                  </a:lnTo>
                  <a:lnTo>
                    <a:pt x="71488" y="10287"/>
                  </a:lnTo>
                  <a:lnTo>
                    <a:pt x="71475" y="10160"/>
                  </a:lnTo>
                  <a:lnTo>
                    <a:pt x="80225" y="20345"/>
                  </a:lnTo>
                  <a:lnTo>
                    <a:pt x="79552" y="20370"/>
                  </a:lnTo>
                  <a:lnTo>
                    <a:pt x="79336" y="21628"/>
                  </a:lnTo>
                  <a:lnTo>
                    <a:pt x="79476" y="24701"/>
                  </a:lnTo>
                  <a:lnTo>
                    <a:pt x="79654" y="25387"/>
                  </a:lnTo>
                  <a:lnTo>
                    <a:pt x="79082" y="25234"/>
                  </a:lnTo>
                  <a:lnTo>
                    <a:pt x="77774" y="25323"/>
                  </a:lnTo>
                  <a:lnTo>
                    <a:pt x="76466" y="25400"/>
                  </a:lnTo>
                  <a:lnTo>
                    <a:pt x="75412" y="25793"/>
                  </a:lnTo>
                  <a:lnTo>
                    <a:pt x="75450" y="26593"/>
                  </a:lnTo>
                  <a:lnTo>
                    <a:pt x="76530" y="26860"/>
                  </a:lnTo>
                  <a:lnTo>
                    <a:pt x="79159" y="26695"/>
                  </a:lnTo>
                  <a:lnTo>
                    <a:pt x="79730" y="26479"/>
                  </a:lnTo>
                  <a:lnTo>
                    <a:pt x="79616" y="27178"/>
                  </a:lnTo>
                  <a:lnTo>
                    <a:pt x="79692" y="28702"/>
                  </a:lnTo>
                  <a:lnTo>
                    <a:pt x="79756" y="30238"/>
                  </a:lnTo>
                  <a:lnTo>
                    <a:pt x="80098" y="31457"/>
                  </a:lnTo>
                  <a:lnTo>
                    <a:pt x="80314" y="31457"/>
                  </a:lnTo>
                  <a:lnTo>
                    <a:pt x="80314" y="20624"/>
                  </a:lnTo>
                  <a:lnTo>
                    <a:pt x="80238" y="20358"/>
                  </a:lnTo>
                  <a:lnTo>
                    <a:pt x="84251" y="25031"/>
                  </a:lnTo>
                  <a:lnTo>
                    <a:pt x="84251" y="20675"/>
                  </a:lnTo>
                  <a:lnTo>
                    <a:pt x="70751" y="4927"/>
                  </a:lnTo>
                  <a:lnTo>
                    <a:pt x="70751" y="9321"/>
                  </a:lnTo>
                  <a:lnTo>
                    <a:pt x="70370" y="9220"/>
                  </a:lnTo>
                  <a:lnTo>
                    <a:pt x="67741" y="9385"/>
                  </a:lnTo>
                  <a:lnTo>
                    <a:pt x="67119" y="9626"/>
                  </a:lnTo>
                  <a:lnTo>
                    <a:pt x="67246" y="8902"/>
                  </a:lnTo>
                  <a:lnTo>
                    <a:pt x="67183" y="7366"/>
                  </a:lnTo>
                  <a:lnTo>
                    <a:pt x="67106" y="5842"/>
                  </a:lnTo>
                  <a:lnTo>
                    <a:pt x="66776" y="4673"/>
                  </a:lnTo>
                  <a:lnTo>
                    <a:pt x="70751" y="9321"/>
                  </a:lnTo>
                  <a:lnTo>
                    <a:pt x="70751" y="4927"/>
                  </a:lnTo>
                  <a:lnTo>
                    <a:pt x="70281" y="4368"/>
                  </a:lnTo>
                  <a:lnTo>
                    <a:pt x="66751" y="254"/>
                  </a:lnTo>
                  <a:lnTo>
                    <a:pt x="66751" y="4635"/>
                  </a:lnTo>
                  <a:lnTo>
                    <a:pt x="66294" y="4660"/>
                  </a:lnTo>
                  <a:lnTo>
                    <a:pt x="66535" y="4368"/>
                  </a:lnTo>
                  <a:lnTo>
                    <a:pt x="66751" y="4635"/>
                  </a:lnTo>
                  <a:lnTo>
                    <a:pt x="66751" y="254"/>
                  </a:lnTo>
                  <a:lnTo>
                    <a:pt x="66535" y="0"/>
                  </a:lnTo>
                  <a:lnTo>
                    <a:pt x="52590" y="16268"/>
                  </a:lnTo>
                  <a:lnTo>
                    <a:pt x="52590" y="25158"/>
                  </a:lnTo>
                  <a:lnTo>
                    <a:pt x="52006" y="25006"/>
                  </a:lnTo>
                  <a:lnTo>
                    <a:pt x="50698" y="25095"/>
                  </a:lnTo>
                  <a:lnTo>
                    <a:pt x="49390" y="25184"/>
                  </a:lnTo>
                  <a:lnTo>
                    <a:pt x="48361" y="25565"/>
                  </a:lnTo>
                  <a:lnTo>
                    <a:pt x="48361" y="26352"/>
                  </a:lnTo>
                  <a:lnTo>
                    <a:pt x="48031" y="25946"/>
                  </a:lnTo>
                  <a:lnTo>
                    <a:pt x="48336" y="25590"/>
                  </a:lnTo>
                  <a:lnTo>
                    <a:pt x="48361" y="26352"/>
                  </a:lnTo>
                  <a:lnTo>
                    <a:pt x="48361" y="25565"/>
                  </a:lnTo>
                  <a:lnTo>
                    <a:pt x="52336" y="20916"/>
                  </a:lnTo>
                  <a:lnTo>
                    <a:pt x="52260" y="21412"/>
                  </a:lnTo>
                  <a:lnTo>
                    <a:pt x="52412" y="24472"/>
                  </a:lnTo>
                  <a:lnTo>
                    <a:pt x="52590" y="25158"/>
                  </a:lnTo>
                  <a:lnTo>
                    <a:pt x="52590" y="16268"/>
                  </a:lnTo>
                  <a:lnTo>
                    <a:pt x="44284" y="25946"/>
                  </a:lnTo>
                  <a:lnTo>
                    <a:pt x="66535" y="51892"/>
                  </a:lnTo>
                  <a:lnTo>
                    <a:pt x="70281" y="47523"/>
                  </a:lnTo>
                  <a:lnTo>
                    <a:pt x="87223" y="27762"/>
                  </a:lnTo>
                  <a:lnTo>
                    <a:pt x="107924" y="51892"/>
                  </a:lnTo>
                  <a:lnTo>
                    <a:pt x="111658" y="47523"/>
                  </a:lnTo>
                  <a:lnTo>
                    <a:pt x="117665" y="40525"/>
                  </a:lnTo>
                  <a:lnTo>
                    <a:pt x="117665" y="36156"/>
                  </a:lnTo>
                  <a:lnTo>
                    <a:pt x="107924" y="47523"/>
                  </a:lnTo>
                  <a:lnTo>
                    <a:pt x="103136" y="41960"/>
                  </a:lnTo>
                  <a:lnTo>
                    <a:pt x="104190" y="42202"/>
                  </a:lnTo>
                  <a:lnTo>
                    <a:pt x="106819" y="42037"/>
                  </a:lnTo>
                  <a:lnTo>
                    <a:pt x="107861" y="41643"/>
                  </a:lnTo>
                  <a:lnTo>
                    <a:pt x="107835" y="41249"/>
                  </a:lnTo>
                  <a:lnTo>
                    <a:pt x="108153" y="41211"/>
                  </a:lnTo>
                  <a:lnTo>
                    <a:pt x="108381" y="39966"/>
                  </a:lnTo>
                  <a:lnTo>
                    <a:pt x="108318" y="38430"/>
                  </a:lnTo>
                  <a:lnTo>
                    <a:pt x="108242" y="36906"/>
                  </a:lnTo>
                  <a:lnTo>
                    <a:pt x="107899" y="35674"/>
                  </a:lnTo>
                  <a:lnTo>
                    <a:pt x="107213" y="35725"/>
                  </a:lnTo>
                  <a:lnTo>
                    <a:pt x="106997" y="36982"/>
                  </a:lnTo>
                  <a:lnTo>
                    <a:pt x="107137" y="40043"/>
                  </a:lnTo>
                  <a:lnTo>
                    <a:pt x="107315" y="40728"/>
                  </a:lnTo>
                  <a:lnTo>
                    <a:pt x="106743" y="40576"/>
                  </a:lnTo>
                  <a:lnTo>
                    <a:pt x="105435" y="40665"/>
                  </a:lnTo>
                  <a:lnTo>
                    <a:pt x="104127" y="40754"/>
                  </a:lnTo>
                  <a:lnTo>
                    <a:pt x="103073" y="41135"/>
                  </a:lnTo>
                  <a:lnTo>
                    <a:pt x="103098" y="41922"/>
                  </a:lnTo>
                  <a:lnTo>
                    <a:pt x="89789" y="26390"/>
                  </a:lnTo>
                  <a:lnTo>
                    <a:pt x="90843" y="26631"/>
                  </a:lnTo>
                  <a:lnTo>
                    <a:pt x="93472" y="26466"/>
                  </a:lnTo>
                  <a:lnTo>
                    <a:pt x="94056" y="26263"/>
                  </a:lnTo>
                  <a:lnTo>
                    <a:pt x="93929" y="26962"/>
                  </a:lnTo>
                  <a:lnTo>
                    <a:pt x="94005" y="28486"/>
                  </a:lnTo>
                  <a:lnTo>
                    <a:pt x="94081" y="30010"/>
                  </a:lnTo>
                  <a:lnTo>
                    <a:pt x="94411" y="31242"/>
                  </a:lnTo>
                  <a:lnTo>
                    <a:pt x="95097" y="31203"/>
                  </a:lnTo>
                  <a:lnTo>
                    <a:pt x="95326" y="29946"/>
                  </a:lnTo>
                  <a:lnTo>
                    <a:pt x="95173" y="26873"/>
                  </a:lnTo>
                  <a:lnTo>
                    <a:pt x="94983" y="26187"/>
                  </a:lnTo>
                  <a:lnTo>
                    <a:pt x="95605" y="26339"/>
                  </a:lnTo>
                  <a:lnTo>
                    <a:pt x="96913" y="26250"/>
                  </a:lnTo>
                  <a:lnTo>
                    <a:pt x="98221" y="26162"/>
                  </a:lnTo>
                  <a:lnTo>
                    <a:pt x="99275" y="25781"/>
                  </a:lnTo>
                  <a:lnTo>
                    <a:pt x="99237" y="24968"/>
                  </a:lnTo>
                  <a:lnTo>
                    <a:pt x="98158" y="24714"/>
                  </a:lnTo>
                  <a:lnTo>
                    <a:pt x="95529" y="24879"/>
                  </a:lnTo>
                  <a:lnTo>
                    <a:pt x="94907" y="25120"/>
                  </a:lnTo>
                  <a:lnTo>
                    <a:pt x="95034" y="24396"/>
                  </a:lnTo>
                  <a:lnTo>
                    <a:pt x="94970" y="22860"/>
                  </a:lnTo>
                  <a:lnTo>
                    <a:pt x="94894" y="21336"/>
                  </a:lnTo>
                  <a:lnTo>
                    <a:pt x="94564" y="20116"/>
                  </a:lnTo>
                  <a:lnTo>
                    <a:pt x="94411" y="20129"/>
                  </a:lnTo>
                  <a:lnTo>
                    <a:pt x="107924" y="4368"/>
                  </a:lnTo>
                  <a:lnTo>
                    <a:pt x="117665" y="15735"/>
                  </a:lnTo>
                  <a:lnTo>
                    <a:pt x="117665" y="11366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11722532" y="7195280"/>
              <a:ext cx="118110" cy="272415"/>
            </a:xfrm>
            <a:custGeom>
              <a:avLst/>
              <a:gdLst/>
              <a:ahLst/>
              <a:cxnLst/>
              <a:rect l="l" t="t" r="r" b="b"/>
              <a:pathLst>
                <a:path w="118109" h="272415">
                  <a:moveTo>
                    <a:pt x="9283" y="261721"/>
                  </a:moveTo>
                  <a:lnTo>
                    <a:pt x="9232" y="260921"/>
                  </a:lnTo>
                  <a:lnTo>
                    <a:pt x="8166" y="260654"/>
                  </a:lnTo>
                  <a:lnTo>
                    <a:pt x="5537" y="260832"/>
                  </a:lnTo>
                  <a:lnTo>
                    <a:pt x="4914" y="261061"/>
                  </a:lnTo>
                  <a:lnTo>
                    <a:pt x="5041" y="260337"/>
                  </a:lnTo>
                  <a:lnTo>
                    <a:pt x="4965" y="258813"/>
                  </a:lnTo>
                  <a:lnTo>
                    <a:pt x="4902" y="257276"/>
                  </a:lnTo>
                  <a:lnTo>
                    <a:pt x="4559" y="256057"/>
                  </a:lnTo>
                  <a:lnTo>
                    <a:pt x="3886" y="256095"/>
                  </a:lnTo>
                  <a:lnTo>
                    <a:pt x="3644" y="257352"/>
                  </a:lnTo>
                  <a:lnTo>
                    <a:pt x="3797" y="260426"/>
                  </a:lnTo>
                  <a:lnTo>
                    <a:pt x="3975" y="261112"/>
                  </a:lnTo>
                  <a:lnTo>
                    <a:pt x="3403" y="260959"/>
                  </a:lnTo>
                  <a:lnTo>
                    <a:pt x="787" y="261124"/>
                  </a:lnTo>
                  <a:lnTo>
                    <a:pt x="0" y="261416"/>
                  </a:lnTo>
                  <a:lnTo>
                    <a:pt x="0" y="262382"/>
                  </a:lnTo>
                  <a:lnTo>
                    <a:pt x="850" y="262585"/>
                  </a:lnTo>
                  <a:lnTo>
                    <a:pt x="3479" y="262420"/>
                  </a:lnTo>
                  <a:lnTo>
                    <a:pt x="4051" y="262204"/>
                  </a:lnTo>
                  <a:lnTo>
                    <a:pt x="3937" y="262902"/>
                  </a:lnTo>
                  <a:lnTo>
                    <a:pt x="4013" y="264426"/>
                  </a:lnTo>
                  <a:lnTo>
                    <a:pt x="4076" y="265963"/>
                  </a:lnTo>
                  <a:lnTo>
                    <a:pt x="4419" y="267182"/>
                  </a:lnTo>
                  <a:lnTo>
                    <a:pt x="5092" y="267144"/>
                  </a:lnTo>
                  <a:lnTo>
                    <a:pt x="5334" y="265887"/>
                  </a:lnTo>
                  <a:lnTo>
                    <a:pt x="5181" y="262826"/>
                  </a:lnTo>
                  <a:lnTo>
                    <a:pt x="4991" y="262140"/>
                  </a:lnTo>
                  <a:lnTo>
                    <a:pt x="5600" y="262280"/>
                  </a:lnTo>
                  <a:lnTo>
                    <a:pt x="6908" y="262204"/>
                  </a:lnTo>
                  <a:lnTo>
                    <a:pt x="8216" y="262115"/>
                  </a:lnTo>
                  <a:lnTo>
                    <a:pt x="9283" y="261721"/>
                  </a:lnTo>
                  <a:close/>
                </a:path>
                <a:path w="118109" h="272415">
                  <a:moveTo>
                    <a:pt x="47434" y="214718"/>
                  </a:moveTo>
                  <a:lnTo>
                    <a:pt x="43688" y="210362"/>
                  </a:lnTo>
                  <a:lnTo>
                    <a:pt x="43688" y="214718"/>
                  </a:lnTo>
                  <a:lnTo>
                    <a:pt x="39547" y="219544"/>
                  </a:lnTo>
                  <a:lnTo>
                    <a:pt x="39662" y="218935"/>
                  </a:lnTo>
                  <a:lnTo>
                    <a:pt x="39509" y="215861"/>
                  </a:lnTo>
                  <a:lnTo>
                    <a:pt x="39319" y="215188"/>
                  </a:lnTo>
                  <a:lnTo>
                    <a:pt x="39941" y="215328"/>
                  </a:lnTo>
                  <a:lnTo>
                    <a:pt x="41249" y="215239"/>
                  </a:lnTo>
                  <a:lnTo>
                    <a:pt x="42557" y="215163"/>
                  </a:lnTo>
                  <a:lnTo>
                    <a:pt x="43611" y="214769"/>
                  </a:lnTo>
                  <a:lnTo>
                    <a:pt x="43599" y="214630"/>
                  </a:lnTo>
                  <a:lnTo>
                    <a:pt x="43688" y="210362"/>
                  </a:lnTo>
                  <a:lnTo>
                    <a:pt x="42900" y="209435"/>
                  </a:lnTo>
                  <a:lnTo>
                    <a:pt x="42900" y="213804"/>
                  </a:lnTo>
                  <a:lnTo>
                    <a:pt x="42494" y="213702"/>
                  </a:lnTo>
                  <a:lnTo>
                    <a:pt x="39865" y="213868"/>
                  </a:lnTo>
                  <a:lnTo>
                    <a:pt x="39243" y="214109"/>
                  </a:lnTo>
                  <a:lnTo>
                    <a:pt x="39370" y="213385"/>
                  </a:lnTo>
                  <a:lnTo>
                    <a:pt x="39306" y="211861"/>
                  </a:lnTo>
                  <a:lnTo>
                    <a:pt x="39230" y="210324"/>
                  </a:lnTo>
                  <a:lnTo>
                    <a:pt x="38963" y="209397"/>
                  </a:lnTo>
                  <a:lnTo>
                    <a:pt x="38963" y="220230"/>
                  </a:lnTo>
                  <a:lnTo>
                    <a:pt x="25184" y="236296"/>
                  </a:lnTo>
                  <a:lnTo>
                    <a:pt x="20383" y="230720"/>
                  </a:lnTo>
                  <a:lnTo>
                    <a:pt x="21450" y="230974"/>
                  </a:lnTo>
                  <a:lnTo>
                    <a:pt x="24079" y="230809"/>
                  </a:lnTo>
                  <a:lnTo>
                    <a:pt x="24663" y="230593"/>
                  </a:lnTo>
                  <a:lnTo>
                    <a:pt x="24536" y="231292"/>
                  </a:lnTo>
                  <a:lnTo>
                    <a:pt x="24612" y="232829"/>
                  </a:lnTo>
                  <a:lnTo>
                    <a:pt x="24688" y="234353"/>
                  </a:lnTo>
                  <a:lnTo>
                    <a:pt x="25019" y="235572"/>
                  </a:lnTo>
                  <a:lnTo>
                    <a:pt x="25717" y="235534"/>
                  </a:lnTo>
                  <a:lnTo>
                    <a:pt x="25933" y="234276"/>
                  </a:lnTo>
                  <a:lnTo>
                    <a:pt x="25781" y="231216"/>
                  </a:lnTo>
                  <a:lnTo>
                    <a:pt x="25590" y="230530"/>
                  </a:lnTo>
                  <a:lnTo>
                    <a:pt x="26212" y="230670"/>
                  </a:lnTo>
                  <a:lnTo>
                    <a:pt x="27520" y="230593"/>
                  </a:lnTo>
                  <a:lnTo>
                    <a:pt x="28829" y="230505"/>
                  </a:lnTo>
                  <a:lnTo>
                    <a:pt x="29883" y="230124"/>
                  </a:lnTo>
                  <a:lnTo>
                    <a:pt x="29845" y="229311"/>
                  </a:lnTo>
                  <a:lnTo>
                    <a:pt x="28765" y="229057"/>
                  </a:lnTo>
                  <a:lnTo>
                    <a:pt x="26136" y="229222"/>
                  </a:lnTo>
                  <a:lnTo>
                    <a:pt x="25514" y="229450"/>
                  </a:lnTo>
                  <a:lnTo>
                    <a:pt x="25641" y="228727"/>
                  </a:lnTo>
                  <a:lnTo>
                    <a:pt x="25577" y="227203"/>
                  </a:lnTo>
                  <a:lnTo>
                    <a:pt x="25501" y="225679"/>
                  </a:lnTo>
                  <a:lnTo>
                    <a:pt x="25171" y="224447"/>
                  </a:lnTo>
                  <a:lnTo>
                    <a:pt x="24485" y="224485"/>
                  </a:lnTo>
                  <a:lnTo>
                    <a:pt x="24257" y="225742"/>
                  </a:lnTo>
                  <a:lnTo>
                    <a:pt x="24396" y="228815"/>
                  </a:lnTo>
                  <a:lnTo>
                    <a:pt x="24574" y="229501"/>
                  </a:lnTo>
                  <a:lnTo>
                    <a:pt x="24003" y="229349"/>
                  </a:lnTo>
                  <a:lnTo>
                    <a:pt x="22694" y="229438"/>
                  </a:lnTo>
                  <a:lnTo>
                    <a:pt x="21386" y="229514"/>
                  </a:lnTo>
                  <a:lnTo>
                    <a:pt x="20332" y="229908"/>
                  </a:lnTo>
                  <a:lnTo>
                    <a:pt x="20358" y="230695"/>
                  </a:lnTo>
                  <a:lnTo>
                    <a:pt x="7048" y="215163"/>
                  </a:lnTo>
                  <a:lnTo>
                    <a:pt x="8102" y="215404"/>
                  </a:lnTo>
                  <a:lnTo>
                    <a:pt x="10731" y="215239"/>
                  </a:lnTo>
                  <a:lnTo>
                    <a:pt x="11315" y="215023"/>
                  </a:lnTo>
                  <a:lnTo>
                    <a:pt x="11188" y="215722"/>
                  </a:lnTo>
                  <a:lnTo>
                    <a:pt x="11264" y="217258"/>
                  </a:lnTo>
                  <a:lnTo>
                    <a:pt x="11341" y="218782"/>
                  </a:lnTo>
                  <a:lnTo>
                    <a:pt x="11671" y="220014"/>
                  </a:lnTo>
                  <a:lnTo>
                    <a:pt x="12369" y="219964"/>
                  </a:lnTo>
                  <a:lnTo>
                    <a:pt x="12585" y="218706"/>
                  </a:lnTo>
                  <a:lnTo>
                    <a:pt x="12433" y="215646"/>
                  </a:lnTo>
                  <a:lnTo>
                    <a:pt x="12242" y="214960"/>
                  </a:lnTo>
                  <a:lnTo>
                    <a:pt x="12865" y="215099"/>
                  </a:lnTo>
                  <a:lnTo>
                    <a:pt x="14173" y="215023"/>
                  </a:lnTo>
                  <a:lnTo>
                    <a:pt x="15481" y="214934"/>
                  </a:lnTo>
                  <a:lnTo>
                    <a:pt x="16535" y="214553"/>
                  </a:lnTo>
                  <a:lnTo>
                    <a:pt x="16497" y="213741"/>
                  </a:lnTo>
                  <a:lnTo>
                    <a:pt x="15417" y="213487"/>
                  </a:lnTo>
                  <a:lnTo>
                    <a:pt x="12788" y="213652"/>
                  </a:lnTo>
                  <a:lnTo>
                    <a:pt x="12166" y="213880"/>
                  </a:lnTo>
                  <a:lnTo>
                    <a:pt x="12306" y="213169"/>
                  </a:lnTo>
                  <a:lnTo>
                    <a:pt x="12230" y="211632"/>
                  </a:lnTo>
                  <a:lnTo>
                    <a:pt x="12153" y="210108"/>
                  </a:lnTo>
                  <a:lnTo>
                    <a:pt x="11823" y="208876"/>
                  </a:lnTo>
                  <a:lnTo>
                    <a:pt x="11671" y="208889"/>
                  </a:lnTo>
                  <a:lnTo>
                    <a:pt x="24676" y="193725"/>
                  </a:lnTo>
                  <a:lnTo>
                    <a:pt x="24511" y="194691"/>
                  </a:lnTo>
                  <a:lnTo>
                    <a:pt x="24663" y="197751"/>
                  </a:lnTo>
                  <a:lnTo>
                    <a:pt x="24841" y="198437"/>
                  </a:lnTo>
                  <a:lnTo>
                    <a:pt x="24257" y="198285"/>
                  </a:lnTo>
                  <a:lnTo>
                    <a:pt x="22948" y="198374"/>
                  </a:lnTo>
                  <a:lnTo>
                    <a:pt x="21640" y="198462"/>
                  </a:lnTo>
                  <a:lnTo>
                    <a:pt x="20586" y="198843"/>
                  </a:lnTo>
                  <a:lnTo>
                    <a:pt x="20624" y="199656"/>
                  </a:lnTo>
                  <a:lnTo>
                    <a:pt x="21704" y="199910"/>
                  </a:lnTo>
                  <a:lnTo>
                    <a:pt x="24333" y="199745"/>
                  </a:lnTo>
                  <a:lnTo>
                    <a:pt x="24917" y="199542"/>
                  </a:lnTo>
                  <a:lnTo>
                    <a:pt x="24790" y="200240"/>
                  </a:lnTo>
                  <a:lnTo>
                    <a:pt x="24866" y="201764"/>
                  </a:lnTo>
                  <a:lnTo>
                    <a:pt x="24942" y="203288"/>
                  </a:lnTo>
                  <a:lnTo>
                    <a:pt x="25273" y="204520"/>
                  </a:lnTo>
                  <a:lnTo>
                    <a:pt x="25971" y="204482"/>
                  </a:lnTo>
                  <a:lnTo>
                    <a:pt x="26187" y="203225"/>
                  </a:lnTo>
                  <a:lnTo>
                    <a:pt x="26035" y="200152"/>
                  </a:lnTo>
                  <a:lnTo>
                    <a:pt x="25844" y="199478"/>
                  </a:lnTo>
                  <a:lnTo>
                    <a:pt x="26466" y="199618"/>
                  </a:lnTo>
                  <a:lnTo>
                    <a:pt x="27774" y="199529"/>
                  </a:lnTo>
                  <a:lnTo>
                    <a:pt x="29083" y="199440"/>
                  </a:lnTo>
                  <a:lnTo>
                    <a:pt x="30137" y="199059"/>
                  </a:lnTo>
                  <a:lnTo>
                    <a:pt x="30124" y="198932"/>
                  </a:lnTo>
                  <a:lnTo>
                    <a:pt x="38874" y="209118"/>
                  </a:lnTo>
                  <a:lnTo>
                    <a:pt x="38201" y="209143"/>
                  </a:lnTo>
                  <a:lnTo>
                    <a:pt x="37985" y="210400"/>
                  </a:lnTo>
                  <a:lnTo>
                    <a:pt x="38125" y="213474"/>
                  </a:lnTo>
                  <a:lnTo>
                    <a:pt x="38303" y="214147"/>
                  </a:lnTo>
                  <a:lnTo>
                    <a:pt x="37731" y="214007"/>
                  </a:lnTo>
                  <a:lnTo>
                    <a:pt x="36423" y="214083"/>
                  </a:lnTo>
                  <a:lnTo>
                    <a:pt x="35115" y="214172"/>
                  </a:lnTo>
                  <a:lnTo>
                    <a:pt x="34061" y="214553"/>
                  </a:lnTo>
                  <a:lnTo>
                    <a:pt x="34099" y="215366"/>
                  </a:lnTo>
                  <a:lnTo>
                    <a:pt x="35179" y="215633"/>
                  </a:lnTo>
                  <a:lnTo>
                    <a:pt x="37807" y="215455"/>
                  </a:lnTo>
                  <a:lnTo>
                    <a:pt x="38392" y="215252"/>
                  </a:lnTo>
                  <a:lnTo>
                    <a:pt x="38265" y="215950"/>
                  </a:lnTo>
                  <a:lnTo>
                    <a:pt x="38341" y="217474"/>
                  </a:lnTo>
                  <a:lnTo>
                    <a:pt x="38417" y="219011"/>
                  </a:lnTo>
                  <a:lnTo>
                    <a:pt x="38747" y="220230"/>
                  </a:lnTo>
                  <a:lnTo>
                    <a:pt x="38963" y="220230"/>
                  </a:lnTo>
                  <a:lnTo>
                    <a:pt x="38963" y="209397"/>
                  </a:lnTo>
                  <a:lnTo>
                    <a:pt x="38887" y="209130"/>
                  </a:lnTo>
                  <a:lnTo>
                    <a:pt x="42900" y="213804"/>
                  </a:lnTo>
                  <a:lnTo>
                    <a:pt x="42900" y="209435"/>
                  </a:lnTo>
                  <a:lnTo>
                    <a:pt x="29413" y="193713"/>
                  </a:lnTo>
                  <a:lnTo>
                    <a:pt x="29413" y="198094"/>
                  </a:lnTo>
                  <a:lnTo>
                    <a:pt x="29019" y="197993"/>
                  </a:lnTo>
                  <a:lnTo>
                    <a:pt x="26390" y="198158"/>
                  </a:lnTo>
                  <a:lnTo>
                    <a:pt x="25768" y="198399"/>
                  </a:lnTo>
                  <a:lnTo>
                    <a:pt x="25908" y="197675"/>
                  </a:lnTo>
                  <a:lnTo>
                    <a:pt x="25831" y="196138"/>
                  </a:lnTo>
                  <a:lnTo>
                    <a:pt x="25755" y="194614"/>
                  </a:lnTo>
                  <a:lnTo>
                    <a:pt x="25425" y="193433"/>
                  </a:lnTo>
                  <a:lnTo>
                    <a:pt x="29413" y="198094"/>
                  </a:lnTo>
                  <a:lnTo>
                    <a:pt x="29413" y="193713"/>
                  </a:lnTo>
                  <a:lnTo>
                    <a:pt x="28917" y="193128"/>
                  </a:lnTo>
                  <a:lnTo>
                    <a:pt x="25400" y="189026"/>
                  </a:lnTo>
                  <a:lnTo>
                    <a:pt x="25400" y="193395"/>
                  </a:lnTo>
                  <a:lnTo>
                    <a:pt x="24930" y="193421"/>
                  </a:lnTo>
                  <a:lnTo>
                    <a:pt x="25184" y="193128"/>
                  </a:lnTo>
                  <a:lnTo>
                    <a:pt x="25400" y="193395"/>
                  </a:lnTo>
                  <a:lnTo>
                    <a:pt x="25400" y="189026"/>
                  </a:lnTo>
                  <a:lnTo>
                    <a:pt x="25184" y="188772"/>
                  </a:lnTo>
                  <a:lnTo>
                    <a:pt x="11239" y="205041"/>
                  </a:lnTo>
                  <a:lnTo>
                    <a:pt x="11239" y="213931"/>
                  </a:lnTo>
                  <a:lnTo>
                    <a:pt x="10655" y="213779"/>
                  </a:lnTo>
                  <a:lnTo>
                    <a:pt x="9347" y="213868"/>
                  </a:lnTo>
                  <a:lnTo>
                    <a:pt x="8039" y="213956"/>
                  </a:lnTo>
                  <a:lnTo>
                    <a:pt x="7010" y="214337"/>
                  </a:lnTo>
                  <a:lnTo>
                    <a:pt x="7010" y="215125"/>
                  </a:lnTo>
                  <a:lnTo>
                    <a:pt x="6680" y="214718"/>
                  </a:lnTo>
                  <a:lnTo>
                    <a:pt x="6985" y="214363"/>
                  </a:lnTo>
                  <a:lnTo>
                    <a:pt x="7010" y="215125"/>
                  </a:lnTo>
                  <a:lnTo>
                    <a:pt x="7010" y="214337"/>
                  </a:lnTo>
                  <a:lnTo>
                    <a:pt x="10985" y="209689"/>
                  </a:lnTo>
                  <a:lnTo>
                    <a:pt x="10909" y="210185"/>
                  </a:lnTo>
                  <a:lnTo>
                    <a:pt x="11061" y="213245"/>
                  </a:lnTo>
                  <a:lnTo>
                    <a:pt x="11239" y="213931"/>
                  </a:lnTo>
                  <a:lnTo>
                    <a:pt x="11239" y="205041"/>
                  </a:lnTo>
                  <a:lnTo>
                    <a:pt x="2933" y="214718"/>
                  </a:lnTo>
                  <a:lnTo>
                    <a:pt x="25184" y="240665"/>
                  </a:lnTo>
                  <a:lnTo>
                    <a:pt x="28917" y="236296"/>
                  </a:lnTo>
                  <a:lnTo>
                    <a:pt x="47434" y="214718"/>
                  </a:lnTo>
                  <a:close/>
                </a:path>
                <a:path w="118109" h="272415">
                  <a:moveTo>
                    <a:pt x="109499" y="246329"/>
                  </a:moveTo>
                  <a:lnTo>
                    <a:pt x="105752" y="241960"/>
                  </a:lnTo>
                  <a:lnTo>
                    <a:pt x="105752" y="246329"/>
                  </a:lnTo>
                  <a:lnTo>
                    <a:pt x="101612" y="251155"/>
                  </a:lnTo>
                  <a:lnTo>
                    <a:pt x="101727" y="250545"/>
                  </a:lnTo>
                  <a:lnTo>
                    <a:pt x="101587" y="247472"/>
                  </a:lnTo>
                  <a:lnTo>
                    <a:pt x="101384" y="246799"/>
                  </a:lnTo>
                  <a:lnTo>
                    <a:pt x="102006" y="246938"/>
                  </a:lnTo>
                  <a:lnTo>
                    <a:pt x="103314" y="246849"/>
                  </a:lnTo>
                  <a:lnTo>
                    <a:pt x="104622" y="246773"/>
                  </a:lnTo>
                  <a:lnTo>
                    <a:pt x="105689" y="246380"/>
                  </a:lnTo>
                  <a:lnTo>
                    <a:pt x="105676" y="246253"/>
                  </a:lnTo>
                  <a:lnTo>
                    <a:pt x="105752" y="241960"/>
                  </a:lnTo>
                  <a:lnTo>
                    <a:pt x="104952" y="241033"/>
                  </a:lnTo>
                  <a:lnTo>
                    <a:pt x="104952" y="245414"/>
                  </a:lnTo>
                  <a:lnTo>
                    <a:pt x="104559" y="245313"/>
                  </a:lnTo>
                  <a:lnTo>
                    <a:pt x="101930" y="245478"/>
                  </a:lnTo>
                  <a:lnTo>
                    <a:pt x="101320" y="245706"/>
                  </a:lnTo>
                  <a:lnTo>
                    <a:pt x="101447" y="244995"/>
                  </a:lnTo>
                  <a:lnTo>
                    <a:pt x="101371" y="243459"/>
                  </a:lnTo>
                  <a:lnTo>
                    <a:pt x="101295" y="241935"/>
                  </a:lnTo>
                  <a:lnTo>
                    <a:pt x="101028" y="240995"/>
                  </a:lnTo>
                  <a:lnTo>
                    <a:pt x="101028" y="251841"/>
                  </a:lnTo>
                  <a:lnTo>
                    <a:pt x="87249" y="267906"/>
                  </a:lnTo>
                  <a:lnTo>
                    <a:pt x="82448" y="262331"/>
                  </a:lnTo>
                  <a:lnTo>
                    <a:pt x="83527" y="262585"/>
                  </a:lnTo>
                  <a:lnTo>
                    <a:pt x="86156" y="262420"/>
                  </a:lnTo>
                  <a:lnTo>
                    <a:pt x="86728" y="262204"/>
                  </a:lnTo>
                  <a:lnTo>
                    <a:pt x="86614" y="262902"/>
                  </a:lnTo>
                  <a:lnTo>
                    <a:pt x="86690" y="264426"/>
                  </a:lnTo>
                  <a:lnTo>
                    <a:pt x="86753" y="265963"/>
                  </a:lnTo>
                  <a:lnTo>
                    <a:pt x="87096" y="267182"/>
                  </a:lnTo>
                  <a:lnTo>
                    <a:pt x="87782" y="267144"/>
                  </a:lnTo>
                  <a:lnTo>
                    <a:pt x="88011" y="265887"/>
                  </a:lnTo>
                  <a:lnTo>
                    <a:pt x="87858" y="262826"/>
                  </a:lnTo>
                  <a:lnTo>
                    <a:pt x="87668" y="262140"/>
                  </a:lnTo>
                  <a:lnTo>
                    <a:pt x="88277" y="262280"/>
                  </a:lnTo>
                  <a:lnTo>
                    <a:pt x="89598" y="262204"/>
                  </a:lnTo>
                  <a:lnTo>
                    <a:pt x="90906" y="262115"/>
                  </a:lnTo>
                  <a:lnTo>
                    <a:pt x="91948" y="261721"/>
                  </a:lnTo>
                  <a:lnTo>
                    <a:pt x="91935" y="261315"/>
                  </a:lnTo>
                  <a:lnTo>
                    <a:pt x="91922" y="260921"/>
                  </a:lnTo>
                  <a:lnTo>
                    <a:pt x="90843" y="260654"/>
                  </a:lnTo>
                  <a:lnTo>
                    <a:pt x="88214" y="260832"/>
                  </a:lnTo>
                  <a:lnTo>
                    <a:pt x="87579" y="261061"/>
                  </a:lnTo>
                  <a:lnTo>
                    <a:pt x="87718" y="260337"/>
                  </a:lnTo>
                  <a:lnTo>
                    <a:pt x="87642" y="258813"/>
                  </a:lnTo>
                  <a:lnTo>
                    <a:pt x="87579" y="257276"/>
                  </a:lnTo>
                  <a:lnTo>
                    <a:pt x="87236" y="256057"/>
                  </a:lnTo>
                  <a:lnTo>
                    <a:pt x="86550" y="256095"/>
                  </a:lnTo>
                  <a:lnTo>
                    <a:pt x="86334" y="257352"/>
                  </a:lnTo>
                  <a:lnTo>
                    <a:pt x="86474" y="260426"/>
                  </a:lnTo>
                  <a:lnTo>
                    <a:pt x="86652" y="261112"/>
                  </a:lnTo>
                  <a:lnTo>
                    <a:pt x="86080" y="260959"/>
                  </a:lnTo>
                  <a:lnTo>
                    <a:pt x="84772" y="261048"/>
                  </a:lnTo>
                  <a:lnTo>
                    <a:pt x="83464" y="261124"/>
                  </a:lnTo>
                  <a:lnTo>
                    <a:pt x="82410" y="261518"/>
                  </a:lnTo>
                  <a:lnTo>
                    <a:pt x="82435" y="262318"/>
                  </a:lnTo>
                  <a:lnTo>
                    <a:pt x="69100" y="246761"/>
                  </a:lnTo>
                  <a:lnTo>
                    <a:pt x="70180" y="247015"/>
                  </a:lnTo>
                  <a:lnTo>
                    <a:pt x="72809" y="246849"/>
                  </a:lnTo>
                  <a:lnTo>
                    <a:pt x="73393" y="246634"/>
                  </a:lnTo>
                  <a:lnTo>
                    <a:pt x="73266" y="247332"/>
                  </a:lnTo>
                  <a:lnTo>
                    <a:pt x="73342" y="248869"/>
                  </a:lnTo>
                  <a:lnTo>
                    <a:pt x="73406" y="250393"/>
                  </a:lnTo>
                  <a:lnTo>
                    <a:pt x="73748" y="251625"/>
                  </a:lnTo>
                  <a:lnTo>
                    <a:pt x="74434" y="251574"/>
                  </a:lnTo>
                  <a:lnTo>
                    <a:pt x="74663" y="250317"/>
                  </a:lnTo>
                  <a:lnTo>
                    <a:pt x="74510" y="247256"/>
                  </a:lnTo>
                  <a:lnTo>
                    <a:pt x="74320" y="246570"/>
                  </a:lnTo>
                  <a:lnTo>
                    <a:pt x="74930" y="246710"/>
                  </a:lnTo>
                  <a:lnTo>
                    <a:pt x="76250" y="246634"/>
                  </a:lnTo>
                  <a:lnTo>
                    <a:pt x="77558" y="246545"/>
                  </a:lnTo>
                  <a:lnTo>
                    <a:pt x="78613" y="246164"/>
                  </a:lnTo>
                  <a:lnTo>
                    <a:pt x="78574" y="245351"/>
                  </a:lnTo>
                  <a:lnTo>
                    <a:pt x="77495" y="245084"/>
                  </a:lnTo>
                  <a:lnTo>
                    <a:pt x="74866" y="245262"/>
                  </a:lnTo>
                  <a:lnTo>
                    <a:pt x="74244" y="245491"/>
                  </a:lnTo>
                  <a:lnTo>
                    <a:pt x="74371" y="244767"/>
                  </a:lnTo>
                  <a:lnTo>
                    <a:pt x="74295" y="243243"/>
                  </a:lnTo>
                  <a:lnTo>
                    <a:pt x="74231" y="241719"/>
                  </a:lnTo>
                  <a:lnTo>
                    <a:pt x="73888" y="240487"/>
                  </a:lnTo>
                  <a:lnTo>
                    <a:pt x="73837" y="246049"/>
                  </a:lnTo>
                  <a:lnTo>
                    <a:pt x="73837" y="240499"/>
                  </a:lnTo>
                  <a:lnTo>
                    <a:pt x="86753" y="225323"/>
                  </a:lnTo>
                  <a:lnTo>
                    <a:pt x="86588" y="226288"/>
                  </a:lnTo>
                  <a:lnTo>
                    <a:pt x="86728" y="229362"/>
                  </a:lnTo>
                  <a:lnTo>
                    <a:pt x="86906" y="230047"/>
                  </a:lnTo>
                  <a:lnTo>
                    <a:pt x="86334" y="229895"/>
                  </a:lnTo>
                  <a:lnTo>
                    <a:pt x="85026" y="229984"/>
                  </a:lnTo>
                  <a:lnTo>
                    <a:pt x="83718" y="230060"/>
                  </a:lnTo>
                  <a:lnTo>
                    <a:pt x="82664" y="230454"/>
                  </a:lnTo>
                  <a:lnTo>
                    <a:pt x="82702" y="231254"/>
                  </a:lnTo>
                  <a:lnTo>
                    <a:pt x="83781" y="231521"/>
                  </a:lnTo>
                  <a:lnTo>
                    <a:pt x="86410" y="231355"/>
                  </a:lnTo>
                  <a:lnTo>
                    <a:pt x="86995" y="231140"/>
                  </a:lnTo>
                  <a:lnTo>
                    <a:pt x="86868" y="231838"/>
                  </a:lnTo>
                  <a:lnTo>
                    <a:pt x="86944" y="233375"/>
                  </a:lnTo>
                  <a:lnTo>
                    <a:pt x="87007" y="234899"/>
                  </a:lnTo>
                  <a:lnTo>
                    <a:pt x="87350" y="236131"/>
                  </a:lnTo>
                  <a:lnTo>
                    <a:pt x="88036" y="236080"/>
                  </a:lnTo>
                  <a:lnTo>
                    <a:pt x="88265" y="234823"/>
                  </a:lnTo>
                  <a:lnTo>
                    <a:pt x="88112" y="231762"/>
                  </a:lnTo>
                  <a:lnTo>
                    <a:pt x="87922" y="231076"/>
                  </a:lnTo>
                  <a:lnTo>
                    <a:pt x="88531" y="231216"/>
                  </a:lnTo>
                  <a:lnTo>
                    <a:pt x="89852" y="231140"/>
                  </a:lnTo>
                  <a:lnTo>
                    <a:pt x="91160" y="231051"/>
                  </a:lnTo>
                  <a:lnTo>
                    <a:pt x="92214" y="230670"/>
                  </a:lnTo>
                  <a:lnTo>
                    <a:pt x="100939" y="240728"/>
                  </a:lnTo>
                  <a:lnTo>
                    <a:pt x="100279" y="240753"/>
                  </a:lnTo>
                  <a:lnTo>
                    <a:pt x="100050" y="242011"/>
                  </a:lnTo>
                  <a:lnTo>
                    <a:pt x="100203" y="245071"/>
                  </a:lnTo>
                  <a:lnTo>
                    <a:pt x="100380" y="245757"/>
                  </a:lnTo>
                  <a:lnTo>
                    <a:pt x="99809" y="245605"/>
                  </a:lnTo>
                  <a:lnTo>
                    <a:pt x="98501" y="245694"/>
                  </a:lnTo>
                  <a:lnTo>
                    <a:pt x="97193" y="245783"/>
                  </a:lnTo>
                  <a:lnTo>
                    <a:pt x="96126" y="246164"/>
                  </a:lnTo>
                  <a:lnTo>
                    <a:pt x="96177" y="246976"/>
                  </a:lnTo>
                  <a:lnTo>
                    <a:pt x="97243" y="247230"/>
                  </a:lnTo>
                  <a:lnTo>
                    <a:pt x="99872" y="247065"/>
                  </a:lnTo>
                  <a:lnTo>
                    <a:pt x="100457" y="246862"/>
                  </a:lnTo>
                  <a:lnTo>
                    <a:pt x="100342" y="247561"/>
                  </a:lnTo>
                  <a:lnTo>
                    <a:pt x="100406" y="249085"/>
                  </a:lnTo>
                  <a:lnTo>
                    <a:pt x="100482" y="250609"/>
                  </a:lnTo>
                  <a:lnTo>
                    <a:pt x="100825" y="251841"/>
                  </a:lnTo>
                  <a:lnTo>
                    <a:pt x="101028" y="251841"/>
                  </a:lnTo>
                  <a:lnTo>
                    <a:pt x="101028" y="240995"/>
                  </a:lnTo>
                  <a:lnTo>
                    <a:pt x="100965" y="240766"/>
                  </a:lnTo>
                  <a:lnTo>
                    <a:pt x="104952" y="245414"/>
                  </a:lnTo>
                  <a:lnTo>
                    <a:pt x="104952" y="241033"/>
                  </a:lnTo>
                  <a:lnTo>
                    <a:pt x="91465" y="225298"/>
                  </a:lnTo>
                  <a:lnTo>
                    <a:pt x="91465" y="229704"/>
                  </a:lnTo>
                  <a:lnTo>
                    <a:pt x="91097" y="229603"/>
                  </a:lnTo>
                  <a:lnTo>
                    <a:pt x="88468" y="229768"/>
                  </a:lnTo>
                  <a:lnTo>
                    <a:pt x="87845" y="229997"/>
                  </a:lnTo>
                  <a:lnTo>
                    <a:pt x="87972" y="229273"/>
                  </a:lnTo>
                  <a:lnTo>
                    <a:pt x="87896" y="227749"/>
                  </a:lnTo>
                  <a:lnTo>
                    <a:pt x="87833" y="226225"/>
                  </a:lnTo>
                  <a:lnTo>
                    <a:pt x="87490" y="225044"/>
                  </a:lnTo>
                  <a:lnTo>
                    <a:pt x="91465" y="229704"/>
                  </a:lnTo>
                  <a:lnTo>
                    <a:pt x="91465" y="225298"/>
                  </a:lnTo>
                  <a:lnTo>
                    <a:pt x="90995" y="224739"/>
                  </a:lnTo>
                  <a:lnTo>
                    <a:pt x="87464" y="220637"/>
                  </a:lnTo>
                  <a:lnTo>
                    <a:pt x="87464" y="225005"/>
                  </a:lnTo>
                  <a:lnTo>
                    <a:pt x="87007" y="225031"/>
                  </a:lnTo>
                  <a:lnTo>
                    <a:pt x="87249" y="224739"/>
                  </a:lnTo>
                  <a:lnTo>
                    <a:pt x="87464" y="225005"/>
                  </a:lnTo>
                  <a:lnTo>
                    <a:pt x="87464" y="220637"/>
                  </a:lnTo>
                  <a:lnTo>
                    <a:pt x="87249" y="220383"/>
                  </a:lnTo>
                  <a:lnTo>
                    <a:pt x="73304" y="236651"/>
                  </a:lnTo>
                  <a:lnTo>
                    <a:pt x="73304" y="245541"/>
                  </a:lnTo>
                  <a:lnTo>
                    <a:pt x="72732" y="245389"/>
                  </a:lnTo>
                  <a:lnTo>
                    <a:pt x="71424" y="245478"/>
                  </a:lnTo>
                  <a:lnTo>
                    <a:pt x="70116" y="245554"/>
                  </a:lnTo>
                  <a:lnTo>
                    <a:pt x="69088" y="245948"/>
                  </a:lnTo>
                  <a:lnTo>
                    <a:pt x="69088" y="246748"/>
                  </a:lnTo>
                  <a:lnTo>
                    <a:pt x="68745" y="246329"/>
                  </a:lnTo>
                  <a:lnTo>
                    <a:pt x="69062" y="245960"/>
                  </a:lnTo>
                  <a:lnTo>
                    <a:pt x="69088" y="246748"/>
                  </a:lnTo>
                  <a:lnTo>
                    <a:pt x="69088" y="245948"/>
                  </a:lnTo>
                  <a:lnTo>
                    <a:pt x="73063" y="241287"/>
                  </a:lnTo>
                  <a:lnTo>
                    <a:pt x="72986" y="241782"/>
                  </a:lnTo>
                  <a:lnTo>
                    <a:pt x="73126" y="244856"/>
                  </a:lnTo>
                  <a:lnTo>
                    <a:pt x="73304" y="245541"/>
                  </a:lnTo>
                  <a:lnTo>
                    <a:pt x="73304" y="236651"/>
                  </a:lnTo>
                  <a:lnTo>
                    <a:pt x="66281" y="244830"/>
                  </a:lnTo>
                  <a:lnTo>
                    <a:pt x="63830" y="241973"/>
                  </a:lnTo>
                  <a:lnTo>
                    <a:pt x="63830" y="246329"/>
                  </a:lnTo>
                  <a:lnTo>
                    <a:pt x="59690" y="251155"/>
                  </a:lnTo>
                  <a:lnTo>
                    <a:pt x="59804" y="250545"/>
                  </a:lnTo>
                  <a:lnTo>
                    <a:pt x="59651" y="247472"/>
                  </a:lnTo>
                  <a:lnTo>
                    <a:pt x="59461" y="246786"/>
                  </a:lnTo>
                  <a:lnTo>
                    <a:pt x="60083" y="246938"/>
                  </a:lnTo>
                  <a:lnTo>
                    <a:pt x="61391" y="246849"/>
                  </a:lnTo>
                  <a:lnTo>
                    <a:pt x="62699" y="246773"/>
                  </a:lnTo>
                  <a:lnTo>
                    <a:pt x="63754" y="246380"/>
                  </a:lnTo>
                  <a:lnTo>
                    <a:pt x="63741" y="246240"/>
                  </a:lnTo>
                  <a:lnTo>
                    <a:pt x="63830" y="241973"/>
                  </a:lnTo>
                  <a:lnTo>
                    <a:pt x="63030" y="241046"/>
                  </a:lnTo>
                  <a:lnTo>
                    <a:pt x="63030" y="245414"/>
                  </a:lnTo>
                  <a:lnTo>
                    <a:pt x="62636" y="245313"/>
                  </a:lnTo>
                  <a:lnTo>
                    <a:pt x="60007" y="245478"/>
                  </a:lnTo>
                  <a:lnTo>
                    <a:pt x="59385" y="245719"/>
                  </a:lnTo>
                  <a:lnTo>
                    <a:pt x="59524" y="244995"/>
                  </a:lnTo>
                  <a:lnTo>
                    <a:pt x="59448" y="243459"/>
                  </a:lnTo>
                  <a:lnTo>
                    <a:pt x="59372" y="241935"/>
                  </a:lnTo>
                  <a:lnTo>
                    <a:pt x="59105" y="240995"/>
                  </a:lnTo>
                  <a:lnTo>
                    <a:pt x="59105" y="251841"/>
                  </a:lnTo>
                  <a:lnTo>
                    <a:pt x="45326" y="267906"/>
                  </a:lnTo>
                  <a:lnTo>
                    <a:pt x="40525" y="262331"/>
                  </a:lnTo>
                  <a:lnTo>
                    <a:pt x="41592" y="262585"/>
                  </a:lnTo>
                  <a:lnTo>
                    <a:pt x="44221" y="262420"/>
                  </a:lnTo>
                  <a:lnTo>
                    <a:pt x="44805" y="262204"/>
                  </a:lnTo>
                  <a:lnTo>
                    <a:pt x="44678" y="262902"/>
                  </a:lnTo>
                  <a:lnTo>
                    <a:pt x="44754" y="264426"/>
                  </a:lnTo>
                  <a:lnTo>
                    <a:pt x="44831" y="265963"/>
                  </a:lnTo>
                  <a:lnTo>
                    <a:pt x="45161" y="267182"/>
                  </a:lnTo>
                  <a:lnTo>
                    <a:pt x="45859" y="267144"/>
                  </a:lnTo>
                  <a:lnTo>
                    <a:pt x="46075" y="265887"/>
                  </a:lnTo>
                  <a:lnTo>
                    <a:pt x="45935" y="262826"/>
                  </a:lnTo>
                  <a:lnTo>
                    <a:pt x="45732" y="262140"/>
                  </a:lnTo>
                  <a:lnTo>
                    <a:pt x="46355" y="262280"/>
                  </a:lnTo>
                  <a:lnTo>
                    <a:pt x="47663" y="262204"/>
                  </a:lnTo>
                  <a:lnTo>
                    <a:pt x="48971" y="262115"/>
                  </a:lnTo>
                  <a:lnTo>
                    <a:pt x="50025" y="261721"/>
                  </a:lnTo>
                  <a:lnTo>
                    <a:pt x="49987" y="260921"/>
                  </a:lnTo>
                  <a:lnTo>
                    <a:pt x="48907" y="260654"/>
                  </a:lnTo>
                  <a:lnTo>
                    <a:pt x="46278" y="260832"/>
                  </a:lnTo>
                  <a:lnTo>
                    <a:pt x="45656" y="261061"/>
                  </a:lnTo>
                  <a:lnTo>
                    <a:pt x="45796" y="260337"/>
                  </a:lnTo>
                  <a:lnTo>
                    <a:pt x="45720" y="258813"/>
                  </a:lnTo>
                  <a:lnTo>
                    <a:pt x="45643" y="257276"/>
                  </a:lnTo>
                  <a:lnTo>
                    <a:pt x="45313" y="256057"/>
                  </a:lnTo>
                  <a:lnTo>
                    <a:pt x="44615" y="256095"/>
                  </a:lnTo>
                  <a:lnTo>
                    <a:pt x="44399" y="257352"/>
                  </a:lnTo>
                  <a:lnTo>
                    <a:pt x="44551" y="260426"/>
                  </a:lnTo>
                  <a:lnTo>
                    <a:pt x="44729" y="261112"/>
                  </a:lnTo>
                  <a:lnTo>
                    <a:pt x="44157" y="260959"/>
                  </a:lnTo>
                  <a:lnTo>
                    <a:pt x="42837" y="261048"/>
                  </a:lnTo>
                  <a:lnTo>
                    <a:pt x="41529" y="261124"/>
                  </a:lnTo>
                  <a:lnTo>
                    <a:pt x="40474" y="261518"/>
                  </a:lnTo>
                  <a:lnTo>
                    <a:pt x="40500" y="262305"/>
                  </a:lnTo>
                  <a:lnTo>
                    <a:pt x="27178" y="246761"/>
                  </a:lnTo>
                  <a:lnTo>
                    <a:pt x="28244" y="247015"/>
                  </a:lnTo>
                  <a:lnTo>
                    <a:pt x="30873" y="246849"/>
                  </a:lnTo>
                  <a:lnTo>
                    <a:pt x="31457" y="246634"/>
                  </a:lnTo>
                  <a:lnTo>
                    <a:pt x="31343" y="247332"/>
                  </a:lnTo>
                  <a:lnTo>
                    <a:pt x="31407" y="248869"/>
                  </a:lnTo>
                  <a:lnTo>
                    <a:pt x="31483" y="250393"/>
                  </a:lnTo>
                  <a:lnTo>
                    <a:pt x="31826" y="251625"/>
                  </a:lnTo>
                  <a:lnTo>
                    <a:pt x="32512" y="251574"/>
                  </a:lnTo>
                  <a:lnTo>
                    <a:pt x="32727" y="250317"/>
                  </a:lnTo>
                  <a:lnTo>
                    <a:pt x="32588" y="247256"/>
                  </a:lnTo>
                  <a:lnTo>
                    <a:pt x="32385" y="246570"/>
                  </a:lnTo>
                  <a:lnTo>
                    <a:pt x="33007" y="246710"/>
                  </a:lnTo>
                  <a:lnTo>
                    <a:pt x="34315" y="246634"/>
                  </a:lnTo>
                  <a:lnTo>
                    <a:pt x="35623" y="246545"/>
                  </a:lnTo>
                  <a:lnTo>
                    <a:pt x="36690" y="246164"/>
                  </a:lnTo>
                  <a:lnTo>
                    <a:pt x="36639" y="245351"/>
                  </a:lnTo>
                  <a:lnTo>
                    <a:pt x="35560" y="245084"/>
                  </a:lnTo>
                  <a:lnTo>
                    <a:pt x="32931" y="245262"/>
                  </a:lnTo>
                  <a:lnTo>
                    <a:pt x="32321" y="245491"/>
                  </a:lnTo>
                  <a:lnTo>
                    <a:pt x="32448" y="244767"/>
                  </a:lnTo>
                  <a:lnTo>
                    <a:pt x="32372" y="243243"/>
                  </a:lnTo>
                  <a:lnTo>
                    <a:pt x="32296" y="241719"/>
                  </a:lnTo>
                  <a:lnTo>
                    <a:pt x="31965" y="240487"/>
                  </a:lnTo>
                  <a:lnTo>
                    <a:pt x="31813" y="240499"/>
                  </a:lnTo>
                  <a:lnTo>
                    <a:pt x="44818" y="225323"/>
                  </a:lnTo>
                  <a:lnTo>
                    <a:pt x="44653" y="226288"/>
                  </a:lnTo>
                  <a:lnTo>
                    <a:pt x="44805" y="229362"/>
                  </a:lnTo>
                  <a:lnTo>
                    <a:pt x="44983" y="230047"/>
                  </a:lnTo>
                  <a:lnTo>
                    <a:pt x="44399" y="229895"/>
                  </a:lnTo>
                  <a:lnTo>
                    <a:pt x="43091" y="229984"/>
                  </a:lnTo>
                  <a:lnTo>
                    <a:pt x="41783" y="230060"/>
                  </a:lnTo>
                  <a:lnTo>
                    <a:pt x="40728" y="230454"/>
                  </a:lnTo>
                  <a:lnTo>
                    <a:pt x="40767" y="231254"/>
                  </a:lnTo>
                  <a:lnTo>
                    <a:pt x="41846" y="231521"/>
                  </a:lnTo>
                  <a:lnTo>
                    <a:pt x="44475" y="231355"/>
                  </a:lnTo>
                  <a:lnTo>
                    <a:pt x="45059" y="231140"/>
                  </a:lnTo>
                  <a:lnTo>
                    <a:pt x="44945" y="231838"/>
                  </a:lnTo>
                  <a:lnTo>
                    <a:pt x="45008" y="233375"/>
                  </a:lnTo>
                  <a:lnTo>
                    <a:pt x="45085" y="234899"/>
                  </a:lnTo>
                  <a:lnTo>
                    <a:pt x="45415" y="236131"/>
                  </a:lnTo>
                  <a:lnTo>
                    <a:pt x="46113" y="236080"/>
                  </a:lnTo>
                  <a:lnTo>
                    <a:pt x="46329" y="234823"/>
                  </a:lnTo>
                  <a:lnTo>
                    <a:pt x="46189" y="231762"/>
                  </a:lnTo>
                  <a:lnTo>
                    <a:pt x="45986" y="231076"/>
                  </a:lnTo>
                  <a:lnTo>
                    <a:pt x="46609" y="231216"/>
                  </a:lnTo>
                  <a:lnTo>
                    <a:pt x="47917" y="231140"/>
                  </a:lnTo>
                  <a:lnTo>
                    <a:pt x="49225" y="231051"/>
                  </a:lnTo>
                  <a:lnTo>
                    <a:pt x="50279" y="230670"/>
                  </a:lnTo>
                  <a:lnTo>
                    <a:pt x="50266" y="230543"/>
                  </a:lnTo>
                  <a:lnTo>
                    <a:pt x="59016" y="240728"/>
                  </a:lnTo>
                  <a:lnTo>
                    <a:pt x="58343" y="240753"/>
                  </a:lnTo>
                  <a:lnTo>
                    <a:pt x="58127" y="242011"/>
                  </a:lnTo>
                  <a:lnTo>
                    <a:pt x="58267" y="245071"/>
                  </a:lnTo>
                  <a:lnTo>
                    <a:pt x="58445" y="245757"/>
                  </a:lnTo>
                  <a:lnTo>
                    <a:pt x="57873" y="245605"/>
                  </a:lnTo>
                  <a:lnTo>
                    <a:pt x="56565" y="245694"/>
                  </a:lnTo>
                  <a:lnTo>
                    <a:pt x="55257" y="245783"/>
                  </a:lnTo>
                  <a:lnTo>
                    <a:pt x="54216" y="246164"/>
                  </a:lnTo>
                  <a:lnTo>
                    <a:pt x="54216" y="246570"/>
                  </a:lnTo>
                  <a:lnTo>
                    <a:pt x="54241" y="246976"/>
                  </a:lnTo>
                  <a:lnTo>
                    <a:pt x="55321" y="247230"/>
                  </a:lnTo>
                  <a:lnTo>
                    <a:pt x="57950" y="247065"/>
                  </a:lnTo>
                  <a:lnTo>
                    <a:pt x="58534" y="246862"/>
                  </a:lnTo>
                  <a:lnTo>
                    <a:pt x="58407" y="247561"/>
                  </a:lnTo>
                  <a:lnTo>
                    <a:pt x="58483" y="249085"/>
                  </a:lnTo>
                  <a:lnTo>
                    <a:pt x="58559" y="250609"/>
                  </a:lnTo>
                  <a:lnTo>
                    <a:pt x="58889" y="251841"/>
                  </a:lnTo>
                  <a:lnTo>
                    <a:pt x="59105" y="251841"/>
                  </a:lnTo>
                  <a:lnTo>
                    <a:pt x="59105" y="240995"/>
                  </a:lnTo>
                  <a:lnTo>
                    <a:pt x="59042" y="240766"/>
                  </a:lnTo>
                  <a:lnTo>
                    <a:pt x="63030" y="245414"/>
                  </a:lnTo>
                  <a:lnTo>
                    <a:pt x="63030" y="241046"/>
                  </a:lnTo>
                  <a:lnTo>
                    <a:pt x="49555" y="225310"/>
                  </a:lnTo>
                  <a:lnTo>
                    <a:pt x="49555" y="229704"/>
                  </a:lnTo>
                  <a:lnTo>
                    <a:pt x="49161" y="229603"/>
                  </a:lnTo>
                  <a:lnTo>
                    <a:pt x="46532" y="229768"/>
                  </a:lnTo>
                  <a:lnTo>
                    <a:pt x="45910" y="229997"/>
                  </a:lnTo>
                  <a:lnTo>
                    <a:pt x="46050" y="229273"/>
                  </a:lnTo>
                  <a:lnTo>
                    <a:pt x="45974" y="227749"/>
                  </a:lnTo>
                  <a:lnTo>
                    <a:pt x="45897" y="226225"/>
                  </a:lnTo>
                  <a:lnTo>
                    <a:pt x="45567" y="225044"/>
                  </a:lnTo>
                  <a:lnTo>
                    <a:pt x="49555" y="229704"/>
                  </a:lnTo>
                  <a:lnTo>
                    <a:pt x="49555" y="225310"/>
                  </a:lnTo>
                  <a:lnTo>
                    <a:pt x="49072" y="224739"/>
                  </a:lnTo>
                  <a:lnTo>
                    <a:pt x="45542" y="220637"/>
                  </a:lnTo>
                  <a:lnTo>
                    <a:pt x="45542" y="225005"/>
                  </a:lnTo>
                  <a:lnTo>
                    <a:pt x="45085" y="225031"/>
                  </a:lnTo>
                  <a:lnTo>
                    <a:pt x="45326" y="224739"/>
                  </a:lnTo>
                  <a:lnTo>
                    <a:pt x="45542" y="225005"/>
                  </a:lnTo>
                  <a:lnTo>
                    <a:pt x="45542" y="220637"/>
                  </a:lnTo>
                  <a:lnTo>
                    <a:pt x="45326" y="220383"/>
                  </a:lnTo>
                  <a:lnTo>
                    <a:pt x="31381" y="236639"/>
                  </a:lnTo>
                  <a:lnTo>
                    <a:pt x="31381" y="245541"/>
                  </a:lnTo>
                  <a:lnTo>
                    <a:pt x="30810" y="245389"/>
                  </a:lnTo>
                  <a:lnTo>
                    <a:pt x="29502" y="245478"/>
                  </a:lnTo>
                  <a:lnTo>
                    <a:pt x="28194" y="245554"/>
                  </a:lnTo>
                  <a:lnTo>
                    <a:pt x="27165" y="245948"/>
                  </a:lnTo>
                  <a:lnTo>
                    <a:pt x="27165" y="246748"/>
                  </a:lnTo>
                  <a:lnTo>
                    <a:pt x="26822" y="246329"/>
                  </a:lnTo>
                  <a:lnTo>
                    <a:pt x="27127" y="245973"/>
                  </a:lnTo>
                  <a:lnTo>
                    <a:pt x="27165" y="246748"/>
                  </a:lnTo>
                  <a:lnTo>
                    <a:pt x="27165" y="245948"/>
                  </a:lnTo>
                  <a:lnTo>
                    <a:pt x="31140" y="241300"/>
                  </a:lnTo>
                  <a:lnTo>
                    <a:pt x="31051" y="241782"/>
                  </a:lnTo>
                  <a:lnTo>
                    <a:pt x="31203" y="244856"/>
                  </a:lnTo>
                  <a:lnTo>
                    <a:pt x="31381" y="245541"/>
                  </a:lnTo>
                  <a:lnTo>
                    <a:pt x="31381" y="236639"/>
                  </a:lnTo>
                  <a:lnTo>
                    <a:pt x="24942" y="244144"/>
                  </a:lnTo>
                  <a:lnTo>
                    <a:pt x="23075" y="241973"/>
                  </a:lnTo>
                  <a:lnTo>
                    <a:pt x="23075" y="246329"/>
                  </a:lnTo>
                  <a:lnTo>
                    <a:pt x="18935" y="251155"/>
                  </a:lnTo>
                  <a:lnTo>
                    <a:pt x="19050" y="250545"/>
                  </a:lnTo>
                  <a:lnTo>
                    <a:pt x="18910" y="247472"/>
                  </a:lnTo>
                  <a:lnTo>
                    <a:pt x="18707" y="246799"/>
                  </a:lnTo>
                  <a:lnTo>
                    <a:pt x="19329" y="246938"/>
                  </a:lnTo>
                  <a:lnTo>
                    <a:pt x="20637" y="246849"/>
                  </a:lnTo>
                  <a:lnTo>
                    <a:pt x="21945" y="246773"/>
                  </a:lnTo>
                  <a:lnTo>
                    <a:pt x="23012" y="246380"/>
                  </a:lnTo>
                  <a:lnTo>
                    <a:pt x="22999" y="246253"/>
                  </a:lnTo>
                  <a:lnTo>
                    <a:pt x="23075" y="241973"/>
                  </a:lnTo>
                  <a:lnTo>
                    <a:pt x="22275" y="241033"/>
                  </a:lnTo>
                  <a:lnTo>
                    <a:pt x="22275" y="245414"/>
                  </a:lnTo>
                  <a:lnTo>
                    <a:pt x="21882" y="245313"/>
                  </a:lnTo>
                  <a:lnTo>
                    <a:pt x="19253" y="245478"/>
                  </a:lnTo>
                  <a:lnTo>
                    <a:pt x="18643" y="245706"/>
                  </a:lnTo>
                  <a:lnTo>
                    <a:pt x="18770" y="244995"/>
                  </a:lnTo>
                  <a:lnTo>
                    <a:pt x="18694" y="243459"/>
                  </a:lnTo>
                  <a:lnTo>
                    <a:pt x="18618" y="241935"/>
                  </a:lnTo>
                  <a:lnTo>
                    <a:pt x="18288" y="240766"/>
                  </a:lnTo>
                  <a:lnTo>
                    <a:pt x="22275" y="245414"/>
                  </a:lnTo>
                  <a:lnTo>
                    <a:pt x="22275" y="241033"/>
                  </a:lnTo>
                  <a:lnTo>
                    <a:pt x="8318" y="224739"/>
                  </a:lnTo>
                  <a:lnTo>
                    <a:pt x="4787" y="220637"/>
                  </a:lnTo>
                  <a:lnTo>
                    <a:pt x="4787" y="225005"/>
                  </a:lnTo>
                  <a:lnTo>
                    <a:pt x="4330" y="225031"/>
                  </a:lnTo>
                  <a:lnTo>
                    <a:pt x="4572" y="224739"/>
                  </a:lnTo>
                  <a:lnTo>
                    <a:pt x="4787" y="225005"/>
                  </a:lnTo>
                  <a:lnTo>
                    <a:pt x="4787" y="220637"/>
                  </a:lnTo>
                  <a:lnTo>
                    <a:pt x="4572" y="220383"/>
                  </a:lnTo>
                  <a:lnTo>
                    <a:pt x="12" y="225691"/>
                  </a:lnTo>
                  <a:lnTo>
                    <a:pt x="12" y="230060"/>
                  </a:lnTo>
                  <a:lnTo>
                    <a:pt x="4076" y="225323"/>
                  </a:lnTo>
                  <a:lnTo>
                    <a:pt x="3911" y="226288"/>
                  </a:lnTo>
                  <a:lnTo>
                    <a:pt x="4051" y="229362"/>
                  </a:lnTo>
                  <a:lnTo>
                    <a:pt x="4229" y="230047"/>
                  </a:lnTo>
                  <a:lnTo>
                    <a:pt x="3657" y="229895"/>
                  </a:lnTo>
                  <a:lnTo>
                    <a:pt x="1041" y="230060"/>
                  </a:lnTo>
                  <a:lnTo>
                    <a:pt x="12" y="230441"/>
                  </a:lnTo>
                  <a:lnTo>
                    <a:pt x="25" y="231254"/>
                  </a:lnTo>
                  <a:lnTo>
                    <a:pt x="1104" y="231521"/>
                  </a:lnTo>
                  <a:lnTo>
                    <a:pt x="3733" y="231355"/>
                  </a:lnTo>
                  <a:lnTo>
                    <a:pt x="4305" y="231140"/>
                  </a:lnTo>
                  <a:lnTo>
                    <a:pt x="4191" y="231838"/>
                  </a:lnTo>
                  <a:lnTo>
                    <a:pt x="4267" y="233375"/>
                  </a:lnTo>
                  <a:lnTo>
                    <a:pt x="4330" y="234899"/>
                  </a:lnTo>
                  <a:lnTo>
                    <a:pt x="4673" y="236131"/>
                  </a:lnTo>
                  <a:lnTo>
                    <a:pt x="5359" y="236080"/>
                  </a:lnTo>
                  <a:lnTo>
                    <a:pt x="5588" y="234823"/>
                  </a:lnTo>
                  <a:lnTo>
                    <a:pt x="5435" y="231762"/>
                  </a:lnTo>
                  <a:lnTo>
                    <a:pt x="5105" y="230530"/>
                  </a:lnTo>
                  <a:lnTo>
                    <a:pt x="5295" y="229273"/>
                  </a:lnTo>
                  <a:lnTo>
                    <a:pt x="5219" y="227749"/>
                  </a:lnTo>
                  <a:lnTo>
                    <a:pt x="5156" y="226225"/>
                  </a:lnTo>
                  <a:lnTo>
                    <a:pt x="4813" y="225044"/>
                  </a:lnTo>
                  <a:lnTo>
                    <a:pt x="18262" y="240728"/>
                  </a:lnTo>
                  <a:lnTo>
                    <a:pt x="17602" y="240753"/>
                  </a:lnTo>
                  <a:lnTo>
                    <a:pt x="17373" y="242011"/>
                  </a:lnTo>
                  <a:lnTo>
                    <a:pt x="17526" y="245071"/>
                  </a:lnTo>
                  <a:lnTo>
                    <a:pt x="17703" y="245757"/>
                  </a:lnTo>
                  <a:lnTo>
                    <a:pt x="17132" y="245605"/>
                  </a:lnTo>
                  <a:lnTo>
                    <a:pt x="15824" y="245694"/>
                  </a:lnTo>
                  <a:lnTo>
                    <a:pt x="14516" y="245783"/>
                  </a:lnTo>
                  <a:lnTo>
                    <a:pt x="13449" y="246164"/>
                  </a:lnTo>
                  <a:lnTo>
                    <a:pt x="13500" y="246976"/>
                  </a:lnTo>
                  <a:lnTo>
                    <a:pt x="14566" y="247230"/>
                  </a:lnTo>
                  <a:lnTo>
                    <a:pt x="17195" y="247065"/>
                  </a:lnTo>
                  <a:lnTo>
                    <a:pt x="17780" y="246862"/>
                  </a:lnTo>
                  <a:lnTo>
                    <a:pt x="17665" y="247561"/>
                  </a:lnTo>
                  <a:lnTo>
                    <a:pt x="17729" y="249085"/>
                  </a:lnTo>
                  <a:lnTo>
                    <a:pt x="17805" y="250609"/>
                  </a:lnTo>
                  <a:lnTo>
                    <a:pt x="18148" y="251841"/>
                  </a:lnTo>
                  <a:lnTo>
                    <a:pt x="18351" y="251841"/>
                  </a:lnTo>
                  <a:lnTo>
                    <a:pt x="4572" y="267906"/>
                  </a:lnTo>
                  <a:lnTo>
                    <a:pt x="0" y="262572"/>
                  </a:lnTo>
                  <a:lnTo>
                    <a:pt x="0" y="266941"/>
                  </a:lnTo>
                  <a:lnTo>
                    <a:pt x="4572" y="272275"/>
                  </a:lnTo>
                  <a:lnTo>
                    <a:pt x="8318" y="267906"/>
                  </a:lnTo>
                  <a:lnTo>
                    <a:pt x="24942" y="248513"/>
                  </a:lnTo>
                  <a:lnTo>
                    <a:pt x="45326" y="272275"/>
                  </a:lnTo>
                  <a:lnTo>
                    <a:pt x="49072" y="267906"/>
                  </a:lnTo>
                  <a:lnTo>
                    <a:pt x="66281" y="247840"/>
                  </a:lnTo>
                  <a:lnTo>
                    <a:pt x="87249" y="272275"/>
                  </a:lnTo>
                  <a:lnTo>
                    <a:pt x="90995" y="267906"/>
                  </a:lnTo>
                  <a:lnTo>
                    <a:pt x="109499" y="246329"/>
                  </a:lnTo>
                  <a:close/>
                </a:path>
                <a:path w="118109" h="272415">
                  <a:moveTo>
                    <a:pt x="112661" y="36728"/>
                  </a:moveTo>
                  <a:lnTo>
                    <a:pt x="112623" y="35915"/>
                  </a:lnTo>
                  <a:lnTo>
                    <a:pt x="111544" y="35661"/>
                  </a:lnTo>
                  <a:lnTo>
                    <a:pt x="108915" y="35826"/>
                  </a:lnTo>
                  <a:lnTo>
                    <a:pt x="107861" y="36207"/>
                  </a:lnTo>
                  <a:lnTo>
                    <a:pt x="106781" y="35953"/>
                  </a:lnTo>
                  <a:lnTo>
                    <a:pt x="105473" y="36042"/>
                  </a:lnTo>
                  <a:lnTo>
                    <a:pt x="104165" y="36131"/>
                  </a:lnTo>
                  <a:lnTo>
                    <a:pt x="103111" y="36512"/>
                  </a:lnTo>
                  <a:lnTo>
                    <a:pt x="103149" y="37325"/>
                  </a:lnTo>
                  <a:lnTo>
                    <a:pt x="104228" y="37579"/>
                  </a:lnTo>
                  <a:lnTo>
                    <a:pt x="106857" y="37414"/>
                  </a:lnTo>
                  <a:lnTo>
                    <a:pt x="107429" y="37198"/>
                  </a:lnTo>
                  <a:lnTo>
                    <a:pt x="107315" y="37896"/>
                  </a:lnTo>
                  <a:lnTo>
                    <a:pt x="107391" y="39433"/>
                  </a:lnTo>
                  <a:lnTo>
                    <a:pt x="107467" y="40957"/>
                  </a:lnTo>
                  <a:lnTo>
                    <a:pt x="107797" y="42189"/>
                  </a:lnTo>
                  <a:lnTo>
                    <a:pt x="108483" y="42138"/>
                  </a:lnTo>
                  <a:lnTo>
                    <a:pt x="108712" y="40881"/>
                  </a:lnTo>
                  <a:lnTo>
                    <a:pt x="108559" y="37820"/>
                  </a:lnTo>
                  <a:lnTo>
                    <a:pt x="108369" y="37134"/>
                  </a:lnTo>
                  <a:lnTo>
                    <a:pt x="108991" y="37274"/>
                  </a:lnTo>
                  <a:lnTo>
                    <a:pt x="110299" y="37198"/>
                  </a:lnTo>
                  <a:lnTo>
                    <a:pt x="111607" y="37109"/>
                  </a:lnTo>
                  <a:lnTo>
                    <a:pt x="112661" y="36728"/>
                  </a:lnTo>
                  <a:close/>
                </a:path>
                <a:path w="118109" h="272415">
                  <a:moveTo>
                    <a:pt x="112915" y="5664"/>
                  </a:moveTo>
                  <a:lnTo>
                    <a:pt x="112877" y="4864"/>
                  </a:lnTo>
                  <a:lnTo>
                    <a:pt x="111798" y="4597"/>
                  </a:lnTo>
                  <a:lnTo>
                    <a:pt x="109169" y="4762"/>
                  </a:lnTo>
                  <a:lnTo>
                    <a:pt x="108546" y="5003"/>
                  </a:lnTo>
                  <a:lnTo>
                    <a:pt x="108673" y="4279"/>
                  </a:lnTo>
                  <a:lnTo>
                    <a:pt x="108610" y="2743"/>
                  </a:lnTo>
                  <a:lnTo>
                    <a:pt x="108534" y="1219"/>
                  </a:lnTo>
                  <a:lnTo>
                    <a:pt x="108204" y="0"/>
                  </a:lnTo>
                  <a:lnTo>
                    <a:pt x="107505" y="38"/>
                  </a:lnTo>
                  <a:lnTo>
                    <a:pt x="107289" y="1295"/>
                  </a:lnTo>
                  <a:lnTo>
                    <a:pt x="107429" y="4356"/>
                  </a:lnTo>
                  <a:lnTo>
                    <a:pt x="107607" y="5041"/>
                  </a:lnTo>
                  <a:lnTo>
                    <a:pt x="107035" y="4902"/>
                  </a:lnTo>
                  <a:lnTo>
                    <a:pt x="105727" y="4978"/>
                  </a:lnTo>
                  <a:lnTo>
                    <a:pt x="104419" y="5067"/>
                  </a:lnTo>
                  <a:lnTo>
                    <a:pt x="103365" y="5448"/>
                  </a:lnTo>
                  <a:lnTo>
                    <a:pt x="103403" y="6261"/>
                  </a:lnTo>
                  <a:lnTo>
                    <a:pt x="104482" y="6515"/>
                  </a:lnTo>
                  <a:lnTo>
                    <a:pt x="107111" y="6350"/>
                  </a:lnTo>
                  <a:lnTo>
                    <a:pt x="107696" y="6146"/>
                  </a:lnTo>
                  <a:lnTo>
                    <a:pt x="107569" y="6845"/>
                  </a:lnTo>
                  <a:lnTo>
                    <a:pt x="107645" y="8369"/>
                  </a:lnTo>
                  <a:lnTo>
                    <a:pt x="107721" y="9893"/>
                  </a:lnTo>
                  <a:lnTo>
                    <a:pt x="108051" y="11125"/>
                  </a:lnTo>
                  <a:lnTo>
                    <a:pt x="108737" y="11087"/>
                  </a:lnTo>
                  <a:lnTo>
                    <a:pt x="108966" y="9829"/>
                  </a:lnTo>
                  <a:lnTo>
                    <a:pt x="108813" y="6756"/>
                  </a:lnTo>
                  <a:lnTo>
                    <a:pt x="108623" y="6083"/>
                  </a:lnTo>
                  <a:lnTo>
                    <a:pt x="109245" y="6223"/>
                  </a:lnTo>
                  <a:lnTo>
                    <a:pt x="110553" y="6134"/>
                  </a:lnTo>
                  <a:lnTo>
                    <a:pt x="111861" y="6057"/>
                  </a:lnTo>
                  <a:lnTo>
                    <a:pt x="112915" y="5664"/>
                  </a:lnTo>
                  <a:close/>
                </a:path>
                <a:path w="118109" h="272415">
                  <a:moveTo>
                    <a:pt x="117703" y="20853"/>
                  </a:moveTo>
                  <a:lnTo>
                    <a:pt x="116827" y="21170"/>
                  </a:lnTo>
                  <a:lnTo>
                    <a:pt x="116878" y="21971"/>
                  </a:lnTo>
                  <a:lnTo>
                    <a:pt x="117703" y="22174"/>
                  </a:lnTo>
                  <a:lnTo>
                    <a:pt x="117703" y="20853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11725466" y="7319029"/>
              <a:ext cx="114935" cy="117475"/>
            </a:xfrm>
            <a:custGeom>
              <a:avLst/>
              <a:gdLst/>
              <a:ahLst/>
              <a:cxnLst/>
              <a:rect l="l" t="t" r="r" b="b"/>
              <a:pathLst>
                <a:path w="114934" h="117475">
                  <a:moveTo>
                    <a:pt x="6604" y="106921"/>
                  </a:moveTo>
                  <a:lnTo>
                    <a:pt x="6553" y="106108"/>
                  </a:lnTo>
                  <a:lnTo>
                    <a:pt x="5486" y="105854"/>
                  </a:lnTo>
                  <a:lnTo>
                    <a:pt x="2857" y="106019"/>
                  </a:lnTo>
                  <a:lnTo>
                    <a:pt x="1803" y="106400"/>
                  </a:lnTo>
                  <a:lnTo>
                    <a:pt x="1816" y="106807"/>
                  </a:lnTo>
                  <a:lnTo>
                    <a:pt x="1473" y="106832"/>
                  </a:lnTo>
                  <a:lnTo>
                    <a:pt x="1257" y="108089"/>
                  </a:lnTo>
                  <a:lnTo>
                    <a:pt x="1333" y="109626"/>
                  </a:lnTo>
                  <a:lnTo>
                    <a:pt x="1397" y="111150"/>
                  </a:lnTo>
                  <a:lnTo>
                    <a:pt x="1739" y="112382"/>
                  </a:lnTo>
                  <a:lnTo>
                    <a:pt x="2425" y="112331"/>
                  </a:lnTo>
                  <a:lnTo>
                    <a:pt x="2654" y="111074"/>
                  </a:lnTo>
                  <a:lnTo>
                    <a:pt x="2501" y="108013"/>
                  </a:lnTo>
                  <a:lnTo>
                    <a:pt x="2311" y="107327"/>
                  </a:lnTo>
                  <a:lnTo>
                    <a:pt x="2921" y="107467"/>
                  </a:lnTo>
                  <a:lnTo>
                    <a:pt x="4229" y="107391"/>
                  </a:lnTo>
                  <a:lnTo>
                    <a:pt x="5549" y="107302"/>
                  </a:lnTo>
                  <a:lnTo>
                    <a:pt x="6604" y="106921"/>
                  </a:lnTo>
                  <a:close/>
                </a:path>
                <a:path w="114934" h="117475">
                  <a:moveTo>
                    <a:pt x="44500" y="25946"/>
                  </a:moveTo>
                  <a:lnTo>
                    <a:pt x="40754" y="21590"/>
                  </a:lnTo>
                  <a:lnTo>
                    <a:pt x="40754" y="25946"/>
                  </a:lnTo>
                  <a:lnTo>
                    <a:pt x="36614" y="30772"/>
                  </a:lnTo>
                  <a:lnTo>
                    <a:pt x="36728" y="30162"/>
                  </a:lnTo>
                  <a:lnTo>
                    <a:pt x="36576" y="27101"/>
                  </a:lnTo>
                  <a:lnTo>
                    <a:pt x="36385" y="26416"/>
                  </a:lnTo>
                  <a:lnTo>
                    <a:pt x="37007" y="26555"/>
                  </a:lnTo>
                  <a:lnTo>
                    <a:pt x="38315" y="26479"/>
                  </a:lnTo>
                  <a:lnTo>
                    <a:pt x="39624" y="26390"/>
                  </a:lnTo>
                  <a:lnTo>
                    <a:pt x="40678" y="26009"/>
                  </a:lnTo>
                  <a:lnTo>
                    <a:pt x="40665" y="25857"/>
                  </a:lnTo>
                  <a:lnTo>
                    <a:pt x="40754" y="21590"/>
                  </a:lnTo>
                  <a:lnTo>
                    <a:pt x="39966" y="20662"/>
                  </a:lnTo>
                  <a:lnTo>
                    <a:pt x="39966" y="25031"/>
                  </a:lnTo>
                  <a:lnTo>
                    <a:pt x="39560" y="24930"/>
                  </a:lnTo>
                  <a:lnTo>
                    <a:pt x="36931" y="25107"/>
                  </a:lnTo>
                  <a:lnTo>
                    <a:pt x="36309" y="25336"/>
                  </a:lnTo>
                  <a:lnTo>
                    <a:pt x="36436" y="24612"/>
                  </a:lnTo>
                  <a:lnTo>
                    <a:pt x="36372" y="23088"/>
                  </a:lnTo>
                  <a:lnTo>
                    <a:pt x="36296" y="21564"/>
                  </a:lnTo>
                  <a:lnTo>
                    <a:pt x="36029" y="20637"/>
                  </a:lnTo>
                  <a:lnTo>
                    <a:pt x="36029" y="31457"/>
                  </a:lnTo>
                  <a:lnTo>
                    <a:pt x="22250" y="47523"/>
                  </a:lnTo>
                  <a:lnTo>
                    <a:pt x="17462" y="41960"/>
                  </a:lnTo>
                  <a:lnTo>
                    <a:pt x="18516" y="42202"/>
                  </a:lnTo>
                  <a:lnTo>
                    <a:pt x="21145" y="42037"/>
                  </a:lnTo>
                  <a:lnTo>
                    <a:pt x="21729" y="41833"/>
                  </a:lnTo>
                  <a:lnTo>
                    <a:pt x="21602" y="42532"/>
                  </a:lnTo>
                  <a:lnTo>
                    <a:pt x="21678" y="44056"/>
                  </a:lnTo>
                  <a:lnTo>
                    <a:pt x="21755" y="45580"/>
                  </a:lnTo>
                  <a:lnTo>
                    <a:pt x="22085" y="46812"/>
                  </a:lnTo>
                  <a:lnTo>
                    <a:pt x="22783" y="46774"/>
                  </a:lnTo>
                  <a:lnTo>
                    <a:pt x="22999" y="45516"/>
                  </a:lnTo>
                  <a:lnTo>
                    <a:pt x="22847" y="42443"/>
                  </a:lnTo>
                  <a:lnTo>
                    <a:pt x="22656" y="41757"/>
                  </a:lnTo>
                  <a:lnTo>
                    <a:pt x="23279" y="41910"/>
                  </a:lnTo>
                  <a:lnTo>
                    <a:pt x="24587" y="41821"/>
                  </a:lnTo>
                  <a:lnTo>
                    <a:pt x="25895" y="41744"/>
                  </a:lnTo>
                  <a:lnTo>
                    <a:pt x="26949" y="41351"/>
                  </a:lnTo>
                  <a:lnTo>
                    <a:pt x="26911" y="40551"/>
                  </a:lnTo>
                  <a:lnTo>
                    <a:pt x="25831" y="40284"/>
                  </a:lnTo>
                  <a:lnTo>
                    <a:pt x="23202" y="40449"/>
                  </a:lnTo>
                  <a:lnTo>
                    <a:pt x="22580" y="40690"/>
                  </a:lnTo>
                  <a:lnTo>
                    <a:pt x="22707" y="39966"/>
                  </a:lnTo>
                  <a:lnTo>
                    <a:pt x="22644" y="38430"/>
                  </a:lnTo>
                  <a:lnTo>
                    <a:pt x="22567" y="36906"/>
                  </a:lnTo>
                  <a:lnTo>
                    <a:pt x="22237" y="35687"/>
                  </a:lnTo>
                  <a:lnTo>
                    <a:pt x="21551" y="35725"/>
                  </a:lnTo>
                  <a:lnTo>
                    <a:pt x="21323" y="36982"/>
                  </a:lnTo>
                  <a:lnTo>
                    <a:pt x="21463" y="40043"/>
                  </a:lnTo>
                  <a:lnTo>
                    <a:pt x="21640" y="40728"/>
                  </a:lnTo>
                  <a:lnTo>
                    <a:pt x="21069" y="40589"/>
                  </a:lnTo>
                  <a:lnTo>
                    <a:pt x="19761" y="40665"/>
                  </a:lnTo>
                  <a:lnTo>
                    <a:pt x="18453" y="40754"/>
                  </a:lnTo>
                  <a:lnTo>
                    <a:pt x="17399" y="41135"/>
                  </a:lnTo>
                  <a:lnTo>
                    <a:pt x="17424" y="41922"/>
                  </a:lnTo>
                  <a:lnTo>
                    <a:pt x="4114" y="26390"/>
                  </a:lnTo>
                  <a:lnTo>
                    <a:pt x="5168" y="26631"/>
                  </a:lnTo>
                  <a:lnTo>
                    <a:pt x="7797" y="26466"/>
                  </a:lnTo>
                  <a:lnTo>
                    <a:pt x="8382" y="26263"/>
                  </a:lnTo>
                  <a:lnTo>
                    <a:pt x="8255" y="26962"/>
                  </a:lnTo>
                  <a:lnTo>
                    <a:pt x="8331" y="28486"/>
                  </a:lnTo>
                  <a:lnTo>
                    <a:pt x="8407" y="30022"/>
                  </a:lnTo>
                  <a:lnTo>
                    <a:pt x="8737" y="31242"/>
                  </a:lnTo>
                  <a:lnTo>
                    <a:pt x="9436" y="31203"/>
                  </a:lnTo>
                  <a:lnTo>
                    <a:pt x="9652" y="29946"/>
                  </a:lnTo>
                  <a:lnTo>
                    <a:pt x="9499" y="26873"/>
                  </a:lnTo>
                  <a:lnTo>
                    <a:pt x="9309" y="26200"/>
                  </a:lnTo>
                  <a:lnTo>
                    <a:pt x="9931" y="26339"/>
                  </a:lnTo>
                  <a:lnTo>
                    <a:pt x="11239" y="26250"/>
                  </a:lnTo>
                  <a:lnTo>
                    <a:pt x="12547" y="26174"/>
                  </a:lnTo>
                  <a:lnTo>
                    <a:pt x="13601" y="25781"/>
                  </a:lnTo>
                  <a:lnTo>
                    <a:pt x="13563" y="24980"/>
                  </a:lnTo>
                  <a:lnTo>
                    <a:pt x="12484" y="24714"/>
                  </a:lnTo>
                  <a:lnTo>
                    <a:pt x="9855" y="24879"/>
                  </a:lnTo>
                  <a:lnTo>
                    <a:pt x="9232" y="25120"/>
                  </a:lnTo>
                  <a:lnTo>
                    <a:pt x="9372" y="24396"/>
                  </a:lnTo>
                  <a:lnTo>
                    <a:pt x="9296" y="22872"/>
                  </a:lnTo>
                  <a:lnTo>
                    <a:pt x="9220" y="21336"/>
                  </a:lnTo>
                  <a:lnTo>
                    <a:pt x="8890" y="20116"/>
                  </a:lnTo>
                  <a:lnTo>
                    <a:pt x="8737" y="20129"/>
                  </a:lnTo>
                  <a:lnTo>
                    <a:pt x="21729" y="4965"/>
                  </a:lnTo>
                  <a:lnTo>
                    <a:pt x="21577" y="5918"/>
                  </a:lnTo>
                  <a:lnTo>
                    <a:pt x="21729" y="8991"/>
                  </a:lnTo>
                  <a:lnTo>
                    <a:pt x="21907" y="9664"/>
                  </a:lnTo>
                  <a:lnTo>
                    <a:pt x="21323" y="9525"/>
                  </a:lnTo>
                  <a:lnTo>
                    <a:pt x="20015" y="9601"/>
                  </a:lnTo>
                  <a:lnTo>
                    <a:pt x="18707" y="9690"/>
                  </a:lnTo>
                  <a:lnTo>
                    <a:pt x="17653" y="10083"/>
                  </a:lnTo>
                  <a:lnTo>
                    <a:pt x="17691" y="10883"/>
                  </a:lnTo>
                  <a:lnTo>
                    <a:pt x="18770" y="11150"/>
                  </a:lnTo>
                  <a:lnTo>
                    <a:pt x="21399" y="10972"/>
                  </a:lnTo>
                  <a:lnTo>
                    <a:pt x="21983" y="10769"/>
                  </a:lnTo>
                  <a:lnTo>
                    <a:pt x="21856" y="11468"/>
                  </a:lnTo>
                  <a:lnTo>
                    <a:pt x="21932" y="12992"/>
                  </a:lnTo>
                  <a:lnTo>
                    <a:pt x="22009" y="14528"/>
                  </a:lnTo>
                  <a:lnTo>
                    <a:pt x="22339" y="15748"/>
                  </a:lnTo>
                  <a:lnTo>
                    <a:pt x="23037" y="15709"/>
                  </a:lnTo>
                  <a:lnTo>
                    <a:pt x="23253" y="14452"/>
                  </a:lnTo>
                  <a:lnTo>
                    <a:pt x="23101" y="11379"/>
                  </a:lnTo>
                  <a:lnTo>
                    <a:pt x="22910" y="10706"/>
                  </a:lnTo>
                  <a:lnTo>
                    <a:pt x="23533" y="10845"/>
                  </a:lnTo>
                  <a:lnTo>
                    <a:pt x="24841" y="10756"/>
                  </a:lnTo>
                  <a:lnTo>
                    <a:pt x="26149" y="10680"/>
                  </a:lnTo>
                  <a:lnTo>
                    <a:pt x="27203" y="10287"/>
                  </a:lnTo>
                  <a:lnTo>
                    <a:pt x="27190" y="10160"/>
                  </a:lnTo>
                  <a:lnTo>
                    <a:pt x="35941" y="20345"/>
                  </a:lnTo>
                  <a:lnTo>
                    <a:pt x="35902" y="25895"/>
                  </a:lnTo>
                  <a:lnTo>
                    <a:pt x="35902" y="20358"/>
                  </a:lnTo>
                  <a:lnTo>
                    <a:pt x="35267" y="20370"/>
                  </a:lnTo>
                  <a:lnTo>
                    <a:pt x="35052" y="21628"/>
                  </a:lnTo>
                  <a:lnTo>
                    <a:pt x="35191" y="24701"/>
                  </a:lnTo>
                  <a:lnTo>
                    <a:pt x="35382" y="25387"/>
                  </a:lnTo>
                  <a:lnTo>
                    <a:pt x="34798" y="25234"/>
                  </a:lnTo>
                  <a:lnTo>
                    <a:pt x="33489" y="25323"/>
                  </a:lnTo>
                  <a:lnTo>
                    <a:pt x="32181" y="25400"/>
                  </a:lnTo>
                  <a:lnTo>
                    <a:pt x="31127" y="25793"/>
                  </a:lnTo>
                  <a:lnTo>
                    <a:pt x="31165" y="26593"/>
                  </a:lnTo>
                  <a:lnTo>
                    <a:pt x="32245" y="26860"/>
                  </a:lnTo>
                  <a:lnTo>
                    <a:pt x="34874" y="26695"/>
                  </a:lnTo>
                  <a:lnTo>
                    <a:pt x="35458" y="26479"/>
                  </a:lnTo>
                  <a:lnTo>
                    <a:pt x="35331" y="27178"/>
                  </a:lnTo>
                  <a:lnTo>
                    <a:pt x="35407" y="28714"/>
                  </a:lnTo>
                  <a:lnTo>
                    <a:pt x="35483" y="30238"/>
                  </a:lnTo>
                  <a:lnTo>
                    <a:pt x="35814" y="31457"/>
                  </a:lnTo>
                  <a:lnTo>
                    <a:pt x="36029" y="31457"/>
                  </a:lnTo>
                  <a:lnTo>
                    <a:pt x="36029" y="20637"/>
                  </a:lnTo>
                  <a:lnTo>
                    <a:pt x="35953" y="20358"/>
                  </a:lnTo>
                  <a:lnTo>
                    <a:pt x="39966" y="25031"/>
                  </a:lnTo>
                  <a:lnTo>
                    <a:pt x="39966" y="20662"/>
                  </a:lnTo>
                  <a:lnTo>
                    <a:pt x="26466" y="4940"/>
                  </a:lnTo>
                  <a:lnTo>
                    <a:pt x="26466" y="9321"/>
                  </a:lnTo>
                  <a:lnTo>
                    <a:pt x="26085" y="9220"/>
                  </a:lnTo>
                  <a:lnTo>
                    <a:pt x="23456" y="9385"/>
                  </a:lnTo>
                  <a:lnTo>
                    <a:pt x="22834" y="9626"/>
                  </a:lnTo>
                  <a:lnTo>
                    <a:pt x="22974" y="8902"/>
                  </a:lnTo>
                  <a:lnTo>
                    <a:pt x="22898" y="7378"/>
                  </a:lnTo>
                  <a:lnTo>
                    <a:pt x="22821" y="5842"/>
                  </a:lnTo>
                  <a:lnTo>
                    <a:pt x="22491" y="4673"/>
                  </a:lnTo>
                  <a:lnTo>
                    <a:pt x="26466" y="9321"/>
                  </a:lnTo>
                  <a:lnTo>
                    <a:pt x="26466" y="4940"/>
                  </a:lnTo>
                  <a:lnTo>
                    <a:pt x="25984" y="4368"/>
                  </a:lnTo>
                  <a:lnTo>
                    <a:pt x="22466" y="254"/>
                  </a:lnTo>
                  <a:lnTo>
                    <a:pt x="22466" y="4635"/>
                  </a:lnTo>
                  <a:lnTo>
                    <a:pt x="22009" y="4660"/>
                  </a:lnTo>
                  <a:lnTo>
                    <a:pt x="22250" y="4368"/>
                  </a:lnTo>
                  <a:lnTo>
                    <a:pt x="22466" y="4635"/>
                  </a:lnTo>
                  <a:lnTo>
                    <a:pt x="22466" y="254"/>
                  </a:lnTo>
                  <a:lnTo>
                    <a:pt x="22250" y="0"/>
                  </a:lnTo>
                  <a:lnTo>
                    <a:pt x="8305" y="16268"/>
                  </a:lnTo>
                  <a:lnTo>
                    <a:pt x="8305" y="25158"/>
                  </a:lnTo>
                  <a:lnTo>
                    <a:pt x="7721" y="25019"/>
                  </a:lnTo>
                  <a:lnTo>
                    <a:pt x="6413" y="25095"/>
                  </a:lnTo>
                  <a:lnTo>
                    <a:pt x="5105" y="25184"/>
                  </a:lnTo>
                  <a:lnTo>
                    <a:pt x="4076" y="25565"/>
                  </a:lnTo>
                  <a:lnTo>
                    <a:pt x="4076" y="26352"/>
                  </a:lnTo>
                  <a:lnTo>
                    <a:pt x="3746" y="25946"/>
                  </a:lnTo>
                  <a:lnTo>
                    <a:pt x="4051" y="25590"/>
                  </a:lnTo>
                  <a:lnTo>
                    <a:pt x="4076" y="26352"/>
                  </a:lnTo>
                  <a:lnTo>
                    <a:pt x="4076" y="25565"/>
                  </a:lnTo>
                  <a:lnTo>
                    <a:pt x="8051" y="20916"/>
                  </a:lnTo>
                  <a:lnTo>
                    <a:pt x="7975" y="21412"/>
                  </a:lnTo>
                  <a:lnTo>
                    <a:pt x="8128" y="24485"/>
                  </a:lnTo>
                  <a:lnTo>
                    <a:pt x="8305" y="25158"/>
                  </a:lnTo>
                  <a:lnTo>
                    <a:pt x="8305" y="16268"/>
                  </a:lnTo>
                  <a:lnTo>
                    <a:pt x="0" y="25946"/>
                  </a:lnTo>
                  <a:lnTo>
                    <a:pt x="22250" y="51892"/>
                  </a:lnTo>
                  <a:lnTo>
                    <a:pt x="25984" y="47523"/>
                  </a:lnTo>
                  <a:lnTo>
                    <a:pt x="44500" y="25946"/>
                  </a:lnTo>
                  <a:close/>
                </a:path>
                <a:path w="114934" h="117475">
                  <a:moveTo>
                    <a:pt x="106565" y="57556"/>
                  </a:moveTo>
                  <a:lnTo>
                    <a:pt x="102819" y="53200"/>
                  </a:lnTo>
                  <a:lnTo>
                    <a:pt x="102819" y="57556"/>
                  </a:lnTo>
                  <a:lnTo>
                    <a:pt x="84315" y="79133"/>
                  </a:lnTo>
                  <a:lnTo>
                    <a:pt x="66179" y="58000"/>
                  </a:lnTo>
                  <a:lnTo>
                    <a:pt x="67246" y="58242"/>
                  </a:lnTo>
                  <a:lnTo>
                    <a:pt x="69875" y="58077"/>
                  </a:lnTo>
                  <a:lnTo>
                    <a:pt x="70459" y="57873"/>
                  </a:lnTo>
                  <a:lnTo>
                    <a:pt x="70332" y="58572"/>
                  </a:lnTo>
                  <a:lnTo>
                    <a:pt x="70408" y="60096"/>
                  </a:lnTo>
                  <a:lnTo>
                    <a:pt x="70472" y="61620"/>
                  </a:lnTo>
                  <a:lnTo>
                    <a:pt x="70815" y="62852"/>
                  </a:lnTo>
                  <a:lnTo>
                    <a:pt x="71501" y="62814"/>
                  </a:lnTo>
                  <a:lnTo>
                    <a:pt x="71729" y="61556"/>
                  </a:lnTo>
                  <a:lnTo>
                    <a:pt x="71577" y="58483"/>
                  </a:lnTo>
                  <a:lnTo>
                    <a:pt x="71247" y="57264"/>
                  </a:lnTo>
                  <a:lnTo>
                    <a:pt x="71437" y="56007"/>
                  </a:lnTo>
                  <a:lnTo>
                    <a:pt x="71361" y="54470"/>
                  </a:lnTo>
                  <a:lnTo>
                    <a:pt x="71297" y="52946"/>
                  </a:lnTo>
                  <a:lnTo>
                    <a:pt x="70954" y="51714"/>
                  </a:lnTo>
                  <a:lnTo>
                    <a:pt x="70802" y="51727"/>
                  </a:lnTo>
                  <a:lnTo>
                    <a:pt x="84315" y="35979"/>
                  </a:lnTo>
                  <a:lnTo>
                    <a:pt x="102819" y="57556"/>
                  </a:lnTo>
                  <a:lnTo>
                    <a:pt x="102819" y="53200"/>
                  </a:lnTo>
                  <a:lnTo>
                    <a:pt x="88061" y="35979"/>
                  </a:lnTo>
                  <a:lnTo>
                    <a:pt x="84315" y="31610"/>
                  </a:lnTo>
                  <a:lnTo>
                    <a:pt x="70370" y="47879"/>
                  </a:lnTo>
                  <a:lnTo>
                    <a:pt x="70370" y="56769"/>
                  </a:lnTo>
                  <a:lnTo>
                    <a:pt x="69799" y="56616"/>
                  </a:lnTo>
                  <a:lnTo>
                    <a:pt x="68491" y="56705"/>
                  </a:lnTo>
                  <a:lnTo>
                    <a:pt x="67183" y="56794"/>
                  </a:lnTo>
                  <a:lnTo>
                    <a:pt x="66154" y="57175"/>
                  </a:lnTo>
                  <a:lnTo>
                    <a:pt x="66154" y="57975"/>
                  </a:lnTo>
                  <a:lnTo>
                    <a:pt x="65811" y="57556"/>
                  </a:lnTo>
                  <a:lnTo>
                    <a:pt x="66128" y="57188"/>
                  </a:lnTo>
                  <a:lnTo>
                    <a:pt x="66154" y="57975"/>
                  </a:lnTo>
                  <a:lnTo>
                    <a:pt x="66154" y="57175"/>
                  </a:lnTo>
                  <a:lnTo>
                    <a:pt x="70129" y="52514"/>
                  </a:lnTo>
                  <a:lnTo>
                    <a:pt x="70053" y="53022"/>
                  </a:lnTo>
                  <a:lnTo>
                    <a:pt x="70192" y="56083"/>
                  </a:lnTo>
                  <a:lnTo>
                    <a:pt x="70370" y="56769"/>
                  </a:lnTo>
                  <a:lnTo>
                    <a:pt x="70370" y="47879"/>
                  </a:lnTo>
                  <a:lnTo>
                    <a:pt x="63347" y="56057"/>
                  </a:lnTo>
                  <a:lnTo>
                    <a:pt x="60896" y="53200"/>
                  </a:lnTo>
                  <a:lnTo>
                    <a:pt x="60896" y="57556"/>
                  </a:lnTo>
                  <a:lnTo>
                    <a:pt x="56756" y="62382"/>
                  </a:lnTo>
                  <a:lnTo>
                    <a:pt x="56870" y="61772"/>
                  </a:lnTo>
                  <a:lnTo>
                    <a:pt x="56718" y="58699"/>
                  </a:lnTo>
                  <a:lnTo>
                    <a:pt x="56527" y="58013"/>
                  </a:lnTo>
                  <a:lnTo>
                    <a:pt x="57150" y="58166"/>
                  </a:lnTo>
                  <a:lnTo>
                    <a:pt x="58458" y="58089"/>
                  </a:lnTo>
                  <a:lnTo>
                    <a:pt x="59766" y="58000"/>
                  </a:lnTo>
                  <a:lnTo>
                    <a:pt x="60820" y="57607"/>
                  </a:lnTo>
                  <a:lnTo>
                    <a:pt x="60807" y="57467"/>
                  </a:lnTo>
                  <a:lnTo>
                    <a:pt x="60896" y="53200"/>
                  </a:lnTo>
                  <a:lnTo>
                    <a:pt x="60096" y="52273"/>
                  </a:lnTo>
                  <a:lnTo>
                    <a:pt x="60096" y="56642"/>
                  </a:lnTo>
                  <a:lnTo>
                    <a:pt x="59702" y="56540"/>
                  </a:lnTo>
                  <a:lnTo>
                    <a:pt x="57073" y="56718"/>
                  </a:lnTo>
                  <a:lnTo>
                    <a:pt x="56451" y="56946"/>
                  </a:lnTo>
                  <a:lnTo>
                    <a:pt x="56591" y="56222"/>
                  </a:lnTo>
                  <a:lnTo>
                    <a:pt x="56515" y="54698"/>
                  </a:lnTo>
                  <a:lnTo>
                    <a:pt x="56438" y="53162"/>
                  </a:lnTo>
                  <a:lnTo>
                    <a:pt x="56172" y="52222"/>
                  </a:lnTo>
                  <a:lnTo>
                    <a:pt x="56172" y="63068"/>
                  </a:lnTo>
                  <a:lnTo>
                    <a:pt x="42392" y="79133"/>
                  </a:lnTo>
                  <a:lnTo>
                    <a:pt x="37604" y="73571"/>
                  </a:lnTo>
                  <a:lnTo>
                    <a:pt x="38658" y="73812"/>
                  </a:lnTo>
                  <a:lnTo>
                    <a:pt x="41287" y="73647"/>
                  </a:lnTo>
                  <a:lnTo>
                    <a:pt x="41871" y="73431"/>
                  </a:lnTo>
                  <a:lnTo>
                    <a:pt x="41744" y="74142"/>
                  </a:lnTo>
                  <a:lnTo>
                    <a:pt x="41821" y="75666"/>
                  </a:lnTo>
                  <a:lnTo>
                    <a:pt x="41897" y="77190"/>
                  </a:lnTo>
                  <a:lnTo>
                    <a:pt x="42227" y="78422"/>
                  </a:lnTo>
                  <a:lnTo>
                    <a:pt x="42926" y="78371"/>
                  </a:lnTo>
                  <a:lnTo>
                    <a:pt x="43141" y="77114"/>
                  </a:lnTo>
                  <a:lnTo>
                    <a:pt x="43002" y="74053"/>
                  </a:lnTo>
                  <a:lnTo>
                    <a:pt x="42811" y="73380"/>
                  </a:lnTo>
                  <a:lnTo>
                    <a:pt x="43421" y="73520"/>
                  </a:lnTo>
                  <a:lnTo>
                    <a:pt x="44729" y="73431"/>
                  </a:lnTo>
                  <a:lnTo>
                    <a:pt x="46037" y="73342"/>
                  </a:lnTo>
                  <a:lnTo>
                    <a:pt x="47091" y="72961"/>
                  </a:lnTo>
                  <a:lnTo>
                    <a:pt x="47053" y="72148"/>
                  </a:lnTo>
                  <a:lnTo>
                    <a:pt x="45974" y="71894"/>
                  </a:lnTo>
                  <a:lnTo>
                    <a:pt x="43345" y="72059"/>
                  </a:lnTo>
                  <a:lnTo>
                    <a:pt x="42722" y="72288"/>
                  </a:lnTo>
                  <a:lnTo>
                    <a:pt x="42862" y="71577"/>
                  </a:lnTo>
                  <a:lnTo>
                    <a:pt x="42786" y="70040"/>
                  </a:lnTo>
                  <a:lnTo>
                    <a:pt x="42710" y="68516"/>
                  </a:lnTo>
                  <a:lnTo>
                    <a:pt x="42379" y="67284"/>
                  </a:lnTo>
                  <a:lnTo>
                    <a:pt x="41681" y="67335"/>
                  </a:lnTo>
                  <a:lnTo>
                    <a:pt x="41465" y="68592"/>
                  </a:lnTo>
                  <a:lnTo>
                    <a:pt x="41617" y="71653"/>
                  </a:lnTo>
                  <a:lnTo>
                    <a:pt x="41795" y="72339"/>
                  </a:lnTo>
                  <a:lnTo>
                    <a:pt x="41224" y="72186"/>
                  </a:lnTo>
                  <a:lnTo>
                    <a:pt x="39903" y="72275"/>
                  </a:lnTo>
                  <a:lnTo>
                    <a:pt x="38595" y="72364"/>
                  </a:lnTo>
                  <a:lnTo>
                    <a:pt x="37541" y="72745"/>
                  </a:lnTo>
                  <a:lnTo>
                    <a:pt x="37566" y="73533"/>
                  </a:lnTo>
                  <a:lnTo>
                    <a:pt x="24257" y="58000"/>
                  </a:lnTo>
                  <a:lnTo>
                    <a:pt x="25311" y="58242"/>
                  </a:lnTo>
                  <a:lnTo>
                    <a:pt x="27940" y="58077"/>
                  </a:lnTo>
                  <a:lnTo>
                    <a:pt x="28524" y="57873"/>
                  </a:lnTo>
                  <a:lnTo>
                    <a:pt x="28409" y="58572"/>
                  </a:lnTo>
                  <a:lnTo>
                    <a:pt x="28473" y="60096"/>
                  </a:lnTo>
                  <a:lnTo>
                    <a:pt x="28549" y="61620"/>
                  </a:lnTo>
                  <a:lnTo>
                    <a:pt x="28892" y="62852"/>
                  </a:lnTo>
                  <a:lnTo>
                    <a:pt x="29578" y="62814"/>
                  </a:lnTo>
                  <a:lnTo>
                    <a:pt x="29794" y="61556"/>
                  </a:lnTo>
                  <a:lnTo>
                    <a:pt x="29654" y="58483"/>
                  </a:lnTo>
                  <a:lnTo>
                    <a:pt x="29451" y="57810"/>
                  </a:lnTo>
                  <a:lnTo>
                    <a:pt x="30073" y="57950"/>
                  </a:lnTo>
                  <a:lnTo>
                    <a:pt x="31381" y="57861"/>
                  </a:lnTo>
                  <a:lnTo>
                    <a:pt x="32689" y="57772"/>
                  </a:lnTo>
                  <a:lnTo>
                    <a:pt x="33756" y="57391"/>
                  </a:lnTo>
                  <a:lnTo>
                    <a:pt x="33705" y="56578"/>
                  </a:lnTo>
                  <a:lnTo>
                    <a:pt x="32626" y="56324"/>
                  </a:lnTo>
                  <a:lnTo>
                    <a:pt x="29997" y="56489"/>
                  </a:lnTo>
                  <a:lnTo>
                    <a:pt x="29387" y="56730"/>
                  </a:lnTo>
                  <a:lnTo>
                    <a:pt x="29514" y="56007"/>
                  </a:lnTo>
                  <a:lnTo>
                    <a:pt x="29438" y="54470"/>
                  </a:lnTo>
                  <a:lnTo>
                    <a:pt x="29362" y="52946"/>
                  </a:lnTo>
                  <a:lnTo>
                    <a:pt x="29032" y="51714"/>
                  </a:lnTo>
                  <a:lnTo>
                    <a:pt x="28879" y="51727"/>
                  </a:lnTo>
                  <a:lnTo>
                    <a:pt x="41884" y="36563"/>
                  </a:lnTo>
                  <a:lnTo>
                    <a:pt x="41719" y="37528"/>
                  </a:lnTo>
                  <a:lnTo>
                    <a:pt x="41871" y="40589"/>
                  </a:lnTo>
                  <a:lnTo>
                    <a:pt x="42049" y="41275"/>
                  </a:lnTo>
                  <a:lnTo>
                    <a:pt x="41465" y="41135"/>
                  </a:lnTo>
                  <a:lnTo>
                    <a:pt x="40157" y="41211"/>
                  </a:lnTo>
                  <a:lnTo>
                    <a:pt x="38849" y="41300"/>
                  </a:lnTo>
                  <a:lnTo>
                    <a:pt x="37795" y="41681"/>
                  </a:lnTo>
                  <a:lnTo>
                    <a:pt x="37833" y="42494"/>
                  </a:lnTo>
                  <a:lnTo>
                    <a:pt x="38912" y="42748"/>
                  </a:lnTo>
                  <a:lnTo>
                    <a:pt x="41541" y="42583"/>
                  </a:lnTo>
                  <a:lnTo>
                    <a:pt x="42125" y="42379"/>
                  </a:lnTo>
                  <a:lnTo>
                    <a:pt x="42011" y="43078"/>
                  </a:lnTo>
                  <a:lnTo>
                    <a:pt x="42075" y="44602"/>
                  </a:lnTo>
                  <a:lnTo>
                    <a:pt x="42151" y="46126"/>
                  </a:lnTo>
                  <a:lnTo>
                    <a:pt x="42481" y="47358"/>
                  </a:lnTo>
                  <a:lnTo>
                    <a:pt x="43180" y="47320"/>
                  </a:lnTo>
                  <a:lnTo>
                    <a:pt x="43395" y="46062"/>
                  </a:lnTo>
                  <a:lnTo>
                    <a:pt x="43256" y="42989"/>
                  </a:lnTo>
                  <a:lnTo>
                    <a:pt x="43053" y="42316"/>
                  </a:lnTo>
                  <a:lnTo>
                    <a:pt x="43675" y="42456"/>
                  </a:lnTo>
                  <a:lnTo>
                    <a:pt x="44983" y="42367"/>
                  </a:lnTo>
                  <a:lnTo>
                    <a:pt x="46291" y="42291"/>
                  </a:lnTo>
                  <a:lnTo>
                    <a:pt x="47345" y="41897"/>
                  </a:lnTo>
                  <a:lnTo>
                    <a:pt x="47332" y="41770"/>
                  </a:lnTo>
                  <a:lnTo>
                    <a:pt x="56083" y="51955"/>
                  </a:lnTo>
                  <a:lnTo>
                    <a:pt x="55410" y="51981"/>
                  </a:lnTo>
                  <a:lnTo>
                    <a:pt x="55194" y="53238"/>
                  </a:lnTo>
                  <a:lnTo>
                    <a:pt x="55333" y="56311"/>
                  </a:lnTo>
                  <a:lnTo>
                    <a:pt x="55511" y="56997"/>
                  </a:lnTo>
                  <a:lnTo>
                    <a:pt x="54940" y="56845"/>
                  </a:lnTo>
                  <a:lnTo>
                    <a:pt x="53632" y="56921"/>
                  </a:lnTo>
                  <a:lnTo>
                    <a:pt x="52324" y="57010"/>
                  </a:lnTo>
                  <a:lnTo>
                    <a:pt x="51282" y="57404"/>
                  </a:lnTo>
                  <a:lnTo>
                    <a:pt x="51282" y="57810"/>
                  </a:lnTo>
                  <a:lnTo>
                    <a:pt x="51308" y="58204"/>
                  </a:lnTo>
                  <a:lnTo>
                    <a:pt x="52387" y="58470"/>
                  </a:lnTo>
                  <a:lnTo>
                    <a:pt x="55016" y="58293"/>
                  </a:lnTo>
                  <a:lnTo>
                    <a:pt x="55600" y="58089"/>
                  </a:lnTo>
                  <a:lnTo>
                    <a:pt x="55473" y="58788"/>
                  </a:lnTo>
                  <a:lnTo>
                    <a:pt x="55549" y="60312"/>
                  </a:lnTo>
                  <a:lnTo>
                    <a:pt x="55626" y="61849"/>
                  </a:lnTo>
                  <a:lnTo>
                    <a:pt x="55956" y="63068"/>
                  </a:lnTo>
                  <a:lnTo>
                    <a:pt x="56172" y="63068"/>
                  </a:lnTo>
                  <a:lnTo>
                    <a:pt x="56172" y="52222"/>
                  </a:lnTo>
                  <a:lnTo>
                    <a:pt x="56108" y="51993"/>
                  </a:lnTo>
                  <a:lnTo>
                    <a:pt x="60096" y="56642"/>
                  </a:lnTo>
                  <a:lnTo>
                    <a:pt x="60096" y="52273"/>
                  </a:lnTo>
                  <a:lnTo>
                    <a:pt x="46609" y="36537"/>
                  </a:lnTo>
                  <a:lnTo>
                    <a:pt x="46609" y="40932"/>
                  </a:lnTo>
                  <a:lnTo>
                    <a:pt x="46228" y="40830"/>
                  </a:lnTo>
                  <a:lnTo>
                    <a:pt x="43599" y="40995"/>
                  </a:lnTo>
                  <a:lnTo>
                    <a:pt x="42976" y="41236"/>
                  </a:lnTo>
                  <a:lnTo>
                    <a:pt x="43116" y="40513"/>
                  </a:lnTo>
                  <a:lnTo>
                    <a:pt x="43040" y="38976"/>
                  </a:lnTo>
                  <a:lnTo>
                    <a:pt x="42964" y="37452"/>
                  </a:lnTo>
                  <a:lnTo>
                    <a:pt x="42633" y="36283"/>
                  </a:lnTo>
                  <a:lnTo>
                    <a:pt x="46609" y="40932"/>
                  </a:lnTo>
                  <a:lnTo>
                    <a:pt x="46609" y="36537"/>
                  </a:lnTo>
                  <a:lnTo>
                    <a:pt x="46139" y="35979"/>
                  </a:lnTo>
                  <a:lnTo>
                    <a:pt x="42608" y="31864"/>
                  </a:lnTo>
                  <a:lnTo>
                    <a:pt x="42608" y="36245"/>
                  </a:lnTo>
                  <a:lnTo>
                    <a:pt x="42151" y="36271"/>
                  </a:lnTo>
                  <a:lnTo>
                    <a:pt x="42392" y="35979"/>
                  </a:lnTo>
                  <a:lnTo>
                    <a:pt x="42608" y="36245"/>
                  </a:lnTo>
                  <a:lnTo>
                    <a:pt x="42608" y="31864"/>
                  </a:lnTo>
                  <a:lnTo>
                    <a:pt x="42392" y="31610"/>
                  </a:lnTo>
                  <a:lnTo>
                    <a:pt x="28448" y="47879"/>
                  </a:lnTo>
                  <a:lnTo>
                    <a:pt x="28448" y="56769"/>
                  </a:lnTo>
                  <a:lnTo>
                    <a:pt x="27876" y="56616"/>
                  </a:lnTo>
                  <a:lnTo>
                    <a:pt x="26568" y="56705"/>
                  </a:lnTo>
                  <a:lnTo>
                    <a:pt x="25260" y="56794"/>
                  </a:lnTo>
                  <a:lnTo>
                    <a:pt x="24231" y="57175"/>
                  </a:lnTo>
                  <a:lnTo>
                    <a:pt x="24231" y="57975"/>
                  </a:lnTo>
                  <a:lnTo>
                    <a:pt x="23888" y="57556"/>
                  </a:lnTo>
                  <a:lnTo>
                    <a:pt x="24193" y="57200"/>
                  </a:lnTo>
                  <a:lnTo>
                    <a:pt x="24231" y="57975"/>
                  </a:lnTo>
                  <a:lnTo>
                    <a:pt x="24231" y="57175"/>
                  </a:lnTo>
                  <a:lnTo>
                    <a:pt x="28206" y="52527"/>
                  </a:lnTo>
                  <a:lnTo>
                    <a:pt x="28117" y="53022"/>
                  </a:lnTo>
                  <a:lnTo>
                    <a:pt x="28270" y="56083"/>
                  </a:lnTo>
                  <a:lnTo>
                    <a:pt x="28448" y="56769"/>
                  </a:lnTo>
                  <a:lnTo>
                    <a:pt x="28448" y="47879"/>
                  </a:lnTo>
                  <a:lnTo>
                    <a:pt x="20142" y="57556"/>
                  </a:lnTo>
                  <a:lnTo>
                    <a:pt x="42392" y="83502"/>
                  </a:lnTo>
                  <a:lnTo>
                    <a:pt x="46139" y="79133"/>
                  </a:lnTo>
                  <a:lnTo>
                    <a:pt x="63347" y="59067"/>
                  </a:lnTo>
                  <a:lnTo>
                    <a:pt x="84315" y="83502"/>
                  </a:lnTo>
                  <a:lnTo>
                    <a:pt x="88061" y="79133"/>
                  </a:lnTo>
                  <a:lnTo>
                    <a:pt x="106565" y="57556"/>
                  </a:lnTo>
                  <a:close/>
                </a:path>
                <a:path w="114934" h="117475">
                  <a:moveTo>
                    <a:pt x="114731" y="90500"/>
                  </a:moveTo>
                  <a:lnTo>
                    <a:pt x="113893" y="90805"/>
                  </a:lnTo>
                  <a:lnTo>
                    <a:pt x="113944" y="91617"/>
                  </a:lnTo>
                  <a:lnTo>
                    <a:pt x="114731" y="91808"/>
                  </a:lnTo>
                  <a:lnTo>
                    <a:pt x="114731" y="90500"/>
                  </a:lnTo>
                  <a:close/>
                </a:path>
                <a:path w="114934" h="117475">
                  <a:moveTo>
                    <a:pt x="114731" y="76339"/>
                  </a:moveTo>
                  <a:lnTo>
                    <a:pt x="109258" y="69964"/>
                  </a:lnTo>
                  <a:lnTo>
                    <a:pt x="109258" y="74345"/>
                  </a:lnTo>
                  <a:lnTo>
                    <a:pt x="108864" y="74244"/>
                  </a:lnTo>
                  <a:lnTo>
                    <a:pt x="106235" y="74409"/>
                  </a:lnTo>
                  <a:lnTo>
                    <a:pt x="105613" y="74650"/>
                  </a:lnTo>
                  <a:lnTo>
                    <a:pt x="105740" y="73926"/>
                  </a:lnTo>
                  <a:lnTo>
                    <a:pt x="105676" y="72390"/>
                  </a:lnTo>
                  <a:lnTo>
                    <a:pt x="105600" y="70866"/>
                  </a:lnTo>
                  <a:lnTo>
                    <a:pt x="105270" y="69684"/>
                  </a:lnTo>
                  <a:lnTo>
                    <a:pt x="109258" y="74345"/>
                  </a:lnTo>
                  <a:lnTo>
                    <a:pt x="109258" y="69964"/>
                  </a:lnTo>
                  <a:lnTo>
                    <a:pt x="108762" y="69380"/>
                  </a:lnTo>
                  <a:lnTo>
                    <a:pt x="105244" y="65278"/>
                  </a:lnTo>
                  <a:lnTo>
                    <a:pt x="105244" y="69646"/>
                  </a:lnTo>
                  <a:lnTo>
                    <a:pt x="104775" y="69672"/>
                  </a:lnTo>
                  <a:lnTo>
                    <a:pt x="105029" y="69380"/>
                  </a:lnTo>
                  <a:lnTo>
                    <a:pt x="105244" y="69646"/>
                  </a:lnTo>
                  <a:lnTo>
                    <a:pt x="105244" y="65278"/>
                  </a:lnTo>
                  <a:lnTo>
                    <a:pt x="105029" y="65024"/>
                  </a:lnTo>
                  <a:lnTo>
                    <a:pt x="91071" y="81305"/>
                  </a:lnTo>
                  <a:lnTo>
                    <a:pt x="91071" y="90182"/>
                  </a:lnTo>
                  <a:lnTo>
                    <a:pt x="90500" y="90030"/>
                  </a:lnTo>
                  <a:lnTo>
                    <a:pt x="89192" y="90119"/>
                  </a:lnTo>
                  <a:lnTo>
                    <a:pt x="87884" y="90208"/>
                  </a:lnTo>
                  <a:lnTo>
                    <a:pt x="86855" y="90589"/>
                  </a:lnTo>
                  <a:lnTo>
                    <a:pt x="86855" y="91376"/>
                  </a:lnTo>
                  <a:lnTo>
                    <a:pt x="86525" y="90970"/>
                  </a:lnTo>
                  <a:lnTo>
                    <a:pt x="86829" y="90614"/>
                  </a:lnTo>
                  <a:lnTo>
                    <a:pt x="86855" y="91376"/>
                  </a:lnTo>
                  <a:lnTo>
                    <a:pt x="86855" y="90589"/>
                  </a:lnTo>
                  <a:lnTo>
                    <a:pt x="90830" y="85940"/>
                  </a:lnTo>
                  <a:lnTo>
                    <a:pt x="90754" y="86436"/>
                  </a:lnTo>
                  <a:lnTo>
                    <a:pt x="90893" y="89496"/>
                  </a:lnTo>
                  <a:lnTo>
                    <a:pt x="91071" y="90182"/>
                  </a:lnTo>
                  <a:lnTo>
                    <a:pt x="91071" y="81305"/>
                  </a:lnTo>
                  <a:lnTo>
                    <a:pt x="84328" y="89166"/>
                  </a:lnTo>
                  <a:lnTo>
                    <a:pt x="82143" y="86626"/>
                  </a:lnTo>
                  <a:lnTo>
                    <a:pt x="82143" y="90970"/>
                  </a:lnTo>
                  <a:lnTo>
                    <a:pt x="78003" y="95796"/>
                  </a:lnTo>
                  <a:lnTo>
                    <a:pt x="78117" y="95186"/>
                  </a:lnTo>
                  <a:lnTo>
                    <a:pt x="77965" y="92113"/>
                  </a:lnTo>
                  <a:lnTo>
                    <a:pt x="77774" y="91440"/>
                  </a:lnTo>
                  <a:lnTo>
                    <a:pt x="78384" y="91579"/>
                  </a:lnTo>
                  <a:lnTo>
                    <a:pt x="79692" y="91490"/>
                  </a:lnTo>
                  <a:lnTo>
                    <a:pt x="81013" y="91414"/>
                  </a:lnTo>
                  <a:lnTo>
                    <a:pt x="82067" y="91020"/>
                  </a:lnTo>
                  <a:lnTo>
                    <a:pt x="82054" y="90881"/>
                  </a:lnTo>
                  <a:lnTo>
                    <a:pt x="82143" y="86626"/>
                  </a:lnTo>
                  <a:lnTo>
                    <a:pt x="81356" y="85699"/>
                  </a:lnTo>
                  <a:lnTo>
                    <a:pt x="81356" y="90055"/>
                  </a:lnTo>
                  <a:lnTo>
                    <a:pt x="80949" y="89954"/>
                  </a:lnTo>
                  <a:lnTo>
                    <a:pt x="78320" y="90119"/>
                  </a:lnTo>
                  <a:lnTo>
                    <a:pt x="77685" y="90360"/>
                  </a:lnTo>
                  <a:lnTo>
                    <a:pt x="77825" y="89636"/>
                  </a:lnTo>
                  <a:lnTo>
                    <a:pt x="77762" y="88112"/>
                  </a:lnTo>
                  <a:lnTo>
                    <a:pt x="77685" y="86575"/>
                  </a:lnTo>
                  <a:lnTo>
                    <a:pt x="77419" y="85648"/>
                  </a:lnTo>
                  <a:lnTo>
                    <a:pt x="77419" y="96481"/>
                  </a:lnTo>
                  <a:lnTo>
                    <a:pt x="63639" y="112547"/>
                  </a:lnTo>
                  <a:lnTo>
                    <a:pt x="58839" y="106972"/>
                  </a:lnTo>
                  <a:lnTo>
                    <a:pt x="59905" y="107226"/>
                  </a:lnTo>
                  <a:lnTo>
                    <a:pt x="62534" y="107061"/>
                  </a:lnTo>
                  <a:lnTo>
                    <a:pt x="63119" y="106845"/>
                  </a:lnTo>
                  <a:lnTo>
                    <a:pt x="62992" y="107543"/>
                  </a:lnTo>
                  <a:lnTo>
                    <a:pt x="63068" y="109080"/>
                  </a:lnTo>
                  <a:lnTo>
                    <a:pt x="63144" y="110604"/>
                  </a:lnTo>
                  <a:lnTo>
                    <a:pt x="63474" y="111823"/>
                  </a:lnTo>
                  <a:lnTo>
                    <a:pt x="64160" y="111785"/>
                  </a:lnTo>
                  <a:lnTo>
                    <a:pt x="64389" y="110528"/>
                  </a:lnTo>
                  <a:lnTo>
                    <a:pt x="64236" y="107467"/>
                  </a:lnTo>
                  <a:lnTo>
                    <a:pt x="64046" y="106781"/>
                  </a:lnTo>
                  <a:lnTo>
                    <a:pt x="64668" y="106921"/>
                  </a:lnTo>
                  <a:lnTo>
                    <a:pt x="65976" y="106845"/>
                  </a:lnTo>
                  <a:lnTo>
                    <a:pt x="67284" y="106756"/>
                  </a:lnTo>
                  <a:lnTo>
                    <a:pt x="68338" y="106375"/>
                  </a:lnTo>
                  <a:lnTo>
                    <a:pt x="68300" y="105562"/>
                  </a:lnTo>
                  <a:lnTo>
                    <a:pt x="67221" y="105308"/>
                  </a:lnTo>
                  <a:lnTo>
                    <a:pt x="64592" y="105473"/>
                  </a:lnTo>
                  <a:lnTo>
                    <a:pt x="63969" y="105702"/>
                  </a:lnTo>
                  <a:lnTo>
                    <a:pt x="64096" y="104978"/>
                  </a:lnTo>
                  <a:lnTo>
                    <a:pt x="64033" y="103454"/>
                  </a:lnTo>
                  <a:lnTo>
                    <a:pt x="63957" y="101930"/>
                  </a:lnTo>
                  <a:lnTo>
                    <a:pt x="63614" y="100698"/>
                  </a:lnTo>
                  <a:lnTo>
                    <a:pt x="62928" y="100736"/>
                  </a:lnTo>
                  <a:lnTo>
                    <a:pt x="62712" y="101993"/>
                  </a:lnTo>
                  <a:lnTo>
                    <a:pt x="62852" y="105067"/>
                  </a:lnTo>
                  <a:lnTo>
                    <a:pt x="63030" y="105752"/>
                  </a:lnTo>
                  <a:lnTo>
                    <a:pt x="62458" y="105600"/>
                  </a:lnTo>
                  <a:lnTo>
                    <a:pt x="61150" y="105689"/>
                  </a:lnTo>
                  <a:lnTo>
                    <a:pt x="59842" y="105765"/>
                  </a:lnTo>
                  <a:lnTo>
                    <a:pt x="58788" y="106159"/>
                  </a:lnTo>
                  <a:lnTo>
                    <a:pt x="58813" y="106946"/>
                  </a:lnTo>
                  <a:lnTo>
                    <a:pt x="45504" y="91414"/>
                  </a:lnTo>
                  <a:lnTo>
                    <a:pt x="46558" y="91655"/>
                  </a:lnTo>
                  <a:lnTo>
                    <a:pt x="49187" y="91490"/>
                  </a:lnTo>
                  <a:lnTo>
                    <a:pt x="49771" y="91274"/>
                  </a:lnTo>
                  <a:lnTo>
                    <a:pt x="49644" y="91973"/>
                  </a:lnTo>
                  <a:lnTo>
                    <a:pt x="49720" y="93510"/>
                  </a:lnTo>
                  <a:lnTo>
                    <a:pt x="49796" y="95034"/>
                  </a:lnTo>
                  <a:lnTo>
                    <a:pt x="50126" y="96266"/>
                  </a:lnTo>
                  <a:lnTo>
                    <a:pt x="50825" y="96215"/>
                  </a:lnTo>
                  <a:lnTo>
                    <a:pt x="51041" y="94957"/>
                  </a:lnTo>
                  <a:lnTo>
                    <a:pt x="50888" y="91897"/>
                  </a:lnTo>
                  <a:lnTo>
                    <a:pt x="50698" y="91211"/>
                  </a:lnTo>
                  <a:lnTo>
                    <a:pt x="51320" y="91351"/>
                  </a:lnTo>
                  <a:lnTo>
                    <a:pt x="52628" y="91274"/>
                  </a:lnTo>
                  <a:lnTo>
                    <a:pt x="53936" y="91186"/>
                  </a:lnTo>
                  <a:lnTo>
                    <a:pt x="54978" y="90805"/>
                  </a:lnTo>
                  <a:lnTo>
                    <a:pt x="54978" y="90398"/>
                  </a:lnTo>
                  <a:lnTo>
                    <a:pt x="54952" y="89992"/>
                  </a:lnTo>
                  <a:lnTo>
                    <a:pt x="53873" y="89738"/>
                  </a:lnTo>
                  <a:lnTo>
                    <a:pt x="51244" y="89903"/>
                  </a:lnTo>
                  <a:lnTo>
                    <a:pt x="50622" y="90131"/>
                  </a:lnTo>
                  <a:lnTo>
                    <a:pt x="50761" y="89420"/>
                  </a:lnTo>
                  <a:lnTo>
                    <a:pt x="50685" y="87884"/>
                  </a:lnTo>
                  <a:lnTo>
                    <a:pt x="50609" y="86360"/>
                  </a:lnTo>
                  <a:lnTo>
                    <a:pt x="50279" y="85128"/>
                  </a:lnTo>
                  <a:lnTo>
                    <a:pt x="50126" y="85140"/>
                  </a:lnTo>
                  <a:lnTo>
                    <a:pt x="63144" y="69964"/>
                  </a:lnTo>
                  <a:lnTo>
                    <a:pt x="62966" y="70942"/>
                  </a:lnTo>
                  <a:lnTo>
                    <a:pt x="63106" y="74002"/>
                  </a:lnTo>
                  <a:lnTo>
                    <a:pt x="63284" y="74688"/>
                  </a:lnTo>
                  <a:lnTo>
                    <a:pt x="62712" y="74536"/>
                  </a:lnTo>
                  <a:lnTo>
                    <a:pt x="61404" y="74625"/>
                  </a:lnTo>
                  <a:lnTo>
                    <a:pt x="60096" y="74714"/>
                  </a:lnTo>
                  <a:lnTo>
                    <a:pt x="59042" y="75095"/>
                  </a:lnTo>
                  <a:lnTo>
                    <a:pt x="59080" y="75907"/>
                  </a:lnTo>
                  <a:lnTo>
                    <a:pt x="60159" y="76161"/>
                  </a:lnTo>
                  <a:lnTo>
                    <a:pt x="62788" y="75996"/>
                  </a:lnTo>
                  <a:lnTo>
                    <a:pt x="63373" y="75793"/>
                  </a:lnTo>
                  <a:lnTo>
                    <a:pt x="63246" y="76492"/>
                  </a:lnTo>
                  <a:lnTo>
                    <a:pt x="63322" y="78016"/>
                  </a:lnTo>
                  <a:lnTo>
                    <a:pt x="63398" y="79540"/>
                  </a:lnTo>
                  <a:lnTo>
                    <a:pt x="63728" y="80772"/>
                  </a:lnTo>
                  <a:lnTo>
                    <a:pt x="64427" y="80733"/>
                  </a:lnTo>
                  <a:lnTo>
                    <a:pt x="64643" y="79476"/>
                  </a:lnTo>
                  <a:lnTo>
                    <a:pt x="64490" y="76403"/>
                  </a:lnTo>
                  <a:lnTo>
                    <a:pt x="64300" y="75717"/>
                  </a:lnTo>
                  <a:lnTo>
                    <a:pt x="64922" y="75869"/>
                  </a:lnTo>
                  <a:lnTo>
                    <a:pt x="66230" y="75780"/>
                  </a:lnTo>
                  <a:lnTo>
                    <a:pt x="67538" y="75692"/>
                  </a:lnTo>
                  <a:lnTo>
                    <a:pt x="68592" y="75311"/>
                  </a:lnTo>
                  <a:lnTo>
                    <a:pt x="68580" y="75184"/>
                  </a:lnTo>
                  <a:lnTo>
                    <a:pt x="77330" y="85369"/>
                  </a:lnTo>
                  <a:lnTo>
                    <a:pt x="76657" y="85394"/>
                  </a:lnTo>
                  <a:lnTo>
                    <a:pt x="76441" y="86652"/>
                  </a:lnTo>
                  <a:lnTo>
                    <a:pt x="76581" y="89725"/>
                  </a:lnTo>
                  <a:lnTo>
                    <a:pt x="76758" y="90398"/>
                  </a:lnTo>
                  <a:lnTo>
                    <a:pt x="76187" y="90258"/>
                  </a:lnTo>
                  <a:lnTo>
                    <a:pt x="74879" y="90335"/>
                  </a:lnTo>
                  <a:lnTo>
                    <a:pt x="73571" y="90424"/>
                  </a:lnTo>
                  <a:lnTo>
                    <a:pt x="72517" y="90805"/>
                  </a:lnTo>
                  <a:lnTo>
                    <a:pt x="72555" y="91617"/>
                  </a:lnTo>
                  <a:lnTo>
                    <a:pt x="73634" y="91884"/>
                  </a:lnTo>
                  <a:lnTo>
                    <a:pt x="76263" y="91706"/>
                  </a:lnTo>
                  <a:lnTo>
                    <a:pt x="76835" y="91503"/>
                  </a:lnTo>
                  <a:lnTo>
                    <a:pt x="76720" y="92202"/>
                  </a:lnTo>
                  <a:lnTo>
                    <a:pt x="76796" y="93726"/>
                  </a:lnTo>
                  <a:lnTo>
                    <a:pt x="76860" y="95262"/>
                  </a:lnTo>
                  <a:lnTo>
                    <a:pt x="77203" y="96481"/>
                  </a:lnTo>
                  <a:lnTo>
                    <a:pt x="77419" y="96481"/>
                  </a:lnTo>
                  <a:lnTo>
                    <a:pt x="77419" y="85648"/>
                  </a:lnTo>
                  <a:lnTo>
                    <a:pt x="77343" y="85382"/>
                  </a:lnTo>
                  <a:lnTo>
                    <a:pt x="81356" y="90055"/>
                  </a:lnTo>
                  <a:lnTo>
                    <a:pt x="81356" y="85699"/>
                  </a:lnTo>
                  <a:lnTo>
                    <a:pt x="67868" y="69951"/>
                  </a:lnTo>
                  <a:lnTo>
                    <a:pt x="67868" y="74345"/>
                  </a:lnTo>
                  <a:lnTo>
                    <a:pt x="67475" y="74244"/>
                  </a:lnTo>
                  <a:lnTo>
                    <a:pt x="64846" y="74409"/>
                  </a:lnTo>
                  <a:lnTo>
                    <a:pt x="64223" y="74650"/>
                  </a:lnTo>
                  <a:lnTo>
                    <a:pt x="64350" y="73926"/>
                  </a:lnTo>
                  <a:lnTo>
                    <a:pt x="64287" y="72390"/>
                  </a:lnTo>
                  <a:lnTo>
                    <a:pt x="64211" y="70866"/>
                  </a:lnTo>
                  <a:lnTo>
                    <a:pt x="63881" y="69684"/>
                  </a:lnTo>
                  <a:lnTo>
                    <a:pt x="67868" y="74345"/>
                  </a:lnTo>
                  <a:lnTo>
                    <a:pt x="67868" y="69951"/>
                  </a:lnTo>
                  <a:lnTo>
                    <a:pt x="67386" y="69380"/>
                  </a:lnTo>
                  <a:lnTo>
                    <a:pt x="63855" y="65278"/>
                  </a:lnTo>
                  <a:lnTo>
                    <a:pt x="63855" y="69646"/>
                  </a:lnTo>
                  <a:lnTo>
                    <a:pt x="63385" y="69672"/>
                  </a:lnTo>
                  <a:lnTo>
                    <a:pt x="63639" y="69380"/>
                  </a:lnTo>
                  <a:lnTo>
                    <a:pt x="63855" y="69646"/>
                  </a:lnTo>
                  <a:lnTo>
                    <a:pt x="63855" y="65278"/>
                  </a:lnTo>
                  <a:lnTo>
                    <a:pt x="63639" y="65024"/>
                  </a:lnTo>
                  <a:lnTo>
                    <a:pt x="49695" y="81292"/>
                  </a:lnTo>
                  <a:lnTo>
                    <a:pt x="49695" y="90182"/>
                  </a:lnTo>
                  <a:lnTo>
                    <a:pt x="49110" y="90030"/>
                  </a:lnTo>
                  <a:lnTo>
                    <a:pt x="47802" y="90119"/>
                  </a:lnTo>
                  <a:lnTo>
                    <a:pt x="46494" y="90208"/>
                  </a:lnTo>
                  <a:lnTo>
                    <a:pt x="45466" y="90589"/>
                  </a:lnTo>
                  <a:lnTo>
                    <a:pt x="45466" y="91376"/>
                  </a:lnTo>
                  <a:lnTo>
                    <a:pt x="45135" y="90970"/>
                  </a:lnTo>
                  <a:lnTo>
                    <a:pt x="45440" y="90614"/>
                  </a:lnTo>
                  <a:lnTo>
                    <a:pt x="45466" y="91376"/>
                  </a:lnTo>
                  <a:lnTo>
                    <a:pt x="45466" y="90589"/>
                  </a:lnTo>
                  <a:lnTo>
                    <a:pt x="49441" y="85940"/>
                  </a:lnTo>
                  <a:lnTo>
                    <a:pt x="49364" y="86436"/>
                  </a:lnTo>
                  <a:lnTo>
                    <a:pt x="49517" y="89496"/>
                  </a:lnTo>
                  <a:lnTo>
                    <a:pt x="49695" y="90182"/>
                  </a:lnTo>
                  <a:lnTo>
                    <a:pt x="49695" y="81292"/>
                  </a:lnTo>
                  <a:lnTo>
                    <a:pt x="41389" y="90970"/>
                  </a:lnTo>
                  <a:lnTo>
                    <a:pt x="63639" y="116916"/>
                  </a:lnTo>
                  <a:lnTo>
                    <a:pt x="67386" y="112547"/>
                  </a:lnTo>
                  <a:lnTo>
                    <a:pt x="84328" y="92786"/>
                  </a:lnTo>
                  <a:lnTo>
                    <a:pt x="105029" y="116916"/>
                  </a:lnTo>
                  <a:lnTo>
                    <a:pt x="108762" y="112547"/>
                  </a:lnTo>
                  <a:lnTo>
                    <a:pt x="114731" y="105587"/>
                  </a:lnTo>
                  <a:lnTo>
                    <a:pt x="114731" y="101219"/>
                  </a:lnTo>
                  <a:lnTo>
                    <a:pt x="105029" y="112547"/>
                  </a:lnTo>
                  <a:lnTo>
                    <a:pt x="100228" y="106972"/>
                  </a:lnTo>
                  <a:lnTo>
                    <a:pt x="101295" y="107226"/>
                  </a:lnTo>
                  <a:lnTo>
                    <a:pt x="103924" y="107061"/>
                  </a:lnTo>
                  <a:lnTo>
                    <a:pt x="104495" y="106845"/>
                  </a:lnTo>
                  <a:lnTo>
                    <a:pt x="104381" y="107543"/>
                  </a:lnTo>
                  <a:lnTo>
                    <a:pt x="104457" y="109080"/>
                  </a:lnTo>
                  <a:lnTo>
                    <a:pt x="104533" y="110604"/>
                  </a:lnTo>
                  <a:lnTo>
                    <a:pt x="104863" y="111823"/>
                  </a:lnTo>
                  <a:lnTo>
                    <a:pt x="105549" y="111785"/>
                  </a:lnTo>
                  <a:lnTo>
                    <a:pt x="105778" y="110528"/>
                  </a:lnTo>
                  <a:lnTo>
                    <a:pt x="105625" y="107467"/>
                  </a:lnTo>
                  <a:lnTo>
                    <a:pt x="105435" y="106781"/>
                  </a:lnTo>
                  <a:lnTo>
                    <a:pt x="106057" y="106921"/>
                  </a:lnTo>
                  <a:lnTo>
                    <a:pt x="107365" y="106845"/>
                  </a:lnTo>
                  <a:lnTo>
                    <a:pt x="108673" y="106756"/>
                  </a:lnTo>
                  <a:lnTo>
                    <a:pt x="109728" y="106375"/>
                  </a:lnTo>
                  <a:lnTo>
                    <a:pt x="109689" y="105562"/>
                  </a:lnTo>
                  <a:lnTo>
                    <a:pt x="108610" y="105308"/>
                  </a:lnTo>
                  <a:lnTo>
                    <a:pt x="105981" y="105473"/>
                  </a:lnTo>
                  <a:lnTo>
                    <a:pt x="105346" y="105702"/>
                  </a:lnTo>
                  <a:lnTo>
                    <a:pt x="105486" y="104978"/>
                  </a:lnTo>
                  <a:lnTo>
                    <a:pt x="105422" y="103454"/>
                  </a:lnTo>
                  <a:lnTo>
                    <a:pt x="105346" y="101930"/>
                  </a:lnTo>
                  <a:lnTo>
                    <a:pt x="105003" y="100698"/>
                  </a:lnTo>
                  <a:lnTo>
                    <a:pt x="104317" y="100736"/>
                  </a:lnTo>
                  <a:lnTo>
                    <a:pt x="104101" y="101993"/>
                  </a:lnTo>
                  <a:lnTo>
                    <a:pt x="104241" y="105067"/>
                  </a:lnTo>
                  <a:lnTo>
                    <a:pt x="104432" y="105752"/>
                  </a:lnTo>
                  <a:lnTo>
                    <a:pt x="103847" y="105600"/>
                  </a:lnTo>
                  <a:lnTo>
                    <a:pt x="102539" y="105689"/>
                  </a:lnTo>
                  <a:lnTo>
                    <a:pt x="101231" y="105765"/>
                  </a:lnTo>
                  <a:lnTo>
                    <a:pt x="100177" y="106159"/>
                  </a:lnTo>
                  <a:lnTo>
                    <a:pt x="100203" y="106946"/>
                  </a:lnTo>
                  <a:lnTo>
                    <a:pt x="86893" y="91414"/>
                  </a:lnTo>
                  <a:lnTo>
                    <a:pt x="87947" y="91655"/>
                  </a:lnTo>
                  <a:lnTo>
                    <a:pt x="90576" y="91490"/>
                  </a:lnTo>
                  <a:lnTo>
                    <a:pt x="91160" y="91274"/>
                  </a:lnTo>
                  <a:lnTo>
                    <a:pt x="91033" y="91973"/>
                  </a:lnTo>
                  <a:lnTo>
                    <a:pt x="91109" y="93510"/>
                  </a:lnTo>
                  <a:lnTo>
                    <a:pt x="91186" y="95034"/>
                  </a:lnTo>
                  <a:lnTo>
                    <a:pt x="91516" y="96266"/>
                  </a:lnTo>
                  <a:lnTo>
                    <a:pt x="92202" y="96215"/>
                  </a:lnTo>
                  <a:lnTo>
                    <a:pt x="92430" y="94957"/>
                  </a:lnTo>
                  <a:lnTo>
                    <a:pt x="92278" y="91897"/>
                  </a:lnTo>
                  <a:lnTo>
                    <a:pt x="92087" y="91211"/>
                  </a:lnTo>
                  <a:lnTo>
                    <a:pt x="92710" y="91351"/>
                  </a:lnTo>
                  <a:lnTo>
                    <a:pt x="94018" y="91274"/>
                  </a:lnTo>
                  <a:lnTo>
                    <a:pt x="95326" y="91186"/>
                  </a:lnTo>
                  <a:lnTo>
                    <a:pt x="96380" y="90805"/>
                  </a:lnTo>
                  <a:lnTo>
                    <a:pt x="96342" y="89992"/>
                  </a:lnTo>
                  <a:lnTo>
                    <a:pt x="95262" y="89738"/>
                  </a:lnTo>
                  <a:lnTo>
                    <a:pt x="92633" y="89903"/>
                  </a:lnTo>
                  <a:lnTo>
                    <a:pt x="92011" y="90131"/>
                  </a:lnTo>
                  <a:lnTo>
                    <a:pt x="92138" y="89420"/>
                  </a:lnTo>
                  <a:lnTo>
                    <a:pt x="92075" y="87884"/>
                  </a:lnTo>
                  <a:lnTo>
                    <a:pt x="91998" y="86360"/>
                  </a:lnTo>
                  <a:lnTo>
                    <a:pt x="91668" y="85128"/>
                  </a:lnTo>
                  <a:lnTo>
                    <a:pt x="91516" y="85140"/>
                  </a:lnTo>
                  <a:lnTo>
                    <a:pt x="104521" y="69977"/>
                  </a:lnTo>
                  <a:lnTo>
                    <a:pt x="104355" y="70942"/>
                  </a:lnTo>
                  <a:lnTo>
                    <a:pt x="104495" y="74002"/>
                  </a:lnTo>
                  <a:lnTo>
                    <a:pt x="104673" y="74688"/>
                  </a:lnTo>
                  <a:lnTo>
                    <a:pt x="104101" y="74536"/>
                  </a:lnTo>
                  <a:lnTo>
                    <a:pt x="102793" y="74625"/>
                  </a:lnTo>
                  <a:lnTo>
                    <a:pt x="101485" y="74714"/>
                  </a:lnTo>
                  <a:lnTo>
                    <a:pt x="100431" y="75095"/>
                  </a:lnTo>
                  <a:lnTo>
                    <a:pt x="100469" y="75907"/>
                  </a:lnTo>
                  <a:lnTo>
                    <a:pt x="101549" y="76161"/>
                  </a:lnTo>
                  <a:lnTo>
                    <a:pt x="104178" y="75996"/>
                  </a:lnTo>
                  <a:lnTo>
                    <a:pt x="104762" y="75793"/>
                  </a:lnTo>
                  <a:lnTo>
                    <a:pt x="104635" y="76492"/>
                  </a:lnTo>
                  <a:lnTo>
                    <a:pt x="104711" y="78016"/>
                  </a:lnTo>
                  <a:lnTo>
                    <a:pt x="104787" y="79540"/>
                  </a:lnTo>
                  <a:lnTo>
                    <a:pt x="105117" y="80772"/>
                  </a:lnTo>
                  <a:lnTo>
                    <a:pt x="105803" y="80733"/>
                  </a:lnTo>
                  <a:lnTo>
                    <a:pt x="106032" y="79476"/>
                  </a:lnTo>
                  <a:lnTo>
                    <a:pt x="105879" y="76403"/>
                  </a:lnTo>
                  <a:lnTo>
                    <a:pt x="105689" y="75730"/>
                  </a:lnTo>
                  <a:lnTo>
                    <a:pt x="106311" y="75869"/>
                  </a:lnTo>
                  <a:lnTo>
                    <a:pt x="107619" y="75780"/>
                  </a:lnTo>
                  <a:lnTo>
                    <a:pt x="108927" y="75692"/>
                  </a:lnTo>
                  <a:lnTo>
                    <a:pt x="109982" y="75311"/>
                  </a:lnTo>
                  <a:lnTo>
                    <a:pt x="109969" y="75171"/>
                  </a:lnTo>
                  <a:lnTo>
                    <a:pt x="114731" y="80708"/>
                  </a:lnTo>
                  <a:lnTo>
                    <a:pt x="114731" y="76339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11722545" y="7319029"/>
              <a:ext cx="118110" cy="245745"/>
            </a:xfrm>
            <a:custGeom>
              <a:avLst/>
              <a:gdLst/>
              <a:ahLst/>
              <a:cxnLst/>
              <a:rect l="l" t="t" r="r" b="b"/>
              <a:pathLst>
                <a:path w="118109" h="245745">
                  <a:moveTo>
                    <a:pt x="9271" y="72961"/>
                  </a:moveTo>
                  <a:lnTo>
                    <a:pt x="9220" y="72148"/>
                  </a:lnTo>
                  <a:lnTo>
                    <a:pt x="8153" y="71894"/>
                  </a:lnTo>
                  <a:lnTo>
                    <a:pt x="5524" y="72059"/>
                  </a:lnTo>
                  <a:lnTo>
                    <a:pt x="4902" y="72288"/>
                  </a:lnTo>
                  <a:lnTo>
                    <a:pt x="5029" y="71577"/>
                  </a:lnTo>
                  <a:lnTo>
                    <a:pt x="4953" y="70040"/>
                  </a:lnTo>
                  <a:lnTo>
                    <a:pt x="4889" y="68516"/>
                  </a:lnTo>
                  <a:lnTo>
                    <a:pt x="4546" y="67284"/>
                  </a:lnTo>
                  <a:lnTo>
                    <a:pt x="3873" y="67335"/>
                  </a:lnTo>
                  <a:lnTo>
                    <a:pt x="3632" y="68592"/>
                  </a:lnTo>
                  <a:lnTo>
                    <a:pt x="3784" y="71653"/>
                  </a:lnTo>
                  <a:lnTo>
                    <a:pt x="3962" y="72339"/>
                  </a:lnTo>
                  <a:lnTo>
                    <a:pt x="3390" y="72186"/>
                  </a:lnTo>
                  <a:lnTo>
                    <a:pt x="774" y="72364"/>
                  </a:lnTo>
                  <a:lnTo>
                    <a:pt x="0" y="72644"/>
                  </a:lnTo>
                  <a:lnTo>
                    <a:pt x="0" y="73609"/>
                  </a:lnTo>
                  <a:lnTo>
                    <a:pt x="838" y="73812"/>
                  </a:lnTo>
                  <a:lnTo>
                    <a:pt x="3467" y="73647"/>
                  </a:lnTo>
                  <a:lnTo>
                    <a:pt x="4038" y="73431"/>
                  </a:lnTo>
                  <a:lnTo>
                    <a:pt x="3924" y="74142"/>
                  </a:lnTo>
                  <a:lnTo>
                    <a:pt x="4000" y="75666"/>
                  </a:lnTo>
                  <a:lnTo>
                    <a:pt x="4064" y="77190"/>
                  </a:lnTo>
                  <a:lnTo>
                    <a:pt x="4406" y="78422"/>
                  </a:lnTo>
                  <a:lnTo>
                    <a:pt x="5080" y="78371"/>
                  </a:lnTo>
                  <a:lnTo>
                    <a:pt x="5321" y="77114"/>
                  </a:lnTo>
                  <a:lnTo>
                    <a:pt x="5168" y="74053"/>
                  </a:lnTo>
                  <a:lnTo>
                    <a:pt x="4978" y="73380"/>
                  </a:lnTo>
                  <a:lnTo>
                    <a:pt x="5588" y="73520"/>
                  </a:lnTo>
                  <a:lnTo>
                    <a:pt x="6896" y="73431"/>
                  </a:lnTo>
                  <a:lnTo>
                    <a:pt x="8204" y="73342"/>
                  </a:lnTo>
                  <a:lnTo>
                    <a:pt x="9271" y="72961"/>
                  </a:lnTo>
                  <a:close/>
                </a:path>
                <a:path w="118109" h="245745">
                  <a:moveTo>
                    <a:pt x="26809" y="57556"/>
                  </a:moveTo>
                  <a:lnTo>
                    <a:pt x="23063" y="53200"/>
                  </a:lnTo>
                  <a:lnTo>
                    <a:pt x="23063" y="57556"/>
                  </a:lnTo>
                  <a:lnTo>
                    <a:pt x="18923" y="62382"/>
                  </a:lnTo>
                  <a:lnTo>
                    <a:pt x="19037" y="61772"/>
                  </a:lnTo>
                  <a:lnTo>
                    <a:pt x="18897" y="58699"/>
                  </a:lnTo>
                  <a:lnTo>
                    <a:pt x="18694" y="58026"/>
                  </a:lnTo>
                  <a:lnTo>
                    <a:pt x="19316" y="58166"/>
                  </a:lnTo>
                  <a:lnTo>
                    <a:pt x="20624" y="58089"/>
                  </a:lnTo>
                  <a:lnTo>
                    <a:pt x="21932" y="58000"/>
                  </a:lnTo>
                  <a:lnTo>
                    <a:pt x="22999" y="57607"/>
                  </a:lnTo>
                  <a:lnTo>
                    <a:pt x="22987" y="57480"/>
                  </a:lnTo>
                  <a:lnTo>
                    <a:pt x="23063" y="53200"/>
                  </a:lnTo>
                  <a:lnTo>
                    <a:pt x="22263" y="52260"/>
                  </a:lnTo>
                  <a:lnTo>
                    <a:pt x="22263" y="56642"/>
                  </a:lnTo>
                  <a:lnTo>
                    <a:pt x="21869" y="56540"/>
                  </a:lnTo>
                  <a:lnTo>
                    <a:pt x="19240" y="56718"/>
                  </a:lnTo>
                  <a:lnTo>
                    <a:pt x="18630" y="56946"/>
                  </a:lnTo>
                  <a:lnTo>
                    <a:pt x="18757" y="56222"/>
                  </a:lnTo>
                  <a:lnTo>
                    <a:pt x="18681" y="54698"/>
                  </a:lnTo>
                  <a:lnTo>
                    <a:pt x="18605" y="53162"/>
                  </a:lnTo>
                  <a:lnTo>
                    <a:pt x="18275" y="51993"/>
                  </a:lnTo>
                  <a:lnTo>
                    <a:pt x="22263" y="56642"/>
                  </a:lnTo>
                  <a:lnTo>
                    <a:pt x="22263" y="52260"/>
                  </a:lnTo>
                  <a:lnTo>
                    <a:pt x="8775" y="36537"/>
                  </a:lnTo>
                  <a:lnTo>
                    <a:pt x="8775" y="40932"/>
                  </a:lnTo>
                  <a:lnTo>
                    <a:pt x="8407" y="40830"/>
                  </a:lnTo>
                  <a:lnTo>
                    <a:pt x="5778" y="40995"/>
                  </a:lnTo>
                  <a:lnTo>
                    <a:pt x="5143" y="41236"/>
                  </a:lnTo>
                  <a:lnTo>
                    <a:pt x="5283" y="40513"/>
                  </a:lnTo>
                  <a:lnTo>
                    <a:pt x="5207" y="38976"/>
                  </a:lnTo>
                  <a:lnTo>
                    <a:pt x="5143" y="37452"/>
                  </a:lnTo>
                  <a:lnTo>
                    <a:pt x="4800" y="36283"/>
                  </a:lnTo>
                  <a:lnTo>
                    <a:pt x="8775" y="40932"/>
                  </a:lnTo>
                  <a:lnTo>
                    <a:pt x="8775" y="36537"/>
                  </a:lnTo>
                  <a:lnTo>
                    <a:pt x="8305" y="35979"/>
                  </a:lnTo>
                  <a:lnTo>
                    <a:pt x="4775" y="31864"/>
                  </a:lnTo>
                  <a:lnTo>
                    <a:pt x="4775" y="36245"/>
                  </a:lnTo>
                  <a:lnTo>
                    <a:pt x="4318" y="36271"/>
                  </a:lnTo>
                  <a:lnTo>
                    <a:pt x="4559" y="35979"/>
                  </a:lnTo>
                  <a:lnTo>
                    <a:pt x="4775" y="36245"/>
                  </a:lnTo>
                  <a:lnTo>
                    <a:pt x="4775" y="31864"/>
                  </a:lnTo>
                  <a:lnTo>
                    <a:pt x="4559" y="31610"/>
                  </a:lnTo>
                  <a:lnTo>
                    <a:pt x="12" y="36918"/>
                  </a:lnTo>
                  <a:lnTo>
                    <a:pt x="12" y="41287"/>
                  </a:lnTo>
                  <a:lnTo>
                    <a:pt x="4064" y="36563"/>
                  </a:lnTo>
                  <a:lnTo>
                    <a:pt x="3898" y="37528"/>
                  </a:lnTo>
                  <a:lnTo>
                    <a:pt x="4038" y="40589"/>
                  </a:lnTo>
                  <a:lnTo>
                    <a:pt x="4216" y="41275"/>
                  </a:lnTo>
                  <a:lnTo>
                    <a:pt x="3644" y="41135"/>
                  </a:lnTo>
                  <a:lnTo>
                    <a:pt x="1028" y="41300"/>
                  </a:lnTo>
                  <a:lnTo>
                    <a:pt x="12" y="41668"/>
                  </a:lnTo>
                  <a:lnTo>
                    <a:pt x="12" y="42494"/>
                  </a:lnTo>
                  <a:lnTo>
                    <a:pt x="1092" y="42748"/>
                  </a:lnTo>
                  <a:lnTo>
                    <a:pt x="3721" y="42583"/>
                  </a:lnTo>
                  <a:lnTo>
                    <a:pt x="4292" y="42379"/>
                  </a:lnTo>
                  <a:lnTo>
                    <a:pt x="4178" y="43078"/>
                  </a:lnTo>
                  <a:lnTo>
                    <a:pt x="4254" y="44602"/>
                  </a:lnTo>
                  <a:lnTo>
                    <a:pt x="4318" y="46126"/>
                  </a:lnTo>
                  <a:lnTo>
                    <a:pt x="4660" y="47358"/>
                  </a:lnTo>
                  <a:lnTo>
                    <a:pt x="5346" y="47320"/>
                  </a:lnTo>
                  <a:lnTo>
                    <a:pt x="5575" y="46062"/>
                  </a:lnTo>
                  <a:lnTo>
                    <a:pt x="5422" y="42989"/>
                  </a:lnTo>
                  <a:lnTo>
                    <a:pt x="5232" y="42316"/>
                  </a:lnTo>
                  <a:lnTo>
                    <a:pt x="5842" y="42456"/>
                  </a:lnTo>
                  <a:lnTo>
                    <a:pt x="7150" y="42367"/>
                  </a:lnTo>
                  <a:lnTo>
                    <a:pt x="8470" y="42291"/>
                  </a:lnTo>
                  <a:lnTo>
                    <a:pt x="9525" y="41897"/>
                  </a:lnTo>
                  <a:lnTo>
                    <a:pt x="18249" y="51955"/>
                  </a:lnTo>
                  <a:lnTo>
                    <a:pt x="17589" y="51981"/>
                  </a:lnTo>
                  <a:lnTo>
                    <a:pt x="17360" y="53238"/>
                  </a:lnTo>
                  <a:lnTo>
                    <a:pt x="17513" y="56311"/>
                  </a:lnTo>
                  <a:lnTo>
                    <a:pt x="17691" y="56997"/>
                  </a:lnTo>
                  <a:lnTo>
                    <a:pt x="17119" y="56845"/>
                  </a:lnTo>
                  <a:lnTo>
                    <a:pt x="15811" y="56921"/>
                  </a:lnTo>
                  <a:lnTo>
                    <a:pt x="14503" y="57010"/>
                  </a:lnTo>
                  <a:lnTo>
                    <a:pt x="13436" y="57404"/>
                  </a:lnTo>
                  <a:lnTo>
                    <a:pt x="13487" y="58204"/>
                  </a:lnTo>
                  <a:lnTo>
                    <a:pt x="14554" y="58470"/>
                  </a:lnTo>
                  <a:lnTo>
                    <a:pt x="17183" y="58293"/>
                  </a:lnTo>
                  <a:lnTo>
                    <a:pt x="17767" y="58089"/>
                  </a:lnTo>
                  <a:lnTo>
                    <a:pt x="17653" y="58788"/>
                  </a:lnTo>
                  <a:lnTo>
                    <a:pt x="17716" y="60312"/>
                  </a:lnTo>
                  <a:lnTo>
                    <a:pt x="17792" y="61849"/>
                  </a:lnTo>
                  <a:lnTo>
                    <a:pt x="18135" y="63068"/>
                  </a:lnTo>
                  <a:lnTo>
                    <a:pt x="18338" y="63068"/>
                  </a:lnTo>
                  <a:lnTo>
                    <a:pt x="4559" y="79133"/>
                  </a:lnTo>
                  <a:lnTo>
                    <a:pt x="0" y="73825"/>
                  </a:lnTo>
                  <a:lnTo>
                    <a:pt x="0" y="78181"/>
                  </a:lnTo>
                  <a:lnTo>
                    <a:pt x="4559" y="83502"/>
                  </a:lnTo>
                  <a:lnTo>
                    <a:pt x="8305" y="79133"/>
                  </a:lnTo>
                  <a:lnTo>
                    <a:pt x="26809" y="57556"/>
                  </a:lnTo>
                  <a:close/>
                </a:path>
                <a:path w="118109" h="245745">
                  <a:moveTo>
                    <a:pt x="47421" y="219341"/>
                  </a:moveTo>
                  <a:lnTo>
                    <a:pt x="43675" y="214985"/>
                  </a:lnTo>
                  <a:lnTo>
                    <a:pt x="43675" y="219341"/>
                  </a:lnTo>
                  <a:lnTo>
                    <a:pt x="39535" y="224167"/>
                  </a:lnTo>
                  <a:lnTo>
                    <a:pt x="39649" y="223558"/>
                  </a:lnTo>
                  <a:lnTo>
                    <a:pt x="39497" y="220497"/>
                  </a:lnTo>
                  <a:lnTo>
                    <a:pt x="39306" y="219811"/>
                  </a:lnTo>
                  <a:lnTo>
                    <a:pt x="39928" y="219951"/>
                  </a:lnTo>
                  <a:lnTo>
                    <a:pt x="41236" y="219875"/>
                  </a:lnTo>
                  <a:lnTo>
                    <a:pt x="42545" y="219786"/>
                  </a:lnTo>
                  <a:lnTo>
                    <a:pt x="43599" y="219392"/>
                  </a:lnTo>
                  <a:lnTo>
                    <a:pt x="43586" y="219252"/>
                  </a:lnTo>
                  <a:lnTo>
                    <a:pt x="43675" y="214985"/>
                  </a:lnTo>
                  <a:lnTo>
                    <a:pt x="42887" y="214058"/>
                  </a:lnTo>
                  <a:lnTo>
                    <a:pt x="42887" y="218427"/>
                  </a:lnTo>
                  <a:lnTo>
                    <a:pt x="42481" y="218325"/>
                  </a:lnTo>
                  <a:lnTo>
                    <a:pt x="39852" y="218503"/>
                  </a:lnTo>
                  <a:lnTo>
                    <a:pt x="39230" y="218732"/>
                  </a:lnTo>
                  <a:lnTo>
                    <a:pt x="39357" y="218008"/>
                  </a:lnTo>
                  <a:lnTo>
                    <a:pt x="39293" y="216484"/>
                  </a:lnTo>
                  <a:lnTo>
                    <a:pt x="39217" y="214947"/>
                  </a:lnTo>
                  <a:lnTo>
                    <a:pt x="38950" y="214020"/>
                  </a:lnTo>
                  <a:lnTo>
                    <a:pt x="38950" y="224853"/>
                  </a:lnTo>
                  <a:lnTo>
                    <a:pt x="25171" y="240919"/>
                  </a:lnTo>
                  <a:lnTo>
                    <a:pt x="20383" y="235356"/>
                  </a:lnTo>
                  <a:lnTo>
                    <a:pt x="21437" y="235597"/>
                  </a:lnTo>
                  <a:lnTo>
                    <a:pt x="24066" y="235432"/>
                  </a:lnTo>
                  <a:lnTo>
                    <a:pt x="24650" y="235216"/>
                  </a:lnTo>
                  <a:lnTo>
                    <a:pt x="24523" y="235915"/>
                  </a:lnTo>
                  <a:lnTo>
                    <a:pt x="24599" y="237451"/>
                  </a:lnTo>
                  <a:lnTo>
                    <a:pt x="24676" y="238975"/>
                  </a:lnTo>
                  <a:lnTo>
                    <a:pt x="25006" y="240207"/>
                  </a:lnTo>
                  <a:lnTo>
                    <a:pt x="25704" y="240157"/>
                  </a:lnTo>
                  <a:lnTo>
                    <a:pt x="25920" y="238899"/>
                  </a:lnTo>
                  <a:lnTo>
                    <a:pt x="25768" y="235839"/>
                  </a:lnTo>
                  <a:lnTo>
                    <a:pt x="25577" y="235165"/>
                  </a:lnTo>
                  <a:lnTo>
                    <a:pt x="26200" y="235305"/>
                  </a:lnTo>
                  <a:lnTo>
                    <a:pt x="27508" y="235216"/>
                  </a:lnTo>
                  <a:lnTo>
                    <a:pt x="28816" y="235127"/>
                  </a:lnTo>
                  <a:lnTo>
                    <a:pt x="29870" y="234746"/>
                  </a:lnTo>
                  <a:lnTo>
                    <a:pt x="29832" y="233934"/>
                  </a:lnTo>
                  <a:lnTo>
                    <a:pt x="28752" y="233680"/>
                  </a:lnTo>
                  <a:lnTo>
                    <a:pt x="26123" y="233845"/>
                  </a:lnTo>
                  <a:lnTo>
                    <a:pt x="25501" y="234073"/>
                  </a:lnTo>
                  <a:lnTo>
                    <a:pt x="25628" y="233362"/>
                  </a:lnTo>
                  <a:lnTo>
                    <a:pt x="25565" y="231825"/>
                  </a:lnTo>
                  <a:lnTo>
                    <a:pt x="25488" y="230301"/>
                  </a:lnTo>
                  <a:lnTo>
                    <a:pt x="25158" y="229069"/>
                  </a:lnTo>
                  <a:lnTo>
                    <a:pt x="24472" y="229120"/>
                  </a:lnTo>
                  <a:lnTo>
                    <a:pt x="24244" y="230378"/>
                  </a:lnTo>
                  <a:lnTo>
                    <a:pt x="24384" y="233438"/>
                  </a:lnTo>
                  <a:lnTo>
                    <a:pt x="24561" y="234124"/>
                  </a:lnTo>
                  <a:lnTo>
                    <a:pt x="23990" y="233972"/>
                  </a:lnTo>
                  <a:lnTo>
                    <a:pt x="22682" y="234061"/>
                  </a:lnTo>
                  <a:lnTo>
                    <a:pt x="21374" y="234149"/>
                  </a:lnTo>
                  <a:lnTo>
                    <a:pt x="20320" y="234530"/>
                  </a:lnTo>
                  <a:lnTo>
                    <a:pt x="20345" y="235318"/>
                  </a:lnTo>
                  <a:lnTo>
                    <a:pt x="7035" y="219786"/>
                  </a:lnTo>
                  <a:lnTo>
                    <a:pt x="8089" y="220027"/>
                  </a:lnTo>
                  <a:lnTo>
                    <a:pt x="10718" y="219862"/>
                  </a:lnTo>
                  <a:lnTo>
                    <a:pt x="11303" y="219659"/>
                  </a:lnTo>
                  <a:lnTo>
                    <a:pt x="11176" y="220357"/>
                  </a:lnTo>
                  <a:lnTo>
                    <a:pt x="11252" y="221881"/>
                  </a:lnTo>
                  <a:lnTo>
                    <a:pt x="11328" y="223405"/>
                  </a:lnTo>
                  <a:lnTo>
                    <a:pt x="11658" y="224637"/>
                  </a:lnTo>
                  <a:lnTo>
                    <a:pt x="12357" y="224599"/>
                  </a:lnTo>
                  <a:lnTo>
                    <a:pt x="12573" y="223342"/>
                  </a:lnTo>
                  <a:lnTo>
                    <a:pt x="12420" y="220268"/>
                  </a:lnTo>
                  <a:lnTo>
                    <a:pt x="12230" y="219595"/>
                  </a:lnTo>
                  <a:lnTo>
                    <a:pt x="12852" y="219735"/>
                  </a:lnTo>
                  <a:lnTo>
                    <a:pt x="14160" y="219646"/>
                  </a:lnTo>
                  <a:lnTo>
                    <a:pt x="15468" y="219570"/>
                  </a:lnTo>
                  <a:lnTo>
                    <a:pt x="16522" y="219176"/>
                  </a:lnTo>
                  <a:lnTo>
                    <a:pt x="16484" y="218376"/>
                  </a:lnTo>
                  <a:lnTo>
                    <a:pt x="15405" y="218109"/>
                  </a:lnTo>
                  <a:lnTo>
                    <a:pt x="12776" y="218274"/>
                  </a:lnTo>
                  <a:lnTo>
                    <a:pt x="12153" y="218516"/>
                  </a:lnTo>
                  <a:lnTo>
                    <a:pt x="12293" y="217792"/>
                  </a:lnTo>
                  <a:lnTo>
                    <a:pt x="12217" y="216255"/>
                  </a:lnTo>
                  <a:lnTo>
                    <a:pt x="12141" y="214731"/>
                  </a:lnTo>
                  <a:lnTo>
                    <a:pt x="11811" y="213512"/>
                  </a:lnTo>
                  <a:lnTo>
                    <a:pt x="11658" y="213525"/>
                  </a:lnTo>
                  <a:lnTo>
                    <a:pt x="25171" y="197764"/>
                  </a:lnTo>
                  <a:lnTo>
                    <a:pt x="38862" y="213741"/>
                  </a:lnTo>
                  <a:lnTo>
                    <a:pt x="38188" y="213766"/>
                  </a:lnTo>
                  <a:lnTo>
                    <a:pt x="37973" y="215023"/>
                  </a:lnTo>
                  <a:lnTo>
                    <a:pt x="38112" y="218097"/>
                  </a:lnTo>
                  <a:lnTo>
                    <a:pt x="38303" y="218782"/>
                  </a:lnTo>
                  <a:lnTo>
                    <a:pt x="37719" y="218630"/>
                  </a:lnTo>
                  <a:lnTo>
                    <a:pt x="36410" y="218719"/>
                  </a:lnTo>
                  <a:lnTo>
                    <a:pt x="35102" y="218795"/>
                  </a:lnTo>
                  <a:lnTo>
                    <a:pt x="34048" y="219189"/>
                  </a:lnTo>
                  <a:lnTo>
                    <a:pt x="34086" y="219989"/>
                  </a:lnTo>
                  <a:lnTo>
                    <a:pt x="35166" y="220256"/>
                  </a:lnTo>
                  <a:lnTo>
                    <a:pt x="37795" y="220091"/>
                  </a:lnTo>
                  <a:lnTo>
                    <a:pt x="38366" y="219875"/>
                  </a:lnTo>
                  <a:lnTo>
                    <a:pt x="38252" y="220573"/>
                  </a:lnTo>
                  <a:lnTo>
                    <a:pt x="38328" y="222097"/>
                  </a:lnTo>
                  <a:lnTo>
                    <a:pt x="38404" y="223634"/>
                  </a:lnTo>
                  <a:lnTo>
                    <a:pt x="38735" y="224853"/>
                  </a:lnTo>
                  <a:lnTo>
                    <a:pt x="38950" y="224853"/>
                  </a:lnTo>
                  <a:lnTo>
                    <a:pt x="38950" y="214020"/>
                  </a:lnTo>
                  <a:lnTo>
                    <a:pt x="38874" y="213753"/>
                  </a:lnTo>
                  <a:lnTo>
                    <a:pt x="42887" y="218427"/>
                  </a:lnTo>
                  <a:lnTo>
                    <a:pt x="42887" y="214058"/>
                  </a:lnTo>
                  <a:lnTo>
                    <a:pt x="28905" y="197764"/>
                  </a:lnTo>
                  <a:lnTo>
                    <a:pt x="25171" y="193395"/>
                  </a:lnTo>
                  <a:lnTo>
                    <a:pt x="11226" y="209664"/>
                  </a:lnTo>
                  <a:lnTo>
                    <a:pt x="11226" y="218554"/>
                  </a:lnTo>
                  <a:lnTo>
                    <a:pt x="10642" y="218414"/>
                  </a:lnTo>
                  <a:lnTo>
                    <a:pt x="9334" y="218490"/>
                  </a:lnTo>
                  <a:lnTo>
                    <a:pt x="8026" y="218579"/>
                  </a:lnTo>
                  <a:lnTo>
                    <a:pt x="6997" y="218960"/>
                  </a:lnTo>
                  <a:lnTo>
                    <a:pt x="6997" y="219748"/>
                  </a:lnTo>
                  <a:lnTo>
                    <a:pt x="6667" y="219341"/>
                  </a:lnTo>
                  <a:lnTo>
                    <a:pt x="6972" y="218986"/>
                  </a:lnTo>
                  <a:lnTo>
                    <a:pt x="6997" y="219748"/>
                  </a:lnTo>
                  <a:lnTo>
                    <a:pt x="6997" y="218960"/>
                  </a:lnTo>
                  <a:lnTo>
                    <a:pt x="10972" y="214312"/>
                  </a:lnTo>
                  <a:lnTo>
                    <a:pt x="10896" y="214807"/>
                  </a:lnTo>
                  <a:lnTo>
                    <a:pt x="11049" y="217868"/>
                  </a:lnTo>
                  <a:lnTo>
                    <a:pt x="11226" y="218554"/>
                  </a:lnTo>
                  <a:lnTo>
                    <a:pt x="11226" y="209664"/>
                  </a:lnTo>
                  <a:lnTo>
                    <a:pt x="2921" y="219341"/>
                  </a:lnTo>
                  <a:lnTo>
                    <a:pt x="25171" y="245287"/>
                  </a:lnTo>
                  <a:lnTo>
                    <a:pt x="28905" y="240919"/>
                  </a:lnTo>
                  <a:lnTo>
                    <a:pt x="47421" y="219341"/>
                  </a:lnTo>
                  <a:close/>
                </a:path>
                <a:path w="118109" h="245745">
                  <a:moveTo>
                    <a:pt x="78600" y="57391"/>
                  </a:moveTo>
                  <a:lnTo>
                    <a:pt x="78562" y="56578"/>
                  </a:lnTo>
                  <a:lnTo>
                    <a:pt x="77482" y="56324"/>
                  </a:lnTo>
                  <a:lnTo>
                    <a:pt x="74853" y="56489"/>
                  </a:lnTo>
                  <a:lnTo>
                    <a:pt x="73799" y="56883"/>
                  </a:lnTo>
                  <a:lnTo>
                    <a:pt x="73812" y="57277"/>
                  </a:lnTo>
                  <a:lnTo>
                    <a:pt x="73482" y="57315"/>
                  </a:lnTo>
                  <a:lnTo>
                    <a:pt x="73253" y="58572"/>
                  </a:lnTo>
                  <a:lnTo>
                    <a:pt x="73329" y="60096"/>
                  </a:lnTo>
                  <a:lnTo>
                    <a:pt x="73393" y="61620"/>
                  </a:lnTo>
                  <a:lnTo>
                    <a:pt x="73736" y="62852"/>
                  </a:lnTo>
                  <a:lnTo>
                    <a:pt x="74422" y="62814"/>
                  </a:lnTo>
                  <a:lnTo>
                    <a:pt x="74650" y="61556"/>
                  </a:lnTo>
                  <a:lnTo>
                    <a:pt x="74498" y="58483"/>
                  </a:lnTo>
                  <a:lnTo>
                    <a:pt x="74307" y="57810"/>
                  </a:lnTo>
                  <a:lnTo>
                    <a:pt x="74917" y="57950"/>
                  </a:lnTo>
                  <a:lnTo>
                    <a:pt x="76238" y="57861"/>
                  </a:lnTo>
                  <a:lnTo>
                    <a:pt x="77546" y="57772"/>
                  </a:lnTo>
                  <a:lnTo>
                    <a:pt x="78600" y="57391"/>
                  </a:lnTo>
                  <a:close/>
                </a:path>
                <a:path w="118109" h="245745">
                  <a:moveTo>
                    <a:pt x="91935" y="72961"/>
                  </a:moveTo>
                  <a:lnTo>
                    <a:pt x="91922" y="72555"/>
                  </a:lnTo>
                  <a:lnTo>
                    <a:pt x="91909" y="72148"/>
                  </a:lnTo>
                  <a:lnTo>
                    <a:pt x="90830" y="71894"/>
                  </a:lnTo>
                  <a:lnTo>
                    <a:pt x="88201" y="72059"/>
                  </a:lnTo>
                  <a:lnTo>
                    <a:pt x="87566" y="72288"/>
                  </a:lnTo>
                  <a:lnTo>
                    <a:pt x="87706" y="71577"/>
                  </a:lnTo>
                  <a:lnTo>
                    <a:pt x="87630" y="70040"/>
                  </a:lnTo>
                  <a:lnTo>
                    <a:pt x="87566" y="68516"/>
                  </a:lnTo>
                  <a:lnTo>
                    <a:pt x="87223" y="67284"/>
                  </a:lnTo>
                  <a:lnTo>
                    <a:pt x="86537" y="67335"/>
                  </a:lnTo>
                  <a:lnTo>
                    <a:pt x="86321" y="68592"/>
                  </a:lnTo>
                  <a:lnTo>
                    <a:pt x="86461" y="71653"/>
                  </a:lnTo>
                  <a:lnTo>
                    <a:pt x="86639" y="72339"/>
                  </a:lnTo>
                  <a:lnTo>
                    <a:pt x="86067" y="72186"/>
                  </a:lnTo>
                  <a:lnTo>
                    <a:pt x="84759" y="72275"/>
                  </a:lnTo>
                  <a:lnTo>
                    <a:pt x="83451" y="72364"/>
                  </a:lnTo>
                  <a:lnTo>
                    <a:pt x="82397" y="72745"/>
                  </a:lnTo>
                  <a:lnTo>
                    <a:pt x="82435" y="73558"/>
                  </a:lnTo>
                  <a:lnTo>
                    <a:pt x="83515" y="73812"/>
                  </a:lnTo>
                  <a:lnTo>
                    <a:pt x="86144" y="73647"/>
                  </a:lnTo>
                  <a:lnTo>
                    <a:pt x="86715" y="73431"/>
                  </a:lnTo>
                  <a:lnTo>
                    <a:pt x="86601" y="74142"/>
                  </a:lnTo>
                  <a:lnTo>
                    <a:pt x="86677" y="75666"/>
                  </a:lnTo>
                  <a:lnTo>
                    <a:pt x="86741" y="77190"/>
                  </a:lnTo>
                  <a:lnTo>
                    <a:pt x="87083" y="78422"/>
                  </a:lnTo>
                  <a:lnTo>
                    <a:pt x="87769" y="78371"/>
                  </a:lnTo>
                  <a:lnTo>
                    <a:pt x="87998" y="77114"/>
                  </a:lnTo>
                  <a:lnTo>
                    <a:pt x="87845" y="74053"/>
                  </a:lnTo>
                  <a:lnTo>
                    <a:pt x="87655" y="73380"/>
                  </a:lnTo>
                  <a:lnTo>
                    <a:pt x="88265" y="73520"/>
                  </a:lnTo>
                  <a:lnTo>
                    <a:pt x="89585" y="73431"/>
                  </a:lnTo>
                  <a:lnTo>
                    <a:pt x="90893" y="73342"/>
                  </a:lnTo>
                  <a:lnTo>
                    <a:pt x="91935" y="72961"/>
                  </a:lnTo>
                  <a:close/>
                </a:path>
                <a:path w="118109" h="245745">
                  <a:moveTo>
                    <a:pt x="92202" y="41897"/>
                  </a:moveTo>
                  <a:lnTo>
                    <a:pt x="92163" y="41097"/>
                  </a:lnTo>
                  <a:lnTo>
                    <a:pt x="91084" y="40830"/>
                  </a:lnTo>
                  <a:lnTo>
                    <a:pt x="88455" y="40995"/>
                  </a:lnTo>
                  <a:lnTo>
                    <a:pt x="87833" y="41236"/>
                  </a:lnTo>
                  <a:lnTo>
                    <a:pt x="87960" y="40513"/>
                  </a:lnTo>
                  <a:lnTo>
                    <a:pt x="87884" y="38976"/>
                  </a:lnTo>
                  <a:lnTo>
                    <a:pt x="87820" y="37452"/>
                  </a:lnTo>
                  <a:lnTo>
                    <a:pt x="87477" y="36233"/>
                  </a:lnTo>
                  <a:lnTo>
                    <a:pt x="86791" y="36271"/>
                  </a:lnTo>
                  <a:lnTo>
                    <a:pt x="86575" y="37528"/>
                  </a:lnTo>
                  <a:lnTo>
                    <a:pt x="86715" y="40589"/>
                  </a:lnTo>
                  <a:lnTo>
                    <a:pt x="86893" y="41275"/>
                  </a:lnTo>
                  <a:lnTo>
                    <a:pt x="86321" y="41135"/>
                  </a:lnTo>
                  <a:lnTo>
                    <a:pt x="85013" y="41211"/>
                  </a:lnTo>
                  <a:lnTo>
                    <a:pt x="83705" y="41300"/>
                  </a:lnTo>
                  <a:lnTo>
                    <a:pt x="82651" y="41681"/>
                  </a:lnTo>
                  <a:lnTo>
                    <a:pt x="82689" y="42494"/>
                  </a:lnTo>
                  <a:lnTo>
                    <a:pt x="83769" y="42748"/>
                  </a:lnTo>
                  <a:lnTo>
                    <a:pt x="86398" y="42583"/>
                  </a:lnTo>
                  <a:lnTo>
                    <a:pt x="86982" y="42379"/>
                  </a:lnTo>
                  <a:lnTo>
                    <a:pt x="86855" y="43078"/>
                  </a:lnTo>
                  <a:lnTo>
                    <a:pt x="86931" y="44602"/>
                  </a:lnTo>
                  <a:lnTo>
                    <a:pt x="86995" y="46126"/>
                  </a:lnTo>
                  <a:lnTo>
                    <a:pt x="87337" y="47358"/>
                  </a:lnTo>
                  <a:lnTo>
                    <a:pt x="88023" y="47320"/>
                  </a:lnTo>
                  <a:lnTo>
                    <a:pt x="88252" y="46062"/>
                  </a:lnTo>
                  <a:lnTo>
                    <a:pt x="88099" y="42989"/>
                  </a:lnTo>
                  <a:lnTo>
                    <a:pt x="87909" y="42316"/>
                  </a:lnTo>
                  <a:lnTo>
                    <a:pt x="88519" y="42456"/>
                  </a:lnTo>
                  <a:lnTo>
                    <a:pt x="89839" y="42367"/>
                  </a:lnTo>
                  <a:lnTo>
                    <a:pt x="91147" y="42291"/>
                  </a:lnTo>
                  <a:lnTo>
                    <a:pt x="92202" y="41897"/>
                  </a:lnTo>
                  <a:close/>
                </a:path>
                <a:path w="118109" h="245745">
                  <a:moveTo>
                    <a:pt x="105676" y="57607"/>
                  </a:moveTo>
                  <a:lnTo>
                    <a:pt x="105625" y="56807"/>
                  </a:lnTo>
                  <a:lnTo>
                    <a:pt x="104546" y="56540"/>
                  </a:lnTo>
                  <a:lnTo>
                    <a:pt x="101917" y="56718"/>
                  </a:lnTo>
                  <a:lnTo>
                    <a:pt x="101307" y="56946"/>
                  </a:lnTo>
                  <a:lnTo>
                    <a:pt x="101434" y="56222"/>
                  </a:lnTo>
                  <a:lnTo>
                    <a:pt x="101358" y="54698"/>
                  </a:lnTo>
                  <a:lnTo>
                    <a:pt x="101282" y="53162"/>
                  </a:lnTo>
                  <a:lnTo>
                    <a:pt x="100952" y="51943"/>
                  </a:lnTo>
                  <a:lnTo>
                    <a:pt x="100266" y="51981"/>
                  </a:lnTo>
                  <a:lnTo>
                    <a:pt x="100037" y="53238"/>
                  </a:lnTo>
                  <a:lnTo>
                    <a:pt x="100190" y="56311"/>
                  </a:lnTo>
                  <a:lnTo>
                    <a:pt x="100368" y="56997"/>
                  </a:lnTo>
                  <a:lnTo>
                    <a:pt x="99796" y="56845"/>
                  </a:lnTo>
                  <a:lnTo>
                    <a:pt x="98488" y="56921"/>
                  </a:lnTo>
                  <a:lnTo>
                    <a:pt x="97180" y="57010"/>
                  </a:lnTo>
                  <a:lnTo>
                    <a:pt x="96113" y="57404"/>
                  </a:lnTo>
                  <a:lnTo>
                    <a:pt x="96164" y="58204"/>
                  </a:lnTo>
                  <a:lnTo>
                    <a:pt x="97231" y="58470"/>
                  </a:lnTo>
                  <a:lnTo>
                    <a:pt x="99860" y="58293"/>
                  </a:lnTo>
                  <a:lnTo>
                    <a:pt x="100444" y="58089"/>
                  </a:lnTo>
                  <a:lnTo>
                    <a:pt x="100330" y="58788"/>
                  </a:lnTo>
                  <a:lnTo>
                    <a:pt x="100393" y="60312"/>
                  </a:lnTo>
                  <a:lnTo>
                    <a:pt x="100469" y="61849"/>
                  </a:lnTo>
                  <a:lnTo>
                    <a:pt x="100812" y="63068"/>
                  </a:lnTo>
                  <a:lnTo>
                    <a:pt x="101485" y="63030"/>
                  </a:lnTo>
                  <a:lnTo>
                    <a:pt x="101714" y="61772"/>
                  </a:lnTo>
                  <a:lnTo>
                    <a:pt x="101574" y="58699"/>
                  </a:lnTo>
                  <a:lnTo>
                    <a:pt x="101371" y="58026"/>
                  </a:lnTo>
                  <a:lnTo>
                    <a:pt x="101993" y="58166"/>
                  </a:lnTo>
                  <a:lnTo>
                    <a:pt x="103301" y="58089"/>
                  </a:lnTo>
                  <a:lnTo>
                    <a:pt x="104609" y="58000"/>
                  </a:lnTo>
                  <a:lnTo>
                    <a:pt x="105676" y="57607"/>
                  </a:lnTo>
                  <a:close/>
                </a:path>
                <a:path w="118109" h="245745">
                  <a:moveTo>
                    <a:pt x="117665" y="25476"/>
                  </a:moveTo>
                  <a:lnTo>
                    <a:pt x="116814" y="25793"/>
                  </a:lnTo>
                  <a:lnTo>
                    <a:pt x="116865" y="26593"/>
                  </a:lnTo>
                  <a:lnTo>
                    <a:pt x="117665" y="26797"/>
                  </a:lnTo>
                  <a:lnTo>
                    <a:pt x="117665" y="25476"/>
                  </a:lnTo>
                  <a:close/>
                </a:path>
                <a:path w="118109" h="245745">
                  <a:moveTo>
                    <a:pt x="117665" y="11341"/>
                  </a:moveTo>
                  <a:lnTo>
                    <a:pt x="112166" y="4940"/>
                  </a:lnTo>
                  <a:lnTo>
                    <a:pt x="112166" y="9321"/>
                  </a:lnTo>
                  <a:lnTo>
                    <a:pt x="111785" y="9220"/>
                  </a:lnTo>
                  <a:lnTo>
                    <a:pt x="109156" y="9385"/>
                  </a:lnTo>
                  <a:lnTo>
                    <a:pt x="108534" y="9626"/>
                  </a:lnTo>
                  <a:lnTo>
                    <a:pt x="108661" y="8902"/>
                  </a:lnTo>
                  <a:lnTo>
                    <a:pt x="108597" y="7378"/>
                  </a:lnTo>
                  <a:lnTo>
                    <a:pt x="108521" y="5842"/>
                  </a:lnTo>
                  <a:lnTo>
                    <a:pt x="108191" y="4673"/>
                  </a:lnTo>
                  <a:lnTo>
                    <a:pt x="112166" y="9321"/>
                  </a:lnTo>
                  <a:lnTo>
                    <a:pt x="112166" y="4940"/>
                  </a:lnTo>
                  <a:lnTo>
                    <a:pt x="111683" y="4368"/>
                  </a:lnTo>
                  <a:lnTo>
                    <a:pt x="108165" y="254"/>
                  </a:lnTo>
                  <a:lnTo>
                    <a:pt x="108165" y="4635"/>
                  </a:lnTo>
                  <a:lnTo>
                    <a:pt x="107708" y="4660"/>
                  </a:lnTo>
                  <a:lnTo>
                    <a:pt x="107950" y="4368"/>
                  </a:lnTo>
                  <a:lnTo>
                    <a:pt x="108165" y="4635"/>
                  </a:lnTo>
                  <a:lnTo>
                    <a:pt x="108165" y="254"/>
                  </a:lnTo>
                  <a:lnTo>
                    <a:pt x="107950" y="0"/>
                  </a:lnTo>
                  <a:lnTo>
                    <a:pt x="93992" y="16281"/>
                  </a:lnTo>
                  <a:lnTo>
                    <a:pt x="93992" y="25158"/>
                  </a:lnTo>
                  <a:lnTo>
                    <a:pt x="93421" y="25019"/>
                  </a:lnTo>
                  <a:lnTo>
                    <a:pt x="92113" y="25095"/>
                  </a:lnTo>
                  <a:lnTo>
                    <a:pt x="90805" y="25184"/>
                  </a:lnTo>
                  <a:lnTo>
                    <a:pt x="89776" y="25565"/>
                  </a:lnTo>
                  <a:lnTo>
                    <a:pt x="89776" y="26352"/>
                  </a:lnTo>
                  <a:lnTo>
                    <a:pt x="89446" y="25946"/>
                  </a:lnTo>
                  <a:lnTo>
                    <a:pt x="89750" y="25590"/>
                  </a:lnTo>
                  <a:lnTo>
                    <a:pt x="89776" y="26352"/>
                  </a:lnTo>
                  <a:lnTo>
                    <a:pt x="89776" y="25565"/>
                  </a:lnTo>
                  <a:lnTo>
                    <a:pt x="93751" y="20916"/>
                  </a:lnTo>
                  <a:lnTo>
                    <a:pt x="93675" y="21412"/>
                  </a:lnTo>
                  <a:lnTo>
                    <a:pt x="93814" y="24485"/>
                  </a:lnTo>
                  <a:lnTo>
                    <a:pt x="93992" y="25158"/>
                  </a:lnTo>
                  <a:lnTo>
                    <a:pt x="93992" y="16281"/>
                  </a:lnTo>
                  <a:lnTo>
                    <a:pt x="87249" y="24142"/>
                  </a:lnTo>
                  <a:lnTo>
                    <a:pt x="85064" y="21602"/>
                  </a:lnTo>
                  <a:lnTo>
                    <a:pt x="85064" y="25946"/>
                  </a:lnTo>
                  <a:lnTo>
                    <a:pt x="80924" y="30772"/>
                  </a:lnTo>
                  <a:lnTo>
                    <a:pt x="81038" y="30162"/>
                  </a:lnTo>
                  <a:lnTo>
                    <a:pt x="80886" y="27101"/>
                  </a:lnTo>
                  <a:lnTo>
                    <a:pt x="80695" y="26416"/>
                  </a:lnTo>
                  <a:lnTo>
                    <a:pt x="81305" y="26555"/>
                  </a:lnTo>
                  <a:lnTo>
                    <a:pt x="82613" y="26479"/>
                  </a:lnTo>
                  <a:lnTo>
                    <a:pt x="83934" y="26390"/>
                  </a:lnTo>
                  <a:lnTo>
                    <a:pt x="84988" y="26009"/>
                  </a:lnTo>
                  <a:lnTo>
                    <a:pt x="84975" y="25857"/>
                  </a:lnTo>
                  <a:lnTo>
                    <a:pt x="85064" y="21602"/>
                  </a:lnTo>
                  <a:lnTo>
                    <a:pt x="84277" y="20675"/>
                  </a:lnTo>
                  <a:lnTo>
                    <a:pt x="84277" y="25031"/>
                  </a:lnTo>
                  <a:lnTo>
                    <a:pt x="83870" y="24930"/>
                  </a:lnTo>
                  <a:lnTo>
                    <a:pt x="81241" y="25107"/>
                  </a:lnTo>
                  <a:lnTo>
                    <a:pt x="80606" y="25336"/>
                  </a:lnTo>
                  <a:lnTo>
                    <a:pt x="80746" y="24612"/>
                  </a:lnTo>
                  <a:lnTo>
                    <a:pt x="80683" y="23088"/>
                  </a:lnTo>
                  <a:lnTo>
                    <a:pt x="80606" y="21564"/>
                  </a:lnTo>
                  <a:lnTo>
                    <a:pt x="80340" y="20637"/>
                  </a:lnTo>
                  <a:lnTo>
                    <a:pt x="80340" y="31457"/>
                  </a:lnTo>
                  <a:lnTo>
                    <a:pt x="66560" y="47523"/>
                  </a:lnTo>
                  <a:lnTo>
                    <a:pt x="61772" y="41960"/>
                  </a:lnTo>
                  <a:lnTo>
                    <a:pt x="62826" y="42202"/>
                  </a:lnTo>
                  <a:lnTo>
                    <a:pt x="65455" y="42037"/>
                  </a:lnTo>
                  <a:lnTo>
                    <a:pt x="66040" y="41833"/>
                  </a:lnTo>
                  <a:lnTo>
                    <a:pt x="65913" y="42532"/>
                  </a:lnTo>
                  <a:lnTo>
                    <a:pt x="65989" y="44056"/>
                  </a:lnTo>
                  <a:lnTo>
                    <a:pt x="66065" y="45580"/>
                  </a:lnTo>
                  <a:lnTo>
                    <a:pt x="66395" y="46812"/>
                  </a:lnTo>
                  <a:lnTo>
                    <a:pt x="67081" y="46774"/>
                  </a:lnTo>
                  <a:lnTo>
                    <a:pt x="67310" y="45516"/>
                  </a:lnTo>
                  <a:lnTo>
                    <a:pt x="67157" y="42443"/>
                  </a:lnTo>
                  <a:lnTo>
                    <a:pt x="66967" y="41757"/>
                  </a:lnTo>
                  <a:lnTo>
                    <a:pt x="67589" y="41910"/>
                  </a:lnTo>
                  <a:lnTo>
                    <a:pt x="68897" y="41821"/>
                  </a:lnTo>
                  <a:lnTo>
                    <a:pt x="70205" y="41744"/>
                  </a:lnTo>
                  <a:lnTo>
                    <a:pt x="71259" y="41351"/>
                  </a:lnTo>
                  <a:lnTo>
                    <a:pt x="71221" y="40551"/>
                  </a:lnTo>
                  <a:lnTo>
                    <a:pt x="70142" y="40284"/>
                  </a:lnTo>
                  <a:lnTo>
                    <a:pt x="67513" y="40449"/>
                  </a:lnTo>
                  <a:lnTo>
                    <a:pt x="66890" y="40690"/>
                  </a:lnTo>
                  <a:lnTo>
                    <a:pt x="67017" y="39966"/>
                  </a:lnTo>
                  <a:lnTo>
                    <a:pt x="66954" y="38430"/>
                  </a:lnTo>
                  <a:lnTo>
                    <a:pt x="66878" y="36906"/>
                  </a:lnTo>
                  <a:lnTo>
                    <a:pt x="66535" y="35687"/>
                  </a:lnTo>
                  <a:lnTo>
                    <a:pt x="65849" y="35725"/>
                  </a:lnTo>
                  <a:lnTo>
                    <a:pt x="65633" y="36982"/>
                  </a:lnTo>
                  <a:lnTo>
                    <a:pt x="65773" y="40043"/>
                  </a:lnTo>
                  <a:lnTo>
                    <a:pt x="65951" y="40728"/>
                  </a:lnTo>
                  <a:lnTo>
                    <a:pt x="65379" y="40589"/>
                  </a:lnTo>
                  <a:lnTo>
                    <a:pt x="64071" y="40665"/>
                  </a:lnTo>
                  <a:lnTo>
                    <a:pt x="62763" y="40754"/>
                  </a:lnTo>
                  <a:lnTo>
                    <a:pt x="61709" y="41135"/>
                  </a:lnTo>
                  <a:lnTo>
                    <a:pt x="61734" y="41922"/>
                  </a:lnTo>
                  <a:lnTo>
                    <a:pt x="48425" y="26390"/>
                  </a:lnTo>
                  <a:lnTo>
                    <a:pt x="49479" y="26631"/>
                  </a:lnTo>
                  <a:lnTo>
                    <a:pt x="52108" y="26466"/>
                  </a:lnTo>
                  <a:lnTo>
                    <a:pt x="52692" y="26263"/>
                  </a:lnTo>
                  <a:lnTo>
                    <a:pt x="52565" y="26962"/>
                  </a:lnTo>
                  <a:lnTo>
                    <a:pt x="52641" y="28486"/>
                  </a:lnTo>
                  <a:lnTo>
                    <a:pt x="52717" y="30022"/>
                  </a:lnTo>
                  <a:lnTo>
                    <a:pt x="53047" y="31242"/>
                  </a:lnTo>
                  <a:lnTo>
                    <a:pt x="53746" y="31203"/>
                  </a:lnTo>
                  <a:lnTo>
                    <a:pt x="53962" y="29946"/>
                  </a:lnTo>
                  <a:lnTo>
                    <a:pt x="53809" y="26873"/>
                  </a:lnTo>
                  <a:lnTo>
                    <a:pt x="53619" y="26200"/>
                  </a:lnTo>
                  <a:lnTo>
                    <a:pt x="54241" y="26339"/>
                  </a:lnTo>
                  <a:lnTo>
                    <a:pt x="55549" y="26250"/>
                  </a:lnTo>
                  <a:lnTo>
                    <a:pt x="56857" y="26174"/>
                  </a:lnTo>
                  <a:lnTo>
                    <a:pt x="57899" y="25781"/>
                  </a:lnTo>
                  <a:lnTo>
                    <a:pt x="57899" y="25374"/>
                  </a:lnTo>
                  <a:lnTo>
                    <a:pt x="57873" y="24980"/>
                  </a:lnTo>
                  <a:lnTo>
                    <a:pt x="56794" y="24714"/>
                  </a:lnTo>
                  <a:lnTo>
                    <a:pt x="54165" y="24879"/>
                  </a:lnTo>
                  <a:lnTo>
                    <a:pt x="53543" y="25120"/>
                  </a:lnTo>
                  <a:lnTo>
                    <a:pt x="53682" y="24396"/>
                  </a:lnTo>
                  <a:lnTo>
                    <a:pt x="53606" y="22872"/>
                  </a:lnTo>
                  <a:lnTo>
                    <a:pt x="53530" y="21336"/>
                  </a:lnTo>
                  <a:lnTo>
                    <a:pt x="53200" y="20116"/>
                  </a:lnTo>
                  <a:lnTo>
                    <a:pt x="53047" y="20129"/>
                  </a:lnTo>
                  <a:lnTo>
                    <a:pt x="66052" y="4953"/>
                  </a:lnTo>
                  <a:lnTo>
                    <a:pt x="65887" y="5918"/>
                  </a:lnTo>
                  <a:lnTo>
                    <a:pt x="66027" y="8991"/>
                  </a:lnTo>
                  <a:lnTo>
                    <a:pt x="66205" y="9664"/>
                  </a:lnTo>
                  <a:lnTo>
                    <a:pt x="65633" y="9525"/>
                  </a:lnTo>
                  <a:lnTo>
                    <a:pt x="64325" y="9601"/>
                  </a:lnTo>
                  <a:lnTo>
                    <a:pt x="63017" y="9690"/>
                  </a:lnTo>
                  <a:lnTo>
                    <a:pt x="61963" y="10083"/>
                  </a:lnTo>
                  <a:lnTo>
                    <a:pt x="62001" y="10883"/>
                  </a:lnTo>
                  <a:lnTo>
                    <a:pt x="63080" y="11150"/>
                  </a:lnTo>
                  <a:lnTo>
                    <a:pt x="65709" y="10972"/>
                  </a:lnTo>
                  <a:lnTo>
                    <a:pt x="66294" y="10769"/>
                  </a:lnTo>
                  <a:lnTo>
                    <a:pt x="66167" y="11468"/>
                  </a:lnTo>
                  <a:lnTo>
                    <a:pt x="66243" y="12992"/>
                  </a:lnTo>
                  <a:lnTo>
                    <a:pt x="66319" y="14528"/>
                  </a:lnTo>
                  <a:lnTo>
                    <a:pt x="66649" y="15748"/>
                  </a:lnTo>
                  <a:lnTo>
                    <a:pt x="67348" y="15709"/>
                  </a:lnTo>
                  <a:lnTo>
                    <a:pt x="67564" y="14452"/>
                  </a:lnTo>
                  <a:lnTo>
                    <a:pt x="67411" y="11379"/>
                  </a:lnTo>
                  <a:lnTo>
                    <a:pt x="67221" y="10693"/>
                  </a:lnTo>
                  <a:lnTo>
                    <a:pt x="67843" y="10845"/>
                  </a:lnTo>
                  <a:lnTo>
                    <a:pt x="69151" y="10756"/>
                  </a:lnTo>
                  <a:lnTo>
                    <a:pt x="70459" y="10680"/>
                  </a:lnTo>
                  <a:lnTo>
                    <a:pt x="71513" y="10287"/>
                  </a:lnTo>
                  <a:lnTo>
                    <a:pt x="71501" y="10160"/>
                  </a:lnTo>
                  <a:lnTo>
                    <a:pt x="80251" y="20345"/>
                  </a:lnTo>
                  <a:lnTo>
                    <a:pt x="79578" y="20370"/>
                  </a:lnTo>
                  <a:lnTo>
                    <a:pt x="79362" y="21628"/>
                  </a:lnTo>
                  <a:lnTo>
                    <a:pt x="79502" y="24701"/>
                  </a:lnTo>
                  <a:lnTo>
                    <a:pt x="79679" y="25387"/>
                  </a:lnTo>
                  <a:lnTo>
                    <a:pt x="79108" y="25234"/>
                  </a:lnTo>
                  <a:lnTo>
                    <a:pt x="77800" y="25323"/>
                  </a:lnTo>
                  <a:lnTo>
                    <a:pt x="76492" y="25400"/>
                  </a:lnTo>
                  <a:lnTo>
                    <a:pt x="75438" y="25793"/>
                  </a:lnTo>
                  <a:lnTo>
                    <a:pt x="75476" y="26593"/>
                  </a:lnTo>
                  <a:lnTo>
                    <a:pt x="76555" y="26860"/>
                  </a:lnTo>
                  <a:lnTo>
                    <a:pt x="79184" y="26695"/>
                  </a:lnTo>
                  <a:lnTo>
                    <a:pt x="79756" y="26479"/>
                  </a:lnTo>
                  <a:lnTo>
                    <a:pt x="79641" y="27178"/>
                  </a:lnTo>
                  <a:lnTo>
                    <a:pt x="79717" y="28714"/>
                  </a:lnTo>
                  <a:lnTo>
                    <a:pt x="79781" y="30238"/>
                  </a:lnTo>
                  <a:lnTo>
                    <a:pt x="80124" y="31457"/>
                  </a:lnTo>
                  <a:lnTo>
                    <a:pt x="80340" y="31457"/>
                  </a:lnTo>
                  <a:lnTo>
                    <a:pt x="80340" y="20637"/>
                  </a:lnTo>
                  <a:lnTo>
                    <a:pt x="80264" y="20358"/>
                  </a:lnTo>
                  <a:lnTo>
                    <a:pt x="84277" y="25031"/>
                  </a:lnTo>
                  <a:lnTo>
                    <a:pt x="84277" y="20675"/>
                  </a:lnTo>
                  <a:lnTo>
                    <a:pt x="70777" y="4927"/>
                  </a:lnTo>
                  <a:lnTo>
                    <a:pt x="70777" y="9321"/>
                  </a:lnTo>
                  <a:lnTo>
                    <a:pt x="70396" y="9220"/>
                  </a:lnTo>
                  <a:lnTo>
                    <a:pt x="67767" y="9385"/>
                  </a:lnTo>
                  <a:lnTo>
                    <a:pt x="67144" y="9626"/>
                  </a:lnTo>
                  <a:lnTo>
                    <a:pt x="67271" y="8902"/>
                  </a:lnTo>
                  <a:lnTo>
                    <a:pt x="67208" y="7378"/>
                  </a:lnTo>
                  <a:lnTo>
                    <a:pt x="67132" y="5842"/>
                  </a:lnTo>
                  <a:lnTo>
                    <a:pt x="66802" y="4673"/>
                  </a:lnTo>
                  <a:lnTo>
                    <a:pt x="70777" y="9321"/>
                  </a:lnTo>
                  <a:lnTo>
                    <a:pt x="70777" y="4927"/>
                  </a:lnTo>
                  <a:lnTo>
                    <a:pt x="70307" y="4368"/>
                  </a:lnTo>
                  <a:lnTo>
                    <a:pt x="66776" y="254"/>
                  </a:lnTo>
                  <a:lnTo>
                    <a:pt x="66776" y="4635"/>
                  </a:lnTo>
                  <a:lnTo>
                    <a:pt x="66319" y="4660"/>
                  </a:lnTo>
                  <a:lnTo>
                    <a:pt x="66560" y="4368"/>
                  </a:lnTo>
                  <a:lnTo>
                    <a:pt x="66776" y="4635"/>
                  </a:lnTo>
                  <a:lnTo>
                    <a:pt x="66776" y="254"/>
                  </a:lnTo>
                  <a:lnTo>
                    <a:pt x="66560" y="0"/>
                  </a:lnTo>
                  <a:lnTo>
                    <a:pt x="52616" y="16268"/>
                  </a:lnTo>
                  <a:lnTo>
                    <a:pt x="52616" y="25158"/>
                  </a:lnTo>
                  <a:lnTo>
                    <a:pt x="52031" y="25019"/>
                  </a:lnTo>
                  <a:lnTo>
                    <a:pt x="50723" y="25095"/>
                  </a:lnTo>
                  <a:lnTo>
                    <a:pt x="49415" y="25184"/>
                  </a:lnTo>
                  <a:lnTo>
                    <a:pt x="48387" y="25565"/>
                  </a:lnTo>
                  <a:lnTo>
                    <a:pt x="48387" y="26352"/>
                  </a:lnTo>
                  <a:lnTo>
                    <a:pt x="48056" y="25946"/>
                  </a:lnTo>
                  <a:lnTo>
                    <a:pt x="48361" y="25590"/>
                  </a:lnTo>
                  <a:lnTo>
                    <a:pt x="48387" y="26352"/>
                  </a:lnTo>
                  <a:lnTo>
                    <a:pt x="48387" y="25565"/>
                  </a:lnTo>
                  <a:lnTo>
                    <a:pt x="52362" y="20916"/>
                  </a:lnTo>
                  <a:lnTo>
                    <a:pt x="52285" y="21412"/>
                  </a:lnTo>
                  <a:lnTo>
                    <a:pt x="52438" y="24485"/>
                  </a:lnTo>
                  <a:lnTo>
                    <a:pt x="52616" y="25158"/>
                  </a:lnTo>
                  <a:lnTo>
                    <a:pt x="52616" y="16268"/>
                  </a:lnTo>
                  <a:lnTo>
                    <a:pt x="44310" y="25946"/>
                  </a:lnTo>
                  <a:lnTo>
                    <a:pt x="66560" y="51892"/>
                  </a:lnTo>
                  <a:lnTo>
                    <a:pt x="70307" y="47523"/>
                  </a:lnTo>
                  <a:lnTo>
                    <a:pt x="87249" y="27762"/>
                  </a:lnTo>
                  <a:lnTo>
                    <a:pt x="107950" y="51892"/>
                  </a:lnTo>
                  <a:lnTo>
                    <a:pt x="111683" y="47523"/>
                  </a:lnTo>
                  <a:lnTo>
                    <a:pt x="117665" y="40563"/>
                  </a:lnTo>
                  <a:lnTo>
                    <a:pt x="117665" y="36195"/>
                  </a:lnTo>
                  <a:lnTo>
                    <a:pt x="107950" y="47523"/>
                  </a:lnTo>
                  <a:lnTo>
                    <a:pt x="103162" y="41960"/>
                  </a:lnTo>
                  <a:lnTo>
                    <a:pt x="104216" y="42202"/>
                  </a:lnTo>
                  <a:lnTo>
                    <a:pt x="106845" y="42037"/>
                  </a:lnTo>
                  <a:lnTo>
                    <a:pt x="107416" y="41833"/>
                  </a:lnTo>
                  <a:lnTo>
                    <a:pt x="107302" y="42532"/>
                  </a:lnTo>
                  <a:lnTo>
                    <a:pt x="107378" y="44056"/>
                  </a:lnTo>
                  <a:lnTo>
                    <a:pt x="107454" y="45580"/>
                  </a:lnTo>
                  <a:lnTo>
                    <a:pt x="107784" y="46812"/>
                  </a:lnTo>
                  <a:lnTo>
                    <a:pt x="108470" y="46774"/>
                  </a:lnTo>
                  <a:lnTo>
                    <a:pt x="108699" y="45516"/>
                  </a:lnTo>
                  <a:lnTo>
                    <a:pt x="108546" y="42443"/>
                  </a:lnTo>
                  <a:lnTo>
                    <a:pt x="108356" y="41770"/>
                  </a:lnTo>
                  <a:lnTo>
                    <a:pt x="108978" y="41910"/>
                  </a:lnTo>
                  <a:lnTo>
                    <a:pt x="110286" y="41821"/>
                  </a:lnTo>
                  <a:lnTo>
                    <a:pt x="111594" y="41744"/>
                  </a:lnTo>
                  <a:lnTo>
                    <a:pt x="112649" y="41351"/>
                  </a:lnTo>
                  <a:lnTo>
                    <a:pt x="112610" y="40551"/>
                  </a:lnTo>
                  <a:lnTo>
                    <a:pt x="111531" y="40284"/>
                  </a:lnTo>
                  <a:lnTo>
                    <a:pt x="108902" y="40449"/>
                  </a:lnTo>
                  <a:lnTo>
                    <a:pt x="108267" y="40690"/>
                  </a:lnTo>
                  <a:lnTo>
                    <a:pt x="108407" y="39966"/>
                  </a:lnTo>
                  <a:lnTo>
                    <a:pt x="108343" y="38430"/>
                  </a:lnTo>
                  <a:lnTo>
                    <a:pt x="108267" y="36906"/>
                  </a:lnTo>
                  <a:lnTo>
                    <a:pt x="107924" y="35687"/>
                  </a:lnTo>
                  <a:lnTo>
                    <a:pt x="107238" y="35725"/>
                  </a:lnTo>
                  <a:lnTo>
                    <a:pt x="107022" y="36982"/>
                  </a:lnTo>
                  <a:lnTo>
                    <a:pt x="107162" y="40043"/>
                  </a:lnTo>
                  <a:lnTo>
                    <a:pt x="107340" y="40728"/>
                  </a:lnTo>
                  <a:lnTo>
                    <a:pt x="106768" y="40589"/>
                  </a:lnTo>
                  <a:lnTo>
                    <a:pt x="105460" y="40665"/>
                  </a:lnTo>
                  <a:lnTo>
                    <a:pt x="104152" y="40754"/>
                  </a:lnTo>
                  <a:lnTo>
                    <a:pt x="103098" y="41135"/>
                  </a:lnTo>
                  <a:lnTo>
                    <a:pt x="103124" y="41922"/>
                  </a:lnTo>
                  <a:lnTo>
                    <a:pt x="89814" y="26390"/>
                  </a:lnTo>
                  <a:lnTo>
                    <a:pt x="90868" y="26631"/>
                  </a:lnTo>
                  <a:lnTo>
                    <a:pt x="93497" y="26466"/>
                  </a:lnTo>
                  <a:lnTo>
                    <a:pt x="94081" y="26263"/>
                  </a:lnTo>
                  <a:lnTo>
                    <a:pt x="93954" y="26962"/>
                  </a:lnTo>
                  <a:lnTo>
                    <a:pt x="94030" y="28486"/>
                  </a:lnTo>
                  <a:lnTo>
                    <a:pt x="94107" y="30022"/>
                  </a:lnTo>
                  <a:lnTo>
                    <a:pt x="94437" y="31242"/>
                  </a:lnTo>
                  <a:lnTo>
                    <a:pt x="95123" y="31203"/>
                  </a:lnTo>
                  <a:lnTo>
                    <a:pt x="95351" y="29946"/>
                  </a:lnTo>
                  <a:lnTo>
                    <a:pt x="95199" y="26873"/>
                  </a:lnTo>
                  <a:lnTo>
                    <a:pt x="95008" y="26187"/>
                  </a:lnTo>
                  <a:lnTo>
                    <a:pt x="95631" y="26339"/>
                  </a:lnTo>
                  <a:lnTo>
                    <a:pt x="96939" y="26250"/>
                  </a:lnTo>
                  <a:lnTo>
                    <a:pt x="98247" y="26174"/>
                  </a:lnTo>
                  <a:lnTo>
                    <a:pt x="99301" y="25781"/>
                  </a:lnTo>
                  <a:lnTo>
                    <a:pt x="99263" y="24980"/>
                  </a:lnTo>
                  <a:lnTo>
                    <a:pt x="98183" y="24714"/>
                  </a:lnTo>
                  <a:lnTo>
                    <a:pt x="95554" y="24879"/>
                  </a:lnTo>
                  <a:lnTo>
                    <a:pt x="94932" y="25120"/>
                  </a:lnTo>
                  <a:lnTo>
                    <a:pt x="95059" y="24396"/>
                  </a:lnTo>
                  <a:lnTo>
                    <a:pt x="94996" y="22872"/>
                  </a:lnTo>
                  <a:lnTo>
                    <a:pt x="94919" y="21336"/>
                  </a:lnTo>
                  <a:lnTo>
                    <a:pt x="94589" y="20116"/>
                  </a:lnTo>
                  <a:lnTo>
                    <a:pt x="94437" y="20129"/>
                  </a:lnTo>
                  <a:lnTo>
                    <a:pt x="107429" y="4965"/>
                  </a:lnTo>
                  <a:lnTo>
                    <a:pt x="107276" y="5918"/>
                  </a:lnTo>
                  <a:lnTo>
                    <a:pt x="107416" y="8991"/>
                  </a:lnTo>
                  <a:lnTo>
                    <a:pt x="107594" y="9664"/>
                  </a:lnTo>
                  <a:lnTo>
                    <a:pt x="107022" y="9525"/>
                  </a:lnTo>
                  <a:lnTo>
                    <a:pt x="105714" y="9601"/>
                  </a:lnTo>
                  <a:lnTo>
                    <a:pt x="104406" y="9690"/>
                  </a:lnTo>
                  <a:lnTo>
                    <a:pt x="103352" y="10083"/>
                  </a:lnTo>
                  <a:lnTo>
                    <a:pt x="103390" y="10883"/>
                  </a:lnTo>
                  <a:lnTo>
                    <a:pt x="104470" y="11150"/>
                  </a:lnTo>
                  <a:lnTo>
                    <a:pt x="107099" y="10972"/>
                  </a:lnTo>
                  <a:lnTo>
                    <a:pt x="107683" y="10769"/>
                  </a:lnTo>
                  <a:lnTo>
                    <a:pt x="107556" y="11468"/>
                  </a:lnTo>
                  <a:lnTo>
                    <a:pt x="107632" y="12992"/>
                  </a:lnTo>
                  <a:lnTo>
                    <a:pt x="107708" y="14528"/>
                  </a:lnTo>
                  <a:lnTo>
                    <a:pt x="108038" y="15748"/>
                  </a:lnTo>
                  <a:lnTo>
                    <a:pt x="108724" y="15709"/>
                  </a:lnTo>
                  <a:lnTo>
                    <a:pt x="108953" y="14452"/>
                  </a:lnTo>
                  <a:lnTo>
                    <a:pt x="108800" y="11379"/>
                  </a:lnTo>
                  <a:lnTo>
                    <a:pt x="108610" y="10706"/>
                  </a:lnTo>
                  <a:lnTo>
                    <a:pt x="109232" y="10845"/>
                  </a:lnTo>
                  <a:lnTo>
                    <a:pt x="110540" y="10756"/>
                  </a:lnTo>
                  <a:lnTo>
                    <a:pt x="111848" y="10680"/>
                  </a:lnTo>
                  <a:lnTo>
                    <a:pt x="112903" y="10287"/>
                  </a:lnTo>
                  <a:lnTo>
                    <a:pt x="112890" y="10160"/>
                  </a:lnTo>
                  <a:lnTo>
                    <a:pt x="117665" y="15709"/>
                  </a:lnTo>
                  <a:lnTo>
                    <a:pt x="117665" y="11341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11722519" y="7512424"/>
              <a:ext cx="118110" cy="83820"/>
            </a:xfrm>
            <a:custGeom>
              <a:avLst/>
              <a:gdLst/>
              <a:ahLst/>
              <a:cxnLst/>
              <a:rect l="l" t="t" r="r" b="b"/>
              <a:pathLst>
                <a:path w="118109" h="83820">
                  <a:moveTo>
                    <a:pt x="9296" y="72961"/>
                  </a:moveTo>
                  <a:lnTo>
                    <a:pt x="9245" y="72148"/>
                  </a:lnTo>
                  <a:lnTo>
                    <a:pt x="8178" y="71894"/>
                  </a:lnTo>
                  <a:lnTo>
                    <a:pt x="5549" y="72059"/>
                  </a:lnTo>
                  <a:lnTo>
                    <a:pt x="4927" y="72288"/>
                  </a:lnTo>
                  <a:lnTo>
                    <a:pt x="5054" y="71564"/>
                  </a:lnTo>
                  <a:lnTo>
                    <a:pt x="4978" y="70040"/>
                  </a:lnTo>
                  <a:lnTo>
                    <a:pt x="4914" y="68516"/>
                  </a:lnTo>
                  <a:lnTo>
                    <a:pt x="4572" y="67284"/>
                  </a:lnTo>
                  <a:lnTo>
                    <a:pt x="3898" y="67322"/>
                  </a:lnTo>
                  <a:lnTo>
                    <a:pt x="3657" y="68580"/>
                  </a:lnTo>
                  <a:lnTo>
                    <a:pt x="3810" y="71653"/>
                  </a:lnTo>
                  <a:lnTo>
                    <a:pt x="3987" y="72339"/>
                  </a:lnTo>
                  <a:lnTo>
                    <a:pt x="3416" y="72186"/>
                  </a:lnTo>
                  <a:lnTo>
                    <a:pt x="800" y="72351"/>
                  </a:lnTo>
                  <a:lnTo>
                    <a:pt x="0" y="72644"/>
                  </a:lnTo>
                  <a:lnTo>
                    <a:pt x="0" y="73596"/>
                  </a:lnTo>
                  <a:lnTo>
                    <a:pt x="863" y="73812"/>
                  </a:lnTo>
                  <a:lnTo>
                    <a:pt x="3492" y="73647"/>
                  </a:lnTo>
                  <a:lnTo>
                    <a:pt x="4064" y="73431"/>
                  </a:lnTo>
                  <a:lnTo>
                    <a:pt x="3949" y="74129"/>
                  </a:lnTo>
                  <a:lnTo>
                    <a:pt x="4025" y="75666"/>
                  </a:lnTo>
                  <a:lnTo>
                    <a:pt x="4089" y="77190"/>
                  </a:lnTo>
                  <a:lnTo>
                    <a:pt x="4432" y="78422"/>
                  </a:lnTo>
                  <a:lnTo>
                    <a:pt x="5105" y="78371"/>
                  </a:lnTo>
                  <a:lnTo>
                    <a:pt x="5346" y="77114"/>
                  </a:lnTo>
                  <a:lnTo>
                    <a:pt x="5194" y="74053"/>
                  </a:lnTo>
                  <a:lnTo>
                    <a:pt x="5003" y="73367"/>
                  </a:lnTo>
                  <a:lnTo>
                    <a:pt x="5613" y="73507"/>
                  </a:lnTo>
                  <a:lnTo>
                    <a:pt x="6921" y="73431"/>
                  </a:lnTo>
                  <a:lnTo>
                    <a:pt x="8229" y="73342"/>
                  </a:lnTo>
                  <a:lnTo>
                    <a:pt x="9296" y="72961"/>
                  </a:lnTo>
                  <a:close/>
                </a:path>
                <a:path w="118109" h="83820">
                  <a:moveTo>
                    <a:pt x="30149" y="10287"/>
                  </a:moveTo>
                  <a:lnTo>
                    <a:pt x="30111" y="9486"/>
                  </a:lnTo>
                  <a:lnTo>
                    <a:pt x="29032" y="9220"/>
                  </a:lnTo>
                  <a:lnTo>
                    <a:pt x="26403" y="9385"/>
                  </a:lnTo>
                  <a:lnTo>
                    <a:pt x="25781" y="9626"/>
                  </a:lnTo>
                  <a:lnTo>
                    <a:pt x="25920" y="8902"/>
                  </a:lnTo>
                  <a:lnTo>
                    <a:pt x="25844" y="7366"/>
                  </a:lnTo>
                  <a:lnTo>
                    <a:pt x="25768" y="5842"/>
                  </a:lnTo>
                  <a:lnTo>
                    <a:pt x="25438" y="4622"/>
                  </a:lnTo>
                  <a:lnTo>
                    <a:pt x="24739" y="4660"/>
                  </a:lnTo>
                  <a:lnTo>
                    <a:pt x="24523" y="5918"/>
                  </a:lnTo>
                  <a:lnTo>
                    <a:pt x="24676" y="8978"/>
                  </a:lnTo>
                  <a:lnTo>
                    <a:pt x="24853" y="9664"/>
                  </a:lnTo>
                  <a:lnTo>
                    <a:pt x="24269" y="9525"/>
                  </a:lnTo>
                  <a:lnTo>
                    <a:pt x="22961" y="9601"/>
                  </a:lnTo>
                  <a:lnTo>
                    <a:pt x="21653" y="9690"/>
                  </a:lnTo>
                  <a:lnTo>
                    <a:pt x="20599" y="10071"/>
                  </a:lnTo>
                  <a:lnTo>
                    <a:pt x="20637" y="10883"/>
                  </a:lnTo>
                  <a:lnTo>
                    <a:pt x="21717" y="11137"/>
                  </a:lnTo>
                  <a:lnTo>
                    <a:pt x="24345" y="10972"/>
                  </a:lnTo>
                  <a:lnTo>
                    <a:pt x="24930" y="10769"/>
                  </a:lnTo>
                  <a:lnTo>
                    <a:pt x="24803" y="11468"/>
                  </a:lnTo>
                  <a:lnTo>
                    <a:pt x="24879" y="12992"/>
                  </a:lnTo>
                  <a:lnTo>
                    <a:pt x="24955" y="14528"/>
                  </a:lnTo>
                  <a:lnTo>
                    <a:pt x="25285" y="15748"/>
                  </a:lnTo>
                  <a:lnTo>
                    <a:pt x="25984" y="15709"/>
                  </a:lnTo>
                  <a:lnTo>
                    <a:pt x="26200" y="14452"/>
                  </a:lnTo>
                  <a:lnTo>
                    <a:pt x="26047" y="11379"/>
                  </a:lnTo>
                  <a:lnTo>
                    <a:pt x="25857" y="10706"/>
                  </a:lnTo>
                  <a:lnTo>
                    <a:pt x="26479" y="10845"/>
                  </a:lnTo>
                  <a:lnTo>
                    <a:pt x="27787" y="10756"/>
                  </a:lnTo>
                  <a:lnTo>
                    <a:pt x="29095" y="10680"/>
                  </a:lnTo>
                  <a:lnTo>
                    <a:pt x="30149" y="10287"/>
                  </a:lnTo>
                  <a:close/>
                </a:path>
                <a:path w="118109" h="83820">
                  <a:moveTo>
                    <a:pt x="43624" y="25996"/>
                  </a:moveTo>
                  <a:lnTo>
                    <a:pt x="43586" y="25196"/>
                  </a:lnTo>
                  <a:lnTo>
                    <a:pt x="42506" y="24930"/>
                  </a:lnTo>
                  <a:lnTo>
                    <a:pt x="39878" y="25107"/>
                  </a:lnTo>
                  <a:lnTo>
                    <a:pt x="38823" y="25488"/>
                  </a:lnTo>
                  <a:lnTo>
                    <a:pt x="38849" y="25895"/>
                  </a:lnTo>
                  <a:lnTo>
                    <a:pt x="38862" y="26301"/>
                  </a:lnTo>
                  <a:lnTo>
                    <a:pt x="39954" y="26555"/>
                  </a:lnTo>
                  <a:lnTo>
                    <a:pt x="41262" y="26479"/>
                  </a:lnTo>
                  <a:lnTo>
                    <a:pt x="42570" y="26390"/>
                  </a:lnTo>
                  <a:lnTo>
                    <a:pt x="43624" y="25996"/>
                  </a:lnTo>
                  <a:close/>
                </a:path>
                <a:path w="118109" h="83820">
                  <a:moveTo>
                    <a:pt x="109512" y="57556"/>
                  </a:moveTo>
                  <a:lnTo>
                    <a:pt x="105765" y="53200"/>
                  </a:lnTo>
                  <a:lnTo>
                    <a:pt x="105765" y="57556"/>
                  </a:lnTo>
                  <a:lnTo>
                    <a:pt x="101625" y="62382"/>
                  </a:lnTo>
                  <a:lnTo>
                    <a:pt x="101739" y="61772"/>
                  </a:lnTo>
                  <a:lnTo>
                    <a:pt x="101600" y="58699"/>
                  </a:lnTo>
                  <a:lnTo>
                    <a:pt x="101396" y="58026"/>
                  </a:lnTo>
                  <a:lnTo>
                    <a:pt x="102019" y="58166"/>
                  </a:lnTo>
                  <a:lnTo>
                    <a:pt x="103327" y="58077"/>
                  </a:lnTo>
                  <a:lnTo>
                    <a:pt x="104635" y="58000"/>
                  </a:lnTo>
                  <a:lnTo>
                    <a:pt x="105702" y="57607"/>
                  </a:lnTo>
                  <a:lnTo>
                    <a:pt x="105689" y="57480"/>
                  </a:lnTo>
                  <a:lnTo>
                    <a:pt x="105765" y="53200"/>
                  </a:lnTo>
                  <a:lnTo>
                    <a:pt x="104965" y="52260"/>
                  </a:lnTo>
                  <a:lnTo>
                    <a:pt x="104965" y="56642"/>
                  </a:lnTo>
                  <a:lnTo>
                    <a:pt x="104571" y="56540"/>
                  </a:lnTo>
                  <a:lnTo>
                    <a:pt x="101942" y="56705"/>
                  </a:lnTo>
                  <a:lnTo>
                    <a:pt x="101333" y="56946"/>
                  </a:lnTo>
                  <a:lnTo>
                    <a:pt x="101460" y="56222"/>
                  </a:lnTo>
                  <a:lnTo>
                    <a:pt x="101384" y="54698"/>
                  </a:lnTo>
                  <a:lnTo>
                    <a:pt x="101307" y="53162"/>
                  </a:lnTo>
                  <a:lnTo>
                    <a:pt x="101041" y="52222"/>
                  </a:lnTo>
                  <a:lnTo>
                    <a:pt x="101041" y="63068"/>
                  </a:lnTo>
                  <a:lnTo>
                    <a:pt x="87261" y="79133"/>
                  </a:lnTo>
                  <a:lnTo>
                    <a:pt x="82461" y="73558"/>
                  </a:lnTo>
                  <a:lnTo>
                    <a:pt x="83540" y="73812"/>
                  </a:lnTo>
                  <a:lnTo>
                    <a:pt x="86169" y="73647"/>
                  </a:lnTo>
                  <a:lnTo>
                    <a:pt x="86741" y="73431"/>
                  </a:lnTo>
                  <a:lnTo>
                    <a:pt x="86626" y="74129"/>
                  </a:lnTo>
                  <a:lnTo>
                    <a:pt x="86702" y="75666"/>
                  </a:lnTo>
                  <a:lnTo>
                    <a:pt x="86766" y="77190"/>
                  </a:lnTo>
                  <a:lnTo>
                    <a:pt x="87109" y="78422"/>
                  </a:lnTo>
                  <a:lnTo>
                    <a:pt x="87795" y="78371"/>
                  </a:lnTo>
                  <a:lnTo>
                    <a:pt x="88023" y="77114"/>
                  </a:lnTo>
                  <a:lnTo>
                    <a:pt x="87871" y="74053"/>
                  </a:lnTo>
                  <a:lnTo>
                    <a:pt x="87680" y="73367"/>
                  </a:lnTo>
                  <a:lnTo>
                    <a:pt x="88290" y="73507"/>
                  </a:lnTo>
                  <a:lnTo>
                    <a:pt x="89611" y="73431"/>
                  </a:lnTo>
                  <a:lnTo>
                    <a:pt x="90919" y="73342"/>
                  </a:lnTo>
                  <a:lnTo>
                    <a:pt x="91960" y="72961"/>
                  </a:lnTo>
                  <a:lnTo>
                    <a:pt x="91948" y="72542"/>
                  </a:lnTo>
                  <a:lnTo>
                    <a:pt x="91935" y="72148"/>
                  </a:lnTo>
                  <a:lnTo>
                    <a:pt x="90855" y="71894"/>
                  </a:lnTo>
                  <a:lnTo>
                    <a:pt x="88226" y="72059"/>
                  </a:lnTo>
                  <a:lnTo>
                    <a:pt x="87591" y="72288"/>
                  </a:lnTo>
                  <a:lnTo>
                    <a:pt x="87731" y="71564"/>
                  </a:lnTo>
                  <a:lnTo>
                    <a:pt x="87655" y="70040"/>
                  </a:lnTo>
                  <a:lnTo>
                    <a:pt x="87591" y="68516"/>
                  </a:lnTo>
                  <a:lnTo>
                    <a:pt x="87249" y="67284"/>
                  </a:lnTo>
                  <a:lnTo>
                    <a:pt x="86563" y="67322"/>
                  </a:lnTo>
                  <a:lnTo>
                    <a:pt x="86347" y="68580"/>
                  </a:lnTo>
                  <a:lnTo>
                    <a:pt x="86487" y="71653"/>
                  </a:lnTo>
                  <a:lnTo>
                    <a:pt x="86664" y="72339"/>
                  </a:lnTo>
                  <a:lnTo>
                    <a:pt x="86093" y="72186"/>
                  </a:lnTo>
                  <a:lnTo>
                    <a:pt x="84785" y="72275"/>
                  </a:lnTo>
                  <a:lnTo>
                    <a:pt x="83477" y="72351"/>
                  </a:lnTo>
                  <a:lnTo>
                    <a:pt x="82423" y="72745"/>
                  </a:lnTo>
                  <a:lnTo>
                    <a:pt x="82448" y="73545"/>
                  </a:lnTo>
                  <a:lnTo>
                    <a:pt x="69126" y="58000"/>
                  </a:lnTo>
                  <a:lnTo>
                    <a:pt x="70192" y="58242"/>
                  </a:lnTo>
                  <a:lnTo>
                    <a:pt x="72821" y="58077"/>
                  </a:lnTo>
                  <a:lnTo>
                    <a:pt x="73406" y="57861"/>
                  </a:lnTo>
                  <a:lnTo>
                    <a:pt x="73279" y="58559"/>
                  </a:lnTo>
                  <a:lnTo>
                    <a:pt x="73355" y="60096"/>
                  </a:lnTo>
                  <a:lnTo>
                    <a:pt x="73418" y="61620"/>
                  </a:lnTo>
                  <a:lnTo>
                    <a:pt x="73761" y="62852"/>
                  </a:lnTo>
                  <a:lnTo>
                    <a:pt x="74447" y="62801"/>
                  </a:lnTo>
                  <a:lnTo>
                    <a:pt x="74676" y="61544"/>
                  </a:lnTo>
                  <a:lnTo>
                    <a:pt x="74523" y="58483"/>
                  </a:lnTo>
                  <a:lnTo>
                    <a:pt x="74333" y="57810"/>
                  </a:lnTo>
                  <a:lnTo>
                    <a:pt x="74942" y="57950"/>
                  </a:lnTo>
                  <a:lnTo>
                    <a:pt x="76263" y="57861"/>
                  </a:lnTo>
                  <a:lnTo>
                    <a:pt x="77571" y="57772"/>
                  </a:lnTo>
                  <a:lnTo>
                    <a:pt x="78625" y="57391"/>
                  </a:lnTo>
                  <a:lnTo>
                    <a:pt x="78587" y="56578"/>
                  </a:lnTo>
                  <a:lnTo>
                    <a:pt x="77508" y="56324"/>
                  </a:lnTo>
                  <a:lnTo>
                    <a:pt x="74879" y="56489"/>
                  </a:lnTo>
                  <a:lnTo>
                    <a:pt x="74256" y="56718"/>
                  </a:lnTo>
                  <a:lnTo>
                    <a:pt x="74383" y="55994"/>
                  </a:lnTo>
                  <a:lnTo>
                    <a:pt x="74307" y="54470"/>
                  </a:lnTo>
                  <a:lnTo>
                    <a:pt x="74244" y="52946"/>
                  </a:lnTo>
                  <a:lnTo>
                    <a:pt x="73901" y="51714"/>
                  </a:lnTo>
                  <a:lnTo>
                    <a:pt x="73748" y="51727"/>
                  </a:lnTo>
                  <a:lnTo>
                    <a:pt x="86766" y="36563"/>
                  </a:lnTo>
                  <a:lnTo>
                    <a:pt x="86601" y="37528"/>
                  </a:lnTo>
                  <a:lnTo>
                    <a:pt x="86741" y="40589"/>
                  </a:lnTo>
                  <a:lnTo>
                    <a:pt x="86918" y="41275"/>
                  </a:lnTo>
                  <a:lnTo>
                    <a:pt x="86347" y="41122"/>
                  </a:lnTo>
                  <a:lnTo>
                    <a:pt x="85039" y="41211"/>
                  </a:lnTo>
                  <a:lnTo>
                    <a:pt x="83731" y="41300"/>
                  </a:lnTo>
                  <a:lnTo>
                    <a:pt x="82677" y="41681"/>
                  </a:lnTo>
                  <a:lnTo>
                    <a:pt x="82715" y="42494"/>
                  </a:lnTo>
                  <a:lnTo>
                    <a:pt x="83794" y="42748"/>
                  </a:lnTo>
                  <a:lnTo>
                    <a:pt x="86423" y="42583"/>
                  </a:lnTo>
                  <a:lnTo>
                    <a:pt x="87007" y="42367"/>
                  </a:lnTo>
                  <a:lnTo>
                    <a:pt x="86880" y="43078"/>
                  </a:lnTo>
                  <a:lnTo>
                    <a:pt x="86956" y="44602"/>
                  </a:lnTo>
                  <a:lnTo>
                    <a:pt x="87020" y="46126"/>
                  </a:lnTo>
                  <a:lnTo>
                    <a:pt x="87363" y="47358"/>
                  </a:lnTo>
                  <a:lnTo>
                    <a:pt x="88049" y="47320"/>
                  </a:lnTo>
                  <a:lnTo>
                    <a:pt x="88277" y="46062"/>
                  </a:lnTo>
                  <a:lnTo>
                    <a:pt x="88125" y="42989"/>
                  </a:lnTo>
                  <a:lnTo>
                    <a:pt x="87934" y="42316"/>
                  </a:lnTo>
                  <a:lnTo>
                    <a:pt x="88544" y="42456"/>
                  </a:lnTo>
                  <a:lnTo>
                    <a:pt x="89865" y="42367"/>
                  </a:lnTo>
                  <a:lnTo>
                    <a:pt x="91173" y="42278"/>
                  </a:lnTo>
                  <a:lnTo>
                    <a:pt x="92227" y="41897"/>
                  </a:lnTo>
                  <a:lnTo>
                    <a:pt x="100952" y="51955"/>
                  </a:lnTo>
                  <a:lnTo>
                    <a:pt x="100291" y="51981"/>
                  </a:lnTo>
                  <a:lnTo>
                    <a:pt x="100063" y="53238"/>
                  </a:lnTo>
                  <a:lnTo>
                    <a:pt x="100215" y="56311"/>
                  </a:lnTo>
                  <a:lnTo>
                    <a:pt x="100393" y="56984"/>
                  </a:lnTo>
                  <a:lnTo>
                    <a:pt x="99822" y="56845"/>
                  </a:lnTo>
                  <a:lnTo>
                    <a:pt x="98513" y="56921"/>
                  </a:lnTo>
                  <a:lnTo>
                    <a:pt x="97205" y="57010"/>
                  </a:lnTo>
                  <a:lnTo>
                    <a:pt x="96139" y="57391"/>
                  </a:lnTo>
                  <a:lnTo>
                    <a:pt x="96189" y="58204"/>
                  </a:lnTo>
                  <a:lnTo>
                    <a:pt x="97256" y="58458"/>
                  </a:lnTo>
                  <a:lnTo>
                    <a:pt x="99885" y="58293"/>
                  </a:lnTo>
                  <a:lnTo>
                    <a:pt x="100469" y="58089"/>
                  </a:lnTo>
                  <a:lnTo>
                    <a:pt x="100355" y="58788"/>
                  </a:lnTo>
                  <a:lnTo>
                    <a:pt x="100418" y="60312"/>
                  </a:lnTo>
                  <a:lnTo>
                    <a:pt x="100495" y="61849"/>
                  </a:lnTo>
                  <a:lnTo>
                    <a:pt x="100838" y="63068"/>
                  </a:lnTo>
                  <a:lnTo>
                    <a:pt x="101041" y="63068"/>
                  </a:lnTo>
                  <a:lnTo>
                    <a:pt x="101041" y="52222"/>
                  </a:lnTo>
                  <a:lnTo>
                    <a:pt x="100977" y="51993"/>
                  </a:lnTo>
                  <a:lnTo>
                    <a:pt x="104965" y="56642"/>
                  </a:lnTo>
                  <a:lnTo>
                    <a:pt x="104965" y="52260"/>
                  </a:lnTo>
                  <a:lnTo>
                    <a:pt x="91478" y="36537"/>
                  </a:lnTo>
                  <a:lnTo>
                    <a:pt x="91478" y="40932"/>
                  </a:lnTo>
                  <a:lnTo>
                    <a:pt x="91109" y="40830"/>
                  </a:lnTo>
                  <a:lnTo>
                    <a:pt x="88480" y="40995"/>
                  </a:lnTo>
                  <a:lnTo>
                    <a:pt x="87858" y="41236"/>
                  </a:lnTo>
                  <a:lnTo>
                    <a:pt x="87985" y="40513"/>
                  </a:lnTo>
                  <a:lnTo>
                    <a:pt x="87909" y="38976"/>
                  </a:lnTo>
                  <a:lnTo>
                    <a:pt x="87845" y="37452"/>
                  </a:lnTo>
                  <a:lnTo>
                    <a:pt x="87515" y="36283"/>
                  </a:lnTo>
                  <a:lnTo>
                    <a:pt x="91478" y="40932"/>
                  </a:lnTo>
                  <a:lnTo>
                    <a:pt x="91478" y="36537"/>
                  </a:lnTo>
                  <a:lnTo>
                    <a:pt x="91008" y="35979"/>
                  </a:lnTo>
                  <a:lnTo>
                    <a:pt x="87464" y="31851"/>
                  </a:lnTo>
                  <a:lnTo>
                    <a:pt x="87464" y="36233"/>
                  </a:lnTo>
                  <a:lnTo>
                    <a:pt x="87020" y="36258"/>
                  </a:lnTo>
                  <a:lnTo>
                    <a:pt x="87261" y="35979"/>
                  </a:lnTo>
                  <a:lnTo>
                    <a:pt x="87464" y="36233"/>
                  </a:lnTo>
                  <a:lnTo>
                    <a:pt x="87464" y="31851"/>
                  </a:lnTo>
                  <a:lnTo>
                    <a:pt x="87261" y="31610"/>
                  </a:lnTo>
                  <a:lnTo>
                    <a:pt x="73317" y="47879"/>
                  </a:lnTo>
                  <a:lnTo>
                    <a:pt x="73317" y="56769"/>
                  </a:lnTo>
                  <a:lnTo>
                    <a:pt x="72745" y="56616"/>
                  </a:lnTo>
                  <a:lnTo>
                    <a:pt x="71437" y="56705"/>
                  </a:lnTo>
                  <a:lnTo>
                    <a:pt x="70129" y="56794"/>
                  </a:lnTo>
                  <a:lnTo>
                    <a:pt x="69100" y="57175"/>
                  </a:lnTo>
                  <a:lnTo>
                    <a:pt x="69100" y="57975"/>
                  </a:lnTo>
                  <a:lnTo>
                    <a:pt x="68757" y="57556"/>
                  </a:lnTo>
                  <a:lnTo>
                    <a:pt x="69075" y="57188"/>
                  </a:lnTo>
                  <a:lnTo>
                    <a:pt x="69100" y="57975"/>
                  </a:lnTo>
                  <a:lnTo>
                    <a:pt x="69100" y="57175"/>
                  </a:lnTo>
                  <a:lnTo>
                    <a:pt x="73075" y="52514"/>
                  </a:lnTo>
                  <a:lnTo>
                    <a:pt x="72999" y="53022"/>
                  </a:lnTo>
                  <a:lnTo>
                    <a:pt x="73139" y="56083"/>
                  </a:lnTo>
                  <a:lnTo>
                    <a:pt x="73317" y="56769"/>
                  </a:lnTo>
                  <a:lnTo>
                    <a:pt x="73317" y="47879"/>
                  </a:lnTo>
                  <a:lnTo>
                    <a:pt x="66294" y="56057"/>
                  </a:lnTo>
                  <a:lnTo>
                    <a:pt x="63842" y="53200"/>
                  </a:lnTo>
                  <a:lnTo>
                    <a:pt x="63842" y="57556"/>
                  </a:lnTo>
                  <a:lnTo>
                    <a:pt x="59702" y="62382"/>
                  </a:lnTo>
                  <a:lnTo>
                    <a:pt x="59817" y="61772"/>
                  </a:lnTo>
                  <a:lnTo>
                    <a:pt x="59664" y="58699"/>
                  </a:lnTo>
                  <a:lnTo>
                    <a:pt x="59474" y="58013"/>
                  </a:lnTo>
                  <a:lnTo>
                    <a:pt x="60096" y="58166"/>
                  </a:lnTo>
                  <a:lnTo>
                    <a:pt x="61404" y="58077"/>
                  </a:lnTo>
                  <a:lnTo>
                    <a:pt x="62712" y="58000"/>
                  </a:lnTo>
                  <a:lnTo>
                    <a:pt x="63766" y="57607"/>
                  </a:lnTo>
                  <a:lnTo>
                    <a:pt x="63754" y="57467"/>
                  </a:lnTo>
                  <a:lnTo>
                    <a:pt x="63842" y="53200"/>
                  </a:lnTo>
                  <a:lnTo>
                    <a:pt x="63042" y="52273"/>
                  </a:lnTo>
                  <a:lnTo>
                    <a:pt x="63042" y="56642"/>
                  </a:lnTo>
                  <a:lnTo>
                    <a:pt x="62649" y="56540"/>
                  </a:lnTo>
                  <a:lnTo>
                    <a:pt x="60020" y="56705"/>
                  </a:lnTo>
                  <a:lnTo>
                    <a:pt x="59397" y="56946"/>
                  </a:lnTo>
                  <a:lnTo>
                    <a:pt x="59537" y="56222"/>
                  </a:lnTo>
                  <a:lnTo>
                    <a:pt x="59461" y="54698"/>
                  </a:lnTo>
                  <a:lnTo>
                    <a:pt x="59385" y="53162"/>
                  </a:lnTo>
                  <a:lnTo>
                    <a:pt x="59118" y="52222"/>
                  </a:lnTo>
                  <a:lnTo>
                    <a:pt x="59118" y="63068"/>
                  </a:lnTo>
                  <a:lnTo>
                    <a:pt x="45339" y="79133"/>
                  </a:lnTo>
                  <a:lnTo>
                    <a:pt x="40538" y="73558"/>
                  </a:lnTo>
                  <a:lnTo>
                    <a:pt x="41605" y="73812"/>
                  </a:lnTo>
                  <a:lnTo>
                    <a:pt x="44234" y="73647"/>
                  </a:lnTo>
                  <a:lnTo>
                    <a:pt x="44818" y="73431"/>
                  </a:lnTo>
                  <a:lnTo>
                    <a:pt x="44691" y="74129"/>
                  </a:lnTo>
                  <a:lnTo>
                    <a:pt x="44767" y="75666"/>
                  </a:lnTo>
                  <a:lnTo>
                    <a:pt x="44843" y="77190"/>
                  </a:lnTo>
                  <a:lnTo>
                    <a:pt x="45173" y="78422"/>
                  </a:lnTo>
                  <a:lnTo>
                    <a:pt x="45872" y="78371"/>
                  </a:lnTo>
                  <a:lnTo>
                    <a:pt x="46088" y="77114"/>
                  </a:lnTo>
                  <a:lnTo>
                    <a:pt x="45948" y="74053"/>
                  </a:lnTo>
                  <a:lnTo>
                    <a:pt x="45745" y="73367"/>
                  </a:lnTo>
                  <a:lnTo>
                    <a:pt x="46367" y="73507"/>
                  </a:lnTo>
                  <a:lnTo>
                    <a:pt x="47675" y="73431"/>
                  </a:lnTo>
                  <a:lnTo>
                    <a:pt x="48983" y="73342"/>
                  </a:lnTo>
                  <a:lnTo>
                    <a:pt x="50038" y="72961"/>
                  </a:lnTo>
                  <a:lnTo>
                    <a:pt x="49999" y="72148"/>
                  </a:lnTo>
                  <a:lnTo>
                    <a:pt x="48920" y="71894"/>
                  </a:lnTo>
                  <a:lnTo>
                    <a:pt x="46291" y="72059"/>
                  </a:lnTo>
                  <a:lnTo>
                    <a:pt x="45669" y="72288"/>
                  </a:lnTo>
                  <a:lnTo>
                    <a:pt x="45808" y="71564"/>
                  </a:lnTo>
                  <a:lnTo>
                    <a:pt x="45732" y="70040"/>
                  </a:lnTo>
                  <a:lnTo>
                    <a:pt x="45656" y="68516"/>
                  </a:lnTo>
                  <a:lnTo>
                    <a:pt x="45326" y="67284"/>
                  </a:lnTo>
                  <a:lnTo>
                    <a:pt x="44627" y="67322"/>
                  </a:lnTo>
                  <a:lnTo>
                    <a:pt x="44411" y="68580"/>
                  </a:lnTo>
                  <a:lnTo>
                    <a:pt x="44564" y="71653"/>
                  </a:lnTo>
                  <a:lnTo>
                    <a:pt x="44742" y="72339"/>
                  </a:lnTo>
                  <a:lnTo>
                    <a:pt x="44170" y="72186"/>
                  </a:lnTo>
                  <a:lnTo>
                    <a:pt x="42849" y="72275"/>
                  </a:lnTo>
                  <a:lnTo>
                    <a:pt x="41541" y="72351"/>
                  </a:lnTo>
                  <a:lnTo>
                    <a:pt x="40487" y="72745"/>
                  </a:lnTo>
                  <a:lnTo>
                    <a:pt x="40513" y="73533"/>
                  </a:lnTo>
                  <a:lnTo>
                    <a:pt x="27203" y="58000"/>
                  </a:lnTo>
                  <a:lnTo>
                    <a:pt x="28257" y="58242"/>
                  </a:lnTo>
                  <a:lnTo>
                    <a:pt x="30886" y="58077"/>
                  </a:lnTo>
                  <a:lnTo>
                    <a:pt x="31470" y="57861"/>
                  </a:lnTo>
                  <a:lnTo>
                    <a:pt x="31356" y="58559"/>
                  </a:lnTo>
                  <a:lnTo>
                    <a:pt x="31419" y="60096"/>
                  </a:lnTo>
                  <a:lnTo>
                    <a:pt x="31496" y="61620"/>
                  </a:lnTo>
                  <a:lnTo>
                    <a:pt x="31838" y="62852"/>
                  </a:lnTo>
                  <a:lnTo>
                    <a:pt x="32524" y="62801"/>
                  </a:lnTo>
                  <a:lnTo>
                    <a:pt x="32740" y="61544"/>
                  </a:lnTo>
                  <a:lnTo>
                    <a:pt x="32600" y="58483"/>
                  </a:lnTo>
                  <a:lnTo>
                    <a:pt x="32410" y="57810"/>
                  </a:lnTo>
                  <a:lnTo>
                    <a:pt x="33020" y="57950"/>
                  </a:lnTo>
                  <a:lnTo>
                    <a:pt x="34328" y="57861"/>
                  </a:lnTo>
                  <a:lnTo>
                    <a:pt x="35636" y="57772"/>
                  </a:lnTo>
                  <a:lnTo>
                    <a:pt x="36703" y="57391"/>
                  </a:lnTo>
                  <a:lnTo>
                    <a:pt x="36652" y="56578"/>
                  </a:lnTo>
                  <a:lnTo>
                    <a:pt x="35572" y="56324"/>
                  </a:lnTo>
                  <a:lnTo>
                    <a:pt x="32943" y="56489"/>
                  </a:lnTo>
                  <a:lnTo>
                    <a:pt x="32334" y="56718"/>
                  </a:lnTo>
                  <a:lnTo>
                    <a:pt x="32461" y="55994"/>
                  </a:lnTo>
                  <a:lnTo>
                    <a:pt x="32385" y="54470"/>
                  </a:lnTo>
                  <a:lnTo>
                    <a:pt x="32308" y="52946"/>
                  </a:lnTo>
                  <a:lnTo>
                    <a:pt x="31978" y="51714"/>
                  </a:lnTo>
                  <a:lnTo>
                    <a:pt x="31826" y="51727"/>
                  </a:lnTo>
                  <a:lnTo>
                    <a:pt x="44831" y="36563"/>
                  </a:lnTo>
                  <a:lnTo>
                    <a:pt x="44665" y="37528"/>
                  </a:lnTo>
                  <a:lnTo>
                    <a:pt x="44818" y="40589"/>
                  </a:lnTo>
                  <a:lnTo>
                    <a:pt x="44996" y="41275"/>
                  </a:lnTo>
                  <a:lnTo>
                    <a:pt x="44411" y="41122"/>
                  </a:lnTo>
                  <a:lnTo>
                    <a:pt x="43103" y="41211"/>
                  </a:lnTo>
                  <a:lnTo>
                    <a:pt x="41795" y="41300"/>
                  </a:lnTo>
                  <a:lnTo>
                    <a:pt x="40741" y="41681"/>
                  </a:lnTo>
                  <a:lnTo>
                    <a:pt x="40779" y="42494"/>
                  </a:lnTo>
                  <a:lnTo>
                    <a:pt x="41859" y="42748"/>
                  </a:lnTo>
                  <a:lnTo>
                    <a:pt x="44488" y="42583"/>
                  </a:lnTo>
                  <a:lnTo>
                    <a:pt x="45072" y="42367"/>
                  </a:lnTo>
                  <a:lnTo>
                    <a:pt x="44958" y="43078"/>
                  </a:lnTo>
                  <a:lnTo>
                    <a:pt x="45021" y="44602"/>
                  </a:lnTo>
                  <a:lnTo>
                    <a:pt x="45097" y="46126"/>
                  </a:lnTo>
                  <a:lnTo>
                    <a:pt x="45427" y="47358"/>
                  </a:lnTo>
                  <a:lnTo>
                    <a:pt x="46126" y="47320"/>
                  </a:lnTo>
                  <a:lnTo>
                    <a:pt x="46342" y="46062"/>
                  </a:lnTo>
                  <a:lnTo>
                    <a:pt x="46202" y="42989"/>
                  </a:lnTo>
                  <a:lnTo>
                    <a:pt x="45999" y="42316"/>
                  </a:lnTo>
                  <a:lnTo>
                    <a:pt x="46621" y="42456"/>
                  </a:lnTo>
                  <a:lnTo>
                    <a:pt x="47929" y="42367"/>
                  </a:lnTo>
                  <a:lnTo>
                    <a:pt x="49237" y="42278"/>
                  </a:lnTo>
                  <a:lnTo>
                    <a:pt x="50292" y="41897"/>
                  </a:lnTo>
                  <a:lnTo>
                    <a:pt x="50279" y="41757"/>
                  </a:lnTo>
                  <a:lnTo>
                    <a:pt x="59029" y="51955"/>
                  </a:lnTo>
                  <a:lnTo>
                    <a:pt x="58356" y="51981"/>
                  </a:lnTo>
                  <a:lnTo>
                    <a:pt x="58140" y="53238"/>
                  </a:lnTo>
                  <a:lnTo>
                    <a:pt x="58280" y="56311"/>
                  </a:lnTo>
                  <a:lnTo>
                    <a:pt x="58458" y="56984"/>
                  </a:lnTo>
                  <a:lnTo>
                    <a:pt x="57886" y="56845"/>
                  </a:lnTo>
                  <a:lnTo>
                    <a:pt x="56578" y="56921"/>
                  </a:lnTo>
                  <a:lnTo>
                    <a:pt x="55270" y="57010"/>
                  </a:lnTo>
                  <a:lnTo>
                    <a:pt x="54229" y="57391"/>
                  </a:lnTo>
                  <a:lnTo>
                    <a:pt x="54229" y="57810"/>
                  </a:lnTo>
                  <a:lnTo>
                    <a:pt x="54254" y="58204"/>
                  </a:lnTo>
                  <a:lnTo>
                    <a:pt x="55333" y="58458"/>
                  </a:lnTo>
                  <a:lnTo>
                    <a:pt x="57962" y="58293"/>
                  </a:lnTo>
                  <a:lnTo>
                    <a:pt x="58547" y="58089"/>
                  </a:lnTo>
                  <a:lnTo>
                    <a:pt x="58420" y="58788"/>
                  </a:lnTo>
                  <a:lnTo>
                    <a:pt x="58496" y="60312"/>
                  </a:lnTo>
                  <a:lnTo>
                    <a:pt x="58572" y="61849"/>
                  </a:lnTo>
                  <a:lnTo>
                    <a:pt x="58902" y="63068"/>
                  </a:lnTo>
                  <a:lnTo>
                    <a:pt x="59118" y="63068"/>
                  </a:lnTo>
                  <a:lnTo>
                    <a:pt x="59118" y="52222"/>
                  </a:lnTo>
                  <a:lnTo>
                    <a:pt x="59055" y="51993"/>
                  </a:lnTo>
                  <a:lnTo>
                    <a:pt x="63042" y="56642"/>
                  </a:lnTo>
                  <a:lnTo>
                    <a:pt x="63042" y="52273"/>
                  </a:lnTo>
                  <a:lnTo>
                    <a:pt x="49568" y="36550"/>
                  </a:lnTo>
                  <a:lnTo>
                    <a:pt x="49568" y="40932"/>
                  </a:lnTo>
                  <a:lnTo>
                    <a:pt x="49174" y="40830"/>
                  </a:lnTo>
                  <a:lnTo>
                    <a:pt x="46545" y="40995"/>
                  </a:lnTo>
                  <a:lnTo>
                    <a:pt x="45923" y="41236"/>
                  </a:lnTo>
                  <a:lnTo>
                    <a:pt x="46062" y="40513"/>
                  </a:lnTo>
                  <a:lnTo>
                    <a:pt x="45986" y="38976"/>
                  </a:lnTo>
                  <a:lnTo>
                    <a:pt x="45910" y="37452"/>
                  </a:lnTo>
                  <a:lnTo>
                    <a:pt x="45593" y="36283"/>
                  </a:lnTo>
                  <a:lnTo>
                    <a:pt x="49568" y="40932"/>
                  </a:lnTo>
                  <a:lnTo>
                    <a:pt x="49568" y="36550"/>
                  </a:lnTo>
                  <a:lnTo>
                    <a:pt x="49085" y="35979"/>
                  </a:lnTo>
                  <a:lnTo>
                    <a:pt x="45542" y="31851"/>
                  </a:lnTo>
                  <a:lnTo>
                    <a:pt x="45542" y="36233"/>
                  </a:lnTo>
                  <a:lnTo>
                    <a:pt x="45097" y="36258"/>
                  </a:lnTo>
                  <a:lnTo>
                    <a:pt x="45339" y="35979"/>
                  </a:lnTo>
                  <a:lnTo>
                    <a:pt x="45542" y="36233"/>
                  </a:lnTo>
                  <a:lnTo>
                    <a:pt x="45542" y="31851"/>
                  </a:lnTo>
                  <a:lnTo>
                    <a:pt x="45339" y="31610"/>
                  </a:lnTo>
                  <a:lnTo>
                    <a:pt x="31394" y="47879"/>
                  </a:lnTo>
                  <a:lnTo>
                    <a:pt x="31394" y="56769"/>
                  </a:lnTo>
                  <a:lnTo>
                    <a:pt x="30822" y="56616"/>
                  </a:lnTo>
                  <a:lnTo>
                    <a:pt x="29514" y="56705"/>
                  </a:lnTo>
                  <a:lnTo>
                    <a:pt x="28206" y="56794"/>
                  </a:lnTo>
                  <a:lnTo>
                    <a:pt x="27178" y="57175"/>
                  </a:lnTo>
                  <a:lnTo>
                    <a:pt x="27178" y="57975"/>
                  </a:lnTo>
                  <a:lnTo>
                    <a:pt x="26835" y="57556"/>
                  </a:lnTo>
                  <a:lnTo>
                    <a:pt x="27139" y="57200"/>
                  </a:lnTo>
                  <a:lnTo>
                    <a:pt x="27178" y="57975"/>
                  </a:lnTo>
                  <a:lnTo>
                    <a:pt x="27178" y="57175"/>
                  </a:lnTo>
                  <a:lnTo>
                    <a:pt x="31153" y="52527"/>
                  </a:lnTo>
                  <a:lnTo>
                    <a:pt x="31064" y="53022"/>
                  </a:lnTo>
                  <a:lnTo>
                    <a:pt x="31216" y="56083"/>
                  </a:lnTo>
                  <a:lnTo>
                    <a:pt x="31394" y="56769"/>
                  </a:lnTo>
                  <a:lnTo>
                    <a:pt x="31394" y="47879"/>
                  </a:lnTo>
                  <a:lnTo>
                    <a:pt x="24955" y="55384"/>
                  </a:lnTo>
                  <a:lnTo>
                    <a:pt x="23088" y="53213"/>
                  </a:lnTo>
                  <a:lnTo>
                    <a:pt x="23088" y="57556"/>
                  </a:lnTo>
                  <a:lnTo>
                    <a:pt x="18948" y="62382"/>
                  </a:lnTo>
                  <a:lnTo>
                    <a:pt x="19062" y="61772"/>
                  </a:lnTo>
                  <a:lnTo>
                    <a:pt x="18923" y="58699"/>
                  </a:lnTo>
                  <a:lnTo>
                    <a:pt x="18719" y="58026"/>
                  </a:lnTo>
                  <a:lnTo>
                    <a:pt x="19342" y="58166"/>
                  </a:lnTo>
                  <a:lnTo>
                    <a:pt x="20650" y="58077"/>
                  </a:lnTo>
                  <a:lnTo>
                    <a:pt x="21958" y="58000"/>
                  </a:lnTo>
                  <a:lnTo>
                    <a:pt x="23025" y="57607"/>
                  </a:lnTo>
                  <a:lnTo>
                    <a:pt x="23012" y="57480"/>
                  </a:lnTo>
                  <a:lnTo>
                    <a:pt x="23088" y="53213"/>
                  </a:lnTo>
                  <a:lnTo>
                    <a:pt x="22288" y="52273"/>
                  </a:lnTo>
                  <a:lnTo>
                    <a:pt x="22288" y="56642"/>
                  </a:lnTo>
                  <a:lnTo>
                    <a:pt x="21894" y="56540"/>
                  </a:lnTo>
                  <a:lnTo>
                    <a:pt x="19265" y="56705"/>
                  </a:lnTo>
                  <a:lnTo>
                    <a:pt x="18656" y="56946"/>
                  </a:lnTo>
                  <a:lnTo>
                    <a:pt x="18783" y="56222"/>
                  </a:lnTo>
                  <a:lnTo>
                    <a:pt x="18707" y="54698"/>
                  </a:lnTo>
                  <a:lnTo>
                    <a:pt x="18630" y="53162"/>
                  </a:lnTo>
                  <a:lnTo>
                    <a:pt x="18300" y="51993"/>
                  </a:lnTo>
                  <a:lnTo>
                    <a:pt x="22288" y="56642"/>
                  </a:lnTo>
                  <a:lnTo>
                    <a:pt x="22288" y="52273"/>
                  </a:lnTo>
                  <a:lnTo>
                    <a:pt x="8813" y="36550"/>
                  </a:lnTo>
                  <a:lnTo>
                    <a:pt x="8813" y="40932"/>
                  </a:lnTo>
                  <a:lnTo>
                    <a:pt x="8432" y="40830"/>
                  </a:lnTo>
                  <a:lnTo>
                    <a:pt x="5803" y="40995"/>
                  </a:lnTo>
                  <a:lnTo>
                    <a:pt x="5168" y="41236"/>
                  </a:lnTo>
                  <a:lnTo>
                    <a:pt x="5308" y="40513"/>
                  </a:lnTo>
                  <a:lnTo>
                    <a:pt x="5232" y="38976"/>
                  </a:lnTo>
                  <a:lnTo>
                    <a:pt x="5168" y="37452"/>
                  </a:lnTo>
                  <a:lnTo>
                    <a:pt x="4838" y="36283"/>
                  </a:lnTo>
                  <a:lnTo>
                    <a:pt x="8813" y="40932"/>
                  </a:lnTo>
                  <a:lnTo>
                    <a:pt x="8813" y="36550"/>
                  </a:lnTo>
                  <a:lnTo>
                    <a:pt x="8331" y="35979"/>
                  </a:lnTo>
                  <a:lnTo>
                    <a:pt x="4787" y="31851"/>
                  </a:lnTo>
                  <a:lnTo>
                    <a:pt x="4787" y="36233"/>
                  </a:lnTo>
                  <a:lnTo>
                    <a:pt x="4343" y="36258"/>
                  </a:lnTo>
                  <a:lnTo>
                    <a:pt x="4584" y="35979"/>
                  </a:lnTo>
                  <a:lnTo>
                    <a:pt x="4787" y="36233"/>
                  </a:lnTo>
                  <a:lnTo>
                    <a:pt x="4787" y="31851"/>
                  </a:lnTo>
                  <a:lnTo>
                    <a:pt x="4584" y="31610"/>
                  </a:lnTo>
                  <a:lnTo>
                    <a:pt x="0" y="36957"/>
                  </a:lnTo>
                  <a:lnTo>
                    <a:pt x="0" y="41325"/>
                  </a:lnTo>
                  <a:lnTo>
                    <a:pt x="4089" y="36563"/>
                  </a:lnTo>
                  <a:lnTo>
                    <a:pt x="3924" y="37528"/>
                  </a:lnTo>
                  <a:lnTo>
                    <a:pt x="4064" y="40589"/>
                  </a:lnTo>
                  <a:lnTo>
                    <a:pt x="4241" y="41275"/>
                  </a:lnTo>
                  <a:lnTo>
                    <a:pt x="3670" y="41122"/>
                  </a:lnTo>
                  <a:lnTo>
                    <a:pt x="1054" y="41300"/>
                  </a:lnTo>
                  <a:lnTo>
                    <a:pt x="0" y="41681"/>
                  </a:lnTo>
                  <a:lnTo>
                    <a:pt x="38" y="42494"/>
                  </a:lnTo>
                  <a:lnTo>
                    <a:pt x="1117" y="42748"/>
                  </a:lnTo>
                  <a:lnTo>
                    <a:pt x="3746" y="42583"/>
                  </a:lnTo>
                  <a:lnTo>
                    <a:pt x="4318" y="42367"/>
                  </a:lnTo>
                  <a:lnTo>
                    <a:pt x="4203" y="43078"/>
                  </a:lnTo>
                  <a:lnTo>
                    <a:pt x="4279" y="44602"/>
                  </a:lnTo>
                  <a:lnTo>
                    <a:pt x="4343" y="46126"/>
                  </a:lnTo>
                  <a:lnTo>
                    <a:pt x="4686" y="47358"/>
                  </a:lnTo>
                  <a:lnTo>
                    <a:pt x="5372" y="47320"/>
                  </a:lnTo>
                  <a:lnTo>
                    <a:pt x="5600" y="46062"/>
                  </a:lnTo>
                  <a:lnTo>
                    <a:pt x="5448" y="42989"/>
                  </a:lnTo>
                  <a:lnTo>
                    <a:pt x="5257" y="42316"/>
                  </a:lnTo>
                  <a:lnTo>
                    <a:pt x="5867" y="42456"/>
                  </a:lnTo>
                  <a:lnTo>
                    <a:pt x="7175" y="42367"/>
                  </a:lnTo>
                  <a:lnTo>
                    <a:pt x="8496" y="42278"/>
                  </a:lnTo>
                  <a:lnTo>
                    <a:pt x="9550" y="41897"/>
                  </a:lnTo>
                  <a:lnTo>
                    <a:pt x="9537" y="41770"/>
                  </a:lnTo>
                  <a:lnTo>
                    <a:pt x="18275" y="51955"/>
                  </a:lnTo>
                  <a:lnTo>
                    <a:pt x="17614" y="51981"/>
                  </a:lnTo>
                  <a:lnTo>
                    <a:pt x="17386" y="53238"/>
                  </a:lnTo>
                  <a:lnTo>
                    <a:pt x="17538" y="56311"/>
                  </a:lnTo>
                  <a:lnTo>
                    <a:pt x="17716" y="56984"/>
                  </a:lnTo>
                  <a:lnTo>
                    <a:pt x="17145" y="56845"/>
                  </a:lnTo>
                  <a:lnTo>
                    <a:pt x="15836" y="56921"/>
                  </a:lnTo>
                  <a:lnTo>
                    <a:pt x="14528" y="57010"/>
                  </a:lnTo>
                  <a:lnTo>
                    <a:pt x="13462" y="57391"/>
                  </a:lnTo>
                  <a:lnTo>
                    <a:pt x="13512" y="58204"/>
                  </a:lnTo>
                  <a:lnTo>
                    <a:pt x="14579" y="58458"/>
                  </a:lnTo>
                  <a:lnTo>
                    <a:pt x="17208" y="58293"/>
                  </a:lnTo>
                  <a:lnTo>
                    <a:pt x="17792" y="58089"/>
                  </a:lnTo>
                  <a:lnTo>
                    <a:pt x="17678" y="58788"/>
                  </a:lnTo>
                  <a:lnTo>
                    <a:pt x="17741" y="60312"/>
                  </a:lnTo>
                  <a:lnTo>
                    <a:pt x="17818" y="61849"/>
                  </a:lnTo>
                  <a:lnTo>
                    <a:pt x="18161" y="63068"/>
                  </a:lnTo>
                  <a:lnTo>
                    <a:pt x="18364" y="63068"/>
                  </a:lnTo>
                  <a:lnTo>
                    <a:pt x="4584" y="79133"/>
                  </a:lnTo>
                  <a:lnTo>
                    <a:pt x="0" y="73774"/>
                  </a:lnTo>
                  <a:lnTo>
                    <a:pt x="0" y="78143"/>
                  </a:lnTo>
                  <a:lnTo>
                    <a:pt x="4584" y="83502"/>
                  </a:lnTo>
                  <a:lnTo>
                    <a:pt x="8331" y="79133"/>
                  </a:lnTo>
                  <a:lnTo>
                    <a:pt x="24955" y="59740"/>
                  </a:lnTo>
                  <a:lnTo>
                    <a:pt x="45339" y="83502"/>
                  </a:lnTo>
                  <a:lnTo>
                    <a:pt x="49085" y="79133"/>
                  </a:lnTo>
                  <a:lnTo>
                    <a:pt x="66294" y="59067"/>
                  </a:lnTo>
                  <a:lnTo>
                    <a:pt x="87261" y="83502"/>
                  </a:lnTo>
                  <a:lnTo>
                    <a:pt x="91008" y="79133"/>
                  </a:lnTo>
                  <a:lnTo>
                    <a:pt x="109512" y="57556"/>
                  </a:lnTo>
                  <a:close/>
                </a:path>
                <a:path w="118109" h="83820">
                  <a:moveTo>
                    <a:pt x="117665" y="11303"/>
                  </a:moveTo>
                  <a:lnTo>
                    <a:pt x="111709" y="4368"/>
                  </a:lnTo>
                  <a:lnTo>
                    <a:pt x="107975" y="0"/>
                  </a:lnTo>
                  <a:lnTo>
                    <a:pt x="87274" y="24142"/>
                  </a:lnTo>
                  <a:lnTo>
                    <a:pt x="85090" y="21602"/>
                  </a:lnTo>
                  <a:lnTo>
                    <a:pt x="85090" y="25946"/>
                  </a:lnTo>
                  <a:lnTo>
                    <a:pt x="80949" y="30772"/>
                  </a:lnTo>
                  <a:lnTo>
                    <a:pt x="81064" y="30162"/>
                  </a:lnTo>
                  <a:lnTo>
                    <a:pt x="80911" y="27101"/>
                  </a:lnTo>
                  <a:lnTo>
                    <a:pt x="80721" y="26416"/>
                  </a:lnTo>
                  <a:lnTo>
                    <a:pt x="81330" y="26555"/>
                  </a:lnTo>
                  <a:lnTo>
                    <a:pt x="82638" y="26479"/>
                  </a:lnTo>
                  <a:lnTo>
                    <a:pt x="83959" y="26390"/>
                  </a:lnTo>
                  <a:lnTo>
                    <a:pt x="85013" y="25996"/>
                  </a:lnTo>
                  <a:lnTo>
                    <a:pt x="85001" y="25857"/>
                  </a:lnTo>
                  <a:lnTo>
                    <a:pt x="85090" y="21602"/>
                  </a:lnTo>
                  <a:lnTo>
                    <a:pt x="84302" y="20675"/>
                  </a:lnTo>
                  <a:lnTo>
                    <a:pt x="84302" y="25031"/>
                  </a:lnTo>
                  <a:lnTo>
                    <a:pt x="83896" y="24930"/>
                  </a:lnTo>
                  <a:lnTo>
                    <a:pt x="81267" y="25107"/>
                  </a:lnTo>
                  <a:lnTo>
                    <a:pt x="80632" y="25336"/>
                  </a:lnTo>
                  <a:lnTo>
                    <a:pt x="80772" y="24612"/>
                  </a:lnTo>
                  <a:lnTo>
                    <a:pt x="80708" y="23088"/>
                  </a:lnTo>
                  <a:lnTo>
                    <a:pt x="80632" y="21551"/>
                  </a:lnTo>
                  <a:lnTo>
                    <a:pt x="80365" y="20624"/>
                  </a:lnTo>
                  <a:lnTo>
                    <a:pt x="80365" y="31457"/>
                  </a:lnTo>
                  <a:lnTo>
                    <a:pt x="66586" y="47523"/>
                  </a:lnTo>
                  <a:lnTo>
                    <a:pt x="61798" y="41960"/>
                  </a:lnTo>
                  <a:lnTo>
                    <a:pt x="62852" y="42202"/>
                  </a:lnTo>
                  <a:lnTo>
                    <a:pt x="65481" y="42037"/>
                  </a:lnTo>
                  <a:lnTo>
                    <a:pt x="66065" y="41821"/>
                  </a:lnTo>
                  <a:lnTo>
                    <a:pt x="65938" y="42519"/>
                  </a:lnTo>
                  <a:lnTo>
                    <a:pt x="66014" y="44056"/>
                  </a:lnTo>
                  <a:lnTo>
                    <a:pt x="66090" y="45580"/>
                  </a:lnTo>
                  <a:lnTo>
                    <a:pt x="66421" y="46812"/>
                  </a:lnTo>
                  <a:lnTo>
                    <a:pt x="67106" y="46761"/>
                  </a:lnTo>
                  <a:lnTo>
                    <a:pt x="67335" y="45504"/>
                  </a:lnTo>
                  <a:lnTo>
                    <a:pt x="67183" y="42443"/>
                  </a:lnTo>
                  <a:lnTo>
                    <a:pt x="66992" y="41770"/>
                  </a:lnTo>
                  <a:lnTo>
                    <a:pt x="67614" y="41910"/>
                  </a:lnTo>
                  <a:lnTo>
                    <a:pt x="68922" y="41821"/>
                  </a:lnTo>
                  <a:lnTo>
                    <a:pt x="70231" y="41732"/>
                  </a:lnTo>
                  <a:lnTo>
                    <a:pt x="71285" y="41351"/>
                  </a:lnTo>
                  <a:lnTo>
                    <a:pt x="71247" y="40538"/>
                  </a:lnTo>
                  <a:lnTo>
                    <a:pt x="70167" y="40284"/>
                  </a:lnTo>
                  <a:lnTo>
                    <a:pt x="67538" y="40449"/>
                  </a:lnTo>
                  <a:lnTo>
                    <a:pt x="66916" y="40678"/>
                  </a:lnTo>
                  <a:lnTo>
                    <a:pt x="67043" y="39966"/>
                  </a:lnTo>
                  <a:lnTo>
                    <a:pt x="66979" y="38430"/>
                  </a:lnTo>
                  <a:lnTo>
                    <a:pt x="66903" y="36906"/>
                  </a:lnTo>
                  <a:lnTo>
                    <a:pt x="66560" y="35674"/>
                  </a:lnTo>
                  <a:lnTo>
                    <a:pt x="65874" y="35725"/>
                  </a:lnTo>
                  <a:lnTo>
                    <a:pt x="65659" y="36982"/>
                  </a:lnTo>
                  <a:lnTo>
                    <a:pt x="65798" y="40043"/>
                  </a:lnTo>
                  <a:lnTo>
                    <a:pt x="65976" y="40728"/>
                  </a:lnTo>
                  <a:lnTo>
                    <a:pt x="65405" y="40576"/>
                  </a:lnTo>
                  <a:lnTo>
                    <a:pt x="64096" y="40665"/>
                  </a:lnTo>
                  <a:lnTo>
                    <a:pt x="62788" y="40754"/>
                  </a:lnTo>
                  <a:lnTo>
                    <a:pt x="61734" y="41135"/>
                  </a:lnTo>
                  <a:lnTo>
                    <a:pt x="61760" y="41922"/>
                  </a:lnTo>
                  <a:lnTo>
                    <a:pt x="48450" y="26390"/>
                  </a:lnTo>
                  <a:lnTo>
                    <a:pt x="49504" y="26631"/>
                  </a:lnTo>
                  <a:lnTo>
                    <a:pt x="52133" y="26466"/>
                  </a:lnTo>
                  <a:lnTo>
                    <a:pt x="52717" y="26263"/>
                  </a:lnTo>
                  <a:lnTo>
                    <a:pt x="52590" y="26962"/>
                  </a:lnTo>
                  <a:lnTo>
                    <a:pt x="52666" y="28486"/>
                  </a:lnTo>
                  <a:lnTo>
                    <a:pt x="52743" y="30010"/>
                  </a:lnTo>
                  <a:lnTo>
                    <a:pt x="53073" y="31242"/>
                  </a:lnTo>
                  <a:lnTo>
                    <a:pt x="53771" y="31203"/>
                  </a:lnTo>
                  <a:lnTo>
                    <a:pt x="53987" y="29946"/>
                  </a:lnTo>
                  <a:lnTo>
                    <a:pt x="53835" y="26873"/>
                  </a:lnTo>
                  <a:lnTo>
                    <a:pt x="53644" y="26200"/>
                  </a:lnTo>
                  <a:lnTo>
                    <a:pt x="54267" y="26339"/>
                  </a:lnTo>
                  <a:lnTo>
                    <a:pt x="55575" y="26250"/>
                  </a:lnTo>
                  <a:lnTo>
                    <a:pt x="56883" y="26174"/>
                  </a:lnTo>
                  <a:lnTo>
                    <a:pt x="57924" y="25781"/>
                  </a:lnTo>
                  <a:lnTo>
                    <a:pt x="57924" y="25374"/>
                  </a:lnTo>
                  <a:lnTo>
                    <a:pt x="57899" y="24980"/>
                  </a:lnTo>
                  <a:lnTo>
                    <a:pt x="56819" y="24714"/>
                  </a:lnTo>
                  <a:lnTo>
                    <a:pt x="54190" y="24879"/>
                  </a:lnTo>
                  <a:lnTo>
                    <a:pt x="53568" y="25120"/>
                  </a:lnTo>
                  <a:lnTo>
                    <a:pt x="53708" y="24396"/>
                  </a:lnTo>
                  <a:lnTo>
                    <a:pt x="53632" y="22860"/>
                  </a:lnTo>
                  <a:lnTo>
                    <a:pt x="53555" y="21336"/>
                  </a:lnTo>
                  <a:lnTo>
                    <a:pt x="53225" y="20116"/>
                  </a:lnTo>
                  <a:lnTo>
                    <a:pt x="53162" y="25679"/>
                  </a:lnTo>
                  <a:lnTo>
                    <a:pt x="53162" y="20129"/>
                  </a:lnTo>
                  <a:lnTo>
                    <a:pt x="66078" y="4953"/>
                  </a:lnTo>
                  <a:lnTo>
                    <a:pt x="65913" y="5918"/>
                  </a:lnTo>
                  <a:lnTo>
                    <a:pt x="66052" y="8978"/>
                  </a:lnTo>
                  <a:lnTo>
                    <a:pt x="66230" y="9664"/>
                  </a:lnTo>
                  <a:lnTo>
                    <a:pt x="65659" y="9525"/>
                  </a:lnTo>
                  <a:lnTo>
                    <a:pt x="64350" y="9601"/>
                  </a:lnTo>
                  <a:lnTo>
                    <a:pt x="63042" y="9690"/>
                  </a:lnTo>
                  <a:lnTo>
                    <a:pt x="61988" y="10071"/>
                  </a:lnTo>
                  <a:lnTo>
                    <a:pt x="62026" y="10883"/>
                  </a:lnTo>
                  <a:lnTo>
                    <a:pt x="63106" y="11137"/>
                  </a:lnTo>
                  <a:lnTo>
                    <a:pt x="65735" y="10972"/>
                  </a:lnTo>
                  <a:lnTo>
                    <a:pt x="66319" y="10769"/>
                  </a:lnTo>
                  <a:lnTo>
                    <a:pt x="66192" y="11468"/>
                  </a:lnTo>
                  <a:lnTo>
                    <a:pt x="66268" y="12992"/>
                  </a:lnTo>
                  <a:lnTo>
                    <a:pt x="66344" y="14528"/>
                  </a:lnTo>
                  <a:lnTo>
                    <a:pt x="66675" y="15748"/>
                  </a:lnTo>
                  <a:lnTo>
                    <a:pt x="67373" y="15709"/>
                  </a:lnTo>
                  <a:lnTo>
                    <a:pt x="67589" y="14452"/>
                  </a:lnTo>
                  <a:lnTo>
                    <a:pt x="67437" y="11379"/>
                  </a:lnTo>
                  <a:lnTo>
                    <a:pt x="67246" y="10693"/>
                  </a:lnTo>
                  <a:lnTo>
                    <a:pt x="67868" y="10845"/>
                  </a:lnTo>
                  <a:lnTo>
                    <a:pt x="69176" y="10756"/>
                  </a:lnTo>
                  <a:lnTo>
                    <a:pt x="70485" y="10680"/>
                  </a:lnTo>
                  <a:lnTo>
                    <a:pt x="71539" y="10287"/>
                  </a:lnTo>
                  <a:lnTo>
                    <a:pt x="71526" y="10160"/>
                  </a:lnTo>
                  <a:lnTo>
                    <a:pt x="80276" y="20345"/>
                  </a:lnTo>
                  <a:lnTo>
                    <a:pt x="79603" y="20370"/>
                  </a:lnTo>
                  <a:lnTo>
                    <a:pt x="79387" y="21628"/>
                  </a:lnTo>
                  <a:lnTo>
                    <a:pt x="79527" y="24701"/>
                  </a:lnTo>
                  <a:lnTo>
                    <a:pt x="79705" y="25387"/>
                  </a:lnTo>
                  <a:lnTo>
                    <a:pt x="79133" y="25234"/>
                  </a:lnTo>
                  <a:lnTo>
                    <a:pt x="77825" y="25323"/>
                  </a:lnTo>
                  <a:lnTo>
                    <a:pt x="76517" y="25400"/>
                  </a:lnTo>
                  <a:lnTo>
                    <a:pt x="75463" y="25793"/>
                  </a:lnTo>
                  <a:lnTo>
                    <a:pt x="75501" y="26593"/>
                  </a:lnTo>
                  <a:lnTo>
                    <a:pt x="76581" y="26860"/>
                  </a:lnTo>
                  <a:lnTo>
                    <a:pt x="79209" y="26695"/>
                  </a:lnTo>
                  <a:lnTo>
                    <a:pt x="79781" y="26479"/>
                  </a:lnTo>
                  <a:lnTo>
                    <a:pt x="79667" y="27178"/>
                  </a:lnTo>
                  <a:lnTo>
                    <a:pt x="79743" y="28702"/>
                  </a:lnTo>
                  <a:lnTo>
                    <a:pt x="79806" y="30238"/>
                  </a:lnTo>
                  <a:lnTo>
                    <a:pt x="80149" y="31457"/>
                  </a:lnTo>
                  <a:lnTo>
                    <a:pt x="80365" y="31457"/>
                  </a:lnTo>
                  <a:lnTo>
                    <a:pt x="80365" y="20624"/>
                  </a:lnTo>
                  <a:lnTo>
                    <a:pt x="80289" y="20358"/>
                  </a:lnTo>
                  <a:lnTo>
                    <a:pt x="84302" y="25031"/>
                  </a:lnTo>
                  <a:lnTo>
                    <a:pt x="84302" y="20675"/>
                  </a:lnTo>
                  <a:lnTo>
                    <a:pt x="70802" y="4927"/>
                  </a:lnTo>
                  <a:lnTo>
                    <a:pt x="70802" y="9321"/>
                  </a:lnTo>
                  <a:lnTo>
                    <a:pt x="70421" y="9220"/>
                  </a:lnTo>
                  <a:lnTo>
                    <a:pt x="67792" y="9385"/>
                  </a:lnTo>
                  <a:lnTo>
                    <a:pt x="67170" y="9626"/>
                  </a:lnTo>
                  <a:lnTo>
                    <a:pt x="67297" y="8902"/>
                  </a:lnTo>
                  <a:lnTo>
                    <a:pt x="67233" y="7366"/>
                  </a:lnTo>
                  <a:lnTo>
                    <a:pt x="67157" y="5842"/>
                  </a:lnTo>
                  <a:lnTo>
                    <a:pt x="66827" y="4673"/>
                  </a:lnTo>
                  <a:lnTo>
                    <a:pt x="70802" y="9321"/>
                  </a:lnTo>
                  <a:lnTo>
                    <a:pt x="70802" y="4927"/>
                  </a:lnTo>
                  <a:lnTo>
                    <a:pt x="70332" y="4368"/>
                  </a:lnTo>
                  <a:lnTo>
                    <a:pt x="66802" y="254"/>
                  </a:lnTo>
                  <a:lnTo>
                    <a:pt x="66802" y="4635"/>
                  </a:lnTo>
                  <a:lnTo>
                    <a:pt x="66344" y="4660"/>
                  </a:lnTo>
                  <a:lnTo>
                    <a:pt x="66586" y="4368"/>
                  </a:lnTo>
                  <a:lnTo>
                    <a:pt x="66802" y="4635"/>
                  </a:lnTo>
                  <a:lnTo>
                    <a:pt x="66802" y="254"/>
                  </a:lnTo>
                  <a:lnTo>
                    <a:pt x="66586" y="0"/>
                  </a:lnTo>
                  <a:lnTo>
                    <a:pt x="52641" y="16268"/>
                  </a:lnTo>
                  <a:lnTo>
                    <a:pt x="52641" y="25158"/>
                  </a:lnTo>
                  <a:lnTo>
                    <a:pt x="52057" y="25019"/>
                  </a:lnTo>
                  <a:lnTo>
                    <a:pt x="50749" y="25095"/>
                  </a:lnTo>
                  <a:lnTo>
                    <a:pt x="49441" y="25184"/>
                  </a:lnTo>
                  <a:lnTo>
                    <a:pt x="48412" y="25565"/>
                  </a:lnTo>
                  <a:lnTo>
                    <a:pt x="48412" y="26352"/>
                  </a:lnTo>
                  <a:lnTo>
                    <a:pt x="48082" y="25946"/>
                  </a:lnTo>
                  <a:lnTo>
                    <a:pt x="48387" y="25590"/>
                  </a:lnTo>
                  <a:lnTo>
                    <a:pt x="48412" y="26352"/>
                  </a:lnTo>
                  <a:lnTo>
                    <a:pt x="48412" y="25565"/>
                  </a:lnTo>
                  <a:lnTo>
                    <a:pt x="52387" y="20916"/>
                  </a:lnTo>
                  <a:lnTo>
                    <a:pt x="52311" y="21412"/>
                  </a:lnTo>
                  <a:lnTo>
                    <a:pt x="52463" y="24472"/>
                  </a:lnTo>
                  <a:lnTo>
                    <a:pt x="52641" y="25158"/>
                  </a:lnTo>
                  <a:lnTo>
                    <a:pt x="52641" y="16268"/>
                  </a:lnTo>
                  <a:lnTo>
                    <a:pt x="44335" y="25946"/>
                  </a:lnTo>
                  <a:lnTo>
                    <a:pt x="66586" y="51892"/>
                  </a:lnTo>
                  <a:lnTo>
                    <a:pt x="70332" y="47523"/>
                  </a:lnTo>
                  <a:lnTo>
                    <a:pt x="87274" y="27762"/>
                  </a:lnTo>
                  <a:lnTo>
                    <a:pt x="107975" y="51892"/>
                  </a:lnTo>
                  <a:lnTo>
                    <a:pt x="111709" y="47523"/>
                  </a:lnTo>
                  <a:lnTo>
                    <a:pt x="117652" y="40601"/>
                  </a:lnTo>
                  <a:lnTo>
                    <a:pt x="117652" y="36233"/>
                  </a:lnTo>
                  <a:lnTo>
                    <a:pt x="107975" y="47523"/>
                  </a:lnTo>
                  <a:lnTo>
                    <a:pt x="89471" y="25946"/>
                  </a:lnTo>
                  <a:lnTo>
                    <a:pt x="93776" y="20916"/>
                  </a:lnTo>
                  <a:lnTo>
                    <a:pt x="93700" y="21412"/>
                  </a:lnTo>
                  <a:lnTo>
                    <a:pt x="93840" y="24472"/>
                  </a:lnTo>
                  <a:lnTo>
                    <a:pt x="94183" y="25704"/>
                  </a:lnTo>
                  <a:lnTo>
                    <a:pt x="94869" y="25654"/>
                  </a:lnTo>
                  <a:lnTo>
                    <a:pt x="95084" y="24396"/>
                  </a:lnTo>
                  <a:lnTo>
                    <a:pt x="95021" y="22860"/>
                  </a:lnTo>
                  <a:lnTo>
                    <a:pt x="94945" y="21336"/>
                  </a:lnTo>
                  <a:lnTo>
                    <a:pt x="94615" y="20116"/>
                  </a:lnTo>
                  <a:lnTo>
                    <a:pt x="94462" y="20129"/>
                  </a:lnTo>
                  <a:lnTo>
                    <a:pt x="107975" y="4368"/>
                  </a:lnTo>
                  <a:lnTo>
                    <a:pt x="117652" y="15671"/>
                  </a:lnTo>
                  <a:lnTo>
                    <a:pt x="117665" y="11303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11722519" y="7447400"/>
              <a:ext cx="118110" cy="112395"/>
            </a:xfrm>
            <a:custGeom>
              <a:avLst/>
              <a:gdLst/>
              <a:ahLst/>
              <a:cxnLst/>
              <a:rect l="l" t="t" r="r" b="b"/>
              <a:pathLst>
                <a:path w="118109" h="112395">
                  <a:moveTo>
                    <a:pt x="9296" y="72961"/>
                  </a:moveTo>
                  <a:lnTo>
                    <a:pt x="9245" y="72161"/>
                  </a:lnTo>
                  <a:lnTo>
                    <a:pt x="8178" y="71894"/>
                  </a:lnTo>
                  <a:lnTo>
                    <a:pt x="5549" y="72059"/>
                  </a:lnTo>
                  <a:lnTo>
                    <a:pt x="4927" y="72301"/>
                  </a:lnTo>
                  <a:lnTo>
                    <a:pt x="5054" y="71577"/>
                  </a:lnTo>
                  <a:lnTo>
                    <a:pt x="4978" y="70040"/>
                  </a:lnTo>
                  <a:lnTo>
                    <a:pt x="4914" y="68516"/>
                  </a:lnTo>
                  <a:lnTo>
                    <a:pt x="4572" y="67297"/>
                  </a:lnTo>
                  <a:lnTo>
                    <a:pt x="3898" y="67335"/>
                  </a:lnTo>
                  <a:lnTo>
                    <a:pt x="3657" y="68592"/>
                  </a:lnTo>
                  <a:lnTo>
                    <a:pt x="3810" y="71653"/>
                  </a:lnTo>
                  <a:lnTo>
                    <a:pt x="3987" y="72339"/>
                  </a:lnTo>
                  <a:lnTo>
                    <a:pt x="3416" y="72199"/>
                  </a:lnTo>
                  <a:lnTo>
                    <a:pt x="800" y="72364"/>
                  </a:lnTo>
                  <a:lnTo>
                    <a:pt x="0" y="72656"/>
                  </a:lnTo>
                  <a:lnTo>
                    <a:pt x="0" y="73609"/>
                  </a:lnTo>
                  <a:lnTo>
                    <a:pt x="863" y="73812"/>
                  </a:lnTo>
                  <a:lnTo>
                    <a:pt x="3492" y="73647"/>
                  </a:lnTo>
                  <a:lnTo>
                    <a:pt x="4064" y="73444"/>
                  </a:lnTo>
                  <a:lnTo>
                    <a:pt x="3949" y="74142"/>
                  </a:lnTo>
                  <a:lnTo>
                    <a:pt x="4025" y="75666"/>
                  </a:lnTo>
                  <a:lnTo>
                    <a:pt x="4089" y="77190"/>
                  </a:lnTo>
                  <a:lnTo>
                    <a:pt x="4432" y="78422"/>
                  </a:lnTo>
                  <a:lnTo>
                    <a:pt x="5105" y="78384"/>
                  </a:lnTo>
                  <a:lnTo>
                    <a:pt x="5346" y="77127"/>
                  </a:lnTo>
                  <a:lnTo>
                    <a:pt x="5194" y="74053"/>
                  </a:lnTo>
                  <a:lnTo>
                    <a:pt x="5003" y="73380"/>
                  </a:lnTo>
                  <a:lnTo>
                    <a:pt x="5613" y="73520"/>
                  </a:lnTo>
                  <a:lnTo>
                    <a:pt x="6921" y="73431"/>
                  </a:lnTo>
                  <a:lnTo>
                    <a:pt x="8229" y="73355"/>
                  </a:lnTo>
                  <a:lnTo>
                    <a:pt x="9296" y="72961"/>
                  </a:lnTo>
                  <a:close/>
                </a:path>
                <a:path w="118109" h="112395">
                  <a:moveTo>
                    <a:pt x="47447" y="25946"/>
                  </a:moveTo>
                  <a:lnTo>
                    <a:pt x="43700" y="21590"/>
                  </a:lnTo>
                  <a:lnTo>
                    <a:pt x="43700" y="25946"/>
                  </a:lnTo>
                  <a:lnTo>
                    <a:pt x="39560" y="30784"/>
                  </a:lnTo>
                  <a:lnTo>
                    <a:pt x="39674" y="30162"/>
                  </a:lnTo>
                  <a:lnTo>
                    <a:pt x="39522" y="27101"/>
                  </a:lnTo>
                  <a:lnTo>
                    <a:pt x="39331" y="26428"/>
                  </a:lnTo>
                  <a:lnTo>
                    <a:pt x="39954" y="26568"/>
                  </a:lnTo>
                  <a:lnTo>
                    <a:pt x="41262" y="26479"/>
                  </a:lnTo>
                  <a:lnTo>
                    <a:pt x="42570" y="26390"/>
                  </a:lnTo>
                  <a:lnTo>
                    <a:pt x="43624" y="26009"/>
                  </a:lnTo>
                  <a:lnTo>
                    <a:pt x="43611" y="25857"/>
                  </a:lnTo>
                  <a:lnTo>
                    <a:pt x="43700" y="21590"/>
                  </a:lnTo>
                  <a:lnTo>
                    <a:pt x="42913" y="20662"/>
                  </a:lnTo>
                  <a:lnTo>
                    <a:pt x="42913" y="25044"/>
                  </a:lnTo>
                  <a:lnTo>
                    <a:pt x="42506" y="24942"/>
                  </a:lnTo>
                  <a:lnTo>
                    <a:pt x="39878" y="25107"/>
                  </a:lnTo>
                  <a:lnTo>
                    <a:pt x="39255" y="25336"/>
                  </a:lnTo>
                  <a:lnTo>
                    <a:pt x="39382" y="24625"/>
                  </a:lnTo>
                  <a:lnTo>
                    <a:pt x="39319" y="23088"/>
                  </a:lnTo>
                  <a:lnTo>
                    <a:pt x="39243" y="21564"/>
                  </a:lnTo>
                  <a:lnTo>
                    <a:pt x="38976" y="20637"/>
                  </a:lnTo>
                  <a:lnTo>
                    <a:pt x="38976" y="31457"/>
                  </a:lnTo>
                  <a:lnTo>
                    <a:pt x="25196" y="47536"/>
                  </a:lnTo>
                  <a:lnTo>
                    <a:pt x="20408" y="41960"/>
                  </a:lnTo>
                  <a:lnTo>
                    <a:pt x="21463" y="42214"/>
                  </a:lnTo>
                  <a:lnTo>
                    <a:pt x="24091" y="42037"/>
                  </a:lnTo>
                  <a:lnTo>
                    <a:pt x="24676" y="41833"/>
                  </a:lnTo>
                  <a:lnTo>
                    <a:pt x="24549" y="42532"/>
                  </a:lnTo>
                  <a:lnTo>
                    <a:pt x="24625" y="44056"/>
                  </a:lnTo>
                  <a:lnTo>
                    <a:pt x="24701" y="45593"/>
                  </a:lnTo>
                  <a:lnTo>
                    <a:pt x="25031" y="46812"/>
                  </a:lnTo>
                  <a:lnTo>
                    <a:pt x="25730" y="46774"/>
                  </a:lnTo>
                  <a:lnTo>
                    <a:pt x="25946" y="45516"/>
                  </a:lnTo>
                  <a:lnTo>
                    <a:pt x="25793" y="42443"/>
                  </a:lnTo>
                  <a:lnTo>
                    <a:pt x="25603" y="41757"/>
                  </a:lnTo>
                  <a:lnTo>
                    <a:pt x="26225" y="41910"/>
                  </a:lnTo>
                  <a:lnTo>
                    <a:pt x="27533" y="41821"/>
                  </a:lnTo>
                  <a:lnTo>
                    <a:pt x="28841" y="41744"/>
                  </a:lnTo>
                  <a:lnTo>
                    <a:pt x="29895" y="41351"/>
                  </a:lnTo>
                  <a:lnTo>
                    <a:pt x="29857" y="40551"/>
                  </a:lnTo>
                  <a:lnTo>
                    <a:pt x="28778" y="40284"/>
                  </a:lnTo>
                  <a:lnTo>
                    <a:pt x="26149" y="40449"/>
                  </a:lnTo>
                  <a:lnTo>
                    <a:pt x="25527" y="40690"/>
                  </a:lnTo>
                  <a:lnTo>
                    <a:pt x="25654" y="39966"/>
                  </a:lnTo>
                  <a:lnTo>
                    <a:pt x="25590" y="38442"/>
                  </a:lnTo>
                  <a:lnTo>
                    <a:pt x="25514" y="36906"/>
                  </a:lnTo>
                  <a:lnTo>
                    <a:pt x="25184" y="35687"/>
                  </a:lnTo>
                  <a:lnTo>
                    <a:pt x="24498" y="35725"/>
                  </a:lnTo>
                  <a:lnTo>
                    <a:pt x="24269" y="36982"/>
                  </a:lnTo>
                  <a:lnTo>
                    <a:pt x="24409" y="40055"/>
                  </a:lnTo>
                  <a:lnTo>
                    <a:pt x="24587" y="40728"/>
                  </a:lnTo>
                  <a:lnTo>
                    <a:pt x="24015" y="40589"/>
                  </a:lnTo>
                  <a:lnTo>
                    <a:pt x="22707" y="40665"/>
                  </a:lnTo>
                  <a:lnTo>
                    <a:pt x="21399" y="40754"/>
                  </a:lnTo>
                  <a:lnTo>
                    <a:pt x="20345" y="41135"/>
                  </a:lnTo>
                  <a:lnTo>
                    <a:pt x="20370" y="41922"/>
                  </a:lnTo>
                  <a:lnTo>
                    <a:pt x="7061" y="26390"/>
                  </a:lnTo>
                  <a:lnTo>
                    <a:pt x="8115" y="26644"/>
                  </a:lnTo>
                  <a:lnTo>
                    <a:pt x="10744" y="26479"/>
                  </a:lnTo>
                  <a:lnTo>
                    <a:pt x="11328" y="26263"/>
                  </a:lnTo>
                  <a:lnTo>
                    <a:pt x="11201" y="26962"/>
                  </a:lnTo>
                  <a:lnTo>
                    <a:pt x="11277" y="28486"/>
                  </a:lnTo>
                  <a:lnTo>
                    <a:pt x="11353" y="30022"/>
                  </a:lnTo>
                  <a:lnTo>
                    <a:pt x="11684" y="31242"/>
                  </a:lnTo>
                  <a:lnTo>
                    <a:pt x="12382" y="31203"/>
                  </a:lnTo>
                  <a:lnTo>
                    <a:pt x="12598" y="29946"/>
                  </a:lnTo>
                  <a:lnTo>
                    <a:pt x="12446" y="26873"/>
                  </a:lnTo>
                  <a:lnTo>
                    <a:pt x="12255" y="26200"/>
                  </a:lnTo>
                  <a:lnTo>
                    <a:pt x="12877" y="26339"/>
                  </a:lnTo>
                  <a:lnTo>
                    <a:pt x="14185" y="26250"/>
                  </a:lnTo>
                  <a:lnTo>
                    <a:pt x="15494" y="26174"/>
                  </a:lnTo>
                  <a:lnTo>
                    <a:pt x="16548" y="25781"/>
                  </a:lnTo>
                  <a:lnTo>
                    <a:pt x="16510" y="24980"/>
                  </a:lnTo>
                  <a:lnTo>
                    <a:pt x="15430" y="24714"/>
                  </a:lnTo>
                  <a:lnTo>
                    <a:pt x="12801" y="24879"/>
                  </a:lnTo>
                  <a:lnTo>
                    <a:pt x="12179" y="25120"/>
                  </a:lnTo>
                  <a:lnTo>
                    <a:pt x="12319" y="24396"/>
                  </a:lnTo>
                  <a:lnTo>
                    <a:pt x="12242" y="22872"/>
                  </a:lnTo>
                  <a:lnTo>
                    <a:pt x="12166" y="21336"/>
                  </a:lnTo>
                  <a:lnTo>
                    <a:pt x="11836" y="20116"/>
                  </a:lnTo>
                  <a:lnTo>
                    <a:pt x="11772" y="25679"/>
                  </a:lnTo>
                  <a:lnTo>
                    <a:pt x="11772" y="20129"/>
                  </a:lnTo>
                  <a:lnTo>
                    <a:pt x="24676" y="4965"/>
                  </a:lnTo>
                  <a:lnTo>
                    <a:pt x="24523" y="5918"/>
                  </a:lnTo>
                  <a:lnTo>
                    <a:pt x="24676" y="8991"/>
                  </a:lnTo>
                  <a:lnTo>
                    <a:pt x="24853" y="9677"/>
                  </a:lnTo>
                  <a:lnTo>
                    <a:pt x="24269" y="9525"/>
                  </a:lnTo>
                  <a:lnTo>
                    <a:pt x="22961" y="9613"/>
                  </a:lnTo>
                  <a:lnTo>
                    <a:pt x="21653" y="9690"/>
                  </a:lnTo>
                  <a:lnTo>
                    <a:pt x="20599" y="10083"/>
                  </a:lnTo>
                  <a:lnTo>
                    <a:pt x="20637" y="10883"/>
                  </a:lnTo>
                  <a:lnTo>
                    <a:pt x="21717" y="11150"/>
                  </a:lnTo>
                  <a:lnTo>
                    <a:pt x="24345" y="10985"/>
                  </a:lnTo>
                  <a:lnTo>
                    <a:pt x="24917" y="10769"/>
                  </a:lnTo>
                  <a:lnTo>
                    <a:pt x="24803" y="11468"/>
                  </a:lnTo>
                  <a:lnTo>
                    <a:pt x="24879" y="13004"/>
                  </a:lnTo>
                  <a:lnTo>
                    <a:pt x="24955" y="14528"/>
                  </a:lnTo>
                  <a:lnTo>
                    <a:pt x="25285" y="15748"/>
                  </a:lnTo>
                  <a:lnTo>
                    <a:pt x="25984" y="15709"/>
                  </a:lnTo>
                  <a:lnTo>
                    <a:pt x="26200" y="14452"/>
                  </a:lnTo>
                  <a:lnTo>
                    <a:pt x="26047" y="11391"/>
                  </a:lnTo>
                  <a:lnTo>
                    <a:pt x="25857" y="10706"/>
                  </a:lnTo>
                  <a:lnTo>
                    <a:pt x="26479" y="10845"/>
                  </a:lnTo>
                  <a:lnTo>
                    <a:pt x="27787" y="10769"/>
                  </a:lnTo>
                  <a:lnTo>
                    <a:pt x="29095" y="10680"/>
                  </a:lnTo>
                  <a:lnTo>
                    <a:pt x="30149" y="10299"/>
                  </a:lnTo>
                  <a:lnTo>
                    <a:pt x="30137" y="10160"/>
                  </a:lnTo>
                  <a:lnTo>
                    <a:pt x="38887" y="20345"/>
                  </a:lnTo>
                  <a:lnTo>
                    <a:pt x="38214" y="20383"/>
                  </a:lnTo>
                  <a:lnTo>
                    <a:pt x="37998" y="21640"/>
                  </a:lnTo>
                  <a:lnTo>
                    <a:pt x="38138" y="24701"/>
                  </a:lnTo>
                  <a:lnTo>
                    <a:pt x="38315" y="25387"/>
                  </a:lnTo>
                  <a:lnTo>
                    <a:pt x="37744" y="25234"/>
                  </a:lnTo>
                  <a:lnTo>
                    <a:pt x="36436" y="25323"/>
                  </a:lnTo>
                  <a:lnTo>
                    <a:pt x="35128" y="25412"/>
                  </a:lnTo>
                  <a:lnTo>
                    <a:pt x="34074" y="25793"/>
                  </a:lnTo>
                  <a:lnTo>
                    <a:pt x="34112" y="26606"/>
                  </a:lnTo>
                  <a:lnTo>
                    <a:pt x="35191" y="26860"/>
                  </a:lnTo>
                  <a:lnTo>
                    <a:pt x="37820" y="26695"/>
                  </a:lnTo>
                  <a:lnTo>
                    <a:pt x="38404" y="26479"/>
                  </a:lnTo>
                  <a:lnTo>
                    <a:pt x="38277" y="27178"/>
                  </a:lnTo>
                  <a:lnTo>
                    <a:pt x="38354" y="28714"/>
                  </a:lnTo>
                  <a:lnTo>
                    <a:pt x="38430" y="30238"/>
                  </a:lnTo>
                  <a:lnTo>
                    <a:pt x="38760" y="31470"/>
                  </a:lnTo>
                  <a:lnTo>
                    <a:pt x="38976" y="31457"/>
                  </a:lnTo>
                  <a:lnTo>
                    <a:pt x="38976" y="20637"/>
                  </a:lnTo>
                  <a:lnTo>
                    <a:pt x="38900" y="20358"/>
                  </a:lnTo>
                  <a:lnTo>
                    <a:pt x="42913" y="25044"/>
                  </a:lnTo>
                  <a:lnTo>
                    <a:pt x="42913" y="20662"/>
                  </a:lnTo>
                  <a:lnTo>
                    <a:pt x="29413" y="4940"/>
                  </a:lnTo>
                  <a:lnTo>
                    <a:pt x="29413" y="9321"/>
                  </a:lnTo>
                  <a:lnTo>
                    <a:pt x="29032" y="9220"/>
                  </a:lnTo>
                  <a:lnTo>
                    <a:pt x="26403" y="9398"/>
                  </a:lnTo>
                  <a:lnTo>
                    <a:pt x="25781" y="9626"/>
                  </a:lnTo>
                  <a:lnTo>
                    <a:pt x="25920" y="8902"/>
                  </a:lnTo>
                  <a:lnTo>
                    <a:pt x="25844" y="7378"/>
                  </a:lnTo>
                  <a:lnTo>
                    <a:pt x="25768" y="5842"/>
                  </a:lnTo>
                  <a:lnTo>
                    <a:pt x="25438" y="4673"/>
                  </a:lnTo>
                  <a:lnTo>
                    <a:pt x="29413" y="9321"/>
                  </a:lnTo>
                  <a:lnTo>
                    <a:pt x="29413" y="4940"/>
                  </a:lnTo>
                  <a:lnTo>
                    <a:pt x="28930" y="4368"/>
                  </a:lnTo>
                  <a:lnTo>
                    <a:pt x="25412" y="254"/>
                  </a:lnTo>
                  <a:lnTo>
                    <a:pt x="25412" y="4635"/>
                  </a:lnTo>
                  <a:lnTo>
                    <a:pt x="24955" y="4660"/>
                  </a:lnTo>
                  <a:lnTo>
                    <a:pt x="25196" y="4368"/>
                  </a:lnTo>
                  <a:lnTo>
                    <a:pt x="25412" y="4635"/>
                  </a:lnTo>
                  <a:lnTo>
                    <a:pt x="25412" y="254"/>
                  </a:lnTo>
                  <a:lnTo>
                    <a:pt x="25196" y="0"/>
                  </a:lnTo>
                  <a:lnTo>
                    <a:pt x="11252" y="16268"/>
                  </a:lnTo>
                  <a:lnTo>
                    <a:pt x="11252" y="25171"/>
                  </a:lnTo>
                  <a:lnTo>
                    <a:pt x="10668" y="25019"/>
                  </a:lnTo>
                  <a:lnTo>
                    <a:pt x="9359" y="25107"/>
                  </a:lnTo>
                  <a:lnTo>
                    <a:pt x="8051" y="25184"/>
                  </a:lnTo>
                  <a:lnTo>
                    <a:pt x="7023" y="25577"/>
                  </a:lnTo>
                  <a:lnTo>
                    <a:pt x="7023" y="26352"/>
                  </a:lnTo>
                  <a:lnTo>
                    <a:pt x="6692" y="25946"/>
                  </a:lnTo>
                  <a:lnTo>
                    <a:pt x="6997" y="25590"/>
                  </a:lnTo>
                  <a:lnTo>
                    <a:pt x="7023" y="26352"/>
                  </a:lnTo>
                  <a:lnTo>
                    <a:pt x="7023" y="25577"/>
                  </a:lnTo>
                  <a:lnTo>
                    <a:pt x="10998" y="20916"/>
                  </a:lnTo>
                  <a:lnTo>
                    <a:pt x="10922" y="21412"/>
                  </a:lnTo>
                  <a:lnTo>
                    <a:pt x="11074" y="24485"/>
                  </a:lnTo>
                  <a:lnTo>
                    <a:pt x="11252" y="25171"/>
                  </a:lnTo>
                  <a:lnTo>
                    <a:pt x="11252" y="16268"/>
                  </a:lnTo>
                  <a:lnTo>
                    <a:pt x="2946" y="25946"/>
                  </a:lnTo>
                  <a:lnTo>
                    <a:pt x="25196" y="51892"/>
                  </a:lnTo>
                  <a:lnTo>
                    <a:pt x="28930" y="47536"/>
                  </a:lnTo>
                  <a:lnTo>
                    <a:pt x="47447" y="25946"/>
                  </a:lnTo>
                  <a:close/>
                </a:path>
                <a:path w="118109" h="112395">
                  <a:moveTo>
                    <a:pt x="99326" y="90805"/>
                  </a:moveTo>
                  <a:lnTo>
                    <a:pt x="99288" y="90004"/>
                  </a:lnTo>
                  <a:lnTo>
                    <a:pt x="98209" y="89738"/>
                  </a:lnTo>
                  <a:lnTo>
                    <a:pt x="95580" y="89903"/>
                  </a:lnTo>
                  <a:lnTo>
                    <a:pt x="94957" y="90144"/>
                  </a:lnTo>
                  <a:lnTo>
                    <a:pt x="95084" y="89420"/>
                  </a:lnTo>
                  <a:lnTo>
                    <a:pt x="95021" y="87884"/>
                  </a:lnTo>
                  <a:lnTo>
                    <a:pt x="94945" y="86360"/>
                  </a:lnTo>
                  <a:lnTo>
                    <a:pt x="94615" y="85140"/>
                  </a:lnTo>
                  <a:lnTo>
                    <a:pt x="93916" y="85178"/>
                  </a:lnTo>
                  <a:lnTo>
                    <a:pt x="93700" y="86436"/>
                  </a:lnTo>
                  <a:lnTo>
                    <a:pt x="93840" y="89496"/>
                  </a:lnTo>
                  <a:lnTo>
                    <a:pt x="94018" y="90182"/>
                  </a:lnTo>
                  <a:lnTo>
                    <a:pt x="93446" y="90043"/>
                  </a:lnTo>
                  <a:lnTo>
                    <a:pt x="92138" y="90119"/>
                  </a:lnTo>
                  <a:lnTo>
                    <a:pt x="90830" y="90208"/>
                  </a:lnTo>
                  <a:lnTo>
                    <a:pt x="89776" y="90589"/>
                  </a:lnTo>
                  <a:lnTo>
                    <a:pt x="89814" y="91401"/>
                  </a:lnTo>
                  <a:lnTo>
                    <a:pt x="90893" y="91655"/>
                  </a:lnTo>
                  <a:lnTo>
                    <a:pt x="93522" y="91490"/>
                  </a:lnTo>
                  <a:lnTo>
                    <a:pt x="94107" y="91287"/>
                  </a:lnTo>
                  <a:lnTo>
                    <a:pt x="93980" y="91986"/>
                  </a:lnTo>
                  <a:lnTo>
                    <a:pt x="94056" y="93510"/>
                  </a:lnTo>
                  <a:lnTo>
                    <a:pt x="94132" y="95034"/>
                  </a:lnTo>
                  <a:lnTo>
                    <a:pt x="94462" y="96266"/>
                  </a:lnTo>
                  <a:lnTo>
                    <a:pt x="95148" y="96227"/>
                  </a:lnTo>
                  <a:lnTo>
                    <a:pt x="95377" y="94970"/>
                  </a:lnTo>
                  <a:lnTo>
                    <a:pt x="95224" y="91897"/>
                  </a:lnTo>
                  <a:lnTo>
                    <a:pt x="95034" y="91211"/>
                  </a:lnTo>
                  <a:lnTo>
                    <a:pt x="95656" y="91363"/>
                  </a:lnTo>
                  <a:lnTo>
                    <a:pt x="96964" y="91274"/>
                  </a:lnTo>
                  <a:lnTo>
                    <a:pt x="98272" y="91198"/>
                  </a:lnTo>
                  <a:lnTo>
                    <a:pt x="99326" y="90805"/>
                  </a:lnTo>
                  <a:close/>
                </a:path>
                <a:path w="118109" h="112395">
                  <a:moveTo>
                    <a:pt x="109512" y="57556"/>
                  </a:moveTo>
                  <a:lnTo>
                    <a:pt x="105765" y="53200"/>
                  </a:lnTo>
                  <a:lnTo>
                    <a:pt x="105765" y="57556"/>
                  </a:lnTo>
                  <a:lnTo>
                    <a:pt x="101625" y="62382"/>
                  </a:lnTo>
                  <a:lnTo>
                    <a:pt x="101739" y="61772"/>
                  </a:lnTo>
                  <a:lnTo>
                    <a:pt x="101600" y="58712"/>
                  </a:lnTo>
                  <a:lnTo>
                    <a:pt x="101396" y="58026"/>
                  </a:lnTo>
                  <a:lnTo>
                    <a:pt x="102019" y="58166"/>
                  </a:lnTo>
                  <a:lnTo>
                    <a:pt x="103327" y="58089"/>
                  </a:lnTo>
                  <a:lnTo>
                    <a:pt x="104635" y="58000"/>
                  </a:lnTo>
                  <a:lnTo>
                    <a:pt x="105702" y="57619"/>
                  </a:lnTo>
                  <a:lnTo>
                    <a:pt x="105689" y="57480"/>
                  </a:lnTo>
                  <a:lnTo>
                    <a:pt x="105765" y="53200"/>
                  </a:lnTo>
                  <a:lnTo>
                    <a:pt x="104978" y="52273"/>
                  </a:lnTo>
                  <a:lnTo>
                    <a:pt x="104978" y="56654"/>
                  </a:lnTo>
                  <a:lnTo>
                    <a:pt x="104571" y="56553"/>
                  </a:lnTo>
                  <a:lnTo>
                    <a:pt x="101942" y="56718"/>
                  </a:lnTo>
                  <a:lnTo>
                    <a:pt x="101333" y="56946"/>
                  </a:lnTo>
                  <a:lnTo>
                    <a:pt x="101460" y="56222"/>
                  </a:lnTo>
                  <a:lnTo>
                    <a:pt x="101384" y="54698"/>
                  </a:lnTo>
                  <a:lnTo>
                    <a:pt x="101307" y="53174"/>
                  </a:lnTo>
                  <a:lnTo>
                    <a:pt x="101041" y="52222"/>
                  </a:lnTo>
                  <a:lnTo>
                    <a:pt x="101041" y="63068"/>
                  </a:lnTo>
                  <a:lnTo>
                    <a:pt x="87261" y="79133"/>
                  </a:lnTo>
                  <a:lnTo>
                    <a:pt x="82473" y="73571"/>
                  </a:lnTo>
                  <a:lnTo>
                    <a:pt x="83540" y="73812"/>
                  </a:lnTo>
                  <a:lnTo>
                    <a:pt x="86169" y="73647"/>
                  </a:lnTo>
                  <a:lnTo>
                    <a:pt x="86741" y="73444"/>
                  </a:lnTo>
                  <a:lnTo>
                    <a:pt x="86626" y="74142"/>
                  </a:lnTo>
                  <a:lnTo>
                    <a:pt x="86702" y="75666"/>
                  </a:lnTo>
                  <a:lnTo>
                    <a:pt x="86766" y="77190"/>
                  </a:lnTo>
                  <a:lnTo>
                    <a:pt x="87109" y="78422"/>
                  </a:lnTo>
                  <a:lnTo>
                    <a:pt x="87795" y="78384"/>
                  </a:lnTo>
                  <a:lnTo>
                    <a:pt x="88023" y="77127"/>
                  </a:lnTo>
                  <a:lnTo>
                    <a:pt x="87871" y="74053"/>
                  </a:lnTo>
                  <a:lnTo>
                    <a:pt x="87680" y="73380"/>
                  </a:lnTo>
                  <a:lnTo>
                    <a:pt x="88290" y="73520"/>
                  </a:lnTo>
                  <a:lnTo>
                    <a:pt x="89611" y="73431"/>
                  </a:lnTo>
                  <a:lnTo>
                    <a:pt x="90919" y="73355"/>
                  </a:lnTo>
                  <a:lnTo>
                    <a:pt x="91960" y="72961"/>
                  </a:lnTo>
                  <a:lnTo>
                    <a:pt x="91948" y="72555"/>
                  </a:lnTo>
                  <a:lnTo>
                    <a:pt x="91935" y="72161"/>
                  </a:lnTo>
                  <a:lnTo>
                    <a:pt x="90855" y="71894"/>
                  </a:lnTo>
                  <a:lnTo>
                    <a:pt x="88226" y="72059"/>
                  </a:lnTo>
                  <a:lnTo>
                    <a:pt x="87591" y="72301"/>
                  </a:lnTo>
                  <a:lnTo>
                    <a:pt x="87731" y="71577"/>
                  </a:lnTo>
                  <a:lnTo>
                    <a:pt x="87655" y="70040"/>
                  </a:lnTo>
                  <a:lnTo>
                    <a:pt x="87591" y="68516"/>
                  </a:lnTo>
                  <a:lnTo>
                    <a:pt x="87249" y="67297"/>
                  </a:lnTo>
                  <a:lnTo>
                    <a:pt x="86563" y="67335"/>
                  </a:lnTo>
                  <a:lnTo>
                    <a:pt x="86347" y="68592"/>
                  </a:lnTo>
                  <a:lnTo>
                    <a:pt x="86487" y="71653"/>
                  </a:lnTo>
                  <a:lnTo>
                    <a:pt x="86664" y="72339"/>
                  </a:lnTo>
                  <a:lnTo>
                    <a:pt x="86093" y="72199"/>
                  </a:lnTo>
                  <a:lnTo>
                    <a:pt x="84785" y="72275"/>
                  </a:lnTo>
                  <a:lnTo>
                    <a:pt x="83477" y="72364"/>
                  </a:lnTo>
                  <a:lnTo>
                    <a:pt x="82423" y="72745"/>
                  </a:lnTo>
                  <a:lnTo>
                    <a:pt x="82448" y="73545"/>
                  </a:lnTo>
                  <a:lnTo>
                    <a:pt x="69126" y="58000"/>
                  </a:lnTo>
                  <a:lnTo>
                    <a:pt x="70192" y="58242"/>
                  </a:lnTo>
                  <a:lnTo>
                    <a:pt x="72821" y="58077"/>
                  </a:lnTo>
                  <a:lnTo>
                    <a:pt x="73406" y="57873"/>
                  </a:lnTo>
                  <a:lnTo>
                    <a:pt x="73279" y="58572"/>
                  </a:lnTo>
                  <a:lnTo>
                    <a:pt x="73355" y="60096"/>
                  </a:lnTo>
                  <a:lnTo>
                    <a:pt x="73418" y="61633"/>
                  </a:lnTo>
                  <a:lnTo>
                    <a:pt x="73761" y="62852"/>
                  </a:lnTo>
                  <a:lnTo>
                    <a:pt x="74447" y="62814"/>
                  </a:lnTo>
                  <a:lnTo>
                    <a:pt x="74676" y="61556"/>
                  </a:lnTo>
                  <a:lnTo>
                    <a:pt x="74523" y="58483"/>
                  </a:lnTo>
                  <a:lnTo>
                    <a:pt x="74333" y="57810"/>
                  </a:lnTo>
                  <a:lnTo>
                    <a:pt x="74942" y="57950"/>
                  </a:lnTo>
                  <a:lnTo>
                    <a:pt x="76263" y="57861"/>
                  </a:lnTo>
                  <a:lnTo>
                    <a:pt x="77571" y="57785"/>
                  </a:lnTo>
                  <a:lnTo>
                    <a:pt x="78625" y="57391"/>
                  </a:lnTo>
                  <a:lnTo>
                    <a:pt x="78587" y="56591"/>
                  </a:lnTo>
                  <a:lnTo>
                    <a:pt x="77508" y="56324"/>
                  </a:lnTo>
                  <a:lnTo>
                    <a:pt x="74879" y="56489"/>
                  </a:lnTo>
                  <a:lnTo>
                    <a:pt x="74256" y="56730"/>
                  </a:lnTo>
                  <a:lnTo>
                    <a:pt x="74383" y="56007"/>
                  </a:lnTo>
                  <a:lnTo>
                    <a:pt x="74307" y="54483"/>
                  </a:lnTo>
                  <a:lnTo>
                    <a:pt x="74244" y="52946"/>
                  </a:lnTo>
                  <a:lnTo>
                    <a:pt x="73901" y="51727"/>
                  </a:lnTo>
                  <a:lnTo>
                    <a:pt x="73748" y="51739"/>
                  </a:lnTo>
                  <a:lnTo>
                    <a:pt x="86766" y="36563"/>
                  </a:lnTo>
                  <a:lnTo>
                    <a:pt x="86601" y="37528"/>
                  </a:lnTo>
                  <a:lnTo>
                    <a:pt x="86741" y="40601"/>
                  </a:lnTo>
                  <a:lnTo>
                    <a:pt x="86918" y="41275"/>
                  </a:lnTo>
                  <a:lnTo>
                    <a:pt x="86347" y="41135"/>
                  </a:lnTo>
                  <a:lnTo>
                    <a:pt x="85039" y="41211"/>
                  </a:lnTo>
                  <a:lnTo>
                    <a:pt x="83731" y="41300"/>
                  </a:lnTo>
                  <a:lnTo>
                    <a:pt x="82677" y="41681"/>
                  </a:lnTo>
                  <a:lnTo>
                    <a:pt x="82715" y="42494"/>
                  </a:lnTo>
                  <a:lnTo>
                    <a:pt x="83794" y="42760"/>
                  </a:lnTo>
                  <a:lnTo>
                    <a:pt x="86423" y="42583"/>
                  </a:lnTo>
                  <a:lnTo>
                    <a:pt x="87007" y="42379"/>
                  </a:lnTo>
                  <a:lnTo>
                    <a:pt x="86880" y="43078"/>
                  </a:lnTo>
                  <a:lnTo>
                    <a:pt x="86956" y="44602"/>
                  </a:lnTo>
                  <a:lnTo>
                    <a:pt x="87020" y="46139"/>
                  </a:lnTo>
                  <a:lnTo>
                    <a:pt x="87363" y="47358"/>
                  </a:lnTo>
                  <a:lnTo>
                    <a:pt x="88049" y="47320"/>
                  </a:lnTo>
                  <a:lnTo>
                    <a:pt x="88277" y="46062"/>
                  </a:lnTo>
                  <a:lnTo>
                    <a:pt x="88125" y="42989"/>
                  </a:lnTo>
                  <a:lnTo>
                    <a:pt x="87934" y="42316"/>
                  </a:lnTo>
                  <a:lnTo>
                    <a:pt x="88544" y="42456"/>
                  </a:lnTo>
                  <a:lnTo>
                    <a:pt x="89865" y="42367"/>
                  </a:lnTo>
                  <a:lnTo>
                    <a:pt x="91173" y="42291"/>
                  </a:lnTo>
                  <a:lnTo>
                    <a:pt x="92227" y="41897"/>
                  </a:lnTo>
                  <a:lnTo>
                    <a:pt x="100952" y="51955"/>
                  </a:lnTo>
                  <a:lnTo>
                    <a:pt x="100291" y="51981"/>
                  </a:lnTo>
                  <a:lnTo>
                    <a:pt x="100063" y="53238"/>
                  </a:lnTo>
                  <a:lnTo>
                    <a:pt x="100215" y="56311"/>
                  </a:lnTo>
                  <a:lnTo>
                    <a:pt x="100393" y="56997"/>
                  </a:lnTo>
                  <a:lnTo>
                    <a:pt x="99822" y="56845"/>
                  </a:lnTo>
                  <a:lnTo>
                    <a:pt x="98513" y="56934"/>
                  </a:lnTo>
                  <a:lnTo>
                    <a:pt x="97205" y="57010"/>
                  </a:lnTo>
                  <a:lnTo>
                    <a:pt x="96139" y="57404"/>
                  </a:lnTo>
                  <a:lnTo>
                    <a:pt x="96189" y="58204"/>
                  </a:lnTo>
                  <a:lnTo>
                    <a:pt x="97256" y="58470"/>
                  </a:lnTo>
                  <a:lnTo>
                    <a:pt x="99885" y="58305"/>
                  </a:lnTo>
                  <a:lnTo>
                    <a:pt x="100469" y="58089"/>
                  </a:lnTo>
                  <a:lnTo>
                    <a:pt x="100355" y="58788"/>
                  </a:lnTo>
                  <a:lnTo>
                    <a:pt x="100418" y="60325"/>
                  </a:lnTo>
                  <a:lnTo>
                    <a:pt x="100495" y="61849"/>
                  </a:lnTo>
                  <a:lnTo>
                    <a:pt x="100838" y="63068"/>
                  </a:lnTo>
                  <a:lnTo>
                    <a:pt x="101041" y="63068"/>
                  </a:lnTo>
                  <a:lnTo>
                    <a:pt x="101041" y="52222"/>
                  </a:lnTo>
                  <a:lnTo>
                    <a:pt x="100977" y="51993"/>
                  </a:lnTo>
                  <a:lnTo>
                    <a:pt x="104978" y="56654"/>
                  </a:lnTo>
                  <a:lnTo>
                    <a:pt x="104978" y="52273"/>
                  </a:lnTo>
                  <a:lnTo>
                    <a:pt x="91478" y="36537"/>
                  </a:lnTo>
                  <a:lnTo>
                    <a:pt x="91478" y="40932"/>
                  </a:lnTo>
                  <a:lnTo>
                    <a:pt x="91109" y="40830"/>
                  </a:lnTo>
                  <a:lnTo>
                    <a:pt x="88480" y="40995"/>
                  </a:lnTo>
                  <a:lnTo>
                    <a:pt x="87858" y="41236"/>
                  </a:lnTo>
                  <a:lnTo>
                    <a:pt x="87985" y="40513"/>
                  </a:lnTo>
                  <a:lnTo>
                    <a:pt x="87909" y="38989"/>
                  </a:lnTo>
                  <a:lnTo>
                    <a:pt x="87845" y="37452"/>
                  </a:lnTo>
                  <a:lnTo>
                    <a:pt x="87503" y="36283"/>
                  </a:lnTo>
                  <a:lnTo>
                    <a:pt x="91478" y="40932"/>
                  </a:lnTo>
                  <a:lnTo>
                    <a:pt x="91478" y="36537"/>
                  </a:lnTo>
                  <a:lnTo>
                    <a:pt x="91008" y="35979"/>
                  </a:lnTo>
                  <a:lnTo>
                    <a:pt x="87477" y="31864"/>
                  </a:lnTo>
                  <a:lnTo>
                    <a:pt x="87477" y="36245"/>
                  </a:lnTo>
                  <a:lnTo>
                    <a:pt x="87020" y="36271"/>
                  </a:lnTo>
                  <a:lnTo>
                    <a:pt x="87261" y="35979"/>
                  </a:lnTo>
                  <a:lnTo>
                    <a:pt x="87477" y="36245"/>
                  </a:lnTo>
                  <a:lnTo>
                    <a:pt x="87477" y="31864"/>
                  </a:lnTo>
                  <a:lnTo>
                    <a:pt x="87261" y="31610"/>
                  </a:lnTo>
                  <a:lnTo>
                    <a:pt x="73317" y="47879"/>
                  </a:lnTo>
                  <a:lnTo>
                    <a:pt x="73317" y="56769"/>
                  </a:lnTo>
                  <a:lnTo>
                    <a:pt x="72745" y="56629"/>
                  </a:lnTo>
                  <a:lnTo>
                    <a:pt x="71437" y="56705"/>
                  </a:lnTo>
                  <a:lnTo>
                    <a:pt x="70129" y="56794"/>
                  </a:lnTo>
                  <a:lnTo>
                    <a:pt x="69100" y="57175"/>
                  </a:lnTo>
                  <a:lnTo>
                    <a:pt x="69100" y="57975"/>
                  </a:lnTo>
                  <a:lnTo>
                    <a:pt x="68757" y="57556"/>
                  </a:lnTo>
                  <a:lnTo>
                    <a:pt x="69075" y="57188"/>
                  </a:lnTo>
                  <a:lnTo>
                    <a:pt x="69100" y="57975"/>
                  </a:lnTo>
                  <a:lnTo>
                    <a:pt x="69100" y="57175"/>
                  </a:lnTo>
                  <a:lnTo>
                    <a:pt x="73075" y="52514"/>
                  </a:lnTo>
                  <a:lnTo>
                    <a:pt x="72999" y="53022"/>
                  </a:lnTo>
                  <a:lnTo>
                    <a:pt x="73139" y="56083"/>
                  </a:lnTo>
                  <a:lnTo>
                    <a:pt x="73317" y="56769"/>
                  </a:lnTo>
                  <a:lnTo>
                    <a:pt x="73317" y="47879"/>
                  </a:lnTo>
                  <a:lnTo>
                    <a:pt x="66294" y="56057"/>
                  </a:lnTo>
                  <a:lnTo>
                    <a:pt x="63842" y="53200"/>
                  </a:lnTo>
                  <a:lnTo>
                    <a:pt x="63842" y="57556"/>
                  </a:lnTo>
                  <a:lnTo>
                    <a:pt x="59702" y="62382"/>
                  </a:lnTo>
                  <a:lnTo>
                    <a:pt x="59817" y="61772"/>
                  </a:lnTo>
                  <a:lnTo>
                    <a:pt x="59664" y="58712"/>
                  </a:lnTo>
                  <a:lnTo>
                    <a:pt x="59474" y="58026"/>
                  </a:lnTo>
                  <a:lnTo>
                    <a:pt x="60096" y="58166"/>
                  </a:lnTo>
                  <a:lnTo>
                    <a:pt x="61404" y="58089"/>
                  </a:lnTo>
                  <a:lnTo>
                    <a:pt x="62712" y="58000"/>
                  </a:lnTo>
                  <a:lnTo>
                    <a:pt x="63766" y="57619"/>
                  </a:lnTo>
                  <a:lnTo>
                    <a:pt x="63754" y="57467"/>
                  </a:lnTo>
                  <a:lnTo>
                    <a:pt x="63842" y="53200"/>
                  </a:lnTo>
                  <a:lnTo>
                    <a:pt x="63055" y="52285"/>
                  </a:lnTo>
                  <a:lnTo>
                    <a:pt x="63055" y="56654"/>
                  </a:lnTo>
                  <a:lnTo>
                    <a:pt x="62649" y="56553"/>
                  </a:lnTo>
                  <a:lnTo>
                    <a:pt x="60020" y="56718"/>
                  </a:lnTo>
                  <a:lnTo>
                    <a:pt x="59397" y="56946"/>
                  </a:lnTo>
                  <a:lnTo>
                    <a:pt x="59537" y="56222"/>
                  </a:lnTo>
                  <a:lnTo>
                    <a:pt x="59461" y="54698"/>
                  </a:lnTo>
                  <a:lnTo>
                    <a:pt x="59385" y="53174"/>
                  </a:lnTo>
                  <a:lnTo>
                    <a:pt x="59118" y="52222"/>
                  </a:lnTo>
                  <a:lnTo>
                    <a:pt x="59118" y="63068"/>
                  </a:lnTo>
                  <a:lnTo>
                    <a:pt x="45339" y="79133"/>
                  </a:lnTo>
                  <a:lnTo>
                    <a:pt x="40551" y="73571"/>
                  </a:lnTo>
                  <a:lnTo>
                    <a:pt x="41605" y="73812"/>
                  </a:lnTo>
                  <a:lnTo>
                    <a:pt x="44234" y="73647"/>
                  </a:lnTo>
                  <a:lnTo>
                    <a:pt x="44818" y="73444"/>
                  </a:lnTo>
                  <a:lnTo>
                    <a:pt x="44691" y="74142"/>
                  </a:lnTo>
                  <a:lnTo>
                    <a:pt x="44767" y="75666"/>
                  </a:lnTo>
                  <a:lnTo>
                    <a:pt x="44843" y="77190"/>
                  </a:lnTo>
                  <a:lnTo>
                    <a:pt x="45173" y="78422"/>
                  </a:lnTo>
                  <a:lnTo>
                    <a:pt x="45872" y="78384"/>
                  </a:lnTo>
                  <a:lnTo>
                    <a:pt x="46088" y="77127"/>
                  </a:lnTo>
                  <a:lnTo>
                    <a:pt x="45948" y="74053"/>
                  </a:lnTo>
                  <a:lnTo>
                    <a:pt x="45745" y="73380"/>
                  </a:lnTo>
                  <a:lnTo>
                    <a:pt x="46367" y="73520"/>
                  </a:lnTo>
                  <a:lnTo>
                    <a:pt x="47675" y="73431"/>
                  </a:lnTo>
                  <a:lnTo>
                    <a:pt x="48983" y="73355"/>
                  </a:lnTo>
                  <a:lnTo>
                    <a:pt x="50038" y="72961"/>
                  </a:lnTo>
                  <a:lnTo>
                    <a:pt x="49999" y="72161"/>
                  </a:lnTo>
                  <a:lnTo>
                    <a:pt x="48920" y="71894"/>
                  </a:lnTo>
                  <a:lnTo>
                    <a:pt x="46291" y="72059"/>
                  </a:lnTo>
                  <a:lnTo>
                    <a:pt x="45669" y="72301"/>
                  </a:lnTo>
                  <a:lnTo>
                    <a:pt x="45808" y="71577"/>
                  </a:lnTo>
                  <a:lnTo>
                    <a:pt x="45732" y="70040"/>
                  </a:lnTo>
                  <a:lnTo>
                    <a:pt x="45656" y="68516"/>
                  </a:lnTo>
                  <a:lnTo>
                    <a:pt x="45326" y="67297"/>
                  </a:lnTo>
                  <a:lnTo>
                    <a:pt x="44627" y="67335"/>
                  </a:lnTo>
                  <a:lnTo>
                    <a:pt x="44411" y="68592"/>
                  </a:lnTo>
                  <a:lnTo>
                    <a:pt x="44564" y="71653"/>
                  </a:lnTo>
                  <a:lnTo>
                    <a:pt x="44742" y="72339"/>
                  </a:lnTo>
                  <a:lnTo>
                    <a:pt x="44170" y="72199"/>
                  </a:lnTo>
                  <a:lnTo>
                    <a:pt x="42849" y="72275"/>
                  </a:lnTo>
                  <a:lnTo>
                    <a:pt x="41541" y="72364"/>
                  </a:lnTo>
                  <a:lnTo>
                    <a:pt x="40487" y="72745"/>
                  </a:lnTo>
                  <a:lnTo>
                    <a:pt x="40513" y="73533"/>
                  </a:lnTo>
                  <a:lnTo>
                    <a:pt x="27203" y="58000"/>
                  </a:lnTo>
                  <a:lnTo>
                    <a:pt x="28257" y="58242"/>
                  </a:lnTo>
                  <a:lnTo>
                    <a:pt x="30886" y="58077"/>
                  </a:lnTo>
                  <a:lnTo>
                    <a:pt x="31470" y="57873"/>
                  </a:lnTo>
                  <a:lnTo>
                    <a:pt x="31356" y="58572"/>
                  </a:lnTo>
                  <a:lnTo>
                    <a:pt x="31419" y="60096"/>
                  </a:lnTo>
                  <a:lnTo>
                    <a:pt x="31496" y="61633"/>
                  </a:lnTo>
                  <a:lnTo>
                    <a:pt x="31838" y="62852"/>
                  </a:lnTo>
                  <a:lnTo>
                    <a:pt x="32524" y="62814"/>
                  </a:lnTo>
                  <a:lnTo>
                    <a:pt x="32740" y="61556"/>
                  </a:lnTo>
                  <a:lnTo>
                    <a:pt x="32600" y="58483"/>
                  </a:lnTo>
                  <a:lnTo>
                    <a:pt x="32397" y="57810"/>
                  </a:lnTo>
                  <a:lnTo>
                    <a:pt x="33020" y="57950"/>
                  </a:lnTo>
                  <a:lnTo>
                    <a:pt x="34328" y="57861"/>
                  </a:lnTo>
                  <a:lnTo>
                    <a:pt x="35636" y="57785"/>
                  </a:lnTo>
                  <a:lnTo>
                    <a:pt x="36703" y="57391"/>
                  </a:lnTo>
                  <a:lnTo>
                    <a:pt x="36652" y="56591"/>
                  </a:lnTo>
                  <a:lnTo>
                    <a:pt x="35572" y="56324"/>
                  </a:lnTo>
                  <a:lnTo>
                    <a:pt x="32943" y="56489"/>
                  </a:lnTo>
                  <a:lnTo>
                    <a:pt x="32334" y="56730"/>
                  </a:lnTo>
                  <a:lnTo>
                    <a:pt x="32461" y="56007"/>
                  </a:lnTo>
                  <a:lnTo>
                    <a:pt x="32385" y="54483"/>
                  </a:lnTo>
                  <a:lnTo>
                    <a:pt x="32308" y="52946"/>
                  </a:lnTo>
                  <a:lnTo>
                    <a:pt x="31978" y="51727"/>
                  </a:lnTo>
                  <a:lnTo>
                    <a:pt x="31826" y="51739"/>
                  </a:lnTo>
                  <a:lnTo>
                    <a:pt x="44831" y="36563"/>
                  </a:lnTo>
                  <a:lnTo>
                    <a:pt x="44665" y="37528"/>
                  </a:lnTo>
                  <a:lnTo>
                    <a:pt x="44818" y="40601"/>
                  </a:lnTo>
                  <a:lnTo>
                    <a:pt x="44996" y="41275"/>
                  </a:lnTo>
                  <a:lnTo>
                    <a:pt x="44411" y="41135"/>
                  </a:lnTo>
                  <a:lnTo>
                    <a:pt x="43103" y="41211"/>
                  </a:lnTo>
                  <a:lnTo>
                    <a:pt x="41795" y="41300"/>
                  </a:lnTo>
                  <a:lnTo>
                    <a:pt x="40741" y="41681"/>
                  </a:lnTo>
                  <a:lnTo>
                    <a:pt x="40779" y="42494"/>
                  </a:lnTo>
                  <a:lnTo>
                    <a:pt x="41859" y="42760"/>
                  </a:lnTo>
                  <a:lnTo>
                    <a:pt x="44488" y="42583"/>
                  </a:lnTo>
                  <a:lnTo>
                    <a:pt x="45072" y="42379"/>
                  </a:lnTo>
                  <a:lnTo>
                    <a:pt x="44958" y="43078"/>
                  </a:lnTo>
                  <a:lnTo>
                    <a:pt x="45021" y="44602"/>
                  </a:lnTo>
                  <a:lnTo>
                    <a:pt x="45097" y="46139"/>
                  </a:lnTo>
                  <a:lnTo>
                    <a:pt x="45427" y="47358"/>
                  </a:lnTo>
                  <a:lnTo>
                    <a:pt x="46126" y="47320"/>
                  </a:lnTo>
                  <a:lnTo>
                    <a:pt x="46342" y="46062"/>
                  </a:lnTo>
                  <a:lnTo>
                    <a:pt x="46202" y="42989"/>
                  </a:lnTo>
                  <a:lnTo>
                    <a:pt x="45999" y="42316"/>
                  </a:lnTo>
                  <a:lnTo>
                    <a:pt x="46621" y="42456"/>
                  </a:lnTo>
                  <a:lnTo>
                    <a:pt x="47929" y="42367"/>
                  </a:lnTo>
                  <a:lnTo>
                    <a:pt x="49237" y="42291"/>
                  </a:lnTo>
                  <a:lnTo>
                    <a:pt x="50292" y="41897"/>
                  </a:lnTo>
                  <a:lnTo>
                    <a:pt x="50279" y="41770"/>
                  </a:lnTo>
                  <a:lnTo>
                    <a:pt x="59029" y="51955"/>
                  </a:lnTo>
                  <a:lnTo>
                    <a:pt x="58356" y="51981"/>
                  </a:lnTo>
                  <a:lnTo>
                    <a:pt x="58140" y="53238"/>
                  </a:lnTo>
                  <a:lnTo>
                    <a:pt x="58280" y="56311"/>
                  </a:lnTo>
                  <a:lnTo>
                    <a:pt x="58458" y="56997"/>
                  </a:lnTo>
                  <a:lnTo>
                    <a:pt x="57886" y="56845"/>
                  </a:lnTo>
                  <a:lnTo>
                    <a:pt x="56578" y="56934"/>
                  </a:lnTo>
                  <a:lnTo>
                    <a:pt x="55270" y="57010"/>
                  </a:lnTo>
                  <a:lnTo>
                    <a:pt x="54229" y="57404"/>
                  </a:lnTo>
                  <a:lnTo>
                    <a:pt x="54229" y="57810"/>
                  </a:lnTo>
                  <a:lnTo>
                    <a:pt x="54254" y="58204"/>
                  </a:lnTo>
                  <a:lnTo>
                    <a:pt x="55333" y="58470"/>
                  </a:lnTo>
                  <a:lnTo>
                    <a:pt x="57962" y="58305"/>
                  </a:lnTo>
                  <a:lnTo>
                    <a:pt x="58547" y="58089"/>
                  </a:lnTo>
                  <a:lnTo>
                    <a:pt x="58420" y="58788"/>
                  </a:lnTo>
                  <a:lnTo>
                    <a:pt x="58496" y="60325"/>
                  </a:lnTo>
                  <a:lnTo>
                    <a:pt x="58572" y="61849"/>
                  </a:lnTo>
                  <a:lnTo>
                    <a:pt x="58902" y="63068"/>
                  </a:lnTo>
                  <a:lnTo>
                    <a:pt x="59118" y="63068"/>
                  </a:lnTo>
                  <a:lnTo>
                    <a:pt x="59118" y="52222"/>
                  </a:lnTo>
                  <a:lnTo>
                    <a:pt x="59055" y="51993"/>
                  </a:lnTo>
                  <a:lnTo>
                    <a:pt x="63055" y="56654"/>
                  </a:lnTo>
                  <a:lnTo>
                    <a:pt x="63055" y="52285"/>
                  </a:lnTo>
                  <a:lnTo>
                    <a:pt x="49555" y="36537"/>
                  </a:lnTo>
                  <a:lnTo>
                    <a:pt x="49555" y="40932"/>
                  </a:lnTo>
                  <a:lnTo>
                    <a:pt x="49174" y="40830"/>
                  </a:lnTo>
                  <a:lnTo>
                    <a:pt x="46545" y="40995"/>
                  </a:lnTo>
                  <a:lnTo>
                    <a:pt x="45923" y="41236"/>
                  </a:lnTo>
                  <a:lnTo>
                    <a:pt x="46062" y="40513"/>
                  </a:lnTo>
                  <a:lnTo>
                    <a:pt x="45986" y="38989"/>
                  </a:lnTo>
                  <a:lnTo>
                    <a:pt x="45910" y="37452"/>
                  </a:lnTo>
                  <a:lnTo>
                    <a:pt x="45580" y="36283"/>
                  </a:lnTo>
                  <a:lnTo>
                    <a:pt x="49555" y="40932"/>
                  </a:lnTo>
                  <a:lnTo>
                    <a:pt x="49555" y="36537"/>
                  </a:lnTo>
                  <a:lnTo>
                    <a:pt x="49085" y="35979"/>
                  </a:lnTo>
                  <a:lnTo>
                    <a:pt x="45554" y="31864"/>
                  </a:lnTo>
                  <a:lnTo>
                    <a:pt x="45554" y="36245"/>
                  </a:lnTo>
                  <a:lnTo>
                    <a:pt x="45097" y="36271"/>
                  </a:lnTo>
                  <a:lnTo>
                    <a:pt x="45339" y="35979"/>
                  </a:lnTo>
                  <a:lnTo>
                    <a:pt x="45554" y="36245"/>
                  </a:lnTo>
                  <a:lnTo>
                    <a:pt x="45554" y="31864"/>
                  </a:lnTo>
                  <a:lnTo>
                    <a:pt x="45339" y="31610"/>
                  </a:lnTo>
                  <a:lnTo>
                    <a:pt x="31394" y="47879"/>
                  </a:lnTo>
                  <a:lnTo>
                    <a:pt x="31394" y="56769"/>
                  </a:lnTo>
                  <a:lnTo>
                    <a:pt x="30822" y="56629"/>
                  </a:lnTo>
                  <a:lnTo>
                    <a:pt x="29514" y="56705"/>
                  </a:lnTo>
                  <a:lnTo>
                    <a:pt x="28206" y="56794"/>
                  </a:lnTo>
                  <a:lnTo>
                    <a:pt x="27178" y="57175"/>
                  </a:lnTo>
                  <a:lnTo>
                    <a:pt x="27178" y="57975"/>
                  </a:lnTo>
                  <a:lnTo>
                    <a:pt x="26835" y="57556"/>
                  </a:lnTo>
                  <a:lnTo>
                    <a:pt x="27139" y="57200"/>
                  </a:lnTo>
                  <a:lnTo>
                    <a:pt x="27178" y="57975"/>
                  </a:lnTo>
                  <a:lnTo>
                    <a:pt x="27178" y="57175"/>
                  </a:lnTo>
                  <a:lnTo>
                    <a:pt x="31153" y="52527"/>
                  </a:lnTo>
                  <a:lnTo>
                    <a:pt x="31064" y="53022"/>
                  </a:lnTo>
                  <a:lnTo>
                    <a:pt x="31216" y="56083"/>
                  </a:lnTo>
                  <a:lnTo>
                    <a:pt x="31394" y="56769"/>
                  </a:lnTo>
                  <a:lnTo>
                    <a:pt x="31394" y="47879"/>
                  </a:lnTo>
                  <a:lnTo>
                    <a:pt x="24955" y="55384"/>
                  </a:lnTo>
                  <a:lnTo>
                    <a:pt x="8331" y="35979"/>
                  </a:lnTo>
                  <a:lnTo>
                    <a:pt x="4584" y="31610"/>
                  </a:lnTo>
                  <a:lnTo>
                    <a:pt x="12" y="36944"/>
                  </a:lnTo>
                  <a:lnTo>
                    <a:pt x="12" y="41313"/>
                  </a:lnTo>
                  <a:lnTo>
                    <a:pt x="4584" y="35979"/>
                  </a:lnTo>
                  <a:lnTo>
                    <a:pt x="18275" y="51955"/>
                  </a:lnTo>
                  <a:lnTo>
                    <a:pt x="17614" y="51981"/>
                  </a:lnTo>
                  <a:lnTo>
                    <a:pt x="17386" y="53238"/>
                  </a:lnTo>
                  <a:lnTo>
                    <a:pt x="17538" y="56311"/>
                  </a:lnTo>
                  <a:lnTo>
                    <a:pt x="17716" y="56997"/>
                  </a:lnTo>
                  <a:lnTo>
                    <a:pt x="17145" y="56845"/>
                  </a:lnTo>
                  <a:lnTo>
                    <a:pt x="15836" y="56934"/>
                  </a:lnTo>
                  <a:lnTo>
                    <a:pt x="14528" y="57010"/>
                  </a:lnTo>
                  <a:lnTo>
                    <a:pt x="13462" y="57404"/>
                  </a:lnTo>
                  <a:lnTo>
                    <a:pt x="13512" y="58204"/>
                  </a:lnTo>
                  <a:lnTo>
                    <a:pt x="14579" y="58470"/>
                  </a:lnTo>
                  <a:lnTo>
                    <a:pt x="17208" y="58305"/>
                  </a:lnTo>
                  <a:lnTo>
                    <a:pt x="18262" y="57912"/>
                  </a:lnTo>
                  <a:lnTo>
                    <a:pt x="18237" y="57505"/>
                  </a:lnTo>
                  <a:lnTo>
                    <a:pt x="18567" y="57480"/>
                  </a:lnTo>
                  <a:lnTo>
                    <a:pt x="18783" y="56222"/>
                  </a:lnTo>
                  <a:lnTo>
                    <a:pt x="18707" y="54698"/>
                  </a:lnTo>
                  <a:lnTo>
                    <a:pt x="18630" y="53174"/>
                  </a:lnTo>
                  <a:lnTo>
                    <a:pt x="18300" y="51993"/>
                  </a:lnTo>
                  <a:lnTo>
                    <a:pt x="23088" y="57556"/>
                  </a:lnTo>
                  <a:lnTo>
                    <a:pt x="4584" y="79133"/>
                  </a:lnTo>
                  <a:lnTo>
                    <a:pt x="12" y="73799"/>
                  </a:lnTo>
                  <a:lnTo>
                    <a:pt x="0" y="78168"/>
                  </a:lnTo>
                  <a:lnTo>
                    <a:pt x="4584" y="83502"/>
                  </a:lnTo>
                  <a:lnTo>
                    <a:pt x="8331" y="79133"/>
                  </a:lnTo>
                  <a:lnTo>
                    <a:pt x="24955" y="59740"/>
                  </a:lnTo>
                  <a:lnTo>
                    <a:pt x="45339" y="83502"/>
                  </a:lnTo>
                  <a:lnTo>
                    <a:pt x="49085" y="79133"/>
                  </a:lnTo>
                  <a:lnTo>
                    <a:pt x="66294" y="59067"/>
                  </a:lnTo>
                  <a:lnTo>
                    <a:pt x="87261" y="83502"/>
                  </a:lnTo>
                  <a:lnTo>
                    <a:pt x="91008" y="79133"/>
                  </a:lnTo>
                  <a:lnTo>
                    <a:pt x="109512" y="57556"/>
                  </a:lnTo>
                  <a:close/>
                </a:path>
                <a:path w="118109" h="112395">
                  <a:moveTo>
                    <a:pt x="112674" y="106375"/>
                  </a:moveTo>
                  <a:lnTo>
                    <a:pt x="112636" y="105562"/>
                  </a:lnTo>
                  <a:lnTo>
                    <a:pt x="111556" y="105308"/>
                  </a:lnTo>
                  <a:lnTo>
                    <a:pt x="108927" y="105473"/>
                  </a:lnTo>
                  <a:lnTo>
                    <a:pt x="108292" y="105702"/>
                  </a:lnTo>
                  <a:lnTo>
                    <a:pt x="108432" y="104990"/>
                  </a:lnTo>
                  <a:lnTo>
                    <a:pt x="108369" y="103454"/>
                  </a:lnTo>
                  <a:lnTo>
                    <a:pt x="108292" y="101930"/>
                  </a:lnTo>
                  <a:lnTo>
                    <a:pt x="107950" y="100698"/>
                  </a:lnTo>
                  <a:lnTo>
                    <a:pt x="107264" y="100749"/>
                  </a:lnTo>
                  <a:lnTo>
                    <a:pt x="107048" y="102006"/>
                  </a:lnTo>
                  <a:lnTo>
                    <a:pt x="107188" y="105067"/>
                  </a:lnTo>
                  <a:lnTo>
                    <a:pt x="107365" y="105752"/>
                  </a:lnTo>
                  <a:lnTo>
                    <a:pt x="106794" y="105600"/>
                  </a:lnTo>
                  <a:lnTo>
                    <a:pt x="105486" y="105689"/>
                  </a:lnTo>
                  <a:lnTo>
                    <a:pt x="104178" y="105778"/>
                  </a:lnTo>
                  <a:lnTo>
                    <a:pt x="103124" y="106159"/>
                  </a:lnTo>
                  <a:lnTo>
                    <a:pt x="103162" y="106972"/>
                  </a:lnTo>
                  <a:lnTo>
                    <a:pt x="104241" y="107226"/>
                  </a:lnTo>
                  <a:lnTo>
                    <a:pt x="106870" y="107061"/>
                  </a:lnTo>
                  <a:lnTo>
                    <a:pt x="107442" y="106845"/>
                  </a:lnTo>
                  <a:lnTo>
                    <a:pt x="107327" y="107543"/>
                  </a:lnTo>
                  <a:lnTo>
                    <a:pt x="107403" y="109080"/>
                  </a:lnTo>
                  <a:lnTo>
                    <a:pt x="107480" y="110604"/>
                  </a:lnTo>
                  <a:lnTo>
                    <a:pt x="107810" y="111836"/>
                  </a:lnTo>
                  <a:lnTo>
                    <a:pt x="108496" y="111785"/>
                  </a:lnTo>
                  <a:lnTo>
                    <a:pt x="108724" y="110528"/>
                  </a:lnTo>
                  <a:lnTo>
                    <a:pt x="108572" y="107467"/>
                  </a:lnTo>
                  <a:lnTo>
                    <a:pt x="108381" y="106794"/>
                  </a:lnTo>
                  <a:lnTo>
                    <a:pt x="109004" y="106934"/>
                  </a:lnTo>
                  <a:lnTo>
                    <a:pt x="110312" y="106845"/>
                  </a:lnTo>
                  <a:lnTo>
                    <a:pt x="111620" y="106756"/>
                  </a:lnTo>
                  <a:lnTo>
                    <a:pt x="112674" y="106375"/>
                  </a:lnTo>
                  <a:close/>
                </a:path>
                <a:path w="118109" h="112395">
                  <a:moveTo>
                    <a:pt x="112928" y="75311"/>
                  </a:moveTo>
                  <a:lnTo>
                    <a:pt x="112890" y="74510"/>
                  </a:lnTo>
                  <a:lnTo>
                    <a:pt x="111810" y="74244"/>
                  </a:lnTo>
                  <a:lnTo>
                    <a:pt x="109181" y="74409"/>
                  </a:lnTo>
                  <a:lnTo>
                    <a:pt x="108559" y="74650"/>
                  </a:lnTo>
                  <a:lnTo>
                    <a:pt x="108686" y="73926"/>
                  </a:lnTo>
                  <a:lnTo>
                    <a:pt x="108623" y="72390"/>
                  </a:lnTo>
                  <a:lnTo>
                    <a:pt x="108546" y="70866"/>
                  </a:lnTo>
                  <a:lnTo>
                    <a:pt x="108216" y="69646"/>
                  </a:lnTo>
                  <a:lnTo>
                    <a:pt x="107518" y="69684"/>
                  </a:lnTo>
                  <a:lnTo>
                    <a:pt x="107302" y="70942"/>
                  </a:lnTo>
                  <a:lnTo>
                    <a:pt x="107442" y="74002"/>
                  </a:lnTo>
                  <a:lnTo>
                    <a:pt x="107619" y="74688"/>
                  </a:lnTo>
                  <a:lnTo>
                    <a:pt x="107048" y="74549"/>
                  </a:lnTo>
                  <a:lnTo>
                    <a:pt x="105740" y="74625"/>
                  </a:lnTo>
                  <a:lnTo>
                    <a:pt x="104432" y="74714"/>
                  </a:lnTo>
                  <a:lnTo>
                    <a:pt x="103378" y="75095"/>
                  </a:lnTo>
                  <a:lnTo>
                    <a:pt x="103416" y="75907"/>
                  </a:lnTo>
                  <a:lnTo>
                    <a:pt x="104495" y="76161"/>
                  </a:lnTo>
                  <a:lnTo>
                    <a:pt x="107124" y="75996"/>
                  </a:lnTo>
                  <a:lnTo>
                    <a:pt x="107708" y="75793"/>
                  </a:lnTo>
                  <a:lnTo>
                    <a:pt x="107581" y="76492"/>
                  </a:lnTo>
                  <a:lnTo>
                    <a:pt x="107657" y="78016"/>
                  </a:lnTo>
                  <a:lnTo>
                    <a:pt x="107734" y="79552"/>
                  </a:lnTo>
                  <a:lnTo>
                    <a:pt x="108064" y="80772"/>
                  </a:lnTo>
                  <a:lnTo>
                    <a:pt x="108750" y="80733"/>
                  </a:lnTo>
                  <a:lnTo>
                    <a:pt x="108978" y="79476"/>
                  </a:lnTo>
                  <a:lnTo>
                    <a:pt x="108826" y="76403"/>
                  </a:lnTo>
                  <a:lnTo>
                    <a:pt x="108635" y="75730"/>
                  </a:lnTo>
                  <a:lnTo>
                    <a:pt x="109258" y="75869"/>
                  </a:lnTo>
                  <a:lnTo>
                    <a:pt x="110566" y="75780"/>
                  </a:lnTo>
                  <a:lnTo>
                    <a:pt x="111874" y="75704"/>
                  </a:lnTo>
                  <a:lnTo>
                    <a:pt x="112928" y="75311"/>
                  </a:lnTo>
                  <a:close/>
                </a:path>
                <a:path w="118109" h="112395">
                  <a:moveTo>
                    <a:pt x="117652" y="90512"/>
                  </a:moveTo>
                  <a:lnTo>
                    <a:pt x="116840" y="90817"/>
                  </a:lnTo>
                  <a:lnTo>
                    <a:pt x="116890" y="91617"/>
                  </a:lnTo>
                  <a:lnTo>
                    <a:pt x="117652" y="91808"/>
                  </a:lnTo>
                  <a:lnTo>
                    <a:pt x="117652" y="90512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11722532" y="7447400"/>
              <a:ext cx="118110" cy="277495"/>
            </a:xfrm>
            <a:custGeom>
              <a:avLst/>
              <a:gdLst/>
              <a:ahLst/>
              <a:cxnLst/>
              <a:rect l="l" t="t" r="r" b="b"/>
              <a:pathLst>
                <a:path w="118109" h="277495">
                  <a:moveTo>
                    <a:pt x="9537" y="41897"/>
                  </a:moveTo>
                  <a:lnTo>
                    <a:pt x="9486" y="41097"/>
                  </a:lnTo>
                  <a:lnTo>
                    <a:pt x="8420" y="40830"/>
                  </a:lnTo>
                  <a:lnTo>
                    <a:pt x="5791" y="40995"/>
                  </a:lnTo>
                  <a:lnTo>
                    <a:pt x="5156" y="41236"/>
                  </a:lnTo>
                  <a:lnTo>
                    <a:pt x="5295" y="40513"/>
                  </a:lnTo>
                  <a:lnTo>
                    <a:pt x="5219" y="38989"/>
                  </a:lnTo>
                  <a:lnTo>
                    <a:pt x="5156" y="37452"/>
                  </a:lnTo>
                  <a:lnTo>
                    <a:pt x="4813" y="36233"/>
                  </a:lnTo>
                  <a:lnTo>
                    <a:pt x="4127" y="36271"/>
                  </a:lnTo>
                  <a:lnTo>
                    <a:pt x="3911" y="37528"/>
                  </a:lnTo>
                  <a:lnTo>
                    <a:pt x="4051" y="40601"/>
                  </a:lnTo>
                  <a:lnTo>
                    <a:pt x="4229" y="41275"/>
                  </a:lnTo>
                  <a:lnTo>
                    <a:pt x="3657" y="41135"/>
                  </a:lnTo>
                  <a:lnTo>
                    <a:pt x="1041" y="41300"/>
                  </a:lnTo>
                  <a:lnTo>
                    <a:pt x="0" y="41681"/>
                  </a:lnTo>
                  <a:lnTo>
                    <a:pt x="25" y="42494"/>
                  </a:lnTo>
                  <a:lnTo>
                    <a:pt x="1104" y="42760"/>
                  </a:lnTo>
                  <a:lnTo>
                    <a:pt x="3733" y="42583"/>
                  </a:lnTo>
                  <a:lnTo>
                    <a:pt x="4305" y="42379"/>
                  </a:lnTo>
                  <a:lnTo>
                    <a:pt x="4191" y="43078"/>
                  </a:lnTo>
                  <a:lnTo>
                    <a:pt x="4267" y="44602"/>
                  </a:lnTo>
                  <a:lnTo>
                    <a:pt x="4330" y="46139"/>
                  </a:lnTo>
                  <a:lnTo>
                    <a:pt x="4673" y="47358"/>
                  </a:lnTo>
                  <a:lnTo>
                    <a:pt x="5359" y="47320"/>
                  </a:lnTo>
                  <a:lnTo>
                    <a:pt x="5588" y="46062"/>
                  </a:lnTo>
                  <a:lnTo>
                    <a:pt x="5435" y="42989"/>
                  </a:lnTo>
                  <a:lnTo>
                    <a:pt x="5245" y="42316"/>
                  </a:lnTo>
                  <a:lnTo>
                    <a:pt x="5854" y="42456"/>
                  </a:lnTo>
                  <a:lnTo>
                    <a:pt x="7162" y="42367"/>
                  </a:lnTo>
                  <a:lnTo>
                    <a:pt x="8483" y="42291"/>
                  </a:lnTo>
                  <a:lnTo>
                    <a:pt x="9537" y="41897"/>
                  </a:lnTo>
                  <a:close/>
                </a:path>
                <a:path w="118109" h="277495">
                  <a:moveTo>
                    <a:pt x="23012" y="57619"/>
                  </a:moveTo>
                  <a:lnTo>
                    <a:pt x="22961" y="56807"/>
                  </a:lnTo>
                  <a:lnTo>
                    <a:pt x="21882" y="56553"/>
                  </a:lnTo>
                  <a:lnTo>
                    <a:pt x="19253" y="56718"/>
                  </a:lnTo>
                  <a:lnTo>
                    <a:pt x="18211" y="57099"/>
                  </a:lnTo>
                  <a:lnTo>
                    <a:pt x="17132" y="56845"/>
                  </a:lnTo>
                  <a:lnTo>
                    <a:pt x="15824" y="56934"/>
                  </a:lnTo>
                  <a:lnTo>
                    <a:pt x="14516" y="57010"/>
                  </a:lnTo>
                  <a:lnTo>
                    <a:pt x="13449" y="57404"/>
                  </a:lnTo>
                  <a:lnTo>
                    <a:pt x="13500" y="58204"/>
                  </a:lnTo>
                  <a:lnTo>
                    <a:pt x="14566" y="58470"/>
                  </a:lnTo>
                  <a:lnTo>
                    <a:pt x="17195" y="58305"/>
                  </a:lnTo>
                  <a:lnTo>
                    <a:pt x="17780" y="58089"/>
                  </a:lnTo>
                  <a:lnTo>
                    <a:pt x="17665" y="58788"/>
                  </a:lnTo>
                  <a:lnTo>
                    <a:pt x="17729" y="60325"/>
                  </a:lnTo>
                  <a:lnTo>
                    <a:pt x="17805" y="61849"/>
                  </a:lnTo>
                  <a:lnTo>
                    <a:pt x="18148" y="63068"/>
                  </a:lnTo>
                  <a:lnTo>
                    <a:pt x="18834" y="63030"/>
                  </a:lnTo>
                  <a:lnTo>
                    <a:pt x="19050" y="61772"/>
                  </a:lnTo>
                  <a:lnTo>
                    <a:pt x="18910" y="58712"/>
                  </a:lnTo>
                  <a:lnTo>
                    <a:pt x="18707" y="58026"/>
                  </a:lnTo>
                  <a:lnTo>
                    <a:pt x="19329" y="58166"/>
                  </a:lnTo>
                  <a:lnTo>
                    <a:pt x="20637" y="58089"/>
                  </a:lnTo>
                  <a:lnTo>
                    <a:pt x="21945" y="58000"/>
                  </a:lnTo>
                  <a:lnTo>
                    <a:pt x="23012" y="57619"/>
                  </a:lnTo>
                  <a:close/>
                </a:path>
                <a:path w="118109" h="277495">
                  <a:moveTo>
                    <a:pt x="47434" y="219341"/>
                  </a:moveTo>
                  <a:lnTo>
                    <a:pt x="43688" y="214985"/>
                  </a:lnTo>
                  <a:lnTo>
                    <a:pt x="43688" y="219341"/>
                  </a:lnTo>
                  <a:lnTo>
                    <a:pt x="39547" y="224167"/>
                  </a:lnTo>
                  <a:lnTo>
                    <a:pt x="39662" y="223558"/>
                  </a:lnTo>
                  <a:lnTo>
                    <a:pt x="39509" y="220497"/>
                  </a:lnTo>
                  <a:lnTo>
                    <a:pt x="39319" y="219811"/>
                  </a:lnTo>
                  <a:lnTo>
                    <a:pt x="39941" y="219951"/>
                  </a:lnTo>
                  <a:lnTo>
                    <a:pt x="41249" y="219875"/>
                  </a:lnTo>
                  <a:lnTo>
                    <a:pt x="42557" y="219786"/>
                  </a:lnTo>
                  <a:lnTo>
                    <a:pt x="43611" y="219405"/>
                  </a:lnTo>
                  <a:lnTo>
                    <a:pt x="43599" y="219252"/>
                  </a:lnTo>
                  <a:lnTo>
                    <a:pt x="43688" y="214985"/>
                  </a:lnTo>
                  <a:lnTo>
                    <a:pt x="42900" y="214058"/>
                  </a:lnTo>
                  <a:lnTo>
                    <a:pt x="42900" y="218440"/>
                  </a:lnTo>
                  <a:lnTo>
                    <a:pt x="42494" y="218338"/>
                  </a:lnTo>
                  <a:lnTo>
                    <a:pt x="39865" y="218503"/>
                  </a:lnTo>
                  <a:lnTo>
                    <a:pt x="39243" y="218732"/>
                  </a:lnTo>
                  <a:lnTo>
                    <a:pt x="39370" y="218008"/>
                  </a:lnTo>
                  <a:lnTo>
                    <a:pt x="39306" y="216484"/>
                  </a:lnTo>
                  <a:lnTo>
                    <a:pt x="39230" y="214960"/>
                  </a:lnTo>
                  <a:lnTo>
                    <a:pt x="38963" y="214033"/>
                  </a:lnTo>
                  <a:lnTo>
                    <a:pt x="38963" y="224853"/>
                  </a:lnTo>
                  <a:lnTo>
                    <a:pt x="25184" y="240919"/>
                  </a:lnTo>
                  <a:lnTo>
                    <a:pt x="20396" y="235356"/>
                  </a:lnTo>
                  <a:lnTo>
                    <a:pt x="21450" y="235597"/>
                  </a:lnTo>
                  <a:lnTo>
                    <a:pt x="24079" y="235432"/>
                  </a:lnTo>
                  <a:lnTo>
                    <a:pt x="24663" y="235216"/>
                  </a:lnTo>
                  <a:lnTo>
                    <a:pt x="24536" y="235927"/>
                  </a:lnTo>
                  <a:lnTo>
                    <a:pt x="24612" y="237451"/>
                  </a:lnTo>
                  <a:lnTo>
                    <a:pt x="24688" y="238975"/>
                  </a:lnTo>
                  <a:lnTo>
                    <a:pt x="25019" y="240207"/>
                  </a:lnTo>
                  <a:lnTo>
                    <a:pt x="25717" y="240169"/>
                  </a:lnTo>
                  <a:lnTo>
                    <a:pt x="25933" y="238912"/>
                  </a:lnTo>
                  <a:lnTo>
                    <a:pt x="25781" y="235839"/>
                  </a:lnTo>
                  <a:lnTo>
                    <a:pt x="25590" y="235153"/>
                  </a:lnTo>
                  <a:lnTo>
                    <a:pt x="26212" y="235305"/>
                  </a:lnTo>
                  <a:lnTo>
                    <a:pt x="27520" y="235216"/>
                  </a:lnTo>
                  <a:lnTo>
                    <a:pt x="28829" y="235140"/>
                  </a:lnTo>
                  <a:lnTo>
                    <a:pt x="29883" y="234746"/>
                  </a:lnTo>
                  <a:lnTo>
                    <a:pt x="29845" y="233946"/>
                  </a:lnTo>
                  <a:lnTo>
                    <a:pt x="28765" y="233680"/>
                  </a:lnTo>
                  <a:lnTo>
                    <a:pt x="26136" y="233845"/>
                  </a:lnTo>
                  <a:lnTo>
                    <a:pt x="25514" y="234086"/>
                  </a:lnTo>
                  <a:lnTo>
                    <a:pt x="25641" y="233362"/>
                  </a:lnTo>
                  <a:lnTo>
                    <a:pt x="25577" y="231825"/>
                  </a:lnTo>
                  <a:lnTo>
                    <a:pt x="25501" y="230301"/>
                  </a:lnTo>
                  <a:lnTo>
                    <a:pt x="25171" y="229082"/>
                  </a:lnTo>
                  <a:lnTo>
                    <a:pt x="24485" y="229120"/>
                  </a:lnTo>
                  <a:lnTo>
                    <a:pt x="24257" y="230378"/>
                  </a:lnTo>
                  <a:lnTo>
                    <a:pt x="24396" y="233438"/>
                  </a:lnTo>
                  <a:lnTo>
                    <a:pt x="24574" y="234124"/>
                  </a:lnTo>
                  <a:lnTo>
                    <a:pt x="24003" y="233984"/>
                  </a:lnTo>
                  <a:lnTo>
                    <a:pt x="22694" y="234061"/>
                  </a:lnTo>
                  <a:lnTo>
                    <a:pt x="21386" y="234149"/>
                  </a:lnTo>
                  <a:lnTo>
                    <a:pt x="20332" y="234530"/>
                  </a:lnTo>
                  <a:lnTo>
                    <a:pt x="20358" y="235318"/>
                  </a:lnTo>
                  <a:lnTo>
                    <a:pt x="7048" y="219786"/>
                  </a:lnTo>
                  <a:lnTo>
                    <a:pt x="8102" y="220040"/>
                  </a:lnTo>
                  <a:lnTo>
                    <a:pt x="10731" y="219862"/>
                  </a:lnTo>
                  <a:lnTo>
                    <a:pt x="11315" y="219659"/>
                  </a:lnTo>
                  <a:lnTo>
                    <a:pt x="11188" y="220357"/>
                  </a:lnTo>
                  <a:lnTo>
                    <a:pt x="11264" y="221881"/>
                  </a:lnTo>
                  <a:lnTo>
                    <a:pt x="11341" y="223418"/>
                  </a:lnTo>
                  <a:lnTo>
                    <a:pt x="11671" y="224637"/>
                  </a:lnTo>
                  <a:lnTo>
                    <a:pt x="12369" y="224599"/>
                  </a:lnTo>
                  <a:lnTo>
                    <a:pt x="12585" y="223342"/>
                  </a:lnTo>
                  <a:lnTo>
                    <a:pt x="12433" y="220268"/>
                  </a:lnTo>
                  <a:lnTo>
                    <a:pt x="12242" y="219595"/>
                  </a:lnTo>
                  <a:lnTo>
                    <a:pt x="12865" y="219735"/>
                  </a:lnTo>
                  <a:lnTo>
                    <a:pt x="14173" y="219646"/>
                  </a:lnTo>
                  <a:lnTo>
                    <a:pt x="15481" y="219570"/>
                  </a:lnTo>
                  <a:lnTo>
                    <a:pt x="16535" y="219176"/>
                  </a:lnTo>
                  <a:lnTo>
                    <a:pt x="16497" y="218376"/>
                  </a:lnTo>
                  <a:lnTo>
                    <a:pt x="15417" y="218109"/>
                  </a:lnTo>
                  <a:lnTo>
                    <a:pt x="12788" y="218274"/>
                  </a:lnTo>
                  <a:lnTo>
                    <a:pt x="12166" y="218516"/>
                  </a:lnTo>
                  <a:lnTo>
                    <a:pt x="12306" y="217792"/>
                  </a:lnTo>
                  <a:lnTo>
                    <a:pt x="12230" y="216268"/>
                  </a:lnTo>
                  <a:lnTo>
                    <a:pt x="12153" y="214731"/>
                  </a:lnTo>
                  <a:lnTo>
                    <a:pt x="11823" y="213512"/>
                  </a:lnTo>
                  <a:lnTo>
                    <a:pt x="11671" y="213525"/>
                  </a:lnTo>
                  <a:lnTo>
                    <a:pt x="24663" y="198361"/>
                  </a:lnTo>
                  <a:lnTo>
                    <a:pt x="24511" y="199313"/>
                  </a:lnTo>
                  <a:lnTo>
                    <a:pt x="24663" y="202387"/>
                  </a:lnTo>
                  <a:lnTo>
                    <a:pt x="24841" y="203060"/>
                  </a:lnTo>
                  <a:lnTo>
                    <a:pt x="24257" y="202920"/>
                  </a:lnTo>
                  <a:lnTo>
                    <a:pt x="22948" y="202996"/>
                  </a:lnTo>
                  <a:lnTo>
                    <a:pt x="21640" y="203085"/>
                  </a:lnTo>
                  <a:lnTo>
                    <a:pt x="20586" y="203479"/>
                  </a:lnTo>
                  <a:lnTo>
                    <a:pt x="20624" y="204279"/>
                  </a:lnTo>
                  <a:lnTo>
                    <a:pt x="21704" y="204546"/>
                  </a:lnTo>
                  <a:lnTo>
                    <a:pt x="24333" y="204368"/>
                  </a:lnTo>
                  <a:lnTo>
                    <a:pt x="24917" y="204165"/>
                  </a:lnTo>
                  <a:lnTo>
                    <a:pt x="24790" y="204863"/>
                  </a:lnTo>
                  <a:lnTo>
                    <a:pt x="24866" y="206387"/>
                  </a:lnTo>
                  <a:lnTo>
                    <a:pt x="24942" y="207924"/>
                  </a:lnTo>
                  <a:lnTo>
                    <a:pt x="25273" y="209143"/>
                  </a:lnTo>
                  <a:lnTo>
                    <a:pt x="25971" y="209105"/>
                  </a:lnTo>
                  <a:lnTo>
                    <a:pt x="26187" y="207848"/>
                  </a:lnTo>
                  <a:lnTo>
                    <a:pt x="26035" y="204774"/>
                  </a:lnTo>
                  <a:lnTo>
                    <a:pt x="25844" y="204101"/>
                  </a:lnTo>
                  <a:lnTo>
                    <a:pt x="26466" y="204241"/>
                  </a:lnTo>
                  <a:lnTo>
                    <a:pt x="27774" y="204152"/>
                  </a:lnTo>
                  <a:lnTo>
                    <a:pt x="29083" y="204076"/>
                  </a:lnTo>
                  <a:lnTo>
                    <a:pt x="30137" y="203682"/>
                  </a:lnTo>
                  <a:lnTo>
                    <a:pt x="30124" y="203555"/>
                  </a:lnTo>
                  <a:lnTo>
                    <a:pt x="38874" y="213741"/>
                  </a:lnTo>
                  <a:lnTo>
                    <a:pt x="38836" y="219290"/>
                  </a:lnTo>
                  <a:lnTo>
                    <a:pt x="38836" y="213753"/>
                  </a:lnTo>
                  <a:lnTo>
                    <a:pt x="38201" y="213766"/>
                  </a:lnTo>
                  <a:lnTo>
                    <a:pt x="37985" y="215023"/>
                  </a:lnTo>
                  <a:lnTo>
                    <a:pt x="38125" y="218097"/>
                  </a:lnTo>
                  <a:lnTo>
                    <a:pt x="38315" y="218782"/>
                  </a:lnTo>
                  <a:lnTo>
                    <a:pt x="37731" y="218630"/>
                  </a:lnTo>
                  <a:lnTo>
                    <a:pt x="36423" y="218719"/>
                  </a:lnTo>
                  <a:lnTo>
                    <a:pt x="35115" y="218795"/>
                  </a:lnTo>
                  <a:lnTo>
                    <a:pt x="34061" y="219189"/>
                  </a:lnTo>
                  <a:lnTo>
                    <a:pt x="34099" y="219989"/>
                  </a:lnTo>
                  <a:lnTo>
                    <a:pt x="35179" y="220256"/>
                  </a:lnTo>
                  <a:lnTo>
                    <a:pt x="37807" y="220091"/>
                  </a:lnTo>
                  <a:lnTo>
                    <a:pt x="38392" y="219875"/>
                  </a:lnTo>
                  <a:lnTo>
                    <a:pt x="38265" y="220573"/>
                  </a:lnTo>
                  <a:lnTo>
                    <a:pt x="38341" y="222110"/>
                  </a:lnTo>
                  <a:lnTo>
                    <a:pt x="38417" y="223634"/>
                  </a:lnTo>
                  <a:lnTo>
                    <a:pt x="38747" y="224866"/>
                  </a:lnTo>
                  <a:lnTo>
                    <a:pt x="38963" y="224853"/>
                  </a:lnTo>
                  <a:lnTo>
                    <a:pt x="38963" y="214033"/>
                  </a:lnTo>
                  <a:lnTo>
                    <a:pt x="38887" y="213753"/>
                  </a:lnTo>
                  <a:lnTo>
                    <a:pt x="42900" y="218440"/>
                  </a:lnTo>
                  <a:lnTo>
                    <a:pt x="42900" y="214058"/>
                  </a:lnTo>
                  <a:lnTo>
                    <a:pt x="29400" y="198335"/>
                  </a:lnTo>
                  <a:lnTo>
                    <a:pt x="29400" y="202717"/>
                  </a:lnTo>
                  <a:lnTo>
                    <a:pt x="29019" y="202615"/>
                  </a:lnTo>
                  <a:lnTo>
                    <a:pt x="26390" y="202780"/>
                  </a:lnTo>
                  <a:lnTo>
                    <a:pt x="25768" y="203034"/>
                  </a:lnTo>
                  <a:lnTo>
                    <a:pt x="25908" y="202298"/>
                  </a:lnTo>
                  <a:lnTo>
                    <a:pt x="25831" y="200774"/>
                  </a:lnTo>
                  <a:lnTo>
                    <a:pt x="25755" y="199237"/>
                  </a:lnTo>
                  <a:lnTo>
                    <a:pt x="25425" y="198069"/>
                  </a:lnTo>
                  <a:lnTo>
                    <a:pt x="29400" y="202717"/>
                  </a:lnTo>
                  <a:lnTo>
                    <a:pt x="29400" y="198335"/>
                  </a:lnTo>
                  <a:lnTo>
                    <a:pt x="28917" y="197764"/>
                  </a:lnTo>
                  <a:lnTo>
                    <a:pt x="25400" y="193649"/>
                  </a:lnTo>
                  <a:lnTo>
                    <a:pt x="25400" y="198031"/>
                  </a:lnTo>
                  <a:lnTo>
                    <a:pt x="24942" y="198056"/>
                  </a:lnTo>
                  <a:lnTo>
                    <a:pt x="25184" y="197764"/>
                  </a:lnTo>
                  <a:lnTo>
                    <a:pt x="25400" y="198031"/>
                  </a:lnTo>
                  <a:lnTo>
                    <a:pt x="25400" y="193649"/>
                  </a:lnTo>
                  <a:lnTo>
                    <a:pt x="25184" y="193395"/>
                  </a:lnTo>
                  <a:lnTo>
                    <a:pt x="11239" y="209664"/>
                  </a:lnTo>
                  <a:lnTo>
                    <a:pt x="11239" y="218554"/>
                  </a:lnTo>
                  <a:lnTo>
                    <a:pt x="10655" y="218414"/>
                  </a:lnTo>
                  <a:lnTo>
                    <a:pt x="9347" y="218490"/>
                  </a:lnTo>
                  <a:lnTo>
                    <a:pt x="8039" y="218579"/>
                  </a:lnTo>
                  <a:lnTo>
                    <a:pt x="7010" y="218960"/>
                  </a:lnTo>
                  <a:lnTo>
                    <a:pt x="7010" y="219748"/>
                  </a:lnTo>
                  <a:lnTo>
                    <a:pt x="6680" y="219341"/>
                  </a:lnTo>
                  <a:lnTo>
                    <a:pt x="6985" y="218986"/>
                  </a:lnTo>
                  <a:lnTo>
                    <a:pt x="7010" y="219748"/>
                  </a:lnTo>
                  <a:lnTo>
                    <a:pt x="7010" y="218960"/>
                  </a:lnTo>
                  <a:lnTo>
                    <a:pt x="10985" y="214312"/>
                  </a:lnTo>
                  <a:lnTo>
                    <a:pt x="10909" y="214807"/>
                  </a:lnTo>
                  <a:lnTo>
                    <a:pt x="11061" y="217881"/>
                  </a:lnTo>
                  <a:lnTo>
                    <a:pt x="11239" y="218554"/>
                  </a:lnTo>
                  <a:lnTo>
                    <a:pt x="11239" y="209664"/>
                  </a:lnTo>
                  <a:lnTo>
                    <a:pt x="2933" y="219341"/>
                  </a:lnTo>
                  <a:lnTo>
                    <a:pt x="25184" y="245287"/>
                  </a:lnTo>
                  <a:lnTo>
                    <a:pt x="28917" y="240919"/>
                  </a:lnTo>
                  <a:lnTo>
                    <a:pt x="47434" y="219341"/>
                  </a:lnTo>
                  <a:close/>
                </a:path>
                <a:path w="118109" h="277495">
                  <a:moveTo>
                    <a:pt x="67576" y="250952"/>
                  </a:moveTo>
                  <a:lnTo>
                    <a:pt x="63830" y="246595"/>
                  </a:lnTo>
                  <a:lnTo>
                    <a:pt x="63830" y="250952"/>
                  </a:lnTo>
                  <a:lnTo>
                    <a:pt x="59690" y="255778"/>
                  </a:lnTo>
                  <a:lnTo>
                    <a:pt x="59804" y="255168"/>
                  </a:lnTo>
                  <a:lnTo>
                    <a:pt x="59651" y="252095"/>
                  </a:lnTo>
                  <a:lnTo>
                    <a:pt x="59461" y="251409"/>
                  </a:lnTo>
                  <a:lnTo>
                    <a:pt x="60083" y="251561"/>
                  </a:lnTo>
                  <a:lnTo>
                    <a:pt x="61391" y="251485"/>
                  </a:lnTo>
                  <a:lnTo>
                    <a:pt x="62699" y="251396"/>
                  </a:lnTo>
                  <a:lnTo>
                    <a:pt x="63754" y="251002"/>
                  </a:lnTo>
                  <a:lnTo>
                    <a:pt x="63741" y="250863"/>
                  </a:lnTo>
                  <a:lnTo>
                    <a:pt x="63830" y="246595"/>
                  </a:lnTo>
                  <a:lnTo>
                    <a:pt x="63030" y="245656"/>
                  </a:lnTo>
                  <a:lnTo>
                    <a:pt x="63030" y="250037"/>
                  </a:lnTo>
                  <a:lnTo>
                    <a:pt x="62636" y="249936"/>
                  </a:lnTo>
                  <a:lnTo>
                    <a:pt x="60007" y="250113"/>
                  </a:lnTo>
                  <a:lnTo>
                    <a:pt x="59385" y="250342"/>
                  </a:lnTo>
                  <a:lnTo>
                    <a:pt x="59524" y="249618"/>
                  </a:lnTo>
                  <a:lnTo>
                    <a:pt x="59448" y="248094"/>
                  </a:lnTo>
                  <a:lnTo>
                    <a:pt x="59372" y="246557"/>
                  </a:lnTo>
                  <a:lnTo>
                    <a:pt x="59105" y="245618"/>
                  </a:lnTo>
                  <a:lnTo>
                    <a:pt x="59105" y="256463"/>
                  </a:lnTo>
                  <a:lnTo>
                    <a:pt x="45326" y="272529"/>
                  </a:lnTo>
                  <a:lnTo>
                    <a:pt x="40538" y="266966"/>
                  </a:lnTo>
                  <a:lnTo>
                    <a:pt x="41592" y="267208"/>
                  </a:lnTo>
                  <a:lnTo>
                    <a:pt x="44221" y="267042"/>
                  </a:lnTo>
                  <a:lnTo>
                    <a:pt x="44805" y="266839"/>
                  </a:lnTo>
                  <a:lnTo>
                    <a:pt x="44678" y="267538"/>
                  </a:lnTo>
                  <a:lnTo>
                    <a:pt x="44754" y="269062"/>
                  </a:lnTo>
                  <a:lnTo>
                    <a:pt x="44831" y="270586"/>
                  </a:lnTo>
                  <a:lnTo>
                    <a:pt x="45161" y="271818"/>
                  </a:lnTo>
                  <a:lnTo>
                    <a:pt x="45859" y="271767"/>
                  </a:lnTo>
                  <a:lnTo>
                    <a:pt x="46075" y="270510"/>
                  </a:lnTo>
                  <a:lnTo>
                    <a:pt x="45935" y="267449"/>
                  </a:lnTo>
                  <a:lnTo>
                    <a:pt x="45745" y="266776"/>
                  </a:lnTo>
                  <a:lnTo>
                    <a:pt x="46355" y="266915"/>
                  </a:lnTo>
                  <a:lnTo>
                    <a:pt x="47663" y="266827"/>
                  </a:lnTo>
                  <a:lnTo>
                    <a:pt x="48971" y="266738"/>
                  </a:lnTo>
                  <a:lnTo>
                    <a:pt x="50025" y="266357"/>
                  </a:lnTo>
                  <a:lnTo>
                    <a:pt x="49987" y="265544"/>
                  </a:lnTo>
                  <a:lnTo>
                    <a:pt x="48907" y="265290"/>
                  </a:lnTo>
                  <a:lnTo>
                    <a:pt x="46278" y="265455"/>
                  </a:lnTo>
                  <a:lnTo>
                    <a:pt x="45656" y="265684"/>
                  </a:lnTo>
                  <a:lnTo>
                    <a:pt x="45796" y="264972"/>
                  </a:lnTo>
                  <a:lnTo>
                    <a:pt x="45720" y="263436"/>
                  </a:lnTo>
                  <a:lnTo>
                    <a:pt x="45643" y="261912"/>
                  </a:lnTo>
                  <a:lnTo>
                    <a:pt x="45313" y="260680"/>
                  </a:lnTo>
                  <a:lnTo>
                    <a:pt x="44615" y="260731"/>
                  </a:lnTo>
                  <a:lnTo>
                    <a:pt x="44399" y="261988"/>
                  </a:lnTo>
                  <a:lnTo>
                    <a:pt x="44551" y="265049"/>
                  </a:lnTo>
                  <a:lnTo>
                    <a:pt x="44729" y="265734"/>
                  </a:lnTo>
                  <a:lnTo>
                    <a:pt x="44157" y="265582"/>
                  </a:lnTo>
                  <a:lnTo>
                    <a:pt x="42837" y="265671"/>
                  </a:lnTo>
                  <a:lnTo>
                    <a:pt x="41529" y="265760"/>
                  </a:lnTo>
                  <a:lnTo>
                    <a:pt x="40474" y="266141"/>
                  </a:lnTo>
                  <a:lnTo>
                    <a:pt x="40500" y="266928"/>
                  </a:lnTo>
                  <a:lnTo>
                    <a:pt x="27190" y="251396"/>
                  </a:lnTo>
                  <a:lnTo>
                    <a:pt x="28244" y="251637"/>
                  </a:lnTo>
                  <a:lnTo>
                    <a:pt x="30873" y="251472"/>
                  </a:lnTo>
                  <a:lnTo>
                    <a:pt x="31457" y="251269"/>
                  </a:lnTo>
                  <a:lnTo>
                    <a:pt x="31343" y="251968"/>
                  </a:lnTo>
                  <a:lnTo>
                    <a:pt x="31407" y="253492"/>
                  </a:lnTo>
                  <a:lnTo>
                    <a:pt x="31483" y="255016"/>
                  </a:lnTo>
                  <a:lnTo>
                    <a:pt x="31826" y="256247"/>
                  </a:lnTo>
                  <a:lnTo>
                    <a:pt x="32512" y="256209"/>
                  </a:lnTo>
                  <a:lnTo>
                    <a:pt x="32727" y="254952"/>
                  </a:lnTo>
                  <a:lnTo>
                    <a:pt x="32588" y="251879"/>
                  </a:lnTo>
                  <a:lnTo>
                    <a:pt x="32385" y="251206"/>
                  </a:lnTo>
                  <a:lnTo>
                    <a:pt x="33007" y="251345"/>
                  </a:lnTo>
                  <a:lnTo>
                    <a:pt x="34315" y="251256"/>
                  </a:lnTo>
                  <a:lnTo>
                    <a:pt x="35623" y="251180"/>
                  </a:lnTo>
                  <a:lnTo>
                    <a:pt x="36690" y="250786"/>
                  </a:lnTo>
                  <a:lnTo>
                    <a:pt x="36639" y="249986"/>
                  </a:lnTo>
                  <a:lnTo>
                    <a:pt x="35560" y="249720"/>
                  </a:lnTo>
                  <a:lnTo>
                    <a:pt x="32931" y="249885"/>
                  </a:lnTo>
                  <a:lnTo>
                    <a:pt x="32321" y="250126"/>
                  </a:lnTo>
                  <a:lnTo>
                    <a:pt x="32448" y="249402"/>
                  </a:lnTo>
                  <a:lnTo>
                    <a:pt x="32372" y="247865"/>
                  </a:lnTo>
                  <a:lnTo>
                    <a:pt x="32296" y="246341"/>
                  </a:lnTo>
                  <a:lnTo>
                    <a:pt x="31965" y="245122"/>
                  </a:lnTo>
                  <a:lnTo>
                    <a:pt x="31813" y="245135"/>
                  </a:lnTo>
                  <a:lnTo>
                    <a:pt x="44818" y="229958"/>
                  </a:lnTo>
                  <a:lnTo>
                    <a:pt x="44653" y="230924"/>
                  </a:lnTo>
                  <a:lnTo>
                    <a:pt x="44805" y="233984"/>
                  </a:lnTo>
                  <a:lnTo>
                    <a:pt x="44983" y="234670"/>
                  </a:lnTo>
                  <a:lnTo>
                    <a:pt x="44399" y="234530"/>
                  </a:lnTo>
                  <a:lnTo>
                    <a:pt x="43091" y="234607"/>
                  </a:lnTo>
                  <a:lnTo>
                    <a:pt x="41783" y="234696"/>
                  </a:lnTo>
                  <a:lnTo>
                    <a:pt x="40728" y="235077"/>
                  </a:lnTo>
                  <a:lnTo>
                    <a:pt x="40767" y="235889"/>
                  </a:lnTo>
                  <a:lnTo>
                    <a:pt x="41846" y="236143"/>
                  </a:lnTo>
                  <a:lnTo>
                    <a:pt x="44475" y="235978"/>
                  </a:lnTo>
                  <a:lnTo>
                    <a:pt x="45059" y="235762"/>
                  </a:lnTo>
                  <a:lnTo>
                    <a:pt x="44945" y="236474"/>
                  </a:lnTo>
                  <a:lnTo>
                    <a:pt x="45008" y="237998"/>
                  </a:lnTo>
                  <a:lnTo>
                    <a:pt x="45085" y="239534"/>
                  </a:lnTo>
                  <a:lnTo>
                    <a:pt x="45415" y="240753"/>
                  </a:lnTo>
                  <a:lnTo>
                    <a:pt x="46113" y="240715"/>
                  </a:lnTo>
                  <a:lnTo>
                    <a:pt x="46329" y="239458"/>
                  </a:lnTo>
                  <a:lnTo>
                    <a:pt x="46189" y="236385"/>
                  </a:lnTo>
                  <a:lnTo>
                    <a:pt x="45847" y="235165"/>
                  </a:lnTo>
                  <a:lnTo>
                    <a:pt x="45504" y="235191"/>
                  </a:lnTo>
                  <a:lnTo>
                    <a:pt x="45821" y="235165"/>
                  </a:lnTo>
                  <a:lnTo>
                    <a:pt x="46050" y="233908"/>
                  </a:lnTo>
                  <a:lnTo>
                    <a:pt x="45974" y="232371"/>
                  </a:lnTo>
                  <a:lnTo>
                    <a:pt x="45897" y="230847"/>
                  </a:lnTo>
                  <a:lnTo>
                    <a:pt x="45567" y="229679"/>
                  </a:lnTo>
                  <a:lnTo>
                    <a:pt x="59016" y="245351"/>
                  </a:lnTo>
                  <a:lnTo>
                    <a:pt x="58343" y="245376"/>
                  </a:lnTo>
                  <a:lnTo>
                    <a:pt x="58127" y="246634"/>
                  </a:lnTo>
                  <a:lnTo>
                    <a:pt x="58267" y="249707"/>
                  </a:lnTo>
                  <a:lnTo>
                    <a:pt x="58445" y="250393"/>
                  </a:lnTo>
                  <a:lnTo>
                    <a:pt x="57873" y="250240"/>
                  </a:lnTo>
                  <a:lnTo>
                    <a:pt x="56565" y="250329"/>
                  </a:lnTo>
                  <a:lnTo>
                    <a:pt x="55257" y="250405"/>
                  </a:lnTo>
                  <a:lnTo>
                    <a:pt x="54216" y="250799"/>
                  </a:lnTo>
                  <a:lnTo>
                    <a:pt x="54216" y="251206"/>
                  </a:lnTo>
                  <a:lnTo>
                    <a:pt x="54241" y="251599"/>
                  </a:lnTo>
                  <a:lnTo>
                    <a:pt x="55321" y="251866"/>
                  </a:lnTo>
                  <a:lnTo>
                    <a:pt x="57950" y="251701"/>
                  </a:lnTo>
                  <a:lnTo>
                    <a:pt x="58534" y="251485"/>
                  </a:lnTo>
                  <a:lnTo>
                    <a:pt x="58407" y="252183"/>
                  </a:lnTo>
                  <a:lnTo>
                    <a:pt x="58483" y="253707"/>
                  </a:lnTo>
                  <a:lnTo>
                    <a:pt x="58559" y="255244"/>
                  </a:lnTo>
                  <a:lnTo>
                    <a:pt x="58889" y="256463"/>
                  </a:lnTo>
                  <a:lnTo>
                    <a:pt x="59105" y="256463"/>
                  </a:lnTo>
                  <a:lnTo>
                    <a:pt x="59105" y="245618"/>
                  </a:lnTo>
                  <a:lnTo>
                    <a:pt x="59042" y="245389"/>
                  </a:lnTo>
                  <a:lnTo>
                    <a:pt x="63030" y="250037"/>
                  </a:lnTo>
                  <a:lnTo>
                    <a:pt x="63030" y="245656"/>
                  </a:lnTo>
                  <a:lnTo>
                    <a:pt x="49072" y="229374"/>
                  </a:lnTo>
                  <a:lnTo>
                    <a:pt x="45542" y="225259"/>
                  </a:lnTo>
                  <a:lnTo>
                    <a:pt x="45542" y="229641"/>
                  </a:lnTo>
                  <a:lnTo>
                    <a:pt x="45085" y="229666"/>
                  </a:lnTo>
                  <a:lnTo>
                    <a:pt x="45326" y="229374"/>
                  </a:lnTo>
                  <a:lnTo>
                    <a:pt x="45542" y="229641"/>
                  </a:lnTo>
                  <a:lnTo>
                    <a:pt x="45542" y="225259"/>
                  </a:lnTo>
                  <a:lnTo>
                    <a:pt x="45326" y="225005"/>
                  </a:lnTo>
                  <a:lnTo>
                    <a:pt x="31381" y="241274"/>
                  </a:lnTo>
                  <a:lnTo>
                    <a:pt x="31381" y="250164"/>
                  </a:lnTo>
                  <a:lnTo>
                    <a:pt x="30810" y="250024"/>
                  </a:lnTo>
                  <a:lnTo>
                    <a:pt x="29502" y="250101"/>
                  </a:lnTo>
                  <a:lnTo>
                    <a:pt x="28194" y="250190"/>
                  </a:lnTo>
                  <a:lnTo>
                    <a:pt x="27165" y="250571"/>
                  </a:lnTo>
                  <a:lnTo>
                    <a:pt x="27165" y="251371"/>
                  </a:lnTo>
                  <a:lnTo>
                    <a:pt x="26822" y="250952"/>
                  </a:lnTo>
                  <a:lnTo>
                    <a:pt x="27127" y="250596"/>
                  </a:lnTo>
                  <a:lnTo>
                    <a:pt x="27165" y="251371"/>
                  </a:lnTo>
                  <a:lnTo>
                    <a:pt x="27165" y="250571"/>
                  </a:lnTo>
                  <a:lnTo>
                    <a:pt x="31140" y="245922"/>
                  </a:lnTo>
                  <a:lnTo>
                    <a:pt x="31051" y="246418"/>
                  </a:lnTo>
                  <a:lnTo>
                    <a:pt x="31203" y="249478"/>
                  </a:lnTo>
                  <a:lnTo>
                    <a:pt x="31381" y="250164"/>
                  </a:lnTo>
                  <a:lnTo>
                    <a:pt x="31381" y="241274"/>
                  </a:lnTo>
                  <a:lnTo>
                    <a:pt x="23075" y="250952"/>
                  </a:lnTo>
                  <a:lnTo>
                    <a:pt x="45326" y="276898"/>
                  </a:lnTo>
                  <a:lnTo>
                    <a:pt x="49072" y="272529"/>
                  </a:lnTo>
                  <a:lnTo>
                    <a:pt x="67576" y="250952"/>
                  </a:lnTo>
                  <a:close/>
                </a:path>
                <a:path w="118109" h="277495">
                  <a:moveTo>
                    <a:pt x="117652" y="25488"/>
                  </a:moveTo>
                  <a:lnTo>
                    <a:pt x="116827" y="25793"/>
                  </a:lnTo>
                  <a:lnTo>
                    <a:pt x="116878" y="26606"/>
                  </a:lnTo>
                  <a:lnTo>
                    <a:pt x="117652" y="26784"/>
                  </a:lnTo>
                  <a:lnTo>
                    <a:pt x="117652" y="25488"/>
                  </a:lnTo>
                  <a:close/>
                </a:path>
                <a:path w="118109" h="277495">
                  <a:moveTo>
                    <a:pt x="117652" y="11315"/>
                  </a:moveTo>
                  <a:lnTo>
                    <a:pt x="112179" y="4940"/>
                  </a:lnTo>
                  <a:lnTo>
                    <a:pt x="112179" y="9321"/>
                  </a:lnTo>
                  <a:lnTo>
                    <a:pt x="111798" y="9220"/>
                  </a:lnTo>
                  <a:lnTo>
                    <a:pt x="109169" y="9398"/>
                  </a:lnTo>
                  <a:lnTo>
                    <a:pt x="108546" y="9626"/>
                  </a:lnTo>
                  <a:lnTo>
                    <a:pt x="108673" y="8902"/>
                  </a:lnTo>
                  <a:lnTo>
                    <a:pt x="108610" y="7378"/>
                  </a:lnTo>
                  <a:lnTo>
                    <a:pt x="108534" y="5842"/>
                  </a:lnTo>
                  <a:lnTo>
                    <a:pt x="108204" y="4673"/>
                  </a:lnTo>
                  <a:lnTo>
                    <a:pt x="112179" y="9321"/>
                  </a:lnTo>
                  <a:lnTo>
                    <a:pt x="112179" y="4940"/>
                  </a:lnTo>
                  <a:lnTo>
                    <a:pt x="111696" y="4368"/>
                  </a:lnTo>
                  <a:lnTo>
                    <a:pt x="108178" y="254"/>
                  </a:lnTo>
                  <a:lnTo>
                    <a:pt x="108178" y="4635"/>
                  </a:lnTo>
                  <a:lnTo>
                    <a:pt x="107721" y="4660"/>
                  </a:lnTo>
                  <a:lnTo>
                    <a:pt x="107962" y="4368"/>
                  </a:lnTo>
                  <a:lnTo>
                    <a:pt x="108178" y="4635"/>
                  </a:lnTo>
                  <a:lnTo>
                    <a:pt x="108178" y="254"/>
                  </a:lnTo>
                  <a:lnTo>
                    <a:pt x="107962" y="0"/>
                  </a:lnTo>
                  <a:lnTo>
                    <a:pt x="94005" y="16281"/>
                  </a:lnTo>
                  <a:lnTo>
                    <a:pt x="94005" y="25171"/>
                  </a:lnTo>
                  <a:lnTo>
                    <a:pt x="93433" y="25019"/>
                  </a:lnTo>
                  <a:lnTo>
                    <a:pt x="92125" y="25107"/>
                  </a:lnTo>
                  <a:lnTo>
                    <a:pt x="90817" y="25184"/>
                  </a:lnTo>
                  <a:lnTo>
                    <a:pt x="89789" y="25577"/>
                  </a:lnTo>
                  <a:lnTo>
                    <a:pt x="89789" y="26352"/>
                  </a:lnTo>
                  <a:lnTo>
                    <a:pt x="89458" y="25946"/>
                  </a:lnTo>
                  <a:lnTo>
                    <a:pt x="89763" y="25590"/>
                  </a:lnTo>
                  <a:lnTo>
                    <a:pt x="89789" y="26352"/>
                  </a:lnTo>
                  <a:lnTo>
                    <a:pt x="89789" y="25577"/>
                  </a:lnTo>
                  <a:lnTo>
                    <a:pt x="93764" y="20916"/>
                  </a:lnTo>
                  <a:lnTo>
                    <a:pt x="93687" y="21412"/>
                  </a:lnTo>
                  <a:lnTo>
                    <a:pt x="93827" y="24485"/>
                  </a:lnTo>
                  <a:lnTo>
                    <a:pt x="94005" y="25171"/>
                  </a:lnTo>
                  <a:lnTo>
                    <a:pt x="94005" y="16281"/>
                  </a:lnTo>
                  <a:lnTo>
                    <a:pt x="87261" y="24142"/>
                  </a:lnTo>
                  <a:lnTo>
                    <a:pt x="85077" y="21602"/>
                  </a:lnTo>
                  <a:lnTo>
                    <a:pt x="85077" y="25946"/>
                  </a:lnTo>
                  <a:lnTo>
                    <a:pt x="80937" y="30784"/>
                  </a:lnTo>
                  <a:lnTo>
                    <a:pt x="81051" y="30162"/>
                  </a:lnTo>
                  <a:lnTo>
                    <a:pt x="80899" y="27101"/>
                  </a:lnTo>
                  <a:lnTo>
                    <a:pt x="80708" y="26428"/>
                  </a:lnTo>
                  <a:lnTo>
                    <a:pt x="81318" y="26568"/>
                  </a:lnTo>
                  <a:lnTo>
                    <a:pt x="82626" y="26479"/>
                  </a:lnTo>
                  <a:lnTo>
                    <a:pt x="83947" y="26390"/>
                  </a:lnTo>
                  <a:lnTo>
                    <a:pt x="85001" y="26009"/>
                  </a:lnTo>
                  <a:lnTo>
                    <a:pt x="84988" y="25857"/>
                  </a:lnTo>
                  <a:lnTo>
                    <a:pt x="85077" y="21602"/>
                  </a:lnTo>
                  <a:lnTo>
                    <a:pt x="84289" y="20675"/>
                  </a:lnTo>
                  <a:lnTo>
                    <a:pt x="84289" y="25044"/>
                  </a:lnTo>
                  <a:lnTo>
                    <a:pt x="83883" y="24942"/>
                  </a:lnTo>
                  <a:lnTo>
                    <a:pt x="81254" y="25107"/>
                  </a:lnTo>
                  <a:lnTo>
                    <a:pt x="80619" y="25336"/>
                  </a:lnTo>
                  <a:lnTo>
                    <a:pt x="80759" y="24625"/>
                  </a:lnTo>
                  <a:lnTo>
                    <a:pt x="80695" y="23088"/>
                  </a:lnTo>
                  <a:lnTo>
                    <a:pt x="80619" y="21564"/>
                  </a:lnTo>
                  <a:lnTo>
                    <a:pt x="80352" y="20637"/>
                  </a:lnTo>
                  <a:lnTo>
                    <a:pt x="80352" y="31457"/>
                  </a:lnTo>
                  <a:lnTo>
                    <a:pt x="66573" y="47536"/>
                  </a:lnTo>
                  <a:lnTo>
                    <a:pt x="61785" y="41960"/>
                  </a:lnTo>
                  <a:lnTo>
                    <a:pt x="62839" y="42214"/>
                  </a:lnTo>
                  <a:lnTo>
                    <a:pt x="65468" y="42037"/>
                  </a:lnTo>
                  <a:lnTo>
                    <a:pt x="66052" y="41833"/>
                  </a:lnTo>
                  <a:lnTo>
                    <a:pt x="65925" y="42532"/>
                  </a:lnTo>
                  <a:lnTo>
                    <a:pt x="66001" y="44056"/>
                  </a:lnTo>
                  <a:lnTo>
                    <a:pt x="66078" y="45593"/>
                  </a:lnTo>
                  <a:lnTo>
                    <a:pt x="66408" y="46812"/>
                  </a:lnTo>
                  <a:lnTo>
                    <a:pt x="67094" y="46774"/>
                  </a:lnTo>
                  <a:lnTo>
                    <a:pt x="67322" y="45516"/>
                  </a:lnTo>
                  <a:lnTo>
                    <a:pt x="67170" y="42443"/>
                  </a:lnTo>
                  <a:lnTo>
                    <a:pt x="66979" y="41757"/>
                  </a:lnTo>
                  <a:lnTo>
                    <a:pt x="67602" y="41910"/>
                  </a:lnTo>
                  <a:lnTo>
                    <a:pt x="68910" y="41821"/>
                  </a:lnTo>
                  <a:lnTo>
                    <a:pt x="70218" y="41744"/>
                  </a:lnTo>
                  <a:lnTo>
                    <a:pt x="71272" y="41351"/>
                  </a:lnTo>
                  <a:lnTo>
                    <a:pt x="71234" y="40551"/>
                  </a:lnTo>
                  <a:lnTo>
                    <a:pt x="70154" y="40284"/>
                  </a:lnTo>
                  <a:lnTo>
                    <a:pt x="67525" y="40449"/>
                  </a:lnTo>
                  <a:lnTo>
                    <a:pt x="66903" y="40690"/>
                  </a:lnTo>
                  <a:lnTo>
                    <a:pt x="67030" y="39966"/>
                  </a:lnTo>
                  <a:lnTo>
                    <a:pt x="66967" y="38442"/>
                  </a:lnTo>
                  <a:lnTo>
                    <a:pt x="66890" y="36906"/>
                  </a:lnTo>
                  <a:lnTo>
                    <a:pt x="66548" y="35687"/>
                  </a:lnTo>
                  <a:lnTo>
                    <a:pt x="65862" y="35725"/>
                  </a:lnTo>
                  <a:lnTo>
                    <a:pt x="65646" y="36982"/>
                  </a:lnTo>
                  <a:lnTo>
                    <a:pt x="65786" y="40055"/>
                  </a:lnTo>
                  <a:lnTo>
                    <a:pt x="65963" y="40728"/>
                  </a:lnTo>
                  <a:lnTo>
                    <a:pt x="65392" y="40589"/>
                  </a:lnTo>
                  <a:lnTo>
                    <a:pt x="64084" y="40665"/>
                  </a:lnTo>
                  <a:lnTo>
                    <a:pt x="62776" y="40754"/>
                  </a:lnTo>
                  <a:lnTo>
                    <a:pt x="61722" y="41135"/>
                  </a:lnTo>
                  <a:lnTo>
                    <a:pt x="61747" y="41922"/>
                  </a:lnTo>
                  <a:lnTo>
                    <a:pt x="48437" y="26390"/>
                  </a:lnTo>
                  <a:lnTo>
                    <a:pt x="49491" y="26644"/>
                  </a:lnTo>
                  <a:lnTo>
                    <a:pt x="52120" y="26479"/>
                  </a:lnTo>
                  <a:lnTo>
                    <a:pt x="52705" y="26263"/>
                  </a:lnTo>
                  <a:lnTo>
                    <a:pt x="52578" y="26962"/>
                  </a:lnTo>
                  <a:lnTo>
                    <a:pt x="52654" y="28486"/>
                  </a:lnTo>
                  <a:lnTo>
                    <a:pt x="52730" y="30022"/>
                  </a:lnTo>
                  <a:lnTo>
                    <a:pt x="53060" y="31242"/>
                  </a:lnTo>
                  <a:lnTo>
                    <a:pt x="53759" y="31203"/>
                  </a:lnTo>
                  <a:lnTo>
                    <a:pt x="53975" y="29946"/>
                  </a:lnTo>
                  <a:lnTo>
                    <a:pt x="53822" y="26873"/>
                  </a:lnTo>
                  <a:lnTo>
                    <a:pt x="53632" y="26200"/>
                  </a:lnTo>
                  <a:lnTo>
                    <a:pt x="54254" y="26339"/>
                  </a:lnTo>
                  <a:lnTo>
                    <a:pt x="55562" y="26250"/>
                  </a:lnTo>
                  <a:lnTo>
                    <a:pt x="56870" y="26174"/>
                  </a:lnTo>
                  <a:lnTo>
                    <a:pt x="57912" y="25781"/>
                  </a:lnTo>
                  <a:lnTo>
                    <a:pt x="57912" y="25374"/>
                  </a:lnTo>
                  <a:lnTo>
                    <a:pt x="57886" y="24980"/>
                  </a:lnTo>
                  <a:lnTo>
                    <a:pt x="56807" y="24714"/>
                  </a:lnTo>
                  <a:lnTo>
                    <a:pt x="54178" y="24879"/>
                  </a:lnTo>
                  <a:lnTo>
                    <a:pt x="53555" y="25120"/>
                  </a:lnTo>
                  <a:lnTo>
                    <a:pt x="53695" y="24396"/>
                  </a:lnTo>
                  <a:lnTo>
                    <a:pt x="53619" y="22872"/>
                  </a:lnTo>
                  <a:lnTo>
                    <a:pt x="53543" y="21336"/>
                  </a:lnTo>
                  <a:lnTo>
                    <a:pt x="53213" y="20116"/>
                  </a:lnTo>
                  <a:lnTo>
                    <a:pt x="53060" y="20129"/>
                  </a:lnTo>
                  <a:lnTo>
                    <a:pt x="66065" y="4953"/>
                  </a:lnTo>
                  <a:lnTo>
                    <a:pt x="65900" y="5918"/>
                  </a:lnTo>
                  <a:lnTo>
                    <a:pt x="66040" y="8991"/>
                  </a:lnTo>
                  <a:lnTo>
                    <a:pt x="66217" y="9677"/>
                  </a:lnTo>
                  <a:lnTo>
                    <a:pt x="65646" y="9525"/>
                  </a:lnTo>
                  <a:lnTo>
                    <a:pt x="64338" y="9613"/>
                  </a:lnTo>
                  <a:lnTo>
                    <a:pt x="63030" y="9690"/>
                  </a:lnTo>
                  <a:lnTo>
                    <a:pt x="61976" y="10083"/>
                  </a:lnTo>
                  <a:lnTo>
                    <a:pt x="62014" y="10883"/>
                  </a:lnTo>
                  <a:lnTo>
                    <a:pt x="63093" y="11150"/>
                  </a:lnTo>
                  <a:lnTo>
                    <a:pt x="65722" y="10985"/>
                  </a:lnTo>
                  <a:lnTo>
                    <a:pt x="66294" y="10769"/>
                  </a:lnTo>
                  <a:lnTo>
                    <a:pt x="66179" y="11468"/>
                  </a:lnTo>
                  <a:lnTo>
                    <a:pt x="66255" y="13004"/>
                  </a:lnTo>
                  <a:lnTo>
                    <a:pt x="66332" y="14528"/>
                  </a:lnTo>
                  <a:lnTo>
                    <a:pt x="66662" y="15748"/>
                  </a:lnTo>
                  <a:lnTo>
                    <a:pt x="67360" y="15709"/>
                  </a:lnTo>
                  <a:lnTo>
                    <a:pt x="67576" y="14452"/>
                  </a:lnTo>
                  <a:lnTo>
                    <a:pt x="67424" y="11391"/>
                  </a:lnTo>
                  <a:lnTo>
                    <a:pt x="67233" y="10706"/>
                  </a:lnTo>
                  <a:lnTo>
                    <a:pt x="67856" y="10845"/>
                  </a:lnTo>
                  <a:lnTo>
                    <a:pt x="69164" y="10769"/>
                  </a:lnTo>
                  <a:lnTo>
                    <a:pt x="70472" y="10680"/>
                  </a:lnTo>
                  <a:lnTo>
                    <a:pt x="71526" y="10299"/>
                  </a:lnTo>
                  <a:lnTo>
                    <a:pt x="71513" y="10160"/>
                  </a:lnTo>
                  <a:lnTo>
                    <a:pt x="80264" y="20345"/>
                  </a:lnTo>
                  <a:lnTo>
                    <a:pt x="79590" y="20383"/>
                  </a:lnTo>
                  <a:lnTo>
                    <a:pt x="79375" y="21640"/>
                  </a:lnTo>
                  <a:lnTo>
                    <a:pt x="79514" y="24701"/>
                  </a:lnTo>
                  <a:lnTo>
                    <a:pt x="79692" y="25387"/>
                  </a:lnTo>
                  <a:lnTo>
                    <a:pt x="79121" y="25234"/>
                  </a:lnTo>
                  <a:lnTo>
                    <a:pt x="77812" y="25323"/>
                  </a:lnTo>
                  <a:lnTo>
                    <a:pt x="76504" y="25412"/>
                  </a:lnTo>
                  <a:lnTo>
                    <a:pt x="75450" y="25793"/>
                  </a:lnTo>
                  <a:lnTo>
                    <a:pt x="75488" y="26606"/>
                  </a:lnTo>
                  <a:lnTo>
                    <a:pt x="76568" y="26860"/>
                  </a:lnTo>
                  <a:lnTo>
                    <a:pt x="79197" y="26695"/>
                  </a:lnTo>
                  <a:lnTo>
                    <a:pt x="79768" y="26479"/>
                  </a:lnTo>
                  <a:lnTo>
                    <a:pt x="79654" y="27178"/>
                  </a:lnTo>
                  <a:lnTo>
                    <a:pt x="79730" y="28714"/>
                  </a:lnTo>
                  <a:lnTo>
                    <a:pt x="79794" y="30238"/>
                  </a:lnTo>
                  <a:lnTo>
                    <a:pt x="80137" y="31470"/>
                  </a:lnTo>
                  <a:lnTo>
                    <a:pt x="80352" y="31457"/>
                  </a:lnTo>
                  <a:lnTo>
                    <a:pt x="80352" y="20637"/>
                  </a:lnTo>
                  <a:lnTo>
                    <a:pt x="80276" y="20358"/>
                  </a:lnTo>
                  <a:lnTo>
                    <a:pt x="84289" y="25044"/>
                  </a:lnTo>
                  <a:lnTo>
                    <a:pt x="84289" y="20675"/>
                  </a:lnTo>
                  <a:lnTo>
                    <a:pt x="70789" y="4927"/>
                  </a:lnTo>
                  <a:lnTo>
                    <a:pt x="70789" y="9321"/>
                  </a:lnTo>
                  <a:lnTo>
                    <a:pt x="70408" y="9220"/>
                  </a:lnTo>
                  <a:lnTo>
                    <a:pt x="67779" y="9398"/>
                  </a:lnTo>
                  <a:lnTo>
                    <a:pt x="67157" y="9626"/>
                  </a:lnTo>
                  <a:lnTo>
                    <a:pt x="67284" y="8902"/>
                  </a:lnTo>
                  <a:lnTo>
                    <a:pt x="67221" y="7378"/>
                  </a:lnTo>
                  <a:lnTo>
                    <a:pt x="67144" y="5842"/>
                  </a:lnTo>
                  <a:lnTo>
                    <a:pt x="66814" y="4673"/>
                  </a:lnTo>
                  <a:lnTo>
                    <a:pt x="70789" y="9321"/>
                  </a:lnTo>
                  <a:lnTo>
                    <a:pt x="70789" y="4927"/>
                  </a:lnTo>
                  <a:lnTo>
                    <a:pt x="70319" y="4368"/>
                  </a:lnTo>
                  <a:lnTo>
                    <a:pt x="66789" y="254"/>
                  </a:lnTo>
                  <a:lnTo>
                    <a:pt x="66789" y="4635"/>
                  </a:lnTo>
                  <a:lnTo>
                    <a:pt x="66332" y="4660"/>
                  </a:lnTo>
                  <a:lnTo>
                    <a:pt x="66573" y="4368"/>
                  </a:lnTo>
                  <a:lnTo>
                    <a:pt x="66789" y="4635"/>
                  </a:lnTo>
                  <a:lnTo>
                    <a:pt x="66789" y="254"/>
                  </a:lnTo>
                  <a:lnTo>
                    <a:pt x="66573" y="0"/>
                  </a:lnTo>
                  <a:lnTo>
                    <a:pt x="52628" y="16268"/>
                  </a:lnTo>
                  <a:lnTo>
                    <a:pt x="52628" y="25171"/>
                  </a:lnTo>
                  <a:lnTo>
                    <a:pt x="52044" y="25019"/>
                  </a:lnTo>
                  <a:lnTo>
                    <a:pt x="50736" y="25107"/>
                  </a:lnTo>
                  <a:lnTo>
                    <a:pt x="49428" y="25184"/>
                  </a:lnTo>
                  <a:lnTo>
                    <a:pt x="48399" y="25577"/>
                  </a:lnTo>
                  <a:lnTo>
                    <a:pt x="48399" y="26352"/>
                  </a:lnTo>
                  <a:lnTo>
                    <a:pt x="48069" y="25946"/>
                  </a:lnTo>
                  <a:lnTo>
                    <a:pt x="48374" y="25590"/>
                  </a:lnTo>
                  <a:lnTo>
                    <a:pt x="48399" y="26352"/>
                  </a:lnTo>
                  <a:lnTo>
                    <a:pt x="48399" y="25577"/>
                  </a:lnTo>
                  <a:lnTo>
                    <a:pt x="52374" y="20916"/>
                  </a:lnTo>
                  <a:lnTo>
                    <a:pt x="52298" y="21412"/>
                  </a:lnTo>
                  <a:lnTo>
                    <a:pt x="52451" y="24485"/>
                  </a:lnTo>
                  <a:lnTo>
                    <a:pt x="52628" y="25171"/>
                  </a:lnTo>
                  <a:lnTo>
                    <a:pt x="52628" y="16268"/>
                  </a:lnTo>
                  <a:lnTo>
                    <a:pt x="44323" y="25946"/>
                  </a:lnTo>
                  <a:lnTo>
                    <a:pt x="66573" y="51892"/>
                  </a:lnTo>
                  <a:lnTo>
                    <a:pt x="70319" y="47536"/>
                  </a:lnTo>
                  <a:lnTo>
                    <a:pt x="87261" y="27762"/>
                  </a:lnTo>
                  <a:lnTo>
                    <a:pt x="107962" y="51892"/>
                  </a:lnTo>
                  <a:lnTo>
                    <a:pt x="111696" y="47536"/>
                  </a:lnTo>
                  <a:lnTo>
                    <a:pt x="117652" y="40589"/>
                  </a:lnTo>
                  <a:lnTo>
                    <a:pt x="117652" y="36220"/>
                  </a:lnTo>
                  <a:lnTo>
                    <a:pt x="107962" y="47536"/>
                  </a:lnTo>
                  <a:lnTo>
                    <a:pt x="103174" y="41960"/>
                  </a:lnTo>
                  <a:lnTo>
                    <a:pt x="104228" y="42214"/>
                  </a:lnTo>
                  <a:lnTo>
                    <a:pt x="106857" y="42037"/>
                  </a:lnTo>
                  <a:lnTo>
                    <a:pt x="107429" y="41833"/>
                  </a:lnTo>
                  <a:lnTo>
                    <a:pt x="107315" y="42532"/>
                  </a:lnTo>
                  <a:lnTo>
                    <a:pt x="107391" y="44056"/>
                  </a:lnTo>
                  <a:lnTo>
                    <a:pt x="107467" y="45593"/>
                  </a:lnTo>
                  <a:lnTo>
                    <a:pt x="107797" y="46812"/>
                  </a:lnTo>
                  <a:lnTo>
                    <a:pt x="108483" y="46774"/>
                  </a:lnTo>
                  <a:lnTo>
                    <a:pt x="108712" y="45516"/>
                  </a:lnTo>
                  <a:lnTo>
                    <a:pt x="108559" y="42443"/>
                  </a:lnTo>
                  <a:lnTo>
                    <a:pt x="108369" y="41770"/>
                  </a:lnTo>
                  <a:lnTo>
                    <a:pt x="108991" y="41910"/>
                  </a:lnTo>
                  <a:lnTo>
                    <a:pt x="110299" y="41821"/>
                  </a:lnTo>
                  <a:lnTo>
                    <a:pt x="111607" y="41744"/>
                  </a:lnTo>
                  <a:lnTo>
                    <a:pt x="112661" y="41351"/>
                  </a:lnTo>
                  <a:lnTo>
                    <a:pt x="112623" y="40551"/>
                  </a:lnTo>
                  <a:lnTo>
                    <a:pt x="111544" y="40284"/>
                  </a:lnTo>
                  <a:lnTo>
                    <a:pt x="108915" y="40449"/>
                  </a:lnTo>
                  <a:lnTo>
                    <a:pt x="108280" y="40690"/>
                  </a:lnTo>
                  <a:lnTo>
                    <a:pt x="108419" y="39966"/>
                  </a:lnTo>
                  <a:lnTo>
                    <a:pt x="108356" y="38442"/>
                  </a:lnTo>
                  <a:lnTo>
                    <a:pt x="108280" y="36906"/>
                  </a:lnTo>
                  <a:lnTo>
                    <a:pt x="107937" y="35687"/>
                  </a:lnTo>
                  <a:lnTo>
                    <a:pt x="107251" y="35725"/>
                  </a:lnTo>
                  <a:lnTo>
                    <a:pt x="107035" y="36982"/>
                  </a:lnTo>
                  <a:lnTo>
                    <a:pt x="107175" y="40055"/>
                  </a:lnTo>
                  <a:lnTo>
                    <a:pt x="107353" y="40728"/>
                  </a:lnTo>
                  <a:lnTo>
                    <a:pt x="106781" y="40589"/>
                  </a:lnTo>
                  <a:lnTo>
                    <a:pt x="105473" y="40665"/>
                  </a:lnTo>
                  <a:lnTo>
                    <a:pt x="104165" y="40754"/>
                  </a:lnTo>
                  <a:lnTo>
                    <a:pt x="103111" y="41135"/>
                  </a:lnTo>
                  <a:lnTo>
                    <a:pt x="103136" y="41922"/>
                  </a:lnTo>
                  <a:lnTo>
                    <a:pt x="89827" y="26390"/>
                  </a:lnTo>
                  <a:lnTo>
                    <a:pt x="90881" y="26644"/>
                  </a:lnTo>
                  <a:lnTo>
                    <a:pt x="93510" y="26479"/>
                  </a:lnTo>
                  <a:lnTo>
                    <a:pt x="94094" y="26263"/>
                  </a:lnTo>
                  <a:lnTo>
                    <a:pt x="93967" y="26962"/>
                  </a:lnTo>
                  <a:lnTo>
                    <a:pt x="94043" y="28486"/>
                  </a:lnTo>
                  <a:lnTo>
                    <a:pt x="94119" y="30022"/>
                  </a:lnTo>
                  <a:lnTo>
                    <a:pt x="94449" y="31242"/>
                  </a:lnTo>
                  <a:lnTo>
                    <a:pt x="95135" y="31203"/>
                  </a:lnTo>
                  <a:lnTo>
                    <a:pt x="95364" y="29946"/>
                  </a:lnTo>
                  <a:lnTo>
                    <a:pt x="95211" y="26873"/>
                  </a:lnTo>
                  <a:lnTo>
                    <a:pt x="95021" y="26187"/>
                  </a:lnTo>
                  <a:lnTo>
                    <a:pt x="95643" y="26339"/>
                  </a:lnTo>
                  <a:lnTo>
                    <a:pt x="96951" y="26250"/>
                  </a:lnTo>
                  <a:lnTo>
                    <a:pt x="98259" y="26174"/>
                  </a:lnTo>
                  <a:lnTo>
                    <a:pt x="99314" y="25781"/>
                  </a:lnTo>
                  <a:lnTo>
                    <a:pt x="99275" y="24980"/>
                  </a:lnTo>
                  <a:lnTo>
                    <a:pt x="98196" y="24714"/>
                  </a:lnTo>
                  <a:lnTo>
                    <a:pt x="95567" y="24879"/>
                  </a:lnTo>
                  <a:lnTo>
                    <a:pt x="94945" y="25120"/>
                  </a:lnTo>
                  <a:lnTo>
                    <a:pt x="95072" y="24396"/>
                  </a:lnTo>
                  <a:lnTo>
                    <a:pt x="95008" y="22872"/>
                  </a:lnTo>
                  <a:lnTo>
                    <a:pt x="94932" y="21336"/>
                  </a:lnTo>
                  <a:lnTo>
                    <a:pt x="94602" y="20116"/>
                  </a:lnTo>
                  <a:lnTo>
                    <a:pt x="94449" y="20129"/>
                  </a:lnTo>
                  <a:lnTo>
                    <a:pt x="107442" y="4965"/>
                  </a:lnTo>
                  <a:lnTo>
                    <a:pt x="107289" y="5918"/>
                  </a:lnTo>
                  <a:lnTo>
                    <a:pt x="107429" y="8991"/>
                  </a:lnTo>
                  <a:lnTo>
                    <a:pt x="107607" y="9677"/>
                  </a:lnTo>
                  <a:lnTo>
                    <a:pt x="107035" y="9525"/>
                  </a:lnTo>
                  <a:lnTo>
                    <a:pt x="105727" y="9613"/>
                  </a:lnTo>
                  <a:lnTo>
                    <a:pt x="104419" y="9690"/>
                  </a:lnTo>
                  <a:lnTo>
                    <a:pt x="103365" y="10083"/>
                  </a:lnTo>
                  <a:lnTo>
                    <a:pt x="103403" y="10883"/>
                  </a:lnTo>
                  <a:lnTo>
                    <a:pt x="104482" y="11150"/>
                  </a:lnTo>
                  <a:lnTo>
                    <a:pt x="107111" y="10985"/>
                  </a:lnTo>
                  <a:lnTo>
                    <a:pt x="107683" y="10769"/>
                  </a:lnTo>
                  <a:lnTo>
                    <a:pt x="107569" y="11468"/>
                  </a:lnTo>
                  <a:lnTo>
                    <a:pt x="107645" y="13004"/>
                  </a:lnTo>
                  <a:lnTo>
                    <a:pt x="107721" y="14528"/>
                  </a:lnTo>
                  <a:lnTo>
                    <a:pt x="108051" y="15748"/>
                  </a:lnTo>
                  <a:lnTo>
                    <a:pt x="108737" y="15709"/>
                  </a:lnTo>
                  <a:lnTo>
                    <a:pt x="108966" y="14452"/>
                  </a:lnTo>
                  <a:lnTo>
                    <a:pt x="108813" y="11391"/>
                  </a:lnTo>
                  <a:lnTo>
                    <a:pt x="108623" y="10706"/>
                  </a:lnTo>
                  <a:lnTo>
                    <a:pt x="109245" y="10845"/>
                  </a:lnTo>
                  <a:lnTo>
                    <a:pt x="110553" y="10769"/>
                  </a:lnTo>
                  <a:lnTo>
                    <a:pt x="111861" y="10680"/>
                  </a:lnTo>
                  <a:lnTo>
                    <a:pt x="112915" y="10299"/>
                  </a:lnTo>
                  <a:lnTo>
                    <a:pt x="112903" y="10160"/>
                  </a:lnTo>
                  <a:lnTo>
                    <a:pt x="117652" y="15684"/>
                  </a:lnTo>
                  <a:lnTo>
                    <a:pt x="117652" y="11315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11722494" y="7575784"/>
              <a:ext cx="118110" cy="148590"/>
            </a:xfrm>
            <a:custGeom>
              <a:avLst/>
              <a:gdLst/>
              <a:ahLst/>
              <a:cxnLst/>
              <a:rect l="l" t="t" r="r" b="b"/>
              <a:pathLst>
                <a:path w="118109" h="148590">
                  <a:moveTo>
                    <a:pt x="9321" y="137972"/>
                  </a:moveTo>
                  <a:lnTo>
                    <a:pt x="9271" y="137160"/>
                  </a:lnTo>
                  <a:lnTo>
                    <a:pt x="8204" y="136906"/>
                  </a:lnTo>
                  <a:lnTo>
                    <a:pt x="5575" y="137071"/>
                  </a:lnTo>
                  <a:lnTo>
                    <a:pt x="4953" y="137299"/>
                  </a:lnTo>
                  <a:lnTo>
                    <a:pt x="5080" y="136588"/>
                  </a:lnTo>
                  <a:lnTo>
                    <a:pt x="5003" y="135051"/>
                  </a:lnTo>
                  <a:lnTo>
                    <a:pt x="4940" y="133527"/>
                  </a:lnTo>
                  <a:lnTo>
                    <a:pt x="4597" y="132295"/>
                  </a:lnTo>
                  <a:lnTo>
                    <a:pt x="3924" y="132346"/>
                  </a:lnTo>
                  <a:lnTo>
                    <a:pt x="3683" y="133604"/>
                  </a:lnTo>
                  <a:lnTo>
                    <a:pt x="3835" y="136664"/>
                  </a:lnTo>
                  <a:lnTo>
                    <a:pt x="4013" y="137350"/>
                  </a:lnTo>
                  <a:lnTo>
                    <a:pt x="3441" y="137198"/>
                  </a:lnTo>
                  <a:lnTo>
                    <a:pt x="825" y="137375"/>
                  </a:lnTo>
                  <a:lnTo>
                    <a:pt x="0" y="137668"/>
                  </a:lnTo>
                  <a:lnTo>
                    <a:pt x="0" y="138607"/>
                  </a:lnTo>
                  <a:lnTo>
                    <a:pt x="889" y="138823"/>
                  </a:lnTo>
                  <a:lnTo>
                    <a:pt x="3517" y="138658"/>
                  </a:lnTo>
                  <a:lnTo>
                    <a:pt x="4089" y="138455"/>
                  </a:lnTo>
                  <a:lnTo>
                    <a:pt x="3975" y="139153"/>
                  </a:lnTo>
                  <a:lnTo>
                    <a:pt x="4051" y="140677"/>
                  </a:lnTo>
                  <a:lnTo>
                    <a:pt x="4114" y="142201"/>
                  </a:lnTo>
                  <a:lnTo>
                    <a:pt x="4457" y="143433"/>
                  </a:lnTo>
                  <a:lnTo>
                    <a:pt x="5130" y="143383"/>
                  </a:lnTo>
                  <a:lnTo>
                    <a:pt x="5372" y="142125"/>
                  </a:lnTo>
                  <a:lnTo>
                    <a:pt x="5219" y="139065"/>
                  </a:lnTo>
                  <a:lnTo>
                    <a:pt x="5029" y="138391"/>
                  </a:lnTo>
                  <a:lnTo>
                    <a:pt x="5638" y="138531"/>
                  </a:lnTo>
                  <a:lnTo>
                    <a:pt x="6946" y="138442"/>
                  </a:lnTo>
                  <a:lnTo>
                    <a:pt x="8255" y="138353"/>
                  </a:lnTo>
                  <a:lnTo>
                    <a:pt x="9321" y="137972"/>
                  </a:lnTo>
                  <a:close/>
                </a:path>
                <a:path w="118109" h="148590">
                  <a:moveTo>
                    <a:pt x="26860" y="122567"/>
                  </a:moveTo>
                  <a:lnTo>
                    <a:pt x="23114" y="118211"/>
                  </a:lnTo>
                  <a:lnTo>
                    <a:pt x="23114" y="122567"/>
                  </a:lnTo>
                  <a:lnTo>
                    <a:pt x="18973" y="127393"/>
                  </a:lnTo>
                  <a:lnTo>
                    <a:pt x="19088" y="126784"/>
                  </a:lnTo>
                  <a:lnTo>
                    <a:pt x="18948" y="123710"/>
                  </a:lnTo>
                  <a:lnTo>
                    <a:pt x="18745" y="123037"/>
                  </a:lnTo>
                  <a:lnTo>
                    <a:pt x="19367" y="123177"/>
                  </a:lnTo>
                  <a:lnTo>
                    <a:pt x="20675" y="123101"/>
                  </a:lnTo>
                  <a:lnTo>
                    <a:pt x="21983" y="123012"/>
                  </a:lnTo>
                  <a:lnTo>
                    <a:pt x="23050" y="122618"/>
                  </a:lnTo>
                  <a:lnTo>
                    <a:pt x="23037" y="122491"/>
                  </a:lnTo>
                  <a:lnTo>
                    <a:pt x="23114" y="118211"/>
                  </a:lnTo>
                  <a:lnTo>
                    <a:pt x="22313" y="117271"/>
                  </a:lnTo>
                  <a:lnTo>
                    <a:pt x="22313" y="121653"/>
                  </a:lnTo>
                  <a:lnTo>
                    <a:pt x="21920" y="121551"/>
                  </a:lnTo>
                  <a:lnTo>
                    <a:pt x="19291" y="121729"/>
                  </a:lnTo>
                  <a:lnTo>
                    <a:pt x="18681" y="121958"/>
                  </a:lnTo>
                  <a:lnTo>
                    <a:pt x="18808" y="121234"/>
                  </a:lnTo>
                  <a:lnTo>
                    <a:pt x="18732" y="119710"/>
                  </a:lnTo>
                  <a:lnTo>
                    <a:pt x="18656" y="118173"/>
                  </a:lnTo>
                  <a:lnTo>
                    <a:pt x="18326" y="117005"/>
                  </a:lnTo>
                  <a:lnTo>
                    <a:pt x="22313" y="121653"/>
                  </a:lnTo>
                  <a:lnTo>
                    <a:pt x="22313" y="117271"/>
                  </a:lnTo>
                  <a:lnTo>
                    <a:pt x="8826" y="101549"/>
                  </a:lnTo>
                  <a:lnTo>
                    <a:pt x="8826" y="105943"/>
                  </a:lnTo>
                  <a:lnTo>
                    <a:pt x="8458" y="105841"/>
                  </a:lnTo>
                  <a:lnTo>
                    <a:pt x="5829" y="106006"/>
                  </a:lnTo>
                  <a:lnTo>
                    <a:pt x="5194" y="106248"/>
                  </a:lnTo>
                  <a:lnTo>
                    <a:pt x="5334" y="105524"/>
                  </a:lnTo>
                  <a:lnTo>
                    <a:pt x="5257" y="103987"/>
                  </a:lnTo>
                  <a:lnTo>
                    <a:pt x="5194" y="102463"/>
                  </a:lnTo>
                  <a:lnTo>
                    <a:pt x="4851" y="101295"/>
                  </a:lnTo>
                  <a:lnTo>
                    <a:pt x="8826" y="105943"/>
                  </a:lnTo>
                  <a:lnTo>
                    <a:pt x="8826" y="101549"/>
                  </a:lnTo>
                  <a:lnTo>
                    <a:pt x="8356" y="100990"/>
                  </a:lnTo>
                  <a:lnTo>
                    <a:pt x="4826" y="96875"/>
                  </a:lnTo>
                  <a:lnTo>
                    <a:pt x="4826" y="101257"/>
                  </a:lnTo>
                  <a:lnTo>
                    <a:pt x="4368" y="101282"/>
                  </a:lnTo>
                  <a:lnTo>
                    <a:pt x="4610" y="100990"/>
                  </a:lnTo>
                  <a:lnTo>
                    <a:pt x="4826" y="101257"/>
                  </a:lnTo>
                  <a:lnTo>
                    <a:pt x="4826" y="96875"/>
                  </a:lnTo>
                  <a:lnTo>
                    <a:pt x="4610" y="96621"/>
                  </a:lnTo>
                  <a:lnTo>
                    <a:pt x="0" y="101993"/>
                  </a:lnTo>
                  <a:lnTo>
                    <a:pt x="0" y="106362"/>
                  </a:lnTo>
                  <a:lnTo>
                    <a:pt x="4114" y="101574"/>
                  </a:lnTo>
                  <a:lnTo>
                    <a:pt x="3949" y="102539"/>
                  </a:lnTo>
                  <a:lnTo>
                    <a:pt x="4089" y="105600"/>
                  </a:lnTo>
                  <a:lnTo>
                    <a:pt x="4267" y="106286"/>
                  </a:lnTo>
                  <a:lnTo>
                    <a:pt x="3695" y="106146"/>
                  </a:lnTo>
                  <a:lnTo>
                    <a:pt x="2387" y="106222"/>
                  </a:lnTo>
                  <a:lnTo>
                    <a:pt x="1079" y="106311"/>
                  </a:lnTo>
                  <a:lnTo>
                    <a:pt x="25" y="106692"/>
                  </a:lnTo>
                  <a:lnTo>
                    <a:pt x="63" y="107505"/>
                  </a:lnTo>
                  <a:lnTo>
                    <a:pt x="1143" y="107759"/>
                  </a:lnTo>
                  <a:lnTo>
                    <a:pt x="3771" y="107594"/>
                  </a:lnTo>
                  <a:lnTo>
                    <a:pt x="4343" y="107378"/>
                  </a:lnTo>
                  <a:lnTo>
                    <a:pt x="4229" y="108089"/>
                  </a:lnTo>
                  <a:lnTo>
                    <a:pt x="4305" y="109613"/>
                  </a:lnTo>
                  <a:lnTo>
                    <a:pt x="4368" y="111150"/>
                  </a:lnTo>
                  <a:lnTo>
                    <a:pt x="4711" y="112369"/>
                  </a:lnTo>
                  <a:lnTo>
                    <a:pt x="5397" y="112331"/>
                  </a:lnTo>
                  <a:lnTo>
                    <a:pt x="5626" y="111074"/>
                  </a:lnTo>
                  <a:lnTo>
                    <a:pt x="5473" y="108000"/>
                  </a:lnTo>
                  <a:lnTo>
                    <a:pt x="5283" y="107327"/>
                  </a:lnTo>
                  <a:lnTo>
                    <a:pt x="5892" y="107467"/>
                  </a:lnTo>
                  <a:lnTo>
                    <a:pt x="7200" y="107378"/>
                  </a:lnTo>
                  <a:lnTo>
                    <a:pt x="8521" y="107302"/>
                  </a:lnTo>
                  <a:lnTo>
                    <a:pt x="9575" y="106908"/>
                  </a:lnTo>
                  <a:lnTo>
                    <a:pt x="18300" y="116967"/>
                  </a:lnTo>
                  <a:lnTo>
                    <a:pt x="17640" y="116992"/>
                  </a:lnTo>
                  <a:lnTo>
                    <a:pt x="17411" y="118249"/>
                  </a:lnTo>
                  <a:lnTo>
                    <a:pt x="17564" y="121323"/>
                  </a:lnTo>
                  <a:lnTo>
                    <a:pt x="17741" y="122008"/>
                  </a:lnTo>
                  <a:lnTo>
                    <a:pt x="17170" y="121856"/>
                  </a:lnTo>
                  <a:lnTo>
                    <a:pt x="15862" y="121945"/>
                  </a:lnTo>
                  <a:lnTo>
                    <a:pt x="14554" y="122021"/>
                  </a:lnTo>
                  <a:lnTo>
                    <a:pt x="13487" y="122415"/>
                  </a:lnTo>
                  <a:lnTo>
                    <a:pt x="13538" y="123215"/>
                  </a:lnTo>
                  <a:lnTo>
                    <a:pt x="14605" y="123482"/>
                  </a:lnTo>
                  <a:lnTo>
                    <a:pt x="17233" y="123317"/>
                  </a:lnTo>
                  <a:lnTo>
                    <a:pt x="17818" y="123101"/>
                  </a:lnTo>
                  <a:lnTo>
                    <a:pt x="17703" y="123799"/>
                  </a:lnTo>
                  <a:lnTo>
                    <a:pt x="17767" y="125323"/>
                  </a:lnTo>
                  <a:lnTo>
                    <a:pt x="17843" y="126860"/>
                  </a:lnTo>
                  <a:lnTo>
                    <a:pt x="18186" y="128079"/>
                  </a:lnTo>
                  <a:lnTo>
                    <a:pt x="18389" y="128079"/>
                  </a:lnTo>
                  <a:lnTo>
                    <a:pt x="4610" y="144145"/>
                  </a:lnTo>
                  <a:lnTo>
                    <a:pt x="0" y="138760"/>
                  </a:lnTo>
                  <a:lnTo>
                    <a:pt x="0" y="143129"/>
                  </a:lnTo>
                  <a:lnTo>
                    <a:pt x="4610" y="148513"/>
                  </a:lnTo>
                  <a:lnTo>
                    <a:pt x="8356" y="144145"/>
                  </a:lnTo>
                  <a:lnTo>
                    <a:pt x="26860" y="122567"/>
                  </a:lnTo>
                  <a:close/>
                </a:path>
                <a:path w="118109" h="148590">
                  <a:moveTo>
                    <a:pt x="47472" y="25946"/>
                  </a:moveTo>
                  <a:lnTo>
                    <a:pt x="43726" y="21590"/>
                  </a:lnTo>
                  <a:lnTo>
                    <a:pt x="43726" y="25946"/>
                  </a:lnTo>
                  <a:lnTo>
                    <a:pt x="25222" y="47523"/>
                  </a:lnTo>
                  <a:lnTo>
                    <a:pt x="20421" y="41948"/>
                  </a:lnTo>
                  <a:lnTo>
                    <a:pt x="21488" y="42202"/>
                  </a:lnTo>
                  <a:lnTo>
                    <a:pt x="24117" y="42037"/>
                  </a:lnTo>
                  <a:lnTo>
                    <a:pt x="24701" y="41821"/>
                  </a:lnTo>
                  <a:lnTo>
                    <a:pt x="24574" y="42519"/>
                  </a:lnTo>
                  <a:lnTo>
                    <a:pt x="24650" y="44043"/>
                  </a:lnTo>
                  <a:lnTo>
                    <a:pt x="24726" y="45580"/>
                  </a:lnTo>
                  <a:lnTo>
                    <a:pt x="25057" y="46799"/>
                  </a:lnTo>
                  <a:lnTo>
                    <a:pt x="25755" y="46761"/>
                  </a:lnTo>
                  <a:lnTo>
                    <a:pt x="25971" y="45504"/>
                  </a:lnTo>
                  <a:lnTo>
                    <a:pt x="25819" y="42430"/>
                  </a:lnTo>
                  <a:lnTo>
                    <a:pt x="25488" y="41211"/>
                  </a:lnTo>
                  <a:lnTo>
                    <a:pt x="25146" y="41236"/>
                  </a:lnTo>
                  <a:lnTo>
                    <a:pt x="25463" y="41211"/>
                  </a:lnTo>
                  <a:lnTo>
                    <a:pt x="25679" y="39954"/>
                  </a:lnTo>
                  <a:lnTo>
                    <a:pt x="25615" y="38430"/>
                  </a:lnTo>
                  <a:lnTo>
                    <a:pt x="25539" y="36893"/>
                  </a:lnTo>
                  <a:lnTo>
                    <a:pt x="25209" y="35674"/>
                  </a:lnTo>
                  <a:lnTo>
                    <a:pt x="24523" y="35712"/>
                  </a:lnTo>
                  <a:lnTo>
                    <a:pt x="24295" y="36969"/>
                  </a:lnTo>
                  <a:lnTo>
                    <a:pt x="24434" y="40043"/>
                  </a:lnTo>
                  <a:lnTo>
                    <a:pt x="24612" y="40728"/>
                  </a:lnTo>
                  <a:lnTo>
                    <a:pt x="24041" y="40576"/>
                  </a:lnTo>
                  <a:lnTo>
                    <a:pt x="22733" y="40665"/>
                  </a:lnTo>
                  <a:lnTo>
                    <a:pt x="21424" y="40741"/>
                  </a:lnTo>
                  <a:lnTo>
                    <a:pt x="20370" y="41135"/>
                  </a:lnTo>
                  <a:lnTo>
                    <a:pt x="20396" y="41922"/>
                  </a:lnTo>
                  <a:lnTo>
                    <a:pt x="7073" y="26377"/>
                  </a:lnTo>
                  <a:lnTo>
                    <a:pt x="8140" y="26631"/>
                  </a:lnTo>
                  <a:lnTo>
                    <a:pt x="10769" y="26466"/>
                  </a:lnTo>
                  <a:lnTo>
                    <a:pt x="11353" y="26250"/>
                  </a:lnTo>
                  <a:lnTo>
                    <a:pt x="11226" y="26949"/>
                  </a:lnTo>
                  <a:lnTo>
                    <a:pt x="11303" y="28486"/>
                  </a:lnTo>
                  <a:lnTo>
                    <a:pt x="11379" y="30010"/>
                  </a:lnTo>
                  <a:lnTo>
                    <a:pt x="11709" y="31229"/>
                  </a:lnTo>
                  <a:lnTo>
                    <a:pt x="12407" y="31191"/>
                  </a:lnTo>
                  <a:lnTo>
                    <a:pt x="12623" y="29933"/>
                  </a:lnTo>
                  <a:lnTo>
                    <a:pt x="12471" y="26873"/>
                  </a:lnTo>
                  <a:lnTo>
                    <a:pt x="12280" y="26187"/>
                  </a:lnTo>
                  <a:lnTo>
                    <a:pt x="12903" y="26327"/>
                  </a:lnTo>
                  <a:lnTo>
                    <a:pt x="14211" y="26250"/>
                  </a:lnTo>
                  <a:lnTo>
                    <a:pt x="15519" y="26162"/>
                  </a:lnTo>
                  <a:lnTo>
                    <a:pt x="16573" y="25781"/>
                  </a:lnTo>
                  <a:lnTo>
                    <a:pt x="16535" y="24968"/>
                  </a:lnTo>
                  <a:lnTo>
                    <a:pt x="15455" y="24701"/>
                  </a:lnTo>
                  <a:lnTo>
                    <a:pt x="12827" y="24879"/>
                  </a:lnTo>
                  <a:lnTo>
                    <a:pt x="12204" y="25107"/>
                  </a:lnTo>
                  <a:lnTo>
                    <a:pt x="12344" y="24384"/>
                  </a:lnTo>
                  <a:lnTo>
                    <a:pt x="12268" y="22860"/>
                  </a:lnTo>
                  <a:lnTo>
                    <a:pt x="12192" y="21336"/>
                  </a:lnTo>
                  <a:lnTo>
                    <a:pt x="11861" y="20104"/>
                  </a:lnTo>
                  <a:lnTo>
                    <a:pt x="11798" y="25666"/>
                  </a:lnTo>
                  <a:lnTo>
                    <a:pt x="11798" y="20116"/>
                  </a:lnTo>
                  <a:lnTo>
                    <a:pt x="25222" y="4356"/>
                  </a:lnTo>
                  <a:lnTo>
                    <a:pt x="43726" y="25946"/>
                  </a:lnTo>
                  <a:lnTo>
                    <a:pt x="43726" y="21590"/>
                  </a:lnTo>
                  <a:lnTo>
                    <a:pt x="28956" y="4356"/>
                  </a:lnTo>
                  <a:lnTo>
                    <a:pt x="25222" y="0"/>
                  </a:lnTo>
                  <a:lnTo>
                    <a:pt x="11277" y="16268"/>
                  </a:lnTo>
                  <a:lnTo>
                    <a:pt x="11277" y="25158"/>
                  </a:lnTo>
                  <a:lnTo>
                    <a:pt x="10693" y="25006"/>
                  </a:lnTo>
                  <a:lnTo>
                    <a:pt x="9385" y="25095"/>
                  </a:lnTo>
                  <a:lnTo>
                    <a:pt x="8077" y="25171"/>
                  </a:lnTo>
                  <a:lnTo>
                    <a:pt x="7048" y="25565"/>
                  </a:lnTo>
                  <a:lnTo>
                    <a:pt x="7048" y="26352"/>
                  </a:lnTo>
                  <a:lnTo>
                    <a:pt x="6718" y="25946"/>
                  </a:lnTo>
                  <a:lnTo>
                    <a:pt x="7023" y="25590"/>
                  </a:lnTo>
                  <a:lnTo>
                    <a:pt x="7048" y="26352"/>
                  </a:lnTo>
                  <a:lnTo>
                    <a:pt x="7048" y="25565"/>
                  </a:lnTo>
                  <a:lnTo>
                    <a:pt x="11023" y="20916"/>
                  </a:lnTo>
                  <a:lnTo>
                    <a:pt x="10947" y="21399"/>
                  </a:lnTo>
                  <a:lnTo>
                    <a:pt x="11099" y="24472"/>
                  </a:lnTo>
                  <a:lnTo>
                    <a:pt x="11277" y="25158"/>
                  </a:lnTo>
                  <a:lnTo>
                    <a:pt x="11277" y="16268"/>
                  </a:lnTo>
                  <a:lnTo>
                    <a:pt x="2971" y="25946"/>
                  </a:lnTo>
                  <a:lnTo>
                    <a:pt x="25222" y="51892"/>
                  </a:lnTo>
                  <a:lnTo>
                    <a:pt x="28956" y="47523"/>
                  </a:lnTo>
                  <a:lnTo>
                    <a:pt x="47472" y="25946"/>
                  </a:lnTo>
                  <a:close/>
                </a:path>
                <a:path w="118109" h="148590">
                  <a:moveTo>
                    <a:pt x="50317" y="106908"/>
                  </a:moveTo>
                  <a:lnTo>
                    <a:pt x="50279" y="106108"/>
                  </a:lnTo>
                  <a:lnTo>
                    <a:pt x="49199" y="105841"/>
                  </a:lnTo>
                  <a:lnTo>
                    <a:pt x="46570" y="106006"/>
                  </a:lnTo>
                  <a:lnTo>
                    <a:pt x="45529" y="106400"/>
                  </a:lnTo>
                  <a:lnTo>
                    <a:pt x="45542" y="106807"/>
                  </a:lnTo>
                  <a:lnTo>
                    <a:pt x="45199" y="106832"/>
                  </a:lnTo>
                  <a:lnTo>
                    <a:pt x="44983" y="108089"/>
                  </a:lnTo>
                  <a:lnTo>
                    <a:pt x="45046" y="109613"/>
                  </a:lnTo>
                  <a:lnTo>
                    <a:pt x="45123" y="111150"/>
                  </a:lnTo>
                  <a:lnTo>
                    <a:pt x="45453" y="112369"/>
                  </a:lnTo>
                  <a:lnTo>
                    <a:pt x="46151" y="112331"/>
                  </a:lnTo>
                  <a:lnTo>
                    <a:pt x="46367" y="111074"/>
                  </a:lnTo>
                  <a:lnTo>
                    <a:pt x="46228" y="108000"/>
                  </a:lnTo>
                  <a:lnTo>
                    <a:pt x="46024" y="107327"/>
                  </a:lnTo>
                  <a:lnTo>
                    <a:pt x="46647" y="107467"/>
                  </a:lnTo>
                  <a:lnTo>
                    <a:pt x="47955" y="107378"/>
                  </a:lnTo>
                  <a:lnTo>
                    <a:pt x="49263" y="107302"/>
                  </a:lnTo>
                  <a:lnTo>
                    <a:pt x="50317" y="106908"/>
                  </a:lnTo>
                  <a:close/>
                </a:path>
                <a:path w="118109" h="148590">
                  <a:moveTo>
                    <a:pt x="109537" y="122567"/>
                  </a:moveTo>
                  <a:lnTo>
                    <a:pt x="105791" y="118211"/>
                  </a:lnTo>
                  <a:lnTo>
                    <a:pt x="105791" y="122567"/>
                  </a:lnTo>
                  <a:lnTo>
                    <a:pt x="101650" y="127393"/>
                  </a:lnTo>
                  <a:lnTo>
                    <a:pt x="101765" y="126784"/>
                  </a:lnTo>
                  <a:lnTo>
                    <a:pt x="101625" y="123710"/>
                  </a:lnTo>
                  <a:lnTo>
                    <a:pt x="101422" y="123037"/>
                  </a:lnTo>
                  <a:lnTo>
                    <a:pt x="102044" y="123177"/>
                  </a:lnTo>
                  <a:lnTo>
                    <a:pt x="103352" y="123101"/>
                  </a:lnTo>
                  <a:lnTo>
                    <a:pt x="104660" y="123012"/>
                  </a:lnTo>
                  <a:lnTo>
                    <a:pt x="105727" y="122618"/>
                  </a:lnTo>
                  <a:lnTo>
                    <a:pt x="105714" y="122491"/>
                  </a:lnTo>
                  <a:lnTo>
                    <a:pt x="105791" y="118211"/>
                  </a:lnTo>
                  <a:lnTo>
                    <a:pt x="104990" y="117271"/>
                  </a:lnTo>
                  <a:lnTo>
                    <a:pt x="104990" y="121653"/>
                  </a:lnTo>
                  <a:lnTo>
                    <a:pt x="104597" y="121551"/>
                  </a:lnTo>
                  <a:lnTo>
                    <a:pt x="101968" y="121729"/>
                  </a:lnTo>
                  <a:lnTo>
                    <a:pt x="101358" y="121958"/>
                  </a:lnTo>
                  <a:lnTo>
                    <a:pt x="101485" y="121234"/>
                  </a:lnTo>
                  <a:lnTo>
                    <a:pt x="101409" y="119710"/>
                  </a:lnTo>
                  <a:lnTo>
                    <a:pt x="101333" y="118173"/>
                  </a:lnTo>
                  <a:lnTo>
                    <a:pt x="101066" y="117233"/>
                  </a:lnTo>
                  <a:lnTo>
                    <a:pt x="101066" y="128079"/>
                  </a:lnTo>
                  <a:lnTo>
                    <a:pt x="87287" y="144145"/>
                  </a:lnTo>
                  <a:lnTo>
                    <a:pt x="82499" y="138582"/>
                  </a:lnTo>
                  <a:lnTo>
                    <a:pt x="83566" y="138823"/>
                  </a:lnTo>
                  <a:lnTo>
                    <a:pt x="86194" y="138658"/>
                  </a:lnTo>
                  <a:lnTo>
                    <a:pt x="86766" y="138455"/>
                  </a:lnTo>
                  <a:lnTo>
                    <a:pt x="86652" y="139153"/>
                  </a:lnTo>
                  <a:lnTo>
                    <a:pt x="86728" y="140677"/>
                  </a:lnTo>
                  <a:lnTo>
                    <a:pt x="86791" y="142201"/>
                  </a:lnTo>
                  <a:lnTo>
                    <a:pt x="87134" y="143433"/>
                  </a:lnTo>
                  <a:lnTo>
                    <a:pt x="87820" y="143383"/>
                  </a:lnTo>
                  <a:lnTo>
                    <a:pt x="88049" y="142125"/>
                  </a:lnTo>
                  <a:lnTo>
                    <a:pt x="87896" y="139065"/>
                  </a:lnTo>
                  <a:lnTo>
                    <a:pt x="87706" y="138391"/>
                  </a:lnTo>
                  <a:lnTo>
                    <a:pt x="88315" y="138531"/>
                  </a:lnTo>
                  <a:lnTo>
                    <a:pt x="89636" y="138442"/>
                  </a:lnTo>
                  <a:lnTo>
                    <a:pt x="90944" y="138353"/>
                  </a:lnTo>
                  <a:lnTo>
                    <a:pt x="91986" y="137972"/>
                  </a:lnTo>
                  <a:lnTo>
                    <a:pt x="91973" y="137566"/>
                  </a:lnTo>
                  <a:lnTo>
                    <a:pt x="91960" y="137160"/>
                  </a:lnTo>
                  <a:lnTo>
                    <a:pt x="90881" y="136906"/>
                  </a:lnTo>
                  <a:lnTo>
                    <a:pt x="88252" y="137071"/>
                  </a:lnTo>
                  <a:lnTo>
                    <a:pt x="87617" y="137299"/>
                  </a:lnTo>
                  <a:lnTo>
                    <a:pt x="87757" y="136588"/>
                  </a:lnTo>
                  <a:lnTo>
                    <a:pt x="87680" y="135051"/>
                  </a:lnTo>
                  <a:lnTo>
                    <a:pt x="87617" y="133527"/>
                  </a:lnTo>
                  <a:lnTo>
                    <a:pt x="87274" y="132295"/>
                  </a:lnTo>
                  <a:lnTo>
                    <a:pt x="86588" y="132346"/>
                  </a:lnTo>
                  <a:lnTo>
                    <a:pt x="86372" y="133604"/>
                  </a:lnTo>
                  <a:lnTo>
                    <a:pt x="86512" y="136664"/>
                  </a:lnTo>
                  <a:lnTo>
                    <a:pt x="86690" y="137350"/>
                  </a:lnTo>
                  <a:lnTo>
                    <a:pt x="86118" y="137198"/>
                  </a:lnTo>
                  <a:lnTo>
                    <a:pt x="84810" y="137287"/>
                  </a:lnTo>
                  <a:lnTo>
                    <a:pt x="83502" y="137375"/>
                  </a:lnTo>
                  <a:lnTo>
                    <a:pt x="82448" y="137756"/>
                  </a:lnTo>
                  <a:lnTo>
                    <a:pt x="82473" y="138557"/>
                  </a:lnTo>
                  <a:lnTo>
                    <a:pt x="69151" y="123012"/>
                  </a:lnTo>
                  <a:lnTo>
                    <a:pt x="70218" y="123253"/>
                  </a:lnTo>
                  <a:lnTo>
                    <a:pt x="72847" y="123088"/>
                  </a:lnTo>
                  <a:lnTo>
                    <a:pt x="73431" y="122885"/>
                  </a:lnTo>
                  <a:lnTo>
                    <a:pt x="73304" y="123583"/>
                  </a:lnTo>
                  <a:lnTo>
                    <a:pt x="73380" y="125107"/>
                  </a:lnTo>
                  <a:lnTo>
                    <a:pt x="73444" y="126631"/>
                  </a:lnTo>
                  <a:lnTo>
                    <a:pt x="73787" y="127863"/>
                  </a:lnTo>
                  <a:lnTo>
                    <a:pt x="74472" y="127825"/>
                  </a:lnTo>
                  <a:lnTo>
                    <a:pt x="74701" y="126568"/>
                  </a:lnTo>
                  <a:lnTo>
                    <a:pt x="74549" y="123494"/>
                  </a:lnTo>
                  <a:lnTo>
                    <a:pt x="74358" y="122821"/>
                  </a:lnTo>
                  <a:lnTo>
                    <a:pt x="74968" y="122961"/>
                  </a:lnTo>
                  <a:lnTo>
                    <a:pt x="76288" y="122872"/>
                  </a:lnTo>
                  <a:lnTo>
                    <a:pt x="77597" y="122796"/>
                  </a:lnTo>
                  <a:lnTo>
                    <a:pt x="78651" y="122402"/>
                  </a:lnTo>
                  <a:lnTo>
                    <a:pt x="78613" y="121602"/>
                  </a:lnTo>
                  <a:lnTo>
                    <a:pt x="77533" y="121335"/>
                  </a:lnTo>
                  <a:lnTo>
                    <a:pt x="74904" y="121500"/>
                  </a:lnTo>
                  <a:lnTo>
                    <a:pt x="74282" y="121742"/>
                  </a:lnTo>
                  <a:lnTo>
                    <a:pt x="74409" y="121018"/>
                  </a:lnTo>
                  <a:lnTo>
                    <a:pt x="74333" y="119481"/>
                  </a:lnTo>
                  <a:lnTo>
                    <a:pt x="74269" y="117957"/>
                  </a:lnTo>
                  <a:lnTo>
                    <a:pt x="73926" y="116738"/>
                  </a:lnTo>
                  <a:lnTo>
                    <a:pt x="73774" y="116751"/>
                  </a:lnTo>
                  <a:lnTo>
                    <a:pt x="86791" y="101574"/>
                  </a:lnTo>
                  <a:lnTo>
                    <a:pt x="86626" y="102539"/>
                  </a:lnTo>
                  <a:lnTo>
                    <a:pt x="86766" y="105600"/>
                  </a:lnTo>
                  <a:lnTo>
                    <a:pt x="86944" y="106286"/>
                  </a:lnTo>
                  <a:lnTo>
                    <a:pt x="86372" y="106146"/>
                  </a:lnTo>
                  <a:lnTo>
                    <a:pt x="85064" y="106222"/>
                  </a:lnTo>
                  <a:lnTo>
                    <a:pt x="83756" y="106311"/>
                  </a:lnTo>
                  <a:lnTo>
                    <a:pt x="82702" y="106692"/>
                  </a:lnTo>
                  <a:lnTo>
                    <a:pt x="82740" y="107505"/>
                  </a:lnTo>
                  <a:lnTo>
                    <a:pt x="83820" y="107759"/>
                  </a:lnTo>
                  <a:lnTo>
                    <a:pt x="86448" y="107594"/>
                  </a:lnTo>
                  <a:lnTo>
                    <a:pt x="87033" y="107378"/>
                  </a:lnTo>
                  <a:lnTo>
                    <a:pt x="86906" y="108089"/>
                  </a:lnTo>
                  <a:lnTo>
                    <a:pt x="86982" y="109613"/>
                  </a:lnTo>
                  <a:lnTo>
                    <a:pt x="87045" y="111150"/>
                  </a:lnTo>
                  <a:lnTo>
                    <a:pt x="87388" y="112369"/>
                  </a:lnTo>
                  <a:lnTo>
                    <a:pt x="88074" y="112331"/>
                  </a:lnTo>
                  <a:lnTo>
                    <a:pt x="88303" y="111074"/>
                  </a:lnTo>
                  <a:lnTo>
                    <a:pt x="88150" y="108000"/>
                  </a:lnTo>
                  <a:lnTo>
                    <a:pt x="87960" y="107327"/>
                  </a:lnTo>
                  <a:lnTo>
                    <a:pt x="88569" y="107467"/>
                  </a:lnTo>
                  <a:lnTo>
                    <a:pt x="89890" y="107378"/>
                  </a:lnTo>
                  <a:lnTo>
                    <a:pt x="91198" y="107302"/>
                  </a:lnTo>
                  <a:lnTo>
                    <a:pt x="92252" y="106908"/>
                  </a:lnTo>
                  <a:lnTo>
                    <a:pt x="100977" y="116967"/>
                  </a:lnTo>
                  <a:lnTo>
                    <a:pt x="100317" y="116992"/>
                  </a:lnTo>
                  <a:lnTo>
                    <a:pt x="100088" y="118249"/>
                  </a:lnTo>
                  <a:lnTo>
                    <a:pt x="100241" y="121323"/>
                  </a:lnTo>
                  <a:lnTo>
                    <a:pt x="100418" y="122008"/>
                  </a:lnTo>
                  <a:lnTo>
                    <a:pt x="99847" y="121856"/>
                  </a:lnTo>
                  <a:lnTo>
                    <a:pt x="98539" y="121945"/>
                  </a:lnTo>
                  <a:lnTo>
                    <a:pt x="97231" y="122021"/>
                  </a:lnTo>
                  <a:lnTo>
                    <a:pt x="96164" y="122415"/>
                  </a:lnTo>
                  <a:lnTo>
                    <a:pt x="96215" y="123215"/>
                  </a:lnTo>
                  <a:lnTo>
                    <a:pt x="97282" y="123482"/>
                  </a:lnTo>
                  <a:lnTo>
                    <a:pt x="99910" y="123317"/>
                  </a:lnTo>
                  <a:lnTo>
                    <a:pt x="100495" y="123101"/>
                  </a:lnTo>
                  <a:lnTo>
                    <a:pt x="100380" y="123799"/>
                  </a:lnTo>
                  <a:lnTo>
                    <a:pt x="100444" y="125323"/>
                  </a:lnTo>
                  <a:lnTo>
                    <a:pt x="100520" y="126860"/>
                  </a:lnTo>
                  <a:lnTo>
                    <a:pt x="100863" y="128079"/>
                  </a:lnTo>
                  <a:lnTo>
                    <a:pt x="101066" y="128079"/>
                  </a:lnTo>
                  <a:lnTo>
                    <a:pt x="101066" y="117233"/>
                  </a:lnTo>
                  <a:lnTo>
                    <a:pt x="101003" y="117005"/>
                  </a:lnTo>
                  <a:lnTo>
                    <a:pt x="104990" y="121653"/>
                  </a:lnTo>
                  <a:lnTo>
                    <a:pt x="104990" y="117271"/>
                  </a:lnTo>
                  <a:lnTo>
                    <a:pt x="91503" y="101549"/>
                  </a:lnTo>
                  <a:lnTo>
                    <a:pt x="91503" y="105943"/>
                  </a:lnTo>
                  <a:lnTo>
                    <a:pt x="91135" y="105841"/>
                  </a:lnTo>
                  <a:lnTo>
                    <a:pt x="88506" y="106006"/>
                  </a:lnTo>
                  <a:lnTo>
                    <a:pt x="87884" y="106248"/>
                  </a:lnTo>
                  <a:lnTo>
                    <a:pt x="88011" y="105524"/>
                  </a:lnTo>
                  <a:lnTo>
                    <a:pt x="87934" y="103987"/>
                  </a:lnTo>
                  <a:lnTo>
                    <a:pt x="87871" y="102463"/>
                  </a:lnTo>
                  <a:lnTo>
                    <a:pt x="87528" y="101295"/>
                  </a:lnTo>
                  <a:lnTo>
                    <a:pt x="91503" y="105943"/>
                  </a:lnTo>
                  <a:lnTo>
                    <a:pt x="91503" y="101549"/>
                  </a:lnTo>
                  <a:lnTo>
                    <a:pt x="91033" y="100990"/>
                  </a:lnTo>
                  <a:lnTo>
                    <a:pt x="87503" y="96875"/>
                  </a:lnTo>
                  <a:lnTo>
                    <a:pt x="87503" y="101257"/>
                  </a:lnTo>
                  <a:lnTo>
                    <a:pt x="87045" y="101282"/>
                  </a:lnTo>
                  <a:lnTo>
                    <a:pt x="87287" y="100990"/>
                  </a:lnTo>
                  <a:lnTo>
                    <a:pt x="87503" y="101257"/>
                  </a:lnTo>
                  <a:lnTo>
                    <a:pt x="87503" y="96875"/>
                  </a:lnTo>
                  <a:lnTo>
                    <a:pt x="87287" y="96621"/>
                  </a:lnTo>
                  <a:lnTo>
                    <a:pt x="73342" y="112890"/>
                  </a:lnTo>
                  <a:lnTo>
                    <a:pt x="73342" y="121780"/>
                  </a:lnTo>
                  <a:lnTo>
                    <a:pt x="72771" y="121640"/>
                  </a:lnTo>
                  <a:lnTo>
                    <a:pt x="71462" y="121716"/>
                  </a:lnTo>
                  <a:lnTo>
                    <a:pt x="70154" y="121805"/>
                  </a:lnTo>
                  <a:lnTo>
                    <a:pt x="69126" y="122186"/>
                  </a:lnTo>
                  <a:lnTo>
                    <a:pt x="69126" y="122986"/>
                  </a:lnTo>
                  <a:lnTo>
                    <a:pt x="68783" y="122567"/>
                  </a:lnTo>
                  <a:lnTo>
                    <a:pt x="69100" y="122199"/>
                  </a:lnTo>
                  <a:lnTo>
                    <a:pt x="69126" y="122986"/>
                  </a:lnTo>
                  <a:lnTo>
                    <a:pt x="69126" y="122186"/>
                  </a:lnTo>
                  <a:lnTo>
                    <a:pt x="73101" y="117525"/>
                  </a:lnTo>
                  <a:lnTo>
                    <a:pt x="73025" y="118033"/>
                  </a:lnTo>
                  <a:lnTo>
                    <a:pt x="73164" y="121094"/>
                  </a:lnTo>
                  <a:lnTo>
                    <a:pt x="73342" y="121780"/>
                  </a:lnTo>
                  <a:lnTo>
                    <a:pt x="73342" y="112890"/>
                  </a:lnTo>
                  <a:lnTo>
                    <a:pt x="65036" y="122567"/>
                  </a:lnTo>
                  <a:lnTo>
                    <a:pt x="87287" y="148513"/>
                  </a:lnTo>
                  <a:lnTo>
                    <a:pt x="91033" y="144145"/>
                  </a:lnTo>
                  <a:lnTo>
                    <a:pt x="109537" y="122567"/>
                  </a:lnTo>
                  <a:close/>
                </a:path>
                <a:path w="118109" h="148590">
                  <a:moveTo>
                    <a:pt x="117652" y="90512"/>
                  </a:moveTo>
                  <a:lnTo>
                    <a:pt x="116865" y="90805"/>
                  </a:lnTo>
                  <a:lnTo>
                    <a:pt x="116916" y="91605"/>
                  </a:lnTo>
                  <a:lnTo>
                    <a:pt x="117652" y="91795"/>
                  </a:lnTo>
                  <a:lnTo>
                    <a:pt x="117652" y="90512"/>
                  </a:lnTo>
                  <a:close/>
                </a:path>
                <a:path w="118109" h="148590">
                  <a:moveTo>
                    <a:pt x="117665" y="76288"/>
                  </a:moveTo>
                  <a:lnTo>
                    <a:pt x="112229" y="69964"/>
                  </a:lnTo>
                  <a:lnTo>
                    <a:pt x="112229" y="74333"/>
                  </a:lnTo>
                  <a:lnTo>
                    <a:pt x="111836" y="74231"/>
                  </a:lnTo>
                  <a:lnTo>
                    <a:pt x="109207" y="74396"/>
                  </a:lnTo>
                  <a:lnTo>
                    <a:pt x="108585" y="74650"/>
                  </a:lnTo>
                  <a:lnTo>
                    <a:pt x="108712" y="73914"/>
                  </a:lnTo>
                  <a:lnTo>
                    <a:pt x="108648" y="72390"/>
                  </a:lnTo>
                  <a:lnTo>
                    <a:pt x="108572" y="70853"/>
                  </a:lnTo>
                  <a:lnTo>
                    <a:pt x="108242" y="69684"/>
                  </a:lnTo>
                  <a:lnTo>
                    <a:pt x="112229" y="74333"/>
                  </a:lnTo>
                  <a:lnTo>
                    <a:pt x="112229" y="69964"/>
                  </a:lnTo>
                  <a:lnTo>
                    <a:pt x="111734" y="69380"/>
                  </a:lnTo>
                  <a:lnTo>
                    <a:pt x="108216" y="65265"/>
                  </a:lnTo>
                  <a:lnTo>
                    <a:pt x="108216" y="69646"/>
                  </a:lnTo>
                  <a:lnTo>
                    <a:pt x="107759" y="69672"/>
                  </a:lnTo>
                  <a:lnTo>
                    <a:pt x="108000" y="69380"/>
                  </a:lnTo>
                  <a:lnTo>
                    <a:pt x="108216" y="69646"/>
                  </a:lnTo>
                  <a:lnTo>
                    <a:pt x="108216" y="65265"/>
                  </a:lnTo>
                  <a:lnTo>
                    <a:pt x="108000" y="65011"/>
                  </a:lnTo>
                  <a:lnTo>
                    <a:pt x="94043" y="81292"/>
                  </a:lnTo>
                  <a:lnTo>
                    <a:pt x="94043" y="90170"/>
                  </a:lnTo>
                  <a:lnTo>
                    <a:pt x="93472" y="90030"/>
                  </a:lnTo>
                  <a:lnTo>
                    <a:pt x="92163" y="90106"/>
                  </a:lnTo>
                  <a:lnTo>
                    <a:pt x="90855" y="90195"/>
                  </a:lnTo>
                  <a:lnTo>
                    <a:pt x="89827" y="90576"/>
                  </a:lnTo>
                  <a:lnTo>
                    <a:pt x="89827" y="91363"/>
                  </a:lnTo>
                  <a:lnTo>
                    <a:pt x="89496" y="90957"/>
                  </a:lnTo>
                  <a:lnTo>
                    <a:pt x="89801" y="90601"/>
                  </a:lnTo>
                  <a:lnTo>
                    <a:pt x="89827" y="91363"/>
                  </a:lnTo>
                  <a:lnTo>
                    <a:pt x="89827" y="90576"/>
                  </a:lnTo>
                  <a:lnTo>
                    <a:pt x="93802" y="85928"/>
                  </a:lnTo>
                  <a:lnTo>
                    <a:pt x="93726" y="86423"/>
                  </a:lnTo>
                  <a:lnTo>
                    <a:pt x="93865" y="89496"/>
                  </a:lnTo>
                  <a:lnTo>
                    <a:pt x="94043" y="90170"/>
                  </a:lnTo>
                  <a:lnTo>
                    <a:pt x="94043" y="81292"/>
                  </a:lnTo>
                  <a:lnTo>
                    <a:pt x="87299" y="89154"/>
                  </a:lnTo>
                  <a:lnTo>
                    <a:pt x="85115" y="86614"/>
                  </a:lnTo>
                  <a:lnTo>
                    <a:pt x="85115" y="90957"/>
                  </a:lnTo>
                  <a:lnTo>
                    <a:pt x="80975" y="95783"/>
                  </a:lnTo>
                  <a:lnTo>
                    <a:pt x="81089" y="95173"/>
                  </a:lnTo>
                  <a:lnTo>
                    <a:pt x="80937" y="92113"/>
                  </a:lnTo>
                  <a:lnTo>
                    <a:pt x="80746" y="91427"/>
                  </a:lnTo>
                  <a:lnTo>
                    <a:pt x="81356" y="91567"/>
                  </a:lnTo>
                  <a:lnTo>
                    <a:pt x="82664" y="91490"/>
                  </a:lnTo>
                  <a:lnTo>
                    <a:pt x="83985" y="91401"/>
                  </a:lnTo>
                  <a:lnTo>
                    <a:pt x="85039" y="91020"/>
                  </a:lnTo>
                  <a:lnTo>
                    <a:pt x="85026" y="90868"/>
                  </a:lnTo>
                  <a:lnTo>
                    <a:pt x="85115" y="86614"/>
                  </a:lnTo>
                  <a:lnTo>
                    <a:pt x="84328" y="85686"/>
                  </a:lnTo>
                  <a:lnTo>
                    <a:pt x="84328" y="90055"/>
                  </a:lnTo>
                  <a:lnTo>
                    <a:pt x="83921" y="89954"/>
                  </a:lnTo>
                  <a:lnTo>
                    <a:pt x="81292" y="90119"/>
                  </a:lnTo>
                  <a:lnTo>
                    <a:pt x="80657" y="90347"/>
                  </a:lnTo>
                  <a:lnTo>
                    <a:pt x="80797" y="89623"/>
                  </a:lnTo>
                  <a:lnTo>
                    <a:pt x="80733" y="88099"/>
                  </a:lnTo>
                  <a:lnTo>
                    <a:pt x="80657" y="86575"/>
                  </a:lnTo>
                  <a:lnTo>
                    <a:pt x="80391" y="85648"/>
                  </a:lnTo>
                  <a:lnTo>
                    <a:pt x="80391" y="96469"/>
                  </a:lnTo>
                  <a:lnTo>
                    <a:pt x="66611" y="112534"/>
                  </a:lnTo>
                  <a:lnTo>
                    <a:pt x="61823" y="106972"/>
                  </a:lnTo>
                  <a:lnTo>
                    <a:pt x="62877" y="107213"/>
                  </a:lnTo>
                  <a:lnTo>
                    <a:pt x="65506" y="107048"/>
                  </a:lnTo>
                  <a:lnTo>
                    <a:pt x="66090" y="106832"/>
                  </a:lnTo>
                  <a:lnTo>
                    <a:pt x="65963" y="107543"/>
                  </a:lnTo>
                  <a:lnTo>
                    <a:pt x="66040" y="109067"/>
                  </a:lnTo>
                  <a:lnTo>
                    <a:pt x="66116" y="110591"/>
                  </a:lnTo>
                  <a:lnTo>
                    <a:pt x="66446" y="111823"/>
                  </a:lnTo>
                  <a:lnTo>
                    <a:pt x="67132" y="111785"/>
                  </a:lnTo>
                  <a:lnTo>
                    <a:pt x="67360" y="110528"/>
                  </a:lnTo>
                  <a:lnTo>
                    <a:pt x="67208" y="107454"/>
                  </a:lnTo>
                  <a:lnTo>
                    <a:pt x="67017" y="106768"/>
                  </a:lnTo>
                  <a:lnTo>
                    <a:pt x="67640" y="106921"/>
                  </a:lnTo>
                  <a:lnTo>
                    <a:pt x="68948" y="106832"/>
                  </a:lnTo>
                  <a:lnTo>
                    <a:pt x="70256" y="106756"/>
                  </a:lnTo>
                  <a:lnTo>
                    <a:pt x="71310" y="106362"/>
                  </a:lnTo>
                  <a:lnTo>
                    <a:pt x="71272" y="105562"/>
                  </a:lnTo>
                  <a:lnTo>
                    <a:pt x="70192" y="105295"/>
                  </a:lnTo>
                  <a:lnTo>
                    <a:pt x="67564" y="105460"/>
                  </a:lnTo>
                  <a:lnTo>
                    <a:pt x="66941" y="105702"/>
                  </a:lnTo>
                  <a:lnTo>
                    <a:pt x="67068" y="104978"/>
                  </a:lnTo>
                  <a:lnTo>
                    <a:pt x="67005" y="103441"/>
                  </a:lnTo>
                  <a:lnTo>
                    <a:pt x="66929" y="101917"/>
                  </a:lnTo>
                  <a:lnTo>
                    <a:pt x="66586" y="100698"/>
                  </a:lnTo>
                  <a:lnTo>
                    <a:pt x="65900" y="100736"/>
                  </a:lnTo>
                  <a:lnTo>
                    <a:pt x="65684" y="101993"/>
                  </a:lnTo>
                  <a:lnTo>
                    <a:pt x="65824" y="105054"/>
                  </a:lnTo>
                  <a:lnTo>
                    <a:pt x="66001" y="105740"/>
                  </a:lnTo>
                  <a:lnTo>
                    <a:pt x="65430" y="105600"/>
                  </a:lnTo>
                  <a:lnTo>
                    <a:pt x="64122" y="105676"/>
                  </a:lnTo>
                  <a:lnTo>
                    <a:pt x="62814" y="105765"/>
                  </a:lnTo>
                  <a:lnTo>
                    <a:pt x="61760" y="106146"/>
                  </a:lnTo>
                  <a:lnTo>
                    <a:pt x="61785" y="106934"/>
                  </a:lnTo>
                  <a:lnTo>
                    <a:pt x="48475" y="91401"/>
                  </a:lnTo>
                  <a:lnTo>
                    <a:pt x="49530" y="91655"/>
                  </a:lnTo>
                  <a:lnTo>
                    <a:pt x="52158" y="91478"/>
                  </a:lnTo>
                  <a:lnTo>
                    <a:pt x="52743" y="91274"/>
                  </a:lnTo>
                  <a:lnTo>
                    <a:pt x="52616" y="91973"/>
                  </a:lnTo>
                  <a:lnTo>
                    <a:pt x="52692" y="93497"/>
                  </a:lnTo>
                  <a:lnTo>
                    <a:pt x="52768" y="95034"/>
                  </a:lnTo>
                  <a:lnTo>
                    <a:pt x="53098" y="96253"/>
                  </a:lnTo>
                  <a:lnTo>
                    <a:pt x="53797" y="96215"/>
                  </a:lnTo>
                  <a:lnTo>
                    <a:pt x="54013" y="94957"/>
                  </a:lnTo>
                  <a:lnTo>
                    <a:pt x="53860" y="91884"/>
                  </a:lnTo>
                  <a:lnTo>
                    <a:pt x="53670" y="91211"/>
                  </a:lnTo>
                  <a:lnTo>
                    <a:pt x="54292" y="91351"/>
                  </a:lnTo>
                  <a:lnTo>
                    <a:pt x="55600" y="91262"/>
                  </a:lnTo>
                  <a:lnTo>
                    <a:pt x="56908" y="91186"/>
                  </a:lnTo>
                  <a:lnTo>
                    <a:pt x="57950" y="90792"/>
                  </a:lnTo>
                  <a:lnTo>
                    <a:pt x="57950" y="90385"/>
                  </a:lnTo>
                  <a:lnTo>
                    <a:pt x="57924" y="89992"/>
                  </a:lnTo>
                  <a:lnTo>
                    <a:pt x="56845" y="89725"/>
                  </a:lnTo>
                  <a:lnTo>
                    <a:pt x="54216" y="89890"/>
                  </a:lnTo>
                  <a:lnTo>
                    <a:pt x="53594" y="90131"/>
                  </a:lnTo>
                  <a:lnTo>
                    <a:pt x="53733" y="89408"/>
                  </a:lnTo>
                  <a:lnTo>
                    <a:pt x="53657" y="87884"/>
                  </a:lnTo>
                  <a:lnTo>
                    <a:pt x="53581" y="86347"/>
                  </a:lnTo>
                  <a:lnTo>
                    <a:pt x="53251" y="85128"/>
                  </a:lnTo>
                  <a:lnTo>
                    <a:pt x="53187" y="90690"/>
                  </a:lnTo>
                  <a:lnTo>
                    <a:pt x="53187" y="85140"/>
                  </a:lnTo>
                  <a:lnTo>
                    <a:pt x="66103" y="69964"/>
                  </a:lnTo>
                  <a:lnTo>
                    <a:pt x="65938" y="70929"/>
                  </a:lnTo>
                  <a:lnTo>
                    <a:pt x="66078" y="74002"/>
                  </a:lnTo>
                  <a:lnTo>
                    <a:pt x="66255" y="74676"/>
                  </a:lnTo>
                  <a:lnTo>
                    <a:pt x="65684" y="74536"/>
                  </a:lnTo>
                  <a:lnTo>
                    <a:pt x="64376" y="74612"/>
                  </a:lnTo>
                  <a:lnTo>
                    <a:pt x="63068" y="74701"/>
                  </a:lnTo>
                  <a:lnTo>
                    <a:pt x="62014" y="75095"/>
                  </a:lnTo>
                  <a:lnTo>
                    <a:pt x="62052" y="75895"/>
                  </a:lnTo>
                  <a:lnTo>
                    <a:pt x="63131" y="76161"/>
                  </a:lnTo>
                  <a:lnTo>
                    <a:pt x="65760" y="75984"/>
                  </a:lnTo>
                  <a:lnTo>
                    <a:pt x="66344" y="75780"/>
                  </a:lnTo>
                  <a:lnTo>
                    <a:pt x="66217" y="76479"/>
                  </a:lnTo>
                  <a:lnTo>
                    <a:pt x="66294" y="78003"/>
                  </a:lnTo>
                  <a:lnTo>
                    <a:pt x="66370" y="79540"/>
                  </a:lnTo>
                  <a:lnTo>
                    <a:pt x="66700" y="80759"/>
                  </a:lnTo>
                  <a:lnTo>
                    <a:pt x="67398" y="80721"/>
                  </a:lnTo>
                  <a:lnTo>
                    <a:pt x="67614" y="79463"/>
                  </a:lnTo>
                  <a:lnTo>
                    <a:pt x="67462" y="76390"/>
                  </a:lnTo>
                  <a:lnTo>
                    <a:pt x="67271" y="75704"/>
                  </a:lnTo>
                  <a:lnTo>
                    <a:pt x="67894" y="75857"/>
                  </a:lnTo>
                  <a:lnTo>
                    <a:pt x="69202" y="75768"/>
                  </a:lnTo>
                  <a:lnTo>
                    <a:pt x="70510" y="75692"/>
                  </a:lnTo>
                  <a:lnTo>
                    <a:pt x="71564" y="75298"/>
                  </a:lnTo>
                  <a:lnTo>
                    <a:pt x="71551" y="75171"/>
                  </a:lnTo>
                  <a:lnTo>
                    <a:pt x="80302" y="85356"/>
                  </a:lnTo>
                  <a:lnTo>
                    <a:pt x="79629" y="85382"/>
                  </a:lnTo>
                  <a:lnTo>
                    <a:pt x="79413" y="86639"/>
                  </a:lnTo>
                  <a:lnTo>
                    <a:pt x="79552" y="89712"/>
                  </a:lnTo>
                  <a:lnTo>
                    <a:pt x="79730" y="90398"/>
                  </a:lnTo>
                  <a:lnTo>
                    <a:pt x="79159" y="90246"/>
                  </a:lnTo>
                  <a:lnTo>
                    <a:pt x="77851" y="90335"/>
                  </a:lnTo>
                  <a:lnTo>
                    <a:pt x="76542" y="90411"/>
                  </a:lnTo>
                  <a:lnTo>
                    <a:pt x="75488" y="90805"/>
                  </a:lnTo>
                  <a:lnTo>
                    <a:pt x="75526" y="91605"/>
                  </a:lnTo>
                  <a:lnTo>
                    <a:pt x="76606" y="91871"/>
                  </a:lnTo>
                  <a:lnTo>
                    <a:pt x="79235" y="91706"/>
                  </a:lnTo>
                  <a:lnTo>
                    <a:pt x="79806" y="91490"/>
                  </a:lnTo>
                  <a:lnTo>
                    <a:pt x="79692" y="92189"/>
                  </a:lnTo>
                  <a:lnTo>
                    <a:pt x="79768" y="93726"/>
                  </a:lnTo>
                  <a:lnTo>
                    <a:pt x="79832" y="95250"/>
                  </a:lnTo>
                  <a:lnTo>
                    <a:pt x="80175" y="96481"/>
                  </a:lnTo>
                  <a:lnTo>
                    <a:pt x="80391" y="96469"/>
                  </a:lnTo>
                  <a:lnTo>
                    <a:pt x="80391" y="85648"/>
                  </a:lnTo>
                  <a:lnTo>
                    <a:pt x="80314" y="85369"/>
                  </a:lnTo>
                  <a:lnTo>
                    <a:pt x="84328" y="90055"/>
                  </a:lnTo>
                  <a:lnTo>
                    <a:pt x="84328" y="85686"/>
                  </a:lnTo>
                  <a:lnTo>
                    <a:pt x="70827" y="69938"/>
                  </a:lnTo>
                  <a:lnTo>
                    <a:pt x="70827" y="74333"/>
                  </a:lnTo>
                  <a:lnTo>
                    <a:pt x="70446" y="74231"/>
                  </a:lnTo>
                  <a:lnTo>
                    <a:pt x="67818" y="74396"/>
                  </a:lnTo>
                  <a:lnTo>
                    <a:pt x="67195" y="74650"/>
                  </a:lnTo>
                  <a:lnTo>
                    <a:pt x="67322" y="73914"/>
                  </a:lnTo>
                  <a:lnTo>
                    <a:pt x="67259" y="72390"/>
                  </a:lnTo>
                  <a:lnTo>
                    <a:pt x="67183" y="70853"/>
                  </a:lnTo>
                  <a:lnTo>
                    <a:pt x="66852" y="69684"/>
                  </a:lnTo>
                  <a:lnTo>
                    <a:pt x="70827" y="74333"/>
                  </a:lnTo>
                  <a:lnTo>
                    <a:pt x="70827" y="69938"/>
                  </a:lnTo>
                  <a:lnTo>
                    <a:pt x="70358" y="69380"/>
                  </a:lnTo>
                  <a:lnTo>
                    <a:pt x="66827" y="65265"/>
                  </a:lnTo>
                  <a:lnTo>
                    <a:pt x="66827" y="69646"/>
                  </a:lnTo>
                  <a:lnTo>
                    <a:pt x="66370" y="69672"/>
                  </a:lnTo>
                  <a:lnTo>
                    <a:pt x="66611" y="69380"/>
                  </a:lnTo>
                  <a:lnTo>
                    <a:pt x="66827" y="69646"/>
                  </a:lnTo>
                  <a:lnTo>
                    <a:pt x="66827" y="65265"/>
                  </a:lnTo>
                  <a:lnTo>
                    <a:pt x="66611" y="65011"/>
                  </a:lnTo>
                  <a:lnTo>
                    <a:pt x="52666" y="81280"/>
                  </a:lnTo>
                  <a:lnTo>
                    <a:pt x="52666" y="90170"/>
                  </a:lnTo>
                  <a:lnTo>
                    <a:pt x="52082" y="90030"/>
                  </a:lnTo>
                  <a:lnTo>
                    <a:pt x="50774" y="90106"/>
                  </a:lnTo>
                  <a:lnTo>
                    <a:pt x="49466" y="90195"/>
                  </a:lnTo>
                  <a:lnTo>
                    <a:pt x="48437" y="90576"/>
                  </a:lnTo>
                  <a:lnTo>
                    <a:pt x="48437" y="91363"/>
                  </a:lnTo>
                  <a:lnTo>
                    <a:pt x="48107" y="90957"/>
                  </a:lnTo>
                  <a:lnTo>
                    <a:pt x="48412" y="90601"/>
                  </a:lnTo>
                  <a:lnTo>
                    <a:pt x="48437" y="91363"/>
                  </a:lnTo>
                  <a:lnTo>
                    <a:pt x="48437" y="90576"/>
                  </a:lnTo>
                  <a:lnTo>
                    <a:pt x="52412" y="85928"/>
                  </a:lnTo>
                  <a:lnTo>
                    <a:pt x="52336" y="86423"/>
                  </a:lnTo>
                  <a:lnTo>
                    <a:pt x="52489" y="89496"/>
                  </a:lnTo>
                  <a:lnTo>
                    <a:pt x="52666" y="90170"/>
                  </a:lnTo>
                  <a:lnTo>
                    <a:pt x="52666" y="81280"/>
                  </a:lnTo>
                  <a:lnTo>
                    <a:pt x="44361" y="90957"/>
                  </a:lnTo>
                  <a:lnTo>
                    <a:pt x="66611" y="116903"/>
                  </a:lnTo>
                  <a:lnTo>
                    <a:pt x="70358" y="112534"/>
                  </a:lnTo>
                  <a:lnTo>
                    <a:pt x="87299" y="92773"/>
                  </a:lnTo>
                  <a:lnTo>
                    <a:pt x="108000" y="116903"/>
                  </a:lnTo>
                  <a:lnTo>
                    <a:pt x="111734" y="112534"/>
                  </a:lnTo>
                  <a:lnTo>
                    <a:pt x="117652" y="105638"/>
                  </a:lnTo>
                  <a:lnTo>
                    <a:pt x="117652" y="101269"/>
                  </a:lnTo>
                  <a:lnTo>
                    <a:pt x="108000" y="112534"/>
                  </a:lnTo>
                  <a:lnTo>
                    <a:pt x="103212" y="106972"/>
                  </a:lnTo>
                  <a:lnTo>
                    <a:pt x="104267" y="107213"/>
                  </a:lnTo>
                  <a:lnTo>
                    <a:pt x="106895" y="107048"/>
                  </a:lnTo>
                  <a:lnTo>
                    <a:pt x="107467" y="106832"/>
                  </a:lnTo>
                  <a:lnTo>
                    <a:pt x="107353" y="107543"/>
                  </a:lnTo>
                  <a:lnTo>
                    <a:pt x="107429" y="109067"/>
                  </a:lnTo>
                  <a:lnTo>
                    <a:pt x="107505" y="110591"/>
                  </a:lnTo>
                  <a:lnTo>
                    <a:pt x="107835" y="111823"/>
                  </a:lnTo>
                  <a:lnTo>
                    <a:pt x="108521" y="111785"/>
                  </a:lnTo>
                  <a:lnTo>
                    <a:pt x="108750" y="110528"/>
                  </a:lnTo>
                  <a:lnTo>
                    <a:pt x="108597" y="107454"/>
                  </a:lnTo>
                  <a:lnTo>
                    <a:pt x="108407" y="106781"/>
                  </a:lnTo>
                  <a:lnTo>
                    <a:pt x="109029" y="106921"/>
                  </a:lnTo>
                  <a:lnTo>
                    <a:pt x="110337" y="106832"/>
                  </a:lnTo>
                  <a:lnTo>
                    <a:pt x="111645" y="106756"/>
                  </a:lnTo>
                  <a:lnTo>
                    <a:pt x="112699" y="106362"/>
                  </a:lnTo>
                  <a:lnTo>
                    <a:pt x="112661" y="105562"/>
                  </a:lnTo>
                  <a:lnTo>
                    <a:pt x="111582" y="105295"/>
                  </a:lnTo>
                  <a:lnTo>
                    <a:pt x="108953" y="105460"/>
                  </a:lnTo>
                  <a:lnTo>
                    <a:pt x="108318" y="105702"/>
                  </a:lnTo>
                  <a:lnTo>
                    <a:pt x="108458" y="104978"/>
                  </a:lnTo>
                  <a:lnTo>
                    <a:pt x="108394" y="103441"/>
                  </a:lnTo>
                  <a:lnTo>
                    <a:pt x="108318" y="101917"/>
                  </a:lnTo>
                  <a:lnTo>
                    <a:pt x="107975" y="100698"/>
                  </a:lnTo>
                  <a:lnTo>
                    <a:pt x="107289" y="100736"/>
                  </a:lnTo>
                  <a:lnTo>
                    <a:pt x="107073" y="101993"/>
                  </a:lnTo>
                  <a:lnTo>
                    <a:pt x="107213" y="105054"/>
                  </a:lnTo>
                  <a:lnTo>
                    <a:pt x="107391" y="105740"/>
                  </a:lnTo>
                  <a:lnTo>
                    <a:pt x="106819" y="105600"/>
                  </a:lnTo>
                  <a:lnTo>
                    <a:pt x="105511" y="105676"/>
                  </a:lnTo>
                  <a:lnTo>
                    <a:pt x="104203" y="105765"/>
                  </a:lnTo>
                  <a:lnTo>
                    <a:pt x="103149" y="106146"/>
                  </a:lnTo>
                  <a:lnTo>
                    <a:pt x="103174" y="106934"/>
                  </a:lnTo>
                  <a:lnTo>
                    <a:pt x="89865" y="91401"/>
                  </a:lnTo>
                  <a:lnTo>
                    <a:pt x="90919" y="91655"/>
                  </a:lnTo>
                  <a:lnTo>
                    <a:pt x="93548" y="91478"/>
                  </a:lnTo>
                  <a:lnTo>
                    <a:pt x="94132" y="91274"/>
                  </a:lnTo>
                  <a:lnTo>
                    <a:pt x="94005" y="91973"/>
                  </a:lnTo>
                  <a:lnTo>
                    <a:pt x="94081" y="93497"/>
                  </a:lnTo>
                  <a:lnTo>
                    <a:pt x="94157" y="95034"/>
                  </a:lnTo>
                  <a:lnTo>
                    <a:pt x="94488" y="96253"/>
                  </a:lnTo>
                  <a:lnTo>
                    <a:pt x="95173" y="96215"/>
                  </a:lnTo>
                  <a:lnTo>
                    <a:pt x="95402" y="94957"/>
                  </a:lnTo>
                  <a:lnTo>
                    <a:pt x="95250" y="91884"/>
                  </a:lnTo>
                  <a:lnTo>
                    <a:pt x="95059" y="91198"/>
                  </a:lnTo>
                  <a:lnTo>
                    <a:pt x="95681" y="91351"/>
                  </a:lnTo>
                  <a:lnTo>
                    <a:pt x="96989" y="91262"/>
                  </a:lnTo>
                  <a:lnTo>
                    <a:pt x="98298" y="91186"/>
                  </a:lnTo>
                  <a:lnTo>
                    <a:pt x="99352" y="90792"/>
                  </a:lnTo>
                  <a:lnTo>
                    <a:pt x="99314" y="89992"/>
                  </a:lnTo>
                  <a:lnTo>
                    <a:pt x="98234" y="89725"/>
                  </a:lnTo>
                  <a:lnTo>
                    <a:pt x="95605" y="89890"/>
                  </a:lnTo>
                  <a:lnTo>
                    <a:pt x="94983" y="90131"/>
                  </a:lnTo>
                  <a:lnTo>
                    <a:pt x="95110" y="89408"/>
                  </a:lnTo>
                  <a:lnTo>
                    <a:pt x="95046" y="87884"/>
                  </a:lnTo>
                  <a:lnTo>
                    <a:pt x="94970" y="86347"/>
                  </a:lnTo>
                  <a:lnTo>
                    <a:pt x="94640" y="85128"/>
                  </a:lnTo>
                  <a:lnTo>
                    <a:pt x="94488" y="85140"/>
                  </a:lnTo>
                  <a:lnTo>
                    <a:pt x="107480" y="69977"/>
                  </a:lnTo>
                  <a:lnTo>
                    <a:pt x="107327" y="70929"/>
                  </a:lnTo>
                  <a:lnTo>
                    <a:pt x="107467" y="74002"/>
                  </a:lnTo>
                  <a:lnTo>
                    <a:pt x="107645" y="74676"/>
                  </a:lnTo>
                  <a:lnTo>
                    <a:pt x="107073" y="74536"/>
                  </a:lnTo>
                  <a:lnTo>
                    <a:pt x="105765" y="74612"/>
                  </a:lnTo>
                  <a:lnTo>
                    <a:pt x="104457" y="74701"/>
                  </a:lnTo>
                  <a:lnTo>
                    <a:pt x="103403" y="75095"/>
                  </a:lnTo>
                  <a:lnTo>
                    <a:pt x="103441" y="75895"/>
                  </a:lnTo>
                  <a:lnTo>
                    <a:pt x="104521" y="76161"/>
                  </a:lnTo>
                  <a:lnTo>
                    <a:pt x="107149" y="75984"/>
                  </a:lnTo>
                  <a:lnTo>
                    <a:pt x="107734" y="75780"/>
                  </a:lnTo>
                  <a:lnTo>
                    <a:pt x="107607" y="76479"/>
                  </a:lnTo>
                  <a:lnTo>
                    <a:pt x="107683" y="78003"/>
                  </a:lnTo>
                  <a:lnTo>
                    <a:pt x="107759" y="79540"/>
                  </a:lnTo>
                  <a:lnTo>
                    <a:pt x="108089" y="80759"/>
                  </a:lnTo>
                  <a:lnTo>
                    <a:pt x="108775" y="80721"/>
                  </a:lnTo>
                  <a:lnTo>
                    <a:pt x="109004" y="79463"/>
                  </a:lnTo>
                  <a:lnTo>
                    <a:pt x="108851" y="76390"/>
                  </a:lnTo>
                  <a:lnTo>
                    <a:pt x="108661" y="75717"/>
                  </a:lnTo>
                  <a:lnTo>
                    <a:pt x="109283" y="75857"/>
                  </a:lnTo>
                  <a:lnTo>
                    <a:pt x="110591" y="75768"/>
                  </a:lnTo>
                  <a:lnTo>
                    <a:pt x="111899" y="75692"/>
                  </a:lnTo>
                  <a:lnTo>
                    <a:pt x="112953" y="75298"/>
                  </a:lnTo>
                  <a:lnTo>
                    <a:pt x="112941" y="75171"/>
                  </a:lnTo>
                  <a:lnTo>
                    <a:pt x="117665" y="80657"/>
                  </a:lnTo>
                  <a:lnTo>
                    <a:pt x="117665" y="76288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11722507" y="7575784"/>
              <a:ext cx="109855" cy="83820"/>
            </a:xfrm>
            <a:custGeom>
              <a:avLst/>
              <a:gdLst/>
              <a:ahLst/>
              <a:cxnLst/>
              <a:rect l="l" t="t" r="r" b="b"/>
              <a:pathLst>
                <a:path w="109854" h="83820">
                  <a:moveTo>
                    <a:pt x="9309" y="72948"/>
                  </a:moveTo>
                  <a:lnTo>
                    <a:pt x="9258" y="72148"/>
                  </a:lnTo>
                  <a:lnTo>
                    <a:pt x="8191" y="71882"/>
                  </a:lnTo>
                  <a:lnTo>
                    <a:pt x="5562" y="72047"/>
                  </a:lnTo>
                  <a:lnTo>
                    <a:pt x="4940" y="72288"/>
                  </a:lnTo>
                  <a:lnTo>
                    <a:pt x="5067" y="71564"/>
                  </a:lnTo>
                  <a:lnTo>
                    <a:pt x="4991" y="70040"/>
                  </a:lnTo>
                  <a:lnTo>
                    <a:pt x="4927" y="68503"/>
                  </a:lnTo>
                  <a:lnTo>
                    <a:pt x="4584" y="67284"/>
                  </a:lnTo>
                  <a:lnTo>
                    <a:pt x="3911" y="67322"/>
                  </a:lnTo>
                  <a:lnTo>
                    <a:pt x="3670" y="68580"/>
                  </a:lnTo>
                  <a:lnTo>
                    <a:pt x="3822" y="71653"/>
                  </a:lnTo>
                  <a:lnTo>
                    <a:pt x="4000" y="72326"/>
                  </a:lnTo>
                  <a:lnTo>
                    <a:pt x="3429" y="72186"/>
                  </a:lnTo>
                  <a:lnTo>
                    <a:pt x="812" y="72351"/>
                  </a:lnTo>
                  <a:lnTo>
                    <a:pt x="0" y="72644"/>
                  </a:lnTo>
                  <a:lnTo>
                    <a:pt x="0" y="73596"/>
                  </a:lnTo>
                  <a:lnTo>
                    <a:pt x="876" y="73812"/>
                  </a:lnTo>
                  <a:lnTo>
                    <a:pt x="3505" y="73634"/>
                  </a:lnTo>
                  <a:lnTo>
                    <a:pt x="4076" y="73431"/>
                  </a:lnTo>
                  <a:lnTo>
                    <a:pt x="3962" y="74129"/>
                  </a:lnTo>
                  <a:lnTo>
                    <a:pt x="4038" y="75653"/>
                  </a:lnTo>
                  <a:lnTo>
                    <a:pt x="4102" y="77190"/>
                  </a:lnTo>
                  <a:lnTo>
                    <a:pt x="4445" y="78409"/>
                  </a:lnTo>
                  <a:lnTo>
                    <a:pt x="5118" y="78371"/>
                  </a:lnTo>
                  <a:lnTo>
                    <a:pt x="5359" y="77114"/>
                  </a:lnTo>
                  <a:lnTo>
                    <a:pt x="5207" y="74041"/>
                  </a:lnTo>
                  <a:lnTo>
                    <a:pt x="5016" y="73367"/>
                  </a:lnTo>
                  <a:lnTo>
                    <a:pt x="5626" y="73507"/>
                  </a:lnTo>
                  <a:lnTo>
                    <a:pt x="6934" y="73418"/>
                  </a:lnTo>
                  <a:lnTo>
                    <a:pt x="8242" y="73342"/>
                  </a:lnTo>
                  <a:lnTo>
                    <a:pt x="9309" y="72948"/>
                  </a:lnTo>
                  <a:close/>
                </a:path>
                <a:path w="109854" h="83820">
                  <a:moveTo>
                    <a:pt x="29908" y="41338"/>
                  </a:moveTo>
                  <a:lnTo>
                    <a:pt x="29870" y="40538"/>
                  </a:lnTo>
                  <a:lnTo>
                    <a:pt x="28790" y="40271"/>
                  </a:lnTo>
                  <a:lnTo>
                    <a:pt x="26162" y="40436"/>
                  </a:lnTo>
                  <a:lnTo>
                    <a:pt x="25120" y="40830"/>
                  </a:lnTo>
                  <a:lnTo>
                    <a:pt x="25133" y="41236"/>
                  </a:lnTo>
                  <a:lnTo>
                    <a:pt x="24790" y="41262"/>
                  </a:lnTo>
                  <a:lnTo>
                    <a:pt x="24561" y="42519"/>
                  </a:lnTo>
                  <a:lnTo>
                    <a:pt x="24638" y="44043"/>
                  </a:lnTo>
                  <a:lnTo>
                    <a:pt x="24714" y="45580"/>
                  </a:lnTo>
                  <a:lnTo>
                    <a:pt x="25044" y="46799"/>
                  </a:lnTo>
                  <a:lnTo>
                    <a:pt x="25742" y="46761"/>
                  </a:lnTo>
                  <a:lnTo>
                    <a:pt x="25958" y="45504"/>
                  </a:lnTo>
                  <a:lnTo>
                    <a:pt x="25806" y="42430"/>
                  </a:lnTo>
                  <a:lnTo>
                    <a:pt x="25615" y="41744"/>
                  </a:lnTo>
                  <a:lnTo>
                    <a:pt x="26238" y="41897"/>
                  </a:lnTo>
                  <a:lnTo>
                    <a:pt x="27546" y="41808"/>
                  </a:lnTo>
                  <a:lnTo>
                    <a:pt x="28854" y="41732"/>
                  </a:lnTo>
                  <a:lnTo>
                    <a:pt x="29908" y="41338"/>
                  </a:lnTo>
                  <a:close/>
                </a:path>
                <a:path w="109854" h="83820">
                  <a:moveTo>
                    <a:pt x="30162" y="10287"/>
                  </a:moveTo>
                  <a:lnTo>
                    <a:pt x="30124" y="9474"/>
                  </a:lnTo>
                  <a:lnTo>
                    <a:pt x="29044" y="9220"/>
                  </a:lnTo>
                  <a:lnTo>
                    <a:pt x="26416" y="9385"/>
                  </a:lnTo>
                  <a:lnTo>
                    <a:pt x="25793" y="9613"/>
                  </a:lnTo>
                  <a:lnTo>
                    <a:pt x="25933" y="8890"/>
                  </a:lnTo>
                  <a:lnTo>
                    <a:pt x="25857" y="7366"/>
                  </a:lnTo>
                  <a:lnTo>
                    <a:pt x="25781" y="5842"/>
                  </a:lnTo>
                  <a:lnTo>
                    <a:pt x="25450" y="4610"/>
                  </a:lnTo>
                  <a:lnTo>
                    <a:pt x="24752" y="4648"/>
                  </a:lnTo>
                  <a:lnTo>
                    <a:pt x="24536" y="5905"/>
                  </a:lnTo>
                  <a:lnTo>
                    <a:pt x="24688" y="8978"/>
                  </a:lnTo>
                  <a:lnTo>
                    <a:pt x="24866" y="9664"/>
                  </a:lnTo>
                  <a:lnTo>
                    <a:pt x="24282" y="9512"/>
                  </a:lnTo>
                  <a:lnTo>
                    <a:pt x="22974" y="9601"/>
                  </a:lnTo>
                  <a:lnTo>
                    <a:pt x="21666" y="9677"/>
                  </a:lnTo>
                  <a:lnTo>
                    <a:pt x="20612" y="10071"/>
                  </a:lnTo>
                  <a:lnTo>
                    <a:pt x="20650" y="10871"/>
                  </a:lnTo>
                  <a:lnTo>
                    <a:pt x="21729" y="11137"/>
                  </a:lnTo>
                  <a:lnTo>
                    <a:pt x="24358" y="10972"/>
                  </a:lnTo>
                  <a:lnTo>
                    <a:pt x="24942" y="10756"/>
                  </a:lnTo>
                  <a:lnTo>
                    <a:pt x="24815" y="11455"/>
                  </a:lnTo>
                  <a:lnTo>
                    <a:pt x="24892" y="12992"/>
                  </a:lnTo>
                  <a:lnTo>
                    <a:pt x="24968" y="14516"/>
                  </a:lnTo>
                  <a:lnTo>
                    <a:pt x="25298" y="15748"/>
                  </a:lnTo>
                  <a:lnTo>
                    <a:pt x="25996" y="15697"/>
                  </a:lnTo>
                  <a:lnTo>
                    <a:pt x="26212" y="14439"/>
                  </a:lnTo>
                  <a:lnTo>
                    <a:pt x="26060" y="11379"/>
                  </a:lnTo>
                  <a:lnTo>
                    <a:pt x="25869" y="10693"/>
                  </a:lnTo>
                  <a:lnTo>
                    <a:pt x="26492" y="10833"/>
                  </a:lnTo>
                  <a:lnTo>
                    <a:pt x="27800" y="10756"/>
                  </a:lnTo>
                  <a:lnTo>
                    <a:pt x="29108" y="10668"/>
                  </a:lnTo>
                  <a:lnTo>
                    <a:pt x="30162" y="10287"/>
                  </a:lnTo>
                  <a:close/>
                </a:path>
                <a:path w="109854" h="83820">
                  <a:moveTo>
                    <a:pt x="43637" y="25996"/>
                  </a:moveTo>
                  <a:lnTo>
                    <a:pt x="43599" y="25196"/>
                  </a:lnTo>
                  <a:lnTo>
                    <a:pt x="42519" y="24930"/>
                  </a:lnTo>
                  <a:lnTo>
                    <a:pt x="39890" y="25095"/>
                  </a:lnTo>
                  <a:lnTo>
                    <a:pt x="39268" y="25336"/>
                  </a:lnTo>
                  <a:lnTo>
                    <a:pt x="39395" y="24612"/>
                  </a:lnTo>
                  <a:lnTo>
                    <a:pt x="39331" y="23075"/>
                  </a:lnTo>
                  <a:lnTo>
                    <a:pt x="39255" y="21551"/>
                  </a:lnTo>
                  <a:lnTo>
                    <a:pt x="38912" y="20320"/>
                  </a:lnTo>
                  <a:lnTo>
                    <a:pt x="38227" y="20370"/>
                  </a:lnTo>
                  <a:lnTo>
                    <a:pt x="38011" y="21628"/>
                  </a:lnTo>
                  <a:lnTo>
                    <a:pt x="38150" y="24688"/>
                  </a:lnTo>
                  <a:lnTo>
                    <a:pt x="38328" y="25374"/>
                  </a:lnTo>
                  <a:lnTo>
                    <a:pt x="37757" y="25234"/>
                  </a:lnTo>
                  <a:lnTo>
                    <a:pt x="36449" y="25311"/>
                  </a:lnTo>
                  <a:lnTo>
                    <a:pt x="35140" y="25400"/>
                  </a:lnTo>
                  <a:lnTo>
                    <a:pt x="34086" y="25781"/>
                  </a:lnTo>
                  <a:lnTo>
                    <a:pt x="34124" y="26593"/>
                  </a:lnTo>
                  <a:lnTo>
                    <a:pt x="35204" y="26847"/>
                  </a:lnTo>
                  <a:lnTo>
                    <a:pt x="37833" y="26682"/>
                  </a:lnTo>
                  <a:lnTo>
                    <a:pt x="38417" y="26479"/>
                  </a:lnTo>
                  <a:lnTo>
                    <a:pt x="38290" y="27178"/>
                  </a:lnTo>
                  <a:lnTo>
                    <a:pt x="38366" y="28702"/>
                  </a:lnTo>
                  <a:lnTo>
                    <a:pt x="38442" y="30226"/>
                  </a:lnTo>
                  <a:lnTo>
                    <a:pt x="38773" y="31457"/>
                  </a:lnTo>
                  <a:lnTo>
                    <a:pt x="39458" y="31419"/>
                  </a:lnTo>
                  <a:lnTo>
                    <a:pt x="39687" y="30162"/>
                  </a:lnTo>
                  <a:lnTo>
                    <a:pt x="39535" y="27089"/>
                  </a:lnTo>
                  <a:lnTo>
                    <a:pt x="39344" y="26416"/>
                  </a:lnTo>
                  <a:lnTo>
                    <a:pt x="39966" y="26555"/>
                  </a:lnTo>
                  <a:lnTo>
                    <a:pt x="41275" y="26466"/>
                  </a:lnTo>
                  <a:lnTo>
                    <a:pt x="42583" y="26390"/>
                  </a:lnTo>
                  <a:lnTo>
                    <a:pt x="43637" y="25996"/>
                  </a:lnTo>
                  <a:close/>
                </a:path>
                <a:path w="109854" h="83820">
                  <a:moveTo>
                    <a:pt x="88849" y="25946"/>
                  </a:moveTo>
                  <a:lnTo>
                    <a:pt x="85102" y="21577"/>
                  </a:lnTo>
                  <a:lnTo>
                    <a:pt x="85102" y="25946"/>
                  </a:lnTo>
                  <a:lnTo>
                    <a:pt x="80962" y="30772"/>
                  </a:lnTo>
                  <a:lnTo>
                    <a:pt x="81076" y="30162"/>
                  </a:lnTo>
                  <a:lnTo>
                    <a:pt x="80924" y="27089"/>
                  </a:lnTo>
                  <a:lnTo>
                    <a:pt x="80733" y="26416"/>
                  </a:lnTo>
                  <a:lnTo>
                    <a:pt x="81343" y="26555"/>
                  </a:lnTo>
                  <a:lnTo>
                    <a:pt x="82651" y="26466"/>
                  </a:lnTo>
                  <a:lnTo>
                    <a:pt x="83972" y="26390"/>
                  </a:lnTo>
                  <a:lnTo>
                    <a:pt x="85026" y="25996"/>
                  </a:lnTo>
                  <a:lnTo>
                    <a:pt x="85013" y="25857"/>
                  </a:lnTo>
                  <a:lnTo>
                    <a:pt x="85102" y="21577"/>
                  </a:lnTo>
                  <a:lnTo>
                    <a:pt x="84315" y="20662"/>
                  </a:lnTo>
                  <a:lnTo>
                    <a:pt x="84315" y="25031"/>
                  </a:lnTo>
                  <a:lnTo>
                    <a:pt x="83908" y="24930"/>
                  </a:lnTo>
                  <a:lnTo>
                    <a:pt x="81280" y="25095"/>
                  </a:lnTo>
                  <a:lnTo>
                    <a:pt x="80645" y="25336"/>
                  </a:lnTo>
                  <a:lnTo>
                    <a:pt x="80784" y="24612"/>
                  </a:lnTo>
                  <a:lnTo>
                    <a:pt x="80721" y="23075"/>
                  </a:lnTo>
                  <a:lnTo>
                    <a:pt x="80645" y="21551"/>
                  </a:lnTo>
                  <a:lnTo>
                    <a:pt x="80378" y="20624"/>
                  </a:lnTo>
                  <a:lnTo>
                    <a:pt x="80378" y="31457"/>
                  </a:lnTo>
                  <a:lnTo>
                    <a:pt x="66598" y="47523"/>
                  </a:lnTo>
                  <a:lnTo>
                    <a:pt x="61798" y="41948"/>
                  </a:lnTo>
                  <a:lnTo>
                    <a:pt x="62865" y="42202"/>
                  </a:lnTo>
                  <a:lnTo>
                    <a:pt x="65493" y="42037"/>
                  </a:lnTo>
                  <a:lnTo>
                    <a:pt x="66078" y="41821"/>
                  </a:lnTo>
                  <a:lnTo>
                    <a:pt x="65951" y="42519"/>
                  </a:lnTo>
                  <a:lnTo>
                    <a:pt x="66027" y="44043"/>
                  </a:lnTo>
                  <a:lnTo>
                    <a:pt x="66103" y="45580"/>
                  </a:lnTo>
                  <a:lnTo>
                    <a:pt x="66433" y="46799"/>
                  </a:lnTo>
                  <a:lnTo>
                    <a:pt x="67119" y="46761"/>
                  </a:lnTo>
                  <a:lnTo>
                    <a:pt x="67348" y="45504"/>
                  </a:lnTo>
                  <a:lnTo>
                    <a:pt x="67195" y="42430"/>
                  </a:lnTo>
                  <a:lnTo>
                    <a:pt x="67005" y="41744"/>
                  </a:lnTo>
                  <a:lnTo>
                    <a:pt x="67627" y="41897"/>
                  </a:lnTo>
                  <a:lnTo>
                    <a:pt x="68935" y="41808"/>
                  </a:lnTo>
                  <a:lnTo>
                    <a:pt x="70243" y="41732"/>
                  </a:lnTo>
                  <a:lnTo>
                    <a:pt x="71297" y="41338"/>
                  </a:lnTo>
                  <a:lnTo>
                    <a:pt x="71259" y="40538"/>
                  </a:lnTo>
                  <a:lnTo>
                    <a:pt x="70180" y="40271"/>
                  </a:lnTo>
                  <a:lnTo>
                    <a:pt x="67551" y="40436"/>
                  </a:lnTo>
                  <a:lnTo>
                    <a:pt x="66929" y="40678"/>
                  </a:lnTo>
                  <a:lnTo>
                    <a:pt x="67056" y="39954"/>
                  </a:lnTo>
                  <a:lnTo>
                    <a:pt x="66992" y="38430"/>
                  </a:lnTo>
                  <a:lnTo>
                    <a:pt x="66916" y="36893"/>
                  </a:lnTo>
                  <a:lnTo>
                    <a:pt x="66573" y="35674"/>
                  </a:lnTo>
                  <a:lnTo>
                    <a:pt x="65887" y="35712"/>
                  </a:lnTo>
                  <a:lnTo>
                    <a:pt x="65671" y="36969"/>
                  </a:lnTo>
                  <a:lnTo>
                    <a:pt x="65811" y="40043"/>
                  </a:lnTo>
                  <a:lnTo>
                    <a:pt x="65989" y="40728"/>
                  </a:lnTo>
                  <a:lnTo>
                    <a:pt x="65417" y="40576"/>
                  </a:lnTo>
                  <a:lnTo>
                    <a:pt x="64109" y="40665"/>
                  </a:lnTo>
                  <a:lnTo>
                    <a:pt x="62801" y="40741"/>
                  </a:lnTo>
                  <a:lnTo>
                    <a:pt x="61747" y="41135"/>
                  </a:lnTo>
                  <a:lnTo>
                    <a:pt x="61772" y="41922"/>
                  </a:lnTo>
                  <a:lnTo>
                    <a:pt x="48450" y="26377"/>
                  </a:lnTo>
                  <a:lnTo>
                    <a:pt x="49517" y="26631"/>
                  </a:lnTo>
                  <a:lnTo>
                    <a:pt x="52146" y="26466"/>
                  </a:lnTo>
                  <a:lnTo>
                    <a:pt x="52730" y="26250"/>
                  </a:lnTo>
                  <a:lnTo>
                    <a:pt x="52603" y="26949"/>
                  </a:lnTo>
                  <a:lnTo>
                    <a:pt x="52679" y="28486"/>
                  </a:lnTo>
                  <a:lnTo>
                    <a:pt x="52755" y="30010"/>
                  </a:lnTo>
                  <a:lnTo>
                    <a:pt x="53086" y="31229"/>
                  </a:lnTo>
                  <a:lnTo>
                    <a:pt x="53784" y="31191"/>
                  </a:lnTo>
                  <a:lnTo>
                    <a:pt x="54000" y="29933"/>
                  </a:lnTo>
                  <a:lnTo>
                    <a:pt x="53848" y="26873"/>
                  </a:lnTo>
                  <a:lnTo>
                    <a:pt x="53657" y="26187"/>
                  </a:lnTo>
                  <a:lnTo>
                    <a:pt x="54279" y="26327"/>
                  </a:lnTo>
                  <a:lnTo>
                    <a:pt x="55587" y="26250"/>
                  </a:lnTo>
                  <a:lnTo>
                    <a:pt x="56896" y="26162"/>
                  </a:lnTo>
                  <a:lnTo>
                    <a:pt x="57937" y="25781"/>
                  </a:lnTo>
                  <a:lnTo>
                    <a:pt x="57937" y="25361"/>
                  </a:lnTo>
                  <a:lnTo>
                    <a:pt x="57912" y="24968"/>
                  </a:lnTo>
                  <a:lnTo>
                    <a:pt x="56832" y="24701"/>
                  </a:lnTo>
                  <a:lnTo>
                    <a:pt x="54203" y="24879"/>
                  </a:lnTo>
                  <a:lnTo>
                    <a:pt x="53581" y="25107"/>
                  </a:lnTo>
                  <a:lnTo>
                    <a:pt x="53721" y="24384"/>
                  </a:lnTo>
                  <a:lnTo>
                    <a:pt x="53644" y="22860"/>
                  </a:lnTo>
                  <a:lnTo>
                    <a:pt x="53568" y="21336"/>
                  </a:lnTo>
                  <a:lnTo>
                    <a:pt x="53238" y="20104"/>
                  </a:lnTo>
                  <a:lnTo>
                    <a:pt x="53086" y="20116"/>
                  </a:lnTo>
                  <a:lnTo>
                    <a:pt x="66090" y="4940"/>
                  </a:lnTo>
                  <a:lnTo>
                    <a:pt x="65925" y="5905"/>
                  </a:lnTo>
                  <a:lnTo>
                    <a:pt x="66065" y="8978"/>
                  </a:lnTo>
                  <a:lnTo>
                    <a:pt x="66408" y="10198"/>
                  </a:lnTo>
                  <a:lnTo>
                    <a:pt x="67094" y="10147"/>
                  </a:lnTo>
                  <a:lnTo>
                    <a:pt x="67310" y="8890"/>
                  </a:lnTo>
                  <a:lnTo>
                    <a:pt x="67246" y="7366"/>
                  </a:lnTo>
                  <a:lnTo>
                    <a:pt x="67170" y="5842"/>
                  </a:lnTo>
                  <a:lnTo>
                    <a:pt x="66840" y="4660"/>
                  </a:lnTo>
                  <a:lnTo>
                    <a:pt x="80276" y="20332"/>
                  </a:lnTo>
                  <a:lnTo>
                    <a:pt x="79616" y="20370"/>
                  </a:lnTo>
                  <a:lnTo>
                    <a:pt x="79400" y="21628"/>
                  </a:lnTo>
                  <a:lnTo>
                    <a:pt x="79540" y="24688"/>
                  </a:lnTo>
                  <a:lnTo>
                    <a:pt x="79717" y="25374"/>
                  </a:lnTo>
                  <a:lnTo>
                    <a:pt x="79146" y="25234"/>
                  </a:lnTo>
                  <a:lnTo>
                    <a:pt x="77838" y="25311"/>
                  </a:lnTo>
                  <a:lnTo>
                    <a:pt x="76530" y="25400"/>
                  </a:lnTo>
                  <a:lnTo>
                    <a:pt x="75476" y="25781"/>
                  </a:lnTo>
                  <a:lnTo>
                    <a:pt x="75514" y="26593"/>
                  </a:lnTo>
                  <a:lnTo>
                    <a:pt x="76593" y="26847"/>
                  </a:lnTo>
                  <a:lnTo>
                    <a:pt x="79222" y="26682"/>
                  </a:lnTo>
                  <a:lnTo>
                    <a:pt x="79794" y="26479"/>
                  </a:lnTo>
                  <a:lnTo>
                    <a:pt x="79679" y="27178"/>
                  </a:lnTo>
                  <a:lnTo>
                    <a:pt x="79756" y="28702"/>
                  </a:lnTo>
                  <a:lnTo>
                    <a:pt x="79819" y="30226"/>
                  </a:lnTo>
                  <a:lnTo>
                    <a:pt x="80162" y="31457"/>
                  </a:lnTo>
                  <a:lnTo>
                    <a:pt x="80378" y="31457"/>
                  </a:lnTo>
                  <a:lnTo>
                    <a:pt x="80378" y="20624"/>
                  </a:lnTo>
                  <a:lnTo>
                    <a:pt x="80302" y="20358"/>
                  </a:lnTo>
                  <a:lnTo>
                    <a:pt x="84315" y="25031"/>
                  </a:lnTo>
                  <a:lnTo>
                    <a:pt x="84315" y="20662"/>
                  </a:lnTo>
                  <a:lnTo>
                    <a:pt x="70345" y="4356"/>
                  </a:lnTo>
                  <a:lnTo>
                    <a:pt x="66814" y="254"/>
                  </a:lnTo>
                  <a:lnTo>
                    <a:pt x="66814" y="4622"/>
                  </a:lnTo>
                  <a:lnTo>
                    <a:pt x="66357" y="4648"/>
                  </a:lnTo>
                  <a:lnTo>
                    <a:pt x="66598" y="4356"/>
                  </a:lnTo>
                  <a:lnTo>
                    <a:pt x="66814" y="4622"/>
                  </a:lnTo>
                  <a:lnTo>
                    <a:pt x="66814" y="254"/>
                  </a:lnTo>
                  <a:lnTo>
                    <a:pt x="66598" y="0"/>
                  </a:lnTo>
                  <a:lnTo>
                    <a:pt x="52654" y="16268"/>
                  </a:lnTo>
                  <a:lnTo>
                    <a:pt x="52654" y="25158"/>
                  </a:lnTo>
                  <a:lnTo>
                    <a:pt x="52070" y="25006"/>
                  </a:lnTo>
                  <a:lnTo>
                    <a:pt x="50761" y="25095"/>
                  </a:lnTo>
                  <a:lnTo>
                    <a:pt x="49453" y="25171"/>
                  </a:lnTo>
                  <a:lnTo>
                    <a:pt x="48425" y="25565"/>
                  </a:lnTo>
                  <a:lnTo>
                    <a:pt x="48425" y="26352"/>
                  </a:lnTo>
                  <a:lnTo>
                    <a:pt x="48094" y="25946"/>
                  </a:lnTo>
                  <a:lnTo>
                    <a:pt x="48399" y="25590"/>
                  </a:lnTo>
                  <a:lnTo>
                    <a:pt x="48425" y="26352"/>
                  </a:lnTo>
                  <a:lnTo>
                    <a:pt x="48425" y="25565"/>
                  </a:lnTo>
                  <a:lnTo>
                    <a:pt x="52400" y="20916"/>
                  </a:lnTo>
                  <a:lnTo>
                    <a:pt x="52324" y="21399"/>
                  </a:lnTo>
                  <a:lnTo>
                    <a:pt x="52476" y="24472"/>
                  </a:lnTo>
                  <a:lnTo>
                    <a:pt x="52654" y="25158"/>
                  </a:lnTo>
                  <a:lnTo>
                    <a:pt x="52654" y="16268"/>
                  </a:lnTo>
                  <a:lnTo>
                    <a:pt x="44348" y="25946"/>
                  </a:lnTo>
                  <a:lnTo>
                    <a:pt x="66598" y="51892"/>
                  </a:lnTo>
                  <a:lnTo>
                    <a:pt x="70345" y="47523"/>
                  </a:lnTo>
                  <a:lnTo>
                    <a:pt x="88849" y="25946"/>
                  </a:lnTo>
                  <a:close/>
                </a:path>
                <a:path w="109854" h="83820">
                  <a:moveTo>
                    <a:pt x="109524" y="57543"/>
                  </a:moveTo>
                  <a:lnTo>
                    <a:pt x="105778" y="53187"/>
                  </a:lnTo>
                  <a:lnTo>
                    <a:pt x="105778" y="57543"/>
                  </a:lnTo>
                  <a:lnTo>
                    <a:pt x="101638" y="62382"/>
                  </a:lnTo>
                  <a:lnTo>
                    <a:pt x="101752" y="61760"/>
                  </a:lnTo>
                  <a:lnTo>
                    <a:pt x="101612" y="58699"/>
                  </a:lnTo>
                  <a:lnTo>
                    <a:pt x="101422" y="58026"/>
                  </a:lnTo>
                  <a:lnTo>
                    <a:pt x="102031" y="58166"/>
                  </a:lnTo>
                  <a:lnTo>
                    <a:pt x="103339" y="58077"/>
                  </a:lnTo>
                  <a:lnTo>
                    <a:pt x="104648" y="57988"/>
                  </a:lnTo>
                  <a:lnTo>
                    <a:pt x="105714" y="57607"/>
                  </a:lnTo>
                  <a:lnTo>
                    <a:pt x="105702" y="57467"/>
                  </a:lnTo>
                  <a:lnTo>
                    <a:pt x="105778" y="53187"/>
                  </a:lnTo>
                  <a:lnTo>
                    <a:pt x="104990" y="52260"/>
                  </a:lnTo>
                  <a:lnTo>
                    <a:pt x="104990" y="56642"/>
                  </a:lnTo>
                  <a:lnTo>
                    <a:pt x="104584" y="56540"/>
                  </a:lnTo>
                  <a:lnTo>
                    <a:pt x="101955" y="56705"/>
                  </a:lnTo>
                  <a:lnTo>
                    <a:pt x="101346" y="56934"/>
                  </a:lnTo>
                  <a:lnTo>
                    <a:pt x="101473" y="56222"/>
                  </a:lnTo>
                  <a:lnTo>
                    <a:pt x="101396" y="54686"/>
                  </a:lnTo>
                  <a:lnTo>
                    <a:pt x="101320" y="53162"/>
                  </a:lnTo>
                  <a:lnTo>
                    <a:pt x="101053" y="52209"/>
                  </a:lnTo>
                  <a:lnTo>
                    <a:pt x="101053" y="63055"/>
                  </a:lnTo>
                  <a:lnTo>
                    <a:pt x="87274" y="79133"/>
                  </a:lnTo>
                  <a:lnTo>
                    <a:pt x="82473" y="73558"/>
                  </a:lnTo>
                  <a:lnTo>
                    <a:pt x="83553" y="73812"/>
                  </a:lnTo>
                  <a:lnTo>
                    <a:pt x="86182" y="73634"/>
                  </a:lnTo>
                  <a:lnTo>
                    <a:pt x="86753" y="73431"/>
                  </a:lnTo>
                  <a:lnTo>
                    <a:pt x="86639" y="74129"/>
                  </a:lnTo>
                  <a:lnTo>
                    <a:pt x="86715" y="75653"/>
                  </a:lnTo>
                  <a:lnTo>
                    <a:pt x="86779" y="77190"/>
                  </a:lnTo>
                  <a:lnTo>
                    <a:pt x="87122" y="78409"/>
                  </a:lnTo>
                  <a:lnTo>
                    <a:pt x="87807" y="78371"/>
                  </a:lnTo>
                  <a:lnTo>
                    <a:pt x="88036" y="77114"/>
                  </a:lnTo>
                  <a:lnTo>
                    <a:pt x="87884" y="74041"/>
                  </a:lnTo>
                  <a:lnTo>
                    <a:pt x="87693" y="73367"/>
                  </a:lnTo>
                  <a:lnTo>
                    <a:pt x="88303" y="73507"/>
                  </a:lnTo>
                  <a:lnTo>
                    <a:pt x="89623" y="73418"/>
                  </a:lnTo>
                  <a:lnTo>
                    <a:pt x="90932" y="73342"/>
                  </a:lnTo>
                  <a:lnTo>
                    <a:pt x="91973" y="72948"/>
                  </a:lnTo>
                  <a:lnTo>
                    <a:pt x="91960" y="72542"/>
                  </a:lnTo>
                  <a:lnTo>
                    <a:pt x="91948" y="72148"/>
                  </a:lnTo>
                  <a:lnTo>
                    <a:pt x="90868" y="71882"/>
                  </a:lnTo>
                  <a:lnTo>
                    <a:pt x="88239" y="72047"/>
                  </a:lnTo>
                  <a:lnTo>
                    <a:pt x="87604" y="72288"/>
                  </a:lnTo>
                  <a:lnTo>
                    <a:pt x="87744" y="71564"/>
                  </a:lnTo>
                  <a:lnTo>
                    <a:pt x="87668" y="70040"/>
                  </a:lnTo>
                  <a:lnTo>
                    <a:pt x="87604" y="68503"/>
                  </a:lnTo>
                  <a:lnTo>
                    <a:pt x="87261" y="67284"/>
                  </a:lnTo>
                  <a:lnTo>
                    <a:pt x="86575" y="67322"/>
                  </a:lnTo>
                  <a:lnTo>
                    <a:pt x="86360" y="68580"/>
                  </a:lnTo>
                  <a:lnTo>
                    <a:pt x="86499" y="71653"/>
                  </a:lnTo>
                  <a:lnTo>
                    <a:pt x="86677" y="72326"/>
                  </a:lnTo>
                  <a:lnTo>
                    <a:pt x="86106" y="72186"/>
                  </a:lnTo>
                  <a:lnTo>
                    <a:pt x="84797" y="72263"/>
                  </a:lnTo>
                  <a:lnTo>
                    <a:pt x="83489" y="72351"/>
                  </a:lnTo>
                  <a:lnTo>
                    <a:pt x="82435" y="72732"/>
                  </a:lnTo>
                  <a:lnTo>
                    <a:pt x="82461" y="73545"/>
                  </a:lnTo>
                  <a:lnTo>
                    <a:pt x="69138" y="57988"/>
                  </a:lnTo>
                  <a:lnTo>
                    <a:pt x="70205" y="58242"/>
                  </a:lnTo>
                  <a:lnTo>
                    <a:pt x="72834" y="58064"/>
                  </a:lnTo>
                  <a:lnTo>
                    <a:pt x="73418" y="57861"/>
                  </a:lnTo>
                  <a:lnTo>
                    <a:pt x="73291" y="58559"/>
                  </a:lnTo>
                  <a:lnTo>
                    <a:pt x="73367" y="60083"/>
                  </a:lnTo>
                  <a:lnTo>
                    <a:pt x="73431" y="61620"/>
                  </a:lnTo>
                  <a:lnTo>
                    <a:pt x="73774" y="62839"/>
                  </a:lnTo>
                  <a:lnTo>
                    <a:pt x="74460" y="62801"/>
                  </a:lnTo>
                  <a:lnTo>
                    <a:pt x="74688" y="61544"/>
                  </a:lnTo>
                  <a:lnTo>
                    <a:pt x="74536" y="58470"/>
                  </a:lnTo>
                  <a:lnTo>
                    <a:pt x="74345" y="57797"/>
                  </a:lnTo>
                  <a:lnTo>
                    <a:pt x="74955" y="57937"/>
                  </a:lnTo>
                  <a:lnTo>
                    <a:pt x="76276" y="57861"/>
                  </a:lnTo>
                  <a:lnTo>
                    <a:pt x="77584" y="57772"/>
                  </a:lnTo>
                  <a:lnTo>
                    <a:pt x="78638" y="57378"/>
                  </a:lnTo>
                  <a:lnTo>
                    <a:pt x="78600" y="56578"/>
                  </a:lnTo>
                  <a:lnTo>
                    <a:pt x="77520" y="56311"/>
                  </a:lnTo>
                  <a:lnTo>
                    <a:pt x="74891" y="56489"/>
                  </a:lnTo>
                  <a:lnTo>
                    <a:pt x="74269" y="56718"/>
                  </a:lnTo>
                  <a:lnTo>
                    <a:pt x="74396" y="55994"/>
                  </a:lnTo>
                  <a:lnTo>
                    <a:pt x="74320" y="54470"/>
                  </a:lnTo>
                  <a:lnTo>
                    <a:pt x="74256" y="52933"/>
                  </a:lnTo>
                  <a:lnTo>
                    <a:pt x="73914" y="51714"/>
                  </a:lnTo>
                  <a:lnTo>
                    <a:pt x="73761" y="51727"/>
                  </a:lnTo>
                  <a:lnTo>
                    <a:pt x="86779" y="36550"/>
                  </a:lnTo>
                  <a:lnTo>
                    <a:pt x="86614" y="37515"/>
                  </a:lnTo>
                  <a:lnTo>
                    <a:pt x="86753" y="40589"/>
                  </a:lnTo>
                  <a:lnTo>
                    <a:pt x="86931" y="41275"/>
                  </a:lnTo>
                  <a:lnTo>
                    <a:pt x="86360" y="41122"/>
                  </a:lnTo>
                  <a:lnTo>
                    <a:pt x="85051" y="41211"/>
                  </a:lnTo>
                  <a:lnTo>
                    <a:pt x="83743" y="41287"/>
                  </a:lnTo>
                  <a:lnTo>
                    <a:pt x="82689" y="41681"/>
                  </a:lnTo>
                  <a:lnTo>
                    <a:pt x="82727" y="42481"/>
                  </a:lnTo>
                  <a:lnTo>
                    <a:pt x="83807" y="42748"/>
                  </a:lnTo>
                  <a:lnTo>
                    <a:pt x="86436" y="42583"/>
                  </a:lnTo>
                  <a:lnTo>
                    <a:pt x="87020" y="42367"/>
                  </a:lnTo>
                  <a:lnTo>
                    <a:pt x="86893" y="43065"/>
                  </a:lnTo>
                  <a:lnTo>
                    <a:pt x="86969" y="44602"/>
                  </a:lnTo>
                  <a:lnTo>
                    <a:pt x="87033" y="46126"/>
                  </a:lnTo>
                  <a:lnTo>
                    <a:pt x="87376" y="47345"/>
                  </a:lnTo>
                  <a:lnTo>
                    <a:pt x="88061" y="47307"/>
                  </a:lnTo>
                  <a:lnTo>
                    <a:pt x="88290" y="46050"/>
                  </a:lnTo>
                  <a:lnTo>
                    <a:pt x="88138" y="42989"/>
                  </a:lnTo>
                  <a:lnTo>
                    <a:pt x="87947" y="42303"/>
                  </a:lnTo>
                  <a:lnTo>
                    <a:pt x="88557" y="42443"/>
                  </a:lnTo>
                  <a:lnTo>
                    <a:pt x="89877" y="42367"/>
                  </a:lnTo>
                  <a:lnTo>
                    <a:pt x="91186" y="42278"/>
                  </a:lnTo>
                  <a:lnTo>
                    <a:pt x="92240" y="41897"/>
                  </a:lnTo>
                  <a:lnTo>
                    <a:pt x="92227" y="41770"/>
                  </a:lnTo>
                  <a:lnTo>
                    <a:pt x="100965" y="51943"/>
                  </a:lnTo>
                  <a:lnTo>
                    <a:pt x="100304" y="51981"/>
                  </a:lnTo>
                  <a:lnTo>
                    <a:pt x="100076" y="53238"/>
                  </a:lnTo>
                  <a:lnTo>
                    <a:pt x="100228" y="56299"/>
                  </a:lnTo>
                  <a:lnTo>
                    <a:pt x="100406" y="56984"/>
                  </a:lnTo>
                  <a:lnTo>
                    <a:pt x="99834" y="56832"/>
                  </a:lnTo>
                  <a:lnTo>
                    <a:pt x="98526" y="56921"/>
                  </a:lnTo>
                  <a:lnTo>
                    <a:pt x="97218" y="56997"/>
                  </a:lnTo>
                  <a:lnTo>
                    <a:pt x="96151" y="57391"/>
                  </a:lnTo>
                  <a:lnTo>
                    <a:pt x="96202" y="58191"/>
                  </a:lnTo>
                  <a:lnTo>
                    <a:pt x="97269" y="58458"/>
                  </a:lnTo>
                  <a:lnTo>
                    <a:pt x="99898" y="58293"/>
                  </a:lnTo>
                  <a:lnTo>
                    <a:pt x="100482" y="58077"/>
                  </a:lnTo>
                  <a:lnTo>
                    <a:pt x="100368" y="58775"/>
                  </a:lnTo>
                  <a:lnTo>
                    <a:pt x="100431" y="60312"/>
                  </a:lnTo>
                  <a:lnTo>
                    <a:pt x="100507" y="61836"/>
                  </a:lnTo>
                  <a:lnTo>
                    <a:pt x="100850" y="63068"/>
                  </a:lnTo>
                  <a:lnTo>
                    <a:pt x="101053" y="63055"/>
                  </a:lnTo>
                  <a:lnTo>
                    <a:pt x="101053" y="52209"/>
                  </a:lnTo>
                  <a:lnTo>
                    <a:pt x="100990" y="51981"/>
                  </a:lnTo>
                  <a:lnTo>
                    <a:pt x="104990" y="56642"/>
                  </a:lnTo>
                  <a:lnTo>
                    <a:pt x="104990" y="52260"/>
                  </a:lnTo>
                  <a:lnTo>
                    <a:pt x="91490" y="36525"/>
                  </a:lnTo>
                  <a:lnTo>
                    <a:pt x="91490" y="40919"/>
                  </a:lnTo>
                  <a:lnTo>
                    <a:pt x="91122" y="40817"/>
                  </a:lnTo>
                  <a:lnTo>
                    <a:pt x="88493" y="40995"/>
                  </a:lnTo>
                  <a:lnTo>
                    <a:pt x="87871" y="41224"/>
                  </a:lnTo>
                  <a:lnTo>
                    <a:pt x="87998" y="40500"/>
                  </a:lnTo>
                  <a:lnTo>
                    <a:pt x="87922" y="38976"/>
                  </a:lnTo>
                  <a:lnTo>
                    <a:pt x="87858" y="37439"/>
                  </a:lnTo>
                  <a:lnTo>
                    <a:pt x="87515" y="36271"/>
                  </a:lnTo>
                  <a:lnTo>
                    <a:pt x="91490" y="40919"/>
                  </a:lnTo>
                  <a:lnTo>
                    <a:pt x="91490" y="36525"/>
                  </a:lnTo>
                  <a:lnTo>
                    <a:pt x="91020" y="35966"/>
                  </a:lnTo>
                  <a:lnTo>
                    <a:pt x="87490" y="31851"/>
                  </a:lnTo>
                  <a:lnTo>
                    <a:pt x="87490" y="36233"/>
                  </a:lnTo>
                  <a:lnTo>
                    <a:pt x="87033" y="36258"/>
                  </a:lnTo>
                  <a:lnTo>
                    <a:pt x="87274" y="35966"/>
                  </a:lnTo>
                  <a:lnTo>
                    <a:pt x="87490" y="36233"/>
                  </a:lnTo>
                  <a:lnTo>
                    <a:pt x="87490" y="31851"/>
                  </a:lnTo>
                  <a:lnTo>
                    <a:pt x="87274" y="31597"/>
                  </a:lnTo>
                  <a:lnTo>
                    <a:pt x="73329" y="47866"/>
                  </a:lnTo>
                  <a:lnTo>
                    <a:pt x="73329" y="56769"/>
                  </a:lnTo>
                  <a:lnTo>
                    <a:pt x="72758" y="56616"/>
                  </a:lnTo>
                  <a:lnTo>
                    <a:pt x="71450" y="56692"/>
                  </a:lnTo>
                  <a:lnTo>
                    <a:pt x="70142" y="56781"/>
                  </a:lnTo>
                  <a:lnTo>
                    <a:pt x="69088" y="57175"/>
                  </a:lnTo>
                  <a:lnTo>
                    <a:pt x="69113" y="57962"/>
                  </a:lnTo>
                  <a:lnTo>
                    <a:pt x="68770" y="57543"/>
                  </a:lnTo>
                  <a:lnTo>
                    <a:pt x="69088" y="57175"/>
                  </a:lnTo>
                  <a:lnTo>
                    <a:pt x="73088" y="52501"/>
                  </a:lnTo>
                  <a:lnTo>
                    <a:pt x="73012" y="53009"/>
                  </a:lnTo>
                  <a:lnTo>
                    <a:pt x="73152" y="56083"/>
                  </a:lnTo>
                  <a:lnTo>
                    <a:pt x="73329" y="56769"/>
                  </a:lnTo>
                  <a:lnTo>
                    <a:pt x="73329" y="47866"/>
                  </a:lnTo>
                  <a:lnTo>
                    <a:pt x="66306" y="56045"/>
                  </a:lnTo>
                  <a:lnTo>
                    <a:pt x="63855" y="53187"/>
                  </a:lnTo>
                  <a:lnTo>
                    <a:pt x="63855" y="57543"/>
                  </a:lnTo>
                  <a:lnTo>
                    <a:pt x="59715" y="62369"/>
                  </a:lnTo>
                  <a:lnTo>
                    <a:pt x="59829" y="61760"/>
                  </a:lnTo>
                  <a:lnTo>
                    <a:pt x="59677" y="58699"/>
                  </a:lnTo>
                  <a:lnTo>
                    <a:pt x="59486" y="58026"/>
                  </a:lnTo>
                  <a:lnTo>
                    <a:pt x="60109" y="58166"/>
                  </a:lnTo>
                  <a:lnTo>
                    <a:pt x="61417" y="58077"/>
                  </a:lnTo>
                  <a:lnTo>
                    <a:pt x="62725" y="57988"/>
                  </a:lnTo>
                  <a:lnTo>
                    <a:pt x="63779" y="57607"/>
                  </a:lnTo>
                  <a:lnTo>
                    <a:pt x="63766" y="57454"/>
                  </a:lnTo>
                  <a:lnTo>
                    <a:pt x="63855" y="53187"/>
                  </a:lnTo>
                  <a:lnTo>
                    <a:pt x="63068" y="52273"/>
                  </a:lnTo>
                  <a:lnTo>
                    <a:pt x="63068" y="56642"/>
                  </a:lnTo>
                  <a:lnTo>
                    <a:pt x="62661" y="56540"/>
                  </a:lnTo>
                  <a:lnTo>
                    <a:pt x="60032" y="56705"/>
                  </a:lnTo>
                  <a:lnTo>
                    <a:pt x="59410" y="56934"/>
                  </a:lnTo>
                  <a:lnTo>
                    <a:pt x="59550" y="56222"/>
                  </a:lnTo>
                  <a:lnTo>
                    <a:pt x="59474" y="54686"/>
                  </a:lnTo>
                  <a:lnTo>
                    <a:pt x="59397" y="53162"/>
                  </a:lnTo>
                  <a:lnTo>
                    <a:pt x="59131" y="52209"/>
                  </a:lnTo>
                  <a:lnTo>
                    <a:pt x="59131" y="63055"/>
                  </a:lnTo>
                  <a:lnTo>
                    <a:pt x="45351" y="79133"/>
                  </a:lnTo>
                  <a:lnTo>
                    <a:pt x="40563" y="73558"/>
                  </a:lnTo>
                  <a:lnTo>
                    <a:pt x="41617" y="73812"/>
                  </a:lnTo>
                  <a:lnTo>
                    <a:pt x="44246" y="73634"/>
                  </a:lnTo>
                  <a:lnTo>
                    <a:pt x="44831" y="73431"/>
                  </a:lnTo>
                  <a:lnTo>
                    <a:pt x="44704" y="74129"/>
                  </a:lnTo>
                  <a:lnTo>
                    <a:pt x="44780" y="75653"/>
                  </a:lnTo>
                  <a:lnTo>
                    <a:pt x="44856" y="77190"/>
                  </a:lnTo>
                  <a:lnTo>
                    <a:pt x="45186" y="78409"/>
                  </a:lnTo>
                  <a:lnTo>
                    <a:pt x="45885" y="78371"/>
                  </a:lnTo>
                  <a:lnTo>
                    <a:pt x="46101" y="77114"/>
                  </a:lnTo>
                  <a:lnTo>
                    <a:pt x="45961" y="74041"/>
                  </a:lnTo>
                  <a:lnTo>
                    <a:pt x="45758" y="73367"/>
                  </a:lnTo>
                  <a:lnTo>
                    <a:pt x="46380" y="73507"/>
                  </a:lnTo>
                  <a:lnTo>
                    <a:pt x="47688" y="73418"/>
                  </a:lnTo>
                  <a:lnTo>
                    <a:pt x="48996" y="73342"/>
                  </a:lnTo>
                  <a:lnTo>
                    <a:pt x="50050" y="72948"/>
                  </a:lnTo>
                  <a:lnTo>
                    <a:pt x="50012" y="72148"/>
                  </a:lnTo>
                  <a:lnTo>
                    <a:pt x="48933" y="71882"/>
                  </a:lnTo>
                  <a:lnTo>
                    <a:pt x="46304" y="72047"/>
                  </a:lnTo>
                  <a:lnTo>
                    <a:pt x="45681" y="72288"/>
                  </a:lnTo>
                  <a:lnTo>
                    <a:pt x="45821" y="71564"/>
                  </a:lnTo>
                  <a:lnTo>
                    <a:pt x="45745" y="70040"/>
                  </a:lnTo>
                  <a:lnTo>
                    <a:pt x="45669" y="68503"/>
                  </a:lnTo>
                  <a:lnTo>
                    <a:pt x="45339" y="67284"/>
                  </a:lnTo>
                  <a:lnTo>
                    <a:pt x="44640" y="67322"/>
                  </a:lnTo>
                  <a:lnTo>
                    <a:pt x="44424" y="68580"/>
                  </a:lnTo>
                  <a:lnTo>
                    <a:pt x="44577" y="71653"/>
                  </a:lnTo>
                  <a:lnTo>
                    <a:pt x="44754" y="72326"/>
                  </a:lnTo>
                  <a:lnTo>
                    <a:pt x="44183" y="72186"/>
                  </a:lnTo>
                  <a:lnTo>
                    <a:pt x="42862" y="72263"/>
                  </a:lnTo>
                  <a:lnTo>
                    <a:pt x="41554" y="72351"/>
                  </a:lnTo>
                  <a:lnTo>
                    <a:pt x="40500" y="72732"/>
                  </a:lnTo>
                  <a:lnTo>
                    <a:pt x="40525" y="73520"/>
                  </a:lnTo>
                  <a:lnTo>
                    <a:pt x="27216" y="57988"/>
                  </a:lnTo>
                  <a:lnTo>
                    <a:pt x="28270" y="58242"/>
                  </a:lnTo>
                  <a:lnTo>
                    <a:pt x="30899" y="58064"/>
                  </a:lnTo>
                  <a:lnTo>
                    <a:pt x="31483" y="57861"/>
                  </a:lnTo>
                  <a:lnTo>
                    <a:pt x="31369" y="58559"/>
                  </a:lnTo>
                  <a:lnTo>
                    <a:pt x="31432" y="60083"/>
                  </a:lnTo>
                  <a:lnTo>
                    <a:pt x="31508" y="61620"/>
                  </a:lnTo>
                  <a:lnTo>
                    <a:pt x="31851" y="62839"/>
                  </a:lnTo>
                  <a:lnTo>
                    <a:pt x="32537" y="62801"/>
                  </a:lnTo>
                  <a:lnTo>
                    <a:pt x="32753" y="61544"/>
                  </a:lnTo>
                  <a:lnTo>
                    <a:pt x="32613" y="58470"/>
                  </a:lnTo>
                  <a:lnTo>
                    <a:pt x="32410" y="57797"/>
                  </a:lnTo>
                  <a:lnTo>
                    <a:pt x="33032" y="57937"/>
                  </a:lnTo>
                  <a:lnTo>
                    <a:pt x="34340" y="57861"/>
                  </a:lnTo>
                  <a:lnTo>
                    <a:pt x="35648" y="57772"/>
                  </a:lnTo>
                  <a:lnTo>
                    <a:pt x="36715" y="57378"/>
                  </a:lnTo>
                  <a:lnTo>
                    <a:pt x="36664" y="56578"/>
                  </a:lnTo>
                  <a:lnTo>
                    <a:pt x="35585" y="56311"/>
                  </a:lnTo>
                  <a:lnTo>
                    <a:pt x="32956" y="56489"/>
                  </a:lnTo>
                  <a:lnTo>
                    <a:pt x="32346" y="56718"/>
                  </a:lnTo>
                  <a:lnTo>
                    <a:pt x="32473" y="55994"/>
                  </a:lnTo>
                  <a:lnTo>
                    <a:pt x="32397" y="54470"/>
                  </a:lnTo>
                  <a:lnTo>
                    <a:pt x="32321" y="52933"/>
                  </a:lnTo>
                  <a:lnTo>
                    <a:pt x="31991" y="51714"/>
                  </a:lnTo>
                  <a:lnTo>
                    <a:pt x="31838" y="51727"/>
                  </a:lnTo>
                  <a:lnTo>
                    <a:pt x="44843" y="36550"/>
                  </a:lnTo>
                  <a:lnTo>
                    <a:pt x="44678" y="37515"/>
                  </a:lnTo>
                  <a:lnTo>
                    <a:pt x="44831" y="40589"/>
                  </a:lnTo>
                  <a:lnTo>
                    <a:pt x="45008" y="41275"/>
                  </a:lnTo>
                  <a:lnTo>
                    <a:pt x="44424" y="41122"/>
                  </a:lnTo>
                  <a:lnTo>
                    <a:pt x="43116" y="41211"/>
                  </a:lnTo>
                  <a:lnTo>
                    <a:pt x="41808" y="41287"/>
                  </a:lnTo>
                  <a:lnTo>
                    <a:pt x="40754" y="41681"/>
                  </a:lnTo>
                  <a:lnTo>
                    <a:pt x="40792" y="42481"/>
                  </a:lnTo>
                  <a:lnTo>
                    <a:pt x="41871" y="42748"/>
                  </a:lnTo>
                  <a:lnTo>
                    <a:pt x="44500" y="42583"/>
                  </a:lnTo>
                  <a:lnTo>
                    <a:pt x="45085" y="42367"/>
                  </a:lnTo>
                  <a:lnTo>
                    <a:pt x="44970" y="43065"/>
                  </a:lnTo>
                  <a:lnTo>
                    <a:pt x="45034" y="44602"/>
                  </a:lnTo>
                  <a:lnTo>
                    <a:pt x="45110" y="46126"/>
                  </a:lnTo>
                  <a:lnTo>
                    <a:pt x="45440" y="47345"/>
                  </a:lnTo>
                  <a:lnTo>
                    <a:pt x="46139" y="47307"/>
                  </a:lnTo>
                  <a:lnTo>
                    <a:pt x="46355" y="46050"/>
                  </a:lnTo>
                  <a:lnTo>
                    <a:pt x="46215" y="42989"/>
                  </a:lnTo>
                  <a:lnTo>
                    <a:pt x="46012" y="42303"/>
                  </a:lnTo>
                  <a:lnTo>
                    <a:pt x="46634" y="42443"/>
                  </a:lnTo>
                  <a:lnTo>
                    <a:pt x="47942" y="42367"/>
                  </a:lnTo>
                  <a:lnTo>
                    <a:pt x="49250" y="42278"/>
                  </a:lnTo>
                  <a:lnTo>
                    <a:pt x="50304" y="41897"/>
                  </a:lnTo>
                  <a:lnTo>
                    <a:pt x="50292" y="41757"/>
                  </a:lnTo>
                  <a:lnTo>
                    <a:pt x="59042" y="51943"/>
                  </a:lnTo>
                  <a:lnTo>
                    <a:pt x="58369" y="51981"/>
                  </a:lnTo>
                  <a:lnTo>
                    <a:pt x="58153" y="53238"/>
                  </a:lnTo>
                  <a:lnTo>
                    <a:pt x="58293" y="56299"/>
                  </a:lnTo>
                  <a:lnTo>
                    <a:pt x="58470" y="56984"/>
                  </a:lnTo>
                  <a:lnTo>
                    <a:pt x="57899" y="56832"/>
                  </a:lnTo>
                  <a:lnTo>
                    <a:pt x="56591" y="56921"/>
                  </a:lnTo>
                  <a:lnTo>
                    <a:pt x="55283" y="56997"/>
                  </a:lnTo>
                  <a:lnTo>
                    <a:pt x="54241" y="57391"/>
                  </a:lnTo>
                  <a:lnTo>
                    <a:pt x="54241" y="57797"/>
                  </a:lnTo>
                  <a:lnTo>
                    <a:pt x="54267" y="58191"/>
                  </a:lnTo>
                  <a:lnTo>
                    <a:pt x="55346" y="58458"/>
                  </a:lnTo>
                  <a:lnTo>
                    <a:pt x="57975" y="58293"/>
                  </a:lnTo>
                  <a:lnTo>
                    <a:pt x="58559" y="58077"/>
                  </a:lnTo>
                  <a:lnTo>
                    <a:pt x="58432" y="58775"/>
                  </a:lnTo>
                  <a:lnTo>
                    <a:pt x="58508" y="60312"/>
                  </a:lnTo>
                  <a:lnTo>
                    <a:pt x="58585" y="61836"/>
                  </a:lnTo>
                  <a:lnTo>
                    <a:pt x="58915" y="63068"/>
                  </a:lnTo>
                  <a:lnTo>
                    <a:pt x="59131" y="63055"/>
                  </a:lnTo>
                  <a:lnTo>
                    <a:pt x="59131" y="52209"/>
                  </a:lnTo>
                  <a:lnTo>
                    <a:pt x="59067" y="51981"/>
                  </a:lnTo>
                  <a:lnTo>
                    <a:pt x="63068" y="56642"/>
                  </a:lnTo>
                  <a:lnTo>
                    <a:pt x="63068" y="52273"/>
                  </a:lnTo>
                  <a:lnTo>
                    <a:pt x="49568" y="36525"/>
                  </a:lnTo>
                  <a:lnTo>
                    <a:pt x="49568" y="40919"/>
                  </a:lnTo>
                  <a:lnTo>
                    <a:pt x="49187" y="40817"/>
                  </a:lnTo>
                  <a:lnTo>
                    <a:pt x="46558" y="40995"/>
                  </a:lnTo>
                  <a:lnTo>
                    <a:pt x="45935" y="41224"/>
                  </a:lnTo>
                  <a:lnTo>
                    <a:pt x="46075" y="40500"/>
                  </a:lnTo>
                  <a:lnTo>
                    <a:pt x="45999" y="38976"/>
                  </a:lnTo>
                  <a:lnTo>
                    <a:pt x="45923" y="37439"/>
                  </a:lnTo>
                  <a:lnTo>
                    <a:pt x="45593" y="36271"/>
                  </a:lnTo>
                  <a:lnTo>
                    <a:pt x="49568" y="40919"/>
                  </a:lnTo>
                  <a:lnTo>
                    <a:pt x="49568" y="36525"/>
                  </a:lnTo>
                  <a:lnTo>
                    <a:pt x="49098" y="35966"/>
                  </a:lnTo>
                  <a:lnTo>
                    <a:pt x="45567" y="31851"/>
                  </a:lnTo>
                  <a:lnTo>
                    <a:pt x="45567" y="36233"/>
                  </a:lnTo>
                  <a:lnTo>
                    <a:pt x="45110" y="36258"/>
                  </a:lnTo>
                  <a:lnTo>
                    <a:pt x="45351" y="35966"/>
                  </a:lnTo>
                  <a:lnTo>
                    <a:pt x="45567" y="36233"/>
                  </a:lnTo>
                  <a:lnTo>
                    <a:pt x="45567" y="31851"/>
                  </a:lnTo>
                  <a:lnTo>
                    <a:pt x="45351" y="31597"/>
                  </a:lnTo>
                  <a:lnTo>
                    <a:pt x="31407" y="47866"/>
                  </a:lnTo>
                  <a:lnTo>
                    <a:pt x="31407" y="56769"/>
                  </a:lnTo>
                  <a:lnTo>
                    <a:pt x="30835" y="56616"/>
                  </a:lnTo>
                  <a:lnTo>
                    <a:pt x="29527" y="56692"/>
                  </a:lnTo>
                  <a:lnTo>
                    <a:pt x="28219" y="56781"/>
                  </a:lnTo>
                  <a:lnTo>
                    <a:pt x="27190" y="57175"/>
                  </a:lnTo>
                  <a:lnTo>
                    <a:pt x="27190" y="57962"/>
                  </a:lnTo>
                  <a:lnTo>
                    <a:pt x="26847" y="57543"/>
                  </a:lnTo>
                  <a:lnTo>
                    <a:pt x="27152" y="57188"/>
                  </a:lnTo>
                  <a:lnTo>
                    <a:pt x="27190" y="57962"/>
                  </a:lnTo>
                  <a:lnTo>
                    <a:pt x="27190" y="57175"/>
                  </a:lnTo>
                  <a:lnTo>
                    <a:pt x="31165" y="52514"/>
                  </a:lnTo>
                  <a:lnTo>
                    <a:pt x="31076" y="53009"/>
                  </a:lnTo>
                  <a:lnTo>
                    <a:pt x="31229" y="56083"/>
                  </a:lnTo>
                  <a:lnTo>
                    <a:pt x="31407" y="56769"/>
                  </a:lnTo>
                  <a:lnTo>
                    <a:pt x="31407" y="47866"/>
                  </a:lnTo>
                  <a:lnTo>
                    <a:pt x="24968" y="55372"/>
                  </a:lnTo>
                  <a:lnTo>
                    <a:pt x="23101" y="53200"/>
                  </a:lnTo>
                  <a:lnTo>
                    <a:pt x="23101" y="57543"/>
                  </a:lnTo>
                  <a:lnTo>
                    <a:pt x="18961" y="62369"/>
                  </a:lnTo>
                  <a:lnTo>
                    <a:pt x="19075" y="61760"/>
                  </a:lnTo>
                  <a:lnTo>
                    <a:pt x="18935" y="58699"/>
                  </a:lnTo>
                  <a:lnTo>
                    <a:pt x="18745" y="58026"/>
                  </a:lnTo>
                  <a:lnTo>
                    <a:pt x="19354" y="58166"/>
                  </a:lnTo>
                  <a:lnTo>
                    <a:pt x="20662" y="58077"/>
                  </a:lnTo>
                  <a:lnTo>
                    <a:pt x="21971" y="57988"/>
                  </a:lnTo>
                  <a:lnTo>
                    <a:pt x="23037" y="57607"/>
                  </a:lnTo>
                  <a:lnTo>
                    <a:pt x="23025" y="57467"/>
                  </a:lnTo>
                  <a:lnTo>
                    <a:pt x="23101" y="53200"/>
                  </a:lnTo>
                  <a:lnTo>
                    <a:pt x="22313" y="52285"/>
                  </a:lnTo>
                  <a:lnTo>
                    <a:pt x="22313" y="56642"/>
                  </a:lnTo>
                  <a:lnTo>
                    <a:pt x="21907" y="56540"/>
                  </a:lnTo>
                  <a:lnTo>
                    <a:pt x="19278" y="56705"/>
                  </a:lnTo>
                  <a:lnTo>
                    <a:pt x="18669" y="56934"/>
                  </a:lnTo>
                  <a:lnTo>
                    <a:pt x="18796" y="56222"/>
                  </a:lnTo>
                  <a:lnTo>
                    <a:pt x="18719" y="54686"/>
                  </a:lnTo>
                  <a:lnTo>
                    <a:pt x="18643" y="53162"/>
                  </a:lnTo>
                  <a:lnTo>
                    <a:pt x="18313" y="51981"/>
                  </a:lnTo>
                  <a:lnTo>
                    <a:pt x="22313" y="56642"/>
                  </a:lnTo>
                  <a:lnTo>
                    <a:pt x="22313" y="52285"/>
                  </a:lnTo>
                  <a:lnTo>
                    <a:pt x="8813" y="36525"/>
                  </a:lnTo>
                  <a:lnTo>
                    <a:pt x="8813" y="40919"/>
                  </a:lnTo>
                  <a:lnTo>
                    <a:pt x="8445" y="40817"/>
                  </a:lnTo>
                  <a:lnTo>
                    <a:pt x="5816" y="40995"/>
                  </a:lnTo>
                  <a:lnTo>
                    <a:pt x="5181" y="41224"/>
                  </a:lnTo>
                  <a:lnTo>
                    <a:pt x="5321" y="40500"/>
                  </a:lnTo>
                  <a:lnTo>
                    <a:pt x="5245" y="38976"/>
                  </a:lnTo>
                  <a:lnTo>
                    <a:pt x="5181" y="37439"/>
                  </a:lnTo>
                  <a:lnTo>
                    <a:pt x="4838" y="36271"/>
                  </a:lnTo>
                  <a:lnTo>
                    <a:pt x="8813" y="40919"/>
                  </a:lnTo>
                  <a:lnTo>
                    <a:pt x="8813" y="36525"/>
                  </a:lnTo>
                  <a:lnTo>
                    <a:pt x="8343" y="35966"/>
                  </a:lnTo>
                  <a:lnTo>
                    <a:pt x="4813" y="31851"/>
                  </a:lnTo>
                  <a:lnTo>
                    <a:pt x="4813" y="36233"/>
                  </a:lnTo>
                  <a:lnTo>
                    <a:pt x="4356" y="36258"/>
                  </a:lnTo>
                  <a:lnTo>
                    <a:pt x="4597" y="35966"/>
                  </a:lnTo>
                  <a:lnTo>
                    <a:pt x="4813" y="36233"/>
                  </a:lnTo>
                  <a:lnTo>
                    <a:pt x="4813" y="31851"/>
                  </a:lnTo>
                  <a:lnTo>
                    <a:pt x="4597" y="31597"/>
                  </a:lnTo>
                  <a:lnTo>
                    <a:pt x="0" y="36957"/>
                  </a:lnTo>
                  <a:lnTo>
                    <a:pt x="0" y="41325"/>
                  </a:lnTo>
                  <a:lnTo>
                    <a:pt x="4102" y="36550"/>
                  </a:lnTo>
                  <a:lnTo>
                    <a:pt x="3937" y="37515"/>
                  </a:lnTo>
                  <a:lnTo>
                    <a:pt x="4076" y="40589"/>
                  </a:lnTo>
                  <a:lnTo>
                    <a:pt x="4254" y="41275"/>
                  </a:lnTo>
                  <a:lnTo>
                    <a:pt x="3683" y="41122"/>
                  </a:lnTo>
                  <a:lnTo>
                    <a:pt x="2374" y="41211"/>
                  </a:lnTo>
                  <a:lnTo>
                    <a:pt x="1066" y="41287"/>
                  </a:lnTo>
                  <a:lnTo>
                    <a:pt x="12" y="41681"/>
                  </a:lnTo>
                  <a:lnTo>
                    <a:pt x="50" y="42481"/>
                  </a:lnTo>
                  <a:lnTo>
                    <a:pt x="1130" y="42748"/>
                  </a:lnTo>
                  <a:lnTo>
                    <a:pt x="3759" y="42583"/>
                  </a:lnTo>
                  <a:lnTo>
                    <a:pt x="4330" y="42367"/>
                  </a:lnTo>
                  <a:lnTo>
                    <a:pt x="4216" y="43065"/>
                  </a:lnTo>
                  <a:lnTo>
                    <a:pt x="4292" y="44602"/>
                  </a:lnTo>
                  <a:lnTo>
                    <a:pt x="4356" y="46126"/>
                  </a:lnTo>
                  <a:lnTo>
                    <a:pt x="4699" y="47345"/>
                  </a:lnTo>
                  <a:lnTo>
                    <a:pt x="5384" y="47307"/>
                  </a:lnTo>
                  <a:lnTo>
                    <a:pt x="5613" y="46050"/>
                  </a:lnTo>
                  <a:lnTo>
                    <a:pt x="5461" y="42989"/>
                  </a:lnTo>
                  <a:lnTo>
                    <a:pt x="5270" y="42303"/>
                  </a:lnTo>
                  <a:lnTo>
                    <a:pt x="5880" y="42443"/>
                  </a:lnTo>
                  <a:lnTo>
                    <a:pt x="7188" y="42367"/>
                  </a:lnTo>
                  <a:lnTo>
                    <a:pt x="8509" y="42278"/>
                  </a:lnTo>
                  <a:lnTo>
                    <a:pt x="9563" y="41897"/>
                  </a:lnTo>
                  <a:lnTo>
                    <a:pt x="9550" y="41770"/>
                  </a:lnTo>
                  <a:lnTo>
                    <a:pt x="18288" y="51943"/>
                  </a:lnTo>
                  <a:lnTo>
                    <a:pt x="17627" y="51981"/>
                  </a:lnTo>
                  <a:lnTo>
                    <a:pt x="17399" y="53238"/>
                  </a:lnTo>
                  <a:lnTo>
                    <a:pt x="17551" y="56299"/>
                  </a:lnTo>
                  <a:lnTo>
                    <a:pt x="17729" y="56984"/>
                  </a:lnTo>
                  <a:lnTo>
                    <a:pt x="17157" y="56832"/>
                  </a:lnTo>
                  <a:lnTo>
                    <a:pt x="15849" y="56921"/>
                  </a:lnTo>
                  <a:lnTo>
                    <a:pt x="14541" y="56997"/>
                  </a:lnTo>
                  <a:lnTo>
                    <a:pt x="13474" y="57391"/>
                  </a:lnTo>
                  <a:lnTo>
                    <a:pt x="13525" y="58191"/>
                  </a:lnTo>
                  <a:lnTo>
                    <a:pt x="14592" y="58458"/>
                  </a:lnTo>
                  <a:lnTo>
                    <a:pt x="17221" y="58293"/>
                  </a:lnTo>
                  <a:lnTo>
                    <a:pt x="17805" y="58077"/>
                  </a:lnTo>
                  <a:lnTo>
                    <a:pt x="17691" y="58775"/>
                  </a:lnTo>
                  <a:lnTo>
                    <a:pt x="17754" y="60312"/>
                  </a:lnTo>
                  <a:lnTo>
                    <a:pt x="17830" y="61836"/>
                  </a:lnTo>
                  <a:lnTo>
                    <a:pt x="18173" y="63068"/>
                  </a:lnTo>
                  <a:lnTo>
                    <a:pt x="18376" y="63055"/>
                  </a:lnTo>
                  <a:lnTo>
                    <a:pt x="4597" y="79133"/>
                  </a:lnTo>
                  <a:lnTo>
                    <a:pt x="0" y="73761"/>
                  </a:lnTo>
                  <a:lnTo>
                    <a:pt x="0" y="78130"/>
                  </a:lnTo>
                  <a:lnTo>
                    <a:pt x="4597" y="83489"/>
                  </a:lnTo>
                  <a:lnTo>
                    <a:pt x="8343" y="79133"/>
                  </a:lnTo>
                  <a:lnTo>
                    <a:pt x="24968" y="59740"/>
                  </a:lnTo>
                  <a:lnTo>
                    <a:pt x="45351" y="83489"/>
                  </a:lnTo>
                  <a:lnTo>
                    <a:pt x="49098" y="79133"/>
                  </a:lnTo>
                  <a:lnTo>
                    <a:pt x="66306" y="59055"/>
                  </a:lnTo>
                  <a:lnTo>
                    <a:pt x="87274" y="83489"/>
                  </a:lnTo>
                  <a:lnTo>
                    <a:pt x="91020" y="79133"/>
                  </a:lnTo>
                  <a:lnTo>
                    <a:pt x="109524" y="57543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11722469" y="7575784"/>
              <a:ext cx="118110" cy="277495"/>
            </a:xfrm>
            <a:custGeom>
              <a:avLst/>
              <a:gdLst/>
              <a:ahLst/>
              <a:cxnLst/>
              <a:rect l="l" t="t" r="r" b="b"/>
              <a:pathLst>
                <a:path w="118109" h="277495">
                  <a:moveTo>
                    <a:pt x="5105" y="264960"/>
                  </a:moveTo>
                  <a:lnTo>
                    <a:pt x="5029" y="263423"/>
                  </a:lnTo>
                  <a:lnTo>
                    <a:pt x="4965" y="261899"/>
                  </a:lnTo>
                  <a:lnTo>
                    <a:pt x="4622" y="260680"/>
                  </a:lnTo>
                  <a:lnTo>
                    <a:pt x="3949" y="260718"/>
                  </a:lnTo>
                  <a:lnTo>
                    <a:pt x="3708" y="261975"/>
                  </a:lnTo>
                  <a:lnTo>
                    <a:pt x="3860" y="265036"/>
                  </a:lnTo>
                  <a:lnTo>
                    <a:pt x="4191" y="266268"/>
                  </a:lnTo>
                  <a:lnTo>
                    <a:pt x="4889" y="266217"/>
                  </a:lnTo>
                  <a:lnTo>
                    <a:pt x="5105" y="264960"/>
                  </a:lnTo>
                  <a:close/>
                </a:path>
                <a:path w="118109" h="277495">
                  <a:moveTo>
                    <a:pt x="47498" y="219329"/>
                  </a:moveTo>
                  <a:lnTo>
                    <a:pt x="43751" y="214972"/>
                  </a:lnTo>
                  <a:lnTo>
                    <a:pt x="43751" y="219329"/>
                  </a:lnTo>
                  <a:lnTo>
                    <a:pt x="39611" y="224167"/>
                  </a:lnTo>
                  <a:lnTo>
                    <a:pt x="39725" y="223545"/>
                  </a:lnTo>
                  <a:lnTo>
                    <a:pt x="39573" y="220484"/>
                  </a:lnTo>
                  <a:lnTo>
                    <a:pt x="39382" y="219811"/>
                  </a:lnTo>
                  <a:lnTo>
                    <a:pt x="40005" y="219951"/>
                  </a:lnTo>
                  <a:lnTo>
                    <a:pt x="41313" y="219862"/>
                  </a:lnTo>
                  <a:lnTo>
                    <a:pt x="42621" y="219773"/>
                  </a:lnTo>
                  <a:lnTo>
                    <a:pt x="43675" y="219392"/>
                  </a:lnTo>
                  <a:lnTo>
                    <a:pt x="43662" y="219240"/>
                  </a:lnTo>
                  <a:lnTo>
                    <a:pt x="43751" y="214972"/>
                  </a:lnTo>
                  <a:lnTo>
                    <a:pt x="42964" y="214045"/>
                  </a:lnTo>
                  <a:lnTo>
                    <a:pt x="42964" y="218427"/>
                  </a:lnTo>
                  <a:lnTo>
                    <a:pt x="42557" y="218325"/>
                  </a:lnTo>
                  <a:lnTo>
                    <a:pt x="39928" y="218490"/>
                  </a:lnTo>
                  <a:lnTo>
                    <a:pt x="39306" y="218719"/>
                  </a:lnTo>
                  <a:lnTo>
                    <a:pt x="39433" y="218008"/>
                  </a:lnTo>
                  <a:lnTo>
                    <a:pt x="39370" y="216471"/>
                  </a:lnTo>
                  <a:lnTo>
                    <a:pt x="39293" y="214947"/>
                  </a:lnTo>
                  <a:lnTo>
                    <a:pt x="39027" y="214020"/>
                  </a:lnTo>
                  <a:lnTo>
                    <a:pt x="39027" y="224840"/>
                  </a:lnTo>
                  <a:lnTo>
                    <a:pt x="25247" y="240919"/>
                  </a:lnTo>
                  <a:lnTo>
                    <a:pt x="20459" y="235343"/>
                  </a:lnTo>
                  <a:lnTo>
                    <a:pt x="21513" y="235597"/>
                  </a:lnTo>
                  <a:lnTo>
                    <a:pt x="24142" y="235419"/>
                  </a:lnTo>
                  <a:lnTo>
                    <a:pt x="24726" y="235216"/>
                  </a:lnTo>
                  <a:lnTo>
                    <a:pt x="24599" y="235915"/>
                  </a:lnTo>
                  <a:lnTo>
                    <a:pt x="24676" y="237439"/>
                  </a:lnTo>
                  <a:lnTo>
                    <a:pt x="24752" y="238975"/>
                  </a:lnTo>
                  <a:lnTo>
                    <a:pt x="25082" y="240195"/>
                  </a:lnTo>
                  <a:lnTo>
                    <a:pt x="25781" y="240157"/>
                  </a:lnTo>
                  <a:lnTo>
                    <a:pt x="25996" y="238899"/>
                  </a:lnTo>
                  <a:lnTo>
                    <a:pt x="25844" y="235826"/>
                  </a:lnTo>
                  <a:lnTo>
                    <a:pt x="25654" y="235140"/>
                  </a:lnTo>
                  <a:lnTo>
                    <a:pt x="26276" y="235292"/>
                  </a:lnTo>
                  <a:lnTo>
                    <a:pt x="27584" y="235204"/>
                  </a:lnTo>
                  <a:lnTo>
                    <a:pt x="28892" y="235127"/>
                  </a:lnTo>
                  <a:lnTo>
                    <a:pt x="29946" y="234734"/>
                  </a:lnTo>
                  <a:lnTo>
                    <a:pt x="29908" y="233934"/>
                  </a:lnTo>
                  <a:lnTo>
                    <a:pt x="28829" y="233667"/>
                  </a:lnTo>
                  <a:lnTo>
                    <a:pt x="26200" y="233832"/>
                  </a:lnTo>
                  <a:lnTo>
                    <a:pt x="25577" y="234073"/>
                  </a:lnTo>
                  <a:lnTo>
                    <a:pt x="25704" y="233349"/>
                  </a:lnTo>
                  <a:lnTo>
                    <a:pt x="25641" y="231825"/>
                  </a:lnTo>
                  <a:lnTo>
                    <a:pt x="25565" y="230289"/>
                  </a:lnTo>
                  <a:lnTo>
                    <a:pt x="25234" y="229069"/>
                  </a:lnTo>
                  <a:lnTo>
                    <a:pt x="24549" y="229108"/>
                  </a:lnTo>
                  <a:lnTo>
                    <a:pt x="24320" y="230365"/>
                  </a:lnTo>
                  <a:lnTo>
                    <a:pt x="24460" y="233438"/>
                  </a:lnTo>
                  <a:lnTo>
                    <a:pt x="24638" y="234111"/>
                  </a:lnTo>
                  <a:lnTo>
                    <a:pt x="24066" y="233972"/>
                  </a:lnTo>
                  <a:lnTo>
                    <a:pt x="22758" y="234048"/>
                  </a:lnTo>
                  <a:lnTo>
                    <a:pt x="21450" y="234137"/>
                  </a:lnTo>
                  <a:lnTo>
                    <a:pt x="20396" y="234530"/>
                  </a:lnTo>
                  <a:lnTo>
                    <a:pt x="20421" y="235305"/>
                  </a:lnTo>
                  <a:lnTo>
                    <a:pt x="7112" y="219773"/>
                  </a:lnTo>
                  <a:lnTo>
                    <a:pt x="8166" y="220027"/>
                  </a:lnTo>
                  <a:lnTo>
                    <a:pt x="10795" y="219862"/>
                  </a:lnTo>
                  <a:lnTo>
                    <a:pt x="11379" y="219646"/>
                  </a:lnTo>
                  <a:lnTo>
                    <a:pt x="11252" y="220345"/>
                  </a:lnTo>
                  <a:lnTo>
                    <a:pt x="11328" y="221869"/>
                  </a:lnTo>
                  <a:lnTo>
                    <a:pt x="11404" y="223405"/>
                  </a:lnTo>
                  <a:lnTo>
                    <a:pt x="11734" y="224624"/>
                  </a:lnTo>
                  <a:lnTo>
                    <a:pt x="12433" y="224586"/>
                  </a:lnTo>
                  <a:lnTo>
                    <a:pt x="12649" y="223329"/>
                  </a:lnTo>
                  <a:lnTo>
                    <a:pt x="12496" y="220256"/>
                  </a:lnTo>
                  <a:lnTo>
                    <a:pt x="12306" y="219583"/>
                  </a:lnTo>
                  <a:lnTo>
                    <a:pt x="12928" y="219722"/>
                  </a:lnTo>
                  <a:lnTo>
                    <a:pt x="14236" y="219646"/>
                  </a:lnTo>
                  <a:lnTo>
                    <a:pt x="15544" y="219557"/>
                  </a:lnTo>
                  <a:lnTo>
                    <a:pt x="16598" y="219163"/>
                  </a:lnTo>
                  <a:lnTo>
                    <a:pt x="16560" y="218363"/>
                  </a:lnTo>
                  <a:lnTo>
                    <a:pt x="15481" y="218097"/>
                  </a:lnTo>
                  <a:lnTo>
                    <a:pt x="12852" y="218274"/>
                  </a:lnTo>
                  <a:lnTo>
                    <a:pt x="12230" y="218503"/>
                  </a:lnTo>
                  <a:lnTo>
                    <a:pt x="12369" y="217779"/>
                  </a:lnTo>
                  <a:lnTo>
                    <a:pt x="12293" y="216255"/>
                  </a:lnTo>
                  <a:lnTo>
                    <a:pt x="12217" y="214718"/>
                  </a:lnTo>
                  <a:lnTo>
                    <a:pt x="11887" y="213499"/>
                  </a:lnTo>
                  <a:lnTo>
                    <a:pt x="11734" y="213512"/>
                  </a:lnTo>
                  <a:lnTo>
                    <a:pt x="24726" y="198348"/>
                  </a:lnTo>
                  <a:lnTo>
                    <a:pt x="24574" y="199301"/>
                  </a:lnTo>
                  <a:lnTo>
                    <a:pt x="24726" y="202374"/>
                  </a:lnTo>
                  <a:lnTo>
                    <a:pt x="24904" y="203060"/>
                  </a:lnTo>
                  <a:lnTo>
                    <a:pt x="24320" y="202907"/>
                  </a:lnTo>
                  <a:lnTo>
                    <a:pt x="23012" y="202996"/>
                  </a:lnTo>
                  <a:lnTo>
                    <a:pt x="21704" y="203073"/>
                  </a:lnTo>
                  <a:lnTo>
                    <a:pt x="20650" y="203466"/>
                  </a:lnTo>
                  <a:lnTo>
                    <a:pt x="20688" y="204266"/>
                  </a:lnTo>
                  <a:lnTo>
                    <a:pt x="21767" y="204533"/>
                  </a:lnTo>
                  <a:lnTo>
                    <a:pt x="24396" y="204368"/>
                  </a:lnTo>
                  <a:lnTo>
                    <a:pt x="24980" y="204152"/>
                  </a:lnTo>
                  <a:lnTo>
                    <a:pt x="24853" y="204851"/>
                  </a:lnTo>
                  <a:lnTo>
                    <a:pt x="24930" y="206387"/>
                  </a:lnTo>
                  <a:lnTo>
                    <a:pt x="25006" y="207911"/>
                  </a:lnTo>
                  <a:lnTo>
                    <a:pt x="25336" y="209130"/>
                  </a:lnTo>
                  <a:lnTo>
                    <a:pt x="26035" y="209092"/>
                  </a:lnTo>
                  <a:lnTo>
                    <a:pt x="26250" y="207835"/>
                  </a:lnTo>
                  <a:lnTo>
                    <a:pt x="26098" y="204774"/>
                  </a:lnTo>
                  <a:lnTo>
                    <a:pt x="25908" y="204089"/>
                  </a:lnTo>
                  <a:lnTo>
                    <a:pt x="26530" y="204228"/>
                  </a:lnTo>
                  <a:lnTo>
                    <a:pt x="27838" y="204152"/>
                  </a:lnTo>
                  <a:lnTo>
                    <a:pt x="29146" y="204063"/>
                  </a:lnTo>
                  <a:lnTo>
                    <a:pt x="30200" y="203682"/>
                  </a:lnTo>
                  <a:lnTo>
                    <a:pt x="30187" y="203542"/>
                  </a:lnTo>
                  <a:lnTo>
                    <a:pt x="38938" y="213728"/>
                  </a:lnTo>
                  <a:lnTo>
                    <a:pt x="38265" y="213766"/>
                  </a:lnTo>
                  <a:lnTo>
                    <a:pt x="38049" y="215023"/>
                  </a:lnTo>
                  <a:lnTo>
                    <a:pt x="38188" y="218084"/>
                  </a:lnTo>
                  <a:lnTo>
                    <a:pt x="38366" y="218770"/>
                  </a:lnTo>
                  <a:lnTo>
                    <a:pt x="37795" y="218617"/>
                  </a:lnTo>
                  <a:lnTo>
                    <a:pt x="36487" y="218706"/>
                  </a:lnTo>
                  <a:lnTo>
                    <a:pt x="35179" y="218795"/>
                  </a:lnTo>
                  <a:lnTo>
                    <a:pt x="34124" y="219176"/>
                  </a:lnTo>
                  <a:lnTo>
                    <a:pt x="34163" y="219989"/>
                  </a:lnTo>
                  <a:lnTo>
                    <a:pt x="35242" y="220243"/>
                  </a:lnTo>
                  <a:lnTo>
                    <a:pt x="37871" y="220078"/>
                  </a:lnTo>
                  <a:lnTo>
                    <a:pt x="38455" y="219862"/>
                  </a:lnTo>
                  <a:lnTo>
                    <a:pt x="38328" y="220573"/>
                  </a:lnTo>
                  <a:lnTo>
                    <a:pt x="38404" y="222097"/>
                  </a:lnTo>
                  <a:lnTo>
                    <a:pt x="38481" y="223621"/>
                  </a:lnTo>
                  <a:lnTo>
                    <a:pt x="38811" y="224853"/>
                  </a:lnTo>
                  <a:lnTo>
                    <a:pt x="39027" y="224840"/>
                  </a:lnTo>
                  <a:lnTo>
                    <a:pt x="39027" y="214020"/>
                  </a:lnTo>
                  <a:lnTo>
                    <a:pt x="38950" y="213741"/>
                  </a:lnTo>
                  <a:lnTo>
                    <a:pt x="42964" y="218427"/>
                  </a:lnTo>
                  <a:lnTo>
                    <a:pt x="42964" y="214045"/>
                  </a:lnTo>
                  <a:lnTo>
                    <a:pt x="29464" y="198323"/>
                  </a:lnTo>
                  <a:lnTo>
                    <a:pt x="29464" y="202704"/>
                  </a:lnTo>
                  <a:lnTo>
                    <a:pt x="29083" y="202603"/>
                  </a:lnTo>
                  <a:lnTo>
                    <a:pt x="26454" y="202780"/>
                  </a:lnTo>
                  <a:lnTo>
                    <a:pt x="25831" y="203009"/>
                  </a:lnTo>
                  <a:lnTo>
                    <a:pt x="25971" y="202285"/>
                  </a:lnTo>
                  <a:lnTo>
                    <a:pt x="25895" y="200761"/>
                  </a:lnTo>
                  <a:lnTo>
                    <a:pt x="25819" y="199237"/>
                  </a:lnTo>
                  <a:lnTo>
                    <a:pt x="25488" y="198056"/>
                  </a:lnTo>
                  <a:lnTo>
                    <a:pt x="29464" y="202704"/>
                  </a:lnTo>
                  <a:lnTo>
                    <a:pt x="29464" y="198323"/>
                  </a:lnTo>
                  <a:lnTo>
                    <a:pt x="28981" y="197751"/>
                  </a:lnTo>
                  <a:lnTo>
                    <a:pt x="25463" y="193636"/>
                  </a:lnTo>
                  <a:lnTo>
                    <a:pt x="25463" y="198018"/>
                  </a:lnTo>
                  <a:lnTo>
                    <a:pt x="25006" y="198043"/>
                  </a:lnTo>
                  <a:lnTo>
                    <a:pt x="25247" y="197751"/>
                  </a:lnTo>
                  <a:lnTo>
                    <a:pt x="25463" y="198018"/>
                  </a:lnTo>
                  <a:lnTo>
                    <a:pt x="25463" y="193636"/>
                  </a:lnTo>
                  <a:lnTo>
                    <a:pt x="25247" y="193382"/>
                  </a:lnTo>
                  <a:lnTo>
                    <a:pt x="11303" y="209651"/>
                  </a:lnTo>
                  <a:lnTo>
                    <a:pt x="11303" y="218554"/>
                  </a:lnTo>
                  <a:lnTo>
                    <a:pt x="10718" y="218401"/>
                  </a:lnTo>
                  <a:lnTo>
                    <a:pt x="9410" y="218490"/>
                  </a:lnTo>
                  <a:lnTo>
                    <a:pt x="8102" y="218567"/>
                  </a:lnTo>
                  <a:lnTo>
                    <a:pt x="7073" y="218960"/>
                  </a:lnTo>
                  <a:lnTo>
                    <a:pt x="7073" y="219735"/>
                  </a:lnTo>
                  <a:lnTo>
                    <a:pt x="6743" y="219329"/>
                  </a:lnTo>
                  <a:lnTo>
                    <a:pt x="7048" y="218973"/>
                  </a:lnTo>
                  <a:lnTo>
                    <a:pt x="7073" y="219735"/>
                  </a:lnTo>
                  <a:lnTo>
                    <a:pt x="7073" y="218960"/>
                  </a:lnTo>
                  <a:lnTo>
                    <a:pt x="11049" y="214299"/>
                  </a:lnTo>
                  <a:lnTo>
                    <a:pt x="10972" y="214795"/>
                  </a:lnTo>
                  <a:lnTo>
                    <a:pt x="11125" y="217868"/>
                  </a:lnTo>
                  <a:lnTo>
                    <a:pt x="11303" y="218554"/>
                  </a:lnTo>
                  <a:lnTo>
                    <a:pt x="11303" y="209651"/>
                  </a:lnTo>
                  <a:lnTo>
                    <a:pt x="2997" y="219329"/>
                  </a:lnTo>
                  <a:lnTo>
                    <a:pt x="25247" y="245275"/>
                  </a:lnTo>
                  <a:lnTo>
                    <a:pt x="28981" y="240919"/>
                  </a:lnTo>
                  <a:lnTo>
                    <a:pt x="47498" y="219329"/>
                  </a:lnTo>
                  <a:close/>
                </a:path>
                <a:path w="118109" h="277495">
                  <a:moveTo>
                    <a:pt x="71589" y="10287"/>
                  </a:moveTo>
                  <a:lnTo>
                    <a:pt x="71551" y="9474"/>
                  </a:lnTo>
                  <a:lnTo>
                    <a:pt x="70472" y="9220"/>
                  </a:lnTo>
                  <a:lnTo>
                    <a:pt x="67843" y="9385"/>
                  </a:lnTo>
                  <a:lnTo>
                    <a:pt x="67221" y="9613"/>
                  </a:lnTo>
                  <a:lnTo>
                    <a:pt x="67348" y="8890"/>
                  </a:lnTo>
                  <a:lnTo>
                    <a:pt x="67284" y="7366"/>
                  </a:lnTo>
                  <a:lnTo>
                    <a:pt x="67208" y="5842"/>
                  </a:lnTo>
                  <a:lnTo>
                    <a:pt x="66878" y="4610"/>
                  </a:lnTo>
                  <a:lnTo>
                    <a:pt x="66192" y="4648"/>
                  </a:lnTo>
                  <a:lnTo>
                    <a:pt x="65963" y="5905"/>
                  </a:lnTo>
                  <a:lnTo>
                    <a:pt x="66103" y="8978"/>
                  </a:lnTo>
                  <a:lnTo>
                    <a:pt x="66281" y="9664"/>
                  </a:lnTo>
                  <a:lnTo>
                    <a:pt x="65709" y="9512"/>
                  </a:lnTo>
                  <a:lnTo>
                    <a:pt x="64401" y="9601"/>
                  </a:lnTo>
                  <a:lnTo>
                    <a:pt x="63093" y="9677"/>
                  </a:lnTo>
                  <a:lnTo>
                    <a:pt x="62039" y="10071"/>
                  </a:lnTo>
                  <a:lnTo>
                    <a:pt x="62077" y="10871"/>
                  </a:lnTo>
                  <a:lnTo>
                    <a:pt x="63157" y="11137"/>
                  </a:lnTo>
                  <a:lnTo>
                    <a:pt x="65786" y="10972"/>
                  </a:lnTo>
                  <a:lnTo>
                    <a:pt x="66370" y="10756"/>
                  </a:lnTo>
                  <a:lnTo>
                    <a:pt x="66243" y="11455"/>
                  </a:lnTo>
                  <a:lnTo>
                    <a:pt x="66319" y="12992"/>
                  </a:lnTo>
                  <a:lnTo>
                    <a:pt x="66395" y="14516"/>
                  </a:lnTo>
                  <a:lnTo>
                    <a:pt x="66725" y="15748"/>
                  </a:lnTo>
                  <a:lnTo>
                    <a:pt x="67424" y="15697"/>
                  </a:lnTo>
                  <a:lnTo>
                    <a:pt x="67640" y="14439"/>
                  </a:lnTo>
                  <a:lnTo>
                    <a:pt x="67487" y="11379"/>
                  </a:lnTo>
                  <a:lnTo>
                    <a:pt x="67297" y="10693"/>
                  </a:lnTo>
                  <a:lnTo>
                    <a:pt x="67919" y="10833"/>
                  </a:lnTo>
                  <a:lnTo>
                    <a:pt x="69227" y="10756"/>
                  </a:lnTo>
                  <a:lnTo>
                    <a:pt x="70535" y="10668"/>
                  </a:lnTo>
                  <a:lnTo>
                    <a:pt x="71589" y="10287"/>
                  </a:lnTo>
                  <a:close/>
                </a:path>
                <a:path w="118109" h="277495">
                  <a:moveTo>
                    <a:pt x="109562" y="250939"/>
                  </a:moveTo>
                  <a:lnTo>
                    <a:pt x="105816" y="246583"/>
                  </a:lnTo>
                  <a:lnTo>
                    <a:pt x="105816" y="250939"/>
                  </a:lnTo>
                  <a:lnTo>
                    <a:pt x="101676" y="255765"/>
                  </a:lnTo>
                  <a:lnTo>
                    <a:pt x="101790" y="255155"/>
                  </a:lnTo>
                  <a:lnTo>
                    <a:pt x="101650" y="252095"/>
                  </a:lnTo>
                  <a:lnTo>
                    <a:pt x="101447" y="251409"/>
                  </a:lnTo>
                  <a:lnTo>
                    <a:pt x="102069" y="251548"/>
                  </a:lnTo>
                  <a:lnTo>
                    <a:pt x="103378" y="251472"/>
                  </a:lnTo>
                  <a:lnTo>
                    <a:pt x="104686" y="251383"/>
                  </a:lnTo>
                  <a:lnTo>
                    <a:pt x="105752" y="251002"/>
                  </a:lnTo>
                  <a:lnTo>
                    <a:pt x="105740" y="250863"/>
                  </a:lnTo>
                  <a:lnTo>
                    <a:pt x="105816" y="246583"/>
                  </a:lnTo>
                  <a:lnTo>
                    <a:pt x="105029" y="245656"/>
                  </a:lnTo>
                  <a:lnTo>
                    <a:pt x="105029" y="250037"/>
                  </a:lnTo>
                  <a:lnTo>
                    <a:pt x="104622" y="249936"/>
                  </a:lnTo>
                  <a:lnTo>
                    <a:pt x="101993" y="250101"/>
                  </a:lnTo>
                  <a:lnTo>
                    <a:pt x="101384" y="250329"/>
                  </a:lnTo>
                  <a:lnTo>
                    <a:pt x="101511" y="249605"/>
                  </a:lnTo>
                  <a:lnTo>
                    <a:pt x="101434" y="248081"/>
                  </a:lnTo>
                  <a:lnTo>
                    <a:pt x="101358" y="246557"/>
                  </a:lnTo>
                  <a:lnTo>
                    <a:pt x="101092" y="245605"/>
                  </a:lnTo>
                  <a:lnTo>
                    <a:pt x="101092" y="256451"/>
                  </a:lnTo>
                  <a:lnTo>
                    <a:pt x="87312" y="272516"/>
                  </a:lnTo>
                  <a:lnTo>
                    <a:pt x="82524" y="266954"/>
                  </a:lnTo>
                  <a:lnTo>
                    <a:pt x="83591" y="267195"/>
                  </a:lnTo>
                  <a:lnTo>
                    <a:pt x="86220" y="267030"/>
                  </a:lnTo>
                  <a:lnTo>
                    <a:pt x="86791" y="266827"/>
                  </a:lnTo>
                  <a:lnTo>
                    <a:pt x="86677" y="267525"/>
                  </a:lnTo>
                  <a:lnTo>
                    <a:pt x="86753" y="269049"/>
                  </a:lnTo>
                  <a:lnTo>
                    <a:pt x="86817" y="270573"/>
                  </a:lnTo>
                  <a:lnTo>
                    <a:pt x="87160" y="271805"/>
                  </a:lnTo>
                  <a:lnTo>
                    <a:pt x="87845" y="271767"/>
                  </a:lnTo>
                  <a:lnTo>
                    <a:pt x="88074" y="270510"/>
                  </a:lnTo>
                  <a:lnTo>
                    <a:pt x="87922" y="267436"/>
                  </a:lnTo>
                  <a:lnTo>
                    <a:pt x="87731" y="266763"/>
                  </a:lnTo>
                  <a:lnTo>
                    <a:pt x="88341" y="266903"/>
                  </a:lnTo>
                  <a:lnTo>
                    <a:pt x="89662" y="266814"/>
                  </a:lnTo>
                  <a:lnTo>
                    <a:pt x="90970" y="266738"/>
                  </a:lnTo>
                  <a:lnTo>
                    <a:pt x="92011" y="266344"/>
                  </a:lnTo>
                  <a:lnTo>
                    <a:pt x="91998" y="265938"/>
                  </a:lnTo>
                  <a:lnTo>
                    <a:pt x="91986" y="265544"/>
                  </a:lnTo>
                  <a:lnTo>
                    <a:pt x="90906" y="265277"/>
                  </a:lnTo>
                  <a:lnTo>
                    <a:pt x="88277" y="265442"/>
                  </a:lnTo>
                  <a:lnTo>
                    <a:pt x="87642" y="265684"/>
                  </a:lnTo>
                  <a:lnTo>
                    <a:pt x="87782" y="264960"/>
                  </a:lnTo>
                  <a:lnTo>
                    <a:pt x="87706" y="263423"/>
                  </a:lnTo>
                  <a:lnTo>
                    <a:pt x="87642" y="261899"/>
                  </a:lnTo>
                  <a:lnTo>
                    <a:pt x="87299" y="260680"/>
                  </a:lnTo>
                  <a:lnTo>
                    <a:pt x="86614" y="260718"/>
                  </a:lnTo>
                  <a:lnTo>
                    <a:pt x="86398" y="261975"/>
                  </a:lnTo>
                  <a:lnTo>
                    <a:pt x="86537" y="265036"/>
                  </a:lnTo>
                  <a:lnTo>
                    <a:pt x="86715" y="265722"/>
                  </a:lnTo>
                  <a:lnTo>
                    <a:pt x="86144" y="265582"/>
                  </a:lnTo>
                  <a:lnTo>
                    <a:pt x="84836" y="265658"/>
                  </a:lnTo>
                  <a:lnTo>
                    <a:pt x="83527" y="265747"/>
                  </a:lnTo>
                  <a:lnTo>
                    <a:pt x="82473" y="266128"/>
                  </a:lnTo>
                  <a:lnTo>
                    <a:pt x="82499" y="266928"/>
                  </a:lnTo>
                  <a:lnTo>
                    <a:pt x="69176" y="251383"/>
                  </a:lnTo>
                  <a:lnTo>
                    <a:pt x="70243" y="251637"/>
                  </a:lnTo>
                  <a:lnTo>
                    <a:pt x="72872" y="251460"/>
                  </a:lnTo>
                  <a:lnTo>
                    <a:pt x="73456" y="251256"/>
                  </a:lnTo>
                  <a:lnTo>
                    <a:pt x="73329" y="251955"/>
                  </a:lnTo>
                  <a:lnTo>
                    <a:pt x="73406" y="253479"/>
                  </a:lnTo>
                  <a:lnTo>
                    <a:pt x="73469" y="255016"/>
                  </a:lnTo>
                  <a:lnTo>
                    <a:pt x="73812" y="256235"/>
                  </a:lnTo>
                  <a:lnTo>
                    <a:pt x="74498" y="256197"/>
                  </a:lnTo>
                  <a:lnTo>
                    <a:pt x="74726" y="254939"/>
                  </a:lnTo>
                  <a:lnTo>
                    <a:pt x="74574" y="251866"/>
                  </a:lnTo>
                  <a:lnTo>
                    <a:pt x="74383" y="251193"/>
                  </a:lnTo>
                  <a:lnTo>
                    <a:pt x="74993" y="251333"/>
                  </a:lnTo>
                  <a:lnTo>
                    <a:pt x="76314" y="251244"/>
                  </a:lnTo>
                  <a:lnTo>
                    <a:pt x="77622" y="251167"/>
                  </a:lnTo>
                  <a:lnTo>
                    <a:pt x="78676" y="250774"/>
                  </a:lnTo>
                  <a:lnTo>
                    <a:pt x="78638" y="249974"/>
                  </a:lnTo>
                  <a:lnTo>
                    <a:pt x="77558" y="249707"/>
                  </a:lnTo>
                  <a:lnTo>
                    <a:pt x="74930" y="249872"/>
                  </a:lnTo>
                  <a:lnTo>
                    <a:pt x="74307" y="250113"/>
                  </a:lnTo>
                  <a:lnTo>
                    <a:pt x="74434" y="249389"/>
                  </a:lnTo>
                  <a:lnTo>
                    <a:pt x="74358" y="247865"/>
                  </a:lnTo>
                  <a:lnTo>
                    <a:pt x="74295" y="246329"/>
                  </a:lnTo>
                  <a:lnTo>
                    <a:pt x="73952" y="245110"/>
                  </a:lnTo>
                  <a:lnTo>
                    <a:pt x="73799" y="245122"/>
                  </a:lnTo>
                  <a:lnTo>
                    <a:pt x="86817" y="229946"/>
                  </a:lnTo>
                  <a:lnTo>
                    <a:pt x="86652" y="230911"/>
                  </a:lnTo>
                  <a:lnTo>
                    <a:pt x="86791" y="233984"/>
                  </a:lnTo>
                  <a:lnTo>
                    <a:pt x="86969" y="234657"/>
                  </a:lnTo>
                  <a:lnTo>
                    <a:pt x="86398" y="234518"/>
                  </a:lnTo>
                  <a:lnTo>
                    <a:pt x="85090" y="234594"/>
                  </a:lnTo>
                  <a:lnTo>
                    <a:pt x="83781" y="234683"/>
                  </a:lnTo>
                  <a:lnTo>
                    <a:pt x="82727" y="235077"/>
                  </a:lnTo>
                  <a:lnTo>
                    <a:pt x="82765" y="235877"/>
                  </a:lnTo>
                  <a:lnTo>
                    <a:pt x="83845" y="236143"/>
                  </a:lnTo>
                  <a:lnTo>
                    <a:pt x="86474" y="235966"/>
                  </a:lnTo>
                  <a:lnTo>
                    <a:pt x="87058" y="235762"/>
                  </a:lnTo>
                  <a:lnTo>
                    <a:pt x="86931" y="236461"/>
                  </a:lnTo>
                  <a:lnTo>
                    <a:pt x="87007" y="237985"/>
                  </a:lnTo>
                  <a:lnTo>
                    <a:pt x="87071" y="239522"/>
                  </a:lnTo>
                  <a:lnTo>
                    <a:pt x="87414" y="240741"/>
                  </a:lnTo>
                  <a:lnTo>
                    <a:pt x="88099" y="240703"/>
                  </a:lnTo>
                  <a:lnTo>
                    <a:pt x="88328" y="239445"/>
                  </a:lnTo>
                  <a:lnTo>
                    <a:pt x="88176" y="236372"/>
                  </a:lnTo>
                  <a:lnTo>
                    <a:pt x="87985" y="235699"/>
                  </a:lnTo>
                  <a:lnTo>
                    <a:pt x="88595" y="235839"/>
                  </a:lnTo>
                  <a:lnTo>
                    <a:pt x="89916" y="235750"/>
                  </a:lnTo>
                  <a:lnTo>
                    <a:pt x="91224" y="235673"/>
                  </a:lnTo>
                  <a:lnTo>
                    <a:pt x="92278" y="235280"/>
                  </a:lnTo>
                  <a:lnTo>
                    <a:pt x="101003" y="245338"/>
                  </a:lnTo>
                  <a:lnTo>
                    <a:pt x="100342" y="245364"/>
                  </a:lnTo>
                  <a:lnTo>
                    <a:pt x="100114" y="246621"/>
                  </a:lnTo>
                  <a:lnTo>
                    <a:pt x="100266" y="249694"/>
                  </a:lnTo>
                  <a:lnTo>
                    <a:pt x="100444" y="250380"/>
                  </a:lnTo>
                  <a:lnTo>
                    <a:pt x="99872" y="250228"/>
                  </a:lnTo>
                  <a:lnTo>
                    <a:pt x="98564" y="250317"/>
                  </a:lnTo>
                  <a:lnTo>
                    <a:pt x="97256" y="250393"/>
                  </a:lnTo>
                  <a:lnTo>
                    <a:pt x="96189" y="250786"/>
                  </a:lnTo>
                  <a:lnTo>
                    <a:pt x="96240" y="251587"/>
                  </a:lnTo>
                  <a:lnTo>
                    <a:pt x="97307" y="251853"/>
                  </a:lnTo>
                  <a:lnTo>
                    <a:pt x="99936" y="251688"/>
                  </a:lnTo>
                  <a:lnTo>
                    <a:pt x="100520" y="251472"/>
                  </a:lnTo>
                  <a:lnTo>
                    <a:pt x="100406" y="252171"/>
                  </a:lnTo>
                  <a:lnTo>
                    <a:pt x="100469" y="253707"/>
                  </a:lnTo>
                  <a:lnTo>
                    <a:pt x="100545" y="255231"/>
                  </a:lnTo>
                  <a:lnTo>
                    <a:pt x="100888" y="256451"/>
                  </a:lnTo>
                  <a:lnTo>
                    <a:pt x="101092" y="256451"/>
                  </a:lnTo>
                  <a:lnTo>
                    <a:pt x="101092" y="245605"/>
                  </a:lnTo>
                  <a:lnTo>
                    <a:pt x="101028" y="245376"/>
                  </a:lnTo>
                  <a:lnTo>
                    <a:pt x="105029" y="250037"/>
                  </a:lnTo>
                  <a:lnTo>
                    <a:pt x="105029" y="245656"/>
                  </a:lnTo>
                  <a:lnTo>
                    <a:pt x="91528" y="229920"/>
                  </a:lnTo>
                  <a:lnTo>
                    <a:pt x="91528" y="234315"/>
                  </a:lnTo>
                  <a:lnTo>
                    <a:pt x="91160" y="234213"/>
                  </a:lnTo>
                  <a:lnTo>
                    <a:pt x="88531" y="234378"/>
                  </a:lnTo>
                  <a:lnTo>
                    <a:pt x="87909" y="234619"/>
                  </a:lnTo>
                  <a:lnTo>
                    <a:pt x="88036" y="233895"/>
                  </a:lnTo>
                  <a:lnTo>
                    <a:pt x="87960" y="232371"/>
                  </a:lnTo>
                  <a:lnTo>
                    <a:pt x="87896" y="230835"/>
                  </a:lnTo>
                  <a:lnTo>
                    <a:pt x="87553" y="229666"/>
                  </a:lnTo>
                  <a:lnTo>
                    <a:pt x="91528" y="234315"/>
                  </a:lnTo>
                  <a:lnTo>
                    <a:pt x="91528" y="229920"/>
                  </a:lnTo>
                  <a:lnTo>
                    <a:pt x="91059" y="229362"/>
                  </a:lnTo>
                  <a:lnTo>
                    <a:pt x="87528" y="225247"/>
                  </a:lnTo>
                  <a:lnTo>
                    <a:pt x="87528" y="229628"/>
                  </a:lnTo>
                  <a:lnTo>
                    <a:pt x="87071" y="229654"/>
                  </a:lnTo>
                  <a:lnTo>
                    <a:pt x="87312" y="229362"/>
                  </a:lnTo>
                  <a:lnTo>
                    <a:pt x="87528" y="229628"/>
                  </a:lnTo>
                  <a:lnTo>
                    <a:pt x="87528" y="225247"/>
                  </a:lnTo>
                  <a:lnTo>
                    <a:pt x="87312" y="224993"/>
                  </a:lnTo>
                  <a:lnTo>
                    <a:pt x="73367" y="241261"/>
                  </a:lnTo>
                  <a:lnTo>
                    <a:pt x="73367" y="250151"/>
                  </a:lnTo>
                  <a:lnTo>
                    <a:pt x="72796" y="250012"/>
                  </a:lnTo>
                  <a:lnTo>
                    <a:pt x="71488" y="250088"/>
                  </a:lnTo>
                  <a:lnTo>
                    <a:pt x="70180" y="250177"/>
                  </a:lnTo>
                  <a:lnTo>
                    <a:pt x="69151" y="250558"/>
                  </a:lnTo>
                  <a:lnTo>
                    <a:pt x="69151" y="251358"/>
                  </a:lnTo>
                  <a:lnTo>
                    <a:pt x="68808" y="250939"/>
                  </a:lnTo>
                  <a:lnTo>
                    <a:pt x="69126" y="250571"/>
                  </a:lnTo>
                  <a:lnTo>
                    <a:pt x="69151" y="251358"/>
                  </a:lnTo>
                  <a:lnTo>
                    <a:pt x="69151" y="250558"/>
                  </a:lnTo>
                  <a:lnTo>
                    <a:pt x="73126" y="245897"/>
                  </a:lnTo>
                  <a:lnTo>
                    <a:pt x="73050" y="246405"/>
                  </a:lnTo>
                  <a:lnTo>
                    <a:pt x="73190" y="249478"/>
                  </a:lnTo>
                  <a:lnTo>
                    <a:pt x="73367" y="250151"/>
                  </a:lnTo>
                  <a:lnTo>
                    <a:pt x="73367" y="241261"/>
                  </a:lnTo>
                  <a:lnTo>
                    <a:pt x="66344" y="249440"/>
                  </a:lnTo>
                  <a:lnTo>
                    <a:pt x="63893" y="246583"/>
                  </a:lnTo>
                  <a:lnTo>
                    <a:pt x="63893" y="250939"/>
                  </a:lnTo>
                  <a:lnTo>
                    <a:pt x="59753" y="255765"/>
                  </a:lnTo>
                  <a:lnTo>
                    <a:pt x="59867" y="255155"/>
                  </a:lnTo>
                  <a:lnTo>
                    <a:pt x="59715" y="252095"/>
                  </a:lnTo>
                  <a:lnTo>
                    <a:pt x="59524" y="251409"/>
                  </a:lnTo>
                  <a:lnTo>
                    <a:pt x="60147" y="251548"/>
                  </a:lnTo>
                  <a:lnTo>
                    <a:pt x="61455" y="251472"/>
                  </a:lnTo>
                  <a:lnTo>
                    <a:pt x="62763" y="251383"/>
                  </a:lnTo>
                  <a:lnTo>
                    <a:pt x="63817" y="251002"/>
                  </a:lnTo>
                  <a:lnTo>
                    <a:pt x="63804" y="250850"/>
                  </a:lnTo>
                  <a:lnTo>
                    <a:pt x="63893" y="246583"/>
                  </a:lnTo>
                  <a:lnTo>
                    <a:pt x="63106" y="245668"/>
                  </a:lnTo>
                  <a:lnTo>
                    <a:pt x="63106" y="250037"/>
                  </a:lnTo>
                  <a:lnTo>
                    <a:pt x="62699" y="249936"/>
                  </a:lnTo>
                  <a:lnTo>
                    <a:pt x="60071" y="250101"/>
                  </a:lnTo>
                  <a:lnTo>
                    <a:pt x="59448" y="250329"/>
                  </a:lnTo>
                  <a:lnTo>
                    <a:pt x="59588" y="249605"/>
                  </a:lnTo>
                  <a:lnTo>
                    <a:pt x="59512" y="248081"/>
                  </a:lnTo>
                  <a:lnTo>
                    <a:pt x="59436" y="246557"/>
                  </a:lnTo>
                  <a:lnTo>
                    <a:pt x="59169" y="245605"/>
                  </a:lnTo>
                  <a:lnTo>
                    <a:pt x="59169" y="256451"/>
                  </a:lnTo>
                  <a:lnTo>
                    <a:pt x="45389" y="272516"/>
                  </a:lnTo>
                  <a:lnTo>
                    <a:pt x="40601" y="266954"/>
                  </a:lnTo>
                  <a:lnTo>
                    <a:pt x="41656" y="267195"/>
                  </a:lnTo>
                  <a:lnTo>
                    <a:pt x="44284" y="267030"/>
                  </a:lnTo>
                  <a:lnTo>
                    <a:pt x="44869" y="266827"/>
                  </a:lnTo>
                  <a:lnTo>
                    <a:pt x="44742" y="267525"/>
                  </a:lnTo>
                  <a:lnTo>
                    <a:pt x="44818" y="269049"/>
                  </a:lnTo>
                  <a:lnTo>
                    <a:pt x="44894" y="270573"/>
                  </a:lnTo>
                  <a:lnTo>
                    <a:pt x="45224" y="271805"/>
                  </a:lnTo>
                  <a:lnTo>
                    <a:pt x="45923" y="271767"/>
                  </a:lnTo>
                  <a:lnTo>
                    <a:pt x="46139" y="270510"/>
                  </a:lnTo>
                  <a:lnTo>
                    <a:pt x="45999" y="267436"/>
                  </a:lnTo>
                  <a:lnTo>
                    <a:pt x="45796" y="266763"/>
                  </a:lnTo>
                  <a:lnTo>
                    <a:pt x="46418" y="266903"/>
                  </a:lnTo>
                  <a:lnTo>
                    <a:pt x="47726" y="266814"/>
                  </a:lnTo>
                  <a:lnTo>
                    <a:pt x="49034" y="266738"/>
                  </a:lnTo>
                  <a:lnTo>
                    <a:pt x="50088" y="266344"/>
                  </a:lnTo>
                  <a:lnTo>
                    <a:pt x="50050" y="265544"/>
                  </a:lnTo>
                  <a:lnTo>
                    <a:pt x="48971" y="265277"/>
                  </a:lnTo>
                  <a:lnTo>
                    <a:pt x="46342" y="265442"/>
                  </a:lnTo>
                  <a:lnTo>
                    <a:pt x="45720" y="265684"/>
                  </a:lnTo>
                  <a:lnTo>
                    <a:pt x="45859" y="264960"/>
                  </a:lnTo>
                  <a:lnTo>
                    <a:pt x="45783" y="263423"/>
                  </a:lnTo>
                  <a:lnTo>
                    <a:pt x="45707" y="261899"/>
                  </a:lnTo>
                  <a:lnTo>
                    <a:pt x="45377" y="260680"/>
                  </a:lnTo>
                  <a:lnTo>
                    <a:pt x="44678" y="260718"/>
                  </a:lnTo>
                  <a:lnTo>
                    <a:pt x="44462" y="261975"/>
                  </a:lnTo>
                  <a:lnTo>
                    <a:pt x="44615" y="265036"/>
                  </a:lnTo>
                  <a:lnTo>
                    <a:pt x="44792" y="265722"/>
                  </a:lnTo>
                  <a:lnTo>
                    <a:pt x="44221" y="265582"/>
                  </a:lnTo>
                  <a:lnTo>
                    <a:pt x="42900" y="265658"/>
                  </a:lnTo>
                  <a:lnTo>
                    <a:pt x="41592" y="265747"/>
                  </a:lnTo>
                  <a:lnTo>
                    <a:pt x="40538" y="266128"/>
                  </a:lnTo>
                  <a:lnTo>
                    <a:pt x="40563" y="266915"/>
                  </a:lnTo>
                  <a:lnTo>
                    <a:pt x="27254" y="251383"/>
                  </a:lnTo>
                  <a:lnTo>
                    <a:pt x="28308" y="251637"/>
                  </a:lnTo>
                  <a:lnTo>
                    <a:pt x="30937" y="251460"/>
                  </a:lnTo>
                  <a:lnTo>
                    <a:pt x="31521" y="251256"/>
                  </a:lnTo>
                  <a:lnTo>
                    <a:pt x="31407" y="251955"/>
                  </a:lnTo>
                  <a:lnTo>
                    <a:pt x="31470" y="253479"/>
                  </a:lnTo>
                  <a:lnTo>
                    <a:pt x="31546" y="255016"/>
                  </a:lnTo>
                  <a:lnTo>
                    <a:pt x="31889" y="256235"/>
                  </a:lnTo>
                  <a:lnTo>
                    <a:pt x="32575" y="256197"/>
                  </a:lnTo>
                  <a:lnTo>
                    <a:pt x="32791" y="254939"/>
                  </a:lnTo>
                  <a:lnTo>
                    <a:pt x="32651" y="251866"/>
                  </a:lnTo>
                  <a:lnTo>
                    <a:pt x="32448" y="251193"/>
                  </a:lnTo>
                  <a:lnTo>
                    <a:pt x="33070" y="251333"/>
                  </a:lnTo>
                  <a:lnTo>
                    <a:pt x="34378" y="251244"/>
                  </a:lnTo>
                  <a:lnTo>
                    <a:pt x="35687" y="251167"/>
                  </a:lnTo>
                  <a:lnTo>
                    <a:pt x="36753" y="250774"/>
                  </a:lnTo>
                  <a:lnTo>
                    <a:pt x="36703" y="249974"/>
                  </a:lnTo>
                  <a:lnTo>
                    <a:pt x="35623" y="249707"/>
                  </a:lnTo>
                  <a:lnTo>
                    <a:pt x="32994" y="249872"/>
                  </a:lnTo>
                  <a:lnTo>
                    <a:pt x="32385" y="250113"/>
                  </a:lnTo>
                  <a:lnTo>
                    <a:pt x="32512" y="249389"/>
                  </a:lnTo>
                  <a:lnTo>
                    <a:pt x="32435" y="247865"/>
                  </a:lnTo>
                  <a:lnTo>
                    <a:pt x="32359" y="246329"/>
                  </a:lnTo>
                  <a:lnTo>
                    <a:pt x="32029" y="245110"/>
                  </a:lnTo>
                  <a:lnTo>
                    <a:pt x="31877" y="245122"/>
                  </a:lnTo>
                  <a:lnTo>
                    <a:pt x="44881" y="229946"/>
                  </a:lnTo>
                  <a:lnTo>
                    <a:pt x="44716" y="230911"/>
                  </a:lnTo>
                  <a:lnTo>
                    <a:pt x="44869" y="233984"/>
                  </a:lnTo>
                  <a:lnTo>
                    <a:pt x="45046" y="234657"/>
                  </a:lnTo>
                  <a:lnTo>
                    <a:pt x="44462" y="234518"/>
                  </a:lnTo>
                  <a:lnTo>
                    <a:pt x="43154" y="234594"/>
                  </a:lnTo>
                  <a:lnTo>
                    <a:pt x="41846" y="234683"/>
                  </a:lnTo>
                  <a:lnTo>
                    <a:pt x="40792" y="235077"/>
                  </a:lnTo>
                  <a:lnTo>
                    <a:pt x="40830" y="235877"/>
                  </a:lnTo>
                  <a:lnTo>
                    <a:pt x="41910" y="236143"/>
                  </a:lnTo>
                  <a:lnTo>
                    <a:pt x="44538" y="235966"/>
                  </a:lnTo>
                  <a:lnTo>
                    <a:pt x="45123" y="235762"/>
                  </a:lnTo>
                  <a:lnTo>
                    <a:pt x="45008" y="236461"/>
                  </a:lnTo>
                  <a:lnTo>
                    <a:pt x="45072" y="237985"/>
                  </a:lnTo>
                  <a:lnTo>
                    <a:pt x="45148" y="239522"/>
                  </a:lnTo>
                  <a:lnTo>
                    <a:pt x="45478" y="240741"/>
                  </a:lnTo>
                  <a:lnTo>
                    <a:pt x="46177" y="240703"/>
                  </a:lnTo>
                  <a:lnTo>
                    <a:pt x="46393" y="239445"/>
                  </a:lnTo>
                  <a:lnTo>
                    <a:pt x="46253" y="236372"/>
                  </a:lnTo>
                  <a:lnTo>
                    <a:pt x="46050" y="235699"/>
                  </a:lnTo>
                  <a:lnTo>
                    <a:pt x="46672" y="235839"/>
                  </a:lnTo>
                  <a:lnTo>
                    <a:pt x="47980" y="235750"/>
                  </a:lnTo>
                  <a:lnTo>
                    <a:pt x="49288" y="235673"/>
                  </a:lnTo>
                  <a:lnTo>
                    <a:pt x="50342" y="235280"/>
                  </a:lnTo>
                  <a:lnTo>
                    <a:pt x="50330" y="235153"/>
                  </a:lnTo>
                  <a:lnTo>
                    <a:pt x="59080" y="245338"/>
                  </a:lnTo>
                  <a:lnTo>
                    <a:pt x="58407" y="245364"/>
                  </a:lnTo>
                  <a:lnTo>
                    <a:pt x="58191" y="246621"/>
                  </a:lnTo>
                  <a:lnTo>
                    <a:pt x="58331" y="249694"/>
                  </a:lnTo>
                  <a:lnTo>
                    <a:pt x="58508" y="250380"/>
                  </a:lnTo>
                  <a:lnTo>
                    <a:pt x="57937" y="250228"/>
                  </a:lnTo>
                  <a:lnTo>
                    <a:pt x="56629" y="250317"/>
                  </a:lnTo>
                  <a:lnTo>
                    <a:pt x="55321" y="250393"/>
                  </a:lnTo>
                  <a:lnTo>
                    <a:pt x="54279" y="250786"/>
                  </a:lnTo>
                  <a:lnTo>
                    <a:pt x="54279" y="251193"/>
                  </a:lnTo>
                  <a:lnTo>
                    <a:pt x="54305" y="251587"/>
                  </a:lnTo>
                  <a:lnTo>
                    <a:pt x="55384" y="251853"/>
                  </a:lnTo>
                  <a:lnTo>
                    <a:pt x="58013" y="251688"/>
                  </a:lnTo>
                  <a:lnTo>
                    <a:pt x="58597" y="251472"/>
                  </a:lnTo>
                  <a:lnTo>
                    <a:pt x="58470" y="252171"/>
                  </a:lnTo>
                  <a:lnTo>
                    <a:pt x="58547" y="253707"/>
                  </a:lnTo>
                  <a:lnTo>
                    <a:pt x="58623" y="255231"/>
                  </a:lnTo>
                  <a:lnTo>
                    <a:pt x="58953" y="256451"/>
                  </a:lnTo>
                  <a:lnTo>
                    <a:pt x="59169" y="256451"/>
                  </a:lnTo>
                  <a:lnTo>
                    <a:pt x="59169" y="245605"/>
                  </a:lnTo>
                  <a:lnTo>
                    <a:pt x="59105" y="245376"/>
                  </a:lnTo>
                  <a:lnTo>
                    <a:pt x="63106" y="250037"/>
                  </a:lnTo>
                  <a:lnTo>
                    <a:pt x="63106" y="245668"/>
                  </a:lnTo>
                  <a:lnTo>
                    <a:pt x="49606" y="229920"/>
                  </a:lnTo>
                  <a:lnTo>
                    <a:pt x="49606" y="234315"/>
                  </a:lnTo>
                  <a:lnTo>
                    <a:pt x="49225" y="234213"/>
                  </a:lnTo>
                  <a:lnTo>
                    <a:pt x="46596" y="234378"/>
                  </a:lnTo>
                  <a:lnTo>
                    <a:pt x="45974" y="234619"/>
                  </a:lnTo>
                  <a:lnTo>
                    <a:pt x="46113" y="233895"/>
                  </a:lnTo>
                  <a:lnTo>
                    <a:pt x="46037" y="232371"/>
                  </a:lnTo>
                  <a:lnTo>
                    <a:pt x="45961" y="230835"/>
                  </a:lnTo>
                  <a:lnTo>
                    <a:pt x="45631" y="229666"/>
                  </a:lnTo>
                  <a:lnTo>
                    <a:pt x="49606" y="234315"/>
                  </a:lnTo>
                  <a:lnTo>
                    <a:pt x="49606" y="229920"/>
                  </a:lnTo>
                  <a:lnTo>
                    <a:pt x="49136" y="229362"/>
                  </a:lnTo>
                  <a:lnTo>
                    <a:pt x="45605" y="225247"/>
                  </a:lnTo>
                  <a:lnTo>
                    <a:pt x="45605" y="229628"/>
                  </a:lnTo>
                  <a:lnTo>
                    <a:pt x="45148" y="229654"/>
                  </a:lnTo>
                  <a:lnTo>
                    <a:pt x="45389" y="229362"/>
                  </a:lnTo>
                  <a:lnTo>
                    <a:pt x="45605" y="229628"/>
                  </a:lnTo>
                  <a:lnTo>
                    <a:pt x="45605" y="225247"/>
                  </a:lnTo>
                  <a:lnTo>
                    <a:pt x="45389" y="224993"/>
                  </a:lnTo>
                  <a:lnTo>
                    <a:pt x="31445" y="241261"/>
                  </a:lnTo>
                  <a:lnTo>
                    <a:pt x="31445" y="250151"/>
                  </a:lnTo>
                  <a:lnTo>
                    <a:pt x="30873" y="250012"/>
                  </a:lnTo>
                  <a:lnTo>
                    <a:pt x="29565" y="250088"/>
                  </a:lnTo>
                  <a:lnTo>
                    <a:pt x="28257" y="250177"/>
                  </a:lnTo>
                  <a:lnTo>
                    <a:pt x="27228" y="250558"/>
                  </a:lnTo>
                  <a:lnTo>
                    <a:pt x="27228" y="251358"/>
                  </a:lnTo>
                  <a:lnTo>
                    <a:pt x="26885" y="250939"/>
                  </a:lnTo>
                  <a:lnTo>
                    <a:pt x="27190" y="250583"/>
                  </a:lnTo>
                  <a:lnTo>
                    <a:pt x="27228" y="251358"/>
                  </a:lnTo>
                  <a:lnTo>
                    <a:pt x="27228" y="250558"/>
                  </a:lnTo>
                  <a:lnTo>
                    <a:pt x="31203" y="245910"/>
                  </a:lnTo>
                  <a:lnTo>
                    <a:pt x="31115" y="246405"/>
                  </a:lnTo>
                  <a:lnTo>
                    <a:pt x="31267" y="249478"/>
                  </a:lnTo>
                  <a:lnTo>
                    <a:pt x="31445" y="250151"/>
                  </a:lnTo>
                  <a:lnTo>
                    <a:pt x="31445" y="241261"/>
                  </a:lnTo>
                  <a:lnTo>
                    <a:pt x="25006" y="248767"/>
                  </a:lnTo>
                  <a:lnTo>
                    <a:pt x="8382" y="229362"/>
                  </a:lnTo>
                  <a:lnTo>
                    <a:pt x="4635" y="224993"/>
                  </a:lnTo>
                  <a:lnTo>
                    <a:pt x="0" y="230403"/>
                  </a:lnTo>
                  <a:lnTo>
                    <a:pt x="0" y="234772"/>
                  </a:lnTo>
                  <a:lnTo>
                    <a:pt x="4635" y="229362"/>
                  </a:lnTo>
                  <a:lnTo>
                    <a:pt x="23139" y="250939"/>
                  </a:lnTo>
                  <a:lnTo>
                    <a:pt x="4635" y="272516"/>
                  </a:lnTo>
                  <a:lnTo>
                    <a:pt x="0" y="267106"/>
                  </a:lnTo>
                  <a:lnTo>
                    <a:pt x="0" y="271475"/>
                  </a:lnTo>
                  <a:lnTo>
                    <a:pt x="4635" y="276885"/>
                  </a:lnTo>
                  <a:lnTo>
                    <a:pt x="8382" y="272516"/>
                  </a:lnTo>
                  <a:lnTo>
                    <a:pt x="25006" y="253123"/>
                  </a:lnTo>
                  <a:lnTo>
                    <a:pt x="45389" y="276885"/>
                  </a:lnTo>
                  <a:lnTo>
                    <a:pt x="49136" y="272516"/>
                  </a:lnTo>
                  <a:lnTo>
                    <a:pt x="66344" y="252450"/>
                  </a:lnTo>
                  <a:lnTo>
                    <a:pt x="87312" y="276885"/>
                  </a:lnTo>
                  <a:lnTo>
                    <a:pt x="91059" y="272516"/>
                  </a:lnTo>
                  <a:lnTo>
                    <a:pt x="109562" y="250939"/>
                  </a:lnTo>
                  <a:close/>
                </a:path>
                <a:path w="118109" h="277495">
                  <a:moveTo>
                    <a:pt x="117690" y="25488"/>
                  </a:moveTo>
                  <a:lnTo>
                    <a:pt x="116890" y="25781"/>
                  </a:lnTo>
                  <a:lnTo>
                    <a:pt x="116941" y="26593"/>
                  </a:lnTo>
                  <a:lnTo>
                    <a:pt x="117690" y="26771"/>
                  </a:lnTo>
                  <a:lnTo>
                    <a:pt x="117690" y="25488"/>
                  </a:lnTo>
                  <a:close/>
                </a:path>
                <a:path w="118109" h="277495">
                  <a:moveTo>
                    <a:pt x="117703" y="11277"/>
                  </a:moveTo>
                  <a:lnTo>
                    <a:pt x="112255" y="4940"/>
                  </a:lnTo>
                  <a:lnTo>
                    <a:pt x="112255" y="9321"/>
                  </a:lnTo>
                  <a:lnTo>
                    <a:pt x="111861" y="9220"/>
                  </a:lnTo>
                  <a:lnTo>
                    <a:pt x="109232" y="9385"/>
                  </a:lnTo>
                  <a:lnTo>
                    <a:pt x="108610" y="9613"/>
                  </a:lnTo>
                  <a:lnTo>
                    <a:pt x="108737" y="8890"/>
                  </a:lnTo>
                  <a:lnTo>
                    <a:pt x="108673" y="7366"/>
                  </a:lnTo>
                  <a:lnTo>
                    <a:pt x="108597" y="5842"/>
                  </a:lnTo>
                  <a:lnTo>
                    <a:pt x="108267" y="4660"/>
                  </a:lnTo>
                  <a:lnTo>
                    <a:pt x="112255" y="9321"/>
                  </a:lnTo>
                  <a:lnTo>
                    <a:pt x="112255" y="4940"/>
                  </a:lnTo>
                  <a:lnTo>
                    <a:pt x="111760" y="4356"/>
                  </a:lnTo>
                  <a:lnTo>
                    <a:pt x="108242" y="254"/>
                  </a:lnTo>
                  <a:lnTo>
                    <a:pt x="108242" y="4622"/>
                  </a:lnTo>
                  <a:lnTo>
                    <a:pt x="107784" y="4648"/>
                  </a:lnTo>
                  <a:lnTo>
                    <a:pt x="108026" y="4356"/>
                  </a:lnTo>
                  <a:lnTo>
                    <a:pt x="108242" y="4622"/>
                  </a:lnTo>
                  <a:lnTo>
                    <a:pt x="108242" y="254"/>
                  </a:lnTo>
                  <a:lnTo>
                    <a:pt x="108026" y="0"/>
                  </a:lnTo>
                  <a:lnTo>
                    <a:pt x="94068" y="16281"/>
                  </a:lnTo>
                  <a:lnTo>
                    <a:pt x="94068" y="25158"/>
                  </a:lnTo>
                  <a:lnTo>
                    <a:pt x="93497" y="25006"/>
                  </a:lnTo>
                  <a:lnTo>
                    <a:pt x="92189" y="25095"/>
                  </a:lnTo>
                  <a:lnTo>
                    <a:pt x="90881" y="25171"/>
                  </a:lnTo>
                  <a:lnTo>
                    <a:pt x="89852" y="25565"/>
                  </a:lnTo>
                  <a:lnTo>
                    <a:pt x="89852" y="26352"/>
                  </a:lnTo>
                  <a:lnTo>
                    <a:pt x="89522" y="25946"/>
                  </a:lnTo>
                  <a:lnTo>
                    <a:pt x="89827" y="25590"/>
                  </a:lnTo>
                  <a:lnTo>
                    <a:pt x="89852" y="26352"/>
                  </a:lnTo>
                  <a:lnTo>
                    <a:pt x="89852" y="25565"/>
                  </a:lnTo>
                  <a:lnTo>
                    <a:pt x="93827" y="20916"/>
                  </a:lnTo>
                  <a:lnTo>
                    <a:pt x="93751" y="21399"/>
                  </a:lnTo>
                  <a:lnTo>
                    <a:pt x="93891" y="24472"/>
                  </a:lnTo>
                  <a:lnTo>
                    <a:pt x="94068" y="25158"/>
                  </a:lnTo>
                  <a:lnTo>
                    <a:pt x="94068" y="16281"/>
                  </a:lnTo>
                  <a:lnTo>
                    <a:pt x="85775" y="25946"/>
                  </a:lnTo>
                  <a:lnTo>
                    <a:pt x="108026" y="51892"/>
                  </a:lnTo>
                  <a:lnTo>
                    <a:pt x="111760" y="47523"/>
                  </a:lnTo>
                  <a:lnTo>
                    <a:pt x="117690" y="40601"/>
                  </a:lnTo>
                  <a:lnTo>
                    <a:pt x="117690" y="36233"/>
                  </a:lnTo>
                  <a:lnTo>
                    <a:pt x="108026" y="47523"/>
                  </a:lnTo>
                  <a:lnTo>
                    <a:pt x="103225" y="41948"/>
                  </a:lnTo>
                  <a:lnTo>
                    <a:pt x="104292" y="42202"/>
                  </a:lnTo>
                  <a:lnTo>
                    <a:pt x="106921" y="42037"/>
                  </a:lnTo>
                  <a:lnTo>
                    <a:pt x="107492" y="41821"/>
                  </a:lnTo>
                  <a:lnTo>
                    <a:pt x="107378" y="42519"/>
                  </a:lnTo>
                  <a:lnTo>
                    <a:pt x="107454" y="44043"/>
                  </a:lnTo>
                  <a:lnTo>
                    <a:pt x="107530" y="45580"/>
                  </a:lnTo>
                  <a:lnTo>
                    <a:pt x="107861" y="46799"/>
                  </a:lnTo>
                  <a:lnTo>
                    <a:pt x="108546" y="46761"/>
                  </a:lnTo>
                  <a:lnTo>
                    <a:pt x="108775" y="45504"/>
                  </a:lnTo>
                  <a:lnTo>
                    <a:pt x="108623" y="42430"/>
                  </a:lnTo>
                  <a:lnTo>
                    <a:pt x="108432" y="41757"/>
                  </a:lnTo>
                  <a:lnTo>
                    <a:pt x="109054" y="41897"/>
                  </a:lnTo>
                  <a:lnTo>
                    <a:pt x="110363" y="41808"/>
                  </a:lnTo>
                  <a:lnTo>
                    <a:pt x="111671" y="41732"/>
                  </a:lnTo>
                  <a:lnTo>
                    <a:pt x="112725" y="41338"/>
                  </a:lnTo>
                  <a:lnTo>
                    <a:pt x="112687" y="40538"/>
                  </a:lnTo>
                  <a:lnTo>
                    <a:pt x="111607" y="40271"/>
                  </a:lnTo>
                  <a:lnTo>
                    <a:pt x="108978" y="40436"/>
                  </a:lnTo>
                  <a:lnTo>
                    <a:pt x="108343" y="40678"/>
                  </a:lnTo>
                  <a:lnTo>
                    <a:pt x="108483" y="39954"/>
                  </a:lnTo>
                  <a:lnTo>
                    <a:pt x="108419" y="38430"/>
                  </a:lnTo>
                  <a:lnTo>
                    <a:pt x="108343" y="36893"/>
                  </a:lnTo>
                  <a:lnTo>
                    <a:pt x="108000" y="35674"/>
                  </a:lnTo>
                  <a:lnTo>
                    <a:pt x="107315" y="35712"/>
                  </a:lnTo>
                  <a:lnTo>
                    <a:pt x="107099" y="36969"/>
                  </a:lnTo>
                  <a:lnTo>
                    <a:pt x="107238" y="40043"/>
                  </a:lnTo>
                  <a:lnTo>
                    <a:pt x="107429" y="40728"/>
                  </a:lnTo>
                  <a:lnTo>
                    <a:pt x="106845" y="40576"/>
                  </a:lnTo>
                  <a:lnTo>
                    <a:pt x="105537" y="40665"/>
                  </a:lnTo>
                  <a:lnTo>
                    <a:pt x="104228" y="40741"/>
                  </a:lnTo>
                  <a:lnTo>
                    <a:pt x="103174" y="41135"/>
                  </a:lnTo>
                  <a:lnTo>
                    <a:pt x="103200" y="41922"/>
                  </a:lnTo>
                  <a:lnTo>
                    <a:pt x="89877" y="26377"/>
                  </a:lnTo>
                  <a:lnTo>
                    <a:pt x="90944" y="26631"/>
                  </a:lnTo>
                  <a:lnTo>
                    <a:pt x="93573" y="26466"/>
                  </a:lnTo>
                  <a:lnTo>
                    <a:pt x="94157" y="26250"/>
                  </a:lnTo>
                  <a:lnTo>
                    <a:pt x="94030" y="26949"/>
                  </a:lnTo>
                  <a:lnTo>
                    <a:pt x="94107" y="28486"/>
                  </a:lnTo>
                  <a:lnTo>
                    <a:pt x="94183" y="30010"/>
                  </a:lnTo>
                  <a:lnTo>
                    <a:pt x="94513" y="31229"/>
                  </a:lnTo>
                  <a:lnTo>
                    <a:pt x="95199" y="31191"/>
                  </a:lnTo>
                  <a:lnTo>
                    <a:pt x="95427" y="29933"/>
                  </a:lnTo>
                  <a:lnTo>
                    <a:pt x="95275" y="26873"/>
                  </a:lnTo>
                  <a:lnTo>
                    <a:pt x="95084" y="26187"/>
                  </a:lnTo>
                  <a:lnTo>
                    <a:pt x="95707" y="26327"/>
                  </a:lnTo>
                  <a:lnTo>
                    <a:pt x="97015" y="26250"/>
                  </a:lnTo>
                  <a:lnTo>
                    <a:pt x="98323" y="26162"/>
                  </a:lnTo>
                  <a:lnTo>
                    <a:pt x="99377" y="25781"/>
                  </a:lnTo>
                  <a:lnTo>
                    <a:pt x="99339" y="24968"/>
                  </a:lnTo>
                  <a:lnTo>
                    <a:pt x="98259" y="24701"/>
                  </a:lnTo>
                  <a:lnTo>
                    <a:pt x="95631" y="24879"/>
                  </a:lnTo>
                  <a:lnTo>
                    <a:pt x="95008" y="25107"/>
                  </a:lnTo>
                  <a:lnTo>
                    <a:pt x="95135" y="24384"/>
                  </a:lnTo>
                  <a:lnTo>
                    <a:pt x="95072" y="22860"/>
                  </a:lnTo>
                  <a:lnTo>
                    <a:pt x="94996" y="21336"/>
                  </a:lnTo>
                  <a:lnTo>
                    <a:pt x="94665" y="20104"/>
                  </a:lnTo>
                  <a:lnTo>
                    <a:pt x="94513" y="20116"/>
                  </a:lnTo>
                  <a:lnTo>
                    <a:pt x="107505" y="4953"/>
                  </a:lnTo>
                  <a:lnTo>
                    <a:pt x="107353" y="5905"/>
                  </a:lnTo>
                  <a:lnTo>
                    <a:pt x="107492" y="8978"/>
                  </a:lnTo>
                  <a:lnTo>
                    <a:pt x="107670" y="9664"/>
                  </a:lnTo>
                  <a:lnTo>
                    <a:pt x="107099" y="9512"/>
                  </a:lnTo>
                  <a:lnTo>
                    <a:pt x="105791" y="9601"/>
                  </a:lnTo>
                  <a:lnTo>
                    <a:pt x="104482" y="9677"/>
                  </a:lnTo>
                  <a:lnTo>
                    <a:pt x="103428" y="10071"/>
                  </a:lnTo>
                  <a:lnTo>
                    <a:pt x="103466" y="10871"/>
                  </a:lnTo>
                  <a:lnTo>
                    <a:pt x="104546" y="11137"/>
                  </a:lnTo>
                  <a:lnTo>
                    <a:pt x="107175" y="10972"/>
                  </a:lnTo>
                  <a:lnTo>
                    <a:pt x="107759" y="10756"/>
                  </a:lnTo>
                  <a:lnTo>
                    <a:pt x="107632" y="11455"/>
                  </a:lnTo>
                  <a:lnTo>
                    <a:pt x="107708" y="12992"/>
                  </a:lnTo>
                  <a:lnTo>
                    <a:pt x="107784" y="14516"/>
                  </a:lnTo>
                  <a:lnTo>
                    <a:pt x="108115" y="15748"/>
                  </a:lnTo>
                  <a:lnTo>
                    <a:pt x="108800" y="15697"/>
                  </a:lnTo>
                  <a:lnTo>
                    <a:pt x="109029" y="14439"/>
                  </a:lnTo>
                  <a:lnTo>
                    <a:pt x="108877" y="11379"/>
                  </a:lnTo>
                  <a:lnTo>
                    <a:pt x="108686" y="10693"/>
                  </a:lnTo>
                  <a:lnTo>
                    <a:pt x="109308" y="10833"/>
                  </a:lnTo>
                  <a:lnTo>
                    <a:pt x="110617" y="10756"/>
                  </a:lnTo>
                  <a:lnTo>
                    <a:pt x="111925" y="10668"/>
                  </a:lnTo>
                  <a:lnTo>
                    <a:pt x="112979" y="10287"/>
                  </a:lnTo>
                  <a:lnTo>
                    <a:pt x="112966" y="10147"/>
                  </a:lnTo>
                  <a:lnTo>
                    <a:pt x="117703" y="15646"/>
                  </a:lnTo>
                  <a:lnTo>
                    <a:pt x="117703" y="11277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11722469" y="7704156"/>
              <a:ext cx="118110" cy="143510"/>
            </a:xfrm>
            <a:custGeom>
              <a:avLst/>
              <a:gdLst/>
              <a:ahLst/>
              <a:cxnLst/>
              <a:rect l="l" t="t" r="r" b="b"/>
              <a:pathLst>
                <a:path w="118109" h="143509">
                  <a:moveTo>
                    <a:pt x="9347" y="137972"/>
                  </a:moveTo>
                  <a:lnTo>
                    <a:pt x="9296" y="137172"/>
                  </a:lnTo>
                  <a:lnTo>
                    <a:pt x="8229" y="136906"/>
                  </a:lnTo>
                  <a:lnTo>
                    <a:pt x="5600" y="137071"/>
                  </a:lnTo>
                  <a:lnTo>
                    <a:pt x="4978" y="137312"/>
                  </a:lnTo>
                  <a:lnTo>
                    <a:pt x="5105" y="136588"/>
                  </a:lnTo>
                  <a:lnTo>
                    <a:pt x="5029" y="135051"/>
                  </a:lnTo>
                  <a:lnTo>
                    <a:pt x="4965" y="133527"/>
                  </a:lnTo>
                  <a:lnTo>
                    <a:pt x="4622" y="132308"/>
                  </a:lnTo>
                  <a:lnTo>
                    <a:pt x="3949" y="132346"/>
                  </a:lnTo>
                  <a:lnTo>
                    <a:pt x="3708" y="133604"/>
                  </a:lnTo>
                  <a:lnTo>
                    <a:pt x="3860" y="136664"/>
                  </a:lnTo>
                  <a:lnTo>
                    <a:pt x="4038" y="137350"/>
                  </a:lnTo>
                  <a:lnTo>
                    <a:pt x="3467" y="137210"/>
                  </a:lnTo>
                  <a:lnTo>
                    <a:pt x="850" y="137375"/>
                  </a:lnTo>
                  <a:lnTo>
                    <a:pt x="0" y="137680"/>
                  </a:lnTo>
                  <a:lnTo>
                    <a:pt x="0" y="138607"/>
                  </a:lnTo>
                  <a:lnTo>
                    <a:pt x="914" y="138823"/>
                  </a:lnTo>
                  <a:lnTo>
                    <a:pt x="3543" y="138658"/>
                  </a:lnTo>
                  <a:lnTo>
                    <a:pt x="4114" y="138455"/>
                  </a:lnTo>
                  <a:lnTo>
                    <a:pt x="4000" y="139153"/>
                  </a:lnTo>
                  <a:lnTo>
                    <a:pt x="4076" y="140677"/>
                  </a:lnTo>
                  <a:lnTo>
                    <a:pt x="4140" y="142201"/>
                  </a:lnTo>
                  <a:lnTo>
                    <a:pt x="4483" y="143433"/>
                  </a:lnTo>
                  <a:lnTo>
                    <a:pt x="5156" y="143395"/>
                  </a:lnTo>
                  <a:lnTo>
                    <a:pt x="5397" y="142138"/>
                  </a:lnTo>
                  <a:lnTo>
                    <a:pt x="5245" y="139065"/>
                  </a:lnTo>
                  <a:lnTo>
                    <a:pt x="5054" y="138391"/>
                  </a:lnTo>
                  <a:lnTo>
                    <a:pt x="5664" y="138531"/>
                  </a:lnTo>
                  <a:lnTo>
                    <a:pt x="6972" y="138442"/>
                  </a:lnTo>
                  <a:lnTo>
                    <a:pt x="8280" y="138366"/>
                  </a:lnTo>
                  <a:lnTo>
                    <a:pt x="9347" y="137972"/>
                  </a:lnTo>
                  <a:close/>
                </a:path>
                <a:path w="118109" h="143509">
                  <a:moveTo>
                    <a:pt x="9601" y="106908"/>
                  </a:moveTo>
                  <a:lnTo>
                    <a:pt x="9550" y="106108"/>
                  </a:lnTo>
                  <a:lnTo>
                    <a:pt x="8483" y="105841"/>
                  </a:lnTo>
                  <a:lnTo>
                    <a:pt x="5854" y="106006"/>
                  </a:lnTo>
                  <a:lnTo>
                    <a:pt x="5219" y="106248"/>
                  </a:lnTo>
                  <a:lnTo>
                    <a:pt x="5359" y="105524"/>
                  </a:lnTo>
                  <a:lnTo>
                    <a:pt x="5283" y="104000"/>
                  </a:lnTo>
                  <a:lnTo>
                    <a:pt x="5219" y="102463"/>
                  </a:lnTo>
                  <a:lnTo>
                    <a:pt x="4876" y="101244"/>
                  </a:lnTo>
                  <a:lnTo>
                    <a:pt x="4191" y="101282"/>
                  </a:lnTo>
                  <a:lnTo>
                    <a:pt x="3975" y="102539"/>
                  </a:lnTo>
                  <a:lnTo>
                    <a:pt x="4114" y="105613"/>
                  </a:lnTo>
                  <a:lnTo>
                    <a:pt x="4292" y="106286"/>
                  </a:lnTo>
                  <a:lnTo>
                    <a:pt x="3721" y="106146"/>
                  </a:lnTo>
                  <a:lnTo>
                    <a:pt x="2413" y="106222"/>
                  </a:lnTo>
                  <a:lnTo>
                    <a:pt x="1104" y="106311"/>
                  </a:lnTo>
                  <a:lnTo>
                    <a:pt x="50" y="106705"/>
                  </a:lnTo>
                  <a:lnTo>
                    <a:pt x="88" y="107505"/>
                  </a:lnTo>
                  <a:lnTo>
                    <a:pt x="1168" y="107772"/>
                  </a:lnTo>
                  <a:lnTo>
                    <a:pt x="3797" y="107594"/>
                  </a:lnTo>
                  <a:lnTo>
                    <a:pt x="4368" y="107391"/>
                  </a:lnTo>
                  <a:lnTo>
                    <a:pt x="4254" y="108089"/>
                  </a:lnTo>
                  <a:lnTo>
                    <a:pt x="4330" y="109613"/>
                  </a:lnTo>
                  <a:lnTo>
                    <a:pt x="4394" y="111150"/>
                  </a:lnTo>
                  <a:lnTo>
                    <a:pt x="4737" y="112369"/>
                  </a:lnTo>
                  <a:lnTo>
                    <a:pt x="5422" y="112331"/>
                  </a:lnTo>
                  <a:lnTo>
                    <a:pt x="5651" y="111074"/>
                  </a:lnTo>
                  <a:lnTo>
                    <a:pt x="5499" y="108000"/>
                  </a:lnTo>
                  <a:lnTo>
                    <a:pt x="5308" y="107327"/>
                  </a:lnTo>
                  <a:lnTo>
                    <a:pt x="5918" y="107467"/>
                  </a:lnTo>
                  <a:lnTo>
                    <a:pt x="7226" y="107378"/>
                  </a:lnTo>
                  <a:lnTo>
                    <a:pt x="8547" y="107302"/>
                  </a:lnTo>
                  <a:lnTo>
                    <a:pt x="9601" y="106908"/>
                  </a:lnTo>
                  <a:close/>
                </a:path>
                <a:path w="118109" h="143509">
                  <a:moveTo>
                    <a:pt x="23075" y="122631"/>
                  </a:moveTo>
                  <a:lnTo>
                    <a:pt x="23025" y="121818"/>
                  </a:lnTo>
                  <a:lnTo>
                    <a:pt x="21945" y="121564"/>
                  </a:lnTo>
                  <a:lnTo>
                    <a:pt x="19316" y="121729"/>
                  </a:lnTo>
                  <a:lnTo>
                    <a:pt x="18707" y="121958"/>
                  </a:lnTo>
                  <a:lnTo>
                    <a:pt x="18834" y="121234"/>
                  </a:lnTo>
                  <a:lnTo>
                    <a:pt x="18757" y="119710"/>
                  </a:lnTo>
                  <a:lnTo>
                    <a:pt x="18681" y="118186"/>
                  </a:lnTo>
                  <a:lnTo>
                    <a:pt x="18351" y="116954"/>
                  </a:lnTo>
                  <a:lnTo>
                    <a:pt x="17665" y="116992"/>
                  </a:lnTo>
                  <a:lnTo>
                    <a:pt x="17437" y="118249"/>
                  </a:lnTo>
                  <a:lnTo>
                    <a:pt x="17589" y="121323"/>
                  </a:lnTo>
                  <a:lnTo>
                    <a:pt x="17767" y="122008"/>
                  </a:lnTo>
                  <a:lnTo>
                    <a:pt x="17195" y="121856"/>
                  </a:lnTo>
                  <a:lnTo>
                    <a:pt x="15887" y="121945"/>
                  </a:lnTo>
                  <a:lnTo>
                    <a:pt x="14579" y="122021"/>
                  </a:lnTo>
                  <a:lnTo>
                    <a:pt x="13512" y="122415"/>
                  </a:lnTo>
                  <a:lnTo>
                    <a:pt x="13563" y="123215"/>
                  </a:lnTo>
                  <a:lnTo>
                    <a:pt x="14630" y="123482"/>
                  </a:lnTo>
                  <a:lnTo>
                    <a:pt x="17259" y="123317"/>
                  </a:lnTo>
                  <a:lnTo>
                    <a:pt x="17843" y="123101"/>
                  </a:lnTo>
                  <a:lnTo>
                    <a:pt x="17729" y="123799"/>
                  </a:lnTo>
                  <a:lnTo>
                    <a:pt x="17792" y="125336"/>
                  </a:lnTo>
                  <a:lnTo>
                    <a:pt x="17868" y="126860"/>
                  </a:lnTo>
                  <a:lnTo>
                    <a:pt x="18211" y="128079"/>
                  </a:lnTo>
                  <a:lnTo>
                    <a:pt x="18897" y="128041"/>
                  </a:lnTo>
                  <a:lnTo>
                    <a:pt x="19113" y="126784"/>
                  </a:lnTo>
                  <a:lnTo>
                    <a:pt x="18973" y="123723"/>
                  </a:lnTo>
                  <a:lnTo>
                    <a:pt x="18770" y="123037"/>
                  </a:lnTo>
                  <a:lnTo>
                    <a:pt x="19392" y="123177"/>
                  </a:lnTo>
                  <a:lnTo>
                    <a:pt x="20701" y="123101"/>
                  </a:lnTo>
                  <a:lnTo>
                    <a:pt x="22009" y="123012"/>
                  </a:lnTo>
                  <a:lnTo>
                    <a:pt x="23075" y="122631"/>
                  </a:lnTo>
                  <a:close/>
                </a:path>
                <a:path w="118109" h="143509">
                  <a:moveTo>
                    <a:pt x="47498" y="25946"/>
                  </a:moveTo>
                  <a:lnTo>
                    <a:pt x="43751" y="21590"/>
                  </a:lnTo>
                  <a:lnTo>
                    <a:pt x="43751" y="25946"/>
                  </a:lnTo>
                  <a:lnTo>
                    <a:pt x="39611" y="30772"/>
                  </a:lnTo>
                  <a:lnTo>
                    <a:pt x="39725" y="30162"/>
                  </a:lnTo>
                  <a:lnTo>
                    <a:pt x="39573" y="27089"/>
                  </a:lnTo>
                  <a:lnTo>
                    <a:pt x="39382" y="26416"/>
                  </a:lnTo>
                  <a:lnTo>
                    <a:pt x="40005" y="26555"/>
                  </a:lnTo>
                  <a:lnTo>
                    <a:pt x="41313" y="26466"/>
                  </a:lnTo>
                  <a:lnTo>
                    <a:pt x="42621" y="26390"/>
                  </a:lnTo>
                  <a:lnTo>
                    <a:pt x="43675" y="25996"/>
                  </a:lnTo>
                  <a:lnTo>
                    <a:pt x="43662" y="25857"/>
                  </a:lnTo>
                  <a:lnTo>
                    <a:pt x="43751" y="21590"/>
                  </a:lnTo>
                  <a:lnTo>
                    <a:pt x="42964" y="20662"/>
                  </a:lnTo>
                  <a:lnTo>
                    <a:pt x="42964" y="25031"/>
                  </a:lnTo>
                  <a:lnTo>
                    <a:pt x="42557" y="24930"/>
                  </a:lnTo>
                  <a:lnTo>
                    <a:pt x="39928" y="25095"/>
                  </a:lnTo>
                  <a:lnTo>
                    <a:pt x="39306" y="25336"/>
                  </a:lnTo>
                  <a:lnTo>
                    <a:pt x="39433" y="24612"/>
                  </a:lnTo>
                  <a:lnTo>
                    <a:pt x="39370" y="23088"/>
                  </a:lnTo>
                  <a:lnTo>
                    <a:pt x="39293" y="21551"/>
                  </a:lnTo>
                  <a:lnTo>
                    <a:pt x="39027" y="20624"/>
                  </a:lnTo>
                  <a:lnTo>
                    <a:pt x="39027" y="31457"/>
                  </a:lnTo>
                  <a:lnTo>
                    <a:pt x="25247" y="47523"/>
                  </a:lnTo>
                  <a:lnTo>
                    <a:pt x="20447" y="41948"/>
                  </a:lnTo>
                  <a:lnTo>
                    <a:pt x="21513" y="42202"/>
                  </a:lnTo>
                  <a:lnTo>
                    <a:pt x="24142" y="42037"/>
                  </a:lnTo>
                  <a:lnTo>
                    <a:pt x="24726" y="41821"/>
                  </a:lnTo>
                  <a:lnTo>
                    <a:pt x="24599" y="42519"/>
                  </a:lnTo>
                  <a:lnTo>
                    <a:pt x="24676" y="44056"/>
                  </a:lnTo>
                  <a:lnTo>
                    <a:pt x="24752" y="45580"/>
                  </a:lnTo>
                  <a:lnTo>
                    <a:pt x="25082" y="46812"/>
                  </a:lnTo>
                  <a:lnTo>
                    <a:pt x="25781" y="46761"/>
                  </a:lnTo>
                  <a:lnTo>
                    <a:pt x="25996" y="45504"/>
                  </a:lnTo>
                  <a:lnTo>
                    <a:pt x="25844" y="42443"/>
                  </a:lnTo>
                  <a:lnTo>
                    <a:pt x="25654" y="41757"/>
                  </a:lnTo>
                  <a:lnTo>
                    <a:pt x="26276" y="41897"/>
                  </a:lnTo>
                  <a:lnTo>
                    <a:pt x="27584" y="41821"/>
                  </a:lnTo>
                  <a:lnTo>
                    <a:pt x="28892" y="41732"/>
                  </a:lnTo>
                  <a:lnTo>
                    <a:pt x="29946" y="41351"/>
                  </a:lnTo>
                  <a:lnTo>
                    <a:pt x="29908" y="40538"/>
                  </a:lnTo>
                  <a:lnTo>
                    <a:pt x="28829" y="40284"/>
                  </a:lnTo>
                  <a:lnTo>
                    <a:pt x="26200" y="40449"/>
                  </a:lnTo>
                  <a:lnTo>
                    <a:pt x="25577" y="40678"/>
                  </a:lnTo>
                  <a:lnTo>
                    <a:pt x="25704" y="39954"/>
                  </a:lnTo>
                  <a:lnTo>
                    <a:pt x="25641" y="38430"/>
                  </a:lnTo>
                  <a:lnTo>
                    <a:pt x="25565" y="36906"/>
                  </a:lnTo>
                  <a:lnTo>
                    <a:pt x="25234" y="35674"/>
                  </a:lnTo>
                  <a:lnTo>
                    <a:pt x="24549" y="35712"/>
                  </a:lnTo>
                  <a:lnTo>
                    <a:pt x="24320" y="36969"/>
                  </a:lnTo>
                  <a:lnTo>
                    <a:pt x="24460" y="40043"/>
                  </a:lnTo>
                  <a:lnTo>
                    <a:pt x="24638" y="40728"/>
                  </a:lnTo>
                  <a:lnTo>
                    <a:pt x="24066" y="40576"/>
                  </a:lnTo>
                  <a:lnTo>
                    <a:pt x="22758" y="40665"/>
                  </a:lnTo>
                  <a:lnTo>
                    <a:pt x="21450" y="40741"/>
                  </a:lnTo>
                  <a:lnTo>
                    <a:pt x="20396" y="41135"/>
                  </a:lnTo>
                  <a:lnTo>
                    <a:pt x="20421" y="41922"/>
                  </a:lnTo>
                  <a:lnTo>
                    <a:pt x="7099" y="26377"/>
                  </a:lnTo>
                  <a:lnTo>
                    <a:pt x="8166" y="26631"/>
                  </a:lnTo>
                  <a:lnTo>
                    <a:pt x="10795" y="26466"/>
                  </a:lnTo>
                  <a:lnTo>
                    <a:pt x="11379" y="26250"/>
                  </a:lnTo>
                  <a:lnTo>
                    <a:pt x="11252" y="26949"/>
                  </a:lnTo>
                  <a:lnTo>
                    <a:pt x="11328" y="28486"/>
                  </a:lnTo>
                  <a:lnTo>
                    <a:pt x="11404" y="30010"/>
                  </a:lnTo>
                  <a:lnTo>
                    <a:pt x="11734" y="31242"/>
                  </a:lnTo>
                  <a:lnTo>
                    <a:pt x="12433" y="31191"/>
                  </a:lnTo>
                  <a:lnTo>
                    <a:pt x="12649" y="29933"/>
                  </a:lnTo>
                  <a:lnTo>
                    <a:pt x="12496" y="26873"/>
                  </a:lnTo>
                  <a:lnTo>
                    <a:pt x="12306" y="26200"/>
                  </a:lnTo>
                  <a:lnTo>
                    <a:pt x="12928" y="26339"/>
                  </a:lnTo>
                  <a:lnTo>
                    <a:pt x="14236" y="26250"/>
                  </a:lnTo>
                  <a:lnTo>
                    <a:pt x="15544" y="26162"/>
                  </a:lnTo>
                  <a:lnTo>
                    <a:pt x="16598" y="25781"/>
                  </a:lnTo>
                  <a:lnTo>
                    <a:pt x="16560" y="24968"/>
                  </a:lnTo>
                  <a:lnTo>
                    <a:pt x="15481" y="24714"/>
                  </a:lnTo>
                  <a:lnTo>
                    <a:pt x="12852" y="24879"/>
                  </a:lnTo>
                  <a:lnTo>
                    <a:pt x="12230" y="25107"/>
                  </a:lnTo>
                  <a:lnTo>
                    <a:pt x="12369" y="24396"/>
                  </a:lnTo>
                  <a:lnTo>
                    <a:pt x="12293" y="22860"/>
                  </a:lnTo>
                  <a:lnTo>
                    <a:pt x="12217" y="21336"/>
                  </a:lnTo>
                  <a:lnTo>
                    <a:pt x="11887" y="20104"/>
                  </a:lnTo>
                  <a:lnTo>
                    <a:pt x="11734" y="20116"/>
                  </a:lnTo>
                  <a:lnTo>
                    <a:pt x="24726" y="4965"/>
                  </a:lnTo>
                  <a:lnTo>
                    <a:pt x="24574" y="5918"/>
                  </a:lnTo>
                  <a:lnTo>
                    <a:pt x="24726" y="8978"/>
                  </a:lnTo>
                  <a:lnTo>
                    <a:pt x="24904" y="9664"/>
                  </a:lnTo>
                  <a:lnTo>
                    <a:pt x="24320" y="9512"/>
                  </a:lnTo>
                  <a:lnTo>
                    <a:pt x="23012" y="9601"/>
                  </a:lnTo>
                  <a:lnTo>
                    <a:pt x="21704" y="9690"/>
                  </a:lnTo>
                  <a:lnTo>
                    <a:pt x="20650" y="10071"/>
                  </a:lnTo>
                  <a:lnTo>
                    <a:pt x="20688" y="10883"/>
                  </a:lnTo>
                  <a:lnTo>
                    <a:pt x="21767" y="11137"/>
                  </a:lnTo>
                  <a:lnTo>
                    <a:pt x="24396" y="10972"/>
                  </a:lnTo>
                  <a:lnTo>
                    <a:pt x="24980" y="10769"/>
                  </a:lnTo>
                  <a:lnTo>
                    <a:pt x="24853" y="11468"/>
                  </a:lnTo>
                  <a:lnTo>
                    <a:pt x="24930" y="12992"/>
                  </a:lnTo>
                  <a:lnTo>
                    <a:pt x="25006" y="14516"/>
                  </a:lnTo>
                  <a:lnTo>
                    <a:pt x="25336" y="15748"/>
                  </a:lnTo>
                  <a:lnTo>
                    <a:pt x="26035" y="15697"/>
                  </a:lnTo>
                  <a:lnTo>
                    <a:pt x="26250" y="14439"/>
                  </a:lnTo>
                  <a:lnTo>
                    <a:pt x="26098" y="11379"/>
                  </a:lnTo>
                  <a:lnTo>
                    <a:pt x="25908" y="10706"/>
                  </a:lnTo>
                  <a:lnTo>
                    <a:pt x="26530" y="10845"/>
                  </a:lnTo>
                  <a:lnTo>
                    <a:pt x="27838" y="10756"/>
                  </a:lnTo>
                  <a:lnTo>
                    <a:pt x="29146" y="10668"/>
                  </a:lnTo>
                  <a:lnTo>
                    <a:pt x="30200" y="10287"/>
                  </a:lnTo>
                  <a:lnTo>
                    <a:pt x="30187" y="10147"/>
                  </a:lnTo>
                  <a:lnTo>
                    <a:pt x="38938" y="20345"/>
                  </a:lnTo>
                  <a:lnTo>
                    <a:pt x="38265" y="20370"/>
                  </a:lnTo>
                  <a:lnTo>
                    <a:pt x="38049" y="21628"/>
                  </a:lnTo>
                  <a:lnTo>
                    <a:pt x="38188" y="24688"/>
                  </a:lnTo>
                  <a:lnTo>
                    <a:pt x="38366" y="25374"/>
                  </a:lnTo>
                  <a:lnTo>
                    <a:pt x="37795" y="25234"/>
                  </a:lnTo>
                  <a:lnTo>
                    <a:pt x="36487" y="25311"/>
                  </a:lnTo>
                  <a:lnTo>
                    <a:pt x="35179" y="25400"/>
                  </a:lnTo>
                  <a:lnTo>
                    <a:pt x="34124" y="25781"/>
                  </a:lnTo>
                  <a:lnTo>
                    <a:pt x="34163" y="26593"/>
                  </a:lnTo>
                  <a:lnTo>
                    <a:pt x="35242" y="26860"/>
                  </a:lnTo>
                  <a:lnTo>
                    <a:pt x="37871" y="26682"/>
                  </a:lnTo>
                  <a:lnTo>
                    <a:pt x="38455" y="26479"/>
                  </a:lnTo>
                  <a:lnTo>
                    <a:pt x="38328" y="27178"/>
                  </a:lnTo>
                  <a:lnTo>
                    <a:pt x="38404" y="28702"/>
                  </a:lnTo>
                  <a:lnTo>
                    <a:pt x="38481" y="30238"/>
                  </a:lnTo>
                  <a:lnTo>
                    <a:pt x="38811" y="31457"/>
                  </a:lnTo>
                  <a:lnTo>
                    <a:pt x="39027" y="31457"/>
                  </a:lnTo>
                  <a:lnTo>
                    <a:pt x="39027" y="20624"/>
                  </a:lnTo>
                  <a:lnTo>
                    <a:pt x="38950" y="20358"/>
                  </a:lnTo>
                  <a:lnTo>
                    <a:pt x="42964" y="25031"/>
                  </a:lnTo>
                  <a:lnTo>
                    <a:pt x="42964" y="20662"/>
                  </a:lnTo>
                  <a:lnTo>
                    <a:pt x="29476" y="4953"/>
                  </a:lnTo>
                  <a:lnTo>
                    <a:pt x="29476" y="9321"/>
                  </a:lnTo>
                  <a:lnTo>
                    <a:pt x="29083" y="9220"/>
                  </a:lnTo>
                  <a:lnTo>
                    <a:pt x="26454" y="9385"/>
                  </a:lnTo>
                  <a:lnTo>
                    <a:pt x="25831" y="9626"/>
                  </a:lnTo>
                  <a:lnTo>
                    <a:pt x="25971" y="8902"/>
                  </a:lnTo>
                  <a:lnTo>
                    <a:pt x="25895" y="7366"/>
                  </a:lnTo>
                  <a:lnTo>
                    <a:pt x="25819" y="5842"/>
                  </a:lnTo>
                  <a:lnTo>
                    <a:pt x="25501" y="4673"/>
                  </a:lnTo>
                  <a:lnTo>
                    <a:pt x="29476" y="9321"/>
                  </a:lnTo>
                  <a:lnTo>
                    <a:pt x="29476" y="4953"/>
                  </a:lnTo>
                  <a:lnTo>
                    <a:pt x="28981" y="4368"/>
                  </a:lnTo>
                  <a:lnTo>
                    <a:pt x="25450" y="241"/>
                  </a:lnTo>
                  <a:lnTo>
                    <a:pt x="25450" y="4622"/>
                  </a:lnTo>
                  <a:lnTo>
                    <a:pt x="25006" y="4648"/>
                  </a:lnTo>
                  <a:lnTo>
                    <a:pt x="25247" y="4368"/>
                  </a:lnTo>
                  <a:lnTo>
                    <a:pt x="25450" y="4622"/>
                  </a:lnTo>
                  <a:lnTo>
                    <a:pt x="25450" y="241"/>
                  </a:lnTo>
                  <a:lnTo>
                    <a:pt x="25247" y="0"/>
                  </a:lnTo>
                  <a:lnTo>
                    <a:pt x="11303" y="16268"/>
                  </a:lnTo>
                  <a:lnTo>
                    <a:pt x="11303" y="25158"/>
                  </a:lnTo>
                  <a:lnTo>
                    <a:pt x="10718" y="25006"/>
                  </a:lnTo>
                  <a:lnTo>
                    <a:pt x="9410" y="25095"/>
                  </a:lnTo>
                  <a:lnTo>
                    <a:pt x="8102" y="25184"/>
                  </a:lnTo>
                  <a:lnTo>
                    <a:pt x="7073" y="25565"/>
                  </a:lnTo>
                  <a:lnTo>
                    <a:pt x="7073" y="26352"/>
                  </a:lnTo>
                  <a:lnTo>
                    <a:pt x="6743" y="25946"/>
                  </a:lnTo>
                  <a:lnTo>
                    <a:pt x="7048" y="25590"/>
                  </a:lnTo>
                  <a:lnTo>
                    <a:pt x="7073" y="26352"/>
                  </a:lnTo>
                  <a:lnTo>
                    <a:pt x="7073" y="25565"/>
                  </a:lnTo>
                  <a:lnTo>
                    <a:pt x="11049" y="20916"/>
                  </a:lnTo>
                  <a:lnTo>
                    <a:pt x="10972" y="21412"/>
                  </a:lnTo>
                  <a:lnTo>
                    <a:pt x="11125" y="24472"/>
                  </a:lnTo>
                  <a:lnTo>
                    <a:pt x="11303" y="25158"/>
                  </a:lnTo>
                  <a:lnTo>
                    <a:pt x="11303" y="16268"/>
                  </a:lnTo>
                  <a:lnTo>
                    <a:pt x="2997" y="25946"/>
                  </a:lnTo>
                  <a:lnTo>
                    <a:pt x="25247" y="51892"/>
                  </a:lnTo>
                  <a:lnTo>
                    <a:pt x="28981" y="47523"/>
                  </a:lnTo>
                  <a:lnTo>
                    <a:pt x="47498" y="25946"/>
                  </a:lnTo>
                  <a:close/>
                </a:path>
                <a:path w="118109" h="143509">
                  <a:moveTo>
                    <a:pt x="67640" y="57556"/>
                  </a:moveTo>
                  <a:lnTo>
                    <a:pt x="63893" y="53187"/>
                  </a:lnTo>
                  <a:lnTo>
                    <a:pt x="63893" y="57556"/>
                  </a:lnTo>
                  <a:lnTo>
                    <a:pt x="45389" y="79133"/>
                  </a:lnTo>
                  <a:lnTo>
                    <a:pt x="40589" y="73558"/>
                  </a:lnTo>
                  <a:lnTo>
                    <a:pt x="41656" y="73812"/>
                  </a:lnTo>
                  <a:lnTo>
                    <a:pt x="44284" y="73647"/>
                  </a:lnTo>
                  <a:lnTo>
                    <a:pt x="44869" y="73431"/>
                  </a:lnTo>
                  <a:lnTo>
                    <a:pt x="44742" y="74129"/>
                  </a:lnTo>
                  <a:lnTo>
                    <a:pt x="44818" y="75653"/>
                  </a:lnTo>
                  <a:lnTo>
                    <a:pt x="44894" y="77190"/>
                  </a:lnTo>
                  <a:lnTo>
                    <a:pt x="45224" y="78409"/>
                  </a:lnTo>
                  <a:lnTo>
                    <a:pt x="45923" y="78371"/>
                  </a:lnTo>
                  <a:lnTo>
                    <a:pt x="46139" y="77114"/>
                  </a:lnTo>
                  <a:lnTo>
                    <a:pt x="45999" y="74053"/>
                  </a:lnTo>
                  <a:lnTo>
                    <a:pt x="45796" y="73367"/>
                  </a:lnTo>
                  <a:lnTo>
                    <a:pt x="46418" y="73507"/>
                  </a:lnTo>
                  <a:lnTo>
                    <a:pt x="47726" y="73431"/>
                  </a:lnTo>
                  <a:lnTo>
                    <a:pt x="49034" y="73342"/>
                  </a:lnTo>
                  <a:lnTo>
                    <a:pt x="50088" y="72948"/>
                  </a:lnTo>
                  <a:lnTo>
                    <a:pt x="50050" y="72148"/>
                  </a:lnTo>
                  <a:lnTo>
                    <a:pt x="48971" y="71882"/>
                  </a:lnTo>
                  <a:lnTo>
                    <a:pt x="46342" y="72059"/>
                  </a:lnTo>
                  <a:lnTo>
                    <a:pt x="45720" y="72288"/>
                  </a:lnTo>
                  <a:lnTo>
                    <a:pt x="45859" y="71564"/>
                  </a:lnTo>
                  <a:lnTo>
                    <a:pt x="45783" y="70040"/>
                  </a:lnTo>
                  <a:lnTo>
                    <a:pt x="45707" y="68503"/>
                  </a:lnTo>
                  <a:lnTo>
                    <a:pt x="45377" y="67284"/>
                  </a:lnTo>
                  <a:lnTo>
                    <a:pt x="44678" y="67322"/>
                  </a:lnTo>
                  <a:lnTo>
                    <a:pt x="44462" y="68580"/>
                  </a:lnTo>
                  <a:lnTo>
                    <a:pt x="44615" y="71653"/>
                  </a:lnTo>
                  <a:lnTo>
                    <a:pt x="44792" y="72339"/>
                  </a:lnTo>
                  <a:lnTo>
                    <a:pt x="44221" y="72186"/>
                  </a:lnTo>
                  <a:lnTo>
                    <a:pt x="42900" y="72275"/>
                  </a:lnTo>
                  <a:lnTo>
                    <a:pt x="41592" y="72351"/>
                  </a:lnTo>
                  <a:lnTo>
                    <a:pt x="40538" y="72745"/>
                  </a:lnTo>
                  <a:lnTo>
                    <a:pt x="40563" y="73533"/>
                  </a:lnTo>
                  <a:lnTo>
                    <a:pt x="27241" y="57988"/>
                  </a:lnTo>
                  <a:lnTo>
                    <a:pt x="28308" y="58242"/>
                  </a:lnTo>
                  <a:lnTo>
                    <a:pt x="30937" y="58077"/>
                  </a:lnTo>
                  <a:lnTo>
                    <a:pt x="31521" y="57861"/>
                  </a:lnTo>
                  <a:lnTo>
                    <a:pt x="31407" y="58559"/>
                  </a:lnTo>
                  <a:lnTo>
                    <a:pt x="31470" y="60096"/>
                  </a:lnTo>
                  <a:lnTo>
                    <a:pt x="31546" y="61620"/>
                  </a:lnTo>
                  <a:lnTo>
                    <a:pt x="31889" y="62839"/>
                  </a:lnTo>
                  <a:lnTo>
                    <a:pt x="32575" y="62801"/>
                  </a:lnTo>
                  <a:lnTo>
                    <a:pt x="32791" y="61544"/>
                  </a:lnTo>
                  <a:lnTo>
                    <a:pt x="32651" y="58483"/>
                  </a:lnTo>
                  <a:lnTo>
                    <a:pt x="32448" y="57797"/>
                  </a:lnTo>
                  <a:lnTo>
                    <a:pt x="33070" y="57937"/>
                  </a:lnTo>
                  <a:lnTo>
                    <a:pt x="34378" y="57861"/>
                  </a:lnTo>
                  <a:lnTo>
                    <a:pt x="35687" y="57772"/>
                  </a:lnTo>
                  <a:lnTo>
                    <a:pt x="36753" y="57391"/>
                  </a:lnTo>
                  <a:lnTo>
                    <a:pt x="36703" y="56578"/>
                  </a:lnTo>
                  <a:lnTo>
                    <a:pt x="35623" y="56324"/>
                  </a:lnTo>
                  <a:lnTo>
                    <a:pt x="32994" y="56489"/>
                  </a:lnTo>
                  <a:lnTo>
                    <a:pt x="32385" y="56718"/>
                  </a:lnTo>
                  <a:lnTo>
                    <a:pt x="32512" y="55994"/>
                  </a:lnTo>
                  <a:lnTo>
                    <a:pt x="32435" y="54470"/>
                  </a:lnTo>
                  <a:lnTo>
                    <a:pt x="32359" y="52946"/>
                  </a:lnTo>
                  <a:lnTo>
                    <a:pt x="32029" y="51714"/>
                  </a:lnTo>
                  <a:lnTo>
                    <a:pt x="31877" y="51727"/>
                  </a:lnTo>
                  <a:lnTo>
                    <a:pt x="45389" y="35966"/>
                  </a:lnTo>
                  <a:lnTo>
                    <a:pt x="59080" y="51955"/>
                  </a:lnTo>
                  <a:lnTo>
                    <a:pt x="58407" y="51981"/>
                  </a:lnTo>
                  <a:lnTo>
                    <a:pt x="58191" y="53238"/>
                  </a:lnTo>
                  <a:lnTo>
                    <a:pt x="58331" y="56299"/>
                  </a:lnTo>
                  <a:lnTo>
                    <a:pt x="58508" y="56984"/>
                  </a:lnTo>
                  <a:lnTo>
                    <a:pt x="57937" y="56845"/>
                  </a:lnTo>
                  <a:lnTo>
                    <a:pt x="56629" y="56921"/>
                  </a:lnTo>
                  <a:lnTo>
                    <a:pt x="55321" y="57010"/>
                  </a:lnTo>
                  <a:lnTo>
                    <a:pt x="54279" y="57391"/>
                  </a:lnTo>
                  <a:lnTo>
                    <a:pt x="54279" y="57797"/>
                  </a:lnTo>
                  <a:lnTo>
                    <a:pt x="54305" y="58204"/>
                  </a:lnTo>
                  <a:lnTo>
                    <a:pt x="55384" y="58458"/>
                  </a:lnTo>
                  <a:lnTo>
                    <a:pt x="58013" y="58293"/>
                  </a:lnTo>
                  <a:lnTo>
                    <a:pt x="59055" y="57912"/>
                  </a:lnTo>
                  <a:lnTo>
                    <a:pt x="59042" y="57518"/>
                  </a:lnTo>
                  <a:lnTo>
                    <a:pt x="59347" y="57492"/>
                  </a:lnTo>
                  <a:lnTo>
                    <a:pt x="59588" y="56222"/>
                  </a:lnTo>
                  <a:lnTo>
                    <a:pt x="59512" y="54686"/>
                  </a:lnTo>
                  <a:lnTo>
                    <a:pt x="59436" y="53162"/>
                  </a:lnTo>
                  <a:lnTo>
                    <a:pt x="59105" y="51993"/>
                  </a:lnTo>
                  <a:lnTo>
                    <a:pt x="63893" y="57556"/>
                  </a:lnTo>
                  <a:lnTo>
                    <a:pt x="63893" y="53187"/>
                  </a:lnTo>
                  <a:lnTo>
                    <a:pt x="49136" y="35966"/>
                  </a:lnTo>
                  <a:lnTo>
                    <a:pt x="45389" y="31597"/>
                  </a:lnTo>
                  <a:lnTo>
                    <a:pt x="31445" y="47866"/>
                  </a:lnTo>
                  <a:lnTo>
                    <a:pt x="31445" y="56769"/>
                  </a:lnTo>
                  <a:lnTo>
                    <a:pt x="30873" y="56616"/>
                  </a:lnTo>
                  <a:lnTo>
                    <a:pt x="29565" y="56705"/>
                  </a:lnTo>
                  <a:lnTo>
                    <a:pt x="28257" y="56781"/>
                  </a:lnTo>
                  <a:lnTo>
                    <a:pt x="27228" y="57175"/>
                  </a:lnTo>
                  <a:lnTo>
                    <a:pt x="27228" y="57975"/>
                  </a:lnTo>
                  <a:lnTo>
                    <a:pt x="26885" y="57556"/>
                  </a:lnTo>
                  <a:lnTo>
                    <a:pt x="27190" y="57200"/>
                  </a:lnTo>
                  <a:lnTo>
                    <a:pt x="27228" y="57975"/>
                  </a:lnTo>
                  <a:lnTo>
                    <a:pt x="27228" y="57175"/>
                  </a:lnTo>
                  <a:lnTo>
                    <a:pt x="31203" y="52527"/>
                  </a:lnTo>
                  <a:lnTo>
                    <a:pt x="31115" y="53009"/>
                  </a:lnTo>
                  <a:lnTo>
                    <a:pt x="31267" y="56083"/>
                  </a:lnTo>
                  <a:lnTo>
                    <a:pt x="31445" y="56769"/>
                  </a:lnTo>
                  <a:lnTo>
                    <a:pt x="31445" y="47866"/>
                  </a:lnTo>
                  <a:lnTo>
                    <a:pt x="23139" y="57556"/>
                  </a:lnTo>
                  <a:lnTo>
                    <a:pt x="45389" y="83502"/>
                  </a:lnTo>
                  <a:lnTo>
                    <a:pt x="49136" y="79133"/>
                  </a:lnTo>
                  <a:lnTo>
                    <a:pt x="67640" y="57556"/>
                  </a:lnTo>
                  <a:close/>
                </a:path>
                <a:path w="118109" h="143509">
                  <a:moveTo>
                    <a:pt x="117665" y="90525"/>
                  </a:moveTo>
                  <a:lnTo>
                    <a:pt x="116890" y="90805"/>
                  </a:lnTo>
                  <a:lnTo>
                    <a:pt x="116941" y="91617"/>
                  </a:lnTo>
                  <a:lnTo>
                    <a:pt x="117665" y="91782"/>
                  </a:lnTo>
                  <a:lnTo>
                    <a:pt x="117665" y="90525"/>
                  </a:lnTo>
                  <a:close/>
                </a:path>
                <a:path w="118109" h="143509">
                  <a:moveTo>
                    <a:pt x="117665" y="76263"/>
                  </a:moveTo>
                  <a:lnTo>
                    <a:pt x="112242" y="69951"/>
                  </a:lnTo>
                  <a:lnTo>
                    <a:pt x="112242" y="74333"/>
                  </a:lnTo>
                  <a:lnTo>
                    <a:pt x="111861" y="74231"/>
                  </a:lnTo>
                  <a:lnTo>
                    <a:pt x="109232" y="74409"/>
                  </a:lnTo>
                  <a:lnTo>
                    <a:pt x="108610" y="74637"/>
                  </a:lnTo>
                  <a:lnTo>
                    <a:pt x="108737" y="73914"/>
                  </a:lnTo>
                  <a:lnTo>
                    <a:pt x="108673" y="72390"/>
                  </a:lnTo>
                  <a:lnTo>
                    <a:pt x="108597" y="70866"/>
                  </a:lnTo>
                  <a:lnTo>
                    <a:pt x="108267" y="69684"/>
                  </a:lnTo>
                  <a:lnTo>
                    <a:pt x="112242" y="74333"/>
                  </a:lnTo>
                  <a:lnTo>
                    <a:pt x="112242" y="69951"/>
                  </a:lnTo>
                  <a:lnTo>
                    <a:pt x="111760" y="69380"/>
                  </a:lnTo>
                  <a:lnTo>
                    <a:pt x="108242" y="65265"/>
                  </a:lnTo>
                  <a:lnTo>
                    <a:pt x="108242" y="69646"/>
                  </a:lnTo>
                  <a:lnTo>
                    <a:pt x="107784" y="69672"/>
                  </a:lnTo>
                  <a:lnTo>
                    <a:pt x="108026" y="69380"/>
                  </a:lnTo>
                  <a:lnTo>
                    <a:pt x="108242" y="69646"/>
                  </a:lnTo>
                  <a:lnTo>
                    <a:pt x="108242" y="65265"/>
                  </a:lnTo>
                  <a:lnTo>
                    <a:pt x="108026" y="65011"/>
                  </a:lnTo>
                  <a:lnTo>
                    <a:pt x="94068" y="81292"/>
                  </a:lnTo>
                  <a:lnTo>
                    <a:pt x="94068" y="90182"/>
                  </a:lnTo>
                  <a:lnTo>
                    <a:pt x="93497" y="90030"/>
                  </a:lnTo>
                  <a:lnTo>
                    <a:pt x="92189" y="90119"/>
                  </a:lnTo>
                  <a:lnTo>
                    <a:pt x="90881" y="90195"/>
                  </a:lnTo>
                  <a:lnTo>
                    <a:pt x="89852" y="90589"/>
                  </a:lnTo>
                  <a:lnTo>
                    <a:pt x="89852" y="91363"/>
                  </a:lnTo>
                  <a:lnTo>
                    <a:pt x="89522" y="90957"/>
                  </a:lnTo>
                  <a:lnTo>
                    <a:pt x="89827" y="90601"/>
                  </a:lnTo>
                  <a:lnTo>
                    <a:pt x="89852" y="91363"/>
                  </a:lnTo>
                  <a:lnTo>
                    <a:pt x="89852" y="90589"/>
                  </a:lnTo>
                  <a:lnTo>
                    <a:pt x="93827" y="85928"/>
                  </a:lnTo>
                  <a:lnTo>
                    <a:pt x="93751" y="86423"/>
                  </a:lnTo>
                  <a:lnTo>
                    <a:pt x="93891" y="89496"/>
                  </a:lnTo>
                  <a:lnTo>
                    <a:pt x="94068" y="90182"/>
                  </a:lnTo>
                  <a:lnTo>
                    <a:pt x="94068" y="81292"/>
                  </a:lnTo>
                  <a:lnTo>
                    <a:pt x="87325" y="89154"/>
                  </a:lnTo>
                  <a:lnTo>
                    <a:pt x="85140" y="86614"/>
                  </a:lnTo>
                  <a:lnTo>
                    <a:pt x="85140" y="90957"/>
                  </a:lnTo>
                  <a:lnTo>
                    <a:pt x="81000" y="95796"/>
                  </a:lnTo>
                  <a:lnTo>
                    <a:pt x="81114" y="95173"/>
                  </a:lnTo>
                  <a:lnTo>
                    <a:pt x="80962" y="92113"/>
                  </a:lnTo>
                  <a:lnTo>
                    <a:pt x="80772" y="91440"/>
                  </a:lnTo>
                  <a:lnTo>
                    <a:pt x="81381" y="91579"/>
                  </a:lnTo>
                  <a:lnTo>
                    <a:pt x="82689" y="91490"/>
                  </a:lnTo>
                  <a:lnTo>
                    <a:pt x="84010" y="91401"/>
                  </a:lnTo>
                  <a:lnTo>
                    <a:pt x="85064" y="91020"/>
                  </a:lnTo>
                  <a:lnTo>
                    <a:pt x="85051" y="90868"/>
                  </a:lnTo>
                  <a:lnTo>
                    <a:pt x="85140" y="86614"/>
                  </a:lnTo>
                  <a:lnTo>
                    <a:pt x="84353" y="85686"/>
                  </a:lnTo>
                  <a:lnTo>
                    <a:pt x="84353" y="90055"/>
                  </a:lnTo>
                  <a:lnTo>
                    <a:pt x="83947" y="89954"/>
                  </a:lnTo>
                  <a:lnTo>
                    <a:pt x="81318" y="90119"/>
                  </a:lnTo>
                  <a:lnTo>
                    <a:pt x="80683" y="90347"/>
                  </a:lnTo>
                  <a:lnTo>
                    <a:pt x="80822" y="89636"/>
                  </a:lnTo>
                  <a:lnTo>
                    <a:pt x="80759" y="88099"/>
                  </a:lnTo>
                  <a:lnTo>
                    <a:pt x="80683" y="86575"/>
                  </a:lnTo>
                  <a:lnTo>
                    <a:pt x="80416" y="85648"/>
                  </a:lnTo>
                  <a:lnTo>
                    <a:pt x="80416" y="96469"/>
                  </a:lnTo>
                  <a:lnTo>
                    <a:pt x="66636" y="112547"/>
                  </a:lnTo>
                  <a:lnTo>
                    <a:pt x="61849" y="106972"/>
                  </a:lnTo>
                  <a:lnTo>
                    <a:pt x="62903" y="107226"/>
                  </a:lnTo>
                  <a:lnTo>
                    <a:pt x="65532" y="107048"/>
                  </a:lnTo>
                  <a:lnTo>
                    <a:pt x="66116" y="106845"/>
                  </a:lnTo>
                  <a:lnTo>
                    <a:pt x="65989" y="107543"/>
                  </a:lnTo>
                  <a:lnTo>
                    <a:pt x="66065" y="109067"/>
                  </a:lnTo>
                  <a:lnTo>
                    <a:pt x="66141" y="110604"/>
                  </a:lnTo>
                  <a:lnTo>
                    <a:pt x="66471" y="111823"/>
                  </a:lnTo>
                  <a:lnTo>
                    <a:pt x="67157" y="111785"/>
                  </a:lnTo>
                  <a:lnTo>
                    <a:pt x="67386" y="110528"/>
                  </a:lnTo>
                  <a:lnTo>
                    <a:pt x="67233" y="107454"/>
                  </a:lnTo>
                  <a:lnTo>
                    <a:pt x="67043" y="106768"/>
                  </a:lnTo>
                  <a:lnTo>
                    <a:pt x="67665" y="106921"/>
                  </a:lnTo>
                  <a:lnTo>
                    <a:pt x="68973" y="106832"/>
                  </a:lnTo>
                  <a:lnTo>
                    <a:pt x="70281" y="106756"/>
                  </a:lnTo>
                  <a:lnTo>
                    <a:pt x="71335" y="106362"/>
                  </a:lnTo>
                  <a:lnTo>
                    <a:pt x="71297" y="105562"/>
                  </a:lnTo>
                  <a:lnTo>
                    <a:pt x="70218" y="105295"/>
                  </a:lnTo>
                  <a:lnTo>
                    <a:pt x="67589" y="105460"/>
                  </a:lnTo>
                  <a:lnTo>
                    <a:pt x="66967" y="105702"/>
                  </a:lnTo>
                  <a:lnTo>
                    <a:pt x="67094" y="104978"/>
                  </a:lnTo>
                  <a:lnTo>
                    <a:pt x="67030" y="103454"/>
                  </a:lnTo>
                  <a:lnTo>
                    <a:pt x="66954" y="101917"/>
                  </a:lnTo>
                  <a:lnTo>
                    <a:pt x="66611" y="100698"/>
                  </a:lnTo>
                  <a:lnTo>
                    <a:pt x="65925" y="100736"/>
                  </a:lnTo>
                  <a:lnTo>
                    <a:pt x="65709" y="101993"/>
                  </a:lnTo>
                  <a:lnTo>
                    <a:pt x="65849" y="105067"/>
                  </a:lnTo>
                  <a:lnTo>
                    <a:pt x="66027" y="105740"/>
                  </a:lnTo>
                  <a:lnTo>
                    <a:pt x="65455" y="105600"/>
                  </a:lnTo>
                  <a:lnTo>
                    <a:pt x="64147" y="105676"/>
                  </a:lnTo>
                  <a:lnTo>
                    <a:pt x="62839" y="105765"/>
                  </a:lnTo>
                  <a:lnTo>
                    <a:pt x="61785" y="106159"/>
                  </a:lnTo>
                  <a:lnTo>
                    <a:pt x="61810" y="106934"/>
                  </a:lnTo>
                  <a:lnTo>
                    <a:pt x="48501" y="91401"/>
                  </a:lnTo>
                  <a:lnTo>
                    <a:pt x="49555" y="91655"/>
                  </a:lnTo>
                  <a:lnTo>
                    <a:pt x="52184" y="91490"/>
                  </a:lnTo>
                  <a:lnTo>
                    <a:pt x="52768" y="91274"/>
                  </a:lnTo>
                  <a:lnTo>
                    <a:pt x="52641" y="91973"/>
                  </a:lnTo>
                  <a:lnTo>
                    <a:pt x="52717" y="93497"/>
                  </a:lnTo>
                  <a:lnTo>
                    <a:pt x="52793" y="95034"/>
                  </a:lnTo>
                  <a:lnTo>
                    <a:pt x="53124" y="96253"/>
                  </a:lnTo>
                  <a:lnTo>
                    <a:pt x="53822" y="96215"/>
                  </a:lnTo>
                  <a:lnTo>
                    <a:pt x="54038" y="94957"/>
                  </a:lnTo>
                  <a:lnTo>
                    <a:pt x="53886" y="91884"/>
                  </a:lnTo>
                  <a:lnTo>
                    <a:pt x="53695" y="91211"/>
                  </a:lnTo>
                  <a:lnTo>
                    <a:pt x="54317" y="91351"/>
                  </a:lnTo>
                  <a:lnTo>
                    <a:pt x="55626" y="91274"/>
                  </a:lnTo>
                  <a:lnTo>
                    <a:pt x="56934" y="91186"/>
                  </a:lnTo>
                  <a:lnTo>
                    <a:pt x="57975" y="90792"/>
                  </a:lnTo>
                  <a:lnTo>
                    <a:pt x="57975" y="90385"/>
                  </a:lnTo>
                  <a:lnTo>
                    <a:pt x="57950" y="89992"/>
                  </a:lnTo>
                  <a:lnTo>
                    <a:pt x="56870" y="89725"/>
                  </a:lnTo>
                  <a:lnTo>
                    <a:pt x="54241" y="89903"/>
                  </a:lnTo>
                  <a:lnTo>
                    <a:pt x="53619" y="90131"/>
                  </a:lnTo>
                  <a:lnTo>
                    <a:pt x="53759" y="89408"/>
                  </a:lnTo>
                  <a:lnTo>
                    <a:pt x="53682" y="87884"/>
                  </a:lnTo>
                  <a:lnTo>
                    <a:pt x="53606" y="86347"/>
                  </a:lnTo>
                  <a:lnTo>
                    <a:pt x="53276" y="85128"/>
                  </a:lnTo>
                  <a:lnTo>
                    <a:pt x="53124" y="85140"/>
                  </a:lnTo>
                  <a:lnTo>
                    <a:pt x="66128" y="69964"/>
                  </a:lnTo>
                  <a:lnTo>
                    <a:pt x="65963" y="70929"/>
                  </a:lnTo>
                  <a:lnTo>
                    <a:pt x="66103" y="74002"/>
                  </a:lnTo>
                  <a:lnTo>
                    <a:pt x="66281" y="74688"/>
                  </a:lnTo>
                  <a:lnTo>
                    <a:pt x="65709" y="74536"/>
                  </a:lnTo>
                  <a:lnTo>
                    <a:pt x="64401" y="74625"/>
                  </a:lnTo>
                  <a:lnTo>
                    <a:pt x="63093" y="74701"/>
                  </a:lnTo>
                  <a:lnTo>
                    <a:pt x="62039" y="75095"/>
                  </a:lnTo>
                  <a:lnTo>
                    <a:pt x="62077" y="75895"/>
                  </a:lnTo>
                  <a:lnTo>
                    <a:pt x="63157" y="76161"/>
                  </a:lnTo>
                  <a:lnTo>
                    <a:pt x="65786" y="75996"/>
                  </a:lnTo>
                  <a:lnTo>
                    <a:pt x="66370" y="75780"/>
                  </a:lnTo>
                  <a:lnTo>
                    <a:pt x="66243" y="76479"/>
                  </a:lnTo>
                  <a:lnTo>
                    <a:pt x="66319" y="78016"/>
                  </a:lnTo>
                  <a:lnTo>
                    <a:pt x="66395" y="79540"/>
                  </a:lnTo>
                  <a:lnTo>
                    <a:pt x="66725" y="80759"/>
                  </a:lnTo>
                  <a:lnTo>
                    <a:pt x="67424" y="80721"/>
                  </a:lnTo>
                  <a:lnTo>
                    <a:pt x="67640" y="79463"/>
                  </a:lnTo>
                  <a:lnTo>
                    <a:pt x="67487" y="76403"/>
                  </a:lnTo>
                  <a:lnTo>
                    <a:pt x="67297" y="75717"/>
                  </a:lnTo>
                  <a:lnTo>
                    <a:pt x="67919" y="75857"/>
                  </a:lnTo>
                  <a:lnTo>
                    <a:pt x="69227" y="75780"/>
                  </a:lnTo>
                  <a:lnTo>
                    <a:pt x="70535" y="75692"/>
                  </a:lnTo>
                  <a:lnTo>
                    <a:pt x="71589" y="75311"/>
                  </a:lnTo>
                  <a:lnTo>
                    <a:pt x="71577" y="75171"/>
                  </a:lnTo>
                  <a:lnTo>
                    <a:pt x="80327" y="85356"/>
                  </a:lnTo>
                  <a:lnTo>
                    <a:pt x="79654" y="85394"/>
                  </a:lnTo>
                  <a:lnTo>
                    <a:pt x="79438" y="86652"/>
                  </a:lnTo>
                  <a:lnTo>
                    <a:pt x="79578" y="89712"/>
                  </a:lnTo>
                  <a:lnTo>
                    <a:pt x="79756" y="90398"/>
                  </a:lnTo>
                  <a:lnTo>
                    <a:pt x="79184" y="90246"/>
                  </a:lnTo>
                  <a:lnTo>
                    <a:pt x="77876" y="90335"/>
                  </a:lnTo>
                  <a:lnTo>
                    <a:pt x="76568" y="90424"/>
                  </a:lnTo>
                  <a:lnTo>
                    <a:pt x="75514" y="90805"/>
                  </a:lnTo>
                  <a:lnTo>
                    <a:pt x="75552" y="91617"/>
                  </a:lnTo>
                  <a:lnTo>
                    <a:pt x="76631" y="91871"/>
                  </a:lnTo>
                  <a:lnTo>
                    <a:pt x="79260" y="91706"/>
                  </a:lnTo>
                  <a:lnTo>
                    <a:pt x="79832" y="91490"/>
                  </a:lnTo>
                  <a:lnTo>
                    <a:pt x="79717" y="92202"/>
                  </a:lnTo>
                  <a:lnTo>
                    <a:pt x="79794" y="93726"/>
                  </a:lnTo>
                  <a:lnTo>
                    <a:pt x="79857" y="95250"/>
                  </a:lnTo>
                  <a:lnTo>
                    <a:pt x="80200" y="96481"/>
                  </a:lnTo>
                  <a:lnTo>
                    <a:pt x="80416" y="96469"/>
                  </a:lnTo>
                  <a:lnTo>
                    <a:pt x="80416" y="85648"/>
                  </a:lnTo>
                  <a:lnTo>
                    <a:pt x="80340" y="85369"/>
                  </a:lnTo>
                  <a:lnTo>
                    <a:pt x="84353" y="90055"/>
                  </a:lnTo>
                  <a:lnTo>
                    <a:pt x="84353" y="85686"/>
                  </a:lnTo>
                  <a:lnTo>
                    <a:pt x="70853" y="69938"/>
                  </a:lnTo>
                  <a:lnTo>
                    <a:pt x="70853" y="74333"/>
                  </a:lnTo>
                  <a:lnTo>
                    <a:pt x="70472" y="74231"/>
                  </a:lnTo>
                  <a:lnTo>
                    <a:pt x="67843" y="74409"/>
                  </a:lnTo>
                  <a:lnTo>
                    <a:pt x="67221" y="74637"/>
                  </a:lnTo>
                  <a:lnTo>
                    <a:pt x="67348" y="73914"/>
                  </a:lnTo>
                  <a:lnTo>
                    <a:pt x="67284" y="72390"/>
                  </a:lnTo>
                  <a:lnTo>
                    <a:pt x="67208" y="70866"/>
                  </a:lnTo>
                  <a:lnTo>
                    <a:pt x="66878" y="69684"/>
                  </a:lnTo>
                  <a:lnTo>
                    <a:pt x="70853" y="74333"/>
                  </a:lnTo>
                  <a:lnTo>
                    <a:pt x="70853" y="69938"/>
                  </a:lnTo>
                  <a:lnTo>
                    <a:pt x="70383" y="69380"/>
                  </a:lnTo>
                  <a:lnTo>
                    <a:pt x="66852" y="65265"/>
                  </a:lnTo>
                  <a:lnTo>
                    <a:pt x="66852" y="69646"/>
                  </a:lnTo>
                  <a:lnTo>
                    <a:pt x="66395" y="69672"/>
                  </a:lnTo>
                  <a:lnTo>
                    <a:pt x="66636" y="69380"/>
                  </a:lnTo>
                  <a:lnTo>
                    <a:pt x="66852" y="69646"/>
                  </a:lnTo>
                  <a:lnTo>
                    <a:pt x="66852" y="65265"/>
                  </a:lnTo>
                  <a:lnTo>
                    <a:pt x="66636" y="65011"/>
                  </a:lnTo>
                  <a:lnTo>
                    <a:pt x="52692" y="81280"/>
                  </a:lnTo>
                  <a:lnTo>
                    <a:pt x="52692" y="90182"/>
                  </a:lnTo>
                  <a:lnTo>
                    <a:pt x="52108" y="90030"/>
                  </a:lnTo>
                  <a:lnTo>
                    <a:pt x="50800" y="90119"/>
                  </a:lnTo>
                  <a:lnTo>
                    <a:pt x="49491" y="90195"/>
                  </a:lnTo>
                  <a:lnTo>
                    <a:pt x="48463" y="90589"/>
                  </a:lnTo>
                  <a:lnTo>
                    <a:pt x="48463" y="91363"/>
                  </a:lnTo>
                  <a:lnTo>
                    <a:pt x="48133" y="90957"/>
                  </a:lnTo>
                  <a:lnTo>
                    <a:pt x="48437" y="90601"/>
                  </a:lnTo>
                  <a:lnTo>
                    <a:pt x="48463" y="91363"/>
                  </a:lnTo>
                  <a:lnTo>
                    <a:pt x="48463" y="90589"/>
                  </a:lnTo>
                  <a:lnTo>
                    <a:pt x="52438" y="85928"/>
                  </a:lnTo>
                  <a:lnTo>
                    <a:pt x="52362" y="86423"/>
                  </a:lnTo>
                  <a:lnTo>
                    <a:pt x="52514" y="89496"/>
                  </a:lnTo>
                  <a:lnTo>
                    <a:pt x="52692" y="90182"/>
                  </a:lnTo>
                  <a:lnTo>
                    <a:pt x="52692" y="81280"/>
                  </a:lnTo>
                  <a:lnTo>
                    <a:pt x="44386" y="90957"/>
                  </a:lnTo>
                  <a:lnTo>
                    <a:pt x="66636" y="116903"/>
                  </a:lnTo>
                  <a:lnTo>
                    <a:pt x="70383" y="112547"/>
                  </a:lnTo>
                  <a:lnTo>
                    <a:pt x="87325" y="92773"/>
                  </a:lnTo>
                  <a:lnTo>
                    <a:pt x="108026" y="116903"/>
                  </a:lnTo>
                  <a:lnTo>
                    <a:pt x="111760" y="112547"/>
                  </a:lnTo>
                  <a:lnTo>
                    <a:pt x="117652" y="105676"/>
                  </a:lnTo>
                  <a:lnTo>
                    <a:pt x="117652" y="101295"/>
                  </a:lnTo>
                  <a:lnTo>
                    <a:pt x="108026" y="112547"/>
                  </a:lnTo>
                  <a:lnTo>
                    <a:pt x="103238" y="106972"/>
                  </a:lnTo>
                  <a:lnTo>
                    <a:pt x="104292" y="107226"/>
                  </a:lnTo>
                  <a:lnTo>
                    <a:pt x="106921" y="107048"/>
                  </a:lnTo>
                  <a:lnTo>
                    <a:pt x="107492" y="106845"/>
                  </a:lnTo>
                  <a:lnTo>
                    <a:pt x="107378" y="107543"/>
                  </a:lnTo>
                  <a:lnTo>
                    <a:pt x="107454" y="109067"/>
                  </a:lnTo>
                  <a:lnTo>
                    <a:pt x="107530" y="110604"/>
                  </a:lnTo>
                  <a:lnTo>
                    <a:pt x="107861" y="111823"/>
                  </a:lnTo>
                  <a:lnTo>
                    <a:pt x="108546" y="111785"/>
                  </a:lnTo>
                  <a:lnTo>
                    <a:pt x="108775" y="110528"/>
                  </a:lnTo>
                  <a:lnTo>
                    <a:pt x="108623" y="107454"/>
                  </a:lnTo>
                  <a:lnTo>
                    <a:pt x="108432" y="106781"/>
                  </a:lnTo>
                  <a:lnTo>
                    <a:pt x="109054" y="106921"/>
                  </a:lnTo>
                  <a:lnTo>
                    <a:pt x="110363" y="106832"/>
                  </a:lnTo>
                  <a:lnTo>
                    <a:pt x="111671" y="106756"/>
                  </a:lnTo>
                  <a:lnTo>
                    <a:pt x="112725" y="106362"/>
                  </a:lnTo>
                  <a:lnTo>
                    <a:pt x="112687" y="105562"/>
                  </a:lnTo>
                  <a:lnTo>
                    <a:pt x="111607" y="105295"/>
                  </a:lnTo>
                  <a:lnTo>
                    <a:pt x="108978" y="105460"/>
                  </a:lnTo>
                  <a:lnTo>
                    <a:pt x="108343" y="105702"/>
                  </a:lnTo>
                  <a:lnTo>
                    <a:pt x="108483" y="104978"/>
                  </a:lnTo>
                  <a:lnTo>
                    <a:pt x="108419" y="103454"/>
                  </a:lnTo>
                  <a:lnTo>
                    <a:pt x="108343" y="101917"/>
                  </a:lnTo>
                  <a:lnTo>
                    <a:pt x="108000" y="100698"/>
                  </a:lnTo>
                  <a:lnTo>
                    <a:pt x="107315" y="100736"/>
                  </a:lnTo>
                  <a:lnTo>
                    <a:pt x="107099" y="101993"/>
                  </a:lnTo>
                  <a:lnTo>
                    <a:pt x="107238" y="105067"/>
                  </a:lnTo>
                  <a:lnTo>
                    <a:pt x="107416" y="105740"/>
                  </a:lnTo>
                  <a:lnTo>
                    <a:pt x="106845" y="105600"/>
                  </a:lnTo>
                  <a:lnTo>
                    <a:pt x="105537" y="105676"/>
                  </a:lnTo>
                  <a:lnTo>
                    <a:pt x="104228" y="105765"/>
                  </a:lnTo>
                  <a:lnTo>
                    <a:pt x="103174" y="106159"/>
                  </a:lnTo>
                  <a:lnTo>
                    <a:pt x="103200" y="106934"/>
                  </a:lnTo>
                  <a:lnTo>
                    <a:pt x="89890" y="91401"/>
                  </a:lnTo>
                  <a:lnTo>
                    <a:pt x="90944" y="91655"/>
                  </a:lnTo>
                  <a:lnTo>
                    <a:pt x="93573" y="91490"/>
                  </a:lnTo>
                  <a:lnTo>
                    <a:pt x="94157" y="91274"/>
                  </a:lnTo>
                  <a:lnTo>
                    <a:pt x="94030" y="91973"/>
                  </a:lnTo>
                  <a:lnTo>
                    <a:pt x="94107" y="93497"/>
                  </a:lnTo>
                  <a:lnTo>
                    <a:pt x="94183" y="95034"/>
                  </a:lnTo>
                  <a:lnTo>
                    <a:pt x="94513" y="96253"/>
                  </a:lnTo>
                  <a:lnTo>
                    <a:pt x="95199" y="96215"/>
                  </a:lnTo>
                  <a:lnTo>
                    <a:pt x="95427" y="94957"/>
                  </a:lnTo>
                  <a:lnTo>
                    <a:pt x="95275" y="91884"/>
                  </a:lnTo>
                  <a:lnTo>
                    <a:pt x="95084" y="91211"/>
                  </a:lnTo>
                  <a:lnTo>
                    <a:pt x="95707" y="91351"/>
                  </a:lnTo>
                  <a:lnTo>
                    <a:pt x="97015" y="91274"/>
                  </a:lnTo>
                  <a:lnTo>
                    <a:pt x="98323" y="91186"/>
                  </a:lnTo>
                  <a:lnTo>
                    <a:pt x="99377" y="90792"/>
                  </a:lnTo>
                  <a:lnTo>
                    <a:pt x="99339" y="89992"/>
                  </a:lnTo>
                  <a:lnTo>
                    <a:pt x="98259" y="89725"/>
                  </a:lnTo>
                  <a:lnTo>
                    <a:pt x="95631" y="89903"/>
                  </a:lnTo>
                  <a:lnTo>
                    <a:pt x="95008" y="90131"/>
                  </a:lnTo>
                  <a:lnTo>
                    <a:pt x="95135" y="89408"/>
                  </a:lnTo>
                  <a:lnTo>
                    <a:pt x="95072" y="87884"/>
                  </a:lnTo>
                  <a:lnTo>
                    <a:pt x="94996" y="86347"/>
                  </a:lnTo>
                  <a:lnTo>
                    <a:pt x="94665" y="85128"/>
                  </a:lnTo>
                  <a:lnTo>
                    <a:pt x="94513" y="85140"/>
                  </a:lnTo>
                  <a:lnTo>
                    <a:pt x="107505" y="69977"/>
                  </a:lnTo>
                  <a:lnTo>
                    <a:pt x="107353" y="70929"/>
                  </a:lnTo>
                  <a:lnTo>
                    <a:pt x="107492" y="74002"/>
                  </a:lnTo>
                  <a:lnTo>
                    <a:pt x="107670" y="74688"/>
                  </a:lnTo>
                  <a:lnTo>
                    <a:pt x="107099" y="74536"/>
                  </a:lnTo>
                  <a:lnTo>
                    <a:pt x="105791" y="74625"/>
                  </a:lnTo>
                  <a:lnTo>
                    <a:pt x="104482" y="74701"/>
                  </a:lnTo>
                  <a:lnTo>
                    <a:pt x="103428" y="75095"/>
                  </a:lnTo>
                  <a:lnTo>
                    <a:pt x="103466" y="75895"/>
                  </a:lnTo>
                  <a:lnTo>
                    <a:pt x="104546" y="76161"/>
                  </a:lnTo>
                  <a:lnTo>
                    <a:pt x="107175" y="75996"/>
                  </a:lnTo>
                  <a:lnTo>
                    <a:pt x="107759" y="75780"/>
                  </a:lnTo>
                  <a:lnTo>
                    <a:pt x="107632" y="76479"/>
                  </a:lnTo>
                  <a:lnTo>
                    <a:pt x="107708" y="78016"/>
                  </a:lnTo>
                  <a:lnTo>
                    <a:pt x="107784" y="79540"/>
                  </a:lnTo>
                  <a:lnTo>
                    <a:pt x="108115" y="80759"/>
                  </a:lnTo>
                  <a:lnTo>
                    <a:pt x="108800" y="80721"/>
                  </a:lnTo>
                  <a:lnTo>
                    <a:pt x="109029" y="79463"/>
                  </a:lnTo>
                  <a:lnTo>
                    <a:pt x="108877" y="76403"/>
                  </a:lnTo>
                  <a:lnTo>
                    <a:pt x="108686" y="75717"/>
                  </a:lnTo>
                  <a:lnTo>
                    <a:pt x="109308" y="75857"/>
                  </a:lnTo>
                  <a:lnTo>
                    <a:pt x="110617" y="75780"/>
                  </a:lnTo>
                  <a:lnTo>
                    <a:pt x="111925" y="75692"/>
                  </a:lnTo>
                  <a:lnTo>
                    <a:pt x="112979" y="75311"/>
                  </a:lnTo>
                  <a:lnTo>
                    <a:pt x="112966" y="75171"/>
                  </a:lnTo>
                  <a:lnTo>
                    <a:pt x="117665" y="80632"/>
                  </a:lnTo>
                  <a:lnTo>
                    <a:pt x="117665" y="76263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11722481" y="7704156"/>
              <a:ext cx="118110" cy="245745"/>
            </a:xfrm>
            <a:custGeom>
              <a:avLst/>
              <a:gdLst/>
              <a:ahLst/>
              <a:cxnLst/>
              <a:rect l="l" t="t" r="r" b="b"/>
              <a:pathLst>
                <a:path w="118109" h="245745">
                  <a:moveTo>
                    <a:pt x="9334" y="72948"/>
                  </a:moveTo>
                  <a:lnTo>
                    <a:pt x="9283" y="72148"/>
                  </a:lnTo>
                  <a:lnTo>
                    <a:pt x="8216" y="71882"/>
                  </a:lnTo>
                  <a:lnTo>
                    <a:pt x="5588" y="72059"/>
                  </a:lnTo>
                  <a:lnTo>
                    <a:pt x="4965" y="72288"/>
                  </a:lnTo>
                  <a:lnTo>
                    <a:pt x="5092" y="71564"/>
                  </a:lnTo>
                  <a:lnTo>
                    <a:pt x="5016" y="70040"/>
                  </a:lnTo>
                  <a:lnTo>
                    <a:pt x="4953" y="68503"/>
                  </a:lnTo>
                  <a:lnTo>
                    <a:pt x="4610" y="67284"/>
                  </a:lnTo>
                  <a:lnTo>
                    <a:pt x="3937" y="67322"/>
                  </a:lnTo>
                  <a:lnTo>
                    <a:pt x="3695" y="68580"/>
                  </a:lnTo>
                  <a:lnTo>
                    <a:pt x="3848" y="71653"/>
                  </a:lnTo>
                  <a:lnTo>
                    <a:pt x="4025" y="72339"/>
                  </a:lnTo>
                  <a:lnTo>
                    <a:pt x="3454" y="72186"/>
                  </a:lnTo>
                  <a:lnTo>
                    <a:pt x="838" y="72351"/>
                  </a:lnTo>
                  <a:lnTo>
                    <a:pt x="0" y="72656"/>
                  </a:lnTo>
                  <a:lnTo>
                    <a:pt x="0" y="73596"/>
                  </a:lnTo>
                  <a:lnTo>
                    <a:pt x="901" y="73812"/>
                  </a:lnTo>
                  <a:lnTo>
                    <a:pt x="3530" y="73647"/>
                  </a:lnTo>
                  <a:lnTo>
                    <a:pt x="4102" y="73431"/>
                  </a:lnTo>
                  <a:lnTo>
                    <a:pt x="3987" y="74129"/>
                  </a:lnTo>
                  <a:lnTo>
                    <a:pt x="4064" y="75653"/>
                  </a:lnTo>
                  <a:lnTo>
                    <a:pt x="4127" y="77190"/>
                  </a:lnTo>
                  <a:lnTo>
                    <a:pt x="4470" y="78409"/>
                  </a:lnTo>
                  <a:lnTo>
                    <a:pt x="5143" y="78371"/>
                  </a:lnTo>
                  <a:lnTo>
                    <a:pt x="5384" y="77114"/>
                  </a:lnTo>
                  <a:lnTo>
                    <a:pt x="5232" y="74053"/>
                  </a:lnTo>
                  <a:lnTo>
                    <a:pt x="5041" y="73367"/>
                  </a:lnTo>
                  <a:lnTo>
                    <a:pt x="5651" y="73507"/>
                  </a:lnTo>
                  <a:lnTo>
                    <a:pt x="6959" y="73431"/>
                  </a:lnTo>
                  <a:lnTo>
                    <a:pt x="8267" y="73342"/>
                  </a:lnTo>
                  <a:lnTo>
                    <a:pt x="9334" y="72948"/>
                  </a:lnTo>
                  <a:close/>
                </a:path>
                <a:path w="118109" h="245745">
                  <a:moveTo>
                    <a:pt x="26873" y="57556"/>
                  </a:moveTo>
                  <a:lnTo>
                    <a:pt x="23126" y="53187"/>
                  </a:lnTo>
                  <a:lnTo>
                    <a:pt x="23126" y="57556"/>
                  </a:lnTo>
                  <a:lnTo>
                    <a:pt x="18986" y="62382"/>
                  </a:lnTo>
                  <a:lnTo>
                    <a:pt x="19100" y="61772"/>
                  </a:lnTo>
                  <a:lnTo>
                    <a:pt x="18961" y="58699"/>
                  </a:lnTo>
                  <a:lnTo>
                    <a:pt x="18757" y="58026"/>
                  </a:lnTo>
                  <a:lnTo>
                    <a:pt x="19380" y="58166"/>
                  </a:lnTo>
                  <a:lnTo>
                    <a:pt x="20688" y="58077"/>
                  </a:lnTo>
                  <a:lnTo>
                    <a:pt x="21996" y="58000"/>
                  </a:lnTo>
                  <a:lnTo>
                    <a:pt x="23063" y="57607"/>
                  </a:lnTo>
                  <a:lnTo>
                    <a:pt x="23050" y="57480"/>
                  </a:lnTo>
                  <a:lnTo>
                    <a:pt x="23126" y="53187"/>
                  </a:lnTo>
                  <a:lnTo>
                    <a:pt x="22326" y="52260"/>
                  </a:lnTo>
                  <a:lnTo>
                    <a:pt x="22326" y="56642"/>
                  </a:lnTo>
                  <a:lnTo>
                    <a:pt x="21932" y="56540"/>
                  </a:lnTo>
                  <a:lnTo>
                    <a:pt x="19304" y="56705"/>
                  </a:lnTo>
                  <a:lnTo>
                    <a:pt x="18694" y="56934"/>
                  </a:lnTo>
                  <a:lnTo>
                    <a:pt x="18821" y="56222"/>
                  </a:lnTo>
                  <a:lnTo>
                    <a:pt x="18745" y="54686"/>
                  </a:lnTo>
                  <a:lnTo>
                    <a:pt x="18669" y="53162"/>
                  </a:lnTo>
                  <a:lnTo>
                    <a:pt x="18338" y="51993"/>
                  </a:lnTo>
                  <a:lnTo>
                    <a:pt x="22326" y="56642"/>
                  </a:lnTo>
                  <a:lnTo>
                    <a:pt x="22326" y="52260"/>
                  </a:lnTo>
                  <a:lnTo>
                    <a:pt x="8839" y="36525"/>
                  </a:lnTo>
                  <a:lnTo>
                    <a:pt x="8839" y="40932"/>
                  </a:lnTo>
                  <a:lnTo>
                    <a:pt x="8470" y="40830"/>
                  </a:lnTo>
                  <a:lnTo>
                    <a:pt x="5842" y="40995"/>
                  </a:lnTo>
                  <a:lnTo>
                    <a:pt x="5207" y="41224"/>
                  </a:lnTo>
                  <a:lnTo>
                    <a:pt x="5346" y="40500"/>
                  </a:lnTo>
                  <a:lnTo>
                    <a:pt x="5270" y="38976"/>
                  </a:lnTo>
                  <a:lnTo>
                    <a:pt x="5207" y="37452"/>
                  </a:lnTo>
                  <a:lnTo>
                    <a:pt x="4864" y="36271"/>
                  </a:lnTo>
                  <a:lnTo>
                    <a:pt x="8839" y="40932"/>
                  </a:lnTo>
                  <a:lnTo>
                    <a:pt x="8839" y="36525"/>
                  </a:lnTo>
                  <a:lnTo>
                    <a:pt x="8369" y="35966"/>
                  </a:lnTo>
                  <a:lnTo>
                    <a:pt x="4838" y="31851"/>
                  </a:lnTo>
                  <a:lnTo>
                    <a:pt x="4838" y="36233"/>
                  </a:lnTo>
                  <a:lnTo>
                    <a:pt x="4381" y="36258"/>
                  </a:lnTo>
                  <a:lnTo>
                    <a:pt x="4622" y="35966"/>
                  </a:lnTo>
                  <a:lnTo>
                    <a:pt x="4838" y="36233"/>
                  </a:lnTo>
                  <a:lnTo>
                    <a:pt x="4838" y="31851"/>
                  </a:lnTo>
                  <a:lnTo>
                    <a:pt x="4622" y="31597"/>
                  </a:lnTo>
                  <a:lnTo>
                    <a:pt x="0" y="36995"/>
                  </a:lnTo>
                  <a:lnTo>
                    <a:pt x="0" y="41363"/>
                  </a:lnTo>
                  <a:lnTo>
                    <a:pt x="4127" y="36550"/>
                  </a:lnTo>
                  <a:lnTo>
                    <a:pt x="3962" y="37515"/>
                  </a:lnTo>
                  <a:lnTo>
                    <a:pt x="4102" y="40589"/>
                  </a:lnTo>
                  <a:lnTo>
                    <a:pt x="4279" y="41275"/>
                  </a:lnTo>
                  <a:lnTo>
                    <a:pt x="3708" y="41122"/>
                  </a:lnTo>
                  <a:lnTo>
                    <a:pt x="2400" y="41211"/>
                  </a:lnTo>
                  <a:lnTo>
                    <a:pt x="1092" y="41287"/>
                  </a:lnTo>
                  <a:lnTo>
                    <a:pt x="38" y="41681"/>
                  </a:lnTo>
                  <a:lnTo>
                    <a:pt x="76" y="42481"/>
                  </a:lnTo>
                  <a:lnTo>
                    <a:pt x="1155" y="42748"/>
                  </a:lnTo>
                  <a:lnTo>
                    <a:pt x="3784" y="42583"/>
                  </a:lnTo>
                  <a:lnTo>
                    <a:pt x="4356" y="42367"/>
                  </a:lnTo>
                  <a:lnTo>
                    <a:pt x="4241" y="43065"/>
                  </a:lnTo>
                  <a:lnTo>
                    <a:pt x="4318" y="44602"/>
                  </a:lnTo>
                  <a:lnTo>
                    <a:pt x="4381" y="46126"/>
                  </a:lnTo>
                  <a:lnTo>
                    <a:pt x="4724" y="47358"/>
                  </a:lnTo>
                  <a:lnTo>
                    <a:pt x="5410" y="47307"/>
                  </a:lnTo>
                  <a:lnTo>
                    <a:pt x="5638" y="46050"/>
                  </a:lnTo>
                  <a:lnTo>
                    <a:pt x="5486" y="42989"/>
                  </a:lnTo>
                  <a:lnTo>
                    <a:pt x="5295" y="42303"/>
                  </a:lnTo>
                  <a:lnTo>
                    <a:pt x="5905" y="42443"/>
                  </a:lnTo>
                  <a:lnTo>
                    <a:pt x="7213" y="42367"/>
                  </a:lnTo>
                  <a:lnTo>
                    <a:pt x="8534" y="42278"/>
                  </a:lnTo>
                  <a:lnTo>
                    <a:pt x="9588" y="41897"/>
                  </a:lnTo>
                  <a:lnTo>
                    <a:pt x="18313" y="51955"/>
                  </a:lnTo>
                  <a:lnTo>
                    <a:pt x="17653" y="51981"/>
                  </a:lnTo>
                  <a:lnTo>
                    <a:pt x="17424" y="53238"/>
                  </a:lnTo>
                  <a:lnTo>
                    <a:pt x="17576" y="56299"/>
                  </a:lnTo>
                  <a:lnTo>
                    <a:pt x="17754" y="56984"/>
                  </a:lnTo>
                  <a:lnTo>
                    <a:pt x="17183" y="56845"/>
                  </a:lnTo>
                  <a:lnTo>
                    <a:pt x="15875" y="56921"/>
                  </a:lnTo>
                  <a:lnTo>
                    <a:pt x="14566" y="57010"/>
                  </a:lnTo>
                  <a:lnTo>
                    <a:pt x="13500" y="57391"/>
                  </a:lnTo>
                  <a:lnTo>
                    <a:pt x="13550" y="58204"/>
                  </a:lnTo>
                  <a:lnTo>
                    <a:pt x="14617" y="58458"/>
                  </a:lnTo>
                  <a:lnTo>
                    <a:pt x="17246" y="58293"/>
                  </a:lnTo>
                  <a:lnTo>
                    <a:pt x="17830" y="58089"/>
                  </a:lnTo>
                  <a:lnTo>
                    <a:pt x="17716" y="58788"/>
                  </a:lnTo>
                  <a:lnTo>
                    <a:pt x="17780" y="60312"/>
                  </a:lnTo>
                  <a:lnTo>
                    <a:pt x="17856" y="61836"/>
                  </a:lnTo>
                  <a:lnTo>
                    <a:pt x="18199" y="63068"/>
                  </a:lnTo>
                  <a:lnTo>
                    <a:pt x="18402" y="63068"/>
                  </a:lnTo>
                  <a:lnTo>
                    <a:pt x="4622" y="79133"/>
                  </a:lnTo>
                  <a:lnTo>
                    <a:pt x="0" y="73736"/>
                  </a:lnTo>
                  <a:lnTo>
                    <a:pt x="0" y="78092"/>
                  </a:lnTo>
                  <a:lnTo>
                    <a:pt x="4622" y="83502"/>
                  </a:lnTo>
                  <a:lnTo>
                    <a:pt x="8369" y="79133"/>
                  </a:lnTo>
                  <a:lnTo>
                    <a:pt x="26873" y="57556"/>
                  </a:lnTo>
                  <a:close/>
                </a:path>
                <a:path w="118109" h="245745">
                  <a:moveTo>
                    <a:pt x="47485" y="219341"/>
                  </a:moveTo>
                  <a:lnTo>
                    <a:pt x="43738" y="214985"/>
                  </a:lnTo>
                  <a:lnTo>
                    <a:pt x="43738" y="219341"/>
                  </a:lnTo>
                  <a:lnTo>
                    <a:pt x="25234" y="240919"/>
                  </a:lnTo>
                  <a:lnTo>
                    <a:pt x="7086" y="219773"/>
                  </a:lnTo>
                  <a:lnTo>
                    <a:pt x="8153" y="220027"/>
                  </a:lnTo>
                  <a:lnTo>
                    <a:pt x="10782" y="219862"/>
                  </a:lnTo>
                  <a:lnTo>
                    <a:pt x="11836" y="219468"/>
                  </a:lnTo>
                  <a:lnTo>
                    <a:pt x="11798" y="219075"/>
                  </a:lnTo>
                  <a:lnTo>
                    <a:pt x="12128" y="219049"/>
                  </a:lnTo>
                  <a:lnTo>
                    <a:pt x="12357" y="217779"/>
                  </a:lnTo>
                  <a:lnTo>
                    <a:pt x="12280" y="216255"/>
                  </a:lnTo>
                  <a:lnTo>
                    <a:pt x="12204" y="214731"/>
                  </a:lnTo>
                  <a:lnTo>
                    <a:pt x="11874" y="213499"/>
                  </a:lnTo>
                  <a:lnTo>
                    <a:pt x="11722" y="213512"/>
                  </a:lnTo>
                  <a:lnTo>
                    <a:pt x="25234" y="197751"/>
                  </a:lnTo>
                  <a:lnTo>
                    <a:pt x="43738" y="219341"/>
                  </a:lnTo>
                  <a:lnTo>
                    <a:pt x="43738" y="214985"/>
                  </a:lnTo>
                  <a:lnTo>
                    <a:pt x="28968" y="197751"/>
                  </a:lnTo>
                  <a:lnTo>
                    <a:pt x="25234" y="193395"/>
                  </a:lnTo>
                  <a:lnTo>
                    <a:pt x="11290" y="209664"/>
                  </a:lnTo>
                  <a:lnTo>
                    <a:pt x="11290" y="218554"/>
                  </a:lnTo>
                  <a:lnTo>
                    <a:pt x="10706" y="218401"/>
                  </a:lnTo>
                  <a:lnTo>
                    <a:pt x="9398" y="218490"/>
                  </a:lnTo>
                  <a:lnTo>
                    <a:pt x="8089" y="218567"/>
                  </a:lnTo>
                  <a:lnTo>
                    <a:pt x="7061" y="218960"/>
                  </a:lnTo>
                  <a:lnTo>
                    <a:pt x="7061" y="219748"/>
                  </a:lnTo>
                  <a:lnTo>
                    <a:pt x="6731" y="219341"/>
                  </a:lnTo>
                  <a:lnTo>
                    <a:pt x="7035" y="218986"/>
                  </a:lnTo>
                  <a:lnTo>
                    <a:pt x="7061" y="219748"/>
                  </a:lnTo>
                  <a:lnTo>
                    <a:pt x="7061" y="218960"/>
                  </a:lnTo>
                  <a:lnTo>
                    <a:pt x="11036" y="214312"/>
                  </a:lnTo>
                  <a:lnTo>
                    <a:pt x="10960" y="214795"/>
                  </a:lnTo>
                  <a:lnTo>
                    <a:pt x="11112" y="217868"/>
                  </a:lnTo>
                  <a:lnTo>
                    <a:pt x="11290" y="218554"/>
                  </a:lnTo>
                  <a:lnTo>
                    <a:pt x="11290" y="209664"/>
                  </a:lnTo>
                  <a:lnTo>
                    <a:pt x="2984" y="219341"/>
                  </a:lnTo>
                  <a:lnTo>
                    <a:pt x="25234" y="245287"/>
                  </a:lnTo>
                  <a:lnTo>
                    <a:pt x="28968" y="240919"/>
                  </a:lnTo>
                  <a:lnTo>
                    <a:pt x="47485" y="219341"/>
                  </a:lnTo>
                  <a:close/>
                </a:path>
                <a:path w="118109" h="245745">
                  <a:moveTo>
                    <a:pt x="50330" y="41897"/>
                  </a:moveTo>
                  <a:lnTo>
                    <a:pt x="50292" y="41084"/>
                  </a:lnTo>
                  <a:lnTo>
                    <a:pt x="49212" y="40830"/>
                  </a:lnTo>
                  <a:lnTo>
                    <a:pt x="46583" y="40995"/>
                  </a:lnTo>
                  <a:lnTo>
                    <a:pt x="45961" y="41224"/>
                  </a:lnTo>
                  <a:lnTo>
                    <a:pt x="46101" y="40500"/>
                  </a:lnTo>
                  <a:lnTo>
                    <a:pt x="46024" y="38976"/>
                  </a:lnTo>
                  <a:lnTo>
                    <a:pt x="45948" y="37452"/>
                  </a:lnTo>
                  <a:lnTo>
                    <a:pt x="45618" y="36220"/>
                  </a:lnTo>
                  <a:lnTo>
                    <a:pt x="44932" y="36258"/>
                  </a:lnTo>
                  <a:lnTo>
                    <a:pt x="44704" y="37515"/>
                  </a:lnTo>
                  <a:lnTo>
                    <a:pt x="44856" y="40589"/>
                  </a:lnTo>
                  <a:lnTo>
                    <a:pt x="45034" y="41275"/>
                  </a:lnTo>
                  <a:lnTo>
                    <a:pt x="44450" y="41122"/>
                  </a:lnTo>
                  <a:lnTo>
                    <a:pt x="43141" y="41211"/>
                  </a:lnTo>
                  <a:lnTo>
                    <a:pt x="41833" y="41287"/>
                  </a:lnTo>
                  <a:lnTo>
                    <a:pt x="40779" y="41681"/>
                  </a:lnTo>
                  <a:lnTo>
                    <a:pt x="40817" y="42481"/>
                  </a:lnTo>
                  <a:lnTo>
                    <a:pt x="41897" y="42748"/>
                  </a:lnTo>
                  <a:lnTo>
                    <a:pt x="44526" y="42583"/>
                  </a:lnTo>
                  <a:lnTo>
                    <a:pt x="45110" y="42367"/>
                  </a:lnTo>
                  <a:lnTo>
                    <a:pt x="44996" y="43065"/>
                  </a:lnTo>
                  <a:lnTo>
                    <a:pt x="45059" y="44602"/>
                  </a:lnTo>
                  <a:lnTo>
                    <a:pt x="45135" y="46126"/>
                  </a:lnTo>
                  <a:lnTo>
                    <a:pt x="45466" y="47358"/>
                  </a:lnTo>
                  <a:lnTo>
                    <a:pt x="46164" y="47307"/>
                  </a:lnTo>
                  <a:lnTo>
                    <a:pt x="46380" y="46050"/>
                  </a:lnTo>
                  <a:lnTo>
                    <a:pt x="46240" y="42989"/>
                  </a:lnTo>
                  <a:lnTo>
                    <a:pt x="46037" y="42303"/>
                  </a:lnTo>
                  <a:lnTo>
                    <a:pt x="46659" y="42443"/>
                  </a:lnTo>
                  <a:lnTo>
                    <a:pt x="47967" y="42367"/>
                  </a:lnTo>
                  <a:lnTo>
                    <a:pt x="49276" y="42278"/>
                  </a:lnTo>
                  <a:lnTo>
                    <a:pt x="50330" y="41897"/>
                  </a:lnTo>
                  <a:close/>
                </a:path>
                <a:path w="118109" h="245745">
                  <a:moveTo>
                    <a:pt x="63804" y="57607"/>
                  </a:moveTo>
                  <a:lnTo>
                    <a:pt x="63766" y="56807"/>
                  </a:lnTo>
                  <a:lnTo>
                    <a:pt x="62687" y="56540"/>
                  </a:lnTo>
                  <a:lnTo>
                    <a:pt x="60058" y="56705"/>
                  </a:lnTo>
                  <a:lnTo>
                    <a:pt x="59016" y="57099"/>
                  </a:lnTo>
                  <a:lnTo>
                    <a:pt x="57924" y="56845"/>
                  </a:lnTo>
                  <a:lnTo>
                    <a:pt x="56616" y="56921"/>
                  </a:lnTo>
                  <a:lnTo>
                    <a:pt x="55308" y="57010"/>
                  </a:lnTo>
                  <a:lnTo>
                    <a:pt x="54267" y="57391"/>
                  </a:lnTo>
                  <a:lnTo>
                    <a:pt x="54267" y="57797"/>
                  </a:lnTo>
                  <a:lnTo>
                    <a:pt x="54292" y="58204"/>
                  </a:lnTo>
                  <a:lnTo>
                    <a:pt x="55372" y="58458"/>
                  </a:lnTo>
                  <a:lnTo>
                    <a:pt x="58000" y="58293"/>
                  </a:lnTo>
                  <a:lnTo>
                    <a:pt x="58585" y="58089"/>
                  </a:lnTo>
                  <a:lnTo>
                    <a:pt x="58458" y="58788"/>
                  </a:lnTo>
                  <a:lnTo>
                    <a:pt x="58534" y="60312"/>
                  </a:lnTo>
                  <a:lnTo>
                    <a:pt x="58610" y="61836"/>
                  </a:lnTo>
                  <a:lnTo>
                    <a:pt x="58940" y="63068"/>
                  </a:lnTo>
                  <a:lnTo>
                    <a:pt x="59639" y="63030"/>
                  </a:lnTo>
                  <a:lnTo>
                    <a:pt x="59855" y="61772"/>
                  </a:lnTo>
                  <a:lnTo>
                    <a:pt x="59702" y="58699"/>
                  </a:lnTo>
                  <a:lnTo>
                    <a:pt x="59512" y="58013"/>
                  </a:lnTo>
                  <a:lnTo>
                    <a:pt x="60134" y="58166"/>
                  </a:lnTo>
                  <a:lnTo>
                    <a:pt x="61442" y="58077"/>
                  </a:lnTo>
                  <a:lnTo>
                    <a:pt x="62750" y="58000"/>
                  </a:lnTo>
                  <a:lnTo>
                    <a:pt x="63804" y="57607"/>
                  </a:lnTo>
                  <a:close/>
                </a:path>
                <a:path w="118109" h="245745">
                  <a:moveTo>
                    <a:pt x="109550" y="57556"/>
                  </a:moveTo>
                  <a:lnTo>
                    <a:pt x="105803" y="53187"/>
                  </a:lnTo>
                  <a:lnTo>
                    <a:pt x="105803" y="57556"/>
                  </a:lnTo>
                  <a:lnTo>
                    <a:pt x="101663" y="62382"/>
                  </a:lnTo>
                  <a:lnTo>
                    <a:pt x="101777" y="61772"/>
                  </a:lnTo>
                  <a:lnTo>
                    <a:pt x="101638" y="58699"/>
                  </a:lnTo>
                  <a:lnTo>
                    <a:pt x="101434" y="58026"/>
                  </a:lnTo>
                  <a:lnTo>
                    <a:pt x="102057" y="58166"/>
                  </a:lnTo>
                  <a:lnTo>
                    <a:pt x="103365" y="58077"/>
                  </a:lnTo>
                  <a:lnTo>
                    <a:pt x="104673" y="58000"/>
                  </a:lnTo>
                  <a:lnTo>
                    <a:pt x="105740" y="57607"/>
                  </a:lnTo>
                  <a:lnTo>
                    <a:pt x="105727" y="57480"/>
                  </a:lnTo>
                  <a:lnTo>
                    <a:pt x="105803" y="53187"/>
                  </a:lnTo>
                  <a:lnTo>
                    <a:pt x="105003" y="52260"/>
                  </a:lnTo>
                  <a:lnTo>
                    <a:pt x="105003" y="56642"/>
                  </a:lnTo>
                  <a:lnTo>
                    <a:pt x="104609" y="56540"/>
                  </a:lnTo>
                  <a:lnTo>
                    <a:pt x="101981" y="56705"/>
                  </a:lnTo>
                  <a:lnTo>
                    <a:pt x="101371" y="56934"/>
                  </a:lnTo>
                  <a:lnTo>
                    <a:pt x="101498" y="56222"/>
                  </a:lnTo>
                  <a:lnTo>
                    <a:pt x="101422" y="54686"/>
                  </a:lnTo>
                  <a:lnTo>
                    <a:pt x="101346" y="53162"/>
                  </a:lnTo>
                  <a:lnTo>
                    <a:pt x="101079" y="52222"/>
                  </a:lnTo>
                  <a:lnTo>
                    <a:pt x="101079" y="63068"/>
                  </a:lnTo>
                  <a:lnTo>
                    <a:pt x="87299" y="79133"/>
                  </a:lnTo>
                  <a:lnTo>
                    <a:pt x="82499" y="73558"/>
                  </a:lnTo>
                  <a:lnTo>
                    <a:pt x="83578" y="73812"/>
                  </a:lnTo>
                  <a:lnTo>
                    <a:pt x="86207" y="73647"/>
                  </a:lnTo>
                  <a:lnTo>
                    <a:pt x="86779" y="73431"/>
                  </a:lnTo>
                  <a:lnTo>
                    <a:pt x="86664" y="74129"/>
                  </a:lnTo>
                  <a:lnTo>
                    <a:pt x="86741" y="75653"/>
                  </a:lnTo>
                  <a:lnTo>
                    <a:pt x="86804" y="77190"/>
                  </a:lnTo>
                  <a:lnTo>
                    <a:pt x="87147" y="78409"/>
                  </a:lnTo>
                  <a:lnTo>
                    <a:pt x="87833" y="78371"/>
                  </a:lnTo>
                  <a:lnTo>
                    <a:pt x="88061" y="77114"/>
                  </a:lnTo>
                  <a:lnTo>
                    <a:pt x="87909" y="74053"/>
                  </a:lnTo>
                  <a:lnTo>
                    <a:pt x="87718" y="73367"/>
                  </a:lnTo>
                  <a:lnTo>
                    <a:pt x="88328" y="73507"/>
                  </a:lnTo>
                  <a:lnTo>
                    <a:pt x="89649" y="73431"/>
                  </a:lnTo>
                  <a:lnTo>
                    <a:pt x="90957" y="73342"/>
                  </a:lnTo>
                  <a:lnTo>
                    <a:pt x="91998" y="72948"/>
                  </a:lnTo>
                  <a:lnTo>
                    <a:pt x="91986" y="72542"/>
                  </a:lnTo>
                  <a:lnTo>
                    <a:pt x="91973" y="72148"/>
                  </a:lnTo>
                  <a:lnTo>
                    <a:pt x="90893" y="71882"/>
                  </a:lnTo>
                  <a:lnTo>
                    <a:pt x="88265" y="72059"/>
                  </a:lnTo>
                  <a:lnTo>
                    <a:pt x="87630" y="72288"/>
                  </a:lnTo>
                  <a:lnTo>
                    <a:pt x="87769" y="71564"/>
                  </a:lnTo>
                  <a:lnTo>
                    <a:pt x="87693" y="70040"/>
                  </a:lnTo>
                  <a:lnTo>
                    <a:pt x="87630" y="68503"/>
                  </a:lnTo>
                  <a:lnTo>
                    <a:pt x="87287" y="67284"/>
                  </a:lnTo>
                  <a:lnTo>
                    <a:pt x="86601" y="67322"/>
                  </a:lnTo>
                  <a:lnTo>
                    <a:pt x="86385" y="68580"/>
                  </a:lnTo>
                  <a:lnTo>
                    <a:pt x="86525" y="71653"/>
                  </a:lnTo>
                  <a:lnTo>
                    <a:pt x="86702" y="72339"/>
                  </a:lnTo>
                  <a:lnTo>
                    <a:pt x="86131" y="72186"/>
                  </a:lnTo>
                  <a:lnTo>
                    <a:pt x="84823" y="72275"/>
                  </a:lnTo>
                  <a:lnTo>
                    <a:pt x="83515" y="72351"/>
                  </a:lnTo>
                  <a:lnTo>
                    <a:pt x="82461" y="72745"/>
                  </a:lnTo>
                  <a:lnTo>
                    <a:pt x="82486" y="73545"/>
                  </a:lnTo>
                  <a:lnTo>
                    <a:pt x="69151" y="57988"/>
                  </a:lnTo>
                  <a:lnTo>
                    <a:pt x="70231" y="58242"/>
                  </a:lnTo>
                  <a:lnTo>
                    <a:pt x="72859" y="58077"/>
                  </a:lnTo>
                  <a:lnTo>
                    <a:pt x="73444" y="57861"/>
                  </a:lnTo>
                  <a:lnTo>
                    <a:pt x="73317" y="58559"/>
                  </a:lnTo>
                  <a:lnTo>
                    <a:pt x="73393" y="60096"/>
                  </a:lnTo>
                  <a:lnTo>
                    <a:pt x="73456" y="61620"/>
                  </a:lnTo>
                  <a:lnTo>
                    <a:pt x="73799" y="62839"/>
                  </a:lnTo>
                  <a:lnTo>
                    <a:pt x="74485" y="62801"/>
                  </a:lnTo>
                  <a:lnTo>
                    <a:pt x="74714" y="61544"/>
                  </a:lnTo>
                  <a:lnTo>
                    <a:pt x="74561" y="58483"/>
                  </a:lnTo>
                  <a:lnTo>
                    <a:pt x="74371" y="57797"/>
                  </a:lnTo>
                  <a:lnTo>
                    <a:pt x="74980" y="57937"/>
                  </a:lnTo>
                  <a:lnTo>
                    <a:pt x="76301" y="57861"/>
                  </a:lnTo>
                  <a:lnTo>
                    <a:pt x="77609" y="57772"/>
                  </a:lnTo>
                  <a:lnTo>
                    <a:pt x="78663" y="57391"/>
                  </a:lnTo>
                  <a:lnTo>
                    <a:pt x="78625" y="56578"/>
                  </a:lnTo>
                  <a:lnTo>
                    <a:pt x="77546" y="56324"/>
                  </a:lnTo>
                  <a:lnTo>
                    <a:pt x="74917" y="56489"/>
                  </a:lnTo>
                  <a:lnTo>
                    <a:pt x="74295" y="56718"/>
                  </a:lnTo>
                  <a:lnTo>
                    <a:pt x="74422" y="55994"/>
                  </a:lnTo>
                  <a:lnTo>
                    <a:pt x="74345" y="54470"/>
                  </a:lnTo>
                  <a:lnTo>
                    <a:pt x="74282" y="52946"/>
                  </a:lnTo>
                  <a:lnTo>
                    <a:pt x="73939" y="51714"/>
                  </a:lnTo>
                  <a:lnTo>
                    <a:pt x="73888" y="57277"/>
                  </a:lnTo>
                  <a:lnTo>
                    <a:pt x="73888" y="51727"/>
                  </a:lnTo>
                  <a:lnTo>
                    <a:pt x="86804" y="36550"/>
                  </a:lnTo>
                  <a:lnTo>
                    <a:pt x="86639" y="37515"/>
                  </a:lnTo>
                  <a:lnTo>
                    <a:pt x="86779" y="40589"/>
                  </a:lnTo>
                  <a:lnTo>
                    <a:pt x="86956" y="41275"/>
                  </a:lnTo>
                  <a:lnTo>
                    <a:pt x="86385" y="41122"/>
                  </a:lnTo>
                  <a:lnTo>
                    <a:pt x="85077" y="41211"/>
                  </a:lnTo>
                  <a:lnTo>
                    <a:pt x="83769" y="41287"/>
                  </a:lnTo>
                  <a:lnTo>
                    <a:pt x="82715" y="41681"/>
                  </a:lnTo>
                  <a:lnTo>
                    <a:pt x="82753" y="42481"/>
                  </a:lnTo>
                  <a:lnTo>
                    <a:pt x="83832" y="42748"/>
                  </a:lnTo>
                  <a:lnTo>
                    <a:pt x="86461" y="42583"/>
                  </a:lnTo>
                  <a:lnTo>
                    <a:pt x="87045" y="42367"/>
                  </a:lnTo>
                  <a:lnTo>
                    <a:pt x="86918" y="43065"/>
                  </a:lnTo>
                  <a:lnTo>
                    <a:pt x="86995" y="44602"/>
                  </a:lnTo>
                  <a:lnTo>
                    <a:pt x="87058" y="46126"/>
                  </a:lnTo>
                  <a:lnTo>
                    <a:pt x="87401" y="47358"/>
                  </a:lnTo>
                  <a:lnTo>
                    <a:pt x="88087" y="47307"/>
                  </a:lnTo>
                  <a:lnTo>
                    <a:pt x="88315" y="46050"/>
                  </a:lnTo>
                  <a:lnTo>
                    <a:pt x="88163" y="42989"/>
                  </a:lnTo>
                  <a:lnTo>
                    <a:pt x="87972" y="42303"/>
                  </a:lnTo>
                  <a:lnTo>
                    <a:pt x="88582" y="42443"/>
                  </a:lnTo>
                  <a:lnTo>
                    <a:pt x="89903" y="42367"/>
                  </a:lnTo>
                  <a:lnTo>
                    <a:pt x="91211" y="42278"/>
                  </a:lnTo>
                  <a:lnTo>
                    <a:pt x="92265" y="41897"/>
                  </a:lnTo>
                  <a:lnTo>
                    <a:pt x="100990" y="51955"/>
                  </a:lnTo>
                  <a:lnTo>
                    <a:pt x="100330" y="51981"/>
                  </a:lnTo>
                  <a:lnTo>
                    <a:pt x="100101" y="53238"/>
                  </a:lnTo>
                  <a:lnTo>
                    <a:pt x="100253" y="56299"/>
                  </a:lnTo>
                  <a:lnTo>
                    <a:pt x="100431" y="56984"/>
                  </a:lnTo>
                  <a:lnTo>
                    <a:pt x="99860" y="56845"/>
                  </a:lnTo>
                  <a:lnTo>
                    <a:pt x="98552" y="56921"/>
                  </a:lnTo>
                  <a:lnTo>
                    <a:pt x="97243" y="57010"/>
                  </a:lnTo>
                  <a:lnTo>
                    <a:pt x="96177" y="57391"/>
                  </a:lnTo>
                  <a:lnTo>
                    <a:pt x="96227" y="58204"/>
                  </a:lnTo>
                  <a:lnTo>
                    <a:pt x="97294" y="58458"/>
                  </a:lnTo>
                  <a:lnTo>
                    <a:pt x="99923" y="58293"/>
                  </a:lnTo>
                  <a:lnTo>
                    <a:pt x="100507" y="58089"/>
                  </a:lnTo>
                  <a:lnTo>
                    <a:pt x="100393" y="58788"/>
                  </a:lnTo>
                  <a:lnTo>
                    <a:pt x="100457" y="60312"/>
                  </a:lnTo>
                  <a:lnTo>
                    <a:pt x="100533" y="61836"/>
                  </a:lnTo>
                  <a:lnTo>
                    <a:pt x="100876" y="63068"/>
                  </a:lnTo>
                  <a:lnTo>
                    <a:pt x="101079" y="63068"/>
                  </a:lnTo>
                  <a:lnTo>
                    <a:pt x="101079" y="52222"/>
                  </a:lnTo>
                  <a:lnTo>
                    <a:pt x="101015" y="51993"/>
                  </a:lnTo>
                  <a:lnTo>
                    <a:pt x="105003" y="56642"/>
                  </a:lnTo>
                  <a:lnTo>
                    <a:pt x="105003" y="52260"/>
                  </a:lnTo>
                  <a:lnTo>
                    <a:pt x="91516" y="36525"/>
                  </a:lnTo>
                  <a:lnTo>
                    <a:pt x="91516" y="40932"/>
                  </a:lnTo>
                  <a:lnTo>
                    <a:pt x="91147" y="40830"/>
                  </a:lnTo>
                  <a:lnTo>
                    <a:pt x="88519" y="40995"/>
                  </a:lnTo>
                  <a:lnTo>
                    <a:pt x="87896" y="41224"/>
                  </a:lnTo>
                  <a:lnTo>
                    <a:pt x="88023" y="40500"/>
                  </a:lnTo>
                  <a:lnTo>
                    <a:pt x="87947" y="38976"/>
                  </a:lnTo>
                  <a:lnTo>
                    <a:pt x="87884" y="37452"/>
                  </a:lnTo>
                  <a:lnTo>
                    <a:pt x="87541" y="36271"/>
                  </a:lnTo>
                  <a:lnTo>
                    <a:pt x="91516" y="40932"/>
                  </a:lnTo>
                  <a:lnTo>
                    <a:pt x="91516" y="36525"/>
                  </a:lnTo>
                  <a:lnTo>
                    <a:pt x="91046" y="35966"/>
                  </a:lnTo>
                  <a:lnTo>
                    <a:pt x="87515" y="31851"/>
                  </a:lnTo>
                  <a:lnTo>
                    <a:pt x="87515" y="36233"/>
                  </a:lnTo>
                  <a:lnTo>
                    <a:pt x="87490" y="41783"/>
                  </a:lnTo>
                  <a:lnTo>
                    <a:pt x="87490" y="36245"/>
                  </a:lnTo>
                  <a:lnTo>
                    <a:pt x="87058" y="36258"/>
                  </a:lnTo>
                  <a:lnTo>
                    <a:pt x="87299" y="35966"/>
                  </a:lnTo>
                  <a:lnTo>
                    <a:pt x="87515" y="36233"/>
                  </a:lnTo>
                  <a:lnTo>
                    <a:pt x="87515" y="31851"/>
                  </a:lnTo>
                  <a:lnTo>
                    <a:pt x="87299" y="31597"/>
                  </a:lnTo>
                  <a:lnTo>
                    <a:pt x="73355" y="47866"/>
                  </a:lnTo>
                  <a:lnTo>
                    <a:pt x="73355" y="56769"/>
                  </a:lnTo>
                  <a:lnTo>
                    <a:pt x="72783" y="56616"/>
                  </a:lnTo>
                  <a:lnTo>
                    <a:pt x="71475" y="56705"/>
                  </a:lnTo>
                  <a:lnTo>
                    <a:pt x="70167" y="56781"/>
                  </a:lnTo>
                  <a:lnTo>
                    <a:pt x="69138" y="57175"/>
                  </a:lnTo>
                  <a:lnTo>
                    <a:pt x="69138" y="57975"/>
                  </a:lnTo>
                  <a:lnTo>
                    <a:pt x="68795" y="57556"/>
                  </a:lnTo>
                  <a:lnTo>
                    <a:pt x="69113" y="57188"/>
                  </a:lnTo>
                  <a:lnTo>
                    <a:pt x="69138" y="57975"/>
                  </a:lnTo>
                  <a:lnTo>
                    <a:pt x="69138" y="57175"/>
                  </a:lnTo>
                  <a:lnTo>
                    <a:pt x="73113" y="52514"/>
                  </a:lnTo>
                  <a:lnTo>
                    <a:pt x="73037" y="53009"/>
                  </a:lnTo>
                  <a:lnTo>
                    <a:pt x="73177" y="56083"/>
                  </a:lnTo>
                  <a:lnTo>
                    <a:pt x="73355" y="56769"/>
                  </a:lnTo>
                  <a:lnTo>
                    <a:pt x="73355" y="47866"/>
                  </a:lnTo>
                  <a:lnTo>
                    <a:pt x="65049" y="57556"/>
                  </a:lnTo>
                  <a:lnTo>
                    <a:pt x="87299" y="83502"/>
                  </a:lnTo>
                  <a:lnTo>
                    <a:pt x="91046" y="79133"/>
                  </a:lnTo>
                  <a:lnTo>
                    <a:pt x="109550" y="57556"/>
                  </a:lnTo>
                  <a:close/>
                </a:path>
                <a:path w="118109" h="245745">
                  <a:moveTo>
                    <a:pt x="117665" y="25501"/>
                  </a:moveTo>
                  <a:lnTo>
                    <a:pt x="116878" y="25781"/>
                  </a:lnTo>
                  <a:lnTo>
                    <a:pt x="116928" y="26593"/>
                  </a:lnTo>
                  <a:lnTo>
                    <a:pt x="117665" y="26771"/>
                  </a:lnTo>
                  <a:lnTo>
                    <a:pt x="117665" y="25501"/>
                  </a:lnTo>
                  <a:close/>
                </a:path>
                <a:path w="118109" h="245745">
                  <a:moveTo>
                    <a:pt x="117665" y="11252"/>
                  </a:moveTo>
                  <a:lnTo>
                    <a:pt x="112242" y="4953"/>
                  </a:lnTo>
                  <a:lnTo>
                    <a:pt x="112242" y="9321"/>
                  </a:lnTo>
                  <a:lnTo>
                    <a:pt x="111848" y="9220"/>
                  </a:lnTo>
                  <a:lnTo>
                    <a:pt x="109220" y="9385"/>
                  </a:lnTo>
                  <a:lnTo>
                    <a:pt x="108597" y="9626"/>
                  </a:lnTo>
                  <a:lnTo>
                    <a:pt x="108724" y="8902"/>
                  </a:lnTo>
                  <a:lnTo>
                    <a:pt x="108661" y="7366"/>
                  </a:lnTo>
                  <a:lnTo>
                    <a:pt x="108585" y="5842"/>
                  </a:lnTo>
                  <a:lnTo>
                    <a:pt x="108267" y="4673"/>
                  </a:lnTo>
                  <a:lnTo>
                    <a:pt x="112242" y="9321"/>
                  </a:lnTo>
                  <a:lnTo>
                    <a:pt x="112242" y="4953"/>
                  </a:lnTo>
                  <a:lnTo>
                    <a:pt x="111747" y="4368"/>
                  </a:lnTo>
                  <a:lnTo>
                    <a:pt x="108216" y="241"/>
                  </a:lnTo>
                  <a:lnTo>
                    <a:pt x="108216" y="4622"/>
                  </a:lnTo>
                  <a:lnTo>
                    <a:pt x="107772" y="4648"/>
                  </a:lnTo>
                  <a:lnTo>
                    <a:pt x="108013" y="4368"/>
                  </a:lnTo>
                  <a:lnTo>
                    <a:pt x="108216" y="4622"/>
                  </a:lnTo>
                  <a:lnTo>
                    <a:pt x="108216" y="241"/>
                  </a:lnTo>
                  <a:lnTo>
                    <a:pt x="108013" y="0"/>
                  </a:lnTo>
                  <a:lnTo>
                    <a:pt x="94056" y="16281"/>
                  </a:lnTo>
                  <a:lnTo>
                    <a:pt x="94056" y="25158"/>
                  </a:lnTo>
                  <a:lnTo>
                    <a:pt x="93484" y="25006"/>
                  </a:lnTo>
                  <a:lnTo>
                    <a:pt x="92176" y="25095"/>
                  </a:lnTo>
                  <a:lnTo>
                    <a:pt x="90868" y="25184"/>
                  </a:lnTo>
                  <a:lnTo>
                    <a:pt x="89839" y="25565"/>
                  </a:lnTo>
                  <a:lnTo>
                    <a:pt x="89839" y="26352"/>
                  </a:lnTo>
                  <a:lnTo>
                    <a:pt x="89509" y="25946"/>
                  </a:lnTo>
                  <a:lnTo>
                    <a:pt x="89814" y="25590"/>
                  </a:lnTo>
                  <a:lnTo>
                    <a:pt x="89839" y="26352"/>
                  </a:lnTo>
                  <a:lnTo>
                    <a:pt x="89839" y="25565"/>
                  </a:lnTo>
                  <a:lnTo>
                    <a:pt x="93814" y="20916"/>
                  </a:lnTo>
                  <a:lnTo>
                    <a:pt x="93738" y="21412"/>
                  </a:lnTo>
                  <a:lnTo>
                    <a:pt x="93878" y="24472"/>
                  </a:lnTo>
                  <a:lnTo>
                    <a:pt x="94056" y="25158"/>
                  </a:lnTo>
                  <a:lnTo>
                    <a:pt x="94056" y="16281"/>
                  </a:lnTo>
                  <a:lnTo>
                    <a:pt x="87312" y="24142"/>
                  </a:lnTo>
                  <a:lnTo>
                    <a:pt x="85128" y="21602"/>
                  </a:lnTo>
                  <a:lnTo>
                    <a:pt x="85128" y="25946"/>
                  </a:lnTo>
                  <a:lnTo>
                    <a:pt x="80987" y="30772"/>
                  </a:lnTo>
                  <a:lnTo>
                    <a:pt x="81102" y="30162"/>
                  </a:lnTo>
                  <a:lnTo>
                    <a:pt x="80949" y="27089"/>
                  </a:lnTo>
                  <a:lnTo>
                    <a:pt x="80759" y="26416"/>
                  </a:lnTo>
                  <a:lnTo>
                    <a:pt x="81368" y="26555"/>
                  </a:lnTo>
                  <a:lnTo>
                    <a:pt x="82677" y="26466"/>
                  </a:lnTo>
                  <a:lnTo>
                    <a:pt x="83997" y="26390"/>
                  </a:lnTo>
                  <a:lnTo>
                    <a:pt x="85051" y="25996"/>
                  </a:lnTo>
                  <a:lnTo>
                    <a:pt x="85039" y="25857"/>
                  </a:lnTo>
                  <a:lnTo>
                    <a:pt x="85128" y="21602"/>
                  </a:lnTo>
                  <a:lnTo>
                    <a:pt x="84340" y="20675"/>
                  </a:lnTo>
                  <a:lnTo>
                    <a:pt x="84340" y="25031"/>
                  </a:lnTo>
                  <a:lnTo>
                    <a:pt x="83934" y="24930"/>
                  </a:lnTo>
                  <a:lnTo>
                    <a:pt x="81305" y="25095"/>
                  </a:lnTo>
                  <a:lnTo>
                    <a:pt x="80670" y="25336"/>
                  </a:lnTo>
                  <a:lnTo>
                    <a:pt x="80810" y="24612"/>
                  </a:lnTo>
                  <a:lnTo>
                    <a:pt x="80746" y="23088"/>
                  </a:lnTo>
                  <a:lnTo>
                    <a:pt x="80670" y="21551"/>
                  </a:lnTo>
                  <a:lnTo>
                    <a:pt x="80403" y="20624"/>
                  </a:lnTo>
                  <a:lnTo>
                    <a:pt x="80403" y="31457"/>
                  </a:lnTo>
                  <a:lnTo>
                    <a:pt x="66624" y="47523"/>
                  </a:lnTo>
                  <a:lnTo>
                    <a:pt x="61823" y="41948"/>
                  </a:lnTo>
                  <a:lnTo>
                    <a:pt x="62890" y="42202"/>
                  </a:lnTo>
                  <a:lnTo>
                    <a:pt x="65519" y="42037"/>
                  </a:lnTo>
                  <a:lnTo>
                    <a:pt x="66103" y="41821"/>
                  </a:lnTo>
                  <a:lnTo>
                    <a:pt x="65976" y="42519"/>
                  </a:lnTo>
                  <a:lnTo>
                    <a:pt x="66052" y="44056"/>
                  </a:lnTo>
                  <a:lnTo>
                    <a:pt x="66128" y="45580"/>
                  </a:lnTo>
                  <a:lnTo>
                    <a:pt x="66459" y="46812"/>
                  </a:lnTo>
                  <a:lnTo>
                    <a:pt x="67144" y="46761"/>
                  </a:lnTo>
                  <a:lnTo>
                    <a:pt x="67373" y="45504"/>
                  </a:lnTo>
                  <a:lnTo>
                    <a:pt x="67221" y="42443"/>
                  </a:lnTo>
                  <a:lnTo>
                    <a:pt x="67030" y="41757"/>
                  </a:lnTo>
                  <a:lnTo>
                    <a:pt x="67652" y="41897"/>
                  </a:lnTo>
                  <a:lnTo>
                    <a:pt x="68961" y="41821"/>
                  </a:lnTo>
                  <a:lnTo>
                    <a:pt x="70269" y="41732"/>
                  </a:lnTo>
                  <a:lnTo>
                    <a:pt x="71323" y="41351"/>
                  </a:lnTo>
                  <a:lnTo>
                    <a:pt x="71285" y="40538"/>
                  </a:lnTo>
                  <a:lnTo>
                    <a:pt x="70205" y="40284"/>
                  </a:lnTo>
                  <a:lnTo>
                    <a:pt x="67576" y="40449"/>
                  </a:lnTo>
                  <a:lnTo>
                    <a:pt x="66954" y="40678"/>
                  </a:lnTo>
                  <a:lnTo>
                    <a:pt x="67081" y="39954"/>
                  </a:lnTo>
                  <a:lnTo>
                    <a:pt x="67017" y="38430"/>
                  </a:lnTo>
                  <a:lnTo>
                    <a:pt x="66941" y="36906"/>
                  </a:lnTo>
                  <a:lnTo>
                    <a:pt x="66598" y="35674"/>
                  </a:lnTo>
                  <a:lnTo>
                    <a:pt x="65913" y="35712"/>
                  </a:lnTo>
                  <a:lnTo>
                    <a:pt x="65697" y="36969"/>
                  </a:lnTo>
                  <a:lnTo>
                    <a:pt x="65836" y="40043"/>
                  </a:lnTo>
                  <a:lnTo>
                    <a:pt x="66014" y="40728"/>
                  </a:lnTo>
                  <a:lnTo>
                    <a:pt x="65443" y="40576"/>
                  </a:lnTo>
                  <a:lnTo>
                    <a:pt x="64135" y="40665"/>
                  </a:lnTo>
                  <a:lnTo>
                    <a:pt x="62826" y="40741"/>
                  </a:lnTo>
                  <a:lnTo>
                    <a:pt x="61772" y="41135"/>
                  </a:lnTo>
                  <a:lnTo>
                    <a:pt x="61798" y="41922"/>
                  </a:lnTo>
                  <a:lnTo>
                    <a:pt x="48475" y="26377"/>
                  </a:lnTo>
                  <a:lnTo>
                    <a:pt x="49542" y="26631"/>
                  </a:lnTo>
                  <a:lnTo>
                    <a:pt x="52171" y="26466"/>
                  </a:lnTo>
                  <a:lnTo>
                    <a:pt x="52755" y="26250"/>
                  </a:lnTo>
                  <a:lnTo>
                    <a:pt x="52628" y="26949"/>
                  </a:lnTo>
                  <a:lnTo>
                    <a:pt x="52705" y="28486"/>
                  </a:lnTo>
                  <a:lnTo>
                    <a:pt x="52781" y="30010"/>
                  </a:lnTo>
                  <a:lnTo>
                    <a:pt x="53111" y="31242"/>
                  </a:lnTo>
                  <a:lnTo>
                    <a:pt x="53809" y="31191"/>
                  </a:lnTo>
                  <a:lnTo>
                    <a:pt x="54025" y="29933"/>
                  </a:lnTo>
                  <a:lnTo>
                    <a:pt x="53873" y="26873"/>
                  </a:lnTo>
                  <a:lnTo>
                    <a:pt x="53682" y="26200"/>
                  </a:lnTo>
                  <a:lnTo>
                    <a:pt x="54305" y="26339"/>
                  </a:lnTo>
                  <a:lnTo>
                    <a:pt x="55613" y="26250"/>
                  </a:lnTo>
                  <a:lnTo>
                    <a:pt x="56921" y="26162"/>
                  </a:lnTo>
                  <a:lnTo>
                    <a:pt x="57962" y="25781"/>
                  </a:lnTo>
                  <a:lnTo>
                    <a:pt x="57962" y="25374"/>
                  </a:lnTo>
                  <a:lnTo>
                    <a:pt x="57937" y="24968"/>
                  </a:lnTo>
                  <a:lnTo>
                    <a:pt x="56857" y="24714"/>
                  </a:lnTo>
                  <a:lnTo>
                    <a:pt x="54229" y="24879"/>
                  </a:lnTo>
                  <a:lnTo>
                    <a:pt x="53606" y="25107"/>
                  </a:lnTo>
                  <a:lnTo>
                    <a:pt x="53746" y="24396"/>
                  </a:lnTo>
                  <a:lnTo>
                    <a:pt x="53670" y="22860"/>
                  </a:lnTo>
                  <a:lnTo>
                    <a:pt x="53594" y="21336"/>
                  </a:lnTo>
                  <a:lnTo>
                    <a:pt x="53263" y="20104"/>
                  </a:lnTo>
                  <a:lnTo>
                    <a:pt x="53111" y="20116"/>
                  </a:lnTo>
                  <a:lnTo>
                    <a:pt x="66116" y="4953"/>
                  </a:lnTo>
                  <a:lnTo>
                    <a:pt x="65951" y="5918"/>
                  </a:lnTo>
                  <a:lnTo>
                    <a:pt x="66090" y="8978"/>
                  </a:lnTo>
                  <a:lnTo>
                    <a:pt x="66268" y="9664"/>
                  </a:lnTo>
                  <a:lnTo>
                    <a:pt x="65697" y="9512"/>
                  </a:lnTo>
                  <a:lnTo>
                    <a:pt x="64389" y="9601"/>
                  </a:lnTo>
                  <a:lnTo>
                    <a:pt x="63080" y="9690"/>
                  </a:lnTo>
                  <a:lnTo>
                    <a:pt x="62026" y="10071"/>
                  </a:lnTo>
                  <a:lnTo>
                    <a:pt x="62064" y="10883"/>
                  </a:lnTo>
                  <a:lnTo>
                    <a:pt x="63144" y="11137"/>
                  </a:lnTo>
                  <a:lnTo>
                    <a:pt x="65773" y="10972"/>
                  </a:lnTo>
                  <a:lnTo>
                    <a:pt x="66357" y="10769"/>
                  </a:lnTo>
                  <a:lnTo>
                    <a:pt x="66230" y="11468"/>
                  </a:lnTo>
                  <a:lnTo>
                    <a:pt x="66306" y="12992"/>
                  </a:lnTo>
                  <a:lnTo>
                    <a:pt x="66382" y="14516"/>
                  </a:lnTo>
                  <a:lnTo>
                    <a:pt x="66713" y="15748"/>
                  </a:lnTo>
                  <a:lnTo>
                    <a:pt x="67411" y="15697"/>
                  </a:lnTo>
                  <a:lnTo>
                    <a:pt x="67627" y="14439"/>
                  </a:lnTo>
                  <a:lnTo>
                    <a:pt x="67475" y="11379"/>
                  </a:lnTo>
                  <a:lnTo>
                    <a:pt x="67284" y="10706"/>
                  </a:lnTo>
                  <a:lnTo>
                    <a:pt x="67906" y="10845"/>
                  </a:lnTo>
                  <a:lnTo>
                    <a:pt x="69215" y="10756"/>
                  </a:lnTo>
                  <a:lnTo>
                    <a:pt x="70523" y="10668"/>
                  </a:lnTo>
                  <a:lnTo>
                    <a:pt x="71577" y="10287"/>
                  </a:lnTo>
                  <a:lnTo>
                    <a:pt x="71564" y="10147"/>
                  </a:lnTo>
                  <a:lnTo>
                    <a:pt x="80314" y="20345"/>
                  </a:lnTo>
                  <a:lnTo>
                    <a:pt x="79641" y="20370"/>
                  </a:lnTo>
                  <a:lnTo>
                    <a:pt x="79425" y="21628"/>
                  </a:lnTo>
                  <a:lnTo>
                    <a:pt x="79565" y="24688"/>
                  </a:lnTo>
                  <a:lnTo>
                    <a:pt x="79743" y="25374"/>
                  </a:lnTo>
                  <a:lnTo>
                    <a:pt x="79171" y="25234"/>
                  </a:lnTo>
                  <a:lnTo>
                    <a:pt x="77863" y="25311"/>
                  </a:lnTo>
                  <a:lnTo>
                    <a:pt x="76555" y="25400"/>
                  </a:lnTo>
                  <a:lnTo>
                    <a:pt x="75501" y="25781"/>
                  </a:lnTo>
                  <a:lnTo>
                    <a:pt x="75539" y="26593"/>
                  </a:lnTo>
                  <a:lnTo>
                    <a:pt x="76619" y="26860"/>
                  </a:lnTo>
                  <a:lnTo>
                    <a:pt x="79248" y="26682"/>
                  </a:lnTo>
                  <a:lnTo>
                    <a:pt x="79819" y="26479"/>
                  </a:lnTo>
                  <a:lnTo>
                    <a:pt x="79705" y="27178"/>
                  </a:lnTo>
                  <a:lnTo>
                    <a:pt x="79781" y="28702"/>
                  </a:lnTo>
                  <a:lnTo>
                    <a:pt x="79844" y="30238"/>
                  </a:lnTo>
                  <a:lnTo>
                    <a:pt x="80187" y="31457"/>
                  </a:lnTo>
                  <a:lnTo>
                    <a:pt x="80403" y="31457"/>
                  </a:lnTo>
                  <a:lnTo>
                    <a:pt x="80403" y="20624"/>
                  </a:lnTo>
                  <a:lnTo>
                    <a:pt x="80327" y="20358"/>
                  </a:lnTo>
                  <a:lnTo>
                    <a:pt x="84340" y="25031"/>
                  </a:lnTo>
                  <a:lnTo>
                    <a:pt x="84340" y="20675"/>
                  </a:lnTo>
                  <a:lnTo>
                    <a:pt x="70853" y="4940"/>
                  </a:lnTo>
                  <a:lnTo>
                    <a:pt x="70853" y="9321"/>
                  </a:lnTo>
                  <a:lnTo>
                    <a:pt x="70459" y="9220"/>
                  </a:lnTo>
                  <a:lnTo>
                    <a:pt x="67830" y="9385"/>
                  </a:lnTo>
                  <a:lnTo>
                    <a:pt x="67208" y="9626"/>
                  </a:lnTo>
                  <a:lnTo>
                    <a:pt x="67335" y="8902"/>
                  </a:lnTo>
                  <a:lnTo>
                    <a:pt x="67271" y="7366"/>
                  </a:lnTo>
                  <a:lnTo>
                    <a:pt x="67195" y="5842"/>
                  </a:lnTo>
                  <a:lnTo>
                    <a:pt x="66878" y="4673"/>
                  </a:lnTo>
                  <a:lnTo>
                    <a:pt x="70853" y="9321"/>
                  </a:lnTo>
                  <a:lnTo>
                    <a:pt x="70853" y="4940"/>
                  </a:lnTo>
                  <a:lnTo>
                    <a:pt x="70370" y="4368"/>
                  </a:lnTo>
                  <a:lnTo>
                    <a:pt x="66827" y="241"/>
                  </a:lnTo>
                  <a:lnTo>
                    <a:pt x="66827" y="4622"/>
                  </a:lnTo>
                  <a:lnTo>
                    <a:pt x="66382" y="4648"/>
                  </a:lnTo>
                  <a:lnTo>
                    <a:pt x="66624" y="4368"/>
                  </a:lnTo>
                  <a:lnTo>
                    <a:pt x="66827" y="4622"/>
                  </a:lnTo>
                  <a:lnTo>
                    <a:pt x="66827" y="241"/>
                  </a:lnTo>
                  <a:lnTo>
                    <a:pt x="66624" y="0"/>
                  </a:lnTo>
                  <a:lnTo>
                    <a:pt x="52679" y="16268"/>
                  </a:lnTo>
                  <a:lnTo>
                    <a:pt x="52679" y="25158"/>
                  </a:lnTo>
                  <a:lnTo>
                    <a:pt x="52095" y="25006"/>
                  </a:lnTo>
                  <a:lnTo>
                    <a:pt x="50787" y="25095"/>
                  </a:lnTo>
                  <a:lnTo>
                    <a:pt x="49479" y="25184"/>
                  </a:lnTo>
                  <a:lnTo>
                    <a:pt x="48450" y="25565"/>
                  </a:lnTo>
                  <a:lnTo>
                    <a:pt x="48450" y="26352"/>
                  </a:lnTo>
                  <a:lnTo>
                    <a:pt x="48120" y="25946"/>
                  </a:lnTo>
                  <a:lnTo>
                    <a:pt x="48425" y="25590"/>
                  </a:lnTo>
                  <a:lnTo>
                    <a:pt x="48450" y="26352"/>
                  </a:lnTo>
                  <a:lnTo>
                    <a:pt x="48450" y="25565"/>
                  </a:lnTo>
                  <a:lnTo>
                    <a:pt x="52425" y="20916"/>
                  </a:lnTo>
                  <a:lnTo>
                    <a:pt x="52349" y="21412"/>
                  </a:lnTo>
                  <a:lnTo>
                    <a:pt x="52501" y="24472"/>
                  </a:lnTo>
                  <a:lnTo>
                    <a:pt x="52679" y="25158"/>
                  </a:lnTo>
                  <a:lnTo>
                    <a:pt x="52679" y="16268"/>
                  </a:lnTo>
                  <a:lnTo>
                    <a:pt x="44373" y="25946"/>
                  </a:lnTo>
                  <a:lnTo>
                    <a:pt x="66624" y="51892"/>
                  </a:lnTo>
                  <a:lnTo>
                    <a:pt x="70370" y="47523"/>
                  </a:lnTo>
                  <a:lnTo>
                    <a:pt x="87312" y="27762"/>
                  </a:lnTo>
                  <a:lnTo>
                    <a:pt x="108013" y="51892"/>
                  </a:lnTo>
                  <a:lnTo>
                    <a:pt x="111747" y="47523"/>
                  </a:lnTo>
                  <a:lnTo>
                    <a:pt x="117652" y="40640"/>
                  </a:lnTo>
                  <a:lnTo>
                    <a:pt x="117652" y="36271"/>
                  </a:lnTo>
                  <a:lnTo>
                    <a:pt x="108013" y="47523"/>
                  </a:lnTo>
                  <a:lnTo>
                    <a:pt x="103212" y="41948"/>
                  </a:lnTo>
                  <a:lnTo>
                    <a:pt x="104279" y="42202"/>
                  </a:lnTo>
                  <a:lnTo>
                    <a:pt x="106908" y="42037"/>
                  </a:lnTo>
                  <a:lnTo>
                    <a:pt x="107480" y="41821"/>
                  </a:lnTo>
                  <a:lnTo>
                    <a:pt x="107365" y="42519"/>
                  </a:lnTo>
                  <a:lnTo>
                    <a:pt x="107442" y="44056"/>
                  </a:lnTo>
                  <a:lnTo>
                    <a:pt x="107518" y="45580"/>
                  </a:lnTo>
                  <a:lnTo>
                    <a:pt x="107848" y="46812"/>
                  </a:lnTo>
                  <a:lnTo>
                    <a:pt x="108534" y="46761"/>
                  </a:lnTo>
                  <a:lnTo>
                    <a:pt x="108762" y="45504"/>
                  </a:lnTo>
                  <a:lnTo>
                    <a:pt x="108610" y="42443"/>
                  </a:lnTo>
                  <a:lnTo>
                    <a:pt x="108419" y="41757"/>
                  </a:lnTo>
                  <a:lnTo>
                    <a:pt x="109042" y="41897"/>
                  </a:lnTo>
                  <a:lnTo>
                    <a:pt x="110350" y="41821"/>
                  </a:lnTo>
                  <a:lnTo>
                    <a:pt x="111658" y="41732"/>
                  </a:lnTo>
                  <a:lnTo>
                    <a:pt x="112712" y="41351"/>
                  </a:lnTo>
                  <a:lnTo>
                    <a:pt x="112674" y="40538"/>
                  </a:lnTo>
                  <a:lnTo>
                    <a:pt x="111594" y="40284"/>
                  </a:lnTo>
                  <a:lnTo>
                    <a:pt x="108966" y="40449"/>
                  </a:lnTo>
                  <a:lnTo>
                    <a:pt x="108331" y="40678"/>
                  </a:lnTo>
                  <a:lnTo>
                    <a:pt x="108470" y="39954"/>
                  </a:lnTo>
                  <a:lnTo>
                    <a:pt x="108407" y="38430"/>
                  </a:lnTo>
                  <a:lnTo>
                    <a:pt x="108331" y="36906"/>
                  </a:lnTo>
                  <a:lnTo>
                    <a:pt x="107988" y="35674"/>
                  </a:lnTo>
                  <a:lnTo>
                    <a:pt x="107302" y="35712"/>
                  </a:lnTo>
                  <a:lnTo>
                    <a:pt x="107086" y="36969"/>
                  </a:lnTo>
                  <a:lnTo>
                    <a:pt x="107226" y="40043"/>
                  </a:lnTo>
                  <a:lnTo>
                    <a:pt x="107416" y="40728"/>
                  </a:lnTo>
                  <a:lnTo>
                    <a:pt x="106832" y="40576"/>
                  </a:lnTo>
                  <a:lnTo>
                    <a:pt x="105524" y="40665"/>
                  </a:lnTo>
                  <a:lnTo>
                    <a:pt x="104216" y="40741"/>
                  </a:lnTo>
                  <a:lnTo>
                    <a:pt x="103162" y="41135"/>
                  </a:lnTo>
                  <a:lnTo>
                    <a:pt x="103187" y="41922"/>
                  </a:lnTo>
                  <a:lnTo>
                    <a:pt x="89865" y="26377"/>
                  </a:lnTo>
                  <a:lnTo>
                    <a:pt x="90932" y="26631"/>
                  </a:lnTo>
                  <a:lnTo>
                    <a:pt x="93560" y="26466"/>
                  </a:lnTo>
                  <a:lnTo>
                    <a:pt x="94145" y="26250"/>
                  </a:lnTo>
                  <a:lnTo>
                    <a:pt x="94018" y="26949"/>
                  </a:lnTo>
                  <a:lnTo>
                    <a:pt x="94094" y="28486"/>
                  </a:lnTo>
                  <a:lnTo>
                    <a:pt x="94170" y="30010"/>
                  </a:lnTo>
                  <a:lnTo>
                    <a:pt x="94500" y="31242"/>
                  </a:lnTo>
                  <a:lnTo>
                    <a:pt x="95186" y="31191"/>
                  </a:lnTo>
                  <a:lnTo>
                    <a:pt x="95415" y="29933"/>
                  </a:lnTo>
                  <a:lnTo>
                    <a:pt x="95262" y="26873"/>
                  </a:lnTo>
                  <a:lnTo>
                    <a:pt x="95072" y="26200"/>
                  </a:lnTo>
                  <a:lnTo>
                    <a:pt x="95694" y="26339"/>
                  </a:lnTo>
                  <a:lnTo>
                    <a:pt x="97002" y="26250"/>
                  </a:lnTo>
                  <a:lnTo>
                    <a:pt x="98310" y="26162"/>
                  </a:lnTo>
                  <a:lnTo>
                    <a:pt x="99364" y="25781"/>
                  </a:lnTo>
                  <a:lnTo>
                    <a:pt x="99326" y="24968"/>
                  </a:lnTo>
                  <a:lnTo>
                    <a:pt x="98247" y="24714"/>
                  </a:lnTo>
                  <a:lnTo>
                    <a:pt x="95618" y="24879"/>
                  </a:lnTo>
                  <a:lnTo>
                    <a:pt x="94996" y="25107"/>
                  </a:lnTo>
                  <a:lnTo>
                    <a:pt x="95123" y="24396"/>
                  </a:lnTo>
                  <a:lnTo>
                    <a:pt x="95059" y="22860"/>
                  </a:lnTo>
                  <a:lnTo>
                    <a:pt x="94983" y="21336"/>
                  </a:lnTo>
                  <a:lnTo>
                    <a:pt x="94653" y="20104"/>
                  </a:lnTo>
                  <a:lnTo>
                    <a:pt x="94500" y="20116"/>
                  </a:lnTo>
                  <a:lnTo>
                    <a:pt x="107492" y="4965"/>
                  </a:lnTo>
                  <a:lnTo>
                    <a:pt x="107340" y="5918"/>
                  </a:lnTo>
                  <a:lnTo>
                    <a:pt x="107480" y="8978"/>
                  </a:lnTo>
                  <a:lnTo>
                    <a:pt x="107657" y="9664"/>
                  </a:lnTo>
                  <a:lnTo>
                    <a:pt x="107086" y="9512"/>
                  </a:lnTo>
                  <a:lnTo>
                    <a:pt x="105778" y="9601"/>
                  </a:lnTo>
                  <a:lnTo>
                    <a:pt x="104470" y="9690"/>
                  </a:lnTo>
                  <a:lnTo>
                    <a:pt x="103416" y="10071"/>
                  </a:lnTo>
                  <a:lnTo>
                    <a:pt x="103454" y="10883"/>
                  </a:lnTo>
                  <a:lnTo>
                    <a:pt x="104533" y="11137"/>
                  </a:lnTo>
                  <a:lnTo>
                    <a:pt x="107162" y="10972"/>
                  </a:lnTo>
                  <a:lnTo>
                    <a:pt x="107746" y="10769"/>
                  </a:lnTo>
                  <a:lnTo>
                    <a:pt x="107619" y="11468"/>
                  </a:lnTo>
                  <a:lnTo>
                    <a:pt x="107696" y="12992"/>
                  </a:lnTo>
                  <a:lnTo>
                    <a:pt x="107772" y="14516"/>
                  </a:lnTo>
                  <a:lnTo>
                    <a:pt x="108102" y="15748"/>
                  </a:lnTo>
                  <a:lnTo>
                    <a:pt x="108788" y="15697"/>
                  </a:lnTo>
                  <a:lnTo>
                    <a:pt x="109016" y="14439"/>
                  </a:lnTo>
                  <a:lnTo>
                    <a:pt x="108864" y="11379"/>
                  </a:lnTo>
                  <a:lnTo>
                    <a:pt x="108673" y="10706"/>
                  </a:lnTo>
                  <a:lnTo>
                    <a:pt x="109296" y="10845"/>
                  </a:lnTo>
                  <a:lnTo>
                    <a:pt x="110604" y="10756"/>
                  </a:lnTo>
                  <a:lnTo>
                    <a:pt x="111912" y="10668"/>
                  </a:lnTo>
                  <a:lnTo>
                    <a:pt x="112966" y="10287"/>
                  </a:lnTo>
                  <a:lnTo>
                    <a:pt x="112953" y="10147"/>
                  </a:lnTo>
                  <a:lnTo>
                    <a:pt x="117665" y="15621"/>
                  </a:lnTo>
                  <a:lnTo>
                    <a:pt x="117665" y="11252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11722443" y="7897552"/>
              <a:ext cx="109855" cy="83820"/>
            </a:xfrm>
            <a:custGeom>
              <a:avLst/>
              <a:gdLst/>
              <a:ahLst/>
              <a:cxnLst/>
              <a:rect l="l" t="t" r="r" b="b"/>
              <a:pathLst>
                <a:path w="109854" h="83820">
                  <a:moveTo>
                    <a:pt x="9372" y="72948"/>
                  </a:moveTo>
                  <a:lnTo>
                    <a:pt x="9321" y="72148"/>
                  </a:lnTo>
                  <a:lnTo>
                    <a:pt x="8255" y="71882"/>
                  </a:lnTo>
                  <a:lnTo>
                    <a:pt x="5626" y="72047"/>
                  </a:lnTo>
                  <a:lnTo>
                    <a:pt x="5003" y="72288"/>
                  </a:lnTo>
                  <a:lnTo>
                    <a:pt x="5130" y="71564"/>
                  </a:lnTo>
                  <a:lnTo>
                    <a:pt x="5054" y="70040"/>
                  </a:lnTo>
                  <a:lnTo>
                    <a:pt x="4991" y="68503"/>
                  </a:lnTo>
                  <a:lnTo>
                    <a:pt x="4648" y="67284"/>
                  </a:lnTo>
                  <a:lnTo>
                    <a:pt x="3975" y="67322"/>
                  </a:lnTo>
                  <a:lnTo>
                    <a:pt x="3733" y="68580"/>
                  </a:lnTo>
                  <a:lnTo>
                    <a:pt x="3886" y="71653"/>
                  </a:lnTo>
                  <a:lnTo>
                    <a:pt x="4064" y="72326"/>
                  </a:lnTo>
                  <a:lnTo>
                    <a:pt x="3492" y="72186"/>
                  </a:lnTo>
                  <a:lnTo>
                    <a:pt x="876" y="72351"/>
                  </a:lnTo>
                  <a:lnTo>
                    <a:pt x="0" y="72669"/>
                  </a:lnTo>
                  <a:lnTo>
                    <a:pt x="0" y="73583"/>
                  </a:lnTo>
                  <a:lnTo>
                    <a:pt x="939" y="73812"/>
                  </a:lnTo>
                  <a:lnTo>
                    <a:pt x="3568" y="73634"/>
                  </a:lnTo>
                  <a:lnTo>
                    <a:pt x="4140" y="73418"/>
                  </a:lnTo>
                  <a:lnTo>
                    <a:pt x="4025" y="74129"/>
                  </a:lnTo>
                  <a:lnTo>
                    <a:pt x="4102" y="75653"/>
                  </a:lnTo>
                  <a:lnTo>
                    <a:pt x="4165" y="77190"/>
                  </a:lnTo>
                  <a:lnTo>
                    <a:pt x="4508" y="78409"/>
                  </a:lnTo>
                  <a:lnTo>
                    <a:pt x="5181" y="78371"/>
                  </a:lnTo>
                  <a:lnTo>
                    <a:pt x="5422" y="77114"/>
                  </a:lnTo>
                  <a:lnTo>
                    <a:pt x="5270" y="74041"/>
                  </a:lnTo>
                  <a:lnTo>
                    <a:pt x="5080" y="73367"/>
                  </a:lnTo>
                  <a:lnTo>
                    <a:pt x="5689" y="73507"/>
                  </a:lnTo>
                  <a:lnTo>
                    <a:pt x="6997" y="73418"/>
                  </a:lnTo>
                  <a:lnTo>
                    <a:pt x="8305" y="73342"/>
                  </a:lnTo>
                  <a:lnTo>
                    <a:pt x="9372" y="72948"/>
                  </a:lnTo>
                  <a:close/>
                </a:path>
                <a:path w="109854" h="83820">
                  <a:moveTo>
                    <a:pt x="16624" y="25781"/>
                  </a:moveTo>
                  <a:lnTo>
                    <a:pt x="16586" y="24968"/>
                  </a:lnTo>
                  <a:lnTo>
                    <a:pt x="15506" y="24714"/>
                  </a:lnTo>
                  <a:lnTo>
                    <a:pt x="12877" y="24879"/>
                  </a:lnTo>
                  <a:lnTo>
                    <a:pt x="11836" y="25260"/>
                  </a:lnTo>
                  <a:lnTo>
                    <a:pt x="11849" y="25666"/>
                  </a:lnTo>
                  <a:lnTo>
                    <a:pt x="11823" y="25273"/>
                  </a:lnTo>
                  <a:lnTo>
                    <a:pt x="10744" y="25006"/>
                  </a:lnTo>
                  <a:lnTo>
                    <a:pt x="9436" y="25095"/>
                  </a:lnTo>
                  <a:lnTo>
                    <a:pt x="8128" y="25171"/>
                  </a:lnTo>
                  <a:lnTo>
                    <a:pt x="7073" y="25565"/>
                  </a:lnTo>
                  <a:lnTo>
                    <a:pt x="7112" y="26365"/>
                  </a:lnTo>
                  <a:lnTo>
                    <a:pt x="8191" y="26631"/>
                  </a:lnTo>
                  <a:lnTo>
                    <a:pt x="10820" y="26466"/>
                  </a:lnTo>
                  <a:lnTo>
                    <a:pt x="11404" y="26250"/>
                  </a:lnTo>
                  <a:lnTo>
                    <a:pt x="11277" y="26949"/>
                  </a:lnTo>
                  <a:lnTo>
                    <a:pt x="11353" y="28486"/>
                  </a:lnTo>
                  <a:lnTo>
                    <a:pt x="11430" y="30010"/>
                  </a:lnTo>
                  <a:lnTo>
                    <a:pt x="11760" y="31242"/>
                  </a:lnTo>
                  <a:lnTo>
                    <a:pt x="12458" y="31191"/>
                  </a:lnTo>
                  <a:lnTo>
                    <a:pt x="12674" y="29933"/>
                  </a:lnTo>
                  <a:lnTo>
                    <a:pt x="12522" y="26873"/>
                  </a:lnTo>
                  <a:lnTo>
                    <a:pt x="12331" y="26187"/>
                  </a:lnTo>
                  <a:lnTo>
                    <a:pt x="12954" y="26327"/>
                  </a:lnTo>
                  <a:lnTo>
                    <a:pt x="14262" y="26250"/>
                  </a:lnTo>
                  <a:lnTo>
                    <a:pt x="15570" y="26162"/>
                  </a:lnTo>
                  <a:lnTo>
                    <a:pt x="16624" y="25781"/>
                  </a:lnTo>
                  <a:close/>
                </a:path>
                <a:path w="109854" h="83820">
                  <a:moveTo>
                    <a:pt x="29972" y="41338"/>
                  </a:moveTo>
                  <a:lnTo>
                    <a:pt x="29933" y="40538"/>
                  </a:lnTo>
                  <a:lnTo>
                    <a:pt x="28854" y="40271"/>
                  </a:lnTo>
                  <a:lnTo>
                    <a:pt x="26225" y="40449"/>
                  </a:lnTo>
                  <a:lnTo>
                    <a:pt x="25603" y="40678"/>
                  </a:lnTo>
                  <a:lnTo>
                    <a:pt x="25730" y="39954"/>
                  </a:lnTo>
                  <a:lnTo>
                    <a:pt x="25666" y="38430"/>
                  </a:lnTo>
                  <a:lnTo>
                    <a:pt x="25590" y="36893"/>
                  </a:lnTo>
                  <a:lnTo>
                    <a:pt x="25260" y="35674"/>
                  </a:lnTo>
                  <a:lnTo>
                    <a:pt x="24574" y="35712"/>
                  </a:lnTo>
                  <a:lnTo>
                    <a:pt x="24345" y="36969"/>
                  </a:lnTo>
                  <a:lnTo>
                    <a:pt x="24485" y="40043"/>
                  </a:lnTo>
                  <a:lnTo>
                    <a:pt x="24663" y="40728"/>
                  </a:lnTo>
                  <a:lnTo>
                    <a:pt x="24091" y="40576"/>
                  </a:lnTo>
                  <a:lnTo>
                    <a:pt x="22783" y="40665"/>
                  </a:lnTo>
                  <a:lnTo>
                    <a:pt x="21475" y="40741"/>
                  </a:lnTo>
                  <a:lnTo>
                    <a:pt x="20421" y="41135"/>
                  </a:lnTo>
                  <a:lnTo>
                    <a:pt x="20459" y="41935"/>
                  </a:lnTo>
                  <a:lnTo>
                    <a:pt x="21539" y="42202"/>
                  </a:lnTo>
                  <a:lnTo>
                    <a:pt x="24168" y="42037"/>
                  </a:lnTo>
                  <a:lnTo>
                    <a:pt x="24752" y="41821"/>
                  </a:lnTo>
                  <a:lnTo>
                    <a:pt x="24625" y="42519"/>
                  </a:lnTo>
                  <a:lnTo>
                    <a:pt x="24701" y="44056"/>
                  </a:lnTo>
                  <a:lnTo>
                    <a:pt x="24777" y="45580"/>
                  </a:lnTo>
                  <a:lnTo>
                    <a:pt x="25107" y="46799"/>
                  </a:lnTo>
                  <a:lnTo>
                    <a:pt x="25806" y="46761"/>
                  </a:lnTo>
                  <a:lnTo>
                    <a:pt x="26022" y="45504"/>
                  </a:lnTo>
                  <a:lnTo>
                    <a:pt x="25869" y="42443"/>
                  </a:lnTo>
                  <a:lnTo>
                    <a:pt x="25679" y="41757"/>
                  </a:lnTo>
                  <a:lnTo>
                    <a:pt x="26301" y="41897"/>
                  </a:lnTo>
                  <a:lnTo>
                    <a:pt x="27609" y="41821"/>
                  </a:lnTo>
                  <a:lnTo>
                    <a:pt x="28917" y="41732"/>
                  </a:lnTo>
                  <a:lnTo>
                    <a:pt x="29972" y="41338"/>
                  </a:lnTo>
                  <a:close/>
                </a:path>
                <a:path w="109854" h="83820">
                  <a:moveTo>
                    <a:pt x="30226" y="10287"/>
                  </a:moveTo>
                  <a:lnTo>
                    <a:pt x="30187" y="9474"/>
                  </a:lnTo>
                  <a:lnTo>
                    <a:pt x="29108" y="9220"/>
                  </a:lnTo>
                  <a:lnTo>
                    <a:pt x="26479" y="9385"/>
                  </a:lnTo>
                  <a:lnTo>
                    <a:pt x="25857" y="9613"/>
                  </a:lnTo>
                  <a:lnTo>
                    <a:pt x="25996" y="8890"/>
                  </a:lnTo>
                  <a:lnTo>
                    <a:pt x="25920" y="7366"/>
                  </a:lnTo>
                  <a:lnTo>
                    <a:pt x="25844" y="5842"/>
                  </a:lnTo>
                  <a:lnTo>
                    <a:pt x="25514" y="4610"/>
                  </a:lnTo>
                  <a:lnTo>
                    <a:pt x="24815" y="4660"/>
                  </a:lnTo>
                  <a:lnTo>
                    <a:pt x="24599" y="5918"/>
                  </a:lnTo>
                  <a:lnTo>
                    <a:pt x="24752" y="8978"/>
                  </a:lnTo>
                  <a:lnTo>
                    <a:pt x="24930" y="9664"/>
                  </a:lnTo>
                  <a:lnTo>
                    <a:pt x="24345" y="9512"/>
                  </a:lnTo>
                  <a:lnTo>
                    <a:pt x="23037" y="9601"/>
                  </a:lnTo>
                  <a:lnTo>
                    <a:pt x="21729" y="9677"/>
                  </a:lnTo>
                  <a:lnTo>
                    <a:pt x="20675" y="10071"/>
                  </a:lnTo>
                  <a:lnTo>
                    <a:pt x="20713" y="10871"/>
                  </a:lnTo>
                  <a:lnTo>
                    <a:pt x="21793" y="11137"/>
                  </a:lnTo>
                  <a:lnTo>
                    <a:pt x="24422" y="10972"/>
                  </a:lnTo>
                  <a:lnTo>
                    <a:pt x="25006" y="10756"/>
                  </a:lnTo>
                  <a:lnTo>
                    <a:pt x="24879" y="11455"/>
                  </a:lnTo>
                  <a:lnTo>
                    <a:pt x="24955" y="12992"/>
                  </a:lnTo>
                  <a:lnTo>
                    <a:pt x="25031" y="14516"/>
                  </a:lnTo>
                  <a:lnTo>
                    <a:pt x="25361" y="15748"/>
                  </a:lnTo>
                  <a:lnTo>
                    <a:pt x="26060" y="15697"/>
                  </a:lnTo>
                  <a:lnTo>
                    <a:pt x="26276" y="14439"/>
                  </a:lnTo>
                  <a:lnTo>
                    <a:pt x="26123" y="11379"/>
                  </a:lnTo>
                  <a:lnTo>
                    <a:pt x="25933" y="10693"/>
                  </a:lnTo>
                  <a:lnTo>
                    <a:pt x="26555" y="10833"/>
                  </a:lnTo>
                  <a:lnTo>
                    <a:pt x="27863" y="10756"/>
                  </a:lnTo>
                  <a:lnTo>
                    <a:pt x="29171" y="10668"/>
                  </a:lnTo>
                  <a:lnTo>
                    <a:pt x="30226" y="10287"/>
                  </a:lnTo>
                  <a:close/>
                </a:path>
                <a:path w="109854" h="83820">
                  <a:moveTo>
                    <a:pt x="43700" y="25996"/>
                  </a:moveTo>
                  <a:lnTo>
                    <a:pt x="43662" y="25196"/>
                  </a:lnTo>
                  <a:lnTo>
                    <a:pt x="42583" y="24930"/>
                  </a:lnTo>
                  <a:lnTo>
                    <a:pt x="39954" y="25095"/>
                  </a:lnTo>
                  <a:lnTo>
                    <a:pt x="39331" y="25336"/>
                  </a:lnTo>
                  <a:lnTo>
                    <a:pt x="39458" y="24612"/>
                  </a:lnTo>
                  <a:lnTo>
                    <a:pt x="39395" y="23075"/>
                  </a:lnTo>
                  <a:lnTo>
                    <a:pt x="39319" y="21551"/>
                  </a:lnTo>
                  <a:lnTo>
                    <a:pt x="38976" y="20332"/>
                  </a:lnTo>
                  <a:lnTo>
                    <a:pt x="38290" y="20370"/>
                  </a:lnTo>
                  <a:lnTo>
                    <a:pt x="38074" y="21628"/>
                  </a:lnTo>
                  <a:lnTo>
                    <a:pt x="38214" y="24688"/>
                  </a:lnTo>
                  <a:lnTo>
                    <a:pt x="38392" y="25374"/>
                  </a:lnTo>
                  <a:lnTo>
                    <a:pt x="37820" y="25234"/>
                  </a:lnTo>
                  <a:lnTo>
                    <a:pt x="36512" y="25311"/>
                  </a:lnTo>
                  <a:lnTo>
                    <a:pt x="35204" y="25400"/>
                  </a:lnTo>
                  <a:lnTo>
                    <a:pt x="34150" y="25781"/>
                  </a:lnTo>
                  <a:lnTo>
                    <a:pt x="34188" y="26593"/>
                  </a:lnTo>
                  <a:lnTo>
                    <a:pt x="35267" y="26847"/>
                  </a:lnTo>
                  <a:lnTo>
                    <a:pt x="37896" y="26682"/>
                  </a:lnTo>
                  <a:lnTo>
                    <a:pt x="38481" y="26479"/>
                  </a:lnTo>
                  <a:lnTo>
                    <a:pt x="38354" y="27178"/>
                  </a:lnTo>
                  <a:lnTo>
                    <a:pt x="38430" y="28702"/>
                  </a:lnTo>
                  <a:lnTo>
                    <a:pt x="38506" y="30226"/>
                  </a:lnTo>
                  <a:lnTo>
                    <a:pt x="38836" y="31457"/>
                  </a:lnTo>
                  <a:lnTo>
                    <a:pt x="39522" y="31419"/>
                  </a:lnTo>
                  <a:lnTo>
                    <a:pt x="39751" y="30162"/>
                  </a:lnTo>
                  <a:lnTo>
                    <a:pt x="39598" y="27089"/>
                  </a:lnTo>
                  <a:lnTo>
                    <a:pt x="39408" y="26416"/>
                  </a:lnTo>
                  <a:lnTo>
                    <a:pt x="40030" y="26555"/>
                  </a:lnTo>
                  <a:lnTo>
                    <a:pt x="41338" y="26466"/>
                  </a:lnTo>
                  <a:lnTo>
                    <a:pt x="42646" y="26390"/>
                  </a:lnTo>
                  <a:lnTo>
                    <a:pt x="43700" y="25996"/>
                  </a:lnTo>
                  <a:close/>
                </a:path>
                <a:path w="109854" h="83820">
                  <a:moveTo>
                    <a:pt x="88912" y="25946"/>
                  </a:moveTo>
                  <a:lnTo>
                    <a:pt x="85166" y="21577"/>
                  </a:lnTo>
                  <a:lnTo>
                    <a:pt x="85166" y="25946"/>
                  </a:lnTo>
                  <a:lnTo>
                    <a:pt x="66662" y="47523"/>
                  </a:lnTo>
                  <a:lnTo>
                    <a:pt x="61861" y="41948"/>
                  </a:lnTo>
                  <a:lnTo>
                    <a:pt x="62928" y="42202"/>
                  </a:lnTo>
                  <a:lnTo>
                    <a:pt x="65557" y="42037"/>
                  </a:lnTo>
                  <a:lnTo>
                    <a:pt x="66141" y="41821"/>
                  </a:lnTo>
                  <a:lnTo>
                    <a:pt x="66014" y="42519"/>
                  </a:lnTo>
                  <a:lnTo>
                    <a:pt x="66090" y="44056"/>
                  </a:lnTo>
                  <a:lnTo>
                    <a:pt x="66167" y="45580"/>
                  </a:lnTo>
                  <a:lnTo>
                    <a:pt x="66497" y="46799"/>
                  </a:lnTo>
                  <a:lnTo>
                    <a:pt x="67183" y="46761"/>
                  </a:lnTo>
                  <a:lnTo>
                    <a:pt x="67411" y="45504"/>
                  </a:lnTo>
                  <a:lnTo>
                    <a:pt x="67259" y="42443"/>
                  </a:lnTo>
                  <a:lnTo>
                    <a:pt x="67068" y="41757"/>
                  </a:lnTo>
                  <a:lnTo>
                    <a:pt x="67691" y="41897"/>
                  </a:lnTo>
                  <a:lnTo>
                    <a:pt x="68999" y="41821"/>
                  </a:lnTo>
                  <a:lnTo>
                    <a:pt x="70307" y="41732"/>
                  </a:lnTo>
                  <a:lnTo>
                    <a:pt x="71361" y="41338"/>
                  </a:lnTo>
                  <a:lnTo>
                    <a:pt x="71323" y="40538"/>
                  </a:lnTo>
                  <a:lnTo>
                    <a:pt x="70243" y="40271"/>
                  </a:lnTo>
                  <a:lnTo>
                    <a:pt x="67614" y="40449"/>
                  </a:lnTo>
                  <a:lnTo>
                    <a:pt x="66992" y="40678"/>
                  </a:lnTo>
                  <a:lnTo>
                    <a:pt x="67119" y="39954"/>
                  </a:lnTo>
                  <a:lnTo>
                    <a:pt x="67056" y="38430"/>
                  </a:lnTo>
                  <a:lnTo>
                    <a:pt x="66979" y="36893"/>
                  </a:lnTo>
                  <a:lnTo>
                    <a:pt x="66636" y="35674"/>
                  </a:lnTo>
                  <a:lnTo>
                    <a:pt x="65951" y="35712"/>
                  </a:lnTo>
                  <a:lnTo>
                    <a:pt x="65735" y="36969"/>
                  </a:lnTo>
                  <a:lnTo>
                    <a:pt x="65874" y="40043"/>
                  </a:lnTo>
                  <a:lnTo>
                    <a:pt x="66052" y="40728"/>
                  </a:lnTo>
                  <a:lnTo>
                    <a:pt x="65481" y="40576"/>
                  </a:lnTo>
                  <a:lnTo>
                    <a:pt x="64173" y="40665"/>
                  </a:lnTo>
                  <a:lnTo>
                    <a:pt x="62865" y="40741"/>
                  </a:lnTo>
                  <a:lnTo>
                    <a:pt x="61810" y="41135"/>
                  </a:lnTo>
                  <a:lnTo>
                    <a:pt x="61836" y="41922"/>
                  </a:lnTo>
                  <a:lnTo>
                    <a:pt x="48514" y="26377"/>
                  </a:lnTo>
                  <a:lnTo>
                    <a:pt x="49580" y="26631"/>
                  </a:lnTo>
                  <a:lnTo>
                    <a:pt x="52209" y="26466"/>
                  </a:lnTo>
                  <a:lnTo>
                    <a:pt x="52793" y="26250"/>
                  </a:lnTo>
                  <a:lnTo>
                    <a:pt x="52666" y="26949"/>
                  </a:lnTo>
                  <a:lnTo>
                    <a:pt x="52743" y="28486"/>
                  </a:lnTo>
                  <a:lnTo>
                    <a:pt x="52819" y="30010"/>
                  </a:lnTo>
                  <a:lnTo>
                    <a:pt x="53149" y="31242"/>
                  </a:lnTo>
                  <a:lnTo>
                    <a:pt x="53848" y="31191"/>
                  </a:lnTo>
                  <a:lnTo>
                    <a:pt x="54063" y="29933"/>
                  </a:lnTo>
                  <a:lnTo>
                    <a:pt x="53911" y="26873"/>
                  </a:lnTo>
                  <a:lnTo>
                    <a:pt x="53721" y="26187"/>
                  </a:lnTo>
                  <a:lnTo>
                    <a:pt x="54343" y="26327"/>
                  </a:lnTo>
                  <a:lnTo>
                    <a:pt x="55651" y="26250"/>
                  </a:lnTo>
                  <a:lnTo>
                    <a:pt x="56959" y="26162"/>
                  </a:lnTo>
                  <a:lnTo>
                    <a:pt x="58000" y="25781"/>
                  </a:lnTo>
                  <a:lnTo>
                    <a:pt x="58000" y="25361"/>
                  </a:lnTo>
                  <a:lnTo>
                    <a:pt x="57975" y="24968"/>
                  </a:lnTo>
                  <a:lnTo>
                    <a:pt x="56896" y="24714"/>
                  </a:lnTo>
                  <a:lnTo>
                    <a:pt x="54267" y="24879"/>
                  </a:lnTo>
                  <a:lnTo>
                    <a:pt x="53644" y="25107"/>
                  </a:lnTo>
                  <a:lnTo>
                    <a:pt x="53784" y="24384"/>
                  </a:lnTo>
                  <a:lnTo>
                    <a:pt x="53708" y="22860"/>
                  </a:lnTo>
                  <a:lnTo>
                    <a:pt x="53632" y="21336"/>
                  </a:lnTo>
                  <a:lnTo>
                    <a:pt x="53301" y="20104"/>
                  </a:lnTo>
                  <a:lnTo>
                    <a:pt x="53149" y="20116"/>
                  </a:lnTo>
                  <a:lnTo>
                    <a:pt x="66662" y="4356"/>
                  </a:lnTo>
                  <a:lnTo>
                    <a:pt x="85166" y="25946"/>
                  </a:lnTo>
                  <a:lnTo>
                    <a:pt x="85166" y="21577"/>
                  </a:lnTo>
                  <a:lnTo>
                    <a:pt x="70408" y="4356"/>
                  </a:lnTo>
                  <a:lnTo>
                    <a:pt x="66662" y="0"/>
                  </a:lnTo>
                  <a:lnTo>
                    <a:pt x="52717" y="16268"/>
                  </a:lnTo>
                  <a:lnTo>
                    <a:pt x="52717" y="25158"/>
                  </a:lnTo>
                  <a:lnTo>
                    <a:pt x="52133" y="25006"/>
                  </a:lnTo>
                  <a:lnTo>
                    <a:pt x="50825" y="25095"/>
                  </a:lnTo>
                  <a:lnTo>
                    <a:pt x="49517" y="25171"/>
                  </a:lnTo>
                  <a:lnTo>
                    <a:pt x="48488" y="25565"/>
                  </a:lnTo>
                  <a:lnTo>
                    <a:pt x="48488" y="26352"/>
                  </a:lnTo>
                  <a:lnTo>
                    <a:pt x="48158" y="25946"/>
                  </a:lnTo>
                  <a:lnTo>
                    <a:pt x="48463" y="25590"/>
                  </a:lnTo>
                  <a:lnTo>
                    <a:pt x="48488" y="26352"/>
                  </a:lnTo>
                  <a:lnTo>
                    <a:pt x="48488" y="25565"/>
                  </a:lnTo>
                  <a:lnTo>
                    <a:pt x="52463" y="20916"/>
                  </a:lnTo>
                  <a:lnTo>
                    <a:pt x="52387" y="21399"/>
                  </a:lnTo>
                  <a:lnTo>
                    <a:pt x="52539" y="24472"/>
                  </a:lnTo>
                  <a:lnTo>
                    <a:pt x="52717" y="25158"/>
                  </a:lnTo>
                  <a:lnTo>
                    <a:pt x="52717" y="16268"/>
                  </a:lnTo>
                  <a:lnTo>
                    <a:pt x="44411" y="25946"/>
                  </a:lnTo>
                  <a:lnTo>
                    <a:pt x="66662" y="51892"/>
                  </a:lnTo>
                  <a:lnTo>
                    <a:pt x="70408" y="47523"/>
                  </a:lnTo>
                  <a:lnTo>
                    <a:pt x="88912" y="25946"/>
                  </a:lnTo>
                  <a:close/>
                </a:path>
                <a:path w="109854" h="83820">
                  <a:moveTo>
                    <a:pt x="109588" y="57543"/>
                  </a:moveTo>
                  <a:lnTo>
                    <a:pt x="105841" y="53187"/>
                  </a:lnTo>
                  <a:lnTo>
                    <a:pt x="105841" y="57543"/>
                  </a:lnTo>
                  <a:lnTo>
                    <a:pt x="101701" y="62369"/>
                  </a:lnTo>
                  <a:lnTo>
                    <a:pt x="101815" y="61772"/>
                  </a:lnTo>
                  <a:lnTo>
                    <a:pt x="101676" y="58699"/>
                  </a:lnTo>
                  <a:lnTo>
                    <a:pt x="101485" y="58026"/>
                  </a:lnTo>
                  <a:lnTo>
                    <a:pt x="102095" y="58166"/>
                  </a:lnTo>
                  <a:lnTo>
                    <a:pt x="103403" y="58077"/>
                  </a:lnTo>
                  <a:lnTo>
                    <a:pt x="104711" y="57988"/>
                  </a:lnTo>
                  <a:lnTo>
                    <a:pt x="105778" y="57607"/>
                  </a:lnTo>
                  <a:lnTo>
                    <a:pt x="105765" y="57467"/>
                  </a:lnTo>
                  <a:lnTo>
                    <a:pt x="105841" y="53187"/>
                  </a:lnTo>
                  <a:lnTo>
                    <a:pt x="105054" y="52260"/>
                  </a:lnTo>
                  <a:lnTo>
                    <a:pt x="105054" y="56642"/>
                  </a:lnTo>
                  <a:lnTo>
                    <a:pt x="104648" y="56540"/>
                  </a:lnTo>
                  <a:lnTo>
                    <a:pt x="102019" y="56705"/>
                  </a:lnTo>
                  <a:lnTo>
                    <a:pt x="101409" y="56934"/>
                  </a:lnTo>
                  <a:lnTo>
                    <a:pt x="101536" y="56222"/>
                  </a:lnTo>
                  <a:lnTo>
                    <a:pt x="101460" y="54686"/>
                  </a:lnTo>
                  <a:lnTo>
                    <a:pt x="101384" y="53162"/>
                  </a:lnTo>
                  <a:lnTo>
                    <a:pt x="101117" y="52209"/>
                  </a:lnTo>
                  <a:lnTo>
                    <a:pt x="101117" y="63055"/>
                  </a:lnTo>
                  <a:lnTo>
                    <a:pt x="87337" y="79133"/>
                  </a:lnTo>
                  <a:lnTo>
                    <a:pt x="82537" y="73558"/>
                  </a:lnTo>
                  <a:lnTo>
                    <a:pt x="83616" y="73812"/>
                  </a:lnTo>
                  <a:lnTo>
                    <a:pt x="86245" y="73634"/>
                  </a:lnTo>
                  <a:lnTo>
                    <a:pt x="86817" y="73418"/>
                  </a:lnTo>
                  <a:lnTo>
                    <a:pt x="86702" y="74129"/>
                  </a:lnTo>
                  <a:lnTo>
                    <a:pt x="86779" y="75653"/>
                  </a:lnTo>
                  <a:lnTo>
                    <a:pt x="86842" y="77190"/>
                  </a:lnTo>
                  <a:lnTo>
                    <a:pt x="87185" y="78409"/>
                  </a:lnTo>
                  <a:lnTo>
                    <a:pt x="87871" y="78371"/>
                  </a:lnTo>
                  <a:lnTo>
                    <a:pt x="88099" y="77114"/>
                  </a:lnTo>
                  <a:lnTo>
                    <a:pt x="87947" y="74041"/>
                  </a:lnTo>
                  <a:lnTo>
                    <a:pt x="87757" y="73367"/>
                  </a:lnTo>
                  <a:lnTo>
                    <a:pt x="88366" y="73507"/>
                  </a:lnTo>
                  <a:lnTo>
                    <a:pt x="89687" y="73418"/>
                  </a:lnTo>
                  <a:lnTo>
                    <a:pt x="90995" y="73342"/>
                  </a:lnTo>
                  <a:lnTo>
                    <a:pt x="92036" y="72948"/>
                  </a:lnTo>
                  <a:lnTo>
                    <a:pt x="92024" y="72542"/>
                  </a:lnTo>
                  <a:lnTo>
                    <a:pt x="92011" y="72148"/>
                  </a:lnTo>
                  <a:lnTo>
                    <a:pt x="90932" y="71882"/>
                  </a:lnTo>
                  <a:lnTo>
                    <a:pt x="88303" y="72047"/>
                  </a:lnTo>
                  <a:lnTo>
                    <a:pt x="87668" y="72288"/>
                  </a:lnTo>
                  <a:lnTo>
                    <a:pt x="87807" y="71564"/>
                  </a:lnTo>
                  <a:lnTo>
                    <a:pt x="87731" y="70040"/>
                  </a:lnTo>
                  <a:lnTo>
                    <a:pt x="87668" y="68503"/>
                  </a:lnTo>
                  <a:lnTo>
                    <a:pt x="87325" y="67284"/>
                  </a:lnTo>
                  <a:lnTo>
                    <a:pt x="86639" y="67322"/>
                  </a:lnTo>
                  <a:lnTo>
                    <a:pt x="86423" y="68580"/>
                  </a:lnTo>
                  <a:lnTo>
                    <a:pt x="86563" y="71653"/>
                  </a:lnTo>
                  <a:lnTo>
                    <a:pt x="86741" y="72326"/>
                  </a:lnTo>
                  <a:lnTo>
                    <a:pt x="86169" y="72186"/>
                  </a:lnTo>
                  <a:lnTo>
                    <a:pt x="84861" y="72263"/>
                  </a:lnTo>
                  <a:lnTo>
                    <a:pt x="83553" y="72351"/>
                  </a:lnTo>
                  <a:lnTo>
                    <a:pt x="82499" y="72745"/>
                  </a:lnTo>
                  <a:lnTo>
                    <a:pt x="82524" y="73545"/>
                  </a:lnTo>
                  <a:lnTo>
                    <a:pt x="69202" y="57988"/>
                  </a:lnTo>
                  <a:lnTo>
                    <a:pt x="70269" y="58242"/>
                  </a:lnTo>
                  <a:lnTo>
                    <a:pt x="72898" y="58077"/>
                  </a:lnTo>
                  <a:lnTo>
                    <a:pt x="73482" y="57861"/>
                  </a:lnTo>
                  <a:lnTo>
                    <a:pt x="73355" y="58559"/>
                  </a:lnTo>
                  <a:lnTo>
                    <a:pt x="73431" y="60083"/>
                  </a:lnTo>
                  <a:lnTo>
                    <a:pt x="73494" y="61620"/>
                  </a:lnTo>
                  <a:lnTo>
                    <a:pt x="73837" y="62839"/>
                  </a:lnTo>
                  <a:lnTo>
                    <a:pt x="74523" y="62801"/>
                  </a:lnTo>
                  <a:lnTo>
                    <a:pt x="74752" y="61544"/>
                  </a:lnTo>
                  <a:lnTo>
                    <a:pt x="74599" y="58470"/>
                  </a:lnTo>
                  <a:lnTo>
                    <a:pt x="74409" y="57797"/>
                  </a:lnTo>
                  <a:lnTo>
                    <a:pt x="75018" y="57937"/>
                  </a:lnTo>
                  <a:lnTo>
                    <a:pt x="76339" y="57861"/>
                  </a:lnTo>
                  <a:lnTo>
                    <a:pt x="77647" y="57772"/>
                  </a:lnTo>
                  <a:lnTo>
                    <a:pt x="78701" y="57378"/>
                  </a:lnTo>
                  <a:lnTo>
                    <a:pt x="78663" y="56578"/>
                  </a:lnTo>
                  <a:lnTo>
                    <a:pt x="77584" y="56311"/>
                  </a:lnTo>
                  <a:lnTo>
                    <a:pt x="74955" y="56489"/>
                  </a:lnTo>
                  <a:lnTo>
                    <a:pt x="74333" y="56718"/>
                  </a:lnTo>
                  <a:lnTo>
                    <a:pt x="74460" y="55994"/>
                  </a:lnTo>
                  <a:lnTo>
                    <a:pt x="74383" y="54470"/>
                  </a:lnTo>
                  <a:lnTo>
                    <a:pt x="74320" y="52933"/>
                  </a:lnTo>
                  <a:lnTo>
                    <a:pt x="73977" y="51714"/>
                  </a:lnTo>
                  <a:lnTo>
                    <a:pt x="73825" y="51727"/>
                  </a:lnTo>
                  <a:lnTo>
                    <a:pt x="86842" y="36550"/>
                  </a:lnTo>
                  <a:lnTo>
                    <a:pt x="86677" y="37515"/>
                  </a:lnTo>
                  <a:lnTo>
                    <a:pt x="86817" y="40589"/>
                  </a:lnTo>
                  <a:lnTo>
                    <a:pt x="86995" y="41275"/>
                  </a:lnTo>
                  <a:lnTo>
                    <a:pt x="86423" y="41122"/>
                  </a:lnTo>
                  <a:lnTo>
                    <a:pt x="85115" y="41211"/>
                  </a:lnTo>
                  <a:lnTo>
                    <a:pt x="83807" y="41287"/>
                  </a:lnTo>
                  <a:lnTo>
                    <a:pt x="82753" y="41681"/>
                  </a:lnTo>
                  <a:lnTo>
                    <a:pt x="82791" y="42481"/>
                  </a:lnTo>
                  <a:lnTo>
                    <a:pt x="83870" y="42748"/>
                  </a:lnTo>
                  <a:lnTo>
                    <a:pt x="86499" y="42583"/>
                  </a:lnTo>
                  <a:lnTo>
                    <a:pt x="87083" y="42367"/>
                  </a:lnTo>
                  <a:lnTo>
                    <a:pt x="86956" y="43065"/>
                  </a:lnTo>
                  <a:lnTo>
                    <a:pt x="87033" y="44602"/>
                  </a:lnTo>
                  <a:lnTo>
                    <a:pt x="87096" y="46126"/>
                  </a:lnTo>
                  <a:lnTo>
                    <a:pt x="87439" y="47345"/>
                  </a:lnTo>
                  <a:lnTo>
                    <a:pt x="88125" y="47307"/>
                  </a:lnTo>
                  <a:lnTo>
                    <a:pt x="88353" y="46050"/>
                  </a:lnTo>
                  <a:lnTo>
                    <a:pt x="88201" y="42989"/>
                  </a:lnTo>
                  <a:lnTo>
                    <a:pt x="88011" y="42303"/>
                  </a:lnTo>
                  <a:lnTo>
                    <a:pt x="88620" y="42443"/>
                  </a:lnTo>
                  <a:lnTo>
                    <a:pt x="89941" y="42367"/>
                  </a:lnTo>
                  <a:lnTo>
                    <a:pt x="91249" y="42278"/>
                  </a:lnTo>
                  <a:lnTo>
                    <a:pt x="92303" y="41897"/>
                  </a:lnTo>
                  <a:lnTo>
                    <a:pt x="92290" y="41770"/>
                  </a:lnTo>
                  <a:lnTo>
                    <a:pt x="101028" y="51943"/>
                  </a:lnTo>
                  <a:lnTo>
                    <a:pt x="100368" y="51981"/>
                  </a:lnTo>
                  <a:lnTo>
                    <a:pt x="100139" y="53238"/>
                  </a:lnTo>
                  <a:lnTo>
                    <a:pt x="100291" y="56299"/>
                  </a:lnTo>
                  <a:lnTo>
                    <a:pt x="100469" y="56984"/>
                  </a:lnTo>
                  <a:lnTo>
                    <a:pt x="99898" y="56832"/>
                  </a:lnTo>
                  <a:lnTo>
                    <a:pt x="98590" y="56921"/>
                  </a:lnTo>
                  <a:lnTo>
                    <a:pt x="97282" y="57010"/>
                  </a:lnTo>
                  <a:lnTo>
                    <a:pt x="96215" y="57391"/>
                  </a:lnTo>
                  <a:lnTo>
                    <a:pt x="96266" y="58204"/>
                  </a:lnTo>
                  <a:lnTo>
                    <a:pt x="97332" y="58458"/>
                  </a:lnTo>
                  <a:lnTo>
                    <a:pt x="99961" y="58293"/>
                  </a:lnTo>
                  <a:lnTo>
                    <a:pt x="100545" y="58077"/>
                  </a:lnTo>
                  <a:lnTo>
                    <a:pt x="100431" y="58788"/>
                  </a:lnTo>
                  <a:lnTo>
                    <a:pt x="100495" y="60312"/>
                  </a:lnTo>
                  <a:lnTo>
                    <a:pt x="100571" y="61836"/>
                  </a:lnTo>
                  <a:lnTo>
                    <a:pt x="100914" y="63068"/>
                  </a:lnTo>
                  <a:lnTo>
                    <a:pt x="101117" y="63055"/>
                  </a:lnTo>
                  <a:lnTo>
                    <a:pt x="101117" y="52209"/>
                  </a:lnTo>
                  <a:lnTo>
                    <a:pt x="101053" y="51981"/>
                  </a:lnTo>
                  <a:lnTo>
                    <a:pt x="105054" y="56642"/>
                  </a:lnTo>
                  <a:lnTo>
                    <a:pt x="105054" y="52260"/>
                  </a:lnTo>
                  <a:lnTo>
                    <a:pt x="91554" y="36525"/>
                  </a:lnTo>
                  <a:lnTo>
                    <a:pt x="91554" y="40919"/>
                  </a:lnTo>
                  <a:lnTo>
                    <a:pt x="91186" y="40817"/>
                  </a:lnTo>
                  <a:lnTo>
                    <a:pt x="88557" y="40995"/>
                  </a:lnTo>
                  <a:lnTo>
                    <a:pt x="87934" y="41236"/>
                  </a:lnTo>
                  <a:lnTo>
                    <a:pt x="88061" y="40500"/>
                  </a:lnTo>
                  <a:lnTo>
                    <a:pt x="87985" y="38976"/>
                  </a:lnTo>
                  <a:lnTo>
                    <a:pt x="87922" y="37452"/>
                  </a:lnTo>
                  <a:lnTo>
                    <a:pt x="87579" y="36271"/>
                  </a:lnTo>
                  <a:lnTo>
                    <a:pt x="91554" y="40919"/>
                  </a:lnTo>
                  <a:lnTo>
                    <a:pt x="91554" y="36525"/>
                  </a:lnTo>
                  <a:lnTo>
                    <a:pt x="91084" y="35966"/>
                  </a:lnTo>
                  <a:lnTo>
                    <a:pt x="87553" y="31851"/>
                  </a:lnTo>
                  <a:lnTo>
                    <a:pt x="87553" y="36233"/>
                  </a:lnTo>
                  <a:lnTo>
                    <a:pt x="87096" y="36258"/>
                  </a:lnTo>
                  <a:lnTo>
                    <a:pt x="87337" y="35966"/>
                  </a:lnTo>
                  <a:lnTo>
                    <a:pt x="87553" y="36233"/>
                  </a:lnTo>
                  <a:lnTo>
                    <a:pt x="87553" y="31851"/>
                  </a:lnTo>
                  <a:lnTo>
                    <a:pt x="87337" y="31597"/>
                  </a:lnTo>
                  <a:lnTo>
                    <a:pt x="73393" y="47866"/>
                  </a:lnTo>
                  <a:lnTo>
                    <a:pt x="73393" y="56769"/>
                  </a:lnTo>
                  <a:lnTo>
                    <a:pt x="72821" y="56616"/>
                  </a:lnTo>
                  <a:lnTo>
                    <a:pt x="71513" y="56705"/>
                  </a:lnTo>
                  <a:lnTo>
                    <a:pt x="70205" y="56781"/>
                  </a:lnTo>
                  <a:lnTo>
                    <a:pt x="69151" y="57175"/>
                  </a:lnTo>
                  <a:lnTo>
                    <a:pt x="69176" y="57962"/>
                  </a:lnTo>
                  <a:lnTo>
                    <a:pt x="68834" y="57543"/>
                  </a:lnTo>
                  <a:lnTo>
                    <a:pt x="69151" y="57175"/>
                  </a:lnTo>
                  <a:lnTo>
                    <a:pt x="73152" y="52501"/>
                  </a:lnTo>
                  <a:lnTo>
                    <a:pt x="73075" y="53009"/>
                  </a:lnTo>
                  <a:lnTo>
                    <a:pt x="73215" y="56083"/>
                  </a:lnTo>
                  <a:lnTo>
                    <a:pt x="73393" y="56769"/>
                  </a:lnTo>
                  <a:lnTo>
                    <a:pt x="73393" y="47866"/>
                  </a:lnTo>
                  <a:lnTo>
                    <a:pt x="66370" y="56045"/>
                  </a:lnTo>
                  <a:lnTo>
                    <a:pt x="63919" y="53187"/>
                  </a:lnTo>
                  <a:lnTo>
                    <a:pt x="63919" y="57543"/>
                  </a:lnTo>
                  <a:lnTo>
                    <a:pt x="59778" y="62369"/>
                  </a:lnTo>
                  <a:lnTo>
                    <a:pt x="59893" y="61772"/>
                  </a:lnTo>
                  <a:lnTo>
                    <a:pt x="59740" y="58699"/>
                  </a:lnTo>
                  <a:lnTo>
                    <a:pt x="59550" y="58026"/>
                  </a:lnTo>
                  <a:lnTo>
                    <a:pt x="60172" y="58166"/>
                  </a:lnTo>
                  <a:lnTo>
                    <a:pt x="61480" y="58077"/>
                  </a:lnTo>
                  <a:lnTo>
                    <a:pt x="62788" y="57988"/>
                  </a:lnTo>
                  <a:lnTo>
                    <a:pt x="63842" y="57607"/>
                  </a:lnTo>
                  <a:lnTo>
                    <a:pt x="63830" y="57454"/>
                  </a:lnTo>
                  <a:lnTo>
                    <a:pt x="63919" y="53187"/>
                  </a:lnTo>
                  <a:lnTo>
                    <a:pt x="63131" y="52273"/>
                  </a:lnTo>
                  <a:lnTo>
                    <a:pt x="63131" y="56642"/>
                  </a:lnTo>
                  <a:lnTo>
                    <a:pt x="62725" y="56540"/>
                  </a:lnTo>
                  <a:lnTo>
                    <a:pt x="60096" y="56705"/>
                  </a:lnTo>
                  <a:lnTo>
                    <a:pt x="59474" y="56934"/>
                  </a:lnTo>
                  <a:lnTo>
                    <a:pt x="59613" y="56222"/>
                  </a:lnTo>
                  <a:lnTo>
                    <a:pt x="59537" y="54686"/>
                  </a:lnTo>
                  <a:lnTo>
                    <a:pt x="59461" y="53162"/>
                  </a:lnTo>
                  <a:lnTo>
                    <a:pt x="59194" y="52209"/>
                  </a:lnTo>
                  <a:lnTo>
                    <a:pt x="59194" y="63055"/>
                  </a:lnTo>
                  <a:lnTo>
                    <a:pt x="45415" y="79133"/>
                  </a:lnTo>
                  <a:lnTo>
                    <a:pt x="40627" y="73558"/>
                  </a:lnTo>
                  <a:lnTo>
                    <a:pt x="41681" y="73812"/>
                  </a:lnTo>
                  <a:lnTo>
                    <a:pt x="44310" y="73634"/>
                  </a:lnTo>
                  <a:lnTo>
                    <a:pt x="44894" y="73418"/>
                  </a:lnTo>
                  <a:lnTo>
                    <a:pt x="44767" y="74129"/>
                  </a:lnTo>
                  <a:lnTo>
                    <a:pt x="44843" y="75653"/>
                  </a:lnTo>
                  <a:lnTo>
                    <a:pt x="44919" y="77190"/>
                  </a:lnTo>
                  <a:lnTo>
                    <a:pt x="45250" y="78409"/>
                  </a:lnTo>
                  <a:lnTo>
                    <a:pt x="45948" y="78371"/>
                  </a:lnTo>
                  <a:lnTo>
                    <a:pt x="46164" y="77114"/>
                  </a:lnTo>
                  <a:lnTo>
                    <a:pt x="46024" y="74041"/>
                  </a:lnTo>
                  <a:lnTo>
                    <a:pt x="45821" y="73367"/>
                  </a:lnTo>
                  <a:lnTo>
                    <a:pt x="46443" y="73507"/>
                  </a:lnTo>
                  <a:lnTo>
                    <a:pt x="47752" y="73418"/>
                  </a:lnTo>
                  <a:lnTo>
                    <a:pt x="49060" y="73342"/>
                  </a:lnTo>
                  <a:lnTo>
                    <a:pt x="50114" y="72948"/>
                  </a:lnTo>
                  <a:lnTo>
                    <a:pt x="50076" y="72148"/>
                  </a:lnTo>
                  <a:lnTo>
                    <a:pt x="48996" y="71882"/>
                  </a:lnTo>
                  <a:lnTo>
                    <a:pt x="46367" y="72047"/>
                  </a:lnTo>
                  <a:lnTo>
                    <a:pt x="45745" y="72288"/>
                  </a:lnTo>
                  <a:lnTo>
                    <a:pt x="45885" y="71564"/>
                  </a:lnTo>
                  <a:lnTo>
                    <a:pt x="45808" y="70040"/>
                  </a:lnTo>
                  <a:lnTo>
                    <a:pt x="45732" y="68503"/>
                  </a:lnTo>
                  <a:lnTo>
                    <a:pt x="45402" y="67284"/>
                  </a:lnTo>
                  <a:lnTo>
                    <a:pt x="44704" y="67322"/>
                  </a:lnTo>
                  <a:lnTo>
                    <a:pt x="44488" y="68580"/>
                  </a:lnTo>
                  <a:lnTo>
                    <a:pt x="44640" y="71653"/>
                  </a:lnTo>
                  <a:lnTo>
                    <a:pt x="44818" y="72326"/>
                  </a:lnTo>
                  <a:lnTo>
                    <a:pt x="44246" y="72186"/>
                  </a:lnTo>
                  <a:lnTo>
                    <a:pt x="42926" y="72263"/>
                  </a:lnTo>
                  <a:lnTo>
                    <a:pt x="41617" y="72351"/>
                  </a:lnTo>
                  <a:lnTo>
                    <a:pt x="40563" y="72745"/>
                  </a:lnTo>
                  <a:lnTo>
                    <a:pt x="40589" y="73520"/>
                  </a:lnTo>
                  <a:lnTo>
                    <a:pt x="27279" y="57988"/>
                  </a:lnTo>
                  <a:lnTo>
                    <a:pt x="28333" y="58242"/>
                  </a:lnTo>
                  <a:lnTo>
                    <a:pt x="30962" y="58077"/>
                  </a:lnTo>
                  <a:lnTo>
                    <a:pt x="31546" y="57861"/>
                  </a:lnTo>
                  <a:lnTo>
                    <a:pt x="31432" y="58559"/>
                  </a:lnTo>
                  <a:lnTo>
                    <a:pt x="31496" y="60083"/>
                  </a:lnTo>
                  <a:lnTo>
                    <a:pt x="31572" y="61620"/>
                  </a:lnTo>
                  <a:lnTo>
                    <a:pt x="31915" y="62839"/>
                  </a:lnTo>
                  <a:lnTo>
                    <a:pt x="32600" y="62801"/>
                  </a:lnTo>
                  <a:lnTo>
                    <a:pt x="32816" y="61544"/>
                  </a:lnTo>
                  <a:lnTo>
                    <a:pt x="32677" y="58470"/>
                  </a:lnTo>
                  <a:lnTo>
                    <a:pt x="32473" y="57797"/>
                  </a:lnTo>
                  <a:lnTo>
                    <a:pt x="33096" y="57937"/>
                  </a:lnTo>
                  <a:lnTo>
                    <a:pt x="34404" y="57861"/>
                  </a:lnTo>
                  <a:lnTo>
                    <a:pt x="35712" y="57772"/>
                  </a:lnTo>
                  <a:lnTo>
                    <a:pt x="36779" y="57378"/>
                  </a:lnTo>
                  <a:lnTo>
                    <a:pt x="36728" y="56578"/>
                  </a:lnTo>
                  <a:lnTo>
                    <a:pt x="35648" y="56311"/>
                  </a:lnTo>
                  <a:lnTo>
                    <a:pt x="33020" y="56489"/>
                  </a:lnTo>
                  <a:lnTo>
                    <a:pt x="32410" y="56718"/>
                  </a:lnTo>
                  <a:lnTo>
                    <a:pt x="32537" y="55994"/>
                  </a:lnTo>
                  <a:lnTo>
                    <a:pt x="32461" y="54470"/>
                  </a:lnTo>
                  <a:lnTo>
                    <a:pt x="32385" y="52933"/>
                  </a:lnTo>
                  <a:lnTo>
                    <a:pt x="32054" y="51714"/>
                  </a:lnTo>
                  <a:lnTo>
                    <a:pt x="31902" y="51727"/>
                  </a:lnTo>
                  <a:lnTo>
                    <a:pt x="44907" y="36550"/>
                  </a:lnTo>
                  <a:lnTo>
                    <a:pt x="44742" y="37515"/>
                  </a:lnTo>
                  <a:lnTo>
                    <a:pt x="44894" y="40589"/>
                  </a:lnTo>
                  <a:lnTo>
                    <a:pt x="45072" y="41275"/>
                  </a:lnTo>
                  <a:lnTo>
                    <a:pt x="44488" y="41122"/>
                  </a:lnTo>
                  <a:lnTo>
                    <a:pt x="43180" y="41211"/>
                  </a:lnTo>
                  <a:lnTo>
                    <a:pt x="41871" y="41287"/>
                  </a:lnTo>
                  <a:lnTo>
                    <a:pt x="40817" y="41681"/>
                  </a:lnTo>
                  <a:lnTo>
                    <a:pt x="40855" y="42481"/>
                  </a:lnTo>
                  <a:lnTo>
                    <a:pt x="41935" y="42748"/>
                  </a:lnTo>
                  <a:lnTo>
                    <a:pt x="44564" y="42583"/>
                  </a:lnTo>
                  <a:lnTo>
                    <a:pt x="45148" y="42367"/>
                  </a:lnTo>
                  <a:lnTo>
                    <a:pt x="45034" y="43065"/>
                  </a:lnTo>
                  <a:lnTo>
                    <a:pt x="45097" y="44602"/>
                  </a:lnTo>
                  <a:lnTo>
                    <a:pt x="45173" y="46126"/>
                  </a:lnTo>
                  <a:lnTo>
                    <a:pt x="45504" y="47345"/>
                  </a:lnTo>
                  <a:lnTo>
                    <a:pt x="46202" y="47307"/>
                  </a:lnTo>
                  <a:lnTo>
                    <a:pt x="46418" y="46050"/>
                  </a:lnTo>
                  <a:lnTo>
                    <a:pt x="46278" y="42989"/>
                  </a:lnTo>
                  <a:lnTo>
                    <a:pt x="46075" y="42303"/>
                  </a:lnTo>
                  <a:lnTo>
                    <a:pt x="46697" y="42443"/>
                  </a:lnTo>
                  <a:lnTo>
                    <a:pt x="48006" y="42367"/>
                  </a:lnTo>
                  <a:lnTo>
                    <a:pt x="49314" y="42278"/>
                  </a:lnTo>
                  <a:lnTo>
                    <a:pt x="50368" y="41897"/>
                  </a:lnTo>
                  <a:lnTo>
                    <a:pt x="50355" y="41757"/>
                  </a:lnTo>
                  <a:lnTo>
                    <a:pt x="59105" y="51943"/>
                  </a:lnTo>
                  <a:lnTo>
                    <a:pt x="58432" y="51981"/>
                  </a:lnTo>
                  <a:lnTo>
                    <a:pt x="58216" y="53238"/>
                  </a:lnTo>
                  <a:lnTo>
                    <a:pt x="58356" y="56299"/>
                  </a:lnTo>
                  <a:lnTo>
                    <a:pt x="58534" y="56984"/>
                  </a:lnTo>
                  <a:lnTo>
                    <a:pt x="57962" y="56832"/>
                  </a:lnTo>
                  <a:lnTo>
                    <a:pt x="56654" y="56921"/>
                  </a:lnTo>
                  <a:lnTo>
                    <a:pt x="55346" y="57010"/>
                  </a:lnTo>
                  <a:lnTo>
                    <a:pt x="54305" y="57391"/>
                  </a:lnTo>
                  <a:lnTo>
                    <a:pt x="54305" y="57797"/>
                  </a:lnTo>
                  <a:lnTo>
                    <a:pt x="54330" y="58204"/>
                  </a:lnTo>
                  <a:lnTo>
                    <a:pt x="55410" y="58458"/>
                  </a:lnTo>
                  <a:lnTo>
                    <a:pt x="58039" y="58293"/>
                  </a:lnTo>
                  <a:lnTo>
                    <a:pt x="58623" y="58077"/>
                  </a:lnTo>
                  <a:lnTo>
                    <a:pt x="58496" y="58788"/>
                  </a:lnTo>
                  <a:lnTo>
                    <a:pt x="58572" y="60312"/>
                  </a:lnTo>
                  <a:lnTo>
                    <a:pt x="58648" y="61836"/>
                  </a:lnTo>
                  <a:lnTo>
                    <a:pt x="58978" y="63068"/>
                  </a:lnTo>
                  <a:lnTo>
                    <a:pt x="59194" y="63055"/>
                  </a:lnTo>
                  <a:lnTo>
                    <a:pt x="59194" y="52209"/>
                  </a:lnTo>
                  <a:lnTo>
                    <a:pt x="59131" y="51981"/>
                  </a:lnTo>
                  <a:lnTo>
                    <a:pt x="63131" y="56642"/>
                  </a:lnTo>
                  <a:lnTo>
                    <a:pt x="63131" y="52273"/>
                  </a:lnTo>
                  <a:lnTo>
                    <a:pt x="49631" y="36525"/>
                  </a:lnTo>
                  <a:lnTo>
                    <a:pt x="49631" y="40919"/>
                  </a:lnTo>
                  <a:lnTo>
                    <a:pt x="49250" y="40817"/>
                  </a:lnTo>
                  <a:lnTo>
                    <a:pt x="46621" y="40995"/>
                  </a:lnTo>
                  <a:lnTo>
                    <a:pt x="45999" y="41236"/>
                  </a:lnTo>
                  <a:lnTo>
                    <a:pt x="46139" y="40500"/>
                  </a:lnTo>
                  <a:lnTo>
                    <a:pt x="46062" y="38976"/>
                  </a:lnTo>
                  <a:lnTo>
                    <a:pt x="45986" y="37452"/>
                  </a:lnTo>
                  <a:lnTo>
                    <a:pt x="45656" y="36271"/>
                  </a:lnTo>
                  <a:lnTo>
                    <a:pt x="49631" y="40919"/>
                  </a:lnTo>
                  <a:lnTo>
                    <a:pt x="49631" y="36525"/>
                  </a:lnTo>
                  <a:lnTo>
                    <a:pt x="49161" y="35966"/>
                  </a:lnTo>
                  <a:lnTo>
                    <a:pt x="45631" y="31851"/>
                  </a:lnTo>
                  <a:lnTo>
                    <a:pt x="45631" y="36233"/>
                  </a:lnTo>
                  <a:lnTo>
                    <a:pt x="45173" y="36258"/>
                  </a:lnTo>
                  <a:lnTo>
                    <a:pt x="45415" y="35966"/>
                  </a:lnTo>
                  <a:lnTo>
                    <a:pt x="45631" y="36233"/>
                  </a:lnTo>
                  <a:lnTo>
                    <a:pt x="45631" y="31851"/>
                  </a:lnTo>
                  <a:lnTo>
                    <a:pt x="45415" y="31597"/>
                  </a:lnTo>
                  <a:lnTo>
                    <a:pt x="31470" y="47866"/>
                  </a:lnTo>
                  <a:lnTo>
                    <a:pt x="31470" y="56769"/>
                  </a:lnTo>
                  <a:lnTo>
                    <a:pt x="30899" y="56616"/>
                  </a:lnTo>
                  <a:lnTo>
                    <a:pt x="29591" y="56705"/>
                  </a:lnTo>
                  <a:lnTo>
                    <a:pt x="28282" y="56781"/>
                  </a:lnTo>
                  <a:lnTo>
                    <a:pt x="27254" y="57175"/>
                  </a:lnTo>
                  <a:lnTo>
                    <a:pt x="27254" y="57962"/>
                  </a:lnTo>
                  <a:lnTo>
                    <a:pt x="26911" y="57543"/>
                  </a:lnTo>
                  <a:lnTo>
                    <a:pt x="27216" y="57188"/>
                  </a:lnTo>
                  <a:lnTo>
                    <a:pt x="27254" y="57962"/>
                  </a:lnTo>
                  <a:lnTo>
                    <a:pt x="27254" y="57175"/>
                  </a:lnTo>
                  <a:lnTo>
                    <a:pt x="31229" y="52514"/>
                  </a:lnTo>
                  <a:lnTo>
                    <a:pt x="31140" y="53009"/>
                  </a:lnTo>
                  <a:lnTo>
                    <a:pt x="31292" y="56083"/>
                  </a:lnTo>
                  <a:lnTo>
                    <a:pt x="31470" y="56769"/>
                  </a:lnTo>
                  <a:lnTo>
                    <a:pt x="31470" y="47866"/>
                  </a:lnTo>
                  <a:lnTo>
                    <a:pt x="25031" y="55372"/>
                  </a:lnTo>
                  <a:lnTo>
                    <a:pt x="23164" y="53200"/>
                  </a:lnTo>
                  <a:lnTo>
                    <a:pt x="23164" y="57543"/>
                  </a:lnTo>
                  <a:lnTo>
                    <a:pt x="19024" y="62369"/>
                  </a:lnTo>
                  <a:lnTo>
                    <a:pt x="19138" y="61772"/>
                  </a:lnTo>
                  <a:lnTo>
                    <a:pt x="18999" y="58699"/>
                  </a:lnTo>
                  <a:lnTo>
                    <a:pt x="18808" y="58026"/>
                  </a:lnTo>
                  <a:lnTo>
                    <a:pt x="19418" y="58166"/>
                  </a:lnTo>
                  <a:lnTo>
                    <a:pt x="20726" y="58077"/>
                  </a:lnTo>
                  <a:lnTo>
                    <a:pt x="22034" y="57988"/>
                  </a:lnTo>
                  <a:lnTo>
                    <a:pt x="23101" y="57607"/>
                  </a:lnTo>
                  <a:lnTo>
                    <a:pt x="23088" y="57467"/>
                  </a:lnTo>
                  <a:lnTo>
                    <a:pt x="23164" y="53200"/>
                  </a:lnTo>
                  <a:lnTo>
                    <a:pt x="22377" y="52285"/>
                  </a:lnTo>
                  <a:lnTo>
                    <a:pt x="22377" y="56642"/>
                  </a:lnTo>
                  <a:lnTo>
                    <a:pt x="21971" y="56540"/>
                  </a:lnTo>
                  <a:lnTo>
                    <a:pt x="19342" y="56705"/>
                  </a:lnTo>
                  <a:lnTo>
                    <a:pt x="18732" y="56934"/>
                  </a:lnTo>
                  <a:lnTo>
                    <a:pt x="18859" y="56222"/>
                  </a:lnTo>
                  <a:lnTo>
                    <a:pt x="18783" y="54686"/>
                  </a:lnTo>
                  <a:lnTo>
                    <a:pt x="18707" y="53162"/>
                  </a:lnTo>
                  <a:lnTo>
                    <a:pt x="18376" y="51981"/>
                  </a:lnTo>
                  <a:lnTo>
                    <a:pt x="22377" y="56642"/>
                  </a:lnTo>
                  <a:lnTo>
                    <a:pt x="22377" y="52285"/>
                  </a:lnTo>
                  <a:lnTo>
                    <a:pt x="8877" y="36525"/>
                  </a:lnTo>
                  <a:lnTo>
                    <a:pt x="8877" y="40919"/>
                  </a:lnTo>
                  <a:lnTo>
                    <a:pt x="8509" y="40817"/>
                  </a:lnTo>
                  <a:lnTo>
                    <a:pt x="5880" y="40995"/>
                  </a:lnTo>
                  <a:lnTo>
                    <a:pt x="5245" y="41236"/>
                  </a:lnTo>
                  <a:lnTo>
                    <a:pt x="5384" y="40500"/>
                  </a:lnTo>
                  <a:lnTo>
                    <a:pt x="5308" y="38976"/>
                  </a:lnTo>
                  <a:lnTo>
                    <a:pt x="5245" y="37452"/>
                  </a:lnTo>
                  <a:lnTo>
                    <a:pt x="4902" y="36271"/>
                  </a:lnTo>
                  <a:lnTo>
                    <a:pt x="8877" y="40919"/>
                  </a:lnTo>
                  <a:lnTo>
                    <a:pt x="8877" y="36525"/>
                  </a:lnTo>
                  <a:lnTo>
                    <a:pt x="8407" y="35966"/>
                  </a:lnTo>
                  <a:lnTo>
                    <a:pt x="4876" y="31851"/>
                  </a:lnTo>
                  <a:lnTo>
                    <a:pt x="4876" y="36233"/>
                  </a:lnTo>
                  <a:lnTo>
                    <a:pt x="4419" y="36258"/>
                  </a:lnTo>
                  <a:lnTo>
                    <a:pt x="4660" y="35966"/>
                  </a:lnTo>
                  <a:lnTo>
                    <a:pt x="4876" y="36233"/>
                  </a:lnTo>
                  <a:lnTo>
                    <a:pt x="4876" y="31851"/>
                  </a:lnTo>
                  <a:lnTo>
                    <a:pt x="4660" y="31597"/>
                  </a:lnTo>
                  <a:lnTo>
                    <a:pt x="0" y="37033"/>
                  </a:lnTo>
                  <a:lnTo>
                    <a:pt x="0" y="41402"/>
                  </a:lnTo>
                  <a:lnTo>
                    <a:pt x="4165" y="36550"/>
                  </a:lnTo>
                  <a:lnTo>
                    <a:pt x="4000" y="37515"/>
                  </a:lnTo>
                  <a:lnTo>
                    <a:pt x="4140" y="40589"/>
                  </a:lnTo>
                  <a:lnTo>
                    <a:pt x="4318" y="41275"/>
                  </a:lnTo>
                  <a:lnTo>
                    <a:pt x="3746" y="41122"/>
                  </a:lnTo>
                  <a:lnTo>
                    <a:pt x="2438" y="41211"/>
                  </a:lnTo>
                  <a:lnTo>
                    <a:pt x="1130" y="41287"/>
                  </a:lnTo>
                  <a:lnTo>
                    <a:pt x="76" y="41681"/>
                  </a:lnTo>
                  <a:lnTo>
                    <a:pt x="114" y="42481"/>
                  </a:lnTo>
                  <a:lnTo>
                    <a:pt x="1193" y="42748"/>
                  </a:lnTo>
                  <a:lnTo>
                    <a:pt x="3822" y="42583"/>
                  </a:lnTo>
                  <a:lnTo>
                    <a:pt x="4394" y="42367"/>
                  </a:lnTo>
                  <a:lnTo>
                    <a:pt x="4279" y="43065"/>
                  </a:lnTo>
                  <a:lnTo>
                    <a:pt x="4356" y="44602"/>
                  </a:lnTo>
                  <a:lnTo>
                    <a:pt x="4419" y="46126"/>
                  </a:lnTo>
                  <a:lnTo>
                    <a:pt x="4762" y="47345"/>
                  </a:lnTo>
                  <a:lnTo>
                    <a:pt x="5448" y="47307"/>
                  </a:lnTo>
                  <a:lnTo>
                    <a:pt x="5676" y="46050"/>
                  </a:lnTo>
                  <a:lnTo>
                    <a:pt x="5524" y="42989"/>
                  </a:lnTo>
                  <a:lnTo>
                    <a:pt x="5334" y="42303"/>
                  </a:lnTo>
                  <a:lnTo>
                    <a:pt x="5943" y="42443"/>
                  </a:lnTo>
                  <a:lnTo>
                    <a:pt x="7251" y="42367"/>
                  </a:lnTo>
                  <a:lnTo>
                    <a:pt x="8572" y="42278"/>
                  </a:lnTo>
                  <a:lnTo>
                    <a:pt x="9626" y="41897"/>
                  </a:lnTo>
                  <a:lnTo>
                    <a:pt x="9613" y="41770"/>
                  </a:lnTo>
                  <a:lnTo>
                    <a:pt x="18351" y="51943"/>
                  </a:lnTo>
                  <a:lnTo>
                    <a:pt x="17691" y="51981"/>
                  </a:lnTo>
                  <a:lnTo>
                    <a:pt x="17462" y="53238"/>
                  </a:lnTo>
                  <a:lnTo>
                    <a:pt x="17614" y="56299"/>
                  </a:lnTo>
                  <a:lnTo>
                    <a:pt x="17792" y="56984"/>
                  </a:lnTo>
                  <a:lnTo>
                    <a:pt x="17221" y="56832"/>
                  </a:lnTo>
                  <a:lnTo>
                    <a:pt x="15913" y="56921"/>
                  </a:lnTo>
                  <a:lnTo>
                    <a:pt x="14605" y="57010"/>
                  </a:lnTo>
                  <a:lnTo>
                    <a:pt x="13538" y="57391"/>
                  </a:lnTo>
                  <a:lnTo>
                    <a:pt x="13589" y="58204"/>
                  </a:lnTo>
                  <a:lnTo>
                    <a:pt x="14655" y="58458"/>
                  </a:lnTo>
                  <a:lnTo>
                    <a:pt x="17284" y="58293"/>
                  </a:lnTo>
                  <a:lnTo>
                    <a:pt x="17868" y="58077"/>
                  </a:lnTo>
                  <a:lnTo>
                    <a:pt x="17754" y="58788"/>
                  </a:lnTo>
                  <a:lnTo>
                    <a:pt x="17818" y="60312"/>
                  </a:lnTo>
                  <a:lnTo>
                    <a:pt x="17894" y="61836"/>
                  </a:lnTo>
                  <a:lnTo>
                    <a:pt x="18237" y="63068"/>
                  </a:lnTo>
                  <a:lnTo>
                    <a:pt x="18440" y="63055"/>
                  </a:lnTo>
                  <a:lnTo>
                    <a:pt x="4660" y="79133"/>
                  </a:lnTo>
                  <a:lnTo>
                    <a:pt x="0" y="73685"/>
                  </a:lnTo>
                  <a:lnTo>
                    <a:pt x="0" y="78054"/>
                  </a:lnTo>
                  <a:lnTo>
                    <a:pt x="4660" y="83489"/>
                  </a:lnTo>
                  <a:lnTo>
                    <a:pt x="8407" y="79133"/>
                  </a:lnTo>
                  <a:lnTo>
                    <a:pt x="25031" y="59740"/>
                  </a:lnTo>
                  <a:lnTo>
                    <a:pt x="45415" y="83489"/>
                  </a:lnTo>
                  <a:lnTo>
                    <a:pt x="49161" y="79133"/>
                  </a:lnTo>
                  <a:lnTo>
                    <a:pt x="66370" y="59055"/>
                  </a:lnTo>
                  <a:lnTo>
                    <a:pt x="87337" y="83489"/>
                  </a:lnTo>
                  <a:lnTo>
                    <a:pt x="91084" y="79133"/>
                  </a:lnTo>
                  <a:lnTo>
                    <a:pt x="109588" y="57543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11725466" y="7832528"/>
              <a:ext cx="114935" cy="117475"/>
            </a:xfrm>
            <a:custGeom>
              <a:avLst/>
              <a:gdLst/>
              <a:ahLst/>
              <a:cxnLst/>
              <a:rect l="l" t="t" r="r" b="b"/>
              <a:pathLst>
                <a:path w="114934" h="117475">
                  <a:moveTo>
                    <a:pt x="44500" y="25946"/>
                  </a:moveTo>
                  <a:lnTo>
                    <a:pt x="40754" y="21590"/>
                  </a:lnTo>
                  <a:lnTo>
                    <a:pt x="40754" y="25946"/>
                  </a:lnTo>
                  <a:lnTo>
                    <a:pt x="36614" y="30772"/>
                  </a:lnTo>
                  <a:lnTo>
                    <a:pt x="36728" y="30162"/>
                  </a:lnTo>
                  <a:lnTo>
                    <a:pt x="36576" y="27101"/>
                  </a:lnTo>
                  <a:lnTo>
                    <a:pt x="36385" y="26416"/>
                  </a:lnTo>
                  <a:lnTo>
                    <a:pt x="37007" y="26555"/>
                  </a:lnTo>
                  <a:lnTo>
                    <a:pt x="38315" y="26479"/>
                  </a:lnTo>
                  <a:lnTo>
                    <a:pt x="39624" y="26390"/>
                  </a:lnTo>
                  <a:lnTo>
                    <a:pt x="40678" y="25996"/>
                  </a:lnTo>
                  <a:lnTo>
                    <a:pt x="40665" y="25857"/>
                  </a:lnTo>
                  <a:lnTo>
                    <a:pt x="40754" y="21590"/>
                  </a:lnTo>
                  <a:lnTo>
                    <a:pt x="39966" y="20662"/>
                  </a:lnTo>
                  <a:lnTo>
                    <a:pt x="39966" y="25031"/>
                  </a:lnTo>
                  <a:lnTo>
                    <a:pt x="39560" y="24930"/>
                  </a:lnTo>
                  <a:lnTo>
                    <a:pt x="36931" y="25107"/>
                  </a:lnTo>
                  <a:lnTo>
                    <a:pt x="36309" y="25336"/>
                  </a:lnTo>
                  <a:lnTo>
                    <a:pt x="36436" y="24612"/>
                  </a:lnTo>
                  <a:lnTo>
                    <a:pt x="36372" y="23088"/>
                  </a:lnTo>
                  <a:lnTo>
                    <a:pt x="36296" y="21551"/>
                  </a:lnTo>
                  <a:lnTo>
                    <a:pt x="36029" y="20624"/>
                  </a:lnTo>
                  <a:lnTo>
                    <a:pt x="36029" y="31457"/>
                  </a:lnTo>
                  <a:lnTo>
                    <a:pt x="22250" y="47523"/>
                  </a:lnTo>
                  <a:lnTo>
                    <a:pt x="17462" y="41960"/>
                  </a:lnTo>
                  <a:lnTo>
                    <a:pt x="18516" y="42202"/>
                  </a:lnTo>
                  <a:lnTo>
                    <a:pt x="21145" y="42037"/>
                  </a:lnTo>
                  <a:lnTo>
                    <a:pt x="21729" y="41821"/>
                  </a:lnTo>
                  <a:lnTo>
                    <a:pt x="21602" y="42532"/>
                  </a:lnTo>
                  <a:lnTo>
                    <a:pt x="21678" y="44056"/>
                  </a:lnTo>
                  <a:lnTo>
                    <a:pt x="21755" y="45580"/>
                  </a:lnTo>
                  <a:lnTo>
                    <a:pt x="22085" y="46812"/>
                  </a:lnTo>
                  <a:lnTo>
                    <a:pt x="22783" y="46761"/>
                  </a:lnTo>
                  <a:lnTo>
                    <a:pt x="22999" y="45516"/>
                  </a:lnTo>
                  <a:lnTo>
                    <a:pt x="22847" y="42443"/>
                  </a:lnTo>
                  <a:lnTo>
                    <a:pt x="22656" y="41770"/>
                  </a:lnTo>
                  <a:lnTo>
                    <a:pt x="23279" y="41910"/>
                  </a:lnTo>
                  <a:lnTo>
                    <a:pt x="24587" y="41821"/>
                  </a:lnTo>
                  <a:lnTo>
                    <a:pt x="25895" y="41732"/>
                  </a:lnTo>
                  <a:lnTo>
                    <a:pt x="26949" y="41351"/>
                  </a:lnTo>
                  <a:lnTo>
                    <a:pt x="26911" y="40538"/>
                  </a:lnTo>
                  <a:lnTo>
                    <a:pt x="25831" y="40284"/>
                  </a:lnTo>
                  <a:lnTo>
                    <a:pt x="23202" y="40449"/>
                  </a:lnTo>
                  <a:lnTo>
                    <a:pt x="22580" y="40678"/>
                  </a:lnTo>
                  <a:lnTo>
                    <a:pt x="22707" y="39966"/>
                  </a:lnTo>
                  <a:lnTo>
                    <a:pt x="22644" y="38430"/>
                  </a:lnTo>
                  <a:lnTo>
                    <a:pt x="22567" y="36906"/>
                  </a:lnTo>
                  <a:lnTo>
                    <a:pt x="22237" y="35674"/>
                  </a:lnTo>
                  <a:lnTo>
                    <a:pt x="21551" y="35725"/>
                  </a:lnTo>
                  <a:lnTo>
                    <a:pt x="21323" y="36982"/>
                  </a:lnTo>
                  <a:lnTo>
                    <a:pt x="21463" y="40043"/>
                  </a:lnTo>
                  <a:lnTo>
                    <a:pt x="21640" y="40728"/>
                  </a:lnTo>
                  <a:lnTo>
                    <a:pt x="21069" y="40576"/>
                  </a:lnTo>
                  <a:lnTo>
                    <a:pt x="19761" y="40665"/>
                  </a:lnTo>
                  <a:lnTo>
                    <a:pt x="18453" y="40754"/>
                  </a:lnTo>
                  <a:lnTo>
                    <a:pt x="17399" y="41135"/>
                  </a:lnTo>
                  <a:lnTo>
                    <a:pt x="17424" y="41922"/>
                  </a:lnTo>
                  <a:lnTo>
                    <a:pt x="4114" y="26390"/>
                  </a:lnTo>
                  <a:lnTo>
                    <a:pt x="5168" y="26631"/>
                  </a:lnTo>
                  <a:lnTo>
                    <a:pt x="7797" y="26466"/>
                  </a:lnTo>
                  <a:lnTo>
                    <a:pt x="8382" y="26263"/>
                  </a:lnTo>
                  <a:lnTo>
                    <a:pt x="8255" y="26962"/>
                  </a:lnTo>
                  <a:lnTo>
                    <a:pt x="8331" y="28486"/>
                  </a:lnTo>
                  <a:lnTo>
                    <a:pt x="8407" y="30010"/>
                  </a:lnTo>
                  <a:lnTo>
                    <a:pt x="8737" y="31242"/>
                  </a:lnTo>
                  <a:lnTo>
                    <a:pt x="9436" y="31203"/>
                  </a:lnTo>
                  <a:lnTo>
                    <a:pt x="9652" y="29946"/>
                  </a:lnTo>
                  <a:lnTo>
                    <a:pt x="9499" y="26873"/>
                  </a:lnTo>
                  <a:lnTo>
                    <a:pt x="9309" y="26200"/>
                  </a:lnTo>
                  <a:lnTo>
                    <a:pt x="9931" y="26339"/>
                  </a:lnTo>
                  <a:lnTo>
                    <a:pt x="11239" y="26250"/>
                  </a:lnTo>
                  <a:lnTo>
                    <a:pt x="12547" y="26174"/>
                  </a:lnTo>
                  <a:lnTo>
                    <a:pt x="13601" y="25781"/>
                  </a:lnTo>
                  <a:lnTo>
                    <a:pt x="13563" y="24980"/>
                  </a:lnTo>
                  <a:lnTo>
                    <a:pt x="12484" y="24714"/>
                  </a:lnTo>
                  <a:lnTo>
                    <a:pt x="9855" y="24879"/>
                  </a:lnTo>
                  <a:lnTo>
                    <a:pt x="9232" y="25120"/>
                  </a:lnTo>
                  <a:lnTo>
                    <a:pt x="9372" y="24396"/>
                  </a:lnTo>
                  <a:lnTo>
                    <a:pt x="9296" y="22860"/>
                  </a:lnTo>
                  <a:lnTo>
                    <a:pt x="9220" y="21336"/>
                  </a:lnTo>
                  <a:lnTo>
                    <a:pt x="8890" y="20104"/>
                  </a:lnTo>
                  <a:lnTo>
                    <a:pt x="8737" y="20116"/>
                  </a:lnTo>
                  <a:lnTo>
                    <a:pt x="21729" y="4965"/>
                  </a:lnTo>
                  <a:lnTo>
                    <a:pt x="21577" y="5918"/>
                  </a:lnTo>
                  <a:lnTo>
                    <a:pt x="21729" y="8978"/>
                  </a:lnTo>
                  <a:lnTo>
                    <a:pt x="21907" y="9664"/>
                  </a:lnTo>
                  <a:lnTo>
                    <a:pt x="21323" y="9525"/>
                  </a:lnTo>
                  <a:lnTo>
                    <a:pt x="20015" y="9601"/>
                  </a:lnTo>
                  <a:lnTo>
                    <a:pt x="18707" y="9690"/>
                  </a:lnTo>
                  <a:lnTo>
                    <a:pt x="17653" y="10071"/>
                  </a:lnTo>
                  <a:lnTo>
                    <a:pt x="17691" y="10883"/>
                  </a:lnTo>
                  <a:lnTo>
                    <a:pt x="18770" y="11137"/>
                  </a:lnTo>
                  <a:lnTo>
                    <a:pt x="21399" y="10972"/>
                  </a:lnTo>
                  <a:lnTo>
                    <a:pt x="21983" y="10769"/>
                  </a:lnTo>
                  <a:lnTo>
                    <a:pt x="21856" y="11468"/>
                  </a:lnTo>
                  <a:lnTo>
                    <a:pt x="21932" y="12992"/>
                  </a:lnTo>
                  <a:lnTo>
                    <a:pt x="22009" y="14528"/>
                  </a:lnTo>
                  <a:lnTo>
                    <a:pt x="22339" y="15748"/>
                  </a:lnTo>
                  <a:lnTo>
                    <a:pt x="23037" y="15709"/>
                  </a:lnTo>
                  <a:lnTo>
                    <a:pt x="23253" y="14452"/>
                  </a:lnTo>
                  <a:lnTo>
                    <a:pt x="23101" y="11379"/>
                  </a:lnTo>
                  <a:lnTo>
                    <a:pt x="22910" y="10706"/>
                  </a:lnTo>
                  <a:lnTo>
                    <a:pt x="23533" y="10845"/>
                  </a:lnTo>
                  <a:lnTo>
                    <a:pt x="24841" y="10756"/>
                  </a:lnTo>
                  <a:lnTo>
                    <a:pt x="26149" y="10680"/>
                  </a:lnTo>
                  <a:lnTo>
                    <a:pt x="27203" y="10287"/>
                  </a:lnTo>
                  <a:lnTo>
                    <a:pt x="27190" y="10160"/>
                  </a:lnTo>
                  <a:lnTo>
                    <a:pt x="35941" y="20345"/>
                  </a:lnTo>
                  <a:lnTo>
                    <a:pt x="35267" y="20370"/>
                  </a:lnTo>
                  <a:lnTo>
                    <a:pt x="35052" y="21628"/>
                  </a:lnTo>
                  <a:lnTo>
                    <a:pt x="35191" y="24701"/>
                  </a:lnTo>
                  <a:lnTo>
                    <a:pt x="35382" y="25387"/>
                  </a:lnTo>
                  <a:lnTo>
                    <a:pt x="34798" y="25234"/>
                  </a:lnTo>
                  <a:lnTo>
                    <a:pt x="33489" y="25323"/>
                  </a:lnTo>
                  <a:lnTo>
                    <a:pt x="32181" y="25400"/>
                  </a:lnTo>
                  <a:lnTo>
                    <a:pt x="31127" y="25793"/>
                  </a:lnTo>
                  <a:lnTo>
                    <a:pt x="31165" y="26593"/>
                  </a:lnTo>
                  <a:lnTo>
                    <a:pt x="32245" y="26860"/>
                  </a:lnTo>
                  <a:lnTo>
                    <a:pt x="34874" y="26695"/>
                  </a:lnTo>
                  <a:lnTo>
                    <a:pt x="35445" y="26479"/>
                  </a:lnTo>
                  <a:lnTo>
                    <a:pt x="35331" y="27178"/>
                  </a:lnTo>
                  <a:lnTo>
                    <a:pt x="35407" y="28702"/>
                  </a:lnTo>
                  <a:lnTo>
                    <a:pt x="35483" y="30238"/>
                  </a:lnTo>
                  <a:lnTo>
                    <a:pt x="35814" y="31457"/>
                  </a:lnTo>
                  <a:lnTo>
                    <a:pt x="36029" y="31457"/>
                  </a:lnTo>
                  <a:lnTo>
                    <a:pt x="36029" y="20624"/>
                  </a:lnTo>
                  <a:lnTo>
                    <a:pt x="35953" y="20358"/>
                  </a:lnTo>
                  <a:lnTo>
                    <a:pt x="39966" y="25031"/>
                  </a:lnTo>
                  <a:lnTo>
                    <a:pt x="39966" y="20662"/>
                  </a:lnTo>
                  <a:lnTo>
                    <a:pt x="26466" y="4940"/>
                  </a:lnTo>
                  <a:lnTo>
                    <a:pt x="26466" y="9321"/>
                  </a:lnTo>
                  <a:lnTo>
                    <a:pt x="26085" y="9220"/>
                  </a:lnTo>
                  <a:lnTo>
                    <a:pt x="23456" y="9385"/>
                  </a:lnTo>
                  <a:lnTo>
                    <a:pt x="22834" y="9626"/>
                  </a:lnTo>
                  <a:lnTo>
                    <a:pt x="22974" y="8902"/>
                  </a:lnTo>
                  <a:lnTo>
                    <a:pt x="22898" y="7366"/>
                  </a:lnTo>
                  <a:lnTo>
                    <a:pt x="22821" y="5842"/>
                  </a:lnTo>
                  <a:lnTo>
                    <a:pt x="22491" y="4673"/>
                  </a:lnTo>
                  <a:lnTo>
                    <a:pt x="26466" y="9321"/>
                  </a:lnTo>
                  <a:lnTo>
                    <a:pt x="26466" y="4940"/>
                  </a:lnTo>
                  <a:lnTo>
                    <a:pt x="25984" y="4368"/>
                  </a:lnTo>
                  <a:lnTo>
                    <a:pt x="22466" y="254"/>
                  </a:lnTo>
                  <a:lnTo>
                    <a:pt x="22466" y="4635"/>
                  </a:lnTo>
                  <a:lnTo>
                    <a:pt x="22009" y="4660"/>
                  </a:lnTo>
                  <a:lnTo>
                    <a:pt x="22250" y="4368"/>
                  </a:lnTo>
                  <a:lnTo>
                    <a:pt x="22466" y="4635"/>
                  </a:lnTo>
                  <a:lnTo>
                    <a:pt x="22466" y="254"/>
                  </a:lnTo>
                  <a:lnTo>
                    <a:pt x="22250" y="0"/>
                  </a:lnTo>
                  <a:lnTo>
                    <a:pt x="8305" y="16268"/>
                  </a:lnTo>
                  <a:lnTo>
                    <a:pt x="8305" y="25158"/>
                  </a:lnTo>
                  <a:lnTo>
                    <a:pt x="7721" y="25019"/>
                  </a:lnTo>
                  <a:lnTo>
                    <a:pt x="6413" y="25095"/>
                  </a:lnTo>
                  <a:lnTo>
                    <a:pt x="5105" y="25184"/>
                  </a:lnTo>
                  <a:lnTo>
                    <a:pt x="4076" y="25565"/>
                  </a:lnTo>
                  <a:lnTo>
                    <a:pt x="4076" y="26352"/>
                  </a:lnTo>
                  <a:lnTo>
                    <a:pt x="3746" y="25946"/>
                  </a:lnTo>
                  <a:lnTo>
                    <a:pt x="4051" y="25590"/>
                  </a:lnTo>
                  <a:lnTo>
                    <a:pt x="4076" y="26352"/>
                  </a:lnTo>
                  <a:lnTo>
                    <a:pt x="4076" y="25565"/>
                  </a:lnTo>
                  <a:lnTo>
                    <a:pt x="8051" y="20916"/>
                  </a:lnTo>
                  <a:lnTo>
                    <a:pt x="7975" y="21412"/>
                  </a:lnTo>
                  <a:lnTo>
                    <a:pt x="8128" y="24472"/>
                  </a:lnTo>
                  <a:lnTo>
                    <a:pt x="8305" y="25158"/>
                  </a:lnTo>
                  <a:lnTo>
                    <a:pt x="8305" y="16268"/>
                  </a:lnTo>
                  <a:lnTo>
                    <a:pt x="0" y="25946"/>
                  </a:lnTo>
                  <a:lnTo>
                    <a:pt x="22250" y="51892"/>
                  </a:lnTo>
                  <a:lnTo>
                    <a:pt x="25984" y="47523"/>
                  </a:lnTo>
                  <a:lnTo>
                    <a:pt x="44500" y="25946"/>
                  </a:lnTo>
                  <a:close/>
                </a:path>
                <a:path w="114934" h="117475">
                  <a:moveTo>
                    <a:pt x="68338" y="106362"/>
                  </a:moveTo>
                  <a:lnTo>
                    <a:pt x="68300" y="105562"/>
                  </a:lnTo>
                  <a:lnTo>
                    <a:pt x="67221" y="105295"/>
                  </a:lnTo>
                  <a:lnTo>
                    <a:pt x="64592" y="105473"/>
                  </a:lnTo>
                  <a:lnTo>
                    <a:pt x="63538" y="105854"/>
                  </a:lnTo>
                  <a:lnTo>
                    <a:pt x="63588" y="106667"/>
                  </a:lnTo>
                  <a:lnTo>
                    <a:pt x="64668" y="106921"/>
                  </a:lnTo>
                  <a:lnTo>
                    <a:pt x="65976" y="106845"/>
                  </a:lnTo>
                  <a:lnTo>
                    <a:pt x="67284" y="106756"/>
                  </a:lnTo>
                  <a:lnTo>
                    <a:pt x="68338" y="106362"/>
                  </a:lnTo>
                  <a:close/>
                </a:path>
                <a:path w="114934" h="117475">
                  <a:moveTo>
                    <a:pt x="68592" y="75311"/>
                  </a:moveTo>
                  <a:lnTo>
                    <a:pt x="68554" y="74498"/>
                  </a:lnTo>
                  <a:lnTo>
                    <a:pt x="67475" y="74244"/>
                  </a:lnTo>
                  <a:lnTo>
                    <a:pt x="64846" y="74409"/>
                  </a:lnTo>
                  <a:lnTo>
                    <a:pt x="64223" y="74637"/>
                  </a:lnTo>
                  <a:lnTo>
                    <a:pt x="64350" y="73914"/>
                  </a:lnTo>
                  <a:lnTo>
                    <a:pt x="64287" y="72390"/>
                  </a:lnTo>
                  <a:lnTo>
                    <a:pt x="64211" y="70866"/>
                  </a:lnTo>
                  <a:lnTo>
                    <a:pt x="63881" y="69634"/>
                  </a:lnTo>
                  <a:lnTo>
                    <a:pt x="63195" y="69684"/>
                  </a:lnTo>
                  <a:lnTo>
                    <a:pt x="62966" y="70942"/>
                  </a:lnTo>
                  <a:lnTo>
                    <a:pt x="63106" y="74002"/>
                  </a:lnTo>
                  <a:lnTo>
                    <a:pt x="63284" y="74688"/>
                  </a:lnTo>
                  <a:lnTo>
                    <a:pt x="62712" y="74536"/>
                  </a:lnTo>
                  <a:lnTo>
                    <a:pt x="61404" y="74625"/>
                  </a:lnTo>
                  <a:lnTo>
                    <a:pt x="60096" y="74701"/>
                  </a:lnTo>
                  <a:lnTo>
                    <a:pt x="59042" y="75095"/>
                  </a:lnTo>
                  <a:lnTo>
                    <a:pt x="59080" y="75895"/>
                  </a:lnTo>
                  <a:lnTo>
                    <a:pt x="60159" y="76161"/>
                  </a:lnTo>
                  <a:lnTo>
                    <a:pt x="62788" y="75996"/>
                  </a:lnTo>
                  <a:lnTo>
                    <a:pt x="63373" y="75780"/>
                  </a:lnTo>
                  <a:lnTo>
                    <a:pt x="63246" y="76479"/>
                  </a:lnTo>
                  <a:lnTo>
                    <a:pt x="63322" y="78016"/>
                  </a:lnTo>
                  <a:lnTo>
                    <a:pt x="63398" y="79540"/>
                  </a:lnTo>
                  <a:lnTo>
                    <a:pt x="63728" y="80772"/>
                  </a:lnTo>
                  <a:lnTo>
                    <a:pt x="64427" y="80721"/>
                  </a:lnTo>
                  <a:lnTo>
                    <a:pt x="64643" y="79463"/>
                  </a:lnTo>
                  <a:lnTo>
                    <a:pt x="64490" y="76403"/>
                  </a:lnTo>
                  <a:lnTo>
                    <a:pt x="64300" y="75717"/>
                  </a:lnTo>
                  <a:lnTo>
                    <a:pt x="64922" y="75857"/>
                  </a:lnTo>
                  <a:lnTo>
                    <a:pt x="66230" y="75780"/>
                  </a:lnTo>
                  <a:lnTo>
                    <a:pt x="67538" y="75692"/>
                  </a:lnTo>
                  <a:lnTo>
                    <a:pt x="68592" y="75311"/>
                  </a:lnTo>
                  <a:close/>
                </a:path>
                <a:path w="114934" h="117475">
                  <a:moveTo>
                    <a:pt x="82067" y="91020"/>
                  </a:moveTo>
                  <a:lnTo>
                    <a:pt x="82029" y="90220"/>
                  </a:lnTo>
                  <a:lnTo>
                    <a:pt x="80949" y="89954"/>
                  </a:lnTo>
                  <a:lnTo>
                    <a:pt x="78320" y="90119"/>
                  </a:lnTo>
                  <a:lnTo>
                    <a:pt x="77685" y="90360"/>
                  </a:lnTo>
                  <a:lnTo>
                    <a:pt x="77825" y="89636"/>
                  </a:lnTo>
                  <a:lnTo>
                    <a:pt x="77762" y="88099"/>
                  </a:lnTo>
                  <a:lnTo>
                    <a:pt x="77685" y="86575"/>
                  </a:lnTo>
                  <a:lnTo>
                    <a:pt x="77343" y="85356"/>
                  </a:lnTo>
                  <a:lnTo>
                    <a:pt x="76657" y="85394"/>
                  </a:lnTo>
                  <a:lnTo>
                    <a:pt x="76441" y="86652"/>
                  </a:lnTo>
                  <a:lnTo>
                    <a:pt x="76581" y="89712"/>
                  </a:lnTo>
                  <a:lnTo>
                    <a:pt x="76758" y="90398"/>
                  </a:lnTo>
                  <a:lnTo>
                    <a:pt x="76187" y="90258"/>
                  </a:lnTo>
                  <a:lnTo>
                    <a:pt x="74879" y="90335"/>
                  </a:lnTo>
                  <a:lnTo>
                    <a:pt x="73571" y="90424"/>
                  </a:lnTo>
                  <a:lnTo>
                    <a:pt x="72517" y="90805"/>
                  </a:lnTo>
                  <a:lnTo>
                    <a:pt x="72555" y="91617"/>
                  </a:lnTo>
                  <a:lnTo>
                    <a:pt x="73634" y="91871"/>
                  </a:lnTo>
                  <a:lnTo>
                    <a:pt x="76263" y="91706"/>
                  </a:lnTo>
                  <a:lnTo>
                    <a:pt x="76835" y="91503"/>
                  </a:lnTo>
                  <a:lnTo>
                    <a:pt x="76720" y="92202"/>
                  </a:lnTo>
                  <a:lnTo>
                    <a:pt x="76796" y="93726"/>
                  </a:lnTo>
                  <a:lnTo>
                    <a:pt x="76860" y="95250"/>
                  </a:lnTo>
                  <a:lnTo>
                    <a:pt x="77203" y="96481"/>
                  </a:lnTo>
                  <a:lnTo>
                    <a:pt x="77889" y="96443"/>
                  </a:lnTo>
                  <a:lnTo>
                    <a:pt x="78117" y="95186"/>
                  </a:lnTo>
                  <a:lnTo>
                    <a:pt x="77965" y="92113"/>
                  </a:lnTo>
                  <a:lnTo>
                    <a:pt x="77774" y="91440"/>
                  </a:lnTo>
                  <a:lnTo>
                    <a:pt x="78384" y="91579"/>
                  </a:lnTo>
                  <a:lnTo>
                    <a:pt x="79692" y="91490"/>
                  </a:lnTo>
                  <a:lnTo>
                    <a:pt x="81013" y="91414"/>
                  </a:lnTo>
                  <a:lnTo>
                    <a:pt x="82067" y="91020"/>
                  </a:lnTo>
                  <a:close/>
                </a:path>
                <a:path w="114934" h="117475">
                  <a:moveTo>
                    <a:pt x="106565" y="57556"/>
                  </a:moveTo>
                  <a:lnTo>
                    <a:pt x="102819" y="53187"/>
                  </a:lnTo>
                  <a:lnTo>
                    <a:pt x="102819" y="57556"/>
                  </a:lnTo>
                  <a:lnTo>
                    <a:pt x="98679" y="62382"/>
                  </a:lnTo>
                  <a:lnTo>
                    <a:pt x="98793" y="61772"/>
                  </a:lnTo>
                  <a:lnTo>
                    <a:pt x="98653" y="58699"/>
                  </a:lnTo>
                  <a:lnTo>
                    <a:pt x="98450" y="58026"/>
                  </a:lnTo>
                  <a:lnTo>
                    <a:pt x="99072" y="58166"/>
                  </a:lnTo>
                  <a:lnTo>
                    <a:pt x="100380" y="58077"/>
                  </a:lnTo>
                  <a:lnTo>
                    <a:pt x="101688" y="58000"/>
                  </a:lnTo>
                  <a:lnTo>
                    <a:pt x="102755" y="57607"/>
                  </a:lnTo>
                  <a:lnTo>
                    <a:pt x="102743" y="57480"/>
                  </a:lnTo>
                  <a:lnTo>
                    <a:pt x="102819" y="53187"/>
                  </a:lnTo>
                  <a:lnTo>
                    <a:pt x="102019" y="52260"/>
                  </a:lnTo>
                  <a:lnTo>
                    <a:pt x="102019" y="56642"/>
                  </a:lnTo>
                  <a:lnTo>
                    <a:pt x="101625" y="56540"/>
                  </a:lnTo>
                  <a:lnTo>
                    <a:pt x="98996" y="56705"/>
                  </a:lnTo>
                  <a:lnTo>
                    <a:pt x="98386" y="56946"/>
                  </a:lnTo>
                  <a:lnTo>
                    <a:pt x="98513" y="56222"/>
                  </a:lnTo>
                  <a:lnTo>
                    <a:pt x="98437" y="54698"/>
                  </a:lnTo>
                  <a:lnTo>
                    <a:pt x="98361" y="53162"/>
                  </a:lnTo>
                  <a:lnTo>
                    <a:pt x="98094" y="52222"/>
                  </a:lnTo>
                  <a:lnTo>
                    <a:pt x="98094" y="63068"/>
                  </a:lnTo>
                  <a:lnTo>
                    <a:pt x="84315" y="79133"/>
                  </a:lnTo>
                  <a:lnTo>
                    <a:pt x="79514" y="73558"/>
                  </a:lnTo>
                  <a:lnTo>
                    <a:pt x="80594" y="73812"/>
                  </a:lnTo>
                  <a:lnTo>
                    <a:pt x="83223" y="73647"/>
                  </a:lnTo>
                  <a:lnTo>
                    <a:pt x="83794" y="73431"/>
                  </a:lnTo>
                  <a:lnTo>
                    <a:pt x="83680" y="74129"/>
                  </a:lnTo>
                  <a:lnTo>
                    <a:pt x="83756" y="75666"/>
                  </a:lnTo>
                  <a:lnTo>
                    <a:pt x="83820" y="77190"/>
                  </a:lnTo>
                  <a:lnTo>
                    <a:pt x="84162" y="78422"/>
                  </a:lnTo>
                  <a:lnTo>
                    <a:pt x="84848" y="78371"/>
                  </a:lnTo>
                  <a:lnTo>
                    <a:pt x="85077" y="77114"/>
                  </a:lnTo>
                  <a:lnTo>
                    <a:pt x="84924" y="74053"/>
                  </a:lnTo>
                  <a:lnTo>
                    <a:pt x="84734" y="73367"/>
                  </a:lnTo>
                  <a:lnTo>
                    <a:pt x="85344" y="73507"/>
                  </a:lnTo>
                  <a:lnTo>
                    <a:pt x="86664" y="73431"/>
                  </a:lnTo>
                  <a:lnTo>
                    <a:pt x="87972" y="73342"/>
                  </a:lnTo>
                  <a:lnTo>
                    <a:pt x="89014" y="72961"/>
                  </a:lnTo>
                  <a:lnTo>
                    <a:pt x="89001" y="72542"/>
                  </a:lnTo>
                  <a:lnTo>
                    <a:pt x="88988" y="72148"/>
                  </a:lnTo>
                  <a:lnTo>
                    <a:pt x="87909" y="71894"/>
                  </a:lnTo>
                  <a:lnTo>
                    <a:pt x="85280" y="72059"/>
                  </a:lnTo>
                  <a:lnTo>
                    <a:pt x="84645" y="72288"/>
                  </a:lnTo>
                  <a:lnTo>
                    <a:pt x="84785" y="71564"/>
                  </a:lnTo>
                  <a:lnTo>
                    <a:pt x="84709" y="70040"/>
                  </a:lnTo>
                  <a:lnTo>
                    <a:pt x="84645" y="68516"/>
                  </a:lnTo>
                  <a:lnTo>
                    <a:pt x="84302" y="67284"/>
                  </a:lnTo>
                  <a:lnTo>
                    <a:pt x="83616" y="67322"/>
                  </a:lnTo>
                  <a:lnTo>
                    <a:pt x="83400" y="68580"/>
                  </a:lnTo>
                  <a:lnTo>
                    <a:pt x="83540" y="71653"/>
                  </a:lnTo>
                  <a:lnTo>
                    <a:pt x="83718" y="72339"/>
                  </a:lnTo>
                  <a:lnTo>
                    <a:pt x="83146" y="72186"/>
                  </a:lnTo>
                  <a:lnTo>
                    <a:pt x="81838" y="72275"/>
                  </a:lnTo>
                  <a:lnTo>
                    <a:pt x="80530" y="72351"/>
                  </a:lnTo>
                  <a:lnTo>
                    <a:pt x="79476" y="72745"/>
                  </a:lnTo>
                  <a:lnTo>
                    <a:pt x="79502" y="73545"/>
                  </a:lnTo>
                  <a:lnTo>
                    <a:pt x="66179" y="58000"/>
                  </a:lnTo>
                  <a:lnTo>
                    <a:pt x="67246" y="58242"/>
                  </a:lnTo>
                  <a:lnTo>
                    <a:pt x="69875" y="58077"/>
                  </a:lnTo>
                  <a:lnTo>
                    <a:pt x="70459" y="57861"/>
                  </a:lnTo>
                  <a:lnTo>
                    <a:pt x="70332" y="58559"/>
                  </a:lnTo>
                  <a:lnTo>
                    <a:pt x="70408" y="60096"/>
                  </a:lnTo>
                  <a:lnTo>
                    <a:pt x="70472" y="61620"/>
                  </a:lnTo>
                  <a:lnTo>
                    <a:pt x="70815" y="62852"/>
                  </a:lnTo>
                  <a:lnTo>
                    <a:pt x="71501" y="62801"/>
                  </a:lnTo>
                  <a:lnTo>
                    <a:pt x="71729" y="61544"/>
                  </a:lnTo>
                  <a:lnTo>
                    <a:pt x="71577" y="58483"/>
                  </a:lnTo>
                  <a:lnTo>
                    <a:pt x="71386" y="57797"/>
                  </a:lnTo>
                  <a:lnTo>
                    <a:pt x="71996" y="57937"/>
                  </a:lnTo>
                  <a:lnTo>
                    <a:pt x="73317" y="57861"/>
                  </a:lnTo>
                  <a:lnTo>
                    <a:pt x="74625" y="57772"/>
                  </a:lnTo>
                  <a:lnTo>
                    <a:pt x="75679" y="57391"/>
                  </a:lnTo>
                  <a:lnTo>
                    <a:pt x="75641" y="56578"/>
                  </a:lnTo>
                  <a:lnTo>
                    <a:pt x="74561" y="56324"/>
                  </a:lnTo>
                  <a:lnTo>
                    <a:pt x="71932" y="56489"/>
                  </a:lnTo>
                  <a:lnTo>
                    <a:pt x="71310" y="56718"/>
                  </a:lnTo>
                  <a:lnTo>
                    <a:pt x="71437" y="56007"/>
                  </a:lnTo>
                  <a:lnTo>
                    <a:pt x="71361" y="54470"/>
                  </a:lnTo>
                  <a:lnTo>
                    <a:pt x="71297" y="52946"/>
                  </a:lnTo>
                  <a:lnTo>
                    <a:pt x="70954" y="51714"/>
                  </a:lnTo>
                  <a:lnTo>
                    <a:pt x="70802" y="51727"/>
                  </a:lnTo>
                  <a:lnTo>
                    <a:pt x="83820" y="36550"/>
                  </a:lnTo>
                  <a:lnTo>
                    <a:pt x="83654" y="37528"/>
                  </a:lnTo>
                  <a:lnTo>
                    <a:pt x="83794" y="40589"/>
                  </a:lnTo>
                  <a:lnTo>
                    <a:pt x="84124" y="41821"/>
                  </a:lnTo>
                  <a:lnTo>
                    <a:pt x="84823" y="41770"/>
                  </a:lnTo>
                  <a:lnTo>
                    <a:pt x="85039" y="40513"/>
                  </a:lnTo>
                  <a:lnTo>
                    <a:pt x="84963" y="38976"/>
                  </a:lnTo>
                  <a:lnTo>
                    <a:pt x="84899" y="37452"/>
                  </a:lnTo>
                  <a:lnTo>
                    <a:pt x="84556" y="36271"/>
                  </a:lnTo>
                  <a:lnTo>
                    <a:pt x="98005" y="51955"/>
                  </a:lnTo>
                  <a:lnTo>
                    <a:pt x="97345" y="51981"/>
                  </a:lnTo>
                  <a:lnTo>
                    <a:pt x="97116" y="53238"/>
                  </a:lnTo>
                  <a:lnTo>
                    <a:pt x="97269" y="56311"/>
                  </a:lnTo>
                  <a:lnTo>
                    <a:pt x="97447" y="56984"/>
                  </a:lnTo>
                  <a:lnTo>
                    <a:pt x="96875" y="56845"/>
                  </a:lnTo>
                  <a:lnTo>
                    <a:pt x="95567" y="56921"/>
                  </a:lnTo>
                  <a:lnTo>
                    <a:pt x="94259" y="57010"/>
                  </a:lnTo>
                  <a:lnTo>
                    <a:pt x="93192" y="57391"/>
                  </a:lnTo>
                  <a:lnTo>
                    <a:pt x="93243" y="58204"/>
                  </a:lnTo>
                  <a:lnTo>
                    <a:pt x="94310" y="58470"/>
                  </a:lnTo>
                  <a:lnTo>
                    <a:pt x="96939" y="58293"/>
                  </a:lnTo>
                  <a:lnTo>
                    <a:pt x="97523" y="58089"/>
                  </a:lnTo>
                  <a:lnTo>
                    <a:pt x="97409" y="58788"/>
                  </a:lnTo>
                  <a:lnTo>
                    <a:pt x="97472" y="60312"/>
                  </a:lnTo>
                  <a:lnTo>
                    <a:pt x="97548" y="61849"/>
                  </a:lnTo>
                  <a:lnTo>
                    <a:pt x="97891" y="63068"/>
                  </a:lnTo>
                  <a:lnTo>
                    <a:pt x="98094" y="63068"/>
                  </a:lnTo>
                  <a:lnTo>
                    <a:pt x="98094" y="52222"/>
                  </a:lnTo>
                  <a:lnTo>
                    <a:pt x="98031" y="51993"/>
                  </a:lnTo>
                  <a:lnTo>
                    <a:pt x="102019" y="56642"/>
                  </a:lnTo>
                  <a:lnTo>
                    <a:pt x="102019" y="52260"/>
                  </a:lnTo>
                  <a:lnTo>
                    <a:pt x="88061" y="35966"/>
                  </a:lnTo>
                  <a:lnTo>
                    <a:pt x="84531" y="31864"/>
                  </a:lnTo>
                  <a:lnTo>
                    <a:pt x="84531" y="36233"/>
                  </a:lnTo>
                  <a:lnTo>
                    <a:pt x="84061" y="36258"/>
                  </a:lnTo>
                  <a:lnTo>
                    <a:pt x="84315" y="35966"/>
                  </a:lnTo>
                  <a:lnTo>
                    <a:pt x="84531" y="36233"/>
                  </a:lnTo>
                  <a:lnTo>
                    <a:pt x="84531" y="31864"/>
                  </a:lnTo>
                  <a:lnTo>
                    <a:pt x="84315" y="31610"/>
                  </a:lnTo>
                  <a:lnTo>
                    <a:pt x="70370" y="47879"/>
                  </a:lnTo>
                  <a:lnTo>
                    <a:pt x="70370" y="56769"/>
                  </a:lnTo>
                  <a:lnTo>
                    <a:pt x="69799" y="56616"/>
                  </a:lnTo>
                  <a:lnTo>
                    <a:pt x="68491" y="56705"/>
                  </a:lnTo>
                  <a:lnTo>
                    <a:pt x="67183" y="56794"/>
                  </a:lnTo>
                  <a:lnTo>
                    <a:pt x="66154" y="57175"/>
                  </a:lnTo>
                  <a:lnTo>
                    <a:pt x="66154" y="57975"/>
                  </a:lnTo>
                  <a:lnTo>
                    <a:pt x="65811" y="57556"/>
                  </a:lnTo>
                  <a:lnTo>
                    <a:pt x="66128" y="57188"/>
                  </a:lnTo>
                  <a:lnTo>
                    <a:pt x="66154" y="57975"/>
                  </a:lnTo>
                  <a:lnTo>
                    <a:pt x="66154" y="57175"/>
                  </a:lnTo>
                  <a:lnTo>
                    <a:pt x="70142" y="52514"/>
                  </a:lnTo>
                  <a:lnTo>
                    <a:pt x="70053" y="53022"/>
                  </a:lnTo>
                  <a:lnTo>
                    <a:pt x="70192" y="56083"/>
                  </a:lnTo>
                  <a:lnTo>
                    <a:pt x="70370" y="56769"/>
                  </a:lnTo>
                  <a:lnTo>
                    <a:pt x="70370" y="47879"/>
                  </a:lnTo>
                  <a:lnTo>
                    <a:pt x="63347" y="56057"/>
                  </a:lnTo>
                  <a:lnTo>
                    <a:pt x="60896" y="53200"/>
                  </a:lnTo>
                  <a:lnTo>
                    <a:pt x="60896" y="57556"/>
                  </a:lnTo>
                  <a:lnTo>
                    <a:pt x="56756" y="62382"/>
                  </a:lnTo>
                  <a:lnTo>
                    <a:pt x="56870" y="61772"/>
                  </a:lnTo>
                  <a:lnTo>
                    <a:pt x="56718" y="58699"/>
                  </a:lnTo>
                  <a:lnTo>
                    <a:pt x="56527" y="58013"/>
                  </a:lnTo>
                  <a:lnTo>
                    <a:pt x="57150" y="58166"/>
                  </a:lnTo>
                  <a:lnTo>
                    <a:pt x="58458" y="58077"/>
                  </a:lnTo>
                  <a:lnTo>
                    <a:pt x="59766" y="58000"/>
                  </a:lnTo>
                  <a:lnTo>
                    <a:pt x="60820" y="57607"/>
                  </a:lnTo>
                  <a:lnTo>
                    <a:pt x="60807" y="57467"/>
                  </a:lnTo>
                  <a:lnTo>
                    <a:pt x="60896" y="53200"/>
                  </a:lnTo>
                  <a:lnTo>
                    <a:pt x="60096" y="52273"/>
                  </a:lnTo>
                  <a:lnTo>
                    <a:pt x="60096" y="56642"/>
                  </a:lnTo>
                  <a:lnTo>
                    <a:pt x="59702" y="56540"/>
                  </a:lnTo>
                  <a:lnTo>
                    <a:pt x="57073" y="56705"/>
                  </a:lnTo>
                  <a:lnTo>
                    <a:pt x="56451" y="56946"/>
                  </a:lnTo>
                  <a:lnTo>
                    <a:pt x="56591" y="56222"/>
                  </a:lnTo>
                  <a:lnTo>
                    <a:pt x="56515" y="54698"/>
                  </a:lnTo>
                  <a:lnTo>
                    <a:pt x="56438" y="53162"/>
                  </a:lnTo>
                  <a:lnTo>
                    <a:pt x="56172" y="52222"/>
                  </a:lnTo>
                  <a:lnTo>
                    <a:pt x="56172" y="63068"/>
                  </a:lnTo>
                  <a:lnTo>
                    <a:pt x="42392" y="79133"/>
                  </a:lnTo>
                  <a:lnTo>
                    <a:pt x="37592" y="73558"/>
                  </a:lnTo>
                  <a:lnTo>
                    <a:pt x="38658" y="73812"/>
                  </a:lnTo>
                  <a:lnTo>
                    <a:pt x="41287" y="73647"/>
                  </a:lnTo>
                  <a:lnTo>
                    <a:pt x="41871" y="73431"/>
                  </a:lnTo>
                  <a:lnTo>
                    <a:pt x="41744" y="74129"/>
                  </a:lnTo>
                  <a:lnTo>
                    <a:pt x="41821" y="75666"/>
                  </a:lnTo>
                  <a:lnTo>
                    <a:pt x="41897" y="77190"/>
                  </a:lnTo>
                  <a:lnTo>
                    <a:pt x="42227" y="78422"/>
                  </a:lnTo>
                  <a:lnTo>
                    <a:pt x="42926" y="78371"/>
                  </a:lnTo>
                  <a:lnTo>
                    <a:pt x="43141" y="77114"/>
                  </a:lnTo>
                  <a:lnTo>
                    <a:pt x="43002" y="74053"/>
                  </a:lnTo>
                  <a:lnTo>
                    <a:pt x="42799" y="73367"/>
                  </a:lnTo>
                  <a:lnTo>
                    <a:pt x="43421" y="73507"/>
                  </a:lnTo>
                  <a:lnTo>
                    <a:pt x="44729" y="73431"/>
                  </a:lnTo>
                  <a:lnTo>
                    <a:pt x="46037" y="73342"/>
                  </a:lnTo>
                  <a:lnTo>
                    <a:pt x="47091" y="72961"/>
                  </a:lnTo>
                  <a:lnTo>
                    <a:pt x="47053" y="72148"/>
                  </a:lnTo>
                  <a:lnTo>
                    <a:pt x="45974" y="71894"/>
                  </a:lnTo>
                  <a:lnTo>
                    <a:pt x="43345" y="72059"/>
                  </a:lnTo>
                  <a:lnTo>
                    <a:pt x="42722" y="72288"/>
                  </a:lnTo>
                  <a:lnTo>
                    <a:pt x="42862" y="71564"/>
                  </a:lnTo>
                  <a:lnTo>
                    <a:pt x="42786" y="70040"/>
                  </a:lnTo>
                  <a:lnTo>
                    <a:pt x="42710" y="68516"/>
                  </a:lnTo>
                  <a:lnTo>
                    <a:pt x="42379" y="67284"/>
                  </a:lnTo>
                  <a:lnTo>
                    <a:pt x="41681" y="67322"/>
                  </a:lnTo>
                  <a:lnTo>
                    <a:pt x="41465" y="68580"/>
                  </a:lnTo>
                  <a:lnTo>
                    <a:pt x="41617" y="71653"/>
                  </a:lnTo>
                  <a:lnTo>
                    <a:pt x="41795" y="72339"/>
                  </a:lnTo>
                  <a:lnTo>
                    <a:pt x="41224" y="72186"/>
                  </a:lnTo>
                  <a:lnTo>
                    <a:pt x="39903" y="72275"/>
                  </a:lnTo>
                  <a:lnTo>
                    <a:pt x="38595" y="72351"/>
                  </a:lnTo>
                  <a:lnTo>
                    <a:pt x="37541" y="72745"/>
                  </a:lnTo>
                  <a:lnTo>
                    <a:pt x="37566" y="73533"/>
                  </a:lnTo>
                  <a:lnTo>
                    <a:pt x="24257" y="58000"/>
                  </a:lnTo>
                  <a:lnTo>
                    <a:pt x="25311" y="58242"/>
                  </a:lnTo>
                  <a:lnTo>
                    <a:pt x="27940" y="58077"/>
                  </a:lnTo>
                  <a:lnTo>
                    <a:pt x="28524" y="57861"/>
                  </a:lnTo>
                  <a:lnTo>
                    <a:pt x="28409" y="58559"/>
                  </a:lnTo>
                  <a:lnTo>
                    <a:pt x="28473" y="60096"/>
                  </a:lnTo>
                  <a:lnTo>
                    <a:pt x="28549" y="61620"/>
                  </a:lnTo>
                  <a:lnTo>
                    <a:pt x="28892" y="62852"/>
                  </a:lnTo>
                  <a:lnTo>
                    <a:pt x="29578" y="62801"/>
                  </a:lnTo>
                  <a:lnTo>
                    <a:pt x="29794" y="61544"/>
                  </a:lnTo>
                  <a:lnTo>
                    <a:pt x="29654" y="58483"/>
                  </a:lnTo>
                  <a:lnTo>
                    <a:pt x="29451" y="57797"/>
                  </a:lnTo>
                  <a:lnTo>
                    <a:pt x="30073" y="57937"/>
                  </a:lnTo>
                  <a:lnTo>
                    <a:pt x="31381" y="57861"/>
                  </a:lnTo>
                  <a:lnTo>
                    <a:pt x="32689" y="57772"/>
                  </a:lnTo>
                  <a:lnTo>
                    <a:pt x="33756" y="57391"/>
                  </a:lnTo>
                  <a:lnTo>
                    <a:pt x="33705" y="56578"/>
                  </a:lnTo>
                  <a:lnTo>
                    <a:pt x="32626" y="56324"/>
                  </a:lnTo>
                  <a:lnTo>
                    <a:pt x="29997" y="56489"/>
                  </a:lnTo>
                  <a:lnTo>
                    <a:pt x="29387" y="56718"/>
                  </a:lnTo>
                  <a:lnTo>
                    <a:pt x="29514" y="56007"/>
                  </a:lnTo>
                  <a:lnTo>
                    <a:pt x="29438" y="54470"/>
                  </a:lnTo>
                  <a:lnTo>
                    <a:pt x="29362" y="52946"/>
                  </a:lnTo>
                  <a:lnTo>
                    <a:pt x="29032" y="51714"/>
                  </a:lnTo>
                  <a:lnTo>
                    <a:pt x="28879" y="51727"/>
                  </a:lnTo>
                  <a:lnTo>
                    <a:pt x="41897" y="36550"/>
                  </a:lnTo>
                  <a:lnTo>
                    <a:pt x="41719" y="37528"/>
                  </a:lnTo>
                  <a:lnTo>
                    <a:pt x="41871" y="40589"/>
                  </a:lnTo>
                  <a:lnTo>
                    <a:pt x="42049" y="41275"/>
                  </a:lnTo>
                  <a:lnTo>
                    <a:pt x="41465" y="41122"/>
                  </a:lnTo>
                  <a:lnTo>
                    <a:pt x="40157" y="41211"/>
                  </a:lnTo>
                  <a:lnTo>
                    <a:pt x="38849" y="41300"/>
                  </a:lnTo>
                  <a:lnTo>
                    <a:pt x="37795" y="41681"/>
                  </a:lnTo>
                  <a:lnTo>
                    <a:pt x="37833" y="42494"/>
                  </a:lnTo>
                  <a:lnTo>
                    <a:pt x="38912" y="42748"/>
                  </a:lnTo>
                  <a:lnTo>
                    <a:pt x="41541" y="42583"/>
                  </a:lnTo>
                  <a:lnTo>
                    <a:pt x="42125" y="42379"/>
                  </a:lnTo>
                  <a:lnTo>
                    <a:pt x="42011" y="43078"/>
                  </a:lnTo>
                  <a:lnTo>
                    <a:pt x="42075" y="44602"/>
                  </a:lnTo>
                  <a:lnTo>
                    <a:pt x="42151" y="46126"/>
                  </a:lnTo>
                  <a:lnTo>
                    <a:pt x="42481" y="47358"/>
                  </a:lnTo>
                  <a:lnTo>
                    <a:pt x="43180" y="47307"/>
                  </a:lnTo>
                  <a:lnTo>
                    <a:pt x="43395" y="46062"/>
                  </a:lnTo>
                  <a:lnTo>
                    <a:pt x="43256" y="42989"/>
                  </a:lnTo>
                  <a:lnTo>
                    <a:pt x="43053" y="42316"/>
                  </a:lnTo>
                  <a:lnTo>
                    <a:pt x="43675" y="42456"/>
                  </a:lnTo>
                  <a:lnTo>
                    <a:pt x="44983" y="42367"/>
                  </a:lnTo>
                  <a:lnTo>
                    <a:pt x="46291" y="42278"/>
                  </a:lnTo>
                  <a:lnTo>
                    <a:pt x="47345" y="41897"/>
                  </a:lnTo>
                  <a:lnTo>
                    <a:pt x="47332" y="41770"/>
                  </a:lnTo>
                  <a:lnTo>
                    <a:pt x="56083" y="51955"/>
                  </a:lnTo>
                  <a:lnTo>
                    <a:pt x="55410" y="51981"/>
                  </a:lnTo>
                  <a:lnTo>
                    <a:pt x="55194" y="53238"/>
                  </a:lnTo>
                  <a:lnTo>
                    <a:pt x="55333" y="56311"/>
                  </a:lnTo>
                  <a:lnTo>
                    <a:pt x="55511" y="56984"/>
                  </a:lnTo>
                  <a:lnTo>
                    <a:pt x="54940" y="56845"/>
                  </a:lnTo>
                  <a:lnTo>
                    <a:pt x="53632" y="56921"/>
                  </a:lnTo>
                  <a:lnTo>
                    <a:pt x="52324" y="57010"/>
                  </a:lnTo>
                  <a:lnTo>
                    <a:pt x="51282" y="57391"/>
                  </a:lnTo>
                  <a:lnTo>
                    <a:pt x="51282" y="57810"/>
                  </a:lnTo>
                  <a:lnTo>
                    <a:pt x="51308" y="58204"/>
                  </a:lnTo>
                  <a:lnTo>
                    <a:pt x="52387" y="58470"/>
                  </a:lnTo>
                  <a:lnTo>
                    <a:pt x="55016" y="58293"/>
                  </a:lnTo>
                  <a:lnTo>
                    <a:pt x="55600" y="58089"/>
                  </a:lnTo>
                  <a:lnTo>
                    <a:pt x="55473" y="58788"/>
                  </a:lnTo>
                  <a:lnTo>
                    <a:pt x="55549" y="60312"/>
                  </a:lnTo>
                  <a:lnTo>
                    <a:pt x="55626" y="61849"/>
                  </a:lnTo>
                  <a:lnTo>
                    <a:pt x="55956" y="63068"/>
                  </a:lnTo>
                  <a:lnTo>
                    <a:pt x="56172" y="63068"/>
                  </a:lnTo>
                  <a:lnTo>
                    <a:pt x="56172" y="52222"/>
                  </a:lnTo>
                  <a:lnTo>
                    <a:pt x="56108" y="51993"/>
                  </a:lnTo>
                  <a:lnTo>
                    <a:pt x="60096" y="56642"/>
                  </a:lnTo>
                  <a:lnTo>
                    <a:pt x="60096" y="52273"/>
                  </a:lnTo>
                  <a:lnTo>
                    <a:pt x="46621" y="36537"/>
                  </a:lnTo>
                  <a:lnTo>
                    <a:pt x="46621" y="40932"/>
                  </a:lnTo>
                  <a:lnTo>
                    <a:pt x="46228" y="40830"/>
                  </a:lnTo>
                  <a:lnTo>
                    <a:pt x="43599" y="40995"/>
                  </a:lnTo>
                  <a:lnTo>
                    <a:pt x="42976" y="41236"/>
                  </a:lnTo>
                  <a:lnTo>
                    <a:pt x="43116" y="40513"/>
                  </a:lnTo>
                  <a:lnTo>
                    <a:pt x="43040" y="38976"/>
                  </a:lnTo>
                  <a:lnTo>
                    <a:pt x="42964" y="37452"/>
                  </a:lnTo>
                  <a:lnTo>
                    <a:pt x="42633" y="36271"/>
                  </a:lnTo>
                  <a:lnTo>
                    <a:pt x="46621" y="40932"/>
                  </a:lnTo>
                  <a:lnTo>
                    <a:pt x="46621" y="36537"/>
                  </a:lnTo>
                  <a:lnTo>
                    <a:pt x="46139" y="35966"/>
                  </a:lnTo>
                  <a:lnTo>
                    <a:pt x="42608" y="31864"/>
                  </a:lnTo>
                  <a:lnTo>
                    <a:pt x="42608" y="36233"/>
                  </a:lnTo>
                  <a:lnTo>
                    <a:pt x="42138" y="36258"/>
                  </a:lnTo>
                  <a:lnTo>
                    <a:pt x="42392" y="35966"/>
                  </a:lnTo>
                  <a:lnTo>
                    <a:pt x="42608" y="36233"/>
                  </a:lnTo>
                  <a:lnTo>
                    <a:pt x="42608" y="31864"/>
                  </a:lnTo>
                  <a:lnTo>
                    <a:pt x="42392" y="31610"/>
                  </a:lnTo>
                  <a:lnTo>
                    <a:pt x="28448" y="47879"/>
                  </a:lnTo>
                  <a:lnTo>
                    <a:pt x="28448" y="56769"/>
                  </a:lnTo>
                  <a:lnTo>
                    <a:pt x="27876" y="56616"/>
                  </a:lnTo>
                  <a:lnTo>
                    <a:pt x="26568" y="56705"/>
                  </a:lnTo>
                  <a:lnTo>
                    <a:pt x="25260" y="56794"/>
                  </a:lnTo>
                  <a:lnTo>
                    <a:pt x="24231" y="57175"/>
                  </a:lnTo>
                  <a:lnTo>
                    <a:pt x="24231" y="57975"/>
                  </a:lnTo>
                  <a:lnTo>
                    <a:pt x="23888" y="57556"/>
                  </a:lnTo>
                  <a:lnTo>
                    <a:pt x="24193" y="57200"/>
                  </a:lnTo>
                  <a:lnTo>
                    <a:pt x="24231" y="57975"/>
                  </a:lnTo>
                  <a:lnTo>
                    <a:pt x="24231" y="57175"/>
                  </a:lnTo>
                  <a:lnTo>
                    <a:pt x="28206" y="52514"/>
                  </a:lnTo>
                  <a:lnTo>
                    <a:pt x="28117" y="53022"/>
                  </a:lnTo>
                  <a:lnTo>
                    <a:pt x="28270" y="56083"/>
                  </a:lnTo>
                  <a:lnTo>
                    <a:pt x="28448" y="56769"/>
                  </a:lnTo>
                  <a:lnTo>
                    <a:pt x="28448" y="47879"/>
                  </a:lnTo>
                  <a:lnTo>
                    <a:pt x="20142" y="57556"/>
                  </a:lnTo>
                  <a:lnTo>
                    <a:pt x="42392" y="83502"/>
                  </a:lnTo>
                  <a:lnTo>
                    <a:pt x="46139" y="79133"/>
                  </a:lnTo>
                  <a:lnTo>
                    <a:pt x="63347" y="59067"/>
                  </a:lnTo>
                  <a:lnTo>
                    <a:pt x="84315" y="83502"/>
                  </a:lnTo>
                  <a:lnTo>
                    <a:pt x="88061" y="79133"/>
                  </a:lnTo>
                  <a:lnTo>
                    <a:pt x="106565" y="57556"/>
                  </a:lnTo>
                  <a:close/>
                </a:path>
                <a:path w="114934" h="117475">
                  <a:moveTo>
                    <a:pt x="114642" y="90538"/>
                  </a:moveTo>
                  <a:lnTo>
                    <a:pt x="113893" y="90805"/>
                  </a:lnTo>
                  <a:lnTo>
                    <a:pt x="113944" y="91617"/>
                  </a:lnTo>
                  <a:lnTo>
                    <a:pt x="114642" y="91782"/>
                  </a:lnTo>
                  <a:lnTo>
                    <a:pt x="114642" y="90538"/>
                  </a:lnTo>
                  <a:close/>
                </a:path>
                <a:path w="114934" h="117475">
                  <a:moveTo>
                    <a:pt x="114642" y="76238"/>
                  </a:moveTo>
                  <a:lnTo>
                    <a:pt x="109258" y="69964"/>
                  </a:lnTo>
                  <a:lnTo>
                    <a:pt x="109258" y="74345"/>
                  </a:lnTo>
                  <a:lnTo>
                    <a:pt x="108864" y="74244"/>
                  </a:lnTo>
                  <a:lnTo>
                    <a:pt x="106235" y="74409"/>
                  </a:lnTo>
                  <a:lnTo>
                    <a:pt x="105613" y="74637"/>
                  </a:lnTo>
                  <a:lnTo>
                    <a:pt x="105740" y="73914"/>
                  </a:lnTo>
                  <a:lnTo>
                    <a:pt x="105676" y="72390"/>
                  </a:lnTo>
                  <a:lnTo>
                    <a:pt x="105600" y="70866"/>
                  </a:lnTo>
                  <a:lnTo>
                    <a:pt x="105270" y="69684"/>
                  </a:lnTo>
                  <a:lnTo>
                    <a:pt x="109258" y="74345"/>
                  </a:lnTo>
                  <a:lnTo>
                    <a:pt x="109258" y="69964"/>
                  </a:lnTo>
                  <a:lnTo>
                    <a:pt x="108762" y="69380"/>
                  </a:lnTo>
                  <a:lnTo>
                    <a:pt x="105244" y="65278"/>
                  </a:lnTo>
                  <a:lnTo>
                    <a:pt x="105244" y="69646"/>
                  </a:lnTo>
                  <a:lnTo>
                    <a:pt x="104775" y="69672"/>
                  </a:lnTo>
                  <a:lnTo>
                    <a:pt x="105029" y="69380"/>
                  </a:lnTo>
                  <a:lnTo>
                    <a:pt x="105244" y="69646"/>
                  </a:lnTo>
                  <a:lnTo>
                    <a:pt x="105244" y="65278"/>
                  </a:lnTo>
                  <a:lnTo>
                    <a:pt x="105029" y="65024"/>
                  </a:lnTo>
                  <a:lnTo>
                    <a:pt x="91071" y="81305"/>
                  </a:lnTo>
                  <a:lnTo>
                    <a:pt x="91071" y="90182"/>
                  </a:lnTo>
                  <a:lnTo>
                    <a:pt x="90500" y="90030"/>
                  </a:lnTo>
                  <a:lnTo>
                    <a:pt x="89192" y="90119"/>
                  </a:lnTo>
                  <a:lnTo>
                    <a:pt x="87884" y="90195"/>
                  </a:lnTo>
                  <a:lnTo>
                    <a:pt x="86855" y="90589"/>
                  </a:lnTo>
                  <a:lnTo>
                    <a:pt x="86855" y="91376"/>
                  </a:lnTo>
                  <a:lnTo>
                    <a:pt x="86525" y="90970"/>
                  </a:lnTo>
                  <a:lnTo>
                    <a:pt x="86829" y="90614"/>
                  </a:lnTo>
                  <a:lnTo>
                    <a:pt x="86855" y="91376"/>
                  </a:lnTo>
                  <a:lnTo>
                    <a:pt x="86855" y="90589"/>
                  </a:lnTo>
                  <a:lnTo>
                    <a:pt x="90830" y="85940"/>
                  </a:lnTo>
                  <a:lnTo>
                    <a:pt x="90754" y="86423"/>
                  </a:lnTo>
                  <a:lnTo>
                    <a:pt x="90893" y="89496"/>
                  </a:lnTo>
                  <a:lnTo>
                    <a:pt x="91071" y="90182"/>
                  </a:lnTo>
                  <a:lnTo>
                    <a:pt x="91071" y="81305"/>
                  </a:lnTo>
                  <a:lnTo>
                    <a:pt x="82778" y="90970"/>
                  </a:lnTo>
                  <a:lnTo>
                    <a:pt x="105029" y="116916"/>
                  </a:lnTo>
                  <a:lnTo>
                    <a:pt x="108762" y="112547"/>
                  </a:lnTo>
                  <a:lnTo>
                    <a:pt x="114642" y="105702"/>
                  </a:lnTo>
                  <a:lnTo>
                    <a:pt x="114642" y="101333"/>
                  </a:lnTo>
                  <a:lnTo>
                    <a:pt x="105029" y="112547"/>
                  </a:lnTo>
                  <a:lnTo>
                    <a:pt x="100228" y="106972"/>
                  </a:lnTo>
                  <a:lnTo>
                    <a:pt x="101295" y="107226"/>
                  </a:lnTo>
                  <a:lnTo>
                    <a:pt x="103924" y="107061"/>
                  </a:lnTo>
                  <a:lnTo>
                    <a:pt x="104495" y="106845"/>
                  </a:lnTo>
                  <a:lnTo>
                    <a:pt x="104381" y="107543"/>
                  </a:lnTo>
                  <a:lnTo>
                    <a:pt x="104457" y="109080"/>
                  </a:lnTo>
                  <a:lnTo>
                    <a:pt x="104533" y="110604"/>
                  </a:lnTo>
                  <a:lnTo>
                    <a:pt x="104863" y="111823"/>
                  </a:lnTo>
                  <a:lnTo>
                    <a:pt x="105549" y="111785"/>
                  </a:lnTo>
                  <a:lnTo>
                    <a:pt x="105778" y="110528"/>
                  </a:lnTo>
                  <a:lnTo>
                    <a:pt x="105625" y="107467"/>
                  </a:lnTo>
                  <a:lnTo>
                    <a:pt x="105435" y="106781"/>
                  </a:lnTo>
                  <a:lnTo>
                    <a:pt x="106057" y="106921"/>
                  </a:lnTo>
                  <a:lnTo>
                    <a:pt x="107365" y="106845"/>
                  </a:lnTo>
                  <a:lnTo>
                    <a:pt x="108673" y="106756"/>
                  </a:lnTo>
                  <a:lnTo>
                    <a:pt x="109728" y="106362"/>
                  </a:lnTo>
                  <a:lnTo>
                    <a:pt x="109689" y="105562"/>
                  </a:lnTo>
                  <a:lnTo>
                    <a:pt x="108610" y="105295"/>
                  </a:lnTo>
                  <a:lnTo>
                    <a:pt x="105981" y="105473"/>
                  </a:lnTo>
                  <a:lnTo>
                    <a:pt x="105346" y="105702"/>
                  </a:lnTo>
                  <a:lnTo>
                    <a:pt x="105486" y="104978"/>
                  </a:lnTo>
                  <a:lnTo>
                    <a:pt x="105422" y="103454"/>
                  </a:lnTo>
                  <a:lnTo>
                    <a:pt x="105346" y="101917"/>
                  </a:lnTo>
                  <a:lnTo>
                    <a:pt x="105003" y="100698"/>
                  </a:lnTo>
                  <a:lnTo>
                    <a:pt x="104317" y="100736"/>
                  </a:lnTo>
                  <a:lnTo>
                    <a:pt x="104101" y="101993"/>
                  </a:lnTo>
                  <a:lnTo>
                    <a:pt x="104241" y="105067"/>
                  </a:lnTo>
                  <a:lnTo>
                    <a:pt x="104432" y="105752"/>
                  </a:lnTo>
                  <a:lnTo>
                    <a:pt x="103847" y="105600"/>
                  </a:lnTo>
                  <a:lnTo>
                    <a:pt x="102539" y="105689"/>
                  </a:lnTo>
                  <a:lnTo>
                    <a:pt x="101231" y="105765"/>
                  </a:lnTo>
                  <a:lnTo>
                    <a:pt x="100177" y="106159"/>
                  </a:lnTo>
                  <a:lnTo>
                    <a:pt x="100203" y="106946"/>
                  </a:lnTo>
                  <a:lnTo>
                    <a:pt x="86880" y="91401"/>
                  </a:lnTo>
                  <a:lnTo>
                    <a:pt x="87947" y="91655"/>
                  </a:lnTo>
                  <a:lnTo>
                    <a:pt x="90576" y="91490"/>
                  </a:lnTo>
                  <a:lnTo>
                    <a:pt x="91160" y="91274"/>
                  </a:lnTo>
                  <a:lnTo>
                    <a:pt x="91033" y="91973"/>
                  </a:lnTo>
                  <a:lnTo>
                    <a:pt x="91109" y="93510"/>
                  </a:lnTo>
                  <a:lnTo>
                    <a:pt x="91186" y="95034"/>
                  </a:lnTo>
                  <a:lnTo>
                    <a:pt x="91516" y="96266"/>
                  </a:lnTo>
                  <a:lnTo>
                    <a:pt x="92202" y="96215"/>
                  </a:lnTo>
                  <a:lnTo>
                    <a:pt x="92430" y="94957"/>
                  </a:lnTo>
                  <a:lnTo>
                    <a:pt x="92278" y="91897"/>
                  </a:lnTo>
                  <a:lnTo>
                    <a:pt x="92087" y="91211"/>
                  </a:lnTo>
                  <a:lnTo>
                    <a:pt x="92710" y="91351"/>
                  </a:lnTo>
                  <a:lnTo>
                    <a:pt x="94018" y="91274"/>
                  </a:lnTo>
                  <a:lnTo>
                    <a:pt x="95326" y="91186"/>
                  </a:lnTo>
                  <a:lnTo>
                    <a:pt x="96380" y="90805"/>
                  </a:lnTo>
                  <a:lnTo>
                    <a:pt x="96342" y="89992"/>
                  </a:lnTo>
                  <a:lnTo>
                    <a:pt x="95262" y="89738"/>
                  </a:lnTo>
                  <a:lnTo>
                    <a:pt x="92633" y="89903"/>
                  </a:lnTo>
                  <a:lnTo>
                    <a:pt x="92011" y="90131"/>
                  </a:lnTo>
                  <a:lnTo>
                    <a:pt x="92138" y="89408"/>
                  </a:lnTo>
                  <a:lnTo>
                    <a:pt x="92075" y="87884"/>
                  </a:lnTo>
                  <a:lnTo>
                    <a:pt x="91998" y="86360"/>
                  </a:lnTo>
                  <a:lnTo>
                    <a:pt x="91668" y="85128"/>
                  </a:lnTo>
                  <a:lnTo>
                    <a:pt x="91516" y="85140"/>
                  </a:lnTo>
                  <a:lnTo>
                    <a:pt x="104521" y="69977"/>
                  </a:lnTo>
                  <a:lnTo>
                    <a:pt x="104355" y="70942"/>
                  </a:lnTo>
                  <a:lnTo>
                    <a:pt x="104495" y="74002"/>
                  </a:lnTo>
                  <a:lnTo>
                    <a:pt x="104673" y="74688"/>
                  </a:lnTo>
                  <a:lnTo>
                    <a:pt x="104101" y="74536"/>
                  </a:lnTo>
                  <a:lnTo>
                    <a:pt x="102793" y="74625"/>
                  </a:lnTo>
                  <a:lnTo>
                    <a:pt x="101485" y="74701"/>
                  </a:lnTo>
                  <a:lnTo>
                    <a:pt x="100431" y="75095"/>
                  </a:lnTo>
                  <a:lnTo>
                    <a:pt x="100469" y="75895"/>
                  </a:lnTo>
                  <a:lnTo>
                    <a:pt x="101549" y="76161"/>
                  </a:lnTo>
                  <a:lnTo>
                    <a:pt x="104178" y="75996"/>
                  </a:lnTo>
                  <a:lnTo>
                    <a:pt x="104762" y="75780"/>
                  </a:lnTo>
                  <a:lnTo>
                    <a:pt x="104635" y="76479"/>
                  </a:lnTo>
                  <a:lnTo>
                    <a:pt x="104711" y="78016"/>
                  </a:lnTo>
                  <a:lnTo>
                    <a:pt x="104787" y="79540"/>
                  </a:lnTo>
                  <a:lnTo>
                    <a:pt x="105117" y="80772"/>
                  </a:lnTo>
                  <a:lnTo>
                    <a:pt x="105803" y="80721"/>
                  </a:lnTo>
                  <a:lnTo>
                    <a:pt x="106032" y="79463"/>
                  </a:lnTo>
                  <a:lnTo>
                    <a:pt x="105879" y="76403"/>
                  </a:lnTo>
                  <a:lnTo>
                    <a:pt x="105689" y="75717"/>
                  </a:lnTo>
                  <a:lnTo>
                    <a:pt x="106311" y="75857"/>
                  </a:lnTo>
                  <a:lnTo>
                    <a:pt x="107619" y="75780"/>
                  </a:lnTo>
                  <a:lnTo>
                    <a:pt x="108927" y="75692"/>
                  </a:lnTo>
                  <a:lnTo>
                    <a:pt x="109982" y="75311"/>
                  </a:lnTo>
                  <a:lnTo>
                    <a:pt x="109969" y="75171"/>
                  </a:lnTo>
                  <a:lnTo>
                    <a:pt x="114642" y="80606"/>
                  </a:lnTo>
                  <a:lnTo>
                    <a:pt x="114642" y="76238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11722456" y="7832528"/>
              <a:ext cx="118110" cy="277495"/>
            </a:xfrm>
            <a:custGeom>
              <a:avLst/>
              <a:gdLst/>
              <a:ahLst/>
              <a:cxnLst/>
              <a:rect l="l" t="t" r="r" b="b"/>
              <a:pathLst>
                <a:path w="118109" h="277495">
                  <a:moveTo>
                    <a:pt x="9359" y="72961"/>
                  </a:moveTo>
                  <a:lnTo>
                    <a:pt x="9309" y="72148"/>
                  </a:lnTo>
                  <a:lnTo>
                    <a:pt x="8242" y="71894"/>
                  </a:lnTo>
                  <a:lnTo>
                    <a:pt x="5613" y="72059"/>
                  </a:lnTo>
                  <a:lnTo>
                    <a:pt x="4991" y="72288"/>
                  </a:lnTo>
                  <a:lnTo>
                    <a:pt x="5118" y="71564"/>
                  </a:lnTo>
                  <a:lnTo>
                    <a:pt x="5041" y="70040"/>
                  </a:lnTo>
                  <a:lnTo>
                    <a:pt x="4978" y="68516"/>
                  </a:lnTo>
                  <a:lnTo>
                    <a:pt x="4635" y="67284"/>
                  </a:lnTo>
                  <a:lnTo>
                    <a:pt x="3962" y="67322"/>
                  </a:lnTo>
                  <a:lnTo>
                    <a:pt x="3721" y="68580"/>
                  </a:lnTo>
                  <a:lnTo>
                    <a:pt x="3873" y="71653"/>
                  </a:lnTo>
                  <a:lnTo>
                    <a:pt x="4051" y="72339"/>
                  </a:lnTo>
                  <a:lnTo>
                    <a:pt x="3479" y="72186"/>
                  </a:lnTo>
                  <a:lnTo>
                    <a:pt x="863" y="72351"/>
                  </a:lnTo>
                  <a:lnTo>
                    <a:pt x="0" y="72669"/>
                  </a:lnTo>
                  <a:lnTo>
                    <a:pt x="0" y="73583"/>
                  </a:lnTo>
                  <a:lnTo>
                    <a:pt x="927" y="73812"/>
                  </a:lnTo>
                  <a:lnTo>
                    <a:pt x="3556" y="73647"/>
                  </a:lnTo>
                  <a:lnTo>
                    <a:pt x="4127" y="73431"/>
                  </a:lnTo>
                  <a:lnTo>
                    <a:pt x="4013" y="74129"/>
                  </a:lnTo>
                  <a:lnTo>
                    <a:pt x="4089" y="75666"/>
                  </a:lnTo>
                  <a:lnTo>
                    <a:pt x="4152" y="77190"/>
                  </a:lnTo>
                  <a:lnTo>
                    <a:pt x="4495" y="78422"/>
                  </a:lnTo>
                  <a:lnTo>
                    <a:pt x="5168" y="78371"/>
                  </a:lnTo>
                  <a:lnTo>
                    <a:pt x="5410" y="77114"/>
                  </a:lnTo>
                  <a:lnTo>
                    <a:pt x="5257" y="74053"/>
                  </a:lnTo>
                  <a:lnTo>
                    <a:pt x="5067" y="73367"/>
                  </a:lnTo>
                  <a:lnTo>
                    <a:pt x="5676" y="73507"/>
                  </a:lnTo>
                  <a:lnTo>
                    <a:pt x="6985" y="73431"/>
                  </a:lnTo>
                  <a:lnTo>
                    <a:pt x="8293" y="73342"/>
                  </a:lnTo>
                  <a:lnTo>
                    <a:pt x="9359" y="72961"/>
                  </a:lnTo>
                  <a:close/>
                </a:path>
                <a:path w="118109" h="277495">
                  <a:moveTo>
                    <a:pt x="26898" y="57556"/>
                  </a:moveTo>
                  <a:lnTo>
                    <a:pt x="23152" y="53187"/>
                  </a:lnTo>
                  <a:lnTo>
                    <a:pt x="23152" y="57556"/>
                  </a:lnTo>
                  <a:lnTo>
                    <a:pt x="19011" y="62382"/>
                  </a:lnTo>
                  <a:lnTo>
                    <a:pt x="19126" y="61772"/>
                  </a:lnTo>
                  <a:lnTo>
                    <a:pt x="18986" y="58699"/>
                  </a:lnTo>
                  <a:lnTo>
                    <a:pt x="18783" y="58026"/>
                  </a:lnTo>
                  <a:lnTo>
                    <a:pt x="19405" y="58166"/>
                  </a:lnTo>
                  <a:lnTo>
                    <a:pt x="20713" y="58077"/>
                  </a:lnTo>
                  <a:lnTo>
                    <a:pt x="22021" y="58000"/>
                  </a:lnTo>
                  <a:lnTo>
                    <a:pt x="23088" y="57607"/>
                  </a:lnTo>
                  <a:lnTo>
                    <a:pt x="23075" y="57480"/>
                  </a:lnTo>
                  <a:lnTo>
                    <a:pt x="23152" y="53187"/>
                  </a:lnTo>
                  <a:lnTo>
                    <a:pt x="22352" y="52260"/>
                  </a:lnTo>
                  <a:lnTo>
                    <a:pt x="22352" y="56642"/>
                  </a:lnTo>
                  <a:lnTo>
                    <a:pt x="21958" y="56540"/>
                  </a:lnTo>
                  <a:lnTo>
                    <a:pt x="19329" y="56705"/>
                  </a:lnTo>
                  <a:lnTo>
                    <a:pt x="18719" y="56946"/>
                  </a:lnTo>
                  <a:lnTo>
                    <a:pt x="18846" y="56222"/>
                  </a:lnTo>
                  <a:lnTo>
                    <a:pt x="18770" y="54698"/>
                  </a:lnTo>
                  <a:lnTo>
                    <a:pt x="18694" y="53162"/>
                  </a:lnTo>
                  <a:lnTo>
                    <a:pt x="18364" y="51993"/>
                  </a:lnTo>
                  <a:lnTo>
                    <a:pt x="22352" y="56642"/>
                  </a:lnTo>
                  <a:lnTo>
                    <a:pt x="22352" y="52260"/>
                  </a:lnTo>
                  <a:lnTo>
                    <a:pt x="8864" y="36525"/>
                  </a:lnTo>
                  <a:lnTo>
                    <a:pt x="8864" y="40932"/>
                  </a:lnTo>
                  <a:lnTo>
                    <a:pt x="8496" y="40830"/>
                  </a:lnTo>
                  <a:lnTo>
                    <a:pt x="5867" y="40995"/>
                  </a:lnTo>
                  <a:lnTo>
                    <a:pt x="5232" y="41236"/>
                  </a:lnTo>
                  <a:lnTo>
                    <a:pt x="5372" y="40513"/>
                  </a:lnTo>
                  <a:lnTo>
                    <a:pt x="5295" y="38976"/>
                  </a:lnTo>
                  <a:lnTo>
                    <a:pt x="5232" y="37452"/>
                  </a:lnTo>
                  <a:lnTo>
                    <a:pt x="4889" y="36271"/>
                  </a:lnTo>
                  <a:lnTo>
                    <a:pt x="8864" y="40932"/>
                  </a:lnTo>
                  <a:lnTo>
                    <a:pt x="8864" y="36525"/>
                  </a:lnTo>
                  <a:lnTo>
                    <a:pt x="8394" y="35966"/>
                  </a:lnTo>
                  <a:lnTo>
                    <a:pt x="4864" y="31864"/>
                  </a:lnTo>
                  <a:lnTo>
                    <a:pt x="4864" y="36233"/>
                  </a:lnTo>
                  <a:lnTo>
                    <a:pt x="4394" y="36258"/>
                  </a:lnTo>
                  <a:lnTo>
                    <a:pt x="4648" y="35966"/>
                  </a:lnTo>
                  <a:lnTo>
                    <a:pt x="4864" y="36233"/>
                  </a:lnTo>
                  <a:lnTo>
                    <a:pt x="4864" y="31864"/>
                  </a:lnTo>
                  <a:lnTo>
                    <a:pt x="4648" y="31610"/>
                  </a:lnTo>
                  <a:lnTo>
                    <a:pt x="0" y="37020"/>
                  </a:lnTo>
                  <a:lnTo>
                    <a:pt x="0" y="41389"/>
                  </a:lnTo>
                  <a:lnTo>
                    <a:pt x="4152" y="36550"/>
                  </a:lnTo>
                  <a:lnTo>
                    <a:pt x="3987" y="37528"/>
                  </a:lnTo>
                  <a:lnTo>
                    <a:pt x="4127" y="40589"/>
                  </a:lnTo>
                  <a:lnTo>
                    <a:pt x="4305" y="41275"/>
                  </a:lnTo>
                  <a:lnTo>
                    <a:pt x="3733" y="41122"/>
                  </a:lnTo>
                  <a:lnTo>
                    <a:pt x="2425" y="41211"/>
                  </a:lnTo>
                  <a:lnTo>
                    <a:pt x="1117" y="41300"/>
                  </a:lnTo>
                  <a:lnTo>
                    <a:pt x="63" y="41681"/>
                  </a:lnTo>
                  <a:lnTo>
                    <a:pt x="101" y="42494"/>
                  </a:lnTo>
                  <a:lnTo>
                    <a:pt x="1181" y="42748"/>
                  </a:lnTo>
                  <a:lnTo>
                    <a:pt x="3810" y="42583"/>
                  </a:lnTo>
                  <a:lnTo>
                    <a:pt x="4381" y="42379"/>
                  </a:lnTo>
                  <a:lnTo>
                    <a:pt x="4267" y="43078"/>
                  </a:lnTo>
                  <a:lnTo>
                    <a:pt x="4343" y="44602"/>
                  </a:lnTo>
                  <a:lnTo>
                    <a:pt x="4406" y="46126"/>
                  </a:lnTo>
                  <a:lnTo>
                    <a:pt x="4749" y="47358"/>
                  </a:lnTo>
                  <a:lnTo>
                    <a:pt x="5435" y="47307"/>
                  </a:lnTo>
                  <a:lnTo>
                    <a:pt x="5664" y="46062"/>
                  </a:lnTo>
                  <a:lnTo>
                    <a:pt x="5511" y="42989"/>
                  </a:lnTo>
                  <a:lnTo>
                    <a:pt x="5321" y="42316"/>
                  </a:lnTo>
                  <a:lnTo>
                    <a:pt x="5930" y="42456"/>
                  </a:lnTo>
                  <a:lnTo>
                    <a:pt x="7239" y="42367"/>
                  </a:lnTo>
                  <a:lnTo>
                    <a:pt x="8559" y="42278"/>
                  </a:lnTo>
                  <a:lnTo>
                    <a:pt x="9613" y="41897"/>
                  </a:lnTo>
                  <a:lnTo>
                    <a:pt x="18338" y="51955"/>
                  </a:lnTo>
                  <a:lnTo>
                    <a:pt x="17678" y="51981"/>
                  </a:lnTo>
                  <a:lnTo>
                    <a:pt x="17449" y="53238"/>
                  </a:lnTo>
                  <a:lnTo>
                    <a:pt x="17602" y="56311"/>
                  </a:lnTo>
                  <a:lnTo>
                    <a:pt x="17780" y="56984"/>
                  </a:lnTo>
                  <a:lnTo>
                    <a:pt x="17208" y="56845"/>
                  </a:lnTo>
                  <a:lnTo>
                    <a:pt x="15900" y="56921"/>
                  </a:lnTo>
                  <a:lnTo>
                    <a:pt x="14592" y="57010"/>
                  </a:lnTo>
                  <a:lnTo>
                    <a:pt x="13525" y="57391"/>
                  </a:lnTo>
                  <a:lnTo>
                    <a:pt x="13576" y="58204"/>
                  </a:lnTo>
                  <a:lnTo>
                    <a:pt x="14643" y="58470"/>
                  </a:lnTo>
                  <a:lnTo>
                    <a:pt x="17272" y="58293"/>
                  </a:lnTo>
                  <a:lnTo>
                    <a:pt x="17856" y="58089"/>
                  </a:lnTo>
                  <a:lnTo>
                    <a:pt x="17741" y="58788"/>
                  </a:lnTo>
                  <a:lnTo>
                    <a:pt x="17805" y="60312"/>
                  </a:lnTo>
                  <a:lnTo>
                    <a:pt x="17881" y="61849"/>
                  </a:lnTo>
                  <a:lnTo>
                    <a:pt x="18224" y="63068"/>
                  </a:lnTo>
                  <a:lnTo>
                    <a:pt x="18427" y="63068"/>
                  </a:lnTo>
                  <a:lnTo>
                    <a:pt x="4648" y="79133"/>
                  </a:lnTo>
                  <a:lnTo>
                    <a:pt x="0" y="73710"/>
                  </a:lnTo>
                  <a:lnTo>
                    <a:pt x="0" y="78066"/>
                  </a:lnTo>
                  <a:lnTo>
                    <a:pt x="4648" y="83502"/>
                  </a:lnTo>
                  <a:lnTo>
                    <a:pt x="8394" y="79133"/>
                  </a:lnTo>
                  <a:lnTo>
                    <a:pt x="26898" y="57556"/>
                  </a:lnTo>
                  <a:close/>
                </a:path>
                <a:path w="118109" h="277495">
                  <a:moveTo>
                    <a:pt x="45872" y="264960"/>
                  </a:moveTo>
                  <a:lnTo>
                    <a:pt x="45796" y="263436"/>
                  </a:lnTo>
                  <a:lnTo>
                    <a:pt x="45720" y="261899"/>
                  </a:lnTo>
                  <a:lnTo>
                    <a:pt x="45389" y="260680"/>
                  </a:lnTo>
                  <a:lnTo>
                    <a:pt x="44691" y="260718"/>
                  </a:lnTo>
                  <a:lnTo>
                    <a:pt x="44475" y="261975"/>
                  </a:lnTo>
                  <a:lnTo>
                    <a:pt x="44627" y="265049"/>
                  </a:lnTo>
                  <a:lnTo>
                    <a:pt x="44958" y="266268"/>
                  </a:lnTo>
                  <a:lnTo>
                    <a:pt x="45643" y="266217"/>
                  </a:lnTo>
                  <a:lnTo>
                    <a:pt x="45872" y="264960"/>
                  </a:lnTo>
                  <a:close/>
                </a:path>
                <a:path w="118109" h="277495">
                  <a:moveTo>
                    <a:pt x="47510" y="219341"/>
                  </a:moveTo>
                  <a:lnTo>
                    <a:pt x="43764" y="214985"/>
                  </a:lnTo>
                  <a:lnTo>
                    <a:pt x="43764" y="219341"/>
                  </a:lnTo>
                  <a:lnTo>
                    <a:pt x="39624" y="224167"/>
                  </a:lnTo>
                  <a:lnTo>
                    <a:pt x="39738" y="223558"/>
                  </a:lnTo>
                  <a:lnTo>
                    <a:pt x="39585" y="220484"/>
                  </a:lnTo>
                  <a:lnTo>
                    <a:pt x="39395" y="219811"/>
                  </a:lnTo>
                  <a:lnTo>
                    <a:pt x="40017" y="219951"/>
                  </a:lnTo>
                  <a:lnTo>
                    <a:pt x="41325" y="219862"/>
                  </a:lnTo>
                  <a:lnTo>
                    <a:pt x="42633" y="219786"/>
                  </a:lnTo>
                  <a:lnTo>
                    <a:pt x="43688" y="219392"/>
                  </a:lnTo>
                  <a:lnTo>
                    <a:pt x="43675" y="219252"/>
                  </a:lnTo>
                  <a:lnTo>
                    <a:pt x="43764" y="214985"/>
                  </a:lnTo>
                  <a:lnTo>
                    <a:pt x="42976" y="214058"/>
                  </a:lnTo>
                  <a:lnTo>
                    <a:pt x="42976" y="218427"/>
                  </a:lnTo>
                  <a:lnTo>
                    <a:pt x="42570" y="218325"/>
                  </a:lnTo>
                  <a:lnTo>
                    <a:pt x="39941" y="218490"/>
                  </a:lnTo>
                  <a:lnTo>
                    <a:pt x="39319" y="218732"/>
                  </a:lnTo>
                  <a:lnTo>
                    <a:pt x="39446" y="218008"/>
                  </a:lnTo>
                  <a:lnTo>
                    <a:pt x="39382" y="216484"/>
                  </a:lnTo>
                  <a:lnTo>
                    <a:pt x="39306" y="214947"/>
                  </a:lnTo>
                  <a:lnTo>
                    <a:pt x="39039" y="214020"/>
                  </a:lnTo>
                  <a:lnTo>
                    <a:pt x="39039" y="224853"/>
                  </a:lnTo>
                  <a:lnTo>
                    <a:pt x="25260" y="240919"/>
                  </a:lnTo>
                  <a:lnTo>
                    <a:pt x="20459" y="235343"/>
                  </a:lnTo>
                  <a:lnTo>
                    <a:pt x="21526" y="235597"/>
                  </a:lnTo>
                  <a:lnTo>
                    <a:pt x="24155" y="235432"/>
                  </a:lnTo>
                  <a:lnTo>
                    <a:pt x="24739" y="235216"/>
                  </a:lnTo>
                  <a:lnTo>
                    <a:pt x="24612" y="235915"/>
                  </a:lnTo>
                  <a:lnTo>
                    <a:pt x="24688" y="237451"/>
                  </a:lnTo>
                  <a:lnTo>
                    <a:pt x="24765" y="238975"/>
                  </a:lnTo>
                  <a:lnTo>
                    <a:pt x="25095" y="240207"/>
                  </a:lnTo>
                  <a:lnTo>
                    <a:pt x="25793" y="240157"/>
                  </a:lnTo>
                  <a:lnTo>
                    <a:pt x="26009" y="238899"/>
                  </a:lnTo>
                  <a:lnTo>
                    <a:pt x="25857" y="235839"/>
                  </a:lnTo>
                  <a:lnTo>
                    <a:pt x="25666" y="235153"/>
                  </a:lnTo>
                  <a:lnTo>
                    <a:pt x="26289" y="235292"/>
                  </a:lnTo>
                  <a:lnTo>
                    <a:pt x="27597" y="235216"/>
                  </a:lnTo>
                  <a:lnTo>
                    <a:pt x="28905" y="235127"/>
                  </a:lnTo>
                  <a:lnTo>
                    <a:pt x="29959" y="234746"/>
                  </a:lnTo>
                  <a:lnTo>
                    <a:pt x="29921" y="233934"/>
                  </a:lnTo>
                  <a:lnTo>
                    <a:pt x="28841" y="233680"/>
                  </a:lnTo>
                  <a:lnTo>
                    <a:pt x="26212" y="233845"/>
                  </a:lnTo>
                  <a:lnTo>
                    <a:pt x="25590" y="234073"/>
                  </a:lnTo>
                  <a:lnTo>
                    <a:pt x="25717" y="233349"/>
                  </a:lnTo>
                  <a:lnTo>
                    <a:pt x="25654" y="231825"/>
                  </a:lnTo>
                  <a:lnTo>
                    <a:pt x="25577" y="230301"/>
                  </a:lnTo>
                  <a:lnTo>
                    <a:pt x="25247" y="229069"/>
                  </a:lnTo>
                  <a:lnTo>
                    <a:pt x="24561" y="229120"/>
                  </a:lnTo>
                  <a:lnTo>
                    <a:pt x="24333" y="230365"/>
                  </a:lnTo>
                  <a:lnTo>
                    <a:pt x="24472" y="233438"/>
                  </a:lnTo>
                  <a:lnTo>
                    <a:pt x="24650" y="234124"/>
                  </a:lnTo>
                  <a:lnTo>
                    <a:pt x="24079" y="233972"/>
                  </a:lnTo>
                  <a:lnTo>
                    <a:pt x="22771" y="234061"/>
                  </a:lnTo>
                  <a:lnTo>
                    <a:pt x="21463" y="234137"/>
                  </a:lnTo>
                  <a:lnTo>
                    <a:pt x="20408" y="234530"/>
                  </a:lnTo>
                  <a:lnTo>
                    <a:pt x="20434" y="235318"/>
                  </a:lnTo>
                  <a:lnTo>
                    <a:pt x="7124" y="219786"/>
                  </a:lnTo>
                  <a:lnTo>
                    <a:pt x="8178" y="220027"/>
                  </a:lnTo>
                  <a:lnTo>
                    <a:pt x="10807" y="219862"/>
                  </a:lnTo>
                  <a:lnTo>
                    <a:pt x="11391" y="219646"/>
                  </a:lnTo>
                  <a:lnTo>
                    <a:pt x="11264" y="220357"/>
                  </a:lnTo>
                  <a:lnTo>
                    <a:pt x="11341" y="221881"/>
                  </a:lnTo>
                  <a:lnTo>
                    <a:pt x="11417" y="223405"/>
                  </a:lnTo>
                  <a:lnTo>
                    <a:pt x="11747" y="224637"/>
                  </a:lnTo>
                  <a:lnTo>
                    <a:pt x="12446" y="224586"/>
                  </a:lnTo>
                  <a:lnTo>
                    <a:pt x="12661" y="223329"/>
                  </a:lnTo>
                  <a:lnTo>
                    <a:pt x="12509" y="220268"/>
                  </a:lnTo>
                  <a:lnTo>
                    <a:pt x="12319" y="219595"/>
                  </a:lnTo>
                  <a:lnTo>
                    <a:pt x="12941" y="219735"/>
                  </a:lnTo>
                  <a:lnTo>
                    <a:pt x="14249" y="219646"/>
                  </a:lnTo>
                  <a:lnTo>
                    <a:pt x="15557" y="219557"/>
                  </a:lnTo>
                  <a:lnTo>
                    <a:pt x="16611" y="219176"/>
                  </a:lnTo>
                  <a:lnTo>
                    <a:pt x="16573" y="218363"/>
                  </a:lnTo>
                  <a:lnTo>
                    <a:pt x="15494" y="218109"/>
                  </a:lnTo>
                  <a:lnTo>
                    <a:pt x="12865" y="218274"/>
                  </a:lnTo>
                  <a:lnTo>
                    <a:pt x="12242" y="218503"/>
                  </a:lnTo>
                  <a:lnTo>
                    <a:pt x="12382" y="217792"/>
                  </a:lnTo>
                  <a:lnTo>
                    <a:pt x="12306" y="216255"/>
                  </a:lnTo>
                  <a:lnTo>
                    <a:pt x="12230" y="214731"/>
                  </a:lnTo>
                  <a:lnTo>
                    <a:pt x="11899" y="213499"/>
                  </a:lnTo>
                  <a:lnTo>
                    <a:pt x="11747" y="213512"/>
                  </a:lnTo>
                  <a:lnTo>
                    <a:pt x="24739" y="198361"/>
                  </a:lnTo>
                  <a:lnTo>
                    <a:pt x="24587" y="199313"/>
                  </a:lnTo>
                  <a:lnTo>
                    <a:pt x="24739" y="202374"/>
                  </a:lnTo>
                  <a:lnTo>
                    <a:pt x="24917" y="203060"/>
                  </a:lnTo>
                  <a:lnTo>
                    <a:pt x="24333" y="202907"/>
                  </a:lnTo>
                  <a:lnTo>
                    <a:pt x="23025" y="202996"/>
                  </a:lnTo>
                  <a:lnTo>
                    <a:pt x="21717" y="203085"/>
                  </a:lnTo>
                  <a:lnTo>
                    <a:pt x="20662" y="203466"/>
                  </a:lnTo>
                  <a:lnTo>
                    <a:pt x="20701" y="204279"/>
                  </a:lnTo>
                  <a:lnTo>
                    <a:pt x="21780" y="204533"/>
                  </a:lnTo>
                  <a:lnTo>
                    <a:pt x="24409" y="204368"/>
                  </a:lnTo>
                  <a:lnTo>
                    <a:pt x="24993" y="204152"/>
                  </a:lnTo>
                  <a:lnTo>
                    <a:pt x="24866" y="204863"/>
                  </a:lnTo>
                  <a:lnTo>
                    <a:pt x="24942" y="206387"/>
                  </a:lnTo>
                  <a:lnTo>
                    <a:pt x="25019" y="207911"/>
                  </a:lnTo>
                  <a:lnTo>
                    <a:pt x="25349" y="209143"/>
                  </a:lnTo>
                  <a:lnTo>
                    <a:pt x="26047" y="209105"/>
                  </a:lnTo>
                  <a:lnTo>
                    <a:pt x="26263" y="207848"/>
                  </a:lnTo>
                  <a:lnTo>
                    <a:pt x="26111" y="204774"/>
                  </a:lnTo>
                  <a:lnTo>
                    <a:pt x="25920" y="204101"/>
                  </a:lnTo>
                  <a:lnTo>
                    <a:pt x="26543" y="204241"/>
                  </a:lnTo>
                  <a:lnTo>
                    <a:pt x="27851" y="204152"/>
                  </a:lnTo>
                  <a:lnTo>
                    <a:pt x="29159" y="204063"/>
                  </a:lnTo>
                  <a:lnTo>
                    <a:pt x="30213" y="203682"/>
                  </a:lnTo>
                  <a:lnTo>
                    <a:pt x="30200" y="203542"/>
                  </a:lnTo>
                  <a:lnTo>
                    <a:pt x="38950" y="213741"/>
                  </a:lnTo>
                  <a:lnTo>
                    <a:pt x="38277" y="213766"/>
                  </a:lnTo>
                  <a:lnTo>
                    <a:pt x="38061" y="215023"/>
                  </a:lnTo>
                  <a:lnTo>
                    <a:pt x="38201" y="218097"/>
                  </a:lnTo>
                  <a:lnTo>
                    <a:pt x="38379" y="218770"/>
                  </a:lnTo>
                  <a:lnTo>
                    <a:pt x="37807" y="218630"/>
                  </a:lnTo>
                  <a:lnTo>
                    <a:pt x="36499" y="218706"/>
                  </a:lnTo>
                  <a:lnTo>
                    <a:pt x="35191" y="218795"/>
                  </a:lnTo>
                  <a:lnTo>
                    <a:pt x="34137" y="219176"/>
                  </a:lnTo>
                  <a:lnTo>
                    <a:pt x="34175" y="219989"/>
                  </a:lnTo>
                  <a:lnTo>
                    <a:pt x="35255" y="220256"/>
                  </a:lnTo>
                  <a:lnTo>
                    <a:pt x="37884" y="220078"/>
                  </a:lnTo>
                  <a:lnTo>
                    <a:pt x="38468" y="219875"/>
                  </a:lnTo>
                  <a:lnTo>
                    <a:pt x="38341" y="220573"/>
                  </a:lnTo>
                  <a:lnTo>
                    <a:pt x="38417" y="222097"/>
                  </a:lnTo>
                  <a:lnTo>
                    <a:pt x="38493" y="223634"/>
                  </a:lnTo>
                  <a:lnTo>
                    <a:pt x="38823" y="224853"/>
                  </a:lnTo>
                  <a:lnTo>
                    <a:pt x="39039" y="224853"/>
                  </a:lnTo>
                  <a:lnTo>
                    <a:pt x="39039" y="214020"/>
                  </a:lnTo>
                  <a:lnTo>
                    <a:pt x="38963" y="213753"/>
                  </a:lnTo>
                  <a:lnTo>
                    <a:pt x="42976" y="218427"/>
                  </a:lnTo>
                  <a:lnTo>
                    <a:pt x="42976" y="214058"/>
                  </a:lnTo>
                  <a:lnTo>
                    <a:pt x="29489" y="198348"/>
                  </a:lnTo>
                  <a:lnTo>
                    <a:pt x="29489" y="202717"/>
                  </a:lnTo>
                  <a:lnTo>
                    <a:pt x="29095" y="202615"/>
                  </a:lnTo>
                  <a:lnTo>
                    <a:pt x="26466" y="202780"/>
                  </a:lnTo>
                  <a:lnTo>
                    <a:pt x="25844" y="203022"/>
                  </a:lnTo>
                  <a:lnTo>
                    <a:pt x="25984" y="202298"/>
                  </a:lnTo>
                  <a:lnTo>
                    <a:pt x="25908" y="200761"/>
                  </a:lnTo>
                  <a:lnTo>
                    <a:pt x="25831" y="199237"/>
                  </a:lnTo>
                  <a:lnTo>
                    <a:pt x="25514" y="198069"/>
                  </a:lnTo>
                  <a:lnTo>
                    <a:pt x="29489" y="202717"/>
                  </a:lnTo>
                  <a:lnTo>
                    <a:pt x="29489" y="198348"/>
                  </a:lnTo>
                  <a:lnTo>
                    <a:pt x="28994" y="197764"/>
                  </a:lnTo>
                  <a:lnTo>
                    <a:pt x="25463" y="193636"/>
                  </a:lnTo>
                  <a:lnTo>
                    <a:pt x="25463" y="198018"/>
                  </a:lnTo>
                  <a:lnTo>
                    <a:pt x="25019" y="198043"/>
                  </a:lnTo>
                  <a:lnTo>
                    <a:pt x="25260" y="197764"/>
                  </a:lnTo>
                  <a:lnTo>
                    <a:pt x="25463" y="198018"/>
                  </a:lnTo>
                  <a:lnTo>
                    <a:pt x="25463" y="193636"/>
                  </a:lnTo>
                  <a:lnTo>
                    <a:pt x="25260" y="193395"/>
                  </a:lnTo>
                  <a:lnTo>
                    <a:pt x="11315" y="209664"/>
                  </a:lnTo>
                  <a:lnTo>
                    <a:pt x="11315" y="218554"/>
                  </a:lnTo>
                  <a:lnTo>
                    <a:pt x="10731" y="218401"/>
                  </a:lnTo>
                  <a:lnTo>
                    <a:pt x="9423" y="218490"/>
                  </a:lnTo>
                  <a:lnTo>
                    <a:pt x="8115" y="218579"/>
                  </a:lnTo>
                  <a:lnTo>
                    <a:pt x="7086" y="218960"/>
                  </a:lnTo>
                  <a:lnTo>
                    <a:pt x="7086" y="219748"/>
                  </a:lnTo>
                  <a:lnTo>
                    <a:pt x="6756" y="219341"/>
                  </a:lnTo>
                  <a:lnTo>
                    <a:pt x="7061" y="218986"/>
                  </a:lnTo>
                  <a:lnTo>
                    <a:pt x="7086" y="219748"/>
                  </a:lnTo>
                  <a:lnTo>
                    <a:pt x="7086" y="218960"/>
                  </a:lnTo>
                  <a:lnTo>
                    <a:pt x="11061" y="214312"/>
                  </a:lnTo>
                  <a:lnTo>
                    <a:pt x="10985" y="214807"/>
                  </a:lnTo>
                  <a:lnTo>
                    <a:pt x="11137" y="217868"/>
                  </a:lnTo>
                  <a:lnTo>
                    <a:pt x="11315" y="218554"/>
                  </a:lnTo>
                  <a:lnTo>
                    <a:pt x="11315" y="209664"/>
                  </a:lnTo>
                  <a:lnTo>
                    <a:pt x="3009" y="219341"/>
                  </a:lnTo>
                  <a:lnTo>
                    <a:pt x="25260" y="245287"/>
                  </a:lnTo>
                  <a:lnTo>
                    <a:pt x="28994" y="240919"/>
                  </a:lnTo>
                  <a:lnTo>
                    <a:pt x="47510" y="219341"/>
                  </a:lnTo>
                  <a:close/>
                </a:path>
                <a:path w="118109" h="277495">
                  <a:moveTo>
                    <a:pt x="67652" y="250952"/>
                  </a:moveTo>
                  <a:lnTo>
                    <a:pt x="63906" y="246583"/>
                  </a:lnTo>
                  <a:lnTo>
                    <a:pt x="63906" y="250952"/>
                  </a:lnTo>
                  <a:lnTo>
                    <a:pt x="45402" y="272529"/>
                  </a:lnTo>
                  <a:lnTo>
                    <a:pt x="27254" y="251383"/>
                  </a:lnTo>
                  <a:lnTo>
                    <a:pt x="28321" y="251637"/>
                  </a:lnTo>
                  <a:lnTo>
                    <a:pt x="30949" y="251472"/>
                  </a:lnTo>
                  <a:lnTo>
                    <a:pt x="31534" y="251256"/>
                  </a:lnTo>
                  <a:lnTo>
                    <a:pt x="31419" y="251955"/>
                  </a:lnTo>
                  <a:lnTo>
                    <a:pt x="31483" y="253492"/>
                  </a:lnTo>
                  <a:lnTo>
                    <a:pt x="31559" y="255016"/>
                  </a:lnTo>
                  <a:lnTo>
                    <a:pt x="31902" y="256235"/>
                  </a:lnTo>
                  <a:lnTo>
                    <a:pt x="32588" y="256197"/>
                  </a:lnTo>
                  <a:lnTo>
                    <a:pt x="32804" y="254939"/>
                  </a:lnTo>
                  <a:lnTo>
                    <a:pt x="32664" y="251879"/>
                  </a:lnTo>
                  <a:lnTo>
                    <a:pt x="32461" y="251193"/>
                  </a:lnTo>
                  <a:lnTo>
                    <a:pt x="33083" y="251333"/>
                  </a:lnTo>
                  <a:lnTo>
                    <a:pt x="34391" y="251256"/>
                  </a:lnTo>
                  <a:lnTo>
                    <a:pt x="35699" y="251167"/>
                  </a:lnTo>
                  <a:lnTo>
                    <a:pt x="36766" y="250786"/>
                  </a:lnTo>
                  <a:lnTo>
                    <a:pt x="36715" y="249974"/>
                  </a:lnTo>
                  <a:lnTo>
                    <a:pt x="35636" y="249720"/>
                  </a:lnTo>
                  <a:lnTo>
                    <a:pt x="33007" y="249885"/>
                  </a:lnTo>
                  <a:lnTo>
                    <a:pt x="32397" y="250113"/>
                  </a:lnTo>
                  <a:lnTo>
                    <a:pt x="32524" y="249389"/>
                  </a:lnTo>
                  <a:lnTo>
                    <a:pt x="32448" y="247865"/>
                  </a:lnTo>
                  <a:lnTo>
                    <a:pt x="32372" y="246341"/>
                  </a:lnTo>
                  <a:lnTo>
                    <a:pt x="32042" y="245110"/>
                  </a:lnTo>
                  <a:lnTo>
                    <a:pt x="31889" y="245122"/>
                  </a:lnTo>
                  <a:lnTo>
                    <a:pt x="45402" y="229362"/>
                  </a:lnTo>
                  <a:lnTo>
                    <a:pt x="63906" y="250952"/>
                  </a:lnTo>
                  <a:lnTo>
                    <a:pt x="63906" y="246583"/>
                  </a:lnTo>
                  <a:lnTo>
                    <a:pt x="49149" y="229362"/>
                  </a:lnTo>
                  <a:lnTo>
                    <a:pt x="45402" y="225005"/>
                  </a:lnTo>
                  <a:lnTo>
                    <a:pt x="31457" y="241274"/>
                  </a:lnTo>
                  <a:lnTo>
                    <a:pt x="31457" y="250164"/>
                  </a:lnTo>
                  <a:lnTo>
                    <a:pt x="30886" y="250012"/>
                  </a:lnTo>
                  <a:lnTo>
                    <a:pt x="29578" y="250101"/>
                  </a:lnTo>
                  <a:lnTo>
                    <a:pt x="28270" y="250177"/>
                  </a:lnTo>
                  <a:lnTo>
                    <a:pt x="27241" y="250571"/>
                  </a:lnTo>
                  <a:lnTo>
                    <a:pt x="27241" y="251371"/>
                  </a:lnTo>
                  <a:lnTo>
                    <a:pt x="26898" y="250952"/>
                  </a:lnTo>
                  <a:lnTo>
                    <a:pt x="27203" y="250596"/>
                  </a:lnTo>
                  <a:lnTo>
                    <a:pt x="27241" y="251371"/>
                  </a:lnTo>
                  <a:lnTo>
                    <a:pt x="27241" y="250571"/>
                  </a:lnTo>
                  <a:lnTo>
                    <a:pt x="31216" y="245922"/>
                  </a:lnTo>
                  <a:lnTo>
                    <a:pt x="31127" y="246405"/>
                  </a:lnTo>
                  <a:lnTo>
                    <a:pt x="31280" y="249478"/>
                  </a:lnTo>
                  <a:lnTo>
                    <a:pt x="31457" y="250164"/>
                  </a:lnTo>
                  <a:lnTo>
                    <a:pt x="31457" y="241274"/>
                  </a:lnTo>
                  <a:lnTo>
                    <a:pt x="23152" y="250952"/>
                  </a:lnTo>
                  <a:lnTo>
                    <a:pt x="45402" y="276898"/>
                  </a:lnTo>
                  <a:lnTo>
                    <a:pt x="49149" y="272529"/>
                  </a:lnTo>
                  <a:lnTo>
                    <a:pt x="67652" y="250952"/>
                  </a:lnTo>
                  <a:close/>
                </a:path>
                <a:path w="118109" h="277495">
                  <a:moveTo>
                    <a:pt x="92290" y="41897"/>
                  </a:moveTo>
                  <a:lnTo>
                    <a:pt x="92252" y="41084"/>
                  </a:lnTo>
                  <a:lnTo>
                    <a:pt x="91173" y="40830"/>
                  </a:lnTo>
                  <a:lnTo>
                    <a:pt x="88544" y="40995"/>
                  </a:lnTo>
                  <a:lnTo>
                    <a:pt x="87922" y="41236"/>
                  </a:lnTo>
                  <a:lnTo>
                    <a:pt x="88049" y="40513"/>
                  </a:lnTo>
                  <a:lnTo>
                    <a:pt x="87972" y="38976"/>
                  </a:lnTo>
                  <a:lnTo>
                    <a:pt x="87909" y="37452"/>
                  </a:lnTo>
                  <a:lnTo>
                    <a:pt x="87566" y="36220"/>
                  </a:lnTo>
                  <a:lnTo>
                    <a:pt x="86880" y="36271"/>
                  </a:lnTo>
                  <a:lnTo>
                    <a:pt x="86664" y="37528"/>
                  </a:lnTo>
                  <a:lnTo>
                    <a:pt x="86804" y="40589"/>
                  </a:lnTo>
                  <a:lnTo>
                    <a:pt x="86982" y="41275"/>
                  </a:lnTo>
                  <a:lnTo>
                    <a:pt x="86410" y="41122"/>
                  </a:lnTo>
                  <a:lnTo>
                    <a:pt x="85102" y="41211"/>
                  </a:lnTo>
                  <a:lnTo>
                    <a:pt x="83794" y="41300"/>
                  </a:lnTo>
                  <a:lnTo>
                    <a:pt x="82740" y="41681"/>
                  </a:lnTo>
                  <a:lnTo>
                    <a:pt x="82778" y="42494"/>
                  </a:lnTo>
                  <a:lnTo>
                    <a:pt x="83858" y="42748"/>
                  </a:lnTo>
                  <a:lnTo>
                    <a:pt x="86487" y="42583"/>
                  </a:lnTo>
                  <a:lnTo>
                    <a:pt x="87071" y="42379"/>
                  </a:lnTo>
                  <a:lnTo>
                    <a:pt x="86944" y="43078"/>
                  </a:lnTo>
                  <a:lnTo>
                    <a:pt x="87020" y="44602"/>
                  </a:lnTo>
                  <a:lnTo>
                    <a:pt x="87083" y="46126"/>
                  </a:lnTo>
                  <a:lnTo>
                    <a:pt x="87426" y="47358"/>
                  </a:lnTo>
                  <a:lnTo>
                    <a:pt x="88112" y="47307"/>
                  </a:lnTo>
                  <a:lnTo>
                    <a:pt x="88341" y="46062"/>
                  </a:lnTo>
                  <a:lnTo>
                    <a:pt x="88188" y="42989"/>
                  </a:lnTo>
                  <a:lnTo>
                    <a:pt x="87998" y="42316"/>
                  </a:lnTo>
                  <a:lnTo>
                    <a:pt x="88607" y="42456"/>
                  </a:lnTo>
                  <a:lnTo>
                    <a:pt x="89928" y="42367"/>
                  </a:lnTo>
                  <a:lnTo>
                    <a:pt x="91236" y="42278"/>
                  </a:lnTo>
                  <a:lnTo>
                    <a:pt x="92290" y="41897"/>
                  </a:lnTo>
                  <a:close/>
                </a:path>
                <a:path w="118109" h="277495">
                  <a:moveTo>
                    <a:pt x="117665" y="25514"/>
                  </a:moveTo>
                  <a:lnTo>
                    <a:pt x="116903" y="25793"/>
                  </a:lnTo>
                  <a:lnTo>
                    <a:pt x="116954" y="26593"/>
                  </a:lnTo>
                  <a:lnTo>
                    <a:pt x="117665" y="26771"/>
                  </a:lnTo>
                  <a:lnTo>
                    <a:pt x="117665" y="25514"/>
                  </a:lnTo>
                  <a:close/>
                </a:path>
                <a:path w="118109" h="277495">
                  <a:moveTo>
                    <a:pt x="117665" y="11226"/>
                  </a:moveTo>
                  <a:lnTo>
                    <a:pt x="112268" y="4953"/>
                  </a:lnTo>
                  <a:lnTo>
                    <a:pt x="112268" y="9321"/>
                  </a:lnTo>
                  <a:lnTo>
                    <a:pt x="111874" y="9220"/>
                  </a:lnTo>
                  <a:lnTo>
                    <a:pt x="109245" y="9385"/>
                  </a:lnTo>
                  <a:lnTo>
                    <a:pt x="108623" y="9626"/>
                  </a:lnTo>
                  <a:lnTo>
                    <a:pt x="108750" y="8902"/>
                  </a:lnTo>
                  <a:lnTo>
                    <a:pt x="108686" y="7366"/>
                  </a:lnTo>
                  <a:lnTo>
                    <a:pt x="108610" y="5842"/>
                  </a:lnTo>
                  <a:lnTo>
                    <a:pt x="108280" y="4673"/>
                  </a:lnTo>
                  <a:lnTo>
                    <a:pt x="112268" y="9321"/>
                  </a:lnTo>
                  <a:lnTo>
                    <a:pt x="112268" y="4953"/>
                  </a:lnTo>
                  <a:lnTo>
                    <a:pt x="111772" y="4368"/>
                  </a:lnTo>
                  <a:lnTo>
                    <a:pt x="108254" y="254"/>
                  </a:lnTo>
                  <a:lnTo>
                    <a:pt x="108254" y="4635"/>
                  </a:lnTo>
                  <a:lnTo>
                    <a:pt x="107797" y="4660"/>
                  </a:lnTo>
                  <a:lnTo>
                    <a:pt x="108038" y="4368"/>
                  </a:lnTo>
                  <a:lnTo>
                    <a:pt x="108254" y="4635"/>
                  </a:lnTo>
                  <a:lnTo>
                    <a:pt x="108254" y="254"/>
                  </a:lnTo>
                  <a:lnTo>
                    <a:pt x="108038" y="0"/>
                  </a:lnTo>
                  <a:lnTo>
                    <a:pt x="94081" y="16281"/>
                  </a:lnTo>
                  <a:lnTo>
                    <a:pt x="94081" y="25158"/>
                  </a:lnTo>
                  <a:lnTo>
                    <a:pt x="93510" y="25019"/>
                  </a:lnTo>
                  <a:lnTo>
                    <a:pt x="92202" y="25095"/>
                  </a:lnTo>
                  <a:lnTo>
                    <a:pt x="90893" y="25184"/>
                  </a:lnTo>
                  <a:lnTo>
                    <a:pt x="89865" y="25565"/>
                  </a:lnTo>
                  <a:lnTo>
                    <a:pt x="89865" y="26352"/>
                  </a:lnTo>
                  <a:lnTo>
                    <a:pt x="89535" y="25946"/>
                  </a:lnTo>
                  <a:lnTo>
                    <a:pt x="89839" y="25590"/>
                  </a:lnTo>
                  <a:lnTo>
                    <a:pt x="89865" y="26352"/>
                  </a:lnTo>
                  <a:lnTo>
                    <a:pt x="89865" y="25565"/>
                  </a:lnTo>
                  <a:lnTo>
                    <a:pt x="93840" y="20916"/>
                  </a:lnTo>
                  <a:lnTo>
                    <a:pt x="93764" y="21412"/>
                  </a:lnTo>
                  <a:lnTo>
                    <a:pt x="93903" y="24472"/>
                  </a:lnTo>
                  <a:lnTo>
                    <a:pt x="94081" y="25158"/>
                  </a:lnTo>
                  <a:lnTo>
                    <a:pt x="94081" y="16281"/>
                  </a:lnTo>
                  <a:lnTo>
                    <a:pt x="87337" y="24142"/>
                  </a:lnTo>
                  <a:lnTo>
                    <a:pt x="85153" y="21602"/>
                  </a:lnTo>
                  <a:lnTo>
                    <a:pt x="85153" y="25946"/>
                  </a:lnTo>
                  <a:lnTo>
                    <a:pt x="81013" y="30772"/>
                  </a:lnTo>
                  <a:lnTo>
                    <a:pt x="81127" y="30162"/>
                  </a:lnTo>
                  <a:lnTo>
                    <a:pt x="80975" y="27101"/>
                  </a:lnTo>
                  <a:lnTo>
                    <a:pt x="80784" y="26416"/>
                  </a:lnTo>
                  <a:lnTo>
                    <a:pt x="81394" y="26555"/>
                  </a:lnTo>
                  <a:lnTo>
                    <a:pt x="82702" y="26479"/>
                  </a:lnTo>
                  <a:lnTo>
                    <a:pt x="84023" y="26390"/>
                  </a:lnTo>
                  <a:lnTo>
                    <a:pt x="85077" y="25996"/>
                  </a:lnTo>
                  <a:lnTo>
                    <a:pt x="85064" y="25857"/>
                  </a:lnTo>
                  <a:lnTo>
                    <a:pt x="85153" y="21602"/>
                  </a:lnTo>
                  <a:lnTo>
                    <a:pt x="84366" y="20675"/>
                  </a:lnTo>
                  <a:lnTo>
                    <a:pt x="84366" y="25031"/>
                  </a:lnTo>
                  <a:lnTo>
                    <a:pt x="83959" y="24930"/>
                  </a:lnTo>
                  <a:lnTo>
                    <a:pt x="81330" y="25107"/>
                  </a:lnTo>
                  <a:lnTo>
                    <a:pt x="80695" y="25336"/>
                  </a:lnTo>
                  <a:lnTo>
                    <a:pt x="80835" y="24612"/>
                  </a:lnTo>
                  <a:lnTo>
                    <a:pt x="80772" y="23088"/>
                  </a:lnTo>
                  <a:lnTo>
                    <a:pt x="80695" y="21551"/>
                  </a:lnTo>
                  <a:lnTo>
                    <a:pt x="80429" y="20624"/>
                  </a:lnTo>
                  <a:lnTo>
                    <a:pt x="80429" y="31457"/>
                  </a:lnTo>
                  <a:lnTo>
                    <a:pt x="66649" y="47523"/>
                  </a:lnTo>
                  <a:lnTo>
                    <a:pt x="61861" y="41960"/>
                  </a:lnTo>
                  <a:lnTo>
                    <a:pt x="62915" y="42202"/>
                  </a:lnTo>
                  <a:lnTo>
                    <a:pt x="65544" y="42037"/>
                  </a:lnTo>
                  <a:lnTo>
                    <a:pt x="66128" y="41821"/>
                  </a:lnTo>
                  <a:lnTo>
                    <a:pt x="66001" y="42532"/>
                  </a:lnTo>
                  <a:lnTo>
                    <a:pt x="66078" y="44056"/>
                  </a:lnTo>
                  <a:lnTo>
                    <a:pt x="66154" y="45580"/>
                  </a:lnTo>
                  <a:lnTo>
                    <a:pt x="66484" y="46812"/>
                  </a:lnTo>
                  <a:lnTo>
                    <a:pt x="67170" y="46761"/>
                  </a:lnTo>
                  <a:lnTo>
                    <a:pt x="67398" y="45516"/>
                  </a:lnTo>
                  <a:lnTo>
                    <a:pt x="67246" y="42443"/>
                  </a:lnTo>
                  <a:lnTo>
                    <a:pt x="67056" y="41770"/>
                  </a:lnTo>
                  <a:lnTo>
                    <a:pt x="67678" y="41910"/>
                  </a:lnTo>
                  <a:lnTo>
                    <a:pt x="68986" y="41821"/>
                  </a:lnTo>
                  <a:lnTo>
                    <a:pt x="70294" y="41732"/>
                  </a:lnTo>
                  <a:lnTo>
                    <a:pt x="71348" y="41351"/>
                  </a:lnTo>
                  <a:lnTo>
                    <a:pt x="71310" y="40538"/>
                  </a:lnTo>
                  <a:lnTo>
                    <a:pt x="70231" y="40284"/>
                  </a:lnTo>
                  <a:lnTo>
                    <a:pt x="67602" y="40449"/>
                  </a:lnTo>
                  <a:lnTo>
                    <a:pt x="66979" y="40678"/>
                  </a:lnTo>
                  <a:lnTo>
                    <a:pt x="67106" y="39966"/>
                  </a:lnTo>
                  <a:lnTo>
                    <a:pt x="67043" y="38430"/>
                  </a:lnTo>
                  <a:lnTo>
                    <a:pt x="66967" y="36906"/>
                  </a:lnTo>
                  <a:lnTo>
                    <a:pt x="66624" y="35674"/>
                  </a:lnTo>
                  <a:lnTo>
                    <a:pt x="65938" y="35725"/>
                  </a:lnTo>
                  <a:lnTo>
                    <a:pt x="65722" y="36982"/>
                  </a:lnTo>
                  <a:lnTo>
                    <a:pt x="65862" y="40043"/>
                  </a:lnTo>
                  <a:lnTo>
                    <a:pt x="66040" y="40728"/>
                  </a:lnTo>
                  <a:lnTo>
                    <a:pt x="65468" y="40576"/>
                  </a:lnTo>
                  <a:lnTo>
                    <a:pt x="64160" y="40665"/>
                  </a:lnTo>
                  <a:lnTo>
                    <a:pt x="62852" y="40754"/>
                  </a:lnTo>
                  <a:lnTo>
                    <a:pt x="61798" y="41135"/>
                  </a:lnTo>
                  <a:lnTo>
                    <a:pt x="61823" y="41922"/>
                  </a:lnTo>
                  <a:lnTo>
                    <a:pt x="48514" y="26390"/>
                  </a:lnTo>
                  <a:lnTo>
                    <a:pt x="49568" y="26631"/>
                  </a:lnTo>
                  <a:lnTo>
                    <a:pt x="52197" y="26466"/>
                  </a:lnTo>
                  <a:lnTo>
                    <a:pt x="52781" y="26263"/>
                  </a:lnTo>
                  <a:lnTo>
                    <a:pt x="52654" y="26962"/>
                  </a:lnTo>
                  <a:lnTo>
                    <a:pt x="52730" y="28486"/>
                  </a:lnTo>
                  <a:lnTo>
                    <a:pt x="52806" y="30010"/>
                  </a:lnTo>
                  <a:lnTo>
                    <a:pt x="53136" y="31242"/>
                  </a:lnTo>
                  <a:lnTo>
                    <a:pt x="53835" y="31203"/>
                  </a:lnTo>
                  <a:lnTo>
                    <a:pt x="54051" y="29946"/>
                  </a:lnTo>
                  <a:lnTo>
                    <a:pt x="53898" y="26873"/>
                  </a:lnTo>
                  <a:lnTo>
                    <a:pt x="53708" y="26200"/>
                  </a:lnTo>
                  <a:lnTo>
                    <a:pt x="54330" y="26339"/>
                  </a:lnTo>
                  <a:lnTo>
                    <a:pt x="55638" y="26250"/>
                  </a:lnTo>
                  <a:lnTo>
                    <a:pt x="56946" y="26174"/>
                  </a:lnTo>
                  <a:lnTo>
                    <a:pt x="57988" y="25781"/>
                  </a:lnTo>
                  <a:lnTo>
                    <a:pt x="57988" y="25374"/>
                  </a:lnTo>
                  <a:lnTo>
                    <a:pt x="57962" y="24980"/>
                  </a:lnTo>
                  <a:lnTo>
                    <a:pt x="56883" y="24714"/>
                  </a:lnTo>
                  <a:lnTo>
                    <a:pt x="54254" y="24879"/>
                  </a:lnTo>
                  <a:lnTo>
                    <a:pt x="53632" y="25120"/>
                  </a:lnTo>
                  <a:lnTo>
                    <a:pt x="53771" y="24396"/>
                  </a:lnTo>
                  <a:lnTo>
                    <a:pt x="53695" y="22860"/>
                  </a:lnTo>
                  <a:lnTo>
                    <a:pt x="53619" y="21336"/>
                  </a:lnTo>
                  <a:lnTo>
                    <a:pt x="53289" y="20104"/>
                  </a:lnTo>
                  <a:lnTo>
                    <a:pt x="53225" y="25679"/>
                  </a:lnTo>
                  <a:lnTo>
                    <a:pt x="53225" y="20116"/>
                  </a:lnTo>
                  <a:lnTo>
                    <a:pt x="66141" y="4953"/>
                  </a:lnTo>
                  <a:lnTo>
                    <a:pt x="65976" y="5918"/>
                  </a:lnTo>
                  <a:lnTo>
                    <a:pt x="66116" y="8978"/>
                  </a:lnTo>
                  <a:lnTo>
                    <a:pt x="66294" y="9664"/>
                  </a:lnTo>
                  <a:lnTo>
                    <a:pt x="65722" y="9525"/>
                  </a:lnTo>
                  <a:lnTo>
                    <a:pt x="64414" y="9601"/>
                  </a:lnTo>
                  <a:lnTo>
                    <a:pt x="63106" y="9690"/>
                  </a:lnTo>
                  <a:lnTo>
                    <a:pt x="62052" y="10071"/>
                  </a:lnTo>
                  <a:lnTo>
                    <a:pt x="62090" y="10883"/>
                  </a:lnTo>
                  <a:lnTo>
                    <a:pt x="63169" y="11137"/>
                  </a:lnTo>
                  <a:lnTo>
                    <a:pt x="65798" y="10972"/>
                  </a:lnTo>
                  <a:lnTo>
                    <a:pt x="66382" y="10769"/>
                  </a:lnTo>
                  <a:lnTo>
                    <a:pt x="66255" y="11468"/>
                  </a:lnTo>
                  <a:lnTo>
                    <a:pt x="66332" y="12992"/>
                  </a:lnTo>
                  <a:lnTo>
                    <a:pt x="66408" y="14528"/>
                  </a:lnTo>
                  <a:lnTo>
                    <a:pt x="66738" y="15748"/>
                  </a:lnTo>
                  <a:lnTo>
                    <a:pt x="67437" y="15709"/>
                  </a:lnTo>
                  <a:lnTo>
                    <a:pt x="67652" y="14452"/>
                  </a:lnTo>
                  <a:lnTo>
                    <a:pt x="67500" y="11379"/>
                  </a:lnTo>
                  <a:lnTo>
                    <a:pt x="67310" y="10693"/>
                  </a:lnTo>
                  <a:lnTo>
                    <a:pt x="67932" y="10845"/>
                  </a:lnTo>
                  <a:lnTo>
                    <a:pt x="69240" y="10756"/>
                  </a:lnTo>
                  <a:lnTo>
                    <a:pt x="70548" y="10680"/>
                  </a:lnTo>
                  <a:lnTo>
                    <a:pt x="71602" y="10287"/>
                  </a:lnTo>
                  <a:lnTo>
                    <a:pt x="71589" y="10160"/>
                  </a:lnTo>
                  <a:lnTo>
                    <a:pt x="80340" y="20345"/>
                  </a:lnTo>
                  <a:lnTo>
                    <a:pt x="79667" y="20370"/>
                  </a:lnTo>
                  <a:lnTo>
                    <a:pt x="79451" y="21628"/>
                  </a:lnTo>
                  <a:lnTo>
                    <a:pt x="79590" y="24701"/>
                  </a:lnTo>
                  <a:lnTo>
                    <a:pt x="79768" y="25387"/>
                  </a:lnTo>
                  <a:lnTo>
                    <a:pt x="79197" y="25234"/>
                  </a:lnTo>
                  <a:lnTo>
                    <a:pt x="77889" y="25323"/>
                  </a:lnTo>
                  <a:lnTo>
                    <a:pt x="76581" y="25400"/>
                  </a:lnTo>
                  <a:lnTo>
                    <a:pt x="75526" y="25793"/>
                  </a:lnTo>
                  <a:lnTo>
                    <a:pt x="75565" y="26593"/>
                  </a:lnTo>
                  <a:lnTo>
                    <a:pt x="76644" y="26860"/>
                  </a:lnTo>
                  <a:lnTo>
                    <a:pt x="79273" y="26695"/>
                  </a:lnTo>
                  <a:lnTo>
                    <a:pt x="79844" y="26479"/>
                  </a:lnTo>
                  <a:lnTo>
                    <a:pt x="79730" y="27178"/>
                  </a:lnTo>
                  <a:lnTo>
                    <a:pt x="79806" y="28702"/>
                  </a:lnTo>
                  <a:lnTo>
                    <a:pt x="79870" y="30238"/>
                  </a:lnTo>
                  <a:lnTo>
                    <a:pt x="80213" y="31457"/>
                  </a:lnTo>
                  <a:lnTo>
                    <a:pt x="80429" y="31457"/>
                  </a:lnTo>
                  <a:lnTo>
                    <a:pt x="80429" y="20624"/>
                  </a:lnTo>
                  <a:lnTo>
                    <a:pt x="80352" y="20358"/>
                  </a:lnTo>
                  <a:lnTo>
                    <a:pt x="84366" y="25031"/>
                  </a:lnTo>
                  <a:lnTo>
                    <a:pt x="84366" y="20675"/>
                  </a:lnTo>
                  <a:lnTo>
                    <a:pt x="70866" y="4927"/>
                  </a:lnTo>
                  <a:lnTo>
                    <a:pt x="70866" y="9321"/>
                  </a:lnTo>
                  <a:lnTo>
                    <a:pt x="70485" y="9220"/>
                  </a:lnTo>
                  <a:lnTo>
                    <a:pt x="67856" y="9385"/>
                  </a:lnTo>
                  <a:lnTo>
                    <a:pt x="67233" y="9626"/>
                  </a:lnTo>
                  <a:lnTo>
                    <a:pt x="67360" y="8902"/>
                  </a:lnTo>
                  <a:lnTo>
                    <a:pt x="67297" y="7366"/>
                  </a:lnTo>
                  <a:lnTo>
                    <a:pt x="67221" y="5842"/>
                  </a:lnTo>
                  <a:lnTo>
                    <a:pt x="66890" y="4673"/>
                  </a:lnTo>
                  <a:lnTo>
                    <a:pt x="70866" y="9321"/>
                  </a:lnTo>
                  <a:lnTo>
                    <a:pt x="70866" y="4927"/>
                  </a:lnTo>
                  <a:lnTo>
                    <a:pt x="70396" y="4368"/>
                  </a:lnTo>
                  <a:lnTo>
                    <a:pt x="66865" y="254"/>
                  </a:lnTo>
                  <a:lnTo>
                    <a:pt x="66865" y="4635"/>
                  </a:lnTo>
                  <a:lnTo>
                    <a:pt x="66408" y="4660"/>
                  </a:lnTo>
                  <a:lnTo>
                    <a:pt x="66649" y="4368"/>
                  </a:lnTo>
                  <a:lnTo>
                    <a:pt x="66865" y="4635"/>
                  </a:lnTo>
                  <a:lnTo>
                    <a:pt x="66865" y="254"/>
                  </a:lnTo>
                  <a:lnTo>
                    <a:pt x="66649" y="0"/>
                  </a:lnTo>
                  <a:lnTo>
                    <a:pt x="52705" y="16268"/>
                  </a:lnTo>
                  <a:lnTo>
                    <a:pt x="52705" y="25158"/>
                  </a:lnTo>
                  <a:lnTo>
                    <a:pt x="52120" y="25019"/>
                  </a:lnTo>
                  <a:lnTo>
                    <a:pt x="50812" y="25095"/>
                  </a:lnTo>
                  <a:lnTo>
                    <a:pt x="49504" y="25184"/>
                  </a:lnTo>
                  <a:lnTo>
                    <a:pt x="48475" y="25565"/>
                  </a:lnTo>
                  <a:lnTo>
                    <a:pt x="48475" y="26352"/>
                  </a:lnTo>
                  <a:lnTo>
                    <a:pt x="48145" y="25946"/>
                  </a:lnTo>
                  <a:lnTo>
                    <a:pt x="48450" y="25590"/>
                  </a:lnTo>
                  <a:lnTo>
                    <a:pt x="48475" y="26352"/>
                  </a:lnTo>
                  <a:lnTo>
                    <a:pt x="48475" y="25565"/>
                  </a:lnTo>
                  <a:lnTo>
                    <a:pt x="52451" y="20916"/>
                  </a:lnTo>
                  <a:lnTo>
                    <a:pt x="52374" y="21412"/>
                  </a:lnTo>
                  <a:lnTo>
                    <a:pt x="52527" y="24472"/>
                  </a:lnTo>
                  <a:lnTo>
                    <a:pt x="52705" y="25158"/>
                  </a:lnTo>
                  <a:lnTo>
                    <a:pt x="52705" y="16268"/>
                  </a:lnTo>
                  <a:lnTo>
                    <a:pt x="44399" y="25946"/>
                  </a:lnTo>
                  <a:lnTo>
                    <a:pt x="66649" y="51892"/>
                  </a:lnTo>
                  <a:lnTo>
                    <a:pt x="70396" y="47523"/>
                  </a:lnTo>
                  <a:lnTo>
                    <a:pt x="87337" y="27762"/>
                  </a:lnTo>
                  <a:lnTo>
                    <a:pt x="108038" y="51892"/>
                  </a:lnTo>
                  <a:lnTo>
                    <a:pt x="111772" y="47523"/>
                  </a:lnTo>
                  <a:lnTo>
                    <a:pt x="117665" y="40665"/>
                  </a:lnTo>
                  <a:lnTo>
                    <a:pt x="117665" y="36296"/>
                  </a:lnTo>
                  <a:lnTo>
                    <a:pt x="108038" y="47523"/>
                  </a:lnTo>
                  <a:lnTo>
                    <a:pt x="103251" y="41960"/>
                  </a:lnTo>
                  <a:lnTo>
                    <a:pt x="104305" y="42202"/>
                  </a:lnTo>
                  <a:lnTo>
                    <a:pt x="106934" y="42037"/>
                  </a:lnTo>
                  <a:lnTo>
                    <a:pt x="107505" y="41821"/>
                  </a:lnTo>
                  <a:lnTo>
                    <a:pt x="107391" y="42532"/>
                  </a:lnTo>
                  <a:lnTo>
                    <a:pt x="107467" y="44056"/>
                  </a:lnTo>
                  <a:lnTo>
                    <a:pt x="107543" y="45580"/>
                  </a:lnTo>
                  <a:lnTo>
                    <a:pt x="107873" y="46812"/>
                  </a:lnTo>
                  <a:lnTo>
                    <a:pt x="108559" y="46761"/>
                  </a:lnTo>
                  <a:lnTo>
                    <a:pt x="108788" y="45516"/>
                  </a:lnTo>
                  <a:lnTo>
                    <a:pt x="108635" y="42443"/>
                  </a:lnTo>
                  <a:lnTo>
                    <a:pt x="108445" y="41770"/>
                  </a:lnTo>
                  <a:lnTo>
                    <a:pt x="109067" y="41910"/>
                  </a:lnTo>
                  <a:lnTo>
                    <a:pt x="110375" y="41821"/>
                  </a:lnTo>
                  <a:lnTo>
                    <a:pt x="111683" y="41732"/>
                  </a:lnTo>
                  <a:lnTo>
                    <a:pt x="112737" y="41351"/>
                  </a:lnTo>
                  <a:lnTo>
                    <a:pt x="112699" y="40538"/>
                  </a:lnTo>
                  <a:lnTo>
                    <a:pt x="111620" y="40284"/>
                  </a:lnTo>
                  <a:lnTo>
                    <a:pt x="108991" y="40449"/>
                  </a:lnTo>
                  <a:lnTo>
                    <a:pt x="108356" y="40678"/>
                  </a:lnTo>
                  <a:lnTo>
                    <a:pt x="108496" y="39966"/>
                  </a:lnTo>
                  <a:lnTo>
                    <a:pt x="108432" y="38430"/>
                  </a:lnTo>
                  <a:lnTo>
                    <a:pt x="108356" y="36906"/>
                  </a:lnTo>
                  <a:lnTo>
                    <a:pt x="108013" y="35674"/>
                  </a:lnTo>
                  <a:lnTo>
                    <a:pt x="107327" y="35725"/>
                  </a:lnTo>
                  <a:lnTo>
                    <a:pt x="107111" y="36982"/>
                  </a:lnTo>
                  <a:lnTo>
                    <a:pt x="107251" y="40043"/>
                  </a:lnTo>
                  <a:lnTo>
                    <a:pt x="107429" y="40728"/>
                  </a:lnTo>
                  <a:lnTo>
                    <a:pt x="106857" y="40576"/>
                  </a:lnTo>
                  <a:lnTo>
                    <a:pt x="105549" y="40665"/>
                  </a:lnTo>
                  <a:lnTo>
                    <a:pt x="104241" y="40754"/>
                  </a:lnTo>
                  <a:lnTo>
                    <a:pt x="103187" y="41135"/>
                  </a:lnTo>
                  <a:lnTo>
                    <a:pt x="103212" y="41922"/>
                  </a:lnTo>
                  <a:lnTo>
                    <a:pt x="89903" y="26390"/>
                  </a:lnTo>
                  <a:lnTo>
                    <a:pt x="90957" y="26631"/>
                  </a:lnTo>
                  <a:lnTo>
                    <a:pt x="93586" y="26466"/>
                  </a:lnTo>
                  <a:lnTo>
                    <a:pt x="94170" y="26263"/>
                  </a:lnTo>
                  <a:lnTo>
                    <a:pt x="94043" y="26962"/>
                  </a:lnTo>
                  <a:lnTo>
                    <a:pt x="94119" y="28486"/>
                  </a:lnTo>
                  <a:lnTo>
                    <a:pt x="94195" y="30010"/>
                  </a:lnTo>
                  <a:lnTo>
                    <a:pt x="94526" y="31242"/>
                  </a:lnTo>
                  <a:lnTo>
                    <a:pt x="95211" y="31203"/>
                  </a:lnTo>
                  <a:lnTo>
                    <a:pt x="95440" y="29946"/>
                  </a:lnTo>
                  <a:lnTo>
                    <a:pt x="95288" y="26873"/>
                  </a:lnTo>
                  <a:lnTo>
                    <a:pt x="95097" y="26187"/>
                  </a:lnTo>
                  <a:lnTo>
                    <a:pt x="95719" y="26339"/>
                  </a:lnTo>
                  <a:lnTo>
                    <a:pt x="97028" y="26250"/>
                  </a:lnTo>
                  <a:lnTo>
                    <a:pt x="98336" y="26174"/>
                  </a:lnTo>
                  <a:lnTo>
                    <a:pt x="99390" y="25781"/>
                  </a:lnTo>
                  <a:lnTo>
                    <a:pt x="99352" y="24980"/>
                  </a:lnTo>
                  <a:lnTo>
                    <a:pt x="98272" y="24714"/>
                  </a:lnTo>
                  <a:lnTo>
                    <a:pt x="95643" y="24879"/>
                  </a:lnTo>
                  <a:lnTo>
                    <a:pt x="95021" y="25120"/>
                  </a:lnTo>
                  <a:lnTo>
                    <a:pt x="95148" y="24396"/>
                  </a:lnTo>
                  <a:lnTo>
                    <a:pt x="95084" y="22860"/>
                  </a:lnTo>
                  <a:lnTo>
                    <a:pt x="95008" y="21336"/>
                  </a:lnTo>
                  <a:lnTo>
                    <a:pt x="94678" y="20104"/>
                  </a:lnTo>
                  <a:lnTo>
                    <a:pt x="94526" y="20116"/>
                  </a:lnTo>
                  <a:lnTo>
                    <a:pt x="107518" y="4965"/>
                  </a:lnTo>
                  <a:lnTo>
                    <a:pt x="107365" y="5918"/>
                  </a:lnTo>
                  <a:lnTo>
                    <a:pt x="107505" y="8978"/>
                  </a:lnTo>
                  <a:lnTo>
                    <a:pt x="107683" y="9664"/>
                  </a:lnTo>
                  <a:lnTo>
                    <a:pt x="107111" y="9525"/>
                  </a:lnTo>
                  <a:lnTo>
                    <a:pt x="105803" y="9601"/>
                  </a:lnTo>
                  <a:lnTo>
                    <a:pt x="104495" y="9690"/>
                  </a:lnTo>
                  <a:lnTo>
                    <a:pt x="103441" y="10071"/>
                  </a:lnTo>
                  <a:lnTo>
                    <a:pt x="103479" y="10883"/>
                  </a:lnTo>
                  <a:lnTo>
                    <a:pt x="104559" y="11137"/>
                  </a:lnTo>
                  <a:lnTo>
                    <a:pt x="107188" y="10972"/>
                  </a:lnTo>
                  <a:lnTo>
                    <a:pt x="107772" y="10769"/>
                  </a:lnTo>
                  <a:lnTo>
                    <a:pt x="107645" y="11468"/>
                  </a:lnTo>
                  <a:lnTo>
                    <a:pt x="107721" y="12992"/>
                  </a:lnTo>
                  <a:lnTo>
                    <a:pt x="107797" y="14528"/>
                  </a:lnTo>
                  <a:lnTo>
                    <a:pt x="108127" y="15748"/>
                  </a:lnTo>
                  <a:lnTo>
                    <a:pt x="108813" y="15709"/>
                  </a:lnTo>
                  <a:lnTo>
                    <a:pt x="109042" y="14452"/>
                  </a:lnTo>
                  <a:lnTo>
                    <a:pt x="108889" y="11379"/>
                  </a:lnTo>
                  <a:lnTo>
                    <a:pt x="108699" y="10706"/>
                  </a:lnTo>
                  <a:lnTo>
                    <a:pt x="109321" y="10845"/>
                  </a:lnTo>
                  <a:lnTo>
                    <a:pt x="110629" y="10756"/>
                  </a:lnTo>
                  <a:lnTo>
                    <a:pt x="111937" y="10680"/>
                  </a:lnTo>
                  <a:lnTo>
                    <a:pt x="112991" y="10287"/>
                  </a:lnTo>
                  <a:lnTo>
                    <a:pt x="112979" y="10160"/>
                  </a:lnTo>
                  <a:lnTo>
                    <a:pt x="117665" y="15595"/>
                  </a:lnTo>
                  <a:lnTo>
                    <a:pt x="117665" y="11226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11722418" y="8025923"/>
              <a:ext cx="118110" cy="83820"/>
            </a:xfrm>
            <a:custGeom>
              <a:avLst/>
              <a:gdLst/>
              <a:ahLst/>
              <a:cxnLst/>
              <a:rect l="l" t="t" r="r" b="b"/>
              <a:pathLst>
                <a:path w="118109" h="83820">
                  <a:moveTo>
                    <a:pt x="9398" y="72961"/>
                  </a:moveTo>
                  <a:lnTo>
                    <a:pt x="9347" y="72148"/>
                  </a:lnTo>
                  <a:lnTo>
                    <a:pt x="8280" y="71882"/>
                  </a:lnTo>
                  <a:lnTo>
                    <a:pt x="5651" y="72059"/>
                  </a:lnTo>
                  <a:lnTo>
                    <a:pt x="5029" y="72288"/>
                  </a:lnTo>
                  <a:lnTo>
                    <a:pt x="5156" y="71564"/>
                  </a:lnTo>
                  <a:lnTo>
                    <a:pt x="5080" y="70040"/>
                  </a:lnTo>
                  <a:lnTo>
                    <a:pt x="5016" y="68503"/>
                  </a:lnTo>
                  <a:lnTo>
                    <a:pt x="4673" y="67284"/>
                  </a:lnTo>
                  <a:lnTo>
                    <a:pt x="4000" y="67322"/>
                  </a:lnTo>
                  <a:lnTo>
                    <a:pt x="3759" y="68580"/>
                  </a:lnTo>
                  <a:lnTo>
                    <a:pt x="3911" y="71653"/>
                  </a:lnTo>
                  <a:lnTo>
                    <a:pt x="4089" y="72339"/>
                  </a:lnTo>
                  <a:lnTo>
                    <a:pt x="3517" y="72186"/>
                  </a:lnTo>
                  <a:lnTo>
                    <a:pt x="901" y="72351"/>
                  </a:lnTo>
                  <a:lnTo>
                    <a:pt x="0" y="72682"/>
                  </a:lnTo>
                  <a:lnTo>
                    <a:pt x="0" y="73571"/>
                  </a:lnTo>
                  <a:lnTo>
                    <a:pt x="965" y="73812"/>
                  </a:lnTo>
                  <a:lnTo>
                    <a:pt x="3594" y="73647"/>
                  </a:lnTo>
                  <a:lnTo>
                    <a:pt x="4165" y="73431"/>
                  </a:lnTo>
                  <a:lnTo>
                    <a:pt x="4051" y="74129"/>
                  </a:lnTo>
                  <a:lnTo>
                    <a:pt x="4127" y="75653"/>
                  </a:lnTo>
                  <a:lnTo>
                    <a:pt x="4191" y="77190"/>
                  </a:lnTo>
                  <a:lnTo>
                    <a:pt x="4533" y="78409"/>
                  </a:lnTo>
                  <a:lnTo>
                    <a:pt x="5207" y="78371"/>
                  </a:lnTo>
                  <a:lnTo>
                    <a:pt x="5448" y="77114"/>
                  </a:lnTo>
                  <a:lnTo>
                    <a:pt x="5295" y="74053"/>
                  </a:lnTo>
                  <a:lnTo>
                    <a:pt x="5105" y="73367"/>
                  </a:lnTo>
                  <a:lnTo>
                    <a:pt x="5715" y="73507"/>
                  </a:lnTo>
                  <a:lnTo>
                    <a:pt x="7023" y="73431"/>
                  </a:lnTo>
                  <a:lnTo>
                    <a:pt x="8331" y="73342"/>
                  </a:lnTo>
                  <a:lnTo>
                    <a:pt x="9398" y="72961"/>
                  </a:lnTo>
                  <a:close/>
                </a:path>
                <a:path w="118109" h="83820">
                  <a:moveTo>
                    <a:pt x="26936" y="57556"/>
                  </a:moveTo>
                  <a:lnTo>
                    <a:pt x="23190" y="53187"/>
                  </a:lnTo>
                  <a:lnTo>
                    <a:pt x="23190" y="57556"/>
                  </a:lnTo>
                  <a:lnTo>
                    <a:pt x="19050" y="62382"/>
                  </a:lnTo>
                  <a:lnTo>
                    <a:pt x="19164" y="61772"/>
                  </a:lnTo>
                  <a:lnTo>
                    <a:pt x="19024" y="58699"/>
                  </a:lnTo>
                  <a:lnTo>
                    <a:pt x="18821" y="58026"/>
                  </a:lnTo>
                  <a:lnTo>
                    <a:pt x="19443" y="58166"/>
                  </a:lnTo>
                  <a:lnTo>
                    <a:pt x="20751" y="58077"/>
                  </a:lnTo>
                  <a:lnTo>
                    <a:pt x="22059" y="58000"/>
                  </a:lnTo>
                  <a:lnTo>
                    <a:pt x="23126" y="57607"/>
                  </a:lnTo>
                  <a:lnTo>
                    <a:pt x="23114" y="57480"/>
                  </a:lnTo>
                  <a:lnTo>
                    <a:pt x="23190" y="53187"/>
                  </a:lnTo>
                  <a:lnTo>
                    <a:pt x="22390" y="52260"/>
                  </a:lnTo>
                  <a:lnTo>
                    <a:pt x="22390" y="56642"/>
                  </a:lnTo>
                  <a:lnTo>
                    <a:pt x="21996" y="56540"/>
                  </a:lnTo>
                  <a:lnTo>
                    <a:pt x="19367" y="56705"/>
                  </a:lnTo>
                  <a:lnTo>
                    <a:pt x="18757" y="56946"/>
                  </a:lnTo>
                  <a:lnTo>
                    <a:pt x="18884" y="56222"/>
                  </a:lnTo>
                  <a:lnTo>
                    <a:pt x="18808" y="54686"/>
                  </a:lnTo>
                  <a:lnTo>
                    <a:pt x="18732" y="53162"/>
                  </a:lnTo>
                  <a:lnTo>
                    <a:pt x="18402" y="51993"/>
                  </a:lnTo>
                  <a:lnTo>
                    <a:pt x="22390" y="56642"/>
                  </a:lnTo>
                  <a:lnTo>
                    <a:pt x="22390" y="52260"/>
                  </a:lnTo>
                  <a:lnTo>
                    <a:pt x="8902" y="36525"/>
                  </a:lnTo>
                  <a:lnTo>
                    <a:pt x="8902" y="40932"/>
                  </a:lnTo>
                  <a:lnTo>
                    <a:pt x="8534" y="40830"/>
                  </a:lnTo>
                  <a:lnTo>
                    <a:pt x="5905" y="40995"/>
                  </a:lnTo>
                  <a:lnTo>
                    <a:pt x="5270" y="41224"/>
                  </a:lnTo>
                  <a:lnTo>
                    <a:pt x="5410" y="40500"/>
                  </a:lnTo>
                  <a:lnTo>
                    <a:pt x="5334" y="38976"/>
                  </a:lnTo>
                  <a:lnTo>
                    <a:pt x="5270" y="37452"/>
                  </a:lnTo>
                  <a:lnTo>
                    <a:pt x="4927" y="36271"/>
                  </a:lnTo>
                  <a:lnTo>
                    <a:pt x="8902" y="40932"/>
                  </a:lnTo>
                  <a:lnTo>
                    <a:pt x="8902" y="36525"/>
                  </a:lnTo>
                  <a:lnTo>
                    <a:pt x="8432" y="35966"/>
                  </a:lnTo>
                  <a:lnTo>
                    <a:pt x="4902" y="31864"/>
                  </a:lnTo>
                  <a:lnTo>
                    <a:pt x="4902" y="36233"/>
                  </a:lnTo>
                  <a:lnTo>
                    <a:pt x="4432" y="36258"/>
                  </a:lnTo>
                  <a:lnTo>
                    <a:pt x="4686" y="35966"/>
                  </a:lnTo>
                  <a:lnTo>
                    <a:pt x="4902" y="36233"/>
                  </a:lnTo>
                  <a:lnTo>
                    <a:pt x="4902" y="31864"/>
                  </a:lnTo>
                  <a:lnTo>
                    <a:pt x="4686" y="31610"/>
                  </a:lnTo>
                  <a:lnTo>
                    <a:pt x="0" y="37071"/>
                  </a:lnTo>
                  <a:lnTo>
                    <a:pt x="0" y="41440"/>
                  </a:lnTo>
                  <a:lnTo>
                    <a:pt x="4191" y="36550"/>
                  </a:lnTo>
                  <a:lnTo>
                    <a:pt x="4025" y="37515"/>
                  </a:lnTo>
                  <a:lnTo>
                    <a:pt x="4165" y="40589"/>
                  </a:lnTo>
                  <a:lnTo>
                    <a:pt x="4343" y="41275"/>
                  </a:lnTo>
                  <a:lnTo>
                    <a:pt x="3771" y="41122"/>
                  </a:lnTo>
                  <a:lnTo>
                    <a:pt x="2463" y="41211"/>
                  </a:lnTo>
                  <a:lnTo>
                    <a:pt x="1155" y="41287"/>
                  </a:lnTo>
                  <a:lnTo>
                    <a:pt x="101" y="41681"/>
                  </a:lnTo>
                  <a:lnTo>
                    <a:pt x="139" y="42481"/>
                  </a:lnTo>
                  <a:lnTo>
                    <a:pt x="1219" y="42748"/>
                  </a:lnTo>
                  <a:lnTo>
                    <a:pt x="3848" y="42583"/>
                  </a:lnTo>
                  <a:lnTo>
                    <a:pt x="4419" y="42367"/>
                  </a:lnTo>
                  <a:lnTo>
                    <a:pt x="4305" y="43065"/>
                  </a:lnTo>
                  <a:lnTo>
                    <a:pt x="4381" y="44602"/>
                  </a:lnTo>
                  <a:lnTo>
                    <a:pt x="4445" y="46126"/>
                  </a:lnTo>
                  <a:lnTo>
                    <a:pt x="4787" y="47358"/>
                  </a:lnTo>
                  <a:lnTo>
                    <a:pt x="5473" y="47307"/>
                  </a:lnTo>
                  <a:lnTo>
                    <a:pt x="5702" y="46050"/>
                  </a:lnTo>
                  <a:lnTo>
                    <a:pt x="5549" y="42989"/>
                  </a:lnTo>
                  <a:lnTo>
                    <a:pt x="5359" y="42303"/>
                  </a:lnTo>
                  <a:lnTo>
                    <a:pt x="5969" y="42443"/>
                  </a:lnTo>
                  <a:lnTo>
                    <a:pt x="7277" y="42367"/>
                  </a:lnTo>
                  <a:lnTo>
                    <a:pt x="8597" y="42278"/>
                  </a:lnTo>
                  <a:lnTo>
                    <a:pt x="9652" y="41897"/>
                  </a:lnTo>
                  <a:lnTo>
                    <a:pt x="18376" y="51955"/>
                  </a:lnTo>
                  <a:lnTo>
                    <a:pt x="17716" y="51981"/>
                  </a:lnTo>
                  <a:lnTo>
                    <a:pt x="17487" y="53238"/>
                  </a:lnTo>
                  <a:lnTo>
                    <a:pt x="17640" y="56299"/>
                  </a:lnTo>
                  <a:lnTo>
                    <a:pt x="17818" y="56984"/>
                  </a:lnTo>
                  <a:lnTo>
                    <a:pt x="17246" y="56845"/>
                  </a:lnTo>
                  <a:lnTo>
                    <a:pt x="15938" y="56921"/>
                  </a:lnTo>
                  <a:lnTo>
                    <a:pt x="14630" y="57010"/>
                  </a:lnTo>
                  <a:lnTo>
                    <a:pt x="13563" y="57391"/>
                  </a:lnTo>
                  <a:lnTo>
                    <a:pt x="13614" y="58204"/>
                  </a:lnTo>
                  <a:lnTo>
                    <a:pt x="14681" y="58458"/>
                  </a:lnTo>
                  <a:lnTo>
                    <a:pt x="17310" y="58293"/>
                  </a:lnTo>
                  <a:lnTo>
                    <a:pt x="17894" y="58089"/>
                  </a:lnTo>
                  <a:lnTo>
                    <a:pt x="17780" y="58788"/>
                  </a:lnTo>
                  <a:lnTo>
                    <a:pt x="17843" y="60312"/>
                  </a:lnTo>
                  <a:lnTo>
                    <a:pt x="17919" y="61836"/>
                  </a:lnTo>
                  <a:lnTo>
                    <a:pt x="18262" y="63068"/>
                  </a:lnTo>
                  <a:lnTo>
                    <a:pt x="18465" y="63068"/>
                  </a:lnTo>
                  <a:lnTo>
                    <a:pt x="4686" y="79133"/>
                  </a:lnTo>
                  <a:lnTo>
                    <a:pt x="0" y="73660"/>
                  </a:lnTo>
                  <a:lnTo>
                    <a:pt x="0" y="78028"/>
                  </a:lnTo>
                  <a:lnTo>
                    <a:pt x="4686" y="83502"/>
                  </a:lnTo>
                  <a:lnTo>
                    <a:pt x="8432" y="79133"/>
                  </a:lnTo>
                  <a:lnTo>
                    <a:pt x="26936" y="57556"/>
                  </a:lnTo>
                  <a:close/>
                </a:path>
                <a:path w="118109" h="83820">
                  <a:moveTo>
                    <a:pt x="50139" y="72961"/>
                  </a:moveTo>
                  <a:lnTo>
                    <a:pt x="50101" y="72148"/>
                  </a:lnTo>
                  <a:lnTo>
                    <a:pt x="49022" y="71882"/>
                  </a:lnTo>
                  <a:lnTo>
                    <a:pt x="46393" y="72059"/>
                  </a:lnTo>
                  <a:lnTo>
                    <a:pt x="45770" y="72288"/>
                  </a:lnTo>
                  <a:lnTo>
                    <a:pt x="45910" y="71564"/>
                  </a:lnTo>
                  <a:lnTo>
                    <a:pt x="45834" y="70040"/>
                  </a:lnTo>
                  <a:lnTo>
                    <a:pt x="45758" y="68503"/>
                  </a:lnTo>
                  <a:lnTo>
                    <a:pt x="45427" y="67284"/>
                  </a:lnTo>
                  <a:lnTo>
                    <a:pt x="44729" y="67322"/>
                  </a:lnTo>
                  <a:lnTo>
                    <a:pt x="44513" y="68580"/>
                  </a:lnTo>
                  <a:lnTo>
                    <a:pt x="44665" y="71653"/>
                  </a:lnTo>
                  <a:lnTo>
                    <a:pt x="44843" y="72339"/>
                  </a:lnTo>
                  <a:lnTo>
                    <a:pt x="44272" y="72186"/>
                  </a:lnTo>
                  <a:lnTo>
                    <a:pt x="42951" y="72275"/>
                  </a:lnTo>
                  <a:lnTo>
                    <a:pt x="41643" y="72351"/>
                  </a:lnTo>
                  <a:lnTo>
                    <a:pt x="40589" y="72745"/>
                  </a:lnTo>
                  <a:lnTo>
                    <a:pt x="40627" y="73545"/>
                  </a:lnTo>
                  <a:lnTo>
                    <a:pt x="41706" y="73812"/>
                  </a:lnTo>
                  <a:lnTo>
                    <a:pt x="44335" y="73647"/>
                  </a:lnTo>
                  <a:lnTo>
                    <a:pt x="44919" y="73431"/>
                  </a:lnTo>
                  <a:lnTo>
                    <a:pt x="44792" y="74129"/>
                  </a:lnTo>
                  <a:lnTo>
                    <a:pt x="44869" y="75653"/>
                  </a:lnTo>
                  <a:lnTo>
                    <a:pt x="44945" y="77190"/>
                  </a:lnTo>
                  <a:lnTo>
                    <a:pt x="45275" y="78409"/>
                  </a:lnTo>
                  <a:lnTo>
                    <a:pt x="45974" y="78371"/>
                  </a:lnTo>
                  <a:lnTo>
                    <a:pt x="46189" y="77114"/>
                  </a:lnTo>
                  <a:lnTo>
                    <a:pt x="46050" y="74053"/>
                  </a:lnTo>
                  <a:lnTo>
                    <a:pt x="45847" y="73367"/>
                  </a:lnTo>
                  <a:lnTo>
                    <a:pt x="46469" y="73507"/>
                  </a:lnTo>
                  <a:lnTo>
                    <a:pt x="47777" y="73431"/>
                  </a:lnTo>
                  <a:lnTo>
                    <a:pt x="49085" y="73342"/>
                  </a:lnTo>
                  <a:lnTo>
                    <a:pt x="50139" y="72961"/>
                  </a:lnTo>
                  <a:close/>
                </a:path>
                <a:path w="118109" h="83820">
                  <a:moveTo>
                    <a:pt x="50393" y="41897"/>
                  </a:moveTo>
                  <a:lnTo>
                    <a:pt x="50355" y="41084"/>
                  </a:lnTo>
                  <a:lnTo>
                    <a:pt x="49276" y="40830"/>
                  </a:lnTo>
                  <a:lnTo>
                    <a:pt x="46647" y="40995"/>
                  </a:lnTo>
                  <a:lnTo>
                    <a:pt x="46024" y="41224"/>
                  </a:lnTo>
                  <a:lnTo>
                    <a:pt x="46164" y="40500"/>
                  </a:lnTo>
                  <a:lnTo>
                    <a:pt x="46088" y="38976"/>
                  </a:lnTo>
                  <a:lnTo>
                    <a:pt x="46012" y="37452"/>
                  </a:lnTo>
                  <a:lnTo>
                    <a:pt x="45681" y="36220"/>
                  </a:lnTo>
                  <a:lnTo>
                    <a:pt x="44996" y="36271"/>
                  </a:lnTo>
                  <a:lnTo>
                    <a:pt x="44767" y="37515"/>
                  </a:lnTo>
                  <a:lnTo>
                    <a:pt x="44919" y="40589"/>
                  </a:lnTo>
                  <a:lnTo>
                    <a:pt x="45097" y="41275"/>
                  </a:lnTo>
                  <a:lnTo>
                    <a:pt x="44513" y="41122"/>
                  </a:lnTo>
                  <a:lnTo>
                    <a:pt x="43205" y="41211"/>
                  </a:lnTo>
                  <a:lnTo>
                    <a:pt x="41897" y="41287"/>
                  </a:lnTo>
                  <a:lnTo>
                    <a:pt x="40843" y="41681"/>
                  </a:lnTo>
                  <a:lnTo>
                    <a:pt x="40881" y="42481"/>
                  </a:lnTo>
                  <a:lnTo>
                    <a:pt x="41960" y="42748"/>
                  </a:lnTo>
                  <a:lnTo>
                    <a:pt x="44589" y="42583"/>
                  </a:lnTo>
                  <a:lnTo>
                    <a:pt x="45173" y="42367"/>
                  </a:lnTo>
                  <a:lnTo>
                    <a:pt x="45059" y="43065"/>
                  </a:lnTo>
                  <a:lnTo>
                    <a:pt x="45123" y="44602"/>
                  </a:lnTo>
                  <a:lnTo>
                    <a:pt x="45199" y="46126"/>
                  </a:lnTo>
                  <a:lnTo>
                    <a:pt x="45529" y="47358"/>
                  </a:lnTo>
                  <a:lnTo>
                    <a:pt x="46228" y="47307"/>
                  </a:lnTo>
                  <a:lnTo>
                    <a:pt x="46443" y="46050"/>
                  </a:lnTo>
                  <a:lnTo>
                    <a:pt x="46304" y="42989"/>
                  </a:lnTo>
                  <a:lnTo>
                    <a:pt x="46101" y="42303"/>
                  </a:lnTo>
                  <a:lnTo>
                    <a:pt x="46723" y="42443"/>
                  </a:lnTo>
                  <a:lnTo>
                    <a:pt x="48031" y="42367"/>
                  </a:lnTo>
                  <a:lnTo>
                    <a:pt x="49339" y="42278"/>
                  </a:lnTo>
                  <a:lnTo>
                    <a:pt x="50393" y="41897"/>
                  </a:lnTo>
                  <a:close/>
                </a:path>
                <a:path w="118109" h="83820">
                  <a:moveTo>
                    <a:pt x="63868" y="57607"/>
                  </a:moveTo>
                  <a:lnTo>
                    <a:pt x="63830" y="56807"/>
                  </a:lnTo>
                  <a:lnTo>
                    <a:pt x="62750" y="56540"/>
                  </a:lnTo>
                  <a:lnTo>
                    <a:pt x="60121" y="56705"/>
                  </a:lnTo>
                  <a:lnTo>
                    <a:pt x="59499" y="56946"/>
                  </a:lnTo>
                  <a:lnTo>
                    <a:pt x="59639" y="56222"/>
                  </a:lnTo>
                  <a:lnTo>
                    <a:pt x="59563" y="54686"/>
                  </a:lnTo>
                  <a:lnTo>
                    <a:pt x="59486" y="53162"/>
                  </a:lnTo>
                  <a:lnTo>
                    <a:pt x="59156" y="51943"/>
                  </a:lnTo>
                  <a:lnTo>
                    <a:pt x="58458" y="51981"/>
                  </a:lnTo>
                  <a:lnTo>
                    <a:pt x="58242" y="53238"/>
                  </a:lnTo>
                  <a:lnTo>
                    <a:pt x="58381" y="56299"/>
                  </a:lnTo>
                  <a:lnTo>
                    <a:pt x="58559" y="56984"/>
                  </a:lnTo>
                  <a:lnTo>
                    <a:pt x="57988" y="56845"/>
                  </a:lnTo>
                  <a:lnTo>
                    <a:pt x="56680" y="56921"/>
                  </a:lnTo>
                  <a:lnTo>
                    <a:pt x="55372" y="57010"/>
                  </a:lnTo>
                  <a:lnTo>
                    <a:pt x="54330" y="57391"/>
                  </a:lnTo>
                  <a:lnTo>
                    <a:pt x="54330" y="57797"/>
                  </a:lnTo>
                  <a:lnTo>
                    <a:pt x="54356" y="58204"/>
                  </a:lnTo>
                  <a:lnTo>
                    <a:pt x="55435" y="58458"/>
                  </a:lnTo>
                  <a:lnTo>
                    <a:pt x="58064" y="58293"/>
                  </a:lnTo>
                  <a:lnTo>
                    <a:pt x="58648" y="58089"/>
                  </a:lnTo>
                  <a:lnTo>
                    <a:pt x="58521" y="58788"/>
                  </a:lnTo>
                  <a:lnTo>
                    <a:pt x="58597" y="60312"/>
                  </a:lnTo>
                  <a:lnTo>
                    <a:pt x="58674" y="61836"/>
                  </a:lnTo>
                  <a:lnTo>
                    <a:pt x="59004" y="63068"/>
                  </a:lnTo>
                  <a:lnTo>
                    <a:pt x="59702" y="63030"/>
                  </a:lnTo>
                  <a:lnTo>
                    <a:pt x="59918" y="61772"/>
                  </a:lnTo>
                  <a:lnTo>
                    <a:pt x="59766" y="58699"/>
                  </a:lnTo>
                  <a:lnTo>
                    <a:pt x="59575" y="58013"/>
                  </a:lnTo>
                  <a:lnTo>
                    <a:pt x="60198" y="58166"/>
                  </a:lnTo>
                  <a:lnTo>
                    <a:pt x="61506" y="58077"/>
                  </a:lnTo>
                  <a:lnTo>
                    <a:pt x="62814" y="58000"/>
                  </a:lnTo>
                  <a:lnTo>
                    <a:pt x="63868" y="57607"/>
                  </a:lnTo>
                  <a:close/>
                </a:path>
                <a:path w="118109" h="83820">
                  <a:moveTo>
                    <a:pt x="109613" y="57556"/>
                  </a:moveTo>
                  <a:lnTo>
                    <a:pt x="105867" y="53187"/>
                  </a:lnTo>
                  <a:lnTo>
                    <a:pt x="105867" y="57556"/>
                  </a:lnTo>
                  <a:lnTo>
                    <a:pt x="101727" y="62382"/>
                  </a:lnTo>
                  <a:lnTo>
                    <a:pt x="101841" y="61772"/>
                  </a:lnTo>
                  <a:lnTo>
                    <a:pt x="101701" y="58699"/>
                  </a:lnTo>
                  <a:lnTo>
                    <a:pt x="101498" y="58026"/>
                  </a:lnTo>
                  <a:lnTo>
                    <a:pt x="102120" y="58166"/>
                  </a:lnTo>
                  <a:lnTo>
                    <a:pt x="103428" y="58077"/>
                  </a:lnTo>
                  <a:lnTo>
                    <a:pt x="104736" y="58000"/>
                  </a:lnTo>
                  <a:lnTo>
                    <a:pt x="105803" y="57607"/>
                  </a:lnTo>
                  <a:lnTo>
                    <a:pt x="105791" y="57480"/>
                  </a:lnTo>
                  <a:lnTo>
                    <a:pt x="105867" y="53187"/>
                  </a:lnTo>
                  <a:lnTo>
                    <a:pt x="105067" y="52260"/>
                  </a:lnTo>
                  <a:lnTo>
                    <a:pt x="105067" y="56642"/>
                  </a:lnTo>
                  <a:lnTo>
                    <a:pt x="104673" y="56540"/>
                  </a:lnTo>
                  <a:lnTo>
                    <a:pt x="102044" y="56705"/>
                  </a:lnTo>
                  <a:lnTo>
                    <a:pt x="101434" y="56946"/>
                  </a:lnTo>
                  <a:lnTo>
                    <a:pt x="101561" y="56222"/>
                  </a:lnTo>
                  <a:lnTo>
                    <a:pt x="101485" y="54686"/>
                  </a:lnTo>
                  <a:lnTo>
                    <a:pt x="101409" y="53162"/>
                  </a:lnTo>
                  <a:lnTo>
                    <a:pt x="101142" y="52222"/>
                  </a:lnTo>
                  <a:lnTo>
                    <a:pt x="101142" y="63068"/>
                  </a:lnTo>
                  <a:lnTo>
                    <a:pt x="87363" y="79133"/>
                  </a:lnTo>
                  <a:lnTo>
                    <a:pt x="82562" y="73558"/>
                  </a:lnTo>
                  <a:lnTo>
                    <a:pt x="83642" y="73812"/>
                  </a:lnTo>
                  <a:lnTo>
                    <a:pt x="86271" y="73647"/>
                  </a:lnTo>
                  <a:lnTo>
                    <a:pt x="86842" y="73431"/>
                  </a:lnTo>
                  <a:lnTo>
                    <a:pt x="86728" y="74129"/>
                  </a:lnTo>
                  <a:lnTo>
                    <a:pt x="86804" y="75653"/>
                  </a:lnTo>
                  <a:lnTo>
                    <a:pt x="86868" y="77190"/>
                  </a:lnTo>
                  <a:lnTo>
                    <a:pt x="87210" y="78409"/>
                  </a:lnTo>
                  <a:lnTo>
                    <a:pt x="87896" y="78371"/>
                  </a:lnTo>
                  <a:lnTo>
                    <a:pt x="88125" y="77114"/>
                  </a:lnTo>
                  <a:lnTo>
                    <a:pt x="87972" y="74053"/>
                  </a:lnTo>
                  <a:lnTo>
                    <a:pt x="87782" y="73367"/>
                  </a:lnTo>
                  <a:lnTo>
                    <a:pt x="88392" y="73507"/>
                  </a:lnTo>
                  <a:lnTo>
                    <a:pt x="89712" y="73431"/>
                  </a:lnTo>
                  <a:lnTo>
                    <a:pt x="91020" y="73342"/>
                  </a:lnTo>
                  <a:lnTo>
                    <a:pt x="92062" y="72961"/>
                  </a:lnTo>
                  <a:lnTo>
                    <a:pt x="92049" y="72542"/>
                  </a:lnTo>
                  <a:lnTo>
                    <a:pt x="92036" y="72148"/>
                  </a:lnTo>
                  <a:lnTo>
                    <a:pt x="90957" y="71882"/>
                  </a:lnTo>
                  <a:lnTo>
                    <a:pt x="88328" y="72059"/>
                  </a:lnTo>
                  <a:lnTo>
                    <a:pt x="87693" y="72288"/>
                  </a:lnTo>
                  <a:lnTo>
                    <a:pt x="87833" y="71564"/>
                  </a:lnTo>
                  <a:lnTo>
                    <a:pt x="87757" y="70040"/>
                  </a:lnTo>
                  <a:lnTo>
                    <a:pt x="87693" y="68503"/>
                  </a:lnTo>
                  <a:lnTo>
                    <a:pt x="87350" y="67284"/>
                  </a:lnTo>
                  <a:lnTo>
                    <a:pt x="86664" y="67322"/>
                  </a:lnTo>
                  <a:lnTo>
                    <a:pt x="86448" y="68580"/>
                  </a:lnTo>
                  <a:lnTo>
                    <a:pt x="86588" y="71653"/>
                  </a:lnTo>
                  <a:lnTo>
                    <a:pt x="86766" y="72339"/>
                  </a:lnTo>
                  <a:lnTo>
                    <a:pt x="86194" y="72186"/>
                  </a:lnTo>
                  <a:lnTo>
                    <a:pt x="84886" y="72275"/>
                  </a:lnTo>
                  <a:lnTo>
                    <a:pt x="83578" y="72351"/>
                  </a:lnTo>
                  <a:lnTo>
                    <a:pt x="82524" y="72745"/>
                  </a:lnTo>
                  <a:lnTo>
                    <a:pt x="82550" y="73545"/>
                  </a:lnTo>
                  <a:lnTo>
                    <a:pt x="69215" y="57988"/>
                  </a:lnTo>
                  <a:lnTo>
                    <a:pt x="70294" y="58242"/>
                  </a:lnTo>
                  <a:lnTo>
                    <a:pt x="72923" y="58077"/>
                  </a:lnTo>
                  <a:lnTo>
                    <a:pt x="73507" y="57861"/>
                  </a:lnTo>
                  <a:lnTo>
                    <a:pt x="73380" y="58559"/>
                  </a:lnTo>
                  <a:lnTo>
                    <a:pt x="73456" y="60096"/>
                  </a:lnTo>
                  <a:lnTo>
                    <a:pt x="73520" y="61620"/>
                  </a:lnTo>
                  <a:lnTo>
                    <a:pt x="73863" y="62839"/>
                  </a:lnTo>
                  <a:lnTo>
                    <a:pt x="74549" y="62801"/>
                  </a:lnTo>
                  <a:lnTo>
                    <a:pt x="74777" y="61544"/>
                  </a:lnTo>
                  <a:lnTo>
                    <a:pt x="74625" y="58483"/>
                  </a:lnTo>
                  <a:lnTo>
                    <a:pt x="74434" y="57797"/>
                  </a:lnTo>
                  <a:lnTo>
                    <a:pt x="75044" y="57937"/>
                  </a:lnTo>
                  <a:lnTo>
                    <a:pt x="76365" y="57861"/>
                  </a:lnTo>
                  <a:lnTo>
                    <a:pt x="77673" y="57772"/>
                  </a:lnTo>
                  <a:lnTo>
                    <a:pt x="78727" y="57391"/>
                  </a:lnTo>
                  <a:lnTo>
                    <a:pt x="78689" y="56578"/>
                  </a:lnTo>
                  <a:lnTo>
                    <a:pt x="77609" y="56324"/>
                  </a:lnTo>
                  <a:lnTo>
                    <a:pt x="74980" y="56489"/>
                  </a:lnTo>
                  <a:lnTo>
                    <a:pt x="74358" y="56718"/>
                  </a:lnTo>
                  <a:lnTo>
                    <a:pt x="74485" y="55994"/>
                  </a:lnTo>
                  <a:lnTo>
                    <a:pt x="74409" y="54470"/>
                  </a:lnTo>
                  <a:lnTo>
                    <a:pt x="74345" y="52946"/>
                  </a:lnTo>
                  <a:lnTo>
                    <a:pt x="74002" y="51714"/>
                  </a:lnTo>
                  <a:lnTo>
                    <a:pt x="73850" y="51727"/>
                  </a:lnTo>
                  <a:lnTo>
                    <a:pt x="86868" y="36550"/>
                  </a:lnTo>
                  <a:lnTo>
                    <a:pt x="86702" y="37515"/>
                  </a:lnTo>
                  <a:lnTo>
                    <a:pt x="86842" y="40589"/>
                  </a:lnTo>
                  <a:lnTo>
                    <a:pt x="87020" y="41275"/>
                  </a:lnTo>
                  <a:lnTo>
                    <a:pt x="86448" y="41122"/>
                  </a:lnTo>
                  <a:lnTo>
                    <a:pt x="85140" y="41211"/>
                  </a:lnTo>
                  <a:lnTo>
                    <a:pt x="83832" y="41287"/>
                  </a:lnTo>
                  <a:lnTo>
                    <a:pt x="82778" y="41681"/>
                  </a:lnTo>
                  <a:lnTo>
                    <a:pt x="82816" y="42481"/>
                  </a:lnTo>
                  <a:lnTo>
                    <a:pt x="83896" y="42748"/>
                  </a:lnTo>
                  <a:lnTo>
                    <a:pt x="86525" y="42583"/>
                  </a:lnTo>
                  <a:lnTo>
                    <a:pt x="87109" y="42367"/>
                  </a:lnTo>
                  <a:lnTo>
                    <a:pt x="86982" y="43065"/>
                  </a:lnTo>
                  <a:lnTo>
                    <a:pt x="87058" y="44602"/>
                  </a:lnTo>
                  <a:lnTo>
                    <a:pt x="87122" y="46126"/>
                  </a:lnTo>
                  <a:lnTo>
                    <a:pt x="87464" y="47358"/>
                  </a:lnTo>
                  <a:lnTo>
                    <a:pt x="88150" y="47307"/>
                  </a:lnTo>
                  <a:lnTo>
                    <a:pt x="88379" y="46050"/>
                  </a:lnTo>
                  <a:lnTo>
                    <a:pt x="88226" y="42989"/>
                  </a:lnTo>
                  <a:lnTo>
                    <a:pt x="88036" y="42303"/>
                  </a:lnTo>
                  <a:lnTo>
                    <a:pt x="88646" y="42443"/>
                  </a:lnTo>
                  <a:lnTo>
                    <a:pt x="89966" y="42367"/>
                  </a:lnTo>
                  <a:lnTo>
                    <a:pt x="91274" y="42278"/>
                  </a:lnTo>
                  <a:lnTo>
                    <a:pt x="92329" y="41897"/>
                  </a:lnTo>
                  <a:lnTo>
                    <a:pt x="101053" y="51955"/>
                  </a:lnTo>
                  <a:lnTo>
                    <a:pt x="100393" y="51981"/>
                  </a:lnTo>
                  <a:lnTo>
                    <a:pt x="100164" y="53238"/>
                  </a:lnTo>
                  <a:lnTo>
                    <a:pt x="100317" y="56299"/>
                  </a:lnTo>
                  <a:lnTo>
                    <a:pt x="100495" y="56984"/>
                  </a:lnTo>
                  <a:lnTo>
                    <a:pt x="99923" y="56845"/>
                  </a:lnTo>
                  <a:lnTo>
                    <a:pt x="98615" y="56921"/>
                  </a:lnTo>
                  <a:lnTo>
                    <a:pt x="97307" y="57010"/>
                  </a:lnTo>
                  <a:lnTo>
                    <a:pt x="96240" y="57391"/>
                  </a:lnTo>
                  <a:lnTo>
                    <a:pt x="96291" y="58204"/>
                  </a:lnTo>
                  <a:lnTo>
                    <a:pt x="97358" y="58458"/>
                  </a:lnTo>
                  <a:lnTo>
                    <a:pt x="99987" y="58293"/>
                  </a:lnTo>
                  <a:lnTo>
                    <a:pt x="100571" y="58089"/>
                  </a:lnTo>
                  <a:lnTo>
                    <a:pt x="100457" y="58788"/>
                  </a:lnTo>
                  <a:lnTo>
                    <a:pt x="100520" y="60312"/>
                  </a:lnTo>
                  <a:lnTo>
                    <a:pt x="100596" y="61836"/>
                  </a:lnTo>
                  <a:lnTo>
                    <a:pt x="100939" y="63068"/>
                  </a:lnTo>
                  <a:lnTo>
                    <a:pt x="101142" y="63068"/>
                  </a:lnTo>
                  <a:lnTo>
                    <a:pt x="101142" y="52222"/>
                  </a:lnTo>
                  <a:lnTo>
                    <a:pt x="101079" y="51993"/>
                  </a:lnTo>
                  <a:lnTo>
                    <a:pt x="105067" y="56642"/>
                  </a:lnTo>
                  <a:lnTo>
                    <a:pt x="105067" y="52260"/>
                  </a:lnTo>
                  <a:lnTo>
                    <a:pt x="91579" y="36525"/>
                  </a:lnTo>
                  <a:lnTo>
                    <a:pt x="91579" y="40932"/>
                  </a:lnTo>
                  <a:lnTo>
                    <a:pt x="91211" y="40830"/>
                  </a:lnTo>
                  <a:lnTo>
                    <a:pt x="88582" y="40995"/>
                  </a:lnTo>
                  <a:lnTo>
                    <a:pt x="87960" y="41224"/>
                  </a:lnTo>
                  <a:lnTo>
                    <a:pt x="88087" y="40500"/>
                  </a:lnTo>
                  <a:lnTo>
                    <a:pt x="88011" y="38976"/>
                  </a:lnTo>
                  <a:lnTo>
                    <a:pt x="87947" y="37452"/>
                  </a:lnTo>
                  <a:lnTo>
                    <a:pt x="87604" y="36271"/>
                  </a:lnTo>
                  <a:lnTo>
                    <a:pt x="91579" y="40932"/>
                  </a:lnTo>
                  <a:lnTo>
                    <a:pt x="91579" y="36525"/>
                  </a:lnTo>
                  <a:lnTo>
                    <a:pt x="91109" y="35966"/>
                  </a:lnTo>
                  <a:lnTo>
                    <a:pt x="87579" y="31864"/>
                  </a:lnTo>
                  <a:lnTo>
                    <a:pt x="87579" y="36233"/>
                  </a:lnTo>
                  <a:lnTo>
                    <a:pt x="87109" y="36258"/>
                  </a:lnTo>
                  <a:lnTo>
                    <a:pt x="87363" y="35966"/>
                  </a:lnTo>
                  <a:lnTo>
                    <a:pt x="87579" y="36233"/>
                  </a:lnTo>
                  <a:lnTo>
                    <a:pt x="87579" y="31864"/>
                  </a:lnTo>
                  <a:lnTo>
                    <a:pt x="87363" y="31610"/>
                  </a:lnTo>
                  <a:lnTo>
                    <a:pt x="73418" y="47879"/>
                  </a:lnTo>
                  <a:lnTo>
                    <a:pt x="73418" y="56769"/>
                  </a:lnTo>
                  <a:lnTo>
                    <a:pt x="72847" y="56616"/>
                  </a:lnTo>
                  <a:lnTo>
                    <a:pt x="71539" y="56705"/>
                  </a:lnTo>
                  <a:lnTo>
                    <a:pt x="70231" y="56781"/>
                  </a:lnTo>
                  <a:lnTo>
                    <a:pt x="69202" y="57175"/>
                  </a:lnTo>
                  <a:lnTo>
                    <a:pt x="69202" y="57975"/>
                  </a:lnTo>
                  <a:lnTo>
                    <a:pt x="68859" y="57556"/>
                  </a:lnTo>
                  <a:lnTo>
                    <a:pt x="69176" y="57188"/>
                  </a:lnTo>
                  <a:lnTo>
                    <a:pt x="69202" y="57975"/>
                  </a:lnTo>
                  <a:lnTo>
                    <a:pt x="69202" y="57175"/>
                  </a:lnTo>
                  <a:lnTo>
                    <a:pt x="73177" y="52514"/>
                  </a:lnTo>
                  <a:lnTo>
                    <a:pt x="73101" y="53009"/>
                  </a:lnTo>
                  <a:lnTo>
                    <a:pt x="73240" y="56083"/>
                  </a:lnTo>
                  <a:lnTo>
                    <a:pt x="73418" y="56769"/>
                  </a:lnTo>
                  <a:lnTo>
                    <a:pt x="73418" y="47879"/>
                  </a:lnTo>
                  <a:lnTo>
                    <a:pt x="65112" y="57556"/>
                  </a:lnTo>
                  <a:lnTo>
                    <a:pt x="87363" y="83502"/>
                  </a:lnTo>
                  <a:lnTo>
                    <a:pt x="91109" y="79133"/>
                  </a:lnTo>
                  <a:lnTo>
                    <a:pt x="109613" y="57556"/>
                  </a:lnTo>
                  <a:close/>
                </a:path>
                <a:path w="118109" h="83820">
                  <a:moveTo>
                    <a:pt x="117665" y="25527"/>
                  </a:moveTo>
                  <a:lnTo>
                    <a:pt x="116941" y="25781"/>
                  </a:lnTo>
                  <a:lnTo>
                    <a:pt x="116992" y="26593"/>
                  </a:lnTo>
                  <a:lnTo>
                    <a:pt x="117665" y="26758"/>
                  </a:lnTo>
                  <a:lnTo>
                    <a:pt x="117665" y="25527"/>
                  </a:lnTo>
                  <a:close/>
                </a:path>
                <a:path w="118109" h="83820">
                  <a:moveTo>
                    <a:pt x="117665" y="11188"/>
                  </a:moveTo>
                  <a:lnTo>
                    <a:pt x="111810" y="4368"/>
                  </a:lnTo>
                  <a:lnTo>
                    <a:pt x="108280" y="241"/>
                  </a:lnTo>
                  <a:lnTo>
                    <a:pt x="108280" y="4622"/>
                  </a:lnTo>
                  <a:lnTo>
                    <a:pt x="107835" y="4648"/>
                  </a:lnTo>
                  <a:lnTo>
                    <a:pt x="108077" y="4368"/>
                  </a:lnTo>
                  <a:lnTo>
                    <a:pt x="108280" y="4622"/>
                  </a:lnTo>
                  <a:lnTo>
                    <a:pt x="108280" y="241"/>
                  </a:lnTo>
                  <a:lnTo>
                    <a:pt x="108077" y="0"/>
                  </a:lnTo>
                  <a:lnTo>
                    <a:pt x="94119" y="16281"/>
                  </a:lnTo>
                  <a:lnTo>
                    <a:pt x="94119" y="25158"/>
                  </a:lnTo>
                  <a:lnTo>
                    <a:pt x="93548" y="25006"/>
                  </a:lnTo>
                  <a:lnTo>
                    <a:pt x="92240" y="25095"/>
                  </a:lnTo>
                  <a:lnTo>
                    <a:pt x="90932" y="25184"/>
                  </a:lnTo>
                  <a:lnTo>
                    <a:pt x="89903" y="25565"/>
                  </a:lnTo>
                  <a:lnTo>
                    <a:pt x="89903" y="26352"/>
                  </a:lnTo>
                  <a:lnTo>
                    <a:pt x="89573" y="25946"/>
                  </a:lnTo>
                  <a:lnTo>
                    <a:pt x="89877" y="25590"/>
                  </a:lnTo>
                  <a:lnTo>
                    <a:pt x="89903" y="26352"/>
                  </a:lnTo>
                  <a:lnTo>
                    <a:pt x="89903" y="25565"/>
                  </a:lnTo>
                  <a:lnTo>
                    <a:pt x="93878" y="20916"/>
                  </a:lnTo>
                  <a:lnTo>
                    <a:pt x="93802" y="21412"/>
                  </a:lnTo>
                  <a:lnTo>
                    <a:pt x="93941" y="24472"/>
                  </a:lnTo>
                  <a:lnTo>
                    <a:pt x="94119" y="25158"/>
                  </a:lnTo>
                  <a:lnTo>
                    <a:pt x="94119" y="16281"/>
                  </a:lnTo>
                  <a:lnTo>
                    <a:pt x="87376" y="24142"/>
                  </a:lnTo>
                  <a:lnTo>
                    <a:pt x="85191" y="21602"/>
                  </a:lnTo>
                  <a:lnTo>
                    <a:pt x="85191" y="25946"/>
                  </a:lnTo>
                  <a:lnTo>
                    <a:pt x="81051" y="30772"/>
                  </a:lnTo>
                  <a:lnTo>
                    <a:pt x="81165" y="30162"/>
                  </a:lnTo>
                  <a:lnTo>
                    <a:pt x="81013" y="27089"/>
                  </a:lnTo>
                  <a:lnTo>
                    <a:pt x="80822" y="26416"/>
                  </a:lnTo>
                  <a:lnTo>
                    <a:pt x="81432" y="26555"/>
                  </a:lnTo>
                  <a:lnTo>
                    <a:pt x="82740" y="26466"/>
                  </a:lnTo>
                  <a:lnTo>
                    <a:pt x="84061" y="26390"/>
                  </a:lnTo>
                  <a:lnTo>
                    <a:pt x="85115" y="25996"/>
                  </a:lnTo>
                  <a:lnTo>
                    <a:pt x="85102" y="25857"/>
                  </a:lnTo>
                  <a:lnTo>
                    <a:pt x="85191" y="21602"/>
                  </a:lnTo>
                  <a:lnTo>
                    <a:pt x="84404" y="20675"/>
                  </a:lnTo>
                  <a:lnTo>
                    <a:pt x="84404" y="25031"/>
                  </a:lnTo>
                  <a:lnTo>
                    <a:pt x="83997" y="24930"/>
                  </a:lnTo>
                  <a:lnTo>
                    <a:pt x="81368" y="25095"/>
                  </a:lnTo>
                  <a:lnTo>
                    <a:pt x="80733" y="25336"/>
                  </a:lnTo>
                  <a:lnTo>
                    <a:pt x="80873" y="24612"/>
                  </a:lnTo>
                  <a:lnTo>
                    <a:pt x="80810" y="23088"/>
                  </a:lnTo>
                  <a:lnTo>
                    <a:pt x="80733" y="21551"/>
                  </a:lnTo>
                  <a:lnTo>
                    <a:pt x="80467" y="20624"/>
                  </a:lnTo>
                  <a:lnTo>
                    <a:pt x="80467" y="31457"/>
                  </a:lnTo>
                  <a:lnTo>
                    <a:pt x="66687" y="47523"/>
                  </a:lnTo>
                  <a:lnTo>
                    <a:pt x="61887" y="41948"/>
                  </a:lnTo>
                  <a:lnTo>
                    <a:pt x="62953" y="42202"/>
                  </a:lnTo>
                  <a:lnTo>
                    <a:pt x="65582" y="42037"/>
                  </a:lnTo>
                  <a:lnTo>
                    <a:pt x="66167" y="41821"/>
                  </a:lnTo>
                  <a:lnTo>
                    <a:pt x="66040" y="42519"/>
                  </a:lnTo>
                  <a:lnTo>
                    <a:pt x="66116" y="44056"/>
                  </a:lnTo>
                  <a:lnTo>
                    <a:pt x="66192" y="45580"/>
                  </a:lnTo>
                  <a:lnTo>
                    <a:pt x="66522" y="46812"/>
                  </a:lnTo>
                  <a:lnTo>
                    <a:pt x="67208" y="46761"/>
                  </a:lnTo>
                  <a:lnTo>
                    <a:pt x="67437" y="45504"/>
                  </a:lnTo>
                  <a:lnTo>
                    <a:pt x="67284" y="42443"/>
                  </a:lnTo>
                  <a:lnTo>
                    <a:pt x="67094" y="41757"/>
                  </a:lnTo>
                  <a:lnTo>
                    <a:pt x="67716" y="41897"/>
                  </a:lnTo>
                  <a:lnTo>
                    <a:pt x="69024" y="41821"/>
                  </a:lnTo>
                  <a:lnTo>
                    <a:pt x="70332" y="41732"/>
                  </a:lnTo>
                  <a:lnTo>
                    <a:pt x="71386" y="41351"/>
                  </a:lnTo>
                  <a:lnTo>
                    <a:pt x="71348" y="40538"/>
                  </a:lnTo>
                  <a:lnTo>
                    <a:pt x="70269" y="40284"/>
                  </a:lnTo>
                  <a:lnTo>
                    <a:pt x="67640" y="40449"/>
                  </a:lnTo>
                  <a:lnTo>
                    <a:pt x="67017" y="40678"/>
                  </a:lnTo>
                  <a:lnTo>
                    <a:pt x="67144" y="39954"/>
                  </a:lnTo>
                  <a:lnTo>
                    <a:pt x="67081" y="38430"/>
                  </a:lnTo>
                  <a:lnTo>
                    <a:pt x="67005" y="36906"/>
                  </a:lnTo>
                  <a:lnTo>
                    <a:pt x="66662" y="35674"/>
                  </a:lnTo>
                  <a:lnTo>
                    <a:pt x="65976" y="35725"/>
                  </a:lnTo>
                  <a:lnTo>
                    <a:pt x="65760" y="36969"/>
                  </a:lnTo>
                  <a:lnTo>
                    <a:pt x="65900" y="40043"/>
                  </a:lnTo>
                  <a:lnTo>
                    <a:pt x="66078" y="40728"/>
                  </a:lnTo>
                  <a:lnTo>
                    <a:pt x="65506" y="40576"/>
                  </a:lnTo>
                  <a:lnTo>
                    <a:pt x="64198" y="40665"/>
                  </a:lnTo>
                  <a:lnTo>
                    <a:pt x="62890" y="40741"/>
                  </a:lnTo>
                  <a:lnTo>
                    <a:pt x="61836" y="41135"/>
                  </a:lnTo>
                  <a:lnTo>
                    <a:pt x="61861" y="41922"/>
                  </a:lnTo>
                  <a:lnTo>
                    <a:pt x="48552" y="26390"/>
                  </a:lnTo>
                  <a:lnTo>
                    <a:pt x="49606" y="26631"/>
                  </a:lnTo>
                  <a:lnTo>
                    <a:pt x="52235" y="26466"/>
                  </a:lnTo>
                  <a:lnTo>
                    <a:pt x="52819" y="26250"/>
                  </a:lnTo>
                  <a:lnTo>
                    <a:pt x="52692" y="26962"/>
                  </a:lnTo>
                  <a:lnTo>
                    <a:pt x="52768" y="28486"/>
                  </a:lnTo>
                  <a:lnTo>
                    <a:pt x="52844" y="30010"/>
                  </a:lnTo>
                  <a:lnTo>
                    <a:pt x="53174" y="31242"/>
                  </a:lnTo>
                  <a:lnTo>
                    <a:pt x="53873" y="31191"/>
                  </a:lnTo>
                  <a:lnTo>
                    <a:pt x="54089" y="29933"/>
                  </a:lnTo>
                  <a:lnTo>
                    <a:pt x="53936" y="26873"/>
                  </a:lnTo>
                  <a:lnTo>
                    <a:pt x="53746" y="26200"/>
                  </a:lnTo>
                  <a:lnTo>
                    <a:pt x="54368" y="26339"/>
                  </a:lnTo>
                  <a:lnTo>
                    <a:pt x="55676" y="26250"/>
                  </a:lnTo>
                  <a:lnTo>
                    <a:pt x="56984" y="26162"/>
                  </a:lnTo>
                  <a:lnTo>
                    <a:pt x="58026" y="25781"/>
                  </a:lnTo>
                  <a:lnTo>
                    <a:pt x="58026" y="25374"/>
                  </a:lnTo>
                  <a:lnTo>
                    <a:pt x="58000" y="24968"/>
                  </a:lnTo>
                  <a:lnTo>
                    <a:pt x="56921" y="24714"/>
                  </a:lnTo>
                  <a:lnTo>
                    <a:pt x="54292" y="24879"/>
                  </a:lnTo>
                  <a:lnTo>
                    <a:pt x="53670" y="25107"/>
                  </a:lnTo>
                  <a:lnTo>
                    <a:pt x="53809" y="24396"/>
                  </a:lnTo>
                  <a:lnTo>
                    <a:pt x="53733" y="22860"/>
                  </a:lnTo>
                  <a:lnTo>
                    <a:pt x="53657" y="21336"/>
                  </a:lnTo>
                  <a:lnTo>
                    <a:pt x="53327" y="20104"/>
                  </a:lnTo>
                  <a:lnTo>
                    <a:pt x="53174" y="20116"/>
                  </a:lnTo>
                  <a:lnTo>
                    <a:pt x="66179" y="4953"/>
                  </a:lnTo>
                  <a:lnTo>
                    <a:pt x="66014" y="5918"/>
                  </a:lnTo>
                  <a:lnTo>
                    <a:pt x="66154" y="8978"/>
                  </a:lnTo>
                  <a:lnTo>
                    <a:pt x="66332" y="9664"/>
                  </a:lnTo>
                  <a:lnTo>
                    <a:pt x="65760" y="9512"/>
                  </a:lnTo>
                  <a:lnTo>
                    <a:pt x="64452" y="9601"/>
                  </a:lnTo>
                  <a:lnTo>
                    <a:pt x="63144" y="9690"/>
                  </a:lnTo>
                  <a:lnTo>
                    <a:pt x="62090" y="10071"/>
                  </a:lnTo>
                  <a:lnTo>
                    <a:pt x="62128" y="10883"/>
                  </a:lnTo>
                  <a:lnTo>
                    <a:pt x="63207" y="11137"/>
                  </a:lnTo>
                  <a:lnTo>
                    <a:pt x="65836" y="10972"/>
                  </a:lnTo>
                  <a:lnTo>
                    <a:pt x="66421" y="10756"/>
                  </a:lnTo>
                  <a:lnTo>
                    <a:pt x="66294" y="11468"/>
                  </a:lnTo>
                  <a:lnTo>
                    <a:pt x="66370" y="12992"/>
                  </a:lnTo>
                  <a:lnTo>
                    <a:pt x="66446" y="14516"/>
                  </a:lnTo>
                  <a:lnTo>
                    <a:pt x="66776" y="15748"/>
                  </a:lnTo>
                  <a:lnTo>
                    <a:pt x="67475" y="15709"/>
                  </a:lnTo>
                  <a:lnTo>
                    <a:pt x="67691" y="14452"/>
                  </a:lnTo>
                  <a:lnTo>
                    <a:pt x="67538" y="11379"/>
                  </a:lnTo>
                  <a:lnTo>
                    <a:pt x="67348" y="10693"/>
                  </a:lnTo>
                  <a:lnTo>
                    <a:pt x="67970" y="10845"/>
                  </a:lnTo>
                  <a:lnTo>
                    <a:pt x="69278" y="10756"/>
                  </a:lnTo>
                  <a:lnTo>
                    <a:pt x="70586" y="10668"/>
                  </a:lnTo>
                  <a:lnTo>
                    <a:pt x="71640" y="10287"/>
                  </a:lnTo>
                  <a:lnTo>
                    <a:pt x="71628" y="10147"/>
                  </a:lnTo>
                  <a:lnTo>
                    <a:pt x="80378" y="20345"/>
                  </a:lnTo>
                  <a:lnTo>
                    <a:pt x="79705" y="20370"/>
                  </a:lnTo>
                  <a:lnTo>
                    <a:pt x="79489" y="21628"/>
                  </a:lnTo>
                  <a:lnTo>
                    <a:pt x="79629" y="24701"/>
                  </a:lnTo>
                  <a:lnTo>
                    <a:pt x="79806" y="25374"/>
                  </a:lnTo>
                  <a:lnTo>
                    <a:pt x="79235" y="25234"/>
                  </a:lnTo>
                  <a:lnTo>
                    <a:pt x="77927" y="25311"/>
                  </a:lnTo>
                  <a:lnTo>
                    <a:pt x="76619" y="25400"/>
                  </a:lnTo>
                  <a:lnTo>
                    <a:pt x="75565" y="25781"/>
                  </a:lnTo>
                  <a:lnTo>
                    <a:pt x="75603" y="26593"/>
                  </a:lnTo>
                  <a:lnTo>
                    <a:pt x="76682" y="26860"/>
                  </a:lnTo>
                  <a:lnTo>
                    <a:pt x="79311" y="26682"/>
                  </a:lnTo>
                  <a:lnTo>
                    <a:pt x="79883" y="26479"/>
                  </a:lnTo>
                  <a:lnTo>
                    <a:pt x="79768" y="27178"/>
                  </a:lnTo>
                  <a:lnTo>
                    <a:pt x="79844" y="28702"/>
                  </a:lnTo>
                  <a:lnTo>
                    <a:pt x="79908" y="30238"/>
                  </a:lnTo>
                  <a:lnTo>
                    <a:pt x="80251" y="31457"/>
                  </a:lnTo>
                  <a:lnTo>
                    <a:pt x="80467" y="31457"/>
                  </a:lnTo>
                  <a:lnTo>
                    <a:pt x="80467" y="20624"/>
                  </a:lnTo>
                  <a:lnTo>
                    <a:pt x="80391" y="20358"/>
                  </a:lnTo>
                  <a:lnTo>
                    <a:pt x="84404" y="25031"/>
                  </a:lnTo>
                  <a:lnTo>
                    <a:pt x="84404" y="20675"/>
                  </a:lnTo>
                  <a:lnTo>
                    <a:pt x="70916" y="4940"/>
                  </a:lnTo>
                  <a:lnTo>
                    <a:pt x="70916" y="9321"/>
                  </a:lnTo>
                  <a:lnTo>
                    <a:pt x="70523" y="9220"/>
                  </a:lnTo>
                  <a:lnTo>
                    <a:pt x="67894" y="9385"/>
                  </a:lnTo>
                  <a:lnTo>
                    <a:pt x="67271" y="9626"/>
                  </a:lnTo>
                  <a:lnTo>
                    <a:pt x="67398" y="8902"/>
                  </a:lnTo>
                  <a:lnTo>
                    <a:pt x="67335" y="7366"/>
                  </a:lnTo>
                  <a:lnTo>
                    <a:pt x="67259" y="5842"/>
                  </a:lnTo>
                  <a:lnTo>
                    <a:pt x="66941" y="4673"/>
                  </a:lnTo>
                  <a:lnTo>
                    <a:pt x="70916" y="9321"/>
                  </a:lnTo>
                  <a:lnTo>
                    <a:pt x="70916" y="4940"/>
                  </a:lnTo>
                  <a:lnTo>
                    <a:pt x="70434" y="4368"/>
                  </a:lnTo>
                  <a:lnTo>
                    <a:pt x="66890" y="241"/>
                  </a:lnTo>
                  <a:lnTo>
                    <a:pt x="66890" y="4622"/>
                  </a:lnTo>
                  <a:lnTo>
                    <a:pt x="66446" y="4648"/>
                  </a:lnTo>
                  <a:lnTo>
                    <a:pt x="66687" y="4368"/>
                  </a:lnTo>
                  <a:lnTo>
                    <a:pt x="66890" y="4622"/>
                  </a:lnTo>
                  <a:lnTo>
                    <a:pt x="66890" y="241"/>
                  </a:lnTo>
                  <a:lnTo>
                    <a:pt x="66687" y="0"/>
                  </a:lnTo>
                  <a:lnTo>
                    <a:pt x="52743" y="16268"/>
                  </a:lnTo>
                  <a:lnTo>
                    <a:pt x="52743" y="25158"/>
                  </a:lnTo>
                  <a:lnTo>
                    <a:pt x="52158" y="25006"/>
                  </a:lnTo>
                  <a:lnTo>
                    <a:pt x="50850" y="25095"/>
                  </a:lnTo>
                  <a:lnTo>
                    <a:pt x="49542" y="25184"/>
                  </a:lnTo>
                  <a:lnTo>
                    <a:pt x="48514" y="25565"/>
                  </a:lnTo>
                  <a:lnTo>
                    <a:pt x="48514" y="26352"/>
                  </a:lnTo>
                  <a:lnTo>
                    <a:pt x="48183" y="25946"/>
                  </a:lnTo>
                  <a:lnTo>
                    <a:pt x="48488" y="25590"/>
                  </a:lnTo>
                  <a:lnTo>
                    <a:pt x="48514" y="26352"/>
                  </a:lnTo>
                  <a:lnTo>
                    <a:pt x="48514" y="25565"/>
                  </a:lnTo>
                  <a:lnTo>
                    <a:pt x="52489" y="20916"/>
                  </a:lnTo>
                  <a:lnTo>
                    <a:pt x="52412" y="21412"/>
                  </a:lnTo>
                  <a:lnTo>
                    <a:pt x="52565" y="24472"/>
                  </a:lnTo>
                  <a:lnTo>
                    <a:pt x="52743" y="25158"/>
                  </a:lnTo>
                  <a:lnTo>
                    <a:pt x="52743" y="16268"/>
                  </a:lnTo>
                  <a:lnTo>
                    <a:pt x="44437" y="25946"/>
                  </a:lnTo>
                  <a:lnTo>
                    <a:pt x="66687" y="51892"/>
                  </a:lnTo>
                  <a:lnTo>
                    <a:pt x="70434" y="47523"/>
                  </a:lnTo>
                  <a:lnTo>
                    <a:pt x="87376" y="27762"/>
                  </a:lnTo>
                  <a:lnTo>
                    <a:pt x="108077" y="51892"/>
                  </a:lnTo>
                  <a:lnTo>
                    <a:pt x="111810" y="47523"/>
                  </a:lnTo>
                  <a:lnTo>
                    <a:pt x="117665" y="40703"/>
                  </a:lnTo>
                  <a:lnTo>
                    <a:pt x="117665" y="36334"/>
                  </a:lnTo>
                  <a:lnTo>
                    <a:pt x="108077" y="47523"/>
                  </a:lnTo>
                  <a:lnTo>
                    <a:pt x="103276" y="41948"/>
                  </a:lnTo>
                  <a:lnTo>
                    <a:pt x="104343" y="42202"/>
                  </a:lnTo>
                  <a:lnTo>
                    <a:pt x="106972" y="42037"/>
                  </a:lnTo>
                  <a:lnTo>
                    <a:pt x="107543" y="41821"/>
                  </a:lnTo>
                  <a:lnTo>
                    <a:pt x="107429" y="42519"/>
                  </a:lnTo>
                  <a:lnTo>
                    <a:pt x="107505" y="44056"/>
                  </a:lnTo>
                  <a:lnTo>
                    <a:pt x="107581" y="45580"/>
                  </a:lnTo>
                  <a:lnTo>
                    <a:pt x="107911" y="46812"/>
                  </a:lnTo>
                  <a:lnTo>
                    <a:pt x="108597" y="46761"/>
                  </a:lnTo>
                  <a:lnTo>
                    <a:pt x="108826" y="45504"/>
                  </a:lnTo>
                  <a:lnTo>
                    <a:pt x="108673" y="42443"/>
                  </a:lnTo>
                  <a:lnTo>
                    <a:pt x="108483" y="41757"/>
                  </a:lnTo>
                  <a:lnTo>
                    <a:pt x="109105" y="41897"/>
                  </a:lnTo>
                  <a:lnTo>
                    <a:pt x="110413" y="41821"/>
                  </a:lnTo>
                  <a:lnTo>
                    <a:pt x="111721" y="41732"/>
                  </a:lnTo>
                  <a:lnTo>
                    <a:pt x="112776" y="41351"/>
                  </a:lnTo>
                  <a:lnTo>
                    <a:pt x="112737" y="40538"/>
                  </a:lnTo>
                  <a:lnTo>
                    <a:pt x="111658" y="40284"/>
                  </a:lnTo>
                  <a:lnTo>
                    <a:pt x="109029" y="40449"/>
                  </a:lnTo>
                  <a:lnTo>
                    <a:pt x="108394" y="40678"/>
                  </a:lnTo>
                  <a:lnTo>
                    <a:pt x="108534" y="39954"/>
                  </a:lnTo>
                  <a:lnTo>
                    <a:pt x="108470" y="38430"/>
                  </a:lnTo>
                  <a:lnTo>
                    <a:pt x="108394" y="36906"/>
                  </a:lnTo>
                  <a:lnTo>
                    <a:pt x="108051" y="35674"/>
                  </a:lnTo>
                  <a:lnTo>
                    <a:pt x="107365" y="35725"/>
                  </a:lnTo>
                  <a:lnTo>
                    <a:pt x="107149" y="36969"/>
                  </a:lnTo>
                  <a:lnTo>
                    <a:pt x="107289" y="40043"/>
                  </a:lnTo>
                  <a:lnTo>
                    <a:pt x="107480" y="40728"/>
                  </a:lnTo>
                  <a:lnTo>
                    <a:pt x="106895" y="40576"/>
                  </a:lnTo>
                  <a:lnTo>
                    <a:pt x="105587" y="40665"/>
                  </a:lnTo>
                  <a:lnTo>
                    <a:pt x="104279" y="40741"/>
                  </a:lnTo>
                  <a:lnTo>
                    <a:pt x="103225" y="41135"/>
                  </a:lnTo>
                  <a:lnTo>
                    <a:pt x="103251" y="41922"/>
                  </a:lnTo>
                  <a:lnTo>
                    <a:pt x="89941" y="26390"/>
                  </a:lnTo>
                  <a:lnTo>
                    <a:pt x="90995" y="26631"/>
                  </a:lnTo>
                  <a:lnTo>
                    <a:pt x="93624" y="26466"/>
                  </a:lnTo>
                  <a:lnTo>
                    <a:pt x="94208" y="26250"/>
                  </a:lnTo>
                  <a:lnTo>
                    <a:pt x="94081" y="26962"/>
                  </a:lnTo>
                  <a:lnTo>
                    <a:pt x="94157" y="28486"/>
                  </a:lnTo>
                  <a:lnTo>
                    <a:pt x="94234" y="30010"/>
                  </a:lnTo>
                  <a:lnTo>
                    <a:pt x="94564" y="31242"/>
                  </a:lnTo>
                  <a:lnTo>
                    <a:pt x="95250" y="31191"/>
                  </a:lnTo>
                  <a:lnTo>
                    <a:pt x="95478" y="29933"/>
                  </a:lnTo>
                  <a:lnTo>
                    <a:pt x="95326" y="26873"/>
                  </a:lnTo>
                  <a:lnTo>
                    <a:pt x="95135" y="26200"/>
                  </a:lnTo>
                  <a:lnTo>
                    <a:pt x="95758" y="26339"/>
                  </a:lnTo>
                  <a:lnTo>
                    <a:pt x="97066" y="26250"/>
                  </a:lnTo>
                  <a:lnTo>
                    <a:pt x="98374" y="26162"/>
                  </a:lnTo>
                  <a:lnTo>
                    <a:pt x="99428" y="25781"/>
                  </a:lnTo>
                  <a:lnTo>
                    <a:pt x="99390" y="24968"/>
                  </a:lnTo>
                  <a:lnTo>
                    <a:pt x="98310" y="24714"/>
                  </a:lnTo>
                  <a:lnTo>
                    <a:pt x="95681" y="24879"/>
                  </a:lnTo>
                  <a:lnTo>
                    <a:pt x="95059" y="25107"/>
                  </a:lnTo>
                  <a:lnTo>
                    <a:pt x="95186" y="24396"/>
                  </a:lnTo>
                  <a:lnTo>
                    <a:pt x="95123" y="22860"/>
                  </a:lnTo>
                  <a:lnTo>
                    <a:pt x="95046" y="21336"/>
                  </a:lnTo>
                  <a:lnTo>
                    <a:pt x="94716" y="20104"/>
                  </a:lnTo>
                  <a:lnTo>
                    <a:pt x="94564" y="20116"/>
                  </a:lnTo>
                  <a:lnTo>
                    <a:pt x="107556" y="4965"/>
                  </a:lnTo>
                  <a:lnTo>
                    <a:pt x="107403" y="5918"/>
                  </a:lnTo>
                  <a:lnTo>
                    <a:pt x="107543" y="8978"/>
                  </a:lnTo>
                  <a:lnTo>
                    <a:pt x="107721" y="9664"/>
                  </a:lnTo>
                  <a:lnTo>
                    <a:pt x="107149" y="9512"/>
                  </a:lnTo>
                  <a:lnTo>
                    <a:pt x="105841" y="9601"/>
                  </a:lnTo>
                  <a:lnTo>
                    <a:pt x="104533" y="9690"/>
                  </a:lnTo>
                  <a:lnTo>
                    <a:pt x="103479" y="10071"/>
                  </a:lnTo>
                  <a:lnTo>
                    <a:pt x="103517" y="10883"/>
                  </a:lnTo>
                  <a:lnTo>
                    <a:pt x="104597" y="11137"/>
                  </a:lnTo>
                  <a:lnTo>
                    <a:pt x="107226" y="10972"/>
                  </a:lnTo>
                  <a:lnTo>
                    <a:pt x="108267" y="10579"/>
                  </a:lnTo>
                  <a:lnTo>
                    <a:pt x="108254" y="10185"/>
                  </a:lnTo>
                  <a:lnTo>
                    <a:pt x="108572" y="10160"/>
                  </a:lnTo>
                  <a:lnTo>
                    <a:pt x="108788" y="8902"/>
                  </a:lnTo>
                  <a:lnTo>
                    <a:pt x="108724" y="7366"/>
                  </a:lnTo>
                  <a:lnTo>
                    <a:pt x="108648" y="5842"/>
                  </a:lnTo>
                  <a:lnTo>
                    <a:pt x="108331" y="4673"/>
                  </a:lnTo>
                  <a:lnTo>
                    <a:pt x="117665" y="15557"/>
                  </a:lnTo>
                  <a:lnTo>
                    <a:pt x="117665" y="11188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11722430" y="7960899"/>
              <a:ext cx="113030" cy="83820"/>
            </a:xfrm>
            <a:custGeom>
              <a:avLst/>
              <a:gdLst/>
              <a:ahLst/>
              <a:cxnLst/>
              <a:rect l="l" t="t" r="r" b="b"/>
              <a:pathLst>
                <a:path w="113029" h="83820">
                  <a:moveTo>
                    <a:pt x="9385" y="72961"/>
                  </a:moveTo>
                  <a:lnTo>
                    <a:pt x="9334" y="72148"/>
                  </a:lnTo>
                  <a:lnTo>
                    <a:pt x="8267" y="71894"/>
                  </a:lnTo>
                  <a:lnTo>
                    <a:pt x="5638" y="72059"/>
                  </a:lnTo>
                  <a:lnTo>
                    <a:pt x="5016" y="72301"/>
                  </a:lnTo>
                  <a:lnTo>
                    <a:pt x="5143" y="71577"/>
                  </a:lnTo>
                  <a:lnTo>
                    <a:pt x="5067" y="70040"/>
                  </a:lnTo>
                  <a:lnTo>
                    <a:pt x="5003" y="68516"/>
                  </a:lnTo>
                  <a:lnTo>
                    <a:pt x="4660" y="67284"/>
                  </a:lnTo>
                  <a:lnTo>
                    <a:pt x="3987" y="67335"/>
                  </a:lnTo>
                  <a:lnTo>
                    <a:pt x="3746" y="68592"/>
                  </a:lnTo>
                  <a:lnTo>
                    <a:pt x="3898" y="71653"/>
                  </a:lnTo>
                  <a:lnTo>
                    <a:pt x="4076" y="72339"/>
                  </a:lnTo>
                  <a:lnTo>
                    <a:pt x="3505" y="72186"/>
                  </a:lnTo>
                  <a:lnTo>
                    <a:pt x="889" y="72364"/>
                  </a:lnTo>
                  <a:lnTo>
                    <a:pt x="0" y="72682"/>
                  </a:lnTo>
                  <a:lnTo>
                    <a:pt x="0" y="73583"/>
                  </a:lnTo>
                  <a:lnTo>
                    <a:pt x="952" y="73812"/>
                  </a:lnTo>
                  <a:lnTo>
                    <a:pt x="3581" y="73647"/>
                  </a:lnTo>
                  <a:lnTo>
                    <a:pt x="4152" y="73431"/>
                  </a:lnTo>
                  <a:lnTo>
                    <a:pt x="4038" y="74142"/>
                  </a:lnTo>
                  <a:lnTo>
                    <a:pt x="4114" y="75666"/>
                  </a:lnTo>
                  <a:lnTo>
                    <a:pt x="4178" y="77190"/>
                  </a:lnTo>
                  <a:lnTo>
                    <a:pt x="4521" y="78422"/>
                  </a:lnTo>
                  <a:lnTo>
                    <a:pt x="5194" y="78371"/>
                  </a:lnTo>
                  <a:lnTo>
                    <a:pt x="5435" y="77114"/>
                  </a:lnTo>
                  <a:lnTo>
                    <a:pt x="5283" y="74053"/>
                  </a:lnTo>
                  <a:lnTo>
                    <a:pt x="5092" y="73380"/>
                  </a:lnTo>
                  <a:lnTo>
                    <a:pt x="5702" y="73520"/>
                  </a:lnTo>
                  <a:lnTo>
                    <a:pt x="7010" y="73431"/>
                  </a:lnTo>
                  <a:lnTo>
                    <a:pt x="8318" y="73342"/>
                  </a:lnTo>
                  <a:lnTo>
                    <a:pt x="9385" y="72961"/>
                  </a:lnTo>
                  <a:close/>
                </a:path>
                <a:path w="113029" h="83820">
                  <a:moveTo>
                    <a:pt x="88925" y="25946"/>
                  </a:moveTo>
                  <a:lnTo>
                    <a:pt x="85178" y="21590"/>
                  </a:lnTo>
                  <a:lnTo>
                    <a:pt x="85178" y="25946"/>
                  </a:lnTo>
                  <a:lnTo>
                    <a:pt x="66675" y="47523"/>
                  </a:lnTo>
                  <a:lnTo>
                    <a:pt x="48539" y="26390"/>
                  </a:lnTo>
                  <a:lnTo>
                    <a:pt x="49593" y="26644"/>
                  </a:lnTo>
                  <a:lnTo>
                    <a:pt x="52222" y="26466"/>
                  </a:lnTo>
                  <a:lnTo>
                    <a:pt x="52806" y="26263"/>
                  </a:lnTo>
                  <a:lnTo>
                    <a:pt x="52679" y="26962"/>
                  </a:lnTo>
                  <a:lnTo>
                    <a:pt x="52755" y="28486"/>
                  </a:lnTo>
                  <a:lnTo>
                    <a:pt x="52832" y="30022"/>
                  </a:lnTo>
                  <a:lnTo>
                    <a:pt x="53162" y="31242"/>
                  </a:lnTo>
                  <a:lnTo>
                    <a:pt x="53860" y="31203"/>
                  </a:lnTo>
                  <a:lnTo>
                    <a:pt x="54076" y="29946"/>
                  </a:lnTo>
                  <a:lnTo>
                    <a:pt x="53924" y="26873"/>
                  </a:lnTo>
                  <a:lnTo>
                    <a:pt x="53594" y="25654"/>
                  </a:lnTo>
                  <a:lnTo>
                    <a:pt x="53238" y="25692"/>
                  </a:lnTo>
                  <a:lnTo>
                    <a:pt x="53555" y="25654"/>
                  </a:lnTo>
                  <a:lnTo>
                    <a:pt x="53797" y="24396"/>
                  </a:lnTo>
                  <a:lnTo>
                    <a:pt x="53721" y="22872"/>
                  </a:lnTo>
                  <a:lnTo>
                    <a:pt x="53644" y="21336"/>
                  </a:lnTo>
                  <a:lnTo>
                    <a:pt x="53314" y="20116"/>
                  </a:lnTo>
                  <a:lnTo>
                    <a:pt x="53162" y="20129"/>
                  </a:lnTo>
                  <a:lnTo>
                    <a:pt x="66675" y="4368"/>
                  </a:lnTo>
                  <a:lnTo>
                    <a:pt x="85178" y="25946"/>
                  </a:lnTo>
                  <a:lnTo>
                    <a:pt x="85178" y="21590"/>
                  </a:lnTo>
                  <a:lnTo>
                    <a:pt x="70421" y="4368"/>
                  </a:lnTo>
                  <a:lnTo>
                    <a:pt x="66675" y="0"/>
                  </a:lnTo>
                  <a:lnTo>
                    <a:pt x="52730" y="16268"/>
                  </a:lnTo>
                  <a:lnTo>
                    <a:pt x="52730" y="25158"/>
                  </a:lnTo>
                  <a:lnTo>
                    <a:pt x="52146" y="25019"/>
                  </a:lnTo>
                  <a:lnTo>
                    <a:pt x="50838" y="25095"/>
                  </a:lnTo>
                  <a:lnTo>
                    <a:pt x="49530" y="25184"/>
                  </a:lnTo>
                  <a:lnTo>
                    <a:pt x="48501" y="25565"/>
                  </a:lnTo>
                  <a:lnTo>
                    <a:pt x="48501" y="26352"/>
                  </a:lnTo>
                  <a:lnTo>
                    <a:pt x="48171" y="25946"/>
                  </a:lnTo>
                  <a:lnTo>
                    <a:pt x="48475" y="25590"/>
                  </a:lnTo>
                  <a:lnTo>
                    <a:pt x="48501" y="26352"/>
                  </a:lnTo>
                  <a:lnTo>
                    <a:pt x="48501" y="25565"/>
                  </a:lnTo>
                  <a:lnTo>
                    <a:pt x="52476" y="20916"/>
                  </a:lnTo>
                  <a:lnTo>
                    <a:pt x="52400" y="21412"/>
                  </a:lnTo>
                  <a:lnTo>
                    <a:pt x="52552" y="24472"/>
                  </a:lnTo>
                  <a:lnTo>
                    <a:pt x="52730" y="25158"/>
                  </a:lnTo>
                  <a:lnTo>
                    <a:pt x="52730" y="16268"/>
                  </a:lnTo>
                  <a:lnTo>
                    <a:pt x="45974" y="24142"/>
                  </a:lnTo>
                  <a:lnTo>
                    <a:pt x="43789" y="21602"/>
                  </a:lnTo>
                  <a:lnTo>
                    <a:pt x="43789" y="25946"/>
                  </a:lnTo>
                  <a:lnTo>
                    <a:pt x="39649" y="30772"/>
                  </a:lnTo>
                  <a:lnTo>
                    <a:pt x="39763" y="30162"/>
                  </a:lnTo>
                  <a:lnTo>
                    <a:pt x="39611" y="27101"/>
                  </a:lnTo>
                  <a:lnTo>
                    <a:pt x="39420" y="26416"/>
                  </a:lnTo>
                  <a:lnTo>
                    <a:pt x="40043" y="26555"/>
                  </a:lnTo>
                  <a:lnTo>
                    <a:pt x="41351" y="26479"/>
                  </a:lnTo>
                  <a:lnTo>
                    <a:pt x="42659" y="26390"/>
                  </a:lnTo>
                  <a:lnTo>
                    <a:pt x="43713" y="26009"/>
                  </a:lnTo>
                  <a:lnTo>
                    <a:pt x="43700" y="25857"/>
                  </a:lnTo>
                  <a:lnTo>
                    <a:pt x="43789" y="21602"/>
                  </a:lnTo>
                  <a:lnTo>
                    <a:pt x="43002" y="20688"/>
                  </a:lnTo>
                  <a:lnTo>
                    <a:pt x="43002" y="25044"/>
                  </a:lnTo>
                  <a:lnTo>
                    <a:pt x="42595" y="24942"/>
                  </a:lnTo>
                  <a:lnTo>
                    <a:pt x="39966" y="25107"/>
                  </a:lnTo>
                  <a:lnTo>
                    <a:pt x="39344" y="25336"/>
                  </a:lnTo>
                  <a:lnTo>
                    <a:pt x="39471" y="24612"/>
                  </a:lnTo>
                  <a:lnTo>
                    <a:pt x="39408" y="23088"/>
                  </a:lnTo>
                  <a:lnTo>
                    <a:pt x="39331" y="21564"/>
                  </a:lnTo>
                  <a:lnTo>
                    <a:pt x="39065" y="20637"/>
                  </a:lnTo>
                  <a:lnTo>
                    <a:pt x="39065" y="31457"/>
                  </a:lnTo>
                  <a:lnTo>
                    <a:pt x="25285" y="47523"/>
                  </a:lnTo>
                  <a:lnTo>
                    <a:pt x="20497" y="41960"/>
                  </a:lnTo>
                  <a:lnTo>
                    <a:pt x="21551" y="42202"/>
                  </a:lnTo>
                  <a:lnTo>
                    <a:pt x="24180" y="42037"/>
                  </a:lnTo>
                  <a:lnTo>
                    <a:pt x="24765" y="41833"/>
                  </a:lnTo>
                  <a:lnTo>
                    <a:pt x="24638" y="42532"/>
                  </a:lnTo>
                  <a:lnTo>
                    <a:pt x="24714" y="44056"/>
                  </a:lnTo>
                  <a:lnTo>
                    <a:pt x="24790" y="45580"/>
                  </a:lnTo>
                  <a:lnTo>
                    <a:pt x="25120" y="46812"/>
                  </a:lnTo>
                  <a:lnTo>
                    <a:pt x="25819" y="46774"/>
                  </a:lnTo>
                  <a:lnTo>
                    <a:pt x="26035" y="45516"/>
                  </a:lnTo>
                  <a:lnTo>
                    <a:pt x="25882" y="42443"/>
                  </a:lnTo>
                  <a:lnTo>
                    <a:pt x="25692" y="41757"/>
                  </a:lnTo>
                  <a:lnTo>
                    <a:pt x="26314" y="41910"/>
                  </a:lnTo>
                  <a:lnTo>
                    <a:pt x="27622" y="41821"/>
                  </a:lnTo>
                  <a:lnTo>
                    <a:pt x="28930" y="41744"/>
                  </a:lnTo>
                  <a:lnTo>
                    <a:pt x="29984" y="41351"/>
                  </a:lnTo>
                  <a:lnTo>
                    <a:pt x="29946" y="40551"/>
                  </a:lnTo>
                  <a:lnTo>
                    <a:pt x="28867" y="40284"/>
                  </a:lnTo>
                  <a:lnTo>
                    <a:pt x="26238" y="40449"/>
                  </a:lnTo>
                  <a:lnTo>
                    <a:pt x="25615" y="40690"/>
                  </a:lnTo>
                  <a:lnTo>
                    <a:pt x="25742" y="39966"/>
                  </a:lnTo>
                  <a:lnTo>
                    <a:pt x="25679" y="38430"/>
                  </a:lnTo>
                  <a:lnTo>
                    <a:pt x="25603" y="36906"/>
                  </a:lnTo>
                  <a:lnTo>
                    <a:pt x="25273" y="35687"/>
                  </a:lnTo>
                  <a:lnTo>
                    <a:pt x="24587" y="35725"/>
                  </a:lnTo>
                  <a:lnTo>
                    <a:pt x="24358" y="36982"/>
                  </a:lnTo>
                  <a:lnTo>
                    <a:pt x="24498" y="40043"/>
                  </a:lnTo>
                  <a:lnTo>
                    <a:pt x="24676" y="40728"/>
                  </a:lnTo>
                  <a:lnTo>
                    <a:pt x="24104" y="40589"/>
                  </a:lnTo>
                  <a:lnTo>
                    <a:pt x="22796" y="40665"/>
                  </a:lnTo>
                  <a:lnTo>
                    <a:pt x="21488" y="40754"/>
                  </a:lnTo>
                  <a:lnTo>
                    <a:pt x="20434" y="41135"/>
                  </a:lnTo>
                  <a:lnTo>
                    <a:pt x="20459" y="41922"/>
                  </a:lnTo>
                  <a:lnTo>
                    <a:pt x="7150" y="26390"/>
                  </a:lnTo>
                  <a:lnTo>
                    <a:pt x="8204" y="26644"/>
                  </a:lnTo>
                  <a:lnTo>
                    <a:pt x="10833" y="26466"/>
                  </a:lnTo>
                  <a:lnTo>
                    <a:pt x="11417" y="26263"/>
                  </a:lnTo>
                  <a:lnTo>
                    <a:pt x="11290" y="26962"/>
                  </a:lnTo>
                  <a:lnTo>
                    <a:pt x="11366" y="28486"/>
                  </a:lnTo>
                  <a:lnTo>
                    <a:pt x="11442" y="30022"/>
                  </a:lnTo>
                  <a:lnTo>
                    <a:pt x="11772" y="31242"/>
                  </a:lnTo>
                  <a:lnTo>
                    <a:pt x="12471" y="31203"/>
                  </a:lnTo>
                  <a:lnTo>
                    <a:pt x="12687" y="29946"/>
                  </a:lnTo>
                  <a:lnTo>
                    <a:pt x="12534" y="26873"/>
                  </a:lnTo>
                  <a:lnTo>
                    <a:pt x="12344" y="26200"/>
                  </a:lnTo>
                  <a:lnTo>
                    <a:pt x="12966" y="26339"/>
                  </a:lnTo>
                  <a:lnTo>
                    <a:pt x="14274" y="26250"/>
                  </a:lnTo>
                  <a:lnTo>
                    <a:pt x="15582" y="26174"/>
                  </a:lnTo>
                  <a:lnTo>
                    <a:pt x="16637" y="25781"/>
                  </a:lnTo>
                  <a:lnTo>
                    <a:pt x="16598" y="24980"/>
                  </a:lnTo>
                  <a:lnTo>
                    <a:pt x="15519" y="24714"/>
                  </a:lnTo>
                  <a:lnTo>
                    <a:pt x="12890" y="24879"/>
                  </a:lnTo>
                  <a:lnTo>
                    <a:pt x="12268" y="25120"/>
                  </a:lnTo>
                  <a:lnTo>
                    <a:pt x="12407" y="24396"/>
                  </a:lnTo>
                  <a:lnTo>
                    <a:pt x="12331" y="22872"/>
                  </a:lnTo>
                  <a:lnTo>
                    <a:pt x="12255" y="21336"/>
                  </a:lnTo>
                  <a:lnTo>
                    <a:pt x="11925" y="20116"/>
                  </a:lnTo>
                  <a:lnTo>
                    <a:pt x="11772" y="20129"/>
                  </a:lnTo>
                  <a:lnTo>
                    <a:pt x="24765" y="4965"/>
                  </a:lnTo>
                  <a:lnTo>
                    <a:pt x="24612" y="5918"/>
                  </a:lnTo>
                  <a:lnTo>
                    <a:pt x="24765" y="8991"/>
                  </a:lnTo>
                  <a:lnTo>
                    <a:pt x="24942" y="9677"/>
                  </a:lnTo>
                  <a:lnTo>
                    <a:pt x="24358" y="9525"/>
                  </a:lnTo>
                  <a:lnTo>
                    <a:pt x="23050" y="9601"/>
                  </a:lnTo>
                  <a:lnTo>
                    <a:pt x="21742" y="9690"/>
                  </a:lnTo>
                  <a:lnTo>
                    <a:pt x="20688" y="10083"/>
                  </a:lnTo>
                  <a:lnTo>
                    <a:pt x="20726" y="10883"/>
                  </a:lnTo>
                  <a:lnTo>
                    <a:pt x="21805" y="11150"/>
                  </a:lnTo>
                  <a:lnTo>
                    <a:pt x="24434" y="10972"/>
                  </a:lnTo>
                  <a:lnTo>
                    <a:pt x="25019" y="10769"/>
                  </a:lnTo>
                  <a:lnTo>
                    <a:pt x="24892" y="11468"/>
                  </a:lnTo>
                  <a:lnTo>
                    <a:pt x="24968" y="12992"/>
                  </a:lnTo>
                  <a:lnTo>
                    <a:pt x="25044" y="14528"/>
                  </a:lnTo>
                  <a:lnTo>
                    <a:pt x="25374" y="15748"/>
                  </a:lnTo>
                  <a:lnTo>
                    <a:pt x="26073" y="15709"/>
                  </a:lnTo>
                  <a:lnTo>
                    <a:pt x="26289" y="14452"/>
                  </a:lnTo>
                  <a:lnTo>
                    <a:pt x="26136" y="11379"/>
                  </a:lnTo>
                  <a:lnTo>
                    <a:pt x="25946" y="10706"/>
                  </a:lnTo>
                  <a:lnTo>
                    <a:pt x="26568" y="10845"/>
                  </a:lnTo>
                  <a:lnTo>
                    <a:pt x="27876" y="10756"/>
                  </a:lnTo>
                  <a:lnTo>
                    <a:pt x="29184" y="10680"/>
                  </a:lnTo>
                  <a:lnTo>
                    <a:pt x="30238" y="10287"/>
                  </a:lnTo>
                  <a:lnTo>
                    <a:pt x="30226" y="10160"/>
                  </a:lnTo>
                  <a:lnTo>
                    <a:pt x="38976" y="20345"/>
                  </a:lnTo>
                  <a:lnTo>
                    <a:pt x="38938" y="25895"/>
                  </a:lnTo>
                  <a:lnTo>
                    <a:pt x="38938" y="20358"/>
                  </a:lnTo>
                  <a:lnTo>
                    <a:pt x="38303" y="20370"/>
                  </a:lnTo>
                  <a:lnTo>
                    <a:pt x="38087" y="21628"/>
                  </a:lnTo>
                  <a:lnTo>
                    <a:pt x="38227" y="24701"/>
                  </a:lnTo>
                  <a:lnTo>
                    <a:pt x="38417" y="25387"/>
                  </a:lnTo>
                  <a:lnTo>
                    <a:pt x="37833" y="25234"/>
                  </a:lnTo>
                  <a:lnTo>
                    <a:pt x="36525" y="25323"/>
                  </a:lnTo>
                  <a:lnTo>
                    <a:pt x="35217" y="25400"/>
                  </a:lnTo>
                  <a:lnTo>
                    <a:pt x="34163" y="25793"/>
                  </a:lnTo>
                  <a:lnTo>
                    <a:pt x="34201" y="26593"/>
                  </a:lnTo>
                  <a:lnTo>
                    <a:pt x="35280" y="26860"/>
                  </a:lnTo>
                  <a:lnTo>
                    <a:pt x="37909" y="26695"/>
                  </a:lnTo>
                  <a:lnTo>
                    <a:pt x="38493" y="26479"/>
                  </a:lnTo>
                  <a:lnTo>
                    <a:pt x="38366" y="27178"/>
                  </a:lnTo>
                  <a:lnTo>
                    <a:pt x="38442" y="28714"/>
                  </a:lnTo>
                  <a:lnTo>
                    <a:pt x="38519" y="30238"/>
                  </a:lnTo>
                  <a:lnTo>
                    <a:pt x="38849" y="31470"/>
                  </a:lnTo>
                  <a:lnTo>
                    <a:pt x="39065" y="31457"/>
                  </a:lnTo>
                  <a:lnTo>
                    <a:pt x="39065" y="20637"/>
                  </a:lnTo>
                  <a:lnTo>
                    <a:pt x="38989" y="20358"/>
                  </a:lnTo>
                  <a:lnTo>
                    <a:pt x="43002" y="25044"/>
                  </a:lnTo>
                  <a:lnTo>
                    <a:pt x="43002" y="20688"/>
                  </a:lnTo>
                  <a:lnTo>
                    <a:pt x="29502" y="4940"/>
                  </a:lnTo>
                  <a:lnTo>
                    <a:pt x="29502" y="9321"/>
                  </a:lnTo>
                  <a:lnTo>
                    <a:pt x="29121" y="9220"/>
                  </a:lnTo>
                  <a:lnTo>
                    <a:pt x="26492" y="9385"/>
                  </a:lnTo>
                  <a:lnTo>
                    <a:pt x="25869" y="9626"/>
                  </a:lnTo>
                  <a:lnTo>
                    <a:pt x="26009" y="8902"/>
                  </a:lnTo>
                  <a:lnTo>
                    <a:pt x="25933" y="7378"/>
                  </a:lnTo>
                  <a:lnTo>
                    <a:pt x="25857" y="5842"/>
                  </a:lnTo>
                  <a:lnTo>
                    <a:pt x="25527" y="4673"/>
                  </a:lnTo>
                  <a:lnTo>
                    <a:pt x="29502" y="9321"/>
                  </a:lnTo>
                  <a:lnTo>
                    <a:pt x="29502" y="4940"/>
                  </a:lnTo>
                  <a:lnTo>
                    <a:pt x="29019" y="4368"/>
                  </a:lnTo>
                  <a:lnTo>
                    <a:pt x="25501" y="254"/>
                  </a:lnTo>
                  <a:lnTo>
                    <a:pt x="25501" y="4635"/>
                  </a:lnTo>
                  <a:lnTo>
                    <a:pt x="25044" y="4660"/>
                  </a:lnTo>
                  <a:lnTo>
                    <a:pt x="25285" y="4368"/>
                  </a:lnTo>
                  <a:lnTo>
                    <a:pt x="25501" y="4635"/>
                  </a:lnTo>
                  <a:lnTo>
                    <a:pt x="25501" y="254"/>
                  </a:lnTo>
                  <a:lnTo>
                    <a:pt x="25285" y="0"/>
                  </a:lnTo>
                  <a:lnTo>
                    <a:pt x="11341" y="16268"/>
                  </a:lnTo>
                  <a:lnTo>
                    <a:pt x="11341" y="25158"/>
                  </a:lnTo>
                  <a:lnTo>
                    <a:pt x="10756" y="25019"/>
                  </a:lnTo>
                  <a:lnTo>
                    <a:pt x="9448" y="25095"/>
                  </a:lnTo>
                  <a:lnTo>
                    <a:pt x="8140" y="25184"/>
                  </a:lnTo>
                  <a:lnTo>
                    <a:pt x="7112" y="25565"/>
                  </a:lnTo>
                  <a:lnTo>
                    <a:pt x="7112" y="26352"/>
                  </a:lnTo>
                  <a:lnTo>
                    <a:pt x="6781" y="25946"/>
                  </a:lnTo>
                  <a:lnTo>
                    <a:pt x="7086" y="25590"/>
                  </a:lnTo>
                  <a:lnTo>
                    <a:pt x="7112" y="26352"/>
                  </a:lnTo>
                  <a:lnTo>
                    <a:pt x="7112" y="25565"/>
                  </a:lnTo>
                  <a:lnTo>
                    <a:pt x="11087" y="20916"/>
                  </a:lnTo>
                  <a:lnTo>
                    <a:pt x="11010" y="21412"/>
                  </a:lnTo>
                  <a:lnTo>
                    <a:pt x="11163" y="24472"/>
                  </a:lnTo>
                  <a:lnTo>
                    <a:pt x="11341" y="25158"/>
                  </a:lnTo>
                  <a:lnTo>
                    <a:pt x="11341" y="16268"/>
                  </a:lnTo>
                  <a:lnTo>
                    <a:pt x="3035" y="25946"/>
                  </a:lnTo>
                  <a:lnTo>
                    <a:pt x="25285" y="51892"/>
                  </a:lnTo>
                  <a:lnTo>
                    <a:pt x="29019" y="47523"/>
                  </a:lnTo>
                  <a:lnTo>
                    <a:pt x="45974" y="27762"/>
                  </a:lnTo>
                  <a:lnTo>
                    <a:pt x="66675" y="51892"/>
                  </a:lnTo>
                  <a:lnTo>
                    <a:pt x="70421" y="47523"/>
                  </a:lnTo>
                  <a:lnTo>
                    <a:pt x="88925" y="25946"/>
                  </a:lnTo>
                  <a:close/>
                </a:path>
                <a:path w="113029" h="83820">
                  <a:moveTo>
                    <a:pt x="109601" y="57556"/>
                  </a:moveTo>
                  <a:lnTo>
                    <a:pt x="105854" y="53200"/>
                  </a:lnTo>
                  <a:lnTo>
                    <a:pt x="105854" y="57556"/>
                  </a:lnTo>
                  <a:lnTo>
                    <a:pt x="101714" y="62382"/>
                  </a:lnTo>
                  <a:lnTo>
                    <a:pt x="101828" y="61772"/>
                  </a:lnTo>
                  <a:lnTo>
                    <a:pt x="101688" y="58699"/>
                  </a:lnTo>
                  <a:lnTo>
                    <a:pt x="101498" y="58026"/>
                  </a:lnTo>
                  <a:lnTo>
                    <a:pt x="102108" y="58166"/>
                  </a:lnTo>
                  <a:lnTo>
                    <a:pt x="103416" y="58089"/>
                  </a:lnTo>
                  <a:lnTo>
                    <a:pt x="104724" y="58000"/>
                  </a:lnTo>
                  <a:lnTo>
                    <a:pt x="105791" y="57607"/>
                  </a:lnTo>
                  <a:lnTo>
                    <a:pt x="105778" y="57480"/>
                  </a:lnTo>
                  <a:lnTo>
                    <a:pt x="105854" y="53200"/>
                  </a:lnTo>
                  <a:lnTo>
                    <a:pt x="105054" y="52260"/>
                  </a:lnTo>
                  <a:lnTo>
                    <a:pt x="105054" y="56642"/>
                  </a:lnTo>
                  <a:lnTo>
                    <a:pt x="104660" y="56540"/>
                  </a:lnTo>
                  <a:lnTo>
                    <a:pt x="102031" y="56718"/>
                  </a:lnTo>
                  <a:lnTo>
                    <a:pt x="101422" y="56946"/>
                  </a:lnTo>
                  <a:lnTo>
                    <a:pt x="101549" y="56222"/>
                  </a:lnTo>
                  <a:lnTo>
                    <a:pt x="101473" y="54698"/>
                  </a:lnTo>
                  <a:lnTo>
                    <a:pt x="101396" y="53162"/>
                  </a:lnTo>
                  <a:lnTo>
                    <a:pt x="101130" y="52222"/>
                  </a:lnTo>
                  <a:lnTo>
                    <a:pt x="101130" y="63068"/>
                  </a:lnTo>
                  <a:lnTo>
                    <a:pt x="87350" y="79133"/>
                  </a:lnTo>
                  <a:lnTo>
                    <a:pt x="82562" y="73571"/>
                  </a:lnTo>
                  <a:lnTo>
                    <a:pt x="83629" y="73812"/>
                  </a:lnTo>
                  <a:lnTo>
                    <a:pt x="86258" y="73647"/>
                  </a:lnTo>
                  <a:lnTo>
                    <a:pt x="86829" y="73431"/>
                  </a:lnTo>
                  <a:lnTo>
                    <a:pt x="86715" y="74142"/>
                  </a:lnTo>
                  <a:lnTo>
                    <a:pt x="86791" y="75666"/>
                  </a:lnTo>
                  <a:lnTo>
                    <a:pt x="86855" y="77190"/>
                  </a:lnTo>
                  <a:lnTo>
                    <a:pt x="87198" y="78422"/>
                  </a:lnTo>
                  <a:lnTo>
                    <a:pt x="87884" y="78371"/>
                  </a:lnTo>
                  <a:lnTo>
                    <a:pt x="88112" y="77114"/>
                  </a:lnTo>
                  <a:lnTo>
                    <a:pt x="87960" y="74053"/>
                  </a:lnTo>
                  <a:lnTo>
                    <a:pt x="87769" y="73380"/>
                  </a:lnTo>
                  <a:lnTo>
                    <a:pt x="88379" y="73520"/>
                  </a:lnTo>
                  <a:lnTo>
                    <a:pt x="89700" y="73431"/>
                  </a:lnTo>
                  <a:lnTo>
                    <a:pt x="91008" y="73342"/>
                  </a:lnTo>
                  <a:lnTo>
                    <a:pt x="92049" y="72961"/>
                  </a:lnTo>
                  <a:lnTo>
                    <a:pt x="92036" y="72555"/>
                  </a:lnTo>
                  <a:lnTo>
                    <a:pt x="92024" y="72148"/>
                  </a:lnTo>
                  <a:lnTo>
                    <a:pt x="90944" y="71894"/>
                  </a:lnTo>
                  <a:lnTo>
                    <a:pt x="88315" y="72059"/>
                  </a:lnTo>
                  <a:lnTo>
                    <a:pt x="87680" y="72301"/>
                  </a:lnTo>
                  <a:lnTo>
                    <a:pt x="87820" y="71577"/>
                  </a:lnTo>
                  <a:lnTo>
                    <a:pt x="87744" y="70040"/>
                  </a:lnTo>
                  <a:lnTo>
                    <a:pt x="87680" y="68516"/>
                  </a:lnTo>
                  <a:lnTo>
                    <a:pt x="87337" y="67284"/>
                  </a:lnTo>
                  <a:lnTo>
                    <a:pt x="86652" y="67335"/>
                  </a:lnTo>
                  <a:lnTo>
                    <a:pt x="86436" y="68592"/>
                  </a:lnTo>
                  <a:lnTo>
                    <a:pt x="86575" y="71653"/>
                  </a:lnTo>
                  <a:lnTo>
                    <a:pt x="86753" y="72339"/>
                  </a:lnTo>
                  <a:lnTo>
                    <a:pt x="86182" y="72186"/>
                  </a:lnTo>
                  <a:lnTo>
                    <a:pt x="84874" y="72275"/>
                  </a:lnTo>
                  <a:lnTo>
                    <a:pt x="83566" y="72364"/>
                  </a:lnTo>
                  <a:lnTo>
                    <a:pt x="82511" y="72745"/>
                  </a:lnTo>
                  <a:lnTo>
                    <a:pt x="82537" y="73545"/>
                  </a:lnTo>
                  <a:lnTo>
                    <a:pt x="69215" y="58000"/>
                  </a:lnTo>
                  <a:lnTo>
                    <a:pt x="70281" y="58242"/>
                  </a:lnTo>
                  <a:lnTo>
                    <a:pt x="72910" y="58077"/>
                  </a:lnTo>
                  <a:lnTo>
                    <a:pt x="73494" y="57873"/>
                  </a:lnTo>
                  <a:lnTo>
                    <a:pt x="73367" y="58572"/>
                  </a:lnTo>
                  <a:lnTo>
                    <a:pt x="73444" y="60096"/>
                  </a:lnTo>
                  <a:lnTo>
                    <a:pt x="73507" y="61620"/>
                  </a:lnTo>
                  <a:lnTo>
                    <a:pt x="73850" y="62852"/>
                  </a:lnTo>
                  <a:lnTo>
                    <a:pt x="74536" y="62814"/>
                  </a:lnTo>
                  <a:lnTo>
                    <a:pt x="74764" y="61556"/>
                  </a:lnTo>
                  <a:lnTo>
                    <a:pt x="74612" y="58483"/>
                  </a:lnTo>
                  <a:lnTo>
                    <a:pt x="74422" y="57810"/>
                  </a:lnTo>
                  <a:lnTo>
                    <a:pt x="75031" y="57950"/>
                  </a:lnTo>
                  <a:lnTo>
                    <a:pt x="76352" y="57861"/>
                  </a:lnTo>
                  <a:lnTo>
                    <a:pt x="77660" y="57785"/>
                  </a:lnTo>
                  <a:lnTo>
                    <a:pt x="78714" y="57391"/>
                  </a:lnTo>
                  <a:lnTo>
                    <a:pt x="78676" y="56591"/>
                  </a:lnTo>
                  <a:lnTo>
                    <a:pt x="77597" y="56324"/>
                  </a:lnTo>
                  <a:lnTo>
                    <a:pt x="74968" y="56489"/>
                  </a:lnTo>
                  <a:lnTo>
                    <a:pt x="74345" y="56730"/>
                  </a:lnTo>
                  <a:lnTo>
                    <a:pt x="74472" y="56007"/>
                  </a:lnTo>
                  <a:lnTo>
                    <a:pt x="74396" y="54470"/>
                  </a:lnTo>
                  <a:lnTo>
                    <a:pt x="74333" y="52946"/>
                  </a:lnTo>
                  <a:lnTo>
                    <a:pt x="73990" y="51727"/>
                  </a:lnTo>
                  <a:lnTo>
                    <a:pt x="73837" y="51739"/>
                  </a:lnTo>
                  <a:lnTo>
                    <a:pt x="86855" y="36563"/>
                  </a:lnTo>
                  <a:lnTo>
                    <a:pt x="86690" y="37528"/>
                  </a:lnTo>
                  <a:lnTo>
                    <a:pt x="86829" y="40589"/>
                  </a:lnTo>
                  <a:lnTo>
                    <a:pt x="87007" y="41275"/>
                  </a:lnTo>
                  <a:lnTo>
                    <a:pt x="86436" y="41135"/>
                  </a:lnTo>
                  <a:lnTo>
                    <a:pt x="85128" y="41211"/>
                  </a:lnTo>
                  <a:lnTo>
                    <a:pt x="83820" y="41300"/>
                  </a:lnTo>
                  <a:lnTo>
                    <a:pt x="82765" y="41681"/>
                  </a:lnTo>
                  <a:lnTo>
                    <a:pt x="82804" y="42494"/>
                  </a:lnTo>
                  <a:lnTo>
                    <a:pt x="83883" y="42748"/>
                  </a:lnTo>
                  <a:lnTo>
                    <a:pt x="86512" y="42583"/>
                  </a:lnTo>
                  <a:lnTo>
                    <a:pt x="87096" y="42379"/>
                  </a:lnTo>
                  <a:lnTo>
                    <a:pt x="86969" y="43078"/>
                  </a:lnTo>
                  <a:lnTo>
                    <a:pt x="87045" y="44602"/>
                  </a:lnTo>
                  <a:lnTo>
                    <a:pt x="87109" y="46139"/>
                  </a:lnTo>
                  <a:lnTo>
                    <a:pt x="87452" y="47358"/>
                  </a:lnTo>
                  <a:lnTo>
                    <a:pt x="88138" y="47320"/>
                  </a:lnTo>
                  <a:lnTo>
                    <a:pt x="88366" y="46062"/>
                  </a:lnTo>
                  <a:lnTo>
                    <a:pt x="88214" y="42989"/>
                  </a:lnTo>
                  <a:lnTo>
                    <a:pt x="88023" y="42316"/>
                  </a:lnTo>
                  <a:lnTo>
                    <a:pt x="88633" y="42456"/>
                  </a:lnTo>
                  <a:lnTo>
                    <a:pt x="89954" y="42367"/>
                  </a:lnTo>
                  <a:lnTo>
                    <a:pt x="91262" y="42291"/>
                  </a:lnTo>
                  <a:lnTo>
                    <a:pt x="92316" y="41897"/>
                  </a:lnTo>
                  <a:lnTo>
                    <a:pt x="101041" y="51955"/>
                  </a:lnTo>
                  <a:lnTo>
                    <a:pt x="100380" y="51981"/>
                  </a:lnTo>
                  <a:lnTo>
                    <a:pt x="100152" y="53238"/>
                  </a:lnTo>
                  <a:lnTo>
                    <a:pt x="100304" y="56311"/>
                  </a:lnTo>
                  <a:lnTo>
                    <a:pt x="100482" y="56997"/>
                  </a:lnTo>
                  <a:lnTo>
                    <a:pt x="99910" y="56845"/>
                  </a:lnTo>
                  <a:lnTo>
                    <a:pt x="98602" y="56934"/>
                  </a:lnTo>
                  <a:lnTo>
                    <a:pt x="97294" y="57010"/>
                  </a:lnTo>
                  <a:lnTo>
                    <a:pt x="96227" y="57404"/>
                  </a:lnTo>
                  <a:lnTo>
                    <a:pt x="96278" y="58204"/>
                  </a:lnTo>
                  <a:lnTo>
                    <a:pt x="97345" y="58470"/>
                  </a:lnTo>
                  <a:lnTo>
                    <a:pt x="99974" y="58305"/>
                  </a:lnTo>
                  <a:lnTo>
                    <a:pt x="100558" y="58089"/>
                  </a:lnTo>
                  <a:lnTo>
                    <a:pt x="100444" y="58788"/>
                  </a:lnTo>
                  <a:lnTo>
                    <a:pt x="100507" y="60312"/>
                  </a:lnTo>
                  <a:lnTo>
                    <a:pt x="100584" y="61849"/>
                  </a:lnTo>
                  <a:lnTo>
                    <a:pt x="100926" y="63068"/>
                  </a:lnTo>
                  <a:lnTo>
                    <a:pt x="101130" y="63068"/>
                  </a:lnTo>
                  <a:lnTo>
                    <a:pt x="101130" y="52222"/>
                  </a:lnTo>
                  <a:lnTo>
                    <a:pt x="101066" y="51993"/>
                  </a:lnTo>
                  <a:lnTo>
                    <a:pt x="105054" y="56642"/>
                  </a:lnTo>
                  <a:lnTo>
                    <a:pt x="105054" y="52260"/>
                  </a:lnTo>
                  <a:lnTo>
                    <a:pt x="91567" y="36537"/>
                  </a:lnTo>
                  <a:lnTo>
                    <a:pt x="91567" y="40932"/>
                  </a:lnTo>
                  <a:lnTo>
                    <a:pt x="91198" y="40830"/>
                  </a:lnTo>
                  <a:lnTo>
                    <a:pt x="88569" y="40995"/>
                  </a:lnTo>
                  <a:lnTo>
                    <a:pt x="87947" y="41236"/>
                  </a:lnTo>
                  <a:lnTo>
                    <a:pt x="88074" y="40513"/>
                  </a:lnTo>
                  <a:lnTo>
                    <a:pt x="87998" y="38976"/>
                  </a:lnTo>
                  <a:lnTo>
                    <a:pt x="87934" y="37452"/>
                  </a:lnTo>
                  <a:lnTo>
                    <a:pt x="87591" y="36283"/>
                  </a:lnTo>
                  <a:lnTo>
                    <a:pt x="91567" y="40932"/>
                  </a:lnTo>
                  <a:lnTo>
                    <a:pt x="91567" y="36537"/>
                  </a:lnTo>
                  <a:lnTo>
                    <a:pt x="91097" y="35979"/>
                  </a:lnTo>
                  <a:lnTo>
                    <a:pt x="87566" y="31864"/>
                  </a:lnTo>
                  <a:lnTo>
                    <a:pt x="87566" y="36245"/>
                  </a:lnTo>
                  <a:lnTo>
                    <a:pt x="87109" y="36271"/>
                  </a:lnTo>
                  <a:lnTo>
                    <a:pt x="87350" y="35979"/>
                  </a:lnTo>
                  <a:lnTo>
                    <a:pt x="87566" y="36245"/>
                  </a:lnTo>
                  <a:lnTo>
                    <a:pt x="87566" y="31864"/>
                  </a:lnTo>
                  <a:lnTo>
                    <a:pt x="87350" y="31610"/>
                  </a:lnTo>
                  <a:lnTo>
                    <a:pt x="73406" y="47879"/>
                  </a:lnTo>
                  <a:lnTo>
                    <a:pt x="73406" y="56769"/>
                  </a:lnTo>
                  <a:lnTo>
                    <a:pt x="72834" y="56629"/>
                  </a:lnTo>
                  <a:lnTo>
                    <a:pt x="71526" y="56705"/>
                  </a:lnTo>
                  <a:lnTo>
                    <a:pt x="70218" y="56794"/>
                  </a:lnTo>
                  <a:lnTo>
                    <a:pt x="69189" y="57175"/>
                  </a:lnTo>
                  <a:lnTo>
                    <a:pt x="69189" y="57975"/>
                  </a:lnTo>
                  <a:lnTo>
                    <a:pt x="68846" y="57556"/>
                  </a:lnTo>
                  <a:lnTo>
                    <a:pt x="69164" y="57188"/>
                  </a:lnTo>
                  <a:lnTo>
                    <a:pt x="69189" y="57975"/>
                  </a:lnTo>
                  <a:lnTo>
                    <a:pt x="69189" y="57175"/>
                  </a:lnTo>
                  <a:lnTo>
                    <a:pt x="73164" y="52514"/>
                  </a:lnTo>
                  <a:lnTo>
                    <a:pt x="73088" y="53022"/>
                  </a:lnTo>
                  <a:lnTo>
                    <a:pt x="73228" y="56083"/>
                  </a:lnTo>
                  <a:lnTo>
                    <a:pt x="73406" y="56769"/>
                  </a:lnTo>
                  <a:lnTo>
                    <a:pt x="73406" y="47879"/>
                  </a:lnTo>
                  <a:lnTo>
                    <a:pt x="66382" y="56057"/>
                  </a:lnTo>
                  <a:lnTo>
                    <a:pt x="63931" y="53200"/>
                  </a:lnTo>
                  <a:lnTo>
                    <a:pt x="63931" y="57556"/>
                  </a:lnTo>
                  <a:lnTo>
                    <a:pt x="59791" y="62382"/>
                  </a:lnTo>
                  <a:lnTo>
                    <a:pt x="59905" y="61772"/>
                  </a:lnTo>
                  <a:lnTo>
                    <a:pt x="59753" y="58699"/>
                  </a:lnTo>
                  <a:lnTo>
                    <a:pt x="59563" y="58026"/>
                  </a:lnTo>
                  <a:lnTo>
                    <a:pt x="60185" y="58166"/>
                  </a:lnTo>
                  <a:lnTo>
                    <a:pt x="61493" y="58089"/>
                  </a:lnTo>
                  <a:lnTo>
                    <a:pt x="62801" y="58000"/>
                  </a:lnTo>
                  <a:lnTo>
                    <a:pt x="63855" y="57607"/>
                  </a:lnTo>
                  <a:lnTo>
                    <a:pt x="63842" y="57467"/>
                  </a:lnTo>
                  <a:lnTo>
                    <a:pt x="63931" y="53200"/>
                  </a:lnTo>
                  <a:lnTo>
                    <a:pt x="63131" y="52273"/>
                  </a:lnTo>
                  <a:lnTo>
                    <a:pt x="63131" y="56642"/>
                  </a:lnTo>
                  <a:lnTo>
                    <a:pt x="62738" y="56540"/>
                  </a:lnTo>
                  <a:lnTo>
                    <a:pt x="60109" y="56718"/>
                  </a:lnTo>
                  <a:lnTo>
                    <a:pt x="59486" y="56946"/>
                  </a:lnTo>
                  <a:lnTo>
                    <a:pt x="59626" y="56222"/>
                  </a:lnTo>
                  <a:lnTo>
                    <a:pt x="59550" y="54698"/>
                  </a:lnTo>
                  <a:lnTo>
                    <a:pt x="59474" y="53162"/>
                  </a:lnTo>
                  <a:lnTo>
                    <a:pt x="59207" y="52222"/>
                  </a:lnTo>
                  <a:lnTo>
                    <a:pt x="59207" y="63068"/>
                  </a:lnTo>
                  <a:lnTo>
                    <a:pt x="45427" y="79133"/>
                  </a:lnTo>
                  <a:lnTo>
                    <a:pt x="40640" y="73571"/>
                  </a:lnTo>
                  <a:lnTo>
                    <a:pt x="41694" y="73812"/>
                  </a:lnTo>
                  <a:lnTo>
                    <a:pt x="44323" y="73647"/>
                  </a:lnTo>
                  <a:lnTo>
                    <a:pt x="44907" y="73431"/>
                  </a:lnTo>
                  <a:lnTo>
                    <a:pt x="44780" y="74142"/>
                  </a:lnTo>
                  <a:lnTo>
                    <a:pt x="44856" y="75666"/>
                  </a:lnTo>
                  <a:lnTo>
                    <a:pt x="44932" y="77190"/>
                  </a:lnTo>
                  <a:lnTo>
                    <a:pt x="45262" y="78422"/>
                  </a:lnTo>
                  <a:lnTo>
                    <a:pt x="45961" y="78371"/>
                  </a:lnTo>
                  <a:lnTo>
                    <a:pt x="46177" y="77114"/>
                  </a:lnTo>
                  <a:lnTo>
                    <a:pt x="46037" y="74053"/>
                  </a:lnTo>
                  <a:lnTo>
                    <a:pt x="45847" y="73380"/>
                  </a:lnTo>
                  <a:lnTo>
                    <a:pt x="46456" y="73520"/>
                  </a:lnTo>
                  <a:lnTo>
                    <a:pt x="47764" y="73431"/>
                  </a:lnTo>
                  <a:lnTo>
                    <a:pt x="49072" y="73342"/>
                  </a:lnTo>
                  <a:lnTo>
                    <a:pt x="50126" y="72961"/>
                  </a:lnTo>
                  <a:lnTo>
                    <a:pt x="50088" y="72148"/>
                  </a:lnTo>
                  <a:lnTo>
                    <a:pt x="49009" y="71894"/>
                  </a:lnTo>
                  <a:lnTo>
                    <a:pt x="46380" y="72059"/>
                  </a:lnTo>
                  <a:lnTo>
                    <a:pt x="45758" y="72301"/>
                  </a:lnTo>
                  <a:lnTo>
                    <a:pt x="45897" y="71577"/>
                  </a:lnTo>
                  <a:lnTo>
                    <a:pt x="45821" y="70040"/>
                  </a:lnTo>
                  <a:lnTo>
                    <a:pt x="45745" y="68516"/>
                  </a:lnTo>
                  <a:lnTo>
                    <a:pt x="45415" y="67284"/>
                  </a:lnTo>
                  <a:lnTo>
                    <a:pt x="44716" y="67335"/>
                  </a:lnTo>
                  <a:lnTo>
                    <a:pt x="44500" y="68592"/>
                  </a:lnTo>
                  <a:lnTo>
                    <a:pt x="44653" y="71653"/>
                  </a:lnTo>
                  <a:lnTo>
                    <a:pt x="44831" y="72339"/>
                  </a:lnTo>
                  <a:lnTo>
                    <a:pt x="44259" y="72186"/>
                  </a:lnTo>
                  <a:lnTo>
                    <a:pt x="42938" y="72275"/>
                  </a:lnTo>
                  <a:lnTo>
                    <a:pt x="41630" y="72364"/>
                  </a:lnTo>
                  <a:lnTo>
                    <a:pt x="40576" y="72745"/>
                  </a:lnTo>
                  <a:lnTo>
                    <a:pt x="40601" y="73533"/>
                  </a:lnTo>
                  <a:lnTo>
                    <a:pt x="27292" y="58000"/>
                  </a:lnTo>
                  <a:lnTo>
                    <a:pt x="28346" y="58242"/>
                  </a:lnTo>
                  <a:lnTo>
                    <a:pt x="30975" y="58077"/>
                  </a:lnTo>
                  <a:lnTo>
                    <a:pt x="31559" y="57873"/>
                  </a:lnTo>
                  <a:lnTo>
                    <a:pt x="31445" y="58572"/>
                  </a:lnTo>
                  <a:lnTo>
                    <a:pt x="31508" y="60096"/>
                  </a:lnTo>
                  <a:lnTo>
                    <a:pt x="31584" y="61620"/>
                  </a:lnTo>
                  <a:lnTo>
                    <a:pt x="31927" y="62852"/>
                  </a:lnTo>
                  <a:lnTo>
                    <a:pt x="32613" y="62814"/>
                  </a:lnTo>
                  <a:lnTo>
                    <a:pt x="32829" y="61556"/>
                  </a:lnTo>
                  <a:lnTo>
                    <a:pt x="32689" y="58483"/>
                  </a:lnTo>
                  <a:lnTo>
                    <a:pt x="32486" y="57810"/>
                  </a:lnTo>
                  <a:lnTo>
                    <a:pt x="33108" y="57950"/>
                  </a:lnTo>
                  <a:lnTo>
                    <a:pt x="34417" y="57861"/>
                  </a:lnTo>
                  <a:lnTo>
                    <a:pt x="35725" y="57785"/>
                  </a:lnTo>
                  <a:lnTo>
                    <a:pt x="36791" y="57391"/>
                  </a:lnTo>
                  <a:lnTo>
                    <a:pt x="36741" y="56591"/>
                  </a:lnTo>
                  <a:lnTo>
                    <a:pt x="35661" y="56324"/>
                  </a:lnTo>
                  <a:lnTo>
                    <a:pt x="33032" y="56489"/>
                  </a:lnTo>
                  <a:lnTo>
                    <a:pt x="32423" y="56730"/>
                  </a:lnTo>
                  <a:lnTo>
                    <a:pt x="32550" y="56007"/>
                  </a:lnTo>
                  <a:lnTo>
                    <a:pt x="32473" y="54470"/>
                  </a:lnTo>
                  <a:lnTo>
                    <a:pt x="32397" y="52946"/>
                  </a:lnTo>
                  <a:lnTo>
                    <a:pt x="32067" y="51727"/>
                  </a:lnTo>
                  <a:lnTo>
                    <a:pt x="31915" y="51739"/>
                  </a:lnTo>
                  <a:lnTo>
                    <a:pt x="44919" y="36563"/>
                  </a:lnTo>
                  <a:lnTo>
                    <a:pt x="44754" y="37528"/>
                  </a:lnTo>
                  <a:lnTo>
                    <a:pt x="44907" y="40589"/>
                  </a:lnTo>
                  <a:lnTo>
                    <a:pt x="45085" y="41275"/>
                  </a:lnTo>
                  <a:lnTo>
                    <a:pt x="44500" y="41135"/>
                  </a:lnTo>
                  <a:lnTo>
                    <a:pt x="43192" y="41211"/>
                  </a:lnTo>
                  <a:lnTo>
                    <a:pt x="41884" y="41300"/>
                  </a:lnTo>
                  <a:lnTo>
                    <a:pt x="40830" y="41681"/>
                  </a:lnTo>
                  <a:lnTo>
                    <a:pt x="40868" y="42494"/>
                  </a:lnTo>
                  <a:lnTo>
                    <a:pt x="41948" y="42748"/>
                  </a:lnTo>
                  <a:lnTo>
                    <a:pt x="44577" y="42583"/>
                  </a:lnTo>
                  <a:lnTo>
                    <a:pt x="45161" y="42379"/>
                  </a:lnTo>
                  <a:lnTo>
                    <a:pt x="45046" y="43078"/>
                  </a:lnTo>
                  <a:lnTo>
                    <a:pt x="45110" y="44602"/>
                  </a:lnTo>
                  <a:lnTo>
                    <a:pt x="45186" y="46139"/>
                  </a:lnTo>
                  <a:lnTo>
                    <a:pt x="45516" y="47358"/>
                  </a:lnTo>
                  <a:lnTo>
                    <a:pt x="46215" y="47320"/>
                  </a:lnTo>
                  <a:lnTo>
                    <a:pt x="46431" y="46062"/>
                  </a:lnTo>
                  <a:lnTo>
                    <a:pt x="46291" y="42989"/>
                  </a:lnTo>
                  <a:lnTo>
                    <a:pt x="46088" y="42316"/>
                  </a:lnTo>
                  <a:lnTo>
                    <a:pt x="46710" y="42456"/>
                  </a:lnTo>
                  <a:lnTo>
                    <a:pt x="48018" y="42367"/>
                  </a:lnTo>
                  <a:lnTo>
                    <a:pt x="49326" y="42291"/>
                  </a:lnTo>
                  <a:lnTo>
                    <a:pt x="50380" y="41897"/>
                  </a:lnTo>
                  <a:lnTo>
                    <a:pt x="50368" y="41770"/>
                  </a:lnTo>
                  <a:lnTo>
                    <a:pt x="59118" y="51955"/>
                  </a:lnTo>
                  <a:lnTo>
                    <a:pt x="58445" y="51981"/>
                  </a:lnTo>
                  <a:lnTo>
                    <a:pt x="58229" y="53238"/>
                  </a:lnTo>
                  <a:lnTo>
                    <a:pt x="58369" y="56311"/>
                  </a:lnTo>
                  <a:lnTo>
                    <a:pt x="58547" y="56997"/>
                  </a:lnTo>
                  <a:lnTo>
                    <a:pt x="57975" y="56845"/>
                  </a:lnTo>
                  <a:lnTo>
                    <a:pt x="56667" y="56934"/>
                  </a:lnTo>
                  <a:lnTo>
                    <a:pt x="55359" y="57010"/>
                  </a:lnTo>
                  <a:lnTo>
                    <a:pt x="54317" y="57404"/>
                  </a:lnTo>
                  <a:lnTo>
                    <a:pt x="54317" y="57810"/>
                  </a:lnTo>
                  <a:lnTo>
                    <a:pt x="54343" y="58204"/>
                  </a:lnTo>
                  <a:lnTo>
                    <a:pt x="55422" y="58470"/>
                  </a:lnTo>
                  <a:lnTo>
                    <a:pt x="58051" y="58305"/>
                  </a:lnTo>
                  <a:lnTo>
                    <a:pt x="58623" y="58089"/>
                  </a:lnTo>
                  <a:lnTo>
                    <a:pt x="58508" y="58788"/>
                  </a:lnTo>
                  <a:lnTo>
                    <a:pt x="58585" y="60312"/>
                  </a:lnTo>
                  <a:lnTo>
                    <a:pt x="58661" y="61849"/>
                  </a:lnTo>
                  <a:lnTo>
                    <a:pt x="58991" y="63068"/>
                  </a:lnTo>
                  <a:lnTo>
                    <a:pt x="59207" y="63068"/>
                  </a:lnTo>
                  <a:lnTo>
                    <a:pt x="59207" y="52222"/>
                  </a:lnTo>
                  <a:lnTo>
                    <a:pt x="59143" y="51993"/>
                  </a:lnTo>
                  <a:lnTo>
                    <a:pt x="63131" y="56642"/>
                  </a:lnTo>
                  <a:lnTo>
                    <a:pt x="63131" y="52273"/>
                  </a:lnTo>
                  <a:lnTo>
                    <a:pt x="49644" y="36537"/>
                  </a:lnTo>
                  <a:lnTo>
                    <a:pt x="49644" y="40932"/>
                  </a:lnTo>
                  <a:lnTo>
                    <a:pt x="49263" y="40830"/>
                  </a:lnTo>
                  <a:lnTo>
                    <a:pt x="46634" y="40995"/>
                  </a:lnTo>
                  <a:lnTo>
                    <a:pt x="46012" y="41236"/>
                  </a:lnTo>
                  <a:lnTo>
                    <a:pt x="46151" y="40513"/>
                  </a:lnTo>
                  <a:lnTo>
                    <a:pt x="46075" y="38976"/>
                  </a:lnTo>
                  <a:lnTo>
                    <a:pt x="45999" y="37452"/>
                  </a:lnTo>
                  <a:lnTo>
                    <a:pt x="45669" y="36283"/>
                  </a:lnTo>
                  <a:lnTo>
                    <a:pt x="49644" y="40932"/>
                  </a:lnTo>
                  <a:lnTo>
                    <a:pt x="49644" y="36537"/>
                  </a:lnTo>
                  <a:lnTo>
                    <a:pt x="49174" y="35979"/>
                  </a:lnTo>
                  <a:lnTo>
                    <a:pt x="45643" y="31864"/>
                  </a:lnTo>
                  <a:lnTo>
                    <a:pt x="45643" y="36245"/>
                  </a:lnTo>
                  <a:lnTo>
                    <a:pt x="45186" y="36271"/>
                  </a:lnTo>
                  <a:lnTo>
                    <a:pt x="45427" y="35979"/>
                  </a:lnTo>
                  <a:lnTo>
                    <a:pt x="45643" y="36245"/>
                  </a:lnTo>
                  <a:lnTo>
                    <a:pt x="45643" y="31864"/>
                  </a:lnTo>
                  <a:lnTo>
                    <a:pt x="45427" y="31610"/>
                  </a:lnTo>
                  <a:lnTo>
                    <a:pt x="31483" y="47879"/>
                  </a:lnTo>
                  <a:lnTo>
                    <a:pt x="31483" y="56769"/>
                  </a:lnTo>
                  <a:lnTo>
                    <a:pt x="30911" y="56629"/>
                  </a:lnTo>
                  <a:lnTo>
                    <a:pt x="29603" y="56705"/>
                  </a:lnTo>
                  <a:lnTo>
                    <a:pt x="28295" y="56794"/>
                  </a:lnTo>
                  <a:lnTo>
                    <a:pt x="27266" y="57175"/>
                  </a:lnTo>
                  <a:lnTo>
                    <a:pt x="27266" y="57975"/>
                  </a:lnTo>
                  <a:lnTo>
                    <a:pt x="26924" y="57556"/>
                  </a:lnTo>
                  <a:lnTo>
                    <a:pt x="27228" y="57200"/>
                  </a:lnTo>
                  <a:lnTo>
                    <a:pt x="27266" y="57975"/>
                  </a:lnTo>
                  <a:lnTo>
                    <a:pt x="27266" y="57175"/>
                  </a:lnTo>
                  <a:lnTo>
                    <a:pt x="31242" y="52527"/>
                  </a:lnTo>
                  <a:lnTo>
                    <a:pt x="31153" y="53022"/>
                  </a:lnTo>
                  <a:lnTo>
                    <a:pt x="31305" y="56083"/>
                  </a:lnTo>
                  <a:lnTo>
                    <a:pt x="31483" y="56769"/>
                  </a:lnTo>
                  <a:lnTo>
                    <a:pt x="31483" y="47879"/>
                  </a:lnTo>
                  <a:lnTo>
                    <a:pt x="25044" y="55384"/>
                  </a:lnTo>
                  <a:lnTo>
                    <a:pt x="23177" y="53213"/>
                  </a:lnTo>
                  <a:lnTo>
                    <a:pt x="23177" y="57556"/>
                  </a:lnTo>
                  <a:lnTo>
                    <a:pt x="19037" y="62382"/>
                  </a:lnTo>
                  <a:lnTo>
                    <a:pt x="19151" y="61772"/>
                  </a:lnTo>
                  <a:lnTo>
                    <a:pt x="19011" y="58699"/>
                  </a:lnTo>
                  <a:lnTo>
                    <a:pt x="18821" y="58026"/>
                  </a:lnTo>
                  <a:lnTo>
                    <a:pt x="19431" y="58166"/>
                  </a:lnTo>
                  <a:lnTo>
                    <a:pt x="20739" y="58089"/>
                  </a:lnTo>
                  <a:lnTo>
                    <a:pt x="22047" y="58000"/>
                  </a:lnTo>
                  <a:lnTo>
                    <a:pt x="23114" y="57607"/>
                  </a:lnTo>
                  <a:lnTo>
                    <a:pt x="23101" y="57480"/>
                  </a:lnTo>
                  <a:lnTo>
                    <a:pt x="23177" y="53213"/>
                  </a:lnTo>
                  <a:lnTo>
                    <a:pt x="22377" y="52273"/>
                  </a:lnTo>
                  <a:lnTo>
                    <a:pt x="22377" y="56642"/>
                  </a:lnTo>
                  <a:lnTo>
                    <a:pt x="21983" y="56540"/>
                  </a:lnTo>
                  <a:lnTo>
                    <a:pt x="19354" y="56718"/>
                  </a:lnTo>
                  <a:lnTo>
                    <a:pt x="18745" y="56946"/>
                  </a:lnTo>
                  <a:lnTo>
                    <a:pt x="18872" y="56222"/>
                  </a:lnTo>
                  <a:lnTo>
                    <a:pt x="18796" y="54698"/>
                  </a:lnTo>
                  <a:lnTo>
                    <a:pt x="18719" y="53162"/>
                  </a:lnTo>
                  <a:lnTo>
                    <a:pt x="18389" y="51993"/>
                  </a:lnTo>
                  <a:lnTo>
                    <a:pt x="22377" y="56642"/>
                  </a:lnTo>
                  <a:lnTo>
                    <a:pt x="22377" y="52273"/>
                  </a:lnTo>
                  <a:lnTo>
                    <a:pt x="8890" y="36537"/>
                  </a:lnTo>
                  <a:lnTo>
                    <a:pt x="8890" y="40932"/>
                  </a:lnTo>
                  <a:lnTo>
                    <a:pt x="8521" y="40830"/>
                  </a:lnTo>
                  <a:lnTo>
                    <a:pt x="5892" y="40995"/>
                  </a:lnTo>
                  <a:lnTo>
                    <a:pt x="5257" y="41236"/>
                  </a:lnTo>
                  <a:lnTo>
                    <a:pt x="5397" y="40513"/>
                  </a:lnTo>
                  <a:lnTo>
                    <a:pt x="5321" y="38976"/>
                  </a:lnTo>
                  <a:lnTo>
                    <a:pt x="5257" y="37452"/>
                  </a:lnTo>
                  <a:lnTo>
                    <a:pt x="4914" y="36283"/>
                  </a:lnTo>
                  <a:lnTo>
                    <a:pt x="8890" y="40932"/>
                  </a:lnTo>
                  <a:lnTo>
                    <a:pt x="8890" y="36537"/>
                  </a:lnTo>
                  <a:lnTo>
                    <a:pt x="8420" y="35979"/>
                  </a:lnTo>
                  <a:lnTo>
                    <a:pt x="4889" y="31864"/>
                  </a:lnTo>
                  <a:lnTo>
                    <a:pt x="4889" y="36245"/>
                  </a:lnTo>
                  <a:lnTo>
                    <a:pt x="4432" y="36271"/>
                  </a:lnTo>
                  <a:lnTo>
                    <a:pt x="4673" y="35979"/>
                  </a:lnTo>
                  <a:lnTo>
                    <a:pt x="4889" y="36245"/>
                  </a:lnTo>
                  <a:lnTo>
                    <a:pt x="4889" y="31864"/>
                  </a:lnTo>
                  <a:lnTo>
                    <a:pt x="4673" y="31610"/>
                  </a:lnTo>
                  <a:lnTo>
                    <a:pt x="0" y="37058"/>
                  </a:lnTo>
                  <a:lnTo>
                    <a:pt x="0" y="41427"/>
                  </a:lnTo>
                  <a:lnTo>
                    <a:pt x="4178" y="36563"/>
                  </a:lnTo>
                  <a:lnTo>
                    <a:pt x="4013" y="37528"/>
                  </a:lnTo>
                  <a:lnTo>
                    <a:pt x="4152" y="40589"/>
                  </a:lnTo>
                  <a:lnTo>
                    <a:pt x="4330" y="41275"/>
                  </a:lnTo>
                  <a:lnTo>
                    <a:pt x="3759" y="41135"/>
                  </a:lnTo>
                  <a:lnTo>
                    <a:pt x="2451" y="41211"/>
                  </a:lnTo>
                  <a:lnTo>
                    <a:pt x="1143" y="41300"/>
                  </a:lnTo>
                  <a:lnTo>
                    <a:pt x="88" y="41681"/>
                  </a:lnTo>
                  <a:lnTo>
                    <a:pt x="127" y="42494"/>
                  </a:lnTo>
                  <a:lnTo>
                    <a:pt x="1206" y="42748"/>
                  </a:lnTo>
                  <a:lnTo>
                    <a:pt x="3835" y="42583"/>
                  </a:lnTo>
                  <a:lnTo>
                    <a:pt x="4406" y="42379"/>
                  </a:lnTo>
                  <a:lnTo>
                    <a:pt x="4292" y="43078"/>
                  </a:lnTo>
                  <a:lnTo>
                    <a:pt x="4368" y="44602"/>
                  </a:lnTo>
                  <a:lnTo>
                    <a:pt x="4432" y="46139"/>
                  </a:lnTo>
                  <a:lnTo>
                    <a:pt x="4775" y="47358"/>
                  </a:lnTo>
                  <a:lnTo>
                    <a:pt x="5461" y="47320"/>
                  </a:lnTo>
                  <a:lnTo>
                    <a:pt x="5689" y="46062"/>
                  </a:lnTo>
                  <a:lnTo>
                    <a:pt x="5537" y="42989"/>
                  </a:lnTo>
                  <a:lnTo>
                    <a:pt x="5346" y="42316"/>
                  </a:lnTo>
                  <a:lnTo>
                    <a:pt x="5956" y="42456"/>
                  </a:lnTo>
                  <a:lnTo>
                    <a:pt x="7264" y="42367"/>
                  </a:lnTo>
                  <a:lnTo>
                    <a:pt x="8585" y="42291"/>
                  </a:lnTo>
                  <a:lnTo>
                    <a:pt x="9639" y="41897"/>
                  </a:lnTo>
                  <a:lnTo>
                    <a:pt x="18364" y="51955"/>
                  </a:lnTo>
                  <a:lnTo>
                    <a:pt x="17703" y="51981"/>
                  </a:lnTo>
                  <a:lnTo>
                    <a:pt x="17475" y="53238"/>
                  </a:lnTo>
                  <a:lnTo>
                    <a:pt x="17627" y="56311"/>
                  </a:lnTo>
                  <a:lnTo>
                    <a:pt x="17805" y="56997"/>
                  </a:lnTo>
                  <a:lnTo>
                    <a:pt x="17233" y="56845"/>
                  </a:lnTo>
                  <a:lnTo>
                    <a:pt x="15925" y="56934"/>
                  </a:lnTo>
                  <a:lnTo>
                    <a:pt x="14617" y="57010"/>
                  </a:lnTo>
                  <a:lnTo>
                    <a:pt x="13550" y="57404"/>
                  </a:lnTo>
                  <a:lnTo>
                    <a:pt x="13601" y="58204"/>
                  </a:lnTo>
                  <a:lnTo>
                    <a:pt x="14668" y="58470"/>
                  </a:lnTo>
                  <a:lnTo>
                    <a:pt x="17297" y="58305"/>
                  </a:lnTo>
                  <a:lnTo>
                    <a:pt x="17881" y="58089"/>
                  </a:lnTo>
                  <a:lnTo>
                    <a:pt x="17767" y="58788"/>
                  </a:lnTo>
                  <a:lnTo>
                    <a:pt x="17830" y="60312"/>
                  </a:lnTo>
                  <a:lnTo>
                    <a:pt x="17907" y="61849"/>
                  </a:lnTo>
                  <a:lnTo>
                    <a:pt x="18249" y="63068"/>
                  </a:lnTo>
                  <a:lnTo>
                    <a:pt x="18453" y="63068"/>
                  </a:lnTo>
                  <a:lnTo>
                    <a:pt x="4673" y="79133"/>
                  </a:lnTo>
                  <a:lnTo>
                    <a:pt x="0" y="73685"/>
                  </a:lnTo>
                  <a:lnTo>
                    <a:pt x="0" y="78041"/>
                  </a:lnTo>
                  <a:lnTo>
                    <a:pt x="4673" y="83502"/>
                  </a:lnTo>
                  <a:lnTo>
                    <a:pt x="8420" y="79133"/>
                  </a:lnTo>
                  <a:lnTo>
                    <a:pt x="25044" y="59740"/>
                  </a:lnTo>
                  <a:lnTo>
                    <a:pt x="45427" y="83502"/>
                  </a:lnTo>
                  <a:lnTo>
                    <a:pt x="49174" y="79133"/>
                  </a:lnTo>
                  <a:lnTo>
                    <a:pt x="66382" y="59067"/>
                  </a:lnTo>
                  <a:lnTo>
                    <a:pt x="87350" y="83502"/>
                  </a:lnTo>
                  <a:lnTo>
                    <a:pt x="91097" y="79133"/>
                  </a:lnTo>
                  <a:lnTo>
                    <a:pt x="109601" y="57556"/>
                  </a:lnTo>
                  <a:close/>
                </a:path>
                <a:path w="113029" h="83820">
                  <a:moveTo>
                    <a:pt x="113017" y="75311"/>
                  </a:moveTo>
                  <a:lnTo>
                    <a:pt x="112979" y="74498"/>
                  </a:lnTo>
                  <a:lnTo>
                    <a:pt x="111899" y="74244"/>
                  </a:lnTo>
                  <a:lnTo>
                    <a:pt x="109270" y="74409"/>
                  </a:lnTo>
                  <a:lnTo>
                    <a:pt x="108229" y="74803"/>
                  </a:lnTo>
                  <a:lnTo>
                    <a:pt x="107137" y="74536"/>
                  </a:lnTo>
                  <a:lnTo>
                    <a:pt x="105829" y="74625"/>
                  </a:lnTo>
                  <a:lnTo>
                    <a:pt x="104521" y="74714"/>
                  </a:lnTo>
                  <a:lnTo>
                    <a:pt x="103466" y="75095"/>
                  </a:lnTo>
                  <a:lnTo>
                    <a:pt x="103505" y="75907"/>
                  </a:lnTo>
                  <a:lnTo>
                    <a:pt x="104584" y="76161"/>
                  </a:lnTo>
                  <a:lnTo>
                    <a:pt x="107213" y="75996"/>
                  </a:lnTo>
                  <a:lnTo>
                    <a:pt x="107797" y="75780"/>
                  </a:lnTo>
                  <a:lnTo>
                    <a:pt x="107670" y="76492"/>
                  </a:lnTo>
                  <a:lnTo>
                    <a:pt x="107746" y="78016"/>
                  </a:lnTo>
                  <a:lnTo>
                    <a:pt x="107823" y="79540"/>
                  </a:lnTo>
                  <a:lnTo>
                    <a:pt x="108153" y="80772"/>
                  </a:lnTo>
                  <a:lnTo>
                    <a:pt x="108839" y="80733"/>
                  </a:lnTo>
                  <a:lnTo>
                    <a:pt x="109067" y="79476"/>
                  </a:lnTo>
                  <a:lnTo>
                    <a:pt x="108915" y="76403"/>
                  </a:lnTo>
                  <a:lnTo>
                    <a:pt x="108724" y="75730"/>
                  </a:lnTo>
                  <a:lnTo>
                    <a:pt x="109347" y="75869"/>
                  </a:lnTo>
                  <a:lnTo>
                    <a:pt x="110655" y="75780"/>
                  </a:lnTo>
                  <a:lnTo>
                    <a:pt x="111963" y="75692"/>
                  </a:lnTo>
                  <a:lnTo>
                    <a:pt x="113017" y="75311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11725466" y="7960899"/>
              <a:ext cx="114935" cy="277495"/>
            </a:xfrm>
            <a:custGeom>
              <a:avLst/>
              <a:gdLst/>
              <a:ahLst/>
              <a:cxnLst/>
              <a:rect l="l" t="t" r="r" b="b"/>
              <a:pathLst>
                <a:path w="114934" h="277495">
                  <a:moveTo>
                    <a:pt x="44500" y="219341"/>
                  </a:moveTo>
                  <a:lnTo>
                    <a:pt x="40754" y="214985"/>
                  </a:lnTo>
                  <a:lnTo>
                    <a:pt x="40754" y="219341"/>
                  </a:lnTo>
                  <a:lnTo>
                    <a:pt x="36614" y="224167"/>
                  </a:lnTo>
                  <a:lnTo>
                    <a:pt x="36728" y="223558"/>
                  </a:lnTo>
                  <a:lnTo>
                    <a:pt x="36576" y="220484"/>
                  </a:lnTo>
                  <a:lnTo>
                    <a:pt x="36385" y="219811"/>
                  </a:lnTo>
                  <a:lnTo>
                    <a:pt x="37007" y="219951"/>
                  </a:lnTo>
                  <a:lnTo>
                    <a:pt x="38315" y="219875"/>
                  </a:lnTo>
                  <a:lnTo>
                    <a:pt x="39624" y="219786"/>
                  </a:lnTo>
                  <a:lnTo>
                    <a:pt x="40678" y="219405"/>
                  </a:lnTo>
                  <a:lnTo>
                    <a:pt x="40665" y="219252"/>
                  </a:lnTo>
                  <a:lnTo>
                    <a:pt x="40754" y="214985"/>
                  </a:lnTo>
                  <a:lnTo>
                    <a:pt x="39966" y="214058"/>
                  </a:lnTo>
                  <a:lnTo>
                    <a:pt x="39966" y="218427"/>
                  </a:lnTo>
                  <a:lnTo>
                    <a:pt x="39560" y="218325"/>
                  </a:lnTo>
                  <a:lnTo>
                    <a:pt x="36931" y="218503"/>
                  </a:lnTo>
                  <a:lnTo>
                    <a:pt x="36309" y="218732"/>
                  </a:lnTo>
                  <a:lnTo>
                    <a:pt x="36436" y="218008"/>
                  </a:lnTo>
                  <a:lnTo>
                    <a:pt x="36372" y="216484"/>
                  </a:lnTo>
                  <a:lnTo>
                    <a:pt x="36296" y="214947"/>
                  </a:lnTo>
                  <a:lnTo>
                    <a:pt x="36029" y="214020"/>
                  </a:lnTo>
                  <a:lnTo>
                    <a:pt x="36029" y="224853"/>
                  </a:lnTo>
                  <a:lnTo>
                    <a:pt x="22250" y="240919"/>
                  </a:lnTo>
                  <a:lnTo>
                    <a:pt x="17462" y="235356"/>
                  </a:lnTo>
                  <a:lnTo>
                    <a:pt x="18516" y="235597"/>
                  </a:lnTo>
                  <a:lnTo>
                    <a:pt x="21145" y="235432"/>
                  </a:lnTo>
                  <a:lnTo>
                    <a:pt x="21729" y="235229"/>
                  </a:lnTo>
                  <a:lnTo>
                    <a:pt x="21602" y="235927"/>
                  </a:lnTo>
                  <a:lnTo>
                    <a:pt x="21678" y="237451"/>
                  </a:lnTo>
                  <a:lnTo>
                    <a:pt x="21755" y="238975"/>
                  </a:lnTo>
                  <a:lnTo>
                    <a:pt x="22085" y="240207"/>
                  </a:lnTo>
                  <a:lnTo>
                    <a:pt x="22783" y="240157"/>
                  </a:lnTo>
                  <a:lnTo>
                    <a:pt x="22999" y="238912"/>
                  </a:lnTo>
                  <a:lnTo>
                    <a:pt x="22847" y="235839"/>
                  </a:lnTo>
                  <a:lnTo>
                    <a:pt x="22656" y="235165"/>
                  </a:lnTo>
                  <a:lnTo>
                    <a:pt x="23279" y="235305"/>
                  </a:lnTo>
                  <a:lnTo>
                    <a:pt x="24587" y="235216"/>
                  </a:lnTo>
                  <a:lnTo>
                    <a:pt x="25895" y="235127"/>
                  </a:lnTo>
                  <a:lnTo>
                    <a:pt x="26949" y="234746"/>
                  </a:lnTo>
                  <a:lnTo>
                    <a:pt x="26911" y="233934"/>
                  </a:lnTo>
                  <a:lnTo>
                    <a:pt x="25831" y="233680"/>
                  </a:lnTo>
                  <a:lnTo>
                    <a:pt x="23202" y="233845"/>
                  </a:lnTo>
                  <a:lnTo>
                    <a:pt x="22580" y="234073"/>
                  </a:lnTo>
                  <a:lnTo>
                    <a:pt x="22707" y="233362"/>
                  </a:lnTo>
                  <a:lnTo>
                    <a:pt x="22644" y="231825"/>
                  </a:lnTo>
                  <a:lnTo>
                    <a:pt x="22567" y="230301"/>
                  </a:lnTo>
                  <a:lnTo>
                    <a:pt x="22237" y="229069"/>
                  </a:lnTo>
                  <a:lnTo>
                    <a:pt x="21551" y="229120"/>
                  </a:lnTo>
                  <a:lnTo>
                    <a:pt x="21323" y="230378"/>
                  </a:lnTo>
                  <a:lnTo>
                    <a:pt x="21463" y="233438"/>
                  </a:lnTo>
                  <a:lnTo>
                    <a:pt x="21640" y="234124"/>
                  </a:lnTo>
                  <a:lnTo>
                    <a:pt x="21069" y="233972"/>
                  </a:lnTo>
                  <a:lnTo>
                    <a:pt x="19761" y="234061"/>
                  </a:lnTo>
                  <a:lnTo>
                    <a:pt x="18453" y="234149"/>
                  </a:lnTo>
                  <a:lnTo>
                    <a:pt x="17399" y="234530"/>
                  </a:lnTo>
                  <a:lnTo>
                    <a:pt x="17424" y="235318"/>
                  </a:lnTo>
                  <a:lnTo>
                    <a:pt x="4114" y="219786"/>
                  </a:lnTo>
                  <a:lnTo>
                    <a:pt x="5168" y="220027"/>
                  </a:lnTo>
                  <a:lnTo>
                    <a:pt x="7797" y="219862"/>
                  </a:lnTo>
                  <a:lnTo>
                    <a:pt x="8382" y="219659"/>
                  </a:lnTo>
                  <a:lnTo>
                    <a:pt x="8255" y="220357"/>
                  </a:lnTo>
                  <a:lnTo>
                    <a:pt x="8331" y="221881"/>
                  </a:lnTo>
                  <a:lnTo>
                    <a:pt x="8407" y="223405"/>
                  </a:lnTo>
                  <a:lnTo>
                    <a:pt x="8737" y="224637"/>
                  </a:lnTo>
                  <a:lnTo>
                    <a:pt x="9436" y="224599"/>
                  </a:lnTo>
                  <a:lnTo>
                    <a:pt x="9652" y="223342"/>
                  </a:lnTo>
                  <a:lnTo>
                    <a:pt x="9499" y="220268"/>
                  </a:lnTo>
                  <a:lnTo>
                    <a:pt x="9309" y="219595"/>
                  </a:lnTo>
                  <a:lnTo>
                    <a:pt x="9931" y="219735"/>
                  </a:lnTo>
                  <a:lnTo>
                    <a:pt x="11239" y="219646"/>
                  </a:lnTo>
                  <a:lnTo>
                    <a:pt x="12547" y="219570"/>
                  </a:lnTo>
                  <a:lnTo>
                    <a:pt x="13601" y="219176"/>
                  </a:lnTo>
                  <a:lnTo>
                    <a:pt x="13563" y="218376"/>
                  </a:lnTo>
                  <a:lnTo>
                    <a:pt x="12484" y="218109"/>
                  </a:lnTo>
                  <a:lnTo>
                    <a:pt x="9855" y="218274"/>
                  </a:lnTo>
                  <a:lnTo>
                    <a:pt x="9232" y="218516"/>
                  </a:lnTo>
                  <a:lnTo>
                    <a:pt x="9372" y="217792"/>
                  </a:lnTo>
                  <a:lnTo>
                    <a:pt x="9296" y="216255"/>
                  </a:lnTo>
                  <a:lnTo>
                    <a:pt x="9220" y="214731"/>
                  </a:lnTo>
                  <a:lnTo>
                    <a:pt x="8890" y="213512"/>
                  </a:lnTo>
                  <a:lnTo>
                    <a:pt x="8737" y="213525"/>
                  </a:lnTo>
                  <a:lnTo>
                    <a:pt x="21729" y="198361"/>
                  </a:lnTo>
                  <a:lnTo>
                    <a:pt x="21577" y="199313"/>
                  </a:lnTo>
                  <a:lnTo>
                    <a:pt x="21729" y="202374"/>
                  </a:lnTo>
                  <a:lnTo>
                    <a:pt x="21907" y="203060"/>
                  </a:lnTo>
                  <a:lnTo>
                    <a:pt x="21323" y="202920"/>
                  </a:lnTo>
                  <a:lnTo>
                    <a:pt x="20015" y="202996"/>
                  </a:lnTo>
                  <a:lnTo>
                    <a:pt x="18707" y="203085"/>
                  </a:lnTo>
                  <a:lnTo>
                    <a:pt x="17653" y="203466"/>
                  </a:lnTo>
                  <a:lnTo>
                    <a:pt x="17691" y="204279"/>
                  </a:lnTo>
                  <a:lnTo>
                    <a:pt x="18770" y="204533"/>
                  </a:lnTo>
                  <a:lnTo>
                    <a:pt x="21399" y="204368"/>
                  </a:lnTo>
                  <a:lnTo>
                    <a:pt x="21983" y="204165"/>
                  </a:lnTo>
                  <a:lnTo>
                    <a:pt x="21856" y="204863"/>
                  </a:lnTo>
                  <a:lnTo>
                    <a:pt x="21932" y="206387"/>
                  </a:lnTo>
                  <a:lnTo>
                    <a:pt x="22009" y="207924"/>
                  </a:lnTo>
                  <a:lnTo>
                    <a:pt x="22339" y="209143"/>
                  </a:lnTo>
                  <a:lnTo>
                    <a:pt x="23037" y="209105"/>
                  </a:lnTo>
                  <a:lnTo>
                    <a:pt x="23253" y="207848"/>
                  </a:lnTo>
                  <a:lnTo>
                    <a:pt x="23101" y="204774"/>
                  </a:lnTo>
                  <a:lnTo>
                    <a:pt x="22910" y="204101"/>
                  </a:lnTo>
                  <a:lnTo>
                    <a:pt x="23533" y="204241"/>
                  </a:lnTo>
                  <a:lnTo>
                    <a:pt x="24841" y="204152"/>
                  </a:lnTo>
                  <a:lnTo>
                    <a:pt x="26149" y="204076"/>
                  </a:lnTo>
                  <a:lnTo>
                    <a:pt x="27203" y="203682"/>
                  </a:lnTo>
                  <a:lnTo>
                    <a:pt x="27190" y="203555"/>
                  </a:lnTo>
                  <a:lnTo>
                    <a:pt x="35941" y="213741"/>
                  </a:lnTo>
                  <a:lnTo>
                    <a:pt x="35902" y="219290"/>
                  </a:lnTo>
                  <a:lnTo>
                    <a:pt x="35902" y="213753"/>
                  </a:lnTo>
                  <a:lnTo>
                    <a:pt x="35267" y="213766"/>
                  </a:lnTo>
                  <a:lnTo>
                    <a:pt x="35052" y="215023"/>
                  </a:lnTo>
                  <a:lnTo>
                    <a:pt x="35191" y="218097"/>
                  </a:lnTo>
                  <a:lnTo>
                    <a:pt x="35382" y="218782"/>
                  </a:lnTo>
                  <a:lnTo>
                    <a:pt x="34798" y="218630"/>
                  </a:lnTo>
                  <a:lnTo>
                    <a:pt x="33489" y="218719"/>
                  </a:lnTo>
                  <a:lnTo>
                    <a:pt x="32181" y="218795"/>
                  </a:lnTo>
                  <a:lnTo>
                    <a:pt x="31127" y="219189"/>
                  </a:lnTo>
                  <a:lnTo>
                    <a:pt x="31165" y="219989"/>
                  </a:lnTo>
                  <a:lnTo>
                    <a:pt x="32245" y="220256"/>
                  </a:lnTo>
                  <a:lnTo>
                    <a:pt x="34874" y="220091"/>
                  </a:lnTo>
                  <a:lnTo>
                    <a:pt x="35458" y="219875"/>
                  </a:lnTo>
                  <a:lnTo>
                    <a:pt x="35331" y="220573"/>
                  </a:lnTo>
                  <a:lnTo>
                    <a:pt x="35407" y="222097"/>
                  </a:lnTo>
                  <a:lnTo>
                    <a:pt x="35483" y="223634"/>
                  </a:lnTo>
                  <a:lnTo>
                    <a:pt x="35814" y="224853"/>
                  </a:lnTo>
                  <a:lnTo>
                    <a:pt x="36029" y="224853"/>
                  </a:lnTo>
                  <a:lnTo>
                    <a:pt x="36029" y="214020"/>
                  </a:lnTo>
                  <a:lnTo>
                    <a:pt x="35953" y="213753"/>
                  </a:lnTo>
                  <a:lnTo>
                    <a:pt x="39966" y="218427"/>
                  </a:lnTo>
                  <a:lnTo>
                    <a:pt x="39966" y="214058"/>
                  </a:lnTo>
                  <a:lnTo>
                    <a:pt x="26466" y="198335"/>
                  </a:lnTo>
                  <a:lnTo>
                    <a:pt x="26466" y="202717"/>
                  </a:lnTo>
                  <a:lnTo>
                    <a:pt x="26085" y="202615"/>
                  </a:lnTo>
                  <a:lnTo>
                    <a:pt x="23456" y="202780"/>
                  </a:lnTo>
                  <a:lnTo>
                    <a:pt x="22834" y="203022"/>
                  </a:lnTo>
                  <a:lnTo>
                    <a:pt x="22974" y="202298"/>
                  </a:lnTo>
                  <a:lnTo>
                    <a:pt x="22898" y="200774"/>
                  </a:lnTo>
                  <a:lnTo>
                    <a:pt x="22821" y="199237"/>
                  </a:lnTo>
                  <a:lnTo>
                    <a:pt x="22491" y="198069"/>
                  </a:lnTo>
                  <a:lnTo>
                    <a:pt x="26466" y="202717"/>
                  </a:lnTo>
                  <a:lnTo>
                    <a:pt x="26466" y="198335"/>
                  </a:lnTo>
                  <a:lnTo>
                    <a:pt x="25984" y="197764"/>
                  </a:lnTo>
                  <a:lnTo>
                    <a:pt x="22466" y="193649"/>
                  </a:lnTo>
                  <a:lnTo>
                    <a:pt x="22466" y="198031"/>
                  </a:lnTo>
                  <a:lnTo>
                    <a:pt x="22428" y="203581"/>
                  </a:lnTo>
                  <a:lnTo>
                    <a:pt x="22428" y="198043"/>
                  </a:lnTo>
                  <a:lnTo>
                    <a:pt x="22009" y="198056"/>
                  </a:lnTo>
                  <a:lnTo>
                    <a:pt x="22250" y="197764"/>
                  </a:lnTo>
                  <a:lnTo>
                    <a:pt x="22466" y="198031"/>
                  </a:lnTo>
                  <a:lnTo>
                    <a:pt x="22466" y="193649"/>
                  </a:lnTo>
                  <a:lnTo>
                    <a:pt x="22250" y="193395"/>
                  </a:lnTo>
                  <a:lnTo>
                    <a:pt x="8305" y="209664"/>
                  </a:lnTo>
                  <a:lnTo>
                    <a:pt x="8305" y="218554"/>
                  </a:lnTo>
                  <a:lnTo>
                    <a:pt x="7721" y="218414"/>
                  </a:lnTo>
                  <a:lnTo>
                    <a:pt x="6413" y="218490"/>
                  </a:lnTo>
                  <a:lnTo>
                    <a:pt x="5105" y="218579"/>
                  </a:lnTo>
                  <a:lnTo>
                    <a:pt x="4076" y="218960"/>
                  </a:lnTo>
                  <a:lnTo>
                    <a:pt x="4076" y="219748"/>
                  </a:lnTo>
                  <a:lnTo>
                    <a:pt x="3746" y="219341"/>
                  </a:lnTo>
                  <a:lnTo>
                    <a:pt x="4051" y="218986"/>
                  </a:lnTo>
                  <a:lnTo>
                    <a:pt x="4076" y="219748"/>
                  </a:lnTo>
                  <a:lnTo>
                    <a:pt x="4076" y="218960"/>
                  </a:lnTo>
                  <a:lnTo>
                    <a:pt x="8051" y="214312"/>
                  </a:lnTo>
                  <a:lnTo>
                    <a:pt x="7975" y="214807"/>
                  </a:lnTo>
                  <a:lnTo>
                    <a:pt x="8128" y="217868"/>
                  </a:lnTo>
                  <a:lnTo>
                    <a:pt x="8305" y="218554"/>
                  </a:lnTo>
                  <a:lnTo>
                    <a:pt x="8305" y="209664"/>
                  </a:lnTo>
                  <a:lnTo>
                    <a:pt x="0" y="219341"/>
                  </a:lnTo>
                  <a:lnTo>
                    <a:pt x="22250" y="245287"/>
                  </a:lnTo>
                  <a:lnTo>
                    <a:pt x="25984" y="240919"/>
                  </a:lnTo>
                  <a:lnTo>
                    <a:pt x="44500" y="219341"/>
                  </a:lnTo>
                  <a:close/>
                </a:path>
                <a:path w="114934" h="277495">
                  <a:moveTo>
                    <a:pt x="54978" y="25374"/>
                  </a:moveTo>
                  <a:lnTo>
                    <a:pt x="54952" y="24980"/>
                  </a:lnTo>
                  <a:lnTo>
                    <a:pt x="53873" y="24714"/>
                  </a:lnTo>
                  <a:lnTo>
                    <a:pt x="51244" y="24879"/>
                  </a:lnTo>
                  <a:lnTo>
                    <a:pt x="50203" y="25273"/>
                  </a:lnTo>
                  <a:lnTo>
                    <a:pt x="50215" y="25679"/>
                  </a:lnTo>
                  <a:lnTo>
                    <a:pt x="49872" y="25704"/>
                  </a:lnTo>
                  <a:lnTo>
                    <a:pt x="49644" y="26962"/>
                  </a:lnTo>
                  <a:lnTo>
                    <a:pt x="49720" y="28486"/>
                  </a:lnTo>
                  <a:lnTo>
                    <a:pt x="49796" y="30022"/>
                  </a:lnTo>
                  <a:lnTo>
                    <a:pt x="50126" y="31242"/>
                  </a:lnTo>
                  <a:lnTo>
                    <a:pt x="50825" y="31203"/>
                  </a:lnTo>
                  <a:lnTo>
                    <a:pt x="51041" y="29946"/>
                  </a:lnTo>
                  <a:lnTo>
                    <a:pt x="50888" y="26873"/>
                  </a:lnTo>
                  <a:lnTo>
                    <a:pt x="50698" y="26200"/>
                  </a:lnTo>
                  <a:lnTo>
                    <a:pt x="51320" y="26339"/>
                  </a:lnTo>
                  <a:lnTo>
                    <a:pt x="52628" y="26250"/>
                  </a:lnTo>
                  <a:lnTo>
                    <a:pt x="53936" y="26174"/>
                  </a:lnTo>
                  <a:lnTo>
                    <a:pt x="54978" y="25781"/>
                  </a:lnTo>
                  <a:lnTo>
                    <a:pt x="54978" y="25374"/>
                  </a:lnTo>
                  <a:close/>
                </a:path>
                <a:path w="114934" h="277495">
                  <a:moveTo>
                    <a:pt x="68338" y="41351"/>
                  </a:moveTo>
                  <a:lnTo>
                    <a:pt x="68300" y="40551"/>
                  </a:lnTo>
                  <a:lnTo>
                    <a:pt x="67221" y="40284"/>
                  </a:lnTo>
                  <a:lnTo>
                    <a:pt x="64592" y="40449"/>
                  </a:lnTo>
                  <a:lnTo>
                    <a:pt x="63969" y="40690"/>
                  </a:lnTo>
                  <a:lnTo>
                    <a:pt x="64096" y="39966"/>
                  </a:lnTo>
                  <a:lnTo>
                    <a:pt x="64033" y="38430"/>
                  </a:lnTo>
                  <a:lnTo>
                    <a:pt x="63957" y="36906"/>
                  </a:lnTo>
                  <a:lnTo>
                    <a:pt x="63614" y="35687"/>
                  </a:lnTo>
                  <a:lnTo>
                    <a:pt x="62928" y="35725"/>
                  </a:lnTo>
                  <a:lnTo>
                    <a:pt x="62712" y="36982"/>
                  </a:lnTo>
                  <a:lnTo>
                    <a:pt x="62852" y="40043"/>
                  </a:lnTo>
                  <a:lnTo>
                    <a:pt x="63030" y="40728"/>
                  </a:lnTo>
                  <a:lnTo>
                    <a:pt x="62458" y="40589"/>
                  </a:lnTo>
                  <a:lnTo>
                    <a:pt x="61150" y="40665"/>
                  </a:lnTo>
                  <a:lnTo>
                    <a:pt x="59842" y="40754"/>
                  </a:lnTo>
                  <a:lnTo>
                    <a:pt x="58788" y="41135"/>
                  </a:lnTo>
                  <a:lnTo>
                    <a:pt x="58826" y="41948"/>
                  </a:lnTo>
                  <a:lnTo>
                    <a:pt x="59905" y="42202"/>
                  </a:lnTo>
                  <a:lnTo>
                    <a:pt x="62534" y="42037"/>
                  </a:lnTo>
                  <a:lnTo>
                    <a:pt x="63119" y="41833"/>
                  </a:lnTo>
                  <a:lnTo>
                    <a:pt x="62992" y="42532"/>
                  </a:lnTo>
                  <a:lnTo>
                    <a:pt x="63068" y="44056"/>
                  </a:lnTo>
                  <a:lnTo>
                    <a:pt x="63144" y="45580"/>
                  </a:lnTo>
                  <a:lnTo>
                    <a:pt x="63474" y="46812"/>
                  </a:lnTo>
                  <a:lnTo>
                    <a:pt x="64160" y="46774"/>
                  </a:lnTo>
                  <a:lnTo>
                    <a:pt x="64389" y="45516"/>
                  </a:lnTo>
                  <a:lnTo>
                    <a:pt x="64236" y="42443"/>
                  </a:lnTo>
                  <a:lnTo>
                    <a:pt x="64046" y="41757"/>
                  </a:lnTo>
                  <a:lnTo>
                    <a:pt x="64668" y="41910"/>
                  </a:lnTo>
                  <a:lnTo>
                    <a:pt x="65976" y="41821"/>
                  </a:lnTo>
                  <a:lnTo>
                    <a:pt x="67284" y="41744"/>
                  </a:lnTo>
                  <a:lnTo>
                    <a:pt x="68338" y="41351"/>
                  </a:lnTo>
                  <a:close/>
                </a:path>
                <a:path w="114934" h="277495">
                  <a:moveTo>
                    <a:pt x="68592" y="10287"/>
                  </a:moveTo>
                  <a:lnTo>
                    <a:pt x="68554" y="9486"/>
                  </a:lnTo>
                  <a:lnTo>
                    <a:pt x="67475" y="9220"/>
                  </a:lnTo>
                  <a:lnTo>
                    <a:pt x="64846" y="9385"/>
                  </a:lnTo>
                  <a:lnTo>
                    <a:pt x="64223" y="9626"/>
                  </a:lnTo>
                  <a:lnTo>
                    <a:pt x="64350" y="8902"/>
                  </a:lnTo>
                  <a:lnTo>
                    <a:pt x="64287" y="7378"/>
                  </a:lnTo>
                  <a:lnTo>
                    <a:pt x="64211" y="5842"/>
                  </a:lnTo>
                  <a:lnTo>
                    <a:pt x="63881" y="4622"/>
                  </a:lnTo>
                  <a:lnTo>
                    <a:pt x="63195" y="4660"/>
                  </a:lnTo>
                  <a:lnTo>
                    <a:pt x="62966" y="5918"/>
                  </a:lnTo>
                  <a:lnTo>
                    <a:pt x="63106" y="8991"/>
                  </a:lnTo>
                  <a:lnTo>
                    <a:pt x="63284" y="9677"/>
                  </a:lnTo>
                  <a:lnTo>
                    <a:pt x="62712" y="9525"/>
                  </a:lnTo>
                  <a:lnTo>
                    <a:pt x="61404" y="9601"/>
                  </a:lnTo>
                  <a:lnTo>
                    <a:pt x="60096" y="9690"/>
                  </a:lnTo>
                  <a:lnTo>
                    <a:pt x="59042" y="10083"/>
                  </a:lnTo>
                  <a:lnTo>
                    <a:pt x="59080" y="10883"/>
                  </a:lnTo>
                  <a:lnTo>
                    <a:pt x="60159" y="11150"/>
                  </a:lnTo>
                  <a:lnTo>
                    <a:pt x="62788" y="10972"/>
                  </a:lnTo>
                  <a:lnTo>
                    <a:pt x="63373" y="10769"/>
                  </a:lnTo>
                  <a:lnTo>
                    <a:pt x="63246" y="11468"/>
                  </a:lnTo>
                  <a:lnTo>
                    <a:pt x="63322" y="12992"/>
                  </a:lnTo>
                  <a:lnTo>
                    <a:pt x="63398" y="14528"/>
                  </a:lnTo>
                  <a:lnTo>
                    <a:pt x="63728" y="15748"/>
                  </a:lnTo>
                  <a:lnTo>
                    <a:pt x="64427" y="15709"/>
                  </a:lnTo>
                  <a:lnTo>
                    <a:pt x="64643" y="14452"/>
                  </a:lnTo>
                  <a:lnTo>
                    <a:pt x="64490" y="11379"/>
                  </a:lnTo>
                  <a:lnTo>
                    <a:pt x="64300" y="10693"/>
                  </a:lnTo>
                  <a:lnTo>
                    <a:pt x="64922" y="10845"/>
                  </a:lnTo>
                  <a:lnTo>
                    <a:pt x="66230" y="10756"/>
                  </a:lnTo>
                  <a:lnTo>
                    <a:pt x="67538" y="10680"/>
                  </a:lnTo>
                  <a:lnTo>
                    <a:pt x="68592" y="10287"/>
                  </a:lnTo>
                  <a:close/>
                </a:path>
                <a:path w="114934" h="277495">
                  <a:moveTo>
                    <a:pt x="82067" y="26009"/>
                  </a:moveTo>
                  <a:lnTo>
                    <a:pt x="82029" y="25196"/>
                  </a:lnTo>
                  <a:lnTo>
                    <a:pt x="80949" y="24942"/>
                  </a:lnTo>
                  <a:lnTo>
                    <a:pt x="78320" y="25107"/>
                  </a:lnTo>
                  <a:lnTo>
                    <a:pt x="77685" y="25336"/>
                  </a:lnTo>
                  <a:lnTo>
                    <a:pt x="77825" y="24612"/>
                  </a:lnTo>
                  <a:lnTo>
                    <a:pt x="77762" y="23088"/>
                  </a:lnTo>
                  <a:lnTo>
                    <a:pt x="77685" y="21564"/>
                  </a:lnTo>
                  <a:lnTo>
                    <a:pt x="77343" y="20332"/>
                  </a:lnTo>
                  <a:lnTo>
                    <a:pt x="76657" y="20370"/>
                  </a:lnTo>
                  <a:lnTo>
                    <a:pt x="76441" y="21628"/>
                  </a:lnTo>
                  <a:lnTo>
                    <a:pt x="76581" y="24701"/>
                  </a:lnTo>
                  <a:lnTo>
                    <a:pt x="76758" y="25387"/>
                  </a:lnTo>
                  <a:lnTo>
                    <a:pt x="76187" y="25234"/>
                  </a:lnTo>
                  <a:lnTo>
                    <a:pt x="74879" y="25323"/>
                  </a:lnTo>
                  <a:lnTo>
                    <a:pt x="73571" y="25400"/>
                  </a:lnTo>
                  <a:lnTo>
                    <a:pt x="72517" y="25793"/>
                  </a:lnTo>
                  <a:lnTo>
                    <a:pt x="72555" y="26593"/>
                  </a:lnTo>
                  <a:lnTo>
                    <a:pt x="73634" y="26860"/>
                  </a:lnTo>
                  <a:lnTo>
                    <a:pt x="76263" y="26695"/>
                  </a:lnTo>
                  <a:lnTo>
                    <a:pt x="76835" y="26479"/>
                  </a:lnTo>
                  <a:lnTo>
                    <a:pt x="76720" y="27178"/>
                  </a:lnTo>
                  <a:lnTo>
                    <a:pt x="76796" y="28714"/>
                  </a:lnTo>
                  <a:lnTo>
                    <a:pt x="76860" y="30238"/>
                  </a:lnTo>
                  <a:lnTo>
                    <a:pt x="77203" y="31470"/>
                  </a:lnTo>
                  <a:lnTo>
                    <a:pt x="77889" y="31419"/>
                  </a:lnTo>
                  <a:lnTo>
                    <a:pt x="78117" y="30162"/>
                  </a:lnTo>
                  <a:lnTo>
                    <a:pt x="77965" y="27101"/>
                  </a:lnTo>
                  <a:lnTo>
                    <a:pt x="77774" y="26416"/>
                  </a:lnTo>
                  <a:lnTo>
                    <a:pt x="78384" y="26555"/>
                  </a:lnTo>
                  <a:lnTo>
                    <a:pt x="79692" y="26479"/>
                  </a:lnTo>
                  <a:lnTo>
                    <a:pt x="81013" y="26390"/>
                  </a:lnTo>
                  <a:lnTo>
                    <a:pt x="82067" y="26009"/>
                  </a:lnTo>
                  <a:close/>
                </a:path>
                <a:path w="114934" h="277495">
                  <a:moveTo>
                    <a:pt x="106565" y="250952"/>
                  </a:moveTo>
                  <a:lnTo>
                    <a:pt x="102819" y="246595"/>
                  </a:lnTo>
                  <a:lnTo>
                    <a:pt x="102819" y="250952"/>
                  </a:lnTo>
                  <a:lnTo>
                    <a:pt x="84315" y="272529"/>
                  </a:lnTo>
                  <a:lnTo>
                    <a:pt x="79514" y="266954"/>
                  </a:lnTo>
                  <a:lnTo>
                    <a:pt x="80594" y="267208"/>
                  </a:lnTo>
                  <a:lnTo>
                    <a:pt x="83223" y="267042"/>
                  </a:lnTo>
                  <a:lnTo>
                    <a:pt x="83794" y="266827"/>
                  </a:lnTo>
                  <a:lnTo>
                    <a:pt x="83680" y="267525"/>
                  </a:lnTo>
                  <a:lnTo>
                    <a:pt x="83756" y="269062"/>
                  </a:lnTo>
                  <a:lnTo>
                    <a:pt x="83820" y="270586"/>
                  </a:lnTo>
                  <a:lnTo>
                    <a:pt x="84162" y="271818"/>
                  </a:lnTo>
                  <a:lnTo>
                    <a:pt x="84848" y="271767"/>
                  </a:lnTo>
                  <a:lnTo>
                    <a:pt x="85077" y="270510"/>
                  </a:lnTo>
                  <a:lnTo>
                    <a:pt x="84924" y="267449"/>
                  </a:lnTo>
                  <a:lnTo>
                    <a:pt x="84734" y="266763"/>
                  </a:lnTo>
                  <a:lnTo>
                    <a:pt x="85344" y="266903"/>
                  </a:lnTo>
                  <a:lnTo>
                    <a:pt x="86664" y="266827"/>
                  </a:lnTo>
                  <a:lnTo>
                    <a:pt x="87972" y="266738"/>
                  </a:lnTo>
                  <a:lnTo>
                    <a:pt x="89014" y="266357"/>
                  </a:lnTo>
                  <a:lnTo>
                    <a:pt x="89001" y="265950"/>
                  </a:lnTo>
                  <a:lnTo>
                    <a:pt x="88988" y="265544"/>
                  </a:lnTo>
                  <a:lnTo>
                    <a:pt x="87909" y="265290"/>
                  </a:lnTo>
                  <a:lnTo>
                    <a:pt x="85280" y="265455"/>
                  </a:lnTo>
                  <a:lnTo>
                    <a:pt x="84645" y="265684"/>
                  </a:lnTo>
                  <a:lnTo>
                    <a:pt x="84785" y="264960"/>
                  </a:lnTo>
                  <a:lnTo>
                    <a:pt x="84709" y="263436"/>
                  </a:lnTo>
                  <a:lnTo>
                    <a:pt x="84645" y="261912"/>
                  </a:lnTo>
                  <a:lnTo>
                    <a:pt x="84302" y="260680"/>
                  </a:lnTo>
                  <a:lnTo>
                    <a:pt x="83616" y="260718"/>
                  </a:lnTo>
                  <a:lnTo>
                    <a:pt x="83400" y="261975"/>
                  </a:lnTo>
                  <a:lnTo>
                    <a:pt x="83540" y="265049"/>
                  </a:lnTo>
                  <a:lnTo>
                    <a:pt x="83718" y="265734"/>
                  </a:lnTo>
                  <a:lnTo>
                    <a:pt x="83146" y="265582"/>
                  </a:lnTo>
                  <a:lnTo>
                    <a:pt x="81838" y="265671"/>
                  </a:lnTo>
                  <a:lnTo>
                    <a:pt x="80530" y="265747"/>
                  </a:lnTo>
                  <a:lnTo>
                    <a:pt x="79476" y="266141"/>
                  </a:lnTo>
                  <a:lnTo>
                    <a:pt x="79502" y="266941"/>
                  </a:lnTo>
                  <a:lnTo>
                    <a:pt x="66179" y="251396"/>
                  </a:lnTo>
                  <a:lnTo>
                    <a:pt x="67246" y="251637"/>
                  </a:lnTo>
                  <a:lnTo>
                    <a:pt x="69875" y="251472"/>
                  </a:lnTo>
                  <a:lnTo>
                    <a:pt x="70459" y="251269"/>
                  </a:lnTo>
                  <a:lnTo>
                    <a:pt x="70332" y="251968"/>
                  </a:lnTo>
                  <a:lnTo>
                    <a:pt x="70408" y="253492"/>
                  </a:lnTo>
                  <a:lnTo>
                    <a:pt x="70472" y="255016"/>
                  </a:lnTo>
                  <a:lnTo>
                    <a:pt x="70815" y="256247"/>
                  </a:lnTo>
                  <a:lnTo>
                    <a:pt x="71501" y="256197"/>
                  </a:lnTo>
                  <a:lnTo>
                    <a:pt x="71729" y="254952"/>
                  </a:lnTo>
                  <a:lnTo>
                    <a:pt x="71577" y="251879"/>
                  </a:lnTo>
                  <a:lnTo>
                    <a:pt x="71386" y="251206"/>
                  </a:lnTo>
                  <a:lnTo>
                    <a:pt x="71996" y="251345"/>
                  </a:lnTo>
                  <a:lnTo>
                    <a:pt x="73317" y="251256"/>
                  </a:lnTo>
                  <a:lnTo>
                    <a:pt x="74625" y="251167"/>
                  </a:lnTo>
                  <a:lnTo>
                    <a:pt x="75679" y="250786"/>
                  </a:lnTo>
                  <a:lnTo>
                    <a:pt x="75641" y="249974"/>
                  </a:lnTo>
                  <a:lnTo>
                    <a:pt x="74561" y="249720"/>
                  </a:lnTo>
                  <a:lnTo>
                    <a:pt x="71932" y="249885"/>
                  </a:lnTo>
                  <a:lnTo>
                    <a:pt x="71310" y="250113"/>
                  </a:lnTo>
                  <a:lnTo>
                    <a:pt x="71437" y="249402"/>
                  </a:lnTo>
                  <a:lnTo>
                    <a:pt x="71361" y="247865"/>
                  </a:lnTo>
                  <a:lnTo>
                    <a:pt x="71297" y="246341"/>
                  </a:lnTo>
                  <a:lnTo>
                    <a:pt x="70954" y="245110"/>
                  </a:lnTo>
                  <a:lnTo>
                    <a:pt x="70802" y="245122"/>
                  </a:lnTo>
                  <a:lnTo>
                    <a:pt x="84315" y="229374"/>
                  </a:lnTo>
                  <a:lnTo>
                    <a:pt x="102819" y="250952"/>
                  </a:lnTo>
                  <a:lnTo>
                    <a:pt x="102819" y="246595"/>
                  </a:lnTo>
                  <a:lnTo>
                    <a:pt x="88061" y="229374"/>
                  </a:lnTo>
                  <a:lnTo>
                    <a:pt x="84315" y="225005"/>
                  </a:lnTo>
                  <a:lnTo>
                    <a:pt x="70370" y="241274"/>
                  </a:lnTo>
                  <a:lnTo>
                    <a:pt x="70370" y="250164"/>
                  </a:lnTo>
                  <a:lnTo>
                    <a:pt x="69799" y="250012"/>
                  </a:lnTo>
                  <a:lnTo>
                    <a:pt x="68491" y="250101"/>
                  </a:lnTo>
                  <a:lnTo>
                    <a:pt x="67183" y="250190"/>
                  </a:lnTo>
                  <a:lnTo>
                    <a:pt x="66154" y="250571"/>
                  </a:lnTo>
                  <a:lnTo>
                    <a:pt x="66154" y="251371"/>
                  </a:lnTo>
                  <a:lnTo>
                    <a:pt x="65811" y="250952"/>
                  </a:lnTo>
                  <a:lnTo>
                    <a:pt x="66128" y="250583"/>
                  </a:lnTo>
                  <a:lnTo>
                    <a:pt x="66154" y="251371"/>
                  </a:lnTo>
                  <a:lnTo>
                    <a:pt x="66154" y="250571"/>
                  </a:lnTo>
                  <a:lnTo>
                    <a:pt x="70129" y="245910"/>
                  </a:lnTo>
                  <a:lnTo>
                    <a:pt x="70053" y="246418"/>
                  </a:lnTo>
                  <a:lnTo>
                    <a:pt x="70192" y="249478"/>
                  </a:lnTo>
                  <a:lnTo>
                    <a:pt x="70370" y="250164"/>
                  </a:lnTo>
                  <a:lnTo>
                    <a:pt x="70370" y="241274"/>
                  </a:lnTo>
                  <a:lnTo>
                    <a:pt x="63347" y="249453"/>
                  </a:lnTo>
                  <a:lnTo>
                    <a:pt x="60896" y="246595"/>
                  </a:lnTo>
                  <a:lnTo>
                    <a:pt x="60896" y="250952"/>
                  </a:lnTo>
                  <a:lnTo>
                    <a:pt x="56756" y="255778"/>
                  </a:lnTo>
                  <a:lnTo>
                    <a:pt x="56870" y="255168"/>
                  </a:lnTo>
                  <a:lnTo>
                    <a:pt x="56718" y="252095"/>
                  </a:lnTo>
                  <a:lnTo>
                    <a:pt x="56527" y="251409"/>
                  </a:lnTo>
                  <a:lnTo>
                    <a:pt x="57150" y="251561"/>
                  </a:lnTo>
                  <a:lnTo>
                    <a:pt x="58458" y="251472"/>
                  </a:lnTo>
                  <a:lnTo>
                    <a:pt x="59766" y="251396"/>
                  </a:lnTo>
                  <a:lnTo>
                    <a:pt x="60820" y="251002"/>
                  </a:lnTo>
                  <a:lnTo>
                    <a:pt x="60807" y="250863"/>
                  </a:lnTo>
                  <a:lnTo>
                    <a:pt x="60896" y="246595"/>
                  </a:lnTo>
                  <a:lnTo>
                    <a:pt x="60096" y="245668"/>
                  </a:lnTo>
                  <a:lnTo>
                    <a:pt x="60096" y="250037"/>
                  </a:lnTo>
                  <a:lnTo>
                    <a:pt x="59702" y="249936"/>
                  </a:lnTo>
                  <a:lnTo>
                    <a:pt x="57073" y="250101"/>
                  </a:lnTo>
                  <a:lnTo>
                    <a:pt x="56451" y="250342"/>
                  </a:lnTo>
                  <a:lnTo>
                    <a:pt x="56591" y="249618"/>
                  </a:lnTo>
                  <a:lnTo>
                    <a:pt x="56515" y="248094"/>
                  </a:lnTo>
                  <a:lnTo>
                    <a:pt x="56438" y="246557"/>
                  </a:lnTo>
                  <a:lnTo>
                    <a:pt x="56172" y="245618"/>
                  </a:lnTo>
                  <a:lnTo>
                    <a:pt x="56172" y="256463"/>
                  </a:lnTo>
                  <a:lnTo>
                    <a:pt x="42392" y="272529"/>
                  </a:lnTo>
                  <a:lnTo>
                    <a:pt x="37592" y="266954"/>
                  </a:lnTo>
                  <a:lnTo>
                    <a:pt x="38658" y="267208"/>
                  </a:lnTo>
                  <a:lnTo>
                    <a:pt x="41287" y="267042"/>
                  </a:lnTo>
                  <a:lnTo>
                    <a:pt x="41871" y="266827"/>
                  </a:lnTo>
                  <a:lnTo>
                    <a:pt x="41744" y="267525"/>
                  </a:lnTo>
                  <a:lnTo>
                    <a:pt x="41821" y="269062"/>
                  </a:lnTo>
                  <a:lnTo>
                    <a:pt x="41897" y="270586"/>
                  </a:lnTo>
                  <a:lnTo>
                    <a:pt x="42227" y="271818"/>
                  </a:lnTo>
                  <a:lnTo>
                    <a:pt x="42926" y="271767"/>
                  </a:lnTo>
                  <a:lnTo>
                    <a:pt x="43141" y="270510"/>
                  </a:lnTo>
                  <a:lnTo>
                    <a:pt x="43002" y="267449"/>
                  </a:lnTo>
                  <a:lnTo>
                    <a:pt x="42799" y="266763"/>
                  </a:lnTo>
                  <a:lnTo>
                    <a:pt x="43421" y="266903"/>
                  </a:lnTo>
                  <a:lnTo>
                    <a:pt x="44729" y="266827"/>
                  </a:lnTo>
                  <a:lnTo>
                    <a:pt x="46037" y="266738"/>
                  </a:lnTo>
                  <a:lnTo>
                    <a:pt x="47091" y="266357"/>
                  </a:lnTo>
                  <a:lnTo>
                    <a:pt x="47053" y="265544"/>
                  </a:lnTo>
                  <a:lnTo>
                    <a:pt x="45974" y="265290"/>
                  </a:lnTo>
                  <a:lnTo>
                    <a:pt x="43345" y="265455"/>
                  </a:lnTo>
                  <a:lnTo>
                    <a:pt x="42722" y="265684"/>
                  </a:lnTo>
                  <a:lnTo>
                    <a:pt x="42862" y="264960"/>
                  </a:lnTo>
                  <a:lnTo>
                    <a:pt x="42786" y="263436"/>
                  </a:lnTo>
                  <a:lnTo>
                    <a:pt x="42710" y="261912"/>
                  </a:lnTo>
                  <a:lnTo>
                    <a:pt x="42379" y="260680"/>
                  </a:lnTo>
                  <a:lnTo>
                    <a:pt x="41681" y="260718"/>
                  </a:lnTo>
                  <a:lnTo>
                    <a:pt x="41465" y="261975"/>
                  </a:lnTo>
                  <a:lnTo>
                    <a:pt x="41617" y="265049"/>
                  </a:lnTo>
                  <a:lnTo>
                    <a:pt x="41795" y="265734"/>
                  </a:lnTo>
                  <a:lnTo>
                    <a:pt x="41224" y="265582"/>
                  </a:lnTo>
                  <a:lnTo>
                    <a:pt x="39903" y="265671"/>
                  </a:lnTo>
                  <a:lnTo>
                    <a:pt x="38595" y="265747"/>
                  </a:lnTo>
                  <a:lnTo>
                    <a:pt x="37541" y="266141"/>
                  </a:lnTo>
                  <a:lnTo>
                    <a:pt x="37566" y="266928"/>
                  </a:lnTo>
                  <a:lnTo>
                    <a:pt x="24257" y="251396"/>
                  </a:lnTo>
                  <a:lnTo>
                    <a:pt x="25311" y="251637"/>
                  </a:lnTo>
                  <a:lnTo>
                    <a:pt x="27940" y="251472"/>
                  </a:lnTo>
                  <a:lnTo>
                    <a:pt x="28524" y="251269"/>
                  </a:lnTo>
                  <a:lnTo>
                    <a:pt x="28409" y="251968"/>
                  </a:lnTo>
                  <a:lnTo>
                    <a:pt x="28473" y="253492"/>
                  </a:lnTo>
                  <a:lnTo>
                    <a:pt x="28549" y="255016"/>
                  </a:lnTo>
                  <a:lnTo>
                    <a:pt x="28892" y="256247"/>
                  </a:lnTo>
                  <a:lnTo>
                    <a:pt x="29578" y="256197"/>
                  </a:lnTo>
                  <a:lnTo>
                    <a:pt x="29794" y="254952"/>
                  </a:lnTo>
                  <a:lnTo>
                    <a:pt x="29654" y="251879"/>
                  </a:lnTo>
                  <a:lnTo>
                    <a:pt x="29464" y="251206"/>
                  </a:lnTo>
                  <a:lnTo>
                    <a:pt x="30073" y="251345"/>
                  </a:lnTo>
                  <a:lnTo>
                    <a:pt x="31381" y="251256"/>
                  </a:lnTo>
                  <a:lnTo>
                    <a:pt x="32689" y="251167"/>
                  </a:lnTo>
                  <a:lnTo>
                    <a:pt x="33756" y="250786"/>
                  </a:lnTo>
                  <a:lnTo>
                    <a:pt x="33705" y="249974"/>
                  </a:lnTo>
                  <a:lnTo>
                    <a:pt x="32626" y="249720"/>
                  </a:lnTo>
                  <a:lnTo>
                    <a:pt x="29997" y="249885"/>
                  </a:lnTo>
                  <a:lnTo>
                    <a:pt x="29387" y="250113"/>
                  </a:lnTo>
                  <a:lnTo>
                    <a:pt x="29514" y="249402"/>
                  </a:lnTo>
                  <a:lnTo>
                    <a:pt x="29438" y="247865"/>
                  </a:lnTo>
                  <a:lnTo>
                    <a:pt x="29362" y="246341"/>
                  </a:lnTo>
                  <a:lnTo>
                    <a:pt x="29032" y="245110"/>
                  </a:lnTo>
                  <a:lnTo>
                    <a:pt x="28879" y="245122"/>
                  </a:lnTo>
                  <a:lnTo>
                    <a:pt x="41884" y="229958"/>
                  </a:lnTo>
                  <a:lnTo>
                    <a:pt x="41719" y="230924"/>
                  </a:lnTo>
                  <a:lnTo>
                    <a:pt x="41871" y="233984"/>
                  </a:lnTo>
                  <a:lnTo>
                    <a:pt x="42049" y="234670"/>
                  </a:lnTo>
                  <a:lnTo>
                    <a:pt x="41465" y="234518"/>
                  </a:lnTo>
                  <a:lnTo>
                    <a:pt x="40157" y="234607"/>
                  </a:lnTo>
                  <a:lnTo>
                    <a:pt x="38849" y="234696"/>
                  </a:lnTo>
                  <a:lnTo>
                    <a:pt x="37795" y="235077"/>
                  </a:lnTo>
                  <a:lnTo>
                    <a:pt x="37833" y="235889"/>
                  </a:lnTo>
                  <a:lnTo>
                    <a:pt x="38912" y="236143"/>
                  </a:lnTo>
                  <a:lnTo>
                    <a:pt x="41541" y="235978"/>
                  </a:lnTo>
                  <a:lnTo>
                    <a:pt x="42125" y="235775"/>
                  </a:lnTo>
                  <a:lnTo>
                    <a:pt x="42011" y="236474"/>
                  </a:lnTo>
                  <a:lnTo>
                    <a:pt x="42075" y="237998"/>
                  </a:lnTo>
                  <a:lnTo>
                    <a:pt x="42151" y="239522"/>
                  </a:lnTo>
                  <a:lnTo>
                    <a:pt x="42481" y="240753"/>
                  </a:lnTo>
                  <a:lnTo>
                    <a:pt x="43180" y="240703"/>
                  </a:lnTo>
                  <a:lnTo>
                    <a:pt x="43395" y="239458"/>
                  </a:lnTo>
                  <a:lnTo>
                    <a:pt x="43256" y="236385"/>
                  </a:lnTo>
                  <a:lnTo>
                    <a:pt x="43053" y="235712"/>
                  </a:lnTo>
                  <a:lnTo>
                    <a:pt x="43675" y="235851"/>
                  </a:lnTo>
                  <a:lnTo>
                    <a:pt x="44983" y="235762"/>
                  </a:lnTo>
                  <a:lnTo>
                    <a:pt x="46291" y="235673"/>
                  </a:lnTo>
                  <a:lnTo>
                    <a:pt x="47345" y="235292"/>
                  </a:lnTo>
                  <a:lnTo>
                    <a:pt x="47332" y="235153"/>
                  </a:lnTo>
                  <a:lnTo>
                    <a:pt x="56083" y="245351"/>
                  </a:lnTo>
                  <a:lnTo>
                    <a:pt x="55410" y="245376"/>
                  </a:lnTo>
                  <a:lnTo>
                    <a:pt x="55194" y="246634"/>
                  </a:lnTo>
                  <a:lnTo>
                    <a:pt x="55333" y="249707"/>
                  </a:lnTo>
                  <a:lnTo>
                    <a:pt x="55511" y="250380"/>
                  </a:lnTo>
                  <a:lnTo>
                    <a:pt x="54940" y="250240"/>
                  </a:lnTo>
                  <a:lnTo>
                    <a:pt x="53632" y="250317"/>
                  </a:lnTo>
                  <a:lnTo>
                    <a:pt x="52324" y="250405"/>
                  </a:lnTo>
                  <a:lnTo>
                    <a:pt x="51282" y="250786"/>
                  </a:lnTo>
                  <a:lnTo>
                    <a:pt x="51282" y="251206"/>
                  </a:lnTo>
                  <a:lnTo>
                    <a:pt x="51308" y="251599"/>
                  </a:lnTo>
                  <a:lnTo>
                    <a:pt x="52387" y="251866"/>
                  </a:lnTo>
                  <a:lnTo>
                    <a:pt x="55016" y="251688"/>
                  </a:lnTo>
                  <a:lnTo>
                    <a:pt x="55600" y="251485"/>
                  </a:lnTo>
                  <a:lnTo>
                    <a:pt x="55473" y="252183"/>
                  </a:lnTo>
                  <a:lnTo>
                    <a:pt x="55549" y="253707"/>
                  </a:lnTo>
                  <a:lnTo>
                    <a:pt x="55626" y="255244"/>
                  </a:lnTo>
                  <a:lnTo>
                    <a:pt x="55956" y="256463"/>
                  </a:lnTo>
                  <a:lnTo>
                    <a:pt x="56172" y="256463"/>
                  </a:lnTo>
                  <a:lnTo>
                    <a:pt x="56172" y="245618"/>
                  </a:lnTo>
                  <a:lnTo>
                    <a:pt x="56108" y="245389"/>
                  </a:lnTo>
                  <a:lnTo>
                    <a:pt x="60096" y="250037"/>
                  </a:lnTo>
                  <a:lnTo>
                    <a:pt x="60096" y="245668"/>
                  </a:lnTo>
                  <a:lnTo>
                    <a:pt x="46621" y="229946"/>
                  </a:lnTo>
                  <a:lnTo>
                    <a:pt x="46621" y="234327"/>
                  </a:lnTo>
                  <a:lnTo>
                    <a:pt x="46228" y="234226"/>
                  </a:lnTo>
                  <a:lnTo>
                    <a:pt x="43599" y="234391"/>
                  </a:lnTo>
                  <a:lnTo>
                    <a:pt x="42976" y="234632"/>
                  </a:lnTo>
                  <a:lnTo>
                    <a:pt x="43116" y="233908"/>
                  </a:lnTo>
                  <a:lnTo>
                    <a:pt x="43040" y="232371"/>
                  </a:lnTo>
                  <a:lnTo>
                    <a:pt x="42964" y="230847"/>
                  </a:lnTo>
                  <a:lnTo>
                    <a:pt x="42646" y="229679"/>
                  </a:lnTo>
                  <a:lnTo>
                    <a:pt x="46621" y="234327"/>
                  </a:lnTo>
                  <a:lnTo>
                    <a:pt x="46621" y="229946"/>
                  </a:lnTo>
                  <a:lnTo>
                    <a:pt x="46139" y="229374"/>
                  </a:lnTo>
                  <a:lnTo>
                    <a:pt x="42595" y="225247"/>
                  </a:lnTo>
                  <a:lnTo>
                    <a:pt x="42595" y="229628"/>
                  </a:lnTo>
                  <a:lnTo>
                    <a:pt x="42151" y="229654"/>
                  </a:lnTo>
                  <a:lnTo>
                    <a:pt x="42392" y="229374"/>
                  </a:lnTo>
                  <a:lnTo>
                    <a:pt x="42595" y="229628"/>
                  </a:lnTo>
                  <a:lnTo>
                    <a:pt x="42595" y="225247"/>
                  </a:lnTo>
                  <a:lnTo>
                    <a:pt x="42392" y="225005"/>
                  </a:lnTo>
                  <a:lnTo>
                    <a:pt x="28448" y="241274"/>
                  </a:lnTo>
                  <a:lnTo>
                    <a:pt x="28448" y="250164"/>
                  </a:lnTo>
                  <a:lnTo>
                    <a:pt x="27876" y="250012"/>
                  </a:lnTo>
                  <a:lnTo>
                    <a:pt x="26568" y="250101"/>
                  </a:lnTo>
                  <a:lnTo>
                    <a:pt x="25260" y="250190"/>
                  </a:lnTo>
                  <a:lnTo>
                    <a:pt x="24231" y="250571"/>
                  </a:lnTo>
                  <a:lnTo>
                    <a:pt x="24231" y="251371"/>
                  </a:lnTo>
                  <a:lnTo>
                    <a:pt x="23888" y="250952"/>
                  </a:lnTo>
                  <a:lnTo>
                    <a:pt x="24193" y="250596"/>
                  </a:lnTo>
                  <a:lnTo>
                    <a:pt x="24231" y="251371"/>
                  </a:lnTo>
                  <a:lnTo>
                    <a:pt x="24231" y="250571"/>
                  </a:lnTo>
                  <a:lnTo>
                    <a:pt x="28206" y="245922"/>
                  </a:lnTo>
                  <a:lnTo>
                    <a:pt x="28117" y="246418"/>
                  </a:lnTo>
                  <a:lnTo>
                    <a:pt x="28270" y="249478"/>
                  </a:lnTo>
                  <a:lnTo>
                    <a:pt x="28448" y="250164"/>
                  </a:lnTo>
                  <a:lnTo>
                    <a:pt x="28448" y="241274"/>
                  </a:lnTo>
                  <a:lnTo>
                    <a:pt x="20142" y="250952"/>
                  </a:lnTo>
                  <a:lnTo>
                    <a:pt x="42392" y="276898"/>
                  </a:lnTo>
                  <a:lnTo>
                    <a:pt x="46139" y="272529"/>
                  </a:lnTo>
                  <a:lnTo>
                    <a:pt x="63347" y="252463"/>
                  </a:lnTo>
                  <a:lnTo>
                    <a:pt x="84315" y="276898"/>
                  </a:lnTo>
                  <a:lnTo>
                    <a:pt x="88061" y="272529"/>
                  </a:lnTo>
                  <a:lnTo>
                    <a:pt x="106565" y="250952"/>
                  </a:lnTo>
                  <a:close/>
                </a:path>
                <a:path w="114934" h="277495">
                  <a:moveTo>
                    <a:pt x="114630" y="25527"/>
                  </a:moveTo>
                  <a:lnTo>
                    <a:pt x="113893" y="25793"/>
                  </a:lnTo>
                  <a:lnTo>
                    <a:pt x="113944" y="26593"/>
                  </a:lnTo>
                  <a:lnTo>
                    <a:pt x="114630" y="26758"/>
                  </a:lnTo>
                  <a:lnTo>
                    <a:pt x="114630" y="25527"/>
                  </a:lnTo>
                  <a:close/>
                </a:path>
                <a:path w="114934" h="277495">
                  <a:moveTo>
                    <a:pt x="114630" y="11201"/>
                  </a:moveTo>
                  <a:lnTo>
                    <a:pt x="109258" y="4953"/>
                  </a:lnTo>
                  <a:lnTo>
                    <a:pt x="109258" y="9321"/>
                  </a:lnTo>
                  <a:lnTo>
                    <a:pt x="108864" y="9220"/>
                  </a:lnTo>
                  <a:lnTo>
                    <a:pt x="106235" y="9385"/>
                  </a:lnTo>
                  <a:lnTo>
                    <a:pt x="105613" y="9626"/>
                  </a:lnTo>
                  <a:lnTo>
                    <a:pt x="105740" y="8902"/>
                  </a:lnTo>
                  <a:lnTo>
                    <a:pt x="105676" y="7378"/>
                  </a:lnTo>
                  <a:lnTo>
                    <a:pt x="105600" y="5842"/>
                  </a:lnTo>
                  <a:lnTo>
                    <a:pt x="105270" y="4673"/>
                  </a:lnTo>
                  <a:lnTo>
                    <a:pt x="109258" y="9321"/>
                  </a:lnTo>
                  <a:lnTo>
                    <a:pt x="109258" y="4953"/>
                  </a:lnTo>
                  <a:lnTo>
                    <a:pt x="108762" y="4368"/>
                  </a:lnTo>
                  <a:lnTo>
                    <a:pt x="105244" y="254"/>
                  </a:lnTo>
                  <a:lnTo>
                    <a:pt x="105244" y="4635"/>
                  </a:lnTo>
                  <a:lnTo>
                    <a:pt x="104787" y="4660"/>
                  </a:lnTo>
                  <a:lnTo>
                    <a:pt x="105029" y="4368"/>
                  </a:lnTo>
                  <a:lnTo>
                    <a:pt x="105244" y="4635"/>
                  </a:lnTo>
                  <a:lnTo>
                    <a:pt x="105244" y="254"/>
                  </a:lnTo>
                  <a:lnTo>
                    <a:pt x="105029" y="0"/>
                  </a:lnTo>
                  <a:lnTo>
                    <a:pt x="91071" y="16281"/>
                  </a:lnTo>
                  <a:lnTo>
                    <a:pt x="91071" y="25158"/>
                  </a:lnTo>
                  <a:lnTo>
                    <a:pt x="90500" y="25019"/>
                  </a:lnTo>
                  <a:lnTo>
                    <a:pt x="89192" y="25095"/>
                  </a:lnTo>
                  <a:lnTo>
                    <a:pt x="87884" y="25184"/>
                  </a:lnTo>
                  <a:lnTo>
                    <a:pt x="86855" y="25565"/>
                  </a:lnTo>
                  <a:lnTo>
                    <a:pt x="86855" y="26352"/>
                  </a:lnTo>
                  <a:lnTo>
                    <a:pt x="86525" y="25946"/>
                  </a:lnTo>
                  <a:lnTo>
                    <a:pt x="86829" y="25590"/>
                  </a:lnTo>
                  <a:lnTo>
                    <a:pt x="86855" y="26352"/>
                  </a:lnTo>
                  <a:lnTo>
                    <a:pt x="86855" y="25565"/>
                  </a:lnTo>
                  <a:lnTo>
                    <a:pt x="90830" y="20916"/>
                  </a:lnTo>
                  <a:lnTo>
                    <a:pt x="90754" y="21412"/>
                  </a:lnTo>
                  <a:lnTo>
                    <a:pt x="90893" y="24472"/>
                  </a:lnTo>
                  <a:lnTo>
                    <a:pt x="91071" y="25158"/>
                  </a:lnTo>
                  <a:lnTo>
                    <a:pt x="91071" y="16281"/>
                  </a:lnTo>
                  <a:lnTo>
                    <a:pt x="82778" y="25946"/>
                  </a:lnTo>
                  <a:lnTo>
                    <a:pt x="105029" y="51892"/>
                  </a:lnTo>
                  <a:lnTo>
                    <a:pt x="108762" y="47523"/>
                  </a:lnTo>
                  <a:lnTo>
                    <a:pt x="114630" y="40703"/>
                  </a:lnTo>
                  <a:lnTo>
                    <a:pt x="114630" y="36322"/>
                  </a:lnTo>
                  <a:lnTo>
                    <a:pt x="105029" y="47523"/>
                  </a:lnTo>
                  <a:lnTo>
                    <a:pt x="100241" y="41960"/>
                  </a:lnTo>
                  <a:lnTo>
                    <a:pt x="101295" y="42202"/>
                  </a:lnTo>
                  <a:lnTo>
                    <a:pt x="103924" y="42037"/>
                  </a:lnTo>
                  <a:lnTo>
                    <a:pt x="104495" y="41833"/>
                  </a:lnTo>
                  <a:lnTo>
                    <a:pt x="104381" y="42532"/>
                  </a:lnTo>
                  <a:lnTo>
                    <a:pt x="104457" y="44056"/>
                  </a:lnTo>
                  <a:lnTo>
                    <a:pt x="104533" y="45580"/>
                  </a:lnTo>
                  <a:lnTo>
                    <a:pt x="104863" y="46812"/>
                  </a:lnTo>
                  <a:lnTo>
                    <a:pt x="105549" y="46774"/>
                  </a:lnTo>
                  <a:lnTo>
                    <a:pt x="105778" y="45516"/>
                  </a:lnTo>
                  <a:lnTo>
                    <a:pt x="105625" y="42443"/>
                  </a:lnTo>
                  <a:lnTo>
                    <a:pt x="105435" y="41770"/>
                  </a:lnTo>
                  <a:lnTo>
                    <a:pt x="106057" y="41910"/>
                  </a:lnTo>
                  <a:lnTo>
                    <a:pt x="107365" y="41821"/>
                  </a:lnTo>
                  <a:lnTo>
                    <a:pt x="108673" y="41744"/>
                  </a:lnTo>
                  <a:lnTo>
                    <a:pt x="109728" y="41351"/>
                  </a:lnTo>
                  <a:lnTo>
                    <a:pt x="109689" y="40551"/>
                  </a:lnTo>
                  <a:lnTo>
                    <a:pt x="108610" y="40284"/>
                  </a:lnTo>
                  <a:lnTo>
                    <a:pt x="105981" y="40449"/>
                  </a:lnTo>
                  <a:lnTo>
                    <a:pt x="105346" y="40690"/>
                  </a:lnTo>
                  <a:lnTo>
                    <a:pt x="105486" y="39966"/>
                  </a:lnTo>
                  <a:lnTo>
                    <a:pt x="105422" y="38430"/>
                  </a:lnTo>
                  <a:lnTo>
                    <a:pt x="105346" y="36906"/>
                  </a:lnTo>
                  <a:lnTo>
                    <a:pt x="105003" y="35687"/>
                  </a:lnTo>
                  <a:lnTo>
                    <a:pt x="104317" y="35725"/>
                  </a:lnTo>
                  <a:lnTo>
                    <a:pt x="104101" y="36982"/>
                  </a:lnTo>
                  <a:lnTo>
                    <a:pt x="104241" y="40043"/>
                  </a:lnTo>
                  <a:lnTo>
                    <a:pt x="104419" y="40728"/>
                  </a:lnTo>
                  <a:lnTo>
                    <a:pt x="103847" y="40589"/>
                  </a:lnTo>
                  <a:lnTo>
                    <a:pt x="102539" y="40665"/>
                  </a:lnTo>
                  <a:lnTo>
                    <a:pt x="101231" y="40754"/>
                  </a:lnTo>
                  <a:lnTo>
                    <a:pt x="100177" y="41135"/>
                  </a:lnTo>
                  <a:lnTo>
                    <a:pt x="100203" y="41922"/>
                  </a:lnTo>
                  <a:lnTo>
                    <a:pt x="86893" y="26390"/>
                  </a:lnTo>
                  <a:lnTo>
                    <a:pt x="87947" y="26644"/>
                  </a:lnTo>
                  <a:lnTo>
                    <a:pt x="90576" y="26466"/>
                  </a:lnTo>
                  <a:lnTo>
                    <a:pt x="91160" y="26263"/>
                  </a:lnTo>
                  <a:lnTo>
                    <a:pt x="91033" y="26962"/>
                  </a:lnTo>
                  <a:lnTo>
                    <a:pt x="91109" y="28486"/>
                  </a:lnTo>
                  <a:lnTo>
                    <a:pt x="91186" y="30022"/>
                  </a:lnTo>
                  <a:lnTo>
                    <a:pt x="91516" y="31242"/>
                  </a:lnTo>
                  <a:lnTo>
                    <a:pt x="92202" y="31203"/>
                  </a:lnTo>
                  <a:lnTo>
                    <a:pt x="92430" y="29946"/>
                  </a:lnTo>
                  <a:lnTo>
                    <a:pt x="92278" y="26873"/>
                  </a:lnTo>
                  <a:lnTo>
                    <a:pt x="92087" y="26187"/>
                  </a:lnTo>
                  <a:lnTo>
                    <a:pt x="92710" y="26339"/>
                  </a:lnTo>
                  <a:lnTo>
                    <a:pt x="94018" y="26250"/>
                  </a:lnTo>
                  <a:lnTo>
                    <a:pt x="95326" y="26174"/>
                  </a:lnTo>
                  <a:lnTo>
                    <a:pt x="96380" y="25781"/>
                  </a:lnTo>
                  <a:lnTo>
                    <a:pt x="96342" y="24980"/>
                  </a:lnTo>
                  <a:lnTo>
                    <a:pt x="95262" y="24714"/>
                  </a:lnTo>
                  <a:lnTo>
                    <a:pt x="92633" y="24879"/>
                  </a:lnTo>
                  <a:lnTo>
                    <a:pt x="92011" y="25120"/>
                  </a:lnTo>
                  <a:lnTo>
                    <a:pt x="92138" y="24396"/>
                  </a:lnTo>
                  <a:lnTo>
                    <a:pt x="92075" y="22872"/>
                  </a:lnTo>
                  <a:lnTo>
                    <a:pt x="91998" y="21336"/>
                  </a:lnTo>
                  <a:lnTo>
                    <a:pt x="91668" y="20116"/>
                  </a:lnTo>
                  <a:lnTo>
                    <a:pt x="91516" y="20129"/>
                  </a:lnTo>
                  <a:lnTo>
                    <a:pt x="104508" y="4965"/>
                  </a:lnTo>
                  <a:lnTo>
                    <a:pt x="104355" y="5918"/>
                  </a:lnTo>
                  <a:lnTo>
                    <a:pt x="104495" y="8991"/>
                  </a:lnTo>
                  <a:lnTo>
                    <a:pt x="104673" y="9677"/>
                  </a:lnTo>
                  <a:lnTo>
                    <a:pt x="104101" y="9525"/>
                  </a:lnTo>
                  <a:lnTo>
                    <a:pt x="102793" y="9601"/>
                  </a:lnTo>
                  <a:lnTo>
                    <a:pt x="101485" y="9690"/>
                  </a:lnTo>
                  <a:lnTo>
                    <a:pt x="100431" y="10083"/>
                  </a:lnTo>
                  <a:lnTo>
                    <a:pt x="100469" y="10883"/>
                  </a:lnTo>
                  <a:lnTo>
                    <a:pt x="101549" y="11150"/>
                  </a:lnTo>
                  <a:lnTo>
                    <a:pt x="104178" y="10972"/>
                  </a:lnTo>
                  <a:lnTo>
                    <a:pt x="104762" y="10769"/>
                  </a:lnTo>
                  <a:lnTo>
                    <a:pt x="104635" y="11468"/>
                  </a:lnTo>
                  <a:lnTo>
                    <a:pt x="104711" y="12992"/>
                  </a:lnTo>
                  <a:lnTo>
                    <a:pt x="104787" y="14528"/>
                  </a:lnTo>
                  <a:lnTo>
                    <a:pt x="105117" y="15748"/>
                  </a:lnTo>
                  <a:lnTo>
                    <a:pt x="105803" y="15709"/>
                  </a:lnTo>
                  <a:lnTo>
                    <a:pt x="106032" y="14452"/>
                  </a:lnTo>
                  <a:lnTo>
                    <a:pt x="105879" y="11379"/>
                  </a:lnTo>
                  <a:lnTo>
                    <a:pt x="105689" y="10706"/>
                  </a:lnTo>
                  <a:lnTo>
                    <a:pt x="106311" y="10845"/>
                  </a:lnTo>
                  <a:lnTo>
                    <a:pt x="107619" y="10756"/>
                  </a:lnTo>
                  <a:lnTo>
                    <a:pt x="108927" y="10680"/>
                  </a:lnTo>
                  <a:lnTo>
                    <a:pt x="109982" y="10287"/>
                  </a:lnTo>
                  <a:lnTo>
                    <a:pt x="109969" y="10160"/>
                  </a:lnTo>
                  <a:lnTo>
                    <a:pt x="114630" y="15570"/>
                  </a:lnTo>
                  <a:lnTo>
                    <a:pt x="114630" y="11201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11722392" y="8089271"/>
              <a:ext cx="118110" cy="148590"/>
            </a:xfrm>
            <a:custGeom>
              <a:avLst/>
              <a:gdLst/>
              <a:ahLst/>
              <a:cxnLst/>
              <a:rect l="l" t="t" r="r" b="b"/>
              <a:pathLst>
                <a:path w="118109" h="148590">
                  <a:moveTo>
                    <a:pt x="9423" y="137985"/>
                  </a:moveTo>
                  <a:lnTo>
                    <a:pt x="9372" y="137172"/>
                  </a:lnTo>
                  <a:lnTo>
                    <a:pt x="8305" y="136918"/>
                  </a:lnTo>
                  <a:lnTo>
                    <a:pt x="5676" y="137083"/>
                  </a:lnTo>
                  <a:lnTo>
                    <a:pt x="5054" y="137312"/>
                  </a:lnTo>
                  <a:lnTo>
                    <a:pt x="5181" y="136588"/>
                  </a:lnTo>
                  <a:lnTo>
                    <a:pt x="5105" y="135064"/>
                  </a:lnTo>
                  <a:lnTo>
                    <a:pt x="5041" y="133540"/>
                  </a:lnTo>
                  <a:lnTo>
                    <a:pt x="4699" y="132308"/>
                  </a:lnTo>
                  <a:lnTo>
                    <a:pt x="4025" y="132346"/>
                  </a:lnTo>
                  <a:lnTo>
                    <a:pt x="3784" y="133604"/>
                  </a:lnTo>
                  <a:lnTo>
                    <a:pt x="3937" y="136677"/>
                  </a:lnTo>
                  <a:lnTo>
                    <a:pt x="4114" y="137363"/>
                  </a:lnTo>
                  <a:lnTo>
                    <a:pt x="3543" y="137210"/>
                  </a:lnTo>
                  <a:lnTo>
                    <a:pt x="927" y="137375"/>
                  </a:lnTo>
                  <a:lnTo>
                    <a:pt x="0" y="137718"/>
                  </a:lnTo>
                  <a:lnTo>
                    <a:pt x="0" y="138595"/>
                  </a:lnTo>
                  <a:lnTo>
                    <a:pt x="990" y="138836"/>
                  </a:lnTo>
                  <a:lnTo>
                    <a:pt x="3619" y="138671"/>
                  </a:lnTo>
                  <a:lnTo>
                    <a:pt x="4191" y="138455"/>
                  </a:lnTo>
                  <a:lnTo>
                    <a:pt x="4076" y="139153"/>
                  </a:lnTo>
                  <a:lnTo>
                    <a:pt x="4152" y="140690"/>
                  </a:lnTo>
                  <a:lnTo>
                    <a:pt x="4216" y="142214"/>
                  </a:lnTo>
                  <a:lnTo>
                    <a:pt x="4559" y="143446"/>
                  </a:lnTo>
                  <a:lnTo>
                    <a:pt x="5232" y="143395"/>
                  </a:lnTo>
                  <a:lnTo>
                    <a:pt x="5473" y="142138"/>
                  </a:lnTo>
                  <a:lnTo>
                    <a:pt x="5321" y="139077"/>
                  </a:lnTo>
                  <a:lnTo>
                    <a:pt x="5130" y="138391"/>
                  </a:lnTo>
                  <a:lnTo>
                    <a:pt x="5740" y="138531"/>
                  </a:lnTo>
                  <a:lnTo>
                    <a:pt x="7048" y="138455"/>
                  </a:lnTo>
                  <a:lnTo>
                    <a:pt x="8356" y="138366"/>
                  </a:lnTo>
                  <a:lnTo>
                    <a:pt x="9423" y="137985"/>
                  </a:lnTo>
                  <a:close/>
                </a:path>
                <a:path w="118109" h="148590">
                  <a:moveTo>
                    <a:pt x="26962" y="122580"/>
                  </a:moveTo>
                  <a:lnTo>
                    <a:pt x="23215" y="118224"/>
                  </a:lnTo>
                  <a:lnTo>
                    <a:pt x="23215" y="122580"/>
                  </a:lnTo>
                  <a:lnTo>
                    <a:pt x="19075" y="127406"/>
                  </a:lnTo>
                  <a:lnTo>
                    <a:pt x="19189" y="126796"/>
                  </a:lnTo>
                  <a:lnTo>
                    <a:pt x="19050" y="123723"/>
                  </a:lnTo>
                  <a:lnTo>
                    <a:pt x="18846" y="123050"/>
                  </a:lnTo>
                  <a:lnTo>
                    <a:pt x="19469" y="123190"/>
                  </a:lnTo>
                  <a:lnTo>
                    <a:pt x="20777" y="123101"/>
                  </a:lnTo>
                  <a:lnTo>
                    <a:pt x="22085" y="123024"/>
                  </a:lnTo>
                  <a:lnTo>
                    <a:pt x="23152" y="122631"/>
                  </a:lnTo>
                  <a:lnTo>
                    <a:pt x="23139" y="122504"/>
                  </a:lnTo>
                  <a:lnTo>
                    <a:pt x="23215" y="118224"/>
                  </a:lnTo>
                  <a:lnTo>
                    <a:pt x="22415" y="117284"/>
                  </a:lnTo>
                  <a:lnTo>
                    <a:pt x="22415" y="121666"/>
                  </a:lnTo>
                  <a:lnTo>
                    <a:pt x="22021" y="121564"/>
                  </a:lnTo>
                  <a:lnTo>
                    <a:pt x="19392" y="121729"/>
                  </a:lnTo>
                  <a:lnTo>
                    <a:pt x="18783" y="121970"/>
                  </a:lnTo>
                  <a:lnTo>
                    <a:pt x="18910" y="121246"/>
                  </a:lnTo>
                  <a:lnTo>
                    <a:pt x="18834" y="119722"/>
                  </a:lnTo>
                  <a:lnTo>
                    <a:pt x="18757" y="118186"/>
                  </a:lnTo>
                  <a:lnTo>
                    <a:pt x="18427" y="117017"/>
                  </a:lnTo>
                  <a:lnTo>
                    <a:pt x="22415" y="121666"/>
                  </a:lnTo>
                  <a:lnTo>
                    <a:pt x="22415" y="117284"/>
                  </a:lnTo>
                  <a:lnTo>
                    <a:pt x="8940" y="101574"/>
                  </a:lnTo>
                  <a:lnTo>
                    <a:pt x="8940" y="105956"/>
                  </a:lnTo>
                  <a:lnTo>
                    <a:pt x="8559" y="105854"/>
                  </a:lnTo>
                  <a:lnTo>
                    <a:pt x="5930" y="106019"/>
                  </a:lnTo>
                  <a:lnTo>
                    <a:pt x="5295" y="106260"/>
                  </a:lnTo>
                  <a:lnTo>
                    <a:pt x="5435" y="105537"/>
                  </a:lnTo>
                  <a:lnTo>
                    <a:pt x="5359" y="104000"/>
                  </a:lnTo>
                  <a:lnTo>
                    <a:pt x="5295" y="102476"/>
                  </a:lnTo>
                  <a:lnTo>
                    <a:pt x="4965" y="101307"/>
                  </a:lnTo>
                  <a:lnTo>
                    <a:pt x="8940" y="105956"/>
                  </a:lnTo>
                  <a:lnTo>
                    <a:pt x="8940" y="101574"/>
                  </a:lnTo>
                  <a:lnTo>
                    <a:pt x="8458" y="101003"/>
                  </a:lnTo>
                  <a:lnTo>
                    <a:pt x="4914" y="96875"/>
                  </a:lnTo>
                  <a:lnTo>
                    <a:pt x="4914" y="101257"/>
                  </a:lnTo>
                  <a:lnTo>
                    <a:pt x="4470" y="101282"/>
                  </a:lnTo>
                  <a:lnTo>
                    <a:pt x="4711" y="101003"/>
                  </a:lnTo>
                  <a:lnTo>
                    <a:pt x="4914" y="101257"/>
                  </a:lnTo>
                  <a:lnTo>
                    <a:pt x="4914" y="96875"/>
                  </a:lnTo>
                  <a:lnTo>
                    <a:pt x="4711" y="96634"/>
                  </a:lnTo>
                  <a:lnTo>
                    <a:pt x="12" y="102120"/>
                  </a:lnTo>
                  <a:lnTo>
                    <a:pt x="12" y="106489"/>
                  </a:lnTo>
                  <a:lnTo>
                    <a:pt x="4216" y="101587"/>
                  </a:lnTo>
                  <a:lnTo>
                    <a:pt x="4051" y="102552"/>
                  </a:lnTo>
                  <a:lnTo>
                    <a:pt x="4191" y="105613"/>
                  </a:lnTo>
                  <a:lnTo>
                    <a:pt x="4368" y="106299"/>
                  </a:lnTo>
                  <a:lnTo>
                    <a:pt x="3797" y="106146"/>
                  </a:lnTo>
                  <a:lnTo>
                    <a:pt x="2489" y="106235"/>
                  </a:lnTo>
                  <a:lnTo>
                    <a:pt x="1181" y="106324"/>
                  </a:lnTo>
                  <a:lnTo>
                    <a:pt x="127" y="106705"/>
                  </a:lnTo>
                  <a:lnTo>
                    <a:pt x="165" y="107518"/>
                  </a:lnTo>
                  <a:lnTo>
                    <a:pt x="1244" y="107772"/>
                  </a:lnTo>
                  <a:lnTo>
                    <a:pt x="3873" y="107607"/>
                  </a:lnTo>
                  <a:lnTo>
                    <a:pt x="4445" y="107403"/>
                  </a:lnTo>
                  <a:lnTo>
                    <a:pt x="4330" y="108102"/>
                  </a:lnTo>
                  <a:lnTo>
                    <a:pt x="4406" y="109626"/>
                  </a:lnTo>
                  <a:lnTo>
                    <a:pt x="4470" y="111150"/>
                  </a:lnTo>
                  <a:lnTo>
                    <a:pt x="4813" y="112382"/>
                  </a:lnTo>
                  <a:lnTo>
                    <a:pt x="5499" y="112331"/>
                  </a:lnTo>
                  <a:lnTo>
                    <a:pt x="5727" y="111086"/>
                  </a:lnTo>
                  <a:lnTo>
                    <a:pt x="5575" y="108013"/>
                  </a:lnTo>
                  <a:lnTo>
                    <a:pt x="5384" y="107340"/>
                  </a:lnTo>
                  <a:lnTo>
                    <a:pt x="5994" y="107480"/>
                  </a:lnTo>
                  <a:lnTo>
                    <a:pt x="7302" y="107391"/>
                  </a:lnTo>
                  <a:lnTo>
                    <a:pt x="8623" y="107302"/>
                  </a:lnTo>
                  <a:lnTo>
                    <a:pt x="9677" y="106921"/>
                  </a:lnTo>
                  <a:lnTo>
                    <a:pt x="9664" y="106794"/>
                  </a:lnTo>
                  <a:lnTo>
                    <a:pt x="18402" y="116979"/>
                  </a:lnTo>
                  <a:lnTo>
                    <a:pt x="17741" y="117005"/>
                  </a:lnTo>
                  <a:lnTo>
                    <a:pt x="17513" y="118262"/>
                  </a:lnTo>
                  <a:lnTo>
                    <a:pt x="17665" y="121335"/>
                  </a:lnTo>
                  <a:lnTo>
                    <a:pt x="17843" y="122008"/>
                  </a:lnTo>
                  <a:lnTo>
                    <a:pt x="17272" y="121869"/>
                  </a:lnTo>
                  <a:lnTo>
                    <a:pt x="15963" y="121945"/>
                  </a:lnTo>
                  <a:lnTo>
                    <a:pt x="14655" y="122034"/>
                  </a:lnTo>
                  <a:lnTo>
                    <a:pt x="13589" y="122415"/>
                  </a:lnTo>
                  <a:lnTo>
                    <a:pt x="13639" y="123228"/>
                  </a:lnTo>
                  <a:lnTo>
                    <a:pt x="14706" y="123494"/>
                  </a:lnTo>
                  <a:lnTo>
                    <a:pt x="17335" y="123317"/>
                  </a:lnTo>
                  <a:lnTo>
                    <a:pt x="17919" y="123113"/>
                  </a:lnTo>
                  <a:lnTo>
                    <a:pt x="17805" y="123812"/>
                  </a:lnTo>
                  <a:lnTo>
                    <a:pt x="17868" y="125336"/>
                  </a:lnTo>
                  <a:lnTo>
                    <a:pt x="17945" y="126873"/>
                  </a:lnTo>
                  <a:lnTo>
                    <a:pt x="18288" y="128092"/>
                  </a:lnTo>
                  <a:lnTo>
                    <a:pt x="18491" y="128092"/>
                  </a:lnTo>
                  <a:lnTo>
                    <a:pt x="4711" y="144157"/>
                  </a:lnTo>
                  <a:lnTo>
                    <a:pt x="0" y="138658"/>
                  </a:lnTo>
                  <a:lnTo>
                    <a:pt x="0" y="143027"/>
                  </a:lnTo>
                  <a:lnTo>
                    <a:pt x="4711" y="148526"/>
                  </a:lnTo>
                  <a:lnTo>
                    <a:pt x="8458" y="144157"/>
                  </a:lnTo>
                  <a:lnTo>
                    <a:pt x="26962" y="122580"/>
                  </a:lnTo>
                  <a:close/>
                </a:path>
                <a:path w="118109" h="148590">
                  <a:moveTo>
                    <a:pt x="47574" y="25946"/>
                  </a:moveTo>
                  <a:lnTo>
                    <a:pt x="43827" y="21590"/>
                  </a:lnTo>
                  <a:lnTo>
                    <a:pt x="43827" y="25946"/>
                  </a:lnTo>
                  <a:lnTo>
                    <a:pt x="39687" y="30784"/>
                  </a:lnTo>
                  <a:lnTo>
                    <a:pt x="39801" y="30162"/>
                  </a:lnTo>
                  <a:lnTo>
                    <a:pt x="39649" y="27101"/>
                  </a:lnTo>
                  <a:lnTo>
                    <a:pt x="39458" y="26428"/>
                  </a:lnTo>
                  <a:lnTo>
                    <a:pt x="40081" y="26568"/>
                  </a:lnTo>
                  <a:lnTo>
                    <a:pt x="41389" y="26479"/>
                  </a:lnTo>
                  <a:lnTo>
                    <a:pt x="42697" y="26390"/>
                  </a:lnTo>
                  <a:lnTo>
                    <a:pt x="43751" y="26009"/>
                  </a:lnTo>
                  <a:lnTo>
                    <a:pt x="43738" y="25857"/>
                  </a:lnTo>
                  <a:lnTo>
                    <a:pt x="43827" y="21590"/>
                  </a:lnTo>
                  <a:lnTo>
                    <a:pt x="43040" y="20662"/>
                  </a:lnTo>
                  <a:lnTo>
                    <a:pt x="43040" y="25044"/>
                  </a:lnTo>
                  <a:lnTo>
                    <a:pt x="42633" y="24942"/>
                  </a:lnTo>
                  <a:lnTo>
                    <a:pt x="40005" y="25107"/>
                  </a:lnTo>
                  <a:lnTo>
                    <a:pt x="39382" y="25336"/>
                  </a:lnTo>
                  <a:lnTo>
                    <a:pt x="39509" y="24612"/>
                  </a:lnTo>
                  <a:lnTo>
                    <a:pt x="39446" y="23088"/>
                  </a:lnTo>
                  <a:lnTo>
                    <a:pt x="39370" y="21564"/>
                  </a:lnTo>
                  <a:lnTo>
                    <a:pt x="39103" y="20637"/>
                  </a:lnTo>
                  <a:lnTo>
                    <a:pt x="39103" y="31457"/>
                  </a:lnTo>
                  <a:lnTo>
                    <a:pt x="25323" y="47536"/>
                  </a:lnTo>
                  <a:lnTo>
                    <a:pt x="20535" y="41960"/>
                  </a:lnTo>
                  <a:lnTo>
                    <a:pt x="21590" y="42214"/>
                  </a:lnTo>
                  <a:lnTo>
                    <a:pt x="24218" y="42037"/>
                  </a:lnTo>
                  <a:lnTo>
                    <a:pt x="24803" y="41833"/>
                  </a:lnTo>
                  <a:lnTo>
                    <a:pt x="24676" y="42532"/>
                  </a:lnTo>
                  <a:lnTo>
                    <a:pt x="24752" y="44056"/>
                  </a:lnTo>
                  <a:lnTo>
                    <a:pt x="24828" y="45593"/>
                  </a:lnTo>
                  <a:lnTo>
                    <a:pt x="25158" y="46812"/>
                  </a:lnTo>
                  <a:lnTo>
                    <a:pt x="25857" y="46774"/>
                  </a:lnTo>
                  <a:lnTo>
                    <a:pt x="26073" y="45516"/>
                  </a:lnTo>
                  <a:lnTo>
                    <a:pt x="25920" y="42443"/>
                  </a:lnTo>
                  <a:lnTo>
                    <a:pt x="25730" y="41757"/>
                  </a:lnTo>
                  <a:lnTo>
                    <a:pt x="26352" y="41910"/>
                  </a:lnTo>
                  <a:lnTo>
                    <a:pt x="27660" y="41821"/>
                  </a:lnTo>
                  <a:lnTo>
                    <a:pt x="28968" y="41744"/>
                  </a:lnTo>
                  <a:lnTo>
                    <a:pt x="30022" y="41351"/>
                  </a:lnTo>
                  <a:lnTo>
                    <a:pt x="29984" y="40551"/>
                  </a:lnTo>
                  <a:lnTo>
                    <a:pt x="28905" y="40284"/>
                  </a:lnTo>
                  <a:lnTo>
                    <a:pt x="26276" y="40449"/>
                  </a:lnTo>
                  <a:lnTo>
                    <a:pt x="25654" y="40690"/>
                  </a:lnTo>
                  <a:lnTo>
                    <a:pt x="25781" y="39966"/>
                  </a:lnTo>
                  <a:lnTo>
                    <a:pt x="25717" y="38442"/>
                  </a:lnTo>
                  <a:lnTo>
                    <a:pt x="25641" y="36906"/>
                  </a:lnTo>
                  <a:lnTo>
                    <a:pt x="25311" y="35687"/>
                  </a:lnTo>
                  <a:lnTo>
                    <a:pt x="24625" y="35725"/>
                  </a:lnTo>
                  <a:lnTo>
                    <a:pt x="24396" y="36982"/>
                  </a:lnTo>
                  <a:lnTo>
                    <a:pt x="24536" y="40055"/>
                  </a:lnTo>
                  <a:lnTo>
                    <a:pt x="24714" y="40728"/>
                  </a:lnTo>
                  <a:lnTo>
                    <a:pt x="24142" y="40589"/>
                  </a:lnTo>
                  <a:lnTo>
                    <a:pt x="22834" y="40665"/>
                  </a:lnTo>
                  <a:lnTo>
                    <a:pt x="21526" y="40754"/>
                  </a:lnTo>
                  <a:lnTo>
                    <a:pt x="20472" y="41148"/>
                  </a:lnTo>
                  <a:lnTo>
                    <a:pt x="20497" y="41922"/>
                  </a:lnTo>
                  <a:lnTo>
                    <a:pt x="7188" y="26390"/>
                  </a:lnTo>
                  <a:lnTo>
                    <a:pt x="8242" y="26644"/>
                  </a:lnTo>
                  <a:lnTo>
                    <a:pt x="10871" y="26479"/>
                  </a:lnTo>
                  <a:lnTo>
                    <a:pt x="11455" y="26263"/>
                  </a:lnTo>
                  <a:lnTo>
                    <a:pt x="11328" y="26962"/>
                  </a:lnTo>
                  <a:lnTo>
                    <a:pt x="11404" y="28486"/>
                  </a:lnTo>
                  <a:lnTo>
                    <a:pt x="11480" y="30022"/>
                  </a:lnTo>
                  <a:lnTo>
                    <a:pt x="11811" y="31242"/>
                  </a:lnTo>
                  <a:lnTo>
                    <a:pt x="12509" y="31203"/>
                  </a:lnTo>
                  <a:lnTo>
                    <a:pt x="12725" y="29946"/>
                  </a:lnTo>
                  <a:lnTo>
                    <a:pt x="12573" y="26873"/>
                  </a:lnTo>
                  <a:lnTo>
                    <a:pt x="12382" y="26200"/>
                  </a:lnTo>
                  <a:lnTo>
                    <a:pt x="13004" y="26339"/>
                  </a:lnTo>
                  <a:lnTo>
                    <a:pt x="14312" y="26263"/>
                  </a:lnTo>
                  <a:lnTo>
                    <a:pt x="15621" y="26174"/>
                  </a:lnTo>
                  <a:lnTo>
                    <a:pt x="16675" y="25781"/>
                  </a:lnTo>
                  <a:lnTo>
                    <a:pt x="16637" y="24980"/>
                  </a:lnTo>
                  <a:lnTo>
                    <a:pt x="15557" y="24714"/>
                  </a:lnTo>
                  <a:lnTo>
                    <a:pt x="12928" y="24892"/>
                  </a:lnTo>
                  <a:lnTo>
                    <a:pt x="12306" y="25120"/>
                  </a:lnTo>
                  <a:lnTo>
                    <a:pt x="12446" y="24396"/>
                  </a:lnTo>
                  <a:lnTo>
                    <a:pt x="12369" y="22872"/>
                  </a:lnTo>
                  <a:lnTo>
                    <a:pt x="12293" y="21336"/>
                  </a:lnTo>
                  <a:lnTo>
                    <a:pt x="11963" y="20116"/>
                  </a:lnTo>
                  <a:lnTo>
                    <a:pt x="11811" y="20129"/>
                  </a:lnTo>
                  <a:lnTo>
                    <a:pt x="24803" y="4965"/>
                  </a:lnTo>
                  <a:lnTo>
                    <a:pt x="24650" y="5918"/>
                  </a:lnTo>
                  <a:lnTo>
                    <a:pt x="24803" y="8991"/>
                  </a:lnTo>
                  <a:lnTo>
                    <a:pt x="24980" y="9677"/>
                  </a:lnTo>
                  <a:lnTo>
                    <a:pt x="24396" y="9525"/>
                  </a:lnTo>
                  <a:lnTo>
                    <a:pt x="23088" y="9613"/>
                  </a:lnTo>
                  <a:lnTo>
                    <a:pt x="21780" y="9690"/>
                  </a:lnTo>
                  <a:lnTo>
                    <a:pt x="20726" y="10083"/>
                  </a:lnTo>
                  <a:lnTo>
                    <a:pt x="20764" y="10883"/>
                  </a:lnTo>
                  <a:lnTo>
                    <a:pt x="21844" y="11150"/>
                  </a:lnTo>
                  <a:lnTo>
                    <a:pt x="24472" y="10985"/>
                  </a:lnTo>
                  <a:lnTo>
                    <a:pt x="25057" y="10769"/>
                  </a:lnTo>
                  <a:lnTo>
                    <a:pt x="24930" y="11468"/>
                  </a:lnTo>
                  <a:lnTo>
                    <a:pt x="25006" y="13004"/>
                  </a:lnTo>
                  <a:lnTo>
                    <a:pt x="25082" y="14528"/>
                  </a:lnTo>
                  <a:lnTo>
                    <a:pt x="25412" y="15748"/>
                  </a:lnTo>
                  <a:lnTo>
                    <a:pt x="26111" y="15709"/>
                  </a:lnTo>
                  <a:lnTo>
                    <a:pt x="26327" y="14452"/>
                  </a:lnTo>
                  <a:lnTo>
                    <a:pt x="26174" y="11391"/>
                  </a:lnTo>
                  <a:lnTo>
                    <a:pt x="25984" y="10706"/>
                  </a:lnTo>
                  <a:lnTo>
                    <a:pt x="26606" y="10845"/>
                  </a:lnTo>
                  <a:lnTo>
                    <a:pt x="27914" y="10769"/>
                  </a:lnTo>
                  <a:lnTo>
                    <a:pt x="29222" y="10680"/>
                  </a:lnTo>
                  <a:lnTo>
                    <a:pt x="30276" y="10299"/>
                  </a:lnTo>
                  <a:lnTo>
                    <a:pt x="30264" y="10160"/>
                  </a:lnTo>
                  <a:lnTo>
                    <a:pt x="39014" y="20345"/>
                  </a:lnTo>
                  <a:lnTo>
                    <a:pt x="38341" y="20383"/>
                  </a:lnTo>
                  <a:lnTo>
                    <a:pt x="38125" y="21640"/>
                  </a:lnTo>
                  <a:lnTo>
                    <a:pt x="38265" y="24701"/>
                  </a:lnTo>
                  <a:lnTo>
                    <a:pt x="38442" y="25387"/>
                  </a:lnTo>
                  <a:lnTo>
                    <a:pt x="37871" y="25234"/>
                  </a:lnTo>
                  <a:lnTo>
                    <a:pt x="36563" y="25323"/>
                  </a:lnTo>
                  <a:lnTo>
                    <a:pt x="35255" y="25412"/>
                  </a:lnTo>
                  <a:lnTo>
                    <a:pt x="34201" y="25793"/>
                  </a:lnTo>
                  <a:lnTo>
                    <a:pt x="34239" y="26606"/>
                  </a:lnTo>
                  <a:lnTo>
                    <a:pt x="35318" y="26860"/>
                  </a:lnTo>
                  <a:lnTo>
                    <a:pt x="37947" y="26695"/>
                  </a:lnTo>
                  <a:lnTo>
                    <a:pt x="38531" y="26479"/>
                  </a:lnTo>
                  <a:lnTo>
                    <a:pt x="38404" y="27178"/>
                  </a:lnTo>
                  <a:lnTo>
                    <a:pt x="38481" y="28714"/>
                  </a:lnTo>
                  <a:lnTo>
                    <a:pt x="38557" y="30238"/>
                  </a:lnTo>
                  <a:lnTo>
                    <a:pt x="38887" y="31470"/>
                  </a:lnTo>
                  <a:lnTo>
                    <a:pt x="39103" y="31457"/>
                  </a:lnTo>
                  <a:lnTo>
                    <a:pt x="39103" y="20637"/>
                  </a:lnTo>
                  <a:lnTo>
                    <a:pt x="39027" y="20358"/>
                  </a:lnTo>
                  <a:lnTo>
                    <a:pt x="43040" y="25044"/>
                  </a:lnTo>
                  <a:lnTo>
                    <a:pt x="43040" y="20662"/>
                  </a:lnTo>
                  <a:lnTo>
                    <a:pt x="29540" y="4940"/>
                  </a:lnTo>
                  <a:lnTo>
                    <a:pt x="29540" y="9321"/>
                  </a:lnTo>
                  <a:lnTo>
                    <a:pt x="29159" y="9220"/>
                  </a:lnTo>
                  <a:lnTo>
                    <a:pt x="26530" y="9398"/>
                  </a:lnTo>
                  <a:lnTo>
                    <a:pt x="25908" y="9626"/>
                  </a:lnTo>
                  <a:lnTo>
                    <a:pt x="26047" y="8902"/>
                  </a:lnTo>
                  <a:lnTo>
                    <a:pt x="25971" y="7378"/>
                  </a:lnTo>
                  <a:lnTo>
                    <a:pt x="25895" y="5854"/>
                  </a:lnTo>
                  <a:lnTo>
                    <a:pt x="25565" y="4673"/>
                  </a:lnTo>
                  <a:lnTo>
                    <a:pt x="29540" y="9321"/>
                  </a:lnTo>
                  <a:lnTo>
                    <a:pt x="29540" y="4940"/>
                  </a:lnTo>
                  <a:lnTo>
                    <a:pt x="29057" y="4368"/>
                  </a:lnTo>
                  <a:lnTo>
                    <a:pt x="25539" y="254"/>
                  </a:lnTo>
                  <a:lnTo>
                    <a:pt x="25539" y="4635"/>
                  </a:lnTo>
                  <a:lnTo>
                    <a:pt x="25082" y="4660"/>
                  </a:lnTo>
                  <a:lnTo>
                    <a:pt x="25323" y="4368"/>
                  </a:lnTo>
                  <a:lnTo>
                    <a:pt x="25539" y="4635"/>
                  </a:lnTo>
                  <a:lnTo>
                    <a:pt x="25539" y="254"/>
                  </a:lnTo>
                  <a:lnTo>
                    <a:pt x="25323" y="0"/>
                  </a:lnTo>
                  <a:lnTo>
                    <a:pt x="11379" y="16268"/>
                  </a:lnTo>
                  <a:lnTo>
                    <a:pt x="11379" y="25171"/>
                  </a:lnTo>
                  <a:lnTo>
                    <a:pt x="10795" y="25019"/>
                  </a:lnTo>
                  <a:lnTo>
                    <a:pt x="9486" y="25107"/>
                  </a:lnTo>
                  <a:lnTo>
                    <a:pt x="8178" y="25184"/>
                  </a:lnTo>
                  <a:lnTo>
                    <a:pt x="7150" y="25577"/>
                  </a:lnTo>
                  <a:lnTo>
                    <a:pt x="7150" y="26352"/>
                  </a:lnTo>
                  <a:lnTo>
                    <a:pt x="6819" y="25946"/>
                  </a:lnTo>
                  <a:lnTo>
                    <a:pt x="7124" y="25590"/>
                  </a:lnTo>
                  <a:lnTo>
                    <a:pt x="7150" y="26352"/>
                  </a:lnTo>
                  <a:lnTo>
                    <a:pt x="7150" y="25577"/>
                  </a:lnTo>
                  <a:lnTo>
                    <a:pt x="11125" y="20916"/>
                  </a:lnTo>
                  <a:lnTo>
                    <a:pt x="11049" y="21412"/>
                  </a:lnTo>
                  <a:lnTo>
                    <a:pt x="11201" y="24485"/>
                  </a:lnTo>
                  <a:lnTo>
                    <a:pt x="11379" y="25171"/>
                  </a:lnTo>
                  <a:lnTo>
                    <a:pt x="11379" y="16268"/>
                  </a:lnTo>
                  <a:lnTo>
                    <a:pt x="3073" y="25946"/>
                  </a:lnTo>
                  <a:lnTo>
                    <a:pt x="25323" y="51892"/>
                  </a:lnTo>
                  <a:lnTo>
                    <a:pt x="29057" y="47536"/>
                  </a:lnTo>
                  <a:lnTo>
                    <a:pt x="47574" y="25946"/>
                  </a:lnTo>
                  <a:close/>
                </a:path>
                <a:path w="118109" h="148590">
                  <a:moveTo>
                    <a:pt x="67716" y="57556"/>
                  </a:moveTo>
                  <a:lnTo>
                    <a:pt x="63969" y="53200"/>
                  </a:lnTo>
                  <a:lnTo>
                    <a:pt x="63969" y="57556"/>
                  </a:lnTo>
                  <a:lnTo>
                    <a:pt x="45466" y="79133"/>
                  </a:lnTo>
                  <a:lnTo>
                    <a:pt x="26962" y="57556"/>
                  </a:lnTo>
                  <a:lnTo>
                    <a:pt x="45466" y="35979"/>
                  </a:lnTo>
                  <a:lnTo>
                    <a:pt x="63969" y="57556"/>
                  </a:lnTo>
                  <a:lnTo>
                    <a:pt x="63969" y="53200"/>
                  </a:lnTo>
                  <a:lnTo>
                    <a:pt x="49212" y="35979"/>
                  </a:lnTo>
                  <a:lnTo>
                    <a:pt x="45466" y="31610"/>
                  </a:lnTo>
                  <a:lnTo>
                    <a:pt x="23215" y="57556"/>
                  </a:lnTo>
                  <a:lnTo>
                    <a:pt x="45466" y="83502"/>
                  </a:lnTo>
                  <a:lnTo>
                    <a:pt x="49212" y="79133"/>
                  </a:lnTo>
                  <a:lnTo>
                    <a:pt x="67716" y="57556"/>
                  </a:lnTo>
                  <a:close/>
                </a:path>
                <a:path w="118109" h="148590">
                  <a:moveTo>
                    <a:pt x="92087" y="137985"/>
                  </a:moveTo>
                  <a:lnTo>
                    <a:pt x="92075" y="137579"/>
                  </a:lnTo>
                  <a:lnTo>
                    <a:pt x="92062" y="137172"/>
                  </a:lnTo>
                  <a:lnTo>
                    <a:pt x="90982" y="136918"/>
                  </a:lnTo>
                  <a:lnTo>
                    <a:pt x="88353" y="137083"/>
                  </a:lnTo>
                  <a:lnTo>
                    <a:pt x="87299" y="137464"/>
                  </a:lnTo>
                  <a:lnTo>
                    <a:pt x="87325" y="137871"/>
                  </a:lnTo>
                  <a:lnTo>
                    <a:pt x="87337" y="138277"/>
                  </a:lnTo>
                  <a:lnTo>
                    <a:pt x="88417" y="138531"/>
                  </a:lnTo>
                  <a:lnTo>
                    <a:pt x="89738" y="138455"/>
                  </a:lnTo>
                  <a:lnTo>
                    <a:pt x="91046" y="138366"/>
                  </a:lnTo>
                  <a:lnTo>
                    <a:pt x="92087" y="137985"/>
                  </a:lnTo>
                  <a:close/>
                </a:path>
                <a:path w="118109" h="148590">
                  <a:moveTo>
                    <a:pt x="92354" y="106921"/>
                  </a:moveTo>
                  <a:lnTo>
                    <a:pt x="92316" y="106108"/>
                  </a:lnTo>
                  <a:lnTo>
                    <a:pt x="91236" y="105854"/>
                  </a:lnTo>
                  <a:lnTo>
                    <a:pt x="88607" y="106019"/>
                  </a:lnTo>
                  <a:lnTo>
                    <a:pt x="87985" y="106260"/>
                  </a:lnTo>
                  <a:lnTo>
                    <a:pt x="88112" y="105537"/>
                  </a:lnTo>
                  <a:lnTo>
                    <a:pt x="88036" y="104000"/>
                  </a:lnTo>
                  <a:lnTo>
                    <a:pt x="87972" y="102476"/>
                  </a:lnTo>
                  <a:lnTo>
                    <a:pt x="87630" y="101244"/>
                  </a:lnTo>
                  <a:lnTo>
                    <a:pt x="86944" y="101295"/>
                  </a:lnTo>
                  <a:lnTo>
                    <a:pt x="86728" y="102552"/>
                  </a:lnTo>
                  <a:lnTo>
                    <a:pt x="86868" y="105613"/>
                  </a:lnTo>
                  <a:lnTo>
                    <a:pt x="87045" y="106299"/>
                  </a:lnTo>
                  <a:lnTo>
                    <a:pt x="86474" y="106146"/>
                  </a:lnTo>
                  <a:lnTo>
                    <a:pt x="85166" y="106235"/>
                  </a:lnTo>
                  <a:lnTo>
                    <a:pt x="83858" y="106324"/>
                  </a:lnTo>
                  <a:lnTo>
                    <a:pt x="82804" y="106705"/>
                  </a:lnTo>
                  <a:lnTo>
                    <a:pt x="82842" y="107518"/>
                  </a:lnTo>
                  <a:lnTo>
                    <a:pt x="83921" y="107772"/>
                  </a:lnTo>
                  <a:lnTo>
                    <a:pt x="86550" y="107607"/>
                  </a:lnTo>
                  <a:lnTo>
                    <a:pt x="87134" y="107403"/>
                  </a:lnTo>
                  <a:lnTo>
                    <a:pt x="87007" y="108102"/>
                  </a:lnTo>
                  <a:lnTo>
                    <a:pt x="87083" y="109626"/>
                  </a:lnTo>
                  <a:lnTo>
                    <a:pt x="87147" y="111150"/>
                  </a:lnTo>
                  <a:lnTo>
                    <a:pt x="87490" y="112382"/>
                  </a:lnTo>
                  <a:lnTo>
                    <a:pt x="88176" y="112331"/>
                  </a:lnTo>
                  <a:lnTo>
                    <a:pt x="88404" y="111086"/>
                  </a:lnTo>
                  <a:lnTo>
                    <a:pt x="88252" y="108013"/>
                  </a:lnTo>
                  <a:lnTo>
                    <a:pt x="88061" y="107340"/>
                  </a:lnTo>
                  <a:lnTo>
                    <a:pt x="88671" y="107480"/>
                  </a:lnTo>
                  <a:lnTo>
                    <a:pt x="89992" y="107391"/>
                  </a:lnTo>
                  <a:lnTo>
                    <a:pt x="91300" y="107302"/>
                  </a:lnTo>
                  <a:lnTo>
                    <a:pt x="92354" y="106921"/>
                  </a:lnTo>
                  <a:close/>
                </a:path>
                <a:path w="118109" h="148590">
                  <a:moveTo>
                    <a:pt x="105829" y="122631"/>
                  </a:moveTo>
                  <a:lnTo>
                    <a:pt x="105778" y="121831"/>
                  </a:lnTo>
                  <a:lnTo>
                    <a:pt x="104698" y="121564"/>
                  </a:lnTo>
                  <a:lnTo>
                    <a:pt x="102069" y="121729"/>
                  </a:lnTo>
                  <a:lnTo>
                    <a:pt x="101460" y="121970"/>
                  </a:lnTo>
                  <a:lnTo>
                    <a:pt x="101587" y="121246"/>
                  </a:lnTo>
                  <a:lnTo>
                    <a:pt x="101511" y="119722"/>
                  </a:lnTo>
                  <a:lnTo>
                    <a:pt x="101434" y="118186"/>
                  </a:lnTo>
                  <a:lnTo>
                    <a:pt x="101104" y="116967"/>
                  </a:lnTo>
                  <a:lnTo>
                    <a:pt x="100418" y="117005"/>
                  </a:lnTo>
                  <a:lnTo>
                    <a:pt x="100190" y="118262"/>
                  </a:lnTo>
                  <a:lnTo>
                    <a:pt x="100342" y="121335"/>
                  </a:lnTo>
                  <a:lnTo>
                    <a:pt x="100520" y="122008"/>
                  </a:lnTo>
                  <a:lnTo>
                    <a:pt x="99949" y="121869"/>
                  </a:lnTo>
                  <a:lnTo>
                    <a:pt x="98640" y="121945"/>
                  </a:lnTo>
                  <a:lnTo>
                    <a:pt x="97332" y="122034"/>
                  </a:lnTo>
                  <a:lnTo>
                    <a:pt x="96266" y="122415"/>
                  </a:lnTo>
                  <a:lnTo>
                    <a:pt x="96316" y="123228"/>
                  </a:lnTo>
                  <a:lnTo>
                    <a:pt x="97383" y="123494"/>
                  </a:lnTo>
                  <a:lnTo>
                    <a:pt x="100012" y="123317"/>
                  </a:lnTo>
                  <a:lnTo>
                    <a:pt x="100596" y="123113"/>
                  </a:lnTo>
                  <a:lnTo>
                    <a:pt x="100482" y="123812"/>
                  </a:lnTo>
                  <a:lnTo>
                    <a:pt x="100545" y="125336"/>
                  </a:lnTo>
                  <a:lnTo>
                    <a:pt x="100622" y="126873"/>
                  </a:lnTo>
                  <a:lnTo>
                    <a:pt x="100965" y="128092"/>
                  </a:lnTo>
                  <a:lnTo>
                    <a:pt x="101638" y="128054"/>
                  </a:lnTo>
                  <a:lnTo>
                    <a:pt x="101866" y="126796"/>
                  </a:lnTo>
                  <a:lnTo>
                    <a:pt x="101727" y="123723"/>
                  </a:lnTo>
                  <a:lnTo>
                    <a:pt x="101523" y="123050"/>
                  </a:lnTo>
                  <a:lnTo>
                    <a:pt x="102146" y="123190"/>
                  </a:lnTo>
                  <a:lnTo>
                    <a:pt x="103454" y="123101"/>
                  </a:lnTo>
                  <a:lnTo>
                    <a:pt x="104762" y="123024"/>
                  </a:lnTo>
                  <a:lnTo>
                    <a:pt x="105829" y="122631"/>
                  </a:lnTo>
                  <a:close/>
                </a:path>
                <a:path w="118109" h="148590">
                  <a:moveTo>
                    <a:pt x="117665" y="90563"/>
                  </a:moveTo>
                  <a:lnTo>
                    <a:pt x="116967" y="90817"/>
                  </a:lnTo>
                  <a:lnTo>
                    <a:pt x="117017" y="91617"/>
                  </a:lnTo>
                  <a:lnTo>
                    <a:pt x="117665" y="91782"/>
                  </a:lnTo>
                  <a:lnTo>
                    <a:pt x="117665" y="90563"/>
                  </a:lnTo>
                  <a:close/>
                </a:path>
                <a:path w="118109" h="148590">
                  <a:moveTo>
                    <a:pt x="117665" y="76187"/>
                  </a:moveTo>
                  <a:lnTo>
                    <a:pt x="112318" y="69964"/>
                  </a:lnTo>
                  <a:lnTo>
                    <a:pt x="112318" y="74345"/>
                  </a:lnTo>
                  <a:lnTo>
                    <a:pt x="111937" y="74244"/>
                  </a:lnTo>
                  <a:lnTo>
                    <a:pt x="109308" y="74409"/>
                  </a:lnTo>
                  <a:lnTo>
                    <a:pt x="108686" y="74650"/>
                  </a:lnTo>
                  <a:lnTo>
                    <a:pt x="108813" y="73926"/>
                  </a:lnTo>
                  <a:lnTo>
                    <a:pt x="108750" y="72402"/>
                  </a:lnTo>
                  <a:lnTo>
                    <a:pt x="108673" y="70866"/>
                  </a:lnTo>
                  <a:lnTo>
                    <a:pt x="108343" y="69697"/>
                  </a:lnTo>
                  <a:lnTo>
                    <a:pt x="112318" y="74345"/>
                  </a:lnTo>
                  <a:lnTo>
                    <a:pt x="112318" y="69964"/>
                  </a:lnTo>
                  <a:lnTo>
                    <a:pt x="111836" y="69392"/>
                  </a:lnTo>
                  <a:lnTo>
                    <a:pt x="108318" y="65278"/>
                  </a:lnTo>
                  <a:lnTo>
                    <a:pt x="108318" y="69659"/>
                  </a:lnTo>
                  <a:lnTo>
                    <a:pt x="107861" y="69684"/>
                  </a:lnTo>
                  <a:lnTo>
                    <a:pt x="108102" y="69392"/>
                  </a:lnTo>
                  <a:lnTo>
                    <a:pt x="108318" y="69659"/>
                  </a:lnTo>
                  <a:lnTo>
                    <a:pt x="108318" y="65278"/>
                  </a:lnTo>
                  <a:lnTo>
                    <a:pt x="108102" y="65024"/>
                  </a:lnTo>
                  <a:lnTo>
                    <a:pt x="94145" y="81305"/>
                  </a:lnTo>
                  <a:lnTo>
                    <a:pt x="94145" y="90182"/>
                  </a:lnTo>
                  <a:lnTo>
                    <a:pt x="93573" y="90043"/>
                  </a:lnTo>
                  <a:lnTo>
                    <a:pt x="92265" y="90119"/>
                  </a:lnTo>
                  <a:lnTo>
                    <a:pt x="90957" y="90208"/>
                  </a:lnTo>
                  <a:lnTo>
                    <a:pt x="89928" y="90589"/>
                  </a:lnTo>
                  <a:lnTo>
                    <a:pt x="89928" y="91376"/>
                  </a:lnTo>
                  <a:lnTo>
                    <a:pt x="89598" y="90970"/>
                  </a:lnTo>
                  <a:lnTo>
                    <a:pt x="89903" y="90614"/>
                  </a:lnTo>
                  <a:lnTo>
                    <a:pt x="89928" y="91376"/>
                  </a:lnTo>
                  <a:lnTo>
                    <a:pt x="89928" y="90589"/>
                  </a:lnTo>
                  <a:lnTo>
                    <a:pt x="93903" y="85940"/>
                  </a:lnTo>
                  <a:lnTo>
                    <a:pt x="93827" y="86436"/>
                  </a:lnTo>
                  <a:lnTo>
                    <a:pt x="93967" y="89496"/>
                  </a:lnTo>
                  <a:lnTo>
                    <a:pt x="94145" y="90182"/>
                  </a:lnTo>
                  <a:lnTo>
                    <a:pt x="94145" y="81305"/>
                  </a:lnTo>
                  <a:lnTo>
                    <a:pt x="87401" y="89166"/>
                  </a:lnTo>
                  <a:lnTo>
                    <a:pt x="85217" y="86626"/>
                  </a:lnTo>
                  <a:lnTo>
                    <a:pt x="85217" y="90970"/>
                  </a:lnTo>
                  <a:lnTo>
                    <a:pt x="81076" y="95796"/>
                  </a:lnTo>
                  <a:lnTo>
                    <a:pt x="81191" y="95186"/>
                  </a:lnTo>
                  <a:lnTo>
                    <a:pt x="81038" y="92113"/>
                  </a:lnTo>
                  <a:lnTo>
                    <a:pt x="80848" y="91440"/>
                  </a:lnTo>
                  <a:lnTo>
                    <a:pt x="81457" y="91579"/>
                  </a:lnTo>
                  <a:lnTo>
                    <a:pt x="82765" y="91503"/>
                  </a:lnTo>
                  <a:lnTo>
                    <a:pt x="84086" y="91414"/>
                  </a:lnTo>
                  <a:lnTo>
                    <a:pt x="85140" y="91033"/>
                  </a:lnTo>
                  <a:lnTo>
                    <a:pt x="85128" y="90881"/>
                  </a:lnTo>
                  <a:lnTo>
                    <a:pt x="85217" y="86626"/>
                  </a:lnTo>
                  <a:lnTo>
                    <a:pt x="84429" y="85699"/>
                  </a:lnTo>
                  <a:lnTo>
                    <a:pt x="84429" y="90055"/>
                  </a:lnTo>
                  <a:lnTo>
                    <a:pt x="84023" y="89954"/>
                  </a:lnTo>
                  <a:lnTo>
                    <a:pt x="81394" y="90131"/>
                  </a:lnTo>
                  <a:lnTo>
                    <a:pt x="80759" y="90360"/>
                  </a:lnTo>
                  <a:lnTo>
                    <a:pt x="80899" y="89636"/>
                  </a:lnTo>
                  <a:lnTo>
                    <a:pt x="80835" y="88112"/>
                  </a:lnTo>
                  <a:lnTo>
                    <a:pt x="80759" y="86575"/>
                  </a:lnTo>
                  <a:lnTo>
                    <a:pt x="80492" y="85648"/>
                  </a:lnTo>
                  <a:lnTo>
                    <a:pt x="80492" y="96481"/>
                  </a:lnTo>
                  <a:lnTo>
                    <a:pt x="66713" y="112547"/>
                  </a:lnTo>
                  <a:lnTo>
                    <a:pt x="61925" y="106984"/>
                  </a:lnTo>
                  <a:lnTo>
                    <a:pt x="62979" y="107226"/>
                  </a:lnTo>
                  <a:lnTo>
                    <a:pt x="65608" y="107061"/>
                  </a:lnTo>
                  <a:lnTo>
                    <a:pt x="66192" y="106857"/>
                  </a:lnTo>
                  <a:lnTo>
                    <a:pt x="66065" y="107556"/>
                  </a:lnTo>
                  <a:lnTo>
                    <a:pt x="66141" y="109080"/>
                  </a:lnTo>
                  <a:lnTo>
                    <a:pt x="66217" y="110604"/>
                  </a:lnTo>
                  <a:lnTo>
                    <a:pt x="66548" y="111836"/>
                  </a:lnTo>
                  <a:lnTo>
                    <a:pt x="67233" y="111785"/>
                  </a:lnTo>
                  <a:lnTo>
                    <a:pt x="67462" y="110540"/>
                  </a:lnTo>
                  <a:lnTo>
                    <a:pt x="67310" y="107467"/>
                  </a:lnTo>
                  <a:lnTo>
                    <a:pt x="67119" y="106794"/>
                  </a:lnTo>
                  <a:lnTo>
                    <a:pt x="67741" y="106934"/>
                  </a:lnTo>
                  <a:lnTo>
                    <a:pt x="69049" y="106845"/>
                  </a:lnTo>
                  <a:lnTo>
                    <a:pt x="70358" y="106756"/>
                  </a:lnTo>
                  <a:lnTo>
                    <a:pt x="71412" y="106375"/>
                  </a:lnTo>
                  <a:lnTo>
                    <a:pt x="71374" y="105562"/>
                  </a:lnTo>
                  <a:lnTo>
                    <a:pt x="70294" y="105308"/>
                  </a:lnTo>
                  <a:lnTo>
                    <a:pt x="67665" y="105473"/>
                  </a:lnTo>
                  <a:lnTo>
                    <a:pt x="67043" y="105702"/>
                  </a:lnTo>
                  <a:lnTo>
                    <a:pt x="67170" y="104990"/>
                  </a:lnTo>
                  <a:lnTo>
                    <a:pt x="67106" y="103454"/>
                  </a:lnTo>
                  <a:lnTo>
                    <a:pt x="67030" y="101930"/>
                  </a:lnTo>
                  <a:lnTo>
                    <a:pt x="66687" y="100698"/>
                  </a:lnTo>
                  <a:lnTo>
                    <a:pt x="66001" y="100749"/>
                  </a:lnTo>
                  <a:lnTo>
                    <a:pt x="65786" y="102006"/>
                  </a:lnTo>
                  <a:lnTo>
                    <a:pt x="65925" y="105067"/>
                  </a:lnTo>
                  <a:lnTo>
                    <a:pt x="66103" y="105752"/>
                  </a:lnTo>
                  <a:lnTo>
                    <a:pt x="65532" y="105600"/>
                  </a:lnTo>
                  <a:lnTo>
                    <a:pt x="64223" y="105689"/>
                  </a:lnTo>
                  <a:lnTo>
                    <a:pt x="62915" y="105778"/>
                  </a:lnTo>
                  <a:lnTo>
                    <a:pt x="61861" y="106159"/>
                  </a:lnTo>
                  <a:lnTo>
                    <a:pt x="61887" y="106946"/>
                  </a:lnTo>
                  <a:lnTo>
                    <a:pt x="48577" y="91414"/>
                  </a:lnTo>
                  <a:lnTo>
                    <a:pt x="49631" y="91655"/>
                  </a:lnTo>
                  <a:lnTo>
                    <a:pt x="52260" y="91490"/>
                  </a:lnTo>
                  <a:lnTo>
                    <a:pt x="52844" y="91287"/>
                  </a:lnTo>
                  <a:lnTo>
                    <a:pt x="52717" y="91986"/>
                  </a:lnTo>
                  <a:lnTo>
                    <a:pt x="52793" y="93510"/>
                  </a:lnTo>
                  <a:lnTo>
                    <a:pt x="52870" y="95034"/>
                  </a:lnTo>
                  <a:lnTo>
                    <a:pt x="53200" y="96266"/>
                  </a:lnTo>
                  <a:lnTo>
                    <a:pt x="53898" y="96227"/>
                  </a:lnTo>
                  <a:lnTo>
                    <a:pt x="54114" y="94970"/>
                  </a:lnTo>
                  <a:lnTo>
                    <a:pt x="53962" y="91897"/>
                  </a:lnTo>
                  <a:lnTo>
                    <a:pt x="53771" y="91224"/>
                  </a:lnTo>
                  <a:lnTo>
                    <a:pt x="54394" y="91363"/>
                  </a:lnTo>
                  <a:lnTo>
                    <a:pt x="55702" y="91274"/>
                  </a:lnTo>
                  <a:lnTo>
                    <a:pt x="57010" y="91198"/>
                  </a:lnTo>
                  <a:lnTo>
                    <a:pt x="58051" y="90805"/>
                  </a:lnTo>
                  <a:lnTo>
                    <a:pt x="58051" y="90398"/>
                  </a:lnTo>
                  <a:lnTo>
                    <a:pt x="58026" y="90004"/>
                  </a:lnTo>
                  <a:lnTo>
                    <a:pt x="56946" y="89738"/>
                  </a:lnTo>
                  <a:lnTo>
                    <a:pt x="54317" y="89903"/>
                  </a:lnTo>
                  <a:lnTo>
                    <a:pt x="53695" y="90144"/>
                  </a:lnTo>
                  <a:lnTo>
                    <a:pt x="53835" y="89420"/>
                  </a:lnTo>
                  <a:lnTo>
                    <a:pt x="53759" y="87884"/>
                  </a:lnTo>
                  <a:lnTo>
                    <a:pt x="53682" y="86360"/>
                  </a:lnTo>
                  <a:lnTo>
                    <a:pt x="53352" y="85140"/>
                  </a:lnTo>
                  <a:lnTo>
                    <a:pt x="53289" y="90703"/>
                  </a:lnTo>
                  <a:lnTo>
                    <a:pt x="53289" y="85153"/>
                  </a:lnTo>
                  <a:lnTo>
                    <a:pt x="66205" y="69977"/>
                  </a:lnTo>
                  <a:lnTo>
                    <a:pt x="66040" y="70942"/>
                  </a:lnTo>
                  <a:lnTo>
                    <a:pt x="66179" y="74002"/>
                  </a:lnTo>
                  <a:lnTo>
                    <a:pt x="66357" y="74688"/>
                  </a:lnTo>
                  <a:lnTo>
                    <a:pt x="65786" y="74549"/>
                  </a:lnTo>
                  <a:lnTo>
                    <a:pt x="64477" y="74625"/>
                  </a:lnTo>
                  <a:lnTo>
                    <a:pt x="63169" y="74714"/>
                  </a:lnTo>
                  <a:lnTo>
                    <a:pt x="62115" y="75095"/>
                  </a:lnTo>
                  <a:lnTo>
                    <a:pt x="62153" y="75907"/>
                  </a:lnTo>
                  <a:lnTo>
                    <a:pt x="63233" y="76161"/>
                  </a:lnTo>
                  <a:lnTo>
                    <a:pt x="65862" y="75996"/>
                  </a:lnTo>
                  <a:lnTo>
                    <a:pt x="66446" y="75793"/>
                  </a:lnTo>
                  <a:lnTo>
                    <a:pt x="66319" y="76492"/>
                  </a:lnTo>
                  <a:lnTo>
                    <a:pt x="66395" y="78016"/>
                  </a:lnTo>
                  <a:lnTo>
                    <a:pt x="66471" y="79552"/>
                  </a:lnTo>
                  <a:lnTo>
                    <a:pt x="66802" y="80772"/>
                  </a:lnTo>
                  <a:lnTo>
                    <a:pt x="67500" y="80733"/>
                  </a:lnTo>
                  <a:lnTo>
                    <a:pt x="67716" y="79476"/>
                  </a:lnTo>
                  <a:lnTo>
                    <a:pt x="67564" y="76403"/>
                  </a:lnTo>
                  <a:lnTo>
                    <a:pt x="67373" y="75717"/>
                  </a:lnTo>
                  <a:lnTo>
                    <a:pt x="67995" y="75869"/>
                  </a:lnTo>
                  <a:lnTo>
                    <a:pt x="69303" y="75780"/>
                  </a:lnTo>
                  <a:lnTo>
                    <a:pt x="70612" y="75704"/>
                  </a:lnTo>
                  <a:lnTo>
                    <a:pt x="71666" y="75311"/>
                  </a:lnTo>
                  <a:lnTo>
                    <a:pt x="71653" y="75184"/>
                  </a:lnTo>
                  <a:lnTo>
                    <a:pt x="80403" y="85369"/>
                  </a:lnTo>
                  <a:lnTo>
                    <a:pt x="79730" y="85394"/>
                  </a:lnTo>
                  <a:lnTo>
                    <a:pt x="79514" y="86652"/>
                  </a:lnTo>
                  <a:lnTo>
                    <a:pt x="79654" y="89725"/>
                  </a:lnTo>
                  <a:lnTo>
                    <a:pt x="79832" y="90411"/>
                  </a:lnTo>
                  <a:lnTo>
                    <a:pt x="79260" y="90258"/>
                  </a:lnTo>
                  <a:lnTo>
                    <a:pt x="77952" y="90347"/>
                  </a:lnTo>
                  <a:lnTo>
                    <a:pt x="76644" y="90424"/>
                  </a:lnTo>
                  <a:lnTo>
                    <a:pt x="75590" y="90817"/>
                  </a:lnTo>
                  <a:lnTo>
                    <a:pt x="75628" y="91617"/>
                  </a:lnTo>
                  <a:lnTo>
                    <a:pt x="76708" y="91884"/>
                  </a:lnTo>
                  <a:lnTo>
                    <a:pt x="79336" y="91719"/>
                  </a:lnTo>
                  <a:lnTo>
                    <a:pt x="79908" y="91503"/>
                  </a:lnTo>
                  <a:lnTo>
                    <a:pt x="79794" y="92202"/>
                  </a:lnTo>
                  <a:lnTo>
                    <a:pt x="79870" y="93726"/>
                  </a:lnTo>
                  <a:lnTo>
                    <a:pt x="79933" y="95262"/>
                  </a:lnTo>
                  <a:lnTo>
                    <a:pt x="80276" y="96481"/>
                  </a:lnTo>
                  <a:lnTo>
                    <a:pt x="80492" y="96481"/>
                  </a:lnTo>
                  <a:lnTo>
                    <a:pt x="80492" y="85648"/>
                  </a:lnTo>
                  <a:lnTo>
                    <a:pt x="80416" y="85382"/>
                  </a:lnTo>
                  <a:lnTo>
                    <a:pt x="84429" y="90055"/>
                  </a:lnTo>
                  <a:lnTo>
                    <a:pt x="84429" y="85699"/>
                  </a:lnTo>
                  <a:lnTo>
                    <a:pt x="70929" y="69951"/>
                  </a:lnTo>
                  <a:lnTo>
                    <a:pt x="70929" y="74345"/>
                  </a:lnTo>
                  <a:lnTo>
                    <a:pt x="70548" y="74244"/>
                  </a:lnTo>
                  <a:lnTo>
                    <a:pt x="67919" y="74409"/>
                  </a:lnTo>
                  <a:lnTo>
                    <a:pt x="67297" y="74650"/>
                  </a:lnTo>
                  <a:lnTo>
                    <a:pt x="67424" y="73926"/>
                  </a:lnTo>
                  <a:lnTo>
                    <a:pt x="67360" y="72402"/>
                  </a:lnTo>
                  <a:lnTo>
                    <a:pt x="67284" y="70866"/>
                  </a:lnTo>
                  <a:lnTo>
                    <a:pt x="66954" y="69697"/>
                  </a:lnTo>
                  <a:lnTo>
                    <a:pt x="70929" y="74345"/>
                  </a:lnTo>
                  <a:lnTo>
                    <a:pt x="70929" y="69951"/>
                  </a:lnTo>
                  <a:lnTo>
                    <a:pt x="70459" y="69392"/>
                  </a:lnTo>
                  <a:lnTo>
                    <a:pt x="66929" y="65278"/>
                  </a:lnTo>
                  <a:lnTo>
                    <a:pt x="66929" y="69659"/>
                  </a:lnTo>
                  <a:lnTo>
                    <a:pt x="66471" y="69684"/>
                  </a:lnTo>
                  <a:lnTo>
                    <a:pt x="66713" y="69392"/>
                  </a:lnTo>
                  <a:lnTo>
                    <a:pt x="66929" y="69659"/>
                  </a:lnTo>
                  <a:lnTo>
                    <a:pt x="66929" y="65278"/>
                  </a:lnTo>
                  <a:lnTo>
                    <a:pt x="66713" y="65024"/>
                  </a:lnTo>
                  <a:lnTo>
                    <a:pt x="52768" y="81292"/>
                  </a:lnTo>
                  <a:lnTo>
                    <a:pt x="52768" y="90182"/>
                  </a:lnTo>
                  <a:lnTo>
                    <a:pt x="52184" y="90043"/>
                  </a:lnTo>
                  <a:lnTo>
                    <a:pt x="50876" y="90119"/>
                  </a:lnTo>
                  <a:lnTo>
                    <a:pt x="49568" y="90208"/>
                  </a:lnTo>
                  <a:lnTo>
                    <a:pt x="48539" y="90589"/>
                  </a:lnTo>
                  <a:lnTo>
                    <a:pt x="48539" y="91376"/>
                  </a:lnTo>
                  <a:lnTo>
                    <a:pt x="48209" y="90970"/>
                  </a:lnTo>
                  <a:lnTo>
                    <a:pt x="48514" y="90614"/>
                  </a:lnTo>
                  <a:lnTo>
                    <a:pt x="48539" y="91376"/>
                  </a:lnTo>
                  <a:lnTo>
                    <a:pt x="48539" y="90589"/>
                  </a:lnTo>
                  <a:lnTo>
                    <a:pt x="52514" y="85940"/>
                  </a:lnTo>
                  <a:lnTo>
                    <a:pt x="52438" y="86436"/>
                  </a:lnTo>
                  <a:lnTo>
                    <a:pt x="52590" y="89496"/>
                  </a:lnTo>
                  <a:lnTo>
                    <a:pt x="52768" y="90182"/>
                  </a:lnTo>
                  <a:lnTo>
                    <a:pt x="52768" y="81292"/>
                  </a:lnTo>
                  <a:lnTo>
                    <a:pt x="44462" y="90970"/>
                  </a:lnTo>
                  <a:lnTo>
                    <a:pt x="66713" y="116916"/>
                  </a:lnTo>
                  <a:lnTo>
                    <a:pt x="70459" y="112547"/>
                  </a:lnTo>
                  <a:lnTo>
                    <a:pt x="87401" y="92786"/>
                  </a:lnTo>
                  <a:lnTo>
                    <a:pt x="108102" y="116916"/>
                  </a:lnTo>
                  <a:lnTo>
                    <a:pt x="111836" y="112547"/>
                  </a:lnTo>
                  <a:lnTo>
                    <a:pt x="117665" y="105765"/>
                  </a:lnTo>
                  <a:lnTo>
                    <a:pt x="117665" y="101396"/>
                  </a:lnTo>
                  <a:lnTo>
                    <a:pt x="108102" y="112547"/>
                  </a:lnTo>
                  <a:lnTo>
                    <a:pt x="103314" y="106984"/>
                  </a:lnTo>
                  <a:lnTo>
                    <a:pt x="104368" y="107226"/>
                  </a:lnTo>
                  <a:lnTo>
                    <a:pt x="106997" y="107061"/>
                  </a:lnTo>
                  <a:lnTo>
                    <a:pt x="107569" y="106857"/>
                  </a:lnTo>
                  <a:lnTo>
                    <a:pt x="107454" y="107556"/>
                  </a:lnTo>
                  <a:lnTo>
                    <a:pt x="107530" y="109080"/>
                  </a:lnTo>
                  <a:lnTo>
                    <a:pt x="107607" y="110604"/>
                  </a:lnTo>
                  <a:lnTo>
                    <a:pt x="107937" y="111836"/>
                  </a:lnTo>
                  <a:lnTo>
                    <a:pt x="108623" y="111785"/>
                  </a:lnTo>
                  <a:lnTo>
                    <a:pt x="108851" y="110540"/>
                  </a:lnTo>
                  <a:lnTo>
                    <a:pt x="108699" y="107467"/>
                  </a:lnTo>
                  <a:lnTo>
                    <a:pt x="108508" y="106794"/>
                  </a:lnTo>
                  <a:lnTo>
                    <a:pt x="109131" y="106934"/>
                  </a:lnTo>
                  <a:lnTo>
                    <a:pt x="110439" y="106845"/>
                  </a:lnTo>
                  <a:lnTo>
                    <a:pt x="111747" y="106756"/>
                  </a:lnTo>
                  <a:lnTo>
                    <a:pt x="112801" y="106375"/>
                  </a:lnTo>
                  <a:lnTo>
                    <a:pt x="112763" y="105562"/>
                  </a:lnTo>
                  <a:lnTo>
                    <a:pt x="111683" y="105308"/>
                  </a:lnTo>
                  <a:lnTo>
                    <a:pt x="109054" y="105473"/>
                  </a:lnTo>
                  <a:lnTo>
                    <a:pt x="108419" y="105702"/>
                  </a:lnTo>
                  <a:lnTo>
                    <a:pt x="108559" y="104990"/>
                  </a:lnTo>
                  <a:lnTo>
                    <a:pt x="108496" y="103454"/>
                  </a:lnTo>
                  <a:lnTo>
                    <a:pt x="108419" y="101930"/>
                  </a:lnTo>
                  <a:lnTo>
                    <a:pt x="108077" y="100698"/>
                  </a:lnTo>
                  <a:lnTo>
                    <a:pt x="107391" y="100749"/>
                  </a:lnTo>
                  <a:lnTo>
                    <a:pt x="107175" y="102006"/>
                  </a:lnTo>
                  <a:lnTo>
                    <a:pt x="107315" y="105067"/>
                  </a:lnTo>
                  <a:lnTo>
                    <a:pt x="107492" y="105752"/>
                  </a:lnTo>
                  <a:lnTo>
                    <a:pt x="106921" y="105600"/>
                  </a:lnTo>
                  <a:lnTo>
                    <a:pt x="105613" y="105689"/>
                  </a:lnTo>
                  <a:lnTo>
                    <a:pt x="104305" y="105778"/>
                  </a:lnTo>
                  <a:lnTo>
                    <a:pt x="103251" y="106159"/>
                  </a:lnTo>
                  <a:lnTo>
                    <a:pt x="103276" y="106946"/>
                  </a:lnTo>
                  <a:lnTo>
                    <a:pt x="89966" y="91414"/>
                  </a:lnTo>
                  <a:lnTo>
                    <a:pt x="91020" y="91655"/>
                  </a:lnTo>
                  <a:lnTo>
                    <a:pt x="93649" y="91490"/>
                  </a:lnTo>
                  <a:lnTo>
                    <a:pt x="94234" y="91287"/>
                  </a:lnTo>
                  <a:lnTo>
                    <a:pt x="94107" y="91986"/>
                  </a:lnTo>
                  <a:lnTo>
                    <a:pt x="94183" y="93510"/>
                  </a:lnTo>
                  <a:lnTo>
                    <a:pt x="94259" y="95034"/>
                  </a:lnTo>
                  <a:lnTo>
                    <a:pt x="94589" y="96266"/>
                  </a:lnTo>
                  <a:lnTo>
                    <a:pt x="95275" y="96227"/>
                  </a:lnTo>
                  <a:lnTo>
                    <a:pt x="95504" y="94970"/>
                  </a:lnTo>
                  <a:lnTo>
                    <a:pt x="95351" y="91897"/>
                  </a:lnTo>
                  <a:lnTo>
                    <a:pt x="95161" y="91211"/>
                  </a:lnTo>
                  <a:lnTo>
                    <a:pt x="95783" y="91363"/>
                  </a:lnTo>
                  <a:lnTo>
                    <a:pt x="97091" y="91274"/>
                  </a:lnTo>
                  <a:lnTo>
                    <a:pt x="98399" y="91198"/>
                  </a:lnTo>
                  <a:lnTo>
                    <a:pt x="99453" y="90805"/>
                  </a:lnTo>
                  <a:lnTo>
                    <a:pt x="99415" y="90004"/>
                  </a:lnTo>
                  <a:lnTo>
                    <a:pt x="98336" y="89738"/>
                  </a:lnTo>
                  <a:lnTo>
                    <a:pt x="95707" y="89903"/>
                  </a:lnTo>
                  <a:lnTo>
                    <a:pt x="95084" y="90144"/>
                  </a:lnTo>
                  <a:lnTo>
                    <a:pt x="95211" y="89420"/>
                  </a:lnTo>
                  <a:lnTo>
                    <a:pt x="95148" y="87884"/>
                  </a:lnTo>
                  <a:lnTo>
                    <a:pt x="95072" y="86360"/>
                  </a:lnTo>
                  <a:lnTo>
                    <a:pt x="94742" y="85140"/>
                  </a:lnTo>
                  <a:lnTo>
                    <a:pt x="94589" y="85153"/>
                  </a:lnTo>
                  <a:lnTo>
                    <a:pt x="107581" y="69989"/>
                  </a:lnTo>
                  <a:lnTo>
                    <a:pt x="107429" y="70942"/>
                  </a:lnTo>
                  <a:lnTo>
                    <a:pt x="107569" y="74002"/>
                  </a:lnTo>
                  <a:lnTo>
                    <a:pt x="107746" y="74688"/>
                  </a:lnTo>
                  <a:lnTo>
                    <a:pt x="107175" y="74549"/>
                  </a:lnTo>
                  <a:lnTo>
                    <a:pt x="105867" y="74625"/>
                  </a:lnTo>
                  <a:lnTo>
                    <a:pt x="104559" y="74714"/>
                  </a:lnTo>
                  <a:lnTo>
                    <a:pt x="103505" y="75095"/>
                  </a:lnTo>
                  <a:lnTo>
                    <a:pt x="103543" y="75907"/>
                  </a:lnTo>
                  <a:lnTo>
                    <a:pt x="104622" y="76161"/>
                  </a:lnTo>
                  <a:lnTo>
                    <a:pt x="107251" y="75996"/>
                  </a:lnTo>
                  <a:lnTo>
                    <a:pt x="107835" y="75793"/>
                  </a:lnTo>
                  <a:lnTo>
                    <a:pt x="107708" y="76492"/>
                  </a:lnTo>
                  <a:lnTo>
                    <a:pt x="107784" y="78016"/>
                  </a:lnTo>
                  <a:lnTo>
                    <a:pt x="107861" y="79552"/>
                  </a:lnTo>
                  <a:lnTo>
                    <a:pt x="108191" y="80772"/>
                  </a:lnTo>
                  <a:lnTo>
                    <a:pt x="108877" y="80733"/>
                  </a:lnTo>
                  <a:lnTo>
                    <a:pt x="109105" y="79476"/>
                  </a:lnTo>
                  <a:lnTo>
                    <a:pt x="108953" y="76403"/>
                  </a:lnTo>
                  <a:lnTo>
                    <a:pt x="108762" y="75730"/>
                  </a:lnTo>
                  <a:lnTo>
                    <a:pt x="109385" y="75869"/>
                  </a:lnTo>
                  <a:lnTo>
                    <a:pt x="110693" y="75780"/>
                  </a:lnTo>
                  <a:lnTo>
                    <a:pt x="112001" y="75704"/>
                  </a:lnTo>
                  <a:lnTo>
                    <a:pt x="113055" y="75311"/>
                  </a:lnTo>
                  <a:lnTo>
                    <a:pt x="113042" y="75184"/>
                  </a:lnTo>
                  <a:lnTo>
                    <a:pt x="117665" y="80556"/>
                  </a:lnTo>
                  <a:lnTo>
                    <a:pt x="117665" y="76187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11722405" y="8089271"/>
              <a:ext cx="118110" cy="83820"/>
            </a:xfrm>
            <a:custGeom>
              <a:avLst/>
              <a:gdLst/>
              <a:ahLst/>
              <a:cxnLst/>
              <a:rect l="l" t="t" r="r" b="b"/>
              <a:pathLst>
                <a:path w="118109" h="83820">
                  <a:moveTo>
                    <a:pt x="9410" y="72961"/>
                  </a:moveTo>
                  <a:lnTo>
                    <a:pt x="9359" y="72161"/>
                  </a:lnTo>
                  <a:lnTo>
                    <a:pt x="8293" y="71894"/>
                  </a:lnTo>
                  <a:lnTo>
                    <a:pt x="5664" y="72059"/>
                  </a:lnTo>
                  <a:lnTo>
                    <a:pt x="5041" y="72301"/>
                  </a:lnTo>
                  <a:lnTo>
                    <a:pt x="5168" y="71577"/>
                  </a:lnTo>
                  <a:lnTo>
                    <a:pt x="5092" y="70040"/>
                  </a:lnTo>
                  <a:lnTo>
                    <a:pt x="5029" y="68516"/>
                  </a:lnTo>
                  <a:lnTo>
                    <a:pt x="4686" y="67297"/>
                  </a:lnTo>
                  <a:lnTo>
                    <a:pt x="4013" y="67335"/>
                  </a:lnTo>
                  <a:lnTo>
                    <a:pt x="3771" y="68592"/>
                  </a:lnTo>
                  <a:lnTo>
                    <a:pt x="3924" y="71653"/>
                  </a:lnTo>
                  <a:lnTo>
                    <a:pt x="4102" y="72339"/>
                  </a:lnTo>
                  <a:lnTo>
                    <a:pt x="3530" y="72199"/>
                  </a:lnTo>
                  <a:lnTo>
                    <a:pt x="914" y="72364"/>
                  </a:lnTo>
                  <a:lnTo>
                    <a:pt x="0" y="72694"/>
                  </a:lnTo>
                  <a:lnTo>
                    <a:pt x="0" y="73583"/>
                  </a:lnTo>
                  <a:lnTo>
                    <a:pt x="977" y="73812"/>
                  </a:lnTo>
                  <a:lnTo>
                    <a:pt x="3606" y="73647"/>
                  </a:lnTo>
                  <a:lnTo>
                    <a:pt x="4178" y="73444"/>
                  </a:lnTo>
                  <a:lnTo>
                    <a:pt x="4064" y="74142"/>
                  </a:lnTo>
                  <a:lnTo>
                    <a:pt x="4140" y="75666"/>
                  </a:lnTo>
                  <a:lnTo>
                    <a:pt x="4203" y="77190"/>
                  </a:lnTo>
                  <a:lnTo>
                    <a:pt x="4546" y="78422"/>
                  </a:lnTo>
                  <a:lnTo>
                    <a:pt x="5219" y="78384"/>
                  </a:lnTo>
                  <a:lnTo>
                    <a:pt x="5461" y="77127"/>
                  </a:lnTo>
                  <a:lnTo>
                    <a:pt x="5308" y="74053"/>
                  </a:lnTo>
                  <a:lnTo>
                    <a:pt x="5118" y="73380"/>
                  </a:lnTo>
                  <a:lnTo>
                    <a:pt x="5727" y="73520"/>
                  </a:lnTo>
                  <a:lnTo>
                    <a:pt x="7035" y="73431"/>
                  </a:lnTo>
                  <a:lnTo>
                    <a:pt x="8343" y="73355"/>
                  </a:lnTo>
                  <a:lnTo>
                    <a:pt x="9410" y="72961"/>
                  </a:lnTo>
                  <a:close/>
                </a:path>
                <a:path w="118109" h="83820">
                  <a:moveTo>
                    <a:pt x="109626" y="57556"/>
                  </a:moveTo>
                  <a:lnTo>
                    <a:pt x="105879" y="53200"/>
                  </a:lnTo>
                  <a:lnTo>
                    <a:pt x="105879" y="57556"/>
                  </a:lnTo>
                  <a:lnTo>
                    <a:pt x="101739" y="62382"/>
                  </a:lnTo>
                  <a:lnTo>
                    <a:pt x="101854" y="61772"/>
                  </a:lnTo>
                  <a:lnTo>
                    <a:pt x="101714" y="58712"/>
                  </a:lnTo>
                  <a:lnTo>
                    <a:pt x="101511" y="58026"/>
                  </a:lnTo>
                  <a:lnTo>
                    <a:pt x="102133" y="58166"/>
                  </a:lnTo>
                  <a:lnTo>
                    <a:pt x="103441" y="58089"/>
                  </a:lnTo>
                  <a:lnTo>
                    <a:pt x="104749" y="58000"/>
                  </a:lnTo>
                  <a:lnTo>
                    <a:pt x="105816" y="57619"/>
                  </a:lnTo>
                  <a:lnTo>
                    <a:pt x="105803" y="57480"/>
                  </a:lnTo>
                  <a:lnTo>
                    <a:pt x="105879" y="53200"/>
                  </a:lnTo>
                  <a:lnTo>
                    <a:pt x="105092" y="52273"/>
                  </a:lnTo>
                  <a:lnTo>
                    <a:pt x="105092" y="56654"/>
                  </a:lnTo>
                  <a:lnTo>
                    <a:pt x="104686" y="56553"/>
                  </a:lnTo>
                  <a:lnTo>
                    <a:pt x="102057" y="56718"/>
                  </a:lnTo>
                  <a:lnTo>
                    <a:pt x="101447" y="56946"/>
                  </a:lnTo>
                  <a:lnTo>
                    <a:pt x="101574" y="56222"/>
                  </a:lnTo>
                  <a:lnTo>
                    <a:pt x="101498" y="54698"/>
                  </a:lnTo>
                  <a:lnTo>
                    <a:pt x="101422" y="53174"/>
                  </a:lnTo>
                  <a:lnTo>
                    <a:pt x="101155" y="52222"/>
                  </a:lnTo>
                  <a:lnTo>
                    <a:pt x="101155" y="63068"/>
                  </a:lnTo>
                  <a:lnTo>
                    <a:pt x="87376" y="79133"/>
                  </a:lnTo>
                  <a:lnTo>
                    <a:pt x="82588" y="73571"/>
                  </a:lnTo>
                  <a:lnTo>
                    <a:pt x="83654" y="73812"/>
                  </a:lnTo>
                  <a:lnTo>
                    <a:pt x="86283" y="73647"/>
                  </a:lnTo>
                  <a:lnTo>
                    <a:pt x="86855" y="73444"/>
                  </a:lnTo>
                  <a:lnTo>
                    <a:pt x="86741" y="74142"/>
                  </a:lnTo>
                  <a:lnTo>
                    <a:pt x="86817" y="75666"/>
                  </a:lnTo>
                  <a:lnTo>
                    <a:pt x="86880" y="77190"/>
                  </a:lnTo>
                  <a:lnTo>
                    <a:pt x="87223" y="78422"/>
                  </a:lnTo>
                  <a:lnTo>
                    <a:pt x="87909" y="78384"/>
                  </a:lnTo>
                  <a:lnTo>
                    <a:pt x="88138" y="77127"/>
                  </a:lnTo>
                  <a:lnTo>
                    <a:pt x="87985" y="74053"/>
                  </a:lnTo>
                  <a:lnTo>
                    <a:pt x="87795" y="73380"/>
                  </a:lnTo>
                  <a:lnTo>
                    <a:pt x="88404" y="73520"/>
                  </a:lnTo>
                  <a:lnTo>
                    <a:pt x="89725" y="73431"/>
                  </a:lnTo>
                  <a:lnTo>
                    <a:pt x="91033" y="73355"/>
                  </a:lnTo>
                  <a:lnTo>
                    <a:pt x="92075" y="72961"/>
                  </a:lnTo>
                  <a:lnTo>
                    <a:pt x="92062" y="72555"/>
                  </a:lnTo>
                  <a:lnTo>
                    <a:pt x="92049" y="72161"/>
                  </a:lnTo>
                  <a:lnTo>
                    <a:pt x="90970" y="71894"/>
                  </a:lnTo>
                  <a:lnTo>
                    <a:pt x="88341" y="72059"/>
                  </a:lnTo>
                  <a:lnTo>
                    <a:pt x="87706" y="72301"/>
                  </a:lnTo>
                  <a:lnTo>
                    <a:pt x="87845" y="71577"/>
                  </a:lnTo>
                  <a:lnTo>
                    <a:pt x="87769" y="70040"/>
                  </a:lnTo>
                  <a:lnTo>
                    <a:pt x="87706" y="68516"/>
                  </a:lnTo>
                  <a:lnTo>
                    <a:pt x="87363" y="67297"/>
                  </a:lnTo>
                  <a:lnTo>
                    <a:pt x="86677" y="67335"/>
                  </a:lnTo>
                  <a:lnTo>
                    <a:pt x="86461" y="68592"/>
                  </a:lnTo>
                  <a:lnTo>
                    <a:pt x="86601" y="71653"/>
                  </a:lnTo>
                  <a:lnTo>
                    <a:pt x="86779" y="72339"/>
                  </a:lnTo>
                  <a:lnTo>
                    <a:pt x="86207" y="72199"/>
                  </a:lnTo>
                  <a:lnTo>
                    <a:pt x="84899" y="72275"/>
                  </a:lnTo>
                  <a:lnTo>
                    <a:pt x="83591" y="72364"/>
                  </a:lnTo>
                  <a:lnTo>
                    <a:pt x="82537" y="72745"/>
                  </a:lnTo>
                  <a:lnTo>
                    <a:pt x="82562" y="73545"/>
                  </a:lnTo>
                  <a:lnTo>
                    <a:pt x="69240" y="58000"/>
                  </a:lnTo>
                  <a:lnTo>
                    <a:pt x="70307" y="58254"/>
                  </a:lnTo>
                  <a:lnTo>
                    <a:pt x="72936" y="58077"/>
                  </a:lnTo>
                  <a:lnTo>
                    <a:pt x="73520" y="57873"/>
                  </a:lnTo>
                  <a:lnTo>
                    <a:pt x="73393" y="58572"/>
                  </a:lnTo>
                  <a:lnTo>
                    <a:pt x="73469" y="60096"/>
                  </a:lnTo>
                  <a:lnTo>
                    <a:pt x="73533" y="61633"/>
                  </a:lnTo>
                  <a:lnTo>
                    <a:pt x="73875" y="62852"/>
                  </a:lnTo>
                  <a:lnTo>
                    <a:pt x="74561" y="62814"/>
                  </a:lnTo>
                  <a:lnTo>
                    <a:pt x="74790" y="61556"/>
                  </a:lnTo>
                  <a:lnTo>
                    <a:pt x="74637" y="58483"/>
                  </a:lnTo>
                  <a:lnTo>
                    <a:pt x="74447" y="57810"/>
                  </a:lnTo>
                  <a:lnTo>
                    <a:pt x="75057" y="57950"/>
                  </a:lnTo>
                  <a:lnTo>
                    <a:pt x="76377" y="57861"/>
                  </a:lnTo>
                  <a:lnTo>
                    <a:pt x="77685" y="57785"/>
                  </a:lnTo>
                  <a:lnTo>
                    <a:pt x="78740" y="57391"/>
                  </a:lnTo>
                  <a:lnTo>
                    <a:pt x="78701" y="56591"/>
                  </a:lnTo>
                  <a:lnTo>
                    <a:pt x="77622" y="56324"/>
                  </a:lnTo>
                  <a:lnTo>
                    <a:pt x="74993" y="56489"/>
                  </a:lnTo>
                  <a:lnTo>
                    <a:pt x="74371" y="56730"/>
                  </a:lnTo>
                  <a:lnTo>
                    <a:pt x="74498" y="56007"/>
                  </a:lnTo>
                  <a:lnTo>
                    <a:pt x="74422" y="54483"/>
                  </a:lnTo>
                  <a:lnTo>
                    <a:pt x="74358" y="52946"/>
                  </a:lnTo>
                  <a:lnTo>
                    <a:pt x="74015" y="51727"/>
                  </a:lnTo>
                  <a:lnTo>
                    <a:pt x="73863" y="51739"/>
                  </a:lnTo>
                  <a:lnTo>
                    <a:pt x="86880" y="36563"/>
                  </a:lnTo>
                  <a:lnTo>
                    <a:pt x="86715" y="37528"/>
                  </a:lnTo>
                  <a:lnTo>
                    <a:pt x="86855" y="40601"/>
                  </a:lnTo>
                  <a:lnTo>
                    <a:pt x="87033" y="41275"/>
                  </a:lnTo>
                  <a:lnTo>
                    <a:pt x="86461" y="41135"/>
                  </a:lnTo>
                  <a:lnTo>
                    <a:pt x="85153" y="41211"/>
                  </a:lnTo>
                  <a:lnTo>
                    <a:pt x="83845" y="41300"/>
                  </a:lnTo>
                  <a:lnTo>
                    <a:pt x="82791" y="41694"/>
                  </a:lnTo>
                  <a:lnTo>
                    <a:pt x="82829" y="42494"/>
                  </a:lnTo>
                  <a:lnTo>
                    <a:pt x="83908" y="42760"/>
                  </a:lnTo>
                  <a:lnTo>
                    <a:pt x="86537" y="42583"/>
                  </a:lnTo>
                  <a:lnTo>
                    <a:pt x="87122" y="42379"/>
                  </a:lnTo>
                  <a:lnTo>
                    <a:pt x="86995" y="43078"/>
                  </a:lnTo>
                  <a:lnTo>
                    <a:pt x="87071" y="44602"/>
                  </a:lnTo>
                  <a:lnTo>
                    <a:pt x="87134" y="46139"/>
                  </a:lnTo>
                  <a:lnTo>
                    <a:pt x="87477" y="47358"/>
                  </a:lnTo>
                  <a:lnTo>
                    <a:pt x="88163" y="47320"/>
                  </a:lnTo>
                  <a:lnTo>
                    <a:pt x="88392" y="46062"/>
                  </a:lnTo>
                  <a:lnTo>
                    <a:pt x="88239" y="42989"/>
                  </a:lnTo>
                  <a:lnTo>
                    <a:pt x="88049" y="42316"/>
                  </a:lnTo>
                  <a:lnTo>
                    <a:pt x="88658" y="42456"/>
                  </a:lnTo>
                  <a:lnTo>
                    <a:pt x="89979" y="42367"/>
                  </a:lnTo>
                  <a:lnTo>
                    <a:pt x="91287" y="42291"/>
                  </a:lnTo>
                  <a:lnTo>
                    <a:pt x="92341" y="41897"/>
                  </a:lnTo>
                  <a:lnTo>
                    <a:pt x="101066" y="51955"/>
                  </a:lnTo>
                  <a:lnTo>
                    <a:pt x="100406" y="51981"/>
                  </a:lnTo>
                  <a:lnTo>
                    <a:pt x="100177" y="53238"/>
                  </a:lnTo>
                  <a:lnTo>
                    <a:pt x="100330" y="56311"/>
                  </a:lnTo>
                  <a:lnTo>
                    <a:pt x="100507" y="56997"/>
                  </a:lnTo>
                  <a:lnTo>
                    <a:pt x="99936" y="56845"/>
                  </a:lnTo>
                  <a:lnTo>
                    <a:pt x="98628" y="56934"/>
                  </a:lnTo>
                  <a:lnTo>
                    <a:pt x="97320" y="57010"/>
                  </a:lnTo>
                  <a:lnTo>
                    <a:pt x="96253" y="57404"/>
                  </a:lnTo>
                  <a:lnTo>
                    <a:pt x="96304" y="58204"/>
                  </a:lnTo>
                  <a:lnTo>
                    <a:pt x="97370" y="58470"/>
                  </a:lnTo>
                  <a:lnTo>
                    <a:pt x="99999" y="58305"/>
                  </a:lnTo>
                  <a:lnTo>
                    <a:pt x="100584" y="58089"/>
                  </a:lnTo>
                  <a:lnTo>
                    <a:pt x="100469" y="58788"/>
                  </a:lnTo>
                  <a:lnTo>
                    <a:pt x="100533" y="60325"/>
                  </a:lnTo>
                  <a:lnTo>
                    <a:pt x="100609" y="61849"/>
                  </a:lnTo>
                  <a:lnTo>
                    <a:pt x="100952" y="63068"/>
                  </a:lnTo>
                  <a:lnTo>
                    <a:pt x="101155" y="63068"/>
                  </a:lnTo>
                  <a:lnTo>
                    <a:pt x="101155" y="52222"/>
                  </a:lnTo>
                  <a:lnTo>
                    <a:pt x="101092" y="51993"/>
                  </a:lnTo>
                  <a:lnTo>
                    <a:pt x="105092" y="56654"/>
                  </a:lnTo>
                  <a:lnTo>
                    <a:pt x="105092" y="52273"/>
                  </a:lnTo>
                  <a:lnTo>
                    <a:pt x="91592" y="36537"/>
                  </a:lnTo>
                  <a:lnTo>
                    <a:pt x="91592" y="40932"/>
                  </a:lnTo>
                  <a:lnTo>
                    <a:pt x="91224" y="40830"/>
                  </a:lnTo>
                  <a:lnTo>
                    <a:pt x="88595" y="40995"/>
                  </a:lnTo>
                  <a:lnTo>
                    <a:pt x="87972" y="41236"/>
                  </a:lnTo>
                  <a:lnTo>
                    <a:pt x="88099" y="40513"/>
                  </a:lnTo>
                  <a:lnTo>
                    <a:pt x="88023" y="38989"/>
                  </a:lnTo>
                  <a:lnTo>
                    <a:pt x="87960" y="37452"/>
                  </a:lnTo>
                  <a:lnTo>
                    <a:pt x="87617" y="36283"/>
                  </a:lnTo>
                  <a:lnTo>
                    <a:pt x="91592" y="40932"/>
                  </a:lnTo>
                  <a:lnTo>
                    <a:pt x="91592" y="36537"/>
                  </a:lnTo>
                  <a:lnTo>
                    <a:pt x="91122" y="35979"/>
                  </a:lnTo>
                  <a:lnTo>
                    <a:pt x="87591" y="31864"/>
                  </a:lnTo>
                  <a:lnTo>
                    <a:pt x="87591" y="36245"/>
                  </a:lnTo>
                  <a:lnTo>
                    <a:pt x="87134" y="36271"/>
                  </a:lnTo>
                  <a:lnTo>
                    <a:pt x="87376" y="35979"/>
                  </a:lnTo>
                  <a:lnTo>
                    <a:pt x="87591" y="36245"/>
                  </a:lnTo>
                  <a:lnTo>
                    <a:pt x="87591" y="31864"/>
                  </a:lnTo>
                  <a:lnTo>
                    <a:pt x="87376" y="31610"/>
                  </a:lnTo>
                  <a:lnTo>
                    <a:pt x="73431" y="47879"/>
                  </a:lnTo>
                  <a:lnTo>
                    <a:pt x="73431" y="56769"/>
                  </a:lnTo>
                  <a:lnTo>
                    <a:pt x="72859" y="56629"/>
                  </a:lnTo>
                  <a:lnTo>
                    <a:pt x="71551" y="56705"/>
                  </a:lnTo>
                  <a:lnTo>
                    <a:pt x="70243" y="56794"/>
                  </a:lnTo>
                  <a:lnTo>
                    <a:pt x="69215" y="57175"/>
                  </a:lnTo>
                  <a:lnTo>
                    <a:pt x="69215" y="57975"/>
                  </a:lnTo>
                  <a:lnTo>
                    <a:pt x="68872" y="57556"/>
                  </a:lnTo>
                  <a:lnTo>
                    <a:pt x="69189" y="57188"/>
                  </a:lnTo>
                  <a:lnTo>
                    <a:pt x="69215" y="57975"/>
                  </a:lnTo>
                  <a:lnTo>
                    <a:pt x="69215" y="57175"/>
                  </a:lnTo>
                  <a:lnTo>
                    <a:pt x="73190" y="52514"/>
                  </a:lnTo>
                  <a:lnTo>
                    <a:pt x="73113" y="53022"/>
                  </a:lnTo>
                  <a:lnTo>
                    <a:pt x="73253" y="56095"/>
                  </a:lnTo>
                  <a:lnTo>
                    <a:pt x="73431" y="56769"/>
                  </a:lnTo>
                  <a:lnTo>
                    <a:pt x="73431" y="47879"/>
                  </a:lnTo>
                  <a:lnTo>
                    <a:pt x="66408" y="56057"/>
                  </a:lnTo>
                  <a:lnTo>
                    <a:pt x="63957" y="53200"/>
                  </a:lnTo>
                  <a:lnTo>
                    <a:pt x="63957" y="57556"/>
                  </a:lnTo>
                  <a:lnTo>
                    <a:pt x="59817" y="62382"/>
                  </a:lnTo>
                  <a:lnTo>
                    <a:pt x="59931" y="61772"/>
                  </a:lnTo>
                  <a:lnTo>
                    <a:pt x="59778" y="58712"/>
                  </a:lnTo>
                  <a:lnTo>
                    <a:pt x="59588" y="58026"/>
                  </a:lnTo>
                  <a:lnTo>
                    <a:pt x="60210" y="58166"/>
                  </a:lnTo>
                  <a:lnTo>
                    <a:pt x="61518" y="58089"/>
                  </a:lnTo>
                  <a:lnTo>
                    <a:pt x="62826" y="58000"/>
                  </a:lnTo>
                  <a:lnTo>
                    <a:pt x="63881" y="57619"/>
                  </a:lnTo>
                  <a:lnTo>
                    <a:pt x="63868" y="57467"/>
                  </a:lnTo>
                  <a:lnTo>
                    <a:pt x="63957" y="53200"/>
                  </a:lnTo>
                  <a:lnTo>
                    <a:pt x="63169" y="52285"/>
                  </a:lnTo>
                  <a:lnTo>
                    <a:pt x="63169" y="56654"/>
                  </a:lnTo>
                  <a:lnTo>
                    <a:pt x="62763" y="56553"/>
                  </a:lnTo>
                  <a:lnTo>
                    <a:pt x="60134" y="56718"/>
                  </a:lnTo>
                  <a:lnTo>
                    <a:pt x="59512" y="56946"/>
                  </a:lnTo>
                  <a:lnTo>
                    <a:pt x="59651" y="56222"/>
                  </a:lnTo>
                  <a:lnTo>
                    <a:pt x="59575" y="54698"/>
                  </a:lnTo>
                  <a:lnTo>
                    <a:pt x="59499" y="53174"/>
                  </a:lnTo>
                  <a:lnTo>
                    <a:pt x="59232" y="52222"/>
                  </a:lnTo>
                  <a:lnTo>
                    <a:pt x="59232" y="63068"/>
                  </a:lnTo>
                  <a:lnTo>
                    <a:pt x="45453" y="79133"/>
                  </a:lnTo>
                  <a:lnTo>
                    <a:pt x="40665" y="73571"/>
                  </a:lnTo>
                  <a:lnTo>
                    <a:pt x="41719" y="73812"/>
                  </a:lnTo>
                  <a:lnTo>
                    <a:pt x="44348" y="73647"/>
                  </a:lnTo>
                  <a:lnTo>
                    <a:pt x="44932" y="73444"/>
                  </a:lnTo>
                  <a:lnTo>
                    <a:pt x="44805" y="74142"/>
                  </a:lnTo>
                  <a:lnTo>
                    <a:pt x="44881" y="75666"/>
                  </a:lnTo>
                  <a:lnTo>
                    <a:pt x="44958" y="77190"/>
                  </a:lnTo>
                  <a:lnTo>
                    <a:pt x="45288" y="78422"/>
                  </a:lnTo>
                  <a:lnTo>
                    <a:pt x="45986" y="78384"/>
                  </a:lnTo>
                  <a:lnTo>
                    <a:pt x="46202" y="77127"/>
                  </a:lnTo>
                  <a:lnTo>
                    <a:pt x="46062" y="74053"/>
                  </a:lnTo>
                  <a:lnTo>
                    <a:pt x="45859" y="73380"/>
                  </a:lnTo>
                  <a:lnTo>
                    <a:pt x="46482" y="73520"/>
                  </a:lnTo>
                  <a:lnTo>
                    <a:pt x="47790" y="73431"/>
                  </a:lnTo>
                  <a:lnTo>
                    <a:pt x="49098" y="73355"/>
                  </a:lnTo>
                  <a:lnTo>
                    <a:pt x="50152" y="72961"/>
                  </a:lnTo>
                  <a:lnTo>
                    <a:pt x="50114" y="72161"/>
                  </a:lnTo>
                  <a:lnTo>
                    <a:pt x="49034" y="71894"/>
                  </a:lnTo>
                  <a:lnTo>
                    <a:pt x="46405" y="72059"/>
                  </a:lnTo>
                  <a:lnTo>
                    <a:pt x="45783" y="72301"/>
                  </a:lnTo>
                  <a:lnTo>
                    <a:pt x="45923" y="71577"/>
                  </a:lnTo>
                  <a:lnTo>
                    <a:pt x="45847" y="70040"/>
                  </a:lnTo>
                  <a:lnTo>
                    <a:pt x="45770" y="68516"/>
                  </a:lnTo>
                  <a:lnTo>
                    <a:pt x="45440" y="67297"/>
                  </a:lnTo>
                  <a:lnTo>
                    <a:pt x="44742" y="67335"/>
                  </a:lnTo>
                  <a:lnTo>
                    <a:pt x="44526" y="68592"/>
                  </a:lnTo>
                  <a:lnTo>
                    <a:pt x="44678" y="71653"/>
                  </a:lnTo>
                  <a:lnTo>
                    <a:pt x="44856" y="72339"/>
                  </a:lnTo>
                  <a:lnTo>
                    <a:pt x="44284" y="72199"/>
                  </a:lnTo>
                  <a:lnTo>
                    <a:pt x="42964" y="72275"/>
                  </a:lnTo>
                  <a:lnTo>
                    <a:pt x="41656" y="72364"/>
                  </a:lnTo>
                  <a:lnTo>
                    <a:pt x="40601" y="72745"/>
                  </a:lnTo>
                  <a:lnTo>
                    <a:pt x="40627" y="73533"/>
                  </a:lnTo>
                  <a:lnTo>
                    <a:pt x="27317" y="58000"/>
                  </a:lnTo>
                  <a:lnTo>
                    <a:pt x="28371" y="58254"/>
                  </a:lnTo>
                  <a:lnTo>
                    <a:pt x="31000" y="58077"/>
                  </a:lnTo>
                  <a:lnTo>
                    <a:pt x="31584" y="57873"/>
                  </a:lnTo>
                  <a:lnTo>
                    <a:pt x="31470" y="58572"/>
                  </a:lnTo>
                  <a:lnTo>
                    <a:pt x="31534" y="60096"/>
                  </a:lnTo>
                  <a:lnTo>
                    <a:pt x="31610" y="61633"/>
                  </a:lnTo>
                  <a:lnTo>
                    <a:pt x="31953" y="62852"/>
                  </a:lnTo>
                  <a:lnTo>
                    <a:pt x="32639" y="62814"/>
                  </a:lnTo>
                  <a:lnTo>
                    <a:pt x="32854" y="61556"/>
                  </a:lnTo>
                  <a:lnTo>
                    <a:pt x="32715" y="58483"/>
                  </a:lnTo>
                  <a:lnTo>
                    <a:pt x="32512" y="57810"/>
                  </a:lnTo>
                  <a:lnTo>
                    <a:pt x="33134" y="57950"/>
                  </a:lnTo>
                  <a:lnTo>
                    <a:pt x="34442" y="57861"/>
                  </a:lnTo>
                  <a:lnTo>
                    <a:pt x="35750" y="57785"/>
                  </a:lnTo>
                  <a:lnTo>
                    <a:pt x="36817" y="57391"/>
                  </a:lnTo>
                  <a:lnTo>
                    <a:pt x="36766" y="56591"/>
                  </a:lnTo>
                  <a:lnTo>
                    <a:pt x="35687" y="56324"/>
                  </a:lnTo>
                  <a:lnTo>
                    <a:pt x="33058" y="56489"/>
                  </a:lnTo>
                  <a:lnTo>
                    <a:pt x="32448" y="56730"/>
                  </a:lnTo>
                  <a:lnTo>
                    <a:pt x="32575" y="56007"/>
                  </a:lnTo>
                  <a:lnTo>
                    <a:pt x="32499" y="54483"/>
                  </a:lnTo>
                  <a:lnTo>
                    <a:pt x="32423" y="52946"/>
                  </a:lnTo>
                  <a:lnTo>
                    <a:pt x="32092" y="51727"/>
                  </a:lnTo>
                  <a:lnTo>
                    <a:pt x="31940" y="51739"/>
                  </a:lnTo>
                  <a:lnTo>
                    <a:pt x="44945" y="36563"/>
                  </a:lnTo>
                  <a:lnTo>
                    <a:pt x="44780" y="37528"/>
                  </a:lnTo>
                  <a:lnTo>
                    <a:pt x="44932" y="40601"/>
                  </a:lnTo>
                  <a:lnTo>
                    <a:pt x="45110" y="41275"/>
                  </a:lnTo>
                  <a:lnTo>
                    <a:pt x="44526" y="41135"/>
                  </a:lnTo>
                  <a:lnTo>
                    <a:pt x="43218" y="41211"/>
                  </a:lnTo>
                  <a:lnTo>
                    <a:pt x="41910" y="41300"/>
                  </a:lnTo>
                  <a:lnTo>
                    <a:pt x="40855" y="41694"/>
                  </a:lnTo>
                  <a:lnTo>
                    <a:pt x="40894" y="42494"/>
                  </a:lnTo>
                  <a:lnTo>
                    <a:pt x="41973" y="42760"/>
                  </a:lnTo>
                  <a:lnTo>
                    <a:pt x="44602" y="42583"/>
                  </a:lnTo>
                  <a:lnTo>
                    <a:pt x="45186" y="42379"/>
                  </a:lnTo>
                  <a:lnTo>
                    <a:pt x="45072" y="43078"/>
                  </a:lnTo>
                  <a:lnTo>
                    <a:pt x="45135" y="44602"/>
                  </a:lnTo>
                  <a:lnTo>
                    <a:pt x="45212" y="46139"/>
                  </a:lnTo>
                  <a:lnTo>
                    <a:pt x="45542" y="47358"/>
                  </a:lnTo>
                  <a:lnTo>
                    <a:pt x="46240" y="47320"/>
                  </a:lnTo>
                  <a:lnTo>
                    <a:pt x="46456" y="46062"/>
                  </a:lnTo>
                  <a:lnTo>
                    <a:pt x="46316" y="42989"/>
                  </a:lnTo>
                  <a:lnTo>
                    <a:pt x="46113" y="42316"/>
                  </a:lnTo>
                  <a:lnTo>
                    <a:pt x="46736" y="42456"/>
                  </a:lnTo>
                  <a:lnTo>
                    <a:pt x="48044" y="42367"/>
                  </a:lnTo>
                  <a:lnTo>
                    <a:pt x="49352" y="42291"/>
                  </a:lnTo>
                  <a:lnTo>
                    <a:pt x="50406" y="41897"/>
                  </a:lnTo>
                  <a:lnTo>
                    <a:pt x="50393" y="41770"/>
                  </a:lnTo>
                  <a:lnTo>
                    <a:pt x="59143" y="51955"/>
                  </a:lnTo>
                  <a:lnTo>
                    <a:pt x="58470" y="51981"/>
                  </a:lnTo>
                  <a:lnTo>
                    <a:pt x="58254" y="53238"/>
                  </a:lnTo>
                  <a:lnTo>
                    <a:pt x="58394" y="56311"/>
                  </a:lnTo>
                  <a:lnTo>
                    <a:pt x="58572" y="56997"/>
                  </a:lnTo>
                  <a:lnTo>
                    <a:pt x="58000" y="56845"/>
                  </a:lnTo>
                  <a:lnTo>
                    <a:pt x="56692" y="56934"/>
                  </a:lnTo>
                  <a:lnTo>
                    <a:pt x="55384" y="57010"/>
                  </a:lnTo>
                  <a:lnTo>
                    <a:pt x="54343" y="57404"/>
                  </a:lnTo>
                  <a:lnTo>
                    <a:pt x="54343" y="57810"/>
                  </a:lnTo>
                  <a:lnTo>
                    <a:pt x="54368" y="58204"/>
                  </a:lnTo>
                  <a:lnTo>
                    <a:pt x="55448" y="58470"/>
                  </a:lnTo>
                  <a:lnTo>
                    <a:pt x="58077" y="58305"/>
                  </a:lnTo>
                  <a:lnTo>
                    <a:pt x="58661" y="58089"/>
                  </a:lnTo>
                  <a:lnTo>
                    <a:pt x="58534" y="58788"/>
                  </a:lnTo>
                  <a:lnTo>
                    <a:pt x="58610" y="60325"/>
                  </a:lnTo>
                  <a:lnTo>
                    <a:pt x="58686" y="61849"/>
                  </a:lnTo>
                  <a:lnTo>
                    <a:pt x="59016" y="63068"/>
                  </a:lnTo>
                  <a:lnTo>
                    <a:pt x="59232" y="63068"/>
                  </a:lnTo>
                  <a:lnTo>
                    <a:pt x="59232" y="52222"/>
                  </a:lnTo>
                  <a:lnTo>
                    <a:pt x="59169" y="51993"/>
                  </a:lnTo>
                  <a:lnTo>
                    <a:pt x="63169" y="56654"/>
                  </a:lnTo>
                  <a:lnTo>
                    <a:pt x="63169" y="52285"/>
                  </a:lnTo>
                  <a:lnTo>
                    <a:pt x="49669" y="36537"/>
                  </a:lnTo>
                  <a:lnTo>
                    <a:pt x="49669" y="40932"/>
                  </a:lnTo>
                  <a:lnTo>
                    <a:pt x="49288" y="40830"/>
                  </a:lnTo>
                  <a:lnTo>
                    <a:pt x="46659" y="40995"/>
                  </a:lnTo>
                  <a:lnTo>
                    <a:pt x="46037" y="41236"/>
                  </a:lnTo>
                  <a:lnTo>
                    <a:pt x="46177" y="40513"/>
                  </a:lnTo>
                  <a:lnTo>
                    <a:pt x="46101" y="38989"/>
                  </a:lnTo>
                  <a:lnTo>
                    <a:pt x="46024" y="37452"/>
                  </a:lnTo>
                  <a:lnTo>
                    <a:pt x="45694" y="36283"/>
                  </a:lnTo>
                  <a:lnTo>
                    <a:pt x="49669" y="40932"/>
                  </a:lnTo>
                  <a:lnTo>
                    <a:pt x="49669" y="36537"/>
                  </a:lnTo>
                  <a:lnTo>
                    <a:pt x="49199" y="35979"/>
                  </a:lnTo>
                  <a:lnTo>
                    <a:pt x="45669" y="31864"/>
                  </a:lnTo>
                  <a:lnTo>
                    <a:pt x="45669" y="36245"/>
                  </a:lnTo>
                  <a:lnTo>
                    <a:pt x="45212" y="36271"/>
                  </a:lnTo>
                  <a:lnTo>
                    <a:pt x="45453" y="35979"/>
                  </a:lnTo>
                  <a:lnTo>
                    <a:pt x="45669" y="36245"/>
                  </a:lnTo>
                  <a:lnTo>
                    <a:pt x="45669" y="31864"/>
                  </a:lnTo>
                  <a:lnTo>
                    <a:pt x="45453" y="31610"/>
                  </a:lnTo>
                  <a:lnTo>
                    <a:pt x="31508" y="47879"/>
                  </a:lnTo>
                  <a:lnTo>
                    <a:pt x="31508" y="56769"/>
                  </a:lnTo>
                  <a:lnTo>
                    <a:pt x="30937" y="56629"/>
                  </a:lnTo>
                  <a:lnTo>
                    <a:pt x="29629" y="56705"/>
                  </a:lnTo>
                  <a:lnTo>
                    <a:pt x="28321" y="56794"/>
                  </a:lnTo>
                  <a:lnTo>
                    <a:pt x="27292" y="57175"/>
                  </a:lnTo>
                  <a:lnTo>
                    <a:pt x="27292" y="57975"/>
                  </a:lnTo>
                  <a:lnTo>
                    <a:pt x="26949" y="57556"/>
                  </a:lnTo>
                  <a:lnTo>
                    <a:pt x="27254" y="57200"/>
                  </a:lnTo>
                  <a:lnTo>
                    <a:pt x="27292" y="57975"/>
                  </a:lnTo>
                  <a:lnTo>
                    <a:pt x="27292" y="57175"/>
                  </a:lnTo>
                  <a:lnTo>
                    <a:pt x="31267" y="52527"/>
                  </a:lnTo>
                  <a:lnTo>
                    <a:pt x="31178" y="53022"/>
                  </a:lnTo>
                  <a:lnTo>
                    <a:pt x="31330" y="56095"/>
                  </a:lnTo>
                  <a:lnTo>
                    <a:pt x="31508" y="56769"/>
                  </a:lnTo>
                  <a:lnTo>
                    <a:pt x="31508" y="47879"/>
                  </a:lnTo>
                  <a:lnTo>
                    <a:pt x="25069" y="55384"/>
                  </a:lnTo>
                  <a:lnTo>
                    <a:pt x="23202" y="53213"/>
                  </a:lnTo>
                  <a:lnTo>
                    <a:pt x="23202" y="57556"/>
                  </a:lnTo>
                  <a:lnTo>
                    <a:pt x="19062" y="62382"/>
                  </a:lnTo>
                  <a:lnTo>
                    <a:pt x="19177" y="61772"/>
                  </a:lnTo>
                  <a:lnTo>
                    <a:pt x="19037" y="58712"/>
                  </a:lnTo>
                  <a:lnTo>
                    <a:pt x="18834" y="58026"/>
                  </a:lnTo>
                  <a:lnTo>
                    <a:pt x="19456" y="58166"/>
                  </a:lnTo>
                  <a:lnTo>
                    <a:pt x="20764" y="58089"/>
                  </a:lnTo>
                  <a:lnTo>
                    <a:pt x="22072" y="58000"/>
                  </a:lnTo>
                  <a:lnTo>
                    <a:pt x="23139" y="57619"/>
                  </a:lnTo>
                  <a:lnTo>
                    <a:pt x="23126" y="57480"/>
                  </a:lnTo>
                  <a:lnTo>
                    <a:pt x="23202" y="53213"/>
                  </a:lnTo>
                  <a:lnTo>
                    <a:pt x="22415" y="52298"/>
                  </a:lnTo>
                  <a:lnTo>
                    <a:pt x="22415" y="56654"/>
                  </a:lnTo>
                  <a:lnTo>
                    <a:pt x="22009" y="56553"/>
                  </a:lnTo>
                  <a:lnTo>
                    <a:pt x="19380" y="56718"/>
                  </a:lnTo>
                  <a:lnTo>
                    <a:pt x="18770" y="56946"/>
                  </a:lnTo>
                  <a:lnTo>
                    <a:pt x="18897" y="56222"/>
                  </a:lnTo>
                  <a:lnTo>
                    <a:pt x="18821" y="54698"/>
                  </a:lnTo>
                  <a:lnTo>
                    <a:pt x="18745" y="53174"/>
                  </a:lnTo>
                  <a:lnTo>
                    <a:pt x="18415" y="51993"/>
                  </a:lnTo>
                  <a:lnTo>
                    <a:pt x="22415" y="56654"/>
                  </a:lnTo>
                  <a:lnTo>
                    <a:pt x="22415" y="52298"/>
                  </a:lnTo>
                  <a:lnTo>
                    <a:pt x="8915" y="36537"/>
                  </a:lnTo>
                  <a:lnTo>
                    <a:pt x="8915" y="40932"/>
                  </a:lnTo>
                  <a:lnTo>
                    <a:pt x="8547" y="40830"/>
                  </a:lnTo>
                  <a:lnTo>
                    <a:pt x="5918" y="40995"/>
                  </a:lnTo>
                  <a:lnTo>
                    <a:pt x="5283" y="41236"/>
                  </a:lnTo>
                  <a:lnTo>
                    <a:pt x="5422" y="40513"/>
                  </a:lnTo>
                  <a:lnTo>
                    <a:pt x="5346" y="38989"/>
                  </a:lnTo>
                  <a:lnTo>
                    <a:pt x="5283" y="37452"/>
                  </a:lnTo>
                  <a:lnTo>
                    <a:pt x="4940" y="36283"/>
                  </a:lnTo>
                  <a:lnTo>
                    <a:pt x="8915" y="40932"/>
                  </a:lnTo>
                  <a:lnTo>
                    <a:pt x="8915" y="36537"/>
                  </a:lnTo>
                  <a:lnTo>
                    <a:pt x="8445" y="35979"/>
                  </a:lnTo>
                  <a:lnTo>
                    <a:pt x="4914" y="31864"/>
                  </a:lnTo>
                  <a:lnTo>
                    <a:pt x="4914" y="36245"/>
                  </a:lnTo>
                  <a:lnTo>
                    <a:pt x="4457" y="36271"/>
                  </a:lnTo>
                  <a:lnTo>
                    <a:pt x="4699" y="35979"/>
                  </a:lnTo>
                  <a:lnTo>
                    <a:pt x="4914" y="36245"/>
                  </a:lnTo>
                  <a:lnTo>
                    <a:pt x="4914" y="31864"/>
                  </a:lnTo>
                  <a:lnTo>
                    <a:pt x="4699" y="31610"/>
                  </a:lnTo>
                  <a:lnTo>
                    <a:pt x="12" y="37084"/>
                  </a:lnTo>
                  <a:lnTo>
                    <a:pt x="0" y="41452"/>
                  </a:lnTo>
                  <a:lnTo>
                    <a:pt x="4203" y="36563"/>
                  </a:lnTo>
                  <a:lnTo>
                    <a:pt x="4038" y="37528"/>
                  </a:lnTo>
                  <a:lnTo>
                    <a:pt x="4178" y="40601"/>
                  </a:lnTo>
                  <a:lnTo>
                    <a:pt x="4356" y="41275"/>
                  </a:lnTo>
                  <a:lnTo>
                    <a:pt x="3784" y="41135"/>
                  </a:lnTo>
                  <a:lnTo>
                    <a:pt x="2476" y="41211"/>
                  </a:lnTo>
                  <a:lnTo>
                    <a:pt x="1168" y="41300"/>
                  </a:lnTo>
                  <a:lnTo>
                    <a:pt x="114" y="41694"/>
                  </a:lnTo>
                  <a:lnTo>
                    <a:pt x="152" y="42494"/>
                  </a:lnTo>
                  <a:lnTo>
                    <a:pt x="1231" y="42760"/>
                  </a:lnTo>
                  <a:lnTo>
                    <a:pt x="3860" y="42583"/>
                  </a:lnTo>
                  <a:lnTo>
                    <a:pt x="4432" y="42379"/>
                  </a:lnTo>
                  <a:lnTo>
                    <a:pt x="4318" y="43078"/>
                  </a:lnTo>
                  <a:lnTo>
                    <a:pt x="4394" y="44602"/>
                  </a:lnTo>
                  <a:lnTo>
                    <a:pt x="4457" y="46139"/>
                  </a:lnTo>
                  <a:lnTo>
                    <a:pt x="4800" y="47358"/>
                  </a:lnTo>
                  <a:lnTo>
                    <a:pt x="5486" y="47320"/>
                  </a:lnTo>
                  <a:lnTo>
                    <a:pt x="5715" y="46062"/>
                  </a:lnTo>
                  <a:lnTo>
                    <a:pt x="5562" y="42989"/>
                  </a:lnTo>
                  <a:lnTo>
                    <a:pt x="5372" y="42316"/>
                  </a:lnTo>
                  <a:lnTo>
                    <a:pt x="5981" y="42456"/>
                  </a:lnTo>
                  <a:lnTo>
                    <a:pt x="7289" y="42367"/>
                  </a:lnTo>
                  <a:lnTo>
                    <a:pt x="8610" y="42291"/>
                  </a:lnTo>
                  <a:lnTo>
                    <a:pt x="9664" y="41897"/>
                  </a:lnTo>
                  <a:lnTo>
                    <a:pt x="18389" y="51955"/>
                  </a:lnTo>
                  <a:lnTo>
                    <a:pt x="17729" y="51981"/>
                  </a:lnTo>
                  <a:lnTo>
                    <a:pt x="17500" y="53238"/>
                  </a:lnTo>
                  <a:lnTo>
                    <a:pt x="17653" y="56311"/>
                  </a:lnTo>
                  <a:lnTo>
                    <a:pt x="17830" y="56997"/>
                  </a:lnTo>
                  <a:lnTo>
                    <a:pt x="17259" y="56845"/>
                  </a:lnTo>
                  <a:lnTo>
                    <a:pt x="15951" y="56934"/>
                  </a:lnTo>
                  <a:lnTo>
                    <a:pt x="14643" y="57010"/>
                  </a:lnTo>
                  <a:lnTo>
                    <a:pt x="13576" y="57404"/>
                  </a:lnTo>
                  <a:lnTo>
                    <a:pt x="13627" y="58204"/>
                  </a:lnTo>
                  <a:lnTo>
                    <a:pt x="14693" y="58470"/>
                  </a:lnTo>
                  <a:lnTo>
                    <a:pt x="17322" y="58305"/>
                  </a:lnTo>
                  <a:lnTo>
                    <a:pt x="17907" y="58089"/>
                  </a:lnTo>
                  <a:lnTo>
                    <a:pt x="17792" y="58788"/>
                  </a:lnTo>
                  <a:lnTo>
                    <a:pt x="17856" y="60325"/>
                  </a:lnTo>
                  <a:lnTo>
                    <a:pt x="17932" y="61849"/>
                  </a:lnTo>
                  <a:lnTo>
                    <a:pt x="18275" y="63068"/>
                  </a:lnTo>
                  <a:lnTo>
                    <a:pt x="18478" y="63068"/>
                  </a:lnTo>
                  <a:lnTo>
                    <a:pt x="4699" y="79133"/>
                  </a:lnTo>
                  <a:lnTo>
                    <a:pt x="0" y="73660"/>
                  </a:lnTo>
                  <a:lnTo>
                    <a:pt x="0" y="78016"/>
                  </a:lnTo>
                  <a:lnTo>
                    <a:pt x="4699" y="83502"/>
                  </a:lnTo>
                  <a:lnTo>
                    <a:pt x="8445" y="79133"/>
                  </a:lnTo>
                  <a:lnTo>
                    <a:pt x="25069" y="59740"/>
                  </a:lnTo>
                  <a:lnTo>
                    <a:pt x="45453" y="83502"/>
                  </a:lnTo>
                  <a:lnTo>
                    <a:pt x="49199" y="79133"/>
                  </a:lnTo>
                  <a:lnTo>
                    <a:pt x="66408" y="59067"/>
                  </a:lnTo>
                  <a:lnTo>
                    <a:pt x="87376" y="83502"/>
                  </a:lnTo>
                  <a:lnTo>
                    <a:pt x="91122" y="79133"/>
                  </a:lnTo>
                  <a:lnTo>
                    <a:pt x="109626" y="57556"/>
                  </a:lnTo>
                  <a:close/>
                </a:path>
                <a:path w="118109" h="83820">
                  <a:moveTo>
                    <a:pt x="117665" y="11176"/>
                  </a:moveTo>
                  <a:lnTo>
                    <a:pt x="111823" y="4368"/>
                  </a:lnTo>
                  <a:lnTo>
                    <a:pt x="108089" y="0"/>
                  </a:lnTo>
                  <a:lnTo>
                    <a:pt x="94132" y="16281"/>
                  </a:lnTo>
                  <a:lnTo>
                    <a:pt x="94132" y="25171"/>
                  </a:lnTo>
                  <a:lnTo>
                    <a:pt x="93560" y="25019"/>
                  </a:lnTo>
                  <a:lnTo>
                    <a:pt x="92252" y="25107"/>
                  </a:lnTo>
                  <a:lnTo>
                    <a:pt x="90944" y="25184"/>
                  </a:lnTo>
                  <a:lnTo>
                    <a:pt x="89916" y="25577"/>
                  </a:lnTo>
                  <a:lnTo>
                    <a:pt x="89916" y="26352"/>
                  </a:lnTo>
                  <a:lnTo>
                    <a:pt x="89585" y="25946"/>
                  </a:lnTo>
                  <a:lnTo>
                    <a:pt x="89890" y="25590"/>
                  </a:lnTo>
                  <a:lnTo>
                    <a:pt x="89916" y="26352"/>
                  </a:lnTo>
                  <a:lnTo>
                    <a:pt x="89916" y="25577"/>
                  </a:lnTo>
                  <a:lnTo>
                    <a:pt x="93891" y="20916"/>
                  </a:lnTo>
                  <a:lnTo>
                    <a:pt x="93814" y="21412"/>
                  </a:lnTo>
                  <a:lnTo>
                    <a:pt x="93954" y="24485"/>
                  </a:lnTo>
                  <a:lnTo>
                    <a:pt x="94132" y="25171"/>
                  </a:lnTo>
                  <a:lnTo>
                    <a:pt x="94132" y="16281"/>
                  </a:lnTo>
                  <a:lnTo>
                    <a:pt x="87388" y="24142"/>
                  </a:lnTo>
                  <a:lnTo>
                    <a:pt x="85204" y="21602"/>
                  </a:lnTo>
                  <a:lnTo>
                    <a:pt x="85204" y="25946"/>
                  </a:lnTo>
                  <a:lnTo>
                    <a:pt x="81064" y="30784"/>
                  </a:lnTo>
                  <a:lnTo>
                    <a:pt x="81178" y="30162"/>
                  </a:lnTo>
                  <a:lnTo>
                    <a:pt x="81026" y="27101"/>
                  </a:lnTo>
                  <a:lnTo>
                    <a:pt x="80835" y="26428"/>
                  </a:lnTo>
                  <a:lnTo>
                    <a:pt x="81445" y="26568"/>
                  </a:lnTo>
                  <a:lnTo>
                    <a:pt x="82753" y="26479"/>
                  </a:lnTo>
                  <a:lnTo>
                    <a:pt x="84074" y="26390"/>
                  </a:lnTo>
                  <a:lnTo>
                    <a:pt x="85128" y="26009"/>
                  </a:lnTo>
                  <a:lnTo>
                    <a:pt x="85115" y="25857"/>
                  </a:lnTo>
                  <a:lnTo>
                    <a:pt x="85204" y="21602"/>
                  </a:lnTo>
                  <a:lnTo>
                    <a:pt x="84416" y="20675"/>
                  </a:lnTo>
                  <a:lnTo>
                    <a:pt x="84416" y="25044"/>
                  </a:lnTo>
                  <a:lnTo>
                    <a:pt x="84010" y="24942"/>
                  </a:lnTo>
                  <a:lnTo>
                    <a:pt x="81381" y="25107"/>
                  </a:lnTo>
                  <a:lnTo>
                    <a:pt x="80746" y="25336"/>
                  </a:lnTo>
                  <a:lnTo>
                    <a:pt x="80886" y="24612"/>
                  </a:lnTo>
                  <a:lnTo>
                    <a:pt x="80822" y="23088"/>
                  </a:lnTo>
                  <a:lnTo>
                    <a:pt x="80746" y="21564"/>
                  </a:lnTo>
                  <a:lnTo>
                    <a:pt x="80479" y="20637"/>
                  </a:lnTo>
                  <a:lnTo>
                    <a:pt x="80479" y="31457"/>
                  </a:lnTo>
                  <a:lnTo>
                    <a:pt x="66700" y="47536"/>
                  </a:lnTo>
                  <a:lnTo>
                    <a:pt x="61912" y="41960"/>
                  </a:lnTo>
                  <a:lnTo>
                    <a:pt x="62966" y="42214"/>
                  </a:lnTo>
                  <a:lnTo>
                    <a:pt x="65595" y="42037"/>
                  </a:lnTo>
                  <a:lnTo>
                    <a:pt x="66179" y="41833"/>
                  </a:lnTo>
                  <a:lnTo>
                    <a:pt x="66052" y="42532"/>
                  </a:lnTo>
                  <a:lnTo>
                    <a:pt x="66128" y="44056"/>
                  </a:lnTo>
                  <a:lnTo>
                    <a:pt x="66205" y="45593"/>
                  </a:lnTo>
                  <a:lnTo>
                    <a:pt x="66535" y="46812"/>
                  </a:lnTo>
                  <a:lnTo>
                    <a:pt x="67221" y="46774"/>
                  </a:lnTo>
                  <a:lnTo>
                    <a:pt x="67449" y="45516"/>
                  </a:lnTo>
                  <a:lnTo>
                    <a:pt x="67297" y="42443"/>
                  </a:lnTo>
                  <a:lnTo>
                    <a:pt x="67106" y="41757"/>
                  </a:lnTo>
                  <a:lnTo>
                    <a:pt x="67729" y="41910"/>
                  </a:lnTo>
                  <a:lnTo>
                    <a:pt x="69037" y="41821"/>
                  </a:lnTo>
                  <a:lnTo>
                    <a:pt x="70345" y="41744"/>
                  </a:lnTo>
                  <a:lnTo>
                    <a:pt x="71399" y="41351"/>
                  </a:lnTo>
                  <a:lnTo>
                    <a:pt x="71361" y="40551"/>
                  </a:lnTo>
                  <a:lnTo>
                    <a:pt x="70281" y="40284"/>
                  </a:lnTo>
                  <a:lnTo>
                    <a:pt x="67652" y="40449"/>
                  </a:lnTo>
                  <a:lnTo>
                    <a:pt x="67030" y="40690"/>
                  </a:lnTo>
                  <a:lnTo>
                    <a:pt x="67157" y="39966"/>
                  </a:lnTo>
                  <a:lnTo>
                    <a:pt x="67094" y="38442"/>
                  </a:lnTo>
                  <a:lnTo>
                    <a:pt x="67017" y="36906"/>
                  </a:lnTo>
                  <a:lnTo>
                    <a:pt x="66675" y="35687"/>
                  </a:lnTo>
                  <a:lnTo>
                    <a:pt x="65989" y="35725"/>
                  </a:lnTo>
                  <a:lnTo>
                    <a:pt x="65773" y="36982"/>
                  </a:lnTo>
                  <a:lnTo>
                    <a:pt x="65913" y="40055"/>
                  </a:lnTo>
                  <a:lnTo>
                    <a:pt x="66090" y="40728"/>
                  </a:lnTo>
                  <a:lnTo>
                    <a:pt x="65519" y="40589"/>
                  </a:lnTo>
                  <a:lnTo>
                    <a:pt x="64211" y="40665"/>
                  </a:lnTo>
                  <a:lnTo>
                    <a:pt x="62903" y="40754"/>
                  </a:lnTo>
                  <a:lnTo>
                    <a:pt x="61849" y="41148"/>
                  </a:lnTo>
                  <a:lnTo>
                    <a:pt x="61874" y="41922"/>
                  </a:lnTo>
                  <a:lnTo>
                    <a:pt x="48564" y="26390"/>
                  </a:lnTo>
                  <a:lnTo>
                    <a:pt x="49618" y="26644"/>
                  </a:lnTo>
                  <a:lnTo>
                    <a:pt x="52247" y="26479"/>
                  </a:lnTo>
                  <a:lnTo>
                    <a:pt x="52832" y="26263"/>
                  </a:lnTo>
                  <a:lnTo>
                    <a:pt x="52705" y="26962"/>
                  </a:lnTo>
                  <a:lnTo>
                    <a:pt x="52781" y="28486"/>
                  </a:lnTo>
                  <a:lnTo>
                    <a:pt x="52857" y="30022"/>
                  </a:lnTo>
                  <a:lnTo>
                    <a:pt x="53187" y="31242"/>
                  </a:lnTo>
                  <a:lnTo>
                    <a:pt x="53886" y="31203"/>
                  </a:lnTo>
                  <a:lnTo>
                    <a:pt x="54102" y="29946"/>
                  </a:lnTo>
                  <a:lnTo>
                    <a:pt x="53949" y="26873"/>
                  </a:lnTo>
                  <a:lnTo>
                    <a:pt x="53759" y="26200"/>
                  </a:lnTo>
                  <a:lnTo>
                    <a:pt x="54381" y="26339"/>
                  </a:lnTo>
                  <a:lnTo>
                    <a:pt x="55689" y="26263"/>
                  </a:lnTo>
                  <a:lnTo>
                    <a:pt x="56997" y="26174"/>
                  </a:lnTo>
                  <a:lnTo>
                    <a:pt x="58039" y="25781"/>
                  </a:lnTo>
                  <a:lnTo>
                    <a:pt x="58039" y="25374"/>
                  </a:lnTo>
                  <a:lnTo>
                    <a:pt x="58013" y="24980"/>
                  </a:lnTo>
                  <a:lnTo>
                    <a:pt x="56934" y="24714"/>
                  </a:lnTo>
                  <a:lnTo>
                    <a:pt x="54305" y="24892"/>
                  </a:lnTo>
                  <a:lnTo>
                    <a:pt x="53682" y="25120"/>
                  </a:lnTo>
                  <a:lnTo>
                    <a:pt x="53822" y="24396"/>
                  </a:lnTo>
                  <a:lnTo>
                    <a:pt x="53746" y="22872"/>
                  </a:lnTo>
                  <a:lnTo>
                    <a:pt x="53670" y="21336"/>
                  </a:lnTo>
                  <a:lnTo>
                    <a:pt x="53340" y="20116"/>
                  </a:lnTo>
                  <a:lnTo>
                    <a:pt x="53187" y="20129"/>
                  </a:lnTo>
                  <a:lnTo>
                    <a:pt x="66192" y="4953"/>
                  </a:lnTo>
                  <a:lnTo>
                    <a:pt x="66027" y="5918"/>
                  </a:lnTo>
                  <a:lnTo>
                    <a:pt x="66167" y="8991"/>
                  </a:lnTo>
                  <a:lnTo>
                    <a:pt x="66344" y="9677"/>
                  </a:lnTo>
                  <a:lnTo>
                    <a:pt x="65773" y="9525"/>
                  </a:lnTo>
                  <a:lnTo>
                    <a:pt x="64465" y="9613"/>
                  </a:lnTo>
                  <a:lnTo>
                    <a:pt x="63157" y="9690"/>
                  </a:lnTo>
                  <a:lnTo>
                    <a:pt x="62103" y="10083"/>
                  </a:lnTo>
                  <a:lnTo>
                    <a:pt x="62141" y="10883"/>
                  </a:lnTo>
                  <a:lnTo>
                    <a:pt x="63220" y="11150"/>
                  </a:lnTo>
                  <a:lnTo>
                    <a:pt x="65849" y="10985"/>
                  </a:lnTo>
                  <a:lnTo>
                    <a:pt x="66433" y="10769"/>
                  </a:lnTo>
                  <a:lnTo>
                    <a:pt x="66306" y="11468"/>
                  </a:lnTo>
                  <a:lnTo>
                    <a:pt x="66382" y="13004"/>
                  </a:lnTo>
                  <a:lnTo>
                    <a:pt x="66459" y="14528"/>
                  </a:lnTo>
                  <a:lnTo>
                    <a:pt x="66789" y="15748"/>
                  </a:lnTo>
                  <a:lnTo>
                    <a:pt x="67487" y="15709"/>
                  </a:lnTo>
                  <a:lnTo>
                    <a:pt x="67703" y="14452"/>
                  </a:lnTo>
                  <a:lnTo>
                    <a:pt x="67551" y="11391"/>
                  </a:lnTo>
                  <a:lnTo>
                    <a:pt x="67360" y="10706"/>
                  </a:lnTo>
                  <a:lnTo>
                    <a:pt x="67983" y="10845"/>
                  </a:lnTo>
                  <a:lnTo>
                    <a:pt x="69291" y="10769"/>
                  </a:lnTo>
                  <a:lnTo>
                    <a:pt x="70599" y="10680"/>
                  </a:lnTo>
                  <a:lnTo>
                    <a:pt x="71653" y="10299"/>
                  </a:lnTo>
                  <a:lnTo>
                    <a:pt x="71640" y="10160"/>
                  </a:lnTo>
                  <a:lnTo>
                    <a:pt x="80391" y="20345"/>
                  </a:lnTo>
                  <a:lnTo>
                    <a:pt x="79717" y="20383"/>
                  </a:lnTo>
                  <a:lnTo>
                    <a:pt x="79502" y="21640"/>
                  </a:lnTo>
                  <a:lnTo>
                    <a:pt x="79641" y="24701"/>
                  </a:lnTo>
                  <a:lnTo>
                    <a:pt x="79819" y="25387"/>
                  </a:lnTo>
                  <a:lnTo>
                    <a:pt x="79248" y="25234"/>
                  </a:lnTo>
                  <a:lnTo>
                    <a:pt x="77939" y="25323"/>
                  </a:lnTo>
                  <a:lnTo>
                    <a:pt x="76631" y="25412"/>
                  </a:lnTo>
                  <a:lnTo>
                    <a:pt x="75577" y="25793"/>
                  </a:lnTo>
                  <a:lnTo>
                    <a:pt x="75615" y="26606"/>
                  </a:lnTo>
                  <a:lnTo>
                    <a:pt x="76695" y="26860"/>
                  </a:lnTo>
                  <a:lnTo>
                    <a:pt x="79324" y="26695"/>
                  </a:lnTo>
                  <a:lnTo>
                    <a:pt x="79895" y="26479"/>
                  </a:lnTo>
                  <a:lnTo>
                    <a:pt x="79781" y="27178"/>
                  </a:lnTo>
                  <a:lnTo>
                    <a:pt x="79857" y="28714"/>
                  </a:lnTo>
                  <a:lnTo>
                    <a:pt x="79921" y="30238"/>
                  </a:lnTo>
                  <a:lnTo>
                    <a:pt x="80264" y="31470"/>
                  </a:lnTo>
                  <a:lnTo>
                    <a:pt x="80479" y="31457"/>
                  </a:lnTo>
                  <a:lnTo>
                    <a:pt x="80479" y="20637"/>
                  </a:lnTo>
                  <a:lnTo>
                    <a:pt x="80403" y="20358"/>
                  </a:lnTo>
                  <a:lnTo>
                    <a:pt x="84416" y="25044"/>
                  </a:lnTo>
                  <a:lnTo>
                    <a:pt x="84416" y="20675"/>
                  </a:lnTo>
                  <a:lnTo>
                    <a:pt x="70916" y="4927"/>
                  </a:lnTo>
                  <a:lnTo>
                    <a:pt x="70916" y="9321"/>
                  </a:lnTo>
                  <a:lnTo>
                    <a:pt x="70535" y="9220"/>
                  </a:lnTo>
                  <a:lnTo>
                    <a:pt x="67906" y="9398"/>
                  </a:lnTo>
                  <a:lnTo>
                    <a:pt x="67284" y="9626"/>
                  </a:lnTo>
                  <a:lnTo>
                    <a:pt x="67411" y="8902"/>
                  </a:lnTo>
                  <a:lnTo>
                    <a:pt x="67348" y="7378"/>
                  </a:lnTo>
                  <a:lnTo>
                    <a:pt x="67271" y="5854"/>
                  </a:lnTo>
                  <a:lnTo>
                    <a:pt x="66941" y="4673"/>
                  </a:lnTo>
                  <a:lnTo>
                    <a:pt x="70916" y="9321"/>
                  </a:lnTo>
                  <a:lnTo>
                    <a:pt x="70916" y="4927"/>
                  </a:lnTo>
                  <a:lnTo>
                    <a:pt x="70446" y="4368"/>
                  </a:lnTo>
                  <a:lnTo>
                    <a:pt x="66916" y="254"/>
                  </a:lnTo>
                  <a:lnTo>
                    <a:pt x="66916" y="4635"/>
                  </a:lnTo>
                  <a:lnTo>
                    <a:pt x="66459" y="4660"/>
                  </a:lnTo>
                  <a:lnTo>
                    <a:pt x="66700" y="4368"/>
                  </a:lnTo>
                  <a:lnTo>
                    <a:pt x="66916" y="4635"/>
                  </a:lnTo>
                  <a:lnTo>
                    <a:pt x="66916" y="254"/>
                  </a:lnTo>
                  <a:lnTo>
                    <a:pt x="66700" y="0"/>
                  </a:lnTo>
                  <a:lnTo>
                    <a:pt x="52755" y="16268"/>
                  </a:lnTo>
                  <a:lnTo>
                    <a:pt x="52755" y="25171"/>
                  </a:lnTo>
                  <a:lnTo>
                    <a:pt x="52171" y="25019"/>
                  </a:lnTo>
                  <a:lnTo>
                    <a:pt x="50863" y="25107"/>
                  </a:lnTo>
                  <a:lnTo>
                    <a:pt x="49555" y="25184"/>
                  </a:lnTo>
                  <a:lnTo>
                    <a:pt x="48526" y="25577"/>
                  </a:lnTo>
                  <a:lnTo>
                    <a:pt x="48526" y="26352"/>
                  </a:lnTo>
                  <a:lnTo>
                    <a:pt x="48196" y="25946"/>
                  </a:lnTo>
                  <a:lnTo>
                    <a:pt x="48501" y="25590"/>
                  </a:lnTo>
                  <a:lnTo>
                    <a:pt x="48526" y="26352"/>
                  </a:lnTo>
                  <a:lnTo>
                    <a:pt x="48526" y="25577"/>
                  </a:lnTo>
                  <a:lnTo>
                    <a:pt x="52501" y="20916"/>
                  </a:lnTo>
                  <a:lnTo>
                    <a:pt x="52425" y="21412"/>
                  </a:lnTo>
                  <a:lnTo>
                    <a:pt x="52578" y="24485"/>
                  </a:lnTo>
                  <a:lnTo>
                    <a:pt x="52755" y="25171"/>
                  </a:lnTo>
                  <a:lnTo>
                    <a:pt x="52755" y="16268"/>
                  </a:lnTo>
                  <a:lnTo>
                    <a:pt x="44450" y="25946"/>
                  </a:lnTo>
                  <a:lnTo>
                    <a:pt x="66700" y="51892"/>
                  </a:lnTo>
                  <a:lnTo>
                    <a:pt x="70446" y="47536"/>
                  </a:lnTo>
                  <a:lnTo>
                    <a:pt x="87388" y="27762"/>
                  </a:lnTo>
                  <a:lnTo>
                    <a:pt x="108089" y="51892"/>
                  </a:lnTo>
                  <a:lnTo>
                    <a:pt x="111823" y="47536"/>
                  </a:lnTo>
                  <a:lnTo>
                    <a:pt x="117665" y="40728"/>
                  </a:lnTo>
                  <a:lnTo>
                    <a:pt x="117665" y="36360"/>
                  </a:lnTo>
                  <a:lnTo>
                    <a:pt x="108089" y="47536"/>
                  </a:lnTo>
                  <a:lnTo>
                    <a:pt x="103301" y="41960"/>
                  </a:lnTo>
                  <a:lnTo>
                    <a:pt x="104355" y="42214"/>
                  </a:lnTo>
                  <a:lnTo>
                    <a:pt x="106984" y="42037"/>
                  </a:lnTo>
                  <a:lnTo>
                    <a:pt x="108026" y="41656"/>
                  </a:lnTo>
                  <a:lnTo>
                    <a:pt x="108000" y="41249"/>
                  </a:lnTo>
                  <a:lnTo>
                    <a:pt x="108318" y="41224"/>
                  </a:lnTo>
                  <a:lnTo>
                    <a:pt x="108546" y="39966"/>
                  </a:lnTo>
                  <a:lnTo>
                    <a:pt x="108483" y="38442"/>
                  </a:lnTo>
                  <a:lnTo>
                    <a:pt x="108407" y="36906"/>
                  </a:lnTo>
                  <a:lnTo>
                    <a:pt x="108064" y="35687"/>
                  </a:lnTo>
                  <a:lnTo>
                    <a:pt x="107378" y="35725"/>
                  </a:lnTo>
                  <a:lnTo>
                    <a:pt x="107162" y="36982"/>
                  </a:lnTo>
                  <a:lnTo>
                    <a:pt x="107302" y="40055"/>
                  </a:lnTo>
                  <a:lnTo>
                    <a:pt x="107480" y="40728"/>
                  </a:lnTo>
                  <a:lnTo>
                    <a:pt x="106908" y="40589"/>
                  </a:lnTo>
                  <a:lnTo>
                    <a:pt x="105600" y="40665"/>
                  </a:lnTo>
                  <a:lnTo>
                    <a:pt x="104292" y="40754"/>
                  </a:lnTo>
                  <a:lnTo>
                    <a:pt x="103238" y="41148"/>
                  </a:lnTo>
                  <a:lnTo>
                    <a:pt x="103263" y="41922"/>
                  </a:lnTo>
                  <a:lnTo>
                    <a:pt x="89954" y="26390"/>
                  </a:lnTo>
                  <a:lnTo>
                    <a:pt x="91008" y="26644"/>
                  </a:lnTo>
                  <a:lnTo>
                    <a:pt x="93637" y="26479"/>
                  </a:lnTo>
                  <a:lnTo>
                    <a:pt x="94221" y="26263"/>
                  </a:lnTo>
                  <a:lnTo>
                    <a:pt x="94094" y="26962"/>
                  </a:lnTo>
                  <a:lnTo>
                    <a:pt x="94170" y="28486"/>
                  </a:lnTo>
                  <a:lnTo>
                    <a:pt x="94246" y="30022"/>
                  </a:lnTo>
                  <a:lnTo>
                    <a:pt x="94576" y="31242"/>
                  </a:lnTo>
                  <a:lnTo>
                    <a:pt x="95262" y="31203"/>
                  </a:lnTo>
                  <a:lnTo>
                    <a:pt x="95491" y="29946"/>
                  </a:lnTo>
                  <a:lnTo>
                    <a:pt x="95338" y="26873"/>
                  </a:lnTo>
                  <a:lnTo>
                    <a:pt x="95148" y="26200"/>
                  </a:lnTo>
                  <a:lnTo>
                    <a:pt x="95770" y="26339"/>
                  </a:lnTo>
                  <a:lnTo>
                    <a:pt x="97078" y="26263"/>
                  </a:lnTo>
                  <a:lnTo>
                    <a:pt x="98386" y="26174"/>
                  </a:lnTo>
                  <a:lnTo>
                    <a:pt x="99441" y="25781"/>
                  </a:lnTo>
                  <a:lnTo>
                    <a:pt x="99402" y="24980"/>
                  </a:lnTo>
                  <a:lnTo>
                    <a:pt x="98323" y="24714"/>
                  </a:lnTo>
                  <a:lnTo>
                    <a:pt x="95694" y="24892"/>
                  </a:lnTo>
                  <a:lnTo>
                    <a:pt x="95072" y="25120"/>
                  </a:lnTo>
                  <a:lnTo>
                    <a:pt x="95199" y="24396"/>
                  </a:lnTo>
                  <a:lnTo>
                    <a:pt x="95135" y="22872"/>
                  </a:lnTo>
                  <a:lnTo>
                    <a:pt x="95059" y="21336"/>
                  </a:lnTo>
                  <a:lnTo>
                    <a:pt x="94729" y="20116"/>
                  </a:lnTo>
                  <a:lnTo>
                    <a:pt x="94576" y="20129"/>
                  </a:lnTo>
                  <a:lnTo>
                    <a:pt x="108089" y="4368"/>
                  </a:lnTo>
                  <a:lnTo>
                    <a:pt x="117665" y="15544"/>
                  </a:lnTo>
                  <a:lnTo>
                    <a:pt x="117665" y="11176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11722367" y="8093894"/>
              <a:ext cx="118110" cy="272415"/>
            </a:xfrm>
            <a:custGeom>
              <a:avLst/>
              <a:gdLst/>
              <a:ahLst/>
              <a:cxnLst/>
              <a:rect l="l" t="t" r="r" b="b"/>
              <a:pathLst>
                <a:path w="118109" h="272415">
                  <a:moveTo>
                    <a:pt x="9448" y="261734"/>
                  </a:moveTo>
                  <a:lnTo>
                    <a:pt x="9398" y="260921"/>
                  </a:lnTo>
                  <a:lnTo>
                    <a:pt x="8331" y="260667"/>
                  </a:lnTo>
                  <a:lnTo>
                    <a:pt x="5702" y="260832"/>
                  </a:lnTo>
                  <a:lnTo>
                    <a:pt x="5080" y="261073"/>
                  </a:lnTo>
                  <a:lnTo>
                    <a:pt x="5207" y="260350"/>
                  </a:lnTo>
                  <a:lnTo>
                    <a:pt x="5130" y="258813"/>
                  </a:lnTo>
                  <a:lnTo>
                    <a:pt x="5067" y="257289"/>
                  </a:lnTo>
                  <a:lnTo>
                    <a:pt x="4724" y="256057"/>
                  </a:lnTo>
                  <a:lnTo>
                    <a:pt x="4051" y="256108"/>
                  </a:lnTo>
                  <a:lnTo>
                    <a:pt x="3810" y="257365"/>
                  </a:lnTo>
                  <a:lnTo>
                    <a:pt x="3962" y="260426"/>
                  </a:lnTo>
                  <a:lnTo>
                    <a:pt x="4140" y="261112"/>
                  </a:lnTo>
                  <a:lnTo>
                    <a:pt x="3568" y="260959"/>
                  </a:lnTo>
                  <a:lnTo>
                    <a:pt x="952" y="261137"/>
                  </a:lnTo>
                  <a:lnTo>
                    <a:pt x="0" y="261480"/>
                  </a:lnTo>
                  <a:lnTo>
                    <a:pt x="0" y="262343"/>
                  </a:lnTo>
                  <a:lnTo>
                    <a:pt x="1016" y="262585"/>
                  </a:lnTo>
                  <a:lnTo>
                    <a:pt x="3644" y="262420"/>
                  </a:lnTo>
                  <a:lnTo>
                    <a:pt x="4216" y="262216"/>
                  </a:lnTo>
                  <a:lnTo>
                    <a:pt x="4102" y="262915"/>
                  </a:lnTo>
                  <a:lnTo>
                    <a:pt x="4178" y="264439"/>
                  </a:lnTo>
                  <a:lnTo>
                    <a:pt x="4241" y="265963"/>
                  </a:lnTo>
                  <a:lnTo>
                    <a:pt x="4584" y="267195"/>
                  </a:lnTo>
                  <a:lnTo>
                    <a:pt x="5257" y="267157"/>
                  </a:lnTo>
                  <a:lnTo>
                    <a:pt x="5499" y="265899"/>
                  </a:lnTo>
                  <a:lnTo>
                    <a:pt x="5346" y="262826"/>
                  </a:lnTo>
                  <a:lnTo>
                    <a:pt x="5156" y="262153"/>
                  </a:lnTo>
                  <a:lnTo>
                    <a:pt x="5765" y="262293"/>
                  </a:lnTo>
                  <a:lnTo>
                    <a:pt x="7073" y="262204"/>
                  </a:lnTo>
                  <a:lnTo>
                    <a:pt x="8382" y="262115"/>
                  </a:lnTo>
                  <a:lnTo>
                    <a:pt x="9448" y="261734"/>
                  </a:lnTo>
                  <a:close/>
                </a:path>
                <a:path w="118109" h="272415">
                  <a:moveTo>
                    <a:pt x="47599" y="214718"/>
                  </a:moveTo>
                  <a:lnTo>
                    <a:pt x="43853" y="210362"/>
                  </a:lnTo>
                  <a:lnTo>
                    <a:pt x="43853" y="214718"/>
                  </a:lnTo>
                  <a:lnTo>
                    <a:pt x="39712" y="219557"/>
                  </a:lnTo>
                  <a:lnTo>
                    <a:pt x="39827" y="218935"/>
                  </a:lnTo>
                  <a:lnTo>
                    <a:pt x="39674" y="215874"/>
                  </a:lnTo>
                  <a:lnTo>
                    <a:pt x="39484" y="215188"/>
                  </a:lnTo>
                  <a:lnTo>
                    <a:pt x="40106" y="215328"/>
                  </a:lnTo>
                  <a:lnTo>
                    <a:pt x="41414" y="215252"/>
                  </a:lnTo>
                  <a:lnTo>
                    <a:pt x="42722" y="215163"/>
                  </a:lnTo>
                  <a:lnTo>
                    <a:pt x="43776" y="214782"/>
                  </a:lnTo>
                  <a:lnTo>
                    <a:pt x="43764" y="214630"/>
                  </a:lnTo>
                  <a:lnTo>
                    <a:pt x="43853" y="210362"/>
                  </a:lnTo>
                  <a:lnTo>
                    <a:pt x="43065" y="209435"/>
                  </a:lnTo>
                  <a:lnTo>
                    <a:pt x="43065" y="213817"/>
                  </a:lnTo>
                  <a:lnTo>
                    <a:pt x="42659" y="213715"/>
                  </a:lnTo>
                  <a:lnTo>
                    <a:pt x="40030" y="213880"/>
                  </a:lnTo>
                  <a:lnTo>
                    <a:pt x="39408" y="214109"/>
                  </a:lnTo>
                  <a:lnTo>
                    <a:pt x="39535" y="213385"/>
                  </a:lnTo>
                  <a:lnTo>
                    <a:pt x="39471" y="211861"/>
                  </a:lnTo>
                  <a:lnTo>
                    <a:pt x="39395" y="210337"/>
                  </a:lnTo>
                  <a:lnTo>
                    <a:pt x="39128" y="209410"/>
                  </a:lnTo>
                  <a:lnTo>
                    <a:pt x="39128" y="220230"/>
                  </a:lnTo>
                  <a:lnTo>
                    <a:pt x="25349" y="236308"/>
                  </a:lnTo>
                  <a:lnTo>
                    <a:pt x="20561" y="230733"/>
                  </a:lnTo>
                  <a:lnTo>
                    <a:pt x="21615" y="230974"/>
                  </a:lnTo>
                  <a:lnTo>
                    <a:pt x="24244" y="230809"/>
                  </a:lnTo>
                  <a:lnTo>
                    <a:pt x="24828" y="230606"/>
                  </a:lnTo>
                  <a:lnTo>
                    <a:pt x="24701" y="231305"/>
                  </a:lnTo>
                  <a:lnTo>
                    <a:pt x="24777" y="232829"/>
                  </a:lnTo>
                  <a:lnTo>
                    <a:pt x="24853" y="234365"/>
                  </a:lnTo>
                  <a:lnTo>
                    <a:pt x="25184" y="235585"/>
                  </a:lnTo>
                  <a:lnTo>
                    <a:pt x="25882" y="235546"/>
                  </a:lnTo>
                  <a:lnTo>
                    <a:pt x="26098" y="234289"/>
                  </a:lnTo>
                  <a:lnTo>
                    <a:pt x="25946" y="231216"/>
                  </a:lnTo>
                  <a:lnTo>
                    <a:pt x="25755" y="230530"/>
                  </a:lnTo>
                  <a:lnTo>
                    <a:pt x="26377" y="230682"/>
                  </a:lnTo>
                  <a:lnTo>
                    <a:pt x="27686" y="230593"/>
                  </a:lnTo>
                  <a:lnTo>
                    <a:pt x="28994" y="230517"/>
                  </a:lnTo>
                  <a:lnTo>
                    <a:pt x="30048" y="230124"/>
                  </a:lnTo>
                  <a:lnTo>
                    <a:pt x="30010" y="229323"/>
                  </a:lnTo>
                  <a:lnTo>
                    <a:pt x="28930" y="229057"/>
                  </a:lnTo>
                  <a:lnTo>
                    <a:pt x="26301" y="229222"/>
                  </a:lnTo>
                  <a:lnTo>
                    <a:pt x="25679" y="229463"/>
                  </a:lnTo>
                  <a:lnTo>
                    <a:pt x="25806" y="228739"/>
                  </a:lnTo>
                  <a:lnTo>
                    <a:pt x="25742" y="227203"/>
                  </a:lnTo>
                  <a:lnTo>
                    <a:pt x="25666" y="225679"/>
                  </a:lnTo>
                  <a:lnTo>
                    <a:pt x="25336" y="224459"/>
                  </a:lnTo>
                  <a:lnTo>
                    <a:pt x="24650" y="224497"/>
                  </a:lnTo>
                  <a:lnTo>
                    <a:pt x="24422" y="225755"/>
                  </a:lnTo>
                  <a:lnTo>
                    <a:pt x="24561" y="228815"/>
                  </a:lnTo>
                  <a:lnTo>
                    <a:pt x="24739" y="229501"/>
                  </a:lnTo>
                  <a:lnTo>
                    <a:pt x="24168" y="229362"/>
                  </a:lnTo>
                  <a:lnTo>
                    <a:pt x="22860" y="229438"/>
                  </a:lnTo>
                  <a:lnTo>
                    <a:pt x="21551" y="229527"/>
                  </a:lnTo>
                  <a:lnTo>
                    <a:pt x="20497" y="229908"/>
                  </a:lnTo>
                  <a:lnTo>
                    <a:pt x="20523" y="230695"/>
                  </a:lnTo>
                  <a:lnTo>
                    <a:pt x="7213" y="215163"/>
                  </a:lnTo>
                  <a:lnTo>
                    <a:pt x="8267" y="215417"/>
                  </a:lnTo>
                  <a:lnTo>
                    <a:pt x="10896" y="215239"/>
                  </a:lnTo>
                  <a:lnTo>
                    <a:pt x="11480" y="215036"/>
                  </a:lnTo>
                  <a:lnTo>
                    <a:pt x="11353" y="215734"/>
                  </a:lnTo>
                  <a:lnTo>
                    <a:pt x="11430" y="217258"/>
                  </a:lnTo>
                  <a:lnTo>
                    <a:pt x="11506" y="218795"/>
                  </a:lnTo>
                  <a:lnTo>
                    <a:pt x="11836" y="220014"/>
                  </a:lnTo>
                  <a:lnTo>
                    <a:pt x="12534" y="219976"/>
                  </a:lnTo>
                  <a:lnTo>
                    <a:pt x="12750" y="218719"/>
                  </a:lnTo>
                  <a:lnTo>
                    <a:pt x="12598" y="215646"/>
                  </a:lnTo>
                  <a:lnTo>
                    <a:pt x="12407" y="214972"/>
                  </a:lnTo>
                  <a:lnTo>
                    <a:pt x="13030" y="215112"/>
                  </a:lnTo>
                  <a:lnTo>
                    <a:pt x="14338" y="215023"/>
                  </a:lnTo>
                  <a:lnTo>
                    <a:pt x="15646" y="214947"/>
                  </a:lnTo>
                  <a:lnTo>
                    <a:pt x="16700" y="214553"/>
                  </a:lnTo>
                  <a:lnTo>
                    <a:pt x="16662" y="213753"/>
                  </a:lnTo>
                  <a:lnTo>
                    <a:pt x="15582" y="213487"/>
                  </a:lnTo>
                  <a:lnTo>
                    <a:pt x="12954" y="213652"/>
                  </a:lnTo>
                  <a:lnTo>
                    <a:pt x="12331" y="213893"/>
                  </a:lnTo>
                  <a:lnTo>
                    <a:pt x="12471" y="213169"/>
                  </a:lnTo>
                  <a:lnTo>
                    <a:pt x="12395" y="211645"/>
                  </a:lnTo>
                  <a:lnTo>
                    <a:pt x="12319" y="210108"/>
                  </a:lnTo>
                  <a:lnTo>
                    <a:pt x="11988" y="208889"/>
                  </a:lnTo>
                  <a:lnTo>
                    <a:pt x="11836" y="208902"/>
                  </a:lnTo>
                  <a:lnTo>
                    <a:pt x="24828" y="193738"/>
                  </a:lnTo>
                  <a:lnTo>
                    <a:pt x="24676" y="194691"/>
                  </a:lnTo>
                  <a:lnTo>
                    <a:pt x="24828" y="197764"/>
                  </a:lnTo>
                  <a:lnTo>
                    <a:pt x="25006" y="198450"/>
                  </a:lnTo>
                  <a:lnTo>
                    <a:pt x="24422" y="198297"/>
                  </a:lnTo>
                  <a:lnTo>
                    <a:pt x="23114" y="198374"/>
                  </a:lnTo>
                  <a:lnTo>
                    <a:pt x="21805" y="198462"/>
                  </a:lnTo>
                  <a:lnTo>
                    <a:pt x="20751" y="198856"/>
                  </a:lnTo>
                  <a:lnTo>
                    <a:pt x="20789" y="199656"/>
                  </a:lnTo>
                  <a:lnTo>
                    <a:pt x="21869" y="199923"/>
                  </a:lnTo>
                  <a:lnTo>
                    <a:pt x="24498" y="199745"/>
                  </a:lnTo>
                  <a:lnTo>
                    <a:pt x="25082" y="199542"/>
                  </a:lnTo>
                  <a:lnTo>
                    <a:pt x="24955" y="200240"/>
                  </a:lnTo>
                  <a:lnTo>
                    <a:pt x="25031" y="201764"/>
                  </a:lnTo>
                  <a:lnTo>
                    <a:pt x="25107" y="203301"/>
                  </a:lnTo>
                  <a:lnTo>
                    <a:pt x="25438" y="204520"/>
                  </a:lnTo>
                  <a:lnTo>
                    <a:pt x="26136" y="204482"/>
                  </a:lnTo>
                  <a:lnTo>
                    <a:pt x="26352" y="203225"/>
                  </a:lnTo>
                  <a:lnTo>
                    <a:pt x="26200" y="200152"/>
                  </a:lnTo>
                  <a:lnTo>
                    <a:pt x="26009" y="199478"/>
                  </a:lnTo>
                  <a:lnTo>
                    <a:pt x="26631" y="199618"/>
                  </a:lnTo>
                  <a:lnTo>
                    <a:pt x="27940" y="199542"/>
                  </a:lnTo>
                  <a:lnTo>
                    <a:pt x="29248" y="199453"/>
                  </a:lnTo>
                  <a:lnTo>
                    <a:pt x="30302" y="199059"/>
                  </a:lnTo>
                  <a:lnTo>
                    <a:pt x="30289" y="198932"/>
                  </a:lnTo>
                  <a:lnTo>
                    <a:pt x="39039" y="209118"/>
                  </a:lnTo>
                  <a:lnTo>
                    <a:pt x="39001" y="214668"/>
                  </a:lnTo>
                  <a:lnTo>
                    <a:pt x="39001" y="209130"/>
                  </a:lnTo>
                  <a:lnTo>
                    <a:pt x="38366" y="209143"/>
                  </a:lnTo>
                  <a:lnTo>
                    <a:pt x="38150" y="210400"/>
                  </a:lnTo>
                  <a:lnTo>
                    <a:pt x="38290" y="213474"/>
                  </a:lnTo>
                  <a:lnTo>
                    <a:pt x="38481" y="214160"/>
                  </a:lnTo>
                  <a:lnTo>
                    <a:pt x="37896" y="214007"/>
                  </a:lnTo>
                  <a:lnTo>
                    <a:pt x="36588" y="214096"/>
                  </a:lnTo>
                  <a:lnTo>
                    <a:pt x="35280" y="214172"/>
                  </a:lnTo>
                  <a:lnTo>
                    <a:pt x="34226" y="214566"/>
                  </a:lnTo>
                  <a:lnTo>
                    <a:pt x="34264" y="215366"/>
                  </a:lnTo>
                  <a:lnTo>
                    <a:pt x="35344" y="215633"/>
                  </a:lnTo>
                  <a:lnTo>
                    <a:pt x="37973" y="215468"/>
                  </a:lnTo>
                  <a:lnTo>
                    <a:pt x="38557" y="215252"/>
                  </a:lnTo>
                  <a:lnTo>
                    <a:pt x="38430" y="215950"/>
                  </a:lnTo>
                  <a:lnTo>
                    <a:pt x="38506" y="217487"/>
                  </a:lnTo>
                  <a:lnTo>
                    <a:pt x="38582" y="219011"/>
                  </a:lnTo>
                  <a:lnTo>
                    <a:pt x="38912" y="220243"/>
                  </a:lnTo>
                  <a:lnTo>
                    <a:pt x="39128" y="220230"/>
                  </a:lnTo>
                  <a:lnTo>
                    <a:pt x="39128" y="209410"/>
                  </a:lnTo>
                  <a:lnTo>
                    <a:pt x="39052" y="209130"/>
                  </a:lnTo>
                  <a:lnTo>
                    <a:pt x="43065" y="213817"/>
                  </a:lnTo>
                  <a:lnTo>
                    <a:pt x="43065" y="209435"/>
                  </a:lnTo>
                  <a:lnTo>
                    <a:pt x="29565" y="193713"/>
                  </a:lnTo>
                  <a:lnTo>
                    <a:pt x="29565" y="198094"/>
                  </a:lnTo>
                  <a:lnTo>
                    <a:pt x="29184" y="197993"/>
                  </a:lnTo>
                  <a:lnTo>
                    <a:pt x="26555" y="198170"/>
                  </a:lnTo>
                  <a:lnTo>
                    <a:pt x="25933" y="198399"/>
                  </a:lnTo>
                  <a:lnTo>
                    <a:pt x="26073" y="197675"/>
                  </a:lnTo>
                  <a:lnTo>
                    <a:pt x="25996" y="196151"/>
                  </a:lnTo>
                  <a:lnTo>
                    <a:pt x="25920" y="194614"/>
                  </a:lnTo>
                  <a:lnTo>
                    <a:pt x="25590" y="193446"/>
                  </a:lnTo>
                  <a:lnTo>
                    <a:pt x="29565" y="198094"/>
                  </a:lnTo>
                  <a:lnTo>
                    <a:pt x="29565" y="193713"/>
                  </a:lnTo>
                  <a:lnTo>
                    <a:pt x="29083" y="193141"/>
                  </a:lnTo>
                  <a:lnTo>
                    <a:pt x="25565" y="189026"/>
                  </a:lnTo>
                  <a:lnTo>
                    <a:pt x="25565" y="193408"/>
                  </a:lnTo>
                  <a:lnTo>
                    <a:pt x="25527" y="198958"/>
                  </a:lnTo>
                  <a:lnTo>
                    <a:pt x="25527" y="193421"/>
                  </a:lnTo>
                  <a:lnTo>
                    <a:pt x="25107" y="193433"/>
                  </a:lnTo>
                  <a:lnTo>
                    <a:pt x="25349" y="193141"/>
                  </a:lnTo>
                  <a:lnTo>
                    <a:pt x="25565" y="193408"/>
                  </a:lnTo>
                  <a:lnTo>
                    <a:pt x="25565" y="189026"/>
                  </a:lnTo>
                  <a:lnTo>
                    <a:pt x="25349" y="188772"/>
                  </a:lnTo>
                  <a:lnTo>
                    <a:pt x="11404" y="205041"/>
                  </a:lnTo>
                  <a:lnTo>
                    <a:pt x="11404" y="213931"/>
                  </a:lnTo>
                  <a:lnTo>
                    <a:pt x="10820" y="213791"/>
                  </a:lnTo>
                  <a:lnTo>
                    <a:pt x="9512" y="213868"/>
                  </a:lnTo>
                  <a:lnTo>
                    <a:pt x="8204" y="213956"/>
                  </a:lnTo>
                  <a:lnTo>
                    <a:pt x="7175" y="214337"/>
                  </a:lnTo>
                  <a:lnTo>
                    <a:pt x="7175" y="215125"/>
                  </a:lnTo>
                  <a:lnTo>
                    <a:pt x="6845" y="214718"/>
                  </a:lnTo>
                  <a:lnTo>
                    <a:pt x="7150" y="214363"/>
                  </a:lnTo>
                  <a:lnTo>
                    <a:pt x="7175" y="215125"/>
                  </a:lnTo>
                  <a:lnTo>
                    <a:pt x="7175" y="214337"/>
                  </a:lnTo>
                  <a:lnTo>
                    <a:pt x="11150" y="209689"/>
                  </a:lnTo>
                  <a:lnTo>
                    <a:pt x="11074" y="210185"/>
                  </a:lnTo>
                  <a:lnTo>
                    <a:pt x="11226" y="213258"/>
                  </a:lnTo>
                  <a:lnTo>
                    <a:pt x="11404" y="213931"/>
                  </a:lnTo>
                  <a:lnTo>
                    <a:pt x="11404" y="205041"/>
                  </a:lnTo>
                  <a:lnTo>
                    <a:pt x="3098" y="214718"/>
                  </a:lnTo>
                  <a:lnTo>
                    <a:pt x="25349" y="240665"/>
                  </a:lnTo>
                  <a:lnTo>
                    <a:pt x="29083" y="236308"/>
                  </a:lnTo>
                  <a:lnTo>
                    <a:pt x="47599" y="214718"/>
                  </a:lnTo>
                  <a:close/>
                </a:path>
                <a:path w="118109" h="272415">
                  <a:moveTo>
                    <a:pt x="109664" y="246329"/>
                  </a:moveTo>
                  <a:lnTo>
                    <a:pt x="105918" y="241973"/>
                  </a:lnTo>
                  <a:lnTo>
                    <a:pt x="105918" y="246329"/>
                  </a:lnTo>
                  <a:lnTo>
                    <a:pt x="101777" y="251155"/>
                  </a:lnTo>
                  <a:lnTo>
                    <a:pt x="101892" y="250545"/>
                  </a:lnTo>
                  <a:lnTo>
                    <a:pt x="101752" y="247484"/>
                  </a:lnTo>
                  <a:lnTo>
                    <a:pt x="101549" y="246799"/>
                  </a:lnTo>
                  <a:lnTo>
                    <a:pt x="102171" y="246938"/>
                  </a:lnTo>
                  <a:lnTo>
                    <a:pt x="103479" y="246862"/>
                  </a:lnTo>
                  <a:lnTo>
                    <a:pt x="104787" y="246773"/>
                  </a:lnTo>
                  <a:lnTo>
                    <a:pt x="105854" y="246380"/>
                  </a:lnTo>
                  <a:lnTo>
                    <a:pt x="105841" y="246253"/>
                  </a:lnTo>
                  <a:lnTo>
                    <a:pt x="105918" y="241973"/>
                  </a:lnTo>
                  <a:lnTo>
                    <a:pt x="105117" y="241033"/>
                  </a:lnTo>
                  <a:lnTo>
                    <a:pt x="105117" y="245414"/>
                  </a:lnTo>
                  <a:lnTo>
                    <a:pt x="104724" y="245313"/>
                  </a:lnTo>
                  <a:lnTo>
                    <a:pt x="102095" y="245491"/>
                  </a:lnTo>
                  <a:lnTo>
                    <a:pt x="101485" y="245719"/>
                  </a:lnTo>
                  <a:lnTo>
                    <a:pt x="101612" y="244995"/>
                  </a:lnTo>
                  <a:lnTo>
                    <a:pt x="101536" y="243471"/>
                  </a:lnTo>
                  <a:lnTo>
                    <a:pt x="101460" y="241935"/>
                  </a:lnTo>
                  <a:lnTo>
                    <a:pt x="101193" y="240995"/>
                  </a:lnTo>
                  <a:lnTo>
                    <a:pt x="101193" y="251841"/>
                  </a:lnTo>
                  <a:lnTo>
                    <a:pt x="87414" y="267906"/>
                  </a:lnTo>
                  <a:lnTo>
                    <a:pt x="82626" y="262343"/>
                  </a:lnTo>
                  <a:lnTo>
                    <a:pt x="83693" y="262585"/>
                  </a:lnTo>
                  <a:lnTo>
                    <a:pt x="86321" y="262420"/>
                  </a:lnTo>
                  <a:lnTo>
                    <a:pt x="86893" y="262216"/>
                  </a:lnTo>
                  <a:lnTo>
                    <a:pt x="86779" y="262915"/>
                  </a:lnTo>
                  <a:lnTo>
                    <a:pt x="86855" y="264439"/>
                  </a:lnTo>
                  <a:lnTo>
                    <a:pt x="86918" y="265963"/>
                  </a:lnTo>
                  <a:lnTo>
                    <a:pt x="87261" y="267195"/>
                  </a:lnTo>
                  <a:lnTo>
                    <a:pt x="87947" y="267157"/>
                  </a:lnTo>
                  <a:lnTo>
                    <a:pt x="88176" y="265899"/>
                  </a:lnTo>
                  <a:lnTo>
                    <a:pt x="88023" y="262826"/>
                  </a:lnTo>
                  <a:lnTo>
                    <a:pt x="87833" y="262153"/>
                  </a:lnTo>
                  <a:lnTo>
                    <a:pt x="88442" y="262293"/>
                  </a:lnTo>
                  <a:lnTo>
                    <a:pt x="89763" y="262204"/>
                  </a:lnTo>
                  <a:lnTo>
                    <a:pt x="91071" y="262115"/>
                  </a:lnTo>
                  <a:lnTo>
                    <a:pt x="92113" y="261734"/>
                  </a:lnTo>
                  <a:lnTo>
                    <a:pt x="92100" y="261327"/>
                  </a:lnTo>
                  <a:lnTo>
                    <a:pt x="92087" y="260921"/>
                  </a:lnTo>
                  <a:lnTo>
                    <a:pt x="91008" y="260667"/>
                  </a:lnTo>
                  <a:lnTo>
                    <a:pt x="88379" y="260832"/>
                  </a:lnTo>
                  <a:lnTo>
                    <a:pt x="87744" y="261073"/>
                  </a:lnTo>
                  <a:lnTo>
                    <a:pt x="87884" y="260350"/>
                  </a:lnTo>
                  <a:lnTo>
                    <a:pt x="87807" y="258813"/>
                  </a:lnTo>
                  <a:lnTo>
                    <a:pt x="87744" y="257289"/>
                  </a:lnTo>
                  <a:lnTo>
                    <a:pt x="87401" y="256057"/>
                  </a:lnTo>
                  <a:lnTo>
                    <a:pt x="86715" y="256108"/>
                  </a:lnTo>
                  <a:lnTo>
                    <a:pt x="86499" y="257365"/>
                  </a:lnTo>
                  <a:lnTo>
                    <a:pt x="86639" y="260426"/>
                  </a:lnTo>
                  <a:lnTo>
                    <a:pt x="86817" y="261112"/>
                  </a:lnTo>
                  <a:lnTo>
                    <a:pt x="86245" y="260959"/>
                  </a:lnTo>
                  <a:lnTo>
                    <a:pt x="84937" y="261048"/>
                  </a:lnTo>
                  <a:lnTo>
                    <a:pt x="83629" y="261137"/>
                  </a:lnTo>
                  <a:lnTo>
                    <a:pt x="82575" y="261518"/>
                  </a:lnTo>
                  <a:lnTo>
                    <a:pt x="82600" y="262318"/>
                  </a:lnTo>
                  <a:lnTo>
                    <a:pt x="69278" y="246773"/>
                  </a:lnTo>
                  <a:lnTo>
                    <a:pt x="70345" y="247015"/>
                  </a:lnTo>
                  <a:lnTo>
                    <a:pt x="72974" y="246849"/>
                  </a:lnTo>
                  <a:lnTo>
                    <a:pt x="73558" y="246646"/>
                  </a:lnTo>
                  <a:lnTo>
                    <a:pt x="73431" y="247345"/>
                  </a:lnTo>
                  <a:lnTo>
                    <a:pt x="73507" y="248869"/>
                  </a:lnTo>
                  <a:lnTo>
                    <a:pt x="73571" y="250393"/>
                  </a:lnTo>
                  <a:lnTo>
                    <a:pt x="73914" y="251625"/>
                  </a:lnTo>
                  <a:lnTo>
                    <a:pt x="74599" y="251587"/>
                  </a:lnTo>
                  <a:lnTo>
                    <a:pt x="74828" y="250329"/>
                  </a:lnTo>
                  <a:lnTo>
                    <a:pt x="74676" y="247256"/>
                  </a:lnTo>
                  <a:lnTo>
                    <a:pt x="74485" y="246583"/>
                  </a:lnTo>
                  <a:lnTo>
                    <a:pt x="75095" y="246722"/>
                  </a:lnTo>
                  <a:lnTo>
                    <a:pt x="76415" y="246634"/>
                  </a:lnTo>
                  <a:lnTo>
                    <a:pt x="77724" y="246557"/>
                  </a:lnTo>
                  <a:lnTo>
                    <a:pt x="78778" y="246164"/>
                  </a:lnTo>
                  <a:lnTo>
                    <a:pt x="78740" y="245364"/>
                  </a:lnTo>
                  <a:lnTo>
                    <a:pt x="77660" y="245097"/>
                  </a:lnTo>
                  <a:lnTo>
                    <a:pt x="75031" y="245262"/>
                  </a:lnTo>
                  <a:lnTo>
                    <a:pt x="74409" y="245503"/>
                  </a:lnTo>
                  <a:lnTo>
                    <a:pt x="74536" y="244779"/>
                  </a:lnTo>
                  <a:lnTo>
                    <a:pt x="74460" y="243243"/>
                  </a:lnTo>
                  <a:lnTo>
                    <a:pt x="74396" y="241719"/>
                  </a:lnTo>
                  <a:lnTo>
                    <a:pt x="74053" y="240499"/>
                  </a:lnTo>
                  <a:lnTo>
                    <a:pt x="73901" y="240512"/>
                  </a:lnTo>
                  <a:lnTo>
                    <a:pt x="86918" y="225336"/>
                  </a:lnTo>
                  <a:lnTo>
                    <a:pt x="86753" y="226301"/>
                  </a:lnTo>
                  <a:lnTo>
                    <a:pt x="86893" y="229362"/>
                  </a:lnTo>
                  <a:lnTo>
                    <a:pt x="87071" y="230047"/>
                  </a:lnTo>
                  <a:lnTo>
                    <a:pt x="86499" y="229908"/>
                  </a:lnTo>
                  <a:lnTo>
                    <a:pt x="85191" y="229984"/>
                  </a:lnTo>
                  <a:lnTo>
                    <a:pt x="83883" y="230073"/>
                  </a:lnTo>
                  <a:lnTo>
                    <a:pt x="82829" y="230454"/>
                  </a:lnTo>
                  <a:lnTo>
                    <a:pt x="82867" y="231267"/>
                  </a:lnTo>
                  <a:lnTo>
                    <a:pt x="83947" y="231533"/>
                  </a:lnTo>
                  <a:lnTo>
                    <a:pt x="86575" y="231355"/>
                  </a:lnTo>
                  <a:lnTo>
                    <a:pt x="87160" y="231140"/>
                  </a:lnTo>
                  <a:lnTo>
                    <a:pt x="87033" y="231851"/>
                  </a:lnTo>
                  <a:lnTo>
                    <a:pt x="87109" y="233375"/>
                  </a:lnTo>
                  <a:lnTo>
                    <a:pt x="87172" y="234911"/>
                  </a:lnTo>
                  <a:lnTo>
                    <a:pt x="87515" y="236131"/>
                  </a:lnTo>
                  <a:lnTo>
                    <a:pt x="88201" y="236093"/>
                  </a:lnTo>
                  <a:lnTo>
                    <a:pt x="88430" y="234835"/>
                  </a:lnTo>
                  <a:lnTo>
                    <a:pt x="88277" y="231762"/>
                  </a:lnTo>
                  <a:lnTo>
                    <a:pt x="88087" y="231089"/>
                  </a:lnTo>
                  <a:lnTo>
                    <a:pt x="88696" y="231228"/>
                  </a:lnTo>
                  <a:lnTo>
                    <a:pt x="90017" y="231140"/>
                  </a:lnTo>
                  <a:lnTo>
                    <a:pt x="91325" y="231063"/>
                  </a:lnTo>
                  <a:lnTo>
                    <a:pt x="92379" y="230670"/>
                  </a:lnTo>
                  <a:lnTo>
                    <a:pt x="101104" y="240728"/>
                  </a:lnTo>
                  <a:lnTo>
                    <a:pt x="100444" y="240753"/>
                  </a:lnTo>
                  <a:lnTo>
                    <a:pt x="100215" y="242011"/>
                  </a:lnTo>
                  <a:lnTo>
                    <a:pt x="100368" y="245084"/>
                  </a:lnTo>
                  <a:lnTo>
                    <a:pt x="100545" y="245770"/>
                  </a:lnTo>
                  <a:lnTo>
                    <a:pt x="99974" y="245618"/>
                  </a:lnTo>
                  <a:lnTo>
                    <a:pt x="98666" y="245706"/>
                  </a:lnTo>
                  <a:lnTo>
                    <a:pt x="97358" y="245783"/>
                  </a:lnTo>
                  <a:lnTo>
                    <a:pt x="96291" y="246176"/>
                  </a:lnTo>
                  <a:lnTo>
                    <a:pt x="96342" y="246976"/>
                  </a:lnTo>
                  <a:lnTo>
                    <a:pt x="97409" y="247243"/>
                  </a:lnTo>
                  <a:lnTo>
                    <a:pt x="100037" y="247078"/>
                  </a:lnTo>
                  <a:lnTo>
                    <a:pt x="100622" y="246862"/>
                  </a:lnTo>
                  <a:lnTo>
                    <a:pt x="100507" y="247561"/>
                  </a:lnTo>
                  <a:lnTo>
                    <a:pt x="100571" y="249097"/>
                  </a:lnTo>
                  <a:lnTo>
                    <a:pt x="100647" y="250621"/>
                  </a:lnTo>
                  <a:lnTo>
                    <a:pt x="100990" y="251841"/>
                  </a:lnTo>
                  <a:lnTo>
                    <a:pt x="101193" y="251841"/>
                  </a:lnTo>
                  <a:lnTo>
                    <a:pt x="101193" y="240995"/>
                  </a:lnTo>
                  <a:lnTo>
                    <a:pt x="101130" y="240766"/>
                  </a:lnTo>
                  <a:lnTo>
                    <a:pt x="105117" y="245414"/>
                  </a:lnTo>
                  <a:lnTo>
                    <a:pt x="105117" y="241033"/>
                  </a:lnTo>
                  <a:lnTo>
                    <a:pt x="91630" y="225310"/>
                  </a:lnTo>
                  <a:lnTo>
                    <a:pt x="91630" y="229704"/>
                  </a:lnTo>
                  <a:lnTo>
                    <a:pt x="91262" y="229603"/>
                  </a:lnTo>
                  <a:lnTo>
                    <a:pt x="88633" y="229768"/>
                  </a:lnTo>
                  <a:lnTo>
                    <a:pt x="88011" y="230009"/>
                  </a:lnTo>
                  <a:lnTo>
                    <a:pt x="88138" y="229285"/>
                  </a:lnTo>
                  <a:lnTo>
                    <a:pt x="88061" y="227749"/>
                  </a:lnTo>
                  <a:lnTo>
                    <a:pt x="87998" y="226225"/>
                  </a:lnTo>
                  <a:lnTo>
                    <a:pt x="87655" y="225056"/>
                  </a:lnTo>
                  <a:lnTo>
                    <a:pt x="91630" y="229704"/>
                  </a:lnTo>
                  <a:lnTo>
                    <a:pt x="91630" y="225310"/>
                  </a:lnTo>
                  <a:lnTo>
                    <a:pt x="91160" y="224751"/>
                  </a:lnTo>
                  <a:lnTo>
                    <a:pt x="87630" y="220637"/>
                  </a:lnTo>
                  <a:lnTo>
                    <a:pt x="87630" y="225018"/>
                  </a:lnTo>
                  <a:lnTo>
                    <a:pt x="87172" y="225044"/>
                  </a:lnTo>
                  <a:lnTo>
                    <a:pt x="87414" y="224751"/>
                  </a:lnTo>
                  <a:lnTo>
                    <a:pt x="87630" y="225018"/>
                  </a:lnTo>
                  <a:lnTo>
                    <a:pt x="87630" y="220637"/>
                  </a:lnTo>
                  <a:lnTo>
                    <a:pt x="87414" y="220383"/>
                  </a:lnTo>
                  <a:lnTo>
                    <a:pt x="73469" y="236651"/>
                  </a:lnTo>
                  <a:lnTo>
                    <a:pt x="73469" y="245541"/>
                  </a:lnTo>
                  <a:lnTo>
                    <a:pt x="72898" y="245402"/>
                  </a:lnTo>
                  <a:lnTo>
                    <a:pt x="71589" y="245478"/>
                  </a:lnTo>
                  <a:lnTo>
                    <a:pt x="70281" y="245567"/>
                  </a:lnTo>
                  <a:lnTo>
                    <a:pt x="69253" y="245948"/>
                  </a:lnTo>
                  <a:lnTo>
                    <a:pt x="69253" y="246748"/>
                  </a:lnTo>
                  <a:lnTo>
                    <a:pt x="68910" y="246329"/>
                  </a:lnTo>
                  <a:lnTo>
                    <a:pt x="69227" y="245960"/>
                  </a:lnTo>
                  <a:lnTo>
                    <a:pt x="69253" y="246748"/>
                  </a:lnTo>
                  <a:lnTo>
                    <a:pt x="69253" y="245948"/>
                  </a:lnTo>
                  <a:lnTo>
                    <a:pt x="73228" y="241287"/>
                  </a:lnTo>
                  <a:lnTo>
                    <a:pt x="73152" y="241795"/>
                  </a:lnTo>
                  <a:lnTo>
                    <a:pt x="73291" y="244856"/>
                  </a:lnTo>
                  <a:lnTo>
                    <a:pt x="73469" y="245541"/>
                  </a:lnTo>
                  <a:lnTo>
                    <a:pt x="73469" y="236651"/>
                  </a:lnTo>
                  <a:lnTo>
                    <a:pt x="66446" y="244830"/>
                  </a:lnTo>
                  <a:lnTo>
                    <a:pt x="63995" y="241973"/>
                  </a:lnTo>
                  <a:lnTo>
                    <a:pt x="63995" y="246329"/>
                  </a:lnTo>
                  <a:lnTo>
                    <a:pt x="59855" y="251155"/>
                  </a:lnTo>
                  <a:lnTo>
                    <a:pt x="59969" y="250545"/>
                  </a:lnTo>
                  <a:lnTo>
                    <a:pt x="59817" y="247484"/>
                  </a:lnTo>
                  <a:lnTo>
                    <a:pt x="59626" y="246799"/>
                  </a:lnTo>
                  <a:lnTo>
                    <a:pt x="60248" y="246938"/>
                  </a:lnTo>
                  <a:lnTo>
                    <a:pt x="61556" y="246862"/>
                  </a:lnTo>
                  <a:lnTo>
                    <a:pt x="62865" y="246773"/>
                  </a:lnTo>
                  <a:lnTo>
                    <a:pt x="63919" y="246380"/>
                  </a:lnTo>
                  <a:lnTo>
                    <a:pt x="63906" y="246240"/>
                  </a:lnTo>
                  <a:lnTo>
                    <a:pt x="63995" y="241973"/>
                  </a:lnTo>
                  <a:lnTo>
                    <a:pt x="63195" y="241046"/>
                  </a:lnTo>
                  <a:lnTo>
                    <a:pt x="63195" y="245414"/>
                  </a:lnTo>
                  <a:lnTo>
                    <a:pt x="62801" y="245313"/>
                  </a:lnTo>
                  <a:lnTo>
                    <a:pt x="60172" y="245491"/>
                  </a:lnTo>
                  <a:lnTo>
                    <a:pt x="59550" y="245719"/>
                  </a:lnTo>
                  <a:lnTo>
                    <a:pt x="59690" y="244995"/>
                  </a:lnTo>
                  <a:lnTo>
                    <a:pt x="59613" y="243471"/>
                  </a:lnTo>
                  <a:lnTo>
                    <a:pt x="59537" y="241935"/>
                  </a:lnTo>
                  <a:lnTo>
                    <a:pt x="59270" y="240995"/>
                  </a:lnTo>
                  <a:lnTo>
                    <a:pt x="59270" y="251841"/>
                  </a:lnTo>
                  <a:lnTo>
                    <a:pt x="45491" y="267906"/>
                  </a:lnTo>
                  <a:lnTo>
                    <a:pt x="40703" y="262343"/>
                  </a:lnTo>
                  <a:lnTo>
                    <a:pt x="41757" y="262585"/>
                  </a:lnTo>
                  <a:lnTo>
                    <a:pt x="44386" y="262420"/>
                  </a:lnTo>
                  <a:lnTo>
                    <a:pt x="44970" y="262216"/>
                  </a:lnTo>
                  <a:lnTo>
                    <a:pt x="44843" y="262915"/>
                  </a:lnTo>
                  <a:lnTo>
                    <a:pt x="44919" y="264439"/>
                  </a:lnTo>
                  <a:lnTo>
                    <a:pt x="44996" y="265963"/>
                  </a:lnTo>
                  <a:lnTo>
                    <a:pt x="45326" y="267195"/>
                  </a:lnTo>
                  <a:lnTo>
                    <a:pt x="46024" y="267157"/>
                  </a:lnTo>
                  <a:lnTo>
                    <a:pt x="46240" y="265899"/>
                  </a:lnTo>
                  <a:lnTo>
                    <a:pt x="46101" y="262826"/>
                  </a:lnTo>
                  <a:lnTo>
                    <a:pt x="45897" y="262153"/>
                  </a:lnTo>
                  <a:lnTo>
                    <a:pt x="46520" y="262293"/>
                  </a:lnTo>
                  <a:lnTo>
                    <a:pt x="47828" y="262204"/>
                  </a:lnTo>
                  <a:lnTo>
                    <a:pt x="49136" y="262115"/>
                  </a:lnTo>
                  <a:lnTo>
                    <a:pt x="50190" y="261734"/>
                  </a:lnTo>
                  <a:lnTo>
                    <a:pt x="50152" y="260921"/>
                  </a:lnTo>
                  <a:lnTo>
                    <a:pt x="49072" y="260667"/>
                  </a:lnTo>
                  <a:lnTo>
                    <a:pt x="46443" y="260832"/>
                  </a:lnTo>
                  <a:lnTo>
                    <a:pt x="45821" y="261073"/>
                  </a:lnTo>
                  <a:lnTo>
                    <a:pt x="45961" y="260350"/>
                  </a:lnTo>
                  <a:lnTo>
                    <a:pt x="45885" y="258813"/>
                  </a:lnTo>
                  <a:lnTo>
                    <a:pt x="45808" y="257289"/>
                  </a:lnTo>
                  <a:lnTo>
                    <a:pt x="45478" y="256057"/>
                  </a:lnTo>
                  <a:lnTo>
                    <a:pt x="44780" y="256108"/>
                  </a:lnTo>
                  <a:lnTo>
                    <a:pt x="44564" y="257365"/>
                  </a:lnTo>
                  <a:lnTo>
                    <a:pt x="44716" y="260426"/>
                  </a:lnTo>
                  <a:lnTo>
                    <a:pt x="44894" y="261112"/>
                  </a:lnTo>
                  <a:lnTo>
                    <a:pt x="44323" y="260959"/>
                  </a:lnTo>
                  <a:lnTo>
                    <a:pt x="43002" y="261048"/>
                  </a:lnTo>
                  <a:lnTo>
                    <a:pt x="41694" y="261137"/>
                  </a:lnTo>
                  <a:lnTo>
                    <a:pt x="40640" y="261518"/>
                  </a:lnTo>
                  <a:lnTo>
                    <a:pt x="40665" y="262305"/>
                  </a:lnTo>
                  <a:lnTo>
                    <a:pt x="27355" y="246773"/>
                  </a:lnTo>
                  <a:lnTo>
                    <a:pt x="28409" y="247015"/>
                  </a:lnTo>
                  <a:lnTo>
                    <a:pt x="31038" y="246849"/>
                  </a:lnTo>
                  <a:lnTo>
                    <a:pt x="31623" y="246646"/>
                  </a:lnTo>
                  <a:lnTo>
                    <a:pt x="31508" y="247345"/>
                  </a:lnTo>
                  <a:lnTo>
                    <a:pt x="31572" y="248869"/>
                  </a:lnTo>
                  <a:lnTo>
                    <a:pt x="31648" y="250393"/>
                  </a:lnTo>
                  <a:lnTo>
                    <a:pt x="31991" y="251625"/>
                  </a:lnTo>
                  <a:lnTo>
                    <a:pt x="32677" y="251587"/>
                  </a:lnTo>
                  <a:lnTo>
                    <a:pt x="32893" y="250329"/>
                  </a:lnTo>
                  <a:lnTo>
                    <a:pt x="32753" y="247256"/>
                  </a:lnTo>
                  <a:lnTo>
                    <a:pt x="32550" y="246583"/>
                  </a:lnTo>
                  <a:lnTo>
                    <a:pt x="33172" y="246722"/>
                  </a:lnTo>
                  <a:lnTo>
                    <a:pt x="34480" y="246634"/>
                  </a:lnTo>
                  <a:lnTo>
                    <a:pt x="35788" y="246557"/>
                  </a:lnTo>
                  <a:lnTo>
                    <a:pt x="36855" y="246164"/>
                  </a:lnTo>
                  <a:lnTo>
                    <a:pt x="36804" y="245364"/>
                  </a:lnTo>
                  <a:lnTo>
                    <a:pt x="35725" y="245097"/>
                  </a:lnTo>
                  <a:lnTo>
                    <a:pt x="33096" y="245262"/>
                  </a:lnTo>
                  <a:lnTo>
                    <a:pt x="32486" y="245491"/>
                  </a:lnTo>
                  <a:lnTo>
                    <a:pt x="32613" y="244779"/>
                  </a:lnTo>
                  <a:lnTo>
                    <a:pt x="32537" y="243243"/>
                  </a:lnTo>
                  <a:lnTo>
                    <a:pt x="32461" y="241719"/>
                  </a:lnTo>
                  <a:lnTo>
                    <a:pt x="32131" y="240499"/>
                  </a:lnTo>
                  <a:lnTo>
                    <a:pt x="31978" y="240512"/>
                  </a:lnTo>
                  <a:lnTo>
                    <a:pt x="44983" y="225336"/>
                  </a:lnTo>
                  <a:lnTo>
                    <a:pt x="44818" y="226301"/>
                  </a:lnTo>
                  <a:lnTo>
                    <a:pt x="44970" y="229362"/>
                  </a:lnTo>
                  <a:lnTo>
                    <a:pt x="45148" y="230047"/>
                  </a:lnTo>
                  <a:lnTo>
                    <a:pt x="44564" y="229908"/>
                  </a:lnTo>
                  <a:lnTo>
                    <a:pt x="43256" y="229984"/>
                  </a:lnTo>
                  <a:lnTo>
                    <a:pt x="41948" y="230073"/>
                  </a:lnTo>
                  <a:lnTo>
                    <a:pt x="40894" y="230454"/>
                  </a:lnTo>
                  <a:lnTo>
                    <a:pt x="40932" y="231267"/>
                  </a:lnTo>
                  <a:lnTo>
                    <a:pt x="42011" y="231533"/>
                  </a:lnTo>
                  <a:lnTo>
                    <a:pt x="44640" y="231355"/>
                  </a:lnTo>
                  <a:lnTo>
                    <a:pt x="45224" y="231140"/>
                  </a:lnTo>
                  <a:lnTo>
                    <a:pt x="45110" y="231851"/>
                  </a:lnTo>
                  <a:lnTo>
                    <a:pt x="45173" y="233375"/>
                  </a:lnTo>
                  <a:lnTo>
                    <a:pt x="45250" y="234911"/>
                  </a:lnTo>
                  <a:lnTo>
                    <a:pt x="45580" y="236131"/>
                  </a:lnTo>
                  <a:lnTo>
                    <a:pt x="46278" y="236093"/>
                  </a:lnTo>
                  <a:lnTo>
                    <a:pt x="46494" y="234835"/>
                  </a:lnTo>
                  <a:lnTo>
                    <a:pt x="46355" y="231762"/>
                  </a:lnTo>
                  <a:lnTo>
                    <a:pt x="46151" y="231089"/>
                  </a:lnTo>
                  <a:lnTo>
                    <a:pt x="46774" y="231228"/>
                  </a:lnTo>
                  <a:lnTo>
                    <a:pt x="48082" y="231140"/>
                  </a:lnTo>
                  <a:lnTo>
                    <a:pt x="49390" y="231063"/>
                  </a:lnTo>
                  <a:lnTo>
                    <a:pt x="50444" y="230670"/>
                  </a:lnTo>
                  <a:lnTo>
                    <a:pt x="50431" y="230543"/>
                  </a:lnTo>
                  <a:lnTo>
                    <a:pt x="59182" y="240728"/>
                  </a:lnTo>
                  <a:lnTo>
                    <a:pt x="58508" y="240753"/>
                  </a:lnTo>
                  <a:lnTo>
                    <a:pt x="58293" y="242011"/>
                  </a:lnTo>
                  <a:lnTo>
                    <a:pt x="58432" y="245084"/>
                  </a:lnTo>
                  <a:lnTo>
                    <a:pt x="58610" y="245770"/>
                  </a:lnTo>
                  <a:lnTo>
                    <a:pt x="58039" y="245618"/>
                  </a:lnTo>
                  <a:lnTo>
                    <a:pt x="56730" y="245706"/>
                  </a:lnTo>
                  <a:lnTo>
                    <a:pt x="55422" y="245783"/>
                  </a:lnTo>
                  <a:lnTo>
                    <a:pt x="54381" y="246176"/>
                  </a:lnTo>
                  <a:lnTo>
                    <a:pt x="54381" y="246583"/>
                  </a:lnTo>
                  <a:lnTo>
                    <a:pt x="54406" y="246976"/>
                  </a:lnTo>
                  <a:lnTo>
                    <a:pt x="55486" y="247243"/>
                  </a:lnTo>
                  <a:lnTo>
                    <a:pt x="58115" y="247078"/>
                  </a:lnTo>
                  <a:lnTo>
                    <a:pt x="58686" y="246862"/>
                  </a:lnTo>
                  <a:lnTo>
                    <a:pt x="58572" y="247561"/>
                  </a:lnTo>
                  <a:lnTo>
                    <a:pt x="58648" y="249097"/>
                  </a:lnTo>
                  <a:lnTo>
                    <a:pt x="58724" y="250621"/>
                  </a:lnTo>
                  <a:lnTo>
                    <a:pt x="59055" y="251841"/>
                  </a:lnTo>
                  <a:lnTo>
                    <a:pt x="59270" y="251841"/>
                  </a:lnTo>
                  <a:lnTo>
                    <a:pt x="59270" y="240995"/>
                  </a:lnTo>
                  <a:lnTo>
                    <a:pt x="59207" y="240766"/>
                  </a:lnTo>
                  <a:lnTo>
                    <a:pt x="63195" y="245414"/>
                  </a:lnTo>
                  <a:lnTo>
                    <a:pt x="63195" y="241046"/>
                  </a:lnTo>
                  <a:lnTo>
                    <a:pt x="49707" y="225310"/>
                  </a:lnTo>
                  <a:lnTo>
                    <a:pt x="49707" y="229704"/>
                  </a:lnTo>
                  <a:lnTo>
                    <a:pt x="49326" y="229603"/>
                  </a:lnTo>
                  <a:lnTo>
                    <a:pt x="46697" y="229768"/>
                  </a:lnTo>
                  <a:lnTo>
                    <a:pt x="46075" y="230009"/>
                  </a:lnTo>
                  <a:lnTo>
                    <a:pt x="46215" y="229285"/>
                  </a:lnTo>
                  <a:lnTo>
                    <a:pt x="46139" y="227749"/>
                  </a:lnTo>
                  <a:lnTo>
                    <a:pt x="46062" y="226225"/>
                  </a:lnTo>
                  <a:lnTo>
                    <a:pt x="45732" y="225056"/>
                  </a:lnTo>
                  <a:lnTo>
                    <a:pt x="49707" y="229704"/>
                  </a:lnTo>
                  <a:lnTo>
                    <a:pt x="49707" y="225310"/>
                  </a:lnTo>
                  <a:lnTo>
                    <a:pt x="49237" y="224751"/>
                  </a:lnTo>
                  <a:lnTo>
                    <a:pt x="45707" y="220637"/>
                  </a:lnTo>
                  <a:lnTo>
                    <a:pt x="45707" y="225018"/>
                  </a:lnTo>
                  <a:lnTo>
                    <a:pt x="45250" y="225044"/>
                  </a:lnTo>
                  <a:lnTo>
                    <a:pt x="45491" y="224751"/>
                  </a:lnTo>
                  <a:lnTo>
                    <a:pt x="45707" y="225018"/>
                  </a:lnTo>
                  <a:lnTo>
                    <a:pt x="45707" y="220637"/>
                  </a:lnTo>
                  <a:lnTo>
                    <a:pt x="45491" y="220383"/>
                  </a:lnTo>
                  <a:lnTo>
                    <a:pt x="31546" y="236651"/>
                  </a:lnTo>
                  <a:lnTo>
                    <a:pt x="31546" y="245541"/>
                  </a:lnTo>
                  <a:lnTo>
                    <a:pt x="30975" y="245402"/>
                  </a:lnTo>
                  <a:lnTo>
                    <a:pt x="29667" y="245478"/>
                  </a:lnTo>
                  <a:lnTo>
                    <a:pt x="28359" y="245567"/>
                  </a:lnTo>
                  <a:lnTo>
                    <a:pt x="27330" y="245948"/>
                  </a:lnTo>
                  <a:lnTo>
                    <a:pt x="27330" y="246748"/>
                  </a:lnTo>
                  <a:lnTo>
                    <a:pt x="26987" y="246329"/>
                  </a:lnTo>
                  <a:lnTo>
                    <a:pt x="27292" y="245973"/>
                  </a:lnTo>
                  <a:lnTo>
                    <a:pt x="27330" y="246748"/>
                  </a:lnTo>
                  <a:lnTo>
                    <a:pt x="27330" y="245948"/>
                  </a:lnTo>
                  <a:lnTo>
                    <a:pt x="31305" y="241300"/>
                  </a:lnTo>
                  <a:lnTo>
                    <a:pt x="31216" y="241795"/>
                  </a:lnTo>
                  <a:lnTo>
                    <a:pt x="31369" y="244856"/>
                  </a:lnTo>
                  <a:lnTo>
                    <a:pt x="31546" y="245541"/>
                  </a:lnTo>
                  <a:lnTo>
                    <a:pt x="31546" y="236651"/>
                  </a:lnTo>
                  <a:lnTo>
                    <a:pt x="25107" y="244157"/>
                  </a:lnTo>
                  <a:lnTo>
                    <a:pt x="23241" y="241985"/>
                  </a:lnTo>
                  <a:lnTo>
                    <a:pt x="23241" y="246329"/>
                  </a:lnTo>
                  <a:lnTo>
                    <a:pt x="19100" y="251155"/>
                  </a:lnTo>
                  <a:lnTo>
                    <a:pt x="19215" y="250545"/>
                  </a:lnTo>
                  <a:lnTo>
                    <a:pt x="19075" y="247484"/>
                  </a:lnTo>
                  <a:lnTo>
                    <a:pt x="18872" y="246799"/>
                  </a:lnTo>
                  <a:lnTo>
                    <a:pt x="19494" y="246938"/>
                  </a:lnTo>
                  <a:lnTo>
                    <a:pt x="20802" y="246862"/>
                  </a:lnTo>
                  <a:lnTo>
                    <a:pt x="22110" y="246773"/>
                  </a:lnTo>
                  <a:lnTo>
                    <a:pt x="23177" y="246380"/>
                  </a:lnTo>
                  <a:lnTo>
                    <a:pt x="23164" y="246253"/>
                  </a:lnTo>
                  <a:lnTo>
                    <a:pt x="23241" y="241985"/>
                  </a:lnTo>
                  <a:lnTo>
                    <a:pt x="22440" y="241046"/>
                  </a:lnTo>
                  <a:lnTo>
                    <a:pt x="22440" y="245414"/>
                  </a:lnTo>
                  <a:lnTo>
                    <a:pt x="22047" y="245313"/>
                  </a:lnTo>
                  <a:lnTo>
                    <a:pt x="19418" y="245491"/>
                  </a:lnTo>
                  <a:lnTo>
                    <a:pt x="18808" y="245719"/>
                  </a:lnTo>
                  <a:lnTo>
                    <a:pt x="18935" y="244995"/>
                  </a:lnTo>
                  <a:lnTo>
                    <a:pt x="18859" y="243471"/>
                  </a:lnTo>
                  <a:lnTo>
                    <a:pt x="18783" y="241935"/>
                  </a:lnTo>
                  <a:lnTo>
                    <a:pt x="18453" y="240766"/>
                  </a:lnTo>
                  <a:lnTo>
                    <a:pt x="22440" y="245414"/>
                  </a:lnTo>
                  <a:lnTo>
                    <a:pt x="22440" y="241046"/>
                  </a:lnTo>
                  <a:lnTo>
                    <a:pt x="8483" y="224751"/>
                  </a:lnTo>
                  <a:lnTo>
                    <a:pt x="4953" y="220637"/>
                  </a:lnTo>
                  <a:lnTo>
                    <a:pt x="4953" y="225018"/>
                  </a:lnTo>
                  <a:lnTo>
                    <a:pt x="4495" y="225044"/>
                  </a:lnTo>
                  <a:lnTo>
                    <a:pt x="4737" y="224751"/>
                  </a:lnTo>
                  <a:lnTo>
                    <a:pt x="4953" y="225018"/>
                  </a:lnTo>
                  <a:lnTo>
                    <a:pt x="4953" y="220637"/>
                  </a:lnTo>
                  <a:lnTo>
                    <a:pt x="4737" y="220383"/>
                  </a:lnTo>
                  <a:lnTo>
                    <a:pt x="12" y="225894"/>
                  </a:lnTo>
                  <a:lnTo>
                    <a:pt x="12" y="230263"/>
                  </a:lnTo>
                  <a:lnTo>
                    <a:pt x="4241" y="225336"/>
                  </a:lnTo>
                  <a:lnTo>
                    <a:pt x="4076" y="226301"/>
                  </a:lnTo>
                  <a:lnTo>
                    <a:pt x="4216" y="229362"/>
                  </a:lnTo>
                  <a:lnTo>
                    <a:pt x="4394" y="230047"/>
                  </a:lnTo>
                  <a:lnTo>
                    <a:pt x="3822" y="229908"/>
                  </a:lnTo>
                  <a:lnTo>
                    <a:pt x="2514" y="229984"/>
                  </a:lnTo>
                  <a:lnTo>
                    <a:pt x="1206" y="230073"/>
                  </a:lnTo>
                  <a:lnTo>
                    <a:pt x="152" y="230454"/>
                  </a:lnTo>
                  <a:lnTo>
                    <a:pt x="190" y="231267"/>
                  </a:lnTo>
                  <a:lnTo>
                    <a:pt x="1270" y="231533"/>
                  </a:lnTo>
                  <a:lnTo>
                    <a:pt x="3898" y="231355"/>
                  </a:lnTo>
                  <a:lnTo>
                    <a:pt x="4470" y="231140"/>
                  </a:lnTo>
                  <a:lnTo>
                    <a:pt x="4356" y="231851"/>
                  </a:lnTo>
                  <a:lnTo>
                    <a:pt x="4432" y="233375"/>
                  </a:lnTo>
                  <a:lnTo>
                    <a:pt x="4495" y="234911"/>
                  </a:lnTo>
                  <a:lnTo>
                    <a:pt x="4838" y="236131"/>
                  </a:lnTo>
                  <a:lnTo>
                    <a:pt x="5524" y="236093"/>
                  </a:lnTo>
                  <a:lnTo>
                    <a:pt x="5753" y="234835"/>
                  </a:lnTo>
                  <a:lnTo>
                    <a:pt x="5600" y="231762"/>
                  </a:lnTo>
                  <a:lnTo>
                    <a:pt x="5270" y="230543"/>
                  </a:lnTo>
                  <a:lnTo>
                    <a:pt x="4914" y="230568"/>
                  </a:lnTo>
                  <a:lnTo>
                    <a:pt x="5232" y="230543"/>
                  </a:lnTo>
                  <a:lnTo>
                    <a:pt x="5461" y="229285"/>
                  </a:lnTo>
                  <a:lnTo>
                    <a:pt x="5384" y="227749"/>
                  </a:lnTo>
                  <a:lnTo>
                    <a:pt x="5321" y="226225"/>
                  </a:lnTo>
                  <a:lnTo>
                    <a:pt x="4978" y="225056"/>
                  </a:lnTo>
                  <a:lnTo>
                    <a:pt x="18427" y="240728"/>
                  </a:lnTo>
                  <a:lnTo>
                    <a:pt x="17767" y="240753"/>
                  </a:lnTo>
                  <a:lnTo>
                    <a:pt x="17538" y="242011"/>
                  </a:lnTo>
                  <a:lnTo>
                    <a:pt x="17691" y="245084"/>
                  </a:lnTo>
                  <a:lnTo>
                    <a:pt x="17868" y="245770"/>
                  </a:lnTo>
                  <a:lnTo>
                    <a:pt x="17297" y="245618"/>
                  </a:lnTo>
                  <a:lnTo>
                    <a:pt x="15989" y="245706"/>
                  </a:lnTo>
                  <a:lnTo>
                    <a:pt x="14681" y="245783"/>
                  </a:lnTo>
                  <a:lnTo>
                    <a:pt x="13614" y="246176"/>
                  </a:lnTo>
                  <a:lnTo>
                    <a:pt x="13665" y="246976"/>
                  </a:lnTo>
                  <a:lnTo>
                    <a:pt x="14732" y="247243"/>
                  </a:lnTo>
                  <a:lnTo>
                    <a:pt x="17360" y="247078"/>
                  </a:lnTo>
                  <a:lnTo>
                    <a:pt x="17945" y="246862"/>
                  </a:lnTo>
                  <a:lnTo>
                    <a:pt x="17830" y="247561"/>
                  </a:lnTo>
                  <a:lnTo>
                    <a:pt x="17894" y="249097"/>
                  </a:lnTo>
                  <a:lnTo>
                    <a:pt x="17970" y="250621"/>
                  </a:lnTo>
                  <a:lnTo>
                    <a:pt x="18313" y="251841"/>
                  </a:lnTo>
                  <a:lnTo>
                    <a:pt x="18516" y="251841"/>
                  </a:lnTo>
                  <a:lnTo>
                    <a:pt x="4737" y="267906"/>
                  </a:lnTo>
                  <a:lnTo>
                    <a:pt x="0" y="262382"/>
                  </a:lnTo>
                  <a:lnTo>
                    <a:pt x="0" y="266750"/>
                  </a:lnTo>
                  <a:lnTo>
                    <a:pt x="4737" y="272275"/>
                  </a:lnTo>
                  <a:lnTo>
                    <a:pt x="8483" y="267906"/>
                  </a:lnTo>
                  <a:lnTo>
                    <a:pt x="25107" y="248513"/>
                  </a:lnTo>
                  <a:lnTo>
                    <a:pt x="45491" y="272275"/>
                  </a:lnTo>
                  <a:lnTo>
                    <a:pt x="49237" y="267906"/>
                  </a:lnTo>
                  <a:lnTo>
                    <a:pt x="66446" y="247840"/>
                  </a:lnTo>
                  <a:lnTo>
                    <a:pt x="87414" y="272275"/>
                  </a:lnTo>
                  <a:lnTo>
                    <a:pt x="91160" y="267906"/>
                  </a:lnTo>
                  <a:lnTo>
                    <a:pt x="109664" y="246329"/>
                  </a:lnTo>
                  <a:close/>
                </a:path>
                <a:path w="118109" h="272415">
                  <a:moveTo>
                    <a:pt x="112826" y="36728"/>
                  </a:moveTo>
                  <a:lnTo>
                    <a:pt x="112788" y="35928"/>
                  </a:lnTo>
                  <a:lnTo>
                    <a:pt x="111709" y="35661"/>
                  </a:lnTo>
                  <a:lnTo>
                    <a:pt x="109080" y="35826"/>
                  </a:lnTo>
                  <a:lnTo>
                    <a:pt x="108026" y="36220"/>
                  </a:lnTo>
                  <a:lnTo>
                    <a:pt x="106946" y="35966"/>
                  </a:lnTo>
                  <a:lnTo>
                    <a:pt x="105638" y="36042"/>
                  </a:lnTo>
                  <a:lnTo>
                    <a:pt x="104330" y="36131"/>
                  </a:lnTo>
                  <a:lnTo>
                    <a:pt x="103276" y="36525"/>
                  </a:lnTo>
                  <a:lnTo>
                    <a:pt x="103314" y="37325"/>
                  </a:lnTo>
                  <a:lnTo>
                    <a:pt x="104394" y="37592"/>
                  </a:lnTo>
                  <a:lnTo>
                    <a:pt x="107022" y="37414"/>
                  </a:lnTo>
                  <a:lnTo>
                    <a:pt x="107594" y="37211"/>
                  </a:lnTo>
                  <a:lnTo>
                    <a:pt x="107480" y="37909"/>
                  </a:lnTo>
                  <a:lnTo>
                    <a:pt x="107556" y="39433"/>
                  </a:lnTo>
                  <a:lnTo>
                    <a:pt x="107632" y="40970"/>
                  </a:lnTo>
                  <a:lnTo>
                    <a:pt x="107962" y="42189"/>
                  </a:lnTo>
                  <a:lnTo>
                    <a:pt x="108648" y="42151"/>
                  </a:lnTo>
                  <a:lnTo>
                    <a:pt x="108877" y="40894"/>
                  </a:lnTo>
                  <a:lnTo>
                    <a:pt x="108724" y="37820"/>
                  </a:lnTo>
                  <a:lnTo>
                    <a:pt x="108534" y="37147"/>
                  </a:lnTo>
                  <a:lnTo>
                    <a:pt x="109156" y="37287"/>
                  </a:lnTo>
                  <a:lnTo>
                    <a:pt x="110464" y="37198"/>
                  </a:lnTo>
                  <a:lnTo>
                    <a:pt x="111772" y="37122"/>
                  </a:lnTo>
                  <a:lnTo>
                    <a:pt x="112826" y="36728"/>
                  </a:lnTo>
                  <a:close/>
                </a:path>
                <a:path w="118109" h="272415">
                  <a:moveTo>
                    <a:pt x="113080" y="5676"/>
                  </a:moveTo>
                  <a:lnTo>
                    <a:pt x="113042" y="4864"/>
                  </a:lnTo>
                  <a:lnTo>
                    <a:pt x="111963" y="4597"/>
                  </a:lnTo>
                  <a:lnTo>
                    <a:pt x="109334" y="4775"/>
                  </a:lnTo>
                  <a:lnTo>
                    <a:pt x="108712" y="5003"/>
                  </a:lnTo>
                  <a:lnTo>
                    <a:pt x="108839" y="4279"/>
                  </a:lnTo>
                  <a:lnTo>
                    <a:pt x="108775" y="2755"/>
                  </a:lnTo>
                  <a:lnTo>
                    <a:pt x="108699" y="1231"/>
                  </a:lnTo>
                  <a:lnTo>
                    <a:pt x="108369" y="0"/>
                  </a:lnTo>
                  <a:lnTo>
                    <a:pt x="107670" y="38"/>
                  </a:lnTo>
                  <a:lnTo>
                    <a:pt x="107454" y="1295"/>
                  </a:lnTo>
                  <a:lnTo>
                    <a:pt x="107594" y="4368"/>
                  </a:lnTo>
                  <a:lnTo>
                    <a:pt x="107772" y="5054"/>
                  </a:lnTo>
                  <a:lnTo>
                    <a:pt x="107200" y="4902"/>
                  </a:lnTo>
                  <a:lnTo>
                    <a:pt x="105892" y="4991"/>
                  </a:lnTo>
                  <a:lnTo>
                    <a:pt x="104584" y="5067"/>
                  </a:lnTo>
                  <a:lnTo>
                    <a:pt x="103530" y="5461"/>
                  </a:lnTo>
                  <a:lnTo>
                    <a:pt x="103568" y="6261"/>
                  </a:lnTo>
                  <a:lnTo>
                    <a:pt x="104648" y="6527"/>
                  </a:lnTo>
                  <a:lnTo>
                    <a:pt x="107276" y="6362"/>
                  </a:lnTo>
                  <a:lnTo>
                    <a:pt x="107861" y="6146"/>
                  </a:lnTo>
                  <a:lnTo>
                    <a:pt x="107734" y="6845"/>
                  </a:lnTo>
                  <a:lnTo>
                    <a:pt x="107810" y="8382"/>
                  </a:lnTo>
                  <a:lnTo>
                    <a:pt x="107886" y="9906"/>
                  </a:lnTo>
                  <a:lnTo>
                    <a:pt x="108216" y="11125"/>
                  </a:lnTo>
                  <a:lnTo>
                    <a:pt x="108902" y="11087"/>
                  </a:lnTo>
                  <a:lnTo>
                    <a:pt x="109131" y="9829"/>
                  </a:lnTo>
                  <a:lnTo>
                    <a:pt x="108978" y="6769"/>
                  </a:lnTo>
                  <a:lnTo>
                    <a:pt x="108788" y="6083"/>
                  </a:lnTo>
                  <a:lnTo>
                    <a:pt x="109410" y="6223"/>
                  </a:lnTo>
                  <a:lnTo>
                    <a:pt x="110718" y="6146"/>
                  </a:lnTo>
                  <a:lnTo>
                    <a:pt x="112026" y="6057"/>
                  </a:lnTo>
                  <a:lnTo>
                    <a:pt x="113080" y="5676"/>
                  </a:lnTo>
                  <a:close/>
                </a:path>
                <a:path w="118109" h="272415">
                  <a:moveTo>
                    <a:pt x="117703" y="20916"/>
                  </a:moveTo>
                  <a:lnTo>
                    <a:pt x="116992" y="21170"/>
                  </a:lnTo>
                  <a:lnTo>
                    <a:pt x="117043" y="21983"/>
                  </a:lnTo>
                  <a:lnTo>
                    <a:pt x="117703" y="22136"/>
                  </a:lnTo>
                  <a:lnTo>
                    <a:pt x="117703" y="20916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11725466" y="8217655"/>
              <a:ext cx="114935" cy="117475"/>
            </a:xfrm>
            <a:custGeom>
              <a:avLst/>
              <a:gdLst/>
              <a:ahLst/>
              <a:cxnLst/>
              <a:rect l="l" t="t" r="r" b="b"/>
              <a:pathLst>
                <a:path w="114934" h="117475">
                  <a:moveTo>
                    <a:pt x="6604" y="106908"/>
                  </a:moveTo>
                  <a:lnTo>
                    <a:pt x="6553" y="106108"/>
                  </a:lnTo>
                  <a:lnTo>
                    <a:pt x="5486" y="105841"/>
                  </a:lnTo>
                  <a:lnTo>
                    <a:pt x="2857" y="106006"/>
                  </a:lnTo>
                  <a:lnTo>
                    <a:pt x="1803" y="106400"/>
                  </a:lnTo>
                  <a:lnTo>
                    <a:pt x="1816" y="106807"/>
                  </a:lnTo>
                  <a:lnTo>
                    <a:pt x="1473" y="106832"/>
                  </a:lnTo>
                  <a:lnTo>
                    <a:pt x="1257" y="108089"/>
                  </a:lnTo>
                  <a:lnTo>
                    <a:pt x="1333" y="109613"/>
                  </a:lnTo>
                  <a:lnTo>
                    <a:pt x="1397" y="111150"/>
                  </a:lnTo>
                  <a:lnTo>
                    <a:pt x="1739" y="112369"/>
                  </a:lnTo>
                  <a:lnTo>
                    <a:pt x="2425" y="112331"/>
                  </a:lnTo>
                  <a:lnTo>
                    <a:pt x="2654" y="111074"/>
                  </a:lnTo>
                  <a:lnTo>
                    <a:pt x="2501" y="108000"/>
                  </a:lnTo>
                  <a:lnTo>
                    <a:pt x="2311" y="107327"/>
                  </a:lnTo>
                  <a:lnTo>
                    <a:pt x="2921" y="107467"/>
                  </a:lnTo>
                  <a:lnTo>
                    <a:pt x="4229" y="107378"/>
                  </a:lnTo>
                  <a:lnTo>
                    <a:pt x="5549" y="107302"/>
                  </a:lnTo>
                  <a:lnTo>
                    <a:pt x="6604" y="106908"/>
                  </a:lnTo>
                  <a:close/>
                </a:path>
                <a:path w="114934" h="117475">
                  <a:moveTo>
                    <a:pt x="44500" y="25946"/>
                  </a:moveTo>
                  <a:lnTo>
                    <a:pt x="40754" y="21590"/>
                  </a:lnTo>
                  <a:lnTo>
                    <a:pt x="40754" y="25946"/>
                  </a:lnTo>
                  <a:lnTo>
                    <a:pt x="36614" y="30772"/>
                  </a:lnTo>
                  <a:lnTo>
                    <a:pt x="36728" y="30162"/>
                  </a:lnTo>
                  <a:lnTo>
                    <a:pt x="36576" y="27089"/>
                  </a:lnTo>
                  <a:lnTo>
                    <a:pt x="36385" y="26416"/>
                  </a:lnTo>
                  <a:lnTo>
                    <a:pt x="37007" y="26555"/>
                  </a:lnTo>
                  <a:lnTo>
                    <a:pt x="38315" y="26466"/>
                  </a:lnTo>
                  <a:lnTo>
                    <a:pt x="39624" y="26390"/>
                  </a:lnTo>
                  <a:lnTo>
                    <a:pt x="40678" y="25996"/>
                  </a:lnTo>
                  <a:lnTo>
                    <a:pt x="40665" y="25857"/>
                  </a:lnTo>
                  <a:lnTo>
                    <a:pt x="40754" y="21590"/>
                  </a:lnTo>
                  <a:lnTo>
                    <a:pt x="39966" y="20662"/>
                  </a:lnTo>
                  <a:lnTo>
                    <a:pt x="39966" y="25031"/>
                  </a:lnTo>
                  <a:lnTo>
                    <a:pt x="39560" y="24930"/>
                  </a:lnTo>
                  <a:lnTo>
                    <a:pt x="36931" y="25095"/>
                  </a:lnTo>
                  <a:lnTo>
                    <a:pt x="36309" y="25336"/>
                  </a:lnTo>
                  <a:lnTo>
                    <a:pt x="36436" y="24612"/>
                  </a:lnTo>
                  <a:lnTo>
                    <a:pt x="36372" y="23075"/>
                  </a:lnTo>
                  <a:lnTo>
                    <a:pt x="36296" y="21551"/>
                  </a:lnTo>
                  <a:lnTo>
                    <a:pt x="36029" y="20624"/>
                  </a:lnTo>
                  <a:lnTo>
                    <a:pt x="36029" y="31457"/>
                  </a:lnTo>
                  <a:lnTo>
                    <a:pt x="22250" y="47523"/>
                  </a:lnTo>
                  <a:lnTo>
                    <a:pt x="17449" y="41948"/>
                  </a:lnTo>
                  <a:lnTo>
                    <a:pt x="18516" y="42202"/>
                  </a:lnTo>
                  <a:lnTo>
                    <a:pt x="21145" y="42037"/>
                  </a:lnTo>
                  <a:lnTo>
                    <a:pt x="21729" y="41821"/>
                  </a:lnTo>
                  <a:lnTo>
                    <a:pt x="21602" y="42519"/>
                  </a:lnTo>
                  <a:lnTo>
                    <a:pt x="21678" y="44056"/>
                  </a:lnTo>
                  <a:lnTo>
                    <a:pt x="21755" y="45580"/>
                  </a:lnTo>
                  <a:lnTo>
                    <a:pt x="22085" y="46799"/>
                  </a:lnTo>
                  <a:lnTo>
                    <a:pt x="22783" y="46761"/>
                  </a:lnTo>
                  <a:lnTo>
                    <a:pt x="22999" y="45504"/>
                  </a:lnTo>
                  <a:lnTo>
                    <a:pt x="22847" y="42443"/>
                  </a:lnTo>
                  <a:lnTo>
                    <a:pt x="22656" y="41757"/>
                  </a:lnTo>
                  <a:lnTo>
                    <a:pt x="23279" y="41897"/>
                  </a:lnTo>
                  <a:lnTo>
                    <a:pt x="24587" y="41821"/>
                  </a:lnTo>
                  <a:lnTo>
                    <a:pt x="25895" y="41732"/>
                  </a:lnTo>
                  <a:lnTo>
                    <a:pt x="26949" y="41338"/>
                  </a:lnTo>
                  <a:lnTo>
                    <a:pt x="26911" y="40538"/>
                  </a:lnTo>
                  <a:lnTo>
                    <a:pt x="25831" y="40271"/>
                  </a:lnTo>
                  <a:lnTo>
                    <a:pt x="23202" y="40449"/>
                  </a:lnTo>
                  <a:lnTo>
                    <a:pt x="22580" y="40678"/>
                  </a:lnTo>
                  <a:lnTo>
                    <a:pt x="22707" y="39954"/>
                  </a:lnTo>
                  <a:lnTo>
                    <a:pt x="22644" y="38430"/>
                  </a:lnTo>
                  <a:lnTo>
                    <a:pt x="22567" y="36893"/>
                  </a:lnTo>
                  <a:lnTo>
                    <a:pt x="22237" y="35674"/>
                  </a:lnTo>
                  <a:lnTo>
                    <a:pt x="21551" y="35712"/>
                  </a:lnTo>
                  <a:lnTo>
                    <a:pt x="21323" y="36969"/>
                  </a:lnTo>
                  <a:lnTo>
                    <a:pt x="21463" y="40043"/>
                  </a:lnTo>
                  <a:lnTo>
                    <a:pt x="21640" y="40728"/>
                  </a:lnTo>
                  <a:lnTo>
                    <a:pt x="21069" y="40576"/>
                  </a:lnTo>
                  <a:lnTo>
                    <a:pt x="19761" y="40665"/>
                  </a:lnTo>
                  <a:lnTo>
                    <a:pt x="18453" y="40741"/>
                  </a:lnTo>
                  <a:lnTo>
                    <a:pt x="17399" y="41135"/>
                  </a:lnTo>
                  <a:lnTo>
                    <a:pt x="17424" y="41922"/>
                  </a:lnTo>
                  <a:lnTo>
                    <a:pt x="4102" y="26377"/>
                  </a:lnTo>
                  <a:lnTo>
                    <a:pt x="5168" y="26631"/>
                  </a:lnTo>
                  <a:lnTo>
                    <a:pt x="7797" y="26466"/>
                  </a:lnTo>
                  <a:lnTo>
                    <a:pt x="8382" y="26250"/>
                  </a:lnTo>
                  <a:lnTo>
                    <a:pt x="8255" y="26949"/>
                  </a:lnTo>
                  <a:lnTo>
                    <a:pt x="8331" y="28486"/>
                  </a:lnTo>
                  <a:lnTo>
                    <a:pt x="8407" y="30010"/>
                  </a:lnTo>
                  <a:lnTo>
                    <a:pt x="8737" y="31242"/>
                  </a:lnTo>
                  <a:lnTo>
                    <a:pt x="9436" y="31191"/>
                  </a:lnTo>
                  <a:lnTo>
                    <a:pt x="9652" y="29933"/>
                  </a:lnTo>
                  <a:lnTo>
                    <a:pt x="9499" y="26873"/>
                  </a:lnTo>
                  <a:lnTo>
                    <a:pt x="9309" y="26187"/>
                  </a:lnTo>
                  <a:lnTo>
                    <a:pt x="9931" y="26327"/>
                  </a:lnTo>
                  <a:lnTo>
                    <a:pt x="11239" y="26250"/>
                  </a:lnTo>
                  <a:lnTo>
                    <a:pt x="12547" y="26162"/>
                  </a:lnTo>
                  <a:lnTo>
                    <a:pt x="13601" y="25781"/>
                  </a:lnTo>
                  <a:lnTo>
                    <a:pt x="13563" y="24968"/>
                  </a:lnTo>
                  <a:lnTo>
                    <a:pt x="12484" y="24714"/>
                  </a:lnTo>
                  <a:lnTo>
                    <a:pt x="9855" y="24879"/>
                  </a:lnTo>
                  <a:lnTo>
                    <a:pt x="9232" y="25120"/>
                  </a:lnTo>
                  <a:lnTo>
                    <a:pt x="9372" y="24384"/>
                  </a:lnTo>
                  <a:lnTo>
                    <a:pt x="9296" y="22860"/>
                  </a:lnTo>
                  <a:lnTo>
                    <a:pt x="9220" y="21336"/>
                  </a:lnTo>
                  <a:lnTo>
                    <a:pt x="8890" y="20104"/>
                  </a:lnTo>
                  <a:lnTo>
                    <a:pt x="8737" y="20116"/>
                  </a:lnTo>
                  <a:lnTo>
                    <a:pt x="21742" y="4953"/>
                  </a:lnTo>
                  <a:lnTo>
                    <a:pt x="21577" y="5918"/>
                  </a:lnTo>
                  <a:lnTo>
                    <a:pt x="21729" y="8978"/>
                  </a:lnTo>
                  <a:lnTo>
                    <a:pt x="21907" y="9664"/>
                  </a:lnTo>
                  <a:lnTo>
                    <a:pt x="21323" y="9512"/>
                  </a:lnTo>
                  <a:lnTo>
                    <a:pt x="20015" y="9601"/>
                  </a:lnTo>
                  <a:lnTo>
                    <a:pt x="18707" y="9677"/>
                  </a:lnTo>
                  <a:lnTo>
                    <a:pt x="17653" y="10071"/>
                  </a:lnTo>
                  <a:lnTo>
                    <a:pt x="17691" y="10871"/>
                  </a:lnTo>
                  <a:lnTo>
                    <a:pt x="18770" y="11137"/>
                  </a:lnTo>
                  <a:lnTo>
                    <a:pt x="21399" y="10972"/>
                  </a:lnTo>
                  <a:lnTo>
                    <a:pt x="21983" y="10756"/>
                  </a:lnTo>
                  <a:lnTo>
                    <a:pt x="21856" y="11455"/>
                  </a:lnTo>
                  <a:lnTo>
                    <a:pt x="21932" y="12992"/>
                  </a:lnTo>
                  <a:lnTo>
                    <a:pt x="22009" y="14516"/>
                  </a:lnTo>
                  <a:lnTo>
                    <a:pt x="22339" y="15748"/>
                  </a:lnTo>
                  <a:lnTo>
                    <a:pt x="23037" y="15697"/>
                  </a:lnTo>
                  <a:lnTo>
                    <a:pt x="23253" y="14439"/>
                  </a:lnTo>
                  <a:lnTo>
                    <a:pt x="23101" y="11379"/>
                  </a:lnTo>
                  <a:lnTo>
                    <a:pt x="22910" y="10693"/>
                  </a:lnTo>
                  <a:lnTo>
                    <a:pt x="23533" y="10833"/>
                  </a:lnTo>
                  <a:lnTo>
                    <a:pt x="24841" y="10756"/>
                  </a:lnTo>
                  <a:lnTo>
                    <a:pt x="26149" y="10668"/>
                  </a:lnTo>
                  <a:lnTo>
                    <a:pt x="27203" y="10287"/>
                  </a:lnTo>
                  <a:lnTo>
                    <a:pt x="27190" y="10160"/>
                  </a:lnTo>
                  <a:lnTo>
                    <a:pt x="35941" y="20345"/>
                  </a:lnTo>
                  <a:lnTo>
                    <a:pt x="35267" y="20370"/>
                  </a:lnTo>
                  <a:lnTo>
                    <a:pt x="35052" y="21628"/>
                  </a:lnTo>
                  <a:lnTo>
                    <a:pt x="35191" y="24688"/>
                  </a:lnTo>
                  <a:lnTo>
                    <a:pt x="35369" y="25374"/>
                  </a:lnTo>
                  <a:lnTo>
                    <a:pt x="34798" y="25234"/>
                  </a:lnTo>
                  <a:lnTo>
                    <a:pt x="33489" y="25311"/>
                  </a:lnTo>
                  <a:lnTo>
                    <a:pt x="32181" y="25400"/>
                  </a:lnTo>
                  <a:lnTo>
                    <a:pt x="31127" y="25781"/>
                  </a:lnTo>
                  <a:lnTo>
                    <a:pt x="31165" y="26593"/>
                  </a:lnTo>
                  <a:lnTo>
                    <a:pt x="32245" y="26847"/>
                  </a:lnTo>
                  <a:lnTo>
                    <a:pt x="34874" y="26682"/>
                  </a:lnTo>
                  <a:lnTo>
                    <a:pt x="35458" y="26479"/>
                  </a:lnTo>
                  <a:lnTo>
                    <a:pt x="35331" y="27178"/>
                  </a:lnTo>
                  <a:lnTo>
                    <a:pt x="35407" y="28702"/>
                  </a:lnTo>
                  <a:lnTo>
                    <a:pt x="35483" y="30226"/>
                  </a:lnTo>
                  <a:lnTo>
                    <a:pt x="35814" y="31457"/>
                  </a:lnTo>
                  <a:lnTo>
                    <a:pt x="36029" y="31457"/>
                  </a:lnTo>
                  <a:lnTo>
                    <a:pt x="36029" y="20624"/>
                  </a:lnTo>
                  <a:lnTo>
                    <a:pt x="35953" y="20358"/>
                  </a:lnTo>
                  <a:lnTo>
                    <a:pt x="39966" y="25031"/>
                  </a:lnTo>
                  <a:lnTo>
                    <a:pt x="39966" y="20662"/>
                  </a:lnTo>
                  <a:lnTo>
                    <a:pt x="26479" y="4940"/>
                  </a:lnTo>
                  <a:lnTo>
                    <a:pt x="26479" y="9321"/>
                  </a:lnTo>
                  <a:lnTo>
                    <a:pt x="26085" y="9220"/>
                  </a:lnTo>
                  <a:lnTo>
                    <a:pt x="23456" y="9385"/>
                  </a:lnTo>
                  <a:lnTo>
                    <a:pt x="22834" y="9613"/>
                  </a:lnTo>
                  <a:lnTo>
                    <a:pt x="22974" y="8890"/>
                  </a:lnTo>
                  <a:lnTo>
                    <a:pt x="22898" y="7366"/>
                  </a:lnTo>
                  <a:lnTo>
                    <a:pt x="22821" y="5842"/>
                  </a:lnTo>
                  <a:lnTo>
                    <a:pt x="22491" y="4660"/>
                  </a:lnTo>
                  <a:lnTo>
                    <a:pt x="26479" y="9321"/>
                  </a:lnTo>
                  <a:lnTo>
                    <a:pt x="26479" y="4940"/>
                  </a:lnTo>
                  <a:lnTo>
                    <a:pt x="25984" y="4356"/>
                  </a:lnTo>
                  <a:lnTo>
                    <a:pt x="22466" y="254"/>
                  </a:lnTo>
                  <a:lnTo>
                    <a:pt x="22466" y="4622"/>
                  </a:lnTo>
                  <a:lnTo>
                    <a:pt x="21996" y="4648"/>
                  </a:lnTo>
                  <a:lnTo>
                    <a:pt x="22250" y="4356"/>
                  </a:lnTo>
                  <a:lnTo>
                    <a:pt x="22466" y="4622"/>
                  </a:lnTo>
                  <a:lnTo>
                    <a:pt x="22466" y="254"/>
                  </a:lnTo>
                  <a:lnTo>
                    <a:pt x="22250" y="0"/>
                  </a:lnTo>
                  <a:lnTo>
                    <a:pt x="8305" y="16268"/>
                  </a:lnTo>
                  <a:lnTo>
                    <a:pt x="8305" y="25158"/>
                  </a:lnTo>
                  <a:lnTo>
                    <a:pt x="7721" y="25006"/>
                  </a:lnTo>
                  <a:lnTo>
                    <a:pt x="6413" y="25095"/>
                  </a:lnTo>
                  <a:lnTo>
                    <a:pt x="5105" y="25171"/>
                  </a:lnTo>
                  <a:lnTo>
                    <a:pt x="4076" y="25565"/>
                  </a:lnTo>
                  <a:lnTo>
                    <a:pt x="4076" y="26352"/>
                  </a:lnTo>
                  <a:lnTo>
                    <a:pt x="3746" y="25946"/>
                  </a:lnTo>
                  <a:lnTo>
                    <a:pt x="4051" y="25590"/>
                  </a:lnTo>
                  <a:lnTo>
                    <a:pt x="4076" y="26352"/>
                  </a:lnTo>
                  <a:lnTo>
                    <a:pt x="4076" y="25565"/>
                  </a:lnTo>
                  <a:lnTo>
                    <a:pt x="8051" y="20916"/>
                  </a:lnTo>
                  <a:lnTo>
                    <a:pt x="7975" y="21399"/>
                  </a:lnTo>
                  <a:lnTo>
                    <a:pt x="8128" y="24472"/>
                  </a:lnTo>
                  <a:lnTo>
                    <a:pt x="8305" y="25158"/>
                  </a:lnTo>
                  <a:lnTo>
                    <a:pt x="8305" y="16268"/>
                  </a:lnTo>
                  <a:lnTo>
                    <a:pt x="0" y="25946"/>
                  </a:lnTo>
                  <a:lnTo>
                    <a:pt x="22250" y="51892"/>
                  </a:lnTo>
                  <a:lnTo>
                    <a:pt x="25984" y="47523"/>
                  </a:lnTo>
                  <a:lnTo>
                    <a:pt x="44500" y="25946"/>
                  </a:lnTo>
                  <a:close/>
                </a:path>
                <a:path w="114934" h="117475">
                  <a:moveTo>
                    <a:pt x="106565" y="57543"/>
                  </a:moveTo>
                  <a:lnTo>
                    <a:pt x="102819" y="53187"/>
                  </a:lnTo>
                  <a:lnTo>
                    <a:pt x="102819" y="57543"/>
                  </a:lnTo>
                  <a:lnTo>
                    <a:pt x="84315" y="79133"/>
                  </a:lnTo>
                  <a:lnTo>
                    <a:pt x="66179" y="57988"/>
                  </a:lnTo>
                  <a:lnTo>
                    <a:pt x="67246" y="58242"/>
                  </a:lnTo>
                  <a:lnTo>
                    <a:pt x="69875" y="58077"/>
                  </a:lnTo>
                  <a:lnTo>
                    <a:pt x="70459" y="57861"/>
                  </a:lnTo>
                  <a:lnTo>
                    <a:pt x="70332" y="58559"/>
                  </a:lnTo>
                  <a:lnTo>
                    <a:pt x="70408" y="60096"/>
                  </a:lnTo>
                  <a:lnTo>
                    <a:pt x="70472" y="61620"/>
                  </a:lnTo>
                  <a:lnTo>
                    <a:pt x="70815" y="62839"/>
                  </a:lnTo>
                  <a:lnTo>
                    <a:pt x="71501" y="62801"/>
                  </a:lnTo>
                  <a:lnTo>
                    <a:pt x="71729" y="61544"/>
                  </a:lnTo>
                  <a:lnTo>
                    <a:pt x="71577" y="58483"/>
                  </a:lnTo>
                  <a:lnTo>
                    <a:pt x="71247" y="57251"/>
                  </a:lnTo>
                  <a:lnTo>
                    <a:pt x="70891" y="57277"/>
                  </a:lnTo>
                  <a:lnTo>
                    <a:pt x="71221" y="57251"/>
                  </a:lnTo>
                  <a:lnTo>
                    <a:pt x="71437" y="55994"/>
                  </a:lnTo>
                  <a:lnTo>
                    <a:pt x="71361" y="54470"/>
                  </a:lnTo>
                  <a:lnTo>
                    <a:pt x="71297" y="52933"/>
                  </a:lnTo>
                  <a:lnTo>
                    <a:pt x="70954" y="51714"/>
                  </a:lnTo>
                  <a:lnTo>
                    <a:pt x="70802" y="51727"/>
                  </a:lnTo>
                  <a:lnTo>
                    <a:pt x="84315" y="35966"/>
                  </a:lnTo>
                  <a:lnTo>
                    <a:pt x="102819" y="57543"/>
                  </a:lnTo>
                  <a:lnTo>
                    <a:pt x="102819" y="53187"/>
                  </a:lnTo>
                  <a:lnTo>
                    <a:pt x="88061" y="35966"/>
                  </a:lnTo>
                  <a:lnTo>
                    <a:pt x="84315" y="31597"/>
                  </a:lnTo>
                  <a:lnTo>
                    <a:pt x="70370" y="47866"/>
                  </a:lnTo>
                  <a:lnTo>
                    <a:pt x="70370" y="56769"/>
                  </a:lnTo>
                  <a:lnTo>
                    <a:pt x="69799" y="56616"/>
                  </a:lnTo>
                  <a:lnTo>
                    <a:pt x="68491" y="56705"/>
                  </a:lnTo>
                  <a:lnTo>
                    <a:pt x="67183" y="56781"/>
                  </a:lnTo>
                  <a:lnTo>
                    <a:pt x="66128" y="57175"/>
                  </a:lnTo>
                  <a:lnTo>
                    <a:pt x="66154" y="57962"/>
                  </a:lnTo>
                  <a:lnTo>
                    <a:pt x="65811" y="57543"/>
                  </a:lnTo>
                  <a:lnTo>
                    <a:pt x="66128" y="57175"/>
                  </a:lnTo>
                  <a:lnTo>
                    <a:pt x="70129" y="52501"/>
                  </a:lnTo>
                  <a:lnTo>
                    <a:pt x="70053" y="53009"/>
                  </a:lnTo>
                  <a:lnTo>
                    <a:pt x="70192" y="56083"/>
                  </a:lnTo>
                  <a:lnTo>
                    <a:pt x="70370" y="56769"/>
                  </a:lnTo>
                  <a:lnTo>
                    <a:pt x="70370" y="47866"/>
                  </a:lnTo>
                  <a:lnTo>
                    <a:pt x="63347" y="56045"/>
                  </a:lnTo>
                  <a:lnTo>
                    <a:pt x="60896" y="53187"/>
                  </a:lnTo>
                  <a:lnTo>
                    <a:pt x="60896" y="57543"/>
                  </a:lnTo>
                  <a:lnTo>
                    <a:pt x="56756" y="62369"/>
                  </a:lnTo>
                  <a:lnTo>
                    <a:pt x="56870" y="61760"/>
                  </a:lnTo>
                  <a:lnTo>
                    <a:pt x="56718" y="58699"/>
                  </a:lnTo>
                  <a:lnTo>
                    <a:pt x="56527" y="58026"/>
                  </a:lnTo>
                  <a:lnTo>
                    <a:pt x="57150" y="58166"/>
                  </a:lnTo>
                  <a:lnTo>
                    <a:pt x="58458" y="58077"/>
                  </a:lnTo>
                  <a:lnTo>
                    <a:pt x="59766" y="57988"/>
                  </a:lnTo>
                  <a:lnTo>
                    <a:pt x="60820" y="57607"/>
                  </a:lnTo>
                  <a:lnTo>
                    <a:pt x="60807" y="57454"/>
                  </a:lnTo>
                  <a:lnTo>
                    <a:pt x="60896" y="53187"/>
                  </a:lnTo>
                  <a:lnTo>
                    <a:pt x="60109" y="52273"/>
                  </a:lnTo>
                  <a:lnTo>
                    <a:pt x="60109" y="56642"/>
                  </a:lnTo>
                  <a:lnTo>
                    <a:pt x="59702" y="56540"/>
                  </a:lnTo>
                  <a:lnTo>
                    <a:pt x="57073" y="56705"/>
                  </a:lnTo>
                  <a:lnTo>
                    <a:pt x="56451" y="56934"/>
                  </a:lnTo>
                  <a:lnTo>
                    <a:pt x="56591" y="56222"/>
                  </a:lnTo>
                  <a:lnTo>
                    <a:pt x="56515" y="54686"/>
                  </a:lnTo>
                  <a:lnTo>
                    <a:pt x="56438" y="53162"/>
                  </a:lnTo>
                  <a:lnTo>
                    <a:pt x="56172" y="52209"/>
                  </a:lnTo>
                  <a:lnTo>
                    <a:pt x="56172" y="63055"/>
                  </a:lnTo>
                  <a:lnTo>
                    <a:pt x="42392" y="79133"/>
                  </a:lnTo>
                  <a:lnTo>
                    <a:pt x="37604" y="73558"/>
                  </a:lnTo>
                  <a:lnTo>
                    <a:pt x="38658" y="73812"/>
                  </a:lnTo>
                  <a:lnTo>
                    <a:pt x="41287" y="73634"/>
                  </a:lnTo>
                  <a:lnTo>
                    <a:pt x="41871" y="73431"/>
                  </a:lnTo>
                  <a:lnTo>
                    <a:pt x="41744" y="74129"/>
                  </a:lnTo>
                  <a:lnTo>
                    <a:pt x="41821" y="75653"/>
                  </a:lnTo>
                  <a:lnTo>
                    <a:pt x="41897" y="77190"/>
                  </a:lnTo>
                  <a:lnTo>
                    <a:pt x="42227" y="78409"/>
                  </a:lnTo>
                  <a:lnTo>
                    <a:pt x="42926" y="78371"/>
                  </a:lnTo>
                  <a:lnTo>
                    <a:pt x="43141" y="77114"/>
                  </a:lnTo>
                  <a:lnTo>
                    <a:pt x="43002" y="74041"/>
                  </a:lnTo>
                  <a:lnTo>
                    <a:pt x="42799" y="73367"/>
                  </a:lnTo>
                  <a:lnTo>
                    <a:pt x="43421" y="73507"/>
                  </a:lnTo>
                  <a:lnTo>
                    <a:pt x="44729" y="73418"/>
                  </a:lnTo>
                  <a:lnTo>
                    <a:pt x="46037" y="73342"/>
                  </a:lnTo>
                  <a:lnTo>
                    <a:pt x="47091" y="72948"/>
                  </a:lnTo>
                  <a:lnTo>
                    <a:pt x="47053" y="72148"/>
                  </a:lnTo>
                  <a:lnTo>
                    <a:pt x="45974" y="71882"/>
                  </a:lnTo>
                  <a:lnTo>
                    <a:pt x="43345" y="72047"/>
                  </a:lnTo>
                  <a:lnTo>
                    <a:pt x="42722" y="72288"/>
                  </a:lnTo>
                  <a:lnTo>
                    <a:pt x="42862" y="71564"/>
                  </a:lnTo>
                  <a:lnTo>
                    <a:pt x="42786" y="70040"/>
                  </a:lnTo>
                  <a:lnTo>
                    <a:pt x="42710" y="68503"/>
                  </a:lnTo>
                  <a:lnTo>
                    <a:pt x="42379" y="67284"/>
                  </a:lnTo>
                  <a:lnTo>
                    <a:pt x="41681" y="67322"/>
                  </a:lnTo>
                  <a:lnTo>
                    <a:pt x="41465" y="68580"/>
                  </a:lnTo>
                  <a:lnTo>
                    <a:pt x="41617" y="71653"/>
                  </a:lnTo>
                  <a:lnTo>
                    <a:pt x="41795" y="72326"/>
                  </a:lnTo>
                  <a:lnTo>
                    <a:pt x="41224" y="72186"/>
                  </a:lnTo>
                  <a:lnTo>
                    <a:pt x="39903" y="72263"/>
                  </a:lnTo>
                  <a:lnTo>
                    <a:pt x="38595" y="72351"/>
                  </a:lnTo>
                  <a:lnTo>
                    <a:pt x="37541" y="72732"/>
                  </a:lnTo>
                  <a:lnTo>
                    <a:pt x="37566" y="73520"/>
                  </a:lnTo>
                  <a:lnTo>
                    <a:pt x="24257" y="57988"/>
                  </a:lnTo>
                  <a:lnTo>
                    <a:pt x="25311" y="58242"/>
                  </a:lnTo>
                  <a:lnTo>
                    <a:pt x="27940" y="58077"/>
                  </a:lnTo>
                  <a:lnTo>
                    <a:pt x="28524" y="57861"/>
                  </a:lnTo>
                  <a:lnTo>
                    <a:pt x="28409" y="58559"/>
                  </a:lnTo>
                  <a:lnTo>
                    <a:pt x="28473" y="60096"/>
                  </a:lnTo>
                  <a:lnTo>
                    <a:pt x="28549" y="61620"/>
                  </a:lnTo>
                  <a:lnTo>
                    <a:pt x="28892" y="62839"/>
                  </a:lnTo>
                  <a:lnTo>
                    <a:pt x="29578" y="62801"/>
                  </a:lnTo>
                  <a:lnTo>
                    <a:pt x="29794" y="61544"/>
                  </a:lnTo>
                  <a:lnTo>
                    <a:pt x="29654" y="58483"/>
                  </a:lnTo>
                  <a:lnTo>
                    <a:pt x="29451" y="57797"/>
                  </a:lnTo>
                  <a:lnTo>
                    <a:pt x="30073" y="57937"/>
                  </a:lnTo>
                  <a:lnTo>
                    <a:pt x="31381" y="57861"/>
                  </a:lnTo>
                  <a:lnTo>
                    <a:pt x="32689" y="57772"/>
                  </a:lnTo>
                  <a:lnTo>
                    <a:pt x="33756" y="57378"/>
                  </a:lnTo>
                  <a:lnTo>
                    <a:pt x="33705" y="56578"/>
                  </a:lnTo>
                  <a:lnTo>
                    <a:pt x="32626" y="56311"/>
                  </a:lnTo>
                  <a:lnTo>
                    <a:pt x="29997" y="56489"/>
                  </a:lnTo>
                  <a:lnTo>
                    <a:pt x="29387" y="56718"/>
                  </a:lnTo>
                  <a:lnTo>
                    <a:pt x="29514" y="55994"/>
                  </a:lnTo>
                  <a:lnTo>
                    <a:pt x="29438" y="54470"/>
                  </a:lnTo>
                  <a:lnTo>
                    <a:pt x="29362" y="52933"/>
                  </a:lnTo>
                  <a:lnTo>
                    <a:pt x="29032" y="51714"/>
                  </a:lnTo>
                  <a:lnTo>
                    <a:pt x="28879" y="51727"/>
                  </a:lnTo>
                  <a:lnTo>
                    <a:pt x="41884" y="36550"/>
                  </a:lnTo>
                  <a:lnTo>
                    <a:pt x="41719" y="37515"/>
                  </a:lnTo>
                  <a:lnTo>
                    <a:pt x="41871" y="40589"/>
                  </a:lnTo>
                  <a:lnTo>
                    <a:pt x="42049" y="41275"/>
                  </a:lnTo>
                  <a:lnTo>
                    <a:pt x="41465" y="41122"/>
                  </a:lnTo>
                  <a:lnTo>
                    <a:pt x="40157" y="41211"/>
                  </a:lnTo>
                  <a:lnTo>
                    <a:pt x="38849" y="41287"/>
                  </a:lnTo>
                  <a:lnTo>
                    <a:pt x="37795" y="41681"/>
                  </a:lnTo>
                  <a:lnTo>
                    <a:pt x="37833" y="42481"/>
                  </a:lnTo>
                  <a:lnTo>
                    <a:pt x="38912" y="42748"/>
                  </a:lnTo>
                  <a:lnTo>
                    <a:pt x="41541" y="42583"/>
                  </a:lnTo>
                  <a:lnTo>
                    <a:pt x="42125" y="42367"/>
                  </a:lnTo>
                  <a:lnTo>
                    <a:pt x="42011" y="43065"/>
                  </a:lnTo>
                  <a:lnTo>
                    <a:pt x="42075" y="44602"/>
                  </a:lnTo>
                  <a:lnTo>
                    <a:pt x="42151" y="46126"/>
                  </a:lnTo>
                  <a:lnTo>
                    <a:pt x="42481" y="47345"/>
                  </a:lnTo>
                  <a:lnTo>
                    <a:pt x="43180" y="47307"/>
                  </a:lnTo>
                  <a:lnTo>
                    <a:pt x="43395" y="46050"/>
                  </a:lnTo>
                  <a:lnTo>
                    <a:pt x="43256" y="42989"/>
                  </a:lnTo>
                  <a:lnTo>
                    <a:pt x="43053" y="42303"/>
                  </a:lnTo>
                  <a:lnTo>
                    <a:pt x="43675" y="42443"/>
                  </a:lnTo>
                  <a:lnTo>
                    <a:pt x="44983" y="42367"/>
                  </a:lnTo>
                  <a:lnTo>
                    <a:pt x="46291" y="42278"/>
                  </a:lnTo>
                  <a:lnTo>
                    <a:pt x="47345" y="41897"/>
                  </a:lnTo>
                  <a:lnTo>
                    <a:pt x="47332" y="41757"/>
                  </a:lnTo>
                  <a:lnTo>
                    <a:pt x="56083" y="51943"/>
                  </a:lnTo>
                  <a:lnTo>
                    <a:pt x="55410" y="51981"/>
                  </a:lnTo>
                  <a:lnTo>
                    <a:pt x="55194" y="53238"/>
                  </a:lnTo>
                  <a:lnTo>
                    <a:pt x="55333" y="56299"/>
                  </a:lnTo>
                  <a:lnTo>
                    <a:pt x="55511" y="56984"/>
                  </a:lnTo>
                  <a:lnTo>
                    <a:pt x="54940" y="56832"/>
                  </a:lnTo>
                  <a:lnTo>
                    <a:pt x="53632" y="56921"/>
                  </a:lnTo>
                  <a:lnTo>
                    <a:pt x="52324" y="57010"/>
                  </a:lnTo>
                  <a:lnTo>
                    <a:pt x="51282" y="57391"/>
                  </a:lnTo>
                  <a:lnTo>
                    <a:pt x="51282" y="57797"/>
                  </a:lnTo>
                  <a:lnTo>
                    <a:pt x="51308" y="58204"/>
                  </a:lnTo>
                  <a:lnTo>
                    <a:pt x="52387" y="58458"/>
                  </a:lnTo>
                  <a:lnTo>
                    <a:pt x="55016" y="58293"/>
                  </a:lnTo>
                  <a:lnTo>
                    <a:pt x="55600" y="58077"/>
                  </a:lnTo>
                  <a:lnTo>
                    <a:pt x="55473" y="58775"/>
                  </a:lnTo>
                  <a:lnTo>
                    <a:pt x="55549" y="60312"/>
                  </a:lnTo>
                  <a:lnTo>
                    <a:pt x="55626" y="61836"/>
                  </a:lnTo>
                  <a:lnTo>
                    <a:pt x="55956" y="63068"/>
                  </a:lnTo>
                  <a:lnTo>
                    <a:pt x="56172" y="63055"/>
                  </a:lnTo>
                  <a:lnTo>
                    <a:pt x="56172" y="52209"/>
                  </a:lnTo>
                  <a:lnTo>
                    <a:pt x="56108" y="51981"/>
                  </a:lnTo>
                  <a:lnTo>
                    <a:pt x="60109" y="56642"/>
                  </a:lnTo>
                  <a:lnTo>
                    <a:pt x="60109" y="52273"/>
                  </a:lnTo>
                  <a:lnTo>
                    <a:pt x="46609" y="36525"/>
                  </a:lnTo>
                  <a:lnTo>
                    <a:pt x="46609" y="40919"/>
                  </a:lnTo>
                  <a:lnTo>
                    <a:pt x="46228" y="40817"/>
                  </a:lnTo>
                  <a:lnTo>
                    <a:pt x="43599" y="40995"/>
                  </a:lnTo>
                  <a:lnTo>
                    <a:pt x="42976" y="41224"/>
                  </a:lnTo>
                  <a:lnTo>
                    <a:pt x="43116" y="40500"/>
                  </a:lnTo>
                  <a:lnTo>
                    <a:pt x="43040" y="38976"/>
                  </a:lnTo>
                  <a:lnTo>
                    <a:pt x="42964" y="37452"/>
                  </a:lnTo>
                  <a:lnTo>
                    <a:pt x="42633" y="36271"/>
                  </a:lnTo>
                  <a:lnTo>
                    <a:pt x="46609" y="40919"/>
                  </a:lnTo>
                  <a:lnTo>
                    <a:pt x="46609" y="36525"/>
                  </a:lnTo>
                  <a:lnTo>
                    <a:pt x="46139" y="35966"/>
                  </a:lnTo>
                  <a:lnTo>
                    <a:pt x="42608" y="31851"/>
                  </a:lnTo>
                  <a:lnTo>
                    <a:pt x="42608" y="36233"/>
                  </a:lnTo>
                  <a:lnTo>
                    <a:pt x="42151" y="36258"/>
                  </a:lnTo>
                  <a:lnTo>
                    <a:pt x="42392" y="35966"/>
                  </a:lnTo>
                  <a:lnTo>
                    <a:pt x="42608" y="36233"/>
                  </a:lnTo>
                  <a:lnTo>
                    <a:pt x="42608" y="31851"/>
                  </a:lnTo>
                  <a:lnTo>
                    <a:pt x="42392" y="31597"/>
                  </a:lnTo>
                  <a:lnTo>
                    <a:pt x="28448" y="47866"/>
                  </a:lnTo>
                  <a:lnTo>
                    <a:pt x="28448" y="56769"/>
                  </a:lnTo>
                  <a:lnTo>
                    <a:pt x="27876" y="56616"/>
                  </a:lnTo>
                  <a:lnTo>
                    <a:pt x="26568" y="56705"/>
                  </a:lnTo>
                  <a:lnTo>
                    <a:pt x="25260" y="56781"/>
                  </a:lnTo>
                  <a:lnTo>
                    <a:pt x="24231" y="57175"/>
                  </a:lnTo>
                  <a:lnTo>
                    <a:pt x="24231" y="57962"/>
                  </a:lnTo>
                  <a:lnTo>
                    <a:pt x="23888" y="57543"/>
                  </a:lnTo>
                  <a:lnTo>
                    <a:pt x="24193" y="57188"/>
                  </a:lnTo>
                  <a:lnTo>
                    <a:pt x="24231" y="57962"/>
                  </a:lnTo>
                  <a:lnTo>
                    <a:pt x="24231" y="57175"/>
                  </a:lnTo>
                  <a:lnTo>
                    <a:pt x="28206" y="52514"/>
                  </a:lnTo>
                  <a:lnTo>
                    <a:pt x="28117" y="53009"/>
                  </a:lnTo>
                  <a:lnTo>
                    <a:pt x="28270" y="56083"/>
                  </a:lnTo>
                  <a:lnTo>
                    <a:pt x="28448" y="56769"/>
                  </a:lnTo>
                  <a:lnTo>
                    <a:pt x="28448" y="47866"/>
                  </a:lnTo>
                  <a:lnTo>
                    <a:pt x="20142" y="57543"/>
                  </a:lnTo>
                  <a:lnTo>
                    <a:pt x="42392" y="83489"/>
                  </a:lnTo>
                  <a:lnTo>
                    <a:pt x="46139" y="79133"/>
                  </a:lnTo>
                  <a:lnTo>
                    <a:pt x="63347" y="59055"/>
                  </a:lnTo>
                  <a:lnTo>
                    <a:pt x="84315" y="83489"/>
                  </a:lnTo>
                  <a:lnTo>
                    <a:pt x="88061" y="79133"/>
                  </a:lnTo>
                  <a:lnTo>
                    <a:pt x="106565" y="57543"/>
                  </a:lnTo>
                  <a:close/>
                </a:path>
                <a:path w="114934" h="117475">
                  <a:moveTo>
                    <a:pt x="114566" y="90563"/>
                  </a:moveTo>
                  <a:lnTo>
                    <a:pt x="113893" y="90805"/>
                  </a:lnTo>
                  <a:lnTo>
                    <a:pt x="113944" y="91605"/>
                  </a:lnTo>
                  <a:lnTo>
                    <a:pt x="114566" y="91757"/>
                  </a:lnTo>
                  <a:lnTo>
                    <a:pt x="114566" y="90563"/>
                  </a:lnTo>
                  <a:close/>
                </a:path>
                <a:path w="114934" h="117475">
                  <a:moveTo>
                    <a:pt x="114579" y="76149"/>
                  </a:moveTo>
                  <a:lnTo>
                    <a:pt x="109245" y="69951"/>
                  </a:lnTo>
                  <a:lnTo>
                    <a:pt x="109245" y="74333"/>
                  </a:lnTo>
                  <a:lnTo>
                    <a:pt x="108864" y="74231"/>
                  </a:lnTo>
                  <a:lnTo>
                    <a:pt x="106235" y="74409"/>
                  </a:lnTo>
                  <a:lnTo>
                    <a:pt x="105613" y="74637"/>
                  </a:lnTo>
                  <a:lnTo>
                    <a:pt x="105740" y="73914"/>
                  </a:lnTo>
                  <a:lnTo>
                    <a:pt x="105676" y="72390"/>
                  </a:lnTo>
                  <a:lnTo>
                    <a:pt x="105600" y="70853"/>
                  </a:lnTo>
                  <a:lnTo>
                    <a:pt x="105270" y="69684"/>
                  </a:lnTo>
                  <a:lnTo>
                    <a:pt x="109245" y="74333"/>
                  </a:lnTo>
                  <a:lnTo>
                    <a:pt x="109245" y="69951"/>
                  </a:lnTo>
                  <a:lnTo>
                    <a:pt x="108762" y="69380"/>
                  </a:lnTo>
                  <a:lnTo>
                    <a:pt x="105244" y="65265"/>
                  </a:lnTo>
                  <a:lnTo>
                    <a:pt x="105244" y="69646"/>
                  </a:lnTo>
                  <a:lnTo>
                    <a:pt x="104787" y="69672"/>
                  </a:lnTo>
                  <a:lnTo>
                    <a:pt x="105029" y="69380"/>
                  </a:lnTo>
                  <a:lnTo>
                    <a:pt x="105244" y="69646"/>
                  </a:lnTo>
                  <a:lnTo>
                    <a:pt x="105244" y="65265"/>
                  </a:lnTo>
                  <a:lnTo>
                    <a:pt x="105029" y="65011"/>
                  </a:lnTo>
                  <a:lnTo>
                    <a:pt x="91071" y="81292"/>
                  </a:lnTo>
                  <a:lnTo>
                    <a:pt x="91071" y="90170"/>
                  </a:lnTo>
                  <a:lnTo>
                    <a:pt x="90500" y="90030"/>
                  </a:lnTo>
                  <a:lnTo>
                    <a:pt x="89192" y="90106"/>
                  </a:lnTo>
                  <a:lnTo>
                    <a:pt x="87884" y="90195"/>
                  </a:lnTo>
                  <a:lnTo>
                    <a:pt x="86855" y="90576"/>
                  </a:lnTo>
                  <a:lnTo>
                    <a:pt x="86855" y="91363"/>
                  </a:lnTo>
                  <a:lnTo>
                    <a:pt x="86525" y="90957"/>
                  </a:lnTo>
                  <a:lnTo>
                    <a:pt x="86829" y="90601"/>
                  </a:lnTo>
                  <a:lnTo>
                    <a:pt x="86855" y="91363"/>
                  </a:lnTo>
                  <a:lnTo>
                    <a:pt x="86855" y="90576"/>
                  </a:lnTo>
                  <a:lnTo>
                    <a:pt x="90830" y="85928"/>
                  </a:lnTo>
                  <a:lnTo>
                    <a:pt x="90754" y="86423"/>
                  </a:lnTo>
                  <a:lnTo>
                    <a:pt x="90893" y="89496"/>
                  </a:lnTo>
                  <a:lnTo>
                    <a:pt x="91071" y="90170"/>
                  </a:lnTo>
                  <a:lnTo>
                    <a:pt x="91071" y="81292"/>
                  </a:lnTo>
                  <a:lnTo>
                    <a:pt x="84328" y="89154"/>
                  </a:lnTo>
                  <a:lnTo>
                    <a:pt x="82143" y="86614"/>
                  </a:lnTo>
                  <a:lnTo>
                    <a:pt x="82143" y="90957"/>
                  </a:lnTo>
                  <a:lnTo>
                    <a:pt x="78003" y="95796"/>
                  </a:lnTo>
                  <a:lnTo>
                    <a:pt x="78117" y="95173"/>
                  </a:lnTo>
                  <a:lnTo>
                    <a:pt x="77965" y="92113"/>
                  </a:lnTo>
                  <a:lnTo>
                    <a:pt x="77774" y="91427"/>
                  </a:lnTo>
                  <a:lnTo>
                    <a:pt x="78384" y="91567"/>
                  </a:lnTo>
                  <a:lnTo>
                    <a:pt x="79692" y="91490"/>
                  </a:lnTo>
                  <a:lnTo>
                    <a:pt x="81013" y="91401"/>
                  </a:lnTo>
                  <a:lnTo>
                    <a:pt x="82067" y="91020"/>
                  </a:lnTo>
                  <a:lnTo>
                    <a:pt x="82054" y="90868"/>
                  </a:lnTo>
                  <a:lnTo>
                    <a:pt x="82143" y="86614"/>
                  </a:lnTo>
                  <a:lnTo>
                    <a:pt x="81356" y="85686"/>
                  </a:lnTo>
                  <a:lnTo>
                    <a:pt x="81356" y="90055"/>
                  </a:lnTo>
                  <a:lnTo>
                    <a:pt x="80949" y="89954"/>
                  </a:lnTo>
                  <a:lnTo>
                    <a:pt x="78320" y="90119"/>
                  </a:lnTo>
                  <a:lnTo>
                    <a:pt x="77685" y="90347"/>
                  </a:lnTo>
                  <a:lnTo>
                    <a:pt x="77825" y="89623"/>
                  </a:lnTo>
                  <a:lnTo>
                    <a:pt x="77762" y="88099"/>
                  </a:lnTo>
                  <a:lnTo>
                    <a:pt x="77685" y="86575"/>
                  </a:lnTo>
                  <a:lnTo>
                    <a:pt x="77419" y="85648"/>
                  </a:lnTo>
                  <a:lnTo>
                    <a:pt x="77419" y="96469"/>
                  </a:lnTo>
                  <a:lnTo>
                    <a:pt x="63639" y="112547"/>
                  </a:lnTo>
                  <a:lnTo>
                    <a:pt x="58851" y="106972"/>
                  </a:lnTo>
                  <a:lnTo>
                    <a:pt x="59905" y="107213"/>
                  </a:lnTo>
                  <a:lnTo>
                    <a:pt x="62534" y="107048"/>
                  </a:lnTo>
                  <a:lnTo>
                    <a:pt x="63119" y="106845"/>
                  </a:lnTo>
                  <a:lnTo>
                    <a:pt x="62992" y="107543"/>
                  </a:lnTo>
                  <a:lnTo>
                    <a:pt x="63068" y="109067"/>
                  </a:lnTo>
                  <a:lnTo>
                    <a:pt x="63144" y="110604"/>
                  </a:lnTo>
                  <a:lnTo>
                    <a:pt x="63474" y="111823"/>
                  </a:lnTo>
                  <a:lnTo>
                    <a:pt x="64160" y="111785"/>
                  </a:lnTo>
                  <a:lnTo>
                    <a:pt x="64389" y="110528"/>
                  </a:lnTo>
                  <a:lnTo>
                    <a:pt x="64236" y="107454"/>
                  </a:lnTo>
                  <a:lnTo>
                    <a:pt x="64046" y="106768"/>
                  </a:lnTo>
                  <a:lnTo>
                    <a:pt x="64668" y="106921"/>
                  </a:lnTo>
                  <a:lnTo>
                    <a:pt x="65976" y="106832"/>
                  </a:lnTo>
                  <a:lnTo>
                    <a:pt x="67284" y="106756"/>
                  </a:lnTo>
                  <a:lnTo>
                    <a:pt x="68338" y="106362"/>
                  </a:lnTo>
                  <a:lnTo>
                    <a:pt x="68300" y="105562"/>
                  </a:lnTo>
                  <a:lnTo>
                    <a:pt x="67221" y="105295"/>
                  </a:lnTo>
                  <a:lnTo>
                    <a:pt x="64592" y="105460"/>
                  </a:lnTo>
                  <a:lnTo>
                    <a:pt x="63969" y="105702"/>
                  </a:lnTo>
                  <a:lnTo>
                    <a:pt x="64096" y="104978"/>
                  </a:lnTo>
                  <a:lnTo>
                    <a:pt x="64033" y="103441"/>
                  </a:lnTo>
                  <a:lnTo>
                    <a:pt x="63957" y="101917"/>
                  </a:lnTo>
                  <a:lnTo>
                    <a:pt x="63614" y="100698"/>
                  </a:lnTo>
                  <a:lnTo>
                    <a:pt x="62928" y="100736"/>
                  </a:lnTo>
                  <a:lnTo>
                    <a:pt x="62712" y="101993"/>
                  </a:lnTo>
                  <a:lnTo>
                    <a:pt x="62852" y="105054"/>
                  </a:lnTo>
                  <a:lnTo>
                    <a:pt x="63030" y="105740"/>
                  </a:lnTo>
                  <a:lnTo>
                    <a:pt x="62458" y="105600"/>
                  </a:lnTo>
                  <a:lnTo>
                    <a:pt x="61150" y="105676"/>
                  </a:lnTo>
                  <a:lnTo>
                    <a:pt x="59842" y="105765"/>
                  </a:lnTo>
                  <a:lnTo>
                    <a:pt x="58788" y="106146"/>
                  </a:lnTo>
                  <a:lnTo>
                    <a:pt x="58813" y="106934"/>
                  </a:lnTo>
                  <a:lnTo>
                    <a:pt x="45504" y="91401"/>
                  </a:lnTo>
                  <a:lnTo>
                    <a:pt x="46558" y="91655"/>
                  </a:lnTo>
                  <a:lnTo>
                    <a:pt x="49187" y="91478"/>
                  </a:lnTo>
                  <a:lnTo>
                    <a:pt x="49771" y="91274"/>
                  </a:lnTo>
                  <a:lnTo>
                    <a:pt x="49644" y="91973"/>
                  </a:lnTo>
                  <a:lnTo>
                    <a:pt x="49720" y="93497"/>
                  </a:lnTo>
                  <a:lnTo>
                    <a:pt x="49796" y="95034"/>
                  </a:lnTo>
                  <a:lnTo>
                    <a:pt x="50126" y="96253"/>
                  </a:lnTo>
                  <a:lnTo>
                    <a:pt x="50825" y="96215"/>
                  </a:lnTo>
                  <a:lnTo>
                    <a:pt x="51041" y="94957"/>
                  </a:lnTo>
                  <a:lnTo>
                    <a:pt x="50888" y="91884"/>
                  </a:lnTo>
                  <a:lnTo>
                    <a:pt x="50698" y="91211"/>
                  </a:lnTo>
                  <a:lnTo>
                    <a:pt x="51320" y="91351"/>
                  </a:lnTo>
                  <a:lnTo>
                    <a:pt x="52628" y="91262"/>
                  </a:lnTo>
                  <a:lnTo>
                    <a:pt x="53936" y="91186"/>
                  </a:lnTo>
                  <a:lnTo>
                    <a:pt x="54978" y="90792"/>
                  </a:lnTo>
                  <a:lnTo>
                    <a:pt x="54978" y="90385"/>
                  </a:lnTo>
                  <a:lnTo>
                    <a:pt x="54952" y="89992"/>
                  </a:lnTo>
                  <a:lnTo>
                    <a:pt x="53873" y="89725"/>
                  </a:lnTo>
                  <a:lnTo>
                    <a:pt x="51244" y="89890"/>
                  </a:lnTo>
                  <a:lnTo>
                    <a:pt x="50622" y="90131"/>
                  </a:lnTo>
                  <a:lnTo>
                    <a:pt x="50761" y="89408"/>
                  </a:lnTo>
                  <a:lnTo>
                    <a:pt x="50685" y="87884"/>
                  </a:lnTo>
                  <a:lnTo>
                    <a:pt x="50609" y="86347"/>
                  </a:lnTo>
                  <a:lnTo>
                    <a:pt x="50279" y="85128"/>
                  </a:lnTo>
                  <a:lnTo>
                    <a:pt x="50126" y="85140"/>
                  </a:lnTo>
                  <a:lnTo>
                    <a:pt x="63131" y="69964"/>
                  </a:lnTo>
                  <a:lnTo>
                    <a:pt x="62966" y="70929"/>
                  </a:lnTo>
                  <a:lnTo>
                    <a:pt x="63106" y="74002"/>
                  </a:lnTo>
                  <a:lnTo>
                    <a:pt x="63284" y="74688"/>
                  </a:lnTo>
                  <a:lnTo>
                    <a:pt x="62712" y="74536"/>
                  </a:lnTo>
                  <a:lnTo>
                    <a:pt x="61404" y="74612"/>
                  </a:lnTo>
                  <a:lnTo>
                    <a:pt x="60096" y="74701"/>
                  </a:lnTo>
                  <a:lnTo>
                    <a:pt x="59042" y="75095"/>
                  </a:lnTo>
                  <a:lnTo>
                    <a:pt x="59080" y="75895"/>
                  </a:lnTo>
                  <a:lnTo>
                    <a:pt x="60159" y="76161"/>
                  </a:lnTo>
                  <a:lnTo>
                    <a:pt x="62788" y="75984"/>
                  </a:lnTo>
                  <a:lnTo>
                    <a:pt x="63373" y="75780"/>
                  </a:lnTo>
                  <a:lnTo>
                    <a:pt x="63246" y="76479"/>
                  </a:lnTo>
                  <a:lnTo>
                    <a:pt x="63322" y="78003"/>
                  </a:lnTo>
                  <a:lnTo>
                    <a:pt x="63398" y="79540"/>
                  </a:lnTo>
                  <a:lnTo>
                    <a:pt x="63728" y="80759"/>
                  </a:lnTo>
                  <a:lnTo>
                    <a:pt x="64427" y="80721"/>
                  </a:lnTo>
                  <a:lnTo>
                    <a:pt x="64643" y="79463"/>
                  </a:lnTo>
                  <a:lnTo>
                    <a:pt x="64490" y="76390"/>
                  </a:lnTo>
                  <a:lnTo>
                    <a:pt x="64300" y="75704"/>
                  </a:lnTo>
                  <a:lnTo>
                    <a:pt x="64922" y="75857"/>
                  </a:lnTo>
                  <a:lnTo>
                    <a:pt x="66230" y="75780"/>
                  </a:lnTo>
                  <a:lnTo>
                    <a:pt x="67538" y="75692"/>
                  </a:lnTo>
                  <a:lnTo>
                    <a:pt x="68592" y="75298"/>
                  </a:lnTo>
                  <a:lnTo>
                    <a:pt x="68580" y="75171"/>
                  </a:lnTo>
                  <a:lnTo>
                    <a:pt x="77330" y="85356"/>
                  </a:lnTo>
                  <a:lnTo>
                    <a:pt x="76657" y="85382"/>
                  </a:lnTo>
                  <a:lnTo>
                    <a:pt x="76441" y="86639"/>
                  </a:lnTo>
                  <a:lnTo>
                    <a:pt x="76581" y="89712"/>
                  </a:lnTo>
                  <a:lnTo>
                    <a:pt x="76758" y="90398"/>
                  </a:lnTo>
                  <a:lnTo>
                    <a:pt x="76187" y="90246"/>
                  </a:lnTo>
                  <a:lnTo>
                    <a:pt x="74879" y="90335"/>
                  </a:lnTo>
                  <a:lnTo>
                    <a:pt x="73571" y="90411"/>
                  </a:lnTo>
                  <a:lnTo>
                    <a:pt x="72517" y="90805"/>
                  </a:lnTo>
                  <a:lnTo>
                    <a:pt x="72555" y="91605"/>
                  </a:lnTo>
                  <a:lnTo>
                    <a:pt x="73634" y="91871"/>
                  </a:lnTo>
                  <a:lnTo>
                    <a:pt x="76263" y="91706"/>
                  </a:lnTo>
                  <a:lnTo>
                    <a:pt x="76835" y="91490"/>
                  </a:lnTo>
                  <a:lnTo>
                    <a:pt x="76720" y="92189"/>
                  </a:lnTo>
                  <a:lnTo>
                    <a:pt x="76796" y="93726"/>
                  </a:lnTo>
                  <a:lnTo>
                    <a:pt x="76860" y="95250"/>
                  </a:lnTo>
                  <a:lnTo>
                    <a:pt x="77203" y="96481"/>
                  </a:lnTo>
                  <a:lnTo>
                    <a:pt x="77419" y="96469"/>
                  </a:lnTo>
                  <a:lnTo>
                    <a:pt x="77419" y="85648"/>
                  </a:lnTo>
                  <a:lnTo>
                    <a:pt x="77343" y="85369"/>
                  </a:lnTo>
                  <a:lnTo>
                    <a:pt x="81356" y="90055"/>
                  </a:lnTo>
                  <a:lnTo>
                    <a:pt x="81356" y="85686"/>
                  </a:lnTo>
                  <a:lnTo>
                    <a:pt x="67856" y="69938"/>
                  </a:lnTo>
                  <a:lnTo>
                    <a:pt x="67856" y="74333"/>
                  </a:lnTo>
                  <a:lnTo>
                    <a:pt x="67475" y="74231"/>
                  </a:lnTo>
                  <a:lnTo>
                    <a:pt x="64846" y="74409"/>
                  </a:lnTo>
                  <a:lnTo>
                    <a:pt x="64223" y="74637"/>
                  </a:lnTo>
                  <a:lnTo>
                    <a:pt x="64350" y="73914"/>
                  </a:lnTo>
                  <a:lnTo>
                    <a:pt x="64287" y="72390"/>
                  </a:lnTo>
                  <a:lnTo>
                    <a:pt x="64211" y="70853"/>
                  </a:lnTo>
                  <a:lnTo>
                    <a:pt x="63881" y="69684"/>
                  </a:lnTo>
                  <a:lnTo>
                    <a:pt x="67856" y="74333"/>
                  </a:lnTo>
                  <a:lnTo>
                    <a:pt x="67856" y="69938"/>
                  </a:lnTo>
                  <a:lnTo>
                    <a:pt x="67386" y="69380"/>
                  </a:lnTo>
                  <a:lnTo>
                    <a:pt x="63855" y="65265"/>
                  </a:lnTo>
                  <a:lnTo>
                    <a:pt x="63855" y="69646"/>
                  </a:lnTo>
                  <a:lnTo>
                    <a:pt x="63398" y="69672"/>
                  </a:lnTo>
                  <a:lnTo>
                    <a:pt x="63639" y="69380"/>
                  </a:lnTo>
                  <a:lnTo>
                    <a:pt x="63855" y="69646"/>
                  </a:lnTo>
                  <a:lnTo>
                    <a:pt x="63855" y="65265"/>
                  </a:lnTo>
                  <a:lnTo>
                    <a:pt x="63639" y="65011"/>
                  </a:lnTo>
                  <a:lnTo>
                    <a:pt x="49695" y="81280"/>
                  </a:lnTo>
                  <a:lnTo>
                    <a:pt x="49695" y="90170"/>
                  </a:lnTo>
                  <a:lnTo>
                    <a:pt x="49110" y="90030"/>
                  </a:lnTo>
                  <a:lnTo>
                    <a:pt x="47802" y="90106"/>
                  </a:lnTo>
                  <a:lnTo>
                    <a:pt x="46494" y="90195"/>
                  </a:lnTo>
                  <a:lnTo>
                    <a:pt x="45466" y="90576"/>
                  </a:lnTo>
                  <a:lnTo>
                    <a:pt x="45466" y="91363"/>
                  </a:lnTo>
                  <a:lnTo>
                    <a:pt x="45135" y="90957"/>
                  </a:lnTo>
                  <a:lnTo>
                    <a:pt x="45440" y="90601"/>
                  </a:lnTo>
                  <a:lnTo>
                    <a:pt x="45466" y="91363"/>
                  </a:lnTo>
                  <a:lnTo>
                    <a:pt x="45466" y="90576"/>
                  </a:lnTo>
                  <a:lnTo>
                    <a:pt x="49441" y="85928"/>
                  </a:lnTo>
                  <a:lnTo>
                    <a:pt x="49364" y="86423"/>
                  </a:lnTo>
                  <a:lnTo>
                    <a:pt x="49517" y="89496"/>
                  </a:lnTo>
                  <a:lnTo>
                    <a:pt x="49695" y="90170"/>
                  </a:lnTo>
                  <a:lnTo>
                    <a:pt x="49695" y="81280"/>
                  </a:lnTo>
                  <a:lnTo>
                    <a:pt x="41389" y="90957"/>
                  </a:lnTo>
                  <a:lnTo>
                    <a:pt x="63639" y="116903"/>
                  </a:lnTo>
                  <a:lnTo>
                    <a:pt x="67386" y="112547"/>
                  </a:lnTo>
                  <a:lnTo>
                    <a:pt x="84328" y="92773"/>
                  </a:lnTo>
                  <a:lnTo>
                    <a:pt x="105029" y="116903"/>
                  </a:lnTo>
                  <a:lnTo>
                    <a:pt x="108762" y="112547"/>
                  </a:lnTo>
                  <a:lnTo>
                    <a:pt x="114566" y="105778"/>
                  </a:lnTo>
                  <a:lnTo>
                    <a:pt x="114566" y="101409"/>
                  </a:lnTo>
                  <a:lnTo>
                    <a:pt x="105029" y="112547"/>
                  </a:lnTo>
                  <a:lnTo>
                    <a:pt x="100241" y="106972"/>
                  </a:lnTo>
                  <a:lnTo>
                    <a:pt x="101295" y="107213"/>
                  </a:lnTo>
                  <a:lnTo>
                    <a:pt x="103924" y="107048"/>
                  </a:lnTo>
                  <a:lnTo>
                    <a:pt x="104495" y="106845"/>
                  </a:lnTo>
                  <a:lnTo>
                    <a:pt x="104381" y="107543"/>
                  </a:lnTo>
                  <a:lnTo>
                    <a:pt x="104457" y="109067"/>
                  </a:lnTo>
                  <a:lnTo>
                    <a:pt x="104533" y="110604"/>
                  </a:lnTo>
                  <a:lnTo>
                    <a:pt x="104863" y="111823"/>
                  </a:lnTo>
                  <a:lnTo>
                    <a:pt x="105549" y="111785"/>
                  </a:lnTo>
                  <a:lnTo>
                    <a:pt x="105778" y="110528"/>
                  </a:lnTo>
                  <a:lnTo>
                    <a:pt x="105625" y="107454"/>
                  </a:lnTo>
                  <a:lnTo>
                    <a:pt x="105435" y="106781"/>
                  </a:lnTo>
                  <a:lnTo>
                    <a:pt x="106057" y="106921"/>
                  </a:lnTo>
                  <a:lnTo>
                    <a:pt x="107365" y="106832"/>
                  </a:lnTo>
                  <a:lnTo>
                    <a:pt x="108673" y="106756"/>
                  </a:lnTo>
                  <a:lnTo>
                    <a:pt x="109728" y="106362"/>
                  </a:lnTo>
                  <a:lnTo>
                    <a:pt x="109689" y="105562"/>
                  </a:lnTo>
                  <a:lnTo>
                    <a:pt x="108610" y="105295"/>
                  </a:lnTo>
                  <a:lnTo>
                    <a:pt x="105981" y="105460"/>
                  </a:lnTo>
                  <a:lnTo>
                    <a:pt x="105346" y="105702"/>
                  </a:lnTo>
                  <a:lnTo>
                    <a:pt x="105486" y="104978"/>
                  </a:lnTo>
                  <a:lnTo>
                    <a:pt x="105422" y="103441"/>
                  </a:lnTo>
                  <a:lnTo>
                    <a:pt x="105346" y="101917"/>
                  </a:lnTo>
                  <a:lnTo>
                    <a:pt x="105003" y="100698"/>
                  </a:lnTo>
                  <a:lnTo>
                    <a:pt x="104317" y="100736"/>
                  </a:lnTo>
                  <a:lnTo>
                    <a:pt x="104101" y="101993"/>
                  </a:lnTo>
                  <a:lnTo>
                    <a:pt x="104241" y="105054"/>
                  </a:lnTo>
                  <a:lnTo>
                    <a:pt x="104419" y="105740"/>
                  </a:lnTo>
                  <a:lnTo>
                    <a:pt x="103847" y="105600"/>
                  </a:lnTo>
                  <a:lnTo>
                    <a:pt x="102539" y="105676"/>
                  </a:lnTo>
                  <a:lnTo>
                    <a:pt x="101231" y="105765"/>
                  </a:lnTo>
                  <a:lnTo>
                    <a:pt x="100177" y="106146"/>
                  </a:lnTo>
                  <a:lnTo>
                    <a:pt x="100203" y="106934"/>
                  </a:lnTo>
                  <a:lnTo>
                    <a:pt x="86893" y="91401"/>
                  </a:lnTo>
                  <a:lnTo>
                    <a:pt x="87947" y="91655"/>
                  </a:lnTo>
                  <a:lnTo>
                    <a:pt x="90576" y="91478"/>
                  </a:lnTo>
                  <a:lnTo>
                    <a:pt x="91160" y="91274"/>
                  </a:lnTo>
                  <a:lnTo>
                    <a:pt x="91033" y="91973"/>
                  </a:lnTo>
                  <a:lnTo>
                    <a:pt x="91109" y="93497"/>
                  </a:lnTo>
                  <a:lnTo>
                    <a:pt x="91186" y="95034"/>
                  </a:lnTo>
                  <a:lnTo>
                    <a:pt x="91516" y="96253"/>
                  </a:lnTo>
                  <a:lnTo>
                    <a:pt x="92202" y="96215"/>
                  </a:lnTo>
                  <a:lnTo>
                    <a:pt x="92430" y="94957"/>
                  </a:lnTo>
                  <a:lnTo>
                    <a:pt x="92278" y="91884"/>
                  </a:lnTo>
                  <a:lnTo>
                    <a:pt x="92087" y="91198"/>
                  </a:lnTo>
                  <a:lnTo>
                    <a:pt x="92710" y="91351"/>
                  </a:lnTo>
                  <a:lnTo>
                    <a:pt x="94018" y="91262"/>
                  </a:lnTo>
                  <a:lnTo>
                    <a:pt x="95326" y="91186"/>
                  </a:lnTo>
                  <a:lnTo>
                    <a:pt x="96380" y="90792"/>
                  </a:lnTo>
                  <a:lnTo>
                    <a:pt x="96342" y="89992"/>
                  </a:lnTo>
                  <a:lnTo>
                    <a:pt x="95262" y="89725"/>
                  </a:lnTo>
                  <a:lnTo>
                    <a:pt x="92633" y="89890"/>
                  </a:lnTo>
                  <a:lnTo>
                    <a:pt x="92011" y="90131"/>
                  </a:lnTo>
                  <a:lnTo>
                    <a:pt x="92138" y="89408"/>
                  </a:lnTo>
                  <a:lnTo>
                    <a:pt x="92075" y="87884"/>
                  </a:lnTo>
                  <a:lnTo>
                    <a:pt x="91998" y="86347"/>
                  </a:lnTo>
                  <a:lnTo>
                    <a:pt x="91668" y="85128"/>
                  </a:lnTo>
                  <a:lnTo>
                    <a:pt x="91516" y="85140"/>
                  </a:lnTo>
                  <a:lnTo>
                    <a:pt x="104508" y="69977"/>
                  </a:lnTo>
                  <a:lnTo>
                    <a:pt x="104355" y="70929"/>
                  </a:lnTo>
                  <a:lnTo>
                    <a:pt x="104495" y="74002"/>
                  </a:lnTo>
                  <a:lnTo>
                    <a:pt x="104673" y="74688"/>
                  </a:lnTo>
                  <a:lnTo>
                    <a:pt x="104101" y="74536"/>
                  </a:lnTo>
                  <a:lnTo>
                    <a:pt x="102793" y="74612"/>
                  </a:lnTo>
                  <a:lnTo>
                    <a:pt x="101485" y="74701"/>
                  </a:lnTo>
                  <a:lnTo>
                    <a:pt x="100431" y="75095"/>
                  </a:lnTo>
                  <a:lnTo>
                    <a:pt x="100469" y="75895"/>
                  </a:lnTo>
                  <a:lnTo>
                    <a:pt x="101549" y="76161"/>
                  </a:lnTo>
                  <a:lnTo>
                    <a:pt x="104178" y="75984"/>
                  </a:lnTo>
                  <a:lnTo>
                    <a:pt x="104762" y="75780"/>
                  </a:lnTo>
                  <a:lnTo>
                    <a:pt x="104635" y="76479"/>
                  </a:lnTo>
                  <a:lnTo>
                    <a:pt x="104711" y="78003"/>
                  </a:lnTo>
                  <a:lnTo>
                    <a:pt x="104787" y="79540"/>
                  </a:lnTo>
                  <a:lnTo>
                    <a:pt x="105117" y="80759"/>
                  </a:lnTo>
                  <a:lnTo>
                    <a:pt x="105803" y="80721"/>
                  </a:lnTo>
                  <a:lnTo>
                    <a:pt x="106032" y="79463"/>
                  </a:lnTo>
                  <a:lnTo>
                    <a:pt x="105879" y="76390"/>
                  </a:lnTo>
                  <a:lnTo>
                    <a:pt x="105689" y="75717"/>
                  </a:lnTo>
                  <a:lnTo>
                    <a:pt x="106311" y="75857"/>
                  </a:lnTo>
                  <a:lnTo>
                    <a:pt x="107619" y="75780"/>
                  </a:lnTo>
                  <a:lnTo>
                    <a:pt x="108927" y="75692"/>
                  </a:lnTo>
                  <a:lnTo>
                    <a:pt x="109982" y="75298"/>
                  </a:lnTo>
                  <a:lnTo>
                    <a:pt x="109969" y="75171"/>
                  </a:lnTo>
                  <a:lnTo>
                    <a:pt x="114566" y="80518"/>
                  </a:lnTo>
                  <a:lnTo>
                    <a:pt x="114579" y="76149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11722380" y="8217655"/>
              <a:ext cx="118110" cy="245745"/>
            </a:xfrm>
            <a:custGeom>
              <a:avLst/>
              <a:gdLst/>
              <a:ahLst/>
              <a:cxnLst/>
              <a:rect l="l" t="t" r="r" b="b"/>
              <a:pathLst>
                <a:path w="118109" h="245745">
                  <a:moveTo>
                    <a:pt x="9436" y="72948"/>
                  </a:moveTo>
                  <a:lnTo>
                    <a:pt x="9385" y="72148"/>
                  </a:lnTo>
                  <a:lnTo>
                    <a:pt x="8318" y="71882"/>
                  </a:lnTo>
                  <a:lnTo>
                    <a:pt x="5689" y="72047"/>
                  </a:lnTo>
                  <a:lnTo>
                    <a:pt x="5067" y="72288"/>
                  </a:lnTo>
                  <a:lnTo>
                    <a:pt x="5194" y="71564"/>
                  </a:lnTo>
                  <a:lnTo>
                    <a:pt x="5118" y="70040"/>
                  </a:lnTo>
                  <a:lnTo>
                    <a:pt x="5054" y="68503"/>
                  </a:lnTo>
                  <a:lnTo>
                    <a:pt x="4711" y="67284"/>
                  </a:lnTo>
                  <a:lnTo>
                    <a:pt x="4038" y="67322"/>
                  </a:lnTo>
                  <a:lnTo>
                    <a:pt x="3797" y="68580"/>
                  </a:lnTo>
                  <a:lnTo>
                    <a:pt x="3949" y="71653"/>
                  </a:lnTo>
                  <a:lnTo>
                    <a:pt x="4127" y="72326"/>
                  </a:lnTo>
                  <a:lnTo>
                    <a:pt x="3556" y="72186"/>
                  </a:lnTo>
                  <a:lnTo>
                    <a:pt x="939" y="72351"/>
                  </a:lnTo>
                  <a:lnTo>
                    <a:pt x="0" y="72694"/>
                  </a:lnTo>
                  <a:lnTo>
                    <a:pt x="0" y="73571"/>
                  </a:lnTo>
                  <a:lnTo>
                    <a:pt x="1003" y="73812"/>
                  </a:lnTo>
                  <a:lnTo>
                    <a:pt x="3632" y="73634"/>
                  </a:lnTo>
                  <a:lnTo>
                    <a:pt x="4203" y="73431"/>
                  </a:lnTo>
                  <a:lnTo>
                    <a:pt x="4089" y="74129"/>
                  </a:lnTo>
                  <a:lnTo>
                    <a:pt x="4165" y="75653"/>
                  </a:lnTo>
                  <a:lnTo>
                    <a:pt x="4229" y="77190"/>
                  </a:lnTo>
                  <a:lnTo>
                    <a:pt x="4572" y="78409"/>
                  </a:lnTo>
                  <a:lnTo>
                    <a:pt x="5245" y="78371"/>
                  </a:lnTo>
                  <a:lnTo>
                    <a:pt x="5486" y="77114"/>
                  </a:lnTo>
                  <a:lnTo>
                    <a:pt x="5334" y="74041"/>
                  </a:lnTo>
                  <a:lnTo>
                    <a:pt x="5143" y="73367"/>
                  </a:lnTo>
                  <a:lnTo>
                    <a:pt x="5753" y="73507"/>
                  </a:lnTo>
                  <a:lnTo>
                    <a:pt x="7061" y="73418"/>
                  </a:lnTo>
                  <a:lnTo>
                    <a:pt x="8369" y="73342"/>
                  </a:lnTo>
                  <a:lnTo>
                    <a:pt x="9436" y="72948"/>
                  </a:lnTo>
                  <a:close/>
                </a:path>
                <a:path w="118109" h="245745">
                  <a:moveTo>
                    <a:pt x="26974" y="57543"/>
                  </a:moveTo>
                  <a:lnTo>
                    <a:pt x="23228" y="53187"/>
                  </a:lnTo>
                  <a:lnTo>
                    <a:pt x="23228" y="57543"/>
                  </a:lnTo>
                  <a:lnTo>
                    <a:pt x="19088" y="62369"/>
                  </a:lnTo>
                  <a:lnTo>
                    <a:pt x="19202" y="61760"/>
                  </a:lnTo>
                  <a:lnTo>
                    <a:pt x="19062" y="58699"/>
                  </a:lnTo>
                  <a:lnTo>
                    <a:pt x="18872" y="58026"/>
                  </a:lnTo>
                  <a:lnTo>
                    <a:pt x="19481" y="58166"/>
                  </a:lnTo>
                  <a:lnTo>
                    <a:pt x="20789" y="58077"/>
                  </a:lnTo>
                  <a:lnTo>
                    <a:pt x="22098" y="57988"/>
                  </a:lnTo>
                  <a:lnTo>
                    <a:pt x="23164" y="57607"/>
                  </a:lnTo>
                  <a:lnTo>
                    <a:pt x="23152" y="57467"/>
                  </a:lnTo>
                  <a:lnTo>
                    <a:pt x="23228" y="53187"/>
                  </a:lnTo>
                  <a:lnTo>
                    <a:pt x="22440" y="52260"/>
                  </a:lnTo>
                  <a:lnTo>
                    <a:pt x="22440" y="56642"/>
                  </a:lnTo>
                  <a:lnTo>
                    <a:pt x="22034" y="56540"/>
                  </a:lnTo>
                  <a:lnTo>
                    <a:pt x="19405" y="56705"/>
                  </a:lnTo>
                  <a:lnTo>
                    <a:pt x="18796" y="56934"/>
                  </a:lnTo>
                  <a:lnTo>
                    <a:pt x="18923" y="56222"/>
                  </a:lnTo>
                  <a:lnTo>
                    <a:pt x="18846" y="54686"/>
                  </a:lnTo>
                  <a:lnTo>
                    <a:pt x="18770" y="53162"/>
                  </a:lnTo>
                  <a:lnTo>
                    <a:pt x="18440" y="51981"/>
                  </a:lnTo>
                  <a:lnTo>
                    <a:pt x="22440" y="56642"/>
                  </a:lnTo>
                  <a:lnTo>
                    <a:pt x="22440" y="52260"/>
                  </a:lnTo>
                  <a:lnTo>
                    <a:pt x="8940" y="36525"/>
                  </a:lnTo>
                  <a:lnTo>
                    <a:pt x="8940" y="40919"/>
                  </a:lnTo>
                  <a:lnTo>
                    <a:pt x="8572" y="40817"/>
                  </a:lnTo>
                  <a:lnTo>
                    <a:pt x="5943" y="40995"/>
                  </a:lnTo>
                  <a:lnTo>
                    <a:pt x="5308" y="41224"/>
                  </a:lnTo>
                  <a:lnTo>
                    <a:pt x="5448" y="40500"/>
                  </a:lnTo>
                  <a:lnTo>
                    <a:pt x="5372" y="38976"/>
                  </a:lnTo>
                  <a:lnTo>
                    <a:pt x="5308" y="37452"/>
                  </a:lnTo>
                  <a:lnTo>
                    <a:pt x="4965" y="36271"/>
                  </a:lnTo>
                  <a:lnTo>
                    <a:pt x="8940" y="40919"/>
                  </a:lnTo>
                  <a:lnTo>
                    <a:pt x="8940" y="36525"/>
                  </a:lnTo>
                  <a:lnTo>
                    <a:pt x="8470" y="35966"/>
                  </a:lnTo>
                  <a:lnTo>
                    <a:pt x="4940" y="31851"/>
                  </a:lnTo>
                  <a:lnTo>
                    <a:pt x="4940" y="36233"/>
                  </a:lnTo>
                  <a:lnTo>
                    <a:pt x="4483" y="36258"/>
                  </a:lnTo>
                  <a:lnTo>
                    <a:pt x="4724" y="35966"/>
                  </a:lnTo>
                  <a:lnTo>
                    <a:pt x="4940" y="36233"/>
                  </a:lnTo>
                  <a:lnTo>
                    <a:pt x="4940" y="31851"/>
                  </a:lnTo>
                  <a:lnTo>
                    <a:pt x="4724" y="31597"/>
                  </a:lnTo>
                  <a:lnTo>
                    <a:pt x="12" y="37109"/>
                  </a:lnTo>
                  <a:lnTo>
                    <a:pt x="12" y="41478"/>
                  </a:lnTo>
                  <a:lnTo>
                    <a:pt x="4229" y="36550"/>
                  </a:lnTo>
                  <a:lnTo>
                    <a:pt x="4064" y="37515"/>
                  </a:lnTo>
                  <a:lnTo>
                    <a:pt x="4203" y="40589"/>
                  </a:lnTo>
                  <a:lnTo>
                    <a:pt x="4381" y="41275"/>
                  </a:lnTo>
                  <a:lnTo>
                    <a:pt x="3810" y="41122"/>
                  </a:lnTo>
                  <a:lnTo>
                    <a:pt x="2501" y="41211"/>
                  </a:lnTo>
                  <a:lnTo>
                    <a:pt x="1193" y="41287"/>
                  </a:lnTo>
                  <a:lnTo>
                    <a:pt x="139" y="41681"/>
                  </a:lnTo>
                  <a:lnTo>
                    <a:pt x="177" y="42481"/>
                  </a:lnTo>
                  <a:lnTo>
                    <a:pt x="1257" y="42748"/>
                  </a:lnTo>
                  <a:lnTo>
                    <a:pt x="3886" y="42583"/>
                  </a:lnTo>
                  <a:lnTo>
                    <a:pt x="4457" y="42367"/>
                  </a:lnTo>
                  <a:lnTo>
                    <a:pt x="4343" y="43065"/>
                  </a:lnTo>
                  <a:lnTo>
                    <a:pt x="4419" y="44602"/>
                  </a:lnTo>
                  <a:lnTo>
                    <a:pt x="4483" y="46126"/>
                  </a:lnTo>
                  <a:lnTo>
                    <a:pt x="4826" y="47345"/>
                  </a:lnTo>
                  <a:lnTo>
                    <a:pt x="5511" y="47307"/>
                  </a:lnTo>
                  <a:lnTo>
                    <a:pt x="5740" y="46050"/>
                  </a:lnTo>
                  <a:lnTo>
                    <a:pt x="5588" y="42989"/>
                  </a:lnTo>
                  <a:lnTo>
                    <a:pt x="5397" y="42303"/>
                  </a:lnTo>
                  <a:lnTo>
                    <a:pt x="6007" y="42443"/>
                  </a:lnTo>
                  <a:lnTo>
                    <a:pt x="7315" y="42367"/>
                  </a:lnTo>
                  <a:lnTo>
                    <a:pt x="8636" y="42278"/>
                  </a:lnTo>
                  <a:lnTo>
                    <a:pt x="9690" y="41897"/>
                  </a:lnTo>
                  <a:lnTo>
                    <a:pt x="9677" y="41770"/>
                  </a:lnTo>
                  <a:lnTo>
                    <a:pt x="18415" y="51943"/>
                  </a:lnTo>
                  <a:lnTo>
                    <a:pt x="17754" y="51981"/>
                  </a:lnTo>
                  <a:lnTo>
                    <a:pt x="17526" y="53238"/>
                  </a:lnTo>
                  <a:lnTo>
                    <a:pt x="17678" y="56299"/>
                  </a:lnTo>
                  <a:lnTo>
                    <a:pt x="17856" y="56984"/>
                  </a:lnTo>
                  <a:lnTo>
                    <a:pt x="17284" y="56832"/>
                  </a:lnTo>
                  <a:lnTo>
                    <a:pt x="15976" y="56921"/>
                  </a:lnTo>
                  <a:lnTo>
                    <a:pt x="14668" y="57010"/>
                  </a:lnTo>
                  <a:lnTo>
                    <a:pt x="13601" y="57391"/>
                  </a:lnTo>
                  <a:lnTo>
                    <a:pt x="13652" y="58204"/>
                  </a:lnTo>
                  <a:lnTo>
                    <a:pt x="14719" y="58458"/>
                  </a:lnTo>
                  <a:lnTo>
                    <a:pt x="17348" y="58293"/>
                  </a:lnTo>
                  <a:lnTo>
                    <a:pt x="17932" y="58077"/>
                  </a:lnTo>
                  <a:lnTo>
                    <a:pt x="17818" y="58775"/>
                  </a:lnTo>
                  <a:lnTo>
                    <a:pt x="17881" y="60312"/>
                  </a:lnTo>
                  <a:lnTo>
                    <a:pt x="17957" y="61836"/>
                  </a:lnTo>
                  <a:lnTo>
                    <a:pt x="18300" y="63068"/>
                  </a:lnTo>
                  <a:lnTo>
                    <a:pt x="18503" y="63055"/>
                  </a:lnTo>
                  <a:lnTo>
                    <a:pt x="4724" y="79133"/>
                  </a:lnTo>
                  <a:lnTo>
                    <a:pt x="0" y="73621"/>
                  </a:lnTo>
                  <a:lnTo>
                    <a:pt x="0" y="77978"/>
                  </a:lnTo>
                  <a:lnTo>
                    <a:pt x="4724" y="83489"/>
                  </a:lnTo>
                  <a:lnTo>
                    <a:pt x="8470" y="79133"/>
                  </a:lnTo>
                  <a:lnTo>
                    <a:pt x="26974" y="57543"/>
                  </a:lnTo>
                  <a:close/>
                </a:path>
                <a:path w="118109" h="245745">
                  <a:moveTo>
                    <a:pt x="47586" y="219329"/>
                  </a:moveTo>
                  <a:lnTo>
                    <a:pt x="43840" y="214972"/>
                  </a:lnTo>
                  <a:lnTo>
                    <a:pt x="43840" y="219329"/>
                  </a:lnTo>
                  <a:lnTo>
                    <a:pt x="39700" y="224155"/>
                  </a:lnTo>
                  <a:lnTo>
                    <a:pt x="39814" y="223558"/>
                  </a:lnTo>
                  <a:lnTo>
                    <a:pt x="39662" y="220484"/>
                  </a:lnTo>
                  <a:lnTo>
                    <a:pt x="39471" y="219811"/>
                  </a:lnTo>
                  <a:lnTo>
                    <a:pt x="40093" y="219951"/>
                  </a:lnTo>
                  <a:lnTo>
                    <a:pt x="41402" y="219862"/>
                  </a:lnTo>
                  <a:lnTo>
                    <a:pt x="42710" y="219773"/>
                  </a:lnTo>
                  <a:lnTo>
                    <a:pt x="43764" y="219392"/>
                  </a:lnTo>
                  <a:lnTo>
                    <a:pt x="43751" y="219240"/>
                  </a:lnTo>
                  <a:lnTo>
                    <a:pt x="43840" y="214972"/>
                  </a:lnTo>
                  <a:lnTo>
                    <a:pt x="43053" y="214045"/>
                  </a:lnTo>
                  <a:lnTo>
                    <a:pt x="43053" y="218427"/>
                  </a:lnTo>
                  <a:lnTo>
                    <a:pt x="42646" y="218325"/>
                  </a:lnTo>
                  <a:lnTo>
                    <a:pt x="40017" y="218490"/>
                  </a:lnTo>
                  <a:lnTo>
                    <a:pt x="39395" y="218732"/>
                  </a:lnTo>
                  <a:lnTo>
                    <a:pt x="39522" y="218008"/>
                  </a:lnTo>
                  <a:lnTo>
                    <a:pt x="39458" y="216471"/>
                  </a:lnTo>
                  <a:lnTo>
                    <a:pt x="39382" y="214947"/>
                  </a:lnTo>
                  <a:lnTo>
                    <a:pt x="39116" y="214020"/>
                  </a:lnTo>
                  <a:lnTo>
                    <a:pt x="39116" y="224840"/>
                  </a:lnTo>
                  <a:lnTo>
                    <a:pt x="25336" y="240919"/>
                  </a:lnTo>
                  <a:lnTo>
                    <a:pt x="20548" y="235343"/>
                  </a:lnTo>
                  <a:lnTo>
                    <a:pt x="21602" y="235597"/>
                  </a:lnTo>
                  <a:lnTo>
                    <a:pt x="24231" y="235419"/>
                  </a:lnTo>
                  <a:lnTo>
                    <a:pt x="24815" y="235216"/>
                  </a:lnTo>
                  <a:lnTo>
                    <a:pt x="24688" y="235915"/>
                  </a:lnTo>
                  <a:lnTo>
                    <a:pt x="24765" y="237439"/>
                  </a:lnTo>
                  <a:lnTo>
                    <a:pt x="24841" y="238975"/>
                  </a:lnTo>
                  <a:lnTo>
                    <a:pt x="25171" y="240195"/>
                  </a:lnTo>
                  <a:lnTo>
                    <a:pt x="25869" y="240157"/>
                  </a:lnTo>
                  <a:lnTo>
                    <a:pt x="26085" y="238899"/>
                  </a:lnTo>
                  <a:lnTo>
                    <a:pt x="25933" y="235826"/>
                  </a:lnTo>
                  <a:lnTo>
                    <a:pt x="25742" y="235140"/>
                  </a:lnTo>
                  <a:lnTo>
                    <a:pt x="26365" y="235292"/>
                  </a:lnTo>
                  <a:lnTo>
                    <a:pt x="27673" y="235204"/>
                  </a:lnTo>
                  <a:lnTo>
                    <a:pt x="28981" y="235127"/>
                  </a:lnTo>
                  <a:lnTo>
                    <a:pt x="30035" y="234734"/>
                  </a:lnTo>
                  <a:lnTo>
                    <a:pt x="29997" y="233934"/>
                  </a:lnTo>
                  <a:lnTo>
                    <a:pt x="28917" y="233667"/>
                  </a:lnTo>
                  <a:lnTo>
                    <a:pt x="26289" y="233832"/>
                  </a:lnTo>
                  <a:lnTo>
                    <a:pt x="25666" y="234073"/>
                  </a:lnTo>
                  <a:lnTo>
                    <a:pt x="25793" y="233349"/>
                  </a:lnTo>
                  <a:lnTo>
                    <a:pt x="25730" y="231825"/>
                  </a:lnTo>
                  <a:lnTo>
                    <a:pt x="25654" y="230289"/>
                  </a:lnTo>
                  <a:lnTo>
                    <a:pt x="25323" y="229069"/>
                  </a:lnTo>
                  <a:lnTo>
                    <a:pt x="24638" y="229108"/>
                  </a:lnTo>
                  <a:lnTo>
                    <a:pt x="24409" y="230365"/>
                  </a:lnTo>
                  <a:lnTo>
                    <a:pt x="24549" y="233438"/>
                  </a:lnTo>
                  <a:lnTo>
                    <a:pt x="24726" y="234111"/>
                  </a:lnTo>
                  <a:lnTo>
                    <a:pt x="24155" y="233972"/>
                  </a:lnTo>
                  <a:lnTo>
                    <a:pt x="22847" y="234048"/>
                  </a:lnTo>
                  <a:lnTo>
                    <a:pt x="21539" y="234137"/>
                  </a:lnTo>
                  <a:lnTo>
                    <a:pt x="20485" y="234530"/>
                  </a:lnTo>
                  <a:lnTo>
                    <a:pt x="20510" y="235305"/>
                  </a:lnTo>
                  <a:lnTo>
                    <a:pt x="7200" y="219773"/>
                  </a:lnTo>
                  <a:lnTo>
                    <a:pt x="8255" y="220027"/>
                  </a:lnTo>
                  <a:lnTo>
                    <a:pt x="10883" y="219862"/>
                  </a:lnTo>
                  <a:lnTo>
                    <a:pt x="11455" y="219646"/>
                  </a:lnTo>
                  <a:lnTo>
                    <a:pt x="11341" y="220345"/>
                  </a:lnTo>
                  <a:lnTo>
                    <a:pt x="11417" y="221869"/>
                  </a:lnTo>
                  <a:lnTo>
                    <a:pt x="11493" y="223405"/>
                  </a:lnTo>
                  <a:lnTo>
                    <a:pt x="11823" y="224624"/>
                  </a:lnTo>
                  <a:lnTo>
                    <a:pt x="12522" y="224586"/>
                  </a:lnTo>
                  <a:lnTo>
                    <a:pt x="12738" y="223329"/>
                  </a:lnTo>
                  <a:lnTo>
                    <a:pt x="12585" y="220256"/>
                  </a:lnTo>
                  <a:lnTo>
                    <a:pt x="12395" y="219583"/>
                  </a:lnTo>
                  <a:lnTo>
                    <a:pt x="13017" y="219722"/>
                  </a:lnTo>
                  <a:lnTo>
                    <a:pt x="14325" y="219646"/>
                  </a:lnTo>
                  <a:lnTo>
                    <a:pt x="15633" y="219557"/>
                  </a:lnTo>
                  <a:lnTo>
                    <a:pt x="16687" y="219176"/>
                  </a:lnTo>
                  <a:lnTo>
                    <a:pt x="16649" y="218363"/>
                  </a:lnTo>
                  <a:lnTo>
                    <a:pt x="15570" y="218097"/>
                  </a:lnTo>
                  <a:lnTo>
                    <a:pt x="12941" y="218274"/>
                  </a:lnTo>
                  <a:lnTo>
                    <a:pt x="12319" y="218503"/>
                  </a:lnTo>
                  <a:lnTo>
                    <a:pt x="12458" y="217779"/>
                  </a:lnTo>
                  <a:lnTo>
                    <a:pt x="12382" y="216255"/>
                  </a:lnTo>
                  <a:lnTo>
                    <a:pt x="12306" y="214718"/>
                  </a:lnTo>
                  <a:lnTo>
                    <a:pt x="11976" y="213499"/>
                  </a:lnTo>
                  <a:lnTo>
                    <a:pt x="11823" y="213512"/>
                  </a:lnTo>
                  <a:lnTo>
                    <a:pt x="25336" y="197751"/>
                  </a:lnTo>
                  <a:lnTo>
                    <a:pt x="39027" y="213728"/>
                  </a:lnTo>
                  <a:lnTo>
                    <a:pt x="38354" y="213766"/>
                  </a:lnTo>
                  <a:lnTo>
                    <a:pt x="38138" y="215023"/>
                  </a:lnTo>
                  <a:lnTo>
                    <a:pt x="38277" y="218084"/>
                  </a:lnTo>
                  <a:lnTo>
                    <a:pt x="38455" y="218770"/>
                  </a:lnTo>
                  <a:lnTo>
                    <a:pt x="37884" y="218617"/>
                  </a:lnTo>
                  <a:lnTo>
                    <a:pt x="36576" y="218706"/>
                  </a:lnTo>
                  <a:lnTo>
                    <a:pt x="35267" y="218795"/>
                  </a:lnTo>
                  <a:lnTo>
                    <a:pt x="34213" y="219176"/>
                  </a:lnTo>
                  <a:lnTo>
                    <a:pt x="34251" y="219989"/>
                  </a:lnTo>
                  <a:lnTo>
                    <a:pt x="35331" y="220243"/>
                  </a:lnTo>
                  <a:lnTo>
                    <a:pt x="37960" y="220078"/>
                  </a:lnTo>
                  <a:lnTo>
                    <a:pt x="38544" y="219862"/>
                  </a:lnTo>
                  <a:lnTo>
                    <a:pt x="38417" y="220573"/>
                  </a:lnTo>
                  <a:lnTo>
                    <a:pt x="38493" y="222097"/>
                  </a:lnTo>
                  <a:lnTo>
                    <a:pt x="38569" y="223621"/>
                  </a:lnTo>
                  <a:lnTo>
                    <a:pt x="38900" y="224853"/>
                  </a:lnTo>
                  <a:lnTo>
                    <a:pt x="39116" y="224840"/>
                  </a:lnTo>
                  <a:lnTo>
                    <a:pt x="39116" y="214020"/>
                  </a:lnTo>
                  <a:lnTo>
                    <a:pt x="39039" y="213741"/>
                  </a:lnTo>
                  <a:lnTo>
                    <a:pt x="43053" y="218427"/>
                  </a:lnTo>
                  <a:lnTo>
                    <a:pt x="43053" y="214045"/>
                  </a:lnTo>
                  <a:lnTo>
                    <a:pt x="29070" y="197751"/>
                  </a:lnTo>
                  <a:lnTo>
                    <a:pt x="25336" y="193382"/>
                  </a:lnTo>
                  <a:lnTo>
                    <a:pt x="11391" y="209651"/>
                  </a:lnTo>
                  <a:lnTo>
                    <a:pt x="11391" y="218554"/>
                  </a:lnTo>
                  <a:lnTo>
                    <a:pt x="10807" y="218401"/>
                  </a:lnTo>
                  <a:lnTo>
                    <a:pt x="9499" y="218490"/>
                  </a:lnTo>
                  <a:lnTo>
                    <a:pt x="8191" y="218567"/>
                  </a:lnTo>
                  <a:lnTo>
                    <a:pt x="7162" y="218960"/>
                  </a:lnTo>
                  <a:lnTo>
                    <a:pt x="7162" y="219735"/>
                  </a:lnTo>
                  <a:lnTo>
                    <a:pt x="6832" y="219329"/>
                  </a:lnTo>
                  <a:lnTo>
                    <a:pt x="7137" y="218973"/>
                  </a:lnTo>
                  <a:lnTo>
                    <a:pt x="7162" y="219735"/>
                  </a:lnTo>
                  <a:lnTo>
                    <a:pt x="7162" y="218960"/>
                  </a:lnTo>
                  <a:lnTo>
                    <a:pt x="11137" y="214299"/>
                  </a:lnTo>
                  <a:lnTo>
                    <a:pt x="11061" y="214795"/>
                  </a:lnTo>
                  <a:lnTo>
                    <a:pt x="11214" y="217868"/>
                  </a:lnTo>
                  <a:lnTo>
                    <a:pt x="11391" y="218554"/>
                  </a:lnTo>
                  <a:lnTo>
                    <a:pt x="11391" y="209651"/>
                  </a:lnTo>
                  <a:lnTo>
                    <a:pt x="3086" y="219329"/>
                  </a:lnTo>
                  <a:lnTo>
                    <a:pt x="25336" y="245287"/>
                  </a:lnTo>
                  <a:lnTo>
                    <a:pt x="29070" y="240919"/>
                  </a:lnTo>
                  <a:lnTo>
                    <a:pt x="47586" y="219329"/>
                  </a:lnTo>
                  <a:close/>
                </a:path>
                <a:path w="118109" h="245745">
                  <a:moveTo>
                    <a:pt x="78765" y="57378"/>
                  </a:moveTo>
                  <a:lnTo>
                    <a:pt x="78727" y="56578"/>
                  </a:lnTo>
                  <a:lnTo>
                    <a:pt x="77647" y="56311"/>
                  </a:lnTo>
                  <a:lnTo>
                    <a:pt x="75018" y="56489"/>
                  </a:lnTo>
                  <a:lnTo>
                    <a:pt x="73964" y="56870"/>
                  </a:lnTo>
                  <a:lnTo>
                    <a:pt x="73977" y="57277"/>
                  </a:lnTo>
                  <a:lnTo>
                    <a:pt x="73647" y="57302"/>
                  </a:lnTo>
                  <a:lnTo>
                    <a:pt x="73418" y="58559"/>
                  </a:lnTo>
                  <a:lnTo>
                    <a:pt x="73494" y="60096"/>
                  </a:lnTo>
                  <a:lnTo>
                    <a:pt x="73558" y="61620"/>
                  </a:lnTo>
                  <a:lnTo>
                    <a:pt x="73901" y="62839"/>
                  </a:lnTo>
                  <a:lnTo>
                    <a:pt x="74587" y="62801"/>
                  </a:lnTo>
                  <a:lnTo>
                    <a:pt x="74815" y="61544"/>
                  </a:lnTo>
                  <a:lnTo>
                    <a:pt x="74663" y="58483"/>
                  </a:lnTo>
                  <a:lnTo>
                    <a:pt x="74472" y="57797"/>
                  </a:lnTo>
                  <a:lnTo>
                    <a:pt x="75082" y="57937"/>
                  </a:lnTo>
                  <a:lnTo>
                    <a:pt x="76403" y="57861"/>
                  </a:lnTo>
                  <a:lnTo>
                    <a:pt x="77711" y="57772"/>
                  </a:lnTo>
                  <a:lnTo>
                    <a:pt x="78765" y="57378"/>
                  </a:lnTo>
                  <a:close/>
                </a:path>
                <a:path w="118109" h="245745">
                  <a:moveTo>
                    <a:pt x="92100" y="72948"/>
                  </a:moveTo>
                  <a:lnTo>
                    <a:pt x="92087" y="72542"/>
                  </a:lnTo>
                  <a:lnTo>
                    <a:pt x="92075" y="72148"/>
                  </a:lnTo>
                  <a:lnTo>
                    <a:pt x="90995" y="71882"/>
                  </a:lnTo>
                  <a:lnTo>
                    <a:pt x="88366" y="72047"/>
                  </a:lnTo>
                  <a:lnTo>
                    <a:pt x="87731" y="72301"/>
                  </a:lnTo>
                  <a:lnTo>
                    <a:pt x="87871" y="71564"/>
                  </a:lnTo>
                  <a:lnTo>
                    <a:pt x="87795" y="70040"/>
                  </a:lnTo>
                  <a:lnTo>
                    <a:pt x="87731" y="68503"/>
                  </a:lnTo>
                  <a:lnTo>
                    <a:pt x="87388" y="67284"/>
                  </a:lnTo>
                  <a:lnTo>
                    <a:pt x="86702" y="67322"/>
                  </a:lnTo>
                  <a:lnTo>
                    <a:pt x="86487" y="68580"/>
                  </a:lnTo>
                  <a:lnTo>
                    <a:pt x="86626" y="71653"/>
                  </a:lnTo>
                  <a:lnTo>
                    <a:pt x="86804" y="72326"/>
                  </a:lnTo>
                  <a:lnTo>
                    <a:pt x="86233" y="72186"/>
                  </a:lnTo>
                  <a:lnTo>
                    <a:pt x="84924" y="72263"/>
                  </a:lnTo>
                  <a:lnTo>
                    <a:pt x="83616" y="72351"/>
                  </a:lnTo>
                  <a:lnTo>
                    <a:pt x="82562" y="72732"/>
                  </a:lnTo>
                  <a:lnTo>
                    <a:pt x="82600" y="73545"/>
                  </a:lnTo>
                  <a:lnTo>
                    <a:pt x="83680" y="73812"/>
                  </a:lnTo>
                  <a:lnTo>
                    <a:pt x="86309" y="73634"/>
                  </a:lnTo>
                  <a:lnTo>
                    <a:pt x="86880" y="73431"/>
                  </a:lnTo>
                  <a:lnTo>
                    <a:pt x="86766" y="74129"/>
                  </a:lnTo>
                  <a:lnTo>
                    <a:pt x="86842" y="75653"/>
                  </a:lnTo>
                  <a:lnTo>
                    <a:pt x="86906" y="77190"/>
                  </a:lnTo>
                  <a:lnTo>
                    <a:pt x="87249" y="78409"/>
                  </a:lnTo>
                  <a:lnTo>
                    <a:pt x="87934" y="78371"/>
                  </a:lnTo>
                  <a:lnTo>
                    <a:pt x="88163" y="77114"/>
                  </a:lnTo>
                  <a:lnTo>
                    <a:pt x="88011" y="74041"/>
                  </a:lnTo>
                  <a:lnTo>
                    <a:pt x="87820" y="73367"/>
                  </a:lnTo>
                  <a:lnTo>
                    <a:pt x="88430" y="73507"/>
                  </a:lnTo>
                  <a:lnTo>
                    <a:pt x="89750" y="73418"/>
                  </a:lnTo>
                  <a:lnTo>
                    <a:pt x="91059" y="73342"/>
                  </a:lnTo>
                  <a:lnTo>
                    <a:pt x="92100" y="72948"/>
                  </a:lnTo>
                  <a:close/>
                </a:path>
                <a:path w="118109" h="245745">
                  <a:moveTo>
                    <a:pt x="92367" y="41897"/>
                  </a:moveTo>
                  <a:lnTo>
                    <a:pt x="92329" y="41084"/>
                  </a:lnTo>
                  <a:lnTo>
                    <a:pt x="91249" y="40817"/>
                  </a:lnTo>
                  <a:lnTo>
                    <a:pt x="88620" y="40995"/>
                  </a:lnTo>
                  <a:lnTo>
                    <a:pt x="87998" y="41224"/>
                  </a:lnTo>
                  <a:lnTo>
                    <a:pt x="88125" y="40500"/>
                  </a:lnTo>
                  <a:lnTo>
                    <a:pt x="88049" y="38976"/>
                  </a:lnTo>
                  <a:lnTo>
                    <a:pt x="87985" y="37452"/>
                  </a:lnTo>
                  <a:lnTo>
                    <a:pt x="87642" y="36220"/>
                  </a:lnTo>
                  <a:lnTo>
                    <a:pt x="86956" y="36258"/>
                  </a:lnTo>
                  <a:lnTo>
                    <a:pt x="86741" y="37515"/>
                  </a:lnTo>
                  <a:lnTo>
                    <a:pt x="86880" y="40589"/>
                  </a:lnTo>
                  <a:lnTo>
                    <a:pt x="87058" y="41275"/>
                  </a:lnTo>
                  <a:lnTo>
                    <a:pt x="86487" y="41122"/>
                  </a:lnTo>
                  <a:lnTo>
                    <a:pt x="85178" y="41211"/>
                  </a:lnTo>
                  <a:lnTo>
                    <a:pt x="83870" y="41287"/>
                  </a:lnTo>
                  <a:lnTo>
                    <a:pt x="82816" y="41681"/>
                  </a:lnTo>
                  <a:lnTo>
                    <a:pt x="82854" y="42481"/>
                  </a:lnTo>
                  <a:lnTo>
                    <a:pt x="83934" y="42748"/>
                  </a:lnTo>
                  <a:lnTo>
                    <a:pt x="86563" y="42583"/>
                  </a:lnTo>
                  <a:lnTo>
                    <a:pt x="87147" y="42367"/>
                  </a:lnTo>
                  <a:lnTo>
                    <a:pt x="87020" y="43065"/>
                  </a:lnTo>
                  <a:lnTo>
                    <a:pt x="87096" y="44602"/>
                  </a:lnTo>
                  <a:lnTo>
                    <a:pt x="87160" y="46126"/>
                  </a:lnTo>
                  <a:lnTo>
                    <a:pt x="87503" y="47345"/>
                  </a:lnTo>
                  <a:lnTo>
                    <a:pt x="88188" y="47307"/>
                  </a:lnTo>
                  <a:lnTo>
                    <a:pt x="88417" y="46050"/>
                  </a:lnTo>
                  <a:lnTo>
                    <a:pt x="88265" y="42989"/>
                  </a:lnTo>
                  <a:lnTo>
                    <a:pt x="88074" y="42303"/>
                  </a:lnTo>
                  <a:lnTo>
                    <a:pt x="88684" y="42443"/>
                  </a:lnTo>
                  <a:lnTo>
                    <a:pt x="90004" y="42367"/>
                  </a:lnTo>
                  <a:lnTo>
                    <a:pt x="91313" y="42278"/>
                  </a:lnTo>
                  <a:lnTo>
                    <a:pt x="92367" y="41897"/>
                  </a:lnTo>
                  <a:close/>
                </a:path>
                <a:path w="118109" h="245745">
                  <a:moveTo>
                    <a:pt x="105841" y="57607"/>
                  </a:moveTo>
                  <a:lnTo>
                    <a:pt x="105791" y="56794"/>
                  </a:lnTo>
                  <a:lnTo>
                    <a:pt x="104711" y="56540"/>
                  </a:lnTo>
                  <a:lnTo>
                    <a:pt x="102082" y="56705"/>
                  </a:lnTo>
                  <a:lnTo>
                    <a:pt x="101473" y="56934"/>
                  </a:lnTo>
                  <a:lnTo>
                    <a:pt x="101600" y="56222"/>
                  </a:lnTo>
                  <a:lnTo>
                    <a:pt x="101523" y="54686"/>
                  </a:lnTo>
                  <a:lnTo>
                    <a:pt x="101447" y="53162"/>
                  </a:lnTo>
                  <a:lnTo>
                    <a:pt x="101117" y="51930"/>
                  </a:lnTo>
                  <a:lnTo>
                    <a:pt x="100431" y="51981"/>
                  </a:lnTo>
                  <a:lnTo>
                    <a:pt x="100203" y="53238"/>
                  </a:lnTo>
                  <a:lnTo>
                    <a:pt x="100355" y="56299"/>
                  </a:lnTo>
                  <a:lnTo>
                    <a:pt x="100533" y="56984"/>
                  </a:lnTo>
                  <a:lnTo>
                    <a:pt x="99961" y="56832"/>
                  </a:lnTo>
                  <a:lnTo>
                    <a:pt x="98653" y="56921"/>
                  </a:lnTo>
                  <a:lnTo>
                    <a:pt x="97345" y="57010"/>
                  </a:lnTo>
                  <a:lnTo>
                    <a:pt x="96278" y="57391"/>
                  </a:lnTo>
                  <a:lnTo>
                    <a:pt x="96329" y="58204"/>
                  </a:lnTo>
                  <a:lnTo>
                    <a:pt x="97396" y="58458"/>
                  </a:lnTo>
                  <a:lnTo>
                    <a:pt x="100025" y="58293"/>
                  </a:lnTo>
                  <a:lnTo>
                    <a:pt x="100609" y="58077"/>
                  </a:lnTo>
                  <a:lnTo>
                    <a:pt x="100495" y="58775"/>
                  </a:lnTo>
                  <a:lnTo>
                    <a:pt x="100558" y="60312"/>
                  </a:lnTo>
                  <a:lnTo>
                    <a:pt x="100634" y="61836"/>
                  </a:lnTo>
                  <a:lnTo>
                    <a:pt x="100977" y="63068"/>
                  </a:lnTo>
                  <a:lnTo>
                    <a:pt x="101650" y="63017"/>
                  </a:lnTo>
                  <a:lnTo>
                    <a:pt x="101879" y="61760"/>
                  </a:lnTo>
                  <a:lnTo>
                    <a:pt x="101739" y="58699"/>
                  </a:lnTo>
                  <a:lnTo>
                    <a:pt x="101549" y="58026"/>
                  </a:lnTo>
                  <a:lnTo>
                    <a:pt x="102158" y="58166"/>
                  </a:lnTo>
                  <a:lnTo>
                    <a:pt x="103466" y="58077"/>
                  </a:lnTo>
                  <a:lnTo>
                    <a:pt x="104775" y="57988"/>
                  </a:lnTo>
                  <a:lnTo>
                    <a:pt x="105841" y="57607"/>
                  </a:lnTo>
                  <a:close/>
                </a:path>
                <a:path w="118109" h="245745">
                  <a:moveTo>
                    <a:pt x="117665" y="25539"/>
                  </a:moveTo>
                  <a:lnTo>
                    <a:pt x="116979" y="25781"/>
                  </a:lnTo>
                  <a:lnTo>
                    <a:pt x="117030" y="26593"/>
                  </a:lnTo>
                  <a:lnTo>
                    <a:pt x="117665" y="26746"/>
                  </a:lnTo>
                  <a:lnTo>
                    <a:pt x="117665" y="25539"/>
                  </a:lnTo>
                  <a:close/>
                </a:path>
                <a:path w="118109" h="245745">
                  <a:moveTo>
                    <a:pt x="117665" y="11150"/>
                  </a:moveTo>
                  <a:lnTo>
                    <a:pt x="112344" y="4940"/>
                  </a:lnTo>
                  <a:lnTo>
                    <a:pt x="112344" y="9321"/>
                  </a:lnTo>
                  <a:lnTo>
                    <a:pt x="111950" y="9220"/>
                  </a:lnTo>
                  <a:lnTo>
                    <a:pt x="109321" y="9385"/>
                  </a:lnTo>
                  <a:lnTo>
                    <a:pt x="108699" y="9613"/>
                  </a:lnTo>
                  <a:lnTo>
                    <a:pt x="108826" y="8890"/>
                  </a:lnTo>
                  <a:lnTo>
                    <a:pt x="108762" y="7366"/>
                  </a:lnTo>
                  <a:lnTo>
                    <a:pt x="108686" y="5842"/>
                  </a:lnTo>
                  <a:lnTo>
                    <a:pt x="108356" y="4660"/>
                  </a:lnTo>
                  <a:lnTo>
                    <a:pt x="112344" y="9321"/>
                  </a:lnTo>
                  <a:lnTo>
                    <a:pt x="112344" y="4940"/>
                  </a:lnTo>
                  <a:lnTo>
                    <a:pt x="111848" y="4356"/>
                  </a:lnTo>
                  <a:lnTo>
                    <a:pt x="108331" y="254"/>
                  </a:lnTo>
                  <a:lnTo>
                    <a:pt x="108331" y="4622"/>
                  </a:lnTo>
                  <a:lnTo>
                    <a:pt x="107861" y="4648"/>
                  </a:lnTo>
                  <a:lnTo>
                    <a:pt x="108115" y="4356"/>
                  </a:lnTo>
                  <a:lnTo>
                    <a:pt x="108331" y="4622"/>
                  </a:lnTo>
                  <a:lnTo>
                    <a:pt x="108331" y="254"/>
                  </a:lnTo>
                  <a:lnTo>
                    <a:pt x="108115" y="0"/>
                  </a:lnTo>
                  <a:lnTo>
                    <a:pt x="94157" y="16281"/>
                  </a:lnTo>
                  <a:lnTo>
                    <a:pt x="94157" y="25158"/>
                  </a:lnTo>
                  <a:lnTo>
                    <a:pt x="93586" y="25006"/>
                  </a:lnTo>
                  <a:lnTo>
                    <a:pt x="92278" y="25095"/>
                  </a:lnTo>
                  <a:lnTo>
                    <a:pt x="90970" y="25171"/>
                  </a:lnTo>
                  <a:lnTo>
                    <a:pt x="89941" y="25565"/>
                  </a:lnTo>
                  <a:lnTo>
                    <a:pt x="89941" y="26352"/>
                  </a:lnTo>
                  <a:lnTo>
                    <a:pt x="89611" y="25946"/>
                  </a:lnTo>
                  <a:lnTo>
                    <a:pt x="89916" y="25590"/>
                  </a:lnTo>
                  <a:lnTo>
                    <a:pt x="89941" y="26352"/>
                  </a:lnTo>
                  <a:lnTo>
                    <a:pt x="89941" y="25565"/>
                  </a:lnTo>
                  <a:lnTo>
                    <a:pt x="93916" y="20916"/>
                  </a:lnTo>
                  <a:lnTo>
                    <a:pt x="93840" y="21399"/>
                  </a:lnTo>
                  <a:lnTo>
                    <a:pt x="93980" y="24472"/>
                  </a:lnTo>
                  <a:lnTo>
                    <a:pt x="94157" y="25158"/>
                  </a:lnTo>
                  <a:lnTo>
                    <a:pt x="94157" y="16281"/>
                  </a:lnTo>
                  <a:lnTo>
                    <a:pt x="87414" y="24142"/>
                  </a:lnTo>
                  <a:lnTo>
                    <a:pt x="85229" y="21602"/>
                  </a:lnTo>
                  <a:lnTo>
                    <a:pt x="85229" y="25946"/>
                  </a:lnTo>
                  <a:lnTo>
                    <a:pt x="81089" y="30772"/>
                  </a:lnTo>
                  <a:lnTo>
                    <a:pt x="81203" y="30162"/>
                  </a:lnTo>
                  <a:lnTo>
                    <a:pt x="81051" y="27089"/>
                  </a:lnTo>
                  <a:lnTo>
                    <a:pt x="80860" y="26416"/>
                  </a:lnTo>
                  <a:lnTo>
                    <a:pt x="81470" y="26555"/>
                  </a:lnTo>
                  <a:lnTo>
                    <a:pt x="82778" y="26466"/>
                  </a:lnTo>
                  <a:lnTo>
                    <a:pt x="84099" y="26390"/>
                  </a:lnTo>
                  <a:lnTo>
                    <a:pt x="85153" y="25996"/>
                  </a:lnTo>
                  <a:lnTo>
                    <a:pt x="85140" y="25857"/>
                  </a:lnTo>
                  <a:lnTo>
                    <a:pt x="85229" y="21602"/>
                  </a:lnTo>
                  <a:lnTo>
                    <a:pt x="84442" y="20675"/>
                  </a:lnTo>
                  <a:lnTo>
                    <a:pt x="84442" y="25031"/>
                  </a:lnTo>
                  <a:lnTo>
                    <a:pt x="84035" y="24930"/>
                  </a:lnTo>
                  <a:lnTo>
                    <a:pt x="81407" y="25095"/>
                  </a:lnTo>
                  <a:lnTo>
                    <a:pt x="80772" y="25336"/>
                  </a:lnTo>
                  <a:lnTo>
                    <a:pt x="80911" y="24612"/>
                  </a:lnTo>
                  <a:lnTo>
                    <a:pt x="80848" y="23075"/>
                  </a:lnTo>
                  <a:lnTo>
                    <a:pt x="80772" y="21551"/>
                  </a:lnTo>
                  <a:lnTo>
                    <a:pt x="80505" y="20624"/>
                  </a:lnTo>
                  <a:lnTo>
                    <a:pt x="80505" y="31457"/>
                  </a:lnTo>
                  <a:lnTo>
                    <a:pt x="66725" y="47523"/>
                  </a:lnTo>
                  <a:lnTo>
                    <a:pt x="61925" y="41948"/>
                  </a:lnTo>
                  <a:lnTo>
                    <a:pt x="62992" y="42202"/>
                  </a:lnTo>
                  <a:lnTo>
                    <a:pt x="65620" y="42037"/>
                  </a:lnTo>
                  <a:lnTo>
                    <a:pt x="66205" y="41821"/>
                  </a:lnTo>
                  <a:lnTo>
                    <a:pt x="66078" y="42519"/>
                  </a:lnTo>
                  <a:lnTo>
                    <a:pt x="66154" y="44056"/>
                  </a:lnTo>
                  <a:lnTo>
                    <a:pt x="66230" y="45580"/>
                  </a:lnTo>
                  <a:lnTo>
                    <a:pt x="66560" y="46799"/>
                  </a:lnTo>
                  <a:lnTo>
                    <a:pt x="67246" y="46761"/>
                  </a:lnTo>
                  <a:lnTo>
                    <a:pt x="67475" y="45504"/>
                  </a:lnTo>
                  <a:lnTo>
                    <a:pt x="67322" y="42443"/>
                  </a:lnTo>
                  <a:lnTo>
                    <a:pt x="67132" y="41757"/>
                  </a:lnTo>
                  <a:lnTo>
                    <a:pt x="67754" y="41897"/>
                  </a:lnTo>
                  <a:lnTo>
                    <a:pt x="69062" y="41821"/>
                  </a:lnTo>
                  <a:lnTo>
                    <a:pt x="70370" y="41732"/>
                  </a:lnTo>
                  <a:lnTo>
                    <a:pt x="71424" y="41338"/>
                  </a:lnTo>
                  <a:lnTo>
                    <a:pt x="71386" y="40538"/>
                  </a:lnTo>
                  <a:lnTo>
                    <a:pt x="70307" y="40271"/>
                  </a:lnTo>
                  <a:lnTo>
                    <a:pt x="67678" y="40449"/>
                  </a:lnTo>
                  <a:lnTo>
                    <a:pt x="67056" y="40678"/>
                  </a:lnTo>
                  <a:lnTo>
                    <a:pt x="67183" y="39954"/>
                  </a:lnTo>
                  <a:lnTo>
                    <a:pt x="67119" y="38430"/>
                  </a:lnTo>
                  <a:lnTo>
                    <a:pt x="67043" y="36893"/>
                  </a:lnTo>
                  <a:lnTo>
                    <a:pt x="66700" y="35674"/>
                  </a:lnTo>
                  <a:lnTo>
                    <a:pt x="66014" y="35712"/>
                  </a:lnTo>
                  <a:lnTo>
                    <a:pt x="65798" y="36969"/>
                  </a:lnTo>
                  <a:lnTo>
                    <a:pt x="65938" y="40043"/>
                  </a:lnTo>
                  <a:lnTo>
                    <a:pt x="66116" y="40728"/>
                  </a:lnTo>
                  <a:lnTo>
                    <a:pt x="65544" y="40576"/>
                  </a:lnTo>
                  <a:lnTo>
                    <a:pt x="64236" y="40665"/>
                  </a:lnTo>
                  <a:lnTo>
                    <a:pt x="62928" y="40741"/>
                  </a:lnTo>
                  <a:lnTo>
                    <a:pt x="61874" y="41135"/>
                  </a:lnTo>
                  <a:lnTo>
                    <a:pt x="61899" y="41922"/>
                  </a:lnTo>
                  <a:lnTo>
                    <a:pt x="48577" y="26377"/>
                  </a:lnTo>
                  <a:lnTo>
                    <a:pt x="49644" y="26631"/>
                  </a:lnTo>
                  <a:lnTo>
                    <a:pt x="52273" y="26466"/>
                  </a:lnTo>
                  <a:lnTo>
                    <a:pt x="52857" y="26250"/>
                  </a:lnTo>
                  <a:lnTo>
                    <a:pt x="52730" y="26949"/>
                  </a:lnTo>
                  <a:lnTo>
                    <a:pt x="52806" y="28486"/>
                  </a:lnTo>
                  <a:lnTo>
                    <a:pt x="52882" y="30010"/>
                  </a:lnTo>
                  <a:lnTo>
                    <a:pt x="53213" y="31242"/>
                  </a:lnTo>
                  <a:lnTo>
                    <a:pt x="53911" y="31191"/>
                  </a:lnTo>
                  <a:lnTo>
                    <a:pt x="54127" y="29933"/>
                  </a:lnTo>
                  <a:lnTo>
                    <a:pt x="53975" y="26873"/>
                  </a:lnTo>
                  <a:lnTo>
                    <a:pt x="53784" y="26187"/>
                  </a:lnTo>
                  <a:lnTo>
                    <a:pt x="54406" y="26327"/>
                  </a:lnTo>
                  <a:lnTo>
                    <a:pt x="55714" y="26250"/>
                  </a:lnTo>
                  <a:lnTo>
                    <a:pt x="57023" y="26162"/>
                  </a:lnTo>
                  <a:lnTo>
                    <a:pt x="58064" y="25781"/>
                  </a:lnTo>
                  <a:lnTo>
                    <a:pt x="58064" y="25361"/>
                  </a:lnTo>
                  <a:lnTo>
                    <a:pt x="58039" y="24968"/>
                  </a:lnTo>
                  <a:lnTo>
                    <a:pt x="56959" y="24714"/>
                  </a:lnTo>
                  <a:lnTo>
                    <a:pt x="54330" y="24879"/>
                  </a:lnTo>
                  <a:lnTo>
                    <a:pt x="53708" y="25120"/>
                  </a:lnTo>
                  <a:lnTo>
                    <a:pt x="53848" y="24384"/>
                  </a:lnTo>
                  <a:lnTo>
                    <a:pt x="53771" y="22860"/>
                  </a:lnTo>
                  <a:lnTo>
                    <a:pt x="53695" y="21336"/>
                  </a:lnTo>
                  <a:lnTo>
                    <a:pt x="53365" y="20104"/>
                  </a:lnTo>
                  <a:lnTo>
                    <a:pt x="53213" y="20116"/>
                  </a:lnTo>
                  <a:lnTo>
                    <a:pt x="66230" y="4940"/>
                  </a:lnTo>
                  <a:lnTo>
                    <a:pt x="66052" y="5918"/>
                  </a:lnTo>
                  <a:lnTo>
                    <a:pt x="66192" y="8978"/>
                  </a:lnTo>
                  <a:lnTo>
                    <a:pt x="66370" y="9664"/>
                  </a:lnTo>
                  <a:lnTo>
                    <a:pt x="65798" y="9512"/>
                  </a:lnTo>
                  <a:lnTo>
                    <a:pt x="64490" y="9601"/>
                  </a:lnTo>
                  <a:lnTo>
                    <a:pt x="63182" y="9677"/>
                  </a:lnTo>
                  <a:lnTo>
                    <a:pt x="62128" y="10071"/>
                  </a:lnTo>
                  <a:lnTo>
                    <a:pt x="62166" y="10871"/>
                  </a:lnTo>
                  <a:lnTo>
                    <a:pt x="63246" y="11137"/>
                  </a:lnTo>
                  <a:lnTo>
                    <a:pt x="65874" y="10972"/>
                  </a:lnTo>
                  <a:lnTo>
                    <a:pt x="66459" y="10756"/>
                  </a:lnTo>
                  <a:lnTo>
                    <a:pt x="66332" y="11455"/>
                  </a:lnTo>
                  <a:lnTo>
                    <a:pt x="66408" y="12992"/>
                  </a:lnTo>
                  <a:lnTo>
                    <a:pt x="66484" y="14516"/>
                  </a:lnTo>
                  <a:lnTo>
                    <a:pt x="66814" y="15748"/>
                  </a:lnTo>
                  <a:lnTo>
                    <a:pt x="67513" y="15697"/>
                  </a:lnTo>
                  <a:lnTo>
                    <a:pt x="67729" y="14439"/>
                  </a:lnTo>
                  <a:lnTo>
                    <a:pt x="67576" y="11379"/>
                  </a:lnTo>
                  <a:lnTo>
                    <a:pt x="67386" y="10693"/>
                  </a:lnTo>
                  <a:lnTo>
                    <a:pt x="68008" y="10833"/>
                  </a:lnTo>
                  <a:lnTo>
                    <a:pt x="69316" y="10756"/>
                  </a:lnTo>
                  <a:lnTo>
                    <a:pt x="70624" y="10668"/>
                  </a:lnTo>
                  <a:lnTo>
                    <a:pt x="71678" y="10287"/>
                  </a:lnTo>
                  <a:lnTo>
                    <a:pt x="71666" y="10160"/>
                  </a:lnTo>
                  <a:lnTo>
                    <a:pt x="80416" y="20345"/>
                  </a:lnTo>
                  <a:lnTo>
                    <a:pt x="79743" y="20370"/>
                  </a:lnTo>
                  <a:lnTo>
                    <a:pt x="79527" y="21628"/>
                  </a:lnTo>
                  <a:lnTo>
                    <a:pt x="79667" y="24688"/>
                  </a:lnTo>
                  <a:lnTo>
                    <a:pt x="79844" y="25374"/>
                  </a:lnTo>
                  <a:lnTo>
                    <a:pt x="79273" y="25234"/>
                  </a:lnTo>
                  <a:lnTo>
                    <a:pt x="77965" y="25311"/>
                  </a:lnTo>
                  <a:lnTo>
                    <a:pt x="76657" y="25400"/>
                  </a:lnTo>
                  <a:lnTo>
                    <a:pt x="75603" y="25781"/>
                  </a:lnTo>
                  <a:lnTo>
                    <a:pt x="75641" y="26593"/>
                  </a:lnTo>
                  <a:lnTo>
                    <a:pt x="76720" y="26847"/>
                  </a:lnTo>
                  <a:lnTo>
                    <a:pt x="79349" y="26682"/>
                  </a:lnTo>
                  <a:lnTo>
                    <a:pt x="79921" y="26479"/>
                  </a:lnTo>
                  <a:lnTo>
                    <a:pt x="79806" y="27178"/>
                  </a:lnTo>
                  <a:lnTo>
                    <a:pt x="79883" y="28702"/>
                  </a:lnTo>
                  <a:lnTo>
                    <a:pt x="79946" y="30226"/>
                  </a:lnTo>
                  <a:lnTo>
                    <a:pt x="80289" y="31457"/>
                  </a:lnTo>
                  <a:lnTo>
                    <a:pt x="80505" y="31457"/>
                  </a:lnTo>
                  <a:lnTo>
                    <a:pt x="80505" y="20624"/>
                  </a:lnTo>
                  <a:lnTo>
                    <a:pt x="80429" y="20358"/>
                  </a:lnTo>
                  <a:lnTo>
                    <a:pt x="84442" y="25031"/>
                  </a:lnTo>
                  <a:lnTo>
                    <a:pt x="84442" y="20675"/>
                  </a:lnTo>
                  <a:lnTo>
                    <a:pt x="70954" y="4927"/>
                  </a:lnTo>
                  <a:lnTo>
                    <a:pt x="70954" y="9321"/>
                  </a:lnTo>
                  <a:lnTo>
                    <a:pt x="70561" y="9220"/>
                  </a:lnTo>
                  <a:lnTo>
                    <a:pt x="67932" y="9385"/>
                  </a:lnTo>
                  <a:lnTo>
                    <a:pt x="67310" y="9613"/>
                  </a:lnTo>
                  <a:lnTo>
                    <a:pt x="67437" y="8890"/>
                  </a:lnTo>
                  <a:lnTo>
                    <a:pt x="67373" y="7366"/>
                  </a:lnTo>
                  <a:lnTo>
                    <a:pt x="67297" y="5842"/>
                  </a:lnTo>
                  <a:lnTo>
                    <a:pt x="66967" y="4660"/>
                  </a:lnTo>
                  <a:lnTo>
                    <a:pt x="70954" y="9321"/>
                  </a:lnTo>
                  <a:lnTo>
                    <a:pt x="70954" y="4927"/>
                  </a:lnTo>
                  <a:lnTo>
                    <a:pt x="70472" y="4356"/>
                  </a:lnTo>
                  <a:lnTo>
                    <a:pt x="66941" y="254"/>
                  </a:lnTo>
                  <a:lnTo>
                    <a:pt x="66941" y="4622"/>
                  </a:lnTo>
                  <a:lnTo>
                    <a:pt x="66471" y="4648"/>
                  </a:lnTo>
                  <a:lnTo>
                    <a:pt x="66725" y="4356"/>
                  </a:lnTo>
                  <a:lnTo>
                    <a:pt x="66941" y="4622"/>
                  </a:lnTo>
                  <a:lnTo>
                    <a:pt x="66941" y="254"/>
                  </a:lnTo>
                  <a:lnTo>
                    <a:pt x="66725" y="0"/>
                  </a:lnTo>
                  <a:lnTo>
                    <a:pt x="52781" y="16268"/>
                  </a:lnTo>
                  <a:lnTo>
                    <a:pt x="52781" y="25158"/>
                  </a:lnTo>
                  <a:lnTo>
                    <a:pt x="52197" y="25006"/>
                  </a:lnTo>
                  <a:lnTo>
                    <a:pt x="50888" y="25095"/>
                  </a:lnTo>
                  <a:lnTo>
                    <a:pt x="49580" y="25171"/>
                  </a:lnTo>
                  <a:lnTo>
                    <a:pt x="48552" y="25565"/>
                  </a:lnTo>
                  <a:lnTo>
                    <a:pt x="48552" y="26352"/>
                  </a:lnTo>
                  <a:lnTo>
                    <a:pt x="48221" y="25946"/>
                  </a:lnTo>
                  <a:lnTo>
                    <a:pt x="48526" y="25590"/>
                  </a:lnTo>
                  <a:lnTo>
                    <a:pt x="48552" y="26352"/>
                  </a:lnTo>
                  <a:lnTo>
                    <a:pt x="48552" y="25565"/>
                  </a:lnTo>
                  <a:lnTo>
                    <a:pt x="52527" y="20916"/>
                  </a:lnTo>
                  <a:lnTo>
                    <a:pt x="52451" y="21399"/>
                  </a:lnTo>
                  <a:lnTo>
                    <a:pt x="52603" y="24472"/>
                  </a:lnTo>
                  <a:lnTo>
                    <a:pt x="52781" y="25158"/>
                  </a:lnTo>
                  <a:lnTo>
                    <a:pt x="52781" y="16268"/>
                  </a:lnTo>
                  <a:lnTo>
                    <a:pt x="44475" y="25946"/>
                  </a:lnTo>
                  <a:lnTo>
                    <a:pt x="66725" y="51892"/>
                  </a:lnTo>
                  <a:lnTo>
                    <a:pt x="70472" y="47523"/>
                  </a:lnTo>
                  <a:lnTo>
                    <a:pt x="87414" y="27762"/>
                  </a:lnTo>
                  <a:lnTo>
                    <a:pt x="108115" y="51892"/>
                  </a:lnTo>
                  <a:lnTo>
                    <a:pt x="111848" y="47523"/>
                  </a:lnTo>
                  <a:lnTo>
                    <a:pt x="117665" y="40741"/>
                  </a:lnTo>
                  <a:lnTo>
                    <a:pt x="117665" y="36372"/>
                  </a:lnTo>
                  <a:lnTo>
                    <a:pt x="108115" y="47523"/>
                  </a:lnTo>
                  <a:lnTo>
                    <a:pt x="103314" y="41948"/>
                  </a:lnTo>
                  <a:lnTo>
                    <a:pt x="104381" y="42202"/>
                  </a:lnTo>
                  <a:lnTo>
                    <a:pt x="107010" y="42037"/>
                  </a:lnTo>
                  <a:lnTo>
                    <a:pt x="107581" y="41821"/>
                  </a:lnTo>
                  <a:lnTo>
                    <a:pt x="107467" y="42519"/>
                  </a:lnTo>
                  <a:lnTo>
                    <a:pt x="107543" y="44056"/>
                  </a:lnTo>
                  <a:lnTo>
                    <a:pt x="107619" y="45580"/>
                  </a:lnTo>
                  <a:lnTo>
                    <a:pt x="107950" y="46799"/>
                  </a:lnTo>
                  <a:lnTo>
                    <a:pt x="108635" y="46761"/>
                  </a:lnTo>
                  <a:lnTo>
                    <a:pt x="108864" y="45504"/>
                  </a:lnTo>
                  <a:lnTo>
                    <a:pt x="108712" y="42443"/>
                  </a:lnTo>
                  <a:lnTo>
                    <a:pt x="108521" y="41757"/>
                  </a:lnTo>
                  <a:lnTo>
                    <a:pt x="109143" y="41897"/>
                  </a:lnTo>
                  <a:lnTo>
                    <a:pt x="110451" y="41821"/>
                  </a:lnTo>
                  <a:lnTo>
                    <a:pt x="111760" y="41732"/>
                  </a:lnTo>
                  <a:lnTo>
                    <a:pt x="112814" y="41338"/>
                  </a:lnTo>
                  <a:lnTo>
                    <a:pt x="112776" y="40538"/>
                  </a:lnTo>
                  <a:lnTo>
                    <a:pt x="111696" y="40271"/>
                  </a:lnTo>
                  <a:lnTo>
                    <a:pt x="109067" y="40449"/>
                  </a:lnTo>
                  <a:lnTo>
                    <a:pt x="108432" y="40678"/>
                  </a:lnTo>
                  <a:lnTo>
                    <a:pt x="108572" y="39954"/>
                  </a:lnTo>
                  <a:lnTo>
                    <a:pt x="108508" y="38430"/>
                  </a:lnTo>
                  <a:lnTo>
                    <a:pt x="108432" y="36893"/>
                  </a:lnTo>
                  <a:lnTo>
                    <a:pt x="108089" y="35674"/>
                  </a:lnTo>
                  <a:lnTo>
                    <a:pt x="107403" y="35712"/>
                  </a:lnTo>
                  <a:lnTo>
                    <a:pt x="107188" y="36969"/>
                  </a:lnTo>
                  <a:lnTo>
                    <a:pt x="107327" y="40043"/>
                  </a:lnTo>
                  <a:lnTo>
                    <a:pt x="107518" y="40728"/>
                  </a:lnTo>
                  <a:lnTo>
                    <a:pt x="106934" y="40576"/>
                  </a:lnTo>
                  <a:lnTo>
                    <a:pt x="105625" y="40665"/>
                  </a:lnTo>
                  <a:lnTo>
                    <a:pt x="104317" y="40741"/>
                  </a:lnTo>
                  <a:lnTo>
                    <a:pt x="103263" y="41135"/>
                  </a:lnTo>
                  <a:lnTo>
                    <a:pt x="103289" y="41922"/>
                  </a:lnTo>
                  <a:lnTo>
                    <a:pt x="89966" y="26377"/>
                  </a:lnTo>
                  <a:lnTo>
                    <a:pt x="91033" y="26631"/>
                  </a:lnTo>
                  <a:lnTo>
                    <a:pt x="93662" y="26466"/>
                  </a:lnTo>
                  <a:lnTo>
                    <a:pt x="94246" y="26250"/>
                  </a:lnTo>
                  <a:lnTo>
                    <a:pt x="94119" y="26949"/>
                  </a:lnTo>
                  <a:lnTo>
                    <a:pt x="94195" y="28486"/>
                  </a:lnTo>
                  <a:lnTo>
                    <a:pt x="94272" y="30010"/>
                  </a:lnTo>
                  <a:lnTo>
                    <a:pt x="94602" y="31242"/>
                  </a:lnTo>
                  <a:lnTo>
                    <a:pt x="95288" y="31191"/>
                  </a:lnTo>
                  <a:lnTo>
                    <a:pt x="95516" y="29933"/>
                  </a:lnTo>
                  <a:lnTo>
                    <a:pt x="95364" y="26873"/>
                  </a:lnTo>
                  <a:lnTo>
                    <a:pt x="95173" y="26187"/>
                  </a:lnTo>
                  <a:lnTo>
                    <a:pt x="95796" y="26327"/>
                  </a:lnTo>
                  <a:lnTo>
                    <a:pt x="97104" y="26250"/>
                  </a:lnTo>
                  <a:lnTo>
                    <a:pt x="98412" y="26162"/>
                  </a:lnTo>
                  <a:lnTo>
                    <a:pt x="99466" y="25781"/>
                  </a:lnTo>
                  <a:lnTo>
                    <a:pt x="99428" y="24968"/>
                  </a:lnTo>
                  <a:lnTo>
                    <a:pt x="98348" y="24714"/>
                  </a:lnTo>
                  <a:lnTo>
                    <a:pt x="95719" y="24879"/>
                  </a:lnTo>
                  <a:lnTo>
                    <a:pt x="95097" y="25120"/>
                  </a:lnTo>
                  <a:lnTo>
                    <a:pt x="95224" y="24384"/>
                  </a:lnTo>
                  <a:lnTo>
                    <a:pt x="95161" y="22860"/>
                  </a:lnTo>
                  <a:lnTo>
                    <a:pt x="95084" y="21336"/>
                  </a:lnTo>
                  <a:lnTo>
                    <a:pt x="94754" y="20104"/>
                  </a:lnTo>
                  <a:lnTo>
                    <a:pt x="94602" y="20116"/>
                  </a:lnTo>
                  <a:lnTo>
                    <a:pt x="107607" y="4953"/>
                  </a:lnTo>
                  <a:lnTo>
                    <a:pt x="107442" y="5918"/>
                  </a:lnTo>
                  <a:lnTo>
                    <a:pt x="107581" y="8978"/>
                  </a:lnTo>
                  <a:lnTo>
                    <a:pt x="107759" y="9664"/>
                  </a:lnTo>
                  <a:lnTo>
                    <a:pt x="107188" y="9512"/>
                  </a:lnTo>
                  <a:lnTo>
                    <a:pt x="105879" y="9601"/>
                  </a:lnTo>
                  <a:lnTo>
                    <a:pt x="104571" y="9677"/>
                  </a:lnTo>
                  <a:lnTo>
                    <a:pt x="103517" y="10071"/>
                  </a:lnTo>
                  <a:lnTo>
                    <a:pt x="103555" y="10871"/>
                  </a:lnTo>
                  <a:lnTo>
                    <a:pt x="104635" y="11137"/>
                  </a:lnTo>
                  <a:lnTo>
                    <a:pt x="107264" y="10972"/>
                  </a:lnTo>
                  <a:lnTo>
                    <a:pt x="107848" y="10756"/>
                  </a:lnTo>
                  <a:lnTo>
                    <a:pt x="107721" y="11455"/>
                  </a:lnTo>
                  <a:lnTo>
                    <a:pt x="107797" y="12992"/>
                  </a:lnTo>
                  <a:lnTo>
                    <a:pt x="107873" y="14516"/>
                  </a:lnTo>
                  <a:lnTo>
                    <a:pt x="108204" y="15748"/>
                  </a:lnTo>
                  <a:lnTo>
                    <a:pt x="108889" y="15697"/>
                  </a:lnTo>
                  <a:lnTo>
                    <a:pt x="109118" y="14439"/>
                  </a:lnTo>
                  <a:lnTo>
                    <a:pt x="108966" y="11379"/>
                  </a:lnTo>
                  <a:lnTo>
                    <a:pt x="108775" y="10693"/>
                  </a:lnTo>
                  <a:lnTo>
                    <a:pt x="109397" y="10833"/>
                  </a:lnTo>
                  <a:lnTo>
                    <a:pt x="110705" y="10756"/>
                  </a:lnTo>
                  <a:lnTo>
                    <a:pt x="112014" y="10668"/>
                  </a:lnTo>
                  <a:lnTo>
                    <a:pt x="113068" y="10287"/>
                  </a:lnTo>
                  <a:lnTo>
                    <a:pt x="113055" y="10147"/>
                  </a:lnTo>
                  <a:lnTo>
                    <a:pt x="117665" y="15506"/>
                  </a:lnTo>
                  <a:lnTo>
                    <a:pt x="117665" y="11150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10570934" y="6734105"/>
              <a:ext cx="1261110" cy="1760855"/>
            </a:xfrm>
            <a:custGeom>
              <a:avLst/>
              <a:gdLst/>
              <a:ahLst/>
              <a:cxnLst/>
              <a:rect l="l" t="t" r="r" b="b"/>
              <a:pathLst>
                <a:path w="1261109" h="1760854">
                  <a:moveTo>
                    <a:pt x="39979" y="25946"/>
                  </a:moveTo>
                  <a:lnTo>
                    <a:pt x="36233" y="21577"/>
                  </a:lnTo>
                  <a:lnTo>
                    <a:pt x="36233" y="25946"/>
                  </a:lnTo>
                  <a:lnTo>
                    <a:pt x="32092" y="30772"/>
                  </a:lnTo>
                  <a:lnTo>
                    <a:pt x="32207" y="30162"/>
                  </a:lnTo>
                  <a:lnTo>
                    <a:pt x="32067" y="27089"/>
                  </a:lnTo>
                  <a:lnTo>
                    <a:pt x="31864" y="26416"/>
                  </a:lnTo>
                  <a:lnTo>
                    <a:pt x="32486" y="26555"/>
                  </a:lnTo>
                  <a:lnTo>
                    <a:pt x="33794" y="26466"/>
                  </a:lnTo>
                  <a:lnTo>
                    <a:pt x="35102" y="26390"/>
                  </a:lnTo>
                  <a:lnTo>
                    <a:pt x="36156" y="25996"/>
                  </a:lnTo>
                  <a:lnTo>
                    <a:pt x="36144" y="25857"/>
                  </a:lnTo>
                  <a:lnTo>
                    <a:pt x="36233" y="21577"/>
                  </a:lnTo>
                  <a:lnTo>
                    <a:pt x="35433" y="20650"/>
                  </a:lnTo>
                  <a:lnTo>
                    <a:pt x="35433" y="25031"/>
                  </a:lnTo>
                  <a:lnTo>
                    <a:pt x="35039" y="24930"/>
                  </a:lnTo>
                  <a:lnTo>
                    <a:pt x="32410" y="25095"/>
                  </a:lnTo>
                  <a:lnTo>
                    <a:pt x="31800" y="25336"/>
                  </a:lnTo>
                  <a:lnTo>
                    <a:pt x="31927" y="24612"/>
                  </a:lnTo>
                  <a:lnTo>
                    <a:pt x="31851" y="23075"/>
                  </a:lnTo>
                  <a:lnTo>
                    <a:pt x="31775" y="21551"/>
                  </a:lnTo>
                  <a:lnTo>
                    <a:pt x="31445" y="20383"/>
                  </a:lnTo>
                  <a:lnTo>
                    <a:pt x="35433" y="25031"/>
                  </a:lnTo>
                  <a:lnTo>
                    <a:pt x="35433" y="20650"/>
                  </a:lnTo>
                  <a:lnTo>
                    <a:pt x="21945" y="4914"/>
                  </a:lnTo>
                  <a:lnTo>
                    <a:pt x="21945" y="9321"/>
                  </a:lnTo>
                  <a:lnTo>
                    <a:pt x="21577" y="9220"/>
                  </a:lnTo>
                  <a:lnTo>
                    <a:pt x="18948" y="9385"/>
                  </a:lnTo>
                  <a:lnTo>
                    <a:pt x="18326" y="9613"/>
                  </a:lnTo>
                  <a:lnTo>
                    <a:pt x="18453" y="8902"/>
                  </a:lnTo>
                  <a:lnTo>
                    <a:pt x="18376" y="7366"/>
                  </a:lnTo>
                  <a:lnTo>
                    <a:pt x="18313" y="5842"/>
                  </a:lnTo>
                  <a:lnTo>
                    <a:pt x="17970" y="4660"/>
                  </a:lnTo>
                  <a:lnTo>
                    <a:pt x="21945" y="9321"/>
                  </a:lnTo>
                  <a:lnTo>
                    <a:pt x="21945" y="4914"/>
                  </a:lnTo>
                  <a:lnTo>
                    <a:pt x="21475" y="4356"/>
                  </a:lnTo>
                  <a:lnTo>
                    <a:pt x="17945" y="254"/>
                  </a:lnTo>
                  <a:lnTo>
                    <a:pt x="17945" y="4622"/>
                  </a:lnTo>
                  <a:lnTo>
                    <a:pt x="17475" y="4648"/>
                  </a:lnTo>
                  <a:lnTo>
                    <a:pt x="17729" y="4356"/>
                  </a:lnTo>
                  <a:lnTo>
                    <a:pt x="17945" y="4622"/>
                  </a:lnTo>
                  <a:lnTo>
                    <a:pt x="17945" y="254"/>
                  </a:lnTo>
                  <a:lnTo>
                    <a:pt x="17729" y="0"/>
                  </a:lnTo>
                  <a:lnTo>
                    <a:pt x="0" y="20688"/>
                  </a:lnTo>
                  <a:lnTo>
                    <a:pt x="0" y="25057"/>
                  </a:lnTo>
                  <a:lnTo>
                    <a:pt x="3543" y="20916"/>
                  </a:lnTo>
                  <a:lnTo>
                    <a:pt x="3467" y="21399"/>
                  </a:lnTo>
                  <a:lnTo>
                    <a:pt x="3606" y="24472"/>
                  </a:lnTo>
                  <a:lnTo>
                    <a:pt x="3784" y="25158"/>
                  </a:lnTo>
                  <a:lnTo>
                    <a:pt x="3213" y="25006"/>
                  </a:lnTo>
                  <a:lnTo>
                    <a:pt x="596" y="25171"/>
                  </a:lnTo>
                  <a:lnTo>
                    <a:pt x="0" y="25400"/>
                  </a:lnTo>
                  <a:lnTo>
                    <a:pt x="0" y="26466"/>
                  </a:lnTo>
                  <a:lnTo>
                    <a:pt x="660" y="26631"/>
                  </a:lnTo>
                  <a:lnTo>
                    <a:pt x="3289" y="26466"/>
                  </a:lnTo>
                  <a:lnTo>
                    <a:pt x="3860" y="26250"/>
                  </a:lnTo>
                  <a:lnTo>
                    <a:pt x="3746" y="26949"/>
                  </a:lnTo>
                  <a:lnTo>
                    <a:pt x="3822" y="28486"/>
                  </a:lnTo>
                  <a:lnTo>
                    <a:pt x="3886" y="30010"/>
                  </a:lnTo>
                  <a:lnTo>
                    <a:pt x="4229" y="31242"/>
                  </a:lnTo>
                  <a:lnTo>
                    <a:pt x="4914" y="31191"/>
                  </a:lnTo>
                  <a:lnTo>
                    <a:pt x="5143" y="29933"/>
                  </a:lnTo>
                  <a:lnTo>
                    <a:pt x="4991" y="26873"/>
                  </a:lnTo>
                  <a:lnTo>
                    <a:pt x="4800" y="26187"/>
                  </a:lnTo>
                  <a:lnTo>
                    <a:pt x="5410" y="26327"/>
                  </a:lnTo>
                  <a:lnTo>
                    <a:pt x="6731" y="26250"/>
                  </a:lnTo>
                  <a:lnTo>
                    <a:pt x="8039" y="26162"/>
                  </a:lnTo>
                  <a:lnTo>
                    <a:pt x="9093" y="25781"/>
                  </a:lnTo>
                  <a:lnTo>
                    <a:pt x="9055" y="24968"/>
                  </a:lnTo>
                  <a:lnTo>
                    <a:pt x="7975" y="24714"/>
                  </a:lnTo>
                  <a:lnTo>
                    <a:pt x="5346" y="24879"/>
                  </a:lnTo>
                  <a:lnTo>
                    <a:pt x="4724" y="25107"/>
                  </a:lnTo>
                  <a:lnTo>
                    <a:pt x="4851" y="24384"/>
                  </a:lnTo>
                  <a:lnTo>
                    <a:pt x="4775" y="22860"/>
                  </a:lnTo>
                  <a:lnTo>
                    <a:pt x="4711" y="21336"/>
                  </a:lnTo>
                  <a:lnTo>
                    <a:pt x="4368" y="20104"/>
                  </a:lnTo>
                  <a:lnTo>
                    <a:pt x="4229" y="20116"/>
                  </a:lnTo>
                  <a:lnTo>
                    <a:pt x="17233" y="4940"/>
                  </a:lnTo>
                  <a:lnTo>
                    <a:pt x="17056" y="5918"/>
                  </a:lnTo>
                  <a:lnTo>
                    <a:pt x="17208" y="8978"/>
                  </a:lnTo>
                  <a:lnTo>
                    <a:pt x="17386" y="9664"/>
                  </a:lnTo>
                  <a:lnTo>
                    <a:pt x="16814" y="9512"/>
                  </a:lnTo>
                  <a:lnTo>
                    <a:pt x="15506" y="9601"/>
                  </a:lnTo>
                  <a:lnTo>
                    <a:pt x="14198" y="9690"/>
                  </a:lnTo>
                  <a:lnTo>
                    <a:pt x="13144" y="10071"/>
                  </a:lnTo>
                  <a:lnTo>
                    <a:pt x="13182" y="10883"/>
                  </a:lnTo>
                  <a:lnTo>
                    <a:pt x="14262" y="11137"/>
                  </a:lnTo>
                  <a:lnTo>
                    <a:pt x="16891" y="10972"/>
                  </a:lnTo>
                  <a:lnTo>
                    <a:pt x="17462" y="10756"/>
                  </a:lnTo>
                  <a:lnTo>
                    <a:pt x="17348" y="11455"/>
                  </a:lnTo>
                  <a:lnTo>
                    <a:pt x="17424" y="12992"/>
                  </a:lnTo>
                  <a:lnTo>
                    <a:pt x="17487" y="14516"/>
                  </a:lnTo>
                  <a:lnTo>
                    <a:pt x="17830" y="15748"/>
                  </a:lnTo>
                  <a:lnTo>
                    <a:pt x="18516" y="15697"/>
                  </a:lnTo>
                  <a:lnTo>
                    <a:pt x="18745" y="14439"/>
                  </a:lnTo>
                  <a:lnTo>
                    <a:pt x="18592" y="11379"/>
                  </a:lnTo>
                  <a:lnTo>
                    <a:pt x="18402" y="10706"/>
                  </a:lnTo>
                  <a:lnTo>
                    <a:pt x="19011" y="10845"/>
                  </a:lnTo>
                  <a:lnTo>
                    <a:pt x="20320" y="10756"/>
                  </a:lnTo>
                  <a:lnTo>
                    <a:pt x="21640" y="10668"/>
                  </a:lnTo>
                  <a:lnTo>
                    <a:pt x="22694" y="10287"/>
                  </a:lnTo>
                  <a:lnTo>
                    <a:pt x="31419" y="20345"/>
                  </a:lnTo>
                  <a:lnTo>
                    <a:pt x="30759" y="20370"/>
                  </a:lnTo>
                  <a:lnTo>
                    <a:pt x="30530" y="21628"/>
                  </a:lnTo>
                  <a:lnTo>
                    <a:pt x="30683" y="24688"/>
                  </a:lnTo>
                  <a:lnTo>
                    <a:pt x="30861" y="25374"/>
                  </a:lnTo>
                  <a:lnTo>
                    <a:pt x="30289" y="25234"/>
                  </a:lnTo>
                  <a:lnTo>
                    <a:pt x="28981" y="25311"/>
                  </a:lnTo>
                  <a:lnTo>
                    <a:pt x="27660" y="25400"/>
                  </a:lnTo>
                  <a:lnTo>
                    <a:pt x="26606" y="25781"/>
                  </a:lnTo>
                  <a:lnTo>
                    <a:pt x="26657" y="26593"/>
                  </a:lnTo>
                  <a:lnTo>
                    <a:pt x="27724" y="26847"/>
                  </a:lnTo>
                  <a:lnTo>
                    <a:pt x="30353" y="26682"/>
                  </a:lnTo>
                  <a:lnTo>
                    <a:pt x="30937" y="26479"/>
                  </a:lnTo>
                  <a:lnTo>
                    <a:pt x="30822" y="27178"/>
                  </a:lnTo>
                  <a:lnTo>
                    <a:pt x="30886" y="28702"/>
                  </a:lnTo>
                  <a:lnTo>
                    <a:pt x="30962" y="30238"/>
                  </a:lnTo>
                  <a:lnTo>
                    <a:pt x="31305" y="31457"/>
                  </a:lnTo>
                  <a:lnTo>
                    <a:pt x="31508" y="31457"/>
                  </a:lnTo>
                  <a:lnTo>
                    <a:pt x="17729" y="47523"/>
                  </a:lnTo>
                  <a:lnTo>
                    <a:pt x="12941" y="41948"/>
                  </a:lnTo>
                  <a:lnTo>
                    <a:pt x="14008" y="42202"/>
                  </a:lnTo>
                  <a:lnTo>
                    <a:pt x="16637" y="42037"/>
                  </a:lnTo>
                  <a:lnTo>
                    <a:pt x="17208" y="41821"/>
                  </a:lnTo>
                  <a:lnTo>
                    <a:pt x="17094" y="42519"/>
                  </a:lnTo>
                  <a:lnTo>
                    <a:pt x="17170" y="44056"/>
                  </a:lnTo>
                  <a:lnTo>
                    <a:pt x="17233" y="45580"/>
                  </a:lnTo>
                  <a:lnTo>
                    <a:pt x="17576" y="46799"/>
                  </a:lnTo>
                  <a:lnTo>
                    <a:pt x="18262" y="46761"/>
                  </a:lnTo>
                  <a:lnTo>
                    <a:pt x="18478" y="45504"/>
                  </a:lnTo>
                  <a:lnTo>
                    <a:pt x="18338" y="42443"/>
                  </a:lnTo>
                  <a:lnTo>
                    <a:pt x="18148" y="41757"/>
                  </a:lnTo>
                  <a:lnTo>
                    <a:pt x="18757" y="41897"/>
                  </a:lnTo>
                  <a:lnTo>
                    <a:pt x="20066" y="41821"/>
                  </a:lnTo>
                  <a:lnTo>
                    <a:pt x="21374" y="41732"/>
                  </a:lnTo>
                  <a:lnTo>
                    <a:pt x="22440" y="41351"/>
                  </a:lnTo>
                  <a:lnTo>
                    <a:pt x="22390" y="40538"/>
                  </a:lnTo>
                  <a:lnTo>
                    <a:pt x="21323" y="40271"/>
                  </a:lnTo>
                  <a:lnTo>
                    <a:pt x="18694" y="40449"/>
                  </a:lnTo>
                  <a:lnTo>
                    <a:pt x="18072" y="40678"/>
                  </a:lnTo>
                  <a:lnTo>
                    <a:pt x="18199" y="39954"/>
                  </a:lnTo>
                  <a:lnTo>
                    <a:pt x="18122" y="38430"/>
                  </a:lnTo>
                  <a:lnTo>
                    <a:pt x="18059" y="36906"/>
                  </a:lnTo>
                  <a:lnTo>
                    <a:pt x="17716" y="35674"/>
                  </a:lnTo>
                  <a:lnTo>
                    <a:pt x="17030" y="35712"/>
                  </a:lnTo>
                  <a:lnTo>
                    <a:pt x="16802" y="36969"/>
                  </a:lnTo>
                  <a:lnTo>
                    <a:pt x="16954" y="40043"/>
                  </a:lnTo>
                  <a:lnTo>
                    <a:pt x="17132" y="40728"/>
                  </a:lnTo>
                  <a:lnTo>
                    <a:pt x="16560" y="40576"/>
                  </a:lnTo>
                  <a:lnTo>
                    <a:pt x="15252" y="40665"/>
                  </a:lnTo>
                  <a:lnTo>
                    <a:pt x="13944" y="40741"/>
                  </a:lnTo>
                  <a:lnTo>
                    <a:pt x="12877" y="41135"/>
                  </a:lnTo>
                  <a:lnTo>
                    <a:pt x="12915" y="41922"/>
                  </a:lnTo>
                  <a:lnTo>
                    <a:pt x="0" y="26835"/>
                  </a:lnTo>
                  <a:lnTo>
                    <a:pt x="0" y="31191"/>
                  </a:lnTo>
                  <a:lnTo>
                    <a:pt x="17729" y="51892"/>
                  </a:lnTo>
                  <a:lnTo>
                    <a:pt x="21475" y="47523"/>
                  </a:lnTo>
                  <a:lnTo>
                    <a:pt x="39979" y="25946"/>
                  </a:lnTo>
                  <a:close/>
                </a:path>
                <a:path w="1261109" h="1760854">
                  <a:moveTo>
                    <a:pt x="60121" y="57556"/>
                  </a:moveTo>
                  <a:lnTo>
                    <a:pt x="56375" y="53187"/>
                  </a:lnTo>
                  <a:lnTo>
                    <a:pt x="56375" y="57556"/>
                  </a:lnTo>
                  <a:lnTo>
                    <a:pt x="52235" y="62382"/>
                  </a:lnTo>
                  <a:lnTo>
                    <a:pt x="52349" y="61772"/>
                  </a:lnTo>
                  <a:lnTo>
                    <a:pt x="52209" y="58699"/>
                  </a:lnTo>
                  <a:lnTo>
                    <a:pt x="52019" y="58026"/>
                  </a:lnTo>
                  <a:lnTo>
                    <a:pt x="52628" y="58166"/>
                  </a:lnTo>
                  <a:lnTo>
                    <a:pt x="53936" y="58077"/>
                  </a:lnTo>
                  <a:lnTo>
                    <a:pt x="55245" y="57988"/>
                  </a:lnTo>
                  <a:lnTo>
                    <a:pt x="56311" y="57607"/>
                  </a:lnTo>
                  <a:lnTo>
                    <a:pt x="56299" y="57480"/>
                  </a:lnTo>
                  <a:lnTo>
                    <a:pt x="56375" y="53187"/>
                  </a:lnTo>
                  <a:lnTo>
                    <a:pt x="55575" y="52260"/>
                  </a:lnTo>
                  <a:lnTo>
                    <a:pt x="55575" y="56642"/>
                  </a:lnTo>
                  <a:lnTo>
                    <a:pt x="55181" y="56540"/>
                  </a:lnTo>
                  <a:lnTo>
                    <a:pt x="52565" y="56705"/>
                  </a:lnTo>
                  <a:lnTo>
                    <a:pt x="51943" y="56946"/>
                  </a:lnTo>
                  <a:lnTo>
                    <a:pt x="52070" y="56222"/>
                  </a:lnTo>
                  <a:lnTo>
                    <a:pt x="51993" y="54686"/>
                  </a:lnTo>
                  <a:lnTo>
                    <a:pt x="51930" y="53162"/>
                  </a:lnTo>
                  <a:lnTo>
                    <a:pt x="51650" y="52184"/>
                  </a:lnTo>
                  <a:lnTo>
                    <a:pt x="51650" y="63068"/>
                  </a:lnTo>
                  <a:lnTo>
                    <a:pt x="37871" y="79133"/>
                  </a:lnTo>
                  <a:lnTo>
                    <a:pt x="33070" y="73558"/>
                  </a:lnTo>
                  <a:lnTo>
                    <a:pt x="34150" y="73812"/>
                  </a:lnTo>
                  <a:lnTo>
                    <a:pt x="36779" y="73634"/>
                  </a:lnTo>
                  <a:lnTo>
                    <a:pt x="37350" y="73431"/>
                  </a:lnTo>
                  <a:lnTo>
                    <a:pt x="37236" y="74129"/>
                  </a:lnTo>
                  <a:lnTo>
                    <a:pt x="37312" y="75653"/>
                  </a:lnTo>
                  <a:lnTo>
                    <a:pt x="37388" y="77190"/>
                  </a:lnTo>
                  <a:lnTo>
                    <a:pt x="37719" y="78409"/>
                  </a:lnTo>
                  <a:lnTo>
                    <a:pt x="38404" y="78371"/>
                  </a:lnTo>
                  <a:lnTo>
                    <a:pt x="38633" y="77114"/>
                  </a:lnTo>
                  <a:lnTo>
                    <a:pt x="38481" y="74041"/>
                  </a:lnTo>
                  <a:lnTo>
                    <a:pt x="38290" y="73367"/>
                  </a:lnTo>
                  <a:lnTo>
                    <a:pt x="38900" y="73507"/>
                  </a:lnTo>
                  <a:lnTo>
                    <a:pt x="40220" y="73418"/>
                  </a:lnTo>
                  <a:lnTo>
                    <a:pt x="41529" y="73342"/>
                  </a:lnTo>
                  <a:lnTo>
                    <a:pt x="42583" y="72948"/>
                  </a:lnTo>
                  <a:lnTo>
                    <a:pt x="42545" y="72148"/>
                  </a:lnTo>
                  <a:lnTo>
                    <a:pt x="41465" y="71882"/>
                  </a:lnTo>
                  <a:lnTo>
                    <a:pt x="38836" y="72047"/>
                  </a:lnTo>
                  <a:lnTo>
                    <a:pt x="38214" y="72288"/>
                  </a:lnTo>
                  <a:lnTo>
                    <a:pt x="38341" y="71564"/>
                  </a:lnTo>
                  <a:lnTo>
                    <a:pt x="38277" y="70040"/>
                  </a:lnTo>
                  <a:lnTo>
                    <a:pt x="38201" y="68503"/>
                  </a:lnTo>
                  <a:lnTo>
                    <a:pt x="37858" y="67284"/>
                  </a:lnTo>
                  <a:lnTo>
                    <a:pt x="37172" y="67322"/>
                  </a:lnTo>
                  <a:lnTo>
                    <a:pt x="36957" y="68580"/>
                  </a:lnTo>
                  <a:lnTo>
                    <a:pt x="37096" y="71653"/>
                  </a:lnTo>
                  <a:lnTo>
                    <a:pt x="37274" y="72326"/>
                  </a:lnTo>
                  <a:lnTo>
                    <a:pt x="36703" y="72186"/>
                  </a:lnTo>
                  <a:lnTo>
                    <a:pt x="35394" y="72263"/>
                  </a:lnTo>
                  <a:lnTo>
                    <a:pt x="34086" y="72351"/>
                  </a:lnTo>
                  <a:lnTo>
                    <a:pt x="33032" y="72745"/>
                  </a:lnTo>
                  <a:lnTo>
                    <a:pt x="33058" y="73545"/>
                  </a:lnTo>
                  <a:lnTo>
                    <a:pt x="19735" y="57988"/>
                  </a:lnTo>
                  <a:lnTo>
                    <a:pt x="20802" y="58242"/>
                  </a:lnTo>
                  <a:lnTo>
                    <a:pt x="23431" y="58077"/>
                  </a:lnTo>
                  <a:lnTo>
                    <a:pt x="24003" y="57861"/>
                  </a:lnTo>
                  <a:lnTo>
                    <a:pt x="23888" y="58559"/>
                  </a:lnTo>
                  <a:lnTo>
                    <a:pt x="23964" y="60096"/>
                  </a:lnTo>
                  <a:lnTo>
                    <a:pt x="24041" y="61620"/>
                  </a:lnTo>
                  <a:lnTo>
                    <a:pt x="24371" y="62839"/>
                  </a:lnTo>
                  <a:lnTo>
                    <a:pt x="25069" y="62801"/>
                  </a:lnTo>
                  <a:lnTo>
                    <a:pt x="25285" y="61544"/>
                  </a:lnTo>
                  <a:lnTo>
                    <a:pt x="25133" y="58483"/>
                  </a:lnTo>
                  <a:lnTo>
                    <a:pt x="24942" y="57797"/>
                  </a:lnTo>
                  <a:lnTo>
                    <a:pt x="25565" y="57937"/>
                  </a:lnTo>
                  <a:lnTo>
                    <a:pt x="26873" y="57861"/>
                  </a:lnTo>
                  <a:lnTo>
                    <a:pt x="28181" y="57772"/>
                  </a:lnTo>
                  <a:lnTo>
                    <a:pt x="29235" y="57391"/>
                  </a:lnTo>
                  <a:lnTo>
                    <a:pt x="29197" y="56578"/>
                  </a:lnTo>
                  <a:lnTo>
                    <a:pt x="28117" y="56311"/>
                  </a:lnTo>
                  <a:lnTo>
                    <a:pt x="25488" y="56489"/>
                  </a:lnTo>
                  <a:lnTo>
                    <a:pt x="24866" y="56718"/>
                  </a:lnTo>
                  <a:lnTo>
                    <a:pt x="24993" y="55994"/>
                  </a:lnTo>
                  <a:lnTo>
                    <a:pt x="24930" y="54470"/>
                  </a:lnTo>
                  <a:lnTo>
                    <a:pt x="24853" y="52933"/>
                  </a:lnTo>
                  <a:lnTo>
                    <a:pt x="24511" y="51714"/>
                  </a:lnTo>
                  <a:lnTo>
                    <a:pt x="24371" y="51727"/>
                  </a:lnTo>
                  <a:lnTo>
                    <a:pt x="37871" y="35966"/>
                  </a:lnTo>
                  <a:lnTo>
                    <a:pt x="51549" y="51943"/>
                  </a:lnTo>
                  <a:lnTo>
                    <a:pt x="50901" y="51981"/>
                  </a:lnTo>
                  <a:lnTo>
                    <a:pt x="50673" y="53238"/>
                  </a:lnTo>
                  <a:lnTo>
                    <a:pt x="50825" y="56299"/>
                  </a:lnTo>
                  <a:lnTo>
                    <a:pt x="51003" y="56984"/>
                  </a:lnTo>
                  <a:lnTo>
                    <a:pt x="50431" y="56832"/>
                  </a:lnTo>
                  <a:lnTo>
                    <a:pt x="49123" y="56921"/>
                  </a:lnTo>
                  <a:lnTo>
                    <a:pt x="47815" y="57010"/>
                  </a:lnTo>
                  <a:lnTo>
                    <a:pt x="46748" y="57391"/>
                  </a:lnTo>
                  <a:lnTo>
                    <a:pt x="46799" y="58204"/>
                  </a:lnTo>
                  <a:lnTo>
                    <a:pt x="47879" y="58458"/>
                  </a:lnTo>
                  <a:lnTo>
                    <a:pt x="50507" y="58293"/>
                  </a:lnTo>
                  <a:lnTo>
                    <a:pt x="51079" y="58089"/>
                  </a:lnTo>
                  <a:lnTo>
                    <a:pt x="50965" y="58788"/>
                  </a:lnTo>
                  <a:lnTo>
                    <a:pt x="51041" y="60312"/>
                  </a:lnTo>
                  <a:lnTo>
                    <a:pt x="51104" y="61836"/>
                  </a:lnTo>
                  <a:lnTo>
                    <a:pt x="51447" y="63068"/>
                  </a:lnTo>
                  <a:lnTo>
                    <a:pt x="51650" y="63068"/>
                  </a:lnTo>
                  <a:lnTo>
                    <a:pt x="51650" y="52184"/>
                  </a:lnTo>
                  <a:lnTo>
                    <a:pt x="51600" y="51993"/>
                  </a:lnTo>
                  <a:lnTo>
                    <a:pt x="55575" y="56642"/>
                  </a:lnTo>
                  <a:lnTo>
                    <a:pt x="55575" y="52260"/>
                  </a:lnTo>
                  <a:lnTo>
                    <a:pt x="41617" y="35966"/>
                  </a:lnTo>
                  <a:lnTo>
                    <a:pt x="37871" y="31610"/>
                  </a:lnTo>
                  <a:lnTo>
                    <a:pt x="23939" y="47866"/>
                  </a:lnTo>
                  <a:lnTo>
                    <a:pt x="23939" y="56769"/>
                  </a:lnTo>
                  <a:lnTo>
                    <a:pt x="23355" y="56616"/>
                  </a:lnTo>
                  <a:lnTo>
                    <a:pt x="22047" y="56705"/>
                  </a:lnTo>
                  <a:lnTo>
                    <a:pt x="20739" y="56781"/>
                  </a:lnTo>
                  <a:lnTo>
                    <a:pt x="19710" y="57175"/>
                  </a:lnTo>
                  <a:lnTo>
                    <a:pt x="19710" y="57962"/>
                  </a:lnTo>
                  <a:lnTo>
                    <a:pt x="19380" y="57556"/>
                  </a:lnTo>
                  <a:lnTo>
                    <a:pt x="19685" y="57200"/>
                  </a:lnTo>
                  <a:lnTo>
                    <a:pt x="19710" y="57962"/>
                  </a:lnTo>
                  <a:lnTo>
                    <a:pt x="19710" y="57175"/>
                  </a:lnTo>
                  <a:lnTo>
                    <a:pt x="23685" y="52527"/>
                  </a:lnTo>
                  <a:lnTo>
                    <a:pt x="23609" y="53009"/>
                  </a:lnTo>
                  <a:lnTo>
                    <a:pt x="23749" y="56083"/>
                  </a:lnTo>
                  <a:lnTo>
                    <a:pt x="23939" y="56769"/>
                  </a:lnTo>
                  <a:lnTo>
                    <a:pt x="23939" y="47866"/>
                  </a:lnTo>
                  <a:lnTo>
                    <a:pt x="15633" y="57556"/>
                  </a:lnTo>
                  <a:lnTo>
                    <a:pt x="37871" y="83502"/>
                  </a:lnTo>
                  <a:lnTo>
                    <a:pt x="41617" y="79133"/>
                  </a:lnTo>
                  <a:lnTo>
                    <a:pt x="60121" y="57556"/>
                  </a:lnTo>
                  <a:close/>
                </a:path>
                <a:path w="1261109" h="1760854">
                  <a:moveTo>
                    <a:pt x="1170368" y="1729625"/>
                  </a:moveTo>
                  <a:lnTo>
                    <a:pt x="1168971" y="1729625"/>
                  </a:lnTo>
                  <a:lnTo>
                    <a:pt x="1168971" y="1729828"/>
                  </a:lnTo>
                  <a:lnTo>
                    <a:pt x="1170368" y="1729828"/>
                  </a:lnTo>
                  <a:lnTo>
                    <a:pt x="1170368" y="1729625"/>
                  </a:lnTo>
                  <a:close/>
                </a:path>
                <a:path w="1261109" h="1760854">
                  <a:moveTo>
                    <a:pt x="1181735" y="1687233"/>
                  </a:moveTo>
                  <a:lnTo>
                    <a:pt x="1181696" y="1686420"/>
                  </a:lnTo>
                  <a:lnTo>
                    <a:pt x="1180617" y="1686166"/>
                  </a:lnTo>
                  <a:lnTo>
                    <a:pt x="1177988" y="1686331"/>
                  </a:lnTo>
                  <a:lnTo>
                    <a:pt x="1177366" y="1686560"/>
                  </a:lnTo>
                  <a:lnTo>
                    <a:pt x="1177505" y="1685836"/>
                  </a:lnTo>
                  <a:lnTo>
                    <a:pt x="1177429" y="1684312"/>
                  </a:lnTo>
                  <a:lnTo>
                    <a:pt x="1177353" y="1682788"/>
                  </a:lnTo>
                  <a:lnTo>
                    <a:pt x="1177023" y="1681556"/>
                  </a:lnTo>
                  <a:lnTo>
                    <a:pt x="1176324" y="1681594"/>
                  </a:lnTo>
                  <a:lnTo>
                    <a:pt x="1176108" y="1682851"/>
                  </a:lnTo>
                  <a:lnTo>
                    <a:pt x="1176261" y="1685925"/>
                  </a:lnTo>
                  <a:lnTo>
                    <a:pt x="1176439" y="1686610"/>
                  </a:lnTo>
                  <a:lnTo>
                    <a:pt x="1175854" y="1686458"/>
                  </a:lnTo>
                  <a:lnTo>
                    <a:pt x="1174546" y="1686547"/>
                  </a:lnTo>
                  <a:lnTo>
                    <a:pt x="1173238" y="1686623"/>
                  </a:lnTo>
                  <a:lnTo>
                    <a:pt x="1172184" y="1687017"/>
                  </a:lnTo>
                  <a:lnTo>
                    <a:pt x="1172222" y="1687817"/>
                  </a:lnTo>
                  <a:lnTo>
                    <a:pt x="1173302" y="1688084"/>
                  </a:lnTo>
                  <a:lnTo>
                    <a:pt x="1175931" y="1687918"/>
                  </a:lnTo>
                  <a:lnTo>
                    <a:pt x="1176515" y="1687703"/>
                  </a:lnTo>
                  <a:lnTo>
                    <a:pt x="1176388" y="1688401"/>
                  </a:lnTo>
                  <a:lnTo>
                    <a:pt x="1176464" y="1689938"/>
                  </a:lnTo>
                  <a:lnTo>
                    <a:pt x="1176540" y="1691462"/>
                  </a:lnTo>
                  <a:lnTo>
                    <a:pt x="1176870" y="1692681"/>
                  </a:lnTo>
                  <a:lnTo>
                    <a:pt x="1177569" y="1692643"/>
                  </a:lnTo>
                  <a:lnTo>
                    <a:pt x="1177785" y="1691386"/>
                  </a:lnTo>
                  <a:lnTo>
                    <a:pt x="1177632" y="1688325"/>
                  </a:lnTo>
                  <a:lnTo>
                    <a:pt x="1177442" y="1687639"/>
                  </a:lnTo>
                  <a:lnTo>
                    <a:pt x="1178064" y="1687779"/>
                  </a:lnTo>
                  <a:lnTo>
                    <a:pt x="1179372" y="1687703"/>
                  </a:lnTo>
                  <a:lnTo>
                    <a:pt x="1180680" y="1687614"/>
                  </a:lnTo>
                  <a:lnTo>
                    <a:pt x="1181735" y="1687233"/>
                  </a:lnTo>
                  <a:close/>
                </a:path>
                <a:path w="1261109" h="1760854">
                  <a:moveTo>
                    <a:pt x="1195209" y="1702943"/>
                  </a:moveTo>
                  <a:lnTo>
                    <a:pt x="1195171" y="1702130"/>
                  </a:lnTo>
                  <a:lnTo>
                    <a:pt x="1194092" y="1701876"/>
                  </a:lnTo>
                  <a:lnTo>
                    <a:pt x="1191463" y="1702041"/>
                  </a:lnTo>
                  <a:lnTo>
                    <a:pt x="1190409" y="1702435"/>
                  </a:lnTo>
                  <a:lnTo>
                    <a:pt x="1190434" y="1702841"/>
                  </a:lnTo>
                  <a:lnTo>
                    <a:pt x="1190447" y="1703235"/>
                  </a:lnTo>
                  <a:lnTo>
                    <a:pt x="1191539" y="1703501"/>
                  </a:lnTo>
                  <a:lnTo>
                    <a:pt x="1192847" y="1703412"/>
                  </a:lnTo>
                  <a:lnTo>
                    <a:pt x="1194155" y="1703324"/>
                  </a:lnTo>
                  <a:lnTo>
                    <a:pt x="1195209" y="1702943"/>
                  </a:lnTo>
                  <a:close/>
                </a:path>
                <a:path w="1261109" h="1760854">
                  <a:moveTo>
                    <a:pt x="1261097" y="1734489"/>
                  </a:moveTo>
                  <a:lnTo>
                    <a:pt x="1257350" y="1730133"/>
                  </a:lnTo>
                  <a:lnTo>
                    <a:pt x="1257350" y="1734489"/>
                  </a:lnTo>
                  <a:lnTo>
                    <a:pt x="1253210" y="1739315"/>
                  </a:lnTo>
                  <a:lnTo>
                    <a:pt x="1253324" y="1738706"/>
                  </a:lnTo>
                  <a:lnTo>
                    <a:pt x="1253185" y="1735645"/>
                  </a:lnTo>
                  <a:lnTo>
                    <a:pt x="1252982" y="1734959"/>
                  </a:lnTo>
                  <a:lnTo>
                    <a:pt x="1253604" y="1735099"/>
                  </a:lnTo>
                  <a:lnTo>
                    <a:pt x="1254912" y="1735023"/>
                  </a:lnTo>
                  <a:lnTo>
                    <a:pt x="1256220" y="1734934"/>
                  </a:lnTo>
                  <a:lnTo>
                    <a:pt x="1257287" y="1734553"/>
                  </a:lnTo>
                  <a:lnTo>
                    <a:pt x="1257274" y="1734413"/>
                  </a:lnTo>
                  <a:lnTo>
                    <a:pt x="1257350" y="1730133"/>
                  </a:lnTo>
                  <a:lnTo>
                    <a:pt x="1256563" y="1729206"/>
                  </a:lnTo>
                  <a:lnTo>
                    <a:pt x="1256563" y="1733588"/>
                  </a:lnTo>
                  <a:lnTo>
                    <a:pt x="1256157" y="1733486"/>
                  </a:lnTo>
                  <a:lnTo>
                    <a:pt x="1253528" y="1733651"/>
                  </a:lnTo>
                  <a:lnTo>
                    <a:pt x="1252918" y="1733880"/>
                  </a:lnTo>
                  <a:lnTo>
                    <a:pt x="1253045" y="1733156"/>
                  </a:lnTo>
                  <a:lnTo>
                    <a:pt x="1252969" y="1731632"/>
                  </a:lnTo>
                  <a:lnTo>
                    <a:pt x="1252893" y="1730108"/>
                  </a:lnTo>
                  <a:lnTo>
                    <a:pt x="1252613" y="1729117"/>
                  </a:lnTo>
                  <a:lnTo>
                    <a:pt x="1252613" y="1740001"/>
                  </a:lnTo>
                  <a:lnTo>
                    <a:pt x="1238846" y="1756067"/>
                  </a:lnTo>
                  <a:lnTo>
                    <a:pt x="1234059" y="1750504"/>
                  </a:lnTo>
                  <a:lnTo>
                    <a:pt x="1235125" y="1750745"/>
                  </a:lnTo>
                  <a:lnTo>
                    <a:pt x="1237754" y="1750580"/>
                  </a:lnTo>
                  <a:lnTo>
                    <a:pt x="1238326" y="1750377"/>
                  </a:lnTo>
                  <a:lnTo>
                    <a:pt x="1238211" y="1751076"/>
                  </a:lnTo>
                  <a:lnTo>
                    <a:pt x="1238288" y="1752600"/>
                  </a:lnTo>
                  <a:lnTo>
                    <a:pt x="1238351" y="1754136"/>
                  </a:lnTo>
                  <a:lnTo>
                    <a:pt x="1238694" y="1755355"/>
                  </a:lnTo>
                  <a:lnTo>
                    <a:pt x="1239380" y="1755317"/>
                  </a:lnTo>
                  <a:lnTo>
                    <a:pt x="1239608" y="1754060"/>
                  </a:lnTo>
                  <a:lnTo>
                    <a:pt x="1239456" y="1750987"/>
                  </a:lnTo>
                  <a:lnTo>
                    <a:pt x="1239266" y="1750314"/>
                  </a:lnTo>
                  <a:lnTo>
                    <a:pt x="1239875" y="1750453"/>
                  </a:lnTo>
                  <a:lnTo>
                    <a:pt x="1241196" y="1750364"/>
                  </a:lnTo>
                  <a:lnTo>
                    <a:pt x="1242504" y="1750288"/>
                  </a:lnTo>
                  <a:lnTo>
                    <a:pt x="1243545" y="1749894"/>
                  </a:lnTo>
                  <a:lnTo>
                    <a:pt x="1243533" y="1749488"/>
                  </a:lnTo>
                  <a:lnTo>
                    <a:pt x="1243520" y="1749094"/>
                  </a:lnTo>
                  <a:lnTo>
                    <a:pt x="1242441" y="1748828"/>
                  </a:lnTo>
                  <a:lnTo>
                    <a:pt x="1239812" y="1748993"/>
                  </a:lnTo>
                  <a:lnTo>
                    <a:pt x="1239177" y="1749234"/>
                  </a:lnTo>
                  <a:lnTo>
                    <a:pt x="1239316" y="1748510"/>
                  </a:lnTo>
                  <a:lnTo>
                    <a:pt x="1239240" y="1746973"/>
                  </a:lnTo>
                  <a:lnTo>
                    <a:pt x="1239177" y="1745449"/>
                  </a:lnTo>
                  <a:lnTo>
                    <a:pt x="1238834" y="1744230"/>
                  </a:lnTo>
                  <a:lnTo>
                    <a:pt x="1238148" y="1744268"/>
                  </a:lnTo>
                  <a:lnTo>
                    <a:pt x="1237932" y="1745526"/>
                  </a:lnTo>
                  <a:lnTo>
                    <a:pt x="1238072" y="1748586"/>
                  </a:lnTo>
                  <a:lnTo>
                    <a:pt x="1238250" y="1749272"/>
                  </a:lnTo>
                  <a:lnTo>
                    <a:pt x="1237678" y="1749132"/>
                  </a:lnTo>
                  <a:lnTo>
                    <a:pt x="1236370" y="1749209"/>
                  </a:lnTo>
                  <a:lnTo>
                    <a:pt x="1235062" y="1749298"/>
                  </a:lnTo>
                  <a:lnTo>
                    <a:pt x="1234008" y="1749679"/>
                  </a:lnTo>
                  <a:lnTo>
                    <a:pt x="1234033" y="1750479"/>
                  </a:lnTo>
                  <a:lnTo>
                    <a:pt x="1220711" y="1734934"/>
                  </a:lnTo>
                  <a:lnTo>
                    <a:pt x="1221778" y="1735188"/>
                  </a:lnTo>
                  <a:lnTo>
                    <a:pt x="1224407" y="1735010"/>
                  </a:lnTo>
                  <a:lnTo>
                    <a:pt x="1224991" y="1734807"/>
                  </a:lnTo>
                  <a:lnTo>
                    <a:pt x="1224864" y="1735505"/>
                  </a:lnTo>
                  <a:lnTo>
                    <a:pt x="1224940" y="1737029"/>
                  </a:lnTo>
                  <a:lnTo>
                    <a:pt x="1225003" y="1738566"/>
                  </a:lnTo>
                  <a:lnTo>
                    <a:pt x="1225346" y="1739785"/>
                  </a:lnTo>
                  <a:lnTo>
                    <a:pt x="1226032" y="1739747"/>
                  </a:lnTo>
                  <a:lnTo>
                    <a:pt x="1226261" y="1738490"/>
                  </a:lnTo>
                  <a:lnTo>
                    <a:pt x="1226108" y="1735416"/>
                  </a:lnTo>
                  <a:lnTo>
                    <a:pt x="1225918" y="1734743"/>
                  </a:lnTo>
                  <a:lnTo>
                    <a:pt x="1226527" y="1734883"/>
                  </a:lnTo>
                  <a:lnTo>
                    <a:pt x="1227848" y="1734794"/>
                  </a:lnTo>
                  <a:lnTo>
                    <a:pt x="1229156" y="1734718"/>
                  </a:lnTo>
                  <a:lnTo>
                    <a:pt x="1230210" y="1734324"/>
                  </a:lnTo>
                  <a:lnTo>
                    <a:pt x="1230172" y="1733524"/>
                  </a:lnTo>
                  <a:lnTo>
                    <a:pt x="1229093" y="1733257"/>
                  </a:lnTo>
                  <a:lnTo>
                    <a:pt x="1226464" y="1733423"/>
                  </a:lnTo>
                  <a:lnTo>
                    <a:pt x="1225842" y="1733664"/>
                  </a:lnTo>
                  <a:lnTo>
                    <a:pt x="1225969" y="1732940"/>
                  </a:lnTo>
                  <a:lnTo>
                    <a:pt x="1225892" y="1731416"/>
                  </a:lnTo>
                  <a:lnTo>
                    <a:pt x="1225829" y="1729879"/>
                  </a:lnTo>
                  <a:lnTo>
                    <a:pt x="1225486" y="1728660"/>
                  </a:lnTo>
                  <a:lnTo>
                    <a:pt x="1225334" y="1728673"/>
                  </a:lnTo>
                  <a:lnTo>
                    <a:pt x="1238351" y="1713496"/>
                  </a:lnTo>
                  <a:lnTo>
                    <a:pt x="1238186" y="1714461"/>
                  </a:lnTo>
                  <a:lnTo>
                    <a:pt x="1238326" y="1717535"/>
                  </a:lnTo>
                  <a:lnTo>
                    <a:pt x="1238504" y="1718221"/>
                  </a:lnTo>
                  <a:lnTo>
                    <a:pt x="1237932" y="1718068"/>
                  </a:lnTo>
                  <a:lnTo>
                    <a:pt x="1236624" y="1718157"/>
                  </a:lnTo>
                  <a:lnTo>
                    <a:pt x="1235316" y="1718233"/>
                  </a:lnTo>
                  <a:lnTo>
                    <a:pt x="1234262" y="1718627"/>
                  </a:lnTo>
                  <a:lnTo>
                    <a:pt x="1234300" y="1719427"/>
                  </a:lnTo>
                  <a:lnTo>
                    <a:pt x="1235379" y="1719694"/>
                  </a:lnTo>
                  <a:lnTo>
                    <a:pt x="1238008" y="1719529"/>
                  </a:lnTo>
                  <a:lnTo>
                    <a:pt x="1238580" y="1719313"/>
                  </a:lnTo>
                  <a:lnTo>
                    <a:pt x="1238465" y="1720011"/>
                  </a:lnTo>
                  <a:lnTo>
                    <a:pt x="1238542" y="1721535"/>
                  </a:lnTo>
                  <a:lnTo>
                    <a:pt x="1238605" y="1723072"/>
                  </a:lnTo>
                  <a:lnTo>
                    <a:pt x="1238948" y="1724291"/>
                  </a:lnTo>
                  <a:lnTo>
                    <a:pt x="1239634" y="1724253"/>
                  </a:lnTo>
                  <a:lnTo>
                    <a:pt x="1239862" y="1722996"/>
                  </a:lnTo>
                  <a:lnTo>
                    <a:pt x="1239710" y="1719922"/>
                  </a:lnTo>
                  <a:lnTo>
                    <a:pt x="1239520" y="1719249"/>
                  </a:lnTo>
                  <a:lnTo>
                    <a:pt x="1240129" y="1719389"/>
                  </a:lnTo>
                  <a:lnTo>
                    <a:pt x="1241450" y="1719300"/>
                  </a:lnTo>
                  <a:lnTo>
                    <a:pt x="1242758" y="1719224"/>
                  </a:lnTo>
                  <a:lnTo>
                    <a:pt x="1243812" y="1718830"/>
                  </a:lnTo>
                  <a:lnTo>
                    <a:pt x="1252537" y="1728889"/>
                  </a:lnTo>
                  <a:lnTo>
                    <a:pt x="1251877" y="1728927"/>
                  </a:lnTo>
                  <a:lnTo>
                    <a:pt x="1251648" y="1730171"/>
                  </a:lnTo>
                  <a:lnTo>
                    <a:pt x="1251800" y="1733245"/>
                  </a:lnTo>
                  <a:lnTo>
                    <a:pt x="1251978" y="1733931"/>
                  </a:lnTo>
                  <a:lnTo>
                    <a:pt x="1251407" y="1733778"/>
                  </a:lnTo>
                  <a:lnTo>
                    <a:pt x="1250099" y="1733867"/>
                  </a:lnTo>
                  <a:lnTo>
                    <a:pt x="1248791" y="1733943"/>
                  </a:lnTo>
                  <a:lnTo>
                    <a:pt x="1247724" y="1734337"/>
                  </a:lnTo>
                  <a:lnTo>
                    <a:pt x="1247775" y="1735137"/>
                  </a:lnTo>
                  <a:lnTo>
                    <a:pt x="1248841" y="1735404"/>
                  </a:lnTo>
                  <a:lnTo>
                    <a:pt x="1251470" y="1735239"/>
                  </a:lnTo>
                  <a:lnTo>
                    <a:pt x="1252054" y="1735023"/>
                  </a:lnTo>
                  <a:lnTo>
                    <a:pt x="1251940" y="1735721"/>
                  </a:lnTo>
                  <a:lnTo>
                    <a:pt x="1252004" y="1737258"/>
                  </a:lnTo>
                  <a:lnTo>
                    <a:pt x="1252080" y="1738782"/>
                  </a:lnTo>
                  <a:lnTo>
                    <a:pt x="1252423" y="1740014"/>
                  </a:lnTo>
                  <a:lnTo>
                    <a:pt x="1252613" y="1740001"/>
                  </a:lnTo>
                  <a:lnTo>
                    <a:pt x="1252613" y="1729117"/>
                  </a:lnTo>
                  <a:lnTo>
                    <a:pt x="1252562" y="1728927"/>
                  </a:lnTo>
                  <a:lnTo>
                    <a:pt x="1256563" y="1733588"/>
                  </a:lnTo>
                  <a:lnTo>
                    <a:pt x="1256563" y="1729206"/>
                  </a:lnTo>
                  <a:lnTo>
                    <a:pt x="1243063" y="1713471"/>
                  </a:lnTo>
                  <a:lnTo>
                    <a:pt x="1243063" y="1717865"/>
                  </a:lnTo>
                  <a:lnTo>
                    <a:pt x="1242695" y="1717763"/>
                  </a:lnTo>
                  <a:lnTo>
                    <a:pt x="1240066" y="1717929"/>
                  </a:lnTo>
                  <a:lnTo>
                    <a:pt x="1239443" y="1718170"/>
                  </a:lnTo>
                  <a:lnTo>
                    <a:pt x="1239570" y="1717446"/>
                  </a:lnTo>
                  <a:lnTo>
                    <a:pt x="1239494" y="1715922"/>
                  </a:lnTo>
                  <a:lnTo>
                    <a:pt x="1239431" y="1714385"/>
                  </a:lnTo>
                  <a:lnTo>
                    <a:pt x="1239088" y="1713217"/>
                  </a:lnTo>
                  <a:lnTo>
                    <a:pt x="1243063" y="1717865"/>
                  </a:lnTo>
                  <a:lnTo>
                    <a:pt x="1243063" y="1713471"/>
                  </a:lnTo>
                  <a:lnTo>
                    <a:pt x="1242593" y="1712912"/>
                  </a:lnTo>
                  <a:lnTo>
                    <a:pt x="1239062" y="1708797"/>
                  </a:lnTo>
                  <a:lnTo>
                    <a:pt x="1239062" y="1713179"/>
                  </a:lnTo>
                  <a:lnTo>
                    <a:pt x="1238605" y="1713204"/>
                  </a:lnTo>
                  <a:lnTo>
                    <a:pt x="1238846" y="1712912"/>
                  </a:lnTo>
                  <a:lnTo>
                    <a:pt x="1239062" y="1713179"/>
                  </a:lnTo>
                  <a:lnTo>
                    <a:pt x="1239062" y="1708797"/>
                  </a:lnTo>
                  <a:lnTo>
                    <a:pt x="1238846" y="1708543"/>
                  </a:lnTo>
                  <a:lnTo>
                    <a:pt x="1224902" y="1724812"/>
                  </a:lnTo>
                  <a:lnTo>
                    <a:pt x="1224902" y="1733702"/>
                  </a:lnTo>
                  <a:lnTo>
                    <a:pt x="1224330" y="1733562"/>
                  </a:lnTo>
                  <a:lnTo>
                    <a:pt x="1223022" y="1733638"/>
                  </a:lnTo>
                  <a:lnTo>
                    <a:pt x="1221714" y="1733727"/>
                  </a:lnTo>
                  <a:lnTo>
                    <a:pt x="1220685" y="1734108"/>
                  </a:lnTo>
                  <a:lnTo>
                    <a:pt x="1220685" y="1734908"/>
                  </a:lnTo>
                  <a:lnTo>
                    <a:pt x="1220343" y="1734489"/>
                  </a:lnTo>
                  <a:lnTo>
                    <a:pt x="1220660" y="1734121"/>
                  </a:lnTo>
                  <a:lnTo>
                    <a:pt x="1220685" y="1734908"/>
                  </a:lnTo>
                  <a:lnTo>
                    <a:pt x="1220685" y="1734108"/>
                  </a:lnTo>
                  <a:lnTo>
                    <a:pt x="1224661" y="1729447"/>
                  </a:lnTo>
                  <a:lnTo>
                    <a:pt x="1224584" y="1729955"/>
                  </a:lnTo>
                  <a:lnTo>
                    <a:pt x="1224724" y="1733029"/>
                  </a:lnTo>
                  <a:lnTo>
                    <a:pt x="1224902" y="1733702"/>
                  </a:lnTo>
                  <a:lnTo>
                    <a:pt x="1224902" y="1724812"/>
                  </a:lnTo>
                  <a:lnTo>
                    <a:pt x="1217879" y="1732991"/>
                  </a:lnTo>
                  <a:lnTo>
                    <a:pt x="1215428" y="1730133"/>
                  </a:lnTo>
                  <a:lnTo>
                    <a:pt x="1215428" y="1734489"/>
                  </a:lnTo>
                  <a:lnTo>
                    <a:pt x="1211287" y="1739315"/>
                  </a:lnTo>
                  <a:lnTo>
                    <a:pt x="1211402" y="1738706"/>
                  </a:lnTo>
                  <a:lnTo>
                    <a:pt x="1211249" y="1735645"/>
                  </a:lnTo>
                  <a:lnTo>
                    <a:pt x="1211059" y="1734959"/>
                  </a:lnTo>
                  <a:lnTo>
                    <a:pt x="1211681" y="1735099"/>
                  </a:lnTo>
                  <a:lnTo>
                    <a:pt x="1212989" y="1735023"/>
                  </a:lnTo>
                  <a:lnTo>
                    <a:pt x="1214297" y="1734934"/>
                  </a:lnTo>
                  <a:lnTo>
                    <a:pt x="1215351" y="1734553"/>
                  </a:lnTo>
                  <a:lnTo>
                    <a:pt x="1215339" y="1734400"/>
                  </a:lnTo>
                  <a:lnTo>
                    <a:pt x="1215428" y="1730133"/>
                  </a:lnTo>
                  <a:lnTo>
                    <a:pt x="1214640" y="1729219"/>
                  </a:lnTo>
                  <a:lnTo>
                    <a:pt x="1214640" y="1733588"/>
                  </a:lnTo>
                  <a:lnTo>
                    <a:pt x="1214234" y="1733486"/>
                  </a:lnTo>
                  <a:lnTo>
                    <a:pt x="1211605" y="1733651"/>
                  </a:lnTo>
                  <a:lnTo>
                    <a:pt x="1210983" y="1733880"/>
                  </a:lnTo>
                  <a:lnTo>
                    <a:pt x="1211122" y="1733156"/>
                  </a:lnTo>
                  <a:lnTo>
                    <a:pt x="1211046" y="1731632"/>
                  </a:lnTo>
                  <a:lnTo>
                    <a:pt x="1210970" y="1730108"/>
                  </a:lnTo>
                  <a:lnTo>
                    <a:pt x="1210703" y="1729155"/>
                  </a:lnTo>
                  <a:lnTo>
                    <a:pt x="1210703" y="1740001"/>
                  </a:lnTo>
                  <a:lnTo>
                    <a:pt x="1196924" y="1756067"/>
                  </a:lnTo>
                  <a:lnTo>
                    <a:pt x="1192136" y="1750504"/>
                  </a:lnTo>
                  <a:lnTo>
                    <a:pt x="1193190" y="1750745"/>
                  </a:lnTo>
                  <a:lnTo>
                    <a:pt x="1195819" y="1750580"/>
                  </a:lnTo>
                  <a:lnTo>
                    <a:pt x="1196403" y="1750377"/>
                  </a:lnTo>
                  <a:lnTo>
                    <a:pt x="1196276" y="1751076"/>
                  </a:lnTo>
                  <a:lnTo>
                    <a:pt x="1196352" y="1752600"/>
                  </a:lnTo>
                  <a:lnTo>
                    <a:pt x="1196428" y="1754136"/>
                  </a:lnTo>
                  <a:lnTo>
                    <a:pt x="1196759" y="1755355"/>
                  </a:lnTo>
                  <a:lnTo>
                    <a:pt x="1197457" y="1755317"/>
                  </a:lnTo>
                  <a:lnTo>
                    <a:pt x="1197673" y="1754060"/>
                  </a:lnTo>
                  <a:lnTo>
                    <a:pt x="1197533" y="1750987"/>
                  </a:lnTo>
                  <a:lnTo>
                    <a:pt x="1197330" y="1750314"/>
                  </a:lnTo>
                  <a:lnTo>
                    <a:pt x="1197952" y="1750453"/>
                  </a:lnTo>
                  <a:lnTo>
                    <a:pt x="1199261" y="1750364"/>
                  </a:lnTo>
                  <a:lnTo>
                    <a:pt x="1200569" y="1750288"/>
                  </a:lnTo>
                  <a:lnTo>
                    <a:pt x="1201623" y="1749894"/>
                  </a:lnTo>
                  <a:lnTo>
                    <a:pt x="1201585" y="1749094"/>
                  </a:lnTo>
                  <a:lnTo>
                    <a:pt x="1200505" y="1748828"/>
                  </a:lnTo>
                  <a:lnTo>
                    <a:pt x="1197876" y="1748993"/>
                  </a:lnTo>
                  <a:lnTo>
                    <a:pt x="1197254" y="1749234"/>
                  </a:lnTo>
                  <a:lnTo>
                    <a:pt x="1197394" y="1748510"/>
                  </a:lnTo>
                  <a:lnTo>
                    <a:pt x="1197317" y="1746973"/>
                  </a:lnTo>
                  <a:lnTo>
                    <a:pt x="1197241" y="1745449"/>
                  </a:lnTo>
                  <a:lnTo>
                    <a:pt x="1196911" y="1744230"/>
                  </a:lnTo>
                  <a:lnTo>
                    <a:pt x="1196213" y="1744268"/>
                  </a:lnTo>
                  <a:lnTo>
                    <a:pt x="1195997" y="1745526"/>
                  </a:lnTo>
                  <a:lnTo>
                    <a:pt x="1196149" y="1748586"/>
                  </a:lnTo>
                  <a:lnTo>
                    <a:pt x="1196327" y="1749272"/>
                  </a:lnTo>
                  <a:lnTo>
                    <a:pt x="1195755" y="1749132"/>
                  </a:lnTo>
                  <a:lnTo>
                    <a:pt x="1194435" y="1749209"/>
                  </a:lnTo>
                  <a:lnTo>
                    <a:pt x="1193126" y="1749298"/>
                  </a:lnTo>
                  <a:lnTo>
                    <a:pt x="1192072" y="1749679"/>
                  </a:lnTo>
                  <a:lnTo>
                    <a:pt x="1192098" y="1750466"/>
                  </a:lnTo>
                  <a:lnTo>
                    <a:pt x="1178788" y="1734934"/>
                  </a:lnTo>
                  <a:lnTo>
                    <a:pt x="1179842" y="1735188"/>
                  </a:lnTo>
                  <a:lnTo>
                    <a:pt x="1182471" y="1735010"/>
                  </a:lnTo>
                  <a:lnTo>
                    <a:pt x="1183055" y="1734807"/>
                  </a:lnTo>
                  <a:lnTo>
                    <a:pt x="1182941" y="1735505"/>
                  </a:lnTo>
                  <a:lnTo>
                    <a:pt x="1183005" y="1737029"/>
                  </a:lnTo>
                  <a:lnTo>
                    <a:pt x="1183081" y="1738566"/>
                  </a:lnTo>
                  <a:lnTo>
                    <a:pt x="1183424" y="1739785"/>
                  </a:lnTo>
                  <a:lnTo>
                    <a:pt x="1184109" y="1739747"/>
                  </a:lnTo>
                  <a:lnTo>
                    <a:pt x="1184325" y="1738490"/>
                  </a:lnTo>
                  <a:lnTo>
                    <a:pt x="1184186" y="1735416"/>
                  </a:lnTo>
                  <a:lnTo>
                    <a:pt x="1183982" y="1734743"/>
                  </a:lnTo>
                  <a:lnTo>
                    <a:pt x="1184605" y="1734883"/>
                  </a:lnTo>
                  <a:lnTo>
                    <a:pt x="1185913" y="1734794"/>
                  </a:lnTo>
                  <a:lnTo>
                    <a:pt x="1187221" y="1734718"/>
                  </a:lnTo>
                  <a:lnTo>
                    <a:pt x="1188288" y="1734324"/>
                  </a:lnTo>
                  <a:lnTo>
                    <a:pt x="1188237" y="1733524"/>
                  </a:lnTo>
                  <a:lnTo>
                    <a:pt x="1187157" y="1733257"/>
                  </a:lnTo>
                  <a:lnTo>
                    <a:pt x="1184529" y="1733423"/>
                  </a:lnTo>
                  <a:lnTo>
                    <a:pt x="1183919" y="1733651"/>
                  </a:lnTo>
                  <a:lnTo>
                    <a:pt x="1184046" y="1732940"/>
                  </a:lnTo>
                  <a:lnTo>
                    <a:pt x="1183970" y="1731416"/>
                  </a:lnTo>
                  <a:lnTo>
                    <a:pt x="1183894" y="1729879"/>
                  </a:lnTo>
                  <a:lnTo>
                    <a:pt x="1183563" y="1728660"/>
                  </a:lnTo>
                  <a:lnTo>
                    <a:pt x="1183411" y="1728673"/>
                  </a:lnTo>
                  <a:lnTo>
                    <a:pt x="1196416" y="1713496"/>
                  </a:lnTo>
                  <a:lnTo>
                    <a:pt x="1196251" y="1714461"/>
                  </a:lnTo>
                  <a:lnTo>
                    <a:pt x="1196403" y="1717535"/>
                  </a:lnTo>
                  <a:lnTo>
                    <a:pt x="1196581" y="1718221"/>
                  </a:lnTo>
                  <a:lnTo>
                    <a:pt x="1195997" y="1718068"/>
                  </a:lnTo>
                  <a:lnTo>
                    <a:pt x="1194689" y="1718157"/>
                  </a:lnTo>
                  <a:lnTo>
                    <a:pt x="1193380" y="1718233"/>
                  </a:lnTo>
                  <a:lnTo>
                    <a:pt x="1192326" y="1718627"/>
                  </a:lnTo>
                  <a:lnTo>
                    <a:pt x="1192364" y="1719427"/>
                  </a:lnTo>
                  <a:lnTo>
                    <a:pt x="1193444" y="1719694"/>
                  </a:lnTo>
                  <a:lnTo>
                    <a:pt x="1196073" y="1719529"/>
                  </a:lnTo>
                  <a:lnTo>
                    <a:pt x="1196657" y="1719313"/>
                  </a:lnTo>
                  <a:lnTo>
                    <a:pt x="1196543" y="1720011"/>
                  </a:lnTo>
                  <a:lnTo>
                    <a:pt x="1196606" y="1721535"/>
                  </a:lnTo>
                  <a:lnTo>
                    <a:pt x="1196682" y="1723072"/>
                  </a:lnTo>
                  <a:lnTo>
                    <a:pt x="1197013" y="1724291"/>
                  </a:lnTo>
                  <a:lnTo>
                    <a:pt x="1197711" y="1724253"/>
                  </a:lnTo>
                  <a:lnTo>
                    <a:pt x="1197927" y="1722996"/>
                  </a:lnTo>
                  <a:lnTo>
                    <a:pt x="1197787" y="1719922"/>
                  </a:lnTo>
                  <a:lnTo>
                    <a:pt x="1197584" y="1719249"/>
                  </a:lnTo>
                  <a:lnTo>
                    <a:pt x="1198206" y="1719389"/>
                  </a:lnTo>
                  <a:lnTo>
                    <a:pt x="1199515" y="1719300"/>
                  </a:lnTo>
                  <a:lnTo>
                    <a:pt x="1200823" y="1719224"/>
                  </a:lnTo>
                  <a:lnTo>
                    <a:pt x="1201877" y="1718830"/>
                  </a:lnTo>
                  <a:lnTo>
                    <a:pt x="1201864" y="1718703"/>
                  </a:lnTo>
                  <a:lnTo>
                    <a:pt x="1210614" y="1728889"/>
                  </a:lnTo>
                  <a:lnTo>
                    <a:pt x="1209941" y="1728927"/>
                  </a:lnTo>
                  <a:lnTo>
                    <a:pt x="1209725" y="1730171"/>
                  </a:lnTo>
                  <a:lnTo>
                    <a:pt x="1209865" y="1733245"/>
                  </a:lnTo>
                  <a:lnTo>
                    <a:pt x="1210043" y="1733931"/>
                  </a:lnTo>
                  <a:lnTo>
                    <a:pt x="1209471" y="1733778"/>
                  </a:lnTo>
                  <a:lnTo>
                    <a:pt x="1208163" y="1733867"/>
                  </a:lnTo>
                  <a:lnTo>
                    <a:pt x="1206855" y="1733943"/>
                  </a:lnTo>
                  <a:lnTo>
                    <a:pt x="1205814" y="1734337"/>
                  </a:lnTo>
                  <a:lnTo>
                    <a:pt x="1205814" y="1734743"/>
                  </a:lnTo>
                  <a:lnTo>
                    <a:pt x="1205839" y="1735137"/>
                  </a:lnTo>
                  <a:lnTo>
                    <a:pt x="1206919" y="1735404"/>
                  </a:lnTo>
                  <a:lnTo>
                    <a:pt x="1209548" y="1735239"/>
                  </a:lnTo>
                  <a:lnTo>
                    <a:pt x="1210132" y="1735023"/>
                  </a:lnTo>
                  <a:lnTo>
                    <a:pt x="1210005" y="1735721"/>
                  </a:lnTo>
                  <a:lnTo>
                    <a:pt x="1210081" y="1737258"/>
                  </a:lnTo>
                  <a:lnTo>
                    <a:pt x="1210157" y="1738782"/>
                  </a:lnTo>
                  <a:lnTo>
                    <a:pt x="1210487" y="1740014"/>
                  </a:lnTo>
                  <a:lnTo>
                    <a:pt x="1210703" y="1740001"/>
                  </a:lnTo>
                  <a:lnTo>
                    <a:pt x="1210703" y="1729155"/>
                  </a:lnTo>
                  <a:lnTo>
                    <a:pt x="1210640" y="1728927"/>
                  </a:lnTo>
                  <a:lnTo>
                    <a:pt x="1214640" y="1733588"/>
                  </a:lnTo>
                  <a:lnTo>
                    <a:pt x="1214640" y="1729219"/>
                  </a:lnTo>
                  <a:lnTo>
                    <a:pt x="1201140" y="1713471"/>
                  </a:lnTo>
                  <a:lnTo>
                    <a:pt x="1201140" y="1717865"/>
                  </a:lnTo>
                  <a:lnTo>
                    <a:pt x="1200759" y="1717763"/>
                  </a:lnTo>
                  <a:lnTo>
                    <a:pt x="1198130" y="1717929"/>
                  </a:lnTo>
                  <a:lnTo>
                    <a:pt x="1197508" y="1718170"/>
                  </a:lnTo>
                  <a:lnTo>
                    <a:pt x="1197648" y="1717446"/>
                  </a:lnTo>
                  <a:lnTo>
                    <a:pt x="1197571" y="1715922"/>
                  </a:lnTo>
                  <a:lnTo>
                    <a:pt x="1197495" y="1714385"/>
                  </a:lnTo>
                  <a:lnTo>
                    <a:pt x="1197165" y="1713217"/>
                  </a:lnTo>
                  <a:lnTo>
                    <a:pt x="1201140" y="1717865"/>
                  </a:lnTo>
                  <a:lnTo>
                    <a:pt x="1201140" y="1713471"/>
                  </a:lnTo>
                  <a:lnTo>
                    <a:pt x="1200670" y="1712912"/>
                  </a:lnTo>
                  <a:lnTo>
                    <a:pt x="1197140" y="1708797"/>
                  </a:lnTo>
                  <a:lnTo>
                    <a:pt x="1197140" y="1713179"/>
                  </a:lnTo>
                  <a:lnTo>
                    <a:pt x="1196682" y="1713204"/>
                  </a:lnTo>
                  <a:lnTo>
                    <a:pt x="1196924" y="1712912"/>
                  </a:lnTo>
                  <a:lnTo>
                    <a:pt x="1197140" y="1713179"/>
                  </a:lnTo>
                  <a:lnTo>
                    <a:pt x="1197140" y="1708797"/>
                  </a:lnTo>
                  <a:lnTo>
                    <a:pt x="1196924" y="1708543"/>
                  </a:lnTo>
                  <a:lnTo>
                    <a:pt x="1182979" y="1724812"/>
                  </a:lnTo>
                  <a:lnTo>
                    <a:pt x="1182979" y="1733702"/>
                  </a:lnTo>
                  <a:lnTo>
                    <a:pt x="1182408" y="1733562"/>
                  </a:lnTo>
                  <a:lnTo>
                    <a:pt x="1181100" y="1733638"/>
                  </a:lnTo>
                  <a:lnTo>
                    <a:pt x="1179791" y="1733727"/>
                  </a:lnTo>
                  <a:lnTo>
                    <a:pt x="1178763" y="1734108"/>
                  </a:lnTo>
                  <a:lnTo>
                    <a:pt x="1178763" y="1734908"/>
                  </a:lnTo>
                  <a:lnTo>
                    <a:pt x="1178420" y="1734489"/>
                  </a:lnTo>
                  <a:lnTo>
                    <a:pt x="1178725" y="1734134"/>
                  </a:lnTo>
                  <a:lnTo>
                    <a:pt x="1178763" y="1734908"/>
                  </a:lnTo>
                  <a:lnTo>
                    <a:pt x="1178763" y="1734108"/>
                  </a:lnTo>
                  <a:lnTo>
                    <a:pt x="1182738" y="1729460"/>
                  </a:lnTo>
                  <a:lnTo>
                    <a:pt x="1182649" y="1729955"/>
                  </a:lnTo>
                  <a:lnTo>
                    <a:pt x="1182801" y="1733029"/>
                  </a:lnTo>
                  <a:lnTo>
                    <a:pt x="1182979" y="1733702"/>
                  </a:lnTo>
                  <a:lnTo>
                    <a:pt x="1182979" y="1724812"/>
                  </a:lnTo>
                  <a:lnTo>
                    <a:pt x="1176540" y="1732318"/>
                  </a:lnTo>
                  <a:lnTo>
                    <a:pt x="1159916" y="1712912"/>
                  </a:lnTo>
                  <a:lnTo>
                    <a:pt x="1156169" y="1708543"/>
                  </a:lnTo>
                  <a:lnTo>
                    <a:pt x="1151420" y="1714093"/>
                  </a:lnTo>
                  <a:lnTo>
                    <a:pt x="1151420" y="1718462"/>
                  </a:lnTo>
                  <a:lnTo>
                    <a:pt x="1156169" y="1712912"/>
                  </a:lnTo>
                  <a:lnTo>
                    <a:pt x="1174673" y="1734489"/>
                  </a:lnTo>
                  <a:lnTo>
                    <a:pt x="1156169" y="1756067"/>
                  </a:lnTo>
                  <a:lnTo>
                    <a:pt x="1151407" y="1750517"/>
                  </a:lnTo>
                  <a:lnTo>
                    <a:pt x="1151407" y="1754886"/>
                  </a:lnTo>
                  <a:lnTo>
                    <a:pt x="1156169" y="1760435"/>
                  </a:lnTo>
                  <a:lnTo>
                    <a:pt x="1159916" y="1756067"/>
                  </a:lnTo>
                  <a:lnTo>
                    <a:pt x="1176540" y="1736674"/>
                  </a:lnTo>
                  <a:lnTo>
                    <a:pt x="1196924" y="1760435"/>
                  </a:lnTo>
                  <a:lnTo>
                    <a:pt x="1200670" y="1756067"/>
                  </a:lnTo>
                  <a:lnTo>
                    <a:pt x="1217879" y="1736001"/>
                  </a:lnTo>
                  <a:lnTo>
                    <a:pt x="1238846" y="1760435"/>
                  </a:lnTo>
                  <a:lnTo>
                    <a:pt x="1242593" y="1756067"/>
                  </a:lnTo>
                  <a:lnTo>
                    <a:pt x="1261097" y="1734489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10570934" y="6669081"/>
              <a:ext cx="118110" cy="148590"/>
            </a:xfrm>
            <a:custGeom>
              <a:avLst/>
              <a:gdLst/>
              <a:ahLst/>
              <a:cxnLst/>
              <a:rect l="l" t="t" r="r" b="b"/>
              <a:pathLst>
                <a:path w="118109" h="148590">
                  <a:moveTo>
                    <a:pt x="1828" y="137972"/>
                  </a:moveTo>
                  <a:lnTo>
                    <a:pt x="1790" y="137172"/>
                  </a:lnTo>
                  <a:lnTo>
                    <a:pt x="711" y="136906"/>
                  </a:lnTo>
                  <a:lnTo>
                    <a:pt x="0" y="136956"/>
                  </a:lnTo>
                  <a:lnTo>
                    <a:pt x="0" y="138417"/>
                  </a:lnTo>
                  <a:lnTo>
                    <a:pt x="774" y="138366"/>
                  </a:lnTo>
                  <a:lnTo>
                    <a:pt x="1828" y="137972"/>
                  </a:lnTo>
                  <a:close/>
                </a:path>
                <a:path w="118109" h="148590">
                  <a:moveTo>
                    <a:pt x="19380" y="122580"/>
                  </a:moveTo>
                  <a:lnTo>
                    <a:pt x="15633" y="118211"/>
                  </a:lnTo>
                  <a:lnTo>
                    <a:pt x="15633" y="122580"/>
                  </a:lnTo>
                  <a:lnTo>
                    <a:pt x="11493" y="127406"/>
                  </a:lnTo>
                  <a:lnTo>
                    <a:pt x="11607" y="126796"/>
                  </a:lnTo>
                  <a:lnTo>
                    <a:pt x="11455" y="123723"/>
                  </a:lnTo>
                  <a:lnTo>
                    <a:pt x="11264" y="123037"/>
                  </a:lnTo>
                  <a:lnTo>
                    <a:pt x="11887" y="123190"/>
                  </a:lnTo>
                  <a:lnTo>
                    <a:pt x="13195" y="123101"/>
                  </a:lnTo>
                  <a:lnTo>
                    <a:pt x="14503" y="123012"/>
                  </a:lnTo>
                  <a:lnTo>
                    <a:pt x="15557" y="122631"/>
                  </a:lnTo>
                  <a:lnTo>
                    <a:pt x="15544" y="122491"/>
                  </a:lnTo>
                  <a:lnTo>
                    <a:pt x="15633" y="118211"/>
                  </a:lnTo>
                  <a:lnTo>
                    <a:pt x="14833" y="117284"/>
                  </a:lnTo>
                  <a:lnTo>
                    <a:pt x="14833" y="121666"/>
                  </a:lnTo>
                  <a:lnTo>
                    <a:pt x="14439" y="121564"/>
                  </a:lnTo>
                  <a:lnTo>
                    <a:pt x="11811" y="121729"/>
                  </a:lnTo>
                  <a:lnTo>
                    <a:pt x="11188" y="121970"/>
                  </a:lnTo>
                  <a:lnTo>
                    <a:pt x="11315" y="121246"/>
                  </a:lnTo>
                  <a:lnTo>
                    <a:pt x="11252" y="119710"/>
                  </a:lnTo>
                  <a:lnTo>
                    <a:pt x="11176" y="118186"/>
                  </a:lnTo>
                  <a:lnTo>
                    <a:pt x="10858" y="117017"/>
                  </a:lnTo>
                  <a:lnTo>
                    <a:pt x="14833" y="121666"/>
                  </a:lnTo>
                  <a:lnTo>
                    <a:pt x="14833" y="117284"/>
                  </a:lnTo>
                  <a:lnTo>
                    <a:pt x="0" y="99974"/>
                  </a:lnTo>
                  <a:lnTo>
                    <a:pt x="0" y="104343"/>
                  </a:lnTo>
                  <a:lnTo>
                    <a:pt x="1371" y="105956"/>
                  </a:lnTo>
                  <a:lnTo>
                    <a:pt x="965" y="105854"/>
                  </a:lnTo>
                  <a:lnTo>
                    <a:pt x="0" y="105905"/>
                  </a:lnTo>
                  <a:lnTo>
                    <a:pt x="0" y="107365"/>
                  </a:lnTo>
                  <a:lnTo>
                    <a:pt x="1028" y="107302"/>
                  </a:lnTo>
                  <a:lnTo>
                    <a:pt x="2082" y="106921"/>
                  </a:lnTo>
                  <a:lnTo>
                    <a:pt x="2070" y="106768"/>
                  </a:lnTo>
                  <a:lnTo>
                    <a:pt x="10807" y="116967"/>
                  </a:lnTo>
                  <a:lnTo>
                    <a:pt x="10147" y="117005"/>
                  </a:lnTo>
                  <a:lnTo>
                    <a:pt x="9931" y="118262"/>
                  </a:lnTo>
                  <a:lnTo>
                    <a:pt x="10071" y="121323"/>
                  </a:lnTo>
                  <a:lnTo>
                    <a:pt x="10248" y="122008"/>
                  </a:lnTo>
                  <a:lnTo>
                    <a:pt x="9677" y="121856"/>
                  </a:lnTo>
                  <a:lnTo>
                    <a:pt x="8369" y="121945"/>
                  </a:lnTo>
                  <a:lnTo>
                    <a:pt x="7061" y="122034"/>
                  </a:lnTo>
                  <a:lnTo>
                    <a:pt x="6007" y="122415"/>
                  </a:lnTo>
                  <a:lnTo>
                    <a:pt x="6045" y="123228"/>
                  </a:lnTo>
                  <a:lnTo>
                    <a:pt x="7124" y="123482"/>
                  </a:lnTo>
                  <a:lnTo>
                    <a:pt x="9753" y="123317"/>
                  </a:lnTo>
                  <a:lnTo>
                    <a:pt x="10325" y="123113"/>
                  </a:lnTo>
                  <a:lnTo>
                    <a:pt x="10210" y="123812"/>
                  </a:lnTo>
                  <a:lnTo>
                    <a:pt x="10287" y="125336"/>
                  </a:lnTo>
                  <a:lnTo>
                    <a:pt x="10363" y="126860"/>
                  </a:lnTo>
                  <a:lnTo>
                    <a:pt x="10693" y="128092"/>
                  </a:lnTo>
                  <a:lnTo>
                    <a:pt x="10909" y="128092"/>
                  </a:lnTo>
                  <a:lnTo>
                    <a:pt x="0" y="140817"/>
                  </a:lnTo>
                  <a:lnTo>
                    <a:pt x="0" y="145173"/>
                  </a:lnTo>
                  <a:lnTo>
                    <a:pt x="19380" y="122580"/>
                  </a:lnTo>
                  <a:close/>
                </a:path>
                <a:path w="118109" h="148590">
                  <a:moveTo>
                    <a:pt x="39979" y="25946"/>
                  </a:moveTo>
                  <a:lnTo>
                    <a:pt x="21475" y="4368"/>
                  </a:lnTo>
                  <a:lnTo>
                    <a:pt x="17729" y="0"/>
                  </a:lnTo>
                  <a:lnTo>
                    <a:pt x="0" y="20688"/>
                  </a:lnTo>
                  <a:lnTo>
                    <a:pt x="0" y="25057"/>
                  </a:lnTo>
                  <a:lnTo>
                    <a:pt x="3543" y="20916"/>
                  </a:lnTo>
                  <a:lnTo>
                    <a:pt x="3467" y="21412"/>
                  </a:lnTo>
                  <a:lnTo>
                    <a:pt x="3606" y="24472"/>
                  </a:lnTo>
                  <a:lnTo>
                    <a:pt x="3784" y="25158"/>
                  </a:lnTo>
                  <a:lnTo>
                    <a:pt x="3213" y="25019"/>
                  </a:lnTo>
                  <a:lnTo>
                    <a:pt x="596" y="25184"/>
                  </a:lnTo>
                  <a:lnTo>
                    <a:pt x="0" y="25400"/>
                  </a:lnTo>
                  <a:lnTo>
                    <a:pt x="0" y="26479"/>
                  </a:lnTo>
                  <a:lnTo>
                    <a:pt x="660" y="26631"/>
                  </a:lnTo>
                  <a:lnTo>
                    <a:pt x="3289" y="26466"/>
                  </a:lnTo>
                  <a:lnTo>
                    <a:pt x="3860" y="26263"/>
                  </a:lnTo>
                  <a:lnTo>
                    <a:pt x="3746" y="26962"/>
                  </a:lnTo>
                  <a:lnTo>
                    <a:pt x="3822" y="28486"/>
                  </a:lnTo>
                  <a:lnTo>
                    <a:pt x="3886" y="30022"/>
                  </a:lnTo>
                  <a:lnTo>
                    <a:pt x="4229" y="31242"/>
                  </a:lnTo>
                  <a:lnTo>
                    <a:pt x="4914" y="31203"/>
                  </a:lnTo>
                  <a:lnTo>
                    <a:pt x="5143" y="29946"/>
                  </a:lnTo>
                  <a:lnTo>
                    <a:pt x="4991" y="26873"/>
                  </a:lnTo>
                  <a:lnTo>
                    <a:pt x="4800" y="26200"/>
                  </a:lnTo>
                  <a:lnTo>
                    <a:pt x="5410" y="26339"/>
                  </a:lnTo>
                  <a:lnTo>
                    <a:pt x="6731" y="26250"/>
                  </a:lnTo>
                  <a:lnTo>
                    <a:pt x="8039" y="26174"/>
                  </a:lnTo>
                  <a:lnTo>
                    <a:pt x="9093" y="25781"/>
                  </a:lnTo>
                  <a:lnTo>
                    <a:pt x="9055" y="24980"/>
                  </a:lnTo>
                  <a:lnTo>
                    <a:pt x="7975" y="24714"/>
                  </a:lnTo>
                  <a:lnTo>
                    <a:pt x="5346" y="24879"/>
                  </a:lnTo>
                  <a:lnTo>
                    <a:pt x="4724" y="25120"/>
                  </a:lnTo>
                  <a:lnTo>
                    <a:pt x="4851" y="24396"/>
                  </a:lnTo>
                  <a:lnTo>
                    <a:pt x="4775" y="22860"/>
                  </a:lnTo>
                  <a:lnTo>
                    <a:pt x="4711" y="21336"/>
                  </a:lnTo>
                  <a:lnTo>
                    <a:pt x="4368" y="20116"/>
                  </a:lnTo>
                  <a:lnTo>
                    <a:pt x="4216" y="20129"/>
                  </a:lnTo>
                  <a:lnTo>
                    <a:pt x="17729" y="4368"/>
                  </a:lnTo>
                  <a:lnTo>
                    <a:pt x="36233" y="25946"/>
                  </a:lnTo>
                  <a:lnTo>
                    <a:pt x="17729" y="47523"/>
                  </a:lnTo>
                  <a:lnTo>
                    <a:pt x="12954" y="41960"/>
                  </a:lnTo>
                  <a:lnTo>
                    <a:pt x="14008" y="42202"/>
                  </a:lnTo>
                  <a:lnTo>
                    <a:pt x="16637" y="42037"/>
                  </a:lnTo>
                  <a:lnTo>
                    <a:pt x="17208" y="41833"/>
                  </a:lnTo>
                  <a:lnTo>
                    <a:pt x="17094" y="42532"/>
                  </a:lnTo>
                  <a:lnTo>
                    <a:pt x="17170" y="44056"/>
                  </a:lnTo>
                  <a:lnTo>
                    <a:pt x="17233" y="45580"/>
                  </a:lnTo>
                  <a:lnTo>
                    <a:pt x="17576" y="46812"/>
                  </a:lnTo>
                  <a:lnTo>
                    <a:pt x="18262" y="46774"/>
                  </a:lnTo>
                  <a:lnTo>
                    <a:pt x="18478" y="45516"/>
                  </a:lnTo>
                  <a:lnTo>
                    <a:pt x="18338" y="42443"/>
                  </a:lnTo>
                  <a:lnTo>
                    <a:pt x="18008" y="41224"/>
                  </a:lnTo>
                  <a:lnTo>
                    <a:pt x="17653" y="41249"/>
                  </a:lnTo>
                  <a:lnTo>
                    <a:pt x="17983" y="41224"/>
                  </a:lnTo>
                  <a:lnTo>
                    <a:pt x="18199" y="39966"/>
                  </a:lnTo>
                  <a:lnTo>
                    <a:pt x="18122" y="38430"/>
                  </a:lnTo>
                  <a:lnTo>
                    <a:pt x="18059" y="36906"/>
                  </a:lnTo>
                  <a:lnTo>
                    <a:pt x="17716" y="35674"/>
                  </a:lnTo>
                  <a:lnTo>
                    <a:pt x="17030" y="35725"/>
                  </a:lnTo>
                  <a:lnTo>
                    <a:pt x="16802" y="36982"/>
                  </a:lnTo>
                  <a:lnTo>
                    <a:pt x="16954" y="40043"/>
                  </a:lnTo>
                  <a:lnTo>
                    <a:pt x="17132" y="40728"/>
                  </a:lnTo>
                  <a:lnTo>
                    <a:pt x="16560" y="40576"/>
                  </a:lnTo>
                  <a:lnTo>
                    <a:pt x="15252" y="40665"/>
                  </a:lnTo>
                  <a:lnTo>
                    <a:pt x="13944" y="40754"/>
                  </a:lnTo>
                  <a:lnTo>
                    <a:pt x="12877" y="41135"/>
                  </a:lnTo>
                  <a:lnTo>
                    <a:pt x="12915" y="41922"/>
                  </a:lnTo>
                  <a:lnTo>
                    <a:pt x="0" y="26835"/>
                  </a:lnTo>
                  <a:lnTo>
                    <a:pt x="0" y="31203"/>
                  </a:lnTo>
                  <a:lnTo>
                    <a:pt x="17729" y="51892"/>
                  </a:lnTo>
                  <a:lnTo>
                    <a:pt x="21475" y="47523"/>
                  </a:lnTo>
                  <a:lnTo>
                    <a:pt x="39979" y="25946"/>
                  </a:lnTo>
                  <a:close/>
                </a:path>
                <a:path w="118109" h="148590">
                  <a:moveTo>
                    <a:pt x="42837" y="106921"/>
                  </a:moveTo>
                  <a:lnTo>
                    <a:pt x="42799" y="106108"/>
                  </a:lnTo>
                  <a:lnTo>
                    <a:pt x="41719" y="105854"/>
                  </a:lnTo>
                  <a:lnTo>
                    <a:pt x="39090" y="106019"/>
                  </a:lnTo>
                  <a:lnTo>
                    <a:pt x="38468" y="106248"/>
                  </a:lnTo>
                  <a:lnTo>
                    <a:pt x="38595" y="105524"/>
                  </a:lnTo>
                  <a:lnTo>
                    <a:pt x="38531" y="104000"/>
                  </a:lnTo>
                  <a:lnTo>
                    <a:pt x="38455" y="102476"/>
                  </a:lnTo>
                  <a:lnTo>
                    <a:pt x="38112" y="101244"/>
                  </a:lnTo>
                  <a:lnTo>
                    <a:pt x="37426" y="101282"/>
                  </a:lnTo>
                  <a:lnTo>
                    <a:pt x="37211" y="102539"/>
                  </a:lnTo>
                  <a:lnTo>
                    <a:pt x="37350" y="105613"/>
                  </a:lnTo>
                  <a:lnTo>
                    <a:pt x="37541" y="106299"/>
                  </a:lnTo>
                  <a:lnTo>
                    <a:pt x="36957" y="106146"/>
                  </a:lnTo>
                  <a:lnTo>
                    <a:pt x="35648" y="106235"/>
                  </a:lnTo>
                  <a:lnTo>
                    <a:pt x="34340" y="106311"/>
                  </a:lnTo>
                  <a:lnTo>
                    <a:pt x="33286" y="106705"/>
                  </a:lnTo>
                  <a:lnTo>
                    <a:pt x="33324" y="107505"/>
                  </a:lnTo>
                  <a:lnTo>
                    <a:pt x="34404" y="107772"/>
                  </a:lnTo>
                  <a:lnTo>
                    <a:pt x="37033" y="107607"/>
                  </a:lnTo>
                  <a:lnTo>
                    <a:pt x="37604" y="107391"/>
                  </a:lnTo>
                  <a:lnTo>
                    <a:pt x="37490" y="108089"/>
                  </a:lnTo>
                  <a:lnTo>
                    <a:pt x="37566" y="109626"/>
                  </a:lnTo>
                  <a:lnTo>
                    <a:pt x="37642" y="111150"/>
                  </a:lnTo>
                  <a:lnTo>
                    <a:pt x="37973" y="112382"/>
                  </a:lnTo>
                  <a:lnTo>
                    <a:pt x="38658" y="112331"/>
                  </a:lnTo>
                  <a:lnTo>
                    <a:pt x="38887" y="111074"/>
                  </a:lnTo>
                  <a:lnTo>
                    <a:pt x="38735" y="108013"/>
                  </a:lnTo>
                  <a:lnTo>
                    <a:pt x="38544" y="107327"/>
                  </a:lnTo>
                  <a:lnTo>
                    <a:pt x="39166" y="107467"/>
                  </a:lnTo>
                  <a:lnTo>
                    <a:pt x="40474" y="107391"/>
                  </a:lnTo>
                  <a:lnTo>
                    <a:pt x="41783" y="107302"/>
                  </a:lnTo>
                  <a:lnTo>
                    <a:pt x="42837" y="106921"/>
                  </a:lnTo>
                  <a:close/>
                </a:path>
                <a:path w="118109" h="148590">
                  <a:moveTo>
                    <a:pt x="56311" y="122631"/>
                  </a:moveTo>
                  <a:lnTo>
                    <a:pt x="56261" y="121818"/>
                  </a:lnTo>
                  <a:lnTo>
                    <a:pt x="55181" y="121564"/>
                  </a:lnTo>
                  <a:lnTo>
                    <a:pt x="52565" y="121729"/>
                  </a:lnTo>
                  <a:lnTo>
                    <a:pt x="51511" y="122123"/>
                  </a:lnTo>
                  <a:lnTo>
                    <a:pt x="51549" y="122923"/>
                  </a:lnTo>
                  <a:lnTo>
                    <a:pt x="52628" y="123190"/>
                  </a:lnTo>
                  <a:lnTo>
                    <a:pt x="53936" y="123101"/>
                  </a:lnTo>
                  <a:lnTo>
                    <a:pt x="55245" y="123012"/>
                  </a:lnTo>
                  <a:lnTo>
                    <a:pt x="56311" y="122631"/>
                  </a:lnTo>
                  <a:close/>
                </a:path>
                <a:path w="118109" h="148590">
                  <a:moveTo>
                    <a:pt x="102057" y="122580"/>
                  </a:moveTo>
                  <a:lnTo>
                    <a:pt x="98310" y="118211"/>
                  </a:lnTo>
                  <a:lnTo>
                    <a:pt x="98310" y="122580"/>
                  </a:lnTo>
                  <a:lnTo>
                    <a:pt x="94170" y="127406"/>
                  </a:lnTo>
                  <a:lnTo>
                    <a:pt x="94284" y="126796"/>
                  </a:lnTo>
                  <a:lnTo>
                    <a:pt x="94132" y="123723"/>
                  </a:lnTo>
                  <a:lnTo>
                    <a:pt x="93941" y="123037"/>
                  </a:lnTo>
                  <a:lnTo>
                    <a:pt x="94564" y="123190"/>
                  </a:lnTo>
                  <a:lnTo>
                    <a:pt x="95872" y="123101"/>
                  </a:lnTo>
                  <a:lnTo>
                    <a:pt x="97180" y="123012"/>
                  </a:lnTo>
                  <a:lnTo>
                    <a:pt x="98234" y="122631"/>
                  </a:lnTo>
                  <a:lnTo>
                    <a:pt x="98221" y="122491"/>
                  </a:lnTo>
                  <a:lnTo>
                    <a:pt x="98310" y="118211"/>
                  </a:lnTo>
                  <a:lnTo>
                    <a:pt x="97510" y="117284"/>
                  </a:lnTo>
                  <a:lnTo>
                    <a:pt x="97510" y="121666"/>
                  </a:lnTo>
                  <a:lnTo>
                    <a:pt x="97116" y="121564"/>
                  </a:lnTo>
                  <a:lnTo>
                    <a:pt x="94488" y="121729"/>
                  </a:lnTo>
                  <a:lnTo>
                    <a:pt x="93865" y="121970"/>
                  </a:lnTo>
                  <a:lnTo>
                    <a:pt x="93992" y="121246"/>
                  </a:lnTo>
                  <a:lnTo>
                    <a:pt x="93929" y="119710"/>
                  </a:lnTo>
                  <a:lnTo>
                    <a:pt x="93853" y="118186"/>
                  </a:lnTo>
                  <a:lnTo>
                    <a:pt x="93586" y="117259"/>
                  </a:lnTo>
                  <a:lnTo>
                    <a:pt x="93586" y="128092"/>
                  </a:lnTo>
                  <a:lnTo>
                    <a:pt x="79806" y="144157"/>
                  </a:lnTo>
                  <a:lnTo>
                    <a:pt x="75006" y="138582"/>
                  </a:lnTo>
                  <a:lnTo>
                    <a:pt x="76073" y="138836"/>
                  </a:lnTo>
                  <a:lnTo>
                    <a:pt x="78701" y="138658"/>
                  </a:lnTo>
                  <a:lnTo>
                    <a:pt x="79286" y="138455"/>
                  </a:lnTo>
                  <a:lnTo>
                    <a:pt x="79159" y="139153"/>
                  </a:lnTo>
                  <a:lnTo>
                    <a:pt x="79235" y="140677"/>
                  </a:lnTo>
                  <a:lnTo>
                    <a:pt x="79311" y="142214"/>
                  </a:lnTo>
                  <a:lnTo>
                    <a:pt x="79641" y="143433"/>
                  </a:lnTo>
                  <a:lnTo>
                    <a:pt x="80340" y="143395"/>
                  </a:lnTo>
                  <a:lnTo>
                    <a:pt x="80556" y="142138"/>
                  </a:lnTo>
                  <a:lnTo>
                    <a:pt x="80416" y="139065"/>
                  </a:lnTo>
                  <a:lnTo>
                    <a:pt x="80213" y="138391"/>
                  </a:lnTo>
                  <a:lnTo>
                    <a:pt x="80835" y="138531"/>
                  </a:lnTo>
                  <a:lnTo>
                    <a:pt x="82143" y="138442"/>
                  </a:lnTo>
                  <a:lnTo>
                    <a:pt x="83451" y="138366"/>
                  </a:lnTo>
                  <a:lnTo>
                    <a:pt x="84505" y="137972"/>
                  </a:lnTo>
                  <a:lnTo>
                    <a:pt x="84467" y="137172"/>
                  </a:lnTo>
                  <a:lnTo>
                    <a:pt x="83388" y="136906"/>
                  </a:lnTo>
                  <a:lnTo>
                    <a:pt x="80759" y="137071"/>
                  </a:lnTo>
                  <a:lnTo>
                    <a:pt x="80137" y="137312"/>
                  </a:lnTo>
                  <a:lnTo>
                    <a:pt x="80276" y="136588"/>
                  </a:lnTo>
                  <a:lnTo>
                    <a:pt x="80200" y="135064"/>
                  </a:lnTo>
                  <a:lnTo>
                    <a:pt x="80124" y="133527"/>
                  </a:lnTo>
                  <a:lnTo>
                    <a:pt x="79794" y="132308"/>
                  </a:lnTo>
                  <a:lnTo>
                    <a:pt x="79730" y="137871"/>
                  </a:lnTo>
                  <a:lnTo>
                    <a:pt x="79730" y="132321"/>
                  </a:lnTo>
                  <a:lnTo>
                    <a:pt x="79095" y="132346"/>
                  </a:lnTo>
                  <a:lnTo>
                    <a:pt x="78879" y="133604"/>
                  </a:lnTo>
                  <a:lnTo>
                    <a:pt x="79032" y="136677"/>
                  </a:lnTo>
                  <a:lnTo>
                    <a:pt x="79209" y="137350"/>
                  </a:lnTo>
                  <a:lnTo>
                    <a:pt x="78625" y="137210"/>
                  </a:lnTo>
                  <a:lnTo>
                    <a:pt x="77317" y="137287"/>
                  </a:lnTo>
                  <a:lnTo>
                    <a:pt x="76009" y="137375"/>
                  </a:lnTo>
                  <a:lnTo>
                    <a:pt x="74955" y="137769"/>
                  </a:lnTo>
                  <a:lnTo>
                    <a:pt x="74980" y="138557"/>
                  </a:lnTo>
                  <a:lnTo>
                    <a:pt x="61658" y="123012"/>
                  </a:lnTo>
                  <a:lnTo>
                    <a:pt x="62725" y="123266"/>
                  </a:lnTo>
                  <a:lnTo>
                    <a:pt x="65354" y="123101"/>
                  </a:lnTo>
                  <a:lnTo>
                    <a:pt x="65925" y="122885"/>
                  </a:lnTo>
                  <a:lnTo>
                    <a:pt x="65811" y="123583"/>
                  </a:lnTo>
                  <a:lnTo>
                    <a:pt x="65887" y="125120"/>
                  </a:lnTo>
                  <a:lnTo>
                    <a:pt x="65963" y="126644"/>
                  </a:lnTo>
                  <a:lnTo>
                    <a:pt x="66294" y="127863"/>
                  </a:lnTo>
                  <a:lnTo>
                    <a:pt x="66992" y="127825"/>
                  </a:lnTo>
                  <a:lnTo>
                    <a:pt x="67208" y="126568"/>
                  </a:lnTo>
                  <a:lnTo>
                    <a:pt x="67068" y="123507"/>
                  </a:lnTo>
                  <a:lnTo>
                    <a:pt x="66865" y="122821"/>
                  </a:lnTo>
                  <a:lnTo>
                    <a:pt x="67487" y="122961"/>
                  </a:lnTo>
                  <a:lnTo>
                    <a:pt x="68795" y="122885"/>
                  </a:lnTo>
                  <a:lnTo>
                    <a:pt x="70104" y="122796"/>
                  </a:lnTo>
                  <a:lnTo>
                    <a:pt x="71158" y="122415"/>
                  </a:lnTo>
                  <a:lnTo>
                    <a:pt x="71120" y="121602"/>
                  </a:lnTo>
                  <a:lnTo>
                    <a:pt x="70040" y="121335"/>
                  </a:lnTo>
                  <a:lnTo>
                    <a:pt x="67411" y="121513"/>
                  </a:lnTo>
                  <a:lnTo>
                    <a:pt x="66789" y="121742"/>
                  </a:lnTo>
                  <a:lnTo>
                    <a:pt x="66929" y="121018"/>
                  </a:lnTo>
                  <a:lnTo>
                    <a:pt x="66852" y="119494"/>
                  </a:lnTo>
                  <a:lnTo>
                    <a:pt x="66776" y="117957"/>
                  </a:lnTo>
                  <a:lnTo>
                    <a:pt x="66446" y="116738"/>
                  </a:lnTo>
                  <a:lnTo>
                    <a:pt x="66294" y="116751"/>
                  </a:lnTo>
                  <a:lnTo>
                    <a:pt x="79286" y="101587"/>
                  </a:lnTo>
                  <a:lnTo>
                    <a:pt x="79133" y="102539"/>
                  </a:lnTo>
                  <a:lnTo>
                    <a:pt x="79286" y="105613"/>
                  </a:lnTo>
                  <a:lnTo>
                    <a:pt x="79463" y="106299"/>
                  </a:lnTo>
                  <a:lnTo>
                    <a:pt x="78892" y="106146"/>
                  </a:lnTo>
                  <a:lnTo>
                    <a:pt x="77571" y="106235"/>
                  </a:lnTo>
                  <a:lnTo>
                    <a:pt x="76263" y="106311"/>
                  </a:lnTo>
                  <a:lnTo>
                    <a:pt x="75209" y="106705"/>
                  </a:lnTo>
                  <a:lnTo>
                    <a:pt x="75247" y="107505"/>
                  </a:lnTo>
                  <a:lnTo>
                    <a:pt x="76327" y="107772"/>
                  </a:lnTo>
                  <a:lnTo>
                    <a:pt x="78955" y="107607"/>
                  </a:lnTo>
                  <a:lnTo>
                    <a:pt x="79540" y="107391"/>
                  </a:lnTo>
                  <a:lnTo>
                    <a:pt x="79413" y="108089"/>
                  </a:lnTo>
                  <a:lnTo>
                    <a:pt x="79489" y="109626"/>
                  </a:lnTo>
                  <a:lnTo>
                    <a:pt x="79565" y="111150"/>
                  </a:lnTo>
                  <a:lnTo>
                    <a:pt x="79895" y="112382"/>
                  </a:lnTo>
                  <a:lnTo>
                    <a:pt x="80594" y="112331"/>
                  </a:lnTo>
                  <a:lnTo>
                    <a:pt x="80810" y="111074"/>
                  </a:lnTo>
                  <a:lnTo>
                    <a:pt x="80670" y="108013"/>
                  </a:lnTo>
                  <a:lnTo>
                    <a:pt x="80467" y="107327"/>
                  </a:lnTo>
                  <a:lnTo>
                    <a:pt x="81089" y="107467"/>
                  </a:lnTo>
                  <a:lnTo>
                    <a:pt x="82397" y="107391"/>
                  </a:lnTo>
                  <a:lnTo>
                    <a:pt x="83705" y="107302"/>
                  </a:lnTo>
                  <a:lnTo>
                    <a:pt x="84759" y="106921"/>
                  </a:lnTo>
                  <a:lnTo>
                    <a:pt x="84747" y="106794"/>
                  </a:lnTo>
                  <a:lnTo>
                    <a:pt x="93484" y="116967"/>
                  </a:lnTo>
                  <a:lnTo>
                    <a:pt x="92824" y="117005"/>
                  </a:lnTo>
                  <a:lnTo>
                    <a:pt x="92608" y="118262"/>
                  </a:lnTo>
                  <a:lnTo>
                    <a:pt x="92748" y="121323"/>
                  </a:lnTo>
                  <a:lnTo>
                    <a:pt x="92925" y="122008"/>
                  </a:lnTo>
                  <a:lnTo>
                    <a:pt x="92354" y="121856"/>
                  </a:lnTo>
                  <a:lnTo>
                    <a:pt x="91046" y="121945"/>
                  </a:lnTo>
                  <a:lnTo>
                    <a:pt x="89738" y="122034"/>
                  </a:lnTo>
                  <a:lnTo>
                    <a:pt x="88684" y="122415"/>
                  </a:lnTo>
                  <a:lnTo>
                    <a:pt x="88722" y="123228"/>
                  </a:lnTo>
                  <a:lnTo>
                    <a:pt x="89801" y="123482"/>
                  </a:lnTo>
                  <a:lnTo>
                    <a:pt x="92430" y="123317"/>
                  </a:lnTo>
                  <a:lnTo>
                    <a:pt x="93002" y="123113"/>
                  </a:lnTo>
                  <a:lnTo>
                    <a:pt x="92887" y="123812"/>
                  </a:lnTo>
                  <a:lnTo>
                    <a:pt x="92964" y="125336"/>
                  </a:lnTo>
                  <a:lnTo>
                    <a:pt x="93040" y="126860"/>
                  </a:lnTo>
                  <a:lnTo>
                    <a:pt x="93370" y="128092"/>
                  </a:lnTo>
                  <a:lnTo>
                    <a:pt x="93586" y="128092"/>
                  </a:lnTo>
                  <a:lnTo>
                    <a:pt x="93586" y="117259"/>
                  </a:lnTo>
                  <a:lnTo>
                    <a:pt x="93510" y="116992"/>
                  </a:lnTo>
                  <a:lnTo>
                    <a:pt x="97510" y="121666"/>
                  </a:lnTo>
                  <a:lnTo>
                    <a:pt x="97510" y="117284"/>
                  </a:lnTo>
                  <a:lnTo>
                    <a:pt x="84035" y="101561"/>
                  </a:lnTo>
                  <a:lnTo>
                    <a:pt x="84035" y="105956"/>
                  </a:lnTo>
                  <a:lnTo>
                    <a:pt x="83642" y="105854"/>
                  </a:lnTo>
                  <a:lnTo>
                    <a:pt x="81013" y="106019"/>
                  </a:lnTo>
                  <a:lnTo>
                    <a:pt x="80391" y="106248"/>
                  </a:lnTo>
                  <a:lnTo>
                    <a:pt x="80530" y="105524"/>
                  </a:lnTo>
                  <a:lnTo>
                    <a:pt x="80454" y="104000"/>
                  </a:lnTo>
                  <a:lnTo>
                    <a:pt x="80378" y="102476"/>
                  </a:lnTo>
                  <a:lnTo>
                    <a:pt x="80048" y="101295"/>
                  </a:lnTo>
                  <a:lnTo>
                    <a:pt x="84035" y="105956"/>
                  </a:lnTo>
                  <a:lnTo>
                    <a:pt x="84035" y="101561"/>
                  </a:lnTo>
                  <a:lnTo>
                    <a:pt x="83553" y="100990"/>
                  </a:lnTo>
                  <a:lnTo>
                    <a:pt x="80022" y="96888"/>
                  </a:lnTo>
                  <a:lnTo>
                    <a:pt x="80022" y="101257"/>
                  </a:lnTo>
                  <a:lnTo>
                    <a:pt x="79565" y="101282"/>
                  </a:lnTo>
                  <a:lnTo>
                    <a:pt x="79806" y="100990"/>
                  </a:lnTo>
                  <a:lnTo>
                    <a:pt x="80022" y="101257"/>
                  </a:lnTo>
                  <a:lnTo>
                    <a:pt x="80022" y="96888"/>
                  </a:lnTo>
                  <a:lnTo>
                    <a:pt x="79806" y="96634"/>
                  </a:lnTo>
                  <a:lnTo>
                    <a:pt x="65862" y="112915"/>
                  </a:lnTo>
                  <a:lnTo>
                    <a:pt x="65862" y="121793"/>
                  </a:lnTo>
                  <a:lnTo>
                    <a:pt x="65290" y="121640"/>
                  </a:lnTo>
                  <a:lnTo>
                    <a:pt x="63969" y="121729"/>
                  </a:lnTo>
                  <a:lnTo>
                    <a:pt x="62661" y="121805"/>
                  </a:lnTo>
                  <a:lnTo>
                    <a:pt x="61633" y="122199"/>
                  </a:lnTo>
                  <a:lnTo>
                    <a:pt x="61633" y="122986"/>
                  </a:lnTo>
                  <a:lnTo>
                    <a:pt x="61302" y="122580"/>
                  </a:lnTo>
                  <a:lnTo>
                    <a:pt x="61607" y="122224"/>
                  </a:lnTo>
                  <a:lnTo>
                    <a:pt x="61633" y="122986"/>
                  </a:lnTo>
                  <a:lnTo>
                    <a:pt x="61633" y="122199"/>
                  </a:lnTo>
                  <a:lnTo>
                    <a:pt x="65608" y="117551"/>
                  </a:lnTo>
                  <a:lnTo>
                    <a:pt x="65532" y="118033"/>
                  </a:lnTo>
                  <a:lnTo>
                    <a:pt x="65684" y="121107"/>
                  </a:lnTo>
                  <a:lnTo>
                    <a:pt x="65862" y="121793"/>
                  </a:lnTo>
                  <a:lnTo>
                    <a:pt x="65862" y="112915"/>
                  </a:lnTo>
                  <a:lnTo>
                    <a:pt x="57569" y="122580"/>
                  </a:lnTo>
                  <a:lnTo>
                    <a:pt x="79806" y="148526"/>
                  </a:lnTo>
                  <a:lnTo>
                    <a:pt x="83553" y="144157"/>
                  </a:lnTo>
                  <a:lnTo>
                    <a:pt x="102057" y="122580"/>
                  </a:lnTo>
                  <a:close/>
                </a:path>
                <a:path w="118109" h="148590">
                  <a:moveTo>
                    <a:pt x="117652" y="85013"/>
                  </a:moveTo>
                  <a:lnTo>
                    <a:pt x="104736" y="69951"/>
                  </a:lnTo>
                  <a:lnTo>
                    <a:pt x="104736" y="74345"/>
                  </a:lnTo>
                  <a:lnTo>
                    <a:pt x="104343" y="74244"/>
                  </a:lnTo>
                  <a:lnTo>
                    <a:pt x="101714" y="74409"/>
                  </a:lnTo>
                  <a:lnTo>
                    <a:pt x="101104" y="74637"/>
                  </a:lnTo>
                  <a:lnTo>
                    <a:pt x="101231" y="73926"/>
                  </a:lnTo>
                  <a:lnTo>
                    <a:pt x="101155" y="72390"/>
                  </a:lnTo>
                  <a:lnTo>
                    <a:pt x="101079" y="70866"/>
                  </a:lnTo>
                  <a:lnTo>
                    <a:pt x="100749" y="69684"/>
                  </a:lnTo>
                  <a:lnTo>
                    <a:pt x="104736" y="74345"/>
                  </a:lnTo>
                  <a:lnTo>
                    <a:pt x="104736" y="69951"/>
                  </a:lnTo>
                  <a:lnTo>
                    <a:pt x="104254" y="69380"/>
                  </a:lnTo>
                  <a:lnTo>
                    <a:pt x="100723" y="65278"/>
                  </a:lnTo>
                  <a:lnTo>
                    <a:pt x="100723" y="69646"/>
                  </a:lnTo>
                  <a:lnTo>
                    <a:pt x="100253" y="69672"/>
                  </a:lnTo>
                  <a:lnTo>
                    <a:pt x="100507" y="69380"/>
                  </a:lnTo>
                  <a:lnTo>
                    <a:pt x="100723" y="69646"/>
                  </a:lnTo>
                  <a:lnTo>
                    <a:pt x="100723" y="65278"/>
                  </a:lnTo>
                  <a:lnTo>
                    <a:pt x="100507" y="65024"/>
                  </a:lnTo>
                  <a:lnTo>
                    <a:pt x="86563" y="81305"/>
                  </a:lnTo>
                  <a:lnTo>
                    <a:pt x="86563" y="90182"/>
                  </a:lnTo>
                  <a:lnTo>
                    <a:pt x="85991" y="90030"/>
                  </a:lnTo>
                  <a:lnTo>
                    <a:pt x="84683" y="90119"/>
                  </a:lnTo>
                  <a:lnTo>
                    <a:pt x="83375" y="90195"/>
                  </a:lnTo>
                  <a:lnTo>
                    <a:pt x="82346" y="90589"/>
                  </a:lnTo>
                  <a:lnTo>
                    <a:pt x="82346" y="91389"/>
                  </a:lnTo>
                  <a:lnTo>
                    <a:pt x="82003" y="90970"/>
                  </a:lnTo>
                  <a:lnTo>
                    <a:pt x="82308" y="90614"/>
                  </a:lnTo>
                  <a:lnTo>
                    <a:pt x="82346" y="91389"/>
                  </a:lnTo>
                  <a:lnTo>
                    <a:pt x="82346" y="90589"/>
                  </a:lnTo>
                  <a:lnTo>
                    <a:pt x="86321" y="85940"/>
                  </a:lnTo>
                  <a:lnTo>
                    <a:pt x="86233" y="86423"/>
                  </a:lnTo>
                  <a:lnTo>
                    <a:pt x="86385" y="89496"/>
                  </a:lnTo>
                  <a:lnTo>
                    <a:pt x="86563" y="90182"/>
                  </a:lnTo>
                  <a:lnTo>
                    <a:pt x="86563" y="81305"/>
                  </a:lnTo>
                  <a:lnTo>
                    <a:pt x="79819" y="89166"/>
                  </a:lnTo>
                  <a:lnTo>
                    <a:pt x="77622" y="86614"/>
                  </a:lnTo>
                  <a:lnTo>
                    <a:pt x="77622" y="90970"/>
                  </a:lnTo>
                  <a:lnTo>
                    <a:pt x="73482" y="95796"/>
                  </a:lnTo>
                  <a:lnTo>
                    <a:pt x="73596" y="95186"/>
                  </a:lnTo>
                  <a:lnTo>
                    <a:pt x="73456" y="92113"/>
                  </a:lnTo>
                  <a:lnTo>
                    <a:pt x="73253" y="91440"/>
                  </a:lnTo>
                  <a:lnTo>
                    <a:pt x="73875" y="91579"/>
                  </a:lnTo>
                  <a:lnTo>
                    <a:pt x="75184" y="91490"/>
                  </a:lnTo>
                  <a:lnTo>
                    <a:pt x="76492" y="91414"/>
                  </a:lnTo>
                  <a:lnTo>
                    <a:pt x="77546" y="91020"/>
                  </a:lnTo>
                  <a:lnTo>
                    <a:pt x="77533" y="90881"/>
                  </a:lnTo>
                  <a:lnTo>
                    <a:pt x="77622" y="86614"/>
                  </a:lnTo>
                  <a:lnTo>
                    <a:pt x="76822" y="85674"/>
                  </a:lnTo>
                  <a:lnTo>
                    <a:pt x="76822" y="90055"/>
                  </a:lnTo>
                  <a:lnTo>
                    <a:pt x="76428" y="89954"/>
                  </a:lnTo>
                  <a:lnTo>
                    <a:pt x="73799" y="90119"/>
                  </a:lnTo>
                  <a:lnTo>
                    <a:pt x="73190" y="90360"/>
                  </a:lnTo>
                  <a:lnTo>
                    <a:pt x="73317" y="89636"/>
                  </a:lnTo>
                  <a:lnTo>
                    <a:pt x="73240" y="88099"/>
                  </a:lnTo>
                  <a:lnTo>
                    <a:pt x="73164" y="86575"/>
                  </a:lnTo>
                  <a:lnTo>
                    <a:pt x="72898" y="85636"/>
                  </a:lnTo>
                  <a:lnTo>
                    <a:pt x="72898" y="96481"/>
                  </a:lnTo>
                  <a:lnTo>
                    <a:pt x="59118" y="112547"/>
                  </a:lnTo>
                  <a:lnTo>
                    <a:pt x="54317" y="106972"/>
                  </a:lnTo>
                  <a:lnTo>
                    <a:pt x="55397" y="107226"/>
                  </a:lnTo>
                  <a:lnTo>
                    <a:pt x="58013" y="107061"/>
                  </a:lnTo>
                  <a:lnTo>
                    <a:pt x="58597" y="106845"/>
                  </a:lnTo>
                  <a:lnTo>
                    <a:pt x="58483" y="107543"/>
                  </a:lnTo>
                  <a:lnTo>
                    <a:pt x="58547" y="109080"/>
                  </a:lnTo>
                  <a:lnTo>
                    <a:pt x="58623" y="110604"/>
                  </a:lnTo>
                  <a:lnTo>
                    <a:pt x="58966" y="111823"/>
                  </a:lnTo>
                  <a:lnTo>
                    <a:pt x="59651" y="111785"/>
                  </a:lnTo>
                  <a:lnTo>
                    <a:pt x="59867" y="110528"/>
                  </a:lnTo>
                  <a:lnTo>
                    <a:pt x="59728" y="107467"/>
                  </a:lnTo>
                  <a:lnTo>
                    <a:pt x="59524" y="106781"/>
                  </a:lnTo>
                  <a:lnTo>
                    <a:pt x="60147" y="106921"/>
                  </a:lnTo>
                  <a:lnTo>
                    <a:pt x="61455" y="106845"/>
                  </a:lnTo>
                  <a:lnTo>
                    <a:pt x="62763" y="106756"/>
                  </a:lnTo>
                  <a:lnTo>
                    <a:pt x="63830" y="106375"/>
                  </a:lnTo>
                  <a:lnTo>
                    <a:pt x="63779" y="105562"/>
                  </a:lnTo>
                  <a:lnTo>
                    <a:pt x="62699" y="105295"/>
                  </a:lnTo>
                  <a:lnTo>
                    <a:pt x="60071" y="105473"/>
                  </a:lnTo>
                  <a:lnTo>
                    <a:pt x="59461" y="105702"/>
                  </a:lnTo>
                  <a:lnTo>
                    <a:pt x="59588" y="104978"/>
                  </a:lnTo>
                  <a:lnTo>
                    <a:pt x="59512" y="103454"/>
                  </a:lnTo>
                  <a:lnTo>
                    <a:pt x="59436" y="101930"/>
                  </a:lnTo>
                  <a:lnTo>
                    <a:pt x="59105" y="100698"/>
                  </a:lnTo>
                  <a:lnTo>
                    <a:pt x="58420" y="100736"/>
                  </a:lnTo>
                  <a:lnTo>
                    <a:pt x="58191" y="101993"/>
                  </a:lnTo>
                  <a:lnTo>
                    <a:pt x="58343" y="105067"/>
                  </a:lnTo>
                  <a:lnTo>
                    <a:pt x="58521" y="105752"/>
                  </a:lnTo>
                  <a:lnTo>
                    <a:pt x="57950" y="105600"/>
                  </a:lnTo>
                  <a:lnTo>
                    <a:pt x="56642" y="105689"/>
                  </a:lnTo>
                  <a:lnTo>
                    <a:pt x="55333" y="105765"/>
                  </a:lnTo>
                  <a:lnTo>
                    <a:pt x="54267" y="106159"/>
                  </a:lnTo>
                  <a:lnTo>
                    <a:pt x="54305" y="106959"/>
                  </a:lnTo>
                  <a:lnTo>
                    <a:pt x="40970" y="91401"/>
                  </a:lnTo>
                  <a:lnTo>
                    <a:pt x="42049" y="91655"/>
                  </a:lnTo>
                  <a:lnTo>
                    <a:pt x="44678" y="91490"/>
                  </a:lnTo>
                  <a:lnTo>
                    <a:pt x="45250" y="91274"/>
                  </a:lnTo>
                  <a:lnTo>
                    <a:pt x="45135" y="91973"/>
                  </a:lnTo>
                  <a:lnTo>
                    <a:pt x="45212" y="93510"/>
                  </a:lnTo>
                  <a:lnTo>
                    <a:pt x="45275" y="95034"/>
                  </a:lnTo>
                  <a:lnTo>
                    <a:pt x="45618" y="96266"/>
                  </a:lnTo>
                  <a:lnTo>
                    <a:pt x="46304" y="96215"/>
                  </a:lnTo>
                  <a:lnTo>
                    <a:pt x="46532" y="94957"/>
                  </a:lnTo>
                  <a:lnTo>
                    <a:pt x="46380" y="91897"/>
                  </a:lnTo>
                  <a:lnTo>
                    <a:pt x="46189" y="91211"/>
                  </a:lnTo>
                  <a:lnTo>
                    <a:pt x="46799" y="91351"/>
                  </a:lnTo>
                  <a:lnTo>
                    <a:pt x="48107" y="91274"/>
                  </a:lnTo>
                  <a:lnTo>
                    <a:pt x="49428" y="91186"/>
                  </a:lnTo>
                  <a:lnTo>
                    <a:pt x="50482" y="90805"/>
                  </a:lnTo>
                  <a:lnTo>
                    <a:pt x="50431" y="89992"/>
                  </a:lnTo>
                  <a:lnTo>
                    <a:pt x="49364" y="89738"/>
                  </a:lnTo>
                  <a:lnTo>
                    <a:pt x="46736" y="89903"/>
                  </a:lnTo>
                  <a:lnTo>
                    <a:pt x="46113" y="90131"/>
                  </a:lnTo>
                  <a:lnTo>
                    <a:pt x="46240" y="89408"/>
                  </a:lnTo>
                  <a:lnTo>
                    <a:pt x="46164" y="87884"/>
                  </a:lnTo>
                  <a:lnTo>
                    <a:pt x="46101" y="86360"/>
                  </a:lnTo>
                  <a:lnTo>
                    <a:pt x="45758" y="85128"/>
                  </a:lnTo>
                  <a:lnTo>
                    <a:pt x="45605" y="85140"/>
                  </a:lnTo>
                  <a:lnTo>
                    <a:pt x="58623" y="69964"/>
                  </a:lnTo>
                  <a:lnTo>
                    <a:pt x="58445" y="70942"/>
                  </a:lnTo>
                  <a:lnTo>
                    <a:pt x="58597" y="74002"/>
                  </a:lnTo>
                  <a:lnTo>
                    <a:pt x="58775" y="74688"/>
                  </a:lnTo>
                  <a:lnTo>
                    <a:pt x="58204" y="74536"/>
                  </a:lnTo>
                  <a:lnTo>
                    <a:pt x="56896" y="74625"/>
                  </a:lnTo>
                  <a:lnTo>
                    <a:pt x="55587" y="74714"/>
                  </a:lnTo>
                  <a:lnTo>
                    <a:pt x="54521" y="75095"/>
                  </a:lnTo>
                  <a:lnTo>
                    <a:pt x="54571" y="75907"/>
                  </a:lnTo>
                  <a:lnTo>
                    <a:pt x="55651" y="76161"/>
                  </a:lnTo>
                  <a:lnTo>
                    <a:pt x="58280" y="75996"/>
                  </a:lnTo>
                  <a:lnTo>
                    <a:pt x="58851" y="75780"/>
                  </a:lnTo>
                  <a:lnTo>
                    <a:pt x="58737" y="76479"/>
                  </a:lnTo>
                  <a:lnTo>
                    <a:pt x="58813" y="78016"/>
                  </a:lnTo>
                  <a:lnTo>
                    <a:pt x="58877" y="79540"/>
                  </a:lnTo>
                  <a:lnTo>
                    <a:pt x="59220" y="80772"/>
                  </a:lnTo>
                  <a:lnTo>
                    <a:pt x="59905" y="80721"/>
                  </a:lnTo>
                  <a:lnTo>
                    <a:pt x="60121" y="79463"/>
                  </a:lnTo>
                  <a:lnTo>
                    <a:pt x="59982" y="76403"/>
                  </a:lnTo>
                  <a:lnTo>
                    <a:pt x="59791" y="75730"/>
                  </a:lnTo>
                  <a:lnTo>
                    <a:pt x="60401" y="75869"/>
                  </a:lnTo>
                  <a:lnTo>
                    <a:pt x="61709" y="75780"/>
                  </a:lnTo>
                  <a:lnTo>
                    <a:pt x="63017" y="75692"/>
                  </a:lnTo>
                  <a:lnTo>
                    <a:pt x="64084" y="75311"/>
                  </a:lnTo>
                  <a:lnTo>
                    <a:pt x="72809" y="85369"/>
                  </a:lnTo>
                  <a:lnTo>
                    <a:pt x="72136" y="85394"/>
                  </a:lnTo>
                  <a:lnTo>
                    <a:pt x="71920" y="86652"/>
                  </a:lnTo>
                  <a:lnTo>
                    <a:pt x="72072" y="89712"/>
                  </a:lnTo>
                  <a:lnTo>
                    <a:pt x="72250" y="90398"/>
                  </a:lnTo>
                  <a:lnTo>
                    <a:pt x="71678" y="90258"/>
                  </a:lnTo>
                  <a:lnTo>
                    <a:pt x="70358" y="90335"/>
                  </a:lnTo>
                  <a:lnTo>
                    <a:pt x="69049" y="90424"/>
                  </a:lnTo>
                  <a:lnTo>
                    <a:pt x="67995" y="90805"/>
                  </a:lnTo>
                  <a:lnTo>
                    <a:pt x="68033" y="91617"/>
                  </a:lnTo>
                  <a:lnTo>
                    <a:pt x="69113" y="91871"/>
                  </a:lnTo>
                  <a:lnTo>
                    <a:pt x="71742" y="91706"/>
                  </a:lnTo>
                  <a:lnTo>
                    <a:pt x="72326" y="91503"/>
                  </a:lnTo>
                  <a:lnTo>
                    <a:pt x="72212" y="92202"/>
                  </a:lnTo>
                  <a:lnTo>
                    <a:pt x="72275" y="93726"/>
                  </a:lnTo>
                  <a:lnTo>
                    <a:pt x="72351" y="95262"/>
                  </a:lnTo>
                  <a:lnTo>
                    <a:pt x="72682" y="96481"/>
                  </a:lnTo>
                  <a:lnTo>
                    <a:pt x="72898" y="96481"/>
                  </a:lnTo>
                  <a:lnTo>
                    <a:pt x="72898" y="85636"/>
                  </a:lnTo>
                  <a:lnTo>
                    <a:pt x="72834" y="85407"/>
                  </a:lnTo>
                  <a:lnTo>
                    <a:pt x="76822" y="90055"/>
                  </a:lnTo>
                  <a:lnTo>
                    <a:pt x="76822" y="85674"/>
                  </a:lnTo>
                  <a:lnTo>
                    <a:pt x="63347" y="69951"/>
                  </a:lnTo>
                  <a:lnTo>
                    <a:pt x="63347" y="74345"/>
                  </a:lnTo>
                  <a:lnTo>
                    <a:pt x="62953" y="74244"/>
                  </a:lnTo>
                  <a:lnTo>
                    <a:pt x="60337" y="74409"/>
                  </a:lnTo>
                  <a:lnTo>
                    <a:pt x="59715" y="74637"/>
                  </a:lnTo>
                  <a:lnTo>
                    <a:pt x="59842" y="73926"/>
                  </a:lnTo>
                  <a:lnTo>
                    <a:pt x="59766" y="72390"/>
                  </a:lnTo>
                  <a:lnTo>
                    <a:pt x="59690" y="70866"/>
                  </a:lnTo>
                  <a:lnTo>
                    <a:pt x="59359" y="69684"/>
                  </a:lnTo>
                  <a:lnTo>
                    <a:pt x="63347" y="74345"/>
                  </a:lnTo>
                  <a:lnTo>
                    <a:pt x="63347" y="69951"/>
                  </a:lnTo>
                  <a:lnTo>
                    <a:pt x="62865" y="69380"/>
                  </a:lnTo>
                  <a:lnTo>
                    <a:pt x="59334" y="65278"/>
                  </a:lnTo>
                  <a:lnTo>
                    <a:pt x="59334" y="69646"/>
                  </a:lnTo>
                  <a:lnTo>
                    <a:pt x="58864" y="69672"/>
                  </a:lnTo>
                  <a:lnTo>
                    <a:pt x="59118" y="69380"/>
                  </a:lnTo>
                  <a:lnTo>
                    <a:pt x="59334" y="69646"/>
                  </a:lnTo>
                  <a:lnTo>
                    <a:pt x="59334" y="65278"/>
                  </a:lnTo>
                  <a:lnTo>
                    <a:pt x="59118" y="65024"/>
                  </a:lnTo>
                  <a:lnTo>
                    <a:pt x="45173" y="81305"/>
                  </a:lnTo>
                  <a:lnTo>
                    <a:pt x="45173" y="90182"/>
                  </a:lnTo>
                  <a:lnTo>
                    <a:pt x="44602" y="90030"/>
                  </a:lnTo>
                  <a:lnTo>
                    <a:pt x="43294" y="90119"/>
                  </a:lnTo>
                  <a:lnTo>
                    <a:pt x="41986" y="90195"/>
                  </a:lnTo>
                  <a:lnTo>
                    <a:pt x="40957" y="90589"/>
                  </a:lnTo>
                  <a:lnTo>
                    <a:pt x="40957" y="91389"/>
                  </a:lnTo>
                  <a:lnTo>
                    <a:pt x="40614" y="90970"/>
                  </a:lnTo>
                  <a:lnTo>
                    <a:pt x="40932" y="90601"/>
                  </a:lnTo>
                  <a:lnTo>
                    <a:pt x="40957" y="91389"/>
                  </a:lnTo>
                  <a:lnTo>
                    <a:pt x="40957" y="90589"/>
                  </a:lnTo>
                  <a:lnTo>
                    <a:pt x="44932" y="85940"/>
                  </a:lnTo>
                  <a:lnTo>
                    <a:pt x="44843" y="86423"/>
                  </a:lnTo>
                  <a:lnTo>
                    <a:pt x="44996" y="89496"/>
                  </a:lnTo>
                  <a:lnTo>
                    <a:pt x="45173" y="90182"/>
                  </a:lnTo>
                  <a:lnTo>
                    <a:pt x="45173" y="81305"/>
                  </a:lnTo>
                  <a:lnTo>
                    <a:pt x="36880" y="90970"/>
                  </a:lnTo>
                  <a:lnTo>
                    <a:pt x="59118" y="116916"/>
                  </a:lnTo>
                  <a:lnTo>
                    <a:pt x="62865" y="112547"/>
                  </a:lnTo>
                  <a:lnTo>
                    <a:pt x="79806" y="92786"/>
                  </a:lnTo>
                  <a:lnTo>
                    <a:pt x="100507" y="116916"/>
                  </a:lnTo>
                  <a:lnTo>
                    <a:pt x="104254" y="112547"/>
                  </a:lnTo>
                  <a:lnTo>
                    <a:pt x="117652" y="96913"/>
                  </a:lnTo>
                  <a:lnTo>
                    <a:pt x="117652" y="92544"/>
                  </a:lnTo>
                  <a:lnTo>
                    <a:pt x="114884" y="95783"/>
                  </a:lnTo>
                  <a:lnTo>
                    <a:pt x="114985" y="95186"/>
                  </a:lnTo>
                  <a:lnTo>
                    <a:pt x="114846" y="92113"/>
                  </a:lnTo>
                  <a:lnTo>
                    <a:pt x="114642" y="91440"/>
                  </a:lnTo>
                  <a:lnTo>
                    <a:pt x="115265" y="91579"/>
                  </a:lnTo>
                  <a:lnTo>
                    <a:pt x="117652" y="91427"/>
                  </a:lnTo>
                  <a:lnTo>
                    <a:pt x="117652" y="89966"/>
                  </a:lnTo>
                  <a:lnTo>
                    <a:pt x="115189" y="90119"/>
                  </a:lnTo>
                  <a:lnTo>
                    <a:pt x="114566" y="90360"/>
                  </a:lnTo>
                  <a:lnTo>
                    <a:pt x="114706" y="89636"/>
                  </a:lnTo>
                  <a:lnTo>
                    <a:pt x="114630" y="88099"/>
                  </a:lnTo>
                  <a:lnTo>
                    <a:pt x="114554" y="86575"/>
                  </a:lnTo>
                  <a:lnTo>
                    <a:pt x="114287" y="85623"/>
                  </a:lnTo>
                  <a:lnTo>
                    <a:pt x="114287" y="96481"/>
                  </a:lnTo>
                  <a:lnTo>
                    <a:pt x="100507" y="112547"/>
                  </a:lnTo>
                  <a:lnTo>
                    <a:pt x="95707" y="106972"/>
                  </a:lnTo>
                  <a:lnTo>
                    <a:pt x="96786" y="107226"/>
                  </a:lnTo>
                  <a:lnTo>
                    <a:pt x="99415" y="107061"/>
                  </a:lnTo>
                  <a:lnTo>
                    <a:pt x="99987" y="106845"/>
                  </a:lnTo>
                  <a:lnTo>
                    <a:pt x="99872" y="107543"/>
                  </a:lnTo>
                  <a:lnTo>
                    <a:pt x="99936" y="109080"/>
                  </a:lnTo>
                  <a:lnTo>
                    <a:pt x="100012" y="110604"/>
                  </a:lnTo>
                  <a:lnTo>
                    <a:pt x="100355" y="111823"/>
                  </a:lnTo>
                  <a:lnTo>
                    <a:pt x="101041" y="111785"/>
                  </a:lnTo>
                  <a:lnTo>
                    <a:pt x="101257" y="110528"/>
                  </a:lnTo>
                  <a:lnTo>
                    <a:pt x="101117" y="107467"/>
                  </a:lnTo>
                  <a:lnTo>
                    <a:pt x="100914" y="106781"/>
                  </a:lnTo>
                  <a:lnTo>
                    <a:pt x="101536" y="106921"/>
                  </a:lnTo>
                  <a:lnTo>
                    <a:pt x="102844" y="106845"/>
                  </a:lnTo>
                  <a:lnTo>
                    <a:pt x="104152" y="106756"/>
                  </a:lnTo>
                  <a:lnTo>
                    <a:pt x="105219" y="106375"/>
                  </a:lnTo>
                  <a:lnTo>
                    <a:pt x="105168" y="105562"/>
                  </a:lnTo>
                  <a:lnTo>
                    <a:pt x="104089" y="105295"/>
                  </a:lnTo>
                  <a:lnTo>
                    <a:pt x="101460" y="105473"/>
                  </a:lnTo>
                  <a:lnTo>
                    <a:pt x="100850" y="105702"/>
                  </a:lnTo>
                  <a:lnTo>
                    <a:pt x="100977" y="104978"/>
                  </a:lnTo>
                  <a:lnTo>
                    <a:pt x="100901" y="103454"/>
                  </a:lnTo>
                  <a:lnTo>
                    <a:pt x="100825" y="101930"/>
                  </a:lnTo>
                  <a:lnTo>
                    <a:pt x="100495" y="100698"/>
                  </a:lnTo>
                  <a:lnTo>
                    <a:pt x="99809" y="100736"/>
                  </a:lnTo>
                  <a:lnTo>
                    <a:pt x="99580" y="101993"/>
                  </a:lnTo>
                  <a:lnTo>
                    <a:pt x="99733" y="105067"/>
                  </a:lnTo>
                  <a:lnTo>
                    <a:pt x="99910" y="105752"/>
                  </a:lnTo>
                  <a:lnTo>
                    <a:pt x="99339" y="105600"/>
                  </a:lnTo>
                  <a:lnTo>
                    <a:pt x="98031" y="105689"/>
                  </a:lnTo>
                  <a:lnTo>
                    <a:pt x="96723" y="105765"/>
                  </a:lnTo>
                  <a:lnTo>
                    <a:pt x="95656" y="106159"/>
                  </a:lnTo>
                  <a:lnTo>
                    <a:pt x="95694" y="106959"/>
                  </a:lnTo>
                  <a:lnTo>
                    <a:pt x="82359" y="91401"/>
                  </a:lnTo>
                  <a:lnTo>
                    <a:pt x="83439" y="91655"/>
                  </a:lnTo>
                  <a:lnTo>
                    <a:pt x="86067" y="91490"/>
                  </a:lnTo>
                  <a:lnTo>
                    <a:pt x="86639" y="91274"/>
                  </a:lnTo>
                  <a:lnTo>
                    <a:pt x="86525" y="91973"/>
                  </a:lnTo>
                  <a:lnTo>
                    <a:pt x="86601" y="93510"/>
                  </a:lnTo>
                  <a:lnTo>
                    <a:pt x="86664" y="95034"/>
                  </a:lnTo>
                  <a:lnTo>
                    <a:pt x="87007" y="96266"/>
                  </a:lnTo>
                  <a:lnTo>
                    <a:pt x="87693" y="96215"/>
                  </a:lnTo>
                  <a:lnTo>
                    <a:pt x="87909" y="94957"/>
                  </a:lnTo>
                  <a:lnTo>
                    <a:pt x="87769" y="91897"/>
                  </a:lnTo>
                  <a:lnTo>
                    <a:pt x="87579" y="91211"/>
                  </a:lnTo>
                  <a:lnTo>
                    <a:pt x="88188" y="91351"/>
                  </a:lnTo>
                  <a:lnTo>
                    <a:pt x="89496" y="91274"/>
                  </a:lnTo>
                  <a:lnTo>
                    <a:pt x="90805" y="91186"/>
                  </a:lnTo>
                  <a:lnTo>
                    <a:pt x="91871" y="90805"/>
                  </a:lnTo>
                  <a:lnTo>
                    <a:pt x="91821" y="89992"/>
                  </a:lnTo>
                  <a:lnTo>
                    <a:pt x="90741" y="89738"/>
                  </a:lnTo>
                  <a:lnTo>
                    <a:pt x="88125" y="89903"/>
                  </a:lnTo>
                  <a:lnTo>
                    <a:pt x="87503" y="90131"/>
                  </a:lnTo>
                  <a:lnTo>
                    <a:pt x="87630" y="89408"/>
                  </a:lnTo>
                  <a:lnTo>
                    <a:pt x="87553" y="87884"/>
                  </a:lnTo>
                  <a:lnTo>
                    <a:pt x="87490" y="86360"/>
                  </a:lnTo>
                  <a:lnTo>
                    <a:pt x="87147" y="85128"/>
                  </a:lnTo>
                  <a:lnTo>
                    <a:pt x="86995" y="85140"/>
                  </a:lnTo>
                  <a:lnTo>
                    <a:pt x="100012" y="69964"/>
                  </a:lnTo>
                  <a:lnTo>
                    <a:pt x="99834" y="70942"/>
                  </a:lnTo>
                  <a:lnTo>
                    <a:pt x="99987" y="74002"/>
                  </a:lnTo>
                  <a:lnTo>
                    <a:pt x="100164" y="74688"/>
                  </a:lnTo>
                  <a:lnTo>
                    <a:pt x="99593" y="74536"/>
                  </a:lnTo>
                  <a:lnTo>
                    <a:pt x="98285" y="74625"/>
                  </a:lnTo>
                  <a:lnTo>
                    <a:pt x="96977" y="74714"/>
                  </a:lnTo>
                  <a:lnTo>
                    <a:pt x="95910" y="75095"/>
                  </a:lnTo>
                  <a:lnTo>
                    <a:pt x="95961" y="75907"/>
                  </a:lnTo>
                  <a:lnTo>
                    <a:pt x="97040" y="76161"/>
                  </a:lnTo>
                  <a:lnTo>
                    <a:pt x="99669" y="75996"/>
                  </a:lnTo>
                  <a:lnTo>
                    <a:pt x="100241" y="75780"/>
                  </a:lnTo>
                  <a:lnTo>
                    <a:pt x="100126" y="76479"/>
                  </a:lnTo>
                  <a:lnTo>
                    <a:pt x="100203" y="78016"/>
                  </a:lnTo>
                  <a:lnTo>
                    <a:pt x="100266" y="79540"/>
                  </a:lnTo>
                  <a:lnTo>
                    <a:pt x="100609" y="80772"/>
                  </a:lnTo>
                  <a:lnTo>
                    <a:pt x="101295" y="80721"/>
                  </a:lnTo>
                  <a:lnTo>
                    <a:pt x="101511" y="79463"/>
                  </a:lnTo>
                  <a:lnTo>
                    <a:pt x="101371" y="76403"/>
                  </a:lnTo>
                  <a:lnTo>
                    <a:pt x="101180" y="75730"/>
                  </a:lnTo>
                  <a:lnTo>
                    <a:pt x="101790" y="75869"/>
                  </a:lnTo>
                  <a:lnTo>
                    <a:pt x="103098" y="75780"/>
                  </a:lnTo>
                  <a:lnTo>
                    <a:pt x="104406" y="75692"/>
                  </a:lnTo>
                  <a:lnTo>
                    <a:pt x="105473" y="75311"/>
                  </a:lnTo>
                  <a:lnTo>
                    <a:pt x="114198" y="85369"/>
                  </a:lnTo>
                  <a:lnTo>
                    <a:pt x="113525" y="85394"/>
                  </a:lnTo>
                  <a:lnTo>
                    <a:pt x="113309" y="86652"/>
                  </a:lnTo>
                  <a:lnTo>
                    <a:pt x="113461" y="89712"/>
                  </a:lnTo>
                  <a:lnTo>
                    <a:pt x="113639" y="90398"/>
                  </a:lnTo>
                  <a:lnTo>
                    <a:pt x="113055" y="90258"/>
                  </a:lnTo>
                  <a:lnTo>
                    <a:pt x="111747" y="90335"/>
                  </a:lnTo>
                  <a:lnTo>
                    <a:pt x="110439" y="90424"/>
                  </a:lnTo>
                  <a:lnTo>
                    <a:pt x="109385" y="90805"/>
                  </a:lnTo>
                  <a:lnTo>
                    <a:pt x="109423" y="91617"/>
                  </a:lnTo>
                  <a:lnTo>
                    <a:pt x="110502" y="91871"/>
                  </a:lnTo>
                  <a:lnTo>
                    <a:pt x="113131" y="91706"/>
                  </a:lnTo>
                  <a:lnTo>
                    <a:pt x="113715" y="91503"/>
                  </a:lnTo>
                  <a:lnTo>
                    <a:pt x="113588" y="92202"/>
                  </a:lnTo>
                  <a:lnTo>
                    <a:pt x="113665" y="93726"/>
                  </a:lnTo>
                  <a:lnTo>
                    <a:pt x="113741" y="95262"/>
                  </a:lnTo>
                  <a:lnTo>
                    <a:pt x="114071" y="96481"/>
                  </a:lnTo>
                  <a:lnTo>
                    <a:pt x="114287" y="96481"/>
                  </a:lnTo>
                  <a:lnTo>
                    <a:pt x="114287" y="85623"/>
                  </a:lnTo>
                  <a:lnTo>
                    <a:pt x="114223" y="85394"/>
                  </a:lnTo>
                  <a:lnTo>
                    <a:pt x="117652" y="89382"/>
                  </a:lnTo>
                  <a:lnTo>
                    <a:pt x="117652" y="85013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10570934" y="6669081"/>
              <a:ext cx="118110" cy="83820"/>
            </a:xfrm>
            <a:custGeom>
              <a:avLst/>
              <a:gdLst/>
              <a:ahLst/>
              <a:cxnLst/>
              <a:rect l="l" t="t" r="r" b="b"/>
              <a:pathLst>
                <a:path w="118109" h="83820">
                  <a:moveTo>
                    <a:pt x="1828" y="72961"/>
                  </a:moveTo>
                  <a:lnTo>
                    <a:pt x="1790" y="72148"/>
                  </a:lnTo>
                  <a:lnTo>
                    <a:pt x="711" y="71894"/>
                  </a:lnTo>
                  <a:lnTo>
                    <a:pt x="0" y="71932"/>
                  </a:lnTo>
                  <a:lnTo>
                    <a:pt x="0" y="73393"/>
                  </a:lnTo>
                  <a:lnTo>
                    <a:pt x="774" y="73342"/>
                  </a:lnTo>
                  <a:lnTo>
                    <a:pt x="1828" y="72961"/>
                  </a:lnTo>
                  <a:close/>
                </a:path>
                <a:path w="118109" h="83820">
                  <a:moveTo>
                    <a:pt x="22440" y="41351"/>
                  </a:moveTo>
                  <a:lnTo>
                    <a:pt x="22390" y="40538"/>
                  </a:lnTo>
                  <a:lnTo>
                    <a:pt x="21323" y="40284"/>
                  </a:lnTo>
                  <a:lnTo>
                    <a:pt x="18694" y="40449"/>
                  </a:lnTo>
                  <a:lnTo>
                    <a:pt x="17640" y="40843"/>
                  </a:lnTo>
                  <a:lnTo>
                    <a:pt x="17653" y="41249"/>
                  </a:lnTo>
                  <a:lnTo>
                    <a:pt x="17310" y="41275"/>
                  </a:lnTo>
                  <a:lnTo>
                    <a:pt x="17094" y="42532"/>
                  </a:lnTo>
                  <a:lnTo>
                    <a:pt x="17170" y="44056"/>
                  </a:lnTo>
                  <a:lnTo>
                    <a:pt x="17233" y="45580"/>
                  </a:lnTo>
                  <a:lnTo>
                    <a:pt x="17576" y="46812"/>
                  </a:lnTo>
                  <a:lnTo>
                    <a:pt x="18262" y="46774"/>
                  </a:lnTo>
                  <a:lnTo>
                    <a:pt x="18478" y="45516"/>
                  </a:lnTo>
                  <a:lnTo>
                    <a:pt x="18338" y="42443"/>
                  </a:lnTo>
                  <a:lnTo>
                    <a:pt x="18148" y="41770"/>
                  </a:lnTo>
                  <a:lnTo>
                    <a:pt x="18757" y="41910"/>
                  </a:lnTo>
                  <a:lnTo>
                    <a:pt x="20066" y="41821"/>
                  </a:lnTo>
                  <a:lnTo>
                    <a:pt x="21374" y="41732"/>
                  </a:lnTo>
                  <a:lnTo>
                    <a:pt x="22440" y="41351"/>
                  </a:lnTo>
                  <a:close/>
                </a:path>
                <a:path w="118109" h="83820">
                  <a:moveTo>
                    <a:pt x="22694" y="10287"/>
                  </a:moveTo>
                  <a:lnTo>
                    <a:pt x="22644" y="9486"/>
                  </a:lnTo>
                  <a:lnTo>
                    <a:pt x="21577" y="9220"/>
                  </a:lnTo>
                  <a:lnTo>
                    <a:pt x="18948" y="9385"/>
                  </a:lnTo>
                  <a:lnTo>
                    <a:pt x="18326" y="9626"/>
                  </a:lnTo>
                  <a:lnTo>
                    <a:pt x="18453" y="8902"/>
                  </a:lnTo>
                  <a:lnTo>
                    <a:pt x="18376" y="7366"/>
                  </a:lnTo>
                  <a:lnTo>
                    <a:pt x="18313" y="5842"/>
                  </a:lnTo>
                  <a:lnTo>
                    <a:pt x="17970" y="4622"/>
                  </a:lnTo>
                  <a:lnTo>
                    <a:pt x="17284" y="4660"/>
                  </a:lnTo>
                  <a:lnTo>
                    <a:pt x="17056" y="5918"/>
                  </a:lnTo>
                  <a:lnTo>
                    <a:pt x="17208" y="8978"/>
                  </a:lnTo>
                  <a:lnTo>
                    <a:pt x="17386" y="9664"/>
                  </a:lnTo>
                  <a:lnTo>
                    <a:pt x="16814" y="9525"/>
                  </a:lnTo>
                  <a:lnTo>
                    <a:pt x="15506" y="9601"/>
                  </a:lnTo>
                  <a:lnTo>
                    <a:pt x="14198" y="9690"/>
                  </a:lnTo>
                  <a:lnTo>
                    <a:pt x="13144" y="10071"/>
                  </a:lnTo>
                  <a:lnTo>
                    <a:pt x="13182" y="10883"/>
                  </a:lnTo>
                  <a:lnTo>
                    <a:pt x="14262" y="11150"/>
                  </a:lnTo>
                  <a:lnTo>
                    <a:pt x="16891" y="10972"/>
                  </a:lnTo>
                  <a:lnTo>
                    <a:pt x="17462" y="10769"/>
                  </a:lnTo>
                  <a:lnTo>
                    <a:pt x="17348" y="11468"/>
                  </a:lnTo>
                  <a:lnTo>
                    <a:pt x="17424" y="12992"/>
                  </a:lnTo>
                  <a:lnTo>
                    <a:pt x="17487" y="14528"/>
                  </a:lnTo>
                  <a:lnTo>
                    <a:pt x="17830" y="15748"/>
                  </a:lnTo>
                  <a:lnTo>
                    <a:pt x="18516" y="15709"/>
                  </a:lnTo>
                  <a:lnTo>
                    <a:pt x="18745" y="14452"/>
                  </a:lnTo>
                  <a:lnTo>
                    <a:pt x="18592" y="11379"/>
                  </a:lnTo>
                  <a:lnTo>
                    <a:pt x="18402" y="10706"/>
                  </a:lnTo>
                  <a:lnTo>
                    <a:pt x="19011" y="10845"/>
                  </a:lnTo>
                  <a:lnTo>
                    <a:pt x="20320" y="10756"/>
                  </a:lnTo>
                  <a:lnTo>
                    <a:pt x="21640" y="10680"/>
                  </a:lnTo>
                  <a:lnTo>
                    <a:pt x="22694" y="10287"/>
                  </a:lnTo>
                  <a:close/>
                </a:path>
                <a:path w="118109" h="83820">
                  <a:moveTo>
                    <a:pt x="36156" y="26009"/>
                  </a:moveTo>
                  <a:lnTo>
                    <a:pt x="36118" y="25196"/>
                  </a:lnTo>
                  <a:lnTo>
                    <a:pt x="35039" y="24930"/>
                  </a:lnTo>
                  <a:lnTo>
                    <a:pt x="32410" y="25107"/>
                  </a:lnTo>
                  <a:lnTo>
                    <a:pt x="31800" y="25336"/>
                  </a:lnTo>
                  <a:lnTo>
                    <a:pt x="31927" y="24612"/>
                  </a:lnTo>
                  <a:lnTo>
                    <a:pt x="31851" y="23088"/>
                  </a:lnTo>
                  <a:lnTo>
                    <a:pt x="31775" y="21551"/>
                  </a:lnTo>
                  <a:lnTo>
                    <a:pt x="31445" y="20332"/>
                  </a:lnTo>
                  <a:lnTo>
                    <a:pt x="30759" y="20370"/>
                  </a:lnTo>
                  <a:lnTo>
                    <a:pt x="30530" y="21628"/>
                  </a:lnTo>
                  <a:lnTo>
                    <a:pt x="30683" y="24701"/>
                  </a:lnTo>
                  <a:lnTo>
                    <a:pt x="30861" y="25387"/>
                  </a:lnTo>
                  <a:lnTo>
                    <a:pt x="30289" y="25234"/>
                  </a:lnTo>
                  <a:lnTo>
                    <a:pt x="28981" y="25323"/>
                  </a:lnTo>
                  <a:lnTo>
                    <a:pt x="27660" y="25400"/>
                  </a:lnTo>
                  <a:lnTo>
                    <a:pt x="26606" y="25793"/>
                  </a:lnTo>
                  <a:lnTo>
                    <a:pt x="26657" y="26593"/>
                  </a:lnTo>
                  <a:lnTo>
                    <a:pt x="27724" y="26860"/>
                  </a:lnTo>
                  <a:lnTo>
                    <a:pt x="30353" y="26695"/>
                  </a:lnTo>
                  <a:lnTo>
                    <a:pt x="30937" y="26479"/>
                  </a:lnTo>
                  <a:lnTo>
                    <a:pt x="30822" y="27178"/>
                  </a:lnTo>
                  <a:lnTo>
                    <a:pt x="30886" y="28714"/>
                  </a:lnTo>
                  <a:lnTo>
                    <a:pt x="30962" y="30238"/>
                  </a:lnTo>
                  <a:lnTo>
                    <a:pt x="31305" y="31457"/>
                  </a:lnTo>
                  <a:lnTo>
                    <a:pt x="31991" y="31419"/>
                  </a:lnTo>
                  <a:lnTo>
                    <a:pt x="32207" y="30162"/>
                  </a:lnTo>
                  <a:lnTo>
                    <a:pt x="32067" y="27101"/>
                  </a:lnTo>
                  <a:lnTo>
                    <a:pt x="31864" y="26416"/>
                  </a:lnTo>
                  <a:lnTo>
                    <a:pt x="32486" y="26555"/>
                  </a:lnTo>
                  <a:lnTo>
                    <a:pt x="33794" y="26479"/>
                  </a:lnTo>
                  <a:lnTo>
                    <a:pt x="35102" y="26390"/>
                  </a:lnTo>
                  <a:lnTo>
                    <a:pt x="36156" y="26009"/>
                  </a:lnTo>
                  <a:close/>
                </a:path>
                <a:path w="118109" h="83820">
                  <a:moveTo>
                    <a:pt x="102057" y="57556"/>
                  </a:moveTo>
                  <a:lnTo>
                    <a:pt x="98310" y="53200"/>
                  </a:lnTo>
                  <a:lnTo>
                    <a:pt x="98310" y="57556"/>
                  </a:lnTo>
                  <a:lnTo>
                    <a:pt x="94170" y="62382"/>
                  </a:lnTo>
                  <a:lnTo>
                    <a:pt x="94284" y="61772"/>
                  </a:lnTo>
                  <a:lnTo>
                    <a:pt x="94132" y="58699"/>
                  </a:lnTo>
                  <a:lnTo>
                    <a:pt x="93941" y="58013"/>
                  </a:lnTo>
                  <a:lnTo>
                    <a:pt x="94564" y="58166"/>
                  </a:lnTo>
                  <a:lnTo>
                    <a:pt x="95872" y="58077"/>
                  </a:lnTo>
                  <a:lnTo>
                    <a:pt x="97180" y="58000"/>
                  </a:lnTo>
                  <a:lnTo>
                    <a:pt x="98234" y="57607"/>
                  </a:lnTo>
                  <a:lnTo>
                    <a:pt x="98221" y="57467"/>
                  </a:lnTo>
                  <a:lnTo>
                    <a:pt x="98310" y="53200"/>
                  </a:lnTo>
                  <a:lnTo>
                    <a:pt x="97523" y="52273"/>
                  </a:lnTo>
                  <a:lnTo>
                    <a:pt x="97523" y="56642"/>
                  </a:lnTo>
                  <a:lnTo>
                    <a:pt x="97116" y="56540"/>
                  </a:lnTo>
                  <a:lnTo>
                    <a:pt x="94488" y="56705"/>
                  </a:lnTo>
                  <a:lnTo>
                    <a:pt x="93865" y="56946"/>
                  </a:lnTo>
                  <a:lnTo>
                    <a:pt x="93992" y="56222"/>
                  </a:lnTo>
                  <a:lnTo>
                    <a:pt x="93929" y="54698"/>
                  </a:lnTo>
                  <a:lnTo>
                    <a:pt x="93853" y="53162"/>
                  </a:lnTo>
                  <a:lnTo>
                    <a:pt x="93586" y="52235"/>
                  </a:lnTo>
                  <a:lnTo>
                    <a:pt x="93586" y="63068"/>
                  </a:lnTo>
                  <a:lnTo>
                    <a:pt x="79806" y="79133"/>
                  </a:lnTo>
                  <a:lnTo>
                    <a:pt x="75006" y="73558"/>
                  </a:lnTo>
                  <a:lnTo>
                    <a:pt x="76073" y="73812"/>
                  </a:lnTo>
                  <a:lnTo>
                    <a:pt x="78701" y="73647"/>
                  </a:lnTo>
                  <a:lnTo>
                    <a:pt x="79286" y="73431"/>
                  </a:lnTo>
                  <a:lnTo>
                    <a:pt x="79159" y="74129"/>
                  </a:lnTo>
                  <a:lnTo>
                    <a:pt x="79235" y="75666"/>
                  </a:lnTo>
                  <a:lnTo>
                    <a:pt x="79311" y="77190"/>
                  </a:lnTo>
                  <a:lnTo>
                    <a:pt x="79641" y="78422"/>
                  </a:lnTo>
                  <a:lnTo>
                    <a:pt x="80340" y="78371"/>
                  </a:lnTo>
                  <a:lnTo>
                    <a:pt x="80556" y="77114"/>
                  </a:lnTo>
                  <a:lnTo>
                    <a:pt x="80416" y="74053"/>
                  </a:lnTo>
                  <a:lnTo>
                    <a:pt x="80213" y="73367"/>
                  </a:lnTo>
                  <a:lnTo>
                    <a:pt x="80835" y="73507"/>
                  </a:lnTo>
                  <a:lnTo>
                    <a:pt x="82143" y="73431"/>
                  </a:lnTo>
                  <a:lnTo>
                    <a:pt x="83451" y="73342"/>
                  </a:lnTo>
                  <a:lnTo>
                    <a:pt x="84505" y="72961"/>
                  </a:lnTo>
                  <a:lnTo>
                    <a:pt x="84467" y="72148"/>
                  </a:lnTo>
                  <a:lnTo>
                    <a:pt x="83388" y="71894"/>
                  </a:lnTo>
                  <a:lnTo>
                    <a:pt x="80759" y="72059"/>
                  </a:lnTo>
                  <a:lnTo>
                    <a:pt x="80137" y="72288"/>
                  </a:lnTo>
                  <a:lnTo>
                    <a:pt x="80276" y="71564"/>
                  </a:lnTo>
                  <a:lnTo>
                    <a:pt x="80200" y="70040"/>
                  </a:lnTo>
                  <a:lnTo>
                    <a:pt x="80124" y="68516"/>
                  </a:lnTo>
                  <a:lnTo>
                    <a:pt x="79794" y="67284"/>
                  </a:lnTo>
                  <a:lnTo>
                    <a:pt x="79095" y="67335"/>
                  </a:lnTo>
                  <a:lnTo>
                    <a:pt x="78879" y="68580"/>
                  </a:lnTo>
                  <a:lnTo>
                    <a:pt x="79032" y="71653"/>
                  </a:lnTo>
                  <a:lnTo>
                    <a:pt x="79209" y="72339"/>
                  </a:lnTo>
                  <a:lnTo>
                    <a:pt x="78625" y="72186"/>
                  </a:lnTo>
                  <a:lnTo>
                    <a:pt x="77317" y="72275"/>
                  </a:lnTo>
                  <a:lnTo>
                    <a:pt x="76009" y="72351"/>
                  </a:lnTo>
                  <a:lnTo>
                    <a:pt x="74955" y="72745"/>
                  </a:lnTo>
                  <a:lnTo>
                    <a:pt x="74980" y="73533"/>
                  </a:lnTo>
                  <a:lnTo>
                    <a:pt x="61671" y="58000"/>
                  </a:lnTo>
                  <a:lnTo>
                    <a:pt x="62725" y="58242"/>
                  </a:lnTo>
                  <a:lnTo>
                    <a:pt x="65354" y="58077"/>
                  </a:lnTo>
                  <a:lnTo>
                    <a:pt x="65938" y="57873"/>
                  </a:lnTo>
                  <a:lnTo>
                    <a:pt x="65811" y="58572"/>
                  </a:lnTo>
                  <a:lnTo>
                    <a:pt x="65887" y="60096"/>
                  </a:lnTo>
                  <a:lnTo>
                    <a:pt x="65963" y="61620"/>
                  </a:lnTo>
                  <a:lnTo>
                    <a:pt x="66294" y="62852"/>
                  </a:lnTo>
                  <a:lnTo>
                    <a:pt x="66992" y="62801"/>
                  </a:lnTo>
                  <a:lnTo>
                    <a:pt x="67208" y="61556"/>
                  </a:lnTo>
                  <a:lnTo>
                    <a:pt x="67068" y="58483"/>
                  </a:lnTo>
                  <a:lnTo>
                    <a:pt x="66878" y="57810"/>
                  </a:lnTo>
                  <a:lnTo>
                    <a:pt x="67487" y="57950"/>
                  </a:lnTo>
                  <a:lnTo>
                    <a:pt x="68795" y="57861"/>
                  </a:lnTo>
                  <a:lnTo>
                    <a:pt x="70104" y="57772"/>
                  </a:lnTo>
                  <a:lnTo>
                    <a:pt x="71158" y="57391"/>
                  </a:lnTo>
                  <a:lnTo>
                    <a:pt x="71120" y="56578"/>
                  </a:lnTo>
                  <a:lnTo>
                    <a:pt x="70040" y="56324"/>
                  </a:lnTo>
                  <a:lnTo>
                    <a:pt x="67411" y="56489"/>
                  </a:lnTo>
                  <a:lnTo>
                    <a:pt x="66789" y="56730"/>
                  </a:lnTo>
                  <a:lnTo>
                    <a:pt x="66929" y="56007"/>
                  </a:lnTo>
                  <a:lnTo>
                    <a:pt x="66852" y="54470"/>
                  </a:lnTo>
                  <a:lnTo>
                    <a:pt x="66776" y="52946"/>
                  </a:lnTo>
                  <a:lnTo>
                    <a:pt x="66446" y="51714"/>
                  </a:lnTo>
                  <a:lnTo>
                    <a:pt x="66294" y="51727"/>
                  </a:lnTo>
                  <a:lnTo>
                    <a:pt x="79286" y="36576"/>
                  </a:lnTo>
                  <a:lnTo>
                    <a:pt x="79133" y="37528"/>
                  </a:lnTo>
                  <a:lnTo>
                    <a:pt x="79286" y="40589"/>
                  </a:lnTo>
                  <a:lnTo>
                    <a:pt x="79463" y="41275"/>
                  </a:lnTo>
                  <a:lnTo>
                    <a:pt x="78892" y="41135"/>
                  </a:lnTo>
                  <a:lnTo>
                    <a:pt x="77571" y="41211"/>
                  </a:lnTo>
                  <a:lnTo>
                    <a:pt x="76263" y="41300"/>
                  </a:lnTo>
                  <a:lnTo>
                    <a:pt x="75209" y="41681"/>
                  </a:lnTo>
                  <a:lnTo>
                    <a:pt x="75247" y="42494"/>
                  </a:lnTo>
                  <a:lnTo>
                    <a:pt x="76327" y="42748"/>
                  </a:lnTo>
                  <a:lnTo>
                    <a:pt x="78955" y="42583"/>
                  </a:lnTo>
                  <a:lnTo>
                    <a:pt x="79540" y="42379"/>
                  </a:lnTo>
                  <a:lnTo>
                    <a:pt x="79413" y="43078"/>
                  </a:lnTo>
                  <a:lnTo>
                    <a:pt x="79489" y="44602"/>
                  </a:lnTo>
                  <a:lnTo>
                    <a:pt x="79565" y="46126"/>
                  </a:lnTo>
                  <a:lnTo>
                    <a:pt x="79895" y="47358"/>
                  </a:lnTo>
                  <a:lnTo>
                    <a:pt x="80594" y="47320"/>
                  </a:lnTo>
                  <a:lnTo>
                    <a:pt x="80810" y="46062"/>
                  </a:lnTo>
                  <a:lnTo>
                    <a:pt x="80670" y="42989"/>
                  </a:lnTo>
                  <a:lnTo>
                    <a:pt x="80467" y="42316"/>
                  </a:lnTo>
                  <a:lnTo>
                    <a:pt x="81089" y="42456"/>
                  </a:lnTo>
                  <a:lnTo>
                    <a:pt x="82397" y="42367"/>
                  </a:lnTo>
                  <a:lnTo>
                    <a:pt x="83705" y="42291"/>
                  </a:lnTo>
                  <a:lnTo>
                    <a:pt x="84759" y="41897"/>
                  </a:lnTo>
                  <a:lnTo>
                    <a:pt x="84747" y="41770"/>
                  </a:lnTo>
                  <a:lnTo>
                    <a:pt x="93497" y="51955"/>
                  </a:lnTo>
                  <a:lnTo>
                    <a:pt x="92824" y="51981"/>
                  </a:lnTo>
                  <a:lnTo>
                    <a:pt x="92608" y="53238"/>
                  </a:lnTo>
                  <a:lnTo>
                    <a:pt x="92748" y="56311"/>
                  </a:lnTo>
                  <a:lnTo>
                    <a:pt x="92925" y="56984"/>
                  </a:lnTo>
                  <a:lnTo>
                    <a:pt x="92354" y="56845"/>
                  </a:lnTo>
                  <a:lnTo>
                    <a:pt x="91046" y="56921"/>
                  </a:lnTo>
                  <a:lnTo>
                    <a:pt x="89738" y="57010"/>
                  </a:lnTo>
                  <a:lnTo>
                    <a:pt x="88684" y="57404"/>
                  </a:lnTo>
                  <a:lnTo>
                    <a:pt x="88722" y="58204"/>
                  </a:lnTo>
                  <a:lnTo>
                    <a:pt x="89801" y="58470"/>
                  </a:lnTo>
                  <a:lnTo>
                    <a:pt x="92430" y="58293"/>
                  </a:lnTo>
                  <a:lnTo>
                    <a:pt x="93002" y="58089"/>
                  </a:lnTo>
                  <a:lnTo>
                    <a:pt x="92887" y="58788"/>
                  </a:lnTo>
                  <a:lnTo>
                    <a:pt x="92964" y="60312"/>
                  </a:lnTo>
                  <a:lnTo>
                    <a:pt x="93040" y="61849"/>
                  </a:lnTo>
                  <a:lnTo>
                    <a:pt x="93370" y="63068"/>
                  </a:lnTo>
                  <a:lnTo>
                    <a:pt x="93586" y="63068"/>
                  </a:lnTo>
                  <a:lnTo>
                    <a:pt x="93586" y="52235"/>
                  </a:lnTo>
                  <a:lnTo>
                    <a:pt x="93510" y="51968"/>
                  </a:lnTo>
                  <a:lnTo>
                    <a:pt x="97523" y="56642"/>
                  </a:lnTo>
                  <a:lnTo>
                    <a:pt x="97523" y="52273"/>
                  </a:lnTo>
                  <a:lnTo>
                    <a:pt x="84023" y="36537"/>
                  </a:lnTo>
                  <a:lnTo>
                    <a:pt x="84023" y="40932"/>
                  </a:lnTo>
                  <a:lnTo>
                    <a:pt x="83642" y="40830"/>
                  </a:lnTo>
                  <a:lnTo>
                    <a:pt x="81013" y="40995"/>
                  </a:lnTo>
                  <a:lnTo>
                    <a:pt x="80391" y="41236"/>
                  </a:lnTo>
                  <a:lnTo>
                    <a:pt x="80530" y="40513"/>
                  </a:lnTo>
                  <a:lnTo>
                    <a:pt x="80454" y="38976"/>
                  </a:lnTo>
                  <a:lnTo>
                    <a:pt x="80378" y="37452"/>
                  </a:lnTo>
                  <a:lnTo>
                    <a:pt x="80048" y="36283"/>
                  </a:lnTo>
                  <a:lnTo>
                    <a:pt x="84023" y="40932"/>
                  </a:lnTo>
                  <a:lnTo>
                    <a:pt x="84023" y="36537"/>
                  </a:lnTo>
                  <a:lnTo>
                    <a:pt x="83553" y="35979"/>
                  </a:lnTo>
                  <a:lnTo>
                    <a:pt x="80022" y="31864"/>
                  </a:lnTo>
                  <a:lnTo>
                    <a:pt x="80022" y="36245"/>
                  </a:lnTo>
                  <a:lnTo>
                    <a:pt x="79565" y="36271"/>
                  </a:lnTo>
                  <a:lnTo>
                    <a:pt x="79806" y="35979"/>
                  </a:lnTo>
                  <a:lnTo>
                    <a:pt x="80022" y="36245"/>
                  </a:lnTo>
                  <a:lnTo>
                    <a:pt x="80022" y="31864"/>
                  </a:lnTo>
                  <a:lnTo>
                    <a:pt x="79806" y="31610"/>
                  </a:lnTo>
                  <a:lnTo>
                    <a:pt x="65862" y="47879"/>
                  </a:lnTo>
                  <a:lnTo>
                    <a:pt x="65862" y="56769"/>
                  </a:lnTo>
                  <a:lnTo>
                    <a:pt x="65290" y="56616"/>
                  </a:lnTo>
                  <a:lnTo>
                    <a:pt x="63969" y="56705"/>
                  </a:lnTo>
                  <a:lnTo>
                    <a:pt x="62661" y="56794"/>
                  </a:lnTo>
                  <a:lnTo>
                    <a:pt x="61633" y="57175"/>
                  </a:lnTo>
                  <a:lnTo>
                    <a:pt x="61633" y="57962"/>
                  </a:lnTo>
                  <a:lnTo>
                    <a:pt x="61302" y="57556"/>
                  </a:lnTo>
                  <a:lnTo>
                    <a:pt x="61607" y="57200"/>
                  </a:lnTo>
                  <a:lnTo>
                    <a:pt x="61633" y="57962"/>
                  </a:lnTo>
                  <a:lnTo>
                    <a:pt x="61633" y="57175"/>
                  </a:lnTo>
                  <a:lnTo>
                    <a:pt x="65608" y="52527"/>
                  </a:lnTo>
                  <a:lnTo>
                    <a:pt x="65532" y="53022"/>
                  </a:lnTo>
                  <a:lnTo>
                    <a:pt x="65684" y="56083"/>
                  </a:lnTo>
                  <a:lnTo>
                    <a:pt x="65862" y="56769"/>
                  </a:lnTo>
                  <a:lnTo>
                    <a:pt x="65862" y="47879"/>
                  </a:lnTo>
                  <a:lnTo>
                    <a:pt x="58839" y="56070"/>
                  </a:lnTo>
                  <a:lnTo>
                    <a:pt x="56375" y="53200"/>
                  </a:lnTo>
                  <a:lnTo>
                    <a:pt x="56375" y="57556"/>
                  </a:lnTo>
                  <a:lnTo>
                    <a:pt x="52235" y="62382"/>
                  </a:lnTo>
                  <a:lnTo>
                    <a:pt x="52349" y="61772"/>
                  </a:lnTo>
                  <a:lnTo>
                    <a:pt x="52209" y="58699"/>
                  </a:lnTo>
                  <a:lnTo>
                    <a:pt x="52019" y="58026"/>
                  </a:lnTo>
                  <a:lnTo>
                    <a:pt x="52628" y="58166"/>
                  </a:lnTo>
                  <a:lnTo>
                    <a:pt x="53936" y="58077"/>
                  </a:lnTo>
                  <a:lnTo>
                    <a:pt x="55245" y="58000"/>
                  </a:lnTo>
                  <a:lnTo>
                    <a:pt x="56311" y="57607"/>
                  </a:lnTo>
                  <a:lnTo>
                    <a:pt x="56299" y="57480"/>
                  </a:lnTo>
                  <a:lnTo>
                    <a:pt x="56375" y="53200"/>
                  </a:lnTo>
                  <a:lnTo>
                    <a:pt x="55575" y="52273"/>
                  </a:lnTo>
                  <a:lnTo>
                    <a:pt x="55575" y="56642"/>
                  </a:lnTo>
                  <a:lnTo>
                    <a:pt x="55181" y="56540"/>
                  </a:lnTo>
                  <a:lnTo>
                    <a:pt x="52565" y="56705"/>
                  </a:lnTo>
                  <a:lnTo>
                    <a:pt x="51943" y="56946"/>
                  </a:lnTo>
                  <a:lnTo>
                    <a:pt x="52070" y="56222"/>
                  </a:lnTo>
                  <a:lnTo>
                    <a:pt x="51993" y="54698"/>
                  </a:lnTo>
                  <a:lnTo>
                    <a:pt x="51930" y="53162"/>
                  </a:lnTo>
                  <a:lnTo>
                    <a:pt x="51650" y="52222"/>
                  </a:lnTo>
                  <a:lnTo>
                    <a:pt x="51650" y="63068"/>
                  </a:lnTo>
                  <a:lnTo>
                    <a:pt x="37871" y="79133"/>
                  </a:lnTo>
                  <a:lnTo>
                    <a:pt x="33070" y="73558"/>
                  </a:lnTo>
                  <a:lnTo>
                    <a:pt x="34150" y="73812"/>
                  </a:lnTo>
                  <a:lnTo>
                    <a:pt x="36779" y="73647"/>
                  </a:lnTo>
                  <a:lnTo>
                    <a:pt x="37350" y="73431"/>
                  </a:lnTo>
                  <a:lnTo>
                    <a:pt x="37236" y="74129"/>
                  </a:lnTo>
                  <a:lnTo>
                    <a:pt x="37312" y="75666"/>
                  </a:lnTo>
                  <a:lnTo>
                    <a:pt x="37388" y="77190"/>
                  </a:lnTo>
                  <a:lnTo>
                    <a:pt x="37719" y="78422"/>
                  </a:lnTo>
                  <a:lnTo>
                    <a:pt x="38404" y="78371"/>
                  </a:lnTo>
                  <a:lnTo>
                    <a:pt x="38633" y="77114"/>
                  </a:lnTo>
                  <a:lnTo>
                    <a:pt x="38481" y="74053"/>
                  </a:lnTo>
                  <a:lnTo>
                    <a:pt x="38290" y="73367"/>
                  </a:lnTo>
                  <a:lnTo>
                    <a:pt x="38900" y="73507"/>
                  </a:lnTo>
                  <a:lnTo>
                    <a:pt x="40220" y="73431"/>
                  </a:lnTo>
                  <a:lnTo>
                    <a:pt x="41529" y="73342"/>
                  </a:lnTo>
                  <a:lnTo>
                    <a:pt x="42583" y="72961"/>
                  </a:lnTo>
                  <a:lnTo>
                    <a:pt x="42545" y="72148"/>
                  </a:lnTo>
                  <a:lnTo>
                    <a:pt x="41465" y="71894"/>
                  </a:lnTo>
                  <a:lnTo>
                    <a:pt x="38836" y="72059"/>
                  </a:lnTo>
                  <a:lnTo>
                    <a:pt x="38214" y="72288"/>
                  </a:lnTo>
                  <a:lnTo>
                    <a:pt x="38341" y="71564"/>
                  </a:lnTo>
                  <a:lnTo>
                    <a:pt x="38277" y="70040"/>
                  </a:lnTo>
                  <a:lnTo>
                    <a:pt x="38201" y="68516"/>
                  </a:lnTo>
                  <a:lnTo>
                    <a:pt x="37858" y="67284"/>
                  </a:lnTo>
                  <a:lnTo>
                    <a:pt x="37172" y="67335"/>
                  </a:lnTo>
                  <a:lnTo>
                    <a:pt x="36957" y="68580"/>
                  </a:lnTo>
                  <a:lnTo>
                    <a:pt x="37096" y="71653"/>
                  </a:lnTo>
                  <a:lnTo>
                    <a:pt x="37274" y="72339"/>
                  </a:lnTo>
                  <a:lnTo>
                    <a:pt x="36703" y="72186"/>
                  </a:lnTo>
                  <a:lnTo>
                    <a:pt x="35394" y="72275"/>
                  </a:lnTo>
                  <a:lnTo>
                    <a:pt x="34086" y="72351"/>
                  </a:lnTo>
                  <a:lnTo>
                    <a:pt x="33032" y="72745"/>
                  </a:lnTo>
                  <a:lnTo>
                    <a:pt x="33058" y="73545"/>
                  </a:lnTo>
                  <a:lnTo>
                    <a:pt x="19748" y="58000"/>
                  </a:lnTo>
                  <a:lnTo>
                    <a:pt x="20802" y="58242"/>
                  </a:lnTo>
                  <a:lnTo>
                    <a:pt x="23431" y="58077"/>
                  </a:lnTo>
                  <a:lnTo>
                    <a:pt x="24015" y="57873"/>
                  </a:lnTo>
                  <a:lnTo>
                    <a:pt x="23888" y="58572"/>
                  </a:lnTo>
                  <a:lnTo>
                    <a:pt x="23964" y="60096"/>
                  </a:lnTo>
                  <a:lnTo>
                    <a:pt x="24041" y="61620"/>
                  </a:lnTo>
                  <a:lnTo>
                    <a:pt x="24371" y="62852"/>
                  </a:lnTo>
                  <a:lnTo>
                    <a:pt x="25069" y="62801"/>
                  </a:lnTo>
                  <a:lnTo>
                    <a:pt x="25285" y="61556"/>
                  </a:lnTo>
                  <a:lnTo>
                    <a:pt x="25133" y="58483"/>
                  </a:lnTo>
                  <a:lnTo>
                    <a:pt x="24942" y="57810"/>
                  </a:lnTo>
                  <a:lnTo>
                    <a:pt x="25565" y="57950"/>
                  </a:lnTo>
                  <a:lnTo>
                    <a:pt x="26873" y="57861"/>
                  </a:lnTo>
                  <a:lnTo>
                    <a:pt x="28181" y="57772"/>
                  </a:lnTo>
                  <a:lnTo>
                    <a:pt x="29235" y="57391"/>
                  </a:lnTo>
                  <a:lnTo>
                    <a:pt x="29197" y="56578"/>
                  </a:lnTo>
                  <a:lnTo>
                    <a:pt x="28117" y="56324"/>
                  </a:lnTo>
                  <a:lnTo>
                    <a:pt x="25488" y="56489"/>
                  </a:lnTo>
                  <a:lnTo>
                    <a:pt x="24866" y="56730"/>
                  </a:lnTo>
                  <a:lnTo>
                    <a:pt x="24993" y="56007"/>
                  </a:lnTo>
                  <a:lnTo>
                    <a:pt x="24930" y="54470"/>
                  </a:lnTo>
                  <a:lnTo>
                    <a:pt x="24853" y="52946"/>
                  </a:lnTo>
                  <a:lnTo>
                    <a:pt x="24511" y="51714"/>
                  </a:lnTo>
                  <a:lnTo>
                    <a:pt x="24371" y="51727"/>
                  </a:lnTo>
                  <a:lnTo>
                    <a:pt x="37376" y="36563"/>
                  </a:lnTo>
                  <a:lnTo>
                    <a:pt x="37211" y="37528"/>
                  </a:lnTo>
                  <a:lnTo>
                    <a:pt x="37350" y="40589"/>
                  </a:lnTo>
                  <a:lnTo>
                    <a:pt x="37528" y="41275"/>
                  </a:lnTo>
                  <a:lnTo>
                    <a:pt x="36957" y="41135"/>
                  </a:lnTo>
                  <a:lnTo>
                    <a:pt x="35648" y="41211"/>
                  </a:lnTo>
                  <a:lnTo>
                    <a:pt x="34340" y="41300"/>
                  </a:lnTo>
                  <a:lnTo>
                    <a:pt x="33286" y="41681"/>
                  </a:lnTo>
                  <a:lnTo>
                    <a:pt x="33324" y="42494"/>
                  </a:lnTo>
                  <a:lnTo>
                    <a:pt x="34404" y="42748"/>
                  </a:lnTo>
                  <a:lnTo>
                    <a:pt x="37033" y="42583"/>
                  </a:lnTo>
                  <a:lnTo>
                    <a:pt x="37604" y="42379"/>
                  </a:lnTo>
                  <a:lnTo>
                    <a:pt x="37490" y="43078"/>
                  </a:lnTo>
                  <a:lnTo>
                    <a:pt x="37566" y="44602"/>
                  </a:lnTo>
                  <a:lnTo>
                    <a:pt x="37642" y="46126"/>
                  </a:lnTo>
                  <a:lnTo>
                    <a:pt x="37973" y="47358"/>
                  </a:lnTo>
                  <a:lnTo>
                    <a:pt x="38658" y="47320"/>
                  </a:lnTo>
                  <a:lnTo>
                    <a:pt x="38887" y="46062"/>
                  </a:lnTo>
                  <a:lnTo>
                    <a:pt x="38735" y="42989"/>
                  </a:lnTo>
                  <a:lnTo>
                    <a:pt x="38544" y="42303"/>
                  </a:lnTo>
                  <a:lnTo>
                    <a:pt x="39166" y="42456"/>
                  </a:lnTo>
                  <a:lnTo>
                    <a:pt x="40474" y="42367"/>
                  </a:lnTo>
                  <a:lnTo>
                    <a:pt x="41783" y="42291"/>
                  </a:lnTo>
                  <a:lnTo>
                    <a:pt x="42837" y="41897"/>
                  </a:lnTo>
                  <a:lnTo>
                    <a:pt x="51562" y="51955"/>
                  </a:lnTo>
                  <a:lnTo>
                    <a:pt x="50901" y="51981"/>
                  </a:lnTo>
                  <a:lnTo>
                    <a:pt x="50673" y="53238"/>
                  </a:lnTo>
                  <a:lnTo>
                    <a:pt x="50825" y="56311"/>
                  </a:lnTo>
                  <a:lnTo>
                    <a:pt x="51003" y="56984"/>
                  </a:lnTo>
                  <a:lnTo>
                    <a:pt x="50431" y="56845"/>
                  </a:lnTo>
                  <a:lnTo>
                    <a:pt x="49123" y="56921"/>
                  </a:lnTo>
                  <a:lnTo>
                    <a:pt x="47815" y="57010"/>
                  </a:lnTo>
                  <a:lnTo>
                    <a:pt x="46748" y="57404"/>
                  </a:lnTo>
                  <a:lnTo>
                    <a:pt x="46799" y="58204"/>
                  </a:lnTo>
                  <a:lnTo>
                    <a:pt x="47879" y="58470"/>
                  </a:lnTo>
                  <a:lnTo>
                    <a:pt x="50507" y="58293"/>
                  </a:lnTo>
                  <a:lnTo>
                    <a:pt x="51079" y="58089"/>
                  </a:lnTo>
                  <a:lnTo>
                    <a:pt x="50965" y="58788"/>
                  </a:lnTo>
                  <a:lnTo>
                    <a:pt x="51041" y="60312"/>
                  </a:lnTo>
                  <a:lnTo>
                    <a:pt x="51104" y="61849"/>
                  </a:lnTo>
                  <a:lnTo>
                    <a:pt x="51447" y="63068"/>
                  </a:lnTo>
                  <a:lnTo>
                    <a:pt x="51650" y="63068"/>
                  </a:lnTo>
                  <a:lnTo>
                    <a:pt x="51650" y="52222"/>
                  </a:lnTo>
                  <a:lnTo>
                    <a:pt x="51587" y="51993"/>
                  </a:lnTo>
                  <a:lnTo>
                    <a:pt x="55575" y="56642"/>
                  </a:lnTo>
                  <a:lnTo>
                    <a:pt x="55575" y="52273"/>
                  </a:lnTo>
                  <a:lnTo>
                    <a:pt x="42087" y="36537"/>
                  </a:lnTo>
                  <a:lnTo>
                    <a:pt x="42087" y="40932"/>
                  </a:lnTo>
                  <a:lnTo>
                    <a:pt x="41719" y="40830"/>
                  </a:lnTo>
                  <a:lnTo>
                    <a:pt x="39090" y="40995"/>
                  </a:lnTo>
                  <a:lnTo>
                    <a:pt x="38468" y="41236"/>
                  </a:lnTo>
                  <a:lnTo>
                    <a:pt x="38595" y="40513"/>
                  </a:lnTo>
                  <a:lnTo>
                    <a:pt x="38531" y="38976"/>
                  </a:lnTo>
                  <a:lnTo>
                    <a:pt x="38455" y="37452"/>
                  </a:lnTo>
                  <a:lnTo>
                    <a:pt x="38112" y="36283"/>
                  </a:lnTo>
                  <a:lnTo>
                    <a:pt x="42087" y="40932"/>
                  </a:lnTo>
                  <a:lnTo>
                    <a:pt x="42087" y="36537"/>
                  </a:lnTo>
                  <a:lnTo>
                    <a:pt x="41617" y="35979"/>
                  </a:lnTo>
                  <a:lnTo>
                    <a:pt x="38087" y="31864"/>
                  </a:lnTo>
                  <a:lnTo>
                    <a:pt x="38087" y="36245"/>
                  </a:lnTo>
                  <a:lnTo>
                    <a:pt x="37630" y="36271"/>
                  </a:lnTo>
                  <a:lnTo>
                    <a:pt x="37871" y="35979"/>
                  </a:lnTo>
                  <a:lnTo>
                    <a:pt x="38087" y="36245"/>
                  </a:lnTo>
                  <a:lnTo>
                    <a:pt x="38087" y="31864"/>
                  </a:lnTo>
                  <a:lnTo>
                    <a:pt x="37871" y="31610"/>
                  </a:lnTo>
                  <a:lnTo>
                    <a:pt x="23926" y="47879"/>
                  </a:lnTo>
                  <a:lnTo>
                    <a:pt x="23926" y="56769"/>
                  </a:lnTo>
                  <a:lnTo>
                    <a:pt x="23355" y="56616"/>
                  </a:lnTo>
                  <a:lnTo>
                    <a:pt x="22047" y="56705"/>
                  </a:lnTo>
                  <a:lnTo>
                    <a:pt x="20739" y="56794"/>
                  </a:lnTo>
                  <a:lnTo>
                    <a:pt x="19710" y="57175"/>
                  </a:lnTo>
                  <a:lnTo>
                    <a:pt x="19710" y="57962"/>
                  </a:lnTo>
                  <a:lnTo>
                    <a:pt x="19380" y="57556"/>
                  </a:lnTo>
                  <a:lnTo>
                    <a:pt x="19685" y="57200"/>
                  </a:lnTo>
                  <a:lnTo>
                    <a:pt x="19710" y="57962"/>
                  </a:lnTo>
                  <a:lnTo>
                    <a:pt x="19710" y="57175"/>
                  </a:lnTo>
                  <a:lnTo>
                    <a:pt x="23685" y="52527"/>
                  </a:lnTo>
                  <a:lnTo>
                    <a:pt x="23609" y="53022"/>
                  </a:lnTo>
                  <a:lnTo>
                    <a:pt x="23749" y="56083"/>
                  </a:lnTo>
                  <a:lnTo>
                    <a:pt x="23926" y="56769"/>
                  </a:lnTo>
                  <a:lnTo>
                    <a:pt x="23926" y="47879"/>
                  </a:lnTo>
                  <a:lnTo>
                    <a:pt x="17500" y="55372"/>
                  </a:lnTo>
                  <a:lnTo>
                    <a:pt x="15633" y="53200"/>
                  </a:lnTo>
                  <a:lnTo>
                    <a:pt x="15633" y="57556"/>
                  </a:lnTo>
                  <a:lnTo>
                    <a:pt x="11493" y="62382"/>
                  </a:lnTo>
                  <a:lnTo>
                    <a:pt x="11607" y="61772"/>
                  </a:lnTo>
                  <a:lnTo>
                    <a:pt x="11455" y="58699"/>
                  </a:lnTo>
                  <a:lnTo>
                    <a:pt x="11264" y="58013"/>
                  </a:lnTo>
                  <a:lnTo>
                    <a:pt x="11887" y="58166"/>
                  </a:lnTo>
                  <a:lnTo>
                    <a:pt x="13195" y="58077"/>
                  </a:lnTo>
                  <a:lnTo>
                    <a:pt x="14503" y="58000"/>
                  </a:lnTo>
                  <a:lnTo>
                    <a:pt x="15557" y="57607"/>
                  </a:lnTo>
                  <a:lnTo>
                    <a:pt x="15544" y="57467"/>
                  </a:lnTo>
                  <a:lnTo>
                    <a:pt x="15633" y="53200"/>
                  </a:lnTo>
                  <a:lnTo>
                    <a:pt x="14833" y="52260"/>
                  </a:lnTo>
                  <a:lnTo>
                    <a:pt x="14833" y="56642"/>
                  </a:lnTo>
                  <a:lnTo>
                    <a:pt x="14439" y="56540"/>
                  </a:lnTo>
                  <a:lnTo>
                    <a:pt x="11811" y="56705"/>
                  </a:lnTo>
                  <a:lnTo>
                    <a:pt x="11188" y="56946"/>
                  </a:lnTo>
                  <a:lnTo>
                    <a:pt x="11315" y="56222"/>
                  </a:lnTo>
                  <a:lnTo>
                    <a:pt x="11252" y="54698"/>
                  </a:lnTo>
                  <a:lnTo>
                    <a:pt x="11176" y="53162"/>
                  </a:lnTo>
                  <a:lnTo>
                    <a:pt x="10845" y="51993"/>
                  </a:lnTo>
                  <a:lnTo>
                    <a:pt x="14833" y="56642"/>
                  </a:lnTo>
                  <a:lnTo>
                    <a:pt x="14833" y="52260"/>
                  </a:lnTo>
                  <a:lnTo>
                    <a:pt x="0" y="34950"/>
                  </a:lnTo>
                  <a:lnTo>
                    <a:pt x="0" y="39319"/>
                  </a:lnTo>
                  <a:lnTo>
                    <a:pt x="1371" y="40944"/>
                  </a:lnTo>
                  <a:lnTo>
                    <a:pt x="965" y="40830"/>
                  </a:lnTo>
                  <a:lnTo>
                    <a:pt x="0" y="40894"/>
                  </a:lnTo>
                  <a:lnTo>
                    <a:pt x="0" y="42354"/>
                  </a:lnTo>
                  <a:lnTo>
                    <a:pt x="1028" y="42291"/>
                  </a:lnTo>
                  <a:lnTo>
                    <a:pt x="2082" y="41897"/>
                  </a:lnTo>
                  <a:lnTo>
                    <a:pt x="2070" y="41744"/>
                  </a:lnTo>
                  <a:lnTo>
                    <a:pt x="10820" y="51955"/>
                  </a:lnTo>
                  <a:lnTo>
                    <a:pt x="10147" y="51981"/>
                  </a:lnTo>
                  <a:lnTo>
                    <a:pt x="9931" y="53238"/>
                  </a:lnTo>
                  <a:lnTo>
                    <a:pt x="10071" y="56311"/>
                  </a:lnTo>
                  <a:lnTo>
                    <a:pt x="10248" y="56984"/>
                  </a:lnTo>
                  <a:lnTo>
                    <a:pt x="9677" y="56845"/>
                  </a:lnTo>
                  <a:lnTo>
                    <a:pt x="8369" y="56921"/>
                  </a:lnTo>
                  <a:lnTo>
                    <a:pt x="7061" y="57010"/>
                  </a:lnTo>
                  <a:lnTo>
                    <a:pt x="6007" y="57404"/>
                  </a:lnTo>
                  <a:lnTo>
                    <a:pt x="6045" y="58204"/>
                  </a:lnTo>
                  <a:lnTo>
                    <a:pt x="7124" y="58470"/>
                  </a:lnTo>
                  <a:lnTo>
                    <a:pt x="9753" y="58293"/>
                  </a:lnTo>
                  <a:lnTo>
                    <a:pt x="10325" y="58089"/>
                  </a:lnTo>
                  <a:lnTo>
                    <a:pt x="10210" y="58788"/>
                  </a:lnTo>
                  <a:lnTo>
                    <a:pt x="10287" y="60312"/>
                  </a:lnTo>
                  <a:lnTo>
                    <a:pt x="10363" y="61849"/>
                  </a:lnTo>
                  <a:lnTo>
                    <a:pt x="10693" y="63068"/>
                  </a:lnTo>
                  <a:lnTo>
                    <a:pt x="10909" y="63068"/>
                  </a:lnTo>
                  <a:lnTo>
                    <a:pt x="0" y="75793"/>
                  </a:lnTo>
                  <a:lnTo>
                    <a:pt x="0" y="80162"/>
                  </a:lnTo>
                  <a:lnTo>
                    <a:pt x="17500" y="59753"/>
                  </a:lnTo>
                  <a:lnTo>
                    <a:pt x="37871" y="83502"/>
                  </a:lnTo>
                  <a:lnTo>
                    <a:pt x="41617" y="79133"/>
                  </a:lnTo>
                  <a:lnTo>
                    <a:pt x="58839" y="59055"/>
                  </a:lnTo>
                  <a:lnTo>
                    <a:pt x="79806" y="83502"/>
                  </a:lnTo>
                  <a:lnTo>
                    <a:pt x="83553" y="79133"/>
                  </a:lnTo>
                  <a:lnTo>
                    <a:pt x="102057" y="57556"/>
                  </a:lnTo>
                  <a:close/>
                </a:path>
                <a:path w="118109" h="83820">
                  <a:moveTo>
                    <a:pt x="117652" y="19989"/>
                  </a:moveTo>
                  <a:lnTo>
                    <a:pt x="104254" y="4368"/>
                  </a:lnTo>
                  <a:lnTo>
                    <a:pt x="100507" y="0"/>
                  </a:lnTo>
                  <a:lnTo>
                    <a:pt x="86563" y="16268"/>
                  </a:lnTo>
                  <a:lnTo>
                    <a:pt x="86563" y="25158"/>
                  </a:lnTo>
                  <a:lnTo>
                    <a:pt x="85991" y="25019"/>
                  </a:lnTo>
                  <a:lnTo>
                    <a:pt x="84683" y="25095"/>
                  </a:lnTo>
                  <a:lnTo>
                    <a:pt x="83375" y="25184"/>
                  </a:lnTo>
                  <a:lnTo>
                    <a:pt x="82346" y="25565"/>
                  </a:lnTo>
                  <a:lnTo>
                    <a:pt x="82346" y="26365"/>
                  </a:lnTo>
                  <a:lnTo>
                    <a:pt x="82003" y="25946"/>
                  </a:lnTo>
                  <a:lnTo>
                    <a:pt x="82308" y="25590"/>
                  </a:lnTo>
                  <a:lnTo>
                    <a:pt x="82346" y="26365"/>
                  </a:lnTo>
                  <a:lnTo>
                    <a:pt x="82346" y="25565"/>
                  </a:lnTo>
                  <a:lnTo>
                    <a:pt x="86321" y="20916"/>
                  </a:lnTo>
                  <a:lnTo>
                    <a:pt x="86233" y="21412"/>
                  </a:lnTo>
                  <a:lnTo>
                    <a:pt x="86385" y="24472"/>
                  </a:lnTo>
                  <a:lnTo>
                    <a:pt x="86563" y="25158"/>
                  </a:lnTo>
                  <a:lnTo>
                    <a:pt x="86563" y="16268"/>
                  </a:lnTo>
                  <a:lnTo>
                    <a:pt x="79806" y="24142"/>
                  </a:lnTo>
                  <a:lnTo>
                    <a:pt x="77622" y="21602"/>
                  </a:lnTo>
                  <a:lnTo>
                    <a:pt x="77622" y="25946"/>
                  </a:lnTo>
                  <a:lnTo>
                    <a:pt x="73482" y="30772"/>
                  </a:lnTo>
                  <a:lnTo>
                    <a:pt x="73596" y="30162"/>
                  </a:lnTo>
                  <a:lnTo>
                    <a:pt x="73456" y="27101"/>
                  </a:lnTo>
                  <a:lnTo>
                    <a:pt x="73253" y="26416"/>
                  </a:lnTo>
                  <a:lnTo>
                    <a:pt x="73875" y="26555"/>
                  </a:lnTo>
                  <a:lnTo>
                    <a:pt x="75184" y="26479"/>
                  </a:lnTo>
                  <a:lnTo>
                    <a:pt x="76492" y="26390"/>
                  </a:lnTo>
                  <a:lnTo>
                    <a:pt x="77546" y="26009"/>
                  </a:lnTo>
                  <a:lnTo>
                    <a:pt x="77533" y="25857"/>
                  </a:lnTo>
                  <a:lnTo>
                    <a:pt x="77622" y="21602"/>
                  </a:lnTo>
                  <a:lnTo>
                    <a:pt x="76822" y="20662"/>
                  </a:lnTo>
                  <a:lnTo>
                    <a:pt x="76822" y="25031"/>
                  </a:lnTo>
                  <a:lnTo>
                    <a:pt x="76428" y="24930"/>
                  </a:lnTo>
                  <a:lnTo>
                    <a:pt x="73799" y="25107"/>
                  </a:lnTo>
                  <a:lnTo>
                    <a:pt x="73190" y="25336"/>
                  </a:lnTo>
                  <a:lnTo>
                    <a:pt x="73317" y="24612"/>
                  </a:lnTo>
                  <a:lnTo>
                    <a:pt x="73240" y="23088"/>
                  </a:lnTo>
                  <a:lnTo>
                    <a:pt x="73164" y="21551"/>
                  </a:lnTo>
                  <a:lnTo>
                    <a:pt x="72898" y="20612"/>
                  </a:lnTo>
                  <a:lnTo>
                    <a:pt x="72898" y="31457"/>
                  </a:lnTo>
                  <a:lnTo>
                    <a:pt x="59118" y="47523"/>
                  </a:lnTo>
                  <a:lnTo>
                    <a:pt x="54330" y="41960"/>
                  </a:lnTo>
                  <a:lnTo>
                    <a:pt x="55397" y="42202"/>
                  </a:lnTo>
                  <a:lnTo>
                    <a:pt x="58013" y="42037"/>
                  </a:lnTo>
                  <a:lnTo>
                    <a:pt x="58597" y="41833"/>
                  </a:lnTo>
                  <a:lnTo>
                    <a:pt x="58483" y="42532"/>
                  </a:lnTo>
                  <a:lnTo>
                    <a:pt x="58547" y="44056"/>
                  </a:lnTo>
                  <a:lnTo>
                    <a:pt x="58623" y="45580"/>
                  </a:lnTo>
                  <a:lnTo>
                    <a:pt x="58966" y="46812"/>
                  </a:lnTo>
                  <a:lnTo>
                    <a:pt x="59651" y="46774"/>
                  </a:lnTo>
                  <a:lnTo>
                    <a:pt x="59867" y="45516"/>
                  </a:lnTo>
                  <a:lnTo>
                    <a:pt x="59728" y="42443"/>
                  </a:lnTo>
                  <a:lnTo>
                    <a:pt x="59524" y="41770"/>
                  </a:lnTo>
                  <a:lnTo>
                    <a:pt x="60147" y="41910"/>
                  </a:lnTo>
                  <a:lnTo>
                    <a:pt x="61455" y="41821"/>
                  </a:lnTo>
                  <a:lnTo>
                    <a:pt x="62763" y="41732"/>
                  </a:lnTo>
                  <a:lnTo>
                    <a:pt x="63830" y="41351"/>
                  </a:lnTo>
                  <a:lnTo>
                    <a:pt x="63779" y="40538"/>
                  </a:lnTo>
                  <a:lnTo>
                    <a:pt x="62699" y="40284"/>
                  </a:lnTo>
                  <a:lnTo>
                    <a:pt x="60071" y="40449"/>
                  </a:lnTo>
                  <a:lnTo>
                    <a:pt x="59461" y="40690"/>
                  </a:lnTo>
                  <a:lnTo>
                    <a:pt x="59588" y="39966"/>
                  </a:lnTo>
                  <a:lnTo>
                    <a:pt x="59512" y="38430"/>
                  </a:lnTo>
                  <a:lnTo>
                    <a:pt x="59436" y="36906"/>
                  </a:lnTo>
                  <a:lnTo>
                    <a:pt x="59105" y="35674"/>
                  </a:lnTo>
                  <a:lnTo>
                    <a:pt x="58420" y="35725"/>
                  </a:lnTo>
                  <a:lnTo>
                    <a:pt x="58191" y="36982"/>
                  </a:lnTo>
                  <a:lnTo>
                    <a:pt x="58343" y="40043"/>
                  </a:lnTo>
                  <a:lnTo>
                    <a:pt x="58521" y="40728"/>
                  </a:lnTo>
                  <a:lnTo>
                    <a:pt x="57950" y="40576"/>
                  </a:lnTo>
                  <a:lnTo>
                    <a:pt x="56642" y="40665"/>
                  </a:lnTo>
                  <a:lnTo>
                    <a:pt x="55333" y="40754"/>
                  </a:lnTo>
                  <a:lnTo>
                    <a:pt x="54267" y="41135"/>
                  </a:lnTo>
                  <a:lnTo>
                    <a:pt x="54305" y="41935"/>
                  </a:lnTo>
                  <a:lnTo>
                    <a:pt x="40982" y="26390"/>
                  </a:lnTo>
                  <a:lnTo>
                    <a:pt x="42049" y="26631"/>
                  </a:lnTo>
                  <a:lnTo>
                    <a:pt x="44678" y="26466"/>
                  </a:lnTo>
                  <a:lnTo>
                    <a:pt x="45250" y="26263"/>
                  </a:lnTo>
                  <a:lnTo>
                    <a:pt x="45135" y="26962"/>
                  </a:lnTo>
                  <a:lnTo>
                    <a:pt x="45212" y="28486"/>
                  </a:lnTo>
                  <a:lnTo>
                    <a:pt x="45275" y="30022"/>
                  </a:lnTo>
                  <a:lnTo>
                    <a:pt x="45618" y="31242"/>
                  </a:lnTo>
                  <a:lnTo>
                    <a:pt x="46304" y="31203"/>
                  </a:lnTo>
                  <a:lnTo>
                    <a:pt x="46532" y="29946"/>
                  </a:lnTo>
                  <a:lnTo>
                    <a:pt x="46380" y="26873"/>
                  </a:lnTo>
                  <a:lnTo>
                    <a:pt x="46189" y="26200"/>
                  </a:lnTo>
                  <a:lnTo>
                    <a:pt x="46799" y="26339"/>
                  </a:lnTo>
                  <a:lnTo>
                    <a:pt x="48107" y="26250"/>
                  </a:lnTo>
                  <a:lnTo>
                    <a:pt x="49428" y="26174"/>
                  </a:lnTo>
                  <a:lnTo>
                    <a:pt x="50482" y="25781"/>
                  </a:lnTo>
                  <a:lnTo>
                    <a:pt x="50431" y="24980"/>
                  </a:lnTo>
                  <a:lnTo>
                    <a:pt x="49364" y="24714"/>
                  </a:lnTo>
                  <a:lnTo>
                    <a:pt x="46736" y="24879"/>
                  </a:lnTo>
                  <a:lnTo>
                    <a:pt x="46113" y="25120"/>
                  </a:lnTo>
                  <a:lnTo>
                    <a:pt x="46240" y="24396"/>
                  </a:lnTo>
                  <a:lnTo>
                    <a:pt x="46164" y="22860"/>
                  </a:lnTo>
                  <a:lnTo>
                    <a:pt x="46101" y="21336"/>
                  </a:lnTo>
                  <a:lnTo>
                    <a:pt x="45758" y="20116"/>
                  </a:lnTo>
                  <a:lnTo>
                    <a:pt x="45605" y="20129"/>
                  </a:lnTo>
                  <a:lnTo>
                    <a:pt x="58610" y="4953"/>
                  </a:lnTo>
                  <a:lnTo>
                    <a:pt x="58445" y="5918"/>
                  </a:lnTo>
                  <a:lnTo>
                    <a:pt x="58597" y="8978"/>
                  </a:lnTo>
                  <a:lnTo>
                    <a:pt x="58775" y="9664"/>
                  </a:lnTo>
                  <a:lnTo>
                    <a:pt x="58204" y="9525"/>
                  </a:lnTo>
                  <a:lnTo>
                    <a:pt x="56896" y="9601"/>
                  </a:lnTo>
                  <a:lnTo>
                    <a:pt x="55587" y="9690"/>
                  </a:lnTo>
                  <a:lnTo>
                    <a:pt x="54521" y="10071"/>
                  </a:lnTo>
                  <a:lnTo>
                    <a:pt x="54571" y="10883"/>
                  </a:lnTo>
                  <a:lnTo>
                    <a:pt x="55651" y="11150"/>
                  </a:lnTo>
                  <a:lnTo>
                    <a:pt x="58280" y="10972"/>
                  </a:lnTo>
                  <a:lnTo>
                    <a:pt x="58851" y="10769"/>
                  </a:lnTo>
                  <a:lnTo>
                    <a:pt x="58737" y="11468"/>
                  </a:lnTo>
                  <a:lnTo>
                    <a:pt x="58813" y="12992"/>
                  </a:lnTo>
                  <a:lnTo>
                    <a:pt x="58877" y="14528"/>
                  </a:lnTo>
                  <a:lnTo>
                    <a:pt x="59220" y="15748"/>
                  </a:lnTo>
                  <a:lnTo>
                    <a:pt x="59905" y="15709"/>
                  </a:lnTo>
                  <a:lnTo>
                    <a:pt x="60121" y="14452"/>
                  </a:lnTo>
                  <a:lnTo>
                    <a:pt x="59982" y="11379"/>
                  </a:lnTo>
                  <a:lnTo>
                    <a:pt x="59791" y="10706"/>
                  </a:lnTo>
                  <a:lnTo>
                    <a:pt x="60401" y="10845"/>
                  </a:lnTo>
                  <a:lnTo>
                    <a:pt x="61709" y="10756"/>
                  </a:lnTo>
                  <a:lnTo>
                    <a:pt x="63017" y="10680"/>
                  </a:lnTo>
                  <a:lnTo>
                    <a:pt x="64084" y="10287"/>
                  </a:lnTo>
                  <a:lnTo>
                    <a:pt x="72809" y="20345"/>
                  </a:lnTo>
                  <a:lnTo>
                    <a:pt x="72136" y="20370"/>
                  </a:lnTo>
                  <a:lnTo>
                    <a:pt x="71920" y="21628"/>
                  </a:lnTo>
                  <a:lnTo>
                    <a:pt x="72072" y="24701"/>
                  </a:lnTo>
                  <a:lnTo>
                    <a:pt x="72250" y="25387"/>
                  </a:lnTo>
                  <a:lnTo>
                    <a:pt x="71678" y="25234"/>
                  </a:lnTo>
                  <a:lnTo>
                    <a:pt x="70358" y="25323"/>
                  </a:lnTo>
                  <a:lnTo>
                    <a:pt x="69049" y="25400"/>
                  </a:lnTo>
                  <a:lnTo>
                    <a:pt x="67995" y="25793"/>
                  </a:lnTo>
                  <a:lnTo>
                    <a:pt x="68033" y="26593"/>
                  </a:lnTo>
                  <a:lnTo>
                    <a:pt x="69113" y="26860"/>
                  </a:lnTo>
                  <a:lnTo>
                    <a:pt x="71742" y="26695"/>
                  </a:lnTo>
                  <a:lnTo>
                    <a:pt x="72326" y="26479"/>
                  </a:lnTo>
                  <a:lnTo>
                    <a:pt x="72212" y="27178"/>
                  </a:lnTo>
                  <a:lnTo>
                    <a:pt x="72275" y="28714"/>
                  </a:lnTo>
                  <a:lnTo>
                    <a:pt x="72351" y="30238"/>
                  </a:lnTo>
                  <a:lnTo>
                    <a:pt x="72682" y="31457"/>
                  </a:lnTo>
                  <a:lnTo>
                    <a:pt x="72898" y="31457"/>
                  </a:lnTo>
                  <a:lnTo>
                    <a:pt x="72898" y="20612"/>
                  </a:lnTo>
                  <a:lnTo>
                    <a:pt x="72834" y="20383"/>
                  </a:lnTo>
                  <a:lnTo>
                    <a:pt x="76822" y="25031"/>
                  </a:lnTo>
                  <a:lnTo>
                    <a:pt x="76822" y="20662"/>
                  </a:lnTo>
                  <a:lnTo>
                    <a:pt x="63334" y="4927"/>
                  </a:lnTo>
                  <a:lnTo>
                    <a:pt x="63334" y="9321"/>
                  </a:lnTo>
                  <a:lnTo>
                    <a:pt x="62953" y="9220"/>
                  </a:lnTo>
                  <a:lnTo>
                    <a:pt x="60337" y="9385"/>
                  </a:lnTo>
                  <a:lnTo>
                    <a:pt x="59715" y="9626"/>
                  </a:lnTo>
                  <a:lnTo>
                    <a:pt x="59842" y="8902"/>
                  </a:lnTo>
                  <a:lnTo>
                    <a:pt x="59766" y="7366"/>
                  </a:lnTo>
                  <a:lnTo>
                    <a:pt x="59690" y="5842"/>
                  </a:lnTo>
                  <a:lnTo>
                    <a:pt x="59359" y="4673"/>
                  </a:lnTo>
                  <a:lnTo>
                    <a:pt x="63334" y="9321"/>
                  </a:lnTo>
                  <a:lnTo>
                    <a:pt x="63334" y="4927"/>
                  </a:lnTo>
                  <a:lnTo>
                    <a:pt x="62865" y="4368"/>
                  </a:lnTo>
                  <a:lnTo>
                    <a:pt x="59334" y="254"/>
                  </a:lnTo>
                  <a:lnTo>
                    <a:pt x="59334" y="4635"/>
                  </a:lnTo>
                  <a:lnTo>
                    <a:pt x="58877" y="4660"/>
                  </a:lnTo>
                  <a:lnTo>
                    <a:pt x="59118" y="4368"/>
                  </a:lnTo>
                  <a:lnTo>
                    <a:pt x="59334" y="4635"/>
                  </a:lnTo>
                  <a:lnTo>
                    <a:pt x="59334" y="254"/>
                  </a:lnTo>
                  <a:lnTo>
                    <a:pt x="59118" y="0"/>
                  </a:lnTo>
                  <a:lnTo>
                    <a:pt x="45173" y="16281"/>
                  </a:lnTo>
                  <a:lnTo>
                    <a:pt x="45173" y="25158"/>
                  </a:lnTo>
                  <a:lnTo>
                    <a:pt x="44602" y="25019"/>
                  </a:lnTo>
                  <a:lnTo>
                    <a:pt x="43294" y="25095"/>
                  </a:lnTo>
                  <a:lnTo>
                    <a:pt x="41986" y="25184"/>
                  </a:lnTo>
                  <a:lnTo>
                    <a:pt x="40957" y="25565"/>
                  </a:lnTo>
                  <a:lnTo>
                    <a:pt x="40957" y="26365"/>
                  </a:lnTo>
                  <a:lnTo>
                    <a:pt x="40614" y="25946"/>
                  </a:lnTo>
                  <a:lnTo>
                    <a:pt x="40932" y="25577"/>
                  </a:lnTo>
                  <a:lnTo>
                    <a:pt x="40957" y="26365"/>
                  </a:lnTo>
                  <a:lnTo>
                    <a:pt x="40957" y="25565"/>
                  </a:lnTo>
                  <a:lnTo>
                    <a:pt x="44932" y="20916"/>
                  </a:lnTo>
                  <a:lnTo>
                    <a:pt x="44843" y="21412"/>
                  </a:lnTo>
                  <a:lnTo>
                    <a:pt x="44996" y="24472"/>
                  </a:lnTo>
                  <a:lnTo>
                    <a:pt x="45173" y="25158"/>
                  </a:lnTo>
                  <a:lnTo>
                    <a:pt x="45173" y="16281"/>
                  </a:lnTo>
                  <a:lnTo>
                    <a:pt x="36880" y="25946"/>
                  </a:lnTo>
                  <a:lnTo>
                    <a:pt x="59118" y="51892"/>
                  </a:lnTo>
                  <a:lnTo>
                    <a:pt x="62865" y="47523"/>
                  </a:lnTo>
                  <a:lnTo>
                    <a:pt x="79806" y="27762"/>
                  </a:lnTo>
                  <a:lnTo>
                    <a:pt x="100507" y="51892"/>
                  </a:lnTo>
                  <a:lnTo>
                    <a:pt x="104254" y="47523"/>
                  </a:lnTo>
                  <a:lnTo>
                    <a:pt x="117652" y="31902"/>
                  </a:lnTo>
                  <a:lnTo>
                    <a:pt x="117652" y="27533"/>
                  </a:lnTo>
                  <a:lnTo>
                    <a:pt x="100507" y="47523"/>
                  </a:lnTo>
                  <a:lnTo>
                    <a:pt x="82372" y="26390"/>
                  </a:lnTo>
                  <a:lnTo>
                    <a:pt x="83439" y="26631"/>
                  </a:lnTo>
                  <a:lnTo>
                    <a:pt x="86067" y="26466"/>
                  </a:lnTo>
                  <a:lnTo>
                    <a:pt x="87109" y="26085"/>
                  </a:lnTo>
                  <a:lnTo>
                    <a:pt x="87083" y="25692"/>
                  </a:lnTo>
                  <a:lnTo>
                    <a:pt x="87414" y="25666"/>
                  </a:lnTo>
                  <a:lnTo>
                    <a:pt x="87630" y="24396"/>
                  </a:lnTo>
                  <a:lnTo>
                    <a:pt x="87553" y="22860"/>
                  </a:lnTo>
                  <a:lnTo>
                    <a:pt x="87490" y="21336"/>
                  </a:lnTo>
                  <a:lnTo>
                    <a:pt x="87147" y="20116"/>
                  </a:lnTo>
                  <a:lnTo>
                    <a:pt x="86995" y="20129"/>
                  </a:lnTo>
                  <a:lnTo>
                    <a:pt x="100507" y="4368"/>
                  </a:lnTo>
                  <a:lnTo>
                    <a:pt x="117652" y="24371"/>
                  </a:lnTo>
                  <a:lnTo>
                    <a:pt x="117652" y="19989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10570934" y="6673703"/>
              <a:ext cx="118110" cy="271145"/>
            </a:xfrm>
            <a:custGeom>
              <a:avLst/>
              <a:gdLst/>
              <a:ahLst/>
              <a:cxnLst/>
              <a:rect l="l" t="t" r="r" b="b"/>
              <a:pathLst>
                <a:path w="118109" h="271145">
                  <a:moveTo>
                    <a:pt x="1828" y="260515"/>
                  </a:moveTo>
                  <a:lnTo>
                    <a:pt x="1790" y="259702"/>
                  </a:lnTo>
                  <a:lnTo>
                    <a:pt x="711" y="259448"/>
                  </a:lnTo>
                  <a:lnTo>
                    <a:pt x="0" y="259486"/>
                  </a:lnTo>
                  <a:lnTo>
                    <a:pt x="0" y="260946"/>
                  </a:lnTo>
                  <a:lnTo>
                    <a:pt x="774" y="260896"/>
                  </a:lnTo>
                  <a:lnTo>
                    <a:pt x="1828" y="260515"/>
                  </a:lnTo>
                  <a:close/>
                </a:path>
                <a:path w="118109" h="271145">
                  <a:moveTo>
                    <a:pt x="39979" y="213499"/>
                  </a:moveTo>
                  <a:lnTo>
                    <a:pt x="36233" y="209143"/>
                  </a:lnTo>
                  <a:lnTo>
                    <a:pt x="36233" y="213499"/>
                  </a:lnTo>
                  <a:lnTo>
                    <a:pt x="32092" y="218325"/>
                  </a:lnTo>
                  <a:lnTo>
                    <a:pt x="32207" y="217716"/>
                  </a:lnTo>
                  <a:lnTo>
                    <a:pt x="32067" y="214655"/>
                  </a:lnTo>
                  <a:lnTo>
                    <a:pt x="31864" y="213969"/>
                  </a:lnTo>
                  <a:lnTo>
                    <a:pt x="32486" y="214109"/>
                  </a:lnTo>
                  <a:lnTo>
                    <a:pt x="33794" y="214033"/>
                  </a:lnTo>
                  <a:lnTo>
                    <a:pt x="35102" y="213944"/>
                  </a:lnTo>
                  <a:lnTo>
                    <a:pt x="36156" y="213563"/>
                  </a:lnTo>
                  <a:lnTo>
                    <a:pt x="36144" y="213410"/>
                  </a:lnTo>
                  <a:lnTo>
                    <a:pt x="36233" y="209143"/>
                  </a:lnTo>
                  <a:lnTo>
                    <a:pt x="35445" y="208216"/>
                  </a:lnTo>
                  <a:lnTo>
                    <a:pt x="35445" y="212598"/>
                  </a:lnTo>
                  <a:lnTo>
                    <a:pt x="35039" y="212496"/>
                  </a:lnTo>
                  <a:lnTo>
                    <a:pt x="32410" y="212661"/>
                  </a:lnTo>
                  <a:lnTo>
                    <a:pt x="31800" y="212890"/>
                  </a:lnTo>
                  <a:lnTo>
                    <a:pt x="31927" y="212166"/>
                  </a:lnTo>
                  <a:lnTo>
                    <a:pt x="31851" y="210642"/>
                  </a:lnTo>
                  <a:lnTo>
                    <a:pt x="31775" y="209118"/>
                  </a:lnTo>
                  <a:lnTo>
                    <a:pt x="31445" y="207937"/>
                  </a:lnTo>
                  <a:lnTo>
                    <a:pt x="35445" y="212598"/>
                  </a:lnTo>
                  <a:lnTo>
                    <a:pt x="35445" y="208216"/>
                  </a:lnTo>
                  <a:lnTo>
                    <a:pt x="21945" y="192481"/>
                  </a:lnTo>
                  <a:lnTo>
                    <a:pt x="21945" y="196875"/>
                  </a:lnTo>
                  <a:lnTo>
                    <a:pt x="21577" y="196773"/>
                  </a:lnTo>
                  <a:lnTo>
                    <a:pt x="18948" y="196951"/>
                  </a:lnTo>
                  <a:lnTo>
                    <a:pt x="18326" y="197180"/>
                  </a:lnTo>
                  <a:lnTo>
                    <a:pt x="18453" y="196456"/>
                  </a:lnTo>
                  <a:lnTo>
                    <a:pt x="18376" y="194932"/>
                  </a:lnTo>
                  <a:lnTo>
                    <a:pt x="18313" y="193395"/>
                  </a:lnTo>
                  <a:lnTo>
                    <a:pt x="17970" y="192227"/>
                  </a:lnTo>
                  <a:lnTo>
                    <a:pt x="21945" y="196875"/>
                  </a:lnTo>
                  <a:lnTo>
                    <a:pt x="21945" y="192481"/>
                  </a:lnTo>
                  <a:lnTo>
                    <a:pt x="21475" y="191922"/>
                  </a:lnTo>
                  <a:lnTo>
                    <a:pt x="17945" y="187807"/>
                  </a:lnTo>
                  <a:lnTo>
                    <a:pt x="17945" y="192189"/>
                  </a:lnTo>
                  <a:lnTo>
                    <a:pt x="17487" y="192214"/>
                  </a:lnTo>
                  <a:lnTo>
                    <a:pt x="17729" y="191922"/>
                  </a:lnTo>
                  <a:lnTo>
                    <a:pt x="17945" y="192189"/>
                  </a:lnTo>
                  <a:lnTo>
                    <a:pt x="17945" y="187807"/>
                  </a:lnTo>
                  <a:lnTo>
                    <a:pt x="17729" y="187553"/>
                  </a:lnTo>
                  <a:lnTo>
                    <a:pt x="0" y="208254"/>
                  </a:lnTo>
                  <a:lnTo>
                    <a:pt x="0" y="212610"/>
                  </a:lnTo>
                  <a:lnTo>
                    <a:pt x="3543" y="208470"/>
                  </a:lnTo>
                  <a:lnTo>
                    <a:pt x="3467" y="208965"/>
                  </a:lnTo>
                  <a:lnTo>
                    <a:pt x="3606" y="212039"/>
                  </a:lnTo>
                  <a:lnTo>
                    <a:pt x="3784" y="212712"/>
                  </a:lnTo>
                  <a:lnTo>
                    <a:pt x="3213" y="212572"/>
                  </a:lnTo>
                  <a:lnTo>
                    <a:pt x="596" y="212737"/>
                  </a:lnTo>
                  <a:lnTo>
                    <a:pt x="0" y="212953"/>
                  </a:lnTo>
                  <a:lnTo>
                    <a:pt x="0" y="214033"/>
                  </a:lnTo>
                  <a:lnTo>
                    <a:pt x="660" y="214198"/>
                  </a:lnTo>
                  <a:lnTo>
                    <a:pt x="3289" y="214020"/>
                  </a:lnTo>
                  <a:lnTo>
                    <a:pt x="3860" y="213817"/>
                  </a:lnTo>
                  <a:lnTo>
                    <a:pt x="3746" y="214515"/>
                  </a:lnTo>
                  <a:lnTo>
                    <a:pt x="3822" y="216039"/>
                  </a:lnTo>
                  <a:lnTo>
                    <a:pt x="3886" y="217576"/>
                  </a:lnTo>
                  <a:lnTo>
                    <a:pt x="4229" y="218795"/>
                  </a:lnTo>
                  <a:lnTo>
                    <a:pt x="4914" y="218757"/>
                  </a:lnTo>
                  <a:lnTo>
                    <a:pt x="5143" y="217500"/>
                  </a:lnTo>
                  <a:lnTo>
                    <a:pt x="4991" y="214426"/>
                  </a:lnTo>
                  <a:lnTo>
                    <a:pt x="4800" y="213753"/>
                  </a:lnTo>
                  <a:lnTo>
                    <a:pt x="5410" y="213893"/>
                  </a:lnTo>
                  <a:lnTo>
                    <a:pt x="6731" y="213804"/>
                  </a:lnTo>
                  <a:lnTo>
                    <a:pt x="8039" y="213728"/>
                  </a:lnTo>
                  <a:lnTo>
                    <a:pt x="9093" y="213334"/>
                  </a:lnTo>
                  <a:lnTo>
                    <a:pt x="9055" y="212534"/>
                  </a:lnTo>
                  <a:lnTo>
                    <a:pt x="7975" y="212267"/>
                  </a:lnTo>
                  <a:lnTo>
                    <a:pt x="5346" y="212432"/>
                  </a:lnTo>
                  <a:lnTo>
                    <a:pt x="4724" y="212674"/>
                  </a:lnTo>
                  <a:lnTo>
                    <a:pt x="4851" y="211950"/>
                  </a:lnTo>
                  <a:lnTo>
                    <a:pt x="4775" y="210426"/>
                  </a:lnTo>
                  <a:lnTo>
                    <a:pt x="4711" y="208889"/>
                  </a:lnTo>
                  <a:lnTo>
                    <a:pt x="4368" y="207670"/>
                  </a:lnTo>
                  <a:lnTo>
                    <a:pt x="4216" y="207683"/>
                  </a:lnTo>
                  <a:lnTo>
                    <a:pt x="17221" y="192506"/>
                  </a:lnTo>
                  <a:lnTo>
                    <a:pt x="17056" y="193471"/>
                  </a:lnTo>
                  <a:lnTo>
                    <a:pt x="17208" y="196545"/>
                  </a:lnTo>
                  <a:lnTo>
                    <a:pt x="17386" y="197231"/>
                  </a:lnTo>
                  <a:lnTo>
                    <a:pt x="16814" y="197078"/>
                  </a:lnTo>
                  <a:lnTo>
                    <a:pt x="15506" y="197167"/>
                  </a:lnTo>
                  <a:lnTo>
                    <a:pt x="14198" y="197243"/>
                  </a:lnTo>
                  <a:lnTo>
                    <a:pt x="13144" y="197637"/>
                  </a:lnTo>
                  <a:lnTo>
                    <a:pt x="13182" y="198437"/>
                  </a:lnTo>
                  <a:lnTo>
                    <a:pt x="14262" y="198704"/>
                  </a:lnTo>
                  <a:lnTo>
                    <a:pt x="16891" y="198539"/>
                  </a:lnTo>
                  <a:lnTo>
                    <a:pt x="17462" y="198323"/>
                  </a:lnTo>
                  <a:lnTo>
                    <a:pt x="17348" y="199021"/>
                  </a:lnTo>
                  <a:lnTo>
                    <a:pt x="17424" y="200545"/>
                  </a:lnTo>
                  <a:lnTo>
                    <a:pt x="17487" y="202082"/>
                  </a:lnTo>
                  <a:lnTo>
                    <a:pt x="17830" y="203301"/>
                  </a:lnTo>
                  <a:lnTo>
                    <a:pt x="18516" y="203263"/>
                  </a:lnTo>
                  <a:lnTo>
                    <a:pt x="18745" y="202006"/>
                  </a:lnTo>
                  <a:lnTo>
                    <a:pt x="18592" y="198945"/>
                  </a:lnTo>
                  <a:lnTo>
                    <a:pt x="18402" y="198259"/>
                  </a:lnTo>
                  <a:lnTo>
                    <a:pt x="19011" y="198399"/>
                  </a:lnTo>
                  <a:lnTo>
                    <a:pt x="20320" y="198323"/>
                  </a:lnTo>
                  <a:lnTo>
                    <a:pt x="21640" y="198234"/>
                  </a:lnTo>
                  <a:lnTo>
                    <a:pt x="22694" y="197840"/>
                  </a:lnTo>
                  <a:lnTo>
                    <a:pt x="31419" y="207899"/>
                  </a:lnTo>
                  <a:lnTo>
                    <a:pt x="30759" y="207924"/>
                  </a:lnTo>
                  <a:lnTo>
                    <a:pt x="30530" y="209181"/>
                  </a:lnTo>
                  <a:lnTo>
                    <a:pt x="30683" y="212255"/>
                  </a:lnTo>
                  <a:lnTo>
                    <a:pt x="30861" y="212940"/>
                  </a:lnTo>
                  <a:lnTo>
                    <a:pt x="30289" y="212788"/>
                  </a:lnTo>
                  <a:lnTo>
                    <a:pt x="28981" y="212877"/>
                  </a:lnTo>
                  <a:lnTo>
                    <a:pt x="27660" y="212953"/>
                  </a:lnTo>
                  <a:lnTo>
                    <a:pt x="26606" y="213347"/>
                  </a:lnTo>
                  <a:lnTo>
                    <a:pt x="26657" y="214147"/>
                  </a:lnTo>
                  <a:lnTo>
                    <a:pt x="27724" y="214414"/>
                  </a:lnTo>
                  <a:lnTo>
                    <a:pt x="30353" y="214249"/>
                  </a:lnTo>
                  <a:lnTo>
                    <a:pt x="30937" y="214033"/>
                  </a:lnTo>
                  <a:lnTo>
                    <a:pt x="30822" y="214731"/>
                  </a:lnTo>
                  <a:lnTo>
                    <a:pt x="30886" y="216268"/>
                  </a:lnTo>
                  <a:lnTo>
                    <a:pt x="30962" y="217792"/>
                  </a:lnTo>
                  <a:lnTo>
                    <a:pt x="31305" y="219024"/>
                  </a:lnTo>
                  <a:lnTo>
                    <a:pt x="31496" y="219011"/>
                  </a:lnTo>
                  <a:lnTo>
                    <a:pt x="17729" y="235077"/>
                  </a:lnTo>
                  <a:lnTo>
                    <a:pt x="12954" y="229514"/>
                  </a:lnTo>
                  <a:lnTo>
                    <a:pt x="14008" y="229755"/>
                  </a:lnTo>
                  <a:lnTo>
                    <a:pt x="16637" y="229590"/>
                  </a:lnTo>
                  <a:lnTo>
                    <a:pt x="17208" y="229387"/>
                  </a:lnTo>
                  <a:lnTo>
                    <a:pt x="17094" y="230085"/>
                  </a:lnTo>
                  <a:lnTo>
                    <a:pt x="17170" y="231609"/>
                  </a:lnTo>
                  <a:lnTo>
                    <a:pt x="17233" y="233146"/>
                  </a:lnTo>
                  <a:lnTo>
                    <a:pt x="17576" y="234365"/>
                  </a:lnTo>
                  <a:lnTo>
                    <a:pt x="18262" y="234327"/>
                  </a:lnTo>
                  <a:lnTo>
                    <a:pt x="18478" y="233070"/>
                  </a:lnTo>
                  <a:lnTo>
                    <a:pt x="18338" y="229997"/>
                  </a:lnTo>
                  <a:lnTo>
                    <a:pt x="18148" y="229323"/>
                  </a:lnTo>
                  <a:lnTo>
                    <a:pt x="18757" y="229463"/>
                  </a:lnTo>
                  <a:lnTo>
                    <a:pt x="20066" y="229374"/>
                  </a:lnTo>
                  <a:lnTo>
                    <a:pt x="21374" y="229298"/>
                  </a:lnTo>
                  <a:lnTo>
                    <a:pt x="22440" y="228904"/>
                  </a:lnTo>
                  <a:lnTo>
                    <a:pt x="22390" y="228104"/>
                  </a:lnTo>
                  <a:lnTo>
                    <a:pt x="21323" y="227838"/>
                  </a:lnTo>
                  <a:lnTo>
                    <a:pt x="18694" y="228003"/>
                  </a:lnTo>
                  <a:lnTo>
                    <a:pt x="18072" y="228244"/>
                  </a:lnTo>
                  <a:lnTo>
                    <a:pt x="18199" y="227520"/>
                  </a:lnTo>
                  <a:lnTo>
                    <a:pt x="18122" y="225983"/>
                  </a:lnTo>
                  <a:lnTo>
                    <a:pt x="18059" y="224459"/>
                  </a:lnTo>
                  <a:lnTo>
                    <a:pt x="17716" y="223240"/>
                  </a:lnTo>
                  <a:lnTo>
                    <a:pt x="17030" y="223278"/>
                  </a:lnTo>
                  <a:lnTo>
                    <a:pt x="16802" y="224536"/>
                  </a:lnTo>
                  <a:lnTo>
                    <a:pt x="16954" y="227596"/>
                  </a:lnTo>
                  <a:lnTo>
                    <a:pt x="17132" y="228282"/>
                  </a:lnTo>
                  <a:lnTo>
                    <a:pt x="16560" y="228142"/>
                  </a:lnTo>
                  <a:lnTo>
                    <a:pt x="15252" y="228219"/>
                  </a:lnTo>
                  <a:lnTo>
                    <a:pt x="13944" y="228307"/>
                  </a:lnTo>
                  <a:lnTo>
                    <a:pt x="12877" y="228688"/>
                  </a:lnTo>
                  <a:lnTo>
                    <a:pt x="12915" y="229476"/>
                  </a:lnTo>
                  <a:lnTo>
                    <a:pt x="0" y="214388"/>
                  </a:lnTo>
                  <a:lnTo>
                    <a:pt x="0" y="218757"/>
                  </a:lnTo>
                  <a:lnTo>
                    <a:pt x="17729" y="239445"/>
                  </a:lnTo>
                  <a:lnTo>
                    <a:pt x="21475" y="235077"/>
                  </a:lnTo>
                  <a:lnTo>
                    <a:pt x="39979" y="213499"/>
                  </a:lnTo>
                  <a:close/>
                </a:path>
                <a:path w="118109" h="271145">
                  <a:moveTo>
                    <a:pt x="91871" y="21158"/>
                  </a:moveTo>
                  <a:lnTo>
                    <a:pt x="91821" y="20358"/>
                  </a:lnTo>
                  <a:lnTo>
                    <a:pt x="90741" y="20091"/>
                  </a:lnTo>
                  <a:lnTo>
                    <a:pt x="88125" y="20256"/>
                  </a:lnTo>
                  <a:lnTo>
                    <a:pt x="87071" y="20650"/>
                  </a:lnTo>
                  <a:lnTo>
                    <a:pt x="85991" y="20396"/>
                  </a:lnTo>
                  <a:lnTo>
                    <a:pt x="84683" y="20472"/>
                  </a:lnTo>
                  <a:lnTo>
                    <a:pt x="83375" y="20561"/>
                  </a:lnTo>
                  <a:lnTo>
                    <a:pt x="82308" y="20942"/>
                  </a:lnTo>
                  <a:lnTo>
                    <a:pt x="82359" y="21755"/>
                  </a:lnTo>
                  <a:lnTo>
                    <a:pt x="83439" y="22009"/>
                  </a:lnTo>
                  <a:lnTo>
                    <a:pt x="86067" y="21844"/>
                  </a:lnTo>
                  <a:lnTo>
                    <a:pt x="86639" y="21640"/>
                  </a:lnTo>
                  <a:lnTo>
                    <a:pt x="86525" y="22339"/>
                  </a:lnTo>
                  <a:lnTo>
                    <a:pt x="86601" y="23863"/>
                  </a:lnTo>
                  <a:lnTo>
                    <a:pt x="86664" y="25400"/>
                  </a:lnTo>
                  <a:lnTo>
                    <a:pt x="87007" y="26619"/>
                  </a:lnTo>
                  <a:lnTo>
                    <a:pt x="87693" y="26581"/>
                  </a:lnTo>
                  <a:lnTo>
                    <a:pt x="87909" y="25323"/>
                  </a:lnTo>
                  <a:lnTo>
                    <a:pt x="87769" y="22250"/>
                  </a:lnTo>
                  <a:lnTo>
                    <a:pt x="87579" y="21577"/>
                  </a:lnTo>
                  <a:lnTo>
                    <a:pt x="88188" y="21717"/>
                  </a:lnTo>
                  <a:lnTo>
                    <a:pt x="89496" y="21628"/>
                  </a:lnTo>
                  <a:lnTo>
                    <a:pt x="90805" y="21551"/>
                  </a:lnTo>
                  <a:lnTo>
                    <a:pt x="91871" y="21158"/>
                  </a:lnTo>
                  <a:close/>
                </a:path>
                <a:path w="118109" h="271145">
                  <a:moveTo>
                    <a:pt x="102057" y="245110"/>
                  </a:moveTo>
                  <a:lnTo>
                    <a:pt x="98310" y="240753"/>
                  </a:lnTo>
                  <a:lnTo>
                    <a:pt x="98310" y="245110"/>
                  </a:lnTo>
                  <a:lnTo>
                    <a:pt x="94170" y="249936"/>
                  </a:lnTo>
                  <a:lnTo>
                    <a:pt x="94284" y="249326"/>
                  </a:lnTo>
                  <a:lnTo>
                    <a:pt x="94132" y="246265"/>
                  </a:lnTo>
                  <a:lnTo>
                    <a:pt x="93941" y="245579"/>
                  </a:lnTo>
                  <a:lnTo>
                    <a:pt x="94564" y="245719"/>
                  </a:lnTo>
                  <a:lnTo>
                    <a:pt x="95872" y="245643"/>
                  </a:lnTo>
                  <a:lnTo>
                    <a:pt x="97180" y="245554"/>
                  </a:lnTo>
                  <a:lnTo>
                    <a:pt x="98234" y="245173"/>
                  </a:lnTo>
                  <a:lnTo>
                    <a:pt x="98221" y="245021"/>
                  </a:lnTo>
                  <a:lnTo>
                    <a:pt x="98310" y="240753"/>
                  </a:lnTo>
                  <a:lnTo>
                    <a:pt x="97523" y="239826"/>
                  </a:lnTo>
                  <a:lnTo>
                    <a:pt x="97523" y="244195"/>
                  </a:lnTo>
                  <a:lnTo>
                    <a:pt x="97116" y="244094"/>
                  </a:lnTo>
                  <a:lnTo>
                    <a:pt x="94488" y="244271"/>
                  </a:lnTo>
                  <a:lnTo>
                    <a:pt x="93865" y="244500"/>
                  </a:lnTo>
                  <a:lnTo>
                    <a:pt x="93992" y="243776"/>
                  </a:lnTo>
                  <a:lnTo>
                    <a:pt x="93929" y="242252"/>
                  </a:lnTo>
                  <a:lnTo>
                    <a:pt x="93853" y="240728"/>
                  </a:lnTo>
                  <a:lnTo>
                    <a:pt x="93586" y="239801"/>
                  </a:lnTo>
                  <a:lnTo>
                    <a:pt x="93586" y="250621"/>
                  </a:lnTo>
                  <a:lnTo>
                    <a:pt x="79806" y="266687"/>
                  </a:lnTo>
                  <a:lnTo>
                    <a:pt x="75018" y="261124"/>
                  </a:lnTo>
                  <a:lnTo>
                    <a:pt x="76073" y="261366"/>
                  </a:lnTo>
                  <a:lnTo>
                    <a:pt x="78701" y="261200"/>
                  </a:lnTo>
                  <a:lnTo>
                    <a:pt x="79286" y="260997"/>
                  </a:lnTo>
                  <a:lnTo>
                    <a:pt x="79159" y="261696"/>
                  </a:lnTo>
                  <a:lnTo>
                    <a:pt x="79235" y="263220"/>
                  </a:lnTo>
                  <a:lnTo>
                    <a:pt x="79311" y="264744"/>
                  </a:lnTo>
                  <a:lnTo>
                    <a:pt x="79641" y="265976"/>
                  </a:lnTo>
                  <a:lnTo>
                    <a:pt x="80340" y="265938"/>
                  </a:lnTo>
                  <a:lnTo>
                    <a:pt x="80556" y="264680"/>
                  </a:lnTo>
                  <a:lnTo>
                    <a:pt x="80416" y="261607"/>
                  </a:lnTo>
                  <a:lnTo>
                    <a:pt x="80213" y="260934"/>
                  </a:lnTo>
                  <a:lnTo>
                    <a:pt x="80835" y="261073"/>
                  </a:lnTo>
                  <a:lnTo>
                    <a:pt x="82143" y="260985"/>
                  </a:lnTo>
                  <a:lnTo>
                    <a:pt x="83451" y="260896"/>
                  </a:lnTo>
                  <a:lnTo>
                    <a:pt x="84505" y="260515"/>
                  </a:lnTo>
                  <a:lnTo>
                    <a:pt x="84467" y="259702"/>
                  </a:lnTo>
                  <a:lnTo>
                    <a:pt x="83388" y="259448"/>
                  </a:lnTo>
                  <a:lnTo>
                    <a:pt x="80759" y="259613"/>
                  </a:lnTo>
                  <a:lnTo>
                    <a:pt x="80137" y="259854"/>
                  </a:lnTo>
                  <a:lnTo>
                    <a:pt x="80276" y="259130"/>
                  </a:lnTo>
                  <a:lnTo>
                    <a:pt x="80200" y="257594"/>
                  </a:lnTo>
                  <a:lnTo>
                    <a:pt x="80124" y="256070"/>
                  </a:lnTo>
                  <a:lnTo>
                    <a:pt x="79794" y="254838"/>
                  </a:lnTo>
                  <a:lnTo>
                    <a:pt x="79095" y="254889"/>
                  </a:lnTo>
                  <a:lnTo>
                    <a:pt x="78879" y="256146"/>
                  </a:lnTo>
                  <a:lnTo>
                    <a:pt x="79032" y="259207"/>
                  </a:lnTo>
                  <a:lnTo>
                    <a:pt x="79209" y="259892"/>
                  </a:lnTo>
                  <a:lnTo>
                    <a:pt x="78625" y="259753"/>
                  </a:lnTo>
                  <a:lnTo>
                    <a:pt x="77317" y="259829"/>
                  </a:lnTo>
                  <a:lnTo>
                    <a:pt x="76009" y="259918"/>
                  </a:lnTo>
                  <a:lnTo>
                    <a:pt x="74955" y="260299"/>
                  </a:lnTo>
                  <a:lnTo>
                    <a:pt x="74980" y="261086"/>
                  </a:lnTo>
                  <a:lnTo>
                    <a:pt x="61671" y="245554"/>
                  </a:lnTo>
                  <a:lnTo>
                    <a:pt x="62725" y="245795"/>
                  </a:lnTo>
                  <a:lnTo>
                    <a:pt x="65354" y="245630"/>
                  </a:lnTo>
                  <a:lnTo>
                    <a:pt x="65938" y="245427"/>
                  </a:lnTo>
                  <a:lnTo>
                    <a:pt x="65811" y="246126"/>
                  </a:lnTo>
                  <a:lnTo>
                    <a:pt x="65887" y="247650"/>
                  </a:lnTo>
                  <a:lnTo>
                    <a:pt x="65963" y="249186"/>
                  </a:lnTo>
                  <a:lnTo>
                    <a:pt x="66294" y="250405"/>
                  </a:lnTo>
                  <a:lnTo>
                    <a:pt x="66992" y="250367"/>
                  </a:lnTo>
                  <a:lnTo>
                    <a:pt x="67208" y="249110"/>
                  </a:lnTo>
                  <a:lnTo>
                    <a:pt x="67068" y="246037"/>
                  </a:lnTo>
                  <a:lnTo>
                    <a:pt x="66865" y="245364"/>
                  </a:lnTo>
                  <a:lnTo>
                    <a:pt x="67487" y="245503"/>
                  </a:lnTo>
                  <a:lnTo>
                    <a:pt x="68795" y="245414"/>
                  </a:lnTo>
                  <a:lnTo>
                    <a:pt x="70104" y="245338"/>
                  </a:lnTo>
                  <a:lnTo>
                    <a:pt x="71158" y="244944"/>
                  </a:lnTo>
                  <a:lnTo>
                    <a:pt x="71120" y="244144"/>
                  </a:lnTo>
                  <a:lnTo>
                    <a:pt x="70040" y="243878"/>
                  </a:lnTo>
                  <a:lnTo>
                    <a:pt x="67411" y="244043"/>
                  </a:lnTo>
                  <a:lnTo>
                    <a:pt x="66789" y="244284"/>
                  </a:lnTo>
                  <a:lnTo>
                    <a:pt x="66929" y="243560"/>
                  </a:lnTo>
                  <a:lnTo>
                    <a:pt x="66852" y="242023"/>
                  </a:lnTo>
                  <a:lnTo>
                    <a:pt x="66776" y="240499"/>
                  </a:lnTo>
                  <a:lnTo>
                    <a:pt x="66446" y="239280"/>
                  </a:lnTo>
                  <a:lnTo>
                    <a:pt x="66294" y="239293"/>
                  </a:lnTo>
                  <a:lnTo>
                    <a:pt x="79286" y="224129"/>
                  </a:lnTo>
                  <a:lnTo>
                    <a:pt x="79133" y="225082"/>
                  </a:lnTo>
                  <a:lnTo>
                    <a:pt x="79286" y="228155"/>
                  </a:lnTo>
                  <a:lnTo>
                    <a:pt x="79463" y="228828"/>
                  </a:lnTo>
                  <a:lnTo>
                    <a:pt x="78892" y="228688"/>
                  </a:lnTo>
                  <a:lnTo>
                    <a:pt x="77571" y="228765"/>
                  </a:lnTo>
                  <a:lnTo>
                    <a:pt x="76263" y="228854"/>
                  </a:lnTo>
                  <a:lnTo>
                    <a:pt x="75209" y="229235"/>
                  </a:lnTo>
                  <a:lnTo>
                    <a:pt x="75247" y="230047"/>
                  </a:lnTo>
                  <a:lnTo>
                    <a:pt x="76327" y="230314"/>
                  </a:lnTo>
                  <a:lnTo>
                    <a:pt x="78955" y="230136"/>
                  </a:lnTo>
                  <a:lnTo>
                    <a:pt x="79540" y="229933"/>
                  </a:lnTo>
                  <a:lnTo>
                    <a:pt x="79413" y="230632"/>
                  </a:lnTo>
                  <a:lnTo>
                    <a:pt x="79489" y="232156"/>
                  </a:lnTo>
                  <a:lnTo>
                    <a:pt x="79565" y="233692"/>
                  </a:lnTo>
                  <a:lnTo>
                    <a:pt x="79895" y="234911"/>
                  </a:lnTo>
                  <a:lnTo>
                    <a:pt x="80594" y="234873"/>
                  </a:lnTo>
                  <a:lnTo>
                    <a:pt x="80810" y="233616"/>
                  </a:lnTo>
                  <a:lnTo>
                    <a:pt x="80670" y="230543"/>
                  </a:lnTo>
                  <a:lnTo>
                    <a:pt x="80467" y="229870"/>
                  </a:lnTo>
                  <a:lnTo>
                    <a:pt x="81089" y="230009"/>
                  </a:lnTo>
                  <a:lnTo>
                    <a:pt x="82397" y="229920"/>
                  </a:lnTo>
                  <a:lnTo>
                    <a:pt x="83705" y="229844"/>
                  </a:lnTo>
                  <a:lnTo>
                    <a:pt x="84759" y="229450"/>
                  </a:lnTo>
                  <a:lnTo>
                    <a:pt x="84747" y="229323"/>
                  </a:lnTo>
                  <a:lnTo>
                    <a:pt x="93497" y="239509"/>
                  </a:lnTo>
                  <a:lnTo>
                    <a:pt x="92824" y="239534"/>
                  </a:lnTo>
                  <a:lnTo>
                    <a:pt x="92608" y="240792"/>
                  </a:lnTo>
                  <a:lnTo>
                    <a:pt x="92748" y="243865"/>
                  </a:lnTo>
                  <a:lnTo>
                    <a:pt x="92938" y="244551"/>
                  </a:lnTo>
                  <a:lnTo>
                    <a:pt x="92354" y="244398"/>
                  </a:lnTo>
                  <a:lnTo>
                    <a:pt x="91046" y="244487"/>
                  </a:lnTo>
                  <a:lnTo>
                    <a:pt x="89738" y="244563"/>
                  </a:lnTo>
                  <a:lnTo>
                    <a:pt x="88684" y="244957"/>
                  </a:lnTo>
                  <a:lnTo>
                    <a:pt x="88722" y="245757"/>
                  </a:lnTo>
                  <a:lnTo>
                    <a:pt x="89801" y="246024"/>
                  </a:lnTo>
                  <a:lnTo>
                    <a:pt x="92430" y="245859"/>
                  </a:lnTo>
                  <a:lnTo>
                    <a:pt x="93002" y="245643"/>
                  </a:lnTo>
                  <a:lnTo>
                    <a:pt x="92887" y="246341"/>
                  </a:lnTo>
                  <a:lnTo>
                    <a:pt x="92964" y="247878"/>
                  </a:lnTo>
                  <a:lnTo>
                    <a:pt x="93040" y="249402"/>
                  </a:lnTo>
                  <a:lnTo>
                    <a:pt x="93370" y="250621"/>
                  </a:lnTo>
                  <a:lnTo>
                    <a:pt x="93586" y="250621"/>
                  </a:lnTo>
                  <a:lnTo>
                    <a:pt x="93586" y="239801"/>
                  </a:lnTo>
                  <a:lnTo>
                    <a:pt x="93510" y="239522"/>
                  </a:lnTo>
                  <a:lnTo>
                    <a:pt x="97523" y="244195"/>
                  </a:lnTo>
                  <a:lnTo>
                    <a:pt x="97523" y="239826"/>
                  </a:lnTo>
                  <a:lnTo>
                    <a:pt x="84023" y="224091"/>
                  </a:lnTo>
                  <a:lnTo>
                    <a:pt x="84023" y="228485"/>
                  </a:lnTo>
                  <a:lnTo>
                    <a:pt x="83642" y="228384"/>
                  </a:lnTo>
                  <a:lnTo>
                    <a:pt x="81013" y="228549"/>
                  </a:lnTo>
                  <a:lnTo>
                    <a:pt x="80391" y="228790"/>
                  </a:lnTo>
                  <a:lnTo>
                    <a:pt x="80530" y="228066"/>
                  </a:lnTo>
                  <a:lnTo>
                    <a:pt x="80454" y="226542"/>
                  </a:lnTo>
                  <a:lnTo>
                    <a:pt x="80378" y="225005"/>
                  </a:lnTo>
                  <a:lnTo>
                    <a:pt x="80048" y="223837"/>
                  </a:lnTo>
                  <a:lnTo>
                    <a:pt x="84023" y="228485"/>
                  </a:lnTo>
                  <a:lnTo>
                    <a:pt x="84023" y="224091"/>
                  </a:lnTo>
                  <a:lnTo>
                    <a:pt x="83553" y="223532"/>
                  </a:lnTo>
                  <a:lnTo>
                    <a:pt x="80022" y="219417"/>
                  </a:lnTo>
                  <a:lnTo>
                    <a:pt x="80022" y="223799"/>
                  </a:lnTo>
                  <a:lnTo>
                    <a:pt x="79565" y="223824"/>
                  </a:lnTo>
                  <a:lnTo>
                    <a:pt x="79806" y="223532"/>
                  </a:lnTo>
                  <a:lnTo>
                    <a:pt x="80022" y="223799"/>
                  </a:lnTo>
                  <a:lnTo>
                    <a:pt x="80022" y="219417"/>
                  </a:lnTo>
                  <a:lnTo>
                    <a:pt x="79806" y="219163"/>
                  </a:lnTo>
                  <a:lnTo>
                    <a:pt x="65862" y="235432"/>
                  </a:lnTo>
                  <a:lnTo>
                    <a:pt x="65862" y="244322"/>
                  </a:lnTo>
                  <a:lnTo>
                    <a:pt x="65290" y="244182"/>
                  </a:lnTo>
                  <a:lnTo>
                    <a:pt x="63969" y="244259"/>
                  </a:lnTo>
                  <a:lnTo>
                    <a:pt x="62661" y="244348"/>
                  </a:lnTo>
                  <a:lnTo>
                    <a:pt x="61633" y="244729"/>
                  </a:lnTo>
                  <a:lnTo>
                    <a:pt x="61633" y="245516"/>
                  </a:lnTo>
                  <a:lnTo>
                    <a:pt x="61302" y="245110"/>
                  </a:lnTo>
                  <a:lnTo>
                    <a:pt x="61607" y="244754"/>
                  </a:lnTo>
                  <a:lnTo>
                    <a:pt x="61633" y="245516"/>
                  </a:lnTo>
                  <a:lnTo>
                    <a:pt x="61633" y="244729"/>
                  </a:lnTo>
                  <a:lnTo>
                    <a:pt x="65608" y="240080"/>
                  </a:lnTo>
                  <a:lnTo>
                    <a:pt x="65532" y="240576"/>
                  </a:lnTo>
                  <a:lnTo>
                    <a:pt x="65684" y="243636"/>
                  </a:lnTo>
                  <a:lnTo>
                    <a:pt x="65862" y="244322"/>
                  </a:lnTo>
                  <a:lnTo>
                    <a:pt x="65862" y="235432"/>
                  </a:lnTo>
                  <a:lnTo>
                    <a:pt x="58839" y="243624"/>
                  </a:lnTo>
                  <a:lnTo>
                    <a:pt x="56375" y="240753"/>
                  </a:lnTo>
                  <a:lnTo>
                    <a:pt x="56375" y="245110"/>
                  </a:lnTo>
                  <a:lnTo>
                    <a:pt x="52235" y="249936"/>
                  </a:lnTo>
                  <a:lnTo>
                    <a:pt x="52349" y="249326"/>
                  </a:lnTo>
                  <a:lnTo>
                    <a:pt x="52209" y="246265"/>
                  </a:lnTo>
                  <a:lnTo>
                    <a:pt x="52019" y="245579"/>
                  </a:lnTo>
                  <a:lnTo>
                    <a:pt x="52628" y="245719"/>
                  </a:lnTo>
                  <a:lnTo>
                    <a:pt x="53936" y="245643"/>
                  </a:lnTo>
                  <a:lnTo>
                    <a:pt x="55245" y="245554"/>
                  </a:lnTo>
                  <a:lnTo>
                    <a:pt x="56311" y="245173"/>
                  </a:lnTo>
                  <a:lnTo>
                    <a:pt x="56299" y="245033"/>
                  </a:lnTo>
                  <a:lnTo>
                    <a:pt x="56375" y="240753"/>
                  </a:lnTo>
                  <a:lnTo>
                    <a:pt x="55575" y="239826"/>
                  </a:lnTo>
                  <a:lnTo>
                    <a:pt x="55575" y="244195"/>
                  </a:lnTo>
                  <a:lnTo>
                    <a:pt x="55181" y="244094"/>
                  </a:lnTo>
                  <a:lnTo>
                    <a:pt x="52565" y="244271"/>
                  </a:lnTo>
                  <a:lnTo>
                    <a:pt x="51943" y="244500"/>
                  </a:lnTo>
                  <a:lnTo>
                    <a:pt x="52070" y="243776"/>
                  </a:lnTo>
                  <a:lnTo>
                    <a:pt x="51993" y="242252"/>
                  </a:lnTo>
                  <a:lnTo>
                    <a:pt x="51930" y="240728"/>
                  </a:lnTo>
                  <a:lnTo>
                    <a:pt x="51650" y="239776"/>
                  </a:lnTo>
                  <a:lnTo>
                    <a:pt x="51650" y="250621"/>
                  </a:lnTo>
                  <a:lnTo>
                    <a:pt x="37871" y="266687"/>
                  </a:lnTo>
                  <a:lnTo>
                    <a:pt x="33083" y="261124"/>
                  </a:lnTo>
                  <a:lnTo>
                    <a:pt x="34150" y="261366"/>
                  </a:lnTo>
                  <a:lnTo>
                    <a:pt x="36779" y="261200"/>
                  </a:lnTo>
                  <a:lnTo>
                    <a:pt x="37350" y="260997"/>
                  </a:lnTo>
                  <a:lnTo>
                    <a:pt x="37236" y="261696"/>
                  </a:lnTo>
                  <a:lnTo>
                    <a:pt x="37312" y="263220"/>
                  </a:lnTo>
                  <a:lnTo>
                    <a:pt x="37388" y="264744"/>
                  </a:lnTo>
                  <a:lnTo>
                    <a:pt x="37719" y="265976"/>
                  </a:lnTo>
                  <a:lnTo>
                    <a:pt x="38404" y="265938"/>
                  </a:lnTo>
                  <a:lnTo>
                    <a:pt x="38633" y="264680"/>
                  </a:lnTo>
                  <a:lnTo>
                    <a:pt x="38481" y="261607"/>
                  </a:lnTo>
                  <a:lnTo>
                    <a:pt x="38290" y="260934"/>
                  </a:lnTo>
                  <a:lnTo>
                    <a:pt x="38900" y="261073"/>
                  </a:lnTo>
                  <a:lnTo>
                    <a:pt x="40220" y="260985"/>
                  </a:lnTo>
                  <a:lnTo>
                    <a:pt x="41529" y="260896"/>
                  </a:lnTo>
                  <a:lnTo>
                    <a:pt x="42583" y="260515"/>
                  </a:lnTo>
                  <a:lnTo>
                    <a:pt x="42545" y="259702"/>
                  </a:lnTo>
                  <a:lnTo>
                    <a:pt x="41465" y="259448"/>
                  </a:lnTo>
                  <a:lnTo>
                    <a:pt x="38836" y="259613"/>
                  </a:lnTo>
                  <a:lnTo>
                    <a:pt x="38214" y="259854"/>
                  </a:lnTo>
                  <a:lnTo>
                    <a:pt x="38341" y="259130"/>
                  </a:lnTo>
                  <a:lnTo>
                    <a:pt x="38277" y="257594"/>
                  </a:lnTo>
                  <a:lnTo>
                    <a:pt x="38201" y="256070"/>
                  </a:lnTo>
                  <a:lnTo>
                    <a:pt x="37858" y="254838"/>
                  </a:lnTo>
                  <a:lnTo>
                    <a:pt x="37172" y="254889"/>
                  </a:lnTo>
                  <a:lnTo>
                    <a:pt x="36957" y="256146"/>
                  </a:lnTo>
                  <a:lnTo>
                    <a:pt x="37096" y="259207"/>
                  </a:lnTo>
                  <a:lnTo>
                    <a:pt x="37274" y="259892"/>
                  </a:lnTo>
                  <a:lnTo>
                    <a:pt x="36703" y="259753"/>
                  </a:lnTo>
                  <a:lnTo>
                    <a:pt x="35394" y="259829"/>
                  </a:lnTo>
                  <a:lnTo>
                    <a:pt x="34086" y="259918"/>
                  </a:lnTo>
                  <a:lnTo>
                    <a:pt x="33032" y="260299"/>
                  </a:lnTo>
                  <a:lnTo>
                    <a:pt x="33058" y="261099"/>
                  </a:lnTo>
                  <a:lnTo>
                    <a:pt x="19748" y="245554"/>
                  </a:lnTo>
                  <a:lnTo>
                    <a:pt x="20802" y="245795"/>
                  </a:lnTo>
                  <a:lnTo>
                    <a:pt x="23431" y="245630"/>
                  </a:lnTo>
                  <a:lnTo>
                    <a:pt x="24015" y="245427"/>
                  </a:lnTo>
                  <a:lnTo>
                    <a:pt x="23888" y="246126"/>
                  </a:lnTo>
                  <a:lnTo>
                    <a:pt x="23964" y="247650"/>
                  </a:lnTo>
                  <a:lnTo>
                    <a:pt x="24041" y="249186"/>
                  </a:lnTo>
                  <a:lnTo>
                    <a:pt x="24371" y="250405"/>
                  </a:lnTo>
                  <a:lnTo>
                    <a:pt x="25069" y="250367"/>
                  </a:lnTo>
                  <a:lnTo>
                    <a:pt x="25285" y="249110"/>
                  </a:lnTo>
                  <a:lnTo>
                    <a:pt x="25133" y="246037"/>
                  </a:lnTo>
                  <a:lnTo>
                    <a:pt x="24942" y="245351"/>
                  </a:lnTo>
                  <a:lnTo>
                    <a:pt x="25565" y="245503"/>
                  </a:lnTo>
                  <a:lnTo>
                    <a:pt x="26873" y="245414"/>
                  </a:lnTo>
                  <a:lnTo>
                    <a:pt x="28181" y="245338"/>
                  </a:lnTo>
                  <a:lnTo>
                    <a:pt x="29235" y="244944"/>
                  </a:lnTo>
                  <a:lnTo>
                    <a:pt x="29197" y="244144"/>
                  </a:lnTo>
                  <a:lnTo>
                    <a:pt x="28117" y="243878"/>
                  </a:lnTo>
                  <a:lnTo>
                    <a:pt x="25488" y="244043"/>
                  </a:lnTo>
                  <a:lnTo>
                    <a:pt x="24866" y="244284"/>
                  </a:lnTo>
                  <a:lnTo>
                    <a:pt x="24993" y="243560"/>
                  </a:lnTo>
                  <a:lnTo>
                    <a:pt x="24930" y="242023"/>
                  </a:lnTo>
                  <a:lnTo>
                    <a:pt x="24853" y="240499"/>
                  </a:lnTo>
                  <a:lnTo>
                    <a:pt x="24511" y="239280"/>
                  </a:lnTo>
                  <a:lnTo>
                    <a:pt x="24358" y="239293"/>
                  </a:lnTo>
                  <a:lnTo>
                    <a:pt x="37376" y="224116"/>
                  </a:lnTo>
                  <a:lnTo>
                    <a:pt x="37211" y="225082"/>
                  </a:lnTo>
                  <a:lnTo>
                    <a:pt x="37350" y="228155"/>
                  </a:lnTo>
                  <a:lnTo>
                    <a:pt x="37528" y="228828"/>
                  </a:lnTo>
                  <a:lnTo>
                    <a:pt x="36957" y="228688"/>
                  </a:lnTo>
                  <a:lnTo>
                    <a:pt x="35648" y="228765"/>
                  </a:lnTo>
                  <a:lnTo>
                    <a:pt x="34340" y="228854"/>
                  </a:lnTo>
                  <a:lnTo>
                    <a:pt x="33286" y="229235"/>
                  </a:lnTo>
                  <a:lnTo>
                    <a:pt x="33324" y="230047"/>
                  </a:lnTo>
                  <a:lnTo>
                    <a:pt x="34404" y="230314"/>
                  </a:lnTo>
                  <a:lnTo>
                    <a:pt x="37033" y="230136"/>
                  </a:lnTo>
                  <a:lnTo>
                    <a:pt x="37604" y="229933"/>
                  </a:lnTo>
                  <a:lnTo>
                    <a:pt x="37490" y="230632"/>
                  </a:lnTo>
                  <a:lnTo>
                    <a:pt x="37566" y="232156"/>
                  </a:lnTo>
                  <a:lnTo>
                    <a:pt x="37642" y="233692"/>
                  </a:lnTo>
                  <a:lnTo>
                    <a:pt x="37973" y="234911"/>
                  </a:lnTo>
                  <a:lnTo>
                    <a:pt x="38658" y="234873"/>
                  </a:lnTo>
                  <a:lnTo>
                    <a:pt x="38887" y="233616"/>
                  </a:lnTo>
                  <a:lnTo>
                    <a:pt x="38735" y="230543"/>
                  </a:lnTo>
                  <a:lnTo>
                    <a:pt x="38544" y="229857"/>
                  </a:lnTo>
                  <a:lnTo>
                    <a:pt x="39166" y="230009"/>
                  </a:lnTo>
                  <a:lnTo>
                    <a:pt x="40474" y="229920"/>
                  </a:lnTo>
                  <a:lnTo>
                    <a:pt x="41783" y="229844"/>
                  </a:lnTo>
                  <a:lnTo>
                    <a:pt x="42837" y="229450"/>
                  </a:lnTo>
                  <a:lnTo>
                    <a:pt x="51562" y="239509"/>
                  </a:lnTo>
                  <a:lnTo>
                    <a:pt x="50901" y="239534"/>
                  </a:lnTo>
                  <a:lnTo>
                    <a:pt x="50673" y="240792"/>
                  </a:lnTo>
                  <a:lnTo>
                    <a:pt x="50825" y="243865"/>
                  </a:lnTo>
                  <a:lnTo>
                    <a:pt x="51003" y="244551"/>
                  </a:lnTo>
                  <a:lnTo>
                    <a:pt x="50431" y="244398"/>
                  </a:lnTo>
                  <a:lnTo>
                    <a:pt x="49123" y="244487"/>
                  </a:lnTo>
                  <a:lnTo>
                    <a:pt x="47815" y="244563"/>
                  </a:lnTo>
                  <a:lnTo>
                    <a:pt x="46748" y="244957"/>
                  </a:lnTo>
                  <a:lnTo>
                    <a:pt x="46799" y="245757"/>
                  </a:lnTo>
                  <a:lnTo>
                    <a:pt x="47879" y="246024"/>
                  </a:lnTo>
                  <a:lnTo>
                    <a:pt x="50507" y="245859"/>
                  </a:lnTo>
                  <a:lnTo>
                    <a:pt x="51079" y="245643"/>
                  </a:lnTo>
                  <a:lnTo>
                    <a:pt x="50965" y="246341"/>
                  </a:lnTo>
                  <a:lnTo>
                    <a:pt x="51041" y="247878"/>
                  </a:lnTo>
                  <a:lnTo>
                    <a:pt x="51104" y="249402"/>
                  </a:lnTo>
                  <a:lnTo>
                    <a:pt x="51447" y="250621"/>
                  </a:lnTo>
                  <a:lnTo>
                    <a:pt x="51650" y="250621"/>
                  </a:lnTo>
                  <a:lnTo>
                    <a:pt x="51650" y="239776"/>
                  </a:lnTo>
                  <a:lnTo>
                    <a:pt x="51587" y="239547"/>
                  </a:lnTo>
                  <a:lnTo>
                    <a:pt x="55575" y="244195"/>
                  </a:lnTo>
                  <a:lnTo>
                    <a:pt x="55575" y="239826"/>
                  </a:lnTo>
                  <a:lnTo>
                    <a:pt x="42087" y="224091"/>
                  </a:lnTo>
                  <a:lnTo>
                    <a:pt x="42087" y="228485"/>
                  </a:lnTo>
                  <a:lnTo>
                    <a:pt x="41719" y="228384"/>
                  </a:lnTo>
                  <a:lnTo>
                    <a:pt x="39090" y="228549"/>
                  </a:lnTo>
                  <a:lnTo>
                    <a:pt x="38468" y="228790"/>
                  </a:lnTo>
                  <a:lnTo>
                    <a:pt x="38595" y="228066"/>
                  </a:lnTo>
                  <a:lnTo>
                    <a:pt x="38531" y="226542"/>
                  </a:lnTo>
                  <a:lnTo>
                    <a:pt x="38455" y="225005"/>
                  </a:lnTo>
                  <a:lnTo>
                    <a:pt x="38112" y="223837"/>
                  </a:lnTo>
                  <a:lnTo>
                    <a:pt x="42087" y="228485"/>
                  </a:lnTo>
                  <a:lnTo>
                    <a:pt x="42087" y="224091"/>
                  </a:lnTo>
                  <a:lnTo>
                    <a:pt x="41617" y="223532"/>
                  </a:lnTo>
                  <a:lnTo>
                    <a:pt x="38087" y="219417"/>
                  </a:lnTo>
                  <a:lnTo>
                    <a:pt x="38087" y="223799"/>
                  </a:lnTo>
                  <a:lnTo>
                    <a:pt x="37630" y="223824"/>
                  </a:lnTo>
                  <a:lnTo>
                    <a:pt x="37871" y="223532"/>
                  </a:lnTo>
                  <a:lnTo>
                    <a:pt x="38087" y="223799"/>
                  </a:lnTo>
                  <a:lnTo>
                    <a:pt x="38087" y="219417"/>
                  </a:lnTo>
                  <a:lnTo>
                    <a:pt x="37871" y="219163"/>
                  </a:lnTo>
                  <a:lnTo>
                    <a:pt x="23926" y="235432"/>
                  </a:lnTo>
                  <a:lnTo>
                    <a:pt x="23926" y="244322"/>
                  </a:lnTo>
                  <a:lnTo>
                    <a:pt x="23355" y="244182"/>
                  </a:lnTo>
                  <a:lnTo>
                    <a:pt x="22047" y="244259"/>
                  </a:lnTo>
                  <a:lnTo>
                    <a:pt x="20739" y="244348"/>
                  </a:lnTo>
                  <a:lnTo>
                    <a:pt x="19710" y="244729"/>
                  </a:lnTo>
                  <a:lnTo>
                    <a:pt x="19710" y="245516"/>
                  </a:lnTo>
                  <a:lnTo>
                    <a:pt x="19380" y="245110"/>
                  </a:lnTo>
                  <a:lnTo>
                    <a:pt x="19685" y="244754"/>
                  </a:lnTo>
                  <a:lnTo>
                    <a:pt x="19710" y="245516"/>
                  </a:lnTo>
                  <a:lnTo>
                    <a:pt x="19710" y="244729"/>
                  </a:lnTo>
                  <a:lnTo>
                    <a:pt x="23685" y="240080"/>
                  </a:lnTo>
                  <a:lnTo>
                    <a:pt x="23609" y="240576"/>
                  </a:lnTo>
                  <a:lnTo>
                    <a:pt x="23749" y="243636"/>
                  </a:lnTo>
                  <a:lnTo>
                    <a:pt x="23926" y="244322"/>
                  </a:lnTo>
                  <a:lnTo>
                    <a:pt x="23926" y="235432"/>
                  </a:lnTo>
                  <a:lnTo>
                    <a:pt x="17500" y="242925"/>
                  </a:lnTo>
                  <a:lnTo>
                    <a:pt x="15633" y="240753"/>
                  </a:lnTo>
                  <a:lnTo>
                    <a:pt x="15633" y="245110"/>
                  </a:lnTo>
                  <a:lnTo>
                    <a:pt x="11493" y="249936"/>
                  </a:lnTo>
                  <a:lnTo>
                    <a:pt x="11607" y="249326"/>
                  </a:lnTo>
                  <a:lnTo>
                    <a:pt x="11455" y="246265"/>
                  </a:lnTo>
                  <a:lnTo>
                    <a:pt x="11125" y="245033"/>
                  </a:lnTo>
                  <a:lnTo>
                    <a:pt x="11315" y="243776"/>
                  </a:lnTo>
                  <a:lnTo>
                    <a:pt x="11252" y="242252"/>
                  </a:lnTo>
                  <a:lnTo>
                    <a:pt x="11176" y="240728"/>
                  </a:lnTo>
                  <a:lnTo>
                    <a:pt x="10845" y="239547"/>
                  </a:lnTo>
                  <a:lnTo>
                    <a:pt x="15633" y="245110"/>
                  </a:lnTo>
                  <a:lnTo>
                    <a:pt x="15633" y="240753"/>
                  </a:lnTo>
                  <a:lnTo>
                    <a:pt x="0" y="222504"/>
                  </a:lnTo>
                  <a:lnTo>
                    <a:pt x="0" y="226872"/>
                  </a:lnTo>
                  <a:lnTo>
                    <a:pt x="10820" y="239509"/>
                  </a:lnTo>
                  <a:lnTo>
                    <a:pt x="10147" y="239534"/>
                  </a:lnTo>
                  <a:lnTo>
                    <a:pt x="9931" y="240792"/>
                  </a:lnTo>
                  <a:lnTo>
                    <a:pt x="10071" y="243865"/>
                  </a:lnTo>
                  <a:lnTo>
                    <a:pt x="10261" y="244551"/>
                  </a:lnTo>
                  <a:lnTo>
                    <a:pt x="9677" y="244398"/>
                  </a:lnTo>
                  <a:lnTo>
                    <a:pt x="8369" y="244487"/>
                  </a:lnTo>
                  <a:lnTo>
                    <a:pt x="7061" y="244563"/>
                  </a:lnTo>
                  <a:lnTo>
                    <a:pt x="6007" y="244957"/>
                  </a:lnTo>
                  <a:lnTo>
                    <a:pt x="6045" y="245757"/>
                  </a:lnTo>
                  <a:lnTo>
                    <a:pt x="7124" y="246024"/>
                  </a:lnTo>
                  <a:lnTo>
                    <a:pt x="9753" y="245859"/>
                  </a:lnTo>
                  <a:lnTo>
                    <a:pt x="10325" y="245643"/>
                  </a:lnTo>
                  <a:lnTo>
                    <a:pt x="10210" y="246341"/>
                  </a:lnTo>
                  <a:lnTo>
                    <a:pt x="10287" y="247878"/>
                  </a:lnTo>
                  <a:lnTo>
                    <a:pt x="10363" y="249402"/>
                  </a:lnTo>
                  <a:lnTo>
                    <a:pt x="10693" y="250621"/>
                  </a:lnTo>
                  <a:lnTo>
                    <a:pt x="10909" y="250621"/>
                  </a:lnTo>
                  <a:lnTo>
                    <a:pt x="0" y="263347"/>
                  </a:lnTo>
                  <a:lnTo>
                    <a:pt x="0" y="267716"/>
                  </a:lnTo>
                  <a:lnTo>
                    <a:pt x="17500" y="247307"/>
                  </a:lnTo>
                  <a:lnTo>
                    <a:pt x="37871" y="271056"/>
                  </a:lnTo>
                  <a:lnTo>
                    <a:pt x="41617" y="266687"/>
                  </a:lnTo>
                  <a:lnTo>
                    <a:pt x="58839" y="246608"/>
                  </a:lnTo>
                  <a:lnTo>
                    <a:pt x="79806" y="271056"/>
                  </a:lnTo>
                  <a:lnTo>
                    <a:pt x="83553" y="266687"/>
                  </a:lnTo>
                  <a:lnTo>
                    <a:pt x="102057" y="245110"/>
                  </a:lnTo>
                  <a:close/>
                </a:path>
                <a:path w="118109" h="271145">
                  <a:moveTo>
                    <a:pt x="105219" y="36728"/>
                  </a:moveTo>
                  <a:lnTo>
                    <a:pt x="105168" y="35915"/>
                  </a:lnTo>
                  <a:lnTo>
                    <a:pt x="104089" y="35661"/>
                  </a:lnTo>
                  <a:lnTo>
                    <a:pt x="101460" y="35826"/>
                  </a:lnTo>
                  <a:lnTo>
                    <a:pt x="100850" y="36068"/>
                  </a:lnTo>
                  <a:lnTo>
                    <a:pt x="100977" y="35344"/>
                  </a:lnTo>
                  <a:lnTo>
                    <a:pt x="100901" y="33807"/>
                  </a:lnTo>
                  <a:lnTo>
                    <a:pt x="100825" y="32283"/>
                  </a:lnTo>
                  <a:lnTo>
                    <a:pt x="100495" y="31051"/>
                  </a:lnTo>
                  <a:lnTo>
                    <a:pt x="99809" y="31102"/>
                  </a:lnTo>
                  <a:lnTo>
                    <a:pt x="99580" y="32359"/>
                  </a:lnTo>
                  <a:lnTo>
                    <a:pt x="99733" y="35420"/>
                  </a:lnTo>
                  <a:lnTo>
                    <a:pt x="99910" y="36106"/>
                  </a:lnTo>
                  <a:lnTo>
                    <a:pt x="99339" y="35953"/>
                  </a:lnTo>
                  <a:lnTo>
                    <a:pt x="98031" y="36042"/>
                  </a:lnTo>
                  <a:lnTo>
                    <a:pt x="96723" y="36131"/>
                  </a:lnTo>
                  <a:lnTo>
                    <a:pt x="95656" y="36512"/>
                  </a:lnTo>
                  <a:lnTo>
                    <a:pt x="95707" y="37325"/>
                  </a:lnTo>
                  <a:lnTo>
                    <a:pt x="96786" y="37579"/>
                  </a:lnTo>
                  <a:lnTo>
                    <a:pt x="99415" y="37414"/>
                  </a:lnTo>
                  <a:lnTo>
                    <a:pt x="99987" y="37211"/>
                  </a:lnTo>
                  <a:lnTo>
                    <a:pt x="99872" y="37909"/>
                  </a:lnTo>
                  <a:lnTo>
                    <a:pt x="99936" y="39433"/>
                  </a:lnTo>
                  <a:lnTo>
                    <a:pt x="100012" y="40957"/>
                  </a:lnTo>
                  <a:lnTo>
                    <a:pt x="100355" y="42189"/>
                  </a:lnTo>
                  <a:lnTo>
                    <a:pt x="101041" y="42151"/>
                  </a:lnTo>
                  <a:lnTo>
                    <a:pt x="101257" y="40894"/>
                  </a:lnTo>
                  <a:lnTo>
                    <a:pt x="101117" y="37820"/>
                  </a:lnTo>
                  <a:lnTo>
                    <a:pt x="100914" y="37147"/>
                  </a:lnTo>
                  <a:lnTo>
                    <a:pt x="101536" y="37287"/>
                  </a:lnTo>
                  <a:lnTo>
                    <a:pt x="102844" y="37198"/>
                  </a:lnTo>
                  <a:lnTo>
                    <a:pt x="104152" y="37109"/>
                  </a:lnTo>
                  <a:lnTo>
                    <a:pt x="105219" y="36728"/>
                  </a:lnTo>
                  <a:close/>
                </a:path>
                <a:path w="118109" h="271145">
                  <a:moveTo>
                    <a:pt x="105473" y="5664"/>
                  </a:moveTo>
                  <a:lnTo>
                    <a:pt x="105422" y="4864"/>
                  </a:lnTo>
                  <a:lnTo>
                    <a:pt x="104343" y="4597"/>
                  </a:lnTo>
                  <a:lnTo>
                    <a:pt x="101714" y="4762"/>
                  </a:lnTo>
                  <a:lnTo>
                    <a:pt x="101104" y="4991"/>
                  </a:lnTo>
                  <a:lnTo>
                    <a:pt x="101231" y="4279"/>
                  </a:lnTo>
                  <a:lnTo>
                    <a:pt x="101155" y="2743"/>
                  </a:lnTo>
                  <a:lnTo>
                    <a:pt x="101079" y="1219"/>
                  </a:lnTo>
                  <a:lnTo>
                    <a:pt x="100749" y="0"/>
                  </a:lnTo>
                  <a:lnTo>
                    <a:pt x="100063" y="38"/>
                  </a:lnTo>
                  <a:lnTo>
                    <a:pt x="99834" y="1295"/>
                  </a:lnTo>
                  <a:lnTo>
                    <a:pt x="99987" y="4356"/>
                  </a:lnTo>
                  <a:lnTo>
                    <a:pt x="100164" y="5041"/>
                  </a:lnTo>
                  <a:lnTo>
                    <a:pt x="99593" y="4902"/>
                  </a:lnTo>
                  <a:lnTo>
                    <a:pt x="98285" y="4978"/>
                  </a:lnTo>
                  <a:lnTo>
                    <a:pt x="96977" y="5067"/>
                  </a:lnTo>
                  <a:lnTo>
                    <a:pt x="95910" y="5448"/>
                  </a:lnTo>
                  <a:lnTo>
                    <a:pt x="95961" y="6261"/>
                  </a:lnTo>
                  <a:lnTo>
                    <a:pt x="97040" y="6527"/>
                  </a:lnTo>
                  <a:lnTo>
                    <a:pt x="99669" y="6350"/>
                  </a:lnTo>
                  <a:lnTo>
                    <a:pt x="100241" y="6146"/>
                  </a:lnTo>
                  <a:lnTo>
                    <a:pt x="100126" y="6845"/>
                  </a:lnTo>
                  <a:lnTo>
                    <a:pt x="100203" y="8369"/>
                  </a:lnTo>
                  <a:lnTo>
                    <a:pt x="100266" y="9906"/>
                  </a:lnTo>
                  <a:lnTo>
                    <a:pt x="100609" y="11125"/>
                  </a:lnTo>
                  <a:lnTo>
                    <a:pt x="101295" y="11087"/>
                  </a:lnTo>
                  <a:lnTo>
                    <a:pt x="101511" y="9829"/>
                  </a:lnTo>
                  <a:lnTo>
                    <a:pt x="101371" y="6756"/>
                  </a:lnTo>
                  <a:lnTo>
                    <a:pt x="101168" y="6083"/>
                  </a:lnTo>
                  <a:lnTo>
                    <a:pt x="101790" y="6223"/>
                  </a:lnTo>
                  <a:lnTo>
                    <a:pt x="103098" y="6134"/>
                  </a:lnTo>
                  <a:lnTo>
                    <a:pt x="104406" y="6057"/>
                  </a:lnTo>
                  <a:lnTo>
                    <a:pt x="105473" y="5664"/>
                  </a:lnTo>
                  <a:close/>
                </a:path>
                <a:path w="118109" h="271145">
                  <a:moveTo>
                    <a:pt x="117652" y="20320"/>
                  </a:moveTo>
                  <a:lnTo>
                    <a:pt x="115189" y="20485"/>
                  </a:lnTo>
                  <a:lnTo>
                    <a:pt x="114566" y="20713"/>
                  </a:lnTo>
                  <a:lnTo>
                    <a:pt x="114706" y="19989"/>
                  </a:lnTo>
                  <a:lnTo>
                    <a:pt x="114630" y="18465"/>
                  </a:lnTo>
                  <a:lnTo>
                    <a:pt x="114554" y="16929"/>
                  </a:lnTo>
                  <a:lnTo>
                    <a:pt x="114223" y="15709"/>
                  </a:lnTo>
                  <a:lnTo>
                    <a:pt x="113525" y="15748"/>
                  </a:lnTo>
                  <a:lnTo>
                    <a:pt x="113309" y="17005"/>
                  </a:lnTo>
                  <a:lnTo>
                    <a:pt x="113461" y="20078"/>
                  </a:lnTo>
                  <a:lnTo>
                    <a:pt x="113639" y="20764"/>
                  </a:lnTo>
                  <a:lnTo>
                    <a:pt x="113055" y="20612"/>
                  </a:lnTo>
                  <a:lnTo>
                    <a:pt x="111747" y="20701"/>
                  </a:lnTo>
                  <a:lnTo>
                    <a:pt x="110439" y="20777"/>
                  </a:lnTo>
                  <a:lnTo>
                    <a:pt x="109385" y="21170"/>
                  </a:lnTo>
                  <a:lnTo>
                    <a:pt x="109423" y="21971"/>
                  </a:lnTo>
                  <a:lnTo>
                    <a:pt x="110502" y="22237"/>
                  </a:lnTo>
                  <a:lnTo>
                    <a:pt x="113131" y="22072"/>
                  </a:lnTo>
                  <a:lnTo>
                    <a:pt x="113703" y="21856"/>
                  </a:lnTo>
                  <a:lnTo>
                    <a:pt x="113588" y="22555"/>
                  </a:lnTo>
                  <a:lnTo>
                    <a:pt x="113665" y="24091"/>
                  </a:lnTo>
                  <a:lnTo>
                    <a:pt x="113741" y="25615"/>
                  </a:lnTo>
                  <a:lnTo>
                    <a:pt x="114071" y="26835"/>
                  </a:lnTo>
                  <a:lnTo>
                    <a:pt x="114769" y="26797"/>
                  </a:lnTo>
                  <a:lnTo>
                    <a:pt x="114985" y="25539"/>
                  </a:lnTo>
                  <a:lnTo>
                    <a:pt x="114846" y="22479"/>
                  </a:lnTo>
                  <a:lnTo>
                    <a:pt x="114642" y="21793"/>
                  </a:lnTo>
                  <a:lnTo>
                    <a:pt x="115265" y="21932"/>
                  </a:lnTo>
                  <a:lnTo>
                    <a:pt x="117652" y="21780"/>
                  </a:lnTo>
                  <a:lnTo>
                    <a:pt x="117652" y="20320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10570934" y="6796246"/>
              <a:ext cx="118110" cy="128270"/>
            </a:xfrm>
            <a:custGeom>
              <a:avLst/>
              <a:gdLst/>
              <a:ahLst/>
              <a:cxnLst/>
              <a:rect l="l" t="t" r="r" b="b"/>
              <a:pathLst>
                <a:path w="118109" h="128270">
                  <a:moveTo>
                    <a:pt x="2082" y="106908"/>
                  </a:moveTo>
                  <a:lnTo>
                    <a:pt x="2044" y="106108"/>
                  </a:lnTo>
                  <a:lnTo>
                    <a:pt x="965" y="105841"/>
                  </a:lnTo>
                  <a:lnTo>
                    <a:pt x="0" y="105905"/>
                  </a:lnTo>
                  <a:lnTo>
                    <a:pt x="0" y="107365"/>
                  </a:lnTo>
                  <a:lnTo>
                    <a:pt x="1028" y="107302"/>
                  </a:lnTo>
                  <a:lnTo>
                    <a:pt x="2082" y="106908"/>
                  </a:lnTo>
                  <a:close/>
                </a:path>
                <a:path w="118109" h="128270">
                  <a:moveTo>
                    <a:pt x="15557" y="122631"/>
                  </a:moveTo>
                  <a:lnTo>
                    <a:pt x="15519" y="121818"/>
                  </a:lnTo>
                  <a:lnTo>
                    <a:pt x="14439" y="121551"/>
                  </a:lnTo>
                  <a:lnTo>
                    <a:pt x="11811" y="121729"/>
                  </a:lnTo>
                  <a:lnTo>
                    <a:pt x="10756" y="122110"/>
                  </a:lnTo>
                  <a:lnTo>
                    <a:pt x="10769" y="122516"/>
                  </a:lnTo>
                  <a:lnTo>
                    <a:pt x="10426" y="122542"/>
                  </a:lnTo>
                  <a:lnTo>
                    <a:pt x="10210" y="123799"/>
                  </a:lnTo>
                  <a:lnTo>
                    <a:pt x="10287" y="125336"/>
                  </a:lnTo>
                  <a:lnTo>
                    <a:pt x="10363" y="126860"/>
                  </a:lnTo>
                  <a:lnTo>
                    <a:pt x="10693" y="128079"/>
                  </a:lnTo>
                  <a:lnTo>
                    <a:pt x="11391" y="128041"/>
                  </a:lnTo>
                  <a:lnTo>
                    <a:pt x="11607" y="126784"/>
                  </a:lnTo>
                  <a:lnTo>
                    <a:pt x="11455" y="123723"/>
                  </a:lnTo>
                  <a:lnTo>
                    <a:pt x="11264" y="123037"/>
                  </a:lnTo>
                  <a:lnTo>
                    <a:pt x="11887" y="123177"/>
                  </a:lnTo>
                  <a:lnTo>
                    <a:pt x="13195" y="123101"/>
                  </a:lnTo>
                  <a:lnTo>
                    <a:pt x="14503" y="123012"/>
                  </a:lnTo>
                  <a:lnTo>
                    <a:pt x="15557" y="122631"/>
                  </a:lnTo>
                  <a:close/>
                </a:path>
                <a:path w="118109" h="128270">
                  <a:moveTo>
                    <a:pt x="39979" y="25946"/>
                  </a:moveTo>
                  <a:lnTo>
                    <a:pt x="36233" y="21577"/>
                  </a:lnTo>
                  <a:lnTo>
                    <a:pt x="36233" y="25946"/>
                  </a:lnTo>
                  <a:lnTo>
                    <a:pt x="32092" y="30772"/>
                  </a:lnTo>
                  <a:lnTo>
                    <a:pt x="32207" y="30162"/>
                  </a:lnTo>
                  <a:lnTo>
                    <a:pt x="32067" y="27089"/>
                  </a:lnTo>
                  <a:lnTo>
                    <a:pt x="31864" y="26416"/>
                  </a:lnTo>
                  <a:lnTo>
                    <a:pt x="32486" y="26555"/>
                  </a:lnTo>
                  <a:lnTo>
                    <a:pt x="33794" y="26466"/>
                  </a:lnTo>
                  <a:lnTo>
                    <a:pt x="35102" y="26390"/>
                  </a:lnTo>
                  <a:lnTo>
                    <a:pt x="36156" y="25996"/>
                  </a:lnTo>
                  <a:lnTo>
                    <a:pt x="36144" y="25857"/>
                  </a:lnTo>
                  <a:lnTo>
                    <a:pt x="36233" y="21577"/>
                  </a:lnTo>
                  <a:lnTo>
                    <a:pt x="35433" y="20650"/>
                  </a:lnTo>
                  <a:lnTo>
                    <a:pt x="35433" y="25031"/>
                  </a:lnTo>
                  <a:lnTo>
                    <a:pt x="35039" y="24930"/>
                  </a:lnTo>
                  <a:lnTo>
                    <a:pt x="32410" y="25095"/>
                  </a:lnTo>
                  <a:lnTo>
                    <a:pt x="31800" y="25323"/>
                  </a:lnTo>
                  <a:lnTo>
                    <a:pt x="31927" y="24612"/>
                  </a:lnTo>
                  <a:lnTo>
                    <a:pt x="31851" y="23075"/>
                  </a:lnTo>
                  <a:lnTo>
                    <a:pt x="31775" y="21551"/>
                  </a:lnTo>
                  <a:lnTo>
                    <a:pt x="31445" y="20383"/>
                  </a:lnTo>
                  <a:lnTo>
                    <a:pt x="35433" y="25031"/>
                  </a:lnTo>
                  <a:lnTo>
                    <a:pt x="35433" y="20650"/>
                  </a:lnTo>
                  <a:lnTo>
                    <a:pt x="21945" y="4914"/>
                  </a:lnTo>
                  <a:lnTo>
                    <a:pt x="21945" y="9321"/>
                  </a:lnTo>
                  <a:lnTo>
                    <a:pt x="21577" y="9220"/>
                  </a:lnTo>
                  <a:lnTo>
                    <a:pt x="18948" y="9385"/>
                  </a:lnTo>
                  <a:lnTo>
                    <a:pt x="18326" y="9613"/>
                  </a:lnTo>
                  <a:lnTo>
                    <a:pt x="18453" y="8902"/>
                  </a:lnTo>
                  <a:lnTo>
                    <a:pt x="18376" y="7366"/>
                  </a:lnTo>
                  <a:lnTo>
                    <a:pt x="18313" y="5842"/>
                  </a:lnTo>
                  <a:lnTo>
                    <a:pt x="17970" y="4660"/>
                  </a:lnTo>
                  <a:lnTo>
                    <a:pt x="21945" y="9321"/>
                  </a:lnTo>
                  <a:lnTo>
                    <a:pt x="21945" y="4914"/>
                  </a:lnTo>
                  <a:lnTo>
                    <a:pt x="21475" y="4356"/>
                  </a:lnTo>
                  <a:lnTo>
                    <a:pt x="17945" y="254"/>
                  </a:lnTo>
                  <a:lnTo>
                    <a:pt x="17945" y="4622"/>
                  </a:lnTo>
                  <a:lnTo>
                    <a:pt x="17475" y="4648"/>
                  </a:lnTo>
                  <a:lnTo>
                    <a:pt x="17729" y="4356"/>
                  </a:lnTo>
                  <a:lnTo>
                    <a:pt x="17945" y="4622"/>
                  </a:lnTo>
                  <a:lnTo>
                    <a:pt x="17945" y="254"/>
                  </a:lnTo>
                  <a:lnTo>
                    <a:pt x="17729" y="0"/>
                  </a:lnTo>
                  <a:lnTo>
                    <a:pt x="0" y="20688"/>
                  </a:lnTo>
                  <a:lnTo>
                    <a:pt x="0" y="25044"/>
                  </a:lnTo>
                  <a:lnTo>
                    <a:pt x="3543" y="20904"/>
                  </a:lnTo>
                  <a:lnTo>
                    <a:pt x="3467" y="21399"/>
                  </a:lnTo>
                  <a:lnTo>
                    <a:pt x="3606" y="24472"/>
                  </a:lnTo>
                  <a:lnTo>
                    <a:pt x="3784" y="25158"/>
                  </a:lnTo>
                  <a:lnTo>
                    <a:pt x="3213" y="25006"/>
                  </a:lnTo>
                  <a:lnTo>
                    <a:pt x="596" y="25171"/>
                  </a:lnTo>
                  <a:lnTo>
                    <a:pt x="0" y="25400"/>
                  </a:lnTo>
                  <a:lnTo>
                    <a:pt x="0" y="26466"/>
                  </a:lnTo>
                  <a:lnTo>
                    <a:pt x="660" y="26631"/>
                  </a:lnTo>
                  <a:lnTo>
                    <a:pt x="3289" y="26466"/>
                  </a:lnTo>
                  <a:lnTo>
                    <a:pt x="3860" y="26250"/>
                  </a:lnTo>
                  <a:lnTo>
                    <a:pt x="3746" y="26949"/>
                  </a:lnTo>
                  <a:lnTo>
                    <a:pt x="3822" y="28486"/>
                  </a:lnTo>
                  <a:lnTo>
                    <a:pt x="3886" y="30010"/>
                  </a:lnTo>
                  <a:lnTo>
                    <a:pt x="4229" y="31242"/>
                  </a:lnTo>
                  <a:lnTo>
                    <a:pt x="4914" y="31191"/>
                  </a:lnTo>
                  <a:lnTo>
                    <a:pt x="5143" y="29933"/>
                  </a:lnTo>
                  <a:lnTo>
                    <a:pt x="4991" y="26873"/>
                  </a:lnTo>
                  <a:lnTo>
                    <a:pt x="4800" y="26187"/>
                  </a:lnTo>
                  <a:lnTo>
                    <a:pt x="5410" y="26327"/>
                  </a:lnTo>
                  <a:lnTo>
                    <a:pt x="6731" y="26250"/>
                  </a:lnTo>
                  <a:lnTo>
                    <a:pt x="8039" y="26162"/>
                  </a:lnTo>
                  <a:lnTo>
                    <a:pt x="9093" y="25781"/>
                  </a:lnTo>
                  <a:lnTo>
                    <a:pt x="9055" y="24968"/>
                  </a:lnTo>
                  <a:lnTo>
                    <a:pt x="7975" y="24714"/>
                  </a:lnTo>
                  <a:lnTo>
                    <a:pt x="5346" y="24879"/>
                  </a:lnTo>
                  <a:lnTo>
                    <a:pt x="4724" y="25107"/>
                  </a:lnTo>
                  <a:lnTo>
                    <a:pt x="4851" y="24384"/>
                  </a:lnTo>
                  <a:lnTo>
                    <a:pt x="4775" y="22860"/>
                  </a:lnTo>
                  <a:lnTo>
                    <a:pt x="4711" y="21336"/>
                  </a:lnTo>
                  <a:lnTo>
                    <a:pt x="4368" y="20104"/>
                  </a:lnTo>
                  <a:lnTo>
                    <a:pt x="4216" y="20116"/>
                  </a:lnTo>
                  <a:lnTo>
                    <a:pt x="17233" y="4940"/>
                  </a:lnTo>
                  <a:lnTo>
                    <a:pt x="17056" y="5918"/>
                  </a:lnTo>
                  <a:lnTo>
                    <a:pt x="17208" y="8978"/>
                  </a:lnTo>
                  <a:lnTo>
                    <a:pt x="17386" y="9664"/>
                  </a:lnTo>
                  <a:lnTo>
                    <a:pt x="16814" y="9512"/>
                  </a:lnTo>
                  <a:lnTo>
                    <a:pt x="15506" y="9601"/>
                  </a:lnTo>
                  <a:lnTo>
                    <a:pt x="14198" y="9690"/>
                  </a:lnTo>
                  <a:lnTo>
                    <a:pt x="13144" y="10071"/>
                  </a:lnTo>
                  <a:lnTo>
                    <a:pt x="13182" y="10871"/>
                  </a:lnTo>
                  <a:lnTo>
                    <a:pt x="14262" y="11137"/>
                  </a:lnTo>
                  <a:lnTo>
                    <a:pt x="16891" y="10972"/>
                  </a:lnTo>
                  <a:lnTo>
                    <a:pt x="17462" y="10756"/>
                  </a:lnTo>
                  <a:lnTo>
                    <a:pt x="17348" y="11455"/>
                  </a:lnTo>
                  <a:lnTo>
                    <a:pt x="17424" y="12992"/>
                  </a:lnTo>
                  <a:lnTo>
                    <a:pt x="17487" y="14516"/>
                  </a:lnTo>
                  <a:lnTo>
                    <a:pt x="17830" y="15748"/>
                  </a:lnTo>
                  <a:lnTo>
                    <a:pt x="18516" y="15697"/>
                  </a:lnTo>
                  <a:lnTo>
                    <a:pt x="18745" y="14439"/>
                  </a:lnTo>
                  <a:lnTo>
                    <a:pt x="18592" y="11379"/>
                  </a:lnTo>
                  <a:lnTo>
                    <a:pt x="18402" y="10693"/>
                  </a:lnTo>
                  <a:lnTo>
                    <a:pt x="19011" y="10833"/>
                  </a:lnTo>
                  <a:lnTo>
                    <a:pt x="20320" y="10756"/>
                  </a:lnTo>
                  <a:lnTo>
                    <a:pt x="21640" y="10668"/>
                  </a:lnTo>
                  <a:lnTo>
                    <a:pt x="22694" y="10287"/>
                  </a:lnTo>
                  <a:lnTo>
                    <a:pt x="31419" y="20345"/>
                  </a:lnTo>
                  <a:lnTo>
                    <a:pt x="30759" y="20370"/>
                  </a:lnTo>
                  <a:lnTo>
                    <a:pt x="30530" y="21628"/>
                  </a:lnTo>
                  <a:lnTo>
                    <a:pt x="30683" y="24688"/>
                  </a:lnTo>
                  <a:lnTo>
                    <a:pt x="30861" y="25374"/>
                  </a:lnTo>
                  <a:lnTo>
                    <a:pt x="30289" y="25234"/>
                  </a:lnTo>
                  <a:lnTo>
                    <a:pt x="28981" y="25311"/>
                  </a:lnTo>
                  <a:lnTo>
                    <a:pt x="27660" y="25400"/>
                  </a:lnTo>
                  <a:lnTo>
                    <a:pt x="26606" y="25781"/>
                  </a:lnTo>
                  <a:lnTo>
                    <a:pt x="26657" y="26593"/>
                  </a:lnTo>
                  <a:lnTo>
                    <a:pt x="27724" y="26847"/>
                  </a:lnTo>
                  <a:lnTo>
                    <a:pt x="30353" y="26682"/>
                  </a:lnTo>
                  <a:lnTo>
                    <a:pt x="30937" y="26479"/>
                  </a:lnTo>
                  <a:lnTo>
                    <a:pt x="30822" y="27178"/>
                  </a:lnTo>
                  <a:lnTo>
                    <a:pt x="30886" y="28702"/>
                  </a:lnTo>
                  <a:lnTo>
                    <a:pt x="30962" y="30226"/>
                  </a:lnTo>
                  <a:lnTo>
                    <a:pt x="31305" y="31457"/>
                  </a:lnTo>
                  <a:lnTo>
                    <a:pt x="31508" y="31457"/>
                  </a:lnTo>
                  <a:lnTo>
                    <a:pt x="17729" y="47523"/>
                  </a:lnTo>
                  <a:lnTo>
                    <a:pt x="12941" y="41948"/>
                  </a:lnTo>
                  <a:lnTo>
                    <a:pt x="14008" y="42202"/>
                  </a:lnTo>
                  <a:lnTo>
                    <a:pt x="16637" y="42037"/>
                  </a:lnTo>
                  <a:lnTo>
                    <a:pt x="17208" y="41821"/>
                  </a:lnTo>
                  <a:lnTo>
                    <a:pt x="17094" y="42519"/>
                  </a:lnTo>
                  <a:lnTo>
                    <a:pt x="17170" y="44056"/>
                  </a:lnTo>
                  <a:lnTo>
                    <a:pt x="17233" y="45580"/>
                  </a:lnTo>
                  <a:lnTo>
                    <a:pt x="17576" y="46799"/>
                  </a:lnTo>
                  <a:lnTo>
                    <a:pt x="18262" y="46761"/>
                  </a:lnTo>
                  <a:lnTo>
                    <a:pt x="18478" y="45504"/>
                  </a:lnTo>
                  <a:lnTo>
                    <a:pt x="18338" y="42443"/>
                  </a:lnTo>
                  <a:lnTo>
                    <a:pt x="18148" y="41757"/>
                  </a:lnTo>
                  <a:lnTo>
                    <a:pt x="18757" y="41897"/>
                  </a:lnTo>
                  <a:lnTo>
                    <a:pt x="20066" y="41821"/>
                  </a:lnTo>
                  <a:lnTo>
                    <a:pt x="21374" y="41732"/>
                  </a:lnTo>
                  <a:lnTo>
                    <a:pt x="22440" y="41338"/>
                  </a:lnTo>
                  <a:lnTo>
                    <a:pt x="22390" y="40538"/>
                  </a:lnTo>
                  <a:lnTo>
                    <a:pt x="21323" y="40271"/>
                  </a:lnTo>
                  <a:lnTo>
                    <a:pt x="18694" y="40449"/>
                  </a:lnTo>
                  <a:lnTo>
                    <a:pt x="18072" y="40690"/>
                  </a:lnTo>
                  <a:lnTo>
                    <a:pt x="18199" y="39954"/>
                  </a:lnTo>
                  <a:lnTo>
                    <a:pt x="18122" y="38430"/>
                  </a:lnTo>
                  <a:lnTo>
                    <a:pt x="18059" y="36893"/>
                  </a:lnTo>
                  <a:lnTo>
                    <a:pt x="17716" y="35674"/>
                  </a:lnTo>
                  <a:lnTo>
                    <a:pt x="17030" y="35712"/>
                  </a:lnTo>
                  <a:lnTo>
                    <a:pt x="16802" y="36969"/>
                  </a:lnTo>
                  <a:lnTo>
                    <a:pt x="16954" y="40043"/>
                  </a:lnTo>
                  <a:lnTo>
                    <a:pt x="17132" y="40728"/>
                  </a:lnTo>
                  <a:lnTo>
                    <a:pt x="16560" y="40576"/>
                  </a:lnTo>
                  <a:lnTo>
                    <a:pt x="15252" y="40665"/>
                  </a:lnTo>
                  <a:lnTo>
                    <a:pt x="13944" y="40741"/>
                  </a:lnTo>
                  <a:lnTo>
                    <a:pt x="12877" y="41135"/>
                  </a:lnTo>
                  <a:lnTo>
                    <a:pt x="12915" y="41922"/>
                  </a:lnTo>
                  <a:lnTo>
                    <a:pt x="0" y="26835"/>
                  </a:lnTo>
                  <a:lnTo>
                    <a:pt x="0" y="31191"/>
                  </a:lnTo>
                  <a:lnTo>
                    <a:pt x="17729" y="51892"/>
                  </a:lnTo>
                  <a:lnTo>
                    <a:pt x="21475" y="47523"/>
                  </a:lnTo>
                  <a:lnTo>
                    <a:pt x="39979" y="25946"/>
                  </a:lnTo>
                  <a:close/>
                </a:path>
                <a:path w="118109" h="128270">
                  <a:moveTo>
                    <a:pt x="60121" y="57543"/>
                  </a:moveTo>
                  <a:lnTo>
                    <a:pt x="56375" y="53187"/>
                  </a:lnTo>
                  <a:lnTo>
                    <a:pt x="56375" y="57543"/>
                  </a:lnTo>
                  <a:lnTo>
                    <a:pt x="52235" y="62369"/>
                  </a:lnTo>
                  <a:lnTo>
                    <a:pt x="52349" y="61772"/>
                  </a:lnTo>
                  <a:lnTo>
                    <a:pt x="52209" y="58699"/>
                  </a:lnTo>
                  <a:lnTo>
                    <a:pt x="52019" y="58026"/>
                  </a:lnTo>
                  <a:lnTo>
                    <a:pt x="52628" y="58166"/>
                  </a:lnTo>
                  <a:lnTo>
                    <a:pt x="53936" y="58077"/>
                  </a:lnTo>
                  <a:lnTo>
                    <a:pt x="55245" y="57988"/>
                  </a:lnTo>
                  <a:lnTo>
                    <a:pt x="56311" y="57607"/>
                  </a:lnTo>
                  <a:lnTo>
                    <a:pt x="56299" y="57467"/>
                  </a:lnTo>
                  <a:lnTo>
                    <a:pt x="56375" y="53187"/>
                  </a:lnTo>
                  <a:lnTo>
                    <a:pt x="55587" y="52260"/>
                  </a:lnTo>
                  <a:lnTo>
                    <a:pt x="55587" y="56642"/>
                  </a:lnTo>
                  <a:lnTo>
                    <a:pt x="55181" y="56540"/>
                  </a:lnTo>
                  <a:lnTo>
                    <a:pt x="52565" y="56705"/>
                  </a:lnTo>
                  <a:lnTo>
                    <a:pt x="51943" y="56934"/>
                  </a:lnTo>
                  <a:lnTo>
                    <a:pt x="52070" y="56222"/>
                  </a:lnTo>
                  <a:lnTo>
                    <a:pt x="51993" y="54686"/>
                  </a:lnTo>
                  <a:lnTo>
                    <a:pt x="51930" y="53162"/>
                  </a:lnTo>
                  <a:lnTo>
                    <a:pt x="51650" y="52209"/>
                  </a:lnTo>
                  <a:lnTo>
                    <a:pt x="51650" y="63055"/>
                  </a:lnTo>
                  <a:lnTo>
                    <a:pt x="37871" y="79133"/>
                  </a:lnTo>
                  <a:lnTo>
                    <a:pt x="33083" y="73558"/>
                  </a:lnTo>
                  <a:lnTo>
                    <a:pt x="34150" y="73812"/>
                  </a:lnTo>
                  <a:lnTo>
                    <a:pt x="36779" y="73634"/>
                  </a:lnTo>
                  <a:lnTo>
                    <a:pt x="37350" y="73431"/>
                  </a:lnTo>
                  <a:lnTo>
                    <a:pt x="37236" y="74129"/>
                  </a:lnTo>
                  <a:lnTo>
                    <a:pt x="37312" y="75653"/>
                  </a:lnTo>
                  <a:lnTo>
                    <a:pt x="37388" y="77190"/>
                  </a:lnTo>
                  <a:lnTo>
                    <a:pt x="37719" y="78409"/>
                  </a:lnTo>
                  <a:lnTo>
                    <a:pt x="38404" y="78371"/>
                  </a:lnTo>
                  <a:lnTo>
                    <a:pt x="38633" y="77114"/>
                  </a:lnTo>
                  <a:lnTo>
                    <a:pt x="38481" y="74041"/>
                  </a:lnTo>
                  <a:lnTo>
                    <a:pt x="38290" y="73367"/>
                  </a:lnTo>
                  <a:lnTo>
                    <a:pt x="38900" y="73507"/>
                  </a:lnTo>
                  <a:lnTo>
                    <a:pt x="40220" y="73418"/>
                  </a:lnTo>
                  <a:lnTo>
                    <a:pt x="41529" y="73342"/>
                  </a:lnTo>
                  <a:lnTo>
                    <a:pt x="42583" y="72948"/>
                  </a:lnTo>
                  <a:lnTo>
                    <a:pt x="42545" y="72148"/>
                  </a:lnTo>
                  <a:lnTo>
                    <a:pt x="41465" y="71882"/>
                  </a:lnTo>
                  <a:lnTo>
                    <a:pt x="38836" y="72047"/>
                  </a:lnTo>
                  <a:lnTo>
                    <a:pt x="38214" y="72288"/>
                  </a:lnTo>
                  <a:lnTo>
                    <a:pt x="38341" y="71564"/>
                  </a:lnTo>
                  <a:lnTo>
                    <a:pt x="38277" y="70040"/>
                  </a:lnTo>
                  <a:lnTo>
                    <a:pt x="38201" y="68503"/>
                  </a:lnTo>
                  <a:lnTo>
                    <a:pt x="37858" y="67284"/>
                  </a:lnTo>
                  <a:lnTo>
                    <a:pt x="37172" y="67322"/>
                  </a:lnTo>
                  <a:lnTo>
                    <a:pt x="36957" y="68580"/>
                  </a:lnTo>
                  <a:lnTo>
                    <a:pt x="37096" y="71653"/>
                  </a:lnTo>
                  <a:lnTo>
                    <a:pt x="37274" y="72326"/>
                  </a:lnTo>
                  <a:lnTo>
                    <a:pt x="36703" y="72186"/>
                  </a:lnTo>
                  <a:lnTo>
                    <a:pt x="35394" y="72263"/>
                  </a:lnTo>
                  <a:lnTo>
                    <a:pt x="34086" y="72351"/>
                  </a:lnTo>
                  <a:lnTo>
                    <a:pt x="33032" y="72745"/>
                  </a:lnTo>
                  <a:lnTo>
                    <a:pt x="33058" y="73533"/>
                  </a:lnTo>
                  <a:lnTo>
                    <a:pt x="19748" y="57988"/>
                  </a:lnTo>
                  <a:lnTo>
                    <a:pt x="20802" y="58242"/>
                  </a:lnTo>
                  <a:lnTo>
                    <a:pt x="23431" y="58077"/>
                  </a:lnTo>
                  <a:lnTo>
                    <a:pt x="24003" y="57861"/>
                  </a:lnTo>
                  <a:lnTo>
                    <a:pt x="23888" y="58559"/>
                  </a:lnTo>
                  <a:lnTo>
                    <a:pt x="23964" y="60096"/>
                  </a:lnTo>
                  <a:lnTo>
                    <a:pt x="24041" y="61620"/>
                  </a:lnTo>
                  <a:lnTo>
                    <a:pt x="24371" y="62839"/>
                  </a:lnTo>
                  <a:lnTo>
                    <a:pt x="25069" y="62801"/>
                  </a:lnTo>
                  <a:lnTo>
                    <a:pt x="25285" y="61544"/>
                  </a:lnTo>
                  <a:lnTo>
                    <a:pt x="25133" y="58483"/>
                  </a:lnTo>
                  <a:lnTo>
                    <a:pt x="24942" y="57797"/>
                  </a:lnTo>
                  <a:lnTo>
                    <a:pt x="25565" y="57937"/>
                  </a:lnTo>
                  <a:lnTo>
                    <a:pt x="26873" y="57861"/>
                  </a:lnTo>
                  <a:lnTo>
                    <a:pt x="28181" y="57772"/>
                  </a:lnTo>
                  <a:lnTo>
                    <a:pt x="29235" y="57391"/>
                  </a:lnTo>
                  <a:lnTo>
                    <a:pt x="29197" y="56578"/>
                  </a:lnTo>
                  <a:lnTo>
                    <a:pt x="28117" y="56311"/>
                  </a:lnTo>
                  <a:lnTo>
                    <a:pt x="25488" y="56489"/>
                  </a:lnTo>
                  <a:lnTo>
                    <a:pt x="24866" y="56718"/>
                  </a:lnTo>
                  <a:lnTo>
                    <a:pt x="24993" y="55994"/>
                  </a:lnTo>
                  <a:lnTo>
                    <a:pt x="24930" y="54470"/>
                  </a:lnTo>
                  <a:lnTo>
                    <a:pt x="24853" y="52933"/>
                  </a:lnTo>
                  <a:lnTo>
                    <a:pt x="24511" y="51714"/>
                  </a:lnTo>
                  <a:lnTo>
                    <a:pt x="24358" y="51727"/>
                  </a:lnTo>
                  <a:lnTo>
                    <a:pt x="37376" y="36550"/>
                  </a:lnTo>
                  <a:lnTo>
                    <a:pt x="37211" y="37515"/>
                  </a:lnTo>
                  <a:lnTo>
                    <a:pt x="37350" y="40589"/>
                  </a:lnTo>
                  <a:lnTo>
                    <a:pt x="37541" y="41275"/>
                  </a:lnTo>
                  <a:lnTo>
                    <a:pt x="36957" y="41122"/>
                  </a:lnTo>
                  <a:lnTo>
                    <a:pt x="35648" y="41211"/>
                  </a:lnTo>
                  <a:lnTo>
                    <a:pt x="34340" y="41287"/>
                  </a:lnTo>
                  <a:lnTo>
                    <a:pt x="33286" y="41681"/>
                  </a:lnTo>
                  <a:lnTo>
                    <a:pt x="33324" y="42481"/>
                  </a:lnTo>
                  <a:lnTo>
                    <a:pt x="34404" y="42748"/>
                  </a:lnTo>
                  <a:lnTo>
                    <a:pt x="37033" y="42583"/>
                  </a:lnTo>
                  <a:lnTo>
                    <a:pt x="37604" y="42367"/>
                  </a:lnTo>
                  <a:lnTo>
                    <a:pt x="37490" y="43065"/>
                  </a:lnTo>
                  <a:lnTo>
                    <a:pt x="37566" y="44602"/>
                  </a:lnTo>
                  <a:lnTo>
                    <a:pt x="37642" y="46126"/>
                  </a:lnTo>
                  <a:lnTo>
                    <a:pt x="37973" y="47345"/>
                  </a:lnTo>
                  <a:lnTo>
                    <a:pt x="38658" y="47307"/>
                  </a:lnTo>
                  <a:lnTo>
                    <a:pt x="38887" y="46050"/>
                  </a:lnTo>
                  <a:lnTo>
                    <a:pt x="38735" y="42989"/>
                  </a:lnTo>
                  <a:lnTo>
                    <a:pt x="38544" y="42303"/>
                  </a:lnTo>
                  <a:lnTo>
                    <a:pt x="39166" y="42443"/>
                  </a:lnTo>
                  <a:lnTo>
                    <a:pt x="40474" y="42367"/>
                  </a:lnTo>
                  <a:lnTo>
                    <a:pt x="41783" y="42278"/>
                  </a:lnTo>
                  <a:lnTo>
                    <a:pt x="42837" y="41897"/>
                  </a:lnTo>
                  <a:lnTo>
                    <a:pt x="42824" y="41770"/>
                  </a:lnTo>
                  <a:lnTo>
                    <a:pt x="51562" y="51943"/>
                  </a:lnTo>
                  <a:lnTo>
                    <a:pt x="50901" y="51981"/>
                  </a:lnTo>
                  <a:lnTo>
                    <a:pt x="50673" y="53238"/>
                  </a:lnTo>
                  <a:lnTo>
                    <a:pt x="50825" y="56299"/>
                  </a:lnTo>
                  <a:lnTo>
                    <a:pt x="51003" y="56984"/>
                  </a:lnTo>
                  <a:lnTo>
                    <a:pt x="50431" y="56832"/>
                  </a:lnTo>
                  <a:lnTo>
                    <a:pt x="49123" y="56921"/>
                  </a:lnTo>
                  <a:lnTo>
                    <a:pt x="47815" y="57010"/>
                  </a:lnTo>
                  <a:lnTo>
                    <a:pt x="46748" y="57391"/>
                  </a:lnTo>
                  <a:lnTo>
                    <a:pt x="46799" y="58204"/>
                  </a:lnTo>
                  <a:lnTo>
                    <a:pt x="47879" y="58458"/>
                  </a:lnTo>
                  <a:lnTo>
                    <a:pt x="50507" y="58293"/>
                  </a:lnTo>
                  <a:lnTo>
                    <a:pt x="51079" y="58077"/>
                  </a:lnTo>
                  <a:lnTo>
                    <a:pt x="50965" y="58788"/>
                  </a:lnTo>
                  <a:lnTo>
                    <a:pt x="51041" y="60312"/>
                  </a:lnTo>
                  <a:lnTo>
                    <a:pt x="51104" y="61836"/>
                  </a:lnTo>
                  <a:lnTo>
                    <a:pt x="51447" y="63068"/>
                  </a:lnTo>
                  <a:lnTo>
                    <a:pt x="51650" y="63055"/>
                  </a:lnTo>
                  <a:lnTo>
                    <a:pt x="51650" y="52209"/>
                  </a:lnTo>
                  <a:lnTo>
                    <a:pt x="51587" y="51981"/>
                  </a:lnTo>
                  <a:lnTo>
                    <a:pt x="55587" y="56642"/>
                  </a:lnTo>
                  <a:lnTo>
                    <a:pt x="55587" y="52260"/>
                  </a:lnTo>
                  <a:lnTo>
                    <a:pt x="42100" y="36537"/>
                  </a:lnTo>
                  <a:lnTo>
                    <a:pt x="42100" y="40932"/>
                  </a:lnTo>
                  <a:lnTo>
                    <a:pt x="41719" y="40830"/>
                  </a:lnTo>
                  <a:lnTo>
                    <a:pt x="39090" y="40995"/>
                  </a:lnTo>
                  <a:lnTo>
                    <a:pt x="38468" y="41224"/>
                  </a:lnTo>
                  <a:lnTo>
                    <a:pt x="38595" y="40500"/>
                  </a:lnTo>
                  <a:lnTo>
                    <a:pt x="38531" y="38976"/>
                  </a:lnTo>
                  <a:lnTo>
                    <a:pt x="38455" y="37452"/>
                  </a:lnTo>
                  <a:lnTo>
                    <a:pt x="38112" y="36271"/>
                  </a:lnTo>
                  <a:lnTo>
                    <a:pt x="42100" y="40932"/>
                  </a:lnTo>
                  <a:lnTo>
                    <a:pt x="42100" y="36537"/>
                  </a:lnTo>
                  <a:lnTo>
                    <a:pt x="41617" y="35966"/>
                  </a:lnTo>
                  <a:lnTo>
                    <a:pt x="38087" y="31851"/>
                  </a:lnTo>
                  <a:lnTo>
                    <a:pt x="38087" y="36233"/>
                  </a:lnTo>
                  <a:lnTo>
                    <a:pt x="37630" y="36258"/>
                  </a:lnTo>
                  <a:lnTo>
                    <a:pt x="37871" y="35966"/>
                  </a:lnTo>
                  <a:lnTo>
                    <a:pt x="38087" y="36233"/>
                  </a:lnTo>
                  <a:lnTo>
                    <a:pt x="38087" y="31851"/>
                  </a:lnTo>
                  <a:lnTo>
                    <a:pt x="37871" y="31597"/>
                  </a:lnTo>
                  <a:lnTo>
                    <a:pt x="23939" y="47853"/>
                  </a:lnTo>
                  <a:lnTo>
                    <a:pt x="23939" y="56769"/>
                  </a:lnTo>
                  <a:lnTo>
                    <a:pt x="23355" y="56616"/>
                  </a:lnTo>
                  <a:lnTo>
                    <a:pt x="22047" y="56705"/>
                  </a:lnTo>
                  <a:lnTo>
                    <a:pt x="20739" y="56781"/>
                  </a:lnTo>
                  <a:lnTo>
                    <a:pt x="19710" y="57175"/>
                  </a:lnTo>
                  <a:lnTo>
                    <a:pt x="19710" y="57950"/>
                  </a:lnTo>
                  <a:lnTo>
                    <a:pt x="19380" y="57543"/>
                  </a:lnTo>
                  <a:lnTo>
                    <a:pt x="19685" y="57188"/>
                  </a:lnTo>
                  <a:lnTo>
                    <a:pt x="19710" y="57950"/>
                  </a:lnTo>
                  <a:lnTo>
                    <a:pt x="19710" y="57175"/>
                  </a:lnTo>
                  <a:lnTo>
                    <a:pt x="23685" y="52514"/>
                  </a:lnTo>
                  <a:lnTo>
                    <a:pt x="23609" y="53009"/>
                  </a:lnTo>
                  <a:lnTo>
                    <a:pt x="23749" y="56083"/>
                  </a:lnTo>
                  <a:lnTo>
                    <a:pt x="23939" y="56769"/>
                  </a:lnTo>
                  <a:lnTo>
                    <a:pt x="23939" y="47853"/>
                  </a:lnTo>
                  <a:lnTo>
                    <a:pt x="15633" y="57543"/>
                  </a:lnTo>
                  <a:lnTo>
                    <a:pt x="37871" y="83489"/>
                  </a:lnTo>
                  <a:lnTo>
                    <a:pt x="41617" y="79133"/>
                  </a:lnTo>
                  <a:lnTo>
                    <a:pt x="60121" y="57543"/>
                  </a:lnTo>
                  <a:close/>
                </a:path>
                <a:path w="118109" h="128270">
                  <a:moveTo>
                    <a:pt x="117652" y="85013"/>
                  </a:moveTo>
                  <a:lnTo>
                    <a:pt x="104724" y="69938"/>
                  </a:lnTo>
                  <a:lnTo>
                    <a:pt x="104724" y="74333"/>
                  </a:lnTo>
                  <a:lnTo>
                    <a:pt x="104343" y="74231"/>
                  </a:lnTo>
                  <a:lnTo>
                    <a:pt x="101714" y="74409"/>
                  </a:lnTo>
                  <a:lnTo>
                    <a:pt x="101104" y="74637"/>
                  </a:lnTo>
                  <a:lnTo>
                    <a:pt x="101231" y="73914"/>
                  </a:lnTo>
                  <a:lnTo>
                    <a:pt x="101155" y="72390"/>
                  </a:lnTo>
                  <a:lnTo>
                    <a:pt x="101079" y="70853"/>
                  </a:lnTo>
                  <a:lnTo>
                    <a:pt x="100749" y="69684"/>
                  </a:lnTo>
                  <a:lnTo>
                    <a:pt x="104724" y="74333"/>
                  </a:lnTo>
                  <a:lnTo>
                    <a:pt x="104724" y="69938"/>
                  </a:lnTo>
                  <a:lnTo>
                    <a:pt x="104254" y="69380"/>
                  </a:lnTo>
                  <a:lnTo>
                    <a:pt x="100723" y="65265"/>
                  </a:lnTo>
                  <a:lnTo>
                    <a:pt x="100723" y="69646"/>
                  </a:lnTo>
                  <a:lnTo>
                    <a:pt x="100266" y="69672"/>
                  </a:lnTo>
                  <a:lnTo>
                    <a:pt x="100507" y="69380"/>
                  </a:lnTo>
                  <a:lnTo>
                    <a:pt x="100723" y="69646"/>
                  </a:lnTo>
                  <a:lnTo>
                    <a:pt x="100723" y="65265"/>
                  </a:lnTo>
                  <a:lnTo>
                    <a:pt x="100507" y="65011"/>
                  </a:lnTo>
                  <a:lnTo>
                    <a:pt x="86563" y="81280"/>
                  </a:lnTo>
                  <a:lnTo>
                    <a:pt x="86563" y="90170"/>
                  </a:lnTo>
                  <a:lnTo>
                    <a:pt x="85991" y="90030"/>
                  </a:lnTo>
                  <a:lnTo>
                    <a:pt x="84683" y="90106"/>
                  </a:lnTo>
                  <a:lnTo>
                    <a:pt x="83375" y="90195"/>
                  </a:lnTo>
                  <a:lnTo>
                    <a:pt x="82346" y="90589"/>
                  </a:lnTo>
                  <a:lnTo>
                    <a:pt x="82346" y="91376"/>
                  </a:lnTo>
                  <a:lnTo>
                    <a:pt x="82003" y="90957"/>
                  </a:lnTo>
                  <a:lnTo>
                    <a:pt x="82308" y="90601"/>
                  </a:lnTo>
                  <a:lnTo>
                    <a:pt x="82346" y="91376"/>
                  </a:lnTo>
                  <a:lnTo>
                    <a:pt x="82346" y="90589"/>
                  </a:lnTo>
                  <a:lnTo>
                    <a:pt x="86321" y="85928"/>
                  </a:lnTo>
                  <a:lnTo>
                    <a:pt x="86233" y="86423"/>
                  </a:lnTo>
                  <a:lnTo>
                    <a:pt x="86385" y="89496"/>
                  </a:lnTo>
                  <a:lnTo>
                    <a:pt x="86563" y="90170"/>
                  </a:lnTo>
                  <a:lnTo>
                    <a:pt x="86563" y="81280"/>
                  </a:lnTo>
                  <a:lnTo>
                    <a:pt x="79806" y="89154"/>
                  </a:lnTo>
                  <a:lnTo>
                    <a:pt x="77622" y="86614"/>
                  </a:lnTo>
                  <a:lnTo>
                    <a:pt x="77622" y="90957"/>
                  </a:lnTo>
                  <a:lnTo>
                    <a:pt x="73482" y="95783"/>
                  </a:lnTo>
                  <a:lnTo>
                    <a:pt x="73596" y="95173"/>
                  </a:lnTo>
                  <a:lnTo>
                    <a:pt x="73456" y="92113"/>
                  </a:lnTo>
                  <a:lnTo>
                    <a:pt x="73253" y="91427"/>
                  </a:lnTo>
                  <a:lnTo>
                    <a:pt x="73875" y="91567"/>
                  </a:lnTo>
                  <a:lnTo>
                    <a:pt x="75184" y="91490"/>
                  </a:lnTo>
                  <a:lnTo>
                    <a:pt x="76492" y="91401"/>
                  </a:lnTo>
                  <a:lnTo>
                    <a:pt x="77546" y="91020"/>
                  </a:lnTo>
                  <a:lnTo>
                    <a:pt x="77533" y="90868"/>
                  </a:lnTo>
                  <a:lnTo>
                    <a:pt x="77622" y="86614"/>
                  </a:lnTo>
                  <a:lnTo>
                    <a:pt x="76835" y="85686"/>
                  </a:lnTo>
                  <a:lnTo>
                    <a:pt x="76835" y="90055"/>
                  </a:lnTo>
                  <a:lnTo>
                    <a:pt x="76428" y="89954"/>
                  </a:lnTo>
                  <a:lnTo>
                    <a:pt x="73799" y="90119"/>
                  </a:lnTo>
                  <a:lnTo>
                    <a:pt x="73190" y="90347"/>
                  </a:lnTo>
                  <a:lnTo>
                    <a:pt x="73317" y="89623"/>
                  </a:lnTo>
                  <a:lnTo>
                    <a:pt x="73240" y="88099"/>
                  </a:lnTo>
                  <a:lnTo>
                    <a:pt x="73164" y="86575"/>
                  </a:lnTo>
                  <a:lnTo>
                    <a:pt x="72898" y="85623"/>
                  </a:lnTo>
                  <a:lnTo>
                    <a:pt x="72898" y="96469"/>
                  </a:lnTo>
                  <a:lnTo>
                    <a:pt x="59118" y="112534"/>
                  </a:lnTo>
                  <a:lnTo>
                    <a:pt x="54330" y="106972"/>
                  </a:lnTo>
                  <a:lnTo>
                    <a:pt x="55397" y="107213"/>
                  </a:lnTo>
                  <a:lnTo>
                    <a:pt x="58013" y="107048"/>
                  </a:lnTo>
                  <a:lnTo>
                    <a:pt x="58597" y="106845"/>
                  </a:lnTo>
                  <a:lnTo>
                    <a:pt x="58483" y="107543"/>
                  </a:lnTo>
                  <a:lnTo>
                    <a:pt x="58547" y="109067"/>
                  </a:lnTo>
                  <a:lnTo>
                    <a:pt x="58623" y="110604"/>
                  </a:lnTo>
                  <a:lnTo>
                    <a:pt x="58966" y="111823"/>
                  </a:lnTo>
                  <a:lnTo>
                    <a:pt x="59651" y="111785"/>
                  </a:lnTo>
                  <a:lnTo>
                    <a:pt x="59867" y="110528"/>
                  </a:lnTo>
                  <a:lnTo>
                    <a:pt x="59728" y="107454"/>
                  </a:lnTo>
                  <a:lnTo>
                    <a:pt x="59524" y="106781"/>
                  </a:lnTo>
                  <a:lnTo>
                    <a:pt x="60147" y="106921"/>
                  </a:lnTo>
                  <a:lnTo>
                    <a:pt x="61455" y="106832"/>
                  </a:lnTo>
                  <a:lnTo>
                    <a:pt x="62763" y="106756"/>
                  </a:lnTo>
                  <a:lnTo>
                    <a:pt x="63830" y="106362"/>
                  </a:lnTo>
                  <a:lnTo>
                    <a:pt x="63779" y="105562"/>
                  </a:lnTo>
                  <a:lnTo>
                    <a:pt x="62699" y="105295"/>
                  </a:lnTo>
                  <a:lnTo>
                    <a:pt x="60071" y="105460"/>
                  </a:lnTo>
                  <a:lnTo>
                    <a:pt x="59461" y="105689"/>
                  </a:lnTo>
                  <a:lnTo>
                    <a:pt x="59588" y="104978"/>
                  </a:lnTo>
                  <a:lnTo>
                    <a:pt x="59512" y="103441"/>
                  </a:lnTo>
                  <a:lnTo>
                    <a:pt x="59436" y="101917"/>
                  </a:lnTo>
                  <a:lnTo>
                    <a:pt x="59105" y="100698"/>
                  </a:lnTo>
                  <a:lnTo>
                    <a:pt x="58420" y="100736"/>
                  </a:lnTo>
                  <a:lnTo>
                    <a:pt x="58191" y="101993"/>
                  </a:lnTo>
                  <a:lnTo>
                    <a:pt x="58343" y="105054"/>
                  </a:lnTo>
                  <a:lnTo>
                    <a:pt x="58521" y="105740"/>
                  </a:lnTo>
                  <a:lnTo>
                    <a:pt x="57950" y="105600"/>
                  </a:lnTo>
                  <a:lnTo>
                    <a:pt x="56642" y="105676"/>
                  </a:lnTo>
                  <a:lnTo>
                    <a:pt x="55333" y="105765"/>
                  </a:lnTo>
                  <a:lnTo>
                    <a:pt x="54267" y="106146"/>
                  </a:lnTo>
                  <a:lnTo>
                    <a:pt x="54305" y="106946"/>
                  </a:lnTo>
                  <a:lnTo>
                    <a:pt x="40982" y="91401"/>
                  </a:lnTo>
                  <a:lnTo>
                    <a:pt x="42049" y="91655"/>
                  </a:lnTo>
                  <a:lnTo>
                    <a:pt x="44678" y="91478"/>
                  </a:lnTo>
                  <a:lnTo>
                    <a:pt x="45250" y="91274"/>
                  </a:lnTo>
                  <a:lnTo>
                    <a:pt x="45135" y="91973"/>
                  </a:lnTo>
                  <a:lnTo>
                    <a:pt x="45212" y="93497"/>
                  </a:lnTo>
                  <a:lnTo>
                    <a:pt x="45275" y="95034"/>
                  </a:lnTo>
                  <a:lnTo>
                    <a:pt x="45618" y="96253"/>
                  </a:lnTo>
                  <a:lnTo>
                    <a:pt x="46304" y="96215"/>
                  </a:lnTo>
                  <a:lnTo>
                    <a:pt x="46532" y="94957"/>
                  </a:lnTo>
                  <a:lnTo>
                    <a:pt x="46380" y="91884"/>
                  </a:lnTo>
                  <a:lnTo>
                    <a:pt x="46189" y="91211"/>
                  </a:lnTo>
                  <a:lnTo>
                    <a:pt x="46799" y="91351"/>
                  </a:lnTo>
                  <a:lnTo>
                    <a:pt x="48107" y="91262"/>
                  </a:lnTo>
                  <a:lnTo>
                    <a:pt x="49428" y="91186"/>
                  </a:lnTo>
                  <a:lnTo>
                    <a:pt x="50482" y="90792"/>
                  </a:lnTo>
                  <a:lnTo>
                    <a:pt x="50431" y="89992"/>
                  </a:lnTo>
                  <a:lnTo>
                    <a:pt x="49364" y="89725"/>
                  </a:lnTo>
                  <a:lnTo>
                    <a:pt x="46736" y="89890"/>
                  </a:lnTo>
                  <a:lnTo>
                    <a:pt x="46113" y="90131"/>
                  </a:lnTo>
                  <a:lnTo>
                    <a:pt x="46240" y="89408"/>
                  </a:lnTo>
                  <a:lnTo>
                    <a:pt x="46164" y="87884"/>
                  </a:lnTo>
                  <a:lnTo>
                    <a:pt x="46101" y="86347"/>
                  </a:lnTo>
                  <a:lnTo>
                    <a:pt x="45758" y="85128"/>
                  </a:lnTo>
                  <a:lnTo>
                    <a:pt x="45605" y="85140"/>
                  </a:lnTo>
                  <a:lnTo>
                    <a:pt x="58610" y="69964"/>
                  </a:lnTo>
                  <a:lnTo>
                    <a:pt x="58445" y="70929"/>
                  </a:lnTo>
                  <a:lnTo>
                    <a:pt x="58597" y="74002"/>
                  </a:lnTo>
                  <a:lnTo>
                    <a:pt x="58775" y="74688"/>
                  </a:lnTo>
                  <a:lnTo>
                    <a:pt x="58204" y="74536"/>
                  </a:lnTo>
                  <a:lnTo>
                    <a:pt x="56896" y="74625"/>
                  </a:lnTo>
                  <a:lnTo>
                    <a:pt x="55587" y="74701"/>
                  </a:lnTo>
                  <a:lnTo>
                    <a:pt x="54521" y="75095"/>
                  </a:lnTo>
                  <a:lnTo>
                    <a:pt x="54571" y="75895"/>
                  </a:lnTo>
                  <a:lnTo>
                    <a:pt x="55651" y="76161"/>
                  </a:lnTo>
                  <a:lnTo>
                    <a:pt x="58280" y="75996"/>
                  </a:lnTo>
                  <a:lnTo>
                    <a:pt x="58851" y="75780"/>
                  </a:lnTo>
                  <a:lnTo>
                    <a:pt x="58737" y="76479"/>
                  </a:lnTo>
                  <a:lnTo>
                    <a:pt x="58813" y="78003"/>
                  </a:lnTo>
                  <a:lnTo>
                    <a:pt x="58877" y="79540"/>
                  </a:lnTo>
                  <a:lnTo>
                    <a:pt x="59220" y="80759"/>
                  </a:lnTo>
                  <a:lnTo>
                    <a:pt x="59905" y="80721"/>
                  </a:lnTo>
                  <a:lnTo>
                    <a:pt x="60121" y="79463"/>
                  </a:lnTo>
                  <a:lnTo>
                    <a:pt x="59982" y="76403"/>
                  </a:lnTo>
                  <a:lnTo>
                    <a:pt x="59791" y="75717"/>
                  </a:lnTo>
                  <a:lnTo>
                    <a:pt x="60401" y="75857"/>
                  </a:lnTo>
                  <a:lnTo>
                    <a:pt x="61709" y="75780"/>
                  </a:lnTo>
                  <a:lnTo>
                    <a:pt x="63017" y="75692"/>
                  </a:lnTo>
                  <a:lnTo>
                    <a:pt x="64084" y="75298"/>
                  </a:lnTo>
                  <a:lnTo>
                    <a:pt x="72809" y="85356"/>
                  </a:lnTo>
                  <a:lnTo>
                    <a:pt x="72771" y="90906"/>
                  </a:lnTo>
                  <a:lnTo>
                    <a:pt x="72771" y="85369"/>
                  </a:lnTo>
                  <a:lnTo>
                    <a:pt x="72136" y="85382"/>
                  </a:lnTo>
                  <a:lnTo>
                    <a:pt x="71920" y="86639"/>
                  </a:lnTo>
                  <a:lnTo>
                    <a:pt x="72072" y="89712"/>
                  </a:lnTo>
                  <a:lnTo>
                    <a:pt x="72250" y="90398"/>
                  </a:lnTo>
                  <a:lnTo>
                    <a:pt x="71678" y="90246"/>
                  </a:lnTo>
                  <a:lnTo>
                    <a:pt x="70358" y="90335"/>
                  </a:lnTo>
                  <a:lnTo>
                    <a:pt x="69049" y="90411"/>
                  </a:lnTo>
                  <a:lnTo>
                    <a:pt x="67995" y="90805"/>
                  </a:lnTo>
                  <a:lnTo>
                    <a:pt x="68033" y="91605"/>
                  </a:lnTo>
                  <a:lnTo>
                    <a:pt x="69113" y="91871"/>
                  </a:lnTo>
                  <a:lnTo>
                    <a:pt x="71742" y="91706"/>
                  </a:lnTo>
                  <a:lnTo>
                    <a:pt x="72326" y="91490"/>
                  </a:lnTo>
                  <a:lnTo>
                    <a:pt x="72212" y="92189"/>
                  </a:lnTo>
                  <a:lnTo>
                    <a:pt x="72275" y="93726"/>
                  </a:lnTo>
                  <a:lnTo>
                    <a:pt x="72351" y="95250"/>
                  </a:lnTo>
                  <a:lnTo>
                    <a:pt x="72682" y="96481"/>
                  </a:lnTo>
                  <a:lnTo>
                    <a:pt x="72898" y="96469"/>
                  </a:lnTo>
                  <a:lnTo>
                    <a:pt x="72898" y="85623"/>
                  </a:lnTo>
                  <a:lnTo>
                    <a:pt x="72834" y="85394"/>
                  </a:lnTo>
                  <a:lnTo>
                    <a:pt x="76835" y="90055"/>
                  </a:lnTo>
                  <a:lnTo>
                    <a:pt x="76835" y="85686"/>
                  </a:lnTo>
                  <a:lnTo>
                    <a:pt x="63334" y="69938"/>
                  </a:lnTo>
                  <a:lnTo>
                    <a:pt x="63334" y="74333"/>
                  </a:lnTo>
                  <a:lnTo>
                    <a:pt x="62953" y="74231"/>
                  </a:lnTo>
                  <a:lnTo>
                    <a:pt x="60337" y="74409"/>
                  </a:lnTo>
                  <a:lnTo>
                    <a:pt x="59715" y="74637"/>
                  </a:lnTo>
                  <a:lnTo>
                    <a:pt x="59842" y="73914"/>
                  </a:lnTo>
                  <a:lnTo>
                    <a:pt x="59766" y="72390"/>
                  </a:lnTo>
                  <a:lnTo>
                    <a:pt x="59690" y="70853"/>
                  </a:lnTo>
                  <a:lnTo>
                    <a:pt x="59359" y="69684"/>
                  </a:lnTo>
                  <a:lnTo>
                    <a:pt x="63334" y="74333"/>
                  </a:lnTo>
                  <a:lnTo>
                    <a:pt x="63334" y="69938"/>
                  </a:lnTo>
                  <a:lnTo>
                    <a:pt x="62865" y="69380"/>
                  </a:lnTo>
                  <a:lnTo>
                    <a:pt x="59334" y="65265"/>
                  </a:lnTo>
                  <a:lnTo>
                    <a:pt x="59334" y="69646"/>
                  </a:lnTo>
                  <a:lnTo>
                    <a:pt x="58877" y="69672"/>
                  </a:lnTo>
                  <a:lnTo>
                    <a:pt x="59118" y="69380"/>
                  </a:lnTo>
                  <a:lnTo>
                    <a:pt x="59334" y="69646"/>
                  </a:lnTo>
                  <a:lnTo>
                    <a:pt x="59334" y="65265"/>
                  </a:lnTo>
                  <a:lnTo>
                    <a:pt x="59118" y="65011"/>
                  </a:lnTo>
                  <a:lnTo>
                    <a:pt x="45173" y="81292"/>
                  </a:lnTo>
                  <a:lnTo>
                    <a:pt x="45173" y="90170"/>
                  </a:lnTo>
                  <a:lnTo>
                    <a:pt x="44602" y="90030"/>
                  </a:lnTo>
                  <a:lnTo>
                    <a:pt x="43294" y="90106"/>
                  </a:lnTo>
                  <a:lnTo>
                    <a:pt x="41986" y="90195"/>
                  </a:lnTo>
                  <a:lnTo>
                    <a:pt x="40932" y="90589"/>
                  </a:lnTo>
                  <a:lnTo>
                    <a:pt x="40957" y="91376"/>
                  </a:lnTo>
                  <a:lnTo>
                    <a:pt x="40614" y="90957"/>
                  </a:lnTo>
                  <a:lnTo>
                    <a:pt x="40932" y="90589"/>
                  </a:lnTo>
                  <a:lnTo>
                    <a:pt x="44932" y="85928"/>
                  </a:lnTo>
                  <a:lnTo>
                    <a:pt x="44843" y="86423"/>
                  </a:lnTo>
                  <a:lnTo>
                    <a:pt x="44996" y="89496"/>
                  </a:lnTo>
                  <a:lnTo>
                    <a:pt x="45173" y="90170"/>
                  </a:lnTo>
                  <a:lnTo>
                    <a:pt x="45173" y="81292"/>
                  </a:lnTo>
                  <a:lnTo>
                    <a:pt x="36880" y="90957"/>
                  </a:lnTo>
                  <a:lnTo>
                    <a:pt x="59118" y="116903"/>
                  </a:lnTo>
                  <a:lnTo>
                    <a:pt x="62865" y="112534"/>
                  </a:lnTo>
                  <a:lnTo>
                    <a:pt x="79806" y="92773"/>
                  </a:lnTo>
                  <a:lnTo>
                    <a:pt x="100507" y="116903"/>
                  </a:lnTo>
                  <a:lnTo>
                    <a:pt x="104254" y="112534"/>
                  </a:lnTo>
                  <a:lnTo>
                    <a:pt x="117652" y="96913"/>
                  </a:lnTo>
                  <a:lnTo>
                    <a:pt x="117652" y="92544"/>
                  </a:lnTo>
                  <a:lnTo>
                    <a:pt x="114871" y="95783"/>
                  </a:lnTo>
                  <a:lnTo>
                    <a:pt x="114985" y="95173"/>
                  </a:lnTo>
                  <a:lnTo>
                    <a:pt x="114846" y="92113"/>
                  </a:lnTo>
                  <a:lnTo>
                    <a:pt x="114642" y="91427"/>
                  </a:lnTo>
                  <a:lnTo>
                    <a:pt x="115265" y="91567"/>
                  </a:lnTo>
                  <a:lnTo>
                    <a:pt x="117652" y="91414"/>
                  </a:lnTo>
                  <a:lnTo>
                    <a:pt x="117652" y="89954"/>
                  </a:lnTo>
                  <a:lnTo>
                    <a:pt x="115189" y="90119"/>
                  </a:lnTo>
                  <a:lnTo>
                    <a:pt x="114566" y="90347"/>
                  </a:lnTo>
                  <a:lnTo>
                    <a:pt x="114706" y="89623"/>
                  </a:lnTo>
                  <a:lnTo>
                    <a:pt x="114630" y="88099"/>
                  </a:lnTo>
                  <a:lnTo>
                    <a:pt x="114554" y="86575"/>
                  </a:lnTo>
                  <a:lnTo>
                    <a:pt x="114287" y="85598"/>
                  </a:lnTo>
                  <a:lnTo>
                    <a:pt x="114287" y="96469"/>
                  </a:lnTo>
                  <a:lnTo>
                    <a:pt x="100507" y="112534"/>
                  </a:lnTo>
                  <a:lnTo>
                    <a:pt x="95719" y="106972"/>
                  </a:lnTo>
                  <a:lnTo>
                    <a:pt x="96786" y="107213"/>
                  </a:lnTo>
                  <a:lnTo>
                    <a:pt x="99415" y="107048"/>
                  </a:lnTo>
                  <a:lnTo>
                    <a:pt x="99987" y="106845"/>
                  </a:lnTo>
                  <a:lnTo>
                    <a:pt x="99872" y="107543"/>
                  </a:lnTo>
                  <a:lnTo>
                    <a:pt x="99936" y="109067"/>
                  </a:lnTo>
                  <a:lnTo>
                    <a:pt x="100012" y="110604"/>
                  </a:lnTo>
                  <a:lnTo>
                    <a:pt x="100355" y="111823"/>
                  </a:lnTo>
                  <a:lnTo>
                    <a:pt x="101041" y="111785"/>
                  </a:lnTo>
                  <a:lnTo>
                    <a:pt x="101257" y="110528"/>
                  </a:lnTo>
                  <a:lnTo>
                    <a:pt x="101117" y="107454"/>
                  </a:lnTo>
                  <a:lnTo>
                    <a:pt x="100914" y="106781"/>
                  </a:lnTo>
                  <a:lnTo>
                    <a:pt x="101536" y="106921"/>
                  </a:lnTo>
                  <a:lnTo>
                    <a:pt x="102844" y="106832"/>
                  </a:lnTo>
                  <a:lnTo>
                    <a:pt x="104152" y="106756"/>
                  </a:lnTo>
                  <a:lnTo>
                    <a:pt x="105219" y="106362"/>
                  </a:lnTo>
                  <a:lnTo>
                    <a:pt x="105168" y="105562"/>
                  </a:lnTo>
                  <a:lnTo>
                    <a:pt x="104089" y="105295"/>
                  </a:lnTo>
                  <a:lnTo>
                    <a:pt x="101460" y="105460"/>
                  </a:lnTo>
                  <a:lnTo>
                    <a:pt x="100850" y="105689"/>
                  </a:lnTo>
                  <a:lnTo>
                    <a:pt x="100977" y="104978"/>
                  </a:lnTo>
                  <a:lnTo>
                    <a:pt x="100901" y="103441"/>
                  </a:lnTo>
                  <a:lnTo>
                    <a:pt x="100825" y="101917"/>
                  </a:lnTo>
                  <a:lnTo>
                    <a:pt x="100495" y="100698"/>
                  </a:lnTo>
                  <a:lnTo>
                    <a:pt x="99809" y="100736"/>
                  </a:lnTo>
                  <a:lnTo>
                    <a:pt x="99580" y="101993"/>
                  </a:lnTo>
                  <a:lnTo>
                    <a:pt x="99733" y="105054"/>
                  </a:lnTo>
                  <a:lnTo>
                    <a:pt x="99910" y="105740"/>
                  </a:lnTo>
                  <a:lnTo>
                    <a:pt x="99339" y="105600"/>
                  </a:lnTo>
                  <a:lnTo>
                    <a:pt x="98031" y="105676"/>
                  </a:lnTo>
                  <a:lnTo>
                    <a:pt x="96723" y="105765"/>
                  </a:lnTo>
                  <a:lnTo>
                    <a:pt x="95656" y="106146"/>
                  </a:lnTo>
                  <a:lnTo>
                    <a:pt x="95694" y="106946"/>
                  </a:lnTo>
                  <a:lnTo>
                    <a:pt x="82372" y="91401"/>
                  </a:lnTo>
                  <a:lnTo>
                    <a:pt x="83439" y="91655"/>
                  </a:lnTo>
                  <a:lnTo>
                    <a:pt x="86067" y="91478"/>
                  </a:lnTo>
                  <a:lnTo>
                    <a:pt x="86639" y="91274"/>
                  </a:lnTo>
                  <a:lnTo>
                    <a:pt x="86525" y="91973"/>
                  </a:lnTo>
                  <a:lnTo>
                    <a:pt x="86601" y="93497"/>
                  </a:lnTo>
                  <a:lnTo>
                    <a:pt x="86664" y="95034"/>
                  </a:lnTo>
                  <a:lnTo>
                    <a:pt x="87007" y="96253"/>
                  </a:lnTo>
                  <a:lnTo>
                    <a:pt x="87693" y="96215"/>
                  </a:lnTo>
                  <a:lnTo>
                    <a:pt x="87909" y="94957"/>
                  </a:lnTo>
                  <a:lnTo>
                    <a:pt x="87769" y="91884"/>
                  </a:lnTo>
                  <a:lnTo>
                    <a:pt x="87579" y="91211"/>
                  </a:lnTo>
                  <a:lnTo>
                    <a:pt x="88188" y="91351"/>
                  </a:lnTo>
                  <a:lnTo>
                    <a:pt x="89496" y="91262"/>
                  </a:lnTo>
                  <a:lnTo>
                    <a:pt x="90805" y="91186"/>
                  </a:lnTo>
                  <a:lnTo>
                    <a:pt x="91871" y="90792"/>
                  </a:lnTo>
                  <a:lnTo>
                    <a:pt x="91821" y="89992"/>
                  </a:lnTo>
                  <a:lnTo>
                    <a:pt x="90741" y="89725"/>
                  </a:lnTo>
                  <a:lnTo>
                    <a:pt x="88125" y="89890"/>
                  </a:lnTo>
                  <a:lnTo>
                    <a:pt x="87503" y="90131"/>
                  </a:lnTo>
                  <a:lnTo>
                    <a:pt x="87630" y="89408"/>
                  </a:lnTo>
                  <a:lnTo>
                    <a:pt x="87553" y="87884"/>
                  </a:lnTo>
                  <a:lnTo>
                    <a:pt x="87490" y="86347"/>
                  </a:lnTo>
                  <a:lnTo>
                    <a:pt x="87147" y="85128"/>
                  </a:lnTo>
                  <a:lnTo>
                    <a:pt x="86995" y="85140"/>
                  </a:lnTo>
                  <a:lnTo>
                    <a:pt x="99999" y="69964"/>
                  </a:lnTo>
                  <a:lnTo>
                    <a:pt x="99834" y="70929"/>
                  </a:lnTo>
                  <a:lnTo>
                    <a:pt x="99987" y="74002"/>
                  </a:lnTo>
                  <a:lnTo>
                    <a:pt x="100164" y="74688"/>
                  </a:lnTo>
                  <a:lnTo>
                    <a:pt x="99593" y="74536"/>
                  </a:lnTo>
                  <a:lnTo>
                    <a:pt x="98285" y="74625"/>
                  </a:lnTo>
                  <a:lnTo>
                    <a:pt x="96977" y="74701"/>
                  </a:lnTo>
                  <a:lnTo>
                    <a:pt x="95910" y="75095"/>
                  </a:lnTo>
                  <a:lnTo>
                    <a:pt x="95961" y="75895"/>
                  </a:lnTo>
                  <a:lnTo>
                    <a:pt x="97040" y="76161"/>
                  </a:lnTo>
                  <a:lnTo>
                    <a:pt x="99669" y="75996"/>
                  </a:lnTo>
                  <a:lnTo>
                    <a:pt x="100241" y="75780"/>
                  </a:lnTo>
                  <a:lnTo>
                    <a:pt x="100126" y="76479"/>
                  </a:lnTo>
                  <a:lnTo>
                    <a:pt x="100203" y="78003"/>
                  </a:lnTo>
                  <a:lnTo>
                    <a:pt x="100266" y="79540"/>
                  </a:lnTo>
                  <a:lnTo>
                    <a:pt x="100609" y="80759"/>
                  </a:lnTo>
                  <a:lnTo>
                    <a:pt x="101295" y="80721"/>
                  </a:lnTo>
                  <a:lnTo>
                    <a:pt x="101511" y="79463"/>
                  </a:lnTo>
                  <a:lnTo>
                    <a:pt x="101371" y="76403"/>
                  </a:lnTo>
                  <a:lnTo>
                    <a:pt x="101168" y="75717"/>
                  </a:lnTo>
                  <a:lnTo>
                    <a:pt x="101790" y="75857"/>
                  </a:lnTo>
                  <a:lnTo>
                    <a:pt x="103098" y="75780"/>
                  </a:lnTo>
                  <a:lnTo>
                    <a:pt x="104406" y="75692"/>
                  </a:lnTo>
                  <a:lnTo>
                    <a:pt x="105473" y="75298"/>
                  </a:lnTo>
                  <a:lnTo>
                    <a:pt x="114185" y="85356"/>
                  </a:lnTo>
                  <a:lnTo>
                    <a:pt x="114160" y="90906"/>
                  </a:lnTo>
                  <a:lnTo>
                    <a:pt x="114160" y="85369"/>
                  </a:lnTo>
                  <a:lnTo>
                    <a:pt x="113525" y="85382"/>
                  </a:lnTo>
                  <a:lnTo>
                    <a:pt x="113309" y="86639"/>
                  </a:lnTo>
                  <a:lnTo>
                    <a:pt x="113461" y="89712"/>
                  </a:lnTo>
                  <a:lnTo>
                    <a:pt x="113639" y="90398"/>
                  </a:lnTo>
                  <a:lnTo>
                    <a:pt x="113055" y="90246"/>
                  </a:lnTo>
                  <a:lnTo>
                    <a:pt x="111747" y="90335"/>
                  </a:lnTo>
                  <a:lnTo>
                    <a:pt x="110439" y="90411"/>
                  </a:lnTo>
                  <a:lnTo>
                    <a:pt x="109385" y="90805"/>
                  </a:lnTo>
                  <a:lnTo>
                    <a:pt x="109423" y="91605"/>
                  </a:lnTo>
                  <a:lnTo>
                    <a:pt x="110502" y="91871"/>
                  </a:lnTo>
                  <a:lnTo>
                    <a:pt x="113131" y="91706"/>
                  </a:lnTo>
                  <a:lnTo>
                    <a:pt x="113715" y="91490"/>
                  </a:lnTo>
                  <a:lnTo>
                    <a:pt x="113588" y="92189"/>
                  </a:lnTo>
                  <a:lnTo>
                    <a:pt x="113665" y="93726"/>
                  </a:lnTo>
                  <a:lnTo>
                    <a:pt x="113741" y="95250"/>
                  </a:lnTo>
                  <a:lnTo>
                    <a:pt x="114071" y="96481"/>
                  </a:lnTo>
                  <a:lnTo>
                    <a:pt x="114287" y="96469"/>
                  </a:lnTo>
                  <a:lnTo>
                    <a:pt x="114287" y="85598"/>
                  </a:lnTo>
                  <a:lnTo>
                    <a:pt x="114236" y="85407"/>
                  </a:lnTo>
                  <a:lnTo>
                    <a:pt x="117652" y="89382"/>
                  </a:lnTo>
                  <a:lnTo>
                    <a:pt x="117652" y="85013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10570934" y="6796246"/>
              <a:ext cx="118110" cy="244475"/>
            </a:xfrm>
            <a:custGeom>
              <a:avLst/>
              <a:gdLst/>
              <a:ahLst/>
              <a:cxnLst/>
              <a:rect l="l" t="t" r="r" b="b"/>
              <a:pathLst>
                <a:path w="118109" h="244475">
                  <a:moveTo>
                    <a:pt x="1828" y="72948"/>
                  </a:moveTo>
                  <a:lnTo>
                    <a:pt x="1790" y="72148"/>
                  </a:lnTo>
                  <a:lnTo>
                    <a:pt x="711" y="71882"/>
                  </a:lnTo>
                  <a:lnTo>
                    <a:pt x="0" y="71932"/>
                  </a:lnTo>
                  <a:lnTo>
                    <a:pt x="0" y="73393"/>
                  </a:lnTo>
                  <a:lnTo>
                    <a:pt x="774" y="73342"/>
                  </a:lnTo>
                  <a:lnTo>
                    <a:pt x="1828" y="72948"/>
                  </a:lnTo>
                  <a:close/>
                </a:path>
                <a:path w="118109" h="244475">
                  <a:moveTo>
                    <a:pt x="19380" y="57543"/>
                  </a:moveTo>
                  <a:lnTo>
                    <a:pt x="15633" y="53187"/>
                  </a:lnTo>
                  <a:lnTo>
                    <a:pt x="15633" y="57543"/>
                  </a:lnTo>
                  <a:lnTo>
                    <a:pt x="11493" y="62369"/>
                  </a:lnTo>
                  <a:lnTo>
                    <a:pt x="11607" y="61772"/>
                  </a:lnTo>
                  <a:lnTo>
                    <a:pt x="11455" y="58699"/>
                  </a:lnTo>
                  <a:lnTo>
                    <a:pt x="11264" y="58013"/>
                  </a:lnTo>
                  <a:lnTo>
                    <a:pt x="11887" y="58166"/>
                  </a:lnTo>
                  <a:lnTo>
                    <a:pt x="13195" y="58077"/>
                  </a:lnTo>
                  <a:lnTo>
                    <a:pt x="14503" y="57988"/>
                  </a:lnTo>
                  <a:lnTo>
                    <a:pt x="15557" y="57607"/>
                  </a:lnTo>
                  <a:lnTo>
                    <a:pt x="15544" y="57454"/>
                  </a:lnTo>
                  <a:lnTo>
                    <a:pt x="15633" y="53187"/>
                  </a:lnTo>
                  <a:lnTo>
                    <a:pt x="14846" y="52260"/>
                  </a:lnTo>
                  <a:lnTo>
                    <a:pt x="14846" y="56642"/>
                  </a:lnTo>
                  <a:lnTo>
                    <a:pt x="14439" y="56540"/>
                  </a:lnTo>
                  <a:lnTo>
                    <a:pt x="11811" y="56705"/>
                  </a:lnTo>
                  <a:lnTo>
                    <a:pt x="11188" y="56934"/>
                  </a:lnTo>
                  <a:lnTo>
                    <a:pt x="11315" y="56222"/>
                  </a:lnTo>
                  <a:lnTo>
                    <a:pt x="11252" y="54686"/>
                  </a:lnTo>
                  <a:lnTo>
                    <a:pt x="11176" y="53162"/>
                  </a:lnTo>
                  <a:lnTo>
                    <a:pt x="10845" y="51981"/>
                  </a:lnTo>
                  <a:lnTo>
                    <a:pt x="14846" y="56642"/>
                  </a:lnTo>
                  <a:lnTo>
                    <a:pt x="14846" y="52260"/>
                  </a:lnTo>
                  <a:lnTo>
                    <a:pt x="0" y="34950"/>
                  </a:lnTo>
                  <a:lnTo>
                    <a:pt x="0" y="39306"/>
                  </a:lnTo>
                  <a:lnTo>
                    <a:pt x="1384" y="40932"/>
                  </a:lnTo>
                  <a:lnTo>
                    <a:pt x="965" y="40830"/>
                  </a:lnTo>
                  <a:lnTo>
                    <a:pt x="0" y="40881"/>
                  </a:lnTo>
                  <a:lnTo>
                    <a:pt x="0" y="42341"/>
                  </a:lnTo>
                  <a:lnTo>
                    <a:pt x="1028" y="42278"/>
                  </a:lnTo>
                  <a:lnTo>
                    <a:pt x="2082" y="41897"/>
                  </a:lnTo>
                  <a:lnTo>
                    <a:pt x="2070" y="41732"/>
                  </a:lnTo>
                  <a:lnTo>
                    <a:pt x="10820" y="51943"/>
                  </a:lnTo>
                  <a:lnTo>
                    <a:pt x="10147" y="51981"/>
                  </a:lnTo>
                  <a:lnTo>
                    <a:pt x="9931" y="53238"/>
                  </a:lnTo>
                  <a:lnTo>
                    <a:pt x="10071" y="56299"/>
                  </a:lnTo>
                  <a:lnTo>
                    <a:pt x="10248" y="56984"/>
                  </a:lnTo>
                  <a:lnTo>
                    <a:pt x="9677" y="56832"/>
                  </a:lnTo>
                  <a:lnTo>
                    <a:pt x="8369" y="56921"/>
                  </a:lnTo>
                  <a:lnTo>
                    <a:pt x="7061" y="57010"/>
                  </a:lnTo>
                  <a:lnTo>
                    <a:pt x="6007" y="57391"/>
                  </a:lnTo>
                  <a:lnTo>
                    <a:pt x="6045" y="58204"/>
                  </a:lnTo>
                  <a:lnTo>
                    <a:pt x="7124" y="58458"/>
                  </a:lnTo>
                  <a:lnTo>
                    <a:pt x="9753" y="58293"/>
                  </a:lnTo>
                  <a:lnTo>
                    <a:pt x="10325" y="58077"/>
                  </a:lnTo>
                  <a:lnTo>
                    <a:pt x="10210" y="58788"/>
                  </a:lnTo>
                  <a:lnTo>
                    <a:pt x="10287" y="60312"/>
                  </a:lnTo>
                  <a:lnTo>
                    <a:pt x="10363" y="61836"/>
                  </a:lnTo>
                  <a:lnTo>
                    <a:pt x="10693" y="63068"/>
                  </a:lnTo>
                  <a:lnTo>
                    <a:pt x="10909" y="63055"/>
                  </a:lnTo>
                  <a:lnTo>
                    <a:pt x="0" y="75780"/>
                  </a:lnTo>
                  <a:lnTo>
                    <a:pt x="0" y="80149"/>
                  </a:lnTo>
                  <a:lnTo>
                    <a:pt x="19380" y="57543"/>
                  </a:lnTo>
                  <a:close/>
                </a:path>
                <a:path w="118109" h="244475">
                  <a:moveTo>
                    <a:pt x="39979" y="218122"/>
                  </a:moveTo>
                  <a:lnTo>
                    <a:pt x="36233" y="213766"/>
                  </a:lnTo>
                  <a:lnTo>
                    <a:pt x="36233" y="218122"/>
                  </a:lnTo>
                  <a:lnTo>
                    <a:pt x="32092" y="222948"/>
                  </a:lnTo>
                  <a:lnTo>
                    <a:pt x="32207" y="222338"/>
                  </a:lnTo>
                  <a:lnTo>
                    <a:pt x="32067" y="219265"/>
                  </a:lnTo>
                  <a:lnTo>
                    <a:pt x="31724" y="218046"/>
                  </a:lnTo>
                  <a:lnTo>
                    <a:pt x="31927" y="216789"/>
                  </a:lnTo>
                  <a:lnTo>
                    <a:pt x="31851" y="215265"/>
                  </a:lnTo>
                  <a:lnTo>
                    <a:pt x="31775" y="213728"/>
                  </a:lnTo>
                  <a:lnTo>
                    <a:pt x="31445" y="212559"/>
                  </a:lnTo>
                  <a:lnTo>
                    <a:pt x="36233" y="218122"/>
                  </a:lnTo>
                  <a:lnTo>
                    <a:pt x="36233" y="213766"/>
                  </a:lnTo>
                  <a:lnTo>
                    <a:pt x="21475" y="196545"/>
                  </a:lnTo>
                  <a:lnTo>
                    <a:pt x="17729" y="192176"/>
                  </a:lnTo>
                  <a:lnTo>
                    <a:pt x="0" y="212864"/>
                  </a:lnTo>
                  <a:lnTo>
                    <a:pt x="0" y="217233"/>
                  </a:lnTo>
                  <a:lnTo>
                    <a:pt x="3543" y="213093"/>
                  </a:lnTo>
                  <a:lnTo>
                    <a:pt x="3467" y="213588"/>
                  </a:lnTo>
                  <a:lnTo>
                    <a:pt x="3606" y="216649"/>
                  </a:lnTo>
                  <a:lnTo>
                    <a:pt x="3784" y="217335"/>
                  </a:lnTo>
                  <a:lnTo>
                    <a:pt x="3213" y="217182"/>
                  </a:lnTo>
                  <a:lnTo>
                    <a:pt x="596" y="217360"/>
                  </a:lnTo>
                  <a:lnTo>
                    <a:pt x="0" y="217576"/>
                  </a:lnTo>
                  <a:lnTo>
                    <a:pt x="0" y="218643"/>
                  </a:lnTo>
                  <a:lnTo>
                    <a:pt x="660" y="218808"/>
                  </a:lnTo>
                  <a:lnTo>
                    <a:pt x="3289" y="218643"/>
                  </a:lnTo>
                  <a:lnTo>
                    <a:pt x="3860" y="218427"/>
                  </a:lnTo>
                  <a:lnTo>
                    <a:pt x="3746" y="219138"/>
                  </a:lnTo>
                  <a:lnTo>
                    <a:pt x="3822" y="220662"/>
                  </a:lnTo>
                  <a:lnTo>
                    <a:pt x="3886" y="222186"/>
                  </a:lnTo>
                  <a:lnTo>
                    <a:pt x="4229" y="223418"/>
                  </a:lnTo>
                  <a:lnTo>
                    <a:pt x="4914" y="223367"/>
                  </a:lnTo>
                  <a:lnTo>
                    <a:pt x="5143" y="222123"/>
                  </a:lnTo>
                  <a:lnTo>
                    <a:pt x="4991" y="219049"/>
                  </a:lnTo>
                  <a:lnTo>
                    <a:pt x="4800" y="218376"/>
                  </a:lnTo>
                  <a:lnTo>
                    <a:pt x="5410" y="218516"/>
                  </a:lnTo>
                  <a:lnTo>
                    <a:pt x="6731" y="218427"/>
                  </a:lnTo>
                  <a:lnTo>
                    <a:pt x="8039" y="218338"/>
                  </a:lnTo>
                  <a:lnTo>
                    <a:pt x="9093" y="217957"/>
                  </a:lnTo>
                  <a:lnTo>
                    <a:pt x="9055" y="217144"/>
                  </a:lnTo>
                  <a:lnTo>
                    <a:pt x="7975" y="216890"/>
                  </a:lnTo>
                  <a:lnTo>
                    <a:pt x="5346" y="217055"/>
                  </a:lnTo>
                  <a:lnTo>
                    <a:pt x="4724" y="217284"/>
                  </a:lnTo>
                  <a:lnTo>
                    <a:pt x="4851" y="216573"/>
                  </a:lnTo>
                  <a:lnTo>
                    <a:pt x="4775" y="215036"/>
                  </a:lnTo>
                  <a:lnTo>
                    <a:pt x="4711" y="213512"/>
                  </a:lnTo>
                  <a:lnTo>
                    <a:pt x="4368" y="212280"/>
                  </a:lnTo>
                  <a:lnTo>
                    <a:pt x="4229" y="212293"/>
                  </a:lnTo>
                  <a:lnTo>
                    <a:pt x="17729" y="196545"/>
                  </a:lnTo>
                  <a:lnTo>
                    <a:pt x="31419" y="212521"/>
                  </a:lnTo>
                  <a:lnTo>
                    <a:pt x="30759" y="212547"/>
                  </a:lnTo>
                  <a:lnTo>
                    <a:pt x="30530" y="213804"/>
                  </a:lnTo>
                  <a:lnTo>
                    <a:pt x="30683" y="216877"/>
                  </a:lnTo>
                  <a:lnTo>
                    <a:pt x="30861" y="217551"/>
                  </a:lnTo>
                  <a:lnTo>
                    <a:pt x="30289" y="217411"/>
                  </a:lnTo>
                  <a:lnTo>
                    <a:pt x="28981" y="217487"/>
                  </a:lnTo>
                  <a:lnTo>
                    <a:pt x="27660" y="217576"/>
                  </a:lnTo>
                  <a:lnTo>
                    <a:pt x="26606" y="217970"/>
                  </a:lnTo>
                  <a:lnTo>
                    <a:pt x="26657" y="218770"/>
                  </a:lnTo>
                  <a:lnTo>
                    <a:pt x="27724" y="219036"/>
                  </a:lnTo>
                  <a:lnTo>
                    <a:pt x="30353" y="218859"/>
                  </a:lnTo>
                  <a:lnTo>
                    <a:pt x="30937" y="218655"/>
                  </a:lnTo>
                  <a:lnTo>
                    <a:pt x="30822" y="219354"/>
                  </a:lnTo>
                  <a:lnTo>
                    <a:pt x="30886" y="220878"/>
                  </a:lnTo>
                  <a:lnTo>
                    <a:pt x="30962" y="222415"/>
                  </a:lnTo>
                  <a:lnTo>
                    <a:pt x="31305" y="223634"/>
                  </a:lnTo>
                  <a:lnTo>
                    <a:pt x="31508" y="223634"/>
                  </a:lnTo>
                  <a:lnTo>
                    <a:pt x="17729" y="239699"/>
                  </a:lnTo>
                  <a:lnTo>
                    <a:pt x="12941" y="234124"/>
                  </a:lnTo>
                  <a:lnTo>
                    <a:pt x="14008" y="234378"/>
                  </a:lnTo>
                  <a:lnTo>
                    <a:pt x="16637" y="234213"/>
                  </a:lnTo>
                  <a:lnTo>
                    <a:pt x="17208" y="233997"/>
                  </a:lnTo>
                  <a:lnTo>
                    <a:pt x="17094" y="234696"/>
                  </a:lnTo>
                  <a:lnTo>
                    <a:pt x="17170" y="236232"/>
                  </a:lnTo>
                  <a:lnTo>
                    <a:pt x="17233" y="237756"/>
                  </a:lnTo>
                  <a:lnTo>
                    <a:pt x="17576" y="238988"/>
                  </a:lnTo>
                  <a:lnTo>
                    <a:pt x="18262" y="238937"/>
                  </a:lnTo>
                  <a:lnTo>
                    <a:pt x="18478" y="237680"/>
                  </a:lnTo>
                  <a:lnTo>
                    <a:pt x="18338" y="234619"/>
                  </a:lnTo>
                  <a:lnTo>
                    <a:pt x="18148" y="233934"/>
                  </a:lnTo>
                  <a:lnTo>
                    <a:pt x="18757" y="234073"/>
                  </a:lnTo>
                  <a:lnTo>
                    <a:pt x="20066" y="233997"/>
                  </a:lnTo>
                  <a:lnTo>
                    <a:pt x="21374" y="233908"/>
                  </a:lnTo>
                  <a:lnTo>
                    <a:pt x="22440" y="233527"/>
                  </a:lnTo>
                  <a:lnTo>
                    <a:pt x="22390" y="232714"/>
                  </a:lnTo>
                  <a:lnTo>
                    <a:pt x="21323" y="232460"/>
                  </a:lnTo>
                  <a:lnTo>
                    <a:pt x="18694" y="232625"/>
                  </a:lnTo>
                  <a:lnTo>
                    <a:pt x="18072" y="232854"/>
                  </a:lnTo>
                  <a:lnTo>
                    <a:pt x="18199" y="232130"/>
                  </a:lnTo>
                  <a:lnTo>
                    <a:pt x="18122" y="230606"/>
                  </a:lnTo>
                  <a:lnTo>
                    <a:pt x="18059" y="229082"/>
                  </a:lnTo>
                  <a:lnTo>
                    <a:pt x="17716" y="227850"/>
                  </a:lnTo>
                  <a:lnTo>
                    <a:pt x="17030" y="227888"/>
                  </a:lnTo>
                  <a:lnTo>
                    <a:pt x="16802" y="229146"/>
                  </a:lnTo>
                  <a:lnTo>
                    <a:pt x="16954" y="232219"/>
                  </a:lnTo>
                  <a:lnTo>
                    <a:pt x="17132" y="232905"/>
                  </a:lnTo>
                  <a:lnTo>
                    <a:pt x="16560" y="232752"/>
                  </a:lnTo>
                  <a:lnTo>
                    <a:pt x="15252" y="232841"/>
                  </a:lnTo>
                  <a:lnTo>
                    <a:pt x="13944" y="232918"/>
                  </a:lnTo>
                  <a:lnTo>
                    <a:pt x="12877" y="233311"/>
                  </a:lnTo>
                  <a:lnTo>
                    <a:pt x="12915" y="234099"/>
                  </a:lnTo>
                  <a:lnTo>
                    <a:pt x="0" y="219011"/>
                  </a:lnTo>
                  <a:lnTo>
                    <a:pt x="0" y="223367"/>
                  </a:lnTo>
                  <a:lnTo>
                    <a:pt x="17729" y="244068"/>
                  </a:lnTo>
                  <a:lnTo>
                    <a:pt x="21475" y="239699"/>
                  </a:lnTo>
                  <a:lnTo>
                    <a:pt x="39979" y="218122"/>
                  </a:lnTo>
                  <a:close/>
                </a:path>
                <a:path w="118109" h="244475">
                  <a:moveTo>
                    <a:pt x="42837" y="41897"/>
                  </a:moveTo>
                  <a:lnTo>
                    <a:pt x="42799" y="41084"/>
                  </a:lnTo>
                  <a:lnTo>
                    <a:pt x="41719" y="40830"/>
                  </a:lnTo>
                  <a:lnTo>
                    <a:pt x="39090" y="40995"/>
                  </a:lnTo>
                  <a:lnTo>
                    <a:pt x="38036" y="41376"/>
                  </a:lnTo>
                  <a:lnTo>
                    <a:pt x="38087" y="42189"/>
                  </a:lnTo>
                  <a:lnTo>
                    <a:pt x="39166" y="42443"/>
                  </a:lnTo>
                  <a:lnTo>
                    <a:pt x="40474" y="42367"/>
                  </a:lnTo>
                  <a:lnTo>
                    <a:pt x="41783" y="42278"/>
                  </a:lnTo>
                  <a:lnTo>
                    <a:pt x="42837" y="41897"/>
                  </a:lnTo>
                  <a:close/>
                </a:path>
                <a:path w="118109" h="244475">
                  <a:moveTo>
                    <a:pt x="102057" y="57543"/>
                  </a:moveTo>
                  <a:lnTo>
                    <a:pt x="98310" y="53187"/>
                  </a:lnTo>
                  <a:lnTo>
                    <a:pt x="98310" y="57543"/>
                  </a:lnTo>
                  <a:lnTo>
                    <a:pt x="94170" y="62369"/>
                  </a:lnTo>
                  <a:lnTo>
                    <a:pt x="94284" y="61772"/>
                  </a:lnTo>
                  <a:lnTo>
                    <a:pt x="94132" y="58699"/>
                  </a:lnTo>
                  <a:lnTo>
                    <a:pt x="93941" y="58013"/>
                  </a:lnTo>
                  <a:lnTo>
                    <a:pt x="94564" y="58166"/>
                  </a:lnTo>
                  <a:lnTo>
                    <a:pt x="95872" y="58077"/>
                  </a:lnTo>
                  <a:lnTo>
                    <a:pt x="97180" y="57988"/>
                  </a:lnTo>
                  <a:lnTo>
                    <a:pt x="98234" y="57607"/>
                  </a:lnTo>
                  <a:lnTo>
                    <a:pt x="98221" y="57454"/>
                  </a:lnTo>
                  <a:lnTo>
                    <a:pt x="98310" y="53187"/>
                  </a:lnTo>
                  <a:lnTo>
                    <a:pt x="97523" y="52260"/>
                  </a:lnTo>
                  <a:lnTo>
                    <a:pt x="97523" y="56642"/>
                  </a:lnTo>
                  <a:lnTo>
                    <a:pt x="97116" y="56540"/>
                  </a:lnTo>
                  <a:lnTo>
                    <a:pt x="94488" y="56705"/>
                  </a:lnTo>
                  <a:lnTo>
                    <a:pt x="93865" y="56934"/>
                  </a:lnTo>
                  <a:lnTo>
                    <a:pt x="93992" y="56222"/>
                  </a:lnTo>
                  <a:lnTo>
                    <a:pt x="93929" y="54686"/>
                  </a:lnTo>
                  <a:lnTo>
                    <a:pt x="93853" y="53162"/>
                  </a:lnTo>
                  <a:lnTo>
                    <a:pt x="93586" y="52235"/>
                  </a:lnTo>
                  <a:lnTo>
                    <a:pt x="93586" y="63055"/>
                  </a:lnTo>
                  <a:lnTo>
                    <a:pt x="79806" y="79133"/>
                  </a:lnTo>
                  <a:lnTo>
                    <a:pt x="75018" y="73558"/>
                  </a:lnTo>
                  <a:lnTo>
                    <a:pt x="76073" y="73812"/>
                  </a:lnTo>
                  <a:lnTo>
                    <a:pt x="78701" y="73634"/>
                  </a:lnTo>
                  <a:lnTo>
                    <a:pt x="79286" y="73431"/>
                  </a:lnTo>
                  <a:lnTo>
                    <a:pt x="79159" y="74129"/>
                  </a:lnTo>
                  <a:lnTo>
                    <a:pt x="79235" y="75653"/>
                  </a:lnTo>
                  <a:lnTo>
                    <a:pt x="79311" y="77190"/>
                  </a:lnTo>
                  <a:lnTo>
                    <a:pt x="79641" y="78409"/>
                  </a:lnTo>
                  <a:lnTo>
                    <a:pt x="80340" y="78371"/>
                  </a:lnTo>
                  <a:lnTo>
                    <a:pt x="80556" y="77114"/>
                  </a:lnTo>
                  <a:lnTo>
                    <a:pt x="80416" y="74041"/>
                  </a:lnTo>
                  <a:lnTo>
                    <a:pt x="80213" y="73367"/>
                  </a:lnTo>
                  <a:lnTo>
                    <a:pt x="80835" y="73507"/>
                  </a:lnTo>
                  <a:lnTo>
                    <a:pt x="82143" y="73418"/>
                  </a:lnTo>
                  <a:lnTo>
                    <a:pt x="83451" y="73342"/>
                  </a:lnTo>
                  <a:lnTo>
                    <a:pt x="84505" y="72948"/>
                  </a:lnTo>
                  <a:lnTo>
                    <a:pt x="84467" y="72148"/>
                  </a:lnTo>
                  <a:lnTo>
                    <a:pt x="83388" y="71882"/>
                  </a:lnTo>
                  <a:lnTo>
                    <a:pt x="80759" y="72047"/>
                  </a:lnTo>
                  <a:lnTo>
                    <a:pt x="80137" y="72288"/>
                  </a:lnTo>
                  <a:lnTo>
                    <a:pt x="80276" y="71564"/>
                  </a:lnTo>
                  <a:lnTo>
                    <a:pt x="80200" y="70040"/>
                  </a:lnTo>
                  <a:lnTo>
                    <a:pt x="80124" y="68503"/>
                  </a:lnTo>
                  <a:lnTo>
                    <a:pt x="79794" y="67284"/>
                  </a:lnTo>
                  <a:lnTo>
                    <a:pt x="79095" y="67322"/>
                  </a:lnTo>
                  <a:lnTo>
                    <a:pt x="78879" y="68580"/>
                  </a:lnTo>
                  <a:lnTo>
                    <a:pt x="79032" y="71653"/>
                  </a:lnTo>
                  <a:lnTo>
                    <a:pt x="79209" y="72326"/>
                  </a:lnTo>
                  <a:lnTo>
                    <a:pt x="78625" y="72186"/>
                  </a:lnTo>
                  <a:lnTo>
                    <a:pt x="77317" y="72263"/>
                  </a:lnTo>
                  <a:lnTo>
                    <a:pt x="76009" y="72351"/>
                  </a:lnTo>
                  <a:lnTo>
                    <a:pt x="74955" y="72745"/>
                  </a:lnTo>
                  <a:lnTo>
                    <a:pt x="74980" y="73520"/>
                  </a:lnTo>
                  <a:lnTo>
                    <a:pt x="61671" y="57988"/>
                  </a:lnTo>
                  <a:lnTo>
                    <a:pt x="62725" y="58242"/>
                  </a:lnTo>
                  <a:lnTo>
                    <a:pt x="65354" y="58077"/>
                  </a:lnTo>
                  <a:lnTo>
                    <a:pt x="65925" y="57861"/>
                  </a:lnTo>
                  <a:lnTo>
                    <a:pt x="65811" y="58559"/>
                  </a:lnTo>
                  <a:lnTo>
                    <a:pt x="65887" y="60096"/>
                  </a:lnTo>
                  <a:lnTo>
                    <a:pt x="65963" y="61620"/>
                  </a:lnTo>
                  <a:lnTo>
                    <a:pt x="66294" y="62839"/>
                  </a:lnTo>
                  <a:lnTo>
                    <a:pt x="66992" y="62801"/>
                  </a:lnTo>
                  <a:lnTo>
                    <a:pt x="67208" y="61544"/>
                  </a:lnTo>
                  <a:lnTo>
                    <a:pt x="67068" y="58483"/>
                  </a:lnTo>
                  <a:lnTo>
                    <a:pt x="66865" y="57797"/>
                  </a:lnTo>
                  <a:lnTo>
                    <a:pt x="67487" y="57937"/>
                  </a:lnTo>
                  <a:lnTo>
                    <a:pt x="68795" y="57861"/>
                  </a:lnTo>
                  <a:lnTo>
                    <a:pt x="70104" y="57772"/>
                  </a:lnTo>
                  <a:lnTo>
                    <a:pt x="71158" y="57391"/>
                  </a:lnTo>
                  <a:lnTo>
                    <a:pt x="71120" y="56578"/>
                  </a:lnTo>
                  <a:lnTo>
                    <a:pt x="70040" y="56311"/>
                  </a:lnTo>
                  <a:lnTo>
                    <a:pt x="67411" y="56489"/>
                  </a:lnTo>
                  <a:lnTo>
                    <a:pt x="66789" y="56718"/>
                  </a:lnTo>
                  <a:lnTo>
                    <a:pt x="66929" y="55994"/>
                  </a:lnTo>
                  <a:lnTo>
                    <a:pt x="66852" y="54470"/>
                  </a:lnTo>
                  <a:lnTo>
                    <a:pt x="66776" y="52933"/>
                  </a:lnTo>
                  <a:lnTo>
                    <a:pt x="66446" y="51714"/>
                  </a:lnTo>
                  <a:lnTo>
                    <a:pt x="66294" y="51727"/>
                  </a:lnTo>
                  <a:lnTo>
                    <a:pt x="79286" y="36563"/>
                  </a:lnTo>
                  <a:lnTo>
                    <a:pt x="79133" y="37515"/>
                  </a:lnTo>
                  <a:lnTo>
                    <a:pt x="79286" y="40589"/>
                  </a:lnTo>
                  <a:lnTo>
                    <a:pt x="79463" y="41275"/>
                  </a:lnTo>
                  <a:lnTo>
                    <a:pt x="78892" y="41122"/>
                  </a:lnTo>
                  <a:lnTo>
                    <a:pt x="77571" y="41211"/>
                  </a:lnTo>
                  <a:lnTo>
                    <a:pt x="76263" y="41287"/>
                  </a:lnTo>
                  <a:lnTo>
                    <a:pt x="75209" y="41681"/>
                  </a:lnTo>
                  <a:lnTo>
                    <a:pt x="75247" y="42481"/>
                  </a:lnTo>
                  <a:lnTo>
                    <a:pt x="76327" y="42748"/>
                  </a:lnTo>
                  <a:lnTo>
                    <a:pt x="78955" y="42583"/>
                  </a:lnTo>
                  <a:lnTo>
                    <a:pt x="79540" y="42367"/>
                  </a:lnTo>
                  <a:lnTo>
                    <a:pt x="79413" y="43065"/>
                  </a:lnTo>
                  <a:lnTo>
                    <a:pt x="79489" y="44602"/>
                  </a:lnTo>
                  <a:lnTo>
                    <a:pt x="79565" y="46126"/>
                  </a:lnTo>
                  <a:lnTo>
                    <a:pt x="79895" y="47345"/>
                  </a:lnTo>
                  <a:lnTo>
                    <a:pt x="80594" y="47307"/>
                  </a:lnTo>
                  <a:lnTo>
                    <a:pt x="80810" y="46050"/>
                  </a:lnTo>
                  <a:lnTo>
                    <a:pt x="80670" y="42989"/>
                  </a:lnTo>
                  <a:lnTo>
                    <a:pt x="80467" y="42303"/>
                  </a:lnTo>
                  <a:lnTo>
                    <a:pt x="81089" y="42443"/>
                  </a:lnTo>
                  <a:lnTo>
                    <a:pt x="82397" y="42367"/>
                  </a:lnTo>
                  <a:lnTo>
                    <a:pt x="83705" y="42278"/>
                  </a:lnTo>
                  <a:lnTo>
                    <a:pt x="84759" y="41897"/>
                  </a:lnTo>
                  <a:lnTo>
                    <a:pt x="84747" y="41757"/>
                  </a:lnTo>
                  <a:lnTo>
                    <a:pt x="93497" y="51943"/>
                  </a:lnTo>
                  <a:lnTo>
                    <a:pt x="92824" y="51981"/>
                  </a:lnTo>
                  <a:lnTo>
                    <a:pt x="92608" y="53238"/>
                  </a:lnTo>
                  <a:lnTo>
                    <a:pt x="92748" y="56299"/>
                  </a:lnTo>
                  <a:lnTo>
                    <a:pt x="92925" y="56984"/>
                  </a:lnTo>
                  <a:lnTo>
                    <a:pt x="92354" y="56832"/>
                  </a:lnTo>
                  <a:lnTo>
                    <a:pt x="91046" y="56921"/>
                  </a:lnTo>
                  <a:lnTo>
                    <a:pt x="89738" y="57010"/>
                  </a:lnTo>
                  <a:lnTo>
                    <a:pt x="88684" y="57391"/>
                  </a:lnTo>
                  <a:lnTo>
                    <a:pt x="88722" y="58204"/>
                  </a:lnTo>
                  <a:lnTo>
                    <a:pt x="89801" y="58458"/>
                  </a:lnTo>
                  <a:lnTo>
                    <a:pt x="92430" y="58293"/>
                  </a:lnTo>
                  <a:lnTo>
                    <a:pt x="93002" y="58077"/>
                  </a:lnTo>
                  <a:lnTo>
                    <a:pt x="92887" y="58788"/>
                  </a:lnTo>
                  <a:lnTo>
                    <a:pt x="92964" y="60312"/>
                  </a:lnTo>
                  <a:lnTo>
                    <a:pt x="93040" y="61836"/>
                  </a:lnTo>
                  <a:lnTo>
                    <a:pt x="93370" y="63068"/>
                  </a:lnTo>
                  <a:lnTo>
                    <a:pt x="93586" y="63055"/>
                  </a:lnTo>
                  <a:lnTo>
                    <a:pt x="93586" y="52235"/>
                  </a:lnTo>
                  <a:lnTo>
                    <a:pt x="93510" y="51955"/>
                  </a:lnTo>
                  <a:lnTo>
                    <a:pt x="97523" y="56642"/>
                  </a:lnTo>
                  <a:lnTo>
                    <a:pt x="97523" y="52260"/>
                  </a:lnTo>
                  <a:lnTo>
                    <a:pt x="84035" y="36537"/>
                  </a:lnTo>
                  <a:lnTo>
                    <a:pt x="84035" y="40932"/>
                  </a:lnTo>
                  <a:lnTo>
                    <a:pt x="83642" y="40830"/>
                  </a:lnTo>
                  <a:lnTo>
                    <a:pt x="81013" y="40995"/>
                  </a:lnTo>
                  <a:lnTo>
                    <a:pt x="80391" y="41224"/>
                  </a:lnTo>
                  <a:lnTo>
                    <a:pt x="80530" y="40500"/>
                  </a:lnTo>
                  <a:lnTo>
                    <a:pt x="80454" y="38976"/>
                  </a:lnTo>
                  <a:lnTo>
                    <a:pt x="80378" y="37452"/>
                  </a:lnTo>
                  <a:lnTo>
                    <a:pt x="80048" y="36271"/>
                  </a:lnTo>
                  <a:lnTo>
                    <a:pt x="84035" y="40932"/>
                  </a:lnTo>
                  <a:lnTo>
                    <a:pt x="84035" y="36537"/>
                  </a:lnTo>
                  <a:lnTo>
                    <a:pt x="83553" y="35966"/>
                  </a:lnTo>
                  <a:lnTo>
                    <a:pt x="80022" y="31851"/>
                  </a:lnTo>
                  <a:lnTo>
                    <a:pt x="80022" y="36233"/>
                  </a:lnTo>
                  <a:lnTo>
                    <a:pt x="79984" y="41783"/>
                  </a:lnTo>
                  <a:lnTo>
                    <a:pt x="79984" y="36245"/>
                  </a:lnTo>
                  <a:lnTo>
                    <a:pt x="79565" y="36258"/>
                  </a:lnTo>
                  <a:lnTo>
                    <a:pt x="79806" y="35966"/>
                  </a:lnTo>
                  <a:lnTo>
                    <a:pt x="80022" y="36233"/>
                  </a:lnTo>
                  <a:lnTo>
                    <a:pt x="80022" y="31851"/>
                  </a:lnTo>
                  <a:lnTo>
                    <a:pt x="79806" y="31597"/>
                  </a:lnTo>
                  <a:lnTo>
                    <a:pt x="65862" y="47879"/>
                  </a:lnTo>
                  <a:lnTo>
                    <a:pt x="65862" y="56769"/>
                  </a:lnTo>
                  <a:lnTo>
                    <a:pt x="65290" y="56616"/>
                  </a:lnTo>
                  <a:lnTo>
                    <a:pt x="63969" y="56705"/>
                  </a:lnTo>
                  <a:lnTo>
                    <a:pt x="62661" y="56781"/>
                  </a:lnTo>
                  <a:lnTo>
                    <a:pt x="61633" y="57175"/>
                  </a:lnTo>
                  <a:lnTo>
                    <a:pt x="61633" y="57950"/>
                  </a:lnTo>
                  <a:lnTo>
                    <a:pt x="61302" y="57543"/>
                  </a:lnTo>
                  <a:lnTo>
                    <a:pt x="61607" y="57188"/>
                  </a:lnTo>
                  <a:lnTo>
                    <a:pt x="61633" y="57950"/>
                  </a:lnTo>
                  <a:lnTo>
                    <a:pt x="61633" y="57175"/>
                  </a:lnTo>
                  <a:lnTo>
                    <a:pt x="65608" y="52514"/>
                  </a:lnTo>
                  <a:lnTo>
                    <a:pt x="65532" y="53009"/>
                  </a:lnTo>
                  <a:lnTo>
                    <a:pt x="65684" y="56083"/>
                  </a:lnTo>
                  <a:lnTo>
                    <a:pt x="65862" y="56769"/>
                  </a:lnTo>
                  <a:lnTo>
                    <a:pt x="65862" y="47879"/>
                  </a:lnTo>
                  <a:lnTo>
                    <a:pt x="57569" y="57543"/>
                  </a:lnTo>
                  <a:lnTo>
                    <a:pt x="79806" y="83489"/>
                  </a:lnTo>
                  <a:lnTo>
                    <a:pt x="83553" y="79133"/>
                  </a:lnTo>
                  <a:lnTo>
                    <a:pt x="102057" y="57543"/>
                  </a:lnTo>
                  <a:close/>
                </a:path>
                <a:path w="118109" h="244475">
                  <a:moveTo>
                    <a:pt x="117652" y="19989"/>
                  </a:moveTo>
                  <a:lnTo>
                    <a:pt x="104736" y="4927"/>
                  </a:lnTo>
                  <a:lnTo>
                    <a:pt x="104736" y="9321"/>
                  </a:lnTo>
                  <a:lnTo>
                    <a:pt x="104343" y="9220"/>
                  </a:lnTo>
                  <a:lnTo>
                    <a:pt x="101714" y="9385"/>
                  </a:lnTo>
                  <a:lnTo>
                    <a:pt x="101104" y="9613"/>
                  </a:lnTo>
                  <a:lnTo>
                    <a:pt x="101231" y="8902"/>
                  </a:lnTo>
                  <a:lnTo>
                    <a:pt x="101155" y="7366"/>
                  </a:lnTo>
                  <a:lnTo>
                    <a:pt x="101079" y="5842"/>
                  </a:lnTo>
                  <a:lnTo>
                    <a:pt x="100749" y="4660"/>
                  </a:lnTo>
                  <a:lnTo>
                    <a:pt x="104736" y="9321"/>
                  </a:lnTo>
                  <a:lnTo>
                    <a:pt x="104736" y="4927"/>
                  </a:lnTo>
                  <a:lnTo>
                    <a:pt x="104254" y="4356"/>
                  </a:lnTo>
                  <a:lnTo>
                    <a:pt x="100723" y="254"/>
                  </a:lnTo>
                  <a:lnTo>
                    <a:pt x="100723" y="4622"/>
                  </a:lnTo>
                  <a:lnTo>
                    <a:pt x="100253" y="4648"/>
                  </a:lnTo>
                  <a:lnTo>
                    <a:pt x="100507" y="4356"/>
                  </a:lnTo>
                  <a:lnTo>
                    <a:pt x="100723" y="4622"/>
                  </a:lnTo>
                  <a:lnTo>
                    <a:pt x="100723" y="254"/>
                  </a:lnTo>
                  <a:lnTo>
                    <a:pt x="100507" y="0"/>
                  </a:lnTo>
                  <a:lnTo>
                    <a:pt x="86563" y="16281"/>
                  </a:lnTo>
                  <a:lnTo>
                    <a:pt x="86563" y="25158"/>
                  </a:lnTo>
                  <a:lnTo>
                    <a:pt x="85991" y="25006"/>
                  </a:lnTo>
                  <a:lnTo>
                    <a:pt x="84683" y="25095"/>
                  </a:lnTo>
                  <a:lnTo>
                    <a:pt x="83375" y="25171"/>
                  </a:lnTo>
                  <a:lnTo>
                    <a:pt x="82346" y="25565"/>
                  </a:lnTo>
                  <a:lnTo>
                    <a:pt x="82346" y="26365"/>
                  </a:lnTo>
                  <a:lnTo>
                    <a:pt x="82003" y="25946"/>
                  </a:lnTo>
                  <a:lnTo>
                    <a:pt x="82308" y="25590"/>
                  </a:lnTo>
                  <a:lnTo>
                    <a:pt x="82346" y="26365"/>
                  </a:lnTo>
                  <a:lnTo>
                    <a:pt x="82346" y="25565"/>
                  </a:lnTo>
                  <a:lnTo>
                    <a:pt x="86321" y="20916"/>
                  </a:lnTo>
                  <a:lnTo>
                    <a:pt x="86233" y="21399"/>
                  </a:lnTo>
                  <a:lnTo>
                    <a:pt x="86385" y="24472"/>
                  </a:lnTo>
                  <a:lnTo>
                    <a:pt x="86563" y="25158"/>
                  </a:lnTo>
                  <a:lnTo>
                    <a:pt x="86563" y="16281"/>
                  </a:lnTo>
                  <a:lnTo>
                    <a:pt x="79819" y="24142"/>
                  </a:lnTo>
                  <a:lnTo>
                    <a:pt x="77622" y="21590"/>
                  </a:lnTo>
                  <a:lnTo>
                    <a:pt x="77622" y="25946"/>
                  </a:lnTo>
                  <a:lnTo>
                    <a:pt x="73482" y="30772"/>
                  </a:lnTo>
                  <a:lnTo>
                    <a:pt x="73596" y="30162"/>
                  </a:lnTo>
                  <a:lnTo>
                    <a:pt x="73456" y="27089"/>
                  </a:lnTo>
                  <a:lnTo>
                    <a:pt x="73253" y="26416"/>
                  </a:lnTo>
                  <a:lnTo>
                    <a:pt x="73875" y="26555"/>
                  </a:lnTo>
                  <a:lnTo>
                    <a:pt x="75184" y="26466"/>
                  </a:lnTo>
                  <a:lnTo>
                    <a:pt x="76492" y="26390"/>
                  </a:lnTo>
                  <a:lnTo>
                    <a:pt x="77546" y="25996"/>
                  </a:lnTo>
                  <a:lnTo>
                    <a:pt x="77533" y="25857"/>
                  </a:lnTo>
                  <a:lnTo>
                    <a:pt x="77622" y="21590"/>
                  </a:lnTo>
                  <a:lnTo>
                    <a:pt x="76822" y="20650"/>
                  </a:lnTo>
                  <a:lnTo>
                    <a:pt x="76822" y="25031"/>
                  </a:lnTo>
                  <a:lnTo>
                    <a:pt x="76428" y="24930"/>
                  </a:lnTo>
                  <a:lnTo>
                    <a:pt x="73799" y="25095"/>
                  </a:lnTo>
                  <a:lnTo>
                    <a:pt x="73190" y="25323"/>
                  </a:lnTo>
                  <a:lnTo>
                    <a:pt x="73317" y="24612"/>
                  </a:lnTo>
                  <a:lnTo>
                    <a:pt x="73240" y="23075"/>
                  </a:lnTo>
                  <a:lnTo>
                    <a:pt x="73164" y="21551"/>
                  </a:lnTo>
                  <a:lnTo>
                    <a:pt x="72898" y="20612"/>
                  </a:lnTo>
                  <a:lnTo>
                    <a:pt x="72898" y="31457"/>
                  </a:lnTo>
                  <a:lnTo>
                    <a:pt x="59118" y="47523"/>
                  </a:lnTo>
                  <a:lnTo>
                    <a:pt x="54317" y="41948"/>
                  </a:lnTo>
                  <a:lnTo>
                    <a:pt x="55397" y="42202"/>
                  </a:lnTo>
                  <a:lnTo>
                    <a:pt x="58013" y="42037"/>
                  </a:lnTo>
                  <a:lnTo>
                    <a:pt x="58597" y="41821"/>
                  </a:lnTo>
                  <a:lnTo>
                    <a:pt x="58483" y="42519"/>
                  </a:lnTo>
                  <a:lnTo>
                    <a:pt x="58547" y="44056"/>
                  </a:lnTo>
                  <a:lnTo>
                    <a:pt x="58623" y="45580"/>
                  </a:lnTo>
                  <a:lnTo>
                    <a:pt x="58966" y="46799"/>
                  </a:lnTo>
                  <a:lnTo>
                    <a:pt x="59651" y="46761"/>
                  </a:lnTo>
                  <a:lnTo>
                    <a:pt x="59867" y="45504"/>
                  </a:lnTo>
                  <a:lnTo>
                    <a:pt x="59728" y="42443"/>
                  </a:lnTo>
                  <a:lnTo>
                    <a:pt x="59524" y="41757"/>
                  </a:lnTo>
                  <a:lnTo>
                    <a:pt x="60147" y="41897"/>
                  </a:lnTo>
                  <a:lnTo>
                    <a:pt x="61455" y="41821"/>
                  </a:lnTo>
                  <a:lnTo>
                    <a:pt x="62763" y="41732"/>
                  </a:lnTo>
                  <a:lnTo>
                    <a:pt x="63830" y="41338"/>
                  </a:lnTo>
                  <a:lnTo>
                    <a:pt x="63779" y="40538"/>
                  </a:lnTo>
                  <a:lnTo>
                    <a:pt x="62699" y="40271"/>
                  </a:lnTo>
                  <a:lnTo>
                    <a:pt x="60071" y="40449"/>
                  </a:lnTo>
                  <a:lnTo>
                    <a:pt x="59461" y="40690"/>
                  </a:lnTo>
                  <a:lnTo>
                    <a:pt x="59588" y="39954"/>
                  </a:lnTo>
                  <a:lnTo>
                    <a:pt x="59512" y="38430"/>
                  </a:lnTo>
                  <a:lnTo>
                    <a:pt x="59436" y="36893"/>
                  </a:lnTo>
                  <a:lnTo>
                    <a:pt x="59105" y="35674"/>
                  </a:lnTo>
                  <a:lnTo>
                    <a:pt x="58420" y="35712"/>
                  </a:lnTo>
                  <a:lnTo>
                    <a:pt x="58191" y="36969"/>
                  </a:lnTo>
                  <a:lnTo>
                    <a:pt x="58343" y="40043"/>
                  </a:lnTo>
                  <a:lnTo>
                    <a:pt x="58521" y="40728"/>
                  </a:lnTo>
                  <a:lnTo>
                    <a:pt x="57950" y="40576"/>
                  </a:lnTo>
                  <a:lnTo>
                    <a:pt x="56642" y="40665"/>
                  </a:lnTo>
                  <a:lnTo>
                    <a:pt x="55333" y="40741"/>
                  </a:lnTo>
                  <a:lnTo>
                    <a:pt x="54267" y="41135"/>
                  </a:lnTo>
                  <a:lnTo>
                    <a:pt x="54305" y="41935"/>
                  </a:lnTo>
                  <a:lnTo>
                    <a:pt x="40970" y="26377"/>
                  </a:lnTo>
                  <a:lnTo>
                    <a:pt x="42049" y="26631"/>
                  </a:lnTo>
                  <a:lnTo>
                    <a:pt x="44678" y="26466"/>
                  </a:lnTo>
                  <a:lnTo>
                    <a:pt x="45250" y="26250"/>
                  </a:lnTo>
                  <a:lnTo>
                    <a:pt x="45135" y="26949"/>
                  </a:lnTo>
                  <a:lnTo>
                    <a:pt x="45212" y="28486"/>
                  </a:lnTo>
                  <a:lnTo>
                    <a:pt x="45275" y="30010"/>
                  </a:lnTo>
                  <a:lnTo>
                    <a:pt x="45618" y="31242"/>
                  </a:lnTo>
                  <a:lnTo>
                    <a:pt x="46304" y="31191"/>
                  </a:lnTo>
                  <a:lnTo>
                    <a:pt x="46532" y="29933"/>
                  </a:lnTo>
                  <a:lnTo>
                    <a:pt x="46380" y="26873"/>
                  </a:lnTo>
                  <a:lnTo>
                    <a:pt x="46189" y="26187"/>
                  </a:lnTo>
                  <a:lnTo>
                    <a:pt x="46799" y="26327"/>
                  </a:lnTo>
                  <a:lnTo>
                    <a:pt x="48107" y="26250"/>
                  </a:lnTo>
                  <a:lnTo>
                    <a:pt x="49428" y="26162"/>
                  </a:lnTo>
                  <a:lnTo>
                    <a:pt x="50482" y="25781"/>
                  </a:lnTo>
                  <a:lnTo>
                    <a:pt x="50431" y="24968"/>
                  </a:lnTo>
                  <a:lnTo>
                    <a:pt x="49364" y="24714"/>
                  </a:lnTo>
                  <a:lnTo>
                    <a:pt x="46736" y="24879"/>
                  </a:lnTo>
                  <a:lnTo>
                    <a:pt x="46113" y="25107"/>
                  </a:lnTo>
                  <a:lnTo>
                    <a:pt x="46240" y="24384"/>
                  </a:lnTo>
                  <a:lnTo>
                    <a:pt x="46164" y="22860"/>
                  </a:lnTo>
                  <a:lnTo>
                    <a:pt x="46101" y="21336"/>
                  </a:lnTo>
                  <a:lnTo>
                    <a:pt x="45758" y="20104"/>
                  </a:lnTo>
                  <a:lnTo>
                    <a:pt x="45605" y="20116"/>
                  </a:lnTo>
                  <a:lnTo>
                    <a:pt x="58623" y="4940"/>
                  </a:lnTo>
                  <a:lnTo>
                    <a:pt x="58445" y="5918"/>
                  </a:lnTo>
                  <a:lnTo>
                    <a:pt x="58597" y="8978"/>
                  </a:lnTo>
                  <a:lnTo>
                    <a:pt x="58775" y="9664"/>
                  </a:lnTo>
                  <a:lnTo>
                    <a:pt x="58204" y="9512"/>
                  </a:lnTo>
                  <a:lnTo>
                    <a:pt x="56896" y="9601"/>
                  </a:lnTo>
                  <a:lnTo>
                    <a:pt x="55587" y="9690"/>
                  </a:lnTo>
                  <a:lnTo>
                    <a:pt x="54521" y="10071"/>
                  </a:lnTo>
                  <a:lnTo>
                    <a:pt x="54571" y="10871"/>
                  </a:lnTo>
                  <a:lnTo>
                    <a:pt x="55651" y="11137"/>
                  </a:lnTo>
                  <a:lnTo>
                    <a:pt x="58280" y="10972"/>
                  </a:lnTo>
                  <a:lnTo>
                    <a:pt x="58851" y="10756"/>
                  </a:lnTo>
                  <a:lnTo>
                    <a:pt x="58737" y="11455"/>
                  </a:lnTo>
                  <a:lnTo>
                    <a:pt x="58813" y="12992"/>
                  </a:lnTo>
                  <a:lnTo>
                    <a:pt x="58877" y="14516"/>
                  </a:lnTo>
                  <a:lnTo>
                    <a:pt x="59220" y="15748"/>
                  </a:lnTo>
                  <a:lnTo>
                    <a:pt x="59905" y="15697"/>
                  </a:lnTo>
                  <a:lnTo>
                    <a:pt x="60121" y="14439"/>
                  </a:lnTo>
                  <a:lnTo>
                    <a:pt x="59982" y="11379"/>
                  </a:lnTo>
                  <a:lnTo>
                    <a:pt x="59791" y="10693"/>
                  </a:lnTo>
                  <a:lnTo>
                    <a:pt x="60401" y="10833"/>
                  </a:lnTo>
                  <a:lnTo>
                    <a:pt x="61709" y="10756"/>
                  </a:lnTo>
                  <a:lnTo>
                    <a:pt x="63017" y="10668"/>
                  </a:lnTo>
                  <a:lnTo>
                    <a:pt x="64084" y="10287"/>
                  </a:lnTo>
                  <a:lnTo>
                    <a:pt x="72809" y="20345"/>
                  </a:lnTo>
                  <a:lnTo>
                    <a:pt x="72136" y="20370"/>
                  </a:lnTo>
                  <a:lnTo>
                    <a:pt x="71920" y="21628"/>
                  </a:lnTo>
                  <a:lnTo>
                    <a:pt x="72072" y="24688"/>
                  </a:lnTo>
                  <a:lnTo>
                    <a:pt x="72250" y="25374"/>
                  </a:lnTo>
                  <a:lnTo>
                    <a:pt x="71678" y="25234"/>
                  </a:lnTo>
                  <a:lnTo>
                    <a:pt x="70358" y="25311"/>
                  </a:lnTo>
                  <a:lnTo>
                    <a:pt x="69049" y="25400"/>
                  </a:lnTo>
                  <a:lnTo>
                    <a:pt x="67995" y="25781"/>
                  </a:lnTo>
                  <a:lnTo>
                    <a:pt x="68033" y="26593"/>
                  </a:lnTo>
                  <a:lnTo>
                    <a:pt x="69113" y="26847"/>
                  </a:lnTo>
                  <a:lnTo>
                    <a:pt x="71742" y="26682"/>
                  </a:lnTo>
                  <a:lnTo>
                    <a:pt x="72326" y="26479"/>
                  </a:lnTo>
                  <a:lnTo>
                    <a:pt x="72212" y="27178"/>
                  </a:lnTo>
                  <a:lnTo>
                    <a:pt x="72275" y="28702"/>
                  </a:lnTo>
                  <a:lnTo>
                    <a:pt x="72351" y="30226"/>
                  </a:lnTo>
                  <a:lnTo>
                    <a:pt x="72682" y="31457"/>
                  </a:lnTo>
                  <a:lnTo>
                    <a:pt x="72898" y="31457"/>
                  </a:lnTo>
                  <a:lnTo>
                    <a:pt x="72898" y="20612"/>
                  </a:lnTo>
                  <a:lnTo>
                    <a:pt x="72834" y="20383"/>
                  </a:lnTo>
                  <a:lnTo>
                    <a:pt x="76822" y="25031"/>
                  </a:lnTo>
                  <a:lnTo>
                    <a:pt x="76822" y="20650"/>
                  </a:lnTo>
                  <a:lnTo>
                    <a:pt x="63347" y="4927"/>
                  </a:lnTo>
                  <a:lnTo>
                    <a:pt x="63347" y="9321"/>
                  </a:lnTo>
                  <a:lnTo>
                    <a:pt x="62953" y="9220"/>
                  </a:lnTo>
                  <a:lnTo>
                    <a:pt x="60337" y="9385"/>
                  </a:lnTo>
                  <a:lnTo>
                    <a:pt x="59715" y="9613"/>
                  </a:lnTo>
                  <a:lnTo>
                    <a:pt x="59842" y="8902"/>
                  </a:lnTo>
                  <a:lnTo>
                    <a:pt x="59766" y="7366"/>
                  </a:lnTo>
                  <a:lnTo>
                    <a:pt x="59690" y="5842"/>
                  </a:lnTo>
                  <a:lnTo>
                    <a:pt x="59359" y="4660"/>
                  </a:lnTo>
                  <a:lnTo>
                    <a:pt x="63347" y="9321"/>
                  </a:lnTo>
                  <a:lnTo>
                    <a:pt x="63347" y="4927"/>
                  </a:lnTo>
                  <a:lnTo>
                    <a:pt x="62865" y="4356"/>
                  </a:lnTo>
                  <a:lnTo>
                    <a:pt x="59334" y="254"/>
                  </a:lnTo>
                  <a:lnTo>
                    <a:pt x="59334" y="4622"/>
                  </a:lnTo>
                  <a:lnTo>
                    <a:pt x="58864" y="4648"/>
                  </a:lnTo>
                  <a:lnTo>
                    <a:pt x="59118" y="4356"/>
                  </a:lnTo>
                  <a:lnTo>
                    <a:pt x="59334" y="4622"/>
                  </a:lnTo>
                  <a:lnTo>
                    <a:pt x="59334" y="254"/>
                  </a:lnTo>
                  <a:lnTo>
                    <a:pt x="59118" y="0"/>
                  </a:lnTo>
                  <a:lnTo>
                    <a:pt x="45173" y="16281"/>
                  </a:lnTo>
                  <a:lnTo>
                    <a:pt x="45173" y="25158"/>
                  </a:lnTo>
                  <a:lnTo>
                    <a:pt x="44602" y="25006"/>
                  </a:lnTo>
                  <a:lnTo>
                    <a:pt x="43294" y="25095"/>
                  </a:lnTo>
                  <a:lnTo>
                    <a:pt x="41986" y="25171"/>
                  </a:lnTo>
                  <a:lnTo>
                    <a:pt x="40957" y="25565"/>
                  </a:lnTo>
                  <a:lnTo>
                    <a:pt x="40957" y="26365"/>
                  </a:lnTo>
                  <a:lnTo>
                    <a:pt x="40614" y="25946"/>
                  </a:lnTo>
                  <a:lnTo>
                    <a:pt x="40932" y="25577"/>
                  </a:lnTo>
                  <a:lnTo>
                    <a:pt x="40957" y="26365"/>
                  </a:lnTo>
                  <a:lnTo>
                    <a:pt x="40957" y="25565"/>
                  </a:lnTo>
                  <a:lnTo>
                    <a:pt x="44932" y="20916"/>
                  </a:lnTo>
                  <a:lnTo>
                    <a:pt x="44843" y="21399"/>
                  </a:lnTo>
                  <a:lnTo>
                    <a:pt x="44996" y="24472"/>
                  </a:lnTo>
                  <a:lnTo>
                    <a:pt x="45173" y="25158"/>
                  </a:lnTo>
                  <a:lnTo>
                    <a:pt x="45173" y="16281"/>
                  </a:lnTo>
                  <a:lnTo>
                    <a:pt x="36880" y="25946"/>
                  </a:lnTo>
                  <a:lnTo>
                    <a:pt x="59118" y="51892"/>
                  </a:lnTo>
                  <a:lnTo>
                    <a:pt x="62865" y="47523"/>
                  </a:lnTo>
                  <a:lnTo>
                    <a:pt x="79806" y="27762"/>
                  </a:lnTo>
                  <a:lnTo>
                    <a:pt x="100507" y="51892"/>
                  </a:lnTo>
                  <a:lnTo>
                    <a:pt x="104254" y="47523"/>
                  </a:lnTo>
                  <a:lnTo>
                    <a:pt x="117652" y="31889"/>
                  </a:lnTo>
                  <a:lnTo>
                    <a:pt x="117652" y="27520"/>
                  </a:lnTo>
                  <a:lnTo>
                    <a:pt x="114884" y="30759"/>
                  </a:lnTo>
                  <a:lnTo>
                    <a:pt x="114985" y="30162"/>
                  </a:lnTo>
                  <a:lnTo>
                    <a:pt x="114846" y="27089"/>
                  </a:lnTo>
                  <a:lnTo>
                    <a:pt x="114642" y="26416"/>
                  </a:lnTo>
                  <a:lnTo>
                    <a:pt x="115265" y="26555"/>
                  </a:lnTo>
                  <a:lnTo>
                    <a:pt x="117652" y="26403"/>
                  </a:lnTo>
                  <a:lnTo>
                    <a:pt x="117652" y="24942"/>
                  </a:lnTo>
                  <a:lnTo>
                    <a:pt x="115189" y="25095"/>
                  </a:lnTo>
                  <a:lnTo>
                    <a:pt x="114566" y="25336"/>
                  </a:lnTo>
                  <a:lnTo>
                    <a:pt x="114706" y="24612"/>
                  </a:lnTo>
                  <a:lnTo>
                    <a:pt x="114630" y="23075"/>
                  </a:lnTo>
                  <a:lnTo>
                    <a:pt x="114554" y="21551"/>
                  </a:lnTo>
                  <a:lnTo>
                    <a:pt x="114287" y="20599"/>
                  </a:lnTo>
                  <a:lnTo>
                    <a:pt x="114287" y="31457"/>
                  </a:lnTo>
                  <a:lnTo>
                    <a:pt x="100507" y="47523"/>
                  </a:lnTo>
                  <a:lnTo>
                    <a:pt x="95707" y="41948"/>
                  </a:lnTo>
                  <a:lnTo>
                    <a:pt x="96786" y="42202"/>
                  </a:lnTo>
                  <a:lnTo>
                    <a:pt x="99415" y="42037"/>
                  </a:lnTo>
                  <a:lnTo>
                    <a:pt x="99987" y="41821"/>
                  </a:lnTo>
                  <a:lnTo>
                    <a:pt x="99872" y="42519"/>
                  </a:lnTo>
                  <a:lnTo>
                    <a:pt x="99936" y="44056"/>
                  </a:lnTo>
                  <a:lnTo>
                    <a:pt x="100012" y="45580"/>
                  </a:lnTo>
                  <a:lnTo>
                    <a:pt x="100355" y="46799"/>
                  </a:lnTo>
                  <a:lnTo>
                    <a:pt x="101041" y="46761"/>
                  </a:lnTo>
                  <a:lnTo>
                    <a:pt x="101257" y="45504"/>
                  </a:lnTo>
                  <a:lnTo>
                    <a:pt x="101117" y="42443"/>
                  </a:lnTo>
                  <a:lnTo>
                    <a:pt x="100914" y="41757"/>
                  </a:lnTo>
                  <a:lnTo>
                    <a:pt x="101536" y="41897"/>
                  </a:lnTo>
                  <a:lnTo>
                    <a:pt x="102844" y="41821"/>
                  </a:lnTo>
                  <a:lnTo>
                    <a:pt x="104152" y="41732"/>
                  </a:lnTo>
                  <a:lnTo>
                    <a:pt x="105219" y="41338"/>
                  </a:lnTo>
                  <a:lnTo>
                    <a:pt x="105168" y="40538"/>
                  </a:lnTo>
                  <a:lnTo>
                    <a:pt x="104089" y="40271"/>
                  </a:lnTo>
                  <a:lnTo>
                    <a:pt x="101460" y="40449"/>
                  </a:lnTo>
                  <a:lnTo>
                    <a:pt x="100850" y="40690"/>
                  </a:lnTo>
                  <a:lnTo>
                    <a:pt x="100977" y="39954"/>
                  </a:lnTo>
                  <a:lnTo>
                    <a:pt x="100901" y="38430"/>
                  </a:lnTo>
                  <a:lnTo>
                    <a:pt x="100825" y="36893"/>
                  </a:lnTo>
                  <a:lnTo>
                    <a:pt x="100495" y="35674"/>
                  </a:lnTo>
                  <a:lnTo>
                    <a:pt x="99809" y="35712"/>
                  </a:lnTo>
                  <a:lnTo>
                    <a:pt x="99580" y="36969"/>
                  </a:lnTo>
                  <a:lnTo>
                    <a:pt x="99733" y="40043"/>
                  </a:lnTo>
                  <a:lnTo>
                    <a:pt x="99910" y="40728"/>
                  </a:lnTo>
                  <a:lnTo>
                    <a:pt x="99339" y="40576"/>
                  </a:lnTo>
                  <a:lnTo>
                    <a:pt x="98031" y="40665"/>
                  </a:lnTo>
                  <a:lnTo>
                    <a:pt x="96723" y="40741"/>
                  </a:lnTo>
                  <a:lnTo>
                    <a:pt x="95656" y="41135"/>
                  </a:lnTo>
                  <a:lnTo>
                    <a:pt x="95694" y="41935"/>
                  </a:lnTo>
                  <a:lnTo>
                    <a:pt x="82359" y="26377"/>
                  </a:lnTo>
                  <a:lnTo>
                    <a:pt x="83439" y="26631"/>
                  </a:lnTo>
                  <a:lnTo>
                    <a:pt x="86067" y="26466"/>
                  </a:lnTo>
                  <a:lnTo>
                    <a:pt x="86639" y="26250"/>
                  </a:lnTo>
                  <a:lnTo>
                    <a:pt x="86525" y="26949"/>
                  </a:lnTo>
                  <a:lnTo>
                    <a:pt x="86601" y="28486"/>
                  </a:lnTo>
                  <a:lnTo>
                    <a:pt x="86664" y="30010"/>
                  </a:lnTo>
                  <a:lnTo>
                    <a:pt x="87007" y="31242"/>
                  </a:lnTo>
                  <a:lnTo>
                    <a:pt x="87693" y="31191"/>
                  </a:lnTo>
                  <a:lnTo>
                    <a:pt x="87909" y="29933"/>
                  </a:lnTo>
                  <a:lnTo>
                    <a:pt x="87769" y="26873"/>
                  </a:lnTo>
                  <a:lnTo>
                    <a:pt x="87579" y="26187"/>
                  </a:lnTo>
                  <a:lnTo>
                    <a:pt x="88188" y="26327"/>
                  </a:lnTo>
                  <a:lnTo>
                    <a:pt x="89496" y="26250"/>
                  </a:lnTo>
                  <a:lnTo>
                    <a:pt x="90805" y="26162"/>
                  </a:lnTo>
                  <a:lnTo>
                    <a:pt x="91871" y="25781"/>
                  </a:lnTo>
                  <a:lnTo>
                    <a:pt x="91821" y="24968"/>
                  </a:lnTo>
                  <a:lnTo>
                    <a:pt x="90741" y="24714"/>
                  </a:lnTo>
                  <a:lnTo>
                    <a:pt x="88125" y="24879"/>
                  </a:lnTo>
                  <a:lnTo>
                    <a:pt x="87503" y="25107"/>
                  </a:lnTo>
                  <a:lnTo>
                    <a:pt x="87630" y="24384"/>
                  </a:lnTo>
                  <a:lnTo>
                    <a:pt x="87553" y="22860"/>
                  </a:lnTo>
                  <a:lnTo>
                    <a:pt x="87490" y="21336"/>
                  </a:lnTo>
                  <a:lnTo>
                    <a:pt x="87147" y="20104"/>
                  </a:lnTo>
                  <a:lnTo>
                    <a:pt x="86995" y="20116"/>
                  </a:lnTo>
                  <a:lnTo>
                    <a:pt x="100012" y="4940"/>
                  </a:lnTo>
                  <a:lnTo>
                    <a:pt x="99834" y="5918"/>
                  </a:lnTo>
                  <a:lnTo>
                    <a:pt x="99987" y="8978"/>
                  </a:lnTo>
                  <a:lnTo>
                    <a:pt x="100164" y="9664"/>
                  </a:lnTo>
                  <a:lnTo>
                    <a:pt x="99593" y="9512"/>
                  </a:lnTo>
                  <a:lnTo>
                    <a:pt x="98285" y="9601"/>
                  </a:lnTo>
                  <a:lnTo>
                    <a:pt x="96977" y="9690"/>
                  </a:lnTo>
                  <a:lnTo>
                    <a:pt x="95910" y="10071"/>
                  </a:lnTo>
                  <a:lnTo>
                    <a:pt x="95961" y="10871"/>
                  </a:lnTo>
                  <a:lnTo>
                    <a:pt x="97040" y="11137"/>
                  </a:lnTo>
                  <a:lnTo>
                    <a:pt x="99669" y="10972"/>
                  </a:lnTo>
                  <a:lnTo>
                    <a:pt x="100241" y="10756"/>
                  </a:lnTo>
                  <a:lnTo>
                    <a:pt x="100126" y="11455"/>
                  </a:lnTo>
                  <a:lnTo>
                    <a:pt x="100203" y="12992"/>
                  </a:lnTo>
                  <a:lnTo>
                    <a:pt x="100266" y="14516"/>
                  </a:lnTo>
                  <a:lnTo>
                    <a:pt x="100609" y="15748"/>
                  </a:lnTo>
                  <a:lnTo>
                    <a:pt x="101295" y="15697"/>
                  </a:lnTo>
                  <a:lnTo>
                    <a:pt x="101511" y="14439"/>
                  </a:lnTo>
                  <a:lnTo>
                    <a:pt x="101371" y="11379"/>
                  </a:lnTo>
                  <a:lnTo>
                    <a:pt x="101168" y="10693"/>
                  </a:lnTo>
                  <a:lnTo>
                    <a:pt x="101790" y="10833"/>
                  </a:lnTo>
                  <a:lnTo>
                    <a:pt x="103098" y="10756"/>
                  </a:lnTo>
                  <a:lnTo>
                    <a:pt x="104406" y="10668"/>
                  </a:lnTo>
                  <a:lnTo>
                    <a:pt x="105473" y="10287"/>
                  </a:lnTo>
                  <a:lnTo>
                    <a:pt x="114198" y="20345"/>
                  </a:lnTo>
                  <a:lnTo>
                    <a:pt x="113525" y="20370"/>
                  </a:lnTo>
                  <a:lnTo>
                    <a:pt x="113309" y="21628"/>
                  </a:lnTo>
                  <a:lnTo>
                    <a:pt x="113461" y="24688"/>
                  </a:lnTo>
                  <a:lnTo>
                    <a:pt x="113639" y="25374"/>
                  </a:lnTo>
                  <a:lnTo>
                    <a:pt x="113055" y="25234"/>
                  </a:lnTo>
                  <a:lnTo>
                    <a:pt x="111747" y="25311"/>
                  </a:lnTo>
                  <a:lnTo>
                    <a:pt x="110439" y="25400"/>
                  </a:lnTo>
                  <a:lnTo>
                    <a:pt x="109385" y="25781"/>
                  </a:lnTo>
                  <a:lnTo>
                    <a:pt x="109423" y="26593"/>
                  </a:lnTo>
                  <a:lnTo>
                    <a:pt x="110502" y="26847"/>
                  </a:lnTo>
                  <a:lnTo>
                    <a:pt x="113131" y="26682"/>
                  </a:lnTo>
                  <a:lnTo>
                    <a:pt x="113715" y="26479"/>
                  </a:lnTo>
                  <a:lnTo>
                    <a:pt x="113588" y="27178"/>
                  </a:lnTo>
                  <a:lnTo>
                    <a:pt x="113665" y="28702"/>
                  </a:lnTo>
                  <a:lnTo>
                    <a:pt x="113741" y="30226"/>
                  </a:lnTo>
                  <a:lnTo>
                    <a:pt x="114071" y="31457"/>
                  </a:lnTo>
                  <a:lnTo>
                    <a:pt x="114287" y="31457"/>
                  </a:lnTo>
                  <a:lnTo>
                    <a:pt x="114287" y="20599"/>
                  </a:lnTo>
                  <a:lnTo>
                    <a:pt x="114223" y="20370"/>
                  </a:lnTo>
                  <a:lnTo>
                    <a:pt x="117652" y="24358"/>
                  </a:lnTo>
                  <a:lnTo>
                    <a:pt x="117652" y="19989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10570934" y="6988422"/>
              <a:ext cx="118110" cy="83820"/>
            </a:xfrm>
            <a:custGeom>
              <a:avLst/>
              <a:gdLst/>
              <a:ahLst/>
              <a:cxnLst/>
              <a:rect l="l" t="t" r="r" b="b"/>
              <a:pathLst>
                <a:path w="118109" h="83820">
                  <a:moveTo>
                    <a:pt x="1828" y="72948"/>
                  </a:moveTo>
                  <a:lnTo>
                    <a:pt x="1790" y="72148"/>
                  </a:lnTo>
                  <a:lnTo>
                    <a:pt x="711" y="71882"/>
                  </a:lnTo>
                  <a:lnTo>
                    <a:pt x="0" y="71932"/>
                  </a:lnTo>
                  <a:lnTo>
                    <a:pt x="0" y="73393"/>
                  </a:lnTo>
                  <a:lnTo>
                    <a:pt x="774" y="73342"/>
                  </a:lnTo>
                  <a:lnTo>
                    <a:pt x="1828" y="72948"/>
                  </a:lnTo>
                  <a:close/>
                </a:path>
                <a:path w="118109" h="83820">
                  <a:moveTo>
                    <a:pt x="22694" y="10287"/>
                  </a:moveTo>
                  <a:lnTo>
                    <a:pt x="22644" y="9486"/>
                  </a:lnTo>
                  <a:lnTo>
                    <a:pt x="21577" y="9220"/>
                  </a:lnTo>
                  <a:lnTo>
                    <a:pt x="18948" y="9385"/>
                  </a:lnTo>
                  <a:lnTo>
                    <a:pt x="18326" y="9626"/>
                  </a:lnTo>
                  <a:lnTo>
                    <a:pt x="18453" y="8902"/>
                  </a:lnTo>
                  <a:lnTo>
                    <a:pt x="18376" y="7366"/>
                  </a:lnTo>
                  <a:lnTo>
                    <a:pt x="18313" y="5842"/>
                  </a:lnTo>
                  <a:lnTo>
                    <a:pt x="17970" y="4610"/>
                  </a:lnTo>
                  <a:lnTo>
                    <a:pt x="17284" y="4660"/>
                  </a:lnTo>
                  <a:lnTo>
                    <a:pt x="17056" y="5918"/>
                  </a:lnTo>
                  <a:lnTo>
                    <a:pt x="17208" y="8978"/>
                  </a:lnTo>
                  <a:lnTo>
                    <a:pt x="17386" y="9664"/>
                  </a:lnTo>
                  <a:lnTo>
                    <a:pt x="16814" y="9512"/>
                  </a:lnTo>
                  <a:lnTo>
                    <a:pt x="15506" y="9601"/>
                  </a:lnTo>
                  <a:lnTo>
                    <a:pt x="14198" y="9690"/>
                  </a:lnTo>
                  <a:lnTo>
                    <a:pt x="13144" y="10071"/>
                  </a:lnTo>
                  <a:lnTo>
                    <a:pt x="13182" y="10883"/>
                  </a:lnTo>
                  <a:lnTo>
                    <a:pt x="14262" y="11137"/>
                  </a:lnTo>
                  <a:lnTo>
                    <a:pt x="16891" y="10972"/>
                  </a:lnTo>
                  <a:lnTo>
                    <a:pt x="17462" y="10769"/>
                  </a:lnTo>
                  <a:lnTo>
                    <a:pt x="17348" y="11468"/>
                  </a:lnTo>
                  <a:lnTo>
                    <a:pt x="17424" y="12992"/>
                  </a:lnTo>
                  <a:lnTo>
                    <a:pt x="17487" y="14516"/>
                  </a:lnTo>
                  <a:lnTo>
                    <a:pt x="17830" y="15748"/>
                  </a:lnTo>
                  <a:lnTo>
                    <a:pt x="18516" y="15697"/>
                  </a:lnTo>
                  <a:lnTo>
                    <a:pt x="18745" y="14452"/>
                  </a:lnTo>
                  <a:lnTo>
                    <a:pt x="18592" y="11379"/>
                  </a:lnTo>
                  <a:lnTo>
                    <a:pt x="18402" y="10706"/>
                  </a:lnTo>
                  <a:lnTo>
                    <a:pt x="19011" y="10845"/>
                  </a:lnTo>
                  <a:lnTo>
                    <a:pt x="20320" y="10756"/>
                  </a:lnTo>
                  <a:lnTo>
                    <a:pt x="21640" y="10668"/>
                  </a:lnTo>
                  <a:lnTo>
                    <a:pt x="22694" y="10287"/>
                  </a:lnTo>
                  <a:close/>
                </a:path>
                <a:path w="118109" h="83820">
                  <a:moveTo>
                    <a:pt x="36156" y="25996"/>
                  </a:moveTo>
                  <a:lnTo>
                    <a:pt x="36118" y="25196"/>
                  </a:lnTo>
                  <a:lnTo>
                    <a:pt x="35039" y="24930"/>
                  </a:lnTo>
                  <a:lnTo>
                    <a:pt x="32410" y="25095"/>
                  </a:lnTo>
                  <a:lnTo>
                    <a:pt x="31369" y="25488"/>
                  </a:lnTo>
                  <a:lnTo>
                    <a:pt x="31381" y="25895"/>
                  </a:lnTo>
                  <a:lnTo>
                    <a:pt x="31038" y="25908"/>
                  </a:lnTo>
                  <a:lnTo>
                    <a:pt x="30822" y="27178"/>
                  </a:lnTo>
                  <a:lnTo>
                    <a:pt x="30886" y="28702"/>
                  </a:lnTo>
                  <a:lnTo>
                    <a:pt x="30962" y="30238"/>
                  </a:lnTo>
                  <a:lnTo>
                    <a:pt x="31305" y="31457"/>
                  </a:lnTo>
                  <a:lnTo>
                    <a:pt x="31991" y="31419"/>
                  </a:lnTo>
                  <a:lnTo>
                    <a:pt x="32207" y="30162"/>
                  </a:lnTo>
                  <a:lnTo>
                    <a:pt x="32067" y="27089"/>
                  </a:lnTo>
                  <a:lnTo>
                    <a:pt x="31864" y="26416"/>
                  </a:lnTo>
                  <a:lnTo>
                    <a:pt x="32486" y="26555"/>
                  </a:lnTo>
                  <a:lnTo>
                    <a:pt x="33794" y="26466"/>
                  </a:lnTo>
                  <a:lnTo>
                    <a:pt x="35102" y="26390"/>
                  </a:lnTo>
                  <a:lnTo>
                    <a:pt x="36156" y="25996"/>
                  </a:lnTo>
                  <a:close/>
                </a:path>
                <a:path w="118109" h="83820">
                  <a:moveTo>
                    <a:pt x="102057" y="57556"/>
                  </a:moveTo>
                  <a:lnTo>
                    <a:pt x="98310" y="53187"/>
                  </a:lnTo>
                  <a:lnTo>
                    <a:pt x="98310" y="57556"/>
                  </a:lnTo>
                  <a:lnTo>
                    <a:pt x="94170" y="62382"/>
                  </a:lnTo>
                  <a:lnTo>
                    <a:pt x="94284" y="61772"/>
                  </a:lnTo>
                  <a:lnTo>
                    <a:pt x="94132" y="58699"/>
                  </a:lnTo>
                  <a:lnTo>
                    <a:pt x="93941" y="58013"/>
                  </a:lnTo>
                  <a:lnTo>
                    <a:pt x="94564" y="58166"/>
                  </a:lnTo>
                  <a:lnTo>
                    <a:pt x="95872" y="58077"/>
                  </a:lnTo>
                  <a:lnTo>
                    <a:pt x="97180" y="58000"/>
                  </a:lnTo>
                  <a:lnTo>
                    <a:pt x="98234" y="57607"/>
                  </a:lnTo>
                  <a:lnTo>
                    <a:pt x="98221" y="57467"/>
                  </a:lnTo>
                  <a:lnTo>
                    <a:pt x="98310" y="53187"/>
                  </a:lnTo>
                  <a:lnTo>
                    <a:pt x="97523" y="52273"/>
                  </a:lnTo>
                  <a:lnTo>
                    <a:pt x="97523" y="56642"/>
                  </a:lnTo>
                  <a:lnTo>
                    <a:pt x="97116" y="56540"/>
                  </a:lnTo>
                  <a:lnTo>
                    <a:pt x="94488" y="56705"/>
                  </a:lnTo>
                  <a:lnTo>
                    <a:pt x="93865" y="56946"/>
                  </a:lnTo>
                  <a:lnTo>
                    <a:pt x="93992" y="56222"/>
                  </a:lnTo>
                  <a:lnTo>
                    <a:pt x="93929" y="54686"/>
                  </a:lnTo>
                  <a:lnTo>
                    <a:pt x="93853" y="53162"/>
                  </a:lnTo>
                  <a:lnTo>
                    <a:pt x="93586" y="52235"/>
                  </a:lnTo>
                  <a:lnTo>
                    <a:pt x="93586" y="63068"/>
                  </a:lnTo>
                  <a:lnTo>
                    <a:pt x="79806" y="79133"/>
                  </a:lnTo>
                  <a:lnTo>
                    <a:pt x="75006" y="73558"/>
                  </a:lnTo>
                  <a:lnTo>
                    <a:pt x="76073" y="73812"/>
                  </a:lnTo>
                  <a:lnTo>
                    <a:pt x="78701" y="73647"/>
                  </a:lnTo>
                  <a:lnTo>
                    <a:pt x="79273" y="73431"/>
                  </a:lnTo>
                  <a:lnTo>
                    <a:pt x="79159" y="74129"/>
                  </a:lnTo>
                  <a:lnTo>
                    <a:pt x="79235" y="75666"/>
                  </a:lnTo>
                  <a:lnTo>
                    <a:pt x="79311" y="77190"/>
                  </a:lnTo>
                  <a:lnTo>
                    <a:pt x="79641" y="78409"/>
                  </a:lnTo>
                  <a:lnTo>
                    <a:pt x="80340" y="78371"/>
                  </a:lnTo>
                  <a:lnTo>
                    <a:pt x="80556" y="77114"/>
                  </a:lnTo>
                  <a:lnTo>
                    <a:pt x="80416" y="74053"/>
                  </a:lnTo>
                  <a:lnTo>
                    <a:pt x="80213" y="73367"/>
                  </a:lnTo>
                  <a:lnTo>
                    <a:pt x="80835" y="73507"/>
                  </a:lnTo>
                  <a:lnTo>
                    <a:pt x="82143" y="73431"/>
                  </a:lnTo>
                  <a:lnTo>
                    <a:pt x="83451" y="73342"/>
                  </a:lnTo>
                  <a:lnTo>
                    <a:pt x="84505" y="72948"/>
                  </a:lnTo>
                  <a:lnTo>
                    <a:pt x="84467" y="72148"/>
                  </a:lnTo>
                  <a:lnTo>
                    <a:pt x="83388" y="71882"/>
                  </a:lnTo>
                  <a:lnTo>
                    <a:pt x="80759" y="72059"/>
                  </a:lnTo>
                  <a:lnTo>
                    <a:pt x="80137" y="72288"/>
                  </a:lnTo>
                  <a:lnTo>
                    <a:pt x="80276" y="71564"/>
                  </a:lnTo>
                  <a:lnTo>
                    <a:pt x="80200" y="70040"/>
                  </a:lnTo>
                  <a:lnTo>
                    <a:pt x="80124" y="68516"/>
                  </a:lnTo>
                  <a:lnTo>
                    <a:pt x="79794" y="67284"/>
                  </a:lnTo>
                  <a:lnTo>
                    <a:pt x="79095" y="67322"/>
                  </a:lnTo>
                  <a:lnTo>
                    <a:pt x="78879" y="68580"/>
                  </a:lnTo>
                  <a:lnTo>
                    <a:pt x="79032" y="71653"/>
                  </a:lnTo>
                  <a:lnTo>
                    <a:pt x="79209" y="72339"/>
                  </a:lnTo>
                  <a:lnTo>
                    <a:pt x="78625" y="72186"/>
                  </a:lnTo>
                  <a:lnTo>
                    <a:pt x="77317" y="72275"/>
                  </a:lnTo>
                  <a:lnTo>
                    <a:pt x="76009" y="72351"/>
                  </a:lnTo>
                  <a:lnTo>
                    <a:pt x="74955" y="72745"/>
                  </a:lnTo>
                  <a:lnTo>
                    <a:pt x="74980" y="73533"/>
                  </a:lnTo>
                  <a:lnTo>
                    <a:pt x="61658" y="57988"/>
                  </a:lnTo>
                  <a:lnTo>
                    <a:pt x="62725" y="58242"/>
                  </a:lnTo>
                  <a:lnTo>
                    <a:pt x="65354" y="58077"/>
                  </a:lnTo>
                  <a:lnTo>
                    <a:pt x="65938" y="57861"/>
                  </a:lnTo>
                  <a:lnTo>
                    <a:pt x="65811" y="58559"/>
                  </a:lnTo>
                  <a:lnTo>
                    <a:pt x="65887" y="60096"/>
                  </a:lnTo>
                  <a:lnTo>
                    <a:pt x="65963" y="61620"/>
                  </a:lnTo>
                  <a:lnTo>
                    <a:pt x="66294" y="62852"/>
                  </a:lnTo>
                  <a:lnTo>
                    <a:pt x="66992" y="62801"/>
                  </a:lnTo>
                  <a:lnTo>
                    <a:pt x="67208" y="61544"/>
                  </a:lnTo>
                  <a:lnTo>
                    <a:pt x="67068" y="58483"/>
                  </a:lnTo>
                  <a:lnTo>
                    <a:pt x="66865" y="57797"/>
                  </a:lnTo>
                  <a:lnTo>
                    <a:pt x="67487" y="57937"/>
                  </a:lnTo>
                  <a:lnTo>
                    <a:pt x="68795" y="57861"/>
                  </a:lnTo>
                  <a:lnTo>
                    <a:pt x="70104" y="57772"/>
                  </a:lnTo>
                  <a:lnTo>
                    <a:pt x="71158" y="57391"/>
                  </a:lnTo>
                  <a:lnTo>
                    <a:pt x="71120" y="56578"/>
                  </a:lnTo>
                  <a:lnTo>
                    <a:pt x="70040" y="56324"/>
                  </a:lnTo>
                  <a:lnTo>
                    <a:pt x="67411" y="56489"/>
                  </a:lnTo>
                  <a:lnTo>
                    <a:pt x="66789" y="56718"/>
                  </a:lnTo>
                  <a:lnTo>
                    <a:pt x="66929" y="55994"/>
                  </a:lnTo>
                  <a:lnTo>
                    <a:pt x="66852" y="54470"/>
                  </a:lnTo>
                  <a:lnTo>
                    <a:pt x="66776" y="52946"/>
                  </a:lnTo>
                  <a:lnTo>
                    <a:pt x="66446" y="51714"/>
                  </a:lnTo>
                  <a:lnTo>
                    <a:pt x="66382" y="57277"/>
                  </a:lnTo>
                  <a:lnTo>
                    <a:pt x="66382" y="51727"/>
                  </a:lnTo>
                  <a:lnTo>
                    <a:pt x="79298" y="36563"/>
                  </a:lnTo>
                  <a:lnTo>
                    <a:pt x="79133" y="37528"/>
                  </a:lnTo>
                  <a:lnTo>
                    <a:pt x="79286" y="40589"/>
                  </a:lnTo>
                  <a:lnTo>
                    <a:pt x="79463" y="41275"/>
                  </a:lnTo>
                  <a:lnTo>
                    <a:pt x="78892" y="41122"/>
                  </a:lnTo>
                  <a:lnTo>
                    <a:pt x="77571" y="41211"/>
                  </a:lnTo>
                  <a:lnTo>
                    <a:pt x="76263" y="41300"/>
                  </a:lnTo>
                  <a:lnTo>
                    <a:pt x="75209" y="41681"/>
                  </a:lnTo>
                  <a:lnTo>
                    <a:pt x="75247" y="42494"/>
                  </a:lnTo>
                  <a:lnTo>
                    <a:pt x="76327" y="42748"/>
                  </a:lnTo>
                  <a:lnTo>
                    <a:pt x="78955" y="42583"/>
                  </a:lnTo>
                  <a:lnTo>
                    <a:pt x="79540" y="42367"/>
                  </a:lnTo>
                  <a:lnTo>
                    <a:pt x="79413" y="43065"/>
                  </a:lnTo>
                  <a:lnTo>
                    <a:pt x="79489" y="44602"/>
                  </a:lnTo>
                  <a:lnTo>
                    <a:pt x="79565" y="46126"/>
                  </a:lnTo>
                  <a:lnTo>
                    <a:pt x="79895" y="47358"/>
                  </a:lnTo>
                  <a:lnTo>
                    <a:pt x="80594" y="47307"/>
                  </a:lnTo>
                  <a:lnTo>
                    <a:pt x="80810" y="46050"/>
                  </a:lnTo>
                  <a:lnTo>
                    <a:pt x="80670" y="42989"/>
                  </a:lnTo>
                  <a:lnTo>
                    <a:pt x="80467" y="42303"/>
                  </a:lnTo>
                  <a:lnTo>
                    <a:pt x="81089" y="42443"/>
                  </a:lnTo>
                  <a:lnTo>
                    <a:pt x="82397" y="42367"/>
                  </a:lnTo>
                  <a:lnTo>
                    <a:pt x="83705" y="42278"/>
                  </a:lnTo>
                  <a:lnTo>
                    <a:pt x="84759" y="41897"/>
                  </a:lnTo>
                  <a:lnTo>
                    <a:pt x="84747" y="41770"/>
                  </a:lnTo>
                  <a:lnTo>
                    <a:pt x="93497" y="51955"/>
                  </a:lnTo>
                  <a:lnTo>
                    <a:pt x="92824" y="51981"/>
                  </a:lnTo>
                  <a:lnTo>
                    <a:pt x="92608" y="53238"/>
                  </a:lnTo>
                  <a:lnTo>
                    <a:pt x="92748" y="56299"/>
                  </a:lnTo>
                  <a:lnTo>
                    <a:pt x="92925" y="56984"/>
                  </a:lnTo>
                  <a:lnTo>
                    <a:pt x="92354" y="56845"/>
                  </a:lnTo>
                  <a:lnTo>
                    <a:pt x="91046" y="56921"/>
                  </a:lnTo>
                  <a:lnTo>
                    <a:pt x="89738" y="57010"/>
                  </a:lnTo>
                  <a:lnTo>
                    <a:pt x="88684" y="57391"/>
                  </a:lnTo>
                  <a:lnTo>
                    <a:pt x="88722" y="58204"/>
                  </a:lnTo>
                  <a:lnTo>
                    <a:pt x="89801" y="58458"/>
                  </a:lnTo>
                  <a:lnTo>
                    <a:pt x="92430" y="58293"/>
                  </a:lnTo>
                  <a:lnTo>
                    <a:pt x="93002" y="58089"/>
                  </a:lnTo>
                  <a:lnTo>
                    <a:pt x="92887" y="58788"/>
                  </a:lnTo>
                  <a:lnTo>
                    <a:pt x="92964" y="60312"/>
                  </a:lnTo>
                  <a:lnTo>
                    <a:pt x="93040" y="61836"/>
                  </a:lnTo>
                  <a:lnTo>
                    <a:pt x="93370" y="63068"/>
                  </a:lnTo>
                  <a:lnTo>
                    <a:pt x="93586" y="63068"/>
                  </a:lnTo>
                  <a:lnTo>
                    <a:pt x="93586" y="52235"/>
                  </a:lnTo>
                  <a:lnTo>
                    <a:pt x="93510" y="51968"/>
                  </a:lnTo>
                  <a:lnTo>
                    <a:pt x="97523" y="56642"/>
                  </a:lnTo>
                  <a:lnTo>
                    <a:pt x="97523" y="52273"/>
                  </a:lnTo>
                  <a:lnTo>
                    <a:pt x="84035" y="36537"/>
                  </a:lnTo>
                  <a:lnTo>
                    <a:pt x="84035" y="40932"/>
                  </a:lnTo>
                  <a:lnTo>
                    <a:pt x="83642" y="40830"/>
                  </a:lnTo>
                  <a:lnTo>
                    <a:pt x="81013" y="40995"/>
                  </a:lnTo>
                  <a:lnTo>
                    <a:pt x="80391" y="41224"/>
                  </a:lnTo>
                  <a:lnTo>
                    <a:pt x="80530" y="40513"/>
                  </a:lnTo>
                  <a:lnTo>
                    <a:pt x="80454" y="38976"/>
                  </a:lnTo>
                  <a:lnTo>
                    <a:pt x="80378" y="37452"/>
                  </a:lnTo>
                  <a:lnTo>
                    <a:pt x="80048" y="36271"/>
                  </a:lnTo>
                  <a:lnTo>
                    <a:pt x="84035" y="40932"/>
                  </a:lnTo>
                  <a:lnTo>
                    <a:pt x="84035" y="36537"/>
                  </a:lnTo>
                  <a:lnTo>
                    <a:pt x="83553" y="35966"/>
                  </a:lnTo>
                  <a:lnTo>
                    <a:pt x="80022" y="31864"/>
                  </a:lnTo>
                  <a:lnTo>
                    <a:pt x="80022" y="36233"/>
                  </a:lnTo>
                  <a:lnTo>
                    <a:pt x="79552" y="36258"/>
                  </a:lnTo>
                  <a:lnTo>
                    <a:pt x="79806" y="35966"/>
                  </a:lnTo>
                  <a:lnTo>
                    <a:pt x="80022" y="36233"/>
                  </a:lnTo>
                  <a:lnTo>
                    <a:pt x="80022" y="31864"/>
                  </a:lnTo>
                  <a:lnTo>
                    <a:pt x="79806" y="31610"/>
                  </a:lnTo>
                  <a:lnTo>
                    <a:pt x="65862" y="47879"/>
                  </a:lnTo>
                  <a:lnTo>
                    <a:pt x="65862" y="56769"/>
                  </a:lnTo>
                  <a:lnTo>
                    <a:pt x="65290" y="56616"/>
                  </a:lnTo>
                  <a:lnTo>
                    <a:pt x="63969" y="56705"/>
                  </a:lnTo>
                  <a:lnTo>
                    <a:pt x="62661" y="56781"/>
                  </a:lnTo>
                  <a:lnTo>
                    <a:pt x="61633" y="57175"/>
                  </a:lnTo>
                  <a:lnTo>
                    <a:pt x="61633" y="57962"/>
                  </a:lnTo>
                  <a:lnTo>
                    <a:pt x="61302" y="57556"/>
                  </a:lnTo>
                  <a:lnTo>
                    <a:pt x="61607" y="57200"/>
                  </a:lnTo>
                  <a:lnTo>
                    <a:pt x="61633" y="57962"/>
                  </a:lnTo>
                  <a:lnTo>
                    <a:pt x="61633" y="57175"/>
                  </a:lnTo>
                  <a:lnTo>
                    <a:pt x="65608" y="52527"/>
                  </a:lnTo>
                  <a:lnTo>
                    <a:pt x="65532" y="53009"/>
                  </a:lnTo>
                  <a:lnTo>
                    <a:pt x="65684" y="56083"/>
                  </a:lnTo>
                  <a:lnTo>
                    <a:pt x="65862" y="56769"/>
                  </a:lnTo>
                  <a:lnTo>
                    <a:pt x="65862" y="47879"/>
                  </a:lnTo>
                  <a:lnTo>
                    <a:pt x="58839" y="56070"/>
                  </a:lnTo>
                  <a:lnTo>
                    <a:pt x="56375" y="53200"/>
                  </a:lnTo>
                  <a:lnTo>
                    <a:pt x="56375" y="57556"/>
                  </a:lnTo>
                  <a:lnTo>
                    <a:pt x="52235" y="62382"/>
                  </a:lnTo>
                  <a:lnTo>
                    <a:pt x="52349" y="61772"/>
                  </a:lnTo>
                  <a:lnTo>
                    <a:pt x="52209" y="58699"/>
                  </a:lnTo>
                  <a:lnTo>
                    <a:pt x="52019" y="58026"/>
                  </a:lnTo>
                  <a:lnTo>
                    <a:pt x="52628" y="58166"/>
                  </a:lnTo>
                  <a:lnTo>
                    <a:pt x="53936" y="58077"/>
                  </a:lnTo>
                  <a:lnTo>
                    <a:pt x="55245" y="58000"/>
                  </a:lnTo>
                  <a:lnTo>
                    <a:pt x="56311" y="57607"/>
                  </a:lnTo>
                  <a:lnTo>
                    <a:pt x="56299" y="57480"/>
                  </a:lnTo>
                  <a:lnTo>
                    <a:pt x="56375" y="53200"/>
                  </a:lnTo>
                  <a:lnTo>
                    <a:pt x="55575" y="52260"/>
                  </a:lnTo>
                  <a:lnTo>
                    <a:pt x="55575" y="56642"/>
                  </a:lnTo>
                  <a:lnTo>
                    <a:pt x="55181" y="56540"/>
                  </a:lnTo>
                  <a:lnTo>
                    <a:pt x="52565" y="56705"/>
                  </a:lnTo>
                  <a:lnTo>
                    <a:pt x="51943" y="56946"/>
                  </a:lnTo>
                  <a:lnTo>
                    <a:pt x="52070" y="56222"/>
                  </a:lnTo>
                  <a:lnTo>
                    <a:pt x="51993" y="54686"/>
                  </a:lnTo>
                  <a:lnTo>
                    <a:pt x="51930" y="53162"/>
                  </a:lnTo>
                  <a:lnTo>
                    <a:pt x="51650" y="52222"/>
                  </a:lnTo>
                  <a:lnTo>
                    <a:pt x="51650" y="63068"/>
                  </a:lnTo>
                  <a:lnTo>
                    <a:pt x="37871" y="79133"/>
                  </a:lnTo>
                  <a:lnTo>
                    <a:pt x="33070" y="73558"/>
                  </a:lnTo>
                  <a:lnTo>
                    <a:pt x="34150" y="73812"/>
                  </a:lnTo>
                  <a:lnTo>
                    <a:pt x="36779" y="73647"/>
                  </a:lnTo>
                  <a:lnTo>
                    <a:pt x="37350" y="73431"/>
                  </a:lnTo>
                  <a:lnTo>
                    <a:pt x="37236" y="74129"/>
                  </a:lnTo>
                  <a:lnTo>
                    <a:pt x="37312" y="75666"/>
                  </a:lnTo>
                  <a:lnTo>
                    <a:pt x="37388" y="77190"/>
                  </a:lnTo>
                  <a:lnTo>
                    <a:pt x="37719" y="78409"/>
                  </a:lnTo>
                  <a:lnTo>
                    <a:pt x="38404" y="78371"/>
                  </a:lnTo>
                  <a:lnTo>
                    <a:pt x="38633" y="77114"/>
                  </a:lnTo>
                  <a:lnTo>
                    <a:pt x="38481" y="74053"/>
                  </a:lnTo>
                  <a:lnTo>
                    <a:pt x="38290" y="73367"/>
                  </a:lnTo>
                  <a:lnTo>
                    <a:pt x="38900" y="73507"/>
                  </a:lnTo>
                  <a:lnTo>
                    <a:pt x="40220" y="73431"/>
                  </a:lnTo>
                  <a:lnTo>
                    <a:pt x="41529" y="73342"/>
                  </a:lnTo>
                  <a:lnTo>
                    <a:pt x="42583" y="72948"/>
                  </a:lnTo>
                  <a:lnTo>
                    <a:pt x="42545" y="72148"/>
                  </a:lnTo>
                  <a:lnTo>
                    <a:pt x="41465" y="71882"/>
                  </a:lnTo>
                  <a:lnTo>
                    <a:pt x="38836" y="72059"/>
                  </a:lnTo>
                  <a:lnTo>
                    <a:pt x="38214" y="72288"/>
                  </a:lnTo>
                  <a:lnTo>
                    <a:pt x="38341" y="71564"/>
                  </a:lnTo>
                  <a:lnTo>
                    <a:pt x="38277" y="70040"/>
                  </a:lnTo>
                  <a:lnTo>
                    <a:pt x="38201" y="68516"/>
                  </a:lnTo>
                  <a:lnTo>
                    <a:pt x="37858" y="67284"/>
                  </a:lnTo>
                  <a:lnTo>
                    <a:pt x="37172" y="67322"/>
                  </a:lnTo>
                  <a:lnTo>
                    <a:pt x="36957" y="68580"/>
                  </a:lnTo>
                  <a:lnTo>
                    <a:pt x="37096" y="71653"/>
                  </a:lnTo>
                  <a:lnTo>
                    <a:pt x="37287" y="72339"/>
                  </a:lnTo>
                  <a:lnTo>
                    <a:pt x="36703" y="72186"/>
                  </a:lnTo>
                  <a:lnTo>
                    <a:pt x="35394" y="72275"/>
                  </a:lnTo>
                  <a:lnTo>
                    <a:pt x="34086" y="72351"/>
                  </a:lnTo>
                  <a:lnTo>
                    <a:pt x="33032" y="72745"/>
                  </a:lnTo>
                  <a:lnTo>
                    <a:pt x="33058" y="73545"/>
                  </a:lnTo>
                  <a:lnTo>
                    <a:pt x="19735" y="57988"/>
                  </a:lnTo>
                  <a:lnTo>
                    <a:pt x="20802" y="58242"/>
                  </a:lnTo>
                  <a:lnTo>
                    <a:pt x="23431" y="58077"/>
                  </a:lnTo>
                  <a:lnTo>
                    <a:pt x="24015" y="57861"/>
                  </a:lnTo>
                  <a:lnTo>
                    <a:pt x="23888" y="58559"/>
                  </a:lnTo>
                  <a:lnTo>
                    <a:pt x="23964" y="60096"/>
                  </a:lnTo>
                  <a:lnTo>
                    <a:pt x="24041" y="61620"/>
                  </a:lnTo>
                  <a:lnTo>
                    <a:pt x="24371" y="62852"/>
                  </a:lnTo>
                  <a:lnTo>
                    <a:pt x="25069" y="62801"/>
                  </a:lnTo>
                  <a:lnTo>
                    <a:pt x="25285" y="61544"/>
                  </a:lnTo>
                  <a:lnTo>
                    <a:pt x="25133" y="58483"/>
                  </a:lnTo>
                  <a:lnTo>
                    <a:pt x="24942" y="57797"/>
                  </a:lnTo>
                  <a:lnTo>
                    <a:pt x="25565" y="57937"/>
                  </a:lnTo>
                  <a:lnTo>
                    <a:pt x="26873" y="57861"/>
                  </a:lnTo>
                  <a:lnTo>
                    <a:pt x="28181" y="57772"/>
                  </a:lnTo>
                  <a:lnTo>
                    <a:pt x="29235" y="57391"/>
                  </a:lnTo>
                  <a:lnTo>
                    <a:pt x="29197" y="56578"/>
                  </a:lnTo>
                  <a:lnTo>
                    <a:pt x="28117" y="56324"/>
                  </a:lnTo>
                  <a:lnTo>
                    <a:pt x="25488" y="56489"/>
                  </a:lnTo>
                  <a:lnTo>
                    <a:pt x="24866" y="56718"/>
                  </a:lnTo>
                  <a:lnTo>
                    <a:pt x="24993" y="55994"/>
                  </a:lnTo>
                  <a:lnTo>
                    <a:pt x="24930" y="54470"/>
                  </a:lnTo>
                  <a:lnTo>
                    <a:pt x="24853" y="52946"/>
                  </a:lnTo>
                  <a:lnTo>
                    <a:pt x="24511" y="51714"/>
                  </a:lnTo>
                  <a:lnTo>
                    <a:pt x="24371" y="51727"/>
                  </a:lnTo>
                  <a:lnTo>
                    <a:pt x="37376" y="36550"/>
                  </a:lnTo>
                  <a:lnTo>
                    <a:pt x="37211" y="37528"/>
                  </a:lnTo>
                  <a:lnTo>
                    <a:pt x="37350" y="40589"/>
                  </a:lnTo>
                  <a:lnTo>
                    <a:pt x="37528" y="41275"/>
                  </a:lnTo>
                  <a:lnTo>
                    <a:pt x="36957" y="41122"/>
                  </a:lnTo>
                  <a:lnTo>
                    <a:pt x="35648" y="41211"/>
                  </a:lnTo>
                  <a:lnTo>
                    <a:pt x="34340" y="41300"/>
                  </a:lnTo>
                  <a:lnTo>
                    <a:pt x="33286" y="41681"/>
                  </a:lnTo>
                  <a:lnTo>
                    <a:pt x="33324" y="42494"/>
                  </a:lnTo>
                  <a:lnTo>
                    <a:pt x="34404" y="42748"/>
                  </a:lnTo>
                  <a:lnTo>
                    <a:pt x="37033" y="42583"/>
                  </a:lnTo>
                  <a:lnTo>
                    <a:pt x="37604" y="42367"/>
                  </a:lnTo>
                  <a:lnTo>
                    <a:pt x="37490" y="43065"/>
                  </a:lnTo>
                  <a:lnTo>
                    <a:pt x="37566" y="44602"/>
                  </a:lnTo>
                  <a:lnTo>
                    <a:pt x="37642" y="46126"/>
                  </a:lnTo>
                  <a:lnTo>
                    <a:pt x="37973" y="47358"/>
                  </a:lnTo>
                  <a:lnTo>
                    <a:pt x="38658" y="47307"/>
                  </a:lnTo>
                  <a:lnTo>
                    <a:pt x="38887" y="46050"/>
                  </a:lnTo>
                  <a:lnTo>
                    <a:pt x="38735" y="42989"/>
                  </a:lnTo>
                  <a:lnTo>
                    <a:pt x="38544" y="42303"/>
                  </a:lnTo>
                  <a:lnTo>
                    <a:pt x="39166" y="42443"/>
                  </a:lnTo>
                  <a:lnTo>
                    <a:pt x="40474" y="42367"/>
                  </a:lnTo>
                  <a:lnTo>
                    <a:pt x="41783" y="42278"/>
                  </a:lnTo>
                  <a:lnTo>
                    <a:pt x="42837" y="41897"/>
                  </a:lnTo>
                  <a:lnTo>
                    <a:pt x="51562" y="51955"/>
                  </a:lnTo>
                  <a:lnTo>
                    <a:pt x="50901" y="51981"/>
                  </a:lnTo>
                  <a:lnTo>
                    <a:pt x="50673" y="53238"/>
                  </a:lnTo>
                  <a:lnTo>
                    <a:pt x="50825" y="56299"/>
                  </a:lnTo>
                  <a:lnTo>
                    <a:pt x="51003" y="56984"/>
                  </a:lnTo>
                  <a:lnTo>
                    <a:pt x="50431" y="56845"/>
                  </a:lnTo>
                  <a:lnTo>
                    <a:pt x="49123" y="56921"/>
                  </a:lnTo>
                  <a:lnTo>
                    <a:pt x="47815" y="57010"/>
                  </a:lnTo>
                  <a:lnTo>
                    <a:pt x="46748" y="57391"/>
                  </a:lnTo>
                  <a:lnTo>
                    <a:pt x="46799" y="58204"/>
                  </a:lnTo>
                  <a:lnTo>
                    <a:pt x="47879" y="58458"/>
                  </a:lnTo>
                  <a:lnTo>
                    <a:pt x="50507" y="58293"/>
                  </a:lnTo>
                  <a:lnTo>
                    <a:pt x="51079" y="58089"/>
                  </a:lnTo>
                  <a:lnTo>
                    <a:pt x="50965" y="58788"/>
                  </a:lnTo>
                  <a:lnTo>
                    <a:pt x="51041" y="60312"/>
                  </a:lnTo>
                  <a:lnTo>
                    <a:pt x="51104" y="61836"/>
                  </a:lnTo>
                  <a:lnTo>
                    <a:pt x="51447" y="63068"/>
                  </a:lnTo>
                  <a:lnTo>
                    <a:pt x="51650" y="63068"/>
                  </a:lnTo>
                  <a:lnTo>
                    <a:pt x="51650" y="52222"/>
                  </a:lnTo>
                  <a:lnTo>
                    <a:pt x="51587" y="51993"/>
                  </a:lnTo>
                  <a:lnTo>
                    <a:pt x="55575" y="56642"/>
                  </a:lnTo>
                  <a:lnTo>
                    <a:pt x="55575" y="52260"/>
                  </a:lnTo>
                  <a:lnTo>
                    <a:pt x="42087" y="36525"/>
                  </a:lnTo>
                  <a:lnTo>
                    <a:pt x="42087" y="40932"/>
                  </a:lnTo>
                  <a:lnTo>
                    <a:pt x="41719" y="40830"/>
                  </a:lnTo>
                  <a:lnTo>
                    <a:pt x="39090" y="40995"/>
                  </a:lnTo>
                  <a:lnTo>
                    <a:pt x="38468" y="41224"/>
                  </a:lnTo>
                  <a:lnTo>
                    <a:pt x="38595" y="40513"/>
                  </a:lnTo>
                  <a:lnTo>
                    <a:pt x="38531" y="38976"/>
                  </a:lnTo>
                  <a:lnTo>
                    <a:pt x="38455" y="37452"/>
                  </a:lnTo>
                  <a:lnTo>
                    <a:pt x="38112" y="36271"/>
                  </a:lnTo>
                  <a:lnTo>
                    <a:pt x="42087" y="40932"/>
                  </a:lnTo>
                  <a:lnTo>
                    <a:pt x="42087" y="36525"/>
                  </a:lnTo>
                  <a:lnTo>
                    <a:pt x="41617" y="35966"/>
                  </a:lnTo>
                  <a:lnTo>
                    <a:pt x="38087" y="31864"/>
                  </a:lnTo>
                  <a:lnTo>
                    <a:pt x="38087" y="36233"/>
                  </a:lnTo>
                  <a:lnTo>
                    <a:pt x="37617" y="36258"/>
                  </a:lnTo>
                  <a:lnTo>
                    <a:pt x="37871" y="35966"/>
                  </a:lnTo>
                  <a:lnTo>
                    <a:pt x="38087" y="36233"/>
                  </a:lnTo>
                  <a:lnTo>
                    <a:pt x="38087" y="31864"/>
                  </a:lnTo>
                  <a:lnTo>
                    <a:pt x="37871" y="31610"/>
                  </a:lnTo>
                  <a:lnTo>
                    <a:pt x="23939" y="47866"/>
                  </a:lnTo>
                  <a:lnTo>
                    <a:pt x="23939" y="56769"/>
                  </a:lnTo>
                  <a:lnTo>
                    <a:pt x="23355" y="56616"/>
                  </a:lnTo>
                  <a:lnTo>
                    <a:pt x="22047" y="56705"/>
                  </a:lnTo>
                  <a:lnTo>
                    <a:pt x="20739" y="56781"/>
                  </a:lnTo>
                  <a:lnTo>
                    <a:pt x="19710" y="57175"/>
                  </a:lnTo>
                  <a:lnTo>
                    <a:pt x="19710" y="57962"/>
                  </a:lnTo>
                  <a:lnTo>
                    <a:pt x="19380" y="57556"/>
                  </a:lnTo>
                  <a:lnTo>
                    <a:pt x="19685" y="57200"/>
                  </a:lnTo>
                  <a:lnTo>
                    <a:pt x="19710" y="57962"/>
                  </a:lnTo>
                  <a:lnTo>
                    <a:pt x="19710" y="57175"/>
                  </a:lnTo>
                  <a:lnTo>
                    <a:pt x="23685" y="52527"/>
                  </a:lnTo>
                  <a:lnTo>
                    <a:pt x="23609" y="53009"/>
                  </a:lnTo>
                  <a:lnTo>
                    <a:pt x="23749" y="56083"/>
                  </a:lnTo>
                  <a:lnTo>
                    <a:pt x="23939" y="56769"/>
                  </a:lnTo>
                  <a:lnTo>
                    <a:pt x="23939" y="47866"/>
                  </a:lnTo>
                  <a:lnTo>
                    <a:pt x="17500" y="55372"/>
                  </a:lnTo>
                  <a:lnTo>
                    <a:pt x="15633" y="53200"/>
                  </a:lnTo>
                  <a:lnTo>
                    <a:pt x="15633" y="57556"/>
                  </a:lnTo>
                  <a:lnTo>
                    <a:pt x="11493" y="62382"/>
                  </a:lnTo>
                  <a:lnTo>
                    <a:pt x="11607" y="61772"/>
                  </a:lnTo>
                  <a:lnTo>
                    <a:pt x="11455" y="58699"/>
                  </a:lnTo>
                  <a:lnTo>
                    <a:pt x="11264" y="58013"/>
                  </a:lnTo>
                  <a:lnTo>
                    <a:pt x="11887" y="58166"/>
                  </a:lnTo>
                  <a:lnTo>
                    <a:pt x="13195" y="58077"/>
                  </a:lnTo>
                  <a:lnTo>
                    <a:pt x="14503" y="58000"/>
                  </a:lnTo>
                  <a:lnTo>
                    <a:pt x="15557" y="57607"/>
                  </a:lnTo>
                  <a:lnTo>
                    <a:pt x="15544" y="57467"/>
                  </a:lnTo>
                  <a:lnTo>
                    <a:pt x="15633" y="53200"/>
                  </a:lnTo>
                  <a:lnTo>
                    <a:pt x="14833" y="52260"/>
                  </a:lnTo>
                  <a:lnTo>
                    <a:pt x="14833" y="56642"/>
                  </a:lnTo>
                  <a:lnTo>
                    <a:pt x="14439" y="56540"/>
                  </a:lnTo>
                  <a:lnTo>
                    <a:pt x="11811" y="56705"/>
                  </a:lnTo>
                  <a:lnTo>
                    <a:pt x="11188" y="56946"/>
                  </a:lnTo>
                  <a:lnTo>
                    <a:pt x="11315" y="56222"/>
                  </a:lnTo>
                  <a:lnTo>
                    <a:pt x="11252" y="54686"/>
                  </a:lnTo>
                  <a:lnTo>
                    <a:pt x="11176" y="53162"/>
                  </a:lnTo>
                  <a:lnTo>
                    <a:pt x="10845" y="51993"/>
                  </a:lnTo>
                  <a:lnTo>
                    <a:pt x="14833" y="56642"/>
                  </a:lnTo>
                  <a:lnTo>
                    <a:pt x="14833" y="52260"/>
                  </a:lnTo>
                  <a:lnTo>
                    <a:pt x="0" y="34950"/>
                  </a:lnTo>
                  <a:lnTo>
                    <a:pt x="0" y="39319"/>
                  </a:lnTo>
                  <a:lnTo>
                    <a:pt x="1371" y="40932"/>
                  </a:lnTo>
                  <a:lnTo>
                    <a:pt x="965" y="40830"/>
                  </a:lnTo>
                  <a:lnTo>
                    <a:pt x="0" y="40894"/>
                  </a:lnTo>
                  <a:lnTo>
                    <a:pt x="0" y="42341"/>
                  </a:lnTo>
                  <a:lnTo>
                    <a:pt x="1028" y="42278"/>
                  </a:lnTo>
                  <a:lnTo>
                    <a:pt x="2082" y="41897"/>
                  </a:lnTo>
                  <a:lnTo>
                    <a:pt x="2070" y="41744"/>
                  </a:lnTo>
                  <a:lnTo>
                    <a:pt x="10820" y="51955"/>
                  </a:lnTo>
                  <a:lnTo>
                    <a:pt x="10147" y="51981"/>
                  </a:lnTo>
                  <a:lnTo>
                    <a:pt x="9931" y="53238"/>
                  </a:lnTo>
                  <a:lnTo>
                    <a:pt x="10071" y="56299"/>
                  </a:lnTo>
                  <a:lnTo>
                    <a:pt x="10248" y="56984"/>
                  </a:lnTo>
                  <a:lnTo>
                    <a:pt x="9677" y="56845"/>
                  </a:lnTo>
                  <a:lnTo>
                    <a:pt x="8369" y="56921"/>
                  </a:lnTo>
                  <a:lnTo>
                    <a:pt x="7061" y="57010"/>
                  </a:lnTo>
                  <a:lnTo>
                    <a:pt x="6007" y="57391"/>
                  </a:lnTo>
                  <a:lnTo>
                    <a:pt x="6045" y="58204"/>
                  </a:lnTo>
                  <a:lnTo>
                    <a:pt x="7124" y="58458"/>
                  </a:lnTo>
                  <a:lnTo>
                    <a:pt x="9753" y="58293"/>
                  </a:lnTo>
                  <a:lnTo>
                    <a:pt x="10325" y="58089"/>
                  </a:lnTo>
                  <a:lnTo>
                    <a:pt x="10210" y="58788"/>
                  </a:lnTo>
                  <a:lnTo>
                    <a:pt x="10287" y="60312"/>
                  </a:lnTo>
                  <a:lnTo>
                    <a:pt x="10363" y="61836"/>
                  </a:lnTo>
                  <a:lnTo>
                    <a:pt x="10693" y="63068"/>
                  </a:lnTo>
                  <a:lnTo>
                    <a:pt x="10909" y="63068"/>
                  </a:lnTo>
                  <a:lnTo>
                    <a:pt x="0" y="75793"/>
                  </a:lnTo>
                  <a:lnTo>
                    <a:pt x="0" y="80149"/>
                  </a:lnTo>
                  <a:lnTo>
                    <a:pt x="17500" y="59753"/>
                  </a:lnTo>
                  <a:lnTo>
                    <a:pt x="37871" y="83502"/>
                  </a:lnTo>
                  <a:lnTo>
                    <a:pt x="41617" y="79133"/>
                  </a:lnTo>
                  <a:lnTo>
                    <a:pt x="58839" y="59055"/>
                  </a:lnTo>
                  <a:lnTo>
                    <a:pt x="79806" y="83502"/>
                  </a:lnTo>
                  <a:lnTo>
                    <a:pt x="83553" y="79133"/>
                  </a:lnTo>
                  <a:lnTo>
                    <a:pt x="102057" y="57556"/>
                  </a:lnTo>
                  <a:close/>
                </a:path>
                <a:path w="118109" h="83820">
                  <a:moveTo>
                    <a:pt x="117652" y="19989"/>
                  </a:moveTo>
                  <a:lnTo>
                    <a:pt x="104254" y="4368"/>
                  </a:lnTo>
                  <a:lnTo>
                    <a:pt x="100507" y="0"/>
                  </a:lnTo>
                  <a:lnTo>
                    <a:pt x="86563" y="16268"/>
                  </a:lnTo>
                  <a:lnTo>
                    <a:pt x="86563" y="25158"/>
                  </a:lnTo>
                  <a:lnTo>
                    <a:pt x="85991" y="25006"/>
                  </a:lnTo>
                  <a:lnTo>
                    <a:pt x="84683" y="25095"/>
                  </a:lnTo>
                  <a:lnTo>
                    <a:pt x="83375" y="25184"/>
                  </a:lnTo>
                  <a:lnTo>
                    <a:pt x="82346" y="25565"/>
                  </a:lnTo>
                  <a:lnTo>
                    <a:pt x="82346" y="26365"/>
                  </a:lnTo>
                  <a:lnTo>
                    <a:pt x="82003" y="25946"/>
                  </a:lnTo>
                  <a:lnTo>
                    <a:pt x="82308" y="25590"/>
                  </a:lnTo>
                  <a:lnTo>
                    <a:pt x="82346" y="26365"/>
                  </a:lnTo>
                  <a:lnTo>
                    <a:pt x="82346" y="25565"/>
                  </a:lnTo>
                  <a:lnTo>
                    <a:pt x="86321" y="20916"/>
                  </a:lnTo>
                  <a:lnTo>
                    <a:pt x="86233" y="21412"/>
                  </a:lnTo>
                  <a:lnTo>
                    <a:pt x="86385" y="24472"/>
                  </a:lnTo>
                  <a:lnTo>
                    <a:pt x="86563" y="25158"/>
                  </a:lnTo>
                  <a:lnTo>
                    <a:pt x="86563" y="16268"/>
                  </a:lnTo>
                  <a:lnTo>
                    <a:pt x="79806" y="24142"/>
                  </a:lnTo>
                  <a:lnTo>
                    <a:pt x="77622" y="21602"/>
                  </a:lnTo>
                  <a:lnTo>
                    <a:pt x="77622" y="25946"/>
                  </a:lnTo>
                  <a:lnTo>
                    <a:pt x="73482" y="30772"/>
                  </a:lnTo>
                  <a:lnTo>
                    <a:pt x="73596" y="30162"/>
                  </a:lnTo>
                  <a:lnTo>
                    <a:pt x="73456" y="27089"/>
                  </a:lnTo>
                  <a:lnTo>
                    <a:pt x="73253" y="26416"/>
                  </a:lnTo>
                  <a:lnTo>
                    <a:pt x="73875" y="26555"/>
                  </a:lnTo>
                  <a:lnTo>
                    <a:pt x="75184" y="26466"/>
                  </a:lnTo>
                  <a:lnTo>
                    <a:pt x="76492" y="26390"/>
                  </a:lnTo>
                  <a:lnTo>
                    <a:pt x="77546" y="25996"/>
                  </a:lnTo>
                  <a:lnTo>
                    <a:pt x="77533" y="25857"/>
                  </a:lnTo>
                  <a:lnTo>
                    <a:pt x="77622" y="21602"/>
                  </a:lnTo>
                  <a:lnTo>
                    <a:pt x="76822" y="20662"/>
                  </a:lnTo>
                  <a:lnTo>
                    <a:pt x="76822" y="25031"/>
                  </a:lnTo>
                  <a:lnTo>
                    <a:pt x="76428" y="24930"/>
                  </a:lnTo>
                  <a:lnTo>
                    <a:pt x="73799" y="25095"/>
                  </a:lnTo>
                  <a:lnTo>
                    <a:pt x="73190" y="25323"/>
                  </a:lnTo>
                  <a:lnTo>
                    <a:pt x="73317" y="24612"/>
                  </a:lnTo>
                  <a:lnTo>
                    <a:pt x="73240" y="23088"/>
                  </a:lnTo>
                  <a:lnTo>
                    <a:pt x="73164" y="21551"/>
                  </a:lnTo>
                  <a:lnTo>
                    <a:pt x="72898" y="20612"/>
                  </a:lnTo>
                  <a:lnTo>
                    <a:pt x="72898" y="31457"/>
                  </a:lnTo>
                  <a:lnTo>
                    <a:pt x="59118" y="47523"/>
                  </a:lnTo>
                  <a:lnTo>
                    <a:pt x="54317" y="41948"/>
                  </a:lnTo>
                  <a:lnTo>
                    <a:pt x="55397" y="42202"/>
                  </a:lnTo>
                  <a:lnTo>
                    <a:pt x="58013" y="42037"/>
                  </a:lnTo>
                  <a:lnTo>
                    <a:pt x="58597" y="41821"/>
                  </a:lnTo>
                  <a:lnTo>
                    <a:pt x="58483" y="42519"/>
                  </a:lnTo>
                  <a:lnTo>
                    <a:pt x="58547" y="44056"/>
                  </a:lnTo>
                  <a:lnTo>
                    <a:pt x="58623" y="45580"/>
                  </a:lnTo>
                  <a:lnTo>
                    <a:pt x="58966" y="46812"/>
                  </a:lnTo>
                  <a:lnTo>
                    <a:pt x="59651" y="46761"/>
                  </a:lnTo>
                  <a:lnTo>
                    <a:pt x="59867" y="45504"/>
                  </a:lnTo>
                  <a:lnTo>
                    <a:pt x="59728" y="42443"/>
                  </a:lnTo>
                  <a:lnTo>
                    <a:pt x="59524" y="41757"/>
                  </a:lnTo>
                  <a:lnTo>
                    <a:pt x="60147" y="41897"/>
                  </a:lnTo>
                  <a:lnTo>
                    <a:pt x="61455" y="41821"/>
                  </a:lnTo>
                  <a:lnTo>
                    <a:pt x="62763" y="41732"/>
                  </a:lnTo>
                  <a:lnTo>
                    <a:pt x="63830" y="41351"/>
                  </a:lnTo>
                  <a:lnTo>
                    <a:pt x="63779" y="40538"/>
                  </a:lnTo>
                  <a:lnTo>
                    <a:pt x="62699" y="40284"/>
                  </a:lnTo>
                  <a:lnTo>
                    <a:pt x="60071" y="40449"/>
                  </a:lnTo>
                  <a:lnTo>
                    <a:pt x="59461" y="40678"/>
                  </a:lnTo>
                  <a:lnTo>
                    <a:pt x="59588" y="39954"/>
                  </a:lnTo>
                  <a:lnTo>
                    <a:pt x="59512" y="38430"/>
                  </a:lnTo>
                  <a:lnTo>
                    <a:pt x="59436" y="36906"/>
                  </a:lnTo>
                  <a:lnTo>
                    <a:pt x="59105" y="35674"/>
                  </a:lnTo>
                  <a:lnTo>
                    <a:pt x="58420" y="35712"/>
                  </a:lnTo>
                  <a:lnTo>
                    <a:pt x="58191" y="36969"/>
                  </a:lnTo>
                  <a:lnTo>
                    <a:pt x="58343" y="40043"/>
                  </a:lnTo>
                  <a:lnTo>
                    <a:pt x="58521" y="40728"/>
                  </a:lnTo>
                  <a:lnTo>
                    <a:pt x="57950" y="40576"/>
                  </a:lnTo>
                  <a:lnTo>
                    <a:pt x="56642" y="40665"/>
                  </a:lnTo>
                  <a:lnTo>
                    <a:pt x="55333" y="40741"/>
                  </a:lnTo>
                  <a:lnTo>
                    <a:pt x="54267" y="41135"/>
                  </a:lnTo>
                  <a:lnTo>
                    <a:pt x="54305" y="41935"/>
                  </a:lnTo>
                  <a:lnTo>
                    <a:pt x="40982" y="26390"/>
                  </a:lnTo>
                  <a:lnTo>
                    <a:pt x="42049" y="26631"/>
                  </a:lnTo>
                  <a:lnTo>
                    <a:pt x="44678" y="26466"/>
                  </a:lnTo>
                  <a:lnTo>
                    <a:pt x="45250" y="26250"/>
                  </a:lnTo>
                  <a:lnTo>
                    <a:pt x="45135" y="26962"/>
                  </a:lnTo>
                  <a:lnTo>
                    <a:pt x="45212" y="28486"/>
                  </a:lnTo>
                  <a:lnTo>
                    <a:pt x="45275" y="30010"/>
                  </a:lnTo>
                  <a:lnTo>
                    <a:pt x="45618" y="31242"/>
                  </a:lnTo>
                  <a:lnTo>
                    <a:pt x="46304" y="31191"/>
                  </a:lnTo>
                  <a:lnTo>
                    <a:pt x="46532" y="29946"/>
                  </a:lnTo>
                  <a:lnTo>
                    <a:pt x="46380" y="26873"/>
                  </a:lnTo>
                  <a:lnTo>
                    <a:pt x="46189" y="26200"/>
                  </a:lnTo>
                  <a:lnTo>
                    <a:pt x="46799" y="26339"/>
                  </a:lnTo>
                  <a:lnTo>
                    <a:pt x="48107" y="26250"/>
                  </a:lnTo>
                  <a:lnTo>
                    <a:pt x="49428" y="26162"/>
                  </a:lnTo>
                  <a:lnTo>
                    <a:pt x="50482" y="25781"/>
                  </a:lnTo>
                  <a:lnTo>
                    <a:pt x="50431" y="24968"/>
                  </a:lnTo>
                  <a:lnTo>
                    <a:pt x="49364" y="24714"/>
                  </a:lnTo>
                  <a:lnTo>
                    <a:pt x="46736" y="24879"/>
                  </a:lnTo>
                  <a:lnTo>
                    <a:pt x="46113" y="25107"/>
                  </a:lnTo>
                  <a:lnTo>
                    <a:pt x="46240" y="24396"/>
                  </a:lnTo>
                  <a:lnTo>
                    <a:pt x="46164" y="22860"/>
                  </a:lnTo>
                  <a:lnTo>
                    <a:pt x="46101" y="21336"/>
                  </a:lnTo>
                  <a:lnTo>
                    <a:pt x="45758" y="20104"/>
                  </a:lnTo>
                  <a:lnTo>
                    <a:pt x="45605" y="20116"/>
                  </a:lnTo>
                  <a:lnTo>
                    <a:pt x="58610" y="4953"/>
                  </a:lnTo>
                  <a:lnTo>
                    <a:pt x="58445" y="5918"/>
                  </a:lnTo>
                  <a:lnTo>
                    <a:pt x="58597" y="8978"/>
                  </a:lnTo>
                  <a:lnTo>
                    <a:pt x="58775" y="9664"/>
                  </a:lnTo>
                  <a:lnTo>
                    <a:pt x="58204" y="9512"/>
                  </a:lnTo>
                  <a:lnTo>
                    <a:pt x="56896" y="9601"/>
                  </a:lnTo>
                  <a:lnTo>
                    <a:pt x="55587" y="9690"/>
                  </a:lnTo>
                  <a:lnTo>
                    <a:pt x="54521" y="10071"/>
                  </a:lnTo>
                  <a:lnTo>
                    <a:pt x="54571" y="10883"/>
                  </a:lnTo>
                  <a:lnTo>
                    <a:pt x="55651" y="11137"/>
                  </a:lnTo>
                  <a:lnTo>
                    <a:pt x="58280" y="10972"/>
                  </a:lnTo>
                  <a:lnTo>
                    <a:pt x="58851" y="10769"/>
                  </a:lnTo>
                  <a:lnTo>
                    <a:pt x="58737" y="11468"/>
                  </a:lnTo>
                  <a:lnTo>
                    <a:pt x="58813" y="12992"/>
                  </a:lnTo>
                  <a:lnTo>
                    <a:pt x="58877" y="14516"/>
                  </a:lnTo>
                  <a:lnTo>
                    <a:pt x="59220" y="15748"/>
                  </a:lnTo>
                  <a:lnTo>
                    <a:pt x="59905" y="15697"/>
                  </a:lnTo>
                  <a:lnTo>
                    <a:pt x="60121" y="14452"/>
                  </a:lnTo>
                  <a:lnTo>
                    <a:pt x="59982" y="11379"/>
                  </a:lnTo>
                  <a:lnTo>
                    <a:pt x="59791" y="10706"/>
                  </a:lnTo>
                  <a:lnTo>
                    <a:pt x="60401" y="10845"/>
                  </a:lnTo>
                  <a:lnTo>
                    <a:pt x="61709" y="10756"/>
                  </a:lnTo>
                  <a:lnTo>
                    <a:pt x="63017" y="10668"/>
                  </a:lnTo>
                  <a:lnTo>
                    <a:pt x="64084" y="10287"/>
                  </a:lnTo>
                  <a:lnTo>
                    <a:pt x="64071" y="10160"/>
                  </a:lnTo>
                  <a:lnTo>
                    <a:pt x="72809" y="20345"/>
                  </a:lnTo>
                  <a:lnTo>
                    <a:pt x="72136" y="20370"/>
                  </a:lnTo>
                  <a:lnTo>
                    <a:pt x="71920" y="21628"/>
                  </a:lnTo>
                  <a:lnTo>
                    <a:pt x="72072" y="24701"/>
                  </a:lnTo>
                  <a:lnTo>
                    <a:pt x="72250" y="25374"/>
                  </a:lnTo>
                  <a:lnTo>
                    <a:pt x="71678" y="25234"/>
                  </a:lnTo>
                  <a:lnTo>
                    <a:pt x="70358" y="25311"/>
                  </a:lnTo>
                  <a:lnTo>
                    <a:pt x="69049" y="25400"/>
                  </a:lnTo>
                  <a:lnTo>
                    <a:pt x="67995" y="25793"/>
                  </a:lnTo>
                  <a:lnTo>
                    <a:pt x="68033" y="26593"/>
                  </a:lnTo>
                  <a:lnTo>
                    <a:pt x="69113" y="26860"/>
                  </a:lnTo>
                  <a:lnTo>
                    <a:pt x="71742" y="26682"/>
                  </a:lnTo>
                  <a:lnTo>
                    <a:pt x="72326" y="26479"/>
                  </a:lnTo>
                  <a:lnTo>
                    <a:pt x="72212" y="27178"/>
                  </a:lnTo>
                  <a:lnTo>
                    <a:pt x="72275" y="28702"/>
                  </a:lnTo>
                  <a:lnTo>
                    <a:pt x="72351" y="30238"/>
                  </a:lnTo>
                  <a:lnTo>
                    <a:pt x="72682" y="31457"/>
                  </a:lnTo>
                  <a:lnTo>
                    <a:pt x="72898" y="31457"/>
                  </a:lnTo>
                  <a:lnTo>
                    <a:pt x="72898" y="20612"/>
                  </a:lnTo>
                  <a:lnTo>
                    <a:pt x="72834" y="20383"/>
                  </a:lnTo>
                  <a:lnTo>
                    <a:pt x="76822" y="25031"/>
                  </a:lnTo>
                  <a:lnTo>
                    <a:pt x="76822" y="20662"/>
                  </a:lnTo>
                  <a:lnTo>
                    <a:pt x="63347" y="4940"/>
                  </a:lnTo>
                  <a:lnTo>
                    <a:pt x="63347" y="9321"/>
                  </a:lnTo>
                  <a:lnTo>
                    <a:pt x="62953" y="9220"/>
                  </a:lnTo>
                  <a:lnTo>
                    <a:pt x="60337" y="9385"/>
                  </a:lnTo>
                  <a:lnTo>
                    <a:pt x="59715" y="9626"/>
                  </a:lnTo>
                  <a:lnTo>
                    <a:pt x="59842" y="8902"/>
                  </a:lnTo>
                  <a:lnTo>
                    <a:pt x="59766" y="7366"/>
                  </a:lnTo>
                  <a:lnTo>
                    <a:pt x="59690" y="5842"/>
                  </a:lnTo>
                  <a:lnTo>
                    <a:pt x="59372" y="4673"/>
                  </a:lnTo>
                  <a:lnTo>
                    <a:pt x="63347" y="9321"/>
                  </a:lnTo>
                  <a:lnTo>
                    <a:pt x="63347" y="4940"/>
                  </a:lnTo>
                  <a:lnTo>
                    <a:pt x="62865" y="4368"/>
                  </a:lnTo>
                  <a:lnTo>
                    <a:pt x="59321" y="241"/>
                  </a:lnTo>
                  <a:lnTo>
                    <a:pt x="59321" y="4622"/>
                  </a:lnTo>
                  <a:lnTo>
                    <a:pt x="58877" y="4648"/>
                  </a:lnTo>
                  <a:lnTo>
                    <a:pt x="59118" y="4368"/>
                  </a:lnTo>
                  <a:lnTo>
                    <a:pt x="59321" y="4622"/>
                  </a:lnTo>
                  <a:lnTo>
                    <a:pt x="59321" y="241"/>
                  </a:lnTo>
                  <a:lnTo>
                    <a:pt x="59118" y="0"/>
                  </a:lnTo>
                  <a:lnTo>
                    <a:pt x="45173" y="16281"/>
                  </a:lnTo>
                  <a:lnTo>
                    <a:pt x="45173" y="25158"/>
                  </a:lnTo>
                  <a:lnTo>
                    <a:pt x="44602" y="25006"/>
                  </a:lnTo>
                  <a:lnTo>
                    <a:pt x="43294" y="25095"/>
                  </a:lnTo>
                  <a:lnTo>
                    <a:pt x="41986" y="25184"/>
                  </a:lnTo>
                  <a:lnTo>
                    <a:pt x="40957" y="25565"/>
                  </a:lnTo>
                  <a:lnTo>
                    <a:pt x="40957" y="26365"/>
                  </a:lnTo>
                  <a:lnTo>
                    <a:pt x="40614" y="25946"/>
                  </a:lnTo>
                  <a:lnTo>
                    <a:pt x="40932" y="25577"/>
                  </a:lnTo>
                  <a:lnTo>
                    <a:pt x="40957" y="26365"/>
                  </a:lnTo>
                  <a:lnTo>
                    <a:pt x="40957" y="25565"/>
                  </a:lnTo>
                  <a:lnTo>
                    <a:pt x="44932" y="20916"/>
                  </a:lnTo>
                  <a:lnTo>
                    <a:pt x="44843" y="21412"/>
                  </a:lnTo>
                  <a:lnTo>
                    <a:pt x="44996" y="24472"/>
                  </a:lnTo>
                  <a:lnTo>
                    <a:pt x="45173" y="25158"/>
                  </a:lnTo>
                  <a:lnTo>
                    <a:pt x="45173" y="16281"/>
                  </a:lnTo>
                  <a:lnTo>
                    <a:pt x="36880" y="25946"/>
                  </a:lnTo>
                  <a:lnTo>
                    <a:pt x="59118" y="51892"/>
                  </a:lnTo>
                  <a:lnTo>
                    <a:pt x="62865" y="47523"/>
                  </a:lnTo>
                  <a:lnTo>
                    <a:pt x="79806" y="27762"/>
                  </a:lnTo>
                  <a:lnTo>
                    <a:pt x="100507" y="51892"/>
                  </a:lnTo>
                  <a:lnTo>
                    <a:pt x="104254" y="47523"/>
                  </a:lnTo>
                  <a:lnTo>
                    <a:pt x="117652" y="31889"/>
                  </a:lnTo>
                  <a:lnTo>
                    <a:pt x="117652" y="27520"/>
                  </a:lnTo>
                  <a:lnTo>
                    <a:pt x="100507" y="47523"/>
                  </a:lnTo>
                  <a:lnTo>
                    <a:pt x="95707" y="41948"/>
                  </a:lnTo>
                  <a:lnTo>
                    <a:pt x="96786" y="42202"/>
                  </a:lnTo>
                  <a:lnTo>
                    <a:pt x="99415" y="42037"/>
                  </a:lnTo>
                  <a:lnTo>
                    <a:pt x="100457" y="41643"/>
                  </a:lnTo>
                  <a:lnTo>
                    <a:pt x="100431" y="41249"/>
                  </a:lnTo>
                  <a:lnTo>
                    <a:pt x="100761" y="41224"/>
                  </a:lnTo>
                  <a:lnTo>
                    <a:pt x="100977" y="39954"/>
                  </a:lnTo>
                  <a:lnTo>
                    <a:pt x="100901" y="38430"/>
                  </a:lnTo>
                  <a:lnTo>
                    <a:pt x="100825" y="36906"/>
                  </a:lnTo>
                  <a:lnTo>
                    <a:pt x="100495" y="35674"/>
                  </a:lnTo>
                  <a:lnTo>
                    <a:pt x="99809" y="35712"/>
                  </a:lnTo>
                  <a:lnTo>
                    <a:pt x="99580" y="36969"/>
                  </a:lnTo>
                  <a:lnTo>
                    <a:pt x="99733" y="40043"/>
                  </a:lnTo>
                  <a:lnTo>
                    <a:pt x="99910" y="40728"/>
                  </a:lnTo>
                  <a:lnTo>
                    <a:pt x="99339" y="40576"/>
                  </a:lnTo>
                  <a:lnTo>
                    <a:pt x="98031" y="40665"/>
                  </a:lnTo>
                  <a:lnTo>
                    <a:pt x="96723" y="40741"/>
                  </a:lnTo>
                  <a:lnTo>
                    <a:pt x="95656" y="41135"/>
                  </a:lnTo>
                  <a:lnTo>
                    <a:pt x="95694" y="41935"/>
                  </a:lnTo>
                  <a:lnTo>
                    <a:pt x="82372" y="26390"/>
                  </a:lnTo>
                  <a:lnTo>
                    <a:pt x="83439" y="26631"/>
                  </a:lnTo>
                  <a:lnTo>
                    <a:pt x="86067" y="26466"/>
                  </a:lnTo>
                  <a:lnTo>
                    <a:pt x="86639" y="26250"/>
                  </a:lnTo>
                  <a:lnTo>
                    <a:pt x="86525" y="26962"/>
                  </a:lnTo>
                  <a:lnTo>
                    <a:pt x="86601" y="28486"/>
                  </a:lnTo>
                  <a:lnTo>
                    <a:pt x="86664" y="30010"/>
                  </a:lnTo>
                  <a:lnTo>
                    <a:pt x="87007" y="31242"/>
                  </a:lnTo>
                  <a:lnTo>
                    <a:pt x="87693" y="31191"/>
                  </a:lnTo>
                  <a:lnTo>
                    <a:pt x="87909" y="29946"/>
                  </a:lnTo>
                  <a:lnTo>
                    <a:pt x="87769" y="26873"/>
                  </a:lnTo>
                  <a:lnTo>
                    <a:pt x="87579" y="26200"/>
                  </a:lnTo>
                  <a:lnTo>
                    <a:pt x="88188" y="26339"/>
                  </a:lnTo>
                  <a:lnTo>
                    <a:pt x="89496" y="26250"/>
                  </a:lnTo>
                  <a:lnTo>
                    <a:pt x="90805" y="26162"/>
                  </a:lnTo>
                  <a:lnTo>
                    <a:pt x="91871" y="25781"/>
                  </a:lnTo>
                  <a:lnTo>
                    <a:pt x="91821" y="24968"/>
                  </a:lnTo>
                  <a:lnTo>
                    <a:pt x="90741" y="24714"/>
                  </a:lnTo>
                  <a:lnTo>
                    <a:pt x="88125" y="24879"/>
                  </a:lnTo>
                  <a:lnTo>
                    <a:pt x="87503" y="25107"/>
                  </a:lnTo>
                  <a:lnTo>
                    <a:pt x="87630" y="24396"/>
                  </a:lnTo>
                  <a:lnTo>
                    <a:pt x="87553" y="22860"/>
                  </a:lnTo>
                  <a:lnTo>
                    <a:pt x="87490" y="21336"/>
                  </a:lnTo>
                  <a:lnTo>
                    <a:pt x="87147" y="20104"/>
                  </a:lnTo>
                  <a:lnTo>
                    <a:pt x="86995" y="20116"/>
                  </a:lnTo>
                  <a:lnTo>
                    <a:pt x="100507" y="4368"/>
                  </a:lnTo>
                  <a:lnTo>
                    <a:pt x="117652" y="24358"/>
                  </a:lnTo>
                  <a:lnTo>
                    <a:pt x="117652" y="19989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10570934" y="6923398"/>
              <a:ext cx="118110" cy="112395"/>
            </a:xfrm>
            <a:custGeom>
              <a:avLst/>
              <a:gdLst/>
              <a:ahLst/>
              <a:cxnLst/>
              <a:rect l="l" t="t" r="r" b="b"/>
              <a:pathLst>
                <a:path w="118109" h="112395">
                  <a:moveTo>
                    <a:pt x="1828" y="72961"/>
                  </a:moveTo>
                  <a:lnTo>
                    <a:pt x="1790" y="72148"/>
                  </a:lnTo>
                  <a:lnTo>
                    <a:pt x="711" y="71894"/>
                  </a:lnTo>
                  <a:lnTo>
                    <a:pt x="0" y="71932"/>
                  </a:lnTo>
                  <a:lnTo>
                    <a:pt x="0" y="73393"/>
                  </a:lnTo>
                  <a:lnTo>
                    <a:pt x="774" y="73342"/>
                  </a:lnTo>
                  <a:lnTo>
                    <a:pt x="1828" y="72961"/>
                  </a:lnTo>
                  <a:close/>
                </a:path>
                <a:path w="118109" h="112395">
                  <a:moveTo>
                    <a:pt x="81368" y="25946"/>
                  </a:moveTo>
                  <a:lnTo>
                    <a:pt x="77622" y="21590"/>
                  </a:lnTo>
                  <a:lnTo>
                    <a:pt x="77622" y="25946"/>
                  </a:lnTo>
                  <a:lnTo>
                    <a:pt x="59118" y="47523"/>
                  </a:lnTo>
                  <a:lnTo>
                    <a:pt x="40614" y="25946"/>
                  </a:lnTo>
                  <a:lnTo>
                    <a:pt x="44932" y="20916"/>
                  </a:lnTo>
                  <a:lnTo>
                    <a:pt x="44843" y="21412"/>
                  </a:lnTo>
                  <a:lnTo>
                    <a:pt x="44996" y="24485"/>
                  </a:lnTo>
                  <a:lnTo>
                    <a:pt x="45326" y="25704"/>
                  </a:lnTo>
                  <a:lnTo>
                    <a:pt x="46024" y="25654"/>
                  </a:lnTo>
                  <a:lnTo>
                    <a:pt x="46240" y="24396"/>
                  </a:lnTo>
                  <a:lnTo>
                    <a:pt x="46164" y="22872"/>
                  </a:lnTo>
                  <a:lnTo>
                    <a:pt x="46101" y="21336"/>
                  </a:lnTo>
                  <a:lnTo>
                    <a:pt x="45758" y="20116"/>
                  </a:lnTo>
                  <a:lnTo>
                    <a:pt x="45605" y="20129"/>
                  </a:lnTo>
                  <a:lnTo>
                    <a:pt x="59118" y="4368"/>
                  </a:lnTo>
                  <a:lnTo>
                    <a:pt x="77622" y="25946"/>
                  </a:lnTo>
                  <a:lnTo>
                    <a:pt x="77622" y="21590"/>
                  </a:lnTo>
                  <a:lnTo>
                    <a:pt x="62865" y="4368"/>
                  </a:lnTo>
                  <a:lnTo>
                    <a:pt x="59118" y="0"/>
                  </a:lnTo>
                  <a:lnTo>
                    <a:pt x="38417" y="24142"/>
                  </a:lnTo>
                  <a:lnTo>
                    <a:pt x="36233" y="21602"/>
                  </a:lnTo>
                  <a:lnTo>
                    <a:pt x="36233" y="25946"/>
                  </a:lnTo>
                  <a:lnTo>
                    <a:pt x="32092" y="30772"/>
                  </a:lnTo>
                  <a:lnTo>
                    <a:pt x="32207" y="30162"/>
                  </a:lnTo>
                  <a:lnTo>
                    <a:pt x="32067" y="27101"/>
                  </a:lnTo>
                  <a:lnTo>
                    <a:pt x="31864" y="26416"/>
                  </a:lnTo>
                  <a:lnTo>
                    <a:pt x="32486" y="26555"/>
                  </a:lnTo>
                  <a:lnTo>
                    <a:pt x="33794" y="26479"/>
                  </a:lnTo>
                  <a:lnTo>
                    <a:pt x="35102" y="26390"/>
                  </a:lnTo>
                  <a:lnTo>
                    <a:pt x="36156" y="26009"/>
                  </a:lnTo>
                  <a:lnTo>
                    <a:pt x="36144" y="25857"/>
                  </a:lnTo>
                  <a:lnTo>
                    <a:pt x="36233" y="21602"/>
                  </a:lnTo>
                  <a:lnTo>
                    <a:pt x="35445" y="20675"/>
                  </a:lnTo>
                  <a:lnTo>
                    <a:pt x="35445" y="25044"/>
                  </a:lnTo>
                  <a:lnTo>
                    <a:pt x="35039" y="24942"/>
                  </a:lnTo>
                  <a:lnTo>
                    <a:pt x="32410" y="25107"/>
                  </a:lnTo>
                  <a:lnTo>
                    <a:pt x="31800" y="25336"/>
                  </a:lnTo>
                  <a:lnTo>
                    <a:pt x="31927" y="24612"/>
                  </a:lnTo>
                  <a:lnTo>
                    <a:pt x="31851" y="23088"/>
                  </a:lnTo>
                  <a:lnTo>
                    <a:pt x="31775" y="21564"/>
                  </a:lnTo>
                  <a:lnTo>
                    <a:pt x="31445" y="20383"/>
                  </a:lnTo>
                  <a:lnTo>
                    <a:pt x="35445" y="25044"/>
                  </a:lnTo>
                  <a:lnTo>
                    <a:pt x="35445" y="20675"/>
                  </a:lnTo>
                  <a:lnTo>
                    <a:pt x="21945" y="4927"/>
                  </a:lnTo>
                  <a:lnTo>
                    <a:pt x="21945" y="9321"/>
                  </a:lnTo>
                  <a:lnTo>
                    <a:pt x="21577" y="9220"/>
                  </a:lnTo>
                  <a:lnTo>
                    <a:pt x="18948" y="9385"/>
                  </a:lnTo>
                  <a:lnTo>
                    <a:pt x="18326" y="9626"/>
                  </a:lnTo>
                  <a:lnTo>
                    <a:pt x="18453" y="8902"/>
                  </a:lnTo>
                  <a:lnTo>
                    <a:pt x="18376" y="7378"/>
                  </a:lnTo>
                  <a:lnTo>
                    <a:pt x="18313" y="5842"/>
                  </a:lnTo>
                  <a:lnTo>
                    <a:pt x="17970" y="4673"/>
                  </a:lnTo>
                  <a:lnTo>
                    <a:pt x="21945" y="9321"/>
                  </a:lnTo>
                  <a:lnTo>
                    <a:pt x="21945" y="4927"/>
                  </a:lnTo>
                  <a:lnTo>
                    <a:pt x="21475" y="4368"/>
                  </a:lnTo>
                  <a:lnTo>
                    <a:pt x="17945" y="254"/>
                  </a:lnTo>
                  <a:lnTo>
                    <a:pt x="17945" y="4635"/>
                  </a:lnTo>
                  <a:lnTo>
                    <a:pt x="17487" y="4660"/>
                  </a:lnTo>
                  <a:lnTo>
                    <a:pt x="17729" y="4368"/>
                  </a:lnTo>
                  <a:lnTo>
                    <a:pt x="17945" y="4635"/>
                  </a:lnTo>
                  <a:lnTo>
                    <a:pt x="17945" y="254"/>
                  </a:lnTo>
                  <a:lnTo>
                    <a:pt x="17729" y="0"/>
                  </a:lnTo>
                  <a:lnTo>
                    <a:pt x="0" y="20701"/>
                  </a:lnTo>
                  <a:lnTo>
                    <a:pt x="0" y="25057"/>
                  </a:lnTo>
                  <a:lnTo>
                    <a:pt x="3543" y="20916"/>
                  </a:lnTo>
                  <a:lnTo>
                    <a:pt x="3467" y="21412"/>
                  </a:lnTo>
                  <a:lnTo>
                    <a:pt x="3606" y="24485"/>
                  </a:lnTo>
                  <a:lnTo>
                    <a:pt x="3784" y="25158"/>
                  </a:lnTo>
                  <a:lnTo>
                    <a:pt x="3213" y="25019"/>
                  </a:lnTo>
                  <a:lnTo>
                    <a:pt x="596" y="25184"/>
                  </a:lnTo>
                  <a:lnTo>
                    <a:pt x="0" y="25400"/>
                  </a:lnTo>
                  <a:lnTo>
                    <a:pt x="0" y="26479"/>
                  </a:lnTo>
                  <a:lnTo>
                    <a:pt x="660" y="26644"/>
                  </a:lnTo>
                  <a:lnTo>
                    <a:pt x="3289" y="26466"/>
                  </a:lnTo>
                  <a:lnTo>
                    <a:pt x="3860" y="26263"/>
                  </a:lnTo>
                  <a:lnTo>
                    <a:pt x="3746" y="26962"/>
                  </a:lnTo>
                  <a:lnTo>
                    <a:pt x="3822" y="28486"/>
                  </a:lnTo>
                  <a:lnTo>
                    <a:pt x="3886" y="30022"/>
                  </a:lnTo>
                  <a:lnTo>
                    <a:pt x="4229" y="31242"/>
                  </a:lnTo>
                  <a:lnTo>
                    <a:pt x="4914" y="31203"/>
                  </a:lnTo>
                  <a:lnTo>
                    <a:pt x="5143" y="29946"/>
                  </a:lnTo>
                  <a:lnTo>
                    <a:pt x="4991" y="26873"/>
                  </a:lnTo>
                  <a:lnTo>
                    <a:pt x="4800" y="26200"/>
                  </a:lnTo>
                  <a:lnTo>
                    <a:pt x="5410" y="26339"/>
                  </a:lnTo>
                  <a:lnTo>
                    <a:pt x="6731" y="26250"/>
                  </a:lnTo>
                  <a:lnTo>
                    <a:pt x="8039" y="26174"/>
                  </a:lnTo>
                  <a:lnTo>
                    <a:pt x="9093" y="25781"/>
                  </a:lnTo>
                  <a:lnTo>
                    <a:pt x="9055" y="24980"/>
                  </a:lnTo>
                  <a:lnTo>
                    <a:pt x="7975" y="24714"/>
                  </a:lnTo>
                  <a:lnTo>
                    <a:pt x="5346" y="24879"/>
                  </a:lnTo>
                  <a:lnTo>
                    <a:pt x="4724" y="25120"/>
                  </a:lnTo>
                  <a:lnTo>
                    <a:pt x="4851" y="24396"/>
                  </a:lnTo>
                  <a:lnTo>
                    <a:pt x="4775" y="22872"/>
                  </a:lnTo>
                  <a:lnTo>
                    <a:pt x="4711" y="21336"/>
                  </a:lnTo>
                  <a:lnTo>
                    <a:pt x="4368" y="20116"/>
                  </a:lnTo>
                  <a:lnTo>
                    <a:pt x="4216" y="20129"/>
                  </a:lnTo>
                  <a:lnTo>
                    <a:pt x="17221" y="4953"/>
                  </a:lnTo>
                  <a:lnTo>
                    <a:pt x="17056" y="5918"/>
                  </a:lnTo>
                  <a:lnTo>
                    <a:pt x="17208" y="8991"/>
                  </a:lnTo>
                  <a:lnTo>
                    <a:pt x="17386" y="9664"/>
                  </a:lnTo>
                  <a:lnTo>
                    <a:pt x="16814" y="9525"/>
                  </a:lnTo>
                  <a:lnTo>
                    <a:pt x="15506" y="9601"/>
                  </a:lnTo>
                  <a:lnTo>
                    <a:pt x="14198" y="9690"/>
                  </a:lnTo>
                  <a:lnTo>
                    <a:pt x="13144" y="10083"/>
                  </a:lnTo>
                  <a:lnTo>
                    <a:pt x="13182" y="10883"/>
                  </a:lnTo>
                  <a:lnTo>
                    <a:pt x="14262" y="11150"/>
                  </a:lnTo>
                  <a:lnTo>
                    <a:pt x="16891" y="10972"/>
                  </a:lnTo>
                  <a:lnTo>
                    <a:pt x="17462" y="10769"/>
                  </a:lnTo>
                  <a:lnTo>
                    <a:pt x="17348" y="11468"/>
                  </a:lnTo>
                  <a:lnTo>
                    <a:pt x="17424" y="12992"/>
                  </a:lnTo>
                  <a:lnTo>
                    <a:pt x="17487" y="14528"/>
                  </a:lnTo>
                  <a:lnTo>
                    <a:pt x="17830" y="15748"/>
                  </a:lnTo>
                  <a:lnTo>
                    <a:pt x="18516" y="15709"/>
                  </a:lnTo>
                  <a:lnTo>
                    <a:pt x="18745" y="14452"/>
                  </a:lnTo>
                  <a:lnTo>
                    <a:pt x="18592" y="11379"/>
                  </a:lnTo>
                  <a:lnTo>
                    <a:pt x="18402" y="10706"/>
                  </a:lnTo>
                  <a:lnTo>
                    <a:pt x="19011" y="10845"/>
                  </a:lnTo>
                  <a:lnTo>
                    <a:pt x="20320" y="10756"/>
                  </a:lnTo>
                  <a:lnTo>
                    <a:pt x="21640" y="10680"/>
                  </a:lnTo>
                  <a:lnTo>
                    <a:pt x="22694" y="10287"/>
                  </a:lnTo>
                  <a:lnTo>
                    <a:pt x="31419" y="20345"/>
                  </a:lnTo>
                  <a:lnTo>
                    <a:pt x="30759" y="20370"/>
                  </a:lnTo>
                  <a:lnTo>
                    <a:pt x="30530" y="21628"/>
                  </a:lnTo>
                  <a:lnTo>
                    <a:pt x="30683" y="24701"/>
                  </a:lnTo>
                  <a:lnTo>
                    <a:pt x="30861" y="25387"/>
                  </a:lnTo>
                  <a:lnTo>
                    <a:pt x="30289" y="25234"/>
                  </a:lnTo>
                  <a:lnTo>
                    <a:pt x="28981" y="25323"/>
                  </a:lnTo>
                  <a:lnTo>
                    <a:pt x="27660" y="25400"/>
                  </a:lnTo>
                  <a:lnTo>
                    <a:pt x="26606" y="25793"/>
                  </a:lnTo>
                  <a:lnTo>
                    <a:pt x="26657" y="26593"/>
                  </a:lnTo>
                  <a:lnTo>
                    <a:pt x="27724" y="26860"/>
                  </a:lnTo>
                  <a:lnTo>
                    <a:pt x="30353" y="26695"/>
                  </a:lnTo>
                  <a:lnTo>
                    <a:pt x="30937" y="26479"/>
                  </a:lnTo>
                  <a:lnTo>
                    <a:pt x="30822" y="27178"/>
                  </a:lnTo>
                  <a:lnTo>
                    <a:pt x="30886" y="28714"/>
                  </a:lnTo>
                  <a:lnTo>
                    <a:pt x="30962" y="30238"/>
                  </a:lnTo>
                  <a:lnTo>
                    <a:pt x="31305" y="31457"/>
                  </a:lnTo>
                  <a:lnTo>
                    <a:pt x="31508" y="31457"/>
                  </a:lnTo>
                  <a:lnTo>
                    <a:pt x="17729" y="47523"/>
                  </a:lnTo>
                  <a:lnTo>
                    <a:pt x="12954" y="41960"/>
                  </a:lnTo>
                  <a:lnTo>
                    <a:pt x="14008" y="42202"/>
                  </a:lnTo>
                  <a:lnTo>
                    <a:pt x="16637" y="42037"/>
                  </a:lnTo>
                  <a:lnTo>
                    <a:pt x="17208" y="41833"/>
                  </a:lnTo>
                  <a:lnTo>
                    <a:pt x="17094" y="42532"/>
                  </a:lnTo>
                  <a:lnTo>
                    <a:pt x="17170" y="44056"/>
                  </a:lnTo>
                  <a:lnTo>
                    <a:pt x="17233" y="45580"/>
                  </a:lnTo>
                  <a:lnTo>
                    <a:pt x="17576" y="46812"/>
                  </a:lnTo>
                  <a:lnTo>
                    <a:pt x="18262" y="46774"/>
                  </a:lnTo>
                  <a:lnTo>
                    <a:pt x="18478" y="45516"/>
                  </a:lnTo>
                  <a:lnTo>
                    <a:pt x="18338" y="42443"/>
                  </a:lnTo>
                  <a:lnTo>
                    <a:pt x="18148" y="41770"/>
                  </a:lnTo>
                  <a:lnTo>
                    <a:pt x="18757" y="41910"/>
                  </a:lnTo>
                  <a:lnTo>
                    <a:pt x="20066" y="41821"/>
                  </a:lnTo>
                  <a:lnTo>
                    <a:pt x="21374" y="41744"/>
                  </a:lnTo>
                  <a:lnTo>
                    <a:pt x="22440" y="41351"/>
                  </a:lnTo>
                  <a:lnTo>
                    <a:pt x="22390" y="40551"/>
                  </a:lnTo>
                  <a:lnTo>
                    <a:pt x="21323" y="40284"/>
                  </a:lnTo>
                  <a:lnTo>
                    <a:pt x="18694" y="40449"/>
                  </a:lnTo>
                  <a:lnTo>
                    <a:pt x="18072" y="40690"/>
                  </a:lnTo>
                  <a:lnTo>
                    <a:pt x="18199" y="39966"/>
                  </a:lnTo>
                  <a:lnTo>
                    <a:pt x="18122" y="38430"/>
                  </a:lnTo>
                  <a:lnTo>
                    <a:pt x="18059" y="36906"/>
                  </a:lnTo>
                  <a:lnTo>
                    <a:pt x="17716" y="35687"/>
                  </a:lnTo>
                  <a:lnTo>
                    <a:pt x="17030" y="35725"/>
                  </a:lnTo>
                  <a:lnTo>
                    <a:pt x="16802" y="36982"/>
                  </a:lnTo>
                  <a:lnTo>
                    <a:pt x="16954" y="40043"/>
                  </a:lnTo>
                  <a:lnTo>
                    <a:pt x="17132" y="40728"/>
                  </a:lnTo>
                  <a:lnTo>
                    <a:pt x="16560" y="40589"/>
                  </a:lnTo>
                  <a:lnTo>
                    <a:pt x="15252" y="40665"/>
                  </a:lnTo>
                  <a:lnTo>
                    <a:pt x="13944" y="40754"/>
                  </a:lnTo>
                  <a:lnTo>
                    <a:pt x="12877" y="41135"/>
                  </a:lnTo>
                  <a:lnTo>
                    <a:pt x="12915" y="41922"/>
                  </a:lnTo>
                  <a:lnTo>
                    <a:pt x="0" y="26835"/>
                  </a:lnTo>
                  <a:lnTo>
                    <a:pt x="0" y="31203"/>
                  </a:lnTo>
                  <a:lnTo>
                    <a:pt x="17729" y="51892"/>
                  </a:lnTo>
                  <a:lnTo>
                    <a:pt x="21475" y="47523"/>
                  </a:lnTo>
                  <a:lnTo>
                    <a:pt x="38417" y="27762"/>
                  </a:lnTo>
                  <a:lnTo>
                    <a:pt x="59118" y="51892"/>
                  </a:lnTo>
                  <a:lnTo>
                    <a:pt x="62865" y="47523"/>
                  </a:lnTo>
                  <a:lnTo>
                    <a:pt x="81368" y="25946"/>
                  </a:lnTo>
                  <a:close/>
                </a:path>
                <a:path w="118109" h="112395">
                  <a:moveTo>
                    <a:pt x="102057" y="57556"/>
                  </a:moveTo>
                  <a:lnTo>
                    <a:pt x="98310" y="53200"/>
                  </a:lnTo>
                  <a:lnTo>
                    <a:pt x="98310" y="57556"/>
                  </a:lnTo>
                  <a:lnTo>
                    <a:pt x="94170" y="62382"/>
                  </a:lnTo>
                  <a:lnTo>
                    <a:pt x="94284" y="61772"/>
                  </a:lnTo>
                  <a:lnTo>
                    <a:pt x="94132" y="58712"/>
                  </a:lnTo>
                  <a:lnTo>
                    <a:pt x="93941" y="58026"/>
                  </a:lnTo>
                  <a:lnTo>
                    <a:pt x="94564" y="58166"/>
                  </a:lnTo>
                  <a:lnTo>
                    <a:pt x="95872" y="58089"/>
                  </a:lnTo>
                  <a:lnTo>
                    <a:pt x="97180" y="58000"/>
                  </a:lnTo>
                  <a:lnTo>
                    <a:pt x="98234" y="57607"/>
                  </a:lnTo>
                  <a:lnTo>
                    <a:pt x="98221" y="57467"/>
                  </a:lnTo>
                  <a:lnTo>
                    <a:pt x="98310" y="53200"/>
                  </a:lnTo>
                  <a:lnTo>
                    <a:pt x="97523" y="52273"/>
                  </a:lnTo>
                  <a:lnTo>
                    <a:pt x="97523" y="56642"/>
                  </a:lnTo>
                  <a:lnTo>
                    <a:pt x="97116" y="56540"/>
                  </a:lnTo>
                  <a:lnTo>
                    <a:pt x="94488" y="56718"/>
                  </a:lnTo>
                  <a:lnTo>
                    <a:pt x="93865" y="56946"/>
                  </a:lnTo>
                  <a:lnTo>
                    <a:pt x="93992" y="56222"/>
                  </a:lnTo>
                  <a:lnTo>
                    <a:pt x="93929" y="54698"/>
                  </a:lnTo>
                  <a:lnTo>
                    <a:pt x="93853" y="53162"/>
                  </a:lnTo>
                  <a:lnTo>
                    <a:pt x="93586" y="52235"/>
                  </a:lnTo>
                  <a:lnTo>
                    <a:pt x="93586" y="63068"/>
                  </a:lnTo>
                  <a:lnTo>
                    <a:pt x="79806" y="79133"/>
                  </a:lnTo>
                  <a:lnTo>
                    <a:pt x="75018" y="73571"/>
                  </a:lnTo>
                  <a:lnTo>
                    <a:pt x="76073" y="73812"/>
                  </a:lnTo>
                  <a:lnTo>
                    <a:pt x="78701" y="73647"/>
                  </a:lnTo>
                  <a:lnTo>
                    <a:pt x="79286" y="73431"/>
                  </a:lnTo>
                  <a:lnTo>
                    <a:pt x="79159" y="74142"/>
                  </a:lnTo>
                  <a:lnTo>
                    <a:pt x="79235" y="75666"/>
                  </a:lnTo>
                  <a:lnTo>
                    <a:pt x="79311" y="77190"/>
                  </a:lnTo>
                  <a:lnTo>
                    <a:pt x="79641" y="78422"/>
                  </a:lnTo>
                  <a:lnTo>
                    <a:pt x="80340" y="78371"/>
                  </a:lnTo>
                  <a:lnTo>
                    <a:pt x="80556" y="77127"/>
                  </a:lnTo>
                  <a:lnTo>
                    <a:pt x="80416" y="74053"/>
                  </a:lnTo>
                  <a:lnTo>
                    <a:pt x="80213" y="73380"/>
                  </a:lnTo>
                  <a:lnTo>
                    <a:pt x="80835" y="73520"/>
                  </a:lnTo>
                  <a:lnTo>
                    <a:pt x="82143" y="73431"/>
                  </a:lnTo>
                  <a:lnTo>
                    <a:pt x="83451" y="73342"/>
                  </a:lnTo>
                  <a:lnTo>
                    <a:pt x="84505" y="72961"/>
                  </a:lnTo>
                  <a:lnTo>
                    <a:pt x="84467" y="72148"/>
                  </a:lnTo>
                  <a:lnTo>
                    <a:pt x="83388" y="71894"/>
                  </a:lnTo>
                  <a:lnTo>
                    <a:pt x="80759" y="72059"/>
                  </a:lnTo>
                  <a:lnTo>
                    <a:pt x="80137" y="72301"/>
                  </a:lnTo>
                  <a:lnTo>
                    <a:pt x="80276" y="71577"/>
                  </a:lnTo>
                  <a:lnTo>
                    <a:pt x="80200" y="70040"/>
                  </a:lnTo>
                  <a:lnTo>
                    <a:pt x="80124" y="68516"/>
                  </a:lnTo>
                  <a:lnTo>
                    <a:pt x="79794" y="67284"/>
                  </a:lnTo>
                  <a:lnTo>
                    <a:pt x="79095" y="67335"/>
                  </a:lnTo>
                  <a:lnTo>
                    <a:pt x="78879" y="68592"/>
                  </a:lnTo>
                  <a:lnTo>
                    <a:pt x="79032" y="71653"/>
                  </a:lnTo>
                  <a:lnTo>
                    <a:pt x="79209" y="72339"/>
                  </a:lnTo>
                  <a:lnTo>
                    <a:pt x="78625" y="72186"/>
                  </a:lnTo>
                  <a:lnTo>
                    <a:pt x="77317" y="72275"/>
                  </a:lnTo>
                  <a:lnTo>
                    <a:pt x="76009" y="72364"/>
                  </a:lnTo>
                  <a:lnTo>
                    <a:pt x="74955" y="72745"/>
                  </a:lnTo>
                  <a:lnTo>
                    <a:pt x="74980" y="73533"/>
                  </a:lnTo>
                  <a:lnTo>
                    <a:pt x="61671" y="58000"/>
                  </a:lnTo>
                  <a:lnTo>
                    <a:pt x="62725" y="58242"/>
                  </a:lnTo>
                  <a:lnTo>
                    <a:pt x="65354" y="58077"/>
                  </a:lnTo>
                  <a:lnTo>
                    <a:pt x="65938" y="57861"/>
                  </a:lnTo>
                  <a:lnTo>
                    <a:pt x="65811" y="58572"/>
                  </a:lnTo>
                  <a:lnTo>
                    <a:pt x="65887" y="60096"/>
                  </a:lnTo>
                  <a:lnTo>
                    <a:pt x="65963" y="61620"/>
                  </a:lnTo>
                  <a:lnTo>
                    <a:pt x="66294" y="62852"/>
                  </a:lnTo>
                  <a:lnTo>
                    <a:pt x="66992" y="62814"/>
                  </a:lnTo>
                  <a:lnTo>
                    <a:pt x="67208" y="61556"/>
                  </a:lnTo>
                  <a:lnTo>
                    <a:pt x="67068" y="58483"/>
                  </a:lnTo>
                  <a:lnTo>
                    <a:pt x="66865" y="57810"/>
                  </a:lnTo>
                  <a:lnTo>
                    <a:pt x="67487" y="57950"/>
                  </a:lnTo>
                  <a:lnTo>
                    <a:pt x="68795" y="57861"/>
                  </a:lnTo>
                  <a:lnTo>
                    <a:pt x="70104" y="57785"/>
                  </a:lnTo>
                  <a:lnTo>
                    <a:pt x="71158" y="57391"/>
                  </a:lnTo>
                  <a:lnTo>
                    <a:pt x="71120" y="56591"/>
                  </a:lnTo>
                  <a:lnTo>
                    <a:pt x="70040" y="56324"/>
                  </a:lnTo>
                  <a:lnTo>
                    <a:pt x="67411" y="56489"/>
                  </a:lnTo>
                  <a:lnTo>
                    <a:pt x="66789" y="56730"/>
                  </a:lnTo>
                  <a:lnTo>
                    <a:pt x="66929" y="56007"/>
                  </a:lnTo>
                  <a:lnTo>
                    <a:pt x="66852" y="54470"/>
                  </a:lnTo>
                  <a:lnTo>
                    <a:pt x="66776" y="52946"/>
                  </a:lnTo>
                  <a:lnTo>
                    <a:pt x="66446" y="51727"/>
                  </a:lnTo>
                  <a:lnTo>
                    <a:pt x="66294" y="51739"/>
                  </a:lnTo>
                  <a:lnTo>
                    <a:pt x="79286" y="36576"/>
                  </a:lnTo>
                  <a:lnTo>
                    <a:pt x="79133" y="37528"/>
                  </a:lnTo>
                  <a:lnTo>
                    <a:pt x="79286" y="40601"/>
                  </a:lnTo>
                  <a:lnTo>
                    <a:pt x="79463" y="41275"/>
                  </a:lnTo>
                  <a:lnTo>
                    <a:pt x="78892" y="41135"/>
                  </a:lnTo>
                  <a:lnTo>
                    <a:pt x="77571" y="41211"/>
                  </a:lnTo>
                  <a:lnTo>
                    <a:pt x="76263" y="41300"/>
                  </a:lnTo>
                  <a:lnTo>
                    <a:pt x="75209" y="41681"/>
                  </a:lnTo>
                  <a:lnTo>
                    <a:pt x="75247" y="42494"/>
                  </a:lnTo>
                  <a:lnTo>
                    <a:pt x="76327" y="42760"/>
                  </a:lnTo>
                  <a:lnTo>
                    <a:pt x="78955" y="42583"/>
                  </a:lnTo>
                  <a:lnTo>
                    <a:pt x="79540" y="42379"/>
                  </a:lnTo>
                  <a:lnTo>
                    <a:pt x="79413" y="43078"/>
                  </a:lnTo>
                  <a:lnTo>
                    <a:pt x="79489" y="44602"/>
                  </a:lnTo>
                  <a:lnTo>
                    <a:pt x="79565" y="46139"/>
                  </a:lnTo>
                  <a:lnTo>
                    <a:pt x="79895" y="47358"/>
                  </a:lnTo>
                  <a:lnTo>
                    <a:pt x="80594" y="47320"/>
                  </a:lnTo>
                  <a:lnTo>
                    <a:pt x="80810" y="46062"/>
                  </a:lnTo>
                  <a:lnTo>
                    <a:pt x="80670" y="42989"/>
                  </a:lnTo>
                  <a:lnTo>
                    <a:pt x="80467" y="42316"/>
                  </a:lnTo>
                  <a:lnTo>
                    <a:pt x="81089" y="42456"/>
                  </a:lnTo>
                  <a:lnTo>
                    <a:pt x="82397" y="42367"/>
                  </a:lnTo>
                  <a:lnTo>
                    <a:pt x="83705" y="42291"/>
                  </a:lnTo>
                  <a:lnTo>
                    <a:pt x="84759" y="41897"/>
                  </a:lnTo>
                  <a:lnTo>
                    <a:pt x="84747" y="41770"/>
                  </a:lnTo>
                  <a:lnTo>
                    <a:pt x="93497" y="51955"/>
                  </a:lnTo>
                  <a:lnTo>
                    <a:pt x="92824" y="51981"/>
                  </a:lnTo>
                  <a:lnTo>
                    <a:pt x="92608" y="53238"/>
                  </a:lnTo>
                  <a:lnTo>
                    <a:pt x="92748" y="56311"/>
                  </a:lnTo>
                  <a:lnTo>
                    <a:pt x="92938" y="56997"/>
                  </a:lnTo>
                  <a:lnTo>
                    <a:pt x="92354" y="56845"/>
                  </a:lnTo>
                  <a:lnTo>
                    <a:pt x="91046" y="56934"/>
                  </a:lnTo>
                  <a:lnTo>
                    <a:pt x="89738" y="57010"/>
                  </a:lnTo>
                  <a:lnTo>
                    <a:pt x="88684" y="57404"/>
                  </a:lnTo>
                  <a:lnTo>
                    <a:pt x="88722" y="58204"/>
                  </a:lnTo>
                  <a:lnTo>
                    <a:pt x="89801" y="58470"/>
                  </a:lnTo>
                  <a:lnTo>
                    <a:pt x="92430" y="58305"/>
                  </a:lnTo>
                  <a:lnTo>
                    <a:pt x="93002" y="58089"/>
                  </a:lnTo>
                  <a:lnTo>
                    <a:pt x="92887" y="58788"/>
                  </a:lnTo>
                  <a:lnTo>
                    <a:pt x="92964" y="60325"/>
                  </a:lnTo>
                  <a:lnTo>
                    <a:pt x="93040" y="61849"/>
                  </a:lnTo>
                  <a:lnTo>
                    <a:pt x="93370" y="63068"/>
                  </a:lnTo>
                  <a:lnTo>
                    <a:pt x="93586" y="63068"/>
                  </a:lnTo>
                  <a:lnTo>
                    <a:pt x="93586" y="52235"/>
                  </a:lnTo>
                  <a:lnTo>
                    <a:pt x="93510" y="51968"/>
                  </a:lnTo>
                  <a:lnTo>
                    <a:pt x="97523" y="56642"/>
                  </a:lnTo>
                  <a:lnTo>
                    <a:pt x="97523" y="52273"/>
                  </a:lnTo>
                  <a:lnTo>
                    <a:pt x="84023" y="36537"/>
                  </a:lnTo>
                  <a:lnTo>
                    <a:pt x="84023" y="40932"/>
                  </a:lnTo>
                  <a:lnTo>
                    <a:pt x="83642" y="40830"/>
                  </a:lnTo>
                  <a:lnTo>
                    <a:pt x="81013" y="40995"/>
                  </a:lnTo>
                  <a:lnTo>
                    <a:pt x="80391" y="41236"/>
                  </a:lnTo>
                  <a:lnTo>
                    <a:pt x="80530" y="40513"/>
                  </a:lnTo>
                  <a:lnTo>
                    <a:pt x="80454" y="38989"/>
                  </a:lnTo>
                  <a:lnTo>
                    <a:pt x="80378" y="37452"/>
                  </a:lnTo>
                  <a:lnTo>
                    <a:pt x="80048" y="36283"/>
                  </a:lnTo>
                  <a:lnTo>
                    <a:pt x="84023" y="40932"/>
                  </a:lnTo>
                  <a:lnTo>
                    <a:pt x="84023" y="36537"/>
                  </a:lnTo>
                  <a:lnTo>
                    <a:pt x="83553" y="35979"/>
                  </a:lnTo>
                  <a:lnTo>
                    <a:pt x="80022" y="31864"/>
                  </a:lnTo>
                  <a:lnTo>
                    <a:pt x="80022" y="36245"/>
                  </a:lnTo>
                  <a:lnTo>
                    <a:pt x="79565" y="36271"/>
                  </a:lnTo>
                  <a:lnTo>
                    <a:pt x="79806" y="35979"/>
                  </a:lnTo>
                  <a:lnTo>
                    <a:pt x="80022" y="36245"/>
                  </a:lnTo>
                  <a:lnTo>
                    <a:pt x="80022" y="31864"/>
                  </a:lnTo>
                  <a:lnTo>
                    <a:pt x="79806" y="31610"/>
                  </a:lnTo>
                  <a:lnTo>
                    <a:pt x="65862" y="47879"/>
                  </a:lnTo>
                  <a:lnTo>
                    <a:pt x="65862" y="56769"/>
                  </a:lnTo>
                  <a:lnTo>
                    <a:pt x="65290" y="56629"/>
                  </a:lnTo>
                  <a:lnTo>
                    <a:pt x="63969" y="56705"/>
                  </a:lnTo>
                  <a:lnTo>
                    <a:pt x="62661" y="56794"/>
                  </a:lnTo>
                  <a:lnTo>
                    <a:pt x="61633" y="57175"/>
                  </a:lnTo>
                  <a:lnTo>
                    <a:pt x="61633" y="57962"/>
                  </a:lnTo>
                  <a:lnTo>
                    <a:pt x="61302" y="57556"/>
                  </a:lnTo>
                  <a:lnTo>
                    <a:pt x="61607" y="57200"/>
                  </a:lnTo>
                  <a:lnTo>
                    <a:pt x="61633" y="57962"/>
                  </a:lnTo>
                  <a:lnTo>
                    <a:pt x="61633" y="57175"/>
                  </a:lnTo>
                  <a:lnTo>
                    <a:pt x="65608" y="52527"/>
                  </a:lnTo>
                  <a:lnTo>
                    <a:pt x="65532" y="53022"/>
                  </a:lnTo>
                  <a:lnTo>
                    <a:pt x="65684" y="56083"/>
                  </a:lnTo>
                  <a:lnTo>
                    <a:pt x="65862" y="56769"/>
                  </a:lnTo>
                  <a:lnTo>
                    <a:pt x="65862" y="47879"/>
                  </a:lnTo>
                  <a:lnTo>
                    <a:pt x="58839" y="56070"/>
                  </a:lnTo>
                  <a:lnTo>
                    <a:pt x="56375" y="53200"/>
                  </a:lnTo>
                  <a:lnTo>
                    <a:pt x="56375" y="57556"/>
                  </a:lnTo>
                  <a:lnTo>
                    <a:pt x="52235" y="62382"/>
                  </a:lnTo>
                  <a:lnTo>
                    <a:pt x="52349" y="61772"/>
                  </a:lnTo>
                  <a:lnTo>
                    <a:pt x="52209" y="58712"/>
                  </a:lnTo>
                  <a:lnTo>
                    <a:pt x="52019" y="58026"/>
                  </a:lnTo>
                  <a:lnTo>
                    <a:pt x="52628" y="58166"/>
                  </a:lnTo>
                  <a:lnTo>
                    <a:pt x="53936" y="58089"/>
                  </a:lnTo>
                  <a:lnTo>
                    <a:pt x="55245" y="58000"/>
                  </a:lnTo>
                  <a:lnTo>
                    <a:pt x="56311" y="57607"/>
                  </a:lnTo>
                  <a:lnTo>
                    <a:pt x="56299" y="57480"/>
                  </a:lnTo>
                  <a:lnTo>
                    <a:pt x="56375" y="53200"/>
                  </a:lnTo>
                  <a:lnTo>
                    <a:pt x="55575" y="52273"/>
                  </a:lnTo>
                  <a:lnTo>
                    <a:pt x="55575" y="56642"/>
                  </a:lnTo>
                  <a:lnTo>
                    <a:pt x="55181" y="56540"/>
                  </a:lnTo>
                  <a:lnTo>
                    <a:pt x="52565" y="56718"/>
                  </a:lnTo>
                  <a:lnTo>
                    <a:pt x="51943" y="56946"/>
                  </a:lnTo>
                  <a:lnTo>
                    <a:pt x="52070" y="56222"/>
                  </a:lnTo>
                  <a:lnTo>
                    <a:pt x="51993" y="54698"/>
                  </a:lnTo>
                  <a:lnTo>
                    <a:pt x="51930" y="53162"/>
                  </a:lnTo>
                  <a:lnTo>
                    <a:pt x="51650" y="52222"/>
                  </a:lnTo>
                  <a:lnTo>
                    <a:pt x="51650" y="63068"/>
                  </a:lnTo>
                  <a:lnTo>
                    <a:pt x="37871" y="79133"/>
                  </a:lnTo>
                  <a:lnTo>
                    <a:pt x="33083" y="73571"/>
                  </a:lnTo>
                  <a:lnTo>
                    <a:pt x="34150" y="73812"/>
                  </a:lnTo>
                  <a:lnTo>
                    <a:pt x="36779" y="73647"/>
                  </a:lnTo>
                  <a:lnTo>
                    <a:pt x="37350" y="73431"/>
                  </a:lnTo>
                  <a:lnTo>
                    <a:pt x="37236" y="74142"/>
                  </a:lnTo>
                  <a:lnTo>
                    <a:pt x="37312" y="75666"/>
                  </a:lnTo>
                  <a:lnTo>
                    <a:pt x="37388" y="77190"/>
                  </a:lnTo>
                  <a:lnTo>
                    <a:pt x="37719" y="78422"/>
                  </a:lnTo>
                  <a:lnTo>
                    <a:pt x="38404" y="78371"/>
                  </a:lnTo>
                  <a:lnTo>
                    <a:pt x="38633" y="77127"/>
                  </a:lnTo>
                  <a:lnTo>
                    <a:pt x="38481" y="74053"/>
                  </a:lnTo>
                  <a:lnTo>
                    <a:pt x="38290" y="73380"/>
                  </a:lnTo>
                  <a:lnTo>
                    <a:pt x="38900" y="73520"/>
                  </a:lnTo>
                  <a:lnTo>
                    <a:pt x="40220" y="73431"/>
                  </a:lnTo>
                  <a:lnTo>
                    <a:pt x="41529" y="73342"/>
                  </a:lnTo>
                  <a:lnTo>
                    <a:pt x="42583" y="72961"/>
                  </a:lnTo>
                  <a:lnTo>
                    <a:pt x="42545" y="72148"/>
                  </a:lnTo>
                  <a:lnTo>
                    <a:pt x="41465" y="71894"/>
                  </a:lnTo>
                  <a:lnTo>
                    <a:pt x="38836" y="72059"/>
                  </a:lnTo>
                  <a:lnTo>
                    <a:pt x="38214" y="72301"/>
                  </a:lnTo>
                  <a:lnTo>
                    <a:pt x="38341" y="71577"/>
                  </a:lnTo>
                  <a:lnTo>
                    <a:pt x="38277" y="70040"/>
                  </a:lnTo>
                  <a:lnTo>
                    <a:pt x="38201" y="68516"/>
                  </a:lnTo>
                  <a:lnTo>
                    <a:pt x="37858" y="67284"/>
                  </a:lnTo>
                  <a:lnTo>
                    <a:pt x="37172" y="67335"/>
                  </a:lnTo>
                  <a:lnTo>
                    <a:pt x="36957" y="68592"/>
                  </a:lnTo>
                  <a:lnTo>
                    <a:pt x="37096" y="71653"/>
                  </a:lnTo>
                  <a:lnTo>
                    <a:pt x="37274" y="72339"/>
                  </a:lnTo>
                  <a:lnTo>
                    <a:pt x="36703" y="72186"/>
                  </a:lnTo>
                  <a:lnTo>
                    <a:pt x="35394" y="72275"/>
                  </a:lnTo>
                  <a:lnTo>
                    <a:pt x="34086" y="72364"/>
                  </a:lnTo>
                  <a:lnTo>
                    <a:pt x="33032" y="72745"/>
                  </a:lnTo>
                  <a:lnTo>
                    <a:pt x="33058" y="73545"/>
                  </a:lnTo>
                  <a:lnTo>
                    <a:pt x="19748" y="58000"/>
                  </a:lnTo>
                  <a:lnTo>
                    <a:pt x="20802" y="58242"/>
                  </a:lnTo>
                  <a:lnTo>
                    <a:pt x="23431" y="58077"/>
                  </a:lnTo>
                  <a:lnTo>
                    <a:pt x="24015" y="57861"/>
                  </a:lnTo>
                  <a:lnTo>
                    <a:pt x="23888" y="58572"/>
                  </a:lnTo>
                  <a:lnTo>
                    <a:pt x="23964" y="60096"/>
                  </a:lnTo>
                  <a:lnTo>
                    <a:pt x="24041" y="61620"/>
                  </a:lnTo>
                  <a:lnTo>
                    <a:pt x="24371" y="62852"/>
                  </a:lnTo>
                  <a:lnTo>
                    <a:pt x="25069" y="62814"/>
                  </a:lnTo>
                  <a:lnTo>
                    <a:pt x="25285" y="61556"/>
                  </a:lnTo>
                  <a:lnTo>
                    <a:pt x="25133" y="58483"/>
                  </a:lnTo>
                  <a:lnTo>
                    <a:pt x="24942" y="57797"/>
                  </a:lnTo>
                  <a:lnTo>
                    <a:pt x="25565" y="57950"/>
                  </a:lnTo>
                  <a:lnTo>
                    <a:pt x="26873" y="57861"/>
                  </a:lnTo>
                  <a:lnTo>
                    <a:pt x="28181" y="57785"/>
                  </a:lnTo>
                  <a:lnTo>
                    <a:pt x="29235" y="57391"/>
                  </a:lnTo>
                  <a:lnTo>
                    <a:pt x="29197" y="56591"/>
                  </a:lnTo>
                  <a:lnTo>
                    <a:pt x="28117" y="56324"/>
                  </a:lnTo>
                  <a:lnTo>
                    <a:pt x="25488" y="56489"/>
                  </a:lnTo>
                  <a:lnTo>
                    <a:pt x="24866" y="56730"/>
                  </a:lnTo>
                  <a:lnTo>
                    <a:pt x="24993" y="56007"/>
                  </a:lnTo>
                  <a:lnTo>
                    <a:pt x="24930" y="54470"/>
                  </a:lnTo>
                  <a:lnTo>
                    <a:pt x="24853" y="52946"/>
                  </a:lnTo>
                  <a:lnTo>
                    <a:pt x="24511" y="51727"/>
                  </a:lnTo>
                  <a:lnTo>
                    <a:pt x="24358" y="51739"/>
                  </a:lnTo>
                  <a:lnTo>
                    <a:pt x="37376" y="36563"/>
                  </a:lnTo>
                  <a:lnTo>
                    <a:pt x="37211" y="37528"/>
                  </a:lnTo>
                  <a:lnTo>
                    <a:pt x="37350" y="40601"/>
                  </a:lnTo>
                  <a:lnTo>
                    <a:pt x="37528" y="41275"/>
                  </a:lnTo>
                  <a:lnTo>
                    <a:pt x="36957" y="41135"/>
                  </a:lnTo>
                  <a:lnTo>
                    <a:pt x="35648" y="41211"/>
                  </a:lnTo>
                  <a:lnTo>
                    <a:pt x="34340" y="41300"/>
                  </a:lnTo>
                  <a:lnTo>
                    <a:pt x="33286" y="41681"/>
                  </a:lnTo>
                  <a:lnTo>
                    <a:pt x="33324" y="42494"/>
                  </a:lnTo>
                  <a:lnTo>
                    <a:pt x="34404" y="42760"/>
                  </a:lnTo>
                  <a:lnTo>
                    <a:pt x="37033" y="42583"/>
                  </a:lnTo>
                  <a:lnTo>
                    <a:pt x="37604" y="42379"/>
                  </a:lnTo>
                  <a:lnTo>
                    <a:pt x="37490" y="43078"/>
                  </a:lnTo>
                  <a:lnTo>
                    <a:pt x="37566" y="44602"/>
                  </a:lnTo>
                  <a:lnTo>
                    <a:pt x="37642" y="46139"/>
                  </a:lnTo>
                  <a:lnTo>
                    <a:pt x="37973" y="47358"/>
                  </a:lnTo>
                  <a:lnTo>
                    <a:pt x="38658" y="47320"/>
                  </a:lnTo>
                  <a:lnTo>
                    <a:pt x="38887" y="46062"/>
                  </a:lnTo>
                  <a:lnTo>
                    <a:pt x="38735" y="42989"/>
                  </a:lnTo>
                  <a:lnTo>
                    <a:pt x="38544" y="42303"/>
                  </a:lnTo>
                  <a:lnTo>
                    <a:pt x="39166" y="42456"/>
                  </a:lnTo>
                  <a:lnTo>
                    <a:pt x="40474" y="42367"/>
                  </a:lnTo>
                  <a:lnTo>
                    <a:pt x="41783" y="42291"/>
                  </a:lnTo>
                  <a:lnTo>
                    <a:pt x="42837" y="41897"/>
                  </a:lnTo>
                  <a:lnTo>
                    <a:pt x="51562" y="51955"/>
                  </a:lnTo>
                  <a:lnTo>
                    <a:pt x="50901" y="51981"/>
                  </a:lnTo>
                  <a:lnTo>
                    <a:pt x="50673" y="53238"/>
                  </a:lnTo>
                  <a:lnTo>
                    <a:pt x="50825" y="56311"/>
                  </a:lnTo>
                  <a:lnTo>
                    <a:pt x="51003" y="56997"/>
                  </a:lnTo>
                  <a:lnTo>
                    <a:pt x="50431" y="56845"/>
                  </a:lnTo>
                  <a:lnTo>
                    <a:pt x="49123" y="56934"/>
                  </a:lnTo>
                  <a:lnTo>
                    <a:pt x="47815" y="57010"/>
                  </a:lnTo>
                  <a:lnTo>
                    <a:pt x="46748" y="57404"/>
                  </a:lnTo>
                  <a:lnTo>
                    <a:pt x="46799" y="58204"/>
                  </a:lnTo>
                  <a:lnTo>
                    <a:pt x="47879" y="58470"/>
                  </a:lnTo>
                  <a:lnTo>
                    <a:pt x="50507" y="58305"/>
                  </a:lnTo>
                  <a:lnTo>
                    <a:pt x="51079" y="58089"/>
                  </a:lnTo>
                  <a:lnTo>
                    <a:pt x="50965" y="58788"/>
                  </a:lnTo>
                  <a:lnTo>
                    <a:pt x="51041" y="60325"/>
                  </a:lnTo>
                  <a:lnTo>
                    <a:pt x="51104" y="61849"/>
                  </a:lnTo>
                  <a:lnTo>
                    <a:pt x="51447" y="63068"/>
                  </a:lnTo>
                  <a:lnTo>
                    <a:pt x="51650" y="63068"/>
                  </a:lnTo>
                  <a:lnTo>
                    <a:pt x="51650" y="52222"/>
                  </a:lnTo>
                  <a:lnTo>
                    <a:pt x="51587" y="51993"/>
                  </a:lnTo>
                  <a:lnTo>
                    <a:pt x="55575" y="56642"/>
                  </a:lnTo>
                  <a:lnTo>
                    <a:pt x="55575" y="52273"/>
                  </a:lnTo>
                  <a:lnTo>
                    <a:pt x="42087" y="36537"/>
                  </a:lnTo>
                  <a:lnTo>
                    <a:pt x="42087" y="40932"/>
                  </a:lnTo>
                  <a:lnTo>
                    <a:pt x="41719" y="40830"/>
                  </a:lnTo>
                  <a:lnTo>
                    <a:pt x="39090" y="40995"/>
                  </a:lnTo>
                  <a:lnTo>
                    <a:pt x="38468" y="41236"/>
                  </a:lnTo>
                  <a:lnTo>
                    <a:pt x="38595" y="40513"/>
                  </a:lnTo>
                  <a:lnTo>
                    <a:pt x="38531" y="38989"/>
                  </a:lnTo>
                  <a:lnTo>
                    <a:pt x="38455" y="37452"/>
                  </a:lnTo>
                  <a:lnTo>
                    <a:pt x="38112" y="36283"/>
                  </a:lnTo>
                  <a:lnTo>
                    <a:pt x="42087" y="40932"/>
                  </a:lnTo>
                  <a:lnTo>
                    <a:pt x="42087" y="36537"/>
                  </a:lnTo>
                  <a:lnTo>
                    <a:pt x="41617" y="35979"/>
                  </a:lnTo>
                  <a:lnTo>
                    <a:pt x="38087" y="31864"/>
                  </a:lnTo>
                  <a:lnTo>
                    <a:pt x="38087" y="36245"/>
                  </a:lnTo>
                  <a:lnTo>
                    <a:pt x="37630" y="36271"/>
                  </a:lnTo>
                  <a:lnTo>
                    <a:pt x="37871" y="35979"/>
                  </a:lnTo>
                  <a:lnTo>
                    <a:pt x="38087" y="36245"/>
                  </a:lnTo>
                  <a:lnTo>
                    <a:pt x="38087" y="31864"/>
                  </a:lnTo>
                  <a:lnTo>
                    <a:pt x="37871" y="31610"/>
                  </a:lnTo>
                  <a:lnTo>
                    <a:pt x="23926" y="47879"/>
                  </a:lnTo>
                  <a:lnTo>
                    <a:pt x="23926" y="56769"/>
                  </a:lnTo>
                  <a:lnTo>
                    <a:pt x="23355" y="56629"/>
                  </a:lnTo>
                  <a:lnTo>
                    <a:pt x="22047" y="56705"/>
                  </a:lnTo>
                  <a:lnTo>
                    <a:pt x="20739" y="56794"/>
                  </a:lnTo>
                  <a:lnTo>
                    <a:pt x="19710" y="57175"/>
                  </a:lnTo>
                  <a:lnTo>
                    <a:pt x="19710" y="57962"/>
                  </a:lnTo>
                  <a:lnTo>
                    <a:pt x="19380" y="57556"/>
                  </a:lnTo>
                  <a:lnTo>
                    <a:pt x="19685" y="57200"/>
                  </a:lnTo>
                  <a:lnTo>
                    <a:pt x="19710" y="57962"/>
                  </a:lnTo>
                  <a:lnTo>
                    <a:pt x="19710" y="57175"/>
                  </a:lnTo>
                  <a:lnTo>
                    <a:pt x="23685" y="52527"/>
                  </a:lnTo>
                  <a:lnTo>
                    <a:pt x="23609" y="53022"/>
                  </a:lnTo>
                  <a:lnTo>
                    <a:pt x="23749" y="56083"/>
                  </a:lnTo>
                  <a:lnTo>
                    <a:pt x="23926" y="56769"/>
                  </a:lnTo>
                  <a:lnTo>
                    <a:pt x="23926" y="47879"/>
                  </a:lnTo>
                  <a:lnTo>
                    <a:pt x="17500" y="55372"/>
                  </a:lnTo>
                  <a:lnTo>
                    <a:pt x="15633" y="53200"/>
                  </a:lnTo>
                  <a:lnTo>
                    <a:pt x="15633" y="57556"/>
                  </a:lnTo>
                  <a:lnTo>
                    <a:pt x="11493" y="62382"/>
                  </a:lnTo>
                  <a:lnTo>
                    <a:pt x="11607" y="61772"/>
                  </a:lnTo>
                  <a:lnTo>
                    <a:pt x="11455" y="58712"/>
                  </a:lnTo>
                  <a:lnTo>
                    <a:pt x="11264" y="58026"/>
                  </a:lnTo>
                  <a:lnTo>
                    <a:pt x="11887" y="58166"/>
                  </a:lnTo>
                  <a:lnTo>
                    <a:pt x="13195" y="58089"/>
                  </a:lnTo>
                  <a:lnTo>
                    <a:pt x="14503" y="58000"/>
                  </a:lnTo>
                  <a:lnTo>
                    <a:pt x="15557" y="57607"/>
                  </a:lnTo>
                  <a:lnTo>
                    <a:pt x="15544" y="57467"/>
                  </a:lnTo>
                  <a:lnTo>
                    <a:pt x="15633" y="53200"/>
                  </a:lnTo>
                  <a:lnTo>
                    <a:pt x="14833" y="52260"/>
                  </a:lnTo>
                  <a:lnTo>
                    <a:pt x="14833" y="56642"/>
                  </a:lnTo>
                  <a:lnTo>
                    <a:pt x="14439" y="56540"/>
                  </a:lnTo>
                  <a:lnTo>
                    <a:pt x="11811" y="56718"/>
                  </a:lnTo>
                  <a:lnTo>
                    <a:pt x="11188" y="56946"/>
                  </a:lnTo>
                  <a:lnTo>
                    <a:pt x="11315" y="56222"/>
                  </a:lnTo>
                  <a:lnTo>
                    <a:pt x="11252" y="54698"/>
                  </a:lnTo>
                  <a:lnTo>
                    <a:pt x="11176" y="53162"/>
                  </a:lnTo>
                  <a:lnTo>
                    <a:pt x="10845" y="51993"/>
                  </a:lnTo>
                  <a:lnTo>
                    <a:pt x="14833" y="56642"/>
                  </a:lnTo>
                  <a:lnTo>
                    <a:pt x="14833" y="52260"/>
                  </a:lnTo>
                  <a:lnTo>
                    <a:pt x="0" y="34950"/>
                  </a:lnTo>
                  <a:lnTo>
                    <a:pt x="0" y="39319"/>
                  </a:lnTo>
                  <a:lnTo>
                    <a:pt x="1371" y="40944"/>
                  </a:lnTo>
                  <a:lnTo>
                    <a:pt x="965" y="40830"/>
                  </a:lnTo>
                  <a:lnTo>
                    <a:pt x="0" y="40894"/>
                  </a:lnTo>
                  <a:lnTo>
                    <a:pt x="0" y="42354"/>
                  </a:lnTo>
                  <a:lnTo>
                    <a:pt x="1028" y="42291"/>
                  </a:lnTo>
                  <a:lnTo>
                    <a:pt x="2082" y="41897"/>
                  </a:lnTo>
                  <a:lnTo>
                    <a:pt x="2070" y="41744"/>
                  </a:lnTo>
                  <a:lnTo>
                    <a:pt x="10820" y="51955"/>
                  </a:lnTo>
                  <a:lnTo>
                    <a:pt x="10147" y="51981"/>
                  </a:lnTo>
                  <a:lnTo>
                    <a:pt x="9931" y="53238"/>
                  </a:lnTo>
                  <a:lnTo>
                    <a:pt x="10071" y="56311"/>
                  </a:lnTo>
                  <a:lnTo>
                    <a:pt x="10261" y="56997"/>
                  </a:lnTo>
                  <a:lnTo>
                    <a:pt x="9677" y="56845"/>
                  </a:lnTo>
                  <a:lnTo>
                    <a:pt x="8369" y="56934"/>
                  </a:lnTo>
                  <a:lnTo>
                    <a:pt x="7061" y="57010"/>
                  </a:lnTo>
                  <a:lnTo>
                    <a:pt x="6007" y="57404"/>
                  </a:lnTo>
                  <a:lnTo>
                    <a:pt x="6045" y="58204"/>
                  </a:lnTo>
                  <a:lnTo>
                    <a:pt x="7124" y="58470"/>
                  </a:lnTo>
                  <a:lnTo>
                    <a:pt x="9753" y="58305"/>
                  </a:lnTo>
                  <a:lnTo>
                    <a:pt x="10325" y="58089"/>
                  </a:lnTo>
                  <a:lnTo>
                    <a:pt x="10210" y="58788"/>
                  </a:lnTo>
                  <a:lnTo>
                    <a:pt x="10287" y="60325"/>
                  </a:lnTo>
                  <a:lnTo>
                    <a:pt x="10363" y="61849"/>
                  </a:lnTo>
                  <a:lnTo>
                    <a:pt x="10693" y="63068"/>
                  </a:lnTo>
                  <a:lnTo>
                    <a:pt x="10909" y="63068"/>
                  </a:lnTo>
                  <a:lnTo>
                    <a:pt x="0" y="75793"/>
                  </a:lnTo>
                  <a:lnTo>
                    <a:pt x="0" y="80162"/>
                  </a:lnTo>
                  <a:lnTo>
                    <a:pt x="17500" y="59753"/>
                  </a:lnTo>
                  <a:lnTo>
                    <a:pt x="37871" y="83502"/>
                  </a:lnTo>
                  <a:lnTo>
                    <a:pt x="41617" y="79133"/>
                  </a:lnTo>
                  <a:lnTo>
                    <a:pt x="58839" y="59055"/>
                  </a:lnTo>
                  <a:lnTo>
                    <a:pt x="79806" y="83502"/>
                  </a:lnTo>
                  <a:lnTo>
                    <a:pt x="83553" y="79133"/>
                  </a:lnTo>
                  <a:lnTo>
                    <a:pt x="102057" y="57556"/>
                  </a:lnTo>
                  <a:close/>
                </a:path>
                <a:path w="118109" h="112395">
                  <a:moveTo>
                    <a:pt x="105219" y="106375"/>
                  </a:moveTo>
                  <a:lnTo>
                    <a:pt x="105168" y="105562"/>
                  </a:lnTo>
                  <a:lnTo>
                    <a:pt x="104089" y="105308"/>
                  </a:lnTo>
                  <a:lnTo>
                    <a:pt x="101460" y="105473"/>
                  </a:lnTo>
                  <a:lnTo>
                    <a:pt x="100418" y="105854"/>
                  </a:lnTo>
                  <a:lnTo>
                    <a:pt x="99339" y="105600"/>
                  </a:lnTo>
                  <a:lnTo>
                    <a:pt x="98031" y="105689"/>
                  </a:lnTo>
                  <a:lnTo>
                    <a:pt x="96723" y="105765"/>
                  </a:lnTo>
                  <a:lnTo>
                    <a:pt x="95656" y="106159"/>
                  </a:lnTo>
                  <a:lnTo>
                    <a:pt x="95707" y="106959"/>
                  </a:lnTo>
                  <a:lnTo>
                    <a:pt x="96786" y="107226"/>
                  </a:lnTo>
                  <a:lnTo>
                    <a:pt x="99415" y="107061"/>
                  </a:lnTo>
                  <a:lnTo>
                    <a:pt x="99987" y="106845"/>
                  </a:lnTo>
                  <a:lnTo>
                    <a:pt x="99872" y="107543"/>
                  </a:lnTo>
                  <a:lnTo>
                    <a:pt x="99936" y="109080"/>
                  </a:lnTo>
                  <a:lnTo>
                    <a:pt x="100012" y="110604"/>
                  </a:lnTo>
                  <a:lnTo>
                    <a:pt x="100355" y="111836"/>
                  </a:lnTo>
                  <a:lnTo>
                    <a:pt x="101041" y="111785"/>
                  </a:lnTo>
                  <a:lnTo>
                    <a:pt x="101257" y="110528"/>
                  </a:lnTo>
                  <a:lnTo>
                    <a:pt x="101117" y="107467"/>
                  </a:lnTo>
                  <a:lnTo>
                    <a:pt x="100914" y="106781"/>
                  </a:lnTo>
                  <a:lnTo>
                    <a:pt x="101536" y="106921"/>
                  </a:lnTo>
                  <a:lnTo>
                    <a:pt x="102844" y="106845"/>
                  </a:lnTo>
                  <a:lnTo>
                    <a:pt x="104152" y="106756"/>
                  </a:lnTo>
                  <a:lnTo>
                    <a:pt x="105219" y="106375"/>
                  </a:lnTo>
                  <a:close/>
                </a:path>
                <a:path w="118109" h="112395">
                  <a:moveTo>
                    <a:pt x="105473" y="75311"/>
                  </a:moveTo>
                  <a:lnTo>
                    <a:pt x="105422" y="74510"/>
                  </a:lnTo>
                  <a:lnTo>
                    <a:pt x="104343" y="74244"/>
                  </a:lnTo>
                  <a:lnTo>
                    <a:pt x="101714" y="74409"/>
                  </a:lnTo>
                  <a:lnTo>
                    <a:pt x="101104" y="74650"/>
                  </a:lnTo>
                  <a:lnTo>
                    <a:pt x="101231" y="73926"/>
                  </a:lnTo>
                  <a:lnTo>
                    <a:pt x="101155" y="72390"/>
                  </a:lnTo>
                  <a:lnTo>
                    <a:pt x="101079" y="70866"/>
                  </a:lnTo>
                  <a:lnTo>
                    <a:pt x="100749" y="69634"/>
                  </a:lnTo>
                  <a:lnTo>
                    <a:pt x="100063" y="69684"/>
                  </a:lnTo>
                  <a:lnTo>
                    <a:pt x="99834" y="70942"/>
                  </a:lnTo>
                  <a:lnTo>
                    <a:pt x="99987" y="74002"/>
                  </a:lnTo>
                  <a:lnTo>
                    <a:pt x="100164" y="74688"/>
                  </a:lnTo>
                  <a:lnTo>
                    <a:pt x="99593" y="74536"/>
                  </a:lnTo>
                  <a:lnTo>
                    <a:pt x="98285" y="74625"/>
                  </a:lnTo>
                  <a:lnTo>
                    <a:pt x="96977" y="74714"/>
                  </a:lnTo>
                  <a:lnTo>
                    <a:pt x="95910" y="75095"/>
                  </a:lnTo>
                  <a:lnTo>
                    <a:pt x="95961" y="75907"/>
                  </a:lnTo>
                  <a:lnTo>
                    <a:pt x="97040" y="76161"/>
                  </a:lnTo>
                  <a:lnTo>
                    <a:pt x="99669" y="75996"/>
                  </a:lnTo>
                  <a:lnTo>
                    <a:pt x="100241" y="75793"/>
                  </a:lnTo>
                  <a:lnTo>
                    <a:pt x="100126" y="76492"/>
                  </a:lnTo>
                  <a:lnTo>
                    <a:pt x="100203" y="78016"/>
                  </a:lnTo>
                  <a:lnTo>
                    <a:pt x="100266" y="79540"/>
                  </a:lnTo>
                  <a:lnTo>
                    <a:pt x="100609" y="80772"/>
                  </a:lnTo>
                  <a:lnTo>
                    <a:pt x="101295" y="80721"/>
                  </a:lnTo>
                  <a:lnTo>
                    <a:pt x="101511" y="79476"/>
                  </a:lnTo>
                  <a:lnTo>
                    <a:pt x="101371" y="76403"/>
                  </a:lnTo>
                  <a:lnTo>
                    <a:pt x="101168" y="75730"/>
                  </a:lnTo>
                  <a:lnTo>
                    <a:pt x="101790" y="75869"/>
                  </a:lnTo>
                  <a:lnTo>
                    <a:pt x="103098" y="75780"/>
                  </a:lnTo>
                  <a:lnTo>
                    <a:pt x="104406" y="75692"/>
                  </a:lnTo>
                  <a:lnTo>
                    <a:pt x="105473" y="75311"/>
                  </a:lnTo>
                  <a:close/>
                </a:path>
                <a:path w="118109" h="112395">
                  <a:moveTo>
                    <a:pt x="117652" y="89966"/>
                  </a:moveTo>
                  <a:lnTo>
                    <a:pt x="115189" y="90119"/>
                  </a:lnTo>
                  <a:lnTo>
                    <a:pt x="114566" y="90360"/>
                  </a:lnTo>
                  <a:lnTo>
                    <a:pt x="114706" y="89636"/>
                  </a:lnTo>
                  <a:lnTo>
                    <a:pt x="114630" y="88112"/>
                  </a:lnTo>
                  <a:lnTo>
                    <a:pt x="114554" y="86575"/>
                  </a:lnTo>
                  <a:lnTo>
                    <a:pt x="114223" y="85356"/>
                  </a:lnTo>
                  <a:lnTo>
                    <a:pt x="113525" y="85394"/>
                  </a:lnTo>
                  <a:lnTo>
                    <a:pt x="113309" y="86652"/>
                  </a:lnTo>
                  <a:lnTo>
                    <a:pt x="113461" y="89725"/>
                  </a:lnTo>
                  <a:lnTo>
                    <a:pt x="113639" y="90398"/>
                  </a:lnTo>
                  <a:lnTo>
                    <a:pt x="113055" y="90258"/>
                  </a:lnTo>
                  <a:lnTo>
                    <a:pt x="111747" y="90335"/>
                  </a:lnTo>
                  <a:lnTo>
                    <a:pt x="110439" y="90424"/>
                  </a:lnTo>
                  <a:lnTo>
                    <a:pt x="109385" y="90817"/>
                  </a:lnTo>
                  <a:lnTo>
                    <a:pt x="109423" y="91617"/>
                  </a:lnTo>
                  <a:lnTo>
                    <a:pt x="110502" y="91884"/>
                  </a:lnTo>
                  <a:lnTo>
                    <a:pt x="113131" y="91706"/>
                  </a:lnTo>
                  <a:lnTo>
                    <a:pt x="113715" y="91503"/>
                  </a:lnTo>
                  <a:lnTo>
                    <a:pt x="113588" y="92202"/>
                  </a:lnTo>
                  <a:lnTo>
                    <a:pt x="113665" y="93726"/>
                  </a:lnTo>
                  <a:lnTo>
                    <a:pt x="113741" y="95262"/>
                  </a:lnTo>
                  <a:lnTo>
                    <a:pt x="114071" y="96481"/>
                  </a:lnTo>
                  <a:lnTo>
                    <a:pt x="114769" y="96443"/>
                  </a:lnTo>
                  <a:lnTo>
                    <a:pt x="114985" y="95186"/>
                  </a:lnTo>
                  <a:lnTo>
                    <a:pt x="114846" y="92113"/>
                  </a:lnTo>
                  <a:lnTo>
                    <a:pt x="114642" y="91440"/>
                  </a:lnTo>
                  <a:lnTo>
                    <a:pt x="115265" y="91579"/>
                  </a:lnTo>
                  <a:lnTo>
                    <a:pt x="117652" y="91427"/>
                  </a:lnTo>
                  <a:lnTo>
                    <a:pt x="117652" y="89966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10570934" y="6923398"/>
              <a:ext cx="118110" cy="276225"/>
            </a:xfrm>
            <a:custGeom>
              <a:avLst/>
              <a:gdLst/>
              <a:ahLst/>
              <a:cxnLst/>
              <a:rect l="l" t="t" r="r" b="b"/>
              <a:pathLst>
                <a:path w="118109" h="276225">
                  <a:moveTo>
                    <a:pt x="39979" y="218122"/>
                  </a:moveTo>
                  <a:lnTo>
                    <a:pt x="36233" y="213766"/>
                  </a:lnTo>
                  <a:lnTo>
                    <a:pt x="36233" y="218122"/>
                  </a:lnTo>
                  <a:lnTo>
                    <a:pt x="32092" y="222948"/>
                  </a:lnTo>
                  <a:lnTo>
                    <a:pt x="32207" y="222338"/>
                  </a:lnTo>
                  <a:lnTo>
                    <a:pt x="32067" y="219278"/>
                  </a:lnTo>
                  <a:lnTo>
                    <a:pt x="31877" y="218605"/>
                  </a:lnTo>
                  <a:lnTo>
                    <a:pt x="32486" y="218744"/>
                  </a:lnTo>
                  <a:lnTo>
                    <a:pt x="33794" y="218655"/>
                  </a:lnTo>
                  <a:lnTo>
                    <a:pt x="35102" y="218567"/>
                  </a:lnTo>
                  <a:lnTo>
                    <a:pt x="36156" y="218186"/>
                  </a:lnTo>
                  <a:lnTo>
                    <a:pt x="36144" y="218033"/>
                  </a:lnTo>
                  <a:lnTo>
                    <a:pt x="36233" y="213766"/>
                  </a:lnTo>
                  <a:lnTo>
                    <a:pt x="35445" y="212839"/>
                  </a:lnTo>
                  <a:lnTo>
                    <a:pt x="35445" y="217220"/>
                  </a:lnTo>
                  <a:lnTo>
                    <a:pt x="35039" y="217119"/>
                  </a:lnTo>
                  <a:lnTo>
                    <a:pt x="32410" y="217284"/>
                  </a:lnTo>
                  <a:lnTo>
                    <a:pt x="31800" y="217525"/>
                  </a:lnTo>
                  <a:lnTo>
                    <a:pt x="31927" y="216801"/>
                  </a:lnTo>
                  <a:lnTo>
                    <a:pt x="31851" y="215265"/>
                  </a:lnTo>
                  <a:lnTo>
                    <a:pt x="31775" y="213741"/>
                  </a:lnTo>
                  <a:lnTo>
                    <a:pt x="31445" y="212559"/>
                  </a:lnTo>
                  <a:lnTo>
                    <a:pt x="35445" y="217220"/>
                  </a:lnTo>
                  <a:lnTo>
                    <a:pt x="35445" y="212839"/>
                  </a:lnTo>
                  <a:lnTo>
                    <a:pt x="21945" y="197104"/>
                  </a:lnTo>
                  <a:lnTo>
                    <a:pt x="21945" y="201498"/>
                  </a:lnTo>
                  <a:lnTo>
                    <a:pt x="21577" y="201396"/>
                  </a:lnTo>
                  <a:lnTo>
                    <a:pt x="18948" y="201574"/>
                  </a:lnTo>
                  <a:lnTo>
                    <a:pt x="18326" y="201803"/>
                  </a:lnTo>
                  <a:lnTo>
                    <a:pt x="18453" y="201079"/>
                  </a:lnTo>
                  <a:lnTo>
                    <a:pt x="18376" y="199555"/>
                  </a:lnTo>
                  <a:lnTo>
                    <a:pt x="18313" y="198031"/>
                  </a:lnTo>
                  <a:lnTo>
                    <a:pt x="17970" y="196850"/>
                  </a:lnTo>
                  <a:lnTo>
                    <a:pt x="21945" y="201498"/>
                  </a:lnTo>
                  <a:lnTo>
                    <a:pt x="21945" y="197104"/>
                  </a:lnTo>
                  <a:lnTo>
                    <a:pt x="21475" y="196545"/>
                  </a:lnTo>
                  <a:lnTo>
                    <a:pt x="17945" y="192430"/>
                  </a:lnTo>
                  <a:lnTo>
                    <a:pt x="17945" y="196811"/>
                  </a:lnTo>
                  <a:lnTo>
                    <a:pt x="17487" y="196837"/>
                  </a:lnTo>
                  <a:lnTo>
                    <a:pt x="17729" y="196545"/>
                  </a:lnTo>
                  <a:lnTo>
                    <a:pt x="17945" y="196811"/>
                  </a:lnTo>
                  <a:lnTo>
                    <a:pt x="17945" y="192430"/>
                  </a:lnTo>
                  <a:lnTo>
                    <a:pt x="17729" y="192176"/>
                  </a:lnTo>
                  <a:lnTo>
                    <a:pt x="0" y="212877"/>
                  </a:lnTo>
                  <a:lnTo>
                    <a:pt x="0" y="217233"/>
                  </a:lnTo>
                  <a:lnTo>
                    <a:pt x="3543" y="213093"/>
                  </a:lnTo>
                  <a:lnTo>
                    <a:pt x="3467" y="213588"/>
                  </a:lnTo>
                  <a:lnTo>
                    <a:pt x="3606" y="216662"/>
                  </a:lnTo>
                  <a:lnTo>
                    <a:pt x="3784" y="217347"/>
                  </a:lnTo>
                  <a:lnTo>
                    <a:pt x="3213" y="217195"/>
                  </a:lnTo>
                  <a:lnTo>
                    <a:pt x="596" y="217360"/>
                  </a:lnTo>
                  <a:lnTo>
                    <a:pt x="0" y="217589"/>
                  </a:lnTo>
                  <a:lnTo>
                    <a:pt x="0" y="218655"/>
                  </a:lnTo>
                  <a:lnTo>
                    <a:pt x="660" y="218821"/>
                  </a:lnTo>
                  <a:lnTo>
                    <a:pt x="3289" y="218655"/>
                  </a:lnTo>
                  <a:lnTo>
                    <a:pt x="3860" y="218440"/>
                  </a:lnTo>
                  <a:lnTo>
                    <a:pt x="3746" y="219138"/>
                  </a:lnTo>
                  <a:lnTo>
                    <a:pt x="3822" y="220662"/>
                  </a:lnTo>
                  <a:lnTo>
                    <a:pt x="3886" y="222199"/>
                  </a:lnTo>
                  <a:lnTo>
                    <a:pt x="4229" y="223418"/>
                  </a:lnTo>
                  <a:lnTo>
                    <a:pt x="4914" y="223380"/>
                  </a:lnTo>
                  <a:lnTo>
                    <a:pt x="5143" y="222123"/>
                  </a:lnTo>
                  <a:lnTo>
                    <a:pt x="4991" y="219062"/>
                  </a:lnTo>
                  <a:lnTo>
                    <a:pt x="4800" y="218376"/>
                  </a:lnTo>
                  <a:lnTo>
                    <a:pt x="5410" y="218516"/>
                  </a:lnTo>
                  <a:lnTo>
                    <a:pt x="6731" y="218440"/>
                  </a:lnTo>
                  <a:lnTo>
                    <a:pt x="8039" y="218351"/>
                  </a:lnTo>
                  <a:lnTo>
                    <a:pt x="9093" y="217957"/>
                  </a:lnTo>
                  <a:lnTo>
                    <a:pt x="9055" y="217157"/>
                  </a:lnTo>
                  <a:lnTo>
                    <a:pt x="7975" y="216890"/>
                  </a:lnTo>
                  <a:lnTo>
                    <a:pt x="5346" y="217068"/>
                  </a:lnTo>
                  <a:lnTo>
                    <a:pt x="4724" y="217297"/>
                  </a:lnTo>
                  <a:lnTo>
                    <a:pt x="4851" y="216573"/>
                  </a:lnTo>
                  <a:lnTo>
                    <a:pt x="4775" y="215049"/>
                  </a:lnTo>
                  <a:lnTo>
                    <a:pt x="4711" y="213512"/>
                  </a:lnTo>
                  <a:lnTo>
                    <a:pt x="4368" y="212293"/>
                  </a:lnTo>
                  <a:lnTo>
                    <a:pt x="4216" y="212305"/>
                  </a:lnTo>
                  <a:lnTo>
                    <a:pt x="17221" y="197129"/>
                  </a:lnTo>
                  <a:lnTo>
                    <a:pt x="17056" y="198094"/>
                  </a:lnTo>
                  <a:lnTo>
                    <a:pt x="17208" y="201168"/>
                  </a:lnTo>
                  <a:lnTo>
                    <a:pt x="17386" y="201853"/>
                  </a:lnTo>
                  <a:lnTo>
                    <a:pt x="16814" y="201701"/>
                  </a:lnTo>
                  <a:lnTo>
                    <a:pt x="15506" y="201790"/>
                  </a:lnTo>
                  <a:lnTo>
                    <a:pt x="14198" y="201866"/>
                  </a:lnTo>
                  <a:lnTo>
                    <a:pt x="13144" y="202260"/>
                  </a:lnTo>
                  <a:lnTo>
                    <a:pt x="13182" y="203060"/>
                  </a:lnTo>
                  <a:lnTo>
                    <a:pt x="14262" y="203327"/>
                  </a:lnTo>
                  <a:lnTo>
                    <a:pt x="16891" y="203161"/>
                  </a:lnTo>
                  <a:lnTo>
                    <a:pt x="17462" y="202946"/>
                  </a:lnTo>
                  <a:lnTo>
                    <a:pt x="17348" y="203644"/>
                  </a:lnTo>
                  <a:lnTo>
                    <a:pt x="17424" y="205181"/>
                  </a:lnTo>
                  <a:lnTo>
                    <a:pt x="17487" y="206705"/>
                  </a:lnTo>
                  <a:lnTo>
                    <a:pt x="17830" y="207924"/>
                  </a:lnTo>
                  <a:lnTo>
                    <a:pt x="18516" y="207886"/>
                  </a:lnTo>
                  <a:lnTo>
                    <a:pt x="18745" y="206629"/>
                  </a:lnTo>
                  <a:lnTo>
                    <a:pt x="18592" y="203568"/>
                  </a:lnTo>
                  <a:lnTo>
                    <a:pt x="18402" y="202882"/>
                  </a:lnTo>
                  <a:lnTo>
                    <a:pt x="19011" y="203022"/>
                  </a:lnTo>
                  <a:lnTo>
                    <a:pt x="20320" y="202946"/>
                  </a:lnTo>
                  <a:lnTo>
                    <a:pt x="21640" y="202857"/>
                  </a:lnTo>
                  <a:lnTo>
                    <a:pt x="22694" y="202476"/>
                  </a:lnTo>
                  <a:lnTo>
                    <a:pt x="22682" y="202349"/>
                  </a:lnTo>
                  <a:lnTo>
                    <a:pt x="31419" y="212521"/>
                  </a:lnTo>
                  <a:lnTo>
                    <a:pt x="30759" y="212559"/>
                  </a:lnTo>
                  <a:lnTo>
                    <a:pt x="30530" y="213817"/>
                  </a:lnTo>
                  <a:lnTo>
                    <a:pt x="30683" y="216877"/>
                  </a:lnTo>
                  <a:lnTo>
                    <a:pt x="30861" y="217563"/>
                  </a:lnTo>
                  <a:lnTo>
                    <a:pt x="30289" y="217411"/>
                  </a:lnTo>
                  <a:lnTo>
                    <a:pt x="28981" y="217500"/>
                  </a:lnTo>
                  <a:lnTo>
                    <a:pt x="27660" y="217589"/>
                  </a:lnTo>
                  <a:lnTo>
                    <a:pt x="26606" y="217970"/>
                  </a:lnTo>
                  <a:lnTo>
                    <a:pt x="26657" y="218782"/>
                  </a:lnTo>
                  <a:lnTo>
                    <a:pt x="27724" y="219036"/>
                  </a:lnTo>
                  <a:lnTo>
                    <a:pt x="30353" y="218871"/>
                  </a:lnTo>
                  <a:lnTo>
                    <a:pt x="30937" y="218668"/>
                  </a:lnTo>
                  <a:lnTo>
                    <a:pt x="30822" y="219367"/>
                  </a:lnTo>
                  <a:lnTo>
                    <a:pt x="30886" y="220891"/>
                  </a:lnTo>
                  <a:lnTo>
                    <a:pt x="30962" y="222415"/>
                  </a:lnTo>
                  <a:lnTo>
                    <a:pt x="31305" y="223647"/>
                  </a:lnTo>
                  <a:lnTo>
                    <a:pt x="31508" y="223634"/>
                  </a:lnTo>
                  <a:lnTo>
                    <a:pt x="17729" y="239712"/>
                  </a:lnTo>
                  <a:lnTo>
                    <a:pt x="12941" y="234137"/>
                  </a:lnTo>
                  <a:lnTo>
                    <a:pt x="14008" y="234391"/>
                  </a:lnTo>
                  <a:lnTo>
                    <a:pt x="16637" y="234213"/>
                  </a:lnTo>
                  <a:lnTo>
                    <a:pt x="17208" y="234010"/>
                  </a:lnTo>
                  <a:lnTo>
                    <a:pt x="17094" y="234708"/>
                  </a:lnTo>
                  <a:lnTo>
                    <a:pt x="17170" y="236232"/>
                  </a:lnTo>
                  <a:lnTo>
                    <a:pt x="17233" y="237769"/>
                  </a:lnTo>
                  <a:lnTo>
                    <a:pt x="17576" y="238988"/>
                  </a:lnTo>
                  <a:lnTo>
                    <a:pt x="18262" y="238950"/>
                  </a:lnTo>
                  <a:lnTo>
                    <a:pt x="18478" y="237693"/>
                  </a:lnTo>
                  <a:lnTo>
                    <a:pt x="18338" y="234619"/>
                  </a:lnTo>
                  <a:lnTo>
                    <a:pt x="18148" y="233946"/>
                  </a:lnTo>
                  <a:lnTo>
                    <a:pt x="18757" y="234086"/>
                  </a:lnTo>
                  <a:lnTo>
                    <a:pt x="20066" y="233997"/>
                  </a:lnTo>
                  <a:lnTo>
                    <a:pt x="21374" y="233921"/>
                  </a:lnTo>
                  <a:lnTo>
                    <a:pt x="22440" y="233527"/>
                  </a:lnTo>
                  <a:lnTo>
                    <a:pt x="22390" y="232727"/>
                  </a:lnTo>
                  <a:lnTo>
                    <a:pt x="21323" y="232460"/>
                  </a:lnTo>
                  <a:lnTo>
                    <a:pt x="18694" y="232625"/>
                  </a:lnTo>
                  <a:lnTo>
                    <a:pt x="18072" y="232867"/>
                  </a:lnTo>
                  <a:lnTo>
                    <a:pt x="18199" y="232143"/>
                  </a:lnTo>
                  <a:lnTo>
                    <a:pt x="18122" y="230619"/>
                  </a:lnTo>
                  <a:lnTo>
                    <a:pt x="18059" y="229082"/>
                  </a:lnTo>
                  <a:lnTo>
                    <a:pt x="17716" y="227863"/>
                  </a:lnTo>
                  <a:lnTo>
                    <a:pt x="17030" y="227901"/>
                  </a:lnTo>
                  <a:lnTo>
                    <a:pt x="16802" y="229158"/>
                  </a:lnTo>
                  <a:lnTo>
                    <a:pt x="16954" y="232232"/>
                  </a:lnTo>
                  <a:lnTo>
                    <a:pt x="17132" y="232905"/>
                  </a:lnTo>
                  <a:lnTo>
                    <a:pt x="16560" y="232765"/>
                  </a:lnTo>
                  <a:lnTo>
                    <a:pt x="15252" y="232841"/>
                  </a:lnTo>
                  <a:lnTo>
                    <a:pt x="13944" y="232930"/>
                  </a:lnTo>
                  <a:lnTo>
                    <a:pt x="12877" y="233324"/>
                  </a:lnTo>
                  <a:lnTo>
                    <a:pt x="12915" y="234111"/>
                  </a:lnTo>
                  <a:lnTo>
                    <a:pt x="0" y="219024"/>
                  </a:lnTo>
                  <a:lnTo>
                    <a:pt x="0" y="223380"/>
                  </a:lnTo>
                  <a:lnTo>
                    <a:pt x="17729" y="244068"/>
                  </a:lnTo>
                  <a:lnTo>
                    <a:pt x="21475" y="239712"/>
                  </a:lnTo>
                  <a:lnTo>
                    <a:pt x="39979" y="218122"/>
                  </a:lnTo>
                  <a:close/>
                </a:path>
                <a:path w="118109" h="276225">
                  <a:moveTo>
                    <a:pt x="50482" y="25781"/>
                  </a:moveTo>
                  <a:lnTo>
                    <a:pt x="50431" y="24980"/>
                  </a:lnTo>
                  <a:lnTo>
                    <a:pt x="49364" y="24714"/>
                  </a:lnTo>
                  <a:lnTo>
                    <a:pt x="46736" y="24879"/>
                  </a:lnTo>
                  <a:lnTo>
                    <a:pt x="46113" y="25120"/>
                  </a:lnTo>
                  <a:lnTo>
                    <a:pt x="46240" y="24396"/>
                  </a:lnTo>
                  <a:lnTo>
                    <a:pt x="46164" y="22872"/>
                  </a:lnTo>
                  <a:lnTo>
                    <a:pt x="46101" y="21336"/>
                  </a:lnTo>
                  <a:lnTo>
                    <a:pt x="45758" y="20116"/>
                  </a:lnTo>
                  <a:lnTo>
                    <a:pt x="45072" y="20154"/>
                  </a:lnTo>
                  <a:lnTo>
                    <a:pt x="44843" y="21412"/>
                  </a:lnTo>
                  <a:lnTo>
                    <a:pt x="44996" y="24485"/>
                  </a:lnTo>
                  <a:lnTo>
                    <a:pt x="45173" y="25158"/>
                  </a:lnTo>
                  <a:lnTo>
                    <a:pt x="44602" y="25019"/>
                  </a:lnTo>
                  <a:lnTo>
                    <a:pt x="43294" y="25095"/>
                  </a:lnTo>
                  <a:lnTo>
                    <a:pt x="41986" y="25184"/>
                  </a:lnTo>
                  <a:lnTo>
                    <a:pt x="40932" y="25565"/>
                  </a:lnTo>
                  <a:lnTo>
                    <a:pt x="40970" y="26377"/>
                  </a:lnTo>
                  <a:lnTo>
                    <a:pt x="42049" y="26644"/>
                  </a:lnTo>
                  <a:lnTo>
                    <a:pt x="44678" y="26466"/>
                  </a:lnTo>
                  <a:lnTo>
                    <a:pt x="45250" y="26263"/>
                  </a:lnTo>
                  <a:lnTo>
                    <a:pt x="45135" y="26962"/>
                  </a:lnTo>
                  <a:lnTo>
                    <a:pt x="45212" y="28486"/>
                  </a:lnTo>
                  <a:lnTo>
                    <a:pt x="45275" y="30022"/>
                  </a:lnTo>
                  <a:lnTo>
                    <a:pt x="45618" y="31242"/>
                  </a:lnTo>
                  <a:lnTo>
                    <a:pt x="46304" y="31203"/>
                  </a:lnTo>
                  <a:lnTo>
                    <a:pt x="46532" y="29946"/>
                  </a:lnTo>
                  <a:lnTo>
                    <a:pt x="46380" y="26873"/>
                  </a:lnTo>
                  <a:lnTo>
                    <a:pt x="46189" y="26200"/>
                  </a:lnTo>
                  <a:lnTo>
                    <a:pt x="46799" y="26339"/>
                  </a:lnTo>
                  <a:lnTo>
                    <a:pt x="48107" y="26250"/>
                  </a:lnTo>
                  <a:lnTo>
                    <a:pt x="49428" y="26174"/>
                  </a:lnTo>
                  <a:lnTo>
                    <a:pt x="50482" y="25781"/>
                  </a:lnTo>
                  <a:close/>
                </a:path>
                <a:path w="118109" h="276225">
                  <a:moveTo>
                    <a:pt x="63830" y="41351"/>
                  </a:moveTo>
                  <a:lnTo>
                    <a:pt x="63779" y="40551"/>
                  </a:lnTo>
                  <a:lnTo>
                    <a:pt x="62699" y="40284"/>
                  </a:lnTo>
                  <a:lnTo>
                    <a:pt x="60071" y="40449"/>
                  </a:lnTo>
                  <a:lnTo>
                    <a:pt x="59461" y="40690"/>
                  </a:lnTo>
                  <a:lnTo>
                    <a:pt x="59588" y="39966"/>
                  </a:lnTo>
                  <a:lnTo>
                    <a:pt x="59512" y="38430"/>
                  </a:lnTo>
                  <a:lnTo>
                    <a:pt x="59436" y="36906"/>
                  </a:lnTo>
                  <a:lnTo>
                    <a:pt x="59105" y="35687"/>
                  </a:lnTo>
                  <a:lnTo>
                    <a:pt x="58420" y="35725"/>
                  </a:lnTo>
                  <a:lnTo>
                    <a:pt x="58191" y="36982"/>
                  </a:lnTo>
                  <a:lnTo>
                    <a:pt x="58343" y="40043"/>
                  </a:lnTo>
                  <a:lnTo>
                    <a:pt x="58521" y="40728"/>
                  </a:lnTo>
                  <a:lnTo>
                    <a:pt x="57950" y="40589"/>
                  </a:lnTo>
                  <a:lnTo>
                    <a:pt x="56642" y="40665"/>
                  </a:lnTo>
                  <a:lnTo>
                    <a:pt x="55333" y="40754"/>
                  </a:lnTo>
                  <a:lnTo>
                    <a:pt x="54267" y="41135"/>
                  </a:lnTo>
                  <a:lnTo>
                    <a:pt x="54317" y="41948"/>
                  </a:lnTo>
                  <a:lnTo>
                    <a:pt x="55397" y="42202"/>
                  </a:lnTo>
                  <a:lnTo>
                    <a:pt x="58013" y="42037"/>
                  </a:lnTo>
                  <a:lnTo>
                    <a:pt x="58597" y="41833"/>
                  </a:lnTo>
                  <a:lnTo>
                    <a:pt x="58483" y="42532"/>
                  </a:lnTo>
                  <a:lnTo>
                    <a:pt x="58547" y="44056"/>
                  </a:lnTo>
                  <a:lnTo>
                    <a:pt x="58623" y="45580"/>
                  </a:lnTo>
                  <a:lnTo>
                    <a:pt x="58966" y="46812"/>
                  </a:lnTo>
                  <a:lnTo>
                    <a:pt x="59651" y="46774"/>
                  </a:lnTo>
                  <a:lnTo>
                    <a:pt x="59867" y="45516"/>
                  </a:lnTo>
                  <a:lnTo>
                    <a:pt x="59728" y="42443"/>
                  </a:lnTo>
                  <a:lnTo>
                    <a:pt x="59524" y="41770"/>
                  </a:lnTo>
                  <a:lnTo>
                    <a:pt x="60147" y="41910"/>
                  </a:lnTo>
                  <a:lnTo>
                    <a:pt x="61455" y="41821"/>
                  </a:lnTo>
                  <a:lnTo>
                    <a:pt x="62763" y="41744"/>
                  </a:lnTo>
                  <a:lnTo>
                    <a:pt x="63830" y="41351"/>
                  </a:lnTo>
                  <a:close/>
                </a:path>
                <a:path w="118109" h="276225">
                  <a:moveTo>
                    <a:pt x="64084" y="10287"/>
                  </a:moveTo>
                  <a:lnTo>
                    <a:pt x="64033" y="9486"/>
                  </a:lnTo>
                  <a:lnTo>
                    <a:pt x="62953" y="9220"/>
                  </a:lnTo>
                  <a:lnTo>
                    <a:pt x="60337" y="9385"/>
                  </a:lnTo>
                  <a:lnTo>
                    <a:pt x="59715" y="9626"/>
                  </a:lnTo>
                  <a:lnTo>
                    <a:pt x="59842" y="8902"/>
                  </a:lnTo>
                  <a:lnTo>
                    <a:pt x="59766" y="7378"/>
                  </a:lnTo>
                  <a:lnTo>
                    <a:pt x="59690" y="5842"/>
                  </a:lnTo>
                  <a:lnTo>
                    <a:pt x="59359" y="4622"/>
                  </a:lnTo>
                  <a:lnTo>
                    <a:pt x="58674" y="4660"/>
                  </a:lnTo>
                  <a:lnTo>
                    <a:pt x="58445" y="5918"/>
                  </a:lnTo>
                  <a:lnTo>
                    <a:pt x="58597" y="8991"/>
                  </a:lnTo>
                  <a:lnTo>
                    <a:pt x="58775" y="9664"/>
                  </a:lnTo>
                  <a:lnTo>
                    <a:pt x="58204" y="9525"/>
                  </a:lnTo>
                  <a:lnTo>
                    <a:pt x="56896" y="9601"/>
                  </a:lnTo>
                  <a:lnTo>
                    <a:pt x="55587" y="9690"/>
                  </a:lnTo>
                  <a:lnTo>
                    <a:pt x="54521" y="10083"/>
                  </a:lnTo>
                  <a:lnTo>
                    <a:pt x="54571" y="10883"/>
                  </a:lnTo>
                  <a:lnTo>
                    <a:pt x="55651" y="11150"/>
                  </a:lnTo>
                  <a:lnTo>
                    <a:pt x="58280" y="10972"/>
                  </a:lnTo>
                  <a:lnTo>
                    <a:pt x="58851" y="10769"/>
                  </a:lnTo>
                  <a:lnTo>
                    <a:pt x="58737" y="11468"/>
                  </a:lnTo>
                  <a:lnTo>
                    <a:pt x="58813" y="12992"/>
                  </a:lnTo>
                  <a:lnTo>
                    <a:pt x="58877" y="14528"/>
                  </a:lnTo>
                  <a:lnTo>
                    <a:pt x="59220" y="15748"/>
                  </a:lnTo>
                  <a:lnTo>
                    <a:pt x="59905" y="15709"/>
                  </a:lnTo>
                  <a:lnTo>
                    <a:pt x="60121" y="14452"/>
                  </a:lnTo>
                  <a:lnTo>
                    <a:pt x="59982" y="11379"/>
                  </a:lnTo>
                  <a:lnTo>
                    <a:pt x="59791" y="10706"/>
                  </a:lnTo>
                  <a:lnTo>
                    <a:pt x="60401" y="10845"/>
                  </a:lnTo>
                  <a:lnTo>
                    <a:pt x="61709" y="10756"/>
                  </a:lnTo>
                  <a:lnTo>
                    <a:pt x="63017" y="10680"/>
                  </a:lnTo>
                  <a:lnTo>
                    <a:pt x="64084" y="10287"/>
                  </a:lnTo>
                  <a:close/>
                </a:path>
                <a:path w="118109" h="276225">
                  <a:moveTo>
                    <a:pt x="77546" y="26009"/>
                  </a:moveTo>
                  <a:lnTo>
                    <a:pt x="77508" y="25196"/>
                  </a:lnTo>
                  <a:lnTo>
                    <a:pt x="76428" y="24942"/>
                  </a:lnTo>
                  <a:lnTo>
                    <a:pt x="73799" y="25107"/>
                  </a:lnTo>
                  <a:lnTo>
                    <a:pt x="73190" y="25336"/>
                  </a:lnTo>
                  <a:lnTo>
                    <a:pt x="73317" y="24612"/>
                  </a:lnTo>
                  <a:lnTo>
                    <a:pt x="73240" y="23088"/>
                  </a:lnTo>
                  <a:lnTo>
                    <a:pt x="73164" y="21564"/>
                  </a:lnTo>
                  <a:lnTo>
                    <a:pt x="72834" y="20332"/>
                  </a:lnTo>
                  <a:lnTo>
                    <a:pt x="72136" y="20370"/>
                  </a:lnTo>
                  <a:lnTo>
                    <a:pt x="71920" y="21628"/>
                  </a:lnTo>
                  <a:lnTo>
                    <a:pt x="72072" y="24701"/>
                  </a:lnTo>
                  <a:lnTo>
                    <a:pt x="72250" y="25387"/>
                  </a:lnTo>
                  <a:lnTo>
                    <a:pt x="71678" y="25234"/>
                  </a:lnTo>
                  <a:lnTo>
                    <a:pt x="70358" y="25323"/>
                  </a:lnTo>
                  <a:lnTo>
                    <a:pt x="69049" y="25400"/>
                  </a:lnTo>
                  <a:lnTo>
                    <a:pt x="67995" y="25793"/>
                  </a:lnTo>
                  <a:lnTo>
                    <a:pt x="68033" y="26593"/>
                  </a:lnTo>
                  <a:lnTo>
                    <a:pt x="69113" y="26860"/>
                  </a:lnTo>
                  <a:lnTo>
                    <a:pt x="71742" y="26695"/>
                  </a:lnTo>
                  <a:lnTo>
                    <a:pt x="72326" y="26479"/>
                  </a:lnTo>
                  <a:lnTo>
                    <a:pt x="72212" y="27178"/>
                  </a:lnTo>
                  <a:lnTo>
                    <a:pt x="72275" y="28714"/>
                  </a:lnTo>
                  <a:lnTo>
                    <a:pt x="72351" y="30238"/>
                  </a:lnTo>
                  <a:lnTo>
                    <a:pt x="72682" y="31457"/>
                  </a:lnTo>
                  <a:lnTo>
                    <a:pt x="73380" y="31419"/>
                  </a:lnTo>
                  <a:lnTo>
                    <a:pt x="73596" y="30162"/>
                  </a:lnTo>
                  <a:lnTo>
                    <a:pt x="73456" y="27101"/>
                  </a:lnTo>
                  <a:lnTo>
                    <a:pt x="73253" y="26416"/>
                  </a:lnTo>
                  <a:lnTo>
                    <a:pt x="73875" y="26555"/>
                  </a:lnTo>
                  <a:lnTo>
                    <a:pt x="75184" y="26479"/>
                  </a:lnTo>
                  <a:lnTo>
                    <a:pt x="76492" y="26390"/>
                  </a:lnTo>
                  <a:lnTo>
                    <a:pt x="77546" y="26009"/>
                  </a:lnTo>
                  <a:close/>
                </a:path>
                <a:path w="118109" h="276225">
                  <a:moveTo>
                    <a:pt x="102057" y="249732"/>
                  </a:moveTo>
                  <a:lnTo>
                    <a:pt x="98310" y="245376"/>
                  </a:lnTo>
                  <a:lnTo>
                    <a:pt x="98310" y="249732"/>
                  </a:lnTo>
                  <a:lnTo>
                    <a:pt x="79806" y="271310"/>
                  </a:lnTo>
                  <a:lnTo>
                    <a:pt x="61671" y="250177"/>
                  </a:lnTo>
                  <a:lnTo>
                    <a:pt x="62725" y="250431"/>
                  </a:lnTo>
                  <a:lnTo>
                    <a:pt x="65354" y="250253"/>
                  </a:lnTo>
                  <a:lnTo>
                    <a:pt x="65938" y="250050"/>
                  </a:lnTo>
                  <a:lnTo>
                    <a:pt x="65811" y="250748"/>
                  </a:lnTo>
                  <a:lnTo>
                    <a:pt x="65887" y="252272"/>
                  </a:lnTo>
                  <a:lnTo>
                    <a:pt x="65963" y="253809"/>
                  </a:lnTo>
                  <a:lnTo>
                    <a:pt x="66294" y="255028"/>
                  </a:lnTo>
                  <a:lnTo>
                    <a:pt x="66992" y="254990"/>
                  </a:lnTo>
                  <a:lnTo>
                    <a:pt x="67208" y="253733"/>
                  </a:lnTo>
                  <a:lnTo>
                    <a:pt x="67068" y="250659"/>
                  </a:lnTo>
                  <a:lnTo>
                    <a:pt x="66725" y="249440"/>
                  </a:lnTo>
                  <a:lnTo>
                    <a:pt x="66929" y="248183"/>
                  </a:lnTo>
                  <a:lnTo>
                    <a:pt x="66852" y="246659"/>
                  </a:lnTo>
                  <a:lnTo>
                    <a:pt x="66776" y="245122"/>
                  </a:lnTo>
                  <a:lnTo>
                    <a:pt x="66446" y="243903"/>
                  </a:lnTo>
                  <a:lnTo>
                    <a:pt x="66294" y="243916"/>
                  </a:lnTo>
                  <a:lnTo>
                    <a:pt x="79806" y="228155"/>
                  </a:lnTo>
                  <a:lnTo>
                    <a:pt x="98310" y="249732"/>
                  </a:lnTo>
                  <a:lnTo>
                    <a:pt x="98310" y="245376"/>
                  </a:lnTo>
                  <a:lnTo>
                    <a:pt x="83553" y="228155"/>
                  </a:lnTo>
                  <a:lnTo>
                    <a:pt x="79806" y="223786"/>
                  </a:lnTo>
                  <a:lnTo>
                    <a:pt x="65862" y="240055"/>
                  </a:lnTo>
                  <a:lnTo>
                    <a:pt x="65862" y="248945"/>
                  </a:lnTo>
                  <a:lnTo>
                    <a:pt x="65290" y="248805"/>
                  </a:lnTo>
                  <a:lnTo>
                    <a:pt x="63969" y="248881"/>
                  </a:lnTo>
                  <a:lnTo>
                    <a:pt x="62661" y="248970"/>
                  </a:lnTo>
                  <a:lnTo>
                    <a:pt x="61633" y="249351"/>
                  </a:lnTo>
                  <a:lnTo>
                    <a:pt x="61633" y="250139"/>
                  </a:lnTo>
                  <a:lnTo>
                    <a:pt x="61302" y="249732"/>
                  </a:lnTo>
                  <a:lnTo>
                    <a:pt x="61607" y="249377"/>
                  </a:lnTo>
                  <a:lnTo>
                    <a:pt x="61633" y="250139"/>
                  </a:lnTo>
                  <a:lnTo>
                    <a:pt x="61633" y="249351"/>
                  </a:lnTo>
                  <a:lnTo>
                    <a:pt x="65608" y="244703"/>
                  </a:lnTo>
                  <a:lnTo>
                    <a:pt x="65532" y="245198"/>
                  </a:lnTo>
                  <a:lnTo>
                    <a:pt x="65684" y="248272"/>
                  </a:lnTo>
                  <a:lnTo>
                    <a:pt x="65862" y="248945"/>
                  </a:lnTo>
                  <a:lnTo>
                    <a:pt x="65862" y="240055"/>
                  </a:lnTo>
                  <a:lnTo>
                    <a:pt x="58839" y="248246"/>
                  </a:lnTo>
                  <a:lnTo>
                    <a:pt x="56375" y="245376"/>
                  </a:lnTo>
                  <a:lnTo>
                    <a:pt x="56375" y="249732"/>
                  </a:lnTo>
                  <a:lnTo>
                    <a:pt x="52235" y="254558"/>
                  </a:lnTo>
                  <a:lnTo>
                    <a:pt x="52349" y="253949"/>
                  </a:lnTo>
                  <a:lnTo>
                    <a:pt x="52209" y="250888"/>
                  </a:lnTo>
                  <a:lnTo>
                    <a:pt x="52019" y="250202"/>
                  </a:lnTo>
                  <a:lnTo>
                    <a:pt x="52628" y="250342"/>
                  </a:lnTo>
                  <a:lnTo>
                    <a:pt x="53936" y="250266"/>
                  </a:lnTo>
                  <a:lnTo>
                    <a:pt x="55245" y="250177"/>
                  </a:lnTo>
                  <a:lnTo>
                    <a:pt x="56311" y="249796"/>
                  </a:lnTo>
                  <a:lnTo>
                    <a:pt x="56299" y="249656"/>
                  </a:lnTo>
                  <a:lnTo>
                    <a:pt x="56375" y="245376"/>
                  </a:lnTo>
                  <a:lnTo>
                    <a:pt x="55587" y="244462"/>
                  </a:lnTo>
                  <a:lnTo>
                    <a:pt x="55587" y="248831"/>
                  </a:lnTo>
                  <a:lnTo>
                    <a:pt x="55181" y="248729"/>
                  </a:lnTo>
                  <a:lnTo>
                    <a:pt x="52565" y="248894"/>
                  </a:lnTo>
                  <a:lnTo>
                    <a:pt x="51943" y="249123"/>
                  </a:lnTo>
                  <a:lnTo>
                    <a:pt x="52070" y="248399"/>
                  </a:lnTo>
                  <a:lnTo>
                    <a:pt x="51993" y="246875"/>
                  </a:lnTo>
                  <a:lnTo>
                    <a:pt x="51930" y="245351"/>
                  </a:lnTo>
                  <a:lnTo>
                    <a:pt x="51638" y="244348"/>
                  </a:lnTo>
                  <a:lnTo>
                    <a:pt x="51638" y="255244"/>
                  </a:lnTo>
                  <a:lnTo>
                    <a:pt x="37871" y="271310"/>
                  </a:lnTo>
                  <a:lnTo>
                    <a:pt x="33083" y="265747"/>
                  </a:lnTo>
                  <a:lnTo>
                    <a:pt x="34150" y="265988"/>
                  </a:lnTo>
                  <a:lnTo>
                    <a:pt x="36779" y="265823"/>
                  </a:lnTo>
                  <a:lnTo>
                    <a:pt x="37350" y="265620"/>
                  </a:lnTo>
                  <a:lnTo>
                    <a:pt x="37236" y="266319"/>
                  </a:lnTo>
                  <a:lnTo>
                    <a:pt x="37312" y="267843"/>
                  </a:lnTo>
                  <a:lnTo>
                    <a:pt x="37388" y="269379"/>
                  </a:lnTo>
                  <a:lnTo>
                    <a:pt x="37719" y="270598"/>
                  </a:lnTo>
                  <a:lnTo>
                    <a:pt x="38404" y="270560"/>
                  </a:lnTo>
                  <a:lnTo>
                    <a:pt x="38633" y="269303"/>
                  </a:lnTo>
                  <a:lnTo>
                    <a:pt x="38481" y="266230"/>
                  </a:lnTo>
                  <a:lnTo>
                    <a:pt x="38290" y="265557"/>
                  </a:lnTo>
                  <a:lnTo>
                    <a:pt x="38900" y="265696"/>
                  </a:lnTo>
                  <a:lnTo>
                    <a:pt x="40220" y="265607"/>
                  </a:lnTo>
                  <a:lnTo>
                    <a:pt x="41529" y="265531"/>
                  </a:lnTo>
                  <a:lnTo>
                    <a:pt x="42583" y="265137"/>
                  </a:lnTo>
                  <a:lnTo>
                    <a:pt x="42545" y="264337"/>
                  </a:lnTo>
                  <a:lnTo>
                    <a:pt x="41465" y="264071"/>
                  </a:lnTo>
                  <a:lnTo>
                    <a:pt x="38836" y="264236"/>
                  </a:lnTo>
                  <a:lnTo>
                    <a:pt x="38214" y="264477"/>
                  </a:lnTo>
                  <a:lnTo>
                    <a:pt x="38341" y="263753"/>
                  </a:lnTo>
                  <a:lnTo>
                    <a:pt x="38277" y="262216"/>
                  </a:lnTo>
                  <a:lnTo>
                    <a:pt x="38201" y="260692"/>
                  </a:lnTo>
                  <a:lnTo>
                    <a:pt x="37858" y="259473"/>
                  </a:lnTo>
                  <a:lnTo>
                    <a:pt x="37172" y="259511"/>
                  </a:lnTo>
                  <a:lnTo>
                    <a:pt x="36957" y="260769"/>
                  </a:lnTo>
                  <a:lnTo>
                    <a:pt x="37096" y="263829"/>
                  </a:lnTo>
                  <a:lnTo>
                    <a:pt x="37274" y="264515"/>
                  </a:lnTo>
                  <a:lnTo>
                    <a:pt x="36703" y="264375"/>
                  </a:lnTo>
                  <a:lnTo>
                    <a:pt x="35394" y="264452"/>
                  </a:lnTo>
                  <a:lnTo>
                    <a:pt x="34086" y="264541"/>
                  </a:lnTo>
                  <a:lnTo>
                    <a:pt x="33032" y="264922"/>
                  </a:lnTo>
                  <a:lnTo>
                    <a:pt x="33058" y="265722"/>
                  </a:lnTo>
                  <a:lnTo>
                    <a:pt x="19748" y="250177"/>
                  </a:lnTo>
                  <a:lnTo>
                    <a:pt x="20802" y="250431"/>
                  </a:lnTo>
                  <a:lnTo>
                    <a:pt x="23431" y="250253"/>
                  </a:lnTo>
                  <a:lnTo>
                    <a:pt x="24015" y="250050"/>
                  </a:lnTo>
                  <a:lnTo>
                    <a:pt x="23888" y="250748"/>
                  </a:lnTo>
                  <a:lnTo>
                    <a:pt x="23964" y="252272"/>
                  </a:lnTo>
                  <a:lnTo>
                    <a:pt x="24041" y="253809"/>
                  </a:lnTo>
                  <a:lnTo>
                    <a:pt x="24371" y="255028"/>
                  </a:lnTo>
                  <a:lnTo>
                    <a:pt x="25069" y="254990"/>
                  </a:lnTo>
                  <a:lnTo>
                    <a:pt x="25285" y="253733"/>
                  </a:lnTo>
                  <a:lnTo>
                    <a:pt x="25133" y="250659"/>
                  </a:lnTo>
                  <a:lnTo>
                    <a:pt x="24942" y="249974"/>
                  </a:lnTo>
                  <a:lnTo>
                    <a:pt x="25565" y="250126"/>
                  </a:lnTo>
                  <a:lnTo>
                    <a:pt x="26873" y="250037"/>
                  </a:lnTo>
                  <a:lnTo>
                    <a:pt x="28181" y="249961"/>
                  </a:lnTo>
                  <a:lnTo>
                    <a:pt x="29235" y="249567"/>
                  </a:lnTo>
                  <a:lnTo>
                    <a:pt x="29197" y="248767"/>
                  </a:lnTo>
                  <a:lnTo>
                    <a:pt x="28117" y="248500"/>
                  </a:lnTo>
                  <a:lnTo>
                    <a:pt x="25488" y="248666"/>
                  </a:lnTo>
                  <a:lnTo>
                    <a:pt x="24866" y="248907"/>
                  </a:lnTo>
                  <a:lnTo>
                    <a:pt x="24993" y="248183"/>
                  </a:lnTo>
                  <a:lnTo>
                    <a:pt x="24930" y="246659"/>
                  </a:lnTo>
                  <a:lnTo>
                    <a:pt x="24853" y="245122"/>
                  </a:lnTo>
                  <a:lnTo>
                    <a:pt x="24511" y="243903"/>
                  </a:lnTo>
                  <a:lnTo>
                    <a:pt x="24358" y="243916"/>
                  </a:lnTo>
                  <a:lnTo>
                    <a:pt x="37376" y="228739"/>
                  </a:lnTo>
                  <a:lnTo>
                    <a:pt x="37211" y="229704"/>
                  </a:lnTo>
                  <a:lnTo>
                    <a:pt x="37350" y="232778"/>
                  </a:lnTo>
                  <a:lnTo>
                    <a:pt x="37528" y="233451"/>
                  </a:lnTo>
                  <a:lnTo>
                    <a:pt x="36957" y="233311"/>
                  </a:lnTo>
                  <a:lnTo>
                    <a:pt x="35648" y="233387"/>
                  </a:lnTo>
                  <a:lnTo>
                    <a:pt x="34340" y="233476"/>
                  </a:lnTo>
                  <a:lnTo>
                    <a:pt x="33286" y="233870"/>
                  </a:lnTo>
                  <a:lnTo>
                    <a:pt x="33324" y="234670"/>
                  </a:lnTo>
                  <a:lnTo>
                    <a:pt x="34404" y="234937"/>
                  </a:lnTo>
                  <a:lnTo>
                    <a:pt x="37033" y="234759"/>
                  </a:lnTo>
                  <a:lnTo>
                    <a:pt x="37604" y="234556"/>
                  </a:lnTo>
                  <a:lnTo>
                    <a:pt x="37490" y="235254"/>
                  </a:lnTo>
                  <a:lnTo>
                    <a:pt x="37566" y="236778"/>
                  </a:lnTo>
                  <a:lnTo>
                    <a:pt x="37642" y="238315"/>
                  </a:lnTo>
                  <a:lnTo>
                    <a:pt x="37973" y="239534"/>
                  </a:lnTo>
                  <a:lnTo>
                    <a:pt x="38658" y="239496"/>
                  </a:lnTo>
                  <a:lnTo>
                    <a:pt x="38887" y="238239"/>
                  </a:lnTo>
                  <a:lnTo>
                    <a:pt x="38735" y="235165"/>
                  </a:lnTo>
                  <a:lnTo>
                    <a:pt x="38544" y="234480"/>
                  </a:lnTo>
                  <a:lnTo>
                    <a:pt x="39166" y="234632"/>
                  </a:lnTo>
                  <a:lnTo>
                    <a:pt x="40474" y="234556"/>
                  </a:lnTo>
                  <a:lnTo>
                    <a:pt x="41783" y="234467"/>
                  </a:lnTo>
                  <a:lnTo>
                    <a:pt x="42837" y="234073"/>
                  </a:lnTo>
                  <a:lnTo>
                    <a:pt x="51562" y="244132"/>
                  </a:lnTo>
                  <a:lnTo>
                    <a:pt x="50901" y="244157"/>
                  </a:lnTo>
                  <a:lnTo>
                    <a:pt x="50673" y="245414"/>
                  </a:lnTo>
                  <a:lnTo>
                    <a:pt x="50825" y="248488"/>
                  </a:lnTo>
                  <a:lnTo>
                    <a:pt x="51003" y="249174"/>
                  </a:lnTo>
                  <a:lnTo>
                    <a:pt x="50431" y="249021"/>
                  </a:lnTo>
                  <a:lnTo>
                    <a:pt x="49123" y="249110"/>
                  </a:lnTo>
                  <a:lnTo>
                    <a:pt x="47815" y="249186"/>
                  </a:lnTo>
                  <a:lnTo>
                    <a:pt x="46748" y="249580"/>
                  </a:lnTo>
                  <a:lnTo>
                    <a:pt x="46799" y="250380"/>
                  </a:lnTo>
                  <a:lnTo>
                    <a:pt x="47879" y="250647"/>
                  </a:lnTo>
                  <a:lnTo>
                    <a:pt x="50507" y="250482"/>
                  </a:lnTo>
                  <a:lnTo>
                    <a:pt x="51079" y="250266"/>
                  </a:lnTo>
                  <a:lnTo>
                    <a:pt x="50965" y="250964"/>
                  </a:lnTo>
                  <a:lnTo>
                    <a:pt x="51041" y="252501"/>
                  </a:lnTo>
                  <a:lnTo>
                    <a:pt x="51104" y="254025"/>
                  </a:lnTo>
                  <a:lnTo>
                    <a:pt x="51447" y="255257"/>
                  </a:lnTo>
                  <a:lnTo>
                    <a:pt x="51638" y="255244"/>
                  </a:lnTo>
                  <a:lnTo>
                    <a:pt x="51638" y="244348"/>
                  </a:lnTo>
                  <a:lnTo>
                    <a:pt x="51587" y="244170"/>
                  </a:lnTo>
                  <a:lnTo>
                    <a:pt x="55587" y="248831"/>
                  </a:lnTo>
                  <a:lnTo>
                    <a:pt x="55587" y="244462"/>
                  </a:lnTo>
                  <a:lnTo>
                    <a:pt x="42087" y="228714"/>
                  </a:lnTo>
                  <a:lnTo>
                    <a:pt x="42087" y="233108"/>
                  </a:lnTo>
                  <a:lnTo>
                    <a:pt x="41719" y="233006"/>
                  </a:lnTo>
                  <a:lnTo>
                    <a:pt x="39090" y="233172"/>
                  </a:lnTo>
                  <a:lnTo>
                    <a:pt x="38468" y="233413"/>
                  </a:lnTo>
                  <a:lnTo>
                    <a:pt x="38595" y="232689"/>
                  </a:lnTo>
                  <a:lnTo>
                    <a:pt x="38531" y="231165"/>
                  </a:lnTo>
                  <a:lnTo>
                    <a:pt x="38455" y="229628"/>
                  </a:lnTo>
                  <a:lnTo>
                    <a:pt x="38112" y="228460"/>
                  </a:lnTo>
                  <a:lnTo>
                    <a:pt x="42087" y="233108"/>
                  </a:lnTo>
                  <a:lnTo>
                    <a:pt x="42087" y="228714"/>
                  </a:lnTo>
                  <a:lnTo>
                    <a:pt x="41617" y="228155"/>
                  </a:lnTo>
                  <a:lnTo>
                    <a:pt x="38087" y="224040"/>
                  </a:lnTo>
                  <a:lnTo>
                    <a:pt x="38087" y="228422"/>
                  </a:lnTo>
                  <a:lnTo>
                    <a:pt x="37630" y="228447"/>
                  </a:lnTo>
                  <a:lnTo>
                    <a:pt x="37871" y="228155"/>
                  </a:lnTo>
                  <a:lnTo>
                    <a:pt x="38087" y="228422"/>
                  </a:lnTo>
                  <a:lnTo>
                    <a:pt x="38087" y="224040"/>
                  </a:lnTo>
                  <a:lnTo>
                    <a:pt x="37871" y="223786"/>
                  </a:lnTo>
                  <a:lnTo>
                    <a:pt x="23926" y="240068"/>
                  </a:lnTo>
                  <a:lnTo>
                    <a:pt x="23926" y="248945"/>
                  </a:lnTo>
                  <a:lnTo>
                    <a:pt x="23355" y="248805"/>
                  </a:lnTo>
                  <a:lnTo>
                    <a:pt x="22047" y="248881"/>
                  </a:lnTo>
                  <a:lnTo>
                    <a:pt x="20739" y="248970"/>
                  </a:lnTo>
                  <a:lnTo>
                    <a:pt x="19710" y="249351"/>
                  </a:lnTo>
                  <a:lnTo>
                    <a:pt x="19710" y="250139"/>
                  </a:lnTo>
                  <a:lnTo>
                    <a:pt x="19380" y="249732"/>
                  </a:lnTo>
                  <a:lnTo>
                    <a:pt x="19685" y="249377"/>
                  </a:lnTo>
                  <a:lnTo>
                    <a:pt x="19710" y="250139"/>
                  </a:lnTo>
                  <a:lnTo>
                    <a:pt x="19710" y="249351"/>
                  </a:lnTo>
                  <a:lnTo>
                    <a:pt x="23685" y="244703"/>
                  </a:lnTo>
                  <a:lnTo>
                    <a:pt x="23609" y="245198"/>
                  </a:lnTo>
                  <a:lnTo>
                    <a:pt x="23749" y="248272"/>
                  </a:lnTo>
                  <a:lnTo>
                    <a:pt x="23926" y="248945"/>
                  </a:lnTo>
                  <a:lnTo>
                    <a:pt x="23926" y="240068"/>
                  </a:lnTo>
                  <a:lnTo>
                    <a:pt x="15633" y="249732"/>
                  </a:lnTo>
                  <a:lnTo>
                    <a:pt x="37871" y="275678"/>
                  </a:lnTo>
                  <a:lnTo>
                    <a:pt x="41617" y="271310"/>
                  </a:lnTo>
                  <a:lnTo>
                    <a:pt x="58839" y="251231"/>
                  </a:lnTo>
                  <a:lnTo>
                    <a:pt x="79806" y="275678"/>
                  </a:lnTo>
                  <a:lnTo>
                    <a:pt x="83553" y="271310"/>
                  </a:lnTo>
                  <a:lnTo>
                    <a:pt x="102057" y="249732"/>
                  </a:lnTo>
                  <a:close/>
                </a:path>
                <a:path w="118109" h="276225">
                  <a:moveTo>
                    <a:pt x="117652" y="20002"/>
                  </a:moveTo>
                  <a:lnTo>
                    <a:pt x="104724" y="4927"/>
                  </a:lnTo>
                  <a:lnTo>
                    <a:pt x="104724" y="9321"/>
                  </a:lnTo>
                  <a:lnTo>
                    <a:pt x="104343" y="9220"/>
                  </a:lnTo>
                  <a:lnTo>
                    <a:pt x="101714" y="9385"/>
                  </a:lnTo>
                  <a:lnTo>
                    <a:pt x="101104" y="9613"/>
                  </a:lnTo>
                  <a:lnTo>
                    <a:pt x="101231" y="8902"/>
                  </a:lnTo>
                  <a:lnTo>
                    <a:pt x="101155" y="7378"/>
                  </a:lnTo>
                  <a:lnTo>
                    <a:pt x="101079" y="5842"/>
                  </a:lnTo>
                  <a:lnTo>
                    <a:pt x="100749" y="4673"/>
                  </a:lnTo>
                  <a:lnTo>
                    <a:pt x="104724" y="9321"/>
                  </a:lnTo>
                  <a:lnTo>
                    <a:pt x="104724" y="4927"/>
                  </a:lnTo>
                  <a:lnTo>
                    <a:pt x="104254" y="4368"/>
                  </a:lnTo>
                  <a:lnTo>
                    <a:pt x="100723" y="254"/>
                  </a:lnTo>
                  <a:lnTo>
                    <a:pt x="100723" y="4635"/>
                  </a:lnTo>
                  <a:lnTo>
                    <a:pt x="100266" y="4660"/>
                  </a:lnTo>
                  <a:lnTo>
                    <a:pt x="100507" y="4368"/>
                  </a:lnTo>
                  <a:lnTo>
                    <a:pt x="100723" y="4635"/>
                  </a:lnTo>
                  <a:lnTo>
                    <a:pt x="100723" y="254"/>
                  </a:lnTo>
                  <a:lnTo>
                    <a:pt x="100507" y="0"/>
                  </a:lnTo>
                  <a:lnTo>
                    <a:pt x="86563" y="16281"/>
                  </a:lnTo>
                  <a:lnTo>
                    <a:pt x="86563" y="25158"/>
                  </a:lnTo>
                  <a:lnTo>
                    <a:pt x="85991" y="25019"/>
                  </a:lnTo>
                  <a:lnTo>
                    <a:pt x="84683" y="25095"/>
                  </a:lnTo>
                  <a:lnTo>
                    <a:pt x="83375" y="25184"/>
                  </a:lnTo>
                  <a:lnTo>
                    <a:pt x="82346" y="25565"/>
                  </a:lnTo>
                  <a:lnTo>
                    <a:pt x="82346" y="26365"/>
                  </a:lnTo>
                  <a:lnTo>
                    <a:pt x="82003" y="25946"/>
                  </a:lnTo>
                  <a:lnTo>
                    <a:pt x="82308" y="25590"/>
                  </a:lnTo>
                  <a:lnTo>
                    <a:pt x="82346" y="26365"/>
                  </a:lnTo>
                  <a:lnTo>
                    <a:pt x="82346" y="25565"/>
                  </a:lnTo>
                  <a:lnTo>
                    <a:pt x="86321" y="20916"/>
                  </a:lnTo>
                  <a:lnTo>
                    <a:pt x="86233" y="21412"/>
                  </a:lnTo>
                  <a:lnTo>
                    <a:pt x="86385" y="24485"/>
                  </a:lnTo>
                  <a:lnTo>
                    <a:pt x="86563" y="25158"/>
                  </a:lnTo>
                  <a:lnTo>
                    <a:pt x="86563" y="16281"/>
                  </a:lnTo>
                  <a:lnTo>
                    <a:pt x="78270" y="25946"/>
                  </a:lnTo>
                  <a:lnTo>
                    <a:pt x="100507" y="51892"/>
                  </a:lnTo>
                  <a:lnTo>
                    <a:pt x="104254" y="47523"/>
                  </a:lnTo>
                  <a:lnTo>
                    <a:pt x="117652" y="31902"/>
                  </a:lnTo>
                  <a:lnTo>
                    <a:pt x="117652" y="27533"/>
                  </a:lnTo>
                  <a:lnTo>
                    <a:pt x="114871" y="30772"/>
                  </a:lnTo>
                  <a:lnTo>
                    <a:pt x="114985" y="30162"/>
                  </a:lnTo>
                  <a:lnTo>
                    <a:pt x="114846" y="27101"/>
                  </a:lnTo>
                  <a:lnTo>
                    <a:pt x="114642" y="26416"/>
                  </a:lnTo>
                  <a:lnTo>
                    <a:pt x="115265" y="26555"/>
                  </a:lnTo>
                  <a:lnTo>
                    <a:pt x="117652" y="26403"/>
                  </a:lnTo>
                  <a:lnTo>
                    <a:pt x="117652" y="24942"/>
                  </a:lnTo>
                  <a:lnTo>
                    <a:pt x="115189" y="25107"/>
                  </a:lnTo>
                  <a:lnTo>
                    <a:pt x="114566" y="25336"/>
                  </a:lnTo>
                  <a:lnTo>
                    <a:pt x="114706" y="24612"/>
                  </a:lnTo>
                  <a:lnTo>
                    <a:pt x="114630" y="23088"/>
                  </a:lnTo>
                  <a:lnTo>
                    <a:pt x="114554" y="21564"/>
                  </a:lnTo>
                  <a:lnTo>
                    <a:pt x="114287" y="20586"/>
                  </a:lnTo>
                  <a:lnTo>
                    <a:pt x="114287" y="31457"/>
                  </a:lnTo>
                  <a:lnTo>
                    <a:pt x="100507" y="47523"/>
                  </a:lnTo>
                  <a:lnTo>
                    <a:pt x="95719" y="41960"/>
                  </a:lnTo>
                  <a:lnTo>
                    <a:pt x="96786" y="42202"/>
                  </a:lnTo>
                  <a:lnTo>
                    <a:pt x="99415" y="42037"/>
                  </a:lnTo>
                  <a:lnTo>
                    <a:pt x="99987" y="41833"/>
                  </a:lnTo>
                  <a:lnTo>
                    <a:pt x="99872" y="42532"/>
                  </a:lnTo>
                  <a:lnTo>
                    <a:pt x="99936" y="44056"/>
                  </a:lnTo>
                  <a:lnTo>
                    <a:pt x="100012" y="45580"/>
                  </a:lnTo>
                  <a:lnTo>
                    <a:pt x="100355" y="46812"/>
                  </a:lnTo>
                  <a:lnTo>
                    <a:pt x="101041" y="46774"/>
                  </a:lnTo>
                  <a:lnTo>
                    <a:pt x="101257" y="45516"/>
                  </a:lnTo>
                  <a:lnTo>
                    <a:pt x="101117" y="42443"/>
                  </a:lnTo>
                  <a:lnTo>
                    <a:pt x="100914" y="41770"/>
                  </a:lnTo>
                  <a:lnTo>
                    <a:pt x="101536" y="41910"/>
                  </a:lnTo>
                  <a:lnTo>
                    <a:pt x="102844" y="41821"/>
                  </a:lnTo>
                  <a:lnTo>
                    <a:pt x="104152" y="41744"/>
                  </a:lnTo>
                  <a:lnTo>
                    <a:pt x="105219" y="41351"/>
                  </a:lnTo>
                  <a:lnTo>
                    <a:pt x="105168" y="40551"/>
                  </a:lnTo>
                  <a:lnTo>
                    <a:pt x="104089" y="40284"/>
                  </a:lnTo>
                  <a:lnTo>
                    <a:pt x="101460" y="40449"/>
                  </a:lnTo>
                  <a:lnTo>
                    <a:pt x="100850" y="40690"/>
                  </a:lnTo>
                  <a:lnTo>
                    <a:pt x="100977" y="39966"/>
                  </a:lnTo>
                  <a:lnTo>
                    <a:pt x="100901" y="38430"/>
                  </a:lnTo>
                  <a:lnTo>
                    <a:pt x="100825" y="36906"/>
                  </a:lnTo>
                  <a:lnTo>
                    <a:pt x="100495" y="35687"/>
                  </a:lnTo>
                  <a:lnTo>
                    <a:pt x="99809" y="35725"/>
                  </a:lnTo>
                  <a:lnTo>
                    <a:pt x="99580" y="36982"/>
                  </a:lnTo>
                  <a:lnTo>
                    <a:pt x="99733" y="40043"/>
                  </a:lnTo>
                  <a:lnTo>
                    <a:pt x="99910" y="40728"/>
                  </a:lnTo>
                  <a:lnTo>
                    <a:pt x="99339" y="40589"/>
                  </a:lnTo>
                  <a:lnTo>
                    <a:pt x="98031" y="40665"/>
                  </a:lnTo>
                  <a:lnTo>
                    <a:pt x="96723" y="40754"/>
                  </a:lnTo>
                  <a:lnTo>
                    <a:pt x="95656" y="41135"/>
                  </a:lnTo>
                  <a:lnTo>
                    <a:pt x="95694" y="41935"/>
                  </a:lnTo>
                  <a:lnTo>
                    <a:pt x="82372" y="26390"/>
                  </a:lnTo>
                  <a:lnTo>
                    <a:pt x="83439" y="26644"/>
                  </a:lnTo>
                  <a:lnTo>
                    <a:pt x="86067" y="26466"/>
                  </a:lnTo>
                  <a:lnTo>
                    <a:pt x="86639" y="26263"/>
                  </a:lnTo>
                  <a:lnTo>
                    <a:pt x="86525" y="26962"/>
                  </a:lnTo>
                  <a:lnTo>
                    <a:pt x="86601" y="28486"/>
                  </a:lnTo>
                  <a:lnTo>
                    <a:pt x="86664" y="30022"/>
                  </a:lnTo>
                  <a:lnTo>
                    <a:pt x="87007" y="31242"/>
                  </a:lnTo>
                  <a:lnTo>
                    <a:pt x="87693" y="31203"/>
                  </a:lnTo>
                  <a:lnTo>
                    <a:pt x="87909" y="29946"/>
                  </a:lnTo>
                  <a:lnTo>
                    <a:pt x="87769" y="26873"/>
                  </a:lnTo>
                  <a:lnTo>
                    <a:pt x="87579" y="26200"/>
                  </a:lnTo>
                  <a:lnTo>
                    <a:pt x="88188" y="26339"/>
                  </a:lnTo>
                  <a:lnTo>
                    <a:pt x="89496" y="26250"/>
                  </a:lnTo>
                  <a:lnTo>
                    <a:pt x="90805" y="26174"/>
                  </a:lnTo>
                  <a:lnTo>
                    <a:pt x="91871" y="25781"/>
                  </a:lnTo>
                  <a:lnTo>
                    <a:pt x="91821" y="24980"/>
                  </a:lnTo>
                  <a:lnTo>
                    <a:pt x="90741" y="24714"/>
                  </a:lnTo>
                  <a:lnTo>
                    <a:pt x="88125" y="24879"/>
                  </a:lnTo>
                  <a:lnTo>
                    <a:pt x="87503" y="25120"/>
                  </a:lnTo>
                  <a:lnTo>
                    <a:pt x="87630" y="24396"/>
                  </a:lnTo>
                  <a:lnTo>
                    <a:pt x="87553" y="22872"/>
                  </a:lnTo>
                  <a:lnTo>
                    <a:pt x="87490" y="21336"/>
                  </a:lnTo>
                  <a:lnTo>
                    <a:pt x="87147" y="20116"/>
                  </a:lnTo>
                  <a:lnTo>
                    <a:pt x="86995" y="20129"/>
                  </a:lnTo>
                  <a:lnTo>
                    <a:pt x="99999" y="4953"/>
                  </a:lnTo>
                  <a:lnTo>
                    <a:pt x="99834" y="5918"/>
                  </a:lnTo>
                  <a:lnTo>
                    <a:pt x="99987" y="8991"/>
                  </a:lnTo>
                  <a:lnTo>
                    <a:pt x="100164" y="9664"/>
                  </a:lnTo>
                  <a:lnTo>
                    <a:pt x="99593" y="9525"/>
                  </a:lnTo>
                  <a:lnTo>
                    <a:pt x="98285" y="9601"/>
                  </a:lnTo>
                  <a:lnTo>
                    <a:pt x="96977" y="9690"/>
                  </a:lnTo>
                  <a:lnTo>
                    <a:pt x="95910" y="10083"/>
                  </a:lnTo>
                  <a:lnTo>
                    <a:pt x="95961" y="10883"/>
                  </a:lnTo>
                  <a:lnTo>
                    <a:pt x="97040" y="11150"/>
                  </a:lnTo>
                  <a:lnTo>
                    <a:pt x="99669" y="10972"/>
                  </a:lnTo>
                  <a:lnTo>
                    <a:pt x="100241" y="10769"/>
                  </a:lnTo>
                  <a:lnTo>
                    <a:pt x="100126" y="11468"/>
                  </a:lnTo>
                  <a:lnTo>
                    <a:pt x="100203" y="12992"/>
                  </a:lnTo>
                  <a:lnTo>
                    <a:pt x="100266" y="14528"/>
                  </a:lnTo>
                  <a:lnTo>
                    <a:pt x="100609" y="15748"/>
                  </a:lnTo>
                  <a:lnTo>
                    <a:pt x="101295" y="15709"/>
                  </a:lnTo>
                  <a:lnTo>
                    <a:pt x="101511" y="14452"/>
                  </a:lnTo>
                  <a:lnTo>
                    <a:pt x="101371" y="11379"/>
                  </a:lnTo>
                  <a:lnTo>
                    <a:pt x="101168" y="10706"/>
                  </a:lnTo>
                  <a:lnTo>
                    <a:pt x="101790" y="10845"/>
                  </a:lnTo>
                  <a:lnTo>
                    <a:pt x="103098" y="10756"/>
                  </a:lnTo>
                  <a:lnTo>
                    <a:pt x="104406" y="10680"/>
                  </a:lnTo>
                  <a:lnTo>
                    <a:pt x="105473" y="10287"/>
                  </a:lnTo>
                  <a:lnTo>
                    <a:pt x="114185" y="20345"/>
                  </a:lnTo>
                  <a:lnTo>
                    <a:pt x="113525" y="20370"/>
                  </a:lnTo>
                  <a:lnTo>
                    <a:pt x="113309" y="21628"/>
                  </a:lnTo>
                  <a:lnTo>
                    <a:pt x="113461" y="24701"/>
                  </a:lnTo>
                  <a:lnTo>
                    <a:pt x="113639" y="25387"/>
                  </a:lnTo>
                  <a:lnTo>
                    <a:pt x="113055" y="25234"/>
                  </a:lnTo>
                  <a:lnTo>
                    <a:pt x="111747" y="25323"/>
                  </a:lnTo>
                  <a:lnTo>
                    <a:pt x="110439" y="25400"/>
                  </a:lnTo>
                  <a:lnTo>
                    <a:pt x="109385" y="25793"/>
                  </a:lnTo>
                  <a:lnTo>
                    <a:pt x="109423" y="26593"/>
                  </a:lnTo>
                  <a:lnTo>
                    <a:pt x="110502" y="26860"/>
                  </a:lnTo>
                  <a:lnTo>
                    <a:pt x="113131" y="26695"/>
                  </a:lnTo>
                  <a:lnTo>
                    <a:pt x="113715" y="26479"/>
                  </a:lnTo>
                  <a:lnTo>
                    <a:pt x="113588" y="27178"/>
                  </a:lnTo>
                  <a:lnTo>
                    <a:pt x="113665" y="28714"/>
                  </a:lnTo>
                  <a:lnTo>
                    <a:pt x="113741" y="30238"/>
                  </a:lnTo>
                  <a:lnTo>
                    <a:pt x="114071" y="31457"/>
                  </a:lnTo>
                  <a:lnTo>
                    <a:pt x="114287" y="31457"/>
                  </a:lnTo>
                  <a:lnTo>
                    <a:pt x="114287" y="20586"/>
                  </a:lnTo>
                  <a:lnTo>
                    <a:pt x="114236" y="20396"/>
                  </a:lnTo>
                  <a:lnTo>
                    <a:pt x="117652" y="24371"/>
                  </a:lnTo>
                  <a:lnTo>
                    <a:pt x="117652" y="20002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10570934" y="7050563"/>
              <a:ext cx="118110" cy="145415"/>
            </a:xfrm>
            <a:custGeom>
              <a:avLst/>
              <a:gdLst/>
              <a:ahLst/>
              <a:cxnLst/>
              <a:rect l="l" t="t" r="r" b="b"/>
              <a:pathLst>
                <a:path w="118109" h="145415">
                  <a:moveTo>
                    <a:pt x="1828" y="137972"/>
                  </a:moveTo>
                  <a:lnTo>
                    <a:pt x="1790" y="137172"/>
                  </a:lnTo>
                  <a:lnTo>
                    <a:pt x="711" y="136906"/>
                  </a:lnTo>
                  <a:lnTo>
                    <a:pt x="0" y="136956"/>
                  </a:lnTo>
                  <a:lnTo>
                    <a:pt x="0" y="138417"/>
                  </a:lnTo>
                  <a:lnTo>
                    <a:pt x="774" y="138366"/>
                  </a:lnTo>
                  <a:lnTo>
                    <a:pt x="1828" y="137972"/>
                  </a:lnTo>
                  <a:close/>
                </a:path>
                <a:path w="118109" h="145415">
                  <a:moveTo>
                    <a:pt x="19380" y="122567"/>
                  </a:moveTo>
                  <a:lnTo>
                    <a:pt x="15633" y="118198"/>
                  </a:lnTo>
                  <a:lnTo>
                    <a:pt x="15633" y="122567"/>
                  </a:lnTo>
                  <a:lnTo>
                    <a:pt x="11493" y="127393"/>
                  </a:lnTo>
                  <a:lnTo>
                    <a:pt x="11607" y="126784"/>
                  </a:lnTo>
                  <a:lnTo>
                    <a:pt x="11455" y="123723"/>
                  </a:lnTo>
                  <a:lnTo>
                    <a:pt x="11264" y="123037"/>
                  </a:lnTo>
                  <a:lnTo>
                    <a:pt x="11887" y="123177"/>
                  </a:lnTo>
                  <a:lnTo>
                    <a:pt x="13195" y="123101"/>
                  </a:lnTo>
                  <a:lnTo>
                    <a:pt x="14503" y="123012"/>
                  </a:lnTo>
                  <a:lnTo>
                    <a:pt x="15557" y="122631"/>
                  </a:lnTo>
                  <a:lnTo>
                    <a:pt x="15544" y="122478"/>
                  </a:lnTo>
                  <a:lnTo>
                    <a:pt x="15633" y="118198"/>
                  </a:lnTo>
                  <a:lnTo>
                    <a:pt x="14846" y="117284"/>
                  </a:lnTo>
                  <a:lnTo>
                    <a:pt x="14846" y="121666"/>
                  </a:lnTo>
                  <a:lnTo>
                    <a:pt x="14439" y="121564"/>
                  </a:lnTo>
                  <a:lnTo>
                    <a:pt x="11811" y="121729"/>
                  </a:lnTo>
                  <a:lnTo>
                    <a:pt x="11188" y="121958"/>
                  </a:lnTo>
                  <a:lnTo>
                    <a:pt x="11315" y="121234"/>
                  </a:lnTo>
                  <a:lnTo>
                    <a:pt x="11252" y="119710"/>
                  </a:lnTo>
                  <a:lnTo>
                    <a:pt x="11176" y="118186"/>
                  </a:lnTo>
                  <a:lnTo>
                    <a:pt x="10845" y="117005"/>
                  </a:lnTo>
                  <a:lnTo>
                    <a:pt x="14846" y="121666"/>
                  </a:lnTo>
                  <a:lnTo>
                    <a:pt x="14846" y="117284"/>
                  </a:lnTo>
                  <a:lnTo>
                    <a:pt x="0" y="99961"/>
                  </a:lnTo>
                  <a:lnTo>
                    <a:pt x="0" y="104330"/>
                  </a:lnTo>
                  <a:lnTo>
                    <a:pt x="1371" y="105956"/>
                  </a:lnTo>
                  <a:lnTo>
                    <a:pt x="965" y="105841"/>
                  </a:lnTo>
                  <a:lnTo>
                    <a:pt x="0" y="105905"/>
                  </a:lnTo>
                  <a:lnTo>
                    <a:pt x="0" y="107365"/>
                  </a:lnTo>
                  <a:lnTo>
                    <a:pt x="1028" y="107302"/>
                  </a:lnTo>
                  <a:lnTo>
                    <a:pt x="2082" y="106908"/>
                  </a:lnTo>
                  <a:lnTo>
                    <a:pt x="2070" y="106756"/>
                  </a:lnTo>
                  <a:lnTo>
                    <a:pt x="10820" y="116967"/>
                  </a:lnTo>
                  <a:lnTo>
                    <a:pt x="10147" y="116992"/>
                  </a:lnTo>
                  <a:lnTo>
                    <a:pt x="9931" y="118249"/>
                  </a:lnTo>
                  <a:lnTo>
                    <a:pt x="10071" y="121323"/>
                  </a:lnTo>
                  <a:lnTo>
                    <a:pt x="10261" y="122008"/>
                  </a:lnTo>
                  <a:lnTo>
                    <a:pt x="9677" y="121856"/>
                  </a:lnTo>
                  <a:lnTo>
                    <a:pt x="8369" y="121945"/>
                  </a:lnTo>
                  <a:lnTo>
                    <a:pt x="7061" y="122021"/>
                  </a:lnTo>
                  <a:lnTo>
                    <a:pt x="6007" y="122415"/>
                  </a:lnTo>
                  <a:lnTo>
                    <a:pt x="6045" y="123215"/>
                  </a:lnTo>
                  <a:lnTo>
                    <a:pt x="7124" y="123482"/>
                  </a:lnTo>
                  <a:lnTo>
                    <a:pt x="9753" y="123317"/>
                  </a:lnTo>
                  <a:lnTo>
                    <a:pt x="10325" y="123101"/>
                  </a:lnTo>
                  <a:lnTo>
                    <a:pt x="10210" y="123799"/>
                  </a:lnTo>
                  <a:lnTo>
                    <a:pt x="10287" y="125336"/>
                  </a:lnTo>
                  <a:lnTo>
                    <a:pt x="10363" y="126860"/>
                  </a:lnTo>
                  <a:lnTo>
                    <a:pt x="10693" y="128092"/>
                  </a:lnTo>
                  <a:lnTo>
                    <a:pt x="10909" y="128079"/>
                  </a:lnTo>
                  <a:lnTo>
                    <a:pt x="0" y="140804"/>
                  </a:lnTo>
                  <a:lnTo>
                    <a:pt x="0" y="145173"/>
                  </a:lnTo>
                  <a:lnTo>
                    <a:pt x="19380" y="122567"/>
                  </a:lnTo>
                  <a:close/>
                </a:path>
                <a:path w="118109" h="145415">
                  <a:moveTo>
                    <a:pt x="39979" y="25946"/>
                  </a:moveTo>
                  <a:lnTo>
                    <a:pt x="36233" y="21590"/>
                  </a:lnTo>
                  <a:lnTo>
                    <a:pt x="36233" y="25946"/>
                  </a:lnTo>
                  <a:lnTo>
                    <a:pt x="32092" y="30772"/>
                  </a:lnTo>
                  <a:lnTo>
                    <a:pt x="32207" y="30162"/>
                  </a:lnTo>
                  <a:lnTo>
                    <a:pt x="32067" y="27089"/>
                  </a:lnTo>
                  <a:lnTo>
                    <a:pt x="31864" y="26416"/>
                  </a:lnTo>
                  <a:lnTo>
                    <a:pt x="32486" y="26555"/>
                  </a:lnTo>
                  <a:lnTo>
                    <a:pt x="33794" y="26466"/>
                  </a:lnTo>
                  <a:lnTo>
                    <a:pt x="35102" y="26390"/>
                  </a:lnTo>
                  <a:lnTo>
                    <a:pt x="36156" y="25996"/>
                  </a:lnTo>
                  <a:lnTo>
                    <a:pt x="36144" y="25857"/>
                  </a:lnTo>
                  <a:lnTo>
                    <a:pt x="36233" y="21590"/>
                  </a:lnTo>
                  <a:lnTo>
                    <a:pt x="35433" y="20650"/>
                  </a:lnTo>
                  <a:lnTo>
                    <a:pt x="35433" y="25031"/>
                  </a:lnTo>
                  <a:lnTo>
                    <a:pt x="35039" y="24930"/>
                  </a:lnTo>
                  <a:lnTo>
                    <a:pt x="32410" y="25095"/>
                  </a:lnTo>
                  <a:lnTo>
                    <a:pt x="31800" y="25336"/>
                  </a:lnTo>
                  <a:lnTo>
                    <a:pt x="31927" y="24612"/>
                  </a:lnTo>
                  <a:lnTo>
                    <a:pt x="31851" y="23088"/>
                  </a:lnTo>
                  <a:lnTo>
                    <a:pt x="31775" y="21551"/>
                  </a:lnTo>
                  <a:lnTo>
                    <a:pt x="31445" y="20383"/>
                  </a:lnTo>
                  <a:lnTo>
                    <a:pt x="35433" y="25031"/>
                  </a:lnTo>
                  <a:lnTo>
                    <a:pt x="35433" y="20650"/>
                  </a:lnTo>
                  <a:lnTo>
                    <a:pt x="21475" y="4368"/>
                  </a:lnTo>
                  <a:lnTo>
                    <a:pt x="17932" y="241"/>
                  </a:lnTo>
                  <a:lnTo>
                    <a:pt x="17932" y="4622"/>
                  </a:lnTo>
                  <a:lnTo>
                    <a:pt x="17487" y="4648"/>
                  </a:lnTo>
                  <a:lnTo>
                    <a:pt x="17729" y="4368"/>
                  </a:lnTo>
                  <a:lnTo>
                    <a:pt x="17932" y="4622"/>
                  </a:lnTo>
                  <a:lnTo>
                    <a:pt x="17932" y="241"/>
                  </a:lnTo>
                  <a:lnTo>
                    <a:pt x="17729" y="0"/>
                  </a:lnTo>
                  <a:lnTo>
                    <a:pt x="0" y="20688"/>
                  </a:lnTo>
                  <a:lnTo>
                    <a:pt x="0" y="25057"/>
                  </a:lnTo>
                  <a:lnTo>
                    <a:pt x="3543" y="20916"/>
                  </a:lnTo>
                  <a:lnTo>
                    <a:pt x="3467" y="21412"/>
                  </a:lnTo>
                  <a:lnTo>
                    <a:pt x="3606" y="24472"/>
                  </a:lnTo>
                  <a:lnTo>
                    <a:pt x="3784" y="25158"/>
                  </a:lnTo>
                  <a:lnTo>
                    <a:pt x="3213" y="25006"/>
                  </a:lnTo>
                  <a:lnTo>
                    <a:pt x="596" y="25184"/>
                  </a:lnTo>
                  <a:lnTo>
                    <a:pt x="0" y="25400"/>
                  </a:lnTo>
                  <a:lnTo>
                    <a:pt x="0" y="26466"/>
                  </a:lnTo>
                  <a:lnTo>
                    <a:pt x="660" y="26631"/>
                  </a:lnTo>
                  <a:lnTo>
                    <a:pt x="3289" y="26466"/>
                  </a:lnTo>
                  <a:lnTo>
                    <a:pt x="3860" y="26250"/>
                  </a:lnTo>
                  <a:lnTo>
                    <a:pt x="3746" y="26962"/>
                  </a:lnTo>
                  <a:lnTo>
                    <a:pt x="3822" y="28486"/>
                  </a:lnTo>
                  <a:lnTo>
                    <a:pt x="3886" y="30010"/>
                  </a:lnTo>
                  <a:lnTo>
                    <a:pt x="4229" y="31242"/>
                  </a:lnTo>
                  <a:lnTo>
                    <a:pt x="4914" y="31191"/>
                  </a:lnTo>
                  <a:lnTo>
                    <a:pt x="5143" y="29933"/>
                  </a:lnTo>
                  <a:lnTo>
                    <a:pt x="4991" y="26873"/>
                  </a:lnTo>
                  <a:lnTo>
                    <a:pt x="4800" y="26200"/>
                  </a:lnTo>
                  <a:lnTo>
                    <a:pt x="5410" y="26339"/>
                  </a:lnTo>
                  <a:lnTo>
                    <a:pt x="6731" y="26250"/>
                  </a:lnTo>
                  <a:lnTo>
                    <a:pt x="8039" y="26162"/>
                  </a:lnTo>
                  <a:lnTo>
                    <a:pt x="9093" y="25781"/>
                  </a:lnTo>
                  <a:lnTo>
                    <a:pt x="9055" y="24968"/>
                  </a:lnTo>
                  <a:lnTo>
                    <a:pt x="7975" y="24714"/>
                  </a:lnTo>
                  <a:lnTo>
                    <a:pt x="5346" y="24879"/>
                  </a:lnTo>
                  <a:lnTo>
                    <a:pt x="4724" y="25107"/>
                  </a:lnTo>
                  <a:lnTo>
                    <a:pt x="4851" y="24396"/>
                  </a:lnTo>
                  <a:lnTo>
                    <a:pt x="4775" y="22860"/>
                  </a:lnTo>
                  <a:lnTo>
                    <a:pt x="4711" y="21336"/>
                  </a:lnTo>
                  <a:lnTo>
                    <a:pt x="4368" y="20104"/>
                  </a:lnTo>
                  <a:lnTo>
                    <a:pt x="4229" y="20116"/>
                  </a:lnTo>
                  <a:lnTo>
                    <a:pt x="17221" y="4953"/>
                  </a:lnTo>
                  <a:lnTo>
                    <a:pt x="17056" y="5918"/>
                  </a:lnTo>
                  <a:lnTo>
                    <a:pt x="17208" y="8978"/>
                  </a:lnTo>
                  <a:lnTo>
                    <a:pt x="17386" y="9664"/>
                  </a:lnTo>
                  <a:lnTo>
                    <a:pt x="16814" y="9512"/>
                  </a:lnTo>
                  <a:lnTo>
                    <a:pt x="15506" y="9601"/>
                  </a:lnTo>
                  <a:lnTo>
                    <a:pt x="14198" y="9690"/>
                  </a:lnTo>
                  <a:lnTo>
                    <a:pt x="13144" y="10071"/>
                  </a:lnTo>
                  <a:lnTo>
                    <a:pt x="13182" y="10883"/>
                  </a:lnTo>
                  <a:lnTo>
                    <a:pt x="14262" y="11137"/>
                  </a:lnTo>
                  <a:lnTo>
                    <a:pt x="16891" y="10972"/>
                  </a:lnTo>
                  <a:lnTo>
                    <a:pt x="17462" y="10769"/>
                  </a:lnTo>
                  <a:lnTo>
                    <a:pt x="17348" y="11468"/>
                  </a:lnTo>
                  <a:lnTo>
                    <a:pt x="17424" y="12992"/>
                  </a:lnTo>
                  <a:lnTo>
                    <a:pt x="17487" y="14516"/>
                  </a:lnTo>
                  <a:lnTo>
                    <a:pt x="17830" y="15748"/>
                  </a:lnTo>
                  <a:lnTo>
                    <a:pt x="18516" y="15709"/>
                  </a:lnTo>
                  <a:lnTo>
                    <a:pt x="18745" y="14452"/>
                  </a:lnTo>
                  <a:lnTo>
                    <a:pt x="18592" y="11379"/>
                  </a:lnTo>
                  <a:lnTo>
                    <a:pt x="18262" y="10160"/>
                  </a:lnTo>
                  <a:lnTo>
                    <a:pt x="17907" y="10185"/>
                  </a:lnTo>
                  <a:lnTo>
                    <a:pt x="18237" y="10160"/>
                  </a:lnTo>
                  <a:lnTo>
                    <a:pt x="18453" y="8902"/>
                  </a:lnTo>
                  <a:lnTo>
                    <a:pt x="18376" y="7366"/>
                  </a:lnTo>
                  <a:lnTo>
                    <a:pt x="18313" y="5842"/>
                  </a:lnTo>
                  <a:lnTo>
                    <a:pt x="17983" y="4673"/>
                  </a:lnTo>
                  <a:lnTo>
                    <a:pt x="31419" y="20345"/>
                  </a:lnTo>
                  <a:lnTo>
                    <a:pt x="30759" y="20370"/>
                  </a:lnTo>
                  <a:lnTo>
                    <a:pt x="30530" y="21628"/>
                  </a:lnTo>
                  <a:lnTo>
                    <a:pt x="30683" y="24701"/>
                  </a:lnTo>
                  <a:lnTo>
                    <a:pt x="30861" y="25374"/>
                  </a:lnTo>
                  <a:lnTo>
                    <a:pt x="30289" y="25234"/>
                  </a:lnTo>
                  <a:lnTo>
                    <a:pt x="28981" y="25311"/>
                  </a:lnTo>
                  <a:lnTo>
                    <a:pt x="27660" y="25400"/>
                  </a:lnTo>
                  <a:lnTo>
                    <a:pt x="26606" y="25781"/>
                  </a:lnTo>
                  <a:lnTo>
                    <a:pt x="26657" y="26593"/>
                  </a:lnTo>
                  <a:lnTo>
                    <a:pt x="27724" y="26860"/>
                  </a:lnTo>
                  <a:lnTo>
                    <a:pt x="30353" y="26682"/>
                  </a:lnTo>
                  <a:lnTo>
                    <a:pt x="30937" y="26479"/>
                  </a:lnTo>
                  <a:lnTo>
                    <a:pt x="30822" y="27178"/>
                  </a:lnTo>
                  <a:lnTo>
                    <a:pt x="30886" y="28702"/>
                  </a:lnTo>
                  <a:lnTo>
                    <a:pt x="30962" y="30238"/>
                  </a:lnTo>
                  <a:lnTo>
                    <a:pt x="31305" y="31457"/>
                  </a:lnTo>
                  <a:lnTo>
                    <a:pt x="31508" y="31457"/>
                  </a:lnTo>
                  <a:lnTo>
                    <a:pt x="17729" y="47523"/>
                  </a:lnTo>
                  <a:lnTo>
                    <a:pt x="12941" y="41948"/>
                  </a:lnTo>
                  <a:lnTo>
                    <a:pt x="14008" y="42202"/>
                  </a:lnTo>
                  <a:lnTo>
                    <a:pt x="16637" y="42037"/>
                  </a:lnTo>
                  <a:lnTo>
                    <a:pt x="17208" y="41821"/>
                  </a:lnTo>
                  <a:lnTo>
                    <a:pt x="17094" y="42519"/>
                  </a:lnTo>
                  <a:lnTo>
                    <a:pt x="17170" y="44056"/>
                  </a:lnTo>
                  <a:lnTo>
                    <a:pt x="17233" y="45580"/>
                  </a:lnTo>
                  <a:lnTo>
                    <a:pt x="17576" y="46812"/>
                  </a:lnTo>
                  <a:lnTo>
                    <a:pt x="18262" y="46761"/>
                  </a:lnTo>
                  <a:lnTo>
                    <a:pt x="18478" y="45504"/>
                  </a:lnTo>
                  <a:lnTo>
                    <a:pt x="18338" y="42443"/>
                  </a:lnTo>
                  <a:lnTo>
                    <a:pt x="18148" y="41757"/>
                  </a:lnTo>
                  <a:lnTo>
                    <a:pt x="18757" y="41897"/>
                  </a:lnTo>
                  <a:lnTo>
                    <a:pt x="20066" y="41821"/>
                  </a:lnTo>
                  <a:lnTo>
                    <a:pt x="21374" y="41732"/>
                  </a:lnTo>
                  <a:lnTo>
                    <a:pt x="22440" y="41351"/>
                  </a:lnTo>
                  <a:lnTo>
                    <a:pt x="22390" y="40538"/>
                  </a:lnTo>
                  <a:lnTo>
                    <a:pt x="21323" y="40284"/>
                  </a:lnTo>
                  <a:lnTo>
                    <a:pt x="18694" y="40449"/>
                  </a:lnTo>
                  <a:lnTo>
                    <a:pt x="18072" y="40678"/>
                  </a:lnTo>
                  <a:lnTo>
                    <a:pt x="18199" y="39954"/>
                  </a:lnTo>
                  <a:lnTo>
                    <a:pt x="18122" y="38430"/>
                  </a:lnTo>
                  <a:lnTo>
                    <a:pt x="18059" y="36906"/>
                  </a:lnTo>
                  <a:lnTo>
                    <a:pt x="17716" y="35674"/>
                  </a:lnTo>
                  <a:lnTo>
                    <a:pt x="17030" y="35725"/>
                  </a:lnTo>
                  <a:lnTo>
                    <a:pt x="16802" y="36969"/>
                  </a:lnTo>
                  <a:lnTo>
                    <a:pt x="16954" y="40043"/>
                  </a:lnTo>
                  <a:lnTo>
                    <a:pt x="17132" y="40728"/>
                  </a:lnTo>
                  <a:lnTo>
                    <a:pt x="16560" y="40576"/>
                  </a:lnTo>
                  <a:lnTo>
                    <a:pt x="15252" y="40665"/>
                  </a:lnTo>
                  <a:lnTo>
                    <a:pt x="13944" y="40741"/>
                  </a:lnTo>
                  <a:lnTo>
                    <a:pt x="12877" y="41135"/>
                  </a:lnTo>
                  <a:lnTo>
                    <a:pt x="12915" y="41922"/>
                  </a:lnTo>
                  <a:lnTo>
                    <a:pt x="0" y="26835"/>
                  </a:lnTo>
                  <a:lnTo>
                    <a:pt x="0" y="31191"/>
                  </a:lnTo>
                  <a:lnTo>
                    <a:pt x="17729" y="51892"/>
                  </a:lnTo>
                  <a:lnTo>
                    <a:pt x="21475" y="47523"/>
                  </a:lnTo>
                  <a:lnTo>
                    <a:pt x="39979" y="25946"/>
                  </a:lnTo>
                  <a:close/>
                </a:path>
                <a:path w="118109" h="145415">
                  <a:moveTo>
                    <a:pt x="71158" y="122402"/>
                  </a:moveTo>
                  <a:lnTo>
                    <a:pt x="71120" y="121602"/>
                  </a:lnTo>
                  <a:lnTo>
                    <a:pt x="70040" y="121335"/>
                  </a:lnTo>
                  <a:lnTo>
                    <a:pt x="67411" y="121500"/>
                  </a:lnTo>
                  <a:lnTo>
                    <a:pt x="66370" y="121894"/>
                  </a:lnTo>
                  <a:lnTo>
                    <a:pt x="66382" y="122301"/>
                  </a:lnTo>
                  <a:lnTo>
                    <a:pt x="66040" y="122313"/>
                  </a:lnTo>
                  <a:lnTo>
                    <a:pt x="65811" y="123583"/>
                  </a:lnTo>
                  <a:lnTo>
                    <a:pt x="65887" y="125107"/>
                  </a:lnTo>
                  <a:lnTo>
                    <a:pt x="65963" y="126644"/>
                  </a:lnTo>
                  <a:lnTo>
                    <a:pt x="66294" y="127863"/>
                  </a:lnTo>
                  <a:lnTo>
                    <a:pt x="66992" y="127825"/>
                  </a:lnTo>
                  <a:lnTo>
                    <a:pt x="67208" y="126568"/>
                  </a:lnTo>
                  <a:lnTo>
                    <a:pt x="67068" y="123494"/>
                  </a:lnTo>
                  <a:lnTo>
                    <a:pt x="66865" y="122821"/>
                  </a:lnTo>
                  <a:lnTo>
                    <a:pt x="67487" y="122961"/>
                  </a:lnTo>
                  <a:lnTo>
                    <a:pt x="68795" y="122872"/>
                  </a:lnTo>
                  <a:lnTo>
                    <a:pt x="70104" y="122796"/>
                  </a:lnTo>
                  <a:lnTo>
                    <a:pt x="71158" y="122402"/>
                  </a:lnTo>
                  <a:close/>
                </a:path>
                <a:path w="118109" h="145415">
                  <a:moveTo>
                    <a:pt x="84505" y="137972"/>
                  </a:moveTo>
                  <a:lnTo>
                    <a:pt x="84467" y="137172"/>
                  </a:lnTo>
                  <a:lnTo>
                    <a:pt x="83388" y="136906"/>
                  </a:lnTo>
                  <a:lnTo>
                    <a:pt x="80759" y="137071"/>
                  </a:lnTo>
                  <a:lnTo>
                    <a:pt x="80137" y="137312"/>
                  </a:lnTo>
                  <a:lnTo>
                    <a:pt x="80276" y="136588"/>
                  </a:lnTo>
                  <a:lnTo>
                    <a:pt x="80200" y="135051"/>
                  </a:lnTo>
                  <a:lnTo>
                    <a:pt x="80124" y="133527"/>
                  </a:lnTo>
                  <a:lnTo>
                    <a:pt x="79794" y="132308"/>
                  </a:lnTo>
                  <a:lnTo>
                    <a:pt x="79095" y="132346"/>
                  </a:lnTo>
                  <a:lnTo>
                    <a:pt x="78879" y="133604"/>
                  </a:lnTo>
                  <a:lnTo>
                    <a:pt x="79032" y="136664"/>
                  </a:lnTo>
                  <a:lnTo>
                    <a:pt x="79209" y="137350"/>
                  </a:lnTo>
                  <a:lnTo>
                    <a:pt x="78625" y="137210"/>
                  </a:lnTo>
                  <a:lnTo>
                    <a:pt x="77317" y="137287"/>
                  </a:lnTo>
                  <a:lnTo>
                    <a:pt x="76009" y="137375"/>
                  </a:lnTo>
                  <a:lnTo>
                    <a:pt x="74955" y="137756"/>
                  </a:lnTo>
                  <a:lnTo>
                    <a:pt x="74993" y="138569"/>
                  </a:lnTo>
                  <a:lnTo>
                    <a:pt x="76073" y="138823"/>
                  </a:lnTo>
                  <a:lnTo>
                    <a:pt x="78701" y="138658"/>
                  </a:lnTo>
                  <a:lnTo>
                    <a:pt x="79286" y="138455"/>
                  </a:lnTo>
                  <a:lnTo>
                    <a:pt x="79159" y="139153"/>
                  </a:lnTo>
                  <a:lnTo>
                    <a:pt x="79235" y="140677"/>
                  </a:lnTo>
                  <a:lnTo>
                    <a:pt x="79311" y="142214"/>
                  </a:lnTo>
                  <a:lnTo>
                    <a:pt x="79641" y="143433"/>
                  </a:lnTo>
                  <a:lnTo>
                    <a:pt x="80340" y="143395"/>
                  </a:lnTo>
                  <a:lnTo>
                    <a:pt x="80556" y="142138"/>
                  </a:lnTo>
                  <a:lnTo>
                    <a:pt x="80416" y="139065"/>
                  </a:lnTo>
                  <a:lnTo>
                    <a:pt x="80213" y="138391"/>
                  </a:lnTo>
                  <a:lnTo>
                    <a:pt x="80835" y="138531"/>
                  </a:lnTo>
                  <a:lnTo>
                    <a:pt x="82143" y="138442"/>
                  </a:lnTo>
                  <a:lnTo>
                    <a:pt x="83451" y="138366"/>
                  </a:lnTo>
                  <a:lnTo>
                    <a:pt x="84505" y="137972"/>
                  </a:lnTo>
                  <a:close/>
                </a:path>
                <a:path w="118109" h="145415">
                  <a:moveTo>
                    <a:pt x="84759" y="106908"/>
                  </a:moveTo>
                  <a:lnTo>
                    <a:pt x="84721" y="106108"/>
                  </a:lnTo>
                  <a:lnTo>
                    <a:pt x="83642" y="105841"/>
                  </a:lnTo>
                  <a:lnTo>
                    <a:pt x="81013" y="106006"/>
                  </a:lnTo>
                  <a:lnTo>
                    <a:pt x="80391" y="106248"/>
                  </a:lnTo>
                  <a:lnTo>
                    <a:pt x="80530" y="105524"/>
                  </a:lnTo>
                  <a:lnTo>
                    <a:pt x="80454" y="104000"/>
                  </a:lnTo>
                  <a:lnTo>
                    <a:pt x="80378" y="102463"/>
                  </a:lnTo>
                  <a:lnTo>
                    <a:pt x="80048" y="101244"/>
                  </a:lnTo>
                  <a:lnTo>
                    <a:pt x="79349" y="101282"/>
                  </a:lnTo>
                  <a:lnTo>
                    <a:pt x="79133" y="102539"/>
                  </a:lnTo>
                  <a:lnTo>
                    <a:pt x="79286" y="105613"/>
                  </a:lnTo>
                  <a:lnTo>
                    <a:pt x="79463" y="106286"/>
                  </a:lnTo>
                  <a:lnTo>
                    <a:pt x="78892" y="106146"/>
                  </a:lnTo>
                  <a:lnTo>
                    <a:pt x="77571" y="106222"/>
                  </a:lnTo>
                  <a:lnTo>
                    <a:pt x="76263" y="106311"/>
                  </a:lnTo>
                  <a:lnTo>
                    <a:pt x="75209" y="106705"/>
                  </a:lnTo>
                  <a:lnTo>
                    <a:pt x="75247" y="107505"/>
                  </a:lnTo>
                  <a:lnTo>
                    <a:pt x="76327" y="107772"/>
                  </a:lnTo>
                  <a:lnTo>
                    <a:pt x="78955" y="107594"/>
                  </a:lnTo>
                  <a:lnTo>
                    <a:pt x="79540" y="107391"/>
                  </a:lnTo>
                  <a:lnTo>
                    <a:pt x="79413" y="108089"/>
                  </a:lnTo>
                  <a:lnTo>
                    <a:pt x="79489" y="109613"/>
                  </a:lnTo>
                  <a:lnTo>
                    <a:pt x="79565" y="111150"/>
                  </a:lnTo>
                  <a:lnTo>
                    <a:pt x="79895" y="112369"/>
                  </a:lnTo>
                  <a:lnTo>
                    <a:pt x="80594" y="112331"/>
                  </a:lnTo>
                  <a:lnTo>
                    <a:pt x="80810" y="111074"/>
                  </a:lnTo>
                  <a:lnTo>
                    <a:pt x="80670" y="108000"/>
                  </a:lnTo>
                  <a:lnTo>
                    <a:pt x="80467" y="107327"/>
                  </a:lnTo>
                  <a:lnTo>
                    <a:pt x="81089" y="107467"/>
                  </a:lnTo>
                  <a:lnTo>
                    <a:pt x="82397" y="107391"/>
                  </a:lnTo>
                  <a:lnTo>
                    <a:pt x="83705" y="107302"/>
                  </a:lnTo>
                  <a:lnTo>
                    <a:pt x="84759" y="106908"/>
                  </a:lnTo>
                  <a:close/>
                </a:path>
                <a:path w="118109" h="145415">
                  <a:moveTo>
                    <a:pt x="98234" y="122631"/>
                  </a:moveTo>
                  <a:lnTo>
                    <a:pt x="98196" y="121818"/>
                  </a:lnTo>
                  <a:lnTo>
                    <a:pt x="97116" y="121564"/>
                  </a:lnTo>
                  <a:lnTo>
                    <a:pt x="94488" y="121729"/>
                  </a:lnTo>
                  <a:lnTo>
                    <a:pt x="93865" y="121958"/>
                  </a:lnTo>
                  <a:lnTo>
                    <a:pt x="93992" y="121234"/>
                  </a:lnTo>
                  <a:lnTo>
                    <a:pt x="93929" y="119710"/>
                  </a:lnTo>
                  <a:lnTo>
                    <a:pt x="93853" y="118186"/>
                  </a:lnTo>
                  <a:lnTo>
                    <a:pt x="93510" y="116954"/>
                  </a:lnTo>
                  <a:lnTo>
                    <a:pt x="92824" y="116992"/>
                  </a:lnTo>
                  <a:lnTo>
                    <a:pt x="92608" y="118249"/>
                  </a:lnTo>
                  <a:lnTo>
                    <a:pt x="92748" y="121323"/>
                  </a:lnTo>
                  <a:lnTo>
                    <a:pt x="92938" y="122008"/>
                  </a:lnTo>
                  <a:lnTo>
                    <a:pt x="92354" y="121856"/>
                  </a:lnTo>
                  <a:lnTo>
                    <a:pt x="91046" y="121945"/>
                  </a:lnTo>
                  <a:lnTo>
                    <a:pt x="89738" y="122021"/>
                  </a:lnTo>
                  <a:lnTo>
                    <a:pt x="88684" y="122415"/>
                  </a:lnTo>
                  <a:lnTo>
                    <a:pt x="88722" y="123215"/>
                  </a:lnTo>
                  <a:lnTo>
                    <a:pt x="89801" y="123482"/>
                  </a:lnTo>
                  <a:lnTo>
                    <a:pt x="92430" y="123317"/>
                  </a:lnTo>
                  <a:lnTo>
                    <a:pt x="93002" y="123101"/>
                  </a:lnTo>
                  <a:lnTo>
                    <a:pt x="92887" y="123799"/>
                  </a:lnTo>
                  <a:lnTo>
                    <a:pt x="92964" y="125336"/>
                  </a:lnTo>
                  <a:lnTo>
                    <a:pt x="93040" y="126860"/>
                  </a:lnTo>
                  <a:lnTo>
                    <a:pt x="93370" y="128092"/>
                  </a:lnTo>
                  <a:lnTo>
                    <a:pt x="94068" y="128041"/>
                  </a:lnTo>
                  <a:lnTo>
                    <a:pt x="94284" y="126784"/>
                  </a:lnTo>
                  <a:lnTo>
                    <a:pt x="94132" y="123723"/>
                  </a:lnTo>
                  <a:lnTo>
                    <a:pt x="93941" y="123037"/>
                  </a:lnTo>
                  <a:lnTo>
                    <a:pt x="94564" y="123177"/>
                  </a:lnTo>
                  <a:lnTo>
                    <a:pt x="95872" y="123101"/>
                  </a:lnTo>
                  <a:lnTo>
                    <a:pt x="97180" y="123012"/>
                  </a:lnTo>
                  <a:lnTo>
                    <a:pt x="98234" y="122631"/>
                  </a:lnTo>
                  <a:close/>
                </a:path>
                <a:path w="118109" h="145415">
                  <a:moveTo>
                    <a:pt x="117652" y="85013"/>
                  </a:moveTo>
                  <a:lnTo>
                    <a:pt x="104724" y="69938"/>
                  </a:lnTo>
                  <a:lnTo>
                    <a:pt x="104724" y="74333"/>
                  </a:lnTo>
                  <a:lnTo>
                    <a:pt x="104343" y="74231"/>
                  </a:lnTo>
                  <a:lnTo>
                    <a:pt x="101714" y="74409"/>
                  </a:lnTo>
                  <a:lnTo>
                    <a:pt x="101104" y="74637"/>
                  </a:lnTo>
                  <a:lnTo>
                    <a:pt x="101231" y="73914"/>
                  </a:lnTo>
                  <a:lnTo>
                    <a:pt x="101155" y="72390"/>
                  </a:lnTo>
                  <a:lnTo>
                    <a:pt x="101079" y="70866"/>
                  </a:lnTo>
                  <a:lnTo>
                    <a:pt x="100749" y="69684"/>
                  </a:lnTo>
                  <a:lnTo>
                    <a:pt x="104724" y="74333"/>
                  </a:lnTo>
                  <a:lnTo>
                    <a:pt x="104724" y="69938"/>
                  </a:lnTo>
                  <a:lnTo>
                    <a:pt x="104254" y="69380"/>
                  </a:lnTo>
                  <a:lnTo>
                    <a:pt x="100723" y="65265"/>
                  </a:lnTo>
                  <a:lnTo>
                    <a:pt x="100723" y="69646"/>
                  </a:lnTo>
                  <a:lnTo>
                    <a:pt x="100266" y="69672"/>
                  </a:lnTo>
                  <a:lnTo>
                    <a:pt x="100507" y="69380"/>
                  </a:lnTo>
                  <a:lnTo>
                    <a:pt x="100723" y="69646"/>
                  </a:lnTo>
                  <a:lnTo>
                    <a:pt x="100723" y="65265"/>
                  </a:lnTo>
                  <a:lnTo>
                    <a:pt x="100507" y="65011"/>
                  </a:lnTo>
                  <a:lnTo>
                    <a:pt x="86563" y="81280"/>
                  </a:lnTo>
                  <a:lnTo>
                    <a:pt x="86563" y="90182"/>
                  </a:lnTo>
                  <a:lnTo>
                    <a:pt x="85991" y="90030"/>
                  </a:lnTo>
                  <a:lnTo>
                    <a:pt x="84683" y="90119"/>
                  </a:lnTo>
                  <a:lnTo>
                    <a:pt x="83375" y="90195"/>
                  </a:lnTo>
                  <a:lnTo>
                    <a:pt x="82346" y="90589"/>
                  </a:lnTo>
                  <a:lnTo>
                    <a:pt x="82346" y="91376"/>
                  </a:lnTo>
                  <a:lnTo>
                    <a:pt x="82003" y="90957"/>
                  </a:lnTo>
                  <a:lnTo>
                    <a:pt x="82308" y="90601"/>
                  </a:lnTo>
                  <a:lnTo>
                    <a:pt x="82346" y="91376"/>
                  </a:lnTo>
                  <a:lnTo>
                    <a:pt x="82346" y="90589"/>
                  </a:lnTo>
                  <a:lnTo>
                    <a:pt x="86321" y="85928"/>
                  </a:lnTo>
                  <a:lnTo>
                    <a:pt x="86233" y="86423"/>
                  </a:lnTo>
                  <a:lnTo>
                    <a:pt x="86385" y="89496"/>
                  </a:lnTo>
                  <a:lnTo>
                    <a:pt x="86563" y="90182"/>
                  </a:lnTo>
                  <a:lnTo>
                    <a:pt x="86563" y="81280"/>
                  </a:lnTo>
                  <a:lnTo>
                    <a:pt x="79806" y="89154"/>
                  </a:lnTo>
                  <a:lnTo>
                    <a:pt x="77622" y="86614"/>
                  </a:lnTo>
                  <a:lnTo>
                    <a:pt x="77622" y="90957"/>
                  </a:lnTo>
                  <a:lnTo>
                    <a:pt x="73482" y="95783"/>
                  </a:lnTo>
                  <a:lnTo>
                    <a:pt x="73596" y="95173"/>
                  </a:lnTo>
                  <a:lnTo>
                    <a:pt x="73456" y="92113"/>
                  </a:lnTo>
                  <a:lnTo>
                    <a:pt x="73266" y="91440"/>
                  </a:lnTo>
                  <a:lnTo>
                    <a:pt x="73875" y="91579"/>
                  </a:lnTo>
                  <a:lnTo>
                    <a:pt x="75184" y="91490"/>
                  </a:lnTo>
                  <a:lnTo>
                    <a:pt x="76492" y="91401"/>
                  </a:lnTo>
                  <a:lnTo>
                    <a:pt x="77546" y="91020"/>
                  </a:lnTo>
                  <a:lnTo>
                    <a:pt x="77533" y="90868"/>
                  </a:lnTo>
                  <a:lnTo>
                    <a:pt x="77622" y="86614"/>
                  </a:lnTo>
                  <a:lnTo>
                    <a:pt x="76835" y="85686"/>
                  </a:lnTo>
                  <a:lnTo>
                    <a:pt x="76835" y="90055"/>
                  </a:lnTo>
                  <a:lnTo>
                    <a:pt x="76428" y="89954"/>
                  </a:lnTo>
                  <a:lnTo>
                    <a:pt x="73799" y="90119"/>
                  </a:lnTo>
                  <a:lnTo>
                    <a:pt x="73190" y="90360"/>
                  </a:lnTo>
                  <a:lnTo>
                    <a:pt x="73317" y="89636"/>
                  </a:lnTo>
                  <a:lnTo>
                    <a:pt x="73240" y="88099"/>
                  </a:lnTo>
                  <a:lnTo>
                    <a:pt x="73164" y="86575"/>
                  </a:lnTo>
                  <a:lnTo>
                    <a:pt x="72898" y="85623"/>
                  </a:lnTo>
                  <a:lnTo>
                    <a:pt x="72898" y="96469"/>
                  </a:lnTo>
                  <a:lnTo>
                    <a:pt x="59118" y="112547"/>
                  </a:lnTo>
                  <a:lnTo>
                    <a:pt x="54317" y="106972"/>
                  </a:lnTo>
                  <a:lnTo>
                    <a:pt x="55397" y="107226"/>
                  </a:lnTo>
                  <a:lnTo>
                    <a:pt x="58013" y="107048"/>
                  </a:lnTo>
                  <a:lnTo>
                    <a:pt x="58597" y="106845"/>
                  </a:lnTo>
                  <a:lnTo>
                    <a:pt x="58483" y="107543"/>
                  </a:lnTo>
                  <a:lnTo>
                    <a:pt x="58547" y="109067"/>
                  </a:lnTo>
                  <a:lnTo>
                    <a:pt x="58623" y="110604"/>
                  </a:lnTo>
                  <a:lnTo>
                    <a:pt x="58966" y="111823"/>
                  </a:lnTo>
                  <a:lnTo>
                    <a:pt x="59651" y="111785"/>
                  </a:lnTo>
                  <a:lnTo>
                    <a:pt x="59867" y="110528"/>
                  </a:lnTo>
                  <a:lnTo>
                    <a:pt x="59728" y="107454"/>
                  </a:lnTo>
                  <a:lnTo>
                    <a:pt x="59524" y="106781"/>
                  </a:lnTo>
                  <a:lnTo>
                    <a:pt x="60147" y="106921"/>
                  </a:lnTo>
                  <a:lnTo>
                    <a:pt x="61455" y="106832"/>
                  </a:lnTo>
                  <a:lnTo>
                    <a:pt x="62763" y="106756"/>
                  </a:lnTo>
                  <a:lnTo>
                    <a:pt x="63830" y="106362"/>
                  </a:lnTo>
                  <a:lnTo>
                    <a:pt x="63779" y="105562"/>
                  </a:lnTo>
                  <a:lnTo>
                    <a:pt x="62699" y="105295"/>
                  </a:lnTo>
                  <a:lnTo>
                    <a:pt x="60071" y="105460"/>
                  </a:lnTo>
                  <a:lnTo>
                    <a:pt x="59461" y="105702"/>
                  </a:lnTo>
                  <a:lnTo>
                    <a:pt x="59588" y="104978"/>
                  </a:lnTo>
                  <a:lnTo>
                    <a:pt x="59512" y="103454"/>
                  </a:lnTo>
                  <a:lnTo>
                    <a:pt x="59436" y="101917"/>
                  </a:lnTo>
                  <a:lnTo>
                    <a:pt x="59105" y="100698"/>
                  </a:lnTo>
                  <a:lnTo>
                    <a:pt x="58420" y="100736"/>
                  </a:lnTo>
                  <a:lnTo>
                    <a:pt x="58191" y="101993"/>
                  </a:lnTo>
                  <a:lnTo>
                    <a:pt x="58343" y="105067"/>
                  </a:lnTo>
                  <a:lnTo>
                    <a:pt x="58521" y="105740"/>
                  </a:lnTo>
                  <a:lnTo>
                    <a:pt x="57950" y="105600"/>
                  </a:lnTo>
                  <a:lnTo>
                    <a:pt x="56642" y="105676"/>
                  </a:lnTo>
                  <a:lnTo>
                    <a:pt x="55333" y="105765"/>
                  </a:lnTo>
                  <a:lnTo>
                    <a:pt x="54267" y="106159"/>
                  </a:lnTo>
                  <a:lnTo>
                    <a:pt x="54305" y="106959"/>
                  </a:lnTo>
                  <a:lnTo>
                    <a:pt x="40982" y="91401"/>
                  </a:lnTo>
                  <a:lnTo>
                    <a:pt x="42049" y="91655"/>
                  </a:lnTo>
                  <a:lnTo>
                    <a:pt x="44678" y="91490"/>
                  </a:lnTo>
                  <a:lnTo>
                    <a:pt x="45250" y="91274"/>
                  </a:lnTo>
                  <a:lnTo>
                    <a:pt x="45135" y="91973"/>
                  </a:lnTo>
                  <a:lnTo>
                    <a:pt x="45212" y="93497"/>
                  </a:lnTo>
                  <a:lnTo>
                    <a:pt x="45275" y="95034"/>
                  </a:lnTo>
                  <a:lnTo>
                    <a:pt x="45618" y="96253"/>
                  </a:lnTo>
                  <a:lnTo>
                    <a:pt x="46304" y="96215"/>
                  </a:lnTo>
                  <a:lnTo>
                    <a:pt x="46532" y="94957"/>
                  </a:lnTo>
                  <a:lnTo>
                    <a:pt x="46380" y="91897"/>
                  </a:lnTo>
                  <a:lnTo>
                    <a:pt x="46189" y="91211"/>
                  </a:lnTo>
                  <a:lnTo>
                    <a:pt x="46799" y="91351"/>
                  </a:lnTo>
                  <a:lnTo>
                    <a:pt x="48107" y="91274"/>
                  </a:lnTo>
                  <a:lnTo>
                    <a:pt x="49428" y="91186"/>
                  </a:lnTo>
                  <a:lnTo>
                    <a:pt x="50482" y="90792"/>
                  </a:lnTo>
                  <a:lnTo>
                    <a:pt x="50431" y="89992"/>
                  </a:lnTo>
                  <a:lnTo>
                    <a:pt x="49364" y="89725"/>
                  </a:lnTo>
                  <a:lnTo>
                    <a:pt x="46736" y="89903"/>
                  </a:lnTo>
                  <a:lnTo>
                    <a:pt x="46113" y="90131"/>
                  </a:lnTo>
                  <a:lnTo>
                    <a:pt x="46240" y="89408"/>
                  </a:lnTo>
                  <a:lnTo>
                    <a:pt x="46164" y="87884"/>
                  </a:lnTo>
                  <a:lnTo>
                    <a:pt x="46101" y="86347"/>
                  </a:lnTo>
                  <a:lnTo>
                    <a:pt x="45758" y="85128"/>
                  </a:lnTo>
                  <a:lnTo>
                    <a:pt x="45605" y="85140"/>
                  </a:lnTo>
                  <a:lnTo>
                    <a:pt x="58610" y="69964"/>
                  </a:lnTo>
                  <a:lnTo>
                    <a:pt x="58445" y="70929"/>
                  </a:lnTo>
                  <a:lnTo>
                    <a:pt x="58597" y="74002"/>
                  </a:lnTo>
                  <a:lnTo>
                    <a:pt x="58775" y="74688"/>
                  </a:lnTo>
                  <a:lnTo>
                    <a:pt x="58204" y="74536"/>
                  </a:lnTo>
                  <a:lnTo>
                    <a:pt x="56896" y="74625"/>
                  </a:lnTo>
                  <a:lnTo>
                    <a:pt x="55587" y="74701"/>
                  </a:lnTo>
                  <a:lnTo>
                    <a:pt x="54521" y="75095"/>
                  </a:lnTo>
                  <a:lnTo>
                    <a:pt x="54571" y="75895"/>
                  </a:lnTo>
                  <a:lnTo>
                    <a:pt x="55651" y="76161"/>
                  </a:lnTo>
                  <a:lnTo>
                    <a:pt x="58280" y="75996"/>
                  </a:lnTo>
                  <a:lnTo>
                    <a:pt x="58851" y="75780"/>
                  </a:lnTo>
                  <a:lnTo>
                    <a:pt x="58737" y="76479"/>
                  </a:lnTo>
                  <a:lnTo>
                    <a:pt x="58813" y="78016"/>
                  </a:lnTo>
                  <a:lnTo>
                    <a:pt x="58877" y="79540"/>
                  </a:lnTo>
                  <a:lnTo>
                    <a:pt x="59220" y="80759"/>
                  </a:lnTo>
                  <a:lnTo>
                    <a:pt x="59905" y="80721"/>
                  </a:lnTo>
                  <a:lnTo>
                    <a:pt x="60121" y="79463"/>
                  </a:lnTo>
                  <a:lnTo>
                    <a:pt x="59982" y="76403"/>
                  </a:lnTo>
                  <a:lnTo>
                    <a:pt x="59791" y="75717"/>
                  </a:lnTo>
                  <a:lnTo>
                    <a:pt x="60401" y="75857"/>
                  </a:lnTo>
                  <a:lnTo>
                    <a:pt x="61709" y="75780"/>
                  </a:lnTo>
                  <a:lnTo>
                    <a:pt x="63017" y="75692"/>
                  </a:lnTo>
                  <a:lnTo>
                    <a:pt x="64084" y="75311"/>
                  </a:lnTo>
                  <a:lnTo>
                    <a:pt x="64071" y="75184"/>
                  </a:lnTo>
                  <a:lnTo>
                    <a:pt x="72809" y="85356"/>
                  </a:lnTo>
                  <a:lnTo>
                    <a:pt x="72136" y="85394"/>
                  </a:lnTo>
                  <a:lnTo>
                    <a:pt x="71920" y="86652"/>
                  </a:lnTo>
                  <a:lnTo>
                    <a:pt x="72072" y="89712"/>
                  </a:lnTo>
                  <a:lnTo>
                    <a:pt x="72250" y="90398"/>
                  </a:lnTo>
                  <a:lnTo>
                    <a:pt x="71678" y="90246"/>
                  </a:lnTo>
                  <a:lnTo>
                    <a:pt x="70358" y="90335"/>
                  </a:lnTo>
                  <a:lnTo>
                    <a:pt x="69049" y="90424"/>
                  </a:lnTo>
                  <a:lnTo>
                    <a:pt x="67995" y="90805"/>
                  </a:lnTo>
                  <a:lnTo>
                    <a:pt x="68033" y="91617"/>
                  </a:lnTo>
                  <a:lnTo>
                    <a:pt x="69113" y="91871"/>
                  </a:lnTo>
                  <a:lnTo>
                    <a:pt x="71742" y="91706"/>
                  </a:lnTo>
                  <a:lnTo>
                    <a:pt x="72326" y="91503"/>
                  </a:lnTo>
                  <a:lnTo>
                    <a:pt x="72212" y="92202"/>
                  </a:lnTo>
                  <a:lnTo>
                    <a:pt x="72275" y="93726"/>
                  </a:lnTo>
                  <a:lnTo>
                    <a:pt x="72351" y="95250"/>
                  </a:lnTo>
                  <a:lnTo>
                    <a:pt x="72682" y="96481"/>
                  </a:lnTo>
                  <a:lnTo>
                    <a:pt x="72898" y="96469"/>
                  </a:lnTo>
                  <a:lnTo>
                    <a:pt x="72898" y="85623"/>
                  </a:lnTo>
                  <a:lnTo>
                    <a:pt x="72834" y="85394"/>
                  </a:lnTo>
                  <a:lnTo>
                    <a:pt x="76835" y="90055"/>
                  </a:lnTo>
                  <a:lnTo>
                    <a:pt x="76835" y="85686"/>
                  </a:lnTo>
                  <a:lnTo>
                    <a:pt x="63334" y="69938"/>
                  </a:lnTo>
                  <a:lnTo>
                    <a:pt x="63334" y="74333"/>
                  </a:lnTo>
                  <a:lnTo>
                    <a:pt x="62953" y="74231"/>
                  </a:lnTo>
                  <a:lnTo>
                    <a:pt x="60337" y="74409"/>
                  </a:lnTo>
                  <a:lnTo>
                    <a:pt x="59715" y="74637"/>
                  </a:lnTo>
                  <a:lnTo>
                    <a:pt x="59842" y="73914"/>
                  </a:lnTo>
                  <a:lnTo>
                    <a:pt x="59766" y="72390"/>
                  </a:lnTo>
                  <a:lnTo>
                    <a:pt x="59690" y="70866"/>
                  </a:lnTo>
                  <a:lnTo>
                    <a:pt x="59359" y="69684"/>
                  </a:lnTo>
                  <a:lnTo>
                    <a:pt x="63334" y="74333"/>
                  </a:lnTo>
                  <a:lnTo>
                    <a:pt x="63334" y="69938"/>
                  </a:lnTo>
                  <a:lnTo>
                    <a:pt x="62865" y="69380"/>
                  </a:lnTo>
                  <a:lnTo>
                    <a:pt x="59334" y="65265"/>
                  </a:lnTo>
                  <a:lnTo>
                    <a:pt x="59334" y="69646"/>
                  </a:lnTo>
                  <a:lnTo>
                    <a:pt x="58877" y="69672"/>
                  </a:lnTo>
                  <a:lnTo>
                    <a:pt x="59118" y="69380"/>
                  </a:lnTo>
                  <a:lnTo>
                    <a:pt x="59334" y="69646"/>
                  </a:lnTo>
                  <a:lnTo>
                    <a:pt x="59334" y="65265"/>
                  </a:lnTo>
                  <a:lnTo>
                    <a:pt x="59118" y="65011"/>
                  </a:lnTo>
                  <a:lnTo>
                    <a:pt x="45173" y="81292"/>
                  </a:lnTo>
                  <a:lnTo>
                    <a:pt x="45173" y="90182"/>
                  </a:lnTo>
                  <a:lnTo>
                    <a:pt x="44602" y="90030"/>
                  </a:lnTo>
                  <a:lnTo>
                    <a:pt x="43294" y="90119"/>
                  </a:lnTo>
                  <a:lnTo>
                    <a:pt x="41986" y="90195"/>
                  </a:lnTo>
                  <a:lnTo>
                    <a:pt x="40932" y="90589"/>
                  </a:lnTo>
                  <a:lnTo>
                    <a:pt x="40957" y="91376"/>
                  </a:lnTo>
                  <a:lnTo>
                    <a:pt x="40614" y="90957"/>
                  </a:lnTo>
                  <a:lnTo>
                    <a:pt x="40932" y="90589"/>
                  </a:lnTo>
                  <a:lnTo>
                    <a:pt x="44932" y="85928"/>
                  </a:lnTo>
                  <a:lnTo>
                    <a:pt x="44843" y="86423"/>
                  </a:lnTo>
                  <a:lnTo>
                    <a:pt x="44996" y="89496"/>
                  </a:lnTo>
                  <a:lnTo>
                    <a:pt x="45173" y="90182"/>
                  </a:lnTo>
                  <a:lnTo>
                    <a:pt x="45173" y="81292"/>
                  </a:lnTo>
                  <a:lnTo>
                    <a:pt x="36880" y="90957"/>
                  </a:lnTo>
                  <a:lnTo>
                    <a:pt x="59118" y="116903"/>
                  </a:lnTo>
                  <a:lnTo>
                    <a:pt x="62865" y="112547"/>
                  </a:lnTo>
                  <a:lnTo>
                    <a:pt x="79819" y="92773"/>
                  </a:lnTo>
                  <a:lnTo>
                    <a:pt x="100507" y="116903"/>
                  </a:lnTo>
                  <a:lnTo>
                    <a:pt x="104254" y="112547"/>
                  </a:lnTo>
                  <a:lnTo>
                    <a:pt x="117652" y="96913"/>
                  </a:lnTo>
                  <a:lnTo>
                    <a:pt x="117652" y="92544"/>
                  </a:lnTo>
                  <a:lnTo>
                    <a:pt x="114871" y="95783"/>
                  </a:lnTo>
                  <a:lnTo>
                    <a:pt x="114985" y="95173"/>
                  </a:lnTo>
                  <a:lnTo>
                    <a:pt x="114846" y="92113"/>
                  </a:lnTo>
                  <a:lnTo>
                    <a:pt x="114655" y="91440"/>
                  </a:lnTo>
                  <a:lnTo>
                    <a:pt x="115265" y="91579"/>
                  </a:lnTo>
                  <a:lnTo>
                    <a:pt x="117652" y="91427"/>
                  </a:lnTo>
                  <a:lnTo>
                    <a:pt x="117652" y="89966"/>
                  </a:lnTo>
                  <a:lnTo>
                    <a:pt x="115189" y="90119"/>
                  </a:lnTo>
                  <a:lnTo>
                    <a:pt x="114566" y="90360"/>
                  </a:lnTo>
                  <a:lnTo>
                    <a:pt x="114706" y="89636"/>
                  </a:lnTo>
                  <a:lnTo>
                    <a:pt x="114630" y="88099"/>
                  </a:lnTo>
                  <a:lnTo>
                    <a:pt x="114554" y="86575"/>
                  </a:lnTo>
                  <a:lnTo>
                    <a:pt x="114287" y="85598"/>
                  </a:lnTo>
                  <a:lnTo>
                    <a:pt x="114287" y="96469"/>
                  </a:lnTo>
                  <a:lnTo>
                    <a:pt x="100507" y="112547"/>
                  </a:lnTo>
                  <a:lnTo>
                    <a:pt x="95707" y="106972"/>
                  </a:lnTo>
                  <a:lnTo>
                    <a:pt x="96786" y="107226"/>
                  </a:lnTo>
                  <a:lnTo>
                    <a:pt x="99415" y="107048"/>
                  </a:lnTo>
                  <a:lnTo>
                    <a:pt x="99987" y="106845"/>
                  </a:lnTo>
                  <a:lnTo>
                    <a:pt x="99872" y="107543"/>
                  </a:lnTo>
                  <a:lnTo>
                    <a:pt x="99936" y="109067"/>
                  </a:lnTo>
                  <a:lnTo>
                    <a:pt x="100012" y="110604"/>
                  </a:lnTo>
                  <a:lnTo>
                    <a:pt x="100355" y="111823"/>
                  </a:lnTo>
                  <a:lnTo>
                    <a:pt x="101041" y="111785"/>
                  </a:lnTo>
                  <a:lnTo>
                    <a:pt x="101257" y="110528"/>
                  </a:lnTo>
                  <a:lnTo>
                    <a:pt x="101117" y="107454"/>
                  </a:lnTo>
                  <a:lnTo>
                    <a:pt x="100914" y="106781"/>
                  </a:lnTo>
                  <a:lnTo>
                    <a:pt x="101536" y="106921"/>
                  </a:lnTo>
                  <a:lnTo>
                    <a:pt x="102844" y="106832"/>
                  </a:lnTo>
                  <a:lnTo>
                    <a:pt x="104152" y="106756"/>
                  </a:lnTo>
                  <a:lnTo>
                    <a:pt x="105219" y="106362"/>
                  </a:lnTo>
                  <a:lnTo>
                    <a:pt x="105168" y="105562"/>
                  </a:lnTo>
                  <a:lnTo>
                    <a:pt x="104089" y="105295"/>
                  </a:lnTo>
                  <a:lnTo>
                    <a:pt x="101460" y="105460"/>
                  </a:lnTo>
                  <a:lnTo>
                    <a:pt x="100850" y="105702"/>
                  </a:lnTo>
                  <a:lnTo>
                    <a:pt x="100977" y="104978"/>
                  </a:lnTo>
                  <a:lnTo>
                    <a:pt x="100901" y="103454"/>
                  </a:lnTo>
                  <a:lnTo>
                    <a:pt x="100825" y="101917"/>
                  </a:lnTo>
                  <a:lnTo>
                    <a:pt x="100495" y="100698"/>
                  </a:lnTo>
                  <a:lnTo>
                    <a:pt x="99809" y="100736"/>
                  </a:lnTo>
                  <a:lnTo>
                    <a:pt x="99580" y="101993"/>
                  </a:lnTo>
                  <a:lnTo>
                    <a:pt x="99733" y="105067"/>
                  </a:lnTo>
                  <a:lnTo>
                    <a:pt x="99910" y="105740"/>
                  </a:lnTo>
                  <a:lnTo>
                    <a:pt x="99339" y="105600"/>
                  </a:lnTo>
                  <a:lnTo>
                    <a:pt x="98031" y="105676"/>
                  </a:lnTo>
                  <a:lnTo>
                    <a:pt x="96723" y="105765"/>
                  </a:lnTo>
                  <a:lnTo>
                    <a:pt x="95656" y="106159"/>
                  </a:lnTo>
                  <a:lnTo>
                    <a:pt x="95694" y="106959"/>
                  </a:lnTo>
                  <a:lnTo>
                    <a:pt x="82372" y="91401"/>
                  </a:lnTo>
                  <a:lnTo>
                    <a:pt x="83439" y="91655"/>
                  </a:lnTo>
                  <a:lnTo>
                    <a:pt x="86067" y="91490"/>
                  </a:lnTo>
                  <a:lnTo>
                    <a:pt x="86639" y="91274"/>
                  </a:lnTo>
                  <a:lnTo>
                    <a:pt x="86525" y="91973"/>
                  </a:lnTo>
                  <a:lnTo>
                    <a:pt x="86601" y="93497"/>
                  </a:lnTo>
                  <a:lnTo>
                    <a:pt x="86664" y="95034"/>
                  </a:lnTo>
                  <a:lnTo>
                    <a:pt x="87007" y="96253"/>
                  </a:lnTo>
                  <a:lnTo>
                    <a:pt x="87693" y="96215"/>
                  </a:lnTo>
                  <a:lnTo>
                    <a:pt x="87909" y="94957"/>
                  </a:lnTo>
                  <a:lnTo>
                    <a:pt x="87769" y="91897"/>
                  </a:lnTo>
                  <a:lnTo>
                    <a:pt x="87579" y="91211"/>
                  </a:lnTo>
                  <a:lnTo>
                    <a:pt x="88188" y="91351"/>
                  </a:lnTo>
                  <a:lnTo>
                    <a:pt x="89496" y="91274"/>
                  </a:lnTo>
                  <a:lnTo>
                    <a:pt x="90805" y="91186"/>
                  </a:lnTo>
                  <a:lnTo>
                    <a:pt x="91871" y="90792"/>
                  </a:lnTo>
                  <a:lnTo>
                    <a:pt x="91821" y="89992"/>
                  </a:lnTo>
                  <a:lnTo>
                    <a:pt x="90741" y="89725"/>
                  </a:lnTo>
                  <a:lnTo>
                    <a:pt x="88125" y="89903"/>
                  </a:lnTo>
                  <a:lnTo>
                    <a:pt x="87503" y="90131"/>
                  </a:lnTo>
                  <a:lnTo>
                    <a:pt x="87630" y="89408"/>
                  </a:lnTo>
                  <a:lnTo>
                    <a:pt x="87553" y="87884"/>
                  </a:lnTo>
                  <a:lnTo>
                    <a:pt x="87490" y="86347"/>
                  </a:lnTo>
                  <a:lnTo>
                    <a:pt x="87147" y="85128"/>
                  </a:lnTo>
                  <a:lnTo>
                    <a:pt x="86995" y="85140"/>
                  </a:lnTo>
                  <a:lnTo>
                    <a:pt x="99999" y="69964"/>
                  </a:lnTo>
                  <a:lnTo>
                    <a:pt x="99834" y="70929"/>
                  </a:lnTo>
                  <a:lnTo>
                    <a:pt x="99987" y="74002"/>
                  </a:lnTo>
                  <a:lnTo>
                    <a:pt x="100164" y="74688"/>
                  </a:lnTo>
                  <a:lnTo>
                    <a:pt x="99593" y="74536"/>
                  </a:lnTo>
                  <a:lnTo>
                    <a:pt x="98285" y="74625"/>
                  </a:lnTo>
                  <a:lnTo>
                    <a:pt x="96977" y="74701"/>
                  </a:lnTo>
                  <a:lnTo>
                    <a:pt x="95910" y="75095"/>
                  </a:lnTo>
                  <a:lnTo>
                    <a:pt x="95961" y="75895"/>
                  </a:lnTo>
                  <a:lnTo>
                    <a:pt x="97040" y="76161"/>
                  </a:lnTo>
                  <a:lnTo>
                    <a:pt x="99669" y="75996"/>
                  </a:lnTo>
                  <a:lnTo>
                    <a:pt x="100241" y="75780"/>
                  </a:lnTo>
                  <a:lnTo>
                    <a:pt x="100126" y="76479"/>
                  </a:lnTo>
                  <a:lnTo>
                    <a:pt x="100203" y="78016"/>
                  </a:lnTo>
                  <a:lnTo>
                    <a:pt x="100266" y="79540"/>
                  </a:lnTo>
                  <a:lnTo>
                    <a:pt x="100609" y="80759"/>
                  </a:lnTo>
                  <a:lnTo>
                    <a:pt x="101295" y="80721"/>
                  </a:lnTo>
                  <a:lnTo>
                    <a:pt x="101511" y="79463"/>
                  </a:lnTo>
                  <a:lnTo>
                    <a:pt x="101371" y="76403"/>
                  </a:lnTo>
                  <a:lnTo>
                    <a:pt x="101168" y="75717"/>
                  </a:lnTo>
                  <a:lnTo>
                    <a:pt x="101790" y="75857"/>
                  </a:lnTo>
                  <a:lnTo>
                    <a:pt x="103098" y="75780"/>
                  </a:lnTo>
                  <a:lnTo>
                    <a:pt x="104406" y="75692"/>
                  </a:lnTo>
                  <a:lnTo>
                    <a:pt x="105473" y="75311"/>
                  </a:lnTo>
                  <a:lnTo>
                    <a:pt x="114185" y="85356"/>
                  </a:lnTo>
                  <a:lnTo>
                    <a:pt x="113525" y="85394"/>
                  </a:lnTo>
                  <a:lnTo>
                    <a:pt x="113309" y="86652"/>
                  </a:lnTo>
                  <a:lnTo>
                    <a:pt x="113461" y="89712"/>
                  </a:lnTo>
                  <a:lnTo>
                    <a:pt x="113639" y="90398"/>
                  </a:lnTo>
                  <a:lnTo>
                    <a:pt x="113055" y="90246"/>
                  </a:lnTo>
                  <a:lnTo>
                    <a:pt x="111747" y="90335"/>
                  </a:lnTo>
                  <a:lnTo>
                    <a:pt x="110439" y="90424"/>
                  </a:lnTo>
                  <a:lnTo>
                    <a:pt x="109385" y="90805"/>
                  </a:lnTo>
                  <a:lnTo>
                    <a:pt x="109423" y="91617"/>
                  </a:lnTo>
                  <a:lnTo>
                    <a:pt x="110502" y="91871"/>
                  </a:lnTo>
                  <a:lnTo>
                    <a:pt x="113131" y="91706"/>
                  </a:lnTo>
                  <a:lnTo>
                    <a:pt x="113715" y="91503"/>
                  </a:lnTo>
                  <a:lnTo>
                    <a:pt x="113588" y="92202"/>
                  </a:lnTo>
                  <a:lnTo>
                    <a:pt x="113665" y="93726"/>
                  </a:lnTo>
                  <a:lnTo>
                    <a:pt x="113741" y="95250"/>
                  </a:lnTo>
                  <a:lnTo>
                    <a:pt x="114071" y="96481"/>
                  </a:lnTo>
                  <a:lnTo>
                    <a:pt x="114287" y="96469"/>
                  </a:lnTo>
                  <a:lnTo>
                    <a:pt x="114287" y="85598"/>
                  </a:lnTo>
                  <a:lnTo>
                    <a:pt x="114236" y="85407"/>
                  </a:lnTo>
                  <a:lnTo>
                    <a:pt x="117652" y="89382"/>
                  </a:lnTo>
                  <a:lnTo>
                    <a:pt x="117652" y="85013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10570934" y="7050563"/>
              <a:ext cx="118110" cy="83820"/>
            </a:xfrm>
            <a:custGeom>
              <a:avLst/>
              <a:gdLst/>
              <a:ahLst/>
              <a:cxnLst/>
              <a:rect l="l" t="t" r="r" b="b"/>
              <a:pathLst>
                <a:path w="118109" h="83820">
                  <a:moveTo>
                    <a:pt x="1828" y="72948"/>
                  </a:moveTo>
                  <a:lnTo>
                    <a:pt x="1790" y="72148"/>
                  </a:lnTo>
                  <a:lnTo>
                    <a:pt x="711" y="71882"/>
                  </a:lnTo>
                  <a:lnTo>
                    <a:pt x="0" y="71932"/>
                  </a:lnTo>
                  <a:lnTo>
                    <a:pt x="0" y="73393"/>
                  </a:lnTo>
                  <a:lnTo>
                    <a:pt x="774" y="73342"/>
                  </a:lnTo>
                  <a:lnTo>
                    <a:pt x="1828" y="72948"/>
                  </a:lnTo>
                  <a:close/>
                </a:path>
                <a:path w="118109" h="83820">
                  <a:moveTo>
                    <a:pt x="22694" y="10287"/>
                  </a:moveTo>
                  <a:lnTo>
                    <a:pt x="22644" y="9474"/>
                  </a:lnTo>
                  <a:lnTo>
                    <a:pt x="21577" y="9220"/>
                  </a:lnTo>
                  <a:lnTo>
                    <a:pt x="18948" y="9385"/>
                  </a:lnTo>
                  <a:lnTo>
                    <a:pt x="17894" y="9779"/>
                  </a:lnTo>
                  <a:lnTo>
                    <a:pt x="17907" y="10185"/>
                  </a:lnTo>
                  <a:lnTo>
                    <a:pt x="17564" y="10210"/>
                  </a:lnTo>
                  <a:lnTo>
                    <a:pt x="17348" y="11468"/>
                  </a:lnTo>
                  <a:lnTo>
                    <a:pt x="17424" y="12992"/>
                  </a:lnTo>
                  <a:lnTo>
                    <a:pt x="17487" y="14516"/>
                  </a:lnTo>
                  <a:lnTo>
                    <a:pt x="17830" y="15748"/>
                  </a:lnTo>
                  <a:lnTo>
                    <a:pt x="18516" y="15709"/>
                  </a:lnTo>
                  <a:lnTo>
                    <a:pt x="18745" y="14452"/>
                  </a:lnTo>
                  <a:lnTo>
                    <a:pt x="18592" y="11379"/>
                  </a:lnTo>
                  <a:lnTo>
                    <a:pt x="18402" y="10706"/>
                  </a:lnTo>
                  <a:lnTo>
                    <a:pt x="19011" y="10845"/>
                  </a:lnTo>
                  <a:lnTo>
                    <a:pt x="20320" y="10756"/>
                  </a:lnTo>
                  <a:lnTo>
                    <a:pt x="21640" y="10668"/>
                  </a:lnTo>
                  <a:lnTo>
                    <a:pt x="22694" y="10287"/>
                  </a:lnTo>
                  <a:close/>
                </a:path>
                <a:path w="118109" h="83820">
                  <a:moveTo>
                    <a:pt x="102057" y="57556"/>
                  </a:moveTo>
                  <a:lnTo>
                    <a:pt x="98310" y="53187"/>
                  </a:lnTo>
                  <a:lnTo>
                    <a:pt x="98310" y="57556"/>
                  </a:lnTo>
                  <a:lnTo>
                    <a:pt x="94170" y="62382"/>
                  </a:lnTo>
                  <a:lnTo>
                    <a:pt x="94284" y="61772"/>
                  </a:lnTo>
                  <a:lnTo>
                    <a:pt x="94132" y="58699"/>
                  </a:lnTo>
                  <a:lnTo>
                    <a:pt x="93941" y="58013"/>
                  </a:lnTo>
                  <a:lnTo>
                    <a:pt x="94564" y="58166"/>
                  </a:lnTo>
                  <a:lnTo>
                    <a:pt x="95872" y="58077"/>
                  </a:lnTo>
                  <a:lnTo>
                    <a:pt x="97180" y="58000"/>
                  </a:lnTo>
                  <a:lnTo>
                    <a:pt x="98234" y="57607"/>
                  </a:lnTo>
                  <a:lnTo>
                    <a:pt x="98221" y="57467"/>
                  </a:lnTo>
                  <a:lnTo>
                    <a:pt x="98310" y="53187"/>
                  </a:lnTo>
                  <a:lnTo>
                    <a:pt x="97523" y="52273"/>
                  </a:lnTo>
                  <a:lnTo>
                    <a:pt x="97523" y="56642"/>
                  </a:lnTo>
                  <a:lnTo>
                    <a:pt x="97116" y="56540"/>
                  </a:lnTo>
                  <a:lnTo>
                    <a:pt x="94488" y="56705"/>
                  </a:lnTo>
                  <a:lnTo>
                    <a:pt x="93865" y="56946"/>
                  </a:lnTo>
                  <a:lnTo>
                    <a:pt x="93992" y="56222"/>
                  </a:lnTo>
                  <a:lnTo>
                    <a:pt x="93929" y="54686"/>
                  </a:lnTo>
                  <a:lnTo>
                    <a:pt x="93853" y="53162"/>
                  </a:lnTo>
                  <a:lnTo>
                    <a:pt x="93586" y="52235"/>
                  </a:lnTo>
                  <a:lnTo>
                    <a:pt x="93586" y="63068"/>
                  </a:lnTo>
                  <a:lnTo>
                    <a:pt x="79806" y="79133"/>
                  </a:lnTo>
                  <a:lnTo>
                    <a:pt x="75006" y="73558"/>
                  </a:lnTo>
                  <a:lnTo>
                    <a:pt x="76073" y="73812"/>
                  </a:lnTo>
                  <a:lnTo>
                    <a:pt x="78701" y="73647"/>
                  </a:lnTo>
                  <a:lnTo>
                    <a:pt x="79286" y="73431"/>
                  </a:lnTo>
                  <a:lnTo>
                    <a:pt x="79159" y="74129"/>
                  </a:lnTo>
                  <a:lnTo>
                    <a:pt x="79235" y="75653"/>
                  </a:lnTo>
                  <a:lnTo>
                    <a:pt x="79311" y="77190"/>
                  </a:lnTo>
                  <a:lnTo>
                    <a:pt x="79641" y="78409"/>
                  </a:lnTo>
                  <a:lnTo>
                    <a:pt x="80340" y="78371"/>
                  </a:lnTo>
                  <a:lnTo>
                    <a:pt x="80556" y="77114"/>
                  </a:lnTo>
                  <a:lnTo>
                    <a:pt x="80416" y="74053"/>
                  </a:lnTo>
                  <a:lnTo>
                    <a:pt x="80213" y="73367"/>
                  </a:lnTo>
                  <a:lnTo>
                    <a:pt x="80835" y="73507"/>
                  </a:lnTo>
                  <a:lnTo>
                    <a:pt x="82143" y="73431"/>
                  </a:lnTo>
                  <a:lnTo>
                    <a:pt x="83451" y="73342"/>
                  </a:lnTo>
                  <a:lnTo>
                    <a:pt x="84505" y="72948"/>
                  </a:lnTo>
                  <a:lnTo>
                    <a:pt x="84467" y="72148"/>
                  </a:lnTo>
                  <a:lnTo>
                    <a:pt x="83388" y="71882"/>
                  </a:lnTo>
                  <a:lnTo>
                    <a:pt x="80759" y="72059"/>
                  </a:lnTo>
                  <a:lnTo>
                    <a:pt x="80137" y="72288"/>
                  </a:lnTo>
                  <a:lnTo>
                    <a:pt x="80276" y="71564"/>
                  </a:lnTo>
                  <a:lnTo>
                    <a:pt x="80200" y="70040"/>
                  </a:lnTo>
                  <a:lnTo>
                    <a:pt x="80124" y="68503"/>
                  </a:lnTo>
                  <a:lnTo>
                    <a:pt x="79794" y="67284"/>
                  </a:lnTo>
                  <a:lnTo>
                    <a:pt x="79095" y="67322"/>
                  </a:lnTo>
                  <a:lnTo>
                    <a:pt x="78879" y="68580"/>
                  </a:lnTo>
                  <a:lnTo>
                    <a:pt x="79032" y="71653"/>
                  </a:lnTo>
                  <a:lnTo>
                    <a:pt x="79209" y="72339"/>
                  </a:lnTo>
                  <a:lnTo>
                    <a:pt x="78625" y="72186"/>
                  </a:lnTo>
                  <a:lnTo>
                    <a:pt x="77317" y="72275"/>
                  </a:lnTo>
                  <a:lnTo>
                    <a:pt x="76009" y="72351"/>
                  </a:lnTo>
                  <a:lnTo>
                    <a:pt x="74955" y="72745"/>
                  </a:lnTo>
                  <a:lnTo>
                    <a:pt x="74980" y="73533"/>
                  </a:lnTo>
                  <a:lnTo>
                    <a:pt x="61658" y="57988"/>
                  </a:lnTo>
                  <a:lnTo>
                    <a:pt x="62725" y="58242"/>
                  </a:lnTo>
                  <a:lnTo>
                    <a:pt x="65354" y="58077"/>
                  </a:lnTo>
                  <a:lnTo>
                    <a:pt x="65938" y="57861"/>
                  </a:lnTo>
                  <a:lnTo>
                    <a:pt x="65811" y="58559"/>
                  </a:lnTo>
                  <a:lnTo>
                    <a:pt x="65887" y="60096"/>
                  </a:lnTo>
                  <a:lnTo>
                    <a:pt x="65963" y="61620"/>
                  </a:lnTo>
                  <a:lnTo>
                    <a:pt x="66294" y="62839"/>
                  </a:lnTo>
                  <a:lnTo>
                    <a:pt x="66992" y="62801"/>
                  </a:lnTo>
                  <a:lnTo>
                    <a:pt x="67208" y="61544"/>
                  </a:lnTo>
                  <a:lnTo>
                    <a:pt x="67068" y="58483"/>
                  </a:lnTo>
                  <a:lnTo>
                    <a:pt x="66865" y="57797"/>
                  </a:lnTo>
                  <a:lnTo>
                    <a:pt x="67487" y="57937"/>
                  </a:lnTo>
                  <a:lnTo>
                    <a:pt x="68795" y="57861"/>
                  </a:lnTo>
                  <a:lnTo>
                    <a:pt x="70104" y="57772"/>
                  </a:lnTo>
                  <a:lnTo>
                    <a:pt x="71158" y="57391"/>
                  </a:lnTo>
                  <a:lnTo>
                    <a:pt x="71120" y="56578"/>
                  </a:lnTo>
                  <a:lnTo>
                    <a:pt x="70040" y="56324"/>
                  </a:lnTo>
                  <a:lnTo>
                    <a:pt x="67411" y="56489"/>
                  </a:lnTo>
                  <a:lnTo>
                    <a:pt x="66789" y="56718"/>
                  </a:lnTo>
                  <a:lnTo>
                    <a:pt x="66929" y="55994"/>
                  </a:lnTo>
                  <a:lnTo>
                    <a:pt x="66852" y="54470"/>
                  </a:lnTo>
                  <a:lnTo>
                    <a:pt x="66776" y="52946"/>
                  </a:lnTo>
                  <a:lnTo>
                    <a:pt x="66446" y="51714"/>
                  </a:lnTo>
                  <a:lnTo>
                    <a:pt x="66382" y="57277"/>
                  </a:lnTo>
                  <a:lnTo>
                    <a:pt x="66382" y="51727"/>
                  </a:lnTo>
                  <a:lnTo>
                    <a:pt x="79298" y="36563"/>
                  </a:lnTo>
                  <a:lnTo>
                    <a:pt x="79133" y="37515"/>
                  </a:lnTo>
                  <a:lnTo>
                    <a:pt x="79286" y="40589"/>
                  </a:lnTo>
                  <a:lnTo>
                    <a:pt x="79463" y="41275"/>
                  </a:lnTo>
                  <a:lnTo>
                    <a:pt x="78892" y="41122"/>
                  </a:lnTo>
                  <a:lnTo>
                    <a:pt x="77571" y="41211"/>
                  </a:lnTo>
                  <a:lnTo>
                    <a:pt x="76263" y="41287"/>
                  </a:lnTo>
                  <a:lnTo>
                    <a:pt x="75209" y="41681"/>
                  </a:lnTo>
                  <a:lnTo>
                    <a:pt x="75247" y="42481"/>
                  </a:lnTo>
                  <a:lnTo>
                    <a:pt x="76327" y="42748"/>
                  </a:lnTo>
                  <a:lnTo>
                    <a:pt x="78955" y="42583"/>
                  </a:lnTo>
                  <a:lnTo>
                    <a:pt x="79540" y="42367"/>
                  </a:lnTo>
                  <a:lnTo>
                    <a:pt x="79413" y="43065"/>
                  </a:lnTo>
                  <a:lnTo>
                    <a:pt x="79489" y="44602"/>
                  </a:lnTo>
                  <a:lnTo>
                    <a:pt x="79565" y="46126"/>
                  </a:lnTo>
                  <a:lnTo>
                    <a:pt x="79895" y="47358"/>
                  </a:lnTo>
                  <a:lnTo>
                    <a:pt x="80594" y="47307"/>
                  </a:lnTo>
                  <a:lnTo>
                    <a:pt x="80810" y="46050"/>
                  </a:lnTo>
                  <a:lnTo>
                    <a:pt x="80670" y="42989"/>
                  </a:lnTo>
                  <a:lnTo>
                    <a:pt x="80467" y="42303"/>
                  </a:lnTo>
                  <a:lnTo>
                    <a:pt x="81089" y="42443"/>
                  </a:lnTo>
                  <a:lnTo>
                    <a:pt x="82397" y="42367"/>
                  </a:lnTo>
                  <a:lnTo>
                    <a:pt x="83705" y="42278"/>
                  </a:lnTo>
                  <a:lnTo>
                    <a:pt x="84759" y="41897"/>
                  </a:lnTo>
                  <a:lnTo>
                    <a:pt x="84747" y="41770"/>
                  </a:lnTo>
                  <a:lnTo>
                    <a:pt x="93497" y="51955"/>
                  </a:lnTo>
                  <a:lnTo>
                    <a:pt x="92824" y="51981"/>
                  </a:lnTo>
                  <a:lnTo>
                    <a:pt x="92608" y="53238"/>
                  </a:lnTo>
                  <a:lnTo>
                    <a:pt x="92748" y="56299"/>
                  </a:lnTo>
                  <a:lnTo>
                    <a:pt x="92925" y="56984"/>
                  </a:lnTo>
                  <a:lnTo>
                    <a:pt x="92354" y="56845"/>
                  </a:lnTo>
                  <a:lnTo>
                    <a:pt x="91046" y="56921"/>
                  </a:lnTo>
                  <a:lnTo>
                    <a:pt x="89738" y="57010"/>
                  </a:lnTo>
                  <a:lnTo>
                    <a:pt x="88684" y="57391"/>
                  </a:lnTo>
                  <a:lnTo>
                    <a:pt x="88722" y="58204"/>
                  </a:lnTo>
                  <a:lnTo>
                    <a:pt x="89801" y="58458"/>
                  </a:lnTo>
                  <a:lnTo>
                    <a:pt x="92430" y="58293"/>
                  </a:lnTo>
                  <a:lnTo>
                    <a:pt x="93002" y="58089"/>
                  </a:lnTo>
                  <a:lnTo>
                    <a:pt x="92887" y="58788"/>
                  </a:lnTo>
                  <a:lnTo>
                    <a:pt x="92964" y="60312"/>
                  </a:lnTo>
                  <a:lnTo>
                    <a:pt x="93040" y="61836"/>
                  </a:lnTo>
                  <a:lnTo>
                    <a:pt x="93370" y="63068"/>
                  </a:lnTo>
                  <a:lnTo>
                    <a:pt x="93586" y="63068"/>
                  </a:lnTo>
                  <a:lnTo>
                    <a:pt x="93586" y="52235"/>
                  </a:lnTo>
                  <a:lnTo>
                    <a:pt x="93510" y="51968"/>
                  </a:lnTo>
                  <a:lnTo>
                    <a:pt x="97523" y="56642"/>
                  </a:lnTo>
                  <a:lnTo>
                    <a:pt x="97523" y="52273"/>
                  </a:lnTo>
                  <a:lnTo>
                    <a:pt x="84035" y="36537"/>
                  </a:lnTo>
                  <a:lnTo>
                    <a:pt x="84035" y="40932"/>
                  </a:lnTo>
                  <a:lnTo>
                    <a:pt x="83642" y="40830"/>
                  </a:lnTo>
                  <a:lnTo>
                    <a:pt x="81013" y="40995"/>
                  </a:lnTo>
                  <a:lnTo>
                    <a:pt x="80391" y="41224"/>
                  </a:lnTo>
                  <a:lnTo>
                    <a:pt x="80530" y="40500"/>
                  </a:lnTo>
                  <a:lnTo>
                    <a:pt x="80454" y="38976"/>
                  </a:lnTo>
                  <a:lnTo>
                    <a:pt x="80378" y="37452"/>
                  </a:lnTo>
                  <a:lnTo>
                    <a:pt x="80048" y="36271"/>
                  </a:lnTo>
                  <a:lnTo>
                    <a:pt x="84035" y="40932"/>
                  </a:lnTo>
                  <a:lnTo>
                    <a:pt x="84035" y="36537"/>
                  </a:lnTo>
                  <a:lnTo>
                    <a:pt x="83553" y="35966"/>
                  </a:lnTo>
                  <a:lnTo>
                    <a:pt x="80022" y="31864"/>
                  </a:lnTo>
                  <a:lnTo>
                    <a:pt x="80022" y="36233"/>
                  </a:lnTo>
                  <a:lnTo>
                    <a:pt x="79552" y="36258"/>
                  </a:lnTo>
                  <a:lnTo>
                    <a:pt x="79806" y="35966"/>
                  </a:lnTo>
                  <a:lnTo>
                    <a:pt x="80022" y="36233"/>
                  </a:lnTo>
                  <a:lnTo>
                    <a:pt x="80022" y="31864"/>
                  </a:lnTo>
                  <a:lnTo>
                    <a:pt x="79806" y="31610"/>
                  </a:lnTo>
                  <a:lnTo>
                    <a:pt x="65862" y="47879"/>
                  </a:lnTo>
                  <a:lnTo>
                    <a:pt x="65862" y="56769"/>
                  </a:lnTo>
                  <a:lnTo>
                    <a:pt x="65290" y="56616"/>
                  </a:lnTo>
                  <a:lnTo>
                    <a:pt x="63969" y="56705"/>
                  </a:lnTo>
                  <a:lnTo>
                    <a:pt x="62661" y="56781"/>
                  </a:lnTo>
                  <a:lnTo>
                    <a:pt x="61633" y="57175"/>
                  </a:lnTo>
                  <a:lnTo>
                    <a:pt x="61633" y="57962"/>
                  </a:lnTo>
                  <a:lnTo>
                    <a:pt x="61302" y="57556"/>
                  </a:lnTo>
                  <a:lnTo>
                    <a:pt x="61607" y="57200"/>
                  </a:lnTo>
                  <a:lnTo>
                    <a:pt x="61633" y="57962"/>
                  </a:lnTo>
                  <a:lnTo>
                    <a:pt x="61633" y="57175"/>
                  </a:lnTo>
                  <a:lnTo>
                    <a:pt x="65608" y="52527"/>
                  </a:lnTo>
                  <a:lnTo>
                    <a:pt x="65532" y="53009"/>
                  </a:lnTo>
                  <a:lnTo>
                    <a:pt x="65684" y="56083"/>
                  </a:lnTo>
                  <a:lnTo>
                    <a:pt x="65862" y="56769"/>
                  </a:lnTo>
                  <a:lnTo>
                    <a:pt x="65862" y="47879"/>
                  </a:lnTo>
                  <a:lnTo>
                    <a:pt x="58839" y="56070"/>
                  </a:lnTo>
                  <a:lnTo>
                    <a:pt x="56375" y="53200"/>
                  </a:lnTo>
                  <a:lnTo>
                    <a:pt x="56375" y="57556"/>
                  </a:lnTo>
                  <a:lnTo>
                    <a:pt x="52235" y="62382"/>
                  </a:lnTo>
                  <a:lnTo>
                    <a:pt x="52349" y="61772"/>
                  </a:lnTo>
                  <a:lnTo>
                    <a:pt x="52209" y="58699"/>
                  </a:lnTo>
                  <a:lnTo>
                    <a:pt x="52019" y="58026"/>
                  </a:lnTo>
                  <a:lnTo>
                    <a:pt x="52628" y="58166"/>
                  </a:lnTo>
                  <a:lnTo>
                    <a:pt x="53936" y="58077"/>
                  </a:lnTo>
                  <a:lnTo>
                    <a:pt x="55245" y="58000"/>
                  </a:lnTo>
                  <a:lnTo>
                    <a:pt x="56311" y="57607"/>
                  </a:lnTo>
                  <a:lnTo>
                    <a:pt x="56299" y="57480"/>
                  </a:lnTo>
                  <a:lnTo>
                    <a:pt x="56375" y="53200"/>
                  </a:lnTo>
                  <a:lnTo>
                    <a:pt x="55575" y="52260"/>
                  </a:lnTo>
                  <a:lnTo>
                    <a:pt x="55575" y="56642"/>
                  </a:lnTo>
                  <a:lnTo>
                    <a:pt x="55181" y="56540"/>
                  </a:lnTo>
                  <a:lnTo>
                    <a:pt x="52565" y="56705"/>
                  </a:lnTo>
                  <a:lnTo>
                    <a:pt x="51943" y="56946"/>
                  </a:lnTo>
                  <a:lnTo>
                    <a:pt x="52070" y="56222"/>
                  </a:lnTo>
                  <a:lnTo>
                    <a:pt x="51993" y="54686"/>
                  </a:lnTo>
                  <a:lnTo>
                    <a:pt x="51930" y="53162"/>
                  </a:lnTo>
                  <a:lnTo>
                    <a:pt x="51650" y="52222"/>
                  </a:lnTo>
                  <a:lnTo>
                    <a:pt x="51650" y="63068"/>
                  </a:lnTo>
                  <a:lnTo>
                    <a:pt x="37871" y="79133"/>
                  </a:lnTo>
                  <a:lnTo>
                    <a:pt x="33070" y="73558"/>
                  </a:lnTo>
                  <a:lnTo>
                    <a:pt x="34150" y="73812"/>
                  </a:lnTo>
                  <a:lnTo>
                    <a:pt x="36779" y="73647"/>
                  </a:lnTo>
                  <a:lnTo>
                    <a:pt x="37350" y="73431"/>
                  </a:lnTo>
                  <a:lnTo>
                    <a:pt x="37236" y="74129"/>
                  </a:lnTo>
                  <a:lnTo>
                    <a:pt x="37312" y="75653"/>
                  </a:lnTo>
                  <a:lnTo>
                    <a:pt x="37388" y="77190"/>
                  </a:lnTo>
                  <a:lnTo>
                    <a:pt x="37719" y="78409"/>
                  </a:lnTo>
                  <a:lnTo>
                    <a:pt x="38404" y="78371"/>
                  </a:lnTo>
                  <a:lnTo>
                    <a:pt x="38633" y="77114"/>
                  </a:lnTo>
                  <a:lnTo>
                    <a:pt x="38481" y="74053"/>
                  </a:lnTo>
                  <a:lnTo>
                    <a:pt x="38290" y="73367"/>
                  </a:lnTo>
                  <a:lnTo>
                    <a:pt x="38900" y="73507"/>
                  </a:lnTo>
                  <a:lnTo>
                    <a:pt x="40220" y="73431"/>
                  </a:lnTo>
                  <a:lnTo>
                    <a:pt x="41529" y="73342"/>
                  </a:lnTo>
                  <a:lnTo>
                    <a:pt x="42583" y="72948"/>
                  </a:lnTo>
                  <a:lnTo>
                    <a:pt x="42545" y="72148"/>
                  </a:lnTo>
                  <a:lnTo>
                    <a:pt x="41465" y="71882"/>
                  </a:lnTo>
                  <a:lnTo>
                    <a:pt x="38836" y="72059"/>
                  </a:lnTo>
                  <a:lnTo>
                    <a:pt x="38214" y="72288"/>
                  </a:lnTo>
                  <a:lnTo>
                    <a:pt x="38341" y="71564"/>
                  </a:lnTo>
                  <a:lnTo>
                    <a:pt x="38277" y="70040"/>
                  </a:lnTo>
                  <a:lnTo>
                    <a:pt x="38201" y="68503"/>
                  </a:lnTo>
                  <a:lnTo>
                    <a:pt x="37858" y="67284"/>
                  </a:lnTo>
                  <a:lnTo>
                    <a:pt x="37172" y="67322"/>
                  </a:lnTo>
                  <a:lnTo>
                    <a:pt x="36957" y="68580"/>
                  </a:lnTo>
                  <a:lnTo>
                    <a:pt x="37096" y="71653"/>
                  </a:lnTo>
                  <a:lnTo>
                    <a:pt x="37287" y="72339"/>
                  </a:lnTo>
                  <a:lnTo>
                    <a:pt x="36703" y="72186"/>
                  </a:lnTo>
                  <a:lnTo>
                    <a:pt x="35394" y="72275"/>
                  </a:lnTo>
                  <a:lnTo>
                    <a:pt x="34086" y="72351"/>
                  </a:lnTo>
                  <a:lnTo>
                    <a:pt x="33032" y="72745"/>
                  </a:lnTo>
                  <a:lnTo>
                    <a:pt x="33058" y="73545"/>
                  </a:lnTo>
                  <a:lnTo>
                    <a:pt x="19735" y="57988"/>
                  </a:lnTo>
                  <a:lnTo>
                    <a:pt x="20802" y="58242"/>
                  </a:lnTo>
                  <a:lnTo>
                    <a:pt x="23431" y="58077"/>
                  </a:lnTo>
                  <a:lnTo>
                    <a:pt x="24015" y="57861"/>
                  </a:lnTo>
                  <a:lnTo>
                    <a:pt x="23888" y="58559"/>
                  </a:lnTo>
                  <a:lnTo>
                    <a:pt x="23964" y="60096"/>
                  </a:lnTo>
                  <a:lnTo>
                    <a:pt x="24041" y="61620"/>
                  </a:lnTo>
                  <a:lnTo>
                    <a:pt x="24371" y="62839"/>
                  </a:lnTo>
                  <a:lnTo>
                    <a:pt x="25069" y="62801"/>
                  </a:lnTo>
                  <a:lnTo>
                    <a:pt x="25285" y="61544"/>
                  </a:lnTo>
                  <a:lnTo>
                    <a:pt x="25133" y="58483"/>
                  </a:lnTo>
                  <a:lnTo>
                    <a:pt x="24942" y="57797"/>
                  </a:lnTo>
                  <a:lnTo>
                    <a:pt x="25565" y="57937"/>
                  </a:lnTo>
                  <a:lnTo>
                    <a:pt x="26873" y="57861"/>
                  </a:lnTo>
                  <a:lnTo>
                    <a:pt x="28181" y="57772"/>
                  </a:lnTo>
                  <a:lnTo>
                    <a:pt x="29235" y="57391"/>
                  </a:lnTo>
                  <a:lnTo>
                    <a:pt x="29197" y="56578"/>
                  </a:lnTo>
                  <a:lnTo>
                    <a:pt x="28117" y="56324"/>
                  </a:lnTo>
                  <a:lnTo>
                    <a:pt x="25488" y="56489"/>
                  </a:lnTo>
                  <a:lnTo>
                    <a:pt x="24866" y="56718"/>
                  </a:lnTo>
                  <a:lnTo>
                    <a:pt x="24993" y="55994"/>
                  </a:lnTo>
                  <a:lnTo>
                    <a:pt x="24930" y="54470"/>
                  </a:lnTo>
                  <a:lnTo>
                    <a:pt x="24853" y="52946"/>
                  </a:lnTo>
                  <a:lnTo>
                    <a:pt x="24511" y="51714"/>
                  </a:lnTo>
                  <a:lnTo>
                    <a:pt x="24371" y="51727"/>
                  </a:lnTo>
                  <a:lnTo>
                    <a:pt x="37376" y="36550"/>
                  </a:lnTo>
                  <a:lnTo>
                    <a:pt x="37211" y="37515"/>
                  </a:lnTo>
                  <a:lnTo>
                    <a:pt x="37350" y="40589"/>
                  </a:lnTo>
                  <a:lnTo>
                    <a:pt x="37528" y="41275"/>
                  </a:lnTo>
                  <a:lnTo>
                    <a:pt x="36957" y="41122"/>
                  </a:lnTo>
                  <a:lnTo>
                    <a:pt x="35648" y="41211"/>
                  </a:lnTo>
                  <a:lnTo>
                    <a:pt x="34340" y="41287"/>
                  </a:lnTo>
                  <a:lnTo>
                    <a:pt x="33286" y="41681"/>
                  </a:lnTo>
                  <a:lnTo>
                    <a:pt x="33324" y="42481"/>
                  </a:lnTo>
                  <a:lnTo>
                    <a:pt x="34404" y="42748"/>
                  </a:lnTo>
                  <a:lnTo>
                    <a:pt x="37033" y="42583"/>
                  </a:lnTo>
                  <a:lnTo>
                    <a:pt x="37604" y="42367"/>
                  </a:lnTo>
                  <a:lnTo>
                    <a:pt x="37490" y="43065"/>
                  </a:lnTo>
                  <a:lnTo>
                    <a:pt x="37566" y="44602"/>
                  </a:lnTo>
                  <a:lnTo>
                    <a:pt x="37642" y="46126"/>
                  </a:lnTo>
                  <a:lnTo>
                    <a:pt x="37973" y="47358"/>
                  </a:lnTo>
                  <a:lnTo>
                    <a:pt x="38658" y="47307"/>
                  </a:lnTo>
                  <a:lnTo>
                    <a:pt x="38887" y="46050"/>
                  </a:lnTo>
                  <a:lnTo>
                    <a:pt x="38735" y="42989"/>
                  </a:lnTo>
                  <a:lnTo>
                    <a:pt x="38544" y="42303"/>
                  </a:lnTo>
                  <a:lnTo>
                    <a:pt x="39166" y="42443"/>
                  </a:lnTo>
                  <a:lnTo>
                    <a:pt x="40474" y="42367"/>
                  </a:lnTo>
                  <a:lnTo>
                    <a:pt x="41783" y="42278"/>
                  </a:lnTo>
                  <a:lnTo>
                    <a:pt x="42837" y="41897"/>
                  </a:lnTo>
                  <a:lnTo>
                    <a:pt x="51562" y="51955"/>
                  </a:lnTo>
                  <a:lnTo>
                    <a:pt x="50901" y="51981"/>
                  </a:lnTo>
                  <a:lnTo>
                    <a:pt x="50673" y="53238"/>
                  </a:lnTo>
                  <a:lnTo>
                    <a:pt x="50825" y="56299"/>
                  </a:lnTo>
                  <a:lnTo>
                    <a:pt x="51003" y="56984"/>
                  </a:lnTo>
                  <a:lnTo>
                    <a:pt x="50431" y="56845"/>
                  </a:lnTo>
                  <a:lnTo>
                    <a:pt x="49123" y="56921"/>
                  </a:lnTo>
                  <a:lnTo>
                    <a:pt x="47815" y="57010"/>
                  </a:lnTo>
                  <a:lnTo>
                    <a:pt x="46748" y="57391"/>
                  </a:lnTo>
                  <a:lnTo>
                    <a:pt x="46799" y="58204"/>
                  </a:lnTo>
                  <a:lnTo>
                    <a:pt x="47879" y="58458"/>
                  </a:lnTo>
                  <a:lnTo>
                    <a:pt x="50507" y="58293"/>
                  </a:lnTo>
                  <a:lnTo>
                    <a:pt x="51079" y="58089"/>
                  </a:lnTo>
                  <a:lnTo>
                    <a:pt x="50965" y="58788"/>
                  </a:lnTo>
                  <a:lnTo>
                    <a:pt x="51041" y="60312"/>
                  </a:lnTo>
                  <a:lnTo>
                    <a:pt x="51104" y="61836"/>
                  </a:lnTo>
                  <a:lnTo>
                    <a:pt x="51447" y="63068"/>
                  </a:lnTo>
                  <a:lnTo>
                    <a:pt x="51650" y="63068"/>
                  </a:lnTo>
                  <a:lnTo>
                    <a:pt x="51650" y="52222"/>
                  </a:lnTo>
                  <a:lnTo>
                    <a:pt x="51587" y="51993"/>
                  </a:lnTo>
                  <a:lnTo>
                    <a:pt x="55575" y="56642"/>
                  </a:lnTo>
                  <a:lnTo>
                    <a:pt x="55575" y="52260"/>
                  </a:lnTo>
                  <a:lnTo>
                    <a:pt x="42087" y="36525"/>
                  </a:lnTo>
                  <a:lnTo>
                    <a:pt x="42087" y="40932"/>
                  </a:lnTo>
                  <a:lnTo>
                    <a:pt x="41719" y="40830"/>
                  </a:lnTo>
                  <a:lnTo>
                    <a:pt x="39090" y="40995"/>
                  </a:lnTo>
                  <a:lnTo>
                    <a:pt x="38468" y="41224"/>
                  </a:lnTo>
                  <a:lnTo>
                    <a:pt x="38595" y="40500"/>
                  </a:lnTo>
                  <a:lnTo>
                    <a:pt x="38531" y="38976"/>
                  </a:lnTo>
                  <a:lnTo>
                    <a:pt x="38455" y="37452"/>
                  </a:lnTo>
                  <a:lnTo>
                    <a:pt x="38112" y="36271"/>
                  </a:lnTo>
                  <a:lnTo>
                    <a:pt x="42087" y="40932"/>
                  </a:lnTo>
                  <a:lnTo>
                    <a:pt x="42087" y="36525"/>
                  </a:lnTo>
                  <a:lnTo>
                    <a:pt x="41617" y="35966"/>
                  </a:lnTo>
                  <a:lnTo>
                    <a:pt x="38087" y="31864"/>
                  </a:lnTo>
                  <a:lnTo>
                    <a:pt x="38087" y="36233"/>
                  </a:lnTo>
                  <a:lnTo>
                    <a:pt x="37617" y="36258"/>
                  </a:lnTo>
                  <a:lnTo>
                    <a:pt x="37871" y="35966"/>
                  </a:lnTo>
                  <a:lnTo>
                    <a:pt x="38087" y="36233"/>
                  </a:lnTo>
                  <a:lnTo>
                    <a:pt x="38087" y="31864"/>
                  </a:lnTo>
                  <a:lnTo>
                    <a:pt x="37871" y="31610"/>
                  </a:lnTo>
                  <a:lnTo>
                    <a:pt x="23939" y="47866"/>
                  </a:lnTo>
                  <a:lnTo>
                    <a:pt x="23939" y="56769"/>
                  </a:lnTo>
                  <a:lnTo>
                    <a:pt x="23355" y="56616"/>
                  </a:lnTo>
                  <a:lnTo>
                    <a:pt x="22047" y="56705"/>
                  </a:lnTo>
                  <a:lnTo>
                    <a:pt x="20739" y="56781"/>
                  </a:lnTo>
                  <a:lnTo>
                    <a:pt x="19710" y="57175"/>
                  </a:lnTo>
                  <a:lnTo>
                    <a:pt x="19710" y="57962"/>
                  </a:lnTo>
                  <a:lnTo>
                    <a:pt x="19380" y="57556"/>
                  </a:lnTo>
                  <a:lnTo>
                    <a:pt x="19685" y="57200"/>
                  </a:lnTo>
                  <a:lnTo>
                    <a:pt x="19710" y="57962"/>
                  </a:lnTo>
                  <a:lnTo>
                    <a:pt x="19710" y="57175"/>
                  </a:lnTo>
                  <a:lnTo>
                    <a:pt x="23685" y="52527"/>
                  </a:lnTo>
                  <a:lnTo>
                    <a:pt x="23609" y="53009"/>
                  </a:lnTo>
                  <a:lnTo>
                    <a:pt x="23749" y="56083"/>
                  </a:lnTo>
                  <a:lnTo>
                    <a:pt x="23939" y="56769"/>
                  </a:lnTo>
                  <a:lnTo>
                    <a:pt x="23939" y="47866"/>
                  </a:lnTo>
                  <a:lnTo>
                    <a:pt x="17500" y="55372"/>
                  </a:lnTo>
                  <a:lnTo>
                    <a:pt x="15633" y="53200"/>
                  </a:lnTo>
                  <a:lnTo>
                    <a:pt x="15633" y="57556"/>
                  </a:lnTo>
                  <a:lnTo>
                    <a:pt x="11493" y="62382"/>
                  </a:lnTo>
                  <a:lnTo>
                    <a:pt x="11607" y="61772"/>
                  </a:lnTo>
                  <a:lnTo>
                    <a:pt x="11455" y="58699"/>
                  </a:lnTo>
                  <a:lnTo>
                    <a:pt x="11264" y="58013"/>
                  </a:lnTo>
                  <a:lnTo>
                    <a:pt x="11887" y="58166"/>
                  </a:lnTo>
                  <a:lnTo>
                    <a:pt x="13195" y="58077"/>
                  </a:lnTo>
                  <a:lnTo>
                    <a:pt x="14503" y="58000"/>
                  </a:lnTo>
                  <a:lnTo>
                    <a:pt x="15557" y="57607"/>
                  </a:lnTo>
                  <a:lnTo>
                    <a:pt x="15544" y="57467"/>
                  </a:lnTo>
                  <a:lnTo>
                    <a:pt x="15633" y="53200"/>
                  </a:lnTo>
                  <a:lnTo>
                    <a:pt x="14833" y="52260"/>
                  </a:lnTo>
                  <a:lnTo>
                    <a:pt x="14833" y="56642"/>
                  </a:lnTo>
                  <a:lnTo>
                    <a:pt x="14439" y="56540"/>
                  </a:lnTo>
                  <a:lnTo>
                    <a:pt x="11811" y="56705"/>
                  </a:lnTo>
                  <a:lnTo>
                    <a:pt x="11188" y="56946"/>
                  </a:lnTo>
                  <a:lnTo>
                    <a:pt x="11315" y="56222"/>
                  </a:lnTo>
                  <a:lnTo>
                    <a:pt x="11252" y="54686"/>
                  </a:lnTo>
                  <a:lnTo>
                    <a:pt x="11176" y="53162"/>
                  </a:lnTo>
                  <a:lnTo>
                    <a:pt x="10845" y="51993"/>
                  </a:lnTo>
                  <a:lnTo>
                    <a:pt x="14833" y="56642"/>
                  </a:lnTo>
                  <a:lnTo>
                    <a:pt x="14833" y="52260"/>
                  </a:lnTo>
                  <a:lnTo>
                    <a:pt x="0" y="34950"/>
                  </a:lnTo>
                  <a:lnTo>
                    <a:pt x="0" y="39319"/>
                  </a:lnTo>
                  <a:lnTo>
                    <a:pt x="1371" y="40932"/>
                  </a:lnTo>
                  <a:lnTo>
                    <a:pt x="965" y="40830"/>
                  </a:lnTo>
                  <a:lnTo>
                    <a:pt x="0" y="40894"/>
                  </a:lnTo>
                  <a:lnTo>
                    <a:pt x="0" y="42341"/>
                  </a:lnTo>
                  <a:lnTo>
                    <a:pt x="1028" y="42278"/>
                  </a:lnTo>
                  <a:lnTo>
                    <a:pt x="2082" y="41897"/>
                  </a:lnTo>
                  <a:lnTo>
                    <a:pt x="2070" y="41744"/>
                  </a:lnTo>
                  <a:lnTo>
                    <a:pt x="10820" y="51955"/>
                  </a:lnTo>
                  <a:lnTo>
                    <a:pt x="10147" y="51981"/>
                  </a:lnTo>
                  <a:lnTo>
                    <a:pt x="9931" y="53238"/>
                  </a:lnTo>
                  <a:lnTo>
                    <a:pt x="10071" y="56299"/>
                  </a:lnTo>
                  <a:lnTo>
                    <a:pt x="10248" y="56984"/>
                  </a:lnTo>
                  <a:lnTo>
                    <a:pt x="9677" y="56845"/>
                  </a:lnTo>
                  <a:lnTo>
                    <a:pt x="8369" y="56921"/>
                  </a:lnTo>
                  <a:lnTo>
                    <a:pt x="7061" y="57010"/>
                  </a:lnTo>
                  <a:lnTo>
                    <a:pt x="6007" y="57391"/>
                  </a:lnTo>
                  <a:lnTo>
                    <a:pt x="6045" y="58204"/>
                  </a:lnTo>
                  <a:lnTo>
                    <a:pt x="7124" y="58458"/>
                  </a:lnTo>
                  <a:lnTo>
                    <a:pt x="9753" y="58293"/>
                  </a:lnTo>
                  <a:lnTo>
                    <a:pt x="10325" y="58089"/>
                  </a:lnTo>
                  <a:lnTo>
                    <a:pt x="10210" y="58788"/>
                  </a:lnTo>
                  <a:lnTo>
                    <a:pt x="10287" y="60312"/>
                  </a:lnTo>
                  <a:lnTo>
                    <a:pt x="10363" y="61836"/>
                  </a:lnTo>
                  <a:lnTo>
                    <a:pt x="10693" y="63068"/>
                  </a:lnTo>
                  <a:lnTo>
                    <a:pt x="10909" y="63068"/>
                  </a:lnTo>
                  <a:lnTo>
                    <a:pt x="0" y="75793"/>
                  </a:lnTo>
                  <a:lnTo>
                    <a:pt x="0" y="80149"/>
                  </a:lnTo>
                  <a:lnTo>
                    <a:pt x="17500" y="59753"/>
                  </a:lnTo>
                  <a:lnTo>
                    <a:pt x="37871" y="83502"/>
                  </a:lnTo>
                  <a:lnTo>
                    <a:pt x="41617" y="79133"/>
                  </a:lnTo>
                  <a:lnTo>
                    <a:pt x="58839" y="59055"/>
                  </a:lnTo>
                  <a:lnTo>
                    <a:pt x="79806" y="83502"/>
                  </a:lnTo>
                  <a:lnTo>
                    <a:pt x="83553" y="79133"/>
                  </a:lnTo>
                  <a:lnTo>
                    <a:pt x="102057" y="57556"/>
                  </a:lnTo>
                  <a:close/>
                </a:path>
                <a:path w="118109" h="83820">
                  <a:moveTo>
                    <a:pt x="117652" y="19989"/>
                  </a:moveTo>
                  <a:lnTo>
                    <a:pt x="104254" y="4368"/>
                  </a:lnTo>
                  <a:lnTo>
                    <a:pt x="100507" y="0"/>
                  </a:lnTo>
                  <a:lnTo>
                    <a:pt x="86563" y="16268"/>
                  </a:lnTo>
                  <a:lnTo>
                    <a:pt x="86563" y="25158"/>
                  </a:lnTo>
                  <a:lnTo>
                    <a:pt x="85991" y="25006"/>
                  </a:lnTo>
                  <a:lnTo>
                    <a:pt x="84683" y="25095"/>
                  </a:lnTo>
                  <a:lnTo>
                    <a:pt x="83375" y="25184"/>
                  </a:lnTo>
                  <a:lnTo>
                    <a:pt x="82346" y="25565"/>
                  </a:lnTo>
                  <a:lnTo>
                    <a:pt x="82346" y="26365"/>
                  </a:lnTo>
                  <a:lnTo>
                    <a:pt x="82003" y="25946"/>
                  </a:lnTo>
                  <a:lnTo>
                    <a:pt x="82308" y="25590"/>
                  </a:lnTo>
                  <a:lnTo>
                    <a:pt x="82346" y="26365"/>
                  </a:lnTo>
                  <a:lnTo>
                    <a:pt x="82346" y="25565"/>
                  </a:lnTo>
                  <a:lnTo>
                    <a:pt x="86321" y="20916"/>
                  </a:lnTo>
                  <a:lnTo>
                    <a:pt x="86233" y="21412"/>
                  </a:lnTo>
                  <a:lnTo>
                    <a:pt x="86385" y="24472"/>
                  </a:lnTo>
                  <a:lnTo>
                    <a:pt x="86563" y="25158"/>
                  </a:lnTo>
                  <a:lnTo>
                    <a:pt x="86563" y="16268"/>
                  </a:lnTo>
                  <a:lnTo>
                    <a:pt x="79806" y="24142"/>
                  </a:lnTo>
                  <a:lnTo>
                    <a:pt x="77622" y="21602"/>
                  </a:lnTo>
                  <a:lnTo>
                    <a:pt x="77622" y="25946"/>
                  </a:lnTo>
                  <a:lnTo>
                    <a:pt x="73482" y="30772"/>
                  </a:lnTo>
                  <a:lnTo>
                    <a:pt x="73596" y="30162"/>
                  </a:lnTo>
                  <a:lnTo>
                    <a:pt x="73456" y="27089"/>
                  </a:lnTo>
                  <a:lnTo>
                    <a:pt x="73253" y="26416"/>
                  </a:lnTo>
                  <a:lnTo>
                    <a:pt x="73875" y="26555"/>
                  </a:lnTo>
                  <a:lnTo>
                    <a:pt x="75184" y="26466"/>
                  </a:lnTo>
                  <a:lnTo>
                    <a:pt x="76492" y="26390"/>
                  </a:lnTo>
                  <a:lnTo>
                    <a:pt x="77546" y="25996"/>
                  </a:lnTo>
                  <a:lnTo>
                    <a:pt x="77533" y="25857"/>
                  </a:lnTo>
                  <a:lnTo>
                    <a:pt x="77622" y="21602"/>
                  </a:lnTo>
                  <a:lnTo>
                    <a:pt x="76822" y="20662"/>
                  </a:lnTo>
                  <a:lnTo>
                    <a:pt x="76822" y="25031"/>
                  </a:lnTo>
                  <a:lnTo>
                    <a:pt x="76428" y="24930"/>
                  </a:lnTo>
                  <a:lnTo>
                    <a:pt x="73799" y="25095"/>
                  </a:lnTo>
                  <a:lnTo>
                    <a:pt x="73190" y="25336"/>
                  </a:lnTo>
                  <a:lnTo>
                    <a:pt x="73317" y="24612"/>
                  </a:lnTo>
                  <a:lnTo>
                    <a:pt x="73240" y="23088"/>
                  </a:lnTo>
                  <a:lnTo>
                    <a:pt x="73164" y="21551"/>
                  </a:lnTo>
                  <a:lnTo>
                    <a:pt x="72898" y="20612"/>
                  </a:lnTo>
                  <a:lnTo>
                    <a:pt x="72898" y="31457"/>
                  </a:lnTo>
                  <a:lnTo>
                    <a:pt x="59118" y="47523"/>
                  </a:lnTo>
                  <a:lnTo>
                    <a:pt x="54317" y="41948"/>
                  </a:lnTo>
                  <a:lnTo>
                    <a:pt x="55397" y="42202"/>
                  </a:lnTo>
                  <a:lnTo>
                    <a:pt x="58013" y="42037"/>
                  </a:lnTo>
                  <a:lnTo>
                    <a:pt x="58597" y="41821"/>
                  </a:lnTo>
                  <a:lnTo>
                    <a:pt x="58483" y="42519"/>
                  </a:lnTo>
                  <a:lnTo>
                    <a:pt x="58547" y="44056"/>
                  </a:lnTo>
                  <a:lnTo>
                    <a:pt x="58623" y="45580"/>
                  </a:lnTo>
                  <a:lnTo>
                    <a:pt x="58966" y="46812"/>
                  </a:lnTo>
                  <a:lnTo>
                    <a:pt x="59651" y="46761"/>
                  </a:lnTo>
                  <a:lnTo>
                    <a:pt x="59867" y="45504"/>
                  </a:lnTo>
                  <a:lnTo>
                    <a:pt x="59728" y="42443"/>
                  </a:lnTo>
                  <a:lnTo>
                    <a:pt x="59524" y="41757"/>
                  </a:lnTo>
                  <a:lnTo>
                    <a:pt x="60147" y="41897"/>
                  </a:lnTo>
                  <a:lnTo>
                    <a:pt x="61455" y="41821"/>
                  </a:lnTo>
                  <a:lnTo>
                    <a:pt x="62763" y="41732"/>
                  </a:lnTo>
                  <a:lnTo>
                    <a:pt x="63830" y="41351"/>
                  </a:lnTo>
                  <a:lnTo>
                    <a:pt x="63779" y="40538"/>
                  </a:lnTo>
                  <a:lnTo>
                    <a:pt x="62699" y="40284"/>
                  </a:lnTo>
                  <a:lnTo>
                    <a:pt x="60071" y="40449"/>
                  </a:lnTo>
                  <a:lnTo>
                    <a:pt x="59461" y="40678"/>
                  </a:lnTo>
                  <a:lnTo>
                    <a:pt x="59588" y="39954"/>
                  </a:lnTo>
                  <a:lnTo>
                    <a:pt x="59512" y="38430"/>
                  </a:lnTo>
                  <a:lnTo>
                    <a:pt x="59436" y="36906"/>
                  </a:lnTo>
                  <a:lnTo>
                    <a:pt x="59105" y="35674"/>
                  </a:lnTo>
                  <a:lnTo>
                    <a:pt x="58420" y="35725"/>
                  </a:lnTo>
                  <a:lnTo>
                    <a:pt x="58191" y="36969"/>
                  </a:lnTo>
                  <a:lnTo>
                    <a:pt x="58343" y="40043"/>
                  </a:lnTo>
                  <a:lnTo>
                    <a:pt x="58521" y="40728"/>
                  </a:lnTo>
                  <a:lnTo>
                    <a:pt x="57950" y="40576"/>
                  </a:lnTo>
                  <a:lnTo>
                    <a:pt x="56642" y="40665"/>
                  </a:lnTo>
                  <a:lnTo>
                    <a:pt x="55333" y="40741"/>
                  </a:lnTo>
                  <a:lnTo>
                    <a:pt x="54267" y="41135"/>
                  </a:lnTo>
                  <a:lnTo>
                    <a:pt x="54305" y="41935"/>
                  </a:lnTo>
                  <a:lnTo>
                    <a:pt x="40982" y="26390"/>
                  </a:lnTo>
                  <a:lnTo>
                    <a:pt x="42049" y="26631"/>
                  </a:lnTo>
                  <a:lnTo>
                    <a:pt x="44678" y="26466"/>
                  </a:lnTo>
                  <a:lnTo>
                    <a:pt x="45250" y="26250"/>
                  </a:lnTo>
                  <a:lnTo>
                    <a:pt x="45135" y="26962"/>
                  </a:lnTo>
                  <a:lnTo>
                    <a:pt x="45212" y="28486"/>
                  </a:lnTo>
                  <a:lnTo>
                    <a:pt x="45275" y="30010"/>
                  </a:lnTo>
                  <a:lnTo>
                    <a:pt x="45618" y="31242"/>
                  </a:lnTo>
                  <a:lnTo>
                    <a:pt x="46304" y="31191"/>
                  </a:lnTo>
                  <a:lnTo>
                    <a:pt x="46532" y="29933"/>
                  </a:lnTo>
                  <a:lnTo>
                    <a:pt x="46380" y="26873"/>
                  </a:lnTo>
                  <a:lnTo>
                    <a:pt x="46189" y="26200"/>
                  </a:lnTo>
                  <a:lnTo>
                    <a:pt x="46799" y="26339"/>
                  </a:lnTo>
                  <a:lnTo>
                    <a:pt x="48107" y="26250"/>
                  </a:lnTo>
                  <a:lnTo>
                    <a:pt x="49428" y="26162"/>
                  </a:lnTo>
                  <a:lnTo>
                    <a:pt x="50482" y="25781"/>
                  </a:lnTo>
                  <a:lnTo>
                    <a:pt x="50431" y="24968"/>
                  </a:lnTo>
                  <a:lnTo>
                    <a:pt x="49364" y="24714"/>
                  </a:lnTo>
                  <a:lnTo>
                    <a:pt x="46736" y="24879"/>
                  </a:lnTo>
                  <a:lnTo>
                    <a:pt x="46113" y="25107"/>
                  </a:lnTo>
                  <a:lnTo>
                    <a:pt x="46240" y="24396"/>
                  </a:lnTo>
                  <a:lnTo>
                    <a:pt x="46164" y="22860"/>
                  </a:lnTo>
                  <a:lnTo>
                    <a:pt x="46101" y="21336"/>
                  </a:lnTo>
                  <a:lnTo>
                    <a:pt x="45758" y="20104"/>
                  </a:lnTo>
                  <a:lnTo>
                    <a:pt x="45605" y="20116"/>
                  </a:lnTo>
                  <a:lnTo>
                    <a:pt x="58610" y="4953"/>
                  </a:lnTo>
                  <a:lnTo>
                    <a:pt x="58445" y="5918"/>
                  </a:lnTo>
                  <a:lnTo>
                    <a:pt x="58597" y="8978"/>
                  </a:lnTo>
                  <a:lnTo>
                    <a:pt x="58775" y="9664"/>
                  </a:lnTo>
                  <a:lnTo>
                    <a:pt x="58204" y="9512"/>
                  </a:lnTo>
                  <a:lnTo>
                    <a:pt x="56896" y="9601"/>
                  </a:lnTo>
                  <a:lnTo>
                    <a:pt x="55587" y="9690"/>
                  </a:lnTo>
                  <a:lnTo>
                    <a:pt x="54521" y="10071"/>
                  </a:lnTo>
                  <a:lnTo>
                    <a:pt x="54571" y="10883"/>
                  </a:lnTo>
                  <a:lnTo>
                    <a:pt x="55651" y="11137"/>
                  </a:lnTo>
                  <a:lnTo>
                    <a:pt x="58280" y="10972"/>
                  </a:lnTo>
                  <a:lnTo>
                    <a:pt x="58851" y="10769"/>
                  </a:lnTo>
                  <a:lnTo>
                    <a:pt x="58737" y="11468"/>
                  </a:lnTo>
                  <a:lnTo>
                    <a:pt x="58813" y="12992"/>
                  </a:lnTo>
                  <a:lnTo>
                    <a:pt x="58877" y="14516"/>
                  </a:lnTo>
                  <a:lnTo>
                    <a:pt x="59220" y="15748"/>
                  </a:lnTo>
                  <a:lnTo>
                    <a:pt x="59905" y="15709"/>
                  </a:lnTo>
                  <a:lnTo>
                    <a:pt x="60121" y="14452"/>
                  </a:lnTo>
                  <a:lnTo>
                    <a:pt x="59982" y="11379"/>
                  </a:lnTo>
                  <a:lnTo>
                    <a:pt x="59791" y="10706"/>
                  </a:lnTo>
                  <a:lnTo>
                    <a:pt x="60401" y="10845"/>
                  </a:lnTo>
                  <a:lnTo>
                    <a:pt x="61709" y="10756"/>
                  </a:lnTo>
                  <a:lnTo>
                    <a:pt x="63017" y="10668"/>
                  </a:lnTo>
                  <a:lnTo>
                    <a:pt x="64084" y="10287"/>
                  </a:lnTo>
                  <a:lnTo>
                    <a:pt x="64071" y="10160"/>
                  </a:lnTo>
                  <a:lnTo>
                    <a:pt x="72809" y="20345"/>
                  </a:lnTo>
                  <a:lnTo>
                    <a:pt x="72771" y="25895"/>
                  </a:lnTo>
                  <a:lnTo>
                    <a:pt x="72771" y="20358"/>
                  </a:lnTo>
                  <a:lnTo>
                    <a:pt x="72136" y="20370"/>
                  </a:lnTo>
                  <a:lnTo>
                    <a:pt x="71920" y="21628"/>
                  </a:lnTo>
                  <a:lnTo>
                    <a:pt x="72072" y="24701"/>
                  </a:lnTo>
                  <a:lnTo>
                    <a:pt x="72250" y="25374"/>
                  </a:lnTo>
                  <a:lnTo>
                    <a:pt x="71678" y="25234"/>
                  </a:lnTo>
                  <a:lnTo>
                    <a:pt x="70358" y="25311"/>
                  </a:lnTo>
                  <a:lnTo>
                    <a:pt x="69049" y="25400"/>
                  </a:lnTo>
                  <a:lnTo>
                    <a:pt x="67995" y="25781"/>
                  </a:lnTo>
                  <a:lnTo>
                    <a:pt x="68033" y="26593"/>
                  </a:lnTo>
                  <a:lnTo>
                    <a:pt x="69113" y="26860"/>
                  </a:lnTo>
                  <a:lnTo>
                    <a:pt x="71742" y="26682"/>
                  </a:lnTo>
                  <a:lnTo>
                    <a:pt x="72326" y="26479"/>
                  </a:lnTo>
                  <a:lnTo>
                    <a:pt x="72212" y="27178"/>
                  </a:lnTo>
                  <a:lnTo>
                    <a:pt x="72275" y="28702"/>
                  </a:lnTo>
                  <a:lnTo>
                    <a:pt x="72351" y="30238"/>
                  </a:lnTo>
                  <a:lnTo>
                    <a:pt x="72682" y="31457"/>
                  </a:lnTo>
                  <a:lnTo>
                    <a:pt x="72898" y="31457"/>
                  </a:lnTo>
                  <a:lnTo>
                    <a:pt x="72898" y="20612"/>
                  </a:lnTo>
                  <a:lnTo>
                    <a:pt x="72834" y="20383"/>
                  </a:lnTo>
                  <a:lnTo>
                    <a:pt x="76822" y="25031"/>
                  </a:lnTo>
                  <a:lnTo>
                    <a:pt x="76822" y="20662"/>
                  </a:lnTo>
                  <a:lnTo>
                    <a:pt x="63347" y="4940"/>
                  </a:lnTo>
                  <a:lnTo>
                    <a:pt x="63347" y="9321"/>
                  </a:lnTo>
                  <a:lnTo>
                    <a:pt x="62953" y="9220"/>
                  </a:lnTo>
                  <a:lnTo>
                    <a:pt x="60337" y="9385"/>
                  </a:lnTo>
                  <a:lnTo>
                    <a:pt x="59715" y="9626"/>
                  </a:lnTo>
                  <a:lnTo>
                    <a:pt x="59842" y="8902"/>
                  </a:lnTo>
                  <a:lnTo>
                    <a:pt x="59766" y="7366"/>
                  </a:lnTo>
                  <a:lnTo>
                    <a:pt x="59690" y="5842"/>
                  </a:lnTo>
                  <a:lnTo>
                    <a:pt x="59372" y="4673"/>
                  </a:lnTo>
                  <a:lnTo>
                    <a:pt x="63347" y="9321"/>
                  </a:lnTo>
                  <a:lnTo>
                    <a:pt x="63347" y="4940"/>
                  </a:lnTo>
                  <a:lnTo>
                    <a:pt x="62865" y="4368"/>
                  </a:lnTo>
                  <a:lnTo>
                    <a:pt x="59321" y="241"/>
                  </a:lnTo>
                  <a:lnTo>
                    <a:pt x="59321" y="4622"/>
                  </a:lnTo>
                  <a:lnTo>
                    <a:pt x="58877" y="4648"/>
                  </a:lnTo>
                  <a:lnTo>
                    <a:pt x="59118" y="4368"/>
                  </a:lnTo>
                  <a:lnTo>
                    <a:pt x="59321" y="4622"/>
                  </a:lnTo>
                  <a:lnTo>
                    <a:pt x="59321" y="241"/>
                  </a:lnTo>
                  <a:lnTo>
                    <a:pt x="59118" y="0"/>
                  </a:lnTo>
                  <a:lnTo>
                    <a:pt x="45173" y="16281"/>
                  </a:lnTo>
                  <a:lnTo>
                    <a:pt x="45173" y="25158"/>
                  </a:lnTo>
                  <a:lnTo>
                    <a:pt x="44602" y="25006"/>
                  </a:lnTo>
                  <a:lnTo>
                    <a:pt x="43294" y="25095"/>
                  </a:lnTo>
                  <a:lnTo>
                    <a:pt x="41986" y="25184"/>
                  </a:lnTo>
                  <a:lnTo>
                    <a:pt x="40957" y="25565"/>
                  </a:lnTo>
                  <a:lnTo>
                    <a:pt x="40957" y="26365"/>
                  </a:lnTo>
                  <a:lnTo>
                    <a:pt x="40614" y="25946"/>
                  </a:lnTo>
                  <a:lnTo>
                    <a:pt x="40932" y="25577"/>
                  </a:lnTo>
                  <a:lnTo>
                    <a:pt x="40957" y="26365"/>
                  </a:lnTo>
                  <a:lnTo>
                    <a:pt x="40957" y="25565"/>
                  </a:lnTo>
                  <a:lnTo>
                    <a:pt x="44932" y="20916"/>
                  </a:lnTo>
                  <a:lnTo>
                    <a:pt x="44843" y="21412"/>
                  </a:lnTo>
                  <a:lnTo>
                    <a:pt x="44996" y="24472"/>
                  </a:lnTo>
                  <a:lnTo>
                    <a:pt x="45173" y="25158"/>
                  </a:lnTo>
                  <a:lnTo>
                    <a:pt x="45173" y="16281"/>
                  </a:lnTo>
                  <a:lnTo>
                    <a:pt x="36880" y="25946"/>
                  </a:lnTo>
                  <a:lnTo>
                    <a:pt x="59118" y="51892"/>
                  </a:lnTo>
                  <a:lnTo>
                    <a:pt x="62865" y="47523"/>
                  </a:lnTo>
                  <a:lnTo>
                    <a:pt x="79806" y="27762"/>
                  </a:lnTo>
                  <a:lnTo>
                    <a:pt x="100507" y="51892"/>
                  </a:lnTo>
                  <a:lnTo>
                    <a:pt x="104254" y="47523"/>
                  </a:lnTo>
                  <a:lnTo>
                    <a:pt x="117652" y="31889"/>
                  </a:lnTo>
                  <a:lnTo>
                    <a:pt x="117652" y="27520"/>
                  </a:lnTo>
                  <a:lnTo>
                    <a:pt x="100507" y="47523"/>
                  </a:lnTo>
                  <a:lnTo>
                    <a:pt x="95707" y="41948"/>
                  </a:lnTo>
                  <a:lnTo>
                    <a:pt x="96786" y="42202"/>
                  </a:lnTo>
                  <a:lnTo>
                    <a:pt x="99415" y="42037"/>
                  </a:lnTo>
                  <a:lnTo>
                    <a:pt x="99987" y="41821"/>
                  </a:lnTo>
                  <a:lnTo>
                    <a:pt x="99872" y="42519"/>
                  </a:lnTo>
                  <a:lnTo>
                    <a:pt x="99936" y="44056"/>
                  </a:lnTo>
                  <a:lnTo>
                    <a:pt x="100012" y="45580"/>
                  </a:lnTo>
                  <a:lnTo>
                    <a:pt x="100355" y="46812"/>
                  </a:lnTo>
                  <a:lnTo>
                    <a:pt x="101041" y="46761"/>
                  </a:lnTo>
                  <a:lnTo>
                    <a:pt x="101257" y="45504"/>
                  </a:lnTo>
                  <a:lnTo>
                    <a:pt x="101117" y="42443"/>
                  </a:lnTo>
                  <a:lnTo>
                    <a:pt x="100914" y="41757"/>
                  </a:lnTo>
                  <a:lnTo>
                    <a:pt x="101536" y="41897"/>
                  </a:lnTo>
                  <a:lnTo>
                    <a:pt x="102844" y="41821"/>
                  </a:lnTo>
                  <a:lnTo>
                    <a:pt x="104152" y="41732"/>
                  </a:lnTo>
                  <a:lnTo>
                    <a:pt x="105219" y="41351"/>
                  </a:lnTo>
                  <a:lnTo>
                    <a:pt x="105168" y="40538"/>
                  </a:lnTo>
                  <a:lnTo>
                    <a:pt x="104089" y="40284"/>
                  </a:lnTo>
                  <a:lnTo>
                    <a:pt x="101460" y="40449"/>
                  </a:lnTo>
                  <a:lnTo>
                    <a:pt x="100850" y="40678"/>
                  </a:lnTo>
                  <a:lnTo>
                    <a:pt x="100977" y="39954"/>
                  </a:lnTo>
                  <a:lnTo>
                    <a:pt x="100901" y="38430"/>
                  </a:lnTo>
                  <a:lnTo>
                    <a:pt x="100825" y="36906"/>
                  </a:lnTo>
                  <a:lnTo>
                    <a:pt x="100495" y="35674"/>
                  </a:lnTo>
                  <a:lnTo>
                    <a:pt x="99809" y="35725"/>
                  </a:lnTo>
                  <a:lnTo>
                    <a:pt x="99580" y="36969"/>
                  </a:lnTo>
                  <a:lnTo>
                    <a:pt x="99733" y="40043"/>
                  </a:lnTo>
                  <a:lnTo>
                    <a:pt x="99910" y="40728"/>
                  </a:lnTo>
                  <a:lnTo>
                    <a:pt x="99339" y="40576"/>
                  </a:lnTo>
                  <a:lnTo>
                    <a:pt x="98031" y="40665"/>
                  </a:lnTo>
                  <a:lnTo>
                    <a:pt x="96723" y="40741"/>
                  </a:lnTo>
                  <a:lnTo>
                    <a:pt x="95656" y="41135"/>
                  </a:lnTo>
                  <a:lnTo>
                    <a:pt x="95694" y="41935"/>
                  </a:lnTo>
                  <a:lnTo>
                    <a:pt x="82372" y="26390"/>
                  </a:lnTo>
                  <a:lnTo>
                    <a:pt x="83439" y="26631"/>
                  </a:lnTo>
                  <a:lnTo>
                    <a:pt x="86067" y="26466"/>
                  </a:lnTo>
                  <a:lnTo>
                    <a:pt x="86639" y="26250"/>
                  </a:lnTo>
                  <a:lnTo>
                    <a:pt x="86525" y="26962"/>
                  </a:lnTo>
                  <a:lnTo>
                    <a:pt x="86601" y="28486"/>
                  </a:lnTo>
                  <a:lnTo>
                    <a:pt x="86664" y="30010"/>
                  </a:lnTo>
                  <a:lnTo>
                    <a:pt x="87007" y="31242"/>
                  </a:lnTo>
                  <a:lnTo>
                    <a:pt x="87693" y="31191"/>
                  </a:lnTo>
                  <a:lnTo>
                    <a:pt x="87909" y="29933"/>
                  </a:lnTo>
                  <a:lnTo>
                    <a:pt x="87769" y="26873"/>
                  </a:lnTo>
                  <a:lnTo>
                    <a:pt x="87579" y="26200"/>
                  </a:lnTo>
                  <a:lnTo>
                    <a:pt x="88188" y="26339"/>
                  </a:lnTo>
                  <a:lnTo>
                    <a:pt x="89496" y="26250"/>
                  </a:lnTo>
                  <a:lnTo>
                    <a:pt x="90805" y="26162"/>
                  </a:lnTo>
                  <a:lnTo>
                    <a:pt x="91871" y="25781"/>
                  </a:lnTo>
                  <a:lnTo>
                    <a:pt x="91821" y="24968"/>
                  </a:lnTo>
                  <a:lnTo>
                    <a:pt x="90741" y="24714"/>
                  </a:lnTo>
                  <a:lnTo>
                    <a:pt x="88125" y="24879"/>
                  </a:lnTo>
                  <a:lnTo>
                    <a:pt x="87503" y="25107"/>
                  </a:lnTo>
                  <a:lnTo>
                    <a:pt x="87630" y="24396"/>
                  </a:lnTo>
                  <a:lnTo>
                    <a:pt x="87553" y="22860"/>
                  </a:lnTo>
                  <a:lnTo>
                    <a:pt x="87490" y="21336"/>
                  </a:lnTo>
                  <a:lnTo>
                    <a:pt x="87147" y="20104"/>
                  </a:lnTo>
                  <a:lnTo>
                    <a:pt x="86995" y="20116"/>
                  </a:lnTo>
                  <a:lnTo>
                    <a:pt x="100507" y="4368"/>
                  </a:lnTo>
                  <a:lnTo>
                    <a:pt x="114198" y="20345"/>
                  </a:lnTo>
                  <a:lnTo>
                    <a:pt x="113525" y="20370"/>
                  </a:lnTo>
                  <a:lnTo>
                    <a:pt x="113309" y="21628"/>
                  </a:lnTo>
                  <a:lnTo>
                    <a:pt x="113461" y="24701"/>
                  </a:lnTo>
                  <a:lnTo>
                    <a:pt x="113639" y="25374"/>
                  </a:lnTo>
                  <a:lnTo>
                    <a:pt x="113055" y="25234"/>
                  </a:lnTo>
                  <a:lnTo>
                    <a:pt x="111747" y="25311"/>
                  </a:lnTo>
                  <a:lnTo>
                    <a:pt x="110439" y="25400"/>
                  </a:lnTo>
                  <a:lnTo>
                    <a:pt x="109385" y="25781"/>
                  </a:lnTo>
                  <a:lnTo>
                    <a:pt x="109423" y="26593"/>
                  </a:lnTo>
                  <a:lnTo>
                    <a:pt x="110502" y="26860"/>
                  </a:lnTo>
                  <a:lnTo>
                    <a:pt x="113131" y="26682"/>
                  </a:lnTo>
                  <a:lnTo>
                    <a:pt x="114185" y="26301"/>
                  </a:lnTo>
                  <a:lnTo>
                    <a:pt x="114147" y="25895"/>
                  </a:lnTo>
                  <a:lnTo>
                    <a:pt x="114477" y="25869"/>
                  </a:lnTo>
                  <a:lnTo>
                    <a:pt x="114706" y="24612"/>
                  </a:lnTo>
                  <a:lnTo>
                    <a:pt x="114630" y="23088"/>
                  </a:lnTo>
                  <a:lnTo>
                    <a:pt x="114554" y="21551"/>
                  </a:lnTo>
                  <a:lnTo>
                    <a:pt x="114223" y="20383"/>
                  </a:lnTo>
                  <a:lnTo>
                    <a:pt x="117652" y="24358"/>
                  </a:lnTo>
                  <a:lnTo>
                    <a:pt x="117652" y="19989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10570934" y="7055173"/>
              <a:ext cx="118110" cy="271145"/>
            </a:xfrm>
            <a:custGeom>
              <a:avLst/>
              <a:gdLst/>
              <a:ahLst/>
              <a:cxnLst/>
              <a:rect l="l" t="t" r="r" b="b"/>
              <a:pathLst>
                <a:path w="118109" h="271145">
                  <a:moveTo>
                    <a:pt x="1828" y="260527"/>
                  </a:moveTo>
                  <a:lnTo>
                    <a:pt x="1790" y="259715"/>
                  </a:lnTo>
                  <a:lnTo>
                    <a:pt x="711" y="259461"/>
                  </a:lnTo>
                  <a:lnTo>
                    <a:pt x="0" y="259499"/>
                  </a:lnTo>
                  <a:lnTo>
                    <a:pt x="0" y="260959"/>
                  </a:lnTo>
                  <a:lnTo>
                    <a:pt x="774" y="260908"/>
                  </a:lnTo>
                  <a:lnTo>
                    <a:pt x="1828" y="260527"/>
                  </a:lnTo>
                  <a:close/>
                </a:path>
                <a:path w="118109" h="271145">
                  <a:moveTo>
                    <a:pt x="59588" y="227533"/>
                  </a:moveTo>
                  <a:lnTo>
                    <a:pt x="59512" y="225996"/>
                  </a:lnTo>
                  <a:lnTo>
                    <a:pt x="59436" y="224472"/>
                  </a:lnTo>
                  <a:lnTo>
                    <a:pt x="59105" y="223240"/>
                  </a:lnTo>
                  <a:lnTo>
                    <a:pt x="58420" y="223291"/>
                  </a:lnTo>
                  <a:lnTo>
                    <a:pt x="58191" y="224548"/>
                  </a:lnTo>
                  <a:lnTo>
                    <a:pt x="58343" y="227609"/>
                  </a:lnTo>
                  <a:lnTo>
                    <a:pt x="58674" y="228841"/>
                  </a:lnTo>
                  <a:lnTo>
                    <a:pt x="59372" y="228790"/>
                  </a:lnTo>
                  <a:lnTo>
                    <a:pt x="59588" y="227533"/>
                  </a:lnTo>
                  <a:close/>
                </a:path>
                <a:path w="118109" h="271145">
                  <a:moveTo>
                    <a:pt x="81368" y="213512"/>
                  </a:moveTo>
                  <a:lnTo>
                    <a:pt x="77622" y="209156"/>
                  </a:lnTo>
                  <a:lnTo>
                    <a:pt x="77622" y="213512"/>
                  </a:lnTo>
                  <a:lnTo>
                    <a:pt x="59118" y="235089"/>
                  </a:lnTo>
                  <a:lnTo>
                    <a:pt x="40982" y="213956"/>
                  </a:lnTo>
                  <a:lnTo>
                    <a:pt x="42049" y="214198"/>
                  </a:lnTo>
                  <a:lnTo>
                    <a:pt x="44678" y="214033"/>
                  </a:lnTo>
                  <a:lnTo>
                    <a:pt x="45250" y="213829"/>
                  </a:lnTo>
                  <a:lnTo>
                    <a:pt x="45135" y="214528"/>
                  </a:lnTo>
                  <a:lnTo>
                    <a:pt x="45212" y="216052"/>
                  </a:lnTo>
                  <a:lnTo>
                    <a:pt x="45275" y="217576"/>
                  </a:lnTo>
                  <a:lnTo>
                    <a:pt x="45618" y="218808"/>
                  </a:lnTo>
                  <a:lnTo>
                    <a:pt x="46304" y="218770"/>
                  </a:lnTo>
                  <a:lnTo>
                    <a:pt x="46532" y="217512"/>
                  </a:lnTo>
                  <a:lnTo>
                    <a:pt x="46380" y="214439"/>
                  </a:lnTo>
                  <a:lnTo>
                    <a:pt x="46189" y="213766"/>
                  </a:lnTo>
                  <a:lnTo>
                    <a:pt x="46799" y="213906"/>
                  </a:lnTo>
                  <a:lnTo>
                    <a:pt x="48107" y="213817"/>
                  </a:lnTo>
                  <a:lnTo>
                    <a:pt x="49428" y="213741"/>
                  </a:lnTo>
                  <a:lnTo>
                    <a:pt x="50482" y="213347"/>
                  </a:lnTo>
                  <a:lnTo>
                    <a:pt x="50431" y="212547"/>
                  </a:lnTo>
                  <a:lnTo>
                    <a:pt x="49364" y="212280"/>
                  </a:lnTo>
                  <a:lnTo>
                    <a:pt x="46736" y="212445"/>
                  </a:lnTo>
                  <a:lnTo>
                    <a:pt x="46113" y="212686"/>
                  </a:lnTo>
                  <a:lnTo>
                    <a:pt x="46240" y="211963"/>
                  </a:lnTo>
                  <a:lnTo>
                    <a:pt x="46164" y="210426"/>
                  </a:lnTo>
                  <a:lnTo>
                    <a:pt x="46101" y="208902"/>
                  </a:lnTo>
                  <a:lnTo>
                    <a:pt x="45758" y="207683"/>
                  </a:lnTo>
                  <a:lnTo>
                    <a:pt x="45605" y="207695"/>
                  </a:lnTo>
                  <a:lnTo>
                    <a:pt x="59118" y="191935"/>
                  </a:lnTo>
                  <a:lnTo>
                    <a:pt x="77622" y="213512"/>
                  </a:lnTo>
                  <a:lnTo>
                    <a:pt x="77622" y="209156"/>
                  </a:lnTo>
                  <a:lnTo>
                    <a:pt x="62865" y="191935"/>
                  </a:lnTo>
                  <a:lnTo>
                    <a:pt x="59118" y="187566"/>
                  </a:lnTo>
                  <a:lnTo>
                    <a:pt x="45173" y="203835"/>
                  </a:lnTo>
                  <a:lnTo>
                    <a:pt x="45173" y="212725"/>
                  </a:lnTo>
                  <a:lnTo>
                    <a:pt x="44602" y="212585"/>
                  </a:lnTo>
                  <a:lnTo>
                    <a:pt x="43294" y="212661"/>
                  </a:lnTo>
                  <a:lnTo>
                    <a:pt x="41986" y="212750"/>
                  </a:lnTo>
                  <a:lnTo>
                    <a:pt x="40957" y="213131"/>
                  </a:lnTo>
                  <a:lnTo>
                    <a:pt x="40957" y="213931"/>
                  </a:lnTo>
                  <a:lnTo>
                    <a:pt x="40614" y="213512"/>
                  </a:lnTo>
                  <a:lnTo>
                    <a:pt x="40932" y="213144"/>
                  </a:lnTo>
                  <a:lnTo>
                    <a:pt x="40957" y="213931"/>
                  </a:lnTo>
                  <a:lnTo>
                    <a:pt x="40957" y="213131"/>
                  </a:lnTo>
                  <a:lnTo>
                    <a:pt x="44932" y="208483"/>
                  </a:lnTo>
                  <a:lnTo>
                    <a:pt x="44843" y="208978"/>
                  </a:lnTo>
                  <a:lnTo>
                    <a:pt x="44996" y="212039"/>
                  </a:lnTo>
                  <a:lnTo>
                    <a:pt x="45173" y="212725"/>
                  </a:lnTo>
                  <a:lnTo>
                    <a:pt x="45173" y="203835"/>
                  </a:lnTo>
                  <a:lnTo>
                    <a:pt x="38417" y="211709"/>
                  </a:lnTo>
                  <a:lnTo>
                    <a:pt x="36233" y="209169"/>
                  </a:lnTo>
                  <a:lnTo>
                    <a:pt x="36233" y="213512"/>
                  </a:lnTo>
                  <a:lnTo>
                    <a:pt x="32092" y="218338"/>
                  </a:lnTo>
                  <a:lnTo>
                    <a:pt x="32207" y="217728"/>
                  </a:lnTo>
                  <a:lnTo>
                    <a:pt x="32067" y="214655"/>
                  </a:lnTo>
                  <a:lnTo>
                    <a:pt x="31864" y="213982"/>
                  </a:lnTo>
                  <a:lnTo>
                    <a:pt x="32486" y="214122"/>
                  </a:lnTo>
                  <a:lnTo>
                    <a:pt x="33794" y="214045"/>
                  </a:lnTo>
                  <a:lnTo>
                    <a:pt x="35102" y="213956"/>
                  </a:lnTo>
                  <a:lnTo>
                    <a:pt x="36156" y="213563"/>
                  </a:lnTo>
                  <a:lnTo>
                    <a:pt x="36144" y="213423"/>
                  </a:lnTo>
                  <a:lnTo>
                    <a:pt x="36233" y="209169"/>
                  </a:lnTo>
                  <a:lnTo>
                    <a:pt x="35433" y="208229"/>
                  </a:lnTo>
                  <a:lnTo>
                    <a:pt x="35433" y="212598"/>
                  </a:lnTo>
                  <a:lnTo>
                    <a:pt x="35039" y="212496"/>
                  </a:lnTo>
                  <a:lnTo>
                    <a:pt x="32410" y="212661"/>
                  </a:lnTo>
                  <a:lnTo>
                    <a:pt x="31800" y="212902"/>
                  </a:lnTo>
                  <a:lnTo>
                    <a:pt x="31927" y="212178"/>
                  </a:lnTo>
                  <a:lnTo>
                    <a:pt x="31851" y="210654"/>
                  </a:lnTo>
                  <a:lnTo>
                    <a:pt x="31775" y="209118"/>
                  </a:lnTo>
                  <a:lnTo>
                    <a:pt x="31445" y="207949"/>
                  </a:lnTo>
                  <a:lnTo>
                    <a:pt x="35433" y="212598"/>
                  </a:lnTo>
                  <a:lnTo>
                    <a:pt x="35433" y="208229"/>
                  </a:lnTo>
                  <a:lnTo>
                    <a:pt x="21945" y="192493"/>
                  </a:lnTo>
                  <a:lnTo>
                    <a:pt x="21945" y="196888"/>
                  </a:lnTo>
                  <a:lnTo>
                    <a:pt x="21577" y="196786"/>
                  </a:lnTo>
                  <a:lnTo>
                    <a:pt x="18948" y="196951"/>
                  </a:lnTo>
                  <a:lnTo>
                    <a:pt x="18326" y="197192"/>
                  </a:lnTo>
                  <a:lnTo>
                    <a:pt x="18453" y="196469"/>
                  </a:lnTo>
                  <a:lnTo>
                    <a:pt x="18376" y="194932"/>
                  </a:lnTo>
                  <a:lnTo>
                    <a:pt x="18313" y="193408"/>
                  </a:lnTo>
                  <a:lnTo>
                    <a:pt x="17970" y="192239"/>
                  </a:lnTo>
                  <a:lnTo>
                    <a:pt x="21945" y="196888"/>
                  </a:lnTo>
                  <a:lnTo>
                    <a:pt x="21945" y="192493"/>
                  </a:lnTo>
                  <a:lnTo>
                    <a:pt x="21475" y="191935"/>
                  </a:lnTo>
                  <a:lnTo>
                    <a:pt x="17945" y="187820"/>
                  </a:lnTo>
                  <a:lnTo>
                    <a:pt x="17945" y="192201"/>
                  </a:lnTo>
                  <a:lnTo>
                    <a:pt x="17487" y="192227"/>
                  </a:lnTo>
                  <a:lnTo>
                    <a:pt x="17729" y="191935"/>
                  </a:lnTo>
                  <a:lnTo>
                    <a:pt x="17945" y="192201"/>
                  </a:lnTo>
                  <a:lnTo>
                    <a:pt x="17945" y="187820"/>
                  </a:lnTo>
                  <a:lnTo>
                    <a:pt x="17729" y="187566"/>
                  </a:lnTo>
                  <a:lnTo>
                    <a:pt x="0" y="208254"/>
                  </a:lnTo>
                  <a:lnTo>
                    <a:pt x="0" y="212623"/>
                  </a:lnTo>
                  <a:lnTo>
                    <a:pt x="3543" y="208483"/>
                  </a:lnTo>
                  <a:lnTo>
                    <a:pt x="3467" y="208978"/>
                  </a:lnTo>
                  <a:lnTo>
                    <a:pt x="3606" y="212039"/>
                  </a:lnTo>
                  <a:lnTo>
                    <a:pt x="3784" y="212725"/>
                  </a:lnTo>
                  <a:lnTo>
                    <a:pt x="3213" y="212585"/>
                  </a:lnTo>
                  <a:lnTo>
                    <a:pt x="596" y="212750"/>
                  </a:lnTo>
                  <a:lnTo>
                    <a:pt x="0" y="212966"/>
                  </a:lnTo>
                  <a:lnTo>
                    <a:pt x="0" y="214045"/>
                  </a:lnTo>
                  <a:lnTo>
                    <a:pt x="660" y="214198"/>
                  </a:lnTo>
                  <a:lnTo>
                    <a:pt x="3289" y="214033"/>
                  </a:lnTo>
                  <a:lnTo>
                    <a:pt x="3860" y="213829"/>
                  </a:lnTo>
                  <a:lnTo>
                    <a:pt x="3746" y="214528"/>
                  </a:lnTo>
                  <a:lnTo>
                    <a:pt x="3822" y="216052"/>
                  </a:lnTo>
                  <a:lnTo>
                    <a:pt x="3886" y="217576"/>
                  </a:lnTo>
                  <a:lnTo>
                    <a:pt x="4229" y="218808"/>
                  </a:lnTo>
                  <a:lnTo>
                    <a:pt x="4914" y="218770"/>
                  </a:lnTo>
                  <a:lnTo>
                    <a:pt x="5143" y="217512"/>
                  </a:lnTo>
                  <a:lnTo>
                    <a:pt x="4991" y="214439"/>
                  </a:lnTo>
                  <a:lnTo>
                    <a:pt x="4800" y="213766"/>
                  </a:lnTo>
                  <a:lnTo>
                    <a:pt x="5410" y="213906"/>
                  </a:lnTo>
                  <a:lnTo>
                    <a:pt x="6731" y="213817"/>
                  </a:lnTo>
                  <a:lnTo>
                    <a:pt x="8039" y="213741"/>
                  </a:lnTo>
                  <a:lnTo>
                    <a:pt x="9093" y="213347"/>
                  </a:lnTo>
                  <a:lnTo>
                    <a:pt x="9055" y="212547"/>
                  </a:lnTo>
                  <a:lnTo>
                    <a:pt x="7975" y="212280"/>
                  </a:lnTo>
                  <a:lnTo>
                    <a:pt x="5346" y="212445"/>
                  </a:lnTo>
                  <a:lnTo>
                    <a:pt x="4724" y="212686"/>
                  </a:lnTo>
                  <a:lnTo>
                    <a:pt x="4851" y="211963"/>
                  </a:lnTo>
                  <a:lnTo>
                    <a:pt x="4775" y="210426"/>
                  </a:lnTo>
                  <a:lnTo>
                    <a:pt x="4711" y="208902"/>
                  </a:lnTo>
                  <a:lnTo>
                    <a:pt x="4368" y="207683"/>
                  </a:lnTo>
                  <a:lnTo>
                    <a:pt x="4216" y="207695"/>
                  </a:lnTo>
                  <a:lnTo>
                    <a:pt x="17221" y="192519"/>
                  </a:lnTo>
                  <a:lnTo>
                    <a:pt x="17056" y="193484"/>
                  </a:lnTo>
                  <a:lnTo>
                    <a:pt x="17208" y="196545"/>
                  </a:lnTo>
                  <a:lnTo>
                    <a:pt x="17386" y="197231"/>
                  </a:lnTo>
                  <a:lnTo>
                    <a:pt x="16814" y="197091"/>
                  </a:lnTo>
                  <a:lnTo>
                    <a:pt x="15506" y="197167"/>
                  </a:lnTo>
                  <a:lnTo>
                    <a:pt x="14198" y="197256"/>
                  </a:lnTo>
                  <a:lnTo>
                    <a:pt x="13144" y="197637"/>
                  </a:lnTo>
                  <a:lnTo>
                    <a:pt x="13182" y="198450"/>
                  </a:lnTo>
                  <a:lnTo>
                    <a:pt x="14262" y="198704"/>
                  </a:lnTo>
                  <a:lnTo>
                    <a:pt x="16891" y="198539"/>
                  </a:lnTo>
                  <a:lnTo>
                    <a:pt x="17462" y="198335"/>
                  </a:lnTo>
                  <a:lnTo>
                    <a:pt x="17348" y="199034"/>
                  </a:lnTo>
                  <a:lnTo>
                    <a:pt x="17424" y="200558"/>
                  </a:lnTo>
                  <a:lnTo>
                    <a:pt x="17487" y="202095"/>
                  </a:lnTo>
                  <a:lnTo>
                    <a:pt x="17830" y="203314"/>
                  </a:lnTo>
                  <a:lnTo>
                    <a:pt x="18516" y="203276"/>
                  </a:lnTo>
                  <a:lnTo>
                    <a:pt x="18745" y="202018"/>
                  </a:lnTo>
                  <a:lnTo>
                    <a:pt x="18592" y="198945"/>
                  </a:lnTo>
                  <a:lnTo>
                    <a:pt x="18402" y="198272"/>
                  </a:lnTo>
                  <a:lnTo>
                    <a:pt x="19011" y="198412"/>
                  </a:lnTo>
                  <a:lnTo>
                    <a:pt x="20320" y="198323"/>
                  </a:lnTo>
                  <a:lnTo>
                    <a:pt x="21640" y="198247"/>
                  </a:lnTo>
                  <a:lnTo>
                    <a:pt x="22694" y="197853"/>
                  </a:lnTo>
                  <a:lnTo>
                    <a:pt x="31419" y="207911"/>
                  </a:lnTo>
                  <a:lnTo>
                    <a:pt x="30759" y="207937"/>
                  </a:lnTo>
                  <a:lnTo>
                    <a:pt x="30530" y="209194"/>
                  </a:lnTo>
                  <a:lnTo>
                    <a:pt x="30683" y="212267"/>
                  </a:lnTo>
                  <a:lnTo>
                    <a:pt x="30861" y="212953"/>
                  </a:lnTo>
                  <a:lnTo>
                    <a:pt x="30289" y="212801"/>
                  </a:lnTo>
                  <a:lnTo>
                    <a:pt x="28981" y="212890"/>
                  </a:lnTo>
                  <a:lnTo>
                    <a:pt x="27660" y="212966"/>
                  </a:lnTo>
                  <a:lnTo>
                    <a:pt x="26606" y="213360"/>
                  </a:lnTo>
                  <a:lnTo>
                    <a:pt x="26657" y="214160"/>
                  </a:lnTo>
                  <a:lnTo>
                    <a:pt x="27724" y="214426"/>
                  </a:lnTo>
                  <a:lnTo>
                    <a:pt x="30353" y="214261"/>
                  </a:lnTo>
                  <a:lnTo>
                    <a:pt x="30937" y="214045"/>
                  </a:lnTo>
                  <a:lnTo>
                    <a:pt x="30822" y="214744"/>
                  </a:lnTo>
                  <a:lnTo>
                    <a:pt x="30886" y="216268"/>
                  </a:lnTo>
                  <a:lnTo>
                    <a:pt x="30962" y="217805"/>
                  </a:lnTo>
                  <a:lnTo>
                    <a:pt x="31305" y="219024"/>
                  </a:lnTo>
                  <a:lnTo>
                    <a:pt x="31508" y="219024"/>
                  </a:lnTo>
                  <a:lnTo>
                    <a:pt x="17729" y="235089"/>
                  </a:lnTo>
                  <a:lnTo>
                    <a:pt x="12954" y="229527"/>
                  </a:lnTo>
                  <a:lnTo>
                    <a:pt x="14008" y="229768"/>
                  </a:lnTo>
                  <a:lnTo>
                    <a:pt x="16637" y="229603"/>
                  </a:lnTo>
                  <a:lnTo>
                    <a:pt x="17208" y="229400"/>
                  </a:lnTo>
                  <a:lnTo>
                    <a:pt x="17094" y="230098"/>
                  </a:lnTo>
                  <a:lnTo>
                    <a:pt x="17170" y="231622"/>
                  </a:lnTo>
                  <a:lnTo>
                    <a:pt x="17233" y="233146"/>
                  </a:lnTo>
                  <a:lnTo>
                    <a:pt x="17576" y="234378"/>
                  </a:lnTo>
                  <a:lnTo>
                    <a:pt x="18262" y="234327"/>
                  </a:lnTo>
                  <a:lnTo>
                    <a:pt x="18478" y="233070"/>
                  </a:lnTo>
                  <a:lnTo>
                    <a:pt x="18338" y="230009"/>
                  </a:lnTo>
                  <a:lnTo>
                    <a:pt x="18148" y="229336"/>
                  </a:lnTo>
                  <a:lnTo>
                    <a:pt x="18757" y="229476"/>
                  </a:lnTo>
                  <a:lnTo>
                    <a:pt x="20066" y="229387"/>
                  </a:lnTo>
                  <a:lnTo>
                    <a:pt x="21374" y="229298"/>
                  </a:lnTo>
                  <a:lnTo>
                    <a:pt x="22440" y="228917"/>
                  </a:lnTo>
                  <a:lnTo>
                    <a:pt x="22390" y="228104"/>
                  </a:lnTo>
                  <a:lnTo>
                    <a:pt x="21323" y="227850"/>
                  </a:lnTo>
                  <a:lnTo>
                    <a:pt x="18694" y="228015"/>
                  </a:lnTo>
                  <a:lnTo>
                    <a:pt x="18072" y="228244"/>
                  </a:lnTo>
                  <a:lnTo>
                    <a:pt x="18199" y="227533"/>
                  </a:lnTo>
                  <a:lnTo>
                    <a:pt x="18122" y="225996"/>
                  </a:lnTo>
                  <a:lnTo>
                    <a:pt x="18059" y="224472"/>
                  </a:lnTo>
                  <a:lnTo>
                    <a:pt x="17716" y="223240"/>
                  </a:lnTo>
                  <a:lnTo>
                    <a:pt x="17030" y="223291"/>
                  </a:lnTo>
                  <a:lnTo>
                    <a:pt x="16802" y="224548"/>
                  </a:lnTo>
                  <a:lnTo>
                    <a:pt x="16954" y="227609"/>
                  </a:lnTo>
                  <a:lnTo>
                    <a:pt x="17132" y="228295"/>
                  </a:lnTo>
                  <a:lnTo>
                    <a:pt x="16560" y="228142"/>
                  </a:lnTo>
                  <a:lnTo>
                    <a:pt x="15252" y="228231"/>
                  </a:lnTo>
                  <a:lnTo>
                    <a:pt x="13944" y="228320"/>
                  </a:lnTo>
                  <a:lnTo>
                    <a:pt x="12877" y="228701"/>
                  </a:lnTo>
                  <a:lnTo>
                    <a:pt x="12915" y="229489"/>
                  </a:lnTo>
                  <a:lnTo>
                    <a:pt x="0" y="214401"/>
                  </a:lnTo>
                  <a:lnTo>
                    <a:pt x="0" y="218770"/>
                  </a:lnTo>
                  <a:lnTo>
                    <a:pt x="17729" y="239458"/>
                  </a:lnTo>
                  <a:lnTo>
                    <a:pt x="21475" y="235089"/>
                  </a:lnTo>
                  <a:lnTo>
                    <a:pt x="38417" y="215328"/>
                  </a:lnTo>
                  <a:lnTo>
                    <a:pt x="59118" y="239458"/>
                  </a:lnTo>
                  <a:lnTo>
                    <a:pt x="62865" y="235089"/>
                  </a:lnTo>
                  <a:lnTo>
                    <a:pt x="81368" y="213512"/>
                  </a:lnTo>
                  <a:close/>
                </a:path>
                <a:path w="118109" h="271145">
                  <a:moveTo>
                    <a:pt x="102057" y="245122"/>
                  </a:moveTo>
                  <a:lnTo>
                    <a:pt x="98310" y="240766"/>
                  </a:lnTo>
                  <a:lnTo>
                    <a:pt x="98310" y="245122"/>
                  </a:lnTo>
                  <a:lnTo>
                    <a:pt x="94170" y="249948"/>
                  </a:lnTo>
                  <a:lnTo>
                    <a:pt x="94284" y="249339"/>
                  </a:lnTo>
                  <a:lnTo>
                    <a:pt x="94132" y="246265"/>
                  </a:lnTo>
                  <a:lnTo>
                    <a:pt x="93941" y="245579"/>
                  </a:lnTo>
                  <a:lnTo>
                    <a:pt x="94564" y="245732"/>
                  </a:lnTo>
                  <a:lnTo>
                    <a:pt x="95872" y="245643"/>
                  </a:lnTo>
                  <a:lnTo>
                    <a:pt x="97180" y="245567"/>
                  </a:lnTo>
                  <a:lnTo>
                    <a:pt x="98234" y="245173"/>
                  </a:lnTo>
                  <a:lnTo>
                    <a:pt x="98221" y="245033"/>
                  </a:lnTo>
                  <a:lnTo>
                    <a:pt x="98310" y="240766"/>
                  </a:lnTo>
                  <a:lnTo>
                    <a:pt x="97523" y="239839"/>
                  </a:lnTo>
                  <a:lnTo>
                    <a:pt x="97523" y="244208"/>
                  </a:lnTo>
                  <a:lnTo>
                    <a:pt x="97116" y="244106"/>
                  </a:lnTo>
                  <a:lnTo>
                    <a:pt x="94488" y="244271"/>
                  </a:lnTo>
                  <a:lnTo>
                    <a:pt x="93865" y="244513"/>
                  </a:lnTo>
                  <a:lnTo>
                    <a:pt x="93992" y="243789"/>
                  </a:lnTo>
                  <a:lnTo>
                    <a:pt x="93929" y="242265"/>
                  </a:lnTo>
                  <a:lnTo>
                    <a:pt x="93853" y="240728"/>
                  </a:lnTo>
                  <a:lnTo>
                    <a:pt x="93586" y="239801"/>
                  </a:lnTo>
                  <a:lnTo>
                    <a:pt x="93586" y="250634"/>
                  </a:lnTo>
                  <a:lnTo>
                    <a:pt x="79806" y="266700"/>
                  </a:lnTo>
                  <a:lnTo>
                    <a:pt x="75006" y="261124"/>
                  </a:lnTo>
                  <a:lnTo>
                    <a:pt x="76073" y="261378"/>
                  </a:lnTo>
                  <a:lnTo>
                    <a:pt x="78701" y="261213"/>
                  </a:lnTo>
                  <a:lnTo>
                    <a:pt x="79286" y="260997"/>
                  </a:lnTo>
                  <a:lnTo>
                    <a:pt x="79159" y="261696"/>
                  </a:lnTo>
                  <a:lnTo>
                    <a:pt x="79235" y="263232"/>
                  </a:lnTo>
                  <a:lnTo>
                    <a:pt x="79311" y="264756"/>
                  </a:lnTo>
                  <a:lnTo>
                    <a:pt x="79641" y="265988"/>
                  </a:lnTo>
                  <a:lnTo>
                    <a:pt x="80340" y="265938"/>
                  </a:lnTo>
                  <a:lnTo>
                    <a:pt x="80556" y="264680"/>
                  </a:lnTo>
                  <a:lnTo>
                    <a:pt x="80416" y="261620"/>
                  </a:lnTo>
                  <a:lnTo>
                    <a:pt x="80213" y="260934"/>
                  </a:lnTo>
                  <a:lnTo>
                    <a:pt x="80835" y="261073"/>
                  </a:lnTo>
                  <a:lnTo>
                    <a:pt x="82143" y="260997"/>
                  </a:lnTo>
                  <a:lnTo>
                    <a:pt x="83451" y="260908"/>
                  </a:lnTo>
                  <a:lnTo>
                    <a:pt x="84505" y="260527"/>
                  </a:lnTo>
                  <a:lnTo>
                    <a:pt x="84467" y="259715"/>
                  </a:lnTo>
                  <a:lnTo>
                    <a:pt x="83388" y="259461"/>
                  </a:lnTo>
                  <a:lnTo>
                    <a:pt x="80759" y="259626"/>
                  </a:lnTo>
                  <a:lnTo>
                    <a:pt x="80137" y="259854"/>
                  </a:lnTo>
                  <a:lnTo>
                    <a:pt x="80276" y="259130"/>
                  </a:lnTo>
                  <a:lnTo>
                    <a:pt x="80200" y="257606"/>
                  </a:lnTo>
                  <a:lnTo>
                    <a:pt x="80124" y="256082"/>
                  </a:lnTo>
                  <a:lnTo>
                    <a:pt x="79794" y="254850"/>
                  </a:lnTo>
                  <a:lnTo>
                    <a:pt x="79095" y="254889"/>
                  </a:lnTo>
                  <a:lnTo>
                    <a:pt x="78879" y="256146"/>
                  </a:lnTo>
                  <a:lnTo>
                    <a:pt x="79032" y="259219"/>
                  </a:lnTo>
                  <a:lnTo>
                    <a:pt x="79209" y="259905"/>
                  </a:lnTo>
                  <a:lnTo>
                    <a:pt x="78625" y="259753"/>
                  </a:lnTo>
                  <a:lnTo>
                    <a:pt x="77317" y="259842"/>
                  </a:lnTo>
                  <a:lnTo>
                    <a:pt x="76009" y="259918"/>
                  </a:lnTo>
                  <a:lnTo>
                    <a:pt x="74955" y="260311"/>
                  </a:lnTo>
                  <a:lnTo>
                    <a:pt x="74980" y="261099"/>
                  </a:lnTo>
                  <a:lnTo>
                    <a:pt x="61671" y="245567"/>
                  </a:lnTo>
                  <a:lnTo>
                    <a:pt x="62725" y="245808"/>
                  </a:lnTo>
                  <a:lnTo>
                    <a:pt x="65354" y="245643"/>
                  </a:lnTo>
                  <a:lnTo>
                    <a:pt x="65938" y="245427"/>
                  </a:lnTo>
                  <a:lnTo>
                    <a:pt x="65811" y="246126"/>
                  </a:lnTo>
                  <a:lnTo>
                    <a:pt x="65887" y="247662"/>
                  </a:lnTo>
                  <a:lnTo>
                    <a:pt x="65963" y="249186"/>
                  </a:lnTo>
                  <a:lnTo>
                    <a:pt x="66294" y="250418"/>
                  </a:lnTo>
                  <a:lnTo>
                    <a:pt x="66992" y="250367"/>
                  </a:lnTo>
                  <a:lnTo>
                    <a:pt x="67208" y="249110"/>
                  </a:lnTo>
                  <a:lnTo>
                    <a:pt x="67068" y="246049"/>
                  </a:lnTo>
                  <a:lnTo>
                    <a:pt x="66878" y="245376"/>
                  </a:lnTo>
                  <a:lnTo>
                    <a:pt x="67487" y="245516"/>
                  </a:lnTo>
                  <a:lnTo>
                    <a:pt x="68795" y="245427"/>
                  </a:lnTo>
                  <a:lnTo>
                    <a:pt x="70104" y="245338"/>
                  </a:lnTo>
                  <a:lnTo>
                    <a:pt x="71158" y="244957"/>
                  </a:lnTo>
                  <a:lnTo>
                    <a:pt x="71120" y="244144"/>
                  </a:lnTo>
                  <a:lnTo>
                    <a:pt x="70040" y="243890"/>
                  </a:lnTo>
                  <a:lnTo>
                    <a:pt x="67411" y="244055"/>
                  </a:lnTo>
                  <a:lnTo>
                    <a:pt x="66789" y="244284"/>
                  </a:lnTo>
                  <a:lnTo>
                    <a:pt x="66929" y="243573"/>
                  </a:lnTo>
                  <a:lnTo>
                    <a:pt x="66852" y="242036"/>
                  </a:lnTo>
                  <a:lnTo>
                    <a:pt x="66776" y="240512"/>
                  </a:lnTo>
                  <a:lnTo>
                    <a:pt x="66446" y="239280"/>
                  </a:lnTo>
                  <a:lnTo>
                    <a:pt x="66294" y="239293"/>
                  </a:lnTo>
                  <a:lnTo>
                    <a:pt x="79286" y="224142"/>
                  </a:lnTo>
                  <a:lnTo>
                    <a:pt x="79133" y="225094"/>
                  </a:lnTo>
                  <a:lnTo>
                    <a:pt x="79286" y="228155"/>
                  </a:lnTo>
                  <a:lnTo>
                    <a:pt x="79463" y="228841"/>
                  </a:lnTo>
                  <a:lnTo>
                    <a:pt x="78892" y="228688"/>
                  </a:lnTo>
                  <a:lnTo>
                    <a:pt x="77571" y="228777"/>
                  </a:lnTo>
                  <a:lnTo>
                    <a:pt x="76263" y="228866"/>
                  </a:lnTo>
                  <a:lnTo>
                    <a:pt x="75209" y="229247"/>
                  </a:lnTo>
                  <a:lnTo>
                    <a:pt x="75247" y="230060"/>
                  </a:lnTo>
                  <a:lnTo>
                    <a:pt x="76327" y="230314"/>
                  </a:lnTo>
                  <a:lnTo>
                    <a:pt x="78955" y="230149"/>
                  </a:lnTo>
                  <a:lnTo>
                    <a:pt x="79540" y="229946"/>
                  </a:lnTo>
                  <a:lnTo>
                    <a:pt x="79413" y="230644"/>
                  </a:lnTo>
                  <a:lnTo>
                    <a:pt x="79489" y="232168"/>
                  </a:lnTo>
                  <a:lnTo>
                    <a:pt x="79565" y="233692"/>
                  </a:lnTo>
                  <a:lnTo>
                    <a:pt x="79895" y="234924"/>
                  </a:lnTo>
                  <a:lnTo>
                    <a:pt x="80594" y="234886"/>
                  </a:lnTo>
                  <a:lnTo>
                    <a:pt x="80810" y="233629"/>
                  </a:lnTo>
                  <a:lnTo>
                    <a:pt x="80670" y="230555"/>
                  </a:lnTo>
                  <a:lnTo>
                    <a:pt x="80467" y="229882"/>
                  </a:lnTo>
                  <a:lnTo>
                    <a:pt x="81089" y="230022"/>
                  </a:lnTo>
                  <a:lnTo>
                    <a:pt x="82397" y="229933"/>
                  </a:lnTo>
                  <a:lnTo>
                    <a:pt x="83705" y="229844"/>
                  </a:lnTo>
                  <a:lnTo>
                    <a:pt x="84759" y="229463"/>
                  </a:lnTo>
                  <a:lnTo>
                    <a:pt x="84747" y="229323"/>
                  </a:lnTo>
                  <a:lnTo>
                    <a:pt x="93497" y="239522"/>
                  </a:lnTo>
                  <a:lnTo>
                    <a:pt x="92824" y="239547"/>
                  </a:lnTo>
                  <a:lnTo>
                    <a:pt x="92608" y="240804"/>
                  </a:lnTo>
                  <a:lnTo>
                    <a:pt x="92748" y="243878"/>
                  </a:lnTo>
                  <a:lnTo>
                    <a:pt x="92925" y="244551"/>
                  </a:lnTo>
                  <a:lnTo>
                    <a:pt x="92354" y="244411"/>
                  </a:lnTo>
                  <a:lnTo>
                    <a:pt x="91046" y="244487"/>
                  </a:lnTo>
                  <a:lnTo>
                    <a:pt x="89738" y="244576"/>
                  </a:lnTo>
                  <a:lnTo>
                    <a:pt x="88684" y="244957"/>
                  </a:lnTo>
                  <a:lnTo>
                    <a:pt x="88722" y="245770"/>
                  </a:lnTo>
                  <a:lnTo>
                    <a:pt x="89801" y="246037"/>
                  </a:lnTo>
                  <a:lnTo>
                    <a:pt x="92430" y="245859"/>
                  </a:lnTo>
                  <a:lnTo>
                    <a:pt x="93002" y="245656"/>
                  </a:lnTo>
                  <a:lnTo>
                    <a:pt x="92887" y="246354"/>
                  </a:lnTo>
                  <a:lnTo>
                    <a:pt x="92964" y="247878"/>
                  </a:lnTo>
                  <a:lnTo>
                    <a:pt x="93040" y="249415"/>
                  </a:lnTo>
                  <a:lnTo>
                    <a:pt x="93370" y="250634"/>
                  </a:lnTo>
                  <a:lnTo>
                    <a:pt x="93586" y="250634"/>
                  </a:lnTo>
                  <a:lnTo>
                    <a:pt x="93586" y="239801"/>
                  </a:lnTo>
                  <a:lnTo>
                    <a:pt x="93510" y="239534"/>
                  </a:lnTo>
                  <a:lnTo>
                    <a:pt x="97523" y="244208"/>
                  </a:lnTo>
                  <a:lnTo>
                    <a:pt x="97523" y="239839"/>
                  </a:lnTo>
                  <a:lnTo>
                    <a:pt x="84035" y="224116"/>
                  </a:lnTo>
                  <a:lnTo>
                    <a:pt x="84035" y="228498"/>
                  </a:lnTo>
                  <a:lnTo>
                    <a:pt x="83642" y="228396"/>
                  </a:lnTo>
                  <a:lnTo>
                    <a:pt x="81013" y="228561"/>
                  </a:lnTo>
                  <a:lnTo>
                    <a:pt x="80391" y="228803"/>
                  </a:lnTo>
                  <a:lnTo>
                    <a:pt x="80530" y="228079"/>
                  </a:lnTo>
                  <a:lnTo>
                    <a:pt x="80454" y="226542"/>
                  </a:lnTo>
                  <a:lnTo>
                    <a:pt x="80378" y="225018"/>
                  </a:lnTo>
                  <a:lnTo>
                    <a:pt x="80060" y="223850"/>
                  </a:lnTo>
                  <a:lnTo>
                    <a:pt x="84035" y="228498"/>
                  </a:lnTo>
                  <a:lnTo>
                    <a:pt x="84035" y="224116"/>
                  </a:lnTo>
                  <a:lnTo>
                    <a:pt x="83553" y="223545"/>
                  </a:lnTo>
                  <a:lnTo>
                    <a:pt x="80010" y="219417"/>
                  </a:lnTo>
                  <a:lnTo>
                    <a:pt x="80010" y="223799"/>
                  </a:lnTo>
                  <a:lnTo>
                    <a:pt x="79565" y="223824"/>
                  </a:lnTo>
                  <a:lnTo>
                    <a:pt x="79806" y="223545"/>
                  </a:lnTo>
                  <a:lnTo>
                    <a:pt x="80010" y="223799"/>
                  </a:lnTo>
                  <a:lnTo>
                    <a:pt x="80010" y="219417"/>
                  </a:lnTo>
                  <a:lnTo>
                    <a:pt x="79806" y="219176"/>
                  </a:lnTo>
                  <a:lnTo>
                    <a:pt x="65862" y="235445"/>
                  </a:lnTo>
                  <a:lnTo>
                    <a:pt x="65862" y="244335"/>
                  </a:lnTo>
                  <a:lnTo>
                    <a:pt x="65290" y="244182"/>
                  </a:lnTo>
                  <a:lnTo>
                    <a:pt x="63969" y="244271"/>
                  </a:lnTo>
                  <a:lnTo>
                    <a:pt x="62661" y="244360"/>
                  </a:lnTo>
                  <a:lnTo>
                    <a:pt x="61633" y="244741"/>
                  </a:lnTo>
                  <a:lnTo>
                    <a:pt x="61633" y="245529"/>
                  </a:lnTo>
                  <a:lnTo>
                    <a:pt x="61302" y="245122"/>
                  </a:lnTo>
                  <a:lnTo>
                    <a:pt x="61607" y="244767"/>
                  </a:lnTo>
                  <a:lnTo>
                    <a:pt x="61633" y="245529"/>
                  </a:lnTo>
                  <a:lnTo>
                    <a:pt x="61633" y="244741"/>
                  </a:lnTo>
                  <a:lnTo>
                    <a:pt x="65608" y="240093"/>
                  </a:lnTo>
                  <a:lnTo>
                    <a:pt x="65532" y="240588"/>
                  </a:lnTo>
                  <a:lnTo>
                    <a:pt x="65684" y="243649"/>
                  </a:lnTo>
                  <a:lnTo>
                    <a:pt x="65862" y="244335"/>
                  </a:lnTo>
                  <a:lnTo>
                    <a:pt x="65862" y="235445"/>
                  </a:lnTo>
                  <a:lnTo>
                    <a:pt x="58839" y="243636"/>
                  </a:lnTo>
                  <a:lnTo>
                    <a:pt x="56375" y="240766"/>
                  </a:lnTo>
                  <a:lnTo>
                    <a:pt x="56375" y="245122"/>
                  </a:lnTo>
                  <a:lnTo>
                    <a:pt x="52235" y="249948"/>
                  </a:lnTo>
                  <a:lnTo>
                    <a:pt x="52349" y="249339"/>
                  </a:lnTo>
                  <a:lnTo>
                    <a:pt x="52209" y="246265"/>
                  </a:lnTo>
                  <a:lnTo>
                    <a:pt x="52019" y="245592"/>
                  </a:lnTo>
                  <a:lnTo>
                    <a:pt x="52628" y="245732"/>
                  </a:lnTo>
                  <a:lnTo>
                    <a:pt x="53936" y="245643"/>
                  </a:lnTo>
                  <a:lnTo>
                    <a:pt x="55245" y="245567"/>
                  </a:lnTo>
                  <a:lnTo>
                    <a:pt x="56311" y="245173"/>
                  </a:lnTo>
                  <a:lnTo>
                    <a:pt x="56299" y="245046"/>
                  </a:lnTo>
                  <a:lnTo>
                    <a:pt x="56375" y="240766"/>
                  </a:lnTo>
                  <a:lnTo>
                    <a:pt x="55575" y="239839"/>
                  </a:lnTo>
                  <a:lnTo>
                    <a:pt x="55575" y="244208"/>
                  </a:lnTo>
                  <a:lnTo>
                    <a:pt x="55181" y="244106"/>
                  </a:lnTo>
                  <a:lnTo>
                    <a:pt x="52565" y="244271"/>
                  </a:lnTo>
                  <a:lnTo>
                    <a:pt x="51943" y="244513"/>
                  </a:lnTo>
                  <a:lnTo>
                    <a:pt x="52070" y="243789"/>
                  </a:lnTo>
                  <a:lnTo>
                    <a:pt x="51993" y="242265"/>
                  </a:lnTo>
                  <a:lnTo>
                    <a:pt x="51930" y="240728"/>
                  </a:lnTo>
                  <a:lnTo>
                    <a:pt x="51650" y="239788"/>
                  </a:lnTo>
                  <a:lnTo>
                    <a:pt x="51650" y="250634"/>
                  </a:lnTo>
                  <a:lnTo>
                    <a:pt x="37871" y="266700"/>
                  </a:lnTo>
                  <a:lnTo>
                    <a:pt x="33070" y="261124"/>
                  </a:lnTo>
                  <a:lnTo>
                    <a:pt x="34150" y="261378"/>
                  </a:lnTo>
                  <a:lnTo>
                    <a:pt x="36779" y="261213"/>
                  </a:lnTo>
                  <a:lnTo>
                    <a:pt x="37350" y="260997"/>
                  </a:lnTo>
                  <a:lnTo>
                    <a:pt x="37236" y="261696"/>
                  </a:lnTo>
                  <a:lnTo>
                    <a:pt x="37312" y="263232"/>
                  </a:lnTo>
                  <a:lnTo>
                    <a:pt x="37388" y="264756"/>
                  </a:lnTo>
                  <a:lnTo>
                    <a:pt x="37719" y="265988"/>
                  </a:lnTo>
                  <a:lnTo>
                    <a:pt x="38404" y="265938"/>
                  </a:lnTo>
                  <a:lnTo>
                    <a:pt x="38633" y="264680"/>
                  </a:lnTo>
                  <a:lnTo>
                    <a:pt x="38481" y="261620"/>
                  </a:lnTo>
                  <a:lnTo>
                    <a:pt x="38290" y="260934"/>
                  </a:lnTo>
                  <a:lnTo>
                    <a:pt x="38900" y="261073"/>
                  </a:lnTo>
                  <a:lnTo>
                    <a:pt x="40220" y="260997"/>
                  </a:lnTo>
                  <a:lnTo>
                    <a:pt x="41529" y="260908"/>
                  </a:lnTo>
                  <a:lnTo>
                    <a:pt x="42583" y="260527"/>
                  </a:lnTo>
                  <a:lnTo>
                    <a:pt x="42545" y="259715"/>
                  </a:lnTo>
                  <a:lnTo>
                    <a:pt x="41465" y="259461"/>
                  </a:lnTo>
                  <a:lnTo>
                    <a:pt x="38836" y="259626"/>
                  </a:lnTo>
                  <a:lnTo>
                    <a:pt x="38214" y="259854"/>
                  </a:lnTo>
                  <a:lnTo>
                    <a:pt x="38341" y="259130"/>
                  </a:lnTo>
                  <a:lnTo>
                    <a:pt x="38277" y="257606"/>
                  </a:lnTo>
                  <a:lnTo>
                    <a:pt x="38201" y="256082"/>
                  </a:lnTo>
                  <a:lnTo>
                    <a:pt x="37858" y="254850"/>
                  </a:lnTo>
                  <a:lnTo>
                    <a:pt x="37172" y="254889"/>
                  </a:lnTo>
                  <a:lnTo>
                    <a:pt x="36957" y="256146"/>
                  </a:lnTo>
                  <a:lnTo>
                    <a:pt x="37096" y="259219"/>
                  </a:lnTo>
                  <a:lnTo>
                    <a:pt x="37287" y="259905"/>
                  </a:lnTo>
                  <a:lnTo>
                    <a:pt x="36703" y="259753"/>
                  </a:lnTo>
                  <a:lnTo>
                    <a:pt x="35394" y="259842"/>
                  </a:lnTo>
                  <a:lnTo>
                    <a:pt x="34086" y="259918"/>
                  </a:lnTo>
                  <a:lnTo>
                    <a:pt x="33032" y="260311"/>
                  </a:lnTo>
                  <a:lnTo>
                    <a:pt x="33058" y="261112"/>
                  </a:lnTo>
                  <a:lnTo>
                    <a:pt x="19748" y="245567"/>
                  </a:lnTo>
                  <a:lnTo>
                    <a:pt x="20802" y="245808"/>
                  </a:lnTo>
                  <a:lnTo>
                    <a:pt x="23431" y="245643"/>
                  </a:lnTo>
                  <a:lnTo>
                    <a:pt x="24015" y="245427"/>
                  </a:lnTo>
                  <a:lnTo>
                    <a:pt x="23888" y="246126"/>
                  </a:lnTo>
                  <a:lnTo>
                    <a:pt x="23964" y="247662"/>
                  </a:lnTo>
                  <a:lnTo>
                    <a:pt x="24041" y="249186"/>
                  </a:lnTo>
                  <a:lnTo>
                    <a:pt x="24371" y="250418"/>
                  </a:lnTo>
                  <a:lnTo>
                    <a:pt x="25069" y="250367"/>
                  </a:lnTo>
                  <a:lnTo>
                    <a:pt x="25285" y="249110"/>
                  </a:lnTo>
                  <a:lnTo>
                    <a:pt x="25133" y="246049"/>
                  </a:lnTo>
                  <a:lnTo>
                    <a:pt x="24942" y="245376"/>
                  </a:lnTo>
                  <a:lnTo>
                    <a:pt x="25565" y="245516"/>
                  </a:lnTo>
                  <a:lnTo>
                    <a:pt x="26873" y="245427"/>
                  </a:lnTo>
                  <a:lnTo>
                    <a:pt x="28181" y="245338"/>
                  </a:lnTo>
                  <a:lnTo>
                    <a:pt x="29235" y="244957"/>
                  </a:lnTo>
                  <a:lnTo>
                    <a:pt x="29197" y="244144"/>
                  </a:lnTo>
                  <a:lnTo>
                    <a:pt x="28117" y="243890"/>
                  </a:lnTo>
                  <a:lnTo>
                    <a:pt x="25488" y="244055"/>
                  </a:lnTo>
                  <a:lnTo>
                    <a:pt x="24866" y="244284"/>
                  </a:lnTo>
                  <a:lnTo>
                    <a:pt x="24993" y="243573"/>
                  </a:lnTo>
                  <a:lnTo>
                    <a:pt x="24930" y="242036"/>
                  </a:lnTo>
                  <a:lnTo>
                    <a:pt x="24853" y="240512"/>
                  </a:lnTo>
                  <a:lnTo>
                    <a:pt x="24511" y="239280"/>
                  </a:lnTo>
                  <a:lnTo>
                    <a:pt x="24371" y="239293"/>
                  </a:lnTo>
                  <a:lnTo>
                    <a:pt x="37376" y="224129"/>
                  </a:lnTo>
                  <a:lnTo>
                    <a:pt x="37211" y="225094"/>
                  </a:lnTo>
                  <a:lnTo>
                    <a:pt x="37350" y="228155"/>
                  </a:lnTo>
                  <a:lnTo>
                    <a:pt x="37528" y="228841"/>
                  </a:lnTo>
                  <a:lnTo>
                    <a:pt x="36957" y="228688"/>
                  </a:lnTo>
                  <a:lnTo>
                    <a:pt x="35648" y="228777"/>
                  </a:lnTo>
                  <a:lnTo>
                    <a:pt x="34340" y="228866"/>
                  </a:lnTo>
                  <a:lnTo>
                    <a:pt x="33286" y="229247"/>
                  </a:lnTo>
                  <a:lnTo>
                    <a:pt x="33324" y="230060"/>
                  </a:lnTo>
                  <a:lnTo>
                    <a:pt x="34404" y="230314"/>
                  </a:lnTo>
                  <a:lnTo>
                    <a:pt x="37033" y="230149"/>
                  </a:lnTo>
                  <a:lnTo>
                    <a:pt x="37604" y="229946"/>
                  </a:lnTo>
                  <a:lnTo>
                    <a:pt x="37490" y="230644"/>
                  </a:lnTo>
                  <a:lnTo>
                    <a:pt x="37566" y="232168"/>
                  </a:lnTo>
                  <a:lnTo>
                    <a:pt x="37642" y="233692"/>
                  </a:lnTo>
                  <a:lnTo>
                    <a:pt x="37973" y="234924"/>
                  </a:lnTo>
                  <a:lnTo>
                    <a:pt x="38658" y="234886"/>
                  </a:lnTo>
                  <a:lnTo>
                    <a:pt x="38887" y="233629"/>
                  </a:lnTo>
                  <a:lnTo>
                    <a:pt x="38735" y="230555"/>
                  </a:lnTo>
                  <a:lnTo>
                    <a:pt x="38544" y="229870"/>
                  </a:lnTo>
                  <a:lnTo>
                    <a:pt x="39166" y="230022"/>
                  </a:lnTo>
                  <a:lnTo>
                    <a:pt x="40474" y="229933"/>
                  </a:lnTo>
                  <a:lnTo>
                    <a:pt x="41783" y="229844"/>
                  </a:lnTo>
                  <a:lnTo>
                    <a:pt x="42837" y="229463"/>
                  </a:lnTo>
                  <a:lnTo>
                    <a:pt x="51562" y="239522"/>
                  </a:lnTo>
                  <a:lnTo>
                    <a:pt x="50901" y="239547"/>
                  </a:lnTo>
                  <a:lnTo>
                    <a:pt x="50673" y="240804"/>
                  </a:lnTo>
                  <a:lnTo>
                    <a:pt x="50825" y="243878"/>
                  </a:lnTo>
                  <a:lnTo>
                    <a:pt x="51003" y="244551"/>
                  </a:lnTo>
                  <a:lnTo>
                    <a:pt x="50431" y="244411"/>
                  </a:lnTo>
                  <a:lnTo>
                    <a:pt x="49123" y="244487"/>
                  </a:lnTo>
                  <a:lnTo>
                    <a:pt x="47815" y="244576"/>
                  </a:lnTo>
                  <a:lnTo>
                    <a:pt x="46748" y="244957"/>
                  </a:lnTo>
                  <a:lnTo>
                    <a:pt x="46799" y="245770"/>
                  </a:lnTo>
                  <a:lnTo>
                    <a:pt x="47879" y="246037"/>
                  </a:lnTo>
                  <a:lnTo>
                    <a:pt x="50507" y="245859"/>
                  </a:lnTo>
                  <a:lnTo>
                    <a:pt x="51079" y="245656"/>
                  </a:lnTo>
                  <a:lnTo>
                    <a:pt x="50965" y="246354"/>
                  </a:lnTo>
                  <a:lnTo>
                    <a:pt x="51041" y="247878"/>
                  </a:lnTo>
                  <a:lnTo>
                    <a:pt x="51104" y="249415"/>
                  </a:lnTo>
                  <a:lnTo>
                    <a:pt x="51447" y="250634"/>
                  </a:lnTo>
                  <a:lnTo>
                    <a:pt x="51650" y="250634"/>
                  </a:lnTo>
                  <a:lnTo>
                    <a:pt x="51650" y="239788"/>
                  </a:lnTo>
                  <a:lnTo>
                    <a:pt x="51587" y="239560"/>
                  </a:lnTo>
                  <a:lnTo>
                    <a:pt x="55575" y="244208"/>
                  </a:lnTo>
                  <a:lnTo>
                    <a:pt x="55575" y="239839"/>
                  </a:lnTo>
                  <a:lnTo>
                    <a:pt x="42087" y="224104"/>
                  </a:lnTo>
                  <a:lnTo>
                    <a:pt x="42087" y="228498"/>
                  </a:lnTo>
                  <a:lnTo>
                    <a:pt x="41719" y="228396"/>
                  </a:lnTo>
                  <a:lnTo>
                    <a:pt x="39090" y="228561"/>
                  </a:lnTo>
                  <a:lnTo>
                    <a:pt x="38468" y="228803"/>
                  </a:lnTo>
                  <a:lnTo>
                    <a:pt x="38595" y="228079"/>
                  </a:lnTo>
                  <a:lnTo>
                    <a:pt x="38531" y="226542"/>
                  </a:lnTo>
                  <a:lnTo>
                    <a:pt x="38455" y="225018"/>
                  </a:lnTo>
                  <a:lnTo>
                    <a:pt x="38125" y="223850"/>
                  </a:lnTo>
                  <a:lnTo>
                    <a:pt x="42087" y="228498"/>
                  </a:lnTo>
                  <a:lnTo>
                    <a:pt x="42087" y="224104"/>
                  </a:lnTo>
                  <a:lnTo>
                    <a:pt x="41617" y="223545"/>
                  </a:lnTo>
                  <a:lnTo>
                    <a:pt x="38074" y="219417"/>
                  </a:lnTo>
                  <a:lnTo>
                    <a:pt x="38074" y="223799"/>
                  </a:lnTo>
                  <a:lnTo>
                    <a:pt x="37630" y="223824"/>
                  </a:lnTo>
                  <a:lnTo>
                    <a:pt x="37871" y="223545"/>
                  </a:lnTo>
                  <a:lnTo>
                    <a:pt x="38074" y="223799"/>
                  </a:lnTo>
                  <a:lnTo>
                    <a:pt x="38074" y="219417"/>
                  </a:lnTo>
                  <a:lnTo>
                    <a:pt x="37871" y="219176"/>
                  </a:lnTo>
                  <a:lnTo>
                    <a:pt x="23926" y="235445"/>
                  </a:lnTo>
                  <a:lnTo>
                    <a:pt x="23926" y="244335"/>
                  </a:lnTo>
                  <a:lnTo>
                    <a:pt x="23355" y="244182"/>
                  </a:lnTo>
                  <a:lnTo>
                    <a:pt x="22047" y="244271"/>
                  </a:lnTo>
                  <a:lnTo>
                    <a:pt x="20739" y="244360"/>
                  </a:lnTo>
                  <a:lnTo>
                    <a:pt x="19710" y="244741"/>
                  </a:lnTo>
                  <a:lnTo>
                    <a:pt x="19710" y="245529"/>
                  </a:lnTo>
                  <a:lnTo>
                    <a:pt x="19380" y="245122"/>
                  </a:lnTo>
                  <a:lnTo>
                    <a:pt x="19685" y="244767"/>
                  </a:lnTo>
                  <a:lnTo>
                    <a:pt x="19710" y="245529"/>
                  </a:lnTo>
                  <a:lnTo>
                    <a:pt x="19710" y="244741"/>
                  </a:lnTo>
                  <a:lnTo>
                    <a:pt x="23685" y="240093"/>
                  </a:lnTo>
                  <a:lnTo>
                    <a:pt x="23609" y="240588"/>
                  </a:lnTo>
                  <a:lnTo>
                    <a:pt x="23749" y="243649"/>
                  </a:lnTo>
                  <a:lnTo>
                    <a:pt x="23926" y="244335"/>
                  </a:lnTo>
                  <a:lnTo>
                    <a:pt x="23926" y="235445"/>
                  </a:lnTo>
                  <a:lnTo>
                    <a:pt x="17500" y="242938"/>
                  </a:lnTo>
                  <a:lnTo>
                    <a:pt x="15633" y="240766"/>
                  </a:lnTo>
                  <a:lnTo>
                    <a:pt x="15633" y="245122"/>
                  </a:lnTo>
                  <a:lnTo>
                    <a:pt x="11493" y="249948"/>
                  </a:lnTo>
                  <a:lnTo>
                    <a:pt x="11607" y="249339"/>
                  </a:lnTo>
                  <a:lnTo>
                    <a:pt x="11455" y="246265"/>
                  </a:lnTo>
                  <a:lnTo>
                    <a:pt x="11264" y="245579"/>
                  </a:lnTo>
                  <a:lnTo>
                    <a:pt x="11887" y="245732"/>
                  </a:lnTo>
                  <a:lnTo>
                    <a:pt x="13195" y="245643"/>
                  </a:lnTo>
                  <a:lnTo>
                    <a:pt x="14503" y="245567"/>
                  </a:lnTo>
                  <a:lnTo>
                    <a:pt x="15557" y="245173"/>
                  </a:lnTo>
                  <a:lnTo>
                    <a:pt x="15544" y="245033"/>
                  </a:lnTo>
                  <a:lnTo>
                    <a:pt x="15633" y="240766"/>
                  </a:lnTo>
                  <a:lnTo>
                    <a:pt x="14833" y="239826"/>
                  </a:lnTo>
                  <a:lnTo>
                    <a:pt x="14833" y="244208"/>
                  </a:lnTo>
                  <a:lnTo>
                    <a:pt x="14439" y="244106"/>
                  </a:lnTo>
                  <a:lnTo>
                    <a:pt x="11811" y="244271"/>
                  </a:lnTo>
                  <a:lnTo>
                    <a:pt x="11188" y="244513"/>
                  </a:lnTo>
                  <a:lnTo>
                    <a:pt x="11315" y="243789"/>
                  </a:lnTo>
                  <a:lnTo>
                    <a:pt x="11252" y="242265"/>
                  </a:lnTo>
                  <a:lnTo>
                    <a:pt x="11176" y="240728"/>
                  </a:lnTo>
                  <a:lnTo>
                    <a:pt x="10845" y="239560"/>
                  </a:lnTo>
                  <a:lnTo>
                    <a:pt x="14833" y="244208"/>
                  </a:lnTo>
                  <a:lnTo>
                    <a:pt x="14833" y="239826"/>
                  </a:lnTo>
                  <a:lnTo>
                    <a:pt x="0" y="222516"/>
                  </a:lnTo>
                  <a:lnTo>
                    <a:pt x="0" y="226885"/>
                  </a:lnTo>
                  <a:lnTo>
                    <a:pt x="1371" y="228498"/>
                  </a:lnTo>
                  <a:lnTo>
                    <a:pt x="965" y="228396"/>
                  </a:lnTo>
                  <a:lnTo>
                    <a:pt x="0" y="228460"/>
                  </a:lnTo>
                  <a:lnTo>
                    <a:pt x="0" y="229920"/>
                  </a:lnTo>
                  <a:lnTo>
                    <a:pt x="1028" y="229844"/>
                  </a:lnTo>
                  <a:lnTo>
                    <a:pt x="2082" y="229463"/>
                  </a:lnTo>
                  <a:lnTo>
                    <a:pt x="2070" y="229311"/>
                  </a:lnTo>
                  <a:lnTo>
                    <a:pt x="10820" y="239522"/>
                  </a:lnTo>
                  <a:lnTo>
                    <a:pt x="10147" y="239547"/>
                  </a:lnTo>
                  <a:lnTo>
                    <a:pt x="9931" y="240804"/>
                  </a:lnTo>
                  <a:lnTo>
                    <a:pt x="10071" y="243878"/>
                  </a:lnTo>
                  <a:lnTo>
                    <a:pt x="10248" y="244551"/>
                  </a:lnTo>
                  <a:lnTo>
                    <a:pt x="9677" y="244411"/>
                  </a:lnTo>
                  <a:lnTo>
                    <a:pt x="8369" y="244487"/>
                  </a:lnTo>
                  <a:lnTo>
                    <a:pt x="7061" y="244576"/>
                  </a:lnTo>
                  <a:lnTo>
                    <a:pt x="6007" y="244957"/>
                  </a:lnTo>
                  <a:lnTo>
                    <a:pt x="6045" y="245770"/>
                  </a:lnTo>
                  <a:lnTo>
                    <a:pt x="7124" y="246037"/>
                  </a:lnTo>
                  <a:lnTo>
                    <a:pt x="9753" y="245859"/>
                  </a:lnTo>
                  <a:lnTo>
                    <a:pt x="10325" y="245656"/>
                  </a:lnTo>
                  <a:lnTo>
                    <a:pt x="10210" y="246354"/>
                  </a:lnTo>
                  <a:lnTo>
                    <a:pt x="10287" y="247878"/>
                  </a:lnTo>
                  <a:lnTo>
                    <a:pt x="10363" y="249415"/>
                  </a:lnTo>
                  <a:lnTo>
                    <a:pt x="10693" y="250634"/>
                  </a:lnTo>
                  <a:lnTo>
                    <a:pt x="10909" y="250634"/>
                  </a:lnTo>
                  <a:lnTo>
                    <a:pt x="0" y="263359"/>
                  </a:lnTo>
                  <a:lnTo>
                    <a:pt x="0" y="267728"/>
                  </a:lnTo>
                  <a:lnTo>
                    <a:pt x="17500" y="247319"/>
                  </a:lnTo>
                  <a:lnTo>
                    <a:pt x="37871" y="271068"/>
                  </a:lnTo>
                  <a:lnTo>
                    <a:pt x="41617" y="266700"/>
                  </a:lnTo>
                  <a:lnTo>
                    <a:pt x="58839" y="246621"/>
                  </a:lnTo>
                  <a:lnTo>
                    <a:pt x="79806" y="271068"/>
                  </a:lnTo>
                  <a:lnTo>
                    <a:pt x="83553" y="266700"/>
                  </a:lnTo>
                  <a:lnTo>
                    <a:pt x="102057" y="245122"/>
                  </a:lnTo>
                  <a:close/>
                </a:path>
                <a:path w="118109" h="271145">
                  <a:moveTo>
                    <a:pt x="105473" y="5676"/>
                  </a:moveTo>
                  <a:lnTo>
                    <a:pt x="105422" y="4864"/>
                  </a:lnTo>
                  <a:lnTo>
                    <a:pt x="104343" y="4610"/>
                  </a:lnTo>
                  <a:lnTo>
                    <a:pt x="101714" y="4775"/>
                  </a:lnTo>
                  <a:lnTo>
                    <a:pt x="101104" y="5016"/>
                  </a:lnTo>
                  <a:lnTo>
                    <a:pt x="101231" y="4292"/>
                  </a:lnTo>
                  <a:lnTo>
                    <a:pt x="101155" y="2755"/>
                  </a:lnTo>
                  <a:lnTo>
                    <a:pt x="101079" y="1231"/>
                  </a:lnTo>
                  <a:lnTo>
                    <a:pt x="100749" y="0"/>
                  </a:lnTo>
                  <a:lnTo>
                    <a:pt x="100063" y="50"/>
                  </a:lnTo>
                  <a:lnTo>
                    <a:pt x="99834" y="1308"/>
                  </a:lnTo>
                  <a:lnTo>
                    <a:pt x="99987" y="4368"/>
                  </a:lnTo>
                  <a:lnTo>
                    <a:pt x="100164" y="5054"/>
                  </a:lnTo>
                  <a:lnTo>
                    <a:pt x="99593" y="4902"/>
                  </a:lnTo>
                  <a:lnTo>
                    <a:pt x="98285" y="4991"/>
                  </a:lnTo>
                  <a:lnTo>
                    <a:pt x="96977" y="5080"/>
                  </a:lnTo>
                  <a:lnTo>
                    <a:pt x="95910" y="5461"/>
                  </a:lnTo>
                  <a:lnTo>
                    <a:pt x="95961" y="6273"/>
                  </a:lnTo>
                  <a:lnTo>
                    <a:pt x="97040" y="6527"/>
                  </a:lnTo>
                  <a:lnTo>
                    <a:pt x="99669" y="6362"/>
                  </a:lnTo>
                  <a:lnTo>
                    <a:pt x="100241" y="6159"/>
                  </a:lnTo>
                  <a:lnTo>
                    <a:pt x="100126" y="6858"/>
                  </a:lnTo>
                  <a:lnTo>
                    <a:pt x="100203" y="8382"/>
                  </a:lnTo>
                  <a:lnTo>
                    <a:pt x="100266" y="9906"/>
                  </a:lnTo>
                  <a:lnTo>
                    <a:pt x="100609" y="11137"/>
                  </a:lnTo>
                  <a:lnTo>
                    <a:pt x="101295" y="11099"/>
                  </a:lnTo>
                  <a:lnTo>
                    <a:pt x="101511" y="9842"/>
                  </a:lnTo>
                  <a:lnTo>
                    <a:pt x="101371" y="6769"/>
                  </a:lnTo>
                  <a:lnTo>
                    <a:pt x="101168" y="6096"/>
                  </a:lnTo>
                  <a:lnTo>
                    <a:pt x="101790" y="6235"/>
                  </a:lnTo>
                  <a:lnTo>
                    <a:pt x="103098" y="6146"/>
                  </a:lnTo>
                  <a:lnTo>
                    <a:pt x="104406" y="6057"/>
                  </a:lnTo>
                  <a:lnTo>
                    <a:pt x="105473" y="5676"/>
                  </a:lnTo>
                  <a:close/>
                </a:path>
                <a:path w="118109" h="271145">
                  <a:moveTo>
                    <a:pt x="117652" y="20332"/>
                  </a:moveTo>
                  <a:lnTo>
                    <a:pt x="115189" y="20485"/>
                  </a:lnTo>
                  <a:lnTo>
                    <a:pt x="114147" y="20878"/>
                  </a:lnTo>
                  <a:lnTo>
                    <a:pt x="114160" y="21285"/>
                  </a:lnTo>
                  <a:lnTo>
                    <a:pt x="114134" y="20878"/>
                  </a:lnTo>
                  <a:lnTo>
                    <a:pt x="113055" y="20624"/>
                  </a:lnTo>
                  <a:lnTo>
                    <a:pt x="111747" y="20701"/>
                  </a:lnTo>
                  <a:lnTo>
                    <a:pt x="110439" y="20789"/>
                  </a:lnTo>
                  <a:lnTo>
                    <a:pt x="109385" y="21170"/>
                  </a:lnTo>
                  <a:lnTo>
                    <a:pt x="109423" y="21983"/>
                  </a:lnTo>
                  <a:lnTo>
                    <a:pt x="110502" y="22250"/>
                  </a:lnTo>
                  <a:lnTo>
                    <a:pt x="113131" y="22072"/>
                  </a:lnTo>
                  <a:lnTo>
                    <a:pt x="113715" y="21869"/>
                  </a:lnTo>
                  <a:lnTo>
                    <a:pt x="113588" y="22567"/>
                  </a:lnTo>
                  <a:lnTo>
                    <a:pt x="113665" y="24091"/>
                  </a:lnTo>
                  <a:lnTo>
                    <a:pt x="113741" y="25628"/>
                  </a:lnTo>
                  <a:lnTo>
                    <a:pt x="114071" y="26847"/>
                  </a:lnTo>
                  <a:lnTo>
                    <a:pt x="114769" y="26809"/>
                  </a:lnTo>
                  <a:lnTo>
                    <a:pt x="114985" y="25552"/>
                  </a:lnTo>
                  <a:lnTo>
                    <a:pt x="114846" y="22479"/>
                  </a:lnTo>
                  <a:lnTo>
                    <a:pt x="114642" y="21805"/>
                  </a:lnTo>
                  <a:lnTo>
                    <a:pt x="115265" y="21945"/>
                  </a:lnTo>
                  <a:lnTo>
                    <a:pt x="117652" y="21793"/>
                  </a:lnTo>
                  <a:lnTo>
                    <a:pt x="117652" y="20332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 descr=""/>
            <p:cNvSpPr/>
            <p:nvPr/>
          </p:nvSpPr>
          <p:spPr>
            <a:xfrm>
              <a:off x="10570934" y="7177716"/>
              <a:ext cx="118110" cy="117475"/>
            </a:xfrm>
            <a:custGeom>
              <a:avLst/>
              <a:gdLst/>
              <a:ahLst/>
              <a:cxnLst/>
              <a:rect l="l" t="t" r="r" b="b"/>
              <a:pathLst>
                <a:path w="118109" h="117475">
                  <a:moveTo>
                    <a:pt x="39979" y="25946"/>
                  </a:moveTo>
                  <a:lnTo>
                    <a:pt x="36233" y="21590"/>
                  </a:lnTo>
                  <a:lnTo>
                    <a:pt x="36233" y="25946"/>
                  </a:lnTo>
                  <a:lnTo>
                    <a:pt x="32092" y="30772"/>
                  </a:lnTo>
                  <a:lnTo>
                    <a:pt x="32207" y="30162"/>
                  </a:lnTo>
                  <a:lnTo>
                    <a:pt x="32067" y="27101"/>
                  </a:lnTo>
                  <a:lnTo>
                    <a:pt x="31864" y="26416"/>
                  </a:lnTo>
                  <a:lnTo>
                    <a:pt x="32486" y="26555"/>
                  </a:lnTo>
                  <a:lnTo>
                    <a:pt x="33794" y="26479"/>
                  </a:lnTo>
                  <a:lnTo>
                    <a:pt x="35102" y="26390"/>
                  </a:lnTo>
                  <a:lnTo>
                    <a:pt x="36156" y="26009"/>
                  </a:lnTo>
                  <a:lnTo>
                    <a:pt x="36144" y="25857"/>
                  </a:lnTo>
                  <a:lnTo>
                    <a:pt x="36233" y="21590"/>
                  </a:lnTo>
                  <a:lnTo>
                    <a:pt x="35445" y="20662"/>
                  </a:lnTo>
                  <a:lnTo>
                    <a:pt x="35445" y="25044"/>
                  </a:lnTo>
                  <a:lnTo>
                    <a:pt x="35039" y="24942"/>
                  </a:lnTo>
                  <a:lnTo>
                    <a:pt x="32410" y="25107"/>
                  </a:lnTo>
                  <a:lnTo>
                    <a:pt x="31800" y="25336"/>
                  </a:lnTo>
                  <a:lnTo>
                    <a:pt x="31927" y="24625"/>
                  </a:lnTo>
                  <a:lnTo>
                    <a:pt x="31851" y="23088"/>
                  </a:lnTo>
                  <a:lnTo>
                    <a:pt x="31775" y="21564"/>
                  </a:lnTo>
                  <a:lnTo>
                    <a:pt x="31445" y="20383"/>
                  </a:lnTo>
                  <a:lnTo>
                    <a:pt x="35445" y="25044"/>
                  </a:lnTo>
                  <a:lnTo>
                    <a:pt x="35445" y="20662"/>
                  </a:lnTo>
                  <a:lnTo>
                    <a:pt x="21945" y="4927"/>
                  </a:lnTo>
                  <a:lnTo>
                    <a:pt x="21945" y="9321"/>
                  </a:lnTo>
                  <a:lnTo>
                    <a:pt x="21577" y="9220"/>
                  </a:lnTo>
                  <a:lnTo>
                    <a:pt x="18948" y="9398"/>
                  </a:lnTo>
                  <a:lnTo>
                    <a:pt x="18326" y="9626"/>
                  </a:lnTo>
                  <a:lnTo>
                    <a:pt x="18453" y="8902"/>
                  </a:lnTo>
                  <a:lnTo>
                    <a:pt x="18376" y="7378"/>
                  </a:lnTo>
                  <a:lnTo>
                    <a:pt x="18313" y="5854"/>
                  </a:lnTo>
                  <a:lnTo>
                    <a:pt x="17970" y="4673"/>
                  </a:lnTo>
                  <a:lnTo>
                    <a:pt x="21945" y="9321"/>
                  </a:lnTo>
                  <a:lnTo>
                    <a:pt x="21945" y="4927"/>
                  </a:lnTo>
                  <a:lnTo>
                    <a:pt x="21475" y="4368"/>
                  </a:lnTo>
                  <a:lnTo>
                    <a:pt x="17945" y="254"/>
                  </a:lnTo>
                  <a:lnTo>
                    <a:pt x="17945" y="4635"/>
                  </a:lnTo>
                  <a:lnTo>
                    <a:pt x="17487" y="4660"/>
                  </a:lnTo>
                  <a:lnTo>
                    <a:pt x="17729" y="4368"/>
                  </a:lnTo>
                  <a:lnTo>
                    <a:pt x="17945" y="4635"/>
                  </a:lnTo>
                  <a:lnTo>
                    <a:pt x="17945" y="254"/>
                  </a:lnTo>
                  <a:lnTo>
                    <a:pt x="17729" y="0"/>
                  </a:lnTo>
                  <a:lnTo>
                    <a:pt x="0" y="20701"/>
                  </a:lnTo>
                  <a:lnTo>
                    <a:pt x="0" y="25057"/>
                  </a:lnTo>
                  <a:lnTo>
                    <a:pt x="3543" y="20916"/>
                  </a:lnTo>
                  <a:lnTo>
                    <a:pt x="3467" y="21412"/>
                  </a:lnTo>
                  <a:lnTo>
                    <a:pt x="3606" y="24485"/>
                  </a:lnTo>
                  <a:lnTo>
                    <a:pt x="3784" y="25171"/>
                  </a:lnTo>
                  <a:lnTo>
                    <a:pt x="3213" y="25019"/>
                  </a:lnTo>
                  <a:lnTo>
                    <a:pt x="596" y="25184"/>
                  </a:lnTo>
                  <a:lnTo>
                    <a:pt x="0" y="25400"/>
                  </a:lnTo>
                  <a:lnTo>
                    <a:pt x="0" y="26479"/>
                  </a:lnTo>
                  <a:lnTo>
                    <a:pt x="660" y="26644"/>
                  </a:lnTo>
                  <a:lnTo>
                    <a:pt x="3289" y="26479"/>
                  </a:lnTo>
                  <a:lnTo>
                    <a:pt x="3860" y="26263"/>
                  </a:lnTo>
                  <a:lnTo>
                    <a:pt x="3746" y="26962"/>
                  </a:lnTo>
                  <a:lnTo>
                    <a:pt x="3822" y="28486"/>
                  </a:lnTo>
                  <a:lnTo>
                    <a:pt x="3886" y="30022"/>
                  </a:lnTo>
                  <a:lnTo>
                    <a:pt x="4229" y="31242"/>
                  </a:lnTo>
                  <a:lnTo>
                    <a:pt x="4914" y="31203"/>
                  </a:lnTo>
                  <a:lnTo>
                    <a:pt x="5143" y="29946"/>
                  </a:lnTo>
                  <a:lnTo>
                    <a:pt x="4991" y="26873"/>
                  </a:lnTo>
                  <a:lnTo>
                    <a:pt x="4800" y="26200"/>
                  </a:lnTo>
                  <a:lnTo>
                    <a:pt x="5410" y="26339"/>
                  </a:lnTo>
                  <a:lnTo>
                    <a:pt x="6731" y="26263"/>
                  </a:lnTo>
                  <a:lnTo>
                    <a:pt x="8039" y="26174"/>
                  </a:lnTo>
                  <a:lnTo>
                    <a:pt x="9093" y="25781"/>
                  </a:lnTo>
                  <a:lnTo>
                    <a:pt x="9055" y="24980"/>
                  </a:lnTo>
                  <a:lnTo>
                    <a:pt x="7975" y="24714"/>
                  </a:lnTo>
                  <a:lnTo>
                    <a:pt x="5346" y="24879"/>
                  </a:lnTo>
                  <a:lnTo>
                    <a:pt x="4724" y="25120"/>
                  </a:lnTo>
                  <a:lnTo>
                    <a:pt x="4851" y="24396"/>
                  </a:lnTo>
                  <a:lnTo>
                    <a:pt x="4775" y="22872"/>
                  </a:lnTo>
                  <a:lnTo>
                    <a:pt x="4711" y="21336"/>
                  </a:lnTo>
                  <a:lnTo>
                    <a:pt x="4368" y="20116"/>
                  </a:lnTo>
                  <a:lnTo>
                    <a:pt x="4216" y="20129"/>
                  </a:lnTo>
                  <a:lnTo>
                    <a:pt x="17221" y="4953"/>
                  </a:lnTo>
                  <a:lnTo>
                    <a:pt x="17056" y="5918"/>
                  </a:lnTo>
                  <a:lnTo>
                    <a:pt x="17208" y="8991"/>
                  </a:lnTo>
                  <a:lnTo>
                    <a:pt x="17386" y="9677"/>
                  </a:lnTo>
                  <a:lnTo>
                    <a:pt x="16814" y="9525"/>
                  </a:lnTo>
                  <a:lnTo>
                    <a:pt x="15506" y="9613"/>
                  </a:lnTo>
                  <a:lnTo>
                    <a:pt x="14198" y="9690"/>
                  </a:lnTo>
                  <a:lnTo>
                    <a:pt x="13144" y="10083"/>
                  </a:lnTo>
                  <a:lnTo>
                    <a:pt x="13182" y="10883"/>
                  </a:lnTo>
                  <a:lnTo>
                    <a:pt x="14262" y="11150"/>
                  </a:lnTo>
                  <a:lnTo>
                    <a:pt x="16891" y="10985"/>
                  </a:lnTo>
                  <a:lnTo>
                    <a:pt x="17462" y="10769"/>
                  </a:lnTo>
                  <a:lnTo>
                    <a:pt x="17348" y="11468"/>
                  </a:lnTo>
                  <a:lnTo>
                    <a:pt x="17424" y="13004"/>
                  </a:lnTo>
                  <a:lnTo>
                    <a:pt x="17487" y="14528"/>
                  </a:lnTo>
                  <a:lnTo>
                    <a:pt x="17830" y="15748"/>
                  </a:lnTo>
                  <a:lnTo>
                    <a:pt x="18516" y="15709"/>
                  </a:lnTo>
                  <a:lnTo>
                    <a:pt x="18745" y="14452"/>
                  </a:lnTo>
                  <a:lnTo>
                    <a:pt x="18592" y="11391"/>
                  </a:lnTo>
                  <a:lnTo>
                    <a:pt x="18402" y="10706"/>
                  </a:lnTo>
                  <a:lnTo>
                    <a:pt x="19011" y="10845"/>
                  </a:lnTo>
                  <a:lnTo>
                    <a:pt x="20320" y="10769"/>
                  </a:lnTo>
                  <a:lnTo>
                    <a:pt x="21640" y="10680"/>
                  </a:lnTo>
                  <a:lnTo>
                    <a:pt x="22694" y="10299"/>
                  </a:lnTo>
                  <a:lnTo>
                    <a:pt x="22682" y="10172"/>
                  </a:lnTo>
                  <a:lnTo>
                    <a:pt x="31419" y="20345"/>
                  </a:lnTo>
                  <a:lnTo>
                    <a:pt x="30759" y="20383"/>
                  </a:lnTo>
                  <a:lnTo>
                    <a:pt x="30530" y="21640"/>
                  </a:lnTo>
                  <a:lnTo>
                    <a:pt x="30683" y="24701"/>
                  </a:lnTo>
                  <a:lnTo>
                    <a:pt x="30861" y="25387"/>
                  </a:lnTo>
                  <a:lnTo>
                    <a:pt x="30289" y="25234"/>
                  </a:lnTo>
                  <a:lnTo>
                    <a:pt x="28981" y="25323"/>
                  </a:lnTo>
                  <a:lnTo>
                    <a:pt x="27660" y="25412"/>
                  </a:lnTo>
                  <a:lnTo>
                    <a:pt x="26606" y="25793"/>
                  </a:lnTo>
                  <a:lnTo>
                    <a:pt x="26657" y="26606"/>
                  </a:lnTo>
                  <a:lnTo>
                    <a:pt x="27724" y="26860"/>
                  </a:lnTo>
                  <a:lnTo>
                    <a:pt x="30353" y="26695"/>
                  </a:lnTo>
                  <a:lnTo>
                    <a:pt x="30937" y="26479"/>
                  </a:lnTo>
                  <a:lnTo>
                    <a:pt x="30822" y="27178"/>
                  </a:lnTo>
                  <a:lnTo>
                    <a:pt x="30886" y="28714"/>
                  </a:lnTo>
                  <a:lnTo>
                    <a:pt x="30962" y="30238"/>
                  </a:lnTo>
                  <a:lnTo>
                    <a:pt x="31305" y="31470"/>
                  </a:lnTo>
                  <a:lnTo>
                    <a:pt x="31508" y="31457"/>
                  </a:lnTo>
                  <a:lnTo>
                    <a:pt x="17729" y="47536"/>
                  </a:lnTo>
                  <a:lnTo>
                    <a:pt x="12941" y="41960"/>
                  </a:lnTo>
                  <a:lnTo>
                    <a:pt x="14008" y="42214"/>
                  </a:lnTo>
                  <a:lnTo>
                    <a:pt x="16637" y="42037"/>
                  </a:lnTo>
                  <a:lnTo>
                    <a:pt x="17208" y="41833"/>
                  </a:lnTo>
                  <a:lnTo>
                    <a:pt x="17094" y="42532"/>
                  </a:lnTo>
                  <a:lnTo>
                    <a:pt x="17170" y="44056"/>
                  </a:lnTo>
                  <a:lnTo>
                    <a:pt x="17233" y="45593"/>
                  </a:lnTo>
                  <a:lnTo>
                    <a:pt x="17576" y="46812"/>
                  </a:lnTo>
                  <a:lnTo>
                    <a:pt x="18262" y="46774"/>
                  </a:lnTo>
                  <a:lnTo>
                    <a:pt x="18478" y="45516"/>
                  </a:lnTo>
                  <a:lnTo>
                    <a:pt x="18338" y="42443"/>
                  </a:lnTo>
                  <a:lnTo>
                    <a:pt x="18148" y="41770"/>
                  </a:lnTo>
                  <a:lnTo>
                    <a:pt x="18757" y="41910"/>
                  </a:lnTo>
                  <a:lnTo>
                    <a:pt x="20066" y="41821"/>
                  </a:lnTo>
                  <a:lnTo>
                    <a:pt x="21374" y="41744"/>
                  </a:lnTo>
                  <a:lnTo>
                    <a:pt x="22440" y="41351"/>
                  </a:lnTo>
                  <a:lnTo>
                    <a:pt x="22390" y="40551"/>
                  </a:lnTo>
                  <a:lnTo>
                    <a:pt x="21323" y="40284"/>
                  </a:lnTo>
                  <a:lnTo>
                    <a:pt x="18694" y="40449"/>
                  </a:lnTo>
                  <a:lnTo>
                    <a:pt x="18072" y="40690"/>
                  </a:lnTo>
                  <a:lnTo>
                    <a:pt x="18199" y="39966"/>
                  </a:lnTo>
                  <a:lnTo>
                    <a:pt x="18122" y="38442"/>
                  </a:lnTo>
                  <a:lnTo>
                    <a:pt x="18059" y="36906"/>
                  </a:lnTo>
                  <a:lnTo>
                    <a:pt x="17716" y="35687"/>
                  </a:lnTo>
                  <a:lnTo>
                    <a:pt x="17030" y="35725"/>
                  </a:lnTo>
                  <a:lnTo>
                    <a:pt x="16802" y="36982"/>
                  </a:lnTo>
                  <a:lnTo>
                    <a:pt x="16954" y="40055"/>
                  </a:lnTo>
                  <a:lnTo>
                    <a:pt x="17132" y="40728"/>
                  </a:lnTo>
                  <a:lnTo>
                    <a:pt x="16560" y="40589"/>
                  </a:lnTo>
                  <a:lnTo>
                    <a:pt x="15252" y="40665"/>
                  </a:lnTo>
                  <a:lnTo>
                    <a:pt x="13944" y="40754"/>
                  </a:lnTo>
                  <a:lnTo>
                    <a:pt x="12877" y="41135"/>
                  </a:lnTo>
                  <a:lnTo>
                    <a:pt x="12915" y="41935"/>
                  </a:lnTo>
                  <a:lnTo>
                    <a:pt x="0" y="26847"/>
                  </a:lnTo>
                  <a:lnTo>
                    <a:pt x="0" y="31203"/>
                  </a:lnTo>
                  <a:lnTo>
                    <a:pt x="17729" y="51892"/>
                  </a:lnTo>
                  <a:lnTo>
                    <a:pt x="21475" y="47536"/>
                  </a:lnTo>
                  <a:lnTo>
                    <a:pt x="39979" y="25946"/>
                  </a:lnTo>
                  <a:close/>
                </a:path>
                <a:path w="118109" h="117475">
                  <a:moveTo>
                    <a:pt x="63830" y="106375"/>
                  </a:moveTo>
                  <a:lnTo>
                    <a:pt x="63779" y="105562"/>
                  </a:lnTo>
                  <a:lnTo>
                    <a:pt x="62699" y="105308"/>
                  </a:lnTo>
                  <a:lnTo>
                    <a:pt x="60071" y="105473"/>
                  </a:lnTo>
                  <a:lnTo>
                    <a:pt x="59461" y="105702"/>
                  </a:lnTo>
                  <a:lnTo>
                    <a:pt x="59588" y="104990"/>
                  </a:lnTo>
                  <a:lnTo>
                    <a:pt x="59512" y="103454"/>
                  </a:lnTo>
                  <a:lnTo>
                    <a:pt x="59436" y="101930"/>
                  </a:lnTo>
                  <a:lnTo>
                    <a:pt x="59105" y="100698"/>
                  </a:lnTo>
                  <a:lnTo>
                    <a:pt x="58420" y="100749"/>
                  </a:lnTo>
                  <a:lnTo>
                    <a:pt x="58191" y="102006"/>
                  </a:lnTo>
                  <a:lnTo>
                    <a:pt x="58343" y="105067"/>
                  </a:lnTo>
                  <a:lnTo>
                    <a:pt x="58521" y="105752"/>
                  </a:lnTo>
                  <a:lnTo>
                    <a:pt x="57950" y="105600"/>
                  </a:lnTo>
                  <a:lnTo>
                    <a:pt x="56642" y="105689"/>
                  </a:lnTo>
                  <a:lnTo>
                    <a:pt x="55333" y="105778"/>
                  </a:lnTo>
                  <a:lnTo>
                    <a:pt x="54267" y="106159"/>
                  </a:lnTo>
                  <a:lnTo>
                    <a:pt x="54317" y="106972"/>
                  </a:lnTo>
                  <a:lnTo>
                    <a:pt x="55397" y="107226"/>
                  </a:lnTo>
                  <a:lnTo>
                    <a:pt x="58013" y="107061"/>
                  </a:lnTo>
                  <a:lnTo>
                    <a:pt x="58597" y="106857"/>
                  </a:lnTo>
                  <a:lnTo>
                    <a:pt x="58483" y="107556"/>
                  </a:lnTo>
                  <a:lnTo>
                    <a:pt x="58547" y="109080"/>
                  </a:lnTo>
                  <a:lnTo>
                    <a:pt x="58623" y="110604"/>
                  </a:lnTo>
                  <a:lnTo>
                    <a:pt x="58966" y="111836"/>
                  </a:lnTo>
                  <a:lnTo>
                    <a:pt x="59651" y="111785"/>
                  </a:lnTo>
                  <a:lnTo>
                    <a:pt x="59867" y="110528"/>
                  </a:lnTo>
                  <a:lnTo>
                    <a:pt x="59728" y="107467"/>
                  </a:lnTo>
                  <a:lnTo>
                    <a:pt x="59537" y="106794"/>
                  </a:lnTo>
                  <a:lnTo>
                    <a:pt x="60147" y="106934"/>
                  </a:lnTo>
                  <a:lnTo>
                    <a:pt x="61455" y="106845"/>
                  </a:lnTo>
                  <a:lnTo>
                    <a:pt x="62763" y="106756"/>
                  </a:lnTo>
                  <a:lnTo>
                    <a:pt x="63830" y="106375"/>
                  </a:lnTo>
                  <a:close/>
                </a:path>
                <a:path w="118109" h="117475">
                  <a:moveTo>
                    <a:pt x="64084" y="75311"/>
                  </a:moveTo>
                  <a:lnTo>
                    <a:pt x="64033" y="74510"/>
                  </a:lnTo>
                  <a:lnTo>
                    <a:pt x="62953" y="74244"/>
                  </a:lnTo>
                  <a:lnTo>
                    <a:pt x="60337" y="74409"/>
                  </a:lnTo>
                  <a:lnTo>
                    <a:pt x="59715" y="74650"/>
                  </a:lnTo>
                  <a:lnTo>
                    <a:pt x="59842" y="73926"/>
                  </a:lnTo>
                  <a:lnTo>
                    <a:pt x="59766" y="72390"/>
                  </a:lnTo>
                  <a:lnTo>
                    <a:pt x="59690" y="70866"/>
                  </a:lnTo>
                  <a:lnTo>
                    <a:pt x="59359" y="69646"/>
                  </a:lnTo>
                  <a:lnTo>
                    <a:pt x="58674" y="69684"/>
                  </a:lnTo>
                  <a:lnTo>
                    <a:pt x="58445" y="70942"/>
                  </a:lnTo>
                  <a:lnTo>
                    <a:pt x="58597" y="74002"/>
                  </a:lnTo>
                  <a:lnTo>
                    <a:pt x="58775" y="74688"/>
                  </a:lnTo>
                  <a:lnTo>
                    <a:pt x="58204" y="74549"/>
                  </a:lnTo>
                  <a:lnTo>
                    <a:pt x="56896" y="74625"/>
                  </a:lnTo>
                  <a:lnTo>
                    <a:pt x="55587" y="74714"/>
                  </a:lnTo>
                  <a:lnTo>
                    <a:pt x="54521" y="75095"/>
                  </a:lnTo>
                  <a:lnTo>
                    <a:pt x="54571" y="75907"/>
                  </a:lnTo>
                  <a:lnTo>
                    <a:pt x="55651" y="76161"/>
                  </a:lnTo>
                  <a:lnTo>
                    <a:pt x="58280" y="75996"/>
                  </a:lnTo>
                  <a:lnTo>
                    <a:pt x="58851" y="75793"/>
                  </a:lnTo>
                  <a:lnTo>
                    <a:pt x="58737" y="76492"/>
                  </a:lnTo>
                  <a:lnTo>
                    <a:pt x="58813" y="78016"/>
                  </a:lnTo>
                  <a:lnTo>
                    <a:pt x="58877" y="79552"/>
                  </a:lnTo>
                  <a:lnTo>
                    <a:pt x="59220" y="80772"/>
                  </a:lnTo>
                  <a:lnTo>
                    <a:pt x="59905" y="80733"/>
                  </a:lnTo>
                  <a:lnTo>
                    <a:pt x="60121" y="79476"/>
                  </a:lnTo>
                  <a:lnTo>
                    <a:pt x="59982" y="76403"/>
                  </a:lnTo>
                  <a:lnTo>
                    <a:pt x="59791" y="75730"/>
                  </a:lnTo>
                  <a:lnTo>
                    <a:pt x="60401" y="75869"/>
                  </a:lnTo>
                  <a:lnTo>
                    <a:pt x="61709" y="75780"/>
                  </a:lnTo>
                  <a:lnTo>
                    <a:pt x="63017" y="75704"/>
                  </a:lnTo>
                  <a:lnTo>
                    <a:pt x="64084" y="75311"/>
                  </a:lnTo>
                  <a:close/>
                </a:path>
                <a:path w="118109" h="117475">
                  <a:moveTo>
                    <a:pt x="77546" y="91020"/>
                  </a:moveTo>
                  <a:lnTo>
                    <a:pt x="77508" y="90220"/>
                  </a:lnTo>
                  <a:lnTo>
                    <a:pt x="76428" y="89954"/>
                  </a:lnTo>
                  <a:lnTo>
                    <a:pt x="73799" y="90119"/>
                  </a:lnTo>
                  <a:lnTo>
                    <a:pt x="73190" y="90360"/>
                  </a:lnTo>
                  <a:lnTo>
                    <a:pt x="73317" y="89636"/>
                  </a:lnTo>
                  <a:lnTo>
                    <a:pt x="73240" y="88112"/>
                  </a:lnTo>
                  <a:lnTo>
                    <a:pt x="73164" y="86575"/>
                  </a:lnTo>
                  <a:lnTo>
                    <a:pt x="72834" y="85356"/>
                  </a:lnTo>
                  <a:lnTo>
                    <a:pt x="72771" y="90919"/>
                  </a:lnTo>
                  <a:lnTo>
                    <a:pt x="72771" y="85369"/>
                  </a:lnTo>
                  <a:lnTo>
                    <a:pt x="72136" y="85394"/>
                  </a:lnTo>
                  <a:lnTo>
                    <a:pt x="71920" y="86652"/>
                  </a:lnTo>
                  <a:lnTo>
                    <a:pt x="72072" y="89725"/>
                  </a:lnTo>
                  <a:lnTo>
                    <a:pt x="72250" y="90411"/>
                  </a:lnTo>
                  <a:lnTo>
                    <a:pt x="71678" y="90258"/>
                  </a:lnTo>
                  <a:lnTo>
                    <a:pt x="70358" y="90347"/>
                  </a:lnTo>
                  <a:lnTo>
                    <a:pt x="69049" y="90424"/>
                  </a:lnTo>
                  <a:lnTo>
                    <a:pt x="67995" y="90817"/>
                  </a:lnTo>
                  <a:lnTo>
                    <a:pt x="68033" y="91617"/>
                  </a:lnTo>
                  <a:lnTo>
                    <a:pt x="69113" y="91884"/>
                  </a:lnTo>
                  <a:lnTo>
                    <a:pt x="71742" y="91719"/>
                  </a:lnTo>
                  <a:lnTo>
                    <a:pt x="72326" y="91503"/>
                  </a:lnTo>
                  <a:lnTo>
                    <a:pt x="72212" y="92202"/>
                  </a:lnTo>
                  <a:lnTo>
                    <a:pt x="72275" y="93726"/>
                  </a:lnTo>
                  <a:lnTo>
                    <a:pt x="72351" y="95262"/>
                  </a:lnTo>
                  <a:lnTo>
                    <a:pt x="72682" y="96481"/>
                  </a:lnTo>
                  <a:lnTo>
                    <a:pt x="73380" y="96443"/>
                  </a:lnTo>
                  <a:lnTo>
                    <a:pt x="73596" y="95186"/>
                  </a:lnTo>
                  <a:lnTo>
                    <a:pt x="73456" y="92113"/>
                  </a:lnTo>
                  <a:lnTo>
                    <a:pt x="73253" y="91440"/>
                  </a:lnTo>
                  <a:lnTo>
                    <a:pt x="73875" y="91579"/>
                  </a:lnTo>
                  <a:lnTo>
                    <a:pt x="75184" y="91503"/>
                  </a:lnTo>
                  <a:lnTo>
                    <a:pt x="76492" y="91414"/>
                  </a:lnTo>
                  <a:lnTo>
                    <a:pt x="77546" y="91020"/>
                  </a:lnTo>
                  <a:close/>
                </a:path>
                <a:path w="118109" h="117475">
                  <a:moveTo>
                    <a:pt x="102057" y="57556"/>
                  </a:moveTo>
                  <a:lnTo>
                    <a:pt x="98310" y="53200"/>
                  </a:lnTo>
                  <a:lnTo>
                    <a:pt x="98310" y="57556"/>
                  </a:lnTo>
                  <a:lnTo>
                    <a:pt x="79806" y="79133"/>
                  </a:lnTo>
                  <a:lnTo>
                    <a:pt x="75018" y="73571"/>
                  </a:lnTo>
                  <a:lnTo>
                    <a:pt x="76073" y="73812"/>
                  </a:lnTo>
                  <a:lnTo>
                    <a:pt x="78701" y="73647"/>
                  </a:lnTo>
                  <a:lnTo>
                    <a:pt x="79286" y="73444"/>
                  </a:lnTo>
                  <a:lnTo>
                    <a:pt x="79159" y="74142"/>
                  </a:lnTo>
                  <a:lnTo>
                    <a:pt x="79235" y="75666"/>
                  </a:lnTo>
                  <a:lnTo>
                    <a:pt x="79311" y="77190"/>
                  </a:lnTo>
                  <a:lnTo>
                    <a:pt x="79641" y="78422"/>
                  </a:lnTo>
                  <a:lnTo>
                    <a:pt x="80340" y="78384"/>
                  </a:lnTo>
                  <a:lnTo>
                    <a:pt x="80556" y="77127"/>
                  </a:lnTo>
                  <a:lnTo>
                    <a:pt x="80416" y="74053"/>
                  </a:lnTo>
                  <a:lnTo>
                    <a:pt x="80073" y="72834"/>
                  </a:lnTo>
                  <a:lnTo>
                    <a:pt x="79717" y="72872"/>
                  </a:lnTo>
                  <a:lnTo>
                    <a:pt x="80048" y="72834"/>
                  </a:lnTo>
                  <a:lnTo>
                    <a:pt x="80276" y="71577"/>
                  </a:lnTo>
                  <a:lnTo>
                    <a:pt x="80200" y="70040"/>
                  </a:lnTo>
                  <a:lnTo>
                    <a:pt x="80124" y="68516"/>
                  </a:lnTo>
                  <a:lnTo>
                    <a:pt x="79794" y="67297"/>
                  </a:lnTo>
                  <a:lnTo>
                    <a:pt x="79095" y="67335"/>
                  </a:lnTo>
                  <a:lnTo>
                    <a:pt x="78879" y="68592"/>
                  </a:lnTo>
                  <a:lnTo>
                    <a:pt x="79032" y="71653"/>
                  </a:lnTo>
                  <a:lnTo>
                    <a:pt x="79209" y="72339"/>
                  </a:lnTo>
                  <a:lnTo>
                    <a:pt x="78625" y="72199"/>
                  </a:lnTo>
                  <a:lnTo>
                    <a:pt x="77317" y="72275"/>
                  </a:lnTo>
                  <a:lnTo>
                    <a:pt x="76009" y="72364"/>
                  </a:lnTo>
                  <a:lnTo>
                    <a:pt x="74955" y="72745"/>
                  </a:lnTo>
                  <a:lnTo>
                    <a:pt x="74980" y="73533"/>
                  </a:lnTo>
                  <a:lnTo>
                    <a:pt x="61671" y="58000"/>
                  </a:lnTo>
                  <a:lnTo>
                    <a:pt x="62725" y="58254"/>
                  </a:lnTo>
                  <a:lnTo>
                    <a:pt x="65354" y="58077"/>
                  </a:lnTo>
                  <a:lnTo>
                    <a:pt x="65938" y="57873"/>
                  </a:lnTo>
                  <a:lnTo>
                    <a:pt x="65811" y="58572"/>
                  </a:lnTo>
                  <a:lnTo>
                    <a:pt x="65887" y="60096"/>
                  </a:lnTo>
                  <a:lnTo>
                    <a:pt x="65963" y="61633"/>
                  </a:lnTo>
                  <a:lnTo>
                    <a:pt x="66294" y="62852"/>
                  </a:lnTo>
                  <a:lnTo>
                    <a:pt x="66992" y="62814"/>
                  </a:lnTo>
                  <a:lnTo>
                    <a:pt x="67208" y="61556"/>
                  </a:lnTo>
                  <a:lnTo>
                    <a:pt x="67068" y="58483"/>
                  </a:lnTo>
                  <a:lnTo>
                    <a:pt x="66865" y="57810"/>
                  </a:lnTo>
                  <a:lnTo>
                    <a:pt x="67487" y="57950"/>
                  </a:lnTo>
                  <a:lnTo>
                    <a:pt x="68795" y="57861"/>
                  </a:lnTo>
                  <a:lnTo>
                    <a:pt x="70104" y="57785"/>
                  </a:lnTo>
                  <a:lnTo>
                    <a:pt x="71158" y="57391"/>
                  </a:lnTo>
                  <a:lnTo>
                    <a:pt x="71120" y="56591"/>
                  </a:lnTo>
                  <a:lnTo>
                    <a:pt x="70040" y="56324"/>
                  </a:lnTo>
                  <a:lnTo>
                    <a:pt x="67411" y="56489"/>
                  </a:lnTo>
                  <a:lnTo>
                    <a:pt x="66789" y="56730"/>
                  </a:lnTo>
                  <a:lnTo>
                    <a:pt x="66929" y="56007"/>
                  </a:lnTo>
                  <a:lnTo>
                    <a:pt x="66852" y="54483"/>
                  </a:lnTo>
                  <a:lnTo>
                    <a:pt x="66776" y="52946"/>
                  </a:lnTo>
                  <a:lnTo>
                    <a:pt x="66446" y="51727"/>
                  </a:lnTo>
                  <a:lnTo>
                    <a:pt x="66382" y="57289"/>
                  </a:lnTo>
                  <a:lnTo>
                    <a:pt x="66382" y="51739"/>
                  </a:lnTo>
                  <a:lnTo>
                    <a:pt x="79806" y="35979"/>
                  </a:lnTo>
                  <a:lnTo>
                    <a:pt x="98310" y="57556"/>
                  </a:lnTo>
                  <a:lnTo>
                    <a:pt x="98310" y="53200"/>
                  </a:lnTo>
                  <a:lnTo>
                    <a:pt x="83553" y="35979"/>
                  </a:lnTo>
                  <a:lnTo>
                    <a:pt x="79806" y="31610"/>
                  </a:lnTo>
                  <a:lnTo>
                    <a:pt x="65862" y="47879"/>
                  </a:lnTo>
                  <a:lnTo>
                    <a:pt x="65862" y="56769"/>
                  </a:lnTo>
                  <a:lnTo>
                    <a:pt x="65290" y="56629"/>
                  </a:lnTo>
                  <a:lnTo>
                    <a:pt x="63969" y="56705"/>
                  </a:lnTo>
                  <a:lnTo>
                    <a:pt x="62661" y="56794"/>
                  </a:lnTo>
                  <a:lnTo>
                    <a:pt x="61633" y="57175"/>
                  </a:lnTo>
                  <a:lnTo>
                    <a:pt x="61633" y="57962"/>
                  </a:lnTo>
                  <a:lnTo>
                    <a:pt x="61302" y="57556"/>
                  </a:lnTo>
                  <a:lnTo>
                    <a:pt x="61607" y="57200"/>
                  </a:lnTo>
                  <a:lnTo>
                    <a:pt x="61633" y="57962"/>
                  </a:lnTo>
                  <a:lnTo>
                    <a:pt x="61633" y="57175"/>
                  </a:lnTo>
                  <a:lnTo>
                    <a:pt x="65608" y="52527"/>
                  </a:lnTo>
                  <a:lnTo>
                    <a:pt x="65532" y="53022"/>
                  </a:lnTo>
                  <a:lnTo>
                    <a:pt x="65684" y="56095"/>
                  </a:lnTo>
                  <a:lnTo>
                    <a:pt x="65862" y="56769"/>
                  </a:lnTo>
                  <a:lnTo>
                    <a:pt x="65862" y="47879"/>
                  </a:lnTo>
                  <a:lnTo>
                    <a:pt x="58839" y="56070"/>
                  </a:lnTo>
                  <a:lnTo>
                    <a:pt x="56375" y="53200"/>
                  </a:lnTo>
                  <a:lnTo>
                    <a:pt x="56375" y="57556"/>
                  </a:lnTo>
                  <a:lnTo>
                    <a:pt x="52235" y="62382"/>
                  </a:lnTo>
                  <a:lnTo>
                    <a:pt x="52349" y="61772"/>
                  </a:lnTo>
                  <a:lnTo>
                    <a:pt x="52209" y="58712"/>
                  </a:lnTo>
                  <a:lnTo>
                    <a:pt x="52019" y="58026"/>
                  </a:lnTo>
                  <a:lnTo>
                    <a:pt x="52628" y="58166"/>
                  </a:lnTo>
                  <a:lnTo>
                    <a:pt x="53936" y="58089"/>
                  </a:lnTo>
                  <a:lnTo>
                    <a:pt x="55245" y="58000"/>
                  </a:lnTo>
                  <a:lnTo>
                    <a:pt x="56311" y="57619"/>
                  </a:lnTo>
                  <a:lnTo>
                    <a:pt x="56299" y="57480"/>
                  </a:lnTo>
                  <a:lnTo>
                    <a:pt x="56375" y="53200"/>
                  </a:lnTo>
                  <a:lnTo>
                    <a:pt x="55587" y="52285"/>
                  </a:lnTo>
                  <a:lnTo>
                    <a:pt x="55587" y="56654"/>
                  </a:lnTo>
                  <a:lnTo>
                    <a:pt x="55181" y="56553"/>
                  </a:lnTo>
                  <a:lnTo>
                    <a:pt x="52565" y="56718"/>
                  </a:lnTo>
                  <a:lnTo>
                    <a:pt x="51943" y="56946"/>
                  </a:lnTo>
                  <a:lnTo>
                    <a:pt x="52070" y="56222"/>
                  </a:lnTo>
                  <a:lnTo>
                    <a:pt x="51993" y="54698"/>
                  </a:lnTo>
                  <a:lnTo>
                    <a:pt x="51930" y="53174"/>
                  </a:lnTo>
                  <a:lnTo>
                    <a:pt x="51650" y="52222"/>
                  </a:lnTo>
                  <a:lnTo>
                    <a:pt x="51650" y="63068"/>
                  </a:lnTo>
                  <a:lnTo>
                    <a:pt x="37871" y="79133"/>
                  </a:lnTo>
                  <a:lnTo>
                    <a:pt x="33083" y="73571"/>
                  </a:lnTo>
                  <a:lnTo>
                    <a:pt x="34150" y="73812"/>
                  </a:lnTo>
                  <a:lnTo>
                    <a:pt x="36779" y="73647"/>
                  </a:lnTo>
                  <a:lnTo>
                    <a:pt x="37350" y="73444"/>
                  </a:lnTo>
                  <a:lnTo>
                    <a:pt x="37236" y="74142"/>
                  </a:lnTo>
                  <a:lnTo>
                    <a:pt x="37312" y="75666"/>
                  </a:lnTo>
                  <a:lnTo>
                    <a:pt x="37388" y="77190"/>
                  </a:lnTo>
                  <a:lnTo>
                    <a:pt x="37719" y="78422"/>
                  </a:lnTo>
                  <a:lnTo>
                    <a:pt x="38404" y="78384"/>
                  </a:lnTo>
                  <a:lnTo>
                    <a:pt x="38633" y="77127"/>
                  </a:lnTo>
                  <a:lnTo>
                    <a:pt x="38481" y="74053"/>
                  </a:lnTo>
                  <a:lnTo>
                    <a:pt x="38290" y="73380"/>
                  </a:lnTo>
                  <a:lnTo>
                    <a:pt x="38900" y="73520"/>
                  </a:lnTo>
                  <a:lnTo>
                    <a:pt x="40220" y="73431"/>
                  </a:lnTo>
                  <a:lnTo>
                    <a:pt x="41529" y="73355"/>
                  </a:lnTo>
                  <a:lnTo>
                    <a:pt x="42583" y="72961"/>
                  </a:lnTo>
                  <a:lnTo>
                    <a:pt x="42545" y="72161"/>
                  </a:lnTo>
                  <a:lnTo>
                    <a:pt x="41465" y="71894"/>
                  </a:lnTo>
                  <a:lnTo>
                    <a:pt x="38836" y="72059"/>
                  </a:lnTo>
                  <a:lnTo>
                    <a:pt x="38214" y="72301"/>
                  </a:lnTo>
                  <a:lnTo>
                    <a:pt x="38341" y="71577"/>
                  </a:lnTo>
                  <a:lnTo>
                    <a:pt x="38277" y="70040"/>
                  </a:lnTo>
                  <a:lnTo>
                    <a:pt x="38201" y="68516"/>
                  </a:lnTo>
                  <a:lnTo>
                    <a:pt x="37858" y="67297"/>
                  </a:lnTo>
                  <a:lnTo>
                    <a:pt x="37172" y="67335"/>
                  </a:lnTo>
                  <a:lnTo>
                    <a:pt x="36957" y="68592"/>
                  </a:lnTo>
                  <a:lnTo>
                    <a:pt x="37096" y="71653"/>
                  </a:lnTo>
                  <a:lnTo>
                    <a:pt x="37274" y="72339"/>
                  </a:lnTo>
                  <a:lnTo>
                    <a:pt x="36703" y="72199"/>
                  </a:lnTo>
                  <a:lnTo>
                    <a:pt x="35394" y="72275"/>
                  </a:lnTo>
                  <a:lnTo>
                    <a:pt x="34086" y="72364"/>
                  </a:lnTo>
                  <a:lnTo>
                    <a:pt x="33032" y="72745"/>
                  </a:lnTo>
                  <a:lnTo>
                    <a:pt x="33058" y="73545"/>
                  </a:lnTo>
                  <a:lnTo>
                    <a:pt x="19748" y="58000"/>
                  </a:lnTo>
                  <a:lnTo>
                    <a:pt x="20802" y="58254"/>
                  </a:lnTo>
                  <a:lnTo>
                    <a:pt x="23431" y="58077"/>
                  </a:lnTo>
                  <a:lnTo>
                    <a:pt x="24015" y="57873"/>
                  </a:lnTo>
                  <a:lnTo>
                    <a:pt x="23888" y="58572"/>
                  </a:lnTo>
                  <a:lnTo>
                    <a:pt x="23964" y="60096"/>
                  </a:lnTo>
                  <a:lnTo>
                    <a:pt x="24041" y="61633"/>
                  </a:lnTo>
                  <a:lnTo>
                    <a:pt x="24371" y="62852"/>
                  </a:lnTo>
                  <a:lnTo>
                    <a:pt x="25069" y="62814"/>
                  </a:lnTo>
                  <a:lnTo>
                    <a:pt x="25285" y="61556"/>
                  </a:lnTo>
                  <a:lnTo>
                    <a:pt x="25133" y="58483"/>
                  </a:lnTo>
                  <a:lnTo>
                    <a:pt x="24942" y="57797"/>
                  </a:lnTo>
                  <a:lnTo>
                    <a:pt x="25565" y="57950"/>
                  </a:lnTo>
                  <a:lnTo>
                    <a:pt x="26873" y="57861"/>
                  </a:lnTo>
                  <a:lnTo>
                    <a:pt x="28181" y="57785"/>
                  </a:lnTo>
                  <a:lnTo>
                    <a:pt x="29235" y="57391"/>
                  </a:lnTo>
                  <a:lnTo>
                    <a:pt x="29197" y="56591"/>
                  </a:lnTo>
                  <a:lnTo>
                    <a:pt x="28117" y="56324"/>
                  </a:lnTo>
                  <a:lnTo>
                    <a:pt x="25488" y="56489"/>
                  </a:lnTo>
                  <a:lnTo>
                    <a:pt x="24866" y="56730"/>
                  </a:lnTo>
                  <a:lnTo>
                    <a:pt x="24993" y="56007"/>
                  </a:lnTo>
                  <a:lnTo>
                    <a:pt x="24930" y="54483"/>
                  </a:lnTo>
                  <a:lnTo>
                    <a:pt x="24853" y="52946"/>
                  </a:lnTo>
                  <a:lnTo>
                    <a:pt x="24511" y="51727"/>
                  </a:lnTo>
                  <a:lnTo>
                    <a:pt x="24460" y="57289"/>
                  </a:lnTo>
                  <a:lnTo>
                    <a:pt x="24460" y="51739"/>
                  </a:lnTo>
                  <a:lnTo>
                    <a:pt x="37376" y="36563"/>
                  </a:lnTo>
                  <a:lnTo>
                    <a:pt x="37211" y="37528"/>
                  </a:lnTo>
                  <a:lnTo>
                    <a:pt x="37350" y="40601"/>
                  </a:lnTo>
                  <a:lnTo>
                    <a:pt x="37528" y="41275"/>
                  </a:lnTo>
                  <a:lnTo>
                    <a:pt x="36957" y="41135"/>
                  </a:lnTo>
                  <a:lnTo>
                    <a:pt x="35648" y="41211"/>
                  </a:lnTo>
                  <a:lnTo>
                    <a:pt x="34340" y="41300"/>
                  </a:lnTo>
                  <a:lnTo>
                    <a:pt x="33286" y="41694"/>
                  </a:lnTo>
                  <a:lnTo>
                    <a:pt x="33324" y="42494"/>
                  </a:lnTo>
                  <a:lnTo>
                    <a:pt x="34404" y="42760"/>
                  </a:lnTo>
                  <a:lnTo>
                    <a:pt x="37033" y="42583"/>
                  </a:lnTo>
                  <a:lnTo>
                    <a:pt x="37604" y="42379"/>
                  </a:lnTo>
                  <a:lnTo>
                    <a:pt x="37490" y="43078"/>
                  </a:lnTo>
                  <a:lnTo>
                    <a:pt x="37566" y="44602"/>
                  </a:lnTo>
                  <a:lnTo>
                    <a:pt x="37642" y="46139"/>
                  </a:lnTo>
                  <a:lnTo>
                    <a:pt x="37973" y="47358"/>
                  </a:lnTo>
                  <a:lnTo>
                    <a:pt x="38658" y="47320"/>
                  </a:lnTo>
                  <a:lnTo>
                    <a:pt x="38887" y="46062"/>
                  </a:lnTo>
                  <a:lnTo>
                    <a:pt x="38735" y="42989"/>
                  </a:lnTo>
                  <a:lnTo>
                    <a:pt x="38544" y="42303"/>
                  </a:lnTo>
                  <a:lnTo>
                    <a:pt x="39166" y="42456"/>
                  </a:lnTo>
                  <a:lnTo>
                    <a:pt x="40474" y="42367"/>
                  </a:lnTo>
                  <a:lnTo>
                    <a:pt x="41783" y="42291"/>
                  </a:lnTo>
                  <a:lnTo>
                    <a:pt x="42837" y="41897"/>
                  </a:lnTo>
                  <a:lnTo>
                    <a:pt x="51562" y="51955"/>
                  </a:lnTo>
                  <a:lnTo>
                    <a:pt x="50901" y="51981"/>
                  </a:lnTo>
                  <a:lnTo>
                    <a:pt x="50673" y="53238"/>
                  </a:lnTo>
                  <a:lnTo>
                    <a:pt x="50825" y="56311"/>
                  </a:lnTo>
                  <a:lnTo>
                    <a:pt x="51003" y="56997"/>
                  </a:lnTo>
                  <a:lnTo>
                    <a:pt x="50431" y="56845"/>
                  </a:lnTo>
                  <a:lnTo>
                    <a:pt x="49123" y="56934"/>
                  </a:lnTo>
                  <a:lnTo>
                    <a:pt x="47815" y="57010"/>
                  </a:lnTo>
                  <a:lnTo>
                    <a:pt x="46748" y="57404"/>
                  </a:lnTo>
                  <a:lnTo>
                    <a:pt x="46799" y="58204"/>
                  </a:lnTo>
                  <a:lnTo>
                    <a:pt x="47879" y="58470"/>
                  </a:lnTo>
                  <a:lnTo>
                    <a:pt x="50507" y="58305"/>
                  </a:lnTo>
                  <a:lnTo>
                    <a:pt x="51079" y="58089"/>
                  </a:lnTo>
                  <a:lnTo>
                    <a:pt x="50965" y="58788"/>
                  </a:lnTo>
                  <a:lnTo>
                    <a:pt x="51041" y="60325"/>
                  </a:lnTo>
                  <a:lnTo>
                    <a:pt x="51104" y="61849"/>
                  </a:lnTo>
                  <a:lnTo>
                    <a:pt x="51447" y="63068"/>
                  </a:lnTo>
                  <a:lnTo>
                    <a:pt x="51650" y="63068"/>
                  </a:lnTo>
                  <a:lnTo>
                    <a:pt x="51650" y="52222"/>
                  </a:lnTo>
                  <a:lnTo>
                    <a:pt x="51587" y="51993"/>
                  </a:lnTo>
                  <a:lnTo>
                    <a:pt x="55587" y="56654"/>
                  </a:lnTo>
                  <a:lnTo>
                    <a:pt x="55587" y="52285"/>
                  </a:lnTo>
                  <a:lnTo>
                    <a:pt x="42087" y="36537"/>
                  </a:lnTo>
                  <a:lnTo>
                    <a:pt x="42087" y="40932"/>
                  </a:lnTo>
                  <a:lnTo>
                    <a:pt x="41719" y="40830"/>
                  </a:lnTo>
                  <a:lnTo>
                    <a:pt x="39090" y="40995"/>
                  </a:lnTo>
                  <a:lnTo>
                    <a:pt x="38468" y="41236"/>
                  </a:lnTo>
                  <a:lnTo>
                    <a:pt x="38595" y="40513"/>
                  </a:lnTo>
                  <a:lnTo>
                    <a:pt x="38531" y="38989"/>
                  </a:lnTo>
                  <a:lnTo>
                    <a:pt x="38455" y="37452"/>
                  </a:lnTo>
                  <a:lnTo>
                    <a:pt x="38112" y="36283"/>
                  </a:lnTo>
                  <a:lnTo>
                    <a:pt x="42087" y="40932"/>
                  </a:lnTo>
                  <a:lnTo>
                    <a:pt x="42087" y="36537"/>
                  </a:lnTo>
                  <a:lnTo>
                    <a:pt x="41617" y="35979"/>
                  </a:lnTo>
                  <a:lnTo>
                    <a:pt x="38087" y="31864"/>
                  </a:lnTo>
                  <a:lnTo>
                    <a:pt x="38087" y="36245"/>
                  </a:lnTo>
                  <a:lnTo>
                    <a:pt x="37630" y="36271"/>
                  </a:lnTo>
                  <a:lnTo>
                    <a:pt x="37871" y="35979"/>
                  </a:lnTo>
                  <a:lnTo>
                    <a:pt x="38087" y="36245"/>
                  </a:lnTo>
                  <a:lnTo>
                    <a:pt x="38087" y="31864"/>
                  </a:lnTo>
                  <a:lnTo>
                    <a:pt x="37871" y="31610"/>
                  </a:lnTo>
                  <a:lnTo>
                    <a:pt x="23926" y="47891"/>
                  </a:lnTo>
                  <a:lnTo>
                    <a:pt x="23926" y="56769"/>
                  </a:lnTo>
                  <a:lnTo>
                    <a:pt x="23355" y="56629"/>
                  </a:lnTo>
                  <a:lnTo>
                    <a:pt x="22047" y="56705"/>
                  </a:lnTo>
                  <a:lnTo>
                    <a:pt x="20739" y="56794"/>
                  </a:lnTo>
                  <a:lnTo>
                    <a:pt x="19710" y="57175"/>
                  </a:lnTo>
                  <a:lnTo>
                    <a:pt x="19710" y="57962"/>
                  </a:lnTo>
                  <a:lnTo>
                    <a:pt x="19380" y="57556"/>
                  </a:lnTo>
                  <a:lnTo>
                    <a:pt x="19685" y="57200"/>
                  </a:lnTo>
                  <a:lnTo>
                    <a:pt x="19710" y="57962"/>
                  </a:lnTo>
                  <a:lnTo>
                    <a:pt x="19710" y="57175"/>
                  </a:lnTo>
                  <a:lnTo>
                    <a:pt x="23685" y="52527"/>
                  </a:lnTo>
                  <a:lnTo>
                    <a:pt x="23609" y="53022"/>
                  </a:lnTo>
                  <a:lnTo>
                    <a:pt x="23749" y="56095"/>
                  </a:lnTo>
                  <a:lnTo>
                    <a:pt x="23926" y="56769"/>
                  </a:lnTo>
                  <a:lnTo>
                    <a:pt x="23926" y="47891"/>
                  </a:lnTo>
                  <a:lnTo>
                    <a:pt x="15633" y="57556"/>
                  </a:lnTo>
                  <a:lnTo>
                    <a:pt x="37871" y="83502"/>
                  </a:lnTo>
                  <a:lnTo>
                    <a:pt x="41617" y="79133"/>
                  </a:lnTo>
                  <a:lnTo>
                    <a:pt x="58839" y="59055"/>
                  </a:lnTo>
                  <a:lnTo>
                    <a:pt x="79806" y="83502"/>
                  </a:lnTo>
                  <a:lnTo>
                    <a:pt x="83553" y="79133"/>
                  </a:lnTo>
                  <a:lnTo>
                    <a:pt x="102057" y="57556"/>
                  </a:lnTo>
                  <a:close/>
                </a:path>
                <a:path w="118109" h="117475">
                  <a:moveTo>
                    <a:pt x="117652" y="85013"/>
                  </a:moveTo>
                  <a:lnTo>
                    <a:pt x="104724" y="69951"/>
                  </a:lnTo>
                  <a:lnTo>
                    <a:pt x="104724" y="74345"/>
                  </a:lnTo>
                  <a:lnTo>
                    <a:pt x="104343" y="74244"/>
                  </a:lnTo>
                  <a:lnTo>
                    <a:pt x="101714" y="74409"/>
                  </a:lnTo>
                  <a:lnTo>
                    <a:pt x="101104" y="74637"/>
                  </a:lnTo>
                  <a:lnTo>
                    <a:pt x="101231" y="73926"/>
                  </a:lnTo>
                  <a:lnTo>
                    <a:pt x="101155" y="72390"/>
                  </a:lnTo>
                  <a:lnTo>
                    <a:pt x="101079" y="70866"/>
                  </a:lnTo>
                  <a:lnTo>
                    <a:pt x="100749" y="69697"/>
                  </a:lnTo>
                  <a:lnTo>
                    <a:pt x="104724" y="74345"/>
                  </a:lnTo>
                  <a:lnTo>
                    <a:pt x="104724" y="69951"/>
                  </a:lnTo>
                  <a:lnTo>
                    <a:pt x="104254" y="69392"/>
                  </a:lnTo>
                  <a:lnTo>
                    <a:pt x="100723" y="65278"/>
                  </a:lnTo>
                  <a:lnTo>
                    <a:pt x="100723" y="69659"/>
                  </a:lnTo>
                  <a:lnTo>
                    <a:pt x="100266" y="69684"/>
                  </a:lnTo>
                  <a:lnTo>
                    <a:pt x="100507" y="69392"/>
                  </a:lnTo>
                  <a:lnTo>
                    <a:pt x="100723" y="69659"/>
                  </a:lnTo>
                  <a:lnTo>
                    <a:pt x="100723" y="65278"/>
                  </a:lnTo>
                  <a:lnTo>
                    <a:pt x="100507" y="65024"/>
                  </a:lnTo>
                  <a:lnTo>
                    <a:pt x="86563" y="81305"/>
                  </a:lnTo>
                  <a:lnTo>
                    <a:pt x="86563" y="90182"/>
                  </a:lnTo>
                  <a:lnTo>
                    <a:pt x="85991" y="90043"/>
                  </a:lnTo>
                  <a:lnTo>
                    <a:pt x="84683" y="90119"/>
                  </a:lnTo>
                  <a:lnTo>
                    <a:pt x="83375" y="90208"/>
                  </a:lnTo>
                  <a:lnTo>
                    <a:pt x="82346" y="90589"/>
                  </a:lnTo>
                  <a:lnTo>
                    <a:pt x="82346" y="91389"/>
                  </a:lnTo>
                  <a:lnTo>
                    <a:pt x="82003" y="90970"/>
                  </a:lnTo>
                  <a:lnTo>
                    <a:pt x="82308" y="90614"/>
                  </a:lnTo>
                  <a:lnTo>
                    <a:pt x="82346" y="91389"/>
                  </a:lnTo>
                  <a:lnTo>
                    <a:pt x="82346" y="90589"/>
                  </a:lnTo>
                  <a:lnTo>
                    <a:pt x="86321" y="85940"/>
                  </a:lnTo>
                  <a:lnTo>
                    <a:pt x="86233" y="86436"/>
                  </a:lnTo>
                  <a:lnTo>
                    <a:pt x="86385" y="89496"/>
                  </a:lnTo>
                  <a:lnTo>
                    <a:pt x="86563" y="90182"/>
                  </a:lnTo>
                  <a:lnTo>
                    <a:pt x="86563" y="81305"/>
                  </a:lnTo>
                  <a:lnTo>
                    <a:pt x="78270" y="90970"/>
                  </a:lnTo>
                  <a:lnTo>
                    <a:pt x="100507" y="116916"/>
                  </a:lnTo>
                  <a:lnTo>
                    <a:pt x="104254" y="112547"/>
                  </a:lnTo>
                  <a:lnTo>
                    <a:pt x="117652" y="96926"/>
                  </a:lnTo>
                  <a:lnTo>
                    <a:pt x="117652" y="92557"/>
                  </a:lnTo>
                  <a:lnTo>
                    <a:pt x="114871" y="95796"/>
                  </a:lnTo>
                  <a:lnTo>
                    <a:pt x="114985" y="95186"/>
                  </a:lnTo>
                  <a:lnTo>
                    <a:pt x="114846" y="92113"/>
                  </a:lnTo>
                  <a:lnTo>
                    <a:pt x="114642" y="91440"/>
                  </a:lnTo>
                  <a:lnTo>
                    <a:pt x="115265" y="91579"/>
                  </a:lnTo>
                  <a:lnTo>
                    <a:pt x="117652" y="91427"/>
                  </a:lnTo>
                  <a:lnTo>
                    <a:pt x="117652" y="89966"/>
                  </a:lnTo>
                  <a:lnTo>
                    <a:pt x="115189" y="90119"/>
                  </a:lnTo>
                  <a:lnTo>
                    <a:pt x="114566" y="90360"/>
                  </a:lnTo>
                  <a:lnTo>
                    <a:pt x="114706" y="89636"/>
                  </a:lnTo>
                  <a:lnTo>
                    <a:pt x="114630" y="88112"/>
                  </a:lnTo>
                  <a:lnTo>
                    <a:pt x="114554" y="86575"/>
                  </a:lnTo>
                  <a:lnTo>
                    <a:pt x="114287" y="85610"/>
                  </a:lnTo>
                  <a:lnTo>
                    <a:pt x="114287" y="96481"/>
                  </a:lnTo>
                  <a:lnTo>
                    <a:pt x="100507" y="112547"/>
                  </a:lnTo>
                  <a:lnTo>
                    <a:pt x="95719" y="106984"/>
                  </a:lnTo>
                  <a:lnTo>
                    <a:pt x="96786" y="107226"/>
                  </a:lnTo>
                  <a:lnTo>
                    <a:pt x="99415" y="107061"/>
                  </a:lnTo>
                  <a:lnTo>
                    <a:pt x="99987" y="106857"/>
                  </a:lnTo>
                  <a:lnTo>
                    <a:pt x="99872" y="107556"/>
                  </a:lnTo>
                  <a:lnTo>
                    <a:pt x="99936" y="109080"/>
                  </a:lnTo>
                  <a:lnTo>
                    <a:pt x="100012" y="110604"/>
                  </a:lnTo>
                  <a:lnTo>
                    <a:pt x="100355" y="111836"/>
                  </a:lnTo>
                  <a:lnTo>
                    <a:pt x="101041" y="111785"/>
                  </a:lnTo>
                  <a:lnTo>
                    <a:pt x="101257" y="110528"/>
                  </a:lnTo>
                  <a:lnTo>
                    <a:pt x="101117" y="107467"/>
                  </a:lnTo>
                  <a:lnTo>
                    <a:pt x="100926" y="106794"/>
                  </a:lnTo>
                  <a:lnTo>
                    <a:pt x="101536" y="106934"/>
                  </a:lnTo>
                  <a:lnTo>
                    <a:pt x="102844" y="106845"/>
                  </a:lnTo>
                  <a:lnTo>
                    <a:pt x="104152" y="106756"/>
                  </a:lnTo>
                  <a:lnTo>
                    <a:pt x="105219" y="106375"/>
                  </a:lnTo>
                  <a:lnTo>
                    <a:pt x="105168" y="105562"/>
                  </a:lnTo>
                  <a:lnTo>
                    <a:pt x="104089" y="105308"/>
                  </a:lnTo>
                  <a:lnTo>
                    <a:pt x="101460" y="105473"/>
                  </a:lnTo>
                  <a:lnTo>
                    <a:pt x="100850" y="105702"/>
                  </a:lnTo>
                  <a:lnTo>
                    <a:pt x="100977" y="104990"/>
                  </a:lnTo>
                  <a:lnTo>
                    <a:pt x="100901" y="103454"/>
                  </a:lnTo>
                  <a:lnTo>
                    <a:pt x="100825" y="101930"/>
                  </a:lnTo>
                  <a:lnTo>
                    <a:pt x="100495" y="100698"/>
                  </a:lnTo>
                  <a:lnTo>
                    <a:pt x="99809" y="100749"/>
                  </a:lnTo>
                  <a:lnTo>
                    <a:pt x="99580" y="102006"/>
                  </a:lnTo>
                  <a:lnTo>
                    <a:pt x="99733" y="105067"/>
                  </a:lnTo>
                  <a:lnTo>
                    <a:pt x="99910" y="105752"/>
                  </a:lnTo>
                  <a:lnTo>
                    <a:pt x="99339" y="105600"/>
                  </a:lnTo>
                  <a:lnTo>
                    <a:pt x="98031" y="105689"/>
                  </a:lnTo>
                  <a:lnTo>
                    <a:pt x="96723" y="105778"/>
                  </a:lnTo>
                  <a:lnTo>
                    <a:pt x="95656" y="106159"/>
                  </a:lnTo>
                  <a:lnTo>
                    <a:pt x="95694" y="106959"/>
                  </a:lnTo>
                  <a:lnTo>
                    <a:pt x="82372" y="91414"/>
                  </a:lnTo>
                  <a:lnTo>
                    <a:pt x="83439" y="91655"/>
                  </a:lnTo>
                  <a:lnTo>
                    <a:pt x="86067" y="91490"/>
                  </a:lnTo>
                  <a:lnTo>
                    <a:pt x="86639" y="91287"/>
                  </a:lnTo>
                  <a:lnTo>
                    <a:pt x="86525" y="91986"/>
                  </a:lnTo>
                  <a:lnTo>
                    <a:pt x="86601" y="93510"/>
                  </a:lnTo>
                  <a:lnTo>
                    <a:pt x="86664" y="95034"/>
                  </a:lnTo>
                  <a:lnTo>
                    <a:pt x="87007" y="96266"/>
                  </a:lnTo>
                  <a:lnTo>
                    <a:pt x="87693" y="96227"/>
                  </a:lnTo>
                  <a:lnTo>
                    <a:pt x="87909" y="94970"/>
                  </a:lnTo>
                  <a:lnTo>
                    <a:pt x="87769" y="91897"/>
                  </a:lnTo>
                  <a:lnTo>
                    <a:pt x="87579" y="91224"/>
                  </a:lnTo>
                  <a:lnTo>
                    <a:pt x="88188" y="91363"/>
                  </a:lnTo>
                  <a:lnTo>
                    <a:pt x="89496" y="91274"/>
                  </a:lnTo>
                  <a:lnTo>
                    <a:pt x="90805" y="91198"/>
                  </a:lnTo>
                  <a:lnTo>
                    <a:pt x="91871" y="90805"/>
                  </a:lnTo>
                  <a:lnTo>
                    <a:pt x="91821" y="90004"/>
                  </a:lnTo>
                  <a:lnTo>
                    <a:pt x="90741" y="89738"/>
                  </a:lnTo>
                  <a:lnTo>
                    <a:pt x="88125" y="89903"/>
                  </a:lnTo>
                  <a:lnTo>
                    <a:pt x="87503" y="90144"/>
                  </a:lnTo>
                  <a:lnTo>
                    <a:pt x="87630" y="89420"/>
                  </a:lnTo>
                  <a:lnTo>
                    <a:pt x="87553" y="87884"/>
                  </a:lnTo>
                  <a:lnTo>
                    <a:pt x="87490" y="86360"/>
                  </a:lnTo>
                  <a:lnTo>
                    <a:pt x="87147" y="85140"/>
                  </a:lnTo>
                  <a:lnTo>
                    <a:pt x="86995" y="85153"/>
                  </a:lnTo>
                  <a:lnTo>
                    <a:pt x="99999" y="69977"/>
                  </a:lnTo>
                  <a:lnTo>
                    <a:pt x="99834" y="70942"/>
                  </a:lnTo>
                  <a:lnTo>
                    <a:pt x="99987" y="74002"/>
                  </a:lnTo>
                  <a:lnTo>
                    <a:pt x="100164" y="74688"/>
                  </a:lnTo>
                  <a:lnTo>
                    <a:pt x="99593" y="74549"/>
                  </a:lnTo>
                  <a:lnTo>
                    <a:pt x="98285" y="74625"/>
                  </a:lnTo>
                  <a:lnTo>
                    <a:pt x="96977" y="74714"/>
                  </a:lnTo>
                  <a:lnTo>
                    <a:pt x="95910" y="75095"/>
                  </a:lnTo>
                  <a:lnTo>
                    <a:pt x="95961" y="75907"/>
                  </a:lnTo>
                  <a:lnTo>
                    <a:pt x="97040" y="76161"/>
                  </a:lnTo>
                  <a:lnTo>
                    <a:pt x="99669" y="75996"/>
                  </a:lnTo>
                  <a:lnTo>
                    <a:pt x="100241" y="75793"/>
                  </a:lnTo>
                  <a:lnTo>
                    <a:pt x="100126" y="76492"/>
                  </a:lnTo>
                  <a:lnTo>
                    <a:pt x="100203" y="78016"/>
                  </a:lnTo>
                  <a:lnTo>
                    <a:pt x="100266" y="79552"/>
                  </a:lnTo>
                  <a:lnTo>
                    <a:pt x="100609" y="80772"/>
                  </a:lnTo>
                  <a:lnTo>
                    <a:pt x="101295" y="80733"/>
                  </a:lnTo>
                  <a:lnTo>
                    <a:pt x="101511" y="79476"/>
                  </a:lnTo>
                  <a:lnTo>
                    <a:pt x="101371" y="76403"/>
                  </a:lnTo>
                  <a:lnTo>
                    <a:pt x="101168" y="75730"/>
                  </a:lnTo>
                  <a:lnTo>
                    <a:pt x="101790" y="75869"/>
                  </a:lnTo>
                  <a:lnTo>
                    <a:pt x="103098" y="75780"/>
                  </a:lnTo>
                  <a:lnTo>
                    <a:pt x="104406" y="75704"/>
                  </a:lnTo>
                  <a:lnTo>
                    <a:pt x="105473" y="75311"/>
                  </a:lnTo>
                  <a:lnTo>
                    <a:pt x="114185" y="85369"/>
                  </a:lnTo>
                  <a:lnTo>
                    <a:pt x="114160" y="90919"/>
                  </a:lnTo>
                  <a:lnTo>
                    <a:pt x="114160" y="85382"/>
                  </a:lnTo>
                  <a:lnTo>
                    <a:pt x="113525" y="85394"/>
                  </a:lnTo>
                  <a:lnTo>
                    <a:pt x="113309" y="86652"/>
                  </a:lnTo>
                  <a:lnTo>
                    <a:pt x="113461" y="89725"/>
                  </a:lnTo>
                  <a:lnTo>
                    <a:pt x="113639" y="90411"/>
                  </a:lnTo>
                  <a:lnTo>
                    <a:pt x="113055" y="90258"/>
                  </a:lnTo>
                  <a:lnTo>
                    <a:pt x="111747" y="90347"/>
                  </a:lnTo>
                  <a:lnTo>
                    <a:pt x="110439" y="90424"/>
                  </a:lnTo>
                  <a:lnTo>
                    <a:pt x="109385" y="90817"/>
                  </a:lnTo>
                  <a:lnTo>
                    <a:pt x="109423" y="91617"/>
                  </a:lnTo>
                  <a:lnTo>
                    <a:pt x="110502" y="91884"/>
                  </a:lnTo>
                  <a:lnTo>
                    <a:pt x="113131" y="91719"/>
                  </a:lnTo>
                  <a:lnTo>
                    <a:pt x="113715" y="91503"/>
                  </a:lnTo>
                  <a:lnTo>
                    <a:pt x="113588" y="92202"/>
                  </a:lnTo>
                  <a:lnTo>
                    <a:pt x="113665" y="93726"/>
                  </a:lnTo>
                  <a:lnTo>
                    <a:pt x="113741" y="95262"/>
                  </a:lnTo>
                  <a:lnTo>
                    <a:pt x="114071" y="96481"/>
                  </a:lnTo>
                  <a:lnTo>
                    <a:pt x="114287" y="96481"/>
                  </a:lnTo>
                  <a:lnTo>
                    <a:pt x="114287" y="85610"/>
                  </a:lnTo>
                  <a:lnTo>
                    <a:pt x="114236" y="85420"/>
                  </a:lnTo>
                  <a:lnTo>
                    <a:pt x="117652" y="89395"/>
                  </a:lnTo>
                  <a:lnTo>
                    <a:pt x="117652" y="85013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10570934" y="7177716"/>
              <a:ext cx="118110" cy="276225"/>
            </a:xfrm>
            <a:custGeom>
              <a:avLst/>
              <a:gdLst/>
              <a:ahLst/>
              <a:cxnLst/>
              <a:rect l="l" t="t" r="r" b="b"/>
              <a:pathLst>
                <a:path w="118109" h="276225">
                  <a:moveTo>
                    <a:pt x="1828" y="72961"/>
                  </a:moveTo>
                  <a:lnTo>
                    <a:pt x="1790" y="72161"/>
                  </a:lnTo>
                  <a:lnTo>
                    <a:pt x="711" y="71894"/>
                  </a:lnTo>
                  <a:lnTo>
                    <a:pt x="0" y="71945"/>
                  </a:lnTo>
                  <a:lnTo>
                    <a:pt x="0" y="73393"/>
                  </a:lnTo>
                  <a:lnTo>
                    <a:pt x="774" y="73355"/>
                  </a:lnTo>
                  <a:lnTo>
                    <a:pt x="1828" y="72961"/>
                  </a:lnTo>
                  <a:close/>
                </a:path>
                <a:path w="118109" h="276225">
                  <a:moveTo>
                    <a:pt x="19380" y="57556"/>
                  </a:moveTo>
                  <a:lnTo>
                    <a:pt x="15633" y="53187"/>
                  </a:lnTo>
                  <a:lnTo>
                    <a:pt x="15633" y="57556"/>
                  </a:lnTo>
                  <a:lnTo>
                    <a:pt x="11493" y="62382"/>
                  </a:lnTo>
                  <a:lnTo>
                    <a:pt x="11607" y="61772"/>
                  </a:lnTo>
                  <a:lnTo>
                    <a:pt x="11455" y="58712"/>
                  </a:lnTo>
                  <a:lnTo>
                    <a:pt x="11264" y="58026"/>
                  </a:lnTo>
                  <a:lnTo>
                    <a:pt x="11887" y="58166"/>
                  </a:lnTo>
                  <a:lnTo>
                    <a:pt x="13195" y="58089"/>
                  </a:lnTo>
                  <a:lnTo>
                    <a:pt x="14503" y="58000"/>
                  </a:lnTo>
                  <a:lnTo>
                    <a:pt x="15557" y="57619"/>
                  </a:lnTo>
                  <a:lnTo>
                    <a:pt x="15544" y="57467"/>
                  </a:lnTo>
                  <a:lnTo>
                    <a:pt x="15633" y="53187"/>
                  </a:lnTo>
                  <a:lnTo>
                    <a:pt x="14846" y="52273"/>
                  </a:lnTo>
                  <a:lnTo>
                    <a:pt x="14846" y="56654"/>
                  </a:lnTo>
                  <a:lnTo>
                    <a:pt x="14439" y="56553"/>
                  </a:lnTo>
                  <a:lnTo>
                    <a:pt x="11811" y="56718"/>
                  </a:lnTo>
                  <a:lnTo>
                    <a:pt x="11188" y="56946"/>
                  </a:lnTo>
                  <a:lnTo>
                    <a:pt x="11315" y="56222"/>
                  </a:lnTo>
                  <a:lnTo>
                    <a:pt x="11252" y="54698"/>
                  </a:lnTo>
                  <a:lnTo>
                    <a:pt x="11176" y="53174"/>
                  </a:lnTo>
                  <a:lnTo>
                    <a:pt x="10845" y="51993"/>
                  </a:lnTo>
                  <a:lnTo>
                    <a:pt x="14846" y="56654"/>
                  </a:lnTo>
                  <a:lnTo>
                    <a:pt x="14846" y="52273"/>
                  </a:lnTo>
                  <a:lnTo>
                    <a:pt x="0" y="34950"/>
                  </a:lnTo>
                  <a:lnTo>
                    <a:pt x="0" y="39319"/>
                  </a:lnTo>
                  <a:lnTo>
                    <a:pt x="1371" y="40944"/>
                  </a:lnTo>
                  <a:lnTo>
                    <a:pt x="965" y="40830"/>
                  </a:lnTo>
                  <a:lnTo>
                    <a:pt x="0" y="40894"/>
                  </a:lnTo>
                  <a:lnTo>
                    <a:pt x="0" y="42354"/>
                  </a:lnTo>
                  <a:lnTo>
                    <a:pt x="1028" y="42291"/>
                  </a:lnTo>
                  <a:lnTo>
                    <a:pt x="2082" y="41897"/>
                  </a:lnTo>
                  <a:lnTo>
                    <a:pt x="2070" y="41744"/>
                  </a:lnTo>
                  <a:lnTo>
                    <a:pt x="10820" y="51955"/>
                  </a:lnTo>
                  <a:lnTo>
                    <a:pt x="10147" y="51981"/>
                  </a:lnTo>
                  <a:lnTo>
                    <a:pt x="9931" y="53238"/>
                  </a:lnTo>
                  <a:lnTo>
                    <a:pt x="10071" y="56311"/>
                  </a:lnTo>
                  <a:lnTo>
                    <a:pt x="10261" y="56997"/>
                  </a:lnTo>
                  <a:lnTo>
                    <a:pt x="9677" y="56845"/>
                  </a:lnTo>
                  <a:lnTo>
                    <a:pt x="8369" y="56934"/>
                  </a:lnTo>
                  <a:lnTo>
                    <a:pt x="7061" y="57010"/>
                  </a:lnTo>
                  <a:lnTo>
                    <a:pt x="6007" y="57404"/>
                  </a:lnTo>
                  <a:lnTo>
                    <a:pt x="6045" y="58204"/>
                  </a:lnTo>
                  <a:lnTo>
                    <a:pt x="7124" y="58470"/>
                  </a:lnTo>
                  <a:lnTo>
                    <a:pt x="9753" y="58305"/>
                  </a:lnTo>
                  <a:lnTo>
                    <a:pt x="10325" y="58089"/>
                  </a:lnTo>
                  <a:lnTo>
                    <a:pt x="10210" y="58788"/>
                  </a:lnTo>
                  <a:lnTo>
                    <a:pt x="10287" y="60325"/>
                  </a:lnTo>
                  <a:lnTo>
                    <a:pt x="10363" y="61849"/>
                  </a:lnTo>
                  <a:lnTo>
                    <a:pt x="10693" y="63068"/>
                  </a:lnTo>
                  <a:lnTo>
                    <a:pt x="10909" y="63068"/>
                  </a:lnTo>
                  <a:lnTo>
                    <a:pt x="0" y="75793"/>
                  </a:lnTo>
                  <a:lnTo>
                    <a:pt x="0" y="80162"/>
                  </a:lnTo>
                  <a:lnTo>
                    <a:pt x="19380" y="57556"/>
                  </a:lnTo>
                  <a:close/>
                </a:path>
                <a:path w="118109" h="276225">
                  <a:moveTo>
                    <a:pt x="39979" y="218135"/>
                  </a:moveTo>
                  <a:lnTo>
                    <a:pt x="36233" y="213766"/>
                  </a:lnTo>
                  <a:lnTo>
                    <a:pt x="36233" y="218135"/>
                  </a:lnTo>
                  <a:lnTo>
                    <a:pt x="32092" y="222961"/>
                  </a:lnTo>
                  <a:lnTo>
                    <a:pt x="32207" y="222351"/>
                  </a:lnTo>
                  <a:lnTo>
                    <a:pt x="32067" y="219278"/>
                  </a:lnTo>
                  <a:lnTo>
                    <a:pt x="31864" y="218605"/>
                  </a:lnTo>
                  <a:lnTo>
                    <a:pt x="32486" y="218744"/>
                  </a:lnTo>
                  <a:lnTo>
                    <a:pt x="33794" y="218655"/>
                  </a:lnTo>
                  <a:lnTo>
                    <a:pt x="35102" y="218579"/>
                  </a:lnTo>
                  <a:lnTo>
                    <a:pt x="36156" y="218186"/>
                  </a:lnTo>
                  <a:lnTo>
                    <a:pt x="36144" y="218046"/>
                  </a:lnTo>
                  <a:lnTo>
                    <a:pt x="36233" y="213766"/>
                  </a:lnTo>
                  <a:lnTo>
                    <a:pt x="35433" y="212839"/>
                  </a:lnTo>
                  <a:lnTo>
                    <a:pt x="35433" y="217220"/>
                  </a:lnTo>
                  <a:lnTo>
                    <a:pt x="35039" y="217119"/>
                  </a:lnTo>
                  <a:lnTo>
                    <a:pt x="32410" y="217284"/>
                  </a:lnTo>
                  <a:lnTo>
                    <a:pt x="31800" y="217525"/>
                  </a:lnTo>
                  <a:lnTo>
                    <a:pt x="31927" y="216801"/>
                  </a:lnTo>
                  <a:lnTo>
                    <a:pt x="31851" y="215265"/>
                  </a:lnTo>
                  <a:lnTo>
                    <a:pt x="31775" y="213741"/>
                  </a:lnTo>
                  <a:lnTo>
                    <a:pt x="31445" y="212572"/>
                  </a:lnTo>
                  <a:lnTo>
                    <a:pt x="35433" y="217220"/>
                  </a:lnTo>
                  <a:lnTo>
                    <a:pt x="35433" y="212839"/>
                  </a:lnTo>
                  <a:lnTo>
                    <a:pt x="21945" y="197104"/>
                  </a:lnTo>
                  <a:lnTo>
                    <a:pt x="21945" y="201510"/>
                  </a:lnTo>
                  <a:lnTo>
                    <a:pt x="21577" y="201409"/>
                  </a:lnTo>
                  <a:lnTo>
                    <a:pt x="18948" y="201574"/>
                  </a:lnTo>
                  <a:lnTo>
                    <a:pt x="18326" y="201803"/>
                  </a:lnTo>
                  <a:lnTo>
                    <a:pt x="18453" y="201079"/>
                  </a:lnTo>
                  <a:lnTo>
                    <a:pt x="18376" y="199555"/>
                  </a:lnTo>
                  <a:lnTo>
                    <a:pt x="18313" y="198031"/>
                  </a:lnTo>
                  <a:lnTo>
                    <a:pt x="17970" y="196850"/>
                  </a:lnTo>
                  <a:lnTo>
                    <a:pt x="21945" y="201510"/>
                  </a:lnTo>
                  <a:lnTo>
                    <a:pt x="21945" y="197104"/>
                  </a:lnTo>
                  <a:lnTo>
                    <a:pt x="21475" y="196545"/>
                  </a:lnTo>
                  <a:lnTo>
                    <a:pt x="17945" y="192443"/>
                  </a:lnTo>
                  <a:lnTo>
                    <a:pt x="17945" y="196811"/>
                  </a:lnTo>
                  <a:lnTo>
                    <a:pt x="17475" y="196837"/>
                  </a:lnTo>
                  <a:lnTo>
                    <a:pt x="17729" y="196545"/>
                  </a:lnTo>
                  <a:lnTo>
                    <a:pt x="17945" y="196811"/>
                  </a:lnTo>
                  <a:lnTo>
                    <a:pt x="17945" y="192443"/>
                  </a:lnTo>
                  <a:lnTo>
                    <a:pt x="17729" y="192189"/>
                  </a:lnTo>
                  <a:lnTo>
                    <a:pt x="0" y="212877"/>
                  </a:lnTo>
                  <a:lnTo>
                    <a:pt x="0" y="217233"/>
                  </a:lnTo>
                  <a:lnTo>
                    <a:pt x="3543" y="213093"/>
                  </a:lnTo>
                  <a:lnTo>
                    <a:pt x="3467" y="213588"/>
                  </a:lnTo>
                  <a:lnTo>
                    <a:pt x="3606" y="216662"/>
                  </a:lnTo>
                  <a:lnTo>
                    <a:pt x="3784" y="217347"/>
                  </a:lnTo>
                  <a:lnTo>
                    <a:pt x="3213" y="217195"/>
                  </a:lnTo>
                  <a:lnTo>
                    <a:pt x="596" y="217360"/>
                  </a:lnTo>
                  <a:lnTo>
                    <a:pt x="0" y="217589"/>
                  </a:lnTo>
                  <a:lnTo>
                    <a:pt x="0" y="218655"/>
                  </a:lnTo>
                  <a:lnTo>
                    <a:pt x="660" y="218821"/>
                  </a:lnTo>
                  <a:lnTo>
                    <a:pt x="3289" y="218655"/>
                  </a:lnTo>
                  <a:lnTo>
                    <a:pt x="3860" y="218440"/>
                  </a:lnTo>
                  <a:lnTo>
                    <a:pt x="3746" y="219138"/>
                  </a:lnTo>
                  <a:lnTo>
                    <a:pt x="3822" y="220675"/>
                  </a:lnTo>
                  <a:lnTo>
                    <a:pt x="3886" y="222199"/>
                  </a:lnTo>
                  <a:lnTo>
                    <a:pt x="4229" y="223418"/>
                  </a:lnTo>
                  <a:lnTo>
                    <a:pt x="4914" y="223380"/>
                  </a:lnTo>
                  <a:lnTo>
                    <a:pt x="5143" y="222123"/>
                  </a:lnTo>
                  <a:lnTo>
                    <a:pt x="4991" y="219062"/>
                  </a:lnTo>
                  <a:lnTo>
                    <a:pt x="4800" y="218376"/>
                  </a:lnTo>
                  <a:lnTo>
                    <a:pt x="5410" y="218516"/>
                  </a:lnTo>
                  <a:lnTo>
                    <a:pt x="6731" y="218440"/>
                  </a:lnTo>
                  <a:lnTo>
                    <a:pt x="8039" y="218351"/>
                  </a:lnTo>
                  <a:lnTo>
                    <a:pt x="9093" y="217970"/>
                  </a:lnTo>
                  <a:lnTo>
                    <a:pt x="9055" y="217157"/>
                  </a:lnTo>
                  <a:lnTo>
                    <a:pt x="7975" y="216890"/>
                  </a:lnTo>
                  <a:lnTo>
                    <a:pt x="5346" y="217068"/>
                  </a:lnTo>
                  <a:lnTo>
                    <a:pt x="4724" y="217309"/>
                  </a:lnTo>
                  <a:lnTo>
                    <a:pt x="4851" y="216573"/>
                  </a:lnTo>
                  <a:lnTo>
                    <a:pt x="4775" y="215049"/>
                  </a:lnTo>
                  <a:lnTo>
                    <a:pt x="4711" y="213525"/>
                  </a:lnTo>
                  <a:lnTo>
                    <a:pt x="4368" y="212293"/>
                  </a:lnTo>
                  <a:lnTo>
                    <a:pt x="4216" y="212305"/>
                  </a:lnTo>
                  <a:lnTo>
                    <a:pt x="17233" y="197129"/>
                  </a:lnTo>
                  <a:lnTo>
                    <a:pt x="17056" y="198094"/>
                  </a:lnTo>
                  <a:lnTo>
                    <a:pt x="17208" y="201168"/>
                  </a:lnTo>
                  <a:lnTo>
                    <a:pt x="17386" y="201853"/>
                  </a:lnTo>
                  <a:lnTo>
                    <a:pt x="16814" y="201701"/>
                  </a:lnTo>
                  <a:lnTo>
                    <a:pt x="15506" y="201790"/>
                  </a:lnTo>
                  <a:lnTo>
                    <a:pt x="14198" y="201866"/>
                  </a:lnTo>
                  <a:lnTo>
                    <a:pt x="13144" y="202260"/>
                  </a:lnTo>
                  <a:lnTo>
                    <a:pt x="13182" y="203060"/>
                  </a:lnTo>
                  <a:lnTo>
                    <a:pt x="14262" y="203327"/>
                  </a:lnTo>
                  <a:lnTo>
                    <a:pt x="16891" y="203161"/>
                  </a:lnTo>
                  <a:lnTo>
                    <a:pt x="17462" y="202946"/>
                  </a:lnTo>
                  <a:lnTo>
                    <a:pt x="17348" y="203644"/>
                  </a:lnTo>
                  <a:lnTo>
                    <a:pt x="17424" y="205181"/>
                  </a:lnTo>
                  <a:lnTo>
                    <a:pt x="17487" y="206705"/>
                  </a:lnTo>
                  <a:lnTo>
                    <a:pt x="17830" y="207937"/>
                  </a:lnTo>
                  <a:lnTo>
                    <a:pt x="18516" y="207886"/>
                  </a:lnTo>
                  <a:lnTo>
                    <a:pt x="18745" y="206629"/>
                  </a:lnTo>
                  <a:lnTo>
                    <a:pt x="18592" y="203568"/>
                  </a:lnTo>
                  <a:lnTo>
                    <a:pt x="18402" y="202882"/>
                  </a:lnTo>
                  <a:lnTo>
                    <a:pt x="19011" y="203022"/>
                  </a:lnTo>
                  <a:lnTo>
                    <a:pt x="20320" y="202946"/>
                  </a:lnTo>
                  <a:lnTo>
                    <a:pt x="21640" y="202857"/>
                  </a:lnTo>
                  <a:lnTo>
                    <a:pt x="22694" y="202476"/>
                  </a:lnTo>
                  <a:lnTo>
                    <a:pt x="31419" y="212534"/>
                  </a:lnTo>
                  <a:lnTo>
                    <a:pt x="30759" y="212559"/>
                  </a:lnTo>
                  <a:lnTo>
                    <a:pt x="30530" y="213817"/>
                  </a:lnTo>
                  <a:lnTo>
                    <a:pt x="30683" y="216877"/>
                  </a:lnTo>
                  <a:lnTo>
                    <a:pt x="30861" y="217563"/>
                  </a:lnTo>
                  <a:lnTo>
                    <a:pt x="30289" y="217424"/>
                  </a:lnTo>
                  <a:lnTo>
                    <a:pt x="28981" y="217500"/>
                  </a:lnTo>
                  <a:lnTo>
                    <a:pt x="27660" y="217589"/>
                  </a:lnTo>
                  <a:lnTo>
                    <a:pt x="26606" y="217970"/>
                  </a:lnTo>
                  <a:lnTo>
                    <a:pt x="26657" y="218782"/>
                  </a:lnTo>
                  <a:lnTo>
                    <a:pt x="27724" y="219036"/>
                  </a:lnTo>
                  <a:lnTo>
                    <a:pt x="30353" y="218871"/>
                  </a:lnTo>
                  <a:lnTo>
                    <a:pt x="30937" y="218668"/>
                  </a:lnTo>
                  <a:lnTo>
                    <a:pt x="30822" y="219367"/>
                  </a:lnTo>
                  <a:lnTo>
                    <a:pt x="30886" y="220891"/>
                  </a:lnTo>
                  <a:lnTo>
                    <a:pt x="30962" y="222415"/>
                  </a:lnTo>
                  <a:lnTo>
                    <a:pt x="31305" y="223647"/>
                  </a:lnTo>
                  <a:lnTo>
                    <a:pt x="31508" y="223647"/>
                  </a:lnTo>
                  <a:lnTo>
                    <a:pt x="17729" y="239712"/>
                  </a:lnTo>
                  <a:lnTo>
                    <a:pt x="12941" y="234137"/>
                  </a:lnTo>
                  <a:lnTo>
                    <a:pt x="14008" y="234391"/>
                  </a:lnTo>
                  <a:lnTo>
                    <a:pt x="16637" y="234226"/>
                  </a:lnTo>
                  <a:lnTo>
                    <a:pt x="17208" y="234010"/>
                  </a:lnTo>
                  <a:lnTo>
                    <a:pt x="17094" y="234708"/>
                  </a:lnTo>
                  <a:lnTo>
                    <a:pt x="17170" y="236232"/>
                  </a:lnTo>
                  <a:lnTo>
                    <a:pt x="17233" y="237769"/>
                  </a:lnTo>
                  <a:lnTo>
                    <a:pt x="17576" y="238988"/>
                  </a:lnTo>
                  <a:lnTo>
                    <a:pt x="18262" y="238950"/>
                  </a:lnTo>
                  <a:lnTo>
                    <a:pt x="18478" y="237693"/>
                  </a:lnTo>
                  <a:lnTo>
                    <a:pt x="18338" y="234619"/>
                  </a:lnTo>
                  <a:lnTo>
                    <a:pt x="18148" y="233946"/>
                  </a:lnTo>
                  <a:lnTo>
                    <a:pt x="18757" y="234086"/>
                  </a:lnTo>
                  <a:lnTo>
                    <a:pt x="20066" y="234010"/>
                  </a:lnTo>
                  <a:lnTo>
                    <a:pt x="21374" y="233921"/>
                  </a:lnTo>
                  <a:lnTo>
                    <a:pt x="22440" y="233527"/>
                  </a:lnTo>
                  <a:lnTo>
                    <a:pt x="22390" y="232727"/>
                  </a:lnTo>
                  <a:lnTo>
                    <a:pt x="21323" y="232460"/>
                  </a:lnTo>
                  <a:lnTo>
                    <a:pt x="18694" y="232638"/>
                  </a:lnTo>
                  <a:lnTo>
                    <a:pt x="18072" y="232867"/>
                  </a:lnTo>
                  <a:lnTo>
                    <a:pt x="18199" y="232143"/>
                  </a:lnTo>
                  <a:lnTo>
                    <a:pt x="18122" y="230619"/>
                  </a:lnTo>
                  <a:lnTo>
                    <a:pt x="18059" y="229082"/>
                  </a:lnTo>
                  <a:lnTo>
                    <a:pt x="17716" y="227863"/>
                  </a:lnTo>
                  <a:lnTo>
                    <a:pt x="17030" y="227901"/>
                  </a:lnTo>
                  <a:lnTo>
                    <a:pt x="16802" y="229158"/>
                  </a:lnTo>
                  <a:lnTo>
                    <a:pt x="16954" y="232232"/>
                  </a:lnTo>
                  <a:lnTo>
                    <a:pt x="17132" y="232918"/>
                  </a:lnTo>
                  <a:lnTo>
                    <a:pt x="16560" y="232765"/>
                  </a:lnTo>
                  <a:lnTo>
                    <a:pt x="15252" y="232854"/>
                  </a:lnTo>
                  <a:lnTo>
                    <a:pt x="13944" y="232930"/>
                  </a:lnTo>
                  <a:lnTo>
                    <a:pt x="12877" y="233324"/>
                  </a:lnTo>
                  <a:lnTo>
                    <a:pt x="12915" y="234111"/>
                  </a:lnTo>
                  <a:lnTo>
                    <a:pt x="0" y="219024"/>
                  </a:lnTo>
                  <a:lnTo>
                    <a:pt x="0" y="223380"/>
                  </a:lnTo>
                  <a:lnTo>
                    <a:pt x="17729" y="244081"/>
                  </a:lnTo>
                  <a:lnTo>
                    <a:pt x="21475" y="239712"/>
                  </a:lnTo>
                  <a:lnTo>
                    <a:pt x="39979" y="218135"/>
                  </a:lnTo>
                  <a:close/>
                </a:path>
                <a:path w="118109" h="276225">
                  <a:moveTo>
                    <a:pt x="60121" y="249732"/>
                  </a:moveTo>
                  <a:lnTo>
                    <a:pt x="56375" y="245376"/>
                  </a:lnTo>
                  <a:lnTo>
                    <a:pt x="56375" y="249732"/>
                  </a:lnTo>
                  <a:lnTo>
                    <a:pt x="37871" y="271322"/>
                  </a:lnTo>
                  <a:lnTo>
                    <a:pt x="19748" y="250177"/>
                  </a:lnTo>
                  <a:lnTo>
                    <a:pt x="20802" y="250431"/>
                  </a:lnTo>
                  <a:lnTo>
                    <a:pt x="23431" y="250266"/>
                  </a:lnTo>
                  <a:lnTo>
                    <a:pt x="24472" y="249872"/>
                  </a:lnTo>
                  <a:lnTo>
                    <a:pt x="24447" y="249466"/>
                  </a:lnTo>
                  <a:lnTo>
                    <a:pt x="24777" y="249440"/>
                  </a:lnTo>
                  <a:lnTo>
                    <a:pt x="24993" y="248183"/>
                  </a:lnTo>
                  <a:lnTo>
                    <a:pt x="24930" y="246659"/>
                  </a:lnTo>
                  <a:lnTo>
                    <a:pt x="24853" y="245122"/>
                  </a:lnTo>
                  <a:lnTo>
                    <a:pt x="24511" y="243903"/>
                  </a:lnTo>
                  <a:lnTo>
                    <a:pt x="24358" y="243916"/>
                  </a:lnTo>
                  <a:lnTo>
                    <a:pt x="37871" y="228155"/>
                  </a:lnTo>
                  <a:lnTo>
                    <a:pt x="56375" y="249732"/>
                  </a:lnTo>
                  <a:lnTo>
                    <a:pt x="56375" y="245376"/>
                  </a:lnTo>
                  <a:lnTo>
                    <a:pt x="41617" y="228155"/>
                  </a:lnTo>
                  <a:lnTo>
                    <a:pt x="37871" y="223786"/>
                  </a:lnTo>
                  <a:lnTo>
                    <a:pt x="23939" y="240042"/>
                  </a:lnTo>
                  <a:lnTo>
                    <a:pt x="23939" y="248958"/>
                  </a:lnTo>
                  <a:lnTo>
                    <a:pt x="23355" y="248805"/>
                  </a:lnTo>
                  <a:lnTo>
                    <a:pt x="22047" y="248881"/>
                  </a:lnTo>
                  <a:lnTo>
                    <a:pt x="20739" y="248970"/>
                  </a:lnTo>
                  <a:lnTo>
                    <a:pt x="19710" y="249364"/>
                  </a:lnTo>
                  <a:lnTo>
                    <a:pt x="19710" y="250139"/>
                  </a:lnTo>
                  <a:lnTo>
                    <a:pt x="19380" y="249732"/>
                  </a:lnTo>
                  <a:lnTo>
                    <a:pt x="19685" y="249377"/>
                  </a:lnTo>
                  <a:lnTo>
                    <a:pt x="19710" y="250139"/>
                  </a:lnTo>
                  <a:lnTo>
                    <a:pt x="19710" y="249364"/>
                  </a:lnTo>
                  <a:lnTo>
                    <a:pt x="23685" y="244703"/>
                  </a:lnTo>
                  <a:lnTo>
                    <a:pt x="23609" y="245198"/>
                  </a:lnTo>
                  <a:lnTo>
                    <a:pt x="23749" y="248272"/>
                  </a:lnTo>
                  <a:lnTo>
                    <a:pt x="23939" y="248958"/>
                  </a:lnTo>
                  <a:lnTo>
                    <a:pt x="23939" y="240042"/>
                  </a:lnTo>
                  <a:lnTo>
                    <a:pt x="15633" y="249732"/>
                  </a:lnTo>
                  <a:lnTo>
                    <a:pt x="37871" y="275678"/>
                  </a:lnTo>
                  <a:lnTo>
                    <a:pt x="41617" y="271322"/>
                  </a:lnTo>
                  <a:lnTo>
                    <a:pt x="60121" y="249732"/>
                  </a:lnTo>
                  <a:close/>
                </a:path>
                <a:path w="118109" h="276225">
                  <a:moveTo>
                    <a:pt x="84505" y="72961"/>
                  </a:moveTo>
                  <a:lnTo>
                    <a:pt x="84467" y="72161"/>
                  </a:lnTo>
                  <a:lnTo>
                    <a:pt x="83388" y="71894"/>
                  </a:lnTo>
                  <a:lnTo>
                    <a:pt x="80759" y="72059"/>
                  </a:lnTo>
                  <a:lnTo>
                    <a:pt x="79717" y="72453"/>
                  </a:lnTo>
                  <a:lnTo>
                    <a:pt x="79730" y="72859"/>
                  </a:lnTo>
                  <a:lnTo>
                    <a:pt x="79387" y="72885"/>
                  </a:lnTo>
                  <a:lnTo>
                    <a:pt x="79159" y="74142"/>
                  </a:lnTo>
                  <a:lnTo>
                    <a:pt x="79235" y="75666"/>
                  </a:lnTo>
                  <a:lnTo>
                    <a:pt x="79311" y="77190"/>
                  </a:lnTo>
                  <a:lnTo>
                    <a:pt x="79641" y="78422"/>
                  </a:lnTo>
                  <a:lnTo>
                    <a:pt x="80340" y="78384"/>
                  </a:lnTo>
                  <a:lnTo>
                    <a:pt x="80556" y="77127"/>
                  </a:lnTo>
                  <a:lnTo>
                    <a:pt x="80416" y="74053"/>
                  </a:lnTo>
                  <a:lnTo>
                    <a:pt x="80213" y="73380"/>
                  </a:lnTo>
                  <a:lnTo>
                    <a:pt x="80835" y="73520"/>
                  </a:lnTo>
                  <a:lnTo>
                    <a:pt x="82143" y="73431"/>
                  </a:lnTo>
                  <a:lnTo>
                    <a:pt x="83451" y="73355"/>
                  </a:lnTo>
                  <a:lnTo>
                    <a:pt x="84505" y="72961"/>
                  </a:lnTo>
                  <a:close/>
                </a:path>
                <a:path w="118109" h="276225">
                  <a:moveTo>
                    <a:pt x="84759" y="41897"/>
                  </a:moveTo>
                  <a:lnTo>
                    <a:pt x="84721" y="41097"/>
                  </a:lnTo>
                  <a:lnTo>
                    <a:pt x="83642" y="40830"/>
                  </a:lnTo>
                  <a:lnTo>
                    <a:pt x="81013" y="40995"/>
                  </a:lnTo>
                  <a:lnTo>
                    <a:pt x="80391" y="41236"/>
                  </a:lnTo>
                  <a:lnTo>
                    <a:pt x="80530" y="40513"/>
                  </a:lnTo>
                  <a:lnTo>
                    <a:pt x="80454" y="38989"/>
                  </a:lnTo>
                  <a:lnTo>
                    <a:pt x="80378" y="37452"/>
                  </a:lnTo>
                  <a:lnTo>
                    <a:pt x="80048" y="36233"/>
                  </a:lnTo>
                  <a:lnTo>
                    <a:pt x="79349" y="36271"/>
                  </a:lnTo>
                  <a:lnTo>
                    <a:pt x="79133" y="37528"/>
                  </a:lnTo>
                  <a:lnTo>
                    <a:pt x="79286" y="40601"/>
                  </a:lnTo>
                  <a:lnTo>
                    <a:pt x="79463" y="41275"/>
                  </a:lnTo>
                  <a:lnTo>
                    <a:pt x="78892" y="41135"/>
                  </a:lnTo>
                  <a:lnTo>
                    <a:pt x="77571" y="41211"/>
                  </a:lnTo>
                  <a:lnTo>
                    <a:pt x="76263" y="41300"/>
                  </a:lnTo>
                  <a:lnTo>
                    <a:pt x="75209" y="41694"/>
                  </a:lnTo>
                  <a:lnTo>
                    <a:pt x="75247" y="42494"/>
                  </a:lnTo>
                  <a:lnTo>
                    <a:pt x="76327" y="42760"/>
                  </a:lnTo>
                  <a:lnTo>
                    <a:pt x="78955" y="42583"/>
                  </a:lnTo>
                  <a:lnTo>
                    <a:pt x="79540" y="42379"/>
                  </a:lnTo>
                  <a:lnTo>
                    <a:pt x="79413" y="43078"/>
                  </a:lnTo>
                  <a:lnTo>
                    <a:pt x="79489" y="44602"/>
                  </a:lnTo>
                  <a:lnTo>
                    <a:pt x="79565" y="46139"/>
                  </a:lnTo>
                  <a:lnTo>
                    <a:pt x="79895" y="47358"/>
                  </a:lnTo>
                  <a:lnTo>
                    <a:pt x="80594" y="47320"/>
                  </a:lnTo>
                  <a:lnTo>
                    <a:pt x="80810" y="46062"/>
                  </a:lnTo>
                  <a:lnTo>
                    <a:pt x="80670" y="42989"/>
                  </a:lnTo>
                  <a:lnTo>
                    <a:pt x="80467" y="42316"/>
                  </a:lnTo>
                  <a:lnTo>
                    <a:pt x="81089" y="42456"/>
                  </a:lnTo>
                  <a:lnTo>
                    <a:pt x="82397" y="42367"/>
                  </a:lnTo>
                  <a:lnTo>
                    <a:pt x="83705" y="42291"/>
                  </a:lnTo>
                  <a:lnTo>
                    <a:pt x="84759" y="41897"/>
                  </a:lnTo>
                  <a:close/>
                </a:path>
                <a:path w="118109" h="276225">
                  <a:moveTo>
                    <a:pt x="98234" y="57619"/>
                  </a:moveTo>
                  <a:lnTo>
                    <a:pt x="98196" y="56807"/>
                  </a:lnTo>
                  <a:lnTo>
                    <a:pt x="97116" y="56553"/>
                  </a:lnTo>
                  <a:lnTo>
                    <a:pt x="94488" y="56718"/>
                  </a:lnTo>
                  <a:lnTo>
                    <a:pt x="93865" y="56946"/>
                  </a:lnTo>
                  <a:lnTo>
                    <a:pt x="93992" y="56222"/>
                  </a:lnTo>
                  <a:lnTo>
                    <a:pt x="93929" y="54698"/>
                  </a:lnTo>
                  <a:lnTo>
                    <a:pt x="93853" y="53174"/>
                  </a:lnTo>
                  <a:lnTo>
                    <a:pt x="93510" y="51943"/>
                  </a:lnTo>
                  <a:lnTo>
                    <a:pt x="92824" y="51981"/>
                  </a:lnTo>
                  <a:lnTo>
                    <a:pt x="92608" y="53238"/>
                  </a:lnTo>
                  <a:lnTo>
                    <a:pt x="92748" y="56311"/>
                  </a:lnTo>
                  <a:lnTo>
                    <a:pt x="92938" y="56997"/>
                  </a:lnTo>
                  <a:lnTo>
                    <a:pt x="92354" y="56845"/>
                  </a:lnTo>
                  <a:lnTo>
                    <a:pt x="91046" y="56934"/>
                  </a:lnTo>
                  <a:lnTo>
                    <a:pt x="89738" y="57010"/>
                  </a:lnTo>
                  <a:lnTo>
                    <a:pt x="88684" y="57404"/>
                  </a:lnTo>
                  <a:lnTo>
                    <a:pt x="88722" y="58204"/>
                  </a:lnTo>
                  <a:lnTo>
                    <a:pt x="89801" y="58470"/>
                  </a:lnTo>
                  <a:lnTo>
                    <a:pt x="92430" y="58305"/>
                  </a:lnTo>
                  <a:lnTo>
                    <a:pt x="93002" y="58089"/>
                  </a:lnTo>
                  <a:lnTo>
                    <a:pt x="92887" y="58788"/>
                  </a:lnTo>
                  <a:lnTo>
                    <a:pt x="92964" y="60325"/>
                  </a:lnTo>
                  <a:lnTo>
                    <a:pt x="93040" y="61849"/>
                  </a:lnTo>
                  <a:lnTo>
                    <a:pt x="93370" y="63068"/>
                  </a:lnTo>
                  <a:lnTo>
                    <a:pt x="94068" y="63030"/>
                  </a:lnTo>
                  <a:lnTo>
                    <a:pt x="94284" y="61772"/>
                  </a:lnTo>
                  <a:lnTo>
                    <a:pt x="94132" y="58712"/>
                  </a:lnTo>
                  <a:lnTo>
                    <a:pt x="93941" y="58026"/>
                  </a:lnTo>
                  <a:lnTo>
                    <a:pt x="94564" y="58166"/>
                  </a:lnTo>
                  <a:lnTo>
                    <a:pt x="95872" y="58089"/>
                  </a:lnTo>
                  <a:lnTo>
                    <a:pt x="97180" y="58000"/>
                  </a:lnTo>
                  <a:lnTo>
                    <a:pt x="98234" y="57619"/>
                  </a:lnTo>
                  <a:close/>
                </a:path>
                <a:path w="118109" h="276225">
                  <a:moveTo>
                    <a:pt x="117652" y="20002"/>
                  </a:moveTo>
                  <a:lnTo>
                    <a:pt x="104724" y="4927"/>
                  </a:lnTo>
                  <a:lnTo>
                    <a:pt x="104724" y="9321"/>
                  </a:lnTo>
                  <a:lnTo>
                    <a:pt x="104343" y="9220"/>
                  </a:lnTo>
                  <a:lnTo>
                    <a:pt x="101714" y="9398"/>
                  </a:lnTo>
                  <a:lnTo>
                    <a:pt x="101104" y="9626"/>
                  </a:lnTo>
                  <a:lnTo>
                    <a:pt x="101231" y="8902"/>
                  </a:lnTo>
                  <a:lnTo>
                    <a:pt x="101155" y="7378"/>
                  </a:lnTo>
                  <a:lnTo>
                    <a:pt x="101079" y="5854"/>
                  </a:lnTo>
                  <a:lnTo>
                    <a:pt x="100749" y="4673"/>
                  </a:lnTo>
                  <a:lnTo>
                    <a:pt x="104724" y="9321"/>
                  </a:lnTo>
                  <a:lnTo>
                    <a:pt x="104724" y="4927"/>
                  </a:lnTo>
                  <a:lnTo>
                    <a:pt x="104254" y="4368"/>
                  </a:lnTo>
                  <a:lnTo>
                    <a:pt x="100723" y="254"/>
                  </a:lnTo>
                  <a:lnTo>
                    <a:pt x="100723" y="4635"/>
                  </a:lnTo>
                  <a:lnTo>
                    <a:pt x="100266" y="4660"/>
                  </a:lnTo>
                  <a:lnTo>
                    <a:pt x="100507" y="4368"/>
                  </a:lnTo>
                  <a:lnTo>
                    <a:pt x="100723" y="4635"/>
                  </a:lnTo>
                  <a:lnTo>
                    <a:pt x="100723" y="254"/>
                  </a:lnTo>
                  <a:lnTo>
                    <a:pt x="100507" y="0"/>
                  </a:lnTo>
                  <a:lnTo>
                    <a:pt x="86563" y="16268"/>
                  </a:lnTo>
                  <a:lnTo>
                    <a:pt x="86563" y="25171"/>
                  </a:lnTo>
                  <a:lnTo>
                    <a:pt x="85991" y="25019"/>
                  </a:lnTo>
                  <a:lnTo>
                    <a:pt x="84683" y="25107"/>
                  </a:lnTo>
                  <a:lnTo>
                    <a:pt x="83375" y="25184"/>
                  </a:lnTo>
                  <a:lnTo>
                    <a:pt x="82346" y="25577"/>
                  </a:lnTo>
                  <a:lnTo>
                    <a:pt x="82346" y="26365"/>
                  </a:lnTo>
                  <a:lnTo>
                    <a:pt x="82003" y="25946"/>
                  </a:lnTo>
                  <a:lnTo>
                    <a:pt x="82308" y="25590"/>
                  </a:lnTo>
                  <a:lnTo>
                    <a:pt x="82346" y="26365"/>
                  </a:lnTo>
                  <a:lnTo>
                    <a:pt x="82346" y="25577"/>
                  </a:lnTo>
                  <a:lnTo>
                    <a:pt x="86321" y="20916"/>
                  </a:lnTo>
                  <a:lnTo>
                    <a:pt x="86233" y="21412"/>
                  </a:lnTo>
                  <a:lnTo>
                    <a:pt x="86385" y="24485"/>
                  </a:lnTo>
                  <a:lnTo>
                    <a:pt x="86563" y="25171"/>
                  </a:lnTo>
                  <a:lnTo>
                    <a:pt x="86563" y="16268"/>
                  </a:lnTo>
                  <a:lnTo>
                    <a:pt x="79806" y="24142"/>
                  </a:lnTo>
                  <a:lnTo>
                    <a:pt x="77622" y="21602"/>
                  </a:lnTo>
                  <a:lnTo>
                    <a:pt x="77622" y="25946"/>
                  </a:lnTo>
                  <a:lnTo>
                    <a:pt x="73482" y="30772"/>
                  </a:lnTo>
                  <a:lnTo>
                    <a:pt x="73596" y="30162"/>
                  </a:lnTo>
                  <a:lnTo>
                    <a:pt x="73456" y="27101"/>
                  </a:lnTo>
                  <a:lnTo>
                    <a:pt x="73253" y="26416"/>
                  </a:lnTo>
                  <a:lnTo>
                    <a:pt x="73875" y="26555"/>
                  </a:lnTo>
                  <a:lnTo>
                    <a:pt x="75184" y="26479"/>
                  </a:lnTo>
                  <a:lnTo>
                    <a:pt x="76492" y="26390"/>
                  </a:lnTo>
                  <a:lnTo>
                    <a:pt x="77546" y="26009"/>
                  </a:lnTo>
                  <a:lnTo>
                    <a:pt x="77533" y="25857"/>
                  </a:lnTo>
                  <a:lnTo>
                    <a:pt x="77622" y="21602"/>
                  </a:lnTo>
                  <a:lnTo>
                    <a:pt x="76835" y="20675"/>
                  </a:lnTo>
                  <a:lnTo>
                    <a:pt x="76835" y="25044"/>
                  </a:lnTo>
                  <a:lnTo>
                    <a:pt x="76428" y="24942"/>
                  </a:lnTo>
                  <a:lnTo>
                    <a:pt x="73799" y="25107"/>
                  </a:lnTo>
                  <a:lnTo>
                    <a:pt x="73190" y="25336"/>
                  </a:lnTo>
                  <a:lnTo>
                    <a:pt x="73317" y="24625"/>
                  </a:lnTo>
                  <a:lnTo>
                    <a:pt x="73240" y="23088"/>
                  </a:lnTo>
                  <a:lnTo>
                    <a:pt x="73164" y="21564"/>
                  </a:lnTo>
                  <a:lnTo>
                    <a:pt x="72898" y="20612"/>
                  </a:lnTo>
                  <a:lnTo>
                    <a:pt x="72898" y="31457"/>
                  </a:lnTo>
                  <a:lnTo>
                    <a:pt x="59118" y="47536"/>
                  </a:lnTo>
                  <a:lnTo>
                    <a:pt x="54317" y="41960"/>
                  </a:lnTo>
                  <a:lnTo>
                    <a:pt x="55397" y="42214"/>
                  </a:lnTo>
                  <a:lnTo>
                    <a:pt x="58013" y="42037"/>
                  </a:lnTo>
                  <a:lnTo>
                    <a:pt x="58597" y="41833"/>
                  </a:lnTo>
                  <a:lnTo>
                    <a:pt x="58483" y="42532"/>
                  </a:lnTo>
                  <a:lnTo>
                    <a:pt x="58547" y="44056"/>
                  </a:lnTo>
                  <a:lnTo>
                    <a:pt x="58623" y="45593"/>
                  </a:lnTo>
                  <a:lnTo>
                    <a:pt x="58966" y="46812"/>
                  </a:lnTo>
                  <a:lnTo>
                    <a:pt x="59651" y="46774"/>
                  </a:lnTo>
                  <a:lnTo>
                    <a:pt x="59867" y="45516"/>
                  </a:lnTo>
                  <a:lnTo>
                    <a:pt x="59728" y="42443"/>
                  </a:lnTo>
                  <a:lnTo>
                    <a:pt x="59524" y="41770"/>
                  </a:lnTo>
                  <a:lnTo>
                    <a:pt x="60147" y="41910"/>
                  </a:lnTo>
                  <a:lnTo>
                    <a:pt x="61455" y="41821"/>
                  </a:lnTo>
                  <a:lnTo>
                    <a:pt x="62763" y="41744"/>
                  </a:lnTo>
                  <a:lnTo>
                    <a:pt x="63830" y="41351"/>
                  </a:lnTo>
                  <a:lnTo>
                    <a:pt x="63779" y="40551"/>
                  </a:lnTo>
                  <a:lnTo>
                    <a:pt x="62699" y="40284"/>
                  </a:lnTo>
                  <a:lnTo>
                    <a:pt x="60071" y="40449"/>
                  </a:lnTo>
                  <a:lnTo>
                    <a:pt x="59461" y="40690"/>
                  </a:lnTo>
                  <a:lnTo>
                    <a:pt x="59588" y="39966"/>
                  </a:lnTo>
                  <a:lnTo>
                    <a:pt x="59512" y="38442"/>
                  </a:lnTo>
                  <a:lnTo>
                    <a:pt x="59436" y="36906"/>
                  </a:lnTo>
                  <a:lnTo>
                    <a:pt x="59105" y="35687"/>
                  </a:lnTo>
                  <a:lnTo>
                    <a:pt x="58420" y="35725"/>
                  </a:lnTo>
                  <a:lnTo>
                    <a:pt x="58191" y="36982"/>
                  </a:lnTo>
                  <a:lnTo>
                    <a:pt x="58343" y="40055"/>
                  </a:lnTo>
                  <a:lnTo>
                    <a:pt x="58521" y="40728"/>
                  </a:lnTo>
                  <a:lnTo>
                    <a:pt x="57950" y="40589"/>
                  </a:lnTo>
                  <a:lnTo>
                    <a:pt x="56642" y="40665"/>
                  </a:lnTo>
                  <a:lnTo>
                    <a:pt x="55333" y="40754"/>
                  </a:lnTo>
                  <a:lnTo>
                    <a:pt x="54267" y="41135"/>
                  </a:lnTo>
                  <a:lnTo>
                    <a:pt x="54305" y="41948"/>
                  </a:lnTo>
                  <a:lnTo>
                    <a:pt x="40982" y="26390"/>
                  </a:lnTo>
                  <a:lnTo>
                    <a:pt x="42049" y="26644"/>
                  </a:lnTo>
                  <a:lnTo>
                    <a:pt x="44678" y="26479"/>
                  </a:lnTo>
                  <a:lnTo>
                    <a:pt x="45250" y="26263"/>
                  </a:lnTo>
                  <a:lnTo>
                    <a:pt x="45135" y="26962"/>
                  </a:lnTo>
                  <a:lnTo>
                    <a:pt x="45212" y="28486"/>
                  </a:lnTo>
                  <a:lnTo>
                    <a:pt x="45275" y="30022"/>
                  </a:lnTo>
                  <a:lnTo>
                    <a:pt x="45618" y="31242"/>
                  </a:lnTo>
                  <a:lnTo>
                    <a:pt x="46304" y="31203"/>
                  </a:lnTo>
                  <a:lnTo>
                    <a:pt x="46532" y="29946"/>
                  </a:lnTo>
                  <a:lnTo>
                    <a:pt x="46380" y="26873"/>
                  </a:lnTo>
                  <a:lnTo>
                    <a:pt x="46189" y="26200"/>
                  </a:lnTo>
                  <a:lnTo>
                    <a:pt x="46799" y="26339"/>
                  </a:lnTo>
                  <a:lnTo>
                    <a:pt x="48107" y="26263"/>
                  </a:lnTo>
                  <a:lnTo>
                    <a:pt x="49428" y="26174"/>
                  </a:lnTo>
                  <a:lnTo>
                    <a:pt x="50482" y="25781"/>
                  </a:lnTo>
                  <a:lnTo>
                    <a:pt x="50431" y="24980"/>
                  </a:lnTo>
                  <a:lnTo>
                    <a:pt x="49364" y="24714"/>
                  </a:lnTo>
                  <a:lnTo>
                    <a:pt x="46736" y="24879"/>
                  </a:lnTo>
                  <a:lnTo>
                    <a:pt x="46113" y="25120"/>
                  </a:lnTo>
                  <a:lnTo>
                    <a:pt x="46240" y="24396"/>
                  </a:lnTo>
                  <a:lnTo>
                    <a:pt x="46164" y="22872"/>
                  </a:lnTo>
                  <a:lnTo>
                    <a:pt x="46101" y="21336"/>
                  </a:lnTo>
                  <a:lnTo>
                    <a:pt x="45758" y="20116"/>
                  </a:lnTo>
                  <a:lnTo>
                    <a:pt x="45605" y="20129"/>
                  </a:lnTo>
                  <a:lnTo>
                    <a:pt x="58610" y="4953"/>
                  </a:lnTo>
                  <a:lnTo>
                    <a:pt x="58445" y="5918"/>
                  </a:lnTo>
                  <a:lnTo>
                    <a:pt x="58597" y="8991"/>
                  </a:lnTo>
                  <a:lnTo>
                    <a:pt x="58775" y="9677"/>
                  </a:lnTo>
                  <a:lnTo>
                    <a:pt x="58204" y="9525"/>
                  </a:lnTo>
                  <a:lnTo>
                    <a:pt x="56896" y="9613"/>
                  </a:lnTo>
                  <a:lnTo>
                    <a:pt x="55587" y="9690"/>
                  </a:lnTo>
                  <a:lnTo>
                    <a:pt x="54521" y="10083"/>
                  </a:lnTo>
                  <a:lnTo>
                    <a:pt x="54571" y="10883"/>
                  </a:lnTo>
                  <a:lnTo>
                    <a:pt x="55651" y="11150"/>
                  </a:lnTo>
                  <a:lnTo>
                    <a:pt x="58280" y="10985"/>
                  </a:lnTo>
                  <a:lnTo>
                    <a:pt x="58851" y="10769"/>
                  </a:lnTo>
                  <a:lnTo>
                    <a:pt x="58737" y="11468"/>
                  </a:lnTo>
                  <a:lnTo>
                    <a:pt x="58813" y="13004"/>
                  </a:lnTo>
                  <a:lnTo>
                    <a:pt x="58877" y="14528"/>
                  </a:lnTo>
                  <a:lnTo>
                    <a:pt x="59220" y="15748"/>
                  </a:lnTo>
                  <a:lnTo>
                    <a:pt x="59905" y="15709"/>
                  </a:lnTo>
                  <a:lnTo>
                    <a:pt x="60121" y="14452"/>
                  </a:lnTo>
                  <a:lnTo>
                    <a:pt x="59982" y="11391"/>
                  </a:lnTo>
                  <a:lnTo>
                    <a:pt x="59791" y="10706"/>
                  </a:lnTo>
                  <a:lnTo>
                    <a:pt x="60401" y="10845"/>
                  </a:lnTo>
                  <a:lnTo>
                    <a:pt x="61709" y="10769"/>
                  </a:lnTo>
                  <a:lnTo>
                    <a:pt x="63017" y="10680"/>
                  </a:lnTo>
                  <a:lnTo>
                    <a:pt x="64084" y="10299"/>
                  </a:lnTo>
                  <a:lnTo>
                    <a:pt x="64071" y="10172"/>
                  </a:lnTo>
                  <a:lnTo>
                    <a:pt x="72809" y="20345"/>
                  </a:lnTo>
                  <a:lnTo>
                    <a:pt x="72136" y="20383"/>
                  </a:lnTo>
                  <a:lnTo>
                    <a:pt x="71920" y="21640"/>
                  </a:lnTo>
                  <a:lnTo>
                    <a:pt x="72072" y="24701"/>
                  </a:lnTo>
                  <a:lnTo>
                    <a:pt x="72250" y="25387"/>
                  </a:lnTo>
                  <a:lnTo>
                    <a:pt x="71678" y="25234"/>
                  </a:lnTo>
                  <a:lnTo>
                    <a:pt x="70358" y="25323"/>
                  </a:lnTo>
                  <a:lnTo>
                    <a:pt x="69049" y="25412"/>
                  </a:lnTo>
                  <a:lnTo>
                    <a:pt x="67995" y="25793"/>
                  </a:lnTo>
                  <a:lnTo>
                    <a:pt x="68033" y="26606"/>
                  </a:lnTo>
                  <a:lnTo>
                    <a:pt x="69113" y="26860"/>
                  </a:lnTo>
                  <a:lnTo>
                    <a:pt x="71742" y="26695"/>
                  </a:lnTo>
                  <a:lnTo>
                    <a:pt x="72326" y="26479"/>
                  </a:lnTo>
                  <a:lnTo>
                    <a:pt x="72212" y="27178"/>
                  </a:lnTo>
                  <a:lnTo>
                    <a:pt x="72275" y="28714"/>
                  </a:lnTo>
                  <a:lnTo>
                    <a:pt x="72351" y="30238"/>
                  </a:lnTo>
                  <a:lnTo>
                    <a:pt x="72682" y="31470"/>
                  </a:lnTo>
                  <a:lnTo>
                    <a:pt x="72898" y="31457"/>
                  </a:lnTo>
                  <a:lnTo>
                    <a:pt x="72898" y="20612"/>
                  </a:lnTo>
                  <a:lnTo>
                    <a:pt x="72834" y="20383"/>
                  </a:lnTo>
                  <a:lnTo>
                    <a:pt x="76835" y="25044"/>
                  </a:lnTo>
                  <a:lnTo>
                    <a:pt x="76835" y="20675"/>
                  </a:lnTo>
                  <a:lnTo>
                    <a:pt x="63334" y="4927"/>
                  </a:lnTo>
                  <a:lnTo>
                    <a:pt x="63334" y="9321"/>
                  </a:lnTo>
                  <a:lnTo>
                    <a:pt x="62953" y="9220"/>
                  </a:lnTo>
                  <a:lnTo>
                    <a:pt x="60337" y="9398"/>
                  </a:lnTo>
                  <a:lnTo>
                    <a:pt x="59715" y="9626"/>
                  </a:lnTo>
                  <a:lnTo>
                    <a:pt x="59842" y="8902"/>
                  </a:lnTo>
                  <a:lnTo>
                    <a:pt x="59766" y="7378"/>
                  </a:lnTo>
                  <a:lnTo>
                    <a:pt x="59690" y="5854"/>
                  </a:lnTo>
                  <a:lnTo>
                    <a:pt x="59359" y="4673"/>
                  </a:lnTo>
                  <a:lnTo>
                    <a:pt x="63334" y="9321"/>
                  </a:lnTo>
                  <a:lnTo>
                    <a:pt x="63334" y="4927"/>
                  </a:lnTo>
                  <a:lnTo>
                    <a:pt x="62865" y="4368"/>
                  </a:lnTo>
                  <a:lnTo>
                    <a:pt x="59334" y="254"/>
                  </a:lnTo>
                  <a:lnTo>
                    <a:pt x="59334" y="4635"/>
                  </a:lnTo>
                  <a:lnTo>
                    <a:pt x="58877" y="4660"/>
                  </a:lnTo>
                  <a:lnTo>
                    <a:pt x="59118" y="4368"/>
                  </a:lnTo>
                  <a:lnTo>
                    <a:pt x="59334" y="4635"/>
                  </a:lnTo>
                  <a:lnTo>
                    <a:pt x="59334" y="254"/>
                  </a:lnTo>
                  <a:lnTo>
                    <a:pt x="59118" y="0"/>
                  </a:lnTo>
                  <a:lnTo>
                    <a:pt x="45173" y="16281"/>
                  </a:lnTo>
                  <a:lnTo>
                    <a:pt x="45173" y="25171"/>
                  </a:lnTo>
                  <a:lnTo>
                    <a:pt x="44602" y="25019"/>
                  </a:lnTo>
                  <a:lnTo>
                    <a:pt x="43294" y="25107"/>
                  </a:lnTo>
                  <a:lnTo>
                    <a:pt x="41986" y="25184"/>
                  </a:lnTo>
                  <a:lnTo>
                    <a:pt x="40932" y="25577"/>
                  </a:lnTo>
                  <a:lnTo>
                    <a:pt x="40957" y="26365"/>
                  </a:lnTo>
                  <a:lnTo>
                    <a:pt x="40614" y="25946"/>
                  </a:lnTo>
                  <a:lnTo>
                    <a:pt x="40932" y="25577"/>
                  </a:lnTo>
                  <a:lnTo>
                    <a:pt x="44932" y="20916"/>
                  </a:lnTo>
                  <a:lnTo>
                    <a:pt x="44843" y="21412"/>
                  </a:lnTo>
                  <a:lnTo>
                    <a:pt x="44996" y="24485"/>
                  </a:lnTo>
                  <a:lnTo>
                    <a:pt x="45173" y="25171"/>
                  </a:lnTo>
                  <a:lnTo>
                    <a:pt x="45173" y="16281"/>
                  </a:lnTo>
                  <a:lnTo>
                    <a:pt x="36880" y="25946"/>
                  </a:lnTo>
                  <a:lnTo>
                    <a:pt x="59118" y="51892"/>
                  </a:lnTo>
                  <a:lnTo>
                    <a:pt x="62865" y="47536"/>
                  </a:lnTo>
                  <a:lnTo>
                    <a:pt x="79819" y="27762"/>
                  </a:lnTo>
                  <a:lnTo>
                    <a:pt x="100507" y="51892"/>
                  </a:lnTo>
                  <a:lnTo>
                    <a:pt x="104254" y="47536"/>
                  </a:lnTo>
                  <a:lnTo>
                    <a:pt x="117652" y="31902"/>
                  </a:lnTo>
                  <a:lnTo>
                    <a:pt x="117652" y="27533"/>
                  </a:lnTo>
                  <a:lnTo>
                    <a:pt x="114871" y="30772"/>
                  </a:lnTo>
                  <a:lnTo>
                    <a:pt x="114985" y="30162"/>
                  </a:lnTo>
                  <a:lnTo>
                    <a:pt x="114846" y="27101"/>
                  </a:lnTo>
                  <a:lnTo>
                    <a:pt x="114642" y="26416"/>
                  </a:lnTo>
                  <a:lnTo>
                    <a:pt x="115265" y="26555"/>
                  </a:lnTo>
                  <a:lnTo>
                    <a:pt x="117652" y="26403"/>
                  </a:lnTo>
                  <a:lnTo>
                    <a:pt x="117652" y="24955"/>
                  </a:lnTo>
                  <a:lnTo>
                    <a:pt x="115189" y="25107"/>
                  </a:lnTo>
                  <a:lnTo>
                    <a:pt x="114566" y="25336"/>
                  </a:lnTo>
                  <a:lnTo>
                    <a:pt x="114706" y="24625"/>
                  </a:lnTo>
                  <a:lnTo>
                    <a:pt x="114630" y="23088"/>
                  </a:lnTo>
                  <a:lnTo>
                    <a:pt x="114554" y="21564"/>
                  </a:lnTo>
                  <a:lnTo>
                    <a:pt x="114287" y="20586"/>
                  </a:lnTo>
                  <a:lnTo>
                    <a:pt x="114287" y="31457"/>
                  </a:lnTo>
                  <a:lnTo>
                    <a:pt x="100507" y="47536"/>
                  </a:lnTo>
                  <a:lnTo>
                    <a:pt x="95707" y="41960"/>
                  </a:lnTo>
                  <a:lnTo>
                    <a:pt x="96786" y="42214"/>
                  </a:lnTo>
                  <a:lnTo>
                    <a:pt x="99415" y="42037"/>
                  </a:lnTo>
                  <a:lnTo>
                    <a:pt x="99987" y="41833"/>
                  </a:lnTo>
                  <a:lnTo>
                    <a:pt x="99872" y="42532"/>
                  </a:lnTo>
                  <a:lnTo>
                    <a:pt x="99936" y="44056"/>
                  </a:lnTo>
                  <a:lnTo>
                    <a:pt x="100012" y="45593"/>
                  </a:lnTo>
                  <a:lnTo>
                    <a:pt x="100355" y="46812"/>
                  </a:lnTo>
                  <a:lnTo>
                    <a:pt x="101041" y="46774"/>
                  </a:lnTo>
                  <a:lnTo>
                    <a:pt x="101257" y="45516"/>
                  </a:lnTo>
                  <a:lnTo>
                    <a:pt x="101117" y="42443"/>
                  </a:lnTo>
                  <a:lnTo>
                    <a:pt x="100914" y="41770"/>
                  </a:lnTo>
                  <a:lnTo>
                    <a:pt x="101536" y="41910"/>
                  </a:lnTo>
                  <a:lnTo>
                    <a:pt x="102844" y="41821"/>
                  </a:lnTo>
                  <a:lnTo>
                    <a:pt x="104152" y="41744"/>
                  </a:lnTo>
                  <a:lnTo>
                    <a:pt x="105219" y="41351"/>
                  </a:lnTo>
                  <a:lnTo>
                    <a:pt x="105168" y="40551"/>
                  </a:lnTo>
                  <a:lnTo>
                    <a:pt x="104089" y="40284"/>
                  </a:lnTo>
                  <a:lnTo>
                    <a:pt x="101460" y="40449"/>
                  </a:lnTo>
                  <a:lnTo>
                    <a:pt x="100850" y="40690"/>
                  </a:lnTo>
                  <a:lnTo>
                    <a:pt x="100977" y="39966"/>
                  </a:lnTo>
                  <a:lnTo>
                    <a:pt x="100901" y="38442"/>
                  </a:lnTo>
                  <a:lnTo>
                    <a:pt x="100825" y="36906"/>
                  </a:lnTo>
                  <a:lnTo>
                    <a:pt x="100495" y="35687"/>
                  </a:lnTo>
                  <a:lnTo>
                    <a:pt x="99809" y="35725"/>
                  </a:lnTo>
                  <a:lnTo>
                    <a:pt x="99580" y="36982"/>
                  </a:lnTo>
                  <a:lnTo>
                    <a:pt x="99733" y="40055"/>
                  </a:lnTo>
                  <a:lnTo>
                    <a:pt x="99910" y="40728"/>
                  </a:lnTo>
                  <a:lnTo>
                    <a:pt x="99339" y="40589"/>
                  </a:lnTo>
                  <a:lnTo>
                    <a:pt x="98031" y="40665"/>
                  </a:lnTo>
                  <a:lnTo>
                    <a:pt x="96723" y="40754"/>
                  </a:lnTo>
                  <a:lnTo>
                    <a:pt x="95656" y="41135"/>
                  </a:lnTo>
                  <a:lnTo>
                    <a:pt x="95694" y="41948"/>
                  </a:lnTo>
                  <a:lnTo>
                    <a:pt x="82372" y="26390"/>
                  </a:lnTo>
                  <a:lnTo>
                    <a:pt x="83439" y="26644"/>
                  </a:lnTo>
                  <a:lnTo>
                    <a:pt x="86067" y="26479"/>
                  </a:lnTo>
                  <a:lnTo>
                    <a:pt x="86639" y="26263"/>
                  </a:lnTo>
                  <a:lnTo>
                    <a:pt x="86525" y="26962"/>
                  </a:lnTo>
                  <a:lnTo>
                    <a:pt x="86601" y="28486"/>
                  </a:lnTo>
                  <a:lnTo>
                    <a:pt x="86664" y="30022"/>
                  </a:lnTo>
                  <a:lnTo>
                    <a:pt x="87007" y="31242"/>
                  </a:lnTo>
                  <a:lnTo>
                    <a:pt x="87693" y="31203"/>
                  </a:lnTo>
                  <a:lnTo>
                    <a:pt x="87909" y="29946"/>
                  </a:lnTo>
                  <a:lnTo>
                    <a:pt x="87769" y="26873"/>
                  </a:lnTo>
                  <a:lnTo>
                    <a:pt x="87579" y="26200"/>
                  </a:lnTo>
                  <a:lnTo>
                    <a:pt x="88188" y="26339"/>
                  </a:lnTo>
                  <a:lnTo>
                    <a:pt x="89496" y="26263"/>
                  </a:lnTo>
                  <a:lnTo>
                    <a:pt x="90805" y="26174"/>
                  </a:lnTo>
                  <a:lnTo>
                    <a:pt x="91871" y="25781"/>
                  </a:lnTo>
                  <a:lnTo>
                    <a:pt x="91821" y="24980"/>
                  </a:lnTo>
                  <a:lnTo>
                    <a:pt x="90741" y="24714"/>
                  </a:lnTo>
                  <a:lnTo>
                    <a:pt x="88125" y="24879"/>
                  </a:lnTo>
                  <a:lnTo>
                    <a:pt x="87503" y="25120"/>
                  </a:lnTo>
                  <a:lnTo>
                    <a:pt x="87630" y="24396"/>
                  </a:lnTo>
                  <a:lnTo>
                    <a:pt x="87553" y="22872"/>
                  </a:lnTo>
                  <a:lnTo>
                    <a:pt x="87490" y="21336"/>
                  </a:lnTo>
                  <a:lnTo>
                    <a:pt x="87147" y="20116"/>
                  </a:lnTo>
                  <a:lnTo>
                    <a:pt x="86995" y="20129"/>
                  </a:lnTo>
                  <a:lnTo>
                    <a:pt x="99999" y="4953"/>
                  </a:lnTo>
                  <a:lnTo>
                    <a:pt x="99834" y="5918"/>
                  </a:lnTo>
                  <a:lnTo>
                    <a:pt x="99987" y="8991"/>
                  </a:lnTo>
                  <a:lnTo>
                    <a:pt x="100164" y="9677"/>
                  </a:lnTo>
                  <a:lnTo>
                    <a:pt x="99593" y="9525"/>
                  </a:lnTo>
                  <a:lnTo>
                    <a:pt x="98285" y="9613"/>
                  </a:lnTo>
                  <a:lnTo>
                    <a:pt x="96977" y="9690"/>
                  </a:lnTo>
                  <a:lnTo>
                    <a:pt x="95910" y="10083"/>
                  </a:lnTo>
                  <a:lnTo>
                    <a:pt x="95961" y="10883"/>
                  </a:lnTo>
                  <a:lnTo>
                    <a:pt x="97040" y="11150"/>
                  </a:lnTo>
                  <a:lnTo>
                    <a:pt x="99669" y="10985"/>
                  </a:lnTo>
                  <a:lnTo>
                    <a:pt x="100241" y="10769"/>
                  </a:lnTo>
                  <a:lnTo>
                    <a:pt x="100126" y="11468"/>
                  </a:lnTo>
                  <a:lnTo>
                    <a:pt x="100203" y="13004"/>
                  </a:lnTo>
                  <a:lnTo>
                    <a:pt x="100266" y="14528"/>
                  </a:lnTo>
                  <a:lnTo>
                    <a:pt x="100609" y="15748"/>
                  </a:lnTo>
                  <a:lnTo>
                    <a:pt x="101295" y="15709"/>
                  </a:lnTo>
                  <a:lnTo>
                    <a:pt x="101511" y="14452"/>
                  </a:lnTo>
                  <a:lnTo>
                    <a:pt x="101371" y="11391"/>
                  </a:lnTo>
                  <a:lnTo>
                    <a:pt x="101168" y="10706"/>
                  </a:lnTo>
                  <a:lnTo>
                    <a:pt x="101790" y="10845"/>
                  </a:lnTo>
                  <a:lnTo>
                    <a:pt x="103098" y="10769"/>
                  </a:lnTo>
                  <a:lnTo>
                    <a:pt x="104406" y="10680"/>
                  </a:lnTo>
                  <a:lnTo>
                    <a:pt x="105473" y="10299"/>
                  </a:lnTo>
                  <a:lnTo>
                    <a:pt x="114185" y="20345"/>
                  </a:lnTo>
                  <a:lnTo>
                    <a:pt x="113525" y="20383"/>
                  </a:lnTo>
                  <a:lnTo>
                    <a:pt x="113309" y="21640"/>
                  </a:lnTo>
                  <a:lnTo>
                    <a:pt x="113461" y="24701"/>
                  </a:lnTo>
                  <a:lnTo>
                    <a:pt x="113639" y="25387"/>
                  </a:lnTo>
                  <a:lnTo>
                    <a:pt x="113055" y="25234"/>
                  </a:lnTo>
                  <a:lnTo>
                    <a:pt x="111747" y="25323"/>
                  </a:lnTo>
                  <a:lnTo>
                    <a:pt x="110439" y="25412"/>
                  </a:lnTo>
                  <a:lnTo>
                    <a:pt x="109385" y="25793"/>
                  </a:lnTo>
                  <a:lnTo>
                    <a:pt x="109423" y="26606"/>
                  </a:lnTo>
                  <a:lnTo>
                    <a:pt x="110502" y="26860"/>
                  </a:lnTo>
                  <a:lnTo>
                    <a:pt x="113131" y="26695"/>
                  </a:lnTo>
                  <a:lnTo>
                    <a:pt x="113715" y="26479"/>
                  </a:lnTo>
                  <a:lnTo>
                    <a:pt x="113588" y="27178"/>
                  </a:lnTo>
                  <a:lnTo>
                    <a:pt x="113665" y="28714"/>
                  </a:lnTo>
                  <a:lnTo>
                    <a:pt x="113741" y="30238"/>
                  </a:lnTo>
                  <a:lnTo>
                    <a:pt x="114071" y="31470"/>
                  </a:lnTo>
                  <a:lnTo>
                    <a:pt x="114287" y="31457"/>
                  </a:lnTo>
                  <a:lnTo>
                    <a:pt x="114287" y="20586"/>
                  </a:lnTo>
                  <a:lnTo>
                    <a:pt x="114236" y="20396"/>
                  </a:lnTo>
                  <a:lnTo>
                    <a:pt x="117652" y="24371"/>
                  </a:lnTo>
                  <a:lnTo>
                    <a:pt x="117652" y="20002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 descr=""/>
            <p:cNvSpPr/>
            <p:nvPr/>
          </p:nvSpPr>
          <p:spPr>
            <a:xfrm>
              <a:off x="10570934" y="7369905"/>
              <a:ext cx="118110" cy="83820"/>
            </a:xfrm>
            <a:custGeom>
              <a:avLst/>
              <a:gdLst/>
              <a:ahLst/>
              <a:cxnLst/>
              <a:rect l="l" t="t" r="r" b="b"/>
              <a:pathLst>
                <a:path w="118109" h="83820">
                  <a:moveTo>
                    <a:pt x="1828" y="72948"/>
                  </a:moveTo>
                  <a:lnTo>
                    <a:pt x="1790" y="72148"/>
                  </a:lnTo>
                  <a:lnTo>
                    <a:pt x="711" y="71882"/>
                  </a:lnTo>
                  <a:lnTo>
                    <a:pt x="0" y="71932"/>
                  </a:lnTo>
                  <a:lnTo>
                    <a:pt x="0" y="73393"/>
                  </a:lnTo>
                  <a:lnTo>
                    <a:pt x="774" y="73342"/>
                  </a:lnTo>
                  <a:lnTo>
                    <a:pt x="1828" y="72948"/>
                  </a:lnTo>
                  <a:close/>
                </a:path>
                <a:path w="118109" h="83820">
                  <a:moveTo>
                    <a:pt x="19380" y="57543"/>
                  </a:moveTo>
                  <a:lnTo>
                    <a:pt x="15633" y="53187"/>
                  </a:lnTo>
                  <a:lnTo>
                    <a:pt x="15633" y="57543"/>
                  </a:lnTo>
                  <a:lnTo>
                    <a:pt x="11493" y="62369"/>
                  </a:lnTo>
                  <a:lnTo>
                    <a:pt x="11607" y="61760"/>
                  </a:lnTo>
                  <a:lnTo>
                    <a:pt x="11455" y="58699"/>
                  </a:lnTo>
                  <a:lnTo>
                    <a:pt x="11264" y="58026"/>
                  </a:lnTo>
                  <a:lnTo>
                    <a:pt x="11887" y="58166"/>
                  </a:lnTo>
                  <a:lnTo>
                    <a:pt x="13195" y="58077"/>
                  </a:lnTo>
                  <a:lnTo>
                    <a:pt x="14503" y="57988"/>
                  </a:lnTo>
                  <a:lnTo>
                    <a:pt x="15557" y="57607"/>
                  </a:lnTo>
                  <a:lnTo>
                    <a:pt x="15544" y="57454"/>
                  </a:lnTo>
                  <a:lnTo>
                    <a:pt x="15633" y="53187"/>
                  </a:lnTo>
                  <a:lnTo>
                    <a:pt x="14846" y="52260"/>
                  </a:lnTo>
                  <a:lnTo>
                    <a:pt x="14846" y="56642"/>
                  </a:lnTo>
                  <a:lnTo>
                    <a:pt x="14439" y="56540"/>
                  </a:lnTo>
                  <a:lnTo>
                    <a:pt x="11811" y="56705"/>
                  </a:lnTo>
                  <a:lnTo>
                    <a:pt x="11188" y="56934"/>
                  </a:lnTo>
                  <a:lnTo>
                    <a:pt x="11315" y="56222"/>
                  </a:lnTo>
                  <a:lnTo>
                    <a:pt x="11252" y="54686"/>
                  </a:lnTo>
                  <a:lnTo>
                    <a:pt x="11176" y="53162"/>
                  </a:lnTo>
                  <a:lnTo>
                    <a:pt x="10845" y="51981"/>
                  </a:lnTo>
                  <a:lnTo>
                    <a:pt x="14846" y="56642"/>
                  </a:lnTo>
                  <a:lnTo>
                    <a:pt x="14846" y="52260"/>
                  </a:lnTo>
                  <a:lnTo>
                    <a:pt x="0" y="34950"/>
                  </a:lnTo>
                  <a:lnTo>
                    <a:pt x="0" y="39306"/>
                  </a:lnTo>
                  <a:lnTo>
                    <a:pt x="1371" y="40932"/>
                  </a:lnTo>
                  <a:lnTo>
                    <a:pt x="965" y="40817"/>
                  </a:lnTo>
                  <a:lnTo>
                    <a:pt x="0" y="40881"/>
                  </a:lnTo>
                  <a:lnTo>
                    <a:pt x="0" y="42341"/>
                  </a:lnTo>
                  <a:lnTo>
                    <a:pt x="1028" y="42278"/>
                  </a:lnTo>
                  <a:lnTo>
                    <a:pt x="2082" y="41897"/>
                  </a:lnTo>
                  <a:lnTo>
                    <a:pt x="2070" y="41732"/>
                  </a:lnTo>
                  <a:lnTo>
                    <a:pt x="10820" y="51943"/>
                  </a:lnTo>
                  <a:lnTo>
                    <a:pt x="10147" y="51981"/>
                  </a:lnTo>
                  <a:lnTo>
                    <a:pt x="9931" y="53238"/>
                  </a:lnTo>
                  <a:lnTo>
                    <a:pt x="10071" y="56299"/>
                  </a:lnTo>
                  <a:lnTo>
                    <a:pt x="10248" y="56984"/>
                  </a:lnTo>
                  <a:lnTo>
                    <a:pt x="9677" y="56832"/>
                  </a:lnTo>
                  <a:lnTo>
                    <a:pt x="8369" y="56921"/>
                  </a:lnTo>
                  <a:lnTo>
                    <a:pt x="7061" y="57010"/>
                  </a:lnTo>
                  <a:lnTo>
                    <a:pt x="6007" y="57391"/>
                  </a:lnTo>
                  <a:lnTo>
                    <a:pt x="6045" y="58204"/>
                  </a:lnTo>
                  <a:lnTo>
                    <a:pt x="7124" y="58458"/>
                  </a:lnTo>
                  <a:lnTo>
                    <a:pt x="9753" y="58293"/>
                  </a:lnTo>
                  <a:lnTo>
                    <a:pt x="10325" y="58077"/>
                  </a:lnTo>
                  <a:lnTo>
                    <a:pt x="10210" y="58775"/>
                  </a:lnTo>
                  <a:lnTo>
                    <a:pt x="10287" y="60312"/>
                  </a:lnTo>
                  <a:lnTo>
                    <a:pt x="10363" y="61836"/>
                  </a:lnTo>
                  <a:lnTo>
                    <a:pt x="10693" y="63068"/>
                  </a:lnTo>
                  <a:lnTo>
                    <a:pt x="10909" y="63055"/>
                  </a:lnTo>
                  <a:lnTo>
                    <a:pt x="0" y="75780"/>
                  </a:lnTo>
                  <a:lnTo>
                    <a:pt x="0" y="80149"/>
                  </a:lnTo>
                  <a:lnTo>
                    <a:pt x="19380" y="57543"/>
                  </a:lnTo>
                  <a:close/>
                </a:path>
                <a:path w="118109" h="83820">
                  <a:moveTo>
                    <a:pt x="29235" y="57378"/>
                  </a:moveTo>
                  <a:lnTo>
                    <a:pt x="29197" y="56578"/>
                  </a:lnTo>
                  <a:lnTo>
                    <a:pt x="28117" y="56311"/>
                  </a:lnTo>
                  <a:lnTo>
                    <a:pt x="25488" y="56489"/>
                  </a:lnTo>
                  <a:lnTo>
                    <a:pt x="24434" y="56870"/>
                  </a:lnTo>
                  <a:lnTo>
                    <a:pt x="23355" y="56616"/>
                  </a:lnTo>
                  <a:lnTo>
                    <a:pt x="22047" y="56692"/>
                  </a:lnTo>
                  <a:lnTo>
                    <a:pt x="20739" y="56781"/>
                  </a:lnTo>
                  <a:lnTo>
                    <a:pt x="19685" y="57175"/>
                  </a:lnTo>
                  <a:lnTo>
                    <a:pt x="19723" y="57975"/>
                  </a:lnTo>
                  <a:lnTo>
                    <a:pt x="20802" y="58242"/>
                  </a:lnTo>
                  <a:lnTo>
                    <a:pt x="23431" y="58077"/>
                  </a:lnTo>
                  <a:lnTo>
                    <a:pt x="24015" y="57861"/>
                  </a:lnTo>
                  <a:lnTo>
                    <a:pt x="23888" y="58559"/>
                  </a:lnTo>
                  <a:lnTo>
                    <a:pt x="23964" y="60083"/>
                  </a:lnTo>
                  <a:lnTo>
                    <a:pt x="24041" y="61620"/>
                  </a:lnTo>
                  <a:lnTo>
                    <a:pt x="24371" y="62839"/>
                  </a:lnTo>
                  <a:lnTo>
                    <a:pt x="25069" y="62801"/>
                  </a:lnTo>
                  <a:lnTo>
                    <a:pt x="25285" y="61544"/>
                  </a:lnTo>
                  <a:lnTo>
                    <a:pt x="25133" y="58470"/>
                  </a:lnTo>
                  <a:lnTo>
                    <a:pt x="24942" y="57797"/>
                  </a:lnTo>
                  <a:lnTo>
                    <a:pt x="25565" y="57937"/>
                  </a:lnTo>
                  <a:lnTo>
                    <a:pt x="26873" y="57861"/>
                  </a:lnTo>
                  <a:lnTo>
                    <a:pt x="28181" y="57772"/>
                  </a:lnTo>
                  <a:lnTo>
                    <a:pt x="29235" y="57378"/>
                  </a:lnTo>
                  <a:close/>
                </a:path>
                <a:path w="118109" h="83820">
                  <a:moveTo>
                    <a:pt x="42583" y="72948"/>
                  </a:moveTo>
                  <a:lnTo>
                    <a:pt x="42545" y="72148"/>
                  </a:lnTo>
                  <a:lnTo>
                    <a:pt x="41465" y="71882"/>
                  </a:lnTo>
                  <a:lnTo>
                    <a:pt x="38836" y="72047"/>
                  </a:lnTo>
                  <a:lnTo>
                    <a:pt x="38214" y="72288"/>
                  </a:lnTo>
                  <a:lnTo>
                    <a:pt x="38341" y="71564"/>
                  </a:lnTo>
                  <a:lnTo>
                    <a:pt x="38277" y="70040"/>
                  </a:lnTo>
                  <a:lnTo>
                    <a:pt x="38201" y="68503"/>
                  </a:lnTo>
                  <a:lnTo>
                    <a:pt x="37858" y="67284"/>
                  </a:lnTo>
                  <a:lnTo>
                    <a:pt x="37172" y="67322"/>
                  </a:lnTo>
                  <a:lnTo>
                    <a:pt x="36957" y="68580"/>
                  </a:lnTo>
                  <a:lnTo>
                    <a:pt x="37096" y="71653"/>
                  </a:lnTo>
                  <a:lnTo>
                    <a:pt x="37274" y="72326"/>
                  </a:lnTo>
                  <a:lnTo>
                    <a:pt x="36703" y="72186"/>
                  </a:lnTo>
                  <a:lnTo>
                    <a:pt x="35394" y="72263"/>
                  </a:lnTo>
                  <a:lnTo>
                    <a:pt x="34086" y="72351"/>
                  </a:lnTo>
                  <a:lnTo>
                    <a:pt x="33032" y="72732"/>
                  </a:lnTo>
                  <a:lnTo>
                    <a:pt x="33070" y="73545"/>
                  </a:lnTo>
                  <a:lnTo>
                    <a:pt x="34150" y="73812"/>
                  </a:lnTo>
                  <a:lnTo>
                    <a:pt x="36779" y="73634"/>
                  </a:lnTo>
                  <a:lnTo>
                    <a:pt x="37350" y="73431"/>
                  </a:lnTo>
                  <a:lnTo>
                    <a:pt x="37236" y="74129"/>
                  </a:lnTo>
                  <a:lnTo>
                    <a:pt x="37312" y="75653"/>
                  </a:lnTo>
                  <a:lnTo>
                    <a:pt x="37388" y="77190"/>
                  </a:lnTo>
                  <a:lnTo>
                    <a:pt x="37719" y="78409"/>
                  </a:lnTo>
                  <a:lnTo>
                    <a:pt x="38404" y="78371"/>
                  </a:lnTo>
                  <a:lnTo>
                    <a:pt x="38633" y="77114"/>
                  </a:lnTo>
                  <a:lnTo>
                    <a:pt x="38481" y="74041"/>
                  </a:lnTo>
                  <a:lnTo>
                    <a:pt x="38290" y="73367"/>
                  </a:lnTo>
                  <a:lnTo>
                    <a:pt x="38900" y="73507"/>
                  </a:lnTo>
                  <a:lnTo>
                    <a:pt x="40220" y="73418"/>
                  </a:lnTo>
                  <a:lnTo>
                    <a:pt x="41529" y="73342"/>
                  </a:lnTo>
                  <a:lnTo>
                    <a:pt x="42583" y="72948"/>
                  </a:lnTo>
                  <a:close/>
                </a:path>
                <a:path w="118109" h="83820">
                  <a:moveTo>
                    <a:pt x="42837" y="41897"/>
                  </a:moveTo>
                  <a:lnTo>
                    <a:pt x="42799" y="41084"/>
                  </a:lnTo>
                  <a:lnTo>
                    <a:pt x="41719" y="40817"/>
                  </a:lnTo>
                  <a:lnTo>
                    <a:pt x="39090" y="40995"/>
                  </a:lnTo>
                  <a:lnTo>
                    <a:pt x="38468" y="41224"/>
                  </a:lnTo>
                  <a:lnTo>
                    <a:pt x="38595" y="40500"/>
                  </a:lnTo>
                  <a:lnTo>
                    <a:pt x="38531" y="38976"/>
                  </a:lnTo>
                  <a:lnTo>
                    <a:pt x="38455" y="37452"/>
                  </a:lnTo>
                  <a:lnTo>
                    <a:pt x="38112" y="36220"/>
                  </a:lnTo>
                  <a:lnTo>
                    <a:pt x="37426" y="36258"/>
                  </a:lnTo>
                  <a:lnTo>
                    <a:pt x="37211" y="37515"/>
                  </a:lnTo>
                  <a:lnTo>
                    <a:pt x="37350" y="40589"/>
                  </a:lnTo>
                  <a:lnTo>
                    <a:pt x="37541" y="41275"/>
                  </a:lnTo>
                  <a:lnTo>
                    <a:pt x="36957" y="41122"/>
                  </a:lnTo>
                  <a:lnTo>
                    <a:pt x="35648" y="41211"/>
                  </a:lnTo>
                  <a:lnTo>
                    <a:pt x="34340" y="41287"/>
                  </a:lnTo>
                  <a:lnTo>
                    <a:pt x="33286" y="41681"/>
                  </a:lnTo>
                  <a:lnTo>
                    <a:pt x="33324" y="42481"/>
                  </a:lnTo>
                  <a:lnTo>
                    <a:pt x="34404" y="42748"/>
                  </a:lnTo>
                  <a:lnTo>
                    <a:pt x="37033" y="42583"/>
                  </a:lnTo>
                  <a:lnTo>
                    <a:pt x="37604" y="42367"/>
                  </a:lnTo>
                  <a:lnTo>
                    <a:pt x="37490" y="43065"/>
                  </a:lnTo>
                  <a:lnTo>
                    <a:pt x="37566" y="44602"/>
                  </a:lnTo>
                  <a:lnTo>
                    <a:pt x="37642" y="46126"/>
                  </a:lnTo>
                  <a:lnTo>
                    <a:pt x="37973" y="47345"/>
                  </a:lnTo>
                  <a:lnTo>
                    <a:pt x="38658" y="47307"/>
                  </a:lnTo>
                  <a:lnTo>
                    <a:pt x="38887" y="46050"/>
                  </a:lnTo>
                  <a:lnTo>
                    <a:pt x="38735" y="42989"/>
                  </a:lnTo>
                  <a:lnTo>
                    <a:pt x="38544" y="42303"/>
                  </a:lnTo>
                  <a:lnTo>
                    <a:pt x="39166" y="42443"/>
                  </a:lnTo>
                  <a:lnTo>
                    <a:pt x="40474" y="42367"/>
                  </a:lnTo>
                  <a:lnTo>
                    <a:pt x="41783" y="42278"/>
                  </a:lnTo>
                  <a:lnTo>
                    <a:pt x="42837" y="41897"/>
                  </a:lnTo>
                  <a:close/>
                </a:path>
                <a:path w="118109" h="83820">
                  <a:moveTo>
                    <a:pt x="56311" y="57607"/>
                  </a:moveTo>
                  <a:lnTo>
                    <a:pt x="56261" y="56794"/>
                  </a:lnTo>
                  <a:lnTo>
                    <a:pt x="55181" y="56540"/>
                  </a:lnTo>
                  <a:lnTo>
                    <a:pt x="52565" y="56705"/>
                  </a:lnTo>
                  <a:lnTo>
                    <a:pt x="51943" y="56934"/>
                  </a:lnTo>
                  <a:lnTo>
                    <a:pt x="52070" y="56222"/>
                  </a:lnTo>
                  <a:lnTo>
                    <a:pt x="51993" y="54686"/>
                  </a:lnTo>
                  <a:lnTo>
                    <a:pt x="51930" y="53162"/>
                  </a:lnTo>
                  <a:lnTo>
                    <a:pt x="51587" y="51930"/>
                  </a:lnTo>
                  <a:lnTo>
                    <a:pt x="50901" y="51981"/>
                  </a:lnTo>
                  <a:lnTo>
                    <a:pt x="50673" y="53238"/>
                  </a:lnTo>
                  <a:lnTo>
                    <a:pt x="50825" y="56299"/>
                  </a:lnTo>
                  <a:lnTo>
                    <a:pt x="51003" y="56984"/>
                  </a:lnTo>
                  <a:lnTo>
                    <a:pt x="50431" y="56832"/>
                  </a:lnTo>
                  <a:lnTo>
                    <a:pt x="49123" y="56921"/>
                  </a:lnTo>
                  <a:lnTo>
                    <a:pt x="47815" y="57010"/>
                  </a:lnTo>
                  <a:lnTo>
                    <a:pt x="46748" y="57391"/>
                  </a:lnTo>
                  <a:lnTo>
                    <a:pt x="46799" y="58204"/>
                  </a:lnTo>
                  <a:lnTo>
                    <a:pt x="47879" y="58458"/>
                  </a:lnTo>
                  <a:lnTo>
                    <a:pt x="50507" y="58293"/>
                  </a:lnTo>
                  <a:lnTo>
                    <a:pt x="51079" y="58077"/>
                  </a:lnTo>
                  <a:lnTo>
                    <a:pt x="50965" y="58775"/>
                  </a:lnTo>
                  <a:lnTo>
                    <a:pt x="51041" y="60312"/>
                  </a:lnTo>
                  <a:lnTo>
                    <a:pt x="51104" y="61836"/>
                  </a:lnTo>
                  <a:lnTo>
                    <a:pt x="51447" y="63068"/>
                  </a:lnTo>
                  <a:lnTo>
                    <a:pt x="52133" y="63017"/>
                  </a:lnTo>
                  <a:lnTo>
                    <a:pt x="52349" y="61760"/>
                  </a:lnTo>
                  <a:lnTo>
                    <a:pt x="52209" y="58699"/>
                  </a:lnTo>
                  <a:lnTo>
                    <a:pt x="52019" y="58026"/>
                  </a:lnTo>
                  <a:lnTo>
                    <a:pt x="52628" y="58166"/>
                  </a:lnTo>
                  <a:lnTo>
                    <a:pt x="53936" y="58077"/>
                  </a:lnTo>
                  <a:lnTo>
                    <a:pt x="55245" y="57988"/>
                  </a:lnTo>
                  <a:lnTo>
                    <a:pt x="56311" y="57607"/>
                  </a:lnTo>
                  <a:close/>
                </a:path>
                <a:path w="118109" h="83820">
                  <a:moveTo>
                    <a:pt x="102057" y="57543"/>
                  </a:moveTo>
                  <a:lnTo>
                    <a:pt x="98310" y="53187"/>
                  </a:lnTo>
                  <a:lnTo>
                    <a:pt x="98310" y="57543"/>
                  </a:lnTo>
                  <a:lnTo>
                    <a:pt x="94170" y="62369"/>
                  </a:lnTo>
                  <a:lnTo>
                    <a:pt x="94284" y="61760"/>
                  </a:lnTo>
                  <a:lnTo>
                    <a:pt x="94132" y="58699"/>
                  </a:lnTo>
                  <a:lnTo>
                    <a:pt x="93941" y="58026"/>
                  </a:lnTo>
                  <a:lnTo>
                    <a:pt x="94564" y="58166"/>
                  </a:lnTo>
                  <a:lnTo>
                    <a:pt x="95872" y="58077"/>
                  </a:lnTo>
                  <a:lnTo>
                    <a:pt x="97180" y="57988"/>
                  </a:lnTo>
                  <a:lnTo>
                    <a:pt x="98234" y="57607"/>
                  </a:lnTo>
                  <a:lnTo>
                    <a:pt x="98221" y="57454"/>
                  </a:lnTo>
                  <a:lnTo>
                    <a:pt x="98310" y="53187"/>
                  </a:lnTo>
                  <a:lnTo>
                    <a:pt x="97523" y="52260"/>
                  </a:lnTo>
                  <a:lnTo>
                    <a:pt x="97523" y="56642"/>
                  </a:lnTo>
                  <a:lnTo>
                    <a:pt x="97116" y="56540"/>
                  </a:lnTo>
                  <a:lnTo>
                    <a:pt x="94488" y="56705"/>
                  </a:lnTo>
                  <a:lnTo>
                    <a:pt x="93865" y="56934"/>
                  </a:lnTo>
                  <a:lnTo>
                    <a:pt x="93992" y="56222"/>
                  </a:lnTo>
                  <a:lnTo>
                    <a:pt x="93929" y="54686"/>
                  </a:lnTo>
                  <a:lnTo>
                    <a:pt x="93853" y="53162"/>
                  </a:lnTo>
                  <a:lnTo>
                    <a:pt x="93586" y="52235"/>
                  </a:lnTo>
                  <a:lnTo>
                    <a:pt x="93586" y="63055"/>
                  </a:lnTo>
                  <a:lnTo>
                    <a:pt x="79806" y="79133"/>
                  </a:lnTo>
                  <a:lnTo>
                    <a:pt x="75018" y="73558"/>
                  </a:lnTo>
                  <a:lnTo>
                    <a:pt x="76073" y="73812"/>
                  </a:lnTo>
                  <a:lnTo>
                    <a:pt x="78701" y="73634"/>
                  </a:lnTo>
                  <a:lnTo>
                    <a:pt x="79286" y="73431"/>
                  </a:lnTo>
                  <a:lnTo>
                    <a:pt x="79159" y="74129"/>
                  </a:lnTo>
                  <a:lnTo>
                    <a:pt x="79235" y="75653"/>
                  </a:lnTo>
                  <a:lnTo>
                    <a:pt x="79311" y="77190"/>
                  </a:lnTo>
                  <a:lnTo>
                    <a:pt x="79641" y="78409"/>
                  </a:lnTo>
                  <a:lnTo>
                    <a:pt x="80340" y="78371"/>
                  </a:lnTo>
                  <a:lnTo>
                    <a:pt x="80556" y="77114"/>
                  </a:lnTo>
                  <a:lnTo>
                    <a:pt x="80416" y="74041"/>
                  </a:lnTo>
                  <a:lnTo>
                    <a:pt x="80213" y="73367"/>
                  </a:lnTo>
                  <a:lnTo>
                    <a:pt x="80835" y="73507"/>
                  </a:lnTo>
                  <a:lnTo>
                    <a:pt x="82143" y="73418"/>
                  </a:lnTo>
                  <a:lnTo>
                    <a:pt x="83451" y="73342"/>
                  </a:lnTo>
                  <a:lnTo>
                    <a:pt x="84505" y="72948"/>
                  </a:lnTo>
                  <a:lnTo>
                    <a:pt x="84467" y="72148"/>
                  </a:lnTo>
                  <a:lnTo>
                    <a:pt x="83388" y="71882"/>
                  </a:lnTo>
                  <a:lnTo>
                    <a:pt x="80759" y="72047"/>
                  </a:lnTo>
                  <a:lnTo>
                    <a:pt x="80137" y="72288"/>
                  </a:lnTo>
                  <a:lnTo>
                    <a:pt x="80276" y="71564"/>
                  </a:lnTo>
                  <a:lnTo>
                    <a:pt x="80200" y="70040"/>
                  </a:lnTo>
                  <a:lnTo>
                    <a:pt x="80124" y="68503"/>
                  </a:lnTo>
                  <a:lnTo>
                    <a:pt x="79794" y="67284"/>
                  </a:lnTo>
                  <a:lnTo>
                    <a:pt x="79730" y="72847"/>
                  </a:lnTo>
                  <a:lnTo>
                    <a:pt x="79730" y="67297"/>
                  </a:lnTo>
                  <a:lnTo>
                    <a:pt x="79095" y="67322"/>
                  </a:lnTo>
                  <a:lnTo>
                    <a:pt x="78879" y="68580"/>
                  </a:lnTo>
                  <a:lnTo>
                    <a:pt x="79032" y="71653"/>
                  </a:lnTo>
                  <a:lnTo>
                    <a:pt x="79209" y="72326"/>
                  </a:lnTo>
                  <a:lnTo>
                    <a:pt x="78625" y="72186"/>
                  </a:lnTo>
                  <a:lnTo>
                    <a:pt x="77317" y="72263"/>
                  </a:lnTo>
                  <a:lnTo>
                    <a:pt x="76009" y="72351"/>
                  </a:lnTo>
                  <a:lnTo>
                    <a:pt x="74955" y="72732"/>
                  </a:lnTo>
                  <a:lnTo>
                    <a:pt x="74980" y="73520"/>
                  </a:lnTo>
                  <a:lnTo>
                    <a:pt x="61671" y="57988"/>
                  </a:lnTo>
                  <a:lnTo>
                    <a:pt x="62725" y="58242"/>
                  </a:lnTo>
                  <a:lnTo>
                    <a:pt x="65354" y="58077"/>
                  </a:lnTo>
                  <a:lnTo>
                    <a:pt x="65938" y="57861"/>
                  </a:lnTo>
                  <a:lnTo>
                    <a:pt x="65811" y="58559"/>
                  </a:lnTo>
                  <a:lnTo>
                    <a:pt x="65887" y="60083"/>
                  </a:lnTo>
                  <a:lnTo>
                    <a:pt x="65963" y="61620"/>
                  </a:lnTo>
                  <a:lnTo>
                    <a:pt x="66294" y="62839"/>
                  </a:lnTo>
                  <a:lnTo>
                    <a:pt x="66992" y="62801"/>
                  </a:lnTo>
                  <a:lnTo>
                    <a:pt x="67208" y="61544"/>
                  </a:lnTo>
                  <a:lnTo>
                    <a:pt x="67068" y="58470"/>
                  </a:lnTo>
                  <a:lnTo>
                    <a:pt x="66878" y="57797"/>
                  </a:lnTo>
                  <a:lnTo>
                    <a:pt x="67487" y="57937"/>
                  </a:lnTo>
                  <a:lnTo>
                    <a:pt x="68795" y="57861"/>
                  </a:lnTo>
                  <a:lnTo>
                    <a:pt x="70104" y="57772"/>
                  </a:lnTo>
                  <a:lnTo>
                    <a:pt x="71158" y="57378"/>
                  </a:lnTo>
                  <a:lnTo>
                    <a:pt x="71120" y="56578"/>
                  </a:lnTo>
                  <a:lnTo>
                    <a:pt x="70040" y="56311"/>
                  </a:lnTo>
                  <a:lnTo>
                    <a:pt x="67411" y="56489"/>
                  </a:lnTo>
                  <a:lnTo>
                    <a:pt x="66789" y="56718"/>
                  </a:lnTo>
                  <a:lnTo>
                    <a:pt x="66929" y="55994"/>
                  </a:lnTo>
                  <a:lnTo>
                    <a:pt x="66852" y="54470"/>
                  </a:lnTo>
                  <a:lnTo>
                    <a:pt x="66776" y="52933"/>
                  </a:lnTo>
                  <a:lnTo>
                    <a:pt x="66446" y="51714"/>
                  </a:lnTo>
                  <a:lnTo>
                    <a:pt x="66382" y="57277"/>
                  </a:lnTo>
                  <a:lnTo>
                    <a:pt x="66382" y="51727"/>
                  </a:lnTo>
                  <a:lnTo>
                    <a:pt x="79286" y="36563"/>
                  </a:lnTo>
                  <a:lnTo>
                    <a:pt x="79133" y="37515"/>
                  </a:lnTo>
                  <a:lnTo>
                    <a:pt x="79286" y="40589"/>
                  </a:lnTo>
                  <a:lnTo>
                    <a:pt x="79463" y="41275"/>
                  </a:lnTo>
                  <a:lnTo>
                    <a:pt x="78892" y="41122"/>
                  </a:lnTo>
                  <a:lnTo>
                    <a:pt x="77571" y="41211"/>
                  </a:lnTo>
                  <a:lnTo>
                    <a:pt x="76263" y="41287"/>
                  </a:lnTo>
                  <a:lnTo>
                    <a:pt x="75209" y="41681"/>
                  </a:lnTo>
                  <a:lnTo>
                    <a:pt x="75247" y="42481"/>
                  </a:lnTo>
                  <a:lnTo>
                    <a:pt x="76327" y="42748"/>
                  </a:lnTo>
                  <a:lnTo>
                    <a:pt x="78955" y="42583"/>
                  </a:lnTo>
                  <a:lnTo>
                    <a:pt x="79527" y="42367"/>
                  </a:lnTo>
                  <a:lnTo>
                    <a:pt x="79413" y="43065"/>
                  </a:lnTo>
                  <a:lnTo>
                    <a:pt x="79489" y="44602"/>
                  </a:lnTo>
                  <a:lnTo>
                    <a:pt x="79565" y="46126"/>
                  </a:lnTo>
                  <a:lnTo>
                    <a:pt x="79895" y="47345"/>
                  </a:lnTo>
                  <a:lnTo>
                    <a:pt x="80594" y="47307"/>
                  </a:lnTo>
                  <a:lnTo>
                    <a:pt x="80810" y="46050"/>
                  </a:lnTo>
                  <a:lnTo>
                    <a:pt x="80670" y="42989"/>
                  </a:lnTo>
                  <a:lnTo>
                    <a:pt x="80467" y="42303"/>
                  </a:lnTo>
                  <a:lnTo>
                    <a:pt x="81089" y="42443"/>
                  </a:lnTo>
                  <a:lnTo>
                    <a:pt x="82397" y="42367"/>
                  </a:lnTo>
                  <a:lnTo>
                    <a:pt x="83705" y="42278"/>
                  </a:lnTo>
                  <a:lnTo>
                    <a:pt x="84759" y="41897"/>
                  </a:lnTo>
                  <a:lnTo>
                    <a:pt x="84747" y="41757"/>
                  </a:lnTo>
                  <a:lnTo>
                    <a:pt x="93497" y="51943"/>
                  </a:lnTo>
                  <a:lnTo>
                    <a:pt x="92824" y="51981"/>
                  </a:lnTo>
                  <a:lnTo>
                    <a:pt x="92608" y="53238"/>
                  </a:lnTo>
                  <a:lnTo>
                    <a:pt x="92748" y="56299"/>
                  </a:lnTo>
                  <a:lnTo>
                    <a:pt x="92925" y="56984"/>
                  </a:lnTo>
                  <a:lnTo>
                    <a:pt x="92354" y="56832"/>
                  </a:lnTo>
                  <a:lnTo>
                    <a:pt x="91046" y="56921"/>
                  </a:lnTo>
                  <a:lnTo>
                    <a:pt x="89738" y="57010"/>
                  </a:lnTo>
                  <a:lnTo>
                    <a:pt x="88684" y="57391"/>
                  </a:lnTo>
                  <a:lnTo>
                    <a:pt x="88722" y="58204"/>
                  </a:lnTo>
                  <a:lnTo>
                    <a:pt x="89801" y="58458"/>
                  </a:lnTo>
                  <a:lnTo>
                    <a:pt x="92430" y="58293"/>
                  </a:lnTo>
                  <a:lnTo>
                    <a:pt x="93002" y="58077"/>
                  </a:lnTo>
                  <a:lnTo>
                    <a:pt x="92887" y="58775"/>
                  </a:lnTo>
                  <a:lnTo>
                    <a:pt x="92964" y="60312"/>
                  </a:lnTo>
                  <a:lnTo>
                    <a:pt x="93040" y="61836"/>
                  </a:lnTo>
                  <a:lnTo>
                    <a:pt x="93370" y="63068"/>
                  </a:lnTo>
                  <a:lnTo>
                    <a:pt x="93586" y="63055"/>
                  </a:lnTo>
                  <a:lnTo>
                    <a:pt x="93586" y="52235"/>
                  </a:lnTo>
                  <a:lnTo>
                    <a:pt x="93510" y="51955"/>
                  </a:lnTo>
                  <a:lnTo>
                    <a:pt x="97523" y="56642"/>
                  </a:lnTo>
                  <a:lnTo>
                    <a:pt x="97523" y="52260"/>
                  </a:lnTo>
                  <a:lnTo>
                    <a:pt x="84023" y="36525"/>
                  </a:lnTo>
                  <a:lnTo>
                    <a:pt x="84023" y="40919"/>
                  </a:lnTo>
                  <a:lnTo>
                    <a:pt x="83642" y="40817"/>
                  </a:lnTo>
                  <a:lnTo>
                    <a:pt x="81013" y="40995"/>
                  </a:lnTo>
                  <a:lnTo>
                    <a:pt x="80391" y="41224"/>
                  </a:lnTo>
                  <a:lnTo>
                    <a:pt x="80530" y="40500"/>
                  </a:lnTo>
                  <a:lnTo>
                    <a:pt x="80454" y="38976"/>
                  </a:lnTo>
                  <a:lnTo>
                    <a:pt x="80378" y="37452"/>
                  </a:lnTo>
                  <a:lnTo>
                    <a:pt x="80048" y="36271"/>
                  </a:lnTo>
                  <a:lnTo>
                    <a:pt x="84023" y="40919"/>
                  </a:lnTo>
                  <a:lnTo>
                    <a:pt x="84023" y="36525"/>
                  </a:lnTo>
                  <a:lnTo>
                    <a:pt x="83553" y="35966"/>
                  </a:lnTo>
                  <a:lnTo>
                    <a:pt x="80022" y="31851"/>
                  </a:lnTo>
                  <a:lnTo>
                    <a:pt x="80022" y="36233"/>
                  </a:lnTo>
                  <a:lnTo>
                    <a:pt x="79565" y="36258"/>
                  </a:lnTo>
                  <a:lnTo>
                    <a:pt x="79806" y="35966"/>
                  </a:lnTo>
                  <a:lnTo>
                    <a:pt x="80022" y="36233"/>
                  </a:lnTo>
                  <a:lnTo>
                    <a:pt x="80022" y="31851"/>
                  </a:lnTo>
                  <a:lnTo>
                    <a:pt x="79806" y="31597"/>
                  </a:lnTo>
                  <a:lnTo>
                    <a:pt x="65862" y="47879"/>
                  </a:lnTo>
                  <a:lnTo>
                    <a:pt x="65862" y="56769"/>
                  </a:lnTo>
                  <a:lnTo>
                    <a:pt x="65290" y="56616"/>
                  </a:lnTo>
                  <a:lnTo>
                    <a:pt x="63969" y="56692"/>
                  </a:lnTo>
                  <a:lnTo>
                    <a:pt x="62661" y="56781"/>
                  </a:lnTo>
                  <a:lnTo>
                    <a:pt x="61633" y="57175"/>
                  </a:lnTo>
                  <a:lnTo>
                    <a:pt x="61633" y="57950"/>
                  </a:lnTo>
                  <a:lnTo>
                    <a:pt x="61302" y="57543"/>
                  </a:lnTo>
                  <a:lnTo>
                    <a:pt x="61607" y="57188"/>
                  </a:lnTo>
                  <a:lnTo>
                    <a:pt x="61633" y="57950"/>
                  </a:lnTo>
                  <a:lnTo>
                    <a:pt x="61633" y="57175"/>
                  </a:lnTo>
                  <a:lnTo>
                    <a:pt x="65608" y="52514"/>
                  </a:lnTo>
                  <a:lnTo>
                    <a:pt x="65532" y="53009"/>
                  </a:lnTo>
                  <a:lnTo>
                    <a:pt x="65684" y="56083"/>
                  </a:lnTo>
                  <a:lnTo>
                    <a:pt x="65862" y="56769"/>
                  </a:lnTo>
                  <a:lnTo>
                    <a:pt x="65862" y="47879"/>
                  </a:lnTo>
                  <a:lnTo>
                    <a:pt x="57569" y="57543"/>
                  </a:lnTo>
                  <a:lnTo>
                    <a:pt x="79806" y="83489"/>
                  </a:lnTo>
                  <a:lnTo>
                    <a:pt x="83553" y="79133"/>
                  </a:lnTo>
                  <a:lnTo>
                    <a:pt x="102057" y="57543"/>
                  </a:lnTo>
                  <a:close/>
                </a:path>
                <a:path w="118109" h="83820">
                  <a:moveTo>
                    <a:pt x="117652" y="19989"/>
                  </a:moveTo>
                  <a:lnTo>
                    <a:pt x="104254" y="4356"/>
                  </a:lnTo>
                  <a:lnTo>
                    <a:pt x="100723" y="254"/>
                  </a:lnTo>
                  <a:lnTo>
                    <a:pt x="100723" y="4622"/>
                  </a:lnTo>
                  <a:lnTo>
                    <a:pt x="100253" y="4648"/>
                  </a:lnTo>
                  <a:lnTo>
                    <a:pt x="100507" y="4356"/>
                  </a:lnTo>
                  <a:lnTo>
                    <a:pt x="100723" y="4622"/>
                  </a:lnTo>
                  <a:lnTo>
                    <a:pt x="100723" y="254"/>
                  </a:lnTo>
                  <a:lnTo>
                    <a:pt x="100507" y="0"/>
                  </a:lnTo>
                  <a:lnTo>
                    <a:pt x="86563" y="16281"/>
                  </a:lnTo>
                  <a:lnTo>
                    <a:pt x="86563" y="25158"/>
                  </a:lnTo>
                  <a:lnTo>
                    <a:pt x="85991" y="25006"/>
                  </a:lnTo>
                  <a:lnTo>
                    <a:pt x="84683" y="25095"/>
                  </a:lnTo>
                  <a:lnTo>
                    <a:pt x="83375" y="25171"/>
                  </a:lnTo>
                  <a:lnTo>
                    <a:pt x="82346" y="25565"/>
                  </a:lnTo>
                  <a:lnTo>
                    <a:pt x="82346" y="26365"/>
                  </a:lnTo>
                  <a:lnTo>
                    <a:pt x="82003" y="25946"/>
                  </a:lnTo>
                  <a:lnTo>
                    <a:pt x="82308" y="25590"/>
                  </a:lnTo>
                  <a:lnTo>
                    <a:pt x="82346" y="26365"/>
                  </a:lnTo>
                  <a:lnTo>
                    <a:pt x="82346" y="25565"/>
                  </a:lnTo>
                  <a:lnTo>
                    <a:pt x="86321" y="20916"/>
                  </a:lnTo>
                  <a:lnTo>
                    <a:pt x="86233" y="21399"/>
                  </a:lnTo>
                  <a:lnTo>
                    <a:pt x="86385" y="24472"/>
                  </a:lnTo>
                  <a:lnTo>
                    <a:pt x="86563" y="25158"/>
                  </a:lnTo>
                  <a:lnTo>
                    <a:pt x="86563" y="16281"/>
                  </a:lnTo>
                  <a:lnTo>
                    <a:pt x="79819" y="24142"/>
                  </a:lnTo>
                  <a:lnTo>
                    <a:pt x="77622" y="21590"/>
                  </a:lnTo>
                  <a:lnTo>
                    <a:pt x="77622" y="25946"/>
                  </a:lnTo>
                  <a:lnTo>
                    <a:pt x="73482" y="30772"/>
                  </a:lnTo>
                  <a:lnTo>
                    <a:pt x="73596" y="30162"/>
                  </a:lnTo>
                  <a:lnTo>
                    <a:pt x="73456" y="27089"/>
                  </a:lnTo>
                  <a:lnTo>
                    <a:pt x="73253" y="26416"/>
                  </a:lnTo>
                  <a:lnTo>
                    <a:pt x="73875" y="26555"/>
                  </a:lnTo>
                  <a:lnTo>
                    <a:pt x="75184" y="26466"/>
                  </a:lnTo>
                  <a:lnTo>
                    <a:pt x="76492" y="26390"/>
                  </a:lnTo>
                  <a:lnTo>
                    <a:pt x="77546" y="25996"/>
                  </a:lnTo>
                  <a:lnTo>
                    <a:pt x="77533" y="25857"/>
                  </a:lnTo>
                  <a:lnTo>
                    <a:pt x="77622" y="21590"/>
                  </a:lnTo>
                  <a:lnTo>
                    <a:pt x="76822" y="20650"/>
                  </a:lnTo>
                  <a:lnTo>
                    <a:pt x="76822" y="25031"/>
                  </a:lnTo>
                  <a:lnTo>
                    <a:pt x="76428" y="24930"/>
                  </a:lnTo>
                  <a:lnTo>
                    <a:pt x="73799" y="25095"/>
                  </a:lnTo>
                  <a:lnTo>
                    <a:pt x="73190" y="25336"/>
                  </a:lnTo>
                  <a:lnTo>
                    <a:pt x="73317" y="24612"/>
                  </a:lnTo>
                  <a:lnTo>
                    <a:pt x="73240" y="23075"/>
                  </a:lnTo>
                  <a:lnTo>
                    <a:pt x="73164" y="21551"/>
                  </a:lnTo>
                  <a:lnTo>
                    <a:pt x="72898" y="20612"/>
                  </a:lnTo>
                  <a:lnTo>
                    <a:pt x="72898" y="31457"/>
                  </a:lnTo>
                  <a:lnTo>
                    <a:pt x="59118" y="47523"/>
                  </a:lnTo>
                  <a:lnTo>
                    <a:pt x="54317" y="41948"/>
                  </a:lnTo>
                  <a:lnTo>
                    <a:pt x="55397" y="42202"/>
                  </a:lnTo>
                  <a:lnTo>
                    <a:pt x="58013" y="42037"/>
                  </a:lnTo>
                  <a:lnTo>
                    <a:pt x="58597" y="41821"/>
                  </a:lnTo>
                  <a:lnTo>
                    <a:pt x="58483" y="42519"/>
                  </a:lnTo>
                  <a:lnTo>
                    <a:pt x="58547" y="44043"/>
                  </a:lnTo>
                  <a:lnTo>
                    <a:pt x="58623" y="45580"/>
                  </a:lnTo>
                  <a:lnTo>
                    <a:pt x="58966" y="46799"/>
                  </a:lnTo>
                  <a:lnTo>
                    <a:pt x="59651" y="46761"/>
                  </a:lnTo>
                  <a:lnTo>
                    <a:pt x="59867" y="45504"/>
                  </a:lnTo>
                  <a:lnTo>
                    <a:pt x="59728" y="42430"/>
                  </a:lnTo>
                  <a:lnTo>
                    <a:pt x="59537" y="41757"/>
                  </a:lnTo>
                  <a:lnTo>
                    <a:pt x="60147" y="41897"/>
                  </a:lnTo>
                  <a:lnTo>
                    <a:pt x="61455" y="41821"/>
                  </a:lnTo>
                  <a:lnTo>
                    <a:pt x="62763" y="41732"/>
                  </a:lnTo>
                  <a:lnTo>
                    <a:pt x="63830" y="41338"/>
                  </a:lnTo>
                  <a:lnTo>
                    <a:pt x="63779" y="40538"/>
                  </a:lnTo>
                  <a:lnTo>
                    <a:pt x="62699" y="40271"/>
                  </a:lnTo>
                  <a:lnTo>
                    <a:pt x="60071" y="40449"/>
                  </a:lnTo>
                  <a:lnTo>
                    <a:pt x="59461" y="40678"/>
                  </a:lnTo>
                  <a:lnTo>
                    <a:pt x="59588" y="39954"/>
                  </a:lnTo>
                  <a:lnTo>
                    <a:pt x="59512" y="38430"/>
                  </a:lnTo>
                  <a:lnTo>
                    <a:pt x="59436" y="36893"/>
                  </a:lnTo>
                  <a:lnTo>
                    <a:pt x="59105" y="35674"/>
                  </a:lnTo>
                  <a:lnTo>
                    <a:pt x="58420" y="35712"/>
                  </a:lnTo>
                  <a:lnTo>
                    <a:pt x="58191" y="36969"/>
                  </a:lnTo>
                  <a:lnTo>
                    <a:pt x="58343" y="40043"/>
                  </a:lnTo>
                  <a:lnTo>
                    <a:pt x="58521" y="40728"/>
                  </a:lnTo>
                  <a:lnTo>
                    <a:pt x="57950" y="40576"/>
                  </a:lnTo>
                  <a:lnTo>
                    <a:pt x="56642" y="40665"/>
                  </a:lnTo>
                  <a:lnTo>
                    <a:pt x="55333" y="40741"/>
                  </a:lnTo>
                  <a:lnTo>
                    <a:pt x="54267" y="41135"/>
                  </a:lnTo>
                  <a:lnTo>
                    <a:pt x="54305" y="41935"/>
                  </a:lnTo>
                  <a:lnTo>
                    <a:pt x="40970" y="26377"/>
                  </a:lnTo>
                  <a:lnTo>
                    <a:pt x="42049" y="26631"/>
                  </a:lnTo>
                  <a:lnTo>
                    <a:pt x="44678" y="26466"/>
                  </a:lnTo>
                  <a:lnTo>
                    <a:pt x="45250" y="26250"/>
                  </a:lnTo>
                  <a:lnTo>
                    <a:pt x="45135" y="26949"/>
                  </a:lnTo>
                  <a:lnTo>
                    <a:pt x="45212" y="28486"/>
                  </a:lnTo>
                  <a:lnTo>
                    <a:pt x="45275" y="30010"/>
                  </a:lnTo>
                  <a:lnTo>
                    <a:pt x="45618" y="31229"/>
                  </a:lnTo>
                  <a:lnTo>
                    <a:pt x="46304" y="31191"/>
                  </a:lnTo>
                  <a:lnTo>
                    <a:pt x="46532" y="29933"/>
                  </a:lnTo>
                  <a:lnTo>
                    <a:pt x="46380" y="26873"/>
                  </a:lnTo>
                  <a:lnTo>
                    <a:pt x="46189" y="26187"/>
                  </a:lnTo>
                  <a:lnTo>
                    <a:pt x="46799" y="26327"/>
                  </a:lnTo>
                  <a:lnTo>
                    <a:pt x="48107" y="26250"/>
                  </a:lnTo>
                  <a:lnTo>
                    <a:pt x="49428" y="26162"/>
                  </a:lnTo>
                  <a:lnTo>
                    <a:pt x="50482" y="25781"/>
                  </a:lnTo>
                  <a:lnTo>
                    <a:pt x="50431" y="24968"/>
                  </a:lnTo>
                  <a:lnTo>
                    <a:pt x="49364" y="24701"/>
                  </a:lnTo>
                  <a:lnTo>
                    <a:pt x="46736" y="24879"/>
                  </a:lnTo>
                  <a:lnTo>
                    <a:pt x="46113" y="25120"/>
                  </a:lnTo>
                  <a:lnTo>
                    <a:pt x="46240" y="24384"/>
                  </a:lnTo>
                  <a:lnTo>
                    <a:pt x="46164" y="22860"/>
                  </a:lnTo>
                  <a:lnTo>
                    <a:pt x="46101" y="21336"/>
                  </a:lnTo>
                  <a:lnTo>
                    <a:pt x="45758" y="20104"/>
                  </a:lnTo>
                  <a:lnTo>
                    <a:pt x="45605" y="20116"/>
                  </a:lnTo>
                  <a:lnTo>
                    <a:pt x="58623" y="4940"/>
                  </a:lnTo>
                  <a:lnTo>
                    <a:pt x="58445" y="5905"/>
                  </a:lnTo>
                  <a:lnTo>
                    <a:pt x="58597" y="8978"/>
                  </a:lnTo>
                  <a:lnTo>
                    <a:pt x="58775" y="9664"/>
                  </a:lnTo>
                  <a:lnTo>
                    <a:pt x="58204" y="9512"/>
                  </a:lnTo>
                  <a:lnTo>
                    <a:pt x="56896" y="9601"/>
                  </a:lnTo>
                  <a:lnTo>
                    <a:pt x="55587" y="9677"/>
                  </a:lnTo>
                  <a:lnTo>
                    <a:pt x="54521" y="10071"/>
                  </a:lnTo>
                  <a:lnTo>
                    <a:pt x="54571" y="10871"/>
                  </a:lnTo>
                  <a:lnTo>
                    <a:pt x="55651" y="11137"/>
                  </a:lnTo>
                  <a:lnTo>
                    <a:pt x="58280" y="10972"/>
                  </a:lnTo>
                  <a:lnTo>
                    <a:pt x="58851" y="10756"/>
                  </a:lnTo>
                  <a:lnTo>
                    <a:pt x="58737" y="11455"/>
                  </a:lnTo>
                  <a:lnTo>
                    <a:pt x="58813" y="12992"/>
                  </a:lnTo>
                  <a:lnTo>
                    <a:pt x="58877" y="14516"/>
                  </a:lnTo>
                  <a:lnTo>
                    <a:pt x="59220" y="15748"/>
                  </a:lnTo>
                  <a:lnTo>
                    <a:pt x="59905" y="15697"/>
                  </a:lnTo>
                  <a:lnTo>
                    <a:pt x="60121" y="14439"/>
                  </a:lnTo>
                  <a:lnTo>
                    <a:pt x="59982" y="11379"/>
                  </a:lnTo>
                  <a:lnTo>
                    <a:pt x="59791" y="10693"/>
                  </a:lnTo>
                  <a:lnTo>
                    <a:pt x="60401" y="10833"/>
                  </a:lnTo>
                  <a:lnTo>
                    <a:pt x="61709" y="10756"/>
                  </a:lnTo>
                  <a:lnTo>
                    <a:pt x="63017" y="10668"/>
                  </a:lnTo>
                  <a:lnTo>
                    <a:pt x="64084" y="10287"/>
                  </a:lnTo>
                  <a:lnTo>
                    <a:pt x="72809" y="20345"/>
                  </a:lnTo>
                  <a:lnTo>
                    <a:pt x="72771" y="25895"/>
                  </a:lnTo>
                  <a:lnTo>
                    <a:pt x="72771" y="20358"/>
                  </a:lnTo>
                  <a:lnTo>
                    <a:pt x="72136" y="20370"/>
                  </a:lnTo>
                  <a:lnTo>
                    <a:pt x="71920" y="21628"/>
                  </a:lnTo>
                  <a:lnTo>
                    <a:pt x="72072" y="24688"/>
                  </a:lnTo>
                  <a:lnTo>
                    <a:pt x="72250" y="25374"/>
                  </a:lnTo>
                  <a:lnTo>
                    <a:pt x="71678" y="25234"/>
                  </a:lnTo>
                  <a:lnTo>
                    <a:pt x="70358" y="25311"/>
                  </a:lnTo>
                  <a:lnTo>
                    <a:pt x="69049" y="25400"/>
                  </a:lnTo>
                  <a:lnTo>
                    <a:pt x="67995" y="25781"/>
                  </a:lnTo>
                  <a:lnTo>
                    <a:pt x="68033" y="26593"/>
                  </a:lnTo>
                  <a:lnTo>
                    <a:pt x="69113" y="26847"/>
                  </a:lnTo>
                  <a:lnTo>
                    <a:pt x="71742" y="26682"/>
                  </a:lnTo>
                  <a:lnTo>
                    <a:pt x="72326" y="26479"/>
                  </a:lnTo>
                  <a:lnTo>
                    <a:pt x="72212" y="27178"/>
                  </a:lnTo>
                  <a:lnTo>
                    <a:pt x="72275" y="28702"/>
                  </a:lnTo>
                  <a:lnTo>
                    <a:pt x="72351" y="30226"/>
                  </a:lnTo>
                  <a:lnTo>
                    <a:pt x="72682" y="31457"/>
                  </a:lnTo>
                  <a:lnTo>
                    <a:pt x="72898" y="31457"/>
                  </a:lnTo>
                  <a:lnTo>
                    <a:pt x="72898" y="20612"/>
                  </a:lnTo>
                  <a:lnTo>
                    <a:pt x="72834" y="20383"/>
                  </a:lnTo>
                  <a:lnTo>
                    <a:pt x="76822" y="25031"/>
                  </a:lnTo>
                  <a:lnTo>
                    <a:pt x="76822" y="20650"/>
                  </a:lnTo>
                  <a:lnTo>
                    <a:pt x="63347" y="4927"/>
                  </a:lnTo>
                  <a:lnTo>
                    <a:pt x="63347" y="9321"/>
                  </a:lnTo>
                  <a:lnTo>
                    <a:pt x="62953" y="9220"/>
                  </a:lnTo>
                  <a:lnTo>
                    <a:pt x="60337" y="9385"/>
                  </a:lnTo>
                  <a:lnTo>
                    <a:pt x="59715" y="9613"/>
                  </a:lnTo>
                  <a:lnTo>
                    <a:pt x="59842" y="8890"/>
                  </a:lnTo>
                  <a:lnTo>
                    <a:pt x="59766" y="7366"/>
                  </a:lnTo>
                  <a:lnTo>
                    <a:pt x="59690" y="5842"/>
                  </a:lnTo>
                  <a:lnTo>
                    <a:pt x="59359" y="4660"/>
                  </a:lnTo>
                  <a:lnTo>
                    <a:pt x="63347" y="9321"/>
                  </a:lnTo>
                  <a:lnTo>
                    <a:pt x="63347" y="4927"/>
                  </a:lnTo>
                  <a:lnTo>
                    <a:pt x="62865" y="4356"/>
                  </a:lnTo>
                  <a:lnTo>
                    <a:pt x="59334" y="254"/>
                  </a:lnTo>
                  <a:lnTo>
                    <a:pt x="59334" y="4622"/>
                  </a:lnTo>
                  <a:lnTo>
                    <a:pt x="58864" y="4648"/>
                  </a:lnTo>
                  <a:lnTo>
                    <a:pt x="59118" y="4356"/>
                  </a:lnTo>
                  <a:lnTo>
                    <a:pt x="59334" y="4622"/>
                  </a:lnTo>
                  <a:lnTo>
                    <a:pt x="59334" y="254"/>
                  </a:lnTo>
                  <a:lnTo>
                    <a:pt x="59118" y="0"/>
                  </a:lnTo>
                  <a:lnTo>
                    <a:pt x="45173" y="16281"/>
                  </a:lnTo>
                  <a:lnTo>
                    <a:pt x="45173" y="25158"/>
                  </a:lnTo>
                  <a:lnTo>
                    <a:pt x="44602" y="25006"/>
                  </a:lnTo>
                  <a:lnTo>
                    <a:pt x="43294" y="25095"/>
                  </a:lnTo>
                  <a:lnTo>
                    <a:pt x="41986" y="25171"/>
                  </a:lnTo>
                  <a:lnTo>
                    <a:pt x="40957" y="25565"/>
                  </a:lnTo>
                  <a:lnTo>
                    <a:pt x="40957" y="26365"/>
                  </a:lnTo>
                  <a:lnTo>
                    <a:pt x="40614" y="25946"/>
                  </a:lnTo>
                  <a:lnTo>
                    <a:pt x="40932" y="25577"/>
                  </a:lnTo>
                  <a:lnTo>
                    <a:pt x="40957" y="26365"/>
                  </a:lnTo>
                  <a:lnTo>
                    <a:pt x="40957" y="25565"/>
                  </a:lnTo>
                  <a:lnTo>
                    <a:pt x="44932" y="20916"/>
                  </a:lnTo>
                  <a:lnTo>
                    <a:pt x="44843" y="21399"/>
                  </a:lnTo>
                  <a:lnTo>
                    <a:pt x="44996" y="24472"/>
                  </a:lnTo>
                  <a:lnTo>
                    <a:pt x="45173" y="25158"/>
                  </a:lnTo>
                  <a:lnTo>
                    <a:pt x="45173" y="16281"/>
                  </a:lnTo>
                  <a:lnTo>
                    <a:pt x="36880" y="25946"/>
                  </a:lnTo>
                  <a:lnTo>
                    <a:pt x="59118" y="51892"/>
                  </a:lnTo>
                  <a:lnTo>
                    <a:pt x="62865" y="47523"/>
                  </a:lnTo>
                  <a:lnTo>
                    <a:pt x="79806" y="27762"/>
                  </a:lnTo>
                  <a:lnTo>
                    <a:pt x="100507" y="51892"/>
                  </a:lnTo>
                  <a:lnTo>
                    <a:pt x="104254" y="47523"/>
                  </a:lnTo>
                  <a:lnTo>
                    <a:pt x="117652" y="31889"/>
                  </a:lnTo>
                  <a:lnTo>
                    <a:pt x="117652" y="27520"/>
                  </a:lnTo>
                  <a:lnTo>
                    <a:pt x="114884" y="30759"/>
                  </a:lnTo>
                  <a:lnTo>
                    <a:pt x="114985" y="30162"/>
                  </a:lnTo>
                  <a:lnTo>
                    <a:pt x="114846" y="27089"/>
                  </a:lnTo>
                  <a:lnTo>
                    <a:pt x="114642" y="26416"/>
                  </a:lnTo>
                  <a:lnTo>
                    <a:pt x="115265" y="26555"/>
                  </a:lnTo>
                  <a:lnTo>
                    <a:pt x="117652" y="26403"/>
                  </a:lnTo>
                  <a:lnTo>
                    <a:pt x="117652" y="24942"/>
                  </a:lnTo>
                  <a:lnTo>
                    <a:pt x="115189" y="25095"/>
                  </a:lnTo>
                  <a:lnTo>
                    <a:pt x="114566" y="25336"/>
                  </a:lnTo>
                  <a:lnTo>
                    <a:pt x="114706" y="24612"/>
                  </a:lnTo>
                  <a:lnTo>
                    <a:pt x="114630" y="23075"/>
                  </a:lnTo>
                  <a:lnTo>
                    <a:pt x="114554" y="21551"/>
                  </a:lnTo>
                  <a:lnTo>
                    <a:pt x="114287" y="20599"/>
                  </a:lnTo>
                  <a:lnTo>
                    <a:pt x="114287" y="31457"/>
                  </a:lnTo>
                  <a:lnTo>
                    <a:pt x="100507" y="47523"/>
                  </a:lnTo>
                  <a:lnTo>
                    <a:pt x="95707" y="41948"/>
                  </a:lnTo>
                  <a:lnTo>
                    <a:pt x="96786" y="42202"/>
                  </a:lnTo>
                  <a:lnTo>
                    <a:pt x="99415" y="42037"/>
                  </a:lnTo>
                  <a:lnTo>
                    <a:pt x="99987" y="41821"/>
                  </a:lnTo>
                  <a:lnTo>
                    <a:pt x="99872" y="42519"/>
                  </a:lnTo>
                  <a:lnTo>
                    <a:pt x="99936" y="44043"/>
                  </a:lnTo>
                  <a:lnTo>
                    <a:pt x="100012" y="45580"/>
                  </a:lnTo>
                  <a:lnTo>
                    <a:pt x="100355" y="46799"/>
                  </a:lnTo>
                  <a:lnTo>
                    <a:pt x="101041" y="46761"/>
                  </a:lnTo>
                  <a:lnTo>
                    <a:pt x="101257" y="45504"/>
                  </a:lnTo>
                  <a:lnTo>
                    <a:pt x="101117" y="42430"/>
                  </a:lnTo>
                  <a:lnTo>
                    <a:pt x="100926" y="41757"/>
                  </a:lnTo>
                  <a:lnTo>
                    <a:pt x="101536" y="41897"/>
                  </a:lnTo>
                  <a:lnTo>
                    <a:pt x="102844" y="41821"/>
                  </a:lnTo>
                  <a:lnTo>
                    <a:pt x="104152" y="41732"/>
                  </a:lnTo>
                  <a:lnTo>
                    <a:pt x="105219" y="41338"/>
                  </a:lnTo>
                  <a:lnTo>
                    <a:pt x="105168" y="40538"/>
                  </a:lnTo>
                  <a:lnTo>
                    <a:pt x="104089" y="40271"/>
                  </a:lnTo>
                  <a:lnTo>
                    <a:pt x="101460" y="40449"/>
                  </a:lnTo>
                  <a:lnTo>
                    <a:pt x="100850" y="40678"/>
                  </a:lnTo>
                  <a:lnTo>
                    <a:pt x="100977" y="39954"/>
                  </a:lnTo>
                  <a:lnTo>
                    <a:pt x="100901" y="38430"/>
                  </a:lnTo>
                  <a:lnTo>
                    <a:pt x="100825" y="36893"/>
                  </a:lnTo>
                  <a:lnTo>
                    <a:pt x="100495" y="35674"/>
                  </a:lnTo>
                  <a:lnTo>
                    <a:pt x="99809" y="35712"/>
                  </a:lnTo>
                  <a:lnTo>
                    <a:pt x="99580" y="36969"/>
                  </a:lnTo>
                  <a:lnTo>
                    <a:pt x="99733" y="40043"/>
                  </a:lnTo>
                  <a:lnTo>
                    <a:pt x="99910" y="40728"/>
                  </a:lnTo>
                  <a:lnTo>
                    <a:pt x="99339" y="40576"/>
                  </a:lnTo>
                  <a:lnTo>
                    <a:pt x="98031" y="40665"/>
                  </a:lnTo>
                  <a:lnTo>
                    <a:pt x="96723" y="40741"/>
                  </a:lnTo>
                  <a:lnTo>
                    <a:pt x="95656" y="41135"/>
                  </a:lnTo>
                  <a:lnTo>
                    <a:pt x="95694" y="41935"/>
                  </a:lnTo>
                  <a:lnTo>
                    <a:pt x="82359" y="26377"/>
                  </a:lnTo>
                  <a:lnTo>
                    <a:pt x="83439" y="26631"/>
                  </a:lnTo>
                  <a:lnTo>
                    <a:pt x="86067" y="26466"/>
                  </a:lnTo>
                  <a:lnTo>
                    <a:pt x="86639" y="26250"/>
                  </a:lnTo>
                  <a:lnTo>
                    <a:pt x="86525" y="26949"/>
                  </a:lnTo>
                  <a:lnTo>
                    <a:pt x="86601" y="28486"/>
                  </a:lnTo>
                  <a:lnTo>
                    <a:pt x="86664" y="30010"/>
                  </a:lnTo>
                  <a:lnTo>
                    <a:pt x="87007" y="31229"/>
                  </a:lnTo>
                  <a:lnTo>
                    <a:pt x="87693" y="31191"/>
                  </a:lnTo>
                  <a:lnTo>
                    <a:pt x="87909" y="29933"/>
                  </a:lnTo>
                  <a:lnTo>
                    <a:pt x="87769" y="26873"/>
                  </a:lnTo>
                  <a:lnTo>
                    <a:pt x="87579" y="26187"/>
                  </a:lnTo>
                  <a:lnTo>
                    <a:pt x="88188" y="26327"/>
                  </a:lnTo>
                  <a:lnTo>
                    <a:pt x="89496" y="26250"/>
                  </a:lnTo>
                  <a:lnTo>
                    <a:pt x="90805" y="26162"/>
                  </a:lnTo>
                  <a:lnTo>
                    <a:pt x="91871" y="25781"/>
                  </a:lnTo>
                  <a:lnTo>
                    <a:pt x="91821" y="24968"/>
                  </a:lnTo>
                  <a:lnTo>
                    <a:pt x="90741" y="24701"/>
                  </a:lnTo>
                  <a:lnTo>
                    <a:pt x="88125" y="24879"/>
                  </a:lnTo>
                  <a:lnTo>
                    <a:pt x="87503" y="25120"/>
                  </a:lnTo>
                  <a:lnTo>
                    <a:pt x="87630" y="24384"/>
                  </a:lnTo>
                  <a:lnTo>
                    <a:pt x="87553" y="22860"/>
                  </a:lnTo>
                  <a:lnTo>
                    <a:pt x="87490" y="21336"/>
                  </a:lnTo>
                  <a:lnTo>
                    <a:pt x="87147" y="20104"/>
                  </a:lnTo>
                  <a:lnTo>
                    <a:pt x="86995" y="20116"/>
                  </a:lnTo>
                  <a:lnTo>
                    <a:pt x="100012" y="4940"/>
                  </a:lnTo>
                  <a:lnTo>
                    <a:pt x="99834" y="5905"/>
                  </a:lnTo>
                  <a:lnTo>
                    <a:pt x="99987" y="8978"/>
                  </a:lnTo>
                  <a:lnTo>
                    <a:pt x="100164" y="9664"/>
                  </a:lnTo>
                  <a:lnTo>
                    <a:pt x="99593" y="9512"/>
                  </a:lnTo>
                  <a:lnTo>
                    <a:pt x="98285" y="9601"/>
                  </a:lnTo>
                  <a:lnTo>
                    <a:pt x="96977" y="9677"/>
                  </a:lnTo>
                  <a:lnTo>
                    <a:pt x="95910" y="10071"/>
                  </a:lnTo>
                  <a:lnTo>
                    <a:pt x="95961" y="10871"/>
                  </a:lnTo>
                  <a:lnTo>
                    <a:pt x="97040" y="11137"/>
                  </a:lnTo>
                  <a:lnTo>
                    <a:pt x="99669" y="10972"/>
                  </a:lnTo>
                  <a:lnTo>
                    <a:pt x="100711" y="10579"/>
                  </a:lnTo>
                  <a:lnTo>
                    <a:pt x="100685" y="10185"/>
                  </a:lnTo>
                  <a:lnTo>
                    <a:pt x="101015" y="10160"/>
                  </a:lnTo>
                  <a:lnTo>
                    <a:pt x="101231" y="8890"/>
                  </a:lnTo>
                  <a:lnTo>
                    <a:pt x="101155" y="7366"/>
                  </a:lnTo>
                  <a:lnTo>
                    <a:pt x="101079" y="5842"/>
                  </a:lnTo>
                  <a:lnTo>
                    <a:pt x="100749" y="4660"/>
                  </a:lnTo>
                  <a:lnTo>
                    <a:pt x="114198" y="20345"/>
                  </a:lnTo>
                  <a:lnTo>
                    <a:pt x="114160" y="25895"/>
                  </a:lnTo>
                  <a:lnTo>
                    <a:pt x="114160" y="20358"/>
                  </a:lnTo>
                  <a:lnTo>
                    <a:pt x="113525" y="20370"/>
                  </a:lnTo>
                  <a:lnTo>
                    <a:pt x="113309" y="21628"/>
                  </a:lnTo>
                  <a:lnTo>
                    <a:pt x="113461" y="24688"/>
                  </a:lnTo>
                  <a:lnTo>
                    <a:pt x="113639" y="25374"/>
                  </a:lnTo>
                  <a:lnTo>
                    <a:pt x="113055" y="25234"/>
                  </a:lnTo>
                  <a:lnTo>
                    <a:pt x="111747" y="25311"/>
                  </a:lnTo>
                  <a:lnTo>
                    <a:pt x="110439" y="25400"/>
                  </a:lnTo>
                  <a:lnTo>
                    <a:pt x="109385" y="25781"/>
                  </a:lnTo>
                  <a:lnTo>
                    <a:pt x="109423" y="26593"/>
                  </a:lnTo>
                  <a:lnTo>
                    <a:pt x="110502" y="26847"/>
                  </a:lnTo>
                  <a:lnTo>
                    <a:pt x="113131" y="26682"/>
                  </a:lnTo>
                  <a:lnTo>
                    <a:pt x="113715" y="26479"/>
                  </a:lnTo>
                  <a:lnTo>
                    <a:pt x="113588" y="27178"/>
                  </a:lnTo>
                  <a:lnTo>
                    <a:pt x="113665" y="28702"/>
                  </a:lnTo>
                  <a:lnTo>
                    <a:pt x="113741" y="30226"/>
                  </a:lnTo>
                  <a:lnTo>
                    <a:pt x="114071" y="31457"/>
                  </a:lnTo>
                  <a:lnTo>
                    <a:pt x="114287" y="31457"/>
                  </a:lnTo>
                  <a:lnTo>
                    <a:pt x="114287" y="20599"/>
                  </a:lnTo>
                  <a:lnTo>
                    <a:pt x="114223" y="20370"/>
                  </a:lnTo>
                  <a:lnTo>
                    <a:pt x="117652" y="24358"/>
                  </a:lnTo>
                  <a:lnTo>
                    <a:pt x="117652" y="19989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10570934" y="7304881"/>
              <a:ext cx="106045" cy="83820"/>
            </a:xfrm>
            <a:custGeom>
              <a:avLst/>
              <a:gdLst/>
              <a:ahLst/>
              <a:cxnLst/>
              <a:rect l="l" t="t" r="r" b="b"/>
              <a:pathLst>
                <a:path w="106045" h="83820">
                  <a:moveTo>
                    <a:pt x="1828" y="72961"/>
                  </a:moveTo>
                  <a:lnTo>
                    <a:pt x="1790" y="72148"/>
                  </a:lnTo>
                  <a:lnTo>
                    <a:pt x="711" y="71894"/>
                  </a:lnTo>
                  <a:lnTo>
                    <a:pt x="0" y="71932"/>
                  </a:lnTo>
                  <a:lnTo>
                    <a:pt x="0" y="73393"/>
                  </a:lnTo>
                  <a:lnTo>
                    <a:pt x="774" y="73342"/>
                  </a:lnTo>
                  <a:lnTo>
                    <a:pt x="1828" y="72961"/>
                  </a:lnTo>
                  <a:close/>
                </a:path>
                <a:path w="106045" h="83820">
                  <a:moveTo>
                    <a:pt x="81368" y="25946"/>
                  </a:moveTo>
                  <a:lnTo>
                    <a:pt x="77622" y="21590"/>
                  </a:lnTo>
                  <a:lnTo>
                    <a:pt x="77622" y="25946"/>
                  </a:lnTo>
                  <a:lnTo>
                    <a:pt x="59118" y="47523"/>
                  </a:lnTo>
                  <a:lnTo>
                    <a:pt x="54330" y="41960"/>
                  </a:lnTo>
                  <a:lnTo>
                    <a:pt x="55397" y="42202"/>
                  </a:lnTo>
                  <a:lnTo>
                    <a:pt x="58013" y="42037"/>
                  </a:lnTo>
                  <a:lnTo>
                    <a:pt x="58597" y="41821"/>
                  </a:lnTo>
                  <a:lnTo>
                    <a:pt x="58483" y="42519"/>
                  </a:lnTo>
                  <a:lnTo>
                    <a:pt x="58547" y="44056"/>
                  </a:lnTo>
                  <a:lnTo>
                    <a:pt x="58623" y="45580"/>
                  </a:lnTo>
                  <a:lnTo>
                    <a:pt x="58966" y="46812"/>
                  </a:lnTo>
                  <a:lnTo>
                    <a:pt x="59651" y="46761"/>
                  </a:lnTo>
                  <a:lnTo>
                    <a:pt x="59867" y="45504"/>
                  </a:lnTo>
                  <a:lnTo>
                    <a:pt x="59728" y="42443"/>
                  </a:lnTo>
                  <a:lnTo>
                    <a:pt x="59524" y="41757"/>
                  </a:lnTo>
                  <a:lnTo>
                    <a:pt x="60147" y="41897"/>
                  </a:lnTo>
                  <a:lnTo>
                    <a:pt x="61455" y="41821"/>
                  </a:lnTo>
                  <a:lnTo>
                    <a:pt x="62763" y="41732"/>
                  </a:lnTo>
                  <a:lnTo>
                    <a:pt x="63830" y="41351"/>
                  </a:lnTo>
                  <a:lnTo>
                    <a:pt x="63779" y="40538"/>
                  </a:lnTo>
                  <a:lnTo>
                    <a:pt x="62699" y="40284"/>
                  </a:lnTo>
                  <a:lnTo>
                    <a:pt x="60071" y="40449"/>
                  </a:lnTo>
                  <a:lnTo>
                    <a:pt x="59461" y="40678"/>
                  </a:lnTo>
                  <a:lnTo>
                    <a:pt x="59588" y="39966"/>
                  </a:lnTo>
                  <a:lnTo>
                    <a:pt x="59512" y="38430"/>
                  </a:lnTo>
                  <a:lnTo>
                    <a:pt x="59436" y="36906"/>
                  </a:lnTo>
                  <a:lnTo>
                    <a:pt x="59105" y="35674"/>
                  </a:lnTo>
                  <a:lnTo>
                    <a:pt x="58420" y="35725"/>
                  </a:lnTo>
                  <a:lnTo>
                    <a:pt x="58191" y="36982"/>
                  </a:lnTo>
                  <a:lnTo>
                    <a:pt x="58343" y="40043"/>
                  </a:lnTo>
                  <a:lnTo>
                    <a:pt x="58521" y="40728"/>
                  </a:lnTo>
                  <a:lnTo>
                    <a:pt x="57950" y="40576"/>
                  </a:lnTo>
                  <a:lnTo>
                    <a:pt x="56642" y="40665"/>
                  </a:lnTo>
                  <a:lnTo>
                    <a:pt x="55333" y="40754"/>
                  </a:lnTo>
                  <a:lnTo>
                    <a:pt x="54267" y="41135"/>
                  </a:lnTo>
                  <a:lnTo>
                    <a:pt x="54305" y="41935"/>
                  </a:lnTo>
                  <a:lnTo>
                    <a:pt x="40982" y="26390"/>
                  </a:lnTo>
                  <a:lnTo>
                    <a:pt x="42049" y="26631"/>
                  </a:lnTo>
                  <a:lnTo>
                    <a:pt x="44678" y="26466"/>
                  </a:lnTo>
                  <a:lnTo>
                    <a:pt x="45250" y="26263"/>
                  </a:lnTo>
                  <a:lnTo>
                    <a:pt x="45135" y="26962"/>
                  </a:lnTo>
                  <a:lnTo>
                    <a:pt x="45212" y="28486"/>
                  </a:lnTo>
                  <a:lnTo>
                    <a:pt x="45275" y="30010"/>
                  </a:lnTo>
                  <a:lnTo>
                    <a:pt x="45618" y="31242"/>
                  </a:lnTo>
                  <a:lnTo>
                    <a:pt x="46304" y="31203"/>
                  </a:lnTo>
                  <a:lnTo>
                    <a:pt x="46532" y="29946"/>
                  </a:lnTo>
                  <a:lnTo>
                    <a:pt x="46380" y="26873"/>
                  </a:lnTo>
                  <a:lnTo>
                    <a:pt x="46189" y="26200"/>
                  </a:lnTo>
                  <a:lnTo>
                    <a:pt x="46799" y="26339"/>
                  </a:lnTo>
                  <a:lnTo>
                    <a:pt x="48107" y="26250"/>
                  </a:lnTo>
                  <a:lnTo>
                    <a:pt x="49428" y="26162"/>
                  </a:lnTo>
                  <a:lnTo>
                    <a:pt x="50482" y="25781"/>
                  </a:lnTo>
                  <a:lnTo>
                    <a:pt x="50431" y="24968"/>
                  </a:lnTo>
                  <a:lnTo>
                    <a:pt x="49364" y="24714"/>
                  </a:lnTo>
                  <a:lnTo>
                    <a:pt x="46736" y="24879"/>
                  </a:lnTo>
                  <a:lnTo>
                    <a:pt x="46113" y="25120"/>
                  </a:lnTo>
                  <a:lnTo>
                    <a:pt x="46240" y="24396"/>
                  </a:lnTo>
                  <a:lnTo>
                    <a:pt x="46164" y="22860"/>
                  </a:lnTo>
                  <a:lnTo>
                    <a:pt x="46101" y="21336"/>
                  </a:lnTo>
                  <a:lnTo>
                    <a:pt x="45758" y="20116"/>
                  </a:lnTo>
                  <a:lnTo>
                    <a:pt x="45605" y="20129"/>
                  </a:lnTo>
                  <a:lnTo>
                    <a:pt x="59118" y="4368"/>
                  </a:lnTo>
                  <a:lnTo>
                    <a:pt x="72809" y="20345"/>
                  </a:lnTo>
                  <a:lnTo>
                    <a:pt x="72136" y="20370"/>
                  </a:lnTo>
                  <a:lnTo>
                    <a:pt x="71920" y="21628"/>
                  </a:lnTo>
                  <a:lnTo>
                    <a:pt x="72072" y="24701"/>
                  </a:lnTo>
                  <a:lnTo>
                    <a:pt x="72402" y="25920"/>
                  </a:lnTo>
                  <a:lnTo>
                    <a:pt x="73101" y="25869"/>
                  </a:lnTo>
                  <a:lnTo>
                    <a:pt x="73317" y="24612"/>
                  </a:lnTo>
                  <a:lnTo>
                    <a:pt x="73240" y="23088"/>
                  </a:lnTo>
                  <a:lnTo>
                    <a:pt x="73164" y="21551"/>
                  </a:lnTo>
                  <a:lnTo>
                    <a:pt x="72834" y="20383"/>
                  </a:lnTo>
                  <a:lnTo>
                    <a:pt x="77622" y="25946"/>
                  </a:lnTo>
                  <a:lnTo>
                    <a:pt x="77622" y="21590"/>
                  </a:lnTo>
                  <a:lnTo>
                    <a:pt x="62865" y="4368"/>
                  </a:lnTo>
                  <a:lnTo>
                    <a:pt x="59118" y="0"/>
                  </a:lnTo>
                  <a:lnTo>
                    <a:pt x="45173" y="16268"/>
                  </a:lnTo>
                  <a:lnTo>
                    <a:pt x="45173" y="25158"/>
                  </a:lnTo>
                  <a:lnTo>
                    <a:pt x="44602" y="25019"/>
                  </a:lnTo>
                  <a:lnTo>
                    <a:pt x="43294" y="25095"/>
                  </a:lnTo>
                  <a:lnTo>
                    <a:pt x="41986" y="25184"/>
                  </a:lnTo>
                  <a:lnTo>
                    <a:pt x="40957" y="25565"/>
                  </a:lnTo>
                  <a:lnTo>
                    <a:pt x="40957" y="26365"/>
                  </a:lnTo>
                  <a:lnTo>
                    <a:pt x="40614" y="25946"/>
                  </a:lnTo>
                  <a:lnTo>
                    <a:pt x="40932" y="25577"/>
                  </a:lnTo>
                  <a:lnTo>
                    <a:pt x="40957" y="26365"/>
                  </a:lnTo>
                  <a:lnTo>
                    <a:pt x="40957" y="25565"/>
                  </a:lnTo>
                  <a:lnTo>
                    <a:pt x="44932" y="20916"/>
                  </a:lnTo>
                  <a:lnTo>
                    <a:pt x="44843" y="21412"/>
                  </a:lnTo>
                  <a:lnTo>
                    <a:pt x="44996" y="24472"/>
                  </a:lnTo>
                  <a:lnTo>
                    <a:pt x="45173" y="25158"/>
                  </a:lnTo>
                  <a:lnTo>
                    <a:pt x="45173" y="16268"/>
                  </a:lnTo>
                  <a:lnTo>
                    <a:pt x="38417" y="24142"/>
                  </a:lnTo>
                  <a:lnTo>
                    <a:pt x="36233" y="21602"/>
                  </a:lnTo>
                  <a:lnTo>
                    <a:pt x="36233" y="25946"/>
                  </a:lnTo>
                  <a:lnTo>
                    <a:pt x="32092" y="30772"/>
                  </a:lnTo>
                  <a:lnTo>
                    <a:pt x="32207" y="30162"/>
                  </a:lnTo>
                  <a:lnTo>
                    <a:pt x="32067" y="27089"/>
                  </a:lnTo>
                  <a:lnTo>
                    <a:pt x="31877" y="26416"/>
                  </a:lnTo>
                  <a:lnTo>
                    <a:pt x="32486" y="26555"/>
                  </a:lnTo>
                  <a:lnTo>
                    <a:pt x="33794" y="26479"/>
                  </a:lnTo>
                  <a:lnTo>
                    <a:pt x="35102" y="26390"/>
                  </a:lnTo>
                  <a:lnTo>
                    <a:pt x="36156" y="25996"/>
                  </a:lnTo>
                  <a:lnTo>
                    <a:pt x="36144" y="25857"/>
                  </a:lnTo>
                  <a:lnTo>
                    <a:pt x="36233" y="21602"/>
                  </a:lnTo>
                  <a:lnTo>
                    <a:pt x="35433" y="20662"/>
                  </a:lnTo>
                  <a:lnTo>
                    <a:pt x="35433" y="25031"/>
                  </a:lnTo>
                  <a:lnTo>
                    <a:pt x="35039" y="24930"/>
                  </a:lnTo>
                  <a:lnTo>
                    <a:pt x="32410" y="25107"/>
                  </a:lnTo>
                  <a:lnTo>
                    <a:pt x="31800" y="25336"/>
                  </a:lnTo>
                  <a:lnTo>
                    <a:pt x="31927" y="24612"/>
                  </a:lnTo>
                  <a:lnTo>
                    <a:pt x="31851" y="23088"/>
                  </a:lnTo>
                  <a:lnTo>
                    <a:pt x="31775" y="21551"/>
                  </a:lnTo>
                  <a:lnTo>
                    <a:pt x="31445" y="20383"/>
                  </a:lnTo>
                  <a:lnTo>
                    <a:pt x="35433" y="25031"/>
                  </a:lnTo>
                  <a:lnTo>
                    <a:pt x="35433" y="20662"/>
                  </a:lnTo>
                  <a:lnTo>
                    <a:pt x="21945" y="4927"/>
                  </a:lnTo>
                  <a:lnTo>
                    <a:pt x="21945" y="9321"/>
                  </a:lnTo>
                  <a:lnTo>
                    <a:pt x="21577" y="9220"/>
                  </a:lnTo>
                  <a:lnTo>
                    <a:pt x="18948" y="9385"/>
                  </a:lnTo>
                  <a:lnTo>
                    <a:pt x="18326" y="9626"/>
                  </a:lnTo>
                  <a:lnTo>
                    <a:pt x="18453" y="8902"/>
                  </a:lnTo>
                  <a:lnTo>
                    <a:pt x="18376" y="7366"/>
                  </a:lnTo>
                  <a:lnTo>
                    <a:pt x="18313" y="5842"/>
                  </a:lnTo>
                  <a:lnTo>
                    <a:pt x="17970" y="4673"/>
                  </a:lnTo>
                  <a:lnTo>
                    <a:pt x="21945" y="9321"/>
                  </a:lnTo>
                  <a:lnTo>
                    <a:pt x="21945" y="4927"/>
                  </a:lnTo>
                  <a:lnTo>
                    <a:pt x="21475" y="4368"/>
                  </a:lnTo>
                  <a:lnTo>
                    <a:pt x="17945" y="254"/>
                  </a:lnTo>
                  <a:lnTo>
                    <a:pt x="17945" y="4635"/>
                  </a:lnTo>
                  <a:lnTo>
                    <a:pt x="17487" y="4660"/>
                  </a:lnTo>
                  <a:lnTo>
                    <a:pt x="17729" y="4368"/>
                  </a:lnTo>
                  <a:lnTo>
                    <a:pt x="17945" y="4635"/>
                  </a:lnTo>
                  <a:lnTo>
                    <a:pt x="17945" y="254"/>
                  </a:lnTo>
                  <a:lnTo>
                    <a:pt x="17729" y="0"/>
                  </a:lnTo>
                  <a:lnTo>
                    <a:pt x="0" y="20688"/>
                  </a:lnTo>
                  <a:lnTo>
                    <a:pt x="0" y="25057"/>
                  </a:lnTo>
                  <a:lnTo>
                    <a:pt x="3543" y="20916"/>
                  </a:lnTo>
                  <a:lnTo>
                    <a:pt x="3467" y="21412"/>
                  </a:lnTo>
                  <a:lnTo>
                    <a:pt x="3606" y="24472"/>
                  </a:lnTo>
                  <a:lnTo>
                    <a:pt x="3784" y="25158"/>
                  </a:lnTo>
                  <a:lnTo>
                    <a:pt x="3213" y="25019"/>
                  </a:lnTo>
                  <a:lnTo>
                    <a:pt x="596" y="25184"/>
                  </a:lnTo>
                  <a:lnTo>
                    <a:pt x="0" y="25400"/>
                  </a:lnTo>
                  <a:lnTo>
                    <a:pt x="0" y="26479"/>
                  </a:lnTo>
                  <a:lnTo>
                    <a:pt x="660" y="26631"/>
                  </a:lnTo>
                  <a:lnTo>
                    <a:pt x="3289" y="26466"/>
                  </a:lnTo>
                  <a:lnTo>
                    <a:pt x="3860" y="26263"/>
                  </a:lnTo>
                  <a:lnTo>
                    <a:pt x="3746" y="26962"/>
                  </a:lnTo>
                  <a:lnTo>
                    <a:pt x="3822" y="28486"/>
                  </a:lnTo>
                  <a:lnTo>
                    <a:pt x="3886" y="30010"/>
                  </a:lnTo>
                  <a:lnTo>
                    <a:pt x="4229" y="31242"/>
                  </a:lnTo>
                  <a:lnTo>
                    <a:pt x="4914" y="31203"/>
                  </a:lnTo>
                  <a:lnTo>
                    <a:pt x="5143" y="29946"/>
                  </a:lnTo>
                  <a:lnTo>
                    <a:pt x="4991" y="26873"/>
                  </a:lnTo>
                  <a:lnTo>
                    <a:pt x="4800" y="26200"/>
                  </a:lnTo>
                  <a:lnTo>
                    <a:pt x="5410" y="26339"/>
                  </a:lnTo>
                  <a:lnTo>
                    <a:pt x="6731" y="26250"/>
                  </a:lnTo>
                  <a:lnTo>
                    <a:pt x="8039" y="26162"/>
                  </a:lnTo>
                  <a:lnTo>
                    <a:pt x="9093" y="25781"/>
                  </a:lnTo>
                  <a:lnTo>
                    <a:pt x="9055" y="24968"/>
                  </a:lnTo>
                  <a:lnTo>
                    <a:pt x="7975" y="24714"/>
                  </a:lnTo>
                  <a:lnTo>
                    <a:pt x="5346" y="24879"/>
                  </a:lnTo>
                  <a:lnTo>
                    <a:pt x="4724" y="25120"/>
                  </a:lnTo>
                  <a:lnTo>
                    <a:pt x="4851" y="24396"/>
                  </a:lnTo>
                  <a:lnTo>
                    <a:pt x="4775" y="22860"/>
                  </a:lnTo>
                  <a:lnTo>
                    <a:pt x="4711" y="21336"/>
                  </a:lnTo>
                  <a:lnTo>
                    <a:pt x="4368" y="20116"/>
                  </a:lnTo>
                  <a:lnTo>
                    <a:pt x="4216" y="20129"/>
                  </a:lnTo>
                  <a:lnTo>
                    <a:pt x="17221" y="4953"/>
                  </a:lnTo>
                  <a:lnTo>
                    <a:pt x="17056" y="5918"/>
                  </a:lnTo>
                  <a:lnTo>
                    <a:pt x="17208" y="8978"/>
                  </a:lnTo>
                  <a:lnTo>
                    <a:pt x="17386" y="9664"/>
                  </a:lnTo>
                  <a:lnTo>
                    <a:pt x="16814" y="9525"/>
                  </a:lnTo>
                  <a:lnTo>
                    <a:pt x="15506" y="9601"/>
                  </a:lnTo>
                  <a:lnTo>
                    <a:pt x="14198" y="9690"/>
                  </a:lnTo>
                  <a:lnTo>
                    <a:pt x="13144" y="10071"/>
                  </a:lnTo>
                  <a:lnTo>
                    <a:pt x="13182" y="10883"/>
                  </a:lnTo>
                  <a:lnTo>
                    <a:pt x="14262" y="11137"/>
                  </a:lnTo>
                  <a:lnTo>
                    <a:pt x="16891" y="10972"/>
                  </a:lnTo>
                  <a:lnTo>
                    <a:pt x="17462" y="10769"/>
                  </a:lnTo>
                  <a:lnTo>
                    <a:pt x="17348" y="11468"/>
                  </a:lnTo>
                  <a:lnTo>
                    <a:pt x="17424" y="12992"/>
                  </a:lnTo>
                  <a:lnTo>
                    <a:pt x="17487" y="14516"/>
                  </a:lnTo>
                  <a:lnTo>
                    <a:pt x="17830" y="15748"/>
                  </a:lnTo>
                  <a:lnTo>
                    <a:pt x="18516" y="15709"/>
                  </a:lnTo>
                  <a:lnTo>
                    <a:pt x="18745" y="14452"/>
                  </a:lnTo>
                  <a:lnTo>
                    <a:pt x="18592" y="11379"/>
                  </a:lnTo>
                  <a:lnTo>
                    <a:pt x="18402" y="10706"/>
                  </a:lnTo>
                  <a:lnTo>
                    <a:pt x="19011" y="10845"/>
                  </a:lnTo>
                  <a:lnTo>
                    <a:pt x="20320" y="10756"/>
                  </a:lnTo>
                  <a:lnTo>
                    <a:pt x="21640" y="10680"/>
                  </a:lnTo>
                  <a:lnTo>
                    <a:pt x="22694" y="10287"/>
                  </a:lnTo>
                  <a:lnTo>
                    <a:pt x="31419" y="20345"/>
                  </a:lnTo>
                  <a:lnTo>
                    <a:pt x="30759" y="20370"/>
                  </a:lnTo>
                  <a:lnTo>
                    <a:pt x="30530" y="21628"/>
                  </a:lnTo>
                  <a:lnTo>
                    <a:pt x="30683" y="24701"/>
                  </a:lnTo>
                  <a:lnTo>
                    <a:pt x="30861" y="25387"/>
                  </a:lnTo>
                  <a:lnTo>
                    <a:pt x="30289" y="25234"/>
                  </a:lnTo>
                  <a:lnTo>
                    <a:pt x="28981" y="25323"/>
                  </a:lnTo>
                  <a:lnTo>
                    <a:pt x="27660" y="25400"/>
                  </a:lnTo>
                  <a:lnTo>
                    <a:pt x="26606" y="25793"/>
                  </a:lnTo>
                  <a:lnTo>
                    <a:pt x="26657" y="26593"/>
                  </a:lnTo>
                  <a:lnTo>
                    <a:pt x="27724" y="26860"/>
                  </a:lnTo>
                  <a:lnTo>
                    <a:pt x="30353" y="26695"/>
                  </a:lnTo>
                  <a:lnTo>
                    <a:pt x="30937" y="26479"/>
                  </a:lnTo>
                  <a:lnTo>
                    <a:pt x="30822" y="27178"/>
                  </a:lnTo>
                  <a:lnTo>
                    <a:pt x="30886" y="28702"/>
                  </a:lnTo>
                  <a:lnTo>
                    <a:pt x="30962" y="30238"/>
                  </a:lnTo>
                  <a:lnTo>
                    <a:pt x="31305" y="31457"/>
                  </a:lnTo>
                  <a:lnTo>
                    <a:pt x="31508" y="31457"/>
                  </a:lnTo>
                  <a:lnTo>
                    <a:pt x="17729" y="47523"/>
                  </a:lnTo>
                  <a:lnTo>
                    <a:pt x="12954" y="41960"/>
                  </a:lnTo>
                  <a:lnTo>
                    <a:pt x="14008" y="42202"/>
                  </a:lnTo>
                  <a:lnTo>
                    <a:pt x="16637" y="42037"/>
                  </a:lnTo>
                  <a:lnTo>
                    <a:pt x="17208" y="41821"/>
                  </a:lnTo>
                  <a:lnTo>
                    <a:pt x="17094" y="42519"/>
                  </a:lnTo>
                  <a:lnTo>
                    <a:pt x="17170" y="44056"/>
                  </a:lnTo>
                  <a:lnTo>
                    <a:pt x="17233" y="45580"/>
                  </a:lnTo>
                  <a:lnTo>
                    <a:pt x="17576" y="46812"/>
                  </a:lnTo>
                  <a:lnTo>
                    <a:pt x="18262" y="46761"/>
                  </a:lnTo>
                  <a:lnTo>
                    <a:pt x="18478" y="45504"/>
                  </a:lnTo>
                  <a:lnTo>
                    <a:pt x="18338" y="42443"/>
                  </a:lnTo>
                  <a:lnTo>
                    <a:pt x="18148" y="41757"/>
                  </a:lnTo>
                  <a:lnTo>
                    <a:pt x="18757" y="41897"/>
                  </a:lnTo>
                  <a:lnTo>
                    <a:pt x="20066" y="41821"/>
                  </a:lnTo>
                  <a:lnTo>
                    <a:pt x="21374" y="41732"/>
                  </a:lnTo>
                  <a:lnTo>
                    <a:pt x="22440" y="41351"/>
                  </a:lnTo>
                  <a:lnTo>
                    <a:pt x="22390" y="40538"/>
                  </a:lnTo>
                  <a:lnTo>
                    <a:pt x="21323" y="40284"/>
                  </a:lnTo>
                  <a:lnTo>
                    <a:pt x="18694" y="40449"/>
                  </a:lnTo>
                  <a:lnTo>
                    <a:pt x="18072" y="40678"/>
                  </a:lnTo>
                  <a:lnTo>
                    <a:pt x="18199" y="39966"/>
                  </a:lnTo>
                  <a:lnTo>
                    <a:pt x="18122" y="38430"/>
                  </a:lnTo>
                  <a:lnTo>
                    <a:pt x="18059" y="36906"/>
                  </a:lnTo>
                  <a:lnTo>
                    <a:pt x="17716" y="35674"/>
                  </a:lnTo>
                  <a:lnTo>
                    <a:pt x="17030" y="35725"/>
                  </a:lnTo>
                  <a:lnTo>
                    <a:pt x="16802" y="36982"/>
                  </a:lnTo>
                  <a:lnTo>
                    <a:pt x="16954" y="40043"/>
                  </a:lnTo>
                  <a:lnTo>
                    <a:pt x="17132" y="40728"/>
                  </a:lnTo>
                  <a:lnTo>
                    <a:pt x="16560" y="40576"/>
                  </a:lnTo>
                  <a:lnTo>
                    <a:pt x="15252" y="40665"/>
                  </a:lnTo>
                  <a:lnTo>
                    <a:pt x="13944" y="40754"/>
                  </a:lnTo>
                  <a:lnTo>
                    <a:pt x="12877" y="41135"/>
                  </a:lnTo>
                  <a:lnTo>
                    <a:pt x="12915" y="41922"/>
                  </a:lnTo>
                  <a:lnTo>
                    <a:pt x="0" y="26835"/>
                  </a:lnTo>
                  <a:lnTo>
                    <a:pt x="0" y="31203"/>
                  </a:lnTo>
                  <a:lnTo>
                    <a:pt x="17729" y="51892"/>
                  </a:lnTo>
                  <a:lnTo>
                    <a:pt x="21475" y="47523"/>
                  </a:lnTo>
                  <a:lnTo>
                    <a:pt x="38417" y="27762"/>
                  </a:lnTo>
                  <a:lnTo>
                    <a:pt x="59118" y="51892"/>
                  </a:lnTo>
                  <a:lnTo>
                    <a:pt x="62865" y="47523"/>
                  </a:lnTo>
                  <a:lnTo>
                    <a:pt x="81368" y="25946"/>
                  </a:lnTo>
                  <a:close/>
                </a:path>
                <a:path w="106045" h="83820">
                  <a:moveTo>
                    <a:pt x="102057" y="57556"/>
                  </a:moveTo>
                  <a:lnTo>
                    <a:pt x="98310" y="53200"/>
                  </a:lnTo>
                  <a:lnTo>
                    <a:pt x="98310" y="57556"/>
                  </a:lnTo>
                  <a:lnTo>
                    <a:pt x="94170" y="62382"/>
                  </a:lnTo>
                  <a:lnTo>
                    <a:pt x="94284" y="61772"/>
                  </a:lnTo>
                  <a:lnTo>
                    <a:pt x="94132" y="58699"/>
                  </a:lnTo>
                  <a:lnTo>
                    <a:pt x="93941" y="58013"/>
                  </a:lnTo>
                  <a:lnTo>
                    <a:pt x="94564" y="58166"/>
                  </a:lnTo>
                  <a:lnTo>
                    <a:pt x="95872" y="58077"/>
                  </a:lnTo>
                  <a:lnTo>
                    <a:pt x="97180" y="58000"/>
                  </a:lnTo>
                  <a:lnTo>
                    <a:pt x="98234" y="57607"/>
                  </a:lnTo>
                  <a:lnTo>
                    <a:pt x="98221" y="57467"/>
                  </a:lnTo>
                  <a:lnTo>
                    <a:pt x="98310" y="53200"/>
                  </a:lnTo>
                  <a:lnTo>
                    <a:pt x="97523" y="52273"/>
                  </a:lnTo>
                  <a:lnTo>
                    <a:pt x="97523" y="56642"/>
                  </a:lnTo>
                  <a:lnTo>
                    <a:pt x="97116" y="56540"/>
                  </a:lnTo>
                  <a:lnTo>
                    <a:pt x="94488" y="56705"/>
                  </a:lnTo>
                  <a:lnTo>
                    <a:pt x="93865" y="56946"/>
                  </a:lnTo>
                  <a:lnTo>
                    <a:pt x="93992" y="56222"/>
                  </a:lnTo>
                  <a:lnTo>
                    <a:pt x="93929" y="54698"/>
                  </a:lnTo>
                  <a:lnTo>
                    <a:pt x="93853" y="53162"/>
                  </a:lnTo>
                  <a:lnTo>
                    <a:pt x="93586" y="52235"/>
                  </a:lnTo>
                  <a:lnTo>
                    <a:pt x="93586" y="63068"/>
                  </a:lnTo>
                  <a:lnTo>
                    <a:pt x="79806" y="79133"/>
                  </a:lnTo>
                  <a:lnTo>
                    <a:pt x="75006" y="73558"/>
                  </a:lnTo>
                  <a:lnTo>
                    <a:pt x="76073" y="73812"/>
                  </a:lnTo>
                  <a:lnTo>
                    <a:pt x="78701" y="73647"/>
                  </a:lnTo>
                  <a:lnTo>
                    <a:pt x="79286" y="73431"/>
                  </a:lnTo>
                  <a:lnTo>
                    <a:pt x="79159" y="74129"/>
                  </a:lnTo>
                  <a:lnTo>
                    <a:pt x="79235" y="75666"/>
                  </a:lnTo>
                  <a:lnTo>
                    <a:pt x="79311" y="77190"/>
                  </a:lnTo>
                  <a:lnTo>
                    <a:pt x="79641" y="78422"/>
                  </a:lnTo>
                  <a:lnTo>
                    <a:pt x="80340" y="78371"/>
                  </a:lnTo>
                  <a:lnTo>
                    <a:pt x="80556" y="77114"/>
                  </a:lnTo>
                  <a:lnTo>
                    <a:pt x="80416" y="74053"/>
                  </a:lnTo>
                  <a:lnTo>
                    <a:pt x="80213" y="73367"/>
                  </a:lnTo>
                  <a:lnTo>
                    <a:pt x="80835" y="73507"/>
                  </a:lnTo>
                  <a:lnTo>
                    <a:pt x="82143" y="73431"/>
                  </a:lnTo>
                  <a:lnTo>
                    <a:pt x="83451" y="73342"/>
                  </a:lnTo>
                  <a:lnTo>
                    <a:pt x="84505" y="72961"/>
                  </a:lnTo>
                  <a:lnTo>
                    <a:pt x="84467" y="72148"/>
                  </a:lnTo>
                  <a:lnTo>
                    <a:pt x="83388" y="71894"/>
                  </a:lnTo>
                  <a:lnTo>
                    <a:pt x="80759" y="72059"/>
                  </a:lnTo>
                  <a:lnTo>
                    <a:pt x="80137" y="72288"/>
                  </a:lnTo>
                  <a:lnTo>
                    <a:pt x="80276" y="71564"/>
                  </a:lnTo>
                  <a:lnTo>
                    <a:pt x="80200" y="70040"/>
                  </a:lnTo>
                  <a:lnTo>
                    <a:pt x="80124" y="68516"/>
                  </a:lnTo>
                  <a:lnTo>
                    <a:pt x="79794" y="67284"/>
                  </a:lnTo>
                  <a:lnTo>
                    <a:pt x="79730" y="72847"/>
                  </a:lnTo>
                  <a:lnTo>
                    <a:pt x="79730" y="67297"/>
                  </a:lnTo>
                  <a:lnTo>
                    <a:pt x="79095" y="67322"/>
                  </a:lnTo>
                  <a:lnTo>
                    <a:pt x="78879" y="68580"/>
                  </a:lnTo>
                  <a:lnTo>
                    <a:pt x="79032" y="71653"/>
                  </a:lnTo>
                  <a:lnTo>
                    <a:pt x="79209" y="72339"/>
                  </a:lnTo>
                  <a:lnTo>
                    <a:pt x="78625" y="72186"/>
                  </a:lnTo>
                  <a:lnTo>
                    <a:pt x="77317" y="72275"/>
                  </a:lnTo>
                  <a:lnTo>
                    <a:pt x="76009" y="72351"/>
                  </a:lnTo>
                  <a:lnTo>
                    <a:pt x="74955" y="72745"/>
                  </a:lnTo>
                  <a:lnTo>
                    <a:pt x="74980" y="73533"/>
                  </a:lnTo>
                  <a:lnTo>
                    <a:pt x="61658" y="57988"/>
                  </a:lnTo>
                  <a:lnTo>
                    <a:pt x="62725" y="58242"/>
                  </a:lnTo>
                  <a:lnTo>
                    <a:pt x="65354" y="58077"/>
                  </a:lnTo>
                  <a:lnTo>
                    <a:pt x="65938" y="57861"/>
                  </a:lnTo>
                  <a:lnTo>
                    <a:pt x="65811" y="58559"/>
                  </a:lnTo>
                  <a:lnTo>
                    <a:pt x="65887" y="60096"/>
                  </a:lnTo>
                  <a:lnTo>
                    <a:pt x="65963" y="61620"/>
                  </a:lnTo>
                  <a:lnTo>
                    <a:pt x="66294" y="62852"/>
                  </a:lnTo>
                  <a:lnTo>
                    <a:pt x="66992" y="62801"/>
                  </a:lnTo>
                  <a:lnTo>
                    <a:pt x="67208" y="61544"/>
                  </a:lnTo>
                  <a:lnTo>
                    <a:pt x="67068" y="58483"/>
                  </a:lnTo>
                  <a:lnTo>
                    <a:pt x="66878" y="57810"/>
                  </a:lnTo>
                  <a:lnTo>
                    <a:pt x="67487" y="57950"/>
                  </a:lnTo>
                  <a:lnTo>
                    <a:pt x="68795" y="57861"/>
                  </a:lnTo>
                  <a:lnTo>
                    <a:pt x="70104" y="57772"/>
                  </a:lnTo>
                  <a:lnTo>
                    <a:pt x="71158" y="57391"/>
                  </a:lnTo>
                  <a:lnTo>
                    <a:pt x="71120" y="56578"/>
                  </a:lnTo>
                  <a:lnTo>
                    <a:pt x="70040" y="56324"/>
                  </a:lnTo>
                  <a:lnTo>
                    <a:pt x="67411" y="56489"/>
                  </a:lnTo>
                  <a:lnTo>
                    <a:pt x="66789" y="56718"/>
                  </a:lnTo>
                  <a:lnTo>
                    <a:pt x="66929" y="55994"/>
                  </a:lnTo>
                  <a:lnTo>
                    <a:pt x="66852" y="54470"/>
                  </a:lnTo>
                  <a:lnTo>
                    <a:pt x="66776" y="52946"/>
                  </a:lnTo>
                  <a:lnTo>
                    <a:pt x="66446" y="51714"/>
                  </a:lnTo>
                  <a:lnTo>
                    <a:pt x="66294" y="51727"/>
                  </a:lnTo>
                  <a:lnTo>
                    <a:pt x="79286" y="36576"/>
                  </a:lnTo>
                  <a:lnTo>
                    <a:pt x="79133" y="37528"/>
                  </a:lnTo>
                  <a:lnTo>
                    <a:pt x="79286" y="40589"/>
                  </a:lnTo>
                  <a:lnTo>
                    <a:pt x="79463" y="41275"/>
                  </a:lnTo>
                  <a:lnTo>
                    <a:pt x="78892" y="41122"/>
                  </a:lnTo>
                  <a:lnTo>
                    <a:pt x="77571" y="41211"/>
                  </a:lnTo>
                  <a:lnTo>
                    <a:pt x="76263" y="41300"/>
                  </a:lnTo>
                  <a:lnTo>
                    <a:pt x="75209" y="41681"/>
                  </a:lnTo>
                  <a:lnTo>
                    <a:pt x="75247" y="42494"/>
                  </a:lnTo>
                  <a:lnTo>
                    <a:pt x="76327" y="42748"/>
                  </a:lnTo>
                  <a:lnTo>
                    <a:pt x="78955" y="42583"/>
                  </a:lnTo>
                  <a:lnTo>
                    <a:pt x="79540" y="42379"/>
                  </a:lnTo>
                  <a:lnTo>
                    <a:pt x="79413" y="43078"/>
                  </a:lnTo>
                  <a:lnTo>
                    <a:pt x="79489" y="44602"/>
                  </a:lnTo>
                  <a:lnTo>
                    <a:pt x="79565" y="46126"/>
                  </a:lnTo>
                  <a:lnTo>
                    <a:pt x="79895" y="47358"/>
                  </a:lnTo>
                  <a:lnTo>
                    <a:pt x="80594" y="47307"/>
                  </a:lnTo>
                  <a:lnTo>
                    <a:pt x="80810" y="46062"/>
                  </a:lnTo>
                  <a:lnTo>
                    <a:pt x="80670" y="42989"/>
                  </a:lnTo>
                  <a:lnTo>
                    <a:pt x="80467" y="42316"/>
                  </a:lnTo>
                  <a:lnTo>
                    <a:pt x="81089" y="42456"/>
                  </a:lnTo>
                  <a:lnTo>
                    <a:pt x="82397" y="42367"/>
                  </a:lnTo>
                  <a:lnTo>
                    <a:pt x="83705" y="42278"/>
                  </a:lnTo>
                  <a:lnTo>
                    <a:pt x="84759" y="41897"/>
                  </a:lnTo>
                  <a:lnTo>
                    <a:pt x="84747" y="41757"/>
                  </a:lnTo>
                  <a:lnTo>
                    <a:pt x="93497" y="51955"/>
                  </a:lnTo>
                  <a:lnTo>
                    <a:pt x="92824" y="51981"/>
                  </a:lnTo>
                  <a:lnTo>
                    <a:pt x="92608" y="53238"/>
                  </a:lnTo>
                  <a:lnTo>
                    <a:pt x="92748" y="56299"/>
                  </a:lnTo>
                  <a:lnTo>
                    <a:pt x="92925" y="56984"/>
                  </a:lnTo>
                  <a:lnTo>
                    <a:pt x="92354" y="56845"/>
                  </a:lnTo>
                  <a:lnTo>
                    <a:pt x="91046" y="56921"/>
                  </a:lnTo>
                  <a:lnTo>
                    <a:pt x="89738" y="57010"/>
                  </a:lnTo>
                  <a:lnTo>
                    <a:pt x="88684" y="57391"/>
                  </a:lnTo>
                  <a:lnTo>
                    <a:pt x="88722" y="58204"/>
                  </a:lnTo>
                  <a:lnTo>
                    <a:pt x="89801" y="58470"/>
                  </a:lnTo>
                  <a:lnTo>
                    <a:pt x="92430" y="58293"/>
                  </a:lnTo>
                  <a:lnTo>
                    <a:pt x="93002" y="58089"/>
                  </a:lnTo>
                  <a:lnTo>
                    <a:pt x="92887" y="58788"/>
                  </a:lnTo>
                  <a:lnTo>
                    <a:pt x="92964" y="60312"/>
                  </a:lnTo>
                  <a:lnTo>
                    <a:pt x="93040" y="61849"/>
                  </a:lnTo>
                  <a:lnTo>
                    <a:pt x="93370" y="63068"/>
                  </a:lnTo>
                  <a:lnTo>
                    <a:pt x="93586" y="63068"/>
                  </a:lnTo>
                  <a:lnTo>
                    <a:pt x="93586" y="52235"/>
                  </a:lnTo>
                  <a:lnTo>
                    <a:pt x="93510" y="51968"/>
                  </a:lnTo>
                  <a:lnTo>
                    <a:pt x="97523" y="56642"/>
                  </a:lnTo>
                  <a:lnTo>
                    <a:pt x="97523" y="52273"/>
                  </a:lnTo>
                  <a:lnTo>
                    <a:pt x="84035" y="36550"/>
                  </a:lnTo>
                  <a:lnTo>
                    <a:pt x="84035" y="40932"/>
                  </a:lnTo>
                  <a:lnTo>
                    <a:pt x="83642" y="40830"/>
                  </a:lnTo>
                  <a:lnTo>
                    <a:pt x="81013" y="40995"/>
                  </a:lnTo>
                  <a:lnTo>
                    <a:pt x="80391" y="41236"/>
                  </a:lnTo>
                  <a:lnTo>
                    <a:pt x="80530" y="40513"/>
                  </a:lnTo>
                  <a:lnTo>
                    <a:pt x="80454" y="38976"/>
                  </a:lnTo>
                  <a:lnTo>
                    <a:pt x="80378" y="37452"/>
                  </a:lnTo>
                  <a:lnTo>
                    <a:pt x="80060" y="36283"/>
                  </a:lnTo>
                  <a:lnTo>
                    <a:pt x="84035" y="40932"/>
                  </a:lnTo>
                  <a:lnTo>
                    <a:pt x="84035" y="36550"/>
                  </a:lnTo>
                  <a:lnTo>
                    <a:pt x="83553" y="35979"/>
                  </a:lnTo>
                  <a:lnTo>
                    <a:pt x="80010" y="31851"/>
                  </a:lnTo>
                  <a:lnTo>
                    <a:pt x="80010" y="36233"/>
                  </a:lnTo>
                  <a:lnTo>
                    <a:pt x="79565" y="36258"/>
                  </a:lnTo>
                  <a:lnTo>
                    <a:pt x="79806" y="35979"/>
                  </a:lnTo>
                  <a:lnTo>
                    <a:pt x="80010" y="36233"/>
                  </a:lnTo>
                  <a:lnTo>
                    <a:pt x="80010" y="31851"/>
                  </a:lnTo>
                  <a:lnTo>
                    <a:pt x="79806" y="31610"/>
                  </a:lnTo>
                  <a:lnTo>
                    <a:pt x="65862" y="47879"/>
                  </a:lnTo>
                  <a:lnTo>
                    <a:pt x="65862" y="56769"/>
                  </a:lnTo>
                  <a:lnTo>
                    <a:pt x="65290" y="56616"/>
                  </a:lnTo>
                  <a:lnTo>
                    <a:pt x="63969" y="56705"/>
                  </a:lnTo>
                  <a:lnTo>
                    <a:pt x="62661" y="56781"/>
                  </a:lnTo>
                  <a:lnTo>
                    <a:pt x="61633" y="57175"/>
                  </a:lnTo>
                  <a:lnTo>
                    <a:pt x="61633" y="57962"/>
                  </a:lnTo>
                  <a:lnTo>
                    <a:pt x="61302" y="57556"/>
                  </a:lnTo>
                  <a:lnTo>
                    <a:pt x="61607" y="57200"/>
                  </a:lnTo>
                  <a:lnTo>
                    <a:pt x="61633" y="57962"/>
                  </a:lnTo>
                  <a:lnTo>
                    <a:pt x="61633" y="57175"/>
                  </a:lnTo>
                  <a:lnTo>
                    <a:pt x="65608" y="52527"/>
                  </a:lnTo>
                  <a:lnTo>
                    <a:pt x="65532" y="53022"/>
                  </a:lnTo>
                  <a:lnTo>
                    <a:pt x="65684" y="56083"/>
                  </a:lnTo>
                  <a:lnTo>
                    <a:pt x="65862" y="56769"/>
                  </a:lnTo>
                  <a:lnTo>
                    <a:pt x="65862" y="47879"/>
                  </a:lnTo>
                  <a:lnTo>
                    <a:pt x="58839" y="56070"/>
                  </a:lnTo>
                  <a:lnTo>
                    <a:pt x="56375" y="53200"/>
                  </a:lnTo>
                  <a:lnTo>
                    <a:pt x="56375" y="57556"/>
                  </a:lnTo>
                  <a:lnTo>
                    <a:pt x="52235" y="62382"/>
                  </a:lnTo>
                  <a:lnTo>
                    <a:pt x="52349" y="61772"/>
                  </a:lnTo>
                  <a:lnTo>
                    <a:pt x="52209" y="58699"/>
                  </a:lnTo>
                  <a:lnTo>
                    <a:pt x="52019" y="58026"/>
                  </a:lnTo>
                  <a:lnTo>
                    <a:pt x="52628" y="58166"/>
                  </a:lnTo>
                  <a:lnTo>
                    <a:pt x="53936" y="58077"/>
                  </a:lnTo>
                  <a:lnTo>
                    <a:pt x="55245" y="58000"/>
                  </a:lnTo>
                  <a:lnTo>
                    <a:pt x="56311" y="57607"/>
                  </a:lnTo>
                  <a:lnTo>
                    <a:pt x="56299" y="57480"/>
                  </a:lnTo>
                  <a:lnTo>
                    <a:pt x="56375" y="53200"/>
                  </a:lnTo>
                  <a:lnTo>
                    <a:pt x="55575" y="52273"/>
                  </a:lnTo>
                  <a:lnTo>
                    <a:pt x="55575" y="56642"/>
                  </a:lnTo>
                  <a:lnTo>
                    <a:pt x="55181" y="56540"/>
                  </a:lnTo>
                  <a:lnTo>
                    <a:pt x="52565" y="56705"/>
                  </a:lnTo>
                  <a:lnTo>
                    <a:pt x="51943" y="56946"/>
                  </a:lnTo>
                  <a:lnTo>
                    <a:pt x="52070" y="56222"/>
                  </a:lnTo>
                  <a:lnTo>
                    <a:pt x="51993" y="54698"/>
                  </a:lnTo>
                  <a:lnTo>
                    <a:pt x="51930" y="53162"/>
                  </a:lnTo>
                  <a:lnTo>
                    <a:pt x="51650" y="52222"/>
                  </a:lnTo>
                  <a:lnTo>
                    <a:pt x="51650" y="63068"/>
                  </a:lnTo>
                  <a:lnTo>
                    <a:pt x="37871" y="79133"/>
                  </a:lnTo>
                  <a:lnTo>
                    <a:pt x="33070" y="73558"/>
                  </a:lnTo>
                  <a:lnTo>
                    <a:pt x="34150" y="73812"/>
                  </a:lnTo>
                  <a:lnTo>
                    <a:pt x="36779" y="73647"/>
                  </a:lnTo>
                  <a:lnTo>
                    <a:pt x="37350" y="73431"/>
                  </a:lnTo>
                  <a:lnTo>
                    <a:pt x="37236" y="74129"/>
                  </a:lnTo>
                  <a:lnTo>
                    <a:pt x="37312" y="75666"/>
                  </a:lnTo>
                  <a:lnTo>
                    <a:pt x="37388" y="77190"/>
                  </a:lnTo>
                  <a:lnTo>
                    <a:pt x="37719" y="78422"/>
                  </a:lnTo>
                  <a:lnTo>
                    <a:pt x="38404" y="78371"/>
                  </a:lnTo>
                  <a:lnTo>
                    <a:pt x="38633" y="77114"/>
                  </a:lnTo>
                  <a:lnTo>
                    <a:pt x="38481" y="74053"/>
                  </a:lnTo>
                  <a:lnTo>
                    <a:pt x="38290" y="73367"/>
                  </a:lnTo>
                  <a:lnTo>
                    <a:pt x="38900" y="73507"/>
                  </a:lnTo>
                  <a:lnTo>
                    <a:pt x="40220" y="73431"/>
                  </a:lnTo>
                  <a:lnTo>
                    <a:pt x="41529" y="73342"/>
                  </a:lnTo>
                  <a:lnTo>
                    <a:pt x="42583" y="72961"/>
                  </a:lnTo>
                  <a:lnTo>
                    <a:pt x="42545" y="72148"/>
                  </a:lnTo>
                  <a:lnTo>
                    <a:pt x="41465" y="71894"/>
                  </a:lnTo>
                  <a:lnTo>
                    <a:pt x="38836" y="72059"/>
                  </a:lnTo>
                  <a:lnTo>
                    <a:pt x="38214" y="72288"/>
                  </a:lnTo>
                  <a:lnTo>
                    <a:pt x="38341" y="71564"/>
                  </a:lnTo>
                  <a:lnTo>
                    <a:pt x="38277" y="70040"/>
                  </a:lnTo>
                  <a:lnTo>
                    <a:pt x="38201" y="68516"/>
                  </a:lnTo>
                  <a:lnTo>
                    <a:pt x="37858" y="67284"/>
                  </a:lnTo>
                  <a:lnTo>
                    <a:pt x="37172" y="67322"/>
                  </a:lnTo>
                  <a:lnTo>
                    <a:pt x="36957" y="68580"/>
                  </a:lnTo>
                  <a:lnTo>
                    <a:pt x="37096" y="71653"/>
                  </a:lnTo>
                  <a:lnTo>
                    <a:pt x="37287" y="72339"/>
                  </a:lnTo>
                  <a:lnTo>
                    <a:pt x="36703" y="72186"/>
                  </a:lnTo>
                  <a:lnTo>
                    <a:pt x="35394" y="72275"/>
                  </a:lnTo>
                  <a:lnTo>
                    <a:pt x="34086" y="72351"/>
                  </a:lnTo>
                  <a:lnTo>
                    <a:pt x="33032" y="72745"/>
                  </a:lnTo>
                  <a:lnTo>
                    <a:pt x="33058" y="73545"/>
                  </a:lnTo>
                  <a:lnTo>
                    <a:pt x="19735" y="57988"/>
                  </a:lnTo>
                  <a:lnTo>
                    <a:pt x="20802" y="58242"/>
                  </a:lnTo>
                  <a:lnTo>
                    <a:pt x="23431" y="58077"/>
                  </a:lnTo>
                  <a:lnTo>
                    <a:pt x="24015" y="57861"/>
                  </a:lnTo>
                  <a:lnTo>
                    <a:pt x="23888" y="58559"/>
                  </a:lnTo>
                  <a:lnTo>
                    <a:pt x="23964" y="60096"/>
                  </a:lnTo>
                  <a:lnTo>
                    <a:pt x="24041" y="61620"/>
                  </a:lnTo>
                  <a:lnTo>
                    <a:pt x="24371" y="62852"/>
                  </a:lnTo>
                  <a:lnTo>
                    <a:pt x="25069" y="62801"/>
                  </a:lnTo>
                  <a:lnTo>
                    <a:pt x="25285" y="61544"/>
                  </a:lnTo>
                  <a:lnTo>
                    <a:pt x="25133" y="58483"/>
                  </a:lnTo>
                  <a:lnTo>
                    <a:pt x="24942" y="57810"/>
                  </a:lnTo>
                  <a:lnTo>
                    <a:pt x="25565" y="57950"/>
                  </a:lnTo>
                  <a:lnTo>
                    <a:pt x="26873" y="57861"/>
                  </a:lnTo>
                  <a:lnTo>
                    <a:pt x="28181" y="57772"/>
                  </a:lnTo>
                  <a:lnTo>
                    <a:pt x="29235" y="57391"/>
                  </a:lnTo>
                  <a:lnTo>
                    <a:pt x="29197" y="56578"/>
                  </a:lnTo>
                  <a:lnTo>
                    <a:pt x="28117" y="56324"/>
                  </a:lnTo>
                  <a:lnTo>
                    <a:pt x="25488" y="56489"/>
                  </a:lnTo>
                  <a:lnTo>
                    <a:pt x="24866" y="56718"/>
                  </a:lnTo>
                  <a:lnTo>
                    <a:pt x="24993" y="55994"/>
                  </a:lnTo>
                  <a:lnTo>
                    <a:pt x="24930" y="54470"/>
                  </a:lnTo>
                  <a:lnTo>
                    <a:pt x="24853" y="52946"/>
                  </a:lnTo>
                  <a:lnTo>
                    <a:pt x="24511" y="51714"/>
                  </a:lnTo>
                  <a:lnTo>
                    <a:pt x="24371" y="51727"/>
                  </a:lnTo>
                  <a:lnTo>
                    <a:pt x="37376" y="36563"/>
                  </a:lnTo>
                  <a:lnTo>
                    <a:pt x="37211" y="37528"/>
                  </a:lnTo>
                  <a:lnTo>
                    <a:pt x="37350" y="40589"/>
                  </a:lnTo>
                  <a:lnTo>
                    <a:pt x="37528" y="41275"/>
                  </a:lnTo>
                  <a:lnTo>
                    <a:pt x="36957" y="41122"/>
                  </a:lnTo>
                  <a:lnTo>
                    <a:pt x="35648" y="41211"/>
                  </a:lnTo>
                  <a:lnTo>
                    <a:pt x="34340" y="41300"/>
                  </a:lnTo>
                  <a:lnTo>
                    <a:pt x="33286" y="41681"/>
                  </a:lnTo>
                  <a:lnTo>
                    <a:pt x="33324" y="42494"/>
                  </a:lnTo>
                  <a:lnTo>
                    <a:pt x="34404" y="42748"/>
                  </a:lnTo>
                  <a:lnTo>
                    <a:pt x="37033" y="42583"/>
                  </a:lnTo>
                  <a:lnTo>
                    <a:pt x="37604" y="42379"/>
                  </a:lnTo>
                  <a:lnTo>
                    <a:pt x="37490" y="43078"/>
                  </a:lnTo>
                  <a:lnTo>
                    <a:pt x="37566" y="44602"/>
                  </a:lnTo>
                  <a:lnTo>
                    <a:pt x="37642" y="46126"/>
                  </a:lnTo>
                  <a:lnTo>
                    <a:pt x="37973" y="47358"/>
                  </a:lnTo>
                  <a:lnTo>
                    <a:pt x="38658" y="47307"/>
                  </a:lnTo>
                  <a:lnTo>
                    <a:pt x="38887" y="46062"/>
                  </a:lnTo>
                  <a:lnTo>
                    <a:pt x="38735" y="42989"/>
                  </a:lnTo>
                  <a:lnTo>
                    <a:pt x="38544" y="42303"/>
                  </a:lnTo>
                  <a:lnTo>
                    <a:pt x="39166" y="42456"/>
                  </a:lnTo>
                  <a:lnTo>
                    <a:pt x="40474" y="42367"/>
                  </a:lnTo>
                  <a:lnTo>
                    <a:pt x="41783" y="42278"/>
                  </a:lnTo>
                  <a:lnTo>
                    <a:pt x="42837" y="41897"/>
                  </a:lnTo>
                  <a:lnTo>
                    <a:pt x="51562" y="51955"/>
                  </a:lnTo>
                  <a:lnTo>
                    <a:pt x="50901" y="51981"/>
                  </a:lnTo>
                  <a:lnTo>
                    <a:pt x="50673" y="53238"/>
                  </a:lnTo>
                  <a:lnTo>
                    <a:pt x="50825" y="56299"/>
                  </a:lnTo>
                  <a:lnTo>
                    <a:pt x="51003" y="56984"/>
                  </a:lnTo>
                  <a:lnTo>
                    <a:pt x="50431" y="56845"/>
                  </a:lnTo>
                  <a:lnTo>
                    <a:pt x="49123" y="56921"/>
                  </a:lnTo>
                  <a:lnTo>
                    <a:pt x="47815" y="57010"/>
                  </a:lnTo>
                  <a:lnTo>
                    <a:pt x="46748" y="57391"/>
                  </a:lnTo>
                  <a:lnTo>
                    <a:pt x="46799" y="58204"/>
                  </a:lnTo>
                  <a:lnTo>
                    <a:pt x="47879" y="58470"/>
                  </a:lnTo>
                  <a:lnTo>
                    <a:pt x="50507" y="58293"/>
                  </a:lnTo>
                  <a:lnTo>
                    <a:pt x="51079" y="58089"/>
                  </a:lnTo>
                  <a:lnTo>
                    <a:pt x="50965" y="58788"/>
                  </a:lnTo>
                  <a:lnTo>
                    <a:pt x="51041" y="60312"/>
                  </a:lnTo>
                  <a:lnTo>
                    <a:pt x="51104" y="61849"/>
                  </a:lnTo>
                  <a:lnTo>
                    <a:pt x="51447" y="63068"/>
                  </a:lnTo>
                  <a:lnTo>
                    <a:pt x="51650" y="63068"/>
                  </a:lnTo>
                  <a:lnTo>
                    <a:pt x="51650" y="52222"/>
                  </a:lnTo>
                  <a:lnTo>
                    <a:pt x="51587" y="51993"/>
                  </a:lnTo>
                  <a:lnTo>
                    <a:pt x="55575" y="56642"/>
                  </a:lnTo>
                  <a:lnTo>
                    <a:pt x="55575" y="52273"/>
                  </a:lnTo>
                  <a:lnTo>
                    <a:pt x="42087" y="36537"/>
                  </a:lnTo>
                  <a:lnTo>
                    <a:pt x="42087" y="40932"/>
                  </a:lnTo>
                  <a:lnTo>
                    <a:pt x="41719" y="40830"/>
                  </a:lnTo>
                  <a:lnTo>
                    <a:pt x="39090" y="40995"/>
                  </a:lnTo>
                  <a:lnTo>
                    <a:pt x="38468" y="41236"/>
                  </a:lnTo>
                  <a:lnTo>
                    <a:pt x="38595" y="40513"/>
                  </a:lnTo>
                  <a:lnTo>
                    <a:pt x="38531" y="38976"/>
                  </a:lnTo>
                  <a:lnTo>
                    <a:pt x="38455" y="37452"/>
                  </a:lnTo>
                  <a:lnTo>
                    <a:pt x="38125" y="36283"/>
                  </a:lnTo>
                  <a:lnTo>
                    <a:pt x="42087" y="40932"/>
                  </a:lnTo>
                  <a:lnTo>
                    <a:pt x="42087" y="36537"/>
                  </a:lnTo>
                  <a:lnTo>
                    <a:pt x="41617" y="35979"/>
                  </a:lnTo>
                  <a:lnTo>
                    <a:pt x="38074" y="31851"/>
                  </a:lnTo>
                  <a:lnTo>
                    <a:pt x="38074" y="36233"/>
                  </a:lnTo>
                  <a:lnTo>
                    <a:pt x="37630" y="36258"/>
                  </a:lnTo>
                  <a:lnTo>
                    <a:pt x="37871" y="35979"/>
                  </a:lnTo>
                  <a:lnTo>
                    <a:pt x="38074" y="36233"/>
                  </a:lnTo>
                  <a:lnTo>
                    <a:pt x="38074" y="31851"/>
                  </a:lnTo>
                  <a:lnTo>
                    <a:pt x="37871" y="31610"/>
                  </a:lnTo>
                  <a:lnTo>
                    <a:pt x="23926" y="47879"/>
                  </a:lnTo>
                  <a:lnTo>
                    <a:pt x="23926" y="56769"/>
                  </a:lnTo>
                  <a:lnTo>
                    <a:pt x="23355" y="56616"/>
                  </a:lnTo>
                  <a:lnTo>
                    <a:pt x="22047" y="56705"/>
                  </a:lnTo>
                  <a:lnTo>
                    <a:pt x="20739" y="56781"/>
                  </a:lnTo>
                  <a:lnTo>
                    <a:pt x="19710" y="57175"/>
                  </a:lnTo>
                  <a:lnTo>
                    <a:pt x="19710" y="57962"/>
                  </a:lnTo>
                  <a:lnTo>
                    <a:pt x="19380" y="57556"/>
                  </a:lnTo>
                  <a:lnTo>
                    <a:pt x="19685" y="57200"/>
                  </a:lnTo>
                  <a:lnTo>
                    <a:pt x="19710" y="57962"/>
                  </a:lnTo>
                  <a:lnTo>
                    <a:pt x="19710" y="57175"/>
                  </a:lnTo>
                  <a:lnTo>
                    <a:pt x="23685" y="52527"/>
                  </a:lnTo>
                  <a:lnTo>
                    <a:pt x="23609" y="53022"/>
                  </a:lnTo>
                  <a:lnTo>
                    <a:pt x="23749" y="56083"/>
                  </a:lnTo>
                  <a:lnTo>
                    <a:pt x="23926" y="56769"/>
                  </a:lnTo>
                  <a:lnTo>
                    <a:pt x="23926" y="47879"/>
                  </a:lnTo>
                  <a:lnTo>
                    <a:pt x="17500" y="55372"/>
                  </a:lnTo>
                  <a:lnTo>
                    <a:pt x="15633" y="53200"/>
                  </a:lnTo>
                  <a:lnTo>
                    <a:pt x="15633" y="57556"/>
                  </a:lnTo>
                  <a:lnTo>
                    <a:pt x="11493" y="62382"/>
                  </a:lnTo>
                  <a:lnTo>
                    <a:pt x="11607" y="61772"/>
                  </a:lnTo>
                  <a:lnTo>
                    <a:pt x="11455" y="58699"/>
                  </a:lnTo>
                  <a:lnTo>
                    <a:pt x="11264" y="58013"/>
                  </a:lnTo>
                  <a:lnTo>
                    <a:pt x="11887" y="58166"/>
                  </a:lnTo>
                  <a:lnTo>
                    <a:pt x="13195" y="58077"/>
                  </a:lnTo>
                  <a:lnTo>
                    <a:pt x="14503" y="58000"/>
                  </a:lnTo>
                  <a:lnTo>
                    <a:pt x="15557" y="57607"/>
                  </a:lnTo>
                  <a:lnTo>
                    <a:pt x="15544" y="57467"/>
                  </a:lnTo>
                  <a:lnTo>
                    <a:pt x="15633" y="53200"/>
                  </a:lnTo>
                  <a:lnTo>
                    <a:pt x="14833" y="52260"/>
                  </a:lnTo>
                  <a:lnTo>
                    <a:pt x="14833" y="56642"/>
                  </a:lnTo>
                  <a:lnTo>
                    <a:pt x="14439" y="56540"/>
                  </a:lnTo>
                  <a:lnTo>
                    <a:pt x="11811" y="56705"/>
                  </a:lnTo>
                  <a:lnTo>
                    <a:pt x="11188" y="56946"/>
                  </a:lnTo>
                  <a:lnTo>
                    <a:pt x="11315" y="56222"/>
                  </a:lnTo>
                  <a:lnTo>
                    <a:pt x="11252" y="54698"/>
                  </a:lnTo>
                  <a:lnTo>
                    <a:pt x="11176" y="53162"/>
                  </a:lnTo>
                  <a:lnTo>
                    <a:pt x="10845" y="51993"/>
                  </a:lnTo>
                  <a:lnTo>
                    <a:pt x="14833" y="56642"/>
                  </a:lnTo>
                  <a:lnTo>
                    <a:pt x="14833" y="52260"/>
                  </a:lnTo>
                  <a:lnTo>
                    <a:pt x="0" y="34950"/>
                  </a:lnTo>
                  <a:lnTo>
                    <a:pt x="0" y="39319"/>
                  </a:lnTo>
                  <a:lnTo>
                    <a:pt x="1371" y="40932"/>
                  </a:lnTo>
                  <a:lnTo>
                    <a:pt x="965" y="40830"/>
                  </a:lnTo>
                  <a:lnTo>
                    <a:pt x="0" y="40894"/>
                  </a:lnTo>
                  <a:lnTo>
                    <a:pt x="0" y="42354"/>
                  </a:lnTo>
                  <a:lnTo>
                    <a:pt x="1028" y="42278"/>
                  </a:lnTo>
                  <a:lnTo>
                    <a:pt x="2082" y="41897"/>
                  </a:lnTo>
                  <a:lnTo>
                    <a:pt x="2070" y="41744"/>
                  </a:lnTo>
                  <a:lnTo>
                    <a:pt x="10820" y="51955"/>
                  </a:lnTo>
                  <a:lnTo>
                    <a:pt x="10147" y="51981"/>
                  </a:lnTo>
                  <a:lnTo>
                    <a:pt x="9931" y="53238"/>
                  </a:lnTo>
                  <a:lnTo>
                    <a:pt x="10071" y="56299"/>
                  </a:lnTo>
                  <a:lnTo>
                    <a:pt x="10248" y="56984"/>
                  </a:lnTo>
                  <a:lnTo>
                    <a:pt x="9677" y="56845"/>
                  </a:lnTo>
                  <a:lnTo>
                    <a:pt x="8369" y="56921"/>
                  </a:lnTo>
                  <a:lnTo>
                    <a:pt x="7061" y="57010"/>
                  </a:lnTo>
                  <a:lnTo>
                    <a:pt x="6007" y="57391"/>
                  </a:lnTo>
                  <a:lnTo>
                    <a:pt x="6045" y="58204"/>
                  </a:lnTo>
                  <a:lnTo>
                    <a:pt x="7124" y="58470"/>
                  </a:lnTo>
                  <a:lnTo>
                    <a:pt x="9753" y="58293"/>
                  </a:lnTo>
                  <a:lnTo>
                    <a:pt x="10325" y="58089"/>
                  </a:lnTo>
                  <a:lnTo>
                    <a:pt x="10210" y="58788"/>
                  </a:lnTo>
                  <a:lnTo>
                    <a:pt x="10287" y="60312"/>
                  </a:lnTo>
                  <a:lnTo>
                    <a:pt x="10363" y="61849"/>
                  </a:lnTo>
                  <a:lnTo>
                    <a:pt x="10693" y="63068"/>
                  </a:lnTo>
                  <a:lnTo>
                    <a:pt x="10909" y="63068"/>
                  </a:lnTo>
                  <a:lnTo>
                    <a:pt x="0" y="75793"/>
                  </a:lnTo>
                  <a:lnTo>
                    <a:pt x="0" y="80162"/>
                  </a:lnTo>
                  <a:lnTo>
                    <a:pt x="17500" y="59753"/>
                  </a:lnTo>
                  <a:lnTo>
                    <a:pt x="37871" y="83502"/>
                  </a:lnTo>
                  <a:lnTo>
                    <a:pt x="41617" y="79133"/>
                  </a:lnTo>
                  <a:lnTo>
                    <a:pt x="58839" y="59055"/>
                  </a:lnTo>
                  <a:lnTo>
                    <a:pt x="79806" y="83502"/>
                  </a:lnTo>
                  <a:lnTo>
                    <a:pt x="83553" y="79133"/>
                  </a:lnTo>
                  <a:lnTo>
                    <a:pt x="102057" y="57556"/>
                  </a:lnTo>
                  <a:close/>
                </a:path>
                <a:path w="106045" h="83820">
                  <a:moveTo>
                    <a:pt x="105473" y="75311"/>
                  </a:moveTo>
                  <a:lnTo>
                    <a:pt x="105422" y="74498"/>
                  </a:lnTo>
                  <a:lnTo>
                    <a:pt x="104343" y="74244"/>
                  </a:lnTo>
                  <a:lnTo>
                    <a:pt x="101714" y="74409"/>
                  </a:lnTo>
                  <a:lnTo>
                    <a:pt x="100672" y="74790"/>
                  </a:lnTo>
                  <a:lnTo>
                    <a:pt x="99593" y="74536"/>
                  </a:lnTo>
                  <a:lnTo>
                    <a:pt x="98285" y="74625"/>
                  </a:lnTo>
                  <a:lnTo>
                    <a:pt x="96977" y="74701"/>
                  </a:lnTo>
                  <a:lnTo>
                    <a:pt x="95910" y="75095"/>
                  </a:lnTo>
                  <a:lnTo>
                    <a:pt x="95961" y="75895"/>
                  </a:lnTo>
                  <a:lnTo>
                    <a:pt x="97040" y="76161"/>
                  </a:lnTo>
                  <a:lnTo>
                    <a:pt x="99669" y="75996"/>
                  </a:lnTo>
                  <a:lnTo>
                    <a:pt x="100241" y="75780"/>
                  </a:lnTo>
                  <a:lnTo>
                    <a:pt x="100126" y="76479"/>
                  </a:lnTo>
                  <a:lnTo>
                    <a:pt x="100203" y="78016"/>
                  </a:lnTo>
                  <a:lnTo>
                    <a:pt x="100266" y="79540"/>
                  </a:lnTo>
                  <a:lnTo>
                    <a:pt x="100609" y="80772"/>
                  </a:lnTo>
                  <a:lnTo>
                    <a:pt x="101295" y="80721"/>
                  </a:lnTo>
                  <a:lnTo>
                    <a:pt x="101511" y="79463"/>
                  </a:lnTo>
                  <a:lnTo>
                    <a:pt x="101371" y="76403"/>
                  </a:lnTo>
                  <a:lnTo>
                    <a:pt x="101168" y="75717"/>
                  </a:lnTo>
                  <a:lnTo>
                    <a:pt x="101790" y="75857"/>
                  </a:lnTo>
                  <a:lnTo>
                    <a:pt x="103098" y="75780"/>
                  </a:lnTo>
                  <a:lnTo>
                    <a:pt x="104406" y="75692"/>
                  </a:lnTo>
                  <a:lnTo>
                    <a:pt x="105473" y="75311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 descr=""/>
            <p:cNvSpPr/>
            <p:nvPr/>
          </p:nvSpPr>
          <p:spPr>
            <a:xfrm>
              <a:off x="10570934" y="7304881"/>
              <a:ext cx="118110" cy="276225"/>
            </a:xfrm>
            <a:custGeom>
              <a:avLst/>
              <a:gdLst/>
              <a:ahLst/>
              <a:cxnLst/>
              <a:rect l="l" t="t" r="r" b="b"/>
              <a:pathLst>
                <a:path w="118109" h="276225">
                  <a:moveTo>
                    <a:pt x="39979" y="218122"/>
                  </a:moveTo>
                  <a:lnTo>
                    <a:pt x="36233" y="213766"/>
                  </a:lnTo>
                  <a:lnTo>
                    <a:pt x="36233" y="218122"/>
                  </a:lnTo>
                  <a:lnTo>
                    <a:pt x="32092" y="222948"/>
                  </a:lnTo>
                  <a:lnTo>
                    <a:pt x="32207" y="222338"/>
                  </a:lnTo>
                  <a:lnTo>
                    <a:pt x="32067" y="219278"/>
                  </a:lnTo>
                  <a:lnTo>
                    <a:pt x="31864" y="218592"/>
                  </a:lnTo>
                  <a:lnTo>
                    <a:pt x="32486" y="218732"/>
                  </a:lnTo>
                  <a:lnTo>
                    <a:pt x="33794" y="218655"/>
                  </a:lnTo>
                  <a:lnTo>
                    <a:pt x="35102" y="218567"/>
                  </a:lnTo>
                  <a:lnTo>
                    <a:pt x="36156" y="218186"/>
                  </a:lnTo>
                  <a:lnTo>
                    <a:pt x="36144" y="218033"/>
                  </a:lnTo>
                  <a:lnTo>
                    <a:pt x="36233" y="213766"/>
                  </a:lnTo>
                  <a:lnTo>
                    <a:pt x="35445" y="212839"/>
                  </a:lnTo>
                  <a:lnTo>
                    <a:pt x="35445" y="217220"/>
                  </a:lnTo>
                  <a:lnTo>
                    <a:pt x="35039" y="217119"/>
                  </a:lnTo>
                  <a:lnTo>
                    <a:pt x="32410" y="217284"/>
                  </a:lnTo>
                  <a:lnTo>
                    <a:pt x="31800" y="217512"/>
                  </a:lnTo>
                  <a:lnTo>
                    <a:pt x="31927" y="216789"/>
                  </a:lnTo>
                  <a:lnTo>
                    <a:pt x="31851" y="215265"/>
                  </a:lnTo>
                  <a:lnTo>
                    <a:pt x="31775" y="213741"/>
                  </a:lnTo>
                  <a:lnTo>
                    <a:pt x="31445" y="212559"/>
                  </a:lnTo>
                  <a:lnTo>
                    <a:pt x="35445" y="217220"/>
                  </a:lnTo>
                  <a:lnTo>
                    <a:pt x="35445" y="212839"/>
                  </a:lnTo>
                  <a:lnTo>
                    <a:pt x="21945" y="197104"/>
                  </a:lnTo>
                  <a:lnTo>
                    <a:pt x="21945" y="201498"/>
                  </a:lnTo>
                  <a:lnTo>
                    <a:pt x="21577" y="201396"/>
                  </a:lnTo>
                  <a:lnTo>
                    <a:pt x="18948" y="201561"/>
                  </a:lnTo>
                  <a:lnTo>
                    <a:pt x="18326" y="201803"/>
                  </a:lnTo>
                  <a:lnTo>
                    <a:pt x="18453" y="201079"/>
                  </a:lnTo>
                  <a:lnTo>
                    <a:pt x="18376" y="199555"/>
                  </a:lnTo>
                  <a:lnTo>
                    <a:pt x="18313" y="198018"/>
                  </a:lnTo>
                  <a:lnTo>
                    <a:pt x="17970" y="196850"/>
                  </a:lnTo>
                  <a:lnTo>
                    <a:pt x="21945" y="201498"/>
                  </a:lnTo>
                  <a:lnTo>
                    <a:pt x="21945" y="197104"/>
                  </a:lnTo>
                  <a:lnTo>
                    <a:pt x="21475" y="196545"/>
                  </a:lnTo>
                  <a:lnTo>
                    <a:pt x="17945" y="192430"/>
                  </a:lnTo>
                  <a:lnTo>
                    <a:pt x="17945" y="196811"/>
                  </a:lnTo>
                  <a:lnTo>
                    <a:pt x="17487" y="196837"/>
                  </a:lnTo>
                  <a:lnTo>
                    <a:pt x="17729" y="196545"/>
                  </a:lnTo>
                  <a:lnTo>
                    <a:pt x="17945" y="196811"/>
                  </a:lnTo>
                  <a:lnTo>
                    <a:pt x="17945" y="192430"/>
                  </a:lnTo>
                  <a:lnTo>
                    <a:pt x="17729" y="192176"/>
                  </a:lnTo>
                  <a:lnTo>
                    <a:pt x="0" y="212877"/>
                  </a:lnTo>
                  <a:lnTo>
                    <a:pt x="0" y="217233"/>
                  </a:lnTo>
                  <a:lnTo>
                    <a:pt x="3543" y="213093"/>
                  </a:lnTo>
                  <a:lnTo>
                    <a:pt x="3467" y="213588"/>
                  </a:lnTo>
                  <a:lnTo>
                    <a:pt x="3606" y="216649"/>
                  </a:lnTo>
                  <a:lnTo>
                    <a:pt x="3784" y="217335"/>
                  </a:lnTo>
                  <a:lnTo>
                    <a:pt x="3213" y="217195"/>
                  </a:lnTo>
                  <a:lnTo>
                    <a:pt x="596" y="217360"/>
                  </a:lnTo>
                  <a:lnTo>
                    <a:pt x="0" y="217576"/>
                  </a:lnTo>
                  <a:lnTo>
                    <a:pt x="0" y="218655"/>
                  </a:lnTo>
                  <a:lnTo>
                    <a:pt x="660" y="218808"/>
                  </a:lnTo>
                  <a:lnTo>
                    <a:pt x="3289" y="218643"/>
                  </a:lnTo>
                  <a:lnTo>
                    <a:pt x="3860" y="218440"/>
                  </a:lnTo>
                  <a:lnTo>
                    <a:pt x="3746" y="219138"/>
                  </a:lnTo>
                  <a:lnTo>
                    <a:pt x="3822" y="220662"/>
                  </a:lnTo>
                  <a:lnTo>
                    <a:pt x="3886" y="222199"/>
                  </a:lnTo>
                  <a:lnTo>
                    <a:pt x="4229" y="223418"/>
                  </a:lnTo>
                  <a:lnTo>
                    <a:pt x="4914" y="223380"/>
                  </a:lnTo>
                  <a:lnTo>
                    <a:pt x="5143" y="222123"/>
                  </a:lnTo>
                  <a:lnTo>
                    <a:pt x="4991" y="219049"/>
                  </a:lnTo>
                  <a:lnTo>
                    <a:pt x="4800" y="218376"/>
                  </a:lnTo>
                  <a:lnTo>
                    <a:pt x="5410" y="218516"/>
                  </a:lnTo>
                  <a:lnTo>
                    <a:pt x="6731" y="218427"/>
                  </a:lnTo>
                  <a:lnTo>
                    <a:pt x="8039" y="218351"/>
                  </a:lnTo>
                  <a:lnTo>
                    <a:pt x="9093" y="217957"/>
                  </a:lnTo>
                  <a:lnTo>
                    <a:pt x="9055" y="217157"/>
                  </a:lnTo>
                  <a:lnTo>
                    <a:pt x="7975" y="216890"/>
                  </a:lnTo>
                  <a:lnTo>
                    <a:pt x="5346" y="217055"/>
                  </a:lnTo>
                  <a:lnTo>
                    <a:pt x="4724" y="217297"/>
                  </a:lnTo>
                  <a:lnTo>
                    <a:pt x="4851" y="216573"/>
                  </a:lnTo>
                  <a:lnTo>
                    <a:pt x="4775" y="215049"/>
                  </a:lnTo>
                  <a:lnTo>
                    <a:pt x="4711" y="213512"/>
                  </a:lnTo>
                  <a:lnTo>
                    <a:pt x="4368" y="212293"/>
                  </a:lnTo>
                  <a:lnTo>
                    <a:pt x="4216" y="212305"/>
                  </a:lnTo>
                  <a:lnTo>
                    <a:pt x="17221" y="197129"/>
                  </a:lnTo>
                  <a:lnTo>
                    <a:pt x="17056" y="198094"/>
                  </a:lnTo>
                  <a:lnTo>
                    <a:pt x="17208" y="201168"/>
                  </a:lnTo>
                  <a:lnTo>
                    <a:pt x="17386" y="201841"/>
                  </a:lnTo>
                  <a:lnTo>
                    <a:pt x="16814" y="201701"/>
                  </a:lnTo>
                  <a:lnTo>
                    <a:pt x="15506" y="201777"/>
                  </a:lnTo>
                  <a:lnTo>
                    <a:pt x="14198" y="201866"/>
                  </a:lnTo>
                  <a:lnTo>
                    <a:pt x="13144" y="202260"/>
                  </a:lnTo>
                  <a:lnTo>
                    <a:pt x="13182" y="203060"/>
                  </a:lnTo>
                  <a:lnTo>
                    <a:pt x="14262" y="203327"/>
                  </a:lnTo>
                  <a:lnTo>
                    <a:pt x="16891" y="203149"/>
                  </a:lnTo>
                  <a:lnTo>
                    <a:pt x="17462" y="202946"/>
                  </a:lnTo>
                  <a:lnTo>
                    <a:pt x="17348" y="203644"/>
                  </a:lnTo>
                  <a:lnTo>
                    <a:pt x="17424" y="205168"/>
                  </a:lnTo>
                  <a:lnTo>
                    <a:pt x="17487" y="206705"/>
                  </a:lnTo>
                  <a:lnTo>
                    <a:pt x="17830" y="207924"/>
                  </a:lnTo>
                  <a:lnTo>
                    <a:pt x="18516" y="207886"/>
                  </a:lnTo>
                  <a:lnTo>
                    <a:pt x="18745" y="206629"/>
                  </a:lnTo>
                  <a:lnTo>
                    <a:pt x="18592" y="203555"/>
                  </a:lnTo>
                  <a:lnTo>
                    <a:pt x="18402" y="202882"/>
                  </a:lnTo>
                  <a:lnTo>
                    <a:pt x="19011" y="203022"/>
                  </a:lnTo>
                  <a:lnTo>
                    <a:pt x="20320" y="202933"/>
                  </a:lnTo>
                  <a:lnTo>
                    <a:pt x="21640" y="202857"/>
                  </a:lnTo>
                  <a:lnTo>
                    <a:pt x="22694" y="202463"/>
                  </a:lnTo>
                  <a:lnTo>
                    <a:pt x="31419" y="212521"/>
                  </a:lnTo>
                  <a:lnTo>
                    <a:pt x="30759" y="212547"/>
                  </a:lnTo>
                  <a:lnTo>
                    <a:pt x="30530" y="213804"/>
                  </a:lnTo>
                  <a:lnTo>
                    <a:pt x="30683" y="216877"/>
                  </a:lnTo>
                  <a:lnTo>
                    <a:pt x="30861" y="217563"/>
                  </a:lnTo>
                  <a:lnTo>
                    <a:pt x="30289" y="217411"/>
                  </a:lnTo>
                  <a:lnTo>
                    <a:pt x="28981" y="217500"/>
                  </a:lnTo>
                  <a:lnTo>
                    <a:pt x="27660" y="217576"/>
                  </a:lnTo>
                  <a:lnTo>
                    <a:pt x="26606" y="217970"/>
                  </a:lnTo>
                  <a:lnTo>
                    <a:pt x="26657" y="218770"/>
                  </a:lnTo>
                  <a:lnTo>
                    <a:pt x="27724" y="219036"/>
                  </a:lnTo>
                  <a:lnTo>
                    <a:pt x="30353" y="218871"/>
                  </a:lnTo>
                  <a:lnTo>
                    <a:pt x="30937" y="218655"/>
                  </a:lnTo>
                  <a:lnTo>
                    <a:pt x="30822" y="219354"/>
                  </a:lnTo>
                  <a:lnTo>
                    <a:pt x="30886" y="220891"/>
                  </a:lnTo>
                  <a:lnTo>
                    <a:pt x="30962" y="222415"/>
                  </a:lnTo>
                  <a:lnTo>
                    <a:pt x="31305" y="223634"/>
                  </a:lnTo>
                  <a:lnTo>
                    <a:pt x="31508" y="223634"/>
                  </a:lnTo>
                  <a:lnTo>
                    <a:pt x="17729" y="239699"/>
                  </a:lnTo>
                  <a:lnTo>
                    <a:pt x="12954" y="234137"/>
                  </a:lnTo>
                  <a:lnTo>
                    <a:pt x="14008" y="234378"/>
                  </a:lnTo>
                  <a:lnTo>
                    <a:pt x="16637" y="234213"/>
                  </a:lnTo>
                  <a:lnTo>
                    <a:pt x="17208" y="234010"/>
                  </a:lnTo>
                  <a:lnTo>
                    <a:pt x="17094" y="234708"/>
                  </a:lnTo>
                  <a:lnTo>
                    <a:pt x="17170" y="236232"/>
                  </a:lnTo>
                  <a:lnTo>
                    <a:pt x="17233" y="237756"/>
                  </a:lnTo>
                  <a:lnTo>
                    <a:pt x="17576" y="238988"/>
                  </a:lnTo>
                  <a:lnTo>
                    <a:pt x="18262" y="238950"/>
                  </a:lnTo>
                  <a:lnTo>
                    <a:pt x="18478" y="237693"/>
                  </a:lnTo>
                  <a:lnTo>
                    <a:pt x="18338" y="234619"/>
                  </a:lnTo>
                  <a:lnTo>
                    <a:pt x="18148" y="233946"/>
                  </a:lnTo>
                  <a:lnTo>
                    <a:pt x="18757" y="234086"/>
                  </a:lnTo>
                  <a:lnTo>
                    <a:pt x="20066" y="233997"/>
                  </a:lnTo>
                  <a:lnTo>
                    <a:pt x="21374" y="233921"/>
                  </a:lnTo>
                  <a:lnTo>
                    <a:pt x="22440" y="233527"/>
                  </a:lnTo>
                  <a:lnTo>
                    <a:pt x="22390" y="232727"/>
                  </a:lnTo>
                  <a:lnTo>
                    <a:pt x="21323" y="232460"/>
                  </a:lnTo>
                  <a:lnTo>
                    <a:pt x="18694" y="232625"/>
                  </a:lnTo>
                  <a:lnTo>
                    <a:pt x="18072" y="232867"/>
                  </a:lnTo>
                  <a:lnTo>
                    <a:pt x="18199" y="232143"/>
                  </a:lnTo>
                  <a:lnTo>
                    <a:pt x="18122" y="230606"/>
                  </a:lnTo>
                  <a:lnTo>
                    <a:pt x="18059" y="229082"/>
                  </a:lnTo>
                  <a:lnTo>
                    <a:pt x="17716" y="227863"/>
                  </a:lnTo>
                  <a:lnTo>
                    <a:pt x="17030" y="227901"/>
                  </a:lnTo>
                  <a:lnTo>
                    <a:pt x="16802" y="229158"/>
                  </a:lnTo>
                  <a:lnTo>
                    <a:pt x="16954" y="232219"/>
                  </a:lnTo>
                  <a:lnTo>
                    <a:pt x="17132" y="232905"/>
                  </a:lnTo>
                  <a:lnTo>
                    <a:pt x="16560" y="232765"/>
                  </a:lnTo>
                  <a:lnTo>
                    <a:pt x="15252" y="232841"/>
                  </a:lnTo>
                  <a:lnTo>
                    <a:pt x="13944" y="232930"/>
                  </a:lnTo>
                  <a:lnTo>
                    <a:pt x="12877" y="233311"/>
                  </a:lnTo>
                  <a:lnTo>
                    <a:pt x="12915" y="234099"/>
                  </a:lnTo>
                  <a:lnTo>
                    <a:pt x="0" y="219011"/>
                  </a:lnTo>
                  <a:lnTo>
                    <a:pt x="0" y="223380"/>
                  </a:lnTo>
                  <a:lnTo>
                    <a:pt x="17729" y="244068"/>
                  </a:lnTo>
                  <a:lnTo>
                    <a:pt x="21475" y="239699"/>
                  </a:lnTo>
                  <a:lnTo>
                    <a:pt x="39979" y="218122"/>
                  </a:lnTo>
                  <a:close/>
                </a:path>
                <a:path w="118109" h="276225">
                  <a:moveTo>
                    <a:pt x="64084" y="10287"/>
                  </a:moveTo>
                  <a:lnTo>
                    <a:pt x="64033" y="9486"/>
                  </a:lnTo>
                  <a:lnTo>
                    <a:pt x="62953" y="9220"/>
                  </a:lnTo>
                  <a:lnTo>
                    <a:pt x="60337" y="9385"/>
                  </a:lnTo>
                  <a:lnTo>
                    <a:pt x="59715" y="9626"/>
                  </a:lnTo>
                  <a:lnTo>
                    <a:pt x="59842" y="8902"/>
                  </a:lnTo>
                  <a:lnTo>
                    <a:pt x="59766" y="7366"/>
                  </a:lnTo>
                  <a:lnTo>
                    <a:pt x="59690" y="5842"/>
                  </a:lnTo>
                  <a:lnTo>
                    <a:pt x="59359" y="4622"/>
                  </a:lnTo>
                  <a:lnTo>
                    <a:pt x="58674" y="4660"/>
                  </a:lnTo>
                  <a:lnTo>
                    <a:pt x="58445" y="5918"/>
                  </a:lnTo>
                  <a:lnTo>
                    <a:pt x="58597" y="8978"/>
                  </a:lnTo>
                  <a:lnTo>
                    <a:pt x="58775" y="9664"/>
                  </a:lnTo>
                  <a:lnTo>
                    <a:pt x="58204" y="9525"/>
                  </a:lnTo>
                  <a:lnTo>
                    <a:pt x="56896" y="9601"/>
                  </a:lnTo>
                  <a:lnTo>
                    <a:pt x="55587" y="9690"/>
                  </a:lnTo>
                  <a:lnTo>
                    <a:pt x="54521" y="10071"/>
                  </a:lnTo>
                  <a:lnTo>
                    <a:pt x="54571" y="10883"/>
                  </a:lnTo>
                  <a:lnTo>
                    <a:pt x="55651" y="11137"/>
                  </a:lnTo>
                  <a:lnTo>
                    <a:pt x="58280" y="10972"/>
                  </a:lnTo>
                  <a:lnTo>
                    <a:pt x="58851" y="10769"/>
                  </a:lnTo>
                  <a:lnTo>
                    <a:pt x="58737" y="11468"/>
                  </a:lnTo>
                  <a:lnTo>
                    <a:pt x="58813" y="12992"/>
                  </a:lnTo>
                  <a:lnTo>
                    <a:pt x="58877" y="14516"/>
                  </a:lnTo>
                  <a:lnTo>
                    <a:pt x="59220" y="15748"/>
                  </a:lnTo>
                  <a:lnTo>
                    <a:pt x="59905" y="15709"/>
                  </a:lnTo>
                  <a:lnTo>
                    <a:pt x="60121" y="14452"/>
                  </a:lnTo>
                  <a:lnTo>
                    <a:pt x="59982" y="11379"/>
                  </a:lnTo>
                  <a:lnTo>
                    <a:pt x="59791" y="10706"/>
                  </a:lnTo>
                  <a:lnTo>
                    <a:pt x="60401" y="10845"/>
                  </a:lnTo>
                  <a:lnTo>
                    <a:pt x="61709" y="10756"/>
                  </a:lnTo>
                  <a:lnTo>
                    <a:pt x="63017" y="10680"/>
                  </a:lnTo>
                  <a:lnTo>
                    <a:pt x="64084" y="10287"/>
                  </a:lnTo>
                  <a:close/>
                </a:path>
                <a:path w="118109" h="276225">
                  <a:moveTo>
                    <a:pt x="77546" y="25996"/>
                  </a:moveTo>
                  <a:lnTo>
                    <a:pt x="77508" y="25196"/>
                  </a:lnTo>
                  <a:lnTo>
                    <a:pt x="76428" y="24930"/>
                  </a:lnTo>
                  <a:lnTo>
                    <a:pt x="73799" y="25107"/>
                  </a:lnTo>
                  <a:lnTo>
                    <a:pt x="73190" y="25336"/>
                  </a:lnTo>
                  <a:lnTo>
                    <a:pt x="73317" y="24612"/>
                  </a:lnTo>
                  <a:lnTo>
                    <a:pt x="73240" y="23088"/>
                  </a:lnTo>
                  <a:lnTo>
                    <a:pt x="73164" y="21551"/>
                  </a:lnTo>
                  <a:lnTo>
                    <a:pt x="72834" y="20332"/>
                  </a:lnTo>
                  <a:lnTo>
                    <a:pt x="72771" y="25895"/>
                  </a:lnTo>
                  <a:lnTo>
                    <a:pt x="72771" y="20345"/>
                  </a:lnTo>
                  <a:lnTo>
                    <a:pt x="72136" y="20370"/>
                  </a:lnTo>
                  <a:lnTo>
                    <a:pt x="71920" y="21628"/>
                  </a:lnTo>
                  <a:lnTo>
                    <a:pt x="72072" y="24701"/>
                  </a:lnTo>
                  <a:lnTo>
                    <a:pt x="72250" y="25387"/>
                  </a:lnTo>
                  <a:lnTo>
                    <a:pt x="71678" y="25234"/>
                  </a:lnTo>
                  <a:lnTo>
                    <a:pt x="70358" y="25323"/>
                  </a:lnTo>
                  <a:lnTo>
                    <a:pt x="69049" y="25400"/>
                  </a:lnTo>
                  <a:lnTo>
                    <a:pt x="67995" y="25793"/>
                  </a:lnTo>
                  <a:lnTo>
                    <a:pt x="68033" y="26593"/>
                  </a:lnTo>
                  <a:lnTo>
                    <a:pt x="69113" y="26860"/>
                  </a:lnTo>
                  <a:lnTo>
                    <a:pt x="71742" y="26695"/>
                  </a:lnTo>
                  <a:lnTo>
                    <a:pt x="72326" y="26479"/>
                  </a:lnTo>
                  <a:lnTo>
                    <a:pt x="72212" y="27178"/>
                  </a:lnTo>
                  <a:lnTo>
                    <a:pt x="72275" y="28702"/>
                  </a:lnTo>
                  <a:lnTo>
                    <a:pt x="72351" y="30238"/>
                  </a:lnTo>
                  <a:lnTo>
                    <a:pt x="72682" y="31457"/>
                  </a:lnTo>
                  <a:lnTo>
                    <a:pt x="73380" y="31419"/>
                  </a:lnTo>
                  <a:lnTo>
                    <a:pt x="73596" y="30162"/>
                  </a:lnTo>
                  <a:lnTo>
                    <a:pt x="73456" y="27089"/>
                  </a:lnTo>
                  <a:lnTo>
                    <a:pt x="73266" y="26416"/>
                  </a:lnTo>
                  <a:lnTo>
                    <a:pt x="73875" y="26555"/>
                  </a:lnTo>
                  <a:lnTo>
                    <a:pt x="75184" y="26479"/>
                  </a:lnTo>
                  <a:lnTo>
                    <a:pt x="76492" y="26390"/>
                  </a:lnTo>
                  <a:lnTo>
                    <a:pt x="77546" y="25996"/>
                  </a:lnTo>
                  <a:close/>
                </a:path>
                <a:path w="118109" h="276225">
                  <a:moveTo>
                    <a:pt x="102057" y="249732"/>
                  </a:moveTo>
                  <a:lnTo>
                    <a:pt x="98310" y="245376"/>
                  </a:lnTo>
                  <a:lnTo>
                    <a:pt x="98310" y="249732"/>
                  </a:lnTo>
                  <a:lnTo>
                    <a:pt x="94170" y="254558"/>
                  </a:lnTo>
                  <a:lnTo>
                    <a:pt x="94284" y="253949"/>
                  </a:lnTo>
                  <a:lnTo>
                    <a:pt x="94132" y="250875"/>
                  </a:lnTo>
                  <a:lnTo>
                    <a:pt x="93802" y="249656"/>
                  </a:lnTo>
                  <a:lnTo>
                    <a:pt x="93586" y="249682"/>
                  </a:lnTo>
                  <a:lnTo>
                    <a:pt x="93586" y="255244"/>
                  </a:lnTo>
                  <a:lnTo>
                    <a:pt x="79806" y="271310"/>
                  </a:lnTo>
                  <a:lnTo>
                    <a:pt x="75018" y="265747"/>
                  </a:lnTo>
                  <a:lnTo>
                    <a:pt x="76073" y="265988"/>
                  </a:lnTo>
                  <a:lnTo>
                    <a:pt x="78701" y="265823"/>
                  </a:lnTo>
                  <a:lnTo>
                    <a:pt x="79286" y="265607"/>
                  </a:lnTo>
                  <a:lnTo>
                    <a:pt x="79159" y="266306"/>
                  </a:lnTo>
                  <a:lnTo>
                    <a:pt x="79235" y="267843"/>
                  </a:lnTo>
                  <a:lnTo>
                    <a:pt x="79311" y="269367"/>
                  </a:lnTo>
                  <a:lnTo>
                    <a:pt x="79641" y="270598"/>
                  </a:lnTo>
                  <a:lnTo>
                    <a:pt x="80340" y="270548"/>
                  </a:lnTo>
                  <a:lnTo>
                    <a:pt x="80556" y="269290"/>
                  </a:lnTo>
                  <a:lnTo>
                    <a:pt x="80416" y="266230"/>
                  </a:lnTo>
                  <a:lnTo>
                    <a:pt x="80225" y="265557"/>
                  </a:lnTo>
                  <a:lnTo>
                    <a:pt x="80835" y="265696"/>
                  </a:lnTo>
                  <a:lnTo>
                    <a:pt x="82143" y="265607"/>
                  </a:lnTo>
                  <a:lnTo>
                    <a:pt x="83451" y="265518"/>
                  </a:lnTo>
                  <a:lnTo>
                    <a:pt x="84505" y="265137"/>
                  </a:lnTo>
                  <a:lnTo>
                    <a:pt x="84467" y="264325"/>
                  </a:lnTo>
                  <a:lnTo>
                    <a:pt x="83388" y="264071"/>
                  </a:lnTo>
                  <a:lnTo>
                    <a:pt x="80759" y="264236"/>
                  </a:lnTo>
                  <a:lnTo>
                    <a:pt x="80137" y="264464"/>
                  </a:lnTo>
                  <a:lnTo>
                    <a:pt x="80276" y="263753"/>
                  </a:lnTo>
                  <a:lnTo>
                    <a:pt x="80200" y="262216"/>
                  </a:lnTo>
                  <a:lnTo>
                    <a:pt x="80124" y="260692"/>
                  </a:lnTo>
                  <a:lnTo>
                    <a:pt x="79794" y="259461"/>
                  </a:lnTo>
                  <a:lnTo>
                    <a:pt x="79095" y="259511"/>
                  </a:lnTo>
                  <a:lnTo>
                    <a:pt x="78879" y="260769"/>
                  </a:lnTo>
                  <a:lnTo>
                    <a:pt x="79032" y="263829"/>
                  </a:lnTo>
                  <a:lnTo>
                    <a:pt x="79209" y="264515"/>
                  </a:lnTo>
                  <a:lnTo>
                    <a:pt x="78625" y="264363"/>
                  </a:lnTo>
                  <a:lnTo>
                    <a:pt x="77317" y="264452"/>
                  </a:lnTo>
                  <a:lnTo>
                    <a:pt x="76009" y="264541"/>
                  </a:lnTo>
                  <a:lnTo>
                    <a:pt x="74955" y="264922"/>
                  </a:lnTo>
                  <a:lnTo>
                    <a:pt x="74980" y="265709"/>
                  </a:lnTo>
                  <a:lnTo>
                    <a:pt x="61671" y="250177"/>
                  </a:lnTo>
                  <a:lnTo>
                    <a:pt x="62725" y="250418"/>
                  </a:lnTo>
                  <a:lnTo>
                    <a:pt x="65354" y="250253"/>
                  </a:lnTo>
                  <a:lnTo>
                    <a:pt x="65938" y="250050"/>
                  </a:lnTo>
                  <a:lnTo>
                    <a:pt x="65811" y="250748"/>
                  </a:lnTo>
                  <a:lnTo>
                    <a:pt x="65887" y="252272"/>
                  </a:lnTo>
                  <a:lnTo>
                    <a:pt x="65963" y="253796"/>
                  </a:lnTo>
                  <a:lnTo>
                    <a:pt x="66294" y="255028"/>
                  </a:lnTo>
                  <a:lnTo>
                    <a:pt x="66992" y="254990"/>
                  </a:lnTo>
                  <a:lnTo>
                    <a:pt x="67208" y="253733"/>
                  </a:lnTo>
                  <a:lnTo>
                    <a:pt x="67068" y="250659"/>
                  </a:lnTo>
                  <a:lnTo>
                    <a:pt x="66865" y="249986"/>
                  </a:lnTo>
                  <a:lnTo>
                    <a:pt x="67487" y="250126"/>
                  </a:lnTo>
                  <a:lnTo>
                    <a:pt x="68795" y="250037"/>
                  </a:lnTo>
                  <a:lnTo>
                    <a:pt x="70104" y="249948"/>
                  </a:lnTo>
                  <a:lnTo>
                    <a:pt x="71158" y="249567"/>
                  </a:lnTo>
                  <a:lnTo>
                    <a:pt x="71120" y="248754"/>
                  </a:lnTo>
                  <a:lnTo>
                    <a:pt x="70040" y="248500"/>
                  </a:lnTo>
                  <a:lnTo>
                    <a:pt x="67411" y="248666"/>
                  </a:lnTo>
                  <a:lnTo>
                    <a:pt x="66789" y="248907"/>
                  </a:lnTo>
                  <a:lnTo>
                    <a:pt x="66929" y="248183"/>
                  </a:lnTo>
                  <a:lnTo>
                    <a:pt x="66852" y="246646"/>
                  </a:lnTo>
                  <a:lnTo>
                    <a:pt x="66776" y="245122"/>
                  </a:lnTo>
                  <a:lnTo>
                    <a:pt x="66446" y="243903"/>
                  </a:lnTo>
                  <a:lnTo>
                    <a:pt x="66382" y="249466"/>
                  </a:lnTo>
                  <a:lnTo>
                    <a:pt x="66382" y="243916"/>
                  </a:lnTo>
                  <a:lnTo>
                    <a:pt x="79806" y="228155"/>
                  </a:lnTo>
                  <a:lnTo>
                    <a:pt x="93497" y="244132"/>
                  </a:lnTo>
                  <a:lnTo>
                    <a:pt x="92824" y="244157"/>
                  </a:lnTo>
                  <a:lnTo>
                    <a:pt x="92608" y="245414"/>
                  </a:lnTo>
                  <a:lnTo>
                    <a:pt x="92748" y="248488"/>
                  </a:lnTo>
                  <a:lnTo>
                    <a:pt x="92938" y="249174"/>
                  </a:lnTo>
                  <a:lnTo>
                    <a:pt x="92354" y="249021"/>
                  </a:lnTo>
                  <a:lnTo>
                    <a:pt x="91046" y="249110"/>
                  </a:lnTo>
                  <a:lnTo>
                    <a:pt x="89738" y="249186"/>
                  </a:lnTo>
                  <a:lnTo>
                    <a:pt x="88684" y="249580"/>
                  </a:lnTo>
                  <a:lnTo>
                    <a:pt x="88722" y="250380"/>
                  </a:lnTo>
                  <a:lnTo>
                    <a:pt x="89801" y="250647"/>
                  </a:lnTo>
                  <a:lnTo>
                    <a:pt x="92430" y="250482"/>
                  </a:lnTo>
                  <a:lnTo>
                    <a:pt x="93002" y="250266"/>
                  </a:lnTo>
                  <a:lnTo>
                    <a:pt x="92887" y="250964"/>
                  </a:lnTo>
                  <a:lnTo>
                    <a:pt x="92964" y="252488"/>
                  </a:lnTo>
                  <a:lnTo>
                    <a:pt x="93040" y="254025"/>
                  </a:lnTo>
                  <a:lnTo>
                    <a:pt x="93370" y="255244"/>
                  </a:lnTo>
                  <a:lnTo>
                    <a:pt x="93586" y="255244"/>
                  </a:lnTo>
                  <a:lnTo>
                    <a:pt x="93586" y="249682"/>
                  </a:lnTo>
                  <a:lnTo>
                    <a:pt x="93446" y="249682"/>
                  </a:lnTo>
                  <a:lnTo>
                    <a:pt x="93776" y="249656"/>
                  </a:lnTo>
                  <a:lnTo>
                    <a:pt x="93992" y="248399"/>
                  </a:lnTo>
                  <a:lnTo>
                    <a:pt x="93929" y="246875"/>
                  </a:lnTo>
                  <a:lnTo>
                    <a:pt x="93853" y="245338"/>
                  </a:lnTo>
                  <a:lnTo>
                    <a:pt x="93510" y="244144"/>
                  </a:lnTo>
                  <a:lnTo>
                    <a:pt x="98310" y="249732"/>
                  </a:lnTo>
                  <a:lnTo>
                    <a:pt x="98310" y="245376"/>
                  </a:lnTo>
                  <a:lnTo>
                    <a:pt x="83553" y="228155"/>
                  </a:lnTo>
                  <a:lnTo>
                    <a:pt x="79806" y="223786"/>
                  </a:lnTo>
                  <a:lnTo>
                    <a:pt x="65862" y="240055"/>
                  </a:lnTo>
                  <a:lnTo>
                    <a:pt x="65862" y="248945"/>
                  </a:lnTo>
                  <a:lnTo>
                    <a:pt x="65290" y="248805"/>
                  </a:lnTo>
                  <a:lnTo>
                    <a:pt x="63969" y="248881"/>
                  </a:lnTo>
                  <a:lnTo>
                    <a:pt x="62661" y="248970"/>
                  </a:lnTo>
                  <a:lnTo>
                    <a:pt x="61633" y="249351"/>
                  </a:lnTo>
                  <a:lnTo>
                    <a:pt x="61633" y="250139"/>
                  </a:lnTo>
                  <a:lnTo>
                    <a:pt x="61302" y="249732"/>
                  </a:lnTo>
                  <a:lnTo>
                    <a:pt x="61607" y="249377"/>
                  </a:lnTo>
                  <a:lnTo>
                    <a:pt x="61633" y="250139"/>
                  </a:lnTo>
                  <a:lnTo>
                    <a:pt x="61633" y="249351"/>
                  </a:lnTo>
                  <a:lnTo>
                    <a:pt x="65608" y="244703"/>
                  </a:lnTo>
                  <a:lnTo>
                    <a:pt x="65532" y="245198"/>
                  </a:lnTo>
                  <a:lnTo>
                    <a:pt x="65684" y="248259"/>
                  </a:lnTo>
                  <a:lnTo>
                    <a:pt x="65862" y="248945"/>
                  </a:lnTo>
                  <a:lnTo>
                    <a:pt x="65862" y="240055"/>
                  </a:lnTo>
                  <a:lnTo>
                    <a:pt x="58839" y="248246"/>
                  </a:lnTo>
                  <a:lnTo>
                    <a:pt x="56375" y="245376"/>
                  </a:lnTo>
                  <a:lnTo>
                    <a:pt x="56375" y="249732"/>
                  </a:lnTo>
                  <a:lnTo>
                    <a:pt x="52235" y="254558"/>
                  </a:lnTo>
                  <a:lnTo>
                    <a:pt x="52349" y="253949"/>
                  </a:lnTo>
                  <a:lnTo>
                    <a:pt x="52209" y="250875"/>
                  </a:lnTo>
                  <a:lnTo>
                    <a:pt x="52019" y="250202"/>
                  </a:lnTo>
                  <a:lnTo>
                    <a:pt x="52628" y="250342"/>
                  </a:lnTo>
                  <a:lnTo>
                    <a:pt x="53936" y="250253"/>
                  </a:lnTo>
                  <a:lnTo>
                    <a:pt x="55245" y="250177"/>
                  </a:lnTo>
                  <a:lnTo>
                    <a:pt x="56311" y="249783"/>
                  </a:lnTo>
                  <a:lnTo>
                    <a:pt x="56299" y="249656"/>
                  </a:lnTo>
                  <a:lnTo>
                    <a:pt x="56375" y="245376"/>
                  </a:lnTo>
                  <a:lnTo>
                    <a:pt x="55575" y="244449"/>
                  </a:lnTo>
                  <a:lnTo>
                    <a:pt x="55575" y="248818"/>
                  </a:lnTo>
                  <a:lnTo>
                    <a:pt x="55181" y="248716"/>
                  </a:lnTo>
                  <a:lnTo>
                    <a:pt x="52565" y="248881"/>
                  </a:lnTo>
                  <a:lnTo>
                    <a:pt x="51943" y="249123"/>
                  </a:lnTo>
                  <a:lnTo>
                    <a:pt x="52070" y="248399"/>
                  </a:lnTo>
                  <a:lnTo>
                    <a:pt x="51993" y="246875"/>
                  </a:lnTo>
                  <a:lnTo>
                    <a:pt x="51930" y="245338"/>
                  </a:lnTo>
                  <a:lnTo>
                    <a:pt x="51650" y="244398"/>
                  </a:lnTo>
                  <a:lnTo>
                    <a:pt x="51650" y="255244"/>
                  </a:lnTo>
                  <a:lnTo>
                    <a:pt x="37871" y="271310"/>
                  </a:lnTo>
                  <a:lnTo>
                    <a:pt x="33083" y="265747"/>
                  </a:lnTo>
                  <a:lnTo>
                    <a:pt x="34150" y="265988"/>
                  </a:lnTo>
                  <a:lnTo>
                    <a:pt x="36779" y="265823"/>
                  </a:lnTo>
                  <a:lnTo>
                    <a:pt x="37350" y="265607"/>
                  </a:lnTo>
                  <a:lnTo>
                    <a:pt x="37236" y="266306"/>
                  </a:lnTo>
                  <a:lnTo>
                    <a:pt x="37312" y="267843"/>
                  </a:lnTo>
                  <a:lnTo>
                    <a:pt x="37388" y="269367"/>
                  </a:lnTo>
                  <a:lnTo>
                    <a:pt x="37719" y="270598"/>
                  </a:lnTo>
                  <a:lnTo>
                    <a:pt x="38404" y="270548"/>
                  </a:lnTo>
                  <a:lnTo>
                    <a:pt x="38633" y="269290"/>
                  </a:lnTo>
                  <a:lnTo>
                    <a:pt x="38481" y="266230"/>
                  </a:lnTo>
                  <a:lnTo>
                    <a:pt x="38290" y="265557"/>
                  </a:lnTo>
                  <a:lnTo>
                    <a:pt x="38900" y="265696"/>
                  </a:lnTo>
                  <a:lnTo>
                    <a:pt x="40220" y="265607"/>
                  </a:lnTo>
                  <a:lnTo>
                    <a:pt x="41529" y="265518"/>
                  </a:lnTo>
                  <a:lnTo>
                    <a:pt x="42583" y="265137"/>
                  </a:lnTo>
                  <a:lnTo>
                    <a:pt x="42545" y="264325"/>
                  </a:lnTo>
                  <a:lnTo>
                    <a:pt x="41465" y="264071"/>
                  </a:lnTo>
                  <a:lnTo>
                    <a:pt x="38836" y="264236"/>
                  </a:lnTo>
                  <a:lnTo>
                    <a:pt x="38214" y="264464"/>
                  </a:lnTo>
                  <a:lnTo>
                    <a:pt x="38341" y="263753"/>
                  </a:lnTo>
                  <a:lnTo>
                    <a:pt x="38277" y="262216"/>
                  </a:lnTo>
                  <a:lnTo>
                    <a:pt x="38201" y="260692"/>
                  </a:lnTo>
                  <a:lnTo>
                    <a:pt x="37858" y="259461"/>
                  </a:lnTo>
                  <a:lnTo>
                    <a:pt x="37172" y="259511"/>
                  </a:lnTo>
                  <a:lnTo>
                    <a:pt x="36957" y="260769"/>
                  </a:lnTo>
                  <a:lnTo>
                    <a:pt x="37096" y="263829"/>
                  </a:lnTo>
                  <a:lnTo>
                    <a:pt x="37274" y="264515"/>
                  </a:lnTo>
                  <a:lnTo>
                    <a:pt x="36703" y="264363"/>
                  </a:lnTo>
                  <a:lnTo>
                    <a:pt x="35394" y="264452"/>
                  </a:lnTo>
                  <a:lnTo>
                    <a:pt x="34086" y="264541"/>
                  </a:lnTo>
                  <a:lnTo>
                    <a:pt x="33032" y="264922"/>
                  </a:lnTo>
                  <a:lnTo>
                    <a:pt x="33058" y="265722"/>
                  </a:lnTo>
                  <a:lnTo>
                    <a:pt x="19748" y="250177"/>
                  </a:lnTo>
                  <a:lnTo>
                    <a:pt x="20802" y="250418"/>
                  </a:lnTo>
                  <a:lnTo>
                    <a:pt x="23431" y="250253"/>
                  </a:lnTo>
                  <a:lnTo>
                    <a:pt x="24015" y="250050"/>
                  </a:lnTo>
                  <a:lnTo>
                    <a:pt x="23888" y="250748"/>
                  </a:lnTo>
                  <a:lnTo>
                    <a:pt x="23964" y="252272"/>
                  </a:lnTo>
                  <a:lnTo>
                    <a:pt x="24041" y="253796"/>
                  </a:lnTo>
                  <a:lnTo>
                    <a:pt x="24371" y="255028"/>
                  </a:lnTo>
                  <a:lnTo>
                    <a:pt x="25069" y="254990"/>
                  </a:lnTo>
                  <a:lnTo>
                    <a:pt x="25285" y="253733"/>
                  </a:lnTo>
                  <a:lnTo>
                    <a:pt x="25133" y="250659"/>
                  </a:lnTo>
                  <a:lnTo>
                    <a:pt x="24942" y="249974"/>
                  </a:lnTo>
                  <a:lnTo>
                    <a:pt x="25565" y="250126"/>
                  </a:lnTo>
                  <a:lnTo>
                    <a:pt x="26873" y="250037"/>
                  </a:lnTo>
                  <a:lnTo>
                    <a:pt x="28181" y="249948"/>
                  </a:lnTo>
                  <a:lnTo>
                    <a:pt x="29235" y="249567"/>
                  </a:lnTo>
                  <a:lnTo>
                    <a:pt x="29197" y="248754"/>
                  </a:lnTo>
                  <a:lnTo>
                    <a:pt x="28117" y="248500"/>
                  </a:lnTo>
                  <a:lnTo>
                    <a:pt x="25488" y="248666"/>
                  </a:lnTo>
                  <a:lnTo>
                    <a:pt x="24866" y="248907"/>
                  </a:lnTo>
                  <a:lnTo>
                    <a:pt x="24993" y="248183"/>
                  </a:lnTo>
                  <a:lnTo>
                    <a:pt x="24930" y="246646"/>
                  </a:lnTo>
                  <a:lnTo>
                    <a:pt x="24853" y="245122"/>
                  </a:lnTo>
                  <a:lnTo>
                    <a:pt x="24511" y="243903"/>
                  </a:lnTo>
                  <a:lnTo>
                    <a:pt x="24460" y="249466"/>
                  </a:lnTo>
                  <a:lnTo>
                    <a:pt x="24460" y="243916"/>
                  </a:lnTo>
                  <a:lnTo>
                    <a:pt x="37376" y="228739"/>
                  </a:lnTo>
                  <a:lnTo>
                    <a:pt x="37211" y="229704"/>
                  </a:lnTo>
                  <a:lnTo>
                    <a:pt x="37350" y="232765"/>
                  </a:lnTo>
                  <a:lnTo>
                    <a:pt x="37528" y="233451"/>
                  </a:lnTo>
                  <a:lnTo>
                    <a:pt x="36957" y="233311"/>
                  </a:lnTo>
                  <a:lnTo>
                    <a:pt x="35648" y="233387"/>
                  </a:lnTo>
                  <a:lnTo>
                    <a:pt x="34340" y="233476"/>
                  </a:lnTo>
                  <a:lnTo>
                    <a:pt x="33286" y="233857"/>
                  </a:lnTo>
                  <a:lnTo>
                    <a:pt x="33324" y="234670"/>
                  </a:lnTo>
                  <a:lnTo>
                    <a:pt x="34404" y="234924"/>
                  </a:lnTo>
                  <a:lnTo>
                    <a:pt x="37033" y="234759"/>
                  </a:lnTo>
                  <a:lnTo>
                    <a:pt x="37604" y="234556"/>
                  </a:lnTo>
                  <a:lnTo>
                    <a:pt x="37490" y="235254"/>
                  </a:lnTo>
                  <a:lnTo>
                    <a:pt x="37566" y="236778"/>
                  </a:lnTo>
                  <a:lnTo>
                    <a:pt x="37642" y="238302"/>
                  </a:lnTo>
                  <a:lnTo>
                    <a:pt x="37973" y="239534"/>
                  </a:lnTo>
                  <a:lnTo>
                    <a:pt x="38658" y="239496"/>
                  </a:lnTo>
                  <a:lnTo>
                    <a:pt x="38887" y="238239"/>
                  </a:lnTo>
                  <a:lnTo>
                    <a:pt x="38735" y="235165"/>
                  </a:lnTo>
                  <a:lnTo>
                    <a:pt x="38544" y="234480"/>
                  </a:lnTo>
                  <a:lnTo>
                    <a:pt x="39166" y="234632"/>
                  </a:lnTo>
                  <a:lnTo>
                    <a:pt x="40474" y="234543"/>
                  </a:lnTo>
                  <a:lnTo>
                    <a:pt x="41783" y="234467"/>
                  </a:lnTo>
                  <a:lnTo>
                    <a:pt x="42837" y="234073"/>
                  </a:lnTo>
                  <a:lnTo>
                    <a:pt x="51562" y="244132"/>
                  </a:lnTo>
                  <a:lnTo>
                    <a:pt x="50901" y="244157"/>
                  </a:lnTo>
                  <a:lnTo>
                    <a:pt x="50673" y="245414"/>
                  </a:lnTo>
                  <a:lnTo>
                    <a:pt x="50825" y="248488"/>
                  </a:lnTo>
                  <a:lnTo>
                    <a:pt x="51003" y="249174"/>
                  </a:lnTo>
                  <a:lnTo>
                    <a:pt x="50431" y="249021"/>
                  </a:lnTo>
                  <a:lnTo>
                    <a:pt x="49123" y="249110"/>
                  </a:lnTo>
                  <a:lnTo>
                    <a:pt x="47815" y="249186"/>
                  </a:lnTo>
                  <a:lnTo>
                    <a:pt x="46748" y="249580"/>
                  </a:lnTo>
                  <a:lnTo>
                    <a:pt x="46799" y="250380"/>
                  </a:lnTo>
                  <a:lnTo>
                    <a:pt x="47879" y="250647"/>
                  </a:lnTo>
                  <a:lnTo>
                    <a:pt x="50507" y="250482"/>
                  </a:lnTo>
                  <a:lnTo>
                    <a:pt x="51079" y="250266"/>
                  </a:lnTo>
                  <a:lnTo>
                    <a:pt x="50965" y="250964"/>
                  </a:lnTo>
                  <a:lnTo>
                    <a:pt x="51041" y="252488"/>
                  </a:lnTo>
                  <a:lnTo>
                    <a:pt x="51104" y="254025"/>
                  </a:lnTo>
                  <a:lnTo>
                    <a:pt x="51447" y="255244"/>
                  </a:lnTo>
                  <a:lnTo>
                    <a:pt x="51650" y="255244"/>
                  </a:lnTo>
                  <a:lnTo>
                    <a:pt x="51650" y="244398"/>
                  </a:lnTo>
                  <a:lnTo>
                    <a:pt x="51587" y="244170"/>
                  </a:lnTo>
                  <a:lnTo>
                    <a:pt x="55575" y="248818"/>
                  </a:lnTo>
                  <a:lnTo>
                    <a:pt x="55575" y="244449"/>
                  </a:lnTo>
                  <a:lnTo>
                    <a:pt x="42087" y="228714"/>
                  </a:lnTo>
                  <a:lnTo>
                    <a:pt x="42087" y="233108"/>
                  </a:lnTo>
                  <a:lnTo>
                    <a:pt x="41719" y="233006"/>
                  </a:lnTo>
                  <a:lnTo>
                    <a:pt x="39090" y="233172"/>
                  </a:lnTo>
                  <a:lnTo>
                    <a:pt x="38468" y="233413"/>
                  </a:lnTo>
                  <a:lnTo>
                    <a:pt x="38595" y="232689"/>
                  </a:lnTo>
                  <a:lnTo>
                    <a:pt x="38531" y="231152"/>
                  </a:lnTo>
                  <a:lnTo>
                    <a:pt x="38455" y="229628"/>
                  </a:lnTo>
                  <a:lnTo>
                    <a:pt x="38112" y="228460"/>
                  </a:lnTo>
                  <a:lnTo>
                    <a:pt x="42087" y="233108"/>
                  </a:lnTo>
                  <a:lnTo>
                    <a:pt x="42087" y="228714"/>
                  </a:lnTo>
                  <a:lnTo>
                    <a:pt x="41617" y="228155"/>
                  </a:lnTo>
                  <a:lnTo>
                    <a:pt x="38087" y="224040"/>
                  </a:lnTo>
                  <a:lnTo>
                    <a:pt x="38087" y="228422"/>
                  </a:lnTo>
                  <a:lnTo>
                    <a:pt x="37630" y="228447"/>
                  </a:lnTo>
                  <a:lnTo>
                    <a:pt x="37871" y="228155"/>
                  </a:lnTo>
                  <a:lnTo>
                    <a:pt x="38087" y="228422"/>
                  </a:lnTo>
                  <a:lnTo>
                    <a:pt x="38087" y="224040"/>
                  </a:lnTo>
                  <a:lnTo>
                    <a:pt x="37871" y="223786"/>
                  </a:lnTo>
                  <a:lnTo>
                    <a:pt x="23926" y="240068"/>
                  </a:lnTo>
                  <a:lnTo>
                    <a:pt x="23926" y="248945"/>
                  </a:lnTo>
                  <a:lnTo>
                    <a:pt x="23355" y="248805"/>
                  </a:lnTo>
                  <a:lnTo>
                    <a:pt x="22047" y="248881"/>
                  </a:lnTo>
                  <a:lnTo>
                    <a:pt x="20739" y="248970"/>
                  </a:lnTo>
                  <a:lnTo>
                    <a:pt x="19710" y="249351"/>
                  </a:lnTo>
                  <a:lnTo>
                    <a:pt x="19710" y="250139"/>
                  </a:lnTo>
                  <a:lnTo>
                    <a:pt x="19380" y="249732"/>
                  </a:lnTo>
                  <a:lnTo>
                    <a:pt x="19685" y="249377"/>
                  </a:lnTo>
                  <a:lnTo>
                    <a:pt x="19710" y="250139"/>
                  </a:lnTo>
                  <a:lnTo>
                    <a:pt x="19710" y="249351"/>
                  </a:lnTo>
                  <a:lnTo>
                    <a:pt x="23685" y="244703"/>
                  </a:lnTo>
                  <a:lnTo>
                    <a:pt x="23609" y="245198"/>
                  </a:lnTo>
                  <a:lnTo>
                    <a:pt x="23749" y="248259"/>
                  </a:lnTo>
                  <a:lnTo>
                    <a:pt x="23926" y="248945"/>
                  </a:lnTo>
                  <a:lnTo>
                    <a:pt x="23926" y="240068"/>
                  </a:lnTo>
                  <a:lnTo>
                    <a:pt x="15633" y="249732"/>
                  </a:lnTo>
                  <a:lnTo>
                    <a:pt x="37871" y="275678"/>
                  </a:lnTo>
                  <a:lnTo>
                    <a:pt x="41617" y="271310"/>
                  </a:lnTo>
                  <a:lnTo>
                    <a:pt x="58839" y="251231"/>
                  </a:lnTo>
                  <a:lnTo>
                    <a:pt x="79806" y="275678"/>
                  </a:lnTo>
                  <a:lnTo>
                    <a:pt x="83553" y="271310"/>
                  </a:lnTo>
                  <a:lnTo>
                    <a:pt x="102057" y="249732"/>
                  </a:lnTo>
                  <a:close/>
                </a:path>
                <a:path w="118109" h="276225">
                  <a:moveTo>
                    <a:pt x="117652" y="19989"/>
                  </a:moveTo>
                  <a:lnTo>
                    <a:pt x="104724" y="4927"/>
                  </a:lnTo>
                  <a:lnTo>
                    <a:pt x="104724" y="9321"/>
                  </a:lnTo>
                  <a:lnTo>
                    <a:pt x="104343" y="9220"/>
                  </a:lnTo>
                  <a:lnTo>
                    <a:pt x="101714" y="9385"/>
                  </a:lnTo>
                  <a:lnTo>
                    <a:pt x="101104" y="9626"/>
                  </a:lnTo>
                  <a:lnTo>
                    <a:pt x="101231" y="8902"/>
                  </a:lnTo>
                  <a:lnTo>
                    <a:pt x="101155" y="7366"/>
                  </a:lnTo>
                  <a:lnTo>
                    <a:pt x="101079" y="5842"/>
                  </a:lnTo>
                  <a:lnTo>
                    <a:pt x="100749" y="4673"/>
                  </a:lnTo>
                  <a:lnTo>
                    <a:pt x="104724" y="9321"/>
                  </a:lnTo>
                  <a:lnTo>
                    <a:pt x="104724" y="4927"/>
                  </a:lnTo>
                  <a:lnTo>
                    <a:pt x="104254" y="4368"/>
                  </a:lnTo>
                  <a:lnTo>
                    <a:pt x="100723" y="254"/>
                  </a:lnTo>
                  <a:lnTo>
                    <a:pt x="100723" y="4635"/>
                  </a:lnTo>
                  <a:lnTo>
                    <a:pt x="100266" y="4660"/>
                  </a:lnTo>
                  <a:lnTo>
                    <a:pt x="100507" y="4368"/>
                  </a:lnTo>
                  <a:lnTo>
                    <a:pt x="100723" y="4635"/>
                  </a:lnTo>
                  <a:lnTo>
                    <a:pt x="100723" y="254"/>
                  </a:lnTo>
                  <a:lnTo>
                    <a:pt x="100507" y="0"/>
                  </a:lnTo>
                  <a:lnTo>
                    <a:pt x="86563" y="16281"/>
                  </a:lnTo>
                  <a:lnTo>
                    <a:pt x="86563" y="25158"/>
                  </a:lnTo>
                  <a:lnTo>
                    <a:pt x="85991" y="25019"/>
                  </a:lnTo>
                  <a:lnTo>
                    <a:pt x="84683" y="25095"/>
                  </a:lnTo>
                  <a:lnTo>
                    <a:pt x="83375" y="25184"/>
                  </a:lnTo>
                  <a:lnTo>
                    <a:pt x="82346" y="25565"/>
                  </a:lnTo>
                  <a:lnTo>
                    <a:pt x="82346" y="26365"/>
                  </a:lnTo>
                  <a:lnTo>
                    <a:pt x="82003" y="25946"/>
                  </a:lnTo>
                  <a:lnTo>
                    <a:pt x="82308" y="25590"/>
                  </a:lnTo>
                  <a:lnTo>
                    <a:pt x="82346" y="26365"/>
                  </a:lnTo>
                  <a:lnTo>
                    <a:pt x="82346" y="25565"/>
                  </a:lnTo>
                  <a:lnTo>
                    <a:pt x="86321" y="20916"/>
                  </a:lnTo>
                  <a:lnTo>
                    <a:pt x="86233" y="21412"/>
                  </a:lnTo>
                  <a:lnTo>
                    <a:pt x="86385" y="24472"/>
                  </a:lnTo>
                  <a:lnTo>
                    <a:pt x="86563" y="25158"/>
                  </a:lnTo>
                  <a:lnTo>
                    <a:pt x="86563" y="16281"/>
                  </a:lnTo>
                  <a:lnTo>
                    <a:pt x="78270" y="25946"/>
                  </a:lnTo>
                  <a:lnTo>
                    <a:pt x="100507" y="51892"/>
                  </a:lnTo>
                  <a:lnTo>
                    <a:pt x="104254" y="47523"/>
                  </a:lnTo>
                  <a:lnTo>
                    <a:pt x="117652" y="31902"/>
                  </a:lnTo>
                  <a:lnTo>
                    <a:pt x="117652" y="27520"/>
                  </a:lnTo>
                  <a:lnTo>
                    <a:pt x="114884" y="30759"/>
                  </a:lnTo>
                  <a:lnTo>
                    <a:pt x="114985" y="30162"/>
                  </a:lnTo>
                  <a:lnTo>
                    <a:pt x="114846" y="27089"/>
                  </a:lnTo>
                  <a:lnTo>
                    <a:pt x="114655" y="26416"/>
                  </a:lnTo>
                  <a:lnTo>
                    <a:pt x="115265" y="26555"/>
                  </a:lnTo>
                  <a:lnTo>
                    <a:pt x="117652" y="26403"/>
                  </a:lnTo>
                  <a:lnTo>
                    <a:pt x="117652" y="24942"/>
                  </a:lnTo>
                  <a:lnTo>
                    <a:pt x="115189" y="25107"/>
                  </a:lnTo>
                  <a:lnTo>
                    <a:pt x="114566" y="25336"/>
                  </a:lnTo>
                  <a:lnTo>
                    <a:pt x="114706" y="24612"/>
                  </a:lnTo>
                  <a:lnTo>
                    <a:pt x="114630" y="23088"/>
                  </a:lnTo>
                  <a:lnTo>
                    <a:pt x="114554" y="21551"/>
                  </a:lnTo>
                  <a:lnTo>
                    <a:pt x="114287" y="20586"/>
                  </a:lnTo>
                  <a:lnTo>
                    <a:pt x="114287" y="31457"/>
                  </a:lnTo>
                  <a:lnTo>
                    <a:pt x="100507" y="47523"/>
                  </a:lnTo>
                  <a:lnTo>
                    <a:pt x="95719" y="41960"/>
                  </a:lnTo>
                  <a:lnTo>
                    <a:pt x="96786" y="42202"/>
                  </a:lnTo>
                  <a:lnTo>
                    <a:pt x="99415" y="42037"/>
                  </a:lnTo>
                  <a:lnTo>
                    <a:pt x="99987" y="41821"/>
                  </a:lnTo>
                  <a:lnTo>
                    <a:pt x="99872" y="42519"/>
                  </a:lnTo>
                  <a:lnTo>
                    <a:pt x="99936" y="44056"/>
                  </a:lnTo>
                  <a:lnTo>
                    <a:pt x="100012" y="45580"/>
                  </a:lnTo>
                  <a:lnTo>
                    <a:pt x="100355" y="46812"/>
                  </a:lnTo>
                  <a:lnTo>
                    <a:pt x="101041" y="46761"/>
                  </a:lnTo>
                  <a:lnTo>
                    <a:pt x="101257" y="45504"/>
                  </a:lnTo>
                  <a:lnTo>
                    <a:pt x="101117" y="42443"/>
                  </a:lnTo>
                  <a:lnTo>
                    <a:pt x="100914" y="41757"/>
                  </a:lnTo>
                  <a:lnTo>
                    <a:pt x="101536" y="41897"/>
                  </a:lnTo>
                  <a:lnTo>
                    <a:pt x="102844" y="41821"/>
                  </a:lnTo>
                  <a:lnTo>
                    <a:pt x="104152" y="41732"/>
                  </a:lnTo>
                  <a:lnTo>
                    <a:pt x="105219" y="41351"/>
                  </a:lnTo>
                  <a:lnTo>
                    <a:pt x="105168" y="40538"/>
                  </a:lnTo>
                  <a:lnTo>
                    <a:pt x="104089" y="40284"/>
                  </a:lnTo>
                  <a:lnTo>
                    <a:pt x="101460" y="40449"/>
                  </a:lnTo>
                  <a:lnTo>
                    <a:pt x="100850" y="40678"/>
                  </a:lnTo>
                  <a:lnTo>
                    <a:pt x="100977" y="39966"/>
                  </a:lnTo>
                  <a:lnTo>
                    <a:pt x="100901" y="38430"/>
                  </a:lnTo>
                  <a:lnTo>
                    <a:pt x="100825" y="36906"/>
                  </a:lnTo>
                  <a:lnTo>
                    <a:pt x="100495" y="35674"/>
                  </a:lnTo>
                  <a:lnTo>
                    <a:pt x="99809" y="35725"/>
                  </a:lnTo>
                  <a:lnTo>
                    <a:pt x="99580" y="36982"/>
                  </a:lnTo>
                  <a:lnTo>
                    <a:pt x="99733" y="40043"/>
                  </a:lnTo>
                  <a:lnTo>
                    <a:pt x="99910" y="40728"/>
                  </a:lnTo>
                  <a:lnTo>
                    <a:pt x="99339" y="40576"/>
                  </a:lnTo>
                  <a:lnTo>
                    <a:pt x="98031" y="40665"/>
                  </a:lnTo>
                  <a:lnTo>
                    <a:pt x="96723" y="40754"/>
                  </a:lnTo>
                  <a:lnTo>
                    <a:pt x="95656" y="41135"/>
                  </a:lnTo>
                  <a:lnTo>
                    <a:pt x="95694" y="41935"/>
                  </a:lnTo>
                  <a:lnTo>
                    <a:pt x="82372" y="26390"/>
                  </a:lnTo>
                  <a:lnTo>
                    <a:pt x="83439" y="26631"/>
                  </a:lnTo>
                  <a:lnTo>
                    <a:pt x="86067" y="26466"/>
                  </a:lnTo>
                  <a:lnTo>
                    <a:pt x="86639" y="26263"/>
                  </a:lnTo>
                  <a:lnTo>
                    <a:pt x="86525" y="26962"/>
                  </a:lnTo>
                  <a:lnTo>
                    <a:pt x="86601" y="28486"/>
                  </a:lnTo>
                  <a:lnTo>
                    <a:pt x="86664" y="30010"/>
                  </a:lnTo>
                  <a:lnTo>
                    <a:pt x="87007" y="31242"/>
                  </a:lnTo>
                  <a:lnTo>
                    <a:pt x="87693" y="31203"/>
                  </a:lnTo>
                  <a:lnTo>
                    <a:pt x="87909" y="29946"/>
                  </a:lnTo>
                  <a:lnTo>
                    <a:pt x="87769" y="26873"/>
                  </a:lnTo>
                  <a:lnTo>
                    <a:pt x="87579" y="26200"/>
                  </a:lnTo>
                  <a:lnTo>
                    <a:pt x="88188" y="26339"/>
                  </a:lnTo>
                  <a:lnTo>
                    <a:pt x="89496" y="26250"/>
                  </a:lnTo>
                  <a:lnTo>
                    <a:pt x="90805" y="26162"/>
                  </a:lnTo>
                  <a:lnTo>
                    <a:pt x="91871" y="25781"/>
                  </a:lnTo>
                  <a:lnTo>
                    <a:pt x="91821" y="24968"/>
                  </a:lnTo>
                  <a:lnTo>
                    <a:pt x="90741" y="24714"/>
                  </a:lnTo>
                  <a:lnTo>
                    <a:pt x="88125" y="24879"/>
                  </a:lnTo>
                  <a:lnTo>
                    <a:pt x="87503" y="25120"/>
                  </a:lnTo>
                  <a:lnTo>
                    <a:pt x="87630" y="24396"/>
                  </a:lnTo>
                  <a:lnTo>
                    <a:pt x="87553" y="22860"/>
                  </a:lnTo>
                  <a:lnTo>
                    <a:pt x="87490" y="21336"/>
                  </a:lnTo>
                  <a:lnTo>
                    <a:pt x="87147" y="20116"/>
                  </a:lnTo>
                  <a:lnTo>
                    <a:pt x="86995" y="20129"/>
                  </a:lnTo>
                  <a:lnTo>
                    <a:pt x="99999" y="4953"/>
                  </a:lnTo>
                  <a:lnTo>
                    <a:pt x="99834" y="5918"/>
                  </a:lnTo>
                  <a:lnTo>
                    <a:pt x="99987" y="8978"/>
                  </a:lnTo>
                  <a:lnTo>
                    <a:pt x="100164" y="9664"/>
                  </a:lnTo>
                  <a:lnTo>
                    <a:pt x="99593" y="9525"/>
                  </a:lnTo>
                  <a:lnTo>
                    <a:pt x="98285" y="9601"/>
                  </a:lnTo>
                  <a:lnTo>
                    <a:pt x="96977" y="9690"/>
                  </a:lnTo>
                  <a:lnTo>
                    <a:pt x="95910" y="10071"/>
                  </a:lnTo>
                  <a:lnTo>
                    <a:pt x="95961" y="10883"/>
                  </a:lnTo>
                  <a:lnTo>
                    <a:pt x="97040" y="11137"/>
                  </a:lnTo>
                  <a:lnTo>
                    <a:pt x="99669" y="10972"/>
                  </a:lnTo>
                  <a:lnTo>
                    <a:pt x="100241" y="10769"/>
                  </a:lnTo>
                  <a:lnTo>
                    <a:pt x="100126" y="11468"/>
                  </a:lnTo>
                  <a:lnTo>
                    <a:pt x="100203" y="12992"/>
                  </a:lnTo>
                  <a:lnTo>
                    <a:pt x="100266" y="14516"/>
                  </a:lnTo>
                  <a:lnTo>
                    <a:pt x="100609" y="15748"/>
                  </a:lnTo>
                  <a:lnTo>
                    <a:pt x="101295" y="15709"/>
                  </a:lnTo>
                  <a:lnTo>
                    <a:pt x="101511" y="14452"/>
                  </a:lnTo>
                  <a:lnTo>
                    <a:pt x="101371" y="11379"/>
                  </a:lnTo>
                  <a:lnTo>
                    <a:pt x="101168" y="10706"/>
                  </a:lnTo>
                  <a:lnTo>
                    <a:pt x="101790" y="10845"/>
                  </a:lnTo>
                  <a:lnTo>
                    <a:pt x="103098" y="10756"/>
                  </a:lnTo>
                  <a:lnTo>
                    <a:pt x="104406" y="10680"/>
                  </a:lnTo>
                  <a:lnTo>
                    <a:pt x="105473" y="10287"/>
                  </a:lnTo>
                  <a:lnTo>
                    <a:pt x="114185" y="20345"/>
                  </a:lnTo>
                  <a:lnTo>
                    <a:pt x="114160" y="25895"/>
                  </a:lnTo>
                  <a:lnTo>
                    <a:pt x="114160" y="20358"/>
                  </a:lnTo>
                  <a:lnTo>
                    <a:pt x="113525" y="20370"/>
                  </a:lnTo>
                  <a:lnTo>
                    <a:pt x="113309" y="21628"/>
                  </a:lnTo>
                  <a:lnTo>
                    <a:pt x="113461" y="24701"/>
                  </a:lnTo>
                  <a:lnTo>
                    <a:pt x="113639" y="25387"/>
                  </a:lnTo>
                  <a:lnTo>
                    <a:pt x="113055" y="25234"/>
                  </a:lnTo>
                  <a:lnTo>
                    <a:pt x="111747" y="25323"/>
                  </a:lnTo>
                  <a:lnTo>
                    <a:pt x="110439" y="25400"/>
                  </a:lnTo>
                  <a:lnTo>
                    <a:pt x="109385" y="25793"/>
                  </a:lnTo>
                  <a:lnTo>
                    <a:pt x="109423" y="26593"/>
                  </a:lnTo>
                  <a:lnTo>
                    <a:pt x="110502" y="26860"/>
                  </a:lnTo>
                  <a:lnTo>
                    <a:pt x="113131" y="26695"/>
                  </a:lnTo>
                  <a:lnTo>
                    <a:pt x="113715" y="26479"/>
                  </a:lnTo>
                  <a:lnTo>
                    <a:pt x="113588" y="27178"/>
                  </a:lnTo>
                  <a:lnTo>
                    <a:pt x="113665" y="28702"/>
                  </a:lnTo>
                  <a:lnTo>
                    <a:pt x="113741" y="30238"/>
                  </a:lnTo>
                  <a:lnTo>
                    <a:pt x="114071" y="31457"/>
                  </a:lnTo>
                  <a:lnTo>
                    <a:pt x="114287" y="31457"/>
                  </a:lnTo>
                  <a:lnTo>
                    <a:pt x="114287" y="20586"/>
                  </a:lnTo>
                  <a:lnTo>
                    <a:pt x="114236" y="20396"/>
                  </a:lnTo>
                  <a:lnTo>
                    <a:pt x="117652" y="24371"/>
                  </a:lnTo>
                  <a:lnTo>
                    <a:pt x="117652" y="19989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 descr=""/>
            <p:cNvSpPr/>
            <p:nvPr/>
          </p:nvSpPr>
          <p:spPr>
            <a:xfrm>
              <a:off x="10570934" y="7432033"/>
              <a:ext cx="118110" cy="145415"/>
            </a:xfrm>
            <a:custGeom>
              <a:avLst/>
              <a:gdLst/>
              <a:ahLst/>
              <a:cxnLst/>
              <a:rect l="l" t="t" r="r" b="b"/>
              <a:pathLst>
                <a:path w="118109" h="145415">
                  <a:moveTo>
                    <a:pt x="1828" y="137985"/>
                  </a:moveTo>
                  <a:lnTo>
                    <a:pt x="1790" y="137172"/>
                  </a:lnTo>
                  <a:lnTo>
                    <a:pt x="711" y="136918"/>
                  </a:lnTo>
                  <a:lnTo>
                    <a:pt x="0" y="136956"/>
                  </a:lnTo>
                  <a:lnTo>
                    <a:pt x="0" y="138417"/>
                  </a:lnTo>
                  <a:lnTo>
                    <a:pt x="774" y="138366"/>
                  </a:lnTo>
                  <a:lnTo>
                    <a:pt x="1828" y="137985"/>
                  </a:lnTo>
                  <a:close/>
                </a:path>
                <a:path w="118109" h="145415">
                  <a:moveTo>
                    <a:pt x="19380" y="122580"/>
                  </a:moveTo>
                  <a:lnTo>
                    <a:pt x="15633" y="118211"/>
                  </a:lnTo>
                  <a:lnTo>
                    <a:pt x="15633" y="122580"/>
                  </a:lnTo>
                  <a:lnTo>
                    <a:pt x="11493" y="127406"/>
                  </a:lnTo>
                  <a:lnTo>
                    <a:pt x="11607" y="126796"/>
                  </a:lnTo>
                  <a:lnTo>
                    <a:pt x="11455" y="123723"/>
                  </a:lnTo>
                  <a:lnTo>
                    <a:pt x="11264" y="123037"/>
                  </a:lnTo>
                  <a:lnTo>
                    <a:pt x="11887" y="123190"/>
                  </a:lnTo>
                  <a:lnTo>
                    <a:pt x="13195" y="123101"/>
                  </a:lnTo>
                  <a:lnTo>
                    <a:pt x="14503" y="123024"/>
                  </a:lnTo>
                  <a:lnTo>
                    <a:pt x="15557" y="122631"/>
                  </a:lnTo>
                  <a:lnTo>
                    <a:pt x="15544" y="122491"/>
                  </a:lnTo>
                  <a:lnTo>
                    <a:pt x="15633" y="118211"/>
                  </a:lnTo>
                  <a:lnTo>
                    <a:pt x="14833" y="117284"/>
                  </a:lnTo>
                  <a:lnTo>
                    <a:pt x="14833" y="121666"/>
                  </a:lnTo>
                  <a:lnTo>
                    <a:pt x="14439" y="121564"/>
                  </a:lnTo>
                  <a:lnTo>
                    <a:pt x="11811" y="121729"/>
                  </a:lnTo>
                  <a:lnTo>
                    <a:pt x="11188" y="121970"/>
                  </a:lnTo>
                  <a:lnTo>
                    <a:pt x="11315" y="121246"/>
                  </a:lnTo>
                  <a:lnTo>
                    <a:pt x="11252" y="119722"/>
                  </a:lnTo>
                  <a:lnTo>
                    <a:pt x="11176" y="118186"/>
                  </a:lnTo>
                  <a:lnTo>
                    <a:pt x="10845" y="117017"/>
                  </a:lnTo>
                  <a:lnTo>
                    <a:pt x="14833" y="121666"/>
                  </a:lnTo>
                  <a:lnTo>
                    <a:pt x="14833" y="117284"/>
                  </a:lnTo>
                  <a:lnTo>
                    <a:pt x="0" y="99974"/>
                  </a:lnTo>
                  <a:lnTo>
                    <a:pt x="0" y="104343"/>
                  </a:lnTo>
                  <a:lnTo>
                    <a:pt x="1371" y="105968"/>
                  </a:lnTo>
                  <a:lnTo>
                    <a:pt x="965" y="105854"/>
                  </a:lnTo>
                  <a:lnTo>
                    <a:pt x="0" y="105918"/>
                  </a:lnTo>
                  <a:lnTo>
                    <a:pt x="0" y="107378"/>
                  </a:lnTo>
                  <a:lnTo>
                    <a:pt x="1028" y="107315"/>
                  </a:lnTo>
                  <a:lnTo>
                    <a:pt x="2082" y="106921"/>
                  </a:lnTo>
                  <a:lnTo>
                    <a:pt x="2070" y="106768"/>
                  </a:lnTo>
                  <a:lnTo>
                    <a:pt x="10820" y="116979"/>
                  </a:lnTo>
                  <a:lnTo>
                    <a:pt x="10147" y="117005"/>
                  </a:lnTo>
                  <a:lnTo>
                    <a:pt x="9931" y="118262"/>
                  </a:lnTo>
                  <a:lnTo>
                    <a:pt x="10071" y="121335"/>
                  </a:lnTo>
                  <a:lnTo>
                    <a:pt x="10261" y="122021"/>
                  </a:lnTo>
                  <a:lnTo>
                    <a:pt x="9677" y="121869"/>
                  </a:lnTo>
                  <a:lnTo>
                    <a:pt x="8369" y="121958"/>
                  </a:lnTo>
                  <a:lnTo>
                    <a:pt x="7061" y="122034"/>
                  </a:lnTo>
                  <a:lnTo>
                    <a:pt x="6007" y="122428"/>
                  </a:lnTo>
                  <a:lnTo>
                    <a:pt x="6045" y="123228"/>
                  </a:lnTo>
                  <a:lnTo>
                    <a:pt x="7124" y="123494"/>
                  </a:lnTo>
                  <a:lnTo>
                    <a:pt x="9753" y="123329"/>
                  </a:lnTo>
                  <a:lnTo>
                    <a:pt x="10325" y="123113"/>
                  </a:lnTo>
                  <a:lnTo>
                    <a:pt x="10210" y="123812"/>
                  </a:lnTo>
                  <a:lnTo>
                    <a:pt x="10287" y="125336"/>
                  </a:lnTo>
                  <a:lnTo>
                    <a:pt x="10363" y="126873"/>
                  </a:lnTo>
                  <a:lnTo>
                    <a:pt x="10693" y="128092"/>
                  </a:lnTo>
                  <a:lnTo>
                    <a:pt x="10909" y="128092"/>
                  </a:lnTo>
                  <a:lnTo>
                    <a:pt x="0" y="140817"/>
                  </a:lnTo>
                  <a:lnTo>
                    <a:pt x="0" y="145186"/>
                  </a:lnTo>
                  <a:lnTo>
                    <a:pt x="19380" y="122580"/>
                  </a:lnTo>
                  <a:close/>
                </a:path>
                <a:path w="118109" h="145415">
                  <a:moveTo>
                    <a:pt x="39979" y="25946"/>
                  </a:moveTo>
                  <a:lnTo>
                    <a:pt x="36233" y="21590"/>
                  </a:lnTo>
                  <a:lnTo>
                    <a:pt x="36233" y="25946"/>
                  </a:lnTo>
                  <a:lnTo>
                    <a:pt x="32092" y="30772"/>
                  </a:lnTo>
                  <a:lnTo>
                    <a:pt x="32207" y="30175"/>
                  </a:lnTo>
                  <a:lnTo>
                    <a:pt x="32067" y="27101"/>
                  </a:lnTo>
                  <a:lnTo>
                    <a:pt x="31864" y="26428"/>
                  </a:lnTo>
                  <a:lnTo>
                    <a:pt x="32486" y="26568"/>
                  </a:lnTo>
                  <a:lnTo>
                    <a:pt x="33794" y="26479"/>
                  </a:lnTo>
                  <a:lnTo>
                    <a:pt x="35102" y="26390"/>
                  </a:lnTo>
                  <a:lnTo>
                    <a:pt x="36156" y="26009"/>
                  </a:lnTo>
                  <a:lnTo>
                    <a:pt x="36144" y="25857"/>
                  </a:lnTo>
                  <a:lnTo>
                    <a:pt x="36233" y="21590"/>
                  </a:lnTo>
                  <a:lnTo>
                    <a:pt x="35458" y="20675"/>
                  </a:lnTo>
                  <a:lnTo>
                    <a:pt x="35458" y="25057"/>
                  </a:lnTo>
                  <a:lnTo>
                    <a:pt x="35039" y="24942"/>
                  </a:lnTo>
                  <a:lnTo>
                    <a:pt x="32410" y="25107"/>
                  </a:lnTo>
                  <a:lnTo>
                    <a:pt x="31800" y="25349"/>
                  </a:lnTo>
                  <a:lnTo>
                    <a:pt x="31927" y="24625"/>
                  </a:lnTo>
                  <a:lnTo>
                    <a:pt x="31851" y="23088"/>
                  </a:lnTo>
                  <a:lnTo>
                    <a:pt x="31775" y="21564"/>
                  </a:lnTo>
                  <a:lnTo>
                    <a:pt x="31445" y="20383"/>
                  </a:lnTo>
                  <a:lnTo>
                    <a:pt x="35458" y="25057"/>
                  </a:lnTo>
                  <a:lnTo>
                    <a:pt x="35458" y="20675"/>
                  </a:lnTo>
                  <a:lnTo>
                    <a:pt x="21958" y="4940"/>
                  </a:lnTo>
                  <a:lnTo>
                    <a:pt x="21958" y="9334"/>
                  </a:lnTo>
                  <a:lnTo>
                    <a:pt x="21577" y="9232"/>
                  </a:lnTo>
                  <a:lnTo>
                    <a:pt x="18948" y="9398"/>
                  </a:lnTo>
                  <a:lnTo>
                    <a:pt x="18326" y="9626"/>
                  </a:lnTo>
                  <a:lnTo>
                    <a:pt x="18453" y="8902"/>
                  </a:lnTo>
                  <a:lnTo>
                    <a:pt x="18376" y="7378"/>
                  </a:lnTo>
                  <a:lnTo>
                    <a:pt x="18313" y="5854"/>
                  </a:lnTo>
                  <a:lnTo>
                    <a:pt x="17970" y="4673"/>
                  </a:lnTo>
                  <a:lnTo>
                    <a:pt x="21958" y="9334"/>
                  </a:lnTo>
                  <a:lnTo>
                    <a:pt x="21958" y="4940"/>
                  </a:lnTo>
                  <a:lnTo>
                    <a:pt x="21475" y="4368"/>
                  </a:lnTo>
                  <a:lnTo>
                    <a:pt x="17945" y="254"/>
                  </a:lnTo>
                  <a:lnTo>
                    <a:pt x="17945" y="4635"/>
                  </a:lnTo>
                  <a:lnTo>
                    <a:pt x="17487" y="4660"/>
                  </a:lnTo>
                  <a:lnTo>
                    <a:pt x="17729" y="4368"/>
                  </a:lnTo>
                  <a:lnTo>
                    <a:pt x="17945" y="4635"/>
                  </a:lnTo>
                  <a:lnTo>
                    <a:pt x="17945" y="254"/>
                  </a:lnTo>
                  <a:lnTo>
                    <a:pt x="17729" y="0"/>
                  </a:lnTo>
                  <a:lnTo>
                    <a:pt x="0" y="20701"/>
                  </a:lnTo>
                  <a:lnTo>
                    <a:pt x="0" y="25057"/>
                  </a:lnTo>
                  <a:lnTo>
                    <a:pt x="3543" y="20916"/>
                  </a:lnTo>
                  <a:lnTo>
                    <a:pt x="3467" y="21412"/>
                  </a:lnTo>
                  <a:lnTo>
                    <a:pt x="3606" y="24485"/>
                  </a:lnTo>
                  <a:lnTo>
                    <a:pt x="3784" y="25171"/>
                  </a:lnTo>
                  <a:lnTo>
                    <a:pt x="3213" y="25019"/>
                  </a:lnTo>
                  <a:lnTo>
                    <a:pt x="596" y="25184"/>
                  </a:lnTo>
                  <a:lnTo>
                    <a:pt x="0" y="25412"/>
                  </a:lnTo>
                  <a:lnTo>
                    <a:pt x="0" y="26479"/>
                  </a:lnTo>
                  <a:lnTo>
                    <a:pt x="660" y="26644"/>
                  </a:lnTo>
                  <a:lnTo>
                    <a:pt x="3289" y="26479"/>
                  </a:lnTo>
                  <a:lnTo>
                    <a:pt x="3860" y="26263"/>
                  </a:lnTo>
                  <a:lnTo>
                    <a:pt x="3746" y="26962"/>
                  </a:lnTo>
                  <a:lnTo>
                    <a:pt x="3822" y="28498"/>
                  </a:lnTo>
                  <a:lnTo>
                    <a:pt x="3886" y="30022"/>
                  </a:lnTo>
                  <a:lnTo>
                    <a:pt x="4229" y="31242"/>
                  </a:lnTo>
                  <a:lnTo>
                    <a:pt x="4914" y="31203"/>
                  </a:lnTo>
                  <a:lnTo>
                    <a:pt x="5143" y="29946"/>
                  </a:lnTo>
                  <a:lnTo>
                    <a:pt x="4991" y="26885"/>
                  </a:lnTo>
                  <a:lnTo>
                    <a:pt x="4800" y="26200"/>
                  </a:lnTo>
                  <a:lnTo>
                    <a:pt x="5410" y="26339"/>
                  </a:lnTo>
                  <a:lnTo>
                    <a:pt x="6731" y="26263"/>
                  </a:lnTo>
                  <a:lnTo>
                    <a:pt x="8039" y="26174"/>
                  </a:lnTo>
                  <a:lnTo>
                    <a:pt x="9093" y="25793"/>
                  </a:lnTo>
                  <a:lnTo>
                    <a:pt x="9055" y="24980"/>
                  </a:lnTo>
                  <a:lnTo>
                    <a:pt x="7975" y="24726"/>
                  </a:lnTo>
                  <a:lnTo>
                    <a:pt x="5346" y="24892"/>
                  </a:lnTo>
                  <a:lnTo>
                    <a:pt x="4724" y="25120"/>
                  </a:lnTo>
                  <a:lnTo>
                    <a:pt x="4851" y="24396"/>
                  </a:lnTo>
                  <a:lnTo>
                    <a:pt x="4775" y="22872"/>
                  </a:lnTo>
                  <a:lnTo>
                    <a:pt x="4711" y="21348"/>
                  </a:lnTo>
                  <a:lnTo>
                    <a:pt x="4368" y="20116"/>
                  </a:lnTo>
                  <a:lnTo>
                    <a:pt x="4216" y="20129"/>
                  </a:lnTo>
                  <a:lnTo>
                    <a:pt x="17221" y="4953"/>
                  </a:lnTo>
                  <a:lnTo>
                    <a:pt x="17056" y="5918"/>
                  </a:lnTo>
                  <a:lnTo>
                    <a:pt x="17208" y="8991"/>
                  </a:lnTo>
                  <a:lnTo>
                    <a:pt x="17386" y="9677"/>
                  </a:lnTo>
                  <a:lnTo>
                    <a:pt x="16814" y="9525"/>
                  </a:lnTo>
                  <a:lnTo>
                    <a:pt x="15506" y="9613"/>
                  </a:lnTo>
                  <a:lnTo>
                    <a:pt x="14198" y="9690"/>
                  </a:lnTo>
                  <a:lnTo>
                    <a:pt x="13144" y="10083"/>
                  </a:lnTo>
                  <a:lnTo>
                    <a:pt x="13182" y="10883"/>
                  </a:lnTo>
                  <a:lnTo>
                    <a:pt x="14262" y="11150"/>
                  </a:lnTo>
                  <a:lnTo>
                    <a:pt x="16891" y="10985"/>
                  </a:lnTo>
                  <a:lnTo>
                    <a:pt x="17462" y="10769"/>
                  </a:lnTo>
                  <a:lnTo>
                    <a:pt x="17348" y="11468"/>
                  </a:lnTo>
                  <a:lnTo>
                    <a:pt x="17424" y="13004"/>
                  </a:lnTo>
                  <a:lnTo>
                    <a:pt x="17487" y="14528"/>
                  </a:lnTo>
                  <a:lnTo>
                    <a:pt x="17830" y="15760"/>
                  </a:lnTo>
                  <a:lnTo>
                    <a:pt x="18516" y="15709"/>
                  </a:lnTo>
                  <a:lnTo>
                    <a:pt x="18745" y="14452"/>
                  </a:lnTo>
                  <a:lnTo>
                    <a:pt x="18592" y="11391"/>
                  </a:lnTo>
                  <a:lnTo>
                    <a:pt x="18402" y="10706"/>
                  </a:lnTo>
                  <a:lnTo>
                    <a:pt x="19011" y="10845"/>
                  </a:lnTo>
                  <a:lnTo>
                    <a:pt x="20320" y="10769"/>
                  </a:lnTo>
                  <a:lnTo>
                    <a:pt x="21640" y="10680"/>
                  </a:lnTo>
                  <a:lnTo>
                    <a:pt x="22694" y="10299"/>
                  </a:lnTo>
                  <a:lnTo>
                    <a:pt x="22682" y="10172"/>
                  </a:lnTo>
                  <a:lnTo>
                    <a:pt x="31419" y="20345"/>
                  </a:lnTo>
                  <a:lnTo>
                    <a:pt x="30759" y="20383"/>
                  </a:lnTo>
                  <a:lnTo>
                    <a:pt x="30530" y="21640"/>
                  </a:lnTo>
                  <a:lnTo>
                    <a:pt x="30683" y="24701"/>
                  </a:lnTo>
                  <a:lnTo>
                    <a:pt x="30861" y="25387"/>
                  </a:lnTo>
                  <a:lnTo>
                    <a:pt x="30289" y="25234"/>
                  </a:lnTo>
                  <a:lnTo>
                    <a:pt x="28981" y="25323"/>
                  </a:lnTo>
                  <a:lnTo>
                    <a:pt x="27660" y="25412"/>
                  </a:lnTo>
                  <a:lnTo>
                    <a:pt x="26606" y="25793"/>
                  </a:lnTo>
                  <a:lnTo>
                    <a:pt x="26657" y="26606"/>
                  </a:lnTo>
                  <a:lnTo>
                    <a:pt x="27724" y="26860"/>
                  </a:lnTo>
                  <a:lnTo>
                    <a:pt x="30353" y="26695"/>
                  </a:lnTo>
                  <a:lnTo>
                    <a:pt x="30937" y="26492"/>
                  </a:lnTo>
                  <a:lnTo>
                    <a:pt x="30822" y="27190"/>
                  </a:lnTo>
                  <a:lnTo>
                    <a:pt x="30886" y="28714"/>
                  </a:lnTo>
                  <a:lnTo>
                    <a:pt x="30962" y="30238"/>
                  </a:lnTo>
                  <a:lnTo>
                    <a:pt x="31305" y="31470"/>
                  </a:lnTo>
                  <a:lnTo>
                    <a:pt x="31508" y="31457"/>
                  </a:lnTo>
                  <a:lnTo>
                    <a:pt x="17729" y="47536"/>
                  </a:lnTo>
                  <a:lnTo>
                    <a:pt x="12941" y="41960"/>
                  </a:lnTo>
                  <a:lnTo>
                    <a:pt x="14008" y="42214"/>
                  </a:lnTo>
                  <a:lnTo>
                    <a:pt x="16637" y="42049"/>
                  </a:lnTo>
                  <a:lnTo>
                    <a:pt x="17208" y="41833"/>
                  </a:lnTo>
                  <a:lnTo>
                    <a:pt x="17094" y="42532"/>
                  </a:lnTo>
                  <a:lnTo>
                    <a:pt x="17170" y="44056"/>
                  </a:lnTo>
                  <a:lnTo>
                    <a:pt x="17233" y="45593"/>
                  </a:lnTo>
                  <a:lnTo>
                    <a:pt x="17576" y="46812"/>
                  </a:lnTo>
                  <a:lnTo>
                    <a:pt x="18262" y="46774"/>
                  </a:lnTo>
                  <a:lnTo>
                    <a:pt x="18478" y="45516"/>
                  </a:lnTo>
                  <a:lnTo>
                    <a:pt x="18338" y="42456"/>
                  </a:lnTo>
                  <a:lnTo>
                    <a:pt x="18148" y="41770"/>
                  </a:lnTo>
                  <a:lnTo>
                    <a:pt x="18757" y="41910"/>
                  </a:lnTo>
                  <a:lnTo>
                    <a:pt x="20066" y="41833"/>
                  </a:lnTo>
                  <a:lnTo>
                    <a:pt x="21374" y="41744"/>
                  </a:lnTo>
                  <a:lnTo>
                    <a:pt x="22440" y="41351"/>
                  </a:lnTo>
                  <a:lnTo>
                    <a:pt x="22390" y="40551"/>
                  </a:lnTo>
                  <a:lnTo>
                    <a:pt x="21323" y="40284"/>
                  </a:lnTo>
                  <a:lnTo>
                    <a:pt x="18694" y="40462"/>
                  </a:lnTo>
                  <a:lnTo>
                    <a:pt x="18072" y="40690"/>
                  </a:lnTo>
                  <a:lnTo>
                    <a:pt x="18199" y="39966"/>
                  </a:lnTo>
                  <a:lnTo>
                    <a:pt x="18122" y="38442"/>
                  </a:lnTo>
                  <a:lnTo>
                    <a:pt x="18059" y="36906"/>
                  </a:lnTo>
                  <a:lnTo>
                    <a:pt x="17716" y="35687"/>
                  </a:lnTo>
                  <a:lnTo>
                    <a:pt x="17030" y="35725"/>
                  </a:lnTo>
                  <a:lnTo>
                    <a:pt x="16802" y="36982"/>
                  </a:lnTo>
                  <a:lnTo>
                    <a:pt x="16954" y="40055"/>
                  </a:lnTo>
                  <a:lnTo>
                    <a:pt x="17132" y="40741"/>
                  </a:lnTo>
                  <a:lnTo>
                    <a:pt x="16560" y="40589"/>
                  </a:lnTo>
                  <a:lnTo>
                    <a:pt x="15252" y="40678"/>
                  </a:lnTo>
                  <a:lnTo>
                    <a:pt x="13944" y="40754"/>
                  </a:lnTo>
                  <a:lnTo>
                    <a:pt x="12877" y="41148"/>
                  </a:lnTo>
                  <a:lnTo>
                    <a:pt x="12915" y="41935"/>
                  </a:lnTo>
                  <a:lnTo>
                    <a:pt x="0" y="26847"/>
                  </a:lnTo>
                  <a:lnTo>
                    <a:pt x="0" y="31203"/>
                  </a:lnTo>
                  <a:lnTo>
                    <a:pt x="17729" y="51904"/>
                  </a:lnTo>
                  <a:lnTo>
                    <a:pt x="21475" y="47536"/>
                  </a:lnTo>
                  <a:lnTo>
                    <a:pt x="39979" y="25946"/>
                  </a:lnTo>
                  <a:close/>
                </a:path>
                <a:path w="118109" h="145415">
                  <a:moveTo>
                    <a:pt x="60121" y="57556"/>
                  </a:moveTo>
                  <a:lnTo>
                    <a:pt x="56375" y="53200"/>
                  </a:lnTo>
                  <a:lnTo>
                    <a:pt x="56375" y="57556"/>
                  </a:lnTo>
                  <a:lnTo>
                    <a:pt x="37871" y="79146"/>
                  </a:lnTo>
                  <a:lnTo>
                    <a:pt x="33083" y="73571"/>
                  </a:lnTo>
                  <a:lnTo>
                    <a:pt x="34150" y="73825"/>
                  </a:lnTo>
                  <a:lnTo>
                    <a:pt x="36779" y="73647"/>
                  </a:lnTo>
                  <a:lnTo>
                    <a:pt x="37820" y="73266"/>
                  </a:lnTo>
                  <a:lnTo>
                    <a:pt x="37795" y="72872"/>
                  </a:lnTo>
                  <a:lnTo>
                    <a:pt x="38125" y="72847"/>
                  </a:lnTo>
                  <a:lnTo>
                    <a:pt x="38341" y="71577"/>
                  </a:lnTo>
                  <a:lnTo>
                    <a:pt x="38277" y="70053"/>
                  </a:lnTo>
                  <a:lnTo>
                    <a:pt x="38201" y="68516"/>
                  </a:lnTo>
                  <a:lnTo>
                    <a:pt x="37858" y="67297"/>
                  </a:lnTo>
                  <a:lnTo>
                    <a:pt x="37172" y="67335"/>
                  </a:lnTo>
                  <a:lnTo>
                    <a:pt x="36957" y="68592"/>
                  </a:lnTo>
                  <a:lnTo>
                    <a:pt x="37096" y="71653"/>
                  </a:lnTo>
                  <a:lnTo>
                    <a:pt x="37274" y="72339"/>
                  </a:lnTo>
                  <a:lnTo>
                    <a:pt x="36703" y="72199"/>
                  </a:lnTo>
                  <a:lnTo>
                    <a:pt x="35394" y="72275"/>
                  </a:lnTo>
                  <a:lnTo>
                    <a:pt x="34086" y="72364"/>
                  </a:lnTo>
                  <a:lnTo>
                    <a:pt x="33032" y="72745"/>
                  </a:lnTo>
                  <a:lnTo>
                    <a:pt x="33058" y="73545"/>
                  </a:lnTo>
                  <a:lnTo>
                    <a:pt x="19748" y="58000"/>
                  </a:lnTo>
                  <a:lnTo>
                    <a:pt x="20802" y="58254"/>
                  </a:lnTo>
                  <a:lnTo>
                    <a:pt x="23431" y="58089"/>
                  </a:lnTo>
                  <a:lnTo>
                    <a:pt x="24003" y="57873"/>
                  </a:lnTo>
                  <a:lnTo>
                    <a:pt x="23888" y="58572"/>
                  </a:lnTo>
                  <a:lnTo>
                    <a:pt x="23964" y="60096"/>
                  </a:lnTo>
                  <a:lnTo>
                    <a:pt x="24041" y="61633"/>
                  </a:lnTo>
                  <a:lnTo>
                    <a:pt x="24371" y="62852"/>
                  </a:lnTo>
                  <a:lnTo>
                    <a:pt x="25069" y="62814"/>
                  </a:lnTo>
                  <a:lnTo>
                    <a:pt x="25285" y="61556"/>
                  </a:lnTo>
                  <a:lnTo>
                    <a:pt x="25133" y="58483"/>
                  </a:lnTo>
                  <a:lnTo>
                    <a:pt x="24942" y="57797"/>
                  </a:lnTo>
                  <a:lnTo>
                    <a:pt x="25565" y="57950"/>
                  </a:lnTo>
                  <a:lnTo>
                    <a:pt x="26873" y="57861"/>
                  </a:lnTo>
                  <a:lnTo>
                    <a:pt x="28181" y="57785"/>
                  </a:lnTo>
                  <a:lnTo>
                    <a:pt x="29235" y="57391"/>
                  </a:lnTo>
                  <a:lnTo>
                    <a:pt x="29197" y="56591"/>
                  </a:lnTo>
                  <a:lnTo>
                    <a:pt x="28117" y="56324"/>
                  </a:lnTo>
                  <a:lnTo>
                    <a:pt x="25488" y="56489"/>
                  </a:lnTo>
                  <a:lnTo>
                    <a:pt x="24866" y="56730"/>
                  </a:lnTo>
                  <a:lnTo>
                    <a:pt x="24993" y="56007"/>
                  </a:lnTo>
                  <a:lnTo>
                    <a:pt x="24930" y="54483"/>
                  </a:lnTo>
                  <a:lnTo>
                    <a:pt x="24853" y="52946"/>
                  </a:lnTo>
                  <a:lnTo>
                    <a:pt x="24511" y="51727"/>
                  </a:lnTo>
                  <a:lnTo>
                    <a:pt x="24358" y="51739"/>
                  </a:lnTo>
                  <a:lnTo>
                    <a:pt x="37871" y="35979"/>
                  </a:lnTo>
                  <a:lnTo>
                    <a:pt x="56375" y="57556"/>
                  </a:lnTo>
                  <a:lnTo>
                    <a:pt x="56375" y="53200"/>
                  </a:lnTo>
                  <a:lnTo>
                    <a:pt x="41617" y="35979"/>
                  </a:lnTo>
                  <a:lnTo>
                    <a:pt x="37871" y="31610"/>
                  </a:lnTo>
                  <a:lnTo>
                    <a:pt x="23939" y="47866"/>
                  </a:lnTo>
                  <a:lnTo>
                    <a:pt x="23939" y="56781"/>
                  </a:lnTo>
                  <a:lnTo>
                    <a:pt x="23355" y="56629"/>
                  </a:lnTo>
                  <a:lnTo>
                    <a:pt x="22047" y="56718"/>
                  </a:lnTo>
                  <a:lnTo>
                    <a:pt x="20739" y="56794"/>
                  </a:lnTo>
                  <a:lnTo>
                    <a:pt x="19710" y="57188"/>
                  </a:lnTo>
                  <a:lnTo>
                    <a:pt x="19710" y="57962"/>
                  </a:lnTo>
                  <a:lnTo>
                    <a:pt x="19380" y="57556"/>
                  </a:lnTo>
                  <a:lnTo>
                    <a:pt x="19685" y="57200"/>
                  </a:lnTo>
                  <a:lnTo>
                    <a:pt x="19710" y="57962"/>
                  </a:lnTo>
                  <a:lnTo>
                    <a:pt x="19710" y="57188"/>
                  </a:lnTo>
                  <a:lnTo>
                    <a:pt x="23685" y="52527"/>
                  </a:lnTo>
                  <a:lnTo>
                    <a:pt x="23609" y="53022"/>
                  </a:lnTo>
                  <a:lnTo>
                    <a:pt x="23749" y="56095"/>
                  </a:lnTo>
                  <a:lnTo>
                    <a:pt x="23939" y="56781"/>
                  </a:lnTo>
                  <a:lnTo>
                    <a:pt x="23939" y="47866"/>
                  </a:lnTo>
                  <a:lnTo>
                    <a:pt x="15633" y="57556"/>
                  </a:lnTo>
                  <a:lnTo>
                    <a:pt x="37871" y="83502"/>
                  </a:lnTo>
                  <a:lnTo>
                    <a:pt x="41617" y="79146"/>
                  </a:lnTo>
                  <a:lnTo>
                    <a:pt x="60121" y="57556"/>
                  </a:lnTo>
                  <a:close/>
                </a:path>
                <a:path w="118109" h="145415">
                  <a:moveTo>
                    <a:pt x="84759" y="106921"/>
                  </a:moveTo>
                  <a:lnTo>
                    <a:pt x="84721" y="106121"/>
                  </a:lnTo>
                  <a:lnTo>
                    <a:pt x="83642" y="105854"/>
                  </a:lnTo>
                  <a:lnTo>
                    <a:pt x="81013" y="106019"/>
                  </a:lnTo>
                  <a:lnTo>
                    <a:pt x="80391" y="106260"/>
                  </a:lnTo>
                  <a:lnTo>
                    <a:pt x="80530" y="105537"/>
                  </a:lnTo>
                  <a:lnTo>
                    <a:pt x="80454" y="104000"/>
                  </a:lnTo>
                  <a:lnTo>
                    <a:pt x="80378" y="102476"/>
                  </a:lnTo>
                  <a:lnTo>
                    <a:pt x="80048" y="101257"/>
                  </a:lnTo>
                  <a:lnTo>
                    <a:pt x="79349" y="101295"/>
                  </a:lnTo>
                  <a:lnTo>
                    <a:pt x="79133" y="102552"/>
                  </a:lnTo>
                  <a:lnTo>
                    <a:pt x="79286" y="105613"/>
                  </a:lnTo>
                  <a:lnTo>
                    <a:pt x="79463" y="106299"/>
                  </a:lnTo>
                  <a:lnTo>
                    <a:pt x="78892" y="106159"/>
                  </a:lnTo>
                  <a:lnTo>
                    <a:pt x="77571" y="106235"/>
                  </a:lnTo>
                  <a:lnTo>
                    <a:pt x="76263" y="106324"/>
                  </a:lnTo>
                  <a:lnTo>
                    <a:pt x="75209" y="106705"/>
                  </a:lnTo>
                  <a:lnTo>
                    <a:pt x="75247" y="107518"/>
                  </a:lnTo>
                  <a:lnTo>
                    <a:pt x="76327" y="107772"/>
                  </a:lnTo>
                  <a:lnTo>
                    <a:pt x="78955" y="107607"/>
                  </a:lnTo>
                  <a:lnTo>
                    <a:pt x="79540" y="107403"/>
                  </a:lnTo>
                  <a:lnTo>
                    <a:pt x="79413" y="108102"/>
                  </a:lnTo>
                  <a:lnTo>
                    <a:pt x="79489" y="109626"/>
                  </a:lnTo>
                  <a:lnTo>
                    <a:pt x="79565" y="111150"/>
                  </a:lnTo>
                  <a:lnTo>
                    <a:pt x="79895" y="112382"/>
                  </a:lnTo>
                  <a:lnTo>
                    <a:pt x="80594" y="112344"/>
                  </a:lnTo>
                  <a:lnTo>
                    <a:pt x="80810" y="111086"/>
                  </a:lnTo>
                  <a:lnTo>
                    <a:pt x="80670" y="108013"/>
                  </a:lnTo>
                  <a:lnTo>
                    <a:pt x="80467" y="107340"/>
                  </a:lnTo>
                  <a:lnTo>
                    <a:pt x="81089" y="107480"/>
                  </a:lnTo>
                  <a:lnTo>
                    <a:pt x="82397" y="107391"/>
                  </a:lnTo>
                  <a:lnTo>
                    <a:pt x="83705" y="107315"/>
                  </a:lnTo>
                  <a:lnTo>
                    <a:pt x="84759" y="106921"/>
                  </a:lnTo>
                  <a:close/>
                </a:path>
                <a:path w="118109" h="145415">
                  <a:moveTo>
                    <a:pt x="98234" y="122631"/>
                  </a:moveTo>
                  <a:lnTo>
                    <a:pt x="98196" y="121831"/>
                  </a:lnTo>
                  <a:lnTo>
                    <a:pt x="97116" y="121564"/>
                  </a:lnTo>
                  <a:lnTo>
                    <a:pt x="94488" y="121729"/>
                  </a:lnTo>
                  <a:lnTo>
                    <a:pt x="93446" y="122123"/>
                  </a:lnTo>
                  <a:lnTo>
                    <a:pt x="93459" y="122529"/>
                  </a:lnTo>
                  <a:lnTo>
                    <a:pt x="93103" y="122555"/>
                  </a:lnTo>
                  <a:lnTo>
                    <a:pt x="92887" y="123812"/>
                  </a:lnTo>
                  <a:lnTo>
                    <a:pt x="92964" y="125336"/>
                  </a:lnTo>
                  <a:lnTo>
                    <a:pt x="93040" y="126873"/>
                  </a:lnTo>
                  <a:lnTo>
                    <a:pt x="93370" y="128092"/>
                  </a:lnTo>
                  <a:lnTo>
                    <a:pt x="94068" y="128054"/>
                  </a:lnTo>
                  <a:lnTo>
                    <a:pt x="94284" y="126796"/>
                  </a:lnTo>
                  <a:lnTo>
                    <a:pt x="94132" y="123723"/>
                  </a:lnTo>
                  <a:lnTo>
                    <a:pt x="93941" y="123037"/>
                  </a:lnTo>
                  <a:lnTo>
                    <a:pt x="94564" y="123190"/>
                  </a:lnTo>
                  <a:lnTo>
                    <a:pt x="95872" y="123101"/>
                  </a:lnTo>
                  <a:lnTo>
                    <a:pt x="97180" y="123024"/>
                  </a:lnTo>
                  <a:lnTo>
                    <a:pt x="98234" y="122631"/>
                  </a:lnTo>
                  <a:close/>
                </a:path>
                <a:path w="118109" h="145415">
                  <a:moveTo>
                    <a:pt x="117652" y="85026"/>
                  </a:moveTo>
                  <a:lnTo>
                    <a:pt x="104724" y="69951"/>
                  </a:lnTo>
                  <a:lnTo>
                    <a:pt x="104724" y="74345"/>
                  </a:lnTo>
                  <a:lnTo>
                    <a:pt x="104343" y="74244"/>
                  </a:lnTo>
                  <a:lnTo>
                    <a:pt x="101714" y="74409"/>
                  </a:lnTo>
                  <a:lnTo>
                    <a:pt x="101104" y="74650"/>
                  </a:lnTo>
                  <a:lnTo>
                    <a:pt x="101231" y="73926"/>
                  </a:lnTo>
                  <a:lnTo>
                    <a:pt x="101155" y="72402"/>
                  </a:lnTo>
                  <a:lnTo>
                    <a:pt x="101079" y="70866"/>
                  </a:lnTo>
                  <a:lnTo>
                    <a:pt x="100749" y="69697"/>
                  </a:lnTo>
                  <a:lnTo>
                    <a:pt x="104724" y="74345"/>
                  </a:lnTo>
                  <a:lnTo>
                    <a:pt x="104724" y="69951"/>
                  </a:lnTo>
                  <a:lnTo>
                    <a:pt x="104254" y="69392"/>
                  </a:lnTo>
                  <a:lnTo>
                    <a:pt x="100723" y="65278"/>
                  </a:lnTo>
                  <a:lnTo>
                    <a:pt x="100723" y="69659"/>
                  </a:lnTo>
                  <a:lnTo>
                    <a:pt x="100266" y="69684"/>
                  </a:lnTo>
                  <a:lnTo>
                    <a:pt x="100507" y="69392"/>
                  </a:lnTo>
                  <a:lnTo>
                    <a:pt x="100723" y="69659"/>
                  </a:lnTo>
                  <a:lnTo>
                    <a:pt x="100723" y="65278"/>
                  </a:lnTo>
                  <a:lnTo>
                    <a:pt x="100507" y="65024"/>
                  </a:lnTo>
                  <a:lnTo>
                    <a:pt x="86563" y="81292"/>
                  </a:lnTo>
                  <a:lnTo>
                    <a:pt x="86563" y="90182"/>
                  </a:lnTo>
                  <a:lnTo>
                    <a:pt x="85991" y="90043"/>
                  </a:lnTo>
                  <a:lnTo>
                    <a:pt x="84683" y="90119"/>
                  </a:lnTo>
                  <a:lnTo>
                    <a:pt x="83375" y="90208"/>
                  </a:lnTo>
                  <a:lnTo>
                    <a:pt x="82346" y="90589"/>
                  </a:lnTo>
                  <a:lnTo>
                    <a:pt x="82346" y="91389"/>
                  </a:lnTo>
                  <a:lnTo>
                    <a:pt x="82003" y="90970"/>
                  </a:lnTo>
                  <a:lnTo>
                    <a:pt x="82308" y="90614"/>
                  </a:lnTo>
                  <a:lnTo>
                    <a:pt x="82346" y="91389"/>
                  </a:lnTo>
                  <a:lnTo>
                    <a:pt x="82346" y="90589"/>
                  </a:lnTo>
                  <a:lnTo>
                    <a:pt x="86321" y="85940"/>
                  </a:lnTo>
                  <a:lnTo>
                    <a:pt x="86233" y="86436"/>
                  </a:lnTo>
                  <a:lnTo>
                    <a:pt x="86385" y="89496"/>
                  </a:lnTo>
                  <a:lnTo>
                    <a:pt x="86563" y="90182"/>
                  </a:lnTo>
                  <a:lnTo>
                    <a:pt x="86563" y="81292"/>
                  </a:lnTo>
                  <a:lnTo>
                    <a:pt x="79806" y="89166"/>
                  </a:lnTo>
                  <a:lnTo>
                    <a:pt x="77622" y="86626"/>
                  </a:lnTo>
                  <a:lnTo>
                    <a:pt x="77622" y="90970"/>
                  </a:lnTo>
                  <a:lnTo>
                    <a:pt x="73482" y="95796"/>
                  </a:lnTo>
                  <a:lnTo>
                    <a:pt x="73596" y="95186"/>
                  </a:lnTo>
                  <a:lnTo>
                    <a:pt x="73456" y="92125"/>
                  </a:lnTo>
                  <a:lnTo>
                    <a:pt x="73253" y="91440"/>
                  </a:lnTo>
                  <a:lnTo>
                    <a:pt x="73875" y="91579"/>
                  </a:lnTo>
                  <a:lnTo>
                    <a:pt x="75184" y="91503"/>
                  </a:lnTo>
                  <a:lnTo>
                    <a:pt x="76492" y="91414"/>
                  </a:lnTo>
                  <a:lnTo>
                    <a:pt x="77546" y="91033"/>
                  </a:lnTo>
                  <a:lnTo>
                    <a:pt x="77533" y="90881"/>
                  </a:lnTo>
                  <a:lnTo>
                    <a:pt x="77622" y="86626"/>
                  </a:lnTo>
                  <a:lnTo>
                    <a:pt x="76835" y="85699"/>
                  </a:lnTo>
                  <a:lnTo>
                    <a:pt x="76835" y="90068"/>
                  </a:lnTo>
                  <a:lnTo>
                    <a:pt x="76428" y="89966"/>
                  </a:lnTo>
                  <a:lnTo>
                    <a:pt x="73799" y="90131"/>
                  </a:lnTo>
                  <a:lnTo>
                    <a:pt x="73190" y="90360"/>
                  </a:lnTo>
                  <a:lnTo>
                    <a:pt x="73317" y="89636"/>
                  </a:lnTo>
                  <a:lnTo>
                    <a:pt x="73240" y="88112"/>
                  </a:lnTo>
                  <a:lnTo>
                    <a:pt x="73164" y="86588"/>
                  </a:lnTo>
                  <a:lnTo>
                    <a:pt x="72898" y="85636"/>
                  </a:lnTo>
                  <a:lnTo>
                    <a:pt x="72898" y="96481"/>
                  </a:lnTo>
                  <a:lnTo>
                    <a:pt x="59118" y="112547"/>
                  </a:lnTo>
                  <a:lnTo>
                    <a:pt x="54330" y="106984"/>
                  </a:lnTo>
                  <a:lnTo>
                    <a:pt x="55397" y="107226"/>
                  </a:lnTo>
                  <a:lnTo>
                    <a:pt x="58013" y="107061"/>
                  </a:lnTo>
                  <a:lnTo>
                    <a:pt x="58597" y="106857"/>
                  </a:lnTo>
                  <a:lnTo>
                    <a:pt x="58483" y="107556"/>
                  </a:lnTo>
                  <a:lnTo>
                    <a:pt x="58547" y="109080"/>
                  </a:lnTo>
                  <a:lnTo>
                    <a:pt x="58623" y="110604"/>
                  </a:lnTo>
                  <a:lnTo>
                    <a:pt x="58966" y="111836"/>
                  </a:lnTo>
                  <a:lnTo>
                    <a:pt x="59651" y="111798"/>
                  </a:lnTo>
                  <a:lnTo>
                    <a:pt x="59867" y="110540"/>
                  </a:lnTo>
                  <a:lnTo>
                    <a:pt x="59728" y="107467"/>
                  </a:lnTo>
                  <a:lnTo>
                    <a:pt x="59524" y="106794"/>
                  </a:lnTo>
                  <a:lnTo>
                    <a:pt x="60147" y="106934"/>
                  </a:lnTo>
                  <a:lnTo>
                    <a:pt x="61455" y="106845"/>
                  </a:lnTo>
                  <a:lnTo>
                    <a:pt x="62763" y="106768"/>
                  </a:lnTo>
                  <a:lnTo>
                    <a:pt x="63830" y="106375"/>
                  </a:lnTo>
                  <a:lnTo>
                    <a:pt x="63779" y="105575"/>
                  </a:lnTo>
                  <a:lnTo>
                    <a:pt x="62699" y="105308"/>
                  </a:lnTo>
                  <a:lnTo>
                    <a:pt x="60071" y="105473"/>
                  </a:lnTo>
                  <a:lnTo>
                    <a:pt x="59461" y="105714"/>
                  </a:lnTo>
                  <a:lnTo>
                    <a:pt x="59588" y="104990"/>
                  </a:lnTo>
                  <a:lnTo>
                    <a:pt x="59512" y="103454"/>
                  </a:lnTo>
                  <a:lnTo>
                    <a:pt x="59436" y="101930"/>
                  </a:lnTo>
                  <a:lnTo>
                    <a:pt x="59105" y="100711"/>
                  </a:lnTo>
                  <a:lnTo>
                    <a:pt x="58420" y="100749"/>
                  </a:lnTo>
                  <a:lnTo>
                    <a:pt x="58191" y="102006"/>
                  </a:lnTo>
                  <a:lnTo>
                    <a:pt x="58343" y="105067"/>
                  </a:lnTo>
                  <a:lnTo>
                    <a:pt x="58521" y="105752"/>
                  </a:lnTo>
                  <a:lnTo>
                    <a:pt x="57950" y="105613"/>
                  </a:lnTo>
                  <a:lnTo>
                    <a:pt x="56642" y="105689"/>
                  </a:lnTo>
                  <a:lnTo>
                    <a:pt x="55333" y="105778"/>
                  </a:lnTo>
                  <a:lnTo>
                    <a:pt x="54267" y="106159"/>
                  </a:lnTo>
                  <a:lnTo>
                    <a:pt x="54305" y="106959"/>
                  </a:lnTo>
                  <a:lnTo>
                    <a:pt x="40982" y="91414"/>
                  </a:lnTo>
                  <a:lnTo>
                    <a:pt x="42049" y="91655"/>
                  </a:lnTo>
                  <a:lnTo>
                    <a:pt x="44678" y="91490"/>
                  </a:lnTo>
                  <a:lnTo>
                    <a:pt x="45250" y="91287"/>
                  </a:lnTo>
                  <a:lnTo>
                    <a:pt x="45135" y="91986"/>
                  </a:lnTo>
                  <a:lnTo>
                    <a:pt x="45212" y="93510"/>
                  </a:lnTo>
                  <a:lnTo>
                    <a:pt x="45275" y="95046"/>
                  </a:lnTo>
                  <a:lnTo>
                    <a:pt x="45618" y="96266"/>
                  </a:lnTo>
                  <a:lnTo>
                    <a:pt x="46304" y="96227"/>
                  </a:lnTo>
                  <a:lnTo>
                    <a:pt x="46532" y="94970"/>
                  </a:lnTo>
                  <a:lnTo>
                    <a:pt x="46380" y="91897"/>
                  </a:lnTo>
                  <a:lnTo>
                    <a:pt x="46189" y="91224"/>
                  </a:lnTo>
                  <a:lnTo>
                    <a:pt x="46799" y="91363"/>
                  </a:lnTo>
                  <a:lnTo>
                    <a:pt x="48107" y="91274"/>
                  </a:lnTo>
                  <a:lnTo>
                    <a:pt x="49428" y="91198"/>
                  </a:lnTo>
                  <a:lnTo>
                    <a:pt x="50482" y="90805"/>
                  </a:lnTo>
                  <a:lnTo>
                    <a:pt x="50431" y="90004"/>
                  </a:lnTo>
                  <a:lnTo>
                    <a:pt x="49364" y="89738"/>
                  </a:lnTo>
                  <a:lnTo>
                    <a:pt x="46736" y="89903"/>
                  </a:lnTo>
                  <a:lnTo>
                    <a:pt x="46113" y="90144"/>
                  </a:lnTo>
                  <a:lnTo>
                    <a:pt x="46240" y="89420"/>
                  </a:lnTo>
                  <a:lnTo>
                    <a:pt x="46164" y="87896"/>
                  </a:lnTo>
                  <a:lnTo>
                    <a:pt x="46101" y="86360"/>
                  </a:lnTo>
                  <a:lnTo>
                    <a:pt x="45758" y="85140"/>
                  </a:lnTo>
                  <a:lnTo>
                    <a:pt x="45605" y="85153"/>
                  </a:lnTo>
                  <a:lnTo>
                    <a:pt x="58610" y="69977"/>
                  </a:lnTo>
                  <a:lnTo>
                    <a:pt x="58445" y="70942"/>
                  </a:lnTo>
                  <a:lnTo>
                    <a:pt x="58597" y="74015"/>
                  </a:lnTo>
                  <a:lnTo>
                    <a:pt x="58775" y="74688"/>
                  </a:lnTo>
                  <a:lnTo>
                    <a:pt x="58204" y="74549"/>
                  </a:lnTo>
                  <a:lnTo>
                    <a:pt x="56896" y="74625"/>
                  </a:lnTo>
                  <a:lnTo>
                    <a:pt x="55587" y="74714"/>
                  </a:lnTo>
                  <a:lnTo>
                    <a:pt x="54521" y="75107"/>
                  </a:lnTo>
                  <a:lnTo>
                    <a:pt x="54571" y="75907"/>
                  </a:lnTo>
                  <a:lnTo>
                    <a:pt x="55651" y="76174"/>
                  </a:lnTo>
                  <a:lnTo>
                    <a:pt x="58280" y="75996"/>
                  </a:lnTo>
                  <a:lnTo>
                    <a:pt x="58851" y="75793"/>
                  </a:lnTo>
                  <a:lnTo>
                    <a:pt x="58737" y="76492"/>
                  </a:lnTo>
                  <a:lnTo>
                    <a:pt x="58813" y="78016"/>
                  </a:lnTo>
                  <a:lnTo>
                    <a:pt x="58877" y="79552"/>
                  </a:lnTo>
                  <a:lnTo>
                    <a:pt x="59220" y="80772"/>
                  </a:lnTo>
                  <a:lnTo>
                    <a:pt x="59905" y="80733"/>
                  </a:lnTo>
                  <a:lnTo>
                    <a:pt x="60121" y="79476"/>
                  </a:lnTo>
                  <a:lnTo>
                    <a:pt x="59982" y="76403"/>
                  </a:lnTo>
                  <a:lnTo>
                    <a:pt x="59791" y="75730"/>
                  </a:lnTo>
                  <a:lnTo>
                    <a:pt x="60401" y="75869"/>
                  </a:lnTo>
                  <a:lnTo>
                    <a:pt x="61709" y="75780"/>
                  </a:lnTo>
                  <a:lnTo>
                    <a:pt x="63017" y="75704"/>
                  </a:lnTo>
                  <a:lnTo>
                    <a:pt x="64084" y="75311"/>
                  </a:lnTo>
                  <a:lnTo>
                    <a:pt x="72809" y="85369"/>
                  </a:lnTo>
                  <a:lnTo>
                    <a:pt x="72771" y="90919"/>
                  </a:lnTo>
                  <a:lnTo>
                    <a:pt x="72771" y="85382"/>
                  </a:lnTo>
                  <a:lnTo>
                    <a:pt x="72136" y="85394"/>
                  </a:lnTo>
                  <a:lnTo>
                    <a:pt x="71920" y="86652"/>
                  </a:lnTo>
                  <a:lnTo>
                    <a:pt x="72072" y="89725"/>
                  </a:lnTo>
                  <a:lnTo>
                    <a:pt x="72250" y="90411"/>
                  </a:lnTo>
                  <a:lnTo>
                    <a:pt x="71678" y="90258"/>
                  </a:lnTo>
                  <a:lnTo>
                    <a:pt x="70358" y="90347"/>
                  </a:lnTo>
                  <a:lnTo>
                    <a:pt x="69049" y="90424"/>
                  </a:lnTo>
                  <a:lnTo>
                    <a:pt x="67995" y="90817"/>
                  </a:lnTo>
                  <a:lnTo>
                    <a:pt x="68033" y="91617"/>
                  </a:lnTo>
                  <a:lnTo>
                    <a:pt x="69113" y="91884"/>
                  </a:lnTo>
                  <a:lnTo>
                    <a:pt x="71742" y="91719"/>
                  </a:lnTo>
                  <a:lnTo>
                    <a:pt x="72326" y="91503"/>
                  </a:lnTo>
                  <a:lnTo>
                    <a:pt x="72212" y="92202"/>
                  </a:lnTo>
                  <a:lnTo>
                    <a:pt x="72275" y="93738"/>
                  </a:lnTo>
                  <a:lnTo>
                    <a:pt x="72351" y="95262"/>
                  </a:lnTo>
                  <a:lnTo>
                    <a:pt x="72682" y="96481"/>
                  </a:lnTo>
                  <a:lnTo>
                    <a:pt x="72898" y="96481"/>
                  </a:lnTo>
                  <a:lnTo>
                    <a:pt x="72898" y="85636"/>
                  </a:lnTo>
                  <a:lnTo>
                    <a:pt x="72834" y="85407"/>
                  </a:lnTo>
                  <a:lnTo>
                    <a:pt x="76835" y="90068"/>
                  </a:lnTo>
                  <a:lnTo>
                    <a:pt x="76835" y="85699"/>
                  </a:lnTo>
                  <a:lnTo>
                    <a:pt x="63334" y="69951"/>
                  </a:lnTo>
                  <a:lnTo>
                    <a:pt x="63334" y="74345"/>
                  </a:lnTo>
                  <a:lnTo>
                    <a:pt x="62953" y="74244"/>
                  </a:lnTo>
                  <a:lnTo>
                    <a:pt x="60337" y="74409"/>
                  </a:lnTo>
                  <a:lnTo>
                    <a:pt x="59715" y="74650"/>
                  </a:lnTo>
                  <a:lnTo>
                    <a:pt x="59842" y="73926"/>
                  </a:lnTo>
                  <a:lnTo>
                    <a:pt x="59766" y="72402"/>
                  </a:lnTo>
                  <a:lnTo>
                    <a:pt x="59690" y="70866"/>
                  </a:lnTo>
                  <a:lnTo>
                    <a:pt x="59359" y="69697"/>
                  </a:lnTo>
                  <a:lnTo>
                    <a:pt x="63334" y="74345"/>
                  </a:lnTo>
                  <a:lnTo>
                    <a:pt x="63334" y="69951"/>
                  </a:lnTo>
                  <a:lnTo>
                    <a:pt x="62865" y="69392"/>
                  </a:lnTo>
                  <a:lnTo>
                    <a:pt x="59334" y="65278"/>
                  </a:lnTo>
                  <a:lnTo>
                    <a:pt x="59334" y="69659"/>
                  </a:lnTo>
                  <a:lnTo>
                    <a:pt x="58877" y="69684"/>
                  </a:lnTo>
                  <a:lnTo>
                    <a:pt x="59118" y="69392"/>
                  </a:lnTo>
                  <a:lnTo>
                    <a:pt x="59334" y="69659"/>
                  </a:lnTo>
                  <a:lnTo>
                    <a:pt x="59334" y="65278"/>
                  </a:lnTo>
                  <a:lnTo>
                    <a:pt x="59118" y="65024"/>
                  </a:lnTo>
                  <a:lnTo>
                    <a:pt x="45173" y="81305"/>
                  </a:lnTo>
                  <a:lnTo>
                    <a:pt x="45173" y="90182"/>
                  </a:lnTo>
                  <a:lnTo>
                    <a:pt x="44602" y="90043"/>
                  </a:lnTo>
                  <a:lnTo>
                    <a:pt x="43294" y="90119"/>
                  </a:lnTo>
                  <a:lnTo>
                    <a:pt x="41986" y="90208"/>
                  </a:lnTo>
                  <a:lnTo>
                    <a:pt x="40957" y="90589"/>
                  </a:lnTo>
                  <a:lnTo>
                    <a:pt x="40957" y="91389"/>
                  </a:lnTo>
                  <a:lnTo>
                    <a:pt x="40614" y="90970"/>
                  </a:lnTo>
                  <a:lnTo>
                    <a:pt x="40932" y="90601"/>
                  </a:lnTo>
                  <a:lnTo>
                    <a:pt x="40957" y="91389"/>
                  </a:lnTo>
                  <a:lnTo>
                    <a:pt x="40957" y="90589"/>
                  </a:lnTo>
                  <a:lnTo>
                    <a:pt x="44932" y="85940"/>
                  </a:lnTo>
                  <a:lnTo>
                    <a:pt x="44843" y="86436"/>
                  </a:lnTo>
                  <a:lnTo>
                    <a:pt x="44996" y="89496"/>
                  </a:lnTo>
                  <a:lnTo>
                    <a:pt x="45173" y="90182"/>
                  </a:lnTo>
                  <a:lnTo>
                    <a:pt x="45173" y="81305"/>
                  </a:lnTo>
                  <a:lnTo>
                    <a:pt x="36880" y="90970"/>
                  </a:lnTo>
                  <a:lnTo>
                    <a:pt x="59118" y="116916"/>
                  </a:lnTo>
                  <a:lnTo>
                    <a:pt x="62865" y="112547"/>
                  </a:lnTo>
                  <a:lnTo>
                    <a:pt x="79806" y="92786"/>
                  </a:lnTo>
                  <a:lnTo>
                    <a:pt x="100507" y="116916"/>
                  </a:lnTo>
                  <a:lnTo>
                    <a:pt x="104254" y="112547"/>
                  </a:lnTo>
                  <a:lnTo>
                    <a:pt x="117652" y="96926"/>
                  </a:lnTo>
                  <a:lnTo>
                    <a:pt x="117652" y="92557"/>
                  </a:lnTo>
                  <a:lnTo>
                    <a:pt x="114871" y="95796"/>
                  </a:lnTo>
                  <a:lnTo>
                    <a:pt x="114985" y="95186"/>
                  </a:lnTo>
                  <a:lnTo>
                    <a:pt x="114846" y="92125"/>
                  </a:lnTo>
                  <a:lnTo>
                    <a:pt x="114642" y="91440"/>
                  </a:lnTo>
                  <a:lnTo>
                    <a:pt x="115265" y="91579"/>
                  </a:lnTo>
                  <a:lnTo>
                    <a:pt x="117652" y="91427"/>
                  </a:lnTo>
                  <a:lnTo>
                    <a:pt x="117652" y="89966"/>
                  </a:lnTo>
                  <a:lnTo>
                    <a:pt x="115189" y="90131"/>
                  </a:lnTo>
                  <a:lnTo>
                    <a:pt x="114566" y="90360"/>
                  </a:lnTo>
                  <a:lnTo>
                    <a:pt x="114706" y="89636"/>
                  </a:lnTo>
                  <a:lnTo>
                    <a:pt x="114630" y="88112"/>
                  </a:lnTo>
                  <a:lnTo>
                    <a:pt x="114554" y="86588"/>
                  </a:lnTo>
                  <a:lnTo>
                    <a:pt x="114287" y="85610"/>
                  </a:lnTo>
                  <a:lnTo>
                    <a:pt x="114287" y="96481"/>
                  </a:lnTo>
                  <a:lnTo>
                    <a:pt x="100507" y="112547"/>
                  </a:lnTo>
                  <a:lnTo>
                    <a:pt x="95719" y="106984"/>
                  </a:lnTo>
                  <a:lnTo>
                    <a:pt x="96786" y="107226"/>
                  </a:lnTo>
                  <a:lnTo>
                    <a:pt x="99415" y="107061"/>
                  </a:lnTo>
                  <a:lnTo>
                    <a:pt x="99987" y="106857"/>
                  </a:lnTo>
                  <a:lnTo>
                    <a:pt x="99872" y="107556"/>
                  </a:lnTo>
                  <a:lnTo>
                    <a:pt x="99936" y="109080"/>
                  </a:lnTo>
                  <a:lnTo>
                    <a:pt x="100012" y="110604"/>
                  </a:lnTo>
                  <a:lnTo>
                    <a:pt x="100355" y="111836"/>
                  </a:lnTo>
                  <a:lnTo>
                    <a:pt x="101041" y="111798"/>
                  </a:lnTo>
                  <a:lnTo>
                    <a:pt x="101257" y="110540"/>
                  </a:lnTo>
                  <a:lnTo>
                    <a:pt x="101117" y="107467"/>
                  </a:lnTo>
                  <a:lnTo>
                    <a:pt x="100914" y="106794"/>
                  </a:lnTo>
                  <a:lnTo>
                    <a:pt x="101536" y="106934"/>
                  </a:lnTo>
                  <a:lnTo>
                    <a:pt x="102844" y="106845"/>
                  </a:lnTo>
                  <a:lnTo>
                    <a:pt x="104152" y="106768"/>
                  </a:lnTo>
                  <a:lnTo>
                    <a:pt x="105219" y="106375"/>
                  </a:lnTo>
                  <a:lnTo>
                    <a:pt x="105168" y="105575"/>
                  </a:lnTo>
                  <a:lnTo>
                    <a:pt x="104089" y="105308"/>
                  </a:lnTo>
                  <a:lnTo>
                    <a:pt x="101460" y="105473"/>
                  </a:lnTo>
                  <a:lnTo>
                    <a:pt x="100850" y="105714"/>
                  </a:lnTo>
                  <a:lnTo>
                    <a:pt x="100977" y="104990"/>
                  </a:lnTo>
                  <a:lnTo>
                    <a:pt x="100901" y="103454"/>
                  </a:lnTo>
                  <a:lnTo>
                    <a:pt x="100825" y="101930"/>
                  </a:lnTo>
                  <a:lnTo>
                    <a:pt x="100495" y="100711"/>
                  </a:lnTo>
                  <a:lnTo>
                    <a:pt x="99809" y="100749"/>
                  </a:lnTo>
                  <a:lnTo>
                    <a:pt x="99580" y="102006"/>
                  </a:lnTo>
                  <a:lnTo>
                    <a:pt x="99733" y="105067"/>
                  </a:lnTo>
                  <a:lnTo>
                    <a:pt x="99910" y="105752"/>
                  </a:lnTo>
                  <a:lnTo>
                    <a:pt x="99339" y="105613"/>
                  </a:lnTo>
                  <a:lnTo>
                    <a:pt x="98031" y="105689"/>
                  </a:lnTo>
                  <a:lnTo>
                    <a:pt x="96723" y="105778"/>
                  </a:lnTo>
                  <a:lnTo>
                    <a:pt x="95656" y="106159"/>
                  </a:lnTo>
                  <a:lnTo>
                    <a:pt x="95694" y="106959"/>
                  </a:lnTo>
                  <a:lnTo>
                    <a:pt x="82372" y="91414"/>
                  </a:lnTo>
                  <a:lnTo>
                    <a:pt x="83439" y="91655"/>
                  </a:lnTo>
                  <a:lnTo>
                    <a:pt x="86067" y="91490"/>
                  </a:lnTo>
                  <a:lnTo>
                    <a:pt x="86639" y="91287"/>
                  </a:lnTo>
                  <a:lnTo>
                    <a:pt x="86525" y="91986"/>
                  </a:lnTo>
                  <a:lnTo>
                    <a:pt x="86601" y="93510"/>
                  </a:lnTo>
                  <a:lnTo>
                    <a:pt x="86664" y="95046"/>
                  </a:lnTo>
                  <a:lnTo>
                    <a:pt x="87007" y="96266"/>
                  </a:lnTo>
                  <a:lnTo>
                    <a:pt x="87693" y="96227"/>
                  </a:lnTo>
                  <a:lnTo>
                    <a:pt x="87909" y="94970"/>
                  </a:lnTo>
                  <a:lnTo>
                    <a:pt x="87769" y="91897"/>
                  </a:lnTo>
                  <a:lnTo>
                    <a:pt x="87579" y="91224"/>
                  </a:lnTo>
                  <a:lnTo>
                    <a:pt x="88188" y="91363"/>
                  </a:lnTo>
                  <a:lnTo>
                    <a:pt x="89496" y="91274"/>
                  </a:lnTo>
                  <a:lnTo>
                    <a:pt x="90805" y="91198"/>
                  </a:lnTo>
                  <a:lnTo>
                    <a:pt x="91871" y="90805"/>
                  </a:lnTo>
                  <a:lnTo>
                    <a:pt x="91821" y="90004"/>
                  </a:lnTo>
                  <a:lnTo>
                    <a:pt x="90741" y="89738"/>
                  </a:lnTo>
                  <a:lnTo>
                    <a:pt x="88125" y="89903"/>
                  </a:lnTo>
                  <a:lnTo>
                    <a:pt x="87503" y="90144"/>
                  </a:lnTo>
                  <a:lnTo>
                    <a:pt x="87630" y="89420"/>
                  </a:lnTo>
                  <a:lnTo>
                    <a:pt x="87553" y="87896"/>
                  </a:lnTo>
                  <a:lnTo>
                    <a:pt x="87490" y="86360"/>
                  </a:lnTo>
                  <a:lnTo>
                    <a:pt x="87147" y="85140"/>
                  </a:lnTo>
                  <a:lnTo>
                    <a:pt x="86995" y="85153"/>
                  </a:lnTo>
                  <a:lnTo>
                    <a:pt x="99999" y="69977"/>
                  </a:lnTo>
                  <a:lnTo>
                    <a:pt x="99834" y="70942"/>
                  </a:lnTo>
                  <a:lnTo>
                    <a:pt x="99987" y="74015"/>
                  </a:lnTo>
                  <a:lnTo>
                    <a:pt x="100164" y="74688"/>
                  </a:lnTo>
                  <a:lnTo>
                    <a:pt x="99593" y="74549"/>
                  </a:lnTo>
                  <a:lnTo>
                    <a:pt x="98285" y="74625"/>
                  </a:lnTo>
                  <a:lnTo>
                    <a:pt x="96977" y="74714"/>
                  </a:lnTo>
                  <a:lnTo>
                    <a:pt x="95910" y="75107"/>
                  </a:lnTo>
                  <a:lnTo>
                    <a:pt x="95961" y="75907"/>
                  </a:lnTo>
                  <a:lnTo>
                    <a:pt x="97040" y="76174"/>
                  </a:lnTo>
                  <a:lnTo>
                    <a:pt x="99669" y="75996"/>
                  </a:lnTo>
                  <a:lnTo>
                    <a:pt x="100241" y="75793"/>
                  </a:lnTo>
                  <a:lnTo>
                    <a:pt x="100126" y="76492"/>
                  </a:lnTo>
                  <a:lnTo>
                    <a:pt x="100203" y="78016"/>
                  </a:lnTo>
                  <a:lnTo>
                    <a:pt x="100266" y="79552"/>
                  </a:lnTo>
                  <a:lnTo>
                    <a:pt x="100609" y="80772"/>
                  </a:lnTo>
                  <a:lnTo>
                    <a:pt x="101295" y="80733"/>
                  </a:lnTo>
                  <a:lnTo>
                    <a:pt x="101511" y="79476"/>
                  </a:lnTo>
                  <a:lnTo>
                    <a:pt x="101371" y="76403"/>
                  </a:lnTo>
                  <a:lnTo>
                    <a:pt x="101168" y="75730"/>
                  </a:lnTo>
                  <a:lnTo>
                    <a:pt x="101790" y="75869"/>
                  </a:lnTo>
                  <a:lnTo>
                    <a:pt x="103098" y="75780"/>
                  </a:lnTo>
                  <a:lnTo>
                    <a:pt x="104406" y="75704"/>
                  </a:lnTo>
                  <a:lnTo>
                    <a:pt x="105473" y="75311"/>
                  </a:lnTo>
                  <a:lnTo>
                    <a:pt x="114185" y="85369"/>
                  </a:lnTo>
                  <a:lnTo>
                    <a:pt x="114160" y="90919"/>
                  </a:lnTo>
                  <a:lnTo>
                    <a:pt x="114160" y="85382"/>
                  </a:lnTo>
                  <a:lnTo>
                    <a:pt x="113525" y="85394"/>
                  </a:lnTo>
                  <a:lnTo>
                    <a:pt x="113309" y="86652"/>
                  </a:lnTo>
                  <a:lnTo>
                    <a:pt x="113461" y="89725"/>
                  </a:lnTo>
                  <a:lnTo>
                    <a:pt x="113639" y="90411"/>
                  </a:lnTo>
                  <a:lnTo>
                    <a:pt x="113055" y="90258"/>
                  </a:lnTo>
                  <a:lnTo>
                    <a:pt x="111747" y="90347"/>
                  </a:lnTo>
                  <a:lnTo>
                    <a:pt x="110439" y="90424"/>
                  </a:lnTo>
                  <a:lnTo>
                    <a:pt x="109385" y="90817"/>
                  </a:lnTo>
                  <a:lnTo>
                    <a:pt x="109423" y="91617"/>
                  </a:lnTo>
                  <a:lnTo>
                    <a:pt x="110502" y="91884"/>
                  </a:lnTo>
                  <a:lnTo>
                    <a:pt x="113131" y="91719"/>
                  </a:lnTo>
                  <a:lnTo>
                    <a:pt x="113715" y="91503"/>
                  </a:lnTo>
                  <a:lnTo>
                    <a:pt x="113588" y="92202"/>
                  </a:lnTo>
                  <a:lnTo>
                    <a:pt x="113665" y="93738"/>
                  </a:lnTo>
                  <a:lnTo>
                    <a:pt x="113741" y="95262"/>
                  </a:lnTo>
                  <a:lnTo>
                    <a:pt x="114071" y="96481"/>
                  </a:lnTo>
                  <a:lnTo>
                    <a:pt x="114287" y="96481"/>
                  </a:lnTo>
                  <a:lnTo>
                    <a:pt x="114287" y="85610"/>
                  </a:lnTo>
                  <a:lnTo>
                    <a:pt x="114236" y="85420"/>
                  </a:lnTo>
                  <a:lnTo>
                    <a:pt x="117652" y="89395"/>
                  </a:lnTo>
                  <a:lnTo>
                    <a:pt x="117652" y="85026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10570934" y="7432033"/>
              <a:ext cx="118110" cy="244475"/>
            </a:xfrm>
            <a:custGeom>
              <a:avLst/>
              <a:gdLst/>
              <a:ahLst/>
              <a:cxnLst/>
              <a:rect l="l" t="t" r="r" b="b"/>
              <a:pathLst>
                <a:path w="118109" h="244475">
                  <a:moveTo>
                    <a:pt x="1828" y="72961"/>
                  </a:moveTo>
                  <a:lnTo>
                    <a:pt x="1790" y="72161"/>
                  </a:lnTo>
                  <a:lnTo>
                    <a:pt x="711" y="71894"/>
                  </a:lnTo>
                  <a:lnTo>
                    <a:pt x="0" y="71945"/>
                  </a:lnTo>
                  <a:lnTo>
                    <a:pt x="0" y="73406"/>
                  </a:lnTo>
                  <a:lnTo>
                    <a:pt x="774" y="73355"/>
                  </a:lnTo>
                  <a:lnTo>
                    <a:pt x="1828" y="72961"/>
                  </a:lnTo>
                  <a:close/>
                </a:path>
                <a:path w="118109" h="244475">
                  <a:moveTo>
                    <a:pt x="19380" y="57556"/>
                  </a:moveTo>
                  <a:lnTo>
                    <a:pt x="15633" y="53200"/>
                  </a:lnTo>
                  <a:lnTo>
                    <a:pt x="15633" y="57556"/>
                  </a:lnTo>
                  <a:lnTo>
                    <a:pt x="11493" y="62382"/>
                  </a:lnTo>
                  <a:lnTo>
                    <a:pt x="11607" y="61772"/>
                  </a:lnTo>
                  <a:lnTo>
                    <a:pt x="11455" y="58712"/>
                  </a:lnTo>
                  <a:lnTo>
                    <a:pt x="11264" y="58026"/>
                  </a:lnTo>
                  <a:lnTo>
                    <a:pt x="11887" y="58166"/>
                  </a:lnTo>
                  <a:lnTo>
                    <a:pt x="13195" y="58089"/>
                  </a:lnTo>
                  <a:lnTo>
                    <a:pt x="14503" y="58000"/>
                  </a:lnTo>
                  <a:lnTo>
                    <a:pt x="15557" y="57619"/>
                  </a:lnTo>
                  <a:lnTo>
                    <a:pt x="15544" y="57467"/>
                  </a:lnTo>
                  <a:lnTo>
                    <a:pt x="15633" y="53200"/>
                  </a:lnTo>
                  <a:lnTo>
                    <a:pt x="14846" y="52273"/>
                  </a:lnTo>
                  <a:lnTo>
                    <a:pt x="14846" y="56654"/>
                  </a:lnTo>
                  <a:lnTo>
                    <a:pt x="14439" y="56553"/>
                  </a:lnTo>
                  <a:lnTo>
                    <a:pt x="11811" y="56718"/>
                  </a:lnTo>
                  <a:lnTo>
                    <a:pt x="11188" y="56946"/>
                  </a:lnTo>
                  <a:lnTo>
                    <a:pt x="11315" y="56222"/>
                  </a:lnTo>
                  <a:lnTo>
                    <a:pt x="11252" y="54698"/>
                  </a:lnTo>
                  <a:lnTo>
                    <a:pt x="11176" y="53174"/>
                  </a:lnTo>
                  <a:lnTo>
                    <a:pt x="10845" y="51993"/>
                  </a:lnTo>
                  <a:lnTo>
                    <a:pt x="14846" y="56654"/>
                  </a:lnTo>
                  <a:lnTo>
                    <a:pt x="14846" y="52273"/>
                  </a:lnTo>
                  <a:lnTo>
                    <a:pt x="0" y="34963"/>
                  </a:lnTo>
                  <a:lnTo>
                    <a:pt x="0" y="39319"/>
                  </a:lnTo>
                  <a:lnTo>
                    <a:pt x="1371" y="40944"/>
                  </a:lnTo>
                  <a:lnTo>
                    <a:pt x="965" y="40830"/>
                  </a:lnTo>
                  <a:lnTo>
                    <a:pt x="0" y="40894"/>
                  </a:lnTo>
                  <a:lnTo>
                    <a:pt x="0" y="42354"/>
                  </a:lnTo>
                  <a:lnTo>
                    <a:pt x="1028" y="42291"/>
                  </a:lnTo>
                  <a:lnTo>
                    <a:pt x="2082" y="41897"/>
                  </a:lnTo>
                  <a:lnTo>
                    <a:pt x="2070" y="41744"/>
                  </a:lnTo>
                  <a:lnTo>
                    <a:pt x="10820" y="51955"/>
                  </a:lnTo>
                  <a:lnTo>
                    <a:pt x="10147" y="51993"/>
                  </a:lnTo>
                  <a:lnTo>
                    <a:pt x="9931" y="53238"/>
                  </a:lnTo>
                  <a:lnTo>
                    <a:pt x="10071" y="56311"/>
                  </a:lnTo>
                  <a:lnTo>
                    <a:pt x="10248" y="56997"/>
                  </a:lnTo>
                  <a:lnTo>
                    <a:pt x="9677" y="56845"/>
                  </a:lnTo>
                  <a:lnTo>
                    <a:pt x="8369" y="56934"/>
                  </a:lnTo>
                  <a:lnTo>
                    <a:pt x="7061" y="57023"/>
                  </a:lnTo>
                  <a:lnTo>
                    <a:pt x="6007" y="57404"/>
                  </a:lnTo>
                  <a:lnTo>
                    <a:pt x="6045" y="58216"/>
                  </a:lnTo>
                  <a:lnTo>
                    <a:pt x="7124" y="58470"/>
                  </a:lnTo>
                  <a:lnTo>
                    <a:pt x="9753" y="58305"/>
                  </a:lnTo>
                  <a:lnTo>
                    <a:pt x="10325" y="58089"/>
                  </a:lnTo>
                  <a:lnTo>
                    <a:pt x="10210" y="58788"/>
                  </a:lnTo>
                  <a:lnTo>
                    <a:pt x="10287" y="60325"/>
                  </a:lnTo>
                  <a:lnTo>
                    <a:pt x="10363" y="61849"/>
                  </a:lnTo>
                  <a:lnTo>
                    <a:pt x="10693" y="63080"/>
                  </a:lnTo>
                  <a:lnTo>
                    <a:pt x="10909" y="63068"/>
                  </a:lnTo>
                  <a:lnTo>
                    <a:pt x="0" y="75793"/>
                  </a:lnTo>
                  <a:lnTo>
                    <a:pt x="0" y="80162"/>
                  </a:lnTo>
                  <a:lnTo>
                    <a:pt x="19380" y="57556"/>
                  </a:lnTo>
                  <a:close/>
                </a:path>
                <a:path w="118109" h="244475">
                  <a:moveTo>
                    <a:pt x="39979" y="218135"/>
                  </a:moveTo>
                  <a:lnTo>
                    <a:pt x="21475" y="196545"/>
                  </a:lnTo>
                  <a:lnTo>
                    <a:pt x="17729" y="192189"/>
                  </a:lnTo>
                  <a:lnTo>
                    <a:pt x="0" y="212877"/>
                  </a:lnTo>
                  <a:lnTo>
                    <a:pt x="0" y="217246"/>
                  </a:lnTo>
                  <a:lnTo>
                    <a:pt x="3543" y="213106"/>
                  </a:lnTo>
                  <a:lnTo>
                    <a:pt x="3467" y="213588"/>
                  </a:lnTo>
                  <a:lnTo>
                    <a:pt x="3606" y="216662"/>
                  </a:lnTo>
                  <a:lnTo>
                    <a:pt x="3937" y="217881"/>
                  </a:lnTo>
                  <a:lnTo>
                    <a:pt x="4635" y="217843"/>
                  </a:lnTo>
                  <a:lnTo>
                    <a:pt x="4851" y="216573"/>
                  </a:lnTo>
                  <a:lnTo>
                    <a:pt x="4775" y="215049"/>
                  </a:lnTo>
                  <a:lnTo>
                    <a:pt x="4711" y="213525"/>
                  </a:lnTo>
                  <a:lnTo>
                    <a:pt x="4368" y="212293"/>
                  </a:lnTo>
                  <a:lnTo>
                    <a:pt x="4229" y="212305"/>
                  </a:lnTo>
                  <a:lnTo>
                    <a:pt x="17729" y="196545"/>
                  </a:lnTo>
                  <a:lnTo>
                    <a:pt x="36233" y="218135"/>
                  </a:lnTo>
                  <a:lnTo>
                    <a:pt x="17729" y="239712"/>
                  </a:lnTo>
                  <a:lnTo>
                    <a:pt x="0" y="219024"/>
                  </a:lnTo>
                  <a:lnTo>
                    <a:pt x="0" y="223380"/>
                  </a:lnTo>
                  <a:lnTo>
                    <a:pt x="17729" y="244081"/>
                  </a:lnTo>
                  <a:lnTo>
                    <a:pt x="21475" y="239712"/>
                  </a:lnTo>
                  <a:lnTo>
                    <a:pt x="39979" y="218135"/>
                  </a:lnTo>
                  <a:close/>
                </a:path>
                <a:path w="118109" h="244475">
                  <a:moveTo>
                    <a:pt x="42583" y="72961"/>
                  </a:moveTo>
                  <a:lnTo>
                    <a:pt x="42545" y="72161"/>
                  </a:lnTo>
                  <a:lnTo>
                    <a:pt x="41465" y="71894"/>
                  </a:lnTo>
                  <a:lnTo>
                    <a:pt x="38836" y="72059"/>
                  </a:lnTo>
                  <a:lnTo>
                    <a:pt x="37782" y="72453"/>
                  </a:lnTo>
                  <a:lnTo>
                    <a:pt x="36703" y="72199"/>
                  </a:lnTo>
                  <a:lnTo>
                    <a:pt x="35394" y="72275"/>
                  </a:lnTo>
                  <a:lnTo>
                    <a:pt x="34086" y="72364"/>
                  </a:lnTo>
                  <a:lnTo>
                    <a:pt x="33032" y="72745"/>
                  </a:lnTo>
                  <a:lnTo>
                    <a:pt x="33070" y="73558"/>
                  </a:lnTo>
                  <a:lnTo>
                    <a:pt x="34150" y="73825"/>
                  </a:lnTo>
                  <a:lnTo>
                    <a:pt x="36779" y="73647"/>
                  </a:lnTo>
                  <a:lnTo>
                    <a:pt x="37350" y="73444"/>
                  </a:lnTo>
                  <a:lnTo>
                    <a:pt x="37236" y="74142"/>
                  </a:lnTo>
                  <a:lnTo>
                    <a:pt x="37312" y="75666"/>
                  </a:lnTo>
                  <a:lnTo>
                    <a:pt x="37388" y="77203"/>
                  </a:lnTo>
                  <a:lnTo>
                    <a:pt x="37719" y="78422"/>
                  </a:lnTo>
                  <a:lnTo>
                    <a:pt x="38404" y="78384"/>
                  </a:lnTo>
                  <a:lnTo>
                    <a:pt x="38633" y="77127"/>
                  </a:lnTo>
                  <a:lnTo>
                    <a:pt x="38481" y="74053"/>
                  </a:lnTo>
                  <a:lnTo>
                    <a:pt x="38290" y="73380"/>
                  </a:lnTo>
                  <a:lnTo>
                    <a:pt x="38900" y="73520"/>
                  </a:lnTo>
                  <a:lnTo>
                    <a:pt x="40220" y="73431"/>
                  </a:lnTo>
                  <a:lnTo>
                    <a:pt x="41529" y="73355"/>
                  </a:lnTo>
                  <a:lnTo>
                    <a:pt x="42583" y="72961"/>
                  </a:lnTo>
                  <a:close/>
                </a:path>
                <a:path w="118109" h="244475">
                  <a:moveTo>
                    <a:pt x="42837" y="41897"/>
                  </a:moveTo>
                  <a:lnTo>
                    <a:pt x="42799" y="41097"/>
                  </a:lnTo>
                  <a:lnTo>
                    <a:pt x="41719" y="40830"/>
                  </a:lnTo>
                  <a:lnTo>
                    <a:pt x="39090" y="41008"/>
                  </a:lnTo>
                  <a:lnTo>
                    <a:pt x="38468" y="41236"/>
                  </a:lnTo>
                  <a:lnTo>
                    <a:pt x="38595" y="40513"/>
                  </a:lnTo>
                  <a:lnTo>
                    <a:pt x="38531" y="38989"/>
                  </a:lnTo>
                  <a:lnTo>
                    <a:pt x="38455" y="37452"/>
                  </a:lnTo>
                  <a:lnTo>
                    <a:pt x="38112" y="36233"/>
                  </a:lnTo>
                  <a:lnTo>
                    <a:pt x="37426" y="36271"/>
                  </a:lnTo>
                  <a:lnTo>
                    <a:pt x="37211" y="37528"/>
                  </a:lnTo>
                  <a:lnTo>
                    <a:pt x="37350" y="40601"/>
                  </a:lnTo>
                  <a:lnTo>
                    <a:pt x="37541" y="41287"/>
                  </a:lnTo>
                  <a:lnTo>
                    <a:pt x="36957" y="41135"/>
                  </a:lnTo>
                  <a:lnTo>
                    <a:pt x="35648" y="41224"/>
                  </a:lnTo>
                  <a:lnTo>
                    <a:pt x="34340" y="41300"/>
                  </a:lnTo>
                  <a:lnTo>
                    <a:pt x="33286" y="41694"/>
                  </a:lnTo>
                  <a:lnTo>
                    <a:pt x="33324" y="42494"/>
                  </a:lnTo>
                  <a:lnTo>
                    <a:pt x="34404" y="42760"/>
                  </a:lnTo>
                  <a:lnTo>
                    <a:pt x="37033" y="42595"/>
                  </a:lnTo>
                  <a:lnTo>
                    <a:pt x="37604" y="42379"/>
                  </a:lnTo>
                  <a:lnTo>
                    <a:pt x="37490" y="43078"/>
                  </a:lnTo>
                  <a:lnTo>
                    <a:pt x="37566" y="44615"/>
                  </a:lnTo>
                  <a:lnTo>
                    <a:pt x="37642" y="46139"/>
                  </a:lnTo>
                  <a:lnTo>
                    <a:pt x="37973" y="47358"/>
                  </a:lnTo>
                  <a:lnTo>
                    <a:pt x="38658" y="47320"/>
                  </a:lnTo>
                  <a:lnTo>
                    <a:pt x="38887" y="46062"/>
                  </a:lnTo>
                  <a:lnTo>
                    <a:pt x="38735" y="43002"/>
                  </a:lnTo>
                  <a:lnTo>
                    <a:pt x="38544" y="42316"/>
                  </a:lnTo>
                  <a:lnTo>
                    <a:pt x="39166" y="42456"/>
                  </a:lnTo>
                  <a:lnTo>
                    <a:pt x="40474" y="42379"/>
                  </a:lnTo>
                  <a:lnTo>
                    <a:pt x="41783" y="42291"/>
                  </a:lnTo>
                  <a:lnTo>
                    <a:pt x="42837" y="41897"/>
                  </a:lnTo>
                  <a:close/>
                </a:path>
                <a:path w="118109" h="244475">
                  <a:moveTo>
                    <a:pt x="56311" y="57619"/>
                  </a:moveTo>
                  <a:lnTo>
                    <a:pt x="56261" y="56807"/>
                  </a:lnTo>
                  <a:lnTo>
                    <a:pt x="55181" y="56553"/>
                  </a:lnTo>
                  <a:lnTo>
                    <a:pt x="52565" y="56718"/>
                  </a:lnTo>
                  <a:lnTo>
                    <a:pt x="51943" y="56946"/>
                  </a:lnTo>
                  <a:lnTo>
                    <a:pt x="52070" y="56222"/>
                  </a:lnTo>
                  <a:lnTo>
                    <a:pt x="51993" y="54698"/>
                  </a:lnTo>
                  <a:lnTo>
                    <a:pt x="51930" y="53174"/>
                  </a:lnTo>
                  <a:lnTo>
                    <a:pt x="51587" y="51943"/>
                  </a:lnTo>
                  <a:lnTo>
                    <a:pt x="50901" y="51993"/>
                  </a:lnTo>
                  <a:lnTo>
                    <a:pt x="50673" y="53238"/>
                  </a:lnTo>
                  <a:lnTo>
                    <a:pt x="50825" y="56311"/>
                  </a:lnTo>
                  <a:lnTo>
                    <a:pt x="51003" y="56997"/>
                  </a:lnTo>
                  <a:lnTo>
                    <a:pt x="50431" y="56845"/>
                  </a:lnTo>
                  <a:lnTo>
                    <a:pt x="49123" y="56934"/>
                  </a:lnTo>
                  <a:lnTo>
                    <a:pt x="47815" y="57023"/>
                  </a:lnTo>
                  <a:lnTo>
                    <a:pt x="46748" y="57404"/>
                  </a:lnTo>
                  <a:lnTo>
                    <a:pt x="46799" y="58216"/>
                  </a:lnTo>
                  <a:lnTo>
                    <a:pt x="47879" y="58470"/>
                  </a:lnTo>
                  <a:lnTo>
                    <a:pt x="50507" y="58305"/>
                  </a:lnTo>
                  <a:lnTo>
                    <a:pt x="51079" y="58089"/>
                  </a:lnTo>
                  <a:lnTo>
                    <a:pt x="50965" y="58788"/>
                  </a:lnTo>
                  <a:lnTo>
                    <a:pt x="51041" y="60325"/>
                  </a:lnTo>
                  <a:lnTo>
                    <a:pt x="51104" y="61849"/>
                  </a:lnTo>
                  <a:lnTo>
                    <a:pt x="51447" y="63080"/>
                  </a:lnTo>
                  <a:lnTo>
                    <a:pt x="52133" y="63030"/>
                  </a:lnTo>
                  <a:lnTo>
                    <a:pt x="52349" y="61772"/>
                  </a:lnTo>
                  <a:lnTo>
                    <a:pt x="52209" y="58712"/>
                  </a:lnTo>
                  <a:lnTo>
                    <a:pt x="52019" y="58026"/>
                  </a:lnTo>
                  <a:lnTo>
                    <a:pt x="52628" y="58166"/>
                  </a:lnTo>
                  <a:lnTo>
                    <a:pt x="53936" y="58089"/>
                  </a:lnTo>
                  <a:lnTo>
                    <a:pt x="55245" y="58000"/>
                  </a:lnTo>
                  <a:lnTo>
                    <a:pt x="56311" y="57619"/>
                  </a:lnTo>
                  <a:close/>
                </a:path>
                <a:path w="118109" h="244475">
                  <a:moveTo>
                    <a:pt x="102057" y="57556"/>
                  </a:moveTo>
                  <a:lnTo>
                    <a:pt x="98310" y="53200"/>
                  </a:lnTo>
                  <a:lnTo>
                    <a:pt x="98310" y="57556"/>
                  </a:lnTo>
                  <a:lnTo>
                    <a:pt x="94170" y="62382"/>
                  </a:lnTo>
                  <a:lnTo>
                    <a:pt x="94284" y="61772"/>
                  </a:lnTo>
                  <a:lnTo>
                    <a:pt x="94132" y="58712"/>
                  </a:lnTo>
                  <a:lnTo>
                    <a:pt x="93941" y="58026"/>
                  </a:lnTo>
                  <a:lnTo>
                    <a:pt x="94564" y="58166"/>
                  </a:lnTo>
                  <a:lnTo>
                    <a:pt x="95872" y="58089"/>
                  </a:lnTo>
                  <a:lnTo>
                    <a:pt x="97180" y="58000"/>
                  </a:lnTo>
                  <a:lnTo>
                    <a:pt x="98234" y="57619"/>
                  </a:lnTo>
                  <a:lnTo>
                    <a:pt x="98221" y="57467"/>
                  </a:lnTo>
                  <a:lnTo>
                    <a:pt x="98310" y="53200"/>
                  </a:lnTo>
                  <a:lnTo>
                    <a:pt x="97523" y="52273"/>
                  </a:lnTo>
                  <a:lnTo>
                    <a:pt x="97523" y="56654"/>
                  </a:lnTo>
                  <a:lnTo>
                    <a:pt x="97116" y="56553"/>
                  </a:lnTo>
                  <a:lnTo>
                    <a:pt x="94488" y="56718"/>
                  </a:lnTo>
                  <a:lnTo>
                    <a:pt x="93865" y="56946"/>
                  </a:lnTo>
                  <a:lnTo>
                    <a:pt x="93992" y="56222"/>
                  </a:lnTo>
                  <a:lnTo>
                    <a:pt x="93929" y="54698"/>
                  </a:lnTo>
                  <a:lnTo>
                    <a:pt x="93853" y="53174"/>
                  </a:lnTo>
                  <a:lnTo>
                    <a:pt x="93586" y="52247"/>
                  </a:lnTo>
                  <a:lnTo>
                    <a:pt x="93586" y="63068"/>
                  </a:lnTo>
                  <a:lnTo>
                    <a:pt x="79806" y="79146"/>
                  </a:lnTo>
                  <a:lnTo>
                    <a:pt x="75018" y="73571"/>
                  </a:lnTo>
                  <a:lnTo>
                    <a:pt x="76073" y="73825"/>
                  </a:lnTo>
                  <a:lnTo>
                    <a:pt x="78701" y="73647"/>
                  </a:lnTo>
                  <a:lnTo>
                    <a:pt x="79286" y="73444"/>
                  </a:lnTo>
                  <a:lnTo>
                    <a:pt x="79159" y="74142"/>
                  </a:lnTo>
                  <a:lnTo>
                    <a:pt x="79235" y="75666"/>
                  </a:lnTo>
                  <a:lnTo>
                    <a:pt x="79311" y="77203"/>
                  </a:lnTo>
                  <a:lnTo>
                    <a:pt x="79641" y="78422"/>
                  </a:lnTo>
                  <a:lnTo>
                    <a:pt x="80340" y="78384"/>
                  </a:lnTo>
                  <a:lnTo>
                    <a:pt x="80556" y="77127"/>
                  </a:lnTo>
                  <a:lnTo>
                    <a:pt x="80416" y="74053"/>
                  </a:lnTo>
                  <a:lnTo>
                    <a:pt x="80213" y="73380"/>
                  </a:lnTo>
                  <a:lnTo>
                    <a:pt x="80835" y="73520"/>
                  </a:lnTo>
                  <a:lnTo>
                    <a:pt x="82143" y="73431"/>
                  </a:lnTo>
                  <a:lnTo>
                    <a:pt x="83451" y="73355"/>
                  </a:lnTo>
                  <a:lnTo>
                    <a:pt x="84505" y="72961"/>
                  </a:lnTo>
                  <a:lnTo>
                    <a:pt x="84467" y="72161"/>
                  </a:lnTo>
                  <a:lnTo>
                    <a:pt x="83388" y="71894"/>
                  </a:lnTo>
                  <a:lnTo>
                    <a:pt x="80759" y="72059"/>
                  </a:lnTo>
                  <a:lnTo>
                    <a:pt x="80137" y="72301"/>
                  </a:lnTo>
                  <a:lnTo>
                    <a:pt x="80276" y="71577"/>
                  </a:lnTo>
                  <a:lnTo>
                    <a:pt x="80200" y="70053"/>
                  </a:lnTo>
                  <a:lnTo>
                    <a:pt x="80124" y="68516"/>
                  </a:lnTo>
                  <a:lnTo>
                    <a:pt x="79794" y="67297"/>
                  </a:lnTo>
                  <a:lnTo>
                    <a:pt x="79095" y="67335"/>
                  </a:lnTo>
                  <a:lnTo>
                    <a:pt x="78879" y="68592"/>
                  </a:lnTo>
                  <a:lnTo>
                    <a:pt x="79032" y="71653"/>
                  </a:lnTo>
                  <a:lnTo>
                    <a:pt x="79209" y="72339"/>
                  </a:lnTo>
                  <a:lnTo>
                    <a:pt x="78625" y="72199"/>
                  </a:lnTo>
                  <a:lnTo>
                    <a:pt x="77317" y="72275"/>
                  </a:lnTo>
                  <a:lnTo>
                    <a:pt x="76009" y="72364"/>
                  </a:lnTo>
                  <a:lnTo>
                    <a:pt x="74955" y="72745"/>
                  </a:lnTo>
                  <a:lnTo>
                    <a:pt x="74980" y="73533"/>
                  </a:lnTo>
                  <a:lnTo>
                    <a:pt x="61671" y="58000"/>
                  </a:lnTo>
                  <a:lnTo>
                    <a:pt x="62725" y="58254"/>
                  </a:lnTo>
                  <a:lnTo>
                    <a:pt x="65354" y="58089"/>
                  </a:lnTo>
                  <a:lnTo>
                    <a:pt x="65925" y="57873"/>
                  </a:lnTo>
                  <a:lnTo>
                    <a:pt x="65811" y="58572"/>
                  </a:lnTo>
                  <a:lnTo>
                    <a:pt x="65887" y="60096"/>
                  </a:lnTo>
                  <a:lnTo>
                    <a:pt x="65963" y="61633"/>
                  </a:lnTo>
                  <a:lnTo>
                    <a:pt x="66294" y="62852"/>
                  </a:lnTo>
                  <a:lnTo>
                    <a:pt x="66992" y="62814"/>
                  </a:lnTo>
                  <a:lnTo>
                    <a:pt x="67208" y="61556"/>
                  </a:lnTo>
                  <a:lnTo>
                    <a:pt x="67068" y="58483"/>
                  </a:lnTo>
                  <a:lnTo>
                    <a:pt x="66865" y="57810"/>
                  </a:lnTo>
                  <a:lnTo>
                    <a:pt x="67487" y="57950"/>
                  </a:lnTo>
                  <a:lnTo>
                    <a:pt x="68795" y="57861"/>
                  </a:lnTo>
                  <a:lnTo>
                    <a:pt x="70104" y="57785"/>
                  </a:lnTo>
                  <a:lnTo>
                    <a:pt x="71158" y="57391"/>
                  </a:lnTo>
                  <a:lnTo>
                    <a:pt x="71120" y="56591"/>
                  </a:lnTo>
                  <a:lnTo>
                    <a:pt x="70040" y="56324"/>
                  </a:lnTo>
                  <a:lnTo>
                    <a:pt x="67411" y="56489"/>
                  </a:lnTo>
                  <a:lnTo>
                    <a:pt x="66789" y="56730"/>
                  </a:lnTo>
                  <a:lnTo>
                    <a:pt x="66929" y="56007"/>
                  </a:lnTo>
                  <a:lnTo>
                    <a:pt x="66852" y="54483"/>
                  </a:lnTo>
                  <a:lnTo>
                    <a:pt x="66776" y="52946"/>
                  </a:lnTo>
                  <a:lnTo>
                    <a:pt x="66446" y="51727"/>
                  </a:lnTo>
                  <a:lnTo>
                    <a:pt x="66294" y="51739"/>
                  </a:lnTo>
                  <a:lnTo>
                    <a:pt x="79286" y="36576"/>
                  </a:lnTo>
                  <a:lnTo>
                    <a:pt x="79133" y="37528"/>
                  </a:lnTo>
                  <a:lnTo>
                    <a:pt x="79286" y="40601"/>
                  </a:lnTo>
                  <a:lnTo>
                    <a:pt x="79463" y="41287"/>
                  </a:lnTo>
                  <a:lnTo>
                    <a:pt x="78892" y="41135"/>
                  </a:lnTo>
                  <a:lnTo>
                    <a:pt x="77571" y="41224"/>
                  </a:lnTo>
                  <a:lnTo>
                    <a:pt x="76263" y="41300"/>
                  </a:lnTo>
                  <a:lnTo>
                    <a:pt x="75209" y="41694"/>
                  </a:lnTo>
                  <a:lnTo>
                    <a:pt x="75247" y="42494"/>
                  </a:lnTo>
                  <a:lnTo>
                    <a:pt x="76327" y="42760"/>
                  </a:lnTo>
                  <a:lnTo>
                    <a:pt x="78955" y="42595"/>
                  </a:lnTo>
                  <a:lnTo>
                    <a:pt x="79527" y="42379"/>
                  </a:lnTo>
                  <a:lnTo>
                    <a:pt x="79413" y="43078"/>
                  </a:lnTo>
                  <a:lnTo>
                    <a:pt x="79489" y="44615"/>
                  </a:lnTo>
                  <a:lnTo>
                    <a:pt x="79565" y="46139"/>
                  </a:lnTo>
                  <a:lnTo>
                    <a:pt x="79895" y="47358"/>
                  </a:lnTo>
                  <a:lnTo>
                    <a:pt x="80594" y="47320"/>
                  </a:lnTo>
                  <a:lnTo>
                    <a:pt x="80810" y="46062"/>
                  </a:lnTo>
                  <a:lnTo>
                    <a:pt x="80670" y="43002"/>
                  </a:lnTo>
                  <a:lnTo>
                    <a:pt x="80467" y="42316"/>
                  </a:lnTo>
                  <a:lnTo>
                    <a:pt x="81089" y="42456"/>
                  </a:lnTo>
                  <a:lnTo>
                    <a:pt x="82397" y="42379"/>
                  </a:lnTo>
                  <a:lnTo>
                    <a:pt x="83705" y="42291"/>
                  </a:lnTo>
                  <a:lnTo>
                    <a:pt x="84759" y="41897"/>
                  </a:lnTo>
                  <a:lnTo>
                    <a:pt x="84747" y="41770"/>
                  </a:lnTo>
                  <a:lnTo>
                    <a:pt x="93497" y="51955"/>
                  </a:lnTo>
                  <a:lnTo>
                    <a:pt x="92824" y="51993"/>
                  </a:lnTo>
                  <a:lnTo>
                    <a:pt x="92608" y="53238"/>
                  </a:lnTo>
                  <a:lnTo>
                    <a:pt x="92748" y="56311"/>
                  </a:lnTo>
                  <a:lnTo>
                    <a:pt x="92925" y="56997"/>
                  </a:lnTo>
                  <a:lnTo>
                    <a:pt x="92354" y="56845"/>
                  </a:lnTo>
                  <a:lnTo>
                    <a:pt x="91046" y="56934"/>
                  </a:lnTo>
                  <a:lnTo>
                    <a:pt x="89738" y="57023"/>
                  </a:lnTo>
                  <a:lnTo>
                    <a:pt x="88684" y="57404"/>
                  </a:lnTo>
                  <a:lnTo>
                    <a:pt x="88722" y="58216"/>
                  </a:lnTo>
                  <a:lnTo>
                    <a:pt x="89801" y="58470"/>
                  </a:lnTo>
                  <a:lnTo>
                    <a:pt x="92430" y="58305"/>
                  </a:lnTo>
                  <a:lnTo>
                    <a:pt x="93002" y="58089"/>
                  </a:lnTo>
                  <a:lnTo>
                    <a:pt x="92887" y="58788"/>
                  </a:lnTo>
                  <a:lnTo>
                    <a:pt x="92964" y="60325"/>
                  </a:lnTo>
                  <a:lnTo>
                    <a:pt x="93040" y="61849"/>
                  </a:lnTo>
                  <a:lnTo>
                    <a:pt x="93370" y="63080"/>
                  </a:lnTo>
                  <a:lnTo>
                    <a:pt x="93586" y="63068"/>
                  </a:lnTo>
                  <a:lnTo>
                    <a:pt x="93586" y="52247"/>
                  </a:lnTo>
                  <a:lnTo>
                    <a:pt x="93510" y="51968"/>
                  </a:lnTo>
                  <a:lnTo>
                    <a:pt x="97523" y="56654"/>
                  </a:lnTo>
                  <a:lnTo>
                    <a:pt x="97523" y="52273"/>
                  </a:lnTo>
                  <a:lnTo>
                    <a:pt x="84023" y="36537"/>
                  </a:lnTo>
                  <a:lnTo>
                    <a:pt x="84023" y="40932"/>
                  </a:lnTo>
                  <a:lnTo>
                    <a:pt x="83642" y="40830"/>
                  </a:lnTo>
                  <a:lnTo>
                    <a:pt x="81013" y="41008"/>
                  </a:lnTo>
                  <a:lnTo>
                    <a:pt x="80391" y="41236"/>
                  </a:lnTo>
                  <a:lnTo>
                    <a:pt x="80530" y="40513"/>
                  </a:lnTo>
                  <a:lnTo>
                    <a:pt x="80454" y="38989"/>
                  </a:lnTo>
                  <a:lnTo>
                    <a:pt x="80378" y="37452"/>
                  </a:lnTo>
                  <a:lnTo>
                    <a:pt x="80048" y="36283"/>
                  </a:lnTo>
                  <a:lnTo>
                    <a:pt x="84023" y="40932"/>
                  </a:lnTo>
                  <a:lnTo>
                    <a:pt x="84023" y="36537"/>
                  </a:lnTo>
                  <a:lnTo>
                    <a:pt x="83553" y="35979"/>
                  </a:lnTo>
                  <a:lnTo>
                    <a:pt x="80022" y="31864"/>
                  </a:lnTo>
                  <a:lnTo>
                    <a:pt x="80022" y="36245"/>
                  </a:lnTo>
                  <a:lnTo>
                    <a:pt x="79565" y="36271"/>
                  </a:lnTo>
                  <a:lnTo>
                    <a:pt x="79806" y="35979"/>
                  </a:lnTo>
                  <a:lnTo>
                    <a:pt x="80022" y="36245"/>
                  </a:lnTo>
                  <a:lnTo>
                    <a:pt x="80022" y="31864"/>
                  </a:lnTo>
                  <a:lnTo>
                    <a:pt x="79806" y="31610"/>
                  </a:lnTo>
                  <a:lnTo>
                    <a:pt x="65862" y="47891"/>
                  </a:lnTo>
                  <a:lnTo>
                    <a:pt x="65862" y="56781"/>
                  </a:lnTo>
                  <a:lnTo>
                    <a:pt x="65290" y="56629"/>
                  </a:lnTo>
                  <a:lnTo>
                    <a:pt x="63969" y="56718"/>
                  </a:lnTo>
                  <a:lnTo>
                    <a:pt x="62661" y="56794"/>
                  </a:lnTo>
                  <a:lnTo>
                    <a:pt x="61633" y="57188"/>
                  </a:lnTo>
                  <a:lnTo>
                    <a:pt x="61633" y="57962"/>
                  </a:lnTo>
                  <a:lnTo>
                    <a:pt x="61302" y="57556"/>
                  </a:lnTo>
                  <a:lnTo>
                    <a:pt x="61607" y="57200"/>
                  </a:lnTo>
                  <a:lnTo>
                    <a:pt x="61633" y="57962"/>
                  </a:lnTo>
                  <a:lnTo>
                    <a:pt x="61633" y="57188"/>
                  </a:lnTo>
                  <a:lnTo>
                    <a:pt x="65608" y="52527"/>
                  </a:lnTo>
                  <a:lnTo>
                    <a:pt x="65532" y="53022"/>
                  </a:lnTo>
                  <a:lnTo>
                    <a:pt x="65684" y="56095"/>
                  </a:lnTo>
                  <a:lnTo>
                    <a:pt x="65862" y="56781"/>
                  </a:lnTo>
                  <a:lnTo>
                    <a:pt x="65862" y="47891"/>
                  </a:lnTo>
                  <a:lnTo>
                    <a:pt x="57569" y="57556"/>
                  </a:lnTo>
                  <a:lnTo>
                    <a:pt x="79806" y="83502"/>
                  </a:lnTo>
                  <a:lnTo>
                    <a:pt x="83553" y="79146"/>
                  </a:lnTo>
                  <a:lnTo>
                    <a:pt x="102057" y="57556"/>
                  </a:lnTo>
                  <a:close/>
                </a:path>
                <a:path w="118109" h="244475">
                  <a:moveTo>
                    <a:pt x="117652" y="20002"/>
                  </a:moveTo>
                  <a:lnTo>
                    <a:pt x="104736" y="4940"/>
                  </a:lnTo>
                  <a:lnTo>
                    <a:pt x="104736" y="9334"/>
                  </a:lnTo>
                  <a:lnTo>
                    <a:pt x="104343" y="9232"/>
                  </a:lnTo>
                  <a:lnTo>
                    <a:pt x="101714" y="9398"/>
                  </a:lnTo>
                  <a:lnTo>
                    <a:pt x="101104" y="9626"/>
                  </a:lnTo>
                  <a:lnTo>
                    <a:pt x="101231" y="8902"/>
                  </a:lnTo>
                  <a:lnTo>
                    <a:pt x="101155" y="7378"/>
                  </a:lnTo>
                  <a:lnTo>
                    <a:pt x="101079" y="5854"/>
                  </a:lnTo>
                  <a:lnTo>
                    <a:pt x="100749" y="4673"/>
                  </a:lnTo>
                  <a:lnTo>
                    <a:pt x="104736" y="9334"/>
                  </a:lnTo>
                  <a:lnTo>
                    <a:pt x="104736" y="4940"/>
                  </a:lnTo>
                  <a:lnTo>
                    <a:pt x="104254" y="4368"/>
                  </a:lnTo>
                  <a:lnTo>
                    <a:pt x="100723" y="254"/>
                  </a:lnTo>
                  <a:lnTo>
                    <a:pt x="100723" y="4635"/>
                  </a:lnTo>
                  <a:lnTo>
                    <a:pt x="100266" y="4660"/>
                  </a:lnTo>
                  <a:lnTo>
                    <a:pt x="100507" y="4368"/>
                  </a:lnTo>
                  <a:lnTo>
                    <a:pt x="100723" y="4635"/>
                  </a:lnTo>
                  <a:lnTo>
                    <a:pt x="100723" y="254"/>
                  </a:lnTo>
                  <a:lnTo>
                    <a:pt x="100507" y="0"/>
                  </a:lnTo>
                  <a:lnTo>
                    <a:pt x="86563" y="16268"/>
                  </a:lnTo>
                  <a:lnTo>
                    <a:pt x="86563" y="25171"/>
                  </a:lnTo>
                  <a:lnTo>
                    <a:pt x="85991" y="25019"/>
                  </a:lnTo>
                  <a:lnTo>
                    <a:pt x="84683" y="25107"/>
                  </a:lnTo>
                  <a:lnTo>
                    <a:pt x="83375" y="25184"/>
                  </a:lnTo>
                  <a:lnTo>
                    <a:pt x="82346" y="25577"/>
                  </a:lnTo>
                  <a:lnTo>
                    <a:pt x="82346" y="26365"/>
                  </a:lnTo>
                  <a:lnTo>
                    <a:pt x="82003" y="25946"/>
                  </a:lnTo>
                  <a:lnTo>
                    <a:pt x="82308" y="25590"/>
                  </a:lnTo>
                  <a:lnTo>
                    <a:pt x="82346" y="26365"/>
                  </a:lnTo>
                  <a:lnTo>
                    <a:pt x="82346" y="25577"/>
                  </a:lnTo>
                  <a:lnTo>
                    <a:pt x="86321" y="20916"/>
                  </a:lnTo>
                  <a:lnTo>
                    <a:pt x="86233" y="21412"/>
                  </a:lnTo>
                  <a:lnTo>
                    <a:pt x="86385" y="24485"/>
                  </a:lnTo>
                  <a:lnTo>
                    <a:pt x="86563" y="25171"/>
                  </a:lnTo>
                  <a:lnTo>
                    <a:pt x="86563" y="16268"/>
                  </a:lnTo>
                  <a:lnTo>
                    <a:pt x="79806" y="24142"/>
                  </a:lnTo>
                  <a:lnTo>
                    <a:pt x="77622" y="21602"/>
                  </a:lnTo>
                  <a:lnTo>
                    <a:pt x="77622" y="25946"/>
                  </a:lnTo>
                  <a:lnTo>
                    <a:pt x="73482" y="30772"/>
                  </a:lnTo>
                  <a:lnTo>
                    <a:pt x="73596" y="30175"/>
                  </a:lnTo>
                  <a:lnTo>
                    <a:pt x="73456" y="27101"/>
                  </a:lnTo>
                  <a:lnTo>
                    <a:pt x="73253" y="26428"/>
                  </a:lnTo>
                  <a:lnTo>
                    <a:pt x="73875" y="26568"/>
                  </a:lnTo>
                  <a:lnTo>
                    <a:pt x="75184" y="26479"/>
                  </a:lnTo>
                  <a:lnTo>
                    <a:pt x="76492" y="26390"/>
                  </a:lnTo>
                  <a:lnTo>
                    <a:pt x="77546" y="26009"/>
                  </a:lnTo>
                  <a:lnTo>
                    <a:pt x="77533" y="25857"/>
                  </a:lnTo>
                  <a:lnTo>
                    <a:pt x="77622" y="21602"/>
                  </a:lnTo>
                  <a:lnTo>
                    <a:pt x="76847" y="20701"/>
                  </a:lnTo>
                  <a:lnTo>
                    <a:pt x="76847" y="25057"/>
                  </a:lnTo>
                  <a:lnTo>
                    <a:pt x="76428" y="24942"/>
                  </a:lnTo>
                  <a:lnTo>
                    <a:pt x="73799" y="25107"/>
                  </a:lnTo>
                  <a:lnTo>
                    <a:pt x="73190" y="25349"/>
                  </a:lnTo>
                  <a:lnTo>
                    <a:pt x="73317" y="24625"/>
                  </a:lnTo>
                  <a:lnTo>
                    <a:pt x="73240" y="23088"/>
                  </a:lnTo>
                  <a:lnTo>
                    <a:pt x="73164" y="21564"/>
                  </a:lnTo>
                  <a:lnTo>
                    <a:pt x="72898" y="20612"/>
                  </a:lnTo>
                  <a:lnTo>
                    <a:pt x="72898" y="31457"/>
                  </a:lnTo>
                  <a:lnTo>
                    <a:pt x="59118" y="47536"/>
                  </a:lnTo>
                  <a:lnTo>
                    <a:pt x="54317" y="41960"/>
                  </a:lnTo>
                  <a:lnTo>
                    <a:pt x="55397" y="42214"/>
                  </a:lnTo>
                  <a:lnTo>
                    <a:pt x="58013" y="42049"/>
                  </a:lnTo>
                  <a:lnTo>
                    <a:pt x="58597" y="41833"/>
                  </a:lnTo>
                  <a:lnTo>
                    <a:pt x="58483" y="42532"/>
                  </a:lnTo>
                  <a:lnTo>
                    <a:pt x="58547" y="44056"/>
                  </a:lnTo>
                  <a:lnTo>
                    <a:pt x="58623" y="45593"/>
                  </a:lnTo>
                  <a:lnTo>
                    <a:pt x="58966" y="46812"/>
                  </a:lnTo>
                  <a:lnTo>
                    <a:pt x="59651" y="46774"/>
                  </a:lnTo>
                  <a:lnTo>
                    <a:pt x="59867" y="45516"/>
                  </a:lnTo>
                  <a:lnTo>
                    <a:pt x="59728" y="42456"/>
                  </a:lnTo>
                  <a:lnTo>
                    <a:pt x="59524" y="41770"/>
                  </a:lnTo>
                  <a:lnTo>
                    <a:pt x="60147" y="41910"/>
                  </a:lnTo>
                  <a:lnTo>
                    <a:pt x="61455" y="41833"/>
                  </a:lnTo>
                  <a:lnTo>
                    <a:pt x="62763" y="41744"/>
                  </a:lnTo>
                  <a:lnTo>
                    <a:pt x="63830" y="41351"/>
                  </a:lnTo>
                  <a:lnTo>
                    <a:pt x="63779" y="40551"/>
                  </a:lnTo>
                  <a:lnTo>
                    <a:pt x="62699" y="40284"/>
                  </a:lnTo>
                  <a:lnTo>
                    <a:pt x="60071" y="40462"/>
                  </a:lnTo>
                  <a:lnTo>
                    <a:pt x="59461" y="40690"/>
                  </a:lnTo>
                  <a:lnTo>
                    <a:pt x="59588" y="39966"/>
                  </a:lnTo>
                  <a:lnTo>
                    <a:pt x="59512" y="38442"/>
                  </a:lnTo>
                  <a:lnTo>
                    <a:pt x="59436" y="36906"/>
                  </a:lnTo>
                  <a:lnTo>
                    <a:pt x="59105" y="35687"/>
                  </a:lnTo>
                  <a:lnTo>
                    <a:pt x="58420" y="35725"/>
                  </a:lnTo>
                  <a:lnTo>
                    <a:pt x="58191" y="36982"/>
                  </a:lnTo>
                  <a:lnTo>
                    <a:pt x="58343" y="40055"/>
                  </a:lnTo>
                  <a:lnTo>
                    <a:pt x="58521" y="40741"/>
                  </a:lnTo>
                  <a:lnTo>
                    <a:pt x="57950" y="40589"/>
                  </a:lnTo>
                  <a:lnTo>
                    <a:pt x="56642" y="40678"/>
                  </a:lnTo>
                  <a:lnTo>
                    <a:pt x="55333" y="40754"/>
                  </a:lnTo>
                  <a:lnTo>
                    <a:pt x="54267" y="41148"/>
                  </a:lnTo>
                  <a:lnTo>
                    <a:pt x="54305" y="41948"/>
                  </a:lnTo>
                  <a:lnTo>
                    <a:pt x="40982" y="26390"/>
                  </a:lnTo>
                  <a:lnTo>
                    <a:pt x="42049" y="26644"/>
                  </a:lnTo>
                  <a:lnTo>
                    <a:pt x="44678" y="26479"/>
                  </a:lnTo>
                  <a:lnTo>
                    <a:pt x="45250" y="26263"/>
                  </a:lnTo>
                  <a:lnTo>
                    <a:pt x="45135" y="26962"/>
                  </a:lnTo>
                  <a:lnTo>
                    <a:pt x="45212" y="28498"/>
                  </a:lnTo>
                  <a:lnTo>
                    <a:pt x="45275" y="30022"/>
                  </a:lnTo>
                  <a:lnTo>
                    <a:pt x="45618" y="31242"/>
                  </a:lnTo>
                  <a:lnTo>
                    <a:pt x="46304" y="31203"/>
                  </a:lnTo>
                  <a:lnTo>
                    <a:pt x="46532" y="29946"/>
                  </a:lnTo>
                  <a:lnTo>
                    <a:pt x="46380" y="26885"/>
                  </a:lnTo>
                  <a:lnTo>
                    <a:pt x="46189" y="26200"/>
                  </a:lnTo>
                  <a:lnTo>
                    <a:pt x="46799" y="26339"/>
                  </a:lnTo>
                  <a:lnTo>
                    <a:pt x="48107" y="26263"/>
                  </a:lnTo>
                  <a:lnTo>
                    <a:pt x="49428" y="26174"/>
                  </a:lnTo>
                  <a:lnTo>
                    <a:pt x="50482" y="25793"/>
                  </a:lnTo>
                  <a:lnTo>
                    <a:pt x="50431" y="24980"/>
                  </a:lnTo>
                  <a:lnTo>
                    <a:pt x="49364" y="24726"/>
                  </a:lnTo>
                  <a:lnTo>
                    <a:pt x="46736" y="24892"/>
                  </a:lnTo>
                  <a:lnTo>
                    <a:pt x="46113" y="25120"/>
                  </a:lnTo>
                  <a:lnTo>
                    <a:pt x="46240" y="24396"/>
                  </a:lnTo>
                  <a:lnTo>
                    <a:pt x="46164" y="22872"/>
                  </a:lnTo>
                  <a:lnTo>
                    <a:pt x="46101" y="21348"/>
                  </a:lnTo>
                  <a:lnTo>
                    <a:pt x="45758" y="20116"/>
                  </a:lnTo>
                  <a:lnTo>
                    <a:pt x="45605" y="20129"/>
                  </a:lnTo>
                  <a:lnTo>
                    <a:pt x="58610" y="4953"/>
                  </a:lnTo>
                  <a:lnTo>
                    <a:pt x="58445" y="5918"/>
                  </a:lnTo>
                  <a:lnTo>
                    <a:pt x="58597" y="8991"/>
                  </a:lnTo>
                  <a:lnTo>
                    <a:pt x="58775" y="9677"/>
                  </a:lnTo>
                  <a:lnTo>
                    <a:pt x="58204" y="9525"/>
                  </a:lnTo>
                  <a:lnTo>
                    <a:pt x="56896" y="9613"/>
                  </a:lnTo>
                  <a:lnTo>
                    <a:pt x="55587" y="9690"/>
                  </a:lnTo>
                  <a:lnTo>
                    <a:pt x="54521" y="10083"/>
                  </a:lnTo>
                  <a:lnTo>
                    <a:pt x="54571" y="10883"/>
                  </a:lnTo>
                  <a:lnTo>
                    <a:pt x="55651" y="11150"/>
                  </a:lnTo>
                  <a:lnTo>
                    <a:pt x="58280" y="10985"/>
                  </a:lnTo>
                  <a:lnTo>
                    <a:pt x="58851" y="10769"/>
                  </a:lnTo>
                  <a:lnTo>
                    <a:pt x="58737" y="11468"/>
                  </a:lnTo>
                  <a:lnTo>
                    <a:pt x="58813" y="13004"/>
                  </a:lnTo>
                  <a:lnTo>
                    <a:pt x="58877" y="14528"/>
                  </a:lnTo>
                  <a:lnTo>
                    <a:pt x="59220" y="15760"/>
                  </a:lnTo>
                  <a:lnTo>
                    <a:pt x="59905" y="15709"/>
                  </a:lnTo>
                  <a:lnTo>
                    <a:pt x="60121" y="14452"/>
                  </a:lnTo>
                  <a:lnTo>
                    <a:pt x="59982" y="11391"/>
                  </a:lnTo>
                  <a:lnTo>
                    <a:pt x="59791" y="10706"/>
                  </a:lnTo>
                  <a:lnTo>
                    <a:pt x="60401" y="10845"/>
                  </a:lnTo>
                  <a:lnTo>
                    <a:pt x="61709" y="10769"/>
                  </a:lnTo>
                  <a:lnTo>
                    <a:pt x="63017" y="10680"/>
                  </a:lnTo>
                  <a:lnTo>
                    <a:pt x="64084" y="10299"/>
                  </a:lnTo>
                  <a:lnTo>
                    <a:pt x="64071" y="10172"/>
                  </a:lnTo>
                  <a:lnTo>
                    <a:pt x="72809" y="20345"/>
                  </a:lnTo>
                  <a:lnTo>
                    <a:pt x="72771" y="25908"/>
                  </a:lnTo>
                  <a:lnTo>
                    <a:pt x="72771" y="20358"/>
                  </a:lnTo>
                  <a:lnTo>
                    <a:pt x="72136" y="20383"/>
                  </a:lnTo>
                  <a:lnTo>
                    <a:pt x="71920" y="21640"/>
                  </a:lnTo>
                  <a:lnTo>
                    <a:pt x="72072" y="24701"/>
                  </a:lnTo>
                  <a:lnTo>
                    <a:pt x="72250" y="25387"/>
                  </a:lnTo>
                  <a:lnTo>
                    <a:pt x="71678" y="25234"/>
                  </a:lnTo>
                  <a:lnTo>
                    <a:pt x="70358" y="25323"/>
                  </a:lnTo>
                  <a:lnTo>
                    <a:pt x="69049" y="25412"/>
                  </a:lnTo>
                  <a:lnTo>
                    <a:pt x="67995" y="25793"/>
                  </a:lnTo>
                  <a:lnTo>
                    <a:pt x="68033" y="26606"/>
                  </a:lnTo>
                  <a:lnTo>
                    <a:pt x="69113" y="26860"/>
                  </a:lnTo>
                  <a:lnTo>
                    <a:pt x="71742" y="26695"/>
                  </a:lnTo>
                  <a:lnTo>
                    <a:pt x="72326" y="26492"/>
                  </a:lnTo>
                  <a:lnTo>
                    <a:pt x="72212" y="27190"/>
                  </a:lnTo>
                  <a:lnTo>
                    <a:pt x="72275" y="28714"/>
                  </a:lnTo>
                  <a:lnTo>
                    <a:pt x="72351" y="30238"/>
                  </a:lnTo>
                  <a:lnTo>
                    <a:pt x="72682" y="31470"/>
                  </a:lnTo>
                  <a:lnTo>
                    <a:pt x="72898" y="31457"/>
                  </a:lnTo>
                  <a:lnTo>
                    <a:pt x="72898" y="20612"/>
                  </a:lnTo>
                  <a:lnTo>
                    <a:pt x="72834" y="20383"/>
                  </a:lnTo>
                  <a:lnTo>
                    <a:pt x="76847" y="25057"/>
                  </a:lnTo>
                  <a:lnTo>
                    <a:pt x="76847" y="20701"/>
                  </a:lnTo>
                  <a:lnTo>
                    <a:pt x="63347" y="4940"/>
                  </a:lnTo>
                  <a:lnTo>
                    <a:pt x="63347" y="9334"/>
                  </a:lnTo>
                  <a:lnTo>
                    <a:pt x="62953" y="9232"/>
                  </a:lnTo>
                  <a:lnTo>
                    <a:pt x="60337" y="9398"/>
                  </a:lnTo>
                  <a:lnTo>
                    <a:pt x="59715" y="9626"/>
                  </a:lnTo>
                  <a:lnTo>
                    <a:pt x="59842" y="8902"/>
                  </a:lnTo>
                  <a:lnTo>
                    <a:pt x="59766" y="7378"/>
                  </a:lnTo>
                  <a:lnTo>
                    <a:pt x="59690" y="5854"/>
                  </a:lnTo>
                  <a:lnTo>
                    <a:pt x="59359" y="4673"/>
                  </a:lnTo>
                  <a:lnTo>
                    <a:pt x="63347" y="9334"/>
                  </a:lnTo>
                  <a:lnTo>
                    <a:pt x="63347" y="4940"/>
                  </a:lnTo>
                  <a:lnTo>
                    <a:pt x="62865" y="4368"/>
                  </a:lnTo>
                  <a:lnTo>
                    <a:pt x="59334" y="254"/>
                  </a:lnTo>
                  <a:lnTo>
                    <a:pt x="59334" y="4635"/>
                  </a:lnTo>
                  <a:lnTo>
                    <a:pt x="58877" y="4660"/>
                  </a:lnTo>
                  <a:lnTo>
                    <a:pt x="59118" y="4368"/>
                  </a:lnTo>
                  <a:lnTo>
                    <a:pt x="59334" y="4635"/>
                  </a:lnTo>
                  <a:lnTo>
                    <a:pt x="59334" y="254"/>
                  </a:lnTo>
                  <a:lnTo>
                    <a:pt x="59118" y="0"/>
                  </a:lnTo>
                  <a:lnTo>
                    <a:pt x="45173" y="16281"/>
                  </a:lnTo>
                  <a:lnTo>
                    <a:pt x="45173" y="25171"/>
                  </a:lnTo>
                  <a:lnTo>
                    <a:pt x="44602" y="25019"/>
                  </a:lnTo>
                  <a:lnTo>
                    <a:pt x="43294" y="25107"/>
                  </a:lnTo>
                  <a:lnTo>
                    <a:pt x="41986" y="25184"/>
                  </a:lnTo>
                  <a:lnTo>
                    <a:pt x="40932" y="25577"/>
                  </a:lnTo>
                  <a:lnTo>
                    <a:pt x="40957" y="26365"/>
                  </a:lnTo>
                  <a:lnTo>
                    <a:pt x="40614" y="25946"/>
                  </a:lnTo>
                  <a:lnTo>
                    <a:pt x="40932" y="25577"/>
                  </a:lnTo>
                  <a:lnTo>
                    <a:pt x="44932" y="20916"/>
                  </a:lnTo>
                  <a:lnTo>
                    <a:pt x="44843" y="21412"/>
                  </a:lnTo>
                  <a:lnTo>
                    <a:pt x="44996" y="24485"/>
                  </a:lnTo>
                  <a:lnTo>
                    <a:pt x="45173" y="25171"/>
                  </a:lnTo>
                  <a:lnTo>
                    <a:pt x="45173" y="16281"/>
                  </a:lnTo>
                  <a:lnTo>
                    <a:pt x="36880" y="25946"/>
                  </a:lnTo>
                  <a:lnTo>
                    <a:pt x="59118" y="51904"/>
                  </a:lnTo>
                  <a:lnTo>
                    <a:pt x="62865" y="47536"/>
                  </a:lnTo>
                  <a:lnTo>
                    <a:pt x="79806" y="27762"/>
                  </a:lnTo>
                  <a:lnTo>
                    <a:pt x="100507" y="51904"/>
                  </a:lnTo>
                  <a:lnTo>
                    <a:pt x="104254" y="47536"/>
                  </a:lnTo>
                  <a:lnTo>
                    <a:pt x="117652" y="31902"/>
                  </a:lnTo>
                  <a:lnTo>
                    <a:pt x="117652" y="27533"/>
                  </a:lnTo>
                  <a:lnTo>
                    <a:pt x="114871" y="30772"/>
                  </a:lnTo>
                  <a:lnTo>
                    <a:pt x="114985" y="30175"/>
                  </a:lnTo>
                  <a:lnTo>
                    <a:pt x="114846" y="27101"/>
                  </a:lnTo>
                  <a:lnTo>
                    <a:pt x="114642" y="26428"/>
                  </a:lnTo>
                  <a:lnTo>
                    <a:pt x="115265" y="26568"/>
                  </a:lnTo>
                  <a:lnTo>
                    <a:pt x="117652" y="26416"/>
                  </a:lnTo>
                  <a:lnTo>
                    <a:pt x="117652" y="24955"/>
                  </a:lnTo>
                  <a:lnTo>
                    <a:pt x="115189" y="25107"/>
                  </a:lnTo>
                  <a:lnTo>
                    <a:pt x="114566" y="25349"/>
                  </a:lnTo>
                  <a:lnTo>
                    <a:pt x="114706" y="24625"/>
                  </a:lnTo>
                  <a:lnTo>
                    <a:pt x="114630" y="23088"/>
                  </a:lnTo>
                  <a:lnTo>
                    <a:pt x="114554" y="21564"/>
                  </a:lnTo>
                  <a:lnTo>
                    <a:pt x="114287" y="20586"/>
                  </a:lnTo>
                  <a:lnTo>
                    <a:pt x="114287" y="31457"/>
                  </a:lnTo>
                  <a:lnTo>
                    <a:pt x="100507" y="47536"/>
                  </a:lnTo>
                  <a:lnTo>
                    <a:pt x="95707" y="41960"/>
                  </a:lnTo>
                  <a:lnTo>
                    <a:pt x="96786" y="42214"/>
                  </a:lnTo>
                  <a:lnTo>
                    <a:pt x="99415" y="42049"/>
                  </a:lnTo>
                  <a:lnTo>
                    <a:pt x="99987" y="41833"/>
                  </a:lnTo>
                  <a:lnTo>
                    <a:pt x="99872" y="42532"/>
                  </a:lnTo>
                  <a:lnTo>
                    <a:pt x="99936" y="44056"/>
                  </a:lnTo>
                  <a:lnTo>
                    <a:pt x="100012" y="45593"/>
                  </a:lnTo>
                  <a:lnTo>
                    <a:pt x="100355" y="46812"/>
                  </a:lnTo>
                  <a:lnTo>
                    <a:pt x="101041" y="46774"/>
                  </a:lnTo>
                  <a:lnTo>
                    <a:pt x="101257" y="45516"/>
                  </a:lnTo>
                  <a:lnTo>
                    <a:pt x="101117" y="42456"/>
                  </a:lnTo>
                  <a:lnTo>
                    <a:pt x="100914" y="41770"/>
                  </a:lnTo>
                  <a:lnTo>
                    <a:pt x="101536" y="41910"/>
                  </a:lnTo>
                  <a:lnTo>
                    <a:pt x="102844" y="41833"/>
                  </a:lnTo>
                  <a:lnTo>
                    <a:pt x="104152" y="41744"/>
                  </a:lnTo>
                  <a:lnTo>
                    <a:pt x="105219" y="41351"/>
                  </a:lnTo>
                  <a:lnTo>
                    <a:pt x="105168" y="40551"/>
                  </a:lnTo>
                  <a:lnTo>
                    <a:pt x="104089" y="40284"/>
                  </a:lnTo>
                  <a:lnTo>
                    <a:pt x="101460" y="40462"/>
                  </a:lnTo>
                  <a:lnTo>
                    <a:pt x="100850" y="40690"/>
                  </a:lnTo>
                  <a:lnTo>
                    <a:pt x="100977" y="39966"/>
                  </a:lnTo>
                  <a:lnTo>
                    <a:pt x="100901" y="38442"/>
                  </a:lnTo>
                  <a:lnTo>
                    <a:pt x="100825" y="36906"/>
                  </a:lnTo>
                  <a:lnTo>
                    <a:pt x="100495" y="35687"/>
                  </a:lnTo>
                  <a:lnTo>
                    <a:pt x="99809" y="35725"/>
                  </a:lnTo>
                  <a:lnTo>
                    <a:pt x="99580" y="36982"/>
                  </a:lnTo>
                  <a:lnTo>
                    <a:pt x="99733" y="40055"/>
                  </a:lnTo>
                  <a:lnTo>
                    <a:pt x="99910" y="40741"/>
                  </a:lnTo>
                  <a:lnTo>
                    <a:pt x="99339" y="40589"/>
                  </a:lnTo>
                  <a:lnTo>
                    <a:pt x="98031" y="40678"/>
                  </a:lnTo>
                  <a:lnTo>
                    <a:pt x="96723" y="40754"/>
                  </a:lnTo>
                  <a:lnTo>
                    <a:pt x="95656" y="41148"/>
                  </a:lnTo>
                  <a:lnTo>
                    <a:pt x="95694" y="41948"/>
                  </a:lnTo>
                  <a:lnTo>
                    <a:pt x="82372" y="26390"/>
                  </a:lnTo>
                  <a:lnTo>
                    <a:pt x="83439" y="26644"/>
                  </a:lnTo>
                  <a:lnTo>
                    <a:pt x="86067" y="26479"/>
                  </a:lnTo>
                  <a:lnTo>
                    <a:pt x="86639" y="26263"/>
                  </a:lnTo>
                  <a:lnTo>
                    <a:pt x="86525" y="26962"/>
                  </a:lnTo>
                  <a:lnTo>
                    <a:pt x="86601" y="28498"/>
                  </a:lnTo>
                  <a:lnTo>
                    <a:pt x="86664" y="30022"/>
                  </a:lnTo>
                  <a:lnTo>
                    <a:pt x="87007" y="31242"/>
                  </a:lnTo>
                  <a:lnTo>
                    <a:pt x="87693" y="31203"/>
                  </a:lnTo>
                  <a:lnTo>
                    <a:pt x="87909" y="29946"/>
                  </a:lnTo>
                  <a:lnTo>
                    <a:pt x="87769" y="26885"/>
                  </a:lnTo>
                  <a:lnTo>
                    <a:pt x="87579" y="26200"/>
                  </a:lnTo>
                  <a:lnTo>
                    <a:pt x="88188" y="26339"/>
                  </a:lnTo>
                  <a:lnTo>
                    <a:pt x="89496" y="26263"/>
                  </a:lnTo>
                  <a:lnTo>
                    <a:pt x="90805" y="26174"/>
                  </a:lnTo>
                  <a:lnTo>
                    <a:pt x="91871" y="25793"/>
                  </a:lnTo>
                  <a:lnTo>
                    <a:pt x="91821" y="24980"/>
                  </a:lnTo>
                  <a:lnTo>
                    <a:pt x="90741" y="24726"/>
                  </a:lnTo>
                  <a:lnTo>
                    <a:pt x="88125" y="24892"/>
                  </a:lnTo>
                  <a:lnTo>
                    <a:pt x="87503" y="25120"/>
                  </a:lnTo>
                  <a:lnTo>
                    <a:pt x="87630" y="24396"/>
                  </a:lnTo>
                  <a:lnTo>
                    <a:pt x="87553" y="22872"/>
                  </a:lnTo>
                  <a:lnTo>
                    <a:pt x="87490" y="21348"/>
                  </a:lnTo>
                  <a:lnTo>
                    <a:pt x="87147" y="20116"/>
                  </a:lnTo>
                  <a:lnTo>
                    <a:pt x="86995" y="20129"/>
                  </a:lnTo>
                  <a:lnTo>
                    <a:pt x="99999" y="4953"/>
                  </a:lnTo>
                  <a:lnTo>
                    <a:pt x="99834" y="5918"/>
                  </a:lnTo>
                  <a:lnTo>
                    <a:pt x="99987" y="8991"/>
                  </a:lnTo>
                  <a:lnTo>
                    <a:pt x="100164" y="9677"/>
                  </a:lnTo>
                  <a:lnTo>
                    <a:pt x="99593" y="9525"/>
                  </a:lnTo>
                  <a:lnTo>
                    <a:pt x="98285" y="9613"/>
                  </a:lnTo>
                  <a:lnTo>
                    <a:pt x="96977" y="9690"/>
                  </a:lnTo>
                  <a:lnTo>
                    <a:pt x="95910" y="10083"/>
                  </a:lnTo>
                  <a:lnTo>
                    <a:pt x="95961" y="10883"/>
                  </a:lnTo>
                  <a:lnTo>
                    <a:pt x="97040" y="11150"/>
                  </a:lnTo>
                  <a:lnTo>
                    <a:pt x="99669" y="10985"/>
                  </a:lnTo>
                  <a:lnTo>
                    <a:pt x="100241" y="10769"/>
                  </a:lnTo>
                  <a:lnTo>
                    <a:pt x="100126" y="11468"/>
                  </a:lnTo>
                  <a:lnTo>
                    <a:pt x="100203" y="13004"/>
                  </a:lnTo>
                  <a:lnTo>
                    <a:pt x="100266" y="14528"/>
                  </a:lnTo>
                  <a:lnTo>
                    <a:pt x="100609" y="15760"/>
                  </a:lnTo>
                  <a:lnTo>
                    <a:pt x="101295" y="15709"/>
                  </a:lnTo>
                  <a:lnTo>
                    <a:pt x="101511" y="14452"/>
                  </a:lnTo>
                  <a:lnTo>
                    <a:pt x="101371" y="11391"/>
                  </a:lnTo>
                  <a:lnTo>
                    <a:pt x="101168" y="10706"/>
                  </a:lnTo>
                  <a:lnTo>
                    <a:pt x="101790" y="10845"/>
                  </a:lnTo>
                  <a:lnTo>
                    <a:pt x="103098" y="10769"/>
                  </a:lnTo>
                  <a:lnTo>
                    <a:pt x="104406" y="10680"/>
                  </a:lnTo>
                  <a:lnTo>
                    <a:pt x="105473" y="10299"/>
                  </a:lnTo>
                  <a:lnTo>
                    <a:pt x="114185" y="20345"/>
                  </a:lnTo>
                  <a:lnTo>
                    <a:pt x="114160" y="25908"/>
                  </a:lnTo>
                  <a:lnTo>
                    <a:pt x="114160" y="20358"/>
                  </a:lnTo>
                  <a:lnTo>
                    <a:pt x="113525" y="20383"/>
                  </a:lnTo>
                  <a:lnTo>
                    <a:pt x="113309" y="21640"/>
                  </a:lnTo>
                  <a:lnTo>
                    <a:pt x="113461" y="24701"/>
                  </a:lnTo>
                  <a:lnTo>
                    <a:pt x="113639" y="25387"/>
                  </a:lnTo>
                  <a:lnTo>
                    <a:pt x="113055" y="25234"/>
                  </a:lnTo>
                  <a:lnTo>
                    <a:pt x="111747" y="25323"/>
                  </a:lnTo>
                  <a:lnTo>
                    <a:pt x="110439" y="25412"/>
                  </a:lnTo>
                  <a:lnTo>
                    <a:pt x="109385" y="25793"/>
                  </a:lnTo>
                  <a:lnTo>
                    <a:pt x="109423" y="26606"/>
                  </a:lnTo>
                  <a:lnTo>
                    <a:pt x="110502" y="26860"/>
                  </a:lnTo>
                  <a:lnTo>
                    <a:pt x="113131" y="26695"/>
                  </a:lnTo>
                  <a:lnTo>
                    <a:pt x="113715" y="26492"/>
                  </a:lnTo>
                  <a:lnTo>
                    <a:pt x="113588" y="27190"/>
                  </a:lnTo>
                  <a:lnTo>
                    <a:pt x="113665" y="28714"/>
                  </a:lnTo>
                  <a:lnTo>
                    <a:pt x="113741" y="30238"/>
                  </a:lnTo>
                  <a:lnTo>
                    <a:pt x="114071" y="31470"/>
                  </a:lnTo>
                  <a:lnTo>
                    <a:pt x="114287" y="31457"/>
                  </a:lnTo>
                  <a:lnTo>
                    <a:pt x="114287" y="20586"/>
                  </a:lnTo>
                  <a:lnTo>
                    <a:pt x="114236" y="20396"/>
                  </a:lnTo>
                  <a:lnTo>
                    <a:pt x="117652" y="24371"/>
                  </a:lnTo>
                  <a:lnTo>
                    <a:pt x="117652" y="20002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 descr=""/>
            <p:cNvSpPr/>
            <p:nvPr/>
          </p:nvSpPr>
          <p:spPr>
            <a:xfrm>
              <a:off x="10570934" y="7624222"/>
              <a:ext cx="102235" cy="83820"/>
            </a:xfrm>
            <a:custGeom>
              <a:avLst/>
              <a:gdLst/>
              <a:ahLst/>
              <a:cxnLst/>
              <a:rect l="l" t="t" r="r" b="b"/>
              <a:pathLst>
                <a:path w="102234" h="83820">
                  <a:moveTo>
                    <a:pt x="1828" y="72948"/>
                  </a:moveTo>
                  <a:lnTo>
                    <a:pt x="1790" y="72148"/>
                  </a:lnTo>
                  <a:lnTo>
                    <a:pt x="711" y="71882"/>
                  </a:lnTo>
                  <a:lnTo>
                    <a:pt x="0" y="71932"/>
                  </a:lnTo>
                  <a:lnTo>
                    <a:pt x="0" y="73393"/>
                  </a:lnTo>
                  <a:lnTo>
                    <a:pt x="774" y="73342"/>
                  </a:lnTo>
                  <a:lnTo>
                    <a:pt x="1828" y="72948"/>
                  </a:lnTo>
                  <a:close/>
                </a:path>
                <a:path w="102234" h="83820">
                  <a:moveTo>
                    <a:pt x="9093" y="25781"/>
                  </a:moveTo>
                  <a:lnTo>
                    <a:pt x="9055" y="24968"/>
                  </a:lnTo>
                  <a:lnTo>
                    <a:pt x="7975" y="24714"/>
                  </a:lnTo>
                  <a:lnTo>
                    <a:pt x="5346" y="24879"/>
                  </a:lnTo>
                  <a:lnTo>
                    <a:pt x="4724" y="25107"/>
                  </a:lnTo>
                  <a:lnTo>
                    <a:pt x="4851" y="24384"/>
                  </a:lnTo>
                  <a:lnTo>
                    <a:pt x="4775" y="22860"/>
                  </a:lnTo>
                  <a:lnTo>
                    <a:pt x="4711" y="21336"/>
                  </a:lnTo>
                  <a:lnTo>
                    <a:pt x="4368" y="20104"/>
                  </a:lnTo>
                  <a:lnTo>
                    <a:pt x="3683" y="20154"/>
                  </a:lnTo>
                  <a:lnTo>
                    <a:pt x="3467" y="21399"/>
                  </a:lnTo>
                  <a:lnTo>
                    <a:pt x="3606" y="24472"/>
                  </a:lnTo>
                  <a:lnTo>
                    <a:pt x="3784" y="25158"/>
                  </a:lnTo>
                  <a:lnTo>
                    <a:pt x="3213" y="25006"/>
                  </a:lnTo>
                  <a:lnTo>
                    <a:pt x="596" y="25184"/>
                  </a:lnTo>
                  <a:lnTo>
                    <a:pt x="0" y="25400"/>
                  </a:lnTo>
                  <a:lnTo>
                    <a:pt x="0" y="26466"/>
                  </a:lnTo>
                  <a:lnTo>
                    <a:pt x="660" y="26631"/>
                  </a:lnTo>
                  <a:lnTo>
                    <a:pt x="3289" y="26466"/>
                  </a:lnTo>
                  <a:lnTo>
                    <a:pt x="3860" y="26250"/>
                  </a:lnTo>
                  <a:lnTo>
                    <a:pt x="3746" y="26949"/>
                  </a:lnTo>
                  <a:lnTo>
                    <a:pt x="3822" y="28486"/>
                  </a:lnTo>
                  <a:lnTo>
                    <a:pt x="3886" y="30010"/>
                  </a:lnTo>
                  <a:lnTo>
                    <a:pt x="4229" y="31242"/>
                  </a:lnTo>
                  <a:lnTo>
                    <a:pt x="4914" y="31191"/>
                  </a:lnTo>
                  <a:lnTo>
                    <a:pt x="5143" y="29933"/>
                  </a:lnTo>
                  <a:lnTo>
                    <a:pt x="4991" y="26873"/>
                  </a:lnTo>
                  <a:lnTo>
                    <a:pt x="4800" y="26187"/>
                  </a:lnTo>
                  <a:lnTo>
                    <a:pt x="5410" y="26327"/>
                  </a:lnTo>
                  <a:lnTo>
                    <a:pt x="6731" y="26250"/>
                  </a:lnTo>
                  <a:lnTo>
                    <a:pt x="8039" y="26162"/>
                  </a:lnTo>
                  <a:lnTo>
                    <a:pt x="9093" y="25781"/>
                  </a:lnTo>
                  <a:close/>
                </a:path>
                <a:path w="102234" h="83820">
                  <a:moveTo>
                    <a:pt x="22440" y="41351"/>
                  </a:moveTo>
                  <a:lnTo>
                    <a:pt x="22390" y="40538"/>
                  </a:lnTo>
                  <a:lnTo>
                    <a:pt x="21323" y="40271"/>
                  </a:lnTo>
                  <a:lnTo>
                    <a:pt x="18694" y="40449"/>
                  </a:lnTo>
                  <a:lnTo>
                    <a:pt x="18072" y="40678"/>
                  </a:lnTo>
                  <a:lnTo>
                    <a:pt x="18199" y="39954"/>
                  </a:lnTo>
                  <a:lnTo>
                    <a:pt x="18122" y="38430"/>
                  </a:lnTo>
                  <a:lnTo>
                    <a:pt x="18059" y="36906"/>
                  </a:lnTo>
                  <a:lnTo>
                    <a:pt x="17716" y="35674"/>
                  </a:lnTo>
                  <a:lnTo>
                    <a:pt x="17030" y="35712"/>
                  </a:lnTo>
                  <a:lnTo>
                    <a:pt x="16802" y="36969"/>
                  </a:lnTo>
                  <a:lnTo>
                    <a:pt x="16954" y="40043"/>
                  </a:lnTo>
                  <a:lnTo>
                    <a:pt x="17132" y="40728"/>
                  </a:lnTo>
                  <a:lnTo>
                    <a:pt x="16560" y="40576"/>
                  </a:lnTo>
                  <a:lnTo>
                    <a:pt x="15252" y="40665"/>
                  </a:lnTo>
                  <a:lnTo>
                    <a:pt x="13944" y="40741"/>
                  </a:lnTo>
                  <a:lnTo>
                    <a:pt x="12877" y="41135"/>
                  </a:lnTo>
                  <a:lnTo>
                    <a:pt x="12928" y="41935"/>
                  </a:lnTo>
                  <a:lnTo>
                    <a:pt x="14008" y="42202"/>
                  </a:lnTo>
                  <a:lnTo>
                    <a:pt x="16637" y="42037"/>
                  </a:lnTo>
                  <a:lnTo>
                    <a:pt x="17208" y="41821"/>
                  </a:lnTo>
                  <a:lnTo>
                    <a:pt x="17094" y="42519"/>
                  </a:lnTo>
                  <a:lnTo>
                    <a:pt x="17170" y="44056"/>
                  </a:lnTo>
                  <a:lnTo>
                    <a:pt x="17233" y="45580"/>
                  </a:lnTo>
                  <a:lnTo>
                    <a:pt x="17576" y="46799"/>
                  </a:lnTo>
                  <a:lnTo>
                    <a:pt x="18262" y="46761"/>
                  </a:lnTo>
                  <a:lnTo>
                    <a:pt x="18478" y="45504"/>
                  </a:lnTo>
                  <a:lnTo>
                    <a:pt x="18338" y="42443"/>
                  </a:lnTo>
                  <a:lnTo>
                    <a:pt x="18148" y="41757"/>
                  </a:lnTo>
                  <a:lnTo>
                    <a:pt x="18757" y="41897"/>
                  </a:lnTo>
                  <a:lnTo>
                    <a:pt x="20066" y="41821"/>
                  </a:lnTo>
                  <a:lnTo>
                    <a:pt x="21374" y="41732"/>
                  </a:lnTo>
                  <a:lnTo>
                    <a:pt x="22440" y="41351"/>
                  </a:lnTo>
                  <a:close/>
                </a:path>
                <a:path w="102234" h="83820">
                  <a:moveTo>
                    <a:pt x="22694" y="10287"/>
                  </a:moveTo>
                  <a:lnTo>
                    <a:pt x="22644" y="9474"/>
                  </a:lnTo>
                  <a:lnTo>
                    <a:pt x="21577" y="9220"/>
                  </a:lnTo>
                  <a:lnTo>
                    <a:pt x="18948" y="9385"/>
                  </a:lnTo>
                  <a:lnTo>
                    <a:pt x="18326" y="9613"/>
                  </a:lnTo>
                  <a:lnTo>
                    <a:pt x="18453" y="8902"/>
                  </a:lnTo>
                  <a:lnTo>
                    <a:pt x="18376" y="7366"/>
                  </a:lnTo>
                  <a:lnTo>
                    <a:pt x="18313" y="5842"/>
                  </a:lnTo>
                  <a:lnTo>
                    <a:pt x="17970" y="4610"/>
                  </a:lnTo>
                  <a:lnTo>
                    <a:pt x="17284" y="4660"/>
                  </a:lnTo>
                  <a:lnTo>
                    <a:pt x="17056" y="5918"/>
                  </a:lnTo>
                  <a:lnTo>
                    <a:pt x="17208" y="8978"/>
                  </a:lnTo>
                  <a:lnTo>
                    <a:pt x="17386" y="9664"/>
                  </a:lnTo>
                  <a:lnTo>
                    <a:pt x="16814" y="9512"/>
                  </a:lnTo>
                  <a:lnTo>
                    <a:pt x="15506" y="9601"/>
                  </a:lnTo>
                  <a:lnTo>
                    <a:pt x="14198" y="9690"/>
                  </a:lnTo>
                  <a:lnTo>
                    <a:pt x="13144" y="10071"/>
                  </a:lnTo>
                  <a:lnTo>
                    <a:pt x="13182" y="10883"/>
                  </a:lnTo>
                  <a:lnTo>
                    <a:pt x="14262" y="11137"/>
                  </a:lnTo>
                  <a:lnTo>
                    <a:pt x="16891" y="10972"/>
                  </a:lnTo>
                  <a:lnTo>
                    <a:pt x="17462" y="10756"/>
                  </a:lnTo>
                  <a:lnTo>
                    <a:pt x="17348" y="11468"/>
                  </a:lnTo>
                  <a:lnTo>
                    <a:pt x="17424" y="12992"/>
                  </a:lnTo>
                  <a:lnTo>
                    <a:pt x="17487" y="14516"/>
                  </a:lnTo>
                  <a:lnTo>
                    <a:pt x="17830" y="15748"/>
                  </a:lnTo>
                  <a:lnTo>
                    <a:pt x="18516" y="15697"/>
                  </a:lnTo>
                  <a:lnTo>
                    <a:pt x="18745" y="14452"/>
                  </a:lnTo>
                  <a:lnTo>
                    <a:pt x="18592" y="11379"/>
                  </a:lnTo>
                  <a:lnTo>
                    <a:pt x="18402" y="10706"/>
                  </a:lnTo>
                  <a:lnTo>
                    <a:pt x="19011" y="10845"/>
                  </a:lnTo>
                  <a:lnTo>
                    <a:pt x="20320" y="10756"/>
                  </a:lnTo>
                  <a:lnTo>
                    <a:pt x="21640" y="10668"/>
                  </a:lnTo>
                  <a:lnTo>
                    <a:pt x="22694" y="10287"/>
                  </a:lnTo>
                  <a:close/>
                </a:path>
                <a:path w="102234" h="83820">
                  <a:moveTo>
                    <a:pt x="36156" y="25996"/>
                  </a:moveTo>
                  <a:lnTo>
                    <a:pt x="36118" y="25196"/>
                  </a:lnTo>
                  <a:lnTo>
                    <a:pt x="35039" y="24930"/>
                  </a:lnTo>
                  <a:lnTo>
                    <a:pt x="32410" y="25095"/>
                  </a:lnTo>
                  <a:lnTo>
                    <a:pt x="31800" y="25336"/>
                  </a:lnTo>
                  <a:lnTo>
                    <a:pt x="31927" y="24612"/>
                  </a:lnTo>
                  <a:lnTo>
                    <a:pt x="31851" y="23088"/>
                  </a:lnTo>
                  <a:lnTo>
                    <a:pt x="31775" y="21551"/>
                  </a:lnTo>
                  <a:lnTo>
                    <a:pt x="31445" y="20332"/>
                  </a:lnTo>
                  <a:lnTo>
                    <a:pt x="30759" y="20370"/>
                  </a:lnTo>
                  <a:lnTo>
                    <a:pt x="30530" y="21628"/>
                  </a:lnTo>
                  <a:lnTo>
                    <a:pt x="30683" y="24701"/>
                  </a:lnTo>
                  <a:lnTo>
                    <a:pt x="30861" y="25374"/>
                  </a:lnTo>
                  <a:lnTo>
                    <a:pt x="30289" y="25234"/>
                  </a:lnTo>
                  <a:lnTo>
                    <a:pt x="28981" y="25311"/>
                  </a:lnTo>
                  <a:lnTo>
                    <a:pt x="27660" y="25400"/>
                  </a:lnTo>
                  <a:lnTo>
                    <a:pt x="26606" y="25781"/>
                  </a:lnTo>
                  <a:lnTo>
                    <a:pt x="26657" y="26593"/>
                  </a:lnTo>
                  <a:lnTo>
                    <a:pt x="27724" y="26860"/>
                  </a:lnTo>
                  <a:lnTo>
                    <a:pt x="30353" y="26682"/>
                  </a:lnTo>
                  <a:lnTo>
                    <a:pt x="30937" y="26479"/>
                  </a:lnTo>
                  <a:lnTo>
                    <a:pt x="30822" y="27178"/>
                  </a:lnTo>
                  <a:lnTo>
                    <a:pt x="30886" y="28702"/>
                  </a:lnTo>
                  <a:lnTo>
                    <a:pt x="30962" y="30238"/>
                  </a:lnTo>
                  <a:lnTo>
                    <a:pt x="31305" y="31457"/>
                  </a:lnTo>
                  <a:lnTo>
                    <a:pt x="31991" y="31419"/>
                  </a:lnTo>
                  <a:lnTo>
                    <a:pt x="32207" y="30162"/>
                  </a:lnTo>
                  <a:lnTo>
                    <a:pt x="32067" y="27089"/>
                  </a:lnTo>
                  <a:lnTo>
                    <a:pt x="31864" y="26416"/>
                  </a:lnTo>
                  <a:lnTo>
                    <a:pt x="32486" y="26555"/>
                  </a:lnTo>
                  <a:lnTo>
                    <a:pt x="33794" y="26466"/>
                  </a:lnTo>
                  <a:lnTo>
                    <a:pt x="35102" y="26390"/>
                  </a:lnTo>
                  <a:lnTo>
                    <a:pt x="36156" y="25996"/>
                  </a:lnTo>
                  <a:close/>
                </a:path>
                <a:path w="102234" h="83820">
                  <a:moveTo>
                    <a:pt x="81368" y="25946"/>
                  </a:moveTo>
                  <a:lnTo>
                    <a:pt x="77622" y="21577"/>
                  </a:lnTo>
                  <a:lnTo>
                    <a:pt x="77622" y="25946"/>
                  </a:lnTo>
                  <a:lnTo>
                    <a:pt x="73482" y="30772"/>
                  </a:lnTo>
                  <a:lnTo>
                    <a:pt x="73596" y="30162"/>
                  </a:lnTo>
                  <a:lnTo>
                    <a:pt x="73456" y="27089"/>
                  </a:lnTo>
                  <a:lnTo>
                    <a:pt x="73253" y="26416"/>
                  </a:lnTo>
                  <a:lnTo>
                    <a:pt x="73875" y="26555"/>
                  </a:lnTo>
                  <a:lnTo>
                    <a:pt x="75184" y="26466"/>
                  </a:lnTo>
                  <a:lnTo>
                    <a:pt x="76492" y="26390"/>
                  </a:lnTo>
                  <a:lnTo>
                    <a:pt x="77546" y="25996"/>
                  </a:lnTo>
                  <a:lnTo>
                    <a:pt x="77533" y="25857"/>
                  </a:lnTo>
                  <a:lnTo>
                    <a:pt x="77622" y="21577"/>
                  </a:lnTo>
                  <a:lnTo>
                    <a:pt x="76822" y="20650"/>
                  </a:lnTo>
                  <a:lnTo>
                    <a:pt x="76822" y="25031"/>
                  </a:lnTo>
                  <a:lnTo>
                    <a:pt x="76428" y="24930"/>
                  </a:lnTo>
                  <a:lnTo>
                    <a:pt x="73799" y="25095"/>
                  </a:lnTo>
                  <a:lnTo>
                    <a:pt x="73190" y="25336"/>
                  </a:lnTo>
                  <a:lnTo>
                    <a:pt x="73317" y="24612"/>
                  </a:lnTo>
                  <a:lnTo>
                    <a:pt x="73240" y="23088"/>
                  </a:lnTo>
                  <a:lnTo>
                    <a:pt x="73164" y="21551"/>
                  </a:lnTo>
                  <a:lnTo>
                    <a:pt x="72898" y="20612"/>
                  </a:lnTo>
                  <a:lnTo>
                    <a:pt x="72898" y="31457"/>
                  </a:lnTo>
                  <a:lnTo>
                    <a:pt x="59118" y="47523"/>
                  </a:lnTo>
                  <a:lnTo>
                    <a:pt x="54317" y="41948"/>
                  </a:lnTo>
                  <a:lnTo>
                    <a:pt x="55397" y="42202"/>
                  </a:lnTo>
                  <a:lnTo>
                    <a:pt x="58013" y="42037"/>
                  </a:lnTo>
                  <a:lnTo>
                    <a:pt x="58597" y="41821"/>
                  </a:lnTo>
                  <a:lnTo>
                    <a:pt x="58483" y="42519"/>
                  </a:lnTo>
                  <a:lnTo>
                    <a:pt x="58547" y="44056"/>
                  </a:lnTo>
                  <a:lnTo>
                    <a:pt x="58623" y="45580"/>
                  </a:lnTo>
                  <a:lnTo>
                    <a:pt x="58966" y="46799"/>
                  </a:lnTo>
                  <a:lnTo>
                    <a:pt x="59651" y="46761"/>
                  </a:lnTo>
                  <a:lnTo>
                    <a:pt x="59867" y="45504"/>
                  </a:lnTo>
                  <a:lnTo>
                    <a:pt x="59728" y="42443"/>
                  </a:lnTo>
                  <a:lnTo>
                    <a:pt x="59524" y="41757"/>
                  </a:lnTo>
                  <a:lnTo>
                    <a:pt x="60147" y="41897"/>
                  </a:lnTo>
                  <a:lnTo>
                    <a:pt x="61455" y="41821"/>
                  </a:lnTo>
                  <a:lnTo>
                    <a:pt x="62763" y="41732"/>
                  </a:lnTo>
                  <a:lnTo>
                    <a:pt x="63830" y="41351"/>
                  </a:lnTo>
                  <a:lnTo>
                    <a:pt x="63779" y="40538"/>
                  </a:lnTo>
                  <a:lnTo>
                    <a:pt x="62699" y="40271"/>
                  </a:lnTo>
                  <a:lnTo>
                    <a:pt x="60071" y="40449"/>
                  </a:lnTo>
                  <a:lnTo>
                    <a:pt x="59461" y="40678"/>
                  </a:lnTo>
                  <a:lnTo>
                    <a:pt x="59588" y="39954"/>
                  </a:lnTo>
                  <a:lnTo>
                    <a:pt x="59512" y="38430"/>
                  </a:lnTo>
                  <a:lnTo>
                    <a:pt x="59436" y="36906"/>
                  </a:lnTo>
                  <a:lnTo>
                    <a:pt x="59105" y="35674"/>
                  </a:lnTo>
                  <a:lnTo>
                    <a:pt x="58420" y="35712"/>
                  </a:lnTo>
                  <a:lnTo>
                    <a:pt x="58191" y="36969"/>
                  </a:lnTo>
                  <a:lnTo>
                    <a:pt x="58343" y="40043"/>
                  </a:lnTo>
                  <a:lnTo>
                    <a:pt x="58521" y="40728"/>
                  </a:lnTo>
                  <a:lnTo>
                    <a:pt x="57950" y="40576"/>
                  </a:lnTo>
                  <a:lnTo>
                    <a:pt x="56642" y="40665"/>
                  </a:lnTo>
                  <a:lnTo>
                    <a:pt x="55333" y="40741"/>
                  </a:lnTo>
                  <a:lnTo>
                    <a:pt x="54267" y="41135"/>
                  </a:lnTo>
                  <a:lnTo>
                    <a:pt x="54305" y="41935"/>
                  </a:lnTo>
                  <a:lnTo>
                    <a:pt x="40982" y="26390"/>
                  </a:lnTo>
                  <a:lnTo>
                    <a:pt x="42049" y="26631"/>
                  </a:lnTo>
                  <a:lnTo>
                    <a:pt x="44678" y="26466"/>
                  </a:lnTo>
                  <a:lnTo>
                    <a:pt x="45250" y="26250"/>
                  </a:lnTo>
                  <a:lnTo>
                    <a:pt x="45135" y="26949"/>
                  </a:lnTo>
                  <a:lnTo>
                    <a:pt x="45212" y="28486"/>
                  </a:lnTo>
                  <a:lnTo>
                    <a:pt x="45275" y="30010"/>
                  </a:lnTo>
                  <a:lnTo>
                    <a:pt x="45618" y="31242"/>
                  </a:lnTo>
                  <a:lnTo>
                    <a:pt x="46304" y="31191"/>
                  </a:lnTo>
                  <a:lnTo>
                    <a:pt x="46532" y="29933"/>
                  </a:lnTo>
                  <a:lnTo>
                    <a:pt x="46380" y="26873"/>
                  </a:lnTo>
                  <a:lnTo>
                    <a:pt x="46189" y="26187"/>
                  </a:lnTo>
                  <a:lnTo>
                    <a:pt x="46799" y="26327"/>
                  </a:lnTo>
                  <a:lnTo>
                    <a:pt x="48107" y="26250"/>
                  </a:lnTo>
                  <a:lnTo>
                    <a:pt x="49428" y="26162"/>
                  </a:lnTo>
                  <a:lnTo>
                    <a:pt x="50482" y="25781"/>
                  </a:lnTo>
                  <a:lnTo>
                    <a:pt x="50431" y="24968"/>
                  </a:lnTo>
                  <a:lnTo>
                    <a:pt x="49364" y="24714"/>
                  </a:lnTo>
                  <a:lnTo>
                    <a:pt x="46736" y="24879"/>
                  </a:lnTo>
                  <a:lnTo>
                    <a:pt x="46113" y="25107"/>
                  </a:lnTo>
                  <a:lnTo>
                    <a:pt x="46240" y="24384"/>
                  </a:lnTo>
                  <a:lnTo>
                    <a:pt x="46164" y="22860"/>
                  </a:lnTo>
                  <a:lnTo>
                    <a:pt x="46101" y="21336"/>
                  </a:lnTo>
                  <a:lnTo>
                    <a:pt x="45758" y="20104"/>
                  </a:lnTo>
                  <a:lnTo>
                    <a:pt x="45605" y="20116"/>
                  </a:lnTo>
                  <a:lnTo>
                    <a:pt x="58623" y="4940"/>
                  </a:lnTo>
                  <a:lnTo>
                    <a:pt x="58445" y="5918"/>
                  </a:lnTo>
                  <a:lnTo>
                    <a:pt x="58597" y="8978"/>
                  </a:lnTo>
                  <a:lnTo>
                    <a:pt x="58928" y="10210"/>
                  </a:lnTo>
                  <a:lnTo>
                    <a:pt x="59626" y="10160"/>
                  </a:lnTo>
                  <a:lnTo>
                    <a:pt x="59842" y="8902"/>
                  </a:lnTo>
                  <a:lnTo>
                    <a:pt x="59766" y="7366"/>
                  </a:lnTo>
                  <a:lnTo>
                    <a:pt x="59690" y="5842"/>
                  </a:lnTo>
                  <a:lnTo>
                    <a:pt x="59359" y="4660"/>
                  </a:lnTo>
                  <a:lnTo>
                    <a:pt x="72809" y="20345"/>
                  </a:lnTo>
                  <a:lnTo>
                    <a:pt x="72771" y="25895"/>
                  </a:lnTo>
                  <a:lnTo>
                    <a:pt x="72771" y="20358"/>
                  </a:lnTo>
                  <a:lnTo>
                    <a:pt x="72136" y="20370"/>
                  </a:lnTo>
                  <a:lnTo>
                    <a:pt x="71920" y="21628"/>
                  </a:lnTo>
                  <a:lnTo>
                    <a:pt x="72072" y="24701"/>
                  </a:lnTo>
                  <a:lnTo>
                    <a:pt x="72250" y="25374"/>
                  </a:lnTo>
                  <a:lnTo>
                    <a:pt x="71678" y="25234"/>
                  </a:lnTo>
                  <a:lnTo>
                    <a:pt x="70358" y="25311"/>
                  </a:lnTo>
                  <a:lnTo>
                    <a:pt x="69049" y="25400"/>
                  </a:lnTo>
                  <a:lnTo>
                    <a:pt x="67995" y="25781"/>
                  </a:lnTo>
                  <a:lnTo>
                    <a:pt x="68033" y="26593"/>
                  </a:lnTo>
                  <a:lnTo>
                    <a:pt x="69113" y="26860"/>
                  </a:lnTo>
                  <a:lnTo>
                    <a:pt x="71742" y="26682"/>
                  </a:lnTo>
                  <a:lnTo>
                    <a:pt x="72326" y="26479"/>
                  </a:lnTo>
                  <a:lnTo>
                    <a:pt x="72212" y="27178"/>
                  </a:lnTo>
                  <a:lnTo>
                    <a:pt x="72275" y="28702"/>
                  </a:lnTo>
                  <a:lnTo>
                    <a:pt x="72351" y="30238"/>
                  </a:lnTo>
                  <a:lnTo>
                    <a:pt x="72682" y="31457"/>
                  </a:lnTo>
                  <a:lnTo>
                    <a:pt x="72898" y="31457"/>
                  </a:lnTo>
                  <a:lnTo>
                    <a:pt x="72898" y="20612"/>
                  </a:lnTo>
                  <a:lnTo>
                    <a:pt x="72834" y="20383"/>
                  </a:lnTo>
                  <a:lnTo>
                    <a:pt x="76822" y="25031"/>
                  </a:lnTo>
                  <a:lnTo>
                    <a:pt x="76822" y="20650"/>
                  </a:lnTo>
                  <a:lnTo>
                    <a:pt x="62865" y="4356"/>
                  </a:lnTo>
                  <a:lnTo>
                    <a:pt x="59334" y="254"/>
                  </a:lnTo>
                  <a:lnTo>
                    <a:pt x="59334" y="4622"/>
                  </a:lnTo>
                  <a:lnTo>
                    <a:pt x="58864" y="4648"/>
                  </a:lnTo>
                  <a:lnTo>
                    <a:pt x="59118" y="4356"/>
                  </a:lnTo>
                  <a:lnTo>
                    <a:pt x="59334" y="4622"/>
                  </a:lnTo>
                  <a:lnTo>
                    <a:pt x="59334" y="254"/>
                  </a:lnTo>
                  <a:lnTo>
                    <a:pt x="59118" y="0"/>
                  </a:lnTo>
                  <a:lnTo>
                    <a:pt x="45173" y="16281"/>
                  </a:lnTo>
                  <a:lnTo>
                    <a:pt x="45173" y="25158"/>
                  </a:lnTo>
                  <a:lnTo>
                    <a:pt x="44602" y="25006"/>
                  </a:lnTo>
                  <a:lnTo>
                    <a:pt x="43294" y="25095"/>
                  </a:lnTo>
                  <a:lnTo>
                    <a:pt x="41986" y="25184"/>
                  </a:lnTo>
                  <a:lnTo>
                    <a:pt x="40957" y="25565"/>
                  </a:lnTo>
                  <a:lnTo>
                    <a:pt x="40957" y="26365"/>
                  </a:lnTo>
                  <a:lnTo>
                    <a:pt x="40614" y="25946"/>
                  </a:lnTo>
                  <a:lnTo>
                    <a:pt x="40932" y="25577"/>
                  </a:lnTo>
                  <a:lnTo>
                    <a:pt x="40957" y="26365"/>
                  </a:lnTo>
                  <a:lnTo>
                    <a:pt x="40957" y="25565"/>
                  </a:lnTo>
                  <a:lnTo>
                    <a:pt x="44932" y="20916"/>
                  </a:lnTo>
                  <a:lnTo>
                    <a:pt x="44843" y="21399"/>
                  </a:lnTo>
                  <a:lnTo>
                    <a:pt x="44996" y="24472"/>
                  </a:lnTo>
                  <a:lnTo>
                    <a:pt x="45173" y="25158"/>
                  </a:lnTo>
                  <a:lnTo>
                    <a:pt x="45173" y="16281"/>
                  </a:lnTo>
                  <a:lnTo>
                    <a:pt x="36880" y="25946"/>
                  </a:lnTo>
                  <a:lnTo>
                    <a:pt x="59118" y="51892"/>
                  </a:lnTo>
                  <a:lnTo>
                    <a:pt x="62865" y="47523"/>
                  </a:lnTo>
                  <a:lnTo>
                    <a:pt x="81368" y="25946"/>
                  </a:lnTo>
                  <a:close/>
                </a:path>
                <a:path w="102234" h="83820">
                  <a:moveTo>
                    <a:pt x="102057" y="57556"/>
                  </a:moveTo>
                  <a:lnTo>
                    <a:pt x="98310" y="53187"/>
                  </a:lnTo>
                  <a:lnTo>
                    <a:pt x="98310" y="57556"/>
                  </a:lnTo>
                  <a:lnTo>
                    <a:pt x="94170" y="62382"/>
                  </a:lnTo>
                  <a:lnTo>
                    <a:pt x="94284" y="61772"/>
                  </a:lnTo>
                  <a:lnTo>
                    <a:pt x="94132" y="58699"/>
                  </a:lnTo>
                  <a:lnTo>
                    <a:pt x="93941" y="58013"/>
                  </a:lnTo>
                  <a:lnTo>
                    <a:pt x="94564" y="58166"/>
                  </a:lnTo>
                  <a:lnTo>
                    <a:pt x="95872" y="58077"/>
                  </a:lnTo>
                  <a:lnTo>
                    <a:pt x="97180" y="58000"/>
                  </a:lnTo>
                  <a:lnTo>
                    <a:pt x="98234" y="57607"/>
                  </a:lnTo>
                  <a:lnTo>
                    <a:pt x="98221" y="57467"/>
                  </a:lnTo>
                  <a:lnTo>
                    <a:pt x="98310" y="53187"/>
                  </a:lnTo>
                  <a:lnTo>
                    <a:pt x="97523" y="52273"/>
                  </a:lnTo>
                  <a:lnTo>
                    <a:pt x="97523" y="56642"/>
                  </a:lnTo>
                  <a:lnTo>
                    <a:pt x="97116" y="56540"/>
                  </a:lnTo>
                  <a:lnTo>
                    <a:pt x="94488" y="56705"/>
                  </a:lnTo>
                  <a:lnTo>
                    <a:pt x="93865" y="56946"/>
                  </a:lnTo>
                  <a:lnTo>
                    <a:pt x="93992" y="56222"/>
                  </a:lnTo>
                  <a:lnTo>
                    <a:pt x="93929" y="54686"/>
                  </a:lnTo>
                  <a:lnTo>
                    <a:pt x="93853" y="53162"/>
                  </a:lnTo>
                  <a:lnTo>
                    <a:pt x="93586" y="52235"/>
                  </a:lnTo>
                  <a:lnTo>
                    <a:pt x="93586" y="63068"/>
                  </a:lnTo>
                  <a:lnTo>
                    <a:pt x="79806" y="79133"/>
                  </a:lnTo>
                  <a:lnTo>
                    <a:pt x="75006" y="73558"/>
                  </a:lnTo>
                  <a:lnTo>
                    <a:pt x="76073" y="73812"/>
                  </a:lnTo>
                  <a:lnTo>
                    <a:pt x="78701" y="73647"/>
                  </a:lnTo>
                  <a:lnTo>
                    <a:pt x="79286" y="73431"/>
                  </a:lnTo>
                  <a:lnTo>
                    <a:pt x="79159" y="74129"/>
                  </a:lnTo>
                  <a:lnTo>
                    <a:pt x="79235" y="75653"/>
                  </a:lnTo>
                  <a:lnTo>
                    <a:pt x="79311" y="77190"/>
                  </a:lnTo>
                  <a:lnTo>
                    <a:pt x="79641" y="78409"/>
                  </a:lnTo>
                  <a:lnTo>
                    <a:pt x="80340" y="78371"/>
                  </a:lnTo>
                  <a:lnTo>
                    <a:pt x="80556" y="77114"/>
                  </a:lnTo>
                  <a:lnTo>
                    <a:pt x="80416" y="74041"/>
                  </a:lnTo>
                  <a:lnTo>
                    <a:pt x="80225" y="73367"/>
                  </a:lnTo>
                  <a:lnTo>
                    <a:pt x="80835" y="73507"/>
                  </a:lnTo>
                  <a:lnTo>
                    <a:pt x="82143" y="73431"/>
                  </a:lnTo>
                  <a:lnTo>
                    <a:pt x="83451" y="73342"/>
                  </a:lnTo>
                  <a:lnTo>
                    <a:pt x="84505" y="72948"/>
                  </a:lnTo>
                  <a:lnTo>
                    <a:pt x="84467" y="72148"/>
                  </a:lnTo>
                  <a:lnTo>
                    <a:pt x="83388" y="71882"/>
                  </a:lnTo>
                  <a:lnTo>
                    <a:pt x="80759" y="72059"/>
                  </a:lnTo>
                  <a:lnTo>
                    <a:pt x="80137" y="72288"/>
                  </a:lnTo>
                  <a:lnTo>
                    <a:pt x="80276" y="71564"/>
                  </a:lnTo>
                  <a:lnTo>
                    <a:pt x="80200" y="70040"/>
                  </a:lnTo>
                  <a:lnTo>
                    <a:pt x="80124" y="68503"/>
                  </a:lnTo>
                  <a:lnTo>
                    <a:pt x="79794" y="67284"/>
                  </a:lnTo>
                  <a:lnTo>
                    <a:pt x="79730" y="72847"/>
                  </a:lnTo>
                  <a:lnTo>
                    <a:pt x="79730" y="67297"/>
                  </a:lnTo>
                  <a:lnTo>
                    <a:pt x="79095" y="67322"/>
                  </a:lnTo>
                  <a:lnTo>
                    <a:pt x="78879" y="68580"/>
                  </a:lnTo>
                  <a:lnTo>
                    <a:pt x="79032" y="71653"/>
                  </a:lnTo>
                  <a:lnTo>
                    <a:pt x="79209" y="72339"/>
                  </a:lnTo>
                  <a:lnTo>
                    <a:pt x="78625" y="72186"/>
                  </a:lnTo>
                  <a:lnTo>
                    <a:pt x="77317" y="72275"/>
                  </a:lnTo>
                  <a:lnTo>
                    <a:pt x="76009" y="72351"/>
                  </a:lnTo>
                  <a:lnTo>
                    <a:pt x="74955" y="72745"/>
                  </a:lnTo>
                  <a:lnTo>
                    <a:pt x="74980" y="73533"/>
                  </a:lnTo>
                  <a:lnTo>
                    <a:pt x="61658" y="57988"/>
                  </a:lnTo>
                  <a:lnTo>
                    <a:pt x="62725" y="58242"/>
                  </a:lnTo>
                  <a:lnTo>
                    <a:pt x="65354" y="58077"/>
                  </a:lnTo>
                  <a:lnTo>
                    <a:pt x="65938" y="57861"/>
                  </a:lnTo>
                  <a:lnTo>
                    <a:pt x="65811" y="58559"/>
                  </a:lnTo>
                  <a:lnTo>
                    <a:pt x="65887" y="60096"/>
                  </a:lnTo>
                  <a:lnTo>
                    <a:pt x="65963" y="61620"/>
                  </a:lnTo>
                  <a:lnTo>
                    <a:pt x="66294" y="62839"/>
                  </a:lnTo>
                  <a:lnTo>
                    <a:pt x="66992" y="62801"/>
                  </a:lnTo>
                  <a:lnTo>
                    <a:pt x="67208" y="61544"/>
                  </a:lnTo>
                  <a:lnTo>
                    <a:pt x="67068" y="58483"/>
                  </a:lnTo>
                  <a:lnTo>
                    <a:pt x="66865" y="57797"/>
                  </a:lnTo>
                  <a:lnTo>
                    <a:pt x="67487" y="57937"/>
                  </a:lnTo>
                  <a:lnTo>
                    <a:pt x="68795" y="57861"/>
                  </a:lnTo>
                  <a:lnTo>
                    <a:pt x="70104" y="57772"/>
                  </a:lnTo>
                  <a:lnTo>
                    <a:pt x="71158" y="57391"/>
                  </a:lnTo>
                  <a:lnTo>
                    <a:pt x="71120" y="56578"/>
                  </a:lnTo>
                  <a:lnTo>
                    <a:pt x="70040" y="56311"/>
                  </a:lnTo>
                  <a:lnTo>
                    <a:pt x="67411" y="56489"/>
                  </a:lnTo>
                  <a:lnTo>
                    <a:pt x="66789" y="56718"/>
                  </a:lnTo>
                  <a:lnTo>
                    <a:pt x="66929" y="55994"/>
                  </a:lnTo>
                  <a:lnTo>
                    <a:pt x="66852" y="54470"/>
                  </a:lnTo>
                  <a:lnTo>
                    <a:pt x="66776" y="52946"/>
                  </a:lnTo>
                  <a:lnTo>
                    <a:pt x="66446" y="51714"/>
                  </a:lnTo>
                  <a:lnTo>
                    <a:pt x="66382" y="57277"/>
                  </a:lnTo>
                  <a:lnTo>
                    <a:pt x="66382" y="51727"/>
                  </a:lnTo>
                  <a:lnTo>
                    <a:pt x="79286" y="36563"/>
                  </a:lnTo>
                  <a:lnTo>
                    <a:pt x="79133" y="37515"/>
                  </a:lnTo>
                  <a:lnTo>
                    <a:pt x="79286" y="40589"/>
                  </a:lnTo>
                  <a:lnTo>
                    <a:pt x="79463" y="41275"/>
                  </a:lnTo>
                  <a:lnTo>
                    <a:pt x="78892" y="41122"/>
                  </a:lnTo>
                  <a:lnTo>
                    <a:pt x="77571" y="41211"/>
                  </a:lnTo>
                  <a:lnTo>
                    <a:pt x="76263" y="41287"/>
                  </a:lnTo>
                  <a:lnTo>
                    <a:pt x="75209" y="41681"/>
                  </a:lnTo>
                  <a:lnTo>
                    <a:pt x="75247" y="42481"/>
                  </a:lnTo>
                  <a:lnTo>
                    <a:pt x="76327" y="42748"/>
                  </a:lnTo>
                  <a:lnTo>
                    <a:pt x="78955" y="42583"/>
                  </a:lnTo>
                  <a:lnTo>
                    <a:pt x="79540" y="42367"/>
                  </a:lnTo>
                  <a:lnTo>
                    <a:pt x="79413" y="43065"/>
                  </a:lnTo>
                  <a:lnTo>
                    <a:pt x="79489" y="44602"/>
                  </a:lnTo>
                  <a:lnTo>
                    <a:pt x="79565" y="46126"/>
                  </a:lnTo>
                  <a:lnTo>
                    <a:pt x="79895" y="47358"/>
                  </a:lnTo>
                  <a:lnTo>
                    <a:pt x="80594" y="47307"/>
                  </a:lnTo>
                  <a:lnTo>
                    <a:pt x="80810" y="46050"/>
                  </a:lnTo>
                  <a:lnTo>
                    <a:pt x="80670" y="42989"/>
                  </a:lnTo>
                  <a:lnTo>
                    <a:pt x="80467" y="42303"/>
                  </a:lnTo>
                  <a:lnTo>
                    <a:pt x="81089" y="42443"/>
                  </a:lnTo>
                  <a:lnTo>
                    <a:pt x="82397" y="42367"/>
                  </a:lnTo>
                  <a:lnTo>
                    <a:pt x="83705" y="42278"/>
                  </a:lnTo>
                  <a:lnTo>
                    <a:pt x="84759" y="41897"/>
                  </a:lnTo>
                  <a:lnTo>
                    <a:pt x="84747" y="41770"/>
                  </a:lnTo>
                  <a:lnTo>
                    <a:pt x="93484" y="51943"/>
                  </a:lnTo>
                  <a:lnTo>
                    <a:pt x="92824" y="51981"/>
                  </a:lnTo>
                  <a:lnTo>
                    <a:pt x="92608" y="53238"/>
                  </a:lnTo>
                  <a:lnTo>
                    <a:pt x="92748" y="56299"/>
                  </a:lnTo>
                  <a:lnTo>
                    <a:pt x="92925" y="56984"/>
                  </a:lnTo>
                  <a:lnTo>
                    <a:pt x="92354" y="56832"/>
                  </a:lnTo>
                  <a:lnTo>
                    <a:pt x="91046" y="56921"/>
                  </a:lnTo>
                  <a:lnTo>
                    <a:pt x="89738" y="57010"/>
                  </a:lnTo>
                  <a:lnTo>
                    <a:pt x="88684" y="57391"/>
                  </a:lnTo>
                  <a:lnTo>
                    <a:pt x="88722" y="58204"/>
                  </a:lnTo>
                  <a:lnTo>
                    <a:pt x="89801" y="58458"/>
                  </a:lnTo>
                  <a:lnTo>
                    <a:pt x="92430" y="58293"/>
                  </a:lnTo>
                  <a:lnTo>
                    <a:pt x="93002" y="58089"/>
                  </a:lnTo>
                  <a:lnTo>
                    <a:pt x="92887" y="58788"/>
                  </a:lnTo>
                  <a:lnTo>
                    <a:pt x="92964" y="60312"/>
                  </a:lnTo>
                  <a:lnTo>
                    <a:pt x="93040" y="61836"/>
                  </a:lnTo>
                  <a:lnTo>
                    <a:pt x="93370" y="63068"/>
                  </a:lnTo>
                  <a:lnTo>
                    <a:pt x="93586" y="63068"/>
                  </a:lnTo>
                  <a:lnTo>
                    <a:pt x="93586" y="52235"/>
                  </a:lnTo>
                  <a:lnTo>
                    <a:pt x="93510" y="51968"/>
                  </a:lnTo>
                  <a:lnTo>
                    <a:pt x="97523" y="56642"/>
                  </a:lnTo>
                  <a:lnTo>
                    <a:pt x="97523" y="52273"/>
                  </a:lnTo>
                  <a:lnTo>
                    <a:pt x="84035" y="36537"/>
                  </a:lnTo>
                  <a:lnTo>
                    <a:pt x="84035" y="40932"/>
                  </a:lnTo>
                  <a:lnTo>
                    <a:pt x="83642" y="40830"/>
                  </a:lnTo>
                  <a:lnTo>
                    <a:pt x="81013" y="40995"/>
                  </a:lnTo>
                  <a:lnTo>
                    <a:pt x="80391" y="41224"/>
                  </a:lnTo>
                  <a:lnTo>
                    <a:pt x="80530" y="40500"/>
                  </a:lnTo>
                  <a:lnTo>
                    <a:pt x="80454" y="38976"/>
                  </a:lnTo>
                  <a:lnTo>
                    <a:pt x="80378" y="37452"/>
                  </a:lnTo>
                  <a:lnTo>
                    <a:pt x="80048" y="36271"/>
                  </a:lnTo>
                  <a:lnTo>
                    <a:pt x="84035" y="40932"/>
                  </a:lnTo>
                  <a:lnTo>
                    <a:pt x="84035" y="36537"/>
                  </a:lnTo>
                  <a:lnTo>
                    <a:pt x="83553" y="35966"/>
                  </a:lnTo>
                  <a:lnTo>
                    <a:pt x="80022" y="31851"/>
                  </a:lnTo>
                  <a:lnTo>
                    <a:pt x="80022" y="36233"/>
                  </a:lnTo>
                  <a:lnTo>
                    <a:pt x="79984" y="41783"/>
                  </a:lnTo>
                  <a:lnTo>
                    <a:pt x="79984" y="36245"/>
                  </a:lnTo>
                  <a:lnTo>
                    <a:pt x="79565" y="36258"/>
                  </a:lnTo>
                  <a:lnTo>
                    <a:pt x="79806" y="35966"/>
                  </a:lnTo>
                  <a:lnTo>
                    <a:pt x="80022" y="36233"/>
                  </a:lnTo>
                  <a:lnTo>
                    <a:pt x="80022" y="31851"/>
                  </a:lnTo>
                  <a:lnTo>
                    <a:pt x="79806" y="31597"/>
                  </a:lnTo>
                  <a:lnTo>
                    <a:pt x="65862" y="47879"/>
                  </a:lnTo>
                  <a:lnTo>
                    <a:pt x="65862" y="56769"/>
                  </a:lnTo>
                  <a:lnTo>
                    <a:pt x="65290" y="56616"/>
                  </a:lnTo>
                  <a:lnTo>
                    <a:pt x="63969" y="56705"/>
                  </a:lnTo>
                  <a:lnTo>
                    <a:pt x="62661" y="56781"/>
                  </a:lnTo>
                  <a:lnTo>
                    <a:pt x="61633" y="57175"/>
                  </a:lnTo>
                  <a:lnTo>
                    <a:pt x="61633" y="57962"/>
                  </a:lnTo>
                  <a:lnTo>
                    <a:pt x="61302" y="57556"/>
                  </a:lnTo>
                  <a:lnTo>
                    <a:pt x="61607" y="57200"/>
                  </a:lnTo>
                  <a:lnTo>
                    <a:pt x="61633" y="57962"/>
                  </a:lnTo>
                  <a:lnTo>
                    <a:pt x="61633" y="57175"/>
                  </a:lnTo>
                  <a:lnTo>
                    <a:pt x="65608" y="52527"/>
                  </a:lnTo>
                  <a:lnTo>
                    <a:pt x="65532" y="53009"/>
                  </a:lnTo>
                  <a:lnTo>
                    <a:pt x="65684" y="56083"/>
                  </a:lnTo>
                  <a:lnTo>
                    <a:pt x="65862" y="56769"/>
                  </a:lnTo>
                  <a:lnTo>
                    <a:pt x="65862" y="47879"/>
                  </a:lnTo>
                  <a:lnTo>
                    <a:pt x="58839" y="56070"/>
                  </a:lnTo>
                  <a:lnTo>
                    <a:pt x="56375" y="53200"/>
                  </a:lnTo>
                  <a:lnTo>
                    <a:pt x="56375" y="57556"/>
                  </a:lnTo>
                  <a:lnTo>
                    <a:pt x="52235" y="62382"/>
                  </a:lnTo>
                  <a:lnTo>
                    <a:pt x="52349" y="61772"/>
                  </a:lnTo>
                  <a:lnTo>
                    <a:pt x="52209" y="58699"/>
                  </a:lnTo>
                  <a:lnTo>
                    <a:pt x="52019" y="58026"/>
                  </a:lnTo>
                  <a:lnTo>
                    <a:pt x="52628" y="58166"/>
                  </a:lnTo>
                  <a:lnTo>
                    <a:pt x="53936" y="58077"/>
                  </a:lnTo>
                  <a:lnTo>
                    <a:pt x="55245" y="58000"/>
                  </a:lnTo>
                  <a:lnTo>
                    <a:pt x="56311" y="57607"/>
                  </a:lnTo>
                  <a:lnTo>
                    <a:pt x="56299" y="57480"/>
                  </a:lnTo>
                  <a:lnTo>
                    <a:pt x="56375" y="53200"/>
                  </a:lnTo>
                  <a:lnTo>
                    <a:pt x="55587" y="52285"/>
                  </a:lnTo>
                  <a:lnTo>
                    <a:pt x="55587" y="56642"/>
                  </a:lnTo>
                  <a:lnTo>
                    <a:pt x="55181" y="56540"/>
                  </a:lnTo>
                  <a:lnTo>
                    <a:pt x="52565" y="56705"/>
                  </a:lnTo>
                  <a:lnTo>
                    <a:pt x="51943" y="56946"/>
                  </a:lnTo>
                  <a:lnTo>
                    <a:pt x="52070" y="56222"/>
                  </a:lnTo>
                  <a:lnTo>
                    <a:pt x="51993" y="54686"/>
                  </a:lnTo>
                  <a:lnTo>
                    <a:pt x="51930" y="53162"/>
                  </a:lnTo>
                  <a:lnTo>
                    <a:pt x="51650" y="52184"/>
                  </a:lnTo>
                  <a:lnTo>
                    <a:pt x="51650" y="63068"/>
                  </a:lnTo>
                  <a:lnTo>
                    <a:pt x="37871" y="79133"/>
                  </a:lnTo>
                  <a:lnTo>
                    <a:pt x="33070" y="73558"/>
                  </a:lnTo>
                  <a:lnTo>
                    <a:pt x="34150" y="73812"/>
                  </a:lnTo>
                  <a:lnTo>
                    <a:pt x="36779" y="73647"/>
                  </a:lnTo>
                  <a:lnTo>
                    <a:pt x="37350" y="73431"/>
                  </a:lnTo>
                  <a:lnTo>
                    <a:pt x="37236" y="74129"/>
                  </a:lnTo>
                  <a:lnTo>
                    <a:pt x="37312" y="75653"/>
                  </a:lnTo>
                  <a:lnTo>
                    <a:pt x="37388" y="77190"/>
                  </a:lnTo>
                  <a:lnTo>
                    <a:pt x="37719" y="78409"/>
                  </a:lnTo>
                  <a:lnTo>
                    <a:pt x="38404" y="78371"/>
                  </a:lnTo>
                  <a:lnTo>
                    <a:pt x="38633" y="77114"/>
                  </a:lnTo>
                  <a:lnTo>
                    <a:pt x="38481" y="74041"/>
                  </a:lnTo>
                  <a:lnTo>
                    <a:pt x="38290" y="73367"/>
                  </a:lnTo>
                  <a:lnTo>
                    <a:pt x="38900" y="73507"/>
                  </a:lnTo>
                  <a:lnTo>
                    <a:pt x="40220" y="73431"/>
                  </a:lnTo>
                  <a:lnTo>
                    <a:pt x="41529" y="73342"/>
                  </a:lnTo>
                  <a:lnTo>
                    <a:pt x="42583" y="72948"/>
                  </a:lnTo>
                  <a:lnTo>
                    <a:pt x="42545" y="72148"/>
                  </a:lnTo>
                  <a:lnTo>
                    <a:pt x="41465" y="71882"/>
                  </a:lnTo>
                  <a:lnTo>
                    <a:pt x="38836" y="72059"/>
                  </a:lnTo>
                  <a:lnTo>
                    <a:pt x="38214" y="72288"/>
                  </a:lnTo>
                  <a:lnTo>
                    <a:pt x="38341" y="71564"/>
                  </a:lnTo>
                  <a:lnTo>
                    <a:pt x="38277" y="70040"/>
                  </a:lnTo>
                  <a:lnTo>
                    <a:pt x="38201" y="68503"/>
                  </a:lnTo>
                  <a:lnTo>
                    <a:pt x="37858" y="67284"/>
                  </a:lnTo>
                  <a:lnTo>
                    <a:pt x="37172" y="67322"/>
                  </a:lnTo>
                  <a:lnTo>
                    <a:pt x="36957" y="68580"/>
                  </a:lnTo>
                  <a:lnTo>
                    <a:pt x="37096" y="71653"/>
                  </a:lnTo>
                  <a:lnTo>
                    <a:pt x="37287" y="72339"/>
                  </a:lnTo>
                  <a:lnTo>
                    <a:pt x="36703" y="72186"/>
                  </a:lnTo>
                  <a:lnTo>
                    <a:pt x="35394" y="72275"/>
                  </a:lnTo>
                  <a:lnTo>
                    <a:pt x="34086" y="72351"/>
                  </a:lnTo>
                  <a:lnTo>
                    <a:pt x="33032" y="72745"/>
                  </a:lnTo>
                  <a:lnTo>
                    <a:pt x="33058" y="73545"/>
                  </a:lnTo>
                  <a:lnTo>
                    <a:pt x="19735" y="57988"/>
                  </a:lnTo>
                  <a:lnTo>
                    <a:pt x="20802" y="58242"/>
                  </a:lnTo>
                  <a:lnTo>
                    <a:pt x="23431" y="58077"/>
                  </a:lnTo>
                  <a:lnTo>
                    <a:pt x="24015" y="57861"/>
                  </a:lnTo>
                  <a:lnTo>
                    <a:pt x="23888" y="58559"/>
                  </a:lnTo>
                  <a:lnTo>
                    <a:pt x="23964" y="60096"/>
                  </a:lnTo>
                  <a:lnTo>
                    <a:pt x="24041" y="61620"/>
                  </a:lnTo>
                  <a:lnTo>
                    <a:pt x="24371" y="62839"/>
                  </a:lnTo>
                  <a:lnTo>
                    <a:pt x="25069" y="62801"/>
                  </a:lnTo>
                  <a:lnTo>
                    <a:pt x="25285" y="61544"/>
                  </a:lnTo>
                  <a:lnTo>
                    <a:pt x="25133" y="58483"/>
                  </a:lnTo>
                  <a:lnTo>
                    <a:pt x="24942" y="57797"/>
                  </a:lnTo>
                  <a:lnTo>
                    <a:pt x="25565" y="57937"/>
                  </a:lnTo>
                  <a:lnTo>
                    <a:pt x="26873" y="57861"/>
                  </a:lnTo>
                  <a:lnTo>
                    <a:pt x="28181" y="57772"/>
                  </a:lnTo>
                  <a:lnTo>
                    <a:pt x="29235" y="57391"/>
                  </a:lnTo>
                  <a:lnTo>
                    <a:pt x="29197" y="56578"/>
                  </a:lnTo>
                  <a:lnTo>
                    <a:pt x="28117" y="56311"/>
                  </a:lnTo>
                  <a:lnTo>
                    <a:pt x="25488" y="56489"/>
                  </a:lnTo>
                  <a:lnTo>
                    <a:pt x="24866" y="56718"/>
                  </a:lnTo>
                  <a:lnTo>
                    <a:pt x="24993" y="55994"/>
                  </a:lnTo>
                  <a:lnTo>
                    <a:pt x="24930" y="54470"/>
                  </a:lnTo>
                  <a:lnTo>
                    <a:pt x="24853" y="52946"/>
                  </a:lnTo>
                  <a:lnTo>
                    <a:pt x="24511" y="51714"/>
                  </a:lnTo>
                  <a:lnTo>
                    <a:pt x="24371" y="51727"/>
                  </a:lnTo>
                  <a:lnTo>
                    <a:pt x="37376" y="36550"/>
                  </a:lnTo>
                  <a:lnTo>
                    <a:pt x="37211" y="37515"/>
                  </a:lnTo>
                  <a:lnTo>
                    <a:pt x="37350" y="40589"/>
                  </a:lnTo>
                  <a:lnTo>
                    <a:pt x="37541" y="41275"/>
                  </a:lnTo>
                  <a:lnTo>
                    <a:pt x="36957" y="41122"/>
                  </a:lnTo>
                  <a:lnTo>
                    <a:pt x="35648" y="41211"/>
                  </a:lnTo>
                  <a:lnTo>
                    <a:pt x="34340" y="41287"/>
                  </a:lnTo>
                  <a:lnTo>
                    <a:pt x="33286" y="41681"/>
                  </a:lnTo>
                  <a:lnTo>
                    <a:pt x="33324" y="42481"/>
                  </a:lnTo>
                  <a:lnTo>
                    <a:pt x="34404" y="42748"/>
                  </a:lnTo>
                  <a:lnTo>
                    <a:pt x="37033" y="42583"/>
                  </a:lnTo>
                  <a:lnTo>
                    <a:pt x="37604" y="42367"/>
                  </a:lnTo>
                  <a:lnTo>
                    <a:pt x="37490" y="43065"/>
                  </a:lnTo>
                  <a:lnTo>
                    <a:pt x="37566" y="44602"/>
                  </a:lnTo>
                  <a:lnTo>
                    <a:pt x="37642" y="46126"/>
                  </a:lnTo>
                  <a:lnTo>
                    <a:pt x="37973" y="47358"/>
                  </a:lnTo>
                  <a:lnTo>
                    <a:pt x="38658" y="47307"/>
                  </a:lnTo>
                  <a:lnTo>
                    <a:pt x="38887" y="46050"/>
                  </a:lnTo>
                  <a:lnTo>
                    <a:pt x="38735" y="42989"/>
                  </a:lnTo>
                  <a:lnTo>
                    <a:pt x="38544" y="42303"/>
                  </a:lnTo>
                  <a:lnTo>
                    <a:pt x="39166" y="42443"/>
                  </a:lnTo>
                  <a:lnTo>
                    <a:pt x="40474" y="42367"/>
                  </a:lnTo>
                  <a:lnTo>
                    <a:pt x="41783" y="42278"/>
                  </a:lnTo>
                  <a:lnTo>
                    <a:pt x="42837" y="41897"/>
                  </a:lnTo>
                  <a:lnTo>
                    <a:pt x="51549" y="51943"/>
                  </a:lnTo>
                  <a:lnTo>
                    <a:pt x="50901" y="51981"/>
                  </a:lnTo>
                  <a:lnTo>
                    <a:pt x="50673" y="53238"/>
                  </a:lnTo>
                  <a:lnTo>
                    <a:pt x="50825" y="56299"/>
                  </a:lnTo>
                  <a:lnTo>
                    <a:pt x="51003" y="56984"/>
                  </a:lnTo>
                  <a:lnTo>
                    <a:pt x="50431" y="56832"/>
                  </a:lnTo>
                  <a:lnTo>
                    <a:pt x="49123" y="56921"/>
                  </a:lnTo>
                  <a:lnTo>
                    <a:pt x="47815" y="57010"/>
                  </a:lnTo>
                  <a:lnTo>
                    <a:pt x="46748" y="57391"/>
                  </a:lnTo>
                  <a:lnTo>
                    <a:pt x="46799" y="58204"/>
                  </a:lnTo>
                  <a:lnTo>
                    <a:pt x="47879" y="58458"/>
                  </a:lnTo>
                  <a:lnTo>
                    <a:pt x="50507" y="58293"/>
                  </a:lnTo>
                  <a:lnTo>
                    <a:pt x="51079" y="58089"/>
                  </a:lnTo>
                  <a:lnTo>
                    <a:pt x="50965" y="58788"/>
                  </a:lnTo>
                  <a:lnTo>
                    <a:pt x="51041" y="60312"/>
                  </a:lnTo>
                  <a:lnTo>
                    <a:pt x="51104" y="61836"/>
                  </a:lnTo>
                  <a:lnTo>
                    <a:pt x="51447" y="63068"/>
                  </a:lnTo>
                  <a:lnTo>
                    <a:pt x="51650" y="63068"/>
                  </a:lnTo>
                  <a:lnTo>
                    <a:pt x="51650" y="52184"/>
                  </a:lnTo>
                  <a:lnTo>
                    <a:pt x="51600" y="51993"/>
                  </a:lnTo>
                  <a:lnTo>
                    <a:pt x="55587" y="56642"/>
                  </a:lnTo>
                  <a:lnTo>
                    <a:pt x="55587" y="52285"/>
                  </a:lnTo>
                  <a:lnTo>
                    <a:pt x="42087" y="36525"/>
                  </a:lnTo>
                  <a:lnTo>
                    <a:pt x="42087" y="40932"/>
                  </a:lnTo>
                  <a:lnTo>
                    <a:pt x="41719" y="40830"/>
                  </a:lnTo>
                  <a:lnTo>
                    <a:pt x="39090" y="40995"/>
                  </a:lnTo>
                  <a:lnTo>
                    <a:pt x="38468" y="41224"/>
                  </a:lnTo>
                  <a:lnTo>
                    <a:pt x="38595" y="40500"/>
                  </a:lnTo>
                  <a:lnTo>
                    <a:pt x="38531" y="38976"/>
                  </a:lnTo>
                  <a:lnTo>
                    <a:pt x="38455" y="37452"/>
                  </a:lnTo>
                  <a:lnTo>
                    <a:pt x="38112" y="36271"/>
                  </a:lnTo>
                  <a:lnTo>
                    <a:pt x="42087" y="40932"/>
                  </a:lnTo>
                  <a:lnTo>
                    <a:pt x="42087" y="36525"/>
                  </a:lnTo>
                  <a:lnTo>
                    <a:pt x="41617" y="35966"/>
                  </a:lnTo>
                  <a:lnTo>
                    <a:pt x="38087" y="31851"/>
                  </a:lnTo>
                  <a:lnTo>
                    <a:pt x="38087" y="36233"/>
                  </a:lnTo>
                  <a:lnTo>
                    <a:pt x="37630" y="36258"/>
                  </a:lnTo>
                  <a:lnTo>
                    <a:pt x="37871" y="35966"/>
                  </a:lnTo>
                  <a:lnTo>
                    <a:pt x="38087" y="36233"/>
                  </a:lnTo>
                  <a:lnTo>
                    <a:pt x="38087" y="31851"/>
                  </a:lnTo>
                  <a:lnTo>
                    <a:pt x="37871" y="31597"/>
                  </a:lnTo>
                  <a:lnTo>
                    <a:pt x="23939" y="47866"/>
                  </a:lnTo>
                  <a:lnTo>
                    <a:pt x="23939" y="56769"/>
                  </a:lnTo>
                  <a:lnTo>
                    <a:pt x="23355" y="56616"/>
                  </a:lnTo>
                  <a:lnTo>
                    <a:pt x="22047" y="56705"/>
                  </a:lnTo>
                  <a:lnTo>
                    <a:pt x="20739" y="56781"/>
                  </a:lnTo>
                  <a:lnTo>
                    <a:pt x="19710" y="57175"/>
                  </a:lnTo>
                  <a:lnTo>
                    <a:pt x="19710" y="57962"/>
                  </a:lnTo>
                  <a:lnTo>
                    <a:pt x="19380" y="57556"/>
                  </a:lnTo>
                  <a:lnTo>
                    <a:pt x="19685" y="57200"/>
                  </a:lnTo>
                  <a:lnTo>
                    <a:pt x="19710" y="57962"/>
                  </a:lnTo>
                  <a:lnTo>
                    <a:pt x="19710" y="57175"/>
                  </a:lnTo>
                  <a:lnTo>
                    <a:pt x="23685" y="52527"/>
                  </a:lnTo>
                  <a:lnTo>
                    <a:pt x="23609" y="53009"/>
                  </a:lnTo>
                  <a:lnTo>
                    <a:pt x="23749" y="56083"/>
                  </a:lnTo>
                  <a:lnTo>
                    <a:pt x="23939" y="56769"/>
                  </a:lnTo>
                  <a:lnTo>
                    <a:pt x="23939" y="47866"/>
                  </a:lnTo>
                  <a:lnTo>
                    <a:pt x="17500" y="55372"/>
                  </a:lnTo>
                  <a:lnTo>
                    <a:pt x="15633" y="53200"/>
                  </a:lnTo>
                  <a:lnTo>
                    <a:pt x="15633" y="57556"/>
                  </a:lnTo>
                  <a:lnTo>
                    <a:pt x="11493" y="62382"/>
                  </a:lnTo>
                  <a:lnTo>
                    <a:pt x="11607" y="61772"/>
                  </a:lnTo>
                  <a:lnTo>
                    <a:pt x="11455" y="58699"/>
                  </a:lnTo>
                  <a:lnTo>
                    <a:pt x="11264" y="58013"/>
                  </a:lnTo>
                  <a:lnTo>
                    <a:pt x="11887" y="58166"/>
                  </a:lnTo>
                  <a:lnTo>
                    <a:pt x="13195" y="58077"/>
                  </a:lnTo>
                  <a:lnTo>
                    <a:pt x="14503" y="58000"/>
                  </a:lnTo>
                  <a:lnTo>
                    <a:pt x="15557" y="57607"/>
                  </a:lnTo>
                  <a:lnTo>
                    <a:pt x="15544" y="57467"/>
                  </a:lnTo>
                  <a:lnTo>
                    <a:pt x="15633" y="53200"/>
                  </a:lnTo>
                  <a:lnTo>
                    <a:pt x="14846" y="52285"/>
                  </a:lnTo>
                  <a:lnTo>
                    <a:pt x="14846" y="56642"/>
                  </a:lnTo>
                  <a:lnTo>
                    <a:pt x="14439" y="56540"/>
                  </a:lnTo>
                  <a:lnTo>
                    <a:pt x="11811" y="56705"/>
                  </a:lnTo>
                  <a:lnTo>
                    <a:pt x="11188" y="56946"/>
                  </a:lnTo>
                  <a:lnTo>
                    <a:pt x="11315" y="56222"/>
                  </a:lnTo>
                  <a:lnTo>
                    <a:pt x="11252" y="54686"/>
                  </a:lnTo>
                  <a:lnTo>
                    <a:pt x="11176" y="53162"/>
                  </a:lnTo>
                  <a:lnTo>
                    <a:pt x="10858" y="51993"/>
                  </a:lnTo>
                  <a:lnTo>
                    <a:pt x="14846" y="56642"/>
                  </a:lnTo>
                  <a:lnTo>
                    <a:pt x="14846" y="52285"/>
                  </a:lnTo>
                  <a:lnTo>
                    <a:pt x="0" y="34950"/>
                  </a:lnTo>
                  <a:lnTo>
                    <a:pt x="0" y="39319"/>
                  </a:lnTo>
                  <a:lnTo>
                    <a:pt x="1371" y="40932"/>
                  </a:lnTo>
                  <a:lnTo>
                    <a:pt x="965" y="40830"/>
                  </a:lnTo>
                  <a:lnTo>
                    <a:pt x="0" y="40894"/>
                  </a:lnTo>
                  <a:lnTo>
                    <a:pt x="0" y="42341"/>
                  </a:lnTo>
                  <a:lnTo>
                    <a:pt x="1028" y="42278"/>
                  </a:lnTo>
                  <a:lnTo>
                    <a:pt x="2082" y="41897"/>
                  </a:lnTo>
                  <a:lnTo>
                    <a:pt x="2070" y="41744"/>
                  </a:lnTo>
                  <a:lnTo>
                    <a:pt x="10807" y="51943"/>
                  </a:lnTo>
                  <a:lnTo>
                    <a:pt x="10147" y="51981"/>
                  </a:lnTo>
                  <a:lnTo>
                    <a:pt x="9931" y="53238"/>
                  </a:lnTo>
                  <a:lnTo>
                    <a:pt x="10071" y="56299"/>
                  </a:lnTo>
                  <a:lnTo>
                    <a:pt x="10248" y="56984"/>
                  </a:lnTo>
                  <a:lnTo>
                    <a:pt x="9677" y="56832"/>
                  </a:lnTo>
                  <a:lnTo>
                    <a:pt x="8369" y="56921"/>
                  </a:lnTo>
                  <a:lnTo>
                    <a:pt x="7061" y="57010"/>
                  </a:lnTo>
                  <a:lnTo>
                    <a:pt x="6007" y="57391"/>
                  </a:lnTo>
                  <a:lnTo>
                    <a:pt x="6045" y="58204"/>
                  </a:lnTo>
                  <a:lnTo>
                    <a:pt x="7124" y="58458"/>
                  </a:lnTo>
                  <a:lnTo>
                    <a:pt x="9753" y="58293"/>
                  </a:lnTo>
                  <a:lnTo>
                    <a:pt x="10325" y="58089"/>
                  </a:lnTo>
                  <a:lnTo>
                    <a:pt x="10210" y="58788"/>
                  </a:lnTo>
                  <a:lnTo>
                    <a:pt x="10287" y="60312"/>
                  </a:lnTo>
                  <a:lnTo>
                    <a:pt x="10363" y="61836"/>
                  </a:lnTo>
                  <a:lnTo>
                    <a:pt x="10693" y="63068"/>
                  </a:lnTo>
                  <a:lnTo>
                    <a:pt x="10909" y="63068"/>
                  </a:lnTo>
                  <a:lnTo>
                    <a:pt x="0" y="75793"/>
                  </a:lnTo>
                  <a:lnTo>
                    <a:pt x="0" y="80149"/>
                  </a:lnTo>
                  <a:lnTo>
                    <a:pt x="17500" y="59753"/>
                  </a:lnTo>
                  <a:lnTo>
                    <a:pt x="37871" y="83502"/>
                  </a:lnTo>
                  <a:lnTo>
                    <a:pt x="41617" y="79133"/>
                  </a:lnTo>
                  <a:lnTo>
                    <a:pt x="58839" y="59055"/>
                  </a:lnTo>
                  <a:lnTo>
                    <a:pt x="79806" y="83502"/>
                  </a:lnTo>
                  <a:lnTo>
                    <a:pt x="83553" y="79133"/>
                  </a:lnTo>
                  <a:lnTo>
                    <a:pt x="102057" y="57556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 descr=""/>
            <p:cNvSpPr/>
            <p:nvPr/>
          </p:nvSpPr>
          <p:spPr>
            <a:xfrm>
              <a:off x="10570934" y="7559198"/>
              <a:ext cx="118110" cy="117475"/>
            </a:xfrm>
            <a:custGeom>
              <a:avLst/>
              <a:gdLst/>
              <a:ahLst/>
              <a:cxnLst/>
              <a:rect l="l" t="t" r="r" b="b"/>
              <a:pathLst>
                <a:path w="118109" h="117475">
                  <a:moveTo>
                    <a:pt x="39979" y="25946"/>
                  </a:moveTo>
                  <a:lnTo>
                    <a:pt x="36233" y="21590"/>
                  </a:lnTo>
                  <a:lnTo>
                    <a:pt x="36233" y="25946"/>
                  </a:lnTo>
                  <a:lnTo>
                    <a:pt x="32092" y="30772"/>
                  </a:lnTo>
                  <a:lnTo>
                    <a:pt x="32207" y="30162"/>
                  </a:lnTo>
                  <a:lnTo>
                    <a:pt x="32067" y="27101"/>
                  </a:lnTo>
                  <a:lnTo>
                    <a:pt x="31864" y="26416"/>
                  </a:lnTo>
                  <a:lnTo>
                    <a:pt x="32486" y="26555"/>
                  </a:lnTo>
                  <a:lnTo>
                    <a:pt x="33794" y="26479"/>
                  </a:lnTo>
                  <a:lnTo>
                    <a:pt x="35102" y="26390"/>
                  </a:lnTo>
                  <a:lnTo>
                    <a:pt x="36156" y="26009"/>
                  </a:lnTo>
                  <a:lnTo>
                    <a:pt x="36144" y="25857"/>
                  </a:lnTo>
                  <a:lnTo>
                    <a:pt x="36233" y="21590"/>
                  </a:lnTo>
                  <a:lnTo>
                    <a:pt x="35433" y="20650"/>
                  </a:lnTo>
                  <a:lnTo>
                    <a:pt x="35433" y="25031"/>
                  </a:lnTo>
                  <a:lnTo>
                    <a:pt x="35039" y="24930"/>
                  </a:lnTo>
                  <a:lnTo>
                    <a:pt x="32410" y="25107"/>
                  </a:lnTo>
                  <a:lnTo>
                    <a:pt x="31800" y="25336"/>
                  </a:lnTo>
                  <a:lnTo>
                    <a:pt x="31927" y="24612"/>
                  </a:lnTo>
                  <a:lnTo>
                    <a:pt x="31851" y="23088"/>
                  </a:lnTo>
                  <a:lnTo>
                    <a:pt x="31775" y="21551"/>
                  </a:lnTo>
                  <a:lnTo>
                    <a:pt x="31445" y="20383"/>
                  </a:lnTo>
                  <a:lnTo>
                    <a:pt x="35433" y="25031"/>
                  </a:lnTo>
                  <a:lnTo>
                    <a:pt x="35433" y="20650"/>
                  </a:lnTo>
                  <a:lnTo>
                    <a:pt x="21945" y="4927"/>
                  </a:lnTo>
                  <a:lnTo>
                    <a:pt x="21945" y="9321"/>
                  </a:lnTo>
                  <a:lnTo>
                    <a:pt x="21577" y="9220"/>
                  </a:lnTo>
                  <a:lnTo>
                    <a:pt x="18948" y="9385"/>
                  </a:lnTo>
                  <a:lnTo>
                    <a:pt x="18326" y="9626"/>
                  </a:lnTo>
                  <a:lnTo>
                    <a:pt x="18453" y="8902"/>
                  </a:lnTo>
                  <a:lnTo>
                    <a:pt x="18376" y="7378"/>
                  </a:lnTo>
                  <a:lnTo>
                    <a:pt x="18313" y="5842"/>
                  </a:lnTo>
                  <a:lnTo>
                    <a:pt x="17970" y="4673"/>
                  </a:lnTo>
                  <a:lnTo>
                    <a:pt x="21945" y="9321"/>
                  </a:lnTo>
                  <a:lnTo>
                    <a:pt x="21945" y="4927"/>
                  </a:lnTo>
                  <a:lnTo>
                    <a:pt x="21475" y="4368"/>
                  </a:lnTo>
                  <a:lnTo>
                    <a:pt x="17945" y="254"/>
                  </a:lnTo>
                  <a:lnTo>
                    <a:pt x="17945" y="4635"/>
                  </a:lnTo>
                  <a:lnTo>
                    <a:pt x="17487" y="4660"/>
                  </a:lnTo>
                  <a:lnTo>
                    <a:pt x="17729" y="4368"/>
                  </a:lnTo>
                  <a:lnTo>
                    <a:pt x="17945" y="4635"/>
                  </a:lnTo>
                  <a:lnTo>
                    <a:pt x="17945" y="254"/>
                  </a:lnTo>
                  <a:lnTo>
                    <a:pt x="17729" y="0"/>
                  </a:lnTo>
                  <a:lnTo>
                    <a:pt x="0" y="20688"/>
                  </a:lnTo>
                  <a:lnTo>
                    <a:pt x="0" y="25057"/>
                  </a:lnTo>
                  <a:lnTo>
                    <a:pt x="3543" y="20916"/>
                  </a:lnTo>
                  <a:lnTo>
                    <a:pt x="3467" y="21412"/>
                  </a:lnTo>
                  <a:lnTo>
                    <a:pt x="3606" y="24472"/>
                  </a:lnTo>
                  <a:lnTo>
                    <a:pt x="3784" y="25158"/>
                  </a:lnTo>
                  <a:lnTo>
                    <a:pt x="3213" y="25019"/>
                  </a:lnTo>
                  <a:lnTo>
                    <a:pt x="596" y="25184"/>
                  </a:lnTo>
                  <a:lnTo>
                    <a:pt x="0" y="25400"/>
                  </a:lnTo>
                  <a:lnTo>
                    <a:pt x="0" y="26479"/>
                  </a:lnTo>
                  <a:lnTo>
                    <a:pt x="660" y="26631"/>
                  </a:lnTo>
                  <a:lnTo>
                    <a:pt x="3289" y="26466"/>
                  </a:lnTo>
                  <a:lnTo>
                    <a:pt x="3860" y="26263"/>
                  </a:lnTo>
                  <a:lnTo>
                    <a:pt x="3746" y="26962"/>
                  </a:lnTo>
                  <a:lnTo>
                    <a:pt x="3822" y="28486"/>
                  </a:lnTo>
                  <a:lnTo>
                    <a:pt x="3886" y="30022"/>
                  </a:lnTo>
                  <a:lnTo>
                    <a:pt x="4229" y="31242"/>
                  </a:lnTo>
                  <a:lnTo>
                    <a:pt x="4914" y="31203"/>
                  </a:lnTo>
                  <a:lnTo>
                    <a:pt x="5143" y="29946"/>
                  </a:lnTo>
                  <a:lnTo>
                    <a:pt x="4991" y="26873"/>
                  </a:lnTo>
                  <a:lnTo>
                    <a:pt x="4800" y="26200"/>
                  </a:lnTo>
                  <a:lnTo>
                    <a:pt x="5410" y="26339"/>
                  </a:lnTo>
                  <a:lnTo>
                    <a:pt x="6731" y="26250"/>
                  </a:lnTo>
                  <a:lnTo>
                    <a:pt x="8039" y="26174"/>
                  </a:lnTo>
                  <a:lnTo>
                    <a:pt x="9093" y="25781"/>
                  </a:lnTo>
                  <a:lnTo>
                    <a:pt x="9055" y="24980"/>
                  </a:lnTo>
                  <a:lnTo>
                    <a:pt x="7975" y="24714"/>
                  </a:lnTo>
                  <a:lnTo>
                    <a:pt x="5346" y="24879"/>
                  </a:lnTo>
                  <a:lnTo>
                    <a:pt x="4724" y="25120"/>
                  </a:lnTo>
                  <a:lnTo>
                    <a:pt x="4851" y="24396"/>
                  </a:lnTo>
                  <a:lnTo>
                    <a:pt x="4775" y="22860"/>
                  </a:lnTo>
                  <a:lnTo>
                    <a:pt x="4711" y="21336"/>
                  </a:lnTo>
                  <a:lnTo>
                    <a:pt x="4368" y="20116"/>
                  </a:lnTo>
                  <a:lnTo>
                    <a:pt x="4216" y="20129"/>
                  </a:lnTo>
                  <a:lnTo>
                    <a:pt x="17221" y="4953"/>
                  </a:lnTo>
                  <a:lnTo>
                    <a:pt x="17056" y="5918"/>
                  </a:lnTo>
                  <a:lnTo>
                    <a:pt x="17208" y="8991"/>
                  </a:lnTo>
                  <a:lnTo>
                    <a:pt x="17386" y="9664"/>
                  </a:lnTo>
                  <a:lnTo>
                    <a:pt x="16814" y="9525"/>
                  </a:lnTo>
                  <a:lnTo>
                    <a:pt x="15506" y="9601"/>
                  </a:lnTo>
                  <a:lnTo>
                    <a:pt x="14198" y="9690"/>
                  </a:lnTo>
                  <a:lnTo>
                    <a:pt x="13144" y="10083"/>
                  </a:lnTo>
                  <a:lnTo>
                    <a:pt x="13182" y="10883"/>
                  </a:lnTo>
                  <a:lnTo>
                    <a:pt x="14262" y="11150"/>
                  </a:lnTo>
                  <a:lnTo>
                    <a:pt x="16891" y="10972"/>
                  </a:lnTo>
                  <a:lnTo>
                    <a:pt x="17462" y="10769"/>
                  </a:lnTo>
                  <a:lnTo>
                    <a:pt x="17348" y="11468"/>
                  </a:lnTo>
                  <a:lnTo>
                    <a:pt x="17424" y="12992"/>
                  </a:lnTo>
                  <a:lnTo>
                    <a:pt x="17487" y="14528"/>
                  </a:lnTo>
                  <a:lnTo>
                    <a:pt x="17830" y="15748"/>
                  </a:lnTo>
                  <a:lnTo>
                    <a:pt x="18516" y="15709"/>
                  </a:lnTo>
                  <a:lnTo>
                    <a:pt x="18745" y="14452"/>
                  </a:lnTo>
                  <a:lnTo>
                    <a:pt x="18592" y="11379"/>
                  </a:lnTo>
                  <a:lnTo>
                    <a:pt x="18402" y="10706"/>
                  </a:lnTo>
                  <a:lnTo>
                    <a:pt x="19011" y="10845"/>
                  </a:lnTo>
                  <a:lnTo>
                    <a:pt x="20320" y="10756"/>
                  </a:lnTo>
                  <a:lnTo>
                    <a:pt x="21640" y="10680"/>
                  </a:lnTo>
                  <a:lnTo>
                    <a:pt x="22694" y="10287"/>
                  </a:lnTo>
                  <a:lnTo>
                    <a:pt x="31419" y="20345"/>
                  </a:lnTo>
                  <a:lnTo>
                    <a:pt x="30759" y="20370"/>
                  </a:lnTo>
                  <a:lnTo>
                    <a:pt x="30530" y="21628"/>
                  </a:lnTo>
                  <a:lnTo>
                    <a:pt x="30683" y="24701"/>
                  </a:lnTo>
                  <a:lnTo>
                    <a:pt x="30861" y="25387"/>
                  </a:lnTo>
                  <a:lnTo>
                    <a:pt x="30289" y="25234"/>
                  </a:lnTo>
                  <a:lnTo>
                    <a:pt x="28981" y="25323"/>
                  </a:lnTo>
                  <a:lnTo>
                    <a:pt x="27660" y="25400"/>
                  </a:lnTo>
                  <a:lnTo>
                    <a:pt x="26606" y="25793"/>
                  </a:lnTo>
                  <a:lnTo>
                    <a:pt x="26657" y="26593"/>
                  </a:lnTo>
                  <a:lnTo>
                    <a:pt x="27724" y="26860"/>
                  </a:lnTo>
                  <a:lnTo>
                    <a:pt x="30353" y="26695"/>
                  </a:lnTo>
                  <a:lnTo>
                    <a:pt x="30937" y="26479"/>
                  </a:lnTo>
                  <a:lnTo>
                    <a:pt x="30822" y="27178"/>
                  </a:lnTo>
                  <a:lnTo>
                    <a:pt x="30886" y="28714"/>
                  </a:lnTo>
                  <a:lnTo>
                    <a:pt x="30962" y="30238"/>
                  </a:lnTo>
                  <a:lnTo>
                    <a:pt x="31305" y="31457"/>
                  </a:lnTo>
                  <a:lnTo>
                    <a:pt x="31508" y="31457"/>
                  </a:lnTo>
                  <a:lnTo>
                    <a:pt x="17729" y="47523"/>
                  </a:lnTo>
                  <a:lnTo>
                    <a:pt x="12954" y="41960"/>
                  </a:lnTo>
                  <a:lnTo>
                    <a:pt x="14008" y="42202"/>
                  </a:lnTo>
                  <a:lnTo>
                    <a:pt x="16637" y="42037"/>
                  </a:lnTo>
                  <a:lnTo>
                    <a:pt x="17208" y="41833"/>
                  </a:lnTo>
                  <a:lnTo>
                    <a:pt x="17094" y="42532"/>
                  </a:lnTo>
                  <a:lnTo>
                    <a:pt x="17170" y="44056"/>
                  </a:lnTo>
                  <a:lnTo>
                    <a:pt x="17233" y="45580"/>
                  </a:lnTo>
                  <a:lnTo>
                    <a:pt x="17576" y="46812"/>
                  </a:lnTo>
                  <a:lnTo>
                    <a:pt x="18262" y="46774"/>
                  </a:lnTo>
                  <a:lnTo>
                    <a:pt x="18478" y="45516"/>
                  </a:lnTo>
                  <a:lnTo>
                    <a:pt x="18338" y="42443"/>
                  </a:lnTo>
                  <a:lnTo>
                    <a:pt x="18148" y="41770"/>
                  </a:lnTo>
                  <a:lnTo>
                    <a:pt x="18757" y="41910"/>
                  </a:lnTo>
                  <a:lnTo>
                    <a:pt x="20066" y="41821"/>
                  </a:lnTo>
                  <a:lnTo>
                    <a:pt x="21374" y="41732"/>
                  </a:lnTo>
                  <a:lnTo>
                    <a:pt x="22440" y="41351"/>
                  </a:lnTo>
                  <a:lnTo>
                    <a:pt x="22390" y="40551"/>
                  </a:lnTo>
                  <a:lnTo>
                    <a:pt x="21323" y="40284"/>
                  </a:lnTo>
                  <a:lnTo>
                    <a:pt x="18694" y="40449"/>
                  </a:lnTo>
                  <a:lnTo>
                    <a:pt x="18072" y="40690"/>
                  </a:lnTo>
                  <a:lnTo>
                    <a:pt x="18199" y="39966"/>
                  </a:lnTo>
                  <a:lnTo>
                    <a:pt x="18122" y="38430"/>
                  </a:lnTo>
                  <a:lnTo>
                    <a:pt x="18059" y="36906"/>
                  </a:lnTo>
                  <a:lnTo>
                    <a:pt x="17716" y="35674"/>
                  </a:lnTo>
                  <a:lnTo>
                    <a:pt x="17030" y="35725"/>
                  </a:lnTo>
                  <a:lnTo>
                    <a:pt x="16802" y="36982"/>
                  </a:lnTo>
                  <a:lnTo>
                    <a:pt x="16954" y="40043"/>
                  </a:lnTo>
                  <a:lnTo>
                    <a:pt x="17132" y="40728"/>
                  </a:lnTo>
                  <a:lnTo>
                    <a:pt x="16560" y="40576"/>
                  </a:lnTo>
                  <a:lnTo>
                    <a:pt x="15252" y="40665"/>
                  </a:lnTo>
                  <a:lnTo>
                    <a:pt x="13944" y="40754"/>
                  </a:lnTo>
                  <a:lnTo>
                    <a:pt x="12877" y="41135"/>
                  </a:lnTo>
                  <a:lnTo>
                    <a:pt x="12915" y="41922"/>
                  </a:lnTo>
                  <a:lnTo>
                    <a:pt x="0" y="26835"/>
                  </a:lnTo>
                  <a:lnTo>
                    <a:pt x="0" y="31203"/>
                  </a:lnTo>
                  <a:lnTo>
                    <a:pt x="17729" y="51892"/>
                  </a:lnTo>
                  <a:lnTo>
                    <a:pt x="21475" y="47523"/>
                  </a:lnTo>
                  <a:lnTo>
                    <a:pt x="39979" y="25946"/>
                  </a:lnTo>
                  <a:close/>
                </a:path>
                <a:path w="118109" h="117475">
                  <a:moveTo>
                    <a:pt x="64084" y="75311"/>
                  </a:moveTo>
                  <a:lnTo>
                    <a:pt x="64033" y="74498"/>
                  </a:lnTo>
                  <a:lnTo>
                    <a:pt x="62953" y="74244"/>
                  </a:lnTo>
                  <a:lnTo>
                    <a:pt x="60337" y="74409"/>
                  </a:lnTo>
                  <a:lnTo>
                    <a:pt x="59715" y="74637"/>
                  </a:lnTo>
                  <a:lnTo>
                    <a:pt x="59842" y="73926"/>
                  </a:lnTo>
                  <a:lnTo>
                    <a:pt x="59766" y="72390"/>
                  </a:lnTo>
                  <a:lnTo>
                    <a:pt x="59690" y="70866"/>
                  </a:lnTo>
                  <a:lnTo>
                    <a:pt x="59359" y="69634"/>
                  </a:lnTo>
                  <a:lnTo>
                    <a:pt x="58674" y="69684"/>
                  </a:lnTo>
                  <a:lnTo>
                    <a:pt x="58445" y="70942"/>
                  </a:lnTo>
                  <a:lnTo>
                    <a:pt x="58597" y="74002"/>
                  </a:lnTo>
                  <a:lnTo>
                    <a:pt x="58775" y="74688"/>
                  </a:lnTo>
                  <a:lnTo>
                    <a:pt x="58204" y="74536"/>
                  </a:lnTo>
                  <a:lnTo>
                    <a:pt x="56896" y="74625"/>
                  </a:lnTo>
                  <a:lnTo>
                    <a:pt x="55587" y="74714"/>
                  </a:lnTo>
                  <a:lnTo>
                    <a:pt x="54521" y="75095"/>
                  </a:lnTo>
                  <a:lnTo>
                    <a:pt x="54571" y="75907"/>
                  </a:lnTo>
                  <a:lnTo>
                    <a:pt x="55651" y="76161"/>
                  </a:lnTo>
                  <a:lnTo>
                    <a:pt x="58280" y="75996"/>
                  </a:lnTo>
                  <a:lnTo>
                    <a:pt x="58851" y="75780"/>
                  </a:lnTo>
                  <a:lnTo>
                    <a:pt x="58737" y="76492"/>
                  </a:lnTo>
                  <a:lnTo>
                    <a:pt x="58813" y="78016"/>
                  </a:lnTo>
                  <a:lnTo>
                    <a:pt x="58877" y="79540"/>
                  </a:lnTo>
                  <a:lnTo>
                    <a:pt x="59220" y="80772"/>
                  </a:lnTo>
                  <a:lnTo>
                    <a:pt x="59905" y="80721"/>
                  </a:lnTo>
                  <a:lnTo>
                    <a:pt x="60121" y="79476"/>
                  </a:lnTo>
                  <a:lnTo>
                    <a:pt x="59982" y="76403"/>
                  </a:lnTo>
                  <a:lnTo>
                    <a:pt x="59791" y="75730"/>
                  </a:lnTo>
                  <a:lnTo>
                    <a:pt x="60401" y="75869"/>
                  </a:lnTo>
                  <a:lnTo>
                    <a:pt x="61709" y="75780"/>
                  </a:lnTo>
                  <a:lnTo>
                    <a:pt x="63017" y="75692"/>
                  </a:lnTo>
                  <a:lnTo>
                    <a:pt x="64084" y="75311"/>
                  </a:lnTo>
                  <a:close/>
                </a:path>
                <a:path w="118109" h="117475">
                  <a:moveTo>
                    <a:pt x="102057" y="57556"/>
                  </a:moveTo>
                  <a:lnTo>
                    <a:pt x="98310" y="53200"/>
                  </a:lnTo>
                  <a:lnTo>
                    <a:pt x="98310" y="57556"/>
                  </a:lnTo>
                  <a:lnTo>
                    <a:pt x="94170" y="62382"/>
                  </a:lnTo>
                  <a:lnTo>
                    <a:pt x="94284" y="61772"/>
                  </a:lnTo>
                  <a:lnTo>
                    <a:pt x="94132" y="58699"/>
                  </a:lnTo>
                  <a:lnTo>
                    <a:pt x="93941" y="58013"/>
                  </a:lnTo>
                  <a:lnTo>
                    <a:pt x="94564" y="58166"/>
                  </a:lnTo>
                  <a:lnTo>
                    <a:pt x="95872" y="58089"/>
                  </a:lnTo>
                  <a:lnTo>
                    <a:pt x="97180" y="58000"/>
                  </a:lnTo>
                  <a:lnTo>
                    <a:pt x="98234" y="57607"/>
                  </a:lnTo>
                  <a:lnTo>
                    <a:pt x="98221" y="57467"/>
                  </a:lnTo>
                  <a:lnTo>
                    <a:pt x="98310" y="53200"/>
                  </a:lnTo>
                  <a:lnTo>
                    <a:pt x="97523" y="52273"/>
                  </a:lnTo>
                  <a:lnTo>
                    <a:pt x="97523" y="56642"/>
                  </a:lnTo>
                  <a:lnTo>
                    <a:pt x="97116" y="56540"/>
                  </a:lnTo>
                  <a:lnTo>
                    <a:pt x="94488" y="56718"/>
                  </a:lnTo>
                  <a:lnTo>
                    <a:pt x="93865" y="56946"/>
                  </a:lnTo>
                  <a:lnTo>
                    <a:pt x="93992" y="56222"/>
                  </a:lnTo>
                  <a:lnTo>
                    <a:pt x="93929" y="54698"/>
                  </a:lnTo>
                  <a:lnTo>
                    <a:pt x="93853" y="53162"/>
                  </a:lnTo>
                  <a:lnTo>
                    <a:pt x="93586" y="52235"/>
                  </a:lnTo>
                  <a:lnTo>
                    <a:pt x="93586" y="63068"/>
                  </a:lnTo>
                  <a:lnTo>
                    <a:pt x="79806" y="79133"/>
                  </a:lnTo>
                  <a:lnTo>
                    <a:pt x="75018" y="73571"/>
                  </a:lnTo>
                  <a:lnTo>
                    <a:pt x="76073" y="73812"/>
                  </a:lnTo>
                  <a:lnTo>
                    <a:pt x="78701" y="73647"/>
                  </a:lnTo>
                  <a:lnTo>
                    <a:pt x="79286" y="73431"/>
                  </a:lnTo>
                  <a:lnTo>
                    <a:pt x="79159" y="74129"/>
                  </a:lnTo>
                  <a:lnTo>
                    <a:pt x="79235" y="75666"/>
                  </a:lnTo>
                  <a:lnTo>
                    <a:pt x="79311" y="77190"/>
                  </a:lnTo>
                  <a:lnTo>
                    <a:pt x="79641" y="78422"/>
                  </a:lnTo>
                  <a:lnTo>
                    <a:pt x="80340" y="78371"/>
                  </a:lnTo>
                  <a:lnTo>
                    <a:pt x="80556" y="77114"/>
                  </a:lnTo>
                  <a:lnTo>
                    <a:pt x="80416" y="74053"/>
                  </a:lnTo>
                  <a:lnTo>
                    <a:pt x="80225" y="73380"/>
                  </a:lnTo>
                  <a:lnTo>
                    <a:pt x="80835" y="73520"/>
                  </a:lnTo>
                  <a:lnTo>
                    <a:pt x="82143" y="73431"/>
                  </a:lnTo>
                  <a:lnTo>
                    <a:pt x="83451" y="73342"/>
                  </a:lnTo>
                  <a:lnTo>
                    <a:pt x="84505" y="72961"/>
                  </a:lnTo>
                  <a:lnTo>
                    <a:pt x="84467" y="72148"/>
                  </a:lnTo>
                  <a:lnTo>
                    <a:pt x="83388" y="71894"/>
                  </a:lnTo>
                  <a:lnTo>
                    <a:pt x="80759" y="72059"/>
                  </a:lnTo>
                  <a:lnTo>
                    <a:pt x="80137" y="72288"/>
                  </a:lnTo>
                  <a:lnTo>
                    <a:pt x="80276" y="71564"/>
                  </a:lnTo>
                  <a:lnTo>
                    <a:pt x="80200" y="70040"/>
                  </a:lnTo>
                  <a:lnTo>
                    <a:pt x="80124" y="68516"/>
                  </a:lnTo>
                  <a:lnTo>
                    <a:pt x="79794" y="67284"/>
                  </a:lnTo>
                  <a:lnTo>
                    <a:pt x="79095" y="67335"/>
                  </a:lnTo>
                  <a:lnTo>
                    <a:pt x="78879" y="68580"/>
                  </a:lnTo>
                  <a:lnTo>
                    <a:pt x="79032" y="71653"/>
                  </a:lnTo>
                  <a:lnTo>
                    <a:pt x="79209" y="72339"/>
                  </a:lnTo>
                  <a:lnTo>
                    <a:pt x="78625" y="72186"/>
                  </a:lnTo>
                  <a:lnTo>
                    <a:pt x="77317" y="72275"/>
                  </a:lnTo>
                  <a:lnTo>
                    <a:pt x="76009" y="72364"/>
                  </a:lnTo>
                  <a:lnTo>
                    <a:pt x="74955" y="72745"/>
                  </a:lnTo>
                  <a:lnTo>
                    <a:pt x="74980" y="73533"/>
                  </a:lnTo>
                  <a:lnTo>
                    <a:pt x="61671" y="58000"/>
                  </a:lnTo>
                  <a:lnTo>
                    <a:pt x="62725" y="58242"/>
                  </a:lnTo>
                  <a:lnTo>
                    <a:pt x="65354" y="58077"/>
                  </a:lnTo>
                  <a:lnTo>
                    <a:pt x="65938" y="57873"/>
                  </a:lnTo>
                  <a:lnTo>
                    <a:pt x="65811" y="58572"/>
                  </a:lnTo>
                  <a:lnTo>
                    <a:pt x="65887" y="60096"/>
                  </a:lnTo>
                  <a:lnTo>
                    <a:pt x="65963" y="61620"/>
                  </a:lnTo>
                  <a:lnTo>
                    <a:pt x="66294" y="62852"/>
                  </a:lnTo>
                  <a:lnTo>
                    <a:pt x="66992" y="62814"/>
                  </a:lnTo>
                  <a:lnTo>
                    <a:pt x="67208" y="61556"/>
                  </a:lnTo>
                  <a:lnTo>
                    <a:pt x="67068" y="58483"/>
                  </a:lnTo>
                  <a:lnTo>
                    <a:pt x="66865" y="57810"/>
                  </a:lnTo>
                  <a:lnTo>
                    <a:pt x="67487" y="57950"/>
                  </a:lnTo>
                  <a:lnTo>
                    <a:pt x="68795" y="57861"/>
                  </a:lnTo>
                  <a:lnTo>
                    <a:pt x="70104" y="57772"/>
                  </a:lnTo>
                  <a:lnTo>
                    <a:pt x="71158" y="57391"/>
                  </a:lnTo>
                  <a:lnTo>
                    <a:pt x="71120" y="56578"/>
                  </a:lnTo>
                  <a:lnTo>
                    <a:pt x="70040" y="56324"/>
                  </a:lnTo>
                  <a:lnTo>
                    <a:pt x="67411" y="56489"/>
                  </a:lnTo>
                  <a:lnTo>
                    <a:pt x="66789" y="56730"/>
                  </a:lnTo>
                  <a:lnTo>
                    <a:pt x="66929" y="56007"/>
                  </a:lnTo>
                  <a:lnTo>
                    <a:pt x="66852" y="54470"/>
                  </a:lnTo>
                  <a:lnTo>
                    <a:pt x="66776" y="52946"/>
                  </a:lnTo>
                  <a:lnTo>
                    <a:pt x="66446" y="51714"/>
                  </a:lnTo>
                  <a:lnTo>
                    <a:pt x="66294" y="51727"/>
                  </a:lnTo>
                  <a:lnTo>
                    <a:pt x="79286" y="36576"/>
                  </a:lnTo>
                  <a:lnTo>
                    <a:pt x="79133" y="37528"/>
                  </a:lnTo>
                  <a:lnTo>
                    <a:pt x="79286" y="40589"/>
                  </a:lnTo>
                  <a:lnTo>
                    <a:pt x="79463" y="41275"/>
                  </a:lnTo>
                  <a:lnTo>
                    <a:pt x="78892" y="41135"/>
                  </a:lnTo>
                  <a:lnTo>
                    <a:pt x="77571" y="41211"/>
                  </a:lnTo>
                  <a:lnTo>
                    <a:pt x="76263" y="41300"/>
                  </a:lnTo>
                  <a:lnTo>
                    <a:pt x="75209" y="41681"/>
                  </a:lnTo>
                  <a:lnTo>
                    <a:pt x="75247" y="42494"/>
                  </a:lnTo>
                  <a:lnTo>
                    <a:pt x="76327" y="42748"/>
                  </a:lnTo>
                  <a:lnTo>
                    <a:pt x="78955" y="42583"/>
                  </a:lnTo>
                  <a:lnTo>
                    <a:pt x="79540" y="42379"/>
                  </a:lnTo>
                  <a:lnTo>
                    <a:pt x="79413" y="43078"/>
                  </a:lnTo>
                  <a:lnTo>
                    <a:pt x="79489" y="44602"/>
                  </a:lnTo>
                  <a:lnTo>
                    <a:pt x="79565" y="46126"/>
                  </a:lnTo>
                  <a:lnTo>
                    <a:pt x="79895" y="47358"/>
                  </a:lnTo>
                  <a:lnTo>
                    <a:pt x="80594" y="47320"/>
                  </a:lnTo>
                  <a:lnTo>
                    <a:pt x="80810" y="46062"/>
                  </a:lnTo>
                  <a:lnTo>
                    <a:pt x="80670" y="42989"/>
                  </a:lnTo>
                  <a:lnTo>
                    <a:pt x="80327" y="41770"/>
                  </a:lnTo>
                  <a:lnTo>
                    <a:pt x="79971" y="41808"/>
                  </a:lnTo>
                  <a:lnTo>
                    <a:pt x="80302" y="41770"/>
                  </a:lnTo>
                  <a:lnTo>
                    <a:pt x="80530" y="40513"/>
                  </a:lnTo>
                  <a:lnTo>
                    <a:pt x="80454" y="38976"/>
                  </a:lnTo>
                  <a:lnTo>
                    <a:pt x="80378" y="37452"/>
                  </a:lnTo>
                  <a:lnTo>
                    <a:pt x="80048" y="36283"/>
                  </a:lnTo>
                  <a:lnTo>
                    <a:pt x="93497" y="51955"/>
                  </a:lnTo>
                  <a:lnTo>
                    <a:pt x="92824" y="51981"/>
                  </a:lnTo>
                  <a:lnTo>
                    <a:pt x="92608" y="53238"/>
                  </a:lnTo>
                  <a:lnTo>
                    <a:pt x="92748" y="56311"/>
                  </a:lnTo>
                  <a:lnTo>
                    <a:pt x="92938" y="56997"/>
                  </a:lnTo>
                  <a:lnTo>
                    <a:pt x="92354" y="56845"/>
                  </a:lnTo>
                  <a:lnTo>
                    <a:pt x="91046" y="56921"/>
                  </a:lnTo>
                  <a:lnTo>
                    <a:pt x="89738" y="57010"/>
                  </a:lnTo>
                  <a:lnTo>
                    <a:pt x="88684" y="57404"/>
                  </a:lnTo>
                  <a:lnTo>
                    <a:pt x="88722" y="58204"/>
                  </a:lnTo>
                  <a:lnTo>
                    <a:pt x="89801" y="58470"/>
                  </a:lnTo>
                  <a:lnTo>
                    <a:pt x="92430" y="58293"/>
                  </a:lnTo>
                  <a:lnTo>
                    <a:pt x="93002" y="58089"/>
                  </a:lnTo>
                  <a:lnTo>
                    <a:pt x="92887" y="58788"/>
                  </a:lnTo>
                  <a:lnTo>
                    <a:pt x="92964" y="60312"/>
                  </a:lnTo>
                  <a:lnTo>
                    <a:pt x="93040" y="61849"/>
                  </a:lnTo>
                  <a:lnTo>
                    <a:pt x="93370" y="63068"/>
                  </a:lnTo>
                  <a:lnTo>
                    <a:pt x="93586" y="63068"/>
                  </a:lnTo>
                  <a:lnTo>
                    <a:pt x="93586" y="52235"/>
                  </a:lnTo>
                  <a:lnTo>
                    <a:pt x="93510" y="51968"/>
                  </a:lnTo>
                  <a:lnTo>
                    <a:pt x="97523" y="56642"/>
                  </a:lnTo>
                  <a:lnTo>
                    <a:pt x="97523" y="52273"/>
                  </a:lnTo>
                  <a:lnTo>
                    <a:pt x="83553" y="35979"/>
                  </a:lnTo>
                  <a:lnTo>
                    <a:pt x="80022" y="31864"/>
                  </a:lnTo>
                  <a:lnTo>
                    <a:pt x="80022" y="36245"/>
                  </a:lnTo>
                  <a:lnTo>
                    <a:pt x="79565" y="36271"/>
                  </a:lnTo>
                  <a:lnTo>
                    <a:pt x="79806" y="35979"/>
                  </a:lnTo>
                  <a:lnTo>
                    <a:pt x="80022" y="36245"/>
                  </a:lnTo>
                  <a:lnTo>
                    <a:pt x="80022" y="31864"/>
                  </a:lnTo>
                  <a:lnTo>
                    <a:pt x="79806" y="31610"/>
                  </a:lnTo>
                  <a:lnTo>
                    <a:pt x="65862" y="47879"/>
                  </a:lnTo>
                  <a:lnTo>
                    <a:pt x="65862" y="56769"/>
                  </a:lnTo>
                  <a:lnTo>
                    <a:pt x="65290" y="56616"/>
                  </a:lnTo>
                  <a:lnTo>
                    <a:pt x="63969" y="56705"/>
                  </a:lnTo>
                  <a:lnTo>
                    <a:pt x="62661" y="56794"/>
                  </a:lnTo>
                  <a:lnTo>
                    <a:pt x="61633" y="57175"/>
                  </a:lnTo>
                  <a:lnTo>
                    <a:pt x="61633" y="57962"/>
                  </a:lnTo>
                  <a:lnTo>
                    <a:pt x="61302" y="57556"/>
                  </a:lnTo>
                  <a:lnTo>
                    <a:pt x="61607" y="57200"/>
                  </a:lnTo>
                  <a:lnTo>
                    <a:pt x="61633" y="57962"/>
                  </a:lnTo>
                  <a:lnTo>
                    <a:pt x="61633" y="57175"/>
                  </a:lnTo>
                  <a:lnTo>
                    <a:pt x="65608" y="52527"/>
                  </a:lnTo>
                  <a:lnTo>
                    <a:pt x="65532" y="53022"/>
                  </a:lnTo>
                  <a:lnTo>
                    <a:pt x="65684" y="56083"/>
                  </a:lnTo>
                  <a:lnTo>
                    <a:pt x="65862" y="56769"/>
                  </a:lnTo>
                  <a:lnTo>
                    <a:pt x="65862" y="47879"/>
                  </a:lnTo>
                  <a:lnTo>
                    <a:pt x="58839" y="56070"/>
                  </a:lnTo>
                  <a:lnTo>
                    <a:pt x="56375" y="53200"/>
                  </a:lnTo>
                  <a:lnTo>
                    <a:pt x="56375" y="57556"/>
                  </a:lnTo>
                  <a:lnTo>
                    <a:pt x="52235" y="62382"/>
                  </a:lnTo>
                  <a:lnTo>
                    <a:pt x="52349" y="61772"/>
                  </a:lnTo>
                  <a:lnTo>
                    <a:pt x="52209" y="58699"/>
                  </a:lnTo>
                  <a:lnTo>
                    <a:pt x="52019" y="58026"/>
                  </a:lnTo>
                  <a:lnTo>
                    <a:pt x="52628" y="58166"/>
                  </a:lnTo>
                  <a:lnTo>
                    <a:pt x="53936" y="58089"/>
                  </a:lnTo>
                  <a:lnTo>
                    <a:pt x="55245" y="58000"/>
                  </a:lnTo>
                  <a:lnTo>
                    <a:pt x="56311" y="57607"/>
                  </a:lnTo>
                  <a:lnTo>
                    <a:pt x="56299" y="57480"/>
                  </a:lnTo>
                  <a:lnTo>
                    <a:pt x="56375" y="53200"/>
                  </a:lnTo>
                  <a:lnTo>
                    <a:pt x="55575" y="52273"/>
                  </a:lnTo>
                  <a:lnTo>
                    <a:pt x="55575" y="56642"/>
                  </a:lnTo>
                  <a:lnTo>
                    <a:pt x="55181" y="56540"/>
                  </a:lnTo>
                  <a:lnTo>
                    <a:pt x="52565" y="56718"/>
                  </a:lnTo>
                  <a:lnTo>
                    <a:pt x="51943" y="56946"/>
                  </a:lnTo>
                  <a:lnTo>
                    <a:pt x="52070" y="56222"/>
                  </a:lnTo>
                  <a:lnTo>
                    <a:pt x="51993" y="54698"/>
                  </a:lnTo>
                  <a:lnTo>
                    <a:pt x="51930" y="53162"/>
                  </a:lnTo>
                  <a:lnTo>
                    <a:pt x="51650" y="52222"/>
                  </a:lnTo>
                  <a:lnTo>
                    <a:pt x="51650" y="63068"/>
                  </a:lnTo>
                  <a:lnTo>
                    <a:pt x="37871" y="79133"/>
                  </a:lnTo>
                  <a:lnTo>
                    <a:pt x="33083" y="73571"/>
                  </a:lnTo>
                  <a:lnTo>
                    <a:pt x="34150" y="73812"/>
                  </a:lnTo>
                  <a:lnTo>
                    <a:pt x="36779" y="73647"/>
                  </a:lnTo>
                  <a:lnTo>
                    <a:pt x="37350" y="73431"/>
                  </a:lnTo>
                  <a:lnTo>
                    <a:pt x="37236" y="74129"/>
                  </a:lnTo>
                  <a:lnTo>
                    <a:pt x="37312" y="75666"/>
                  </a:lnTo>
                  <a:lnTo>
                    <a:pt x="37388" y="77190"/>
                  </a:lnTo>
                  <a:lnTo>
                    <a:pt x="37719" y="78422"/>
                  </a:lnTo>
                  <a:lnTo>
                    <a:pt x="38404" y="78371"/>
                  </a:lnTo>
                  <a:lnTo>
                    <a:pt x="38633" y="77114"/>
                  </a:lnTo>
                  <a:lnTo>
                    <a:pt x="38481" y="74053"/>
                  </a:lnTo>
                  <a:lnTo>
                    <a:pt x="38290" y="73380"/>
                  </a:lnTo>
                  <a:lnTo>
                    <a:pt x="38900" y="73520"/>
                  </a:lnTo>
                  <a:lnTo>
                    <a:pt x="40220" y="73431"/>
                  </a:lnTo>
                  <a:lnTo>
                    <a:pt x="41529" y="73342"/>
                  </a:lnTo>
                  <a:lnTo>
                    <a:pt x="42583" y="72961"/>
                  </a:lnTo>
                  <a:lnTo>
                    <a:pt x="42545" y="72148"/>
                  </a:lnTo>
                  <a:lnTo>
                    <a:pt x="41465" y="71894"/>
                  </a:lnTo>
                  <a:lnTo>
                    <a:pt x="38836" y="72059"/>
                  </a:lnTo>
                  <a:lnTo>
                    <a:pt x="38214" y="72288"/>
                  </a:lnTo>
                  <a:lnTo>
                    <a:pt x="38341" y="71564"/>
                  </a:lnTo>
                  <a:lnTo>
                    <a:pt x="38277" y="70040"/>
                  </a:lnTo>
                  <a:lnTo>
                    <a:pt x="38201" y="68516"/>
                  </a:lnTo>
                  <a:lnTo>
                    <a:pt x="37858" y="67284"/>
                  </a:lnTo>
                  <a:lnTo>
                    <a:pt x="37172" y="67335"/>
                  </a:lnTo>
                  <a:lnTo>
                    <a:pt x="36957" y="68580"/>
                  </a:lnTo>
                  <a:lnTo>
                    <a:pt x="37096" y="71653"/>
                  </a:lnTo>
                  <a:lnTo>
                    <a:pt x="37287" y="72339"/>
                  </a:lnTo>
                  <a:lnTo>
                    <a:pt x="36703" y="72186"/>
                  </a:lnTo>
                  <a:lnTo>
                    <a:pt x="35394" y="72275"/>
                  </a:lnTo>
                  <a:lnTo>
                    <a:pt x="34086" y="72364"/>
                  </a:lnTo>
                  <a:lnTo>
                    <a:pt x="33032" y="72745"/>
                  </a:lnTo>
                  <a:lnTo>
                    <a:pt x="33058" y="73545"/>
                  </a:lnTo>
                  <a:lnTo>
                    <a:pt x="19748" y="58000"/>
                  </a:lnTo>
                  <a:lnTo>
                    <a:pt x="20802" y="58242"/>
                  </a:lnTo>
                  <a:lnTo>
                    <a:pt x="23431" y="58077"/>
                  </a:lnTo>
                  <a:lnTo>
                    <a:pt x="24015" y="57873"/>
                  </a:lnTo>
                  <a:lnTo>
                    <a:pt x="23888" y="58572"/>
                  </a:lnTo>
                  <a:lnTo>
                    <a:pt x="23964" y="60096"/>
                  </a:lnTo>
                  <a:lnTo>
                    <a:pt x="24041" y="61620"/>
                  </a:lnTo>
                  <a:lnTo>
                    <a:pt x="24371" y="62852"/>
                  </a:lnTo>
                  <a:lnTo>
                    <a:pt x="25069" y="62814"/>
                  </a:lnTo>
                  <a:lnTo>
                    <a:pt x="25285" y="61556"/>
                  </a:lnTo>
                  <a:lnTo>
                    <a:pt x="25133" y="58483"/>
                  </a:lnTo>
                  <a:lnTo>
                    <a:pt x="24942" y="57797"/>
                  </a:lnTo>
                  <a:lnTo>
                    <a:pt x="25565" y="57950"/>
                  </a:lnTo>
                  <a:lnTo>
                    <a:pt x="26873" y="57861"/>
                  </a:lnTo>
                  <a:lnTo>
                    <a:pt x="28181" y="57772"/>
                  </a:lnTo>
                  <a:lnTo>
                    <a:pt x="29235" y="57391"/>
                  </a:lnTo>
                  <a:lnTo>
                    <a:pt x="29197" y="56578"/>
                  </a:lnTo>
                  <a:lnTo>
                    <a:pt x="28117" y="56324"/>
                  </a:lnTo>
                  <a:lnTo>
                    <a:pt x="25488" y="56489"/>
                  </a:lnTo>
                  <a:lnTo>
                    <a:pt x="24866" y="56730"/>
                  </a:lnTo>
                  <a:lnTo>
                    <a:pt x="24993" y="56007"/>
                  </a:lnTo>
                  <a:lnTo>
                    <a:pt x="24930" y="54470"/>
                  </a:lnTo>
                  <a:lnTo>
                    <a:pt x="24853" y="52946"/>
                  </a:lnTo>
                  <a:lnTo>
                    <a:pt x="24511" y="51714"/>
                  </a:lnTo>
                  <a:lnTo>
                    <a:pt x="24371" y="51727"/>
                  </a:lnTo>
                  <a:lnTo>
                    <a:pt x="37376" y="36563"/>
                  </a:lnTo>
                  <a:lnTo>
                    <a:pt x="37211" y="37528"/>
                  </a:lnTo>
                  <a:lnTo>
                    <a:pt x="37350" y="40589"/>
                  </a:lnTo>
                  <a:lnTo>
                    <a:pt x="37528" y="41275"/>
                  </a:lnTo>
                  <a:lnTo>
                    <a:pt x="36957" y="41135"/>
                  </a:lnTo>
                  <a:lnTo>
                    <a:pt x="35648" y="41211"/>
                  </a:lnTo>
                  <a:lnTo>
                    <a:pt x="34340" y="41300"/>
                  </a:lnTo>
                  <a:lnTo>
                    <a:pt x="33286" y="41681"/>
                  </a:lnTo>
                  <a:lnTo>
                    <a:pt x="33324" y="42494"/>
                  </a:lnTo>
                  <a:lnTo>
                    <a:pt x="34404" y="42748"/>
                  </a:lnTo>
                  <a:lnTo>
                    <a:pt x="37033" y="42583"/>
                  </a:lnTo>
                  <a:lnTo>
                    <a:pt x="37604" y="42379"/>
                  </a:lnTo>
                  <a:lnTo>
                    <a:pt x="37490" y="43078"/>
                  </a:lnTo>
                  <a:lnTo>
                    <a:pt x="37566" y="44602"/>
                  </a:lnTo>
                  <a:lnTo>
                    <a:pt x="37642" y="46126"/>
                  </a:lnTo>
                  <a:lnTo>
                    <a:pt x="37973" y="47358"/>
                  </a:lnTo>
                  <a:lnTo>
                    <a:pt x="38658" y="47320"/>
                  </a:lnTo>
                  <a:lnTo>
                    <a:pt x="38887" y="46062"/>
                  </a:lnTo>
                  <a:lnTo>
                    <a:pt x="38735" y="42989"/>
                  </a:lnTo>
                  <a:lnTo>
                    <a:pt x="38544" y="42303"/>
                  </a:lnTo>
                  <a:lnTo>
                    <a:pt x="39166" y="42456"/>
                  </a:lnTo>
                  <a:lnTo>
                    <a:pt x="40474" y="42367"/>
                  </a:lnTo>
                  <a:lnTo>
                    <a:pt x="41783" y="42291"/>
                  </a:lnTo>
                  <a:lnTo>
                    <a:pt x="42837" y="41897"/>
                  </a:lnTo>
                  <a:lnTo>
                    <a:pt x="51562" y="51955"/>
                  </a:lnTo>
                  <a:lnTo>
                    <a:pt x="50901" y="51981"/>
                  </a:lnTo>
                  <a:lnTo>
                    <a:pt x="50673" y="53238"/>
                  </a:lnTo>
                  <a:lnTo>
                    <a:pt x="50825" y="56311"/>
                  </a:lnTo>
                  <a:lnTo>
                    <a:pt x="51003" y="56997"/>
                  </a:lnTo>
                  <a:lnTo>
                    <a:pt x="50431" y="56845"/>
                  </a:lnTo>
                  <a:lnTo>
                    <a:pt x="49123" y="56921"/>
                  </a:lnTo>
                  <a:lnTo>
                    <a:pt x="47815" y="57010"/>
                  </a:lnTo>
                  <a:lnTo>
                    <a:pt x="46748" y="57404"/>
                  </a:lnTo>
                  <a:lnTo>
                    <a:pt x="46799" y="58204"/>
                  </a:lnTo>
                  <a:lnTo>
                    <a:pt x="47879" y="58470"/>
                  </a:lnTo>
                  <a:lnTo>
                    <a:pt x="50507" y="58293"/>
                  </a:lnTo>
                  <a:lnTo>
                    <a:pt x="51079" y="58089"/>
                  </a:lnTo>
                  <a:lnTo>
                    <a:pt x="50965" y="58788"/>
                  </a:lnTo>
                  <a:lnTo>
                    <a:pt x="51041" y="60312"/>
                  </a:lnTo>
                  <a:lnTo>
                    <a:pt x="51104" y="61849"/>
                  </a:lnTo>
                  <a:lnTo>
                    <a:pt x="51447" y="63068"/>
                  </a:lnTo>
                  <a:lnTo>
                    <a:pt x="51650" y="63068"/>
                  </a:lnTo>
                  <a:lnTo>
                    <a:pt x="51650" y="52222"/>
                  </a:lnTo>
                  <a:lnTo>
                    <a:pt x="51587" y="51993"/>
                  </a:lnTo>
                  <a:lnTo>
                    <a:pt x="55575" y="56642"/>
                  </a:lnTo>
                  <a:lnTo>
                    <a:pt x="55575" y="52273"/>
                  </a:lnTo>
                  <a:lnTo>
                    <a:pt x="42087" y="36537"/>
                  </a:lnTo>
                  <a:lnTo>
                    <a:pt x="42087" y="40932"/>
                  </a:lnTo>
                  <a:lnTo>
                    <a:pt x="41719" y="40830"/>
                  </a:lnTo>
                  <a:lnTo>
                    <a:pt x="39090" y="40995"/>
                  </a:lnTo>
                  <a:lnTo>
                    <a:pt x="38468" y="41236"/>
                  </a:lnTo>
                  <a:lnTo>
                    <a:pt x="38595" y="40513"/>
                  </a:lnTo>
                  <a:lnTo>
                    <a:pt x="38531" y="38976"/>
                  </a:lnTo>
                  <a:lnTo>
                    <a:pt x="38455" y="37452"/>
                  </a:lnTo>
                  <a:lnTo>
                    <a:pt x="38112" y="36283"/>
                  </a:lnTo>
                  <a:lnTo>
                    <a:pt x="42087" y="40932"/>
                  </a:lnTo>
                  <a:lnTo>
                    <a:pt x="42087" y="36537"/>
                  </a:lnTo>
                  <a:lnTo>
                    <a:pt x="41617" y="35979"/>
                  </a:lnTo>
                  <a:lnTo>
                    <a:pt x="38087" y="31864"/>
                  </a:lnTo>
                  <a:lnTo>
                    <a:pt x="38087" y="36245"/>
                  </a:lnTo>
                  <a:lnTo>
                    <a:pt x="37630" y="36271"/>
                  </a:lnTo>
                  <a:lnTo>
                    <a:pt x="37871" y="35979"/>
                  </a:lnTo>
                  <a:lnTo>
                    <a:pt x="38087" y="36245"/>
                  </a:lnTo>
                  <a:lnTo>
                    <a:pt x="38087" y="31864"/>
                  </a:lnTo>
                  <a:lnTo>
                    <a:pt x="37871" y="31610"/>
                  </a:lnTo>
                  <a:lnTo>
                    <a:pt x="23926" y="47891"/>
                  </a:lnTo>
                  <a:lnTo>
                    <a:pt x="23926" y="56769"/>
                  </a:lnTo>
                  <a:lnTo>
                    <a:pt x="23355" y="56616"/>
                  </a:lnTo>
                  <a:lnTo>
                    <a:pt x="22047" y="56705"/>
                  </a:lnTo>
                  <a:lnTo>
                    <a:pt x="20739" y="56794"/>
                  </a:lnTo>
                  <a:lnTo>
                    <a:pt x="19710" y="57175"/>
                  </a:lnTo>
                  <a:lnTo>
                    <a:pt x="19710" y="57962"/>
                  </a:lnTo>
                  <a:lnTo>
                    <a:pt x="19380" y="57556"/>
                  </a:lnTo>
                  <a:lnTo>
                    <a:pt x="19685" y="57200"/>
                  </a:lnTo>
                  <a:lnTo>
                    <a:pt x="19710" y="57962"/>
                  </a:lnTo>
                  <a:lnTo>
                    <a:pt x="19710" y="57175"/>
                  </a:lnTo>
                  <a:lnTo>
                    <a:pt x="23685" y="52527"/>
                  </a:lnTo>
                  <a:lnTo>
                    <a:pt x="23609" y="53022"/>
                  </a:lnTo>
                  <a:lnTo>
                    <a:pt x="23749" y="56083"/>
                  </a:lnTo>
                  <a:lnTo>
                    <a:pt x="23926" y="56769"/>
                  </a:lnTo>
                  <a:lnTo>
                    <a:pt x="23926" y="47891"/>
                  </a:lnTo>
                  <a:lnTo>
                    <a:pt x="15633" y="57556"/>
                  </a:lnTo>
                  <a:lnTo>
                    <a:pt x="37871" y="83502"/>
                  </a:lnTo>
                  <a:lnTo>
                    <a:pt x="41617" y="79133"/>
                  </a:lnTo>
                  <a:lnTo>
                    <a:pt x="58839" y="59055"/>
                  </a:lnTo>
                  <a:lnTo>
                    <a:pt x="79806" y="83502"/>
                  </a:lnTo>
                  <a:lnTo>
                    <a:pt x="83553" y="79133"/>
                  </a:lnTo>
                  <a:lnTo>
                    <a:pt x="102057" y="57556"/>
                  </a:lnTo>
                  <a:close/>
                </a:path>
                <a:path w="118109" h="117475">
                  <a:moveTo>
                    <a:pt x="117652" y="85013"/>
                  </a:moveTo>
                  <a:lnTo>
                    <a:pt x="104736" y="69951"/>
                  </a:lnTo>
                  <a:lnTo>
                    <a:pt x="104736" y="74345"/>
                  </a:lnTo>
                  <a:lnTo>
                    <a:pt x="104343" y="74244"/>
                  </a:lnTo>
                  <a:lnTo>
                    <a:pt x="101714" y="74409"/>
                  </a:lnTo>
                  <a:lnTo>
                    <a:pt x="101104" y="74637"/>
                  </a:lnTo>
                  <a:lnTo>
                    <a:pt x="101231" y="73926"/>
                  </a:lnTo>
                  <a:lnTo>
                    <a:pt x="101155" y="72390"/>
                  </a:lnTo>
                  <a:lnTo>
                    <a:pt x="101079" y="70866"/>
                  </a:lnTo>
                  <a:lnTo>
                    <a:pt x="100749" y="69684"/>
                  </a:lnTo>
                  <a:lnTo>
                    <a:pt x="104736" y="74345"/>
                  </a:lnTo>
                  <a:lnTo>
                    <a:pt x="104736" y="69951"/>
                  </a:lnTo>
                  <a:lnTo>
                    <a:pt x="104254" y="69380"/>
                  </a:lnTo>
                  <a:lnTo>
                    <a:pt x="100723" y="65278"/>
                  </a:lnTo>
                  <a:lnTo>
                    <a:pt x="100723" y="69646"/>
                  </a:lnTo>
                  <a:lnTo>
                    <a:pt x="100253" y="69672"/>
                  </a:lnTo>
                  <a:lnTo>
                    <a:pt x="100507" y="69380"/>
                  </a:lnTo>
                  <a:lnTo>
                    <a:pt x="100723" y="69646"/>
                  </a:lnTo>
                  <a:lnTo>
                    <a:pt x="100723" y="65278"/>
                  </a:lnTo>
                  <a:lnTo>
                    <a:pt x="100507" y="65024"/>
                  </a:lnTo>
                  <a:lnTo>
                    <a:pt x="86563" y="81305"/>
                  </a:lnTo>
                  <a:lnTo>
                    <a:pt x="86563" y="90182"/>
                  </a:lnTo>
                  <a:lnTo>
                    <a:pt x="85991" y="90030"/>
                  </a:lnTo>
                  <a:lnTo>
                    <a:pt x="84683" y="90119"/>
                  </a:lnTo>
                  <a:lnTo>
                    <a:pt x="83375" y="90208"/>
                  </a:lnTo>
                  <a:lnTo>
                    <a:pt x="82346" y="90589"/>
                  </a:lnTo>
                  <a:lnTo>
                    <a:pt x="82346" y="91389"/>
                  </a:lnTo>
                  <a:lnTo>
                    <a:pt x="82003" y="90970"/>
                  </a:lnTo>
                  <a:lnTo>
                    <a:pt x="82308" y="90614"/>
                  </a:lnTo>
                  <a:lnTo>
                    <a:pt x="82346" y="91389"/>
                  </a:lnTo>
                  <a:lnTo>
                    <a:pt x="82346" y="90589"/>
                  </a:lnTo>
                  <a:lnTo>
                    <a:pt x="86321" y="85940"/>
                  </a:lnTo>
                  <a:lnTo>
                    <a:pt x="86233" y="86423"/>
                  </a:lnTo>
                  <a:lnTo>
                    <a:pt x="86385" y="89496"/>
                  </a:lnTo>
                  <a:lnTo>
                    <a:pt x="86563" y="90182"/>
                  </a:lnTo>
                  <a:lnTo>
                    <a:pt x="86563" y="81305"/>
                  </a:lnTo>
                  <a:lnTo>
                    <a:pt x="78270" y="90970"/>
                  </a:lnTo>
                  <a:lnTo>
                    <a:pt x="100507" y="116916"/>
                  </a:lnTo>
                  <a:lnTo>
                    <a:pt x="104254" y="112547"/>
                  </a:lnTo>
                  <a:lnTo>
                    <a:pt x="117652" y="96913"/>
                  </a:lnTo>
                  <a:lnTo>
                    <a:pt x="117652" y="92544"/>
                  </a:lnTo>
                  <a:lnTo>
                    <a:pt x="114884" y="95783"/>
                  </a:lnTo>
                  <a:lnTo>
                    <a:pt x="114985" y="95186"/>
                  </a:lnTo>
                  <a:lnTo>
                    <a:pt x="114846" y="92113"/>
                  </a:lnTo>
                  <a:lnTo>
                    <a:pt x="114642" y="91440"/>
                  </a:lnTo>
                  <a:lnTo>
                    <a:pt x="115265" y="91579"/>
                  </a:lnTo>
                  <a:lnTo>
                    <a:pt x="117652" y="91427"/>
                  </a:lnTo>
                  <a:lnTo>
                    <a:pt x="117652" y="89966"/>
                  </a:lnTo>
                  <a:lnTo>
                    <a:pt x="115189" y="90119"/>
                  </a:lnTo>
                  <a:lnTo>
                    <a:pt x="114566" y="90360"/>
                  </a:lnTo>
                  <a:lnTo>
                    <a:pt x="114706" y="89636"/>
                  </a:lnTo>
                  <a:lnTo>
                    <a:pt x="114630" y="88112"/>
                  </a:lnTo>
                  <a:lnTo>
                    <a:pt x="114554" y="86575"/>
                  </a:lnTo>
                  <a:lnTo>
                    <a:pt x="114287" y="85623"/>
                  </a:lnTo>
                  <a:lnTo>
                    <a:pt x="114287" y="96481"/>
                  </a:lnTo>
                  <a:lnTo>
                    <a:pt x="100507" y="112547"/>
                  </a:lnTo>
                  <a:lnTo>
                    <a:pt x="95707" y="106972"/>
                  </a:lnTo>
                  <a:lnTo>
                    <a:pt x="96786" y="107226"/>
                  </a:lnTo>
                  <a:lnTo>
                    <a:pt x="99415" y="107061"/>
                  </a:lnTo>
                  <a:lnTo>
                    <a:pt x="99987" y="106845"/>
                  </a:lnTo>
                  <a:lnTo>
                    <a:pt x="99872" y="107543"/>
                  </a:lnTo>
                  <a:lnTo>
                    <a:pt x="99936" y="109080"/>
                  </a:lnTo>
                  <a:lnTo>
                    <a:pt x="100012" y="110604"/>
                  </a:lnTo>
                  <a:lnTo>
                    <a:pt x="100355" y="111823"/>
                  </a:lnTo>
                  <a:lnTo>
                    <a:pt x="101041" y="111785"/>
                  </a:lnTo>
                  <a:lnTo>
                    <a:pt x="101257" y="110528"/>
                  </a:lnTo>
                  <a:lnTo>
                    <a:pt x="101117" y="107467"/>
                  </a:lnTo>
                  <a:lnTo>
                    <a:pt x="100914" y="106781"/>
                  </a:lnTo>
                  <a:lnTo>
                    <a:pt x="101536" y="106921"/>
                  </a:lnTo>
                  <a:lnTo>
                    <a:pt x="102844" y="106845"/>
                  </a:lnTo>
                  <a:lnTo>
                    <a:pt x="104152" y="106756"/>
                  </a:lnTo>
                  <a:lnTo>
                    <a:pt x="105219" y="106375"/>
                  </a:lnTo>
                  <a:lnTo>
                    <a:pt x="105168" y="105562"/>
                  </a:lnTo>
                  <a:lnTo>
                    <a:pt x="104089" y="105295"/>
                  </a:lnTo>
                  <a:lnTo>
                    <a:pt x="101460" y="105473"/>
                  </a:lnTo>
                  <a:lnTo>
                    <a:pt x="100850" y="105702"/>
                  </a:lnTo>
                  <a:lnTo>
                    <a:pt x="100977" y="104978"/>
                  </a:lnTo>
                  <a:lnTo>
                    <a:pt x="100901" y="103454"/>
                  </a:lnTo>
                  <a:lnTo>
                    <a:pt x="100825" y="101930"/>
                  </a:lnTo>
                  <a:lnTo>
                    <a:pt x="100495" y="100698"/>
                  </a:lnTo>
                  <a:lnTo>
                    <a:pt x="99809" y="100736"/>
                  </a:lnTo>
                  <a:lnTo>
                    <a:pt x="99580" y="101993"/>
                  </a:lnTo>
                  <a:lnTo>
                    <a:pt x="99733" y="105067"/>
                  </a:lnTo>
                  <a:lnTo>
                    <a:pt x="99910" y="105752"/>
                  </a:lnTo>
                  <a:lnTo>
                    <a:pt x="99339" y="105600"/>
                  </a:lnTo>
                  <a:lnTo>
                    <a:pt x="98031" y="105689"/>
                  </a:lnTo>
                  <a:lnTo>
                    <a:pt x="96723" y="105765"/>
                  </a:lnTo>
                  <a:lnTo>
                    <a:pt x="95656" y="106159"/>
                  </a:lnTo>
                  <a:lnTo>
                    <a:pt x="95694" y="106959"/>
                  </a:lnTo>
                  <a:lnTo>
                    <a:pt x="82372" y="91414"/>
                  </a:lnTo>
                  <a:lnTo>
                    <a:pt x="83439" y="91655"/>
                  </a:lnTo>
                  <a:lnTo>
                    <a:pt x="86067" y="91490"/>
                  </a:lnTo>
                  <a:lnTo>
                    <a:pt x="86639" y="91274"/>
                  </a:lnTo>
                  <a:lnTo>
                    <a:pt x="86525" y="91973"/>
                  </a:lnTo>
                  <a:lnTo>
                    <a:pt x="86601" y="93510"/>
                  </a:lnTo>
                  <a:lnTo>
                    <a:pt x="86664" y="95034"/>
                  </a:lnTo>
                  <a:lnTo>
                    <a:pt x="87007" y="96266"/>
                  </a:lnTo>
                  <a:lnTo>
                    <a:pt x="87693" y="96215"/>
                  </a:lnTo>
                  <a:lnTo>
                    <a:pt x="87909" y="94957"/>
                  </a:lnTo>
                  <a:lnTo>
                    <a:pt x="87769" y="91897"/>
                  </a:lnTo>
                  <a:lnTo>
                    <a:pt x="87579" y="91211"/>
                  </a:lnTo>
                  <a:lnTo>
                    <a:pt x="88188" y="91351"/>
                  </a:lnTo>
                  <a:lnTo>
                    <a:pt x="89496" y="91274"/>
                  </a:lnTo>
                  <a:lnTo>
                    <a:pt x="90805" y="91186"/>
                  </a:lnTo>
                  <a:lnTo>
                    <a:pt x="91871" y="90805"/>
                  </a:lnTo>
                  <a:lnTo>
                    <a:pt x="91821" y="89992"/>
                  </a:lnTo>
                  <a:lnTo>
                    <a:pt x="90741" y="89738"/>
                  </a:lnTo>
                  <a:lnTo>
                    <a:pt x="88125" y="89903"/>
                  </a:lnTo>
                  <a:lnTo>
                    <a:pt x="87503" y="90131"/>
                  </a:lnTo>
                  <a:lnTo>
                    <a:pt x="87630" y="89408"/>
                  </a:lnTo>
                  <a:lnTo>
                    <a:pt x="87553" y="87884"/>
                  </a:lnTo>
                  <a:lnTo>
                    <a:pt x="87490" y="86360"/>
                  </a:lnTo>
                  <a:lnTo>
                    <a:pt x="87147" y="85128"/>
                  </a:lnTo>
                  <a:lnTo>
                    <a:pt x="86995" y="85140"/>
                  </a:lnTo>
                  <a:lnTo>
                    <a:pt x="100012" y="69964"/>
                  </a:lnTo>
                  <a:lnTo>
                    <a:pt x="99834" y="70942"/>
                  </a:lnTo>
                  <a:lnTo>
                    <a:pt x="99987" y="74002"/>
                  </a:lnTo>
                  <a:lnTo>
                    <a:pt x="100164" y="74688"/>
                  </a:lnTo>
                  <a:lnTo>
                    <a:pt x="99593" y="74536"/>
                  </a:lnTo>
                  <a:lnTo>
                    <a:pt x="98285" y="74625"/>
                  </a:lnTo>
                  <a:lnTo>
                    <a:pt x="96977" y="74714"/>
                  </a:lnTo>
                  <a:lnTo>
                    <a:pt x="95910" y="75095"/>
                  </a:lnTo>
                  <a:lnTo>
                    <a:pt x="95961" y="75907"/>
                  </a:lnTo>
                  <a:lnTo>
                    <a:pt x="97040" y="76161"/>
                  </a:lnTo>
                  <a:lnTo>
                    <a:pt x="99669" y="75996"/>
                  </a:lnTo>
                  <a:lnTo>
                    <a:pt x="100241" y="75780"/>
                  </a:lnTo>
                  <a:lnTo>
                    <a:pt x="100126" y="76492"/>
                  </a:lnTo>
                  <a:lnTo>
                    <a:pt x="100203" y="78016"/>
                  </a:lnTo>
                  <a:lnTo>
                    <a:pt x="100266" y="79540"/>
                  </a:lnTo>
                  <a:lnTo>
                    <a:pt x="100609" y="80772"/>
                  </a:lnTo>
                  <a:lnTo>
                    <a:pt x="101295" y="80721"/>
                  </a:lnTo>
                  <a:lnTo>
                    <a:pt x="101511" y="79476"/>
                  </a:lnTo>
                  <a:lnTo>
                    <a:pt x="101371" y="76403"/>
                  </a:lnTo>
                  <a:lnTo>
                    <a:pt x="101180" y="75730"/>
                  </a:lnTo>
                  <a:lnTo>
                    <a:pt x="101790" y="75869"/>
                  </a:lnTo>
                  <a:lnTo>
                    <a:pt x="103098" y="75780"/>
                  </a:lnTo>
                  <a:lnTo>
                    <a:pt x="104406" y="75692"/>
                  </a:lnTo>
                  <a:lnTo>
                    <a:pt x="105473" y="75311"/>
                  </a:lnTo>
                  <a:lnTo>
                    <a:pt x="114198" y="85369"/>
                  </a:lnTo>
                  <a:lnTo>
                    <a:pt x="114160" y="90919"/>
                  </a:lnTo>
                  <a:lnTo>
                    <a:pt x="114160" y="85382"/>
                  </a:lnTo>
                  <a:lnTo>
                    <a:pt x="113525" y="85394"/>
                  </a:lnTo>
                  <a:lnTo>
                    <a:pt x="113309" y="86652"/>
                  </a:lnTo>
                  <a:lnTo>
                    <a:pt x="113461" y="89725"/>
                  </a:lnTo>
                  <a:lnTo>
                    <a:pt x="113639" y="90398"/>
                  </a:lnTo>
                  <a:lnTo>
                    <a:pt x="113055" y="90258"/>
                  </a:lnTo>
                  <a:lnTo>
                    <a:pt x="111747" y="90335"/>
                  </a:lnTo>
                  <a:lnTo>
                    <a:pt x="110439" y="90424"/>
                  </a:lnTo>
                  <a:lnTo>
                    <a:pt x="109385" y="90805"/>
                  </a:lnTo>
                  <a:lnTo>
                    <a:pt x="109423" y="91617"/>
                  </a:lnTo>
                  <a:lnTo>
                    <a:pt x="110502" y="91884"/>
                  </a:lnTo>
                  <a:lnTo>
                    <a:pt x="113131" y="91706"/>
                  </a:lnTo>
                  <a:lnTo>
                    <a:pt x="113715" y="91503"/>
                  </a:lnTo>
                  <a:lnTo>
                    <a:pt x="113588" y="92202"/>
                  </a:lnTo>
                  <a:lnTo>
                    <a:pt x="113665" y="93726"/>
                  </a:lnTo>
                  <a:lnTo>
                    <a:pt x="113741" y="95262"/>
                  </a:lnTo>
                  <a:lnTo>
                    <a:pt x="114071" y="96481"/>
                  </a:lnTo>
                  <a:lnTo>
                    <a:pt x="114287" y="96481"/>
                  </a:lnTo>
                  <a:lnTo>
                    <a:pt x="114287" y="85623"/>
                  </a:lnTo>
                  <a:lnTo>
                    <a:pt x="114223" y="85394"/>
                  </a:lnTo>
                  <a:lnTo>
                    <a:pt x="117652" y="89382"/>
                  </a:lnTo>
                  <a:lnTo>
                    <a:pt x="117652" y="85013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 descr=""/>
            <p:cNvSpPr/>
            <p:nvPr/>
          </p:nvSpPr>
          <p:spPr>
            <a:xfrm>
              <a:off x="10570934" y="7559198"/>
              <a:ext cx="118110" cy="276225"/>
            </a:xfrm>
            <a:custGeom>
              <a:avLst/>
              <a:gdLst/>
              <a:ahLst/>
              <a:cxnLst/>
              <a:rect l="l" t="t" r="r" b="b"/>
              <a:pathLst>
                <a:path w="118109" h="276225">
                  <a:moveTo>
                    <a:pt x="1828" y="72961"/>
                  </a:moveTo>
                  <a:lnTo>
                    <a:pt x="1790" y="72148"/>
                  </a:lnTo>
                  <a:lnTo>
                    <a:pt x="711" y="71894"/>
                  </a:lnTo>
                  <a:lnTo>
                    <a:pt x="0" y="71932"/>
                  </a:lnTo>
                  <a:lnTo>
                    <a:pt x="0" y="73393"/>
                  </a:lnTo>
                  <a:lnTo>
                    <a:pt x="774" y="73342"/>
                  </a:lnTo>
                  <a:lnTo>
                    <a:pt x="1828" y="72961"/>
                  </a:lnTo>
                  <a:close/>
                </a:path>
                <a:path w="118109" h="276225">
                  <a:moveTo>
                    <a:pt x="19380" y="57556"/>
                  </a:moveTo>
                  <a:lnTo>
                    <a:pt x="15633" y="53187"/>
                  </a:lnTo>
                  <a:lnTo>
                    <a:pt x="15633" y="57556"/>
                  </a:lnTo>
                  <a:lnTo>
                    <a:pt x="11493" y="62382"/>
                  </a:lnTo>
                  <a:lnTo>
                    <a:pt x="11607" y="61772"/>
                  </a:lnTo>
                  <a:lnTo>
                    <a:pt x="11455" y="58699"/>
                  </a:lnTo>
                  <a:lnTo>
                    <a:pt x="11264" y="58013"/>
                  </a:lnTo>
                  <a:lnTo>
                    <a:pt x="11887" y="58166"/>
                  </a:lnTo>
                  <a:lnTo>
                    <a:pt x="13195" y="58089"/>
                  </a:lnTo>
                  <a:lnTo>
                    <a:pt x="14503" y="58000"/>
                  </a:lnTo>
                  <a:lnTo>
                    <a:pt x="15557" y="57607"/>
                  </a:lnTo>
                  <a:lnTo>
                    <a:pt x="15544" y="57467"/>
                  </a:lnTo>
                  <a:lnTo>
                    <a:pt x="15633" y="53187"/>
                  </a:lnTo>
                  <a:lnTo>
                    <a:pt x="14833" y="52260"/>
                  </a:lnTo>
                  <a:lnTo>
                    <a:pt x="14833" y="56642"/>
                  </a:lnTo>
                  <a:lnTo>
                    <a:pt x="14439" y="56540"/>
                  </a:lnTo>
                  <a:lnTo>
                    <a:pt x="11811" y="56718"/>
                  </a:lnTo>
                  <a:lnTo>
                    <a:pt x="11188" y="56946"/>
                  </a:lnTo>
                  <a:lnTo>
                    <a:pt x="11315" y="56222"/>
                  </a:lnTo>
                  <a:lnTo>
                    <a:pt x="11252" y="54698"/>
                  </a:lnTo>
                  <a:lnTo>
                    <a:pt x="11176" y="53162"/>
                  </a:lnTo>
                  <a:lnTo>
                    <a:pt x="10845" y="51993"/>
                  </a:lnTo>
                  <a:lnTo>
                    <a:pt x="14833" y="56642"/>
                  </a:lnTo>
                  <a:lnTo>
                    <a:pt x="14833" y="52260"/>
                  </a:lnTo>
                  <a:lnTo>
                    <a:pt x="0" y="34950"/>
                  </a:lnTo>
                  <a:lnTo>
                    <a:pt x="0" y="39319"/>
                  </a:lnTo>
                  <a:lnTo>
                    <a:pt x="1371" y="40944"/>
                  </a:lnTo>
                  <a:lnTo>
                    <a:pt x="965" y="40830"/>
                  </a:lnTo>
                  <a:lnTo>
                    <a:pt x="0" y="40894"/>
                  </a:lnTo>
                  <a:lnTo>
                    <a:pt x="0" y="42354"/>
                  </a:lnTo>
                  <a:lnTo>
                    <a:pt x="1028" y="42291"/>
                  </a:lnTo>
                  <a:lnTo>
                    <a:pt x="2082" y="41897"/>
                  </a:lnTo>
                  <a:lnTo>
                    <a:pt x="2070" y="41744"/>
                  </a:lnTo>
                  <a:lnTo>
                    <a:pt x="10820" y="51955"/>
                  </a:lnTo>
                  <a:lnTo>
                    <a:pt x="10147" y="51981"/>
                  </a:lnTo>
                  <a:lnTo>
                    <a:pt x="9931" y="53238"/>
                  </a:lnTo>
                  <a:lnTo>
                    <a:pt x="10071" y="56311"/>
                  </a:lnTo>
                  <a:lnTo>
                    <a:pt x="10261" y="56997"/>
                  </a:lnTo>
                  <a:lnTo>
                    <a:pt x="9677" y="56845"/>
                  </a:lnTo>
                  <a:lnTo>
                    <a:pt x="8369" y="56921"/>
                  </a:lnTo>
                  <a:lnTo>
                    <a:pt x="7061" y="57010"/>
                  </a:lnTo>
                  <a:lnTo>
                    <a:pt x="6007" y="57404"/>
                  </a:lnTo>
                  <a:lnTo>
                    <a:pt x="6045" y="58204"/>
                  </a:lnTo>
                  <a:lnTo>
                    <a:pt x="7124" y="58470"/>
                  </a:lnTo>
                  <a:lnTo>
                    <a:pt x="9753" y="58293"/>
                  </a:lnTo>
                  <a:lnTo>
                    <a:pt x="10325" y="58089"/>
                  </a:lnTo>
                  <a:lnTo>
                    <a:pt x="10210" y="58788"/>
                  </a:lnTo>
                  <a:lnTo>
                    <a:pt x="10287" y="60312"/>
                  </a:lnTo>
                  <a:lnTo>
                    <a:pt x="10363" y="61849"/>
                  </a:lnTo>
                  <a:lnTo>
                    <a:pt x="10693" y="63068"/>
                  </a:lnTo>
                  <a:lnTo>
                    <a:pt x="10909" y="63068"/>
                  </a:lnTo>
                  <a:lnTo>
                    <a:pt x="0" y="75793"/>
                  </a:lnTo>
                  <a:lnTo>
                    <a:pt x="0" y="80162"/>
                  </a:lnTo>
                  <a:lnTo>
                    <a:pt x="19380" y="57556"/>
                  </a:lnTo>
                  <a:close/>
                </a:path>
                <a:path w="118109" h="276225">
                  <a:moveTo>
                    <a:pt x="39979" y="218122"/>
                  </a:moveTo>
                  <a:lnTo>
                    <a:pt x="36233" y="213766"/>
                  </a:lnTo>
                  <a:lnTo>
                    <a:pt x="36233" y="218122"/>
                  </a:lnTo>
                  <a:lnTo>
                    <a:pt x="32092" y="222948"/>
                  </a:lnTo>
                  <a:lnTo>
                    <a:pt x="32207" y="222338"/>
                  </a:lnTo>
                  <a:lnTo>
                    <a:pt x="32067" y="219278"/>
                  </a:lnTo>
                  <a:lnTo>
                    <a:pt x="31864" y="218592"/>
                  </a:lnTo>
                  <a:lnTo>
                    <a:pt x="32486" y="218732"/>
                  </a:lnTo>
                  <a:lnTo>
                    <a:pt x="33794" y="218655"/>
                  </a:lnTo>
                  <a:lnTo>
                    <a:pt x="35102" y="218567"/>
                  </a:lnTo>
                  <a:lnTo>
                    <a:pt x="36156" y="218186"/>
                  </a:lnTo>
                  <a:lnTo>
                    <a:pt x="36144" y="218033"/>
                  </a:lnTo>
                  <a:lnTo>
                    <a:pt x="36233" y="213766"/>
                  </a:lnTo>
                  <a:lnTo>
                    <a:pt x="35445" y="212839"/>
                  </a:lnTo>
                  <a:lnTo>
                    <a:pt x="35445" y="217220"/>
                  </a:lnTo>
                  <a:lnTo>
                    <a:pt x="35039" y="217119"/>
                  </a:lnTo>
                  <a:lnTo>
                    <a:pt x="32410" y="217284"/>
                  </a:lnTo>
                  <a:lnTo>
                    <a:pt x="31800" y="217512"/>
                  </a:lnTo>
                  <a:lnTo>
                    <a:pt x="31927" y="216789"/>
                  </a:lnTo>
                  <a:lnTo>
                    <a:pt x="31851" y="215265"/>
                  </a:lnTo>
                  <a:lnTo>
                    <a:pt x="31775" y="213741"/>
                  </a:lnTo>
                  <a:lnTo>
                    <a:pt x="31445" y="212559"/>
                  </a:lnTo>
                  <a:lnTo>
                    <a:pt x="35445" y="217220"/>
                  </a:lnTo>
                  <a:lnTo>
                    <a:pt x="35445" y="212839"/>
                  </a:lnTo>
                  <a:lnTo>
                    <a:pt x="21945" y="197104"/>
                  </a:lnTo>
                  <a:lnTo>
                    <a:pt x="21945" y="201498"/>
                  </a:lnTo>
                  <a:lnTo>
                    <a:pt x="21577" y="201396"/>
                  </a:lnTo>
                  <a:lnTo>
                    <a:pt x="18948" y="201574"/>
                  </a:lnTo>
                  <a:lnTo>
                    <a:pt x="18326" y="201803"/>
                  </a:lnTo>
                  <a:lnTo>
                    <a:pt x="18453" y="201079"/>
                  </a:lnTo>
                  <a:lnTo>
                    <a:pt x="18376" y="199555"/>
                  </a:lnTo>
                  <a:lnTo>
                    <a:pt x="18313" y="198018"/>
                  </a:lnTo>
                  <a:lnTo>
                    <a:pt x="17970" y="196850"/>
                  </a:lnTo>
                  <a:lnTo>
                    <a:pt x="21945" y="201498"/>
                  </a:lnTo>
                  <a:lnTo>
                    <a:pt x="21945" y="197104"/>
                  </a:lnTo>
                  <a:lnTo>
                    <a:pt x="21475" y="196545"/>
                  </a:lnTo>
                  <a:lnTo>
                    <a:pt x="17945" y="192430"/>
                  </a:lnTo>
                  <a:lnTo>
                    <a:pt x="17945" y="196811"/>
                  </a:lnTo>
                  <a:lnTo>
                    <a:pt x="17487" y="196837"/>
                  </a:lnTo>
                  <a:lnTo>
                    <a:pt x="17729" y="196545"/>
                  </a:lnTo>
                  <a:lnTo>
                    <a:pt x="17945" y="196811"/>
                  </a:lnTo>
                  <a:lnTo>
                    <a:pt x="17945" y="192430"/>
                  </a:lnTo>
                  <a:lnTo>
                    <a:pt x="17729" y="192176"/>
                  </a:lnTo>
                  <a:lnTo>
                    <a:pt x="0" y="212877"/>
                  </a:lnTo>
                  <a:lnTo>
                    <a:pt x="0" y="217233"/>
                  </a:lnTo>
                  <a:lnTo>
                    <a:pt x="3543" y="213093"/>
                  </a:lnTo>
                  <a:lnTo>
                    <a:pt x="3467" y="213588"/>
                  </a:lnTo>
                  <a:lnTo>
                    <a:pt x="3606" y="216662"/>
                  </a:lnTo>
                  <a:lnTo>
                    <a:pt x="3784" y="217335"/>
                  </a:lnTo>
                  <a:lnTo>
                    <a:pt x="3213" y="217195"/>
                  </a:lnTo>
                  <a:lnTo>
                    <a:pt x="596" y="217360"/>
                  </a:lnTo>
                  <a:lnTo>
                    <a:pt x="0" y="217576"/>
                  </a:lnTo>
                  <a:lnTo>
                    <a:pt x="0" y="218655"/>
                  </a:lnTo>
                  <a:lnTo>
                    <a:pt x="660" y="218821"/>
                  </a:lnTo>
                  <a:lnTo>
                    <a:pt x="3289" y="218643"/>
                  </a:lnTo>
                  <a:lnTo>
                    <a:pt x="3860" y="218440"/>
                  </a:lnTo>
                  <a:lnTo>
                    <a:pt x="3746" y="219138"/>
                  </a:lnTo>
                  <a:lnTo>
                    <a:pt x="3822" y="220662"/>
                  </a:lnTo>
                  <a:lnTo>
                    <a:pt x="3886" y="222199"/>
                  </a:lnTo>
                  <a:lnTo>
                    <a:pt x="4229" y="223418"/>
                  </a:lnTo>
                  <a:lnTo>
                    <a:pt x="4914" y="223380"/>
                  </a:lnTo>
                  <a:lnTo>
                    <a:pt x="5143" y="222123"/>
                  </a:lnTo>
                  <a:lnTo>
                    <a:pt x="4991" y="219049"/>
                  </a:lnTo>
                  <a:lnTo>
                    <a:pt x="4800" y="218376"/>
                  </a:lnTo>
                  <a:lnTo>
                    <a:pt x="5410" y="218516"/>
                  </a:lnTo>
                  <a:lnTo>
                    <a:pt x="6731" y="218427"/>
                  </a:lnTo>
                  <a:lnTo>
                    <a:pt x="8039" y="218351"/>
                  </a:lnTo>
                  <a:lnTo>
                    <a:pt x="9093" y="217957"/>
                  </a:lnTo>
                  <a:lnTo>
                    <a:pt x="9055" y="217157"/>
                  </a:lnTo>
                  <a:lnTo>
                    <a:pt x="7975" y="216890"/>
                  </a:lnTo>
                  <a:lnTo>
                    <a:pt x="5346" y="217055"/>
                  </a:lnTo>
                  <a:lnTo>
                    <a:pt x="4724" y="217297"/>
                  </a:lnTo>
                  <a:lnTo>
                    <a:pt x="4851" y="216573"/>
                  </a:lnTo>
                  <a:lnTo>
                    <a:pt x="4775" y="215049"/>
                  </a:lnTo>
                  <a:lnTo>
                    <a:pt x="4711" y="213512"/>
                  </a:lnTo>
                  <a:lnTo>
                    <a:pt x="4368" y="212293"/>
                  </a:lnTo>
                  <a:lnTo>
                    <a:pt x="4216" y="212305"/>
                  </a:lnTo>
                  <a:lnTo>
                    <a:pt x="17221" y="197129"/>
                  </a:lnTo>
                  <a:lnTo>
                    <a:pt x="17056" y="198094"/>
                  </a:lnTo>
                  <a:lnTo>
                    <a:pt x="17208" y="201168"/>
                  </a:lnTo>
                  <a:lnTo>
                    <a:pt x="17386" y="201853"/>
                  </a:lnTo>
                  <a:lnTo>
                    <a:pt x="16814" y="201701"/>
                  </a:lnTo>
                  <a:lnTo>
                    <a:pt x="15506" y="201790"/>
                  </a:lnTo>
                  <a:lnTo>
                    <a:pt x="14198" y="201866"/>
                  </a:lnTo>
                  <a:lnTo>
                    <a:pt x="13144" y="202260"/>
                  </a:lnTo>
                  <a:lnTo>
                    <a:pt x="13182" y="203060"/>
                  </a:lnTo>
                  <a:lnTo>
                    <a:pt x="14262" y="203327"/>
                  </a:lnTo>
                  <a:lnTo>
                    <a:pt x="16891" y="203161"/>
                  </a:lnTo>
                  <a:lnTo>
                    <a:pt x="17462" y="202946"/>
                  </a:lnTo>
                  <a:lnTo>
                    <a:pt x="17348" y="203644"/>
                  </a:lnTo>
                  <a:lnTo>
                    <a:pt x="17424" y="205168"/>
                  </a:lnTo>
                  <a:lnTo>
                    <a:pt x="17487" y="206705"/>
                  </a:lnTo>
                  <a:lnTo>
                    <a:pt x="17830" y="207924"/>
                  </a:lnTo>
                  <a:lnTo>
                    <a:pt x="18516" y="207886"/>
                  </a:lnTo>
                  <a:lnTo>
                    <a:pt x="18745" y="206629"/>
                  </a:lnTo>
                  <a:lnTo>
                    <a:pt x="18592" y="203555"/>
                  </a:lnTo>
                  <a:lnTo>
                    <a:pt x="18402" y="202882"/>
                  </a:lnTo>
                  <a:lnTo>
                    <a:pt x="19011" y="203022"/>
                  </a:lnTo>
                  <a:lnTo>
                    <a:pt x="20320" y="202946"/>
                  </a:lnTo>
                  <a:lnTo>
                    <a:pt x="21640" y="202857"/>
                  </a:lnTo>
                  <a:lnTo>
                    <a:pt x="22694" y="202463"/>
                  </a:lnTo>
                  <a:lnTo>
                    <a:pt x="31419" y="212521"/>
                  </a:lnTo>
                  <a:lnTo>
                    <a:pt x="30759" y="212559"/>
                  </a:lnTo>
                  <a:lnTo>
                    <a:pt x="30530" y="213804"/>
                  </a:lnTo>
                  <a:lnTo>
                    <a:pt x="30683" y="216877"/>
                  </a:lnTo>
                  <a:lnTo>
                    <a:pt x="30861" y="217563"/>
                  </a:lnTo>
                  <a:lnTo>
                    <a:pt x="30289" y="217411"/>
                  </a:lnTo>
                  <a:lnTo>
                    <a:pt x="28981" y="217500"/>
                  </a:lnTo>
                  <a:lnTo>
                    <a:pt x="27660" y="217576"/>
                  </a:lnTo>
                  <a:lnTo>
                    <a:pt x="26606" y="217970"/>
                  </a:lnTo>
                  <a:lnTo>
                    <a:pt x="26657" y="218770"/>
                  </a:lnTo>
                  <a:lnTo>
                    <a:pt x="27724" y="219036"/>
                  </a:lnTo>
                  <a:lnTo>
                    <a:pt x="30353" y="218871"/>
                  </a:lnTo>
                  <a:lnTo>
                    <a:pt x="30937" y="218655"/>
                  </a:lnTo>
                  <a:lnTo>
                    <a:pt x="30822" y="219354"/>
                  </a:lnTo>
                  <a:lnTo>
                    <a:pt x="30886" y="220891"/>
                  </a:lnTo>
                  <a:lnTo>
                    <a:pt x="30962" y="222415"/>
                  </a:lnTo>
                  <a:lnTo>
                    <a:pt x="31305" y="223647"/>
                  </a:lnTo>
                  <a:lnTo>
                    <a:pt x="31508" y="223634"/>
                  </a:lnTo>
                  <a:lnTo>
                    <a:pt x="17729" y="239712"/>
                  </a:lnTo>
                  <a:lnTo>
                    <a:pt x="12941" y="234137"/>
                  </a:lnTo>
                  <a:lnTo>
                    <a:pt x="14008" y="234391"/>
                  </a:lnTo>
                  <a:lnTo>
                    <a:pt x="16637" y="234213"/>
                  </a:lnTo>
                  <a:lnTo>
                    <a:pt x="17208" y="234010"/>
                  </a:lnTo>
                  <a:lnTo>
                    <a:pt x="17094" y="234708"/>
                  </a:lnTo>
                  <a:lnTo>
                    <a:pt x="17170" y="236232"/>
                  </a:lnTo>
                  <a:lnTo>
                    <a:pt x="17233" y="237769"/>
                  </a:lnTo>
                  <a:lnTo>
                    <a:pt x="17576" y="238988"/>
                  </a:lnTo>
                  <a:lnTo>
                    <a:pt x="18262" y="238950"/>
                  </a:lnTo>
                  <a:lnTo>
                    <a:pt x="18478" y="237693"/>
                  </a:lnTo>
                  <a:lnTo>
                    <a:pt x="18338" y="234619"/>
                  </a:lnTo>
                  <a:lnTo>
                    <a:pt x="18148" y="233946"/>
                  </a:lnTo>
                  <a:lnTo>
                    <a:pt x="18757" y="234086"/>
                  </a:lnTo>
                  <a:lnTo>
                    <a:pt x="20066" y="233997"/>
                  </a:lnTo>
                  <a:lnTo>
                    <a:pt x="21374" y="233921"/>
                  </a:lnTo>
                  <a:lnTo>
                    <a:pt x="22440" y="233527"/>
                  </a:lnTo>
                  <a:lnTo>
                    <a:pt x="22390" y="232727"/>
                  </a:lnTo>
                  <a:lnTo>
                    <a:pt x="21323" y="232460"/>
                  </a:lnTo>
                  <a:lnTo>
                    <a:pt x="18694" y="232625"/>
                  </a:lnTo>
                  <a:lnTo>
                    <a:pt x="18072" y="232867"/>
                  </a:lnTo>
                  <a:lnTo>
                    <a:pt x="18199" y="232143"/>
                  </a:lnTo>
                  <a:lnTo>
                    <a:pt x="18122" y="230619"/>
                  </a:lnTo>
                  <a:lnTo>
                    <a:pt x="18059" y="229082"/>
                  </a:lnTo>
                  <a:lnTo>
                    <a:pt x="17716" y="227863"/>
                  </a:lnTo>
                  <a:lnTo>
                    <a:pt x="17030" y="227901"/>
                  </a:lnTo>
                  <a:lnTo>
                    <a:pt x="16802" y="229158"/>
                  </a:lnTo>
                  <a:lnTo>
                    <a:pt x="16954" y="232232"/>
                  </a:lnTo>
                  <a:lnTo>
                    <a:pt x="17132" y="232905"/>
                  </a:lnTo>
                  <a:lnTo>
                    <a:pt x="16560" y="232765"/>
                  </a:lnTo>
                  <a:lnTo>
                    <a:pt x="15252" y="232841"/>
                  </a:lnTo>
                  <a:lnTo>
                    <a:pt x="13944" y="232930"/>
                  </a:lnTo>
                  <a:lnTo>
                    <a:pt x="12877" y="233311"/>
                  </a:lnTo>
                  <a:lnTo>
                    <a:pt x="12915" y="234111"/>
                  </a:lnTo>
                  <a:lnTo>
                    <a:pt x="0" y="219011"/>
                  </a:lnTo>
                  <a:lnTo>
                    <a:pt x="0" y="223380"/>
                  </a:lnTo>
                  <a:lnTo>
                    <a:pt x="17729" y="244068"/>
                  </a:lnTo>
                  <a:lnTo>
                    <a:pt x="21475" y="239712"/>
                  </a:lnTo>
                  <a:lnTo>
                    <a:pt x="39979" y="218122"/>
                  </a:lnTo>
                  <a:close/>
                </a:path>
                <a:path w="118109" h="276225">
                  <a:moveTo>
                    <a:pt x="60121" y="249732"/>
                  </a:moveTo>
                  <a:lnTo>
                    <a:pt x="56375" y="245376"/>
                  </a:lnTo>
                  <a:lnTo>
                    <a:pt x="56375" y="249732"/>
                  </a:lnTo>
                  <a:lnTo>
                    <a:pt x="37871" y="271310"/>
                  </a:lnTo>
                  <a:lnTo>
                    <a:pt x="33083" y="265747"/>
                  </a:lnTo>
                  <a:lnTo>
                    <a:pt x="34150" y="265988"/>
                  </a:lnTo>
                  <a:lnTo>
                    <a:pt x="36779" y="265823"/>
                  </a:lnTo>
                  <a:lnTo>
                    <a:pt x="37350" y="265620"/>
                  </a:lnTo>
                  <a:lnTo>
                    <a:pt x="37236" y="266319"/>
                  </a:lnTo>
                  <a:lnTo>
                    <a:pt x="37312" y="267843"/>
                  </a:lnTo>
                  <a:lnTo>
                    <a:pt x="37388" y="269367"/>
                  </a:lnTo>
                  <a:lnTo>
                    <a:pt x="37719" y="270598"/>
                  </a:lnTo>
                  <a:lnTo>
                    <a:pt x="38404" y="270560"/>
                  </a:lnTo>
                  <a:lnTo>
                    <a:pt x="38633" y="269303"/>
                  </a:lnTo>
                  <a:lnTo>
                    <a:pt x="38481" y="266230"/>
                  </a:lnTo>
                  <a:lnTo>
                    <a:pt x="38290" y="265557"/>
                  </a:lnTo>
                  <a:lnTo>
                    <a:pt x="38900" y="265696"/>
                  </a:lnTo>
                  <a:lnTo>
                    <a:pt x="40220" y="265607"/>
                  </a:lnTo>
                  <a:lnTo>
                    <a:pt x="41529" y="265531"/>
                  </a:lnTo>
                  <a:lnTo>
                    <a:pt x="42583" y="265137"/>
                  </a:lnTo>
                  <a:lnTo>
                    <a:pt x="42545" y="264337"/>
                  </a:lnTo>
                  <a:lnTo>
                    <a:pt x="41465" y="264071"/>
                  </a:lnTo>
                  <a:lnTo>
                    <a:pt x="38836" y="264236"/>
                  </a:lnTo>
                  <a:lnTo>
                    <a:pt x="38214" y="264477"/>
                  </a:lnTo>
                  <a:lnTo>
                    <a:pt x="38341" y="263753"/>
                  </a:lnTo>
                  <a:lnTo>
                    <a:pt x="38277" y="262216"/>
                  </a:lnTo>
                  <a:lnTo>
                    <a:pt x="38201" y="260692"/>
                  </a:lnTo>
                  <a:lnTo>
                    <a:pt x="37858" y="259461"/>
                  </a:lnTo>
                  <a:lnTo>
                    <a:pt x="37172" y="259511"/>
                  </a:lnTo>
                  <a:lnTo>
                    <a:pt x="36957" y="260769"/>
                  </a:lnTo>
                  <a:lnTo>
                    <a:pt x="37096" y="263829"/>
                  </a:lnTo>
                  <a:lnTo>
                    <a:pt x="37274" y="264515"/>
                  </a:lnTo>
                  <a:lnTo>
                    <a:pt x="36703" y="264363"/>
                  </a:lnTo>
                  <a:lnTo>
                    <a:pt x="35394" y="264452"/>
                  </a:lnTo>
                  <a:lnTo>
                    <a:pt x="34086" y="264541"/>
                  </a:lnTo>
                  <a:lnTo>
                    <a:pt x="33032" y="264922"/>
                  </a:lnTo>
                  <a:lnTo>
                    <a:pt x="33058" y="265722"/>
                  </a:lnTo>
                  <a:lnTo>
                    <a:pt x="19748" y="250177"/>
                  </a:lnTo>
                  <a:lnTo>
                    <a:pt x="20802" y="250418"/>
                  </a:lnTo>
                  <a:lnTo>
                    <a:pt x="23431" y="250253"/>
                  </a:lnTo>
                  <a:lnTo>
                    <a:pt x="24015" y="250050"/>
                  </a:lnTo>
                  <a:lnTo>
                    <a:pt x="23888" y="250748"/>
                  </a:lnTo>
                  <a:lnTo>
                    <a:pt x="23964" y="252272"/>
                  </a:lnTo>
                  <a:lnTo>
                    <a:pt x="24041" y="253809"/>
                  </a:lnTo>
                  <a:lnTo>
                    <a:pt x="24371" y="255028"/>
                  </a:lnTo>
                  <a:lnTo>
                    <a:pt x="25069" y="254990"/>
                  </a:lnTo>
                  <a:lnTo>
                    <a:pt x="25285" y="253733"/>
                  </a:lnTo>
                  <a:lnTo>
                    <a:pt x="25133" y="250659"/>
                  </a:lnTo>
                  <a:lnTo>
                    <a:pt x="24942" y="249974"/>
                  </a:lnTo>
                  <a:lnTo>
                    <a:pt x="25565" y="250126"/>
                  </a:lnTo>
                  <a:lnTo>
                    <a:pt x="26873" y="250037"/>
                  </a:lnTo>
                  <a:lnTo>
                    <a:pt x="28181" y="249961"/>
                  </a:lnTo>
                  <a:lnTo>
                    <a:pt x="29235" y="249567"/>
                  </a:lnTo>
                  <a:lnTo>
                    <a:pt x="29197" y="248767"/>
                  </a:lnTo>
                  <a:lnTo>
                    <a:pt x="28117" y="248500"/>
                  </a:lnTo>
                  <a:lnTo>
                    <a:pt x="25488" y="248666"/>
                  </a:lnTo>
                  <a:lnTo>
                    <a:pt x="24866" y="248907"/>
                  </a:lnTo>
                  <a:lnTo>
                    <a:pt x="24993" y="248183"/>
                  </a:lnTo>
                  <a:lnTo>
                    <a:pt x="24930" y="246646"/>
                  </a:lnTo>
                  <a:lnTo>
                    <a:pt x="24853" y="245122"/>
                  </a:lnTo>
                  <a:lnTo>
                    <a:pt x="24511" y="243903"/>
                  </a:lnTo>
                  <a:lnTo>
                    <a:pt x="24358" y="243916"/>
                  </a:lnTo>
                  <a:lnTo>
                    <a:pt x="37871" y="228155"/>
                  </a:lnTo>
                  <a:lnTo>
                    <a:pt x="51562" y="244132"/>
                  </a:lnTo>
                  <a:lnTo>
                    <a:pt x="50901" y="244157"/>
                  </a:lnTo>
                  <a:lnTo>
                    <a:pt x="50673" y="245414"/>
                  </a:lnTo>
                  <a:lnTo>
                    <a:pt x="50825" y="248488"/>
                  </a:lnTo>
                  <a:lnTo>
                    <a:pt x="51003" y="249174"/>
                  </a:lnTo>
                  <a:lnTo>
                    <a:pt x="50431" y="249021"/>
                  </a:lnTo>
                  <a:lnTo>
                    <a:pt x="49123" y="249110"/>
                  </a:lnTo>
                  <a:lnTo>
                    <a:pt x="47815" y="249186"/>
                  </a:lnTo>
                  <a:lnTo>
                    <a:pt x="46748" y="249580"/>
                  </a:lnTo>
                  <a:lnTo>
                    <a:pt x="46799" y="250380"/>
                  </a:lnTo>
                  <a:lnTo>
                    <a:pt x="47879" y="250647"/>
                  </a:lnTo>
                  <a:lnTo>
                    <a:pt x="50507" y="250482"/>
                  </a:lnTo>
                  <a:lnTo>
                    <a:pt x="51549" y="250088"/>
                  </a:lnTo>
                  <a:lnTo>
                    <a:pt x="51523" y="249694"/>
                  </a:lnTo>
                  <a:lnTo>
                    <a:pt x="51854" y="249669"/>
                  </a:lnTo>
                  <a:lnTo>
                    <a:pt x="52070" y="248399"/>
                  </a:lnTo>
                  <a:lnTo>
                    <a:pt x="51993" y="246875"/>
                  </a:lnTo>
                  <a:lnTo>
                    <a:pt x="51930" y="245338"/>
                  </a:lnTo>
                  <a:lnTo>
                    <a:pt x="51587" y="244170"/>
                  </a:lnTo>
                  <a:lnTo>
                    <a:pt x="56375" y="249732"/>
                  </a:lnTo>
                  <a:lnTo>
                    <a:pt x="56375" y="245376"/>
                  </a:lnTo>
                  <a:lnTo>
                    <a:pt x="41617" y="228155"/>
                  </a:lnTo>
                  <a:lnTo>
                    <a:pt x="37871" y="223786"/>
                  </a:lnTo>
                  <a:lnTo>
                    <a:pt x="23926" y="240068"/>
                  </a:lnTo>
                  <a:lnTo>
                    <a:pt x="23926" y="248945"/>
                  </a:lnTo>
                  <a:lnTo>
                    <a:pt x="23355" y="248805"/>
                  </a:lnTo>
                  <a:lnTo>
                    <a:pt x="22047" y="248881"/>
                  </a:lnTo>
                  <a:lnTo>
                    <a:pt x="20739" y="248970"/>
                  </a:lnTo>
                  <a:lnTo>
                    <a:pt x="19710" y="249351"/>
                  </a:lnTo>
                  <a:lnTo>
                    <a:pt x="19710" y="250139"/>
                  </a:lnTo>
                  <a:lnTo>
                    <a:pt x="19380" y="249732"/>
                  </a:lnTo>
                  <a:lnTo>
                    <a:pt x="19685" y="249377"/>
                  </a:lnTo>
                  <a:lnTo>
                    <a:pt x="19710" y="250139"/>
                  </a:lnTo>
                  <a:lnTo>
                    <a:pt x="19710" y="249351"/>
                  </a:lnTo>
                  <a:lnTo>
                    <a:pt x="23685" y="244703"/>
                  </a:lnTo>
                  <a:lnTo>
                    <a:pt x="23609" y="245198"/>
                  </a:lnTo>
                  <a:lnTo>
                    <a:pt x="23749" y="248259"/>
                  </a:lnTo>
                  <a:lnTo>
                    <a:pt x="23926" y="248945"/>
                  </a:lnTo>
                  <a:lnTo>
                    <a:pt x="23926" y="240068"/>
                  </a:lnTo>
                  <a:lnTo>
                    <a:pt x="15633" y="249732"/>
                  </a:lnTo>
                  <a:lnTo>
                    <a:pt x="37871" y="275678"/>
                  </a:lnTo>
                  <a:lnTo>
                    <a:pt x="41617" y="271310"/>
                  </a:lnTo>
                  <a:lnTo>
                    <a:pt x="60121" y="249732"/>
                  </a:lnTo>
                  <a:close/>
                </a:path>
                <a:path w="118109" h="276225">
                  <a:moveTo>
                    <a:pt x="84759" y="41897"/>
                  </a:moveTo>
                  <a:lnTo>
                    <a:pt x="84721" y="41097"/>
                  </a:lnTo>
                  <a:lnTo>
                    <a:pt x="83642" y="40830"/>
                  </a:lnTo>
                  <a:lnTo>
                    <a:pt x="81013" y="40995"/>
                  </a:lnTo>
                  <a:lnTo>
                    <a:pt x="79971" y="41389"/>
                  </a:lnTo>
                  <a:lnTo>
                    <a:pt x="79984" y="41795"/>
                  </a:lnTo>
                  <a:lnTo>
                    <a:pt x="79641" y="41821"/>
                  </a:lnTo>
                  <a:lnTo>
                    <a:pt x="79413" y="43078"/>
                  </a:lnTo>
                  <a:lnTo>
                    <a:pt x="79489" y="44602"/>
                  </a:lnTo>
                  <a:lnTo>
                    <a:pt x="79565" y="46126"/>
                  </a:lnTo>
                  <a:lnTo>
                    <a:pt x="79895" y="47358"/>
                  </a:lnTo>
                  <a:lnTo>
                    <a:pt x="80594" y="47320"/>
                  </a:lnTo>
                  <a:lnTo>
                    <a:pt x="80810" y="46062"/>
                  </a:lnTo>
                  <a:lnTo>
                    <a:pt x="80670" y="42989"/>
                  </a:lnTo>
                  <a:lnTo>
                    <a:pt x="80467" y="42316"/>
                  </a:lnTo>
                  <a:lnTo>
                    <a:pt x="81089" y="42456"/>
                  </a:lnTo>
                  <a:lnTo>
                    <a:pt x="82397" y="42367"/>
                  </a:lnTo>
                  <a:lnTo>
                    <a:pt x="83705" y="42291"/>
                  </a:lnTo>
                  <a:lnTo>
                    <a:pt x="84759" y="41897"/>
                  </a:lnTo>
                  <a:close/>
                </a:path>
                <a:path w="118109" h="276225">
                  <a:moveTo>
                    <a:pt x="117652" y="19989"/>
                  </a:moveTo>
                  <a:lnTo>
                    <a:pt x="104724" y="4927"/>
                  </a:lnTo>
                  <a:lnTo>
                    <a:pt x="104724" y="9321"/>
                  </a:lnTo>
                  <a:lnTo>
                    <a:pt x="104343" y="9220"/>
                  </a:lnTo>
                  <a:lnTo>
                    <a:pt x="101714" y="9385"/>
                  </a:lnTo>
                  <a:lnTo>
                    <a:pt x="101104" y="9626"/>
                  </a:lnTo>
                  <a:lnTo>
                    <a:pt x="101231" y="8902"/>
                  </a:lnTo>
                  <a:lnTo>
                    <a:pt x="101155" y="7378"/>
                  </a:lnTo>
                  <a:lnTo>
                    <a:pt x="101079" y="5842"/>
                  </a:lnTo>
                  <a:lnTo>
                    <a:pt x="100749" y="4673"/>
                  </a:lnTo>
                  <a:lnTo>
                    <a:pt x="104724" y="9321"/>
                  </a:lnTo>
                  <a:lnTo>
                    <a:pt x="104724" y="4927"/>
                  </a:lnTo>
                  <a:lnTo>
                    <a:pt x="104254" y="4368"/>
                  </a:lnTo>
                  <a:lnTo>
                    <a:pt x="100723" y="254"/>
                  </a:lnTo>
                  <a:lnTo>
                    <a:pt x="100723" y="4635"/>
                  </a:lnTo>
                  <a:lnTo>
                    <a:pt x="100266" y="4660"/>
                  </a:lnTo>
                  <a:lnTo>
                    <a:pt x="100507" y="4368"/>
                  </a:lnTo>
                  <a:lnTo>
                    <a:pt x="100723" y="4635"/>
                  </a:lnTo>
                  <a:lnTo>
                    <a:pt x="100723" y="254"/>
                  </a:lnTo>
                  <a:lnTo>
                    <a:pt x="100507" y="0"/>
                  </a:lnTo>
                  <a:lnTo>
                    <a:pt x="86563" y="16268"/>
                  </a:lnTo>
                  <a:lnTo>
                    <a:pt x="86563" y="25158"/>
                  </a:lnTo>
                  <a:lnTo>
                    <a:pt x="85991" y="25019"/>
                  </a:lnTo>
                  <a:lnTo>
                    <a:pt x="84683" y="25095"/>
                  </a:lnTo>
                  <a:lnTo>
                    <a:pt x="83375" y="25184"/>
                  </a:lnTo>
                  <a:lnTo>
                    <a:pt x="82346" y="25565"/>
                  </a:lnTo>
                  <a:lnTo>
                    <a:pt x="82346" y="26365"/>
                  </a:lnTo>
                  <a:lnTo>
                    <a:pt x="82003" y="25946"/>
                  </a:lnTo>
                  <a:lnTo>
                    <a:pt x="82308" y="25590"/>
                  </a:lnTo>
                  <a:lnTo>
                    <a:pt x="82346" y="26365"/>
                  </a:lnTo>
                  <a:lnTo>
                    <a:pt x="82346" y="25565"/>
                  </a:lnTo>
                  <a:lnTo>
                    <a:pt x="86321" y="20916"/>
                  </a:lnTo>
                  <a:lnTo>
                    <a:pt x="86233" y="21412"/>
                  </a:lnTo>
                  <a:lnTo>
                    <a:pt x="86385" y="24472"/>
                  </a:lnTo>
                  <a:lnTo>
                    <a:pt x="86563" y="25158"/>
                  </a:lnTo>
                  <a:lnTo>
                    <a:pt x="86563" y="16268"/>
                  </a:lnTo>
                  <a:lnTo>
                    <a:pt x="79806" y="24142"/>
                  </a:lnTo>
                  <a:lnTo>
                    <a:pt x="77622" y="21602"/>
                  </a:lnTo>
                  <a:lnTo>
                    <a:pt x="77622" y="25946"/>
                  </a:lnTo>
                  <a:lnTo>
                    <a:pt x="73482" y="30772"/>
                  </a:lnTo>
                  <a:lnTo>
                    <a:pt x="73596" y="30162"/>
                  </a:lnTo>
                  <a:lnTo>
                    <a:pt x="73456" y="27101"/>
                  </a:lnTo>
                  <a:lnTo>
                    <a:pt x="73253" y="26416"/>
                  </a:lnTo>
                  <a:lnTo>
                    <a:pt x="73875" y="26555"/>
                  </a:lnTo>
                  <a:lnTo>
                    <a:pt x="75184" y="26479"/>
                  </a:lnTo>
                  <a:lnTo>
                    <a:pt x="76492" y="26390"/>
                  </a:lnTo>
                  <a:lnTo>
                    <a:pt x="77546" y="26009"/>
                  </a:lnTo>
                  <a:lnTo>
                    <a:pt x="77533" y="25857"/>
                  </a:lnTo>
                  <a:lnTo>
                    <a:pt x="77622" y="21602"/>
                  </a:lnTo>
                  <a:lnTo>
                    <a:pt x="76822" y="20662"/>
                  </a:lnTo>
                  <a:lnTo>
                    <a:pt x="76822" y="25031"/>
                  </a:lnTo>
                  <a:lnTo>
                    <a:pt x="76428" y="24930"/>
                  </a:lnTo>
                  <a:lnTo>
                    <a:pt x="73799" y="25107"/>
                  </a:lnTo>
                  <a:lnTo>
                    <a:pt x="73190" y="25336"/>
                  </a:lnTo>
                  <a:lnTo>
                    <a:pt x="73317" y="24612"/>
                  </a:lnTo>
                  <a:lnTo>
                    <a:pt x="73240" y="23088"/>
                  </a:lnTo>
                  <a:lnTo>
                    <a:pt x="73164" y="21551"/>
                  </a:lnTo>
                  <a:lnTo>
                    <a:pt x="72898" y="20612"/>
                  </a:lnTo>
                  <a:lnTo>
                    <a:pt x="72898" y="31457"/>
                  </a:lnTo>
                  <a:lnTo>
                    <a:pt x="59118" y="47523"/>
                  </a:lnTo>
                  <a:lnTo>
                    <a:pt x="54330" y="41960"/>
                  </a:lnTo>
                  <a:lnTo>
                    <a:pt x="55397" y="42202"/>
                  </a:lnTo>
                  <a:lnTo>
                    <a:pt x="58013" y="42037"/>
                  </a:lnTo>
                  <a:lnTo>
                    <a:pt x="58597" y="41833"/>
                  </a:lnTo>
                  <a:lnTo>
                    <a:pt x="58483" y="42532"/>
                  </a:lnTo>
                  <a:lnTo>
                    <a:pt x="58547" y="44056"/>
                  </a:lnTo>
                  <a:lnTo>
                    <a:pt x="58623" y="45580"/>
                  </a:lnTo>
                  <a:lnTo>
                    <a:pt x="58966" y="46812"/>
                  </a:lnTo>
                  <a:lnTo>
                    <a:pt x="59651" y="46774"/>
                  </a:lnTo>
                  <a:lnTo>
                    <a:pt x="59867" y="45516"/>
                  </a:lnTo>
                  <a:lnTo>
                    <a:pt x="59728" y="42443"/>
                  </a:lnTo>
                  <a:lnTo>
                    <a:pt x="59524" y="41770"/>
                  </a:lnTo>
                  <a:lnTo>
                    <a:pt x="60147" y="41910"/>
                  </a:lnTo>
                  <a:lnTo>
                    <a:pt x="61455" y="41821"/>
                  </a:lnTo>
                  <a:lnTo>
                    <a:pt x="62763" y="41732"/>
                  </a:lnTo>
                  <a:lnTo>
                    <a:pt x="63830" y="41351"/>
                  </a:lnTo>
                  <a:lnTo>
                    <a:pt x="63779" y="40551"/>
                  </a:lnTo>
                  <a:lnTo>
                    <a:pt x="62699" y="40284"/>
                  </a:lnTo>
                  <a:lnTo>
                    <a:pt x="60071" y="40449"/>
                  </a:lnTo>
                  <a:lnTo>
                    <a:pt x="59461" y="40690"/>
                  </a:lnTo>
                  <a:lnTo>
                    <a:pt x="59588" y="39966"/>
                  </a:lnTo>
                  <a:lnTo>
                    <a:pt x="59512" y="38430"/>
                  </a:lnTo>
                  <a:lnTo>
                    <a:pt x="59436" y="36906"/>
                  </a:lnTo>
                  <a:lnTo>
                    <a:pt x="59105" y="35674"/>
                  </a:lnTo>
                  <a:lnTo>
                    <a:pt x="58420" y="35725"/>
                  </a:lnTo>
                  <a:lnTo>
                    <a:pt x="58191" y="36982"/>
                  </a:lnTo>
                  <a:lnTo>
                    <a:pt x="58343" y="40043"/>
                  </a:lnTo>
                  <a:lnTo>
                    <a:pt x="58521" y="40728"/>
                  </a:lnTo>
                  <a:lnTo>
                    <a:pt x="57950" y="40576"/>
                  </a:lnTo>
                  <a:lnTo>
                    <a:pt x="56642" y="40665"/>
                  </a:lnTo>
                  <a:lnTo>
                    <a:pt x="55333" y="40754"/>
                  </a:lnTo>
                  <a:lnTo>
                    <a:pt x="54267" y="41135"/>
                  </a:lnTo>
                  <a:lnTo>
                    <a:pt x="54305" y="41935"/>
                  </a:lnTo>
                  <a:lnTo>
                    <a:pt x="40982" y="26390"/>
                  </a:lnTo>
                  <a:lnTo>
                    <a:pt x="42049" y="26631"/>
                  </a:lnTo>
                  <a:lnTo>
                    <a:pt x="44678" y="26466"/>
                  </a:lnTo>
                  <a:lnTo>
                    <a:pt x="45250" y="26263"/>
                  </a:lnTo>
                  <a:lnTo>
                    <a:pt x="45135" y="26962"/>
                  </a:lnTo>
                  <a:lnTo>
                    <a:pt x="45212" y="28486"/>
                  </a:lnTo>
                  <a:lnTo>
                    <a:pt x="45275" y="30022"/>
                  </a:lnTo>
                  <a:lnTo>
                    <a:pt x="45618" y="31242"/>
                  </a:lnTo>
                  <a:lnTo>
                    <a:pt x="46304" y="31203"/>
                  </a:lnTo>
                  <a:lnTo>
                    <a:pt x="46532" y="29946"/>
                  </a:lnTo>
                  <a:lnTo>
                    <a:pt x="46380" y="26873"/>
                  </a:lnTo>
                  <a:lnTo>
                    <a:pt x="46189" y="26200"/>
                  </a:lnTo>
                  <a:lnTo>
                    <a:pt x="46799" y="26339"/>
                  </a:lnTo>
                  <a:lnTo>
                    <a:pt x="48107" y="26250"/>
                  </a:lnTo>
                  <a:lnTo>
                    <a:pt x="49428" y="26174"/>
                  </a:lnTo>
                  <a:lnTo>
                    <a:pt x="50482" y="25781"/>
                  </a:lnTo>
                  <a:lnTo>
                    <a:pt x="50431" y="24980"/>
                  </a:lnTo>
                  <a:lnTo>
                    <a:pt x="49364" y="24714"/>
                  </a:lnTo>
                  <a:lnTo>
                    <a:pt x="46736" y="24879"/>
                  </a:lnTo>
                  <a:lnTo>
                    <a:pt x="46113" y="25120"/>
                  </a:lnTo>
                  <a:lnTo>
                    <a:pt x="46240" y="24396"/>
                  </a:lnTo>
                  <a:lnTo>
                    <a:pt x="46164" y="22860"/>
                  </a:lnTo>
                  <a:lnTo>
                    <a:pt x="46101" y="21336"/>
                  </a:lnTo>
                  <a:lnTo>
                    <a:pt x="45758" y="20116"/>
                  </a:lnTo>
                  <a:lnTo>
                    <a:pt x="45605" y="20129"/>
                  </a:lnTo>
                  <a:lnTo>
                    <a:pt x="58610" y="4953"/>
                  </a:lnTo>
                  <a:lnTo>
                    <a:pt x="58445" y="5918"/>
                  </a:lnTo>
                  <a:lnTo>
                    <a:pt x="58597" y="8991"/>
                  </a:lnTo>
                  <a:lnTo>
                    <a:pt x="58775" y="9664"/>
                  </a:lnTo>
                  <a:lnTo>
                    <a:pt x="58204" y="9525"/>
                  </a:lnTo>
                  <a:lnTo>
                    <a:pt x="56896" y="9601"/>
                  </a:lnTo>
                  <a:lnTo>
                    <a:pt x="55587" y="9690"/>
                  </a:lnTo>
                  <a:lnTo>
                    <a:pt x="54521" y="10083"/>
                  </a:lnTo>
                  <a:lnTo>
                    <a:pt x="54571" y="10883"/>
                  </a:lnTo>
                  <a:lnTo>
                    <a:pt x="55651" y="11150"/>
                  </a:lnTo>
                  <a:lnTo>
                    <a:pt x="58280" y="10972"/>
                  </a:lnTo>
                  <a:lnTo>
                    <a:pt x="58851" y="10769"/>
                  </a:lnTo>
                  <a:lnTo>
                    <a:pt x="58737" y="11468"/>
                  </a:lnTo>
                  <a:lnTo>
                    <a:pt x="58813" y="12992"/>
                  </a:lnTo>
                  <a:lnTo>
                    <a:pt x="58877" y="14528"/>
                  </a:lnTo>
                  <a:lnTo>
                    <a:pt x="59220" y="15748"/>
                  </a:lnTo>
                  <a:lnTo>
                    <a:pt x="59905" y="15709"/>
                  </a:lnTo>
                  <a:lnTo>
                    <a:pt x="60121" y="14452"/>
                  </a:lnTo>
                  <a:lnTo>
                    <a:pt x="59982" y="11379"/>
                  </a:lnTo>
                  <a:lnTo>
                    <a:pt x="59791" y="10706"/>
                  </a:lnTo>
                  <a:lnTo>
                    <a:pt x="60401" y="10845"/>
                  </a:lnTo>
                  <a:lnTo>
                    <a:pt x="61709" y="10756"/>
                  </a:lnTo>
                  <a:lnTo>
                    <a:pt x="63017" y="10680"/>
                  </a:lnTo>
                  <a:lnTo>
                    <a:pt x="64084" y="10287"/>
                  </a:lnTo>
                  <a:lnTo>
                    <a:pt x="72809" y="20345"/>
                  </a:lnTo>
                  <a:lnTo>
                    <a:pt x="72136" y="20370"/>
                  </a:lnTo>
                  <a:lnTo>
                    <a:pt x="71920" y="21628"/>
                  </a:lnTo>
                  <a:lnTo>
                    <a:pt x="72072" y="24701"/>
                  </a:lnTo>
                  <a:lnTo>
                    <a:pt x="72250" y="25387"/>
                  </a:lnTo>
                  <a:lnTo>
                    <a:pt x="71678" y="25234"/>
                  </a:lnTo>
                  <a:lnTo>
                    <a:pt x="70358" y="25323"/>
                  </a:lnTo>
                  <a:lnTo>
                    <a:pt x="69049" y="25400"/>
                  </a:lnTo>
                  <a:lnTo>
                    <a:pt x="67995" y="25793"/>
                  </a:lnTo>
                  <a:lnTo>
                    <a:pt x="68033" y="26593"/>
                  </a:lnTo>
                  <a:lnTo>
                    <a:pt x="69113" y="26860"/>
                  </a:lnTo>
                  <a:lnTo>
                    <a:pt x="71742" y="26695"/>
                  </a:lnTo>
                  <a:lnTo>
                    <a:pt x="72326" y="26479"/>
                  </a:lnTo>
                  <a:lnTo>
                    <a:pt x="72212" y="27178"/>
                  </a:lnTo>
                  <a:lnTo>
                    <a:pt x="72275" y="28714"/>
                  </a:lnTo>
                  <a:lnTo>
                    <a:pt x="72351" y="30238"/>
                  </a:lnTo>
                  <a:lnTo>
                    <a:pt x="72682" y="31457"/>
                  </a:lnTo>
                  <a:lnTo>
                    <a:pt x="72898" y="31457"/>
                  </a:lnTo>
                  <a:lnTo>
                    <a:pt x="72898" y="20612"/>
                  </a:lnTo>
                  <a:lnTo>
                    <a:pt x="72834" y="20383"/>
                  </a:lnTo>
                  <a:lnTo>
                    <a:pt x="76822" y="25031"/>
                  </a:lnTo>
                  <a:lnTo>
                    <a:pt x="76822" y="20662"/>
                  </a:lnTo>
                  <a:lnTo>
                    <a:pt x="63334" y="4927"/>
                  </a:lnTo>
                  <a:lnTo>
                    <a:pt x="63334" y="9321"/>
                  </a:lnTo>
                  <a:lnTo>
                    <a:pt x="62953" y="9220"/>
                  </a:lnTo>
                  <a:lnTo>
                    <a:pt x="60337" y="9385"/>
                  </a:lnTo>
                  <a:lnTo>
                    <a:pt x="59715" y="9626"/>
                  </a:lnTo>
                  <a:lnTo>
                    <a:pt x="59842" y="8902"/>
                  </a:lnTo>
                  <a:lnTo>
                    <a:pt x="59766" y="7378"/>
                  </a:lnTo>
                  <a:lnTo>
                    <a:pt x="59690" y="5842"/>
                  </a:lnTo>
                  <a:lnTo>
                    <a:pt x="59359" y="4673"/>
                  </a:lnTo>
                  <a:lnTo>
                    <a:pt x="63334" y="9321"/>
                  </a:lnTo>
                  <a:lnTo>
                    <a:pt x="63334" y="4927"/>
                  </a:lnTo>
                  <a:lnTo>
                    <a:pt x="62865" y="4368"/>
                  </a:lnTo>
                  <a:lnTo>
                    <a:pt x="59334" y="254"/>
                  </a:lnTo>
                  <a:lnTo>
                    <a:pt x="59334" y="4635"/>
                  </a:lnTo>
                  <a:lnTo>
                    <a:pt x="58877" y="4660"/>
                  </a:lnTo>
                  <a:lnTo>
                    <a:pt x="59118" y="4368"/>
                  </a:lnTo>
                  <a:lnTo>
                    <a:pt x="59334" y="4635"/>
                  </a:lnTo>
                  <a:lnTo>
                    <a:pt x="59334" y="254"/>
                  </a:lnTo>
                  <a:lnTo>
                    <a:pt x="59118" y="0"/>
                  </a:lnTo>
                  <a:lnTo>
                    <a:pt x="45173" y="16281"/>
                  </a:lnTo>
                  <a:lnTo>
                    <a:pt x="45173" y="25158"/>
                  </a:lnTo>
                  <a:lnTo>
                    <a:pt x="44602" y="25019"/>
                  </a:lnTo>
                  <a:lnTo>
                    <a:pt x="43294" y="25095"/>
                  </a:lnTo>
                  <a:lnTo>
                    <a:pt x="41986" y="25184"/>
                  </a:lnTo>
                  <a:lnTo>
                    <a:pt x="40957" y="25565"/>
                  </a:lnTo>
                  <a:lnTo>
                    <a:pt x="40957" y="26365"/>
                  </a:lnTo>
                  <a:lnTo>
                    <a:pt x="40614" y="25946"/>
                  </a:lnTo>
                  <a:lnTo>
                    <a:pt x="40932" y="25577"/>
                  </a:lnTo>
                  <a:lnTo>
                    <a:pt x="40957" y="26365"/>
                  </a:lnTo>
                  <a:lnTo>
                    <a:pt x="40957" y="25565"/>
                  </a:lnTo>
                  <a:lnTo>
                    <a:pt x="44932" y="20916"/>
                  </a:lnTo>
                  <a:lnTo>
                    <a:pt x="44843" y="21412"/>
                  </a:lnTo>
                  <a:lnTo>
                    <a:pt x="44996" y="24472"/>
                  </a:lnTo>
                  <a:lnTo>
                    <a:pt x="45173" y="25158"/>
                  </a:lnTo>
                  <a:lnTo>
                    <a:pt x="45173" y="16281"/>
                  </a:lnTo>
                  <a:lnTo>
                    <a:pt x="36880" y="25946"/>
                  </a:lnTo>
                  <a:lnTo>
                    <a:pt x="59118" y="51892"/>
                  </a:lnTo>
                  <a:lnTo>
                    <a:pt x="62865" y="47523"/>
                  </a:lnTo>
                  <a:lnTo>
                    <a:pt x="79806" y="27762"/>
                  </a:lnTo>
                  <a:lnTo>
                    <a:pt x="100507" y="51892"/>
                  </a:lnTo>
                  <a:lnTo>
                    <a:pt x="104254" y="47523"/>
                  </a:lnTo>
                  <a:lnTo>
                    <a:pt x="117652" y="31902"/>
                  </a:lnTo>
                  <a:lnTo>
                    <a:pt x="117652" y="27533"/>
                  </a:lnTo>
                  <a:lnTo>
                    <a:pt x="114871" y="30772"/>
                  </a:lnTo>
                  <a:lnTo>
                    <a:pt x="114985" y="30162"/>
                  </a:lnTo>
                  <a:lnTo>
                    <a:pt x="114846" y="27101"/>
                  </a:lnTo>
                  <a:lnTo>
                    <a:pt x="114642" y="26416"/>
                  </a:lnTo>
                  <a:lnTo>
                    <a:pt x="115265" y="26555"/>
                  </a:lnTo>
                  <a:lnTo>
                    <a:pt x="117652" y="26403"/>
                  </a:lnTo>
                  <a:lnTo>
                    <a:pt x="117652" y="24942"/>
                  </a:lnTo>
                  <a:lnTo>
                    <a:pt x="115189" y="25107"/>
                  </a:lnTo>
                  <a:lnTo>
                    <a:pt x="114566" y="25336"/>
                  </a:lnTo>
                  <a:lnTo>
                    <a:pt x="114706" y="24612"/>
                  </a:lnTo>
                  <a:lnTo>
                    <a:pt x="114630" y="23088"/>
                  </a:lnTo>
                  <a:lnTo>
                    <a:pt x="114554" y="21551"/>
                  </a:lnTo>
                  <a:lnTo>
                    <a:pt x="114287" y="20586"/>
                  </a:lnTo>
                  <a:lnTo>
                    <a:pt x="114287" y="31457"/>
                  </a:lnTo>
                  <a:lnTo>
                    <a:pt x="100507" y="47523"/>
                  </a:lnTo>
                  <a:lnTo>
                    <a:pt x="95719" y="41960"/>
                  </a:lnTo>
                  <a:lnTo>
                    <a:pt x="96786" y="42202"/>
                  </a:lnTo>
                  <a:lnTo>
                    <a:pt x="99415" y="42037"/>
                  </a:lnTo>
                  <a:lnTo>
                    <a:pt x="99987" y="41833"/>
                  </a:lnTo>
                  <a:lnTo>
                    <a:pt x="99872" y="42532"/>
                  </a:lnTo>
                  <a:lnTo>
                    <a:pt x="99936" y="44056"/>
                  </a:lnTo>
                  <a:lnTo>
                    <a:pt x="100012" y="45580"/>
                  </a:lnTo>
                  <a:lnTo>
                    <a:pt x="100355" y="46812"/>
                  </a:lnTo>
                  <a:lnTo>
                    <a:pt x="101041" y="46774"/>
                  </a:lnTo>
                  <a:lnTo>
                    <a:pt x="101257" y="45516"/>
                  </a:lnTo>
                  <a:lnTo>
                    <a:pt x="101117" y="42443"/>
                  </a:lnTo>
                  <a:lnTo>
                    <a:pt x="100914" y="41770"/>
                  </a:lnTo>
                  <a:lnTo>
                    <a:pt x="101536" y="41910"/>
                  </a:lnTo>
                  <a:lnTo>
                    <a:pt x="102844" y="41821"/>
                  </a:lnTo>
                  <a:lnTo>
                    <a:pt x="104152" y="41732"/>
                  </a:lnTo>
                  <a:lnTo>
                    <a:pt x="105219" y="41351"/>
                  </a:lnTo>
                  <a:lnTo>
                    <a:pt x="105168" y="40551"/>
                  </a:lnTo>
                  <a:lnTo>
                    <a:pt x="104089" y="40284"/>
                  </a:lnTo>
                  <a:lnTo>
                    <a:pt x="101460" y="40449"/>
                  </a:lnTo>
                  <a:lnTo>
                    <a:pt x="100850" y="40690"/>
                  </a:lnTo>
                  <a:lnTo>
                    <a:pt x="100977" y="39966"/>
                  </a:lnTo>
                  <a:lnTo>
                    <a:pt x="100901" y="38430"/>
                  </a:lnTo>
                  <a:lnTo>
                    <a:pt x="100825" y="36906"/>
                  </a:lnTo>
                  <a:lnTo>
                    <a:pt x="100495" y="35674"/>
                  </a:lnTo>
                  <a:lnTo>
                    <a:pt x="99809" y="35725"/>
                  </a:lnTo>
                  <a:lnTo>
                    <a:pt x="99580" y="36982"/>
                  </a:lnTo>
                  <a:lnTo>
                    <a:pt x="99733" y="40043"/>
                  </a:lnTo>
                  <a:lnTo>
                    <a:pt x="99910" y="40728"/>
                  </a:lnTo>
                  <a:lnTo>
                    <a:pt x="99339" y="40576"/>
                  </a:lnTo>
                  <a:lnTo>
                    <a:pt x="98031" y="40665"/>
                  </a:lnTo>
                  <a:lnTo>
                    <a:pt x="96723" y="40754"/>
                  </a:lnTo>
                  <a:lnTo>
                    <a:pt x="95656" y="41135"/>
                  </a:lnTo>
                  <a:lnTo>
                    <a:pt x="95694" y="41935"/>
                  </a:lnTo>
                  <a:lnTo>
                    <a:pt x="82372" y="26390"/>
                  </a:lnTo>
                  <a:lnTo>
                    <a:pt x="83439" y="26631"/>
                  </a:lnTo>
                  <a:lnTo>
                    <a:pt x="86067" y="26466"/>
                  </a:lnTo>
                  <a:lnTo>
                    <a:pt x="86639" y="26263"/>
                  </a:lnTo>
                  <a:lnTo>
                    <a:pt x="86525" y="26962"/>
                  </a:lnTo>
                  <a:lnTo>
                    <a:pt x="86601" y="28486"/>
                  </a:lnTo>
                  <a:lnTo>
                    <a:pt x="86664" y="30022"/>
                  </a:lnTo>
                  <a:lnTo>
                    <a:pt x="87007" y="31242"/>
                  </a:lnTo>
                  <a:lnTo>
                    <a:pt x="87693" y="31203"/>
                  </a:lnTo>
                  <a:lnTo>
                    <a:pt x="87909" y="29946"/>
                  </a:lnTo>
                  <a:lnTo>
                    <a:pt x="87769" y="26873"/>
                  </a:lnTo>
                  <a:lnTo>
                    <a:pt x="87579" y="26200"/>
                  </a:lnTo>
                  <a:lnTo>
                    <a:pt x="88188" y="26339"/>
                  </a:lnTo>
                  <a:lnTo>
                    <a:pt x="89496" y="26250"/>
                  </a:lnTo>
                  <a:lnTo>
                    <a:pt x="90805" y="26174"/>
                  </a:lnTo>
                  <a:lnTo>
                    <a:pt x="91871" y="25781"/>
                  </a:lnTo>
                  <a:lnTo>
                    <a:pt x="91821" y="24980"/>
                  </a:lnTo>
                  <a:lnTo>
                    <a:pt x="90741" y="24714"/>
                  </a:lnTo>
                  <a:lnTo>
                    <a:pt x="88125" y="24879"/>
                  </a:lnTo>
                  <a:lnTo>
                    <a:pt x="87503" y="25120"/>
                  </a:lnTo>
                  <a:lnTo>
                    <a:pt x="87630" y="24396"/>
                  </a:lnTo>
                  <a:lnTo>
                    <a:pt x="87553" y="22860"/>
                  </a:lnTo>
                  <a:lnTo>
                    <a:pt x="87490" y="21336"/>
                  </a:lnTo>
                  <a:lnTo>
                    <a:pt x="87147" y="20116"/>
                  </a:lnTo>
                  <a:lnTo>
                    <a:pt x="86995" y="20129"/>
                  </a:lnTo>
                  <a:lnTo>
                    <a:pt x="99999" y="4953"/>
                  </a:lnTo>
                  <a:lnTo>
                    <a:pt x="99834" y="5918"/>
                  </a:lnTo>
                  <a:lnTo>
                    <a:pt x="99987" y="8991"/>
                  </a:lnTo>
                  <a:lnTo>
                    <a:pt x="100164" y="9664"/>
                  </a:lnTo>
                  <a:lnTo>
                    <a:pt x="99593" y="9525"/>
                  </a:lnTo>
                  <a:lnTo>
                    <a:pt x="98285" y="9601"/>
                  </a:lnTo>
                  <a:lnTo>
                    <a:pt x="96977" y="9690"/>
                  </a:lnTo>
                  <a:lnTo>
                    <a:pt x="95910" y="10083"/>
                  </a:lnTo>
                  <a:lnTo>
                    <a:pt x="95961" y="10883"/>
                  </a:lnTo>
                  <a:lnTo>
                    <a:pt x="97040" y="11150"/>
                  </a:lnTo>
                  <a:lnTo>
                    <a:pt x="99669" y="10972"/>
                  </a:lnTo>
                  <a:lnTo>
                    <a:pt x="100241" y="10769"/>
                  </a:lnTo>
                  <a:lnTo>
                    <a:pt x="100126" y="11468"/>
                  </a:lnTo>
                  <a:lnTo>
                    <a:pt x="100203" y="12992"/>
                  </a:lnTo>
                  <a:lnTo>
                    <a:pt x="100266" y="14528"/>
                  </a:lnTo>
                  <a:lnTo>
                    <a:pt x="100609" y="15748"/>
                  </a:lnTo>
                  <a:lnTo>
                    <a:pt x="101295" y="15709"/>
                  </a:lnTo>
                  <a:lnTo>
                    <a:pt x="101511" y="14452"/>
                  </a:lnTo>
                  <a:lnTo>
                    <a:pt x="101371" y="11379"/>
                  </a:lnTo>
                  <a:lnTo>
                    <a:pt x="101168" y="10706"/>
                  </a:lnTo>
                  <a:lnTo>
                    <a:pt x="101790" y="10845"/>
                  </a:lnTo>
                  <a:lnTo>
                    <a:pt x="103098" y="10756"/>
                  </a:lnTo>
                  <a:lnTo>
                    <a:pt x="104406" y="10680"/>
                  </a:lnTo>
                  <a:lnTo>
                    <a:pt x="105473" y="10287"/>
                  </a:lnTo>
                  <a:lnTo>
                    <a:pt x="114185" y="20345"/>
                  </a:lnTo>
                  <a:lnTo>
                    <a:pt x="113525" y="20370"/>
                  </a:lnTo>
                  <a:lnTo>
                    <a:pt x="113309" y="21628"/>
                  </a:lnTo>
                  <a:lnTo>
                    <a:pt x="113461" y="24701"/>
                  </a:lnTo>
                  <a:lnTo>
                    <a:pt x="113639" y="25387"/>
                  </a:lnTo>
                  <a:lnTo>
                    <a:pt x="113055" y="25234"/>
                  </a:lnTo>
                  <a:lnTo>
                    <a:pt x="111747" y="25323"/>
                  </a:lnTo>
                  <a:lnTo>
                    <a:pt x="110439" y="25400"/>
                  </a:lnTo>
                  <a:lnTo>
                    <a:pt x="109385" y="25793"/>
                  </a:lnTo>
                  <a:lnTo>
                    <a:pt x="109423" y="26593"/>
                  </a:lnTo>
                  <a:lnTo>
                    <a:pt x="110502" y="26860"/>
                  </a:lnTo>
                  <a:lnTo>
                    <a:pt x="113131" y="26695"/>
                  </a:lnTo>
                  <a:lnTo>
                    <a:pt x="113715" y="26479"/>
                  </a:lnTo>
                  <a:lnTo>
                    <a:pt x="113588" y="27178"/>
                  </a:lnTo>
                  <a:lnTo>
                    <a:pt x="113665" y="28714"/>
                  </a:lnTo>
                  <a:lnTo>
                    <a:pt x="113741" y="30238"/>
                  </a:lnTo>
                  <a:lnTo>
                    <a:pt x="114071" y="31457"/>
                  </a:lnTo>
                  <a:lnTo>
                    <a:pt x="114287" y="31457"/>
                  </a:lnTo>
                  <a:lnTo>
                    <a:pt x="114287" y="20586"/>
                  </a:lnTo>
                  <a:lnTo>
                    <a:pt x="114236" y="20396"/>
                  </a:lnTo>
                  <a:lnTo>
                    <a:pt x="117652" y="24371"/>
                  </a:lnTo>
                  <a:lnTo>
                    <a:pt x="117652" y="19989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 descr=""/>
            <p:cNvSpPr/>
            <p:nvPr/>
          </p:nvSpPr>
          <p:spPr>
            <a:xfrm>
              <a:off x="10570934" y="7686363"/>
              <a:ext cx="118110" cy="148590"/>
            </a:xfrm>
            <a:custGeom>
              <a:avLst/>
              <a:gdLst/>
              <a:ahLst/>
              <a:cxnLst/>
              <a:rect l="l" t="t" r="r" b="b"/>
              <a:pathLst>
                <a:path w="118109" h="148590">
                  <a:moveTo>
                    <a:pt x="1828" y="137972"/>
                  </a:moveTo>
                  <a:lnTo>
                    <a:pt x="1790" y="137172"/>
                  </a:lnTo>
                  <a:lnTo>
                    <a:pt x="711" y="136906"/>
                  </a:lnTo>
                  <a:lnTo>
                    <a:pt x="0" y="136956"/>
                  </a:lnTo>
                  <a:lnTo>
                    <a:pt x="0" y="138404"/>
                  </a:lnTo>
                  <a:lnTo>
                    <a:pt x="774" y="138366"/>
                  </a:lnTo>
                  <a:lnTo>
                    <a:pt x="1828" y="137972"/>
                  </a:lnTo>
                  <a:close/>
                </a:path>
                <a:path w="118109" h="148590">
                  <a:moveTo>
                    <a:pt x="18199" y="39954"/>
                  </a:moveTo>
                  <a:lnTo>
                    <a:pt x="18122" y="38430"/>
                  </a:lnTo>
                  <a:lnTo>
                    <a:pt x="18059" y="36906"/>
                  </a:lnTo>
                  <a:lnTo>
                    <a:pt x="17716" y="35674"/>
                  </a:lnTo>
                  <a:lnTo>
                    <a:pt x="17030" y="35712"/>
                  </a:lnTo>
                  <a:lnTo>
                    <a:pt x="16802" y="36969"/>
                  </a:lnTo>
                  <a:lnTo>
                    <a:pt x="16954" y="40043"/>
                  </a:lnTo>
                  <a:lnTo>
                    <a:pt x="17284" y="41262"/>
                  </a:lnTo>
                  <a:lnTo>
                    <a:pt x="17983" y="41211"/>
                  </a:lnTo>
                  <a:lnTo>
                    <a:pt x="18199" y="39954"/>
                  </a:lnTo>
                  <a:close/>
                </a:path>
                <a:path w="118109" h="148590">
                  <a:moveTo>
                    <a:pt x="19380" y="122567"/>
                  </a:moveTo>
                  <a:lnTo>
                    <a:pt x="15633" y="118198"/>
                  </a:lnTo>
                  <a:lnTo>
                    <a:pt x="15633" y="122567"/>
                  </a:lnTo>
                  <a:lnTo>
                    <a:pt x="11493" y="127393"/>
                  </a:lnTo>
                  <a:lnTo>
                    <a:pt x="11607" y="126784"/>
                  </a:lnTo>
                  <a:lnTo>
                    <a:pt x="11455" y="123723"/>
                  </a:lnTo>
                  <a:lnTo>
                    <a:pt x="11264" y="123037"/>
                  </a:lnTo>
                  <a:lnTo>
                    <a:pt x="11887" y="123177"/>
                  </a:lnTo>
                  <a:lnTo>
                    <a:pt x="13195" y="123101"/>
                  </a:lnTo>
                  <a:lnTo>
                    <a:pt x="14503" y="123012"/>
                  </a:lnTo>
                  <a:lnTo>
                    <a:pt x="15557" y="122631"/>
                  </a:lnTo>
                  <a:lnTo>
                    <a:pt x="15544" y="122478"/>
                  </a:lnTo>
                  <a:lnTo>
                    <a:pt x="15633" y="118198"/>
                  </a:lnTo>
                  <a:lnTo>
                    <a:pt x="14833" y="117271"/>
                  </a:lnTo>
                  <a:lnTo>
                    <a:pt x="14833" y="121653"/>
                  </a:lnTo>
                  <a:lnTo>
                    <a:pt x="14439" y="121551"/>
                  </a:lnTo>
                  <a:lnTo>
                    <a:pt x="11811" y="121729"/>
                  </a:lnTo>
                  <a:lnTo>
                    <a:pt x="11188" y="121958"/>
                  </a:lnTo>
                  <a:lnTo>
                    <a:pt x="11315" y="121234"/>
                  </a:lnTo>
                  <a:lnTo>
                    <a:pt x="11252" y="119710"/>
                  </a:lnTo>
                  <a:lnTo>
                    <a:pt x="11176" y="118173"/>
                  </a:lnTo>
                  <a:lnTo>
                    <a:pt x="10845" y="117005"/>
                  </a:lnTo>
                  <a:lnTo>
                    <a:pt x="14833" y="121653"/>
                  </a:lnTo>
                  <a:lnTo>
                    <a:pt x="14833" y="117271"/>
                  </a:lnTo>
                  <a:lnTo>
                    <a:pt x="0" y="99961"/>
                  </a:lnTo>
                  <a:lnTo>
                    <a:pt x="0" y="104330"/>
                  </a:lnTo>
                  <a:lnTo>
                    <a:pt x="1371" y="105956"/>
                  </a:lnTo>
                  <a:lnTo>
                    <a:pt x="965" y="105841"/>
                  </a:lnTo>
                  <a:lnTo>
                    <a:pt x="0" y="105905"/>
                  </a:lnTo>
                  <a:lnTo>
                    <a:pt x="0" y="107365"/>
                  </a:lnTo>
                  <a:lnTo>
                    <a:pt x="1028" y="107302"/>
                  </a:lnTo>
                  <a:lnTo>
                    <a:pt x="2082" y="106908"/>
                  </a:lnTo>
                  <a:lnTo>
                    <a:pt x="2070" y="106756"/>
                  </a:lnTo>
                  <a:lnTo>
                    <a:pt x="10820" y="116967"/>
                  </a:lnTo>
                  <a:lnTo>
                    <a:pt x="10147" y="116992"/>
                  </a:lnTo>
                  <a:lnTo>
                    <a:pt x="9931" y="118249"/>
                  </a:lnTo>
                  <a:lnTo>
                    <a:pt x="10071" y="121323"/>
                  </a:lnTo>
                  <a:lnTo>
                    <a:pt x="10261" y="122008"/>
                  </a:lnTo>
                  <a:lnTo>
                    <a:pt x="9677" y="121856"/>
                  </a:lnTo>
                  <a:lnTo>
                    <a:pt x="8369" y="121945"/>
                  </a:lnTo>
                  <a:lnTo>
                    <a:pt x="7061" y="122021"/>
                  </a:lnTo>
                  <a:lnTo>
                    <a:pt x="6007" y="122415"/>
                  </a:lnTo>
                  <a:lnTo>
                    <a:pt x="6045" y="123215"/>
                  </a:lnTo>
                  <a:lnTo>
                    <a:pt x="7124" y="123482"/>
                  </a:lnTo>
                  <a:lnTo>
                    <a:pt x="9753" y="123317"/>
                  </a:lnTo>
                  <a:lnTo>
                    <a:pt x="10325" y="123101"/>
                  </a:lnTo>
                  <a:lnTo>
                    <a:pt x="10210" y="123799"/>
                  </a:lnTo>
                  <a:lnTo>
                    <a:pt x="10287" y="125336"/>
                  </a:lnTo>
                  <a:lnTo>
                    <a:pt x="10363" y="126860"/>
                  </a:lnTo>
                  <a:lnTo>
                    <a:pt x="10693" y="128079"/>
                  </a:lnTo>
                  <a:lnTo>
                    <a:pt x="10909" y="128079"/>
                  </a:lnTo>
                  <a:lnTo>
                    <a:pt x="0" y="140804"/>
                  </a:lnTo>
                  <a:lnTo>
                    <a:pt x="0" y="145173"/>
                  </a:lnTo>
                  <a:lnTo>
                    <a:pt x="19380" y="122567"/>
                  </a:lnTo>
                  <a:close/>
                </a:path>
                <a:path w="118109" h="148590">
                  <a:moveTo>
                    <a:pt x="39979" y="25946"/>
                  </a:moveTo>
                  <a:lnTo>
                    <a:pt x="21475" y="4356"/>
                  </a:lnTo>
                  <a:lnTo>
                    <a:pt x="17729" y="0"/>
                  </a:lnTo>
                  <a:lnTo>
                    <a:pt x="0" y="20688"/>
                  </a:lnTo>
                  <a:lnTo>
                    <a:pt x="0" y="25044"/>
                  </a:lnTo>
                  <a:lnTo>
                    <a:pt x="3543" y="20904"/>
                  </a:lnTo>
                  <a:lnTo>
                    <a:pt x="3467" y="21399"/>
                  </a:lnTo>
                  <a:lnTo>
                    <a:pt x="3606" y="24472"/>
                  </a:lnTo>
                  <a:lnTo>
                    <a:pt x="3784" y="25158"/>
                  </a:lnTo>
                  <a:lnTo>
                    <a:pt x="3213" y="25006"/>
                  </a:lnTo>
                  <a:lnTo>
                    <a:pt x="596" y="25171"/>
                  </a:lnTo>
                  <a:lnTo>
                    <a:pt x="0" y="25400"/>
                  </a:lnTo>
                  <a:lnTo>
                    <a:pt x="0" y="26466"/>
                  </a:lnTo>
                  <a:lnTo>
                    <a:pt x="660" y="26631"/>
                  </a:lnTo>
                  <a:lnTo>
                    <a:pt x="3289" y="26466"/>
                  </a:lnTo>
                  <a:lnTo>
                    <a:pt x="3860" y="26250"/>
                  </a:lnTo>
                  <a:lnTo>
                    <a:pt x="3746" y="26949"/>
                  </a:lnTo>
                  <a:lnTo>
                    <a:pt x="3822" y="28486"/>
                  </a:lnTo>
                  <a:lnTo>
                    <a:pt x="3886" y="30010"/>
                  </a:lnTo>
                  <a:lnTo>
                    <a:pt x="4229" y="31242"/>
                  </a:lnTo>
                  <a:lnTo>
                    <a:pt x="4914" y="31191"/>
                  </a:lnTo>
                  <a:lnTo>
                    <a:pt x="5143" y="29933"/>
                  </a:lnTo>
                  <a:lnTo>
                    <a:pt x="4991" y="26873"/>
                  </a:lnTo>
                  <a:lnTo>
                    <a:pt x="4800" y="26187"/>
                  </a:lnTo>
                  <a:lnTo>
                    <a:pt x="5410" y="26327"/>
                  </a:lnTo>
                  <a:lnTo>
                    <a:pt x="6731" y="26250"/>
                  </a:lnTo>
                  <a:lnTo>
                    <a:pt x="8039" y="26162"/>
                  </a:lnTo>
                  <a:lnTo>
                    <a:pt x="9093" y="25781"/>
                  </a:lnTo>
                  <a:lnTo>
                    <a:pt x="9055" y="24968"/>
                  </a:lnTo>
                  <a:lnTo>
                    <a:pt x="7975" y="24714"/>
                  </a:lnTo>
                  <a:lnTo>
                    <a:pt x="5346" y="24879"/>
                  </a:lnTo>
                  <a:lnTo>
                    <a:pt x="4724" y="25120"/>
                  </a:lnTo>
                  <a:lnTo>
                    <a:pt x="4851" y="24384"/>
                  </a:lnTo>
                  <a:lnTo>
                    <a:pt x="4775" y="22860"/>
                  </a:lnTo>
                  <a:lnTo>
                    <a:pt x="4711" y="21336"/>
                  </a:lnTo>
                  <a:lnTo>
                    <a:pt x="4368" y="20104"/>
                  </a:lnTo>
                  <a:lnTo>
                    <a:pt x="4216" y="20116"/>
                  </a:lnTo>
                  <a:lnTo>
                    <a:pt x="17729" y="4356"/>
                  </a:lnTo>
                  <a:lnTo>
                    <a:pt x="36233" y="25946"/>
                  </a:lnTo>
                  <a:lnTo>
                    <a:pt x="17729" y="47523"/>
                  </a:lnTo>
                  <a:lnTo>
                    <a:pt x="0" y="26835"/>
                  </a:lnTo>
                  <a:lnTo>
                    <a:pt x="0" y="31191"/>
                  </a:lnTo>
                  <a:lnTo>
                    <a:pt x="17729" y="51892"/>
                  </a:lnTo>
                  <a:lnTo>
                    <a:pt x="21475" y="47523"/>
                  </a:lnTo>
                  <a:lnTo>
                    <a:pt x="39979" y="25946"/>
                  </a:lnTo>
                  <a:close/>
                </a:path>
                <a:path w="118109" h="148590">
                  <a:moveTo>
                    <a:pt x="42837" y="106908"/>
                  </a:moveTo>
                  <a:lnTo>
                    <a:pt x="42799" y="106108"/>
                  </a:lnTo>
                  <a:lnTo>
                    <a:pt x="41719" y="105841"/>
                  </a:lnTo>
                  <a:lnTo>
                    <a:pt x="39090" y="106006"/>
                  </a:lnTo>
                  <a:lnTo>
                    <a:pt x="38468" y="106248"/>
                  </a:lnTo>
                  <a:lnTo>
                    <a:pt x="38595" y="105524"/>
                  </a:lnTo>
                  <a:lnTo>
                    <a:pt x="38531" y="104000"/>
                  </a:lnTo>
                  <a:lnTo>
                    <a:pt x="38455" y="102463"/>
                  </a:lnTo>
                  <a:lnTo>
                    <a:pt x="38112" y="101244"/>
                  </a:lnTo>
                  <a:lnTo>
                    <a:pt x="37426" y="101282"/>
                  </a:lnTo>
                  <a:lnTo>
                    <a:pt x="37211" y="102539"/>
                  </a:lnTo>
                  <a:lnTo>
                    <a:pt x="37350" y="105613"/>
                  </a:lnTo>
                  <a:lnTo>
                    <a:pt x="37528" y="106286"/>
                  </a:lnTo>
                  <a:lnTo>
                    <a:pt x="36957" y="106146"/>
                  </a:lnTo>
                  <a:lnTo>
                    <a:pt x="35648" y="106222"/>
                  </a:lnTo>
                  <a:lnTo>
                    <a:pt x="34340" y="106311"/>
                  </a:lnTo>
                  <a:lnTo>
                    <a:pt x="33286" y="106705"/>
                  </a:lnTo>
                  <a:lnTo>
                    <a:pt x="33324" y="107505"/>
                  </a:lnTo>
                  <a:lnTo>
                    <a:pt x="34404" y="107772"/>
                  </a:lnTo>
                  <a:lnTo>
                    <a:pt x="37033" y="107594"/>
                  </a:lnTo>
                  <a:lnTo>
                    <a:pt x="37604" y="107391"/>
                  </a:lnTo>
                  <a:lnTo>
                    <a:pt x="37490" y="108089"/>
                  </a:lnTo>
                  <a:lnTo>
                    <a:pt x="37566" y="109613"/>
                  </a:lnTo>
                  <a:lnTo>
                    <a:pt x="37642" y="111150"/>
                  </a:lnTo>
                  <a:lnTo>
                    <a:pt x="37973" y="112369"/>
                  </a:lnTo>
                  <a:lnTo>
                    <a:pt x="38658" y="112331"/>
                  </a:lnTo>
                  <a:lnTo>
                    <a:pt x="38887" y="111074"/>
                  </a:lnTo>
                  <a:lnTo>
                    <a:pt x="38735" y="108000"/>
                  </a:lnTo>
                  <a:lnTo>
                    <a:pt x="38544" y="107315"/>
                  </a:lnTo>
                  <a:lnTo>
                    <a:pt x="39166" y="107467"/>
                  </a:lnTo>
                  <a:lnTo>
                    <a:pt x="40474" y="107378"/>
                  </a:lnTo>
                  <a:lnTo>
                    <a:pt x="41783" y="107302"/>
                  </a:lnTo>
                  <a:lnTo>
                    <a:pt x="42837" y="106908"/>
                  </a:lnTo>
                  <a:close/>
                </a:path>
                <a:path w="118109" h="148590">
                  <a:moveTo>
                    <a:pt x="56311" y="122631"/>
                  </a:moveTo>
                  <a:lnTo>
                    <a:pt x="56261" y="121818"/>
                  </a:lnTo>
                  <a:lnTo>
                    <a:pt x="55181" y="121551"/>
                  </a:lnTo>
                  <a:lnTo>
                    <a:pt x="52565" y="121729"/>
                  </a:lnTo>
                  <a:lnTo>
                    <a:pt x="51511" y="122110"/>
                  </a:lnTo>
                  <a:lnTo>
                    <a:pt x="50431" y="121856"/>
                  </a:lnTo>
                  <a:lnTo>
                    <a:pt x="49123" y="121945"/>
                  </a:lnTo>
                  <a:lnTo>
                    <a:pt x="47815" y="122021"/>
                  </a:lnTo>
                  <a:lnTo>
                    <a:pt x="46748" y="122415"/>
                  </a:lnTo>
                  <a:lnTo>
                    <a:pt x="46799" y="123215"/>
                  </a:lnTo>
                  <a:lnTo>
                    <a:pt x="47879" y="123482"/>
                  </a:lnTo>
                  <a:lnTo>
                    <a:pt x="50507" y="123317"/>
                  </a:lnTo>
                  <a:lnTo>
                    <a:pt x="51079" y="123101"/>
                  </a:lnTo>
                  <a:lnTo>
                    <a:pt x="50965" y="123799"/>
                  </a:lnTo>
                  <a:lnTo>
                    <a:pt x="51041" y="125336"/>
                  </a:lnTo>
                  <a:lnTo>
                    <a:pt x="51104" y="126860"/>
                  </a:lnTo>
                  <a:lnTo>
                    <a:pt x="51447" y="128079"/>
                  </a:lnTo>
                  <a:lnTo>
                    <a:pt x="52133" y="128041"/>
                  </a:lnTo>
                  <a:lnTo>
                    <a:pt x="52349" y="126784"/>
                  </a:lnTo>
                  <a:lnTo>
                    <a:pt x="52209" y="123723"/>
                  </a:lnTo>
                  <a:lnTo>
                    <a:pt x="52019" y="123037"/>
                  </a:lnTo>
                  <a:lnTo>
                    <a:pt x="52628" y="123177"/>
                  </a:lnTo>
                  <a:lnTo>
                    <a:pt x="53936" y="123101"/>
                  </a:lnTo>
                  <a:lnTo>
                    <a:pt x="55245" y="123012"/>
                  </a:lnTo>
                  <a:lnTo>
                    <a:pt x="56311" y="122631"/>
                  </a:lnTo>
                  <a:close/>
                </a:path>
                <a:path w="118109" h="148590">
                  <a:moveTo>
                    <a:pt x="102057" y="122567"/>
                  </a:moveTo>
                  <a:lnTo>
                    <a:pt x="98310" y="118211"/>
                  </a:lnTo>
                  <a:lnTo>
                    <a:pt x="98310" y="122567"/>
                  </a:lnTo>
                  <a:lnTo>
                    <a:pt x="94170" y="127393"/>
                  </a:lnTo>
                  <a:lnTo>
                    <a:pt x="94284" y="126784"/>
                  </a:lnTo>
                  <a:lnTo>
                    <a:pt x="94132" y="123723"/>
                  </a:lnTo>
                  <a:lnTo>
                    <a:pt x="93941" y="123037"/>
                  </a:lnTo>
                  <a:lnTo>
                    <a:pt x="94564" y="123177"/>
                  </a:lnTo>
                  <a:lnTo>
                    <a:pt x="95872" y="123101"/>
                  </a:lnTo>
                  <a:lnTo>
                    <a:pt x="97180" y="123012"/>
                  </a:lnTo>
                  <a:lnTo>
                    <a:pt x="98234" y="122631"/>
                  </a:lnTo>
                  <a:lnTo>
                    <a:pt x="98221" y="122478"/>
                  </a:lnTo>
                  <a:lnTo>
                    <a:pt x="98310" y="118211"/>
                  </a:lnTo>
                  <a:lnTo>
                    <a:pt x="97523" y="117284"/>
                  </a:lnTo>
                  <a:lnTo>
                    <a:pt x="97523" y="121653"/>
                  </a:lnTo>
                  <a:lnTo>
                    <a:pt x="97116" y="121551"/>
                  </a:lnTo>
                  <a:lnTo>
                    <a:pt x="94488" y="121729"/>
                  </a:lnTo>
                  <a:lnTo>
                    <a:pt x="93865" y="121958"/>
                  </a:lnTo>
                  <a:lnTo>
                    <a:pt x="93992" y="121234"/>
                  </a:lnTo>
                  <a:lnTo>
                    <a:pt x="93929" y="119710"/>
                  </a:lnTo>
                  <a:lnTo>
                    <a:pt x="93853" y="118173"/>
                  </a:lnTo>
                  <a:lnTo>
                    <a:pt x="93586" y="117246"/>
                  </a:lnTo>
                  <a:lnTo>
                    <a:pt x="93586" y="128079"/>
                  </a:lnTo>
                  <a:lnTo>
                    <a:pt x="79806" y="144145"/>
                  </a:lnTo>
                  <a:lnTo>
                    <a:pt x="75018" y="138582"/>
                  </a:lnTo>
                  <a:lnTo>
                    <a:pt x="76073" y="138823"/>
                  </a:lnTo>
                  <a:lnTo>
                    <a:pt x="78701" y="138658"/>
                  </a:lnTo>
                  <a:lnTo>
                    <a:pt x="79286" y="138455"/>
                  </a:lnTo>
                  <a:lnTo>
                    <a:pt x="79159" y="139153"/>
                  </a:lnTo>
                  <a:lnTo>
                    <a:pt x="79235" y="140677"/>
                  </a:lnTo>
                  <a:lnTo>
                    <a:pt x="79311" y="142201"/>
                  </a:lnTo>
                  <a:lnTo>
                    <a:pt x="79641" y="143433"/>
                  </a:lnTo>
                  <a:lnTo>
                    <a:pt x="80340" y="143395"/>
                  </a:lnTo>
                  <a:lnTo>
                    <a:pt x="80556" y="142138"/>
                  </a:lnTo>
                  <a:lnTo>
                    <a:pt x="80416" y="139065"/>
                  </a:lnTo>
                  <a:lnTo>
                    <a:pt x="80213" y="138391"/>
                  </a:lnTo>
                  <a:lnTo>
                    <a:pt x="80835" y="138531"/>
                  </a:lnTo>
                  <a:lnTo>
                    <a:pt x="82143" y="138442"/>
                  </a:lnTo>
                  <a:lnTo>
                    <a:pt x="83451" y="138366"/>
                  </a:lnTo>
                  <a:lnTo>
                    <a:pt x="84505" y="137972"/>
                  </a:lnTo>
                  <a:lnTo>
                    <a:pt x="84467" y="137172"/>
                  </a:lnTo>
                  <a:lnTo>
                    <a:pt x="83388" y="136906"/>
                  </a:lnTo>
                  <a:lnTo>
                    <a:pt x="80759" y="137071"/>
                  </a:lnTo>
                  <a:lnTo>
                    <a:pt x="80137" y="137312"/>
                  </a:lnTo>
                  <a:lnTo>
                    <a:pt x="80276" y="136588"/>
                  </a:lnTo>
                  <a:lnTo>
                    <a:pt x="80200" y="135051"/>
                  </a:lnTo>
                  <a:lnTo>
                    <a:pt x="80124" y="133527"/>
                  </a:lnTo>
                  <a:lnTo>
                    <a:pt x="79794" y="132295"/>
                  </a:lnTo>
                  <a:lnTo>
                    <a:pt x="79730" y="137871"/>
                  </a:lnTo>
                  <a:lnTo>
                    <a:pt x="79730" y="132308"/>
                  </a:lnTo>
                  <a:lnTo>
                    <a:pt x="79095" y="132346"/>
                  </a:lnTo>
                  <a:lnTo>
                    <a:pt x="78879" y="133604"/>
                  </a:lnTo>
                  <a:lnTo>
                    <a:pt x="79032" y="136664"/>
                  </a:lnTo>
                  <a:lnTo>
                    <a:pt x="79209" y="137350"/>
                  </a:lnTo>
                  <a:lnTo>
                    <a:pt x="78625" y="137198"/>
                  </a:lnTo>
                  <a:lnTo>
                    <a:pt x="77317" y="137287"/>
                  </a:lnTo>
                  <a:lnTo>
                    <a:pt x="76009" y="137375"/>
                  </a:lnTo>
                  <a:lnTo>
                    <a:pt x="74955" y="137756"/>
                  </a:lnTo>
                  <a:lnTo>
                    <a:pt x="74980" y="138544"/>
                  </a:lnTo>
                  <a:lnTo>
                    <a:pt x="61671" y="123012"/>
                  </a:lnTo>
                  <a:lnTo>
                    <a:pt x="62725" y="123253"/>
                  </a:lnTo>
                  <a:lnTo>
                    <a:pt x="65354" y="123088"/>
                  </a:lnTo>
                  <a:lnTo>
                    <a:pt x="65938" y="122885"/>
                  </a:lnTo>
                  <a:lnTo>
                    <a:pt x="65811" y="123583"/>
                  </a:lnTo>
                  <a:lnTo>
                    <a:pt x="65887" y="125107"/>
                  </a:lnTo>
                  <a:lnTo>
                    <a:pt x="65963" y="126644"/>
                  </a:lnTo>
                  <a:lnTo>
                    <a:pt x="66294" y="127863"/>
                  </a:lnTo>
                  <a:lnTo>
                    <a:pt x="66992" y="127825"/>
                  </a:lnTo>
                  <a:lnTo>
                    <a:pt x="67208" y="126568"/>
                  </a:lnTo>
                  <a:lnTo>
                    <a:pt x="67068" y="123494"/>
                  </a:lnTo>
                  <a:lnTo>
                    <a:pt x="66865" y="122821"/>
                  </a:lnTo>
                  <a:lnTo>
                    <a:pt x="67487" y="122961"/>
                  </a:lnTo>
                  <a:lnTo>
                    <a:pt x="68795" y="122872"/>
                  </a:lnTo>
                  <a:lnTo>
                    <a:pt x="70104" y="122796"/>
                  </a:lnTo>
                  <a:lnTo>
                    <a:pt x="71158" y="122402"/>
                  </a:lnTo>
                  <a:lnTo>
                    <a:pt x="71120" y="121602"/>
                  </a:lnTo>
                  <a:lnTo>
                    <a:pt x="70040" y="121335"/>
                  </a:lnTo>
                  <a:lnTo>
                    <a:pt x="67411" y="121500"/>
                  </a:lnTo>
                  <a:lnTo>
                    <a:pt x="66789" y="121742"/>
                  </a:lnTo>
                  <a:lnTo>
                    <a:pt x="66929" y="121018"/>
                  </a:lnTo>
                  <a:lnTo>
                    <a:pt x="66852" y="119481"/>
                  </a:lnTo>
                  <a:lnTo>
                    <a:pt x="66776" y="117957"/>
                  </a:lnTo>
                  <a:lnTo>
                    <a:pt x="66446" y="116738"/>
                  </a:lnTo>
                  <a:lnTo>
                    <a:pt x="66294" y="116751"/>
                  </a:lnTo>
                  <a:lnTo>
                    <a:pt x="79286" y="101587"/>
                  </a:lnTo>
                  <a:lnTo>
                    <a:pt x="79133" y="102539"/>
                  </a:lnTo>
                  <a:lnTo>
                    <a:pt x="79286" y="105613"/>
                  </a:lnTo>
                  <a:lnTo>
                    <a:pt x="79463" y="106286"/>
                  </a:lnTo>
                  <a:lnTo>
                    <a:pt x="78892" y="106146"/>
                  </a:lnTo>
                  <a:lnTo>
                    <a:pt x="77571" y="106222"/>
                  </a:lnTo>
                  <a:lnTo>
                    <a:pt x="76263" y="106311"/>
                  </a:lnTo>
                  <a:lnTo>
                    <a:pt x="75209" y="106705"/>
                  </a:lnTo>
                  <a:lnTo>
                    <a:pt x="75247" y="107505"/>
                  </a:lnTo>
                  <a:lnTo>
                    <a:pt x="76327" y="107772"/>
                  </a:lnTo>
                  <a:lnTo>
                    <a:pt x="78955" y="107594"/>
                  </a:lnTo>
                  <a:lnTo>
                    <a:pt x="79540" y="107391"/>
                  </a:lnTo>
                  <a:lnTo>
                    <a:pt x="79413" y="108089"/>
                  </a:lnTo>
                  <a:lnTo>
                    <a:pt x="79489" y="109613"/>
                  </a:lnTo>
                  <a:lnTo>
                    <a:pt x="79565" y="111150"/>
                  </a:lnTo>
                  <a:lnTo>
                    <a:pt x="79895" y="112369"/>
                  </a:lnTo>
                  <a:lnTo>
                    <a:pt x="80594" y="112331"/>
                  </a:lnTo>
                  <a:lnTo>
                    <a:pt x="80810" y="111074"/>
                  </a:lnTo>
                  <a:lnTo>
                    <a:pt x="80670" y="108000"/>
                  </a:lnTo>
                  <a:lnTo>
                    <a:pt x="80467" y="107327"/>
                  </a:lnTo>
                  <a:lnTo>
                    <a:pt x="81089" y="107467"/>
                  </a:lnTo>
                  <a:lnTo>
                    <a:pt x="82397" y="107378"/>
                  </a:lnTo>
                  <a:lnTo>
                    <a:pt x="83705" y="107302"/>
                  </a:lnTo>
                  <a:lnTo>
                    <a:pt x="84759" y="106908"/>
                  </a:lnTo>
                  <a:lnTo>
                    <a:pt x="84747" y="106781"/>
                  </a:lnTo>
                  <a:lnTo>
                    <a:pt x="93497" y="116967"/>
                  </a:lnTo>
                  <a:lnTo>
                    <a:pt x="92824" y="116992"/>
                  </a:lnTo>
                  <a:lnTo>
                    <a:pt x="92608" y="118249"/>
                  </a:lnTo>
                  <a:lnTo>
                    <a:pt x="92748" y="121323"/>
                  </a:lnTo>
                  <a:lnTo>
                    <a:pt x="92938" y="122008"/>
                  </a:lnTo>
                  <a:lnTo>
                    <a:pt x="92354" y="121856"/>
                  </a:lnTo>
                  <a:lnTo>
                    <a:pt x="91046" y="121945"/>
                  </a:lnTo>
                  <a:lnTo>
                    <a:pt x="89738" y="122021"/>
                  </a:lnTo>
                  <a:lnTo>
                    <a:pt x="88684" y="122415"/>
                  </a:lnTo>
                  <a:lnTo>
                    <a:pt x="88722" y="123215"/>
                  </a:lnTo>
                  <a:lnTo>
                    <a:pt x="89801" y="123482"/>
                  </a:lnTo>
                  <a:lnTo>
                    <a:pt x="92430" y="123317"/>
                  </a:lnTo>
                  <a:lnTo>
                    <a:pt x="93002" y="123101"/>
                  </a:lnTo>
                  <a:lnTo>
                    <a:pt x="92887" y="123799"/>
                  </a:lnTo>
                  <a:lnTo>
                    <a:pt x="92964" y="125336"/>
                  </a:lnTo>
                  <a:lnTo>
                    <a:pt x="93040" y="126860"/>
                  </a:lnTo>
                  <a:lnTo>
                    <a:pt x="93370" y="128079"/>
                  </a:lnTo>
                  <a:lnTo>
                    <a:pt x="93586" y="128079"/>
                  </a:lnTo>
                  <a:lnTo>
                    <a:pt x="93586" y="117246"/>
                  </a:lnTo>
                  <a:lnTo>
                    <a:pt x="93510" y="116979"/>
                  </a:lnTo>
                  <a:lnTo>
                    <a:pt x="97523" y="121653"/>
                  </a:lnTo>
                  <a:lnTo>
                    <a:pt x="97523" y="117284"/>
                  </a:lnTo>
                  <a:lnTo>
                    <a:pt x="84023" y="101549"/>
                  </a:lnTo>
                  <a:lnTo>
                    <a:pt x="84023" y="105943"/>
                  </a:lnTo>
                  <a:lnTo>
                    <a:pt x="83642" y="105841"/>
                  </a:lnTo>
                  <a:lnTo>
                    <a:pt x="81013" y="106006"/>
                  </a:lnTo>
                  <a:lnTo>
                    <a:pt x="80391" y="106248"/>
                  </a:lnTo>
                  <a:lnTo>
                    <a:pt x="80530" y="105524"/>
                  </a:lnTo>
                  <a:lnTo>
                    <a:pt x="80454" y="104000"/>
                  </a:lnTo>
                  <a:lnTo>
                    <a:pt x="80378" y="102463"/>
                  </a:lnTo>
                  <a:lnTo>
                    <a:pt x="80048" y="101295"/>
                  </a:lnTo>
                  <a:lnTo>
                    <a:pt x="84023" y="105943"/>
                  </a:lnTo>
                  <a:lnTo>
                    <a:pt x="84023" y="101549"/>
                  </a:lnTo>
                  <a:lnTo>
                    <a:pt x="83553" y="100990"/>
                  </a:lnTo>
                  <a:lnTo>
                    <a:pt x="80022" y="96875"/>
                  </a:lnTo>
                  <a:lnTo>
                    <a:pt x="80022" y="101257"/>
                  </a:lnTo>
                  <a:lnTo>
                    <a:pt x="79984" y="106807"/>
                  </a:lnTo>
                  <a:lnTo>
                    <a:pt x="79984" y="101269"/>
                  </a:lnTo>
                  <a:lnTo>
                    <a:pt x="79565" y="101282"/>
                  </a:lnTo>
                  <a:lnTo>
                    <a:pt x="79806" y="100990"/>
                  </a:lnTo>
                  <a:lnTo>
                    <a:pt x="80022" y="101257"/>
                  </a:lnTo>
                  <a:lnTo>
                    <a:pt x="80022" y="96875"/>
                  </a:lnTo>
                  <a:lnTo>
                    <a:pt x="79806" y="96621"/>
                  </a:lnTo>
                  <a:lnTo>
                    <a:pt x="65862" y="112903"/>
                  </a:lnTo>
                  <a:lnTo>
                    <a:pt x="65862" y="121780"/>
                  </a:lnTo>
                  <a:lnTo>
                    <a:pt x="65290" y="121640"/>
                  </a:lnTo>
                  <a:lnTo>
                    <a:pt x="63969" y="121716"/>
                  </a:lnTo>
                  <a:lnTo>
                    <a:pt x="62661" y="121805"/>
                  </a:lnTo>
                  <a:lnTo>
                    <a:pt x="61633" y="122186"/>
                  </a:lnTo>
                  <a:lnTo>
                    <a:pt x="61633" y="122974"/>
                  </a:lnTo>
                  <a:lnTo>
                    <a:pt x="61302" y="122567"/>
                  </a:lnTo>
                  <a:lnTo>
                    <a:pt x="61607" y="122212"/>
                  </a:lnTo>
                  <a:lnTo>
                    <a:pt x="61633" y="122974"/>
                  </a:lnTo>
                  <a:lnTo>
                    <a:pt x="61633" y="122186"/>
                  </a:lnTo>
                  <a:lnTo>
                    <a:pt x="65608" y="117538"/>
                  </a:lnTo>
                  <a:lnTo>
                    <a:pt x="65532" y="118033"/>
                  </a:lnTo>
                  <a:lnTo>
                    <a:pt x="65684" y="121094"/>
                  </a:lnTo>
                  <a:lnTo>
                    <a:pt x="65862" y="121780"/>
                  </a:lnTo>
                  <a:lnTo>
                    <a:pt x="65862" y="112903"/>
                  </a:lnTo>
                  <a:lnTo>
                    <a:pt x="57569" y="122567"/>
                  </a:lnTo>
                  <a:lnTo>
                    <a:pt x="79806" y="148513"/>
                  </a:lnTo>
                  <a:lnTo>
                    <a:pt x="83553" y="144145"/>
                  </a:lnTo>
                  <a:lnTo>
                    <a:pt x="102057" y="122567"/>
                  </a:lnTo>
                  <a:close/>
                </a:path>
                <a:path w="118109" h="148590">
                  <a:moveTo>
                    <a:pt x="117652" y="85013"/>
                  </a:moveTo>
                  <a:lnTo>
                    <a:pt x="104724" y="69938"/>
                  </a:lnTo>
                  <a:lnTo>
                    <a:pt x="104724" y="74333"/>
                  </a:lnTo>
                  <a:lnTo>
                    <a:pt x="104343" y="74231"/>
                  </a:lnTo>
                  <a:lnTo>
                    <a:pt x="101714" y="74409"/>
                  </a:lnTo>
                  <a:lnTo>
                    <a:pt x="101104" y="74637"/>
                  </a:lnTo>
                  <a:lnTo>
                    <a:pt x="101231" y="73914"/>
                  </a:lnTo>
                  <a:lnTo>
                    <a:pt x="101155" y="72390"/>
                  </a:lnTo>
                  <a:lnTo>
                    <a:pt x="101079" y="70853"/>
                  </a:lnTo>
                  <a:lnTo>
                    <a:pt x="100749" y="69684"/>
                  </a:lnTo>
                  <a:lnTo>
                    <a:pt x="104724" y="74333"/>
                  </a:lnTo>
                  <a:lnTo>
                    <a:pt x="104724" y="69938"/>
                  </a:lnTo>
                  <a:lnTo>
                    <a:pt x="104254" y="69380"/>
                  </a:lnTo>
                  <a:lnTo>
                    <a:pt x="100723" y="65265"/>
                  </a:lnTo>
                  <a:lnTo>
                    <a:pt x="100723" y="69646"/>
                  </a:lnTo>
                  <a:lnTo>
                    <a:pt x="100266" y="69672"/>
                  </a:lnTo>
                  <a:lnTo>
                    <a:pt x="100507" y="69380"/>
                  </a:lnTo>
                  <a:lnTo>
                    <a:pt x="100723" y="69646"/>
                  </a:lnTo>
                  <a:lnTo>
                    <a:pt x="100723" y="65265"/>
                  </a:lnTo>
                  <a:lnTo>
                    <a:pt x="100507" y="65011"/>
                  </a:lnTo>
                  <a:lnTo>
                    <a:pt x="86563" y="81280"/>
                  </a:lnTo>
                  <a:lnTo>
                    <a:pt x="86563" y="90170"/>
                  </a:lnTo>
                  <a:lnTo>
                    <a:pt x="85991" y="90030"/>
                  </a:lnTo>
                  <a:lnTo>
                    <a:pt x="84683" y="90106"/>
                  </a:lnTo>
                  <a:lnTo>
                    <a:pt x="83375" y="90195"/>
                  </a:lnTo>
                  <a:lnTo>
                    <a:pt x="82346" y="90589"/>
                  </a:lnTo>
                  <a:lnTo>
                    <a:pt x="82346" y="91376"/>
                  </a:lnTo>
                  <a:lnTo>
                    <a:pt x="82003" y="90957"/>
                  </a:lnTo>
                  <a:lnTo>
                    <a:pt x="82308" y="90601"/>
                  </a:lnTo>
                  <a:lnTo>
                    <a:pt x="82346" y="91376"/>
                  </a:lnTo>
                  <a:lnTo>
                    <a:pt x="82346" y="90589"/>
                  </a:lnTo>
                  <a:lnTo>
                    <a:pt x="86321" y="85928"/>
                  </a:lnTo>
                  <a:lnTo>
                    <a:pt x="86233" y="86423"/>
                  </a:lnTo>
                  <a:lnTo>
                    <a:pt x="86385" y="89496"/>
                  </a:lnTo>
                  <a:lnTo>
                    <a:pt x="86563" y="90170"/>
                  </a:lnTo>
                  <a:lnTo>
                    <a:pt x="86563" y="81280"/>
                  </a:lnTo>
                  <a:lnTo>
                    <a:pt x="79806" y="89154"/>
                  </a:lnTo>
                  <a:lnTo>
                    <a:pt x="77622" y="86614"/>
                  </a:lnTo>
                  <a:lnTo>
                    <a:pt x="77622" y="90957"/>
                  </a:lnTo>
                  <a:lnTo>
                    <a:pt x="73482" y="95783"/>
                  </a:lnTo>
                  <a:lnTo>
                    <a:pt x="73596" y="95173"/>
                  </a:lnTo>
                  <a:lnTo>
                    <a:pt x="73456" y="92113"/>
                  </a:lnTo>
                  <a:lnTo>
                    <a:pt x="73253" y="91427"/>
                  </a:lnTo>
                  <a:lnTo>
                    <a:pt x="73875" y="91567"/>
                  </a:lnTo>
                  <a:lnTo>
                    <a:pt x="75184" y="91490"/>
                  </a:lnTo>
                  <a:lnTo>
                    <a:pt x="76492" y="91401"/>
                  </a:lnTo>
                  <a:lnTo>
                    <a:pt x="77546" y="91020"/>
                  </a:lnTo>
                  <a:lnTo>
                    <a:pt x="77533" y="90868"/>
                  </a:lnTo>
                  <a:lnTo>
                    <a:pt x="77622" y="86614"/>
                  </a:lnTo>
                  <a:lnTo>
                    <a:pt x="76835" y="85686"/>
                  </a:lnTo>
                  <a:lnTo>
                    <a:pt x="76835" y="90055"/>
                  </a:lnTo>
                  <a:lnTo>
                    <a:pt x="76428" y="89954"/>
                  </a:lnTo>
                  <a:lnTo>
                    <a:pt x="73799" y="90119"/>
                  </a:lnTo>
                  <a:lnTo>
                    <a:pt x="73190" y="90347"/>
                  </a:lnTo>
                  <a:lnTo>
                    <a:pt x="73317" y="89623"/>
                  </a:lnTo>
                  <a:lnTo>
                    <a:pt x="73240" y="88099"/>
                  </a:lnTo>
                  <a:lnTo>
                    <a:pt x="73164" y="86575"/>
                  </a:lnTo>
                  <a:lnTo>
                    <a:pt x="72898" y="85623"/>
                  </a:lnTo>
                  <a:lnTo>
                    <a:pt x="72898" y="96469"/>
                  </a:lnTo>
                  <a:lnTo>
                    <a:pt x="59118" y="112547"/>
                  </a:lnTo>
                  <a:lnTo>
                    <a:pt x="54317" y="106972"/>
                  </a:lnTo>
                  <a:lnTo>
                    <a:pt x="55397" y="107226"/>
                  </a:lnTo>
                  <a:lnTo>
                    <a:pt x="58013" y="107048"/>
                  </a:lnTo>
                  <a:lnTo>
                    <a:pt x="58597" y="106845"/>
                  </a:lnTo>
                  <a:lnTo>
                    <a:pt x="58483" y="107543"/>
                  </a:lnTo>
                  <a:lnTo>
                    <a:pt x="58547" y="109067"/>
                  </a:lnTo>
                  <a:lnTo>
                    <a:pt x="58623" y="110604"/>
                  </a:lnTo>
                  <a:lnTo>
                    <a:pt x="58966" y="111823"/>
                  </a:lnTo>
                  <a:lnTo>
                    <a:pt x="59651" y="111785"/>
                  </a:lnTo>
                  <a:lnTo>
                    <a:pt x="59867" y="110528"/>
                  </a:lnTo>
                  <a:lnTo>
                    <a:pt x="59728" y="107454"/>
                  </a:lnTo>
                  <a:lnTo>
                    <a:pt x="59524" y="106781"/>
                  </a:lnTo>
                  <a:lnTo>
                    <a:pt x="60147" y="106921"/>
                  </a:lnTo>
                  <a:lnTo>
                    <a:pt x="61455" y="106832"/>
                  </a:lnTo>
                  <a:lnTo>
                    <a:pt x="62763" y="106756"/>
                  </a:lnTo>
                  <a:lnTo>
                    <a:pt x="63830" y="106362"/>
                  </a:lnTo>
                  <a:lnTo>
                    <a:pt x="63779" y="105562"/>
                  </a:lnTo>
                  <a:lnTo>
                    <a:pt x="62699" y="105295"/>
                  </a:lnTo>
                  <a:lnTo>
                    <a:pt x="60071" y="105460"/>
                  </a:lnTo>
                  <a:lnTo>
                    <a:pt x="59461" y="105702"/>
                  </a:lnTo>
                  <a:lnTo>
                    <a:pt x="59588" y="104978"/>
                  </a:lnTo>
                  <a:lnTo>
                    <a:pt x="59512" y="103454"/>
                  </a:lnTo>
                  <a:lnTo>
                    <a:pt x="59436" y="101917"/>
                  </a:lnTo>
                  <a:lnTo>
                    <a:pt x="59105" y="100698"/>
                  </a:lnTo>
                  <a:lnTo>
                    <a:pt x="58420" y="100736"/>
                  </a:lnTo>
                  <a:lnTo>
                    <a:pt x="58191" y="101993"/>
                  </a:lnTo>
                  <a:lnTo>
                    <a:pt x="58343" y="105067"/>
                  </a:lnTo>
                  <a:lnTo>
                    <a:pt x="58521" y="105740"/>
                  </a:lnTo>
                  <a:lnTo>
                    <a:pt x="57950" y="105600"/>
                  </a:lnTo>
                  <a:lnTo>
                    <a:pt x="56642" y="105676"/>
                  </a:lnTo>
                  <a:lnTo>
                    <a:pt x="55333" y="105765"/>
                  </a:lnTo>
                  <a:lnTo>
                    <a:pt x="54267" y="106146"/>
                  </a:lnTo>
                  <a:lnTo>
                    <a:pt x="54305" y="106959"/>
                  </a:lnTo>
                  <a:lnTo>
                    <a:pt x="40982" y="91401"/>
                  </a:lnTo>
                  <a:lnTo>
                    <a:pt x="42049" y="91655"/>
                  </a:lnTo>
                  <a:lnTo>
                    <a:pt x="44678" y="91478"/>
                  </a:lnTo>
                  <a:lnTo>
                    <a:pt x="45250" y="91274"/>
                  </a:lnTo>
                  <a:lnTo>
                    <a:pt x="45135" y="91973"/>
                  </a:lnTo>
                  <a:lnTo>
                    <a:pt x="45212" y="93497"/>
                  </a:lnTo>
                  <a:lnTo>
                    <a:pt x="45275" y="95034"/>
                  </a:lnTo>
                  <a:lnTo>
                    <a:pt x="45618" y="96253"/>
                  </a:lnTo>
                  <a:lnTo>
                    <a:pt x="46304" y="96215"/>
                  </a:lnTo>
                  <a:lnTo>
                    <a:pt x="46532" y="94957"/>
                  </a:lnTo>
                  <a:lnTo>
                    <a:pt x="46380" y="91884"/>
                  </a:lnTo>
                  <a:lnTo>
                    <a:pt x="46189" y="91211"/>
                  </a:lnTo>
                  <a:lnTo>
                    <a:pt x="46799" y="91351"/>
                  </a:lnTo>
                  <a:lnTo>
                    <a:pt x="48107" y="91262"/>
                  </a:lnTo>
                  <a:lnTo>
                    <a:pt x="49428" y="91186"/>
                  </a:lnTo>
                  <a:lnTo>
                    <a:pt x="50482" y="90792"/>
                  </a:lnTo>
                  <a:lnTo>
                    <a:pt x="50431" y="89992"/>
                  </a:lnTo>
                  <a:lnTo>
                    <a:pt x="49364" y="89725"/>
                  </a:lnTo>
                  <a:lnTo>
                    <a:pt x="46736" y="89890"/>
                  </a:lnTo>
                  <a:lnTo>
                    <a:pt x="46113" y="90131"/>
                  </a:lnTo>
                  <a:lnTo>
                    <a:pt x="46240" y="89408"/>
                  </a:lnTo>
                  <a:lnTo>
                    <a:pt x="46164" y="87884"/>
                  </a:lnTo>
                  <a:lnTo>
                    <a:pt x="46101" y="86347"/>
                  </a:lnTo>
                  <a:lnTo>
                    <a:pt x="45758" y="85128"/>
                  </a:lnTo>
                  <a:lnTo>
                    <a:pt x="45605" y="85140"/>
                  </a:lnTo>
                  <a:lnTo>
                    <a:pt x="58610" y="69964"/>
                  </a:lnTo>
                  <a:lnTo>
                    <a:pt x="58445" y="70929"/>
                  </a:lnTo>
                  <a:lnTo>
                    <a:pt x="58597" y="74002"/>
                  </a:lnTo>
                  <a:lnTo>
                    <a:pt x="58775" y="74688"/>
                  </a:lnTo>
                  <a:lnTo>
                    <a:pt x="58204" y="74536"/>
                  </a:lnTo>
                  <a:lnTo>
                    <a:pt x="56896" y="74625"/>
                  </a:lnTo>
                  <a:lnTo>
                    <a:pt x="55587" y="74701"/>
                  </a:lnTo>
                  <a:lnTo>
                    <a:pt x="54521" y="75095"/>
                  </a:lnTo>
                  <a:lnTo>
                    <a:pt x="54571" y="75895"/>
                  </a:lnTo>
                  <a:lnTo>
                    <a:pt x="55651" y="76161"/>
                  </a:lnTo>
                  <a:lnTo>
                    <a:pt x="58280" y="75996"/>
                  </a:lnTo>
                  <a:lnTo>
                    <a:pt x="58851" y="75780"/>
                  </a:lnTo>
                  <a:lnTo>
                    <a:pt x="58737" y="76479"/>
                  </a:lnTo>
                  <a:lnTo>
                    <a:pt x="58813" y="78003"/>
                  </a:lnTo>
                  <a:lnTo>
                    <a:pt x="58877" y="79540"/>
                  </a:lnTo>
                  <a:lnTo>
                    <a:pt x="59220" y="80759"/>
                  </a:lnTo>
                  <a:lnTo>
                    <a:pt x="59905" y="80721"/>
                  </a:lnTo>
                  <a:lnTo>
                    <a:pt x="60121" y="79463"/>
                  </a:lnTo>
                  <a:lnTo>
                    <a:pt x="59982" y="76390"/>
                  </a:lnTo>
                  <a:lnTo>
                    <a:pt x="59791" y="75717"/>
                  </a:lnTo>
                  <a:lnTo>
                    <a:pt x="60401" y="75857"/>
                  </a:lnTo>
                  <a:lnTo>
                    <a:pt x="61709" y="75780"/>
                  </a:lnTo>
                  <a:lnTo>
                    <a:pt x="63017" y="75692"/>
                  </a:lnTo>
                  <a:lnTo>
                    <a:pt x="64084" y="75298"/>
                  </a:lnTo>
                  <a:lnTo>
                    <a:pt x="72809" y="85356"/>
                  </a:lnTo>
                  <a:lnTo>
                    <a:pt x="72136" y="85394"/>
                  </a:lnTo>
                  <a:lnTo>
                    <a:pt x="71920" y="86639"/>
                  </a:lnTo>
                  <a:lnTo>
                    <a:pt x="72072" y="89712"/>
                  </a:lnTo>
                  <a:lnTo>
                    <a:pt x="72250" y="90398"/>
                  </a:lnTo>
                  <a:lnTo>
                    <a:pt x="71678" y="90246"/>
                  </a:lnTo>
                  <a:lnTo>
                    <a:pt x="70358" y="90335"/>
                  </a:lnTo>
                  <a:lnTo>
                    <a:pt x="69049" y="90411"/>
                  </a:lnTo>
                  <a:lnTo>
                    <a:pt x="67995" y="90805"/>
                  </a:lnTo>
                  <a:lnTo>
                    <a:pt x="68033" y="91605"/>
                  </a:lnTo>
                  <a:lnTo>
                    <a:pt x="69113" y="91871"/>
                  </a:lnTo>
                  <a:lnTo>
                    <a:pt x="71742" y="91706"/>
                  </a:lnTo>
                  <a:lnTo>
                    <a:pt x="72326" y="91490"/>
                  </a:lnTo>
                  <a:lnTo>
                    <a:pt x="72212" y="92189"/>
                  </a:lnTo>
                  <a:lnTo>
                    <a:pt x="72275" y="93726"/>
                  </a:lnTo>
                  <a:lnTo>
                    <a:pt x="72351" y="95250"/>
                  </a:lnTo>
                  <a:lnTo>
                    <a:pt x="72682" y="96481"/>
                  </a:lnTo>
                  <a:lnTo>
                    <a:pt x="72898" y="96469"/>
                  </a:lnTo>
                  <a:lnTo>
                    <a:pt x="72898" y="85623"/>
                  </a:lnTo>
                  <a:lnTo>
                    <a:pt x="72834" y="85394"/>
                  </a:lnTo>
                  <a:lnTo>
                    <a:pt x="76835" y="90055"/>
                  </a:lnTo>
                  <a:lnTo>
                    <a:pt x="76835" y="85686"/>
                  </a:lnTo>
                  <a:lnTo>
                    <a:pt x="63334" y="69938"/>
                  </a:lnTo>
                  <a:lnTo>
                    <a:pt x="63334" y="74333"/>
                  </a:lnTo>
                  <a:lnTo>
                    <a:pt x="62953" y="74231"/>
                  </a:lnTo>
                  <a:lnTo>
                    <a:pt x="60337" y="74409"/>
                  </a:lnTo>
                  <a:lnTo>
                    <a:pt x="59715" y="74637"/>
                  </a:lnTo>
                  <a:lnTo>
                    <a:pt x="59842" y="73914"/>
                  </a:lnTo>
                  <a:lnTo>
                    <a:pt x="59766" y="72390"/>
                  </a:lnTo>
                  <a:lnTo>
                    <a:pt x="59690" y="70853"/>
                  </a:lnTo>
                  <a:lnTo>
                    <a:pt x="59359" y="69684"/>
                  </a:lnTo>
                  <a:lnTo>
                    <a:pt x="63334" y="74333"/>
                  </a:lnTo>
                  <a:lnTo>
                    <a:pt x="63334" y="69938"/>
                  </a:lnTo>
                  <a:lnTo>
                    <a:pt x="62865" y="69380"/>
                  </a:lnTo>
                  <a:lnTo>
                    <a:pt x="59334" y="65265"/>
                  </a:lnTo>
                  <a:lnTo>
                    <a:pt x="59334" y="69646"/>
                  </a:lnTo>
                  <a:lnTo>
                    <a:pt x="58877" y="69672"/>
                  </a:lnTo>
                  <a:lnTo>
                    <a:pt x="59118" y="69380"/>
                  </a:lnTo>
                  <a:lnTo>
                    <a:pt x="59334" y="69646"/>
                  </a:lnTo>
                  <a:lnTo>
                    <a:pt x="59334" y="65265"/>
                  </a:lnTo>
                  <a:lnTo>
                    <a:pt x="59118" y="65011"/>
                  </a:lnTo>
                  <a:lnTo>
                    <a:pt x="45173" y="81292"/>
                  </a:lnTo>
                  <a:lnTo>
                    <a:pt x="45173" y="90170"/>
                  </a:lnTo>
                  <a:lnTo>
                    <a:pt x="44602" y="90030"/>
                  </a:lnTo>
                  <a:lnTo>
                    <a:pt x="43294" y="90106"/>
                  </a:lnTo>
                  <a:lnTo>
                    <a:pt x="41986" y="90195"/>
                  </a:lnTo>
                  <a:lnTo>
                    <a:pt x="40932" y="90589"/>
                  </a:lnTo>
                  <a:lnTo>
                    <a:pt x="40957" y="91376"/>
                  </a:lnTo>
                  <a:lnTo>
                    <a:pt x="40614" y="90957"/>
                  </a:lnTo>
                  <a:lnTo>
                    <a:pt x="40932" y="90589"/>
                  </a:lnTo>
                  <a:lnTo>
                    <a:pt x="44932" y="85928"/>
                  </a:lnTo>
                  <a:lnTo>
                    <a:pt x="44843" y="86423"/>
                  </a:lnTo>
                  <a:lnTo>
                    <a:pt x="44996" y="89496"/>
                  </a:lnTo>
                  <a:lnTo>
                    <a:pt x="45173" y="90170"/>
                  </a:lnTo>
                  <a:lnTo>
                    <a:pt x="45173" y="81292"/>
                  </a:lnTo>
                  <a:lnTo>
                    <a:pt x="36880" y="90957"/>
                  </a:lnTo>
                  <a:lnTo>
                    <a:pt x="59118" y="116903"/>
                  </a:lnTo>
                  <a:lnTo>
                    <a:pt x="62865" y="112547"/>
                  </a:lnTo>
                  <a:lnTo>
                    <a:pt x="79819" y="92773"/>
                  </a:lnTo>
                  <a:lnTo>
                    <a:pt x="100507" y="116903"/>
                  </a:lnTo>
                  <a:lnTo>
                    <a:pt x="104254" y="112547"/>
                  </a:lnTo>
                  <a:lnTo>
                    <a:pt x="117652" y="96913"/>
                  </a:lnTo>
                  <a:lnTo>
                    <a:pt x="117652" y="92544"/>
                  </a:lnTo>
                  <a:lnTo>
                    <a:pt x="114871" y="95783"/>
                  </a:lnTo>
                  <a:lnTo>
                    <a:pt x="114985" y="95173"/>
                  </a:lnTo>
                  <a:lnTo>
                    <a:pt x="114846" y="92113"/>
                  </a:lnTo>
                  <a:lnTo>
                    <a:pt x="114642" y="91427"/>
                  </a:lnTo>
                  <a:lnTo>
                    <a:pt x="115265" y="91567"/>
                  </a:lnTo>
                  <a:lnTo>
                    <a:pt x="117652" y="91414"/>
                  </a:lnTo>
                  <a:lnTo>
                    <a:pt x="117652" y="89966"/>
                  </a:lnTo>
                  <a:lnTo>
                    <a:pt x="115189" y="90119"/>
                  </a:lnTo>
                  <a:lnTo>
                    <a:pt x="114566" y="90347"/>
                  </a:lnTo>
                  <a:lnTo>
                    <a:pt x="114706" y="89623"/>
                  </a:lnTo>
                  <a:lnTo>
                    <a:pt x="114630" y="88099"/>
                  </a:lnTo>
                  <a:lnTo>
                    <a:pt x="114554" y="86575"/>
                  </a:lnTo>
                  <a:lnTo>
                    <a:pt x="114287" y="85598"/>
                  </a:lnTo>
                  <a:lnTo>
                    <a:pt x="114287" y="96469"/>
                  </a:lnTo>
                  <a:lnTo>
                    <a:pt x="100507" y="112547"/>
                  </a:lnTo>
                  <a:lnTo>
                    <a:pt x="95707" y="106972"/>
                  </a:lnTo>
                  <a:lnTo>
                    <a:pt x="96786" y="107226"/>
                  </a:lnTo>
                  <a:lnTo>
                    <a:pt x="99415" y="107048"/>
                  </a:lnTo>
                  <a:lnTo>
                    <a:pt x="99987" y="106845"/>
                  </a:lnTo>
                  <a:lnTo>
                    <a:pt x="99872" y="107543"/>
                  </a:lnTo>
                  <a:lnTo>
                    <a:pt x="99936" y="109067"/>
                  </a:lnTo>
                  <a:lnTo>
                    <a:pt x="100012" y="110604"/>
                  </a:lnTo>
                  <a:lnTo>
                    <a:pt x="100355" y="111823"/>
                  </a:lnTo>
                  <a:lnTo>
                    <a:pt x="101041" y="111785"/>
                  </a:lnTo>
                  <a:lnTo>
                    <a:pt x="101257" y="110528"/>
                  </a:lnTo>
                  <a:lnTo>
                    <a:pt x="101117" y="107454"/>
                  </a:lnTo>
                  <a:lnTo>
                    <a:pt x="100914" y="106781"/>
                  </a:lnTo>
                  <a:lnTo>
                    <a:pt x="101536" y="106921"/>
                  </a:lnTo>
                  <a:lnTo>
                    <a:pt x="102844" y="106832"/>
                  </a:lnTo>
                  <a:lnTo>
                    <a:pt x="104152" y="106756"/>
                  </a:lnTo>
                  <a:lnTo>
                    <a:pt x="105219" y="106362"/>
                  </a:lnTo>
                  <a:lnTo>
                    <a:pt x="105168" y="105562"/>
                  </a:lnTo>
                  <a:lnTo>
                    <a:pt x="104089" y="105295"/>
                  </a:lnTo>
                  <a:lnTo>
                    <a:pt x="101460" y="105460"/>
                  </a:lnTo>
                  <a:lnTo>
                    <a:pt x="100850" y="105702"/>
                  </a:lnTo>
                  <a:lnTo>
                    <a:pt x="100977" y="104978"/>
                  </a:lnTo>
                  <a:lnTo>
                    <a:pt x="100901" y="103454"/>
                  </a:lnTo>
                  <a:lnTo>
                    <a:pt x="100825" y="101917"/>
                  </a:lnTo>
                  <a:lnTo>
                    <a:pt x="100495" y="100698"/>
                  </a:lnTo>
                  <a:lnTo>
                    <a:pt x="99809" y="100736"/>
                  </a:lnTo>
                  <a:lnTo>
                    <a:pt x="99580" y="101993"/>
                  </a:lnTo>
                  <a:lnTo>
                    <a:pt x="99733" y="105067"/>
                  </a:lnTo>
                  <a:lnTo>
                    <a:pt x="99910" y="105740"/>
                  </a:lnTo>
                  <a:lnTo>
                    <a:pt x="99339" y="105600"/>
                  </a:lnTo>
                  <a:lnTo>
                    <a:pt x="98031" y="105676"/>
                  </a:lnTo>
                  <a:lnTo>
                    <a:pt x="96723" y="105765"/>
                  </a:lnTo>
                  <a:lnTo>
                    <a:pt x="95656" y="106146"/>
                  </a:lnTo>
                  <a:lnTo>
                    <a:pt x="95694" y="106959"/>
                  </a:lnTo>
                  <a:lnTo>
                    <a:pt x="82372" y="91401"/>
                  </a:lnTo>
                  <a:lnTo>
                    <a:pt x="83439" y="91655"/>
                  </a:lnTo>
                  <a:lnTo>
                    <a:pt x="86067" y="91478"/>
                  </a:lnTo>
                  <a:lnTo>
                    <a:pt x="86639" y="91274"/>
                  </a:lnTo>
                  <a:lnTo>
                    <a:pt x="86525" y="91973"/>
                  </a:lnTo>
                  <a:lnTo>
                    <a:pt x="86601" y="93497"/>
                  </a:lnTo>
                  <a:lnTo>
                    <a:pt x="86664" y="95034"/>
                  </a:lnTo>
                  <a:lnTo>
                    <a:pt x="87007" y="96253"/>
                  </a:lnTo>
                  <a:lnTo>
                    <a:pt x="87693" y="96215"/>
                  </a:lnTo>
                  <a:lnTo>
                    <a:pt x="87909" y="94957"/>
                  </a:lnTo>
                  <a:lnTo>
                    <a:pt x="87769" y="91884"/>
                  </a:lnTo>
                  <a:lnTo>
                    <a:pt x="87579" y="91211"/>
                  </a:lnTo>
                  <a:lnTo>
                    <a:pt x="88188" y="91351"/>
                  </a:lnTo>
                  <a:lnTo>
                    <a:pt x="89496" y="91262"/>
                  </a:lnTo>
                  <a:lnTo>
                    <a:pt x="90805" y="91186"/>
                  </a:lnTo>
                  <a:lnTo>
                    <a:pt x="91871" y="90792"/>
                  </a:lnTo>
                  <a:lnTo>
                    <a:pt x="91821" y="89992"/>
                  </a:lnTo>
                  <a:lnTo>
                    <a:pt x="90741" y="89725"/>
                  </a:lnTo>
                  <a:lnTo>
                    <a:pt x="88125" y="89890"/>
                  </a:lnTo>
                  <a:lnTo>
                    <a:pt x="87503" y="90131"/>
                  </a:lnTo>
                  <a:lnTo>
                    <a:pt x="87630" y="89408"/>
                  </a:lnTo>
                  <a:lnTo>
                    <a:pt x="87553" y="87884"/>
                  </a:lnTo>
                  <a:lnTo>
                    <a:pt x="87490" y="86347"/>
                  </a:lnTo>
                  <a:lnTo>
                    <a:pt x="87147" y="85128"/>
                  </a:lnTo>
                  <a:lnTo>
                    <a:pt x="86995" y="85140"/>
                  </a:lnTo>
                  <a:lnTo>
                    <a:pt x="99999" y="69964"/>
                  </a:lnTo>
                  <a:lnTo>
                    <a:pt x="99834" y="70929"/>
                  </a:lnTo>
                  <a:lnTo>
                    <a:pt x="99987" y="74002"/>
                  </a:lnTo>
                  <a:lnTo>
                    <a:pt x="100164" y="74688"/>
                  </a:lnTo>
                  <a:lnTo>
                    <a:pt x="99593" y="74536"/>
                  </a:lnTo>
                  <a:lnTo>
                    <a:pt x="98285" y="74625"/>
                  </a:lnTo>
                  <a:lnTo>
                    <a:pt x="96977" y="74701"/>
                  </a:lnTo>
                  <a:lnTo>
                    <a:pt x="95910" y="75095"/>
                  </a:lnTo>
                  <a:lnTo>
                    <a:pt x="95961" y="75895"/>
                  </a:lnTo>
                  <a:lnTo>
                    <a:pt x="97040" y="76161"/>
                  </a:lnTo>
                  <a:lnTo>
                    <a:pt x="99669" y="75996"/>
                  </a:lnTo>
                  <a:lnTo>
                    <a:pt x="100241" y="75780"/>
                  </a:lnTo>
                  <a:lnTo>
                    <a:pt x="100126" y="76479"/>
                  </a:lnTo>
                  <a:lnTo>
                    <a:pt x="100203" y="78003"/>
                  </a:lnTo>
                  <a:lnTo>
                    <a:pt x="100266" y="79540"/>
                  </a:lnTo>
                  <a:lnTo>
                    <a:pt x="100609" y="80759"/>
                  </a:lnTo>
                  <a:lnTo>
                    <a:pt x="101295" y="80721"/>
                  </a:lnTo>
                  <a:lnTo>
                    <a:pt x="101511" y="79463"/>
                  </a:lnTo>
                  <a:lnTo>
                    <a:pt x="101371" y="76390"/>
                  </a:lnTo>
                  <a:lnTo>
                    <a:pt x="101180" y="75717"/>
                  </a:lnTo>
                  <a:lnTo>
                    <a:pt x="101790" y="75857"/>
                  </a:lnTo>
                  <a:lnTo>
                    <a:pt x="103098" y="75780"/>
                  </a:lnTo>
                  <a:lnTo>
                    <a:pt x="104406" y="75692"/>
                  </a:lnTo>
                  <a:lnTo>
                    <a:pt x="105473" y="75298"/>
                  </a:lnTo>
                  <a:lnTo>
                    <a:pt x="114185" y="85356"/>
                  </a:lnTo>
                  <a:lnTo>
                    <a:pt x="113525" y="85394"/>
                  </a:lnTo>
                  <a:lnTo>
                    <a:pt x="113309" y="86639"/>
                  </a:lnTo>
                  <a:lnTo>
                    <a:pt x="113461" y="89712"/>
                  </a:lnTo>
                  <a:lnTo>
                    <a:pt x="113639" y="90398"/>
                  </a:lnTo>
                  <a:lnTo>
                    <a:pt x="113055" y="90246"/>
                  </a:lnTo>
                  <a:lnTo>
                    <a:pt x="111747" y="90335"/>
                  </a:lnTo>
                  <a:lnTo>
                    <a:pt x="110439" y="90411"/>
                  </a:lnTo>
                  <a:lnTo>
                    <a:pt x="109385" y="90805"/>
                  </a:lnTo>
                  <a:lnTo>
                    <a:pt x="109423" y="91605"/>
                  </a:lnTo>
                  <a:lnTo>
                    <a:pt x="110502" y="91871"/>
                  </a:lnTo>
                  <a:lnTo>
                    <a:pt x="113131" y="91706"/>
                  </a:lnTo>
                  <a:lnTo>
                    <a:pt x="113715" y="91490"/>
                  </a:lnTo>
                  <a:lnTo>
                    <a:pt x="113588" y="92189"/>
                  </a:lnTo>
                  <a:lnTo>
                    <a:pt x="113665" y="93726"/>
                  </a:lnTo>
                  <a:lnTo>
                    <a:pt x="113741" y="95250"/>
                  </a:lnTo>
                  <a:lnTo>
                    <a:pt x="114071" y="96481"/>
                  </a:lnTo>
                  <a:lnTo>
                    <a:pt x="114287" y="96469"/>
                  </a:lnTo>
                  <a:lnTo>
                    <a:pt x="114287" y="85598"/>
                  </a:lnTo>
                  <a:lnTo>
                    <a:pt x="114236" y="85407"/>
                  </a:lnTo>
                  <a:lnTo>
                    <a:pt x="117652" y="89382"/>
                  </a:lnTo>
                  <a:lnTo>
                    <a:pt x="117652" y="85013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 descr=""/>
            <p:cNvSpPr/>
            <p:nvPr/>
          </p:nvSpPr>
          <p:spPr>
            <a:xfrm>
              <a:off x="10570934" y="7686363"/>
              <a:ext cx="118110" cy="83820"/>
            </a:xfrm>
            <a:custGeom>
              <a:avLst/>
              <a:gdLst/>
              <a:ahLst/>
              <a:cxnLst/>
              <a:rect l="l" t="t" r="r" b="b"/>
              <a:pathLst>
                <a:path w="118109" h="83820">
                  <a:moveTo>
                    <a:pt x="1828" y="72948"/>
                  </a:moveTo>
                  <a:lnTo>
                    <a:pt x="1790" y="72148"/>
                  </a:lnTo>
                  <a:lnTo>
                    <a:pt x="711" y="71882"/>
                  </a:lnTo>
                  <a:lnTo>
                    <a:pt x="0" y="71932"/>
                  </a:lnTo>
                  <a:lnTo>
                    <a:pt x="0" y="73393"/>
                  </a:lnTo>
                  <a:lnTo>
                    <a:pt x="774" y="73342"/>
                  </a:lnTo>
                  <a:lnTo>
                    <a:pt x="1828" y="72948"/>
                  </a:lnTo>
                  <a:close/>
                </a:path>
                <a:path w="118109" h="83820">
                  <a:moveTo>
                    <a:pt x="22440" y="41351"/>
                  </a:moveTo>
                  <a:lnTo>
                    <a:pt x="22390" y="40538"/>
                  </a:lnTo>
                  <a:lnTo>
                    <a:pt x="21323" y="40271"/>
                  </a:lnTo>
                  <a:lnTo>
                    <a:pt x="18694" y="40449"/>
                  </a:lnTo>
                  <a:lnTo>
                    <a:pt x="18072" y="40678"/>
                  </a:lnTo>
                  <a:lnTo>
                    <a:pt x="18199" y="39954"/>
                  </a:lnTo>
                  <a:lnTo>
                    <a:pt x="18122" y="38430"/>
                  </a:lnTo>
                  <a:lnTo>
                    <a:pt x="18059" y="36906"/>
                  </a:lnTo>
                  <a:lnTo>
                    <a:pt x="17716" y="35674"/>
                  </a:lnTo>
                  <a:lnTo>
                    <a:pt x="17030" y="35712"/>
                  </a:lnTo>
                  <a:lnTo>
                    <a:pt x="16802" y="36969"/>
                  </a:lnTo>
                  <a:lnTo>
                    <a:pt x="16954" y="40043"/>
                  </a:lnTo>
                  <a:lnTo>
                    <a:pt x="17132" y="40728"/>
                  </a:lnTo>
                  <a:lnTo>
                    <a:pt x="16560" y="40576"/>
                  </a:lnTo>
                  <a:lnTo>
                    <a:pt x="15252" y="40665"/>
                  </a:lnTo>
                  <a:lnTo>
                    <a:pt x="13944" y="40741"/>
                  </a:lnTo>
                  <a:lnTo>
                    <a:pt x="12877" y="41135"/>
                  </a:lnTo>
                  <a:lnTo>
                    <a:pt x="12928" y="41935"/>
                  </a:lnTo>
                  <a:lnTo>
                    <a:pt x="14008" y="42202"/>
                  </a:lnTo>
                  <a:lnTo>
                    <a:pt x="16637" y="42037"/>
                  </a:lnTo>
                  <a:lnTo>
                    <a:pt x="17208" y="41821"/>
                  </a:lnTo>
                  <a:lnTo>
                    <a:pt x="17094" y="42519"/>
                  </a:lnTo>
                  <a:lnTo>
                    <a:pt x="17170" y="44056"/>
                  </a:lnTo>
                  <a:lnTo>
                    <a:pt x="17233" y="45580"/>
                  </a:lnTo>
                  <a:lnTo>
                    <a:pt x="17576" y="46799"/>
                  </a:lnTo>
                  <a:lnTo>
                    <a:pt x="18262" y="46761"/>
                  </a:lnTo>
                  <a:lnTo>
                    <a:pt x="18478" y="45504"/>
                  </a:lnTo>
                  <a:lnTo>
                    <a:pt x="18338" y="42443"/>
                  </a:lnTo>
                  <a:lnTo>
                    <a:pt x="18148" y="41757"/>
                  </a:lnTo>
                  <a:lnTo>
                    <a:pt x="18757" y="41897"/>
                  </a:lnTo>
                  <a:lnTo>
                    <a:pt x="20066" y="41821"/>
                  </a:lnTo>
                  <a:lnTo>
                    <a:pt x="21374" y="41732"/>
                  </a:lnTo>
                  <a:lnTo>
                    <a:pt x="22440" y="41351"/>
                  </a:lnTo>
                  <a:close/>
                </a:path>
                <a:path w="118109" h="83820">
                  <a:moveTo>
                    <a:pt x="22694" y="10287"/>
                  </a:moveTo>
                  <a:lnTo>
                    <a:pt x="22644" y="9474"/>
                  </a:lnTo>
                  <a:lnTo>
                    <a:pt x="21577" y="9220"/>
                  </a:lnTo>
                  <a:lnTo>
                    <a:pt x="18948" y="9385"/>
                  </a:lnTo>
                  <a:lnTo>
                    <a:pt x="18326" y="9613"/>
                  </a:lnTo>
                  <a:lnTo>
                    <a:pt x="18453" y="8902"/>
                  </a:lnTo>
                  <a:lnTo>
                    <a:pt x="18376" y="7366"/>
                  </a:lnTo>
                  <a:lnTo>
                    <a:pt x="18313" y="5842"/>
                  </a:lnTo>
                  <a:lnTo>
                    <a:pt x="17970" y="4610"/>
                  </a:lnTo>
                  <a:lnTo>
                    <a:pt x="17284" y="4660"/>
                  </a:lnTo>
                  <a:lnTo>
                    <a:pt x="17056" y="5918"/>
                  </a:lnTo>
                  <a:lnTo>
                    <a:pt x="17208" y="8978"/>
                  </a:lnTo>
                  <a:lnTo>
                    <a:pt x="17386" y="9664"/>
                  </a:lnTo>
                  <a:lnTo>
                    <a:pt x="16814" y="9512"/>
                  </a:lnTo>
                  <a:lnTo>
                    <a:pt x="15506" y="9601"/>
                  </a:lnTo>
                  <a:lnTo>
                    <a:pt x="14198" y="9690"/>
                  </a:lnTo>
                  <a:lnTo>
                    <a:pt x="13144" y="10071"/>
                  </a:lnTo>
                  <a:lnTo>
                    <a:pt x="13182" y="10883"/>
                  </a:lnTo>
                  <a:lnTo>
                    <a:pt x="14262" y="11137"/>
                  </a:lnTo>
                  <a:lnTo>
                    <a:pt x="16891" y="10972"/>
                  </a:lnTo>
                  <a:lnTo>
                    <a:pt x="17462" y="10756"/>
                  </a:lnTo>
                  <a:lnTo>
                    <a:pt x="17348" y="11455"/>
                  </a:lnTo>
                  <a:lnTo>
                    <a:pt x="17424" y="12992"/>
                  </a:lnTo>
                  <a:lnTo>
                    <a:pt x="17487" y="14516"/>
                  </a:lnTo>
                  <a:lnTo>
                    <a:pt x="17830" y="15748"/>
                  </a:lnTo>
                  <a:lnTo>
                    <a:pt x="18516" y="15697"/>
                  </a:lnTo>
                  <a:lnTo>
                    <a:pt x="18745" y="14439"/>
                  </a:lnTo>
                  <a:lnTo>
                    <a:pt x="18592" y="11379"/>
                  </a:lnTo>
                  <a:lnTo>
                    <a:pt x="18402" y="10706"/>
                  </a:lnTo>
                  <a:lnTo>
                    <a:pt x="19011" y="10845"/>
                  </a:lnTo>
                  <a:lnTo>
                    <a:pt x="20320" y="10756"/>
                  </a:lnTo>
                  <a:lnTo>
                    <a:pt x="21640" y="10668"/>
                  </a:lnTo>
                  <a:lnTo>
                    <a:pt x="22694" y="10287"/>
                  </a:lnTo>
                  <a:close/>
                </a:path>
                <a:path w="118109" h="83820">
                  <a:moveTo>
                    <a:pt x="36156" y="25996"/>
                  </a:moveTo>
                  <a:lnTo>
                    <a:pt x="36118" y="25196"/>
                  </a:lnTo>
                  <a:lnTo>
                    <a:pt x="35039" y="24930"/>
                  </a:lnTo>
                  <a:lnTo>
                    <a:pt x="32410" y="25095"/>
                  </a:lnTo>
                  <a:lnTo>
                    <a:pt x="31800" y="25323"/>
                  </a:lnTo>
                  <a:lnTo>
                    <a:pt x="31927" y="24612"/>
                  </a:lnTo>
                  <a:lnTo>
                    <a:pt x="31851" y="23075"/>
                  </a:lnTo>
                  <a:lnTo>
                    <a:pt x="31775" y="21551"/>
                  </a:lnTo>
                  <a:lnTo>
                    <a:pt x="31445" y="20332"/>
                  </a:lnTo>
                  <a:lnTo>
                    <a:pt x="30759" y="20370"/>
                  </a:lnTo>
                  <a:lnTo>
                    <a:pt x="30530" y="21628"/>
                  </a:lnTo>
                  <a:lnTo>
                    <a:pt x="30683" y="24688"/>
                  </a:lnTo>
                  <a:lnTo>
                    <a:pt x="30861" y="25374"/>
                  </a:lnTo>
                  <a:lnTo>
                    <a:pt x="30289" y="25234"/>
                  </a:lnTo>
                  <a:lnTo>
                    <a:pt x="28981" y="25311"/>
                  </a:lnTo>
                  <a:lnTo>
                    <a:pt x="27660" y="25400"/>
                  </a:lnTo>
                  <a:lnTo>
                    <a:pt x="26606" y="25781"/>
                  </a:lnTo>
                  <a:lnTo>
                    <a:pt x="26657" y="26593"/>
                  </a:lnTo>
                  <a:lnTo>
                    <a:pt x="27724" y="26847"/>
                  </a:lnTo>
                  <a:lnTo>
                    <a:pt x="30353" y="26682"/>
                  </a:lnTo>
                  <a:lnTo>
                    <a:pt x="30937" y="26479"/>
                  </a:lnTo>
                  <a:lnTo>
                    <a:pt x="30822" y="27178"/>
                  </a:lnTo>
                  <a:lnTo>
                    <a:pt x="30886" y="28702"/>
                  </a:lnTo>
                  <a:lnTo>
                    <a:pt x="30962" y="30238"/>
                  </a:lnTo>
                  <a:lnTo>
                    <a:pt x="31305" y="31457"/>
                  </a:lnTo>
                  <a:lnTo>
                    <a:pt x="31991" y="31419"/>
                  </a:lnTo>
                  <a:lnTo>
                    <a:pt x="32207" y="30162"/>
                  </a:lnTo>
                  <a:lnTo>
                    <a:pt x="32067" y="27089"/>
                  </a:lnTo>
                  <a:lnTo>
                    <a:pt x="31864" y="26416"/>
                  </a:lnTo>
                  <a:lnTo>
                    <a:pt x="32486" y="26555"/>
                  </a:lnTo>
                  <a:lnTo>
                    <a:pt x="33794" y="26466"/>
                  </a:lnTo>
                  <a:lnTo>
                    <a:pt x="35102" y="26390"/>
                  </a:lnTo>
                  <a:lnTo>
                    <a:pt x="36156" y="25996"/>
                  </a:lnTo>
                  <a:close/>
                </a:path>
                <a:path w="118109" h="83820">
                  <a:moveTo>
                    <a:pt x="102057" y="57543"/>
                  </a:moveTo>
                  <a:lnTo>
                    <a:pt x="98310" y="53187"/>
                  </a:lnTo>
                  <a:lnTo>
                    <a:pt x="98310" y="57543"/>
                  </a:lnTo>
                  <a:lnTo>
                    <a:pt x="94170" y="62369"/>
                  </a:lnTo>
                  <a:lnTo>
                    <a:pt x="94284" y="61772"/>
                  </a:lnTo>
                  <a:lnTo>
                    <a:pt x="94132" y="58699"/>
                  </a:lnTo>
                  <a:lnTo>
                    <a:pt x="93941" y="58026"/>
                  </a:lnTo>
                  <a:lnTo>
                    <a:pt x="94564" y="58166"/>
                  </a:lnTo>
                  <a:lnTo>
                    <a:pt x="95872" y="58077"/>
                  </a:lnTo>
                  <a:lnTo>
                    <a:pt x="97180" y="57988"/>
                  </a:lnTo>
                  <a:lnTo>
                    <a:pt x="98234" y="57607"/>
                  </a:lnTo>
                  <a:lnTo>
                    <a:pt x="98221" y="57454"/>
                  </a:lnTo>
                  <a:lnTo>
                    <a:pt x="98310" y="53187"/>
                  </a:lnTo>
                  <a:lnTo>
                    <a:pt x="97523" y="52260"/>
                  </a:lnTo>
                  <a:lnTo>
                    <a:pt x="97523" y="56642"/>
                  </a:lnTo>
                  <a:lnTo>
                    <a:pt x="97116" y="56540"/>
                  </a:lnTo>
                  <a:lnTo>
                    <a:pt x="94488" y="56705"/>
                  </a:lnTo>
                  <a:lnTo>
                    <a:pt x="93865" y="56946"/>
                  </a:lnTo>
                  <a:lnTo>
                    <a:pt x="93992" y="56222"/>
                  </a:lnTo>
                  <a:lnTo>
                    <a:pt x="93929" y="54686"/>
                  </a:lnTo>
                  <a:lnTo>
                    <a:pt x="93853" y="53162"/>
                  </a:lnTo>
                  <a:lnTo>
                    <a:pt x="93586" y="52235"/>
                  </a:lnTo>
                  <a:lnTo>
                    <a:pt x="93586" y="63055"/>
                  </a:lnTo>
                  <a:lnTo>
                    <a:pt x="79806" y="79133"/>
                  </a:lnTo>
                  <a:lnTo>
                    <a:pt x="75018" y="73558"/>
                  </a:lnTo>
                  <a:lnTo>
                    <a:pt x="76073" y="73812"/>
                  </a:lnTo>
                  <a:lnTo>
                    <a:pt x="78701" y="73634"/>
                  </a:lnTo>
                  <a:lnTo>
                    <a:pt x="79286" y="73431"/>
                  </a:lnTo>
                  <a:lnTo>
                    <a:pt x="79159" y="74129"/>
                  </a:lnTo>
                  <a:lnTo>
                    <a:pt x="79235" y="75653"/>
                  </a:lnTo>
                  <a:lnTo>
                    <a:pt x="79311" y="77190"/>
                  </a:lnTo>
                  <a:lnTo>
                    <a:pt x="79641" y="78409"/>
                  </a:lnTo>
                  <a:lnTo>
                    <a:pt x="80340" y="78371"/>
                  </a:lnTo>
                  <a:lnTo>
                    <a:pt x="80556" y="77114"/>
                  </a:lnTo>
                  <a:lnTo>
                    <a:pt x="80416" y="74041"/>
                  </a:lnTo>
                  <a:lnTo>
                    <a:pt x="80213" y="73367"/>
                  </a:lnTo>
                  <a:lnTo>
                    <a:pt x="80835" y="73507"/>
                  </a:lnTo>
                  <a:lnTo>
                    <a:pt x="82143" y="73418"/>
                  </a:lnTo>
                  <a:lnTo>
                    <a:pt x="83451" y="73342"/>
                  </a:lnTo>
                  <a:lnTo>
                    <a:pt x="84505" y="72948"/>
                  </a:lnTo>
                  <a:lnTo>
                    <a:pt x="84467" y="72148"/>
                  </a:lnTo>
                  <a:lnTo>
                    <a:pt x="83388" y="71882"/>
                  </a:lnTo>
                  <a:lnTo>
                    <a:pt x="80759" y="72047"/>
                  </a:lnTo>
                  <a:lnTo>
                    <a:pt x="80137" y="72288"/>
                  </a:lnTo>
                  <a:lnTo>
                    <a:pt x="80276" y="71564"/>
                  </a:lnTo>
                  <a:lnTo>
                    <a:pt x="80200" y="70040"/>
                  </a:lnTo>
                  <a:lnTo>
                    <a:pt x="80124" y="68503"/>
                  </a:lnTo>
                  <a:lnTo>
                    <a:pt x="79794" y="67284"/>
                  </a:lnTo>
                  <a:lnTo>
                    <a:pt x="79095" y="67322"/>
                  </a:lnTo>
                  <a:lnTo>
                    <a:pt x="78879" y="68580"/>
                  </a:lnTo>
                  <a:lnTo>
                    <a:pt x="79032" y="71653"/>
                  </a:lnTo>
                  <a:lnTo>
                    <a:pt x="79209" y="72326"/>
                  </a:lnTo>
                  <a:lnTo>
                    <a:pt x="78625" y="72186"/>
                  </a:lnTo>
                  <a:lnTo>
                    <a:pt x="77317" y="72263"/>
                  </a:lnTo>
                  <a:lnTo>
                    <a:pt x="76009" y="72351"/>
                  </a:lnTo>
                  <a:lnTo>
                    <a:pt x="74955" y="72745"/>
                  </a:lnTo>
                  <a:lnTo>
                    <a:pt x="74980" y="73520"/>
                  </a:lnTo>
                  <a:lnTo>
                    <a:pt x="61671" y="57988"/>
                  </a:lnTo>
                  <a:lnTo>
                    <a:pt x="62725" y="58242"/>
                  </a:lnTo>
                  <a:lnTo>
                    <a:pt x="65354" y="58077"/>
                  </a:lnTo>
                  <a:lnTo>
                    <a:pt x="65925" y="57861"/>
                  </a:lnTo>
                  <a:lnTo>
                    <a:pt x="65811" y="58559"/>
                  </a:lnTo>
                  <a:lnTo>
                    <a:pt x="65887" y="60096"/>
                  </a:lnTo>
                  <a:lnTo>
                    <a:pt x="65963" y="61620"/>
                  </a:lnTo>
                  <a:lnTo>
                    <a:pt x="66294" y="62839"/>
                  </a:lnTo>
                  <a:lnTo>
                    <a:pt x="66992" y="62801"/>
                  </a:lnTo>
                  <a:lnTo>
                    <a:pt x="67208" y="61544"/>
                  </a:lnTo>
                  <a:lnTo>
                    <a:pt x="67068" y="58483"/>
                  </a:lnTo>
                  <a:lnTo>
                    <a:pt x="66865" y="57797"/>
                  </a:lnTo>
                  <a:lnTo>
                    <a:pt x="67487" y="57937"/>
                  </a:lnTo>
                  <a:lnTo>
                    <a:pt x="68795" y="57861"/>
                  </a:lnTo>
                  <a:lnTo>
                    <a:pt x="70104" y="57772"/>
                  </a:lnTo>
                  <a:lnTo>
                    <a:pt x="71158" y="57391"/>
                  </a:lnTo>
                  <a:lnTo>
                    <a:pt x="71120" y="56578"/>
                  </a:lnTo>
                  <a:lnTo>
                    <a:pt x="70040" y="56311"/>
                  </a:lnTo>
                  <a:lnTo>
                    <a:pt x="67411" y="56489"/>
                  </a:lnTo>
                  <a:lnTo>
                    <a:pt x="66789" y="56718"/>
                  </a:lnTo>
                  <a:lnTo>
                    <a:pt x="66929" y="55994"/>
                  </a:lnTo>
                  <a:lnTo>
                    <a:pt x="66852" y="54470"/>
                  </a:lnTo>
                  <a:lnTo>
                    <a:pt x="66776" y="52933"/>
                  </a:lnTo>
                  <a:lnTo>
                    <a:pt x="66446" y="51714"/>
                  </a:lnTo>
                  <a:lnTo>
                    <a:pt x="66294" y="51727"/>
                  </a:lnTo>
                  <a:lnTo>
                    <a:pt x="79286" y="36563"/>
                  </a:lnTo>
                  <a:lnTo>
                    <a:pt x="79133" y="37515"/>
                  </a:lnTo>
                  <a:lnTo>
                    <a:pt x="79286" y="40589"/>
                  </a:lnTo>
                  <a:lnTo>
                    <a:pt x="79463" y="41275"/>
                  </a:lnTo>
                  <a:lnTo>
                    <a:pt x="78892" y="41122"/>
                  </a:lnTo>
                  <a:lnTo>
                    <a:pt x="77571" y="41211"/>
                  </a:lnTo>
                  <a:lnTo>
                    <a:pt x="76263" y="41287"/>
                  </a:lnTo>
                  <a:lnTo>
                    <a:pt x="75209" y="41681"/>
                  </a:lnTo>
                  <a:lnTo>
                    <a:pt x="75247" y="42481"/>
                  </a:lnTo>
                  <a:lnTo>
                    <a:pt x="76327" y="42748"/>
                  </a:lnTo>
                  <a:lnTo>
                    <a:pt x="78955" y="42583"/>
                  </a:lnTo>
                  <a:lnTo>
                    <a:pt x="79540" y="42367"/>
                  </a:lnTo>
                  <a:lnTo>
                    <a:pt x="79413" y="43065"/>
                  </a:lnTo>
                  <a:lnTo>
                    <a:pt x="79489" y="44602"/>
                  </a:lnTo>
                  <a:lnTo>
                    <a:pt x="79565" y="46126"/>
                  </a:lnTo>
                  <a:lnTo>
                    <a:pt x="79895" y="47345"/>
                  </a:lnTo>
                  <a:lnTo>
                    <a:pt x="80594" y="47307"/>
                  </a:lnTo>
                  <a:lnTo>
                    <a:pt x="80810" y="46050"/>
                  </a:lnTo>
                  <a:lnTo>
                    <a:pt x="80670" y="42989"/>
                  </a:lnTo>
                  <a:lnTo>
                    <a:pt x="80467" y="42303"/>
                  </a:lnTo>
                  <a:lnTo>
                    <a:pt x="81089" y="42443"/>
                  </a:lnTo>
                  <a:lnTo>
                    <a:pt x="82397" y="42367"/>
                  </a:lnTo>
                  <a:lnTo>
                    <a:pt x="83705" y="42278"/>
                  </a:lnTo>
                  <a:lnTo>
                    <a:pt x="84759" y="41897"/>
                  </a:lnTo>
                  <a:lnTo>
                    <a:pt x="84747" y="41757"/>
                  </a:lnTo>
                  <a:lnTo>
                    <a:pt x="93497" y="51943"/>
                  </a:lnTo>
                  <a:lnTo>
                    <a:pt x="92824" y="51981"/>
                  </a:lnTo>
                  <a:lnTo>
                    <a:pt x="92608" y="53238"/>
                  </a:lnTo>
                  <a:lnTo>
                    <a:pt x="92748" y="56299"/>
                  </a:lnTo>
                  <a:lnTo>
                    <a:pt x="92925" y="56984"/>
                  </a:lnTo>
                  <a:lnTo>
                    <a:pt x="92354" y="56832"/>
                  </a:lnTo>
                  <a:lnTo>
                    <a:pt x="91046" y="56921"/>
                  </a:lnTo>
                  <a:lnTo>
                    <a:pt x="89738" y="57010"/>
                  </a:lnTo>
                  <a:lnTo>
                    <a:pt x="88684" y="57391"/>
                  </a:lnTo>
                  <a:lnTo>
                    <a:pt x="88722" y="58204"/>
                  </a:lnTo>
                  <a:lnTo>
                    <a:pt x="89801" y="58458"/>
                  </a:lnTo>
                  <a:lnTo>
                    <a:pt x="92430" y="58293"/>
                  </a:lnTo>
                  <a:lnTo>
                    <a:pt x="93002" y="58089"/>
                  </a:lnTo>
                  <a:lnTo>
                    <a:pt x="92887" y="58788"/>
                  </a:lnTo>
                  <a:lnTo>
                    <a:pt x="92964" y="60312"/>
                  </a:lnTo>
                  <a:lnTo>
                    <a:pt x="93040" y="61836"/>
                  </a:lnTo>
                  <a:lnTo>
                    <a:pt x="93370" y="63068"/>
                  </a:lnTo>
                  <a:lnTo>
                    <a:pt x="93586" y="63055"/>
                  </a:lnTo>
                  <a:lnTo>
                    <a:pt x="93586" y="52235"/>
                  </a:lnTo>
                  <a:lnTo>
                    <a:pt x="93510" y="51955"/>
                  </a:lnTo>
                  <a:lnTo>
                    <a:pt x="97523" y="56642"/>
                  </a:lnTo>
                  <a:lnTo>
                    <a:pt x="97523" y="52260"/>
                  </a:lnTo>
                  <a:lnTo>
                    <a:pt x="84035" y="36537"/>
                  </a:lnTo>
                  <a:lnTo>
                    <a:pt x="84035" y="40932"/>
                  </a:lnTo>
                  <a:lnTo>
                    <a:pt x="83642" y="40830"/>
                  </a:lnTo>
                  <a:lnTo>
                    <a:pt x="81013" y="40995"/>
                  </a:lnTo>
                  <a:lnTo>
                    <a:pt x="80391" y="41224"/>
                  </a:lnTo>
                  <a:lnTo>
                    <a:pt x="80530" y="40500"/>
                  </a:lnTo>
                  <a:lnTo>
                    <a:pt x="80454" y="38976"/>
                  </a:lnTo>
                  <a:lnTo>
                    <a:pt x="80378" y="37452"/>
                  </a:lnTo>
                  <a:lnTo>
                    <a:pt x="80048" y="36271"/>
                  </a:lnTo>
                  <a:lnTo>
                    <a:pt x="84035" y="40932"/>
                  </a:lnTo>
                  <a:lnTo>
                    <a:pt x="84035" y="36537"/>
                  </a:lnTo>
                  <a:lnTo>
                    <a:pt x="83553" y="35966"/>
                  </a:lnTo>
                  <a:lnTo>
                    <a:pt x="80022" y="31851"/>
                  </a:lnTo>
                  <a:lnTo>
                    <a:pt x="80022" y="36233"/>
                  </a:lnTo>
                  <a:lnTo>
                    <a:pt x="79984" y="41783"/>
                  </a:lnTo>
                  <a:lnTo>
                    <a:pt x="79984" y="36245"/>
                  </a:lnTo>
                  <a:lnTo>
                    <a:pt x="79565" y="36258"/>
                  </a:lnTo>
                  <a:lnTo>
                    <a:pt x="79806" y="35966"/>
                  </a:lnTo>
                  <a:lnTo>
                    <a:pt x="80022" y="36233"/>
                  </a:lnTo>
                  <a:lnTo>
                    <a:pt x="80022" y="31851"/>
                  </a:lnTo>
                  <a:lnTo>
                    <a:pt x="79806" y="31597"/>
                  </a:lnTo>
                  <a:lnTo>
                    <a:pt x="65862" y="47866"/>
                  </a:lnTo>
                  <a:lnTo>
                    <a:pt x="65862" y="56769"/>
                  </a:lnTo>
                  <a:lnTo>
                    <a:pt x="65290" y="56616"/>
                  </a:lnTo>
                  <a:lnTo>
                    <a:pt x="63969" y="56705"/>
                  </a:lnTo>
                  <a:lnTo>
                    <a:pt x="62661" y="56781"/>
                  </a:lnTo>
                  <a:lnTo>
                    <a:pt x="61633" y="57175"/>
                  </a:lnTo>
                  <a:lnTo>
                    <a:pt x="61633" y="57950"/>
                  </a:lnTo>
                  <a:lnTo>
                    <a:pt x="61302" y="57543"/>
                  </a:lnTo>
                  <a:lnTo>
                    <a:pt x="61607" y="57188"/>
                  </a:lnTo>
                  <a:lnTo>
                    <a:pt x="61633" y="57950"/>
                  </a:lnTo>
                  <a:lnTo>
                    <a:pt x="61633" y="57175"/>
                  </a:lnTo>
                  <a:lnTo>
                    <a:pt x="65608" y="52514"/>
                  </a:lnTo>
                  <a:lnTo>
                    <a:pt x="65532" y="53009"/>
                  </a:lnTo>
                  <a:lnTo>
                    <a:pt x="65684" y="56083"/>
                  </a:lnTo>
                  <a:lnTo>
                    <a:pt x="65862" y="56769"/>
                  </a:lnTo>
                  <a:lnTo>
                    <a:pt x="65862" y="47866"/>
                  </a:lnTo>
                  <a:lnTo>
                    <a:pt x="58839" y="56057"/>
                  </a:lnTo>
                  <a:lnTo>
                    <a:pt x="56375" y="53187"/>
                  </a:lnTo>
                  <a:lnTo>
                    <a:pt x="56375" y="57543"/>
                  </a:lnTo>
                  <a:lnTo>
                    <a:pt x="52235" y="62369"/>
                  </a:lnTo>
                  <a:lnTo>
                    <a:pt x="52349" y="61772"/>
                  </a:lnTo>
                  <a:lnTo>
                    <a:pt x="52209" y="58699"/>
                  </a:lnTo>
                  <a:lnTo>
                    <a:pt x="52019" y="58026"/>
                  </a:lnTo>
                  <a:lnTo>
                    <a:pt x="52628" y="58166"/>
                  </a:lnTo>
                  <a:lnTo>
                    <a:pt x="53936" y="58077"/>
                  </a:lnTo>
                  <a:lnTo>
                    <a:pt x="55245" y="57988"/>
                  </a:lnTo>
                  <a:lnTo>
                    <a:pt x="56311" y="57607"/>
                  </a:lnTo>
                  <a:lnTo>
                    <a:pt x="56299" y="57467"/>
                  </a:lnTo>
                  <a:lnTo>
                    <a:pt x="56375" y="53187"/>
                  </a:lnTo>
                  <a:lnTo>
                    <a:pt x="55587" y="52273"/>
                  </a:lnTo>
                  <a:lnTo>
                    <a:pt x="55587" y="56642"/>
                  </a:lnTo>
                  <a:lnTo>
                    <a:pt x="55181" y="56540"/>
                  </a:lnTo>
                  <a:lnTo>
                    <a:pt x="52565" y="56705"/>
                  </a:lnTo>
                  <a:lnTo>
                    <a:pt x="51943" y="56946"/>
                  </a:lnTo>
                  <a:lnTo>
                    <a:pt x="52070" y="56222"/>
                  </a:lnTo>
                  <a:lnTo>
                    <a:pt x="51993" y="54686"/>
                  </a:lnTo>
                  <a:lnTo>
                    <a:pt x="51930" y="53162"/>
                  </a:lnTo>
                  <a:lnTo>
                    <a:pt x="51650" y="52209"/>
                  </a:lnTo>
                  <a:lnTo>
                    <a:pt x="51650" y="63055"/>
                  </a:lnTo>
                  <a:lnTo>
                    <a:pt x="37871" y="79133"/>
                  </a:lnTo>
                  <a:lnTo>
                    <a:pt x="33083" y="73558"/>
                  </a:lnTo>
                  <a:lnTo>
                    <a:pt x="34150" y="73812"/>
                  </a:lnTo>
                  <a:lnTo>
                    <a:pt x="36779" y="73634"/>
                  </a:lnTo>
                  <a:lnTo>
                    <a:pt x="37350" y="73431"/>
                  </a:lnTo>
                  <a:lnTo>
                    <a:pt x="37236" y="74129"/>
                  </a:lnTo>
                  <a:lnTo>
                    <a:pt x="37312" y="75653"/>
                  </a:lnTo>
                  <a:lnTo>
                    <a:pt x="37388" y="77190"/>
                  </a:lnTo>
                  <a:lnTo>
                    <a:pt x="37719" y="78409"/>
                  </a:lnTo>
                  <a:lnTo>
                    <a:pt x="38404" y="78371"/>
                  </a:lnTo>
                  <a:lnTo>
                    <a:pt x="38633" y="77114"/>
                  </a:lnTo>
                  <a:lnTo>
                    <a:pt x="38481" y="74041"/>
                  </a:lnTo>
                  <a:lnTo>
                    <a:pt x="38290" y="73367"/>
                  </a:lnTo>
                  <a:lnTo>
                    <a:pt x="38900" y="73507"/>
                  </a:lnTo>
                  <a:lnTo>
                    <a:pt x="40220" y="73418"/>
                  </a:lnTo>
                  <a:lnTo>
                    <a:pt x="41529" y="73342"/>
                  </a:lnTo>
                  <a:lnTo>
                    <a:pt x="42583" y="72948"/>
                  </a:lnTo>
                  <a:lnTo>
                    <a:pt x="42545" y="72148"/>
                  </a:lnTo>
                  <a:lnTo>
                    <a:pt x="41465" y="71882"/>
                  </a:lnTo>
                  <a:lnTo>
                    <a:pt x="38836" y="72047"/>
                  </a:lnTo>
                  <a:lnTo>
                    <a:pt x="38214" y="72288"/>
                  </a:lnTo>
                  <a:lnTo>
                    <a:pt x="38341" y="71564"/>
                  </a:lnTo>
                  <a:lnTo>
                    <a:pt x="38277" y="70040"/>
                  </a:lnTo>
                  <a:lnTo>
                    <a:pt x="38201" y="68503"/>
                  </a:lnTo>
                  <a:lnTo>
                    <a:pt x="37858" y="67284"/>
                  </a:lnTo>
                  <a:lnTo>
                    <a:pt x="37172" y="67322"/>
                  </a:lnTo>
                  <a:lnTo>
                    <a:pt x="36957" y="68580"/>
                  </a:lnTo>
                  <a:lnTo>
                    <a:pt x="37096" y="71653"/>
                  </a:lnTo>
                  <a:lnTo>
                    <a:pt x="37274" y="72326"/>
                  </a:lnTo>
                  <a:lnTo>
                    <a:pt x="36703" y="72186"/>
                  </a:lnTo>
                  <a:lnTo>
                    <a:pt x="35394" y="72263"/>
                  </a:lnTo>
                  <a:lnTo>
                    <a:pt x="34086" y="72351"/>
                  </a:lnTo>
                  <a:lnTo>
                    <a:pt x="33032" y="72745"/>
                  </a:lnTo>
                  <a:lnTo>
                    <a:pt x="33058" y="73533"/>
                  </a:lnTo>
                  <a:lnTo>
                    <a:pt x="19748" y="57988"/>
                  </a:lnTo>
                  <a:lnTo>
                    <a:pt x="20802" y="58242"/>
                  </a:lnTo>
                  <a:lnTo>
                    <a:pt x="23431" y="58077"/>
                  </a:lnTo>
                  <a:lnTo>
                    <a:pt x="24003" y="57861"/>
                  </a:lnTo>
                  <a:lnTo>
                    <a:pt x="23888" y="58559"/>
                  </a:lnTo>
                  <a:lnTo>
                    <a:pt x="23964" y="60096"/>
                  </a:lnTo>
                  <a:lnTo>
                    <a:pt x="24041" y="61620"/>
                  </a:lnTo>
                  <a:lnTo>
                    <a:pt x="24371" y="62839"/>
                  </a:lnTo>
                  <a:lnTo>
                    <a:pt x="25069" y="62801"/>
                  </a:lnTo>
                  <a:lnTo>
                    <a:pt x="25285" y="61544"/>
                  </a:lnTo>
                  <a:lnTo>
                    <a:pt x="25133" y="58483"/>
                  </a:lnTo>
                  <a:lnTo>
                    <a:pt x="24942" y="57797"/>
                  </a:lnTo>
                  <a:lnTo>
                    <a:pt x="25565" y="57937"/>
                  </a:lnTo>
                  <a:lnTo>
                    <a:pt x="26873" y="57861"/>
                  </a:lnTo>
                  <a:lnTo>
                    <a:pt x="28181" y="57772"/>
                  </a:lnTo>
                  <a:lnTo>
                    <a:pt x="29235" y="57391"/>
                  </a:lnTo>
                  <a:lnTo>
                    <a:pt x="29197" y="56578"/>
                  </a:lnTo>
                  <a:lnTo>
                    <a:pt x="28117" y="56311"/>
                  </a:lnTo>
                  <a:lnTo>
                    <a:pt x="25488" y="56489"/>
                  </a:lnTo>
                  <a:lnTo>
                    <a:pt x="24866" y="56718"/>
                  </a:lnTo>
                  <a:lnTo>
                    <a:pt x="24993" y="55994"/>
                  </a:lnTo>
                  <a:lnTo>
                    <a:pt x="24930" y="54470"/>
                  </a:lnTo>
                  <a:lnTo>
                    <a:pt x="24853" y="52933"/>
                  </a:lnTo>
                  <a:lnTo>
                    <a:pt x="24511" y="51714"/>
                  </a:lnTo>
                  <a:lnTo>
                    <a:pt x="24358" y="51727"/>
                  </a:lnTo>
                  <a:lnTo>
                    <a:pt x="37376" y="36550"/>
                  </a:lnTo>
                  <a:lnTo>
                    <a:pt x="37211" y="37515"/>
                  </a:lnTo>
                  <a:lnTo>
                    <a:pt x="37350" y="40589"/>
                  </a:lnTo>
                  <a:lnTo>
                    <a:pt x="37541" y="41275"/>
                  </a:lnTo>
                  <a:lnTo>
                    <a:pt x="36957" y="41122"/>
                  </a:lnTo>
                  <a:lnTo>
                    <a:pt x="35648" y="41211"/>
                  </a:lnTo>
                  <a:lnTo>
                    <a:pt x="34340" y="41287"/>
                  </a:lnTo>
                  <a:lnTo>
                    <a:pt x="33286" y="41681"/>
                  </a:lnTo>
                  <a:lnTo>
                    <a:pt x="33324" y="42481"/>
                  </a:lnTo>
                  <a:lnTo>
                    <a:pt x="34404" y="42748"/>
                  </a:lnTo>
                  <a:lnTo>
                    <a:pt x="37033" y="42583"/>
                  </a:lnTo>
                  <a:lnTo>
                    <a:pt x="37604" y="42367"/>
                  </a:lnTo>
                  <a:lnTo>
                    <a:pt x="37490" y="43065"/>
                  </a:lnTo>
                  <a:lnTo>
                    <a:pt x="37566" y="44602"/>
                  </a:lnTo>
                  <a:lnTo>
                    <a:pt x="37642" y="46126"/>
                  </a:lnTo>
                  <a:lnTo>
                    <a:pt x="37973" y="47345"/>
                  </a:lnTo>
                  <a:lnTo>
                    <a:pt x="38658" y="47307"/>
                  </a:lnTo>
                  <a:lnTo>
                    <a:pt x="38887" y="46050"/>
                  </a:lnTo>
                  <a:lnTo>
                    <a:pt x="38735" y="42989"/>
                  </a:lnTo>
                  <a:lnTo>
                    <a:pt x="38544" y="42303"/>
                  </a:lnTo>
                  <a:lnTo>
                    <a:pt x="39166" y="42443"/>
                  </a:lnTo>
                  <a:lnTo>
                    <a:pt x="40474" y="42367"/>
                  </a:lnTo>
                  <a:lnTo>
                    <a:pt x="41783" y="42278"/>
                  </a:lnTo>
                  <a:lnTo>
                    <a:pt x="42837" y="41897"/>
                  </a:lnTo>
                  <a:lnTo>
                    <a:pt x="42824" y="41770"/>
                  </a:lnTo>
                  <a:lnTo>
                    <a:pt x="51562" y="51943"/>
                  </a:lnTo>
                  <a:lnTo>
                    <a:pt x="50901" y="51981"/>
                  </a:lnTo>
                  <a:lnTo>
                    <a:pt x="50673" y="53238"/>
                  </a:lnTo>
                  <a:lnTo>
                    <a:pt x="50825" y="56299"/>
                  </a:lnTo>
                  <a:lnTo>
                    <a:pt x="51003" y="56984"/>
                  </a:lnTo>
                  <a:lnTo>
                    <a:pt x="50431" y="56832"/>
                  </a:lnTo>
                  <a:lnTo>
                    <a:pt x="49123" y="56921"/>
                  </a:lnTo>
                  <a:lnTo>
                    <a:pt x="47815" y="57010"/>
                  </a:lnTo>
                  <a:lnTo>
                    <a:pt x="46748" y="57391"/>
                  </a:lnTo>
                  <a:lnTo>
                    <a:pt x="46799" y="58204"/>
                  </a:lnTo>
                  <a:lnTo>
                    <a:pt x="47879" y="58458"/>
                  </a:lnTo>
                  <a:lnTo>
                    <a:pt x="50507" y="58293"/>
                  </a:lnTo>
                  <a:lnTo>
                    <a:pt x="51079" y="58089"/>
                  </a:lnTo>
                  <a:lnTo>
                    <a:pt x="50965" y="58788"/>
                  </a:lnTo>
                  <a:lnTo>
                    <a:pt x="51041" y="60312"/>
                  </a:lnTo>
                  <a:lnTo>
                    <a:pt x="51104" y="61836"/>
                  </a:lnTo>
                  <a:lnTo>
                    <a:pt x="51447" y="63068"/>
                  </a:lnTo>
                  <a:lnTo>
                    <a:pt x="51650" y="63055"/>
                  </a:lnTo>
                  <a:lnTo>
                    <a:pt x="51650" y="52209"/>
                  </a:lnTo>
                  <a:lnTo>
                    <a:pt x="51587" y="51981"/>
                  </a:lnTo>
                  <a:lnTo>
                    <a:pt x="55587" y="56642"/>
                  </a:lnTo>
                  <a:lnTo>
                    <a:pt x="55587" y="52273"/>
                  </a:lnTo>
                  <a:lnTo>
                    <a:pt x="42100" y="36537"/>
                  </a:lnTo>
                  <a:lnTo>
                    <a:pt x="42100" y="40932"/>
                  </a:lnTo>
                  <a:lnTo>
                    <a:pt x="41719" y="40830"/>
                  </a:lnTo>
                  <a:lnTo>
                    <a:pt x="39090" y="40995"/>
                  </a:lnTo>
                  <a:lnTo>
                    <a:pt x="38468" y="41224"/>
                  </a:lnTo>
                  <a:lnTo>
                    <a:pt x="38595" y="40500"/>
                  </a:lnTo>
                  <a:lnTo>
                    <a:pt x="38531" y="38976"/>
                  </a:lnTo>
                  <a:lnTo>
                    <a:pt x="38455" y="37452"/>
                  </a:lnTo>
                  <a:lnTo>
                    <a:pt x="38112" y="36271"/>
                  </a:lnTo>
                  <a:lnTo>
                    <a:pt x="42100" y="40932"/>
                  </a:lnTo>
                  <a:lnTo>
                    <a:pt x="42100" y="36537"/>
                  </a:lnTo>
                  <a:lnTo>
                    <a:pt x="41617" y="35966"/>
                  </a:lnTo>
                  <a:lnTo>
                    <a:pt x="38087" y="31851"/>
                  </a:lnTo>
                  <a:lnTo>
                    <a:pt x="38087" y="36233"/>
                  </a:lnTo>
                  <a:lnTo>
                    <a:pt x="37630" y="36258"/>
                  </a:lnTo>
                  <a:lnTo>
                    <a:pt x="37871" y="35966"/>
                  </a:lnTo>
                  <a:lnTo>
                    <a:pt x="38087" y="36233"/>
                  </a:lnTo>
                  <a:lnTo>
                    <a:pt x="38087" y="31851"/>
                  </a:lnTo>
                  <a:lnTo>
                    <a:pt x="37871" y="31597"/>
                  </a:lnTo>
                  <a:lnTo>
                    <a:pt x="23939" y="47853"/>
                  </a:lnTo>
                  <a:lnTo>
                    <a:pt x="23939" y="56769"/>
                  </a:lnTo>
                  <a:lnTo>
                    <a:pt x="23355" y="56616"/>
                  </a:lnTo>
                  <a:lnTo>
                    <a:pt x="22047" y="56705"/>
                  </a:lnTo>
                  <a:lnTo>
                    <a:pt x="20739" y="56781"/>
                  </a:lnTo>
                  <a:lnTo>
                    <a:pt x="19710" y="57175"/>
                  </a:lnTo>
                  <a:lnTo>
                    <a:pt x="19710" y="57950"/>
                  </a:lnTo>
                  <a:lnTo>
                    <a:pt x="19380" y="57543"/>
                  </a:lnTo>
                  <a:lnTo>
                    <a:pt x="19685" y="57188"/>
                  </a:lnTo>
                  <a:lnTo>
                    <a:pt x="19710" y="57950"/>
                  </a:lnTo>
                  <a:lnTo>
                    <a:pt x="19710" y="57175"/>
                  </a:lnTo>
                  <a:lnTo>
                    <a:pt x="23685" y="52514"/>
                  </a:lnTo>
                  <a:lnTo>
                    <a:pt x="23609" y="53009"/>
                  </a:lnTo>
                  <a:lnTo>
                    <a:pt x="23749" y="56083"/>
                  </a:lnTo>
                  <a:lnTo>
                    <a:pt x="23939" y="56769"/>
                  </a:lnTo>
                  <a:lnTo>
                    <a:pt x="23939" y="47853"/>
                  </a:lnTo>
                  <a:lnTo>
                    <a:pt x="17500" y="55359"/>
                  </a:lnTo>
                  <a:lnTo>
                    <a:pt x="15633" y="53187"/>
                  </a:lnTo>
                  <a:lnTo>
                    <a:pt x="15633" y="57543"/>
                  </a:lnTo>
                  <a:lnTo>
                    <a:pt x="11493" y="62369"/>
                  </a:lnTo>
                  <a:lnTo>
                    <a:pt x="11607" y="61772"/>
                  </a:lnTo>
                  <a:lnTo>
                    <a:pt x="11455" y="58699"/>
                  </a:lnTo>
                  <a:lnTo>
                    <a:pt x="11264" y="58026"/>
                  </a:lnTo>
                  <a:lnTo>
                    <a:pt x="11887" y="58166"/>
                  </a:lnTo>
                  <a:lnTo>
                    <a:pt x="13195" y="58077"/>
                  </a:lnTo>
                  <a:lnTo>
                    <a:pt x="14503" y="57988"/>
                  </a:lnTo>
                  <a:lnTo>
                    <a:pt x="15557" y="57607"/>
                  </a:lnTo>
                  <a:lnTo>
                    <a:pt x="15544" y="57454"/>
                  </a:lnTo>
                  <a:lnTo>
                    <a:pt x="15633" y="53187"/>
                  </a:lnTo>
                  <a:lnTo>
                    <a:pt x="14846" y="52273"/>
                  </a:lnTo>
                  <a:lnTo>
                    <a:pt x="14846" y="56642"/>
                  </a:lnTo>
                  <a:lnTo>
                    <a:pt x="14439" y="56540"/>
                  </a:lnTo>
                  <a:lnTo>
                    <a:pt x="11811" y="56705"/>
                  </a:lnTo>
                  <a:lnTo>
                    <a:pt x="11188" y="56946"/>
                  </a:lnTo>
                  <a:lnTo>
                    <a:pt x="11315" y="56222"/>
                  </a:lnTo>
                  <a:lnTo>
                    <a:pt x="11252" y="54686"/>
                  </a:lnTo>
                  <a:lnTo>
                    <a:pt x="11176" y="53162"/>
                  </a:lnTo>
                  <a:lnTo>
                    <a:pt x="10845" y="51981"/>
                  </a:lnTo>
                  <a:lnTo>
                    <a:pt x="14846" y="56642"/>
                  </a:lnTo>
                  <a:lnTo>
                    <a:pt x="14846" y="52273"/>
                  </a:lnTo>
                  <a:lnTo>
                    <a:pt x="0" y="34950"/>
                  </a:lnTo>
                  <a:lnTo>
                    <a:pt x="0" y="39306"/>
                  </a:lnTo>
                  <a:lnTo>
                    <a:pt x="1384" y="40932"/>
                  </a:lnTo>
                  <a:lnTo>
                    <a:pt x="965" y="40830"/>
                  </a:lnTo>
                  <a:lnTo>
                    <a:pt x="0" y="40881"/>
                  </a:lnTo>
                  <a:lnTo>
                    <a:pt x="0" y="42341"/>
                  </a:lnTo>
                  <a:lnTo>
                    <a:pt x="1028" y="42278"/>
                  </a:lnTo>
                  <a:lnTo>
                    <a:pt x="2082" y="41897"/>
                  </a:lnTo>
                  <a:lnTo>
                    <a:pt x="2070" y="41732"/>
                  </a:lnTo>
                  <a:lnTo>
                    <a:pt x="10820" y="51943"/>
                  </a:lnTo>
                  <a:lnTo>
                    <a:pt x="10147" y="51981"/>
                  </a:lnTo>
                  <a:lnTo>
                    <a:pt x="9931" y="53238"/>
                  </a:lnTo>
                  <a:lnTo>
                    <a:pt x="10071" y="56299"/>
                  </a:lnTo>
                  <a:lnTo>
                    <a:pt x="10248" y="56984"/>
                  </a:lnTo>
                  <a:lnTo>
                    <a:pt x="9677" y="56832"/>
                  </a:lnTo>
                  <a:lnTo>
                    <a:pt x="8369" y="56921"/>
                  </a:lnTo>
                  <a:lnTo>
                    <a:pt x="7061" y="57010"/>
                  </a:lnTo>
                  <a:lnTo>
                    <a:pt x="6007" y="57391"/>
                  </a:lnTo>
                  <a:lnTo>
                    <a:pt x="6045" y="58204"/>
                  </a:lnTo>
                  <a:lnTo>
                    <a:pt x="7124" y="58458"/>
                  </a:lnTo>
                  <a:lnTo>
                    <a:pt x="9753" y="58293"/>
                  </a:lnTo>
                  <a:lnTo>
                    <a:pt x="10325" y="58089"/>
                  </a:lnTo>
                  <a:lnTo>
                    <a:pt x="10210" y="58788"/>
                  </a:lnTo>
                  <a:lnTo>
                    <a:pt x="10287" y="60312"/>
                  </a:lnTo>
                  <a:lnTo>
                    <a:pt x="10363" y="61836"/>
                  </a:lnTo>
                  <a:lnTo>
                    <a:pt x="10693" y="63068"/>
                  </a:lnTo>
                  <a:lnTo>
                    <a:pt x="10909" y="63055"/>
                  </a:lnTo>
                  <a:lnTo>
                    <a:pt x="0" y="75780"/>
                  </a:lnTo>
                  <a:lnTo>
                    <a:pt x="0" y="80149"/>
                  </a:lnTo>
                  <a:lnTo>
                    <a:pt x="17500" y="59740"/>
                  </a:lnTo>
                  <a:lnTo>
                    <a:pt x="37871" y="83489"/>
                  </a:lnTo>
                  <a:lnTo>
                    <a:pt x="41617" y="79133"/>
                  </a:lnTo>
                  <a:lnTo>
                    <a:pt x="58839" y="59042"/>
                  </a:lnTo>
                  <a:lnTo>
                    <a:pt x="79806" y="83489"/>
                  </a:lnTo>
                  <a:lnTo>
                    <a:pt x="83553" y="79133"/>
                  </a:lnTo>
                  <a:lnTo>
                    <a:pt x="102057" y="57543"/>
                  </a:lnTo>
                  <a:close/>
                </a:path>
                <a:path w="118109" h="83820">
                  <a:moveTo>
                    <a:pt x="117652" y="19989"/>
                  </a:moveTo>
                  <a:lnTo>
                    <a:pt x="104254" y="4356"/>
                  </a:lnTo>
                  <a:lnTo>
                    <a:pt x="100507" y="0"/>
                  </a:lnTo>
                  <a:lnTo>
                    <a:pt x="79819" y="24142"/>
                  </a:lnTo>
                  <a:lnTo>
                    <a:pt x="77622" y="21590"/>
                  </a:lnTo>
                  <a:lnTo>
                    <a:pt x="77622" y="25946"/>
                  </a:lnTo>
                  <a:lnTo>
                    <a:pt x="73482" y="30772"/>
                  </a:lnTo>
                  <a:lnTo>
                    <a:pt x="73596" y="30162"/>
                  </a:lnTo>
                  <a:lnTo>
                    <a:pt x="73456" y="27089"/>
                  </a:lnTo>
                  <a:lnTo>
                    <a:pt x="73253" y="26416"/>
                  </a:lnTo>
                  <a:lnTo>
                    <a:pt x="73875" y="26555"/>
                  </a:lnTo>
                  <a:lnTo>
                    <a:pt x="75184" y="26466"/>
                  </a:lnTo>
                  <a:lnTo>
                    <a:pt x="76492" y="26390"/>
                  </a:lnTo>
                  <a:lnTo>
                    <a:pt x="77546" y="25996"/>
                  </a:lnTo>
                  <a:lnTo>
                    <a:pt x="77533" y="25857"/>
                  </a:lnTo>
                  <a:lnTo>
                    <a:pt x="77622" y="21590"/>
                  </a:lnTo>
                  <a:lnTo>
                    <a:pt x="76822" y="20650"/>
                  </a:lnTo>
                  <a:lnTo>
                    <a:pt x="76822" y="25031"/>
                  </a:lnTo>
                  <a:lnTo>
                    <a:pt x="76428" y="24930"/>
                  </a:lnTo>
                  <a:lnTo>
                    <a:pt x="73799" y="25095"/>
                  </a:lnTo>
                  <a:lnTo>
                    <a:pt x="73190" y="25323"/>
                  </a:lnTo>
                  <a:lnTo>
                    <a:pt x="73317" y="24612"/>
                  </a:lnTo>
                  <a:lnTo>
                    <a:pt x="73240" y="23075"/>
                  </a:lnTo>
                  <a:lnTo>
                    <a:pt x="73164" y="21551"/>
                  </a:lnTo>
                  <a:lnTo>
                    <a:pt x="72898" y="20612"/>
                  </a:lnTo>
                  <a:lnTo>
                    <a:pt x="72898" y="31457"/>
                  </a:lnTo>
                  <a:lnTo>
                    <a:pt x="59118" y="47523"/>
                  </a:lnTo>
                  <a:lnTo>
                    <a:pt x="54317" y="41948"/>
                  </a:lnTo>
                  <a:lnTo>
                    <a:pt x="55397" y="42202"/>
                  </a:lnTo>
                  <a:lnTo>
                    <a:pt x="58013" y="42037"/>
                  </a:lnTo>
                  <a:lnTo>
                    <a:pt x="58597" y="41821"/>
                  </a:lnTo>
                  <a:lnTo>
                    <a:pt x="58483" y="42519"/>
                  </a:lnTo>
                  <a:lnTo>
                    <a:pt x="58547" y="44056"/>
                  </a:lnTo>
                  <a:lnTo>
                    <a:pt x="58623" y="45580"/>
                  </a:lnTo>
                  <a:lnTo>
                    <a:pt x="58966" y="46799"/>
                  </a:lnTo>
                  <a:lnTo>
                    <a:pt x="59651" y="46761"/>
                  </a:lnTo>
                  <a:lnTo>
                    <a:pt x="59867" y="45504"/>
                  </a:lnTo>
                  <a:lnTo>
                    <a:pt x="59728" y="42443"/>
                  </a:lnTo>
                  <a:lnTo>
                    <a:pt x="59524" y="41757"/>
                  </a:lnTo>
                  <a:lnTo>
                    <a:pt x="60147" y="41897"/>
                  </a:lnTo>
                  <a:lnTo>
                    <a:pt x="61455" y="41821"/>
                  </a:lnTo>
                  <a:lnTo>
                    <a:pt x="62763" y="41732"/>
                  </a:lnTo>
                  <a:lnTo>
                    <a:pt x="63830" y="41351"/>
                  </a:lnTo>
                  <a:lnTo>
                    <a:pt x="63779" y="40538"/>
                  </a:lnTo>
                  <a:lnTo>
                    <a:pt x="62699" y="40271"/>
                  </a:lnTo>
                  <a:lnTo>
                    <a:pt x="60071" y="40449"/>
                  </a:lnTo>
                  <a:lnTo>
                    <a:pt x="59461" y="40678"/>
                  </a:lnTo>
                  <a:lnTo>
                    <a:pt x="59588" y="39954"/>
                  </a:lnTo>
                  <a:lnTo>
                    <a:pt x="59512" y="38430"/>
                  </a:lnTo>
                  <a:lnTo>
                    <a:pt x="59436" y="36906"/>
                  </a:lnTo>
                  <a:lnTo>
                    <a:pt x="59105" y="35674"/>
                  </a:lnTo>
                  <a:lnTo>
                    <a:pt x="58420" y="35712"/>
                  </a:lnTo>
                  <a:lnTo>
                    <a:pt x="58191" y="36969"/>
                  </a:lnTo>
                  <a:lnTo>
                    <a:pt x="58343" y="40043"/>
                  </a:lnTo>
                  <a:lnTo>
                    <a:pt x="58521" y="40728"/>
                  </a:lnTo>
                  <a:lnTo>
                    <a:pt x="57950" y="40576"/>
                  </a:lnTo>
                  <a:lnTo>
                    <a:pt x="56642" y="40665"/>
                  </a:lnTo>
                  <a:lnTo>
                    <a:pt x="55333" y="40741"/>
                  </a:lnTo>
                  <a:lnTo>
                    <a:pt x="54267" y="41135"/>
                  </a:lnTo>
                  <a:lnTo>
                    <a:pt x="54305" y="41935"/>
                  </a:lnTo>
                  <a:lnTo>
                    <a:pt x="40970" y="26377"/>
                  </a:lnTo>
                  <a:lnTo>
                    <a:pt x="42049" y="26631"/>
                  </a:lnTo>
                  <a:lnTo>
                    <a:pt x="44678" y="26466"/>
                  </a:lnTo>
                  <a:lnTo>
                    <a:pt x="45250" y="26250"/>
                  </a:lnTo>
                  <a:lnTo>
                    <a:pt x="45135" y="26949"/>
                  </a:lnTo>
                  <a:lnTo>
                    <a:pt x="45212" y="28486"/>
                  </a:lnTo>
                  <a:lnTo>
                    <a:pt x="45275" y="30010"/>
                  </a:lnTo>
                  <a:lnTo>
                    <a:pt x="45618" y="31242"/>
                  </a:lnTo>
                  <a:lnTo>
                    <a:pt x="46304" y="31191"/>
                  </a:lnTo>
                  <a:lnTo>
                    <a:pt x="46532" y="29933"/>
                  </a:lnTo>
                  <a:lnTo>
                    <a:pt x="46380" y="26873"/>
                  </a:lnTo>
                  <a:lnTo>
                    <a:pt x="46189" y="26187"/>
                  </a:lnTo>
                  <a:lnTo>
                    <a:pt x="46799" y="26327"/>
                  </a:lnTo>
                  <a:lnTo>
                    <a:pt x="48107" y="26250"/>
                  </a:lnTo>
                  <a:lnTo>
                    <a:pt x="49428" y="26162"/>
                  </a:lnTo>
                  <a:lnTo>
                    <a:pt x="50482" y="25781"/>
                  </a:lnTo>
                  <a:lnTo>
                    <a:pt x="50431" y="24968"/>
                  </a:lnTo>
                  <a:lnTo>
                    <a:pt x="49364" y="24714"/>
                  </a:lnTo>
                  <a:lnTo>
                    <a:pt x="46736" y="24879"/>
                  </a:lnTo>
                  <a:lnTo>
                    <a:pt x="46113" y="25120"/>
                  </a:lnTo>
                  <a:lnTo>
                    <a:pt x="46240" y="24384"/>
                  </a:lnTo>
                  <a:lnTo>
                    <a:pt x="46164" y="22860"/>
                  </a:lnTo>
                  <a:lnTo>
                    <a:pt x="46101" y="21336"/>
                  </a:lnTo>
                  <a:lnTo>
                    <a:pt x="45758" y="20104"/>
                  </a:lnTo>
                  <a:lnTo>
                    <a:pt x="45605" y="20116"/>
                  </a:lnTo>
                  <a:lnTo>
                    <a:pt x="58623" y="4940"/>
                  </a:lnTo>
                  <a:lnTo>
                    <a:pt x="58445" y="5918"/>
                  </a:lnTo>
                  <a:lnTo>
                    <a:pt x="58597" y="8978"/>
                  </a:lnTo>
                  <a:lnTo>
                    <a:pt x="58775" y="9664"/>
                  </a:lnTo>
                  <a:lnTo>
                    <a:pt x="58204" y="9512"/>
                  </a:lnTo>
                  <a:lnTo>
                    <a:pt x="56896" y="9601"/>
                  </a:lnTo>
                  <a:lnTo>
                    <a:pt x="55587" y="9690"/>
                  </a:lnTo>
                  <a:lnTo>
                    <a:pt x="54521" y="10071"/>
                  </a:lnTo>
                  <a:lnTo>
                    <a:pt x="54571" y="10883"/>
                  </a:lnTo>
                  <a:lnTo>
                    <a:pt x="55651" y="11137"/>
                  </a:lnTo>
                  <a:lnTo>
                    <a:pt x="58280" y="10972"/>
                  </a:lnTo>
                  <a:lnTo>
                    <a:pt x="58851" y="10756"/>
                  </a:lnTo>
                  <a:lnTo>
                    <a:pt x="58737" y="11455"/>
                  </a:lnTo>
                  <a:lnTo>
                    <a:pt x="58813" y="12992"/>
                  </a:lnTo>
                  <a:lnTo>
                    <a:pt x="58877" y="14516"/>
                  </a:lnTo>
                  <a:lnTo>
                    <a:pt x="59220" y="15748"/>
                  </a:lnTo>
                  <a:lnTo>
                    <a:pt x="59905" y="15697"/>
                  </a:lnTo>
                  <a:lnTo>
                    <a:pt x="60121" y="14439"/>
                  </a:lnTo>
                  <a:lnTo>
                    <a:pt x="59982" y="11379"/>
                  </a:lnTo>
                  <a:lnTo>
                    <a:pt x="59791" y="10706"/>
                  </a:lnTo>
                  <a:lnTo>
                    <a:pt x="60401" y="10845"/>
                  </a:lnTo>
                  <a:lnTo>
                    <a:pt x="61709" y="10756"/>
                  </a:lnTo>
                  <a:lnTo>
                    <a:pt x="63017" y="10668"/>
                  </a:lnTo>
                  <a:lnTo>
                    <a:pt x="64084" y="10287"/>
                  </a:lnTo>
                  <a:lnTo>
                    <a:pt x="72809" y="20345"/>
                  </a:lnTo>
                  <a:lnTo>
                    <a:pt x="72136" y="20370"/>
                  </a:lnTo>
                  <a:lnTo>
                    <a:pt x="71920" y="21628"/>
                  </a:lnTo>
                  <a:lnTo>
                    <a:pt x="72072" y="24688"/>
                  </a:lnTo>
                  <a:lnTo>
                    <a:pt x="72250" y="25374"/>
                  </a:lnTo>
                  <a:lnTo>
                    <a:pt x="71678" y="25234"/>
                  </a:lnTo>
                  <a:lnTo>
                    <a:pt x="70358" y="25311"/>
                  </a:lnTo>
                  <a:lnTo>
                    <a:pt x="69049" y="25400"/>
                  </a:lnTo>
                  <a:lnTo>
                    <a:pt x="67995" y="25781"/>
                  </a:lnTo>
                  <a:lnTo>
                    <a:pt x="68033" y="26593"/>
                  </a:lnTo>
                  <a:lnTo>
                    <a:pt x="69113" y="26847"/>
                  </a:lnTo>
                  <a:lnTo>
                    <a:pt x="71742" y="26682"/>
                  </a:lnTo>
                  <a:lnTo>
                    <a:pt x="72326" y="26479"/>
                  </a:lnTo>
                  <a:lnTo>
                    <a:pt x="72212" y="27178"/>
                  </a:lnTo>
                  <a:lnTo>
                    <a:pt x="72275" y="28702"/>
                  </a:lnTo>
                  <a:lnTo>
                    <a:pt x="72351" y="30238"/>
                  </a:lnTo>
                  <a:lnTo>
                    <a:pt x="72682" y="31457"/>
                  </a:lnTo>
                  <a:lnTo>
                    <a:pt x="72898" y="31457"/>
                  </a:lnTo>
                  <a:lnTo>
                    <a:pt x="72898" y="20612"/>
                  </a:lnTo>
                  <a:lnTo>
                    <a:pt x="72834" y="20383"/>
                  </a:lnTo>
                  <a:lnTo>
                    <a:pt x="76822" y="25031"/>
                  </a:lnTo>
                  <a:lnTo>
                    <a:pt x="76822" y="20650"/>
                  </a:lnTo>
                  <a:lnTo>
                    <a:pt x="63347" y="4927"/>
                  </a:lnTo>
                  <a:lnTo>
                    <a:pt x="63347" y="9321"/>
                  </a:lnTo>
                  <a:lnTo>
                    <a:pt x="62953" y="9220"/>
                  </a:lnTo>
                  <a:lnTo>
                    <a:pt x="60337" y="9385"/>
                  </a:lnTo>
                  <a:lnTo>
                    <a:pt x="59715" y="9613"/>
                  </a:lnTo>
                  <a:lnTo>
                    <a:pt x="59842" y="8902"/>
                  </a:lnTo>
                  <a:lnTo>
                    <a:pt x="59766" y="7366"/>
                  </a:lnTo>
                  <a:lnTo>
                    <a:pt x="59690" y="5842"/>
                  </a:lnTo>
                  <a:lnTo>
                    <a:pt x="59359" y="4660"/>
                  </a:lnTo>
                  <a:lnTo>
                    <a:pt x="63347" y="9321"/>
                  </a:lnTo>
                  <a:lnTo>
                    <a:pt x="63347" y="4927"/>
                  </a:lnTo>
                  <a:lnTo>
                    <a:pt x="62865" y="4356"/>
                  </a:lnTo>
                  <a:lnTo>
                    <a:pt x="59334" y="254"/>
                  </a:lnTo>
                  <a:lnTo>
                    <a:pt x="59334" y="4622"/>
                  </a:lnTo>
                  <a:lnTo>
                    <a:pt x="58864" y="4648"/>
                  </a:lnTo>
                  <a:lnTo>
                    <a:pt x="59118" y="4356"/>
                  </a:lnTo>
                  <a:lnTo>
                    <a:pt x="59334" y="4622"/>
                  </a:lnTo>
                  <a:lnTo>
                    <a:pt x="59334" y="254"/>
                  </a:lnTo>
                  <a:lnTo>
                    <a:pt x="59118" y="0"/>
                  </a:lnTo>
                  <a:lnTo>
                    <a:pt x="45173" y="16281"/>
                  </a:lnTo>
                  <a:lnTo>
                    <a:pt x="45173" y="25158"/>
                  </a:lnTo>
                  <a:lnTo>
                    <a:pt x="44602" y="25006"/>
                  </a:lnTo>
                  <a:lnTo>
                    <a:pt x="43294" y="25095"/>
                  </a:lnTo>
                  <a:lnTo>
                    <a:pt x="41986" y="25171"/>
                  </a:lnTo>
                  <a:lnTo>
                    <a:pt x="40957" y="25565"/>
                  </a:lnTo>
                  <a:lnTo>
                    <a:pt x="40957" y="26365"/>
                  </a:lnTo>
                  <a:lnTo>
                    <a:pt x="40614" y="25946"/>
                  </a:lnTo>
                  <a:lnTo>
                    <a:pt x="40932" y="25577"/>
                  </a:lnTo>
                  <a:lnTo>
                    <a:pt x="40957" y="26365"/>
                  </a:lnTo>
                  <a:lnTo>
                    <a:pt x="40957" y="25565"/>
                  </a:lnTo>
                  <a:lnTo>
                    <a:pt x="44932" y="20916"/>
                  </a:lnTo>
                  <a:lnTo>
                    <a:pt x="44843" y="21399"/>
                  </a:lnTo>
                  <a:lnTo>
                    <a:pt x="44996" y="24472"/>
                  </a:lnTo>
                  <a:lnTo>
                    <a:pt x="45173" y="25158"/>
                  </a:lnTo>
                  <a:lnTo>
                    <a:pt x="45173" y="16281"/>
                  </a:lnTo>
                  <a:lnTo>
                    <a:pt x="36880" y="25946"/>
                  </a:lnTo>
                  <a:lnTo>
                    <a:pt x="59118" y="51892"/>
                  </a:lnTo>
                  <a:lnTo>
                    <a:pt x="62865" y="47523"/>
                  </a:lnTo>
                  <a:lnTo>
                    <a:pt x="79806" y="27762"/>
                  </a:lnTo>
                  <a:lnTo>
                    <a:pt x="100507" y="51892"/>
                  </a:lnTo>
                  <a:lnTo>
                    <a:pt x="104254" y="47523"/>
                  </a:lnTo>
                  <a:lnTo>
                    <a:pt x="117652" y="31889"/>
                  </a:lnTo>
                  <a:lnTo>
                    <a:pt x="117652" y="27520"/>
                  </a:lnTo>
                  <a:lnTo>
                    <a:pt x="100507" y="47523"/>
                  </a:lnTo>
                  <a:lnTo>
                    <a:pt x="82003" y="25946"/>
                  </a:lnTo>
                  <a:lnTo>
                    <a:pt x="100507" y="4356"/>
                  </a:lnTo>
                  <a:lnTo>
                    <a:pt x="117652" y="24358"/>
                  </a:lnTo>
                  <a:lnTo>
                    <a:pt x="117652" y="19989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 descr=""/>
            <p:cNvSpPr/>
            <p:nvPr/>
          </p:nvSpPr>
          <p:spPr>
            <a:xfrm>
              <a:off x="10570934" y="7686363"/>
              <a:ext cx="118110" cy="276225"/>
            </a:xfrm>
            <a:custGeom>
              <a:avLst/>
              <a:gdLst/>
              <a:ahLst/>
              <a:cxnLst/>
              <a:rect l="l" t="t" r="r" b="b"/>
              <a:pathLst>
                <a:path w="118109" h="276225">
                  <a:moveTo>
                    <a:pt x="1828" y="265137"/>
                  </a:moveTo>
                  <a:lnTo>
                    <a:pt x="1790" y="264325"/>
                  </a:lnTo>
                  <a:lnTo>
                    <a:pt x="711" y="264058"/>
                  </a:lnTo>
                  <a:lnTo>
                    <a:pt x="0" y="264109"/>
                  </a:lnTo>
                  <a:lnTo>
                    <a:pt x="0" y="265569"/>
                  </a:lnTo>
                  <a:lnTo>
                    <a:pt x="774" y="265518"/>
                  </a:lnTo>
                  <a:lnTo>
                    <a:pt x="1828" y="265137"/>
                  </a:lnTo>
                  <a:close/>
                </a:path>
                <a:path w="118109" h="276225">
                  <a:moveTo>
                    <a:pt x="39979" y="218122"/>
                  </a:moveTo>
                  <a:lnTo>
                    <a:pt x="36233" y="213766"/>
                  </a:lnTo>
                  <a:lnTo>
                    <a:pt x="36233" y="218122"/>
                  </a:lnTo>
                  <a:lnTo>
                    <a:pt x="32092" y="222948"/>
                  </a:lnTo>
                  <a:lnTo>
                    <a:pt x="32207" y="222338"/>
                  </a:lnTo>
                  <a:lnTo>
                    <a:pt x="32067" y="219265"/>
                  </a:lnTo>
                  <a:lnTo>
                    <a:pt x="31864" y="218592"/>
                  </a:lnTo>
                  <a:lnTo>
                    <a:pt x="32486" y="218732"/>
                  </a:lnTo>
                  <a:lnTo>
                    <a:pt x="33794" y="218643"/>
                  </a:lnTo>
                  <a:lnTo>
                    <a:pt x="35102" y="218567"/>
                  </a:lnTo>
                  <a:lnTo>
                    <a:pt x="36156" y="218173"/>
                  </a:lnTo>
                  <a:lnTo>
                    <a:pt x="36144" y="218033"/>
                  </a:lnTo>
                  <a:lnTo>
                    <a:pt x="36233" y="213766"/>
                  </a:lnTo>
                  <a:lnTo>
                    <a:pt x="35433" y="212826"/>
                  </a:lnTo>
                  <a:lnTo>
                    <a:pt x="35433" y="217208"/>
                  </a:lnTo>
                  <a:lnTo>
                    <a:pt x="35039" y="217106"/>
                  </a:lnTo>
                  <a:lnTo>
                    <a:pt x="32410" y="217271"/>
                  </a:lnTo>
                  <a:lnTo>
                    <a:pt x="31800" y="217500"/>
                  </a:lnTo>
                  <a:lnTo>
                    <a:pt x="31927" y="216789"/>
                  </a:lnTo>
                  <a:lnTo>
                    <a:pt x="31851" y="215265"/>
                  </a:lnTo>
                  <a:lnTo>
                    <a:pt x="31775" y="213728"/>
                  </a:lnTo>
                  <a:lnTo>
                    <a:pt x="31445" y="212559"/>
                  </a:lnTo>
                  <a:lnTo>
                    <a:pt x="35433" y="217208"/>
                  </a:lnTo>
                  <a:lnTo>
                    <a:pt x="35433" y="212826"/>
                  </a:lnTo>
                  <a:lnTo>
                    <a:pt x="21945" y="197104"/>
                  </a:lnTo>
                  <a:lnTo>
                    <a:pt x="21945" y="201485"/>
                  </a:lnTo>
                  <a:lnTo>
                    <a:pt x="21577" y="201396"/>
                  </a:lnTo>
                  <a:lnTo>
                    <a:pt x="18948" y="201561"/>
                  </a:lnTo>
                  <a:lnTo>
                    <a:pt x="18326" y="201803"/>
                  </a:lnTo>
                  <a:lnTo>
                    <a:pt x="18453" y="201079"/>
                  </a:lnTo>
                  <a:lnTo>
                    <a:pt x="18376" y="199542"/>
                  </a:lnTo>
                  <a:lnTo>
                    <a:pt x="18313" y="198018"/>
                  </a:lnTo>
                  <a:lnTo>
                    <a:pt x="17970" y="196850"/>
                  </a:lnTo>
                  <a:lnTo>
                    <a:pt x="21945" y="201485"/>
                  </a:lnTo>
                  <a:lnTo>
                    <a:pt x="21945" y="197104"/>
                  </a:lnTo>
                  <a:lnTo>
                    <a:pt x="21475" y="196545"/>
                  </a:lnTo>
                  <a:lnTo>
                    <a:pt x="17945" y="192430"/>
                  </a:lnTo>
                  <a:lnTo>
                    <a:pt x="17945" y="196811"/>
                  </a:lnTo>
                  <a:lnTo>
                    <a:pt x="17487" y="196837"/>
                  </a:lnTo>
                  <a:lnTo>
                    <a:pt x="17729" y="196545"/>
                  </a:lnTo>
                  <a:lnTo>
                    <a:pt x="17945" y="196811"/>
                  </a:lnTo>
                  <a:lnTo>
                    <a:pt x="17945" y="192430"/>
                  </a:lnTo>
                  <a:lnTo>
                    <a:pt x="17729" y="192176"/>
                  </a:lnTo>
                  <a:lnTo>
                    <a:pt x="0" y="212864"/>
                  </a:lnTo>
                  <a:lnTo>
                    <a:pt x="0" y="217233"/>
                  </a:lnTo>
                  <a:lnTo>
                    <a:pt x="3543" y="213093"/>
                  </a:lnTo>
                  <a:lnTo>
                    <a:pt x="3467" y="213588"/>
                  </a:lnTo>
                  <a:lnTo>
                    <a:pt x="3606" y="216649"/>
                  </a:lnTo>
                  <a:lnTo>
                    <a:pt x="3784" y="217335"/>
                  </a:lnTo>
                  <a:lnTo>
                    <a:pt x="3213" y="217182"/>
                  </a:lnTo>
                  <a:lnTo>
                    <a:pt x="596" y="217360"/>
                  </a:lnTo>
                  <a:lnTo>
                    <a:pt x="0" y="217576"/>
                  </a:lnTo>
                  <a:lnTo>
                    <a:pt x="0" y="218655"/>
                  </a:lnTo>
                  <a:lnTo>
                    <a:pt x="660" y="218808"/>
                  </a:lnTo>
                  <a:lnTo>
                    <a:pt x="3289" y="218643"/>
                  </a:lnTo>
                  <a:lnTo>
                    <a:pt x="3860" y="218440"/>
                  </a:lnTo>
                  <a:lnTo>
                    <a:pt x="3746" y="219138"/>
                  </a:lnTo>
                  <a:lnTo>
                    <a:pt x="3822" y="220662"/>
                  </a:lnTo>
                  <a:lnTo>
                    <a:pt x="3886" y="222186"/>
                  </a:lnTo>
                  <a:lnTo>
                    <a:pt x="4229" y="223418"/>
                  </a:lnTo>
                  <a:lnTo>
                    <a:pt x="4914" y="223367"/>
                  </a:lnTo>
                  <a:lnTo>
                    <a:pt x="5143" y="222123"/>
                  </a:lnTo>
                  <a:lnTo>
                    <a:pt x="4991" y="219049"/>
                  </a:lnTo>
                  <a:lnTo>
                    <a:pt x="4800" y="218376"/>
                  </a:lnTo>
                  <a:lnTo>
                    <a:pt x="5410" y="218516"/>
                  </a:lnTo>
                  <a:lnTo>
                    <a:pt x="6731" y="218427"/>
                  </a:lnTo>
                  <a:lnTo>
                    <a:pt x="8039" y="218338"/>
                  </a:lnTo>
                  <a:lnTo>
                    <a:pt x="9093" y="217957"/>
                  </a:lnTo>
                  <a:lnTo>
                    <a:pt x="9055" y="217144"/>
                  </a:lnTo>
                  <a:lnTo>
                    <a:pt x="7975" y="216890"/>
                  </a:lnTo>
                  <a:lnTo>
                    <a:pt x="5346" y="217055"/>
                  </a:lnTo>
                  <a:lnTo>
                    <a:pt x="4724" y="217297"/>
                  </a:lnTo>
                  <a:lnTo>
                    <a:pt x="4851" y="216573"/>
                  </a:lnTo>
                  <a:lnTo>
                    <a:pt x="4775" y="215036"/>
                  </a:lnTo>
                  <a:lnTo>
                    <a:pt x="4711" y="213512"/>
                  </a:lnTo>
                  <a:lnTo>
                    <a:pt x="4368" y="212280"/>
                  </a:lnTo>
                  <a:lnTo>
                    <a:pt x="4229" y="212293"/>
                  </a:lnTo>
                  <a:lnTo>
                    <a:pt x="17221" y="197129"/>
                  </a:lnTo>
                  <a:lnTo>
                    <a:pt x="17056" y="198094"/>
                  </a:lnTo>
                  <a:lnTo>
                    <a:pt x="17208" y="201155"/>
                  </a:lnTo>
                  <a:lnTo>
                    <a:pt x="17386" y="201841"/>
                  </a:lnTo>
                  <a:lnTo>
                    <a:pt x="16814" y="201701"/>
                  </a:lnTo>
                  <a:lnTo>
                    <a:pt x="15506" y="201777"/>
                  </a:lnTo>
                  <a:lnTo>
                    <a:pt x="14198" y="201866"/>
                  </a:lnTo>
                  <a:lnTo>
                    <a:pt x="13144" y="202247"/>
                  </a:lnTo>
                  <a:lnTo>
                    <a:pt x="13182" y="203060"/>
                  </a:lnTo>
                  <a:lnTo>
                    <a:pt x="14262" y="203314"/>
                  </a:lnTo>
                  <a:lnTo>
                    <a:pt x="16891" y="203149"/>
                  </a:lnTo>
                  <a:lnTo>
                    <a:pt x="17462" y="202946"/>
                  </a:lnTo>
                  <a:lnTo>
                    <a:pt x="17348" y="203644"/>
                  </a:lnTo>
                  <a:lnTo>
                    <a:pt x="17424" y="205168"/>
                  </a:lnTo>
                  <a:lnTo>
                    <a:pt x="17487" y="206692"/>
                  </a:lnTo>
                  <a:lnTo>
                    <a:pt x="17830" y="207924"/>
                  </a:lnTo>
                  <a:lnTo>
                    <a:pt x="18516" y="207886"/>
                  </a:lnTo>
                  <a:lnTo>
                    <a:pt x="18745" y="206629"/>
                  </a:lnTo>
                  <a:lnTo>
                    <a:pt x="18592" y="203555"/>
                  </a:lnTo>
                  <a:lnTo>
                    <a:pt x="18402" y="202882"/>
                  </a:lnTo>
                  <a:lnTo>
                    <a:pt x="19011" y="203022"/>
                  </a:lnTo>
                  <a:lnTo>
                    <a:pt x="20320" y="202933"/>
                  </a:lnTo>
                  <a:lnTo>
                    <a:pt x="21640" y="202844"/>
                  </a:lnTo>
                  <a:lnTo>
                    <a:pt x="22694" y="202463"/>
                  </a:lnTo>
                  <a:lnTo>
                    <a:pt x="31419" y="212521"/>
                  </a:lnTo>
                  <a:lnTo>
                    <a:pt x="30759" y="212547"/>
                  </a:lnTo>
                  <a:lnTo>
                    <a:pt x="30530" y="213804"/>
                  </a:lnTo>
                  <a:lnTo>
                    <a:pt x="30683" y="216877"/>
                  </a:lnTo>
                  <a:lnTo>
                    <a:pt x="30861" y="217551"/>
                  </a:lnTo>
                  <a:lnTo>
                    <a:pt x="30289" y="217411"/>
                  </a:lnTo>
                  <a:lnTo>
                    <a:pt x="28981" y="217487"/>
                  </a:lnTo>
                  <a:lnTo>
                    <a:pt x="27660" y="217576"/>
                  </a:lnTo>
                  <a:lnTo>
                    <a:pt x="26606" y="217970"/>
                  </a:lnTo>
                  <a:lnTo>
                    <a:pt x="26657" y="218770"/>
                  </a:lnTo>
                  <a:lnTo>
                    <a:pt x="27724" y="219036"/>
                  </a:lnTo>
                  <a:lnTo>
                    <a:pt x="30353" y="218859"/>
                  </a:lnTo>
                  <a:lnTo>
                    <a:pt x="30937" y="218655"/>
                  </a:lnTo>
                  <a:lnTo>
                    <a:pt x="30822" y="219354"/>
                  </a:lnTo>
                  <a:lnTo>
                    <a:pt x="30886" y="220878"/>
                  </a:lnTo>
                  <a:lnTo>
                    <a:pt x="30962" y="222415"/>
                  </a:lnTo>
                  <a:lnTo>
                    <a:pt x="31305" y="223634"/>
                  </a:lnTo>
                  <a:lnTo>
                    <a:pt x="31508" y="223634"/>
                  </a:lnTo>
                  <a:lnTo>
                    <a:pt x="17729" y="239699"/>
                  </a:lnTo>
                  <a:lnTo>
                    <a:pt x="12941" y="234124"/>
                  </a:lnTo>
                  <a:lnTo>
                    <a:pt x="14008" y="234378"/>
                  </a:lnTo>
                  <a:lnTo>
                    <a:pt x="16637" y="234213"/>
                  </a:lnTo>
                  <a:lnTo>
                    <a:pt x="17208" y="233997"/>
                  </a:lnTo>
                  <a:lnTo>
                    <a:pt x="17094" y="234696"/>
                  </a:lnTo>
                  <a:lnTo>
                    <a:pt x="17170" y="236232"/>
                  </a:lnTo>
                  <a:lnTo>
                    <a:pt x="17233" y="237756"/>
                  </a:lnTo>
                  <a:lnTo>
                    <a:pt x="17576" y="238988"/>
                  </a:lnTo>
                  <a:lnTo>
                    <a:pt x="18262" y="238937"/>
                  </a:lnTo>
                  <a:lnTo>
                    <a:pt x="18478" y="237680"/>
                  </a:lnTo>
                  <a:lnTo>
                    <a:pt x="18338" y="234619"/>
                  </a:lnTo>
                  <a:lnTo>
                    <a:pt x="18148" y="233934"/>
                  </a:lnTo>
                  <a:lnTo>
                    <a:pt x="18757" y="234073"/>
                  </a:lnTo>
                  <a:lnTo>
                    <a:pt x="20066" y="233997"/>
                  </a:lnTo>
                  <a:lnTo>
                    <a:pt x="21374" y="233908"/>
                  </a:lnTo>
                  <a:lnTo>
                    <a:pt x="22440" y="233527"/>
                  </a:lnTo>
                  <a:lnTo>
                    <a:pt x="22390" y="232714"/>
                  </a:lnTo>
                  <a:lnTo>
                    <a:pt x="21323" y="232460"/>
                  </a:lnTo>
                  <a:lnTo>
                    <a:pt x="18694" y="232625"/>
                  </a:lnTo>
                  <a:lnTo>
                    <a:pt x="18072" y="232854"/>
                  </a:lnTo>
                  <a:lnTo>
                    <a:pt x="18199" y="232130"/>
                  </a:lnTo>
                  <a:lnTo>
                    <a:pt x="18122" y="230606"/>
                  </a:lnTo>
                  <a:lnTo>
                    <a:pt x="18059" y="229082"/>
                  </a:lnTo>
                  <a:lnTo>
                    <a:pt x="17716" y="227850"/>
                  </a:lnTo>
                  <a:lnTo>
                    <a:pt x="17030" y="227901"/>
                  </a:lnTo>
                  <a:lnTo>
                    <a:pt x="16802" y="229146"/>
                  </a:lnTo>
                  <a:lnTo>
                    <a:pt x="16954" y="232219"/>
                  </a:lnTo>
                  <a:lnTo>
                    <a:pt x="17132" y="232905"/>
                  </a:lnTo>
                  <a:lnTo>
                    <a:pt x="16560" y="232752"/>
                  </a:lnTo>
                  <a:lnTo>
                    <a:pt x="15252" y="232841"/>
                  </a:lnTo>
                  <a:lnTo>
                    <a:pt x="13944" y="232918"/>
                  </a:lnTo>
                  <a:lnTo>
                    <a:pt x="12877" y="233311"/>
                  </a:lnTo>
                  <a:lnTo>
                    <a:pt x="12915" y="234099"/>
                  </a:lnTo>
                  <a:lnTo>
                    <a:pt x="0" y="219011"/>
                  </a:lnTo>
                  <a:lnTo>
                    <a:pt x="0" y="223380"/>
                  </a:lnTo>
                  <a:lnTo>
                    <a:pt x="17729" y="244068"/>
                  </a:lnTo>
                  <a:lnTo>
                    <a:pt x="21475" y="239699"/>
                  </a:lnTo>
                  <a:lnTo>
                    <a:pt x="39979" y="218122"/>
                  </a:lnTo>
                  <a:close/>
                </a:path>
                <a:path w="118109" h="276225">
                  <a:moveTo>
                    <a:pt x="102057" y="249732"/>
                  </a:moveTo>
                  <a:lnTo>
                    <a:pt x="98310" y="245364"/>
                  </a:lnTo>
                  <a:lnTo>
                    <a:pt x="98310" y="249732"/>
                  </a:lnTo>
                  <a:lnTo>
                    <a:pt x="94170" y="254558"/>
                  </a:lnTo>
                  <a:lnTo>
                    <a:pt x="94284" y="253949"/>
                  </a:lnTo>
                  <a:lnTo>
                    <a:pt x="94132" y="250875"/>
                  </a:lnTo>
                  <a:lnTo>
                    <a:pt x="93941" y="250190"/>
                  </a:lnTo>
                  <a:lnTo>
                    <a:pt x="94564" y="250342"/>
                  </a:lnTo>
                  <a:lnTo>
                    <a:pt x="95872" y="250253"/>
                  </a:lnTo>
                  <a:lnTo>
                    <a:pt x="97180" y="250177"/>
                  </a:lnTo>
                  <a:lnTo>
                    <a:pt x="98234" y="249783"/>
                  </a:lnTo>
                  <a:lnTo>
                    <a:pt x="98221" y="249643"/>
                  </a:lnTo>
                  <a:lnTo>
                    <a:pt x="98310" y="245364"/>
                  </a:lnTo>
                  <a:lnTo>
                    <a:pt x="97523" y="244449"/>
                  </a:lnTo>
                  <a:lnTo>
                    <a:pt x="97523" y="248818"/>
                  </a:lnTo>
                  <a:lnTo>
                    <a:pt x="97116" y="248716"/>
                  </a:lnTo>
                  <a:lnTo>
                    <a:pt x="94488" y="248881"/>
                  </a:lnTo>
                  <a:lnTo>
                    <a:pt x="93865" y="249123"/>
                  </a:lnTo>
                  <a:lnTo>
                    <a:pt x="93992" y="248399"/>
                  </a:lnTo>
                  <a:lnTo>
                    <a:pt x="93929" y="246862"/>
                  </a:lnTo>
                  <a:lnTo>
                    <a:pt x="93853" y="245338"/>
                  </a:lnTo>
                  <a:lnTo>
                    <a:pt x="93586" y="244411"/>
                  </a:lnTo>
                  <a:lnTo>
                    <a:pt x="93586" y="255244"/>
                  </a:lnTo>
                  <a:lnTo>
                    <a:pt x="79806" y="271310"/>
                  </a:lnTo>
                  <a:lnTo>
                    <a:pt x="75006" y="265734"/>
                  </a:lnTo>
                  <a:lnTo>
                    <a:pt x="76073" y="265988"/>
                  </a:lnTo>
                  <a:lnTo>
                    <a:pt x="78701" y="265823"/>
                  </a:lnTo>
                  <a:lnTo>
                    <a:pt x="79286" y="265607"/>
                  </a:lnTo>
                  <a:lnTo>
                    <a:pt x="79159" y="266306"/>
                  </a:lnTo>
                  <a:lnTo>
                    <a:pt x="79235" y="267843"/>
                  </a:lnTo>
                  <a:lnTo>
                    <a:pt x="79311" y="269367"/>
                  </a:lnTo>
                  <a:lnTo>
                    <a:pt x="79641" y="270586"/>
                  </a:lnTo>
                  <a:lnTo>
                    <a:pt x="80340" y="270548"/>
                  </a:lnTo>
                  <a:lnTo>
                    <a:pt x="80556" y="269290"/>
                  </a:lnTo>
                  <a:lnTo>
                    <a:pt x="80416" y="266230"/>
                  </a:lnTo>
                  <a:lnTo>
                    <a:pt x="80213" y="265544"/>
                  </a:lnTo>
                  <a:lnTo>
                    <a:pt x="80835" y="265684"/>
                  </a:lnTo>
                  <a:lnTo>
                    <a:pt x="82143" y="265607"/>
                  </a:lnTo>
                  <a:lnTo>
                    <a:pt x="83451" y="265518"/>
                  </a:lnTo>
                  <a:lnTo>
                    <a:pt x="84505" y="265137"/>
                  </a:lnTo>
                  <a:lnTo>
                    <a:pt x="84467" y="264325"/>
                  </a:lnTo>
                  <a:lnTo>
                    <a:pt x="83388" y="264058"/>
                  </a:lnTo>
                  <a:lnTo>
                    <a:pt x="80759" y="264236"/>
                  </a:lnTo>
                  <a:lnTo>
                    <a:pt x="80137" y="264464"/>
                  </a:lnTo>
                  <a:lnTo>
                    <a:pt x="80276" y="263740"/>
                  </a:lnTo>
                  <a:lnTo>
                    <a:pt x="80200" y="262216"/>
                  </a:lnTo>
                  <a:lnTo>
                    <a:pt x="80124" y="260680"/>
                  </a:lnTo>
                  <a:lnTo>
                    <a:pt x="79794" y="259461"/>
                  </a:lnTo>
                  <a:lnTo>
                    <a:pt x="79095" y="259499"/>
                  </a:lnTo>
                  <a:lnTo>
                    <a:pt x="78879" y="260756"/>
                  </a:lnTo>
                  <a:lnTo>
                    <a:pt x="79032" y="263829"/>
                  </a:lnTo>
                  <a:lnTo>
                    <a:pt x="79209" y="264515"/>
                  </a:lnTo>
                  <a:lnTo>
                    <a:pt x="78625" y="264363"/>
                  </a:lnTo>
                  <a:lnTo>
                    <a:pt x="77317" y="264452"/>
                  </a:lnTo>
                  <a:lnTo>
                    <a:pt x="76009" y="264528"/>
                  </a:lnTo>
                  <a:lnTo>
                    <a:pt x="74955" y="264922"/>
                  </a:lnTo>
                  <a:lnTo>
                    <a:pt x="74980" y="265709"/>
                  </a:lnTo>
                  <a:lnTo>
                    <a:pt x="61658" y="250164"/>
                  </a:lnTo>
                  <a:lnTo>
                    <a:pt x="62725" y="250418"/>
                  </a:lnTo>
                  <a:lnTo>
                    <a:pt x="65354" y="250253"/>
                  </a:lnTo>
                  <a:lnTo>
                    <a:pt x="65938" y="250037"/>
                  </a:lnTo>
                  <a:lnTo>
                    <a:pt x="65811" y="250736"/>
                  </a:lnTo>
                  <a:lnTo>
                    <a:pt x="65887" y="252272"/>
                  </a:lnTo>
                  <a:lnTo>
                    <a:pt x="65963" y="253796"/>
                  </a:lnTo>
                  <a:lnTo>
                    <a:pt x="66294" y="255028"/>
                  </a:lnTo>
                  <a:lnTo>
                    <a:pt x="66992" y="254977"/>
                  </a:lnTo>
                  <a:lnTo>
                    <a:pt x="67208" y="253720"/>
                  </a:lnTo>
                  <a:lnTo>
                    <a:pt x="67068" y="250659"/>
                  </a:lnTo>
                  <a:lnTo>
                    <a:pt x="66865" y="249974"/>
                  </a:lnTo>
                  <a:lnTo>
                    <a:pt x="67487" y="250113"/>
                  </a:lnTo>
                  <a:lnTo>
                    <a:pt x="68795" y="250037"/>
                  </a:lnTo>
                  <a:lnTo>
                    <a:pt x="70104" y="249948"/>
                  </a:lnTo>
                  <a:lnTo>
                    <a:pt x="71158" y="249567"/>
                  </a:lnTo>
                  <a:lnTo>
                    <a:pt x="71120" y="248754"/>
                  </a:lnTo>
                  <a:lnTo>
                    <a:pt x="70040" y="248500"/>
                  </a:lnTo>
                  <a:lnTo>
                    <a:pt x="67411" y="248666"/>
                  </a:lnTo>
                  <a:lnTo>
                    <a:pt x="66789" y="248894"/>
                  </a:lnTo>
                  <a:lnTo>
                    <a:pt x="66929" y="248170"/>
                  </a:lnTo>
                  <a:lnTo>
                    <a:pt x="66852" y="246646"/>
                  </a:lnTo>
                  <a:lnTo>
                    <a:pt x="66776" y="245122"/>
                  </a:lnTo>
                  <a:lnTo>
                    <a:pt x="66446" y="243890"/>
                  </a:lnTo>
                  <a:lnTo>
                    <a:pt x="66294" y="243903"/>
                  </a:lnTo>
                  <a:lnTo>
                    <a:pt x="79298" y="228739"/>
                  </a:lnTo>
                  <a:lnTo>
                    <a:pt x="79133" y="229704"/>
                  </a:lnTo>
                  <a:lnTo>
                    <a:pt x="79286" y="232765"/>
                  </a:lnTo>
                  <a:lnTo>
                    <a:pt x="79463" y="233451"/>
                  </a:lnTo>
                  <a:lnTo>
                    <a:pt x="78892" y="233299"/>
                  </a:lnTo>
                  <a:lnTo>
                    <a:pt x="77571" y="233387"/>
                  </a:lnTo>
                  <a:lnTo>
                    <a:pt x="76263" y="233476"/>
                  </a:lnTo>
                  <a:lnTo>
                    <a:pt x="75209" y="233857"/>
                  </a:lnTo>
                  <a:lnTo>
                    <a:pt x="75247" y="234657"/>
                  </a:lnTo>
                  <a:lnTo>
                    <a:pt x="76327" y="234924"/>
                  </a:lnTo>
                  <a:lnTo>
                    <a:pt x="78955" y="234759"/>
                  </a:lnTo>
                  <a:lnTo>
                    <a:pt x="79540" y="234543"/>
                  </a:lnTo>
                  <a:lnTo>
                    <a:pt x="79413" y="235254"/>
                  </a:lnTo>
                  <a:lnTo>
                    <a:pt x="79489" y="236778"/>
                  </a:lnTo>
                  <a:lnTo>
                    <a:pt x="79565" y="238302"/>
                  </a:lnTo>
                  <a:lnTo>
                    <a:pt x="79895" y="239534"/>
                  </a:lnTo>
                  <a:lnTo>
                    <a:pt x="80594" y="239483"/>
                  </a:lnTo>
                  <a:lnTo>
                    <a:pt x="80810" y="238226"/>
                  </a:lnTo>
                  <a:lnTo>
                    <a:pt x="80670" y="235165"/>
                  </a:lnTo>
                  <a:lnTo>
                    <a:pt x="80479" y="234492"/>
                  </a:lnTo>
                  <a:lnTo>
                    <a:pt x="81089" y="234632"/>
                  </a:lnTo>
                  <a:lnTo>
                    <a:pt x="82397" y="234543"/>
                  </a:lnTo>
                  <a:lnTo>
                    <a:pt x="83705" y="234454"/>
                  </a:lnTo>
                  <a:lnTo>
                    <a:pt x="84759" y="234073"/>
                  </a:lnTo>
                  <a:lnTo>
                    <a:pt x="84747" y="233946"/>
                  </a:lnTo>
                  <a:lnTo>
                    <a:pt x="93497" y="244132"/>
                  </a:lnTo>
                  <a:lnTo>
                    <a:pt x="92824" y="244157"/>
                  </a:lnTo>
                  <a:lnTo>
                    <a:pt x="92608" y="245414"/>
                  </a:lnTo>
                  <a:lnTo>
                    <a:pt x="92748" y="248475"/>
                  </a:lnTo>
                  <a:lnTo>
                    <a:pt x="92925" y="249161"/>
                  </a:lnTo>
                  <a:lnTo>
                    <a:pt x="92354" y="249021"/>
                  </a:lnTo>
                  <a:lnTo>
                    <a:pt x="91046" y="249097"/>
                  </a:lnTo>
                  <a:lnTo>
                    <a:pt x="89738" y="249186"/>
                  </a:lnTo>
                  <a:lnTo>
                    <a:pt x="88684" y="249567"/>
                  </a:lnTo>
                  <a:lnTo>
                    <a:pt x="88722" y="250380"/>
                  </a:lnTo>
                  <a:lnTo>
                    <a:pt x="89801" y="250634"/>
                  </a:lnTo>
                  <a:lnTo>
                    <a:pt x="92430" y="250469"/>
                  </a:lnTo>
                  <a:lnTo>
                    <a:pt x="93002" y="250266"/>
                  </a:lnTo>
                  <a:lnTo>
                    <a:pt x="92887" y="250964"/>
                  </a:lnTo>
                  <a:lnTo>
                    <a:pt x="92964" y="252488"/>
                  </a:lnTo>
                  <a:lnTo>
                    <a:pt x="93040" y="254025"/>
                  </a:lnTo>
                  <a:lnTo>
                    <a:pt x="93370" y="255244"/>
                  </a:lnTo>
                  <a:lnTo>
                    <a:pt x="93586" y="255244"/>
                  </a:lnTo>
                  <a:lnTo>
                    <a:pt x="93586" y="244411"/>
                  </a:lnTo>
                  <a:lnTo>
                    <a:pt x="93510" y="244144"/>
                  </a:lnTo>
                  <a:lnTo>
                    <a:pt x="97523" y="248818"/>
                  </a:lnTo>
                  <a:lnTo>
                    <a:pt x="97523" y="244449"/>
                  </a:lnTo>
                  <a:lnTo>
                    <a:pt x="84035" y="228714"/>
                  </a:lnTo>
                  <a:lnTo>
                    <a:pt x="84035" y="233108"/>
                  </a:lnTo>
                  <a:lnTo>
                    <a:pt x="83642" y="233006"/>
                  </a:lnTo>
                  <a:lnTo>
                    <a:pt x="81013" y="233172"/>
                  </a:lnTo>
                  <a:lnTo>
                    <a:pt x="80391" y="233400"/>
                  </a:lnTo>
                  <a:lnTo>
                    <a:pt x="80530" y="232689"/>
                  </a:lnTo>
                  <a:lnTo>
                    <a:pt x="80454" y="231152"/>
                  </a:lnTo>
                  <a:lnTo>
                    <a:pt x="80378" y="229628"/>
                  </a:lnTo>
                  <a:lnTo>
                    <a:pt x="80048" y="228447"/>
                  </a:lnTo>
                  <a:lnTo>
                    <a:pt x="84035" y="233108"/>
                  </a:lnTo>
                  <a:lnTo>
                    <a:pt x="84035" y="228714"/>
                  </a:lnTo>
                  <a:lnTo>
                    <a:pt x="83553" y="228142"/>
                  </a:lnTo>
                  <a:lnTo>
                    <a:pt x="80022" y="224040"/>
                  </a:lnTo>
                  <a:lnTo>
                    <a:pt x="80022" y="228409"/>
                  </a:lnTo>
                  <a:lnTo>
                    <a:pt x="79552" y="228434"/>
                  </a:lnTo>
                  <a:lnTo>
                    <a:pt x="79806" y="228142"/>
                  </a:lnTo>
                  <a:lnTo>
                    <a:pt x="80022" y="228409"/>
                  </a:lnTo>
                  <a:lnTo>
                    <a:pt x="80022" y="224040"/>
                  </a:lnTo>
                  <a:lnTo>
                    <a:pt x="79806" y="223786"/>
                  </a:lnTo>
                  <a:lnTo>
                    <a:pt x="65862" y="240055"/>
                  </a:lnTo>
                  <a:lnTo>
                    <a:pt x="65862" y="248945"/>
                  </a:lnTo>
                  <a:lnTo>
                    <a:pt x="65290" y="248793"/>
                  </a:lnTo>
                  <a:lnTo>
                    <a:pt x="63969" y="248881"/>
                  </a:lnTo>
                  <a:lnTo>
                    <a:pt x="62661" y="248958"/>
                  </a:lnTo>
                  <a:lnTo>
                    <a:pt x="61633" y="249351"/>
                  </a:lnTo>
                  <a:lnTo>
                    <a:pt x="61633" y="250139"/>
                  </a:lnTo>
                  <a:lnTo>
                    <a:pt x="61302" y="249732"/>
                  </a:lnTo>
                  <a:lnTo>
                    <a:pt x="61607" y="249377"/>
                  </a:lnTo>
                  <a:lnTo>
                    <a:pt x="61633" y="250139"/>
                  </a:lnTo>
                  <a:lnTo>
                    <a:pt x="61633" y="249351"/>
                  </a:lnTo>
                  <a:lnTo>
                    <a:pt x="65608" y="244703"/>
                  </a:lnTo>
                  <a:lnTo>
                    <a:pt x="65532" y="245198"/>
                  </a:lnTo>
                  <a:lnTo>
                    <a:pt x="65684" y="248259"/>
                  </a:lnTo>
                  <a:lnTo>
                    <a:pt x="65862" y="248945"/>
                  </a:lnTo>
                  <a:lnTo>
                    <a:pt x="65862" y="240055"/>
                  </a:lnTo>
                  <a:lnTo>
                    <a:pt x="58839" y="248246"/>
                  </a:lnTo>
                  <a:lnTo>
                    <a:pt x="56375" y="245376"/>
                  </a:lnTo>
                  <a:lnTo>
                    <a:pt x="56375" y="249732"/>
                  </a:lnTo>
                  <a:lnTo>
                    <a:pt x="52235" y="254558"/>
                  </a:lnTo>
                  <a:lnTo>
                    <a:pt x="52349" y="253949"/>
                  </a:lnTo>
                  <a:lnTo>
                    <a:pt x="52209" y="250875"/>
                  </a:lnTo>
                  <a:lnTo>
                    <a:pt x="52019" y="250202"/>
                  </a:lnTo>
                  <a:lnTo>
                    <a:pt x="52628" y="250342"/>
                  </a:lnTo>
                  <a:lnTo>
                    <a:pt x="53936" y="250253"/>
                  </a:lnTo>
                  <a:lnTo>
                    <a:pt x="55245" y="250177"/>
                  </a:lnTo>
                  <a:lnTo>
                    <a:pt x="56311" y="249783"/>
                  </a:lnTo>
                  <a:lnTo>
                    <a:pt x="56299" y="249656"/>
                  </a:lnTo>
                  <a:lnTo>
                    <a:pt x="56375" y="245376"/>
                  </a:lnTo>
                  <a:lnTo>
                    <a:pt x="55575" y="244436"/>
                  </a:lnTo>
                  <a:lnTo>
                    <a:pt x="55575" y="248818"/>
                  </a:lnTo>
                  <a:lnTo>
                    <a:pt x="55181" y="248716"/>
                  </a:lnTo>
                  <a:lnTo>
                    <a:pt x="52565" y="248881"/>
                  </a:lnTo>
                  <a:lnTo>
                    <a:pt x="51943" y="249123"/>
                  </a:lnTo>
                  <a:lnTo>
                    <a:pt x="52070" y="248399"/>
                  </a:lnTo>
                  <a:lnTo>
                    <a:pt x="51993" y="246862"/>
                  </a:lnTo>
                  <a:lnTo>
                    <a:pt x="51930" y="245338"/>
                  </a:lnTo>
                  <a:lnTo>
                    <a:pt x="51650" y="244398"/>
                  </a:lnTo>
                  <a:lnTo>
                    <a:pt x="51650" y="255244"/>
                  </a:lnTo>
                  <a:lnTo>
                    <a:pt x="37871" y="271310"/>
                  </a:lnTo>
                  <a:lnTo>
                    <a:pt x="33070" y="265734"/>
                  </a:lnTo>
                  <a:lnTo>
                    <a:pt x="34150" y="265988"/>
                  </a:lnTo>
                  <a:lnTo>
                    <a:pt x="36779" y="265823"/>
                  </a:lnTo>
                  <a:lnTo>
                    <a:pt x="37350" y="265607"/>
                  </a:lnTo>
                  <a:lnTo>
                    <a:pt x="37236" y="266306"/>
                  </a:lnTo>
                  <a:lnTo>
                    <a:pt x="37312" y="267843"/>
                  </a:lnTo>
                  <a:lnTo>
                    <a:pt x="37388" y="269367"/>
                  </a:lnTo>
                  <a:lnTo>
                    <a:pt x="37719" y="270586"/>
                  </a:lnTo>
                  <a:lnTo>
                    <a:pt x="38404" y="270548"/>
                  </a:lnTo>
                  <a:lnTo>
                    <a:pt x="38633" y="269290"/>
                  </a:lnTo>
                  <a:lnTo>
                    <a:pt x="38481" y="266230"/>
                  </a:lnTo>
                  <a:lnTo>
                    <a:pt x="38290" y="265544"/>
                  </a:lnTo>
                  <a:lnTo>
                    <a:pt x="38900" y="265684"/>
                  </a:lnTo>
                  <a:lnTo>
                    <a:pt x="40220" y="265607"/>
                  </a:lnTo>
                  <a:lnTo>
                    <a:pt x="41529" y="265518"/>
                  </a:lnTo>
                  <a:lnTo>
                    <a:pt x="42583" y="265137"/>
                  </a:lnTo>
                  <a:lnTo>
                    <a:pt x="42545" y="264325"/>
                  </a:lnTo>
                  <a:lnTo>
                    <a:pt x="41465" y="264058"/>
                  </a:lnTo>
                  <a:lnTo>
                    <a:pt x="38836" y="264236"/>
                  </a:lnTo>
                  <a:lnTo>
                    <a:pt x="38214" y="264464"/>
                  </a:lnTo>
                  <a:lnTo>
                    <a:pt x="38341" y="263740"/>
                  </a:lnTo>
                  <a:lnTo>
                    <a:pt x="38277" y="262216"/>
                  </a:lnTo>
                  <a:lnTo>
                    <a:pt x="38201" y="260680"/>
                  </a:lnTo>
                  <a:lnTo>
                    <a:pt x="37858" y="259461"/>
                  </a:lnTo>
                  <a:lnTo>
                    <a:pt x="37172" y="259499"/>
                  </a:lnTo>
                  <a:lnTo>
                    <a:pt x="36957" y="260756"/>
                  </a:lnTo>
                  <a:lnTo>
                    <a:pt x="37096" y="263829"/>
                  </a:lnTo>
                  <a:lnTo>
                    <a:pt x="37287" y="264515"/>
                  </a:lnTo>
                  <a:lnTo>
                    <a:pt x="36703" y="264363"/>
                  </a:lnTo>
                  <a:lnTo>
                    <a:pt x="35394" y="264452"/>
                  </a:lnTo>
                  <a:lnTo>
                    <a:pt x="34086" y="264528"/>
                  </a:lnTo>
                  <a:lnTo>
                    <a:pt x="33032" y="264922"/>
                  </a:lnTo>
                  <a:lnTo>
                    <a:pt x="33058" y="265722"/>
                  </a:lnTo>
                  <a:lnTo>
                    <a:pt x="19735" y="250164"/>
                  </a:lnTo>
                  <a:lnTo>
                    <a:pt x="20802" y="250418"/>
                  </a:lnTo>
                  <a:lnTo>
                    <a:pt x="23431" y="250253"/>
                  </a:lnTo>
                  <a:lnTo>
                    <a:pt x="24015" y="250037"/>
                  </a:lnTo>
                  <a:lnTo>
                    <a:pt x="23888" y="250736"/>
                  </a:lnTo>
                  <a:lnTo>
                    <a:pt x="23964" y="252272"/>
                  </a:lnTo>
                  <a:lnTo>
                    <a:pt x="24041" y="253796"/>
                  </a:lnTo>
                  <a:lnTo>
                    <a:pt x="24371" y="255028"/>
                  </a:lnTo>
                  <a:lnTo>
                    <a:pt x="25069" y="254977"/>
                  </a:lnTo>
                  <a:lnTo>
                    <a:pt x="25285" y="253720"/>
                  </a:lnTo>
                  <a:lnTo>
                    <a:pt x="25133" y="250659"/>
                  </a:lnTo>
                  <a:lnTo>
                    <a:pt x="24942" y="249974"/>
                  </a:lnTo>
                  <a:lnTo>
                    <a:pt x="25565" y="250113"/>
                  </a:lnTo>
                  <a:lnTo>
                    <a:pt x="26873" y="250037"/>
                  </a:lnTo>
                  <a:lnTo>
                    <a:pt x="28181" y="249948"/>
                  </a:lnTo>
                  <a:lnTo>
                    <a:pt x="29235" y="249567"/>
                  </a:lnTo>
                  <a:lnTo>
                    <a:pt x="29197" y="248754"/>
                  </a:lnTo>
                  <a:lnTo>
                    <a:pt x="28117" y="248500"/>
                  </a:lnTo>
                  <a:lnTo>
                    <a:pt x="25488" y="248666"/>
                  </a:lnTo>
                  <a:lnTo>
                    <a:pt x="24866" y="248894"/>
                  </a:lnTo>
                  <a:lnTo>
                    <a:pt x="24993" y="248170"/>
                  </a:lnTo>
                  <a:lnTo>
                    <a:pt x="24930" y="246646"/>
                  </a:lnTo>
                  <a:lnTo>
                    <a:pt x="24853" y="245122"/>
                  </a:lnTo>
                  <a:lnTo>
                    <a:pt x="24511" y="243890"/>
                  </a:lnTo>
                  <a:lnTo>
                    <a:pt x="24371" y="243903"/>
                  </a:lnTo>
                  <a:lnTo>
                    <a:pt x="37376" y="228727"/>
                  </a:lnTo>
                  <a:lnTo>
                    <a:pt x="37211" y="229704"/>
                  </a:lnTo>
                  <a:lnTo>
                    <a:pt x="37350" y="232765"/>
                  </a:lnTo>
                  <a:lnTo>
                    <a:pt x="37528" y="233451"/>
                  </a:lnTo>
                  <a:lnTo>
                    <a:pt x="36957" y="233299"/>
                  </a:lnTo>
                  <a:lnTo>
                    <a:pt x="35648" y="233387"/>
                  </a:lnTo>
                  <a:lnTo>
                    <a:pt x="34340" y="233476"/>
                  </a:lnTo>
                  <a:lnTo>
                    <a:pt x="33286" y="233857"/>
                  </a:lnTo>
                  <a:lnTo>
                    <a:pt x="33324" y="234657"/>
                  </a:lnTo>
                  <a:lnTo>
                    <a:pt x="34404" y="234924"/>
                  </a:lnTo>
                  <a:lnTo>
                    <a:pt x="37033" y="234759"/>
                  </a:lnTo>
                  <a:lnTo>
                    <a:pt x="37604" y="234543"/>
                  </a:lnTo>
                  <a:lnTo>
                    <a:pt x="37490" y="235254"/>
                  </a:lnTo>
                  <a:lnTo>
                    <a:pt x="37566" y="236778"/>
                  </a:lnTo>
                  <a:lnTo>
                    <a:pt x="37642" y="238302"/>
                  </a:lnTo>
                  <a:lnTo>
                    <a:pt x="37973" y="239534"/>
                  </a:lnTo>
                  <a:lnTo>
                    <a:pt x="38658" y="239483"/>
                  </a:lnTo>
                  <a:lnTo>
                    <a:pt x="38887" y="238226"/>
                  </a:lnTo>
                  <a:lnTo>
                    <a:pt x="38735" y="235165"/>
                  </a:lnTo>
                  <a:lnTo>
                    <a:pt x="38544" y="234492"/>
                  </a:lnTo>
                  <a:lnTo>
                    <a:pt x="39166" y="234632"/>
                  </a:lnTo>
                  <a:lnTo>
                    <a:pt x="40474" y="234543"/>
                  </a:lnTo>
                  <a:lnTo>
                    <a:pt x="41783" y="234454"/>
                  </a:lnTo>
                  <a:lnTo>
                    <a:pt x="42837" y="234073"/>
                  </a:lnTo>
                  <a:lnTo>
                    <a:pt x="51562" y="244132"/>
                  </a:lnTo>
                  <a:lnTo>
                    <a:pt x="50901" y="244157"/>
                  </a:lnTo>
                  <a:lnTo>
                    <a:pt x="50673" y="245414"/>
                  </a:lnTo>
                  <a:lnTo>
                    <a:pt x="50825" y="248475"/>
                  </a:lnTo>
                  <a:lnTo>
                    <a:pt x="51003" y="249161"/>
                  </a:lnTo>
                  <a:lnTo>
                    <a:pt x="50431" y="249021"/>
                  </a:lnTo>
                  <a:lnTo>
                    <a:pt x="49123" y="249097"/>
                  </a:lnTo>
                  <a:lnTo>
                    <a:pt x="47815" y="249186"/>
                  </a:lnTo>
                  <a:lnTo>
                    <a:pt x="46748" y="249567"/>
                  </a:lnTo>
                  <a:lnTo>
                    <a:pt x="46799" y="250380"/>
                  </a:lnTo>
                  <a:lnTo>
                    <a:pt x="47879" y="250634"/>
                  </a:lnTo>
                  <a:lnTo>
                    <a:pt x="50507" y="250469"/>
                  </a:lnTo>
                  <a:lnTo>
                    <a:pt x="51079" y="250266"/>
                  </a:lnTo>
                  <a:lnTo>
                    <a:pt x="50965" y="250964"/>
                  </a:lnTo>
                  <a:lnTo>
                    <a:pt x="51041" y="252488"/>
                  </a:lnTo>
                  <a:lnTo>
                    <a:pt x="51104" y="254025"/>
                  </a:lnTo>
                  <a:lnTo>
                    <a:pt x="51447" y="255244"/>
                  </a:lnTo>
                  <a:lnTo>
                    <a:pt x="51650" y="255244"/>
                  </a:lnTo>
                  <a:lnTo>
                    <a:pt x="51650" y="244398"/>
                  </a:lnTo>
                  <a:lnTo>
                    <a:pt x="51587" y="244170"/>
                  </a:lnTo>
                  <a:lnTo>
                    <a:pt x="55575" y="248818"/>
                  </a:lnTo>
                  <a:lnTo>
                    <a:pt x="55575" y="244436"/>
                  </a:lnTo>
                  <a:lnTo>
                    <a:pt x="42087" y="228701"/>
                  </a:lnTo>
                  <a:lnTo>
                    <a:pt x="42087" y="233108"/>
                  </a:lnTo>
                  <a:lnTo>
                    <a:pt x="41719" y="233006"/>
                  </a:lnTo>
                  <a:lnTo>
                    <a:pt x="39090" y="233172"/>
                  </a:lnTo>
                  <a:lnTo>
                    <a:pt x="38468" y="233400"/>
                  </a:lnTo>
                  <a:lnTo>
                    <a:pt x="38595" y="232689"/>
                  </a:lnTo>
                  <a:lnTo>
                    <a:pt x="38531" y="231152"/>
                  </a:lnTo>
                  <a:lnTo>
                    <a:pt x="38455" y="229628"/>
                  </a:lnTo>
                  <a:lnTo>
                    <a:pt x="38112" y="228447"/>
                  </a:lnTo>
                  <a:lnTo>
                    <a:pt x="42087" y="233108"/>
                  </a:lnTo>
                  <a:lnTo>
                    <a:pt x="42087" y="228701"/>
                  </a:lnTo>
                  <a:lnTo>
                    <a:pt x="41617" y="228142"/>
                  </a:lnTo>
                  <a:lnTo>
                    <a:pt x="38087" y="224040"/>
                  </a:lnTo>
                  <a:lnTo>
                    <a:pt x="38087" y="228409"/>
                  </a:lnTo>
                  <a:lnTo>
                    <a:pt x="37617" y="228434"/>
                  </a:lnTo>
                  <a:lnTo>
                    <a:pt x="37871" y="228142"/>
                  </a:lnTo>
                  <a:lnTo>
                    <a:pt x="38087" y="228409"/>
                  </a:lnTo>
                  <a:lnTo>
                    <a:pt x="38087" y="224040"/>
                  </a:lnTo>
                  <a:lnTo>
                    <a:pt x="37871" y="223786"/>
                  </a:lnTo>
                  <a:lnTo>
                    <a:pt x="23926" y="240055"/>
                  </a:lnTo>
                  <a:lnTo>
                    <a:pt x="23926" y="248945"/>
                  </a:lnTo>
                  <a:lnTo>
                    <a:pt x="23355" y="248793"/>
                  </a:lnTo>
                  <a:lnTo>
                    <a:pt x="22047" y="248881"/>
                  </a:lnTo>
                  <a:lnTo>
                    <a:pt x="20739" y="248958"/>
                  </a:lnTo>
                  <a:lnTo>
                    <a:pt x="19710" y="249351"/>
                  </a:lnTo>
                  <a:lnTo>
                    <a:pt x="19710" y="250139"/>
                  </a:lnTo>
                  <a:lnTo>
                    <a:pt x="19380" y="249732"/>
                  </a:lnTo>
                  <a:lnTo>
                    <a:pt x="19685" y="249377"/>
                  </a:lnTo>
                  <a:lnTo>
                    <a:pt x="19710" y="250139"/>
                  </a:lnTo>
                  <a:lnTo>
                    <a:pt x="19710" y="249351"/>
                  </a:lnTo>
                  <a:lnTo>
                    <a:pt x="23685" y="244703"/>
                  </a:lnTo>
                  <a:lnTo>
                    <a:pt x="23609" y="245198"/>
                  </a:lnTo>
                  <a:lnTo>
                    <a:pt x="23749" y="248259"/>
                  </a:lnTo>
                  <a:lnTo>
                    <a:pt x="23926" y="248945"/>
                  </a:lnTo>
                  <a:lnTo>
                    <a:pt x="23926" y="240055"/>
                  </a:lnTo>
                  <a:lnTo>
                    <a:pt x="17500" y="247548"/>
                  </a:lnTo>
                  <a:lnTo>
                    <a:pt x="0" y="227126"/>
                  </a:lnTo>
                  <a:lnTo>
                    <a:pt x="0" y="231495"/>
                  </a:lnTo>
                  <a:lnTo>
                    <a:pt x="10820" y="244132"/>
                  </a:lnTo>
                  <a:lnTo>
                    <a:pt x="10147" y="244157"/>
                  </a:lnTo>
                  <a:lnTo>
                    <a:pt x="9931" y="245414"/>
                  </a:lnTo>
                  <a:lnTo>
                    <a:pt x="10071" y="248475"/>
                  </a:lnTo>
                  <a:lnTo>
                    <a:pt x="10414" y="249707"/>
                  </a:lnTo>
                  <a:lnTo>
                    <a:pt x="11099" y="249656"/>
                  </a:lnTo>
                  <a:lnTo>
                    <a:pt x="11315" y="248399"/>
                  </a:lnTo>
                  <a:lnTo>
                    <a:pt x="11252" y="246862"/>
                  </a:lnTo>
                  <a:lnTo>
                    <a:pt x="11176" y="245338"/>
                  </a:lnTo>
                  <a:lnTo>
                    <a:pt x="10845" y="244170"/>
                  </a:lnTo>
                  <a:lnTo>
                    <a:pt x="15633" y="249732"/>
                  </a:lnTo>
                  <a:lnTo>
                    <a:pt x="0" y="267970"/>
                  </a:lnTo>
                  <a:lnTo>
                    <a:pt x="0" y="272326"/>
                  </a:lnTo>
                  <a:lnTo>
                    <a:pt x="17500" y="251929"/>
                  </a:lnTo>
                  <a:lnTo>
                    <a:pt x="37871" y="275678"/>
                  </a:lnTo>
                  <a:lnTo>
                    <a:pt x="41617" y="271310"/>
                  </a:lnTo>
                  <a:lnTo>
                    <a:pt x="58839" y="251231"/>
                  </a:lnTo>
                  <a:lnTo>
                    <a:pt x="79806" y="275678"/>
                  </a:lnTo>
                  <a:lnTo>
                    <a:pt x="83553" y="271310"/>
                  </a:lnTo>
                  <a:lnTo>
                    <a:pt x="102057" y="249732"/>
                  </a:lnTo>
                  <a:close/>
                </a:path>
                <a:path w="118109" h="276225">
                  <a:moveTo>
                    <a:pt x="117652" y="19989"/>
                  </a:moveTo>
                  <a:lnTo>
                    <a:pt x="104736" y="4927"/>
                  </a:lnTo>
                  <a:lnTo>
                    <a:pt x="104736" y="9321"/>
                  </a:lnTo>
                  <a:lnTo>
                    <a:pt x="104343" y="9220"/>
                  </a:lnTo>
                  <a:lnTo>
                    <a:pt x="101714" y="9385"/>
                  </a:lnTo>
                  <a:lnTo>
                    <a:pt x="101104" y="9613"/>
                  </a:lnTo>
                  <a:lnTo>
                    <a:pt x="101231" y="8902"/>
                  </a:lnTo>
                  <a:lnTo>
                    <a:pt x="101155" y="7366"/>
                  </a:lnTo>
                  <a:lnTo>
                    <a:pt x="101079" y="5842"/>
                  </a:lnTo>
                  <a:lnTo>
                    <a:pt x="100749" y="4660"/>
                  </a:lnTo>
                  <a:lnTo>
                    <a:pt x="104736" y="9321"/>
                  </a:lnTo>
                  <a:lnTo>
                    <a:pt x="104736" y="4927"/>
                  </a:lnTo>
                  <a:lnTo>
                    <a:pt x="104254" y="4356"/>
                  </a:lnTo>
                  <a:lnTo>
                    <a:pt x="100723" y="254"/>
                  </a:lnTo>
                  <a:lnTo>
                    <a:pt x="100723" y="4622"/>
                  </a:lnTo>
                  <a:lnTo>
                    <a:pt x="100253" y="4648"/>
                  </a:lnTo>
                  <a:lnTo>
                    <a:pt x="100507" y="4356"/>
                  </a:lnTo>
                  <a:lnTo>
                    <a:pt x="100723" y="4622"/>
                  </a:lnTo>
                  <a:lnTo>
                    <a:pt x="100723" y="254"/>
                  </a:lnTo>
                  <a:lnTo>
                    <a:pt x="100507" y="0"/>
                  </a:lnTo>
                  <a:lnTo>
                    <a:pt x="86563" y="16281"/>
                  </a:lnTo>
                  <a:lnTo>
                    <a:pt x="86563" y="25158"/>
                  </a:lnTo>
                  <a:lnTo>
                    <a:pt x="85991" y="25006"/>
                  </a:lnTo>
                  <a:lnTo>
                    <a:pt x="84683" y="25095"/>
                  </a:lnTo>
                  <a:lnTo>
                    <a:pt x="83375" y="25171"/>
                  </a:lnTo>
                  <a:lnTo>
                    <a:pt x="82346" y="25565"/>
                  </a:lnTo>
                  <a:lnTo>
                    <a:pt x="82346" y="26365"/>
                  </a:lnTo>
                  <a:lnTo>
                    <a:pt x="82003" y="25946"/>
                  </a:lnTo>
                  <a:lnTo>
                    <a:pt x="82308" y="25590"/>
                  </a:lnTo>
                  <a:lnTo>
                    <a:pt x="82346" y="26365"/>
                  </a:lnTo>
                  <a:lnTo>
                    <a:pt x="82346" y="25565"/>
                  </a:lnTo>
                  <a:lnTo>
                    <a:pt x="86321" y="20916"/>
                  </a:lnTo>
                  <a:lnTo>
                    <a:pt x="86233" y="21399"/>
                  </a:lnTo>
                  <a:lnTo>
                    <a:pt x="86385" y="24472"/>
                  </a:lnTo>
                  <a:lnTo>
                    <a:pt x="86563" y="25158"/>
                  </a:lnTo>
                  <a:lnTo>
                    <a:pt x="86563" y="16281"/>
                  </a:lnTo>
                  <a:lnTo>
                    <a:pt x="78270" y="25946"/>
                  </a:lnTo>
                  <a:lnTo>
                    <a:pt x="100507" y="51892"/>
                  </a:lnTo>
                  <a:lnTo>
                    <a:pt x="104254" y="47523"/>
                  </a:lnTo>
                  <a:lnTo>
                    <a:pt x="117652" y="31889"/>
                  </a:lnTo>
                  <a:lnTo>
                    <a:pt x="117652" y="27520"/>
                  </a:lnTo>
                  <a:lnTo>
                    <a:pt x="114884" y="30759"/>
                  </a:lnTo>
                  <a:lnTo>
                    <a:pt x="114985" y="30162"/>
                  </a:lnTo>
                  <a:lnTo>
                    <a:pt x="114846" y="27089"/>
                  </a:lnTo>
                  <a:lnTo>
                    <a:pt x="114642" y="26416"/>
                  </a:lnTo>
                  <a:lnTo>
                    <a:pt x="115265" y="26555"/>
                  </a:lnTo>
                  <a:lnTo>
                    <a:pt x="117652" y="26403"/>
                  </a:lnTo>
                  <a:lnTo>
                    <a:pt x="117652" y="24942"/>
                  </a:lnTo>
                  <a:lnTo>
                    <a:pt x="115189" y="25095"/>
                  </a:lnTo>
                  <a:lnTo>
                    <a:pt x="114566" y="25336"/>
                  </a:lnTo>
                  <a:lnTo>
                    <a:pt x="114706" y="24612"/>
                  </a:lnTo>
                  <a:lnTo>
                    <a:pt x="114630" y="23075"/>
                  </a:lnTo>
                  <a:lnTo>
                    <a:pt x="114554" y="21551"/>
                  </a:lnTo>
                  <a:lnTo>
                    <a:pt x="114287" y="20599"/>
                  </a:lnTo>
                  <a:lnTo>
                    <a:pt x="114287" y="31457"/>
                  </a:lnTo>
                  <a:lnTo>
                    <a:pt x="100507" y="47523"/>
                  </a:lnTo>
                  <a:lnTo>
                    <a:pt x="95707" y="41948"/>
                  </a:lnTo>
                  <a:lnTo>
                    <a:pt x="96786" y="42202"/>
                  </a:lnTo>
                  <a:lnTo>
                    <a:pt x="99415" y="42037"/>
                  </a:lnTo>
                  <a:lnTo>
                    <a:pt x="99987" y="41821"/>
                  </a:lnTo>
                  <a:lnTo>
                    <a:pt x="99872" y="42519"/>
                  </a:lnTo>
                  <a:lnTo>
                    <a:pt x="99936" y="44056"/>
                  </a:lnTo>
                  <a:lnTo>
                    <a:pt x="100012" y="45580"/>
                  </a:lnTo>
                  <a:lnTo>
                    <a:pt x="100355" y="46799"/>
                  </a:lnTo>
                  <a:lnTo>
                    <a:pt x="101041" y="46761"/>
                  </a:lnTo>
                  <a:lnTo>
                    <a:pt x="101257" y="45504"/>
                  </a:lnTo>
                  <a:lnTo>
                    <a:pt x="101117" y="42443"/>
                  </a:lnTo>
                  <a:lnTo>
                    <a:pt x="100914" y="41757"/>
                  </a:lnTo>
                  <a:lnTo>
                    <a:pt x="101536" y="41897"/>
                  </a:lnTo>
                  <a:lnTo>
                    <a:pt x="102844" y="41821"/>
                  </a:lnTo>
                  <a:lnTo>
                    <a:pt x="104152" y="41732"/>
                  </a:lnTo>
                  <a:lnTo>
                    <a:pt x="105219" y="41351"/>
                  </a:lnTo>
                  <a:lnTo>
                    <a:pt x="105168" y="40538"/>
                  </a:lnTo>
                  <a:lnTo>
                    <a:pt x="104089" y="40271"/>
                  </a:lnTo>
                  <a:lnTo>
                    <a:pt x="101460" y="40449"/>
                  </a:lnTo>
                  <a:lnTo>
                    <a:pt x="100850" y="40678"/>
                  </a:lnTo>
                  <a:lnTo>
                    <a:pt x="100977" y="39954"/>
                  </a:lnTo>
                  <a:lnTo>
                    <a:pt x="100901" y="38430"/>
                  </a:lnTo>
                  <a:lnTo>
                    <a:pt x="100825" y="36906"/>
                  </a:lnTo>
                  <a:lnTo>
                    <a:pt x="100495" y="35674"/>
                  </a:lnTo>
                  <a:lnTo>
                    <a:pt x="99809" y="35712"/>
                  </a:lnTo>
                  <a:lnTo>
                    <a:pt x="99580" y="36969"/>
                  </a:lnTo>
                  <a:lnTo>
                    <a:pt x="99733" y="40043"/>
                  </a:lnTo>
                  <a:lnTo>
                    <a:pt x="99910" y="40728"/>
                  </a:lnTo>
                  <a:lnTo>
                    <a:pt x="99339" y="40576"/>
                  </a:lnTo>
                  <a:lnTo>
                    <a:pt x="98031" y="40665"/>
                  </a:lnTo>
                  <a:lnTo>
                    <a:pt x="96723" y="40741"/>
                  </a:lnTo>
                  <a:lnTo>
                    <a:pt x="95656" y="41135"/>
                  </a:lnTo>
                  <a:lnTo>
                    <a:pt x="95694" y="41935"/>
                  </a:lnTo>
                  <a:lnTo>
                    <a:pt x="82359" y="26377"/>
                  </a:lnTo>
                  <a:lnTo>
                    <a:pt x="83439" y="26631"/>
                  </a:lnTo>
                  <a:lnTo>
                    <a:pt x="86067" y="26466"/>
                  </a:lnTo>
                  <a:lnTo>
                    <a:pt x="86639" y="26250"/>
                  </a:lnTo>
                  <a:lnTo>
                    <a:pt x="86525" y="26949"/>
                  </a:lnTo>
                  <a:lnTo>
                    <a:pt x="86601" y="28486"/>
                  </a:lnTo>
                  <a:lnTo>
                    <a:pt x="86664" y="30010"/>
                  </a:lnTo>
                  <a:lnTo>
                    <a:pt x="87007" y="31242"/>
                  </a:lnTo>
                  <a:lnTo>
                    <a:pt x="87693" y="31191"/>
                  </a:lnTo>
                  <a:lnTo>
                    <a:pt x="87909" y="29933"/>
                  </a:lnTo>
                  <a:lnTo>
                    <a:pt x="87769" y="26873"/>
                  </a:lnTo>
                  <a:lnTo>
                    <a:pt x="87579" y="26187"/>
                  </a:lnTo>
                  <a:lnTo>
                    <a:pt x="88188" y="26327"/>
                  </a:lnTo>
                  <a:lnTo>
                    <a:pt x="89496" y="26250"/>
                  </a:lnTo>
                  <a:lnTo>
                    <a:pt x="90805" y="26162"/>
                  </a:lnTo>
                  <a:lnTo>
                    <a:pt x="91871" y="25781"/>
                  </a:lnTo>
                  <a:lnTo>
                    <a:pt x="91821" y="24968"/>
                  </a:lnTo>
                  <a:lnTo>
                    <a:pt x="90741" y="24714"/>
                  </a:lnTo>
                  <a:lnTo>
                    <a:pt x="88125" y="24879"/>
                  </a:lnTo>
                  <a:lnTo>
                    <a:pt x="87503" y="25120"/>
                  </a:lnTo>
                  <a:lnTo>
                    <a:pt x="87630" y="24384"/>
                  </a:lnTo>
                  <a:lnTo>
                    <a:pt x="87553" y="22860"/>
                  </a:lnTo>
                  <a:lnTo>
                    <a:pt x="87490" y="21336"/>
                  </a:lnTo>
                  <a:lnTo>
                    <a:pt x="87147" y="20104"/>
                  </a:lnTo>
                  <a:lnTo>
                    <a:pt x="86995" y="20116"/>
                  </a:lnTo>
                  <a:lnTo>
                    <a:pt x="100012" y="4940"/>
                  </a:lnTo>
                  <a:lnTo>
                    <a:pt x="99834" y="5918"/>
                  </a:lnTo>
                  <a:lnTo>
                    <a:pt x="99987" y="8978"/>
                  </a:lnTo>
                  <a:lnTo>
                    <a:pt x="100164" y="9664"/>
                  </a:lnTo>
                  <a:lnTo>
                    <a:pt x="99593" y="9512"/>
                  </a:lnTo>
                  <a:lnTo>
                    <a:pt x="98285" y="9601"/>
                  </a:lnTo>
                  <a:lnTo>
                    <a:pt x="96977" y="9690"/>
                  </a:lnTo>
                  <a:lnTo>
                    <a:pt x="95910" y="10071"/>
                  </a:lnTo>
                  <a:lnTo>
                    <a:pt x="95961" y="10883"/>
                  </a:lnTo>
                  <a:lnTo>
                    <a:pt x="97040" y="11137"/>
                  </a:lnTo>
                  <a:lnTo>
                    <a:pt x="99669" y="10972"/>
                  </a:lnTo>
                  <a:lnTo>
                    <a:pt x="100241" y="10756"/>
                  </a:lnTo>
                  <a:lnTo>
                    <a:pt x="100126" y="11455"/>
                  </a:lnTo>
                  <a:lnTo>
                    <a:pt x="100203" y="12992"/>
                  </a:lnTo>
                  <a:lnTo>
                    <a:pt x="100266" y="14516"/>
                  </a:lnTo>
                  <a:lnTo>
                    <a:pt x="100609" y="15748"/>
                  </a:lnTo>
                  <a:lnTo>
                    <a:pt x="101295" y="15697"/>
                  </a:lnTo>
                  <a:lnTo>
                    <a:pt x="101511" y="14439"/>
                  </a:lnTo>
                  <a:lnTo>
                    <a:pt x="101371" y="11379"/>
                  </a:lnTo>
                  <a:lnTo>
                    <a:pt x="101180" y="10706"/>
                  </a:lnTo>
                  <a:lnTo>
                    <a:pt x="101790" y="10845"/>
                  </a:lnTo>
                  <a:lnTo>
                    <a:pt x="103098" y="10756"/>
                  </a:lnTo>
                  <a:lnTo>
                    <a:pt x="104406" y="10668"/>
                  </a:lnTo>
                  <a:lnTo>
                    <a:pt x="105473" y="10287"/>
                  </a:lnTo>
                  <a:lnTo>
                    <a:pt x="114198" y="20345"/>
                  </a:lnTo>
                  <a:lnTo>
                    <a:pt x="113525" y="20370"/>
                  </a:lnTo>
                  <a:lnTo>
                    <a:pt x="113309" y="21628"/>
                  </a:lnTo>
                  <a:lnTo>
                    <a:pt x="113461" y="24688"/>
                  </a:lnTo>
                  <a:lnTo>
                    <a:pt x="113639" y="25374"/>
                  </a:lnTo>
                  <a:lnTo>
                    <a:pt x="113055" y="25234"/>
                  </a:lnTo>
                  <a:lnTo>
                    <a:pt x="111747" y="25311"/>
                  </a:lnTo>
                  <a:lnTo>
                    <a:pt x="110439" y="25400"/>
                  </a:lnTo>
                  <a:lnTo>
                    <a:pt x="109385" y="25781"/>
                  </a:lnTo>
                  <a:lnTo>
                    <a:pt x="109423" y="26593"/>
                  </a:lnTo>
                  <a:lnTo>
                    <a:pt x="110502" y="26847"/>
                  </a:lnTo>
                  <a:lnTo>
                    <a:pt x="113131" y="26682"/>
                  </a:lnTo>
                  <a:lnTo>
                    <a:pt x="113715" y="26479"/>
                  </a:lnTo>
                  <a:lnTo>
                    <a:pt x="113588" y="27178"/>
                  </a:lnTo>
                  <a:lnTo>
                    <a:pt x="113665" y="28702"/>
                  </a:lnTo>
                  <a:lnTo>
                    <a:pt x="113741" y="30238"/>
                  </a:lnTo>
                  <a:lnTo>
                    <a:pt x="114071" y="31457"/>
                  </a:lnTo>
                  <a:lnTo>
                    <a:pt x="114287" y="31457"/>
                  </a:lnTo>
                  <a:lnTo>
                    <a:pt x="114287" y="20599"/>
                  </a:lnTo>
                  <a:lnTo>
                    <a:pt x="114223" y="20370"/>
                  </a:lnTo>
                  <a:lnTo>
                    <a:pt x="117652" y="24358"/>
                  </a:lnTo>
                  <a:lnTo>
                    <a:pt x="117652" y="19989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 descr=""/>
            <p:cNvSpPr/>
            <p:nvPr/>
          </p:nvSpPr>
          <p:spPr>
            <a:xfrm>
              <a:off x="10570934" y="7813516"/>
              <a:ext cx="118110" cy="128270"/>
            </a:xfrm>
            <a:custGeom>
              <a:avLst/>
              <a:gdLst/>
              <a:ahLst/>
              <a:cxnLst/>
              <a:rect l="l" t="t" r="r" b="b"/>
              <a:pathLst>
                <a:path w="118109" h="128270">
                  <a:moveTo>
                    <a:pt x="2082" y="106921"/>
                  </a:moveTo>
                  <a:lnTo>
                    <a:pt x="2044" y="106108"/>
                  </a:lnTo>
                  <a:lnTo>
                    <a:pt x="965" y="105854"/>
                  </a:lnTo>
                  <a:lnTo>
                    <a:pt x="0" y="105918"/>
                  </a:lnTo>
                  <a:lnTo>
                    <a:pt x="0" y="107378"/>
                  </a:lnTo>
                  <a:lnTo>
                    <a:pt x="1028" y="107302"/>
                  </a:lnTo>
                  <a:lnTo>
                    <a:pt x="2082" y="106921"/>
                  </a:lnTo>
                  <a:close/>
                </a:path>
                <a:path w="118109" h="128270">
                  <a:moveTo>
                    <a:pt x="15557" y="122631"/>
                  </a:moveTo>
                  <a:lnTo>
                    <a:pt x="15519" y="121831"/>
                  </a:lnTo>
                  <a:lnTo>
                    <a:pt x="14439" y="121564"/>
                  </a:lnTo>
                  <a:lnTo>
                    <a:pt x="11811" y="121729"/>
                  </a:lnTo>
                  <a:lnTo>
                    <a:pt x="11188" y="121970"/>
                  </a:lnTo>
                  <a:lnTo>
                    <a:pt x="11315" y="121246"/>
                  </a:lnTo>
                  <a:lnTo>
                    <a:pt x="11252" y="119710"/>
                  </a:lnTo>
                  <a:lnTo>
                    <a:pt x="11176" y="118186"/>
                  </a:lnTo>
                  <a:lnTo>
                    <a:pt x="10845" y="116967"/>
                  </a:lnTo>
                  <a:lnTo>
                    <a:pt x="10147" y="117005"/>
                  </a:lnTo>
                  <a:lnTo>
                    <a:pt x="9931" y="118262"/>
                  </a:lnTo>
                  <a:lnTo>
                    <a:pt x="10071" y="121323"/>
                  </a:lnTo>
                  <a:lnTo>
                    <a:pt x="10248" y="122008"/>
                  </a:lnTo>
                  <a:lnTo>
                    <a:pt x="9677" y="121869"/>
                  </a:lnTo>
                  <a:lnTo>
                    <a:pt x="8369" y="121945"/>
                  </a:lnTo>
                  <a:lnTo>
                    <a:pt x="7061" y="122034"/>
                  </a:lnTo>
                  <a:lnTo>
                    <a:pt x="6007" y="122415"/>
                  </a:lnTo>
                  <a:lnTo>
                    <a:pt x="6045" y="123228"/>
                  </a:lnTo>
                  <a:lnTo>
                    <a:pt x="7124" y="123482"/>
                  </a:lnTo>
                  <a:lnTo>
                    <a:pt x="9753" y="123317"/>
                  </a:lnTo>
                  <a:lnTo>
                    <a:pt x="10325" y="123113"/>
                  </a:lnTo>
                  <a:lnTo>
                    <a:pt x="10210" y="123812"/>
                  </a:lnTo>
                  <a:lnTo>
                    <a:pt x="10287" y="125336"/>
                  </a:lnTo>
                  <a:lnTo>
                    <a:pt x="10363" y="126873"/>
                  </a:lnTo>
                  <a:lnTo>
                    <a:pt x="10693" y="128092"/>
                  </a:lnTo>
                  <a:lnTo>
                    <a:pt x="11391" y="128054"/>
                  </a:lnTo>
                  <a:lnTo>
                    <a:pt x="11607" y="126796"/>
                  </a:lnTo>
                  <a:lnTo>
                    <a:pt x="11455" y="123723"/>
                  </a:lnTo>
                  <a:lnTo>
                    <a:pt x="11264" y="123037"/>
                  </a:lnTo>
                  <a:lnTo>
                    <a:pt x="11887" y="123190"/>
                  </a:lnTo>
                  <a:lnTo>
                    <a:pt x="13195" y="123101"/>
                  </a:lnTo>
                  <a:lnTo>
                    <a:pt x="14503" y="123024"/>
                  </a:lnTo>
                  <a:lnTo>
                    <a:pt x="15557" y="122631"/>
                  </a:lnTo>
                  <a:close/>
                </a:path>
                <a:path w="118109" h="128270">
                  <a:moveTo>
                    <a:pt x="39979" y="25946"/>
                  </a:moveTo>
                  <a:lnTo>
                    <a:pt x="36233" y="21590"/>
                  </a:lnTo>
                  <a:lnTo>
                    <a:pt x="36233" y="25946"/>
                  </a:lnTo>
                  <a:lnTo>
                    <a:pt x="32092" y="30772"/>
                  </a:lnTo>
                  <a:lnTo>
                    <a:pt x="32207" y="30162"/>
                  </a:lnTo>
                  <a:lnTo>
                    <a:pt x="32067" y="27101"/>
                  </a:lnTo>
                  <a:lnTo>
                    <a:pt x="31864" y="26416"/>
                  </a:lnTo>
                  <a:lnTo>
                    <a:pt x="32486" y="26555"/>
                  </a:lnTo>
                  <a:lnTo>
                    <a:pt x="33794" y="26479"/>
                  </a:lnTo>
                  <a:lnTo>
                    <a:pt x="35102" y="26390"/>
                  </a:lnTo>
                  <a:lnTo>
                    <a:pt x="36156" y="26009"/>
                  </a:lnTo>
                  <a:lnTo>
                    <a:pt x="36144" y="25857"/>
                  </a:lnTo>
                  <a:lnTo>
                    <a:pt x="36233" y="21590"/>
                  </a:lnTo>
                  <a:lnTo>
                    <a:pt x="35445" y="20662"/>
                  </a:lnTo>
                  <a:lnTo>
                    <a:pt x="35445" y="25044"/>
                  </a:lnTo>
                  <a:lnTo>
                    <a:pt x="35039" y="24942"/>
                  </a:lnTo>
                  <a:lnTo>
                    <a:pt x="32410" y="25107"/>
                  </a:lnTo>
                  <a:lnTo>
                    <a:pt x="31800" y="25336"/>
                  </a:lnTo>
                  <a:lnTo>
                    <a:pt x="31927" y="24612"/>
                  </a:lnTo>
                  <a:lnTo>
                    <a:pt x="31851" y="23088"/>
                  </a:lnTo>
                  <a:lnTo>
                    <a:pt x="31775" y="21564"/>
                  </a:lnTo>
                  <a:lnTo>
                    <a:pt x="31445" y="20383"/>
                  </a:lnTo>
                  <a:lnTo>
                    <a:pt x="35445" y="25044"/>
                  </a:lnTo>
                  <a:lnTo>
                    <a:pt x="35445" y="20662"/>
                  </a:lnTo>
                  <a:lnTo>
                    <a:pt x="21945" y="4927"/>
                  </a:lnTo>
                  <a:lnTo>
                    <a:pt x="21945" y="9321"/>
                  </a:lnTo>
                  <a:lnTo>
                    <a:pt x="21577" y="9220"/>
                  </a:lnTo>
                  <a:lnTo>
                    <a:pt x="18948" y="9385"/>
                  </a:lnTo>
                  <a:lnTo>
                    <a:pt x="18326" y="9626"/>
                  </a:lnTo>
                  <a:lnTo>
                    <a:pt x="18453" y="8902"/>
                  </a:lnTo>
                  <a:lnTo>
                    <a:pt x="18376" y="7378"/>
                  </a:lnTo>
                  <a:lnTo>
                    <a:pt x="18313" y="5842"/>
                  </a:lnTo>
                  <a:lnTo>
                    <a:pt x="17970" y="4673"/>
                  </a:lnTo>
                  <a:lnTo>
                    <a:pt x="21945" y="9321"/>
                  </a:lnTo>
                  <a:lnTo>
                    <a:pt x="21945" y="4927"/>
                  </a:lnTo>
                  <a:lnTo>
                    <a:pt x="21475" y="4368"/>
                  </a:lnTo>
                  <a:lnTo>
                    <a:pt x="17945" y="254"/>
                  </a:lnTo>
                  <a:lnTo>
                    <a:pt x="17945" y="4635"/>
                  </a:lnTo>
                  <a:lnTo>
                    <a:pt x="17487" y="4660"/>
                  </a:lnTo>
                  <a:lnTo>
                    <a:pt x="17729" y="4368"/>
                  </a:lnTo>
                  <a:lnTo>
                    <a:pt x="17945" y="4635"/>
                  </a:lnTo>
                  <a:lnTo>
                    <a:pt x="17945" y="254"/>
                  </a:lnTo>
                  <a:lnTo>
                    <a:pt x="17729" y="0"/>
                  </a:lnTo>
                  <a:lnTo>
                    <a:pt x="0" y="20701"/>
                  </a:lnTo>
                  <a:lnTo>
                    <a:pt x="0" y="25057"/>
                  </a:lnTo>
                  <a:lnTo>
                    <a:pt x="3543" y="20916"/>
                  </a:lnTo>
                  <a:lnTo>
                    <a:pt x="3467" y="21412"/>
                  </a:lnTo>
                  <a:lnTo>
                    <a:pt x="3606" y="24485"/>
                  </a:lnTo>
                  <a:lnTo>
                    <a:pt x="3784" y="25158"/>
                  </a:lnTo>
                  <a:lnTo>
                    <a:pt x="3213" y="25019"/>
                  </a:lnTo>
                  <a:lnTo>
                    <a:pt x="596" y="25184"/>
                  </a:lnTo>
                  <a:lnTo>
                    <a:pt x="0" y="25400"/>
                  </a:lnTo>
                  <a:lnTo>
                    <a:pt x="0" y="26479"/>
                  </a:lnTo>
                  <a:lnTo>
                    <a:pt x="660" y="26644"/>
                  </a:lnTo>
                  <a:lnTo>
                    <a:pt x="3289" y="26466"/>
                  </a:lnTo>
                  <a:lnTo>
                    <a:pt x="3860" y="26263"/>
                  </a:lnTo>
                  <a:lnTo>
                    <a:pt x="3746" y="26962"/>
                  </a:lnTo>
                  <a:lnTo>
                    <a:pt x="3822" y="28486"/>
                  </a:lnTo>
                  <a:lnTo>
                    <a:pt x="3886" y="30022"/>
                  </a:lnTo>
                  <a:lnTo>
                    <a:pt x="4229" y="31242"/>
                  </a:lnTo>
                  <a:lnTo>
                    <a:pt x="4914" y="31203"/>
                  </a:lnTo>
                  <a:lnTo>
                    <a:pt x="5143" y="29946"/>
                  </a:lnTo>
                  <a:lnTo>
                    <a:pt x="4991" y="26873"/>
                  </a:lnTo>
                  <a:lnTo>
                    <a:pt x="4800" y="26200"/>
                  </a:lnTo>
                  <a:lnTo>
                    <a:pt x="5410" y="26339"/>
                  </a:lnTo>
                  <a:lnTo>
                    <a:pt x="6731" y="26250"/>
                  </a:lnTo>
                  <a:lnTo>
                    <a:pt x="8039" y="26174"/>
                  </a:lnTo>
                  <a:lnTo>
                    <a:pt x="9093" y="25781"/>
                  </a:lnTo>
                  <a:lnTo>
                    <a:pt x="9055" y="24980"/>
                  </a:lnTo>
                  <a:lnTo>
                    <a:pt x="7975" y="24714"/>
                  </a:lnTo>
                  <a:lnTo>
                    <a:pt x="5346" y="24879"/>
                  </a:lnTo>
                  <a:lnTo>
                    <a:pt x="4724" y="25120"/>
                  </a:lnTo>
                  <a:lnTo>
                    <a:pt x="4851" y="24396"/>
                  </a:lnTo>
                  <a:lnTo>
                    <a:pt x="4775" y="22872"/>
                  </a:lnTo>
                  <a:lnTo>
                    <a:pt x="4711" y="21336"/>
                  </a:lnTo>
                  <a:lnTo>
                    <a:pt x="4368" y="20116"/>
                  </a:lnTo>
                  <a:lnTo>
                    <a:pt x="4216" y="20129"/>
                  </a:lnTo>
                  <a:lnTo>
                    <a:pt x="17221" y="4953"/>
                  </a:lnTo>
                  <a:lnTo>
                    <a:pt x="17056" y="5918"/>
                  </a:lnTo>
                  <a:lnTo>
                    <a:pt x="17208" y="8991"/>
                  </a:lnTo>
                  <a:lnTo>
                    <a:pt x="17386" y="9677"/>
                  </a:lnTo>
                  <a:lnTo>
                    <a:pt x="16814" y="9525"/>
                  </a:lnTo>
                  <a:lnTo>
                    <a:pt x="15506" y="9613"/>
                  </a:lnTo>
                  <a:lnTo>
                    <a:pt x="14198" y="9690"/>
                  </a:lnTo>
                  <a:lnTo>
                    <a:pt x="13144" y="10083"/>
                  </a:lnTo>
                  <a:lnTo>
                    <a:pt x="13182" y="10883"/>
                  </a:lnTo>
                  <a:lnTo>
                    <a:pt x="14262" y="11150"/>
                  </a:lnTo>
                  <a:lnTo>
                    <a:pt x="16891" y="10985"/>
                  </a:lnTo>
                  <a:lnTo>
                    <a:pt x="17462" y="10769"/>
                  </a:lnTo>
                  <a:lnTo>
                    <a:pt x="17348" y="11468"/>
                  </a:lnTo>
                  <a:lnTo>
                    <a:pt x="17424" y="12992"/>
                  </a:lnTo>
                  <a:lnTo>
                    <a:pt x="17487" y="14528"/>
                  </a:lnTo>
                  <a:lnTo>
                    <a:pt x="17830" y="15748"/>
                  </a:lnTo>
                  <a:lnTo>
                    <a:pt x="18516" y="15709"/>
                  </a:lnTo>
                  <a:lnTo>
                    <a:pt x="18745" y="14452"/>
                  </a:lnTo>
                  <a:lnTo>
                    <a:pt x="18592" y="11379"/>
                  </a:lnTo>
                  <a:lnTo>
                    <a:pt x="18402" y="10706"/>
                  </a:lnTo>
                  <a:lnTo>
                    <a:pt x="19011" y="10845"/>
                  </a:lnTo>
                  <a:lnTo>
                    <a:pt x="20320" y="10756"/>
                  </a:lnTo>
                  <a:lnTo>
                    <a:pt x="21640" y="10680"/>
                  </a:lnTo>
                  <a:lnTo>
                    <a:pt x="22694" y="10287"/>
                  </a:lnTo>
                  <a:lnTo>
                    <a:pt x="31419" y="20345"/>
                  </a:lnTo>
                  <a:lnTo>
                    <a:pt x="30759" y="20383"/>
                  </a:lnTo>
                  <a:lnTo>
                    <a:pt x="30530" y="21628"/>
                  </a:lnTo>
                  <a:lnTo>
                    <a:pt x="30683" y="24701"/>
                  </a:lnTo>
                  <a:lnTo>
                    <a:pt x="30861" y="25387"/>
                  </a:lnTo>
                  <a:lnTo>
                    <a:pt x="30289" y="25234"/>
                  </a:lnTo>
                  <a:lnTo>
                    <a:pt x="28981" y="25323"/>
                  </a:lnTo>
                  <a:lnTo>
                    <a:pt x="27660" y="25400"/>
                  </a:lnTo>
                  <a:lnTo>
                    <a:pt x="26606" y="25793"/>
                  </a:lnTo>
                  <a:lnTo>
                    <a:pt x="26657" y="26593"/>
                  </a:lnTo>
                  <a:lnTo>
                    <a:pt x="27724" y="26860"/>
                  </a:lnTo>
                  <a:lnTo>
                    <a:pt x="30353" y="26695"/>
                  </a:lnTo>
                  <a:lnTo>
                    <a:pt x="30937" y="26479"/>
                  </a:lnTo>
                  <a:lnTo>
                    <a:pt x="30822" y="27178"/>
                  </a:lnTo>
                  <a:lnTo>
                    <a:pt x="30886" y="28714"/>
                  </a:lnTo>
                  <a:lnTo>
                    <a:pt x="30962" y="30238"/>
                  </a:lnTo>
                  <a:lnTo>
                    <a:pt x="31305" y="31470"/>
                  </a:lnTo>
                  <a:lnTo>
                    <a:pt x="31508" y="31457"/>
                  </a:lnTo>
                  <a:lnTo>
                    <a:pt x="17729" y="47536"/>
                  </a:lnTo>
                  <a:lnTo>
                    <a:pt x="12941" y="41960"/>
                  </a:lnTo>
                  <a:lnTo>
                    <a:pt x="14008" y="42202"/>
                  </a:lnTo>
                  <a:lnTo>
                    <a:pt x="16637" y="42037"/>
                  </a:lnTo>
                  <a:lnTo>
                    <a:pt x="17208" y="41833"/>
                  </a:lnTo>
                  <a:lnTo>
                    <a:pt x="17094" y="42532"/>
                  </a:lnTo>
                  <a:lnTo>
                    <a:pt x="17170" y="44056"/>
                  </a:lnTo>
                  <a:lnTo>
                    <a:pt x="17233" y="45593"/>
                  </a:lnTo>
                  <a:lnTo>
                    <a:pt x="17576" y="46812"/>
                  </a:lnTo>
                  <a:lnTo>
                    <a:pt x="18262" y="46774"/>
                  </a:lnTo>
                  <a:lnTo>
                    <a:pt x="18478" y="45516"/>
                  </a:lnTo>
                  <a:lnTo>
                    <a:pt x="18338" y="42443"/>
                  </a:lnTo>
                  <a:lnTo>
                    <a:pt x="18148" y="41770"/>
                  </a:lnTo>
                  <a:lnTo>
                    <a:pt x="18757" y="41910"/>
                  </a:lnTo>
                  <a:lnTo>
                    <a:pt x="20066" y="41821"/>
                  </a:lnTo>
                  <a:lnTo>
                    <a:pt x="21374" y="41744"/>
                  </a:lnTo>
                  <a:lnTo>
                    <a:pt x="22440" y="41351"/>
                  </a:lnTo>
                  <a:lnTo>
                    <a:pt x="22390" y="40551"/>
                  </a:lnTo>
                  <a:lnTo>
                    <a:pt x="21323" y="40284"/>
                  </a:lnTo>
                  <a:lnTo>
                    <a:pt x="18694" y="40449"/>
                  </a:lnTo>
                  <a:lnTo>
                    <a:pt x="18072" y="40690"/>
                  </a:lnTo>
                  <a:lnTo>
                    <a:pt x="18199" y="39966"/>
                  </a:lnTo>
                  <a:lnTo>
                    <a:pt x="18122" y="38430"/>
                  </a:lnTo>
                  <a:lnTo>
                    <a:pt x="18059" y="36906"/>
                  </a:lnTo>
                  <a:lnTo>
                    <a:pt x="17716" y="35687"/>
                  </a:lnTo>
                  <a:lnTo>
                    <a:pt x="17030" y="35725"/>
                  </a:lnTo>
                  <a:lnTo>
                    <a:pt x="16802" y="36982"/>
                  </a:lnTo>
                  <a:lnTo>
                    <a:pt x="16954" y="40043"/>
                  </a:lnTo>
                  <a:lnTo>
                    <a:pt x="17132" y="40728"/>
                  </a:lnTo>
                  <a:lnTo>
                    <a:pt x="16560" y="40589"/>
                  </a:lnTo>
                  <a:lnTo>
                    <a:pt x="15252" y="40665"/>
                  </a:lnTo>
                  <a:lnTo>
                    <a:pt x="13944" y="40754"/>
                  </a:lnTo>
                  <a:lnTo>
                    <a:pt x="12877" y="41135"/>
                  </a:lnTo>
                  <a:lnTo>
                    <a:pt x="12915" y="41935"/>
                  </a:lnTo>
                  <a:lnTo>
                    <a:pt x="0" y="26835"/>
                  </a:lnTo>
                  <a:lnTo>
                    <a:pt x="0" y="31203"/>
                  </a:lnTo>
                  <a:lnTo>
                    <a:pt x="17729" y="51892"/>
                  </a:lnTo>
                  <a:lnTo>
                    <a:pt x="21475" y="47536"/>
                  </a:lnTo>
                  <a:lnTo>
                    <a:pt x="39979" y="25946"/>
                  </a:lnTo>
                  <a:close/>
                </a:path>
                <a:path w="118109" h="128270">
                  <a:moveTo>
                    <a:pt x="60121" y="57556"/>
                  </a:moveTo>
                  <a:lnTo>
                    <a:pt x="56375" y="53200"/>
                  </a:lnTo>
                  <a:lnTo>
                    <a:pt x="56375" y="57556"/>
                  </a:lnTo>
                  <a:lnTo>
                    <a:pt x="52235" y="62382"/>
                  </a:lnTo>
                  <a:lnTo>
                    <a:pt x="52349" y="61772"/>
                  </a:lnTo>
                  <a:lnTo>
                    <a:pt x="52209" y="58712"/>
                  </a:lnTo>
                  <a:lnTo>
                    <a:pt x="52019" y="58026"/>
                  </a:lnTo>
                  <a:lnTo>
                    <a:pt x="52628" y="58166"/>
                  </a:lnTo>
                  <a:lnTo>
                    <a:pt x="53936" y="58089"/>
                  </a:lnTo>
                  <a:lnTo>
                    <a:pt x="55245" y="58000"/>
                  </a:lnTo>
                  <a:lnTo>
                    <a:pt x="56311" y="57619"/>
                  </a:lnTo>
                  <a:lnTo>
                    <a:pt x="56299" y="57480"/>
                  </a:lnTo>
                  <a:lnTo>
                    <a:pt x="56375" y="53200"/>
                  </a:lnTo>
                  <a:lnTo>
                    <a:pt x="55575" y="52260"/>
                  </a:lnTo>
                  <a:lnTo>
                    <a:pt x="55575" y="56642"/>
                  </a:lnTo>
                  <a:lnTo>
                    <a:pt x="55181" y="56540"/>
                  </a:lnTo>
                  <a:lnTo>
                    <a:pt x="52565" y="56718"/>
                  </a:lnTo>
                  <a:lnTo>
                    <a:pt x="51943" y="56946"/>
                  </a:lnTo>
                  <a:lnTo>
                    <a:pt x="52070" y="56222"/>
                  </a:lnTo>
                  <a:lnTo>
                    <a:pt x="51993" y="54698"/>
                  </a:lnTo>
                  <a:lnTo>
                    <a:pt x="51930" y="53162"/>
                  </a:lnTo>
                  <a:lnTo>
                    <a:pt x="51650" y="52222"/>
                  </a:lnTo>
                  <a:lnTo>
                    <a:pt x="51650" y="63068"/>
                  </a:lnTo>
                  <a:lnTo>
                    <a:pt x="37871" y="79133"/>
                  </a:lnTo>
                  <a:lnTo>
                    <a:pt x="33083" y="73571"/>
                  </a:lnTo>
                  <a:lnTo>
                    <a:pt x="34150" y="73812"/>
                  </a:lnTo>
                  <a:lnTo>
                    <a:pt x="36779" y="73647"/>
                  </a:lnTo>
                  <a:lnTo>
                    <a:pt x="37350" y="73444"/>
                  </a:lnTo>
                  <a:lnTo>
                    <a:pt x="37236" y="74142"/>
                  </a:lnTo>
                  <a:lnTo>
                    <a:pt x="37312" y="75666"/>
                  </a:lnTo>
                  <a:lnTo>
                    <a:pt x="37388" y="77190"/>
                  </a:lnTo>
                  <a:lnTo>
                    <a:pt x="37719" y="78422"/>
                  </a:lnTo>
                  <a:lnTo>
                    <a:pt x="38404" y="78371"/>
                  </a:lnTo>
                  <a:lnTo>
                    <a:pt x="38633" y="77127"/>
                  </a:lnTo>
                  <a:lnTo>
                    <a:pt x="38481" y="74053"/>
                  </a:lnTo>
                  <a:lnTo>
                    <a:pt x="38290" y="73380"/>
                  </a:lnTo>
                  <a:lnTo>
                    <a:pt x="38900" y="73520"/>
                  </a:lnTo>
                  <a:lnTo>
                    <a:pt x="40220" y="73431"/>
                  </a:lnTo>
                  <a:lnTo>
                    <a:pt x="41529" y="73342"/>
                  </a:lnTo>
                  <a:lnTo>
                    <a:pt x="42583" y="72961"/>
                  </a:lnTo>
                  <a:lnTo>
                    <a:pt x="42545" y="72148"/>
                  </a:lnTo>
                  <a:lnTo>
                    <a:pt x="41465" y="71894"/>
                  </a:lnTo>
                  <a:lnTo>
                    <a:pt x="38836" y="72059"/>
                  </a:lnTo>
                  <a:lnTo>
                    <a:pt x="38214" y="72301"/>
                  </a:lnTo>
                  <a:lnTo>
                    <a:pt x="38341" y="71577"/>
                  </a:lnTo>
                  <a:lnTo>
                    <a:pt x="38277" y="70040"/>
                  </a:lnTo>
                  <a:lnTo>
                    <a:pt x="38201" y="68516"/>
                  </a:lnTo>
                  <a:lnTo>
                    <a:pt x="37858" y="67284"/>
                  </a:lnTo>
                  <a:lnTo>
                    <a:pt x="37172" y="67335"/>
                  </a:lnTo>
                  <a:lnTo>
                    <a:pt x="36957" y="68592"/>
                  </a:lnTo>
                  <a:lnTo>
                    <a:pt x="37096" y="71653"/>
                  </a:lnTo>
                  <a:lnTo>
                    <a:pt x="37274" y="72339"/>
                  </a:lnTo>
                  <a:lnTo>
                    <a:pt x="36703" y="72186"/>
                  </a:lnTo>
                  <a:lnTo>
                    <a:pt x="35394" y="72275"/>
                  </a:lnTo>
                  <a:lnTo>
                    <a:pt x="34086" y="72364"/>
                  </a:lnTo>
                  <a:lnTo>
                    <a:pt x="33032" y="72745"/>
                  </a:lnTo>
                  <a:lnTo>
                    <a:pt x="33058" y="73545"/>
                  </a:lnTo>
                  <a:lnTo>
                    <a:pt x="19748" y="58000"/>
                  </a:lnTo>
                  <a:lnTo>
                    <a:pt x="20802" y="58242"/>
                  </a:lnTo>
                  <a:lnTo>
                    <a:pt x="23431" y="58077"/>
                  </a:lnTo>
                  <a:lnTo>
                    <a:pt x="24015" y="57873"/>
                  </a:lnTo>
                  <a:lnTo>
                    <a:pt x="23888" y="58572"/>
                  </a:lnTo>
                  <a:lnTo>
                    <a:pt x="23964" y="60096"/>
                  </a:lnTo>
                  <a:lnTo>
                    <a:pt x="24041" y="61620"/>
                  </a:lnTo>
                  <a:lnTo>
                    <a:pt x="24371" y="62852"/>
                  </a:lnTo>
                  <a:lnTo>
                    <a:pt x="25069" y="62814"/>
                  </a:lnTo>
                  <a:lnTo>
                    <a:pt x="25285" y="61556"/>
                  </a:lnTo>
                  <a:lnTo>
                    <a:pt x="25133" y="58483"/>
                  </a:lnTo>
                  <a:lnTo>
                    <a:pt x="24942" y="57797"/>
                  </a:lnTo>
                  <a:lnTo>
                    <a:pt x="25565" y="57950"/>
                  </a:lnTo>
                  <a:lnTo>
                    <a:pt x="26873" y="57861"/>
                  </a:lnTo>
                  <a:lnTo>
                    <a:pt x="28181" y="57785"/>
                  </a:lnTo>
                  <a:lnTo>
                    <a:pt x="29235" y="57391"/>
                  </a:lnTo>
                  <a:lnTo>
                    <a:pt x="29197" y="56591"/>
                  </a:lnTo>
                  <a:lnTo>
                    <a:pt x="28117" y="56324"/>
                  </a:lnTo>
                  <a:lnTo>
                    <a:pt x="25488" y="56489"/>
                  </a:lnTo>
                  <a:lnTo>
                    <a:pt x="24866" y="56730"/>
                  </a:lnTo>
                  <a:lnTo>
                    <a:pt x="24993" y="56007"/>
                  </a:lnTo>
                  <a:lnTo>
                    <a:pt x="24930" y="54470"/>
                  </a:lnTo>
                  <a:lnTo>
                    <a:pt x="24853" y="52946"/>
                  </a:lnTo>
                  <a:lnTo>
                    <a:pt x="24511" y="51727"/>
                  </a:lnTo>
                  <a:lnTo>
                    <a:pt x="24358" y="51739"/>
                  </a:lnTo>
                  <a:lnTo>
                    <a:pt x="37376" y="36563"/>
                  </a:lnTo>
                  <a:lnTo>
                    <a:pt x="37211" y="37528"/>
                  </a:lnTo>
                  <a:lnTo>
                    <a:pt x="37350" y="40589"/>
                  </a:lnTo>
                  <a:lnTo>
                    <a:pt x="37528" y="41275"/>
                  </a:lnTo>
                  <a:lnTo>
                    <a:pt x="36957" y="41135"/>
                  </a:lnTo>
                  <a:lnTo>
                    <a:pt x="35648" y="41211"/>
                  </a:lnTo>
                  <a:lnTo>
                    <a:pt x="34340" y="41300"/>
                  </a:lnTo>
                  <a:lnTo>
                    <a:pt x="33286" y="41681"/>
                  </a:lnTo>
                  <a:lnTo>
                    <a:pt x="33324" y="42494"/>
                  </a:lnTo>
                  <a:lnTo>
                    <a:pt x="34404" y="42760"/>
                  </a:lnTo>
                  <a:lnTo>
                    <a:pt x="37033" y="42583"/>
                  </a:lnTo>
                  <a:lnTo>
                    <a:pt x="38074" y="42202"/>
                  </a:lnTo>
                  <a:lnTo>
                    <a:pt x="38049" y="41795"/>
                  </a:lnTo>
                  <a:lnTo>
                    <a:pt x="38379" y="41770"/>
                  </a:lnTo>
                  <a:lnTo>
                    <a:pt x="38595" y="40513"/>
                  </a:lnTo>
                  <a:lnTo>
                    <a:pt x="38531" y="38989"/>
                  </a:lnTo>
                  <a:lnTo>
                    <a:pt x="38455" y="37452"/>
                  </a:lnTo>
                  <a:lnTo>
                    <a:pt x="38112" y="36283"/>
                  </a:lnTo>
                  <a:lnTo>
                    <a:pt x="51562" y="51955"/>
                  </a:lnTo>
                  <a:lnTo>
                    <a:pt x="50901" y="51981"/>
                  </a:lnTo>
                  <a:lnTo>
                    <a:pt x="50673" y="53238"/>
                  </a:lnTo>
                  <a:lnTo>
                    <a:pt x="50825" y="56311"/>
                  </a:lnTo>
                  <a:lnTo>
                    <a:pt x="51003" y="56997"/>
                  </a:lnTo>
                  <a:lnTo>
                    <a:pt x="50431" y="56845"/>
                  </a:lnTo>
                  <a:lnTo>
                    <a:pt x="49123" y="56934"/>
                  </a:lnTo>
                  <a:lnTo>
                    <a:pt x="47815" y="57010"/>
                  </a:lnTo>
                  <a:lnTo>
                    <a:pt x="46748" y="57404"/>
                  </a:lnTo>
                  <a:lnTo>
                    <a:pt x="46799" y="58204"/>
                  </a:lnTo>
                  <a:lnTo>
                    <a:pt x="47879" y="58470"/>
                  </a:lnTo>
                  <a:lnTo>
                    <a:pt x="50507" y="58305"/>
                  </a:lnTo>
                  <a:lnTo>
                    <a:pt x="51079" y="58089"/>
                  </a:lnTo>
                  <a:lnTo>
                    <a:pt x="50965" y="58788"/>
                  </a:lnTo>
                  <a:lnTo>
                    <a:pt x="51041" y="60325"/>
                  </a:lnTo>
                  <a:lnTo>
                    <a:pt x="51104" y="61849"/>
                  </a:lnTo>
                  <a:lnTo>
                    <a:pt x="51447" y="63068"/>
                  </a:lnTo>
                  <a:lnTo>
                    <a:pt x="51650" y="63068"/>
                  </a:lnTo>
                  <a:lnTo>
                    <a:pt x="51650" y="52222"/>
                  </a:lnTo>
                  <a:lnTo>
                    <a:pt x="51587" y="51993"/>
                  </a:lnTo>
                  <a:lnTo>
                    <a:pt x="55575" y="56642"/>
                  </a:lnTo>
                  <a:lnTo>
                    <a:pt x="55575" y="52260"/>
                  </a:lnTo>
                  <a:lnTo>
                    <a:pt x="41617" y="35979"/>
                  </a:lnTo>
                  <a:lnTo>
                    <a:pt x="38087" y="31864"/>
                  </a:lnTo>
                  <a:lnTo>
                    <a:pt x="38087" y="36245"/>
                  </a:lnTo>
                  <a:lnTo>
                    <a:pt x="37630" y="36271"/>
                  </a:lnTo>
                  <a:lnTo>
                    <a:pt x="37871" y="35979"/>
                  </a:lnTo>
                  <a:lnTo>
                    <a:pt x="38087" y="36245"/>
                  </a:lnTo>
                  <a:lnTo>
                    <a:pt x="38087" y="31864"/>
                  </a:lnTo>
                  <a:lnTo>
                    <a:pt x="37871" y="31610"/>
                  </a:lnTo>
                  <a:lnTo>
                    <a:pt x="23926" y="47891"/>
                  </a:lnTo>
                  <a:lnTo>
                    <a:pt x="23926" y="56769"/>
                  </a:lnTo>
                  <a:lnTo>
                    <a:pt x="23355" y="56629"/>
                  </a:lnTo>
                  <a:lnTo>
                    <a:pt x="22047" y="56705"/>
                  </a:lnTo>
                  <a:lnTo>
                    <a:pt x="20739" y="56794"/>
                  </a:lnTo>
                  <a:lnTo>
                    <a:pt x="19710" y="57175"/>
                  </a:lnTo>
                  <a:lnTo>
                    <a:pt x="19710" y="57962"/>
                  </a:lnTo>
                  <a:lnTo>
                    <a:pt x="19380" y="57556"/>
                  </a:lnTo>
                  <a:lnTo>
                    <a:pt x="19685" y="57200"/>
                  </a:lnTo>
                  <a:lnTo>
                    <a:pt x="19710" y="57962"/>
                  </a:lnTo>
                  <a:lnTo>
                    <a:pt x="19710" y="57175"/>
                  </a:lnTo>
                  <a:lnTo>
                    <a:pt x="23685" y="52527"/>
                  </a:lnTo>
                  <a:lnTo>
                    <a:pt x="23609" y="53022"/>
                  </a:lnTo>
                  <a:lnTo>
                    <a:pt x="23749" y="56083"/>
                  </a:lnTo>
                  <a:lnTo>
                    <a:pt x="23926" y="56769"/>
                  </a:lnTo>
                  <a:lnTo>
                    <a:pt x="23926" y="47891"/>
                  </a:lnTo>
                  <a:lnTo>
                    <a:pt x="15633" y="57556"/>
                  </a:lnTo>
                  <a:lnTo>
                    <a:pt x="37871" y="83502"/>
                  </a:lnTo>
                  <a:lnTo>
                    <a:pt x="41617" y="79133"/>
                  </a:lnTo>
                  <a:lnTo>
                    <a:pt x="60121" y="57556"/>
                  </a:lnTo>
                  <a:close/>
                </a:path>
                <a:path w="118109" h="128270">
                  <a:moveTo>
                    <a:pt x="117652" y="85013"/>
                  </a:moveTo>
                  <a:lnTo>
                    <a:pt x="104724" y="69951"/>
                  </a:lnTo>
                  <a:lnTo>
                    <a:pt x="104724" y="74345"/>
                  </a:lnTo>
                  <a:lnTo>
                    <a:pt x="104343" y="74244"/>
                  </a:lnTo>
                  <a:lnTo>
                    <a:pt x="101714" y="74409"/>
                  </a:lnTo>
                  <a:lnTo>
                    <a:pt x="101104" y="74650"/>
                  </a:lnTo>
                  <a:lnTo>
                    <a:pt x="101231" y="73926"/>
                  </a:lnTo>
                  <a:lnTo>
                    <a:pt x="101155" y="72390"/>
                  </a:lnTo>
                  <a:lnTo>
                    <a:pt x="101079" y="70866"/>
                  </a:lnTo>
                  <a:lnTo>
                    <a:pt x="100749" y="69697"/>
                  </a:lnTo>
                  <a:lnTo>
                    <a:pt x="104724" y="74345"/>
                  </a:lnTo>
                  <a:lnTo>
                    <a:pt x="104724" y="69951"/>
                  </a:lnTo>
                  <a:lnTo>
                    <a:pt x="104254" y="69392"/>
                  </a:lnTo>
                  <a:lnTo>
                    <a:pt x="100723" y="65278"/>
                  </a:lnTo>
                  <a:lnTo>
                    <a:pt x="100723" y="69659"/>
                  </a:lnTo>
                  <a:lnTo>
                    <a:pt x="100266" y="69684"/>
                  </a:lnTo>
                  <a:lnTo>
                    <a:pt x="100507" y="69392"/>
                  </a:lnTo>
                  <a:lnTo>
                    <a:pt x="100723" y="69659"/>
                  </a:lnTo>
                  <a:lnTo>
                    <a:pt x="100723" y="65278"/>
                  </a:lnTo>
                  <a:lnTo>
                    <a:pt x="100507" y="65024"/>
                  </a:lnTo>
                  <a:lnTo>
                    <a:pt x="86563" y="81292"/>
                  </a:lnTo>
                  <a:lnTo>
                    <a:pt x="86563" y="90182"/>
                  </a:lnTo>
                  <a:lnTo>
                    <a:pt x="85991" y="90030"/>
                  </a:lnTo>
                  <a:lnTo>
                    <a:pt x="84683" y="90119"/>
                  </a:lnTo>
                  <a:lnTo>
                    <a:pt x="83375" y="90208"/>
                  </a:lnTo>
                  <a:lnTo>
                    <a:pt x="82346" y="90589"/>
                  </a:lnTo>
                  <a:lnTo>
                    <a:pt x="82346" y="91389"/>
                  </a:lnTo>
                  <a:lnTo>
                    <a:pt x="82003" y="90970"/>
                  </a:lnTo>
                  <a:lnTo>
                    <a:pt x="82308" y="90614"/>
                  </a:lnTo>
                  <a:lnTo>
                    <a:pt x="82346" y="91389"/>
                  </a:lnTo>
                  <a:lnTo>
                    <a:pt x="82346" y="90589"/>
                  </a:lnTo>
                  <a:lnTo>
                    <a:pt x="86321" y="85940"/>
                  </a:lnTo>
                  <a:lnTo>
                    <a:pt x="86233" y="86436"/>
                  </a:lnTo>
                  <a:lnTo>
                    <a:pt x="86385" y="89496"/>
                  </a:lnTo>
                  <a:lnTo>
                    <a:pt x="86563" y="90182"/>
                  </a:lnTo>
                  <a:lnTo>
                    <a:pt x="86563" y="81292"/>
                  </a:lnTo>
                  <a:lnTo>
                    <a:pt x="79806" y="89166"/>
                  </a:lnTo>
                  <a:lnTo>
                    <a:pt x="77622" y="86626"/>
                  </a:lnTo>
                  <a:lnTo>
                    <a:pt x="77622" y="90970"/>
                  </a:lnTo>
                  <a:lnTo>
                    <a:pt x="73482" y="95796"/>
                  </a:lnTo>
                  <a:lnTo>
                    <a:pt x="73596" y="95186"/>
                  </a:lnTo>
                  <a:lnTo>
                    <a:pt x="73456" y="92113"/>
                  </a:lnTo>
                  <a:lnTo>
                    <a:pt x="73253" y="91440"/>
                  </a:lnTo>
                  <a:lnTo>
                    <a:pt x="73875" y="91579"/>
                  </a:lnTo>
                  <a:lnTo>
                    <a:pt x="75184" y="91490"/>
                  </a:lnTo>
                  <a:lnTo>
                    <a:pt x="76492" y="91414"/>
                  </a:lnTo>
                  <a:lnTo>
                    <a:pt x="77546" y="91020"/>
                  </a:lnTo>
                  <a:lnTo>
                    <a:pt x="77533" y="90881"/>
                  </a:lnTo>
                  <a:lnTo>
                    <a:pt x="77622" y="86626"/>
                  </a:lnTo>
                  <a:lnTo>
                    <a:pt x="76822" y="85686"/>
                  </a:lnTo>
                  <a:lnTo>
                    <a:pt x="76822" y="90055"/>
                  </a:lnTo>
                  <a:lnTo>
                    <a:pt x="76428" y="89954"/>
                  </a:lnTo>
                  <a:lnTo>
                    <a:pt x="73799" y="90119"/>
                  </a:lnTo>
                  <a:lnTo>
                    <a:pt x="73190" y="90347"/>
                  </a:lnTo>
                  <a:lnTo>
                    <a:pt x="73317" y="89636"/>
                  </a:lnTo>
                  <a:lnTo>
                    <a:pt x="73240" y="88112"/>
                  </a:lnTo>
                  <a:lnTo>
                    <a:pt x="73164" y="86575"/>
                  </a:lnTo>
                  <a:lnTo>
                    <a:pt x="72898" y="85636"/>
                  </a:lnTo>
                  <a:lnTo>
                    <a:pt x="72898" y="96481"/>
                  </a:lnTo>
                  <a:lnTo>
                    <a:pt x="59118" y="112547"/>
                  </a:lnTo>
                  <a:lnTo>
                    <a:pt x="54317" y="106972"/>
                  </a:lnTo>
                  <a:lnTo>
                    <a:pt x="55397" y="107226"/>
                  </a:lnTo>
                  <a:lnTo>
                    <a:pt x="58013" y="107061"/>
                  </a:lnTo>
                  <a:lnTo>
                    <a:pt x="58597" y="106845"/>
                  </a:lnTo>
                  <a:lnTo>
                    <a:pt x="58483" y="107543"/>
                  </a:lnTo>
                  <a:lnTo>
                    <a:pt x="58547" y="109080"/>
                  </a:lnTo>
                  <a:lnTo>
                    <a:pt x="58623" y="110604"/>
                  </a:lnTo>
                  <a:lnTo>
                    <a:pt x="58966" y="111836"/>
                  </a:lnTo>
                  <a:lnTo>
                    <a:pt x="59651" y="111785"/>
                  </a:lnTo>
                  <a:lnTo>
                    <a:pt x="59867" y="110528"/>
                  </a:lnTo>
                  <a:lnTo>
                    <a:pt x="59728" y="107467"/>
                  </a:lnTo>
                  <a:lnTo>
                    <a:pt x="59524" y="106781"/>
                  </a:lnTo>
                  <a:lnTo>
                    <a:pt x="60147" y="106921"/>
                  </a:lnTo>
                  <a:lnTo>
                    <a:pt x="61455" y="106845"/>
                  </a:lnTo>
                  <a:lnTo>
                    <a:pt x="62763" y="106756"/>
                  </a:lnTo>
                  <a:lnTo>
                    <a:pt x="63830" y="106375"/>
                  </a:lnTo>
                  <a:lnTo>
                    <a:pt x="63779" y="105562"/>
                  </a:lnTo>
                  <a:lnTo>
                    <a:pt x="62699" y="105308"/>
                  </a:lnTo>
                  <a:lnTo>
                    <a:pt x="60071" y="105473"/>
                  </a:lnTo>
                  <a:lnTo>
                    <a:pt x="59461" y="105702"/>
                  </a:lnTo>
                  <a:lnTo>
                    <a:pt x="59588" y="104978"/>
                  </a:lnTo>
                  <a:lnTo>
                    <a:pt x="59512" y="103454"/>
                  </a:lnTo>
                  <a:lnTo>
                    <a:pt x="59436" y="101930"/>
                  </a:lnTo>
                  <a:lnTo>
                    <a:pt x="59105" y="100698"/>
                  </a:lnTo>
                  <a:lnTo>
                    <a:pt x="58420" y="100749"/>
                  </a:lnTo>
                  <a:lnTo>
                    <a:pt x="58191" y="101993"/>
                  </a:lnTo>
                  <a:lnTo>
                    <a:pt x="58343" y="105067"/>
                  </a:lnTo>
                  <a:lnTo>
                    <a:pt x="58521" y="105752"/>
                  </a:lnTo>
                  <a:lnTo>
                    <a:pt x="57950" y="105600"/>
                  </a:lnTo>
                  <a:lnTo>
                    <a:pt x="56642" y="105689"/>
                  </a:lnTo>
                  <a:lnTo>
                    <a:pt x="55333" y="105765"/>
                  </a:lnTo>
                  <a:lnTo>
                    <a:pt x="54267" y="106159"/>
                  </a:lnTo>
                  <a:lnTo>
                    <a:pt x="54305" y="106959"/>
                  </a:lnTo>
                  <a:lnTo>
                    <a:pt x="40982" y="91414"/>
                  </a:lnTo>
                  <a:lnTo>
                    <a:pt x="42049" y="91655"/>
                  </a:lnTo>
                  <a:lnTo>
                    <a:pt x="44678" y="91490"/>
                  </a:lnTo>
                  <a:lnTo>
                    <a:pt x="45250" y="91287"/>
                  </a:lnTo>
                  <a:lnTo>
                    <a:pt x="45135" y="91986"/>
                  </a:lnTo>
                  <a:lnTo>
                    <a:pt x="45212" y="93510"/>
                  </a:lnTo>
                  <a:lnTo>
                    <a:pt x="45275" y="95034"/>
                  </a:lnTo>
                  <a:lnTo>
                    <a:pt x="45618" y="96266"/>
                  </a:lnTo>
                  <a:lnTo>
                    <a:pt x="46304" y="96215"/>
                  </a:lnTo>
                  <a:lnTo>
                    <a:pt x="46532" y="94970"/>
                  </a:lnTo>
                  <a:lnTo>
                    <a:pt x="46380" y="91897"/>
                  </a:lnTo>
                  <a:lnTo>
                    <a:pt x="46189" y="91224"/>
                  </a:lnTo>
                  <a:lnTo>
                    <a:pt x="46799" y="91363"/>
                  </a:lnTo>
                  <a:lnTo>
                    <a:pt x="48107" y="91274"/>
                  </a:lnTo>
                  <a:lnTo>
                    <a:pt x="49428" y="91186"/>
                  </a:lnTo>
                  <a:lnTo>
                    <a:pt x="50482" y="90805"/>
                  </a:lnTo>
                  <a:lnTo>
                    <a:pt x="50431" y="89992"/>
                  </a:lnTo>
                  <a:lnTo>
                    <a:pt x="49364" y="89738"/>
                  </a:lnTo>
                  <a:lnTo>
                    <a:pt x="46736" y="89903"/>
                  </a:lnTo>
                  <a:lnTo>
                    <a:pt x="46113" y="90144"/>
                  </a:lnTo>
                  <a:lnTo>
                    <a:pt x="46240" y="89420"/>
                  </a:lnTo>
                  <a:lnTo>
                    <a:pt x="46164" y="87884"/>
                  </a:lnTo>
                  <a:lnTo>
                    <a:pt x="46101" y="86360"/>
                  </a:lnTo>
                  <a:lnTo>
                    <a:pt x="45758" y="85128"/>
                  </a:lnTo>
                  <a:lnTo>
                    <a:pt x="45605" y="85140"/>
                  </a:lnTo>
                  <a:lnTo>
                    <a:pt x="58610" y="69977"/>
                  </a:lnTo>
                  <a:lnTo>
                    <a:pt x="58445" y="70942"/>
                  </a:lnTo>
                  <a:lnTo>
                    <a:pt x="58597" y="74002"/>
                  </a:lnTo>
                  <a:lnTo>
                    <a:pt x="58775" y="74688"/>
                  </a:lnTo>
                  <a:lnTo>
                    <a:pt x="58204" y="74549"/>
                  </a:lnTo>
                  <a:lnTo>
                    <a:pt x="56896" y="74625"/>
                  </a:lnTo>
                  <a:lnTo>
                    <a:pt x="55587" y="74714"/>
                  </a:lnTo>
                  <a:lnTo>
                    <a:pt x="54521" y="75095"/>
                  </a:lnTo>
                  <a:lnTo>
                    <a:pt x="54571" y="75907"/>
                  </a:lnTo>
                  <a:lnTo>
                    <a:pt x="55651" y="76161"/>
                  </a:lnTo>
                  <a:lnTo>
                    <a:pt x="58280" y="75996"/>
                  </a:lnTo>
                  <a:lnTo>
                    <a:pt x="58851" y="75793"/>
                  </a:lnTo>
                  <a:lnTo>
                    <a:pt x="58737" y="76492"/>
                  </a:lnTo>
                  <a:lnTo>
                    <a:pt x="58813" y="78016"/>
                  </a:lnTo>
                  <a:lnTo>
                    <a:pt x="58877" y="79540"/>
                  </a:lnTo>
                  <a:lnTo>
                    <a:pt x="59220" y="80772"/>
                  </a:lnTo>
                  <a:lnTo>
                    <a:pt x="59905" y="80733"/>
                  </a:lnTo>
                  <a:lnTo>
                    <a:pt x="60121" y="79476"/>
                  </a:lnTo>
                  <a:lnTo>
                    <a:pt x="59982" y="76403"/>
                  </a:lnTo>
                  <a:lnTo>
                    <a:pt x="59791" y="75730"/>
                  </a:lnTo>
                  <a:lnTo>
                    <a:pt x="60401" y="75869"/>
                  </a:lnTo>
                  <a:lnTo>
                    <a:pt x="61709" y="75780"/>
                  </a:lnTo>
                  <a:lnTo>
                    <a:pt x="63017" y="75692"/>
                  </a:lnTo>
                  <a:lnTo>
                    <a:pt x="64084" y="75311"/>
                  </a:lnTo>
                  <a:lnTo>
                    <a:pt x="72809" y="85369"/>
                  </a:lnTo>
                  <a:lnTo>
                    <a:pt x="72136" y="85394"/>
                  </a:lnTo>
                  <a:lnTo>
                    <a:pt x="71920" y="86652"/>
                  </a:lnTo>
                  <a:lnTo>
                    <a:pt x="72072" y="89725"/>
                  </a:lnTo>
                  <a:lnTo>
                    <a:pt x="72250" y="90398"/>
                  </a:lnTo>
                  <a:lnTo>
                    <a:pt x="71678" y="90258"/>
                  </a:lnTo>
                  <a:lnTo>
                    <a:pt x="70358" y="90335"/>
                  </a:lnTo>
                  <a:lnTo>
                    <a:pt x="69049" y="90424"/>
                  </a:lnTo>
                  <a:lnTo>
                    <a:pt x="67995" y="90817"/>
                  </a:lnTo>
                  <a:lnTo>
                    <a:pt x="68033" y="91617"/>
                  </a:lnTo>
                  <a:lnTo>
                    <a:pt x="69113" y="91884"/>
                  </a:lnTo>
                  <a:lnTo>
                    <a:pt x="71742" y="91706"/>
                  </a:lnTo>
                  <a:lnTo>
                    <a:pt x="72326" y="91503"/>
                  </a:lnTo>
                  <a:lnTo>
                    <a:pt x="72212" y="92202"/>
                  </a:lnTo>
                  <a:lnTo>
                    <a:pt x="72275" y="93726"/>
                  </a:lnTo>
                  <a:lnTo>
                    <a:pt x="72351" y="95262"/>
                  </a:lnTo>
                  <a:lnTo>
                    <a:pt x="72682" y="96481"/>
                  </a:lnTo>
                  <a:lnTo>
                    <a:pt x="72898" y="96481"/>
                  </a:lnTo>
                  <a:lnTo>
                    <a:pt x="72898" y="85636"/>
                  </a:lnTo>
                  <a:lnTo>
                    <a:pt x="72834" y="85407"/>
                  </a:lnTo>
                  <a:lnTo>
                    <a:pt x="76822" y="90055"/>
                  </a:lnTo>
                  <a:lnTo>
                    <a:pt x="76822" y="85686"/>
                  </a:lnTo>
                  <a:lnTo>
                    <a:pt x="63334" y="69951"/>
                  </a:lnTo>
                  <a:lnTo>
                    <a:pt x="63334" y="74345"/>
                  </a:lnTo>
                  <a:lnTo>
                    <a:pt x="62953" y="74244"/>
                  </a:lnTo>
                  <a:lnTo>
                    <a:pt x="60337" y="74409"/>
                  </a:lnTo>
                  <a:lnTo>
                    <a:pt x="59715" y="74650"/>
                  </a:lnTo>
                  <a:lnTo>
                    <a:pt x="59842" y="73926"/>
                  </a:lnTo>
                  <a:lnTo>
                    <a:pt x="59766" y="72390"/>
                  </a:lnTo>
                  <a:lnTo>
                    <a:pt x="59690" y="70866"/>
                  </a:lnTo>
                  <a:lnTo>
                    <a:pt x="59359" y="69697"/>
                  </a:lnTo>
                  <a:lnTo>
                    <a:pt x="63334" y="74345"/>
                  </a:lnTo>
                  <a:lnTo>
                    <a:pt x="63334" y="69951"/>
                  </a:lnTo>
                  <a:lnTo>
                    <a:pt x="62865" y="69392"/>
                  </a:lnTo>
                  <a:lnTo>
                    <a:pt x="59334" y="65278"/>
                  </a:lnTo>
                  <a:lnTo>
                    <a:pt x="59334" y="69659"/>
                  </a:lnTo>
                  <a:lnTo>
                    <a:pt x="58877" y="69684"/>
                  </a:lnTo>
                  <a:lnTo>
                    <a:pt x="59118" y="69392"/>
                  </a:lnTo>
                  <a:lnTo>
                    <a:pt x="59334" y="69659"/>
                  </a:lnTo>
                  <a:lnTo>
                    <a:pt x="59334" y="65278"/>
                  </a:lnTo>
                  <a:lnTo>
                    <a:pt x="59118" y="65024"/>
                  </a:lnTo>
                  <a:lnTo>
                    <a:pt x="45173" y="81305"/>
                  </a:lnTo>
                  <a:lnTo>
                    <a:pt x="45173" y="90182"/>
                  </a:lnTo>
                  <a:lnTo>
                    <a:pt x="44602" y="90030"/>
                  </a:lnTo>
                  <a:lnTo>
                    <a:pt x="43294" y="90119"/>
                  </a:lnTo>
                  <a:lnTo>
                    <a:pt x="41986" y="90208"/>
                  </a:lnTo>
                  <a:lnTo>
                    <a:pt x="40957" y="90589"/>
                  </a:lnTo>
                  <a:lnTo>
                    <a:pt x="40957" y="91389"/>
                  </a:lnTo>
                  <a:lnTo>
                    <a:pt x="40614" y="90970"/>
                  </a:lnTo>
                  <a:lnTo>
                    <a:pt x="40932" y="90601"/>
                  </a:lnTo>
                  <a:lnTo>
                    <a:pt x="40957" y="91389"/>
                  </a:lnTo>
                  <a:lnTo>
                    <a:pt x="40957" y="90589"/>
                  </a:lnTo>
                  <a:lnTo>
                    <a:pt x="44932" y="85940"/>
                  </a:lnTo>
                  <a:lnTo>
                    <a:pt x="44843" y="86436"/>
                  </a:lnTo>
                  <a:lnTo>
                    <a:pt x="44996" y="89496"/>
                  </a:lnTo>
                  <a:lnTo>
                    <a:pt x="45173" y="90182"/>
                  </a:lnTo>
                  <a:lnTo>
                    <a:pt x="45173" y="81305"/>
                  </a:lnTo>
                  <a:lnTo>
                    <a:pt x="36880" y="90970"/>
                  </a:lnTo>
                  <a:lnTo>
                    <a:pt x="59118" y="116916"/>
                  </a:lnTo>
                  <a:lnTo>
                    <a:pt x="62865" y="112547"/>
                  </a:lnTo>
                  <a:lnTo>
                    <a:pt x="79806" y="92786"/>
                  </a:lnTo>
                  <a:lnTo>
                    <a:pt x="100507" y="116916"/>
                  </a:lnTo>
                  <a:lnTo>
                    <a:pt x="104254" y="112547"/>
                  </a:lnTo>
                  <a:lnTo>
                    <a:pt x="117652" y="96926"/>
                  </a:lnTo>
                  <a:lnTo>
                    <a:pt x="117652" y="92544"/>
                  </a:lnTo>
                  <a:lnTo>
                    <a:pt x="114884" y="95783"/>
                  </a:lnTo>
                  <a:lnTo>
                    <a:pt x="114985" y="95186"/>
                  </a:lnTo>
                  <a:lnTo>
                    <a:pt x="114846" y="92113"/>
                  </a:lnTo>
                  <a:lnTo>
                    <a:pt x="114642" y="91440"/>
                  </a:lnTo>
                  <a:lnTo>
                    <a:pt x="115265" y="91579"/>
                  </a:lnTo>
                  <a:lnTo>
                    <a:pt x="117652" y="91427"/>
                  </a:lnTo>
                  <a:lnTo>
                    <a:pt x="117652" y="89966"/>
                  </a:lnTo>
                  <a:lnTo>
                    <a:pt x="115189" y="90119"/>
                  </a:lnTo>
                  <a:lnTo>
                    <a:pt x="114566" y="90360"/>
                  </a:lnTo>
                  <a:lnTo>
                    <a:pt x="114706" y="89636"/>
                  </a:lnTo>
                  <a:lnTo>
                    <a:pt x="114630" y="88112"/>
                  </a:lnTo>
                  <a:lnTo>
                    <a:pt x="114554" y="86575"/>
                  </a:lnTo>
                  <a:lnTo>
                    <a:pt x="114287" y="85636"/>
                  </a:lnTo>
                  <a:lnTo>
                    <a:pt x="114287" y="96481"/>
                  </a:lnTo>
                  <a:lnTo>
                    <a:pt x="100507" y="112547"/>
                  </a:lnTo>
                  <a:lnTo>
                    <a:pt x="95707" y="106972"/>
                  </a:lnTo>
                  <a:lnTo>
                    <a:pt x="96786" y="107226"/>
                  </a:lnTo>
                  <a:lnTo>
                    <a:pt x="99415" y="107061"/>
                  </a:lnTo>
                  <a:lnTo>
                    <a:pt x="99987" y="106845"/>
                  </a:lnTo>
                  <a:lnTo>
                    <a:pt x="99872" y="107543"/>
                  </a:lnTo>
                  <a:lnTo>
                    <a:pt x="99936" y="109080"/>
                  </a:lnTo>
                  <a:lnTo>
                    <a:pt x="100012" y="110604"/>
                  </a:lnTo>
                  <a:lnTo>
                    <a:pt x="100355" y="111836"/>
                  </a:lnTo>
                  <a:lnTo>
                    <a:pt x="101041" y="111785"/>
                  </a:lnTo>
                  <a:lnTo>
                    <a:pt x="101257" y="110528"/>
                  </a:lnTo>
                  <a:lnTo>
                    <a:pt x="101117" y="107467"/>
                  </a:lnTo>
                  <a:lnTo>
                    <a:pt x="100914" y="106781"/>
                  </a:lnTo>
                  <a:lnTo>
                    <a:pt x="101536" y="106921"/>
                  </a:lnTo>
                  <a:lnTo>
                    <a:pt x="102844" y="106845"/>
                  </a:lnTo>
                  <a:lnTo>
                    <a:pt x="104152" y="106756"/>
                  </a:lnTo>
                  <a:lnTo>
                    <a:pt x="105219" y="106375"/>
                  </a:lnTo>
                  <a:lnTo>
                    <a:pt x="105168" y="105562"/>
                  </a:lnTo>
                  <a:lnTo>
                    <a:pt x="104089" y="105308"/>
                  </a:lnTo>
                  <a:lnTo>
                    <a:pt x="101460" y="105473"/>
                  </a:lnTo>
                  <a:lnTo>
                    <a:pt x="100850" y="105702"/>
                  </a:lnTo>
                  <a:lnTo>
                    <a:pt x="100977" y="104978"/>
                  </a:lnTo>
                  <a:lnTo>
                    <a:pt x="100901" y="103454"/>
                  </a:lnTo>
                  <a:lnTo>
                    <a:pt x="100825" y="101930"/>
                  </a:lnTo>
                  <a:lnTo>
                    <a:pt x="100495" y="100698"/>
                  </a:lnTo>
                  <a:lnTo>
                    <a:pt x="99809" y="100749"/>
                  </a:lnTo>
                  <a:lnTo>
                    <a:pt x="99580" y="101993"/>
                  </a:lnTo>
                  <a:lnTo>
                    <a:pt x="99733" y="105067"/>
                  </a:lnTo>
                  <a:lnTo>
                    <a:pt x="99910" y="105752"/>
                  </a:lnTo>
                  <a:lnTo>
                    <a:pt x="99339" y="105600"/>
                  </a:lnTo>
                  <a:lnTo>
                    <a:pt x="98031" y="105689"/>
                  </a:lnTo>
                  <a:lnTo>
                    <a:pt x="96723" y="105765"/>
                  </a:lnTo>
                  <a:lnTo>
                    <a:pt x="95656" y="106159"/>
                  </a:lnTo>
                  <a:lnTo>
                    <a:pt x="95694" y="106959"/>
                  </a:lnTo>
                  <a:lnTo>
                    <a:pt x="82372" y="91414"/>
                  </a:lnTo>
                  <a:lnTo>
                    <a:pt x="83439" y="91655"/>
                  </a:lnTo>
                  <a:lnTo>
                    <a:pt x="86067" y="91490"/>
                  </a:lnTo>
                  <a:lnTo>
                    <a:pt x="86639" y="91287"/>
                  </a:lnTo>
                  <a:lnTo>
                    <a:pt x="86525" y="91986"/>
                  </a:lnTo>
                  <a:lnTo>
                    <a:pt x="86601" y="93510"/>
                  </a:lnTo>
                  <a:lnTo>
                    <a:pt x="86664" y="95034"/>
                  </a:lnTo>
                  <a:lnTo>
                    <a:pt x="87007" y="96266"/>
                  </a:lnTo>
                  <a:lnTo>
                    <a:pt x="87693" y="96215"/>
                  </a:lnTo>
                  <a:lnTo>
                    <a:pt x="87909" y="94970"/>
                  </a:lnTo>
                  <a:lnTo>
                    <a:pt x="87769" y="91897"/>
                  </a:lnTo>
                  <a:lnTo>
                    <a:pt x="87579" y="91224"/>
                  </a:lnTo>
                  <a:lnTo>
                    <a:pt x="88188" y="91363"/>
                  </a:lnTo>
                  <a:lnTo>
                    <a:pt x="89496" y="91274"/>
                  </a:lnTo>
                  <a:lnTo>
                    <a:pt x="90805" y="91186"/>
                  </a:lnTo>
                  <a:lnTo>
                    <a:pt x="91871" y="90805"/>
                  </a:lnTo>
                  <a:lnTo>
                    <a:pt x="91821" y="89992"/>
                  </a:lnTo>
                  <a:lnTo>
                    <a:pt x="90741" y="89738"/>
                  </a:lnTo>
                  <a:lnTo>
                    <a:pt x="88125" y="89903"/>
                  </a:lnTo>
                  <a:lnTo>
                    <a:pt x="87503" y="90144"/>
                  </a:lnTo>
                  <a:lnTo>
                    <a:pt x="87630" y="89420"/>
                  </a:lnTo>
                  <a:lnTo>
                    <a:pt x="87553" y="87884"/>
                  </a:lnTo>
                  <a:lnTo>
                    <a:pt x="87490" y="86360"/>
                  </a:lnTo>
                  <a:lnTo>
                    <a:pt x="87147" y="85128"/>
                  </a:lnTo>
                  <a:lnTo>
                    <a:pt x="86995" y="85140"/>
                  </a:lnTo>
                  <a:lnTo>
                    <a:pt x="99999" y="69977"/>
                  </a:lnTo>
                  <a:lnTo>
                    <a:pt x="99834" y="70942"/>
                  </a:lnTo>
                  <a:lnTo>
                    <a:pt x="99987" y="74002"/>
                  </a:lnTo>
                  <a:lnTo>
                    <a:pt x="100164" y="74688"/>
                  </a:lnTo>
                  <a:lnTo>
                    <a:pt x="99593" y="74549"/>
                  </a:lnTo>
                  <a:lnTo>
                    <a:pt x="98285" y="74625"/>
                  </a:lnTo>
                  <a:lnTo>
                    <a:pt x="96977" y="74714"/>
                  </a:lnTo>
                  <a:lnTo>
                    <a:pt x="95910" y="75095"/>
                  </a:lnTo>
                  <a:lnTo>
                    <a:pt x="95961" y="75907"/>
                  </a:lnTo>
                  <a:lnTo>
                    <a:pt x="97040" y="76161"/>
                  </a:lnTo>
                  <a:lnTo>
                    <a:pt x="99669" y="75996"/>
                  </a:lnTo>
                  <a:lnTo>
                    <a:pt x="100241" y="75793"/>
                  </a:lnTo>
                  <a:lnTo>
                    <a:pt x="100126" y="76492"/>
                  </a:lnTo>
                  <a:lnTo>
                    <a:pt x="100203" y="78016"/>
                  </a:lnTo>
                  <a:lnTo>
                    <a:pt x="100266" y="79540"/>
                  </a:lnTo>
                  <a:lnTo>
                    <a:pt x="100609" y="80772"/>
                  </a:lnTo>
                  <a:lnTo>
                    <a:pt x="101295" y="80733"/>
                  </a:lnTo>
                  <a:lnTo>
                    <a:pt x="101511" y="79476"/>
                  </a:lnTo>
                  <a:lnTo>
                    <a:pt x="101371" y="76403"/>
                  </a:lnTo>
                  <a:lnTo>
                    <a:pt x="101168" y="75730"/>
                  </a:lnTo>
                  <a:lnTo>
                    <a:pt x="101790" y="75869"/>
                  </a:lnTo>
                  <a:lnTo>
                    <a:pt x="103098" y="75780"/>
                  </a:lnTo>
                  <a:lnTo>
                    <a:pt x="104406" y="75692"/>
                  </a:lnTo>
                  <a:lnTo>
                    <a:pt x="105473" y="75311"/>
                  </a:lnTo>
                  <a:lnTo>
                    <a:pt x="114198" y="85369"/>
                  </a:lnTo>
                  <a:lnTo>
                    <a:pt x="113525" y="85394"/>
                  </a:lnTo>
                  <a:lnTo>
                    <a:pt x="113309" y="86652"/>
                  </a:lnTo>
                  <a:lnTo>
                    <a:pt x="113461" y="89725"/>
                  </a:lnTo>
                  <a:lnTo>
                    <a:pt x="113639" y="90398"/>
                  </a:lnTo>
                  <a:lnTo>
                    <a:pt x="113055" y="90258"/>
                  </a:lnTo>
                  <a:lnTo>
                    <a:pt x="111747" y="90335"/>
                  </a:lnTo>
                  <a:lnTo>
                    <a:pt x="110439" y="90424"/>
                  </a:lnTo>
                  <a:lnTo>
                    <a:pt x="109385" y="90817"/>
                  </a:lnTo>
                  <a:lnTo>
                    <a:pt x="109423" y="91617"/>
                  </a:lnTo>
                  <a:lnTo>
                    <a:pt x="110502" y="91884"/>
                  </a:lnTo>
                  <a:lnTo>
                    <a:pt x="113131" y="91706"/>
                  </a:lnTo>
                  <a:lnTo>
                    <a:pt x="113715" y="91503"/>
                  </a:lnTo>
                  <a:lnTo>
                    <a:pt x="113588" y="92202"/>
                  </a:lnTo>
                  <a:lnTo>
                    <a:pt x="113665" y="93726"/>
                  </a:lnTo>
                  <a:lnTo>
                    <a:pt x="113741" y="95262"/>
                  </a:lnTo>
                  <a:lnTo>
                    <a:pt x="114071" y="96481"/>
                  </a:lnTo>
                  <a:lnTo>
                    <a:pt x="114287" y="96481"/>
                  </a:lnTo>
                  <a:lnTo>
                    <a:pt x="114287" y="85636"/>
                  </a:lnTo>
                  <a:lnTo>
                    <a:pt x="114223" y="85407"/>
                  </a:lnTo>
                  <a:lnTo>
                    <a:pt x="117652" y="89382"/>
                  </a:lnTo>
                  <a:lnTo>
                    <a:pt x="117652" y="85013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 descr=""/>
            <p:cNvSpPr/>
            <p:nvPr/>
          </p:nvSpPr>
          <p:spPr>
            <a:xfrm>
              <a:off x="10570934" y="7813516"/>
              <a:ext cx="118110" cy="244475"/>
            </a:xfrm>
            <a:custGeom>
              <a:avLst/>
              <a:gdLst/>
              <a:ahLst/>
              <a:cxnLst/>
              <a:rect l="l" t="t" r="r" b="b"/>
              <a:pathLst>
                <a:path w="118109" h="244475">
                  <a:moveTo>
                    <a:pt x="1828" y="72961"/>
                  </a:moveTo>
                  <a:lnTo>
                    <a:pt x="1790" y="72148"/>
                  </a:lnTo>
                  <a:lnTo>
                    <a:pt x="711" y="71894"/>
                  </a:lnTo>
                  <a:lnTo>
                    <a:pt x="0" y="71932"/>
                  </a:lnTo>
                  <a:lnTo>
                    <a:pt x="0" y="73393"/>
                  </a:lnTo>
                  <a:lnTo>
                    <a:pt x="774" y="73342"/>
                  </a:lnTo>
                  <a:lnTo>
                    <a:pt x="1828" y="72961"/>
                  </a:lnTo>
                  <a:close/>
                </a:path>
                <a:path w="118109" h="244475">
                  <a:moveTo>
                    <a:pt x="19380" y="57556"/>
                  </a:moveTo>
                  <a:lnTo>
                    <a:pt x="15633" y="53187"/>
                  </a:lnTo>
                  <a:lnTo>
                    <a:pt x="15633" y="57556"/>
                  </a:lnTo>
                  <a:lnTo>
                    <a:pt x="11493" y="62382"/>
                  </a:lnTo>
                  <a:lnTo>
                    <a:pt x="11607" y="61772"/>
                  </a:lnTo>
                  <a:lnTo>
                    <a:pt x="11455" y="58712"/>
                  </a:lnTo>
                  <a:lnTo>
                    <a:pt x="11264" y="58026"/>
                  </a:lnTo>
                  <a:lnTo>
                    <a:pt x="11887" y="58166"/>
                  </a:lnTo>
                  <a:lnTo>
                    <a:pt x="13195" y="58089"/>
                  </a:lnTo>
                  <a:lnTo>
                    <a:pt x="14503" y="58000"/>
                  </a:lnTo>
                  <a:lnTo>
                    <a:pt x="15557" y="57619"/>
                  </a:lnTo>
                  <a:lnTo>
                    <a:pt x="15544" y="57467"/>
                  </a:lnTo>
                  <a:lnTo>
                    <a:pt x="15633" y="53187"/>
                  </a:lnTo>
                  <a:lnTo>
                    <a:pt x="14833" y="52260"/>
                  </a:lnTo>
                  <a:lnTo>
                    <a:pt x="14833" y="56642"/>
                  </a:lnTo>
                  <a:lnTo>
                    <a:pt x="14439" y="56540"/>
                  </a:lnTo>
                  <a:lnTo>
                    <a:pt x="11811" y="56718"/>
                  </a:lnTo>
                  <a:lnTo>
                    <a:pt x="11188" y="56946"/>
                  </a:lnTo>
                  <a:lnTo>
                    <a:pt x="11315" y="56222"/>
                  </a:lnTo>
                  <a:lnTo>
                    <a:pt x="11252" y="54698"/>
                  </a:lnTo>
                  <a:lnTo>
                    <a:pt x="11176" y="53162"/>
                  </a:lnTo>
                  <a:lnTo>
                    <a:pt x="10845" y="51993"/>
                  </a:lnTo>
                  <a:lnTo>
                    <a:pt x="14833" y="56642"/>
                  </a:lnTo>
                  <a:lnTo>
                    <a:pt x="14833" y="52260"/>
                  </a:lnTo>
                  <a:lnTo>
                    <a:pt x="0" y="34950"/>
                  </a:lnTo>
                  <a:lnTo>
                    <a:pt x="0" y="39319"/>
                  </a:lnTo>
                  <a:lnTo>
                    <a:pt x="1371" y="40944"/>
                  </a:lnTo>
                  <a:lnTo>
                    <a:pt x="965" y="40830"/>
                  </a:lnTo>
                  <a:lnTo>
                    <a:pt x="0" y="40894"/>
                  </a:lnTo>
                  <a:lnTo>
                    <a:pt x="0" y="42354"/>
                  </a:lnTo>
                  <a:lnTo>
                    <a:pt x="1028" y="42291"/>
                  </a:lnTo>
                  <a:lnTo>
                    <a:pt x="2082" y="41897"/>
                  </a:lnTo>
                  <a:lnTo>
                    <a:pt x="2070" y="41744"/>
                  </a:lnTo>
                  <a:lnTo>
                    <a:pt x="10820" y="51955"/>
                  </a:lnTo>
                  <a:lnTo>
                    <a:pt x="10147" y="51981"/>
                  </a:lnTo>
                  <a:lnTo>
                    <a:pt x="9931" y="53238"/>
                  </a:lnTo>
                  <a:lnTo>
                    <a:pt x="10071" y="56311"/>
                  </a:lnTo>
                  <a:lnTo>
                    <a:pt x="10261" y="56997"/>
                  </a:lnTo>
                  <a:lnTo>
                    <a:pt x="9677" y="56845"/>
                  </a:lnTo>
                  <a:lnTo>
                    <a:pt x="8369" y="56934"/>
                  </a:lnTo>
                  <a:lnTo>
                    <a:pt x="7061" y="57010"/>
                  </a:lnTo>
                  <a:lnTo>
                    <a:pt x="6007" y="57404"/>
                  </a:lnTo>
                  <a:lnTo>
                    <a:pt x="6045" y="58204"/>
                  </a:lnTo>
                  <a:lnTo>
                    <a:pt x="7124" y="58470"/>
                  </a:lnTo>
                  <a:lnTo>
                    <a:pt x="9753" y="58305"/>
                  </a:lnTo>
                  <a:lnTo>
                    <a:pt x="10325" y="58089"/>
                  </a:lnTo>
                  <a:lnTo>
                    <a:pt x="10210" y="58788"/>
                  </a:lnTo>
                  <a:lnTo>
                    <a:pt x="10287" y="60325"/>
                  </a:lnTo>
                  <a:lnTo>
                    <a:pt x="10363" y="61849"/>
                  </a:lnTo>
                  <a:lnTo>
                    <a:pt x="10693" y="63068"/>
                  </a:lnTo>
                  <a:lnTo>
                    <a:pt x="10909" y="63068"/>
                  </a:lnTo>
                  <a:lnTo>
                    <a:pt x="0" y="75793"/>
                  </a:lnTo>
                  <a:lnTo>
                    <a:pt x="0" y="80162"/>
                  </a:lnTo>
                  <a:lnTo>
                    <a:pt x="19380" y="57556"/>
                  </a:lnTo>
                  <a:close/>
                </a:path>
                <a:path w="118109" h="244475">
                  <a:moveTo>
                    <a:pt x="39979" y="218122"/>
                  </a:moveTo>
                  <a:lnTo>
                    <a:pt x="21475" y="196545"/>
                  </a:lnTo>
                  <a:lnTo>
                    <a:pt x="17729" y="192176"/>
                  </a:lnTo>
                  <a:lnTo>
                    <a:pt x="0" y="212877"/>
                  </a:lnTo>
                  <a:lnTo>
                    <a:pt x="0" y="217233"/>
                  </a:lnTo>
                  <a:lnTo>
                    <a:pt x="3543" y="213093"/>
                  </a:lnTo>
                  <a:lnTo>
                    <a:pt x="3467" y="213588"/>
                  </a:lnTo>
                  <a:lnTo>
                    <a:pt x="3606" y="216662"/>
                  </a:lnTo>
                  <a:lnTo>
                    <a:pt x="3784" y="217347"/>
                  </a:lnTo>
                  <a:lnTo>
                    <a:pt x="3213" y="217195"/>
                  </a:lnTo>
                  <a:lnTo>
                    <a:pt x="596" y="217360"/>
                  </a:lnTo>
                  <a:lnTo>
                    <a:pt x="0" y="217589"/>
                  </a:lnTo>
                  <a:lnTo>
                    <a:pt x="0" y="218655"/>
                  </a:lnTo>
                  <a:lnTo>
                    <a:pt x="660" y="218821"/>
                  </a:lnTo>
                  <a:lnTo>
                    <a:pt x="3289" y="218655"/>
                  </a:lnTo>
                  <a:lnTo>
                    <a:pt x="3860" y="218440"/>
                  </a:lnTo>
                  <a:lnTo>
                    <a:pt x="3746" y="219138"/>
                  </a:lnTo>
                  <a:lnTo>
                    <a:pt x="3822" y="220675"/>
                  </a:lnTo>
                  <a:lnTo>
                    <a:pt x="3886" y="222199"/>
                  </a:lnTo>
                  <a:lnTo>
                    <a:pt x="4229" y="223418"/>
                  </a:lnTo>
                  <a:lnTo>
                    <a:pt x="4914" y="223380"/>
                  </a:lnTo>
                  <a:lnTo>
                    <a:pt x="5143" y="222123"/>
                  </a:lnTo>
                  <a:lnTo>
                    <a:pt x="4991" y="219062"/>
                  </a:lnTo>
                  <a:lnTo>
                    <a:pt x="4800" y="218376"/>
                  </a:lnTo>
                  <a:lnTo>
                    <a:pt x="5410" y="218516"/>
                  </a:lnTo>
                  <a:lnTo>
                    <a:pt x="6731" y="218440"/>
                  </a:lnTo>
                  <a:lnTo>
                    <a:pt x="8039" y="218351"/>
                  </a:lnTo>
                  <a:lnTo>
                    <a:pt x="9093" y="217970"/>
                  </a:lnTo>
                  <a:lnTo>
                    <a:pt x="9055" y="217157"/>
                  </a:lnTo>
                  <a:lnTo>
                    <a:pt x="7975" y="216890"/>
                  </a:lnTo>
                  <a:lnTo>
                    <a:pt x="5346" y="217068"/>
                  </a:lnTo>
                  <a:lnTo>
                    <a:pt x="4724" y="217297"/>
                  </a:lnTo>
                  <a:lnTo>
                    <a:pt x="4851" y="216573"/>
                  </a:lnTo>
                  <a:lnTo>
                    <a:pt x="4775" y="215049"/>
                  </a:lnTo>
                  <a:lnTo>
                    <a:pt x="4711" y="213512"/>
                  </a:lnTo>
                  <a:lnTo>
                    <a:pt x="4368" y="212293"/>
                  </a:lnTo>
                  <a:lnTo>
                    <a:pt x="4216" y="212305"/>
                  </a:lnTo>
                  <a:lnTo>
                    <a:pt x="17729" y="196545"/>
                  </a:lnTo>
                  <a:lnTo>
                    <a:pt x="31419" y="212521"/>
                  </a:lnTo>
                  <a:lnTo>
                    <a:pt x="30759" y="212559"/>
                  </a:lnTo>
                  <a:lnTo>
                    <a:pt x="30530" y="213817"/>
                  </a:lnTo>
                  <a:lnTo>
                    <a:pt x="30683" y="216877"/>
                  </a:lnTo>
                  <a:lnTo>
                    <a:pt x="31013" y="218109"/>
                  </a:lnTo>
                  <a:lnTo>
                    <a:pt x="31711" y="218059"/>
                  </a:lnTo>
                  <a:lnTo>
                    <a:pt x="31927" y="216801"/>
                  </a:lnTo>
                  <a:lnTo>
                    <a:pt x="31851" y="215265"/>
                  </a:lnTo>
                  <a:lnTo>
                    <a:pt x="31775" y="213741"/>
                  </a:lnTo>
                  <a:lnTo>
                    <a:pt x="31445" y="212559"/>
                  </a:lnTo>
                  <a:lnTo>
                    <a:pt x="36233" y="218122"/>
                  </a:lnTo>
                  <a:lnTo>
                    <a:pt x="17729" y="239712"/>
                  </a:lnTo>
                  <a:lnTo>
                    <a:pt x="12941" y="234137"/>
                  </a:lnTo>
                  <a:lnTo>
                    <a:pt x="14008" y="234391"/>
                  </a:lnTo>
                  <a:lnTo>
                    <a:pt x="16637" y="234213"/>
                  </a:lnTo>
                  <a:lnTo>
                    <a:pt x="17208" y="234010"/>
                  </a:lnTo>
                  <a:lnTo>
                    <a:pt x="17094" y="234708"/>
                  </a:lnTo>
                  <a:lnTo>
                    <a:pt x="17170" y="236232"/>
                  </a:lnTo>
                  <a:lnTo>
                    <a:pt x="17233" y="237769"/>
                  </a:lnTo>
                  <a:lnTo>
                    <a:pt x="17576" y="238988"/>
                  </a:lnTo>
                  <a:lnTo>
                    <a:pt x="18262" y="238950"/>
                  </a:lnTo>
                  <a:lnTo>
                    <a:pt x="18478" y="237693"/>
                  </a:lnTo>
                  <a:lnTo>
                    <a:pt x="18338" y="234619"/>
                  </a:lnTo>
                  <a:lnTo>
                    <a:pt x="18148" y="233946"/>
                  </a:lnTo>
                  <a:lnTo>
                    <a:pt x="18757" y="234086"/>
                  </a:lnTo>
                  <a:lnTo>
                    <a:pt x="20066" y="233997"/>
                  </a:lnTo>
                  <a:lnTo>
                    <a:pt x="21374" y="233921"/>
                  </a:lnTo>
                  <a:lnTo>
                    <a:pt x="22440" y="233527"/>
                  </a:lnTo>
                  <a:lnTo>
                    <a:pt x="22390" y="232727"/>
                  </a:lnTo>
                  <a:lnTo>
                    <a:pt x="21323" y="232460"/>
                  </a:lnTo>
                  <a:lnTo>
                    <a:pt x="18694" y="232625"/>
                  </a:lnTo>
                  <a:lnTo>
                    <a:pt x="18072" y="232867"/>
                  </a:lnTo>
                  <a:lnTo>
                    <a:pt x="18199" y="232143"/>
                  </a:lnTo>
                  <a:lnTo>
                    <a:pt x="18122" y="230619"/>
                  </a:lnTo>
                  <a:lnTo>
                    <a:pt x="18059" y="229082"/>
                  </a:lnTo>
                  <a:lnTo>
                    <a:pt x="17716" y="227863"/>
                  </a:lnTo>
                  <a:lnTo>
                    <a:pt x="17030" y="227901"/>
                  </a:lnTo>
                  <a:lnTo>
                    <a:pt x="16802" y="229158"/>
                  </a:lnTo>
                  <a:lnTo>
                    <a:pt x="16954" y="232232"/>
                  </a:lnTo>
                  <a:lnTo>
                    <a:pt x="17132" y="232905"/>
                  </a:lnTo>
                  <a:lnTo>
                    <a:pt x="16560" y="232765"/>
                  </a:lnTo>
                  <a:lnTo>
                    <a:pt x="15252" y="232841"/>
                  </a:lnTo>
                  <a:lnTo>
                    <a:pt x="13944" y="232930"/>
                  </a:lnTo>
                  <a:lnTo>
                    <a:pt x="12877" y="233324"/>
                  </a:lnTo>
                  <a:lnTo>
                    <a:pt x="12915" y="234111"/>
                  </a:lnTo>
                  <a:lnTo>
                    <a:pt x="0" y="219024"/>
                  </a:lnTo>
                  <a:lnTo>
                    <a:pt x="0" y="223380"/>
                  </a:lnTo>
                  <a:lnTo>
                    <a:pt x="17729" y="244081"/>
                  </a:lnTo>
                  <a:lnTo>
                    <a:pt x="21475" y="239712"/>
                  </a:lnTo>
                  <a:lnTo>
                    <a:pt x="39979" y="218122"/>
                  </a:lnTo>
                  <a:close/>
                </a:path>
                <a:path w="118109" h="244475">
                  <a:moveTo>
                    <a:pt x="42837" y="41897"/>
                  </a:moveTo>
                  <a:lnTo>
                    <a:pt x="42799" y="41097"/>
                  </a:lnTo>
                  <a:lnTo>
                    <a:pt x="41719" y="40830"/>
                  </a:lnTo>
                  <a:lnTo>
                    <a:pt x="39090" y="40995"/>
                  </a:lnTo>
                  <a:lnTo>
                    <a:pt x="38036" y="41389"/>
                  </a:lnTo>
                  <a:lnTo>
                    <a:pt x="36957" y="41135"/>
                  </a:lnTo>
                  <a:lnTo>
                    <a:pt x="35648" y="41211"/>
                  </a:lnTo>
                  <a:lnTo>
                    <a:pt x="34340" y="41300"/>
                  </a:lnTo>
                  <a:lnTo>
                    <a:pt x="33286" y="41681"/>
                  </a:lnTo>
                  <a:lnTo>
                    <a:pt x="33324" y="42494"/>
                  </a:lnTo>
                  <a:lnTo>
                    <a:pt x="34404" y="42760"/>
                  </a:lnTo>
                  <a:lnTo>
                    <a:pt x="37033" y="42583"/>
                  </a:lnTo>
                  <a:lnTo>
                    <a:pt x="37604" y="42379"/>
                  </a:lnTo>
                  <a:lnTo>
                    <a:pt x="37490" y="43078"/>
                  </a:lnTo>
                  <a:lnTo>
                    <a:pt x="37566" y="44602"/>
                  </a:lnTo>
                  <a:lnTo>
                    <a:pt x="37642" y="46139"/>
                  </a:lnTo>
                  <a:lnTo>
                    <a:pt x="37973" y="47358"/>
                  </a:lnTo>
                  <a:lnTo>
                    <a:pt x="38658" y="47320"/>
                  </a:lnTo>
                  <a:lnTo>
                    <a:pt x="38887" y="46062"/>
                  </a:lnTo>
                  <a:lnTo>
                    <a:pt x="38735" y="42989"/>
                  </a:lnTo>
                  <a:lnTo>
                    <a:pt x="38544" y="42303"/>
                  </a:lnTo>
                  <a:lnTo>
                    <a:pt x="39166" y="42456"/>
                  </a:lnTo>
                  <a:lnTo>
                    <a:pt x="40474" y="42367"/>
                  </a:lnTo>
                  <a:lnTo>
                    <a:pt x="41783" y="42291"/>
                  </a:lnTo>
                  <a:lnTo>
                    <a:pt x="42837" y="41897"/>
                  </a:lnTo>
                  <a:close/>
                </a:path>
                <a:path w="118109" h="244475">
                  <a:moveTo>
                    <a:pt x="102057" y="57556"/>
                  </a:moveTo>
                  <a:lnTo>
                    <a:pt x="98310" y="53200"/>
                  </a:lnTo>
                  <a:lnTo>
                    <a:pt x="98310" y="57556"/>
                  </a:lnTo>
                  <a:lnTo>
                    <a:pt x="94170" y="62382"/>
                  </a:lnTo>
                  <a:lnTo>
                    <a:pt x="94284" y="61772"/>
                  </a:lnTo>
                  <a:lnTo>
                    <a:pt x="94132" y="58712"/>
                  </a:lnTo>
                  <a:lnTo>
                    <a:pt x="93941" y="58026"/>
                  </a:lnTo>
                  <a:lnTo>
                    <a:pt x="94564" y="58166"/>
                  </a:lnTo>
                  <a:lnTo>
                    <a:pt x="95872" y="58089"/>
                  </a:lnTo>
                  <a:lnTo>
                    <a:pt x="97180" y="58000"/>
                  </a:lnTo>
                  <a:lnTo>
                    <a:pt x="98234" y="57619"/>
                  </a:lnTo>
                  <a:lnTo>
                    <a:pt x="98221" y="57467"/>
                  </a:lnTo>
                  <a:lnTo>
                    <a:pt x="98310" y="53200"/>
                  </a:lnTo>
                  <a:lnTo>
                    <a:pt x="97523" y="52273"/>
                  </a:lnTo>
                  <a:lnTo>
                    <a:pt x="97523" y="56642"/>
                  </a:lnTo>
                  <a:lnTo>
                    <a:pt x="97116" y="56540"/>
                  </a:lnTo>
                  <a:lnTo>
                    <a:pt x="94488" y="56718"/>
                  </a:lnTo>
                  <a:lnTo>
                    <a:pt x="93865" y="56946"/>
                  </a:lnTo>
                  <a:lnTo>
                    <a:pt x="93992" y="56222"/>
                  </a:lnTo>
                  <a:lnTo>
                    <a:pt x="93929" y="54698"/>
                  </a:lnTo>
                  <a:lnTo>
                    <a:pt x="93853" y="53162"/>
                  </a:lnTo>
                  <a:lnTo>
                    <a:pt x="93586" y="52235"/>
                  </a:lnTo>
                  <a:lnTo>
                    <a:pt x="93586" y="63068"/>
                  </a:lnTo>
                  <a:lnTo>
                    <a:pt x="79806" y="79133"/>
                  </a:lnTo>
                  <a:lnTo>
                    <a:pt x="75018" y="73571"/>
                  </a:lnTo>
                  <a:lnTo>
                    <a:pt x="76073" y="73812"/>
                  </a:lnTo>
                  <a:lnTo>
                    <a:pt x="78701" y="73647"/>
                  </a:lnTo>
                  <a:lnTo>
                    <a:pt x="79286" y="73444"/>
                  </a:lnTo>
                  <a:lnTo>
                    <a:pt x="79159" y="74142"/>
                  </a:lnTo>
                  <a:lnTo>
                    <a:pt x="79235" y="75666"/>
                  </a:lnTo>
                  <a:lnTo>
                    <a:pt x="79311" y="77190"/>
                  </a:lnTo>
                  <a:lnTo>
                    <a:pt x="79641" y="78422"/>
                  </a:lnTo>
                  <a:lnTo>
                    <a:pt x="80340" y="78371"/>
                  </a:lnTo>
                  <a:lnTo>
                    <a:pt x="80556" y="77127"/>
                  </a:lnTo>
                  <a:lnTo>
                    <a:pt x="80416" y="74053"/>
                  </a:lnTo>
                  <a:lnTo>
                    <a:pt x="80225" y="73380"/>
                  </a:lnTo>
                  <a:lnTo>
                    <a:pt x="80835" y="73520"/>
                  </a:lnTo>
                  <a:lnTo>
                    <a:pt x="82143" y="73431"/>
                  </a:lnTo>
                  <a:lnTo>
                    <a:pt x="83451" y="73342"/>
                  </a:lnTo>
                  <a:lnTo>
                    <a:pt x="84505" y="72961"/>
                  </a:lnTo>
                  <a:lnTo>
                    <a:pt x="84467" y="72148"/>
                  </a:lnTo>
                  <a:lnTo>
                    <a:pt x="83388" y="71894"/>
                  </a:lnTo>
                  <a:lnTo>
                    <a:pt x="80759" y="72059"/>
                  </a:lnTo>
                  <a:lnTo>
                    <a:pt x="80137" y="72301"/>
                  </a:lnTo>
                  <a:lnTo>
                    <a:pt x="80276" y="71577"/>
                  </a:lnTo>
                  <a:lnTo>
                    <a:pt x="80200" y="70040"/>
                  </a:lnTo>
                  <a:lnTo>
                    <a:pt x="80124" y="68516"/>
                  </a:lnTo>
                  <a:lnTo>
                    <a:pt x="79794" y="67284"/>
                  </a:lnTo>
                  <a:lnTo>
                    <a:pt x="79095" y="67335"/>
                  </a:lnTo>
                  <a:lnTo>
                    <a:pt x="78879" y="68592"/>
                  </a:lnTo>
                  <a:lnTo>
                    <a:pt x="79032" y="71653"/>
                  </a:lnTo>
                  <a:lnTo>
                    <a:pt x="79209" y="72339"/>
                  </a:lnTo>
                  <a:lnTo>
                    <a:pt x="78625" y="72186"/>
                  </a:lnTo>
                  <a:lnTo>
                    <a:pt x="77317" y="72275"/>
                  </a:lnTo>
                  <a:lnTo>
                    <a:pt x="76009" y="72364"/>
                  </a:lnTo>
                  <a:lnTo>
                    <a:pt x="74955" y="72745"/>
                  </a:lnTo>
                  <a:lnTo>
                    <a:pt x="74980" y="73533"/>
                  </a:lnTo>
                  <a:lnTo>
                    <a:pt x="61671" y="58000"/>
                  </a:lnTo>
                  <a:lnTo>
                    <a:pt x="62725" y="58242"/>
                  </a:lnTo>
                  <a:lnTo>
                    <a:pt x="65354" y="58077"/>
                  </a:lnTo>
                  <a:lnTo>
                    <a:pt x="65938" y="57873"/>
                  </a:lnTo>
                  <a:lnTo>
                    <a:pt x="65811" y="58572"/>
                  </a:lnTo>
                  <a:lnTo>
                    <a:pt x="65887" y="60096"/>
                  </a:lnTo>
                  <a:lnTo>
                    <a:pt x="65963" y="61620"/>
                  </a:lnTo>
                  <a:lnTo>
                    <a:pt x="66294" y="62852"/>
                  </a:lnTo>
                  <a:lnTo>
                    <a:pt x="66992" y="62814"/>
                  </a:lnTo>
                  <a:lnTo>
                    <a:pt x="67208" y="61556"/>
                  </a:lnTo>
                  <a:lnTo>
                    <a:pt x="67068" y="58483"/>
                  </a:lnTo>
                  <a:lnTo>
                    <a:pt x="66865" y="57810"/>
                  </a:lnTo>
                  <a:lnTo>
                    <a:pt x="67487" y="57950"/>
                  </a:lnTo>
                  <a:lnTo>
                    <a:pt x="68795" y="57861"/>
                  </a:lnTo>
                  <a:lnTo>
                    <a:pt x="70104" y="57785"/>
                  </a:lnTo>
                  <a:lnTo>
                    <a:pt x="71158" y="57391"/>
                  </a:lnTo>
                  <a:lnTo>
                    <a:pt x="71120" y="56591"/>
                  </a:lnTo>
                  <a:lnTo>
                    <a:pt x="70040" y="56324"/>
                  </a:lnTo>
                  <a:lnTo>
                    <a:pt x="67411" y="56489"/>
                  </a:lnTo>
                  <a:lnTo>
                    <a:pt x="66789" y="56730"/>
                  </a:lnTo>
                  <a:lnTo>
                    <a:pt x="66929" y="56007"/>
                  </a:lnTo>
                  <a:lnTo>
                    <a:pt x="66852" y="54470"/>
                  </a:lnTo>
                  <a:lnTo>
                    <a:pt x="66776" y="52946"/>
                  </a:lnTo>
                  <a:lnTo>
                    <a:pt x="66446" y="51727"/>
                  </a:lnTo>
                  <a:lnTo>
                    <a:pt x="66294" y="51739"/>
                  </a:lnTo>
                  <a:lnTo>
                    <a:pt x="79286" y="36576"/>
                  </a:lnTo>
                  <a:lnTo>
                    <a:pt x="79133" y="37528"/>
                  </a:lnTo>
                  <a:lnTo>
                    <a:pt x="79286" y="40589"/>
                  </a:lnTo>
                  <a:lnTo>
                    <a:pt x="79463" y="41275"/>
                  </a:lnTo>
                  <a:lnTo>
                    <a:pt x="78892" y="41135"/>
                  </a:lnTo>
                  <a:lnTo>
                    <a:pt x="77571" y="41211"/>
                  </a:lnTo>
                  <a:lnTo>
                    <a:pt x="76263" y="41300"/>
                  </a:lnTo>
                  <a:lnTo>
                    <a:pt x="75209" y="41681"/>
                  </a:lnTo>
                  <a:lnTo>
                    <a:pt x="75247" y="42494"/>
                  </a:lnTo>
                  <a:lnTo>
                    <a:pt x="76327" y="42760"/>
                  </a:lnTo>
                  <a:lnTo>
                    <a:pt x="78955" y="42583"/>
                  </a:lnTo>
                  <a:lnTo>
                    <a:pt x="79540" y="42379"/>
                  </a:lnTo>
                  <a:lnTo>
                    <a:pt x="79413" y="43078"/>
                  </a:lnTo>
                  <a:lnTo>
                    <a:pt x="79489" y="44602"/>
                  </a:lnTo>
                  <a:lnTo>
                    <a:pt x="79565" y="46139"/>
                  </a:lnTo>
                  <a:lnTo>
                    <a:pt x="79895" y="47358"/>
                  </a:lnTo>
                  <a:lnTo>
                    <a:pt x="80594" y="47320"/>
                  </a:lnTo>
                  <a:lnTo>
                    <a:pt x="80810" y="46062"/>
                  </a:lnTo>
                  <a:lnTo>
                    <a:pt x="80670" y="42989"/>
                  </a:lnTo>
                  <a:lnTo>
                    <a:pt x="80467" y="42316"/>
                  </a:lnTo>
                  <a:lnTo>
                    <a:pt x="81089" y="42456"/>
                  </a:lnTo>
                  <a:lnTo>
                    <a:pt x="82397" y="42367"/>
                  </a:lnTo>
                  <a:lnTo>
                    <a:pt x="83705" y="42291"/>
                  </a:lnTo>
                  <a:lnTo>
                    <a:pt x="84759" y="41897"/>
                  </a:lnTo>
                  <a:lnTo>
                    <a:pt x="84747" y="41770"/>
                  </a:lnTo>
                  <a:lnTo>
                    <a:pt x="93497" y="51955"/>
                  </a:lnTo>
                  <a:lnTo>
                    <a:pt x="92824" y="51981"/>
                  </a:lnTo>
                  <a:lnTo>
                    <a:pt x="92608" y="53238"/>
                  </a:lnTo>
                  <a:lnTo>
                    <a:pt x="92748" y="56311"/>
                  </a:lnTo>
                  <a:lnTo>
                    <a:pt x="92938" y="56997"/>
                  </a:lnTo>
                  <a:lnTo>
                    <a:pt x="92354" y="56845"/>
                  </a:lnTo>
                  <a:lnTo>
                    <a:pt x="91046" y="56934"/>
                  </a:lnTo>
                  <a:lnTo>
                    <a:pt x="89738" y="57010"/>
                  </a:lnTo>
                  <a:lnTo>
                    <a:pt x="88684" y="57404"/>
                  </a:lnTo>
                  <a:lnTo>
                    <a:pt x="88722" y="58204"/>
                  </a:lnTo>
                  <a:lnTo>
                    <a:pt x="89801" y="58470"/>
                  </a:lnTo>
                  <a:lnTo>
                    <a:pt x="92430" y="58305"/>
                  </a:lnTo>
                  <a:lnTo>
                    <a:pt x="93002" y="58089"/>
                  </a:lnTo>
                  <a:lnTo>
                    <a:pt x="92887" y="58788"/>
                  </a:lnTo>
                  <a:lnTo>
                    <a:pt x="92964" y="60325"/>
                  </a:lnTo>
                  <a:lnTo>
                    <a:pt x="93040" y="61849"/>
                  </a:lnTo>
                  <a:lnTo>
                    <a:pt x="93370" y="63068"/>
                  </a:lnTo>
                  <a:lnTo>
                    <a:pt x="93586" y="63068"/>
                  </a:lnTo>
                  <a:lnTo>
                    <a:pt x="93586" y="52235"/>
                  </a:lnTo>
                  <a:lnTo>
                    <a:pt x="93510" y="51968"/>
                  </a:lnTo>
                  <a:lnTo>
                    <a:pt x="97523" y="56642"/>
                  </a:lnTo>
                  <a:lnTo>
                    <a:pt x="97523" y="52273"/>
                  </a:lnTo>
                  <a:lnTo>
                    <a:pt x="84023" y="36537"/>
                  </a:lnTo>
                  <a:lnTo>
                    <a:pt x="84023" y="40932"/>
                  </a:lnTo>
                  <a:lnTo>
                    <a:pt x="83642" y="40830"/>
                  </a:lnTo>
                  <a:lnTo>
                    <a:pt x="81013" y="40995"/>
                  </a:lnTo>
                  <a:lnTo>
                    <a:pt x="80391" y="41236"/>
                  </a:lnTo>
                  <a:lnTo>
                    <a:pt x="80530" y="40513"/>
                  </a:lnTo>
                  <a:lnTo>
                    <a:pt x="80454" y="38989"/>
                  </a:lnTo>
                  <a:lnTo>
                    <a:pt x="80378" y="37452"/>
                  </a:lnTo>
                  <a:lnTo>
                    <a:pt x="80048" y="36283"/>
                  </a:lnTo>
                  <a:lnTo>
                    <a:pt x="84023" y="40932"/>
                  </a:lnTo>
                  <a:lnTo>
                    <a:pt x="84023" y="36537"/>
                  </a:lnTo>
                  <a:lnTo>
                    <a:pt x="83553" y="35979"/>
                  </a:lnTo>
                  <a:lnTo>
                    <a:pt x="80022" y="31864"/>
                  </a:lnTo>
                  <a:lnTo>
                    <a:pt x="80022" y="36245"/>
                  </a:lnTo>
                  <a:lnTo>
                    <a:pt x="79565" y="36271"/>
                  </a:lnTo>
                  <a:lnTo>
                    <a:pt x="79806" y="35979"/>
                  </a:lnTo>
                  <a:lnTo>
                    <a:pt x="80022" y="36245"/>
                  </a:lnTo>
                  <a:lnTo>
                    <a:pt x="80022" y="31864"/>
                  </a:lnTo>
                  <a:lnTo>
                    <a:pt x="79806" y="31610"/>
                  </a:lnTo>
                  <a:lnTo>
                    <a:pt x="65862" y="47891"/>
                  </a:lnTo>
                  <a:lnTo>
                    <a:pt x="65862" y="56769"/>
                  </a:lnTo>
                  <a:lnTo>
                    <a:pt x="65290" y="56629"/>
                  </a:lnTo>
                  <a:lnTo>
                    <a:pt x="63969" y="56705"/>
                  </a:lnTo>
                  <a:lnTo>
                    <a:pt x="62661" y="56794"/>
                  </a:lnTo>
                  <a:lnTo>
                    <a:pt x="61633" y="57175"/>
                  </a:lnTo>
                  <a:lnTo>
                    <a:pt x="61633" y="57962"/>
                  </a:lnTo>
                  <a:lnTo>
                    <a:pt x="61302" y="57556"/>
                  </a:lnTo>
                  <a:lnTo>
                    <a:pt x="61607" y="57200"/>
                  </a:lnTo>
                  <a:lnTo>
                    <a:pt x="61633" y="57962"/>
                  </a:lnTo>
                  <a:lnTo>
                    <a:pt x="61633" y="57175"/>
                  </a:lnTo>
                  <a:lnTo>
                    <a:pt x="65608" y="52527"/>
                  </a:lnTo>
                  <a:lnTo>
                    <a:pt x="65532" y="53022"/>
                  </a:lnTo>
                  <a:lnTo>
                    <a:pt x="65684" y="56083"/>
                  </a:lnTo>
                  <a:lnTo>
                    <a:pt x="65862" y="56769"/>
                  </a:lnTo>
                  <a:lnTo>
                    <a:pt x="65862" y="47891"/>
                  </a:lnTo>
                  <a:lnTo>
                    <a:pt x="57569" y="57556"/>
                  </a:lnTo>
                  <a:lnTo>
                    <a:pt x="79806" y="83502"/>
                  </a:lnTo>
                  <a:lnTo>
                    <a:pt x="83553" y="79133"/>
                  </a:lnTo>
                  <a:lnTo>
                    <a:pt x="102057" y="57556"/>
                  </a:lnTo>
                  <a:close/>
                </a:path>
                <a:path w="118109" h="244475">
                  <a:moveTo>
                    <a:pt x="117652" y="20002"/>
                  </a:moveTo>
                  <a:lnTo>
                    <a:pt x="104724" y="4927"/>
                  </a:lnTo>
                  <a:lnTo>
                    <a:pt x="104724" y="9321"/>
                  </a:lnTo>
                  <a:lnTo>
                    <a:pt x="104343" y="9220"/>
                  </a:lnTo>
                  <a:lnTo>
                    <a:pt x="101714" y="9385"/>
                  </a:lnTo>
                  <a:lnTo>
                    <a:pt x="101104" y="9613"/>
                  </a:lnTo>
                  <a:lnTo>
                    <a:pt x="101231" y="8902"/>
                  </a:lnTo>
                  <a:lnTo>
                    <a:pt x="101155" y="7378"/>
                  </a:lnTo>
                  <a:lnTo>
                    <a:pt x="101079" y="5842"/>
                  </a:lnTo>
                  <a:lnTo>
                    <a:pt x="100749" y="4673"/>
                  </a:lnTo>
                  <a:lnTo>
                    <a:pt x="104724" y="9321"/>
                  </a:lnTo>
                  <a:lnTo>
                    <a:pt x="104724" y="4927"/>
                  </a:lnTo>
                  <a:lnTo>
                    <a:pt x="104254" y="4368"/>
                  </a:lnTo>
                  <a:lnTo>
                    <a:pt x="100723" y="254"/>
                  </a:lnTo>
                  <a:lnTo>
                    <a:pt x="100723" y="4635"/>
                  </a:lnTo>
                  <a:lnTo>
                    <a:pt x="100266" y="4660"/>
                  </a:lnTo>
                  <a:lnTo>
                    <a:pt x="100507" y="4368"/>
                  </a:lnTo>
                  <a:lnTo>
                    <a:pt x="100723" y="4635"/>
                  </a:lnTo>
                  <a:lnTo>
                    <a:pt x="100723" y="254"/>
                  </a:lnTo>
                  <a:lnTo>
                    <a:pt x="100507" y="0"/>
                  </a:lnTo>
                  <a:lnTo>
                    <a:pt x="86563" y="16268"/>
                  </a:lnTo>
                  <a:lnTo>
                    <a:pt x="86563" y="25158"/>
                  </a:lnTo>
                  <a:lnTo>
                    <a:pt x="85991" y="25019"/>
                  </a:lnTo>
                  <a:lnTo>
                    <a:pt x="84683" y="25095"/>
                  </a:lnTo>
                  <a:lnTo>
                    <a:pt x="83375" y="25184"/>
                  </a:lnTo>
                  <a:lnTo>
                    <a:pt x="82346" y="25577"/>
                  </a:lnTo>
                  <a:lnTo>
                    <a:pt x="82346" y="26365"/>
                  </a:lnTo>
                  <a:lnTo>
                    <a:pt x="82003" y="25946"/>
                  </a:lnTo>
                  <a:lnTo>
                    <a:pt x="82308" y="25590"/>
                  </a:lnTo>
                  <a:lnTo>
                    <a:pt x="82346" y="26365"/>
                  </a:lnTo>
                  <a:lnTo>
                    <a:pt x="82346" y="25577"/>
                  </a:lnTo>
                  <a:lnTo>
                    <a:pt x="86321" y="20916"/>
                  </a:lnTo>
                  <a:lnTo>
                    <a:pt x="86233" y="21412"/>
                  </a:lnTo>
                  <a:lnTo>
                    <a:pt x="86385" y="24485"/>
                  </a:lnTo>
                  <a:lnTo>
                    <a:pt x="86563" y="25158"/>
                  </a:lnTo>
                  <a:lnTo>
                    <a:pt x="86563" y="16268"/>
                  </a:lnTo>
                  <a:lnTo>
                    <a:pt x="79806" y="24142"/>
                  </a:lnTo>
                  <a:lnTo>
                    <a:pt x="77622" y="21602"/>
                  </a:lnTo>
                  <a:lnTo>
                    <a:pt x="77622" y="25946"/>
                  </a:lnTo>
                  <a:lnTo>
                    <a:pt x="73482" y="30772"/>
                  </a:lnTo>
                  <a:lnTo>
                    <a:pt x="73596" y="30162"/>
                  </a:lnTo>
                  <a:lnTo>
                    <a:pt x="73456" y="27101"/>
                  </a:lnTo>
                  <a:lnTo>
                    <a:pt x="73253" y="26416"/>
                  </a:lnTo>
                  <a:lnTo>
                    <a:pt x="73875" y="26555"/>
                  </a:lnTo>
                  <a:lnTo>
                    <a:pt x="75184" y="26479"/>
                  </a:lnTo>
                  <a:lnTo>
                    <a:pt x="76492" y="26390"/>
                  </a:lnTo>
                  <a:lnTo>
                    <a:pt x="77546" y="26009"/>
                  </a:lnTo>
                  <a:lnTo>
                    <a:pt x="77533" y="25857"/>
                  </a:lnTo>
                  <a:lnTo>
                    <a:pt x="77622" y="21602"/>
                  </a:lnTo>
                  <a:lnTo>
                    <a:pt x="76835" y="20675"/>
                  </a:lnTo>
                  <a:lnTo>
                    <a:pt x="76835" y="25044"/>
                  </a:lnTo>
                  <a:lnTo>
                    <a:pt x="76428" y="24942"/>
                  </a:lnTo>
                  <a:lnTo>
                    <a:pt x="73799" y="25107"/>
                  </a:lnTo>
                  <a:lnTo>
                    <a:pt x="73190" y="25336"/>
                  </a:lnTo>
                  <a:lnTo>
                    <a:pt x="73317" y="24612"/>
                  </a:lnTo>
                  <a:lnTo>
                    <a:pt x="73240" y="23088"/>
                  </a:lnTo>
                  <a:lnTo>
                    <a:pt x="73164" y="21564"/>
                  </a:lnTo>
                  <a:lnTo>
                    <a:pt x="72898" y="20612"/>
                  </a:lnTo>
                  <a:lnTo>
                    <a:pt x="72898" y="31457"/>
                  </a:lnTo>
                  <a:lnTo>
                    <a:pt x="59118" y="47536"/>
                  </a:lnTo>
                  <a:lnTo>
                    <a:pt x="54317" y="41960"/>
                  </a:lnTo>
                  <a:lnTo>
                    <a:pt x="55397" y="42202"/>
                  </a:lnTo>
                  <a:lnTo>
                    <a:pt x="58013" y="42037"/>
                  </a:lnTo>
                  <a:lnTo>
                    <a:pt x="58597" y="41833"/>
                  </a:lnTo>
                  <a:lnTo>
                    <a:pt x="58483" y="42532"/>
                  </a:lnTo>
                  <a:lnTo>
                    <a:pt x="58547" y="44056"/>
                  </a:lnTo>
                  <a:lnTo>
                    <a:pt x="58623" y="45593"/>
                  </a:lnTo>
                  <a:lnTo>
                    <a:pt x="58966" y="46812"/>
                  </a:lnTo>
                  <a:lnTo>
                    <a:pt x="59651" y="46774"/>
                  </a:lnTo>
                  <a:lnTo>
                    <a:pt x="59867" y="45516"/>
                  </a:lnTo>
                  <a:lnTo>
                    <a:pt x="59728" y="42443"/>
                  </a:lnTo>
                  <a:lnTo>
                    <a:pt x="59524" y="41770"/>
                  </a:lnTo>
                  <a:lnTo>
                    <a:pt x="60147" y="41910"/>
                  </a:lnTo>
                  <a:lnTo>
                    <a:pt x="61455" y="41821"/>
                  </a:lnTo>
                  <a:lnTo>
                    <a:pt x="62763" y="41744"/>
                  </a:lnTo>
                  <a:lnTo>
                    <a:pt x="63830" y="41351"/>
                  </a:lnTo>
                  <a:lnTo>
                    <a:pt x="63779" y="40551"/>
                  </a:lnTo>
                  <a:lnTo>
                    <a:pt x="62699" y="40284"/>
                  </a:lnTo>
                  <a:lnTo>
                    <a:pt x="60071" y="40449"/>
                  </a:lnTo>
                  <a:lnTo>
                    <a:pt x="59461" y="40690"/>
                  </a:lnTo>
                  <a:lnTo>
                    <a:pt x="59588" y="39966"/>
                  </a:lnTo>
                  <a:lnTo>
                    <a:pt x="59512" y="38430"/>
                  </a:lnTo>
                  <a:lnTo>
                    <a:pt x="59436" y="36906"/>
                  </a:lnTo>
                  <a:lnTo>
                    <a:pt x="59105" y="35687"/>
                  </a:lnTo>
                  <a:lnTo>
                    <a:pt x="58420" y="35725"/>
                  </a:lnTo>
                  <a:lnTo>
                    <a:pt x="58191" y="36982"/>
                  </a:lnTo>
                  <a:lnTo>
                    <a:pt x="58343" y="40043"/>
                  </a:lnTo>
                  <a:lnTo>
                    <a:pt x="58521" y="40728"/>
                  </a:lnTo>
                  <a:lnTo>
                    <a:pt x="57950" y="40589"/>
                  </a:lnTo>
                  <a:lnTo>
                    <a:pt x="56642" y="40665"/>
                  </a:lnTo>
                  <a:lnTo>
                    <a:pt x="55333" y="40754"/>
                  </a:lnTo>
                  <a:lnTo>
                    <a:pt x="54267" y="41135"/>
                  </a:lnTo>
                  <a:lnTo>
                    <a:pt x="54305" y="41948"/>
                  </a:lnTo>
                  <a:lnTo>
                    <a:pt x="40982" y="26390"/>
                  </a:lnTo>
                  <a:lnTo>
                    <a:pt x="42049" y="26644"/>
                  </a:lnTo>
                  <a:lnTo>
                    <a:pt x="44678" y="26466"/>
                  </a:lnTo>
                  <a:lnTo>
                    <a:pt x="45250" y="26263"/>
                  </a:lnTo>
                  <a:lnTo>
                    <a:pt x="45135" y="26962"/>
                  </a:lnTo>
                  <a:lnTo>
                    <a:pt x="45212" y="28486"/>
                  </a:lnTo>
                  <a:lnTo>
                    <a:pt x="45275" y="30022"/>
                  </a:lnTo>
                  <a:lnTo>
                    <a:pt x="45618" y="31242"/>
                  </a:lnTo>
                  <a:lnTo>
                    <a:pt x="46304" y="31203"/>
                  </a:lnTo>
                  <a:lnTo>
                    <a:pt x="46532" y="29946"/>
                  </a:lnTo>
                  <a:lnTo>
                    <a:pt x="46380" y="26873"/>
                  </a:lnTo>
                  <a:lnTo>
                    <a:pt x="46189" y="26200"/>
                  </a:lnTo>
                  <a:lnTo>
                    <a:pt x="46799" y="26339"/>
                  </a:lnTo>
                  <a:lnTo>
                    <a:pt x="48107" y="26250"/>
                  </a:lnTo>
                  <a:lnTo>
                    <a:pt x="49428" y="26174"/>
                  </a:lnTo>
                  <a:lnTo>
                    <a:pt x="50482" y="25781"/>
                  </a:lnTo>
                  <a:lnTo>
                    <a:pt x="50431" y="24980"/>
                  </a:lnTo>
                  <a:lnTo>
                    <a:pt x="49364" y="24714"/>
                  </a:lnTo>
                  <a:lnTo>
                    <a:pt x="46736" y="24879"/>
                  </a:lnTo>
                  <a:lnTo>
                    <a:pt x="46113" y="25120"/>
                  </a:lnTo>
                  <a:lnTo>
                    <a:pt x="46240" y="24396"/>
                  </a:lnTo>
                  <a:lnTo>
                    <a:pt x="46164" y="22872"/>
                  </a:lnTo>
                  <a:lnTo>
                    <a:pt x="46101" y="21336"/>
                  </a:lnTo>
                  <a:lnTo>
                    <a:pt x="45758" y="20116"/>
                  </a:lnTo>
                  <a:lnTo>
                    <a:pt x="45605" y="20129"/>
                  </a:lnTo>
                  <a:lnTo>
                    <a:pt x="58610" y="4953"/>
                  </a:lnTo>
                  <a:lnTo>
                    <a:pt x="58445" y="5918"/>
                  </a:lnTo>
                  <a:lnTo>
                    <a:pt x="58597" y="8991"/>
                  </a:lnTo>
                  <a:lnTo>
                    <a:pt x="58775" y="9677"/>
                  </a:lnTo>
                  <a:lnTo>
                    <a:pt x="58204" y="9525"/>
                  </a:lnTo>
                  <a:lnTo>
                    <a:pt x="56896" y="9613"/>
                  </a:lnTo>
                  <a:lnTo>
                    <a:pt x="55587" y="9690"/>
                  </a:lnTo>
                  <a:lnTo>
                    <a:pt x="54521" y="10083"/>
                  </a:lnTo>
                  <a:lnTo>
                    <a:pt x="54571" y="10883"/>
                  </a:lnTo>
                  <a:lnTo>
                    <a:pt x="55651" y="11150"/>
                  </a:lnTo>
                  <a:lnTo>
                    <a:pt x="58280" y="10985"/>
                  </a:lnTo>
                  <a:lnTo>
                    <a:pt x="58851" y="10769"/>
                  </a:lnTo>
                  <a:lnTo>
                    <a:pt x="58737" y="11468"/>
                  </a:lnTo>
                  <a:lnTo>
                    <a:pt x="58813" y="12992"/>
                  </a:lnTo>
                  <a:lnTo>
                    <a:pt x="58877" y="14528"/>
                  </a:lnTo>
                  <a:lnTo>
                    <a:pt x="59220" y="15748"/>
                  </a:lnTo>
                  <a:lnTo>
                    <a:pt x="59905" y="15709"/>
                  </a:lnTo>
                  <a:lnTo>
                    <a:pt x="60121" y="14452"/>
                  </a:lnTo>
                  <a:lnTo>
                    <a:pt x="59982" y="11379"/>
                  </a:lnTo>
                  <a:lnTo>
                    <a:pt x="59791" y="10706"/>
                  </a:lnTo>
                  <a:lnTo>
                    <a:pt x="60401" y="10845"/>
                  </a:lnTo>
                  <a:lnTo>
                    <a:pt x="61709" y="10756"/>
                  </a:lnTo>
                  <a:lnTo>
                    <a:pt x="63017" y="10680"/>
                  </a:lnTo>
                  <a:lnTo>
                    <a:pt x="64084" y="10287"/>
                  </a:lnTo>
                  <a:lnTo>
                    <a:pt x="72809" y="20345"/>
                  </a:lnTo>
                  <a:lnTo>
                    <a:pt x="72136" y="20383"/>
                  </a:lnTo>
                  <a:lnTo>
                    <a:pt x="71920" y="21628"/>
                  </a:lnTo>
                  <a:lnTo>
                    <a:pt x="72072" y="24701"/>
                  </a:lnTo>
                  <a:lnTo>
                    <a:pt x="72250" y="25387"/>
                  </a:lnTo>
                  <a:lnTo>
                    <a:pt x="71678" y="25234"/>
                  </a:lnTo>
                  <a:lnTo>
                    <a:pt x="70358" y="25323"/>
                  </a:lnTo>
                  <a:lnTo>
                    <a:pt x="69049" y="25400"/>
                  </a:lnTo>
                  <a:lnTo>
                    <a:pt x="67995" y="25793"/>
                  </a:lnTo>
                  <a:lnTo>
                    <a:pt x="68033" y="26593"/>
                  </a:lnTo>
                  <a:lnTo>
                    <a:pt x="69113" y="26860"/>
                  </a:lnTo>
                  <a:lnTo>
                    <a:pt x="71742" y="26695"/>
                  </a:lnTo>
                  <a:lnTo>
                    <a:pt x="72326" y="26479"/>
                  </a:lnTo>
                  <a:lnTo>
                    <a:pt x="72212" y="27178"/>
                  </a:lnTo>
                  <a:lnTo>
                    <a:pt x="72275" y="28714"/>
                  </a:lnTo>
                  <a:lnTo>
                    <a:pt x="72351" y="30238"/>
                  </a:lnTo>
                  <a:lnTo>
                    <a:pt x="72682" y="31470"/>
                  </a:lnTo>
                  <a:lnTo>
                    <a:pt x="72898" y="31457"/>
                  </a:lnTo>
                  <a:lnTo>
                    <a:pt x="72898" y="20612"/>
                  </a:lnTo>
                  <a:lnTo>
                    <a:pt x="72834" y="20383"/>
                  </a:lnTo>
                  <a:lnTo>
                    <a:pt x="76835" y="25044"/>
                  </a:lnTo>
                  <a:lnTo>
                    <a:pt x="76835" y="20675"/>
                  </a:lnTo>
                  <a:lnTo>
                    <a:pt x="63334" y="4927"/>
                  </a:lnTo>
                  <a:lnTo>
                    <a:pt x="63334" y="9321"/>
                  </a:lnTo>
                  <a:lnTo>
                    <a:pt x="62953" y="9220"/>
                  </a:lnTo>
                  <a:lnTo>
                    <a:pt x="60337" y="9385"/>
                  </a:lnTo>
                  <a:lnTo>
                    <a:pt x="59715" y="9626"/>
                  </a:lnTo>
                  <a:lnTo>
                    <a:pt x="59842" y="8902"/>
                  </a:lnTo>
                  <a:lnTo>
                    <a:pt x="59766" y="7378"/>
                  </a:lnTo>
                  <a:lnTo>
                    <a:pt x="59690" y="5842"/>
                  </a:lnTo>
                  <a:lnTo>
                    <a:pt x="59359" y="4673"/>
                  </a:lnTo>
                  <a:lnTo>
                    <a:pt x="63334" y="9321"/>
                  </a:lnTo>
                  <a:lnTo>
                    <a:pt x="63334" y="4927"/>
                  </a:lnTo>
                  <a:lnTo>
                    <a:pt x="62865" y="4368"/>
                  </a:lnTo>
                  <a:lnTo>
                    <a:pt x="59334" y="254"/>
                  </a:lnTo>
                  <a:lnTo>
                    <a:pt x="59334" y="4635"/>
                  </a:lnTo>
                  <a:lnTo>
                    <a:pt x="58877" y="4660"/>
                  </a:lnTo>
                  <a:lnTo>
                    <a:pt x="59118" y="4368"/>
                  </a:lnTo>
                  <a:lnTo>
                    <a:pt x="59334" y="4635"/>
                  </a:lnTo>
                  <a:lnTo>
                    <a:pt x="59334" y="254"/>
                  </a:lnTo>
                  <a:lnTo>
                    <a:pt x="59118" y="0"/>
                  </a:lnTo>
                  <a:lnTo>
                    <a:pt x="45173" y="16281"/>
                  </a:lnTo>
                  <a:lnTo>
                    <a:pt x="45173" y="25158"/>
                  </a:lnTo>
                  <a:lnTo>
                    <a:pt x="44602" y="25019"/>
                  </a:lnTo>
                  <a:lnTo>
                    <a:pt x="43294" y="25095"/>
                  </a:lnTo>
                  <a:lnTo>
                    <a:pt x="41986" y="25184"/>
                  </a:lnTo>
                  <a:lnTo>
                    <a:pt x="40932" y="25577"/>
                  </a:lnTo>
                  <a:lnTo>
                    <a:pt x="40957" y="26365"/>
                  </a:lnTo>
                  <a:lnTo>
                    <a:pt x="40614" y="25946"/>
                  </a:lnTo>
                  <a:lnTo>
                    <a:pt x="40932" y="25577"/>
                  </a:lnTo>
                  <a:lnTo>
                    <a:pt x="44932" y="20916"/>
                  </a:lnTo>
                  <a:lnTo>
                    <a:pt x="44843" y="21412"/>
                  </a:lnTo>
                  <a:lnTo>
                    <a:pt x="44996" y="24485"/>
                  </a:lnTo>
                  <a:lnTo>
                    <a:pt x="45173" y="25158"/>
                  </a:lnTo>
                  <a:lnTo>
                    <a:pt x="45173" y="16281"/>
                  </a:lnTo>
                  <a:lnTo>
                    <a:pt x="36880" y="25946"/>
                  </a:lnTo>
                  <a:lnTo>
                    <a:pt x="59118" y="51892"/>
                  </a:lnTo>
                  <a:lnTo>
                    <a:pt x="62865" y="47536"/>
                  </a:lnTo>
                  <a:lnTo>
                    <a:pt x="79819" y="27762"/>
                  </a:lnTo>
                  <a:lnTo>
                    <a:pt x="100507" y="51892"/>
                  </a:lnTo>
                  <a:lnTo>
                    <a:pt x="104254" y="47536"/>
                  </a:lnTo>
                  <a:lnTo>
                    <a:pt x="117652" y="31902"/>
                  </a:lnTo>
                  <a:lnTo>
                    <a:pt x="117652" y="27533"/>
                  </a:lnTo>
                  <a:lnTo>
                    <a:pt x="114871" y="30772"/>
                  </a:lnTo>
                  <a:lnTo>
                    <a:pt x="114985" y="30162"/>
                  </a:lnTo>
                  <a:lnTo>
                    <a:pt x="114846" y="27101"/>
                  </a:lnTo>
                  <a:lnTo>
                    <a:pt x="114642" y="26416"/>
                  </a:lnTo>
                  <a:lnTo>
                    <a:pt x="115265" y="26555"/>
                  </a:lnTo>
                  <a:lnTo>
                    <a:pt x="117652" y="26403"/>
                  </a:lnTo>
                  <a:lnTo>
                    <a:pt x="117652" y="24942"/>
                  </a:lnTo>
                  <a:lnTo>
                    <a:pt x="115189" y="25107"/>
                  </a:lnTo>
                  <a:lnTo>
                    <a:pt x="114566" y="25336"/>
                  </a:lnTo>
                  <a:lnTo>
                    <a:pt x="114706" y="24612"/>
                  </a:lnTo>
                  <a:lnTo>
                    <a:pt x="114630" y="23088"/>
                  </a:lnTo>
                  <a:lnTo>
                    <a:pt x="114554" y="21564"/>
                  </a:lnTo>
                  <a:lnTo>
                    <a:pt x="114287" y="20586"/>
                  </a:lnTo>
                  <a:lnTo>
                    <a:pt x="114287" y="31457"/>
                  </a:lnTo>
                  <a:lnTo>
                    <a:pt x="100507" y="47536"/>
                  </a:lnTo>
                  <a:lnTo>
                    <a:pt x="95707" y="41960"/>
                  </a:lnTo>
                  <a:lnTo>
                    <a:pt x="96786" y="42202"/>
                  </a:lnTo>
                  <a:lnTo>
                    <a:pt x="99415" y="42037"/>
                  </a:lnTo>
                  <a:lnTo>
                    <a:pt x="99987" y="41833"/>
                  </a:lnTo>
                  <a:lnTo>
                    <a:pt x="99872" y="42532"/>
                  </a:lnTo>
                  <a:lnTo>
                    <a:pt x="99936" y="44056"/>
                  </a:lnTo>
                  <a:lnTo>
                    <a:pt x="100012" y="45593"/>
                  </a:lnTo>
                  <a:lnTo>
                    <a:pt x="100355" y="46812"/>
                  </a:lnTo>
                  <a:lnTo>
                    <a:pt x="101041" y="46774"/>
                  </a:lnTo>
                  <a:lnTo>
                    <a:pt x="101257" y="45516"/>
                  </a:lnTo>
                  <a:lnTo>
                    <a:pt x="101117" y="42443"/>
                  </a:lnTo>
                  <a:lnTo>
                    <a:pt x="100914" y="41770"/>
                  </a:lnTo>
                  <a:lnTo>
                    <a:pt x="101536" y="41910"/>
                  </a:lnTo>
                  <a:lnTo>
                    <a:pt x="102844" y="41821"/>
                  </a:lnTo>
                  <a:lnTo>
                    <a:pt x="104152" y="41744"/>
                  </a:lnTo>
                  <a:lnTo>
                    <a:pt x="105219" y="41351"/>
                  </a:lnTo>
                  <a:lnTo>
                    <a:pt x="105168" y="40551"/>
                  </a:lnTo>
                  <a:lnTo>
                    <a:pt x="104089" y="40284"/>
                  </a:lnTo>
                  <a:lnTo>
                    <a:pt x="101460" y="40449"/>
                  </a:lnTo>
                  <a:lnTo>
                    <a:pt x="100850" y="40690"/>
                  </a:lnTo>
                  <a:lnTo>
                    <a:pt x="100977" y="39966"/>
                  </a:lnTo>
                  <a:lnTo>
                    <a:pt x="100901" y="38430"/>
                  </a:lnTo>
                  <a:lnTo>
                    <a:pt x="100825" y="36906"/>
                  </a:lnTo>
                  <a:lnTo>
                    <a:pt x="100495" y="35687"/>
                  </a:lnTo>
                  <a:lnTo>
                    <a:pt x="99809" y="35725"/>
                  </a:lnTo>
                  <a:lnTo>
                    <a:pt x="99580" y="36982"/>
                  </a:lnTo>
                  <a:lnTo>
                    <a:pt x="99733" y="40043"/>
                  </a:lnTo>
                  <a:lnTo>
                    <a:pt x="99910" y="40728"/>
                  </a:lnTo>
                  <a:lnTo>
                    <a:pt x="99339" y="40589"/>
                  </a:lnTo>
                  <a:lnTo>
                    <a:pt x="98031" y="40665"/>
                  </a:lnTo>
                  <a:lnTo>
                    <a:pt x="96723" y="40754"/>
                  </a:lnTo>
                  <a:lnTo>
                    <a:pt x="95656" y="41135"/>
                  </a:lnTo>
                  <a:lnTo>
                    <a:pt x="95694" y="41948"/>
                  </a:lnTo>
                  <a:lnTo>
                    <a:pt x="82372" y="26390"/>
                  </a:lnTo>
                  <a:lnTo>
                    <a:pt x="83439" y="26644"/>
                  </a:lnTo>
                  <a:lnTo>
                    <a:pt x="86067" y="26466"/>
                  </a:lnTo>
                  <a:lnTo>
                    <a:pt x="86639" y="26263"/>
                  </a:lnTo>
                  <a:lnTo>
                    <a:pt x="86525" y="26962"/>
                  </a:lnTo>
                  <a:lnTo>
                    <a:pt x="86601" y="28486"/>
                  </a:lnTo>
                  <a:lnTo>
                    <a:pt x="86664" y="30022"/>
                  </a:lnTo>
                  <a:lnTo>
                    <a:pt x="87007" y="31242"/>
                  </a:lnTo>
                  <a:lnTo>
                    <a:pt x="87693" y="31203"/>
                  </a:lnTo>
                  <a:lnTo>
                    <a:pt x="87909" y="29946"/>
                  </a:lnTo>
                  <a:lnTo>
                    <a:pt x="87769" y="26873"/>
                  </a:lnTo>
                  <a:lnTo>
                    <a:pt x="87579" y="26200"/>
                  </a:lnTo>
                  <a:lnTo>
                    <a:pt x="88188" y="26339"/>
                  </a:lnTo>
                  <a:lnTo>
                    <a:pt x="89496" y="26250"/>
                  </a:lnTo>
                  <a:lnTo>
                    <a:pt x="90805" y="26174"/>
                  </a:lnTo>
                  <a:lnTo>
                    <a:pt x="91871" y="25781"/>
                  </a:lnTo>
                  <a:lnTo>
                    <a:pt x="91821" y="24980"/>
                  </a:lnTo>
                  <a:lnTo>
                    <a:pt x="90741" y="24714"/>
                  </a:lnTo>
                  <a:lnTo>
                    <a:pt x="88125" y="24879"/>
                  </a:lnTo>
                  <a:lnTo>
                    <a:pt x="87503" y="25120"/>
                  </a:lnTo>
                  <a:lnTo>
                    <a:pt x="87630" y="24396"/>
                  </a:lnTo>
                  <a:lnTo>
                    <a:pt x="87553" y="22872"/>
                  </a:lnTo>
                  <a:lnTo>
                    <a:pt x="87490" y="21336"/>
                  </a:lnTo>
                  <a:lnTo>
                    <a:pt x="87147" y="20116"/>
                  </a:lnTo>
                  <a:lnTo>
                    <a:pt x="86995" y="20129"/>
                  </a:lnTo>
                  <a:lnTo>
                    <a:pt x="99999" y="4953"/>
                  </a:lnTo>
                  <a:lnTo>
                    <a:pt x="99834" y="5918"/>
                  </a:lnTo>
                  <a:lnTo>
                    <a:pt x="99987" y="8991"/>
                  </a:lnTo>
                  <a:lnTo>
                    <a:pt x="100164" y="9677"/>
                  </a:lnTo>
                  <a:lnTo>
                    <a:pt x="99593" y="9525"/>
                  </a:lnTo>
                  <a:lnTo>
                    <a:pt x="98285" y="9613"/>
                  </a:lnTo>
                  <a:lnTo>
                    <a:pt x="96977" y="9690"/>
                  </a:lnTo>
                  <a:lnTo>
                    <a:pt x="95910" y="10083"/>
                  </a:lnTo>
                  <a:lnTo>
                    <a:pt x="95961" y="10883"/>
                  </a:lnTo>
                  <a:lnTo>
                    <a:pt x="97040" y="11150"/>
                  </a:lnTo>
                  <a:lnTo>
                    <a:pt x="99669" y="10985"/>
                  </a:lnTo>
                  <a:lnTo>
                    <a:pt x="100241" y="10769"/>
                  </a:lnTo>
                  <a:lnTo>
                    <a:pt x="100126" y="11468"/>
                  </a:lnTo>
                  <a:lnTo>
                    <a:pt x="100203" y="12992"/>
                  </a:lnTo>
                  <a:lnTo>
                    <a:pt x="100266" y="14528"/>
                  </a:lnTo>
                  <a:lnTo>
                    <a:pt x="100609" y="15748"/>
                  </a:lnTo>
                  <a:lnTo>
                    <a:pt x="101295" y="15709"/>
                  </a:lnTo>
                  <a:lnTo>
                    <a:pt x="101511" y="14452"/>
                  </a:lnTo>
                  <a:lnTo>
                    <a:pt x="101371" y="11379"/>
                  </a:lnTo>
                  <a:lnTo>
                    <a:pt x="101168" y="10706"/>
                  </a:lnTo>
                  <a:lnTo>
                    <a:pt x="101790" y="10845"/>
                  </a:lnTo>
                  <a:lnTo>
                    <a:pt x="103098" y="10756"/>
                  </a:lnTo>
                  <a:lnTo>
                    <a:pt x="104406" y="10680"/>
                  </a:lnTo>
                  <a:lnTo>
                    <a:pt x="105473" y="10287"/>
                  </a:lnTo>
                  <a:lnTo>
                    <a:pt x="114185" y="20345"/>
                  </a:lnTo>
                  <a:lnTo>
                    <a:pt x="113525" y="20383"/>
                  </a:lnTo>
                  <a:lnTo>
                    <a:pt x="113309" y="21628"/>
                  </a:lnTo>
                  <a:lnTo>
                    <a:pt x="113461" y="24701"/>
                  </a:lnTo>
                  <a:lnTo>
                    <a:pt x="113639" y="25387"/>
                  </a:lnTo>
                  <a:lnTo>
                    <a:pt x="113055" y="25234"/>
                  </a:lnTo>
                  <a:lnTo>
                    <a:pt x="111747" y="25323"/>
                  </a:lnTo>
                  <a:lnTo>
                    <a:pt x="110439" y="25400"/>
                  </a:lnTo>
                  <a:lnTo>
                    <a:pt x="109385" y="25793"/>
                  </a:lnTo>
                  <a:lnTo>
                    <a:pt x="109423" y="26593"/>
                  </a:lnTo>
                  <a:lnTo>
                    <a:pt x="110502" y="26860"/>
                  </a:lnTo>
                  <a:lnTo>
                    <a:pt x="113131" y="26695"/>
                  </a:lnTo>
                  <a:lnTo>
                    <a:pt x="113715" y="26479"/>
                  </a:lnTo>
                  <a:lnTo>
                    <a:pt x="113588" y="27178"/>
                  </a:lnTo>
                  <a:lnTo>
                    <a:pt x="113665" y="28714"/>
                  </a:lnTo>
                  <a:lnTo>
                    <a:pt x="113741" y="30238"/>
                  </a:lnTo>
                  <a:lnTo>
                    <a:pt x="114071" y="31470"/>
                  </a:lnTo>
                  <a:lnTo>
                    <a:pt x="114287" y="31457"/>
                  </a:lnTo>
                  <a:lnTo>
                    <a:pt x="114287" y="20586"/>
                  </a:lnTo>
                  <a:lnTo>
                    <a:pt x="114236" y="20396"/>
                  </a:lnTo>
                  <a:lnTo>
                    <a:pt x="117652" y="24371"/>
                  </a:lnTo>
                  <a:lnTo>
                    <a:pt x="117652" y="20002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 descr=""/>
            <p:cNvSpPr/>
            <p:nvPr/>
          </p:nvSpPr>
          <p:spPr>
            <a:xfrm>
              <a:off x="10570934" y="8005692"/>
              <a:ext cx="118110" cy="83820"/>
            </a:xfrm>
            <a:custGeom>
              <a:avLst/>
              <a:gdLst/>
              <a:ahLst/>
              <a:cxnLst/>
              <a:rect l="l" t="t" r="r" b="b"/>
              <a:pathLst>
                <a:path w="118109" h="83820">
                  <a:moveTo>
                    <a:pt x="1828" y="72961"/>
                  </a:moveTo>
                  <a:lnTo>
                    <a:pt x="1790" y="72161"/>
                  </a:lnTo>
                  <a:lnTo>
                    <a:pt x="711" y="71894"/>
                  </a:lnTo>
                  <a:lnTo>
                    <a:pt x="0" y="71945"/>
                  </a:lnTo>
                  <a:lnTo>
                    <a:pt x="0" y="73406"/>
                  </a:lnTo>
                  <a:lnTo>
                    <a:pt x="774" y="73355"/>
                  </a:lnTo>
                  <a:lnTo>
                    <a:pt x="1828" y="72961"/>
                  </a:lnTo>
                  <a:close/>
                </a:path>
                <a:path w="118109" h="83820">
                  <a:moveTo>
                    <a:pt x="22694" y="10299"/>
                  </a:moveTo>
                  <a:lnTo>
                    <a:pt x="22644" y="9486"/>
                  </a:lnTo>
                  <a:lnTo>
                    <a:pt x="21577" y="9232"/>
                  </a:lnTo>
                  <a:lnTo>
                    <a:pt x="18948" y="9398"/>
                  </a:lnTo>
                  <a:lnTo>
                    <a:pt x="18326" y="9626"/>
                  </a:lnTo>
                  <a:lnTo>
                    <a:pt x="18453" y="8902"/>
                  </a:lnTo>
                  <a:lnTo>
                    <a:pt x="18376" y="7378"/>
                  </a:lnTo>
                  <a:lnTo>
                    <a:pt x="18313" y="5854"/>
                  </a:lnTo>
                  <a:lnTo>
                    <a:pt x="17970" y="4622"/>
                  </a:lnTo>
                  <a:lnTo>
                    <a:pt x="17284" y="4660"/>
                  </a:lnTo>
                  <a:lnTo>
                    <a:pt x="17056" y="5918"/>
                  </a:lnTo>
                  <a:lnTo>
                    <a:pt x="17208" y="8991"/>
                  </a:lnTo>
                  <a:lnTo>
                    <a:pt x="17386" y="9677"/>
                  </a:lnTo>
                  <a:lnTo>
                    <a:pt x="16814" y="9525"/>
                  </a:lnTo>
                  <a:lnTo>
                    <a:pt x="15506" y="9613"/>
                  </a:lnTo>
                  <a:lnTo>
                    <a:pt x="14198" y="9690"/>
                  </a:lnTo>
                  <a:lnTo>
                    <a:pt x="13144" y="10083"/>
                  </a:lnTo>
                  <a:lnTo>
                    <a:pt x="13182" y="10883"/>
                  </a:lnTo>
                  <a:lnTo>
                    <a:pt x="14262" y="11150"/>
                  </a:lnTo>
                  <a:lnTo>
                    <a:pt x="16891" y="10985"/>
                  </a:lnTo>
                  <a:lnTo>
                    <a:pt x="17462" y="10769"/>
                  </a:lnTo>
                  <a:lnTo>
                    <a:pt x="17348" y="11468"/>
                  </a:lnTo>
                  <a:lnTo>
                    <a:pt x="17424" y="13004"/>
                  </a:lnTo>
                  <a:lnTo>
                    <a:pt x="17487" y="14528"/>
                  </a:lnTo>
                  <a:lnTo>
                    <a:pt x="17830" y="15748"/>
                  </a:lnTo>
                  <a:lnTo>
                    <a:pt x="18516" y="15709"/>
                  </a:lnTo>
                  <a:lnTo>
                    <a:pt x="18745" y="14452"/>
                  </a:lnTo>
                  <a:lnTo>
                    <a:pt x="18592" y="11391"/>
                  </a:lnTo>
                  <a:lnTo>
                    <a:pt x="18402" y="10706"/>
                  </a:lnTo>
                  <a:lnTo>
                    <a:pt x="19011" y="10845"/>
                  </a:lnTo>
                  <a:lnTo>
                    <a:pt x="20320" y="10769"/>
                  </a:lnTo>
                  <a:lnTo>
                    <a:pt x="21640" y="10680"/>
                  </a:lnTo>
                  <a:lnTo>
                    <a:pt x="22694" y="10299"/>
                  </a:lnTo>
                  <a:close/>
                </a:path>
                <a:path w="118109" h="83820">
                  <a:moveTo>
                    <a:pt x="36156" y="26009"/>
                  </a:moveTo>
                  <a:lnTo>
                    <a:pt x="36118" y="25196"/>
                  </a:lnTo>
                  <a:lnTo>
                    <a:pt x="35039" y="24942"/>
                  </a:lnTo>
                  <a:lnTo>
                    <a:pt x="32410" y="25107"/>
                  </a:lnTo>
                  <a:lnTo>
                    <a:pt x="31800" y="25349"/>
                  </a:lnTo>
                  <a:lnTo>
                    <a:pt x="31927" y="24625"/>
                  </a:lnTo>
                  <a:lnTo>
                    <a:pt x="31851" y="23088"/>
                  </a:lnTo>
                  <a:lnTo>
                    <a:pt x="31775" y="21564"/>
                  </a:lnTo>
                  <a:lnTo>
                    <a:pt x="31445" y="20332"/>
                  </a:lnTo>
                  <a:lnTo>
                    <a:pt x="30759" y="20383"/>
                  </a:lnTo>
                  <a:lnTo>
                    <a:pt x="30530" y="21640"/>
                  </a:lnTo>
                  <a:lnTo>
                    <a:pt x="30683" y="24701"/>
                  </a:lnTo>
                  <a:lnTo>
                    <a:pt x="30861" y="25387"/>
                  </a:lnTo>
                  <a:lnTo>
                    <a:pt x="30289" y="25234"/>
                  </a:lnTo>
                  <a:lnTo>
                    <a:pt x="28981" y="25323"/>
                  </a:lnTo>
                  <a:lnTo>
                    <a:pt x="27660" y="25412"/>
                  </a:lnTo>
                  <a:lnTo>
                    <a:pt x="26606" y="25793"/>
                  </a:lnTo>
                  <a:lnTo>
                    <a:pt x="26657" y="26606"/>
                  </a:lnTo>
                  <a:lnTo>
                    <a:pt x="27724" y="26860"/>
                  </a:lnTo>
                  <a:lnTo>
                    <a:pt x="30353" y="26695"/>
                  </a:lnTo>
                  <a:lnTo>
                    <a:pt x="30937" y="26479"/>
                  </a:lnTo>
                  <a:lnTo>
                    <a:pt x="30822" y="27190"/>
                  </a:lnTo>
                  <a:lnTo>
                    <a:pt x="30886" y="28714"/>
                  </a:lnTo>
                  <a:lnTo>
                    <a:pt x="30962" y="30238"/>
                  </a:lnTo>
                  <a:lnTo>
                    <a:pt x="31305" y="31470"/>
                  </a:lnTo>
                  <a:lnTo>
                    <a:pt x="31991" y="31419"/>
                  </a:lnTo>
                  <a:lnTo>
                    <a:pt x="32207" y="30175"/>
                  </a:lnTo>
                  <a:lnTo>
                    <a:pt x="32067" y="27101"/>
                  </a:lnTo>
                  <a:lnTo>
                    <a:pt x="31864" y="26428"/>
                  </a:lnTo>
                  <a:lnTo>
                    <a:pt x="32486" y="26568"/>
                  </a:lnTo>
                  <a:lnTo>
                    <a:pt x="33794" y="26479"/>
                  </a:lnTo>
                  <a:lnTo>
                    <a:pt x="35102" y="26390"/>
                  </a:lnTo>
                  <a:lnTo>
                    <a:pt x="36156" y="26009"/>
                  </a:lnTo>
                  <a:close/>
                </a:path>
                <a:path w="118109" h="83820">
                  <a:moveTo>
                    <a:pt x="102057" y="57556"/>
                  </a:moveTo>
                  <a:lnTo>
                    <a:pt x="98310" y="53200"/>
                  </a:lnTo>
                  <a:lnTo>
                    <a:pt x="98310" y="57556"/>
                  </a:lnTo>
                  <a:lnTo>
                    <a:pt x="94170" y="62382"/>
                  </a:lnTo>
                  <a:lnTo>
                    <a:pt x="94284" y="61772"/>
                  </a:lnTo>
                  <a:lnTo>
                    <a:pt x="94132" y="58712"/>
                  </a:lnTo>
                  <a:lnTo>
                    <a:pt x="93941" y="58026"/>
                  </a:lnTo>
                  <a:lnTo>
                    <a:pt x="94564" y="58166"/>
                  </a:lnTo>
                  <a:lnTo>
                    <a:pt x="95872" y="58089"/>
                  </a:lnTo>
                  <a:lnTo>
                    <a:pt x="97180" y="58000"/>
                  </a:lnTo>
                  <a:lnTo>
                    <a:pt x="98234" y="57619"/>
                  </a:lnTo>
                  <a:lnTo>
                    <a:pt x="98221" y="57467"/>
                  </a:lnTo>
                  <a:lnTo>
                    <a:pt x="98310" y="53200"/>
                  </a:lnTo>
                  <a:lnTo>
                    <a:pt x="97523" y="52273"/>
                  </a:lnTo>
                  <a:lnTo>
                    <a:pt x="97523" y="56654"/>
                  </a:lnTo>
                  <a:lnTo>
                    <a:pt x="97116" y="56553"/>
                  </a:lnTo>
                  <a:lnTo>
                    <a:pt x="94488" y="56718"/>
                  </a:lnTo>
                  <a:lnTo>
                    <a:pt x="93865" y="56946"/>
                  </a:lnTo>
                  <a:lnTo>
                    <a:pt x="93992" y="56222"/>
                  </a:lnTo>
                  <a:lnTo>
                    <a:pt x="93929" y="54698"/>
                  </a:lnTo>
                  <a:lnTo>
                    <a:pt x="93853" y="53174"/>
                  </a:lnTo>
                  <a:lnTo>
                    <a:pt x="93586" y="52247"/>
                  </a:lnTo>
                  <a:lnTo>
                    <a:pt x="93586" y="63068"/>
                  </a:lnTo>
                  <a:lnTo>
                    <a:pt x="79806" y="79133"/>
                  </a:lnTo>
                  <a:lnTo>
                    <a:pt x="75018" y="73571"/>
                  </a:lnTo>
                  <a:lnTo>
                    <a:pt x="76073" y="73812"/>
                  </a:lnTo>
                  <a:lnTo>
                    <a:pt x="78701" y="73647"/>
                  </a:lnTo>
                  <a:lnTo>
                    <a:pt x="79286" y="73444"/>
                  </a:lnTo>
                  <a:lnTo>
                    <a:pt x="79159" y="74142"/>
                  </a:lnTo>
                  <a:lnTo>
                    <a:pt x="79235" y="75666"/>
                  </a:lnTo>
                  <a:lnTo>
                    <a:pt x="79311" y="77203"/>
                  </a:lnTo>
                  <a:lnTo>
                    <a:pt x="79641" y="78422"/>
                  </a:lnTo>
                  <a:lnTo>
                    <a:pt x="80340" y="78384"/>
                  </a:lnTo>
                  <a:lnTo>
                    <a:pt x="80556" y="77127"/>
                  </a:lnTo>
                  <a:lnTo>
                    <a:pt x="80416" y="74053"/>
                  </a:lnTo>
                  <a:lnTo>
                    <a:pt x="80213" y="73380"/>
                  </a:lnTo>
                  <a:lnTo>
                    <a:pt x="80835" y="73520"/>
                  </a:lnTo>
                  <a:lnTo>
                    <a:pt x="82143" y="73431"/>
                  </a:lnTo>
                  <a:lnTo>
                    <a:pt x="83451" y="73355"/>
                  </a:lnTo>
                  <a:lnTo>
                    <a:pt x="84505" y="72961"/>
                  </a:lnTo>
                  <a:lnTo>
                    <a:pt x="84467" y="72161"/>
                  </a:lnTo>
                  <a:lnTo>
                    <a:pt x="83388" y="71894"/>
                  </a:lnTo>
                  <a:lnTo>
                    <a:pt x="80759" y="72059"/>
                  </a:lnTo>
                  <a:lnTo>
                    <a:pt x="80137" y="72301"/>
                  </a:lnTo>
                  <a:lnTo>
                    <a:pt x="80276" y="71577"/>
                  </a:lnTo>
                  <a:lnTo>
                    <a:pt x="80200" y="70053"/>
                  </a:lnTo>
                  <a:lnTo>
                    <a:pt x="80124" y="68516"/>
                  </a:lnTo>
                  <a:lnTo>
                    <a:pt x="79794" y="67297"/>
                  </a:lnTo>
                  <a:lnTo>
                    <a:pt x="79095" y="67335"/>
                  </a:lnTo>
                  <a:lnTo>
                    <a:pt x="78879" y="68592"/>
                  </a:lnTo>
                  <a:lnTo>
                    <a:pt x="79032" y="71653"/>
                  </a:lnTo>
                  <a:lnTo>
                    <a:pt x="79209" y="72339"/>
                  </a:lnTo>
                  <a:lnTo>
                    <a:pt x="78625" y="72199"/>
                  </a:lnTo>
                  <a:lnTo>
                    <a:pt x="77317" y="72275"/>
                  </a:lnTo>
                  <a:lnTo>
                    <a:pt x="76009" y="72364"/>
                  </a:lnTo>
                  <a:lnTo>
                    <a:pt x="74955" y="72745"/>
                  </a:lnTo>
                  <a:lnTo>
                    <a:pt x="74980" y="73533"/>
                  </a:lnTo>
                  <a:lnTo>
                    <a:pt x="61671" y="58000"/>
                  </a:lnTo>
                  <a:lnTo>
                    <a:pt x="62725" y="58254"/>
                  </a:lnTo>
                  <a:lnTo>
                    <a:pt x="65354" y="58077"/>
                  </a:lnTo>
                  <a:lnTo>
                    <a:pt x="65938" y="57873"/>
                  </a:lnTo>
                  <a:lnTo>
                    <a:pt x="65811" y="58572"/>
                  </a:lnTo>
                  <a:lnTo>
                    <a:pt x="65887" y="60096"/>
                  </a:lnTo>
                  <a:lnTo>
                    <a:pt x="65963" y="61633"/>
                  </a:lnTo>
                  <a:lnTo>
                    <a:pt x="66294" y="62852"/>
                  </a:lnTo>
                  <a:lnTo>
                    <a:pt x="66992" y="62814"/>
                  </a:lnTo>
                  <a:lnTo>
                    <a:pt x="67208" y="61556"/>
                  </a:lnTo>
                  <a:lnTo>
                    <a:pt x="67068" y="58483"/>
                  </a:lnTo>
                  <a:lnTo>
                    <a:pt x="66865" y="57810"/>
                  </a:lnTo>
                  <a:lnTo>
                    <a:pt x="67487" y="57950"/>
                  </a:lnTo>
                  <a:lnTo>
                    <a:pt x="68795" y="57861"/>
                  </a:lnTo>
                  <a:lnTo>
                    <a:pt x="70104" y="57785"/>
                  </a:lnTo>
                  <a:lnTo>
                    <a:pt x="71158" y="57391"/>
                  </a:lnTo>
                  <a:lnTo>
                    <a:pt x="71120" y="56591"/>
                  </a:lnTo>
                  <a:lnTo>
                    <a:pt x="70040" y="56324"/>
                  </a:lnTo>
                  <a:lnTo>
                    <a:pt x="67411" y="56489"/>
                  </a:lnTo>
                  <a:lnTo>
                    <a:pt x="66789" y="56730"/>
                  </a:lnTo>
                  <a:lnTo>
                    <a:pt x="66929" y="56007"/>
                  </a:lnTo>
                  <a:lnTo>
                    <a:pt x="66852" y="54483"/>
                  </a:lnTo>
                  <a:lnTo>
                    <a:pt x="66776" y="52946"/>
                  </a:lnTo>
                  <a:lnTo>
                    <a:pt x="66446" y="51727"/>
                  </a:lnTo>
                  <a:lnTo>
                    <a:pt x="66294" y="51739"/>
                  </a:lnTo>
                  <a:lnTo>
                    <a:pt x="79286" y="36576"/>
                  </a:lnTo>
                  <a:lnTo>
                    <a:pt x="79133" y="37528"/>
                  </a:lnTo>
                  <a:lnTo>
                    <a:pt x="79286" y="40601"/>
                  </a:lnTo>
                  <a:lnTo>
                    <a:pt x="79463" y="41287"/>
                  </a:lnTo>
                  <a:lnTo>
                    <a:pt x="78892" y="41135"/>
                  </a:lnTo>
                  <a:lnTo>
                    <a:pt x="77571" y="41224"/>
                  </a:lnTo>
                  <a:lnTo>
                    <a:pt x="76263" y="41300"/>
                  </a:lnTo>
                  <a:lnTo>
                    <a:pt x="75209" y="41694"/>
                  </a:lnTo>
                  <a:lnTo>
                    <a:pt x="75247" y="42494"/>
                  </a:lnTo>
                  <a:lnTo>
                    <a:pt x="76327" y="42760"/>
                  </a:lnTo>
                  <a:lnTo>
                    <a:pt x="78955" y="42595"/>
                  </a:lnTo>
                  <a:lnTo>
                    <a:pt x="79540" y="42379"/>
                  </a:lnTo>
                  <a:lnTo>
                    <a:pt x="79413" y="43078"/>
                  </a:lnTo>
                  <a:lnTo>
                    <a:pt x="79489" y="44602"/>
                  </a:lnTo>
                  <a:lnTo>
                    <a:pt x="79565" y="46139"/>
                  </a:lnTo>
                  <a:lnTo>
                    <a:pt x="79895" y="47358"/>
                  </a:lnTo>
                  <a:lnTo>
                    <a:pt x="80594" y="47320"/>
                  </a:lnTo>
                  <a:lnTo>
                    <a:pt x="80810" y="46062"/>
                  </a:lnTo>
                  <a:lnTo>
                    <a:pt x="80670" y="42989"/>
                  </a:lnTo>
                  <a:lnTo>
                    <a:pt x="80467" y="42316"/>
                  </a:lnTo>
                  <a:lnTo>
                    <a:pt x="81089" y="42456"/>
                  </a:lnTo>
                  <a:lnTo>
                    <a:pt x="82397" y="42367"/>
                  </a:lnTo>
                  <a:lnTo>
                    <a:pt x="83705" y="42291"/>
                  </a:lnTo>
                  <a:lnTo>
                    <a:pt x="84759" y="41897"/>
                  </a:lnTo>
                  <a:lnTo>
                    <a:pt x="84747" y="41770"/>
                  </a:lnTo>
                  <a:lnTo>
                    <a:pt x="93497" y="51955"/>
                  </a:lnTo>
                  <a:lnTo>
                    <a:pt x="92824" y="51993"/>
                  </a:lnTo>
                  <a:lnTo>
                    <a:pt x="92608" y="53238"/>
                  </a:lnTo>
                  <a:lnTo>
                    <a:pt x="92748" y="56311"/>
                  </a:lnTo>
                  <a:lnTo>
                    <a:pt x="92938" y="56997"/>
                  </a:lnTo>
                  <a:lnTo>
                    <a:pt x="92354" y="56845"/>
                  </a:lnTo>
                  <a:lnTo>
                    <a:pt x="91046" y="56934"/>
                  </a:lnTo>
                  <a:lnTo>
                    <a:pt x="89738" y="57010"/>
                  </a:lnTo>
                  <a:lnTo>
                    <a:pt x="88684" y="57404"/>
                  </a:lnTo>
                  <a:lnTo>
                    <a:pt x="88722" y="58204"/>
                  </a:lnTo>
                  <a:lnTo>
                    <a:pt x="89801" y="58470"/>
                  </a:lnTo>
                  <a:lnTo>
                    <a:pt x="92430" y="58305"/>
                  </a:lnTo>
                  <a:lnTo>
                    <a:pt x="93002" y="58089"/>
                  </a:lnTo>
                  <a:lnTo>
                    <a:pt x="92887" y="58788"/>
                  </a:lnTo>
                  <a:lnTo>
                    <a:pt x="92964" y="60325"/>
                  </a:lnTo>
                  <a:lnTo>
                    <a:pt x="93040" y="61849"/>
                  </a:lnTo>
                  <a:lnTo>
                    <a:pt x="93370" y="63080"/>
                  </a:lnTo>
                  <a:lnTo>
                    <a:pt x="93586" y="63068"/>
                  </a:lnTo>
                  <a:lnTo>
                    <a:pt x="93586" y="52247"/>
                  </a:lnTo>
                  <a:lnTo>
                    <a:pt x="93510" y="51968"/>
                  </a:lnTo>
                  <a:lnTo>
                    <a:pt x="97523" y="56654"/>
                  </a:lnTo>
                  <a:lnTo>
                    <a:pt x="97523" y="52273"/>
                  </a:lnTo>
                  <a:lnTo>
                    <a:pt x="84023" y="36537"/>
                  </a:lnTo>
                  <a:lnTo>
                    <a:pt x="84023" y="40932"/>
                  </a:lnTo>
                  <a:lnTo>
                    <a:pt x="83642" y="40830"/>
                  </a:lnTo>
                  <a:lnTo>
                    <a:pt x="81013" y="40995"/>
                  </a:lnTo>
                  <a:lnTo>
                    <a:pt x="80391" y="41236"/>
                  </a:lnTo>
                  <a:lnTo>
                    <a:pt x="80530" y="40513"/>
                  </a:lnTo>
                  <a:lnTo>
                    <a:pt x="80454" y="38989"/>
                  </a:lnTo>
                  <a:lnTo>
                    <a:pt x="80378" y="37452"/>
                  </a:lnTo>
                  <a:lnTo>
                    <a:pt x="80048" y="36283"/>
                  </a:lnTo>
                  <a:lnTo>
                    <a:pt x="84023" y="40932"/>
                  </a:lnTo>
                  <a:lnTo>
                    <a:pt x="84023" y="36537"/>
                  </a:lnTo>
                  <a:lnTo>
                    <a:pt x="83553" y="35979"/>
                  </a:lnTo>
                  <a:lnTo>
                    <a:pt x="80022" y="31864"/>
                  </a:lnTo>
                  <a:lnTo>
                    <a:pt x="80022" y="36245"/>
                  </a:lnTo>
                  <a:lnTo>
                    <a:pt x="79984" y="41795"/>
                  </a:lnTo>
                  <a:lnTo>
                    <a:pt x="79984" y="36258"/>
                  </a:lnTo>
                  <a:lnTo>
                    <a:pt x="79565" y="36271"/>
                  </a:lnTo>
                  <a:lnTo>
                    <a:pt x="79806" y="35979"/>
                  </a:lnTo>
                  <a:lnTo>
                    <a:pt x="80022" y="36245"/>
                  </a:lnTo>
                  <a:lnTo>
                    <a:pt x="80022" y="31864"/>
                  </a:lnTo>
                  <a:lnTo>
                    <a:pt x="79806" y="31610"/>
                  </a:lnTo>
                  <a:lnTo>
                    <a:pt x="65862" y="47879"/>
                  </a:lnTo>
                  <a:lnTo>
                    <a:pt x="65862" y="56769"/>
                  </a:lnTo>
                  <a:lnTo>
                    <a:pt x="65290" y="56629"/>
                  </a:lnTo>
                  <a:lnTo>
                    <a:pt x="63969" y="56705"/>
                  </a:lnTo>
                  <a:lnTo>
                    <a:pt x="62661" y="56794"/>
                  </a:lnTo>
                  <a:lnTo>
                    <a:pt x="61633" y="57188"/>
                  </a:lnTo>
                  <a:lnTo>
                    <a:pt x="61633" y="57962"/>
                  </a:lnTo>
                  <a:lnTo>
                    <a:pt x="61302" y="57556"/>
                  </a:lnTo>
                  <a:lnTo>
                    <a:pt x="61607" y="57200"/>
                  </a:lnTo>
                  <a:lnTo>
                    <a:pt x="61633" y="57962"/>
                  </a:lnTo>
                  <a:lnTo>
                    <a:pt x="61633" y="57188"/>
                  </a:lnTo>
                  <a:lnTo>
                    <a:pt x="65608" y="52527"/>
                  </a:lnTo>
                  <a:lnTo>
                    <a:pt x="65532" y="53022"/>
                  </a:lnTo>
                  <a:lnTo>
                    <a:pt x="65684" y="56095"/>
                  </a:lnTo>
                  <a:lnTo>
                    <a:pt x="65862" y="56769"/>
                  </a:lnTo>
                  <a:lnTo>
                    <a:pt x="65862" y="47879"/>
                  </a:lnTo>
                  <a:lnTo>
                    <a:pt x="58839" y="56070"/>
                  </a:lnTo>
                  <a:lnTo>
                    <a:pt x="56375" y="53200"/>
                  </a:lnTo>
                  <a:lnTo>
                    <a:pt x="56375" y="57556"/>
                  </a:lnTo>
                  <a:lnTo>
                    <a:pt x="52235" y="62382"/>
                  </a:lnTo>
                  <a:lnTo>
                    <a:pt x="52349" y="61772"/>
                  </a:lnTo>
                  <a:lnTo>
                    <a:pt x="52209" y="58712"/>
                  </a:lnTo>
                  <a:lnTo>
                    <a:pt x="52019" y="58026"/>
                  </a:lnTo>
                  <a:lnTo>
                    <a:pt x="52628" y="58166"/>
                  </a:lnTo>
                  <a:lnTo>
                    <a:pt x="53936" y="58089"/>
                  </a:lnTo>
                  <a:lnTo>
                    <a:pt x="55245" y="58000"/>
                  </a:lnTo>
                  <a:lnTo>
                    <a:pt x="56311" y="57619"/>
                  </a:lnTo>
                  <a:lnTo>
                    <a:pt x="56299" y="57480"/>
                  </a:lnTo>
                  <a:lnTo>
                    <a:pt x="56375" y="53200"/>
                  </a:lnTo>
                  <a:lnTo>
                    <a:pt x="55587" y="52285"/>
                  </a:lnTo>
                  <a:lnTo>
                    <a:pt x="55587" y="56654"/>
                  </a:lnTo>
                  <a:lnTo>
                    <a:pt x="55181" y="56553"/>
                  </a:lnTo>
                  <a:lnTo>
                    <a:pt x="52565" y="56718"/>
                  </a:lnTo>
                  <a:lnTo>
                    <a:pt x="51943" y="56946"/>
                  </a:lnTo>
                  <a:lnTo>
                    <a:pt x="52070" y="56222"/>
                  </a:lnTo>
                  <a:lnTo>
                    <a:pt x="51993" y="54698"/>
                  </a:lnTo>
                  <a:lnTo>
                    <a:pt x="51930" y="53174"/>
                  </a:lnTo>
                  <a:lnTo>
                    <a:pt x="51638" y="52171"/>
                  </a:lnTo>
                  <a:lnTo>
                    <a:pt x="51638" y="63068"/>
                  </a:lnTo>
                  <a:lnTo>
                    <a:pt x="37871" y="79133"/>
                  </a:lnTo>
                  <a:lnTo>
                    <a:pt x="33083" y="73571"/>
                  </a:lnTo>
                  <a:lnTo>
                    <a:pt x="34150" y="73812"/>
                  </a:lnTo>
                  <a:lnTo>
                    <a:pt x="36779" y="73647"/>
                  </a:lnTo>
                  <a:lnTo>
                    <a:pt x="37350" y="73444"/>
                  </a:lnTo>
                  <a:lnTo>
                    <a:pt x="37236" y="74142"/>
                  </a:lnTo>
                  <a:lnTo>
                    <a:pt x="37312" y="75666"/>
                  </a:lnTo>
                  <a:lnTo>
                    <a:pt x="37388" y="77203"/>
                  </a:lnTo>
                  <a:lnTo>
                    <a:pt x="37719" y="78422"/>
                  </a:lnTo>
                  <a:lnTo>
                    <a:pt x="38404" y="78384"/>
                  </a:lnTo>
                  <a:lnTo>
                    <a:pt x="38633" y="77127"/>
                  </a:lnTo>
                  <a:lnTo>
                    <a:pt x="38481" y="74053"/>
                  </a:lnTo>
                  <a:lnTo>
                    <a:pt x="38290" y="73380"/>
                  </a:lnTo>
                  <a:lnTo>
                    <a:pt x="38900" y="73520"/>
                  </a:lnTo>
                  <a:lnTo>
                    <a:pt x="40220" y="73431"/>
                  </a:lnTo>
                  <a:lnTo>
                    <a:pt x="41529" y="73355"/>
                  </a:lnTo>
                  <a:lnTo>
                    <a:pt x="42583" y="72961"/>
                  </a:lnTo>
                  <a:lnTo>
                    <a:pt x="42545" y="72161"/>
                  </a:lnTo>
                  <a:lnTo>
                    <a:pt x="41465" y="71894"/>
                  </a:lnTo>
                  <a:lnTo>
                    <a:pt x="38836" y="72059"/>
                  </a:lnTo>
                  <a:lnTo>
                    <a:pt x="38214" y="72301"/>
                  </a:lnTo>
                  <a:lnTo>
                    <a:pt x="38341" y="71577"/>
                  </a:lnTo>
                  <a:lnTo>
                    <a:pt x="38277" y="70053"/>
                  </a:lnTo>
                  <a:lnTo>
                    <a:pt x="38201" y="68516"/>
                  </a:lnTo>
                  <a:lnTo>
                    <a:pt x="37858" y="67297"/>
                  </a:lnTo>
                  <a:lnTo>
                    <a:pt x="37172" y="67335"/>
                  </a:lnTo>
                  <a:lnTo>
                    <a:pt x="36957" y="68592"/>
                  </a:lnTo>
                  <a:lnTo>
                    <a:pt x="37096" y="71653"/>
                  </a:lnTo>
                  <a:lnTo>
                    <a:pt x="37274" y="72339"/>
                  </a:lnTo>
                  <a:lnTo>
                    <a:pt x="36703" y="72199"/>
                  </a:lnTo>
                  <a:lnTo>
                    <a:pt x="35394" y="72275"/>
                  </a:lnTo>
                  <a:lnTo>
                    <a:pt x="34086" y="72364"/>
                  </a:lnTo>
                  <a:lnTo>
                    <a:pt x="33032" y="72745"/>
                  </a:lnTo>
                  <a:lnTo>
                    <a:pt x="33058" y="73545"/>
                  </a:lnTo>
                  <a:lnTo>
                    <a:pt x="19748" y="58000"/>
                  </a:lnTo>
                  <a:lnTo>
                    <a:pt x="20802" y="58254"/>
                  </a:lnTo>
                  <a:lnTo>
                    <a:pt x="23431" y="58077"/>
                  </a:lnTo>
                  <a:lnTo>
                    <a:pt x="24015" y="57873"/>
                  </a:lnTo>
                  <a:lnTo>
                    <a:pt x="23888" y="58572"/>
                  </a:lnTo>
                  <a:lnTo>
                    <a:pt x="23964" y="60096"/>
                  </a:lnTo>
                  <a:lnTo>
                    <a:pt x="24041" y="61633"/>
                  </a:lnTo>
                  <a:lnTo>
                    <a:pt x="24371" y="62852"/>
                  </a:lnTo>
                  <a:lnTo>
                    <a:pt x="25069" y="62814"/>
                  </a:lnTo>
                  <a:lnTo>
                    <a:pt x="25285" y="61556"/>
                  </a:lnTo>
                  <a:lnTo>
                    <a:pt x="25133" y="58483"/>
                  </a:lnTo>
                  <a:lnTo>
                    <a:pt x="24942" y="57797"/>
                  </a:lnTo>
                  <a:lnTo>
                    <a:pt x="25565" y="57950"/>
                  </a:lnTo>
                  <a:lnTo>
                    <a:pt x="26873" y="57861"/>
                  </a:lnTo>
                  <a:lnTo>
                    <a:pt x="28181" y="57785"/>
                  </a:lnTo>
                  <a:lnTo>
                    <a:pt x="29235" y="57391"/>
                  </a:lnTo>
                  <a:lnTo>
                    <a:pt x="29197" y="56591"/>
                  </a:lnTo>
                  <a:lnTo>
                    <a:pt x="28117" y="56324"/>
                  </a:lnTo>
                  <a:lnTo>
                    <a:pt x="25488" y="56489"/>
                  </a:lnTo>
                  <a:lnTo>
                    <a:pt x="24866" y="56730"/>
                  </a:lnTo>
                  <a:lnTo>
                    <a:pt x="24993" y="56007"/>
                  </a:lnTo>
                  <a:lnTo>
                    <a:pt x="24930" y="54483"/>
                  </a:lnTo>
                  <a:lnTo>
                    <a:pt x="24853" y="52946"/>
                  </a:lnTo>
                  <a:lnTo>
                    <a:pt x="24511" y="51727"/>
                  </a:lnTo>
                  <a:lnTo>
                    <a:pt x="24358" y="51739"/>
                  </a:lnTo>
                  <a:lnTo>
                    <a:pt x="37376" y="36563"/>
                  </a:lnTo>
                  <a:lnTo>
                    <a:pt x="37211" y="37528"/>
                  </a:lnTo>
                  <a:lnTo>
                    <a:pt x="37350" y="40601"/>
                  </a:lnTo>
                  <a:lnTo>
                    <a:pt x="37541" y="41287"/>
                  </a:lnTo>
                  <a:lnTo>
                    <a:pt x="36957" y="41135"/>
                  </a:lnTo>
                  <a:lnTo>
                    <a:pt x="35648" y="41224"/>
                  </a:lnTo>
                  <a:lnTo>
                    <a:pt x="34340" y="41300"/>
                  </a:lnTo>
                  <a:lnTo>
                    <a:pt x="33286" y="41694"/>
                  </a:lnTo>
                  <a:lnTo>
                    <a:pt x="33324" y="42494"/>
                  </a:lnTo>
                  <a:lnTo>
                    <a:pt x="34404" y="42760"/>
                  </a:lnTo>
                  <a:lnTo>
                    <a:pt x="37033" y="42595"/>
                  </a:lnTo>
                  <a:lnTo>
                    <a:pt x="37604" y="42379"/>
                  </a:lnTo>
                  <a:lnTo>
                    <a:pt x="37490" y="43078"/>
                  </a:lnTo>
                  <a:lnTo>
                    <a:pt x="37566" y="44602"/>
                  </a:lnTo>
                  <a:lnTo>
                    <a:pt x="37642" y="46139"/>
                  </a:lnTo>
                  <a:lnTo>
                    <a:pt x="37973" y="47358"/>
                  </a:lnTo>
                  <a:lnTo>
                    <a:pt x="38658" y="47320"/>
                  </a:lnTo>
                  <a:lnTo>
                    <a:pt x="38887" y="46062"/>
                  </a:lnTo>
                  <a:lnTo>
                    <a:pt x="38735" y="42989"/>
                  </a:lnTo>
                  <a:lnTo>
                    <a:pt x="38544" y="42303"/>
                  </a:lnTo>
                  <a:lnTo>
                    <a:pt x="39166" y="42456"/>
                  </a:lnTo>
                  <a:lnTo>
                    <a:pt x="40474" y="42367"/>
                  </a:lnTo>
                  <a:lnTo>
                    <a:pt x="41783" y="42291"/>
                  </a:lnTo>
                  <a:lnTo>
                    <a:pt x="42837" y="41897"/>
                  </a:lnTo>
                  <a:lnTo>
                    <a:pt x="51562" y="51955"/>
                  </a:lnTo>
                  <a:lnTo>
                    <a:pt x="50901" y="51993"/>
                  </a:lnTo>
                  <a:lnTo>
                    <a:pt x="50673" y="53238"/>
                  </a:lnTo>
                  <a:lnTo>
                    <a:pt x="50825" y="56311"/>
                  </a:lnTo>
                  <a:lnTo>
                    <a:pt x="51003" y="56997"/>
                  </a:lnTo>
                  <a:lnTo>
                    <a:pt x="50431" y="56845"/>
                  </a:lnTo>
                  <a:lnTo>
                    <a:pt x="49123" y="56934"/>
                  </a:lnTo>
                  <a:lnTo>
                    <a:pt x="47815" y="57010"/>
                  </a:lnTo>
                  <a:lnTo>
                    <a:pt x="46748" y="57404"/>
                  </a:lnTo>
                  <a:lnTo>
                    <a:pt x="46799" y="58204"/>
                  </a:lnTo>
                  <a:lnTo>
                    <a:pt x="47879" y="58470"/>
                  </a:lnTo>
                  <a:lnTo>
                    <a:pt x="50507" y="58305"/>
                  </a:lnTo>
                  <a:lnTo>
                    <a:pt x="51079" y="58089"/>
                  </a:lnTo>
                  <a:lnTo>
                    <a:pt x="50965" y="58788"/>
                  </a:lnTo>
                  <a:lnTo>
                    <a:pt x="51041" y="60325"/>
                  </a:lnTo>
                  <a:lnTo>
                    <a:pt x="51104" y="61849"/>
                  </a:lnTo>
                  <a:lnTo>
                    <a:pt x="51447" y="63080"/>
                  </a:lnTo>
                  <a:lnTo>
                    <a:pt x="51638" y="63068"/>
                  </a:lnTo>
                  <a:lnTo>
                    <a:pt x="51638" y="52171"/>
                  </a:lnTo>
                  <a:lnTo>
                    <a:pt x="51587" y="51993"/>
                  </a:lnTo>
                  <a:lnTo>
                    <a:pt x="55587" y="56654"/>
                  </a:lnTo>
                  <a:lnTo>
                    <a:pt x="55587" y="52285"/>
                  </a:lnTo>
                  <a:lnTo>
                    <a:pt x="42087" y="36537"/>
                  </a:lnTo>
                  <a:lnTo>
                    <a:pt x="42087" y="40932"/>
                  </a:lnTo>
                  <a:lnTo>
                    <a:pt x="41719" y="40830"/>
                  </a:lnTo>
                  <a:lnTo>
                    <a:pt x="39090" y="40995"/>
                  </a:lnTo>
                  <a:lnTo>
                    <a:pt x="38468" y="41236"/>
                  </a:lnTo>
                  <a:lnTo>
                    <a:pt x="38595" y="40513"/>
                  </a:lnTo>
                  <a:lnTo>
                    <a:pt x="38531" y="38989"/>
                  </a:lnTo>
                  <a:lnTo>
                    <a:pt x="38455" y="37452"/>
                  </a:lnTo>
                  <a:lnTo>
                    <a:pt x="38112" y="36283"/>
                  </a:lnTo>
                  <a:lnTo>
                    <a:pt x="42087" y="40932"/>
                  </a:lnTo>
                  <a:lnTo>
                    <a:pt x="42087" y="36537"/>
                  </a:lnTo>
                  <a:lnTo>
                    <a:pt x="41617" y="35979"/>
                  </a:lnTo>
                  <a:lnTo>
                    <a:pt x="38087" y="31864"/>
                  </a:lnTo>
                  <a:lnTo>
                    <a:pt x="38087" y="36245"/>
                  </a:lnTo>
                  <a:lnTo>
                    <a:pt x="37630" y="36271"/>
                  </a:lnTo>
                  <a:lnTo>
                    <a:pt x="37871" y="35979"/>
                  </a:lnTo>
                  <a:lnTo>
                    <a:pt x="38087" y="36245"/>
                  </a:lnTo>
                  <a:lnTo>
                    <a:pt x="38087" y="31864"/>
                  </a:lnTo>
                  <a:lnTo>
                    <a:pt x="37871" y="31610"/>
                  </a:lnTo>
                  <a:lnTo>
                    <a:pt x="23926" y="47879"/>
                  </a:lnTo>
                  <a:lnTo>
                    <a:pt x="23926" y="56769"/>
                  </a:lnTo>
                  <a:lnTo>
                    <a:pt x="23355" y="56629"/>
                  </a:lnTo>
                  <a:lnTo>
                    <a:pt x="22047" y="56705"/>
                  </a:lnTo>
                  <a:lnTo>
                    <a:pt x="20739" y="56794"/>
                  </a:lnTo>
                  <a:lnTo>
                    <a:pt x="19710" y="57188"/>
                  </a:lnTo>
                  <a:lnTo>
                    <a:pt x="19710" y="57962"/>
                  </a:lnTo>
                  <a:lnTo>
                    <a:pt x="19380" y="57556"/>
                  </a:lnTo>
                  <a:lnTo>
                    <a:pt x="19685" y="57200"/>
                  </a:lnTo>
                  <a:lnTo>
                    <a:pt x="19710" y="57962"/>
                  </a:lnTo>
                  <a:lnTo>
                    <a:pt x="19710" y="57188"/>
                  </a:lnTo>
                  <a:lnTo>
                    <a:pt x="23685" y="52527"/>
                  </a:lnTo>
                  <a:lnTo>
                    <a:pt x="23609" y="53022"/>
                  </a:lnTo>
                  <a:lnTo>
                    <a:pt x="23749" y="56095"/>
                  </a:lnTo>
                  <a:lnTo>
                    <a:pt x="23926" y="56769"/>
                  </a:lnTo>
                  <a:lnTo>
                    <a:pt x="23926" y="47879"/>
                  </a:lnTo>
                  <a:lnTo>
                    <a:pt x="17500" y="55372"/>
                  </a:lnTo>
                  <a:lnTo>
                    <a:pt x="15633" y="53200"/>
                  </a:lnTo>
                  <a:lnTo>
                    <a:pt x="15633" y="57556"/>
                  </a:lnTo>
                  <a:lnTo>
                    <a:pt x="11493" y="62382"/>
                  </a:lnTo>
                  <a:lnTo>
                    <a:pt x="11607" y="61772"/>
                  </a:lnTo>
                  <a:lnTo>
                    <a:pt x="11455" y="58712"/>
                  </a:lnTo>
                  <a:lnTo>
                    <a:pt x="11264" y="58026"/>
                  </a:lnTo>
                  <a:lnTo>
                    <a:pt x="11887" y="58166"/>
                  </a:lnTo>
                  <a:lnTo>
                    <a:pt x="13195" y="58089"/>
                  </a:lnTo>
                  <a:lnTo>
                    <a:pt x="14503" y="58000"/>
                  </a:lnTo>
                  <a:lnTo>
                    <a:pt x="15557" y="57619"/>
                  </a:lnTo>
                  <a:lnTo>
                    <a:pt x="15544" y="57467"/>
                  </a:lnTo>
                  <a:lnTo>
                    <a:pt x="15633" y="53200"/>
                  </a:lnTo>
                  <a:lnTo>
                    <a:pt x="14846" y="52285"/>
                  </a:lnTo>
                  <a:lnTo>
                    <a:pt x="14846" y="56654"/>
                  </a:lnTo>
                  <a:lnTo>
                    <a:pt x="14439" y="56553"/>
                  </a:lnTo>
                  <a:lnTo>
                    <a:pt x="11811" y="56718"/>
                  </a:lnTo>
                  <a:lnTo>
                    <a:pt x="11188" y="56946"/>
                  </a:lnTo>
                  <a:lnTo>
                    <a:pt x="11315" y="56222"/>
                  </a:lnTo>
                  <a:lnTo>
                    <a:pt x="11252" y="54698"/>
                  </a:lnTo>
                  <a:lnTo>
                    <a:pt x="11176" y="53174"/>
                  </a:lnTo>
                  <a:lnTo>
                    <a:pt x="10845" y="51993"/>
                  </a:lnTo>
                  <a:lnTo>
                    <a:pt x="14846" y="56654"/>
                  </a:lnTo>
                  <a:lnTo>
                    <a:pt x="14846" y="52285"/>
                  </a:lnTo>
                  <a:lnTo>
                    <a:pt x="0" y="34950"/>
                  </a:lnTo>
                  <a:lnTo>
                    <a:pt x="0" y="39319"/>
                  </a:lnTo>
                  <a:lnTo>
                    <a:pt x="1371" y="40944"/>
                  </a:lnTo>
                  <a:lnTo>
                    <a:pt x="965" y="40830"/>
                  </a:lnTo>
                  <a:lnTo>
                    <a:pt x="0" y="40894"/>
                  </a:lnTo>
                  <a:lnTo>
                    <a:pt x="0" y="42354"/>
                  </a:lnTo>
                  <a:lnTo>
                    <a:pt x="1028" y="42291"/>
                  </a:lnTo>
                  <a:lnTo>
                    <a:pt x="2082" y="41897"/>
                  </a:lnTo>
                  <a:lnTo>
                    <a:pt x="2070" y="41744"/>
                  </a:lnTo>
                  <a:lnTo>
                    <a:pt x="10820" y="51955"/>
                  </a:lnTo>
                  <a:lnTo>
                    <a:pt x="10147" y="51993"/>
                  </a:lnTo>
                  <a:lnTo>
                    <a:pt x="9931" y="53238"/>
                  </a:lnTo>
                  <a:lnTo>
                    <a:pt x="10071" y="56311"/>
                  </a:lnTo>
                  <a:lnTo>
                    <a:pt x="10261" y="56997"/>
                  </a:lnTo>
                  <a:lnTo>
                    <a:pt x="9677" y="56845"/>
                  </a:lnTo>
                  <a:lnTo>
                    <a:pt x="8369" y="56934"/>
                  </a:lnTo>
                  <a:lnTo>
                    <a:pt x="7061" y="57010"/>
                  </a:lnTo>
                  <a:lnTo>
                    <a:pt x="6007" y="57404"/>
                  </a:lnTo>
                  <a:lnTo>
                    <a:pt x="6045" y="58204"/>
                  </a:lnTo>
                  <a:lnTo>
                    <a:pt x="7124" y="58470"/>
                  </a:lnTo>
                  <a:lnTo>
                    <a:pt x="9753" y="58305"/>
                  </a:lnTo>
                  <a:lnTo>
                    <a:pt x="10325" y="58089"/>
                  </a:lnTo>
                  <a:lnTo>
                    <a:pt x="10210" y="58788"/>
                  </a:lnTo>
                  <a:lnTo>
                    <a:pt x="10287" y="60325"/>
                  </a:lnTo>
                  <a:lnTo>
                    <a:pt x="10363" y="61849"/>
                  </a:lnTo>
                  <a:lnTo>
                    <a:pt x="10693" y="63080"/>
                  </a:lnTo>
                  <a:lnTo>
                    <a:pt x="10909" y="63068"/>
                  </a:lnTo>
                  <a:lnTo>
                    <a:pt x="0" y="75793"/>
                  </a:lnTo>
                  <a:lnTo>
                    <a:pt x="0" y="80162"/>
                  </a:lnTo>
                  <a:lnTo>
                    <a:pt x="17500" y="59753"/>
                  </a:lnTo>
                  <a:lnTo>
                    <a:pt x="37871" y="83502"/>
                  </a:lnTo>
                  <a:lnTo>
                    <a:pt x="41617" y="79133"/>
                  </a:lnTo>
                  <a:lnTo>
                    <a:pt x="58839" y="59055"/>
                  </a:lnTo>
                  <a:lnTo>
                    <a:pt x="79806" y="83502"/>
                  </a:lnTo>
                  <a:lnTo>
                    <a:pt x="83553" y="79133"/>
                  </a:lnTo>
                  <a:lnTo>
                    <a:pt x="102057" y="57556"/>
                  </a:lnTo>
                  <a:close/>
                </a:path>
                <a:path w="118109" h="83820">
                  <a:moveTo>
                    <a:pt x="117652" y="20002"/>
                  </a:moveTo>
                  <a:lnTo>
                    <a:pt x="104254" y="4368"/>
                  </a:lnTo>
                  <a:lnTo>
                    <a:pt x="100507" y="0"/>
                  </a:lnTo>
                  <a:lnTo>
                    <a:pt x="86563" y="16268"/>
                  </a:lnTo>
                  <a:lnTo>
                    <a:pt x="86563" y="25171"/>
                  </a:lnTo>
                  <a:lnTo>
                    <a:pt x="85991" y="25019"/>
                  </a:lnTo>
                  <a:lnTo>
                    <a:pt x="84683" y="25107"/>
                  </a:lnTo>
                  <a:lnTo>
                    <a:pt x="83375" y="25184"/>
                  </a:lnTo>
                  <a:lnTo>
                    <a:pt x="82346" y="25577"/>
                  </a:lnTo>
                  <a:lnTo>
                    <a:pt x="82346" y="26365"/>
                  </a:lnTo>
                  <a:lnTo>
                    <a:pt x="82003" y="25946"/>
                  </a:lnTo>
                  <a:lnTo>
                    <a:pt x="82308" y="25590"/>
                  </a:lnTo>
                  <a:lnTo>
                    <a:pt x="82346" y="26365"/>
                  </a:lnTo>
                  <a:lnTo>
                    <a:pt x="82346" y="25577"/>
                  </a:lnTo>
                  <a:lnTo>
                    <a:pt x="86321" y="20916"/>
                  </a:lnTo>
                  <a:lnTo>
                    <a:pt x="86233" y="21412"/>
                  </a:lnTo>
                  <a:lnTo>
                    <a:pt x="86385" y="24485"/>
                  </a:lnTo>
                  <a:lnTo>
                    <a:pt x="86563" y="25171"/>
                  </a:lnTo>
                  <a:lnTo>
                    <a:pt x="86563" y="16268"/>
                  </a:lnTo>
                  <a:lnTo>
                    <a:pt x="79806" y="24142"/>
                  </a:lnTo>
                  <a:lnTo>
                    <a:pt x="77622" y="21602"/>
                  </a:lnTo>
                  <a:lnTo>
                    <a:pt x="77622" y="25946"/>
                  </a:lnTo>
                  <a:lnTo>
                    <a:pt x="73482" y="30772"/>
                  </a:lnTo>
                  <a:lnTo>
                    <a:pt x="73596" y="30175"/>
                  </a:lnTo>
                  <a:lnTo>
                    <a:pt x="73456" y="27101"/>
                  </a:lnTo>
                  <a:lnTo>
                    <a:pt x="73253" y="26428"/>
                  </a:lnTo>
                  <a:lnTo>
                    <a:pt x="73875" y="26568"/>
                  </a:lnTo>
                  <a:lnTo>
                    <a:pt x="75184" y="26479"/>
                  </a:lnTo>
                  <a:lnTo>
                    <a:pt x="76492" y="26390"/>
                  </a:lnTo>
                  <a:lnTo>
                    <a:pt x="77546" y="26009"/>
                  </a:lnTo>
                  <a:lnTo>
                    <a:pt x="77533" y="25857"/>
                  </a:lnTo>
                  <a:lnTo>
                    <a:pt x="77622" y="21602"/>
                  </a:lnTo>
                  <a:lnTo>
                    <a:pt x="76835" y="20675"/>
                  </a:lnTo>
                  <a:lnTo>
                    <a:pt x="76835" y="25044"/>
                  </a:lnTo>
                  <a:lnTo>
                    <a:pt x="76428" y="24942"/>
                  </a:lnTo>
                  <a:lnTo>
                    <a:pt x="73799" y="25107"/>
                  </a:lnTo>
                  <a:lnTo>
                    <a:pt x="73190" y="25349"/>
                  </a:lnTo>
                  <a:lnTo>
                    <a:pt x="73317" y="24625"/>
                  </a:lnTo>
                  <a:lnTo>
                    <a:pt x="73240" y="23088"/>
                  </a:lnTo>
                  <a:lnTo>
                    <a:pt x="73164" y="21564"/>
                  </a:lnTo>
                  <a:lnTo>
                    <a:pt x="72898" y="20612"/>
                  </a:lnTo>
                  <a:lnTo>
                    <a:pt x="72898" y="31457"/>
                  </a:lnTo>
                  <a:lnTo>
                    <a:pt x="59118" y="47536"/>
                  </a:lnTo>
                  <a:lnTo>
                    <a:pt x="54317" y="41960"/>
                  </a:lnTo>
                  <a:lnTo>
                    <a:pt x="55397" y="42214"/>
                  </a:lnTo>
                  <a:lnTo>
                    <a:pt x="58013" y="42037"/>
                  </a:lnTo>
                  <a:lnTo>
                    <a:pt x="58597" y="41833"/>
                  </a:lnTo>
                  <a:lnTo>
                    <a:pt x="58483" y="42532"/>
                  </a:lnTo>
                  <a:lnTo>
                    <a:pt x="58547" y="44056"/>
                  </a:lnTo>
                  <a:lnTo>
                    <a:pt x="58623" y="45593"/>
                  </a:lnTo>
                  <a:lnTo>
                    <a:pt x="58966" y="46812"/>
                  </a:lnTo>
                  <a:lnTo>
                    <a:pt x="59651" y="46774"/>
                  </a:lnTo>
                  <a:lnTo>
                    <a:pt x="59867" y="45516"/>
                  </a:lnTo>
                  <a:lnTo>
                    <a:pt x="59728" y="42443"/>
                  </a:lnTo>
                  <a:lnTo>
                    <a:pt x="59524" y="41770"/>
                  </a:lnTo>
                  <a:lnTo>
                    <a:pt x="60147" y="41910"/>
                  </a:lnTo>
                  <a:lnTo>
                    <a:pt x="61455" y="41821"/>
                  </a:lnTo>
                  <a:lnTo>
                    <a:pt x="62763" y="41744"/>
                  </a:lnTo>
                  <a:lnTo>
                    <a:pt x="63830" y="41351"/>
                  </a:lnTo>
                  <a:lnTo>
                    <a:pt x="63779" y="40551"/>
                  </a:lnTo>
                  <a:lnTo>
                    <a:pt x="62699" y="40284"/>
                  </a:lnTo>
                  <a:lnTo>
                    <a:pt x="60071" y="40449"/>
                  </a:lnTo>
                  <a:lnTo>
                    <a:pt x="59461" y="40690"/>
                  </a:lnTo>
                  <a:lnTo>
                    <a:pt x="59588" y="39966"/>
                  </a:lnTo>
                  <a:lnTo>
                    <a:pt x="59512" y="38442"/>
                  </a:lnTo>
                  <a:lnTo>
                    <a:pt x="59436" y="36906"/>
                  </a:lnTo>
                  <a:lnTo>
                    <a:pt x="59105" y="35687"/>
                  </a:lnTo>
                  <a:lnTo>
                    <a:pt x="58420" y="35725"/>
                  </a:lnTo>
                  <a:lnTo>
                    <a:pt x="58191" y="36982"/>
                  </a:lnTo>
                  <a:lnTo>
                    <a:pt x="58343" y="40055"/>
                  </a:lnTo>
                  <a:lnTo>
                    <a:pt x="58521" y="40728"/>
                  </a:lnTo>
                  <a:lnTo>
                    <a:pt x="57950" y="40589"/>
                  </a:lnTo>
                  <a:lnTo>
                    <a:pt x="56642" y="40665"/>
                  </a:lnTo>
                  <a:lnTo>
                    <a:pt x="55333" y="40754"/>
                  </a:lnTo>
                  <a:lnTo>
                    <a:pt x="54267" y="41148"/>
                  </a:lnTo>
                  <a:lnTo>
                    <a:pt x="54305" y="41948"/>
                  </a:lnTo>
                  <a:lnTo>
                    <a:pt x="40982" y="26390"/>
                  </a:lnTo>
                  <a:lnTo>
                    <a:pt x="42049" y="26644"/>
                  </a:lnTo>
                  <a:lnTo>
                    <a:pt x="44678" y="26479"/>
                  </a:lnTo>
                  <a:lnTo>
                    <a:pt x="45250" y="26263"/>
                  </a:lnTo>
                  <a:lnTo>
                    <a:pt x="45135" y="26962"/>
                  </a:lnTo>
                  <a:lnTo>
                    <a:pt x="45212" y="28498"/>
                  </a:lnTo>
                  <a:lnTo>
                    <a:pt x="45275" y="30022"/>
                  </a:lnTo>
                  <a:lnTo>
                    <a:pt x="45618" y="31242"/>
                  </a:lnTo>
                  <a:lnTo>
                    <a:pt x="46304" y="31203"/>
                  </a:lnTo>
                  <a:lnTo>
                    <a:pt x="46532" y="29946"/>
                  </a:lnTo>
                  <a:lnTo>
                    <a:pt x="46380" y="26885"/>
                  </a:lnTo>
                  <a:lnTo>
                    <a:pt x="46189" y="26200"/>
                  </a:lnTo>
                  <a:lnTo>
                    <a:pt x="46799" y="26339"/>
                  </a:lnTo>
                  <a:lnTo>
                    <a:pt x="48107" y="26263"/>
                  </a:lnTo>
                  <a:lnTo>
                    <a:pt x="49428" y="26174"/>
                  </a:lnTo>
                  <a:lnTo>
                    <a:pt x="50482" y="25793"/>
                  </a:lnTo>
                  <a:lnTo>
                    <a:pt x="50431" y="24980"/>
                  </a:lnTo>
                  <a:lnTo>
                    <a:pt x="49364" y="24714"/>
                  </a:lnTo>
                  <a:lnTo>
                    <a:pt x="46736" y="24892"/>
                  </a:lnTo>
                  <a:lnTo>
                    <a:pt x="46113" y="25120"/>
                  </a:lnTo>
                  <a:lnTo>
                    <a:pt x="46240" y="24396"/>
                  </a:lnTo>
                  <a:lnTo>
                    <a:pt x="46164" y="22872"/>
                  </a:lnTo>
                  <a:lnTo>
                    <a:pt x="46101" y="21336"/>
                  </a:lnTo>
                  <a:lnTo>
                    <a:pt x="45758" y="20116"/>
                  </a:lnTo>
                  <a:lnTo>
                    <a:pt x="45605" y="20129"/>
                  </a:lnTo>
                  <a:lnTo>
                    <a:pt x="58610" y="4953"/>
                  </a:lnTo>
                  <a:lnTo>
                    <a:pt x="58445" y="5918"/>
                  </a:lnTo>
                  <a:lnTo>
                    <a:pt x="58597" y="8991"/>
                  </a:lnTo>
                  <a:lnTo>
                    <a:pt x="58775" y="9677"/>
                  </a:lnTo>
                  <a:lnTo>
                    <a:pt x="58204" y="9525"/>
                  </a:lnTo>
                  <a:lnTo>
                    <a:pt x="56896" y="9613"/>
                  </a:lnTo>
                  <a:lnTo>
                    <a:pt x="55587" y="9690"/>
                  </a:lnTo>
                  <a:lnTo>
                    <a:pt x="54521" y="10083"/>
                  </a:lnTo>
                  <a:lnTo>
                    <a:pt x="54571" y="10883"/>
                  </a:lnTo>
                  <a:lnTo>
                    <a:pt x="55651" y="11150"/>
                  </a:lnTo>
                  <a:lnTo>
                    <a:pt x="58280" y="10985"/>
                  </a:lnTo>
                  <a:lnTo>
                    <a:pt x="58851" y="10769"/>
                  </a:lnTo>
                  <a:lnTo>
                    <a:pt x="58737" y="11468"/>
                  </a:lnTo>
                  <a:lnTo>
                    <a:pt x="58813" y="13004"/>
                  </a:lnTo>
                  <a:lnTo>
                    <a:pt x="58877" y="14528"/>
                  </a:lnTo>
                  <a:lnTo>
                    <a:pt x="59220" y="15748"/>
                  </a:lnTo>
                  <a:lnTo>
                    <a:pt x="59905" y="15709"/>
                  </a:lnTo>
                  <a:lnTo>
                    <a:pt x="60121" y="14452"/>
                  </a:lnTo>
                  <a:lnTo>
                    <a:pt x="59982" y="11391"/>
                  </a:lnTo>
                  <a:lnTo>
                    <a:pt x="59791" y="10706"/>
                  </a:lnTo>
                  <a:lnTo>
                    <a:pt x="60401" y="10845"/>
                  </a:lnTo>
                  <a:lnTo>
                    <a:pt x="61709" y="10769"/>
                  </a:lnTo>
                  <a:lnTo>
                    <a:pt x="63017" y="10680"/>
                  </a:lnTo>
                  <a:lnTo>
                    <a:pt x="64084" y="10299"/>
                  </a:lnTo>
                  <a:lnTo>
                    <a:pt x="64071" y="10172"/>
                  </a:lnTo>
                  <a:lnTo>
                    <a:pt x="72809" y="20345"/>
                  </a:lnTo>
                  <a:lnTo>
                    <a:pt x="72136" y="20383"/>
                  </a:lnTo>
                  <a:lnTo>
                    <a:pt x="71920" y="21640"/>
                  </a:lnTo>
                  <a:lnTo>
                    <a:pt x="72072" y="24701"/>
                  </a:lnTo>
                  <a:lnTo>
                    <a:pt x="72250" y="25387"/>
                  </a:lnTo>
                  <a:lnTo>
                    <a:pt x="71678" y="25234"/>
                  </a:lnTo>
                  <a:lnTo>
                    <a:pt x="70358" y="25323"/>
                  </a:lnTo>
                  <a:lnTo>
                    <a:pt x="69049" y="25412"/>
                  </a:lnTo>
                  <a:lnTo>
                    <a:pt x="67995" y="25793"/>
                  </a:lnTo>
                  <a:lnTo>
                    <a:pt x="68033" y="26606"/>
                  </a:lnTo>
                  <a:lnTo>
                    <a:pt x="69113" y="26860"/>
                  </a:lnTo>
                  <a:lnTo>
                    <a:pt x="71742" y="26695"/>
                  </a:lnTo>
                  <a:lnTo>
                    <a:pt x="72326" y="26479"/>
                  </a:lnTo>
                  <a:lnTo>
                    <a:pt x="72212" y="27190"/>
                  </a:lnTo>
                  <a:lnTo>
                    <a:pt x="72275" y="28714"/>
                  </a:lnTo>
                  <a:lnTo>
                    <a:pt x="72351" y="30238"/>
                  </a:lnTo>
                  <a:lnTo>
                    <a:pt x="72682" y="31470"/>
                  </a:lnTo>
                  <a:lnTo>
                    <a:pt x="72898" y="31457"/>
                  </a:lnTo>
                  <a:lnTo>
                    <a:pt x="72898" y="20612"/>
                  </a:lnTo>
                  <a:lnTo>
                    <a:pt x="72834" y="20383"/>
                  </a:lnTo>
                  <a:lnTo>
                    <a:pt x="76835" y="25044"/>
                  </a:lnTo>
                  <a:lnTo>
                    <a:pt x="76835" y="20675"/>
                  </a:lnTo>
                  <a:lnTo>
                    <a:pt x="63347" y="4940"/>
                  </a:lnTo>
                  <a:lnTo>
                    <a:pt x="63347" y="9334"/>
                  </a:lnTo>
                  <a:lnTo>
                    <a:pt x="62953" y="9232"/>
                  </a:lnTo>
                  <a:lnTo>
                    <a:pt x="60337" y="9398"/>
                  </a:lnTo>
                  <a:lnTo>
                    <a:pt x="59715" y="9626"/>
                  </a:lnTo>
                  <a:lnTo>
                    <a:pt x="59842" y="8902"/>
                  </a:lnTo>
                  <a:lnTo>
                    <a:pt x="59766" y="7378"/>
                  </a:lnTo>
                  <a:lnTo>
                    <a:pt x="59690" y="5854"/>
                  </a:lnTo>
                  <a:lnTo>
                    <a:pt x="59359" y="4673"/>
                  </a:lnTo>
                  <a:lnTo>
                    <a:pt x="63347" y="9334"/>
                  </a:lnTo>
                  <a:lnTo>
                    <a:pt x="63347" y="4940"/>
                  </a:lnTo>
                  <a:lnTo>
                    <a:pt x="62865" y="4368"/>
                  </a:lnTo>
                  <a:lnTo>
                    <a:pt x="59334" y="254"/>
                  </a:lnTo>
                  <a:lnTo>
                    <a:pt x="59334" y="4635"/>
                  </a:lnTo>
                  <a:lnTo>
                    <a:pt x="58877" y="4660"/>
                  </a:lnTo>
                  <a:lnTo>
                    <a:pt x="59118" y="4368"/>
                  </a:lnTo>
                  <a:lnTo>
                    <a:pt x="59334" y="4635"/>
                  </a:lnTo>
                  <a:lnTo>
                    <a:pt x="59334" y="254"/>
                  </a:lnTo>
                  <a:lnTo>
                    <a:pt x="59118" y="0"/>
                  </a:lnTo>
                  <a:lnTo>
                    <a:pt x="45173" y="16281"/>
                  </a:lnTo>
                  <a:lnTo>
                    <a:pt x="45173" y="25171"/>
                  </a:lnTo>
                  <a:lnTo>
                    <a:pt x="44602" y="25019"/>
                  </a:lnTo>
                  <a:lnTo>
                    <a:pt x="43294" y="25107"/>
                  </a:lnTo>
                  <a:lnTo>
                    <a:pt x="41986" y="25184"/>
                  </a:lnTo>
                  <a:lnTo>
                    <a:pt x="40932" y="25577"/>
                  </a:lnTo>
                  <a:lnTo>
                    <a:pt x="40957" y="26365"/>
                  </a:lnTo>
                  <a:lnTo>
                    <a:pt x="40614" y="25946"/>
                  </a:lnTo>
                  <a:lnTo>
                    <a:pt x="40932" y="25577"/>
                  </a:lnTo>
                  <a:lnTo>
                    <a:pt x="44932" y="20916"/>
                  </a:lnTo>
                  <a:lnTo>
                    <a:pt x="44843" y="21412"/>
                  </a:lnTo>
                  <a:lnTo>
                    <a:pt x="44996" y="24485"/>
                  </a:lnTo>
                  <a:lnTo>
                    <a:pt x="45173" y="25171"/>
                  </a:lnTo>
                  <a:lnTo>
                    <a:pt x="45173" y="16281"/>
                  </a:lnTo>
                  <a:lnTo>
                    <a:pt x="36880" y="25946"/>
                  </a:lnTo>
                  <a:lnTo>
                    <a:pt x="59118" y="51904"/>
                  </a:lnTo>
                  <a:lnTo>
                    <a:pt x="62865" y="47536"/>
                  </a:lnTo>
                  <a:lnTo>
                    <a:pt x="79806" y="27762"/>
                  </a:lnTo>
                  <a:lnTo>
                    <a:pt x="100507" y="51904"/>
                  </a:lnTo>
                  <a:lnTo>
                    <a:pt x="104254" y="47536"/>
                  </a:lnTo>
                  <a:lnTo>
                    <a:pt x="117652" y="31902"/>
                  </a:lnTo>
                  <a:lnTo>
                    <a:pt x="117652" y="27533"/>
                  </a:lnTo>
                  <a:lnTo>
                    <a:pt x="100507" y="47536"/>
                  </a:lnTo>
                  <a:lnTo>
                    <a:pt x="82372" y="26390"/>
                  </a:lnTo>
                  <a:lnTo>
                    <a:pt x="83439" y="26644"/>
                  </a:lnTo>
                  <a:lnTo>
                    <a:pt x="86067" y="26479"/>
                  </a:lnTo>
                  <a:lnTo>
                    <a:pt x="86639" y="26263"/>
                  </a:lnTo>
                  <a:lnTo>
                    <a:pt x="86525" y="26962"/>
                  </a:lnTo>
                  <a:lnTo>
                    <a:pt x="86601" y="28498"/>
                  </a:lnTo>
                  <a:lnTo>
                    <a:pt x="86664" y="30022"/>
                  </a:lnTo>
                  <a:lnTo>
                    <a:pt x="87007" y="31242"/>
                  </a:lnTo>
                  <a:lnTo>
                    <a:pt x="87693" y="31203"/>
                  </a:lnTo>
                  <a:lnTo>
                    <a:pt x="87909" y="29946"/>
                  </a:lnTo>
                  <a:lnTo>
                    <a:pt x="87769" y="26885"/>
                  </a:lnTo>
                  <a:lnTo>
                    <a:pt x="87579" y="26200"/>
                  </a:lnTo>
                  <a:lnTo>
                    <a:pt x="88188" y="26339"/>
                  </a:lnTo>
                  <a:lnTo>
                    <a:pt x="89496" y="26263"/>
                  </a:lnTo>
                  <a:lnTo>
                    <a:pt x="90805" y="26174"/>
                  </a:lnTo>
                  <a:lnTo>
                    <a:pt x="91871" y="25793"/>
                  </a:lnTo>
                  <a:lnTo>
                    <a:pt x="91821" y="24980"/>
                  </a:lnTo>
                  <a:lnTo>
                    <a:pt x="90741" y="24714"/>
                  </a:lnTo>
                  <a:lnTo>
                    <a:pt x="88125" y="24892"/>
                  </a:lnTo>
                  <a:lnTo>
                    <a:pt x="87503" y="25120"/>
                  </a:lnTo>
                  <a:lnTo>
                    <a:pt x="87630" y="24396"/>
                  </a:lnTo>
                  <a:lnTo>
                    <a:pt x="87553" y="22872"/>
                  </a:lnTo>
                  <a:lnTo>
                    <a:pt x="87490" y="21336"/>
                  </a:lnTo>
                  <a:lnTo>
                    <a:pt x="87147" y="20116"/>
                  </a:lnTo>
                  <a:lnTo>
                    <a:pt x="86995" y="20129"/>
                  </a:lnTo>
                  <a:lnTo>
                    <a:pt x="100507" y="4368"/>
                  </a:lnTo>
                  <a:lnTo>
                    <a:pt x="117652" y="24371"/>
                  </a:lnTo>
                  <a:lnTo>
                    <a:pt x="117652" y="20002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 descr=""/>
            <p:cNvSpPr/>
            <p:nvPr/>
          </p:nvSpPr>
          <p:spPr>
            <a:xfrm>
              <a:off x="10570934" y="7940681"/>
              <a:ext cx="118110" cy="112395"/>
            </a:xfrm>
            <a:custGeom>
              <a:avLst/>
              <a:gdLst/>
              <a:ahLst/>
              <a:cxnLst/>
              <a:rect l="l" t="t" r="r" b="b"/>
              <a:pathLst>
                <a:path w="118109" h="112395">
                  <a:moveTo>
                    <a:pt x="1828" y="72961"/>
                  </a:moveTo>
                  <a:lnTo>
                    <a:pt x="1790" y="72148"/>
                  </a:lnTo>
                  <a:lnTo>
                    <a:pt x="711" y="71882"/>
                  </a:lnTo>
                  <a:lnTo>
                    <a:pt x="0" y="71932"/>
                  </a:lnTo>
                  <a:lnTo>
                    <a:pt x="0" y="73393"/>
                  </a:lnTo>
                  <a:lnTo>
                    <a:pt x="774" y="73342"/>
                  </a:lnTo>
                  <a:lnTo>
                    <a:pt x="1828" y="72961"/>
                  </a:lnTo>
                  <a:close/>
                </a:path>
                <a:path w="118109" h="112395">
                  <a:moveTo>
                    <a:pt x="39979" y="25946"/>
                  </a:moveTo>
                  <a:lnTo>
                    <a:pt x="36233" y="21590"/>
                  </a:lnTo>
                  <a:lnTo>
                    <a:pt x="36233" y="25946"/>
                  </a:lnTo>
                  <a:lnTo>
                    <a:pt x="32092" y="30772"/>
                  </a:lnTo>
                  <a:lnTo>
                    <a:pt x="32207" y="30162"/>
                  </a:lnTo>
                  <a:lnTo>
                    <a:pt x="32067" y="27089"/>
                  </a:lnTo>
                  <a:lnTo>
                    <a:pt x="31864" y="26416"/>
                  </a:lnTo>
                  <a:lnTo>
                    <a:pt x="32486" y="26555"/>
                  </a:lnTo>
                  <a:lnTo>
                    <a:pt x="33794" y="26466"/>
                  </a:lnTo>
                  <a:lnTo>
                    <a:pt x="35102" y="26390"/>
                  </a:lnTo>
                  <a:lnTo>
                    <a:pt x="36156" y="25996"/>
                  </a:lnTo>
                  <a:lnTo>
                    <a:pt x="36144" y="25857"/>
                  </a:lnTo>
                  <a:lnTo>
                    <a:pt x="36233" y="21590"/>
                  </a:lnTo>
                  <a:lnTo>
                    <a:pt x="35433" y="20650"/>
                  </a:lnTo>
                  <a:lnTo>
                    <a:pt x="35433" y="25031"/>
                  </a:lnTo>
                  <a:lnTo>
                    <a:pt x="35039" y="24930"/>
                  </a:lnTo>
                  <a:lnTo>
                    <a:pt x="32410" y="25095"/>
                  </a:lnTo>
                  <a:lnTo>
                    <a:pt x="31800" y="25323"/>
                  </a:lnTo>
                  <a:lnTo>
                    <a:pt x="31927" y="24612"/>
                  </a:lnTo>
                  <a:lnTo>
                    <a:pt x="31851" y="23088"/>
                  </a:lnTo>
                  <a:lnTo>
                    <a:pt x="31775" y="21551"/>
                  </a:lnTo>
                  <a:lnTo>
                    <a:pt x="31445" y="20383"/>
                  </a:lnTo>
                  <a:lnTo>
                    <a:pt x="35433" y="25031"/>
                  </a:lnTo>
                  <a:lnTo>
                    <a:pt x="35433" y="20650"/>
                  </a:lnTo>
                  <a:lnTo>
                    <a:pt x="21958" y="4940"/>
                  </a:lnTo>
                  <a:lnTo>
                    <a:pt x="21958" y="9321"/>
                  </a:lnTo>
                  <a:lnTo>
                    <a:pt x="21577" y="9220"/>
                  </a:lnTo>
                  <a:lnTo>
                    <a:pt x="18948" y="9385"/>
                  </a:lnTo>
                  <a:lnTo>
                    <a:pt x="18326" y="9626"/>
                  </a:lnTo>
                  <a:lnTo>
                    <a:pt x="18453" y="8902"/>
                  </a:lnTo>
                  <a:lnTo>
                    <a:pt x="18376" y="7366"/>
                  </a:lnTo>
                  <a:lnTo>
                    <a:pt x="18313" y="5842"/>
                  </a:lnTo>
                  <a:lnTo>
                    <a:pt x="17983" y="4673"/>
                  </a:lnTo>
                  <a:lnTo>
                    <a:pt x="21958" y="9321"/>
                  </a:lnTo>
                  <a:lnTo>
                    <a:pt x="21958" y="4940"/>
                  </a:lnTo>
                  <a:lnTo>
                    <a:pt x="21475" y="4368"/>
                  </a:lnTo>
                  <a:lnTo>
                    <a:pt x="17932" y="241"/>
                  </a:lnTo>
                  <a:lnTo>
                    <a:pt x="17932" y="4622"/>
                  </a:lnTo>
                  <a:lnTo>
                    <a:pt x="17487" y="4648"/>
                  </a:lnTo>
                  <a:lnTo>
                    <a:pt x="17729" y="4368"/>
                  </a:lnTo>
                  <a:lnTo>
                    <a:pt x="17932" y="4622"/>
                  </a:lnTo>
                  <a:lnTo>
                    <a:pt x="17932" y="241"/>
                  </a:lnTo>
                  <a:lnTo>
                    <a:pt x="17729" y="0"/>
                  </a:lnTo>
                  <a:lnTo>
                    <a:pt x="0" y="20688"/>
                  </a:lnTo>
                  <a:lnTo>
                    <a:pt x="0" y="25057"/>
                  </a:lnTo>
                  <a:lnTo>
                    <a:pt x="3543" y="20916"/>
                  </a:lnTo>
                  <a:lnTo>
                    <a:pt x="3467" y="21412"/>
                  </a:lnTo>
                  <a:lnTo>
                    <a:pt x="3606" y="24472"/>
                  </a:lnTo>
                  <a:lnTo>
                    <a:pt x="3784" y="25158"/>
                  </a:lnTo>
                  <a:lnTo>
                    <a:pt x="3213" y="25006"/>
                  </a:lnTo>
                  <a:lnTo>
                    <a:pt x="596" y="25184"/>
                  </a:lnTo>
                  <a:lnTo>
                    <a:pt x="0" y="25400"/>
                  </a:lnTo>
                  <a:lnTo>
                    <a:pt x="0" y="26479"/>
                  </a:lnTo>
                  <a:lnTo>
                    <a:pt x="660" y="26631"/>
                  </a:lnTo>
                  <a:lnTo>
                    <a:pt x="3289" y="26466"/>
                  </a:lnTo>
                  <a:lnTo>
                    <a:pt x="3860" y="26250"/>
                  </a:lnTo>
                  <a:lnTo>
                    <a:pt x="3746" y="26949"/>
                  </a:lnTo>
                  <a:lnTo>
                    <a:pt x="3822" y="28486"/>
                  </a:lnTo>
                  <a:lnTo>
                    <a:pt x="3886" y="30010"/>
                  </a:lnTo>
                  <a:lnTo>
                    <a:pt x="4229" y="31242"/>
                  </a:lnTo>
                  <a:lnTo>
                    <a:pt x="4914" y="31191"/>
                  </a:lnTo>
                  <a:lnTo>
                    <a:pt x="5143" y="29933"/>
                  </a:lnTo>
                  <a:lnTo>
                    <a:pt x="4991" y="26873"/>
                  </a:lnTo>
                  <a:lnTo>
                    <a:pt x="4800" y="26200"/>
                  </a:lnTo>
                  <a:lnTo>
                    <a:pt x="5410" y="26339"/>
                  </a:lnTo>
                  <a:lnTo>
                    <a:pt x="6731" y="26250"/>
                  </a:lnTo>
                  <a:lnTo>
                    <a:pt x="8039" y="26162"/>
                  </a:lnTo>
                  <a:lnTo>
                    <a:pt x="9093" y="25781"/>
                  </a:lnTo>
                  <a:lnTo>
                    <a:pt x="9055" y="24968"/>
                  </a:lnTo>
                  <a:lnTo>
                    <a:pt x="7975" y="24714"/>
                  </a:lnTo>
                  <a:lnTo>
                    <a:pt x="5346" y="24879"/>
                  </a:lnTo>
                  <a:lnTo>
                    <a:pt x="4724" y="25120"/>
                  </a:lnTo>
                  <a:lnTo>
                    <a:pt x="4851" y="24396"/>
                  </a:lnTo>
                  <a:lnTo>
                    <a:pt x="4775" y="22860"/>
                  </a:lnTo>
                  <a:lnTo>
                    <a:pt x="4711" y="21336"/>
                  </a:lnTo>
                  <a:lnTo>
                    <a:pt x="4368" y="20104"/>
                  </a:lnTo>
                  <a:lnTo>
                    <a:pt x="4229" y="20116"/>
                  </a:lnTo>
                  <a:lnTo>
                    <a:pt x="17221" y="4953"/>
                  </a:lnTo>
                  <a:lnTo>
                    <a:pt x="17056" y="5918"/>
                  </a:lnTo>
                  <a:lnTo>
                    <a:pt x="17208" y="8978"/>
                  </a:lnTo>
                  <a:lnTo>
                    <a:pt x="17386" y="9664"/>
                  </a:lnTo>
                  <a:lnTo>
                    <a:pt x="16814" y="9525"/>
                  </a:lnTo>
                  <a:lnTo>
                    <a:pt x="15506" y="9601"/>
                  </a:lnTo>
                  <a:lnTo>
                    <a:pt x="14198" y="9690"/>
                  </a:lnTo>
                  <a:lnTo>
                    <a:pt x="13144" y="10071"/>
                  </a:lnTo>
                  <a:lnTo>
                    <a:pt x="13182" y="10883"/>
                  </a:lnTo>
                  <a:lnTo>
                    <a:pt x="14262" y="11137"/>
                  </a:lnTo>
                  <a:lnTo>
                    <a:pt x="16891" y="10972"/>
                  </a:lnTo>
                  <a:lnTo>
                    <a:pt x="17462" y="10756"/>
                  </a:lnTo>
                  <a:lnTo>
                    <a:pt x="17348" y="11468"/>
                  </a:lnTo>
                  <a:lnTo>
                    <a:pt x="17424" y="12992"/>
                  </a:lnTo>
                  <a:lnTo>
                    <a:pt x="17487" y="14516"/>
                  </a:lnTo>
                  <a:lnTo>
                    <a:pt x="17830" y="15748"/>
                  </a:lnTo>
                  <a:lnTo>
                    <a:pt x="18516" y="15709"/>
                  </a:lnTo>
                  <a:lnTo>
                    <a:pt x="18745" y="14452"/>
                  </a:lnTo>
                  <a:lnTo>
                    <a:pt x="18592" y="11379"/>
                  </a:lnTo>
                  <a:lnTo>
                    <a:pt x="18402" y="10706"/>
                  </a:lnTo>
                  <a:lnTo>
                    <a:pt x="19011" y="10845"/>
                  </a:lnTo>
                  <a:lnTo>
                    <a:pt x="20320" y="10756"/>
                  </a:lnTo>
                  <a:lnTo>
                    <a:pt x="21640" y="10680"/>
                  </a:lnTo>
                  <a:lnTo>
                    <a:pt x="22694" y="10287"/>
                  </a:lnTo>
                  <a:lnTo>
                    <a:pt x="22682" y="10160"/>
                  </a:lnTo>
                  <a:lnTo>
                    <a:pt x="31419" y="20345"/>
                  </a:lnTo>
                  <a:lnTo>
                    <a:pt x="30759" y="20370"/>
                  </a:lnTo>
                  <a:lnTo>
                    <a:pt x="30530" y="21628"/>
                  </a:lnTo>
                  <a:lnTo>
                    <a:pt x="30683" y="24701"/>
                  </a:lnTo>
                  <a:lnTo>
                    <a:pt x="30861" y="25374"/>
                  </a:lnTo>
                  <a:lnTo>
                    <a:pt x="30289" y="25234"/>
                  </a:lnTo>
                  <a:lnTo>
                    <a:pt x="28981" y="25311"/>
                  </a:lnTo>
                  <a:lnTo>
                    <a:pt x="27660" y="25400"/>
                  </a:lnTo>
                  <a:lnTo>
                    <a:pt x="26606" y="25781"/>
                  </a:lnTo>
                  <a:lnTo>
                    <a:pt x="26657" y="26593"/>
                  </a:lnTo>
                  <a:lnTo>
                    <a:pt x="27724" y="26860"/>
                  </a:lnTo>
                  <a:lnTo>
                    <a:pt x="30353" y="26682"/>
                  </a:lnTo>
                  <a:lnTo>
                    <a:pt x="30937" y="26479"/>
                  </a:lnTo>
                  <a:lnTo>
                    <a:pt x="30822" y="27178"/>
                  </a:lnTo>
                  <a:lnTo>
                    <a:pt x="30886" y="28702"/>
                  </a:lnTo>
                  <a:lnTo>
                    <a:pt x="30962" y="30238"/>
                  </a:lnTo>
                  <a:lnTo>
                    <a:pt x="31305" y="31457"/>
                  </a:lnTo>
                  <a:lnTo>
                    <a:pt x="31508" y="31457"/>
                  </a:lnTo>
                  <a:lnTo>
                    <a:pt x="17729" y="47523"/>
                  </a:lnTo>
                  <a:lnTo>
                    <a:pt x="12941" y="41948"/>
                  </a:lnTo>
                  <a:lnTo>
                    <a:pt x="14008" y="42202"/>
                  </a:lnTo>
                  <a:lnTo>
                    <a:pt x="16637" y="42037"/>
                  </a:lnTo>
                  <a:lnTo>
                    <a:pt x="17208" y="41821"/>
                  </a:lnTo>
                  <a:lnTo>
                    <a:pt x="17094" y="42519"/>
                  </a:lnTo>
                  <a:lnTo>
                    <a:pt x="17170" y="44056"/>
                  </a:lnTo>
                  <a:lnTo>
                    <a:pt x="17233" y="45580"/>
                  </a:lnTo>
                  <a:lnTo>
                    <a:pt x="17576" y="46812"/>
                  </a:lnTo>
                  <a:lnTo>
                    <a:pt x="18262" y="46761"/>
                  </a:lnTo>
                  <a:lnTo>
                    <a:pt x="18478" y="45504"/>
                  </a:lnTo>
                  <a:lnTo>
                    <a:pt x="18338" y="42443"/>
                  </a:lnTo>
                  <a:lnTo>
                    <a:pt x="18148" y="41757"/>
                  </a:lnTo>
                  <a:lnTo>
                    <a:pt x="18757" y="41897"/>
                  </a:lnTo>
                  <a:lnTo>
                    <a:pt x="20066" y="41821"/>
                  </a:lnTo>
                  <a:lnTo>
                    <a:pt x="21374" y="41732"/>
                  </a:lnTo>
                  <a:lnTo>
                    <a:pt x="22440" y="41351"/>
                  </a:lnTo>
                  <a:lnTo>
                    <a:pt x="22390" y="40538"/>
                  </a:lnTo>
                  <a:lnTo>
                    <a:pt x="21323" y="40284"/>
                  </a:lnTo>
                  <a:lnTo>
                    <a:pt x="18694" y="40449"/>
                  </a:lnTo>
                  <a:lnTo>
                    <a:pt x="18072" y="40678"/>
                  </a:lnTo>
                  <a:lnTo>
                    <a:pt x="18199" y="39954"/>
                  </a:lnTo>
                  <a:lnTo>
                    <a:pt x="18122" y="38430"/>
                  </a:lnTo>
                  <a:lnTo>
                    <a:pt x="18059" y="36906"/>
                  </a:lnTo>
                  <a:lnTo>
                    <a:pt x="17716" y="35674"/>
                  </a:lnTo>
                  <a:lnTo>
                    <a:pt x="17030" y="35725"/>
                  </a:lnTo>
                  <a:lnTo>
                    <a:pt x="16802" y="36969"/>
                  </a:lnTo>
                  <a:lnTo>
                    <a:pt x="16954" y="40043"/>
                  </a:lnTo>
                  <a:lnTo>
                    <a:pt x="17132" y="40728"/>
                  </a:lnTo>
                  <a:lnTo>
                    <a:pt x="16560" y="40576"/>
                  </a:lnTo>
                  <a:lnTo>
                    <a:pt x="15252" y="40665"/>
                  </a:lnTo>
                  <a:lnTo>
                    <a:pt x="13944" y="40741"/>
                  </a:lnTo>
                  <a:lnTo>
                    <a:pt x="12877" y="41135"/>
                  </a:lnTo>
                  <a:lnTo>
                    <a:pt x="12915" y="41922"/>
                  </a:lnTo>
                  <a:lnTo>
                    <a:pt x="0" y="26835"/>
                  </a:lnTo>
                  <a:lnTo>
                    <a:pt x="0" y="31191"/>
                  </a:lnTo>
                  <a:lnTo>
                    <a:pt x="17729" y="51892"/>
                  </a:lnTo>
                  <a:lnTo>
                    <a:pt x="21475" y="47523"/>
                  </a:lnTo>
                  <a:lnTo>
                    <a:pt x="39979" y="25946"/>
                  </a:lnTo>
                  <a:close/>
                </a:path>
                <a:path w="118109" h="112395">
                  <a:moveTo>
                    <a:pt x="91871" y="90805"/>
                  </a:moveTo>
                  <a:lnTo>
                    <a:pt x="91821" y="89992"/>
                  </a:lnTo>
                  <a:lnTo>
                    <a:pt x="90741" y="89725"/>
                  </a:lnTo>
                  <a:lnTo>
                    <a:pt x="88125" y="89903"/>
                  </a:lnTo>
                  <a:lnTo>
                    <a:pt x="87071" y="90284"/>
                  </a:lnTo>
                  <a:lnTo>
                    <a:pt x="87109" y="91097"/>
                  </a:lnTo>
                  <a:lnTo>
                    <a:pt x="88188" y="91351"/>
                  </a:lnTo>
                  <a:lnTo>
                    <a:pt x="89496" y="91274"/>
                  </a:lnTo>
                  <a:lnTo>
                    <a:pt x="90805" y="91186"/>
                  </a:lnTo>
                  <a:lnTo>
                    <a:pt x="91871" y="90805"/>
                  </a:lnTo>
                  <a:close/>
                </a:path>
                <a:path w="118109" h="112395">
                  <a:moveTo>
                    <a:pt x="102057" y="57556"/>
                  </a:moveTo>
                  <a:lnTo>
                    <a:pt x="98310" y="53187"/>
                  </a:lnTo>
                  <a:lnTo>
                    <a:pt x="98310" y="57556"/>
                  </a:lnTo>
                  <a:lnTo>
                    <a:pt x="94170" y="62382"/>
                  </a:lnTo>
                  <a:lnTo>
                    <a:pt x="94284" y="61772"/>
                  </a:lnTo>
                  <a:lnTo>
                    <a:pt x="94132" y="58699"/>
                  </a:lnTo>
                  <a:lnTo>
                    <a:pt x="93941" y="58013"/>
                  </a:lnTo>
                  <a:lnTo>
                    <a:pt x="94564" y="58166"/>
                  </a:lnTo>
                  <a:lnTo>
                    <a:pt x="95872" y="58077"/>
                  </a:lnTo>
                  <a:lnTo>
                    <a:pt x="97180" y="58000"/>
                  </a:lnTo>
                  <a:lnTo>
                    <a:pt x="98234" y="57607"/>
                  </a:lnTo>
                  <a:lnTo>
                    <a:pt x="98221" y="57467"/>
                  </a:lnTo>
                  <a:lnTo>
                    <a:pt x="98310" y="53187"/>
                  </a:lnTo>
                  <a:lnTo>
                    <a:pt x="97523" y="52273"/>
                  </a:lnTo>
                  <a:lnTo>
                    <a:pt x="97523" y="56642"/>
                  </a:lnTo>
                  <a:lnTo>
                    <a:pt x="97116" y="56540"/>
                  </a:lnTo>
                  <a:lnTo>
                    <a:pt x="94488" y="56705"/>
                  </a:lnTo>
                  <a:lnTo>
                    <a:pt x="93865" y="56946"/>
                  </a:lnTo>
                  <a:lnTo>
                    <a:pt x="93992" y="56222"/>
                  </a:lnTo>
                  <a:lnTo>
                    <a:pt x="93929" y="54686"/>
                  </a:lnTo>
                  <a:lnTo>
                    <a:pt x="93853" y="53162"/>
                  </a:lnTo>
                  <a:lnTo>
                    <a:pt x="93586" y="52235"/>
                  </a:lnTo>
                  <a:lnTo>
                    <a:pt x="93586" y="63068"/>
                  </a:lnTo>
                  <a:lnTo>
                    <a:pt x="79806" y="79133"/>
                  </a:lnTo>
                  <a:lnTo>
                    <a:pt x="75006" y="73558"/>
                  </a:lnTo>
                  <a:lnTo>
                    <a:pt x="76073" y="73812"/>
                  </a:lnTo>
                  <a:lnTo>
                    <a:pt x="78701" y="73647"/>
                  </a:lnTo>
                  <a:lnTo>
                    <a:pt x="79286" y="73431"/>
                  </a:lnTo>
                  <a:lnTo>
                    <a:pt x="79159" y="74129"/>
                  </a:lnTo>
                  <a:lnTo>
                    <a:pt x="79235" y="75666"/>
                  </a:lnTo>
                  <a:lnTo>
                    <a:pt x="79311" y="77190"/>
                  </a:lnTo>
                  <a:lnTo>
                    <a:pt x="79641" y="78409"/>
                  </a:lnTo>
                  <a:lnTo>
                    <a:pt x="80340" y="78371"/>
                  </a:lnTo>
                  <a:lnTo>
                    <a:pt x="80556" y="77114"/>
                  </a:lnTo>
                  <a:lnTo>
                    <a:pt x="80416" y="74053"/>
                  </a:lnTo>
                  <a:lnTo>
                    <a:pt x="80213" y="73367"/>
                  </a:lnTo>
                  <a:lnTo>
                    <a:pt x="80835" y="73507"/>
                  </a:lnTo>
                  <a:lnTo>
                    <a:pt x="82143" y="73431"/>
                  </a:lnTo>
                  <a:lnTo>
                    <a:pt x="83451" y="73342"/>
                  </a:lnTo>
                  <a:lnTo>
                    <a:pt x="84505" y="72961"/>
                  </a:lnTo>
                  <a:lnTo>
                    <a:pt x="84467" y="72148"/>
                  </a:lnTo>
                  <a:lnTo>
                    <a:pt x="83388" y="71882"/>
                  </a:lnTo>
                  <a:lnTo>
                    <a:pt x="80759" y="72059"/>
                  </a:lnTo>
                  <a:lnTo>
                    <a:pt x="80137" y="72288"/>
                  </a:lnTo>
                  <a:lnTo>
                    <a:pt x="80276" y="71564"/>
                  </a:lnTo>
                  <a:lnTo>
                    <a:pt x="80200" y="70040"/>
                  </a:lnTo>
                  <a:lnTo>
                    <a:pt x="80124" y="68503"/>
                  </a:lnTo>
                  <a:lnTo>
                    <a:pt x="79794" y="67284"/>
                  </a:lnTo>
                  <a:lnTo>
                    <a:pt x="79095" y="67322"/>
                  </a:lnTo>
                  <a:lnTo>
                    <a:pt x="78879" y="68580"/>
                  </a:lnTo>
                  <a:lnTo>
                    <a:pt x="79032" y="71653"/>
                  </a:lnTo>
                  <a:lnTo>
                    <a:pt x="79209" y="72339"/>
                  </a:lnTo>
                  <a:lnTo>
                    <a:pt x="78625" y="72186"/>
                  </a:lnTo>
                  <a:lnTo>
                    <a:pt x="77317" y="72275"/>
                  </a:lnTo>
                  <a:lnTo>
                    <a:pt x="76009" y="72351"/>
                  </a:lnTo>
                  <a:lnTo>
                    <a:pt x="74955" y="72745"/>
                  </a:lnTo>
                  <a:lnTo>
                    <a:pt x="74980" y="73533"/>
                  </a:lnTo>
                  <a:lnTo>
                    <a:pt x="61658" y="57988"/>
                  </a:lnTo>
                  <a:lnTo>
                    <a:pt x="62725" y="58242"/>
                  </a:lnTo>
                  <a:lnTo>
                    <a:pt x="65354" y="58077"/>
                  </a:lnTo>
                  <a:lnTo>
                    <a:pt x="65938" y="57861"/>
                  </a:lnTo>
                  <a:lnTo>
                    <a:pt x="65811" y="58559"/>
                  </a:lnTo>
                  <a:lnTo>
                    <a:pt x="65887" y="60096"/>
                  </a:lnTo>
                  <a:lnTo>
                    <a:pt x="65963" y="61620"/>
                  </a:lnTo>
                  <a:lnTo>
                    <a:pt x="66294" y="62852"/>
                  </a:lnTo>
                  <a:lnTo>
                    <a:pt x="66992" y="62801"/>
                  </a:lnTo>
                  <a:lnTo>
                    <a:pt x="67208" y="61544"/>
                  </a:lnTo>
                  <a:lnTo>
                    <a:pt x="67068" y="58483"/>
                  </a:lnTo>
                  <a:lnTo>
                    <a:pt x="66865" y="57797"/>
                  </a:lnTo>
                  <a:lnTo>
                    <a:pt x="67487" y="57937"/>
                  </a:lnTo>
                  <a:lnTo>
                    <a:pt x="68795" y="57861"/>
                  </a:lnTo>
                  <a:lnTo>
                    <a:pt x="70104" y="57772"/>
                  </a:lnTo>
                  <a:lnTo>
                    <a:pt x="71158" y="57391"/>
                  </a:lnTo>
                  <a:lnTo>
                    <a:pt x="71120" y="56578"/>
                  </a:lnTo>
                  <a:lnTo>
                    <a:pt x="70040" y="56324"/>
                  </a:lnTo>
                  <a:lnTo>
                    <a:pt x="67411" y="56489"/>
                  </a:lnTo>
                  <a:lnTo>
                    <a:pt x="66789" y="56718"/>
                  </a:lnTo>
                  <a:lnTo>
                    <a:pt x="66929" y="55994"/>
                  </a:lnTo>
                  <a:lnTo>
                    <a:pt x="66852" y="54470"/>
                  </a:lnTo>
                  <a:lnTo>
                    <a:pt x="66776" y="52946"/>
                  </a:lnTo>
                  <a:lnTo>
                    <a:pt x="66446" y="51714"/>
                  </a:lnTo>
                  <a:lnTo>
                    <a:pt x="66382" y="57277"/>
                  </a:lnTo>
                  <a:lnTo>
                    <a:pt x="66382" y="51727"/>
                  </a:lnTo>
                  <a:lnTo>
                    <a:pt x="79298" y="36563"/>
                  </a:lnTo>
                  <a:lnTo>
                    <a:pt x="79133" y="37528"/>
                  </a:lnTo>
                  <a:lnTo>
                    <a:pt x="79286" y="40589"/>
                  </a:lnTo>
                  <a:lnTo>
                    <a:pt x="79463" y="41275"/>
                  </a:lnTo>
                  <a:lnTo>
                    <a:pt x="78892" y="41122"/>
                  </a:lnTo>
                  <a:lnTo>
                    <a:pt x="77571" y="41211"/>
                  </a:lnTo>
                  <a:lnTo>
                    <a:pt x="76263" y="41300"/>
                  </a:lnTo>
                  <a:lnTo>
                    <a:pt x="75209" y="41681"/>
                  </a:lnTo>
                  <a:lnTo>
                    <a:pt x="75247" y="42494"/>
                  </a:lnTo>
                  <a:lnTo>
                    <a:pt x="76327" y="42748"/>
                  </a:lnTo>
                  <a:lnTo>
                    <a:pt x="78955" y="42583"/>
                  </a:lnTo>
                  <a:lnTo>
                    <a:pt x="79540" y="42367"/>
                  </a:lnTo>
                  <a:lnTo>
                    <a:pt x="79413" y="43065"/>
                  </a:lnTo>
                  <a:lnTo>
                    <a:pt x="79489" y="44602"/>
                  </a:lnTo>
                  <a:lnTo>
                    <a:pt x="79565" y="46126"/>
                  </a:lnTo>
                  <a:lnTo>
                    <a:pt x="79895" y="47358"/>
                  </a:lnTo>
                  <a:lnTo>
                    <a:pt x="80594" y="47307"/>
                  </a:lnTo>
                  <a:lnTo>
                    <a:pt x="80810" y="46050"/>
                  </a:lnTo>
                  <a:lnTo>
                    <a:pt x="80670" y="42989"/>
                  </a:lnTo>
                  <a:lnTo>
                    <a:pt x="80467" y="42303"/>
                  </a:lnTo>
                  <a:lnTo>
                    <a:pt x="81089" y="42443"/>
                  </a:lnTo>
                  <a:lnTo>
                    <a:pt x="82397" y="42367"/>
                  </a:lnTo>
                  <a:lnTo>
                    <a:pt x="83705" y="42278"/>
                  </a:lnTo>
                  <a:lnTo>
                    <a:pt x="84759" y="41897"/>
                  </a:lnTo>
                  <a:lnTo>
                    <a:pt x="84747" y="41770"/>
                  </a:lnTo>
                  <a:lnTo>
                    <a:pt x="93497" y="51955"/>
                  </a:lnTo>
                  <a:lnTo>
                    <a:pt x="92824" y="51981"/>
                  </a:lnTo>
                  <a:lnTo>
                    <a:pt x="92608" y="53238"/>
                  </a:lnTo>
                  <a:lnTo>
                    <a:pt x="92748" y="56299"/>
                  </a:lnTo>
                  <a:lnTo>
                    <a:pt x="92925" y="56984"/>
                  </a:lnTo>
                  <a:lnTo>
                    <a:pt x="92354" y="56845"/>
                  </a:lnTo>
                  <a:lnTo>
                    <a:pt x="91046" y="56921"/>
                  </a:lnTo>
                  <a:lnTo>
                    <a:pt x="89738" y="57010"/>
                  </a:lnTo>
                  <a:lnTo>
                    <a:pt x="88684" y="57391"/>
                  </a:lnTo>
                  <a:lnTo>
                    <a:pt x="88722" y="58204"/>
                  </a:lnTo>
                  <a:lnTo>
                    <a:pt x="89801" y="58458"/>
                  </a:lnTo>
                  <a:lnTo>
                    <a:pt x="92430" y="58293"/>
                  </a:lnTo>
                  <a:lnTo>
                    <a:pt x="93002" y="58089"/>
                  </a:lnTo>
                  <a:lnTo>
                    <a:pt x="92887" y="58788"/>
                  </a:lnTo>
                  <a:lnTo>
                    <a:pt x="92964" y="60312"/>
                  </a:lnTo>
                  <a:lnTo>
                    <a:pt x="93040" y="61836"/>
                  </a:lnTo>
                  <a:lnTo>
                    <a:pt x="93370" y="63068"/>
                  </a:lnTo>
                  <a:lnTo>
                    <a:pt x="93586" y="63068"/>
                  </a:lnTo>
                  <a:lnTo>
                    <a:pt x="93586" y="52235"/>
                  </a:lnTo>
                  <a:lnTo>
                    <a:pt x="93510" y="51968"/>
                  </a:lnTo>
                  <a:lnTo>
                    <a:pt x="97523" y="56642"/>
                  </a:lnTo>
                  <a:lnTo>
                    <a:pt x="97523" y="52273"/>
                  </a:lnTo>
                  <a:lnTo>
                    <a:pt x="84035" y="36537"/>
                  </a:lnTo>
                  <a:lnTo>
                    <a:pt x="84035" y="40932"/>
                  </a:lnTo>
                  <a:lnTo>
                    <a:pt x="83642" y="40830"/>
                  </a:lnTo>
                  <a:lnTo>
                    <a:pt x="81013" y="40995"/>
                  </a:lnTo>
                  <a:lnTo>
                    <a:pt x="80391" y="41224"/>
                  </a:lnTo>
                  <a:lnTo>
                    <a:pt x="80530" y="40513"/>
                  </a:lnTo>
                  <a:lnTo>
                    <a:pt x="80454" y="38976"/>
                  </a:lnTo>
                  <a:lnTo>
                    <a:pt x="80378" y="37452"/>
                  </a:lnTo>
                  <a:lnTo>
                    <a:pt x="80048" y="36271"/>
                  </a:lnTo>
                  <a:lnTo>
                    <a:pt x="84035" y="40932"/>
                  </a:lnTo>
                  <a:lnTo>
                    <a:pt x="84035" y="36537"/>
                  </a:lnTo>
                  <a:lnTo>
                    <a:pt x="83553" y="35966"/>
                  </a:lnTo>
                  <a:lnTo>
                    <a:pt x="80022" y="31864"/>
                  </a:lnTo>
                  <a:lnTo>
                    <a:pt x="80022" y="36233"/>
                  </a:lnTo>
                  <a:lnTo>
                    <a:pt x="79552" y="36258"/>
                  </a:lnTo>
                  <a:lnTo>
                    <a:pt x="79806" y="35966"/>
                  </a:lnTo>
                  <a:lnTo>
                    <a:pt x="80022" y="36233"/>
                  </a:lnTo>
                  <a:lnTo>
                    <a:pt x="80022" y="31864"/>
                  </a:lnTo>
                  <a:lnTo>
                    <a:pt x="79806" y="31610"/>
                  </a:lnTo>
                  <a:lnTo>
                    <a:pt x="65862" y="47879"/>
                  </a:lnTo>
                  <a:lnTo>
                    <a:pt x="65862" y="56769"/>
                  </a:lnTo>
                  <a:lnTo>
                    <a:pt x="65290" y="56616"/>
                  </a:lnTo>
                  <a:lnTo>
                    <a:pt x="63969" y="56705"/>
                  </a:lnTo>
                  <a:lnTo>
                    <a:pt x="62661" y="56781"/>
                  </a:lnTo>
                  <a:lnTo>
                    <a:pt x="61633" y="57175"/>
                  </a:lnTo>
                  <a:lnTo>
                    <a:pt x="61633" y="57962"/>
                  </a:lnTo>
                  <a:lnTo>
                    <a:pt x="61302" y="57556"/>
                  </a:lnTo>
                  <a:lnTo>
                    <a:pt x="61607" y="57200"/>
                  </a:lnTo>
                  <a:lnTo>
                    <a:pt x="61633" y="57962"/>
                  </a:lnTo>
                  <a:lnTo>
                    <a:pt x="61633" y="57175"/>
                  </a:lnTo>
                  <a:lnTo>
                    <a:pt x="65608" y="52527"/>
                  </a:lnTo>
                  <a:lnTo>
                    <a:pt x="65532" y="53009"/>
                  </a:lnTo>
                  <a:lnTo>
                    <a:pt x="65684" y="56083"/>
                  </a:lnTo>
                  <a:lnTo>
                    <a:pt x="65862" y="56769"/>
                  </a:lnTo>
                  <a:lnTo>
                    <a:pt x="65862" y="47879"/>
                  </a:lnTo>
                  <a:lnTo>
                    <a:pt x="58839" y="56070"/>
                  </a:lnTo>
                  <a:lnTo>
                    <a:pt x="56375" y="53200"/>
                  </a:lnTo>
                  <a:lnTo>
                    <a:pt x="56375" y="57556"/>
                  </a:lnTo>
                  <a:lnTo>
                    <a:pt x="52235" y="62382"/>
                  </a:lnTo>
                  <a:lnTo>
                    <a:pt x="52349" y="61772"/>
                  </a:lnTo>
                  <a:lnTo>
                    <a:pt x="52209" y="58699"/>
                  </a:lnTo>
                  <a:lnTo>
                    <a:pt x="52019" y="58026"/>
                  </a:lnTo>
                  <a:lnTo>
                    <a:pt x="52628" y="58166"/>
                  </a:lnTo>
                  <a:lnTo>
                    <a:pt x="53936" y="58077"/>
                  </a:lnTo>
                  <a:lnTo>
                    <a:pt x="55245" y="58000"/>
                  </a:lnTo>
                  <a:lnTo>
                    <a:pt x="56311" y="57607"/>
                  </a:lnTo>
                  <a:lnTo>
                    <a:pt x="56299" y="57480"/>
                  </a:lnTo>
                  <a:lnTo>
                    <a:pt x="56375" y="53200"/>
                  </a:lnTo>
                  <a:lnTo>
                    <a:pt x="55575" y="52260"/>
                  </a:lnTo>
                  <a:lnTo>
                    <a:pt x="55575" y="56642"/>
                  </a:lnTo>
                  <a:lnTo>
                    <a:pt x="55181" y="56540"/>
                  </a:lnTo>
                  <a:lnTo>
                    <a:pt x="52565" y="56705"/>
                  </a:lnTo>
                  <a:lnTo>
                    <a:pt x="51943" y="56946"/>
                  </a:lnTo>
                  <a:lnTo>
                    <a:pt x="52070" y="56222"/>
                  </a:lnTo>
                  <a:lnTo>
                    <a:pt x="51993" y="54686"/>
                  </a:lnTo>
                  <a:lnTo>
                    <a:pt x="51930" y="53162"/>
                  </a:lnTo>
                  <a:lnTo>
                    <a:pt x="51650" y="52222"/>
                  </a:lnTo>
                  <a:lnTo>
                    <a:pt x="51650" y="63068"/>
                  </a:lnTo>
                  <a:lnTo>
                    <a:pt x="37871" y="79133"/>
                  </a:lnTo>
                  <a:lnTo>
                    <a:pt x="33070" y="73558"/>
                  </a:lnTo>
                  <a:lnTo>
                    <a:pt x="34150" y="73812"/>
                  </a:lnTo>
                  <a:lnTo>
                    <a:pt x="36779" y="73647"/>
                  </a:lnTo>
                  <a:lnTo>
                    <a:pt x="37350" y="73431"/>
                  </a:lnTo>
                  <a:lnTo>
                    <a:pt x="37236" y="74129"/>
                  </a:lnTo>
                  <a:lnTo>
                    <a:pt x="37312" y="75666"/>
                  </a:lnTo>
                  <a:lnTo>
                    <a:pt x="37388" y="77190"/>
                  </a:lnTo>
                  <a:lnTo>
                    <a:pt x="37719" y="78409"/>
                  </a:lnTo>
                  <a:lnTo>
                    <a:pt x="38404" y="78371"/>
                  </a:lnTo>
                  <a:lnTo>
                    <a:pt x="38633" y="77114"/>
                  </a:lnTo>
                  <a:lnTo>
                    <a:pt x="38481" y="74053"/>
                  </a:lnTo>
                  <a:lnTo>
                    <a:pt x="38290" y="73367"/>
                  </a:lnTo>
                  <a:lnTo>
                    <a:pt x="38900" y="73507"/>
                  </a:lnTo>
                  <a:lnTo>
                    <a:pt x="40220" y="73431"/>
                  </a:lnTo>
                  <a:lnTo>
                    <a:pt x="41529" y="73342"/>
                  </a:lnTo>
                  <a:lnTo>
                    <a:pt x="42583" y="72961"/>
                  </a:lnTo>
                  <a:lnTo>
                    <a:pt x="42545" y="72148"/>
                  </a:lnTo>
                  <a:lnTo>
                    <a:pt x="41465" y="71882"/>
                  </a:lnTo>
                  <a:lnTo>
                    <a:pt x="38836" y="72059"/>
                  </a:lnTo>
                  <a:lnTo>
                    <a:pt x="38214" y="72288"/>
                  </a:lnTo>
                  <a:lnTo>
                    <a:pt x="38341" y="71564"/>
                  </a:lnTo>
                  <a:lnTo>
                    <a:pt x="38277" y="70040"/>
                  </a:lnTo>
                  <a:lnTo>
                    <a:pt x="38201" y="68503"/>
                  </a:lnTo>
                  <a:lnTo>
                    <a:pt x="37858" y="67284"/>
                  </a:lnTo>
                  <a:lnTo>
                    <a:pt x="37172" y="67322"/>
                  </a:lnTo>
                  <a:lnTo>
                    <a:pt x="36957" y="68580"/>
                  </a:lnTo>
                  <a:lnTo>
                    <a:pt x="37096" y="71653"/>
                  </a:lnTo>
                  <a:lnTo>
                    <a:pt x="37287" y="72339"/>
                  </a:lnTo>
                  <a:lnTo>
                    <a:pt x="36703" y="72186"/>
                  </a:lnTo>
                  <a:lnTo>
                    <a:pt x="35394" y="72275"/>
                  </a:lnTo>
                  <a:lnTo>
                    <a:pt x="34086" y="72351"/>
                  </a:lnTo>
                  <a:lnTo>
                    <a:pt x="33032" y="72745"/>
                  </a:lnTo>
                  <a:lnTo>
                    <a:pt x="33058" y="73545"/>
                  </a:lnTo>
                  <a:lnTo>
                    <a:pt x="19735" y="57988"/>
                  </a:lnTo>
                  <a:lnTo>
                    <a:pt x="20802" y="58242"/>
                  </a:lnTo>
                  <a:lnTo>
                    <a:pt x="23431" y="58077"/>
                  </a:lnTo>
                  <a:lnTo>
                    <a:pt x="24015" y="57861"/>
                  </a:lnTo>
                  <a:lnTo>
                    <a:pt x="23888" y="58559"/>
                  </a:lnTo>
                  <a:lnTo>
                    <a:pt x="23964" y="60096"/>
                  </a:lnTo>
                  <a:lnTo>
                    <a:pt x="24041" y="61620"/>
                  </a:lnTo>
                  <a:lnTo>
                    <a:pt x="24371" y="62852"/>
                  </a:lnTo>
                  <a:lnTo>
                    <a:pt x="25069" y="62801"/>
                  </a:lnTo>
                  <a:lnTo>
                    <a:pt x="25285" y="61544"/>
                  </a:lnTo>
                  <a:lnTo>
                    <a:pt x="25133" y="58483"/>
                  </a:lnTo>
                  <a:lnTo>
                    <a:pt x="24942" y="57797"/>
                  </a:lnTo>
                  <a:lnTo>
                    <a:pt x="25565" y="57937"/>
                  </a:lnTo>
                  <a:lnTo>
                    <a:pt x="26873" y="57861"/>
                  </a:lnTo>
                  <a:lnTo>
                    <a:pt x="28181" y="57772"/>
                  </a:lnTo>
                  <a:lnTo>
                    <a:pt x="29235" y="57391"/>
                  </a:lnTo>
                  <a:lnTo>
                    <a:pt x="29197" y="56578"/>
                  </a:lnTo>
                  <a:lnTo>
                    <a:pt x="28117" y="56324"/>
                  </a:lnTo>
                  <a:lnTo>
                    <a:pt x="25488" y="56489"/>
                  </a:lnTo>
                  <a:lnTo>
                    <a:pt x="24866" y="56718"/>
                  </a:lnTo>
                  <a:lnTo>
                    <a:pt x="24993" y="55994"/>
                  </a:lnTo>
                  <a:lnTo>
                    <a:pt x="24930" y="54470"/>
                  </a:lnTo>
                  <a:lnTo>
                    <a:pt x="24853" y="52946"/>
                  </a:lnTo>
                  <a:lnTo>
                    <a:pt x="24511" y="51714"/>
                  </a:lnTo>
                  <a:lnTo>
                    <a:pt x="24371" y="51727"/>
                  </a:lnTo>
                  <a:lnTo>
                    <a:pt x="37376" y="36550"/>
                  </a:lnTo>
                  <a:lnTo>
                    <a:pt x="37211" y="37528"/>
                  </a:lnTo>
                  <a:lnTo>
                    <a:pt x="37350" y="40589"/>
                  </a:lnTo>
                  <a:lnTo>
                    <a:pt x="37528" y="41275"/>
                  </a:lnTo>
                  <a:lnTo>
                    <a:pt x="36957" y="41122"/>
                  </a:lnTo>
                  <a:lnTo>
                    <a:pt x="35648" y="41211"/>
                  </a:lnTo>
                  <a:lnTo>
                    <a:pt x="34340" y="41300"/>
                  </a:lnTo>
                  <a:lnTo>
                    <a:pt x="33286" y="41681"/>
                  </a:lnTo>
                  <a:lnTo>
                    <a:pt x="33324" y="42494"/>
                  </a:lnTo>
                  <a:lnTo>
                    <a:pt x="34404" y="42748"/>
                  </a:lnTo>
                  <a:lnTo>
                    <a:pt x="37033" y="42583"/>
                  </a:lnTo>
                  <a:lnTo>
                    <a:pt x="37604" y="42367"/>
                  </a:lnTo>
                  <a:lnTo>
                    <a:pt x="37490" y="43065"/>
                  </a:lnTo>
                  <a:lnTo>
                    <a:pt x="37566" y="44602"/>
                  </a:lnTo>
                  <a:lnTo>
                    <a:pt x="37642" y="46126"/>
                  </a:lnTo>
                  <a:lnTo>
                    <a:pt x="37973" y="47358"/>
                  </a:lnTo>
                  <a:lnTo>
                    <a:pt x="38658" y="47307"/>
                  </a:lnTo>
                  <a:lnTo>
                    <a:pt x="38887" y="46050"/>
                  </a:lnTo>
                  <a:lnTo>
                    <a:pt x="38735" y="42989"/>
                  </a:lnTo>
                  <a:lnTo>
                    <a:pt x="38544" y="42303"/>
                  </a:lnTo>
                  <a:lnTo>
                    <a:pt x="39166" y="42443"/>
                  </a:lnTo>
                  <a:lnTo>
                    <a:pt x="40474" y="42367"/>
                  </a:lnTo>
                  <a:lnTo>
                    <a:pt x="41783" y="42278"/>
                  </a:lnTo>
                  <a:lnTo>
                    <a:pt x="42837" y="41897"/>
                  </a:lnTo>
                  <a:lnTo>
                    <a:pt x="51562" y="51955"/>
                  </a:lnTo>
                  <a:lnTo>
                    <a:pt x="50901" y="51981"/>
                  </a:lnTo>
                  <a:lnTo>
                    <a:pt x="50673" y="53238"/>
                  </a:lnTo>
                  <a:lnTo>
                    <a:pt x="50825" y="56299"/>
                  </a:lnTo>
                  <a:lnTo>
                    <a:pt x="51003" y="56984"/>
                  </a:lnTo>
                  <a:lnTo>
                    <a:pt x="50431" y="56845"/>
                  </a:lnTo>
                  <a:lnTo>
                    <a:pt x="49123" y="56921"/>
                  </a:lnTo>
                  <a:lnTo>
                    <a:pt x="47815" y="57010"/>
                  </a:lnTo>
                  <a:lnTo>
                    <a:pt x="46748" y="57391"/>
                  </a:lnTo>
                  <a:lnTo>
                    <a:pt x="46799" y="58204"/>
                  </a:lnTo>
                  <a:lnTo>
                    <a:pt x="47879" y="58458"/>
                  </a:lnTo>
                  <a:lnTo>
                    <a:pt x="50507" y="58293"/>
                  </a:lnTo>
                  <a:lnTo>
                    <a:pt x="51079" y="58089"/>
                  </a:lnTo>
                  <a:lnTo>
                    <a:pt x="50965" y="58788"/>
                  </a:lnTo>
                  <a:lnTo>
                    <a:pt x="51041" y="60312"/>
                  </a:lnTo>
                  <a:lnTo>
                    <a:pt x="51104" y="61836"/>
                  </a:lnTo>
                  <a:lnTo>
                    <a:pt x="51447" y="63068"/>
                  </a:lnTo>
                  <a:lnTo>
                    <a:pt x="51650" y="63068"/>
                  </a:lnTo>
                  <a:lnTo>
                    <a:pt x="51650" y="52222"/>
                  </a:lnTo>
                  <a:lnTo>
                    <a:pt x="51587" y="51993"/>
                  </a:lnTo>
                  <a:lnTo>
                    <a:pt x="55575" y="56642"/>
                  </a:lnTo>
                  <a:lnTo>
                    <a:pt x="55575" y="52260"/>
                  </a:lnTo>
                  <a:lnTo>
                    <a:pt x="42087" y="36525"/>
                  </a:lnTo>
                  <a:lnTo>
                    <a:pt x="42087" y="40932"/>
                  </a:lnTo>
                  <a:lnTo>
                    <a:pt x="41719" y="40830"/>
                  </a:lnTo>
                  <a:lnTo>
                    <a:pt x="39090" y="40995"/>
                  </a:lnTo>
                  <a:lnTo>
                    <a:pt x="38468" y="41224"/>
                  </a:lnTo>
                  <a:lnTo>
                    <a:pt x="38595" y="40513"/>
                  </a:lnTo>
                  <a:lnTo>
                    <a:pt x="38531" y="38976"/>
                  </a:lnTo>
                  <a:lnTo>
                    <a:pt x="38455" y="37452"/>
                  </a:lnTo>
                  <a:lnTo>
                    <a:pt x="38112" y="36271"/>
                  </a:lnTo>
                  <a:lnTo>
                    <a:pt x="42087" y="40932"/>
                  </a:lnTo>
                  <a:lnTo>
                    <a:pt x="42087" y="36525"/>
                  </a:lnTo>
                  <a:lnTo>
                    <a:pt x="41617" y="35966"/>
                  </a:lnTo>
                  <a:lnTo>
                    <a:pt x="38087" y="31864"/>
                  </a:lnTo>
                  <a:lnTo>
                    <a:pt x="38087" y="36233"/>
                  </a:lnTo>
                  <a:lnTo>
                    <a:pt x="37617" y="36258"/>
                  </a:lnTo>
                  <a:lnTo>
                    <a:pt x="37871" y="35966"/>
                  </a:lnTo>
                  <a:lnTo>
                    <a:pt x="38087" y="36233"/>
                  </a:lnTo>
                  <a:lnTo>
                    <a:pt x="38087" y="31864"/>
                  </a:lnTo>
                  <a:lnTo>
                    <a:pt x="37871" y="31610"/>
                  </a:lnTo>
                  <a:lnTo>
                    <a:pt x="23939" y="47866"/>
                  </a:lnTo>
                  <a:lnTo>
                    <a:pt x="23939" y="56769"/>
                  </a:lnTo>
                  <a:lnTo>
                    <a:pt x="23355" y="56616"/>
                  </a:lnTo>
                  <a:lnTo>
                    <a:pt x="22047" y="56705"/>
                  </a:lnTo>
                  <a:lnTo>
                    <a:pt x="20739" y="56781"/>
                  </a:lnTo>
                  <a:lnTo>
                    <a:pt x="19710" y="57175"/>
                  </a:lnTo>
                  <a:lnTo>
                    <a:pt x="19710" y="57962"/>
                  </a:lnTo>
                  <a:lnTo>
                    <a:pt x="19380" y="57556"/>
                  </a:lnTo>
                  <a:lnTo>
                    <a:pt x="19685" y="57200"/>
                  </a:lnTo>
                  <a:lnTo>
                    <a:pt x="19710" y="57962"/>
                  </a:lnTo>
                  <a:lnTo>
                    <a:pt x="19710" y="57175"/>
                  </a:lnTo>
                  <a:lnTo>
                    <a:pt x="23685" y="52527"/>
                  </a:lnTo>
                  <a:lnTo>
                    <a:pt x="23609" y="53009"/>
                  </a:lnTo>
                  <a:lnTo>
                    <a:pt x="23749" y="56083"/>
                  </a:lnTo>
                  <a:lnTo>
                    <a:pt x="23939" y="56769"/>
                  </a:lnTo>
                  <a:lnTo>
                    <a:pt x="23939" y="47866"/>
                  </a:lnTo>
                  <a:lnTo>
                    <a:pt x="17500" y="55372"/>
                  </a:lnTo>
                  <a:lnTo>
                    <a:pt x="15633" y="53200"/>
                  </a:lnTo>
                  <a:lnTo>
                    <a:pt x="15633" y="57556"/>
                  </a:lnTo>
                  <a:lnTo>
                    <a:pt x="11493" y="62382"/>
                  </a:lnTo>
                  <a:lnTo>
                    <a:pt x="11607" y="61772"/>
                  </a:lnTo>
                  <a:lnTo>
                    <a:pt x="11455" y="58699"/>
                  </a:lnTo>
                  <a:lnTo>
                    <a:pt x="11264" y="58013"/>
                  </a:lnTo>
                  <a:lnTo>
                    <a:pt x="11887" y="58166"/>
                  </a:lnTo>
                  <a:lnTo>
                    <a:pt x="13195" y="58077"/>
                  </a:lnTo>
                  <a:lnTo>
                    <a:pt x="14503" y="58000"/>
                  </a:lnTo>
                  <a:lnTo>
                    <a:pt x="15557" y="57607"/>
                  </a:lnTo>
                  <a:lnTo>
                    <a:pt x="15544" y="57467"/>
                  </a:lnTo>
                  <a:lnTo>
                    <a:pt x="15633" y="53200"/>
                  </a:lnTo>
                  <a:lnTo>
                    <a:pt x="14833" y="52260"/>
                  </a:lnTo>
                  <a:lnTo>
                    <a:pt x="14833" y="56642"/>
                  </a:lnTo>
                  <a:lnTo>
                    <a:pt x="14439" y="56540"/>
                  </a:lnTo>
                  <a:lnTo>
                    <a:pt x="11811" y="56705"/>
                  </a:lnTo>
                  <a:lnTo>
                    <a:pt x="11188" y="56946"/>
                  </a:lnTo>
                  <a:lnTo>
                    <a:pt x="11315" y="56222"/>
                  </a:lnTo>
                  <a:lnTo>
                    <a:pt x="11252" y="54686"/>
                  </a:lnTo>
                  <a:lnTo>
                    <a:pt x="11176" y="53162"/>
                  </a:lnTo>
                  <a:lnTo>
                    <a:pt x="10845" y="51993"/>
                  </a:lnTo>
                  <a:lnTo>
                    <a:pt x="14833" y="56642"/>
                  </a:lnTo>
                  <a:lnTo>
                    <a:pt x="14833" y="52260"/>
                  </a:lnTo>
                  <a:lnTo>
                    <a:pt x="0" y="34950"/>
                  </a:lnTo>
                  <a:lnTo>
                    <a:pt x="0" y="39319"/>
                  </a:lnTo>
                  <a:lnTo>
                    <a:pt x="1371" y="40932"/>
                  </a:lnTo>
                  <a:lnTo>
                    <a:pt x="965" y="40830"/>
                  </a:lnTo>
                  <a:lnTo>
                    <a:pt x="0" y="40894"/>
                  </a:lnTo>
                  <a:lnTo>
                    <a:pt x="0" y="42354"/>
                  </a:lnTo>
                  <a:lnTo>
                    <a:pt x="1028" y="42278"/>
                  </a:lnTo>
                  <a:lnTo>
                    <a:pt x="2082" y="41897"/>
                  </a:lnTo>
                  <a:lnTo>
                    <a:pt x="2070" y="41744"/>
                  </a:lnTo>
                  <a:lnTo>
                    <a:pt x="10820" y="51955"/>
                  </a:lnTo>
                  <a:lnTo>
                    <a:pt x="10147" y="51981"/>
                  </a:lnTo>
                  <a:lnTo>
                    <a:pt x="9931" y="53238"/>
                  </a:lnTo>
                  <a:lnTo>
                    <a:pt x="10071" y="56299"/>
                  </a:lnTo>
                  <a:lnTo>
                    <a:pt x="10248" y="56984"/>
                  </a:lnTo>
                  <a:lnTo>
                    <a:pt x="9677" y="56845"/>
                  </a:lnTo>
                  <a:lnTo>
                    <a:pt x="8369" y="56921"/>
                  </a:lnTo>
                  <a:lnTo>
                    <a:pt x="7061" y="57010"/>
                  </a:lnTo>
                  <a:lnTo>
                    <a:pt x="6007" y="57391"/>
                  </a:lnTo>
                  <a:lnTo>
                    <a:pt x="6045" y="58204"/>
                  </a:lnTo>
                  <a:lnTo>
                    <a:pt x="7124" y="58458"/>
                  </a:lnTo>
                  <a:lnTo>
                    <a:pt x="9753" y="58293"/>
                  </a:lnTo>
                  <a:lnTo>
                    <a:pt x="10325" y="58089"/>
                  </a:lnTo>
                  <a:lnTo>
                    <a:pt x="10210" y="58788"/>
                  </a:lnTo>
                  <a:lnTo>
                    <a:pt x="10287" y="60312"/>
                  </a:lnTo>
                  <a:lnTo>
                    <a:pt x="10363" y="61836"/>
                  </a:lnTo>
                  <a:lnTo>
                    <a:pt x="10693" y="63068"/>
                  </a:lnTo>
                  <a:lnTo>
                    <a:pt x="10909" y="63068"/>
                  </a:lnTo>
                  <a:lnTo>
                    <a:pt x="0" y="75793"/>
                  </a:lnTo>
                  <a:lnTo>
                    <a:pt x="0" y="80149"/>
                  </a:lnTo>
                  <a:lnTo>
                    <a:pt x="17500" y="59753"/>
                  </a:lnTo>
                  <a:lnTo>
                    <a:pt x="37871" y="83502"/>
                  </a:lnTo>
                  <a:lnTo>
                    <a:pt x="41617" y="79133"/>
                  </a:lnTo>
                  <a:lnTo>
                    <a:pt x="58839" y="59055"/>
                  </a:lnTo>
                  <a:lnTo>
                    <a:pt x="79806" y="83502"/>
                  </a:lnTo>
                  <a:lnTo>
                    <a:pt x="83553" y="79133"/>
                  </a:lnTo>
                  <a:lnTo>
                    <a:pt x="102057" y="57556"/>
                  </a:lnTo>
                  <a:close/>
                </a:path>
                <a:path w="118109" h="112395">
                  <a:moveTo>
                    <a:pt x="105219" y="106362"/>
                  </a:moveTo>
                  <a:lnTo>
                    <a:pt x="105168" y="105562"/>
                  </a:lnTo>
                  <a:lnTo>
                    <a:pt x="104089" y="105295"/>
                  </a:lnTo>
                  <a:lnTo>
                    <a:pt x="101460" y="105460"/>
                  </a:lnTo>
                  <a:lnTo>
                    <a:pt x="100850" y="105702"/>
                  </a:lnTo>
                  <a:lnTo>
                    <a:pt x="100977" y="104978"/>
                  </a:lnTo>
                  <a:lnTo>
                    <a:pt x="100901" y="103454"/>
                  </a:lnTo>
                  <a:lnTo>
                    <a:pt x="100825" y="101917"/>
                  </a:lnTo>
                  <a:lnTo>
                    <a:pt x="100495" y="100698"/>
                  </a:lnTo>
                  <a:lnTo>
                    <a:pt x="99809" y="100736"/>
                  </a:lnTo>
                  <a:lnTo>
                    <a:pt x="99580" y="101993"/>
                  </a:lnTo>
                  <a:lnTo>
                    <a:pt x="99733" y="105067"/>
                  </a:lnTo>
                  <a:lnTo>
                    <a:pt x="99910" y="105740"/>
                  </a:lnTo>
                  <a:lnTo>
                    <a:pt x="99339" y="105600"/>
                  </a:lnTo>
                  <a:lnTo>
                    <a:pt x="98031" y="105676"/>
                  </a:lnTo>
                  <a:lnTo>
                    <a:pt x="96723" y="105765"/>
                  </a:lnTo>
                  <a:lnTo>
                    <a:pt x="95656" y="106159"/>
                  </a:lnTo>
                  <a:lnTo>
                    <a:pt x="95707" y="106959"/>
                  </a:lnTo>
                  <a:lnTo>
                    <a:pt x="96786" y="107226"/>
                  </a:lnTo>
                  <a:lnTo>
                    <a:pt x="99415" y="107048"/>
                  </a:lnTo>
                  <a:lnTo>
                    <a:pt x="99987" y="106845"/>
                  </a:lnTo>
                  <a:lnTo>
                    <a:pt x="99872" y="107543"/>
                  </a:lnTo>
                  <a:lnTo>
                    <a:pt x="99936" y="109067"/>
                  </a:lnTo>
                  <a:lnTo>
                    <a:pt x="100012" y="110604"/>
                  </a:lnTo>
                  <a:lnTo>
                    <a:pt x="100355" y="111823"/>
                  </a:lnTo>
                  <a:lnTo>
                    <a:pt x="101041" y="111785"/>
                  </a:lnTo>
                  <a:lnTo>
                    <a:pt x="101257" y="110528"/>
                  </a:lnTo>
                  <a:lnTo>
                    <a:pt x="101117" y="107454"/>
                  </a:lnTo>
                  <a:lnTo>
                    <a:pt x="100914" y="106781"/>
                  </a:lnTo>
                  <a:lnTo>
                    <a:pt x="101536" y="106921"/>
                  </a:lnTo>
                  <a:lnTo>
                    <a:pt x="102844" y="106832"/>
                  </a:lnTo>
                  <a:lnTo>
                    <a:pt x="104152" y="106756"/>
                  </a:lnTo>
                  <a:lnTo>
                    <a:pt x="105219" y="106362"/>
                  </a:lnTo>
                  <a:close/>
                </a:path>
                <a:path w="118109" h="112395">
                  <a:moveTo>
                    <a:pt x="105473" y="75311"/>
                  </a:moveTo>
                  <a:lnTo>
                    <a:pt x="105422" y="74498"/>
                  </a:lnTo>
                  <a:lnTo>
                    <a:pt x="104343" y="74244"/>
                  </a:lnTo>
                  <a:lnTo>
                    <a:pt x="101714" y="74409"/>
                  </a:lnTo>
                  <a:lnTo>
                    <a:pt x="101104" y="74637"/>
                  </a:lnTo>
                  <a:lnTo>
                    <a:pt x="101231" y="73914"/>
                  </a:lnTo>
                  <a:lnTo>
                    <a:pt x="101155" y="72390"/>
                  </a:lnTo>
                  <a:lnTo>
                    <a:pt x="101079" y="70866"/>
                  </a:lnTo>
                  <a:lnTo>
                    <a:pt x="100749" y="69634"/>
                  </a:lnTo>
                  <a:lnTo>
                    <a:pt x="100063" y="69672"/>
                  </a:lnTo>
                  <a:lnTo>
                    <a:pt x="99834" y="70929"/>
                  </a:lnTo>
                  <a:lnTo>
                    <a:pt x="99987" y="74002"/>
                  </a:lnTo>
                  <a:lnTo>
                    <a:pt x="100164" y="74688"/>
                  </a:lnTo>
                  <a:lnTo>
                    <a:pt x="99593" y="74536"/>
                  </a:lnTo>
                  <a:lnTo>
                    <a:pt x="98285" y="74625"/>
                  </a:lnTo>
                  <a:lnTo>
                    <a:pt x="96977" y="74701"/>
                  </a:lnTo>
                  <a:lnTo>
                    <a:pt x="95910" y="75095"/>
                  </a:lnTo>
                  <a:lnTo>
                    <a:pt x="95961" y="75895"/>
                  </a:lnTo>
                  <a:lnTo>
                    <a:pt x="97040" y="76161"/>
                  </a:lnTo>
                  <a:lnTo>
                    <a:pt x="99669" y="75996"/>
                  </a:lnTo>
                  <a:lnTo>
                    <a:pt x="100241" y="75780"/>
                  </a:lnTo>
                  <a:lnTo>
                    <a:pt x="100126" y="76479"/>
                  </a:lnTo>
                  <a:lnTo>
                    <a:pt x="100203" y="78016"/>
                  </a:lnTo>
                  <a:lnTo>
                    <a:pt x="100266" y="79540"/>
                  </a:lnTo>
                  <a:lnTo>
                    <a:pt x="100609" y="80759"/>
                  </a:lnTo>
                  <a:lnTo>
                    <a:pt x="101295" y="80721"/>
                  </a:lnTo>
                  <a:lnTo>
                    <a:pt x="101511" y="79463"/>
                  </a:lnTo>
                  <a:lnTo>
                    <a:pt x="101371" y="76403"/>
                  </a:lnTo>
                  <a:lnTo>
                    <a:pt x="101168" y="75717"/>
                  </a:lnTo>
                  <a:lnTo>
                    <a:pt x="101790" y="75857"/>
                  </a:lnTo>
                  <a:lnTo>
                    <a:pt x="103098" y="75780"/>
                  </a:lnTo>
                  <a:lnTo>
                    <a:pt x="104406" y="75692"/>
                  </a:lnTo>
                  <a:lnTo>
                    <a:pt x="105473" y="75311"/>
                  </a:lnTo>
                  <a:close/>
                </a:path>
                <a:path w="118109" h="112395">
                  <a:moveTo>
                    <a:pt x="117652" y="89966"/>
                  </a:moveTo>
                  <a:lnTo>
                    <a:pt x="115189" y="90119"/>
                  </a:lnTo>
                  <a:lnTo>
                    <a:pt x="114566" y="90360"/>
                  </a:lnTo>
                  <a:lnTo>
                    <a:pt x="114706" y="89636"/>
                  </a:lnTo>
                  <a:lnTo>
                    <a:pt x="114630" y="88099"/>
                  </a:lnTo>
                  <a:lnTo>
                    <a:pt x="114554" y="86575"/>
                  </a:lnTo>
                  <a:lnTo>
                    <a:pt x="114223" y="85344"/>
                  </a:lnTo>
                  <a:lnTo>
                    <a:pt x="113525" y="85394"/>
                  </a:lnTo>
                  <a:lnTo>
                    <a:pt x="113309" y="86652"/>
                  </a:lnTo>
                  <a:lnTo>
                    <a:pt x="113461" y="89712"/>
                  </a:lnTo>
                  <a:lnTo>
                    <a:pt x="113639" y="90398"/>
                  </a:lnTo>
                  <a:lnTo>
                    <a:pt x="113055" y="90246"/>
                  </a:lnTo>
                  <a:lnTo>
                    <a:pt x="111747" y="90335"/>
                  </a:lnTo>
                  <a:lnTo>
                    <a:pt x="110439" y="90424"/>
                  </a:lnTo>
                  <a:lnTo>
                    <a:pt x="109385" y="90805"/>
                  </a:lnTo>
                  <a:lnTo>
                    <a:pt x="109423" y="91617"/>
                  </a:lnTo>
                  <a:lnTo>
                    <a:pt x="110502" y="91871"/>
                  </a:lnTo>
                  <a:lnTo>
                    <a:pt x="113131" y="91706"/>
                  </a:lnTo>
                  <a:lnTo>
                    <a:pt x="113715" y="91490"/>
                  </a:lnTo>
                  <a:lnTo>
                    <a:pt x="113588" y="92202"/>
                  </a:lnTo>
                  <a:lnTo>
                    <a:pt x="113665" y="93726"/>
                  </a:lnTo>
                  <a:lnTo>
                    <a:pt x="113741" y="95250"/>
                  </a:lnTo>
                  <a:lnTo>
                    <a:pt x="114071" y="96481"/>
                  </a:lnTo>
                  <a:lnTo>
                    <a:pt x="114769" y="96431"/>
                  </a:lnTo>
                  <a:lnTo>
                    <a:pt x="114985" y="95186"/>
                  </a:lnTo>
                  <a:lnTo>
                    <a:pt x="114846" y="92113"/>
                  </a:lnTo>
                  <a:lnTo>
                    <a:pt x="114642" y="91440"/>
                  </a:lnTo>
                  <a:lnTo>
                    <a:pt x="115265" y="91579"/>
                  </a:lnTo>
                  <a:lnTo>
                    <a:pt x="117652" y="91427"/>
                  </a:lnTo>
                  <a:lnTo>
                    <a:pt x="117652" y="89966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 descr=""/>
            <p:cNvSpPr/>
            <p:nvPr/>
          </p:nvSpPr>
          <p:spPr>
            <a:xfrm>
              <a:off x="10570934" y="7940681"/>
              <a:ext cx="118110" cy="276225"/>
            </a:xfrm>
            <a:custGeom>
              <a:avLst/>
              <a:gdLst/>
              <a:ahLst/>
              <a:cxnLst/>
              <a:rect l="l" t="t" r="r" b="b"/>
              <a:pathLst>
                <a:path w="118109" h="276225">
                  <a:moveTo>
                    <a:pt x="2082" y="41897"/>
                  </a:moveTo>
                  <a:lnTo>
                    <a:pt x="2044" y="41084"/>
                  </a:lnTo>
                  <a:lnTo>
                    <a:pt x="965" y="40830"/>
                  </a:lnTo>
                  <a:lnTo>
                    <a:pt x="0" y="40894"/>
                  </a:lnTo>
                  <a:lnTo>
                    <a:pt x="0" y="42354"/>
                  </a:lnTo>
                  <a:lnTo>
                    <a:pt x="1028" y="42278"/>
                  </a:lnTo>
                  <a:lnTo>
                    <a:pt x="2082" y="41897"/>
                  </a:lnTo>
                  <a:close/>
                </a:path>
                <a:path w="118109" h="276225">
                  <a:moveTo>
                    <a:pt x="39979" y="218122"/>
                  </a:moveTo>
                  <a:lnTo>
                    <a:pt x="36233" y="213766"/>
                  </a:lnTo>
                  <a:lnTo>
                    <a:pt x="36233" y="218122"/>
                  </a:lnTo>
                  <a:lnTo>
                    <a:pt x="32092" y="222948"/>
                  </a:lnTo>
                  <a:lnTo>
                    <a:pt x="32207" y="222338"/>
                  </a:lnTo>
                  <a:lnTo>
                    <a:pt x="32067" y="219278"/>
                  </a:lnTo>
                  <a:lnTo>
                    <a:pt x="31864" y="218592"/>
                  </a:lnTo>
                  <a:lnTo>
                    <a:pt x="32486" y="218732"/>
                  </a:lnTo>
                  <a:lnTo>
                    <a:pt x="33794" y="218655"/>
                  </a:lnTo>
                  <a:lnTo>
                    <a:pt x="35102" y="218567"/>
                  </a:lnTo>
                  <a:lnTo>
                    <a:pt x="36156" y="218173"/>
                  </a:lnTo>
                  <a:lnTo>
                    <a:pt x="36144" y="218033"/>
                  </a:lnTo>
                  <a:lnTo>
                    <a:pt x="36233" y="213766"/>
                  </a:lnTo>
                  <a:lnTo>
                    <a:pt x="35433" y="212826"/>
                  </a:lnTo>
                  <a:lnTo>
                    <a:pt x="35433" y="217208"/>
                  </a:lnTo>
                  <a:lnTo>
                    <a:pt x="35039" y="217106"/>
                  </a:lnTo>
                  <a:lnTo>
                    <a:pt x="32410" y="217284"/>
                  </a:lnTo>
                  <a:lnTo>
                    <a:pt x="31800" y="217512"/>
                  </a:lnTo>
                  <a:lnTo>
                    <a:pt x="31927" y="216789"/>
                  </a:lnTo>
                  <a:lnTo>
                    <a:pt x="31851" y="215265"/>
                  </a:lnTo>
                  <a:lnTo>
                    <a:pt x="31775" y="213728"/>
                  </a:lnTo>
                  <a:lnTo>
                    <a:pt x="31445" y="212559"/>
                  </a:lnTo>
                  <a:lnTo>
                    <a:pt x="35433" y="217208"/>
                  </a:lnTo>
                  <a:lnTo>
                    <a:pt x="35433" y="212826"/>
                  </a:lnTo>
                  <a:lnTo>
                    <a:pt x="21945" y="197104"/>
                  </a:lnTo>
                  <a:lnTo>
                    <a:pt x="21945" y="201498"/>
                  </a:lnTo>
                  <a:lnTo>
                    <a:pt x="21577" y="201396"/>
                  </a:lnTo>
                  <a:lnTo>
                    <a:pt x="18948" y="201561"/>
                  </a:lnTo>
                  <a:lnTo>
                    <a:pt x="18326" y="201803"/>
                  </a:lnTo>
                  <a:lnTo>
                    <a:pt x="18453" y="201079"/>
                  </a:lnTo>
                  <a:lnTo>
                    <a:pt x="18376" y="199555"/>
                  </a:lnTo>
                  <a:lnTo>
                    <a:pt x="18313" y="198018"/>
                  </a:lnTo>
                  <a:lnTo>
                    <a:pt x="17970" y="196850"/>
                  </a:lnTo>
                  <a:lnTo>
                    <a:pt x="21945" y="201498"/>
                  </a:lnTo>
                  <a:lnTo>
                    <a:pt x="21945" y="197104"/>
                  </a:lnTo>
                  <a:lnTo>
                    <a:pt x="21475" y="196545"/>
                  </a:lnTo>
                  <a:lnTo>
                    <a:pt x="17945" y="192430"/>
                  </a:lnTo>
                  <a:lnTo>
                    <a:pt x="17945" y="196811"/>
                  </a:lnTo>
                  <a:lnTo>
                    <a:pt x="17487" y="196837"/>
                  </a:lnTo>
                  <a:lnTo>
                    <a:pt x="17729" y="196545"/>
                  </a:lnTo>
                  <a:lnTo>
                    <a:pt x="17945" y="196811"/>
                  </a:lnTo>
                  <a:lnTo>
                    <a:pt x="17945" y="192430"/>
                  </a:lnTo>
                  <a:lnTo>
                    <a:pt x="17729" y="192176"/>
                  </a:lnTo>
                  <a:lnTo>
                    <a:pt x="0" y="212864"/>
                  </a:lnTo>
                  <a:lnTo>
                    <a:pt x="0" y="217233"/>
                  </a:lnTo>
                  <a:lnTo>
                    <a:pt x="3543" y="213093"/>
                  </a:lnTo>
                  <a:lnTo>
                    <a:pt x="3467" y="213588"/>
                  </a:lnTo>
                  <a:lnTo>
                    <a:pt x="3606" y="216649"/>
                  </a:lnTo>
                  <a:lnTo>
                    <a:pt x="3784" y="217335"/>
                  </a:lnTo>
                  <a:lnTo>
                    <a:pt x="3213" y="217195"/>
                  </a:lnTo>
                  <a:lnTo>
                    <a:pt x="596" y="217360"/>
                  </a:lnTo>
                  <a:lnTo>
                    <a:pt x="0" y="217576"/>
                  </a:lnTo>
                  <a:lnTo>
                    <a:pt x="0" y="218655"/>
                  </a:lnTo>
                  <a:lnTo>
                    <a:pt x="660" y="218808"/>
                  </a:lnTo>
                  <a:lnTo>
                    <a:pt x="3289" y="218643"/>
                  </a:lnTo>
                  <a:lnTo>
                    <a:pt x="3860" y="218440"/>
                  </a:lnTo>
                  <a:lnTo>
                    <a:pt x="3746" y="219138"/>
                  </a:lnTo>
                  <a:lnTo>
                    <a:pt x="3822" y="220662"/>
                  </a:lnTo>
                  <a:lnTo>
                    <a:pt x="3886" y="222186"/>
                  </a:lnTo>
                  <a:lnTo>
                    <a:pt x="4229" y="223418"/>
                  </a:lnTo>
                  <a:lnTo>
                    <a:pt x="4914" y="223380"/>
                  </a:lnTo>
                  <a:lnTo>
                    <a:pt x="5143" y="222123"/>
                  </a:lnTo>
                  <a:lnTo>
                    <a:pt x="4991" y="219049"/>
                  </a:lnTo>
                  <a:lnTo>
                    <a:pt x="4800" y="218376"/>
                  </a:lnTo>
                  <a:lnTo>
                    <a:pt x="5410" y="218516"/>
                  </a:lnTo>
                  <a:lnTo>
                    <a:pt x="6731" y="218427"/>
                  </a:lnTo>
                  <a:lnTo>
                    <a:pt x="8039" y="218351"/>
                  </a:lnTo>
                  <a:lnTo>
                    <a:pt x="9093" y="217957"/>
                  </a:lnTo>
                  <a:lnTo>
                    <a:pt x="9055" y="217157"/>
                  </a:lnTo>
                  <a:lnTo>
                    <a:pt x="7975" y="216890"/>
                  </a:lnTo>
                  <a:lnTo>
                    <a:pt x="5346" y="217055"/>
                  </a:lnTo>
                  <a:lnTo>
                    <a:pt x="4724" y="217297"/>
                  </a:lnTo>
                  <a:lnTo>
                    <a:pt x="4851" y="216573"/>
                  </a:lnTo>
                  <a:lnTo>
                    <a:pt x="4775" y="215036"/>
                  </a:lnTo>
                  <a:lnTo>
                    <a:pt x="4711" y="213512"/>
                  </a:lnTo>
                  <a:lnTo>
                    <a:pt x="4368" y="212293"/>
                  </a:lnTo>
                  <a:lnTo>
                    <a:pt x="4216" y="212305"/>
                  </a:lnTo>
                  <a:lnTo>
                    <a:pt x="17221" y="197129"/>
                  </a:lnTo>
                  <a:lnTo>
                    <a:pt x="17056" y="198094"/>
                  </a:lnTo>
                  <a:lnTo>
                    <a:pt x="17208" y="201168"/>
                  </a:lnTo>
                  <a:lnTo>
                    <a:pt x="17386" y="201841"/>
                  </a:lnTo>
                  <a:lnTo>
                    <a:pt x="16814" y="201701"/>
                  </a:lnTo>
                  <a:lnTo>
                    <a:pt x="15506" y="201777"/>
                  </a:lnTo>
                  <a:lnTo>
                    <a:pt x="14198" y="201866"/>
                  </a:lnTo>
                  <a:lnTo>
                    <a:pt x="13144" y="202247"/>
                  </a:lnTo>
                  <a:lnTo>
                    <a:pt x="13182" y="203060"/>
                  </a:lnTo>
                  <a:lnTo>
                    <a:pt x="14262" y="203327"/>
                  </a:lnTo>
                  <a:lnTo>
                    <a:pt x="16891" y="203149"/>
                  </a:lnTo>
                  <a:lnTo>
                    <a:pt x="17462" y="202946"/>
                  </a:lnTo>
                  <a:lnTo>
                    <a:pt x="17348" y="203644"/>
                  </a:lnTo>
                  <a:lnTo>
                    <a:pt x="17424" y="205168"/>
                  </a:lnTo>
                  <a:lnTo>
                    <a:pt x="17487" y="206705"/>
                  </a:lnTo>
                  <a:lnTo>
                    <a:pt x="17830" y="207924"/>
                  </a:lnTo>
                  <a:lnTo>
                    <a:pt x="18516" y="207886"/>
                  </a:lnTo>
                  <a:lnTo>
                    <a:pt x="18745" y="206629"/>
                  </a:lnTo>
                  <a:lnTo>
                    <a:pt x="18592" y="203555"/>
                  </a:lnTo>
                  <a:lnTo>
                    <a:pt x="18402" y="202882"/>
                  </a:lnTo>
                  <a:lnTo>
                    <a:pt x="19011" y="203022"/>
                  </a:lnTo>
                  <a:lnTo>
                    <a:pt x="20320" y="202933"/>
                  </a:lnTo>
                  <a:lnTo>
                    <a:pt x="21640" y="202857"/>
                  </a:lnTo>
                  <a:lnTo>
                    <a:pt x="22694" y="202463"/>
                  </a:lnTo>
                  <a:lnTo>
                    <a:pt x="31419" y="212521"/>
                  </a:lnTo>
                  <a:lnTo>
                    <a:pt x="30759" y="212547"/>
                  </a:lnTo>
                  <a:lnTo>
                    <a:pt x="30530" y="213804"/>
                  </a:lnTo>
                  <a:lnTo>
                    <a:pt x="30683" y="216877"/>
                  </a:lnTo>
                  <a:lnTo>
                    <a:pt x="30861" y="217563"/>
                  </a:lnTo>
                  <a:lnTo>
                    <a:pt x="30289" y="217411"/>
                  </a:lnTo>
                  <a:lnTo>
                    <a:pt x="28981" y="217500"/>
                  </a:lnTo>
                  <a:lnTo>
                    <a:pt x="27660" y="217576"/>
                  </a:lnTo>
                  <a:lnTo>
                    <a:pt x="26606" y="217970"/>
                  </a:lnTo>
                  <a:lnTo>
                    <a:pt x="26657" y="218770"/>
                  </a:lnTo>
                  <a:lnTo>
                    <a:pt x="27724" y="219036"/>
                  </a:lnTo>
                  <a:lnTo>
                    <a:pt x="30353" y="218871"/>
                  </a:lnTo>
                  <a:lnTo>
                    <a:pt x="30937" y="218655"/>
                  </a:lnTo>
                  <a:lnTo>
                    <a:pt x="30822" y="219354"/>
                  </a:lnTo>
                  <a:lnTo>
                    <a:pt x="30886" y="220891"/>
                  </a:lnTo>
                  <a:lnTo>
                    <a:pt x="30962" y="222415"/>
                  </a:lnTo>
                  <a:lnTo>
                    <a:pt x="31305" y="223634"/>
                  </a:lnTo>
                  <a:lnTo>
                    <a:pt x="31508" y="223634"/>
                  </a:lnTo>
                  <a:lnTo>
                    <a:pt x="17729" y="239699"/>
                  </a:lnTo>
                  <a:lnTo>
                    <a:pt x="12954" y="234137"/>
                  </a:lnTo>
                  <a:lnTo>
                    <a:pt x="14008" y="234378"/>
                  </a:lnTo>
                  <a:lnTo>
                    <a:pt x="16637" y="234213"/>
                  </a:lnTo>
                  <a:lnTo>
                    <a:pt x="17208" y="234010"/>
                  </a:lnTo>
                  <a:lnTo>
                    <a:pt x="17094" y="234708"/>
                  </a:lnTo>
                  <a:lnTo>
                    <a:pt x="17170" y="236232"/>
                  </a:lnTo>
                  <a:lnTo>
                    <a:pt x="17233" y="237756"/>
                  </a:lnTo>
                  <a:lnTo>
                    <a:pt x="17576" y="238988"/>
                  </a:lnTo>
                  <a:lnTo>
                    <a:pt x="18262" y="238937"/>
                  </a:lnTo>
                  <a:lnTo>
                    <a:pt x="18478" y="237693"/>
                  </a:lnTo>
                  <a:lnTo>
                    <a:pt x="18338" y="234619"/>
                  </a:lnTo>
                  <a:lnTo>
                    <a:pt x="18148" y="233946"/>
                  </a:lnTo>
                  <a:lnTo>
                    <a:pt x="18757" y="234086"/>
                  </a:lnTo>
                  <a:lnTo>
                    <a:pt x="20066" y="233997"/>
                  </a:lnTo>
                  <a:lnTo>
                    <a:pt x="21374" y="233908"/>
                  </a:lnTo>
                  <a:lnTo>
                    <a:pt x="22440" y="233527"/>
                  </a:lnTo>
                  <a:lnTo>
                    <a:pt x="22390" y="232714"/>
                  </a:lnTo>
                  <a:lnTo>
                    <a:pt x="21323" y="232460"/>
                  </a:lnTo>
                  <a:lnTo>
                    <a:pt x="18694" y="232625"/>
                  </a:lnTo>
                  <a:lnTo>
                    <a:pt x="18072" y="232867"/>
                  </a:lnTo>
                  <a:lnTo>
                    <a:pt x="18199" y="232143"/>
                  </a:lnTo>
                  <a:lnTo>
                    <a:pt x="18122" y="230606"/>
                  </a:lnTo>
                  <a:lnTo>
                    <a:pt x="18059" y="229082"/>
                  </a:lnTo>
                  <a:lnTo>
                    <a:pt x="17716" y="227850"/>
                  </a:lnTo>
                  <a:lnTo>
                    <a:pt x="17030" y="227901"/>
                  </a:lnTo>
                  <a:lnTo>
                    <a:pt x="16802" y="229158"/>
                  </a:lnTo>
                  <a:lnTo>
                    <a:pt x="16954" y="232219"/>
                  </a:lnTo>
                  <a:lnTo>
                    <a:pt x="17132" y="232905"/>
                  </a:lnTo>
                  <a:lnTo>
                    <a:pt x="16560" y="232752"/>
                  </a:lnTo>
                  <a:lnTo>
                    <a:pt x="15252" y="232841"/>
                  </a:lnTo>
                  <a:lnTo>
                    <a:pt x="13944" y="232930"/>
                  </a:lnTo>
                  <a:lnTo>
                    <a:pt x="12877" y="233311"/>
                  </a:lnTo>
                  <a:lnTo>
                    <a:pt x="12915" y="234099"/>
                  </a:lnTo>
                  <a:lnTo>
                    <a:pt x="0" y="219011"/>
                  </a:lnTo>
                  <a:lnTo>
                    <a:pt x="0" y="223380"/>
                  </a:lnTo>
                  <a:lnTo>
                    <a:pt x="17729" y="244068"/>
                  </a:lnTo>
                  <a:lnTo>
                    <a:pt x="21475" y="239699"/>
                  </a:lnTo>
                  <a:lnTo>
                    <a:pt x="39979" y="218122"/>
                  </a:lnTo>
                  <a:close/>
                </a:path>
                <a:path w="118109" h="276225">
                  <a:moveTo>
                    <a:pt x="102057" y="249732"/>
                  </a:moveTo>
                  <a:lnTo>
                    <a:pt x="98310" y="245376"/>
                  </a:lnTo>
                  <a:lnTo>
                    <a:pt x="98310" y="249732"/>
                  </a:lnTo>
                  <a:lnTo>
                    <a:pt x="79806" y="271310"/>
                  </a:lnTo>
                  <a:lnTo>
                    <a:pt x="61302" y="249732"/>
                  </a:lnTo>
                  <a:lnTo>
                    <a:pt x="65608" y="244703"/>
                  </a:lnTo>
                  <a:lnTo>
                    <a:pt x="65532" y="245198"/>
                  </a:lnTo>
                  <a:lnTo>
                    <a:pt x="65684" y="248259"/>
                  </a:lnTo>
                  <a:lnTo>
                    <a:pt x="66014" y="249491"/>
                  </a:lnTo>
                  <a:lnTo>
                    <a:pt x="66700" y="249440"/>
                  </a:lnTo>
                  <a:lnTo>
                    <a:pt x="66929" y="248183"/>
                  </a:lnTo>
                  <a:lnTo>
                    <a:pt x="66852" y="246646"/>
                  </a:lnTo>
                  <a:lnTo>
                    <a:pt x="66776" y="245122"/>
                  </a:lnTo>
                  <a:lnTo>
                    <a:pt x="66446" y="243890"/>
                  </a:lnTo>
                  <a:lnTo>
                    <a:pt x="66294" y="243903"/>
                  </a:lnTo>
                  <a:lnTo>
                    <a:pt x="79806" y="228155"/>
                  </a:lnTo>
                  <a:lnTo>
                    <a:pt x="98310" y="249732"/>
                  </a:lnTo>
                  <a:lnTo>
                    <a:pt x="98310" y="245376"/>
                  </a:lnTo>
                  <a:lnTo>
                    <a:pt x="83553" y="228155"/>
                  </a:lnTo>
                  <a:lnTo>
                    <a:pt x="79806" y="223786"/>
                  </a:lnTo>
                  <a:lnTo>
                    <a:pt x="58839" y="248246"/>
                  </a:lnTo>
                  <a:lnTo>
                    <a:pt x="56375" y="245376"/>
                  </a:lnTo>
                  <a:lnTo>
                    <a:pt x="56375" y="249732"/>
                  </a:lnTo>
                  <a:lnTo>
                    <a:pt x="52235" y="254558"/>
                  </a:lnTo>
                  <a:lnTo>
                    <a:pt x="52349" y="253949"/>
                  </a:lnTo>
                  <a:lnTo>
                    <a:pt x="52209" y="250875"/>
                  </a:lnTo>
                  <a:lnTo>
                    <a:pt x="52019" y="250202"/>
                  </a:lnTo>
                  <a:lnTo>
                    <a:pt x="52628" y="250342"/>
                  </a:lnTo>
                  <a:lnTo>
                    <a:pt x="53936" y="250253"/>
                  </a:lnTo>
                  <a:lnTo>
                    <a:pt x="55245" y="250177"/>
                  </a:lnTo>
                  <a:lnTo>
                    <a:pt x="56311" y="249783"/>
                  </a:lnTo>
                  <a:lnTo>
                    <a:pt x="56299" y="249656"/>
                  </a:lnTo>
                  <a:lnTo>
                    <a:pt x="56375" y="245376"/>
                  </a:lnTo>
                  <a:lnTo>
                    <a:pt x="55575" y="244449"/>
                  </a:lnTo>
                  <a:lnTo>
                    <a:pt x="55575" y="248818"/>
                  </a:lnTo>
                  <a:lnTo>
                    <a:pt x="55181" y="248716"/>
                  </a:lnTo>
                  <a:lnTo>
                    <a:pt x="52565" y="248881"/>
                  </a:lnTo>
                  <a:lnTo>
                    <a:pt x="51943" y="249123"/>
                  </a:lnTo>
                  <a:lnTo>
                    <a:pt x="52070" y="248399"/>
                  </a:lnTo>
                  <a:lnTo>
                    <a:pt x="51993" y="246875"/>
                  </a:lnTo>
                  <a:lnTo>
                    <a:pt x="51930" y="245338"/>
                  </a:lnTo>
                  <a:lnTo>
                    <a:pt x="51650" y="244398"/>
                  </a:lnTo>
                  <a:lnTo>
                    <a:pt x="51650" y="255244"/>
                  </a:lnTo>
                  <a:lnTo>
                    <a:pt x="37871" y="271310"/>
                  </a:lnTo>
                  <a:lnTo>
                    <a:pt x="33070" y="265734"/>
                  </a:lnTo>
                  <a:lnTo>
                    <a:pt x="34150" y="265988"/>
                  </a:lnTo>
                  <a:lnTo>
                    <a:pt x="36779" y="265823"/>
                  </a:lnTo>
                  <a:lnTo>
                    <a:pt x="37350" y="265607"/>
                  </a:lnTo>
                  <a:lnTo>
                    <a:pt x="37236" y="266306"/>
                  </a:lnTo>
                  <a:lnTo>
                    <a:pt x="37312" y="267843"/>
                  </a:lnTo>
                  <a:lnTo>
                    <a:pt x="37388" y="269367"/>
                  </a:lnTo>
                  <a:lnTo>
                    <a:pt x="37719" y="270598"/>
                  </a:lnTo>
                  <a:lnTo>
                    <a:pt x="38404" y="270548"/>
                  </a:lnTo>
                  <a:lnTo>
                    <a:pt x="38633" y="269290"/>
                  </a:lnTo>
                  <a:lnTo>
                    <a:pt x="38481" y="266230"/>
                  </a:lnTo>
                  <a:lnTo>
                    <a:pt x="38290" y="265544"/>
                  </a:lnTo>
                  <a:lnTo>
                    <a:pt x="38900" y="265684"/>
                  </a:lnTo>
                  <a:lnTo>
                    <a:pt x="40220" y="265607"/>
                  </a:lnTo>
                  <a:lnTo>
                    <a:pt x="41529" y="265518"/>
                  </a:lnTo>
                  <a:lnTo>
                    <a:pt x="42583" y="265137"/>
                  </a:lnTo>
                  <a:lnTo>
                    <a:pt x="42545" y="264325"/>
                  </a:lnTo>
                  <a:lnTo>
                    <a:pt x="41465" y="264071"/>
                  </a:lnTo>
                  <a:lnTo>
                    <a:pt x="38836" y="264236"/>
                  </a:lnTo>
                  <a:lnTo>
                    <a:pt x="38214" y="264464"/>
                  </a:lnTo>
                  <a:lnTo>
                    <a:pt x="38341" y="263740"/>
                  </a:lnTo>
                  <a:lnTo>
                    <a:pt x="38277" y="262216"/>
                  </a:lnTo>
                  <a:lnTo>
                    <a:pt x="38201" y="260692"/>
                  </a:lnTo>
                  <a:lnTo>
                    <a:pt x="37858" y="259461"/>
                  </a:lnTo>
                  <a:lnTo>
                    <a:pt x="37172" y="259511"/>
                  </a:lnTo>
                  <a:lnTo>
                    <a:pt x="36957" y="260756"/>
                  </a:lnTo>
                  <a:lnTo>
                    <a:pt x="37096" y="263829"/>
                  </a:lnTo>
                  <a:lnTo>
                    <a:pt x="37287" y="264515"/>
                  </a:lnTo>
                  <a:lnTo>
                    <a:pt x="36703" y="264363"/>
                  </a:lnTo>
                  <a:lnTo>
                    <a:pt x="35394" y="264452"/>
                  </a:lnTo>
                  <a:lnTo>
                    <a:pt x="34086" y="264528"/>
                  </a:lnTo>
                  <a:lnTo>
                    <a:pt x="33032" y="264922"/>
                  </a:lnTo>
                  <a:lnTo>
                    <a:pt x="33058" y="265722"/>
                  </a:lnTo>
                  <a:lnTo>
                    <a:pt x="19748" y="250177"/>
                  </a:lnTo>
                  <a:lnTo>
                    <a:pt x="20802" y="250418"/>
                  </a:lnTo>
                  <a:lnTo>
                    <a:pt x="23431" y="250253"/>
                  </a:lnTo>
                  <a:lnTo>
                    <a:pt x="24015" y="250050"/>
                  </a:lnTo>
                  <a:lnTo>
                    <a:pt x="23888" y="250748"/>
                  </a:lnTo>
                  <a:lnTo>
                    <a:pt x="23964" y="252272"/>
                  </a:lnTo>
                  <a:lnTo>
                    <a:pt x="24041" y="253796"/>
                  </a:lnTo>
                  <a:lnTo>
                    <a:pt x="24371" y="255028"/>
                  </a:lnTo>
                  <a:lnTo>
                    <a:pt x="25069" y="254990"/>
                  </a:lnTo>
                  <a:lnTo>
                    <a:pt x="25285" y="253733"/>
                  </a:lnTo>
                  <a:lnTo>
                    <a:pt x="25133" y="250659"/>
                  </a:lnTo>
                  <a:lnTo>
                    <a:pt x="24942" y="249974"/>
                  </a:lnTo>
                  <a:lnTo>
                    <a:pt x="25565" y="250126"/>
                  </a:lnTo>
                  <a:lnTo>
                    <a:pt x="26873" y="250037"/>
                  </a:lnTo>
                  <a:lnTo>
                    <a:pt x="28181" y="249948"/>
                  </a:lnTo>
                  <a:lnTo>
                    <a:pt x="29235" y="249567"/>
                  </a:lnTo>
                  <a:lnTo>
                    <a:pt x="29197" y="248754"/>
                  </a:lnTo>
                  <a:lnTo>
                    <a:pt x="28117" y="248500"/>
                  </a:lnTo>
                  <a:lnTo>
                    <a:pt x="25488" y="248666"/>
                  </a:lnTo>
                  <a:lnTo>
                    <a:pt x="24866" y="248894"/>
                  </a:lnTo>
                  <a:lnTo>
                    <a:pt x="24993" y="248183"/>
                  </a:lnTo>
                  <a:lnTo>
                    <a:pt x="24930" y="246646"/>
                  </a:lnTo>
                  <a:lnTo>
                    <a:pt x="24853" y="245122"/>
                  </a:lnTo>
                  <a:lnTo>
                    <a:pt x="24511" y="243890"/>
                  </a:lnTo>
                  <a:lnTo>
                    <a:pt x="24371" y="243903"/>
                  </a:lnTo>
                  <a:lnTo>
                    <a:pt x="37376" y="228739"/>
                  </a:lnTo>
                  <a:lnTo>
                    <a:pt x="37211" y="229704"/>
                  </a:lnTo>
                  <a:lnTo>
                    <a:pt x="37350" y="232765"/>
                  </a:lnTo>
                  <a:lnTo>
                    <a:pt x="37528" y="233451"/>
                  </a:lnTo>
                  <a:lnTo>
                    <a:pt x="36957" y="233311"/>
                  </a:lnTo>
                  <a:lnTo>
                    <a:pt x="35648" y="233387"/>
                  </a:lnTo>
                  <a:lnTo>
                    <a:pt x="34340" y="233476"/>
                  </a:lnTo>
                  <a:lnTo>
                    <a:pt x="33286" y="233857"/>
                  </a:lnTo>
                  <a:lnTo>
                    <a:pt x="33324" y="234670"/>
                  </a:lnTo>
                  <a:lnTo>
                    <a:pt x="34404" y="234924"/>
                  </a:lnTo>
                  <a:lnTo>
                    <a:pt x="37033" y="234759"/>
                  </a:lnTo>
                  <a:lnTo>
                    <a:pt x="37604" y="234556"/>
                  </a:lnTo>
                  <a:lnTo>
                    <a:pt x="37490" y="235254"/>
                  </a:lnTo>
                  <a:lnTo>
                    <a:pt x="37566" y="236778"/>
                  </a:lnTo>
                  <a:lnTo>
                    <a:pt x="37642" y="238302"/>
                  </a:lnTo>
                  <a:lnTo>
                    <a:pt x="37973" y="239534"/>
                  </a:lnTo>
                  <a:lnTo>
                    <a:pt x="38658" y="239496"/>
                  </a:lnTo>
                  <a:lnTo>
                    <a:pt x="38887" y="238239"/>
                  </a:lnTo>
                  <a:lnTo>
                    <a:pt x="38735" y="235165"/>
                  </a:lnTo>
                  <a:lnTo>
                    <a:pt x="38544" y="234480"/>
                  </a:lnTo>
                  <a:lnTo>
                    <a:pt x="39166" y="234632"/>
                  </a:lnTo>
                  <a:lnTo>
                    <a:pt x="40474" y="234543"/>
                  </a:lnTo>
                  <a:lnTo>
                    <a:pt x="41783" y="234467"/>
                  </a:lnTo>
                  <a:lnTo>
                    <a:pt x="42837" y="234073"/>
                  </a:lnTo>
                  <a:lnTo>
                    <a:pt x="51562" y="244132"/>
                  </a:lnTo>
                  <a:lnTo>
                    <a:pt x="50901" y="244157"/>
                  </a:lnTo>
                  <a:lnTo>
                    <a:pt x="50673" y="245414"/>
                  </a:lnTo>
                  <a:lnTo>
                    <a:pt x="50825" y="248488"/>
                  </a:lnTo>
                  <a:lnTo>
                    <a:pt x="51003" y="249161"/>
                  </a:lnTo>
                  <a:lnTo>
                    <a:pt x="50431" y="249021"/>
                  </a:lnTo>
                  <a:lnTo>
                    <a:pt x="49123" y="249097"/>
                  </a:lnTo>
                  <a:lnTo>
                    <a:pt x="47815" y="249186"/>
                  </a:lnTo>
                  <a:lnTo>
                    <a:pt x="46748" y="249580"/>
                  </a:lnTo>
                  <a:lnTo>
                    <a:pt x="46799" y="250380"/>
                  </a:lnTo>
                  <a:lnTo>
                    <a:pt x="47879" y="250647"/>
                  </a:lnTo>
                  <a:lnTo>
                    <a:pt x="50507" y="250469"/>
                  </a:lnTo>
                  <a:lnTo>
                    <a:pt x="51079" y="250266"/>
                  </a:lnTo>
                  <a:lnTo>
                    <a:pt x="50965" y="250964"/>
                  </a:lnTo>
                  <a:lnTo>
                    <a:pt x="51041" y="252488"/>
                  </a:lnTo>
                  <a:lnTo>
                    <a:pt x="51104" y="254025"/>
                  </a:lnTo>
                  <a:lnTo>
                    <a:pt x="51447" y="255244"/>
                  </a:lnTo>
                  <a:lnTo>
                    <a:pt x="51650" y="255244"/>
                  </a:lnTo>
                  <a:lnTo>
                    <a:pt x="51650" y="244398"/>
                  </a:lnTo>
                  <a:lnTo>
                    <a:pt x="51587" y="244170"/>
                  </a:lnTo>
                  <a:lnTo>
                    <a:pt x="55575" y="248818"/>
                  </a:lnTo>
                  <a:lnTo>
                    <a:pt x="55575" y="244449"/>
                  </a:lnTo>
                  <a:lnTo>
                    <a:pt x="42100" y="228727"/>
                  </a:lnTo>
                  <a:lnTo>
                    <a:pt x="42100" y="233108"/>
                  </a:lnTo>
                  <a:lnTo>
                    <a:pt x="41719" y="233006"/>
                  </a:lnTo>
                  <a:lnTo>
                    <a:pt x="39090" y="233172"/>
                  </a:lnTo>
                  <a:lnTo>
                    <a:pt x="38468" y="233413"/>
                  </a:lnTo>
                  <a:lnTo>
                    <a:pt x="38595" y="232689"/>
                  </a:lnTo>
                  <a:lnTo>
                    <a:pt x="38531" y="231152"/>
                  </a:lnTo>
                  <a:lnTo>
                    <a:pt x="38455" y="229628"/>
                  </a:lnTo>
                  <a:lnTo>
                    <a:pt x="38125" y="228460"/>
                  </a:lnTo>
                  <a:lnTo>
                    <a:pt x="42100" y="233108"/>
                  </a:lnTo>
                  <a:lnTo>
                    <a:pt x="42100" y="228727"/>
                  </a:lnTo>
                  <a:lnTo>
                    <a:pt x="41617" y="228155"/>
                  </a:lnTo>
                  <a:lnTo>
                    <a:pt x="38074" y="224028"/>
                  </a:lnTo>
                  <a:lnTo>
                    <a:pt x="38074" y="228409"/>
                  </a:lnTo>
                  <a:lnTo>
                    <a:pt x="37630" y="228434"/>
                  </a:lnTo>
                  <a:lnTo>
                    <a:pt x="37871" y="228155"/>
                  </a:lnTo>
                  <a:lnTo>
                    <a:pt x="38074" y="228409"/>
                  </a:lnTo>
                  <a:lnTo>
                    <a:pt x="38074" y="224028"/>
                  </a:lnTo>
                  <a:lnTo>
                    <a:pt x="37871" y="223786"/>
                  </a:lnTo>
                  <a:lnTo>
                    <a:pt x="23926" y="240068"/>
                  </a:lnTo>
                  <a:lnTo>
                    <a:pt x="23926" y="248945"/>
                  </a:lnTo>
                  <a:lnTo>
                    <a:pt x="23355" y="248793"/>
                  </a:lnTo>
                  <a:lnTo>
                    <a:pt x="22047" y="248881"/>
                  </a:lnTo>
                  <a:lnTo>
                    <a:pt x="20739" y="248970"/>
                  </a:lnTo>
                  <a:lnTo>
                    <a:pt x="19710" y="249351"/>
                  </a:lnTo>
                  <a:lnTo>
                    <a:pt x="19710" y="250139"/>
                  </a:lnTo>
                  <a:lnTo>
                    <a:pt x="19380" y="249732"/>
                  </a:lnTo>
                  <a:lnTo>
                    <a:pt x="19685" y="249377"/>
                  </a:lnTo>
                  <a:lnTo>
                    <a:pt x="19710" y="250139"/>
                  </a:lnTo>
                  <a:lnTo>
                    <a:pt x="19710" y="249351"/>
                  </a:lnTo>
                  <a:lnTo>
                    <a:pt x="23685" y="244703"/>
                  </a:lnTo>
                  <a:lnTo>
                    <a:pt x="23609" y="245198"/>
                  </a:lnTo>
                  <a:lnTo>
                    <a:pt x="23749" y="248259"/>
                  </a:lnTo>
                  <a:lnTo>
                    <a:pt x="23926" y="248945"/>
                  </a:lnTo>
                  <a:lnTo>
                    <a:pt x="23926" y="240068"/>
                  </a:lnTo>
                  <a:lnTo>
                    <a:pt x="15633" y="249732"/>
                  </a:lnTo>
                  <a:lnTo>
                    <a:pt x="37871" y="275678"/>
                  </a:lnTo>
                  <a:lnTo>
                    <a:pt x="41617" y="271310"/>
                  </a:lnTo>
                  <a:lnTo>
                    <a:pt x="58839" y="251231"/>
                  </a:lnTo>
                  <a:lnTo>
                    <a:pt x="79806" y="275678"/>
                  </a:lnTo>
                  <a:lnTo>
                    <a:pt x="83553" y="271310"/>
                  </a:lnTo>
                  <a:lnTo>
                    <a:pt x="102057" y="249732"/>
                  </a:lnTo>
                  <a:close/>
                </a:path>
                <a:path w="118109" h="276225">
                  <a:moveTo>
                    <a:pt x="117652" y="19989"/>
                  </a:moveTo>
                  <a:lnTo>
                    <a:pt x="104736" y="4940"/>
                  </a:lnTo>
                  <a:lnTo>
                    <a:pt x="104736" y="9321"/>
                  </a:lnTo>
                  <a:lnTo>
                    <a:pt x="104343" y="9220"/>
                  </a:lnTo>
                  <a:lnTo>
                    <a:pt x="101714" y="9385"/>
                  </a:lnTo>
                  <a:lnTo>
                    <a:pt x="101104" y="9626"/>
                  </a:lnTo>
                  <a:lnTo>
                    <a:pt x="101231" y="8902"/>
                  </a:lnTo>
                  <a:lnTo>
                    <a:pt x="101155" y="7366"/>
                  </a:lnTo>
                  <a:lnTo>
                    <a:pt x="101079" y="5842"/>
                  </a:lnTo>
                  <a:lnTo>
                    <a:pt x="100761" y="4673"/>
                  </a:lnTo>
                  <a:lnTo>
                    <a:pt x="104736" y="9321"/>
                  </a:lnTo>
                  <a:lnTo>
                    <a:pt x="104736" y="4940"/>
                  </a:lnTo>
                  <a:lnTo>
                    <a:pt x="104254" y="4368"/>
                  </a:lnTo>
                  <a:lnTo>
                    <a:pt x="100711" y="241"/>
                  </a:lnTo>
                  <a:lnTo>
                    <a:pt x="100711" y="4622"/>
                  </a:lnTo>
                  <a:lnTo>
                    <a:pt x="100266" y="4648"/>
                  </a:lnTo>
                  <a:lnTo>
                    <a:pt x="100507" y="4368"/>
                  </a:lnTo>
                  <a:lnTo>
                    <a:pt x="100711" y="4622"/>
                  </a:lnTo>
                  <a:lnTo>
                    <a:pt x="100711" y="241"/>
                  </a:lnTo>
                  <a:lnTo>
                    <a:pt x="100507" y="0"/>
                  </a:lnTo>
                  <a:lnTo>
                    <a:pt x="86563" y="16268"/>
                  </a:lnTo>
                  <a:lnTo>
                    <a:pt x="86563" y="25158"/>
                  </a:lnTo>
                  <a:lnTo>
                    <a:pt x="85991" y="25006"/>
                  </a:lnTo>
                  <a:lnTo>
                    <a:pt x="84683" y="25095"/>
                  </a:lnTo>
                  <a:lnTo>
                    <a:pt x="83375" y="25184"/>
                  </a:lnTo>
                  <a:lnTo>
                    <a:pt x="82346" y="25565"/>
                  </a:lnTo>
                  <a:lnTo>
                    <a:pt x="82346" y="26365"/>
                  </a:lnTo>
                  <a:lnTo>
                    <a:pt x="82003" y="25946"/>
                  </a:lnTo>
                  <a:lnTo>
                    <a:pt x="82308" y="25590"/>
                  </a:lnTo>
                  <a:lnTo>
                    <a:pt x="82346" y="26365"/>
                  </a:lnTo>
                  <a:lnTo>
                    <a:pt x="82346" y="25565"/>
                  </a:lnTo>
                  <a:lnTo>
                    <a:pt x="86321" y="20916"/>
                  </a:lnTo>
                  <a:lnTo>
                    <a:pt x="86233" y="21412"/>
                  </a:lnTo>
                  <a:lnTo>
                    <a:pt x="86385" y="24472"/>
                  </a:lnTo>
                  <a:lnTo>
                    <a:pt x="86563" y="25158"/>
                  </a:lnTo>
                  <a:lnTo>
                    <a:pt x="86563" y="16268"/>
                  </a:lnTo>
                  <a:lnTo>
                    <a:pt x="79806" y="24142"/>
                  </a:lnTo>
                  <a:lnTo>
                    <a:pt x="77622" y="21602"/>
                  </a:lnTo>
                  <a:lnTo>
                    <a:pt x="77622" y="25946"/>
                  </a:lnTo>
                  <a:lnTo>
                    <a:pt x="73482" y="30772"/>
                  </a:lnTo>
                  <a:lnTo>
                    <a:pt x="73596" y="30162"/>
                  </a:lnTo>
                  <a:lnTo>
                    <a:pt x="73456" y="27089"/>
                  </a:lnTo>
                  <a:lnTo>
                    <a:pt x="73253" y="26416"/>
                  </a:lnTo>
                  <a:lnTo>
                    <a:pt x="73875" y="26555"/>
                  </a:lnTo>
                  <a:lnTo>
                    <a:pt x="75184" y="26466"/>
                  </a:lnTo>
                  <a:lnTo>
                    <a:pt x="76492" y="26390"/>
                  </a:lnTo>
                  <a:lnTo>
                    <a:pt x="77546" y="25996"/>
                  </a:lnTo>
                  <a:lnTo>
                    <a:pt x="77533" y="25857"/>
                  </a:lnTo>
                  <a:lnTo>
                    <a:pt x="77622" y="21602"/>
                  </a:lnTo>
                  <a:lnTo>
                    <a:pt x="76822" y="20662"/>
                  </a:lnTo>
                  <a:lnTo>
                    <a:pt x="76822" y="25031"/>
                  </a:lnTo>
                  <a:lnTo>
                    <a:pt x="76428" y="24930"/>
                  </a:lnTo>
                  <a:lnTo>
                    <a:pt x="73799" y="25095"/>
                  </a:lnTo>
                  <a:lnTo>
                    <a:pt x="73190" y="25323"/>
                  </a:lnTo>
                  <a:lnTo>
                    <a:pt x="73317" y="24612"/>
                  </a:lnTo>
                  <a:lnTo>
                    <a:pt x="73240" y="23088"/>
                  </a:lnTo>
                  <a:lnTo>
                    <a:pt x="73164" y="21551"/>
                  </a:lnTo>
                  <a:lnTo>
                    <a:pt x="72898" y="20612"/>
                  </a:lnTo>
                  <a:lnTo>
                    <a:pt x="72898" y="31457"/>
                  </a:lnTo>
                  <a:lnTo>
                    <a:pt x="59118" y="47523"/>
                  </a:lnTo>
                  <a:lnTo>
                    <a:pt x="54317" y="41948"/>
                  </a:lnTo>
                  <a:lnTo>
                    <a:pt x="55397" y="42202"/>
                  </a:lnTo>
                  <a:lnTo>
                    <a:pt x="58013" y="42037"/>
                  </a:lnTo>
                  <a:lnTo>
                    <a:pt x="58597" y="41821"/>
                  </a:lnTo>
                  <a:lnTo>
                    <a:pt x="58483" y="42519"/>
                  </a:lnTo>
                  <a:lnTo>
                    <a:pt x="58547" y="44056"/>
                  </a:lnTo>
                  <a:lnTo>
                    <a:pt x="58623" y="45580"/>
                  </a:lnTo>
                  <a:lnTo>
                    <a:pt x="58966" y="46812"/>
                  </a:lnTo>
                  <a:lnTo>
                    <a:pt x="59651" y="46761"/>
                  </a:lnTo>
                  <a:lnTo>
                    <a:pt x="59867" y="45504"/>
                  </a:lnTo>
                  <a:lnTo>
                    <a:pt x="59728" y="42443"/>
                  </a:lnTo>
                  <a:lnTo>
                    <a:pt x="59524" y="41757"/>
                  </a:lnTo>
                  <a:lnTo>
                    <a:pt x="60147" y="41897"/>
                  </a:lnTo>
                  <a:lnTo>
                    <a:pt x="61455" y="41821"/>
                  </a:lnTo>
                  <a:lnTo>
                    <a:pt x="62763" y="41732"/>
                  </a:lnTo>
                  <a:lnTo>
                    <a:pt x="63830" y="41351"/>
                  </a:lnTo>
                  <a:lnTo>
                    <a:pt x="63779" y="40538"/>
                  </a:lnTo>
                  <a:lnTo>
                    <a:pt x="62699" y="40284"/>
                  </a:lnTo>
                  <a:lnTo>
                    <a:pt x="60071" y="40449"/>
                  </a:lnTo>
                  <a:lnTo>
                    <a:pt x="59461" y="40678"/>
                  </a:lnTo>
                  <a:lnTo>
                    <a:pt x="59588" y="39954"/>
                  </a:lnTo>
                  <a:lnTo>
                    <a:pt x="59512" y="38430"/>
                  </a:lnTo>
                  <a:lnTo>
                    <a:pt x="59436" y="36906"/>
                  </a:lnTo>
                  <a:lnTo>
                    <a:pt x="59105" y="35674"/>
                  </a:lnTo>
                  <a:lnTo>
                    <a:pt x="58420" y="35725"/>
                  </a:lnTo>
                  <a:lnTo>
                    <a:pt x="58191" y="36969"/>
                  </a:lnTo>
                  <a:lnTo>
                    <a:pt x="58343" y="40043"/>
                  </a:lnTo>
                  <a:lnTo>
                    <a:pt x="58521" y="40728"/>
                  </a:lnTo>
                  <a:lnTo>
                    <a:pt x="57950" y="40576"/>
                  </a:lnTo>
                  <a:lnTo>
                    <a:pt x="56642" y="40665"/>
                  </a:lnTo>
                  <a:lnTo>
                    <a:pt x="55333" y="40741"/>
                  </a:lnTo>
                  <a:lnTo>
                    <a:pt x="54267" y="41135"/>
                  </a:lnTo>
                  <a:lnTo>
                    <a:pt x="54305" y="41935"/>
                  </a:lnTo>
                  <a:lnTo>
                    <a:pt x="40982" y="26390"/>
                  </a:lnTo>
                  <a:lnTo>
                    <a:pt x="42049" y="26631"/>
                  </a:lnTo>
                  <a:lnTo>
                    <a:pt x="44678" y="26466"/>
                  </a:lnTo>
                  <a:lnTo>
                    <a:pt x="45250" y="26250"/>
                  </a:lnTo>
                  <a:lnTo>
                    <a:pt x="45135" y="26949"/>
                  </a:lnTo>
                  <a:lnTo>
                    <a:pt x="45212" y="28486"/>
                  </a:lnTo>
                  <a:lnTo>
                    <a:pt x="45275" y="30010"/>
                  </a:lnTo>
                  <a:lnTo>
                    <a:pt x="45618" y="31242"/>
                  </a:lnTo>
                  <a:lnTo>
                    <a:pt x="46304" y="31191"/>
                  </a:lnTo>
                  <a:lnTo>
                    <a:pt x="46532" y="29933"/>
                  </a:lnTo>
                  <a:lnTo>
                    <a:pt x="46380" y="26873"/>
                  </a:lnTo>
                  <a:lnTo>
                    <a:pt x="46189" y="26200"/>
                  </a:lnTo>
                  <a:lnTo>
                    <a:pt x="46799" y="26339"/>
                  </a:lnTo>
                  <a:lnTo>
                    <a:pt x="48107" y="26250"/>
                  </a:lnTo>
                  <a:lnTo>
                    <a:pt x="49428" y="26162"/>
                  </a:lnTo>
                  <a:lnTo>
                    <a:pt x="50482" y="25781"/>
                  </a:lnTo>
                  <a:lnTo>
                    <a:pt x="50431" y="24968"/>
                  </a:lnTo>
                  <a:lnTo>
                    <a:pt x="49364" y="24714"/>
                  </a:lnTo>
                  <a:lnTo>
                    <a:pt x="46736" y="24879"/>
                  </a:lnTo>
                  <a:lnTo>
                    <a:pt x="46113" y="25120"/>
                  </a:lnTo>
                  <a:lnTo>
                    <a:pt x="46240" y="24396"/>
                  </a:lnTo>
                  <a:lnTo>
                    <a:pt x="46164" y="22860"/>
                  </a:lnTo>
                  <a:lnTo>
                    <a:pt x="46101" y="21336"/>
                  </a:lnTo>
                  <a:lnTo>
                    <a:pt x="45758" y="20104"/>
                  </a:lnTo>
                  <a:lnTo>
                    <a:pt x="45605" y="20116"/>
                  </a:lnTo>
                  <a:lnTo>
                    <a:pt x="58610" y="4953"/>
                  </a:lnTo>
                  <a:lnTo>
                    <a:pt x="58445" y="5918"/>
                  </a:lnTo>
                  <a:lnTo>
                    <a:pt x="58597" y="8978"/>
                  </a:lnTo>
                  <a:lnTo>
                    <a:pt x="58775" y="9664"/>
                  </a:lnTo>
                  <a:lnTo>
                    <a:pt x="58204" y="9525"/>
                  </a:lnTo>
                  <a:lnTo>
                    <a:pt x="56896" y="9601"/>
                  </a:lnTo>
                  <a:lnTo>
                    <a:pt x="55587" y="9690"/>
                  </a:lnTo>
                  <a:lnTo>
                    <a:pt x="54521" y="10071"/>
                  </a:lnTo>
                  <a:lnTo>
                    <a:pt x="54571" y="10883"/>
                  </a:lnTo>
                  <a:lnTo>
                    <a:pt x="55651" y="11137"/>
                  </a:lnTo>
                  <a:lnTo>
                    <a:pt x="58280" y="10972"/>
                  </a:lnTo>
                  <a:lnTo>
                    <a:pt x="58851" y="10756"/>
                  </a:lnTo>
                  <a:lnTo>
                    <a:pt x="58737" y="11468"/>
                  </a:lnTo>
                  <a:lnTo>
                    <a:pt x="58813" y="12992"/>
                  </a:lnTo>
                  <a:lnTo>
                    <a:pt x="58877" y="14516"/>
                  </a:lnTo>
                  <a:lnTo>
                    <a:pt x="59220" y="15748"/>
                  </a:lnTo>
                  <a:lnTo>
                    <a:pt x="59905" y="15709"/>
                  </a:lnTo>
                  <a:lnTo>
                    <a:pt x="60121" y="14452"/>
                  </a:lnTo>
                  <a:lnTo>
                    <a:pt x="59982" y="11379"/>
                  </a:lnTo>
                  <a:lnTo>
                    <a:pt x="59791" y="10706"/>
                  </a:lnTo>
                  <a:lnTo>
                    <a:pt x="60401" y="10845"/>
                  </a:lnTo>
                  <a:lnTo>
                    <a:pt x="61709" y="10756"/>
                  </a:lnTo>
                  <a:lnTo>
                    <a:pt x="63017" y="10680"/>
                  </a:lnTo>
                  <a:lnTo>
                    <a:pt x="64084" y="10287"/>
                  </a:lnTo>
                  <a:lnTo>
                    <a:pt x="64071" y="10160"/>
                  </a:lnTo>
                  <a:lnTo>
                    <a:pt x="72809" y="20345"/>
                  </a:lnTo>
                  <a:lnTo>
                    <a:pt x="72136" y="20370"/>
                  </a:lnTo>
                  <a:lnTo>
                    <a:pt x="71920" y="21628"/>
                  </a:lnTo>
                  <a:lnTo>
                    <a:pt x="72072" y="24701"/>
                  </a:lnTo>
                  <a:lnTo>
                    <a:pt x="72250" y="25374"/>
                  </a:lnTo>
                  <a:lnTo>
                    <a:pt x="71678" y="25234"/>
                  </a:lnTo>
                  <a:lnTo>
                    <a:pt x="70358" y="25311"/>
                  </a:lnTo>
                  <a:lnTo>
                    <a:pt x="69049" y="25400"/>
                  </a:lnTo>
                  <a:lnTo>
                    <a:pt x="67995" y="25781"/>
                  </a:lnTo>
                  <a:lnTo>
                    <a:pt x="68033" y="26593"/>
                  </a:lnTo>
                  <a:lnTo>
                    <a:pt x="69113" y="26860"/>
                  </a:lnTo>
                  <a:lnTo>
                    <a:pt x="71742" y="26682"/>
                  </a:lnTo>
                  <a:lnTo>
                    <a:pt x="72326" y="26479"/>
                  </a:lnTo>
                  <a:lnTo>
                    <a:pt x="72212" y="27178"/>
                  </a:lnTo>
                  <a:lnTo>
                    <a:pt x="72275" y="28702"/>
                  </a:lnTo>
                  <a:lnTo>
                    <a:pt x="72351" y="30238"/>
                  </a:lnTo>
                  <a:lnTo>
                    <a:pt x="72682" y="31457"/>
                  </a:lnTo>
                  <a:lnTo>
                    <a:pt x="72898" y="31457"/>
                  </a:lnTo>
                  <a:lnTo>
                    <a:pt x="72898" y="20612"/>
                  </a:lnTo>
                  <a:lnTo>
                    <a:pt x="72834" y="20383"/>
                  </a:lnTo>
                  <a:lnTo>
                    <a:pt x="76822" y="25031"/>
                  </a:lnTo>
                  <a:lnTo>
                    <a:pt x="76822" y="20662"/>
                  </a:lnTo>
                  <a:lnTo>
                    <a:pt x="63347" y="4940"/>
                  </a:lnTo>
                  <a:lnTo>
                    <a:pt x="63347" y="9321"/>
                  </a:lnTo>
                  <a:lnTo>
                    <a:pt x="62953" y="9220"/>
                  </a:lnTo>
                  <a:lnTo>
                    <a:pt x="60337" y="9385"/>
                  </a:lnTo>
                  <a:lnTo>
                    <a:pt x="59715" y="9626"/>
                  </a:lnTo>
                  <a:lnTo>
                    <a:pt x="59842" y="8902"/>
                  </a:lnTo>
                  <a:lnTo>
                    <a:pt x="59766" y="7366"/>
                  </a:lnTo>
                  <a:lnTo>
                    <a:pt x="59690" y="5842"/>
                  </a:lnTo>
                  <a:lnTo>
                    <a:pt x="59372" y="4673"/>
                  </a:lnTo>
                  <a:lnTo>
                    <a:pt x="63347" y="9321"/>
                  </a:lnTo>
                  <a:lnTo>
                    <a:pt x="63347" y="4940"/>
                  </a:lnTo>
                  <a:lnTo>
                    <a:pt x="62865" y="4368"/>
                  </a:lnTo>
                  <a:lnTo>
                    <a:pt x="59321" y="241"/>
                  </a:lnTo>
                  <a:lnTo>
                    <a:pt x="59321" y="4622"/>
                  </a:lnTo>
                  <a:lnTo>
                    <a:pt x="58877" y="4648"/>
                  </a:lnTo>
                  <a:lnTo>
                    <a:pt x="59118" y="4368"/>
                  </a:lnTo>
                  <a:lnTo>
                    <a:pt x="59321" y="4622"/>
                  </a:lnTo>
                  <a:lnTo>
                    <a:pt x="59321" y="241"/>
                  </a:lnTo>
                  <a:lnTo>
                    <a:pt x="59118" y="0"/>
                  </a:lnTo>
                  <a:lnTo>
                    <a:pt x="45173" y="16281"/>
                  </a:lnTo>
                  <a:lnTo>
                    <a:pt x="45173" y="25158"/>
                  </a:lnTo>
                  <a:lnTo>
                    <a:pt x="44602" y="25006"/>
                  </a:lnTo>
                  <a:lnTo>
                    <a:pt x="43294" y="25095"/>
                  </a:lnTo>
                  <a:lnTo>
                    <a:pt x="41986" y="25184"/>
                  </a:lnTo>
                  <a:lnTo>
                    <a:pt x="40957" y="25565"/>
                  </a:lnTo>
                  <a:lnTo>
                    <a:pt x="40957" y="26365"/>
                  </a:lnTo>
                  <a:lnTo>
                    <a:pt x="40614" y="25946"/>
                  </a:lnTo>
                  <a:lnTo>
                    <a:pt x="40932" y="25577"/>
                  </a:lnTo>
                  <a:lnTo>
                    <a:pt x="40957" y="26365"/>
                  </a:lnTo>
                  <a:lnTo>
                    <a:pt x="40957" y="25565"/>
                  </a:lnTo>
                  <a:lnTo>
                    <a:pt x="44932" y="20916"/>
                  </a:lnTo>
                  <a:lnTo>
                    <a:pt x="44843" y="21412"/>
                  </a:lnTo>
                  <a:lnTo>
                    <a:pt x="44996" y="24472"/>
                  </a:lnTo>
                  <a:lnTo>
                    <a:pt x="45173" y="25158"/>
                  </a:lnTo>
                  <a:lnTo>
                    <a:pt x="45173" y="16281"/>
                  </a:lnTo>
                  <a:lnTo>
                    <a:pt x="36880" y="25946"/>
                  </a:lnTo>
                  <a:lnTo>
                    <a:pt x="59118" y="51892"/>
                  </a:lnTo>
                  <a:lnTo>
                    <a:pt x="62865" y="47523"/>
                  </a:lnTo>
                  <a:lnTo>
                    <a:pt x="79806" y="27762"/>
                  </a:lnTo>
                  <a:lnTo>
                    <a:pt x="100507" y="51892"/>
                  </a:lnTo>
                  <a:lnTo>
                    <a:pt x="104254" y="47523"/>
                  </a:lnTo>
                  <a:lnTo>
                    <a:pt x="117652" y="31889"/>
                  </a:lnTo>
                  <a:lnTo>
                    <a:pt x="117652" y="27520"/>
                  </a:lnTo>
                  <a:lnTo>
                    <a:pt x="114884" y="30759"/>
                  </a:lnTo>
                  <a:lnTo>
                    <a:pt x="114985" y="30162"/>
                  </a:lnTo>
                  <a:lnTo>
                    <a:pt x="114846" y="27089"/>
                  </a:lnTo>
                  <a:lnTo>
                    <a:pt x="114642" y="26416"/>
                  </a:lnTo>
                  <a:lnTo>
                    <a:pt x="115265" y="26555"/>
                  </a:lnTo>
                  <a:lnTo>
                    <a:pt x="117652" y="26403"/>
                  </a:lnTo>
                  <a:lnTo>
                    <a:pt x="117652" y="24942"/>
                  </a:lnTo>
                  <a:lnTo>
                    <a:pt x="115189" y="25095"/>
                  </a:lnTo>
                  <a:lnTo>
                    <a:pt x="114566" y="25336"/>
                  </a:lnTo>
                  <a:lnTo>
                    <a:pt x="114706" y="24612"/>
                  </a:lnTo>
                  <a:lnTo>
                    <a:pt x="114630" y="23088"/>
                  </a:lnTo>
                  <a:lnTo>
                    <a:pt x="114554" y="21551"/>
                  </a:lnTo>
                  <a:lnTo>
                    <a:pt x="114287" y="20612"/>
                  </a:lnTo>
                  <a:lnTo>
                    <a:pt x="114287" y="31457"/>
                  </a:lnTo>
                  <a:lnTo>
                    <a:pt x="100507" y="47523"/>
                  </a:lnTo>
                  <a:lnTo>
                    <a:pt x="95707" y="41948"/>
                  </a:lnTo>
                  <a:lnTo>
                    <a:pt x="96786" y="42202"/>
                  </a:lnTo>
                  <a:lnTo>
                    <a:pt x="99415" y="42037"/>
                  </a:lnTo>
                  <a:lnTo>
                    <a:pt x="99987" y="41821"/>
                  </a:lnTo>
                  <a:lnTo>
                    <a:pt x="99872" y="42519"/>
                  </a:lnTo>
                  <a:lnTo>
                    <a:pt x="99936" y="44056"/>
                  </a:lnTo>
                  <a:lnTo>
                    <a:pt x="100012" y="45580"/>
                  </a:lnTo>
                  <a:lnTo>
                    <a:pt x="100355" y="46812"/>
                  </a:lnTo>
                  <a:lnTo>
                    <a:pt x="101041" y="46761"/>
                  </a:lnTo>
                  <a:lnTo>
                    <a:pt x="101257" y="45504"/>
                  </a:lnTo>
                  <a:lnTo>
                    <a:pt x="101117" y="42443"/>
                  </a:lnTo>
                  <a:lnTo>
                    <a:pt x="100914" y="41757"/>
                  </a:lnTo>
                  <a:lnTo>
                    <a:pt x="101536" y="41897"/>
                  </a:lnTo>
                  <a:lnTo>
                    <a:pt x="102844" y="41821"/>
                  </a:lnTo>
                  <a:lnTo>
                    <a:pt x="104152" y="41732"/>
                  </a:lnTo>
                  <a:lnTo>
                    <a:pt x="105219" y="41351"/>
                  </a:lnTo>
                  <a:lnTo>
                    <a:pt x="105168" y="40538"/>
                  </a:lnTo>
                  <a:lnTo>
                    <a:pt x="104089" y="40284"/>
                  </a:lnTo>
                  <a:lnTo>
                    <a:pt x="101460" y="40449"/>
                  </a:lnTo>
                  <a:lnTo>
                    <a:pt x="100850" y="40678"/>
                  </a:lnTo>
                  <a:lnTo>
                    <a:pt x="100977" y="39954"/>
                  </a:lnTo>
                  <a:lnTo>
                    <a:pt x="100901" y="38430"/>
                  </a:lnTo>
                  <a:lnTo>
                    <a:pt x="100825" y="36906"/>
                  </a:lnTo>
                  <a:lnTo>
                    <a:pt x="100495" y="35674"/>
                  </a:lnTo>
                  <a:lnTo>
                    <a:pt x="99809" y="35725"/>
                  </a:lnTo>
                  <a:lnTo>
                    <a:pt x="99580" y="36969"/>
                  </a:lnTo>
                  <a:lnTo>
                    <a:pt x="99733" y="40043"/>
                  </a:lnTo>
                  <a:lnTo>
                    <a:pt x="99910" y="40728"/>
                  </a:lnTo>
                  <a:lnTo>
                    <a:pt x="99339" y="40576"/>
                  </a:lnTo>
                  <a:lnTo>
                    <a:pt x="98031" y="40665"/>
                  </a:lnTo>
                  <a:lnTo>
                    <a:pt x="96723" y="40741"/>
                  </a:lnTo>
                  <a:lnTo>
                    <a:pt x="95656" y="41135"/>
                  </a:lnTo>
                  <a:lnTo>
                    <a:pt x="95694" y="41935"/>
                  </a:lnTo>
                  <a:lnTo>
                    <a:pt x="82372" y="26390"/>
                  </a:lnTo>
                  <a:lnTo>
                    <a:pt x="83439" y="26631"/>
                  </a:lnTo>
                  <a:lnTo>
                    <a:pt x="86067" y="26466"/>
                  </a:lnTo>
                  <a:lnTo>
                    <a:pt x="86639" y="26250"/>
                  </a:lnTo>
                  <a:lnTo>
                    <a:pt x="86525" y="26949"/>
                  </a:lnTo>
                  <a:lnTo>
                    <a:pt x="86601" y="28486"/>
                  </a:lnTo>
                  <a:lnTo>
                    <a:pt x="86664" y="30010"/>
                  </a:lnTo>
                  <a:lnTo>
                    <a:pt x="87007" y="31242"/>
                  </a:lnTo>
                  <a:lnTo>
                    <a:pt x="87693" y="31191"/>
                  </a:lnTo>
                  <a:lnTo>
                    <a:pt x="87909" y="29933"/>
                  </a:lnTo>
                  <a:lnTo>
                    <a:pt x="87769" y="26873"/>
                  </a:lnTo>
                  <a:lnTo>
                    <a:pt x="87579" y="26200"/>
                  </a:lnTo>
                  <a:lnTo>
                    <a:pt x="88188" y="26339"/>
                  </a:lnTo>
                  <a:lnTo>
                    <a:pt x="89496" y="26250"/>
                  </a:lnTo>
                  <a:lnTo>
                    <a:pt x="90805" y="26162"/>
                  </a:lnTo>
                  <a:lnTo>
                    <a:pt x="91871" y="25781"/>
                  </a:lnTo>
                  <a:lnTo>
                    <a:pt x="91821" y="24968"/>
                  </a:lnTo>
                  <a:lnTo>
                    <a:pt x="90741" y="24714"/>
                  </a:lnTo>
                  <a:lnTo>
                    <a:pt x="88125" y="24879"/>
                  </a:lnTo>
                  <a:lnTo>
                    <a:pt x="87503" y="25120"/>
                  </a:lnTo>
                  <a:lnTo>
                    <a:pt x="87630" y="24396"/>
                  </a:lnTo>
                  <a:lnTo>
                    <a:pt x="87553" y="22860"/>
                  </a:lnTo>
                  <a:lnTo>
                    <a:pt x="87490" y="21336"/>
                  </a:lnTo>
                  <a:lnTo>
                    <a:pt x="87147" y="20104"/>
                  </a:lnTo>
                  <a:lnTo>
                    <a:pt x="86995" y="20116"/>
                  </a:lnTo>
                  <a:lnTo>
                    <a:pt x="99999" y="4953"/>
                  </a:lnTo>
                  <a:lnTo>
                    <a:pt x="99834" y="5918"/>
                  </a:lnTo>
                  <a:lnTo>
                    <a:pt x="99987" y="8978"/>
                  </a:lnTo>
                  <a:lnTo>
                    <a:pt x="100164" y="9664"/>
                  </a:lnTo>
                  <a:lnTo>
                    <a:pt x="99593" y="9525"/>
                  </a:lnTo>
                  <a:lnTo>
                    <a:pt x="98285" y="9601"/>
                  </a:lnTo>
                  <a:lnTo>
                    <a:pt x="96977" y="9690"/>
                  </a:lnTo>
                  <a:lnTo>
                    <a:pt x="95910" y="10071"/>
                  </a:lnTo>
                  <a:lnTo>
                    <a:pt x="95961" y="10883"/>
                  </a:lnTo>
                  <a:lnTo>
                    <a:pt x="97040" y="11137"/>
                  </a:lnTo>
                  <a:lnTo>
                    <a:pt x="99669" y="10972"/>
                  </a:lnTo>
                  <a:lnTo>
                    <a:pt x="100241" y="10756"/>
                  </a:lnTo>
                  <a:lnTo>
                    <a:pt x="100126" y="11468"/>
                  </a:lnTo>
                  <a:lnTo>
                    <a:pt x="100203" y="12992"/>
                  </a:lnTo>
                  <a:lnTo>
                    <a:pt x="100266" y="14516"/>
                  </a:lnTo>
                  <a:lnTo>
                    <a:pt x="100609" y="15748"/>
                  </a:lnTo>
                  <a:lnTo>
                    <a:pt x="101295" y="15709"/>
                  </a:lnTo>
                  <a:lnTo>
                    <a:pt x="101511" y="14452"/>
                  </a:lnTo>
                  <a:lnTo>
                    <a:pt x="101371" y="11379"/>
                  </a:lnTo>
                  <a:lnTo>
                    <a:pt x="101168" y="10706"/>
                  </a:lnTo>
                  <a:lnTo>
                    <a:pt x="101790" y="10845"/>
                  </a:lnTo>
                  <a:lnTo>
                    <a:pt x="103098" y="10756"/>
                  </a:lnTo>
                  <a:lnTo>
                    <a:pt x="104406" y="10680"/>
                  </a:lnTo>
                  <a:lnTo>
                    <a:pt x="105473" y="10287"/>
                  </a:lnTo>
                  <a:lnTo>
                    <a:pt x="105460" y="10160"/>
                  </a:lnTo>
                  <a:lnTo>
                    <a:pt x="114198" y="20345"/>
                  </a:lnTo>
                  <a:lnTo>
                    <a:pt x="113525" y="20370"/>
                  </a:lnTo>
                  <a:lnTo>
                    <a:pt x="113309" y="21628"/>
                  </a:lnTo>
                  <a:lnTo>
                    <a:pt x="113461" y="24701"/>
                  </a:lnTo>
                  <a:lnTo>
                    <a:pt x="113639" y="25374"/>
                  </a:lnTo>
                  <a:lnTo>
                    <a:pt x="113055" y="25234"/>
                  </a:lnTo>
                  <a:lnTo>
                    <a:pt x="111747" y="25311"/>
                  </a:lnTo>
                  <a:lnTo>
                    <a:pt x="110439" y="25400"/>
                  </a:lnTo>
                  <a:lnTo>
                    <a:pt x="109385" y="25781"/>
                  </a:lnTo>
                  <a:lnTo>
                    <a:pt x="109423" y="26593"/>
                  </a:lnTo>
                  <a:lnTo>
                    <a:pt x="110502" y="26860"/>
                  </a:lnTo>
                  <a:lnTo>
                    <a:pt x="113131" y="26682"/>
                  </a:lnTo>
                  <a:lnTo>
                    <a:pt x="113715" y="26479"/>
                  </a:lnTo>
                  <a:lnTo>
                    <a:pt x="113588" y="27178"/>
                  </a:lnTo>
                  <a:lnTo>
                    <a:pt x="113665" y="28702"/>
                  </a:lnTo>
                  <a:lnTo>
                    <a:pt x="113741" y="30238"/>
                  </a:lnTo>
                  <a:lnTo>
                    <a:pt x="114071" y="31457"/>
                  </a:lnTo>
                  <a:lnTo>
                    <a:pt x="114287" y="31457"/>
                  </a:lnTo>
                  <a:lnTo>
                    <a:pt x="114287" y="20612"/>
                  </a:lnTo>
                  <a:lnTo>
                    <a:pt x="114223" y="20383"/>
                  </a:lnTo>
                  <a:lnTo>
                    <a:pt x="117652" y="24358"/>
                  </a:lnTo>
                  <a:lnTo>
                    <a:pt x="117652" y="19989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 descr=""/>
            <p:cNvSpPr/>
            <p:nvPr/>
          </p:nvSpPr>
          <p:spPr>
            <a:xfrm>
              <a:off x="10570934" y="8067833"/>
              <a:ext cx="118110" cy="145415"/>
            </a:xfrm>
            <a:custGeom>
              <a:avLst/>
              <a:gdLst/>
              <a:ahLst/>
              <a:cxnLst/>
              <a:rect l="l" t="t" r="r" b="b"/>
              <a:pathLst>
                <a:path w="118109" h="145415">
                  <a:moveTo>
                    <a:pt x="19380" y="122580"/>
                  </a:moveTo>
                  <a:lnTo>
                    <a:pt x="0" y="99974"/>
                  </a:lnTo>
                  <a:lnTo>
                    <a:pt x="0" y="104343"/>
                  </a:lnTo>
                  <a:lnTo>
                    <a:pt x="1384" y="105968"/>
                  </a:lnTo>
                  <a:lnTo>
                    <a:pt x="965" y="105854"/>
                  </a:lnTo>
                  <a:lnTo>
                    <a:pt x="0" y="105918"/>
                  </a:lnTo>
                  <a:lnTo>
                    <a:pt x="0" y="107378"/>
                  </a:lnTo>
                  <a:lnTo>
                    <a:pt x="1028" y="107315"/>
                  </a:lnTo>
                  <a:lnTo>
                    <a:pt x="2082" y="106921"/>
                  </a:lnTo>
                  <a:lnTo>
                    <a:pt x="2070" y="106768"/>
                  </a:lnTo>
                  <a:lnTo>
                    <a:pt x="15633" y="122580"/>
                  </a:lnTo>
                  <a:lnTo>
                    <a:pt x="0" y="140817"/>
                  </a:lnTo>
                  <a:lnTo>
                    <a:pt x="0" y="145186"/>
                  </a:lnTo>
                  <a:lnTo>
                    <a:pt x="19380" y="122580"/>
                  </a:lnTo>
                  <a:close/>
                </a:path>
                <a:path w="118109" h="145415">
                  <a:moveTo>
                    <a:pt x="39979" y="25946"/>
                  </a:moveTo>
                  <a:lnTo>
                    <a:pt x="36233" y="21590"/>
                  </a:lnTo>
                  <a:lnTo>
                    <a:pt x="36233" y="25946"/>
                  </a:lnTo>
                  <a:lnTo>
                    <a:pt x="32092" y="30772"/>
                  </a:lnTo>
                  <a:lnTo>
                    <a:pt x="32207" y="30175"/>
                  </a:lnTo>
                  <a:lnTo>
                    <a:pt x="32067" y="27101"/>
                  </a:lnTo>
                  <a:lnTo>
                    <a:pt x="31877" y="26428"/>
                  </a:lnTo>
                  <a:lnTo>
                    <a:pt x="32486" y="26568"/>
                  </a:lnTo>
                  <a:lnTo>
                    <a:pt x="33794" y="26479"/>
                  </a:lnTo>
                  <a:lnTo>
                    <a:pt x="35102" y="26390"/>
                  </a:lnTo>
                  <a:lnTo>
                    <a:pt x="36156" y="26009"/>
                  </a:lnTo>
                  <a:lnTo>
                    <a:pt x="36144" y="25857"/>
                  </a:lnTo>
                  <a:lnTo>
                    <a:pt x="36233" y="21590"/>
                  </a:lnTo>
                  <a:lnTo>
                    <a:pt x="35445" y="20662"/>
                  </a:lnTo>
                  <a:lnTo>
                    <a:pt x="35445" y="25044"/>
                  </a:lnTo>
                  <a:lnTo>
                    <a:pt x="35039" y="24942"/>
                  </a:lnTo>
                  <a:lnTo>
                    <a:pt x="32410" y="25107"/>
                  </a:lnTo>
                  <a:lnTo>
                    <a:pt x="31800" y="25336"/>
                  </a:lnTo>
                  <a:lnTo>
                    <a:pt x="31927" y="24625"/>
                  </a:lnTo>
                  <a:lnTo>
                    <a:pt x="31851" y="23088"/>
                  </a:lnTo>
                  <a:lnTo>
                    <a:pt x="31775" y="21564"/>
                  </a:lnTo>
                  <a:lnTo>
                    <a:pt x="31445" y="20383"/>
                  </a:lnTo>
                  <a:lnTo>
                    <a:pt x="35445" y="25044"/>
                  </a:lnTo>
                  <a:lnTo>
                    <a:pt x="35445" y="20662"/>
                  </a:lnTo>
                  <a:lnTo>
                    <a:pt x="21945" y="4927"/>
                  </a:lnTo>
                  <a:lnTo>
                    <a:pt x="21945" y="9321"/>
                  </a:lnTo>
                  <a:lnTo>
                    <a:pt x="21577" y="9220"/>
                  </a:lnTo>
                  <a:lnTo>
                    <a:pt x="18948" y="9398"/>
                  </a:lnTo>
                  <a:lnTo>
                    <a:pt x="18326" y="9626"/>
                  </a:lnTo>
                  <a:lnTo>
                    <a:pt x="18453" y="8902"/>
                  </a:lnTo>
                  <a:lnTo>
                    <a:pt x="18376" y="7378"/>
                  </a:lnTo>
                  <a:lnTo>
                    <a:pt x="18313" y="5842"/>
                  </a:lnTo>
                  <a:lnTo>
                    <a:pt x="17970" y="4673"/>
                  </a:lnTo>
                  <a:lnTo>
                    <a:pt x="21945" y="9321"/>
                  </a:lnTo>
                  <a:lnTo>
                    <a:pt x="21945" y="4927"/>
                  </a:lnTo>
                  <a:lnTo>
                    <a:pt x="21475" y="4368"/>
                  </a:lnTo>
                  <a:lnTo>
                    <a:pt x="17945" y="254"/>
                  </a:lnTo>
                  <a:lnTo>
                    <a:pt x="17945" y="4635"/>
                  </a:lnTo>
                  <a:lnTo>
                    <a:pt x="17487" y="4660"/>
                  </a:lnTo>
                  <a:lnTo>
                    <a:pt x="17729" y="4368"/>
                  </a:lnTo>
                  <a:lnTo>
                    <a:pt x="17945" y="4635"/>
                  </a:lnTo>
                  <a:lnTo>
                    <a:pt x="17945" y="254"/>
                  </a:lnTo>
                  <a:lnTo>
                    <a:pt x="17729" y="0"/>
                  </a:lnTo>
                  <a:lnTo>
                    <a:pt x="0" y="20701"/>
                  </a:lnTo>
                  <a:lnTo>
                    <a:pt x="0" y="25057"/>
                  </a:lnTo>
                  <a:lnTo>
                    <a:pt x="3543" y="20916"/>
                  </a:lnTo>
                  <a:lnTo>
                    <a:pt x="3467" y="21412"/>
                  </a:lnTo>
                  <a:lnTo>
                    <a:pt x="3606" y="24485"/>
                  </a:lnTo>
                  <a:lnTo>
                    <a:pt x="3784" y="25171"/>
                  </a:lnTo>
                  <a:lnTo>
                    <a:pt x="3213" y="25019"/>
                  </a:lnTo>
                  <a:lnTo>
                    <a:pt x="596" y="25184"/>
                  </a:lnTo>
                  <a:lnTo>
                    <a:pt x="0" y="25400"/>
                  </a:lnTo>
                  <a:lnTo>
                    <a:pt x="0" y="26479"/>
                  </a:lnTo>
                  <a:lnTo>
                    <a:pt x="660" y="26644"/>
                  </a:lnTo>
                  <a:lnTo>
                    <a:pt x="3289" y="26479"/>
                  </a:lnTo>
                  <a:lnTo>
                    <a:pt x="3860" y="26263"/>
                  </a:lnTo>
                  <a:lnTo>
                    <a:pt x="3746" y="26962"/>
                  </a:lnTo>
                  <a:lnTo>
                    <a:pt x="3822" y="28498"/>
                  </a:lnTo>
                  <a:lnTo>
                    <a:pt x="3886" y="30022"/>
                  </a:lnTo>
                  <a:lnTo>
                    <a:pt x="4229" y="31242"/>
                  </a:lnTo>
                  <a:lnTo>
                    <a:pt x="4914" y="31203"/>
                  </a:lnTo>
                  <a:lnTo>
                    <a:pt x="5143" y="29946"/>
                  </a:lnTo>
                  <a:lnTo>
                    <a:pt x="4991" y="26885"/>
                  </a:lnTo>
                  <a:lnTo>
                    <a:pt x="4800" y="26200"/>
                  </a:lnTo>
                  <a:lnTo>
                    <a:pt x="5410" y="26339"/>
                  </a:lnTo>
                  <a:lnTo>
                    <a:pt x="6731" y="26263"/>
                  </a:lnTo>
                  <a:lnTo>
                    <a:pt x="8039" y="26174"/>
                  </a:lnTo>
                  <a:lnTo>
                    <a:pt x="9093" y="25781"/>
                  </a:lnTo>
                  <a:lnTo>
                    <a:pt x="9055" y="24980"/>
                  </a:lnTo>
                  <a:lnTo>
                    <a:pt x="7975" y="24714"/>
                  </a:lnTo>
                  <a:lnTo>
                    <a:pt x="5346" y="24892"/>
                  </a:lnTo>
                  <a:lnTo>
                    <a:pt x="4724" y="25120"/>
                  </a:lnTo>
                  <a:lnTo>
                    <a:pt x="4851" y="24396"/>
                  </a:lnTo>
                  <a:lnTo>
                    <a:pt x="4775" y="22872"/>
                  </a:lnTo>
                  <a:lnTo>
                    <a:pt x="4711" y="21336"/>
                  </a:lnTo>
                  <a:lnTo>
                    <a:pt x="4368" y="20116"/>
                  </a:lnTo>
                  <a:lnTo>
                    <a:pt x="4216" y="20129"/>
                  </a:lnTo>
                  <a:lnTo>
                    <a:pt x="17221" y="4953"/>
                  </a:lnTo>
                  <a:lnTo>
                    <a:pt x="17056" y="5918"/>
                  </a:lnTo>
                  <a:lnTo>
                    <a:pt x="17208" y="8991"/>
                  </a:lnTo>
                  <a:lnTo>
                    <a:pt x="17386" y="9677"/>
                  </a:lnTo>
                  <a:lnTo>
                    <a:pt x="16814" y="9525"/>
                  </a:lnTo>
                  <a:lnTo>
                    <a:pt x="15506" y="9613"/>
                  </a:lnTo>
                  <a:lnTo>
                    <a:pt x="14198" y="9690"/>
                  </a:lnTo>
                  <a:lnTo>
                    <a:pt x="13144" y="10083"/>
                  </a:lnTo>
                  <a:lnTo>
                    <a:pt x="13182" y="10883"/>
                  </a:lnTo>
                  <a:lnTo>
                    <a:pt x="14262" y="11150"/>
                  </a:lnTo>
                  <a:lnTo>
                    <a:pt x="16891" y="10985"/>
                  </a:lnTo>
                  <a:lnTo>
                    <a:pt x="17462" y="10769"/>
                  </a:lnTo>
                  <a:lnTo>
                    <a:pt x="17348" y="11468"/>
                  </a:lnTo>
                  <a:lnTo>
                    <a:pt x="17424" y="13004"/>
                  </a:lnTo>
                  <a:lnTo>
                    <a:pt x="17487" y="14528"/>
                  </a:lnTo>
                  <a:lnTo>
                    <a:pt x="17830" y="15748"/>
                  </a:lnTo>
                  <a:lnTo>
                    <a:pt x="18516" y="15709"/>
                  </a:lnTo>
                  <a:lnTo>
                    <a:pt x="18745" y="14452"/>
                  </a:lnTo>
                  <a:lnTo>
                    <a:pt x="18592" y="11391"/>
                  </a:lnTo>
                  <a:lnTo>
                    <a:pt x="18402" y="10706"/>
                  </a:lnTo>
                  <a:lnTo>
                    <a:pt x="19011" y="10845"/>
                  </a:lnTo>
                  <a:lnTo>
                    <a:pt x="20320" y="10769"/>
                  </a:lnTo>
                  <a:lnTo>
                    <a:pt x="21640" y="10680"/>
                  </a:lnTo>
                  <a:lnTo>
                    <a:pt x="22694" y="10299"/>
                  </a:lnTo>
                  <a:lnTo>
                    <a:pt x="22682" y="10172"/>
                  </a:lnTo>
                  <a:lnTo>
                    <a:pt x="31419" y="20345"/>
                  </a:lnTo>
                  <a:lnTo>
                    <a:pt x="30759" y="20383"/>
                  </a:lnTo>
                  <a:lnTo>
                    <a:pt x="30530" y="21640"/>
                  </a:lnTo>
                  <a:lnTo>
                    <a:pt x="30683" y="24701"/>
                  </a:lnTo>
                  <a:lnTo>
                    <a:pt x="30861" y="25387"/>
                  </a:lnTo>
                  <a:lnTo>
                    <a:pt x="30289" y="25234"/>
                  </a:lnTo>
                  <a:lnTo>
                    <a:pt x="28981" y="25323"/>
                  </a:lnTo>
                  <a:lnTo>
                    <a:pt x="27660" y="25412"/>
                  </a:lnTo>
                  <a:lnTo>
                    <a:pt x="26606" y="25793"/>
                  </a:lnTo>
                  <a:lnTo>
                    <a:pt x="26657" y="26606"/>
                  </a:lnTo>
                  <a:lnTo>
                    <a:pt x="27724" y="26860"/>
                  </a:lnTo>
                  <a:lnTo>
                    <a:pt x="30353" y="26695"/>
                  </a:lnTo>
                  <a:lnTo>
                    <a:pt x="30937" y="26479"/>
                  </a:lnTo>
                  <a:lnTo>
                    <a:pt x="30822" y="27190"/>
                  </a:lnTo>
                  <a:lnTo>
                    <a:pt x="30886" y="28714"/>
                  </a:lnTo>
                  <a:lnTo>
                    <a:pt x="30962" y="30238"/>
                  </a:lnTo>
                  <a:lnTo>
                    <a:pt x="31305" y="31470"/>
                  </a:lnTo>
                  <a:lnTo>
                    <a:pt x="31508" y="31457"/>
                  </a:lnTo>
                  <a:lnTo>
                    <a:pt x="17729" y="47536"/>
                  </a:lnTo>
                  <a:lnTo>
                    <a:pt x="12941" y="41960"/>
                  </a:lnTo>
                  <a:lnTo>
                    <a:pt x="14008" y="42214"/>
                  </a:lnTo>
                  <a:lnTo>
                    <a:pt x="16637" y="42037"/>
                  </a:lnTo>
                  <a:lnTo>
                    <a:pt x="17208" y="41833"/>
                  </a:lnTo>
                  <a:lnTo>
                    <a:pt x="17094" y="42532"/>
                  </a:lnTo>
                  <a:lnTo>
                    <a:pt x="17170" y="44056"/>
                  </a:lnTo>
                  <a:lnTo>
                    <a:pt x="17233" y="45593"/>
                  </a:lnTo>
                  <a:lnTo>
                    <a:pt x="17576" y="46812"/>
                  </a:lnTo>
                  <a:lnTo>
                    <a:pt x="18262" y="46774"/>
                  </a:lnTo>
                  <a:lnTo>
                    <a:pt x="18478" y="45516"/>
                  </a:lnTo>
                  <a:lnTo>
                    <a:pt x="18338" y="42443"/>
                  </a:lnTo>
                  <a:lnTo>
                    <a:pt x="18148" y="41770"/>
                  </a:lnTo>
                  <a:lnTo>
                    <a:pt x="18757" y="41910"/>
                  </a:lnTo>
                  <a:lnTo>
                    <a:pt x="20066" y="41821"/>
                  </a:lnTo>
                  <a:lnTo>
                    <a:pt x="21374" y="41744"/>
                  </a:lnTo>
                  <a:lnTo>
                    <a:pt x="22440" y="41351"/>
                  </a:lnTo>
                  <a:lnTo>
                    <a:pt x="22390" y="40551"/>
                  </a:lnTo>
                  <a:lnTo>
                    <a:pt x="21323" y="40284"/>
                  </a:lnTo>
                  <a:lnTo>
                    <a:pt x="18694" y="40449"/>
                  </a:lnTo>
                  <a:lnTo>
                    <a:pt x="18072" y="40690"/>
                  </a:lnTo>
                  <a:lnTo>
                    <a:pt x="18199" y="39966"/>
                  </a:lnTo>
                  <a:lnTo>
                    <a:pt x="18122" y="38442"/>
                  </a:lnTo>
                  <a:lnTo>
                    <a:pt x="18059" y="36906"/>
                  </a:lnTo>
                  <a:lnTo>
                    <a:pt x="17716" y="35687"/>
                  </a:lnTo>
                  <a:lnTo>
                    <a:pt x="17030" y="35725"/>
                  </a:lnTo>
                  <a:lnTo>
                    <a:pt x="16802" y="36982"/>
                  </a:lnTo>
                  <a:lnTo>
                    <a:pt x="16954" y="40055"/>
                  </a:lnTo>
                  <a:lnTo>
                    <a:pt x="17132" y="40728"/>
                  </a:lnTo>
                  <a:lnTo>
                    <a:pt x="16560" y="40589"/>
                  </a:lnTo>
                  <a:lnTo>
                    <a:pt x="15252" y="40665"/>
                  </a:lnTo>
                  <a:lnTo>
                    <a:pt x="13944" y="40754"/>
                  </a:lnTo>
                  <a:lnTo>
                    <a:pt x="12877" y="41148"/>
                  </a:lnTo>
                  <a:lnTo>
                    <a:pt x="12915" y="41935"/>
                  </a:lnTo>
                  <a:lnTo>
                    <a:pt x="0" y="26847"/>
                  </a:lnTo>
                  <a:lnTo>
                    <a:pt x="0" y="31203"/>
                  </a:lnTo>
                  <a:lnTo>
                    <a:pt x="17729" y="51892"/>
                  </a:lnTo>
                  <a:lnTo>
                    <a:pt x="21475" y="47536"/>
                  </a:lnTo>
                  <a:lnTo>
                    <a:pt x="39979" y="25946"/>
                  </a:lnTo>
                  <a:close/>
                </a:path>
                <a:path w="118109" h="145415">
                  <a:moveTo>
                    <a:pt x="60121" y="57556"/>
                  </a:moveTo>
                  <a:lnTo>
                    <a:pt x="56375" y="53200"/>
                  </a:lnTo>
                  <a:lnTo>
                    <a:pt x="56375" y="57556"/>
                  </a:lnTo>
                  <a:lnTo>
                    <a:pt x="37871" y="79133"/>
                  </a:lnTo>
                  <a:lnTo>
                    <a:pt x="19380" y="57556"/>
                  </a:lnTo>
                  <a:lnTo>
                    <a:pt x="23685" y="52527"/>
                  </a:lnTo>
                  <a:lnTo>
                    <a:pt x="23609" y="53022"/>
                  </a:lnTo>
                  <a:lnTo>
                    <a:pt x="23749" y="56095"/>
                  </a:lnTo>
                  <a:lnTo>
                    <a:pt x="24091" y="57315"/>
                  </a:lnTo>
                  <a:lnTo>
                    <a:pt x="24777" y="57264"/>
                  </a:lnTo>
                  <a:lnTo>
                    <a:pt x="24993" y="56007"/>
                  </a:lnTo>
                  <a:lnTo>
                    <a:pt x="24930" y="54483"/>
                  </a:lnTo>
                  <a:lnTo>
                    <a:pt x="24853" y="52946"/>
                  </a:lnTo>
                  <a:lnTo>
                    <a:pt x="24511" y="51727"/>
                  </a:lnTo>
                  <a:lnTo>
                    <a:pt x="24358" y="51739"/>
                  </a:lnTo>
                  <a:lnTo>
                    <a:pt x="37871" y="35979"/>
                  </a:lnTo>
                  <a:lnTo>
                    <a:pt x="56375" y="57556"/>
                  </a:lnTo>
                  <a:lnTo>
                    <a:pt x="56375" y="53200"/>
                  </a:lnTo>
                  <a:lnTo>
                    <a:pt x="41617" y="35979"/>
                  </a:lnTo>
                  <a:lnTo>
                    <a:pt x="37871" y="31610"/>
                  </a:lnTo>
                  <a:lnTo>
                    <a:pt x="15633" y="57556"/>
                  </a:lnTo>
                  <a:lnTo>
                    <a:pt x="37871" y="83502"/>
                  </a:lnTo>
                  <a:lnTo>
                    <a:pt x="41617" y="79133"/>
                  </a:lnTo>
                  <a:lnTo>
                    <a:pt x="60121" y="57556"/>
                  </a:lnTo>
                  <a:close/>
                </a:path>
                <a:path w="118109" h="145415">
                  <a:moveTo>
                    <a:pt x="71158" y="122415"/>
                  </a:moveTo>
                  <a:lnTo>
                    <a:pt x="71120" y="121602"/>
                  </a:lnTo>
                  <a:lnTo>
                    <a:pt x="70040" y="121348"/>
                  </a:lnTo>
                  <a:lnTo>
                    <a:pt x="67411" y="121513"/>
                  </a:lnTo>
                  <a:lnTo>
                    <a:pt x="66789" y="121742"/>
                  </a:lnTo>
                  <a:lnTo>
                    <a:pt x="66929" y="121031"/>
                  </a:lnTo>
                  <a:lnTo>
                    <a:pt x="66852" y="119494"/>
                  </a:lnTo>
                  <a:lnTo>
                    <a:pt x="66776" y="117970"/>
                  </a:lnTo>
                  <a:lnTo>
                    <a:pt x="66446" y="116738"/>
                  </a:lnTo>
                  <a:lnTo>
                    <a:pt x="65747" y="116789"/>
                  </a:lnTo>
                  <a:lnTo>
                    <a:pt x="65532" y="118046"/>
                  </a:lnTo>
                  <a:lnTo>
                    <a:pt x="65684" y="121107"/>
                  </a:lnTo>
                  <a:lnTo>
                    <a:pt x="65862" y="121793"/>
                  </a:lnTo>
                  <a:lnTo>
                    <a:pt x="65290" y="121640"/>
                  </a:lnTo>
                  <a:lnTo>
                    <a:pt x="63969" y="121729"/>
                  </a:lnTo>
                  <a:lnTo>
                    <a:pt x="62661" y="121818"/>
                  </a:lnTo>
                  <a:lnTo>
                    <a:pt x="61607" y="122199"/>
                  </a:lnTo>
                  <a:lnTo>
                    <a:pt x="61645" y="123012"/>
                  </a:lnTo>
                  <a:lnTo>
                    <a:pt x="62725" y="123266"/>
                  </a:lnTo>
                  <a:lnTo>
                    <a:pt x="65354" y="123101"/>
                  </a:lnTo>
                  <a:lnTo>
                    <a:pt x="65938" y="122897"/>
                  </a:lnTo>
                  <a:lnTo>
                    <a:pt x="65811" y="123596"/>
                  </a:lnTo>
                  <a:lnTo>
                    <a:pt x="65887" y="125120"/>
                  </a:lnTo>
                  <a:lnTo>
                    <a:pt x="65963" y="126644"/>
                  </a:lnTo>
                  <a:lnTo>
                    <a:pt x="66294" y="127876"/>
                  </a:lnTo>
                  <a:lnTo>
                    <a:pt x="66992" y="127838"/>
                  </a:lnTo>
                  <a:lnTo>
                    <a:pt x="67208" y="126580"/>
                  </a:lnTo>
                  <a:lnTo>
                    <a:pt x="67068" y="123507"/>
                  </a:lnTo>
                  <a:lnTo>
                    <a:pt x="66865" y="122834"/>
                  </a:lnTo>
                  <a:lnTo>
                    <a:pt x="67487" y="122974"/>
                  </a:lnTo>
                  <a:lnTo>
                    <a:pt x="68795" y="122885"/>
                  </a:lnTo>
                  <a:lnTo>
                    <a:pt x="70104" y="122796"/>
                  </a:lnTo>
                  <a:lnTo>
                    <a:pt x="71158" y="122415"/>
                  </a:lnTo>
                  <a:close/>
                </a:path>
                <a:path w="118109" h="145415">
                  <a:moveTo>
                    <a:pt x="84505" y="137985"/>
                  </a:moveTo>
                  <a:lnTo>
                    <a:pt x="84467" y="137172"/>
                  </a:lnTo>
                  <a:lnTo>
                    <a:pt x="83388" y="136918"/>
                  </a:lnTo>
                  <a:lnTo>
                    <a:pt x="80759" y="137083"/>
                  </a:lnTo>
                  <a:lnTo>
                    <a:pt x="80137" y="137312"/>
                  </a:lnTo>
                  <a:lnTo>
                    <a:pt x="80276" y="136588"/>
                  </a:lnTo>
                  <a:lnTo>
                    <a:pt x="80200" y="135064"/>
                  </a:lnTo>
                  <a:lnTo>
                    <a:pt x="80124" y="133540"/>
                  </a:lnTo>
                  <a:lnTo>
                    <a:pt x="79794" y="132308"/>
                  </a:lnTo>
                  <a:lnTo>
                    <a:pt x="79095" y="132359"/>
                  </a:lnTo>
                  <a:lnTo>
                    <a:pt x="78879" y="133604"/>
                  </a:lnTo>
                  <a:lnTo>
                    <a:pt x="79032" y="136677"/>
                  </a:lnTo>
                  <a:lnTo>
                    <a:pt x="79209" y="137363"/>
                  </a:lnTo>
                  <a:lnTo>
                    <a:pt x="78625" y="137210"/>
                  </a:lnTo>
                  <a:lnTo>
                    <a:pt x="77317" y="137299"/>
                  </a:lnTo>
                  <a:lnTo>
                    <a:pt x="76009" y="137375"/>
                  </a:lnTo>
                  <a:lnTo>
                    <a:pt x="74955" y="137769"/>
                  </a:lnTo>
                  <a:lnTo>
                    <a:pt x="74993" y="138569"/>
                  </a:lnTo>
                  <a:lnTo>
                    <a:pt x="76073" y="138836"/>
                  </a:lnTo>
                  <a:lnTo>
                    <a:pt x="78701" y="138671"/>
                  </a:lnTo>
                  <a:lnTo>
                    <a:pt x="79286" y="138455"/>
                  </a:lnTo>
                  <a:lnTo>
                    <a:pt x="79159" y="139153"/>
                  </a:lnTo>
                  <a:lnTo>
                    <a:pt x="79235" y="140690"/>
                  </a:lnTo>
                  <a:lnTo>
                    <a:pt x="79311" y="142214"/>
                  </a:lnTo>
                  <a:lnTo>
                    <a:pt x="79641" y="143446"/>
                  </a:lnTo>
                  <a:lnTo>
                    <a:pt x="80340" y="143395"/>
                  </a:lnTo>
                  <a:lnTo>
                    <a:pt x="80556" y="142138"/>
                  </a:lnTo>
                  <a:lnTo>
                    <a:pt x="80416" y="139077"/>
                  </a:lnTo>
                  <a:lnTo>
                    <a:pt x="80213" y="138391"/>
                  </a:lnTo>
                  <a:lnTo>
                    <a:pt x="80835" y="138531"/>
                  </a:lnTo>
                  <a:lnTo>
                    <a:pt x="82143" y="138455"/>
                  </a:lnTo>
                  <a:lnTo>
                    <a:pt x="83451" y="138366"/>
                  </a:lnTo>
                  <a:lnTo>
                    <a:pt x="84505" y="137985"/>
                  </a:lnTo>
                  <a:close/>
                </a:path>
                <a:path w="118109" h="145415">
                  <a:moveTo>
                    <a:pt x="84759" y="106921"/>
                  </a:moveTo>
                  <a:lnTo>
                    <a:pt x="84721" y="106121"/>
                  </a:lnTo>
                  <a:lnTo>
                    <a:pt x="83642" y="105854"/>
                  </a:lnTo>
                  <a:lnTo>
                    <a:pt x="81013" y="106019"/>
                  </a:lnTo>
                  <a:lnTo>
                    <a:pt x="80391" y="106260"/>
                  </a:lnTo>
                  <a:lnTo>
                    <a:pt x="80530" y="105537"/>
                  </a:lnTo>
                  <a:lnTo>
                    <a:pt x="80454" y="104000"/>
                  </a:lnTo>
                  <a:lnTo>
                    <a:pt x="80378" y="102476"/>
                  </a:lnTo>
                  <a:lnTo>
                    <a:pt x="80048" y="101244"/>
                  </a:lnTo>
                  <a:lnTo>
                    <a:pt x="79349" y="101295"/>
                  </a:lnTo>
                  <a:lnTo>
                    <a:pt x="79133" y="102552"/>
                  </a:lnTo>
                  <a:lnTo>
                    <a:pt x="79286" y="105613"/>
                  </a:lnTo>
                  <a:lnTo>
                    <a:pt x="79463" y="106299"/>
                  </a:lnTo>
                  <a:lnTo>
                    <a:pt x="78892" y="106159"/>
                  </a:lnTo>
                  <a:lnTo>
                    <a:pt x="77571" y="106235"/>
                  </a:lnTo>
                  <a:lnTo>
                    <a:pt x="76263" y="106324"/>
                  </a:lnTo>
                  <a:lnTo>
                    <a:pt x="75209" y="106705"/>
                  </a:lnTo>
                  <a:lnTo>
                    <a:pt x="75247" y="107518"/>
                  </a:lnTo>
                  <a:lnTo>
                    <a:pt x="76327" y="107772"/>
                  </a:lnTo>
                  <a:lnTo>
                    <a:pt x="78955" y="107607"/>
                  </a:lnTo>
                  <a:lnTo>
                    <a:pt x="79540" y="107403"/>
                  </a:lnTo>
                  <a:lnTo>
                    <a:pt x="79413" y="108102"/>
                  </a:lnTo>
                  <a:lnTo>
                    <a:pt x="79489" y="109626"/>
                  </a:lnTo>
                  <a:lnTo>
                    <a:pt x="79565" y="111150"/>
                  </a:lnTo>
                  <a:lnTo>
                    <a:pt x="79895" y="112382"/>
                  </a:lnTo>
                  <a:lnTo>
                    <a:pt x="80594" y="112344"/>
                  </a:lnTo>
                  <a:lnTo>
                    <a:pt x="80810" y="111086"/>
                  </a:lnTo>
                  <a:lnTo>
                    <a:pt x="80670" y="108013"/>
                  </a:lnTo>
                  <a:lnTo>
                    <a:pt x="80467" y="107340"/>
                  </a:lnTo>
                  <a:lnTo>
                    <a:pt x="81089" y="107480"/>
                  </a:lnTo>
                  <a:lnTo>
                    <a:pt x="82397" y="107391"/>
                  </a:lnTo>
                  <a:lnTo>
                    <a:pt x="83705" y="107315"/>
                  </a:lnTo>
                  <a:lnTo>
                    <a:pt x="84759" y="106921"/>
                  </a:lnTo>
                  <a:close/>
                </a:path>
                <a:path w="118109" h="145415">
                  <a:moveTo>
                    <a:pt x="98234" y="122631"/>
                  </a:moveTo>
                  <a:lnTo>
                    <a:pt x="98196" y="121831"/>
                  </a:lnTo>
                  <a:lnTo>
                    <a:pt x="97116" y="121564"/>
                  </a:lnTo>
                  <a:lnTo>
                    <a:pt x="94488" y="121729"/>
                  </a:lnTo>
                  <a:lnTo>
                    <a:pt x="93865" y="121970"/>
                  </a:lnTo>
                  <a:lnTo>
                    <a:pt x="93992" y="121246"/>
                  </a:lnTo>
                  <a:lnTo>
                    <a:pt x="93929" y="119722"/>
                  </a:lnTo>
                  <a:lnTo>
                    <a:pt x="93853" y="118186"/>
                  </a:lnTo>
                  <a:lnTo>
                    <a:pt x="93510" y="116967"/>
                  </a:lnTo>
                  <a:lnTo>
                    <a:pt x="92824" y="117005"/>
                  </a:lnTo>
                  <a:lnTo>
                    <a:pt x="92608" y="118262"/>
                  </a:lnTo>
                  <a:lnTo>
                    <a:pt x="92748" y="121335"/>
                  </a:lnTo>
                  <a:lnTo>
                    <a:pt x="92925" y="122008"/>
                  </a:lnTo>
                  <a:lnTo>
                    <a:pt x="92354" y="121869"/>
                  </a:lnTo>
                  <a:lnTo>
                    <a:pt x="91046" y="121945"/>
                  </a:lnTo>
                  <a:lnTo>
                    <a:pt x="89738" y="122034"/>
                  </a:lnTo>
                  <a:lnTo>
                    <a:pt x="88684" y="122428"/>
                  </a:lnTo>
                  <a:lnTo>
                    <a:pt x="88722" y="123228"/>
                  </a:lnTo>
                  <a:lnTo>
                    <a:pt x="89801" y="123494"/>
                  </a:lnTo>
                  <a:lnTo>
                    <a:pt x="92430" y="123317"/>
                  </a:lnTo>
                  <a:lnTo>
                    <a:pt x="93002" y="123113"/>
                  </a:lnTo>
                  <a:lnTo>
                    <a:pt x="92887" y="123812"/>
                  </a:lnTo>
                  <a:lnTo>
                    <a:pt x="92964" y="125336"/>
                  </a:lnTo>
                  <a:lnTo>
                    <a:pt x="93040" y="126873"/>
                  </a:lnTo>
                  <a:lnTo>
                    <a:pt x="93370" y="128092"/>
                  </a:lnTo>
                  <a:lnTo>
                    <a:pt x="94068" y="128054"/>
                  </a:lnTo>
                  <a:lnTo>
                    <a:pt x="94284" y="126796"/>
                  </a:lnTo>
                  <a:lnTo>
                    <a:pt x="94132" y="123723"/>
                  </a:lnTo>
                  <a:lnTo>
                    <a:pt x="93941" y="123037"/>
                  </a:lnTo>
                  <a:lnTo>
                    <a:pt x="94564" y="123190"/>
                  </a:lnTo>
                  <a:lnTo>
                    <a:pt x="95872" y="123101"/>
                  </a:lnTo>
                  <a:lnTo>
                    <a:pt x="97180" y="123024"/>
                  </a:lnTo>
                  <a:lnTo>
                    <a:pt x="98234" y="122631"/>
                  </a:lnTo>
                  <a:close/>
                </a:path>
                <a:path w="118109" h="145415">
                  <a:moveTo>
                    <a:pt x="117652" y="85013"/>
                  </a:moveTo>
                  <a:lnTo>
                    <a:pt x="104724" y="69951"/>
                  </a:lnTo>
                  <a:lnTo>
                    <a:pt x="104724" y="74345"/>
                  </a:lnTo>
                  <a:lnTo>
                    <a:pt x="104343" y="74244"/>
                  </a:lnTo>
                  <a:lnTo>
                    <a:pt x="101714" y="74409"/>
                  </a:lnTo>
                  <a:lnTo>
                    <a:pt x="101104" y="74637"/>
                  </a:lnTo>
                  <a:lnTo>
                    <a:pt x="101231" y="73926"/>
                  </a:lnTo>
                  <a:lnTo>
                    <a:pt x="101155" y="72402"/>
                  </a:lnTo>
                  <a:lnTo>
                    <a:pt x="101079" y="70866"/>
                  </a:lnTo>
                  <a:lnTo>
                    <a:pt x="100749" y="69697"/>
                  </a:lnTo>
                  <a:lnTo>
                    <a:pt x="104724" y="74345"/>
                  </a:lnTo>
                  <a:lnTo>
                    <a:pt x="104724" y="69951"/>
                  </a:lnTo>
                  <a:lnTo>
                    <a:pt x="104254" y="69392"/>
                  </a:lnTo>
                  <a:lnTo>
                    <a:pt x="100723" y="65278"/>
                  </a:lnTo>
                  <a:lnTo>
                    <a:pt x="100723" y="69659"/>
                  </a:lnTo>
                  <a:lnTo>
                    <a:pt x="100266" y="69684"/>
                  </a:lnTo>
                  <a:lnTo>
                    <a:pt x="100507" y="69392"/>
                  </a:lnTo>
                  <a:lnTo>
                    <a:pt x="100723" y="69659"/>
                  </a:lnTo>
                  <a:lnTo>
                    <a:pt x="100723" y="65278"/>
                  </a:lnTo>
                  <a:lnTo>
                    <a:pt x="100507" y="65024"/>
                  </a:lnTo>
                  <a:lnTo>
                    <a:pt x="86563" y="81292"/>
                  </a:lnTo>
                  <a:lnTo>
                    <a:pt x="86563" y="90182"/>
                  </a:lnTo>
                  <a:lnTo>
                    <a:pt x="85991" y="90043"/>
                  </a:lnTo>
                  <a:lnTo>
                    <a:pt x="84683" y="90119"/>
                  </a:lnTo>
                  <a:lnTo>
                    <a:pt x="83375" y="90208"/>
                  </a:lnTo>
                  <a:lnTo>
                    <a:pt x="82346" y="90589"/>
                  </a:lnTo>
                  <a:lnTo>
                    <a:pt x="82346" y="91389"/>
                  </a:lnTo>
                  <a:lnTo>
                    <a:pt x="82003" y="90970"/>
                  </a:lnTo>
                  <a:lnTo>
                    <a:pt x="82308" y="90614"/>
                  </a:lnTo>
                  <a:lnTo>
                    <a:pt x="82346" y="91389"/>
                  </a:lnTo>
                  <a:lnTo>
                    <a:pt x="82346" y="90589"/>
                  </a:lnTo>
                  <a:lnTo>
                    <a:pt x="86321" y="85940"/>
                  </a:lnTo>
                  <a:lnTo>
                    <a:pt x="86233" y="86436"/>
                  </a:lnTo>
                  <a:lnTo>
                    <a:pt x="86385" y="89496"/>
                  </a:lnTo>
                  <a:lnTo>
                    <a:pt x="86563" y="90182"/>
                  </a:lnTo>
                  <a:lnTo>
                    <a:pt x="86563" y="81292"/>
                  </a:lnTo>
                  <a:lnTo>
                    <a:pt x="79806" y="89166"/>
                  </a:lnTo>
                  <a:lnTo>
                    <a:pt x="77622" y="86626"/>
                  </a:lnTo>
                  <a:lnTo>
                    <a:pt x="77622" y="90970"/>
                  </a:lnTo>
                  <a:lnTo>
                    <a:pt x="73482" y="95796"/>
                  </a:lnTo>
                  <a:lnTo>
                    <a:pt x="73596" y="95186"/>
                  </a:lnTo>
                  <a:lnTo>
                    <a:pt x="73456" y="92125"/>
                  </a:lnTo>
                  <a:lnTo>
                    <a:pt x="73253" y="91440"/>
                  </a:lnTo>
                  <a:lnTo>
                    <a:pt x="73875" y="91579"/>
                  </a:lnTo>
                  <a:lnTo>
                    <a:pt x="75184" y="91503"/>
                  </a:lnTo>
                  <a:lnTo>
                    <a:pt x="76492" y="91414"/>
                  </a:lnTo>
                  <a:lnTo>
                    <a:pt x="77546" y="91020"/>
                  </a:lnTo>
                  <a:lnTo>
                    <a:pt x="77533" y="90881"/>
                  </a:lnTo>
                  <a:lnTo>
                    <a:pt x="77622" y="86626"/>
                  </a:lnTo>
                  <a:lnTo>
                    <a:pt x="76822" y="85686"/>
                  </a:lnTo>
                  <a:lnTo>
                    <a:pt x="76822" y="90055"/>
                  </a:lnTo>
                  <a:lnTo>
                    <a:pt x="76428" y="89954"/>
                  </a:lnTo>
                  <a:lnTo>
                    <a:pt x="73799" y="90131"/>
                  </a:lnTo>
                  <a:lnTo>
                    <a:pt x="73190" y="90360"/>
                  </a:lnTo>
                  <a:lnTo>
                    <a:pt x="73317" y="89636"/>
                  </a:lnTo>
                  <a:lnTo>
                    <a:pt x="73240" y="88112"/>
                  </a:lnTo>
                  <a:lnTo>
                    <a:pt x="73164" y="86575"/>
                  </a:lnTo>
                  <a:lnTo>
                    <a:pt x="72898" y="85636"/>
                  </a:lnTo>
                  <a:lnTo>
                    <a:pt x="72898" y="96481"/>
                  </a:lnTo>
                  <a:lnTo>
                    <a:pt x="59118" y="112547"/>
                  </a:lnTo>
                  <a:lnTo>
                    <a:pt x="54330" y="106984"/>
                  </a:lnTo>
                  <a:lnTo>
                    <a:pt x="55397" y="107226"/>
                  </a:lnTo>
                  <a:lnTo>
                    <a:pt x="58013" y="107061"/>
                  </a:lnTo>
                  <a:lnTo>
                    <a:pt x="58483" y="106895"/>
                  </a:lnTo>
                  <a:lnTo>
                    <a:pt x="58483" y="108318"/>
                  </a:lnTo>
                  <a:lnTo>
                    <a:pt x="59867" y="108318"/>
                  </a:lnTo>
                  <a:lnTo>
                    <a:pt x="59867" y="106870"/>
                  </a:lnTo>
                  <a:lnTo>
                    <a:pt x="60147" y="106934"/>
                  </a:lnTo>
                  <a:lnTo>
                    <a:pt x="61455" y="106845"/>
                  </a:lnTo>
                  <a:lnTo>
                    <a:pt x="62763" y="106756"/>
                  </a:lnTo>
                  <a:lnTo>
                    <a:pt x="63830" y="106375"/>
                  </a:lnTo>
                  <a:lnTo>
                    <a:pt x="63779" y="105562"/>
                  </a:lnTo>
                  <a:lnTo>
                    <a:pt x="62699" y="105308"/>
                  </a:lnTo>
                  <a:lnTo>
                    <a:pt x="60071" y="105473"/>
                  </a:lnTo>
                  <a:lnTo>
                    <a:pt x="59461" y="105714"/>
                  </a:lnTo>
                  <a:lnTo>
                    <a:pt x="59588" y="104990"/>
                  </a:lnTo>
                  <a:lnTo>
                    <a:pt x="59512" y="103454"/>
                  </a:lnTo>
                  <a:lnTo>
                    <a:pt x="59436" y="101930"/>
                  </a:lnTo>
                  <a:lnTo>
                    <a:pt x="59105" y="100698"/>
                  </a:lnTo>
                  <a:lnTo>
                    <a:pt x="58420" y="100749"/>
                  </a:lnTo>
                  <a:lnTo>
                    <a:pt x="58191" y="102006"/>
                  </a:lnTo>
                  <a:lnTo>
                    <a:pt x="58343" y="105067"/>
                  </a:lnTo>
                  <a:lnTo>
                    <a:pt x="58521" y="105752"/>
                  </a:lnTo>
                  <a:lnTo>
                    <a:pt x="57950" y="105600"/>
                  </a:lnTo>
                  <a:lnTo>
                    <a:pt x="56642" y="105689"/>
                  </a:lnTo>
                  <a:lnTo>
                    <a:pt x="55333" y="105778"/>
                  </a:lnTo>
                  <a:lnTo>
                    <a:pt x="54267" y="106159"/>
                  </a:lnTo>
                  <a:lnTo>
                    <a:pt x="54305" y="106959"/>
                  </a:lnTo>
                  <a:lnTo>
                    <a:pt x="40982" y="91414"/>
                  </a:lnTo>
                  <a:lnTo>
                    <a:pt x="42049" y="91655"/>
                  </a:lnTo>
                  <a:lnTo>
                    <a:pt x="44678" y="91490"/>
                  </a:lnTo>
                  <a:lnTo>
                    <a:pt x="45250" y="91287"/>
                  </a:lnTo>
                  <a:lnTo>
                    <a:pt x="45135" y="91986"/>
                  </a:lnTo>
                  <a:lnTo>
                    <a:pt x="45212" y="93510"/>
                  </a:lnTo>
                  <a:lnTo>
                    <a:pt x="45275" y="95034"/>
                  </a:lnTo>
                  <a:lnTo>
                    <a:pt x="45618" y="96266"/>
                  </a:lnTo>
                  <a:lnTo>
                    <a:pt x="46304" y="96227"/>
                  </a:lnTo>
                  <a:lnTo>
                    <a:pt x="46532" y="94970"/>
                  </a:lnTo>
                  <a:lnTo>
                    <a:pt x="46380" y="91897"/>
                  </a:lnTo>
                  <a:lnTo>
                    <a:pt x="46189" y="91224"/>
                  </a:lnTo>
                  <a:lnTo>
                    <a:pt x="46799" y="91363"/>
                  </a:lnTo>
                  <a:lnTo>
                    <a:pt x="48107" y="91274"/>
                  </a:lnTo>
                  <a:lnTo>
                    <a:pt x="49428" y="91198"/>
                  </a:lnTo>
                  <a:lnTo>
                    <a:pt x="50482" y="90805"/>
                  </a:lnTo>
                  <a:lnTo>
                    <a:pt x="50431" y="90004"/>
                  </a:lnTo>
                  <a:lnTo>
                    <a:pt x="49364" y="89738"/>
                  </a:lnTo>
                  <a:lnTo>
                    <a:pt x="46736" y="89903"/>
                  </a:lnTo>
                  <a:lnTo>
                    <a:pt x="46113" y="90144"/>
                  </a:lnTo>
                  <a:lnTo>
                    <a:pt x="46240" y="89420"/>
                  </a:lnTo>
                  <a:lnTo>
                    <a:pt x="46164" y="87884"/>
                  </a:lnTo>
                  <a:lnTo>
                    <a:pt x="46101" y="86360"/>
                  </a:lnTo>
                  <a:lnTo>
                    <a:pt x="45758" y="85140"/>
                  </a:lnTo>
                  <a:lnTo>
                    <a:pt x="45605" y="85153"/>
                  </a:lnTo>
                  <a:lnTo>
                    <a:pt x="58610" y="69977"/>
                  </a:lnTo>
                  <a:lnTo>
                    <a:pt x="58445" y="70942"/>
                  </a:lnTo>
                  <a:lnTo>
                    <a:pt x="58597" y="74015"/>
                  </a:lnTo>
                  <a:lnTo>
                    <a:pt x="58775" y="74688"/>
                  </a:lnTo>
                  <a:lnTo>
                    <a:pt x="58204" y="74549"/>
                  </a:lnTo>
                  <a:lnTo>
                    <a:pt x="56896" y="74625"/>
                  </a:lnTo>
                  <a:lnTo>
                    <a:pt x="55587" y="74714"/>
                  </a:lnTo>
                  <a:lnTo>
                    <a:pt x="54521" y="75095"/>
                  </a:lnTo>
                  <a:lnTo>
                    <a:pt x="54571" y="75907"/>
                  </a:lnTo>
                  <a:lnTo>
                    <a:pt x="55651" y="76174"/>
                  </a:lnTo>
                  <a:lnTo>
                    <a:pt x="58280" y="75996"/>
                  </a:lnTo>
                  <a:lnTo>
                    <a:pt x="58851" y="75793"/>
                  </a:lnTo>
                  <a:lnTo>
                    <a:pt x="58737" y="76492"/>
                  </a:lnTo>
                  <a:lnTo>
                    <a:pt x="58813" y="78016"/>
                  </a:lnTo>
                  <a:lnTo>
                    <a:pt x="58877" y="79552"/>
                  </a:lnTo>
                  <a:lnTo>
                    <a:pt x="59220" y="80772"/>
                  </a:lnTo>
                  <a:lnTo>
                    <a:pt x="59905" y="80733"/>
                  </a:lnTo>
                  <a:lnTo>
                    <a:pt x="60121" y="79476"/>
                  </a:lnTo>
                  <a:lnTo>
                    <a:pt x="59982" y="76403"/>
                  </a:lnTo>
                  <a:lnTo>
                    <a:pt x="59791" y="75730"/>
                  </a:lnTo>
                  <a:lnTo>
                    <a:pt x="60401" y="75869"/>
                  </a:lnTo>
                  <a:lnTo>
                    <a:pt x="61709" y="75780"/>
                  </a:lnTo>
                  <a:lnTo>
                    <a:pt x="63017" y="75704"/>
                  </a:lnTo>
                  <a:lnTo>
                    <a:pt x="64084" y="75311"/>
                  </a:lnTo>
                  <a:lnTo>
                    <a:pt x="72809" y="85369"/>
                  </a:lnTo>
                  <a:lnTo>
                    <a:pt x="72136" y="85394"/>
                  </a:lnTo>
                  <a:lnTo>
                    <a:pt x="71920" y="86652"/>
                  </a:lnTo>
                  <a:lnTo>
                    <a:pt x="72072" y="89725"/>
                  </a:lnTo>
                  <a:lnTo>
                    <a:pt x="72250" y="90411"/>
                  </a:lnTo>
                  <a:lnTo>
                    <a:pt x="71678" y="90258"/>
                  </a:lnTo>
                  <a:lnTo>
                    <a:pt x="70358" y="90347"/>
                  </a:lnTo>
                  <a:lnTo>
                    <a:pt x="69049" y="90424"/>
                  </a:lnTo>
                  <a:lnTo>
                    <a:pt x="67995" y="90817"/>
                  </a:lnTo>
                  <a:lnTo>
                    <a:pt x="68033" y="91617"/>
                  </a:lnTo>
                  <a:lnTo>
                    <a:pt x="69113" y="91884"/>
                  </a:lnTo>
                  <a:lnTo>
                    <a:pt x="71742" y="91719"/>
                  </a:lnTo>
                  <a:lnTo>
                    <a:pt x="72326" y="91503"/>
                  </a:lnTo>
                  <a:lnTo>
                    <a:pt x="72212" y="92202"/>
                  </a:lnTo>
                  <a:lnTo>
                    <a:pt x="72275" y="93738"/>
                  </a:lnTo>
                  <a:lnTo>
                    <a:pt x="72351" y="95262"/>
                  </a:lnTo>
                  <a:lnTo>
                    <a:pt x="72682" y="96481"/>
                  </a:lnTo>
                  <a:lnTo>
                    <a:pt x="72898" y="96481"/>
                  </a:lnTo>
                  <a:lnTo>
                    <a:pt x="72898" y="85636"/>
                  </a:lnTo>
                  <a:lnTo>
                    <a:pt x="72834" y="85407"/>
                  </a:lnTo>
                  <a:lnTo>
                    <a:pt x="76822" y="90055"/>
                  </a:lnTo>
                  <a:lnTo>
                    <a:pt x="76822" y="85686"/>
                  </a:lnTo>
                  <a:lnTo>
                    <a:pt x="63334" y="69951"/>
                  </a:lnTo>
                  <a:lnTo>
                    <a:pt x="63334" y="74345"/>
                  </a:lnTo>
                  <a:lnTo>
                    <a:pt x="62953" y="74244"/>
                  </a:lnTo>
                  <a:lnTo>
                    <a:pt x="60337" y="74409"/>
                  </a:lnTo>
                  <a:lnTo>
                    <a:pt x="59715" y="74650"/>
                  </a:lnTo>
                  <a:lnTo>
                    <a:pt x="59842" y="73926"/>
                  </a:lnTo>
                  <a:lnTo>
                    <a:pt x="59766" y="72402"/>
                  </a:lnTo>
                  <a:lnTo>
                    <a:pt x="59690" y="70866"/>
                  </a:lnTo>
                  <a:lnTo>
                    <a:pt x="59359" y="69697"/>
                  </a:lnTo>
                  <a:lnTo>
                    <a:pt x="63334" y="74345"/>
                  </a:lnTo>
                  <a:lnTo>
                    <a:pt x="63334" y="69951"/>
                  </a:lnTo>
                  <a:lnTo>
                    <a:pt x="62865" y="69392"/>
                  </a:lnTo>
                  <a:lnTo>
                    <a:pt x="59334" y="65278"/>
                  </a:lnTo>
                  <a:lnTo>
                    <a:pt x="59334" y="69659"/>
                  </a:lnTo>
                  <a:lnTo>
                    <a:pt x="58877" y="69684"/>
                  </a:lnTo>
                  <a:lnTo>
                    <a:pt x="59118" y="69392"/>
                  </a:lnTo>
                  <a:lnTo>
                    <a:pt x="59334" y="69659"/>
                  </a:lnTo>
                  <a:lnTo>
                    <a:pt x="59334" y="65278"/>
                  </a:lnTo>
                  <a:lnTo>
                    <a:pt x="59118" y="65024"/>
                  </a:lnTo>
                  <a:lnTo>
                    <a:pt x="45173" y="81305"/>
                  </a:lnTo>
                  <a:lnTo>
                    <a:pt x="45173" y="90182"/>
                  </a:lnTo>
                  <a:lnTo>
                    <a:pt x="44602" y="90043"/>
                  </a:lnTo>
                  <a:lnTo>
                    <a:pt x="43294" y="90119"/>
                  </a:lnTo>
                  <a:lnTo>
                    <a:pt x="41986" y="90208"/>
                  </a:lnTo>
                  <a:lnTo>
                    <a:pt x="40957" y="90589"/>
                  </a:lnTo>
                  <a:lnTo>
                    <a:pt x="40957" y="91389"/>
                  </a:lnTo>
                  <a:lnTo>
                    <a:pt x="40614" y="90970"/>
                  </a:lnTo>
                  <a:lnTo>
                    <a:pt x="40932" y="90601"/>
                  </a:lnTo>
                  <a:lnTo>
                    <a:pt x="40957" y="91389"/>
                  </a:lnTo>
                  <a:lnTo>
                    <a:pt x="40957" y="90589"/>
                  </a:lnTo>
                  <a:lnTo>
                    <a:pt x="44932" y="85940"/>
                  </a:lnTo>
                  <a:lnTo>
                    <a:pt x="44843" y="86436"/>
                  </a:lnTo>
                  <a:lnTo>
                    <a:pt x="44996" y="89496"/>
                  </a:lnTo>
                  <a:lnTo>
                    <a:pt x="45173" y="90182"/>
                  </a:lnTo>
                  <a:lnTo>
                    <a:pt x="45173" y="81305"/>
                  </a:lnTo>
                  <a:lnTo>
                    <a:pt x="36880" y="90970"/>
                  </a:lnTo>
                  <a:lnTo>
                    <a:pt x="59118" y="116916"/>
                  </a:lnTo>
                  <a:lnTo>
                    <a:pt x="62865" y="112547"/>
                  </a:lnTo>
                  <a:lnTo>
                    <a:pt x="79806" y="92786"/>
                  </a:lnTo>
                  <a:lnTo>
                    <a:pt x="100507" y="116916"/>
                  </a:lnTo>
                  <a:lnTo>
                    <a:pt x="104254" y="112547"/>
                  </a:lnTo>
                  <a:lnTo>
                    <a:pt x="117652" y="96926"/>
                  </a:lnTo>
                  <a:lnTo>
                    <a:pt x="117652" y="92544"/>
                  </a:lnTo>
                  <a:lnTo>
                    <a:pt x="114884" y="95783"/>
                  </a:lnTo>
                  <a:lnTo>
                    <a:pt x="114985" y="95186"/>
                  </a:lnTo>
                  <a:lnTo>
                    <a:pt x="114846" y="92125"/>
                  </a:lnTo>
                  <a:lnTo>
                    <a:pt x="114642" y="91440"/>
                  </a:lnTo>
                  <a:lnTo>
                    <a:pt x="115265" y="91579"/>
                  </a:lnTo>
                  <a:lnTo>
                    <a:pt x="117652" y="91427"/>
                  </a:lnTo>
                  <a:lnTo>
                    <a:pt x="117652" y="89966"/>
                  </a:lnTo>
                  <a:lnTo>
                    <a:pt x="115189" y="90131"/>
                  </a:lnTo>
                  <a:lnTo>
                    <a:pt x="114566" y="90360"/>
                  </a:lnTo>
                  <a:lnTo>
                    <a:pt x="114706" y="89636"/>
                  </a:lnTo>
                  <a:lnTo>
                    <a:pt x="114630" y="88112"/>
                  </a:lnTo>
                  <a:lnTo>
                    <a:pt x="114554" y="86575"/>
                  </a:lnTo>
                  <a:lnTo>
                    <a:pt x="114287" y="85610"/>
                  </a:lnTo>
                  <a:lnTo>
                    <a:pt x="114287" y="96481"/>
                  </a:lnTo>
                  <a:lnTo>
                    <a:pt x="100507" y="112547"/>
                  </a:lnTo>
                  <a:lnTo>
                    <a:pt x="95719" y="106984"/>
                  </a:lnTo>
                  <a:lnTo>
                    <a:pt x="96786" y="107226"/>
                  </a:lnTo>
                  <a:lnTo>
                    <a:pt x="99415" y="107061"/>
                  </a:lnTo>
                  <a:lnTo>
                    <a:pt x="99872" y="106895"/>
                  </a:lnTo>
                  <a:lnTo>
                    <a:pt x="99872" y="108318"/>
                  </a:lnTo>
                  <a:lnTo>
                    <a:pt x="101257" y="108318"/>
                  </a:lnTo>
                  <a:lnTo>
                    <a:pt x="101257" y="106870"/>
                  </a:lnTo>
                  <a:lnTo>
                    <a:pt x="101536" y="106934"/>
                  </a:lnTo>
                  <a:lnTo>
                    <a:pt x="102844" y="106845"/>
                  </a:lnTo>
                  <a:lnTo>
                    <a:pt x="104152" y="106756"/>
                  </a:lnTo>
                  <a:lnTo>
                    <a:pt x="105219" y="106375"/>
                  </a:lnTo>
                  <a:lnTo>
                    <a:pt x="105168" y="105562"/>
                  </a:lnTo>
                  <a:lnTo>
                    <a:pt x="104089" y="105308"/>
                  </a:lnTo>
                  <a:lnTo>
                    <a:pt x="101460" y="105473"/>
                  </a:lnTo>
                  <a:lnTo>
                    <a:pt x="100850" y="105714"/>
                  </a:lnTo>
                  <a:lnTo>
                    <a:pt x="100977" y="104990"/>
                  </a:lnTo>
                  <a:lnTo>
                    <a:pt x="100901" y="103454"/>
                  </a:lnTo>
                  <a:lnTo>
                    <a:pt x="100825" y="101930"/>
                  </a:lnTo>
                  <a:lnTo>
                    <a:pt x="100495" y="100698"/>
                  </a:lnTo>
                  <a:lnTo>
                    <a:pt x="99809" y="100749"/>
                  </a:lnTo>
                  <a:lnTo>
                    <a:pt x="99580" y="102006"/>
                  </a:lnTo>
                  <a:lnTo>
                    <a:pt x="99733" y="105067"/>
                  </a:lnTo>
                  <a:lnTo>
                    <a:pt x="99910" y="105752"/>
                  </a:lnTo>
                  <a:lnTo>
                    <a:pt x="99339" y="105600"/>
                  </a:lnTo>
                  <a:lnTo>
                    <a:pt x="98031" y="105689"/>
                  </a:lnTo>
                  <a:lnTo>
                    <a:pt x="96723" y="105778"/>
                  </a:lnTo>
                  <a:lnTo>
                    <a:pt x="95656" y="106159"/>
                  </a:lnTo>
                  <a:lnTo>
                    <a:pt x="95694" y="106959"/>
                  </a:lnTo>
                  <a:lnTo>
                    <a:pt x="82372" y="91414"/>
                  </a:lnTo>
                  <a:lnTo>
                    <a:pt x="83439" y="91655"/>
                  </a:lnTo>
                  <a:lnTo>
                    <a:pt x="86067" y="91490"/>
                  </a:lnTo>
                  <a:lnTo>
                    <a:pt x="86639" y="91287"/>
                  </a:lnTo>
                  <a:lnTo>
                    <a:pt x="86525" y="91986"/>
                  </a:lnTo>
                  <a:lnTo>
                    <a:pt x="86601" y="93510"/>
                  </a:lnTo>
                  <a:lnTo>
                    <a:pt x="86664" y="95034"/>
                  </a:lnTo>
                  <a:lnTo>
                    <a:pt x="87007" y="96266"/>
                  </a:lnTo>
                  <a:lnTo>
                    <a:pt x="87693" y="96227"/>
                  </a:lnTo>
                  <a:lnTo>
                    <a:pt x="87909" y="94970"/>
                  </a:lnTo>
                  <a:lnTo>
                    <a:pt x="87769" y="91897"/>
                  </a:lnTo>
                  <a:lnTo>
                    <a:pt x="87579" y="91224"/>
                  </a:lnTo>
                  <a:lnTo>
                    <a:pt x="88188" y="91363"/>
                  </a:lnTo>
                  <a:lnTo>
                    <a:pt x="89496" y="91274"/>
                  </a:lnTo>
                  <a:lnTo>
                    <a:pt x="90805" y="91198"/>
                  </a:lnTo>
                  <a:lnTo>
                    <a:pt x="91871" y="90805"/>
                  </a:lnTo>
                  <a:lnTo>
                    <a:pt x="91821" y="90004"/>
                  </a:lnTo>
                  <a:lnTo>
                    <a:pt x="90741" y="89738"/>
                  </a:lnTo>
                  <a:lnTo>
                    <a:pt x="88125" y="89903"/>
                  </a:lnTo>
                  <a:lnTo>
                    <a:pt x="87503" y="90144"/>
                  </a:lnTo>
                  <a:lnTo>
                    <a:pt x="87630" y="89420"/>
                  </a:lnTo>
                  <a:lnTo>
                    <a:pt x="87553" y="87884"/>
                  </a:lnTo>
                  <a:lnTo>
                    <a:pt x="87490" y="86360"/>
                  </a:lnTo>
                  <a:lnTo>
                    <a:pt x="87147" y="85140"/>
                  </a:lnTo>
                  <a:lnTo>
                    <a:pt x="86995" y="85153"/>
                  </a:lnTo>
                  <a:lnTo>
                    <a:pt x="99999" y="69977"/>
                  </a:lnTo>
                  <a:lnTo>
                    <a:pt x="99834" y="70942"/>
                  </a:lnTo>
                  <a:lnTo>
                    <a:pt x="99987" y="74015"/>
                  </a:lnTo>
                  <a:lnTo>
                    <a:pt x="100164" y="74688"/>
                  </a:lnTo>
                  <a:lnTo>
                    <a:pt x="99593" y="74549"/>
                  </a:lnTo>
                  <a:lnTo>
                    <a:pt x="98285" y="74625"/>
                  </a:lnTo>
                  <a:lnTo>
                    <a:pt x="96977" y="74714"/>
                  </a:lnTo>
                  <a:lnTo>
                    <a:pt x="95910" y="75095"/>
                  </a:lnTo>
                  <a:lnTo>
                    <a:pt x="95961" y="75907"/>
                  </a:lnTo>
                  <a:lnTo>
                    <a:pt x="97040" y="76174"/>
                  </a:lnTo>
                  <a:lnTo>
                    <a:pt x="99669" y="75996"/>
                  </a:lnTo>
                  <a:lnTo>
                    <a:pt x="100241" y="75793"/>
                  </a:lnTo>
                  <a:lnTo>
                    <a:pt x="100126" y="76492"/>
                  </a:lnTo>
                  <a:lnTo>
                    <a:pt x="100203" y="78016"/>
                  </a:lnTo>
                  <a:lnTo>
                    <a:pt x="100266" y="79552"/>
                  </a:lnTo>
                  <a:lnTo>
                    <a:pt x="100609" y="80772"/>
                  </a:lnTo>
                  <a:lnTo>
                    <a:pt x="101295" y="80733"/>
                  </a:lnTo>
                  <a:lnTo>
                    <a:pt x="101511" y="79476"/>
                  </a:lnTo>
                  <a:lnTo>
                    <a:pt x="101371" y="76403"/>
                  </a:lnTo>
                  <a:lnTo>
                    <a:pt x="101168" y="75730"/>
                  </a:lnTo>
                  <a:lnTo>
                    <a:pt x="101790" y="75869"/>
                  </a:lnTo>
                  <a:lnTo>
                    <a:pt x="103098" y="75780"/>
                  </a:lnTo>
                  <a:lnTo>
                    <a:pt x="104406" y="75704"/>
                  </a:lnTo>
                  <a:lnTo>
                    <a:pt x="105473" y="75311"/>
                  </a:lnTo>
                  <a:lnTo>
                    <a:pt x="114185" y="85369"/>
                  </a:lnTo>
                  <a:lnTo>
                    <a:pt x="113525" y="85394"/>
                  </a:lnTo>
                  <a:lnTo>
                    <a:pt x="113309" y="86652"/>
                  </a:lnTo>
                  <a:lnTo>
                    <a:pt x="113461" y="89725"/>
                  </a:lnTo>
                  <a:lnTo>
                    <a:pt x="113639" y="90411"/>
                  </a:lnTo>
                  <a:lnTo>
                    <a:pt x="113055" y="90258"/>
                  </a:lnTo>
                  <a:lnTo>
                    <a:pt x="111747" y="90347"/>
                  </a:lnTo>
                  <a:lnTo>
                    <a:pt x="110439" y="90424"/>
                  </a:lnTo>
                  <a:lnTo>
                    <a:pt x="109385" y="90817"/>
                  </a:lnTo>
                  <a:lnTo>
                    <a:pt x="109423" y="91617"/>
                  </a:lnTo>
                  <a:lnTo>
                    <a:pt x="110502" y="91884"/>
                  </a:lnTo>
                  <a:lnTo>
                    <a:pt x="113131" y="91719"/>
                  </a:lnTo>
                  <a:lnTo>
                    <a:pt x="113715" y="91503"/>
                  </a:lnTo>
                  <a:lnTo>
                    <a:pt x="113588" y="92202"/>
                  </a:lnTo>
                  <a:lnTo>
                    <a:pt x="113665" y="93738"/>
                  </a:lnTo>
                  <a:lnTo>
                    <a:pt x="113741" y="95262"/>
                  </a:lnTo>
                  <a:lnTo>
                    <a:pt x="114071" y="96481"/>
                  </a:lnTo>
                  <a:lnTo>
                    <a:pt x="114287" y="96481"/>
                  </a:lnTo>
                  <a:lnTo>
                    <a:pt x="114287" y="85610"/>
                  </a:lnTo>
                  <a:lnTo>
                    <a:pt x="114236" y="85420"/>
                  </a:lnTo>
                  <a:lnTo>
                    <a:pt x="117652" y="89395"/>
                  </a:lnTo>
                  <a:lnTo>
                    <a:pt x="117652" y="85013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 descr=""/>
            <p:cNvSpPr/>
            <p:nvPr/>
          </p:nvSpPr>
          <p:spPr>
            <a:xfrm>
              <a:off x="10570934" y="8067833"/>
              <a:ext cx="118110" cy="83820"/>
            </a:xfrm>
            <a:custGeom>
              <a:avLst/>
              <a:gdLst/>
              <a:ahLst/>
              <a:cxnLst/>
              <a:rect l="l" t="t" r="r" b="b"/>
              <a:pathLst>
                <a:path w="118109" h="83820">
                  <a:moveTo>
                    <a:pt x="1828" y="72961"/>
                  </a:moveTo>
                  <a:lnTo>
                    <a:pt x="1790" y="72161"/>
                  </a:lnTo>
                  <a:lnTo>
                    <a:pt x="711" y="71894"/>
                  </a:lnTo>
                  <a:lnTo>
                    <a:pt x="0" y="71945"/>
                  </a:lnTo>
                  <a:lnTo>
                    <a:pt x="0" y="73406"/>
                  </a:lnTo>
                  <a:lnTo>
                    <a:pt x="774" y="73355"/>
                  </a:lnTo>
                  <a:lnTo>
                    <a:pt x="1828" y="72961"/>
                  </a:lnTo>
                  <a:close/>
                </a:path>
                <a:path w="118109" h="83820">
                  <a:moveTo>
                    <a:pt x="19380" y="57556"/>
                  </a:moveTo>
                  <a:lnTo>
                    <a:pt x="15633" y="53187"/>
                  </a:lnTo>
                  <a:lnTo>
                    <a:pt x="15633" y="57556"/>
                  </a:lnTo>
                  <a:lnTo>
                    <a:pt x="11493" y="62382"/>
                  </a:lnTo>
                  <a:lnTo>
                    <a:pt x="11607" y="61772"/>
                  </a:lnTo>
                  <a:lnTo>
                    <a:pt x="11455" y="58712"/>
                  </a:lnTo>
                  <a:lnTo>
                    <a:pt x="11264" y="58026"/>
                  </a:lnTo>
                  <a:lnTo>
                    <a:pt x="11887" y="58166"/>
                  </a:lnTo>
                  <a:lnTo>
                    <a:pt x="13195" y="58089"/>
                  </a:lnTo>
                  <a:lnTo>
                    <a:pt x="14503" y="58000"/>
                  </a:lnTo>
                  <a:lnTo>
                    <a:pt x="15557" y="57619"/>
                  </a:lnTo>
                  <a:lnTo>
                    <a:pt x="15544" y="57467"/>
                  </a:lnTo>
                  <a:lnTo>
                    <a:pt x="15633" y="53187"/>
                  </a:lnTo>
                  <a:lnTo>
                    <a:pt x="14846" y="52273"/>
                  </a:lnTo>
                  <a:lnTo>
                    <a:pt x="14846" y="56654"/>
                  </a:lnTo>
                  <a:lnTo>
                    <a:pt x="14439" y="56553"/>
                  </a:lnTo>
                  <a:lnTo>
                    <a:pt x="11811" y="56718"/>
                  </a:lnTo>
                  <a:lnTo>
                    <a:pt x="11188" y="56946"/>
                  </a:lnTo>
                  <a:lnTo>
                    <a:pt x="11315" y="56222"/>
                  </a:lnTo>
                  <a:lnTo>
                    <a:pt x="11252" y="54698"/>
                  </a:lnTo>
                  <a:lnTo>
                    <a:pt x="11176" y="53174"/>
                  </a:lnTo>
                  <a:lnTo>
                    <a:pt x="10845" y="51993"/>
                  </a:lnTo>
                  <a:lnTo>
                    <a:pt x="14846" y="56654"/>
                  </a:lnTo>
                  <a:lnTo>
                    <a:pt x="14846" y="52273"/>
                  </a:lnTo>
                  <a:lnTo>
                    <a:pt x="0" y="34950"/>
                  </a:lnTo>
                  <a:lnTo>
                    <a:pt x="0" y="39319"/>
                  </a:lnTo>
                  <a:lnTo>
                    <a:pt x="1371" y="40944"/>
                  </a:lnTo>
                  <a:lnTo>
                    <a:pt x="965" y="40830"/>
                  </a:lnTo>
                  <a:lnTo>
                    <a:pt x="0" y="40894"/>
                  </a:lnTo>
                  <a:lnTo>
                    <a:pt x="0" y="42354"/>
                  </a:lnTo>
                  <a:lnTo>
                    <a:pt x="1028" y="42291"/>
                  </a:lnTo>
                  <a:lnTo>
                    <a:pt x="2082" y="41897"/>
                  </a:lnTo>
                  <a:lnTo>
                    <a:pt x="2070" y="41744"/>
                  </a:lnTo>
                  <a:lnTo>
                    <a:pt x="10820" y="51955"/>
                  </a:lnTo>
                  <a:lnTo>
                    <a:pt x="10147" y="51981"/>
                  </a:lnTo>
                  <a:lnTo>
                    <a:pt x="9931" y="53238"/>
                  </a:lnTo>
                  <a:lnTo>
                    <a:pt x="10071" y="56311"/>
                  </a:lnTo>
                  <a:lnTo>
                    <a:pt x="10261" y="56997"/>
                  </a:lnTo>
                  <a:lnTo>
                    <a:pt x="9677" y="56845"/>
                  </a:lnTo>
                  <a:lnTo>
                    <a:pt x="8369" y="56934"/>
                  </a:lnTo>
                  <a:lnTo>
                    <a:pt x="7061" y="57010"/>
                  </a:lnTo>
                  <a:lnTo>
                    <a:pt x="6007" y="57404"/>
                  </a:lnTo>
                  <a:lnTo>
                    <a:pt x="6045" y="58204"/>
                  </a:lnTo>
                  <a:lnTo>
                    <a:pt x="7124" y="58470"/>
                  </a:lnTo>
                  <a:lnTo>
                    <a:pt x="9753" y="58305"/>
                  </a:lnTo>
                  <a:lnTo>
                    <a:pt x="10325" y="58089"/>
                  </a:lnTo>
                  <a:lnTo>
                    <a:pt x="10210" y="58788"/>
                  </a:lnTo>
                  <a:lnTo>
                    <a:pt x="10287" y="60325"/>
                  </a:lnTo>
                  <a:lnTo>
                    <a:pt x="10363" y="61849"/>
                  </a:lnTo>
                  <a:lnTo>
                    <a:pt x="10693" y="63080"/>
                  </a:lnTo>
                  <a:lnTo>
                    <a:pt x="10909" y="63068"/>
                  </a:lnTo>
                  <a:lnTo>
                    <a:pt x="0" y="75793"/>
                  </a:lnTo>
                  <a:lnTo>
                    <a:pt x="0" y="80162"/>
                  </a:lnTo>
                  <a:lnTo>
                    <a:pt x="19380" y="57556"/>
                  </a:lnTo>
                  <a:close/>
                </a:path>
                <a:path w="118109" h="83820">
                  <a:moveTo>
                    <a:pt x="29235" y="57391"/>
                  </a:moveTo>
                  <a:lnTo>
                    <a:pt x="29197" y="56591"/>
                  </a:lnTo>
                  <a:lnTo>
                    <a:pt x="28117" y="56324"/>
                  </a:lnTo>
                  <a:lnTo>
                    <a:pt x="25488" y="56489"/>
                  </a:lnTo>
                  <a:lnTo>
                    <a:pt x="24866" y="56730"/>
                  </a:lnTo>
                  <a:lnTo>
                    <a:pt x="24993" y="56007"/>
                  </a:lnTo>
                  <a:lnTo>
                    <a:pt x="24930" y="54483"/>
                  </a:lnTo>
                  <a:lnTo>
                    <a:pt x="24853" y="52946"/>
                  </a:lnTo>
                  <a:lnTo>
                    <a:pt x="24511" y="51727"/>
                  </a:lnTo>
                  <a:lnTo>
                    <a:pt x="24460" y="57289"/>
                  </a:lnTo>
                  <a:lnTo>
                    <a:pt x="24460" y="51739"/>
                  </a:lnTo>
                  <a:lnTo>
                    <a:pt x="23825" y="51765"/>
                  </a:lnTo>
                  <a:lnTo>
                    <a:pt x="23609" y="53022"/>
                  </a:lnTo>
                  <a:lnTo>
                    <a:pt x="23749" y="56095"/>
                  </a:lnTo>
                  <a:lnTo>
                    <a:pt x="23926" y="56769"/>
                  </a:lnTo>
                  <a:lnTo>
                    <a:pt x="23355" y="56629"/>
                  </a:lnTo>
                  <a:lnTo>
                    <a:pt x="22047" y="56705"/>
                  </a:lnTo>
                  <a:lnTo>
                    <a:pt x="20739" y="56794"/>
                  </a:lnTo>
                  <a:lnTo>
                    <a:pt x="19685" y="57188"/>
                  </a:lnTo>
                  <a:lnTo>
                    <a:pt x="19723" y="57988"/>
                  </a:lnTo>
                  <a:lnTo>
                    <a:pt x="20802" y="58254"/>
                  </a:lnTo>
                  <a:lnTo>
                    <a:pt x="23431" y="58077"/>
                  </a:lnTo>
                  <a:lnTo>
                    <a:pt x="24015" y="57873"/>
                  </a:lnTo>
                  <a:lnTo>
                    <a:pt x="23888" y="58572"/>
                  </a:lnTo>
                  <a:lnTo>
                    <a:pt x="23964" y="60096"/>
                  </a:lnTo>
                  <a:lnTo>
                    <a:pt x="24041" y="61633"/>
                  </a:lnTo>
                  <a:lnTo>
                    <a:pt x="24371" y="62852"/>
                  </a:lnTo>
                  <a:lnTo>
                    <a:pt x="25069" y="62814"/>
                  </a:lnTo>
                  <a:lnTo>
                    <a:pt x="25285" y="61556"/>
                  </a:lnTo>
                  <a:lnTo>
                    <a:pt x="25133" y="58483"/>
                  </a:lnTo>
                  <a:lnTo>
                    <a:pt x="24942" y="57797"/>
                  </a:lnTo>
                  <a:lnTo>
                    <a:pt x="25565" y="57950"/>
                  </a:lnTo>
                  <a:lnTo>
                    <a:pt x="26873" y="57861"/>
                  </a:lnTo>
                  <a:lnTo>
                    <a:pt x="28181" y="57785"/>
                  </a:lnTo>
                  <a:lnTo>
                    <a:pt x="29235" y="57391"/>
                  </a:lnTo>
                  <a:close/>
                </a:path>
                <a:path w="118109" h="83820">
                  <a:moveTo>
                    <a:pt x="42583" y="72961"/>
                  </a:moveTo>
                  <a:lnTo>
                    <a:pt x="42545" y="72161"/>
                  </a:lnTo>
                  <a:lnTo>
                    <a:pt x="41465" y="71894"/>
                  </a:lnTo>
                  <a:lnTo>
                    <a:pt x="38836" y="72059"/>
                  </a:lnTo>
                  <a:lnTo>
                    <a:pt x="38214" y="72301"/>
                  </a:lnTo>
                  <a:lnTo>
                    <a:pt x="38341" y="71577"/>
                  </a:lnTo>
                  <a:lnTo>
                    <a:pt x="38277" y="70040"/>
                  </a:lnTo>
                  <a:lnTo>
                    <a:pt x="38201" y="68516"/>
                  </a:lnTo>
                  <a:lnTo>
                    <a:pt x="37858" y="67297"/>
                  </a:lnTo>
                  <a:lnTo>
                    <a:pt x="37172" y="67335"/>
                  </a:lnTo>
                  <a:lnTo>
                    <a:pt x="36957" y="68592"/>
                  </a:lnTo>
                  <a:lnTo>
                    <a:pt x="37096" y="71653"/>
                  </a:lnTo>
                  <a:lnTo>
                    <a:pt x="37274" y="72339"/>
                  </a:lnTo>
                  <a:lnTo>
                    <a:pt x="36703" y="72199"/>
                  </a:lnTo>
                  <a:lnTo>
                    <a:pt x="35394" y="72275"/>
                  </a:lnTo>
                  <a:lnTo>
                    <a:pt x="34086" y="72364"/>
                  </a:lnTo>
                  <a:lnTo>
                    <a:pt x="33032" y="72745"/>
                  </a:lnTo>
                  <a:lnTo>
                    <a:pt x="33070" y="73558"/>
                  </a:lnTo>
                  <a:lnTo>
                    <a:pt x="34150" y="73812"/>
                  </a:lnTo>
                  <a:lnTo>
                    <a:pt x="36779" y="73647"/>
                  </a:lnTo>
                  <a:lnTo>
                    <a:pt x="37350" y="73444"/>
                  </a:lnTo>
                  <a:lnTo>
                    <a:pt x="37236" y="74142"/>
                  </a:lnTo>
                  <a:lnTo>
                    <a:pt x="37312" y="75666"/>
                  </a:lnTo>
                  <a:lnTo>
                    <a:pt x="37388" y="77190"/>
                  </a:lnTo>
                  <a:lnTo>
                    <a:pt x="37719" y="78422"/>
                  </a:lnTo>
                  <a:lnTo>
                    <a:pt x="38404" y="78384"/>
                  </a:lnTo>
                  <a:lnTo>
                    <a:pt x="38633" y="77127"/>
                  </a:lnTo>
                  <a:lnTo>
                    <a:pt x="38481" y="74053"/>
                  </a:lnTo>
                  <a:lnTo>
                    <a:pt x="38290" y="73380"/>
                  </a:lnTo>
                  <a:lnTo>
                    <a:pt x="38900" y="73520"/>
                  </a:lnTo>
                  <a:lnTo>
                    <a:pt x="40220" y="73431"/>
                  </a:lnTo>
                  <a:lnTo>
                    <a:pt x="41529" y="73355"/>
                  </a:lnTo>
                  <a:lnTo>
                    <a:pt x="42583" y="72961"/>
                  </a:lnTo>
                  <a:close/>
                </a:path>
                <a:path w="118109" h="83820">
                  <a:moveTo>
                    <a:pt x="42837" y="41897"/>
                  </a:moveTo>
                  <a:lnTo>
                    <a:pt x="42799" y="41097"/>
                  </a:lnTo>
                  <a:lnTo>
                    <a:pt x="41719" y="40830"/>
                  </a:lnTo>
                  <a:lnTo>
                    <a:pt x="39090" y="41008"/>
                  </a:lnTo>
                  <a:lnTo>
                    <a:pt x="38468" y="41236"/>
                  </a:lnTo>
                  <a:lnTo>
                    <a:pt x="38595" y="40513"/>
                  </a:lnTo>
                  <a:lnTo>
                    <a:pt x="38531" y="38989"/>
                  </a:lnTo>
                  <a:lnTo>
                    <a:pt x="38455" y="37452"/>
                  </a:lnTo>
                  <a:lnTo>
                    <a:pt x="38112" y="36233"/>
                  </a:lnTo>
                  <a:lnTo>
                    <a:pt x="37426" y="36271"/>
                  </a:lnTo>
                  <a:lnTo>
                    <a:pt x="37211" y="37528"/>
                  </a:lnTo>
                  <a:lnTo>
                    <a:pt x="37350" y="40601"/>
                  </a:lnTo>
                  <a:lnTo>
                    <a:pt x="37541" y="41287"/>
                  </a:lnTo>
                  <a:lnTo>
                    <a:pt x="36957" y="41135"/>
                  </a:lnTo>
                  <a:lnTo>
                    <a:pt x="35648" y="41224"/>
                  </a:lnTo>
                  <a:lnTo>
                    <a:pt x="34340" y="41300"/>
                  </a:lnTo>
                  <a:lnTo>
                    <a:pt x="33286" y="41694"/>
                  </a:lnTo>
                  <a:lnTo>
                    <a:pt x="33324" y="42494"/>
                  </a:lnTo>
                  <a:lnTo>
                    <a:pt x="34404" y="42760"/>
                  </a:lnTo>
                  <a:lnTo>
                    <a:pt x="37033" y="42595"/>
                  </a:lnTo>
                  <a:lnTo>
                    <a:pt x="37604" y="42379"/>
                  </a:lnTo>
                  <a:lnTo>
                    <a:pt x="37490" y="43078"/>
                  </a:lnTo>
                  <a:lnTo>
                    <a:pt x="37566" y="44602"/>
                  </a:lnTo>
                  <a:lnTo>
                    <a:pt x="37642" y="46139"/>
                  </a:lnTo>
                  <a:lnTo>
                    <a:pt x="37973" y="47358"/>
                  </a:lnTo>
                  <a:lnTo>
                    <a:pt x="38658" y="47320"/>
                  </a:lnTo>
                  <a:lnTo>
                    <a:pt x="38887" y="46062"/>
                  </a:lnTo>
                  <a:lnTo>
                    <a:pt x="38735" y="42989"/>
                  </a:lnTo>
                  <a:lnTo>
                    <a:pt x="38544" y="42316"/>
                  </a:lnTo>
                  <a:lnTo>
                    <a:pt x="39166" y="42456"/>
                  </a:lnTo>
                  <a:lnTo>
                    <a:pt x="40474" y="42379"/>
                  </a:lnTo>
                  <a:lnTo>
                    <a:pt x="41783" y="42291"/>
                  </a:lnTo>
                  <a:lnTo>
                    <a:pt x="42837" y="41897"/>
                  </a:lnTo>
                  <a:close/>
                </a:path>
                <a:path w="118109" h="83820">
                  <a:moveTo>
                    <a:pt x="56311" y="57619"/>
                  </a:moveTo>
                  <a:lnTo>
                    <a:pt x="56261" y="56807"/>
                  </a:lnTo>
                  <a:lnTo>
                    <a:pt x="55181" y="56553"/>
                  </a:lnTo>
                  <a:lnTo>
                    <a:pt x="52565" y="56718"/>
                  </a:lnTo>
                  <a:lnTo>
                    <a:pt x="51943" y="56946"/>
                  </a:lnTo>
                  <a:lnTo>
                    <a:pt x="52070" y="56222"/>
                  </a:lnTo>
                  <a:lnTo>
                    <a:pt x="51993" y="54698"/>
                  </a:lnTo>
                  <a:lnTo>
                    <a:pt x="51930" y="53174"/>
                  </a:lnTo>
                  <a:lnTo>
                    <a:pt x="51587" y="51943"/>
                  </a:lnTo>
                  <a:lnTo>
                    <a:pt x="50901" y="51981"/>
                  </a:lnTo>
                  <a:lnTo>
                    <a:pt x="50673" y="53238"/>
                  </a:lnTo>
                  <a:lnTo>
                    <a:pt x="50825" y="56311"/>
                  </a:lnTo>
                  <a:lnTo>
                    <a:pt x="51003" y="56997"/>
                  </a:lnTo>
                  <a:lnTo>
                    <a:pt x="50431" y="56845"/>
                  </a:lnTo>
                  <a:lnTo>
                    <a:pt x="49123" y="56934"/>
                  </a:lnTo>
                  <a:lnTo>
                    <a:pt x="47815" y="57010"/>
                  </a:lnTo>
                  <a:lnTo>
                    <a:pt x="46748" y="57404"/>
                  </a:lnTo>
                  <a:lnTo>
                    <a:pt x="46799" y="58204"/>
                  </a:lnTo>
                  <a:lnTo>
                    <a:pt x="47879" y="58470"/>
                  </a:lnTo>
                  <a:lnTo>
                    <a:pt x="50507" y="58305"/>
                  </a:lnTo>
                  <a:lnTo>
                    <a:pt x="51079" y="58089"/>
                  </a:lnTo>
                  <a:lnTo>
                    <a:pt x="50965" y="58788"/>
                  </a:lnTo>
                  <a:lnTo>
                    <a:pt x="51041" y="60325"/>
                  </a:lnTo>
                  <a:lnTo>
                    <a:pt x="51104" y="61849"/>
                  </a:lnTo>
                  <a:lnTo>
                    <a:pt x="51447" y="63080"/>
                  </a:lnTo>
                  <a:lnTo>
                    <a:pt x="52133" y="63030"/>
                  </a:lnTo>
                  <a:lnTo>
                    <a:pt x="52349" y="61772"/>
                  </a:lnTo>
                  <a:lnTo>
                    <a:pt x="52209" y="58712"/>
                  </a:lnTo>
                  <a:lnTo>
                    <a:pt x="52019" y="58026"/>
                  </a:lnTo>
                  <a:lnTo>
                    <a:pt x="52628" y="58166"/>
                  </a:lnTo>
                  <a:lnTo>
                    <a:pt x="53936" y="58089"/>
                  </a:lnTo>
                  <a:lnTo>
                    <a:pt x="55245" y="58000"/>
                  </a:lnTo>
                  <a:lnTo>
                    <a:pt x="56311" y="57619"/>
                  </a:lnTo>
                  <a:close/>
                </a:path>
                <a:path w="118109" h="83820">
                  <a:moveTo>
                    <a:pt x="102057" y="57556"/>
                  </a:moveTo>
                  <a:lnTo>
                    <a:pt x="98310" y="53200"/>
                  </a:lnTo>
                  <a:lnTo>
                    <a:pt x="98310" y="57556"/>
                  </a:lnTo>
                  <a:lnTo>
                    <a:pt x="94170" y="62382"/>
                  </a:lnTo>
                  <a:lnTo>
                    <a:pt x="94284" y="61772"/>
                  </a:lnTo>
                  <a:lnTo>
                    <a:pt x="94132" y="58712"/>
                  </a:lnTo>
                  <a:lnTo>
                    <a:pt x="93941" y="58026"/>
                  </a:lnTo>
                  <a:lnTo>
                    <a:pt x="94564" y="58166"/>
                  </a:lnTo>
                  <a:lnTo>
                    <a:pt x="95872" y="58089"/>
                  </a:lnTo>
                  <a:lnTo>
                    <a:pt x="97180" y="58000"/>
                  </a:lnTo>
                  <a:lnTo>
                    <a:pt x="98234" y="57619"/>
                  </a:lnTo>
                  <a:lnTo>
                    <a:pt x="98221" y="57467"/>
                  </a:lnTo>
                  <a:lnTo>
                    <a:pt x="98310" y="53200"/>
                  </a:lnTo>
                  <a:lnTo>
                    <a:pt x="97523" y="52273"/>
                  </a:lnTo>
                  <a:lnTo>
                    <a:pt x="97523" y="56654"/>
                  </a:lnTo>
                  <a:lnTo>
                    <a:pt x="97116" y="56553"/>
                  </a:lnTo>
                  <a:lnTo>
                    <a:pt x="94488" y="56718"/>
                  </a:lnTo>
                  <a:lnTo>
                    <a:pt x="93865" y="56946"/>
                  </a:lnTo>
                  <a:lnTo>
                    <a:pt x="93992" y="56222"/>
                  </a:lnTo>
                  <a:lnTo>
                    <a:pt x="93929" y="54698"/>
                  </a:lnTo>
                  <a:lnTo>
                    <a:pt x="93853" y="53174"/>
                  </a:lnTo>
                  <a:lnTo>
                    <a:pt x="93586" y="52247"/>
                  </a:lnTo>
                  <a:lnTo>
                    <a:pt x="93586" y="63068"/>
                  </a:lnTo>
                  <a:lnTo>
                    <a:pt x="79806" y="79133"/>
                  </a:lnTo>
                  <a:lnTo>
                    <a:pt x="75018" y="73571"/>
                  </a:lnTo>
                  <a:lnTo>
                    <a:pt x="76073" y="73812"/>
                  </a:lnTo>
                  <a:lnTo>
                    <a:pt x="78701" y="73647"/>
                  </a:lnTo>
                  <a:lnTo>
                    <a:pt x="79286" y="73444"/>
                  </a:lnTo>
                  <a:lnTo>
                    <a:pt x="79159" y="74142"/>
                  </a:lnTo>
                  <a:lnTo>
                    <a:pt x="79235" y="75666"/>
                  </a:lnTo>
                  <a:lnTo>
                    <a:pt x="79311" y="77190"/>
                  </a:lnTo>
                  <a:lnTo>
                    <a:pt x="79641" y="78422"/>
                  </a:lnTo>
                  <a:lnTo>
                    <a:pt x="80340" y="78384"/>
                  </a:lnTo>
                  <a:lnTo>
                    <a:pt x="80556" y="77127"/>
                  </a:lnTo>
                  <a:lnTo>
                    <a:pt x="80416" y="74053"/>
                  </a:lnTo>
                  <a:lnTo>
                    <a:pt x="80213" y="73380"/>
                  </a:lnTo>
                  <a:lnTo>
                    <a:pt x="80835" y="73520"/>
                  </a:lnTo>
                  <a:lnTo>
                    <a:pt x="82143" y="73431"/>
                  </a:lnTo>
                  <a:lnTo>
                    <a:pt x="83451" y="73355"/>
                  </a:lnTo>
                  <a:lnTo>
                    <a:pt x="84505" y="72961"/>
                  </a:lnTo>
                  <a:lnTo>
                    <a:pt x="84467" y="72161"/>
                  </a:lnTo>
                  <a:lnTo>
                    <a:pt x="83388" y="71894"/>
                  </a:lnTo>
                  <a:lnTo>
                    <a:pt x="80759" y="72059"/>
                  </a:lnTo>
                  <a:lnTo>
                    <a:pt x="80137" y="72301"/>
                  </a:lnTo>
                  <a:lnTo>
                    <a:pt x="80276" y="71577"/>
                  </a:lnTo>
                  <a:lnTo>
                    <a:pt x="80200" y="70040"/>
                  </a:lnTo>
                  <a:lnTo>
                    <a:pt x="80124" y="68516"/>
                  </a:lnTo>
                  <a:lnTo>
                    <a:pt x="79794" y="67297"/>
                  </a:lnTo>
                  <a:lnTo>
                    <a:pt x="79095" y="67335"/>
                  </a:lnTo>
                  <a:lnTo>
                    <a:pt x="78879" y="68592"/>
                  </a:lnTo>
                  <a:lnTo>
                    <a:pt x="79032" y="71653"/>
                  </a:lnTo>
                  <a:lnTo>
                    <a:pt x="79209" y="72339"/>
                  </a:lnTo>
                  <a:lnTo>
                    <a:pt x="78625" y="72199"/>
                  </a:lnTo>
                  <a:lnTo>
                    <a:pt x="77317" y="72275"/>
                  </a:lnTo>
                  <a:lnTo>
                    <a:pt x="76009" y="72364"/>
                  </a:lnTo>
                  <a:lnTo>
                    <a:pt x="74955" y="72745"/>
                  </a:lnTo>
                  <a:lnTo>
                    <a:pt x="74980" y="73533"/>
                  </a:lnTo>
                  <a:lnTo>
                    <a:pt x="61671" y="58000"/>
                  </a:lnTo>
                  <a:lnTo>
                    <a:pt x="62725" y="58254"/>
                  </a:lnTo>
                  <a:lnTo>
                    <a:pt x="65354" y="58077"/>
                  </a:lnTo>
                  <a:lnTo>
                    <a:pt x="65938" y="57873"/>
                  </a:lnTo>
                  <a:lnTo>
                    <a:pt x="65811" y="58572"/>
                  </a:lnTo>
                  <a:lnTo>
                    <a:pt x="65887" y="60096"/>
                  </a:lnTo>
                  <a:lnTo>
                    <a:pt x="65963" y="61633"/>
                  </a:lnTo>
                  <a:lnTo>
                    <a:pt x="66294" y="62852"/>
                  </a:lnTo>
                  <a:lnTo>
                    <a:pt x="66992" y="62814"/>
                  </a:lnTo>
                  <a:lnTo>
                    <a:pt x="67208" y="61556"/>
                  </a:lnTo>
                  <a:lnTo>
                    <a:pt x="67068" y="58483"/>
                  </a:lnTo>
                  <a:lnTo>
                    <a:pt x="66865" y="57810"/>
                  </a:lnTo>
                  <a:lnTo>
                    <a:pt x="67487" y="57950"/>
                  </a:lnTo>
                  <a:lnTo>
                    <a:pt x="68795" y="57861"/>
                  </a:lnTo>
                  <a:lnTo>
                    <a:pt x="70104" y="57785"/>
                  </a:lnTo>
                  <a:lnTo>
                    <a:pt x="71158" y="57391"/>
                  </a:lnTo>
                  <a:lnTo>
                    <a:pt x="71120" y="56591"/>
                  </a:lnTo>
                  <a:lnTo>
                    <a:pt x="70040" y="56324"/>
                  </a:lnTo>
                  <a:lnTo>
                    <a:pt x="67411" y="56489"/>
                  </a:lnTo>
                  <a:lnTo>
                    <a:pt x="66789" y="56730"/>
                  </a:lnTo>
                  <a:lnTo>
                    <a:pt x="66929" y="56007"/>
                  </a:lnTo>
                  <a:lnTo>
                    <a:pt x="66852" y="54483"/>
                  </a:lnTo>
                  <a:lnTo>
                    <a:pt x="66776" y="52946"/>
                  </a:lnTo>
                  <a:lnTo>
                    <a:pt x="66446" y="51727"/>
                  </a:lnTo>
                  <a:lnTo>
                    <a:pt x="66382" y="57289"/>
                  </a:lnTo>
                  <a:lnTo>
                    <a:pt x="66382" y="51739"/>
                  </a:lnTo>
                  <a:lnTo>
                    <a:pt x="79286" y="36576"/>
                  </a:lnTo>
                  <a:lnTo>
                    <a:pt x="79133" y="37528"/>
                  </a:lnTo>
                  <a:lnTo>
                    <a:pt x="79286" y="40601"/>
                  </a:lnTo>
                  <a:lnTo>
                    <a:pt x="79463" y="41287"/>
                  </a:lnTo>
                  <a:lnTo>
                    <a:pt x="78892" y="41135"/>
                  </a:lnTo>
                  <a:lnTo>
                    <a:pt x="77571" y="41224"/>
                  </a:lnTo>
                  <a:lnTo>
                    <a:pt x="76263" y="41300"/>
                  </a:lnTo>
                  <a:lnTo>
                    <a:pt x="75209" y="41694"/>
                  </a:lnTo>
                  <a:lnTo>
                    <a:pt x="75247" y="42494"/>
                  </a:lnTo>
                  <a:lnTo>
                    <a:pt x="76327" y="42760"/>
                  </a:lnTo>
                  <a:lnTo>
                    <a:pt x="78955" y="42595"/>
                  </a:lnTo>
                  <a:lnTo>
                    <a:pt x="79540" y="42379"/>
                  </a:lnTo>
                  <a:lnTo>
                    <a:pt x="79413" y="43078"/>
                  </a:lnTo>
                  <a:lnTo>
                    <a:pt x="79489" y="44602"/>
                  </a:lnTo>
                  <a:lnTo>
                    <a:pt x="79565" y="46139"/>
                  </a:lnTo>
                  <a:lnTo>
                    <a:pt x="79895" y="47358"/>
                  </a:lnTo>
                  <a:lnTo>
                    <a:pt x="80594" y="47320"/>
                  </a:lnTo>
                  <a:lnTo>
                    <a:pt x="80810" y="46062"/>
                  </a:lnTo>
                  <a:lnTo>
                    <a:pt x="80670" y="42989"/>
                  </a:lnTo>
                  <a:lnTo>
                    <a:pt x="80479" y="42316"/>
                  </a:lnTo>
                  <a:lnTo>
                    <a:pt x="81089" y="42456"/>
                  </a:lnTo>
                  <a:lnTo>
                    <a:pt x="82397" y="42379"/>
                  </a:lnTo>
                  <a:lnTo>
                    <a:pt x="83705" y="42291"/>
                  </a:lnTo>
                  <a:lnTo>
                    <a:pt x="84759" y="41897"/>
                  </a:lnTo>
                  <a:lnTo>
                    <a:pt x="84747" y="41770"/>
                  </a:lnTo>
                  <a:lnTo>
                    <a:pt x="93497" y="51955"/>
                  </a:lnTo>
                  <a:lnTo>
                    <a:pt x="92824" y="51981"/>
                  </a:lnTo>
                  <a:lnTo>
                    <a:pt x="92608" y="53238"/>
                  </a:lnTo>
                  <a:lnTo>
                    <a:pt x="92748" y="56311"/>
                  </a:lnTo>
                  <a:lnTo>
                    <a:pt x="92938" y="56997"/>
                  </a:lnTo>
                  <a:lnTo>
                    <a:pt x="92354" y="56845"/>
                  </a:lnTo>
                  <a:lnTo>
                    <a:pt x="91046" y="56934"/>
                  </a:lnTo>
                  <a:lnTo>
                    <a:pt x="89738" y="57010"/>
                  </a:lnTo>
                  <a:lnTo>
                    <a:pt x="88684" y="57404"/>
                  </a:lnTo>
                  <a:lnTo>
                    <a:pt x="88722" y="58204"/>
                  </a:lnTo>
                  <a:lnTo>
                    <a:pt x="89801" y="58470"/>
                  </a:lnTo>
                  <a:lnTo>
                    <a:pt x="92430" y="58305"/>
                  </a:lnTo>
                  <a:lnTo>
                    <a:pt x="93002" y="58089"/>
                  </a:lnTo>
                  <a:lnTo>
                    <a:pt x="92887" y="58788"/>
                  </a:lnTo>
                  <a:lnTo>
                    <a:pt x="92964" y="60325"/>
                  </a:lnTo>
                  <a:lnTo>
                    <a:pt x="93040" y="61849"/>
                  </a:lnTo>
                  <a:lnTo>
                    <a:pt x="93370" y="63080"/>
                  </a:lnTo>
                  <a:lnTo>
                    <a:pt x="93586" y="63068"/>
                  </a:lnTo>
                  <a:lnTo>
                    <a:pt x="93586" y="52247"/>
                  </a:lnTo>
                  <a:lnTo>
                    <a:pt x="93510" y="51968"/>
                  </a:lnTo>
                  <a:lnTo>
                    <a:pt x="97523" y="56654"/>
                  </a:lnTo>
                  <a:lnTo>
                    <a:pt x="97523" y="52273"/>
                  </a:lnTo>
                  <a:lnTo>
                    <a:pt x="84023" y="36537"/>
                  </a:lnTo>
                  <a:lnTo>
                    <a:pt x="84023" y="40932"/>
                  </a:lnTo>
                  <a:lnTo>
                    <a:pt x="83642" y="40830"/>
                  </a:lnTo>
                  <a:lnTo>
                    <a:pt x="81013" y="41008"/>
                  </a:lnTo>
                  <a:lnTo>
                    <a:pt x="80391" y="41236"/>
                  </a:lnTo>
                  <a:lnTo>
                    <a:pt x="80530" y="40513"/>
                  </a:lnTo>
                  <a:lnTo>
                    <a:pt x="80454" y="38989"/>
                  </a:lnTo>
                  <a:lnTo>
                    <a:pt x="80378" y="37452"/>
                  </a:lnTo>
                  <a:lnTo>
                    <a:pt x="80048" y="36283"/>
                  </a:lnTo>
                  <a:lnTo>
                    <a:pt x="84023" y="40932"/>
                  </a:lnTo>
                  <a:lnTo>
                    <a:pt x="84023" y="36537"/>
                  </a:lnTo>
                  <a:lnTo>
                    <a:pt x="83553" y="35979"/>
                  </a:lnTo>
                  <a:lnTo>
                    <a:pt x="80022" y="31864"/>
                  </a:lnTo>
                  <a:lnTo>
                    <a:pt x="80022" y="36245"/>
                  </a:lnTo>
                  <a:lnTo>
                    <a:pt x="79565" y="36271"/>
                  </a:lnTo>
                  <a:lnTo>
                    <a:pt x="79806" y="35979"/>
                  </a:lnTo>
                  <a:lnTo>
                    <a:pt x="80022" y="36245"/>
                  </a:lnTo>
                  <a:lnTo>
                    <a:pt x="80022" y="31864"/>
                  </a:lnTo>
                  <a:lnTo>
                    <a:pt x="79806" y="31610"/>
                  </a:lnTo>
                  <a:lnTo>
                    <a:pt x="65862" y="47891"/>
                  </a:lnTo>
                  <a:lnTo>
                    <a:pt x="65862" y="56769"/>
                  </a:lnTo>
                  <a:lnTo>
                    <a:pt x="65290" y="56629"/>
                  </a:lnTo>
                  <a:lnTo>
                    <a:pt x="63969" y="56705"/>
                  </a:lnTo>
                  <a:lnTo>
                    <a:pt x="62661" y="56794"/>
                  </a:lnTo>
                  <a:lnTo>
                    <a:pt x="61633" y="57188"/>
                  </a:lnTo>
                  <a:lnTo>
                    <a:pt x="61633" y="57962"/>
                  </a:lnTo>
                  <a:lnTo>
                    <a:pt x="61302" y="57556"/>
                  </a:lnTo>
                  <a:lnTo>
                    <a:pt x="61607" y="57200"/>
                  </a:lnTo>
                  <a:lnTo>
                    <a:pt x="61633" y="57962"/>
                  </a:lnTo>
                  <a:lnTo>
                    <a:pt x="61633" y="57188"/>
                  </a:lnTo>
                  <a:lnTo>
                    <a:pt x="65608" y="52527"/>
                  </a:lnTo>
                  <a:lnTo>
                    <a:pt x="65532" y="53022"/>
                  </a:lnTo>
                  <a:lnTo>
                    <a:pt x="65684" y="56095"/>
                  </a:lnTo>
                  <a:lnTo>
                    <a:pt x="65862" y="56769"/>
                  </a:lnTo>
                  <a:lnTo>
                    <a:pt x="65862" y="47891"/>
                  </a:lnTo>
                  <a:lnTo>
                    <a:pt x="57569" y="57556"/>
                  </a:lnTo>
                  <a:lnTo>
                    <a:pt x="79806" y="83502"/>
                  </a:lnTo>
                  <a:lnTo>
                    <a:pt x="83553" y="79133"/>
                  </a:lnTo>
                  <a:lnTo>
                    <a:pt x="102057" y="57556"/>
                  </a:lnTo>
                  <a:close/>
                </a:path>
                <a:path w="118109" h="83820">
                  <a:moveTo>
                    <a:pt x="117652" y="20002"/>
                  </a:moveTo>
                  <a:lnTo>
                    <a:pt x="104254" y="4368"/>
                  </a:lnTo>
                  <a:lnTo>
                    <a:pt x="100723" y="254"/>
                  </a:lnTo>
                  <a:lnTo>
                    <a:pt x="100723" y="4635"/>
                  </a:lnTo>
                  <a:lnTo>
                    <a:pt x="100266" y="4660"/>
                  </a:lnTo>
                  <a:lnTo>
                    <a:pt x="100507" y="4368"/>
                  </a:lnTo>
                  <a:lnTo>
                    <a:pt x="100723" y="4635"/>
                  </a:lnTo>
                  <a:lnTo>
                    <a:pt x="100723" y="254"/>
                  </a:lnTo>
                  <a:lnTo>
                    <a:pt x="100507" y="0"/>
                  </a:lnTo>
                  <a:lnTo>
                    <a:pt x="86563" y="16268"/>
                  </a:lnTo>
                  <a:lnTo>
                    <a:pt x="86563" y="25171"/>
                  </a:lnTo>
                  <a:lnTo>
                    <a:pt x="85991" y="25019"/>
                  </a:lnTo>
                  <a:lnTo>
                    <a:pt x="84683" y="25107"/>
                  </a:lnTo>
                  <a:lnTo>
                    <a:pt x="83375" y="25184"/>
                  </a:lnTo>
                  <a:lnTo>
                    <a:pt x="82346" y="25577"/>
                  </a:lnTo>
                  <a:lnTo>
                    <a:pt x="82346" y="26365"/>
                  </a:lnTo>
                  <a:lnTo>
                    <a:pt x="82003" y="25946"/>
                  </a:lnTo>
                  <a:lnTo>
                    <a:pt x="82308" y="25590"/>
                  </a:lnTo>
                  <a:lnTo>
                    <a:pt x="82346" y="26365"/>
                  </a:lnTo>
                  <a:lnTo>
                    <a:pt x="82346" y="25577"/>
                  </a:lnTo>
                  <a:lnTo>
                    <a:pt x="86321" y="20916"/>
                  </a:lnTo>
                  <a:lnTo>
                    <a:pt x="86233" y="21412"/>
                  </a:lnTo>
                  <a:lnTo>
                    <a:pt x="86385" y="24485"/>
                  </a:lnTo>
                  <a:lnTo>
                    <a:pt x="86563" y="25171"/>
                  </a:lnTo>
                  <a:lnTo>
                    <a:pt x="86563" y="16268"/>
                  </a:lnTo>
                  <a:lnTo>
                    <a:pt x="79806" y="24142"/>
                  </a:lnTo>
                  <a:lnTo>
                    <a:pt x="77622" y="21602"/>
                  </a:lnTo>
                  <a:lnTo>
                    <a:pt x="77622" y="25946"/>
                  </a:lnTo>
                  <a:lnTo>
                    <a:pt x="73482" y="30772"/>
                  </a:lnTo>
                  <a:lnTo>
                    <a:pt x="73596" y="30175"/>
                  </a:lnTo>
                  <a:lnTo>
                    <a:pt x="73456" y="27101"/>
                  </a:lnTo>
                  <a:lnTo>
                    <a:pt x="73266" y="26428"/>
                  </a:lnTo>
                  <a:lnTo>
                    <a:pt x="73875" y="26568"/>
                  </a:lnTo>
                  <a:lnTo>
                    <a:pt x="75184" y="26479"/>
                  </a:lnTo>
                  <a:lnTo>
                    <a:pt x="76492" y="26390"/>
                  </a:lnTo>
                  <a:lnTo>
                    <a:pt x="77546" y="26009"/>
                  </a:lnTo>
                  <a:lnTo>
                    <a:pt x="77533" y="25857"/>
                  </a:lnTo>
                  <a:lnTo>
                    <a:pt x="77622" y="21602"/>
                  </a:lnTo>
                  <a:lnTo>
                    <a:pt x="76835" y="20675"/>
                  </a:lnTo>
                  <a:lnTo>
                    <a:pt x="76835" y="25044"/>
                  </a:lnTo>
                  <a:lnTo>
                    <a:pt x="76428" y="24942"/>
                  </a:lnTo>
                  <a:lnTo>
                    <a:pt x="73799" y="25107"/>
                  </a:lnTo>
                  <a:lnTo>
                    <a:pt x="73190" y="25336"/>
                  </a:lnTo>
                  <a:lnTo>
                    <a:pt x="73317" y="24625"/>
                  </a:lnTo>
                  <a:lnTo>
                    <a:pt x="73240" y="23088"/>
                  </a:lnTo>
                  <a:lnTo>
                    <a:pt x="73164" y="21564"/>
                  </a:lnTo>
                  <a:lnTo>
                    <a:pt x="72898" y="20612"/>
                  </a:lnTo>
                  <a:lnTo>
                    <a:pt x="72898" y="31457"/>
                  </a:lnTo>
                  <a:lnTo>
                    <a:pt x="59118" y="47536"/>
                  </a:lnTo>
                  <a:lnTo>
                    <a:pt x="54317" y="41960"/>
                  </a:lnTo>
                  <a:lnTo>
                    <a:pt x="55397" y="42214"/>
                  </a:lnTo>
                  <a:lnTo>
                    <a:pt x="58013" y="42037"/>
                  </a:lnTo>
                  <a:lnTo>
                    <a:pt x="58597" y="41833"/>
                  </a:lnTo>
                  <a:lnTo>
                    <a:pt x="58483" y="42532"/>
                  </a:lnTo>
                  <a:lnTo>
                    <a:pt x="58547" y="44056"/>
                  </a:lnTo>
                  <a:lnTo>
                    <a:pt x="58623" y="45593"/>
                  </a:lnTo>
                  <a:lnTo>
                    <a:pt x="58966" y="46812"/>
                  </a:lnTo>
                  <a:lnTo>
                    <a:pt x="59651" y="46774"/>
                  </a:lnTo>
                  <a:lnTo>
                    <a:pt x="59867" y="45516"/>
                  </a:lnTo>
                  <a:lnTo>
                    <a:pt x="59728" y="42443"/>
                  </a:lnTo>
                  <a:lnTo>
                    <a:pt x="59524" y="41770"/>
                  </a:lnTo>
                  <a:lnTo>
                    <a:pt x="60147" y="41910"/>
                  </a:lnTo>
                  <a:lnTo>
                    <a:pt x="61455" y="41821"/>
                  </a:lnTo>
                  <a:lnTo>
                    <a:pt x="62763" y="41744"/>
                  </a:lnTo>
                  <a:lnTo>
                    <a:pt x="63830" y="41351"/>
                  </a:lnTo>
                  <a:lnTo>
                    <a:pt x="63779" y="40551"/>
                  </a:lnTo>
                  <a:lnTo>
                    <a:pt x="62699" y="40284"/>
                  </a:lnTo>
                  <a:lnTo>
                    <a:pt x="60071" y="40449"/>
                  </a:lnTo>
                  <a:lnTo>
                    <a:pt x="59461" y="40678"/>
                  </a:lnTo>
                  <a:lnTo>
                    <a:pt x="59588" y="39966"/>
                  </a:lnTo>
                  <a:lnTo>
                    <a:pt x="59512" y="38442"/>
                  </a:lnTo>
                  <a:lnTo>
                    <a:pt x="59436" y="36906"/>
                  </a:lnTo>
                  <a:lnTo>
                    <a:pt x="59105" y="35687"/>
                  </a:lnTo>
                  <a:lnTo>
                    <a:pt x="58420" y="35725"/>
                  </a:lnTo>
                  <a:lnTo>
                    <a:pt x="58191" y="36982"/>
                  </a:lnTo>
                  <a:lnTo>
                    <a:pt x="58343" y="40055"/>
                  </a:lnTo>
                  <a:lnTo>
                    <a:pt x="58521" y="40728"/>
                  </a:lnTo>
                  <a:lnTo>
                    <a:pt x="57950" y="40589"/>
                  </a:lnTo>
                  <a:lnTo>
                    <a:pt x="56642" y="40665"/>
                  </a:lnTo>
                  <a:lnTo>
                    <a:pt x="55333" y="40754"/>
                  </a:lnTo>
                  <a:lnTo>
                    <a:pt x="54267" y="41148"/>
                  </a:lnTo>
                  <a:lnTo>
                    <a:pt x="54305" y="41948"/>
                  </a:lnTo>
                  <a:lnTo>
                    <a:pt x="40982" y="26390"/>
                  </a:lnTo>
                  <a:lnTo>
                    <a:pt x="42049" y="26644"/>
                  </a:lnTo>
                  <a:lnTo>
                    <a:pt x="44678" y="26479"/>
                  </a:lnTo>
                  <a:lnTo>
                    <a:pt x="45250" y="26263"/>
                  </a:lnTo>
                  <a:lnTo>
                    <a:pt x="45135" y="26962"/>
                  </a:lnTo>
                  <a:lnTo>
                    <a:pt x="45212" y="28498"/>
                  </a:lnTo>
                  <a:lnTo>
                    <a:pt x="45275" y="30022"/>
                  </a:lnTo>
                  <a:lnTo>
                    <a:pt x="45618" y="31242"/>
                  </a:lnTo>
                  <a:lnTo>
                    <a:pt x="46304" y="31203"/>
                  </a:lnTo>
                  <a:lnTo>
                    <a:pt x="46532" y="29946"/>
                  </a:lnTo>
                  <a:lnTo>
                    <a:pt x="46380" y="26885"/>
                  </a:lnTo>
                  <a:lnTo>
                    <a:pt x="46189" y="26200"/>
                  </a:lnTo>
                  <a:lnTo>
                    <a:pt x="46799" y="26339"/>
                  </a:lnTo>
                  <a:lnTo>
                    <a:pt x="48107" y="26263"/>
                  </a:lnTo>
                  <a:lnTo>
                    <a:pt x="49428" y="26174"/>
                  </a:lnTo>
                  <a:lnTo>
                    <a:pt x="50482" y="25781"/>
                  </a:lnTo>
                  <a:lnTo>
                    <a:pt x="50431" y="24980"/>
                  </a:lnTo>
                  <a:lnTo>
                    <a:pt x="49364" y="24714"/>
                  </a:lnTo>
                  <a:lnTo>
                    <a:pt x="46736" y="24892"/>
                  </a:lnTo>
                  <a:lnTo>
                    <a:pt x="46113" y="25120"/>
                  </a:lnTo>
                  <a:lnTo>
                    <a:pt x="46240" y="24396"/>
                  </a:lnTo>
                  <a:lnTo>
                    <a:pt x="46164" y="22872"/>
                  </a:lnTo>
                  <a:lnTo>
                    <a:pt x="46101" y="21336"/>
                  </a:lnTo>
                  <a:lnTo>
                    <a:pt x="45758" y="20116"/>
                  </a:lnTo>
                  <a:lnTo>
                    <a:pt x="45605" y="20129"/>
                  </a:lnTo>
                  <a:lnTo>
                    <a:pt x="58610" y="4953"/>
                  </a:lnTo>
                  <a:lnTo>
                    <a:pt x="58445" y="5918"/>
                  </a:lnTo>
                  <a:lnTo>
                    <a:pt x="58597" y="8991"/>
                  </a:lnTo>
                  <a:lnTo>
                    <a:pt x="58775" y="9677"/>
                  </a:lnTo>
                  <a:lnTo>
                    <a:pt x="58204" y="9525"/>
                  </a:lnTo>
                  <a:lnTo>
                    <a:pt x="56896" y="9613"/>
                  </a:lnTo>
                  <a:lnTo>
                    <a:pt x="55587" y="9690"/>
                  </a:lnTo>
                  <a:lnTo>
                    <a:pt x="54521" y="10083"/>
                  </a:lnTo>
                  <a:lnTo>
                    <a:pt x="54571" y="10883"/>
                  </a:lnTo>
                  <a:lnTo>
                    <a:pt x="55651" y="11150"/>
                  </a:lnTo>
                  <a:lnTo>
                    <a:pt x="58280" y="10985"/>
                  </a:lnTo>
                  <a:lnTo>
                    <a:pt x="58851" y="10769"/>
                  </a:lnTo>
                  <a:lnTo>
                    <a:pt x="58737" y="11468"/>
                  </a:lnTo>
                  <a:lnTo>
                    <a:pt x="58813" y="13004"/>
                  </a:lnTo>
                  <a:lnTo>
                    <a:pt x="58877" y="14528"/>
                  </a:lnTo>
                  <a:lnTo>
                    <a:pt x="59220" y="15748"/>
                  </a:lnTo>
                  <a:lnTo>
                    <a:pt x="59905" y="15709"/>
                  </a:lnTo>
                  <a:lnTo>
                    <a:pt x="60121" y="14452"/>
                  </a:lnTo>
                  <a:lnTo>
                    <a:pt x="59982" y="11391"/>
                  </a:lnTo>
                  <a:lnTo>
                    <a:pt x="59791" y="10706"/>
                  </a:lnTo>
                  <a:lnTo>
                    <a:pt x="60401" y="10845"/>
                  </a:lnTo>
                  <a:lnTo>
                    <a:pt x="61709" y="10769"/>
                  </a:lnTo>
                  <a:lnTo>
                    <a:pt x="63017" y="10680"/>
                  </a:lnTo>
                  <a:lnTo>
                    <a:pt x="64084" y="10299"/>
                  </a:lnTo>
                  <a:lnTo>
                    <a:pt x="64071" y="10172"/>
                  </a:lnTo>
                  <a:lnTo>
                    <a:pt x="72809" y="20345"/>
                  </a:lnTo>
                  <a:lnTo>
                    <a:pt x="72136" y="20383"/>
                  </a:lnTo>
                  <a:lnTo>
                    <a:pt x="71920" y="21640"/>
                  </a:lnTo>
                  <a:lnTo>
                    <a:pt x="72072" y="24701"/>
                  </a:lnTo>
                  <a:lnTo>
                    <a:pt x="72250" y="25387"/>
                  </a:lnTo>
                  <a:lnTo>
                    <a:pt x="71678" y="25234"/>
                  </a:lnTo>
                  <a:lnTo>
                    <a:pt x="70358" y="25323"/>
                  </a:lnTo>
                  <a:lnTo>
                    <a:pt x="69049" y="25412"/>
                  </a:lnTo>
                  <a:lnTo>
                    <a:pt x="67995" y="25793"/>
                  </a:lnTo>
                  <a:lnTo>
                    <a:pt x="68033" y="26606"/>
                  </a:lnTo>
                  <a:lnTo>
                    <a:pt x="69113" y="26860"/>
                  </a:lnTo>
                  <a:lnTo>
                    <a:pt x="71742" y="26695"/>
                  </a:lnTo>
                  <a:lnTo>
                    <a:pt x="72326" y="26479"/>
                  </a:lnTo>
                  <a:lnTo>
                    <a:pt x="72212" y="27190"/>
                  </a:lnTo>
                  <a:lnTo>
                    <a:pt x="72275" y="28714"/>
                  </a:lnTo>
                  <a:lnTo>
                    <a:pt x="72351" y="30238"/>
                  </a:lnTo>
                  <a:lnTo>
                    <a:pt x="72682" y="31470"/>
                  </a:lnTo>
                  <a:lnTo>
                    <a:pt x="72898" y="31457"/>
                  </a:lnTo>
                  <a:lnTo>
                    <a:pt x="72898" y="20612"/>
                  </a:lnTo>
                  <a:lnTo>
                    <a:pt x="72834" y="20383"/>
                  </a:lnTo>
                  <a:lnTo>
                    <a:pt x="76835" y="25044"/>
                  </a:lnTo>
                  <a:lnTo>
                    <a:pt x="76835" y="20675"/>
                  </a:lnTo>
                  <a:lnTo>
                    <a:pt x="63334" y="4927"/>
                  </a:lnTo>
                  <a:lnTo>
                    <a:pt x="63334" y="9321"/>
                  </a:lnTo>
                  <a:lnTo>
                    <a:pt x="62953" y="9220"/>
                  </a:lnTo>
                  <a:lnTo>
                    <a:pt x="60337" y="9398"/>
                  </a:lnTo>
                  <a:lnTo>
                    <a:pt x="59715" y="9626"/>
                  </a:lnTo>
                  <a:lnTo>
                    <a:pt x="59842" y="8902"/>
                  </a:lnTo>
                  <a:lnTo>
                    <a:pt x="59766" y="7378"/>
                  </a:lnTo>
                  <a:lnTo>
                    <a:pt x="59690" y="5842"/>
                  </a:lnTo>
                  <a:lnTo>
                    <a:pt x="59359" y="4673"/>
                  </a:lnTo>
                  <a:lnTo>
                    <a:pt x="63334" y="9321"/>
                  </a:lnTo>
                  <a:lnTo>
                    <a:pt x="63334" y="4927"/>
                  </a:lnTo>
                  <a:lnTo>
                    <a:pt x="62865" y="4368"/>
                  </a:lnTo>
                  <a:lnTo>
                    <a:pt x="59334" y="254"/>
                  </a:lnTo>
                  <a:lnTo>
                    <a:pt x="59334" y="4635"/>
                  </a:lnTo>
                  <a:lnTo>
                    <a:pt x="58877" y="4660"/>
                  </a:lnTo>
                  <a:lnTo>
                    <a:pt x="59118" y="4368"/>
                  </a:lnTo>
                  <a:lnTo>
                    <a:pt x="59334" y="4635"/>
                  </a:lnTo>
                  <a:lnTo>
                    <a:pt x="59334" y="254"/>
                  </a:lnTo>
                  <a:lnTo>
                    <a:pt x="59118" y="0"/>
                  </a:lnTo>
                  <a:lnTo>
                    <a:pt x="45173" y="16281"/>
                  </a:lnTo>
                  <a:lnTo>
                    <a:pt x="45173" y="25171"/>
                  </a:lnTo>
                  <a:lnTo>
                    <a:pt x="44602" y="25019"/>
                  </a:lnTo>
                  <a:lnTo>
                    <a:pt x="43294" y="25107"/>
                  </a:lnTo>
                  <a:lnTo>
                    <a:pt x="41986" y="25184"/>
                  </a:lnTo>
                  <a:lnTo>
                    <a:pt x="40932" y="25577"/>
                  </a:lnTo>
                  <a:lnTo>
                    <a:pt x="40957" y="26365"/>
                  </a:lnTo>
                  <a:lnTo>
                    <a:pt x="40614" y="25946"/>
                  </a:lnTo>
                  <a:lnTo>
                    <a:pt x="40932" y="25577"/>
                  </a:lnTo>
                  <a:lnTo>
                    <a:pt x="44932" y="20916"/>
                  </a:lnTo>
                  <a:lnTo>
                    <a:pt x="44843" y="21412"/>
                  </a:lnTo>
                  <a:lnTo>
                    <a:pt x="44996" y="24485"/>
                  </a:lnTo>
                  <a:lnTo>
                    <a:pt x="45173" y="25171"/>
                  </a:lnTo>
                  <a:lnTo>
                    <a:pt x="45173" y="16281"/>
                  </a:lnTo>
                  <a:lnTo>
                    <a:pt x="36880" y="25946"/>
                  </a:lnTo>
                  <a:lnTo>
                    <a:pt x="59118" y="51892"/>
                  </a:lnTo>
                  <a:lnTo>
                    <a:pt x="62865" y="47536"/>
                  </a:lnTo>
                  <a:lnTo>
                    <a:pt x="79819" y="27762"/>
                  </a:lnTo>
                  <a:lnTo>
                    <a:pt x="100507" y="51892"/>
                  </a:lnTo>
                  <a:lnTo>
                    <a:pt x="104254" y="47536"/>
                  </a:lnTo>
                  <a:lnTo>
                    <a:pt x="117652" y="31902"/>
                  </a:lnTo>
                  <a:lnTo>
                    <a:pt x="117652" y="27533"/>
                  </a:lnTo>
                  <a:lnTo>
                    <a:pt x="114871" y="30772"/>
                  </a:lnTo>
                  <a:lnTo>
                    <a:pt x="114985" y="30175"/>
                  </a:lnTo>
                  <a:lnTo>
                    <a:pt x="114846" y="27101"/>
                  </a:lnTo>
                  <a:lnTo>
                    <a:pt x="114655" y="26428"/>
                  </a:lnTo>
                  <a:lnTo>
                    <a:pt x="115265" y="26568"/>
                  </a:lnTo>
                  <a:lnTo>
                    <a:pt x="117652" y="26416"/>
                  </a:lnTo>
                  <a:lnTo>
                    <a:pt x="117652" y="24955"/>
                  </a:lnTo>
                  <a:lnTo>
                    <a:pt x="115189" y="25107"/>
                  </a:lnTo>
                  <a:lnTo>
                    <a:pt x="114566" y="25336"/>
                  </a:lnTo>
                  <a:lnTo>
                    <a:pt x="114706" y="24625"/>
                  </a:lnTo>
                  <a:lnTo>
                    <a:pt x="114630" y="23088"/>
                  </a:lnTo>
                  <a:lnTo>
                    <a:pt x="114554" y="21564"/>
                  </a:lnTo>
                  <a:lnTo>
                    <a:pt x="114287" y="20586"/>
                  </a:lnTo>
                  <a:lnTo>
                    <a:pt x="114287" y="31457"/>
                  </a:lnTo>
                  <a:lnTo>
                    <a:pt x="100507" y="47536"/>
                  </a:lnTo>
                  <a:lnTo>
                    <a:pt x="95707" y="41960"/>
                  </a:lnTo>
                  <a:lnTo>
                    <a:pt x="96786" y="42214"/>
                  </a:lnTo>
                  <a:lnTo>
                    <a:pt x="99415" y="42037"/>
                  </a:lnTo>
                  <a:lnTo>
                    <a:pt x="99987" y="41833"/>
                  </a:lnTo>
                  <a:lnTo>
                    <a:pt x="99872" y="42532"/>
                  </a:lnTo>
                  <a:lnTo>
                    <a:pt x="99936" y="44056"/>
                  </a:lnTo>
                  <a:lnTo>
                    <a:pt x="100012" y="45593"/>
                  </a:lnTo>
                  <a:lnTo>
                    <a:pt x="100355" y="46812"/>
                  </a:lnTo>
                  <a:lnTo>
                    <a:pt x="101041" y="46774"/>
                  </a:lnTo>
                  <a:lnTo>
                    <a:pt x="101257" y="45516"/>
                  </a:lnTo>
                  <a:lnTo>
                    <a:pt x="101117" y="42443"/>
                  </a:lnTo>
                  <a:lnTo>
                    <a:pt x="100914" y="41770"/>
                  </a:lnTo>
                  <a:lnTo>
                    <a:pt x="101536" y="41910"/>
                  </a:lnTo>
                  <a:lnTo>
                    <a:pt x="102844" y="41821"/>
                  </a:lnTo>
                  <a:lnTo>
                    <a:pt x="104152" y="41744"/>
                  </a:lnTo>
                  <a:lnTo>
                    <a:pt x="105219" y="41351"/>
                  </a:lnTo>
                  <a:lnTo>
                    <a:pt x="105168" y="40551"/>
                  </a:lnTo>
                  <a:lnTo>
                    <a:pt x="104089" y="40284"/>
                  </a:lnTo>
                  <a:lnTo>
                    <a:pt x="101460" y="40449"/>
                  </a:lnTo>
                  <a:lnTo>
                    <a:pt x="100850" y="40678"/>
                  </a:lnTo>
                  <a:lnTo>
                    <a:pt x="100977" y="39966"/>
                  </a:lnTo>
                  <a:lnTo>
                    <a:pt x="100901" y="38442"/>
                  </a:lnTo>
                  <a:lnTo>
                    <a:pt x="100825" y="36906"/>
                  </a:lnTo>
                  <a:lnTo>
                    <a:pt x="100495" y="35687"/>
                  </a:lnTo>
                  <a:lnTo>
                    <a:pt x="99809" y="35725"/>
                  </a:lnTo>
                  <a:lnTo>
                    <a:pt x="99580" y="36982"/>
                  </a:lnTo>
                  <a:lnTo>
                    <a:pt x="99733" y="40055"/>
                  </a:lnTo>
                  <a:lnTo>
                    <a:pt x="99910" y="40728"/>
                  </a:lnTo>
                  <a:lnTo>
                    <a:pt x="99339" y="40589"/>
                  </a:lnTo>
                  <a:lnTo>
                    <a:pt x="98031" y="40665"/>
                  </a:lnTo>
                  <a:lnTo>
                    <a:pt x="96723" y="40754"/>
                  </a:lnTo>
                  <a:lnTo>
                    <a:pt x="95656" y="41148"/>
                  </a:lnTo>
                  <a:lnTo>
                    <a:pt x="95694" y="41948"/>
                  </a:lnTo>
                  <a:lnTo>
                    <a:pt x="82372" y="26390"/>
                  </a:lnTo>
                  <a:lnTo>
                    <a:pt x="83439" y="26644"/>
                  </a:lnTo>
                  <a:lnTo>
                    <a:pt x="86067" y="26479"/>
                  </a:lnTo>
                  <a:lnTo>
                    <a:pt x="86639" y="26263"/>
                  </a:lnTo>
                  <a:lnTo>
                    <a:pt x="86525" y="26962"/>
                  </a:lnTo>
                  <a:lnTo>
                    <a:pt x="86601" y="28498"/>
                  </a:lnTo>
                  <a:lnTo>
                    <a:pt x="86664" y="30022"/>
                  </a:lnTo>
                  <a:lnTo>
                    <a:pt x="87007" y="31242"/>
                  </a:lnTo>
                  <a:lnTo>
                    <a:pt x="87693" y="31203"/>
                  </a:lnTo>
                  <a:lnTo>
                    <a:pt x="87909" y="29946"/>
                  </a:lnTo>
                  <a:lnTo>
                    <a:pt x="87769" y="26885"/>
                  </a:lnTo>
                  <a:lnTo>
                    <a:pt x="87579" y="26200"/>
                  </a:lnTo>
                  <a:lnTo>
                    <a:pt x="88188" y="26339"/>
                  </a:lnTo>
                  <a:lnTo>
                    <a:pt x="89496" y="26263"/>
                  </a:lnTo>
                  <a:lnTo>
                    <a:pt x="90805" y="26174"/>
                  </a:lnTo>
                  <a:lnTo>
                    <a:pt x="91871" y="25781"/>
                  </a:lnTo>
                  <a:lnTo>
                    <a:pt x="91821" y="24980"/>
                  </a:lnTo>
                  <a:lnTo>
                    <a:pt x="90741" y="24714"/>
                  </a:lnTo>
                  <a:lnTo>
                    <a:pt x="88125" y="24892"/>
                  </a:lnTo>
                  <a:lnTo>
                    <a:pt x="87503" y="25120"/>
                  </a:lnTo>
                  <a:lnTo>
                    <a:pt x="87630" y="24396"/>
                  </a:lnTo>
                  <a:lnTo>
                    <a:pt x="87553" y="22872"/>
                  </a:lnTo>
                  <a:lnTo>
                    <a:pt x="87490" y="21336"/>
                  </a:lnTo>
                  <a:lnTo>
                    <a:pt x="87147" y="20116"/>
                  </a:lnTo>
                  <a:lnTo>
                    <a:pt x="86995" y="20129"/>
                  </a:lnTo>
                  <a:lnTo>
                    <a:pt x="99999" y="4953"/>
                  </a:lnTo>
                  <a:lnTo>
                    <a:pt x="99834" y="5918"/>
                  </a:lnTo>
                  <a:lnTo>
                    <a:pt x="99987" y="8991"/>
                  </a:lnTo>
                  <a:lnTo>
                    <a:pt x="100317" y="10210"/>
                  </a:lnTo>
                  <a:lnTo>
                    <a:pt x="101015" y="10160"/>
                  </a:lnTo>
                  <a:lnTo>
                    <a:pt x="101231" y="8902"/>
                  </a:lnTo>
                  <a:lnTo>
                    <a:pt x="101155" y="7378"/>
                  </a:lnTo>
                  <a:lnTo>
                    <a:pt x="101079" y="5842"/>
                  </a:lnTo>
                  <a:lnTo>
                    <a:pt x="100749" y="4673"/>
                  </a:lnTo>
                  <a:lnTo>
                    <a:pt x="114185" y="20345"/>
                  </a:lnTo>
                  <a:lnTo>
                    <a:pt x="113525" y="20383"/>
                  </a:lnTo>
                  <a:lnTo>
                    <a:pt x="113309" y="21640"/>
                  </a:lnTo>
                  <a:lnTo>
                    <a:pt x="113461" y="24701"/>
                  </a:lnTo>
                  <a:lnTo>
                    <a:pt x="113639" y="25387"/>
                  </a:lnTo>
                  <a:lnTo>
                    <a:pt x="113055" y="25234"/>
                  </a:lnTo>
                  <a:lnTo>
                    <a:pt x="111747" y="25323"/>
                  </a:lnTo>
                  <a:lnTo>
                    <a:pt x="110439" y="25412"/>
                  </a:lnTo>
                  <a:lnTo>
                    <a:pt x="109385" y="25793"/>
                  </a:lnTo>
                  <a:lnTo>
                    <a:pt x="109423" y="26606"/>
                  </a:lnTo>
                  <a:lnTo>
                    <a:pt x="110502" y="26860"/>
                  </a:lnTo>
                  <a:lnTo>
                    <a:pt x="113131" y="26695"/>
                  </a:lnTo>
                  <a:lnTo>
                    <a:pt x="113715" y="26479"/>
                  </a:lnTo>
                  <a:lnTo>
                    <a:pt x="113588" y="27190"/>
                  </a:lnTo>
                  <a:lnTo>
                    <a:pt x="113665" y="28714"/>
                  </a:lnTo>
                  <a:lnTo>
                    <a:pt x="113741" y="30238"/>
                  </a:lnTo>
                  <a:lnTo>
                    <a:pt x="114071" y="31470"/>
                  </a:lnTo>
                  <a:lnTo>
                    <a:pt x="114287" y="31457"/>
                  </a:lnTo>
                  <a:lnTo>
                    <a:pt x="114287" y="20586"/>
                  </a:lnTo>
                  <a:lnTo>
                    <a:pt x="114236" y="20396"/>
                  </a:lnTo>
                  <a:lnTo>
                    <a:pt x="117652" y="24371"/>
                  </a:lnTo>
                  <a:lnTo>
                    <a:pt x="117652" y="20002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 descr=""/>
            <p:cNvSpPr/>
            <p:nvPr/>
          </p:nvSpPr>
          <p:spPr>
            <a:xfrm>
              <a:off x="10666844" y="6481959"/>
              <a:ext cx="132080" cy="1602105"/>
            </a:xfrm>
            <a:custGeom>
              <a:avLst/>
              <a:gdLst/>
              <a:ahLst/>
              <a:cxnLst/>
              <a:rect l="l" t="t" r="r" b="b"/>
              <a:pathLst>
                <a:path w="132079" h="1602104">
                  <a:moveTo>
                    <a:pt x="9563" y="1596174"/>
                  </a:moveTo>
                  <a:lnTo>
                    <a:pt x="9512" y="1595361"/>
                  </a:lnTo>
                  <a:lnTo>
                    <a:pt x="8432" y="1595094"/>
                  </a:lnTo>
                  <a:lnTo>
                    <a:pt x="5803" y="1595272"/>
                  </a:lnTo>
                  <a:lnTo>
                    <a:pt x="5194" y="1595501"/>
                  </a:lnTo>
                  <a:lnTo>
                    <a:pt x="5321" y="1594777"/>
                  </a:lnTo>
                  <a:lnTo>
                    <a:pt x="5245" y="1593253"/>
                  </a:lnTo>
                  <a:lnTo>
                    <a:pt x="5168" y="1591716"/>
                  </a:lnTo>
                  <a:lnTo>
                    <a:pt x="4838" y="1590497"/>
                  </a:lnTo>
                  <a:lnTo>
                    <a:pt x="4152" y="1590535"/>
                  </a:lnTo>
                  <a:lnTo>
                    <a:pt x="3924" y="1591792"/>
                  </a:lnTo>
                  <a:lnTo>
                    <a:pt x="4076" y="1594866"/>
                  </a:lnTo>
                  <a:lnTo>
                    <a:pt x="4254" y="1595551"/>
                  </a:lnTo>
                  <a:lnTo>
                    <a:pt x="3683" y="1595399"/>
                  </a:lnTo>
                  <a:lnTo>
                    <a:pt x="2374" y="1595488"/>
                  </a:lnTo>
                  <a:lnTo>
                    <a:pt x="1066" y="1595564"/>
                  </a:lnTo>
                  <a:lnTo>
                    <a:pt x="0" y="1595958"/>
                  </a:lnTo>
                  <a:lnTo>
                    <a:pt x="50" y="1596758"/>
                  </a:lnTo>
                  <a:lnTo>
                    <a:pt x="1130" y="1597025"/>
                  </a:lnTo>
                  <a:lnTo>
                    <a:pt x="3759" y="1596859"/>
                  </a:lnTo>
                  <a:lnTo>
                    <a:pt x="4330" y="1596644"/>
                  </a:lnTo>
                  <a:lnTo>
                    <a:pt x="4216" y="1597342"/>
                  </a:lnTo>
                  <a:lnTo>
                    <a:pt x="4292" y="1598879"/>
                  </a:lnTo>
                  <a:lnTo>
                    <a:pt x="4356" y="1600403"/>
                  </a:lnTo>
                  <a:lnTo>
                    <a:pt x="4699" y="1601622"/>
                  </a:lnTo>
                  <a:lnTo>
                    <a:pt x="5384" y="1601584"/>
                  </a:lnTo>
                  <a:lnTo>
                    <a:pt x="5600" y="1600327"/>
                  </a:lnTo>
                  <a:lnTo>
                    <a:pt x="5461" y="1597266"/>
                  </a:lnTo>
                  <a:lnTo>
                    <a:pt x="5257" y="1596580"/>
                  </a:lnTo>
                  <a:lnTo>
                    <a:pt x="5880" y="1596720"/>
                  </a:lnTo>
                  <a:lnTo>
                    <a:pt x="7188" y="1596644"/>
                  </a:lnTo>
                  <a:lnTo>
                    <a:pt x="8496" y="1596555"/>
                  </a:lnTo>
                  <a:lnTo>
                    <a:pt x="9563" y="1596174"/>
                  </a:lnTo>
                  <a:close/>
                </a:path>
                <a:path w="132079" h="1602104">
                  <a:moveTo>
                    <a:pt x="69456" y="23774"/>
                  </a:moveTo>
                  <a:lnTo>
                    <a:pt x="65709" y="19405"/>
                  </a:lnTo>
                  <a:lnTo>
                    <a:pt x="65709" y="23774"/>
                  </a:lnTo>
                  <a:lnTo>
                    <a:pt x="61569" y="28600"/>
                  </a:lnTo>
                  <a:lnTo>
                    <a:pt x="61683" y="27990"/>
                  </a:lnTo>
                  <a:lnTo>
                    <a:pt x="61531" y="24917"/>
                  </a:lnTo>
                  <a:lnTo>
                    <a:pt x="61341" y="24244"/>
                  </a:lnTo>
                  <a:lnTo>
                    <a:pt x="61950" y="24384"/>
                  </a:lnTo>
                  <a:lnTo>
                    <a:pt x="63271" y="24295"/>
                  </a:lnTo>
                  <a:lnTo>
                    <a:pt x="64579" y="24206"/>
                  </a:lnTo>
                  <a:lnTo>
                    <a:pt x="65633" y="23825"/>
                  </a:lnTo>
                  <a:lnTo>
                    <a:pt x="65620" y="23685"/>
                  </a:lnTo>
                  <a:lnTo>
                    <a:pt x="65709" y="19405"/>
                  </a:lnTo>
                  <a:lnTo>
                    <a:pt x="64909" y="18478"/>
                  </a:lnTo>
                  <a:lnTo>
                    <a:pt x="64909" y="22860"/>
                  </a:lnTo>
                  <a:lnTo>
                    <a:pt x="64516" y="22758"/>
                  </a:lnTo>
                  <a:lnTo>
                    <a:pt x="61887" y="22923"/>
                  </a:lnTo>
                  <a:lnTo>
                    <a:pt x="61252" y="23164"/>
                  </a:lnTo>
                  <a:lnTo>
                    <a:pt x="61391" y="22440"/>
                  </a:lnTo>
                  <a:lnTo>
                    <a:pt x="61328" y="20904"/>
                  </a:lnTo>
                  <a:lnTo>
                    <a:pt x="61252" y="19380"/>
                  </a:lnTo>
                  <a:lnTo>
                    <a:pt x="60985" y="18453"/>
                  </a:lnTo>
                  <a:lnTo>
                    <a:pt x="60985" y="29286"/>
                  </a:lnTo>
                  <a:lnTo>
                    <a:pt x="47205" y="45351"/>
                  </a:lnTo>
                  <a:lnTo>
                    <a:pt x="42405" y="39776"/>
                  </a:lnTo>
                  <a:lnTo>
                    <a:pt x="43472" y="40030"/>
                  </a:lnTo>
                  <a:lnTo>
                    <a:pt x="46101" y="39852"/>
                  </a:lnTo>
                  <a:lnTo>
                    <a:pt x="46685" y="39649"/>
                  </a:lnTo>
                  <a:lnTo>
                    <a:pt x="46558" y="40347"/>
                  </a:lnTo>
                  <a:lnTo>
                    <a:pt x="46634" y="41871"/>
                  </a:lnTo>
                  <a:lnTo>
                    <a:pt x="46710" y="43408"/>
                  </a:lnTo>
                  <a:lnTo>
                    <a:pt x="47040" y="44627"/>
                  </a:lnTo>
                  <a:lnTo>
                    <a:pt x="47739" y="44589"/>
                  </a:lnTo>
                  <a:lnTo>
                    <a:pt x="47955" y="43332"/>
                  </a:lnTo>
                  <a:lnTo>
                    <a:pt x="47802" y="40259"/>
                  </a:lnTo>
                  <a:lnTo>
                    <a:pt x="47612" y="39573"/>
                  </a:lnTo>
                  <a:lnTo>
                    <a:pt x="48234" y="39725"/>
                  </a:lnTo>
                  <a:lnTo>
                    <a:pt x="49542" y="39649"/>
                  </a:lnTo>
                  <a:lnTo>
                    <a:pt x="50850" y="39560"/>
                  </a:lnTo>
                  <a:lnTo>
                    <a:pt x="51904" y="39166"/>
                  </a:lnTo>
                  <a:lnTo>
                    <a:pt x="51866" y="38366"/>
                  </a:lnTo>
                  <a:lnTo>
                    <a:pt x="50787" y="38100"/>
                  </a:lnTo>
                  <a:lnTo>
                    <a:pt x="48158" y="38277"/>
                  </a:lnTo>
                  <a:lnTo>
                    <a:pt x="47536" y="38519"/>
                  </a:lnTo>
                  <a:lnTo>
                    <a:pt x="47675" y="37782"/>
                  </a:lnTo>
                  <a:lnTo>
                    <a:pt x="47599" y="36258"/>
                  </a:lnTo>
                  <a:lnTo>
                    <a:pt x="47523" y="34721"/>
                  </a:lnTo>
                  <a:lnTo>
                    <a:pt x="47193" y="33502"/>
                  </a:lnTo>
                  <a:lnTo>
                    <a:pt x="46494" y="33540"/>
                  </a:lnTo>
                  <a:lnTo>
                    <a:pt x="46278" y="34798"/>
                  </a:lnTo>
                  <a:lnTo>
                    <a:pt x="46418" y="37871"/>
                  </a:lnTo>
                  <a:lnTo>
                    <a:pt x="46609" y="38557"/>
                  </a:lnTo>
                  <a:lnTo>
                    <a:pt x="46024" y="38404"/>
                  </a:lnTo>
                  <a:lnTo>
                    <a:pt x="44716" y="38481"/>
                  </a:lnTo>
                  <a:lnTo>
                    <a:pt x="43408" y="38569"/>
                  </a:lnTo>
                  <a:lnTo>
                    <a:pt x="42354" y="38963"/>
                  </a:lnTo>
                  <a:lnTo>
                    <a:pt x="42379" y="39751"/>
                  </a:lnTo>
                  <a:lnTo>
                    <a:pt x="29057" y="24206"/>
                  </a:lnTo>
                  <a:lnTo>
                    <a:pt x="30124" y="24460"/>
                  </a:lnTo>
                  <a:lnTo>
                    <a:pt x="32753" y="24295"/>
                  </a:lnTo>
                  <a:lnTo>
                    <a:pt x="33337" y="24079"/>
                  </a:lnTo>
                  <a:lnTo>
                    <a:pt x="33210" y="24777"/>
                  </a:lnTo>
                  <a:lnTo>
                    <a:pt x="33286" y="26314"/>
                  </a:lnTo>
                  <a:lnTo>
                    <a:pt x="33362" y="27838"/>
                  </a:lnTo>
                  <a:lnTo>
                    <a:pt x="33693" y="29057"/>
                  </a:lnTo>
                  <a:lnTo>
                    <a:pt x="34391" y="29019"/>
                  </a:lnTo>
                  <a:lnTo>
                    <a:pt x="34607" y="27762"/>
                  </a:lnTo>
                  <a:lnTo>
                    <a:pt x="34455" y="24701"/>
                  </a:lnTo>
                  <a:lnTo>
                    <a:pt x="34264" y="24015"/>
                  </a:lnTo>
                  <a:lnTo>
                    <a:pt x="34886" y="24155"/>
                  </a:lnTo>
                  <a:lnTo>
                    <a:pt x="36195" y="24079"/>
                  </a:lnTo>
                  <a:lnTo>
                    <a:pt x="37503" y="23990"/>
                  </a:lnTo>
                  <a:lnTo>
                    <a:pt x="38557" y="23609"/>
                  </a:lnTo>
                  <a:lnTo>
                    <a:pt x="38519" y="22796"/>
                  </a:lnTo>
                  <a:lnTo>
                    <a:pt x="37439" y="22529"/>
                  </a:lnTo>
                  <a:lnTo>
                    <a:pt x="34810" y="22707"/>
                  </a:lnTo>
                  <a:lnTo>
                    <a:pt x="34188" y="22936"/>
                  </a:lnTo>
                  <a:lnTo>
                    <a:pt x="34328" y="22212"/>
                  </a:lnTo>
                  <a:lnTo>
                    <a:pt x="34251" y="20688"/>
                  </a:lnTo>
                  <a:lnTo>
                    <a:pt x="34175" y="19164"/>
                  </a:lnTo>
                  <a:lnTo>
                    <a:pt x="33845" y="17932"/>
                  </a:lnTo>
                  <a:lnTo>
                    <a:pt x="33782" y="23495"/>
                  </a:lnTo>
                  <a:lnTo>
                    <a:pt x="33782" y="17945"/>
                  </a:lnTo>
                  <a:lnTo>
                    <a:pt x="46685" y="2781"/>
                  </a:lnTo>
                  <a:lnTo>
                    <a:pt x="46532" y="3733"/>
                  </a:lnTo>
                  <a:lnTo>
                    <a:pt x="46672" y="6807"/>
                  </a:lnTo>
                  <a:lnTo>
                    <a:pt x="46863" y="7493"/>
                  </a:lnTo>
                  <a:lnTo>
                    <a:pt x="46278" y="7340"/>
                  </a:lnTo>
                  <a:lnTo>
                    <a:pt x="44970" y="7429"/>
                  </a:lnTo>
                  <a:lnTo>
                    <a:pt x="43662" y="7505"/>
                  </a:lnTo>
                  <a:lnTo>
                    <a:pt x="42608" y="7899"/>
                  </a:lnTo>
                  <a:lnTo>
                    <a:pt x="42646" y="8699"/>
                  </a:lnTo>
                  <a:lnTo>
                    <a:pt x="43726" y="8966"/>
                  </a:lnTo>
                  <a:lnTo>
                    <a:pt x="46355" y="8801"/>
                  </a:lnTo>
                  <a:lnTo>
                    <a:pt x="46939" y="8585"/>
                  </a:lnTo>
                  <a:lnTo>
                    <a:pt x="46812" y="9283"/>
                  </a:lnTo>
                  <a:lnTo>
                    <a:pt x="46888" y="10820"/>
                  </a:lnTo>
                  <a:lnTo>
                    <a:pt x="46964" y="12344"/>
                  </a:lnTo>
                  <a:lnTo>
                    <a:pt x="47294" y="13576"/>
                  </a:lnTo>
                  <a:lnTo>
                    <a:pt x="47993" y="13525"/>
                  </a:lnTo>
                  <a:lnTo>
                    <a:pt x="48209" y="12268"/>
                  </a:lnTo>
                  <a:lnTo>
                    <a:pt x="48056" y="9207"/>
                  </a:lnTo>
                  <a:lnTo>
                    <a:pt x="47866" y="8521"/>
                  </a:lnTo>
                  <a:lnTo>
                    <a:pt x="48488" y="8661"/>
                  </a:lnTo>
                  <a:lnTo>
                    <a:pt x="49796" y="8585"/>
                  </a:lnTo>
                  <a:lnTo>
                    <a:pt x="51104" y="8496"/>
                  </a:lnTo>
                  <a:lnTo>
                    <a:pt x="52158" y="8115"/>
                  </a:lnTo>
                  <a:lnTo>
                    <a:pt x="52146" y="7988"/>
                  </a:lnTo>
                  <a:lnTo>
                    <a:pt x="60883" y="18161"/>
                  </a:lnTo>
                  <a:lnTo>
                    <a:pt x="60223" y="18199"/>
                  </a:lnTo>
                  <a:lnTo>
                    <a:pt x="60007" y="19456"/>
                  </a:lnTo>
                  <a:lnTo>
                    <a:pt x="60147" y="22517"/>
                  </a:lnTo>
                  <a:lnTo>
                    <a:pt x="60325" y="23202"/>
                  </a:lnTo>
                  <a:lnTo>
                    <a:pt x="59753" y="23050"/>
                  </a:lnTo>
                  <a:lnTo>
                    <a:pt x="58445" y="23139"/>
                  </a:lnTo>
                  <a:lnTo>
                    <a:pt x="57137" y="23228"/>
                  </a:lnTo>
                  <a:lnTo>
                    <a:pt x="56083" y="23609"/>
                  </a:lnTo>
                  <a:lnTo>
                    <a:pt x="56095" y="24015"/>
                  </a:lnTo>
                  <a:lnTo>
                    <a:pt x="56121" y="24422"/>
                  </a:lnTo>
                  <a:lnTo>
                    <a:pt x="57200" y="24676"/>
                  </a:lnTo>
                  <a:lnTo>
                    <a:pt x="59829" y="24511"/>
                  </a:lnTo>
                  <a:lnTo>
                    <a:pt x="60413" y="24307"/>
                  </a:lnTo>
                  <a:lnTo>
                    <a:pt x="60286" y="25006"/>
                  </a:lnTo>
                  <a:lnTo>
                    <a:pt x="60363" y="26530"/>
                  </a:lnTo>
                  <a:lnTo>
                    <a:pt x="60439" y="28054"/>
                  </a:lnTo>
                  <a:lnTo>
                    <a:pt x="60769" y="29286"/>
                  </a:lnTo>
                  <a:lnTo>
                    <a:pt x="60985" y="29286"/>
                  </a:lnTo>
                  <a:lnTo>
                    <a:pt x="60985" y="18453"/>
                  </a:lnTo>
                  <a:lnTo>
                    <a:pt x="60909" y="18186"/>
                  </a:lnTo>
                  <a:lnTo>
                    <a:pt x="64909" y="22860"/>
                  </a:lnTo>
                  <a:lnTo>
                    <a:pt x="64909" y="18478"/>
                  </a:lnTo>
                  <a:lnTo>
                    <a:pt x="51435" y="2755"/>
                  </a:lnTo>
                  <a:lnTo>
                    <a:pt x="51435" y="7150"/>
                  </a:lnTo>
                  <a:lnTo>
                    <a:pt x="51041" y="7048"/>
                  </a:lnTo>
                  <a:lnTo>
                    <a:pt x="48412" y="7213"/>
                  </a:lnTo>
                  <a:lnTo>
                    <a:pt x="47790" y="7442"/>
                  </a:lnTo>
                  <a:lnTo>
                    <a:pt x="47929" y="6718"/>
                  </a:lnTo>
                  <a:lnTo>
                    <a:pt x="47853" y="5194"/>
                  </a:lnTo>
                  <a:lnTo>
                    <a:pt x="47777" y="3670"/>
                  </a:lnTo>
                  <a:lnTo>
                    <a:pt x="47447" y="2489"/>
                  </a:lnTo>
                  <a:lnTo>
                    <a:pt x="51435" y="7150"/>
                  </a:lnTo>
                  <a:lnTo>
                    <a:pt x="51435" y="2755"/>
                  </a:lnTo>
                  <a:lnTo>
                    <a:pt x="50952" y="2184"/>
                  </a:lnTo>
                  <a:lnTo>
                    <a:pt x="49072" y="0"/>
                  </a:lnTo>
                  <a:lnTo>
                    <a:pt x="47421" y="0"/>
                  </a:lnTo>
                  <a:lnTo>
                    <a:pt x="47421" y="2451"/>
                  </a:lnTo>
                  <a:lnTo>
                    <a:pt x="47383" y="8001"/>
                  </a:lnTo>
                  <a:lnTo>
                    <a:pt x="47383" y="2463"/>
                  </a:lnTo>
                  <a:lnTo>
                    <a:pt x="46964" y="2476"/>
                  </a:lnTo>
                  <a:lnTo>
                    <a:pt x="47205" y="2184"/>
                  </a:lnTo>
                  <a:lnTo>
                    <a:pt x="47421" y="2451"/>
                  </a:lnTo>
                  <a:lnTo>
                    <a:pt x="47421" y="0"/>
                  </a:lnTo>
                  <a:lnTo>
                    <a:pt x="45339" y="0"/>
                  </a:lnTo>
                  <a:lnTo>
                    <a:pt x="33261" y="14097"/>
                  </a:lnTo>
                  <a:lnTo>
                    <a:pt x="33261" y="22987"/>
                  </a:lnTo>
                  <a:lnTo>
                    <a:pt x="32677" y="22834"/>
                  </a:lnTo>
                  <a:lnTo>
                    <a:pt x="31369" y="22923"/>
                  </a:lnTo>
                  <a:lnTo>
                    <a:pt x="30060" y="22999"/>
                  </a:lnTo>
                  <a:lnTo>
                    <a:pt x="29032" y="23393"/>
                  </a:lnTo>
                  <a:lnTo>
                    <a:pt x="29032" y="24180"/>
                  </a:lnTo>
                  <a:lnTo>
                    <a:pt x="28702" y="23774"/>
                  </a:lnTo>
                  <a:lnTo>
                    <a:pt x="29006" y="23418"/>
                  </a:lnTo>
                  <a:lnTo>
                    <a:pt x="29032" y="24180"/>
                  </a:lnTo>
                  <a:lnTo>
                    <a:pt x="29032" y="23393"/>
                  </a:lnTo>
                  <a:lnTo>
                    <a:pt x="33007" y="18745"/>
                  </a:lnTo>
                  <a:lnTo>
                    <a:pt x="32931" y="19227"/>
                  </a:lnTo>
                  <a:lnTo>
                    <a:pt x="33083" y="22301"/>
                  </a:lnTo>
                  <a:lnTo>
                    <a:pt x="33261" y="22987"/>
                  </a:lnTo>
                  <a:lnTo>
                    <a:pt x="33261" y="14097"/>
                  </a:lnTo>
                  <a:lnTo>
                    <a:pt x="24955" y="23774"/>
                  </a:lnTo>
                  <a:lnTo>
                    <a:pt x="47205" y="49720"/>
                  </a:lnTo>
                  <a:lnTo>
                    <a:pt x="50952" y="45351"/>
                  </a:lnTo>
                  <a:lnTo>
                    <a:pt x="69456" y="23774"/>
                  </a:lnTo>
                  <a:close/>
                </a:path>
                <a:path w="132079" h="1602104">
                  <a:moveTo>
                    <a:pt x="131521" y="55372"/>
                  </a:moveTo>
                  <a:lnTo>
                    <a:pt x="127774" y="51015"/>
                  </a:lnTo>
                  <a:lnTo>
                    <a:pt x="127774" y="55372"/>
                  </a:lnTo>
                  <a:lnTo>
                    <a:pt x="123634" y="60198"/>
                  </a:lnTo>
                  <a:lnTo>
                    <a:pt x="123748" y="59588"/>
                  </a:lnTo>
                  <a:lnTo>
                    <a:pt x="123609" y="56527"/>
                  </a:lnTo>
                  <a:lnTo>
                    <a:pt x="123418" y="55854"/>
                  </a:lnTo>
                  <a:lnTo>
                    <a:pt x="124028" y="55994"/>
                  </a:lnTo>
                  <a:lnTo>
                    <a:pt x="125336" y="55905"/>
                  </a:lnTo>
                  <a:lnTo>
                    <a:pt x="126644" y="55816"/>
                  </a:lnTo>
                  <a:lnTo>
                    <a:pt x="127711" y="55435"/>
                  </a:lnTo>
                  <a:lnTo>
                    <a:pt x="127698" y="55295"/>
                  </a:lnTo>
                  <a:lnTo>
                    <a:pt x="127774" y="51015"/>
                  </a:lnTo>
                  <a:lnTo>
                    <a:pt x="126987" y="50088"/>
                  </a:lnTo>
                  <a:lnTo>
                    <a:pt x="126987" y="54470"/>
                  </a:lnTo>
                  <a:lnTo>
                    <a:pt x="126580" y="54368"/>
                  </a:lnTo>
                  <a:lnTo>
                    <a:pt x="123952" y="54533"/>
                  </a:lnTo>
                  <a:lnTo>
                    <a:pt x="123342" y="54762"/>
                  </a:lnTo>
                  <a:lnTo>
                    <a:pt x="123469" y="54051"/>
                  </a:lnTo>
                  <a:lnTo>
                    <a:pt x="123393" y="52514"/>
                  </a:lnTo>
                  <a:lnTo>
                    <a:pt x="123317" y="50990"/>
                  </a:lnTo>
                  <a:lnTo>
                    <a:pt x="123050" y="50038"/>
                  </a:lnTo>
                  <a:lnTo>
                    <a:pt x="123050" y="60883"/>
                  </a:lnTo>
                  <a:lnTo>
                    <a:pt x="109270" y="76962"/>
                  </a:lnTo>
                  <a:lnTo>
                    <a:pt x="104470" y="71386"/>
                  </a:lnTo>
                  <a:lnTo>
                    <a:pt x="105549" y="71640"/>
                  </a:lnTo>
                  <a:lnTo>
                    <a:pt x="108178" y="71462"/>
                  </a:lnTo>
                  <a:lnTo>
                    <a:pt x="108750" y="71259"/>
                  </a:lnTo>
                  <a:lnTo>
                    <a:pt x="108635" y="71958"/>
                  </a:lnTo>
                  <a:lnTo>
                    <a:pt x="108712" y="73482"/>
                  </a:lnTo>
                  <a:lnTo>
                    <a:pt x="108775" y="75018"/>
                  </a:lnTo>
                  <a:lnTo>
                    <a:pt x="109118" y="76238"/>
                  </a:lnTo>
                  <a:lnTo>
                    <a:pt x="109791" y="76200"/>
                  </a:lnTo>
                  <a:lnTo>
                    <a:pt x="110032" y="74942"/>
                  </a:lnTo>
                  <a:lnTo>
                    <a:pt x="109880" y="71869"/>
                  </a:lnTo>
                  <a:lnTo>
                    <a:pt x="109689" y="71196"/>
                  </a:lnTo>
                  <a:lnTo>
                    <a:pt x="110299" y="71335"/>
                  </a:lnTo>
                  <a:lnTo>
                    <a:pt x="111607" y="71247"/>
                  </a:lnTo>
                  <a:lnTo>
                    <a:pt x="112915" y="71170"/>
                  </a:lnTo>
                  <a:lnTo>
                    <a:pt x="113982" y="70777"/>
                  </a:lnTo>
                  <a:lnTo>
                    <a:pt x="113931" y="69977"/>
                  </a:lnTo>
                  <a:lnTo>
                    <a:pt x="112864" y="69710"/>
                  </a:lnTo>
                  <a:lnTo>
                    <a:pt x="110236" y="69875"/>
                  </a:lnTo>
                  <a:lnTo>
                    <a:pt x="109613" y="70116"/>
                  </a:lnTo>
                  <a:lnTo>
                    <a:pt x="109740" y="69392"/>
                  </a:lnTo>
                  <a:lnTo>
                    <a:pt x="109664" y="67868"/>
                  </a:lnTo>
                  <a:lnTo>
                    <a:pt x="109601" y="66332"/>
                  </a:lnTo>
                  <a:lnTo>
                    <a:pt x="109258" y="65112"/>
                  </a:lnTo>
                  <a:lnTo>
                    <a:pt x="108585" y="65151"/>
                  </a:lnTo>
                  <a:lnTo>
                    <a:pt x="108356" y="66408"/>
                  </a:lnTo>
                  <a:lnTo>
                    <a:pt x="108496" y="69481"/>
                  </a:lnTo>
                  <a:lnTo>
                    <a:pt x="108673" y="70154"/>
                  </a:lnTo>
                  <a:lnTo>
                    <a:pt x="108102" y="70015"/>
                  </a:lnTo>
                  <a:lnTo>
                    <a:pt x="106794" y="70091"/>
                  </a:lnTo>
                  <a:lnTo>
                    <a:pt x="105486" y="70180"/>
                  </a:lnTo>
                  <a:lnTo>
                    <a:pt x="104419" y="70561"/>
                  </a:lnTo>
                  <a:lnTo>
                    <a:pt x="104457" y="71374"/>
                  </a:lnTo>
                  <a:lnTo>
                    <a:pt x="91135" y="55816"/>
                  </a:lnTo>
                  <a:lnTo>
                    <a:pt x="92202" y="56070"/>
                  </a:lnTo>
                  <a:lnTo>
                    <a:pt x="94830" y="55905"/>
                  </a:lnTo>
                  <a:lnTo>
                    <a:pt x="95402" y="55689"/>
                  </a:lnTo>
                  <a:lnTo>
                    <a:pt x="95288" y="56388"/>
                  </a:lnTo>
                  <a:lnTo>
                    <a:pt x="95364" y="57912"/>
                  </a:lnTo>
                  <a:lnTo>
                    <a:pt x="95440" y="59448"/>
                  </a:lnTo>
                  <a:lnTo>
                    <a:pt x="95770" y="60667"/>
                  </a:lnTo>
                  <a:lnTo>
                    <a:pt x="96456" y="60629"/>
                  </a:lnTo>
                  <a:lnTo>
                    <a:pt x="96685" y="59372"/>
                  </a:lnTo>
                  <a:lnTo>
                    <a:pt x="96532" y="56299"/>
                  </a:lnTo>
                  <a:lnTo>
                    <a:pt x="96342" y="55626"/>
                  </a:lnTo>
                  <a:lnTo>
                    <a:pt x="96964" y="55765"/>
                  </a:lnTo>
                  <a:lnTo>
                    <a:pt x="98272" y="55676"/>
                  </a:lnTo>
                  <a:lnTo>
                    <a:pt x="99580" y="55600"/>
                  </a:lnTo>
                  <a:lnTo>
                    <a:pt x="100634" y="55206"/>
                  </a:lnTo>
                  <a:lnTo>
                    <a:pt x="100596" y="54406"/>
                  </a:lnTo>
                  <a:lnTo>
                    <a:pt x="99517" y="54140"/>
                  </a:lnTo>
                  <a:lnTo>
                    <a:pt x="96888" y="54305"/>
                  </a:lnTo>
                  <a:lnTo>
                    <a:pt x="96253" y="54546"/>
                  </a:lnTo>
                  <a:lnTo>
                    <a:pt x="96393" y="53822"/>
                  </a:lnTo>
                  <a:lnTo>
                    <a:pt x="96329" y="52298"/>
                  </a:lnTo>
                  <a:lnTo>
                    <a:pt x="96253" y="50761"/>
                  </a:lnTo>
                  <a:lnTo>
                    <a:pt x="95910" y="49542"/>
                  </a:lnTo>
                  <a:lnTo>
                    <a:pt x="95758" y="49555"/>
                  </a:lnTo>
                  <a:lnTo>
                    <a:pt x="108775" y="34378"/>
                  </a:lnTo>
                  <a:lnTo>
                    <a:pt x="108610" y="35344"/>
                  </a:lnTo>
                  <a:lnTo>
                    <a:pt x="108750" y="38417"/>
                  </a:lnTo>
                  <a:lnTo>
                    <a:pt x="108940" y="39103"/>
                  </a:lnTo>
                  <a:lnTo>
                    <a:pt x="108356" y="38950"/>
                  </a:lnTo>
                  <a:lnTo>
                    <a:pt x="107048" y="39039"/>
                  </a:lnTo>
                  <a:lnTo>
                    <a:pt x="105740" y="39116"/>
                  </a:lnTo>
                  <a:lnTo>
                    <a:pt x="104686" y="39509"/>
                  </a:lnTo>
                  <a:lnTo>
                    <a:pt x="104724" y="40309"/>
                  </a:lnTo>
                  <a:lnTo>
                    <a:pt x="105803" y="40576"/>
                  </a:lnTo>
                  <a:lnTo>
                    <a:pt x="108432" y="40411"/>
                  </a:lnTo>
                  <a:lnTo>
                    <a:pt x="109004" y="40195"/>
                  </a:lnTo>
                  <a:lnTo>
                    <a:pt x="108889" y="40894"/>
                  </a:lnTo>
                  <a:lnTo>
                    <a:pt x="108966" y="42418"/>
                  </a:lnTo>
                  <a:lnTo>
                    <a:pt x="109042" y="43954"/>
                  </a:lnTo>
                  <a:lnTo>
                    <a:pt x="109372" y="45173"/>
                  </a:lnTo>
                  <a:lnTo>
                    <a:pt x="110058" y="45135"/>
                  </a:lnTo>
                  <a:lnTo>
                    <a:pt x="110286" y="43878"/>
                  </a:lnTo>
                  <a:lnTo>
                    <a:pt x="110134" y="40817"/>
                  </a:lnTo>
                  <a:lnTo>
                    <a:pt x="109943" y="40132"/>
                  </a:lnTo>
                  <a:lnTo>
                    <a:pt x="110553" y="40271"/>
                  </a:lnTo>
                  <a:lnTo>
                    <a:pt x="111874" y="40195"/>
                  </a:lnTo>
                  <a:lnTo>
                    <a:pt x="113182" y="40106"/>
                  </a:lnTo>
                  <a:lnTo>
                    <a:pt x="114223" y="39712"/>
                  </a:lnTo>
                  <a:lnTo>
                    <a:pt x="114211" y="39585"/>
                  </a:lnTo>
                  <a:lnTo>
                    <a:pt x="122961" y="49771"/>
                  </a:lnTo>
                  <a:lnTo>
                    <a:pt x="122301" y="49809"/>
                  </a:lnTo>
                  <a:lnTo>
                    <a:pt x="122072" y="51066"/>
                  </a:lnTo>
                  <a:lnTo>
                    <a:pt x="122224" y="54127"/>
                  </a:lnTo>
                  <a:lnTo>
                    <a:pt x="122402" y="54813"/>
                  </a:lnTo>
                  <a:lnTo>
                    <a:pt x="121831" y="54660"/>
                  </a:lnTo>
                  <a:lnTo>
                    <a:pt x="120523" y="54749"/>
                  </a:lnTo>
                  <a:lnTo>
                    <a:pt x="119214" y="54838"/>
                  </a:lnTo>
                  <a:lnTo>
                    <a:pt x="118148" y="55219"/>
                  </a:lnTo>
                  <a:lnTo>
                    <a:pt x="118198" y="56019"/>
                  </a:lnTo>
                  <a:lnTo>
                    <a:pt x="119278" y="56286"/>
                  </a:lnTo>
                  <a:lnTo>
                    <a:pt x="121894" y="56121"/>
                  </a:lnTo>
                  <a:lnTo>
                    <a:pt x="122478" y="55905"/>
                  </a:lnTo>
                  <a:lnTo>
                    <a:pt x="122364" y="56603"/>
                  </a:lnTo>
                  <a:lnTo>
                    <a:pt x="122428" y="58140"/>
                  </a:lnTo>
                  <a:lnTo>
                    <a:pt x="122504" y="59664"/>
                  </a:lnTo>
                  <a:lnTo>
                    <a:pt x="122847" y="60896"/>
                  </a:lnTo>
                  <a:lnTo>
                    <a:pt x="123050" y="60883"/>
                  </a:lnTo>
                  <a:lnTo>
                    <a:pt x="123050" y="50038"/>
                  </a:lnTo>
                  <a:lnTo>
                    <a:pt x="122986" y="49809"/>
                  </a:lnTo>
                  <a:lnTo>
                    <a:pt x="126987" y="54470"/>
                  </a:lnTo>
                  <a:lnTo>
                    <a:pt x="126987" y="50088"/>
                  </a:lnTo>
                  <a:lnTo>
                    <a:pt x="113487" y="34353"/>
                  </a:lnTo>
                  <a:lnTo>
                    <a:pt x="113487" y="38747"/>
                  </a:lnTo>
                  <a:lnTo>
                    <a:pt x="113118" y="38646"/>
                  </a:lnTo>
                  <a:lnTo>
                    <a:pt x="110490" y="38823"/>
                  </a:lnTo>
                  <a:lnTo>
                    <a:pt x="109855" y="39052"/>
                  </a:lnTo>
                  <a:lnTo>
                    <a:pt x="109994" y="38328"/>
                  </a:lnTo>
                  <a:lnTo>
                    <a:pt x="109931" y="36804"/>
                  </a:lnTo>
                  <a:lnTo>
                    <a:pt x="109855" y="35267"/>
                  </a:lnTo>
                  <a:lnTo>
                    <a:pt x="109512" y="34099"/>
                  </a:lnTo>
                  <a:lnTo>
                    <a:pt x="113487" y="38747"/>
                  </a:lnTo>
                  <a:lnTo>
                    <a:pt x="113487" y="34353"/>
                  </a:lnTo>
                  <a:lnTo>
                    <a:pt x="113017" y="33794"/>
                  </a:lnTo>
                  <a:lnTo>
                    <a:pt x="109486" y="29679"/>
                  </a:lnTo>
                  <a:lnTo>
                    <a:pt x="109486" y="34061"/>
                  </a:lnTo>
                  <a:lnTo>
                    <a:pt x="109029" y="34086"/>
                  </a:lnTo>
                  <a:lnTo>
                    <a:pt x="109270" y="33794"/>
                  </a:lnTo>
                  <a:lnTo>
                    <a:pt x="109486" y="34061"/>
                  </a:lnTo>
                  <a:lnTo>
                    <a:pt x="109486" y="29679"/>
                  </a:lnTo>
                  <a:lnTo>
                    <a:pt x="109270" y="29425"/>
                  </a:lnTo>
                  <a:lnTo>
                    <a:pt x="95338" y="45681"/>
                  </a:lnTo>
                  <a:lnTo>
                    <a:pt x="95338" y="54597"/>
                  </a:lnTo>
                  <a:lnTo>
                    <a:pt x="94754" y="54444"/>
                  </a:lnTo>
                  <a:lnTo>
                    <a:pt x="93446" y="54533"/>
                  </a:lnTo>
                  <a:lnTo>
                    <a:pt x="92138" y="54610"/>
                  </a:lnTo>
                  <a:lnTo>
                    <a:pt x="91084" y="55003"/>
                  </a:lnTo>
                  <a:lnTo>
                    <a:pt x="91109" y="55791"/>
                  </a:lnTo>
                  <a:lnTo>
                    <a:pt x="90766" y="55372"/>
                  </a:lnTo>
                  <a:lnTo>
                    <a:pt x="91084" y="55003"/>
                  </a:lnTo>
                  <a:lnTo>
                    <a:pt x="95084" y="50330"/>
                  </a:lnTo>
                  <a:lnTo>
                    <a:pt x="95008" y="50838"/>
                  </a:lnTo>
                  <a:lnTo>
                    <a:pt x="95148" y="53911"/>
                  </a:lnTo>
                  <a:lnTo>
                    <a:pt x="95338" y="54597"/>
                  </a:lnTo>
                  <a:lnTo>
                    <a:pt x="95338" y="45681"/>
                  </a:lnTo>
                  <a:lnTo>
                    <a:pt x="88303" y="53886"/>
                  </a:lnTo>
                  <a:lnTo>
                    <a:pt x="85852" y="51028"/>
                  </a:lnTo>
                  <a:lnTo>
                    <a:pt x="85852" y="55372"/>
                  </a:lnTo>
                  <a:lnTo>
                    <a:pt x="81711" y="60198"/>
                  </a:lnTo>
                  <a:lnTo>
                    <a:pt x="81826" y="59588"/>
                  </a:lnTo>
                  <a:lnTo>
                    <a:pt x="81673" y="56527"/>
                  </a:lnTo>
                  <a:lnTo>
                    <a:pt x="81483" y="55854"/>
                  </a:lnTo>
                  <a:lnTo>
                    <a:pt x="82105" y="55994"/>
                  </a:lnTo>
                  <a:lnTo>
                    <a:pt x="83413" y="55905"/>
                  </a:lnTo>
                  <a:lnTo>
                    <a:pt x="84721" y="55816"/>
                  </a:lnTo>
                  <a:lnTo>
                    <a:pt x="85775" y="55435"/>
                  </a:lnTo>
                  <a:lnTo>
                    <a:pt x="85763" y="55283"/>
                  </a:lnTo>
                  <a:lnTo>
                    <a:pt x="85852" y="51028"/>
                  </a:lnTo>
                  <a:lnTo>
                    <a:pt x="85064" y="50114"/>
                  </a:lnTo>
                  <a:lnTo>
                    <a:pt x="85064" y="54470"/>
                  </a:lnTo>
                  <a:lnTo>
                    <a:pt x="84658" y="54368"/>
                  </a:lnTo>
                  <a:lnTo>
                    <a:pt x="82029" y="54533"/>
                  </a:lnTo>
                  <a:lnTo>
                    <a:pt x="81407" y="54762"/>
                  </a:lnTo>
                  <a:lnTo>
                    <a:pt x="81546" y="54051"/>
                  </a:lnTo>
                  <a:lnTo>
                    <a:pt x="81470" y="52514"/>
                  </a:lnTo>
                  <a:lnTo>
                    <a:pt x="81394" y="50990"/>
                  </a:lnTo>
                  <a:lnTo>
                    <a:pt x="81127" y="50038"/>
                  </a:lnTo>
                  <a:lnTo>
                    <a:pt x="81127" y="60883"/>
                  </a:lnTo>
                  <a:lnTo>
                    <a:pt x="67348" y="76962"/>
                  </a:lnTo>
                  <a:lnTo>
                    <a:pt x="62560" y="71386"/>
                  </a:lnTo>
                  <a:lnTo>
                    <a:pt x="63614" y="71640"/>
                  </a:lnTo>
                  <a:lnTo>
                    <a:pt x="66243" y="71462"/>
                  </a:lnTo>
                  <a:lnTo>
                    <a:pt x="66827" y="71259"/>
                  </a:lnTo>
                  <a:lnTo>
                    <a:pt x="66700" y="71958"/>
                  </a:lnTo>
                  <a:lnTo>
                    <a:pt x="66776" y="73482"/>
                  </a:lnTo>
                  <a:lnTo>
                    <a:pt x="66852" y="75018"/>
                  </a:lnTo>
                  <a:lnTo>
                    <a:pt x="67183" y="76238"/>
                  </a:lnTo>
                  <a:lnTo>
                    <a:pt x="67881" y="76200"/>
                  </a:lnTo>
                  <a:lnTo>
                    <a:pt x="68097" y="74942"/>
                  </a:lnTo>
                  <a:lnTo>
                    <a:pt x="67957" y="71869"/>
                  </a:lnTo>
                  <a:lnTo>
                    <a:pt x="67754" y="71196"/>
                  </a:lnTo>
                  <a:lnTo>
                    <a:pt x="68376" y="71335"/>
                  </a:lnTo>
                  <a:lnTo>
                    <a:pt x="69684" y="71247"/>
                  </a:lnTo>
                  <a:lnTo>
                    <a:pt x="70993" y="71170"/>
                  </a:lnTo>
                  <a:lnTo>
                    <a:pt x="72047" y="70777"/>
                  </a:lnTo>
                  <a:lnTo>
                    <a:pt x="72009" y="69977"/>
                  </a:lnTo>
                  <a:lnTo>
                    <a:pt x="70929" y="69710"/>
                  </a:lnTo>
                  <a:lnTo>
                    <a:pt x="68300" y="69875"/>
                  </a:lnTo>
                  <a:lnTo>
                    <a:pt x="67678" y="70116"/>
                  </a:lnTo>
                  <a:lnTo>
                    <a:pt x="67818" y="69392"/>
                  </a:lnTo>
                  <a:lnTo>
                    <a:pt x="67741" y="67868"/>
                  </a:lnTo>
                  <a:lnTo>
                    <a:pt x="67665" y="66332"/>
                  </a:lnTo>
                  <a:lnTo>
                    <a:pt x="67335" y="65112"/>
                  </a:lnTo>
                  <a:lnTo>
                    <a:pt x="66636" y="65151"/>
                  </a:lnTo>
                  <a:lnTo>
                    <a:pt x="66421" y="66408"/>
                  </a:lnTo>
                  <a:lnTo>
                    <a:pt x="66573" y="69481"/>
                  </a:lnTo>
                  <a:lnTo>
                    <a:pt x="66751" y="70154"/>
                  </a:lnTo>
                  <a:lnTo>
                    <a:pt x="66179" y="70015"/>
                  </a:lnTo>
                  <a:lnTo>
                    <a:pt x="64858" y="70091"/>
                  </a:lnTo>
                  <a:lnTo>
                    <a:pt x="63550" y="70180"/>
                  </a:lnTo>
                  <a:lnTo>
                    <a:pt x="62496" y="70561"/>
                  </a:lnTo>
                  <a:lnTo>
                    <a:pt x="62522" y="71348"/>
                  </a:lnTo>
                  <a:lnTo>
                    <a:pt x="49212" y="55816"/>
                  </a:lnTo>
                  <a:lnTo>
                    <a:pt x="50266" y="56070"/>
                  </a:lnTo>
                  <a:lnTo>
                    <a:pt x="52895" y="55905"/>
                  </a:lnTo>
                  <a:lnTo>
                    <a:pt x="53479" y="55689"/>
                  </a:lnTo>
                  <a:lnTo>
                    <a:pt x="53365" y="56388"/>
                  </a:lnTo>
                  <a:lnTo>
                    <a:pt x="53428" y="57912"/>
                  </a:lnTo>
                  <a:lnTo>
                    <a:pt x="53505" y="59448"/>
                  </a:lnTo>
                  <a:lnTo>
                    <a:pt x="53848" y="60667"/>
                  </a:lnTo>
                  <a:lnTo>
                    <a:pt x="54533" y="60629"/>
                  </a:lnTo>
                  <a:lnTo>
                    <a:pt x="54749" y="59372"/>
                  </a:lnTo>
                  <a:lnTo>
                    <a:pt x="54610" y="56299"/>
                  </a:lnTo>
                  <a:lnTo>
                    <a:pt x="54406" y="55626"/>
                  </a:lnTo>
                  <a:lnTo>
                    <a:pt x="55029" y="55765"/>
                  </a:lnTo>
                  <a:lnTo>
                    <a:pt x="56337" y="55676"/>
                  </a:lnTo>
                  <a:lnTo>
                    <a:pt x="57645" y="55600"/>
                  </a:lnTo>
                  <a:lnTo>
                    <a:pt x="58699" y="55206"/>
                  </a:lnTo>
                  <a:lnTo>
                    <a:pt x="58661" y="54406"/>
                  </a:lnTo>
                  <a:lnTo>
                    <a:pt x="57581" y="54140"/>
                  </a:lnTo>
                  <a:lnTo>
                    <a:pt x="54952" y="54305"/>
                  </a:lnTo>
                  <a:lnTo>
                    <a:pt x="54343" y="54533"/>
                  </a:lnTo>
                  <a:lnTo>
                    <a:pt x="54470" y="53822"/>
                  </a:lnTo>
                  <a:lnTo>
                    <a:pt x="54394" y="52298"/>
                  </a:lnTo>
                  <a:lnTo>
                    <a:pt x="54317" y="50761"/>
                  </a:lnTo>
                  <a:lnTo>
                    <a:pt x="53987" y="49542"/>
                  </a:lnTo>
                  <a:lnTo>
                    <a:pt x="53835" y="49555"/>
                  </a:lnTo>
                  <a:lnTo>
                    <a:pt x="66827" y="34391"/>
                  </a:lnTo>
                  <a:lnTo>
                    <a:pt x="66675" y="35344"/>
                  </a:lnTo>
                  <a:lnTo>
                    <a:pt x="66827" y="38417"/>
                  </a:lnTo>
                  <a:lnTo>
                    <a:pt x="67005" y="39103"/>
                  </a:lnTo>
                  <a:lnTo>
                    <a:pt x="66433" y="38950"/>
                  </a:lnTo>
                  <a:lnTo>
                    <a:pt x="65112" y="39039"/>
                  </a:lnTo>
                  <a:lnTo>
                    <a:pt x="63804" y="39116"/>
                  </a:lnTo>
                  <a:lnTo>
                    <a:pt x="62750" y="39509"/>
                  </a:lnTo>
                  <a:lnTo>
                    <a:pt x="62788" y="40309"/>
                  </a:lnTo>
                  <a:lnTo>
                    <a:pt x="63868" y="40576"/>
                  </a:lnTo>
                  <a:lnTo>
                    <a:pt x="66497" y="40411"/>
                  </a:lnTo>
                  <a:lnTo>
                    <a:pt x="67081" y="40195"/>
                  </a:lnTo>
                  <a:lnTo>
                    <a:pt x="66967" y="40894"/>
                  </a:lnTo>
                  <a:lnTo>
                    <a:pt x="67030" y="42418"/>
                  </a:lnTo>
                  <a:lnTo>
                    <a:pt x="67106" y="43954"/>
                  </a:lnTo>
                  <a:lnTo>
                    <a:pt x="67449" y="45173"/>
                  </a:lnTo>
                  <a:lnTo>
                    <a:pt x="68135" y="45135"/>
                  </a:lnTo>
                  <a:lnTo>
                    <a:pt x="68351" y="43878"/>
                  </a:lnTo>
                  <a:lnTo>
                    <a:pt x="68211" y="40817"/>
                  </a:lnTo>
                  <a:lnTo>
                    <a:pt x="68008" y="40132"/>
                  </a:lnTo>
                  <a:lnTo>
                    <a:pt x="68630" y="40271"/>
                  </a:lnTo>
                  <a:lnTo>
                    <a:pt x="69938" y="40195"/>
                  </a:lnTo>
                  <a:lnTo>
                    <a:pt x="71247" y="40106"/>
                  </a:lnTo>
                  <a:lnTo>
                    <a:pt x="72301" y="39712"/>
                  </a:lnTo>
                  <a:lnTo>
                    <a:pt x="72288" y="39585"/>
                  </a:lnTo>
                  <a:lnTo>
                    <a:pt x="81038" y="49771"/>
                  </a:lnTo>
                  <a:lnTo>
                    <a:pt x="80365" y="49809"/>
                  </a:lnTo>
                  <a:lnTo>
                    <a:pt x="80149" y="51066"/>
                  </a:lnTo>
                  <a:lnTo>
                    <a:pt x="80289" y="54127"/>
                  </a:lnTo>
                  <a:lnTo>
                    <a:pt x="80467" y="54813"/>
                  </a:lnTo>
                  <a:lnTo>
                    <a:pt x="79895" y="54660"/>
                  </a:lnTo>
                  <a:lnTo>
                    <a:pt x="78587" y="54749"/>
                  </a:lnTo>
                  <a:lnTo>
                    <a:pt x="77279" y="54838"/>
                  </a:lnTo>
                  <a:lnTo>
                    <a:pt x="76225" y="55219"/>
                  </a:lnTo>
                  <a:lnTo>
                    <a:pt x="76263" y="56019"/>
                  </a:lnTo>
                  <a:lnTo>
                    <a:pt x="77343" y="56286"/>
                  </a:lnTo>
                  <a:lnTo>
                    <a:pt x="79971" y="56121"/>
                  </a:lnTo>
                  <a:lnTo>
                    <a:pt x="80556" y="55905"/>
                  </a:lnTo>
                  <a:lnTo>
                    <a:pt x="80429" y="56603"/>
                  </a:lnTo>
                  <a:lnTo>
                    <a:pt x="80505" y="58140"/>
                  </a:lnTo>
                  <a:lnTo>
                    <a:pt x="80581" y="59664"/>
                  </a:lnTo>
                  <a:lnTo>
                    <a:pt x="80911" y="60896"/>
                  </a:lnTo>
                  <a:lnTo>
                    <a:pt x="81127" y="60883"/>
                  </a:lnTo>
                  <a:lnTo>
                    <a:pt x="81127" y="50038"/>
                  </a:lnTo>
                  <a:lnTo>
                    <a:pt x="81064" y="49809"/>
                  </a:lnTo>
                  <a:lnTo>
                    <a:pt x="85064" y="54470"/>
                  </a:lnTo>
                  <a:lnTo>
                    <a:pt x="85064" y="50114"/>
                  </a:lnTo>
                  <a:lnTo>
                    <a:pt x="71564" y="34353"/>
                  </a:lnTo>
                  <a:lnTo>
                    <a:pt x="71564" y="38747"/>
                  </a:lnTo>
                  <a:lnTo>
                    <a:pt x="71183" y="38646"/>
                  </a:lnTo>
                  <a:lnTo>
                    <a:pt x="68554" y="38823"/>
                  </a:lnTo>
                  <a:lnTo>
                    <a:pt x="67945" y="39052"/>
                  </a:lnTo>
                  <a:lnTo>
                    <a:pt x="68072" y="38328"/>
                  </a:lnTo>
                  <a:lnTo>
                    <a:pt x="67995" y="36804"/>
                  </a:lnTo>
                  <a:lnTo>
                    <a:pt x="67919" y="35267"/>
                  </a:lnTo>
                  <a:lnTo>
                    <a:pt x="67589" y="34099"/>
                  </a:lnTo>
                  <a:lnTo>
                    <a:pt x="71564" y="38747"/>
                  </a:lnTo>
                  <a:lnTo>
                    <a:pt x="71564" y="34353"/>
                  </a:lnTo>
                  <a:lnTo>
                    <a:pt x="71094" y="33794"/>
                  </a:lnTo>
                  <a:lnTo>
                    <a:pt x="67564" y="29679"/>
                  </a:lnTo>
                  <a:lnTo>
                    <a:pt x="67564" y="34061"/>
                  </a:lnTo>
                  <a:lnTo>
                    <a:pt x="67106" y="34086"/>
                  </a:lnTo>
                  <a:lnTo>
                    <a:pt x="67348" y="33794"/>
                  </a:lnTo>
                  <a:lnTo>
                    <a:pt x="67564" y="34061"/>
                  </a:lnTo>
                  <a:lnTo>
                    <a:pt x="67564" y="29679"/>
                  </a:lnTo>
                  <a:lnTo>
                    <a:pt x="67348" y="29425"/>
                  </a:lnTo>
                  <a:lnTo>
                    <a:pt x="53403" y="45694"/>
                  </a:lnTo>
                  <a:lnTo>
                    <a:pt x="53403" y="54597"/>
                  </a:lnTo>
                  <a:lnTo>
                    <a:pt x="52832" y="54444"/>
                  </a:lnTo>
                  <a:lnTo>
                    <a:pt x="51523" y="54533"/>
                  </a:lnTo>
                  <a:lnTo>
                    <a:pt x="50215" y="54610"/>
                  </a:lnTo>
                  <a:lnTo>
                    <a:pt x="49187" y="55003"/>
                  </a:lnTo>
                  <a:lnTo>
                    <a:pt x="49187" y="55791"/>
                  </a:lnTo>
                  <a:lnTo>
                    <a:pt x="48844" y="55372"/>
                  </a:lnTo>
                  <a:lnTo>
                    <a:pt x="49149" y="55016"/>
                  </a:lnTo>
                  <a:lnTo>
                    <a:pt x="49187" y="55791"/>
                  </a:lnTo>
                  <a:lnTo>
                    <a:pt x="49187" y="55003"/>
                  </a:lnTo>
                  <a:lnTo>
                    <a:pt x="53162" y="50342"/>
                  </a:lnTo>
                  <a:lnTo>
                    <a:pt x="53073" y="50838"/>
                  </a:lnTo>
                  <a:lnTo>
                    <a:pt x="53225" y="53911"/>
                  </a:lnTo>
                  <a:lnTo>
                    <a:pt x="53403" y="54597"/>
                  </a:lnTo>
                  <a:lnTo>
                    <a:pt x="53403" y="45694"/>
                  </a:lnTo>
                  <a:lnTo>
                    <a:pt x="46964" y="53200"/>
                  </a:lnTo>
                  <a:lnTo>
                    <a:pt x="45097" y="51028"/>
                  </a:lnTo>
                  <a:lnTo>
                    <a:pt x="45097" y="55372"/>
                  </a:lnTo>
                  <a:lnTo>
                    <a:pt x="40957" y="60198"/>
                  </a:lnTo>
                  <a:lnTo>
                    <a:pt x="41071" y="59588"/>
                  </a:lnTo>
                  <a:lnTo>
                    <a:pt x="40932" y="56527"/>
                  </a:lnTo>
                  <a:lnTo>
                    <a:pt x="40741" y="55854"/>
                  </a:lnTo>
                  <a:lnTo>
                    <a:pt x="41351" y="55994"/>
                  </a:lnTo>
                  <a:lnTo>
                    <a:pt x="42659" y="55905"/>
                  </a:lnTo>
                  <a:lnTo>
                    <a:pt x="43967" y="55816"/>
                  </a:lnTo>
                  <a:lnTo>
                    <a:pt x="45034" y="55435"/>
                  </a:lnTo>
                  <a:lnTo>
                    <a:pt x="45021" y="55295"/>
                  </a:lnTo>
                  <a:lnTo>
                    <a:pt x="45097" y="51028"/>
                  </a:lnTo>
                  <a:lnTo>
                    <a:pt x="44310" y="50114"/>
                  </a:lnTo>
                  <a:lnTo>
                    <a:pt x="44310" y="54470"/>
                  </a:lnTo>
                  <a:lnTo>
                    <a:pt x="43903" y="54368"/>
                  </a:lnTo>
                  <a:lnTo>
                    <a:pt x="41275" y="54533"/>
                  </a:lnTo>
                  <a:lnTo>
                    <a:pt x="40665" y="54762"/>
                  </a:lnTo>
                  <a:lnTo>
                    <a:pt x="40792" y="54051"/>
                  </a:lnTo>
                  <a:lnTo>
                    <a:pt x="40716" y="52514"/>
                  </a:lnTo>
                  <a:lnTo>
                    <a:pt x="40640" y="50990"/>
                  </a:lnTo>
                  <a:lnTo>
                    <a:pt x="40373" y="50038"/>
                  </a:lnTo>
                  <a:lnTo>
                    <a:pt x="40373" y="60883"/>
                  </a:lnTo>
                  <a:lnTo>
                    <a:pt x="26593" y="76962"/>
                  </a:lnTo>
                  <a:lnTo>
                    <a:pt x="21793" y="71386"/>
                  </a:lnTo>
                  <a:lnTo>
                    <a:pt x="22872" y="71640"/>
                  </a:lnTo>
                  <a:lnTo>
                    <a:pt x="25501" y="71462"/>
                  </a:lnTo>
                  <a:lnTo>
                    <a:pt x="26073" y="71259"/>
                  </a:lnTo>
                  <a:lnTo>
                    <a:pt x="25958" y="71958"/>
                  </a:lnTo>
                  <a:lnTo>
                    <a:pt x="26035" y="73482"/>
                  </a:lnTo>
                  <a:lnTo>
                    <a:pt x="26098" y="75018"/>
                  </a:lnTo>
                  <a:lnTo>
                    <a:pt x="26441" y="76238"/>
                  </a:lnTo>
                  <a:lnTo>
                    <a:pt x="27127" y="76200"/>
                  </a:lnTo>
                  <a:lnTo>
                    <a:pt x="27343" y="74942"/>
                  </a:lnTo>
                  <a:lnTo>
                    <a:pt x="27203" y="71869"/>
                  </a:lnTo>
                  <a:lnTo>
                    <a:pt x="27012" y="71196"/>
                  </a:lnTo>
                  <a:lnTo>
                    <a:pt x="27622" y="71335"/>
                  </a:lnTo>
                  <a:lnTo>
                    <a:pt x="28930" y="71247"/>
                  </a:lnTo>
                  <a:lnTo>
                    <a:pt x="30251" y="71170"/>
                  </a:lnTo>
                  <a:lnTo>
                    <a:pt x="31305" y="70777"/>
                  </a:lnTo>
                  <a:lnTo>
                    <a:pt x="31267" y="69977"/>
                  </a:lnTo>
                  <a:lnTo>
                    <a:pt x="30187" y="69710"/>
                  </a:lnTo>
                  <a:lnTo>
                    <a:pt x="27559" y="69875"/>
                  </a:lnTo>
                  <a:lnTo>
                    <a:pt x="26936" y="70116"/>
                  </a:lnTo>
                  <a:lnTo>
                    <a:pt x="27063" y="69392"/>
                  </a:lnTo>
                  <a:lnTo>
                    <a:pt x="26987" y="67868"/>
                  </a:lnTo>
                  <a:lnTo>
                    <a:pt x="26924" y="66332"/>
                  </a:lnTo>
                  <a:lnTo>
                    <a:pt x="26581" y="65112"/>
                  </a:lnTo>
                  <a:lnTo>
                    <a:pt x="25895" y="65151"/>
                  </a:lnTo>
                  <a:lnTo>
                    <a:pt x="25666" y="66408"/>
                  </a:lnTo>
                  <a:lnTo>
                    <a:pt x="25819" y="69481"/>
                  </a:lnTo>
                  <a:lnTo>
                    <a:pt x="25996" y="70154"/>
                  </a:lnTo>
                  <a:lnTo>
                    <a:pt x="25425" y="70015"/>
                  </a:lnTo>
                  <a:lnTo>
                    <a:pt x="24117" y="70091"/>
                  </a:lnTo>
                  <a:lnTo>
                    <a:pt x="22809" y="70180"/>
                  </a:lnTo>
                  <a:lnTo>
                    <a:pt x="21742" y="70561"/>
                  </a:lnTo>
                  <a:lnTo>
                    <a:pt x="21780" y="71374"/>
                  </a:lnTo>
                  <a:lnTo>
                    <a:pt x="8458" y="55816"/>
                  </a:lnTo>
                  <a:lnTo>
                    <a:pt x="9525" y="56070"/>
                  </a:lnTo>
                  <a:lnTo>
                    <a:pt x="12153" y="55905"/>
                  </a:lnTo>
                  <a:lnTo>
                    <a:pt x="12725" y="55689"/>
                  </a:lnTo>
                  <a:lnTo>
                    <a:pt x="12611" y="56388"/>
                  </a:lnTo>
                  <a:lnTo>
                    <a:pt x="12687" y="57912"/>
                  </a:lnTo>
                  <a:lnTo>
                    <a:pt x="12763" y="59448"/>
                  </a:lnTo>
                  <a:lnTo>
                    <a:pt x="13093" y="60667"/>
                  </a:lnTo>
                  <a:lnTo>
                    <a:pt x="13779" y="60629"/>
                  </a:lnTo>
                  <a:lnTo>
                    <a:pt x="14008" y="59372"/>
                  </a:lnTo>
                  <a:lnTo>
                    <a:pt x="13855" y="56299"/>
                  </a:lnTo>
                  <a:lnTo>
                    <a:pt x="13665" y="55613"/>
                  </a:lnTo>
                  <a:lnTo>
                    <a:pt x="14287" y="55765"/>
                  </a:lnTo>
                  <a:lnTo>
                    <a:pt x="15595" y="55676"/>
                  </a:lnTo>
                  <a:lnTo>
                    <a:pt x="16903" y="55600"/>
                  </a:lnTo>
                  <a:lnTo>
                    <a:pt x="17957" y="55206"/>
                  </a:lnTo>
                  <a:lnTo>
                    <a:pt x="17919" y="54406"/>
                  </a:lnTo>
                  <a:lnTo>
                    <a:pt x="16840" y="54140"/>
                  </a:lnTo>
                  <a:lnTo>
                    <a:pt x="14211" y="54305"/>
                  </a:lnTo>
                  <a:lnTo>
                    <a:pt x="13589" y="54546"/>
                  </a:lnTo>
                  <a:lnTo>
                    <a:pt x="13716" y="53822"/>
                  </a:lnTo>
                  <a:lnTo>
                    <a:pt x="13652" y="52298"/>
                  </a:lnTo>
                  <a:lnTo>
                    <a:pt x="13576" y="50761"/>
                  </a:lnTo>
                  <a:lnTo>
                    <a:pt x="13233" y="49542"/>
                  </a:lnTo>
                  <a:lnTo>
                    <a:pt x="13081" y="49555"/>
                  </a:lnTo>
                  <a:lnTo>
                    <a:pt x="26098" y="34378"/>
                  </a:lnTo>
                  <a:lnTo>
                    <a:pt x="25933" y="35344"/>
                  </a:lnTo>
                  <a:lnTo>
                    <a:pt x="26073" y="38417"/>
                  </a:lnTo>
                  <a:lnTo>
                    <a:pt x="26250" y="39103"/>
                  </a:lnTo>
                  <a:lnTo>
                    <a:pt x="25679" y="38950"/>
                  </a:lnTo>
                  <a:lnTo>
                    <a:pt x="24371" y="39039"/>
                  </a:lnTo>
                  <a:lnTo>
                    <a:pt x="23063" y="39116"/>
                  </a:lnTo>
                  <a:lnTo>
                    <a:pt x="22009" y="39509"/>
                  </a:lnTo>
                  <a:lnTo>
                    <a:pt x="22047" y="40309"/>
                  </a:lnTo>
                  <a:lnTo>
                    <a:pt x="23126" y="40576"/>
                  </a:lnTo>
                  <a:lnTo>
                    <a:pt x="25755" y="40411"/>
                  </a:lnTo>
                  <a:lnTo>
                    <a:pt x="26327" y="40195"/>
                  </a:lnTo>
                  <a:lnTo>
                    <a:pt x="26212" y="40894"/>
                  </a:lnTo>
                  <a:lnTo>
                    <a:pt x="26289" y="42418"/>
                  </a:lnTo>
                  <a:lnTo>
                    <a:pt x="26352" y="43954"/>
                  </a:lnTo>
                  <a:lnTo>
                    <a:pt x="26695" y="45173"/>
                  </a:lnTo>
                  <a:lnTo>
                    <a:pt x="27381" y="45135"/>
                  </a:lnTo>
                  <a:lnTo>
                    <a:pt x="27609" y="43878"/>
                  </a:lnTo>
                  <a:lnTo>
                    <a:pt x="27457" y="40817"/>
                  </a:lnTo>
                  <a:lnTo>
                    <a:pt x="27127" y="39585"/>
                  </a:lnTo>
                  <a:lnTo>
                    <a:pt x="26771" y="39611"/>
                  </a:lnTo>
                  <a:lnTo>
                    <a:pt x="27101" y="39585"/>
                  </a:lnTo>
                  <a:lnTo>
                    <a:pt x="27317" y="38328"/>
                  </a:lnTo>
                  <a:lnTo>
                    <a:pt x="27241" y="36804"/>
                  </a:lnTo>
                  <a:lnTo>
                    <a:pt x="27178" y="35267"/>
                  </a:lnTo>
                  <a:lnTo>
                    <a:pt x="26835" y="34099"/>
                  </a:lnTo>
                  <a:lnTo>
                    <a:pt x="40284" y="49771"/>
                  </a:lnTo>
                  <a:lnTo>
                    <a:pt x="39624" y="49809"/>
                  </a:lnTo>
                  <a:lnTo>
                    <a:pt x="39395" y="51066"/>
                  </a:lnTo>
                  <a:lnTo>
                    <a:pt x="39547" y="54127"/>
                  </a:lnTo>
                  <a:lnTo>
                    <a:pt x="39725" y="54813"/>
                  </a:lnTo>
                  <a:lnTo>
                    <a:pt x="39154" y="54660"/>
                  </a:lnTo>
                  <a:lnTo>
                    <a:pt x="37846" y="54749"/>
                  </a:lnTo>
                  <a:lnTo>
                    <a:pt x="36537" y="54838"/>
                  </a:lnTo>
                  <a:lnTo>
                    <a:pt x="35471" y="55219"/>
                  </a:lnTo>
                  <a:lnTo>
                    <a:pt x="35521" y="56019"/>
                  </a:lnTo>
                  <a:lnTo>
                    <a:pt x="36601" y="56286"/>
                  </a:lnTo>
                  <a:lnTo>
                    <a:pt x="39217" y="56121"/>
                  </a:lnTo>
                  <a:lnTo>
                    <a:pt x="39801" y="55905"/>
                  </a:lnTo>
                  <a:lnTo>
                    <a:pt x="39687" y="56603"/>
                  </a:lnTo>
                  <a:lnTo>
                    <a:pt x="39751" y="58140"/>
                  </a:lnTo>
                  <a:lnTo>
                    <a:pt x="39827" y="59664"/>
                  </a:lnTo>
                  <a:lnTo>
                    <a:pt x="40170" y="60896"/>
                  </a:lnTo>
                  <a:lnTo>
                    <a:pt x="40373" y="60883"/>
                  </a:lnTo>
                  <a:lnTo>
                    <a:pt x="40373" y="50038"/>
                  </a:lnTo>
                  <a:lnTo>
                    <a:pt x="40309" y="49809"/>
                  </a:lnTo>
                  <a:lnTo>
                    <a:pt x="44310" y="54470"/>
                  </a:lnTo>
                  <a:lnTo>
                    <a:pt x="44310" y="50114"/>
                  </a:lnTo>
                  <a:lnTo>
                    <a:pt x="30340" y="33794"/>
                  </a:lnTo>
                  <a:lnTo>
                    <a:pt x="26809" y="29679"/>
                  </a:lnTo>
                  <a:lnTo>
                    <a:pt x="26809" y="34061"/>
                  </a:lnTo>
                  <a:lnTo>
                    <a:pt x="26352" y="34086"/>
                  </a:lnTo>
                  <a:lnTo>
                    <a:pt x="26593" y="33794"/>
                  </a:lnTo>
                  <a:lnTo>
                    <a:pt x="26809" y="34061"/>
                  </a:lnTo>
                  <a:lnTo>
                    <a:pt x="26809" y="29679"/>
                  </a:lnTo>
                  <a:lnTo>
                    <a:pt x="26593" y="29425"/>
                  </a:lnTo>
                  <a:lnTo>
                    <a:pt x="12661" y="45681"/>
                  </a:lnTo>
                  <a:lnTo>
                    <a:pt x="12661" y="54597"/>
                  </a:lnTo>
                  <a:lnTo>
                    <a:pt x="12077" y="54444"/>
                  </a:lnTo>
                  <a:lnTo>
                    <a:pt x="10769" y="54533"/>
                  </a:lnTo>
                  <a:lnTo>
                    <a:pt x="9461" y="54610"/>
                  </a:lnTo>
                  <a:lnTo>
                    <a:pt x="8407" y="55003"/>
                  </a:lnTo>
                  <a:lnTo>
                    <a:pt x="8432" y="55791"/>
                  </a:lnTo>
                  <a:lnTo>
                    <a:pt x="8089" y="55372"/>
                  </a:lnTo>
                  <a:lnTo>
                    <a:pt x="8407" y="55003"/>
                  </a:lnTo>
                  <a:lnTo>
                    <a:pt x="12407" y="50330"/>
                  </a:lnTo>
                  <a:lnTo>
                    <a:pt x="12331" y="50838"/>
                  </a:lnTo>
                  <a:lnTo>
                    <a:pt x="12471" y="53911"/>
                  </a:lnTo>
                  <a:lnTo>
                    <a:pt x="12661" y="54597"/>
                  </a:lnTo>
                  <a:lnTo>
                    <a:pt x="12661" y="45681"/>
                  </a:lnTo>
                  <a:lnTo>
                    <a:pt x="4356" y="55372"/>
                  </a:lnTo>
                  <a:lnTo>
                    <a:pt x="26593" y="81318"/>
                  </a:lnTo>
                  <a:lnTo>
                    <a:pt x="30340" y="76962"/>
                  </a:lnTo>
                  <a:lnTo>
                    <a:pt x="46964" y="57569"/>
                  </a:lnTo>
                  <a:lnTo>
                    <a:pt x="67348" y="81318"/>
                  </a:lnTo>
                  <a:lnTo>
                    <a:pt x="71094" y="76962"/>
                  </a:lnTo>
                  <a:lnTo>
                    <a:pt x="88315" y="56870"/>
                  </a:lnTo>
                  <a:lnTo>
                    <a:pt x="109270" y="81318"/>
                  </a:lnTo>
                  <a:lnTo>
                    <a:pt x="113017" y="76962"/>
                  </a:lnTo>
                  <a:lnTo>
                    <a:pt x="131521" y="55372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 descr=""/>
            <p:cNvSpPr/>
            <p:nvPr/>
          </p:nvSpPr>
          <p:spPr>
            <a:xfrm>
              <a:off x="10679468" y="6481959"/>
              <a:ext cx="202565" cy="81915"/>
            </a:xfrm>
            <a:custGeom>
              <a:avLst/>
              <a:gdLst/>
              <a:ahLst/>
              <a:cxnLst/>
              <a:rect l="l" t="t" r="r" b="b"/>
              <a:pathLst>
                <a:path w="202565" h="81915">
                  <a:moveTo>
                    <a:pt x="18935" y="39712"/>
                  </a:moveTo>
                  <a:lnTo>
                    <a:pt x="18897" y="38912"/>
                  </a:lnTo>
                  <a:lnTo>
                    <a:pt x="17818" y="38646"/>
                  </a:lnTo>
                  <a:lnTo>
                    <a:pt x="15189" y="38823"/>
                  </a:lnTo>
                  <a:lnTo>
                    <a:pt x="14135" y="39204"/>
                  </a:lnTo>
                  <a:lnTo>
                    <a:pt x="14147" y="39611"/>
                  </a:lnTo>
                  <a:lnTo>
                    <a:pt x="13804" y="39636"/>
                  </a:lnTo>
                  <a:lnTo>
                    <a:pt x="13589" y="40894"/>
                  </a:lnTo>
                  <a:lnTo>
                    <a:pt x="13665" y="42418"/>
                  </a:lnTo>
                  <a:lnTo>
                    <a:pt x="13728" y="43954"/>
                  </a:lnTo>
                  <a:lnTo>
                    <a:pt x="14071" y="45173"/>
                  </a:lnTo>
                  <a:lnTo>
                    <a:pt x="14757" y="45135"/>
                  </a:lnTo>
                  <a:lnTo>
                    <a:pt x="14986" y="43878"/>
                  </a:lnTo>
                  <a:lnTo>
                    <a:pt x="14833" y="40817"/>
                  </a:lnTo>
                  <a:lnTo>
                    <a:pt x="14643" y="40132"/>
                  </a:lnTo>
                  <a:lnTo>
                    <a:pt x="15252" y="40271"/>
                  </a:lnTo>
                  <a:lnTo>
                    <a:pt x="16573" y="40195"/>
                  </a:lnTo>
                  <a:lnTo>
                    <a:pt x="17881" y="40106"/>
                  </a:lnTo>
                  <a:lnTo>
                    <a:pt x="18935" y="39712"/>
                  </a:lnTo>
                  <a:close/>
                </a:path>
                <a:path w="202565" h="81915">
                  <a:moveTo>
                    <a:pt x="27952" y="0"/>
                  </a:moveTo>
                  <a:lnTo>
                    <a:pt x="24206" y="0"/>
                  </a:lnTo>
                  <a:lnTo>
                    <a:pt x="13970" y="11938"/>
                  </a:lnTo>
                  <a:lnTo>
                    <a:pt x="9169" y="6362"/>
                  </a:lnTo>
                  <a:lnTo>
                    <a:pt x="10248" y="6616"/>
                  </a:lnTo>
                  <a:lnTo>
                    <a:pt x="12877" y="6451"/>
                  </a:lnTo>
                  <a:lnTo>
                    <a:pt x="13449" y="6235"/>
                  </a:lnTo>
                  <a:lnTo>
                    <a:pt x="13335" y="6934"/>
                  </a:lnTo>
                  <a:lnTo>
                    <a:pt x="13411" y="8470"/>
                  </a:lnTo>
                  <a:lnTo>
                    <a:pt x="13474" y="9994"/>
                  </a:lnTo>
                  <a:lnTo>
                    <a:pt x="13817" y="11214"/>
                  </a:lnTo>
                  <a:lnTo>
                    <a:pt x="14503" y="11176"/>
                  </a:lnTo>
                  <a:lnTo>
                    <a:pt x="14719" y="9918"/>
                  </a:lnTo>
                  <a:lnTo>
                    <a:pt x="14579" y="6858"/>
                  </a:lnTo>
                  <a:lnTo>
                    <a:pt x="14389" y="6172"/>
                  </a:lnTo>
                  <a:lnTo>
                    <a:pt x="14998" y="6311"/>
                  </a:lnTo>
                  <a:lnTo>
                    <a:pt x="16306" y="6235"/>
                  </a:lnTo>
                  <a:lnTo>
                    <a:pt x="17627" y="6146"/>
                  </a:lnTo>
                  <a:lnTo>
                    <a:pt x="18681" y="5765"/>
                  </a:lnTo>
                  <a:lnTo>
                    <a:pt x="18643" y="4953"/>
                  </a:lnTo>
                  <a:lnTo>
                    <a:pt x="17564" y="4686"/>
                  </a:lnTo>
                  <a:lnTo>
                    <a:pt x="14935" y="4864"/>
                  </a:lnTo>
                  <a:lnTo>
                    <a:pt x="14312" y="5092"/>
                  </a:lnTo>
                  <a:lnTo>
                    <a:pt x="14439" y="4368"/>
                  </a:lnTo>
                  <a:lnTo>
                    <a:pt x="14363" y="2844"/>
                  </a:lnTo>
                  <a:lnTo>
                    <a:pt x="14300" y="1320"/>
                  </a:lnTo>
                  <a:lnTo>
                    <a:pt x="13957" y="88"/>
                  </a:lnTo>
                  <a:lnTo>
                    <a:pt x="13271" y="127"/>
                  </a:lnTo>
                  <a:lnTo>
                    <a:pt x="13042" y="1384"/>
                  </a:lnTo>
                  <a:lnTo>
                    <a:pt x="13195" y="4457"/>
                  </a:lnTo>
                  <a:lnTo>
                    <a:pt x="13373" y="5143"/>
                  </a:lnTo>
                  <a:lnTo>
                    <a:pt x="12801" y="4991"/>
                  </a:lnTo>
                  <a:lnTo>
                    <a:pt x="11493" y="5080"/>
                  </a:lnTo>
                  <a:lnTo>
                    <a:pt x="10185" y="5156"/>
                  </a:lnTo>
                  <a:lnTo>
                    <a:pt x="9118" y="5549"/>
                  </a:lnTo>
                  <a:lnTo>
                    <a:pt x="9156" y="6350"/>
                  </a:lnTo>
                  <a:lnTo>
                    <a:pt x="3733" y="0"/>
                  </a:lnTo>
                  <a:lnTo>
                    <a:pt x="0" y="0"/>
                  </a:lnTo>
                  <a:lnTo>
                    <a:pt x="13970" y="16306"/>
                  </a:lnTo>
                  <a:lnTo>
                    <a:pt x="17716" y="11938"/>
                  </a:lnTo>
                  <a:lnTo>
                    <a:pt x="27952" y="0"/>
                  </a:lnTo>
                  <a:close/>
                </a:path>
                <a:path w="202565" h="81915">
                  <a:moveTo>
                    <a:pt x="68707" y="0"/>
                  </a:moveTo>
                  <a:lnTo>
                    <a:pt x="64960" y="0"/>
                  </a:lnTo>
                  <a:lnTo>
                    <a:pt x="54724" y="11938"/>
                  </a:lnTo>
                  <a:lnTo>
                    <a:pt x="49936" y="6362"/>
                  </a:lnTo>
                  <a:lnTo>
                    <a:pt x="50990" y="6616"/>
                  </a:lnTo>
                  <a:lnTo>
                    <a:pt x="53619" y="6451"/>
                  </a:lnTo>
                  <a:lnTo>
                    <a:pt x="54203" y="6235"/>
                  </a:lnTo>
                  <a:lnTo>
                    <a:pt x="54076" y="6934"/>
                  </a:lnTo>
                  <a:lnTo>
                    <a:pt x="54152" y="8470"/>
                  </a:lnTo>
                  <a:lnTo>
                    <a:pt x="54229" y="9994"/>
                  </a:lnTo>
                  <a:lnTo>
                    <a:pt x="54559" y="11214"/>
                  </a:lnTo>
                  <a:lnTo>
                    <a:pt x="55257" y="11176"/>
                  </a:lnTo>
                  <a:lnTo>
                    <a:pt x="55473" y="9918"/>
                  </a:lnTo>
                  <a:lnTo>
                    <a:pt x="55333" y="6858"/>
                  </a:lnTo>
                  <a:lnTo>
                    <a:pt x="55130" y="6172"/>
                  </a:lnTo>
                  <a:lnTo>
                    <a:pt x="55753" y="6311"/>
                  </a:lnTo>
                  <a:lnTo>
                    <a:pt x="57061" y="6235"/>
                  </a:lnTo>
                  <a:lnTo>
                    <a:pt x="58369" y="6146"/>
                  </a:lnTo>
                  <a:lnTo>
                    <a:pt x="59423" y="5765"/>
                  </a:lnTo>
                  <a:lnTo>
                    <a:pt x="59385" y="4953"/>
                  </a:lnTo>
                  <a:lnTo>
                    <a:pt x="58305" y="4686"/>
                  </a:lnTo>
                  <a:lnTo>
                    <a:pt x="55676" y="4864"/>
                  </a:lnTo>
                  <a:lnTo>
                    <a:pt x="55054" y="5092"/>
                  </a:lnTo>
                  <a:lnTo>
                    <a:pt x="55194" y="4368"/>
                  </a:lnTo>
                  <a:lnTo>
                    <a:pt x="55118" y="2844"/>
                  </a:lnTo>
                  <a:lnTo>
                    <a:pt x="55041" y="1320"/>
                  </a:lnTo>
                  <a:lnTo>
                    <a:pt x="54711" y="88"/>
                  </a:lnTo>
                  <a:lnTo>
                    <a:pt x="54648" y="5651"/>
                  </a:lnTo>
                  <a:lnTo>
                    <a:pt x="54648" y="101"/>
                  </a:lnTo>
                  <a:lnTo>
                    <a:pt x="54013" y="127"/>
                  </a:lnTo>
                  <a:lnTo>
                    <a:pt x="53797" y="1384"/>
                  </a:lnTo>
                  <a:lnTo>
                    <a:pt x="53949" y="4457"/>
                  </a:lnTo>
                  <a:lnTo>
                    <a:pt x="54127" y="5143"/>
                  </a:lnTo>
                  <a:lnTo>
                    <a:pt x="53555" y="4991"/>
                  </a:lnTo>
                  <a:lnTo>
                    <a:pt x="52235" y="5080"/>
                  </a:lnTo>
                  <a:lnTo>
                    <a:pt x="50927" y="5156"/>
                  </a:lnTo>
                  <a:lnTo>
                    <a:pt x="49872" y="5549"/>
                  </a:lnTo>
                  <a:lnTo>
                    <a:pt x="49898" y="6324"/>
                  </a:lnTo>
                  <a:lnTo>
                    <a:pt x="44488" y="0"/>
                  </a:lnTo>
                  <a:lnTo>
                    <a:pt x="40741" y="0"/>
                  </a:lnTo>
                  <a:lnTo>
                    <a:pt x="54724" y="16306"/>
                  </a:lnTo>
                  <a:lnTo>
                    <a:pt x="58470" y="11938"/>
                  </a:lnTo>
                  <a:lnTo>
                    <a:pt x="68707" y="0"/>
                  </a:lnTo>
                  <a:close/>
                </a:path>
                <a:path w="202565" h="81915">
                  <a:moveTo>
                    <a:pt x="110629" y="0"/>
                  </a:moveTo>
                  <a:lnTo>
                    <a:pt x="106883" y="0"/>
                  </a:lnTo>
                  <a:lnTo>
                    <a:pt x="96647" y="11938"/>
                  </a:lnTo>
                  <a:lnTo>
                    <a:pt x="91846" y="6362"/>
                  </a:lnTo>
                  <a:lnTo>
                    <a:pt x="92925" y="6616"/>
                  </a:lnTo>
                  <a:lnTo>
                    <a:pt x="95554" y="6451"/>
                  </a:lnTo>
                  <a:lnTo>
                    <a:pt x="96126" y="6235"/>
                  </a:lnTo>
                  <a:lnTo>
                    <a:pt x="96012" y="6934"/>
                  </a:lnTo>
                  <a:lnTo>
                    <a:pt x="96088" y="8470"/>
                  </a:lnTo>
                  <a:lnTo>
                    <a:pt x="96151" y="9994"/>
                  </a:lnTo>
                  <a:lnTo>
                    <a:pt x="96494" y="11214"/>
                  </a:lnTo>
                  <a:lnTo>
                    <a:pt x="97167" y="11176"/>
                  </a:lnTo>
                  <a:lnTo>
                    <a:pt x="97409" y="9918"/>
                  </a:lnTo>
                  <a:lnTo>
                    <a:pt x="97256" y="6858"/>
                  </a:lnTo>
                  <a:lnTo>
                    <a:pt x="97066" y="6172"/>
                  </a:lnTo>
                  <a:lnTo>
                    <a:pt x="97675" y="6311"/>
                  </a:lnTo>
                  <a:lnTo>
                    <a:pt x="98983" y="6235"/>
                  </a:lnTo>
                  <a:lnTo>
                    <a:pt x="100291" y="6146"/>
                  </a:lnTo>
                  <a:lnTo>
                    <a:pt x="101358" y="5765"/>
                  </a:lnTo>
                  <a:lnTo>
                    <a:pt x="101307" y="4953"/>
                  </a:lnTo>
                  <a:lnTo>
                    <a:pt x="100241" y="4686"/>
                  </a:lnTo>
                  <a:lnTo>
                    <a:pt x="97612" y="4864"/>
                  </a:lnTo>
                  <a:lnTo>
                    <a:pt x="96989" y="5092"/>
                  </a:lnTo>
                  <a:lnTo>
                    <a:pt x="97116" y="4368"/>
                  </a:lnTo>
                  <a:lnTo>
                    <a:pt x="97040" y="2844"/>
                  </a:lnTo>
                  <a:lnTo>
                    <a:pt x="96977" y="1320"/>
                  </a:lnTo>
                  <a:lnTo>
                    <a:pt x="96634" y="88"/>
                  </a:lnTo>
                  <a:lnTo>
                    <a:pt x="95961" y="127"/>
                  </a:lnTo>
                  <a:lnTo>
                    <a:pt x="95732" y="1384"/>
                  </a:lnTo>
                  <a:lnTo>
                    <a:pt x="95872" y="4457"/>
                  </a:lnTo>
                  <a:lnTo>
                    <a:pt x="96050" y="5143"/>
                  </a:lnTo>
                  <a:lnTo>
                    <a:pt x="95478" y="4991"/>
                  </a:lnTo>
                  <a:lnTo>
                    <a:pt x="94170" y="5080"/>
                  </a:lnTo>
                  <a:lnTo>
                    <a:pt x="92862" y="5156"/>
                  </a:lnTo>
                  <a:lnTo>
                    <a:pt x="91795" y="5549"/>
                  </a:lnTo>
                  <a:lnTo>
                    <a:pt x="91833" y="6350"/>
                  </a:lnTo>
                  <a:lnTo>
                    <a:pt x="86410" y="0"/>
                  </a:lnTo>
                  <a:lnTo>
                    <a:pt x="82677" y="0"/>
                  </a:lnTo>
                  <a:lnTo>
                    <a:pt x="96647" y="16306"/>
                  </a:lnTo>
                  <a:lnTo>
                    <a:pt x="100393" y="11938"/>
                  </a:lnTo>
                  <a:lnTo>
                    <a:pt x="110629" y="0"/>
                  </a:lnTo>
                  <a:close/>
                </a:path>
                <a:path w="202565" h="81915">
                  <a:moveTo>
                    <a:pt x="182206" y="23774"/>
                  </a:moveTo>
                  <a:lnTo>
                    <a:pt x="178460" y="19405"/>
                  </a:lnTo>
                  <a:lnTo>
                    <a:pt x="178460" y="23774"/>
                  </a:lnTo>
                  <a:lnTo>
                    <a:pt x="174320" y="28600"/>
                  </a:lnTo>
                  <a:lnTo>
                    <a:pt x="174434" y="27990"/>
                  </a:lnTo>
                  <a:lnTo>
                    <a:pt x="174294" y="24917"/>
                  </a:lnTo>
                  <a:lnTo>
                    <a:pt x="174091" y="24244"/>
                  </a:lnTo>
                  <a:lnTo>
                    <a:pt x="174713" y="24384"/>
                  </a:lnTo>
                  <a:lnTo>
                    <a:pt x="176022" y="24295"/>
                  </a:lnTo>
                  <a:lnTo>
                    <a:pt x="177330" y="24206"/>
                  </a:lnTo>
                  <a:lnTo>
                    <a:pt x="178384" y="23825"/>
                  </a:lnTo>
                  <a:lnTo>
                    <a:pt x="178371" y="23685"/>
                  </a:lnTo>
                  <a:lnTo>
                    <a:pt x="178460" y="19405"/>
                  </a:lnTo>
                  <a:lnTo>
                    <a:pt x="177660" y="18478"/>
                  </a:lnTo>
                  <a:lnTo>
                    <a:pt x="177660" y="22860"/>
                  </a:lnTo>
                  <a:lnTo>
                    <a:pt x="177266" y="22758"/>
                  </a:lnTo>
                  <a:lnTo>
                    <a:pt x="174637" y="22923"/>
                  </a:lnTo>
                  <a:lnTo>
                    <a:pt x="174015" y="23164"/>
                  </a:lnTo>
                  <a:lnTo>
                    <a:pt x="174155" y="22440"/>
                  </a:lnTo>
                  <a:lnTo>
                    <a:pt x="174078" y="20904"/>
                  </a:lnTo>
                  <a:lnTo>
                    <a:pt x="174002" y="19380"/>
                  </a:lnTo>
                  <a:lnTo>
                    <a:pt x="173736" y="18402"/>
                  </a:lnTo>
                  <a:lnTo>
                    <a:pt x="173736" y="29286"/>
                  </a:lnTo>
                  <a:lnTo>
                    <a:pt x="159956" y="45351"/>
                  </a:lnTo>
                  <a:lnTo>
                    <a:pt x="155155" y="39776"/>
                  </a:lnTo>
                  <a:lnTo>
                    <a:pt x="156235" y="40030"/>
                  </a:lnTo>
                  <a:lnTo>
                    <a:pt x="158864" y="39852"/>
                  </a:lnTo>
                  <a:lnTo>
                    <a:pt x="159435" y="39649"/>
                  </a:lnTo>
                  <a:lnTo>
                    <a:pt x="159321" y="40347"/>
                  </a:lnTo>
                  <a:lnTo>
                    <a:pt x="159397" y="41871"/>
                  </a:lnTo>
                  <a:lnTo>
                    <a:pt x="159461" y="43408"/>
                  </a:lnTo>
                  <a:lnTo>
                    <a:pt x="159804" y="44627"/>
                  </a:lnTo>
                  <a:lnTo>
                    <a:pt x="160489" y="44589"/>
                  </a:lnTo>
                  <a:lnTo>
                    <a:pt x="160705" y="43332"/>
                  </a:lnTo>
                  <a:lnTo>
                    <a:pt x="160566" y="40259"/>
                  </a:lnTo>
                  <a:lnTo>
                    <a:pt x="160362" y="39585"/>
                  </a:lnTo>
                  <a:lnTo>
                    <a:pt x="160985" y="39725"/>
                  </a:lnTo>
                  <a:lnTo>
                    <a:pt x="162293" y="39649"/>
                  </a:lnTo>
                  <a:lnTo>
                    <a:pt x="163601" y="39560"/>
                  </a:lnTo>
                  <a:lnTo>
                    <a:pt x="164668" y="39166"/>
                  </a:lnTo>
                  <a:lnTo>
                    <a:pt x="164617" y="38366"/>
                  </a:lnTo>
                  <a:lnTo>
                    <a:pt x="163537" y="38100"/>
                  </a:lnTo>
                  <a:lnTo>
                    <a:pt x="160921" y="38277"/>
                  </a:lnTo>
                  <a:lnTo>
                    <a:pt x="160299" y="38519"/>
                  </a:lnTo>
                  <a:lnTo>
                    <a:pt x="160426" y="37782"/>
                  </a:lnTo>
                  <a:lnTo>
                    <a:pt x="160350" y="36258"/>
                  </a:lnTo>
                  <a:lnTo>
                    <a:pt x="160286" y="34721"/>
                  </a:lnTo>
                  <a:lnTo>
                    <a:pt x="159943" y="33502"/>
                  </a:lnTo>
                  <a:lnTo>
                    <a:pt x="159258" y="33540"/>
                  </a:lnTo>
                  <a:lnTo>
                    <a:pt x="159029" y="34798"/>
                  </a:lnTo>
                  <a:lnTo>
                    <a:pt x="159181" y="37871"/>
                  </a:lnTo>
                  <a:lnTo>
                    <a:pt x="159359" y="38557"/>
                  </a:lnTo>
                  <a:lnTo>
                    <a:pt x="158788" y="38404"/>
                  </a:lnTo>
                  <a:lnTo>
                    <a:pt x="157480" y="38481"/>
                  </a:lnTo>
                  <a:lnTo>
                    <a:pt x="156171" y="38569"/>
                  </a:lnTo>
                  <a:lnTo>
                    <a:pt x="155105" y="38963"/>
                  </a:lnTo>
                  <a:lnTo>
                    <a:pt x="155143" y="39763"/>
                  </a:lnTo>
                  <a:lnTo>
                    <a:pt x="141808" y="24206"/>
                  </a:lnTo>
                  <a:lnTo>
                    <a:pt x="142887" y="24460"/>
                  </a:lnTo>
                  <a:lnTo>
                    <a:pt x="145516" y="24295"/>
                  </a:lnTo>
                  <a:lnTo>
                    <a:pt x="146088" y="24079"/>
                  </a:lnTo>
                  <a:lnTo>
                    <a:pt x="145973" y="24777"/>
                  </a:lnTo>
                  <a:lnTo>
                    <a:pt x="146050" y="26314"/>
                  </a:lnTo>
                  <a:lnTo>
                    <a:pt x="146113" y="27838"/>
                  </a:lnTo>
                  <a:lnTo>
                    <a:pt x="146456" y="29057"/>
                  </a:lnTo>
                  <a:lnTo>
                    <a:pt x="147129" y="29019"/>
                  </a:lnTo>
                  <a:lnTo>
                    <a:pt x="147370" y="27762"/>
                  </a:lnTo>
                  <a:lnTo>
                    <a:pt x="147218" y="24701"/>
                  </a:lnTo>
                  <a:lnTo>
                    <a:pt x="147027" y="24015"/>
                  </a:lnTo>
                  <a:lnTo>
                    <a:pt x="147637" y="24155"/>
                  </a:lnTo>
                  <a:lnTo>
                    <a:pt x="148945" y="24079"/>
                  </a:lnTo>
                  <a:lnTo>
                    <a:pt x="150253" y="23990"/>
                  </a:lnTo>
                  <a:lnTo>
                    <a:pt x="151320" y="23609"/>
                  </a:lnTo>
                  <a:lnTo>
                    <a:pt x="151269" y="22796"/>
                  </a:lnTo>
                  <a:lnTo>
                    <a:pt x="150202" y="22529"/>
                  </a:lnTo>
                  <a:lnTo>
                    <a:pt x="147574" y="22707"/>
                  </a:lnTo>
                  <a:lnTo>
                    <a:pt x="146951" y="22936"/>
                  </a:lnTo>
                  <a:lnTo>
                    <a:pt x="147078" y="22212"/>
                  </a:lnTo>
                  <a:lnTo>
                    <a:pt x="147002" y="20688"/>
                  </a:lnTo>
                  <a:lnTo>
                    <a:pt x="146939" y="19164"/>
                  </a:lnTo>
                  <a:lnTo>
                    <a:pt x="146596" y="17932"/>
                  </a:lnTo>
                  <a:lnTo>
                    <a:pt x="146443" y="17945"/>
                  </a:lnTo>
                  <a:lnTo>
                    <a:pt x="159448" y="2768"/>
                  </a:lnTo>
                  <a:lnTo>
                    <a:pt x="159283" y="3733"/>
                  </a:lnTo>
                  <a:lnTo>
                    <a:pt x="159435" y="6807"/>
                  </a:lnTo>
                  <a:lnTo>
                    <a:pt x="159613" y="7493"/>
                  </a:lnTo>
                  <a:lnTo>
                    <a:pt x="159042" y="7340"/>
                  </a:lnTo>
                  <a:lnTo>
                    <a:pt x="157734" y="7429"/>
                  </a:lnTo>
                  <a:lnTo>
                    <a:pt x="156425" y="7505"/>
                  </a:lnTo>
                  <a:lnTo>
                    <a:pt x="155359" y="7899"/>
                  </a:lnTo>
                  <a:lnTo>
                    <a:pt x="155409" y="8699"/>
                  </a:lnTo>
                  <a:lnTo>
                    <a:pt x="156489" y="8966"/>
                  </a:lnTo>
                  <a:lnTo>
                    <a:pt x="159118" y="8801"/>
                  </a:lnTo>
                  <a:lnTo>
                    <a:pt x="159689" y="8585"/>
                  </a:lnTo>
                  <a:lnTo>
                    <a:pt x="159575" y="9283"/>
                  </a:lnTo>
                  <a:lnTo>
                    <a:pt x="159651" y="10820"/>
                  </a:lnTo>
                  <a:lnTo>
                    <a:pt x="159715" y="12344"/>
                  </a:lnTo>
                  <a:lnTo>
                    <a:pt x="160058" y="13576"/>
                  </a:lnTo>
                  <a:lnTo>
                    <a:pt x="160731" y="13525"/>
                  </a:lnTo>
                  <a:lnTo>
                    <a:pt x="160972" y="12268"/>
                  </a:lnTo>
                  <a:lnTo>
                    <a:pt x="160820" y="9207"/>
                  </a:lnTo>
                  <a:lnTo>
                    <a:pt x="160629" y="8521"/>
                  </a:lnTo>
                  <a:lnTo>
                    <a:pt x="161239" y="8661"/>
                  </a:lnTo>
                  <a:lnTo>
                    <a:pt x="162547" y="8585"/>
                  </a:lnTo>
                  <a:lnTo>
                    <a:pt x="163855" y="8496"/>
                  </a:lnTo>
                  <a:lnTo>
                    <a:pt x="164922" y="8115"/>
                  </a:lnTo>
                  <a:lnTo>
                    <a:pt x="173634" y="18161"/>
                  </a:lnTo>
                  <a:lnTo>
                    <a:pt x="172986" y="18199"/>
                  </a:lnTo>
                  <a:lnTo>
                    <a:pt x="172758" y="19456"/>
                  </a:lnTo>
                  <a:lnTo>
                    <a:pt x="172910" y="22517"/>
                  </a:lnTo>
                  <a:lnTo>
                    <a:pt x="173088" y="23202"/>
                  </a:lnTo>
                  <a:lnTo>
                    <a:pt x="172504" y="23050"/>
                  </a:lnTo>
                  <a:lnTo>
                    <a:pt x="171196" y="23139"/>
                  </a:lnTo>
                  <a:lnTo>
                    <a:pt x="169887" y="23228"/>
                  </a:lnTo>
                  <a:lnTo>
                    <a:pt x="168833" y="23609"/>
                  </a:lnTo>
                  <a:lnTo>
                    <a:pt x="168871" y="24422"/>
                  </a:lnTo>
                  <a:lnTo>
                    <a:pt x="169951" y="24676"/>
                  </a:lnTo>
                  <a:lnTo>
                    <a:pt x="172580" y="24511"/>
                  </a:lnTo>
                  <a:lnTo>
                    <a:pt x="173164" y="24307"/>
                  </a:lnTo>
                  <a:lnTo>
                    <a:pt x="173050" y="25006"/>
                  </a:lnTo>
                  <a:lnTo>
                    <a:pt x="173113" y="26530"/>
                  </a:lnTo>
                  <a:lnTo>
                    <a:pt x="173189" y="28054"/>
                  </a:lnTo>
                  <a:lnTo>
                    <a:pt x="173520" y="29286"/>
                  </a:lnTo>
                  <a:lnTo>
                    <a:pt x="173736" y="29286"/>
                  </a:lnTo>
                  <a:lnTo>
                    <a:pt x="173736" y="18402"/>
                  </a:lnTo>
                  <a:lnTo>
                    <a:pt x="173685" y="18211"/>
                  </a:lnTo>
                  <a:lnTo>
                    <a:pt x="177660" y="22860"/>
                  </a:lnTo>
                  <a:lnTo>
                    <a:pt x="177660" y="18478"/>
                  </a:lnTo>
                  <a:lnTo>
                    <a:pt x="164172" y="2743"/>
                  </a:lnTo>
                  <a:lnTo>
                    <a:pt x="164172" y="7150"/>
                  </a:lnTo>
                  <a:lnTo>
                    <a:pt x="163804" y="7048"/>
                  </a:lnTo>
                  <a:lnTo>
                    <a:pt x="161175" y="7213"/>
                  </a:lnTo>
                  <a:lnTo>
                    <a:pt x="160553" y="7442"/>
                  </a:lnTo>
                  <a:lnTo>
                    <a:pt x="160680" y="6718"/>
                  </a:lnTo>
                  <a:lnTo>
                    <a:pt x="160604" y="5194"/>
                  </a:lnTo>
                  <a:lnTo>
                    <a:pt x="160540" y="3670"/>
                  </a:lnTo>
                  <a:lnTo>
                    <a:pt x="160197" y="2489"/>
                  </a:lnTo>
                  <a:lnTo>
                    <a:pt x="164172" y="7150"/>
                  </a:lnTo>
                  <a:lnTo>
                    <a:pt x="164172" y="2743"/>
                  </a:lnTo>
                  <a:lnTo>
                    <a:pt x="163703" y="2184"/>
                  </a:lnTo>
                  <a:lnTo>
                    <a:pt x="161823" y="0"/>
                  </a:lnTo>
                  <a:lnTo>
                    <a:pt x="160172" y="0"/>
                  </a:lnTo>
                  <a:lnTo>
                    <a:pt x="160172" y="2451"/>
                  </a:lnTo>
                  <a:lnTo>
                    <a:pt x="159715" y="2476"/>
                  </a:lnTo>
                  <a:lnTo>
                    <a:pt x="159956" y="2184"/>
                  </a:lnTo>
                  <a:lnTo>
                    <a:pt x="160172" y="2451"/>
                  </a:lnTo>
                  <a:lnTo>
                    <a:pt x="160172" y="0"/>
                  </a:lnTo>
                  <a:lnTo>
                    <a:pt x="158089" y="0"/>
                  </a:lnTo>
                  <a:lnTo>
                    <a:pt x="146011" y="14084"/>
                  </a:lnTo>
                  <a:lnTo>
                    <a:pt x="146011" y="22987"/>
                  </a:lnTo>
                  <a:lnTo>
                    <a:pt x="145440" y="22834"/>
                  </a:lnTo>
                  <a:lnTo>
                    <a:pt x="144132" y="22923"/>
                  </a:lnTo>
                  <a:lnTo>
                    <a:pt x="142824" y="22999"/>
                  </a:lnTo>
                  <a:lnTo>
                    <a:pt x="141795" y="23393"/>
                  </a:lnTo>
                  <a:lnTo>
                    <a:pt x="141795" y="24193"/>
                  </a:lnTo>
                  <a:lnTo>
                    <a:pt x="141452" y="23774"/>
                  </a:lnTo>
                  <a:lnTo>
                    <a:pt x="141757" y="23418"/>
                  </a:lnTo>
                  <a:lnTo>
                    <a:pt x="141795" y="24193"/>
                  </a:lnTo>
                  <a:lnTo>
                    <a:pt x="141795" y="23393"/>
                  </a:lnTo>
                  <a:lnTo>
                    <a:pt x="145770" y="18745"/>
                  </a:lnTo>
                  <a:lnTo>
                    <a:pt x="145681" y="19227"/>
                  </a:lnTo>
                  <a:lnTo>
                    <a:pt x="145834" y="22301"/>
                  </a:lnTo>
                  <a:lnTo>
                    <a:pt x="146011" y="22987"/>
                  </a:lnTo>
                  <a:lnTo>
                    <a:pt x="146011" y="14084"/>
                  </a:lnTo>
                  <a:lnTo>
                    <a:pt x="138645" y="22669"/>
                  </a:lnTo>
                  <a:lnTo>
                    <a:pt x="135851" y="19418"/>
                  </a:lnTo>
                  <a:lnTo>
                    <a:pt x="135851" y="23774"/>
                  </a:lnTo>
                  <a:lnTo>
                    <a:pt x="131724" y="28587"/>
                  </a:lnTo>
                  <a:lnTo>
                    <a:pt x="131838" y="27990"/>
                  </a:lnTo>
                  <a:lnTo>
                    <a:pt x="131686" y="24917"/>
                  </a:lnTo>
                  <a:lnTo>
                    <a:pt x="131495" y="24244"/>
                  </a:lnTo>
                  <a:lnTo>
                    <a:pt x="132105" y="24384"/>
                  </a:lnTo>
                  <a:lnTo>
                    <a:pt x="133413" y="24295"/>
                  </a:lnTo>
                  <a:lnTo>
                    <a:pt x="134734" y="24206"/>
                  </a:lnTo>
                  <a:lnTo>
                    <a:pt x="135788" y="23825"/>
                  </a:lnTo>
                  <a:lnTo>
                    <a:pt x="135775" y="23698"/>
                  </a:lnTo>
                  <a:lnTo>
                    <a:pt x="135851" y="19418"/>
                  </a:lnTo>
                  <a:lnTo>
                    <a:pt x="135051" y="18478"/>
                  </a:lnTo>
                  <a:lnTo>
                    <a:pt x="135051" y="22860"/>
                  </a:lnTo>
                  <a:lnTo>
                    <a:pt x="134670" y="22758"/>
                  </a:lnTo>
                  <a:lnTo>
                    <a:pt x="132041" y="22923"/>
                  </a:lnTo>
                  <a:lnTo>
                    <a:pt x="131419" y="23164"/>
                  </a:lnTo>
                  <a:lnTo>
                    <a:pt x="131546" y="22440"/>
                  </a:lnTo>
                  <a:lnTo>
                    <a:pt x="131470" y="20904"/>
                  </a:lnTo>
                  <a:lnTo>
                    <a:pt x="131406" y="19380"/>
                  </a:lnTo>
                  <a:lnTo>
                    <a:pt x="131127" y="18402"/>
                  </a:lnTo>
                  <a:lnTo>
                    <a:pt x="131127" y="29286"/>
                  </a:lnTo>
                  <a:lnTo>
                    <a:pt x="117360" y="45351"/>
                  </a:lnTo>
                  <a:lnTo>
                    <a:pt x="112560" y="39776"/>
                  </a:lnTo>
                  <a:lnTo>
                    <a:pt x="113626" y="40030"/>
                  </a:lnTo>
                  <a:lnTo>
                    <a:pt x="116255" y="39852"/>
                  </a:lnTo>
                  <a:lnTo>
                    <a:pt x="116827" y="39649"/>
                  </a:lnTo>
                  <a:lnTo>
                    <a:pt x="116713" y="40347"/>
                  </a:lnTo>
                  <a:lnTo>
                    <a:pt x="116789" y="41871"/>
                  </a:lnTo>
                  <a:lnTo>
                    <a:pt x="116865" y="43408"/>
                  </a:lnTo>
                  <a:lnTo>
                    <a:pt x="117195" y="44627"/>
                  </a:lnTo>
                  <a:lnTo>
                    <a:pt x="117894" y="44589"/>
                  </a:lnTo>
                  <a:lnTo>
                    <a:pt x="118110" y="43332"/>
                  </a:lnTo>
                  <a:lnTo>
                    <a:pt x="117957" y="40259"/>
                  </a:lnTo>
                  <a:lnTo>
                    <a:pt x="117767" y="39573"/>
                  </a:lnTo>
                  <a:lnTo>
                    <a:pt x="118389" y="39725"/>
                  </a:lnTo>
                  <a:lnTo>
                    <a:pt x="119697" y="39649"/>
                  </a:lnTo>
                  <a:lnTo>
                    <a:pt x="121005" y="39560"/>
                  </a:lnTo>
                  <a:lnTo>
                    <a:pt x="122059" y="39166"/>
                  </a:lnTo>
                  <a:lnTo>
                    <a:pt x="122021" y="38366"/>
                  </a:lnTo>
                  <a:lnTo>
                    <a:pt x="120942" y="38100"/>
                  </a:lnTo>
                  <a:lnTo>
                    <a:pt x="118313" y="38277"/>
                  </a:lnTo>
                  <a:lnTo>
                    <a:pt x="117678" y="38519"/>
                  </a:lnTo>
                  <a:lnTo>
                    <a:pt x="117817" y="37782"/>
                  </a:lnTo>
                  <a:lnTo>
                    <a:pt x="117754" y="36258"/>
                  </a:lnTo>
                  <a:lnTo>
                    <a:pt x="117678" y="34721"/>
                  </a:lnTo>
                  <a:lnTo>
                    <a:pt x="117348" y="33502"/>
                  </a:lnTo>
                  <a:lnTo>
                    <a:pt x="116649" y="33540"/>
                  </a:lnTo>
                  <a:lnTo>
                    <a:pt x="116433" y="34798"/>
                  </a:lnTo>
                  <a:lnTo>
                    <a:pt x="116573" y="37871"/>
                  </a:lnTo>
                  <a:lnTo>
                    <a:pt x="116751" y="38557"/>
                  </a:lnTo>
                  <a:lnTo>
                    <a:pt x="116179" y="38404"/>
                  </a:lnTo>
                  <a:lnTo>
                    <a:pt x="114871" y="38481"/>
                  </a:lnTo>
                  <a:lnTo>
                    <a:pt x="113563" y="38569"/>
                  </a:lnTo>
                  <a:lnTo>
                    <a:pt x="112509" y="38963"/>
                  </a:lnTo>
                  <a:lnTo>
                    <a:pt x="112534" y="39751"/>
                  </a:lnTo>
                  <a:lnTo>
                    <a:pt x="99212" y="24206"/>
                  </a:lnTo>
                  <a:lnTo>
                    <a:pt x="100279" y="24460"/>
                  </a:lnTo>
                  <a:lnTo>
                    <a:pt x="102908" y="24295"/>
                  </a:lnTo>
                  <a:lnTo>
                    <a:pt x="103492" y="24079"/>
                  </a:lnTo>
                  <a:lnTo>
                    <a:pt x="103365" y="24777"/>
                  </a:lnTo>
                  <a:lnTo>
                    <a:pt x="103441" y="26314"/>
                  </a:lnTo>
                  <a:lnTo>
                    <a:pt x="103517" y="27838"/>
                  </a:lnTo>
                  <a:lnTo>
                    <a:pt x="103847" y="29057"/>
                  </a:lnTo>
                  <a:lnTo>
                    <a:pt x="104546" y="29019"/>
                  </a:lnTo>
                  <a:lnTo>
                    <a:pt x="104762" y="27762"/>
                  </a:lnTo>
                  <a:lnTo>
                    <a:pt x="104609" y="24701"/>
                  </a:lnTo>
                  <a:lnTo>
                    <a:pt x="104419" y="24015"/>
                  </a:lnTo>
                  <a:lnTo>
                    <a:pt x="105041" y="24155"/>
                  </a:lnTo>
                  <a:lnTo>
                    <a:pt x="106349" y="24079"/>
                  </a:lnTo>
                  <a:lnTo>
                    <a:pt x="107657" y="23990"/>
                  </a:lnTo>
                  <a:lnTo>
                    <a:pt x="108712" y="23609"/>
                  </a:lnTo>
                  <a:lnTo>
                    <a:pt x="108673" y="22796"/>
                  </a:lnTo>
                  <a:lnTo>
                    <a:pt x="107594" y="22529"/>
                  </a:lnTo>
                  <a:lnTo>
                    <a:pt x="104965" y="22707"/>
                  </a:lnTo>
                  <a:lnTo>
                    <a:pt x="104343" y="22936"/>
                  </a:lnTo>
                  <a:lnTo>
                    <a:pt x="104482" y="22212"/>
                  </a:lnTo>
                  <a:lnTo>
                    <a:pt x="104406" y="20688"/>
                  </a:lnTo>
                  <a:lnTo>
                    <a:pt x="104330" y="19164"/>
                  </a:lnTo>
                  <a:lnTo>
                    <a:pt x="104000" y="17932"/>
                  </a:lnTo>
                  <a:lnTo>
                    <a:pt x="103847" y="17945"/>
                  </a:lnTo>
                  <a:lnTo>
                    <a:pt x="116840" y="2781"/>
                  </a:lnTo>
                  <a:lnTo>
                    <a:pt x="116687" y="3733"/>
                  </a:lnTo>
                  <a:lnTo>
                    <a:pt x="116827" y="6807"/>
                  </a:lnTo>
                  <a:lnTo>
                    <a:pt x="117017" y="7493"/>
                  </a:lnTo>
                  <a:lnTo>
                    <a:pt x="116433" y="7340"/>
                  </a:lnTo>
                  <a:lnTo>
                    <a:pt x="115125" y="7429"/>
                  </a:lnTo>
                  <a:lnTo>
                    <a:pt x="113817" y="7505"/>
                  </a:lnTo>
                  <a:lnTo>
                    <a:pt x="112763" y="7899"/>
                  </a:lnTo>
                  <a:lnTo>
                    <a:pt x="112801" y="8699"/>
                  </a:lnTo>
                  <a:lnTo>
                    <a:pt x="113880" y="8966"/>
                  </a:lnTo>
                  <a:lnTo>
                    <a:pt x="116509" y="8801"/>
                  </a:lnTo>
                  <a:lnTo>
                    <a:pt x="117094" y="8585"/>
                  </a:lnTo>
                  <a:lnTo>
                    <a:pt x="116967" y="9283"/>
                  </a:lnTo>
                  <a:lnTo>
                    <a:pt x="117043" y="10820"/>
                  </a:lnTo>
                  <a:lnTo>
                    <a:pt x="117119" y="12344"/>
                  </a:lnTo>
                  <a:lnTo>
                    <a:pt x="117449" y="13576"/>
                  </a:lnTo>
                  <a:lnTo>
                    <a:pt x="118148" y="13525"/>
                  </a:lnTo>
                  <a:lnTo>
                    <a:pt x="118364" y="12268"/>
                  </a:lnTo>
                  <a:lnTo>
                    <a:pt x="118211" y="9207"/>
                  </a:lnTo>
                  <a:lnTo>
                    <a:pt x="118021" y="8521"/>
                  </a:lnTo>
                  <a:lnTo>
                    <a:pt x="118643" y="8661"/>
                  </a:lnTo>
                  <a:lnTo>
                    <a:pt x="119951" y="8585"/>
                  </a:lnTo>
                  <a:lnTo>
                    <a:pt x="121259" y="8496"/>
                  </a:lnTo>
                  <a:lnTo>
                    <a:pt x="122313" y="8115"/>
                  </a:lnTo>
                  <a:lnTo>
                    <a:pt x="122301" y="7988"/>
                  </a:lnTo>
                  <a:lnTo>
                    <a:pt x="131025" y="18161"/>
                  </a:lnTo>
                  <a:lnTo>
                    <a:pt x="130378" y="18199"/>
                  </a:lnTo>
                  <a:lnTo>
                    <a:pt x="130162" y="19456"/>
                  </a:lnTo>
                  <a:lnTo>
                    <a:pt x="130302" y="22517"/>
                  </a:lnTo>
                  <a:lnTo>
                    <a:pt x="130479" y="23202"/>
                  </a:lnTo>
                  <a:lnTo>
                    <a:pt x="129908" y="23050"/>
                  </a:lnTo>
                  <a:lnTo>
                    <a:pt x="128600" y="23139"/>
                  </a:lnTo>
                  <a:lnTo>
                    <a:pt x="127292" y="23228"/>
                  </a:lnTo>
                  <a:lnTo>
                    <a:pt x="126238" y="23609"/>
                  </a:lnTo>
                  <a:lnTo>
                    <a:pt x="126276" y="24422"/>
                  </a:lnTo>
                  <a:lnTo>
                    <a:pt x="127355" y="24676"/>
                  </a:lnTo>
                  <a:lnTo>
                    <a:pt x="129984" y="24511"/>
                  </a:lnTo>
                  <a:lnTo>
                    <a:pt x="130568" y="24307"/>
                  </a:lnTo>
                  <a:lnTo>
                    <a:pt x="130441" y="25006"/>
                  </a:lnTo>
                  <a:lnTo>
                    <a:pt x="130517" y="26530"/>
                  </a:lnTo>
                  <a:lnTo>
                    <a:pt x="130581" y="28054"/>
                  </a:lnTo>
                  <a:lnTo>
                    <a:pt x="130924" y="29286"/>
                  </a:lnTo>
                  <a:lnTo>
                    <a:pt x="131127" y="29286"/>
                  </a:lnTo>
                  <a:lnTo>
                    <a:pt x="131127" y="18402"/>
                  </a:lnTo>
                  <a:lnTo>
                    <a:pt x="131076" y="18211"/>
                  </a:lnTo>
                  <a:lnTo>
                    <a:pt x="135051" y="22860"/>
                  </a:lnTo>
                  <a:lnTo>
                    <a:pt x="135051" y="18478"/>
                  </a:lnTo>
                  <a:lnTo>
                    <a:pt x="121577" y="2755"/>
                  </a:lnTo>
                  <a:lnTo>
                    <a:pt x="121577" y="7150"/>
                  </a:lnTo>
                  <a:lnTo>
                    <a:pt x="121196" y="7048"/>
                  </a:lnTo>
                  <a:lnTo>
                    <a:pt x="118567" y="7213"/>
                  </a:lnTo>
                  <a:lnTo>
                    <a:pt x="117944" y="7442"/>
                  </a:lnTo>
                  <a:lnTo>
                    <a:pt x="118084" y="6718"/>
                  </a:lnTo>
                  <a:lnTo>
                    <a:pt x="118008" y="5194"/>
                  </a:lnTo>
                  <a:lnTo>
                    <a:pt x="117932" y="3670"/>
                  </a:lnTo>
                  <a:lnTo>
                    <a:pt x="117602" y="2489"/>
                  </a:lnTo>
                  <a:lnTo>
                    <a:pt x="121577" y="7150"/>
                  </a:lnTo>
                  <a:lnTo>
                    <a:pt x="121577" y="2755"/>
                  </a:lnTo>
                  <a:lnTo>
                    <a:pt x="121094" y="2184"/>
                  </a:lnTo>
                  <a:lnTo>
                    <a:pt x="119214" y="0"/>
                  </a:lnTo>
                  <a:lnTo>
                    <a:pt x="117576" y="0"/>
                  </a:lnTo>
                  <a:lnTo>
                    <a:pt x="117576" y="2451"/>
                  </a:lnTo>
                  <a:lnTo>
                    <a:pt x="117119" y="2476"/>
                  </a:lnTo>
                  <a:lnTo>
                    <a:pt x="117360" y="2184"/>
                  </a:lnTo>
                  <a:lnTo>
                    <a:pt x="117576" y="2451"/>
                  </a:lnTo>
                  <a:lnTo>
                    <a:pt x="117576" y="0"/>
                  </a:lnTo>
                  <a:lnTo>
                    <a:pt x="115493" y="0"/>
                  </a:lnTo>
                  <a:lnTo>
                    <a:pt x="103403" y="14109"/>
                  </a:lnTo>
                  <a:lnTo>
                    <a:pt x="103403" y="22987"/>
                  </a:lnTo>
                  <a:lnTo>
                    <a:pt x="102831" y="22834"/>
                  </a:lnTo>
                  <a:lnTo>
                    <a:pt x="101523" y="22923"/>
                  </a:lnTo>
                  <a:lnTo>
                    <a:pt x="100215" y="22999"/>
                  </a:lnTo>
                  <a:lnTo>
                    <a:pt x="99187" y="23393"/>
                  </a:lnTo>
                  <a:lnTo>
                    <a:pt x="99187" y="24180"/>
                  </a:lnTo>
                  <a:lnTo>
                    <a:pt x="98856" y="23774"/>
                  </a:lnTo>
                  <a:lnTo>
                    <a:pt x="99161" y="23418"/>
                  </a:lnTo>
                  <a:lnTo>
                    <a:pt x="99187" y="24180"/>
                  </a:lnTo>
                  <a:lnTo>
                    <a:pt x="99187" y="23393"/>
                  </a:lnTo>
                  <a:lnTo>
                    <a:pt x="103162" y="18745"/>
                  </a:lnTo>
                  <a:lnTo>
                    <a:pt x="103085" y="19227"/>
                  </a:lnTo>
                  <a:lnTo>
                    <a:pt x="103225" y="22301"/>
                  </a:lnTo>
                  <a:lnTo>
                    <a:pt x="103403" y="22987"/>
                  </a:lnTo>
                  <a:lnTo>
                    <a:pt x="103403" y="14109"/>
                  </a:lnTo>
                  <a:lnTo>
                    <a:pt x="96659" y="21971"/>
                  </a:lnTo>
                  <a:lnTo>
                    <a:pt x="94462" y="19418"/>
                  </a:lnTo>
                  <a:lnTo>
                    <a:pt x="94462" y="23774"/>
                  </a:lnTo>
                  <a:lnTo>
                    <a:pt x="90335" y="28587"/>
                  </a:lnTo>
                  <a:lnTo>
                    <a:pt x="90449" y="27990"/>
                  </a:lnTo>
                  <a:lnTo>
                    <a:pt x="90297" y="24917"/>
                  </a:lnTo>
                  <a:lnTo>
                    <a:pt x="90106" y="24244"/>
                  </a:lnTo>
                  <a:lnTo>
                    <a:pt x="90716" y="24384"/>
                  </a:lnTo>
                  <a:lnTo>
                    <a:pt x="92036" y="24295"/>
                  </a:lnTo>
                  <a:lnTo>
                    <a:pt x="93345" y="24206"/>
                  </a:lnTo>
                  <a:lnTo>
                    <a:pt x="94399" y="23825"/>
                  </a:lnTo>
                  <a:lnTo>
                    <a:pt x="94386" y="23698"/>
                  </a:lnTo>
                  <a:lnTo>
                    <a:pt x="94462" y="19418"/>
                  </a:lnTo>
                  <a:lnTo>
                    <a:pt x="93662" y="18478"/>
                  </a:lnTo>
                  <a:lnTo>
                    <a:pt x="93662" y="22860"/>
                  </a:lnTo>
                  <a:lnTo>
                    <a:pt x="93281" y="22758"/>
                  </a:lnTo>
                  <a:lnTo>
                    <a:pt x="90652" y="22923"/>
                  </a:lnTo>
                  <a:lnTo>
                    <a:pt x="90017" y="23164"/>
                  </a:lnTo>
                  <a:lnTo>
                    <a:pt x="90157" y="22440"/>
                  </a:lnTo>
                  <a:lnTo>
                    <a:pt x="90093" y="20904"/>
                  </a:lnTo>
                  <a:lnTo>
                    <a:pt x="90017" y="19380"/>
                  </a:lnTo>
                  <a:lnTo>
                    <a:pt x="89738" y="18402"/>
                  </a:lnTo>
                  <a:lnTo>
                    <a:pt x="89738" y="29286"/>
                  </a:lnTo>
                  <a:lnTo>
                    <a:pt x="75971" y="45351"/>
                  </a:lnTo>
                  <a:lnTo>
                    <a:pt x="71170" y="39776"/>
                  </a:lnTo>
                  <a:lnTo>
                    <a:pt x="72237" y="40030"/>
                  </a:lnTo>
                  <a:lnTo>
                    <a:pt x="74866" y="39852"/>
                  </a:lnTo>
                  <a:lnTo>
                    <a:pt x="75450" y="39649"/>
                  </a:lnTo>
                  <a:lnTo>
                    <a:pt x="75323" y="40347"/>
                  </a:lnTo>
                  <a:lnTo>
                    <a:pt x="75399" y="41871"/>
                  </a:lnTo>
                  <a:lnTo>
                    <a:pt x="75476" y="43408"/>
                  </a:lnTo>
                  <a:lnTo>
                    <a:pt x="75806" y="44627"/>
                  </a:lnTo>
                  <a:lnTo>
                    <a:pt x="76504" y="44589"/>
                  </a:lnTo>
                  <a:lnTo>
                    <a:pt x="76720" y="43332"/>
                  </a:lnTo>
                  <a:lnTo>
                    <a:pt x="76568" y="40259"/>
                  </a:lnTo>
                  <a:lnTo>
                    <a:pt x="76377" y="39585"/>
                  </a:lnTo>
                  <a:lnTo>
                    <a:pt x="77000" y="39725"/>
                  </a:lnTo>
                  <a:lnTo>
                    <a:pt x="78308" y="39649"/>
                  </a:lnTo>
                  <a:lnTo>
                    <a:pt x="79616" y="39560"/>
                  </a:lnTo>
                  <a:lnTo>
                    <a:pt x="80670" y="39166"/>
                  </a:lnTo>
                  <a:lnTo>
                    <a:pt x="80632" y="38366"/>
                  </a:lnTo>
                  <a:lnTo>
                    <a:pt x="79552" y="38100"/>
                  </a:lnTo>
                  <a:lnTo>
                    <a:pt x="76923" y="38277"/>
                  </a:lnTo>
                  <a:lnTo>
                    <a:pt x="76301" y="38519"/>
                  </a:lnTo>
                  <a:lnTo>
                    <a:pt x="76428" y="37782"/>
                  </a:lnTo>
                  <a:lnTo>
                    <a:pt x="76365" y="36258"/>
                  </a:lnTo>
                  <a:lnTo>
                    <a:pt x="76288" y="34721"/>
                  </a:lnTo>
                  <a:lnTo>
                    <a:pt x="75958" y="33502"/>
                  </a:lnTo>
                  <a:lnTo>
                    <a:pt x="75260" y="33540"/>
                  </a:lnTo>
                  <a:lnTo>
                    <a:pt x="75044" y="34798"/>
                  </a:lnTo>
                  <a:lnTo>
                    <a:pt x="75184" y="37871"/>
                  </a:lnTo>
                  <a:lnTo>
                    <a:pt x="75374" y="38557"/>
                  </a:lnTo>
                  <a:lnTo>
                    <a:pt x="74790" y="38404"/>
                  </a:lnTo>
                  <a:lnTo>
                    <a:pt x="73482" y="38481"/>
                  </a:lnTo>
                  <a:lnTo>
                    <a:pt x="72174" y="38569"/>
                  </a:lnTo>
                  <a:lnTo>
                    <a:pt x="71120" y="38963"/>
                  </a:lnTo>
                  <a:lnTo>
                    <a:pt x="71145" y="39751"/>
                  </a:lnTo>
                  <a:lnTo>
                    <a:pt x="57823" y="24206"/>
                  </a:lnTo>
                  <a:lnTo>
                    <a:pt x="58889" y="24460"/>
                  </a:lnTo>
                  <a:lnTo>
                    <a:pt x="61518" y="24295"/>
                  </a:lnTo>
                  <a:lnTo>
                    <a:pt x="62103" y="24079"/>
                  </a:lnTo>
                  <a:lnTo>
                    <a:pt x="61976" y="24777"/>
                  </a:lnTo>
                  <a:lnTo>
                    <a:pt x="62052" y="26314"/>
                  </a:lnTo>
                  <a:lnTo>
                    <a:pt x="62128" y="27838"/>
                  </a:lnTo>
                  <a:lnTo>
                    <a:pt x="62458" y="29057"/>
                  </a:lnTo>
                  <a:lnTo>
                    <a:pt x="63144" y="29019"/>
                  </a:lnTo>
                  <a:lnTo>
                    <a:pt x="63373" y="27762"/>
                  </a:lnTo>
                  <a:lnTo>
                    <a:pt x="63220" y="24701"/>
                  </a:lnTo>
                  <a:lnTo>
                    <a:pt x="63030" y="24015"/>
                  </a:lnTo>
                  <a:lnTo>
                    <a:pt x="63652" y="24155"/>
                  </a:lnTo>
                  <a:lnTo>
                    <a:pt x="64960" y="24079"/>
                  </a:lnTo>
                  <a:lnTo>
                    <a:pt x="66268" y="23990"/>
                  </a:lnTo>
                  <a:lnTo>
                    <a:pt x="67322" y="23609"/>
                  </a:lnTo>
                  <a:lnTo>
                    <a:pt x="67284" y="22796"/>
                  </a:lnTo>
                  <a:lnTo>
                    <a:pt x="66205" y="22529"/>
                  </a:lnTo>
                  <a:lnTo>
                    <a:pt x="63576" y="22707"/>
                  </a:lnTo>
                  <a:lnTo>
                    <a:pt x="62953" y="22936"/>
                  </a:lnTo>
                  <a:lnTo>
                    <a:pt x="63093" y="22212"/>
                  </a:lnTo>
                  <a:lnTo>
                    <a:pt x="63017" y="20688"/>
                  </a:lnTo>
                  <a:lnTo>
                    <a:pt x="62941" y="19164"/>
                  </a:lnTo>
                  <a:lnTo>
                    <a:pt x="62611" y="17932"/>
                  </a:lnTo>
                  <a:lnTo>
                    <a:pt x="62458" y="17945"/>
                  </a:lnTo>
                  <a:lnTo>
                    <a:pt x="75450" y="2781"/>
                  </a:lnTo>
                  <a:lnTo>
                    <a:pt x="75298" y="3733"/>
                  </a:lnTo>
                  <a:lnTo>
                    <a:pt x="75438" y="6807"/>
                  </a:lnTo>
                  <a:lnTo>
                    <a:pt x="75615" y="7493"/>
                  </a:lnTo>
                  <a:lnTo>
                    <a:pt x="75044" y="7340"/>
                  </a:lnTo>
                  <a:lnTo>
                    <a:pt x="73736" y="7429"/>
                  </a:lnTo>
                  <a:lnTo>
                    <a:pt x="72428" y="7505"/>
                  </a:lnTo>
                  <a:lnTo>
                    <a:pt x="71374" y="7899"/>
                  </a:lnTo>
                  <a:lnTo>
                    <a:pt x="71412" y="8699"/>
                  </a:lnTo>
                  <a:lnTo>
                    <a:pt x="72491" y="8966"/>
                  </a:lnTo>
                  <a:lnTo>
                    <a:pt x="75120" y="8801"/>
                  </a:lnTo>
                  <a:lnTo>
                    <a:pt x="75704" y="8585"/>
                  </a:lnTo>
                  <a:lnTo>
                    <a:pt x="75577" y="9283"/>
                  </a:lnTo>
                  <a:lnTo>
                    <a:pt x="75653" y="10820"/>
                  </a:lnTo>
                  <a:lnTo>
                    <a:pt x="75730" y="12344"/>
                  </a:lnTo>
                  <a:lnTo>
                    <a:pt x="76060" y="13576"/>
                  </a:lnTo>
                  <a:lnTo>
                    <a:pt x="76758" y="13525"/>
                  </a:lnTo>
                  <a:lnTo>
                    <a:pt x="76974" y="12268"/>
                  </a:lnTo>
                  <a:lnTo>
                    <a:pt x="76822" y="9207"/>
                  </a:lnTo>
                  <a:lnTo>
                    <a:pt x="76631" y="8521"/>
                  </a:lnTo>
                  <a:lnTo>
                    <a:pt x="77254" y="8661"/>
                  </a:lnTo>
                  <a:lnTo>
                    <a:pt x="78562" y="8585"/>
                  </a:lnTo>
                  <a:lnTo>
                    <a:pt x="79870" y="8496"/>
                  </a:lnTo>
                  <a:lnTo>
                    <a:pt x="80924" y="8115"/>
                  </a:lnTo>
                  <a:lnTo>
                    <a:pt x="80911" y="7988"/>
                  </a:lnTo>
                  <a:lnTo>
                    <a:pt x="89636" y="18161"/>
                  </a:lnTo>
                  <a:lnTo>
                    <a:pt x="88988" y="18199"/>
                  </a:lnTo>
                  <a:lnTo>
                    <a:pt x="88773" y="19456"/>
                  </a:lnTo>
                  <a:lnTo>
                    <a:pt x="88912" y="22517"/>
                  </a:lnTo>
                  <a:lnTo>
                    <a:pt x="89090" y="23202"/>
                  </a:lnTo>
                  <a:lnTo>
                    <a:pt x="88519" y="23050"/>
                  </a:lnTo>
                  <a:lnTo>
                    <a:pt x="87210" y="23139"/>
                  </a:lnTo>
                  <a:lnTo>
                    <a:pt x="85902" y="23228"/>
                  </a:lnTo>
                  <a:lnTo>
                    <a:pt x="84848" y="23609"/>
                  </a:lnTo>
                  <a:lnTo>
                    <a:pt x="84886" y="24422"/>
                  </a:lnTo>
                  <a:lnTo>
                    <a:pt x="85966" y="24676"/>
                  </a:lnTo>
                  <a:lnTo>
                    <a:pt x="88595" y="24511"/>
                  </a:lnTo>
                  <a:lnTo>
                    <a:pt x="89166" y="24307"/>
                  </a:lnTo>
                  <a:lnTo>
                    <a:pt x="89052" y="25006"/>
                  </a:lnTo>
                  <a:lnTo>
                    <a:pt x="89128" y="26530"/>
                  </a:lnTo>
                  <a:lnTo>
                    <a:pt x="89204" y="28054"/>
                  </a:lnTo>
                  <a:lnTo>
                    <a:pt x="89535" y="29286"/>
                  </a:lnTo>
                  <a:lnTo>
                    <a:pt x="89738" y="29286"/>
                  </a:lnTo>
                  <a:lnTo>
                    <a:pt x="89738" y="18402"/>
                  </a:lnTo>
                  <a:lnTo>
                    <a:pt x="89687" y="18211"/>
                  </a:lnTo>
                  <a:lnTo>
                    <a:pt x="93662" y="22860"/>
                  </a:lnTo>
                  <a:lnTo>
                    <a:pt x="93662" y="18478"/>
                  </a:lnTo>
                  <a:lnTo>
                    <a:pt x="80187" y="2755"/>
                  </a:lnTo>
                  <a:lnTo>
                    <a:pt x="80187" y="7150"/>
                  </a:lnTo>
                  <a:lnTo>
                    <a:pt x="79806" y="7048"/>
                  </a:lnTo>
                  <a:lnTo>
                    <a:pt x="77177" y="7213"/>
                  </a:lnTo>
                  <a:lnTo>
                    <a:pt x="76555" y="7442"/>
                  </a:lnTo>
                  <a:lnTo>
                    <a:pt x="76695" y="6718"/>
                  </a:lnTo>
                  <a:lnTo>
                    <a:pt x="76619" y="5194"/>
                  </a:lnTo>
                  <a:lnTo>
                    <a:pt x="76542" y="3670"/>
                  </a:lnTo>
                  <a:lnTo>
                    <a:pt x="76212" y="2489"/>
                  </a:lnTo>
                  <a:lnTo>
                    <a:pt x="80187" y="7150"/>
                  </a:lnTo>
                  <a:lnTo>
                    <a:pt x="80187" y="2755"/>
                  </a:lnTo>
                  <a:lnTo>
                    <a:pt x="79705" y="2184"/>
                  </a:lnTo>
                  <a:lnTo>
                    <a:pt x="77825" y="0"/>
                  </a:lnTo>
                  <a:lnTo>
                    <a:pt x="76187" y="0"/>
                  </a:lnTo>
                  <a:lnTo>
                    <a:pt x="76187" y="2451"/>
                  </a:lnTo>
                  <a:lnTo>
                    <a:pt x="75730" y="2476"/>
                  </a:lnTo>
                  <a:lnTo>
                    <a:pt x="75971" y="2184"/>
                  </a:lnTo>
                  <a:lnTo>
                    <a:pt x="76187" y="2451"/>
                  </a:lnTo>
                  <a:lnTo>
                    <a:pt x="76187" y="0"/>
                  </a:lnTo>
                  <a:lnTo>
                    <a:pt x="74104" y="0"/>
                  </a:lnTo>
                  <a:lnTo>
                    <a:pt x="62014" y="14109"/>
                  </a:lnTo>
                  <a:lnTo>
                    <a:pt x="62014" y="22987"/>
                  </a:lnTo>
                  <a:lnTo>
                    <a:pt x="61442" y="22834"/>
                  </a:lnTo>
                  <a:lnTo>
                    <a:pt x="60134" y="22923"/>
                  </a:lnTo>
                  <a:lnTo>
                    <a:pt x="58826" y="22999"/>
                  </a:lnTo>
                  <a:lnTo>
                    <a:pt x="57797" y="23393"/>
                  </a:lnTo>
                  <a:lnTo>
                    <a:pt x="57797" y="24180"/>
                  </a:lnTo>
                  <a:lnTo>
                    <a:pt x="57467" y="23774"/>
                  </a:lnTo>
                  <a:lnTo>
                    <a:pt x="57772" y="23418"/>
                  </a:lnTo>
                  <a:lnTo>
                    <a:pt x="57797" y="24180"/>
                  </a:lnTo>
                  <a:lnTo>
                    <a:pt x="57797" y="23393"/>
                  </a:lnTo>
                  <a:lnTo>
                    <a:pt x="61785" y="18745"/>
                  </a:lnTo>
                  <a:lnTo>
                    <a:pt x="61696" y="19227"/>
                  </a:lnTo>
                  <a:lnTo>
                    <a:pt x="61836" y="22301"/>
                  </a:lnTo>
                  <a:lnTo>
                    <a:pt x="62014" y="22987"/>
                  </a:lnTo>
                  <a:lnTo>
                    <a:pt x="62014" y="14109"/>
                  </a:lnTo>
                  <a:lnTo>
                    <a:pt x="53721" y="23774"/>
                  </a:lnTo>
                  <a:lnTo>
                    <a:pt x="75971" y="49720"/>
                  </a:lnTo>
                  <a:lnTo>
                    <a:pt x="79705" y="45351"/>
                  </a:lnTo>
                  <a:lnTo>
                    <a:pt x="96659" y="25590"/>
                  </a:lnTo>
                  <a:lnTo>
                    <a:pt x="117360" y="49720"/>
                  </a:lnTo>
                  <a:lnTo>
                    <a:pt x="121094" y="45351"/>
                  </a:lnTo>
                  <a:lnTo>
                    <a:pt x="138645" y="24892"/>
                  </a:lnTo>
                  <a:lnTo>
                    <a:pt x="159956" y="49720"/>
                  </a:lnTo>
                  <a:lnTo>
                    <a:pt x="163703" y="45351"/>
                  </a:lnTo>
                  <a:lnTo>
                    <a:pt x="182206" y="23774"/>
                  </a:lnTo>
                  <a:close/>
                </a:path>
                <a:path w="202565" h="81915">
                  <a:moveTo>
                    <a:pt x="202361" y="55372"/>
                  </a:moveTo>
                  <a:lnTo>
                    <a:pt x="198602" y="51003"/>
                  </a:lnTo>
                  <a:lnTo>
                    <a:pt x="198602" y="55372"/>
                  </a:lnTo>
                  <a:lnTo>
                    <a:pt x="180098" y="76962"/>
                  </a:lnTo>
                  <a:lnTo>
                    <a:pt x="161975" y="55816"/>
                  </a:lnTo>
                  <a:lnTo>
                    <a:pt x="163029" y="56070"/>
                  </a:lnTo>
                  <a:lnTo>
                    <a:pt x="165658" y="55905"/>
                  </a:lnTo>
                  <a:lnTo>
                    <a:pt x="166700" y="55511"/>
                  </a:lnTo>
                  <a:lnTo>
                    <a:pt x="166674" y="55118"/>
                  </a:lnTo>
                  <a:lnTo>
                    <a:pt x="167005" y="55092"/>
                  </a:lnTo>
                  <a:lnTo>
                    <a:pt x="167220" y="53822"/>
                  </a:lnTo>
                  <a:lnTo>
                    <a:pt x="167157" y="52298"/>
                  </a:lnTo>
                  <a:lnTo>
                    <a:pt x="167081" y="50761"/>
                  </a:lnTo>
                  <a:lnTo>
                    <a:pt x="166738" y="49542"/>
                  </a:lnTo>
                  <a:lnTo>
                    <a:pt x="166585" y="49555"/>
                  </a:lnTo>
                  <a:lnTo>
                    <a:pt x="180098" y="33794"/>
                  </a:lnTo>
                  <a:lnTo>
                    <a:pt x="198602" y="55372"/>
                  </a:lnTo>
                  <a:lnTo>
                    <a:pt x="198602" y="51003"/>
                  </a:lnTo>
                  <a:lnTo>
                    <a:pt x="183845" y="33794"/>
                  </a:lnTo>
                  <a:lnTo>
                    <a:pt x="180098" y="29425"/>
                  </a:lnTo>
                  <a:lnTo>
                    <a:pt x="166166" y="45681"/>
                  </a:lnTo>
                  <a:lnTo>
                    <a:pt x="166166" y="54597"/>
                  </a:lnTo>
                  <a:lnTo>
                    <a:pt x="165582" y="54444"/>
                  </a:lnTo>
                  <a:lnTo>
                    <a:pt x="164274" y="54533"/>
                  </a:lnTo>
                  <a:lnTo>
                    <a:pt x="162966" y="54610"/>
                  </a:lnTo>
                  <a:lnTo>
                    <a:pt x="161937" y="55003"/>
                  </a:lnTo>
                  <a:lnTo>
                    <a:pt x="161937" y="55778"/>
                  </a:lnTo>
                  <a:lnTo>
                    <a:pt x="161607" y="55372"/>
                  </a:lnTo>
                  <a:lnTo>
                    <a:pt x="161912" y="55016"/>
                  </a:lnTo>
                  <a:lnTo>
                    <a:pt x="161937" y="55778"/>
                  </a:lnTo>
                  <a:lnTo>
                    <a:pt x="161937" y="55003"/>
                  </a:lnTo>
                  <a:lnTo>
                    <a:pt x="165912" y="50342"/>
                  </a:lnTo>
                  <a:lnTo>
                    <a:pt x="165836" y="50838"/>
                  </a:lnTo>
                  <a:lnTo>
                    <a:pt x="165976" y="53911"/>
                  </a:lnTo>
                  <a:lnTo>
                    <a:pt x="166166" y="54597"/>
                  </a:lnTo>
                  <a:lnTo>
                    <a:pt x="166166" y="45681"/>
                  </a:lnTo>
                  <a:lnTo>
                    <a:pt x="157848" y="55372"/>
                  </a:lnTo>
                  <a:lnTo>
                    <a:pt x="180098" y="81318"/>
                  </a:lnTo>
                  <a:lnTo>
                    <a:pt x="183845" y="76962"/>
                  </a:lnTo>
                  <a:lnTo>
                    <a:pt x="202361" y="55372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 descr=""/>
            <p:cNvSpPr/>
            <p:nvPr/>
          </p:nvSpPr>
          <p:spPr>
            <a:xfrm>
              <a:off x="10796575" y="6481959"/>
              <a:ext cx="147955" cy="81915"/>
            </a:xfrm>
            <a:custGeom>
              <a:avLst/>
              <a:gdLst/>
              <a:ahLst/>
              <a:cxnLst/>
              <a:rect l="l" t="t" r="r" b="b"/>
              <a:pathLst>
                <a:path w="147954" h="81915">
                  <a:moveTo>
                    <a:pt x="44500" y="55372"/>
                  </a:moveTo>
                  <a:lnTo>
                    <a:pt x="40754" y="51015"/>
                  </a:lnTo>
                  <a:lnTo>
                    <a:pt x="40754" y="55372"/>
                  </a:lnTo>
                  <a:lnTo>
                    <a:pt x="36614" y="60210"/>
                  </a:lnTo>
                  <a:lnTo>
                    <a:pt x="36728" y="59588"/>
                  </a:lnTo>
                  <a:lnTo>
                    <a:pt x="36576" y="56527"/>
                  </a:lnTo>
                  <a:lnTo>
                    <a:pt x="36385" y="55854"/>
                  </a:lnTo>
                  <a:lnTo>
                    <a:pt x="37007" y="55994"/>
                  </a:lnTo>
                  <a:lnTo>
                    <a:pt x="38315" y="55905"/>
                  </a:lnTo>
                  <a:lnTo>
                    <a:pt x="39624" y="55816"/>
                  </a:lnTo>
                  <a:lnTo>
                    <a:pt x="40678" y="55435"/>
                  </a:lnTo>
                  <a:lnTo>
                    <a:pt x="40665" y="55283"/>
                  </a:lnTo>
                  <a:lnTo>
                    <a:pt x="40754" y="51015"/>
                  </a:lnTo>
                  <a:lnTo>
                    <a:pt x="39966" y="50088"/>
                  </a:lnTo>
                  <a:lnTo>
                    <a:pt x="39966" y="54470"/>
                  </a:lnTo>
                  <a:lnTo>
                    <a:pt x="39560" y="54368"/>
                  </a:lnTo>
                  <a:lnTo>
                    <a:pt x="36931" y="54533"/>
                  </a:lnTo>
                  <a:lnTo>
                    <a:pt x="36309" y="54762"/>
                  </a:lnTo>
                  <a:lnTo>
                    <a:pt x="36436" y="54051"/>
                  </a:lnTo>
                  <a:lnTo>
                    <a:pt x="36372" y="52514"/>
                  </a:lnTo>
                  <a:lnTo>
                    <a:pt x="36296" y="50990"/>
                  </a:lnTo>
                  <a:lnTo>
                    <a:pt x="36029" y="50063"/>
                  </a:lnTo>
                  <a:lnTo>
                    <a:pt x="36029" y="60883"/>
                  </a:lnTo>
                  <a:lnTo>
                    <a:pt x="22250" y="76962"/>
                  </a:lnTo>
                  <a:lnTo>
                    <a:pt x="17462" y="71386"/>
                  </a:lnTo>
                  <a:lnTo>
                    <a:pt x="18516" y="71640"/>
                  </a:lnTo>
                  <a:lnTo>
                    <a:pt x="21145" y="71462"/>
                  </a:lnTo>
                  <a:lnTo>
                    <a:pt x="21729" y="71259"/>
                  </a:lnTo>
                  <a:lnTo>
                    <a:pt x="21602" y="71958"/>
                  </a:lnTo>
                  <a:lnTo>
                    <a:pt x="21678" y="73482"/>
                  </a:lnTo>
                  <a:lnTo>
                    <a:pt x="21755" y="75018"/>
                  </a:lnTo>
                  <a:lnTo>
                    <a:pt x="22085" y="76238"/>
                  </a:lnTo>
                  <a:lnTo>
                    <a:pt x="22783" y="76200"/>
                  </a:lnTo>
                  <a:lnTo>
                    <a:pt x="22999" y="74942"/>
                  </a:lnTo>
                  <a:lnTo>
                    <a:pt x="22847" y="71869"/>
                  </a:lnTo>
                  <a:lnTo>
                    <a:pt x="22656" y="71183"/>
                  </a:lnTo>
                  <a:lnTo>
                    <a:pt x="23279" y="71335"/>
                  </a:lnTo>
                  <a:lnTo>
                    <a:pt x="24587" y="71247"/>
                  </a:lnTo>
                  <a:lnTo>
                    <a:pt x="25895" y="71170"/>
                  </a:lnTo>
                  <a:lnTo>
                    <a:pt x="26949" y="70777"/>
                  </a:lnTo>
                  <a:lnTo>
                    <a:pt x="26911" y="69977"/>
                  </a:lnTo>
                  <a:lnTo>
                    <a:pt x="25831" y="69710"/>
                  </a:lnTo>
                  <a:lnTo>
                    <a:pt x="23202" y="69875"/>
                  </a:lnTo>
                  <a:lnTo>
                    <a:pt x="22580" y="70116"/>
                  </a:lnTo>
                  <a:lnTo>
                    <a:pt x="22720" y="69392"/>
                  </a:lnTo>
                  <a:lnTo>
                    <a:pt x="22644" y="67868"/>
                  </a:lnTo>
                  <a:lnTo>
                    <a:pt x="22567" y="66332"/>
                  </a:lnTo>
                  <a:lnTo>
                    <a:pt x="22237" y="65112"/>
                  </a:lnTo>
                  <a:lnTo>
                    <a:pt x="21539" y="65151"/>
                  </a:lnTo>
                  <a:lnTo>
                    <a:pt x="21323" y="66408"/>
                  </a:lnTo>
                  <a:lnTo>
                    <a:pt x="21475" y="69481"/>
                  </a:lnTo>
                  <a:lnTo>
                    <a:pt x="21653" y="70154"/>
                  </a:lnTo>
                  <a:lnTo>
                    <a:pt x="21069" y="70015"/>
                  </a:lnTo>
                  <a:lnTo>
                    <a:pt x="19761" y="70091"/>
                  </a:lnTo>
                  <a:lnTo>
                    <a:pt x="18453" y="70180"/>
                  </a:lnTo>
                  <a:lnTo>
                    <a:pt x="17411" y="70561"/>
                  </a:lnTo>
                  <a:lnTo>
                    <a:pt x="17424" y="70980"/>
                  </a:lnTo>
                  <a:lnTo>
                    <a:pt x="17424" y="71361"/>
                  </a:lnTo>
                  <a:lnTo>
                    <a:pt x="4114" y="55816"/>
                  </a:lnTo>
                  <a:lnTo>
                    <a:pt x="5168" y="56070"/>
                  </a:lnTo>
                  <a:lnTo>
                    <a:pt x="7797" y="55905"/>
                  </a:lnTo>
                  <a:lnTo>
                    <a:pt x="8382" y="55689"/>
                  </a:lnTo>
                  <a:lnTo>
                    <a:pt x="8255" y="56388"/>
                  </a:lnTo>
                  <a:lnTo>
                    <a:pt x="8331" y="57912"/>
                  </a:lnTo>
                  <a:lnTo>
                    <a:pt x="8407" y="59448"/>
                  </a:lnTo>
                  <a:lnTo>
                    <a:pt x="8737" y="60667"/>
                  </a:lnTo>
                  <a:lnTo>
                    <a:pt x="9436" y="60629"/>
                  </a:lnTo>
                  <a:lnTo>
                    <a:pt x="9652" y="59372"/>
                  </a:lnTo>
                  <a:lnTo>
                    <a:pt x="9512" y="56299"/>
                  </a:lnTo>
                  <a:lnTo>
                    <a:pt x="9309" y="55626"/>
                  </a:lnTo>
                  <a:lnTo>
                    <a:pt x="9931" y="55765"/>
                  </a:lnTo>
                  <a:lnTo>
                    <a:pt x="11239" y="55676"/>
                  </a:lnTo>
                  <a:lnTo>
                    <a:pt x="12547" y="55600"/>
                  </a:lnTo>
                  <a:lnTo>
                    <a:pt x="13601" y="55206"/>
                  </a:lnTo>
                  <a:lnTo>
                    <a:pt x="13563" y="54406"/>
                  </a:lnTo>
                  <a:lnTo>
                    <a:pt x="12484" y="54140"/>
                  </a:lnTo>
                  <a:lnTo>
                    <a:pt x="9855" y="54305"/>
                  </a:lnTo>
                  <a:lnTo>
                    <a:pt x="9232" y="54546"/>
                  </a:lnTo>
                  <a:lnTo>
                    <a:pt x="9372" y="53822"/>
                  </a:lnTo>
                  <a:lnTo>
                    <a:pt x="9296" y="52298"/>
                  </a:lnTo>
                  <a:lnTo>
                    <a:pt x="9220" y="50761"/>
                  </a:lnTo>
                  <a:lnTo>
                    <a:pt x="8890" y="49542"/>
                  </a:lnTo>
                  <a:lnTo>
                    <a:pt x="8737" y="49555"/>
                  </a:lnTo>
                  <a:lnTo>
                    <a:pt x="21729" y="34391"/>
                  </a:lnTo>
                  <a:lnTo>
                    <a:pt x="21577" y="35344"/>
                  </a:lnTo>
                  <a:lnTo>
                    <a:pt x="21729" y="38417"/>
                  </a:lnTo>
                  <a:lnTo>
                    <a:pt x="21907" y="39103"/>
                  </a:lnTo>
                  <a:lnTo>
                    <a:pt x="21323" y="38950"/>
                  </a:lnTo>
                  <a:lnTo>
                    <a:pt x="20015" y="39039"/>
                  </a:lnTo>
                  <a:lnTo>
                    <a:pt x="18707" y="39116"/>
                  </a:lnTo>
                  <a:lnTo>
                    <a:pt x="17653" y="39509"/>
                  </a:lnTo>
                  <a:lnTo>
                    <a:pt x="17691" y="40309"/>
                  </a:lnTo>
                  <a:lnTo>
                    <a:pt x="18770" y="40576"/>
                  </a:lnTo>
                  <a:lnTo>
                    <a:pt x="21399" y="40411"/>
                  </a:lnTo>
                  <a:lnTo>
                    <a:pt x="21983" y="40195"/>
                  </a:lnTo>
                  <a:lnTo>
                    <a:pt x="21856" y="40894"/>
                  </a:lnTo>
                  <a:lnTo>
                    <a:pt x="21932" y="42418"/>
                  </a:lnTo>
                  <a:lnTo>
                    <a:pt x="22009" y="43954"/>
                  </a:lnTo>
                  <a:lnTo>
                    <a:pt x="22339" y="45173"/>
                  </a:lnTo>
                  <a:lnTo>
                    <a:pt x="23037" y="45135"/>
                  </a:lnTo>
                  <a:lnTo>
                    <a:pt x="23253" y="43878"/>
                  </a:lnTo>
                  <a:lnTo>
                    <a:pt x="23101" y="40817"/>
                  </a:lnTo>
                  <a:lnTo>
                    <a:pt x="22910" y="40132"/>
                  </a:lnTo>
                  <a:lnTo>
                    <a:pt x="23533" y="40271"/>
                  </a:lnTo>
                  <a:lnTo>
                    <a:pt x="24841" y="40195"/>
                  </a:lnTo>
                  <a:lnTo>
                    <a:pt x="26149" y="40106"/>
                  </a:lnTo>
                  <a:lnTo>
                    <a:pt x="27203" y="39712"/>
                  </a:lnTo>
                  <a:lnTo>
                    <a:pt x="27190" y="39585"/>
                  </a:lnTo>
                  <a:lnTo>
                    <a:pt x="35941" y="49771"/>
                  </a:lnTo>
                  <a:lnTo>
                    <a:pt x="35267" y="49809"/>
                  </a:lnTo>
                  <a:lnTo>
                    <a:pt x="35052" y="51066"/>
                  </a:lnTo>
                  <a:lnTo>
                    <a:pt x="35191" y="54127"/>
                  </a:lnTo>
                  <a:lnTo>
                    <a:pt x="35369" y="54813"/>
                  </a:lnTo>
                  <a:lnTo>
                    <a:pt x="34798" y="54660"/>
                  </a:lnTo>
                  <a:lnTo>
                    <a:pt x="33489" y="54749"/>
                  </a:lnTo>
                  <a:lnTo>
                    <a:pt x="32181" y="54838"/>
                  </a:lnTo>
                  <a:lnTo>
                    <a:pt x="31127" y="55219"/>
                  </a:lnTo>
                  <a:lnTo>
                    <a:pt x="31165" y="56019"/>
                  </a:lnTo>
                  <a:lnTo>
                    <a:pt x="32245" y="56286"/>
                  </a:lnTo>
                  <a:lnTo>
                    <a:pt x="34874" y="56121"/>
                  </a:lnTo>
                  <a:lnTo>
                    <a:pt x="35445" y="55905"/>
                  </a:lnTo>
                  <a:lnTo>
                    <a:pt x="35331" y="56603"/>
                  </a:lnTo>
                  <a:lnTo>
                    <a:pt x="35407" y="58140"/>
                  </a:lnTo>
                  <a:lnTo>
                    <a:pt x="35483" y="59664"/>
                  </a:lnTo>
                  <a:lnTo>
                    <a:pt x="35814" y="60896"/>
                  </a:lnTo>
                  <a:lnTo>
                    <a:pt x="36029" y="60883"/>
                  </a:lnTo>
                  <a:lnTo>
                    <a:pt x="36029" y="50063"/>
                  </a:lnTo>
                  <a:lnTo>
                    <a:pt x="35953" y="49784"/>
                  </a:lnTo>
                  <a:lnTo>
                    <a:pt x="39966" y="54470"/>
                  </a:lnTo>
                  <a:lnTo>
                    <a:pt x="39966" y="50088"/>
                  </a:lnTo>
                  <a:lnTo>
                    <a:pt x="26466" y="34353"/>
                  </a:lnTo>
                  <a:lnTo>
                    <a:pt x="26466" y="38747"/>
                  </a:lnTo>
                  <a:lnTo>
                    <a:pt x="26085" y="38646"/>
                  </a:lnTo>
                  <a:lnTo>
                    <a:pt x="23456" y="38823"/>
                  </a:lnTo>
                  <a:lnTo>
                    <a:pt x="22834" y="39052"/>
                  </a:lnTo>
                  <a:lnTo>
                    <a:pt x="22974" y="38328"/>
                  </a:lnTo>
                  <a:lnTo>
                    <a:pt x="22898" y="36804"/>
                  </a:lnTo>
                  <a:lnTo>
                    <a:pt x="22821" y="35267"/>
                  </a:lnTo>
                  <a:lnTo>
                    <a:pt x="22491" y="34099"/>
                  </a:lnTo>
                  <a:lnTo>
                    <a:pt x="26466" y="38747"/>
                  </a:lnTo>
                  <a:lnTo>
                    <a:pt x="26466" y="34353"/>
                  </a:lnTo>
                  <a:lnTo>
                    <a:pt x="25996" y="33794"/>
                  </a:lnTo>
                  <a:lnTo>
                    <a:pt x="22466" y="29679"/>
                  </a:lnTo>
                  <a:lnTo>
                    <a:pt x="22466" y="34061"/>
                  </a:lnTo>
                  <a:lnTo>
                    <a:pt x="22009" y="34086"/>
                  </a:lnTo>
                  <a:lnTo>
                    <a:pt x="22250" y="33794"/>
                  </a:lnTo>
                  <a:lnTo>
                    <a:pt x="22466" y="34061"/>
                  </a:lnTo>
                  <a:lnTo>
                    <a:pt x="22466" y="29679"/>
                  </a:lnTo>
                  <a:lnTo>
                    <a:pt x="22250" y="29425"/>
                  </a:lnTo>
                  <a:lnTo>
                    <a:pt x="8305" y="45694"/>
                  </a:lnTo>
                  <a:lnTo>
                    <a:pt x="8305" y="54597"/>
                  </a:lnTo>
                  <a:lnTo>
                    <a:pt x="7721" y="54444"/>
                  </a:lnTo>
                  <a:lnTo>
                    <a:pt x="6413" y="54533"/>
                  </a:lnTo>
                  <a:lnTo>
                    <a:pt x="5105" y="54610"/>
                  </a:lnTo>
                  <a:lnTo>
                    <a:pt x="4076" y="55003"/>
                  </a:lnTo>
                  <a:lnTo>
                    <a:pt x="4076" y="55778"/>
                  </a:lnTo>
                  <a:lnTo>
                    <a:pt x="3746" y="55372"/>
                  </a:lnTo>
                  <a:lnTo>
                    <a:pt x="4051" y="55016"/>
                  </a:lnTo>
                  <a:lnTo>
                    <a:pt x="4076" y="55778"/>
                  </a:lnTo>
                  <a:lnTo>
                    <a:pt x="4076" y="55003"/>
                  </a:lnTo>
                  <a:lnTo>
                    <a:pt x="8051" y="50342"/>
                  </a:lnTo>
                  <a:lnTo>
                    <a:pt x="7975" y="50838"/>
                  </a:lnTo>
                  <a:lnTo>
                    <a:pt x="8128" y="53911"/>
                  </a:lnTo>
                  <a:lnTo>
                    <a:pt x="8305" y="54597"/>
                  </a:lnTo>
                  <a:lnTo>
                    <a:pt x="8305" y="45694"/>
                  </a:lnTo>
                  <a:lnTo>
                    <a:pt x="0" y="55372"/>
                  </a:lnTo>
                  <a:lnTo>
                    <a:pt x="22250" y="81318"/>
                  </a:lnTo>
                  <a:lnTo>
                    <a:pt x="25996" y="76962"/>
                  </a:lnTo>
                  <a:lnTo>
                    <a:pt x="44500" y="55372"/>
                  </a:lnTo>
                  <a:close/>
                </a:path>
                <a:path w="147954" h="81915">
                  <a:moveTo>
                    <a:pt x="54356" y="55206"/>
                  </a:moveTo>
                  <a:lnTo>
                    <a:pt x="54317" y="54406"/>
                  </a:lnTo>
                  <a:lnTo>
                    <a:pt x="53238" y="54140"/>
                  </a:lnTo>
                  <a:lnTo>
                    <a:pt x="50609" y="54305"/>
                  </a:lnTo>
                  <a:lnTo>
                    <a:pt x="49555" y="54698"/>
                  </a:lnTo>
                  <a:lnTo>
                    <a:pt x="49580" y="55105"/>
                  </a:lnTo>
                  <a:lnTo>
                    <a:pt x="49555" y="54711"/>
                  </a:lnTo>
                  <a:lnTo>
                    <a:pt x="48475" y="54444"/>
                  </a:lnTo>
                  <a:lnTo>
                    <a:pt x="47167" y="54533"/>
                  </a:lnTo>
                  <a:lnTo>
                    <a:pt x="45859" y="54610"/>
                  </a:lnTo>
                  <a:lnTo>
                    <a:pt x="44805" y="55003"/>
                  </a:lnTo>
                  <a:lnTo>
                    <a:pt x="44843" y="55803"/>
                  </a:lnTo>
                  <a:lnTo>
                    <a:pt x="45923" y="56070"/>
                  </a:lnTo>
                  <a:lnTo>
                    <a:pt x="48552" y="55905"/>
                  </a:lnTo>
                  <a:lnTo>
                    <a:pt x="49136" y="55689"/>
                  </a:lnTo>
                  <a:lnTo>
                    <a:pt x="49009" y="56388"/>
                  </a:lnTo>
                  <a:lnTo>
                    <a:pt x="49085" y="57912"/>
                  </a:lnTo>
                  <a:lnTo>
                    <a:pt x="49161" y="59448"/>
                  </a:lnTo>
                  <a:lnTo>
                    <a:pt x="49491" y="60667"/>
                  </a:lnTo>
                  <a:lnTo>
                    <a:pt x="50177" y="60629"/>
                  </a:lnTo>
                  <a:lnTo>
                    <a:pt x="50406" y="59372"/>
                  </a:lnTo>
                  <a:lnTo>
                    <a:pt x="50253" y="56299"/>
                  </a:lnTo>
                  <a:lnTo>
                    <a:pt x="50063" y="55626"/>
                  </a:lnTo>
                  <a:lnTo>
                    <a:pt x="50685" y="55765"/>
                  </a:lnTo>
                  <a:lnTo>
                    <a:pt x="51993" y="55676"/>
                  </a:lnTo>
                  <a:lnTo>
                    <a:pt x="53301" y="55600"/>
                  </a:lnTo>
                  <a:lnTo>
                    <a:pt x="54356" y="55206"/>
                  </a:lnTo>
                  <a:close/>
                </a:path>
                <a:path w="147954" h="81915">
                  <a:moveTo>
                    <a:pt x="67703" y="70777"/>
                  </a:moveTo>
                  <a:lnTo>
                    <a:pt x="67665" y="69977"/>
                  </a:lnTo>
                  <a:lnTo>
                    <a:pt x="66586" y="69710"/>
                  </a:lnTo>
                  <a:lnTo>
                    <a:pt x="63957" y="69875"/>
                  </a:lnTo>
                  <a:lnTo>
                    <a:pt x="63334" y="70116"/>
                  </a:lnTo>
                  <a:lnTo>
                    <a:pt x="63461" y="69392"/>
                  </a:lnTo>
                  <a:lnTo>
                    <a:pt x="63385" y="67868"/>
                  </a:lnTo>
                  <a:lnTo>
                    <a:pt x="63322" y="66332"/>
                  </a:lnTo>
                  <a:lnTo>
                    <a:pt x="62979" y="65112"/>
                  </a:lnTo>
                  <a:lnTo>
                    <a:pt x="62306" y="65151"/>
                  </a:lnTo>
                  <a:lnTo>
                    <a:pt x="62077" y="66408"/>
                  </a:lnTo>
                  <a:lnTo>
                    <a:pt x="62217" y="69481"/>
                  </a:lnTo>
                  <a:lnTo>
                    <a:pt x="62395" y="70154"/>
                  </a:lnTo>
                  <a:lnTo>
                    <a:pt x="61823" y="70015"/>
                  </a:lnTo>
                  <a:lnTo>
                    <a:pt x="60515" y="70091"/>
                  </a:lnTo>
                  <a:lnTo>
                    <a:pt x="59207" y="70180"/>
                  </a:lnTo>
                  <a:lnTo>
                    <a:pt x="58153" y="70561"/>
                  </a:lnTo>
                  <a:lnTo>
                    <a:pt x="58191" y="71374"/>
                  </a:lnTo>
                  <a:lnTo>
                    <a:pt x="59270" y="71640"/>
                  </a:lnTo>
                  <a:lnTo>
                    <a:pt x="61899" y="71462"/>
                  </a:lnTo>
                  <a:lnTo>
                    <a:pt x="62471" y="71259"/>
                  </a:lnTo>
                  <a:lnTo>
                    <a:pt x="62357" y="71958"/>
                  </a:lnTo>
                  <a:lnTo>
                    <a:pt x="62433" y="73482"/>
                  </a:lnTo>
                  <a:lnTo>
                    <a:pt x="62496" y="75018"/>
                  </a:lnTo>
                  <a:lnTo>
                    <a:pt x="62839" y="76238"/>
                  </a:lnTo>
                  <a:lnTo>
                    <a:pt x="63525" y="76200"/>
                  </a:lnTo>
                  <a:lnTo>
                    <a:pt x="63754" y="74942"/>
                  </a:lnTo>
                  <a:lnTo>
                    <a:pt x="63601" y="71869"/>
                  </a:lnTo>
                  <a:lnTo>
                    <a:pt x="63411" y="71196"/>
                  </a:lnTo>
                  <a:lnTo>
                    <a:pt x="64033" y="71335"/>
                  </a:lnTo>
                  <a:lnTo>
                    <a:pt x="65341" y="71247"/>
                  </a:lnTo>
                  <a:lnTo>
                    <a:pt x="66649" y="71170"/>
                  </a:lnTo>
                  <a:lnTo>
                    <a:pt x="67703" y="70777"/>
                  </a:lnTo>
                  <a:close/>
                </a:path>
                <a:path w="147954" h="81915">
                  <a:moveTo>
                    <a:pt x="67957" y="39712"/>
                  </a:moveTo>
                  <a:lnTo>
                    <a:pt x="67919" y="38912"/>
                  </a:lnTo>
                  <a:lnTo>
                    <a:pt x="66840" y="38646"/>
                  </a:lnTo>
                  <a:lnTo>
                    <a:pt x="64211" y="38823"/>
                  </a:lnTo>
                  <a:lnTo>
                    <a:pt x="63588" y="39052"/>
                  </a:lnTo>
                  <a:lnTo>
                    <a:pt x="63715" y="38328"/>
                  </a:lnTo>
                  <a:lnTo>
                    <a:pt x="63652" y="36804"/>
                  </a:lnTo>
                  <a:lnTo>
                    <a:pt x="63576" y="35267"/>
                  </a:lnTo>
                  <a:lnTo>
                    <a:pt x="63233" y="34048"/>
                  </a:lnTo>
                  <a:lnTo>
                    <a:pt x="62547" y="34086"/>
                  </a:lnTo>
                  <a:lnTo>
                    <a:pt x="62331" y="35344"/>
                  </a:lnTo>
                  <a:lnTo>
                    <a:pt x="62471" y="38417"/>
                  </a:lnTo>
                  <a:lnTo>
                    <a:pt x="62661" y="39103"/>
                  </a:lnTo>
                  <a:lnTo>
                    <a:pt x="62077" y="38950"/>
                  </a:lnTo>
                  <a:lnTo>
                    <a:pt x="60769" y="39039"/>
                  </a:lnTo>
                  <a:lnTo>
                    <a:pt x="59461" y="39116"/>
                  </a:lnTo>
                  <a:lnTo>
                    <a:pt x="58407" y="39509"/>
                  </a:lnTo>
                  <a:lnTo>
                    <a:pt x="58445" y="40309"/>
                  </a:lnTo>
                  <a:lnTo>
                    <a:pt x="59524" y="40576"/>
                  </a:lnTo>
                  <a:lnTo>
                    <a:pt x="62153" y="40411"/>
                  </a:lnTo>
                  <a:lnTo>
                    <a:pt x="62725" y="40195"/>
                  </a:lnTo>
                  <a:lnTo>
                    <a:pt x="62611" y="40894"/>
                  </a:lnTo>
                  <a:lnTo>
                    <a:pt x="62687" y="42418"/>
                  </a:lnTo>
                  <a:lnTo>
                    <a:pt x="62763" y="43954"/>
                  </a:lnTo>
                  <a:lnTo>
                    <a:pt x="63093" y="45173"/>
                  </a:lnTo>
                  <a:lnTo>
                    <a:pt x="63779" y="45135"/>
                  </a:lnTo>
                  <a:lnTo>
                    <a:pt x="64008" y="43878"/>
                  </a:lnTo>
                  <a:lnTo>
                    <a:pt x="63855" y="40817"/>
                  </a:lnTo>
                  <a:lnTo>
                    <a:pt x="63665" y="40132"/>
                  </a:lnTo>
                  <a:lnTo>
                    <a:pt x="64287" y="40271"/>
                  </a:lnTo>
                  <a:lnTo>
                    <a:pt x="65595" y="40195"/>
                  </a:lnTo>
                  <a:lnTo>
                    <a:pt x="66903" y="40106"/>
                  </a:lnTo>
                  <a:lnTo>
                    <a:pt x="67957" y="39712"/>
                  </a:lnTo>
                  <a:close/>
                </a:path>
                <a:path w="147954" h="81915">
                  <a:moveTo>
                    <a:pt x="81432" y="55435"/>
                  </a:moveTo>
                  <a:lnTo>
                    <a:pt x="81381" y="54622"/>
                  </a:lnTo>
                  <a:lnTo>
                    <a:pt x="80302" y="54368"/>
                  </a:lnTo>
                  <a:lnTo>
                    <a:pt x="77673" y="54533"/>
                  </a:lnTo>
                  <a:lnTo>
                    <a:pt x="77063" y="54762"/>
                  </a:lnTo>
                  <a:lnTo>
                    <a:pt x="77190" y="54051"/>
                  </a:lnTo>
                  <a:lnTo>
                    <a:pt x="77114" y="52514"/>
                  </a:lnTo>
                  <a:lnTo>
                    <a:pt x="77038" y="50990"/>
                  </a:lnTo>
                  <a:lnTo>
                    <a:pt x="76708" y="49758"/>
                  </a:lnTo>
                  <a:lnTo>
                    <a:pt x="76022" y="49809"/>
                  </a:lnTo>
                  <a:lnTo>
                    <a:pt x="75793" y="51066"/>
                  </a:lnTo>
                  <a:lnTo>
                    <a:pt x="75946" y="54127"/>
                  </a:lnTo>
                  <a:lnTo>
                    <a:pt x="76123" y="54813"/>
                  </a:lnTo>
                  <a:lnTo>
                    <a:pt x="75552" y="54660"/>
                  </a:lnTo>
                  <a:lnTo>
                    <a:pt x="74244" y="54749"/>
                  </a:lnTo>
                  <a:lnTo>
                    <a:pt x="72936" y="54838"/>
                  </a:lnTo>
                  <a:lnTo>
                    <a:pt x="71869" y="55219"/>
                  </a:lnTo>
                  <a:lnTo>
                    <a:pt x="71920" y="56019"/>
                  </a:lnTo>
                  <a:lnTo>
                    <a:pt x="72999" y="56286"/>
                  </a:lnTo>
                  <a:lnTo>
                    <a:pt x="75628" y="56121"/>
                  </a:lnTo>
                  <a:lnTo>
                    <a:pt x="76200" y="55905"/>
                  </a:lnTo>
                  <a:lnTo>
                    <a:pt x="76085" y="56603"/>
                  </a:lnTo>
                  <a:lnTo>
                    <a:pt x="76149" y="58140"/>
                  </a:lnTo>
                  <a:lnTo>
                    <a:pt x="76225" y="59664"/>
                  </a:lnTo>
                  <a:lnTo>
                    <a:pt x="76568" y="60896"/>
                  </a:lnTo>
                  <a:lnTo>
                    <a:pt x="77254" y="60845"/>
                  </a:lnTo>
                  <a:lnTo>
                    <a:pt x="77470" y="59588"/>
                  </a:lnTo>
                  <a:lnTo>
                    <a:pt x="77330" y="56527"/>
                  </a:lnTo>
                  <a:lnTo>
                    <a:pt x="77139" y="55854"/>
                  </a:lnTo>
                  <a:lnTo>
                    <a:pt x="77749" y="55994"/>
                  </a:lnTo>
                  <a:lnTo>
                    <a:pt x="79057" y="55905"/>
                  </a:lnTo>
                  <a:lnTo>
                    <a:pt x="80365" y="55816"/>
                  </a:lnTo>
                  <a:lnTo>
                    <a:pt x="81432" y="55435"/>
                  </a:lnTo>
                  <a:close/>
                </a:path>
                <a:path w="147954" h="81915">
                  <a:moveTo>
                    <a:pt x="127177" y="55372"/>
                  </a:moveTo>
                  <a:lnTo>
                    <a:pt x="123431" y="51015"/>
                  </a:lnTo>
                  <a:lnTo>
                    <a:pt x="123431" y="55372"/>
                  </a:lnTo>
                  <a:lnTo>
                    <a:pt x="119291" y="60210"/>
                  </a:lnTo>
                  <a:lnTo>
                    <a:pt x="119405" y="59588"/>
                  </a:lnTo>
                  <a:lnTo>
                    <a:pt x="119253" y="56527"/>
                  </a:lnTo>
                  <a:lnTo>
                    <a:pt x="119062" y="55854"/>
                  </a:lnTo>
                  <a:lnTo>
                    <a:pt x="119684" y="55994"/>
                  </a:lnTo>
                  <a:lnTo>
                    <a:pt x="120992" y="55905"/>
                  </a:lnTo>
                  <a:lnTo>
                    <a:pt x="122301" y="55816"/>
                  </a:lnTo>
                  <a:lnTo>
                    <a:pt x="123355" y="55435"/>
                  </a:lnTo>
                  <a:lnTo>
                    <a:pt x="123342" y="55283"/>
                  </a:lnTo>
                  <a:lnTo>
                    <a:pt x="123431" y="51015"/>
                  </a:lnTo>
                  <a:lnTo>
                    <a:pt x="122643" y="50088"/>
                  </a:lnTo>
                  <a:lnTo>
                    <a:pt x="122643" y="54470"/>
                  </a:lnTo>
                  <a:lnTo>
                    <a:pt x="122237" y="54368"/>
                  </a:lnTo>
                  <a:lnTo>
                    <a:pt x="119608" y="54533"/>
                  </a:lnTo>
                  <a:lnTo>
                    <a:pt x="118986" y="54762"/>
                  </a:lnTo>
                  <a:lnTo>
                    <a:pt x="119113" y="54051"/>
                  </a:lnTo>
                  <a:lnTo>
                    <a:pt x="119049" y="52514"/>
                  </a:lnTo>
                  <a:lnTo>
                    <a:pt x="118973" y="50990"/>
                  </a:lnTo>
                  <a:lnTo>
                    <a:pt x="118706" y="50063"/>
                  </a:lnTo>
                  <a:lnTo>
                    <a:pt x="118706" y="60883"/>
                  </a:lnTo>
                  <a:lnTo>
                    <a:pt x="104927" y="76962"/>
                  </a:lnTo>
                  <a:lnTo>
                    <a:pt x="100139" y="71386"/>
                  </a:lnTo>
                  <a:lnTo>
                    <a:pt x="101193" y="71640"/>
                  </a:lnTo>
                  <a:lnTo>
                    <a:pt x="103822" y="71462"/>
                  </a:lnTo>
                  <a:lnTo>
                    <a:pt x="104406" y="71259"/>
                  </a:lnTo>
                  <a:lnTo>
                    <a:pt x="104279" y="71958"/>
                  </a:lnTo>
                  <a:lnTo>
                    <a:pt x="104355" y="73482"/>
                  </a:lnTo>
                  <a:lnTo>
                    <a:pt x="104432" y="75018"/>
                  </a:lnTo>
                  <a:lnTo>
                    <a:pt x="104762" y="76238"/>
                  </a:lnTo>
                  <a:lnTo>
                    <a:pt x="105460" y="76200"/>
                  </a:lnTo>
                  <a:lnTo>
                    <a:pt x="105676" y="74942"/>
                  </a:lnTo>
                  <a:lnTo>
                    <a:pt x="105524" y="71869"/>
                  </a:lnTo>
                  <a:lnTo>
                    <a:pt x="105333" y="71196"/>
                  </a:lnTo>
                  <a:lnTo>
                    <a:pt x="105956" y="71335"/>
                  </a:lnTo>
                  <a:lnTo>
                    <a:pt x="107264" y="71247"/>
                  </a:lnTo>
                  <a:lnTo>
                    <a:pt x="108572" y="71170"/>
                  </a:lnTo>
                  <a:lnTo>
                    <a:pt x="109626" y="70777"/>
                  </a:lnTo>
                  <a:lnTo>
                    <a:pt x="109588" y="69977"/>
                  </a:lnTo>
                  <a:lnTo>
                    <a:pt x="108508" y="69710"/>
                  </a:lnTo>
                  <a:lnTo>
                    <a:pt x="105879" y="69875"/>
                  </a:lnTo>
                  <a:lnTo>
                    <a:pt x="105257" y="70116"/>
                  </a:lnTo>
                  <a:lnTo>
                    <a:pt x="105397" y="69392"/>
                  </a:lnTo>
                  <a:lnTo>
                    <a:pt x="105321" y="67868"/>
                  </a:lnTo>
                  <a:lnTo>
                    <a:pt x="105244" y="66332"/>
                  </a:lnTo>
                  <a:lnTo>
                    <a:pt x="104914" y="65112"/>
                  </a:lnTo>
                  <a:lnTo>
                    <a:pt x="104216" y="65151"/>
                  </a:lnTo>
                  <a:lnTo>
                    <a:pt x="104000" y="66408"/>
                  </a:lnTo>
                  <a:lnTo>
                    <a:pt x="104152" y="69481"/>
                  </a:lnTo>
                  <a:lnTo>
                    <a:pt x="104330" y="70154"/>
                  </a:lnTo>
                  <a:lnTo>
                    <a:pt x="103746" y="70015"/>
                  </a:lnTo>
                  <a:lnTo>
                    <a:pt x="102438" y="70091"/>
                  </a:lnTo>
                  <a:lnTo>
                    <a:pt x="101130" y="70180"/>
                  </a:lnTo>
                  <a:lnTo>
                    <a:pt x="100076" y="70561"/>
                  </a:lnTo>
                  <a:lnTo>
                    <a:pt x="100101" y="71348"/>
                  </a:lnTo>
                  <a:lnTo>
                    <a:pt x="86791" y="55816"/>
                  </a:lnTo>
                  <a:lnTo>
                    <a:pt x="87845" y="56070"/>
                  </a:lnTo>
                  <a:lnTo>
                    <a:pt x="90474" y="55905"/>
                  </a:lnTo>
                  <a:lnTo>
                    <a:pt x="91059" y="55689"/>
                  </a:lnTo>
                  <a:lnTo>
                    <a:pt x="90944" y="56388"/>
                  </a:lnTo>
                  <a:lnTo>
                    <a:pt x="91008" y="57912"/>
                  </a:lnTo>
                  <a:lnTo>
                    <a:pt x="91084" y="59448"/>
                  </a:lnTo>
                  <a:lnTo>
                    <a:pt x="91414" y="60667"/>
                  </a:lnTo>
                  <a:lnTo>
                    <a:pt x="92100" y="60629"/>
                  </a:lnTo>
                  <a:lnTo>
                    <a:pt x="92329" y="59372"/>
                  </a:lnTo>
                  <a:lnTo>
                    <a:pt x="92189" y="56299"/>
                  </a:lnTo>
                  <a:lnTo>
                    <a:pt x="91986" y="55626"/>
                  </a:lnTo>
                  <a:lnTo>
                    <a:pt x="92608" y="55765"/>
                  </a:lnTo>
                  <a:lnTo>
                    <a:pt x="93916" y="55676"/>
                  </a:lnTo>
                  <a:lnTo>
                    <a:pt x="95224" y="55600"/>
                  </a:lnTo>
                  <a:lnTo>
                    <a:pt x="96278" y="55206"/>
                  </a:lnTo>
                  <a:lnTo>
                    <a:pt x="96240" y="54406"/>
                  </a:lnTo>
                  <a:lnTo>
                    <a:pt x="95161" y="54140"/>
                  </a:lnTo>
                  <a:lnTo>
                    <a:pt x="92532" y="54305"/>
                  </a:lnTo>
                  <a:lnTo>
                    <a:pt x="91909" y="54546"/>
                  </a:lnTo>
                  <a:lnTo>
                    <a:pt x="92049" y="53822"/>
                  </a:lnTo>
                  <a:lnTo>
                    <a:pt x="91973" y="52298"/>
                  </a:lnTo>
                  <a:lnTo>
                    <a:pt x="91897" y="50761"/>
                  </a:lnTo>
                  <a:lnTo>
                    <a:pt x="91567" y="49542"/>
                  </a:lnTo>
                  <a:lnTo>
                    <a:pt x="91414" y="49555"/>
                  </a:lnTo>
                  <a:lnTo>
                    <a:pt x="104406" y="34391"/>
                  </a:lnTo>
                  <a:lnTo>
                    <a:pt x="104254" y="35344"/>
                  </a:lnTo>
                  <a:lnTo>
                    <a:pt x="104406" y="38417"/>
                  </a:lnTo>
                  <a:lnTo>
                    <a:pt x="104584" y="39103"/>
                  </a:lnTo>
                  <a:lnTo>
                    <a:pt x="104000" y="38950"/>
                  </a:lnTo>
                  <a:lnTo>
                    <a:pt x="102692" y="39039"/>
                  </a:lnTo>
                  <a:lnTo>
                    <a:pt x="101384" y="39116"/>
                  </a:lnTo>
                  <a:lnTo>
                    <a:pt x="100330" y="39509"/>
                  </a:lnTo>
                  <a:lnTo>
                    <a:pt x="100368" y="40309"/>
                  </a:lnTo>
                  <a:lnTo>
                    <a:pt x="101447" y="40576"/>
                  </a:lnTo>
                  <a:lnTo>
                    <a:pt x="104076" y="40411"/>
                  </a:lnTo>
                  <a:lnTo>
                    <a:pt x="104660" y="40195"/>
                  </a:lnTo>
                  <a:lnTo>
                    <a:pt x="104533" y="40894"/>
                  </a:lnTo>
                  <a:lnTo>
                    <a:pt x="104609" y="42418"/>
                  </a:lnTo>
                  <a:lnTo>
                    <a:pt x="104686" y="43954"/>
                  </a:lnTo>
                  <a:lnTo>
                    <a:pt x="105016" y="45173"/>
                  </a:lnTo>
                  <a:lnTo>
                    <a:pt x="105714" y="45135"/>
                  </a:lnTo>
                  <a:lnTo>
                    <a:pt x="105930" y="43878"/>
                  </a:lnTo>
                  <a:lnTo>
                    <a:pt x="105778" y="40817"/>
                  </a:lnTo>
                  <a:lnTo>
                    <a:pt x="105587" y="40132"/>
                  </a:lnTo>
                  <a:lnTo>
                    <a:pt x="106210" y="40271"/>
                  </a:lnTo>
                  <a:lnTo>
                    <a:pt x="107518" y="40195"/>
                  </a:lnTo>
                  <a:lnTo>
                    <a:pt x="108826" y="40106"/>
                  </a:lnTo>
                  <a:lnTo>
                    <a:pt x="109880" y="39712"/>
                  </a:lnTo>
                  <a:lnTo>
                    <a:pt x="109867" y="39585"/>
                  </a:lnTo>
                  <a:lnTo>
                    <a:pt x="118618" y="49771"/>
                  </a:lnTo>
                  <a:lnTo>
                    <a:pt x="117944" y="49809"/>
                  </a:lnTo>
                  <a:lnTo>
                    <a:pt x="117729" y="51066"/>
                  </a:lnTo>
                  <a:lnTo>
                    <a:pt x="117868" y="54127"/>
                  </a:lnTo>
                  <a:lnTo>
                    <a:pt x="118046" y="54813"/>
                  </a:lnTo>
                  <a:lnTo>
                    <a:pt x="117475" y="54660"/>
                  </a:lnTo>
                  <a:lnTo>
                    <a:pt x="116166" y="54749"/>
                  </a:lnTo>
                  <a:lnTo>
                    <a:pt x="114858" y="54838"/>
                  </a:lnTo>
                  <a:lnTo>
                    <a:pt x="113804" y="55219"/>
                  </a:lnTo>
                  <a:lnTo>
                    <a:pt x="113842" y="56019"/>
                  </a:lnTo>
                  <a:lnTo>
                    <a:pt x="114922" y="56286"/>
                  </a:lnTo>
                  <a:lnTo>
                    <a:pt x="117551" y="56121"/>
                  </a:lnTo>
                  <a:lnTo>
                    <a:pt x="118122" y="55905"/>
                  </a:lnTo>
                  <a:lnTo>
                    <a:pt x="118008" y="56603"/>
                  </a:lnTo>
                  <a:lnTo>
                    <a:pt x="118084" y="58140"/>
                  </a:lnTo>
                  <a:lnTo>
                    <a:pt x="118160" y="59664"/>
                  </a:lnTo>
                  <a:lnTo>
                    <a:pt x="118491" y="60896"/>
                  </a:lnTo>
                  <a:lnTo>
                    <a:pt x="118706" y="60883"/>
                  </a:lnTo>
                  <a:lnTo>
                    <a:pt x="118706" y="50063"/>
                  </a:lnTo>
                  <a:lnTo>
                    <a:pt x="118630" y="49784"/>
                  </a:lnTo>
                  <a:lnTo>
                    <a:pt x="122643" y="54470"/>
                  </a:lnTo>
                  <a:lnTo>
                    <a:pt x="122643" y="50088"/>
                  </a:lnTo>
                  <a:lnTo>
                    <a:pt x="109143" y="34353"/>
                  </a:lnTo>
                  <a:lnTo>
                    <a:pt x="109143" y="38747"/>
                  </a:lnTo>
                  <a:lnTo>
                    <a:pt x="108762" y="38646"/>
                  </a:lnTo>
                  <a:lnTo>
                    <a:pt x="106133" y="38823"/>
                  </a:lnTo>
                  <a:lnTo>
                    <a:pt x="105511" y="39052"/>
                  </a:lnTo>
                  <a:lnTo>
                    <a:pt x="105651" y="38328"/>
                  </a:lnTo>
                  <a:lnTo>
                    <a:pt x="105575" y="36804"/>
                  </a:lnTo>
                  <a:lnTo>
                    <a:pt x="105498" y="35267"/>
                  </a:lnTo>
                  <a:lnTo>
                    <a:pt x="105168" y="34099"/>
                  </a:lnTo>
                  <a:lnTo>
                    <a:pt x="109143" y="38747"/>
                  </a:lnTo>
                  <a:lnTo>
                    <a:pt x="109143" y="34353"/>
                  </a:lnTo>
                  <a:lnTo>
                    <a:pt x="108673" y="33794"/>
                  </a:lnTo>
                  <a:lnTo>
                    <a:pt x="105143" y="29679"/>
                  </a:lnTo>
                  <a:lnTo>
                    <a:pt x="105143" y="34061"/>
                  </a:lnTo>
                  <a:lnTo>
                    <a:pt x="104686" y="34086"/>
                  </a:lnTo>
                  <a:lnTo>
                    <a:pt x="104927" y="33794"/>
                  </a:lnTo>
                  <a:lnTo>
                    <a:pt x="105143" y="34061"/>
                  </a:lnTo>
                  <a:lnTo>
                    <a:pt x="105143" y="29679"/>
                  </a:lnTo>
                  <a:lnTo>
                    <a:pt x="104927" y="29425"/>
                  </a:lnTo>
                  <a:lnTo>
                    <a:pt x="90982" y="45694"/>
                  </a:lnTo>
                  <a:lnTo>
                    <a:pt x="90982" y="54597"/>
                  </a:lnTo>
                  <a:lnTo>
                    <a:pt x="90398" y="54444"/>
                  </a:lnTo>
                  <a:lnTo>
                    <a:pt x="89090" y="54533"/>
                  </a:lnTo>
                  <a:lnTo>
                    <a:pt x="87782" y="54610"/>
                  </a:lnTo>
                  <a:lnTo>
                    <a:pt x="86753" y="55003"/>
                  </a:lnTo>
                  <a:lnTo>
                    <a:pt x="86753" y="55778"/>
                  </a:lnTo>
                  <a:lnTo>
                    <a:pt x="86423" y="55372"/>
                  </a:lnTo>
                  <a:lnTo>
                    <a:pt x="86728" y="55016"/>
                  </a:lnTo>
                  <a:lnTo>
                    <a:pt x="86753" y="55778"/>
                  </a:lnTo>
                  <a:lnTo>
                    <a:pt x="86753" y="55003"/>
                  </a:lnTo>
                  <a:lnTo>
                    <a:pt x="90741" y="50342"/>
                  </a:lnTo>
                  <a:lnTo>
                    <a:pt x="90652" y="50838"/>
                  </a:lnTo>
                  <a:lnTo>
                    <a:pt x="90805" y="53911"/>
                  </a:lnTo>
                  <a:lnTo>
                    <a:pt x="90982" y="54597"/>
                  </a:lnTo>
                  <a:lnTo>
                    <a:pt x="90982" y="45694"/>
                  </a:lnTo>
                  <a:lnTo>
                    <a:pt x="82677" y="55372"/>
                  </a:lnTo>
                  <a:lnTo>
                    <a:pt x="104927" y="81318"/>
                  </a:lnTo>
                  <a:lnTo>
                    <a:pt x="108673" y="76962"/>
                  </a:lnTo>
                  <a:lnTo>
                    <a:pt x="127177" y="55372"/>
                  </a:lnTo>
                  <a:close/>
                </a:path>
                <a:path w="147954" h="81915">
                  <a:moveTo>
                    <a:pt x="147878" y="23774"/>
                  </a:moveTo>
                  <a:lnTo>
                    <a:pt x="144132" y="19405"/>
                  </a:lnTo>
                  <a:lnTo>
                    <a:pt x="144132" y="23774"/>
                  </a:lnTo>
                  <a:lnTo>
                    <a:pt x="125628" y="45351"/>
                  </a:lnTo>
                  <a:lnTo>
                    <a:pt x="107480" y="24206"/>
                  </a:lnTo>
                  <a:lnTo>
                    <a:pt x="108559" y="24460"/>
                  </a:lnTo>
                  <a:lnTo>
                    <a:pt x="111175" y="24295"/>
                  </a:lnTo>
                  <a:lnTo>
                    <a:pt x="111760" y="24079"/>
                  </a:lnTo>
                  <a:lnTo>
                    <a:pt x="111645" y="24777"/>
                  </a:lnTo>
                  <a:lnTo>
                    <a:pt x="111709" y="26314"/>
                  </a:lnTo>
                  <a:lnTo>
                    <a:pt x="111785" y="27838"/>
                  </a:lnTo>
                  <a:lnTo>
                    <a:pt x="112128" y="29057"/>
                  </a:lnTo>
                  <a:lnTo>
                    <a:pt x="112814" y="29019"/>
                  </a:lnTo>
                  <a:lnTo>
                    <a:pt x="113030" y="27762"/>
                  </a:lnTo>
                  <a:lnTo>
                    <a:pt x="112890" y="24701"/>
                  </a:lnTo>
                  <a:lnTo>
                    <a:pt x="112687" y="24015"/>
                  </a:lnTo>
                  <a:lnTo>
                    <a:pt x="113309" y="24155"/>
                  </a:lnTo>
                  <a:lnTo>
                    <a:pt x="114617" y="24079"/>
                  </a:lnTo>
                  <a:lnTo>
                    <a:pt x="115925" y="23990"/>
                  </a:lnTo>
                  <a:lnTo>
                    <a:pt x="116992" y="23609"/>
                  </a:lnTo>
                  <a:lnTo>
                    <a:pt x="116941" y="22796"/>
                  </a:lnTo>
                  <a:lnTo>
                    <a:pt x="115862" y="22529"/>
                  </a:lnTo>
                  <a:lnTo>
                    <a:pt x="113233" y="22707"/>
                  </a:lnTo>
                  <a:lnTo>
                    <a:pt x="112610" y="22936"/>
                  </a:lnTo>
                  <a:lnTo>
                    <a:pt x="112750" y="22212"/>
                  </a:lnTo>
                  <a:lnTo>
                    <a:pt x="112674" y="20688"/>
                  </a:lnTo>
                  <a:lnTo>
                    <a:pt x="112610" y="19164"/>
                  </a:lnTo>
                  <a:lnTo>
                    <a:pt x="112268" y="17932"/>
                  </a:lnTo>
                  <a:lnTo>
                    <a:pt x="112115" y="17945"/>
                  </a:lnTo>
                  <a:lnTo>
                    <a:pt x="125628" y="2184"/>
                  </a:lnTo>
                  <a:lnTo>
                    <a:pt x="144132" y="23774"/>
                  </a:lnTo>
                  <a:lnTo>
                    <a:pt x="144132" y="19405"/>
                  </a:lnTo>
                  <a:lnTo>
                    <a:pt x="129374" y="2184"/>
                  </a:lnTo>
                  <a:lnTo>
                    <a:pt x="127495" y="0"/>
                  </a:lnTo>
                  <a:lnTo>
                    <a:pt x="123761" y="0"/>
                  </a:lnTo>
                  <a:lnTo>
                    <a:pt x="111683" y="14097"/>
                  </a:lnTo>
                  <a:lnTo>
                    <a:pt x="111683" y="22987"/>
                  </a:lnTo>
                  <a:lnTo>
                    <a:pt x="111112" y="22834"/>
                  </a:lnTo>
                  <a:lnTo>
                    <a:pt x="109804" y="22923"/>
                  </a:lnTo>
                  <a:lnTo>
                    <a:pt x="108496" y="22999"/>
                  </a:lnTo>
                  <a:lnTo>
                    <a:pt x="107467" y="23393"/>
                  </a:lnTo>
                  <a:lnTo>
                    <a:pt x="107467" y="24193"/>
                  </a:lnTo>
                  <a:lnTo>
                    <a:pt x="107124" y="23774"/>
                  </a:lnTo>
                  <a:lnTo>
                    <a:pt x="107429" y="23418"/>
                  </a:lnTo>
                  <a:lnTo>
                    <a:pt x="107467" y="24193"/>
                  </a:lnTo>
                  <a:lnTo>
                    <a:pt x="107467" y="23393"/>
                  </a:lnTo>
                  <a:lnTo>
                    <a:pt x="111442" y="18745"/>
                  </a:lnTo>
                  <a:lnTo>
                    <a:pt x="111353" y="19227"/>
                  </a:lnTo>
                  <a:lnTo>
                    <a:pt x="111506" y="22301"/>
                  </a:lnTo>
                  <a:lnTo>
                    <a:pt x="111683" y="22987"/>
                  </a:lnTo>
                  <a:lnTo>
                    <a:pt x="111683" y="14097"/>
                  </a:lnTo>
                  <a:lnTo>
                    <a:pt x="104927" y="21971"/>
                  </a:lnTo>
                  <a:lnTo>
                    <a:pt x="102743" y="19431"/>
                  </a:lnTo>
                  <a:lnTo>
                    <a:pt x="102743" y="23774"/>
                  </a:lnTo>
                  <a:lnTo>
                    <a:pt x="98602" y="28600"/>
                  </a:lnTo>
                  <a:lnTo>
                    <a:pt x="98717" y="27990"/>
                  </a:lnTo>
                  <a:lnTo>
                    <a:pt x="98564" y="24917"/>
                  </a:lnTo>
                  <a:lnTo>
                    <a:pt x="98374" y="24244"/>
                  </a:lnTo>
                  <a:lnTo>
                    <a:pt x="98996" y="24384"/>
                  </a:lnTo>
                  <a:lnTo>
                    <a:pt x="100304" y="24295"/>
                  </a:lnTo>
                  <a:lnTo>
                    <a:pt x="101612" y="24206"/>
                  </a:lnTo>
                  <a:lnTo>
                    <a:pt x="102666" y="23825"/>
                  </a:lnTo>
                  <a:lnTo>
                    <a:pt x="102654" y="23685"/>
                  </a:lnTo>
                  <a:lnTo>
                    <a:pt x="102743" y="19431"/>
                  </a:lnTo>
                  <a:lnTo>
                    <a:pt x="101942" y="18491"/>
                  </a:lnTo>
                  <a:lnTo>
                    <a:pt x="101942" y="22860"/>
                  </a:lnTo>
                  <a:lnTo>
                    <a:pt x="101549" y="22758"/>
                  </a:lnTo>
                  <a:lnTo>
                    <a:pt x="98920" y="22923"/>
                  </a:lnTo>
                  <a:lnTo>
                    <a:pt x="98298" y="23164"/>
                  </a:lnTo>
                  <a:lnTo>
                    <a:pt x="98437" y="22440"/>
                  </a:lnTo>
                  <a:lnTo>
                    <a:pt x="98361" y="20904"/>
                  </a:lnTo>
                  <a:lnTo>
                    <a:pt x="98285" y="19380"/>
                  </a:lnTo>
                  <a:lnTo>
                    <a:pt x="98018" y="18402"/>
                  </a:lnTo>
                  <a:lnTo>
                    <a:pt x="98018" y="29286"/>
                  </a:lnTo>
                  <a:lnTo>
                    <a:pt x="84239" y="45351"/>
                  </a:lnTo>
                  <a:lnTo>
                    <a:pt x="79438" y="39776"/>
                  </a:lnTo>
                  <a:lnTo>
                    <a:pt x="80518" y="40030"/>
                  </a:lnTo>
                  <a:lnTo>
                    <a:pt x="83146" y="39852"/>
                  </a:lnTo>
                  <a:lnTo>
                    <a:pt x="83718" y="39649"/>
                  </a:lnTo>
                  <a:lnTo>
                    <a:pt x="83604" y="40347"/>
                  </a:lnTo>
                  <a:lnTo>
                    <a:pt x="83667" y="41871"/>
                  </a:lnTo>
                  <a:lnTo>
                    <a:pt x="83743" y="43408"/>
                  </a:lnTo>
                  <a:lnTo>
                    <a:pt x="84086" y="44627"/>
                  </a:lnTo>
                  <a:lnTo>
                    <a:pt x="84772" y="44589"/>
                  </a:lnTo>
                  <a:lnTo>
                    <a:pt x="84988" y="43332"/>
                  </a:lnTo>
                  <a:lnTo>
                    <a:pt x="84848" y="40259"/>
                  </a:lnTo>
                  <a:lnTo>
                    <a:pt x="84645" y="39585"/>
                  </a:lnTo>
                  <a:lnTo>
                    <a:pt x="85267" y="39725"/>
                  </a:lnTo>
                  <a:lnTo>
                    <a:pt x="86575" y="39649"/>
                  </a:lnTo>
                  <a:lnTo>
                    <a:pt x="87884" y="39560"/>
                  </a:lnTo>
                  <a:lnTo>
                    <a:pt x="88938" y="39166"/>
                  </a:lnTo>
                  <a:lnTo>
                    <a:pt x="88925" y="38760"/>
                  </a:lnTo>
                  <a:lnTo>
                    <a:pt x="88900" y="38366"/>
                  </a:lnTo>
                  <a:lnTo>
                    <a:pt x="87820" y="38100"/>
                  </a:lnTo>
                  <a:lnTo>
                    <a:pt x="85191" y="38277"/>
                  </a:lnTo>
                  <a:lnTo>
                    <a:pt x="84582" y="38519"/>
                  </a:lnTo>
                  <a:lnTo>
                    <a:pt x="84709" y="37782"/>
                  </a:lnTo>
                  <a:lnTo>
                    <a:pt x="84632" y="36258"/>
                  </a:lnTo>
                  <a:lnTo>
                    <a:pt x="84556" y="34721"/>
                  </a:lnTo>
                  <a:lnTo>
                    <a:pt x="84226" y="33502"/>
                  </a:lnTo>
                  <a:lnTo>
                    <a:pt x="83540" y="33540"/>
                  </a:lnTo>
                  <a:lnTo>
                    <a:pt x="83312" y="34798"/>
                  </a:lnTo>
                  <a:lnTo>
                    <a:pt x="83464" y="37871"/>
                  </a:lnTo>
                  <a:lnTo>
                    <a:pt x="83642" y="38557"/>
                  </a:lnTo>
                  <a:lnTo>
                    <a:pt x="83070" y="38404"/>
                  </a:lnTo>
                  <a:lnTo>
                    <a:pt x="81762" y="38481"/>
                  </a:lnTo>
                  <a:lnTo>
                    <a:pt x="80454" y="38569"/>
                  </a:lnTo>
                  <a:lnTo>
                    <a:pt x="79387" y="38963"/>
                  </a:lnTo>
                  <a:lnTo>
                    <a:pt x="79425" y="39763"/>
                  </a:lnTo>
                  <a:lnTo>
                    <a:pt x="66090" y="24206"/>
                  </a:lnTo>
                  <a:lnTo>
                    <a:pt x="67170" y="24460"/>
                  </a:lnTo>
                  <a:lnTo>
                    <a:pt x="69799" y="24295"/>
                  </a:lnTo>
                  <a:lnTo>
                    <a:pt x="70383" y="24079"/>
                  </a:lnTo>
                  <a:lnTo>
                    <a:pt x="70256" y="24777"/>
                  </a:lnTo>
                  <a:lnTo>
                    <a:pt x="70332" y="26314"/>
                  </a:lnTo>
                  <a:lnTo>
                    <a:pt x="70396" y="27838"/>
                  </a:lnTo>
                  <a:lnTo>
                    <a:pt x="70739" y="29057"/>
                  </a:lnTo>
                  <a:lnTo>
                    <a:pt x="71424" y="29019"/>
                  </a:lnTo>
                  <a:lnTo>
                    <a:pt x="71640" y="27762"/>
                  </a:lnTo>
                  <a:lnTo>
                    <a:pt x="71501" y="24701"/>
                  </a:lnTo>
                  <a:lnTo>
                    <a:pt x="71297" y="24015"/>
                  </a:lnTo>
                  <a:lnTo>
                    <a:pt x="71920" y="24155"/>
                  </a:lnTo>
                  <a:lnTo>
                    <a:pt x="73228" y="24079"/>
                  </a:lnTo>
                  <a:lnTo>
                    <a:pt x="74536" y="23990"/>
                  </a:lnTo>
                  <a:lnTo>
                    <a:pt x="75603" y="23609"/>
                  </a:lnTo>
                  <a:lnTo>
                    <a:pt x="75552" y="22796"/>
                  </a:lnTo>
                  <a:lnTo>
                    <a:pt x="74485" y="22529"/>
                  </a:lnTo>
                  <a:lnTo>
                    <a:pt x="71856" y="22707"/>
                  </a:lnTo>
                  <a:lnTo>
                    <a:pt x="71234" y="22936"/>
                  </a:lnTo>
                  <a:lnTo>
                    <a:pt x="71361" y="22212"/>
                  </a:lnTo>
                  <a:lnTo>
                    <a:pt x="71285" y="20688"/>
                  </a:lnTo>
                  <a:lnTo>
                    <a:pt x="71221" y="19164"/>
                  </a:lnTo>
                  <a:lnTo>
                    <a:pt x="70878" y="17932"/>
                  </a:lnTo>
                  <a:lnTo>
                    <a:pt x="70726" y="17945"/>
                  </a:lnTo>
                  <a:lnTo>
                    <a:pt x="83731" y="2768"/>
                  </a:lnTo>
                  <a:lnTo>
                    <a:pt x="83566" y="3733"/>
                  </a:lnTo>
                  <a:lnTo>
                    <a:pt x="83718" y="6807"/>
                  </a:lnTo>
                  <a:lnTo>
                    <a:pt x="83896" y="7493"/>
                  </a:lnTo>
                  <a:lnTo>
                    <a:pt x="83324" y="7340"/>
                  </a:lnTo>
                  <a:lnTo>
                    <a:pt x="82016" y="7429"/>
                  </a:lnTo>
                  <a:lnTo>
                    <a:pt x="80708" y="7505"/>
                  </a:lnTo>
                  <a:lnTo>
                    <a:pt x="79641" y="7899"/>
                  </a:lnTo>
                  <a:lnTo>
                    <a:pt x="79692" y="8699"/>
                  </a:lnTo>
                  <a:lnTo>
                    <a:pt x="80772" y="8966"/>
                  </a:lnTo>
                  <a:lnTo>
                    <a:pt x="83400" y="8801"/>
                  </a:lnTo>
                  <a:lnTo>
                    <a:pt x="83972" y="8585"/>
                  </a:lnTo>
                  <a:lnTo>
                    <a:pt x="83858" y="9283"/>
                  </a:lnTo>
                  <a:lnTo>
                    <a:pt x="83921" y="10820"/>
                  </a:lnTo>
                  <a:lnTo>
                    <a:pt x="83997" y="12344"/>
                  </a:lnTo>
                  <a:lnTo>
                    <a:pt x="84340" y="13576"/>
                  </a:lnTo>
                  <a:lnTo>
                    <a:pt x="85026" y="13525"/>
                  </a:lnTo>
                  <a:lnTo>
                    <a:pt x="85242" y="12268"/>
                  </a:lnTo>
                  <a:lnTo>
                    <a:pt x="85102" y="9207"/>
                  </a:lnTo>
                  <a:lnTo>
                    <a:pt x="84899" y="8521"/>
                  </a:lnTo>
                  <a:lnTo>
                    <a:pt x="85521" y="8661"/>
                  </a:lnTo>
                  <a:lnTo>
                    <a:pt x="86829" y="8585"/>
                  </a:lnTo>
                  <a:lnTo>
                    <a:pt x="88138" y="8496"/>
                  </a:lnTo>
                  <a:lnTo>
                    <a:pt x="89204" y="8115"/>
                  </a:lnTo>
                  <a:lnTo>
                    <a:pt x="97917" y="18161"/>
                  </a:lnTo>
                  <a:lnTo>
                    <a:pt x="97256" y="18199"/>
                  </a:lnTo>
                  <a:lnTo>
                    <a:pt x="97040" y="19456"/>
                  </a:lnTo>
                  <a:lnTo>
                    <a:pt x="97193" y="22517"/>
                  </a:lnTo>
                  <a:lnTo>
                    <a:pt x="97370" y="23202"/>
                  </a:lnTo>
                  <a:lnTo>
                    <a:pt x="96786" y="23050"/>
                  </a:lnTo>
                  <a:lnTo>
                    <a:pt x="95478" y="23139"/>
                  </a:lnTo>
                  <a:lnTo>
                    <a:pt x="94170" y="23228"/>
                  </a:lnTo>
                  <a:lnTo>
                    <a:pt x="93116" y="23609"/>
                  </a:lnTo>
                  <a:lnTo>
                    <a:pt x="93154" y="24422"/>
                  </a:lnTo>
                  <a:lnTo>
                    <a:pt x="94234" y="24676"/>
                  </a:lnTo>
                  <a:lnTo>
                    <a:pt x="96862" y="24511"/>
                  </a:lnTo>
                  <a:lnTo>
                    <a:pt x="97447" y="24307"/>
                  </a:lnTo>
                  <a:lnTo>
                    <a:pt x="97320" y="25006"/>
                  </a:lnTo>
                  <a:lnTo>
                    <a:pt x="97396" y="26530"/>
                  </a:lnTo>
                  <a:lnTo>
                    <a:pt x="97472" y="28054"/>
                  </a:lnTo>
                  <a:lnTo>
                    <a:pt x="97802" y="29286"/>
                  </a:lnTo>
                  <a:lnTo>
                    <a:pt x="98018" y="29286"/>
                  </a:lnTo>
                  <a:lnTo>
                    <a:pt x="98018" y="18402"/>
                  </a:lnTo>
                  <a:lnTo>
                    <a:pt x="97967" y="18211"/>
                  </a:lnTo>
                  <a:lnTo>
                    <a:pt x="101942" y="22860"/>
                  </a:lnTo>
                  <a:lnTo>
                    <a:pt x="101942" y="18491"/>
                  </a:lnTo>
                  <a:lnTo>
                    <a:pt x="88468" y="2755"/>
                  </a:lnTo>
                  <a:lnTo>
                    <a:pt x="88468" y="7150"/>
                  </a:lnTo>
                  <a:lnTo>
                    <a:pt x="88074" y="7048"/>
                  </a:lnTo>
                  <a:lnTo>
                    <a:pt x="85458" y="7213"/>
                  </a:lnTo>
                  <a:lnTo>
                    <a:pt x="84836" y="7442"/>
                  </a:lnTo>
                  <a:lnTo>
                    <a:pt x="84963" y="6718"/>
                  </a:lnTo>
                  <a:lnTo>
                    <a:pt x="84886" y="5194"/>
                  </a:lnTo>
                  <a:lnTo>
                    <a:pt x="84823" y="3670"/>
                  </a:lnTo>
                  <a:lnTo>
                    <a:pt x="84480" y="2489"/>
                  </a:lnTo>
                  <a:lnTo>
                    <a:pt x="88468" y="7150"/>
                  </a:lnTo>
                  <a:lnTo>
                    <a:pt x="88468" y="2755"/>
                  </a:lnTo>
                  <a:lnTo>
                    <a:pt x="87985" y="2184"/>
                  </a:lnTo>
                  <a:lnTo>
                    <a:pt x="86106" y="0"/>
                  </a:lnTo>
                  <a:lnTo>
                    <a:pt x="84455" y="0"/>
                  </a:lnTo>
                  <a:lnTo>
                    <a:pt x="84455" y="2451"/>
                  </a:lnTo>
                  <a:lnTo>
                    <a:pt x="83997" y="2476"/>
                  </a:lnTo>
                  <a:lnTo>
                    <a:pt x="84239" y="2184"/>
                  </a:lnTo>
                  <a:lnTo>
                    <a:pt x="84455" y="2451"/>
                  </a:lnTo>
                  <a:lnTo>
                    <a:pt x="84455" y="0"/>
                  </a:lnTo>
                  <a:lnTo>
                    <a:pt x="82372" y="0"/>
                  </a:lnTo>
                  <a:lnTo>
                    <a:pt x="70294" y="14097"/>
                  </a:lnTo>
                  <a:lnTo>
                    <a:pt x="70294" y="22987"/>
                  </a:lnTo>
                  <a:lnTo>
                    <a:pt x="69723" y="22834"/>
                  </a:lnTo>
                  <a:lnTo>
                    <a:pt x="68414" y="22923"/>
                  </a:lnTo>
                  <a:lnTo>
                    <a:pt x="67106" y="22999"/>
                  </a:lnTo>
                  <a:lnTo>
                    <a:pt x="66078" y="23393"/>
                  </a:lnTo>
                  <a:lnTo>
                    <a:pt x="66078" y="24193"/>
                  </a:lnTo>
                  <a:lnTo>
                    <a:pt x="65735" y="23774"/>
                  </a:lnTo>
                  <a:lnTo>
                    <a:pt x="66040" y="23418"/>
                  </a:lnTo>
                  <a:lnTo>
                    <a:pt x="66078" y="24193"/>
                  </a:lnTo>
                  <a:lnTo>
                    <a:pt x="66078" y="23393"/>
                  </a:lnTo>
                  <a:lnTo>
                    <a:pt x="70053" y="18745"/>
                  </a:lnTo>
                  <a:lnTo>
                    <a:pt x="69964" y="19227"/>
                  </a:lnTo>
                  <a:lnTo>
                    <a:pt x="70116" y="22301"/>
                  </a:lnTo>
                  <a:lnTo>
                    <a:pt x="70294" y="22987"/>
                  </a:lnTo>
                  <a:lnTo>
                    <a:pt x="70294" y="14097"/>
                  </a:lnTo>
                  <a:lnTo>
                    <a:pt x="61988" y="23774"/>
                  </a:lnTo>
                  <a:lnTo>
                    <a:pt x="84239" y="49720"/>
                  </a:lnTo>
                  <a:lnTo>
                    <a:pt x="87985" y="45351"/>
                  </a:lnTo>
                  <a:lnTo>
                    <a:pt x="104927" y="25590"/>
                  </a:lnTo>
                  <a:lnTo>
                    <a:pt x="125628" y="49720"/>
                  </a:lnTo>
                  <a:lnTo>
                    <a:pt x="129374" y="45351"/>
                  </a:lnTo>
                  <a:lnTo>
                    <a:pt x="147878" y="23774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 descr=""/>
            <p:cNvSpPr/>
            <p:nvPr/>
          </p:nvSpPr>
          <p:spPr>
            <a:xfrm>
              <a:off x="10804843" y="6481959"/>
              <a:ext cx="244475" cy="81915"/>
            </a:xfrm>
            <a:custGeom>
              <a:avLst/>
              <a:gdLst/>
              <a:ahLst/>
              <a:cxnLst/>
              <a:rect l="l" t="t" r="r" b="b"/>
              <a:pathLst>
                <a:path w="244475" h="81915">
                  <a:moveTo>
                    <a:pt x="27965" y="0"/>
                  </a:moveTo>
                  <a:lnTo>
                    <a:pt x="24218" y="0"/>
                  </a:lnTo>
                  <a:lnTo>
                    <a:pt x="13982" y="11938"/>
                  </a:lnTo>
                  <a:lnTo>
                    <a:pt x="9194" y="6362"/>
                  </a:lnTo>
                  <a:lnTo>
                    <a:pt x="10248" y="6616"/>
                  </a:lnTo>
                  <a:lnTo>
                    <a:pt x="12877" y="6451"/>
                  </a:lnTo>
                  <a:lnTo>
                    <a:pt x="13462" y="6235"/>
                  </a:lnTo>
                  <a:lnTo>
                    <a:pt x="13335" y="6934"/>
                  </a:lnTo>
                  <a:lnTo>
                    <a:pt x="13411" y="8470"/>
                  </a:lnTo>
                  <a:lnTo>
                    <a:pt x="13487" y="9994"/>
                  </a:lnTo>
                  <a:lnTo>
                    <a:pt x="13817" y="11214"/>
                  </a:lnTo>
                  <a:lnTo>
                    <a:pt x="14516" y="11176"/>
                  </a:lnTo>
                  <a:lnTo>
                    <a:pt x="14732" y="9918"/>
                  </a:lnTo>
                  <a:lnTo>
                    <a:pt x="14579" y="6858"/>
                  </a:lnTo>
                  <a:lnTo>
                    <a:pt x="14389" y="6172"/>
                  </a:lnTo>
                  <a:lnTo>
                    <a:pt x="15011" y="6311"/>
                  </a:lnTo>
                  <a:lnTo>
                    <a:pt x="16319" y="6235"/>
                  </a:lnTo>
                  <a:lnTo>
                    <a:pt x="17627" y="6146"/>
                  </a:lnTo>
                  <a:lnTo>
                    <a:pt x="18681" y="5765"/>
                  </a:lnTo>
                  <a:lnTo>
                    <a:pt x="18643" y="4953"/>
                  </a:lnTo>
                  <a:lnTo>
                    <a:pt x="17564" y="4686"/>
                  </a:lnTo>
                  <a:lnTo>
                    <a:pt x="14935" y="4864"/>
                  </a:lnTo>
                  <a:lnTo>
                    <a:pt x="14312" y="5092"/>
                  </a:lnTo>
                  <a:lnTo>
                    <a:pt x="14452" y="4368"/>
                  </a:lnTo>
                  <a:lnTo>
                    <a:pt x="14376" y="2844"/>
                  </a:lnTo>
                  <a:lnTo>
                    <a:pt x="14300" y="1320"/>
                  </a:lnTo>
                  <a:lnTo>
                    <a:pt x="13970" y="88"/>
                  </a:lnTo>
                  <a:lnTo>
                    <a:pt x="13271" y="127"/>
                  </a:lnTo>
                  <a:lnTo>
                    <a:pt x="13055" y="1384"/>
                  </a:lnTo>
                  <a:lnTo>
                    <a:pt x="13208" y="4457"/>
                  </a:lnTo>
                  <a:lnTo>
                    <a:pt x="13385" y="5143"/>
                  </a:lnTo>
                  <a:lnTo>
                    <a:pt x="12801" y="4991"/>
                  </a:lnTo>
                  <a:lnTo>
                    <a:pt x="11493" y="5080"/>
                  </a:lnTo>
                  <a:lnTo>
                    <a:pt x="10185" y="5156"/>
                  </a:lnTo>
                  <a:lnTo>
                    <a:pt x="9144" y="5549"/>
                  </a:lnTo>
                  <a:lnTo>
                    <a:pt x="9156" y="5956"/>
                  </a:lnTo>
                  <a:lnTo>
                    <a:pt x="9156" y="6324"/>
                  </a:lnTo>
                  <a:lnTo>
                    <a:pt x="3746" y="0"/>
                  </a:lnTo>
                  <a:lnTo>
                    <a:pt x="0" y="0"/>
                  </a:lnTo>
                  <a:lnTo>
                    <a:pt x="13982" y="16306"/>
                  </a:lnTo>
                  <a:lnTo>
                    <a:pt x="17729" y="11938"/>
                  </a:lnTo>
                  <a:lnTo>
                    <a:pt x="27965" y="0"/>
                  </a:lnTo>
                  <a:close/>
                </a:path>
                <a:path w="244475" h="81915">
                  <a:moveTo>
                    <a:pt x="68719" y="0"/>
                  </a:moveTo>
                  <a:lnTo>
                    <a:pt x="64973" y="0"/>
                  </a:lnTo>
                  <a:lnTo>
                    <a:pt x="54724" y="11938"/>
                  </a:lnTo>
                  <a:lnTo>
                    <a:pt x="49923" y="6362"/>
                  </a:lnTo>
                  <a:lnTo>
                    <a:pt x="51003" y="6616"/>
                  </a:lnTo>
                  <a:lnTo>
                    <a:pt x="53632" y="6451"/>
                  </a:lnTo>
                  <a:lnTo>
                    <a:pt x="54203" y="6235"/>
                  </a:lnTo>
                  <a:lnTo>
                    <a:pt x="54089" y="6934"/>
                  </a:lnTo>
                  <a:lnTo>
                    <a:pt x="54165" y="8470"/>
                  </a:lnTo>
                  <a:lnTo>
                    <a:pt x="54229" y="9994"/>
                  </a:lnTo>
                  <a:lnTo>
                    <a:pt x="54571" y="11214"/>
                  </a:lnTo>
                  <a:lnTo>
                    <a:pt x="55257" y="11176"/>
                  </a:lnTo>
                  <a:lnTo>
                    <a:pt x="55486" y="9918"/>
                  </a:lnTo>
                  <a:lnTo>
                    <a:pt x="55333" y="6858"/>
                  </a:lnTo>
                  <a:lnTo>
                    <a:pt x="55143" y="6172"/>
                  </a:lnTo>
                  <a:lnTo>
                    <a:pt x="55765" y="6311"/>
                  </a:lnTo>
                  <a:lnTo>
                    <a:pt x="57073" y="6235"/>
                  </a:lnTo>
                  <a:lnTo>
                    <a:pt x="58381" y="6146"/>
                  </a:lnTo>
                  <a:lnTo>
                    <a:pt x="59436" y="5765"/>
                  </a:lnTo>
                  <a:lnTo>
                    <a:pt x="59397" y="4953"/>
                  </a:lnTo>
                  <a:lnTo>
                    <a:pt x="58318" y="4686"/>
                  </a:lnTo>
                  <a:lnTo>
                    <a:pt x="55689" y="4864"/>
                  </a:lnTo>
                  <a:lnTo>
                    <a:pt x="55067" y="5092"/>
                  </a:lnTo>
                  <a:lnTo>
                    <a:pt x="55194" y="4368"/>
                  </a:lnTo>
                  <a:lnTo>
                    <a:pt x="55118" y="2844"/>
                  </a:lnTo>
                  <a:lnTo>
                    <a:pt x="55054" y="1320"/>
                  </a:lnTo>
                  <a:lnTo>
                    <a:pt x="54711" y="88"/>
                  </a:lnTo>
                  <a:lnTo>
                    <a:pt x="54038" y="127"/>
                  </a:lnTo>
                  <a:lnTo>
                    <a:pt x="53809" y="1384"/>
                  </a:lnTo>
                  <a:lnTo>
                    <a:pt x="53949" y="4457"/>
                  </a:lnTo>
                  <a:lnTo>
                    <a:pt x="54127" y="5143"/>
                  </a:lnTo>
                  <a:lnTo>
                    <a:pt x="53555" y="4991"/>
                  </a:lnTo>
                  <a:lnTo>
                    <a:pt x="52247" y="5080"/>
                  </a:lnTo>
                  <a:lnTo>
                    <a:pt x="50939" y="5156"/>
                  </a:lnTo>
                  <a:lnTo>
                    <a:pt x="49885" y="5549"/>
                  </a:lnTo>
                  <a:lnTo>
                    <a:pt x="49911" y="6350"/>
                  </a:lnTo>
                  <a:lnTo>
                    <a:pt x="44488" y="0"/>
                  </a:lnTo>
                  <a:lnTo>
                    <a:pt x="40741" y="0"/>
                  </a:lnTo>
                  <a:lnTo>
                    <a:pt x="54724" y="16306"/>
                  </a:lnTo>
                  <a:lnTo>
                    <a:pt x="58470" y="11938"/>
                  </a:lnTo>
                  <a:lnTo>
                    <a:pt x="68719" y="0"/>
                  </a:lnTo>
                  <a:close/>
                </a:path>
                <a:path w="244475" h="81915">
                  <a:moveTo>
                    <a:pt x="108724" y="23609"/>
                  </a:moveTo>
                  <a:lnTo>
                    <a:pt x="108673" y="22796"/>
                  </a:lnTo>
                  <a:lnTo>
                    <a:pt x="107594" y="22529"/>
                  </a:lnTo>
                  <a:lnTo>
                    <a:pt x="104965" y="22707"/>
                  </a:lnTo>
                  <a:lnTo>
                    <a:pt x="103924" y="23088"/>
                  </a:lnTo>
                  <a:lnTo>
                    <a:pt x="103962" y="23901"/>
                  </a:lnTo>
                  <a:lnTo>
                    <a:pt x="105041" y="24155"/>
                  </a:lnTo>
                  <a:lnTo>
                    <a:pt x="106349" y="24079"/>
                  </a:lnTo>
                  <a:lnTo>
                    <a:pt x="107657" y="23990"/>
                  </a:lnTo>
                  <a:lnTo>
                    <a:pt x="108724" y="23609"/>
                  </a:lnTo>
                  <a:close/>
                </a:path>
                <a:path w="244475" h="81915">
                  <a:moveTo>
                    <a:pt x="110642" y="0"/>
                  </a:moveTo>
                  <a:lnTo>
                    <a:pt x="106895" y="0"/>
                  </a:lnTo>
                  <a:lnTo>
                    <a:pt x="96659" y="11938"/>
                  </a:lnTo>
                  <a:lnTo>
                    <a:pt x="91871" y="6362"/>
                  </a:lnTo>
                  <a:lnTo>
                    <a:pt x="92925" y="6616"/>
                  </a:lnTo>
                  <a:lnTo>
                    <a:pt x="95554" y="6451"/>
                  </a:lnTo>
                  <a:lnTo>
                    <a:pt x="96139" y="6235"/>
                  </a:lnTo>
                  <a:lnTo>
                    <a:pt x="96012" y="6934"/>
                  </a:lnTo>
                  <a:lnTo>
                    <a:pt x="96088" y="8470"/>
                  </a:lnTo>
                  <a:lnTo>
                    <a:pt x="96164" y="9994"/>
                  </a:lnTo>
                  <a:lnTo>
                    <a:pt x="96494" y="11214"/>
                  </a:lnTo>
                  <a:lnTo>
                    <a:pt x="97193" y="11176"/>
                  </a:lnTo>
                  <a:lnTo>
                    <a:pt x="97409" y="9918"/>
                  </a:lnTo>
                  <a:lnTo>
                    <a:pt x="97256" y="6858"/>
                  </a:lnTo>
                  <a:lnTo>
                    <a:pt x="97066" y="6172"/>
                  </a:lnTo>
                  <a:lnTo>
                    <a:pt x="97688" y="6311"/>
                  </a:lnTo>
                  <a:lnTo>
                    <a:pt x="98996" y="6235"/>
                  </a:lnTo>
                  <a:lnTo>
                    <a:pt x="100304" y="6146"/>
                  </a:lnTo>
                  <a:lnTo>
                    <a:pt x="101358" y="5765"/>
                  </a:lnTo>
                  <a:lnTo>
                    <a:pt x="101320" y="4953"/>
                  </a:lnTo>
                  <a:lnTo>
                    <a:pt x="100241" y="4686"/>
                  </a:lnTo>
                  <a:lnTo>
                    <a:pt x="97612" y="4864"/>
                  </a:lnTo>
                  <a:lnTo>
                    <a:pt x="96989" y="5092"/>
                  </a:lnTo>
                  <a:lnTo>
                    <a:pt x="97129" y="4368"/>
                  </a:lnTo>
                  <a:lnTo>
                    <a:pt x="97053" y="2844"/>
                  </a:lnTo>
                  <a:lnTo>
                    <a:pt x="96977" y="1320"/>
                  </a:lnTo>
                  <a:lnTo>
                    <a:pt x="96647" y="88"/>
                  </a:lnTo>
                  <a:lnTo>
                    <a:pt x="96583" y="5651"/>
                  </a:lnTo>
                  <a:lnTo>
                    <a:pt x="96583" y="101"/>
                  </a:lnTo>
                  <a:lnTo>
                    <a:pt x="95948" y="127"/>
                  </a:lnTo>
                  <a:lnTo>
                    <a:pt x="95732" y="1384"/>
                  </a:lnTo>
                  <a:lnTo>
                    <a:pt x="95885" y="4457"/>
                  </a:lnTo>
                  <a:lnTo>
                    <a:pt x="96062" y="5143"/>
                  </a:lnTo>
                  <a:lnTo>
                    <a:pt x="95478" y="4991"/>
                  </a:lnTo>
                  <a:lnTo>
                    <a:pt x="94170" y="5080"/>
                  </a:lnTo>
                  <a:lnTo>
                    <a:pt x="92862" y="5156"/>
                  </a:lnTo>
                  <a:lnTo>
                    <a:pt x="91808" y="5549"/>
                  </a:lnTo>
                  <a:lnTo>
                    <a:pt x="91833" y="6324"/>
                  </a:lnTo>
                  <a:lnTo>
                    <a:pt x="86423" y="0"/>
                  </a:lnTo>
                  <a:lnTo>
                    <a:pt x="82677" y="0"/>
                  </a:lnTo>
                  <a:lnTo>
                    <a:pt x="96659" y="16306"/>
                  </a:lnTo>
                  <a:lnTo>
                    <a:pt x="100406" y="11938"/>
                  </a:lnTo>
                  <a:lnTo>
                    <a:pt x="110642" y="0"/>
                  </a:lnTo>
                  <a:close/>
                </a:path>
                <a:path w="244475" h="81915">
                  <a:moveTo>
                    <a:pt x="122072" y="39166"/>
                  </a:moveTo>
                  <a:lnTo>
                    <a:pt x="122021" y="38366"/>
                  </a:lnTo>
                  <a:lnTo>
                    <a:pt x="120942" y="38100"/>
                  </a:lnTo>
                  <a:lnTo>
                    <a:pt x="118313" y="38277"/>
                  </a:lnTo>
                  <a:lnTo>
                    <a:pt x="117703" y="38519"/>
                  </a:lnTo>
                  <a:lnTo>
                    <a:pt x="117830" y="37782"/>
                  </a:lnTo>
                  <a:lnTo>
                    <a:pt x="117754" y="36258"/>
                  </a:lnTo>
                  <a:lnTo>
                    <a:pt x="117678" y="34721"/>
                  </a:lnTo>
                  <a:lnTo>
                    <a:pt x="117348" y="33502"/>
                  </a:lnTo>
                  <a:lnTo>
                    <a:pt x="116662" y="33540"/>
                  </a:lnTo>
                  <a:lnTo>
                    <a:pt x="116433" y="34798"/>
                  </a:lnTo>
                  <a:lnTo>
                    <a:pt x="116586" y="37871"/>
                  </a:lnTo>
                  <a:lnTo>
                    <a:pt x="116763" y="38557"/>
                  </a:lnTo>
                  <a:lnTo>
                    <a:pt x="116192" y="38404"/>
                  </a:lnTo>
                  <a:lnTo>
                    <a:pt x="114884" y="38481"/>
                  </a:lnTo>
                  <a:lnTo>
                    <a:pt x="113563" y="38569"/>
                  </a:lnTo>
                  <a:lnTo>
                    <a:pt x="112509" y="38963"/>
                  </a:lnTo>
                  <a:lnTo>
                    <a:pt x="112560" y="39763"/>
                  </a:lnTo>
                  <a:lnTo>
                    <a:pt x="113626" y="40030"/>
                  </a:lnTo>
                  <a:lnTo>
                    <a:pt x="116255" y="39852"/>
                  </a:lnTo>
                  <a:lnTo>
                    <a:pt x="116840" y="39649"/>
                  </a:lnTo>
                  <a:lnTo>
                    <a:pt x="116725" y="40347"/>
                  </a:lnTo>
                  <a:lnTo>
                    <a:pt x="116789" y="41871"/>
                  </a:lnTo>
                  <a:lnTo>
                    <a:pt x="116865" y="43408"/>
                  </a:lnTo>
                  <a:lnTo>
                    <a:pt x="117208" y="44627"/>
                  </a:lnTo>
                  <a:lnTo>
                    <a:pt x="117881" y="44589"/>
                  </a:lnTo>
                  <a:lnTo>
                    <a:pt x="118110" y="43332"/>
                  </a:lnTo>
                  <a:lnTo>
                    <a:pt x="117970" y="40259"/>
                  </a:lnTo>
                  <a:lnTo>
                    <a:pt x="117767" y="39585"/>
                  </a:lnTo>
                  <a:lnTo>
                    <a:pt x="118389" y="39725"/>
                  </a:lnTo>
                  <a:lnTo>
                    <a:pt x="119697" y="39649"/>
                  </a:lnTo>
                  <a:lnTo>
                    <a:pt x="121005" y="39560"/>
                  </a:lnTo>
                  <a:lnTo>
                    <a:pt x="122072" y="39166"/>
                  </a:lnTo>
                  <a:close/>
                </a:path>
                <a:path w="244475" h="81915">
                  <a:moveTo>
                    <a:pt x="122326" y="8115"/>
                  </a:moveTo>
                  <a:lnTo>
                    <a:pt x="122275" y="7302"/>
                  </a:lnTo>
                  <a:lnTo>
                    <a:pt x="121196" y="7048"/>
                  </a:lnTo>
                  <a:lnTo>
                    <a:pt x="118567" y="7213"/>
                  </a:lnTo>
                  <a:lnTo>
                    <a:pt x="117957" y="7442"/>
                  </a:lnTo>
                  <a:lnTo>
                    <a:pt x="118084" y="6718"/>
                  </a:lnTo>
                  <a:lnTo>
                    <a:pt x="118008" y="5194"/>
                  </a:lnTo>
                  <a:lnTo>
                    <a:pt x="117932" y="3670"/>
                  </a:lnTo>
                  <a:lnTo>
                    <a:pt x="117602" y="2438"/>
                  </a:lnTo>
                  <a:lnTo>
                    <a:pt x="116916" y="2476"/>
                  </a:lnTo>
                  <a:lnTo>
                    <a:pt x="116687" y="3733"/>
                  </a:lnTo>
                  <a:lnTo>
                    <a:pt x="116840" y="6807"/>
                  </a:lnTo>
                  <a:lnTo>
                    <a:pt x="117017" y="7493"/>
                  </a:lnTo>
                  <a:lnTo>
                    <a:pt x="116446" y="7340"/>
                  </a:lnTo>
                  <a:lnTo>
                    <a:pt x="115138" y="7429"/>
                  </a:lnTo>
                  <a:lnTo>
                    <a:pt x="113830" y="7505"/>
                  </a:lnTo>
                  <a:lnTo>
                    <a:pt x="112763" y="7899"/>
                  </a:lnTo>
                  <a:lnTo>
                    <a:pt x="112814" y="8699"/>
                  </a:lnTo>
                  <a:lnTo>
                    <a:pt x="113880" y="8966"/>
                  </a:lnTo>
                  <a:lnTo>
                    <a:pt x="116509" y="8801"/>
                  </a:lnTo>
                  <a:lnTo>
                    <a:pt x="117094" y="8585"/>
                  </a:lnTo>
                  <a:lnTo>
                    <a:pt x="116979" y="9283"/>
                  </a:lnTo>
                  <a:lnTo>
                    <a:pt x="117043" y="10820"/>
                  </a:lnTo>
                  <a:lnTo>
                    <a:pt x="117119" y="12344"/>
                  </a:lnTo>
                  <a:lnTo>
                    <a:pt x="117462" y="13576"/>
                  </a:lnTo>
                  <a:lnTo>
                    <a:pt x="118148" y="13525"/>
                  </a:lnTo>
                  <a:lnTo>
                    <a:pt x="118364" y="12268"/>
                  </a:lnTo>
                  <a:lnTo>
                    <a:pt x="118224" y="9207"/>
                  </a:lnTo>
                  <a:lnTo>
                    <a:pt x="118021" y="8521"/>
                  </a:lnTo>
                  <a:lnTo>
                    <a:pt x="118643" y="8661"/>
                  </a:lnTo>
                  <a:lnTo>
                    <a:pt x="119951" y="8585"/>
                  </a:lnTo>
                  <a:lnTo>
                    <a:pt x="121259" y="8496"/>
                  </a:lnTo>
                  <a:lnTo>
                    <a:pt x="122326" y="8115"/>
                  </a:lnTo>
                  <a:close/>
                </a:path>
                <a:path w="244475" h="81915">
                  <a:moveTo>
                    <a:pt x="135788" y="23825"/>
                  </a:moveTo>
                  <a:lnTo>
                    <a:pt x="135750" y="23012"/>
                  </a:lnTo>
                  <a:lnTo>
                    <a:pt x="134670" y="22758"/>
                  </a:lnTo>
                  <a:lnTo>
                    <a:pt x="132041" y="22923"/>
                  </a:lnTo>
                  <a:lnTo>
                    <a:pt x="131419" y="23164"/>
                  </a:lnTo>
                  <a:lnTo>
                    <a:pt x="131559" y="22440"/>
                  </a:lnTo>
                  <a:lnTo>
                    <a:pt x="131483" y="20904"/>
                  </a:lnTo>
                  <a:lnTo>
                    <a:pt x="131406" y="19380"/>
                  </a:lnTo>
                  <a:lnTo>
                    <a:pt x="131076" y="18148"/>
                  </a:lnTo>
                  <a:lnTo>
                    <a:pt x="131013" y="23723"/>
                  </a:lnTo>
                  <a:lnTo>
                    <a:pt x="131013" y="18161"/>
                  </a:lnTo>
                  <a:lnTo>
                    <a:pt x="130390" y="18199"/>
                  </a:lnTo>
                  <a:lnTo>
                    <a:pt x="130162" y="19456"/>
                  </a:lnTo>
                  <a:lnTo>
                    <a:pt x="130302" y="22517"/>
                  </a:lnTo>
                  <a:lnTo>
                    <a:pt x="130479" y="23202"/>
                  </a:lnTo>
                  <a:lnTo>
                    <a:pt x="129908" y="23050"/>
                  </a:lnTo>
                  <a:lnTo>
                    <a:pt x="128600" y="23139"/>
                  </a:lnTo>
                  <a:lnTo>
                    <a:pt x="127292" y="23228"/>
                  </a:lnTo>
                  <a:lnTo>
                    <a:pt x="126238" y="23609"/>
                  </a:lnTo>
                  <a:lnTo>
                    <a:pt x="126276" y="24422"/>
                  </a:lnTo>
                  <a:lnTo>
                    <a:pt x="127355" y="24676"/>
                  </a:lnTo>
                  <a:lnTo>
                    <a:pt x="129984" y="24511"/>
                  </a:lnTo>
                  <a:lnTo>
                    <a:pt x="130568" y="24307"/>
                  </a:lnTo>
                  <a:lnTo>
                    <a:pt x="130441" y="25006"/>
                  </a:lnTo>
                  <a:lnTo>
                    <a:pt x="130517" y="26530"/>
                  </a:lnTo>
                  <a:lnTo>
                    <a:pt x="130594" y="28054"/>
                  </a:lnTo>
                  <a:lnTo>
                    <a:pt x="130924" y="29286"/>
                  </a:lnTo>
                  <a:lnTo>
                    <a:pt x="131622" y="29248"/>
                  </a:lnTo>
                  <a:lnTo>
                    <a:pt x="131838" y="27990"/>
                  </a:lnTo>
                  <a:lnTo>
                    <a:pt x="131686" y="24917"/>
                  </a:lnTo>
                  <a:lnTo>
                    <a:pt x="131495" y="24244"/>
                  </a:lnTo>
                  <a:lnTo>
                    <a:pt x="132118" y="24384"/>
                  </a:lnTo>
                  <a:lnTo>
                    <a:pt x="133426" y="24295"/>
                  </a:lnTo>
                  <a:lnTo>
                    <a:pt x="134734" y="24206"/>
                  </a:lnTo>
                  <a:lnTo>
                    <a:pt x="135788" y="23825"/>
                  </a:lnTo>
                  <a:close/>
                </a:path>
                <a:path w="244475" h="81915">
                  <a:moveTo>
                    <a:pt x="182219" y="23774"/>
                  </a:moveTo>
                  <a:lnTo>
                    <a:pt x="178473" y="19405"/>
                  </a:lnTo>
                  <a:lnTo>
                    <a:pt x="178473" y="23774"/>
                  </a:lnTo>
                  <a:lnTo>
                    <a:pt x="174332" y="28600"/>
                  </a:lnTo>
                  <a:lnTo>
                    <a:pt x="174447" y="27990"/>
                  </a:lnTo>
                  <a:lnTo>
                    <a:pt x="174294" y="24917"/>
                  </a:lnTo>
                  <a:lnTo>
                    <a:pt x="174104" y="24244"/>
                  </a:lnTo>
                  <a:lnTo>
                    <a:pt x="174726" y="24384"/>
                  </a:lnTo>
                  <a:lnTo>
                    <a:pt x="176034" y="24295"/>
                  </a:lnTo>
                  <a:lnTo>
                    <a:pt x="177342" y="24206"/>
                  </a:lnTo>
                  <a:lnTo>
                    <a:pt x="178396" y="23825"/>
                  </a:lnTo>
                  <a:lnTo>
                    <a:pt x="178384" y="23685"/>
                  </a:lnTo>
                  <a:lnTo>
                    <a:pt x="178473" y="19405"/>
                  </a:lnTo>
                  <a:lnTo>
                    <a:pt x="177673" y="18478"/>
                  </a:lnTo>
                  <a:lnTo>
                    <a:pt x="177673" y="22860"/>
                  </a:lnTo>
                  <a:lnTo>
                    <a:pt x="177279" y="22758"/>
                  </a:lnTo>
                  <a:lnTo>
                    <a:pt x="174650" y="22923"/>
                  </a:lnTo>
                  <a:lnTo>
                    <a:pt x="174028" y="23164"/>
                  </a:lnTo>
                  <a:lnTo>
                    <a:pt x="174155" y="22440"/>
                  </a:lnTo>
                  <a:lnTo>
                    <a:pt x="174078" y="20904"/>
                  </a:lnTo>
                  <a:lnTo>
                    <a:pt x="174015" y="19380"/>
                  </a:lnTo>
                  <a:lnTo>
                    <a:pt x="173748" y="18453"/>
                  </a:lnTo>
                  <a:lnTo>
                    <a:pt x="173748" y="29286"/>
                  </a:lnTo>
                  <a:lnTo>
                    <a:pt x="159969" y="45351"/>
                  </a:lnTo>
                  <a:lnTo>
                    <a:pt x="155168" y="39776"/>
                  </a:lnTo>
                  <a:lnTo>
                    <a:pt x="156235" y="40030"/>
                  </a:lnTo>
                  <a:lnTo>
                    <a:pt x="158864" y="39852"/>
                  </a:lnTo>
                  <a:lnTo>
                    <a:pt x="159448" y="39649"/>
                  </a:lnTo>
                  <a:lnTo>
                    <a:pt x="159321" y="40347"/>
                  </a:lnTo>
                  <a:lnTo>
                    <a:pt x="159397" y="41871"/>
                  </a:lnTo>
                  <a:lnTo>
                    <a:pt x="159473" y="43408"/>
                  </a:lnTo>
                  <a:lnTo>
                    <a:pt x="159804" y="44627"/>
                  </a:lnTo>
                  <a:lnTo>
                    <a:pt x="160502" y="44589"/>
                  </a:lnTo>
                  <a:lnTo>
                    <a:pt x="160718" y="43332"/>
                  </a:lnTo>
                  <a:lnTo>
                    <a:pt x="160566" y="40259"/>
                  </a:lnTo>
                  <a:lnTo>
                    <a:pt x="160375" y="39573"/>
                  </a:lnTo>
                  <a:lnTo>
                    <a:pt x="160997" y="39725"/>
                  </a:lnTo>
                  <a:lnTo>
                    <a:pt x="162306" y="39649"/>
                  </a:lnTo>
                  <a:lnTo>
                    <a:pt x="163614" y="39560"/>
                  </a:lnTo>
                  <a:lnTo>
                    <a:pt x="164668" y="39166"/>
                  </a:lnTo>
                  <a:lnTo>
                    <a:pt x="164630" y="38366"/>
                  </a:lnTo>
                  <a:lnTo>
                    <a:pt x="163550" y="38100"/>
                  </a:lnTo>
                  <a:lnTo>
                    <a:pt x="160921" y="38277"/>
                  </a:lnTo>
                  <a:lnTo>
                    <a:pt x="160299" y="38519"/>
                  </a:lnTo>
                  <a:lnTo>
                    <a:pt x="160426" y="37782"/>
                  </a:lnTo>
                  <a:lnTo>
                    <a:pt x="160362" y="36258"/>
                  </a:lnTo>
                  <a:lnTo>
                    <a:pt x="160286" y="34721"/>
                  </a:lnTo>
                  <a:lnTo>
                    <a:pt x="159956" y="33502"/>
                  </a:lnTo>
                  <a:lnTo>
                    <a:pt x="159258" y="33540"/>
                  </a:lnTo>
                  <a:lnTo>
                    <a:pt x="159042" y="34798"/>
                  </a:lnTo>
                  <a:lnTo>
                    <a:pt x="159181" y="37871"/>
                  </a:lnTo>
                  <a:lnTo>
                    <a:pt x="159359" y="38557"/>
                  </a:lnTo>
                  <a:lnTo>
                    <a:pt x="158788" y="38404"/>
                  </a:lnTo>
                  <a:lnTo>
                    <a:pt x="157480" y="38481"/>
                  </a:lnTo>
                  <a:lnTo>
                    <a:pt x="156171" y="38569"/>
                  </a:lnTo>
                  <a:lnTo>
                    <a:pt x="155117" y="38963"/>
                  </a:lnTo>
                  <a:lnTo>
                    <a:pt x="155143" y="39751"/>
                  </a:lnTo>
                  <a:lnTo>
                    <a:pt x="141820" y="24206"/>
                  </a:lnTo>
                  <a:lnTo>
                    <a:pt x="142887" y="24460"/>
                  </a:lnTo>
                  <a:lnTo>
                    <a:pt x="145516" y="24295"/>
                  </a:lnTo>
                  <a:lnTo>
                    <a:pt x="146100" y="24079"/>
                  </a:lnTo>
                  <a:lnTo>
                    <a:pt x="145973" y="24777"/>
                  </a:lnTo>
                  <a:lnTo>
                    <a:pt x="146050" y="26314"/>
                  </a:lnTo>
                  <a:lnTo>
                    <a:pt x="146126" y="27838"/>
                  </a:lnTo>
                  <a:lnTo>
                    <a:pt x="146456" y="29057"/>
                  </a:lnTo>
                  <a:lnTo>
                    <a:pt x="147154" y="29019"/>
                  </a:lnTo>
                  <a:lnTo>
                    <a:pt x="147370" y="27762"/>
                  </a:lnTo>
                  <a:lnTo>
                    <a:pt x="147218" y="24701"/>
                  </a:lnTo>
                  <a:lnTo>
                    <a:pt x="147027" y="24015"/>
                  </a:lnTo>
                  <a:lnTo>
                    <a:pt x="147650" y="24155"/>
                  </a:lnTo>
                  <a:lnTo>
                    <a:pt x="148958" y="24079"/>
                  </a:lnTo>
                  <a:lnTo>
                    <a:pt x="150266" y="23990"/>
                  </a:lnTo>
                  <a:lnTo>
                    <a:pt x="151320" y="23609"/>
                  </a:lnTo>
                  <a:lnTo>
                    <a:pt x="151282" y="22796"/>
                  </a:lnTo>
                  <a:lnTo>
                    <a:pt x="150202" y="22529"/>
                  </a:lnTo>
                  <a:lnTo>
                    <a:pt x="147574" y="22707"/>
                  </a:lnTo>
                  <a:lnTo>
                    <a:pt x="146951" y="22936"/>
                  </a:lnTo>
                  <a:lnTo>
                    <a:pt x="147091" y="22212"/>
                  </a:lnTo>
                  <a:lnTo>
                    <a:pt x="147015" y="20688"/>
                  </a:lnTo>
                  <a:lnTo>
                    <a:pt x="146939" y="19164"/>
                  </a:lnTo>
                  <a:lnTo>
                    <a:pt x="146608" y="17932"/>
                  </a:lnTo>
                  <a:lnTo>
                    <a:pt x="146545" y="23495"/>
                  </a:lnTo>
                  <a:lnTo>
                    <a:pt x="146545" y="17945"/>
                  </a:lnTo>
                  <a:lnTo>
                    <a:pt x="159448" y="2781"/>
                  </a:lnTo>
                  <a:lnTo>
                    <a:pt x="159296" y="3733"/>
                  </a:lnTo>
                  <a:lnTo>
                    <a:pt x="159435" y="6807"/>
                  </a:lnTo>
                  <a:lnTo>
                    <a:pt x="159613" y="7493"/>
                  </a:lnTo>
                  <a:lnTo>
                    <a:pt x="159042" y="7340"/>
                  </a:lnTo>
                  <a:lnTo>
                    <a:pt x="157734" y="7429"/>
                  </a:lnTo>
                  <a:lnTo>
                    <a:pt x="156425" y="7505"/>
                  </a:lnTo>
                  <a:lnTo>
                    <a:pt x="155371" y="7899"/>
                  </a:lnTo>
                  <a:lnTo>
                    <a:pt x="155409" y="8699"/>
                  </a:lnTo>
                  <a:lnTo>
                    <a:pt x="156489" y="8966"/>
                  </a:lnTo>
                  <a:lnTo>
                    <a:pt x="159118" y="8801"/>
                  </a:lnTo>
                  <a:lnTo>
                    <a:pt x="159702" y="8585"/>
                  </a:lnTo>
                  <a:lnTo>
                    <a:pt x="159575" y="9283"/>
                  </a:lnTo>
                  <a:lnTo>
                    <a:pt x="159651" y="10820"/>
                  </a:lnTo>
                  <a:lnTo>
                    <a:pt x="159727" y="12344"/>
                  </a:lnTo>
                  <a:lnTo>
                    <a:pt x="160058" y="13576"/>
                  </a:lnTo>
                  <a:lnTo>
                    <a:pt x="160756" y="13525"/>
                  </a:lnTo>
                  <a:lnTo>
                    <a:pt x="160972" y="12268"/>
                  </a:lnTo>
                  <a:lnTo>
                    <a:pt x="160820" y="9207"/>
                  </a:lnTo>
                  <a:lnTo>
                    <a:pt x="160629" y="8521"/>
                  </a:lnTo>
                  <a:lnTo>
                    <a:pt x="161251" y="8661"/>
                  </a:lnTo>
                  <a:lnTo>
                    <a:pt x="162560" y="8585"/>
                  </a:lnTo>
                  <a:lnTo>
                    <a:pt x="163868" y="8496"/>
                  </a:lnTo>
                  <a:lnTo>
                    <a:pt x="164922" y="8115"/>
                  </a:lnTo>
                  <a:lnTo>
                    <a:pt x="164909" y="7988"/>
                  </a:lnTo>
                  <a:lnTo>
                    <a:pt x="173647" y="18161"/>
                  </a:lnTo>
                  <a:lnTo>
                    <a:pt x="172986" y="18199"/>
                  </a:lnTo>
                  <a:lnTo>
                    <a:pt x="172770" y="19456"/>
                  </a:lnTo>
                  <a:lnTo>
                    <a:pt x="172910" y="22517"/>
                  </a:lnTo>
                  <a:lnTo>
                    <a:pt x="173088" y="23202"/>
                  </a:lnTo>
                  <a:lnTo>
                    <a:pt x="172516" y="23050"/>
                  </a:lnTo>
                  <a:lnTo>
                    <a:pt x="171208" y="23139"/>
                  </a:lnTo>
                  <a:lnTo>
                    <a:pt x="169900" y="23228"/>
                  </a:lnTo>
                  <a:lnTo>
                    <a:pt x="168846" y="23609"/>
                  </a:lnTo>
                  <a:lnTo>
                    <a:pt x="168884" y="24422"/>
                  </a:lnTo>
                  <a:lnTo>
                    <a:pt x="169964" y="24676"/>
                  </a:lnTo>
                  <a:lnTo>
                    <a:pt x="172593" y="24511"/>
                  </a:lnTo>
                  <a:lnTo>
                    <a:pt x="173177" y="24307"/>
                  </a:lnTo>
                  <a:lnTo>
                    <a:pt x="173050" y="25006"/>
                  </a:lnTo>
                  <a:lnTo>
                    <a:pt x="173126" y="26530"/>
                  </a:lnTo>
                  <a:lnTo>
                    <a:pt x="173189" y="28054"/>
                  </a:lnTo>
                  <a:lnTo>
                    <a:pt x="173532" y="29286"/>
                  </a:lnTo>
                  <a:lnTo>
                    <a:pt x="173748" y="29286"/>
                  </a:lnTo>
                  <a:lnTo>
                    <a:pt x="173748" y="18453"/>
                  </a:lnTo>
                  <a:lnTo>
                    <a:pt x="173672" y="18186"/>
                  </a:lnTo>
                  <a:lnTo>
                    <a:pt x="177673" y="22860"/>
                  </a:lnTo>
                  <a:lnTo>
                    <a:pt x="177673" y="18478"/>
                  </a:lnTo>
                  <a:lnTo>
                    <a:pt x="164198" y="2755"/>
                  </a:lnTo>
                  <a:lnTo>
                    <a:pt x="164198" y="7150"/>
                  </a:lnTo>
                  <a:lnTo>
                    <a:pt x="163804" y="7048"/>
                  </a:lnTo>
                  <a:lnTo>
                    <a:pt x="161175" y="7213"/>
                  </a:lnTo>
                  <a:lnTo>
                    <a:pt x="160553" y="7442"/>
                  </a:lnTo>
                  <a:lnTo>
                    <a:pt x="160693" y="6718"/>
                  </a:lnTo>
                  <a:lnTo>
                    <a:pt x="160616" y="5194"/>
                  </a:lnTo>
                  <a:lnTo>
                    <a:pt x="160540" y="3670"/>
                  </a:lnTo>
                  <a:lnTo>
                    <a:pt x="160210" y="2489"/>
                  </a:lnTo>
                  <a:lnTo>
                    <a:pt x="164198" y="7150"/>
                  </a:lnTo>
                  <a:lnTo>
                    <a:pt x="164198" y="2755"/>
                  </a:lnTo>
                  <a:lnTo>
                    <a:pt x="163715" y="2184"/>
                  </a:lnTo>
                  <a:lnTo>
                    <a:pt x="161836" y="0"/>
                  </a:lnTo>
                  <a:lnTo>
                    <a:pt x="160185" y="0"/>
                  </a:lnTo>
                  <a:lnTo>
                    <a:pt x="160185" y="2451"/>
                  </a:lnTo>
                  <a:lnTo>
                    <a:pt x="159727" y="2476"/>
                  </a:lnTo>
                  <a:lnTo>
                    <a:pt x="159969" y="2184"/>
                  </a:lnTo>
                  <a:lnTo>
                    <a:pt x="160185" y="2451"/>
                  </a:lnTo>
                  <a:lnTo>
                    <a:pt x="160185" y="0"/>
                  </a:lnTo>
                  <a:lnTo>
                    <a:pt x="158102" y="0"/>
                  </a:lnTo>
                  <a:lnTo>
                    <a:pt x="146024" y="14097"/>
                  </a:lnTo>
                  <a:lnTo>
                    <a:pt x="146024" y="22987"/>
                  </a:lnTo>
                  <a:lnTo>
                    <a:pt x="145440" y="22834"/>
                  </a:lnTo>
                  <a:lnTo>
                    <a:pt x="144132" y="22923"/>
                  </a:lnTo>
                  <a:lnTo>
                    <a:pt x="142824" y="22999"/>
                  </a:lnTo>
                  <a:lnTo>
                    <a:pt x="141795" y="23393"/>
                  </a:lnTo>
                  <a:lnTo>
                    <a:pt x="141795" y="24180"/>
                  </a:lnTo>
                  <a:lnTo>
                    <a:pt x="141465" y="23774"/>
                  </a:lnTo>
                  <a:lnTo>
                    <a:pt x="141770" y="23418"/>
                  </a:lnTo>
                  <a:lnTo>
                    <a:pt x="141795" y="24180"/>
                  </a:lnTo>
                  <a:lnTo>
                    <a:pt x="141795" y="23393"/>
                  </a:lnTo>
                  <a:lnTo>
                    <a:pt x="145770" y="18745"/>
                  </a:lnTo>
                  <a:lnTo>
                    <a:pt x="145694" y="19227"/>
                  </a:lnTo>
                  <a:lnTo>
                    <a:pt x="145846" y="22301"/>
                  </a:lnTo>
                  <a:lnTo>
                    <a:pt x="146024" y="22987"/>
                  </a:lnTo>
                  <a:lnTo>
                    <a:pt x="146024" y="14097"/>
                  </a:lnTo>
                  <a:lnTo>
                    <a:pt x="137718" y="23774"/>
                  </a:lnTo>
                  <a:lnTo>
                    <a:pt x="159969" y="49720"/>
                  </a:lnTo>
                  <a:lnTo>
                    <a:pt x="163715" y="45351"/>
                  </a:lnTo>
                  <a:lnTo>
                    <a:pt x="182219" y="23774"/>
                  </a:lnTo>
                  <a:close/>
                </a:path>
                <a:path w="244475" h="81915">
                  <a:moveTo>
                    <a:pt x="244284" y="55372"/>
                  </a:moveTo>
                  <a:lnTo>
                    <a:pt x="240538" y="51015"/>
                  </a:lnTo>
                  <a:lnTo>
                    <a:pt x="240538" y="55372"/>
                  </a:lnTo>
                  <a:lnTo>
                    <a:pt x="222034" y="76962"/>
                  </a:lnTo>
                  <a:lnTo>
                    <a:pt x="217233" y="71386"/>
                  </a:lnTo>
                  <a:lnTo>
                    <a:pt x="218313" y="71640"/>
                  </a:lnTo>
                  <a:lnTo>
                    <a:pt x="220941" y="71462"/>
                  </a:lnTo>
                  <a:lnTo>
                    <a:pt x="221513" y="71259"/>
                  </a:lnTo>
                  <a:lnTo>
                    <a:pt x="221399" y="71958"/>
                  </a:lnTo>
                  <a:lnTo>
                    <a:pt x="221475" y="73482"/>
                  </a:lnTo>
                  <a:lnTo>
                    <a:pt x="221538" y="75018"/>
                  </a:lnTo>
                  <a:lnTo>
                    <a:pt x="221881" y="76238"/>
                  </a:lnTo>
                  <a:lnTo>
                    <a:pt x="222567" y="76200"/>
                  </a:lnTo>
                  <a:lnTo>
                    <a:pt x="222783" y="74942"/>
                  </a:lnTo>
                  <a:lnTo>
                    <a:pt x="222643" y="71869"/>
                  </a:lnTo>
                  <a:lnTo>
                    <a:pt x="222453" y="71196"/>
                  </a:lnTo>
                  <a:lnTo>
                    <a:pt x="223062" y="71335"/>
                  </a:lnTo>
                  <a:lnTo>
                    <a:pt x="224370" y="71247"/>
                  </a:lnTo>
                  <a:lnTo>
                    <a:pt x="225691" y="71170"/>
                  </a:lnTo>
                  <a:lnTo>
                    <a:pt x="226733" y="70777"/>
                  </a:lnTo>
                  <a:lnTo>
                    <a:pt x="226720" y="70370"/>
                  </a:lnTo>
                  <a:lnTo>
                    <a:pt x="226695" y="69977"/>
                  </a:lnTo>
                  <a:lnTo>
                    <a:pt x="225628" y="69710"/>
                  </a:lnTo>
                  <a:lnTo>
                    <a:pt x="222999" y="69875"/>
                  </a:lnTo>
                  <a:lnTo>
                    <a:pt x="222377" y="70116"/>
                  </a:lnTo>
                  <a:lnTo>
                    <a:pt x="222504" y="69392"/>
                  </a:lnTo>
                  <a:lnTo>
                    <a:pt x="222427" y="67868"/>
                  </a:lnTo>
                  <a:lnTo>
                    <a:pt x="222351" y="66332"/>
                  </a:lnTo>
                  <a:lnTo>
                    <a:pt x="222021" y="65112"/>
                  </a:lnTo>
                  <a:lnTo>
                    <a:pt x="221348" y="65151"/>
                  </a:lnTo>
                  <a:lnTo>
                    <a:pt x="221107" y="66408"/>
                  </a:lnTo>
                  <a:lnTo>
                    <a:pt x="221259" y="69481"/>
                  </a:lnTo>
                  <a:lnTo>
                    <a:pt x="221437" y="70154"/>
                  </a:lnTo>
                  <a:lnTo>
                    <a:pt x="220865" y="70015"/>
                  </a:lnTo>
                  <a:lnTo>
                    <a:pt x="219557" y="70091"/>
                  </a:lnTo>
                  <a:lnTo>
                    <a:pt x="218249" y="70180"/>
                  </a:lnTo>
                  <a:lnTo>
                    <a:pt x="217182" y="70561"/>
                  </a:lnTo>
                  <a:lnTo>
                    <a:pt x="217220" y="71374"/>
                  </a:lnTo>
                  <a:lnTo>
                    <a:pt x="203898" y="55816"/>
                  </a:lnTo>
                  <a:lnTo>
                    <a:pt x="204965" y="56070"/>
                  </a:lnTo>
                  <a:lnTo>
                    <a:pt x="207594" y="55905"/>
                  </a:lnTo>
                  <a:lnTo>
                    <a:pt x="208178" y="55689"/>
                  </a:lnTo>
                  <a:lnTo>
                    <a:pt x="208051" y="56388"/>
                  </a:lnTo>
                  <a:lnTo>
                    <a:pt x="208127" y="57912"/>
                  </a:lnTo>
                  <a:lnTo>
                    <a:pt x="208191" y="59448"/>
                  </a:lnTo>
                  <a:lnTo>
                    <a:pt x="208534" y="60667"/>
                  </a:lnTo>
                  <a:lnTo>
                    <a:pt x="209219" y="60629"/>
                  </a:lnTo>
                  <a:lnTo>
                    <a:pt x="209448" y="59372"/>
                  </a:lnTo>
                  <a:lnTo>
                    <a:pt x="209296" y="56299"/>
                  </a:lnTo>
                  <a:lnTo>
                    <a:pt x="209105" y="55626"/>
                  </a:lnTo>
                  <a:lnTo>
                    <a:pt x="209727" y="55765"/>
                  </a:lnTo>
                  <a:lnTo>
                    <a:pt x="211035" y="55676"/>
                  </a:lnTo>
                  <a:lnTo>
                    <a:pt x="212344" y="55600"/>
                  </a:lnTo>
                  <a:lnTo>
                    <a:pt x="213398" y="55206"/>
                  </a:lnTo>
                  <a:lnTo>
                    <a:pt x="213360" y="54406"/>
                  </a:lnTo>
                  <a:lnTo>
                    <a:pt x="212280" y="54140"/>
                  </a:lnTo>
                  <a:lnTo>
                    <a:pt x="209651" y="54305"/>
                  </a:lnTo>
                  <a:lnTo>
                    <a:pt x="209029" y="54546"/>
                  </a:lnTo>
                  <a:lnTo>
                    <a:pt x="209156" y="53822"/>
                  </a:lnTo>
                  <a:lnTo>
                    <a:pt x="209080" y="52298"/>
                  </a:lnTo>
                  <a:lnTo>
                    <a:pt x="209016" y="50761"/>
                  </a:lnTo>
                  <a:lnTo>
                    <a:pt x="208673" y="49542"/>
                  </a:lnTo>
                  <a:lnTo>
                    <a:pt x="208521" y="49555"/>
                  </a:lnTo>
                  <a:lnTo>
                    <a:pt x="222034" y="33794"/>
                  </a:lnTo>
                  <a:lnTo>
                    <a:pt x="240538" y="55372"/>
                  </a:lnTo>
                  <a:lnTo>
                    <a:pt x="240538" y="51015"/>
                  </a:lnTo>
                  <a:lnTo>
                    <a:pt x="225780" y="33794"/>
                  </a:lnTo>
                  <a:lnTo>
                    <a:pt x="222034" y="29425"/>
                  </a:lnTo>
                  <a:lnTo>
                    <a:pt x="208102" y="45681"/>
                  </a:lnTo>
                  <a:lnTo>
                    <a:pt x="208102" y="54597"/>
                  </a:lnTo>
                  <a:lnTo>
                    <a:pt x="207518" y="54444"/>
                  </a:lnTo>
                  <a:lnTo>
                    <a:pt x="206209" y="54533"/>
                  </a:lnTo>
                  <a:lnTo>
                    <a:pt x="204901" y="54610"/>
                  </a:lnTo>
                  <a:lnTo>
                    <a:pt x="203847" y="55003"/>
                  </a:lnTo>
                  <a:lnTo>
                    <a:pt x="203873" y="55791"/>
                  </a:lnTo>
                  <a:lnTo>
                    <a:pt x="203530" y="55372"/>
                  </a:lnTo>
                  <a:lnTo>
                    <a:pt x="203847" y="55003"/>
                  </a:lnTo>
                  <a:lnTo>
                    <a:pt x="207848" y="50330"/>
                  </a:lnTo>
                  <a:lnTo>
                    <a:pt x="207772" y="50838"/>
                  </a:lnTo>
                  <a:lnTo>
                    <a:pt x="207911" y="53911"/>
                  </a:lnTo>
                  <a:lnTo>
                    <a:pt x="208102" y="54597"/>
                  </a:lnTo>
                  <a:lnTo>
                    <a:pt x="208102" y="45681"/>
                  </a:lnTo>
                  <a:lnTo>
                    <a:pt x="201066" y="53886"/>
                  </a:lnTo>
                  <a:lnTo>
                    <a:pt x="198615" y="51028"/>
                  </a:lnTo>
                  <a:lnTo>
                    <a:pt x="198615" y="55372"/>
                  </a:lnTo>
                  <a:lnTo>
                    <a:pt x="194475" y="60198"/>
                  </a:lnTo>
                  <a:lnTo>
                    <a:pt x="194589" y="59588"/>
                  </a:lnTo>
                  <a:lnTo>
                    <a:pt x="194437" y="56527"/>
                  </a:lnTo>
                  <a:lnTo>
                    <a:pt x="194246" y="55854"/>
                  </a:lnTo>
                  <a:lnTo>
                    <a:pt x="194868" y="55994"/>
                  </a:lnTo>
                  <a:lnTo>
                    <a:pt x="196176" y="55905"/>
                  </a:lnTo>
                  <a:lnTo>
                    <a:pt x="197485" y="55816"/>
                  </a:lnTo>
                  <a:lnTo>
                    <a:pt x="198539" y="55435"/>
                  </a:lnTo>
                  <a:lnTo>
                    <a:pt x="198526" y="55283"/>
                  </a:lnTo>
                  <a:lnTo>
                    <a:pt x="198615" y="51028"/>
                  </a:lnTo>
                  <a:lnTo>
                    <a:pt x="197827" y="50114"/>
                  </a:lnTo>
                  <a:lnTo>
                    <a:pt x="197827" y="54470"/>
                  </a:lnTo>
                  <a:lnTo>
                    <a:pt x="197421" y="54368"/>
                  </a:lnTo>
                  <a:lnTo>
                    <a:pt x="194792" y="54533"/>
                  </a:lnTo>
                  <a:lnTo>
                    <a:pt x="194170" y="54762"/>
                  </a:lnTo>
                  <a:lnTo>
                    <a:pt x="194310" y="54051"/>
                  </a:lnTo>
                  <a:lnTo>
                    <a:pt x="194233" y="52514"/>
                  </a:lnTo>
                  <a:lnTo>
                    <a:pt x="194157" y="50990"/>
                  </a:lnTo>
                  <a:lnTo>
                    <a:pt x="193890" y="50038"/>
                  </a:lnTo>
                  <a:lnTo>
                    <a:pt x="193890" y="60883"/>
                  </a:lnTo>
                  <a:lnTo>
                    <a:pt x="180111" y="76962"/>
                  </a:lnTo>
                  <a:lnTo>
                    <a:pt x="175323" y="71386"/>
                  </a:lnTo>
                  <a:lnTo>
                    <a:pt x="176377" y="71640"/>
                  </a:lnTo>
                  <a:lnTo>
                    <a:pt x="179006" y="71462"/>
                  </a:lnTo>
                  <a:lnTo>
                    <a:pt x="179590" y="71259"/>
                  </a:lnTo>
                  <a:lnTo>
                    <a:pt x="179463" y="71958"/>
                  </a:lnTo>
                  <a:lnTo>
                    <a:pt x="179539" y="73482"/>
                  </a:lnTo>
                  <a:lnTo>
                    <a:pt x="179616" y="75018"/>
                  </a:lnTo>
                  <a:lnTo>
                    <a:pt x="179946" y="76238"/>
                  </a:lnTo>
                  <a:lnTo>
                    <a:pt x="180644" y="76200"/>
                  </a:lnTo>
                  <a:lnTo>
                    <a:pt x="180860" y="74942"/>
                  </a:lnTo>
                  <a:lnTo>
                    <a:pt x="180721" y="71869"/>
                  </a:lnTo>
                  <a:lnTo>
                    <a:pt x="180517" y="71196"/>
                  </a:lnTo>
                  <a:lnTo>
                    <a:pt x="181140" y="71335"/>
                  </a:lnTo>
                  <a:lnTo>
                    <a:pt x="182448" y="71247"/>
                  </a:lnTo>
                  <a:lnTo>
                    <a:pt x="183756" y="71170"/>
                  </a:lnTo>
                  <a:lnTo>
                    <a:pt x="184810" y="70777"/>
                  </a:lnTo>
                  <a:lnTo>
                    <a:pt x="184772" y="69977"/>
                  </a:lnTo>
                  <a:lnTo>
                    <a:pt x="183692" y="69710"/>
                  </a:lnTo>
                  <a:lnTo>
                    <a:pt x="181063" y="69875"/>
                  </a:lnTo>
                  <a:lnTo>
                    <a:pt x="180441" y="70116"/>
                  </a:lnTo>
                  <a:lnTo>
                    <a:pt x="180581" y="69392"/>
                  </a:lnTo>
                  <a:lnTo>
                    <a:pt x="180505" y="67868"/>
                  </a:lnTo>
                  <a:lnTo>
                    <a:pt x="180428" y="66332"/>
                  </a:lnTo>
                  <a:lnTo>
                    <a:pt x="180098" y="65112"/>
                  </a:lnTo>
                  <a:lnTo>
                    <a:pt x="179400" y="65151"/>
                  </a:lnTo>
                  <a:lnTo>
                    <a:pt x="179184" y="66408"/>
                  </a:lnTo>
                  <a:lnTo>
                    <a:pt x="179336" y="69481"/>
                  </a:lnTo>
                  <a:lnTo>
                    <a:pt x="179514" y="70154"/>
                  </a:lnTo>
                  <a:lnTo>
                    <a:pt x="178930" y="70015"/>
                  </a:lnTo>
                  <a:lnTo>
                    <a:pt x="177622" y="70091"/>
                  </a:lnTo>
                  <a:lnTo>
                    <a:pt x="176314" y="70180"/>
                  </a:lnTo>
                  <a:lnTo>
                    <a:pt x="175260" y="70561"/>
                  </a:lnTo>
                  <a:lnTo>
                    <a:pt x="175285" y="71348"/>
                  </a:lnTo>
                  <a:lnTo>
                    <a:pt x="161975" y="55816"/>
                  </a:lnTo>
                  <a:lnTo>
                    <a:pt x="163029" y="56070"/>
                  </a:lnTo>
                  <a:lnTo>
                    <a:pt x="165658" y="55905"/>
                  </a:lnTo>
                  <a:lnTo>
                    <a:pt x="166243" y="55689"/>
                  </a:lnTo>
                  <a:lnTo>
                    <a:pt x="166128" y="56388"/>
                  </a:lnTo>
                  <a:lnTo>
                    <a:pt x="166192" y="57912"/>
                  </a:lnTo>
                  <a:lnTo>
                    <a:pt x="166268" y="59448"/>
                  </a:lnTo>
                  <a:lnTo>
                    <a:pt x="166598" y="60667"/>
                  </a:lnTo>
                  <a:lnTo>
                    <a:pt x="167297" y="60629"/>
                  </a:lnTo>
                  <a:lnTo>
                    <a:pt x="167513" y="59372"/>
                  </a:lnTo>
                  <a:lnTo>
                    <a:pt x="167373" y="56299"/>
                  </a:lnTo>
                  <a:lnTo>
                    <a:pt x="167170" y="55626"/>
                  </a:lnTo>
                  <a:lnTo>
                    <a:pt x="167792" y="55765"/>
                  </a:lnTo>
                  <a:lnTo>
                    <a:pt x="169100" y="55676"/>
                  </a:lnTo>
                  <a:lnTo>
                    <a:pt x="170408" y="55600"/>
                  </a:lnTo>
                  <a:lnTo>
                    <a:pt x="171462" y="55206"/>
                  </a:lnTo>
                  <a:lnTo>
                    <a:pt x="171424" y="54406"/>
                  </a:lnTo>
                  <a:lnTo>
                    <a:pt x="170345" y="54140"/>
                  </a:lnTo>
                  <a:lnTo>
                    <a:pt x="167716" y="54305"/>
                  </a:lnTo>
                  <a:lnTo>
                    <a:pt x="167093" y="54546"/>
                  </a:lnTo>
                  <a:lnTo>
                    <a:pt x="167233" y="53822"/>
                  </a:lnTo>
                  <a:lnTo>
                    <a:pt x="167157" y="52298"/>
                  </a:lnTo>
                  <a:lnTo>
                    <a:pt x="167081" y="50761"/>
                  </a:lnTo>
                  <a:lnTo>
                    <a:pt x="166751" y="49542"/>
                  </a:lnTo>
                  <a:lnTo>
                    <a:pt x="166598" y="49555"/>
                  </a:lnTo>
                  <a:lnTo>
                    <a:pt x="179590" y="34391"/>
                  </a:lnTo>
                  <a:lnTo>
                    <a:pt x="179438" y="35344"/>
                  </a:lnTo>
                  <a:lnTo>
                    <a:pt x="179590" y="38417"/>
                  </a:lnTo>
                  <a:lnTo>
                    <a:pt x="179768" y="39103"/>
                  </a:lnTo>
                  <a:lnTo>
                    <a:pt x="179184" y="38950"/>
                  </a:lnTo>
                  <a:lnTo>
                    <a:pt x="177876" y="39039"/>
                  </a:lnTo>
                  <a:lnTo>
                    <a:pt x="176568" y="39116"/>
                  </a:lnTo>
                  <a:lnTo>
                    <a:pt x="175514" y="39509"/>
                  </a:lnTo>
                  <a:lnTo>
                    <a:pt x="175552" y="40309"/>
                  </a:lnTo>
                  <a:lnTo>
                    <a:pt x="176631" y="40576"/>
                  </a:lnTo>
                  <a:lnTo>
                    <a:pt x="179260" y="40411"/>
                  </a:lnTo>
                  <a:lnTo>
                    <a:pt x="179844" y="40195"/>
                  </a:lnTo>
                  <a:lnTo>
                    <a:pt x="179730" y="40894"/>
                  </a:lnTo>
                  <a:lnTo>
                    <a:pt x="179793" y="42418"/>
                  </a:lnTo>
                  <a:lnTo>
                    <a:pt x="179870" y="43954"/>
                  </a:lnTo>
                  <a:lnTo>
                    <a:pt x="180200" y="45173"/>
                  </a:lnTo>
                  <a:lnTo>
                    <a:pt x="180898" y="45135"/>
                  </a:lnTo>
                  <a:lnTo>
                    <a:pt x="181114" y="43878"/>
                  </a:lnTo>
                  <a:lnTo>
                    <a:pt x="180975" y="40817"/>
                  </a:lnTo>
                  <a:lnTo>
                    <a:pt x="180771" y="40132"/>
                  </a:lnTo>
                  <a:lnTo>
                    <a:pt x="181394" y="40271"/>
                  </a:lnTo>
                  <a:lnTo>
                    <a:pt x="182702" y="40195"/>
                  </a:lnTo>
                  <a:lnTo>
                    <a:pt x="184010" y="40106"/>
                  </a:lnTo>
                  <a:lnTo>
                    <a:pt x="185064" y="39712"/>
                  </a:lnTo>
                  <a:lnTo>
                    <a:pt x="185051" y="39585"/>
                  </a:lnTo>
                  <a:lnTo>
                    <a:pt x="193802" y="49771"/>
                  </a:lnTo>
                  <a:lnTo>
                    <a:pt x="193128" y="49809"/>
                  </a:lnTo>
                  <a:lnTo>
                    <a:pt x="192913" y="51066"/>
                  </a:lnTo>
                  <a:lnTo>
                    <a:pt x="193052" y="54127"/>
                  </a:lnTo>
                  <a:lnTo>
                    <a:pt x="193230" y="54813"/>
                  </a:lnTo>
                  <a:lnTo>
                    <a:pt x="192659" y="54660"/>
                  </a:lnTo>
                  <a:lnTo>
                    <a:pt x="191350" y="54749"/>
                  </a:lnTo>
                  <a:lnTo>
                    <a:pt x="190042" y="54838"/>
                  </a:lnTo>
                  <a:lnTo>
                    <a:pt x="189001" y="55219"/>
                  </a:lnTo>
                  <a:lnTo>
                    <a:pt x="189001" y="55626"/>
                  </a:lnTo>
                  <a:lnTo>
                    <a:pt x="189026" y="56019"/>
                  </a:lnTo>
                  <a:lnTo>
                    <a:pt x="190106" y="56286"/>
                  </a:lnTo>
                  <a:lnTo>
                    <a:pt x="192735" y="56121"/>
                  </a:lnTo>
                  <a:lnTo>
                    <a:pt x="193319" y="55905"/>
                  </a:lnTo>
                  <a:lnTo>
                    <a:pt x="193192" y="56603"/>
                  </a:lnTo>
                  <a:lnTo>
                    <a:pt x="193268" y="58140"/>
                  </a:lnTo>
                  <a:lnTo>
                    <a:pt x="193344" y="59664"/>
                  </a:lnTo>
                  <a:lnTo>
                    <a:pt x="193675" y="60896"/>
                  </a:lnTo>
                  <a:lnTo>
                    <a:pt x="193890" y="60883"/>
                  </a:lnTo>
                  <a:lnTo>
                    <a:pt x="193890" y="50038"/>
                  </a:lnTo>
                  <a:lnTo>
                    <a:pt x="193827" y="49809"/>
                  </a:lnTo>
                  <a:lnTo>
                    <a:pt x="197827" y="54470"/>
                  </a:lnTo>
                  <a:lnTo>
                    <a:pt x="197827" y="50114"/>
                  </a:lnTo>
                  <a:lnTo>
                    <a:pt x="184327" y="34353"/>
                  </a:lnTo>
                  <a:lnTo>
                    <a:pt x="184327" y="38747"/>
                  </a:lnTo>
                  <a:lnTo>
                    <a:pt x="183946" y="38646"/>
                  </a:lnTo>
                  <a:lnTo>
                    <a:pt x="181317" y="38823"/>
                  </a:lnTo>
                  <a:lnTo>
                    <a:pt x="180695" y="39052"/>
                  </a:lnTo>
                  <a:lnTo>
                    <a:pt x="180835" y="38328"/>
                  </a:lnTo>
                  <a:lnTo>
                    <a:pt x="180759" y="36804"/>
                  </a:lnTo>
                  <a:lnTo>
                    <a:pt x="180682" y="35267"/>
                  </a:lnTo>
                  <a:lnTo>
                    <a:pt x="180352" y="34099"/>
                  </a:lnTo>
                  <a:lnTo>
                    <a:pt x="184327" y="38747"/>
                  </a:lnTo>
                  <a:lnTo>
                    <a:pt x="184327" y="34353"/>
                  </a:lnTo>
                  <a:lnTo>
                    <a:pt x="183857" y="33794"/>
                  </a:lnTo>
                  <a:lnTo>
                    <a:pt x="180327" y="29679"/>
                  </a:lnTo>
                  <a:lnTo>
                    <a:pt x="180327" y="34061"/>
                  </a:lnTo>
                  <a:lnTo>
                    <a:pt x="179870" y="34086"/>
                  </a:lnTo>
                  <a:lnTo>
                    <a:pt x="180111" y="33794"/>
                  </a:lnTo>
                  <a:lnTo>
                    <a:pt x="180327" y="34061"/>
                  </a:lnTo>
                  <a:lnTo>
                    <a:pt x="180327" y="29679"/>
                  </a:lnTo>
                  <a:lnTo>
                    <a:pt x="180111" y="29425"/>
                  </a:lnTo>
                  <a:lnTo>
                    <a:pt x="166166" y="45707"/>
                  </a:lnTo>
                  <a:lnTo>
                    <a:pt x="166166" y="54597"/>
                  </a:lnTo>
                  <a:lnTo>
                    <a:pt x="165582" y="54444"/>
                  </a:lnTo>
                  <a:lnTo>
                    <a:pt x="164274" y="54533"/>
                  </a:lnTo>
                  <a:lnTo>
                    <a:pt x="162966" y="54610"/>
                  </a:lnTo>
                  <a:lnTo>
                    <a:pt x="161937" y="55003"/>
                  </a:lnTo>
                  <a:lnTo>
                    <a:pt x="161937" y="55778"/>
                  </a:lnTo>
                  <a:lnTo>
                    <a:pt x="161607" y="55372"/>
                  </a:lnTo>
                  <a:lnTo>
                    <a:pt x="161912" y="55016"/>
                  </a:lnTo>
                  <a:lnTo>
                    <a:pt x="161937" y="55778"/>
                  </a:lnTo>
                  <a:lnTo>
                    <a:pt x="161937" y="55003"/>
                  </a:lnTo>
                  <a:lnTo>
                    <a:pt x="165925" y="50342"/>
                  </a:lnTo>
                  <a:lnTo>
                    <a:pt x="165836" y="50838"/>
                  </a:lnTo>
                  <a:lnTo>
                    <a:pt x="165989" y="53911"/>
                  </a:lnTo>
                  <a:lnTo>
                    <a:pt x="166166" y="54597"/>
                  </a:lnTo>
                  <a:lnTo>
                    <a:pt x="166166" y="45707"/>
                  </a:lnTo>
                  <a:lnTo>
                    <a:pt x="157873" y="55372"/>
                  </a:lnTo>
                  <a:lnTo>
                    <a:pt x="180111" y="81318"/>
                  </a:lnTo>
                  <a:lnTo>
                    <a:pt x="183857" y="76962"/>
                  </a:lnTo>
                  <a:lnTo>
                    <a:pt x="201079" y="56870"/>
                  </a:lnTo>
                  <a:lnTo>
                    <a:pt x="222034" y="81318"/>
                  </a:lnTo>
                  <a:lnTo>
                    <a:pt x="225780" y="76962"/>
                  </a:lnTo>
                  <a:lnTo>
                    <a:pt x="244284" y="55372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 descr=""/>
            <p:cNvSpPr/>
            <p:nvPr/>
          </p:nvSpPr>
          <p:spPr>
            <a:xfrm>
              <a:off x="10921949" y="6481959"/>
              <a:ext cx="147955" cy="81915"/>
            </a:xfrm>
            <a:custGeom>
              <a:avLst/>
              <a:gdLst/>
              <a:ahLst/>
              <a:cxnLst/>
              <a:rect l="l" t="t" r="r" b="b"/>
              <a:pathLst>
                <a:path w="147954" h="81915">
                  <a:moveTo>
                    <a:pt x="36233" y="0"/>
                  </a:moveTo>
                  <a:lnTo>
                    <a:pt x="32486" y="0"/>
                  </a:lnTo>
                  <a:lnTo>
                    <a:pt x="22250" y="11938"/>
                  </a:lnTo>
                  <a:lnTo>
                    <a:pt x="12014" y="0"/>
                  </a:lnTo>
                  <a:lnTo>
                    <a:pt x="8267" y="0"/>
                  </a:lnTo>
                  <a:lnTo>
                    <a:pt x="22250" y="16306"/>
                  </a:lnTo>
                  <a:lnTo>
                    <a:pt x="25996" y="11938"/>
                  </a:lnTo>
                  <a:lnTo>
                    <a:pt x="36233" y="0"/>
                  </a:lnTo>
                  <a:close/>
                </a:path>
                <a:path w="147954" h="81915">
                  <a:moveTo>
                    <a:pt x="44500" y="55372"/>
                  </a:moveTo>
                  <a:lnTo>
                    <a:pt x="40754" y="51015"/>
                  </a:lnTo>
                  <a:lnTo>
                    <a:pt x="40754" y="55372"/>
                  </a:lnTo>
                  <a:lnTo>
                    <a:pt x="36614" y="60198"/>
                  </a:lnTo>
                  <a:lnTo>
                    <a:pt x="36728" y="59588"/>
                  </a:lnTo>
                  <a:lnTo>
                    <a:pt x="36588" y="56527"/>
                  </a:lnTo>
                  <a:lnTo>
                    <a:pt x="36398" y="55854"/>
                  </a:lnTo>
                  <a:lnTo>
                    <a:pt x="37007" y="55994"/>
                  </a:lnTo>
                  <a:lnTo>
                    <a:pt x="38315" y="55905"/>
                  </a:lnTo>
                  <a:lnTo>
                    <a:pt x="39624" y="55816"/>
                  </a:lnTo>
                  <a:lnTo>
                    <a:pt x="40690" y="55435"/>
                  </a:lnTo>
                  <a:lnTo>
                    <a:pt x="40678" y="55295"/>
                  </a:lnTo>
                  <a:lnTo>
                    <a:pt x="40754" y="51015"/>
                  </a:lnTo>
                  <a:lnTo>
                    <a:pt x="39966" y="50088"/>
                  </a:lnTo>
                  <a:lnTo>
                    <a:pt x="39966" y="54470"/>
                  </a:lnTo>
                  <a:lnTo>
                    <a:pt x="39560" y="54368"/>
                  </a:lnTo>
                  <a:lnTo>
                    <a:pt x="36931" y="54533"/>
                  </a:lnTo>
                  <a:lnTo>
                    <a:pt x="36309" y="54762"/>
                  </a:lnTo>
                  <a:lnTo>
                    <a:pt x="36449" y="54051"/>
                  </a:lnTo>
                  <a:lnTo>
                    <a:pt x="36372" y="52514"/>
                  </a:lnTo>
                  <a:lnTo>
                    <a:pt x="36296" y="50990"/>
                  </a:lnTo>
                  <a:lnTo>
                    <a:pt x="36029" y="50038"/>
                  </a:lnTo>
                  <a:lnTo>
                    <a:pt x="36029" y="60883"/>
                  </a:lnTo>
                  <a:lnTo>
                    <a:pt x="22250" y="76962"/>
                  </a:lnTo>
                  <a:lnTo>
                    <a:pt x="17449" y="71386"/>
                  </a:lnTo>
                  <a:lnTo>
                    <a:pt x="18529" y="71640"/>
                  </a:lnTo>
                  <a:lnTo>
                    <a:pt x="21158" y="71462"/>
                  </a:lnTo>
                  <a:lnTo>
                    <a:pt x="21729" y="71259"/>
                  </a:lnTo>
                  <a:lnTo>
                    <a:pt x="21615" y="71958"/>
                  </a:lnTo>
                  <a:lnTo>
                    <a:pt x="21691" y="73482"/>
                  </a:lnTo>
                  <a:lnTo>
                    <a:pt x="21755" y="75018"/>
                  </a:lnTo>
                  <a:lnTo>
                    <a:pt x="22098" y="76238"/>
                  </a:lnTo>
                  <a:lnTo>
                    <a:pt x="22771" y="76200"/>
                  </a:lnTo>
                  <a:lnTo>
                    <a:pt x="23012" y="74942"/>
                  </a:lnTo>
                  <a:lnTo>
                    <a:pt x="22860" y="71869"/>
                  </a:lnTo>
                  <a:lnTo>
                    <a:pt x="22669" y="71196"/>
                  </a:lnTo>
                  <a:lnTo>
                    <a:pt x="23279" y="71335"/>
                  </a:lnTo>
                  <a:lnTo>
                    <a:pt x="24587" y="71247"/>
                  </a:lnTo>
                  <a:lnTo>
                    <a:pt x="25895" y="71170"/>
                  </a:lnTo>
                  <a:lnTo>
                    <a:pt x="26962" y="70777"/>
                  </a:lnTo>
                  <a:lnTo>
                    <a:pt x="26911" y="69977"/>
                  </a:lnTo>
                  <a:lnTo>
                    <a:pt x="25831" y="69710"/>
                  </a:lnTo>
                  <a:lnTo>
                    <a:pt x="23215" y="69875"/>
                  </a:lnTo>
                  <a:lnTo>
                    <a:pt x="22593" y="70116"/>
                  </a:lnTo>
                  <a:lnTo>
                    <a:pt x="22720" y="69392"/>
                  </a:lnTo>
                  <a:lnTo>
                    <a:pt x="22644" y="67868"/>
                  </a:lnTo>
                  <a:lnTo>
                    <a:pt x="22580" y="66332"/>
                  </a:lnTo>
                  <a:lnTo>
                    <a:pt x="22237" y="65112"/>
                  </a:lnTo>
                  <a:lnTo>
                    <a:pt x="21551" y="65151"/>
                  </a:lnTo>
                  <a:lnTo>
                    <a:pt x="21323" y="66408"/>
                  </a:lnTo>
                  <a:lnTo>
                    <a:pt x="21475" y="69481"/>
                  </a:lnTo>
                  <a:lnTo>
                    <a:pt x="21653" y="70154"/>
                  </a:lnTo>
                  <a:lnTo>
                    <a:pt x="21082" y="70015"/>
                  </a:lnTo>
                  <a:lnTo>
                    <a:pt x="19773" y="70091"/>
                  </a:lnTo>
                  <a:lnTo>
                    <a:pt x="18465" y="70180"/>
                  </a:lnTo>
                  <a:lnTo>
                    <a:pt x="17399" y="70561"/>
                  </a:lnTo>
                  <a:lnTo>
                    <a:pt x="17437" y="71374"/>
                  </a:lnTo>
                  <a:lnTo>
                    <a:pt x="4114" y="55816"/>
                  </a:lnTo>
                  <a:lnTo>
                    <a:pt x="5181" y="56070"/>
                  </a:lnTo>
                  <a:lnTo>
                    <a:pt x="7810" y="55905"/>
                  </a:lnTo>
                  <a:lnTo>
                    <a:pt x="8382" y="55689"/>
                  </a:lnTo>
                  <a:lnTo>
                    <a:pt x="8267" y="56388"/>
                  </a:lnTo>
                  <a:lnTo>
                    <a:pt x="8343" y="57912"/>
                  </a:lnTo>
                  <a:lnTo>
                    <a:pt x="8407" y="59448"/>
                  </a:lnTo>
                  <a:lnTo>
                    <a:pt x="8750" y="60667"/>
                  </a:lnTo>
                  <a:lnTo>
                    <a:pt x="9436" y="60629"/>
                  </a:lnTo>
                  <a:lnTo>
                    <a:pt x="9664" y="59372"/>
                  </a:lnTo>
                  <a:lnTo>
                    <a:pt x="9512" y="56299"/>
                  </a:lnTo>
                  <a:lnTo>
                    <a:pt x="9321" y="55626"/>
                  </a:lnTo>
                  <a:lnTo>
                    <a:pt x="9931" y="55765"/>
                  </a:lnTo>
                  <a:lnTo>
                    <a:pt x="11239" y="55676"/>
                  </a:lnTo>
                  <a:lnTo>
                    <a:pt x="12560" y="55600"/>
                  </a:lnTo>
                  <a:lnTo>
                    <a:pt x="13614" y="55206"/>
                  </a:lnTo>
                  <a:lnTo>
                    <a:pt x="13576" y="54406"/>
                  </a:lnTo>
                  <a:lnTo>
                    <a:pt x="12496" y="54140"/>
                  </a:lnTo>
                  <a:lnTo>
                    <a:pt x="9867" y="54305"/>
                  </a:lnTo>
                  <a:lnTo>
                    <a:pt x="9232" y="54546"/>
                  </a:lnTo>
                  <a:lnTo>
                    <a:pt x="9372" y="53822"/>
                  </a:lnTo>
                  <a:lnTo>
                    <a:pt x="9296" y="52298"/>
                  </a:lnTo>
                  <a:lnTo>
                    <a:pt x="9232" y="50761"/>
                  </a:lnTo>
                  <a:lnTo>
                    <a:pt x="8890" y="49542"/>
                  </a:lnTo>
                  <a:lnTo>
                    <a:pt x="8737" y="49555"/>
                  </a:lnTo>
                  <a:lnTo>
                    <a:pt x="21755" y="34366"/>
                  </a:lnTo>
                  <a:lnTo>
                    <a:pt x="21577" y="35344"/>
                  </a:lnTo>
                  <a:lnTo>
                    <a:pt x="21729" y="38417"/>
                  </a:lnTo>
                  <a:lnTo>
                    <a:pt x="21907" y="39103"/>
                  </a:lnTo>
                  <a:lnTo>
                    <a:pt x="21336" y="38950"/>
                  </a:lnTo>
                  <a:lnTo>
                    <a:pt x="20027" y="39039"/>
                  </a:lnTo>
                  <a:lnTo>
                    <a:pt x="18719" y="39116"/>
                  </a:lnTo>
                  <a:lnTo>
                    <a:pt x="17653" y="39509"/>
                  </a:lnTo>
                  <a:lnTo>
                    <a:pt x="17703" y="40309"/>
                  </a:lnTo>
                  <a:lnTo>
                    <a:pt x="18783" y="40576"/>
                  </a:lnTo>
                  <a:lnTo>
                    <a:pt x="21412" y="40411"/>
                  </a:lnTo>
                  <a:lnTo>
                    <a:pt x="21983" y="40195"/>
                  </a:lnTo>
                  <a:lnTo>
                    <a:pt x="21869" y="40894"/>
                  </a:lnTo>
                  <a:lnTo>
                    <a:pt x="21945" y="42418"/>
                  </a:lnTo>
                  <a:lnTo>
                    <a:pt x="22009" y="43954"/>
                  </a:lnTo>
                  <a:lnTo>
                    <a:pt x="22352" y="45173"/>
                  </a:lnTo>
                  <a:lnTo>
                    <a:pt x="23025" y="45135"/>
                  </a:lnTo>
                  <a:lnTo>
                    <a:pt x="23266" y="43878"/>
                  </a:lnTo>
                  <a:lnTo>
                    <a:pt x="23114" y="40817"/>
                  </a:lnTo>
                  <a:lnTo>
                    <a:pt x="22923" y="40132"/>
                  </a:lnTo>
                  <a:lnTo>
                    <a:pt x="23533" y="40271"/>
                  </a:lnTo>
                  <a:lnTo>
                    <a:pt x="24841" y="40195"/>
                  </a:lnTo>
                  <a:lnTo>
                    <a:pt x="26149" y="40106"/>
                  </a:lnTo>
                  <a:lnTo>
                    <a:pt x="27216" y="39712"/>
                  </a:lnTo>
                  <a:lnTo>
                    <a:pt x="35941" y="49771"/>
                  </a:lnTo>
                  <a:lnTo>
                    <a:pt x="35280" y="49809"/>
                  </a:lnTo>
                  <a:lnTo>
                    <a:pt x="35052" y="51066"/>
                  </a:lnTo>
                  <a:lnTo>
                    <a:pt x="35204" y="54127"/>
                  </a:lnTo>
                  <a:lnTo>
                    <a:pt x="35382" y="54813"/>
                  </a:lnTo>
                  <a:lnTo>
                    <a:pt x="34810" y="54660"/>
                  </a:lnTo>
                  <a:lnTo>
                    <a:pt x="33502" y="54749"/>
                  </a:lnTo>
                  <a:lnTo>
                    <a:pt x="32194" y="54838"/>
                  </a:lnTo>
                  <a:lnTo>
                    <a:pt x="31127" y="55219"/>
                  </a:lnTo>
                  <a:lnTo>
                    <a:pt x="31178" y="56019"/>
                  </a:lnTo>
                  <a:lnTo>
                    <a:pt x="32245" y="56286"/>
                  </a:lnTo>
                  <a:lnTo>
                    <a:pt x="34874" y="56121"/>
                  </a:lnTo>
                  <a:lnTo>
                    <a:pt x="35458" y="55905"/>
                  </a:lnTo>
                  <a:lnTo>
                    <a:pt x="35344" y="56603"/>
                  </a:lnTo>
                  <a:lnTo>
                    <a:pt x="35407" y="58140"/>
                  </a:lnTo>
                  <a:lnTo>
                    <a:pt x="35483" y="59664"/>
                  </a:lnTo>
                  <a:lnTo>
                    <a:pt x="35814" y="60896"/>
                  </a:lnTo>
                  <a:lnTo>
                    <a:pt x="36029" y="60883"/>
                  </a:lnTo>
                  <a:lnTo>
                    <a:pt x="36029" y="50038"/>
                  </a:lnTo>
                  <a:lnTo>
                    <a:pt x="35966" y="49809"/>
                  </a:lnTo>
                  <a:lnTo>
                    <a:pt x="39966" y="54470"/>
                  </a:lnTo>
                  <a:lnTo>
                    <a:pt x="39966" y="50088"/>
                  </a:lnTo>
                  <a:lnTo>
                    <a:pt x="26466" y="34353"/>
                  </a:lnTo>
                  <a:lnTo>
                    <a:pt x="26466" y="38747"/>
                  </a:lnTo>
                  <a:lnTo>
                    <a:pt x="26098" y="38646"/>
                  </a:lnTo>
                  <a:lnTo>
                    <a:pt x="23469" y="38823"/>
                  </a:lnTo>
                  <a:lnTo>
                    <a:pt x="22847" y="39052"/>
                  </a:lnTo>
                  <a:lnTo>
                    <a:pt x="22974" y="38328"/>
                  </a:lnTo>
                  <a:lnTo>
                    <a:pt x="22898" y="36804"/>
                  </a:lnTo>
                  <a:lnTo>
                    <a:pt x="22834" y="35267"/>
                  </a:lnTo>
                  <a:lnTo>
                    <a:pt x="22491" y="34099"/>
                  </a:lnTo>
                  <a:lnTo>
                    <a:pt x="26466" y="38747"/>
                  </a:lnTo>
                  <a:lnTo>
                    <a:pt x="26466" y="34353"/>
                  </a:lnTo>
                  <a:lnTo>
                    <a:pt x="25996" y="33794"/>
                  </a:lnTo>
                  <a:lnTo>
                    <a:pt x="22466" y="29679"/>
                  </a:lnTo>
                  <a:lnTo>
                    <a:pt x="22466" y="34061"/>
                  </a:lnTo>
                  <a:lnTo>
                    <a:pt x="22009" y="34086"/>
                  </a:lnTo>
                  <a:lnTo>
                    <a:pt x="22250" y="33794"/>
                  </a:lnTo>
                  <a:lnTo>
                    <a:pt x="22466" y="34061"/>
                  </a:lnTo>
                  <a:lnTo>
                    <a:pt x="22466" y="29679"/>
                  </a:lnTo>
                  <a:lnTo>
                    <a:pt x="22250" y="29425"/>
                  </a:lnTo>
                  <a:lnTo>
                    <a:pt x="8305" y="45694"/>
                  </a:lnTo>
                  <a:lnTo>
                    <a:pt x="8305" y="54597"/>
                  </a:lnTo>
                  <a:lnTo>
                    <a:pt x="7734" y="54444"/>
                  </a:lnTo>
                  <a:lnTo>
                    <a:pt x="6426" y="54533"/>
                  </a:lnTo>
                  <a:lnTo>
                    <a:pt x="5118" y="54610"/>
                  </a:lnTo>
                  <a:lnTo>
                    <a:pt x="4064" y="55003"/>
                  </a:lnTo>
                  <a:lnTo>
                    <a:pt x="4076" y="55410"/>
                  </a:lnTo>
                  <a:lnTo>
                    <a:pt x="4089" y="55791"/>
                  </a:lnTo>
                  <a:lnTo>
                    <a:pt x="3746" y="55372"/>
                  </a:lnTo>
                  <a:lnTo>
                    <a:pt x="4064" y="55003"/>
                  </a:lnTo>
                  <a:lnTo>
                    <a:pt x="8064" y="50330"/>
                  </a:lnTo>
                  <a:lnTo>
                    <a:pt x="7988" y="50838"/>
                  </a:lnTo>
                  <a:lnTo>
                    <a:pt x="8128" y="53911"/>
                  </a:lnTo>
                  <a:lnTo>
                    <a:pt x="8305" y="54597"/>
                  </a:lnTo>
                  <a:lnTo>
                    <a:pt x="8305" y="45694"/>
                  </a:lnTo>
                  <a:lnTo>
                    <a:pt x="0" y="55372"/>
                  </a:lnTo>
                  <a:lnTo>
                    <a:pt x="22250" y="81318"/>
                  </a:lnTo>
                  <a:lnTo>
                    <a:pt x="25996" y="76962"/>
                  </a:lnTo>
                  <a:lnTo>
                    <a:pt x="44500" y="55372"/>
                  </a:lnTo>
                  <a:close/>
                </a:path>
                <a:path w="147954" h="81915">
                  <a:moveTo>
                    <a:pt x="76987" y="0"/>
                  </a:moveTo>
                  <a:lnTo>
                    <a:pt x="73240" y="0"/>
                  </a:lnTo>
                  <a:lnTo>
                    <a:pt x="63004" y="11938"/>
                  </a:lnTo>
                  <a:lnTo>
                    <a:pt x="58216" y="6362"/>
                  </a:lnTo>
                  <a:lnTo>
                    <a:pt x="59270" y="6616"/>
                  </a:lnTo>
                  <a:lnTo>
                    <a:pt x="61899" y="6451"/>
                  </a:lnTo>
                  <a:lnTo>
                    <a:pt x="62484" y="6235"/>
                  </a:lnTo>
                  <a:lnTo>
                    <a:pt x="62357" y="6934"/>
                  </a:lnTo>
                  <a:lnTo>
                    <a:pt x="62433" y="8470"/>
                  </a:lnTo>
                  <a:lnTo>
                    <a:pt x="62509" y="9994"/>
                  </a:lnTo>
                  <a:lnTo>
                    <a:pt x="62839" y="11214"/>
                  </a:lnTo>
                  <a:lnTo>
                    <a:pt x="63538" y="11176"/>
                  </a:lnTo>
                  <a:lnTo>
                    <a:pt x="63754" y="9918"/>
                  </a:lnTo>
                  <a:lnTo>
                    <a:pt x="63614" y="6858"/>
                  </a:lnTo>
                  <a:lnTo>
                    <a:pt x="63411" y="6172"/>
                  </a:lnTo>
                  <a:lnTo>
                    <a:pt x="64033" y="6311"/>
                  </a:lnTo>
                  <a:lnTo>
                    <a:pt x="65341" y="6235"/>
                  </a:lnTo>
                  <a:lnTo>
                    <a:pt x="66649" y="6146"/>
                  </a:lnTo>
                  <a:lnTo>
                    <a:pt x="67703" y="5765"/>
                  </a:lnTo>
                  <a:lnTo>
                    <a:pt x="67665" y="4953"/>
                  </a:lnTo>
                  <a:lnTo>
                    <a:pt x="66586" y="4686"/>
                  </a:lnTo>
                  <a:lnTo>
                    <a:pt x="63957" y="4864"/>
                  </a:lnTo>
                  <a:lnTo>
                    <a:pt x="63334" y="5092"/>
                  </a:lnTo>
                  <a:lnTo>
                    <a:pt x="63474" y="4368"/>
                  </a:lnTo>
                  <a:lnTo>
                    <a:pt x="63398" y="2844"/>
                  </a:lnTo>
                  <a:lnTo>
                    <a:pt x="63322" y="1320"/>
                  </a:lnTo>
                  <a:lnTo>
                    <a:pt x="62992" y="88"/>
                  </a:lnTo>
                  <a:lnTo>
                    <a:pt x="62928" y="5651"/>
                  </a:lnTo>
                  <a:lnTo>
                    <a:pt x="62928" y="101"/>
                  </a:lnTo>
                  <a:lnTo>
                    <a:pt x="62293" y="127"/>
                  </a:lnTo>
                  <a:lnTo>
                    <a:pt x="62077" y="1384"/>
                  </a:lnTo>
                  <a:lnTo>
                    <a:pt x="62230" y="4457"/>
                  </a:lnTo>
                  <a:lnTo>
                    <a:pt x="62407" y="5143"/>
                  </a:lnTo>
                  <a:lnTo>
                    <a:pt x="61823" y="4991"/>
                  </a:lnTo>
                  <a:lnTo>
                    <a:pt x="60515" y="5080"/>
                  </a:lnTo>
                  <a:lnTo>
                    <a:pt x="59207" y="5156"/>
                  </a:lnTo>
                  <a:lnTo>
                    <a:pt x="58153" y="5549"/>
                  </a:lnTo>
                  <a:lnTo>
                    <a:pt x="58178" y="6324"/>
                  </a:lnTo>
                  <a:lnTo>
                    <a:pt x="52768" y="0"/>
                  </a:lnTo>
                  <a:lnTo>
                    <a:pt x="49022" y="0"/>
                  </a:lnTo>
                  <a:lnTo>
                    <a:pt x="63004" y="16306"/>
                  </a:lnTo>
                  <a:lnTo>
                    <a:pt x="66751" y="11938"/>
                  </a:lnTo>
                  <a:lnTo>
                    <a:pt x="76987" y="0"/>
                  </a:lnTo>
                  <a:close/>
                </a:path>
                <a:path w="147954" h="81915">
                  <a:moveTo>
                    <a:pt x="109626" y="70777"/>
                  </a:moveTo>
                  <a:lnTo>
                    <a:pt x="109613" y="70370"/>
                  </a:lnTo>
                  <a:lnTo>
                    <a:pt x="109588" y="69977"/>
                  </a:lnTo>
                  <a:lnTo>
                    <a:pt x="108521" y="69710"/>
                  </a:lnTo>
                  <a:lnTo>
                    <a:pt x="105892" y="69875"/>
                  </a:lnTo>
                  <a:lnTo>
                    <a:pt x="104838" y="70269"/>
                  </a:lnTo>
                  <a:lnTo>
                    <a:pt x="104863" y="70675"/>
                  </a:lnTo>
                  <a:lnTo>
                    <a:pt x="104876" y="71069"/>
                  </a:lnTo>
                  <a:lnTo>
                    <a:pt x="105956" y="71335"/>
                  </a:lnTo>
                  <a:lnTo>
                    <a:pt x="107264" y="71247"/>
                  </a:lnTo>
                  <a:lnTo>
                    <a:pt x="108585" y="71170"/>
                  </a:lnTo>
                  <a:lnTo>
                    <a:pt x="109626" y="70777"/>
                  </a:lnTo>
                  <a:close/>
                </a:path>
                <a:path w="147954" h="81915">
                  <a:moveTo>
                    <a:pt x="109880" y="39712"/>
                  </a:moveTo>
                  <a:lnTo>
                    <a:pt x="109867" y="39306"/>
                  </a:lnTo>
                  <a:lnTo>
                    <a:pt x="109855" y="38912"/>
                  </a:lnTo>
                  <a:lnTo>
                    <a:pt x="108775" y="38646"/>
                  </a:lnTo>
                  <a:lnTo>
                    <a:pt x="106146" y="38823"/>
                  </a:lnTo>
                  <a:lnTo>
                    <a:pt x="105524" y="39052"/>
                  </a:lnTo>
                  <a:lnTo>
                    <a:pt x="105651" y="38328"/>
                  </a:lnTo>
                  <a:lnTo>
                    <a:pt x="105575" y="36804"/>
                  </a:lnTo>
                  <a:lnTo>
                    <a:pt x="105511" y="35267"/>
                  </a:lnTo>
                  <a:lnTo>
                    <a:pt x="105168" y="34048"/>
                  </a:lnTo>
                  <a:lnTo>
                    <a:pt x="104482" y="34086"/>
                  </a:lnTo>
                  <a:lnTo>
                    <a:pt x="104254" y="35344"/>
                  </a:lnTo>
                  <a:lnTo>
                    <a:pt x="104406" y="38417"/>
                  </a:lnTo>
                  <a:lnTo>
                    <a:pt x="104584" y="39103"/>
                  </a:lnTo>
                  <a:lnTo>
                    <a:pt x="104013" y="38950"/>
                  </a:lnTo>
                  <a:lnTo>
                    <a:pt x="102704" y="39039"/>
                  </a:lnTo>
                  <a:lnTo>
                    <a:pt x="101396" y="39116"/>
                  </a:lnTo>
                  <a:lnTo>
                    <a:pt x="100342" y="39509"/>
                  </a:lnTo>
                  <a:lnTo>
                    <a:pt x="100380" y="40309"/>
                  </a:lnTo>
                  <a:lnTo>
                    <a:pt x="101460" y="40576"/>
                  </a:lnTo>
                  <a:lnTo>
                    <a:pt x="104089" y="40411"/>
                  </a:lnTo>
                  <a:lnTo>
                    <a:pt x="104660" y="40195"/>
                  </a:lnTo>
                  <a:lnTo>
                    <a:pt x="104546" y="40894"/>
                  </a:lnTo>
                  <a:lnTo>
                    <a:pt x="104622" y="42418"/>
                  </a:lnTo>
                  <a:lnTo>
                    <a:pt x="104686" y="43954"/>
                  </a:lnTo>
                  <a:lnTo>
                    <a:pt x="105029" y="45173"/>
                  </a:lnTo>
                  <a:lnTo>
                    <a:pt x="105714" y="45135"/>
                  </a:lnTo>
                  <a:lnTo>
                    <a:pt x="105930" y="43878"/>
                  </a:lnTo>
                  <a:lnTo>
                    <a:pt x="105791" y="40817"/>
                  </a:lnTo>
                  <a:lnTo>
                    <a:pt x="105600" y="40132"/>
                  </a:lnTo>
                  <a:lnTo>
                    <a:pt x="106210" y="40271"/>
                  </a:lnTo>
                  <a:lnTo>
                    <a:pt x="107518" y="40195"/>
                  </a:lnTo>
                  <a:lnTo>
                    <a:pt x="108839" y="40106"/>
                  </a:lnTo>
                  <a:lnTo>
                    <a:pt x="109880" y="39712"/>
                  </a:lnTo>
                  <a:close/>
                </a:path>
                <a:path w="147954" h="81915">
                  <a:moveTo>
                    <a:pt x="118910" y="0"/>
                  </a:moveTo>
                  <a:lnTo>
                    <a:pt x="115163" y="0"/>
                  </a:lnTo>
                  <a:lnTo>
                    <a:pt x="104927" y="11938"/>
                  </a:lnTo>
                  <a:lnTo>
                    <a:pt x="100126" y="6362"/>
                  </a:lnTo>
                  <a:lnTo>
                    <a:pt x="101206" y="6616"/>
                  </a:lnTo>
                  <a:lnTo>
                    <a:pt x="103835" y="6451"/>
                  </a:lnTo>
                  <a:lnTo>
                    <a:pt x="104406" y="6235"/>
                  </a:lnTo>
                  <a:lnTo>
                    <a:pt x="104292" y="6934"/>
                  </a:lnTo>
                  <a:lnTo>
                    <a:pt x="104368" y="8470"/>
                  </a:lnTo>
                  <a:lnTo>
                    <a:pt x="104432" y="9994"/>
                  </a:lnTo>
                  <a:lnTo>
                    <a:pt x="104775" y="11214"/>
                  </a:lnTo>
                  <a:lnTo>
                    <a:pt x="105460" y="11176"/>
                  </a:lnTo>
                  <a:lnTo>
                    <a:pt x="105676" y="9918"/>
                  </a:lnTo>
                  <a:lnTo>
                    <a:pt x="105537" y="6858"/>
                  </a:lnTo>
                  <a:lnTo>
                    <a:pt x="105346" y="6172"/>
                  </a:lnTo>
                  <a:lnTo>
                    <a:pt x="105956" y="6311"/>
                  </a:lnTo>
                  <a:lnTo>
                    <a:pt x="107264" y="6235"/>
                  </a:lnTo>
                  <a:lnTo>
                    <a:pt x="108585" y="6146"/>
                  </a:lnTo>
                  <a:lnTo>
                    <a:pt x="109626" y="5765"/>
                  </a:lnTo>
                  <a:lnTo>
                    <a:pt x="109613" y="5346"/>
                  </a:lnTo>
                  <a:lnTo>
                    <a:pt x="109588" y="4953"/>
                  </a:lnTo>
                  <a:lnTo>
                    <a:pt x="108521" y="4686"/>
                  </a:lnTo>
                  <a:lnTo>
                    <a:pt x="105892" y="4864"/>
                  </a:lnTo>
                  <a:lnTo>
                    <a:pt x="105270" y="5092"/>
                  </a:lnTo>
                  <a:lnTo>
                    <a:pt x="105397" y="4368"/>
                  </a:lnTo>
                  <a:lnTo>
                    <a:pt x="105321" y="2844"/>
                  </a:lnTo>
                  <a:lnTo>
                    <a:pt x="105244" y="1320"/>
                  </a:lnTo>
                  <a:lnTo>
                    <a:pt x="104914" y="88"/>
                  </a:lnTo>
                  <a:lnTo>
                    <a:pt x="104241" y="127"/>
                  </a:lnTo>
                  <a:lnTo>
                    <a:pt x="104000" y="1384"/>
                  </a:lnTo>
                  <a:lnTo>
                    <a:pt x="104152" y="4457"/>
                  </a:lnTo>
                  <a:lnTo>
                    <a:pt x="104330" y="5143"/>
                  </a:lnTo>
                  <a:lnTo>
                    <a:pt x="103759" y="4991"/>
                  </a:lnTo>
                  <a:lnTo>
                    <a:pt x="102450" y="5080"/>
                  </a:lnTo>
                  <a:lnTo>
                    <a:pt x="101142" y="5156"/>
                  </a:lnTo>
                  <a:lnTo>
                    <a:pt x="100076" y="5549"/>
                  </a:lnTo>
                  <a:lnTo>
                    <a:pt x="100114" y="6350"/>
                  </a:lnTo>
                  <a:lnTo>
                    <a:pt x="94691" y="0"/>
                  </a:lnTo>
                  <a:lnTo>
                    <a:pt x="90957" y="0"/>
                  </a:lnTo>
                  <a:lnTo>
                    <a:pt x="104927" y="16306"/>
                  </a:lnTo>
                  <a:lnTo>
                    <a:pt x="108673" y="11938"/>
                  </a:lnTo>
                  <a:lnTo>
                    <a:pt x="118910" y="0"/>
                  </a:lnTo>
                  <a:close/>
                </a:path>
                <a:path w="147954" h="81915">
                  <a:moveTo>
                    <a:pt x="123367" y="55435"/>
                  </a:moveTo>
                  <a:lnTo>
                    <a:pt x="123317" y="54622"/>
                  </a:lnTo>
                  <a:lnTo>
                    <a:pt x="122237" y="54368"/>
                  </a:lnTo>
                  <a:lnTo>
                    <a:pt x="119608" y="54533"/>
                  </a:lnTo>
                  <a:lnTo>
                    <a:pt x="118999" y="54762"/>
                  </a:lnTo>
                  <a:lnTo>
                    <a:pt x="119126" y="54051"/>
                  </a:lnTo>
                  <a:lnTo>
                    <a:pt x="119049" y="52514"/>
                  </a:lnTo>
                  <a:lnTo>
                    <a:pt x="118973" y="50990"/>
                  </a:lnTo>
                  <a:lnTo>
                    <a:pt x="118643" y="49758"/>
                  </a:lnTo>
                  <a:lnTo>
                    <a:pt x="117957" y="49809"/>
                  </a:lnTo>
                  <a:lnTo>
                    <a:pt x="117729" y="51066"/>
                  </a:lnTo>
                  <a:lnTo>
                    <a:pt x="117881" y="54127"/>
                  </a:lnTo>
                  <a:lnTo>
                    <a:pt x="118059" y="54813"/>
                  </a:lnTo>
                  <a:lnTo>
                    <a:pt x="117487" y="54660"/>
                  </a:lnTo>
                  <a:lnTo>
                    <a:pt x="116179" y="54749"/>
                  </a:lnTo>
                  <a:lnTo>
                    <a:pt x="114871" y="54838"/>
                  </a:lnTo>
                  <a:lnTo>
                    <a:pt x="113804" y="55219"/>
                  </a:lnTo>
                  <a:lnTo>
                    <a:pt x="113855" y="56019"/>
                  </a:lnTo>
                  <a:lnTo>
                    <a:pt x="114922" y="56286"/>
                  </a:lnTo>
                  <a:lnTo>
                    <a:pt x="117551" y="56121"/>
                  </a:lnTo>
                  <a:lnTo>
                    <a:pt x="118135" y="55905"/>
                  </a:lnTo>
                  <a:lnTo>
                    <a:pt x="118021" y="56603"/>
                  </a:lnTo>
                  <a:lnTo>
                    <a:pt x="118084" y="58140"/>
                  </a:lnTo>
                  <a:lnTo>
                    <a:pt x="118160" y="59664"/>
                  </a:lnTo>
                  <a:lnTo>
                    <a:pt x="118491" y="60896"/>
                  </a:lnTo>
                  <a:lnTo>
                    <a:pt x="119189" y="60845"/>
                  </a:lnTo>
                  <a:lnTo>
                    <a:pt x="119405" y="59588"/>
                  </a:lnTo>
                  <a:lnTo>
                    <a:pt x="119265" y="56527"/>
                  </a:lnTo>
                  <a:lnTo>
                    <a:pt x="119075" y="55854"/>
                  </a:lnTo>
                  <a:lnTo>
                    <a:pt x="119684" y="55994"/>
                  </a:lnTo>
                  <a:lnTo>
                    <a:pt x="120992" y="55905"/>
                  </a:lnTo>
                  <a:lnTo>
                    <a:pt x="122301" y="55816"/>
                  </a:lnTo>
                  <a:lnTo>
                    <a:pt x="123367" y="55435"/>
                  </a:lnTo>
                  <a:close/>
                </a:path>
                <a:path w="147954" h="81915">
                  <a:moveTo>
                    <a:pt x="147891" y="23774"/>
                  </a:moveTo>
                  <a:lnTo>
                    <a:pt x="144132" y="19392"/>
                  </a:lnTo>
                  <a:lnTo>
                    <a:pt x="144132" y="23774"/>
                  </a:lnTo>
                  <a:lnTo>
                    <a:pt x="139992" y="28600"/>
                  </a:lnTo>
                  <a:lnTo>
                    <a:pt x="140106" y="27990"/>
                  </a:lnTo>
                  <a:lnTo>
                    <a:pt x="139966" y="24917"/>
                  </a:lnTo>
                  <a:lnTo>
                    <a:pt x="139776" y="24244"/>
                  </a:lnTo>
                  <a:lnTo>
                    <a:pt x="140385" y="24384"/>
                  </a:lnTo>
                  <a:lnTo>
                    <a:pt x="141693" y="24295"/>
                  </a:lnTo>
                  <a:lnTo>
                    <a:pt x="143002" y="24206"/>
                  </a:lnTo>
                  <a:lnTo>
                    <a:pt x="144068" y="23825"/>
                  </a:lnTo>
                  <a:lnTo>
                    <a:pt x="144056" y="23698"/>
                  </a:lnTo>
                  <a:lnTo>
                    <a:pt x="144132" y="19392"/>
                  </a:lnTo>
                  <a:lnTo>
                    <a:pt x="143332" y="18465"/>
                  </a:lnTo>
                  <a:lnTo>
                    <a:pt x="143332" y="22860"/>
                  </a:lnTo>
                  <a:lnTo>
                    <a:pt x="142951" y="22758"/>
                  </a:lnTo>
                  <a:lnTo>
                    <a:pt x="140322" y="22923"/>
                  </a:lnTo>
                  <a:lnTo>
                    <a:pt x="139700" y="23164"/>
                  </a:lnTo>
                  <a:lnTo>
                    <a:pt x="139827" y="22440"/>
                  </a:lnTo>
                  <a:lnTo>
                    <a:pt x="139750" y="20904"/>
                  </a:lnTo>
                  <a:lnTo>
                    <a:pt x="139687" y="19380"/>
                  </a:lnTo>
                  <a:lnTo>
                    <a:pt x="139407" y="18402"/>
                  </a:lnTo>
                  <a:lnTo>
                    <a:pt x="139407" y="29286"/>
                  </a:lnTo>
                  <a:lnTo>
                    <a:pt x="125641" y="45351"/>
                  </a:lnTo>
                  <a:lnTo>
                    <a:pt x="120840" y="39776"/>
                  </a:lnTo>
                  <a:lnTo>
                    <a:pt x="121907" y="40030"/>
                  </a:lnTo>
                  <a:lnTo>
                    <a:pt x="124536" y="39852"/>
                  </a:lnTo>
                  <a:lnTo>
                    <a:pt x="125107" y="39649"/>
                  </a:lnTo>
                  <a:lnTo>
                    <a:pt x="124993" y="40347"/>
                  </a:lnTo>
                  <a:lnTo>
                    <a:pt x="125069" y="41871"/>
                  </a:lnTo>
                  <a:lnTo>
                    <a:pt x="125145" y="43408"/>
                  </a:lnTo>
                  <a:lnTo>
                    <a:pt x="125476" y="44627"/>
                  </a:lnTo>
                  <a:lnTo>
                    <a:pt x="126161" y="44589"/>
                  </a:lnTo>
                  <a:lnTo>
                    <a:pt x="126390" y="43332"/>
                  </a:lnTo>
                  <a:lnTo>
                    <a:pt x="126238" y="40259"/>
                  </a:lnTo>
                  <a:lnTo>
                    <a:pt x="126047" y="39573"/>
                  </a:lnTo>
                  <a:lnTo>
                    <a:pt x="126669" y="39725"/>
                  </a:lnTo>
                  <a:lnTo>
                    <a:pt x="127977" y="39649"/>
                  </a:lnTo>
                  <a:lnTo>
                    <a:pt x="129286" y="39560"/>
                  </a:lnTo>
                  <a:lnTo>
                    <a:pt x="130340" y="39166"/>
                  </a:lnTo>
                  <a:lnTo>
                    <a:pt x="130302" y="38366"/>
                  </a:lnTo>
                  <a:lnTo>
                    <a:pt x="129222" y="38100"/>
                  </a:lnTo>
                  <a:lnTo>
                    <a:pt x="126593" y="38277"/>
                  </a:lnTo>
                  <a:lnTo>
                    <a:pt x="125958" y="38519"/>
                  </a:lnTo>
                  <a:lnTo>
                    <a:pt x="126098" y="37782"/>
                  </a:lnTo>
                  <a:lnTo>
                    <a:pt x="126034" y="36258"/>
                  </a:lnTo>
                  <a:lnTo>
                    <a:pt x="125958" y="34721"/>
                  </a:lnTo>
                  <a:lnTo>
                    <a:pt x="125615" y="33502"/>
                  </a:lnTo>
                  <a:lnTo>
                    <a:pt x="124929" y="33540"/>
                  </a:lnTo>
                  <a:lnTo>
                    <a:pt x="124714" y="34798"/>
                  </a:lnTo>
                  <a:lnTo>
                    <a:pt x="124853" y="37871"/>
                  </a:lnTo>
                  <a:lnTo>
                    <a:pt x="125031" y="38557"/>
                  </a:lnTo>
                  <a:lnTo>
                    <a:pt x="124460" y="38404"/>
                  </a:lnTo>
                  <a:lnTo>
                    <a:pt x="123151" y="38481"/>
                  </a:lnTo>
                  <a:lnTo>
                    <a:pt x="121843" y="38569"/>
                  </a:lnTo>
                  <a:lnTo>
                    <a:pt x="120789" y="38963"/>
                  </a:lnTo>
                  <a:lnTo>
                    <a:pt x="120802" y="39370"/>
                  </a:lnTo>
                  <a:lnTo>
                    <a:pt x="120815" y="39751"/>
                  </a:lnTo>
                  <a:lnTo>
                    <a:pt x="107492" y="24206"/>
                  </a:lnTo>
                  <a:lnTo>
                    <a:pt x="108559" y="24460"/>
                  </a:lnTo>
                  <a:lnTo>
                    <a:pt x="111188" y="24295"/>
                  </a:lnTo>
                  <a:lnTo>
                    <a:pt x="111772" y="24079"/>
                  </a:lnTo>
                  <a:lnTo>
                    <a:pt x="111645" y="24777"/>
                  </a:lnTo>
                  <a:lnTo>
                    <a:pt x="111721" y="26314"/>
                  </a:lnTo>
                  <a:lnTo>
                    <a:pt x="111798" y="27838"/>
                  </a:lnTo>
                  <a:lnTo>
                    <a:pt x="112128" y="29057"/>
                  </a:lnTo>
                  <a:lnTo>
                    <a:pt x="112814" y="29019"/>
                  </a:lnTo>
                  <a:lnTo>
                    <a:pt x="113042" y="27762"/>
                  </a:lnTo>
                  <a:lnTo>
                    <a:pt x="112890" y="24701"/>
                  </a:lnTo>
                  <a:lnTo>
                    <a:pt x="112699" y="24015"/>
                  </a:lnTo>
                  <a:lnTo>
                    <a:pt x="113322" y="24155"/>
                  </a:lnTo>
                  <a:lnTo>
                    <a:pt x="114630" y="24079"/>
                  </a:lnTo>
                  <a:lnTo>
                    <a:pt x="115938" y="23990"/>
                  </a:lnTo>
                  <a:lnTo>
                    <a:pt x="116992" y="23609"/>
                  </a:lnTo>
                  <a:lnTo>
                    <a:pt x="116954" y="22796"/>
                  </a:lnTo>
                  <a:lnTo>
                    <a:pt x="115874" y="22529"/>
                  </a:lnTo>
                  <a:lnTo>
                    <a:pt x="113245" y="22707"/>
                  </a:lnTo>
                  <a:lnTo>
                    <a:pt x="112623" y="22936"/>
                  </a:lnTo>
                  <a:lnTo>
                    <a:pt x="112750" y="22212"/>
                  </a:lnTo>
                  <a:lnTo>
                    <a:pt x="112687" y="20688"/>
                  </a:lnTo>
                  <a:lnTo>
                    <a:pt x="112610" y="19164"/>
                  </a:lnTo>
                  <a:lnTo>
                    <a:pt x="112280" y="17932"/>
                  </a:lnTo>
                  <a:lnTo>
                    <a:pt x="112128" y="17945"/>
                  </a:lnTo>
                  <a:lnTo>
                    <a:pt x="125120" y="2781"/>
                  </a:lnTo>
                  <a:lnTo>
                    <a:pt x="124968" y="3733"/>
                  </a:lnTo>
                  <a:lnTo>
                    <a:pt x="125107" y="6807"/>
                  </a:lnTo>
                  <a:lnTo>
                    <a:pt x="125298" y="7493"/>
                  </a:lnTo>
                  <a:lnTo>
                    <a:pt x="124714" y="7340"/>
                  </a:lnTo>
                  <a:lnTo>
                    <a:pt x="123405" y="7429"/>
                  </a:lnTo>
                  <a:lnTo>
                    <a:pt x="122097" y="7505"/>
                  </a:lnTo>
                  <a:lnTo>
                    <a:pt x="121043" y="7899"/>
                  </a:lnTo>
                  <a:lnTo>
                    <a:pt x="121081" y="8699"/>
                  </a:lnTo>
                  <a:lnTo>
                    <a:pt x="122161" y="8966"/>
                  </a:lnTo>
                  <a:lnTo>
                    <a:pt x="124790" y="8801"/>
                  </a:lnTo>
                  <a:lnTo>
                    <a:pt x="125374" y="8585"/>
                  </a:lnTo>
                  <a:lnTo>
                    <a:pt x="125247" y="9283"/>
                  </a:lnTo>
                  <a:lnTo>
                    <a:pt x="125323" y="10820"/>
                  </a:lnTo>
                  <a:lnTo>
                    <a:pt x="125399" y="12344"/>
                  </a:lnTo>
                  <a:lnTo>
                    <a:pt x="125730" y="13576"/>
                  </a:lnTo>
                  <a:lnTo>
                    <a:pt x="126415" y="13525"/>
                  </a:lnTo>
                  <a:lnTo>
                    <a:pt x="126644" y="12268"/>
                  </a:lnTo>
                  <a:lnTo>
                    <a:pt x="126492" y="9207"/>
                  </a:lnTo>
                  <a:lnTo>
                    <a:pt x="126301" y="8521"/>
                  </a:lnTo>
                  <a:lnTo>
                    <a:pt x="126923" y="8661"/>
                  </a:lnTo>
                  <a:lnTo>
                    <a:pt x="128231" y="8585"/>
                  </a:lnTo>
                  <a:lnTo>
                    <a:pt x="129540" y="8496"/>
                  </a:lnTo>
                  <a:lnTo>
                    <a:pt x="130594" y="8115"/>
                  </a:lnTo>
                  <a:lnTo>
                    <a:pt x="130581" y="7975"/>
                  </a:lnTo>
                  <a:lnTo>
                    <a:pt x="139306" y="18161"/>
                  </a:lnTo>
                  <a:lnTo>
                    <a:pt x="138658" y="18199"/>
                  </a:lnTo>
                  <a:lnTo>
                    <a:pt x="138430" y="19456"/>
                  </a:lnTo>
                  <a:lnTo>
                    <a:pt x="138582" y="22517"/>
                  </a:lnTo>
                  <a:lnTo>
                    <a:pt x="138760" y="23202"/>
                  </a:lnTo>
                  <a:lnTo>
                    <a:pt x="138188" y="23050"/>
                  </a:lnTo>
                  <a:lnTo>
                    <a:pt x="136880" y="23139"/>
                  </a:lnTo>
                  <a:lnTo>
                    <a:pt x="135572" y="23228"/>
                  </a:lnTo>
                  <a:lnTo>
                    <a:pt x="134505" y="23609"/>
                  </a:lnTo>
                  <a:lnTo>
                    <a:pt x="134556" y="24422"/>
                  </a:lnTo>
                  <a:lnTo>
                    <a:pt x="135636" y="24676"/>
                  </a:lnTo>
                  <a:lnTo>
                    <a:pt x="138264" y="24511"/>
                  </a:lnTo>
                  <a:lnTo>
                    <a:pt x="138849" y="24307"/>
                  </a:lnTo>
                  <a:lnTo>
                    <a:pt x="138722" y="25006"/>
                  </a:lnTo>
                  <a:lnTo>
                    <a:pt x="138798" y="26530"/>
                  </a:lnTo>
                  <a:lnTo>
                    <a:pt x="138861" y="28054"/>
                  </a:lnTo>
                  <a:lnTo>
                    <a:pt x="139204" y="29286"/>
                  </a:lnTo>
                  <a:lnTo>
                    <a:pt x="139407" y="29286"/>
                  </a:lnTo>
                  <a:lnTo>
                    <a:pt x="139407" y="18402"/>
                  </a:lnTo>
                  <a:lnTo>
                    <a:pt x="139357" y="18211"/>
                  </a:lnTo>
                  <a:lnTo>
                    <a:pt x="143332" y="22860"/>
                  </a:lnTo>
                  <a:lnTo>
                    <a:pt x="143332" y="18465"/>
                  </a:lnTo>
                  <a:lnTo>
                    <a:pt x="129870" y="2768"/>
                  </a:lnTo>
                  <a:lnTo>
                    <a:pt x="129870" y="7150"/>
                  </a:lnTo>
                  <a:lnTo>
                    <a:pt x="129476" y="7048"/>
                  </a:lnTo>
                  <a:lnTo>
                    <a:pt x="126847" y="7213"/>
                  </a:lnTo>
                  <a:lnTo>
                    <a:pt x="126225" y="7442"/>
                  </a:lnTo>
                  <a:lnTo>
                    <a:pt x="126352" y="6718"/>
                  </a:lnTo>
                  <a:lnTo>
                    <a:pt x="126288" y="5194"/>
                  </a:lnTo>
                  <a:lnTo>
                    <a:pt x="126212" y="3670"/>
                  </a:lnTo>
                  <a:lnTo>
                    <a:pt x="125869" y="2463"/>
                  </a:lnTo>
                  <a:lnTo>
                    <a:pt x="129870" y="7150"/>
                  </a:lnTo>
                  <a:lnTo>
                    <a:pt x="129870" y="2768"/>
                  </a:lnTo>
                  <a:lnTo>
                    <a:pt x="129374" y="2184"/>
                  </a:lnTo>
                  <a:lnTo>
                    <a:pt x="127495" y="0"/>
                  </a:lnTo>
                  <a:lnTo>
                    <a:pt x="125857" y="0"/>
                  </a:lnTo>
                  <a:lnTo>
                    <a:pt x="125857" y="2451"/>
                  </a:lnTo>
                  <a:lnTo>
                    <a:pt x="125818" y="8001"/>
                  </a:lnTo>
                  <a:lnTo>
                    <a:pt x="125818" y="2463"/>
                  </a:lnTo>
                  <a:lnTo>
                    <a:pt x="125399" y="2476"/>
                  </a:lnTo>
                  <a:lnTo>
                    <a:pt x="125641" y="2184"/>
                  </a:lnTo>
                  <a:lnTo>
                    <a:pt x="125857" y="2451"/>
                  </a:lnTo>
                  <a:lnTo>
                    <a:pt x="125857" y="0"/>
                  </a:lnTo>
                  <a:lnTo>
                    <a:pt x="123774" y="0"/>
                  </a:lnTo>
                  <a:lnTo>
                    <a:pt x="111683" y="14109"/>
                  </a:lnTo>
                  <a:lnTo>
                    <a:pt x="111683" y="22987"/>
                  </a:lnTo>
                  <a:lnTo>
                    <a:pt x="111112" y="22834"/>
                  </a:lnTo>
                  <a:lnTo>
                    <a:pt x="109804" y="22923"/>
                  </a:lnTo>
                  <a:lnTo>
                    <a:pt x="108496" y="22999"/>
                  </a:lnTo>
                  <a:lnTo>
                    <a:pt x="107467" y="23393"/>
                  </a:lnTo>
                  <a:lnTo>
                    <a:pt x="107467" y="24180"/>
                  </a:lnTo>
                  <a:lnTo>
                    <a:pt x="107137" y="23774"/>
                  </a:lnTo>
                  <a:lnTo>
                    <a:pt x="107442" y="23418"/>
                  </a:lnTo>
                  <a:lnTo>
                    <a:pt x="107467" y="24180"/>
                  </a:lnTo>
                  <a:lnTo>
                    <a:pt x="107467" y="23393"/>
                  </a:lnTo>
                  <a:lnTo>
                    <a:pt x="111442" y="18745"/>
                  </a:lnTo>
                  <a:lnTo>
                    <a:pt x="111366" y="19227"/>
                  </a:lnTo>
                  <a:lnTo>
                    <a:pt x="111506" y="22301"/>
                  </a:lnTo>
                  <a:lnTo>
                    <a:pt x="111683" y="22987"/>
                  </a:lnTo>
                  <a:lnTo>
                    <a:pt x="111683" y="14109"/>
                  </a:lnTo>
                  <a:lnTo>
                    <a:pt x="104940" y="21971"/>
                  </a:lnTo>
                  <a:lnTo>
                    <a:pt x="102743" y="19418"/>
                  </a:lnTo>
                  <a:lnTo>
                    <a:pt x="102743" y="23774"/>
                  </a:lnTo>
                  <a:lnTo>
                    <a:pt x="98615" y="28587"/>
                  </a:lnTo>
                  <a:lnTo>
                    <a:pt x="98729" y="27990"/>
                  </a:lnTo>
                  <a:lnTo>
                    <a:pt x="98577" y="24917"/>
                  </a:lnTo>
                  <a:lnTo>
                    <a:pt x="98386" y="24244"/>
                  </a:lnTo>
                  <a:lnTo>
                    <a:pt x="98996" y="24384"/>
                  </a:lnTo>
                  <a:lnTo>
                    <a:pt x="100304" y="24295"/>
                  </a:lnTo>
                  <a:lnTo>
                    <a:pt x="101612" y="24206"/>
                  </a:lnTo>
                  <a:lnTo>
                    <a:pt x="102679" y="23825"/>
                  </a:lnTo>
                  <a:lnTo>
                    <a:pt x="102666" y="23698"/>
                  </a:lnTo>
                  <a:lnTo>
                    <a:pt x="102743" y="19418"/>
                  </a:lnTo>
                  <a:lnTo>
                    <a:pt x="101942" y="18478"/>
                  </a:lnTo>
                  <a:lnTo>
                    <a:pt x="101942" y="22860"/>
                  </a:lnTo>
                  <a:lnTo>
                    <a:pt x="101561" y="22758"/>
                  </a:lnTo>
                  <a:lnTo>
                    <a:pt x="98933" y="22923"/>
                  </a:lnTo>
                  <a:lnTo>
                    <a:pt x="98298" y="23164"/>
                  </a:lnTo>
                  <a:lnTo>
                    <a:pt x="98437" y="22440"/>
                  </a:lnTo>
                  <a:lnTo>
                    <a:pt x="98361" y="20904"/>
                  </a:lnTo>
                  <a:lnTo>
                    <a:pt x="98298" y="19380"/>
                  </a:lnTo>
                  <a:lnTo>
                    <a:pt x="98018" y="18402"/>
                  </a:lnTo>
                  <a:lnTo>
                    <a:pt x="98018" y="29286"/>
                  </a:lnTo>
                  <a:lnTo>
                    <a:pt x="84251" y="45351"/>
                  </a:lnTo>
                  <a:lnTo>
                    <a:pt x="79451" y="39776"/>
                  </a:lnTo>
                  <a:lnTo>
                    <a:pt x="80518" y="40030"/>
                  </a:lnTo>
                  <a:lnTo>
                    <a:pt x="83146" y="39852"/>
                  </a:lnTo>
                  <a:lnTo>
                    <a:pt x="83731" y="39649"/>
                  </a:lnTo>
                  <a:lnTo>
                    <a:pt x="83604" y="40347"/>
                  </a:lnTo>
                  <a:lnTo>
                    <a:pt x="83680" y="41871"/>
                  </a:lnTo>
                  <a:lnTo>
                    <a:pt x="83756" y="43408"/>
                  </a:lnTo>
                  <a:lnTo>
                    <a:pt x="84086" y="44627"/>
                  </a:lnTo>
                  <a:lnTo>
                    <a:pt x="84772" y="44589"/>
                  </a:lnTo>
                  <a:lnTo>
                    <a:pt x="85001" y="43332"/>
                  </a:lnTo>
                  <a:lnTo>
                    <a:pt x="84848" y="40259"/>
                  </a:lnTo>
                  <a:lnTo>
                    <a:pt x="84658" y="39585"/>
                  </a:lnTo>
                  <a:lnTo>
                    <a:pt x="85280" y="39725"/>
                  </a:lnTo>
                  <a:lnTo>
                    <a:pt x="86588" y="39649"/>
                  </a:lnTo>
                  <a:lnTo>
                    <a:pt x="87896" y="39560"/>
                  </a:lnTo>
                  <a:lnTo>
                    <a:pt x="88950" y="39166"/>
                  </a:lnTo>
                  <a:lnTo>
                    <a:pt x="88912" y="38366"/>
                  </a:lnTo>
                  <a:lnTo>
                    <a:pt x="87833" y="38100"/>
                  </a:lnTo>
                  <a:lnTo>
                    <a:pt x="85204" y="38277"/>
                  </a:lnTo>
                  <a:lnTo>
                    <a:pt x="84582" y="38519"/>
                  </a:lnTo>
                  <a:lnTo>
                    <a:pt x="84709" y="37782"/>
                  </a:lnTo>
                  <a:lnTo>
                    <a:pt x="84645" y="36258"/>
                  </a:lnTo>
                  <a:lnTo>
                    <a:pt x="84569" y="34721"/>
                  </a:lnTo>
                  <a:lnTo>
                    <a:pt x="84239" y="33502"/>
                  </a:lnTo>
                  <a:lnTo>
                    <a:pt x="83540" y="33540"/>
                  </a:lnTo>
                  <a:lnTo>
                    <a:pt x="83324" y="34798"/>
                  </a:lnTo>
                  <a:lnTo>
                    <a:pt x="83464" y="37871"/>
                  </a:lnTo>
                  <a:lnTo>
                    <a:pt x="83654" y="38557"/>
                  </a:lnTo>
                  <a:lnTo>
                    <a:pt x="83070" y="38404"/>
                  </a:lnTo>
                  <a:lnTo>
                    <a:pt x="81762" y="38481"/>
                  </a:lnTo>
                  <a:lnTo>
                    <a:pt x="80454" y="38569"/>
                  </a:lnTo>
                  <a:lnTo>
                    <a:pt x="79400" y="38963"/>
                  </a:lnTo>
                  <a:lnTo>
                    <a:pt x="79425" y="39751"/>
                  </a:lnTo>
                  <a:lnTo>
                    <a:pt x="66103" y="24206"/>
                  </a:lnTo>
                  <a:lnTo>
                    <a:pt x="67170" y="24460"/>
                  </a:lnTo>
                  <a:lnTo>
                    <a:pt x="69799" y="24295"/>
                  </a:lnTo>
                  <a:lnTo>
                    <a:pt x="70383" y="24079"/>
                  </a:lnTo>
                  <a:lnTo>
                    <a:pt x="70256" y="24777"/>
                  </a:lnTo>
                  <a:lnTo>
                    <a:pt x="70332" y="26314"/>
                  </a:lnTo>
                  <a:lnTo>
                    <a:pt x="70408" y="27838"/>
                  </a:lnTo>
                  <a:lnTo>
                    <a:pt x="70739" y="29057"/>
                  </a:lnTo>
                  <a:lnTo>
                    <a:pt x="71437" y="29019"/>
                  </a:lnTo>
                  <a:lnTo>
                    <a:pt x="71653" y="27762"/>
                  </a:lnTo>
                  <a:lnTo>
                    <a:pt x="71501" y="24701"/>
                  </a:lnTo>
                  <a:lnTo>
                    <a:pt x="71310" y="24015"/>
                  </a:lnTo>
                  <a:lnTo>
                    <a:pt x="71932" y="24155"/>
                  </a:lnTo>
                  <a:lnTo>
                    <a:pt x="73240" y="24079"/>
                  </a:lnTo>
                  <a:lnTo>
                    <a:pt x="74549" y="23990"/>
                  </a:lnTo>
                  <a:lnTo>
                    <a:pt x="75603" y="23609"/>
                  </a:lnTo>
                  <a:lnTo>
                    <a:pt x="75565" y="22796"/>
                  </a:lnTo>
                  <a:lnTo>
                    <a:pt x="74485" y="22529"/>
                  </a:lnTo>
                  <a:lnTo>
                    <a:pt x="71856" y="22707"/>
                  </a:lnTo>
                  <a:lnTo>
                    <a:pt x="71234" y="22936"/>
                  </a:lnTo>
                  <a:lnTo>
                    <a:pt x="71361" y="22212"/>
                  </a:lnTo>
                  <a:lnTo>
                    <a:pt x="71297" y="20688"/>
                  </a:lnTo>
                  <a:lnTo>
                    <a:pt x="71221" y="19164"/>
                  </a:lnTo>
                  <a:lnTo>
                    <a:pt x="70891" y="17932"/>
                  </a:lnTo>
                  <a:lnTo>
                    <a:pt x="70739" y="17945"/>
                  </a:lnTo>
                  <a:lnTo>
                    <a:pt x="83731" y="2781"/>
                  </a:lnTo>
                  <a:lnTo>
                    <a:pt x="83578" y="3733"/>
                  </a:lnTo>
                  <a:lnTo>
                    <a:pt x="83718" y="6807"/>
                  </a:lnTo>
                  <a:lnTo>
                    <a:pt x="83896" y="7493"/>
                  </a:lnTo>
                  <a:lnTo>
                    <a:pt x="83324" y="7340"/>
                  </a:lnTo>
                  <a:lnTo>
                    <a:pt x="82016" y="7429"/>
                  </a:lnTo>
                  <a:lnTo>
                    <a:pt x="80708" y="7505"/>
                  </a:lnTo>
                  <a:lnTo>
                    <a:pt x="79654" y="7899"/>
                  </a:lnTo>
                  <a:lnTo>
                    <a:pt x="79692" y="8699"/>
                  </a:lnTo>
                  <a:lnTo>
                    <a:pt x="80772" y="8966"/>
                  </a:lnTo>
                  <a:lnTo>
                    <a:pt x="83400" y="8801"/>
                  </a:lnTo>
                  <a:lnTo>
                    <a:pt x="83985" y="8585"/>
                  </a:lnTo>
                  <a:lnTo>
                    <a:pt x="83858" y="9283"/>
                  </a:lnTo>
                  <a:lnTo>
                    <a:pt x="83934" y="10820"/>
                  </a:lnTo>
                  <a:lnTo>
                    <a:pt x="84010" y="12344"/>
                  </a:lnTo>
                  <a:lnTo>
                    <a:pt x="84340" y="13576"/>
                  </a:lnTo>
                  <a:lnTo>
                    <a:pt x="85039" y="13525"/>
                  </a:lnTo>
                  <a:lnTo>
                    <a:pt x="85255" y="12268"/>
                  </a:lnTo>
                  <a:lnTo>
                    <a:pt x="85102" y="9207"/>
                  </a:lnTo>
                  <a:lnTo>
                    <a:pt x="84912" y="8521"/>
                  </a:lnTo>
                  <a:lnTo>
                    <a:pt x="85534" y="8661"/>
                  </a:lnTo>
                  <a:lnTo>
                    <a:pt x="86842" y="8585"/>
                  </a:lnTo>
                  <a:lnTo>
                    <a:pt x="88150" y="8496"/>
                  </a:lnTo>
                  <a:lnTo>
                    <a:pt x="89204" y="8115"/>
                  </a:lnTo>
                  <a:lnTo>
                    <a:pt x="89192" y="7988"/>
                  </a:lnTo>
                  <a:lnTo>
                    <a:pt x="97917" y="18161"/>
                  </a:lnTo>
                  <a:lnTo>
                    <a:pt x="97269" y="18199"/>
                  </a:lnTo>
                  <a:lnTo>
                    <a:pt x="97053" y="19456"/>
                  </a:lnTo>
                  <a:lnTo>
                    <a:pt x="97193" y="22517"/>
                  </a:lnTo>
                  <a:lnTo>
                    <a:pt x="97370" y="23202"/>
                  </a:lnTo>
                  <a:lnTo>
                    <a:pt x="96799" y="23050"/>
                  </a:lnTo>
                  <a:lnTo>
                    <a:pt x="95491" y="23139"/>
                  </a:lnTo>
                  <a:lnTo>
                    <a:pt x="94183" y="23228"/>
                  </a:lnTo>
                  <a:lnTo>
                    <a:pt x="93116" y="23609"/>
                  </a:lnTo>
                  <a:lnTo>
                    <a:pt x="93167" y="24422"/>
                  </a:lnTo>
                  <a:lnTo>
                    <a:pt x="94246" y="24676"/>
                  </a:lnTo>
                  <a:lnTo>
                    <a:pt x="96875" y="24511"/>
                  </a:lnTo>
                  <a:lnTo>
                    <a:pt x="97447" y="24307"/>
                  </a:lnTo>
                  <a:lnTo>
                    <a:pt x="97332" y="25006"/>
                  </a:lnTo>
                  <a:lnTo>
                    <a:pt x="97409" y="26530"/>
                  </a:lnTo>
                  <a:lnTo>
                    <a:pt x="97472" y="28054"/>
                  </a:lnTo>
                  <a:lnTo>
                    <a:pt x="97815" y="29286"/>
                  </a:lnTo>
                  <a:lnTo>
                    <a:pt x="98018" y="29286"/>
                  </a:lnTo>
                  <a:lnTo>
                    <a:pt x="98018" y="18402"/>
                  </a:lnTo>
                  <a:lnTo>
                    <a:pt x="97967" y="18211"/>
                  </a:lnTo>
                  <a:lnTo>
                    <a:pt x="101942" y="22860"/>
                  </a:lnTo>
                  <a:lnTo>
                    <a:pt x="101942" y="18478"/>
                  </a:lnTo>
                  <a:lnTo>
                    <a:pt x="88468" y="2755"/>
                  </a:lnTo>
                  <a:lnTo>
                    <a:pt x="88468" y="7150"/>
                  </a:lnTo>
                  <a:lnTo>
                    <a:pt x="88087" y="7048"/>
                  </a:lnTo>
                  <a:lnTo>
                    <a:pt x="85458" y="7213"/>
                  </a:lnTo>
                  <a:lnTo>
                    <a:pt x="84836" y="7442"/>
                  </a:lnTo>
                  <a:lnTo>
                    <a:pt x="84963" y="6718"/>
                  </a:lnTo>
                  <a:lnTo>
                    <a:pt x="84899" y="5194"/>
                  </a:lnTo>
                  <a:lnTo>
                    <a:pt x="84823" y="3670"/>
                  </a:lnTo>
                  <a:lnTo>
                    <a:pt x="84493" y="2489"/>
                  </a:lnTo>
                  <a:lnTo>
                    <a:pt x="88468" y="7150"/>
                  </a:lnTo>
                  <a:lnTo>
                    <a:pt x="88468" y="2755"/>
                  </a:lnTo>
                  <a:lnTo>
                    <a:pt x="87985" y="2184"/>
                  </a:lnTo>
                  <a:lnTo>
                    <a:pt x="86106" y="0"/>
                  </a:lnTo>
                  <a:lnTo>
                    <a:pt x="84467" y="0"/>
                  </a:lnTo>
                  <a:lnTo>
                    <a:pt x="84467" y="2451"/>
                  </a:lnTo>
                  <a:lnTo>
                    <a:pt x="84010" y="2476"/>
                  </a:lnTo>
                  <a:lnTo>
                    <a:pt x="84251" y="2184"/>
                  </a:lnTo>
                  <a:lnTo>
                    <a:pt x="84467" y="2451"/>
                  </a:lnTo>
                  <a:lnTo>
                    <a:pt x="84467" y="0"/>
                  </a:lnTo>
                  <a:lnTo>
                    <a:pt x="82384" y="0"/>
                  </a:lnTo>
                  <a:lnTo>
                    <a:pt x="70294" y="14109"/>
                  </a:lnTo>
                  <a:lnTo>
                    <a:pt x="70294" y="22987"/>
                  </a:lnTo>
                  <a:lnTo>
                    <a:pt x="69723" y="22834"/>
                  </a:lnTo>
                  <a:lnTo>
                    <a:pt x="68414" y="22923"/>
                  </a:lnTo>
                  <a:lnTo>
                    <a:pt x="67106" y="22999"/>
                  </a:lnTo>
                  <a:lnTo>
                    <a:pt x="66078" y="23393"/>
                  </a:lnTo>
                  <a:lnTo>
                    <a:pt x="66078" y="24180"/>
                  </a:lnTo>
                  <a:lnTo>
                    <a:pt x="65747" y="23774"/>
                  </a:lnTo>
                  <a:lnTo>
                    <a:pt x="66052" y="23418"/>
                  </a:lnTo>
                  <a:lnTo>
                    <a:pt x="66078" y="24180"/>
                  </a:lnTo>
                  <a:lnTo>
                    <a:pt x="66078" y="23393"/>
                  </a:lnTo>
                  <a:lnTo>
                    <a:pt x="70065" y="18745"/>
                  </a:lnTo>
                  <a:lnTo>
                    <a:pt x="69977" y="19227"/>
                  </a:lnTo>
                  <a:lnTo>
                    <a:pt x="70116" y="22301"/>
                  </a:lnTo>
                  <a:lnTo>
                    <a:pt x="70294" y="22987"/>
                  </a:lnTo>
                  <a:lnTo>
                    <a:pt x="70294" y="14109"/>
                  </a:lnTo>
                  <a:lnTo>
                    <a:pt x="62001" y="23774"/>
                  </a:lnTo>
                  <a:lnTo>
                    <a:pt x="84251" y="49720"/>
                  </a:lnTo>
                  <a:lnTo>
                    <a:pt x="87985" y="45351"/>
                  </a:lnTo>
                  <a:lnTo>
                    <a:pt x="104940" y="25590"/>
                  </a:lnTo>
                  <a:lnTo>
                    <a:pt x="125641" y="49720"/>
                  </a:lnTo>
                  <a:lnTo>
                    <a:pt x="129374" y="45351"/>
                  </a:lnTo>
                  <a:lnTo>
                    <a:pt x="147891" y="23774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 descr=""/>
            <p:cNvSpPr/>
            <p:nvPr/>
          </p:nvSpPr>
          <p:spPr>
            <a:xfrm>
              <a:off x="10930217" y="6481959"/>
              <a:ext cx="244475" cy="81915"/>
            </a:xfrm>
            <a:custGeom>
              <a:avLst/>
              <a:gdLst/>
              <a:ahLst/>
              <a:cxnLst/>
              <a:rect l="l" t="t" r="r" b="b"/>
              <a:pathLst>
                <a:path w="244475" h="81915">
                  <a:moveTo>
                    <a:pt x="27965" y="0"/>
                  </a:moveTo>
                  <a:lnTo>
                    <a:pt x="24218" y="0"/>
                  </a:lnTo>
                  <a:lnTo>
                    <a:pt x="13982" y="11938"/>
                  </a:lnTo>
                  <a:lnTo>
                    <a:pt x="9182" y="6362"/>
                  </a:lnTo>
                  <a:lnTo>
                    <a:pt x="10261" y="6616"/>
                  </a:lnTo>
                  <a:lnTo>
                    <a:pt x="12890" y="6451"/>
                  </a:lnTo>
                  <a:lnTo>
                    <a:pt x="13462" y="6235"/>
                  </a:lnTo>
                  <a:lnTo>
                    <a:pt x="13347" y="6934"/>
                  </a:lnTo>
                  <a:lnTo>
                    <a:pt x="13423" y="8470"/>
                  </a:lnTo>
                  <a:lnTo>
                    <a:pt x="13487" y="9994"/>
                  </a:lnTo>
                  <a:lnTo>
                    <a:pt x="13830" y="11214"/>
                  </a:lnTo>
                  <a:lnTo>
                    <a:pt x="14503" y="11176"/>
                  </a:lnTo>
                  <a:lnTo>
                    <a:pt x="14744" y="9918"/>
                  </a:lnTo>
                  <a:lnTo>
                    <a:pt x="14592" y="6858"/>
                  </a:lnTo>
                  <a:lnTo>
                    <a:pt x="14401" y="6172"/>
                  </a:lnTo>
                  <a:lnTo>
                    <a:pt x="15011" y="6311"/>
                  </a:lnTo>
                  <a:lnTo>
                    <a:pt x="16319" y="6235"/>
                  </a:lnTo>
                  <a:lnTo>
                    <a:pt x="17627" y="6146"/>
                  </a:lnTo>
                  <a:lnTo>
                    <a:pt x="18694" y="5765"/>
                  </a:lnTo>
                  <a:lnTo>
                    <a:pt x="18643" y="4953"/>
                  </a:lnTo>
                  <a:lnTo>
                    <a:pt x="17564" y="4686"/>
                  </a:lnTo>
                  <a:lnTo>
                    <a:pt x="14947" y="4864"/>
                  </a:lnTo>
                  <a:lnTo>
                    <a:pt x="14325" y="5092"/>
                  </a:lnTo>
                  <a:lnTo>
                    <a:pt x="14452" y="4368"/>
                  </a:lnTo>
                  <a:lnTo>
                    <a:pt x="14376" y="2844"/>
                  </a:lnTo>
                  <a:lnTo>
                    <a:pt x="14312" y="1320"/>
                  </a:lnTo>
                  <a:lnTo>
                    <a:pt x="13970" y="88"/>
                  </a:lnTo>
                  <a:lnTo>
                    <a:pt x="13284" y="127"/>
                  </a:lnTo>
                  <a:lnTo>
                    <a:pt x="13055" y="1384"/>
                  </a:lnTo>
                  <a:lnTo>
                    <a:pt x="13208" y="4457"/>
                  </a:lnTo>
                  <a:lnTo>
                    <a:pt x="13385" y="5143"/>
                  </a:lnTo>
                  <a:lnTo>
                    <a:pt x="12814" y="4991"/>
                  </a:lnTo>
                  <a:lnTo>
                    <a:pt x="11506" y="5080"/>
                  </a:lnTo>
                  <a:lnTo>
                    <a:pt x="10198" y="5156"/>
                  </a:lnTo>
                  <a:lnTo>
                    <a:pt x="9131" y="5549"/>
                  </a:lnTo>
                  <a:lnTo>
                    <a:pt x="9169" y="6350"/>
                  </a:lnTo>
                  <a:lnTo>
                    <a:pt x="3746" y="0"/>
                  </a:lnTo>
                  <a:lnTo>
                    <a:pt x="0" y="0"/>
                  </a:lnTo>
                  <a:lnTo>
                    <a:pt x="13982" y="16306"/>
                  </a:lnTo>
                  <a:lnTo>
                    <a:pt x="17729" y="11938"/>
                  </a:lnTo>
                  <a:lnTo>
                    <a:pt x="27965" y="0"/>
                  </a:lnTo>
                  <a:close/>
                </a:path>
                <a:path w="244475" h="81915">
                  <a:moveTo>
                    <a:pt x="182219" y="23774"/>
                  </a:moveTo>
                  <a:lnTo>
                    <a:pt x="178473" y="19405"/>
                  </a:lnTo>
                  <a:lnTo>
                    <a:pt x="178473" y="23774"/>
                  </a:lnTo>
                  <a:lnTo>
                    <a:pt x="174332" y="28600"/>
                  </a:lnTo>
                  <a:lnTo>
                    <a:pt x="174447" y="27990"/>
                  </a:lnTo>
                  <a:lnTo>
                    <a:pt x="174307" y="24917"/>
                  </a:lnTo>
                  <a:lnTo>
                    <a:pt x="174104" y="24244"/>
                  </a:lnTo>
                  <a:lnTo>
                    <a:pt x="174726" y="24384"/>
                  </a:lnTo>
                  <a:lnTo>
                    <a:pt x="176034" y="24295"/>
                  </a:lnTo>
                  <a:lnTo>
                    <a:pt x="177342" y="24206"/>
                  </a:lnTo>
                  <a:lnTo>
                    <a:pt x="178396" y="23825"/>
                  </a:lnTo>
                  <a:lnTo>
                    <a:pt x="178384" y="23685"/>
                  </a:lnTo>
                  <a:lnTo>
                    <a:pt x="178473" y="19405"/>
                  </a:lnTo>
                  <a:lnTo>
                    <a:pt x="177673" y="18478"/>
                  </a:lnTo>
                  <a:lnTo>
                    <a:pt x="177673" y="22860"/>
                  </a:lnTo>
                  <a:lnTo>
                    <a:pt x="177279" y="22758"/>
                  </a:lnTo>
                  <a:lnTo>
                    <a:pt x="174650" y="22923"/>
                  </a:lnTo>
                  <a:lnTo>
                    <a:pt x="174028" y="23164"/>
                  </a:lnTo>
                  <a:lnTo>
                    <a:pt x="174167" y="22440"/>
                  </a:lnTo>
                  <a:lnTo>
                    <a:pt x="174091" y="20904"/>
                  </a:lnTo>
                  <a:lnTo>
                    <a:pt x="174015" y="19380"/>
                  </a:lnTo>
                  <a:lnTo>
                    <a:pt x="173748" y="18402"/>
                  </a:lnTo>
                  <a:lnTo>
                    <a:pt x="173748" y="29286"/>
                  </a:lnTo>
                  <a:lnTo>
                    <a:pt x="159969" y="45351"/>
                  </a:lnTo>
                  <a:lnTo>
                    <a:pt x="155168" y="39776"/>
                  </a:lnTo>
                  <a:lnTo>
                    <a:pt x="156248" y="40030"/>
                  </a:lnTo>
                  <a:lnTo>
                    <a:pt x="158864" y="39852"/>
                  </a:lnTo>
                  <a:lnTo>
                    <a:pt x="159461" y="39636"/>
                  </a:lnTo>
                  <a:lnTo>
                    <a:pt x="159334" y="40347"/>
                  </a:lnTo>
                  <a:lnTo>
                    <a:pt x="159397" y="41871"/>
                  </a:lnTo>
                  <a:lnTo>
                    <a:pt x="159473" y="43408"/>
                  </a:lnTo>
                  <a:lnTo>
                    <a:pt x="159816" y="44627"/>
                  </a:lnTo>
                  <a:lnTo>
                    <a:pt x="160502" y="44589"/>
                  </a:lnTo>
                  <a:lnTo>
                    <a:pt x="160718" y="43332"/>
                  </a:lnTo>
                  <a:lnTo>
                    <a:pt x="160578" y="40259"/>
                  </a:lnTo>
                  <a:lnTo>
                    <a:pt x="160375" y="39585"/>
                  </a:lnTo>
                  <a:lnTo>
                    <a:pt x="160997" y="39725"/>
                  </a:lnTo>
                  <a:lnTo>
                    <a:pt x="162306" y="39649"/>
                  </a:lnTo>
                  <a:lnTo>
                    <a:pt x="163614" y="39560"/>
                  </a:lnTo>
                  <a:lnTo>
                    <a:pt x="164680" y="39166"/>
                  </a:lnTo>
                  <a:lnTo>
                    <a:pt x="164630" y="38366"/>
                  </a:lnTo>
                  <a:lnTo>
                    <a:pt x="163550" y="38100"/>
                  </a:lnTo>
                  <a:lnTo>
                    <a:pt x="160921" y="38277"/>
                  </a:lnTo>
                  <a:lnTo>
                    <a:pt x="160312" y="38519"/>
                  </a:lnTo>
                  <a:lnTo>
                    <a:pt x="160439" y="37782"/>
                  </a:lnTo>
                  <a:lnTo>
                    <a:pt x="160362" y="36258"/>
                  </a:lnTo>
                  <a:lnTo>
                    <a:pt x="160286" y="34721"/>
                  </a:lnTo>
                  <a:lnTo>
                    <a:pt x="159956" y="33502"/>
                  </a:lnTo>
                  <a:lnTo>
                    <a:pt x="159270" y="33540"/>
                  </a:lnTo>
                  <a:lnTo>
                    <a:pt x="159042" y="34798"/>
                  </a:lnTo>
                  <a:lnTo>
                    <a:pt x="159194" y="37871"/>
                  </a:lnTo>
                  <a:lnTo>
                    <a:pt x="159372" y="38557"/>
                  </a:lnTo>
                  <a:lnTo>
                    <a:pt x="158800" y="38404"/>
                  </a:lnTo>
                  <a:lnTo>
                    <a:pt x="157492" y="38481"/>
                  </a:lnTo>
                  <a:lnTo>
                    <a:pt x="156184" y="38569"/>
                  </a:lnTo>
                  <a:lnTo>
                    <a:pt x="155117" y="38963"/>
                  </a:lnTo>
                  <a:lnTo>
                    <a:pt x="155155" y="39763"/>
                  </a:lnTo>
                  <a:lnTo>
                    <a:pt x="141820" y="24206"/>
                  </a:lnTo>
                  <a:lnTo>
                    <a:pt x="142900" y="24460"/>
                  </a:lnTo>
                  <a:lnTo>
                    <a:pt x="145529" y="24295"/>
                  </a:lnTo>
                  <a:lnTo>
                    <a:pt x="146100" y="24079"/>
                  </a:lnTo>
                  <a:lnTo>
                    <a:pt x="145986" y="24777"/>
                  </a:lnTo>
                  <a:lnTo>
                    <a:pt x="146062" y="26314"/>
                  </a:lnTo>
                  <a:lnTo>
                    <a:pt x="146126" y="27838"/>
                  </a:lnTo>
                  <a:lnTo>
                    <a:pt x="146469" y="29057"/>
                  </a:lnTo>
                  <a:lnTo>
                    <a:pt x="147154" y="29019"/>
                  </a:lnTo>
                  <a:lnTo>
                    <a:pt x="147370" y="27762"/>
                  </a:lnTo>
                  <a:lnTo>
                    <a:pt x="147231" y="24701"/>
                  </a:lnTo>
                  <a:lnTo>
                    <a:pt x="147040" y="24015"/>
                  </a:lnTo>
                  <a:lnTo>
                    <a:pt x="147650" y="24155"/>
                  </a:lnTo>
                  <a:lnTo>
                    <a:pt x="148958" y="24079"/>
                  </a:lnTo>
                  <a:lnTo>
                    <a:pt x="150266" y="23990"/>
                  </a:lnTo>
                  <a:lnTo>
                    <a:pt x="151333" y="23609"/>
                  </a:lnTo>
                  <a:lnTo>
                    <a:pt x="151282" y="22796"/>
                  </a:lnTo>
                  <a:lnTo>
                    <a:pt x="150202" y="22529"/>
                  </a:lnTo>
                  <a:lnTo>
                    <a:pt x="147586" y="22707"/>
                  </a:lnTo>
                  <a:lnTo>
                    <a:pt x="146964" y="22936"/>
                  </a:lnTo>
                  <a:lnTo>
                    <a:pt x="147091" y="22212"/>
                  </a:lnTo>
                  <a:lnTo>
                    <a:pt x="147015" y="20688"/>
                  </a:lnTo>
                  <a:lnTo>
                    <a:pt x="146939" y="19164"/>
                  </a:lnTo>
                  <a:lnTo>
                    <a:pt x="146608" y="17932"/>
                  </a:lnTo>
                  <a:lnTo>
                    <a:pt x="146456" y="17945"/>
                  </a:lnTo>
                  <a:lnTo>
                    <a:pt x="159461" y="2768"/>
                  </a:lnTo>
                  <a:lnTo>
                    <a:pt x="159296" y="3733"/>
                  </a:lnTo>
                  <a:lnTo>
                    <a:pt x="159448" y="6807"/>
                  </a:lnTo>
                  <a:lnTo>
                    <a:pt x="159626" y="7493"/>
                  </a:lnTo>
                  <a:lnTo>
                    <a:pt x="159054" y="7340"/>
                  </a:lnTo>
                  <a:lnTo>
                    <a:pt x="157746" y="7429"/>
                  </a:lnTo>
                  <a:lnTo>
                    <a:pt x="156438" y="7505"/>
                  </a:lnTo>
                  <a:lnTo>
                    <a:pt x="155371" y="7899"/>
                  </a:lnTo>
                  <a:lnTo>
                    <a:pt x="155422" y="8699"/>
                  </a:lnTo>
                  <a:lnTo>
                    <a:pt x="156502" y="8966"/>
                  </a:lnTo>
                  <a:lnTo>
                    <a:pt x="159131" y="8801"/>
                  </a:lnTo>
                  <a:lnTo>
                    <a:pt x="159702" y="8585"/>
                  </a:lnTo>
                  <a:lnTo>
                    <a:pt x="159588" y="9283"/>
                  </a:lnTo>
                  <a:lnTo>
                    <a:pt x="159664" y="10820"/>
                  </a:lnTo>
                  <a:lnTo>
                    <a:pt x="159727" y="12344"/>
                  </a:lnTo>
                  <a:lnTo>
                    <a:pt x="160070" y="13576"/>
                  </a:lnTo>
                  <a:lnTo>
                    <a:pt x="160743" y="13525"/>
                  </a:lnTo>
                  <a:lnTo>
                    <a:pt x="160972" y="12268"/>
                  </a:lnTo>
                  <a:lnTo>
                    <a:pt x="160832" y="9207"/>
                  </a:lnTo>
                  <a:lnTo>
                    <a:pt x="160642" y="8521"/>
                  </a:lnTo>
                  <a:lnTo>
                    <a:pt x="161251" y="8661"/>
                  </a:lnTo>
                  <a:lnTo>
                    <a:pt x="162560" y="8585"/>
                  </a:lnTo>
                  <a:lnTo>
                    <a:pt x="163868" y="8496"/>
                  </a:lnTo>
                  <a:lnTo>
                    <a:pt x="164934" y="8115"/>
                  </a:lnTo>
                  <a:lnTo>
                    <a:pt x="173647" y="18161"/>
                  </a:lnTo>
                  <a:lnTo>
                    <a:pt x="172999" y="18199"/>
                  </a:lnTo>
                  <a:lnTo>
                    <a:pt x="172770" y="19456"/>
                  </a:lnTo>
                  <a:lnTo>
                    <a:pt x="172923" y="22517"/>
                  </a:lnTo>
                  <a:lnTo>
                    <a:pt x="173101" y="23202"/>
                  </a:lnTo>
                  <a:lnTo>
                    <a:pt x="172516" y="23050"/>
                  </a:lnTo>
                  <a:lnTo>
                    <a:pt x="171208" y="23139"/>
                  </a:lnTo>
                  <a:lnTo>
                    <a:pt x="169900" y="23228"/>
                  </a:lnTo>
                  <a:lnTo>
                    <a:pt x="168846" y="23609"/>
                  </a:lnTo>
                  <a:lnTo>
                    <a:pt x="168884" y="24422"/>
                  </a:lnTo>
                  <a:lnTo>
                    <a:pt x="169964" y="24676"/>
                  </a:lnTo>
                  <a:lnTo>
                    <a:pt x="172593" y="24511"/>
                  </a:lnTo>
                  <a:lnTo>
                    <a:pt x="173177" y="24307"/>
                  </a:lnTo>
                  <a:lnTo>
                    <a:pt x="173050" y="25006"/>
                  </a:lnTo>
                  <a:lnTo>
                    <a:pt x="173126" y="26530"/>
                  </a:lnTo>
                  <a:lnTo>
                    <a:pt x="173202" y="28054"/>
                  </a:lnTo>
                  <a:lnTo>
                    <a:pt x="173532" y="29286"/>
                  </a:lnTo>
                  <a:lnTo>
                    <a:pt x="173748" y="29286"/>
                  </a:lnTo>
                  <a:lnTo>
                    <a:pt x="173748" y="18402"/>
                  </a:lnTo>
                  <a:lnTo>
                    <a:pt x="173697" y="18211"/>
                  </a:lnTo>
                  <a:lnTo>
                    <a:pt x="177673" y="22860"/>
                  </a:lnTo>
                  <a:lnTo>
                    <a:pt x="177673" y="18478"/>
                  </a:lnTo>
                  <a:lnTo>
                    <a:pt x="164198" y="2755"/>
                  </a:lnTo>
                  <a:lnTo>
                    <a:pt x="164198" y="7150"/>
                  </a:lnTo>
                  <a:lnTo>
                    <a:pt x="163804" y="7048"/>
                  </a:lnTo>
                  <a:lnTo>
                    <a:pt x="161175" y="7213"/>
                  </a:lnTo>
                  <a:lnTo>
                    <a:pt x="160566" y="7442"/>
                  </a:lnTo>
                  <a:lnTo>
                    <a:pt x="160693" y="6718"/>
                  </a:lnTo>
                  <a:lnTo>
                    <a:pt x="160616" y="5194"/>
                  </a:lnTo>
                  <a:lnTo>
                    <a:pt x="160540" y="3670"/>
                  </a:lnTo>
                  <a:lnTo>
                    <a:pt x="160210" y="2489"/>
                  </a:lnTo>
                  <a:lnTo>
                    <a:pt x="164198" y="7150"/>
                  </a:lnTo>
                  <a:lnTo>
                    <a:pt x="164198" y="2755"/>
                  </a:lnTo>
                  <a:lnTo>
                    <a:pt x="163715" y="2184"/>
                  </a:lnTo>
                  <a:lnTo>
                    <a:pt x="161836" y="0"/>
                  </a:lnTo>
                  <a:lnTo>
                    <a:pt x="160185" y="0"/>
                  </a:lnTo>
                  <a:lnTo>
                    <a:pt x="160185" y="2451"/>
                  </a:lnTo>
                  <a:lnTo>
                    <a:pt x="159727" y="2476"/>
                  </a:lnTo>
                  <a:lnTo>
                    <a:pt x="159969" y="2184"/>
                  </a:lnTo>
                  <a:lnTo>
                    <a:pt x="160185" y="2451"/>
                  </a:lnTo>
                  <a:lnTo>
                    <a:pt x="160185" y="0"/>
                  </a:lnTo>
                  <a:lnTo>
                    <a:pt x="158102" y="0"/>
                  </a:lnTo>
                  <a:lnTo>
                    <a:pt x="146024" y="14097"/>
                  </a:lnTo>
                  <a:lnTo>
                    <a:pt x="146024" y="22987"/>
                  </a:lnTo>
                  <a:lnTo>
                    <a:pt x="145453" y="22834"/>
                  </a:lnTo>
                  <a:lnTo>
                    <a:pt x="144145" y="22923"/>
                  </a:lnTo>
                  <a:lnTo>
                    <a:pt x="142836" y="22999"/>
                  </a:lnTo>
                  <a:lnTo>
                    <a:pt x="141808" y="23393"/>
                  </a:lnTo>
                  <a:lnTo>
                    <a:pt x="141808" y="24193"/>
                  </a:lnTo>
                  <a:lnTo>
                    <a:pt x="141465" y="23774"/>
                  </a:lnTo>
                  <a:lnTo>
                    <a:pt x="141770" y="23418"/>
                  </a:lnTo>
                  <a:lnTo>
                    <a:pt x="141808" y="24193"/>
                  </a:lnTo>
                  <a:lnTo>
                    <a:pt x="141808" y="23393"/>
                  </a:lnTo>
                  <a:lnTo>
                    <a:pt x="145783" y="18745"/>
                  </a:lnTo>
                  <a:lnTo>
                    <a:pt x="145694" y="19227"/>
                  </a:lnTo>
                  <a:lnTo>
                    <a:pt x="145846" y="22301"/>
                  </a:lnTo>
                  <a:lnTo>
                    <a:pt x="146024" y="22987"/>
                  </a:lnTo>
                  <a:lnTo>
                    <a:pt x="146024" y="14097"/>
                  </a:lnTo>
                  <a:lnTo>
                    <a:pt x="137731" y="23774"/>
                  </a:lnTo>
                  <a:lnTo>
                    <a:pt x="159969" y="49720"/>
                  </a:lnTo>
                  <a:lnTo>
                    <a:pt x="163715" y="45351"/>
                  </a:lnTo>
                  <a:lnTo>
                    <a:pt x="182219" y="23774"/>
                  </a:lnTo>
                  <a:close/>
                </a:path>
                <a:path w="244475" h="81915">
                  <a:moveTo>
                    <a:pt x="244297" y="55372"/>
                  </a:moveTo>
                  <a:lnTo>
                    <a:pt x="240550" y="51015"/>
                  </a:lnTo>
                  <a:lnTo>
                    <a:pt x="240550" y="55372"/>
                  </a:lnTo>
                  <a:lnTo>
                    <a:pt x="236410" y="60210"/>
                  </a:lnTo>
                  <a:lnTo>
                    <a:pt x="236524" y="59588"/>
                  </a:lnTo>
                  <a:lnTo>
                    <a:pt x="236372" y="56527"/>
                  </a:lnTo>
                  <a:lnTo>
                    <a:pt x="236181" y="55854"/>
                  </a:lnTo>
                  <a:lnTo>
                    <a:pt x="236804" y="55994"/>
                  </a:lnTo>
                  <a:lnTo>
                    <a:pt x="238112" y="55905"/>
                  </a:lnTo>
                  <a:lnTo>
                    <a:pt x="239420" y="55816"/>
                  </a:lnTo>
                  <a:lnTo>
                    <a:pt x="240474" y="55435"/>
                  </a:lnTo>
                  <a:lnTo>
                    <a:pt x="240461" y="55283"/>
                  </a:lnTo>
                  <a:lnTo>
                    <a:pt x="240550" y="51015"/>
                  </a:lnTo>
                  <a:lnTo>
                    <a:pt x="239763" y="50088"/>
                  </a:lnTo>
                  <a:lnTo>
                    <a:pt x="239763" y="54470"/>
                  </a:lnTo>
                  <a:lnTo>
                    <a:pt x="239356" y="54368"/>
                  </a:lnTo>
                  <a:lnTo>
                    <a:pt x="236728" y="54533"/>
                  </a:lnTo>
                  <a:lnTo>
                    <a:pt x="236093" y="54762"/>
                  </a:lnTo>
                  <a:lnTo>
                    <a:pt x="236232" y="54051"/>
                  </a:lnTo>
                  <a:lnTo>
                    <a:pt x="236169" y="52514"/>
                  </a:lnTo>
                  <a:lnTo>
                    <a:pt x="236093" y="50990"/>
                  </a:lnTo>
                  <a:lnTo>
                    <a:pt x="235826" y="50063"/>
                  </a:lnTo>
                  <a:lnTo>
                    <a:pt x="235826" y="60883"/>
                  </a:lnTo>
                  <a:lnTo>
                    <a:pt x="222046" y="76962"/>
                  </a:lnTo>
                  <a:lnTo>
                    <a:pt x="217258" y="71386"/>
                  </a:lnTo>
                  <a:lnTo>
                    <a:pt x="218313" y="71640"/>
                  </a:lnTo>
                  <a:lnTo>
                    <a:pt x="220941" y="71462"/>
                  </a:lnTo>
                  <a:lnTo>
                    <a:pt x="221526" y="71259"/>
                  </a:lnTo>
                  <a:lnTo>
                    <a:pt x="221399" y="71958"/>
                  </a:lnTo>
                  <a:lnTo>
                    <a:pt x="221475" y="73482"/>
                  </a:lnTo>
                  <a:lnTo>
                    <a:pt x="221551" y="75018"/>
                  </a:lnTo>
                  <a:lnTo>
                    <a:pt x="221881" y="76238"/>
                  </a:lnTo>
                  <a:lnTo>
                    <a:pt x="222580" y="76200"/>
                  </a:lnTo>
                  <a:lnTo>
                    <a:pt x="222796" y="74942"/>
                  </a:lnTo>
                  <a:lnTo>
                    <a:pt x="222643" y="71869"/>
                  </a:lnTo>
                  <a:lnTo>
                    <a:pt x="222453" y="71196"/>
                  </a:lnTo>
                  <a:lnTo>
                    <a:pt x="223075" y="71335"/>
                  </a:lnTo>
                  <a:lnTo>
                    <a:pt x="224383" y="71247"/>
                  </a:lnTo>
                  <a:lnTo>
                    <a:pt x="225691" y="71170"/>
                  </a:lnTo>
                  <a:lnTo>
                    <a:pt x="226745" y="70777"/>
                  </a:lnTo>
                  <a:lnTo>
                    <a:pt x="226707" y="69977"/>
                  </a:lnTo>
                  <a:lnTo>
                    <a:pt x="225628" y="69710"/>
                  </a:lnTo>
                  <a:lnTo>
                    <a:pt x="222999" y="69875"/>
                  </a:lnTo>
                  <a:lnTo>
                    <a:pt x="222377" y="70116"/>
                  </a:lnTo>
                  <a:lnTo>
                    <a:pt x="222516" y="69392"/>
                  </a:lnTo>
                  <a:lnTo>
                    <a:pt x="222440" y="67868"/>
                  </a:lnTo>
                  <a:lnTo>
                    <a:pt x="222364" y="66332"/>
                  </a:lnTo>
                  <a:lnTo>
                    <a:pt x="222034" y="65112"/>
                  </a:lnTo>
                  <a:lnTo>
                    <a:pt x="221335" y="65151"/>
                  </a:lnTo>
                  <a:lnTo>
                    <a:pt x="221119" y="66408"/>
                  </a:lnTo>
                  <a:lnTo>
                    <a:pt x="221259" y="69481"/>
                  </a:lnTo>
                  <a:lnTo>
                    <a:pt x="221437" y="70154"/>
                  </a:lnTo>
                  <a:lnTo>
                    <a:pt x="220865" y="70015"/>
                  </a:lnTo>
                  <a:lnTo>
                    <a:pt x="219557" y="70091"/>
                  </a:lnTo>
                  <a:lnTo>
                    <a:pt x="218249" y="70180"/>
                  </a:lnTo>
                  <a:lnTo>
                    <a:pt x="217195" y="70561"/>
                  </a:lnTo>
                  <a:lnTo>
                    <a:pt x="217220" y="71348"/>
                  </a:lnTo>
                  <a:lnTo>
                    <a:pt x="203911" y="55816"/>
                  </a:lnTo>
                  <a:lnTo>
                    <a:pt x="204965" y="56070"/>
                  </a:lnTo>
                  <a:lnTo>
                    <a:pt x="207594" y="55905"/>
                  </a:lnTo>
                  <a:lnTo>
                    <a:pt x="208178" y="55689"/>
                  </a:lnTo>
                  <a:lnTo>
                    <a:pt x="208051" y="56388"/>
                  </a:lnTo>
                  <a:lnTo>
                    <a:pt x="208127" y="57912"/>
                  </a:lnTo>
                  <a:lnTo>
                    <a:pt x="208203" y="59448"/>
                  </a:lnTo>
                  <a:lnTo>
                    <a:pt x="208534" y="60667"/>
                  </a:lnTo>
                  <a:lnTo>
                    <a:pt x="209232" y="60629"/>
                  </a:lnTo>
                  <a:lnTo>
                    <a:pt x="209448" y="59372"/>
                  </a:lnTo>
                  <a:lnTo>
                    <a:pt x="209308" y="56299"/>
                  </a:lnTo>
                  <a:lnTo>
                    <a:pt x="209105" y="55626"/>
                  </a:lnTo>
                  <a:lnTo>
                    <a:pt x="209727" y="55765"/>
                  </a:lnTo>
                  <a:lnTo>
                    <a:pt x="211035" y="55676"/>
                  </a:lnTo>
                  <a:lnTo>
                    <a:pt x="212344" y="55600"/>
                  </a:lnTo>
                  <a:lnTo>
                    <a:pt x="213398" y="55206"/>
                  </a:lnTo>
                  <a:lnTo>
                    <a:pt x="213360" y="54406"/>
                  </a:lnTo>
                  <a:lnTo>
                    <a:pt x="212280" y="54140"/>
                  </a:lnTo>
                  <a:lnTo>
                    <a:pt x="209651" y="54305"/>
                  </a:lnTo>
                  <a:lnTo>
                    <a:pt x="209029" y="54546"/>
                  </a:lnTo>
                  <a:lnTo>
                    <a:pt x="209169" y="53822"/>
                  </a:lnTo>
                  <a:lnTo>
                    <a:pt x="209092" y="52298"/>
                  </a:lnTo>
                  <a:lnTo>
                    <a:pt x="209016" y="50761"/>
                  </a:lnTo>
                  <a:lnTo>
                    <a:pt x="208686" y="49542"/>
                  </a:lnTo>
                  <a:lnTo>
                    <a:pt x="208534" y="49555"/>
                  </a:lnTo>
                  <a:lnTo>
                    <a:pt x="221526" y="34391"/>
                  </a:lnTo>
                  <a:lnTo>
                    <a:pt x="221373" y="35344"/>
                  </a:lnTo>
                  <a:lnTo>
                    <a:pt x="221526" y="38417"/>
                  </a:lnTo>
                  <a:lnTo>
                    <a:pt x="221703" y="39103"/>
                  </a:lnTo>
                  <a:lnTo>
                    <a:pt x="221119" y="38950"/>
                  </a:lnTo>
                  <a:lnTo>
                    <a:pt x="219811" y="39039"/>
                  </a:lnTo>
                  <a:lnTo>
                    <a:pt x="218503" y="39116"/>
                  </a:lnTo>
                  <a:lnTo>
                    <a:pt x="217449" y="39509"/>
                  </a:lnTo>
                  <a:lnTo>
                    <a:pt x="217487" y="40309"/>
                  </a:lnTo>
                  <a:lnTo>
                    <a:pt x="218567" y="40576"/>
                  </a:lnTo>
                  <a:lnTo>
                    <a:pt x="221195" y="40411"/>
                  </a:lnTo>
                  <a:lnTo>
                    <a:pt x="221780" y="40195"/>
                  </a:lnTo>
                  <a:lnTo>
                    <a:pt x="221653" y="40894"/>
                  </a:lnTo>
                  <a:lnTo>
                    <a:pt x="221729" y="42418"/>
                  </a:lnTo>
                  <a:lnTo>
                    <a:pt x="221805" y="43954"/>
                  </a:lnTo>
                  <a:lnTo>
                    <a:pt x="222135" y="45173"/>
                  </a:lnTo>
                  <a:lnTo>
                    <a:pt x="222834" y="45135"/>
                  </a:lnTo>
                  <a:lnTo>
                    <a:pt x="223050" y="43878"/>
                  </a:lnTo>
                  <a:lnTo>
                    <a:pt x="222910" y="40817"/>
                  </a:lnTo>
                  <a:lnTo>
                    <a:pt x="222707" y="40132"/>
                  </a:lnTo>
                  <a:lnTo>
                    <a:pt x="223329" y="40271"/>
                  </a:lnTo>
                  <a:lnTo>
                    <a:pt x="224637" y="40195"/>
                  </a:lnTo>
                  <a:lnTo>
                    <a:pt x="225945" y="40106"/>
                  </a:lnTo>
                  <a:lnTo>
                    <a:pt x="226999" y="39712"/>
                  </a:lnTo>
                  <a:lnTo>
                    <a:pt x="226987" y="39585"/>
                  </a:lnTo>
                  <a:lnTo>
                    <a:pt x="235737" y="49771"/>
                  </a:lnTo>
                  <a:lnTo>
                    <a:pt x="235064" y="49809"/>
                  </a:lnTo>
                  <a:lnTo>
                    <a:pt x="234848" y="51066"/>
                  </a:lnTo>
                  <a:lnTo>
                    <a:pt x="234988" y="54127"/>
                  </a:lnTo>
                  <a:lnTo>
                    <a:pt x="235165" y="54813"/>
                  </a:lnTo>
                  <a:lnTo>
                    <a:pt x="234594" y="54660"/>
                  </a:lnTo>
                  <a:lnTo>
                    <a:pt x="233286" y="54749"/>
                  </a:lnTo>
                  <a:lnTo>
                    <a:pt x="231978" y="54838"/>
                  </a:lnTo>
                  <a:lnTo>
                    <a:pt x="230924" y="55219"/>
                  </a:lnTo>
                  <a:lnTo>
                    <a:pt x="230962" y="56019"/>
                  </a:lnTo>
                  <a:lnTo>
                    <a:pt x="232041" y="56286"/>
                  </a:lnTo>
                  <a:lnTo>
                    <a:pt x="234670" y="56121"/>
                  </a:lnTo>
                  <a:lnTo>
                    <a:pt x="235242" y="55905"/>
                  </a:lnTo>
                  <a:lnTo>
                    <a:pt x="235127" y="56603"/>
                  </a:lnTo>
                  <a:lnTo>
                    <a:pt x="235204" y="58140"/>
                  </a:lnTo>
                  <a:lnTo>
                    <a:pt x="235280" y="59664"/>
                  </a:lnTo>
                  <a:lnTo>
                    <a:pt x="235610" y="60896"/>
                  </a:lnTo>
                  <a:lnTo>
                    <a:pt x="235826" y="60883"/>
                  </a:lnTo>
                  <a:lnTo>
                    <a:pt x="235826" y="50063"/>
                  </a:lnTo>
                  <a:lnTo>
                    <a:pt x="235750" y="49784"/>
                  </a:lnTo>
                  <a:lnTo>
                    <a:pt x="239763" y="54470"/>
                  </a:lnTo>
                  <a:lnTo>
                    <a:pt x="239763" y="50088"/>
                  </a:lnTo>
                  <a:lnTo>
                    <a:pt x="226263" y="34353"/>
                  </a:lnTo>
                  <a:lnTo>
                    <a:pt x="226263" y="38747"/>
                  </a:lnTo>
                  <a:lnTo>
                    <a:pt x="225882" y="38646"/>
                  </a:lnTo>
                  <a:lnTo>
                    <a:pt x="223253" y="38823"/>
                  </a:lnTo>
                  <a:lnTo>
                    <a:pt x="222631" y="39052"/>
                  </a:lnTo>
                  <a:lnTo>
                    <a:pt x="222770" y="38328"/>
                  </a:lnTo>
                  <a:lnTo>
                    <a:pt x="222694" y="36804"/>
                  </a:lnTo>
                  <a:lnTo>
                    <a:pt x="222618" y="35267"/>
                  </a:lnTo>
                  <a:lnTo>
                    <a:pt x="222288" y="34099"/>
                  </a:lnTo>
                  <a:lnTo>
                    <a:pt x="226263" y="38747"/>
                  </a:lnTo>
                  <a:lnTo>
                    <a:pt x="226263" y="34353"/>
                  </a:lnTo>
                  <a:lnTo>
                    <a:pt x="225793" y="33794"/>
                  </a:lnTo>
                  <a:lnTo>
                    <a:pt x="222262" y="29679"/>
                  </a:lnTo>
                  <a:lnTo>
                    <a:pt x="222262" y="34061"/>
                  </a:lnTo>
                  <a:lnTo>
                    <a:pt x="221805" y="34086"/>
                  </a:lnTo>
                  <a:lnTo>
                    <a:pt x="222046" y="33794"/>
                  </a:lnTo>
                  <a:lnTo>
                    <a:pt x="222262" y="34061"/>
                  </a:lnTo>
                  <a:lnTo>
                    <a:pt x="222262" y="29679"/>
                  </a:lnTo>
                  <a:lnTo>
                    <a:pt x="222046" y="29425"/>
                  </a:lnTo>
                  <a:lnTo>
                    <a:pt x="208102" y="45694"/>
                  </a:lnTo>
                  <a:lnTo>
                    <a:pt x="208102" y="54597"/>
                  </a:lnTo>
                  <a:lnTo>
                    <a:pt x="207518" y="54444"/>
                  </a:lnTo>
                  <a:lnTo>
                    <a:pt x="206209" y="54533"/>
                  </a:lnTo>
                  <a:lnTo>
                    <a:pt x="204901" y="54610"/>
                  </a:lnTo>
                  <a:lnTo>
                    <a:pt x="203873" y="55003"/>
                  </a:lnTo>
                  <a:lnTo>
                    <a:pt x="203873" y="55778"/>
                  </a:lnTo>
                  <a:lnTo>
                    <a:pt x="203542" y="55372"/>
                  </a:lnTo>
                  <a:lnTo>
                    <a:pt x="203847" y="55016"/>
                  </a:lnTo>
                  <a:lnTo>
                    <a:pt x="203873" y="55778"/>
                  </a:lnTo>
                  <a:lnTo>
                    <a:pt x="203873" y="55003"/>
                  </a:lnTo>
                  <a:lnTo>
                    <a:pt x="207860" y="50342"/>
                  </a:lnTo>
                  <a:lnTo>
                    <a:pt x="207772" y="50838"/>
                  </a:lnTo>
                  <a:lnTo>
                    <a:pt x="207924" y="53911"/>
                  </a:lnTo>
                  <a:lnTo>
                    <a:pt x="208102" y="54597"/>
                  </a:lnTo>
                  <a:lnTo>
                    <a:pt x="208102" y="45694"/>
                  </a:lnTo>
                  <a:lnTo>
                    <a:pt x="201066" y="53886"/>
                  </a:lnTo>
                  <a:lnTo>
                    <a:pt x="198615" y="51028"/>
                  </a:lnTo>
                  <a:lnTo>
                    <a:pt x="198615" y="55372"/>
                  </a:lnTo>
                  <a:lnTo>
                    <a:pt x="194475" y="60198"/>
                  </a:lnTo>
                  <a:lnTo>
                    <a:pt x="194589" y="59588"/>
                  </a:lnTo>
                  <a:lnTo>
                    <a:pt x="194449" y="56527"/>
                  </a:lnTo>
                  <a:lnTo>
                    <a:pt x="194259" y="55854"/>
                  </a:lnTo>
                  <a:lnTo>
                    <a:pt x="194868" y="55994"/>
                  </a:lnTo>
                  <a:lnTo>
                    <a:pt x="196176" y="55905"/>
                  </a:lnTo>
                  <a:lnTo>
                    <a:pt x="197485" y="55816"/>
                  </a:lnTo>
                  <a:lnTo>
                    <a:pt x="198551" y="55435"/>
                  </a:lnTo>
                  <a:lnTo>
                    <a:pt x="198539" y="55295"/>
                  </a:lnTo>
                  <a:lnTo>
                    <a:pt x="198615" y="51028"/>
                  </a:lnTo>
                  <a:lnTo>
                    <a:pt x="197827" y="50114"/>
                  </a:lnTo>
                  <a:lnTo>
                    <a:pt x="197827" y="54470"/>
                  </a:lnTo>
                  <a:lnTo>
                    <a:pt x="197421" y="54368"/>
                  </a:lnTo>
                  <a:lnTo>
                    <a:pt x="194792" y="54533"/>
                  </a:lnTo>
                  <a:lnTo>
                    <a:pt x="194183" y="54762"/>
                  </a:lnTo>
                  <a:lnTo>
                    <a:pt x="194310" y="54051"/>
                  </a:lnTo>
                  <a:lnTo>
                    <a:pt x="194233" y="52514"/>
                  </a:lnTo>
                  <a:lnTo>
                    <a:pt x="194157" y="50990"/>
                  </a:lnTo>
                  <a:lnTo>
                    <a:pt x="193890" y="50038"/>
                  </a:lnTo>
                  <a:lnTo>
                    <a:pt x="193890" y="60883"/>
                  </a:lnTo>
                  <a:lnTo>
                    <a:pt x="180111" y="76962"/>
                  </a:lnTo>
                  <a:lnTo>
                    <a:pt x="175323" y="71386"/>
                  </a:lnTo>
                  <a:lnTo>
                    <a:pt x="176390" y="71640"/>
                  </a:lnTo>
                  <a:lnTo>
                    <a:pt x="179019" y="71462"/>
                  </a:lnTo>
                  <a:lnTo>
                    <a:pt x="179590" y="71259"/>
                  </a:lnTo>
                  <a:lnTo>
                    <a:pt x="179476" y="71958"/>
                  </a:lnTo>
                  <a:lnTo>
                    <a:pt x="179552" y="73482"/>
                  </a:lnTo>
                  <a:lnTo>
                    <a:pt x="179616" y="75018"/>
                  </a:lnTo>
                  <a:lnTo>
                    <a:pt x="179959" y="76238"/>
                  </a:lnTo>
                  <a:lnTo>
                    <a:pt x="180644" y="76200"/>
                  </a:lnTo>
                  <a:lnTo>
                    <a:pt x="180873" y="74942"/>
                  </a:lnTo>
                  <a:lnTo>
                    <a:pt x="180721" y="71869"/>
                  </a:lnTo>
                  <a:lnTo>
                    <a:pt x="180530" y="71196"/>
                  </a:lnTo>
                  <a:lnTo>
                    <a:pt x="181140" y="71335"/>
                  </a:lnTo>
                  <a:lnTo>
                    <a:pt x="182460" y="71247"/>
                  </a:lnTo>
                  <a:lnTo>
                    <a:pt x="183769" y="71170"/>
                  </a:lnTo>
                  <a:lnTo>
                    <a:pt x="184823" y="70777"/>
                  </a:lnTo>
                  <a:lnTo>
                    <a:pt x="184785" y="69977"/>
                  </a:lnTo>
                  <a:lnTo>
                    <a:pt x="183705" y="69710"/>
                  </a:lnTo>
                  <a:lnTo>
                    <a:pt x="181076" y="69875"/>
                  </a:lnTo>
                  <a:lnTo>
                    <a:pt x="180454" y="70116"/>
                  </a:lnTo>
                  <a:lnTo>
                    <a:pt x="180581" y="69392"/>
                  </a:lnTo>
                  <a:lnTo>
                    <a:pt x="180505" y="67868"/>
                  </a:lnTo>
                  <a:lnTo>
                    <a:pt x="180441" y="66332"/>
                  </a:lnTo>
                  <a:lnTo>
                    <a:pt x="180098" y="65112"/>
                  </a:lnTo>
                  <a:lnTo>
                    <a:pt x="179425" y="65151"/>
                  </a:lnTo>
                  <a:lnTo>
                    <a:pt x="179184" y="66408"/>
                  </a:lnTo>
                  <a:lnTo>
                    <a:pt x="179336" y="69481"/>
                  </a:lnTo>
                  <a:lnTo>
                    <a:pt x="179514" y="70154"/>
                  </a:lnTo>
                  <a:lnTo>
                    <a:pt x="178943" y="70015"/>
                  </a:lnTo>
                  <a:lnTo>
                    <a:pt x="177634" y="70091"/>
                  </a:lnTo>
                  <a:lnTo>
                    <a:pt x="176326" y="70180"/>
                  </a:lnTo>
                  <a:lnTo>
                    <a:pt x="175272" y="70561"/>
                  </a:lnTo>
                  <a:lnTo>
                    <a:pt x="175298" y="71361"/>
                  </a:lnTo>
                  <a:lnTo>
                    <a:pt x="161988" y="55816"/>
                  </a:lnTo>
                  <a:lnTo>
                    <a:pt x="163042" y="56070"/>
                  </a:lnTo>
                  <a:lnTo>
                    <a:pt x="165671" y="55905"/>
                  </a:lnTo>
                  <a:lnTo>
                    <a:pt x="166243" y="55689"/>
                  </a:lnTo>
                  <a:lnTo>
                    <a:pt x="166128" y="56388"/>
                  </a:lnTo>
                  <a:lnTo>
                    <a:pt x="166204" y="57912"/>
                  </a:lnTo>
                  <a:lnTo>
                    <a:pt x="166281" y="59448"/>
                  </a:lnTo>
                  <a:lnTo>
                    <a:pt x="166611" y="60667"/>
                  </a:lnTo>
                  <a:lnTo>
                    <a:pt x="167297" y="60629"/>
                  </a:lnTo>
                  <a:lnTo>
                    <a:pt x="167525" y="59372"/>
                  </a:lnTo>
                  <a:lnTo>
                    <a:pt x="167373" y="56299"/>
                  </a:lnTo>
                  <a:lnTo>
                    <a:pt x="167182" y="55626"/>
                  </a:lnTo>
                  <a:lnTo>
                    <a:pt x="167805" y="55765"/>
                  </a:lnTo>
                  <a:lnTo>
                    <a:pt x="169113" y="55676"/>
                  </a:lnTo>
                  <a:lnTo>
                    <a:pt x="170421" y="55600"/>
                  </a:lnTo>
                  <a:lnTo>
                    <a:pt x="171475" y="55206"/>
                  </a:lnTo>
                  <a:lnTo>
                    <a:pt x="171437" y="54406"/>
                  </a:lnTo>
                  <a:lnTo>
                    <a:pt x="170357" y="54140"/>
                  </a:lnTo>
                  <a:lnTo>
                    <a:pt x="167728" y="54305"/>
                  </a:lnTo>
                  <a:lnTo>
                    <a:pt x="167106" y="54546"/>
                  </a:lnTo>
                  <a:lnTo>
                    <a:pt x="167233" y="53822"/>
                  </a:lnTo>
                  <a:lnTo>
                    <a:pt x="167170" y="52298"/>
                  </a:lnTo>
                  <a:lnTo>
                    <a:pt x="167093" y="50761"/>
                  </a:lnTo>
                  <a:lnTo>
                    <a:pt x="166751" y="49542"/>
                  </a:lnTo>
                  <a:lnTo>
                    <a:pt x="166598" y="49555"/>
                  </a:lnTo>
                  <a:lnTo>
                    <a:pt x="179616" y="34378"/>
                  </a:lnTo>
                  <a:lnTo>
                    <a:pt x="179451" y="35344"/>
                  </a:lnTo>
                  <a:lnTo>
                    <a:pt x="179590" y="38417"/>
                  </a:lnTo>
                  <a:lnTo>
                    <a:pt x="179781" y="39103"/>
                  </a:lnTo>
                  <a:lnTo>
                    <a:pt x="179197" y="38950"/>
                  </a:lnTo>
                  <a:lnTo>
                    <a:pt x="177888" y="39039"/>
                  </a:lnTo>
                  <a:lnTo>
                    <a:pt x="176580" y="39116"/>
                  </a:lnTo>
                  <a:lnTo>
                    <a:pt x="175526" y="39509"/>
                  </a:lnTo>
                  <a:lnTo>
                    <a:pt x="175564" y="40309"/>
                  </a:lnTo>
                  <a:lnTo>
                    <a:pt x="176644" y="40576"/>
                  </a:lnTo>
                  <a:lnTo>
                    <a:pt x="179273" y="40411"/>
                  </a:lnTo>
                  <a:lnTo>
                    <a:pt x="179844" y="40195"/>
                  </a:lnTo>
                  <a:lnTo>
                    <a:pt x="179730" y="40894"/>
                  </a:lnTo>
                  <a:lnTo>
                    <a:pt x="179806" y="42418"/>
                  </a:lnTo>
                  <a:lnTo>
                    <a:pt x="179870" y="43954"/>
                  </a:lnTo>
                  <a:lnTo>
                    <a:pt x="180213" y="45173"/>
                  </a:lnTo>
                  <a:lnTo>
                    <a:pt x="180898" y="45135"/>
                  </a:lnTo>
                  <a:lnTo>
                    <a:pt x="181127" y="43878"/>
                  </a:lnTo>
                  <a:lnTo>
                    <a:pt x="180975" y="40817"/>
                  </a:lnTo>
                  <a:lnTo>
                    <a:pt x="180784" y="40132"/>
                  </a:lnTo>
                  <a:lnTo>
                    <a:pt x="181406" y="40271"/>
                  </a:lnTo>
                  <a:lnTo>
                    <a:pt x="182714" y="40195"/>
                  </a:lnTo>
                  <a:lnTo>
                    <a:pt x="184023" y="40106"/>
                  </a:lnTo>
                  <a:lnTo>
                    <a:pt x="185077" y="39712"/>
                  </a:lnTo>
                  <a:lnTo>
                    <a:pt x="193802" y="49771"/>
                  </a:lnTo>
                  <a:lnTo>
                    <a:pt x="193141" y="49809"/>
                  </a:lnTo>
                  <a:lnTo>
                    <a:pt x="192913" y="51066"/>
                  </a:lnTo>
                  <a:lnTo>
                    <a:pt x="193065" y="54127"/>
                  </a:lnTo>
                  <a:lnTo>
                    <a:pt x="193243" y="54813"/>
                  </a:lnTo>
                  <a:lnTo>
                    <a:pt x="192671" y="54660"/>
                  </a:lnTo>
                  <a:lnTo>
                    <a:pt x="191363" y="54749"/>
                  </a:lnTo>
                  <a:lnTo>
                    <a:pt x="190055" y="54838"/>
                  </a:lnTo>
                  <a:lnTo>
                    <a:pt x="188988" y="55219"/>
                  </a:lnTo>
                  <a:lnTo>
                    <a:pt x="189039" y="56019"/>
                  </a:lnTo>
                  <a:lnTo>
                    <a:pt x="190106" y="56286"/>
                  </a:lnTo>
                  <a:lnTo>
                    <a:pt x="192735" y="56121"/>
                  </a:lnTo>
                  <a:lnTo>
                    <a:pt x="193332" y="55905"/>
                  </a:lnTo>
                  <a:lnTo>
                    <a:pt x="193205" y="56603"/>
                  </a:lnTo>
                  <a:lnTo>
                    <a:pt x="193268" y="58140"/>
                  </a:lnTo>
                  <a:lnTo>
                    <a:pt x="193344" y="59664"/>
                  </a:lnTo>
                  <a:lnTo>
                    <a:pt x="193687" y="60896"/>
                  </a:lnTo>
                  <a:lnTo>
                    <a:pt x="193890" y="60883"/>
                  </a:lnTo>
                  <a:lnTo>
                    <a:pt x="193890" y="50038"/>
                  </a:lnTo>
                  <a:lnTo>
                    <a:pt x="193827" y="49809"/>
                  </a:lnTo>
                  <a:lnTo>
                    <a:pt x="197827" y="54470"/>
                  </a:lnTo>
                  <a:lnTo>
                    <a:pt x="197827" y="50114"/>
                  </a:lnTo>
                  <a:lnTo>
                    <a:pt x="184327" y="34353"/>
                  </a:lnTo>
                  <a:lnTo>
                    <a:pt x="184327" y="38747"/>
                  </a:lnTo>
                  <a:lnTo>
                    <a:pt x="183959" y="38646"/>
                  </a:lnTo>
                  <a:lnTo>
                    <a:pt x="181330" y="38823"/>
                  </a:lnTo>
                  <a:lnTo>
                    <a:pt x="180708" y="39052"/>
                  </a:lnTo>
                  <a:lnTo>
                    <a:pt x="180835" y="38328"/>
                  </a:lnTo>
                  <a:lnTo>
                    <a:pt x="180759" y="36804"/>
                  </a:lnTo>
                  <a:lnTo>
                    <a:pt x="180695" y="35267"/>
                  </a:lnTo>
                  <a:lnTo>
                    <a:pt x="180352" y="34099"/>
                  </a:lnTo>
                  <a:lnTo>
                    <a:pt x="184327" y="38747"/>
                  </a:lnTo>
                  <a:lnTo>
                    <a:pt x="184327" y="34353"/>
                  </a:lnTo>
                  <a:lnTo>
                    <a:pt x="183857" y="33794"/>
                  </a:lnTo>
                  <a:lnTo>
                    <a:pt x="180327" y="29679"/>
                  </a:lnTo>
                  <a:lnTo>
                    <a:pt x="180327" y="34061"/>
                  </a:lnTo>
                  <a:lnTo>
                    <a:pt x="179870" y="34086"/>
                  </a:lnTo>
                  <a:lnTo>
                    <a:pt x="180111" y="33794"/>
                  </a:lnTo>
                  <a:lnTo>
                    <a:pt x="180327" y="34061"/>
                  </a:lnTo>
                  <a:lnTo>
                    <a:pt x="180327" y="29679"/>
                  </a:lnTo>
                  <a:lnTo>
                    <a:pt x="180111" y="29425"/>
                  </a:lnTo>
                  <a:lnTo>
                    <a:pt x="166179" y="45669"/>
                  </a:lnTo>
                  <a:lnTo>
                    <a:pt x="166179" y="54597"/>
                  </a:lnTo>
                  <a:lnTo>
                    <a:pt x="165595" y="54444"/>
                  </a:lnTo>
                  <a:lnTo>
                    <a:pt x="164287" y="54533"/>
                  </a:lnTo>
                  <a:lnTo>
                    <a:pt x="162979" y="54610"/>
                  </a:lnTo>
                  <a:lnTo>
                    <a:pt x="161950" y="55003"/>
                  </a:lnTo>
                  <a:lnTo>
                    <a:pt x="161950" y="55778"/>
                  </a:lnTo>
                  <a:lnTo>
                    <a:pt x="161620" y="55372"/>
                  </a:lnTo>
                  <a:lnTo>
                    <a:pt x="161925" y="55016"/>
                  </a:lnTo>
                  <a:lnTo>
                    <a:pt x="161950" y="55778"/>
                  </a:lnTo>
                  <a:lnTo>
                    <a:pt x="161950" y="55003"/>
                  </a:lnTo>
                  <a:lnTo>
                    <a:pt x="165925" y="50342"/>
                  </a:lnTo>
                  <a:lnTo>
                    <a:pt x="165849" y="50838"/>
                  </a:lnTo>
                  <a:lnTo>
                    <a:pt x="165989" y="53911"/>
                  </a:lnTo>
                  <a:lnTo>
                    <a:pt x="166179" y="54597"/>
                  </a:lnTo>
                  <a:lnTo>
                    <a:pt x="166179" y="45669"/>
                  </a:lnTo>
                  <a:lnTo>
                    <a:pt x="159727" y="53187"/>
                  </a:lnTo>
                  <a:lnTo>
                    <a:pt x="157861" y="51015"/>
                  </a:lnTo>
                  <a:lnTo>
                    <a:pt x="157861" y="55372"/>
                  </a:lnTo>
                  <a:lnTo>
                    <a:pt x="153733" y="60198"/>
                  </a:lnTo>
                  <a:lnTo>
                    <a:pt x="153847" y="59588"/>
                  </a:lnTo>
                  <a:lnTo>
                    <a:pt x="153695" y="56527"/>
                  </a:lnTo>
                  <a:lnTo>
                    <a:pt x="153504" y="55854"/>
                  </a:lnTo>
                  <a:lnTo>
                    <a:pt x="154127" y="55994"/>
                  </a:lnTo>
                  <a:lnTo>
                    <a:pt x="155435" y="55905"/>
                  </a:lnTo>
                  <a:lnTo>
                    <a:pt x="156743" y="55816"/>
                  </a:lnTo>
                  <a:lnTo>
                    <a:pt x="157797" y="55435"/>
                  </a:lnTo>
                  <a:lnTo>
                    <a:pt x="157784" y="55295"/>
                  </a:lnTo>
                  <a:lnTo>
                    <a:pt x="157861" y="51015"/>
                  </a:lnTo>
                  <a:lnTo>
                    <a:pt x="157073" y="50101"/>
                  </a:lnTo>
                  <a:lnTo>
                    <a:pt x="157073" y="54470"/>
                  </a:lnTo>
                  <a:lnTo>
                    <a:pt x="156679" y="54368"/>
                  </a:lnTo>
                  <a:lnTo>
                    <a:pt x="154051" y="54533"/>
                  </a:lnTo>
                  <a:lnTo>
                    <a:pt x="153428" y="54762"/>
                  </a:lnTo>
                  <a:lnTo>
                    <a:pt x="153555" y="54051"/>
                  </a:lnTo>
                  <a:lnTo>
                    <a:pt x="153492" y="52514"/>
                  </a:lnTo>
                  <a:lnTo>
                    <a:pt x="153416" y="50990"/>
                  </a:lnTo>
                  <a:lnTo>
                    <a:pt x="153149" y="50076"/>
                  </a:lnTo>
                  <a:lnTo>
                    <a:pt x="153149" y="60883"/>
                  </a:lnTo>
                  <a:lnTo>
                    <a:pt x="139369" y="76962"/>
                  </a:lnTo>
                  <a:lnTo>
                    <a:pt x="134581" y="71386"/>
                  </a:lnTo>
                  <a:lnTo>
                    <a:pt x="135636" y="71640"/>
                  </a:lnTo>
                  <a:lnTo>
                    <a:pt x="138264" y="71462"/>
                  </a:lnTo>
                  <a:lnTo>
                    <a:pt x="138849" y="71259"/>
                  </a:lnTo>
                  <a:lnTo>
                    <a:pt x="138722" y="71958"/>
                  </a:lnTo>
                  <a:lnTo>
                    <a:pt x="138798" y="73482"/>
                  </a:lnTo>
                  <a:lnTo>
                    <a:pt x="138874" y="75018"/>
                  </a:lnTo>
                  <a:lnTo>
                    <a:pt x="139204" y="76238"/>
                  </a:lnTo>
                  <a:lnTo>
                    <a:pt x="139903" y="76200"/>
                  </a:lnTo>
                  <a:lnTo>
                    <a:pt x="140119" y="74942"/>
                  </a:lnTo>
                  <a:lnTo>
                    <a:pt x="139966" y="71869"/>
                  </a:lnTo>
                  <a:lnTo>
                    <a:pt x="139776" y="71183"/>
                  </a:lnTo>
                  <a:lnTo>
                    <a:pt x="140398" y="71335"/>
                  </a:lnTo>
                  <a:lnTo>
                    <a:pt x="141706" y="71247"/>
                  </a:lnTo>
                  <a:lnTo>
                    <a:pt x="143014" y="71170"/>
                  </a:lnTo>
                  <a:lnTo>
                    <a:pt x="144068" y="70777"/>
                  </a:lnTo>
                  <a:lnTo>
                    <a:pt x="144030" y="69977"/>
                  </a:lnTo>
                  <a:lnTo>
                    <a:pt x="142951" y="69710"/>
                  </a:lnTo>
                  <a:lnTo>
                    <a:pt x="140322" y="69875"/>
                  </a:lnTo>
                  <a:lnTo>
                    <a:pt x="139700" y="70116"/>
                  </a:lnTo>
                  <a:lnTo>
                    <a:pt x="139839" y="69392"/>
                  </a:lnTo>
                  <a:lnTo>
                    <a:pt x="139763" y="67868"/>
                  </a:lnTo>
                  <a:lnTo>
                    <a:pt x="139687" y="66332"/>
                  </a:lnTo>
                  <a:lnTo>
                    <a:pt x="139357" y="65112"/>
                  </a:lnTo>
                  <a:lnTo>
                    <a:pt x="138658" y="65151"/>
                  </a:lnTo>
                  <a:lnTo>
                    <a:pt x="138442" y="66408"/>
                  </a:lnTo>
                  <a:lnTo>
                    <a:pt x="138582" y="69481"/>
                  </a:lnTo>
                  <a:lnTo>
                    <a:pt x="138760" y="70154"/>
                  </a:lnTo>
                  <a:lnTo>
                    <a:pt x="138188" y="70015"/>
                  </a:lnTo>
                  <a:lnTo>
                    <a:pt x="136880" y="70091"/>
                  </a:lnTo>
                  <a:lnTo>
                    <a:pt x="135572" y="70180"/>
                  </a:lnTo>
                  <a:lnTo>
                    <a:pt x="134518" y="70561"/>
                  </a:lnTo>
                  <a:lnTo>
                    <a:pt x="134543" y="71348"/>
                  </a:lnTo>
                  <a:lnTo>
                    <a:pt x="121234" y="55816"/>
                  </a:lnTo>
                  <a:lnTo>
                    <a:pt x="122288" y="56070"/>
                  </a:lnTo>
                  <a:lnTo>
                    <a:pt x="124917" y="55905"/>
                  </a:lnTo>
                  <a:lnTo>
                    <a:pt x="125501" y="55689"/>
                  </a:lnTo>
                  <a:lnTo>
                    <a:pt x="125374" y="56388"/>
                  </a:lnTo>
                  <a:lnTo>
                    <a:pt x="125450" y="57912"/>
                  </a:lnTo>
                  <a:lnTo>
                    <a:pt x="125526" y="59448"/>
                  </a:lnTo>
                  <a:lnTo>
                    <a:pt x="125857" y="60667"/>
                  </a:lnTo>
                  <a:lnTo>
                    <a:pt x="126555" y="60629"/>
                  </a:lnTo>
                  <a:lnTo>
                    <a:pt x="126771" y="59372"/>
                  </a:lnTo>
                  <a:lnTo>
                    <a:pt x="126619" y="56299"/>
                  </a:lnTo>
                  <a:lnTo>
                    <a:pt x="126428" y="55613"/>
                  </a:lnTo>
                  <a:lnTo>
                    <a:pt x="127050" y="55765"/>
                  </a:lnTo>
                  <a:lnTo>
                    <a:pt x="128358" y="55676"/>
                  </a:lnTo>
                  <a:lnTo>
                    <a:pt x="129667" y="55600"/>
                  </a:lnTo>
                  <a:lnTo>
                    <a:pt x="130721" y="55206"/>
                  </a:lnTo>
                  <a:lnTo>
                    <a:pt x="130683" y="54406"/>
                  </a:lnTo>
                  <a:lnTo>
                    <a:pt x="129603" y="54140"/>
                  </a:lnTo>
                  <a:lnTo>
                    <a:pt x="126974" y="54305"/>
                  </a:lnTo>
                  <a:lnTo>
                    <a:pt x="126352" y="54546"/>
                  </a:lnTo>
                  <a:lnTo>
                    <a:pt x="126492" y="53822"/>
                  </a:lnTo>
                  <a:lnTo>
                    <a:pt x="126415" y="52298"/>
                  </a:lnTo>
                  <a:lnTo>
                    <a:pt x="126339" y="50761"/>
                  </a:lnTo>
                  <a:lnTo>
                    <a:pt x="126009" y="49542"/>
                  </a:lnTo>
                  <a:lnTo>
                    <a:pt x="125857" y="49555"/>
                  </a:lnTo>
                  <a:lnTo>
                    <a:pt x="138849" y="34391"/>
                  </a:lnTo>
                  <a:lnTo>
                    <a:pt x="138696" y="35344"/>
                  </a:lnTo>
                  <a:lnTo>
                    <a:pt x="138849" y="38417"/>
                  </a:lnTo>
                  <a:lnTo>
                    <a:pt x="139026" y="39103"/>
                  </a:lnTo>
                  <a:lnTo>
                    <a:pt x="138442" y="38950"/>
                  </a:lnTo>
                  <a:lnTo>
                    <a:pt x="137134" y="39039"/>
                  </a:lnTo>
                  <a:lnTo>
                    <a:pt x="135826" y="39116"/>
                  </a:lnTo>
                  <a:lnTo>
                    <a:pt x="134772" y="39509"/>
                  </a:lnTo>
                  <a:lnTo>
                    <a:pt x="134810" y="40309"/>
                  </a:lnTo>
                  <a:lnTo>
                    <a:pt x="135890" y="40576"/>
                  </a:lnTo>
                  <a:lnTo>
                    <a:pt x="138518" y="40411"/>
                  </a:lnTo>
                  <a:lnTo>
                    <a:pt x="139573" y="40017"/>
                  </a:lnTo>
                  <a:lnTo>
                    <a:pt x="139534" y="39611"/>
                  </a:lnTo>
                  <a:lnTo>
                    <a:pt x="139865" y="39585"/>
                  </a:lnTo>
                  <a:lnTo>
                    <a:pt x="140093" y="38328"/>
                  </a:lnTo>
                  <a:lnTo>
                    <a:pt x="140017" y="36804"/>
                  </a:lnTo>
                  <a:lnTo>
                    <a:pt x="139941" y="35267"/>
                  </a:lnTo>
                  <a:lnTo>
                    <a:pt x="139611" y="34099"/>
                  </a:lnTo>
                  <a:lnTo>
                    <a:pt x="153047" y="49771"/>
                  </a:lnTo>
                  <a:lnTo>
                    <a:pt x="152387" y="49809"/>
                  </a:lnTo>
                  <a:lnTo>
                    <a:pt x="152171" y="51066"/>
                  </a:lnTo>
                  <a:lnTo>
                    <a:pt x="152311" y="54127"/>
                  </a:lnTo>
                  <a:lnTo>
                    <a:pt x="152488" y="54813"/>
                  </a:lnTo>
                  <a:lnTo>
                    <a:pt x="151917" y="54660"/>
                  </a:lnTo>
                  <a:lnTo>
                    <a:pt x="150609" y="54749"/>
                  </a:lnTo>
                  <a:lnTo>
                    <a:pt x="149301" y="54838"/>
                  </a:lnTo>
                  <a:lnTo>
                    <a:pt x="148247" y="55219"/>
                  </a:lnTo>
                  <a:lnTo>
                    <a:pt x="148285" y="56019"/>
                  </a:lnTo>
                  <a:lnTo>
                    <a:pt x="149364" y="56286"/>
                  </a:lnTo>
                  <a:lnTo>
                    <a:pt x="151993" y="56121"/>
                  </a:lnTo>
                  <a:lnTo>
                    <a:pt x="152565" y="55905"/>
                  </a:lnTo>
                  <a:lnTo>
                    <a:pt x="152450" y="56603"/>
                  </a:lnTo>
                  <a:lnTo>
                    <a:pt x="152527" y="58140"/>
                  </a:lnTo>
                  <a:lnTo>
                    <a:pt x="152603" y="59664"/>
                  </a:lnTo>
                  <a:lnTo>
                    <a:pt x="152933" y="60896"/>
                  </a:lnTo>
                  <a:lnTo>
                    <a:pt x="153149" y="60883"/>
                  </a:lnTo>
                  <a:lnTo>
                    <a:pt x="153149" y="50076"/>
                  </a:lnTo>
                  <a:lnTo>
                    <a:pt x="153073" y="49809"/>
                  </a:lnTo>
                  <a:lnTo>
                    <a:pt x="157073" y="54470"/>
                  </a:lnTo>
                  <a:lnTo>
                    <a:pt x="157073" y="50101"/>
                  </a:lnTo>
                  <a:lnTo>
                    <a:pt x="143116" y="33794"/>
                  </a:lnTo>
                  <a:lnTo>
                    <a:pt x="139585" y="29679"/>
                  </a:lnTo>
                  <a:lnTo>
                    <a:pt x="139585" y="34061"/>
                  </a:lnTo>
                  <a:lnTo>
                    <a:pt x="139128" y="34086"/>
                  </a:lnTo>
                  <a:lnTo>
                    <a:pt x="139369" y="33794"/>
                  </a:lnTo>
                  <a:lnTo>
                    <a:pt x="139585" y="34061"/>
                  </a:lnTo>
                  <a:lnTo>
                    <a:pt x="139585" y="29679"/>
                  </a:lnTo>
                  <a:lnTo>
                    <a:pt x="139369" y="29425"/>
                  </a:lnTo>
                  <a:lnTo>
                    <a:pt x="125425" y="45707"/>
                  </a:lnTo>
                  <a:lnTo>
                    <a:pt x="125425" y="54597"/>
                  </a:lnTo>
                  <a:lnTo>
                    <a:pt x="124841" y="54444"/>
                  </a:lnTo>
                  <a:lnTo>
                    <a:pt x="123532" y="54533"/>
                  </a:lnTo>
                  <a:lnTo>
                    <a:pt x="122224" y="54610"/>
                  </a:lnTo>
                  <a:lnTo>
                    <a:pt x="121196" y="55003"/>
                  </a:lnTo>
                  <a:lnTo>
                    <a:pt x="121196" y="55778"/>
                  </a:lnTo>
                  <a:lnTo>
                    <a:pt x="120865" y="55372"/>
                  </a:lnTo>
                  <a:lnTo>
                    <a:pt x="121170" y="55016"/>
                  </a:lnTo>
                  <a:lnTo>
                    <a:pt x="121196" y="55778"/>
                  </a:lnTo>
                  <a:lnTo>
                    <a:pt x="121196" y="55003"/>
                  </a:lnTo>
                  <a:lnTo>
                    <a:pt x="125171" y="50342"/>
                  </a:lnTo>
                  <a:lnTo>
                    <a:pt x="125095" y="50838"/>
                  </a:lnTo>
                  <a:lnTo>
                    <a:pt x="125247" y="53911"/>
                  </a:lnTo>
                  <a:lnTo>
                    <a:pt x="125425" y="54597"/>
                  </a:lnTo>
                  <a:lnTo>
                    <a:pt x="125425" y="45707"/>
                  </a:lnTo>
                  <a:lnTo>
                    <a:pt x="117132" y="55372"/>
                  </a:lnTo>
                  <a:lnTo>
                    <a:pt x="139369" y="81318"/>
                  </a:lnTo>
                  <a:lnTo>
                    <a:pt x="143116" y="76962"/>
                  </a:lnTo>
                  <a:lnTo>
                    <a:pt x="159740" y="57569"/>
                  </a:lnTo>
                  <a:lnTo>
                    <a:pt x="180111" y="81318"/>
                  </a:lnTo>
                  <a:lnTo>
                    <a:pt x="183857" y="76962"/>
                  </a:lnTo>
                  <a:lnTo>
                    <a:pt x="201079" y="56870"/>
                  </a:lnTo>
                  <a:lnTo>
                    <a:pt x="222046" y="81318"/>
                  </a:lnTo>
                  <a:lnTo>
                    <a:pt x="225793" y="76962"/>
                  </a:lnTo>
                  <a:lnTo>
                    <a:pt x="244297" y="55372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 descr=""/>
            <p:cNvSpPr/>
            <p:nvPr/>
          </p:nvSpPr>
          <p:spPr>
            <a:xfrm>
              <a:off x="11055604" y="6481959"/>
              <a:ext cx="202565" cy="81915"/>
            </a:xfrm>
            <a:custGeom>
              <a:avLst/>
              <a:gdLst/>
              <a:ahLst/>
              <a:cxnLst/>
              <a:rect l="l" t="t" r="r" b="b"/>
              <a:pathLst>
                <a:path w="202565" h="81915">
                  <a:moveTo>
                    <a:pt x="18935" y="39712"/>
                  </a:moveTo>
                  <a:lnTo>
                    <a:pt x="18897" y="38912"/>
                  </a:lnTo>
                  <a:lnTo>
                    <a:pt x="17818" y="38646"/>
                  </a:lnTo>
                  <a:lnTo>
                    <a:pt x="15189" y="38823"/>
                  </a:lnTo>
                  <a:lnTo>
                    <a:pt x="14147" y="39204"/>
                  </a:lnTo>
                  <a:lnTo>
                    <a:pt x="14160" y="39611"/>
                  </a:lnTo>
                  <a:lnTo>
                    <a:pt x="14135" y="39217"/>
                  </a:lnTo>
                  <a:lnTo>
                    <a:pt x="13055" y="38950"/>
                  </a:lnTo>
                  <a:lnTo>
                    <a:pt x="11747" y="39039"/>
                  </a:lnTo>
                  <a:lnTo>
                    <a:pt x="10439" y="39116"/>
                  </a:lnTo>
                  <a:lnTo>
                    <a:pt x="9385" y="39509"/>
                  </a:lnTo>
                  <a:lnTo>
                    <a:pt x="9423" y="40309"/>
                  </a:lnTo>
                  <a:lnTo>
                    <a:pt x="10502" y="40576"/>
                  </a:lnTo>
                  <a:lnTo>
                    <a:pt x="13131" y="40411"/>
                  </a:lnTo>
                  <a:lnTo>
                    <a:pt x="13716" y="40195"/>
                  </a:lnTo>
                  <a:lnTo>
                    <a:pt x="13589" y="40894"/>
                  </a:lnTo>
                  <a:lnTo>
                    <a:pt x="13665" y="42418"/>
                  </a:lnTo>
                  <a:lnTo>
                    <a:pt x="13741" y="43954"/>
                  </a:lnTo>
                  <a:lnTo>
                    <a:pt x="14071" y="45173"/>
                  </a:lnTo>
                  <a:lnTo>
                    <a:pt x="14770" y="45135"/>
                  </a:lnTo>
                  <a:lnTo>
                    <a:pt x="14986" y="43878"/>
                  </a:lnTo>
                  <a:lnTo>
                    <a:pt x="14833" y="40817"/>
                  </a:lnTo>
                  <a:lnTo>
                    <a:pt x="14643" y="40132"/>
                  </a:lnTo>
                  <a:lnTo>
                    <a:pt x="15265" y="40271"/>
                  </a:lnTo>
                  <a:lnTo>
                    <a:pt x="16573" y="40195"/>
                  </a:lnTo>
                  <a:lnTo>
                    <a:pt x="17881" y="40106"/>
                  </a:lnTo>
                  <a:lnTo>
                    <a:pt x="18935" y="39712"/>
                  </a:lnTo>
                  <a:close/>
                </a:path>
                <a:path w="202565" h="81915">
                  <a:moveTo>
                    <a:pt x="27965" y="0"/>
                  </a:moveTo>
                  <a:lnTo>
                    <a:pt x="24218" y="0"/>
                  </a:lnTo>
                  <a:lnTo>
                    <a:pt x="13982" y="11938"/>
                  </a:lnTo>
                  <a:lnTo>
                    <a:pt x="9194" y="6362"/>
                  </a:lnTo>
                  <a:lnTo>
                    <a:pt x="10248" y="6616"/>
                  </a:lnTo>
                  <a:lnTo>
                    <a:pt x="12877" y="6451"/>
                  </a:lnTo>
                  <a:lnTo>
                    <a:pt x="13462" y="6235"/>
                  </a:lnTo>
                  <a:lnTo>
                    <a:pt x="13335" y="6934"/>
                  </a:lnTo>
                  <a:lnTo>
                    <a:pt x="13411" y="8470"/>
                  </a:lnTo>
                  <a:lnTo>
                    <a:pt x="13487" y="9994"/>
                  </a:lnTo>
                  <a:lnTo>
                    <a:pt x="13817" y="11214"/>
                  </a:lnTo>
                  <a:lnTo>
                    <a:pt x="14516" y="11176"/>
                  </a:lnTo>
                  <a:lnTo>
                    <a:pt x="14732" y="9918"/>
                  </a:lnTo>
                  <a:lnTo>
                    <a:pt x="14579" y="6858"/>
                  </a:lnTo>
                  <a:lnTo>
                    <a:pt x="14389" y="6172"/>
                  </a:lnTo>
                  <a:lnTo>
                    <a:pt x="15011" y="6311"/>
                  </a:lnTo>
                  <a:lnTo>
                    <a:pt x="16319" y="6235"/>
                  </a:lnTo>
                  <a:lnTo>
                    <a:pt x="17627" y="6146"/>
                  </a:lnTo>
                  <a:lnTo>
                    <a:pt x="18681" y="5765"/>
                  </a:lnTo>
                  <a:lnTo>
                    <a:pt x="18643" y="4953"/>
                  </a:lnTo>
                  <a:lnTo>
                    <a:pt x="17564" y="4686"/>
                  </a:lnTo>
                  <a:lnTo>
                    <a:pt x="14935" y="4864"/>
                  </a:lnTo>
                  <a:lnTo>
                    <a:pt x="14312" y="5092"/>
                  </a:lnTo>
                  <a:lnTo>
                    <a:pt x="14452" y="4368"/>
                  </a:lnTo>
                  <a:lnTo>
                    <a:pt x="14376" y="2844"/>
                  </a:lnTo>
                  <a:lnTo>
                    <a:pt x="14300" y="1320"/>
                  </a:lnTo>
                  <a:lnTo>
                    <a:pt x="13970" y="88"/>
                  </a:lnTo>
                  <a:lnTo>
                    <a:pt x="13271" y="127"/>
                  </a:lnTo>
                  <a:lnTo>
                    <a:pt x="13055" y="1384"/>
                  </a:lnTo>
                  <a:lnTo>
                    <a:pt x="13195" y="4457"/>
                  </a:lnTo>
                  <a:lnTo>
                    <a:pt x="13385" y="5143"/>
                  </a:lnTo>
                  <a:lnTo>
                    <a:pt x="12801" y="4991"/>
                  </a:lnTo>
                  <a:lnTo>
                    <a:pt x="11493" y="5080"/>
                  </a:lnTo>
                  <a:lnTo>
                    <a:pt x="10185" y="5156"/>
                  </a:lnTo>
                  <a:lnTo>
                    <a:pt x="9131" y="5549"/>
                  </a:lnTo>
                  <a:lnTo>
                    <a:pt x="9156" y="6324"/>
                  </a:lnTo>
                  <a:lnTo>
                    <a:pt x="3746" y="0"/>
                  </a:lnTo>
                  <a:lnTo>
                    <a:pt x="0" y="0"/>
                  </a:lnTo>
                  <a:lnTo>
                    <a:pt x="13982" y="16306"/>
                  </a:lnTo>
                  <a:lnTo>
                    <a:pt x="17729" y="11938"/>
                  </a:lnTo>
                  <a:lnTo>
                    <a:pt x="27965" y="0"/>
                  </a:lnTo>
                  <a:close/>
                </a:path>
                <a:path w="202565" h="81915">
                  <a:moveTo>
                    <a:pt x="68707" y="0"/>
                  </a:moveTo>
                  <a:lnTo>
                    <a:pt x="64960" y="0"/>
                  </a:lnTo>
                  <a:lnTo>
                    <a:pt x="54724" y="11938"/>
                  </a:lnTo>
                  <a:lnTo>
                    <a:pt x="49923" y="6362"/>
                  </a:lnTo>
                  <a:lnTo>
                    <a:pt x="51003" y="6616"/>
                  </a:lnTo>
                  <a:lnTo>
                    <a:pt x="53632" y="6451"/>
                  </a:lnTo>
                  <a:lnTo>
                    <a:pt x="54203" y="6235"/>
                  </a:lnTo>
                  <a:lnTo>
                    <a:pt x="54089" y="6934"/>
                  </a:lnTo>
                  <a:lnTo>
                    <a:pt x="54165" y="8470"/>
                  </a:lnTo>
                  <a:lnTo>
                    <a:pt x="54229" y="9994"/>
                  </a:lnTo>
                  <a:lnTo>
                    <a:pt x="54571" y="11214"/>
                  </a:lnTo>
                  <a:lnTo>
                    <a:pt x="55257" y="11176"/>
                  </a:lnTo>
                  <a:lnTo>
                    <a:pt x="55486" y="9918"/>
                  </a:lnTo>
                  <a:lnTo>
                    <a:pt x="55333" y="6858"/>
                  </a:lnTo>
                  <a:lnTo>
                    <a:pt x="55143" y="6172"/>
                  </a:lnTo>
                  <a:lnTo>
                    <a:pt x="55753" y="6311"/>
                  </a:lnTo>
                  <a:lnTo>
                    <a:pt x="57073" y="6235"/>
                  </a:lnTo>
                  <a:lnTo>
                    <a:pt x="58381" y="6146"/>
                  </a:lnTo>
                  <a:lnTo>
                    <a:pt x="59436" y="5765"/>
                  </a:lnTo>
                  <a:lnTo>
                    <a:pt x="59397" y="4953"/>
                  </a:lnTo>
                  <a:lnTo>
                    <a:pt x="58318" y="4686"/>
                  </a:lnTo>
                  <a:lnTo>
                    <a:pt x="55689" y="4864"/>
                  </a:lnTo>
                  <a:lnTo>
                    <a:pt x="55067" y="5092"/>
                  </a:lnTo>
                  <a:lnTo>
                    <a:pt x="55194" y="4368"/>
                  </a:lnTo>
                  <a:lnTo>
                    <a:pt x="55118" y="2844"/>
                  </a:lnTo>
                  <a:lnTo>
                    <a:pt x="55054" y="1320"/>
                  </a:lnTo>
                  <a:lnTo>
                    <a:pt x="54711" y="88"/>
                  </a:lnTo>
                  <a:lnTo>
                    <a:pt x="54038" y="127"/>
                  </a:lnTo>
                  <a:lnTo>
                    <a:pt x="53797" y="1384"/>
                  </a:lnTo>
                  <a:lnTo>
                    <a:pt x="53949" y="4457"/>
                  </a:lnTo>
                  <a:lnTo>
                    <a:pt x="54127" y="5143"/>
                  </a:lnTo>
                  <a:lnTo>
                    <a:pt x="53555" y="4991"/>
                  </a:lnTo>
                  <a:lnTo>
                    <a:pt x="52247" y="5080"/>
                  </a:lnTo>
                  <a:lnTo>
                    <a:pt x="50939" y="5156"/>
                  </a:lnTo>
                  <a:lnTo>
                    <a:pt x="49885" y="5549"/>
                  </a:lnTo>
                  <a:lnTo>
                    <a:pt x="49911" y="6350"/>
                  </a:lnTo>
                  <a:lnTo>
                    <a:pt x="44488" y="0"/>
                  </a:lnTo>
                  <a:lnTo>
                    <a:pt x="40741" y="0"/>
                  </a:lnTo>
                  <a:lnTo>
                    <a:pt x="54724" y="16306"/>
                  </a:lnTo>
                  <a:lnTo>
                    <a:pt x="58470" y="11938"/>
                  </a:lnTo>
                  <a:lnTo>
                    <a:pt x="68707" y="0"/>
                  </a:lnTo>
                  <a:close/>
                </a:path>
                <a:path w="202565" h="81915">
                  <a:moveTo>
                    <a:pt x="110642" y="0"/>
                  </a:moveTo>
                  <a:lnTo>
                    <a:pt x="106895" y="0"/>
                  </a:lnTo>
                  <a:lnTo>
                    <a:pt x="96659" y="11938"/>
                  </a:lnTo>
                  <a:lnTo>
                    <a:pt x="91871" y="6362"/>
                  </a:lnTo>
                  <a:lnTo>
                    <a:pt x="92925" y="6616"/>
                  </a:lnTo>
                  <a:lnTo>
                    <a:pt x="95554" y="6451"/>
                  </a:lnTo>
                  <a:lnTo>
                    <a:pt x="96139" y="6235"/>
                  </a:lnTo>
                  <a:lnTo>
                    <a:pt x="96012" y="6934"/>
                  </a:lnTo>
                  <a:lnTo>
                    <a:pt x="96088" y="8470"/>
                  </a:lnTo>
                  <a:lnTo>
                    <a:pt x="96164" y="9994"/>
                  </a:lnTo>
                  <a:lnTo>
                    <a:pt x="96494" y="11214"/>
                  </a:lnTo>
                  <a:lnTo>
                    <a:pt x="97193" y="11176"/>
                  </a:lnTo>
                  <a:lnTo>
                    <a:pt x="97409" y="9918"/>
                  </a:lnTo>
                  <a:lnTo>
                    <a:pt x="97256" y="6858"/>
                  </a:lnTo>
                  <a:lnTo>
                    <a:pt x="97066" y="6172"/>
                  </a:lnTo>
                  <a:lnTo>
                    <a:pt x="97688" y="6311"/>
                  </a:lnTo>
                  <a:lnTo>
                    <a:pt x="98996" y="6235"/>
                  </a:lnTo>
                  <a:lnTo>
                    <a:pt x="100304" y="6146"/>
                  </a:lnTo>
                  <a:lnTo>
                    <a:pt x="101358" y="5765"/>
                  </a:lnTo>
                  <a:lnTo>
                    <a:pt x="101320" y="4953"/>
                  </a:lnTo>
                  <a:lnTo>
                    <a:pt x="100241" y="4686"/>
                  </a:lnTo>
                  <a:lnTo>
                    <a:pt x="97612" y="4864"/>
                  </a:lnTo>
                  <a:lnTo>
                    <a:pt x="96989" y="5092"/>
                  </a:lnTo>
                  <a:lnTo>
                    <a:pt x="97129" y="4368"/>
                  </a:lnTo>
                  <a:lnTo>
                    <a:pt x="97053" y="2844"/>
                  </a:lnTo>
                  <a:lnTo>
                    <a:pt x="96977" y="1320"/>
                  </a:lnTo>
                  <a:lnTo>
                    <a:pt x="96647" y="88"/>
                  </a:lnTo>
                  <a:lnTo>
                    <a:pt x="96583" y="5651"/>
                  </a:lnTo>
                  <a:lnTo>
                    <a:pt x="96583" y="101"/>
                  </a:lnTo>
                  <a:lnTo>
                    <a:pt x="95948" y="127"/>
                  </a:lnTo>
                  <a:lnTo>
                    <a:pt x="95732" y="1384"/>
                  </a:lnTo>
                  <a:lnTo>
                    <a:pt x="95872" y="4457"/>
                  </a:lnTo>
                  <a:lnTo>
                    <a:pt x="96062" y="5143"/>
                  </a:lnTo>
                  <a:lnTo>
                    <a:pt x="95478" y="4991"/>
                  </a:lnTo>
                  <a:lnTo>
                    <a:pt x="94170" y="5080"/>
                  </a:lnTo>
                  <a:lnTo>
                    <a:pt x="92862" y="5156"/>
                  </a:lnTo>
                  <a:lnTo>
                    <a:pt x="91808" y="5549"/>
                  </a:lnTo>
                  <a:lnTo>
                    <a:pt x="91833" y="6324"/>
                  </a:lnTo>
                  <a:lnTo>
                    <a:pt x="86423" y="0"/>
                  </a:lnTo>
                  <a:lnTo>
                    <a:pt x="82677" y="0"/>
                  </a:lnTo>
                  <a:lnTo>
                    <a:pt x="96659" y="16306"/>
                  </a:lnTo>
                  <a:lnTo>
                    <a:pt x="100406" y="11938"/>
                  </a:lnTo>
                  <a:lnTo>
                    <a:pt x="110642" y="0"/>
                  </a:lnTo>
                  <a:close/>
                </a:path>
                <a:path w="202565" h="81915">
                  <a:moveTo>
                    <a:pt x="182219" y="23774"/>
                  </a:moveTo>
                  <a:lnTo>
                    <a:pt x="178460" y="19392"/>
                  </a:lnTo>
                  <a:lnTo>
                    <a:pt x="178460" y="23774"/>
                  </a:lnTo>
                  <a:lnTo>
                    <a:pt x="174332" y="28587"/>
                  </a:lnTo>
                  <a:lnTo>
                    <a:pt x="174447" y="27990"/>
                  </a:lnTo>
                  <a:lnTo>
                    <a:pt x="174294" y="24917"/>
                  </a:lnTo>
                  <a:lnTo>
                    <a:pt x="174104" y="24244"/>
                  </a:lnTo>
                  <a:lnTo>
                    <a:pt x="174713" y="24384"/>
                  </a:lnTo>
                  <a:lnTo>
                    <a:pt x="176034" y="24295"/>
                  </a:lnTo>
                  <a:lnTo>
                    <a:pt x="177342" y="24206"/>
                  </a:lnTo>
                  <a:lnTo>
                    <a:pt x="178396" y="23825"/>
                  </a:lnTo>
                  <a:lnTo>
                    <a:pt x="178384" y="23698"/>
                  </a:lnTo>
                  <a:lnTo>
                    <a:pt x="178460" y="19392"/>
                  </a:lnTo>
                  <a:lnTo>
                    <a:pt x="177660" y="18465"/>
                  </a:lnTo>
                  <a:lnTo>
                    <a:pt x="177660" y="22860"/>
                  </a:lnTo>
                  <a:lnTo>
                    <a:pt x="177279" y="22758"/>
                  </a:lnTo>
                  <a:lnTo>
                    <a:pt x="174650" y="22923"/>
                  </a:lnTo>
                  <a:lnTo>
                    <a:pt x="174028" y="23164"/>
                  </a:lnTo>
                  <a:lnTo>
                    <a:pt x="174155" y="22440"/>
                  </a:lnTo>
                  <a:lnTo>
                    <a:pt x="174078" y="20904"/>
                  </a:lnTo>
                  <a:lnTo>
                    <a:pt x="174015" y="19380"/>
                  </a:lnTo>
                  <a:lnTo>
                    <a:pt x="173736" y="18402"/>
                  </a:lnTo>
                  <a:lnTo>
                    <a:pt x="173736" y="29286"/>
                  </a:lnTo>
                  <a:lnTo>
                    <a:pt x="159969" y="45351"/>
                  </a:lnTo>
                  <a:lnTo>
                    <a:pt x="155168" y="39776"/>
                  </a:lnTo>
                  <a:lnTo>
                    <a:pt x="156235" y="40030"/>
                  </a:lnTo>
                  <a:lnTo>
                    <a:pt x="158864" y="39852"/>
                  </a:lnTo>
                  <a:lnTo>
                    <a:pt x="159435" y="39649"/>
                  </a:lnTo>
                  <a:lnTo>
                    <a:pt x="159321" y="40347"/>
                  </a:lnTo>
                  <a:lnTo>
                    <a:pt x="159397" y="41871"/>
                  </a:lnTo>
                  <a:lnTo>
                    <a:pt x="159473" y="43408"/>
                  </a:lnTo>
                  <a:lnTo>
                    <a:pt x="159804" y="44627"/>
                  </a:lnTo>
                  <a:lnTo>
                    <a:pt x="160502" y="44589"/>
                  </a:lnTo>
                  <a:lnTo>
                    <a:pt x="160718" y="43332"/>
                  </a:lnTo>
                  <a:lnTo>
                    <a:pt x="160566" y="40259"/>
                  </a:lnTo>
                  <a:lnTo>
                    <a:pt x="160375" y="39573"/>
                  </a:lnTo>
                  <a:lnTo>
                    <a:pt x="160997" y="39725"/>
                  </a:lnTo>
                  <a:lnTo>
                    <a:pt x="162306" y="39649"/>
                  </a:lnTo>
                  <a:lnTo>
                    <a:pt x="163614" y="39560"/>
                  </a:lnTo>
                  <a:lnTo>
                    <a:pt x="164668" y="39166"/>
                  </a:lnTo>
                  <a:lnTo>
                    <a:pt x="164630" y="38366"/>
                  </a:lnTo>
                  <a:lnTo>
                    <a:pt x="163550" y="38100"/>
                  </a:lnTo>
                  <a:lnTo>
                    <a:pt x="160921" y="38277"/>
                  </a:lnTo>
                  <a:lnTo>
                    <a:pt x="160286" y="38519"/>
                  </a:lnTo>
                  <a:lnTo>
                    <a:pt x="160426" y="37782"/>
                  </a:lnTo>
                  <a:lnTo>
                    <a:pt x="160362" y="36258"/>
                  </a:lnTo>
                  <a:lnTo>
                    <a:pt x="160286" y="34721"/>
                  </a:lnTo>
                  <a:lnTo>
                    <a:pt x="159956" y="33502"/>
                  </a:lnTo>
                  <a:lnTo>
                    <a:pt x="159258" y="33540"/>
                  </a:lnTo>
                  <a:lnTo>
                    <a:pt x="159042" y="34798"/>
                  </a:lnTo>
                  <a:lnTo>
                    <a:pt x="159181" y="37871"/>
                  </a:lnTo>
                  <a:lnTo>
                    <a:pt x="159359" y="38557"/>
                  </a:lnTo>
                  <a:lnTo>
                    <a:pt x="158788" y="38404"/>
                  </a:lnTo>
                  <a:lnTo>
                    <a:pt x="157480" y="38481"/>
                  </a:lnTo>
                  <a:lnTo>
                    <a:pt x="156171" y="38569"/>
                  </a:lnTo>
                  <a:lnTo>
                    <a:pt x="155117" y="38963"/>
                  </a:lnTo>
                  <a:lnTo>
                    <a:pt x="155143" y="39751"/>
                  </a:lnTo>
                  <a:lnTo>
                    <a:pt x="141820" y="24206"/>
                  </a:lnTo>
                  <a:lnTo>
                    <a:pt x="142887" y="24460"/>
                  </a:lnTo>
                  <a:lnTo>
                    <a:pt x="145516" y="24295"/>
                  </a:lnTo>
                  <a:lnTo>
                    <a:pt x="146100" y="24079"/>
                  </a:lnTo>
                  <a:lnTo>
                    <a:pt x="145973" y="24777"/>
                  </a:lnTo>
                  <a:lnTo>
                    <a:pt x="146050" y="26314"/>
                  </a:lnTo>
                  <a:lnTo>
                    <a:pt x="146126" y="27838"/>
                  </a:lnTo>
                  <a:lnTo>
                    <a:pt x="146456" y="29057"/>
                  </a:lnTo>
                  <a:lnTo>
                    <a:pt x="147154" y="29019"/>
                  </a:lnTo>
                  <a:lnTo>
                    <a:pt x="147370" y="27762"/>
                  </a:lnTo>
                  <a:lnTo>
                    <a:pt x="147218" y="24701"/>
                  </a:lnTo>
                  <a:lnTo>
                    <a:pt x="147027" y="24015"/>
                  </a:lnTo>
                  <a:lnTo>
                    <a:pt x="147650" y="24155"/>
                  </a:lnTo>
                  <a:lnTo>
                    <a:pt x="148958" y="24079"/>
                  </a:lnTo>
                  <a:lnTo>
                    <a:pt x="150266" y="23990"/>
                  </a:lnTo>
                  <a:lnTo>
                    <a:pt x="151320" y="23609"/>
                  </a:lnTo>
                  <a:lnTo>
                    <a:pt x="151282" y="22796"/>
                  </a:lnTo>
                  <a:lnTo>
                    <a:pt x="150202" y="22529"/>
                  </a:lnTo>
                  <a:lnTo>
                    <a:pt x="147574" y="22707"/>
                  </a:lnTo>
                  <a:lnTo>
                    <a:pt x="146951" y="22936"/>
                  </a:lnTo>
                  <a:lnTo>
                    <a:pt x="147091" y="22212"/>
                  </a:lnTo>
                  <a:lnTo>
                    <a:pt x="147015" y="20688"/>
                  </a:lnTo>
                  <a:lnTo>
                    <a:pt x="146939" y="19164"/>
                  </a:lnTo>
                  <a:lnTo>
                    <a:pt x="146608" y="17932"/>
                  </a:lnTo>
                  <a:lnTo>
                    <a:pt x="146545" y="23495"/>
                  </a:lnTo>
                  <a:lnTo>
                    <a:pt x="146545" y="17945"/>
                  </a:lnTo>
                  <a:lnTo>
                    <a:pt x="159448" y="2781"/>
                  </a:lnTo>
                  <a:lnTo>
                    <a:pt x="159296" y="3733"/>
                  </a:lnTo>
                  <a:lnTo>
                    <a:pt x="159435" y="6807"/>
                  </a:lnTo>
                  <a:lnTo>
                    <a:pt x="159626" y="7493"/>
                  </a:lnTo>
                  <a:lnTo>
                    <a:pt x="159042" y="7340"/>
                  </a:lnTo>
                  <a:lnTo>
                    <a:pt x="157734" y="7429"/>
                  </a:lnTo>
                  <a:lnTo>
                    <a:pt x="156425" y="7505"/>
                  </a:lnTo>
                  <a:lnTo>
                    <a:pt x="155371" y="7899"/>
                  </a:lnTo>
                  <a:lnTo>
                    <a:pt x="155409" y="8699"/>
                  </a:lnTo>
                  <a:lnTo>
                    <a:pt x="156489" y="8966"/>
                  </a:lnTo>
                  <a:lnTo>
                    <a:pt x="159118" y="8801"/>
                  </a:lnTo>
                  <a:lnTo>
                    <a:pt x="159702" y="8585"/>
                  </a:lnTo>
                  <a:lnTo>
                    <a:pt x="159575" y="9283"/>
                  </a:lnTo>
                  <a:lnTo>
                    <a:pt x="159651" y="10820"/>
                  </a:lnTo>
                  <a:lnTo>
                    <a:pt x="159727" y="12344"/>
                  </a:lnTo>
                  <a:lnTo>
                    <a:pt x="160058" y="13576"/>
                  </a:lnTo>
                  <a:lnTo>
                    <a:pt x="160756" y="13525"/>
                  </a:lnTo>
                  <a:lnTo>
                    <a:pt x="160972" y="12268"/>
                  </a:lnTo>
                  <a:lnTo>
                    <a:pt x="160820" y="9207"/>
                  </a:lnTo>
                  <a:lnTo>
                    <a:pt x="160629" y="8521"/>
                  </a:lnTo>
                  <a:lnTo>
                    <a:pt x="161251" y="8661"/>
                  </a:lnTo>
                  <a:lnTo>
                    <a:pt x="162560" y="8585"/>
                  </a:lnTo>
                  <a:lnTo>
                    <a:pt x="163868" y="8496"/>
                  </a:lnTo>
                  <a:lnTo>
                    <a:pt x="164922" y="8115"/>
                  </a:lnTo>
                  <a:lnTo>
                    <a:pt x="164909" y="7988"/>
                  </a:lnTo>
                  <a:lnTo>
                    <a:pt x="173634" y="18161"/>
                  </a:lnTo>
                  <a:lnTo>
                    <a:pt x="172986" y="18199"/>
                  </a:lnTo>
                  <a:lnTo>
                    <a:pt x="172770" y="19456"/>
                  </a:lnTo>
                  <a:lnTo>
                    <a:pt x="172910" y="22517"/>
                  </a:lnTo>
                  <a:lnTo>
                    <a:pt x="173088" y="23202"/>
                  </a:lnTo>
                  <a:lnTo>
                    <a:pt x="172516" y="23050"/>
                  </a:lnTo>
                  <a:lnTo>
                    <a:pt x="171208" y="23139"/>
                  </a:lnTo>
                  <a:lnTo>
                    <a:pt x="169900" y="23228"/>
                  </a:lnTo>
                  <a:lnTo>
                    <a:pt x="168846" y="23609"/>
                  </a:lnTo>
                  <a:lnTo>
                    <a:pt x="168884" y="24422"/>
                  </a:lnTo>
                  <a:lnTo>
                    <a:pt x="169964" y="24676"/>
                  </a:lnTo>
                  <a:lnTo>
                    <a:pt x="172593" y="24511"/>
                  </a:lnTo>
                  <a:lnTo>
                    <a:pt x="173177" y="24307"/>
                  </a:lnTo>
                  <a:lnTo>
                    <a:pt x="173050" y="25006"/>
                  </a:lnTo>
                  <a:lnTo>
                    <a:pt x="173126" y="26530"/>
                  </a:lnTo>
                  <a:lnTo>
                    <a:pt x="173189" y="28054"/>
                  </a:lnTo>
                  <a:lnTo>
                    <a:pt x="173532" y="29286"/>
                  </a:lnTo>
                  <a:lnTo>
                    <a:pt x="173736" y="29286"/>
                  </a:lnTo>
                  <a:lnTo>
                    <a:pt x="173736" y="18402"/>
                  </a:lnTo>
                  <a:lnTo>
                    <a:pt x="173685" y="18211"/>
                  </a:lnTo>
                  <a:lnTo>
                    <a:pt x="177660" y="22860"/>
                  </a:lnTo>
                  <a:lnTo>
                    <a:pt x="177660" y="18465"/>
                  </a:lnTo>
                  <a:lnTo>
                    <a:pt x="164185" y="2755"/>
                  </a:lnTo>
                  <a:lnTo>
                    <a:pt x="164185" y="7150"/>
                  </a:lnTo>
                  <a:lnTo>
                    <a:pt x="163804" y="7048"/>
                  </a:lnTo>
                  <a:lnTo>
                    <a:pt x="161175" y="7213"/>
                  </a:lnTo>
                  <a:lnTo>
                    <a:pt x="160553" y="7442"/>
                  </a:lnTo>
                  <a:lnTo>
                    <a:pt x="160693" y="6718"/>
                  </a:lnTo>
                  <a:lnTo>
                    <a:pt x="160616" y="5194"/>
                  </a:lnTo>
                  <a:lnTo>
                    <a:pt x="160540" y="3670"/>
                  </a:lnTo>
                  <a:lnTo>
                    <a:pt x="160210" y="2489"/>
                  </a:lnTo>
                  <a:lnTo>
                    <a:pt x="164185" y="7150"/>
                  </a:lnTo>
                  <a:lnTo>
                    <a:pt x="164185" y="2755"/>
                  </a:lnTo>
                  <a:lnTo>
                    <a:pt x="163703" y="2184"/>
                  </a:lnTo>
                  <a:lnTo>
                    <a:pt x="161823" y="0"/>
                  </a:lnTo>
                  <a:lnTo>
                    <a:pt x="160185" y="0"/>
                  </a:lnTo>
                  <a:lnTo>
                    <a:pt x="160185" y="2451"/>
                  </a:lnTo>
                  <a:lnTo>
                    <a:pt x="159727" y="2476"/>
                  </a:lnTo>
                  <a:lnTo>
                    <a:pt x="159969" y="2184"/>
                  </a:lnTo>
                  <a:lnTo>
                    <a:pt x="160185" y="2451"/>
                  </a:lnTo>
                  <a:lnTo>
                    <a:pt x="160185" y="0"/>
                  </a:lnTo>
                  <a:lnTo>
                    <a:pt x="158102" y="0"/>
                  </a:lnTo>
                  <a:lnTo>
                    <a:pt x="146024" y="14097"/>
                  </a:lnTo>
                  <a:lnTo>
                    <a:pt x="146024" y="22987"/>
                  </a:lnTo>
                  <a:lnTo>
                    <a:pt x="145440" y="22834"/>
                  </a:lnTo>
                  <a:lnTo>
                    <a:pt x="144132" y="22923"/>
                  </a:lnTo>
                  <a:lnTo>
                    <a:pt x="142824" y="22999"/>
                  </a:lnTo>
                  <a:lnTo>
                    <a:pt x="141795" y="23393"/>
                  </a:lnTo>
                  <a:lnTo>
                    <a:pt x="141795" y="24180"/>
                  </a:lnTo>
                  <a:lnTo>
                    <a:pt x="141465" y="23774"/>
                  </a:lnTo>
                  <a:lnTo>
                    <a:pt x="141770" y="23418"/>
                  </a:lnTo>
                  <a:lnTo>
                    <a:pt x="141795" y="24180"/>
                  </a:lnTo>
                  <a:lnTo>
                    <a:pt x="141795" y="23393"/>
                  </a:lnTo>
                  <a:lnTo>
                    <a:pt x="145770" y="18745"/>
                  </a:lnTo>
                  <a:lnTo>
                    <a:pt x="145694" y="19227"/>
                  </a:lnTo>
                  <a:lnTo>
                    <a:pt x="145834" y="22301"/>
                  </a:lnTo>
                  <a:lnTo>
                    <a:pt x="146024" y="22987"/>
                  </a:lnTo>
                  <a:lnTo>
                    <a:pt x="146024" y="14097"/>
                  </a:lnTo>
                  <a:lnTo>
                    <a:pt x="138658" y="22682"/>
                  </a:lnTo>
                  <a:lnTo>
                    <a:pt x="135864" y="19431"/>
                  </a:lnTo>
                  <a:lnTo>
                    <a:pt x="135864" y="23774"/>
                  </a:lnTo>
                  <a:lnTo>
                    <a:pt x="131724" y="28600"/>
                  </a:lnTo>
                  <a:lnTo>
                    <a:pt x="131838" y="27990"/>
                  </a:lnTo>
                  <a:lnTo>
                    <a:pt x="131686" y="24917"/>
                  </a:lnTo>
                  <a:lnTo>
                    <a:pt x="131495" y="24244"/>
                  </a:lnTo>
                  <a:lnTo>
                    <a:pt x="132118" y="24384"/>
                  </a:lnTo>
                  <a:lnTo>
                    <a:pt x="133426" y="24295"/>
                  </a:lnTo>
                  <a:lnTo>
                    <a:pt x="134734" y="24206"/>
                  </a:lnTo>
                  <a:lnTo>
                    <a:pt x="135788" y="23825"/>
                  </a:lnTo>
                  <a:lnTo>
                    <a:pt x="135775" y="23685"/>
                  </a:lnTo>
                  <a:lnTo>
                    <a:pt x="135864" y="19431"/>
                  </a:lnTo>
                  <a:lnTo>
                    <a:pt x="135064" y="18491"/>
                  </a:lnTo>
                  <a:lnTo>
                    <a:pt x="135064" y="22860"/>
                  </a:lnTo>
                  <a:lnTo>
                    <a:pt x="134670" y="22758"/>
                  </a:lnTo>
                  <a:lnTo>
                    <a:pt x="132041" y="22923"/>
                  </a:lnTo>
                  <a:lnTo>
                    <a:pt x="131419" y="23164"/>
                  </a:lnTo>
                  <a:lnTo>
                    <a:pt x="131559" y="22440"/>
                  </a:lnTo>
                  <a:lnTo>
                    <a:pt x="131483" y="20904"/>
                  </a:lnTo>
                  <a:lnTo>
                    <a:pt x="131406" y="19380"/>
                  </a:lnTo>
                  <a:lnTo>
                    <a:pt x="131140" y="18402"/>
                  </a:lnTo>
                  <a:lnTo>
                    <a:pt x="131140" y="29286"/>
                  </a:lnTo>
                  <a:lnTo>
                    <a:pt x="117360" y="45351"/>
                  </a:lnTo>
                  <a:lnTo>
                    <a:pt x="112560" y="39776"/>
                  </a:lnTo>
                  <a:lnTo>
                    <a:pt x="113626" y="40030"/>
                  </a:lnTo>
                  <a:lnTo>
                    <a:pt x="116255" y="39852"/>
                  </a:lnTo>
                  <a:lnTo>
                    <a:pt x="116840" y="39649"/>
                  </a:lnTo>
                  <a:lnTo>
                    <a:pt x="116725" y="40347"/>
                  </a:lnTo>
                  <a:lnTo>
                    <a:pt x="116789" y="41871"/>
                  </a:lnTo>
                  <a:lnTo>
                    <a:pt x="116865" y="43408"/>
                  </a:lnTo>
                  <a:lnTo>
                    <a:pt x="117208" y="44627"/>
                  </a:lnTo>
                  <a:lnTo>
                    <a:pt x="117881" y="44589"/>
                  </a:lnTo>
                  <a:lnTo>
                    <a:pt x="118110" y="43332"/>
                  </a:lnTo>
                  <a:lnTo>
                    <a:pt x="117970" y="40259"/>
                  </a:lnTo>
                  <a:lnTo>
                    <a:pt x="117767" y="39585"/>
                  </a:lnTo>
                  <a:lnTo>
                    <a:pt x="118389" y="39725"/>
                  </a:lnTo>
                  <a:lnTo>
                    <a:pt x="119697" y="39649"/>
                  </a:lnTo>
                  <a:lnTo>
                    <a:pt x="121005" y="39560"/>
                  </a:lnTo>
                  <a:lnTo>
                    <a:pt x="122059" y="39166"/>
                  </a:lnTo>
                  <a:lnTo>
                    <a:pt x="122021" y="38366"/>
                  </a:lnTo>
                  <a:lnTo>
                    <a:pt x="120942" y="38100"/>
                  </a:lnTo>
                  <a:lnTo>
                    <a:pt x="118313" y="38277"/>
                  </a:lnTo>
                  <a:lnTo>
                    <a:pt x="117703" y="38519"/>
                  </a:lnTo>
                  <a:lnTo>
                    <a:pt x="117830" y="37782"/>
                  </a:lnTo>
                  <a:lnTo>
                    <a:pt x="117754" y="36258"/>
                  </a:lnTo>
                  <a:lnTo>
                    <a:pt x="117678" y="34721"/>
                  </a:lnTo>
                  <a:lnTo>
                    <a:pt x="117348" y="33502"/>
                  </a:lnTo>
                  <a:lnTo>
                    <a:pt x="116662" y="33540"/>
                  </a:lnTo>
                  <a:lnTo>
                    <a:pt x="116433" y="34798"/>
                  </a:lnTo>
                  <a:lnTo>
                    <a:pt x="116586" y="37871"/>
                  </a:lnTo>
                  <a:lnTo>
                    <a:pt x="116763" y="38557"/>
                  </a:lnTo>
                  <a:lnTo>
                    <a:pt x="116192" y="38404"/>
                  </a:lnTo>
                  <a:lnTo>
                    <a:pt x="114884" y="38481"/>
                  </a:lnTo>
                  <a:lnTo>
                    <a:pt x="113563" y="38569"/>
                  </a:lnTo>
                  <a:lnTo>
                    <a:pt x="112509" y="38963"/>
                  </a:lnTo>
                  <a:lnTo>
                    <a:pt x="112534" y="39751"/>
                  </a:lnTo>
                  <a:lnTo>
                    <a:pt x="99212" y="24206"/>
                  </a:lnTo>
                  <a:lnTo>
                    <a:pt x="100279" y="24460"/>
                  </a:lnTo>
                  <a:lnTo>
                    <a:pt x="102908" y="24295"/>
                  </a:lnTo>
                  <a:lnTo>
                    <a:pt x="103492" y="24079"/>
                  </a:lnTo>
                  <a:lnTo>
                    <a:pt x="103378" y="24777"/>
                  </a:lnTo>
                  <a:lnTo>
                    <a:pt x="103441" y="26314"/>
                  </a:lnTo>
                  <a:lnTo>
                    <a:pt x="103517" y="27838"/>
                  </a:lnTo>
                  <a:lnTo>
                    <a:pt x="103860" y="29057"/>
                  </a:lnTo>
                  <a:lnTo>
                    <a:pt x="104546" y="29019"/>
                  </a:lnTo>
                  <a:lnTo>
                    <a:pt x="104762" y="27762"/>
                  </a:lnTo>
                  <a:lnTo>
                    <a:pt x="104622" y="24701"/>
                  </a:lnTo>
                  <a:lnTo>
                    <a:pt x="104419" y="24015"/>
                  </a:lnTo>
                  <a:lnTo>
                    <a:pt x="105041" y="24155"/>
                  </a:lnTo>
                  <a:lnTo>
                    <a:pt x="106349" y="24079"/>
                  </a:lnTo>
                  <a:lnTo>
                    <a:pt x="107657" y="23990"/>
                  </a:lnTo>
                  <a:lnTo>
                    <a:pt x="108724" y="23609"/>
                  </a:lnTo>
                  <a:lnTo>
                    <a:pt x="108673" y="22796"/>
                  </a:lnTo>
                  <a:lnTo>
                    <a:pt x="107594" y="22529"/>
                  </a:lnTo>
                  <a:lnTo>
                    <a:pt x="104965" y="22707"/>
                  </a:lnTo>
                  <a:lnTo>
                    <a:pt x="104343" y="22936"/>
                  </a:lnTo>
                  <a:lnTo>
                    <a:pt x="104482" y="22212"/>
                  </a:lnTo>
                  <a:lnTo>
                    <a:pt x="104406" y="20688"/>
                  </a:lnTo>
                  <a:lnTo>
                    <a:pt x="104330" y="19164"/>
                  </a:lnTo>
                  <a:lnTo>
                    <a:pt x="104000" y="17932"/>
                  </a:lnTo>
                  <a:lnTo>
                    <a:pt x="103847" y="17945"/>
                  </a:lnTo>
                  <a:lnTo>
                    <a:pt x="116852" y="2768"/>
                  </a:lnTo>
                  <a:lnTo>
                    <a:pt x="116687" y="3733"/>
                  </a:lnTo>
                  <a:lnTo>
                    <a:pt x="116840" y="6807"/>
                  </a:lnTo>
                  <a:lnTo>
                    <a:pt x="117017" y="7493"/>
                  </a:lnTo>
                  <a:lnTo>
                    <a:pt x="116446" y="7340"/>
                  </a:lnTo>
                  <a:lnTo>
                    <a:pt x="115138" y="7429"/>
                  </a:lnTo>
                  <a:lnTo>
                    <a:pt x="113830" y="7505"/>
                  </a:lnTo>
                  <a:lnTo>
                    <a:pt x="112763" y="7899"/>
                  </a:lnTo>
                  <a:lnTo>
                    <a:pt x="112814" y="8699"/>
                  </a:lnTo>
                  <a:lnTo>
                    <a:pt x="113893" y="8966"/>
                  </a:lnTo>
                  <a:lnTo>
                    <a:pt x="116509" y="8801"/>
                  </a:lnTo>
                  <a:lnTo>
                    <a:pt x="117094" y="8585"/>
                  </a:lnTo>
                  <a:lnTo>
                    <a:pt x="116979" y="9283"/>
                  </a:lnTo>
                  <a:lnTo>
                    <a:pt x="117043" y="10820"/>
                  </a:lnTo>
                  <a:lnTo>
                    <a:pt x="117119" y="12344"/>
                  </a:lnTo>
                  <a:lnTo>
                    <a:pt x="117462" y="13576"/>
                  </a:lnTo>
                  <a:lnTo>
                    <a:pt x="118148" y="13525"/>
                  </a:lnTo>
                  <a:lnTo>
                    <a:pt x="118364" y="12268"/>
                  </a:lnTo>
                  <a:lnTo>
                    <a:pt x="118224" y="9207"/>
                  </a:lnTo>
                  <a:lnTo>
                    <a:pt x="118021" y="8521"/>
                  </a:lnTo>
                  <a:lnTo>
                    <a:pt x="118643" y="8661"/>
                  </a:lnTo>
                  <a:lnTo>
                    <a:pt x="119951" y="8585"/>
                  </a:lnTo>
                  <a:lnTo>
                    <a:pt x="121259" y="8496"/>
                  </a:lnTo>
                  <a:lnTo>
                    <a:pt x="122313" y="8115"/>
                  </a:lnTo>
                  <a:lnTo>
                    <a:pt x="122301" y="7988"/>
                  </a:lnTo>
                  <a:lnTo>
                    <a:pt x="131038" y="18161"/>
                  </a:lnTo>
                  <a:lnTo>
                    <a:pt x="131013" y="23723"/>
                  </a:lnTo>
                  <a:lnTo>
                    <a:pt x="131013" y="18173"/>
                  </a:lnTo>
                  <a:lnTo>
                    <a:pt x="130378" y="18199"/>
                  </a:lnTo>
                  <a:lnTo>
                    <a:pt x="130162" y="19456"/>
                  </a:lnTo>
                  <a:lnTo>
                    <a:pt x="130314" y="22517"/>
                  </a:lnTo>
                  <a:lnTo>
                    <a:pt x="130492" y="23202"/>
                  </a:lnTo>
                  <a:lnTo>
                    <a:pt x="129908" y="23050"/>
                  </a:lnTo>
                  <a:lnTo>
                    <a:pt x="128600" y="23139"/>
                  </a:lnTo>
                  <a:lnTo>
                    <a:pt x="127292" y="23228"/>
                  </a:lnTo>
                  <a:lnTo>
                    <a:pt x="126238" y="23609"/>
                  </a:lnTo>
                  <a:lnTo>
                    <a:pt x="126276" y="24422"/>
                  </a:lnTo>
                  <a:lnTo>
                    <a:pt x="127355" y="24676"/>
                  </a:lnTo>
                  <a:lnTo>
                    <a:pt x="129984" y="24511"/>
                  </a:lnTo>
                  <a:lnTo>
                    <a:pt x="130568" y="24307"/>
                  </a:lnTo>
                  <a:lnTo>
                    <a:pt x="130441" y="25006"/>
                  </a:lnTo>
                  <a:lnTo>
                    <a:pt x="130517" y="26530"/>
                  </a:lnTo>
                  <a:lnTo>
                    <a:pt x="130594" y="28054"/>
                  </a:lnTo>
                  <a:lnTo>
                    <a:pt x="130924" y="29286"/>
                  </a:lnTo>
                  <a:lnTo>
                    <a:pt x="131140" y="29286"/>
                  </a:lnTo>
                  <a:lnTo>
                    <a:pt x="131140" y="18402"/>
                  </a:lnTo>
                  <a:lnTo>
                    <a:pt x="131089" y="18211"/>
                  </a:lnTo>
                  <a:lnTo>
                    <a:pt x="135064" y="22860"/>
                  </a:lnTo>
                  <a:lnTo>
                    <a:pt x="135064" y="18491"/>
                  </a:lnTo>
                  <a:lnTo>
                    <a:pt x="121589" y="2755"/>
                  </a:lnTo>
                  <a:lnTo>
                    <a:pt x="121589" y="7150"/>
                  </a:lnTo>
                  <a:lnTo>
                    <a:pt x="121196" y="7048"/>
                  </a:lnTo>
                  <a:lnTo>
                    <a:pt x="118567" y="7213"/>
                  </a:lnTo>
                  <a:lnTo>
                    <a:pt x="117957" y="7442"/>
                  </a:lnTo>
                  <a:lnTo>
                    <a:pt x="118084" y="6718"/>
                  </a:lnTo>
                  <a:lnTo>
                    <a:pt x="118008" y="5194"/>
                  </a:lnTo>
                  <a:lnTo>
                    <a:pt x="117932" y="3670"/>
                  </a:lnTo>
                  <a:lnTo>
                    <a:pt x="117602" y="2489"/>
                  </a:lnTo>
                  <a:lnTo>
                    <a:pt x="121589" y="7150"/>
                  </a:lnTo>
                  <a:lnTo>
                    <a:pt x="121589" y="2755"/>
                  </a:lnTo>
                  <a:lnTo>
                    <a:pt x="121107" y="2184"/>
                  </a:lnTo>
                  <a:lnTo>
                    <a:pt x="119227" y="0"/>
                  </a:lnTo>
                  <a:lnTo>
                    <a:pt x="117576" y="0"/>
                  </a:lnTo>
                  <a:lnTo>
                    <a:pt x="117576" y="2451"/>
                  </a:lnTo>
                  <a:lnTo>
                    <a:pt x="117119" y="2476"/>
                  </a:lnTo>
                  <a:lnTo>
                    <a:pt x="117360" y="2184"/>
                  </a:lnTo>
                  <a:lnTo>
                    <a:pt x="117576" y="2451"/>
                  </a:lnTo>
                  <a:lnTo>
                    <a:pt x="117576" y="0"/>
                  </a:lnTo>
                  <a:lnTo>
                    <a:pt x="115493" y="0"/>
                  </a:lnTo>
                  <a:lnTo>
                    <a:pt x="103416" y="14097"/>
                  </a:lnTo>
                  <a:lnTo>
                    <a:pt x="103416" y="22987"/>
                  </a:lnTo>
                  <a:lnTo>
                    <a:pt x="102844" y="22834"/>
                  </a:lnTo>
                  <a:lnTo>
                    <a:pt x="101536" y="22923"/>
                  </a:lnTo>
                  <a:lnTo>
                    <a:pt x="100215" y="22999"/>
                  </a:lnTo>
                  <a:lnTo>
                    <a:pt x="99199" y="23393"/>
                  </a:lnTo>
                  <a:lnTo>
                    <a:pt x="99199" y="24193"/>
                  </a:lnTo>
                  <a:lnTo>
                    <a:pt x="98856" y="23774"/>
                  </a:lnTo>
                  <a:lnTo>
                    <a:pt x="99174" y="23406"/>
                  </a:lnTo>
                  <a:lnTo>
                    <a:pt x="99187" y="23799"/>
                  </a:lnTo>
                  <a:lnTo>
                    <a:pt x="99199" y="24193"/>
                  </a:lnTo>
                  <a:lnTo>
                    <a:pt x="99199" y="23393"/>
                  </a:lnTo>
                  <a:lnTo>
                    <a:pt x="103174" y="18745"/>
                  </a:lnTo>
                  <a:lnTo>
                    <a:pt x="103085" y="19227"/>
                  </a:lnTo>
                  <a:lnTo>
                    <a:pt x="103238" y="22301"/>
                  </a:lnTo>
                  <a:lnTo>
                    <a:pt x="103416" y="22987"/>
                  </a:lnTo>
                  <a:lnTo>
                    <a:pt x="103416" y="14097"/>
                  </a:lnTo>
                  <a:lnTo>
                    <a:pt x="96659" y="21971"/>
                  </a:lnTo>
                  <a:lnTo>
                    <a:pt x="94475" y="19431"/>
                  </a:lnTo>
                  <a:lnTo>
                    <a:pt x="94475" y="23774"/>
                  </a:lnTo>
                  <a:lnTo>
                    <a:pt x="90335" y="28600"/>
                  </a:lnTo>
                  <a:lnTo>
                    <a:pt x="90449" y="27990"/>
                  </a:lnTo>
                  <a:lnTo>
                    <a:pt x="90297" y="24917"/>
                  </a:lnTo>
                  <a:lnTo>
                    <a:pt x="90106" y="24244"/>
                  </a:lnTo>
                  <a:lnTo>
                    <a:pt x="90728" y="24384"/>
                  </a:lnTo>
                  <a:lnTo>
                    <a:pt x="92036" y="24295"/>
                  </a:lnTo>
                  <a:lnTo>
                    <a:pt x="93345" y="24206"/>
                  </a:lnTo>
                  <a:lnTo>
                    <a:pt x="94399" y="23825"/>
                  </a:lnTo>
                  <a:lnTo>
                    <a:pt x="94386" y="23685"/>
                  </a:lnTo>
                  <a:lnTo>
                    <a:pt x="94475" y="19431"/>
                  </a:lnTo>
                  <a:lnTo>
                    <a:pt x="93675" y="18491"/>
                  </a:lnTo>
                  <a:lnTo>
                    <a:pt x="93675" y="22860"/>
                  </a:lnTo>
                  <a:lnTo>
                    <a:pt x="93281" y="22758"/>
                  </a:lnTo>
                  <a:lnTo>
                    <a:pt x="90652" y="22923"/>
                  </a:lnTo>
                  <a:lnTo>
                    <a:pt x="90030" y="23164"/>
                  </a:lnTo>
                  <a:lnTo>
                    <a:pt x="90170" y="22440"/>
                  </a:lnTo>
                  <a:lnTo>
                    <a:pt x="90093" y="20904"/>
                  </a:lnTo>
                  <a:lnTo>
                    <a:pt x="90017" y="19380"/>
                  </a:lnTo>
                  <a:lnTo>
                    <a:pt x="89750" y="18402"/>
                  </a:lnTo>
                  <a:lnTo>
                    <a:pt x="89750" y="29286"/>
                  </a:lnTo>
                  <a:lnTo>
                    <a:pt x="75971" y="45351"/>
                  </a:lnTo>
                  <a:lnTo>
                    <a:pt x="71170" y="39776"/>
                  </a:lnTo>
                  <a:lnTo>
                    <a:pt x="72250" y="40030"/>
                  </a:lnTo>
                  <a:lnTo>
                    <a:pt x="74866" y="39852"/>
                  </a:lnTo>
                  <a:lnTo>
                    <a:pt x="75450" y="39649"/>
                  </a:lnTo>
                  <a:lnTo>
                    <a:pt x="75336" y="40347"/>
                  </a:lnTo>
                  <a:lnTo>
                    <a:pt x="75399" y="41871"/>
                  </a:lnTo>
                  <a:lnTo>
                    <a:pt x="75476" y="43408"/>
                  </a:lnTo>
                  <a:lnTo>
                    <a:pt x="75819" y="44627"/>
                  </a:lnTo>
                  <a:lnTo>
                    <a:pt x="76504" y="44589"/>
                  </a:lnTo>
                  <a:lnTo>
                    <a:pt x="76720" y="43332"/>
                  </a:lnTo>
                  <a:lnTo>
                    <a:pt x="76581" y="40259"/>
                  </a:lnTo>
                  <a:lnTo>
                    <a:pt x="76377" y="39585"/>
                  </a:lnTo>
                  <a:lnTo>
                    <a:pt x="77000" y="39725"/>
                  </a:lnTo>
                  <a:lnTo>
                    <a:pt x="78308" y="39649"/>
                  </a:lnTo>
                  <a:lnTo>
                    <a:pt x="79616" y="39560"/>
                  </a:lnTo>
                  <a:lnTo>
                    <a:pt x="80670" y="39166"/>
                  </a:lnTo>
                  <a:lnTo>
                    <a:pt x="80657" y="38760"/>
                  </a:lnTo>
                  <a:lnTo>
                    <a:pt x="80632" y="38366"/>
                  </a:lnTo>
                  <a:lnTo>
                    <a:pt x="79552" y="38100"/>
                  </a:lnTo>
                  <a:lnTo>
                    <a:pt x="76923" y="38277"/>
                  </a:lnTo>
                  <a:lnTo>
                    <a:pt x="76314" y="38519"/>
                  </a:lnTo>
                  <a:lnTo>
                    <a:pt x="76441" y="37782"/>
                  </a:lnTo>
                  <a:lnTo>
                    <a:pt x="76365" y="36258"/>
                  </a:lnTo>
                  <a:lnTo>
                    <a:pt x="76288" y="34721"/>
                  </a:lnTo>
                  <a:lnTo>
                    <a:pt x="75958" y="33502"/>
                  </a:lnTo>
                  <a:lnTo>
                    <a:pt x="75272" y="33540"/>
                  </a:lnTo>
                  <a:lnTo>
                    <a:pt x="75044" y="34798"/>
                  </a:lnTo>
                  <a:lnTo>
                    <a:pt x="75196" y="37871"/>
                  </a:lnTo>
                  <a:lnTo>
                    <a:pt x="75374" y="38557"/>
                  </a:lnTo>
                  <a:lnTo>
                    <a:pt x="74803" y="38404"/>
                  </a:lnTo>
                  <a:lnTo>
                    <a:pt x="73494" y="38481"/>
                  </a:lnTo>
                  <a:lnTo>
                    <a:pt x="72186" y="38569"/>
                  </a:lnTo>
                  <a:lnTo>
                    <a:pt x="71120" y="38963"/>
                  </a:lnTo>
                  <a:lnTo>
                    <a:pt x="71158" y="39763"/>
                  </a:lnTo>
                  <a:lnTo>
                    <a:pt x="57823" y="24206"/>
                  </a:lnTo>
                  <a:lnTo>
                    <a:pt x="58902" y="24460"/>
                  </a:lnTo>
                  <a:lnTo>
                    <a:pt x="61531" y="24295"/>
                  </a:lnTo>
                  <a:lnTo>
                    <a:pt x="62115" y="24079"/>
                  </a:lnTo>
                  <a:lnTo>
                    <a:pt x="61988" y="24777"/>
                  </a:lnTo>
                  <a:lnTo>
                    <a:pt x="62052" y="26314"/>
                  </a:lnTo>
                  <a:lnTo>
                    <a:pt x="62128" y="27838"/>
                  </a:lnTo>
                  <a:lnTo>
                    <a:pt x="62471" y="29057"/>
                  </a:lnTo>
                  <a:lnTo>
                    <a:pt x="63157" y="29019"/>
                  </a:lnTo>
                  <a:lnTo>
                    <a:pt x="63373" y="27762"/>
                  </a:lnTo>
                  <a:lnTo>
                    <a:pt x="63233" y="24701"/>
                  </a:lnTo>
                  <a:lnTo>
                    <a:pt x="63030" y="24015"/>
                  </a:lnTo>
                  <a:lnTo>
                    <a:pt x="63652" y="24155"/>
                  </a:lnTo>
                  <a:lnTo>
                    <a:pt x="64960" y="24079"/>
                  </a:lnTo>
                  <a:lnTo>
                    <a:pt x="66268" y="23990"/>
                  </a:lnTo>
                  <a:lnTo>
                    <a:pt x="67335" y="23609"/>
                  </a:lnTo>
                  <a:lnTo>
                    <a:pt x="67284" y="22796"/>
                  </a:lnTo>
                  <a:lnTo>
                    <a:pt x="66205" y="22529"/>
                  </a:lnTo>
                  <a:lnTo>
                    <a:pt x="63576" y="22707"/>
                  </a:lnTo>
                  <a:lnTo>
                    <a:pt x="62966" y="22936"/>
                  </a:lnTo>
                  <a:lnTo>
                    <a:pt x="63093" y="22212"/>
                  </a:lnTo>
                  <a:lnTo>
                    <a:pt x="63017" y="20688"/>
                  </a:lnTo>
                  <a:lnTo>
                    <a:pt x="62941" y="19164"/>
                  </a:lnTo>
                  <a:lnTo>
                    <a:pt x="62611" y="17932"/>
                  </a:lnTo>
                  <a:lnTo>
                    <a:pt x="62458" y="17945"/>
                  </a:lnTo>
                  <a:lnTo>
                    <a:pt x="75463" y="2768"/>
                  </a:lnTo>
                  <a:lnTo>
                    <a:pt x="75298" y="3733"/>
                  </a:lnTo>
                  <a:lnTo>
                    <a:pt x="75450" y="6807"/>
                  </a:lnTo>
                  <a:lnTo>
                    <a:pt x="75628" y="7493"/>
                  </a:lnTo>
                  <a:lnTo>
                    <a:pt x="75057" y="7340"/>
                  </a:lnTo>
                  <a:lnTo>
                    <a:pt x="73748" y="7429"/>
                  </a:lnTo>
                  <a:lnTo>
                    <a:pt x="72440" y="7505"/>
                  </a:lnTo>
                  <a:lnTo>
                    <a:pt x="71374" y="7899"/>
                  </a:lnTo>
                  <a:lnTo>
                    <a:pt x="71424" y="8699"/>
                  </a:lnTo>
                  <a:lnTo>
                    <a:pt x="72504" y="8966"/>
                  </a:lnTo>
                  <a:lnTo>
                    <a:pt x="75120" y="8801"/>
                  </a:lnTo>
                  <a:lnTo>
                    <a:pt x="75704" y="8585"/>
                  </a:lnTo>
                  <a:lnTo>
                    <a:pt x="75590" y="9283"/>
                  </a:lnTo>
                  <a:lnTo>
                    <a:pt x="75653" y="10820"/>
                  </a:lnTo>
                  <a:lnTo>
                    <a:pt x="75730" y="12344"/>
                  </a:lnTo>
                  <a:lnTo>
                    <a:pt x="76073" y="13576"/>
                  </a:lnTo>
                  <a:lnTo>
                    <a:pt x="76758" y="13525"/>
                  </a:lnTo>
                  <a:lnTo>
                    <a:pt x="76974" y="12268"/>
                  </a:lnTo>
                  <a:lnTo>
                    <a:pt x="76835" y="9207"/>
                  </a:lnTo>
                  <a:lnTo>
                    <a:pt x="76631" y="8521"/>
                  </a:lnTo>
                  <a:lnTo>
                    <a:pt x="77254" y="8661"/>
                  </a:lnTo>
                  <a:lnTo>
                    <a:pt x="78562" y="8585"/>
                  </a:lnTo>
                  <a:lnTo>
                    <a:pt x="79870" y="8496"/>
                  </a:lnTo>
                  <a:lnTo>
                    <a:pt x="80937" y="8115"/>
                  </a:lnTo>
                  <a:lnTo>
                    <a:pt x="89649" y="18161"/>
                  </a:lnTo>
                  <a:lnTo>
                    <a:pt x="88988" y="18199"/>
                  </a:lnTo>
                  <a:lnTo>
                    <a:pt x="88773" y="19456"/>
                  </a:lnTo>
                  <a:lnTo>
                    <a:pt x="88925" y="22517"/>
                  </a:lnTo>
                  <a:lnTo>
                    <a:pt x="89103" y="23202"/>
                  </a:lnTo>
                  <a:lnTo>
                    <a:pt x="88519" y="23050"/>
                  </a:lnTo>
                  <a:lnTo>
                    <a:pt x="87210" y="23139"/>
                  </a:lnTo>
                  <a:lnTo>
                    <a:pt x="85902" y="23228"/>
                  </a:lnTo>
                  <a:lnTo>
                    <a:pt x="84848" y="23609"/>
                  </a:lnTo>
                  <a:lnTo>
                    <a:pt x="84886" y="24422"/>
                  </a:lnTo>
                  <a:lnTo>
                    <a:pt x="85966" y="24676"/>
                  </a:lnTo>
                  <a:lnTo>
                    <a:pt x="88595" y="24511"/>
                  </a:lnTo>
                  <a:lnTo>
                    <a:pt x="89179" y="24307"/>
                  </a:lnTo>
                  <a:lnTo>
                    <a:pt x="89052" y="25006"/>
                  </a:lnTo>
                  <a:lnTo>
                    <a:pt x="89128" y="26530"/>
                  </a:lnTo>
                  <a:lnTo>
                    <a:pt x="89204" y="28054"/>
                  </a:lnTo>
                  <a:lnTo>
                    <a:pt x="89535" y="29286"/>
                  </a:lnTo>
                  <a:lnTo>
                    <a:pt x="89750" y="29286"/>
                  </a:lnTo>
                  <a:lnTo>
                    <a:pt x="89750" y="18402"/>
                  </a:lnTo>
                  <a:lnTo>
                    <a:pt x="89700" y="18211"/>
                  </a:lnTo>
                  <a:lnTo>
                    <a:pt x="93675" y="22860"/>
                  </a:lnTo>
                  <a:lnTo>
                    <a:pt x="93675" y="18491"/>
                  </a:lnTo>
                  <a:lnTo>
                    <a:pt x="80200" y="2755"/>
                  </a:lnTo>
                  <a:lnTo>
                    <a:pt x="80200" y="7150"/>
                  </a:lnTo>
                  <a:lnTo>
                    <a:pt x="79806" y="7048"/>
                  </a:lnTo>
                  <a:lnTo>
                    <a:pt x="77177" y="7213"/>
                  </a:lnTo>
                  <a:lnTo>
                    <a:pt x="76568" y="7442"/>
                  </a:lnTo>
                  <a:lnTo>
                    <a:pt x="76695" y="6718"/>
                  </a:lnTo>
                  <a:lnTo>
                    <a:pt x="76619" y="5194"/>
                  </a:lnTo>
                  <a:lnTo>
                    <a:pt x="76542" y="3670"/>
                  </a:lnTo>
                  <a:lnTo>
                    <a:pt x="76212" y="2489"/>
                  </a:lnTo>
                  <a:lnTo>
                    <a:pt x="80200" y="7150"/>
                  </a:lnTo>
                  <a:lnTo>
                    <a:pt x="80200" y="2755"/>
                  </a:lnTo>
                  <a:lnTo>
                    <a:pt x="79717" y="2184"/>
                  </a:lnTo>
                  <a:lnTo>
                    <a:pt x="77838" y="0"/>
                  </a:lnTo>
                  <a:lnTo>
                    <a:pt x="76187" y="0"/>
                  </a:lnTo>
                  <a:lnTo>
                    <a:pt x="76187" y="2451"/>
                  </a:lnTo>
                  <a:lnTo>
                    <a:pt x="75730" y="2476"/>
                  </a:lnTo>
                  <a:lnTo>
                    <a:pt x="75971" y="2184"/>
                  </a:lnTo>
                  <a:lnTo>
                    <a:pt x="76187" y="2451"/>
                  </a:lnTo>
                  <a:lnTo>
                    <a:pt x="76187" y="0"/>
                  </a:lnTo>
                  <a:lnTo>
                    <a:pt x="74104" y="0"/>
                  </a:lnTo>
                  <a:lnTo>
                    <a:pt x="62026" y="14097"/>
                  </a:lnTo>
                  <a:lnTo>
                    <a:pt x="62026" y="22987"/>
                  </a:lnTo>
                  <a:lnTo>
                    <a:pt x="61455" y="22834"/>
                  </a:lnTo>
                  <a:lnTo>
                    <a:pt x="60147" y="22923"/>
                  </a:lnTo>
                  <a:lnTo>
                    <a:pt x="58839" y="22999"/>
                  </a:lnTo>
                  <a:lnTo>
                    <a:pt x="57810" y="23393"/>
                  </a:lnTo>
                  <a:lnTo>
                    <a:pt x="57810" y="24193"/>
                  </a:lnTo>
                  <a:lnTo>
                    <a:pt x="57467" y="23774"/>
                  </a:lnTo>
                  <a:lnTo>
                    <a:pt x="57772" y="23418"/>
                  </a:lnTo>
                  <a:lnTo>
                    <a:pt x="57810" y="24193"/>
                  </a:lnTo>
                  <a:lnTo>
                    <a:pt x="57810" y="23393"/>
                  </a:lnTo>
                  <a:lnTo>
                    <a:pt x="61785" y="18745"/>
                  </a:lnTo>
                  <a:lnTo>
                    <a:pt x="61696" y="19227"/>
                  </a:lnTo>
                  <a:lnTo>
                    <a:pt x="61849" y="22301"/>
                  </a:lnTo>
                  <a:lnTo>
                    <a:pt x="62026" y="22987"/>
                  </a:lnTo>
                  <a:lnTo>
                    <a:pt x="62026" y="14097"/>
                  </a:lnTo>
                  <a:lnTo>
                    <a:pt x="53721" y="23774"/>
                  </a:lnTo>
                  <a:lnTo>
                    <a:pt x="75971" y="49720"/>
                  </a:lnTo>
                  <a:lnTo>
                    <a:pt x="79717" y="45351"/>
                  </a:lnTo>
                  <a:lnTo>
                    <a:pt x="96659" y="25590"/>
                  </a:lnTo>
                  <a:lnTo>
                    <a:pt x="117360" y="49720"/>
                  </a:lnTo>
                  <a:lnTo>
                    <a:pt x="121107" y="45351"/>
                  </a:lnTo>
                  <a:lnTo>
                    <a:pt x="138658" y="24879"/>
                  </a:lnTo>
                  <a:lnTo>
                    <a:pt x="159969" y="49720"/>
                  </a:lnTo>
                  <a:lnTo>
                    <a:pt x="163703" y="45351"/>
                  </a:lnTo>
                  <a:lnTo>
                    <a:pt x="182219" y="23774"/>
                  </a:lnTo>
                  <a:close/>
                </a:path>
                <a:path w="202565" h="81915">
                  <a:moveTo>
                    <a:pt x="202361" y="55372"/>
                  </a:moveTo>
                  <a:lnTo>
                    <a:pt x="198615" y="51015"/>
                  </a:lnTo>
                  <a:lnTo>
                    <a:pt x="198615" y="55372"/>
                  </a:lnTo>
                  <a:lnTo>
                    <a:pt x="180111" y="76962"/>
                  </a:lnTo>
                  <a:lnTo>
                    <a:pt x="161607" y="55372"/>
                  </a:lnTo>
                  <a:lnTo>
                    <a:pt x="165925" y="50342"/>
                  </a:lnTo>
                  <a:lnTo>
                    <a:pt x="165836" y="50838"/>
                  </a:lnTo>
                  <a:lnTo>
                    <a:pt x="165989" y="53911"/>
                  </a:lnTo>
                  <a:lnTo>
                    <a:pt x="166319" y="55130"/>
                  </a:lnTo>
                  <a:lnTo>
                    <a:pt x="167005" y="55092"/>
                  </a:lnTo>
                  <a:lnTo>
                    <a:pt x="167233" y="53822"/>
                  </a:lnTo>
                  <a:lnTo>
                    <a:pt x="167157" y="52298"/>
                  </a:lnTo>
                  <a:lnTo>
                    <a:pt x="167081" y="50761"/>
                  </a:lnTo>
                  <a:lnTo>
                    <a:pt x="166751" y="49542"/>
                  </a:lnTo>
                  <a:lnTo>
                    <a:pt x="166598" y="49555"/>
                  </a:lnTo>
                  <a:lnTo>
                    <a:pt x="180111" y="33794"/>
                  </a:lnTo>
                  <a:lnTo>
                    <a:pt x="198615" y="55372"/>
                  </a:lnTo>
                  <a:lnTo>
                    <a:pt x="198615" y="51015"/>
                  </a:lnTo>
                  <a:lnTo>
                    <a:pt x="183857" y="33794"/>
                  </a:lnTo>
                  <a:lnTo>
                    <a:pt x="180111" y="29425"/>
                  </a:lnTo>
                  <a:lnTo>
                    <a:pt x="157861" y="55372"/>
                  </a:lnTo>
                  <a:lnTo>
                    <a:pt x="180111" y="81318"/>
                  </a:lnTo>
                  <a:lnTo>
                    <a:pt x="183857" y="76962"/>
                  </a:lnTo>
                  <a:lnTo>
                    <a:pt x="202361" y="55372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 descr=""/>
            <p:cNvSpPr/>
            <p:nvPr/>
          </p:nvSpPr>
          <p:spPr>
            <a:xfrm>
              <a:off x="11172711" y="6481959"/>
              <a:ext cx="147955" cy="81915"/>
            </a:xfrm>
            <a:custGeom>
              <a:avLst/>
              <a:gdLst/>
              <a:ahLst/>
              <a:cxnLst/>
              <a:rect l="l" t="t" r="r" b="b"/>
              <a:pathLst>
                <a:path w="147954" h="81915">
                  <a:moveTo>
                    <a:pt x="44500" y="55372"/>
                  </a:moveTo>
                  <a:lnTo>
                    <a:pt x="40754" y="51015"/>
                  </a:lnTo>
                  <a:lnTo>
                    <a:pt x="40754" y="55372"/>
                  </a:lnTo>
                  <a:lnTo>
                    <a:pt x="36614" y="60198"/>
                  </a:lnTo>
                  <a:lnTo>
                    <a:pt x="36728" y="59588"/>
                  </a:lnTo>
                  <a:lnTo>
                    <a:pt x="36588" y="56527"/>
                  </a:lnTo>
                  <a:lnTo>
                    <a:pt x="36398" y="55854"/>
                  </a:lnTo>
                  <a:lnTo>
                    <a:pt x="37007" y="55994"/>
                  </a:lnTo>
                  <a:lnTo>
                    <a:pt x="38315" y="55905"/>
                  </a:lnTo>
                  <a:lnTo>
                    <a:pt x="39624" y="55816"/>
                  </a:lnTo>
                  <a:lnTo>
                    <a:pt x="40678" y="55435"/>
                  </a:lnTo>
                  <a:lnTo>
                    <a:pt x="40665" y="55283"/>
                  </a:lnTo>
                  <a:lnTo>
                    <a:pt x="40754" y="51015"/>
                  </a:lnTo>
                  <a:lnTo>
                    <a:pt x="39966" y="50088"/>
                  </a:lnTo>
                  <a:lnTo>
                    <a:pt x="39966" y="54470"/>
                  </a:lnTo>
                  <a:lnTo>
                    <a:pt x="39560" y="54368"/>
                  </a:lnTo>
                  <a:lnTo>
                    <a:pt x="36931" y="54533"/>
                  </a:lnTo>
                  <a:lnTo>
                    <a:pt x="36309" y="54762"/>
                  </a:lnTo>
                  <a:lnTo>
                    <a:pt x="36449" y="54051"/>
                  </a:lnTo>
                  <a:lnTo>
                    <a:pt x="36372" y="52514"/>
                  </a:lnTo>
                  <a:lnTo>
                    <a:pt x="36296" y="50990"/>
                  </a:lnTo>
                  <a:lnTo>
                    <a:pt x="36029" y="50038"/>
                  </a:lnTo>
                  <a:lnTo>
                    <a:pt x="36029" y="60883"/>
                  </a:lnTo>
                  <a:lnTo>
                    <a:pt x="22250" y="76962"/>
                  </a:lnTo>
                  <a:lnTo>
                    <a:pt x="17449" y="71386"/>
                  </a:lnTo>
                  <a:lnTo>
                    <a:pt x="18529" y="71640"/>
                  </a:lnTo>
                  <a:lnTo>
                    <a:pt x="21145" y="71462"/>
                  </a:lnTo>
                  <a:lnTo>
                    <a:pt x="21729" y="71259"/>
                  </a:lnTo>
                  <a:lnTo>
                    <a:pt x="21615" y="71958"/>
                  </a:lnTo>
                  <a:lnTo>
                    <a:pt x="21691" y="73482"/>
                  </a:lnTo>
                  <a:lnTo>
                    <a:pt x="21755" y="75018"/>
                  </a:lnTo>
                  <a:lnTo>
                    <a:pt x="22098" y="76238"/>
                  </a:lnTo>
                  <a:lnTo>
                    <a:pt x="22771" y="76200"/>
                  </a:lnTo>
                  <a:lnTo>
                    <a:pt x="22999" y="74942"/>
                  </a:lnTo>
                  <a:lnTo>
                    <a:pt x="22860" y="71869"/>
                  </a:lnTo>
                  <a:lnTo>
                    <a:pt x="22656" y="71196"/>
                  </a:lnTo>
                  <a:lnTo>
                    <a:pt x="23279" y="71335"/>
                  </a:lnTo>
                  <a:lnTo>
                    <a:pt x="24587" y="71247"/>
                  </a:lnTo>
                  <a:lnTo>
                    <a:pt x="25895" y="71170"/>
                  </a:lnTo>
                  <a:lnTo>
                    <a:pt x="26962" y="70777"/>
                  </a:lnTo>
                  <a:lnTo>
                    <a:pt x="26911" y="69977"/>
                  </a:lnTo>
                  <a:lnTo>
                    <a:pt x="25831" y="69710"/>
                  </a:lnTo>
                  <a:lnTo>
                    <a:pt x="23202" y="69875"/>
                  </a:lnTo>
                  <a:lnTo>
                    <a:pt x="22593" y="70116"/>
                  </a:lnTo>
                  <a:lnTo>
                    <a:pt x="22720" y="69392"/>
                  </a:lnTo>
                  <a:lnTo>
                    <a:pt x="22644" y="67868"/>
                  </a:lnTo>
                  <a:lnTo>
                    <a:pt x="22567" y="66332"/>
                  </a:lnTo>
                  <a:lnTo>
                    <a:pt x="22237" y="65112"/>
                  </a:lnTo>
                  <a:lnTo>
                    <a:pt x="21551" y="65151"/>
                  </a:lnTo>
                  <a:lnTo>
                    <a:pt x="21323" y="66408"/>
                  </a:lnTo>
                  <a:lnTo>
                    <a:pt x="21475" y="69481"/>
                  </a:lnTo>
                  <a:lnTo>
                    <a:pt x="21653" y="70154"/>
                  </a:lnTo>
                  <a:lnTo>
                    <a:pt x="21082" y="70015"/>
                  </a:lnTo>
                  <a:lnTo>
                    <a:pt x="19773" y="70091"/>
                  </a:lnTo>
                  <a:lnTo>
                    <a:pt x="18465" y="70180"/>
                  </a:lnTo>
                  <a:lnTo>
                    <a:pt x="17399" y="70561"/>
                  </a:lnTo>
                  <a:lnTo>
                    <a:pt x="17437" y="71374"/>
                  </a:lnTo>
                  <a:lnTo>
                    <a:pt x="4114" y="55816"/>
                  </a:lnTo>
                  <a:lnTo>
                    <a:pt x="5181" y="56070"/>
                  </a:lnTo>
                  <a:lnTo>
                    <a:pt x="7810" y="55905"/>
                  </a:lnTo>
                  <a:lnTo>
                    <a:pt x="8382" y="55689"/>
                  </a:lnTo>
                  <a:lnTo>
                    <a:pt x="8267" y="56388"/>
                  </a:lnTo>
                  <a:lnTo>
                    <a:pt x="8343" y="57912"/>
                  </a:lnTo>
                  <a:lnTo>
                    <a:pt x="8407" y="59448"/>
                  </a:lnTo>
                  <a:lnTo>
                    <a:pt x="8750" y="60667"/>
                  </a:lnTo>
                  <a:lnTo>
                    <a:pt x="9436" y="60629"/>
                  </a:lnTo>
                  <a:lnTo>
                    <a:pt x="9664" y="59372"/>
                  </a:lnTo>
                  <a:lnTo>
                    <a:pt x="9512" y="56299"/>
                  </a:lnTo>
                  <a:lnTo>
                    <a:pt x="9321" y="55626"/>
                  </a:lnTo>
                  <a:lnTo>
                    <a:pt x="9931" y="55765"/>
                  </a:lnTo>
                  <a:lnTo>
                    <a:pt x="11239" y="55676"/>
                  </a:lnTo>
                  <a:lnTo>
                    <a:pt x="12547" y="55600"/>
                  </a:lnTo>
                  <a:lnTo>
                    <a:pt x="13614" y="55206"/>
                  </a:lnTo>
                  <a:lnTo>
                    <a:pt x="13563" y="54406"/>
                  </a:lnTo>
                  <a:lnTo>
                    <a:pt x="12484" y="54140"/>
                  </a:lnTo>
                  <a:lnTo>
                    <a:pt x="9867" y="54305"/>
                  </a:lnTo>
                  <a:lnTo>
                    <a:pt x="9232" y="54546"/>
                  </a:lnTo>
                  <a:lnTo>
                    <a:pt x="9372" y="53822"/>
                  </a:lnTo>
                  <a:lnTo>
                    <a:pt x="9296" y="52298"/>
                  </a:lnTo>
                  <a:lnTo>
                    <a:pt x="9232" y="50761"/>
                  </a:lnTo>
                  <a:lnTo>
                    <a:pt x="8890" y="49542"/>
                  </a:lnTo>
                  <a:lnTo>
                    <a:pt x="8737" y="49555"/>
                  </a:lnTo>
                  <a:lnTo>
                    <a:pt x="21755" y="34366"/>
                  </a:lnTo>
                  <a:lnTo>
                    <a:pt x="21577" y="35344"/>
                  </a:lnTo>
                  <a:lnTo>
                    <a:pt x="21729" y="38417"/>
                  </a:lnTo>
                  <a:lnTo>
                    <a:pt x="21907" y="39103"/>
                  </a:lnTo>
                  <a:lnTo>
                    <a:pt x="21336" y="38950"/>
                  </a:lnTo>
                  <a:lnTo>
                    <a:pt x="20027" y="39039"/>
                  </a:lnTo>
                  <a:lnTo>
                    <a:pt x="18719" y="39116"/>
                  </a:lnTo>
                  <a:lnTo>
                    <a:pt x="17665" y="39509"/>
                  </a:lnTo>
                  <a:lnTo>
                    <a:pt x="17703" y="40309"/>
                  </a:lnTo>
                  <a:lnTo>
                    <a:pt x="18783" y="40576"/>
                  </a:lnTo>
                  <a:lnTo>
                    <a:pt x="21412" y="40411"/>
                  </a:lnTo>
                  <a:lnTo>
                    <a:pt x="21983" y="40195"/>
                  </a:lnTo>
                  <a:lnTo>
                    <a:pt x="21869" y="40894"/>
                  </a:lnTo>
                  <a:lnTo>
                    <a:pt x="21945" y="42418"/>
                  </a:lnTo>
                  <a:lnTo>
                    <a:pt x="22009" y="43954"/>
                  </a:lnTo>
                  <a:lnTo>
                    <a:pt x="22352" y="45173"/>
                  </a:lnTo>
                  <a:lnTo>
                    <a:pt x="23037" y="45135"/>
                  </a:lnTo>
                  <a:lnTo>
                    <a:pt x="23253" y="43878"/>
                  </a:lnTo>
                  <a:lnTo>
                    <a:pt x="23114" y="40817"/>
                  </a:lnTo>
                  <a:lnTo>
                    <a:pt x="22923" y="40132"/>
                  </a:lnTo>
                  <a:lnTo>
                    <a:pt x="23533" y="40271"/>
                  </a:lnTo>
                  <a:lnTo>
                    <a:pt x="24841" y="40195"/>
                  </a:lnTo>
                  <a:lnTo>
                    <a:pt x="26149" y="40106"/>
                  </a:lnTo>
                  <a:lnTo>
                    <a:pt x="27203" y="39712"/>
                  </a:lnTo>
                  <a:lnTo>
                    <a:pt x="27190" y="39585"/>
                  </a:lnTo>
                  <a:lnTo>
                    <a:pt x="35941" y="49771"/>
                  </a:lnTo>
                  <a:lnTo>
                    <a:pt x="35267" y="49809"/>
                  </a:lnTo>
                  <a:lnTo>
                    <a:pt x="35052" y="51066"/>
                  </a:lnTo>
                  <a:lnTo>
                    <a:pt x="35204" y="54127"/>
                  </a:lnTo>
                  <a:lnTo>
                    <a:pt x="35382" y="54813"/>
                  </a:lnTo>
                  <a:lnTo>
                    <a:pt x="34810" y="54660"/>
                  </a:lnTo>
                  <a:lnTo>
                    <a:pt x="33502" y="54749"/>
                  </a:lnTo>
                  <a:lnTo>
                    <a:pt x="32181" y="54838"/>
                  </a:lnTo>
                  <a:lnTo>
                    <a:pt x="31127" y="55219"/>
                  </a:lnTo>
                  <a:lnTo>
                    <a:pt x="31178" y="56019"/>
                  </a:lnTo>
                  <a:lnTo>
                    <a:pt x="32245" y="56286"/>
                  </a:lnTo>
                  <a:lnTo>
                    <a:pt x="34874" y="56121"/>
                  </a:lnTo>
                  <a:lnTo>
                    <a:pt x="35458" y="55905"/>
                  </a:lnTo>
                  <a:lnTo>
                    <a:pt x="35331" y="56603"/>
                  </a:lnTo>
                  <a:lnTo>
                    <a:pt x="35407" y="58140"/>
                  </a:lnTo>
                  <a:lnTo>
                    <a:pt x="35483" y="59664"/>
                  </a:lnTo>
                  <a:lnTo>
                    <a:pt x="35814" y="60896"/>
                  </a:lnTo>
                  <a:lnTo>
                    <a:pt x="36029" y="60883"/>
                  </a:lnTo>
                  <a:lnTo>
                    <a:pt x="36029" y="50038"/>
                  </a:lnTo>
                  <a:lnTo>
                    <a:pt x="35966" y="49809"/>
                  </a:lnTo>
                  <a:lnTo>
                    <a:pt x="39966" y="54470"/>
                  </a:lnTo>
                  <a:lnTo>
                    <a:pt x="39966" y="50088"/>
                  </a:lnTo>
                  <a:lnTo>
                    <a:pt x="26466" y="34353"/>
                  </a:lnTo>
                  <a:lnTo>
                    <a:pt x="26466" y="38747"/>
                  </a:lnTo>
                  <a:lnTo>
                    <a:pt x="26098" y="38646"/>
                  </a:lnTo>
                  <a:lnTo>
                    <a:pt x="23469" y="38823"/>
                  </a:lnTo>
                  <a:lnTo>
                    <a:pt x="22847" y="39052"/>
                  </a:lnTo>
                  <a:lnTo>
                    <a:pt x="22974" y="38328"/>
                  </a:lnTo>
                  <a:lnTo>
                    <a:pt x="22898" y="36804"/>
                  </a:lnTo>
                  <a:lnTo>
                    <a:pt x="22821" y="35267"/>
                  </a:lnTo>
                  <a:lnTo>
                    <a:pt x="22491" y="34099"/>
                  </a:lnTo>
                  <a:lnTo>
                    <a:pt x="26466" y="38747"/>
                  </a:lnTo>
                  <a:lnTo>
                    <a:pt x="26466" y="34353"/>
                  </a:lnTo>
                  <a:lnTo>
                    <a:pt x="25996" y="33794"/>
                  </a:lnTo>
                  <a:lnTo>
                    <a:pt x="22466" y="29679"/>
                  </a:lnTo>
                  <a:lnTo>
                    <a:pt x="22466" y="34061"/>
                  </a:lnTo>
                  <a:lnTo>
                    <a:pt x="22009" y="34086"/>
                  </a:lnTo>
                  <a:lnTo>
                    <a:pt x="22250" y="33794"/>
                  </a:lnTo>
                  <a:lnTo>
                    <a:pt x="22466" y="34061"/>
                  </a:lnTo>
                  <a:lnTo>
                    <a:pt x="22466" y="29679"/>
                  </a:lnTo>
                  <a:lnTo>
                    <a:pt x="22250" y="29425"/>
                  </a:lnTo>
                  <a:lnTo>
                    <a:pt x="8305" y="45694"/>
                  </a:lnTo>
                  <a:lnTo>
                    <a:pt x="8305" y="54597"/>
                  </a:lnTo>
                  <a:lnTo>
                    <a:pt x="7734" y="54444"/>
                  </a:lnTo>
                  <a:lnTo>
                    <a:pt x="6426" y="54533"/>
                  </a:lnTo>
                  <a:lnTo>
                    <a:pt x="5118" y="54610"/>
                  </a:lnTo>
                  <a:lnTo>
                    <a:pt x="4064" y="55003"/>
                  </a:lnTo>
                  <a:lnTo>
                    <a:pt x="4089" y="55791"/>
                  </a:lnTo>
                  <a:lnTo>
                    <a:pt x="3746" y="55372"/>
                  </a:lnTo>
                  <a:lnTo>
                    <a:pt x="4064" y="55003"/>
                  </a:lnTo>
                  <a:lnTo>
                    <a:pt x="8064" y="50330"/>
                  </a:lnTo>
                  <a:lnTo>
                    <a:pt x="7988" y="50838"/>
                  </a:lnTo>
                  <a:lnTo>
                    <a:pt x="8128" y="53911"/>
                  </a:lnTo>
                  <a:lnTo>
                    <a:pt x="8305" y="54597"/>
                  </a:lnTo>
                  <a:lnTo>
                    <a:pt x="8305" y="45694"/>
                  </a:lnTo>
                  <a:lnTo>
                    <a:pt x="0" y="55372"/>
                  </a:lnTo>
                  <a:lnTo>
                    <a:pt x="22250" y="81318"/>
                  </a:lnTo>
                  <a:lnTo>
                    <a:pt x="25996" y="76962"/>
                  </a:lnTo>
                  <a:lnTo>
                    <a:pt x="44500" y="55372"/>
                  </a:lnTo>
                  <a:close/>
                </a:path>
                <a:path w="147954" h="81915">
                  <a:moveTo>
                    <a:pt x="54356" y="55206"/>
                  </a:moveTo>
                  <a:lnTo>
                    <a:pt x="54317" y="54406"/>
                  </a:lnTo>
                  <a:lnTo>
                    <a:pt x="53238" y="54140"/>
                  </a:lnTo>
                  <a:lnTo>
                    <a:pt x="50609" y="54305"/>
                  </a:lnTo>
                  <a:lnTo>
                    <a:pt x="49987" y="54546"/>
                  </a:lnTo>
                  <a:lnTo>
                    <a:pt x="50126" y="53822"/>
                  </a:lnTo>
                  <a:lnTo>
                    <a:pt x="50050" y="52298"/>
                  </a:lnTo>
                  <a:lnTo>
                    <a:pt x="49974" y="50761"/>
                  </a:lnTo>
                  <a:lnTo>
                    <a:pt x="49644" y="49542"/>
                  </a:lnTo>
                  <a:lnTo>
                    <a:pt x="48958" y="49580"/>
                  </a:lnTo>
                  <a:lnTo>
                    <a:pt x="48729" y="50838"/>
                  </a:lnTo>
                  <a:lnTo>
                    <a:pt x="48882" y="53911"/>
                  </a:lnTo>
                  <a:lnTo>
                    <a:pt x="49060" y="54597"/>
                  </a:lnTo>
                  <a:lnTo>
                    <a:pt x="48475" y="54444"/>
                  </a:lnTo>
                  <a:lnTo>
                    <a:pt x="47167" y="54533"/>
                  </a:lnTo>
                  <a:lnTo>
                    <a:pt x="45859" y="54610"/>
                  </a:lnTo>
                  <a:lnTo>
                    <a:pt x="44805" y="55003"/>
                  </a:lnTo>
                  <a:lnTo>
                    <a:pt x="44843" y="55803"/>
                  </a:lnTo>
                  <a:lnTo>
                    <a:pt x="45923" y="56070"/>
                  </a:lnTo>
                  <a:lnTo>
                    <a:pt x="48552" y="55905"/>
                  </a:lnTo>
                  <a:lnTo>
                    <a:pt x="49136" y="55689"/>
                  </a:lnTo>
                  <a:lnTo>
                    <a:pt x="49022" y="56388"/>
                  </a:lnTo>
                  <a:lnTo>
                    <a:pt x="49085" y="57912"/>
                  </a:lnTo>
                  <a:lnTo>
                    <a:pt x="49161" y="59448"/>
                  </a:lnTo>
                  <a:lnTo>
                    <a:pt x="49491" y="60667"/>
                  </a:lnTo>
                  <a:lnTo>
                    <a:pt x="50190" y="60629"/>
                  </a:lnTo>
                  <a:lnTo>
                    <a:pt x="50406" y="59372"/>
                  </a:lnTo>
                  <a:lnTo>
                    <a:pt x="50266" y="56299"/>
                  </a:lnTo>
                  <a:lnTo>
                    <a:pt x="50063" y="55626"/>
                  </a:lnTo>
                  <a:lnTo>
                    <a:pt x="50685" y="55765"/>
                  </a:lnTo>
                  <a:lnTo>
                    <a:pt x="51993" y="55676"/>
                  </a:lnTo>
                  <a:lnTo>
                    <a:pt x="53301" y="55600"/>
                  </a:lnTo>
                  <a:lnTo>
                    <a:pt x="54356" y="55206"/>
                  </a:lnTo>
                  <a:close/>
                </a:path>
                <a:path w="147954" h="81915">
                  <a:moveTo>
                    <a:pt x="67703" y="70777"/>
                  </a:moveTo>
                  <a:lnTo>
                    <a:pt x="67665" y="69977"/>
                  </a:lnTo>
                  <a:lnTo>
                    <a:pt x="66586" y="69710"/>
                  </a:lnTo>
                  <a:lnTo>
                    <a:pt x="63957" y="69875"/>
                  </a:lnTo>
                  <a:lnTo>
                    <a:pt x="63334" y="70116"/>
                  </a:lnTo>
                  <a:lnTo>
                    <a:pt x="63474" y="69392"/>
                  </a:lnTo>
                  <a:lnTo>
                    <a:pt x="63398" y="67868"/>
                  </a:lnTo>
                  <a:lnTo>
                    <a:pt x="63322" y="66332"/>
                  </a:lnTo>
                  <a:lnTo>
                    <a:pt x="62992" y="65112"/>
                  </a:lnTo>
                  <a:lnTo>
                    <a:pt x="62293" y="65151"/>
                  </a:lnTo>
                  <a:lnTo>
                    <a:pt x="62077" y="66408"/>
                  </a:lnTo>
                  <a:lnTo>
                    <a:pt x="62217" y="69481"/>
                  </a:lnTo>
                  <a:lnTo>
                    <a:pt x="62395" y="70154"/>
                  </a:lnTo>
                  <a:lnTo>
                    <a:pt x="61823" y="70015"/>
                  </a:lnTo>
                  <a:lnTo>
                    <a:pt x="60515" y="70091"/>
                  </a:lnTo>
                  <a:lnTo>
                    <a:pt x="59207" y="70180"/>
                  </a:lnTo>
                  <a:lnTo>
                    <a:pt x="58153" y="70561"/>
                  </a:lnTo>
                  <a:lnTo>
                    <a:pt x="58191" y="71374"/>
                  </a:lnTo>
                  <a:lnTo>
                    <a:pt x="59270" y="71640"/>
                  </a:lnTo>
                  <a:lnTo>
                    <a:pt x="61899" y="71462"/>
                  </a:lnTo>
                  <a:lnTo>
                    <a:pt x="62484" y="71259"/>
                  </a:lnTo>
                  <a:lnTo>
                    <a:pt x="62357" y="71958"/>
                  </a:lnTo>
                  <a:lnTo>
                    <a:pt x="62433" y="73482"/>
                  </a:lnTo>
                  <a:lnTo>
                    <a:pt x="62509" y="75018"/>
                  </a:lnTo>
                  <a:lnTo>
                    <a:pt x="62839" y="76238"/>
                  </a:lnTo>
                  <a:lnTo>
                    <a:pt x="63525" y="76200"/>
                  </a:lnTo>
                  <a:lnTo>
                    <a:pt x="63754" y="74942"/>
                  </a:lnTo>
                  <a:lnTo>
                    <a:pt x="63601" y="71869"/>
                  </a:lnTo>
                  <a:lnTo>
                    <a:pt x="63411" y="71196"/>
                  </a:lnTo>
                  <a:lnTo>
                    <a:pt x="64033" y="71335"/>
                  </a:lnTo>
                  <a:lnTo>
                    <a:pt x="65341" y="71247"/>
                  </a:lnTo>
                  <a:lnTo>
                    <a:pt x="66649" y="71170"/>
                  </a:lnTo>
                  <a:lnTo>
                    <a:pt x="67703" y="70777"/>
                  </a:lnTo>
                  <a:close/>
                </a:path>
                <a:path w="147954" h="81915">
                  <a:moveTo>
                    <a:pt x="67957" y="39712"/>
                  </a:moveTo>
                  <a:lnTo>
                    <a:pt x="67919" y="38912"/>
                  </a:lnTo>
                  <a:lnTo>
                    <a:pt x="66840" y="38646"/>
                  </a:lnTo>
                  <a:lnTo>
                    <a:pt x="64211" y="38823"/>
                  </a:lnTo>
                  <a:lnTo>
                    <a:pt x="63588" y="39052"/>
                  </a:lnTo>
                  <a:lnTo>
                    <a:pt x="63728" y="38328"/>
                  </a:lnTo>
                  <a:lnTo>
                    <a:pt x="63652" y="36804"/>
                  </a:lnTo>
                  <a:lnTo>
                    <a:pt x="63576" y="35267"/>
                  </a:lnTo>
                  <a:lnTo>
                    <a:pt x="63246" y="34048"/>
                  </a:lnTo>
                  <a:lnTo>
                    <a:pt x="62547" y="34086"/>
                  </a:lnTo>
                  <a:lnTo>
                    <a:pt x="62331" y="35344"/>
                  </a:lnTo>
                  <a:lnTo>
                    <a:pt x="62484" y="38417"/>
                  </a:lnTo>
                  <a:lnTo>
                    <a:pt x="62661" y="39103"/>
                  </a:lnTo>
                  <a:lnTo>
                    <a:pt x="62077" y="38950"/>
                  </a:lnTo>
                  <a:lnTo>
                    <a:pt x="60769" y="39039"/>
                  </a:lnTo>
                  <a:lnTo>
                    <a:pt x="59461" y="39116"/>
                  </a:lnTo>
                  <a:lnTo>
                    <a:pt x="58407" y="39509"/>
                  </a:lnTo>
                  <a:lnTo>
                    <a:pt x="58445" y="40309"/>
                  </a:lnTo>
                  <a:lnTo>
                    <a:pt x="59524" y="40576"/>
                  </a:lnTo>
                  <a:lnTo>
                    <a:pt x="62153" y="40411"/>
                  </a:lnTo>
                  <a:lnTo>
                    <a:pt x="62738" y="40195"/>
                  </a:lnTo>
                  <a:lnTo>
                    <a:pt x="62611" y="40894"/>
                  </a:lnTo>
                  <a:lnTo>
                    <a:pt x="62687" y="42418"/>
                  </a:lnTo>
                  <a:lnTo>
                    <a:pt x="62763" y="43954"/>
                  </a:lnTo>
                  <a:lnTo>
                    <a:pt x="63093" y="45173"/>
                  </a:lnTo>
                  <a:lnTo>
                    <a:pt x="63792" y="45135"/>
                  </a:lnTo>
                  <a:lnTo>
                    <a:pt x="64008" y="43878"/>
                  </a:lnTo>
                  <a:lnTo>
                    <a:pt x="63868" y="40817"/>
                  </a:lnTo>
                  <a:lnTo>
                    <a:pt x="63665" y="40132"/>
                  </a:lnTo>
                  <a:lnTo>
                    <a:pt x="64287" y="40271"/>
                  </a:lnTo>
                  <a:lnTo>
                    <a:pt x="65595" y="40195"/>
                  </a:lnTo>
                  <a:lnTo>
                    <a:pt x="66903" y="40106"/>
                  </a:lnTo>
                  <a:lnTo>
                    <a:pt x="67957" y="39712"/>
                  </a:lnTo>
                  <a:close/>
                </a:path>
                <a:path w="147954" h="81915">
                  <a:moveTo>
                    <a:pt x="81419" y="55435"/>
                  </a:moveTo>
                  <a:lnTo>
                    <a:pt x="81407" y="55029"/>
                  </a:lnTo>
                  <a:lnTo>
                    <a:pt x="81394" y="54622"/>
                  </a:lnTo>
                  <a:lnTo>
                    <a:pt x="80314" y="54368"/>
                  </a:lnTo>
                  <a:lnTo>
                    <a:pt x="77685" y="54533"/>
                  </a:lnTo>
                  <a:lnTo>
                    <a:pt x="77063" y="54762"/>
                  </a:lnTo>
                  <a:lnTo>
                    <a:pt x="77203" y="54051"/>
                  </a:lnTo>
                  <a:lnTo>
                    <a:pt x="77127" y="52514"/>
                  </a:lnTo>
                  <a:lnTo>
                    <a:pt x="77050" y="50990"/>
                  </a:lnTo>
                  <a:lnTo>
                    <a:pt x="76720" y="49758"/>
                  </a:lnTo>
                  <a:lnTo>
                    <a:pt x="76022" y="49809"/>
                  </a:lnTo>
                  <a:lnTo>
                    <a:pt x="75806" y="51066"/>
                  </a:lnTo>
                  <a:lnTo>
                    <a:pt x="75946" y="54127"/>
                  </a:lnTo>
                  <a:lnTo>
                    <a:pt x="76123" y="54813"/>
                  </a:lnTo>
                  <a:lnTo>
                    <a:pt x="75552" y="54660"/>
                  </a:lnTo>
                  <a:lnTo>
                    <a:pt x="74244" y="54749"/>
                  </a:lnTo>
                  <a:lnTo>
                    <a:pt x="72936" y="54838"/>
                  </a:lnTo>
                  <a:lnTo>
                    <a:pt x="71882" y="55219"/>
                  </a:lnTo>
                  <a:lnTo>
                    <a:pt x="71920" y="56019"/>
                  </a:lnTo>
                  <a:lnTo>
                    <a:pt x="72999" y="56286"/>
                  </a:lnTo>
                  <a:lnTo>
                    <a:pt x="75628" y="56121"/>
                  </a:lnTo>
                  <a:lnTo>
                    <a:pt x="76200" y="55905"/>
                  </a:lnTo>
                  <a:lnTo>
                    <a:pt x="76085" y="56603"/>
                  </a:lnTo>
                  <a:lnTo>
                    <a:pt x="76161" y="58140"/>
                  </a:lnTo>
                  <a:lnTo>
                    <a:pt x="76238" y="59664"/>
                  </a:lnTo>
                  <a:lnTo>
                    <a:pt x="76568" y="60896"/>
                  </a:lnTo>
                  <a:lnTo>
                    <a:pt x="77254" y="60845"/>
                  </a:lnTo>
                  <a:lnTo>
                    <a:pt x="77482" y="59588"/>
                  </a:lnTo>
                  <a:lnTo>
                    <a:pt x="77330" y="56527"/>
                  </a:lnTo>
                  <a:lnTo>
                    <a:pt x="77139" y="55854"/>
                  </a:lnTo>
                  <a:lnTo>
                    <a:pt x="77762" y="55994"/>
                  </a:lnTo>
                  <a:lnTo>
                    <a:pt x="79070" y="55905"/>
                  </a:lnTo>
                  <a:lnTo>
                    <a:pt x="80378" y="55816"/>
                  </a:lnTo>
                  <a:lnTo>
                    <a:pt x="81419" y="55435"/>
                  </a:lnTo>
                  <a:close/>
                </a:path>
                <a:path w="147954" h="81915">
                  <a:moveTo>
                    <a:pt x="127177" y="55372"/>
                  </a:moveTo>
                  <a:lnTo>
                    <a:pt x="123431" y="51015"/>
                  </a:lnTo>
                  <a:lnTo>
                    <a:pt x="123431" y="55372"/>
                  </a:lnTo>
                  <a:lnTo>
                    <a:pt x="119291" y="60198"/>
                  </a:lnTo>
                  <a:lnTo>
                    <a:pt x="119405" y="59588"/>
                  </a:lnTo>
                  <a:lnTo>
                    <a:pt x="119265" y="56527"/>
                  </a:lnTo>
                  <a:lnTo>
                    <a:pt x="119075" y="55854"/>
                  </a:lnTo>
                  <a:lnTo>
                    <a:pt x="119684" y="55994"/>
                  </a:lnTo>
                  <a:lnTo>
                    <a:pt x="120992" y="55905"/>
                  </a:lnTo>
                  <a:lnTo>
                    <a:pt x="122301" y="55816"/>
                  </a:lnTo>
                  <a:lnTo>
                    <a:pt x="123355" y="55435"/>
                  </a:lnTo>
                  <a:lnTo>
                    <a:pt x="123342" y="55283"/>
                  </a:lnTo>
                  <a:lnTo>
                    <a:pt x="123431" y="51015"/>
                  </a:lnTo>
                  <a:lnTo>
                    <a:pt x="122643" y="50088"/>
                  </a:lnTo>
                  <a:lnTo>
                    <a:pt x="122643" y="54470"/>
                  </a:lnTo>
                  <a:lnTo>
                    <a:pt x="122237" y="54368"/>
                  </a:lnTo>
                  <a:lnTo>
                    <a:pt x="119608" y="54533"/>
                  </a:lnTo>
                  <a:lnTo>
                    <a:pt x="118986" y="54762"/>
                  </a:lnTo>
                  <a:lnTo>
                    <a:pt x="119126" y="54051"/>
                  </a:lnTo>
                  <a:lnTo>
                    <a:pt x="119049" y="52514"/>
                  </a:lnTo>
                  <a:lnTo>
                    <a:pt x="118973" y="50990"/>
                  </a:lnTo>
                  <a:lnTo>
                    <a:pt x="118706" y="50038"/>
                  </a:lnTo>
                  <a:lnTo>
                    <a:pt x="118706" y="60883"/>
                  </a:lnTo>
                  <a:lnTo>
                    <a:pt x="104927" y="76962"/>
                  </a:lnTo>
                  <a:lnTo>
                    <a:pt x="100126" y="71386"/>
                  </a:lnTo>
                  <a:lnTo>
                    <a:pt x="101206" y="71640"/>
                  </a:lnTo>
                  <a:lnTo>
                    <a:pt x="103835" y="71462"/>
                  </a:lnTo>
                  <a:lnTo>
                    <a:pt x="104406" y="71259"/>
                  </a:lnTo>
                  <a:lnTo>
                    <a:pt x="104292" y="71958"/>
                  </a:lnTo>
                  <a:lnTo>
                    <a:pt x="104368" y="73482"/>
                  </a:lnTo>
                  <a:lnTo>
                    <a:pt x="104432" y="75018"/>
                  </a:lnTo>
                  <a:lnTo>
                    <a:pt x="104775" y="76238"/>
                  </a:lnTo>
                  <a:lnTo>
                    <a:pt x="105460" y="76200"/>
                  </a:lnTo>
                  <a:lnTo>
                    <a:pt x="105676" y="74942"/>
                  </a:lnTo>
                  <a:lnTo>
                    <a:pt x="105537" y="71869"/>
                  </a:lnTo>
                  <a:lnTo>
                    <a:pt x="105333" y="71196"/>
                  </a:lnTo>
                  <a:lnTo>
                    <a:pt x="105956" y="71335"/>
                  </a:lnTo>
                  <a:lnTo>
                    <a:pt x="107264" y="71247"/>
                  </a:lnTo>
                  <a:lnTo>
                    <a:pt x="108572" y="71170"/>
                  </a:lnTo>
                  <a:lnTo>
                    <a:pt x="109626" y="70777"/>
                  </a:lnTo>
                  <a:lnTo>
                    <a:pt x="109613" y="70370"/>
                  </a:lnTo>
                  <a:lnTo>
                    <a:pt x="109588" y="69977"/>
                  </a:lnTo>
                  <a:lnTo>
                    <a:pt x="108521" y="69710"/>
                  </a:lnTo>
                  <a:lnTo>
                    <a:pt x="105892" y="69875"/>
                  </a:lnTo>
                  <a:lnTo>
                    <a:pt x="105270" y="70116"/>
                  </a:lnTo>
                  <a:lnTo>
                    <a:pt x="105397" y="69392"/>
                  </a:lnTo>
                  <a:lnTo>
                    <a:pt x="105321" y="67868"/>
                  </a:lnTo>
                  <a:lnTo>
                    <a:pt x="105244" y="66332"/>
                  </a:lnTo>
                  <a:lnTo>
                    <a:pt x="104914" y="65112"/>
                  </a:lnTo>
                  <a:lnTo>
                    <a:pt x="104228" y="65151"/>
                  </a:lnTo>
                  <a:lnTo>
                    <a:pt x="104000" y="66408"/>
                  </a:lnTo>
                  <a:lnTo>
                    <a:pt x="104152" y="69481"/>
                  </a:lnTo>
                  <a:lnTo>
                    <a:pt x="104330" y="70154"/>
                  </a:lnTo>
                  <a:lnTo>
                    <a:pt x="103759" y="70015"/>
                  </a:lnTo>
                  <a:lnTo>
                    <a:pt x="102450" y="70091"/>
                  </a:lnTo>
                  <a:lnTo>
                    <a:pt x="101142" y="70180"/>
                  </a:lnTo>
                  <a:lnTo>
                    <a:pt x="100076" y="70561"/>
                  </a:lnTo>
                  <a:lnTo>
                    <a:pt x="100114" y="71374"/>
                  </a:lnTo>
                  <a:lnTo>
                    <a:pt x="86791" y="55816"/>
                  </a:lnTo>
                  <a:lnTo>
                    <a:pt x="87858" y="56070"/>
                  </a:lnTo>
                  <a:lnTo>
                    <a:pt x="90487" y="55905"/>
                  </a:lnTo>
                  <a:lnTo>
                    <a:pt x="91071" y="55689"/>
                  </a:lnTo>
                  <a:lnTo>
                    <a:pt x="90944" y="56388"/>
                  </a:lnTo>
                  <a:lnTo>
                    <a:pt x="91020" y="57912"/>
                  </a:lnTo>
                  <a:lnTo>
                    <a:pt x="91084" y="59448"/>
                  </a:lnTo>
                  <a:lnTo>
                    <a:pt x="91427" y="60667"/>
                  </a:lnTo>
                  <a:lnTo>
                    <a:pt x="92113" y="60629"/>
                  </a:lnTo>
                  <a:lnTo>
                    <a:pt x="92329" y="59372"/>
                  </a:lnTo>
                  <a:lnTo>
                    <a:pt x="92189" y="56299"/>
                  </a:lnTo>
                  <a:lnTo>
                    <a:pt x="91998" y="55626"/>
                  </a:lnTo>
                  <a:lnTo>
                    <a:pt x="92608" y="55765"/>
                  </a:lnTo>
                  <a:lnTo>
                    <a:pt x="93916" y="55676"/>
                  </a:lnTo>
                  <a:lnTo>
                    <a:pt x="95237" y="55600"/>
                  </a:lnTo>
                  <a:lnTo>
                    <a:pt x="96291" y="55206"/>
                  </a:lnTo>
                  <a:lnTo>
                    <a:pt x="96240" y="54406"/>
                  </a:lnTo>
                  <a:lnTo>
                    <a:pt x="95173" y="54140"/>
                  </a:lnTo>
                  <a:lnTo>
                    <a:pt x="92544" y="54305"/>
                  </a:lnTo>
                  <a:lnTo>
                    <a:pt x="91922" y="54546"/>
                  </a:lnTo>
                  <a:lnTo>
                    <a:pt x="92049" y="53822"/>
                  </a:lnTo>
                  <a:lnTo>
                    <a:pt x="91973" y="52298"/>
                  </a:lnTo>
                  <a:lnTo>
                    <a:pt x="91909" y="50761"/>
                  </a:lnTo>
                  <a:lnTo>
                    <a:pt x="91567" y="49542"/>
                  </a:lnTo>
                  <a:lnTo>
                    <a:pt x="91414" y="49555"/>
                  </a:lnTo>
                  <a:lnTo>
                    <a:pt x="104419" y="34378"/>
                  </a:lnTo>
                  <a:lnTo>
                    <a:pt x="104254" y="35344"/>
                  </a:lnTo>
                  <a:lnTo>
                    <a:pt x="104406" y="38417"/>
                  </a:lnTo>
                  <a:lnTo>
                    <a:pt x="104584" y="39103"/>
                  </a:lnTo>
                  <a:lnTo>
                    <a:pt x="104013" y="38950"/>
                  </a:lnTo>
                  <a:lnTo>
                    <a:pt x="102704" y="39039"/>
                  </a:lnTo>
                  <a:lnTo>
                    <a:pt x="101396" y="39116"/>
                  </a:lnTo>
                  <a:lnTo>
                    <a:pt x="100330" y="39509"/>
                  </a:lnTo>
                  <a:lnTo>
                    <a:pt x="100380" y="40309"/>
                  </a:lnTo>
                  <a:lnTo>
                    <a:pt x="101460" y="40576"/>
                  </a:lnTo>
                  <a:lnTo>
                    <a:pt x="104089" y="40411"/>
                  </a:lnTo>
                  <a:lnTo>
                    <a:pt x="104660" y="40195"/>
                  </a:lnTo>
                  <a:lnTo>
                    <a:pt x="104546" y="40894"/>
                  </a:lnTo>
                  <a:lnTo>
                    <a:pt x="104622" y="42418"/>
                  </a:lnTo>
                  <a:lnTo>
                    <a:pt x="104686" y="43954"/>
                  </a:lnTo>
                  <a:lnTo>
                    <a:pt x="105029" y="45173"/>
                  </a:lnTo>
                  <a:lnTo>
                    <a:pt x="105714" y="45135"/>
                  </a:lnTo>
                  <a:lnTo>
                    <a:pt x="105930" y="43878"/>
                  </a:lnTo>
                  <a:lnTo>
                    <a:pt x="105791" y="40817"/>
                  </a:lnTo>
                  <a:lnTo>
                    <a:pt x="105600" y="40132"/>
                  </a:lnTo>
                  <a:lnTo>
                    <a:pt x="106210" y="40271"/>
                  </a:lnTo>
                  <a:lnTo>
                    <a:pt x="107518" y="40195"/>
                  </a:lnTo>
                  <a:lnTo>
                    <a:pt x="108839" y="40106"/>
                  </a:lnTo>
                  <a:lnTo>
                    <a:pt x="109893" y="39712"/>
                  </a:lnTo>
                  <a:lnTo>
                    <a:pt x="118618" y="49771"/>
                  </a:lnTo>
                  <a:lnTo>
                    <a:pt x="117944" y="49809"/>
                  </a:lnTo>
                  <a:lnTo>
                    <a:pt x="117729" y="51066"/>
                  </a:lnTo>
                  <a:lnTo>
                    <a:pt x="117881" y="54127"/>
                  </a:lnTo>
                  <a:lnTo>
                    <a:pt x="118059" y="54813"/>
                  </a:lnTo>
                  <a:lnTo>
                    <a:pt x="117487" y="54660"/>
                  </a:lnTo>
                  <a:lnTo>
                    <a:pt x="116166" y="54749"/>
                  </a:lnTo>
                  <a:lnTo>
                    <a:pt x="114858" y="54838"/>
                  </a:lnTo>
                  <a:lnTo>
                    <a:pt x="113804" y="55219"/>
                  </a:lnTo>
                  <a:lnTo>
                    <a:pt x="113842" y="56019"/>
                  </a:lnTo>
                  <a:lnTo>
                    <a:pt x="114922" y="56286"/>
                  </a:lnTo>
                  <a:lnTo>
                    <a:pt x="117551" y="56121"/>
                  </a:lnTo>
                  <a:lnTo>
                    <a:pt x="118135" y="55905"/>
                  </a:lnTo>
                  <a:lnTo>
                    <a:pt x="118008" y="56603"/>
                  </a:lnTo>
                  <a:lnTo>
                    <a:pt x="118084" y="58140"/>
                  </a:lnTo>
                  <a:lnTo>
                    <a:pt x="118160" y="59664"/>
                  </a:lnTo>
                  <a:lnTo>
                    <a:pt x="118491" y="60896"/>
                  </a:lnTo>
                  <a:lnTo>
                    <a:pt x="118706" y="60883"/>
                  </a:lnTo>
                  <a:lnTo>
                    <a:pt x="118706" y="50038"/>
                  </a:lnTo>
                  <a:lnTo>
                    <a:pt x="118643" y="49809"/>
                  </a:lnTo>
                  <a:lnTo>
                    <a:pt x="122643" y="54470"/>
                  </a:lnTo>
                  <a:lnTo>
                    <a:pt x="122643" y="50088"/>
                  </a:lnTo>
                  <a:lnTo>
                    <a:pt x="109143" y="34353"/>
                  </a:lnTo>
                  <a:lnTo>
                    <a:pt x="109143" y="38747"/>
                  </a:lnTo>
                  <a:lnTo>
                    <a:pt x="108775" y="38646"/>
                  </a:lnTo>
                  <a:lnTo>
                    <a:pt x="106146" y="38823"/>
                  </a:lnTo>
                  <a:lnTo>
                    <a:pt x="105524" y="39052"/>
                  </a:lnTo>
                  <a:lnTo>
                    <a:pt x="105651" y="38328"/>
                  </a:lnTo>
                  <a:lnTo>
                    <a:pt x="105575" y="36804"/>
                  </a:lnTo>
                  <a:lnTo>
                    <a:pt x="105511" y="35267"/>
                  </a:lnTo>
                  <a:lnTo>
                    <a:pt x="105168" y="34099"/>
                  </a:lnTo>
                  <a:lnTo>
                    <a:pt x="109143" y="38747"/>
                  </a:lnTo>
                  <a:lnTo>
                    <a:pt x="109143" y="34353"/>
                  </a:lnTo>
                  <a:lnTo>
                    <a:pt x="108673" y="33794"/>
                  </a:lnTo>
                  <a:lnTo>
                    <a:pt x="105143" y="29679"/>
                  </a:lnTo>
                  <a:lnTo>
                    <a:pt x="105143" y="34061"/>
                  </a:lnTo>
                  <a:lnTo>
                    <a:pt x="104686" y="34086"/>
                  </a:lnTo>
                  <a:lnTo>
                    <a:pt x="104927" y="33794"/>
                  </a:lnTo>
                  <a:lnTo>
                    <a:pt x="105143" y="34061"/>
                  </a:lnTo>
                  <a:lnTo>
                    <a:pt x="105143" y="29679"/>
                  </a:lnTo>
                  <a:lnTo>
                    <a:pt x="104927" y="29425"/>
                  </a:lnTo>
                  <a:lnTo>
                    <a:pt x="90982" y="45694"/>
                  </a:lnTo>
                  <a:lnTo>
                    <a:pt x="90982" y="54597"/>
                  </a:lnTo>
                  <a:lnTo>
                    <a:pt x="90411" y="54444"/>
                  </a:lnTo>
                  <a:lnTo>
                    <a:pt x="89103" y="54533"/>
                  </a:lnTo>
                  <a:lnTo>
                    <a:pt x="87795" y="54610"/>
                  </a:lnTo>
                  <a:lnTo>
                    <a:pt x="86741" y="55003"/>
                  </a:lnTo>
                  <a:lnTo>
                    <a:pt x="86766" y="55791"/>
                  </a:lnTo>
                  <a:lnTo>
                    <a:pt x="86423" y="55372"/>
                  </a:lnTo>
                  <a:lnTo>
                    <a:pt x="86741" y="55003"/>
                  </a:lnTo>
                  <a:lnTo>
                    <a:pt x="90741" y="50330"/>
                  </a:lnTo>
                  <a:lnTo>
                    <a:pt x="90665" y="50838"/>
                  </a:lnTo>
                  <a:lnTo>
                    <a:pt x="90805" y="53911"/>
                  </a:lnTo>
                  <a:lnTo>
                    <a:pt x="90982" y="54597"/>
                  </a:lnTo>
                  <a:lnTo>
                    <a:pt x="90982" y="45694"/>
                  </a:lnTo>
                  <a:lnTo>
                    <a:pt x="82677" y="55372"/>
                  </a:lnTo>
                  <a:lnTo>
                    <a:pt x="104927" y="81318"/>
                  </a:lnTo>
                  <a:lnTo>
                    <a:pt x="108673" y="76962"/>
                  </a:lnTo>
                  <a:lnTo>
                    <a:pt x="127177" y="55372"/>
                  </a:lnTo>
                  <a:close/>
                </a:path>
                <a:path w="147954" h="81915">
                  <a:moveTo>
                    <a:pt x="147878" y="23774"/>
                  </a:moveTo>
                  <a:lnTo>
                    <a:pt x="144132" y="19405"/>
                  </a:lnTo>
                  <a:lnTo>
                    <a:pt x="144132" y="23774"/>
                  </a:lnTo>
                  <a:lnTo>
                    <a:pt x="125628" y="45351"/>
                  </a:lnTo>
                  <a:lnTo>
                    <a:pt x="107492" y="24206"/>
                  </a:lnTo>
                  <a:lnTo>
                    <a:pt x="108559" y="24460"/>
                  </a:lnTo>
                  <a:lnTo>
                    <a:pt x="111188" y="24295"/>
                  </a:lnTo>
                  <a:lnTo>
                    <a:pt x="111772" y="24079"/>
                  </a:lnTo>
                  <a:lnTo>
                    <a:pt x="111645" y="24777"/>
                  </a:lnTo>
                  <a:lnTo>
                    <a:pt x="111721" y="26314"/>
                  </a:lnTo>
                  <a:lnTo>
                    <a:pt x="111798" y="27838"/>
                  </a:lnTo>
                  <a:lnTo>
                    <a:pt x="112128" y="29057"/>
                  </a:lnTo>
                  <a:lnTo>
                    <a:pt x="112814" y="29019"/>
                  </a:lnTo>
                  <a:lnTo>
                    <a:pt x="113042" y="27762"/>
                  </a:lnTo>
                  <a:lnTo>
                    <a:pt x="112890" y="24701"/>
                  </a:lnTo>
                  <a:lnTo>
                    <a:pt x="112560" y="23469"/>
                  </a:lnTo>
                  <a:lnTo>
                    <a:pt x="112217" y="23495"/>
                  </a:lnTo>
                  <a:lnTo>
                    <a:pt x="112534" y="23469"/>
                  </a:lnTo>
                  <a:lnTo>
                    <a:pt x="112750" y="22212"/>
                  </a:lnTo>
                  <a:lnTo>
                    <a:pt x="112687" y="20688"/>
                  </a:lnTo>
                  <a:lnTo>
                    <a:pt x="112610" y="19164"/>
                  </a:lnTo>
                  <a:lnTo>
                    <a:pt x="112280" y="17932"/>
                  </a:lnTo>
                  <a:lnTo>
                    <a:pt x="112128" y="17945"/>
                  </a:lnTo>
                  <a:lnTo>
                    <a:pt x="125628" y="2184"/>
                  </a:lnTo>
                  <a:lnTo>
                    <a:pt x="144132" y="23774"/>
                  </a:lnTo>
                  <a:lnTo>
                    <a:pt x="144132" y="19405"/>
                  </a:lnTo>
                  <a:lnTo>
                    <a:pt x="129374" y="2184"/>
                  </a:lnTo>
                  <a:lnTo>
                    <a:pt x="127495" y="0"/>
                  </a:lnTo>
                  <a:lnTo>
                    <a:pt x="123774" y="0"/>
                  </a:lnTo>
                  <a:lnTo>
                    <a:pt x="111683" y="14097"/>
                  </a:lnTo>
                  <a:lnTo>
                    <a:pt x="111683" y="22987"/>
                  </a:lnTo>
                  <a:lnTo>
                    <a:pt x="111112" y="22834"/>
                  </a:lnTo>
                  <a:lnTo>
                    <a:pt x="109804" y="22923"/>
                  </a:lnTo>
                  <a:lnTo>
                    <a:pt x="108496" y="22999"/>
                  </a:lnTo>
                  <a:lnTo>
                    <a:pt x="107467" y="23393"/>
                  </a:lnTo>
                  <a:lnTo>
                    <a:pt x="107467" y="24180"/>
                  </a:lnTo>
                  <a:lnTo>
                    <a:pt x="107137" y="23774"/>
                  </a:lnTo>
                  <a:lnTo>
                    <a:pt x="107442" y="23418"/>
                  </a:lnTo>
                  <a:lnTo>
                    <a:pt x="107467" y="24180"/>
                  </a:lnTo>
                  <a:lnTo>
                    <a:pt x="107467" y="23393"/>
                  </a:lnTo>
                  <a:lnTo>
                    <a:pt x="111442" y="18745"/>
                  </a:lnTo>
                  <a:lnTo>
                    <a:pt x="111366" y="19227"/>
                  </a:lnTo>
                  <a:lnTo>
                    <a:pt x="111506" y="22301"/>
                  </a:lnTo>
                  <a:lnTo>
                    <a:pt x="111683" y="22987"/>
                  </a:lnTo>
                  <a:lnTo>
                    <a:pt x="111683" y="14097"/>
                  </a:lnTo>
                  <a:lnTo>
                    <a:pt x="104940" y="21958"/>
                  </a:lnTo>
                  <a:lnTo>
                    <a:pt x="102743" y="19405"/>
                  </a:lnTo>
                  <a:lnTo>
                    <a:pt x="102743" y="23774"/>
                  </a:lnTo>
                  <a:lnTo>
                    <a:pt x="98602" y="28600"/>
                  </a:lnTo>
                  <a:lnTo>
                    <a:pt x="98717" y="27990"/>
                  </a:lnTo>
                  <a:lnTo>
                    <a:pt x="98577" y="24917"/>
                  </a:lnTo>
                  <a:lnTo>
                    <a:pt x="98386" y="24244"/>
                  </a:lnTo>
                  <a:lnTo>
                    <a:pt x="98996" y="24384"/>
                  </a:lnTo>
                  <a:lnTo>
                    <a:pt x="100304" y="24295"/>
                  </a:lnTo>
                  <a:lnTo>
                    <a:pt x="101612" y="24206"/>
                  </a:lnTo>
                  <a:lnTo>
                    <a:pt x="102679" y="23825"/>
                  </a:lnTo>
                  <a:lnTo>
                    <a:pt x="102666" y="23698"/>
                  </a:lnTo>
                  <a:lnTo>
                    <a:pt x="102743" y="19405"/>
                  </a:lnTo>
                  <a:lnTo>
                    <a:pt x="101942" y="18465"/>
                  </a:lnTo>
                  <a:lnTo>
                    <a:pt x="101942" y="22860"/>
                  </a:lnTo>
                  <a:lnTo>
                    <a:pt x="101549" y="22758"/>
                  </a:lnTo>
                  <a:lnTo>
                    <a:pt x="98933" y="22923"/>
                  </a:lnTo>
                  <a:lnTo>
                    <a:pt x="98298" y="23164"/>
                  </a:lnTo>
                  <a:lnTo>
                    <a:pt x="98437" y="22440"/>
                  </a:lnTo>
                  <a:lnTo>
                    <a:pt x="98361" y="20904"/>
                  </a:lnTo>
                  <a:lnTo>
                    <a:pt x="98298" y="19380"/>
                  </a:lnTo>
                  <a:lnTo>
                    <a:pt x="98018" y="18402"/>
                  </a:lnTo>
                  <a:lnTo>
                    <a:pt x="98018" y="29286"/>
                  </a:lnTo>
                  <a:lnTo>
                    <a:pt x="84251" y="45351"/>
                  </a:lnTo>
                  <a:lnTo>
                    <a:pt x="79451" y="39776"/>
                  </a:lnTo>
                  <a:lnTo>
                    <a:pt x="80518" y="40030"/>
                  </a:lnTo>
                  <a:lnTo>
                    <a:pt x="83146" y="39852"/>
                  </a:lnTo>
                  <a:lnTo>
                    <a:pt x="83731" y="39649"/>
                  </a:lnTo>
                  <a:lnTo>
                    <a:pt x="83604" y="40347"/>
                  </a:lnTo>
                  <a:lnTo>
                    <a:pt x="83680" y="41871"/>
                  </a:lnTo>
                  <a:lnTo>
                    <a:pt x="83756" y="43408"/>
                  </a:lnTo>
                  <a:lnTo>
                    <a:pt x="84086" y="44627"/>
                  </a:lnTo>
                  <a:lnTo>
                    <a:pt x="84772" y="44589"/>
                  </a:lnTo>
                  <a:lnTo>
                    <a:pt x="85001" y="43332"/>
                  </a:lnTo>
                  <a:lnTo>
                    <a:pt x="84848" y="40259"/>
                  </a:lnTo>
                  <a:lnTo>
                    <a:pt x="84658" y="39585"/>
                  </a:lnTo>
                  <a:lnTo>
                    <a:pt x="85280" y="39725"/>
                  </a:lnTo>
                  <a:lnTo>
                    <a:pt x="86588" y="39649"/>
                  </a:lnTo>
                  <a:lnTo>
                    <a:pt x="87896" y="39560"/>
                  </a:lnTo>
                  <a:lnTo>
                    <a:pt x="88950" y="39166"/>
                  </a:lnTo>
                  <a:lnTo>
                    <a:pt x="88912" y="38366"/>
                  </a:lnTo>
                  <a:lnTo>
                    <a:pt x="87833" y="38100"/>
                  </a:lnTo>
                  <a:lnTo>
                    <a:pt x="85204" y="38277"/>
                  </a:lnTo>
                  <a:lnTo>
                    <a:pt x="84582" y="38519"/>
                  </a:lnTo>
                  <a:lnTo>
                    <a:pt x="84709" y="37782"/>
                  </a:lnTo>
                  <a:lnTo>
                    <a:pt x="84645" y="36258"/>
                  </a:lnTo>
                  <a:lnTo>
                    <a:pt x="84569" y="34721"/>
                  </a:lnTo>
                  <a:lnTo>
                    <a:pt x="84226" y="33502"/>
                  </a:lnTo>
                  <a:lnTo>
                    <a:pt x="83540" y="33540"/>
                  </a:lnTo>
                  <a:lnTo>
                    <a:pt x="83324" y="34798"/>
                  </a:lnTo>
                  <a:lnTo>
                    <a:pt x="83464" y="37871"/>
                  </a:lnTo>
                  <a:lnTo>
                    <a:pt x="83654" y="38557"/>
                  </a:lnTo>
                  <a:lnTo>
                    <a:pt x="83070" y="38404"/>
                  </a:lnTo>
                  <a:lnTo>
                    <a:pt x="81762" y="38481"/>
                  </a:lnTo>
                  <a:lnTo>
                    <a:pt x="80454" y="38569"/>
                  </a:lnTo>
                  <a:lnTo>
                    <a:pt x="79400" y="38963"/>
                  </a:lnTo>
                  <a:lnTo>
                    <a:pt x="79425" y="39751"/>
                  </a:lnTo>
                  <a:lnTo>
                    <a:pt x="66103" y="24206"/>
                  </a:lnTo>
                  <a:lnTo>
                    <a:pt x="67170" y="24460"/>
                  </a:lnTo>
                  <a:lnTo>
                    <a:pt x="69799" y="24295"/>
                  </a:lnTo>
                  <a:lnTo>
                    <a:pt x="70383" y="24079"/>
                  </a:lnTo>
                  <a:lnTo>
                    <a:pt x="70256" y="24777"/>
                  </a:lnTo>
                  <a:lnTo>
                    <a:pt x="70332" y="26314"/>
                  </a:lnTo>
                  <a:lnTo>
                    <a:pt x="70408" y="27838"/>
                  </a:lnTo>
                  <a:lnTo>
                    <a:pt x="70739" y="29057"/>
                  </a:lnTo>
                  <a:lnTo>
                    <a:pt x="71437" y="29019"/>
                  </a:lnTo>
                  <a:lnTo>
                    <a:pt x="71653" y="27762"/>
                  </a:lnTo>
                  <a:lnTo>
                    <a:pt x="71501" y="24701"/>
                  </a:lnTo>
                  <a:lnTo>
                    <a:pt x="71310" y="24015"/>
                  </a:lnTo>
                  <a:lnTo>
                    <a:pt x="71932" y="24155"/>
                  </a:lnTo>
                  <a:lnTo>
                    <a:pt x="73240" y="24079"/>
                  </a:lnTo>
                  <a:lnTo>
                    <a:pt x="74549" y="23990"/>
                  </a:lnTo>
                  <a:lnTo>
                    <a:pt x="75603" y="23609"/>
                  </a:lnTo>
                  <a:lnTo>
                    <a:pt x="75565" y="22796"/>
                  </a:lnTo>
                  <a:lnTo>
                    <a:pt x="74485" y="22529"/>
                  </a:lnTo>
                  <a:lnTo>
                    <a:pt x="71856" y="22707"/>
                  </a:lnTo>
                  <a:lnTo>
                    <a:pt x="71234" y="22936"/>
                  </a:lnTo>
                  <a:lnTo>
                    <a:pt x="71361" y="22212"/>
                  </a:lnTo>
                  <a:lnTo>
                    <a:pt x="71297" y="20688"/>
                  </a:lnTo>
                  <a:lnTo>
                    <a:pt x="71221" y="19164"/>
                  </a:lnTo>
                  <a:lnTo>
                    <a:pt x="70891" y="17932"/>
                  </a:lnTo>
                  <a:lnTo>
                    <a:pt x="70739" y="17945"/>
                  </a:lnTo>
                  <a:lnTo>
                    <a:pt x="83731" y="2781"/>
                  </a:lnTo>
                  <a:lnTo>
                    <a:pt x="83578" y="3733"/>
                  </a:lnTo>
                  <a:lnTo>
                    <a:pt x="83718" y="6807"/>
                  </a:lnTo>
                  <a:lnTo>
                    <a:pt x="83896" y="7493"/>
                  </a:lnTo>
                  <a:lnTo>
                    <a:pt x="83324" y="7340"/>
                  </a:lnTo>
                  <a:lnTo>
                    <a:pt x="82016" y="7429"/>
                  </a:lnTo>
                  <a:lnTo>
                    <a:pt x="80708" y="7505"/>
                  </a:lnTo>
                  <a:lnTo>
                    <a:pt x="79654" y="7899"/>
                  </a:lnTo>
                  <a:lnTo>
                    <a:pt x="79692" y="8699"/>
                  </a:lnTo>
                  <a:lnTo>
                    <a:pt x="80772" y="8966"/>
                  </a:lnTo>
                  <a:lnTo>
                    <a:pt x="83400" y="8801"/>
                  </a:lnTo>
                  <a:lnTo>
                    <a:pt x="83972" y="8585"/>
                  </a:lnTo>
                  <a:lnTo>
                    <a:pt x="83858" y="9283"/>
                  </a:lnTo>
                  <a:lnTo>
                    <a:pt x="83934" y="10820"/>
                  </a:lnTo>
                  <a:lnTo>
                    <a:pt x="84010" y="12344"/>
                  </a:lnTo>
                  <a:lnTo>
                    <a:pt x="84340" y="13576"/>
                  </a:lnTo>
                  <a:lnTo>
                    <a:pt x="85026" y="13525"/>
                  </a:lnTo>
                  <a:lnTo>
                    <a:pt x="85255" y="12268"/>
                  </a:lnTo>
                  <a:lnTo>
                    <a:pt x="85102" y="9207"/>
                  </a:lnTo>
                  <a:lnTo>
                    <a:pt x="84912" y="8521"/>
                  </a:lnTo>
                  <a:lnTo>
                    <a:pt x="85534" y="8661"/>
                  </a:lnTo>
                  <a:lnTo>
                    <a:pt x="86842" y="8585"/>
                  </a:lnTo>
                  <a:lnTo>
                    <a:pt x="88150" y="8496"/>
                  </a:lnTo>
                  <a:lnTo>
                    <a:pt x="89204" y="8115"/>
                  </a:lnTo>
                  <a:lnTo>
                    <a:pt x="89192" y="7975"/>
                  </a:lnTo>
                  <a:lnTo>
                    <a:pt x="97917" y="18161"/>
                  </a:lnTo>
                  <a:lnTo>
                    <a:pt x="97269" y="18199"/>
                  </a:lnTo>
                  <a:lnTo>
                    <a:pt x="97053" y="19456"/>
                  </a:lnTo>
                  <a:lnTo>
                    <a:pt x="97193" y="22517"/>
                  </a:lnTo>
                  <a:lnTo>
                    <a:pt x="97370" y="23202"/>
                  </a:lnTo>
                  <a:lnTo>
                    <a:pt x="96799" y="23050"/>
                  </a:lnTo>
                  <a:lnTo>
                    <a:pt x="95491" y="23139"/>
                  </a:lnTo>
                  <a:lnTo>
                    <a:pt x="94183" y="23228"/>
                  </a:lnTo>
                  <a:lnTo>
                    <a:pt x="93129" y="23609"/>
                  </a:lnTo>
                  <a:lnTo>
                    <a:pt x="93141" y="24015"/>
                  </a:lnTo>
                  <a:lnTo>
                    <a:pt x="93167" y="24422"/>
                  </a:lnTo>
                  <a:lnTo>
                    <a:pt x="94246" y="24676"/>
                  </a:lnTo>
                  <a:lnTo>
                    <a:pt x="96875" y="24511"/>
                  </a:lnTo>
                  <a:lnTo>
                    <a:pt x="97447" y="24307"/>
                  </a:lnTo>
                  <a:lnTo>
                    <a:pt x="97332" y="25006"/>
                  </a:lnTo>
                  <a:lnTo>
                    <a:pt x="97409" y="26530"/>
                  </a:lnTo>
                  <a:lnTo>
                    <a:pt x="97472" y="28054"/>
                  </a:lnTo>
                  <a:lnTo>
                    <a:pt x="97815" y="29286"/>
                  </a:lnTo>
                  <a:lnTo>
                    <a:pt x="98018" y="29286"/>
                  </a:lnTo>
                  <a:lnTo>
                    <a:pt x="98018" y="18402"/>
                  </a:lnTo>
                  <a:lnTo>
                    <a:pt x="97967" y="18211"/>
                  </a:lnTo>
                  <a:lnTo>
                    <a:pt x="101942" y="22860"/>
                  </a:lnTo>
                  <a:lnTo>
                    <a:pt x="101942" y="18465"/>
                  </a:lnTo>
                  <a:lnTo>
                    <a:pt x="88480" y="2768"/>
                  </a:lnTo>
                  <a:lnTo>
                    <a:pt x="88480" y="7150"/>
                  </a:lnTo>
                  <a:lnTo>
                    <a:pt x="88087" y="7048"/>
                  </a:lnTo>
                  <a:lnTo>
                    <a:pt x="85458" y="7213"/>
                  </a:lnTo>
                  <a:lnTo>
                    <a:pt x="84836" y="7442"/>
                  </a:lnTo>
                  <a:lnTo>
                    <a:pt x="84963" y="6718"/>
                  </a:lnTo>
                  <a:lnTo>
                    <a:pt x="84899" y="5194"/>
                  </a:lnTo>
                  <a:lnTo>
                    <a:pt x="84823" y="3670"/>
                  </a:lnTo>
                  <a:lnTo>
                    <a:pt x="84480" y="2463"/>
                  </a:lnTo>
                  <a:lnTo>
                    <a:pt x="88480" y="7150"/>
                  </a:lnTo>
                  <a:lnTo>
                    <a:pt x="88480" y="2768"/>
                  </a:lnTo>
                  <a:lnTo>
                    <a:pt x="87985" y="2184"/>
                  </a:lnTo>
                  <a:lnTo>
                    <a:pt x="86106" y="0"/>
                  </a:lnTo>
                  <a:lnTo>
                    <a:pt x="84467" y="0"/>
                  </a:lnTo>
                  <a:lnTo>
                    <a:pt x="84467" y="2451"/>
                  </a:lnTo>
                  <a:lnTo>
                    <a:pt x="84010" y="2476"/>
                  </a:lnTo>
                  <a:lnTo>
                    <a:pt x="84251" y="2184"/>
                  </a:lnTo>
                  <a:lnTo>
                    <a:pt x="84467" y="2451"/>
                  </a:lnTo>
                  <a:lnTo>
                    <a:pt x="84467" y="0"/>
                  </a:lnTo>
                  <a:lnTo>
                    <a:pt x="82384" y="0"/>
                  </a:lnTo>
                  <a:lnTo>
                    <a:pt x="70294" y="14109"/>
                  </a:lnTo>
                  <a:lnTo>
                    <a:pt x="70294" y="22987"/>
                  </a:lnTo>
                  <a:lnTo>
                    <a:pt x="69723" y="22834"/>
                  </a:lnTo>
                  <a:lnTo>
                    <a:pt x="68414" y="22923"/>
                  </a:lnTo>
                  <a:lnTo>
                    <a:pt x="67106" y="22999"/>
                  </a:lnTo>
                  <a:lnTo>
                    <a:pt x="66078" y="23393"/>
                  </a:lnTo>
                  <a:lnTo>
                    <a:pt x="66078" y="24180"/>
                  </a:lnTo>
                  <a:lnTo>
                    <a:pt x="65747" y="23774"/>
                  </a:lnTo>
                  <a:lnTo>
                    <a:pt x="66052" y="23418"/>
                  </a:lnTo>
                  <a:lnTo>
                    <a:pt x="66078" y="24180"/>
                  </a:lnTo>
                  <a:lnTo>
                    <a:pt x="66078" y="23393"/>
                  </a:lnTo>
                  <a:lnTo>
                    <a:pt x="70065" y="18745"/>
                  </a:lnTo>
                  <a:lnTo>
                    <a:pt x="69977" y="19227"/>
                  </a:lnTo>
                  <a:lnTo>
                    <a:pt x="70116" y="22301"/>
                  </a:lnTo>
                  <a:lnTo>
                    <a:pt x="70294" y="22987"/>
                  </a:lnTo>
                  <a:lnTo>
                    <a:pt x="70294" y="14109"/>
                  </a:lnTo>
                  <a:lnTo>
                    <a:pt x="62001" y="23774"/>
                  </a:lnTo>
                  <a:lnTo>
                    <a:pt x="84251" y="49720"/>
                  </a:lnTo>
                  <a:lnTo>
                    <a:pt x="87985" y="45351"/>
                  </a:lnTo>
                  <a:lnTo>
                    <a:pt x="104927" y="25603"/>
                  </a:lnTo>
                  <a:lnTo>
                    <a:pt x="125628" y="49720"/>
                  </a:lnTo>
                  <a:lnTo>
                    <a:pt x="129374" y="45351"/>
                  </a:lnTo>
                  <a:lnTo>
                    <a:pt x="147878" y="23774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 descr=""/>
            <p:cNvSpPr/>
            <p:nvPr/>
          </p:nvSpPr>
          <p:spPr>
            <a:xfrm>
              <a:off x="11180979" y="6481959"/>
              <a:ext cx="244475" cy="81915"/>
            </a:xfrm>
            <a:custGeom>
              <a:avLst/>
              <a:gdLst/>
              <a:ahLst/>
              <a:cxnLst/>
              <a:rect l="l" t="t" r="r" b="b"/>
              <a:pathLst>
                <a:path w="244475" h="81915">
                  <a:moveTo>
                    <a:pt x="27965" y="0"/>
                  </a:moveTo>
                  <a:lnTo>
                    <a:pt x="24218" y="0"/>
                  </a:lnTo>
                  <a:lnTo>
                    <a:pt x="13982" y="11938"/>
                  </a:lnTo>
                  <a:lnTo>
                    <a:pt x="9182" y="6362"/>
                  </a:lnTo>
                  <a:lnTo>
                    <a:pt x="10261" y="6616"/>
                  </a:lnTo>
                  <a:lnTo>
                    <a:pt x="12877" y="6451"/>
                  </a:lnTo>
                  <a:lnTo>
                    <a:pt x="13462" y="6235"/>
                  </a:lnTo>
                  <a:lnTo>
                    <a:pt x="13347" y="6934"/>
                  </a:lnTo>
                  <a:lnTo>
                    <a:pt x="13423" y="8470"/>
                  </a:lnTo>
                  <a:lnTo>
                    <a:pt x="13487" y="9994"/>
                  </a:lnTo>
                  <a:lnTo>
                    <a:pt x="13830" y="11214"/>
                  </a:lnTo>
                  <a:lnTo>
                    <a:pt x="14503" y="11176"/>
                  </a:lnTo>
                  <a:lnTo>
                    <a:pt x="14732" y="9918"/>
                  </a:lnTo>
                  <a:lnTo>
                    <a:pt x="14592" y="6858"/>
                  </a:lnTo>
                  <a:lnTo>
                    <a:pt x="14389" y="6172"/>
                  </a:lnTo>
                  <a:lnTo>
                    <a:pt x="15011" y="6311"/>
                  </a:lnTo>
                  <a:lnTo>
                    <a:pt x="16319" y="6235"/>
                  </a:lnTo>
                  <a:lnTo>
                    <a:pt x="17627" y="6146"/>
                  </a:lnTo>
                  <a:lnTo>
                    <a:pt x="18694" y="5765"/>
                  </a:lnTo>
                  <a:lnTo>
                    <a:pt x="18643" y="4953"/>
                  </a:lnTo>
                  <a:lnTo>
                    <a:pt x="17564" y="4686"/>
                  </a:lnTo>
                  <a:lnTo>
                    <a:pt x="14935" y="4864"/>
                  </a:lnTo>
                  <a:lnTo>
                    <a:pt x="14325" y="5092"/>
                  </a:lnTo>
                  <a:lnTo>
                    <a:pt x="14452" y="4368"/>
                  </a:lnTo>
                  <a:lnTo>
                    <a:pt x="14376" y="2844"/>
                  </a:lnTo>
                  <a:lnTo>
                    <a:pt x="14300" y="1320"/>
                  </a:lnTo>
                  <a:lnTo>
                    <a:pt x="13970" y="88"/>
                  </a:lnTo>
                  <a:lnTo>
                    <a:pt x="13284" y="127"/>
                  </a:lnTo>
                  <a:lnTo>
                    <a:pt x="13055" y="1384"/>
                  </a:lnTo>
                  <a:lnTo>
                    <a:pt x="13208" y="4457"/>
                  </a:lnTo>
                  <a:lnTo>
                    <a:pt x="13385" y="5143"/>
                  </a:lnTo>
                  <a:lnTo>
                    <a:pt x="12814" y="4991"/>
                  </a:lnTo>
                  <a:lnTo>
                    <a:pt x="11506" y="5080"/>
                  </a:lnTo>
                  <a:lnTo>
                    <a:pt x="10198" y="5156"/>
                  </a:lnTo>
                  <a:lnTo>
                    <a:pt x="9131" y="5549"/>
                  </a:lnTo>
                  <a:lnTo>
                    <a:pt x="9169" y="6350"/>
                  </a:lnTo>
                  <a:lnTo>
                    <a:pt x="3746" y="0"/>
                  </a:lnTo>
                  <a:lnTo>
                    <a:pt x="0" y="0"/>
                  </a:lnTo>
                  <a:lnTo>
                    <a:pt x="13982" y="16306"/>
                  </a:lnTo>
                  <a:lnTo>
                    <a:pt x="17729" y="11938"/>
                  </a:lnTo>
                  <a:lnTo>
                    <a:pt x="27965" y="0"/>
                  </a:lnTo>
                  <a:close/>
                </a:path>
                <a:path w="244475" h="81915">
                  <a:moveTo>
                    <a:pt x="68719" y="0"/>
                  </a:moveTo>
                  <a:lnTo>
                    <a:pt x="64973" y="0"/>
                  </a:lnTo>
                  <a:lnTo>
                    <a:pt x="54737" y="11938"/>
                  </a:lnTo>
                  <a:lnTo>
                    <a:pt x="49949" y="6362"/>
                  </a:lnTo>
                  <a:lnTo>
                    <a:pt x="51003" y="6616"/>
                  </a:lnTo>
                  <a:lnTo>
                    <a:pt x="53632" y="6451"/>
                  </a:lnTo>
                  <a:lnTo>
                    <a:pt x="54216" y="6235"/>
                  </a:lnTo>
                  <a:lnTo>
                    <a:pt x="54089" y="6934"/>
                  </a:lnTo>
                  <a:lnTo>
                    <a:pt x="54165" y="8470"/>
                  </a:lnTo>
                  <a:lnTo>
                    <a:pt x="54241" y="9994"/>
                  </a:lnTo>
                  <a:lnTo>
                    <a:pt x="54571" y="11214"/>
                  </a:lnTo>
                  <a:lnTo>
                    <a:pt x="55257" y="11176"/>
                  </a:lnTo>
                  <a:lnTo>
                    <a:pt x="55486" y="9918"/>
                  </a:lnTo>
                  <a:lnTo>
                    <a:pt x="55333" y="6858"/>
                  </a:lnTo>
                  <a:lnTo>
                    <a:pt x="55143" y="6172"/>
                  </a:lnTo>
                  <a:lnTo>
                    <a:pt x="55765" y="6311"/>
                  </a:lnTo>
                  <a:lnTo>
                    <a:pt x="57073" y="6235"/>
                  </a:lnTo>
                  <a:lnTo>
                    <a:pt x="58381" y="6146"/>
                  </a:lnTo>
                  <a:lnTo>
                    <a:pt x="59436" y="5765"/>
                  </a:lnTo>
                  <a:lnTo>
                    <a:pt x="59397" y="4953"/>
                  </a:lnTo>
                  <a:lnTo>
                    <a:pt x="58318" y="4686"/>
                  </a:lnTo>
                  <a:lnTo>
                    <a:pt x="55689" y="4864"/>
                  </a:lnTo>
                  <a:lnTo>
                    <a:pt x="55067" y="5092"/>
                  </a:lnTo>
                  <a:lnTo>
                    <a:pt x="55206" y="4368"/>
                  </a:lnTo>
                  <a:lnTo>
                    <a:pt x="55130" y="2844"/>
                  </a:lnTo>
                  <a:lnTo>
                    <a:pt x="55054" y="1320"/>
                  </a:lnTo>
                  <a:lnTo>
                    <a:pt x="54724" y="88"/>
                  </a:lnTo>
                  <a:lnTo>
                    <a:pt x="54025" y="127"/>
                  </a:lnTo>
                  <a:lnTo>
                    <a:pt x="53809" y="1384"/>
                  </a:lnTo>
                  <a:lnTo>
                    <a:pt x="53949" y="4457"/>
                  </a:lnTo>
                  <a:lnTo>
                    <a:pt x="54127" y="5143"/>
                  </a:lnTo>
                  <a:lnTo>
                    <a:pt x="53555" y="4991"/>
                  </a:lnTo>
                  <a:lnTo>
                    <a:pt x="52247" y="5080"/>
                  </a:lnTo>
                  <a:lnTo>
                    <a:pt x="50939" y="5156"/>
                  </a:lnTo>
                  <a:lnTo>
                    <a:pt x="49885" y="5549"/>
                  </a:lnTo>
                  <a:lnTo>
                    <a:pt x="49911" y="6324"/>
                  </a:lnTo>
                  <a:lnTo>
                    <a:pt x="44500" y="0"/>
                  </a:lnTo>
                  <a:lnTo>
                    <a:pt x="40754" y="0"/>
                  </a:lnTo>
                  <a:lnTo>
                    <a:pt x="54737" y="16306"/>
                  </a:lnTo>
                  <a:lnTo>
                    <a:pt x="58483" y="11938"/>
                  </a:lnTo>
                  <a:lnTo>
                    <a:pt x="68719" y="0"/>
                  </a:lnTo>
                  <a:close/>
                </a:path>
                <a:path w="244475" h="81915">
                  <a:moveTo>
                    <a:pt x="108724" y="23609"/>
                  </a:moveTo>
                  <a:lnTo>
                    <a:pt x="108686" y="22796"/>
                  </a:lnTo>
                  <a:lnTo>
                    <a:pt x="107607" y="22529"/>
                  </a:lnTo>
                  <a:lnTo>
                    <a:pt x="104978" y="22707"/>
                  </a:lnTo>
                  <a:lnTo>
                    <a:pt x="103924" y="23088"/>
                  </a:lnTo>
                  <a:lnTo>
                    <a:pt x="103949" y="23495"/>
                  </a:lnTo>
                  <a:lnTo>
                    <a:pt x="103606" y="23520"/>
                  </a:lnTo>
                  <a:lnTo>
                    <a:pt x="103378" y="24777"/>
                  </a:lnTo>
                  <a:lnTo>
                    <a:pt x="103454" y="26314"/>
                  </a:lnTo>
                  <a:lnTo>
                    <a:pt x="103530" y="27838"/>
                  </a:lnTo>
                  <a:lnTo>
                    <a:pt x="103860" y="29057"/>
                  </a:lnTo>
                  <a:lnTo>
                    <a:pt x="104546" y="29019"/>
                  </a:lnTo>
                  <a:lnTo>
                    <a:pt x="104775" y="27762"/>
                  </a:lnTo>
                  <a:lnTo>
                    <a:pt x="104622" y="24701"/>
                  </a:lnTo>
                  <a:lnTo>
                    <a:pt x="104432" y="24015"/>
                  </a:lnTo>
                  <a:lnTo>
                    <a:pt x="105054" y="24155"/>
                  </a:lnTo>
                  <a:lnTo>
                    <a:pt x="106362" y="24079"/>
                  </a:lnTo>
                  <a:lnTo>
                    <a:pt x="107670" y="23990"/>
                  </a:lnTo>
                  <a:lnTo>
                    <a:pt x="108724" y="23609"/>
                  </a:lnTo>
                  <a:close/>
                </a:path>
                <a:path w="244475" h="81915">
                  <a:moveTo>
                    <a:pt x="110642" y="0"/>
                  </a:moveTo>
                  <a:lnTo>
                    <a:pt x="106895" y="0"/>
                  </a:lnTo>
                  <a:lnTo>
                    <a:pt x="96659" y="11938"/>
                  </a:lnTo>
                  <a:lnTo>
                    <a:pt x="91859" y="6362"/>
                  </a:lnTo>
                  <a:lnTo>
                    <a:pt x="92938" y="6616"/>
                  </a:lnTo>
                  <a:lnTo>
                    <a:pt x="95567" y="6451"/>
                  </a:lnTo>
                  <a:lnTo>
                    <a:pt x="96139" y="6235"/>
                  </a:lnTo>
                  <a:lnTo>
                    <a:pt x="96024" y="6934"/>
                  </a:lnTo>
                  <a:lnTo>
                    <a:pt x="96100" y="8470"/>
                  </a:lnTo>
                  <a:lnTo>
                    <a:pt x="96164" y="9994"/>
                  </a:lnTo>
                  <a:lnTo>
                    <a:pt x="96507" y="11214"/>
                  </a:lnTo>
                  <a:lnTo>
                    <a:pt x="97193" y="11176"/>
                  </a:lnTo>
                  <a:lnTo>
                    <a:pt x="97409" y="9918"/>
                  </a:lnTo>
                  <a:lnTo>
                    <a:pt x="97269" y="6858"/>
                  </a:lnTo>
                  <a:lnTo>
                    <a:pt x="97066" y="6172"/>
                  </a:lnTo>
                  <a:lnTo>
                    <a:pt x="97688" y="6311"/>
                  </a:lnTo>
                  <a:lnTo>
                    <a:pt x="98996" y="6235"/>
                  </a:lnTo>
                  <a:lnTo>
                    <a:pt x="100304" y="6146"/>
                  </a:lnTo>
                  <a:lnTo>
                    <a:pt x="101358" y="5765"/>
                  </a:lnTo>
                  <a:lnTo>
                    <a:pt x="101346" y="5346"/>
                  </a:lnTo>
                  <a:lnTo>
                    <a:pt x="101320" y="4953"/>
                  </a:lnTo>
                  <a:lnTo>
                    <a:pt x="100253" y="4686"/>
                  </a:lnTo>
                  <a:lnTo>
                    <a:pt x="97624" y="4864"/>
                  </a:lnTo>
                  <a:lnTo>
                    <a:pt x="97002" y="5092"/>
                  </a:lnTo>
                  <a:lnTo>
                    <a:pt x="97129" y="4368"/>
                  </a:lnTo>
                  <a:lnTo>
                    <a:pt x="97053" y="2844"/>
                  </a:lnTo>
                  <a:lnTo>
                    <a:pt x="96977" y="1320"/>
                  </a:lnTo>
                  <a:lnTo>
                    <a:pt x="96647" y="88"/>
                  </a:lnTo>
                  <a:lnTo>
                    <a:pt x="95961" y="127"/>
                  </a:lnTo>
                  <a:lnTo>
                    <a:pt x="95732" y="1384"/>
                  </a:lnTo>
                  <a:lnTo>
                    <a:pt x="95885" y="4457"/>
                  </a:lnTo>
                  <a:lnTo>
                    <a:pt x="96062" y="5143"/>
                  </a:lnTo>
                  <a:lnTo>
                    <a:pt x="95491" y="4991"/>
                  </a:lnTo>
                  <a:lnTo>
                    <a:pt x="94183" y="5080"/>
                  </a:lnTo>
                  <a:lnTo>
                    <a:pt x="92875" y="5156"/>
                  </a:lnTo>
                  <a:lnTo>
                    <a:pt x="91808" y="5549"/>
                  </a:lnTo>
                  <a:lnTo>
                    <a:pt x="91846" y="6350"/>
                  </a:lnTo>
                  <a:lnTo>
                    <a:pt x="86423" y="0"/>
                  </a:lnTo>
                  <a:lnTo>
                    <a:pt x="82677" y="0"/>
                  </a:lnTo>
                  <a:lnTo>
                    <a:pt x="96659" y="16306"/>
                  </a:lnTo>
                  <a:lnTo>
                    <a:pt x="100406" y="11938"/>
                  </a:lnTo>
                  <a:lnTo>
                    <a:pt x="110642" y="0"/>
                  </a:lnTo>
                  <a:close/>
                </a:path>
                <a:path w="244475" h="81915">
                  <a:moveTo>
                    <a:pt x="122072" y="39166"/>
                  </a:moveTo>
                  <a:lnTo>
                    <a:pt x="122034" y="38366"/>
                  </a:lnTo>
                  <a:lnTo>
                    <a:pt x="120954" y="38100"/>
                  </a:lnTo>
                  <a:lnTo>
                    <a:pt x="118325" y="38277"/>
                  </a:lnTo>
                  <a:lnTo>
                    <a:pt x="117690" y="38519"/>
                  </a:lnTo>
                  <a:lnTo>
                    <a:pt x="117830" y="37782"/>
                  </a:lnTo>
                  <a:lnTo>
                    <a:pt x="117767" y="36258"/>
                  </a:lnTo>
                  <a:lnTo>
                    <a:pt x="117690" y="34721"/>
                  </a:lnTo>
                  <a:lnTo>
                    <a:pt x="117348" y="33502"/>
                  </a:lnTo>
                  <a:lnTo>
                    <a:pt x="116662" y="33540"/>
                  </a:lnTo>
                  <a:lnTo>
                    <a:pt x="116446" y="34798"/>
                  </a:lnTo>
                  <a:lnTo>
                    <a:pt x="116586" y="37871"/>
                  </a:lnTo>
                  <a:lnTo>
                    <a:pt x="116776" y="38557"/>
                  </a:lnTo>
                  <a:lnTo>
                    <a:pt x="116192" y="38404"/>
                  </a:lnTo>
                  <a:lnTo>
                    <a:pt x="114884" y="38481"/>
                  </a:lnTo>
                  <a:lnTo>
                    <a:pt x="113576" y="38569"/>
                  </a:lnTo>
                  <a:lnTo>
                    <a:pt x="112522" y="38963"/>
                  </a:lnTo>
                  <a:lnTo>
                    <a:pt x="112560" y="39763"/>
                  </a:lnTo>
                  <a:lnTo>
                    <a:pt x="113639" y="40030"/>
                  </a:lnTo>
                  <a:lnTo>
                    <a:pt x="116268" y="39852"/>
                  </a:lnTo>
                  <a:lnTo>
                    <a:pt x="116852" y="39649"/>
                  </a:lnTo>
                  <a:lnTo>
                    <a:pt x="116725" y="40347"/>
                  </a:lnTo>
                  <a:lnTo>
                    <a:pt x="116801" y="41871"/>
                  </a:lnTo>
                  <a:lnTo>
                    <a:pt x="116878" y="43408"/>
                  </a:lnTo>
                  <a:lnTo>
                    <a:pt x="117208" y="44627"/>
                  </a:lnTo>
                  <a:lnTo>
                    <a:pt x="117894" y="44589"/>
                  </a:lnTo>
                  <a:lnTo>
                    <a:pt x="118122" y="43332"/>
                  </a:lnTo>
                  <a:lnTo>
                    <a:pt x="117970" y="40259"/>
                  </a:lnTo>
                  <a:lnTo>
                    <a:pt x="117779" y="39585"/>
                  </a:lnTo>
                  <a:lnTo>
                    <a:pt x="118402" y="39725"/>
                  </a:lnTo>
                  <a:lnTo>
                    <a:pt x="119710" y="39649"/>
                  </a:lnTo>
                  <a:lnTo>
                    <a:pt x="121018" y="39560"/>
                  </a:lnTo>
                  <a:lnTo>
                    <a:pt x="122072" y="39166"/>
                  </a:lnTo>
                  <a:close/>
                </a:path>
                <a:path w="244475" h="81915">
                  <a:moveTo>
                    <a:pt x="122326" y="8115"/>
                  </a:moveTo>
                  <a:lnTo>
                    <a:pt x="122288" y="7302"/>
                  </a:lnTo>
                  <a:lnTo>
                    <a:pt x="121208" y="7048"/>
                  </a:lnTo>
                  <a:lnTo>
                    <a:pt x="118579" y="7213"/>
                  </a:lnTo>
                  <a:lnTo>
                    <a:pt x="117957" y="7442"/>
                  </a:lnTo>
                  <a:lnTo>
                    <a:pt x="118084" y="6718"/>
                  </a:lnTo>
                  <a:lnTo>
                    <a:pt x="118021" y="5194"/>
                  </a:lnTo>
                  <a:lnTo>
                    <a:pt x="117944" y="3670"/>
                  </a:lnTo>
                  <a:lnTo>
                    <a:pt x="117602" y="2438"/>
                  </a:lnTo>
                  <a:lnTo>
                    <a:pt x="117551" y="8001"/>
                  </a:lnTo>
                  <a:lnTo>
                    <a:pt x="117551" y="2451"/>
                  </a:lnTo>
                  <a:lnTo>
                    <a:pt x="116916" y="2476"/>
                  </a:lnTo>
                  <a:lnTo>
                    <a:pt x="116700" y="3733"/>
                  </a:lnTo>
                  <a:lnTo>
                    <a:pt x="116840" y="6807"/>
                  </a:lnTo>
                  <a:lnTo>
                    <a:pt x="117030" y="7493"/>
                  </a:lnTo>
                  <a:lnTo>
                    <a:pt x="116446" y="7340"/>
                  </a:lnTo>
                  <a:lnTo>
                    <a:pt x="115138" y="7429"/>
                  </a:lnTo>
                  <a:lnTo>
                    <a:pt x="113830" y="7505"/>
                  </a:lnTo>
                  <a:lnTo>
                    <a:pt x="112776" y="7899"/>
                  </a:lnTo>
                  <a:lnTo>
                    <a:pt x="112814" y="8699"/>
                  </a:lnTo>
                  <a:lnTo>
                    <a:pt x="113893" y="8966"/>
                  </a:lnTo>
                  <a:lnTo>
                    <a:pt x="116522" y="8801"/>
                  </a:lnTo>
                  <a:lnTo>
                    <a:pt x="117106" y="8585"/>
                  </a:lnTo>
                  <a:lnTo>
                    <a:pt x="116979" y="9283"/>
                  </a:lnTo>
                  <a:lnTo>
                    <a:pt x="117055" y="10820"/>
                  </a:lnTo>
                  <a:lnTo>
                    <a:pt x="117132" y="12344"/>
                  </a:lnTo>
                  <a:lnTo>
                    <a:pt x="117462" y="13576"/>
                  </a:lnTo>
                  <a:lnTo>
                    <a:pt x="118148" y="13525"/>
                  </a:lnTo>
                  <a:lnTo>
                    <a:pt x="118376" y="12268"/>
                  </a:lnTo>
                  <a:lnTo>
                    <a:pt x="118224" y="9207"/>
                  </a:lnTo>
                  <a:lnTo>
                    <a:pt x="118033" y="8521"/>
                  </a:lnTo>
                  <a:lnTo>
                    <a:pt x="118656" y="8661"/>
                  </a:lnTo>
                  <a:lnTo>
                    <a:pt x="119964" y="8585"/>
                  </a:lnTo>
                  <a:lnTo>
                    <a:pt x="121272" y="8496"/>
                  </a:lnTo>
                  <a:lnTo>
                    <a:pt x="122326" y="8115"/>
                  </a:lnTo>
                  <a:close/>
                </a:path>
                <a:path w="244475" h="81915">
                  <a:moveTo>
                    <a:pt x="135801" y="23825"/>
                  </a:moveTo>
                  <a:lnTo>
                    <a:pt x="135750" y="23012"/>
                  </a:lnTo>
                  <a:lnTo>
                    <a:pt x="134670" y="22758"/>
                  </a:lnTo>
                  <a:lnTo>
                    <a:pt x="132054" y="22923"/>
                  </a:lnTo>
                  <a:lnTo>
                    <a:pt x="131432" y="23164"/>
                  </a:lnTo>
                  <a:lnTo>
                    <a:pt x="131559" y="22440"/>
                  </a:lnTo>
                  <a:lnTo>
                    <a:pt x="131483" y="20904"/>
                  </a:lnTo>
                  <a:lnTo>
                    <a:pt x="131419" y="19380"/>
                  </a:lnTo>
                  <a:lnTo>
                    <a:pt x="131076" y="18148"/>
                  </a:lnTo>
                  <a:lnTo>
                    <a:pt x="130390" y="18199"/>
                  </a:lnTo>
                  <a:lnTo>
                    <a:pt x="130162" y="19456"/>
                  </a:lnTo>
                  <a:lnTo>
                    <a:pt x="130314" y="22517"/>
                  </a:lnTo>
                  <a:lnTo>
                    <a:pt x="130492" y="23202"/>
                  </a:lnTo>
                  <a:lnTo>
                    <a:pt x="129921" y="23050"/>
                  </a:lnTo>
                  <a:lnTo>
                    <a:pt x="128612" y="23139"/>
                  </a:lnTo>
                  <a:lnTo>
                    <a:pt x="127304" y="23228"/>
                  </a:lnTo>
                  <a:lnTo>
                    <a:pt x="126238" y="23609"/>
                  </a:lnTo>
                  <a:lnTo>
                    <a:pt x="126288" y="24422"/>
                  </a:lnTo>
                  <a:lnTo>
                    <a:pt x="127368" y="24676"/>
                  </a:lnTo>
                  <a:lnTo>
                    <a:pt x="129997" y="24511"/>
                  </a:lnTo>
                  <a:lnTo>
                    <a:pt x="130568" y="24307"/>
                  </a:lnTo>
                  <a:lnTo>
                    <a:pt x="130454" y="25006"/>
                  </a:lnTo>
                  <a:lnTo>
                    <a:pt x="130530" y="26530"/>
                  </a:lnTo>
                  <a:lnTo>
                    <a:pt x="130594" y="28054"/>
                  </a:lnTo>
                  <a:lnTo>
                    <a:pt x="130937" y="29286"/>
                  </a:lnTo>
                  <a:lnTo>
                    <a:pt x="131610" y="29248"/>
                  </a:lnTo>
                  <a:lnTo>
                    <a:pt x="131838" y="27990"/>
                  </a:lnTo>
                  <a:lnTo>
                    <a:pt x="131699" y="24917"/>
                  </a:lnTo>
                  <a:lnTo>
                    <a:pt x="131508" y="24244"/>
                  </a:lnTo>
                  <a:lnTo>
                    <a:pt x="132118" y="24384"/>
                  </a:lnTo>
                  <a:lnTo>
                    <a:pt x="133426" y="24295"/>
                  </a:lnTo>
                  <a:lnTo>
                    <a:pt x="134734" y="24206"/>
                  </a:lnTo>
                  <a:lnTo>
                    <a:pt x="135801" y="23825"/>
                  </a:lnTo>
                  <a:close/>
                </a:path>
                <a:path w="244475" h="81915">
                  <a:moveTo>
                    <a:pt x="182219" y="23774"/>
                  </a:moveTo>
                  <a:lnTo>
                    <a:pt x="178473" y="19405"/>
                  </a:lnTo>
                  <a:lnTo>
                    <a:pt x="178473" y="23774"/>
                  </a:lnTo>
                  <a:lnTo>
                    <a:pt x="174332" y="28600"/>
                  </a:lnTo>
                  <a:lnTo>
                    <a:pt x="174447" y="27990"/>
                  </a:lnTo>
                  <a:lnTo>
                    <a:pt x="174294" y="24917"/>
                  </a:lnTo>
                  <a:lnTo>
                    <a:pt x="174104" y="24231"/>
                  </a:lnTo>
                  <a:lnTo>
                    <a:pt x="174726" y="24384"/>
                  </a:lnTo>
                  <a:lnTo>
                    <a:pt x="176034" y="24295"/>
                  </a:lnTo>
                  <a:lnTo>
                    <a:pt x="177342" y="24206"/>
                  </a:lnTo>
                  <a:lnTo>
                    <a:pt x="178396" y="23825"/>
                  </a:lnTo>
                  <a:lnTo>
                    <a:pt x="178384" y="23685"/>
                  </a:lnTo>
                  <a:lnTo>
                    <a:pt x="178473" y="19405"/>
                  </a:lnTo>
                  <a:lnTo>
                    <a:pt x="177673" y="18478"/>
                  </a:lnTo>
                  <a:lnTo>
                    <a:pt x="177673" y="22860"/>
                  </a:lnTo>
                  <a:lnTo>
                    <a:pt x="177279" y="22758"/>
                  </a:lnTo>
                  <a:lnTo>
                    <a:pt x="174650" y="22923"/>
                  </a:lnTo>
                  <a:lnTo>
                    <a:pt x="174028" y="23164"/>
                  </a:lnTo>
                  <a:lnTo>
                    <a:pt x="174167" y="22440"/>
                  </a:lnTo>
                  <a:lnTo>
                    <a:pt x="174091" y="20904"/>
                  </a:lnTo>
                  <a:lnTo>
                    <a:pt x="174015" y="19380"/>
                  </a:lnTo>
                  <a:lnTo>
                    <a:pt x="173748" y="18402"/>
                  </a:lnTo>
                  <a:lnTo>
                    <a:pt x="173748" y="29286"/>
                  </a:lnTo>
                  <a:lnTo>
                    <a:pt x="159969" y="45351"/>
                  </a:lnTo>
                  <a:lnTo>
                    <a:pt x="155168" y="39776"/>
                  </a:lnTo>
                  <a:lnTo>
                    <a:pt x="156248" y="40030"/>
                  </a:lnTo>
                  <a:lnTo>
                    <a:pt x="158864" y="39852"/>
                  </a:lnTo>
                  <a:lnTo>
                    <a:pt x="159461" y="39636"/>
                  </a:lnTo>
                  <a:lnTo>
                    <a:pt x="159334" y="40347"/>
                  </a:lnTo>
                  <a:lnTo>
                    <a:pt x="159397" y="41871"/>
                  </a:lnTo>
                  <a:lnTo>
                    <a:pt x="159473" y="43408"/>
                  </a:lnTo>
                  <a:lnTo>
                    <a:pt x="159804" y="44627"/>
                  </a:lnTo>
                  <a:lnTo>
                    <a:pt x="160502" y="44589"/>
                  </a:lnTo>
                  <a:lnTo>
                    <a:pt x="160718" y="43332"/>
                  </a:lnTo>
                  <a:lnTo>
                    <a:pt x="160578" y="40259"/>
                  </a:lnTo>
                  <a:lnTo>
                    <a:pt x="160375" y="39585"/>
                  </a:lnTo>
                  <a:lnTo>
                    <a:pt x="160997" y="39725"/>
                  </a:lnTo>
                  <a:lnTo>
                    <a:pt x="162306" y="39649"/>
                  </a:lnTo>
                  <a:lnTo>
                    <a:pt x="163614" y="39560"/>
                  </a:lnTo>
                  <a:lnTo>
                    <a:pt x="164680" y="39166"/>
                  </a:lnTo>
                  <a:lnTo>
                    <a:pt x="164630" y="38366"/>
                  </a:lnTo>
                  <a:lnTo>
                    <a:pt x="163550" y="38100"/>
                  </a:lnTo>
                  <a:lnTo>
                    <a:pt x="160921" y="38277"/>
                  </a:lnTo>
                  <a:lnTo>
                    <a:pt x="160312" y="38519"/>
                  </a:lnTo>
                  <a:lnTo>
                    <a:pt x="160439" y="37782"/>
                  </a:lnTo>
                  <a:lnTo>
                    <a:pt x="160362" y="36258"/>
                  </a:lnTo>
                  <a:lnTo>
                    <a:pt x="160286" y="34721"/>
                  </a:lnTo>
                  <a:lnTo>
                    <a:pt x="159956" y="33502"/>
                  </a:lnTo>
                  <a:lnTo>
                    <a:pt x="159270" y="33540"/>
                  </a:lnTo>
                  <a:lnTo>
                    <a:pt x="159042" y="34798"/>
                  </a:lnTo>
                  <a:lnTo>
                    <a:pt x="159194" y="37871"/>
                  </a:lnTo>
                  <a:lnTo>
                    <a:pt x="159372" y="38557"/>
                  </a:lnTo>
                  <a:lnTo>
                    <a:pt x="158800" y="38404"/>
                  </a:lnTo>
                  <a:lnTo>
                    <a:pt x="157492" y="38481"/>
                  </a:lnTo>
                  <a:lnTo>
                    <a:pt x="156184" y="38569"/>
                  </a:lnTo>
                  <a:lnTo>
                    <a:pt x="155117" y="38963"/>
                  </a:lnTo>
                  <a:lnTo>
                    <a:pt x="155155" y="39763"/>
                  </a:lnTo>
                  <a:lnTo>
                    <a:pt x="141820" y="24206"/>
                  </a:lnTo>
                  <a:lnTo>
                    <a:pt x="142900" y="24460"/>
                  </a:lnTo>
                  <a:lnTo>
                    <a:pt x="145516" y="24295"/>
                  </a:lnTo>
                  <a:lnTo>
                    <a:pt x="146100" y="24079"/>
                  </a:lnTo>
                  <a:lnTo>
                    <a:pt x="145986" y="24777"/>
                  </a:lnTo>
                  <a:lnTo>
                    <a:pt x="146062" y="26314"/>
                  </a:lnTo>
                  <a:lnTo>
                    <a:pt x="146126" y="27838"/>
                  </a:lnTo>
                  <a:lnTo>
                    <a:pt x="146469" y="29057"/>
                  </a:lnTo>
                  <a:lnTo>
                    <a:pt x="147154" y="29019"/>
                  </a:lnTo>
                  <a:lnTo>
                    <a:pt x="147370" y="27762"/>
                  </a:lnTo>
                  <a:lnTo>
                    <a:pt x="147231" y="24701"/>
                  </a:lnTo>
                  <a:lnTo>
                    <a:pt x="147027" y="24015"/>
                  </a:lnTo>
                  <a:lnTo>
                    <a:pt x="147650" y="24155"/>
                  </a:lnTo>
                  <a:lnTo>
                    <a:pt x="148958" y="24079"/>
                  </a:lnTo>
                  <a:lnTo>
                    <a:pt x="150266" y="23990"/>
                  </a:lnTo>
                  <a:lnTo>
                    <a:pt x="151333" y="23609"/>
                  </a:lnTo>
                  <a:lnTo>
                    <a:pt x="151282" y="22796"/>
                  </a:lnTo>
                  <a:lnTo>
                    <a:pt x="150202" y="22529"/>
                  </a:lnTo>
                  <a:lnTo>
                    <a:pt x="147574" y="22707"/>
                  </a:lnTo>
                  <a:lnTo>
                    <a:pt x="146964" y="22936"/>
                  </a:lnTo>
                  <a:lnTo>
                    <a:pt x="147091" y="22212"/>
                  </a:lnTo>
                  <a:lnTo>
                    <a:pt x="147015" y="20688"/>
                  </a:lnTo>
                  <a:lnTo>
                    <a:pt x="146939" y="19164"/>
                  </a:lnTo>
                  <a:lnTo>
                    <a:pt x="146608" y="17932"/>
                  </a:lnTo>
                  <a:lnTo>
                    <a:pt x="146456" y="17945"/>
                  </a:lnTo>
                  <a:lnTo>
                    <a:pt x="159461" y="2768"/>
                  </a:lnTo>
                  <a:lnTo>
                    <a:pt x="159296" y="3733"/>
                  </a:lnTo>
                  <a:lnTo>
                    <a:pt x="159448" y="6807"/>
                  </a:lnTo>
                  <a:lnTo>
                    <a:pt x="159626" y="7493"/>
                  </a:lnTo>
                  <a:lnTo>
                    <a:pt x="159054" y="7340"/>
                  </a:lnTo>
                  <a:lnTo>
                    <a:pt x="157746" y="7429"/>
                  </a:lnTo>
                  <a:lnTo>
                    <a:pt x="156438" y="7505"/>
                  </a:lnTo>
                  <a:lnTo>
                    <a:pt x="155371" y="7899"/>
                  </a:lnTo>
                  <a:lnTo>
                    <a:pt x="155422" y="8699"/>
                  </a:lnTo>
                  <a:lnTo>
                    <a:pt x="156489" y="8966"/>
                  </a:lnTo>
                  <a:lnTo>
                    <a:pt x="159118" y="8801"/>
                  </a:lnTo>
                  <a:lnTo>
                    <a:pt x="159702" y="8585"/>
                  </a:lnTo>
                  <a:lnTo>
                    <a:pt x="159588" y="9283"/>
                  </a:lnTo>
                  <a:lnTo>
                    <a:pt x="159651" y="10820"/>
                  </a:lnTo>
                  <a:lnTo>
                    <a:pt x="159727" y="12344"/>
                  </a:lnTo>
                  <a:lnTo>
                    <a:pt x="160070" y="13576"/>
                  </a:lnTo>
                  <a:lnTo>
                    <a:pt x="160743" y="13525"/>
                  </a:lnTo>
                  <a:lnTo>
                    <a:pt x="160972" y="12268"/>
                  </a:lnTo>
                  <a:lnTo>
                    <a:pt x="160832" y="9207"/>
                  </a:lnTo>
                  <a:lnTo>
                    <a:pt x="160629" y="8521"/>
                  </a:lnTo>
                  <a:lnTo>
                    <a:pt x="161251" y="8661"/>
                  </a:lnTo>
                  <a:lnTo>
                    <a:pt x="162560" y="8585"/>
                  </a:lnTo>
                  <a:lnTo>
                    <a:pt x="163868" y="8496"/>
                  </a:lnTo>
                  <a:lnTo>
                    <a:pt x="164934" y="8115"/>
                  </a:lnTo>
                  <a:lnTo>
                    <a:pt x="173647" y="18161"/>
                  </a:lnTo>
                  <a:lnTo>
                    <a:pt x="172999" y="18199"/>
                  </a:lnTo>
                  <a:lnTo>
                    <a:pt x="172770" y="19456"/>
                  </a:lnTo>
                  <a:lnTo>
                    <a:pt x="172910" y="22517"/>
                  </a:lnTo>
                  <a:lnTo>
                    <a:pt x="173088" y="23202"/>
                  </a:lnTo>
                  <a:lnTo>
                    <a:pt x="172516" y="23050"/>
                  </a:lnTo>
                  <a:lnTo>
                    <a:pt x="171208" y="23139"/>
                  </a:lnTo>
                  <a:lnTo>
                    <a:pt x="169900" y="23228"/>
                  </a:lnTo>
                  <a:lnTo>
                    <a:pt x="168846" y="23609"/>
                  </a:lnTo>
                  <a:lnTo>
                    <a:pt x="168884" y="24422"/>
                  </a:lnTo>
                  <a:lnTo>
                    <a:pt x="169964" y="24676"/>
                  </a:lnTo>
                  <a:lnTo>
                    <a:pt x="172593" y="24511"/>
                  </a:lnTo>
                  <a:lnTo>
                    <a:pt x="173177" y="24307"/>
                  </a:lnTo>
                  <a:lnTo>
                    <a:pt x="173050" y="25006"/>
                  </a:lnTo>
                  <a:lnTo>
                    <a:pt x="173126" y="26530"/>
                  </a:lnTo>
                  <a:lnTo>
                    <a:pt x="173202" y="28054"/>
                  </a:lnTo>
                  <a:lnTo>
                    <a:pt x="173532" y="29286"/>
                  </a:lnTo>
                  <a:lnTo>
                    <a:pt x="173748" y="29286"/>
                  </a:lnTo>
                  <a:lnTo>
                    <a:pt x="173748" y="18402"/>
                  </a:lnTo>
                  <a:lnTo>
                    <a:pt x="173697" y="18211"/>
                  </a:lnTo>
                  <a:lnTo>
                    <a:pt x="177673" y="22860"/>
                  </a:lnTo>
                  <a:lnTo>
                    <a:pt x="177673" y="18478"/>
                  </a:lnTo>
                  <a:lnTo>
                    <a:pt x="164198" y="2755"/>
                  </a:lnTo>
                  <a:lnTo>
                    <a:pt x="164198" y="7150"/>
                  </a:lnTo>
                  <a:lnTo>
                    <a:pt x="163804" y="7048"/>
                  </a:lnTo>
                  <a:lnTo>
                    <a:pt x="161175" y="7213"/>
                  </a:lnTo>
                  <a:lnTo>
                    <a:pt x="160566" y="7442"/>
                  </a:lnTo>
                  <a:lnTo>
                    <a:pt x="160693" y="6718"/>
                  </a:lnTo>
                  <a:lnTo>
                    <a:pt x="160616" y="5194"/>
                  </a:lnTo>
                  <a:lnTo>
                    <a:pt x="160540" y="3670"/>
                  </a:lnTo>
                  <a:lnTo>
                    <a:pt x="160210" y="2489"/>
                  </a:lnTo>
                  <a:lnTo>
                    <a:pt x="164198" y="7150"/>
                  </a:lnTo>
                  <a:lnTo>
                    <a:pt x="164198" y="2755"/>
                  </a:lnTo>
                  <a:lnTo>
                    <a:pt x="163715" y="2184"/>
                  </a:lnTo>
                  <a:lnTo>
                    <a:pt x="161836" y="0"/>
                  </a:lnTo>
                  <a:lnTo>
                    <a:pt x="160185" y="0"/>
                  </a:lnTo>
                  <a:lnTo>
                    <a:pt x="160185" y="2451"/>
                  </a:lnTo>
                  <a:lnTo>
                    <a:pt x="159727" y="2476"/>
                  </a:lnTo>
                  <a:lnTo>
                    <a:pt x="159969" y="2184"/>
                  </a:lnTo>
                  <a:lnTo>
                    <a:pt x="160185" y="2451"/>
                  </a:lnTo>
                  <a:lnTo>
                    <a:pt x="160185" y="0"/>
                  </a:lnTo>
                  <a:lnTo>
                    <a:pt x="158102" y="0"/>
                  </a:lnTo>
                  <a:lnTo>
                    <a:pt x="146024" y="14097"/>
                  </a:lnTo>
                  <a:lnTo>
                    <a:pt x="146024" y="22987"/>
                  </a:lnTo>
                  <a:lnTo>
                    <a:pt x="145453" y="22834"/>
                  </a:lnTo>
                  <a:lnTo>
                    <a:pt x="144145" y="22923"/>
                  </a:lnTo>
                  <a:lnTo>
                    <a:pt x="142836" y="22999"/>
                  </a:lnTo>
                  <a:lnTo>
                    <a:pt x="141808" y="23393"/>
                  </a:lnTo>
                  <a:lnTo>
                    <a:pt x="141808" y="24193"/>
                  </a:lnTo>
                  <a:lnTo>
                    <a:pt x="141465" y="23774"/>
                  </a:lnTo>
                  <a:lnTo>
                    <a:pt x="141770" y="23418"/>
                  </a:lnTo>
                  <a:lnTo>
                    <a:pt x="141808" y="24193"/>
                  </a:lnTo>
                  <a:lnTo>
                    <a:pt x="141808" y="23393"/>
                  </a:lnTo>
                  <a:lnTo>
                    <a:pt x="145783" y="18745"/>
                  </a:lnTo>
                  <a:lnTo>
                    <a:pt x="145694" y="19227"/>
                  </a:lnTo>
                  <a:lnTo>
                    <a:pt x="145846" y="22301"/>
                  </a:lnTo>
                  <a:lnTo>
                    <a:pt x="146024" y="22987"/>
                  </a:lnTo>
                  <a:lnTo>
                    <a:pt x="146024" y="14097"/>
                  </a:lnTo>
                  <a:lnTo>
                    <a:pt x="137718" y="23774"/>
                  </a:lnTo>
                  <a:lnTo>
                    <a:pt x="159969" y="49720"/>
                  </a:lnTo>
                  <a:lnTo>
                    <a:pt x="163715" y="45351"/>
                  </a:lnTo>
                  <a:lnTo>
                    <a:pt x="182219" y="23774"/>
                  </a:lnTo>
                  <a:close/>
                </a:path>
                <a:path w="244475" h="81915">
                  <a:moveTo>
                    <a:pt x="244297" y="55372"/>
                  </a:moveTo>
                  <a:lnTo>
                    <a:pt x="240538" y="51003"/>
                  </a:lnTo>
                  <a:lnTo>
                    <a:pt x="240538" y="55372"/>
                  </a:lnTo>
                  <a:lnTo>
                    <a:pt x="222046" y="76962"/>
                  </a:lnTo>
                  <a:lnTo>
                    <a:pt x="217258" y="71386"/>
                  </a:lnTo>
                  <a:lnTo>
                    <a:pt x="218313" y="71640"/>
                  </a:lnTo>
                  <a:lnTo>
                    <a:pt x="220941" y="71462"/>
                  </a:lnTo>
                  <a:lnTo>
                    <a:pt x="221526" y="71259"/>
                  </a:lnTo>
                  <a:lnTo>
                    <a:pt x="221399" y="71958"/>
                  </a:lnTo>
                  <a:lnTo>
                    <a:pt x="221475" y="73482"/>
                  </a:lnTo>
                  <a:lnTo>
                    <a:pt x="221551" y="75018"/>
                  </a:lnTo>
                  <a:lnTo>
                    <a:pt x="221881" y="76238"/>
                  </a:lnTo>
                  <a:lnTo>
                    <a:pt x="222567" y="76200"/>
                  </a:lnTo>
                  <a:lnTo>
                    <a:pt x="222796" y="74942"/>
                  </a:lnTo>
                  <a:lnTo>
                    <a:pt x="222643" y="71869"/>
                  </a:lnTo>
                  <a:lnTo>
                    <a:pt x="222313" y="70650"/>
                  </a:lnTo>
                  <a:lnTo>
                    <a:pt x="222504" y="69392"/>
                  </a:lnTo>
                  <a:lnTo>
                    <a:pt x="222440" y="67868"/>
                  </a:lnTo>
                  <a:lnTo>
                    <a:pt x="222364" y="66332"/>
                  </a:lnTo>
                  <a:lnTo>
                    <a:pt x="222034" y="65112"/>
                  </a:lnTo>
                  <a:lnTo>
                    <a:pt x="221335" y="65151"/>
                  </a:lnTo>
                  <a:lnTo>
                    <a:pt x="221119" y="66408"/>
                  </a:lnTo>
                  <a:lnTo>
                    <a:pt x="221259" y="69481"/>
                  </a:lnTo>
                  <a:lnTo>
                    <a:pt x="221437" y="70154"/>
                  </a:lnTo>
                  <a:lnTo>
                    <a:pt x="220865" y="70015"/>
                  </a:lnTo>
                  <a:lnTo>
                    <a:pt x="219557" y="70091"/>
                  </a:lnTo>
                  <a:lnTo>
                    <a:pt x="218249" y="70180"/>
                  </a:lnTo>
                  <a:lnTo>
                    <a:pt x="217195" y="70561"/>
                  </a:lnTo>
                  <a:lnTo>
                    <a:pt x="217220" y="71348"/>
                  </a:lnTo>
                  <a:lnTo>
                    <a:pt x="203911" y="55816"/>
                  </a:lnTo>
                  <a:lnTo>
                    <a:pt x="204965" y="56070"/>
                  </a:lnTo>
                  <a:lnTo>
                    <a:pt x="207594" y="55905"/>
                  </a:lnTo>
                  <a:lnTo>
                    <a:pt x="208178" y="55689"/>
                  </a:lnTo>
                  <a:lnTo>
                    <a:pt x="208051" y="56388"/>
                  </a:lnTo>
                  <a:lnTo>
                    <a:pt x="208127" y="57912"/>
                  </a:lnTo>
                  <a:lnTo>
                    <a:pt x="208203" y="59448"/>
                  </a:lnTo>
                  <a:lnTo>
                    <a:pt x="208534" y="60667"/>
                  </a:lnTo>
                  <a:lnTo>
                    <a:pt x="209232" y="60629"/>
                  </a:lnTo>
                  <a:lnTo>
                    <a:pt x="209448" y="59372"/>
                  </a:lnTo>
                  <a:lnTo>
                    <a:pt x="209296" y="56299"/>
                  </a:lnTo>
                  <a:lnTo>
                    <a:pt x="209105" y="55613"/>
                  </a:lnTo>
                  <a:lnTo>
                    <a:pt x="209727" y="55765"/>
                  </a:lnTo>
                  <a:lnTo>
                    <a:pt x="211035" y="55676"/>
                  </a:lnTo>
                  <a:lnTo>
                    <a:pt x="212344" y="55600"/>
                  </a:lnTo>
                  <a:lnTo>
                    <a:pt x="213398" y="55206"/>
                  </a:lnTo>
                  <a:lnTo>
                    <a:pt x="213360" y="54406"/>
                  </a:lnTo>
                  <a:lnTo>
                    <a:pt x="212280" y="54140"/>
                  </a:lnTo>
                  <a:lnTo>
                    <a:pt x="209651" y="54305"/>
                  </a:lnTo>
                  <a:lnTo>
                    <a:pt x="209029" y="54546"/>
                  </a:lnTo>
                  <a:lnTo>
                    <a:pt x="209169" y="53822"/>
                  </a:lnTo>
                  <a:lnTo>
                    <a:pt x="209092" y="52298"/>
                  </a:lnTo>
                  <a:lnTo>
                    <a:pt x="209016" y="50761"/>
                  </a:lnTo>
                  <a:lnTo>
                    <a:pt x="208686" y="49542"/>
                  </a:lnTo>
                  <a:lnTo>
                    <a:pt x="208534" y="49555"/>
                  </a:lnTo>
                  <a:lnTo>
                    <a:pt x="222046" y="33794"/>
                  </a:lnTo>
                  <a:lnTo>
                    <a:pt x="240538" y="55372"/>
                  </a:lnTo>
                  <a:lnTo>
                    <a:pt x="240538" y="51003"/>
                  </a:lnTo>
                  <a:lnTo>
                    <a:pt x="225780" y="33794"/>
                  </a:lnTo>
                  <a:lnTo>
                    <a:pt x="222046" y="29425"/>
                  </a:lnTo>
                  <a:lnTo>
                    <a:pt x="208089" y="45707"/>
                  </a:lnTo>
                  <a:lnTo>
                    <a:pt x="208089" y="54597"/>
                  </a:lnTo>
                  <a:lnTo>
                    <a:pt x="207518" y="54444"/>
                  </a:lnTo>
                  <a:lnTo>
                    <a:pt x="206209" y="54533"/>
                  </a:lnTo>
                  <a:lnTo>
                    <a:pt x="204901" y="54610"/>
                  </a:lnTo>
                  <a:lnTo>
                    <a:pt x="203873" y="55003"/>
                  </a:lnTo>
                  <a:lnTo>
                    <a:pt x="203873" y="55778"/>
                  </a:lnTo>
                  <a:lnTo>
                    <a:pt x="203542" y="55372"/>
                  </a:lnTo>
                  <a:lnTo>
                    <a:pt x="203847" y="55016"/>
                  </a:lnTo>
                  <a:lnTo>
                    <a:pt x="203873" y="55778"/>
                  </a:lnTo>
                  <a:lnTo>
                    <a:pt x="203873" y="55003"/>
                  </a:lnTo>
                  <a:lnTo>
                    <a:pt x="207860" y="50342"/>
                  </a:lnTo>
                  <a:lnTo>
                    <a:pt x="207772" y="50838"/>
                  </a:lnTo>
                  <a:lnTo>
                    <a:pt x="207911" y="53911"/>
                  </a:lnTo>
                  <a:lnTo>
                    <a:pt x="208089" y="54597"/>
                  </a:lnTo>
                  <a:lnTo>
                    <a:pt x="208089" y="45707"/>
                  </a:lnTo>
                  <a:lnTo>
                    <a:pt x="201066" y="53886"/>
                  </a:lnTo>
                  <a:lnTo>
                    <a:pt x="198615" y="51028"/>
                  </a:lnTo>
                  <a:lnTo>
                    <a:pt x="198615" y="55372"/>
                  </a:lnTo>
                  <a:lnTo>
                    <a:pt x="194475" y="60198"/>
                  </a:lnTo>
                  <a:lnTo>
                    <a:pt x="194589" y="59588"/>
                  </a:lnTo>
                  <a:lnTo>
                    <a:pt x="194449" y="56527"/>
                  </a:lnTo>
                  <a:lnTo>
                    <a:pt x="194259" y="55854"/>
                  </a:lnTo>
                  <a:lnTo>
                    <a:pt x="194868" y="55994"/>
                  </a:lnTo>
                  <a:lnTo>
                    <a:pt x="196176" y="55905"/>
                  </a:lnTo>
                  <a:lnTo>
                    <a:pt x="197485" y="55816"/>
                  </a:lnTo>
                  <a:lnTo>
                    <a:pt x="198539" y="55435"/>
                  </a:lnTo>
                  <a:lnTo>
                    <a:pt x="198526" y="55283"/>
                  </a:lnTo>
                  <a:lnTo>
                    <a:pt x="198615" y="51028"/>
                  </a:lnTo>
                  <a:lnTo>
                    <a:pt x="197827" y="50114"/>
                  </a:lnTo>
                  <a:lnTo>
                    <a:pt x="197827" y="54470"/>
                  </a:lnTo>
                  <a:lnTo>
                    <a:pt x="197421" y="54368"/>
                  </a:lnTo>
                  <a:lnTo>
                    <a:pt x="194792" y="54533"/>
                  </a:lnTo>
                  <a:lnTo>
                    <a:pt x="194183" y="54762"/>
                  </a:lnTo>
                  <a:lnTo>
                    <a:pt x="194310" y="54051"/>
                  </a:lnTo>
                  <a:lnTo>
                    <a:pt x="194233" y="52514"/>
                  </a:lnTo>
                  <a:lnTo>
                    <a:pt x="194157" y="50990"/>
                  </a:lnTo>
                  <a:lnTo>
                    <a:pt x="193890" y="50038"/>
                  </a:lnTo>
                  <a:lnTo>
                    <a:pt x="193890" y="60883"/>
                  </a:lnTo>
                  <a:lnTo>
                    <a:pt x="180111" y="76962"/>
                  </a:lnTo>
                  <a:lnTo>
                    <a:pt x="175310" y="71386"/>
                  </a:lnTo>
                  <a:lnTo>
                    <a:pt x="176390" y="71640"/>
                  </a:lnTo>
                  <a:lnTo>
                    <a:pt x="179019" y="71462"/>
                  </a:lnTo>
                  <a:lnTo>
                    <a:pt x="179590" y="71259"/>
                  </a:lnTo>
                  <a:lnTo>
                    <a:pt x="179476" y="71958"/>
                  </a:lnTo>
                  <a:lnTo>
                    <a:pt x="179552" y="73482"/>
                  </a:lnTo>
                  <a:lnTo>
                    <a:pt x="179616" y="75018"/>
                  </a:lnTo>
                  <a:lnTo>
                    <a:pt x="179959" y="76238"/>
                  </a:lnTo>
                  <a:lnTo>
                    <a:pt x="180644" y="76200"/>
                  </a:lnTo>
                  <a:lnTo>
                    <a:pt x="180873" y="74942"/>
                  </a:lnTo>
                  <a:lnTo>
                    <a:pt x="180721" y="71869"/>
                  </a:lnTo>
                  <a:lnTo>
                    <a:pt x="180530" y="71196"/>
                  </a:lnTo>
                  <a:lnTo>
                    <a:pt x="181140" y="71335"/>
                  </a:lnTo>
                  <a:lnTo>
                    <a:pt x="182460" y="71247"/>
                  </a:lnTo>
                  <a:lnTo>
                    <a:pt x="183769" y="71170"/>
                  </a:lnTo>
                  <a:lnTo>
                    <a:pt x="184823" y="70777"/>
                  </a:lnTo>
                  <a:lnTo>
                    <a:pt x="184785" y="69977"/>
                  </a:lnTo>
                  <a:lnTo>
                    <a:pt x="183705" y="69710"/>
                  </a:lnTo>
                  <a:lnTo>
                    <a:pt x="181076" y="69875"/>
                  </a:lnTo>
                  <a:lnTo>
                    <a:pt x="180441" y="70116"/>
                  </a:lnTo>
                  <a:lnTo>
                    <a:pt x="180581" y="69392"/>
                  </a:lnTo>
                  <a:lnTo>
                    <a:pt x="180505" y="67868"/>
                  </a:lnTo>
                  <a:lnTo>
                    <a:pt x="180441" y="66332"/>
                  </a:lnTo>
                  <a:lnTo>
                    <a:pt x="180098" y="65112"/>
                  </a:lnTo>
                  <a:lnTo>
                    <a:pt x="179412" y="65151"/>
                  </a:lnTo>
                  <a:lnTo>
                    <a:pt x="179197" y="66408"/>
                  </a:lnTo>
                  <a:lnTo>
                    <a:pt x="179336" y="69481"/>
                  </a:lnTo>
                  <a:lnTo>
                    <a:pt x="179514" y="70154"/>
                  </a:lnTo>
                  <a:lnTo>
                    <a:pt x="178943" y="70015"/>
                  </a:lnTo>
                  <a:lnTo>
                    <a:pt x="177634" y="70091"/>
                  </a:lnTo>
                  <a:lnTo>
                    <a:pt x="176326" y="70180"/>
                  </a:lnTo>
                  <a:lnTo>
                    <a:pt x="175272" y="70561"/>
                  </a:lnTo>
                  <a:lnTo>
                    <a:pt x="175298" y="71374"/>
                  </a:lnTo>
                  <a:lnTo>
                    <a:pt x="161975" y="55816"/>
                  </a:lnTo>
                  <a:lnTo>
                    <a:pt x="163042" y="56070"/>
                  </a:lnTo>
                  <a:lnTo>
                    <a:pt x="165671" y="55905"/>
                  </a:lnTo>
                  <a:lnTo>
                    <a:pt x="166243" y="55689"/>
                  </a:lnTo>
                  <a:lnTo>
                    <a:pt x="166128" y="56388"/>
                  </a:lnTo>
                  <a:lnTo>
                    <a:pt x="166204" y="57912"/>
                  </a:lnTo>
                  <a:lnTo>
                    <a:pt x="166281" y="59448"/>
                  </a:lnTo>
                  <a:lnTo>
                    <a:pt x="166611" y="60667"/>
                  </a:lnTo>
                  <a:lnTo>
                    <a:pt x="167284" y="60629"/>
                  </a:lnTo>
                  <a:lnTo>
                    <a:pt x="167525" y="59372"/>
                  </a:lnTo>
                  <a:lnTo>
                    <a:pt x="167373" y="56299"/>
                  </a:lnTo>
                  <a:lnTo>
                    <a:pt x="167182" y="55626"/>
                  </a:lnTo>
                  <a:lnTo>
                    <a:pt x="167792" y="55765"/>
                  </a:lnTo>
                  <a:lnTo>
                    <a:pt x="169113" y="55676"/>
                  </a:lnTo>
                  <a:lnTo>
                    <a:pt x="170421" y="55600"/>
                  </a:lnTo>
                  <a:lnTo>
                    <a:pt x="171475" y="55206"/>
                  </a:lnTo>
                  <a:lnTo>
                    <a:pt x="171437" y="54406"/>
                  </a:lnTo>
                  <a:lnTo>
                    <a:pt x="170357" y="54140"/>
                  </a:lnTo>
                  <a:lnTo>
                    <a:pt x="167728" y="54305"/>
                  </a:lnTo>
                  <a:lnTo>
                    <a:pt x="167106" y="54546"/>
                  </a:lnTo>
                  <a:lnTo>
                    <a:pt x="167233" y="53822"/>
                  </a:lnTo>
                  <a:lnTo>
                    <a:pt x="167157" y="52298"/>
                  </a:lnTo>
                  <a:lnTo>
                    <a:pt x="167093" y="50761"/>
                  </a:lnTo>
                  <a:lnTo>
                    <a:pt x="166751" y="49542"/>
                  </a:lnTo>
                  <a:lnTo>
                    <a:pt x="166598" y="49555"/>
                  </a:lnTo>
                  <a:lnTo>
                    <a:pt x="179616" y="34378"/>
                  </a:lnTo>
                  <a:lnTo>
                    <a:pt x="179451" y="35344"/>
                  </a:lnTo>
                  <a:lnTo>
                    <a:pt x="179590" y="38417"/>
                  </a:lnTo>
                  <a:lnTo>
                    <a:pt x="179768" y="39103"/>
                  </a:lnTo>
                  <a:lnTo>
                    <a:pt x="179197" y="38950"/>
                  </a:lnTo>
                  <a:lnTo>
                    <a:pt x="177888" y="39039"/>
                  </a:lnTo>
                  <a:lnTo>
                    <a:pt x="176580" y="39116"/>
                  </a:lnTo>
                  <a:lnTo>
                    <a:pt x="175526" y="39509"/>
                  </a:lnTo>
                  <a:lnTo>
                    <a:pt x="175564" y="40309"/>
                  </a:lnTo>
                  <a:lnTo>
                    <a:pt x="176644" y="40576"/>
                  </a:lnTo>
                  <a:lnTo>
                    <a:pt x="179273" y="40411"/>
                  </a:lnTo>
                  <a:lnTo>
                    <a:pt x="179844" y="40195"/>
                  </a:lnTo>
                  <a:lnTo>
                    <a:pt x="179730" y="40894"/>
                  </a:lnTo>
                  <a:lnTo>
                    <a:pt x="179806" y="42418"/>
                  </a:lnTo>
                  <a:lnTo>
                    <a:pt x="179870" y="43954"/>
                  </a:lnTo>
                  <a:lnTo>
                    <a:pt x="180213" y="45173"/>
                  </a:lnTo>
                  <a:lnTo>
                    <a:pt x="180898" y="45135"/>
                  </a:lnTo>
                  <a:lnTo>
                    <a:pt x="181127" y="43878"/>
                  </a:lnTo>
                  <a:lnTo>
                    <a:pt x="180975" y="40817"/>
                  </a:lnTo>
                  <a:lnTo>
                    <a:pt x="180784" y="40132"/>
                  </a:lnTo>
                  <a:lnTo>
                    <a:pt x="181394" y="40271"/>
                  </a:lnTo>
                  <a:lnTo>
                    <a:pt x="182702" y="40195"/>
                  </a:lnTo>
                  <a:lnTo>
                    <a:pt x="184023" y="40106"/>
                  </a:lnTo>
                  <a:lnTo>
                    <a:pt x="185077" y="39712"/>
                  </a:lnTo>
                  <a:lnTo>
                    <a:pt x="193802" y="49771"/>
                  </a:lnTo>
                  <a:lnTo>
                    <a:pt x="193141" y="49809"/>
                  </a:lnTo>
                  <a:lnTo>
                    <a:pt x="192913" y="51066"/>
                  </a:lnTo>
                  <a:lnTo>
                    <a:pt x="193065" y="54127"/>
                  </a:lnTo>
                  <a:lnTo>
                    <a:pt x="193243" y="54813"/>
                  </a:lnTo>
                  <a:lnTo>
                    <a:pt x="192671" y="54660"/>
                  </a:lnTo>
                  <a:lnTo>
                    <a:pt x="191363" y="54749"/>
                  </a:lnTo>
                  <a:lnTo>
                    <a:pt x="190055" y="54838"/>
                  </a:lnTo>
                  <a:lnTo>
                    <a:pt x="188988" y="55219"/>
                  </a:lnTo>
                  <a:lnTo>
                    <a:pt x="189039" y="56019"/>
                  </a:lnTo>
                  <a:lnTo>
                    <a:pt x="190106" y="56286"/>
                  </a:lnTo>
                  <a:lnTo>
                    <a:pt x="192735" y="56121"/>
                  </a:lnTo>
                  <a:lnTo>
                    <a:pt x="193332" y="55905"/>
                  </a:lnTo>
                  <a:lnTo>
                    <a:pt x="193205" y="56603"/>
                  </a:lnTo>
                  <a:lnTo>
                    <a:pt x="193268" y="58140"/>
                  </a:lnTo>
                  <a:lnTo>
                    <a:pt x="193344" y="59664"/>
                  </a:lnTo>
                  <a:lnTo>
                    <a:pt x="193687" y="60896"/>
                  </a:lnTo>
                  <a:lnTo>
                    <a:pt x="193890" y="60883"/>
                  </a:lnTo>
                  <a:lnTo>
                    <a:pt x="193890" y="50038"/>
                  </a:lnTo>
                  <a:lnTo>
                    <a:pt x="193827" y="49809"/>
                  </a:lnTo>
                  <a:lnTo>
                    <a:pt x="197827" y="54470"/>
                  </a:lnTo>
                  <a:lnTo>
                    <a:pt x="197827" y="50114"/>
                  </a:lnTo>
                  <a:lnTo>
                    <a:pt x="184327" y="34353"/>
                  </a:lnTo>
                  <a:lnTo>
                    <a:pt x="184327" y="38747"/>
                  </a:lnTo>
                  <a:lnTo>
                    <a:pt x="183959" y="38646"/>
                  </a:lnTo>
                  <a:lnTo>
                    <a:pt x="181330" y="38823"/>
                  </a:lnTo>
                  <a:lnTo>
                    <a:pt x="180708" y="39052"/>
                  </a:lnTo>
                  <a:lnTo>
                    <a:pt x="180835" y="38328"/>
                  </a:lnTo>
                  <a:lnTo>
                    <a:pt x="180759" y="36804"/>
                  </a:lnTo>
                  <a:lnTo>
                    <a:pt x="180695" y="35267"/>
                  </a:lnTo>
                  <a:lnTo>
                    <a:pt x="180352" y="34099"/>
                  </a:lnTo>
                  <a:lnTo>
                    <a:pt x="184327" y="38747"/>
                  </a:lnTo>
                  <a:lnTo>
                    <a:pt x="184327" y="34353"/>
                  </a:lnTo>
                  <a:lnTo>
                    <a:pt x="183857" y="33794"/>
                  </a:lnTo>
                  <a:lnTo>
                    <a:pt x="180327" y="29679"/>
                  </a:lnTo>
                  <a:lnTo>
                    <a:pt x="180327" y="34061"/>
                  </a:lnTo>
                  <a:lnTo>
                    <a:pt x="179870" y="34086"/>
                  </a:lnTo>
                  <a:lnTo>
                    <a:pt x="180111" y="33794"/>
                  </a:lnTo>
                  <a:lnTo>
                    <a:pt x="180327" y="34061"/>
                  </a:lnTo>
                  <a:lnTo>
                    <a:pt x="180327" y="29679"/>
                  </a:lnTo>
                  <a:lnTo>
                    <a:pt x="180111" y="29425"/>
                  </a:lnTo>
                  <a:lnTo>
                    <a:pt x="166166" y="45707"/>
                  </a:lnTo>
                  <a:lnTo>
                    <a:pt x="166166" y="54597"/>
                  </a:lnTo>
                  <a:lnTo>
                    <a:pt x="165595" y="54444"/>
                  </a:lnTo>
                  <a:lnTo>
                    <a:pt x="164287" y="54533"/>
                  </a:lnTo>
                  <a:lnTo>
                    <a:pt x="162979" y="54610"/>
                  </a:lnTo>
                  <a:lnTo>
                    <a:pt x="161925" y="55003"/>
                  </a:lnTo>
                  <a:lnTo>
                    <a:pt x="161950" y="55791"/>
                  </a:lnTo>
                  <a:lnTo>
                    <a:pt x="161607" y="55372"/>
                  </a:lnTo>
                  <a:lnTo>
                    <a:pt x="161925" y="55003"/>
                  </a:lnTo>
                  <a:lnTo>
                    <a:pt x="165925" y="50330"/>
                  </a:lnTo>
                  <a:lnTo>
                    <a:pt x="165849" y="50838"/>
                  </a:lnTo>
                  <a:lnTo>
                    <a:pt x="165989" y="53911"/>
                  </a:lnTo>
                  <a:lnTo>
                    <a:pt x="166166" y="54597"/>
                  </a:lnTo>
                  <a:lnTo>
                    <a:pt x="166166" y="45707"/>
                  </a:lnTo>
                  <a:lnTo>
                    <a:pt x="157873" y="55372"/>
                  </a:lnTo>
                  <a:lnTo>
                    <a:pt x="180111" y="81318"/>
                  </a:lnTo>
                  <a:lnTo>
                    <a:pt x="183857" y="76962"/>
                  </a:lnTo>
                  <a:lnTo>
                    <a:pt x="201079" y="56870"/>
                  </a:lnTo>
                  <a:lnTo>
                    <a:pt x="222046" y="81318"/>
                  </a:lnTo>
                  <a:lnTo>
                    <a:pt x="225780" y="76962"/>
                  </a:lnTo>
                  <a:lnTo>
                    <a:pt x="244297" y="55372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 descr=""/>
            <p:cNvSpPr/>
            <p:nvPr/>
          </p:nvSpPr>
          <p:spPr>
            <a:xfrm>
              <a:off x="11298098" y="6481959"/>
              <a:ext cx="147955" cy="81915"/>
            </a:xfrm>
            <a:custGeom>
              <a:avLst/>
              <a:gdLst/>
              <a:ahLst/>
              <a:cxnLst/>
              <a:rect l="l" t="t" r="r" b="b"/>
              <a:pathLst>
                <a:path w="147954" h="81915">
                  <a:moveTo>
                    <a:pt x="44500" y="55372"/>
                  </a:moveTo>
                  <a:lnTo>
                    <a:pt x="40754" y="51015"/>
                  </a:lnTo>
                  <a:lnTo>
                    <a:pt x="40754" y="55372"/>
                  </a:lnTo>
                  <a:lnTo>
                    <a:pt x="36614" y="60210"/>
                  </a:lnTo>
                  <a:lnTo>
                    <a:pt x="36728" y="59588"/>
                  </a:lnTo>
                  <a:lnTo>
                    <a:pt x="36576" y="56527"/>
                  </a:lnTo>
                  <a:lnTo>
                    <a:pt x="36385" y="55854"/>
                  </a:lnTo>
                  <a:lnTo>
                    <a:pt x="36995" y="55994"/>
                  </a:lnTo>
                  <a:lnTo>
                    <a:pt x="38315" y="55905"/>
                  </a:lnTo>
                  <a:lnTo>
                    <a:pt x="39624" y="55816"/>
                  </a:lnTo>
                  <a:lnTo>
                    <a:pt x="40678" y="55435"/>
                  </a:lnTo>
                  <a:lnTo>
                    <a:pt x="40665" y="55283"/>
                  </a:lnTo>
                  <a:lnTo>
                    <a:pt x="40754" y="51015"/>
                  </a:lnTo>
                  <a:lnTo>
                    <a:pt x="39966" y="50088"/>
                  </a:lnTo>
                  <a:lnTo>
                    <a:pt x="39966" y="54470"/>
                  </a:lnTo>
                  <a:lnTo>
                    <a:pt x="39560" y="54368"/>
                  </a:lnTo>
                  <a:lnTo>
                    <a:pt x="36931" y="54533"/>
                  </a:lnTo>
                  <a:lnTo>
                    <a:pt x="36309" y="54762"/>
                  </a:lnTo>
                  <a:lnTo>
                    <a:pt x="36436" y="54051"/>
                  </a:lnTo>
                  <a:lnTo>
                    <a:pt x="36372" y="52514"/>
                  </a:lnTo>
                  <a:lnTo>
                    <a:pt x="36296" y="50990"/>
                  </a:lnTo>
                  <a:lnTo>
                    <a:pt x="36029" y="50063"/>
                  </a:lnTo>
                  <a:lnTo>
                    <a:pt x="36029" y="60883"/>
                  </a:lnTo>
                  <a:lnTo>
                    <a:pt x="22250" y="76962"/>
                  </a:lnTo>
                  <a:lnTo>
                    <a:pt x="17462" y="71386"/>
                  </a:lnTo>
                  <a:lnTo>
                    <a:pt x="18516" y="71640"/>
                  </a:lnTo>
                  <a:lnTo>
                    <a:pt x="21145" y="71462"/>
                  </a:lnTo>
                  <a:lnTo>
                    <a:pt x="21729" y="71259"/>
                  </a:lnTo>
                  <a:lnTo>
                    <a:pt x="21602" y="71958"/>
                  </a:lnTo>
                  <a:lnTo>
                    <a:pt x="21678" y="73482"/>
                  </a:lnTo>
                  <a:lnTo>
                    <a:pt x="21755" y="75018"/>
                  </a:lnTo>
                  <a:lnTo>
                    <a:pt x="22085" y="76238"/>
                  </a:lnTo>
                  <a:lnTo>
                    <a:pt x="22771" y="76200"/>
                  </a:lnTo>
                  <a:lnTo>
                    <a:pt x="22999" y="74942"/>
                  </a:lnTo>
                  <a:lnTo>
                    <a:pt x="22847" y="71869"/>
                  </a:lnTo>
                  <a:lnTo>
                    <a:pt x="22656" y="71196"/>
                  </a:lnTo>
                  <a:lnTo>
                    <a:pt x="23279" y="71335"/>
                  </a:lnTo>
                  <a:lnTo>
                    <a:pt x="24587" y="71247"/>
                  </a:lnTo>
                  <a:lnTo>
                    <a:pt x="25895" y="71170"/>
                  </a:lnTo>
                  <a:lnTo>
                    <a:pt x="26949" y="70777"/>
                  </a:lnTo>
                  <a:lnTo>
                    <a:pt x="26911" y="69977"/>
                  </a:lnTo>
                  <a:lnTo>
                    <a:pt x="25831" y="69710"/>
                  </a:lnTo>
                  <a:lnTo>
                    <a:pt x="23202" y="69875"/>
                  </a:lnTo>
                  <a:lnTo>
                    <a:pt x="22580" y="70116"/>
                  </a:lnTo>
                  <a:lnTo>
                    <a:pt x="22720" y="69392"/>
                  </a:lnTo>
                  <a:lnTo>
                    <a:pt x="22644" y="67868"/>
                  </a:lnTo>
                  <a:lnTo>
                    <a:pt x="22567" y="66332"/>
                  </a:lnTo>
                  <a:lnTo>
                    <a:pt x="22237" y="65112"/>
                  </a:lnTo>
                  <a:lnTo>
                    <a:pt x="21539" y="65151"/>
                  </a:lnTo>
                  <a:lnTo>
                    <a:pt x="21323" y="66408"/>
                  </a:lnTo>
                  <a:lnTo>
                    <a:pt x="21463" y="69481"/>
                  </a:lnTo>
                  <a:lnTo>
                    <a:pt x="21640" y="70154"/>
                  </a:lnTo>
                  <a:lnTo>
                    <a:pt x="21069" y="70015"/>
                  </a:lnTo>
                  <a:lnTo>
                    <a:pt x="19761" y="70091"/>
                  </a:lnTo>
                  <a:lnTo>
                    <a:pt x="18453" y="70180"/>
                  </a:lnTo>
                  <a:lnTo>
                    <a:pt x="17399" y="70561"/>
                  </a:lnTo>
                  <a:lnTo>
                    <a:pt x="17424" y="71348"/>
                  </a:lnTo>
                  <a:lnTo>
                    <a:pt x="4114" y="55816"/>
                  </a:lnTo>
                  <a:lnTo>
                    <a:pt x="5168" y="56070"/>
                  </a:lnTo>
                  <a:lnTo>
                    <a:pt x="7797" y="55905"/>
                  </a:lnTo>
                  <a:lnTo>
                    <a:pt x="8382" y="55689"/>
                  </a:lnTo>
                  <a:lnTo>
                    <a:pt x="8255" y="56388"/>
                  </a:lnTo>
                  <a:lnTo>
                    <a:pt x="8331" y="57912"/>
                  </a:lnTo>
                  <a:lnTo>
                    <a:pt x="8407" y="59448"/>
                  </a:lnTo>
                  <a:lnTo>
                    <a:pt x="8737" y="60667"/>
                  </a:lnTo>
                  <a:lnTo>
                    <a:pt x="9423" y="60629"/>
                  </a:lnTo>
                  <a:lnTo>
                    <a:pt x="9652" y="59372"/>
                  </a:lnTo>
                  <a:lnTo>
                    <a:pt x="9499" y="56299"/>
                  </a:lnTo>
                  <a:lnTo>
                    <a:pt x="9309" y="55613"/>
                  </a:lnTo>
                  <a:lnTo>
                    <a:pt x="9931" y="55765"/>
                  </a:lnTo>
                  <a:lnTo>
                    <a:pt x="11239" y="55676"/>
                  </a:lnTo>
                  <a:lnTo>
                    <a:pt x="12547" y="55600"/>
                  </a:lnTo>
                  <a:lnTo>
                    <a:pt x="13601" y="55206"/>
                  </a:lnTo>
                  <a:lnTo>
                    <a:pt x="13563" y="54406"/>
                  </a:lnTo>
                  <a:lnTo>
                    <a:pt x="12484" y="54140"/>
                  </a:lnTo>
                  <a:lnTo>
                    <a:pt x="9855" y="54305"/>
                  </a:lnTo>
                  <a:lnTo>
                    <a:pt x="9232" y="54546"/>
                  </a:lnTo>
                  <a:lnTo>
                    <a:pt x="9372" y="53822"/>
                  </a:lnTo>
                  <a:lnTo>
                    <a:pt x="9296" y="52298"/>
                  </a:lnTo>
                  <a:lnTo>
                    <a:pt x="9220" y="50761"/>
                  </a:lnTo>
                  <a:lnTo>
                    <a:pt x="8890" y="49542"/>
                  </a:lnTo>
                  <a:lnTo>
                    <a:pt x="8737" y="49555"/>
                  </a:lnTo>
                  <a:lnTo>
                    <a:pt x="21729" y="34391"/>
                  </a:lnTo>
                  <a:lnTo>
                    <a:pt x="21577" y="35344"/>
                  </a:lnTo>
                  <a:lnTo>
                    <a:pt x="21717" y="38417"/>
                  </a:lnTo>
                  <a:lnTo>
                    <a:pt x="21907" y="39103"/>
                  </a:lnTo>
                  <a:lnTo>
                    <a:pt x="21323" y="38950"/>
                  </a:lnTo>
                  <a:lnTo>
                    <a:pt x="20015" y="39039"/>
                  </a:lnTo>
                  <a:lnTo>
                    <a:pt x="18707" y="39116"/>
                  </a:lnTo>
                  <a:lnTo>
                    <a:pt x="17653" y="39509"/>
                  </a:lnTo>
                  <a:lnTo>
                    <a:pt x="17691" y="40309"/>
                  </a:lnTo>
                  <a:lnTo>
                    <a:pt x="18770" y="40576"/>
                  </a:lnTo>
                  <a:lnTo>
                    <a:pt x="21399" y="40411"/>
                  </a:lnTo>
                  <a:lnTo>
                    <a:pt x="21983" y="40195"/>
                  </a:lnTo>
                  <a:lnTo>
                    <a:pt x="21856" y="40894"/>
                  </a:lnTo>
                  <a:lnTo>
                    <a:pt x="21932" y="42418"/>
                  </a:lnTo>
                  <a:lnTo>
                    <a:pt x="22009" y="43954"/>
                  </a:lnTo>
                  <a:lnTo>
                    <a:pt x="22339" y="45173"/>
                  </a:lnTo>
                  <a:lnTo>
                    <a:pt x="23037" y="45135"/>
                  </a:lnTo>
                  <a:lnTo>
                    <a:pt x="23253" y="43878"/>
                  </a:lnTo>
                  <a:lnTo>
                    <a:pt x="23101" y="40817"/>
                  </a:lnTo>
                  <a:lnTo>
                    <a:pt x="22910" y="40132"/>
                  </a:lnTo>
                  <a:lnTo>
                    <a:pt x="23533" y="40271"/>
                  </a:lnTo>
                  <a:lnTo>
                    <a:pt x="24841" y="40195"/>
                  </a:lnTo>
                  <a:lnTo>
                    <a:pt x="26149" y="40106"/>
                  </a:lnTo>
                  <a:lnTo>
                    <a:pt x="27203" y="39712"/>
                  </a:lnTo>
                  <a:lnTo>
                    <a:pt x="27190" y="39585"/>
                  </a:lnTo>
                  <a:lnTo>
                    <a:pt x="35941" y="49771"/>
                  </a:lnTo>
                  <a:lnTo>
                    <a:pt x="35267" y="49809"/>
                  </a:lnTo>
                  <a:lnTo>
                    <a:pt x="35052" y="51066"/>
                  </a:lnTo>
                  <a:lnTo>
                    <a:pt x="35191" y="54127"/>
                  </a:lnTo>
                  <a:lnTo>
                    <a:pt x="35369" y="54813"/>
                  </a:lnTo>
                  <a:lnTo>
                    <a:pt x="34798" y="54660"/>
                  </a:lnTo>
                  <a:lnTo>
                    <a:pt x="33489" y="54749"/>
                  </a:lnTo>
                  <a:lnTo>
                    <a:pt x="32181" y="54838"/>
                  </a:lnTo>
                  <a:lnTo>
                    <a:pt x="31127" y="55219"/>
                  </a:lnTo>
                  <a:lnTo>
                    <a:pt x="31165" y="56019"/>
                  </a:lnTo>
                  <a:lnTo>
                    <a:pt x="32245" y="56286"/>
                  </a:lnTo>
                  <a:lnTo>
                    <a:pt x="34874" y="56121"/>
                  </a:lnTo>
                  <a:lnTo>
                    <a:pt x="35445" y="55905"/>
                  </a:lnTo>
                  <a:lnTo>
                    <a:pt x="35331" y="56603"/>
                  </a:lnTo>
                  <a:lnTo>
                    <a:pt x="35407" y="58140"/>
                  </a:lnTo>
                  <a:lnTo>
                    <a:pt x="35483" y="59664"/>
                  </a:lnTo>
                  <a:lnTo>
                    <a:pt x="35814" y="60896"/>
                  </a:lnTo>
                  <a:lnTo>
                    <a:pt x="36029" y="60883"/>
                  </a:lnTo>
                  <a:lnTo>
                    <a:pt x="36029" y="50063"/>
                  </a:lnTo>
                  <a:lnTo>
                    <a:pt x="35953" y="49784"/>
                  </a:lnTo>
                  <a:lnTo>
                    <a:pt x="39966" y="54470"/>
                  </a:lnTo>
                  <a:lnTo>
                    <a:pt x="39966" y="50088"/>
                  </a:lnTo>
                  <a:lnTo>
                    <a:pt x="26466" y="34353"/>
                  </a:lnTo>
                  <a:lnTo>
                    <a:pt x="26466" y="38747"/>
                  </a:lnTo>
                  <a:lnTo>
                    <a:pt x="26085" y="38646"/>
                  </a:lnTo>
                  <a:lnTo>
                    <a:pt x="23456" y="38823"/>
                  </a:lnTo>
                  <a:lnTo>
                    <a:pt x="22834" y="39052"/>
                  </a:lnTo>
                  <a:lnTo>
                    <a:pt x="22974" y="38328"/>
                  </a:lnTo>
                  <a:lnTo>
                    <a:pt x="22898" y="36804"/>
                  </a:lnTo>
                  <a:lnTo>
                    <a:pt x="22821" y="35267"/>
                  </a:lnTo>
                  <a:lnTo>
                    <a:pt x="22491" y="34099"/>
                  </a:lnTo>
                  <a:lnTo>
                    <a:pt x="26466" y="38747"/>
                  </a:lnTo>
                  <a:lnTo>
                    <a:pt x="26466" y="34353"/>
                  </a:lnTo>
                  <a:lnTo>
                    <a:pt x="25996" y="33794"/>
                  </a:lnTo>
                  <a:lnTo>
                    <a:pt x="22466" y="29679"/>
                  </a:lnTo>
                  <a:lnTo>
                    <a:pt x="22466" y="34061"/>
                  </a:lnTo>
                  <a:lnTo>
                    <a:pt x="22428" y="39611"/>
                  </a:lnTo>
                  <a:lnTo>
                    <a:pt x="22428" y="34074"/>
                  </a:lnTo>
                  <a:lnTo>
                    <a:pt x="22009" y="34086"/>
                  </a:lnTo>
                  <a:lnTo>
                    <a:pt x="22250" y="33794"/>
                  </a:lnTo>
                  <a:lnTo>
                    <a:pt x="22466" y="34061"/>
                  </a:lnTo>
                  <a:lnTo>
                    <a:pt x="22466" y="29679"/>
                  </a:lnTo>
                  <a:lnTo>
                    <a:pt x="22250" y="29425"/>
                  </a:lnTo>
                  <a:lnTo>
                    <a:pt x="8293" y="45707"/>
                  </a:lnTo>
                  <a:lnTo>
                    <a:pt x="8293" y="54597"/>
                  </a:lnTo>
                  <a:lnTo>
                    <a:pt x="7721" y="54444"/>
                  </a:lnTo>
                  <a:lnTo>
                    <a:pt x="6413" y="54533"/>
                  </a:lnTo>
                  <a:lnTo>
                    <a:pt x="5105" y="54610"/>
                  </a:lnTo>
                  <a:lnTo>
                    <a:pt x="4076" y="55003"/>
                  </a:lnTo>
                  <a:lnTo>
                    <a:pt x="4076" y="55778"/>
                  </a:lnTo>
                  <a:lnTo>
                    <a:pt x="3746" y="55372"/>
                  </a:lnTo>
                  <a:lnTo>
                    <a:pt x="4051" y="55016"/>
                  </a:lnTo>
                  <a:lnTo>
                    <a:pt x="4076" y="55778"/>
                  </a:lnTo>
                  <a:lnTo>
                    <a:pt x="4076" y="55003"/>
                  </a:lnTo>
                  <a:lnTo>
                    <a:pt x="8051" y="50342"/>
                  </a:lnTo>
                  <a:lnTo>
                    <a:pt x="7975" y="50838"/>
                  </a:lnTo>
                  <a:lnTo>
                    <a:pt x="8115" y="53911"/>
                  </a:lnTo>
                  <a:lnTo>
                    <a:pt x="8293" y="54597"/>
                  </a:lnTo>
                  <a:lnTo>
                    <a:pt x="8293" y="45707"/>
                  </a:lnTo>
                  <a:lnTo>
                    <a:pt x="0" y="55372"/>
                  </a:lnTo>
                  <a:lnTo>
                    <a:pt x="22250" y="81318"/>
                  </a:lnTo>
                  <a:lnTo>
                    <a:pt x="25996" y="76962"/>
                  </a:lnTo>
                  <a:lnTo>
                    <a:pt x="44500" y="55372"/>
                  </a:lnTo>
                  <a:close/>
                </a:path>
                <a:path w="147954" h="81915">
                  <a:moveTo>
                    <a:pt x="76974" y="0"/>
                  </a:moveTo>
                  <a:lnTo>
                    <a:pt x="73228" y="0"/>
                  </a:lnTo>
                  <a:lnTo>
                    <a:pt x="62992" y="11938"/>
                  </a:lnTo>
                  <a:lnTo>
                    <a:pt x="58191" y="6362"/>
                  </a:lnTo>
                  <a:lnTo>
                    <a:pt x="59270" y="6616"/>
                  </a:lnTo>
                  <a:lnTo>
                    <a:pt x="61899" y="6451"/>
                  </a:lnTo>
                  <a:lnTo>
                    <a:pt x="62471" y="6235"/>
                  </a:lnTo>
                  <a:lnTo>
                    <a:pt x="62357" y="6934"/>
                  </a:lnTo>
                  <a:lnTo>
                    <a:pt x="62433" y="8470"/>
                  </a:lnTo>
                  <a:lnTo>
                    <a:pt x="62496" y="9994"/>
                  </a:lnTo>
                  <a:lnTo>
                    <a:pt x="62839" y="11214"/>
                  </a:lnTo>
                  <a:lnTo>
                    <a:pt x="63525" y="11176"/>
                  </a:lnTo>
                  <a:lnTo>
                    <a:pt x="63754" y="9918"/>
                  </a:lnTo>
                  <a:lnTo>
                    <a:pt x="63601" y="6858"/>
                  </a:lnTo>
                  <a:lnTo>
                    <a:pt x="63411" y="6172"/>
                  </a:lnTo>
                  <a:lnTo>
                    <a:pt x="64020" y="6311"/>
                  </a:lnTo>
                  <a:lnTo>
                    <a:pt x="65341" y="6235"/>
                  </a:lnTo>
                  <a:lnTo>
                    <a:pt x="66649" y="6146"/>
                  </a:lnTo>
                  <a:lnTo>
                    <a:pt x="67703" y="5765"/>
                  </a:lnTo>
                  <a:lnTo>
                    <a:pt x="67665" y="4953"/>
                  </a:lnTo>
                  <a:lnTo>
                    <a:pt x="66586" y="4686"/>
                  </a:lnTo>
                  <a:lnTo>
                    <a:pt x="63957" y="4864"/>
                  </a:lnTo>
                  <a:lnTo>
                    <a:pt x="63322" y="5092"/>
                  </a:lnTo>
                  <a:lnTo>
                    <a:pt x="63461" y="4368"/>
                  </a:lnTo>
                  <a:lnTo>
                    <a:pt x="63385" y="2844"/>
                  </a:lnTo>
                  <a:lnTo>
                    <a:pt x="63322" y="1320"/>
                  </a:lnTo>
                  <a:lnTo>
                    <a:pt x="62979" y="88"/>
                  </a:lnTo>
                  <a:lnTo>
                    <a:pt x="62293" y="127"/>
                  </a:lnTo>
                  <a:lnTo>
                    <a:pt x="62077" y="1384"/>
                  </a:lnTo>
                  <a:lnTo>
                    <a:pt x="62217" y="4457"/>
                  </a:lnTo>
                  <a:lnTo>
                    <a:pt x="62395" y="5143"/>
                  </a:lnTo>
                  <a:lnTo>
                    <a:pt x="61823" y="4991"/>
                  </a:lnTo>
                  <a:lnTo>
                    <a:pt x="60515" y="5080"/>
                  </a:lnTo>
                  <a:lnTo>
                    <a:pt x="59207" y="5156"/>
                  </a:lnTo>
                  <a:lnTo>
                    <a:pt x="58153" y="5549"/>
                  </a:lnTo>
                  <a:lnTo>
                    <a:pt x="58178" y="6350"/>
                  </a:lnTo>
                  <a:lnTo>
                    <a:pt x="52755" y="0"/>
                  </a:lnTo>
                  <a:lnTo>
                    <a:pt x="49022" y="0"/>
                  </a:lnTo>
                  <a:lnTo>
                    <a:pt x="62992" y="16306"/>
                  </a:lnTo>
                  <a:lnTo>
                    <a:pt x="66738" y="11938"/>
                  </a:lnTo>
                  <a:lnTo>
                    <a:pt x="76974" y="0"/>
                  </a:lnTo>
                  <a:close/>
                </a:path>
                <a:path w="147954" h="81915">
                  <a:moveTo>
                    <a:pt x="109626" y="70777"/>
                  </a:moveTo>
                  <a:lnTo>
                    <a:pt x="109588" y="69977"/>
                  </a:lnTo>
                  <a:lnTo>
                    <a:pt x="108508" y="69710"/>
                  </a:lnTo>
                  <a:lnTo>
                    <a:pt x="105879" y="69875"/>
                  </a:lnTo>
                  <a:lnTo>
                    <a:pt x="104838" y="70269"/>
                  </a:lnTo>
                  <a:lnTo>
                    <a:pt x="104838" y="70675"/>
                  </a:lnTo>
                  <a:lnTo>
                    <a:pt x="104508" y="70700"/>
                  </a:lnTo>
                  <a:lnTo>
                    <a:pt x="104279" y="71958"/>
                  </a:lnTo>
                  <a:lnTo>
                    <a:pt x="104355" y="73482"/>
                  </a:lnTo>
                  <a:lnTo>
                    <a:pt x="104432" y="75018"/>
                  </a:lnTo>
                  <a:lnTo>
                    <a:pt x="104762" y="76238"/>
                  </a:lnTo>
                  <a:lnTo>
                    <a:pt x="105448" y="76200"/>
                  </a:lnTo>
                  <a:lnTo>
                    <a:pt x="105676" y="74942"/>
                  </a:lnTo>
                  <a:lnTo>
                    <a:pt x="105524" y="71869"/>
                  </a:lnTo>
                  <a:lnTo>
                    <a:pt x="105333" y="71196"/>
                  </a:lnTo>
                  <a:lnTo>
                    <a:pt x="105956" y="71335"/>
                  </a:lnTo>
                  <a:lnTo>
                    <a:pt x="107264" y="71247"/>
                  </a:lnTo>
                  <a:lnTo>
                    <a:pt x="108572" y="71170"/>
                  </a:lnTo>
                  <a:lnTo>
                    <a:pt x="109626" y="70777"/>
                  </a:lnTo>
                  <a:close/>
                </a:path>
                <a:path w="147954" h="81915">
                  <a:moveTo>
                    <a:pt x="109880" y="39712"/>
                  </a:moveTo>
                  <a:lnTo>
                    <a:pt x="109842" y="38912"/>
                  </a:lnTo>
                  <a:lnTo>
                    <a:pt x="108762" y="38646"/>
                  </a:lnTo>
                  <a:lnTo>
                    <a:pt x="106133" y="38823"/>
                  </a:lnTo>
                  <a:lnTo>
                    <a:pt x="105511" y="39052"/>
                  </a:lnTo>
                  <a:lnTo>
                    <a:pt x="105651" y="38328"/>
                  </a:lnTo>
                  <a:lnTo>
                    <a:pt x="105575" y="36804"/>
                  </a:lnTo>
                  <a:lnTo>
                    <a:pt x="105498" y="35267"/>
                  </a:lnTo>
                  <a:lnTo>
                    <a:pt x="105168" y="34048"/>
                  </a:lnTo>
                  <a:lnTo>
                    <a:pt x="104470" y="34086"/>
                  </a:lnTo>
                  <a:lnTo>
                    <a:pt x="104254" y="35344"/>
                  </a:lnTo>
                  <a:lnTo>
                    <a:pt x="104394" y="38417"/>
                  </a:lnTo>
                  <a:lnTo>
                    <a:pt x="104571" y="39103"/>
                  </a:lnTo>
                  <a:lnTo>
                    <a:pt x="104000" y="38950"/>
                  </a:lnTo>
                  <a:lnTo>
                    <a:pt x="102692" y="39039"/>
                  </a:lnTo>
                  <a:lnTo>
                    <a:pt x="101384" y="39116"/>
                  </a:lnTo>
                  <a:lnTo>
                    <a:pt x="100330" y="39509"/>
                  </a:lnTo>
                  <a:lnTo>
                    <a:pt x="100368" y="40309"/>
                  </a:lnTo>
                  <a:lnTo>
                    <a:pt x="101447" y="40576"/>
                  </a:lnTo>
                  <a:lnTo>
                    <a:pt x="104076" y="40411"/>
                  </a:lnTo>
                  <a:lnTo>
                    <a:pt x="104660" y="40195"/>
                  </a:lnTo>
                  <a:lnTo>
                    <a:pt x="104533" y="40894"/>
                  </a:lnTo>
                  <a:lnTo>
                    <a:pt x="104609" y="42418"/>
                  </a:lnTo>
                  <a:lnTo>
                    <a:pt x="104686" y="43954"/>
                  </a:lnTo>
                  <a:lnTo>
                    <a:pt x="105016" y="45173"/>
                  </a:lnTo>
                  <a:lnTo>
                    <a:pt x="105714" y="45135"/>
                  </a:lnTo>
                  <a:lnTo>
                    <a:pt x="105930" y="43878"/>
                  </a:lnTo>
                  <a:lnTo>
                    <a:pt x="105778" y="40817"/>
                  </a:lnTo>
                  <a:lnTo>
                    <a:pt x="105587" y="40132"/>
                  </a:lnTo>
                  <a:lnTo>
                    <a:pt x="106210" y="40271"/>
                  </a:lnTo>
                  <a:lnTo>
                    <a:pt x="107518" y="40195"/>
                  </a:lnTo>
                  <a:lnTo>
                    <a:pt x="108826" y="40106"/>
                  </a:lnTo>
                  <a:lnTo>
                    <a:pt x="109880" y="39712"/>
                  </a:lnTo>
                  <a:close/>
                </a:path>
                <a:path w="147954" h="81915">
                  <a:moveTo>
                    <a:pt x="118910" y="0"/>
                  </a:moveTo>
                  <a:lnTo>
                    <a:pt x="115163" y="0"/>
                  </a:lnTo>
                  <a:lnTo>
                    <a:pt x="104927" y="11938"/>
                  </a:lnTo>
                  <a:lnTo>
                    <a:pt x="100139" y="6362"/>
                  </a:lnTo>
                  <a:lnTo>
                    <a:pt x="101193" y="6616"/>
                  </a:lnTo>
                  <a:lnTo>
                    <a:pt x="103822" y="6451"/>
                  </a:lnTo>
                  <a:lnTo>
                    <a:pt x="104406" y="6235"/>
                  </a:lnTo>
                  <a:lnTo>
                    <a:pt x="104279" y="6934"/>
                  </a:lnTo>
                  <a:lnTo>
                    <a:pt x="104355" y="8470"/>
                  </a:lnTo>
                  <a:lnTo>
                    <a:pt x="104432" y="9994"/>
                  </a:lnTo>
                  <a:lnTo>
                    <a:pt x="104762" y="11214"/>
                  </a:lnTo>
                  <a:lnTo>
                    <a:pt x="105448" y="11176"/>
                  </a:lnTo>
                  <a:lnTo>
                    <a:pt x="105676" y="9918"/>
                  </a:lnTo>
                  <a:lnTo>
                    <a:pt x="105524" y="6858"/>
                  </a:lnTo>
                  <a:lnTo>
                    <a:pt x="105333" y="6172"/>
                  </a:lnTo>
                  <a:lnTo>
                    <a:pt x="105956" y="6311"/>
                  </a:lnTo>
                  <a:lnTo>
                    <a:pt x="107264" y="6235"/>
                  </a:lnTo>
                  <a:lnTo>
                    <a:pt x="108572" y="6146"/>
                  </a:lnTo>
                  <a:lnTo>
                    <a:pt x="109626" y="5765"/>
                  </a:lnTo>
                  <a:lnTo>
                    <a:pt x="109588" y="4953"/>
                  </a:lnTo>
                  <a:lnTo>
                    <a:pt x="108508" y="4686"/>
                  </a:lnTo>
                  <a:lnTo>
                    <a:pt x="105879" y="4864"/>
                  </a:lnTo>
                  <a:lnTo>
                    <a:pt x="105257" y="5092"/>
                  </a:lnTo>
                  <a:lnTo>
                    <a:pt x="105384" y="4368"/>
                  </a:lnTo>
                  <a:lnTo>
                    <a:pt x="105321" y="2844"/>
                  </a:lnTo>
                  <a:lnTo>
                    <a:pt x="105244" y="1320"/>
                  </a:lnTo>
                  <a:lnTo>
                    <a:pt x="104914" y="88"/>
                  </a:lnTo>
                  <a:lnTo>
                    <a:pt x="104851" y="5651"/>
                  </a:lnTo>
                  <a:lnTo>
                    <a:pt x="104851" y="101"/>
                  </a:lnTo>
                  <a:lnTo>
                    <a:pt x="104216" y="127"/>
                  </a:lnTo>
                  <a:lnTo>
                    <a:pt x="104000" y="1384"/>
                  </a:lnTo>
                  <a:lnTo>
                    <a:pt x="104140" y="4457"/>
                  </a:lnTo>
                  <a:lnTo>
                    <a:pt x="104330" y="5143"/>
                  </a:lnTo>
                  <a:lnTo>
                    <a:pt x="103746" y="4991"/>
                  </a:lnTo>
                  <a:lnTo>
                    <a:pt x="102438" y="5080"/>
                  </a:lnTo>
                  <a:lnTo>
                    <a:pt x="101130" y="5156"/>
                  </a:lnTo>
                  <a:lnTo>
                    <a:pt x="100076" y="5549"/>
                  </a:lnTo>
                  <a:lnTo>
                    <a:pt x="100101" y="6324"/>
                  </a:lnTo>
                  <a:lnTo>
                    <a:pt x="94691" y="0"/>
                  </a:lnTo>
                  <a:lnTo>
                    <a:pt x="90944" y="0"/>
                  </a:lnTo>
                  <a:lnTo>
                    <a:pt x="104927" y="16306"/>
                  </a:lnTo>
                  <a:lnTo>
                    <a:pt x="108661" y="11938"/>
                  </a:lnTo>
                  <a:lnTo>
                    <a:pt x="118910" y="0"/>
                  </a:lnTo>
                  <a:close/>
                </a:path>
                <a:path w="147954" h="81915">
                  <a:moveTo>
                    <a:pt x="123355" y="55435"/>
                  </a:moveTo>
                  <a:lnTo>
                    <a:pt x="123317" y="54622"/>
                  </a:lnTo>
                  <a:lnTo>
                    <a:pt x="122237" y="54368"/>
                  </a:lnTo>
                  <a:lnTo>
                    <a:pt x="119608" y="54533"/>
                  </a:lnTo>
                  <a:lnTo>
                    <a:pt x="118973" y="54762"/>
                  </a:lnTo>
                  <a:lnTo>
                    <a:pt x="119113" y="54051"/>
                  </a:lnTo>
                  <a:lnTo>
                    <a:pt x="119049" y="52514"/>
                  </a:lnTo>
                  <a:lnTo>
                    <a:pt x="118973" y="50990"/>
                  </a:lnTo>
                  <a:lnTo>
                    <a:pt x="118630" y="49758"/>
                  </a:lnTo>
                  <a:lnTo>
                    <a:pt x="117944" y="49809"/>
                  </a:lnTo>
                  <a:lnTo>
                    <a:pt x="117729" y="51066"/>
                  </a:lnTo>
                  <a:lnTo>
                    <a:pt x="117868" y="54127"/>
                  </a:lnTo>
                  <a:lnTo>
                    <a:pt x="118046" y="54813"/>
                  </a:lnTo>
                  <a:lnTo>
                    <a:pt x="117475" y="54660"/>
                  </a:lnTo>
                  <a:lnTo>
                    <a:pt x="116166" y="54749"/>
                  </a:lnTo>
                  <a:lnTo>
                    <a:pt x="114858" y="54838"/>
                  </a:lnTo>
                  <a:lnTo>
                    <a:pt x="113804" y="55219"/>
                  </a:lnTo>
                  <a:lnTo>
                    <a:pt x="113817" y="55626"/>
                  </a:lnTo>
                  <a:lnTo>
                    <a:pt x="113842" y="56019"/>
                  </a:lnTo>
                  <a:lnTo>
                    <a:pt x="114922" y="56286"/>
                  </a:lnTo>
                  <a:lnTo>
                    <a:pt x="117551" y="56121"/>
                  </a:lnTo>
                  <a:lnTo>
                    <a:pt x="118122" y="55905"/>
                  </a:lnTo>
                  <a:lnTo>
                    <a:pt x="118008" y="56603"/>
                  </a:lnTo>
                  <a:lnTo>
                    <a:pt x="118084" y="58140"/>
                  </a:lnTo>
                  <a:lnTo>
                    <a:pt x="118160" y="59664"/>
                  </a:lnTo>
                  <a:lnTo>
                    <a:pt x="118491" y="60896"/>
                  </a:lnTo>
                  <a:lnTo>
                    <a:pt x="119176" y="60845"/>
                  </a:lnTo>
                  <a:lnTo>
                    <a:pt x="119405" y="59588"/>
                  </a:lnTo>
                  <a:lnTo>
                    <a:pt x="119253" y="56527"/>
                  </a:lnTo>
                  <a:lnTo>
                    <a:pt x="119062" y="55854"/>
                  </a:lnTo>
                  <a:lnTo>
                    <a:pt x="119672" y="55994"/>
                  </a:lnTo>
                  <a:lnTo>
                    <a:pt x="120992" y="55905"/>
                  </a:lnTo>
                  <a:lnTo>
                    <a:pt x="122301" y="55816"/>
                  </a:lnTo>
                  <a:lnTo>
                    <a:pt x="123355" y="55435"/>
                  </a:lnTo>
                  <a:close/>
                </a:path>
                <a:path w="147954" h="81915">
                  <a:moveTo>
                    <a:pt x="147878" y="23774"/>
                  </a:moveTo>
                  <a:lnTo>
                    <a:pt x="144132" y="19405"/>
                  </a:lnTo>
                  <a:lnTo>
                    <a:pt x="144132" y="23774"/>
                  </a:lnTo>
                  <a:lnTo>
                    <a:pt x="139992" y="28600"/>
                  </a:lnTo>
                  <a:lnTo>
                    <a:pt x="140106" y="27990"/>
                  </a:lnTo>
                  <a:lnTo>
                    <a:pt x="139954" y="24917"/>
                  </a:lnTo>
                  <a:lnTo>
                    <a:pt x="139763" y="24244"/>
                  </a:lnTo>
                  <a:lnTo>
                    <a:pt x="140385" y="24384"/>
                  </a:lnTo>
                  <a:lnTo>
                    <a:pt x="141693" y="24295"/>
                  </a:lnTo>
                  <a:lnTo>
                    <a:pt x="143002" y="24206"/>
                  </a:lnTo>
                  <a:lnTo>
                    <a:pt x="144056" y="23825"/>
                  </a:lnTo>
                  <a:lnTo>
                    <a:pt x="144043" y="23685"/>
                  </a:lnTo>
                  <a:lnTo>
                    <a:pt x="144132" y="19405"/>
                  </a:lnTo>
                  <a:lnTo>
                    <a:pt x="143332" y="18478"/>
                  </a:lnTo>
                  <a:lnTo>
                    <a:pt x="143332" y="22860"/>
                  </a:lnTo>
                  <a:lnTo>
                    <a:pt x="142938" y="22758"/>
                  </a:lnTo>
                  <a:lnTo>
                    <a:pt x="140309" y="22923"/>
                  </a:lnTo>
                  <a:lnTo>
                    <a:pt x="139687" y="23164"/>
                  </a:lnTo>
                  <a:lnTo>
                    <a:pt x="139827" y="22440"/>
                  </a:lnTo>
                  <a:lnTo>
                    <a:pt x="139750" y="20904"/>
                  </a:lnTo>
                  <a:lnTo>
                    <a:pt x="139674" y="19380"/>
                  </a:lnTo>
                  <a:lnTo>
                    <a:pt x="139407" y="18402"/>
                  </a:lnTo>
                  <a:lnTo>
                    <a:pt x="139407" y="29286"/>
                  </a:lnTo>
                  <a:lnTo>
                    <a:pt x="125628" y="45351"/>
                  </a:lnTo>
                  <a:lnTo>
                    <a:pt x="120827" y="39776"/>
                  </a:lnTo>
                  <a:lnTo>
                    <a:pt x="121894" y="40030"/>
                  </a:lnTo>
                  <a:lnTo>
                    <a:pt x="124523" y="39852"/>
                  </a:lnTo>
                  <a:lnTo>
                    <a:pt x="125107" y="39649"/>
                  </a:lnTo>
                  <a:lnTo>
                    <a:pt x="124980" y="40347"/>
                  </a:lnTo>
                  <a:lnTo>
                    <a:pt x="125056" y="41871"/>
                  </a:lnTo>
                  <a:lnTo>
                    <a:pt x="125133" y="43408"/>
                  </a:lnTo>
                  <a:lnTo>
                    <a:pt x="125463" y="44627"/>
                  </a:lnTo>
                  <a:lnTo>
                    <a:pt x="126149" y="44589"/>
                  </a:lnTo>
                  <a:lnTo>
                    <a:pt x="126377" y="43332"/>
                  </a:lnTo>
                  <a:lnTo>
                    <a:pt x="126238" y="40259"/>
                  </a:lnTo>
                  <a:lnTo>
                    <a:pt x="126034" y="39585"/>
                  </a:lnTo>
                  <a:lnTo>
                    <a:pt x="126657" y="39725"/>
                  </a:lnTo>
                  <a:lnTo>
                    <a:pt x="127965" y="39649"/>
                  </a:lnTo>
                  <a:lnTo>
                    <a:pt x="129273" y="39560"/>
                  </a:lnTo>
                  <a:lnTo>
                    <a:pt x="130327" y="39166"/>
                  </a:lnTo>
                  <a:lnTo>
                    <a:pt x="130289" y="38366"/>
                  </a:lnTo>
                  <a:lnTo>
                    <a:pt x="129209" y="38100"/>
                  </a:lnTo>
                  <a:lnTo>
                    <a:pt x="126580" y="38277"/>
                  </a:lnTo>
                  <a:lnTo>
                    <a:pt x="125958" y="38519"/>
                  </a:lnTo>
                  <a:lnTo>
                    <a:pt x="126098" y="37782"/>
                  </a:lnTo>
                  <a:lnTo>
                    <a:pt x="126022" y="36258"/>
                  </a:lnTo>
                  <a:lnTo>
                    <a:pt x="125945" y="34721"/>
                  </a:lnTo>
                  <a:lnTo>
                    <a:pt x="125615" y="33502"/>
                  </a:lnTo>
                  <a:lnTo>
                    <a:pt x="124929" y="33540"/>
                  </a:lnTo>
                  <a:lnTo>
                    <a:pt x="124701" y="34798"/>
                  </a:lnTo>
                  <a:lnTo>
                    <a:pt x="124853" y="37871"/>
                  </a:lnTo>
                  <a:lnTo>
                    <a:pt x="125031" y="38557"/>
                  </a:lnTo>
                  <a:lnTo>
                    <a:pt x="124460" y="38404"/>
                  </a:lnTo>
                  <a:lnTo>
                    <a:pt x="123139" y="38481"/>
                  </a:lnTo>
                  <a:lnTo>
                    <a:pt x="121831" y="38569"/>
                  </a:lnTo>
                  <a:lnTo>
                    <a:pt x="120777" y="38963"/>
                  </a:lnTo>
                  <a:lnTo>
                    <a:pt x="120802" y="39751"/>
                  </a:lnTo>
                  <a:lnTo>
                    <a:pt x="107480" y="24206"/>
                  </a:lnTo>
                  <a:lnTo>
                    <a:pt x="108546" y="24460"/>
                  </a:lnTo>
                  <a:lnTo>
                    <a:pt x="111175" y="24295"/>
                  </a:lnTo>
                  <a:lnTo>
                    <a:pt x="111760" y="24079"/>
                  </a:lnTo>
                  <a:lnTo>
                    <a:pt x="111645" y="24777"/>
                  </a:lnTo>
                  <a:lnTo>
                    <a:pt x="111709" y="26314"/>
                  </a:lnTo>
                  <a:lnTo>
                    <a:pt x="111785" y="27838"/>
                  </a:lnTo>
                  <a:lnTo>
                    <a:pt x="112128" y="29057"/>
                  </a:lnTo>
                  <a:lnTo>
                    <a:pt x="112814" y="29019"/>
                  </a:lnTo>
                  <a:lnTo>
                    <a:pt x="113030" y="27762"/>
                  </a:lnTo>
                  <a:lnTo>
                    <a:pt x="112890" y="24701"/>
                  </a:lnTo>
                  <a:lnTo>
                    <a:pt x="112687" y="24015"/>
                  </a:lnTo>
                  <a:lnTo>
                    <a:pt x="113309" y="24155"/>
                  </a:lnTo>
                  <a:lnTo>
                    <a:pt x="114617" y="24079"/>
                  </a:lnTo>
                  <a:lnTo>
                    <a:pt x="115925" y="23990"/>
                  </a:lnTo>
                  <a:lnTo>
                    <a:pt x="116979" y="23609"/>
                  </a:lnTo>
                  <a:lnTo>
                    <a:pt x="116941" y="22796"/>
                  </a:lnTo>
                  <a:lnTo>
                    <a:pt x="115862" y="22529"/>
                  </a:lnTo>
                  <a:lnTo>
                    <a:pt x="113233" y="22707"/>
                  </a:lnTo>
                  <a:lnTo>
                    <a:pt x="112610" y="22936"/>
                  </a:lnTo>
                  <a:lnTo>
                    <a:pt x="112750" y="22212"/>
                  </a:lnTo>
                  <a:lnTo>
                    <a:pt x="112674" y="20688"/>
                  </a:lnTo>
                  <a:lnTo>
                    <a:pt x="112598" y="19164"/>
                  </a:lnTo>
                  <a:lnTo>
                    <a:pt x="112268" y="17932"/>
                  </a:lnTo>
                  <a:lnTo>
                    <a:pt x="112115" y="17945"/>
                  </a:lnTo>
                  <a:lnTo>
                    <a:pt x="125120" y="2768"/>
                  </a:lnTo>
                  <a:lnTo>
                    <a:pt x="124955" y="3733"/>
                  </a:lnTo>
                  <a:lnTo>
                    <a:pt x="125107" y="6807"/>
                  </a:lnTo>
                  <a:lnTo>
                    <a:pt x="125285" y="7493"/>
                  </a:lnTo>
                  <a:lnTo>
                    <a:pt x="124714" y="7340"/>
                  </a:lnTo>
                  <a:lnTo>
                    <a:pt x="123405" y="7429"/>
                  </a:lnTo>
                  <a:lnTo>
                    <a:pt x="122097" y="7505"/>
                  </a:lnTo>
                  <a:lnTo>
                    <a:pt x="121031" y="7899"/>
                  </a:lnTo>
                  <a:lnTo>
                    <a:pt x="121081" y="8699"/>
                  </a:lnTo>
                  <a:lnTo>
                    <a:pt x="122148" y="8966"/>
                  </a:lnTo>
                  <a:lnTo>
                    <a:pt x="124777" y="8801"/>
                  </a:lnTo>
                  <a:lnTo>
                    <a:pt x="125361" y="8585"/>
                  </a:lnTo>
                  <a:lnTo>
                    <a:pt x="125247" y="9283"/>
                  </a:lnTo>
                  <a:lnTo>
                    <a:pt x="125310" y="10820"/>
                  </a:lnTo>
                  <a:lnTo>
                    <a:pt x="125387" y="12344"/>
                  </a:lnTo>
                  <a:lnTo>
                    <a:pt x="125717" y="13576"/>
                  </a:lnTo>
                  <a:lnTo>
                    <a:pt x="126415" y="13525"/>
                  </a:lnTo>
                  <a:lnTo>
                    <a:pt x="126631" y="12268"/>
                  </a:lnTo>
                  <a:lnTo>
                    <a:pt x="126492" y="9207"/>
                  </a:lnTo>
                  <a:lnTo>
                    <a:pt x="126288" y="8521"/>
                  </a:lnTo>
                  <a:lnTo>
                    <a:pt x="126911" y="8661"/>
                  </a:lnTo>
                  <a:lnTo>
                    <a:pt x="128219" y="8585"/>
                  </a:lnTo>
                  <a:lnTo>
                    <a:pt x="129527" y="8496"/>
                  </a:lnTo>
                  <a:lnTo>
                    <a:pt x="130581" y="8115"/>
                  </a:lnTo>
                  <a:lnTo>
                    <a:pt x="130568" y="7988"/>
                  </a:lnTo>
                  <a:lnTo>
                    <a:pt x="139306" y="18161"/>
                  </a:lnTo>
                  <a:lnTo>
                    <a:pt x="139280" y="23723"/>
                  </a:lnTo>
                  <a:lnTo>
                    <a:pt x="139280" y="18173"/>
                  </a:lnTo>
                  <a:lnTo>
                    <a:pt x="138645" y="18199"/>
                  </a:lnTo>
                  <a:lnTo>
                    <a:pt x="138430" y="19456"/>
                  </a:lnTo>
                  <a:lnTo>
                    <a:pt x="138569" y="22517"/>
                  </a:lnTo>
                  <a:lnTo>
                    <a:pt x="138747" y="23202"/>
                  </a:lnTo>
                  <a:lnTo>
                    <a:pt x="138176" y="23050"/>
                  </a:lnTo>
                  <a:lnTo>
                    <a:pt x="136867" y="23139"/>
                  </a:lnTo>
                  <a:lnTo>
                    <a:pt x="135559" y="23228"/>
                  </a:lnTo>
                  <a:lnTo>
                    <a:pt x="134505" y="23609"/>
                  </a:lnTo>
                  <a:lnTo>
                    <a:pt x="134543" y="24422"/>
                  </a:lnTo>
                  <a:lnTo>
                    <a:pt x="135623" y="24676"/>
                  </a:lnTo>
                  <a:lnTo>
                    <a:pt x="138252" y="24511"/>
                  </a:lnTo>
                  <a:lnTo>
                    <a:pt x="138836" y="24307"/>
                  </a:lnTo>
                  <a:lnTo>
                    <a:pt x="138709" y="25006"/>
                  </a:lnTo>
                  <a:lnTo>
                    <a:pt x="138785" y="26530"/>
                  </a:lnTo>
                  <a:lnTo>
                    <a:pt x="138861" y="28054"/>
                  </a:lnTo>
                  <a:lnTo>
                    <a:pt x="139192" y="29286"/>
                  </a:lnTo>
                  <a:lnTo>
                    <a:pt x="139407" y="29286"/>
                  </a:lnTo>
                  <a:lnTo>
                    <a:pt x="139407" y="18402"/>
                  </a:lnTo>
                  <a:lnTo>
                    <a:pt x="139357" y="18211"/>
                  </a:lnTo>
                  <a:lnTo>
                    <a:pt x="143332" y="22860"/>
                  </a:lnTo>
                  <a:lnTo>
                    <a:pt x="143332" y="18478"/>
                  </a:lnTo>
                  <a:lnTo>
                    <a:pt x="129857" y="2755"/>
                  </a:lnTo>
                  <a:lnTo>
                    <a:pt x="129857" y="7150"/>
                  </a:lnTo>
                  <a:lnTo>
                    <a:pt x="129463" y="7048"/>
                  </a:lnTo>
                  <a:lnTo>
                    <a:pt x="126834" y="7213"/>
                  </a:lnTo>
                  <a:lnTo>
                    <a:pt x="126212" y="7442"/>
                  </a:lnTo>
                  <a:lnTo>
                    <a:pt x="126352" y="6718"/>
                  </a:lnTo>
                  <a:lnTo>
                    <a:pt x="126276" y="5194"/>
                  </a:lnTo>
                  <a:lnTo>
                    <a:pt x="126199" y="3670"/>
                  </a:lnTo>
                  <a:lnTo>
                    <a:pt x="125869" y="2489"/>
                  </a:lnTo>
                  <a:lnTo>
                    <a:pt x="129857" y="7150"/>
                  </a:lnTo>
                  <a:lnTo>
                    <a:pt x="129857" y="2755"/>
                  </a:lnTo>
                  <a:lnTo>
                    <a:pt x="129374" y="2184"/>
                  </a:lnTo>
                  <a:lnTo>
                    <a:pt x="127495" y="0"/>
                  </a:lnTo>
                  <a:lnTo>
                    <a:pt x="125844" y="0"/>
                  </a:lnTo>
                  <a:lnTo>
                    <a:pt x="125844" y="2451"/>
                  </a:lnTo>
                  <a:lnTo>
                    <a:pt x="125387" y="2476"/>
                  </a:lnTo>
                  <a:lnTo>
                    <a:pt x="125628" y="2184"/>
                  </a:lnTo>
                  <a:lnTo>
                    <a:pt x="125844" y="2451"/>
                  </a:lnTo>
                  <a:lnTo>
                    <a:pt x="125844" y="0"/>
                  </a:lnTo>
                  <a:lnTo>
                    <a:pt x="123761" y="0"/>
                  </a:lnTo>
                  <a:lnTo>
                    <a:pt x="111683" y="14097"/>
                  </a:lnTo>
                  <a:lnTo>
                    <a:pt x="111683" y="22987"/>
                  </a:lnTo>
                  <a:lnTo>
                    <a:pt x="111112" y="22834"/>
                  </a:lnTo>
                  <a:lnTo>
                    <a:pt x="109791" y="22923"/>
                  </a:lnTo>
                  <a:lnTo>
                    <a:pt x="108483" y="22999"/>
                  </a:lnTo>
                  <a:lnTo>
                    <a:pt x="107454" y="23393"/>
                  </a:lnTo>
                  <a:lnTo>
                    <a:pt x="107454" y="23799"/>
                  </a:lnTo>
                  <a:lnTo>
                    <a:pt x="107454" y="24180"/>
                  </a:lnTo>
                  <a:lnTo>
                    <a:pt x="107124" y="23774"/>
                  </a:lnTo>
                  <a:lnTo>
                    <a:pt x="107442" y="23406"/>
                  </a:lnTo>
                  <a:lnTo>
                    <a:pt x="107454" y="23799"/>
                  </a:lnTo>
                  <a:lnTo>
                    <a:pt x="107454" y="23393"/>
                  </a:lnTo>
                  <a:lnTo>
                    <a:pt x="111442" y="18745"/>
                  </a:lnTo>
                  <a:lnTo>
                    <a:pt x="111353" y="19227"/>
                  </a:lnTo>
                  <a:lnTo>
                    <a:pt x="111506" y="22301"/>
                  </a:lnTo>
                  <a:lnTo>
                    <a:pt x="111683" y="22987"/>
                  </a:lnTo>
                  <a:lnTo>
                    <a:pt x="111683" y="14097"/>
                  </a:lnTo>
                  <a:lnTo>
                    <a:pt x="104927" y="21971"/>
                  </a:lnTo>
                  <a:lnTo>
                    <a:pt x="102743" y="19431"/>
                  </a:lnTo>
                  <a:lnTo>
                    <a:pt x="102743" y="23774"/>
                  </a:lnTo>
                  <a:lnTo>
                    <a:pt x="98602" y="28600"/>
                  </a:lnTo>
                  <a:lnTo>
                    <a:pt x="98717" y="27990"/>
                  </a:lnTo>
                  <a:lnTo>
                    <a:pt x="98564" y="24917"/>
                  </a:lnTo>
                  <a:lnTo>
                    <a:pt x="98374" y="24231"/>
                  </a:lnTo>
                  <a:lnTo>
                    <a:pt x="98996" y="24384"/>
                  </a:lnTo>
                  <a:lnTo>
                    <a:pt x="100304" y="24295"/>
                  </a:lnTo>
                  <a:lnTo>
                    <a:pt x="101612" y="24206"/>
                  </a:lnTo>
                  <a:lnTo>
                    <a:pt x="102666" y="23825"/>
                  </a:lnTo>
                  <a:lnTo>
                    <a:pt x="102654" y="23685"/>
                  </a:lnTo>
                  <a:lnTo>
                    <a:pt x="102743" y="19431"/>
                  </a:lnTo>
                  <a:lnTo>
                    <a:pt x="101942" y="18491"/>
                  </a:lnTo>
                  <a:lnTo>
                    <a:pt x="101942" y="22860"/>
                  </a:lnTo>
                  <a:lnTo>
                    <a:pt x="101549" y="22758"/>
                  </a:lnTo>
                  <a:lnTo>
                    <a:pt x="98920" y="22923"/>
                  </a:lnTo>
                  <a:lnTo>
                    <a:pt x="98298" y="23164"/>
                  </a:lnTo>
                  <a:lnTo>
                    <a:pt x="98437" y="22440"/>
                  </a:lnTo>
                  <a:lnTo>
                    <a:pt x="98361" y="20904"/>
                  </a:lnTo>
                  <a:lnTo>
                    <a:pt x="98285" y="19380"/>
                  </a:lnTo>
                  <a:lnTo>
                    <a:pt x="98018" y="18402"/>
                  </a:lnTo>
                  <a:lnTo>
                    <a:pt x="98018" y="29286"/>
                  </a:lnTo>
                  <a:lnTo>
                    <a:pt x="84239" y="45351"/>
                  </a:lnTo>
                  <a:lnTo>
                    <a:pt x="79438" y="39776"/>
                  </a:lnTo>
                  <a:lnTo>
                    <a:pt x="80505" y="40030"/>
                  </a:lnTo>
                  <a:lnTo>
                    <a:pt x="83134" y="39852"/>
                  </a:lnTo>
                  <a:lnTo>
                    <a:pt x="83718" y="39649"/>
                  </a:lnTo>
                  <a:lnTo>
                    <a:pt x="83604" y="40347"/>
                  </a:lnTo>
                  <a:lnTo>
                    <a:pt x="83667" y="41871"/>
                  </a:lnTo>
                  <a:lnTo>
                    <a:pt x="83743" y="43408"/>
                  </a:lnTo>
                  <a:lnTo>
                    <a:pt x="84074" y="44627"/>
                  </a:lnTo>
                  <a:lnTo>
                    <a:pt x="84772" y="44589"/>
                  </a:lnTo>
                  <a:lnTo>
                    <a:pt x="84988" y="43332"/>
                  </a:lnTo>
                  <a:lnTo>
                    <a:pt x="84848" y="40259"/>
                  </a:lnTo>
                  <a:lnTo>
                    <a:pt x="84645" y="39585"/>
                  </a:lnTo>
                  <a:lnTo>
                    <a:pt x="85267" y="39725"/>
                  </a:lnTo>
                  <a:lnTo>
                    <a:pt x="86575" y="39649"/>
                  </a:lnTo>
                  <a:lnTo>
                    <a:pt x="87884" y="39560"/>
                  </a:lnTo>
                  <a:lnTo>
                    <a:pt x="88950" y="39166"/>
                  </a:lnTo>
                  <a:lnTo>
                    <a:pt x="88900" y="38366"/>
                  </a:lnTo>
                  <a:lnTo>
                    <a:pt x="87820" y="38100"/>
                  </a:lnTo>
                  <a:lnTo>
                    <a:pt x="85191" y="38277"/>
                  </a:lnTo>
                  <a:lnTo>
                    <a:pt x="84569" y="38519"/>
                  </a:lnTo>
                  <a:lnTo>
                    <a:pt x="84709" y="37782"/>
                  </a:lnTo>
                  <a:lnTo>
                    <a:pt x="84632" y="36258"/>
                  </a:lnTo>
                  <a:lnTo>
                    <a:pt x="84556" y="34721"/>
                  </a:lnTo>
                  <a:lnTo>
                    <a:pt x="84226" y="33502"/>
                  </a:lnTo>
                  <a:lnTo>
                    <a:pt x="83540" y="33540"/>
                  </a:lnTo>
                  <a:lnTo>
                    <a:pt x="83312" y="34798"/>
                  </a:lnTo>
                  <a:lnTo>
                    <a:pt x="83464" y="37871"/>
                  </a:lnTo>
                  <a:lnTo>
                    <a:pt x="83642" y="38557"/>
                  </a:lnTo>
                  <a:lnTo>
                    <a:pt x="83070" y="38404"/>
                  </a:lnTo>
                  <a:lnTo>
                    <a:pt x="81762" y="38481"/>
                  </a:lnTo>
                  <a:lnTo>
                    <a:pt x="80441" y="38569"/>
                  </a:lnTo>
                  <a:lnTo>
                    <a:pt x="79387" y="38963"/>
                  </a:lnTo>
                  <a:lnTo>
                    <a:pt x="79425" y="39763"/>
                  </a:lnTo>
                  <a:lnTo>
                    <a:pt x="66090" y="24206"/>
                  </a:lnTo>
                  <a:lnTo>
                    <a:pt x="67170" y="24460"/>
                  </a:lnTo>
                  <a:lnTo>
                    <a:pt x="69786" y="24295"/>
                  </a:lnTo>
                  <a:lnTo>
                    <a:pt x="70383" y="24079"/>
                  </a:lnTo>
                  <a:lnTo>
                    <a:pt x="70256" y="24777"/>
                  </a:lnTo>
                  <a:lnTo>
                    <a:pt x="70319" y="26314"/>
                  </a:lnTo>
                  <a:lnTo>
                    <a:pt x="70396" y="27838"/>
                  </a:lnTo>
                  <a:lnTo>
                    <a:pt x="70739" y="29057"/>
                  </a:lnTo>
                  <a:lnTo>
                    <a:pt x="71424" y="29019"/>
                  </a:lnTo>
                  <a:lnTo>
                    <a:pt x="71640" y="27762"/>
                  </a:lnTo>
                  <a:lnTo>
                    <a:pt x="71501" y="24701"/>
                  </a:lnTo>
                  <a:lnTo>
                    <a:pt x="71297" y="24015"/>
                  </a:lnTo>
                  <a:lnTo>
                    <a:pt x="71920" y="24155"/>
                  </a:lnTo>
                  <a:lnTo>
                    <a:pt x="73228" y="24079"/>
                  </a:lnTo>
                  <a:lnTo>
                    <a:pt x="74536" y="23990"/>
                  </a:lnTo>
                  <a:lnTo>
                    <a:pt x="75603" y="23609"/>
                  </a:lnTo>
                  <a:lnTo>
                    <a:pt x="75552" y="22796"/>
                  </a:lnTo>
                  <a:lnTo>
                    <a:pt x="74472" y="22529"/>
                  </a:lnTo>
                  <a:lnTo>
                    <a:pt x="71843" y="22707"/>
                  </a:lnTo>
                  <a:lnTo>
                    <a:pt x="71234" y="22936"/>
                  </a:lnTo>
                  <a:lnTo>
                    <a:pt x="71361" y="22212"/>
                  </a:lnTo>
                  <a:lnTo>
                    <a:pt x="71285" y="20688"/>
                  </a:lnTo>
                  <a:lnTo>
                    <a:pt x="71208" y="19164"/>
                  </a:lnTo>
                  <a:lnTo>
                    <a:pt x="70878" y="17932"/>
                  </a:lnTo>
                  <a:lnTo>
                    <a:pt x="70726" y="17945"/>
                  </a:lnTo>
                  <a:lnTo>
                    <a:pt x="83731" y="2768"/>
                  </a:lnTo>
                  <a:lnTo>
                    <a:pt x="83566" y="3733"/>
                  </a:lnTo>
                  <a:lnTo>
                    <a:pt x="83718" y="6807"/>
                  </a:lnTo>
                  <a:lnTo>
                    <a:pt x="83896" y="7493"/>
                  </a:lnTo>
                  <a:lnTo>
                    <a:pt x="83324" y="7340"/>
                  </a:lnTo>
                  <a:lnTo>
                    <a:pt x="82016" y="7429"/>
                  </a:lnTo>
                  <a:lnTo>
                    <a:pt x="80708" y="7505"/>
                  </a:lnTo>
                  <a:lnTo>
                    <a:pt x="79641" y="7899"/>
                  </a:lnTo>
                  <a:lnTo>
                    <a:pt x="79692" y="8699"/>
                  </a:lnTo>
                  <a:lnTo>
                    <a:pt x="80759" y="8966"/>
                  </a:lnTo>
                  <a:lnTo>
                    <a:pt x="83388" y="8801"/>
                  </a:lnTo>
                  <a:lnTo>
                    <a:pt x="83985" y="8585"/>
                  </a:lnTo>
                  <a:lnTo>
                    <a:pt x="83858" y="9283"/>
                  </a:lnTo>
                  <a:lnTo>
                    <a:pt x="83921" y="10820"/>
                  </a:lnTo>
                  <a:lnTo>
                    <a:pt x="83997" y="12344"/>
                  </a:lnTo>
                  <a:lnTo>
                    <a:pt x="84340" y="13576"/>
                  </a:lnTo>
                  <a:lnTo>
                    <a:pt x="85026" y="13525"/>
                  </a:lnTo>
                  <a:lnTo>
                    <a:pt x="85242" y="12268"/>
                  </a:lnTo>
                  <a:lnTo>
                    <a:pt x="85102" y="9207"/>
                  </a:lnTo>
                  <a:lnTo>
                    <a:pt x="84899" y="8521"/>
                  </a:lnTo>
                  <a:lnTo>
                    <a:pt x="85521" y="8661"/>
                  </a:lnTo>
                  <a:lnTo>
                    <a:pt x="86829" y="8585"/>
                  </a:lnTo>
                  <a:lnTo>
                    <a:pt x="88138" y="8496"/>
                  </a:lnTo>
                  <a:lnTo>
                    <a:pt x="89204" y="8115"/>
                  </a:lnTo>
                  <a:lnTo>
                    <a:pt x="97917" y="18161"/>
                  </a:lnTo>
                  <a:lnTo>
                    <a:pt x="97256" y="18199"/>
                  </a:lnTo>
                  <a:lnTo>
                    <a:pt x="97040" y="19456"/>
                  </a:lnTo>
                  <a:lnTo>
                    <a:pt x="97180" y="22517"/>
                  </a:lnTo>
                  <a:lnTo>
                    <a:pt x="97358" y="23202"/>
                  </a:lnTo>
                  <a:lnTo>
                    <a:pt x="96786" y="23050"/>
                  </a:lnTo>
                  <a:lnTo>
                    <a:pt x="95478" y="23139"/>
                  </a:lnTo>
                  <a:lnTo>
                    <a:pt x="94170" y="23228"/>
                  </a:lnTo>
                  <a:lnTo>
                    <a:pt x="93116" y="23609"/>
                  </a:lnTo>
                  <a:lnTo>
                    <a:pt x="93154" y="24422"/>
                  </a:lnTo>
                  <a:lnTo>
                    <a:pt x="94234" y="24676"/>
                  </a:lnTo>
                  <a:lnTo>
                    <a:pt x="96862" y="24511"/>
                  </a:lnTo>
                  <a:lnTo>
                    <a:pt x="97447" y="24307"/>
                  </a:lnTo>
                  <a:lnTo>
                    <a:pt x="97320" y="25006"/>
                  </a:lnTo>
                  <a:lnTo>
                    <a:pt x="97396" y="26530"/>
                  </a:lnTo>
                  <a:lnTo>
                    <a:pt x="97472" y="28054"/>
                  </a:lnTo>
                  <a:lnTo>
                    <a:pt x="97802" y="29286"/>
                  </a:lnTo>
                  <a:lnTo>
                    <a:pt x="98018" y="29286"/>
                  </a:lnTo>
                  <a:lnTo>
                    <a:pt x="98018" y="18402"/>
                  </a:lnTo>
                  <a:lnTo>
                    <a:pt x="97967" y="18211"/>
                  </a:lnTo>
                  <a:lnTo>
                    <a:pt x="101942" y="22860"/>
                  </a:lnTo>
                  <a:lnTo>
                    <a:pt x="101942" y="18491"/>
                  </a:lnTo>
                  <a:lnTo>
                    <a:pt x="88468" y="2755"/>
                  </a:lnTo>
                  <a:lnTo>
                    <a:pt x="88468" y="7150"/>
                  </a:lnTo>
                  <a:lnTo>
                    <a:pt x="88074" y="7048"/>
                  </a:lnTo>
                  <a:lnTo>
                    <a:pt x="85445" y="7213"/>
                  </a:lnTo>
                  <a:lnTo>
                    <a:pt x="84836" y="7442"/>
                  </a:lnTo>
                  <a:lnTo>
                    <a:pt x="84963" y="6718"/>
                  </a:lnTo>
                  <a:lnTo>
                    <a:pt x="84886" y="5194"/>
                  </a:lnTo>
                  <a:lnTo>
                    <a:pt x="84810" y="3670"/>
                  </a:lnTo>
                  <a:lnTo>
                    <a:pt x="84480" y="2489"/>
                  </a:lnTo>
                  <a:lnTo>
                    <a:pt x="88468" y="7150"/>
                  </a:lnTo>
                  <a:lnTo>
                    <a:pt x="88468" y="2755"/>
                  </a:lnTo>
                  <a:lnTo>
                    <a:pt x="87985" y="2184"/>
                  </a:lnTo>
                  <a:lnTo>
                    <a:pt x="86106" y="0"/>
                  </a:lnTo>
                  <a:lnTo>
                    <a:pt x="84455" y="0"/>
                  </a:lnTo>
                  <a:lnTo>
                    <a:pt x="84455" y="2451"/>
                  </a:lnTo>
                  <a:lnTo>
                    <a:pt x="83997" y="2476"/>
                  </a:lnTo>
                  <a:lnTo>
                    <a:pt x="84239" y="2184"/>
                  </a:lnTo>
                  <a:lnTo>
                    <a:pt x="84455" y="2451"/>
                  </a:lnTo>
                  <a:lnTo>
                    <a:pt x="84455" y="0"/>
                  </a:lnTo>
                  <a:lnTo>
                    <a:pt x="82372" y="0"/>
                  </a:lnTo>
                  <a:lnTo>
                    <a:pt x="70294" y="14097"/>
                  </a:lnTo>
                  <a:lnTo>
                    <a:pt x="70294" y="22987"/>
                  </a:lnTo>
                  <a:lnTo>
                    <a:pt x="69723" y="22834"/>
                  </a:lnTo>
                  <a:lnTo>
                    <a:pt x="68414" y="22923"/>
                  </a:lnTo>
                  <a:lnTo>
                    <a:pt x="67106" y="22999"/>
                  </a:lnTo>
                  <a:lnTo>
                    <a:pt x="66078" y="23393"/>
                  </a:lnTo>
                  <a:lnTo>
                    <a:pt x="66078" y="24193"/>
                  </a:lnTo>
                  <a:lnTo>
                    <a:pt x="65735" y="23774"/>
                  </a:lnTo>
                  <a:lnTo>
                    <a:pt x="66040" y="23418"/>
                  </a:lnTo>
                  <a:lnTo>
                    <a:pt x="66078" y="24193"/>
                  </a:lnTo>
                  <a:lnTo>
                    <a:pt x="66078" y="23393"/>
                  </a:lnTo>
                  <a:lnTo>
                    <a:pt x="70053" y="18745"/>
                  </a:lnTo>
                  <a:lnTo>
                    <a:pt x="69964" y="19227"/>
                  </a:lnTo>
                  <a:lnTo>
                    <a:pt x="70116" y="22301"/>
                  </a:lnTo>
                  <a:lnTo>
                    <a:pt x="70294" y="22987"/>
                  </a:lnTo>
                  <a:lnTo>
                    <a:pt x="70294" y="14097"/>
                  </a:lnTo>
                  <a:lnTo>
                    <a:pt x="61988" y="23774"/>
                  </a:lnTo>
                  <a:lnTo>
                    <a:pt x="84239" y="49720"/>
                  </a:lnTo>
                  <a:lnTo>
                    <a:pt x="87985" y="45351"/>
                  </a:lnTo>
                  <a:lnTo>
                    <a:pt x="104927" y="25590"/>
                  </a:lnTo>
                  <a:lnTo>
                    <a:pt x="125628" y="49720"/>
                  </a:lnTo>
                  <a:lnTo>
                    <a:pt x="129374" y="45351"/>
                  </a:lnTo>
                  <a:lnTo>
                    <a:pt x="147878" y="23774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 descr=""/>
            <p:cNvSpPr/>
            <p:nvPr/>
          </p:nvSpPr>
          <p:spPr>
            <a:xfrm>
              <a:off x="11306366" y="6481959"/>
              <a:ext cx="244475" cy="81915"/>
            </a:xfrm>
            <a:custGeom>
              <a:avLst/>
              <a:gdLst/>
              <a:ahLst/>
              <a:cxnLst/>
              <a:rect l="l" t="t" r="r" b="b"/>
              <a:pathLst>
                <a:path w="244475" h="81915">
                  <a:moveTo>
                    <a:pt x="27965" y="0"/>
                  </a:moveTo>
                  <a:lnTo>
                    <a:pt x="24218" y="0"/>
                  </a:lnTo>
                  <a:lnTo>
                    <a:pt x="13982" y="11938"/>
                  </a:lnTo>
                  <a:lnTo>
                    <a:pt x="9194" y="6362"/>
                  </a:lnTo>
                  <a:lnTo>
                    <a:pt x="10248" y="6616"/>
                  </a:lnTo>
                  <a:lnTo>
                    <a:pt x="12877" y="6451"/>
                  </a:lnTo>
                  <a:lnTo>
                    <a:pt x="13462" y="6235"/>
                  </a:lnTo>
                  <a:lnTo>
                    <a:pt x="13335" y="6934"/>
                  </a:lnTo>
                  <a:lnTo>
                    <a:pt x="13411" y="8470"/>
                  </a:lnTo>
                  <a:lnTo>
                    <a:pt x="13487" y="9994"/>
                  </a:lnTo>
                  <a:lnTo>
                    <a:pt x="13817" y="11214"/>
                  </a:lnTo>
                  <a:lnTo>
                    <a:pt x="14503" y="11176"/>
                  </a:lnTo>
                  <a:lnTo>
                    <a:pt x="14732" y="9918"/>
                  </a:lnTo>
                  <a:lnTo>
                    <a:pt x="14579" y="6858"/>
                  </a:lnTo>
                  <a:lnTo>
                    <a:pt x="14389" y="6172"/>
                  </a:lnTo>
                  <a:lnTo>
                    <a:pt x="15011" y="6311"/>
                  </a:lnTo>
                  <a:lnTo>
                    <a:pt x="16319" y="6235"/>
                  </a:lnTo>
                  <a:lnTo>
                    <a:pt x="17627" y="6146"/>
                  </a:lnTo>
                  <a:lnTo>
                    <a:pt x="18681" y="5765"/>
                  </a:lnTo>
                  <a:lnTo>
                    <a:pt x="18643" y="4953"/>
                  </a:lnTo>
                  <a:lnTo>
                    <a:pt x="17564" y="4686"/>
                  </a:lnTo>
                  <a:lnTo>
                    <a:pt x="14935" y="4864"/>
                  </a:lnTo>
                  <a:lnTo>
                    <a:pt x="14312" y="5092"/>
                  </a:lnTo>
                  <a:lnTo>
                    <a:pt x="14452" y="4368"/>
                  </a:lnTo>
                  <a:lnTo>
                    <a:pt x="14376" y="2844"/>
                  </a:lnTo>
                  <a:lnTo>
                    <a:pt x="14300" y="1320"/>
                  </a:lnTo>
                  <a:lnTo>
                    <a:pt x="13970" y="88"/>
                  </a:lnTo>
                  <a:lnTo>
                    <a:pt x="13906" y="5651"/>
                  </a:lnTo>
                  <a:lnTo>
                    <a:pt x="13906" y="101"/>
                  </a:lnTo>
                  <a:lnTo>
                    <a:pt x="13271" y="127"/>
                  </a:lnTo>
                  <a:lnTo>
                    <a:pt x="13055" y="1384"/>
                  </a:lnTo>
                  <a:lnTo>
                    <a:pt x="13195" y="4457"/>
                  </a:lnTo>
                  <a:lnTo>
                    <a:pt x="13385" y="5143"/>
                  </a:lnTo>
                  <a:lnTo>
                    <a:pt x="12801" y="4991"/>
                  </a:lnTo>
                  <a:lnTo>
                    <a:pt x="11493" y="5080"/>
                  </a:lnTo>
                  <a:lnTo>
                    <a:pt x="10185" y="5156"/>
                  </a:lnTo>
                  <a:lnTo>
                    <a:pt x="9131" y="5549"/>
                  </a:lnTo>
                  <a:lnTo>
                    <a:pt x="9156" y="6324"/>
                  </a:lnTo>
                  <a:lnTo>
                    <a:pt x="3746" y="0"/>
                  </a:lnTo>
                  <a:lnTo>
                    <a:pt x="0" y="0"/>
                  </a:lnTo>
                  <a:lnTo>
                    <a:pt x="13982" y="16306"/>
                  </a:lnTo>
                  <a:lnTo>
                    <a:pt x="17729" y="11938"/>
                  </a:lnTo>
                  <a:lnTo>
                    <a:pt x="27965" y="0"/>
                  </a:lnTo>
                  <a:close/>
                </a:path>
                <a:path w="244475" h="81915">
                  <a:moveTo>
                    <a:pt x="101358" y="5765"/>
                  </a:moveTo>
                  <a:lnTo>
                    <a:pt x="101320" y="4953"/>
                  </a:lnTo>
                  <a:lnTo>
                    <a:pt x="100241" y="4686"/>
                  </a:lnTo>
                  <a:lnTo>
                    <a:pt x="97612" y="4864"/>
                  </a:lnTo>
                  <a:lnTo>
                    <a:pt x="96570" y="5245"/>
                  </a:lnTo>
                  <a:lnTo>
                    <a:pt x="96583" y="5651"/>
                  </a:lnTo>
                  <a:lnTo>
                    <a:pt x="96596" y="6057"/>
                  </a:lnTo>
                  <a:lnTo>
                    <a:pt x="97688" y="6311"/>
                  </a:lnTo>
                  <a:lnTo>
                    <a:pt x="98996" y="6235"/>
                  </a:lnTo>
                  <a:lnTo>
                    <a:pt x="100304" y="6146"/>
                  </a:lnTo>
                  <a:lnTo>
                    <a:pt x="101358" y="5765"/>
                  </a:lnTo>
                  <a:close/>
                </a:path>
                <a:path w="244475" h="81915">
                  <a:moveTo>
                    <a:pt x="182219" y="23774"/>
                  </a:moveTo>
                  <a:lnTo>
                    <a:pt x="178460" y="19392"/>
                  </a:lnTo>
                  <a:lnTo>
                    <a:pt x="178460" y="23774"/>
                  </a:lnTo>
                  <a:lnTo>
                    <a:pt x="174320" y="28600"/>
                  </a:lnTo>
                  <a:lnTo>
                    <a:pt x="174447" y="27990"/>
                  </a:lnTo>
                  <a:lnTo>
                    <a:pt x="174294" y="24917"/>
                  </a:lnTo>
                  <a:lnTo>
                    <a:pt x="174104" y="24244"/>
                  </a:lnTo>
                  <a:lnTo>
                    <a:pt x="174713" y="24384"/>
                  </a:lnTo>
                  <a:lnTo>
                    <a:pt x="176022" y="24295"/>
                  </a:lnTo>
                  <a:lnTo>
                    <a:pt x="177330" y="24206"/>
                  </a:lnTo>
                  <a:lnTo>
                    <a:pt x="178396" y="23825"/>
                  </a:lnTo>
                  <a:lnTo>
                    <a:pt x="178384" y="23698"/>
                  </a:lnTo>
                  <a:lnTo>
                    <a:pt x="178460" y="19392"/>
                  </a:lnTo>
                  <a:lnTo>
                    <a:pt x="177660" y="18465"/>
                  </a:lnTo>
                  <a:lnTo>
                    <a:pt x="177660" y="22860"/>
                  </a:lnTo>
                  <a:lnTo>
                    <a:pt x="177279" y="22758"/>
                  </a:lnTo>
                  <a:lnTo>
                    <a:pt x="174650" y="22923"/>
                  </a:lnTo>
                  <a:lnTo>
                    <a:pt x="174028" y="23164"/>
                  </a:lnTo>
                  <a:lnTo>
                    <a:pt x="174155" y="22440"/>
                  </a:lnTo>
                  <a:lnTo>
                    <a:pt x="174078" y="20904"/>
                  </a:lnTo>
                  <a:lnTo>
                    <a:pt x="174015" y="19380"/>
                  </a:lnTo>
                  <a:lnTo>
                    <a:pt x="173736" y="18402"/>
                  </a:lnTo>
                  <a:lnTo>
                    <a:pt x="173736" y="29286"/>
                  </a:lnTo>
                  <a:lnTo>
                    <a:pt x="159956" y="45351"/>
                  </a:lnTo>
                  <a:lnTo>
                    <a:pt x="155155" y="39776"/>
                  </a:lnTo>
                  <a:lnTo>
                    <a:pt x="156235" y="40030"/>
                  </a:lnTo>
                  <a:lnTo>
                    <a:pt x="158864" y="39852"/>
                  </a:lnTo>
                  <a:lnTo>
                    <a:pt x="159435" y="39649"/>
                  </a:lnTo>
                  <a:lnTo>
                    <a:pt x="159321" y="40347"/>
                  </a:lnTo>
                  <a:lnTo>
                    <a:pt x="159397" y="41871"/>
                  </a:lnTo>
                  <a:lnTo>
                    <a:pt x="159473" y="43408"/>
                  </a:lnTo>
                  <a:lnTo>
                    <a:pt x="159804" y="44627"/>
                  </a:lnTo>
                  <a:lnTo>
                    <a:pt x="160489" y="44589"/>
                  </a:lnTo>
                  <a:lnTo>
                    <a:pt x="160718" y="43332"/>
                  </a:lnTo>
                  <a:lnTo>
                    <a:pt x="160566" y="40259"/>
                  </a:lnTo>
                  <a:lnTo>
                    <a:pt x="160375" y="39573"/>
                  </a:lnTo>
                  <a:lnTo>
                    <a:pt x="160997" y="39725"/>
                  </a:lnTo>
                  <a:lnTo>
                    <a:pt x="162306" y="39649"/>
                  </a:lnTo>
                  <a:lnTo>
                    <a:pt x="163614" y="39560"/>
                  </a:lnTo>
                  <a:lnTo>
                    <a:pt x="164668" y="39166"/>
                  </a:lnTo>
                  <a:lnTo>
                    <a:pt x="164630" y="38366"/>
                  </a:lnTo>
                  <a:lnTo>
                    <a:pt x="163550" y="38100"/>
                  </a:lnTo>
                  <a:lnTo>
                    <a:pt x="160921" y="38277"/>
                  </a:lnTo>
                  <a:lnTo>
                    <a:pt x="160286" y="38519"/>
                  </a:lnTo>
                  <a:lnTo>
                    <a:pt x="160426" y="37782"/>
                  </a:lnTo>
                  <a:lnTo>
                    <a:pt x="160362" y="36258"/>
                  </a:lnTo>
                  <a:lnTo>
                    <a:pt x="160286" y="34721"/>
                  </a:lnTo>
                  <a:lnTo>
                    <a:pt x="159956" y="33502"/>
                  </a:lnTo>
                  <a:lnTo>
                    <a:pt x="159258" y="33540"/>
                  </a:lnTo>
                  <a:lnTo>
                    <a:pt x="159042" y="34798"/>
                  </a:lnTo>
                  <a:lnTo>
                    <a:pt x="159181" y="37871"/>
                  </a:lnTo>
                  <a:lnTo>
                    <a:pt x="159359" y="38557"/>
                  </a:lnTo>
                  <a:lnTo>
                    <a:pt x="158788" y="38404"/>
                  </a:lnTo>
                  <a:lnTo>
                    <a:pt x="157480" y="38481"/>
                  </a:lnTo>
                  <a:lnTo>
                    <a:pt x="156171" y="38569"/>
                  </a:lnTo>
                  <a:lnTo>
                    <a:pt x="155130" y="38963"/>
                  </a:lnTo>
                  <a:lnTo>
                    <a:pt x="155130" y="39370"/>
                  </a:lnTo>
                  <a:lnTo>
                    <a:pt x="155143" y="39763"/>
                  </a:lnTo>
                  <a:lnTo>
                    <a:pt x="141820" y="24206"/>
                  </a:lnTo>
                  <a:lnTo>
                    <a:pt x="142887" y="24460"/>
                  </a:lnTo>
                  <a:lnTo>
                    <a:pt x="145516" y="24295"/>
                  </a:lnTo>
                  <a:lnTo>
                    <a:pt x="146088" y="24079"/>
                  </a:lnTo>
                  <a:lnTo>
                    <a:pt x="145973" y="24777"/>
                  </a:lnTo>
                  <a:lnTo>
                    <a:pt x="146050" y="26314"/>
                  </a:lnTo>
                  <a:lnTo>
                    <a:pt x="146126" y="27838"/>
                  </a:lnTo>
                  <a:lnTo>
                    <a:pt x="146456" y="29057"/>
                  </a:lnTo>
                  <a:lnTo>
                    <a:pt x="147154" y="29019"/>
                  </a:lnTo>
                  <a:lnTo>
                    <a:pt x="147370" y="27762"/>
                  </a:lnTo>
                  <a:lnTo>
                    <a:pt x="147218" y="24701"/>
                  </a:lnTo>
                  <a:lnTo>
                    <a:pt x="147027" y="24015"/>
                  </a:lnTo>
                  <a:lnTo>
                    <a:pt x="147650" y="24155"/>
                  </a:lnTo>
                  <a:lnTo>
                    <a:pt x="148958" y="24079"/>
                  </a:lnTo>
                  <a:lnTo>
                    <a:pt x="150266" y="23990"/>
                  </a:lnTo>
                  <a:lnTo>
                    <a:pt x="151320" y="23609"/>
                  </a:lnTo>
                  <a:lnTo>
                    <a:pt x="151282" y="22796"/>
                  </a:lnTo>
                  <a:lnTo>
                    <a:pt x="150202" y="22529"/>
                  </a:lnTo>
                  <a:lnTo>
                    <a:pt x="147574" y="22707"/>
                  </a:lnTo>
                  <a:lnTo>
                    <a:pt x="146951" y="22936"/>
                  </a:lnTo>
                  <a:lnTo>
                    <a:pt x="147078" y="22212"/>
                  </a:lnTo>
                  <a:lnTo>
                    <a:pt x="147015" y="20688"/>
                  </a:lnTo>
                  <a:lnTo>
                    <a:pt x="146939" y="19164"/>
                  </a:lnTo>
                  <a:lnTo>
                    <a:pt x="146608" y="17932"/>
                  </a:lnTo>
                  <a:lnTo>
                    <a:pt x="146456" y="17945"/>
                  </a:lnTo>
                  <a:lnTo>
                    <a:pt x="159461" y="2768"/>
                  </a:lnTo>
                  <a:lnTo>
                    <a:pt x="159296" y="3733"/>
                  </a:lnTo>
                  <a:lnTo>
                    <a:pt x="159435" y="6807"/>
                  </a:lnTo>
                  <a:lnTo>
                    <a:pt x="159626" y="7493"/>
                  </a:lnTo>
                  <a:lnTo>
                    <a:pt x="159042" y="7340"/>
                  </a:lnTo>
                  <a:lnTo>
                    <a:pt x="157734" y="7429"/>
                  </a:lnTo>
                  <a:lnTo>
                    <a:pt x="156425" y="7505"/>
                  </a:lnTo>
                  <a:lnTo>
                    <a:pt x="155371" y="7899"/>
                  </a:lnTo>
                  <a:lnTo>
                    <a:pt x="155409" y="8699"/>
                  </a:lnTo>
                  <a:lnTo>
                    <a:pt x="156489" y="8966"/>
                  </a:lnTo>
                  <a:lnTo>
                    <a:pt x="159118" y="8801"/>
                  </a:lnTo>
                  <a:lnTo>
                    <a:pt x="159702" y="8585"/>
                  </a:lnTo>
                  <a:lnTo>
                    <a:pt x="159575" y="9283"/>
                  </a:lnTo>
                  <a:lnTo>
                    <a:pt x="159651" y="10820"/>
                  </a:lnTo>
                  <a:lnTo>
                    <a:pt x="159727" y="12344"/>
                  </a:lnTo>
                  <a:lnTo>
                    <a:pt x="160058" y="13576"/>
                  </a:lnTo>
                  <a:lnTo>
                    <a:pt x="160756" y="13525"/>
                  </a:lnTo>
                  <a:lnTo>
                    <a:pt x="160972" y="12268"/>
                  </a:lnTo>
                  <a:lnTo>
                    <a:pt x="160820" y="9207"/>
                  </a:lnTo>
                  <a:lnTo>
                    <a:pt x="160629" y="8521"/>
                  </a:lnTo>
                  <a:lnTo>
                    <a:pt x="161251" y="8661"/>
                  </a:lnTo>
                  <a:lnTo>
                    <a:pt x="162560" y="8585"/>
                  </a:lnTo>
                  <a:lnTo>
                    <a:pt x="163868" y="8496"/>
                  </a:lnTo>
                  <a:lnTo>
                    <a:pt x="164922" y="8115"/>
                  </a:lnTo>
                  <a:lnTo>
                    <a:pt x="164909" y="7988"/>
                  </a:lnTo>
                  <a:lnTo>
                    <a:pt x="173634" y="18161"/>
                  </a:lnTo>
                  <a:lnTo>
                    <a:pt x="172986" y="18199"/>
                  </a:lnTo>
                  <a:lnTo>
                    <a:pt x="172770" y="19456"/>
                  </a:lnTo>
                  <a:lnTo>
                    <a:pt x="172910" y="22517"/>
                  </a:lnTo>
                  <a:lnTo>
                    <a:pt x="173088" y="23202"/>
                  </a:lnTo>
                  <a:lnTo>
                    <a:pt x="172516" y="23050"/>
                  </a:lnTo>
                  <a:lnTo>
                    <a:pt x="171208" y="23139"/>
                  </a:lnTo>
                  <a:lnTo>
                    <a:pt x="169900" y="23228"/>
                  </a:lnTo>
                  <a:lnTo>
                    <a:pt x="168833" y="23609"/>
                  </a:lnTo>
                  <a:lnTo>
                    <a:pt x="168884" y="24422"/>
                  </a:lnTo>
                  <a:lnTo>
                    <a:pt x="169964" y="24676"/>
                  </a:lnTo>
                  <a:lnTo>
                    <a:pt x="172593" y="24511"/>
                  </a:lnTo>
                  <a:lnTo>
                    <a:pt x="173164" y="24307"/>
                  </a:lnTo>
                  <a:lnTo>
                    <a:pt x="173050" y="25006"/>
                  </a:lnTo>
                  <a:lnTo>
                    <a:pt x="173126" y="26530"/>
                  </a:lnTo>
                  <a:lnTo>
                    <a:pt x="173189" y="28054"/>
                  </a:lnTo>
                  <a:lnTo>
                    <a:pt x="173532" y="29286"/>
                  </a:lnTo>
                  <a:lnTo>
                    <a:pt x="173736" y="29286"/>
                  </a:lnTo>
                  <a:lnTo>
                    <a:pt x="173736" y="18402"/>
                  </a:lnTo>
                  <a:lnTo>
                    <a:pt x="173685" y="18211"/>
                  </a:lnTo>
                  <a:lnTo>
                    <a:pt x="177660" y="22860"/>
                  </a:lnTo>
                  <a:lnTo>
                    <a:pt x="177660" y="18465"/>
                  </a:lnTo>
                  <a:lnTo>
                    <a:pt x="164185" y="2755"/>
                  </a:lnTo>
                  <a:lnTo>
                    <a:pt x="164185" y="7150"/>
                  </a:lnTo>
                  <a:lnTo>
                    <a:pt x="163804" y="7048"/>
                  </a:lnTo>
                  <a:lnTo>
                    <a:pt x="161175" y="7213"/>
                  </a:lnTo>
                  <a:lnTo>
                    <a:pt x="160540" y="7442"/>
                  </a:lnTo>
                  <a:lnTo>
                    <a:pt x="160680" y="6718"/>
                  </a:lnTo>
                  <a:lnTo>
                    <a:pt x="160616" y="5194"/>
                  </a:lnTo>
                  <a:lnTo>
                    <a:pt x="160540" y="3670"/>
                  </a:lnTo>
                  <a:lnTo>
                    <a:pt x="160223" y="2501"/>
                  </a:lnTo>
                  <a:lnTo>
                    <a:pt x="164185" y="7150"/>
                  </a:lnTo>
                  <a:lnTo>
                    <a:pt x="164185" y="2755"/>
                  </a:lnTo>
                  <a:lnTo>
                    <a:pt x="163703" y="2184"/>
                  </a:lnTo>
                  <a:lnTo>
                    <a:pt x="161823" y="0"/>
                  </a:lnTo>
                  <a:lnTo>
                    <a:pt x="160172" y="0"/>
                  </a:lnTo>
                  <a:lnTo>
                    <a:pt x="160172" y="2451"/>
                  </a:lnTo>
                  <a:lnTo>
                    <a:pt x="159715" y="2476"/>
                  </a:lnTo>
                  <a:lnTo>
                    <a:pt x="159956" y="2184"/>
                  </a:lnTo>
                  <a:lnTo>
                    <a:pt x="160172" y="2451"/>
                  </a:lnTo>
                  <a:lnTo>
                    <a:pt x="160172" y="0"/>
                  </a:lnTo>
                  <a:lnTo>
                    <a:pt x="158102" y="0"/>
                  </a:lnTo>
                  <a:lnTo>
                    <a:pt x="146024" y="14097"/>
                  </a:lnTo>
                  <a:lnTo>
                    <a:pt x="146024" y="22987"/>
                  </a:lnTo>
                  <a:lnTo>
                    <a:pt x="145440" y="22834"/>
                  </a:lnTo>
                  <a:lnTo>
                    <a:pt x="144132" y="22923"/>
                  </a:lnTo>
                  <a:lnTo>
                    <a:pt x="142824" y="22999"/>
                  </a:lnTo>
                  <a:lnTo>
                    <a:pt x="141795" y="23393"/>
                  </a:lnTo>
                  <a:lnTo>
                    <a:pt x="141795" y="24180"/>
                  </a:lnTo>
                  <a:lnTo>
                    <a:pt x="141465" y="23774"/>
                  </a:lnTo>
                  <a:lnTo>
                    <a:pt x="141770" y="23418"/>
                  </a:lnTo>
                  <a:lnTo>
                    <a:pt x="141795" y="24180"/>
                  </a:lnTo>
                  <a:lnTo>
                    <a:pt x="141795" y="23393"/>
                  </a:lnTo>
                  <a:lnTo>
                    <a:pt x="145770" y="18745"/>
                  </a:lnTo>
                  <a:lnTo>
                    <a:pt x="145694" y="19227"/>
                  </a:lnTo>
                  <a:lnTo>
                    <a:pt x="145834" y="22301"/>
                  </a:lnTo>
                  <a:lnTo>
                    <a:pt x="146024" y="22987"/>
                  </a:lnTo>
                  <a:lnTo>
                    <a:pt x="146024" y="14097"/>
                  </a:lnTo>
                  <a:lnTo>
                    <a:pt x="137718" y="23774"/>
                  </a:lnTo>
                  <a:lnTo>
                    <a:pt x="159956" y="49720"/>
                  </a:lnTo>
                  <a:lnTo>
                    <a:pt x="163703" y="45351"/>
                  </a:lnTo>
                  <a:lnTo>
                    <a:pt x="182219" y="23774"/>
                  </a:lnTo>
                  <a:close/>
                </a:path>
                <a:path w="244475" h="81915">
                  <a:moveTo>
                    <a:pt x="244284" y="55372"/>
                  </a:moveTo>
                  <a:lnTo>
                    <a:pt x="240538" y="51015"/>
                  </a:lnTo>
                  <a:lnTo>
                    <a:pt x="240538" y="55372"/>
                  </a:lnTo>
                  <a:lnTo>
                    <a:pt x="236397" y="60198"/>
                  </a:lnTo>
                  <a:lnTo>
                    <a:pt x="236512" y="59588"/>
                  </a:lnTo>
                  <a:lnTo>
                    <a:pt x="236372" y="56527"/>
                  </a:lnTo>
                  <a:lnTo>
                    <a:pt x="236181" y="55854"/>
                  </a:lnTo>
                  <a:lnTo>
                    <a:pt x="236791" y="55994"/>
                  </a:lnTo>
                  <a:lnTo>
                    <a:pt x="238099" y="55905"/>
                  </a:lnTo>
                  <a:lnTo>
                    <a:pt x="239407" y="55816"/>
                  </a:lnTo>
                  <a:lnTo>
                    <a:pt x="240461" y="55435"/>
                  </a:lnTo>
                  <a:lnTo>
                    <a:pt x="240449" y="55283"/>
                  </a:lnTo>
                  <a:lnTo>
                    <a:pt x="240538" y="51015"/>
                  </a:lnTo>
                  <a:lnTo>
                    <a:pt x="239750" y="50088"/>
                  </a:lnTo>
                  <a:lnTo>
                    <a:pt x="239750" y="54470"/>
                  </a:lnTo>
                  <a:lnTo>
                    <a:pt x="239344" y="54368"/>
                  </a:lnTo>
                  <a:lnTo>
                    <a:pt x="236715" y="54533"/>
                  </a:lnTo>
                  <a:lnTo>
                    <a:pt x="236093" y="54762"/>
                  </a:lnTo>
                  <a:lnTo>
                    <a:pt x="236232" y="54051"/>
                  </a:lnTo>
                  <a:lnTo>
                    <a:pt x="236156" y="52514"/>
                  </a:lnTo>
                  <a:lnTo>
                    <a:pt x="236080" y="50990"/>
                  </a:lnTo>
                  <a:lnTo>
                    <a:pt x="235813" y="50038"/>
                  </a:lnTo>
                  <a:lnTo>
                    <a:pt x="235813" y="60883"/>
                  </a:lnTo>
                  <a:lnTo>
                    <a:pt x="222034" y="76962"/>
                  </a:lnTo>
                  <a:lnTo>
                    <a:pt x="217233" y="71386"/>
                  </a:lnTo>
                  <a:lnTo>
                    <a:pt x="218313" y="71640"/>
                  </a:lnTo>
                  <a:lnTo>
                    <a:pt x="220941" y="71462"/>
                  </a:lnTo>
                  <a:lnTo>
                    <a:pt x="221513" y="71259"/>
                  </a:lnTo>
                  <a:lnTo>
                    <a:pt x="221399" y="71958"/>
                  </a:lnTo>
                  <a:lnTo>
                    <a:pt x="221462" y="73482"/>
                  </a:lnTo>
                  <a:lnTo>
                    <a:pt x="221538" y="75018"/>
                  </a:lnTo>
                  <a:lnTo>
                    <a:pt x="221881" y="76238"/>
                  </a:lnTo>
                  <a:lnTo>
                    <a:pt x="222567" y="76200"/>
                  </a:lnTo>
                  <a:lnTo>
                    <a:pt x="222783" y="74942"/>
                  </a:lnTo>
                  <a:lnTo>
                    <a:pt x="222643" y="71869"/>
                  </a:lnTo>
                  <a:lnTo>
                    <a:pt x="222440" y="71196"/>
                  </a:lnTo>
                  <a:lnTo>
                    <a:pt x="223062" y="71335"/>
                  </a:lnTo>
                  <a:lnTo>
                    <a:pt x="224370" y="71247"/>
                  </a:lnTo>
                  <a:lnTo>
                    <a:pt x="225679" y="71170"/>
                  </a:lnTo>
                  <a:lnTo>
                    <a:pt x="226745" y="70777"/>
                  </a:lnTo>
                  <a:lnTo>
                    <a:pt x="226695" y="69977"/>
                  </a:lnTo>
                  <a:lnTo>
                    <a:pt x="225615" y="69710"/>
                  </a:lnTo>
                  <a:lnTo>
                    <a:pt x="222986" y="69875"/>
                  </a:lnTo>
                  <a:lnTo>
                    <a:pt x="222377" y="70116"/>
                  </a:lnTo>
                  <a:lnTo>
                    <a:pt x="222504" y="69392"/>
                  </a:lnTo>
                  <a:lnTo>
                    <a:pt x="222427" y="67868"/>
                  </a:lnTo>
                  <a:lnTo>
                    <a:pt x="222351" y="66332"/>
                  </a:lnTo>
                  <a:lnTo>
                    <a:pt x="222021" y="65112"/>
                  </a:lnTo>
                  <a:lnTo>
                    <a:pt x="221335" y="65151"/>
                  </a:lnTo>
                  <a:lnTo>
                    <a:pt x="221107" y="66408"/>
                  </a:lnTo>
                  <a:lnTo>
                    <a:pt x="221259" y="69481"/>
                  </a:lnTo>
                  <a:lnTo>
                    <a:pt x="221437" y="70154"/>
                  </a:lnTo>
                  <a:lnTo>
                    <a:pt x="220865" y="70015"/>
                  </a:lnTo>
                  <a:lnTo>
                    <a:pt x="219557" y="70091"/>
                  </a:lnTo>
                  <a:lnTo>
                    <a:pt x="218249" y="70180"/>
                  </a:lnTo>
                  <a:lnTo>
                    <a:pt x="217182" y="70561"/>
                  </a:lnTo>
                  <a:lnTo>
                    <a:pt x="217220" y="71374"/>
                  </a:lnTo>
                  <a:lnTo>
                    <a:pt x="203898" y="55816"/>
                  </a:lnTo>
                  <a:lnTo>
                    <a:pt x="204965" y="56070"/>
                  </a:lnTo>
                  <a:lnTo>
                    <a:pt x="207594" y="55905"/>
                  </a:lnTo>
                  <a:lnTo>
                    <a:pt x="208178" y="55689"/>
                  </a:lnTo>
                  <a:lnTo>
                    <a:pt x="208051" y="56388"/>
                  </a:lnTo>
                  <a:lnTo>
                    <a:pt x="208127" y="57912"/>
                  </a:lnTo>
                  <a:lnTo>
                    <a:pt x="208191" y="59448"/>
                  </a:lnTo>
                  <a:lnTo>
                    <a:pt x="208534" y="60667"/>
                  </a:lnTo>
                  <a:lnTo>
                    <a:pt x="209219" y="60629"/>
                  </a:lnTo>
                  <a:lnTo>
                    <a:pt x="209435" y="59372"/>
                  </a:lnTo>
                  <a:lnTo>
                    <a:pt x="209296" y="56299"/>
                  </a:lnTo>
                  <a:lnTo>
                    <a:pt x="209092" y="55626"/>
                  </a:lnTo>
                  <a:lnTo>
                    <a:pt x="209715" y="55765"/>
                  </a:lnTo>
                  <a:lnTo>
                    <a:pt x="211023" y="55676"/>
                  </a:lnTo>
                  <a:lnTo>
                    <a:pt x="212331" y="55600"/>
                  </a:lnTo>
                  <a:lnTo>
                    <a:pt x="213398" y="55206"/>
                  </a:lnTo>
                  <a:lnTo>
                    <a:pt x="213347" y="54406"/>
                  </a:lnTo>
                  <a:lnTo>
                    <a:pt x="212280" y="54140"/>
                  </a:lnTo>
                  <a:lnTo>
                    <a:pt x="209651" y="54305"/>
                  </a:lnTo>
                  <a:lnTo>
                    <a:pt x="209029" y="54546"/>
                  </a:lnTo>
                  <a:lnTo>
                    <a:pt x="209156" y="53822"/>
                  </a:lnTo>
                  <a:lnTo>
                    <a:pt x="209080" y="52298"/>
                  </a:lnTo>
                  <a:lnTo>
                    <a:pt x="209016" y="50761"/>
                  </a:lnTo>
                  <a:lnTo>
                    <a:pt x="208673" y="49542"/>
                  </a:lnTo>
                  <a:lnTo>
                    <a:pt x="208521" y="49555"/>
                  </a:lnTo>
                  <a:lnTo>
                    <a:pt x="221526" y="34378"/>
                  </a:lnTo>
                  <a:lnTo>
                    <a:pt x="221361" y="35344"/>
                  </a:lnTo>
                  <a:lnTo>
                    <a:pt x="221513" y="38417"/>
                  </a:lnTo>
                  <a:lnTo>
                    <a:pt x="221691" y="39103"/>
                  </a:lnTo>
                  <a:lnTo>
                    <a:pt x="221119" y="38950"/>
                  </a:lnTo>
                  <a:lnTo>
                    <a:pt x="219811" y="39039"/>
                  </a:lnTo>
                  <a:lnTo>
                    <a:pt x="218503" y="39116"/>
                  </a:lnTo>
                  <a:lnTo>
                    <a:pt x="217436" y="39509"/>
                  </a:lnTo>
                  <a:lnTo>
                    <a:pt x="217487" y="40309"/>
                  </a:lnTo>
                  <a:lnTo>
                    <a:pt x="218567" y="40576"/>
                  </a:lnTo>
                  <a:lnTo>
                    <a:pt x="221195" y="40411"/>
                  </a:lnTo>
                  <a:lnTo>
                    <a:pt x="221767" y="40195"/>
                  </a:lnTo>
                  <a:lnTo>
                    <a:pt x="221653" y="40894"/>
                  </a:lnTo>
                  <a:lnTo>
                    <a:pt x="221729" y="42418"/>
                  </a:lnTo>
                  <a:lnTo>
                    <a:pt x="221792" y="43954"/>
                  </a:lnTo>
                  <a:lnTo>
                    <a:pt x="222135" y="45173"/>
                  </a:lnTo>
                  <a:lnTo>
                    <a:pt x="222821" y="45135"/>
                  </a:lnTo>
                  <a:lnTo>
                    <a:pt x="223037" y="43878"/>
                  </a:lnTo>
                  <a:lnTo>
                    <a:pt x="222897" y="40817"/>
                  </a:lnTo>
                  <a:lnTo>
                    <a:pt x="222694" y="40132"/>
                  </a:lnTo>
                  <a:lnTo>
                    <a:pt x="223316" y="40271"/>
                  </a:lnTo>
                  <a:lnTo>
                    <a:pt x="224624" y="40195"/>
                  </a:lnTo>
                  <a:lnTo>
                    <a:pt x="225933" y="40106"/>
                  </a:lnTo>
                  <a:lnTo>
                    <a:pt x="226999" y="39712"/>
                  </a:lnTo>
                  <a:lnTo>
                    <a:pt x="235724" y="49771"/>
                  </a:lnTo>
                  <a:lnTo>
                    <a:pt x="235051" y="49809"/>
                  </a:lnTo>
                  <a:lnTo>
                    <a:pt x="234835" y="51066"/>
                  </a:lnTo>
                  <a:lnTo>
                    <a:pt x="234988" y="54127"/>
                  </a:lnTo>
                  <a:lnTo>
                    <a:pt x="235165" y="54813"/>
                  </a:lnTo>
                  <a:lnTo>
                    <a:pt x="234581" y="54660"/>
                  </a:lnTo>
                  <a:lnTo>
                    <a:pt x="233273" y="54749"/>
                  </a:lnTo>
                  <a:lnTo>
                    <a:pt x="231965" y="54838"/>
                  </a:lnTo>
                  <a:lnTo>
                    <a:pt x="230911" y="55219"/>
                  </a:lnTo>
                  <a:lnTo>
                    <a:pt x="230949" y="56019"/>
                  </a:lnTo>
                  <a:lnTo>
                    <a:pt x="232029" y="56286"/>
                  </a:lnTo>
                  <a:lnTo>
                    <a:pt x="234657" y="56121"/>
                  </a:lnTo>
                  <a:lnTo>
                    <a:pt x="235242" y="55905"/>
                  </a:lnTo>
                  <a:lnTo>
                    <a:pt x="235115" y="56603"/>
                  </a:lnTo>
                  <a:lnTo>
                    <a:pt x="235191" y="58140"/>
                  </a:lnTo>
                  <a:lnTo>
                    <a:pt x="235267" y="59664"/>
                  </a:lnTo>
                  <a:lnTo>
                    <a:pt x="235597" y="60896"/>
                  </a:lnTo>
                  <a:lnTo>
                    <a:pt x="235813" y="60883"/>
                  </a:lnTo>
                  <a:lnTo>
                    <a:pt x="235813" y="50038"/>
                  </a:lnTo>
                  <a:lnTo>
                    <a:pt x="235750" y="49809"/>
                  </a:lnTo>
                  <a:lnTo>
                    <a:pt x="239750" y="54470"/>
                  </a:lnTo>
                  <a:lnTo>
                    <a:pt x="239750" y="50088"/>
                  </a:lnTo>
                  <a:lnTo>
                    <a:pt x="226250" y="34353"/>
                  </a:lnTo>
                  <a:lnTo>
                    <a:pt x="226250" y="38747"/>
                  </a:lnTo>
                  <a:lnTo>
                    <a:pt x="225869" y="38646"/>
                  </a:lnTo>
                  <a:lnTo>
                    <a:pt x="223240" y="38823"/>
                  </a:lnTo>
                  <a:lnTo>
                    <a:pt x="222631" y="39052"/>
                  </a:lnTo>
                  <a:lnTo>
                    <a:pt x="222758" y="38328"/>
                  </a:lnTo>
                  <a:lnTo>
                    <a:pt x="222681" y="36804"/>
                  </a:lnTo>
                  <a:lnTo>
                    <a:pt x="222618" y="35267"/>
                  </a:lnTo>
                  <a:lnTo>
                    <a:pt x="222275" y="34099"/>
                  </a:lnTo>
                  <a:lnTo>
                    <a:pt x="226250" y="38747"/>
                  </a:lnTo>
                  <a:lnTo>
                    <a:pt x="226250" y="34353"/>
                  </a:lnTo>
                  <a:lnTo>
                    <a:pt x="225780" y="33794"/>
                  </a:lnTo>
                  <a:lnTo>
                    <a:pt x="222250" y="29679"/>
                  </a:lnTo>
                  <a:lnTo>
                    <a:pt x="222250" y="34061"/>
                  </a:lnTo>
                  <a:lnTo>
                    <a:pt x="221792" y="34086"/>
                  </a:lnTo>
                  <a:lnTo>
                    <a:pt x="222034" y="33794"/>
                  </a:lnTo>
                  <a:lnTo>
                    <a:pt x="222250" y="34061"/>
                  </a:lnTo>
                  <a:lnTo>
                    <a:pt x="222250" y="29679"/>
                  </a:lnTo>
                  <a:lnTo>
                    <a:pt x="222034" y="29425"/>
                  </a:lnTo>
                  <a:lnTo>
                    <a:pt x="208089" y="45694"/>
                  </a:lnTo>
                  <a:lnTo>
                    <a:pt x="208089" y="54597"/>
                  </a:lnTo>
                  <a:lnTo>
                    <a:pt x="207518" y="54444"/>
                  </a:lnTo>
                  <a:lnTo>
                    <a:pt x="206209" y="54533"/>
                  </a:lnTo>
                  <a:lnTo>
                    <a:pt x="204901" y="54610"/>
                  </a:lnTo>
                  <a:lnTo>
                    <a:pt x="203873" y="55003"/>
                  </a:lnTo>
                  <a:lnTo>
                    <a:pt x="203873" y="55791"/>
                  </a:lnTo>
                  <a:lnTo>
                    <a:pt x="203530" y="55372"/>
                  </a:lnTo>
                  <a:lnTo>
                    <a:pt x="203835" y="55016"/>
                  </a:lnTo>
                  <a:lnTo>
                    <a:pt x="203873" y="55791"/>
                  </a:lnTo>
                  <a:lnTo>
                    <a:pt x="203873" y="55003"/>
                  </a:lnTo>
                  <a:lnTo>
                    <a:pt x="207848" y="50342"/>
                  </a:lnTo>
                  <a:lnTo>
                    <a:pt x="207759" y="50838"/>
                  </a:lnTo>
                  <a:lnTo>
                    <a:pt x="207911" y="53911"/>
                  </a:lnTo>
                  <a:lnTo>
                    <a:pt x="208089" y="54597"/>
                  </a:lnTo>
                  <a:lnTo>
                    <a:pt x="208089" y="45694"/>
                  </a:lnTo>
                  <a:lnTo>
                    <a:pt x="201066" y="53873"/>
                  </a:lnTo>
                  <a:lnTo>
                    <a:pt x="198615" y="51015"/>
                  </a:lnTo>
                  <a:lnTo>
                    <a:pt x="198615" y="55372"/>
                  </a:lnTo>
                  <a:lnTo>
                    <a:pt x="194475" y="60210"/>
                  </a:lnTo>
                  <a:lnTo>
                    <a:pt x="194589" y="59588"/>
                  </a:lnTo>
                  <a:lnTo>
                    <a:pt x="194437" y="56527"/>
                  </a:lnTo>
                  <a:lnTo>
                    <a:pt x="194246" y="55854"/>
                  </a:lnTo>
                  <a:lnTo>
                    <a:pt x="194868" y="55994"/>
                  </a:lnTo>
                  <a:lnTo>
                    <a:pt x="196176" y="55905"/>
                  </a:lnTo>
                  <a:lnTo>
                    <a:pt x="197485" y="55816"/>
                  </a:lnTo>
                  <a:lnTo>
                    <a:pt x="198539" y="55435"/>
                  </a:lnTo>
                  <a:lnTo>
                    <a:pt x="198526" y="55283"/>
                  </a:lnTo>
                  <a:lnTo>
                    <a:pt x="198615" y="51015"/>
                  </a:lnTo>
                  <a:lnTo>
                    <a:pt x="197827" y="50101"/>
                  </a:lnTo>
                  <a:lnTo>
                    <a:pt x="197827" y="54470"/>
                  </a:lnTo>
                  <a:lnTo>
                    <a:pt x="197421" y="54368"/>
                  </a:lnTo>
                  <a:lnTo>
                    <a:pt x="194792" y="54533"/>
                  </a:lnTo>
                  <a:lnTo>
                    <a:pt x="194170" y="54762"/>
                  </a:lnTo>
                  <a:lnTo>
                    <a:pt x="194297" y="54051"/>
                  </a:lnTo>
                  <a:lnTo>
                    <a:pt x="194233" y="52514"/>
                  </a:lnTo>
                  <a:lnTo>
                    <a:pt x="194157" y="50990"/>
                  </a:lnTo>
                  <a:lnTo>
                    <a:pt x="193890" y="50063"/>
                  </a:lnTo>
                  <a:lnTo>
                    <a:pt x="193890" y="60883"/>
                  </a:lnTo>
                  <a:lnTo>
                    <a:pt x="180111" y="76962"/>
                  </a:lnTo>
                  <a:lnTo>
                    <a:pt x="175323" y="71386"/>
                  </a:lnTo>
                  <a:lnTo>
                    <a:pt x="176377" y="71640"/>
                  </a:lnTo>
                  <a:lnTo>
                    <a:pt x="179006" y="71462"/>
                  </a:lnTo>
                  <a:lnTo>
                    <a:pt x="179590" y="71259"/>
                  </a:lnTo>
                  <a:lnTo>
                    <a:pt x="179463" y="71958"/>
                  </a:lnTo>
                  <a:lnTo>
                    <a:pt x="179539" y="73482"/>
                  </a:lnTo>
                  <a:lnTo>
                    <a:pt x="179616" y="75018"/>
                  </a:lnTo>
                  <a:lnTo>
                    <a:pt x="179946" y="76238"/>
                  </a:lnTo>
                  <a:lnTo>
                    <a:pt x="180632" y="76200"/>
                  </a:lnTo>
                  <a:lnTo>
                    <a:pt x="180860" y="74942"/>
                  </a:lnTo>
                  <a:lnTo>
                    <a:pt x="180708" y="71869"/>
                  </a:lnTo>
                  <a:lnTo>
                    <a:pt x="180517" y="71183"/>
                  </a:lnTo>
                  <a:lnTo>
                    <a:pt x="181140" y="71335"/>
                  </a:lnTo>
                  <a:lnTo>
                    <a:pt x="182448" y="71247"/>
                  </a:lnTo>
                  <a:lnTo>
                    <a:pt x="183756" y="71170"/>
                  </a:lnTo>
                  <a:lnTo>
                    <a:pt x="184810" y="70777"/>
                  </a:lnTo>
                  <a:lnTo>
                    <a:pt x="184772" y="69977"/>
                  </a:lnTo>
                  <a:lnTo>
                    <a:pt x="183692" y="69710"/>
                  </a:lnTo>
                  <a:lnTo>
                    <a:pt x="181063" y="69875"/>
                  </a:lnTo>
                  <a:lnTo>
                    <a:pt x="180441" y="70116"/>
                  </a:lnTo>
                  <a:lnTo>
                    <a:pt x="180581" y="69392"/>
                  </a:lnTo>
                  <a:lnTo>
                    <a:pt x="180505" y="67868"/>
                  </a:lnTo>
                  <a:lnTo>
                    <a:pt x="180428" y="66332"/>
                  </a:lnTo>
                  <a:lnTo>
                    <a:pt x="180098" y="65112"/>
                  </a:lnTo>
                  <a:lnTo>
                    <a:pt x="179400" y="65151"/>
                  </a:lnTo>
                  <a:lnTo>
                    <a:pt x="179184" y="66408"/>
                  </a:lnTo>
                  <a:lnTo>
                    <a:pt x="179324" y="69481"/>
                  </a:lnTo>
                  <a:lnTo>
                    <a:pt x="179501" y="70154"/>
                  </a:lnTo>
                  <a:lnTo>
                    <a:pt x="178930" y="70015"/>
                  </a:lnTo>
                  <a:lnTo>
                    <a:pt x="177622" y="70091"/>
                  </a:lnTo>
                  <a:lnTo>
                    <a:pt x="176314" y="70180"/>
                  </a:lnTo>
                  <a:lnTo>
                    <a:pt x="175260" y="70561"/>
                  </a:lnTo>
                  <a:lnTo>
                    <a:pt x="175285" y="71348"/>
                  </a:lnTo>
                  <a:lnTo>
                    <a:pt x="161975" y="55816"/>
                  </a:lnTo>
                  <a:lnTo>
                    <a:pt x="163029" y="56070"/>
                  </a:lnTo>
                  <a:lnTo>
                    <a:pt x="165658" y="55905"/>
                  </a:lnTo>
                  <a:lnTo>
                    <a:pt x="166243" y="55689"/>
                  </a:lnTo>
                  <a:lnTo>
                    <a:pt x="166116" y="56388"/>
                  </a:lnTo>
                  <a:lnTo>
                    <a:pt x="166192" y="57912"/>
                  </a:lnTo>
                  <a:lnTo>
                    <a:pt x="166268" y="59448"/>
                  </a:lnTo>
                  <a:lnTo>
                    <a:pt x="166598" y="60667"/>
                  </a:lnTo>
                  <a:lnTo>
                    <a:pt x="167297" y="60629"/>
                  </a:lnTo>
                  <a:lnTo>
                    <a:pt x="167513" y="59372"/>
                  </a:lnTo>
                  <a:lnTo>
                    <a:pt x="167373" y="56299"/>
                  </a:lnTo>
                  <a:lnTo>
                    <a:pt x="167170" y="55626"/>
                  </a:lnTo>
                  <a:lnTo>
                    <a:pt x="167792" y="55765"/>
                  </a:lnTo>
                  <a:lnTo>
                    <a:pt x="169100" y="55676"/>
                  </a:lnTo>
                  <a:lnTo>
                    <a:pt x="170408" y="55600"/>
                  </a:lnTo>
                  <a:lnTo>
                    <a:pt x="171462" y="55206"/>
                  </a:lnTo>
                  <a:lnTo>
                    <a:pt x="171424" y="54406"/>
                  </a:lnTo>
                  <a:lnTo>
                    <a:pt x="170345" y="54140"/>
                  </a:lnTo>
                  <a:lnTo>
                    <a:pt x="167716" y="54305"/>
                  </a:lnTo>
                  <a:lnTo>
                    <a:pt x="167093" y="54546"/>
                  </a:lnTo>
                  <a:lnTo>
                    <a:pt x="167233" y="53822"/>
                  </a:lnTo>
                  <a:lnTo>
                    <a:pt x="167157" y="52298"/>
                  </a:lnTo>
                  <a:lnTo>
                    <a:pt x="167081" y="50761"/>
                  </a:lnTo>
                  <a:lnTo>
                    <a:pt x="166751" y="49542"/>
                  </a:lnTo>
                  <a:lnTo>
                    <a:pt x="166598" y="49555"/>
                  </a:lnTo>
                  <a:lnTo>
                    <a:pt x="179590" y="34391"/>
                  </a:lnTo>
                  <a:lnTo>
                    <a:pt x="179438" y="35344"/>
                  </a:lnTo>
                  <a:lnTo>
                    <a:pt x="179590" y="38417"/>
                  </a:lnTo>
                  <a:lnTo>
                    <a:pt x="179768" y="39103"/>
                  </a:lnTo>
                  <a:lnTo>
                    <a:pt x="179184" y="38950"/>
                  </a:lnTo>
                  <a:lnTo>
                    <a:pt x="177876" y="39039"/>
                  </a:lnTo>
                  <a:lnTo>
                    <a:pt x="176568" y="39116"/>
                  </a:lnTo>
                  <a:lnTo>
                    <a:pt x="175526" y="39509"/>
                  </a:lnTo>
                  <a:lnTo>
                    <a:pt x="175539" y="39916"/>
                  </a:lnTo>
                  <a:lnTo>
                    <a:pt x="175552" y="40309"/>
                  </a:lnTo>
                  <a:lnTo>
                    <a:pt x="176631" y="40576"/>
                  </a:lnTo>
                  <a:lnTo>
                    <a:pt x="179260" y="40411"/>
                  </a:lnTo>
                  <a:lnTo>
                    <a:pt x="179844" y="40195"/>
                  </a:lnTo>
                  <a:lnTo>
                    <a:pt x="179717" y="40894"/>
                  </a:lnTo>
                  <a:lnTo>
                    <a:pt x="179793" y="42418"/>
                  </a:lnTo>
                  <a:lnTo>
                    <a:pt x="179870" y="43954"/>
                  </a:lnTo>
                  <a:lnTo>
                    <a:pt x="180200" y="45173"/>
                  </a:lnTo>
                  <a:lnTo>
                    <a:pt x="180898" y="45135"/>
                  </a:lnTo>
                  <a:lnTo>
                    <a:pt x="181114" y="43878"/>
                  </a:lnTo>
                  <a:lnTo>
                    <a:pt x="180962" y="40817"/>
                  </a:lnTo>
                  <a:lnTo>
                    <a:pt x="180771" y="40132"/>
                  </a:lnTo>
                  <a:lnTo>
                    <a:pt x="181394" y="40271"/>
                  </a:lnTo>
                  <a:lnTo>
                    <a:pt x="182702" y="40195"/>
                  </a:lnTo>
                  <a:lnTo>
                    <a:pt x="184010" y="40106"/>
                  </a:lnTo>
                  <a:lnTo>
                    <a:pt x="185064" y="39712"/>
                  </a:lnTo>
                  <a:lnTo>
                    <a:pt x="185051" y="39585"/>
                  </a:lnTo>
                  <a:lnTo>
                    <a:pt x="193802" y="49771"/>
                  </a:lnTo>
                  <a:lnTo>
                    <a:pt x="193128" y="49809"/>
                  </a:lnTo>
                  <a:lnTo>
                    <a:pt x="192913" y="51066"/>
                  </a:lnTo>
                  <a:lnTo>
                    <a:pt x="193052" y="54127"/>
                  </a:lnTo>
                  <a:lnTo>
                    <a:pt x="193230" y="54813"/>
                  </a:lnTo>
                  <a:lnTo>
                    <a:pt x="192659" y="54660"/>
                  </a:lnTo>
                  <a:lnTo>
                    <a:pt x="191350" y="54749"/>
                  </a:lnTo>
                  <a:lnTo>
                    <a:pt x="190042" y="54838"/>
                  </a:lnTo>
                  <a:lnTo>
                    <a:pt x="188988" y="55219"/>
                  </a:lnTo>
                  <a:lnTo>
                    <a:pt x="189026" y="56019"/>
                  </a:lnTo>
                  <a:lnTo>
                    <a:pt x="190106" y="56286"/>
                  </a:lnTo>
                  <a:lnTo>
                    <a:pt x="192735" y="56121"/>
                  </a:lnTo>
                  <a:lnTo>
                    <a:pt x="193306" y="55905"/>
                  </a:lnTo>
                  <a:lnTo>
                    <a:pt x="193192" y="56603"/>
                  </a:lnTo>
                  <a:lnTo>
                    <a:pt x="193268" y="58140"/>
                  </a:lnTo>
                  <a:lnTo>
                    <a:pt x="193344" y="59664"/>
                  </a:lnTo>
                  <a:lnTo>
                    <a:pt x="193675" y="60896"/>
                  </a:lnTo>
                  <a:lnTo>
                    <a:pt x="193890" y="60883"/>
                  </a:lnTo>
                  <a:lnTo>
                    <a:pt x="193890" y="50063"/>
                  </a:lnTo>
                  <a:lnTo>
                    <a:pt x="193814" y="49784"/>
                  </a:lnTo>
                  <a:lnTo>
                    <a:pt x="197827" y="54470"/>
                  </a:lnTo>
                  <a:lnTo>
                    <a:pt x="197827" y="50101"/>
                  </a:lnTo>
                  <a:lnTo>
                    <a:pt x="184327" y="34353"/>
                  </a:lnTo>
                  <a:lnTo>
                    <a:pt x="184327" y="38747"/>
                  </a:lnTo>
                  <a:lnTo>
                    <a:pt x="183946" y="38646"/>
                  </a:lnTo>
                  <a:lnTo>
                    <a:pt x="181317" y="38823"/>
                  </a:lnTo>
                  <a:lnTo>
                    <a:pt x="180695" y="39052"/>
                  </a:lnTo>
                  <a:lnTo>
                    <a:pt x="180835" y="38328"/>
                  </a:lnTo>
                  <a:lnTo>
                    <a:pt x="180759" y="36804"/>
                  </a:lnTo>
                  <a:lnTo>
                    <a:pt x="180682" y="35267"/>
                  </a:lnTo>
                  <a:lnTo>
                    <a:pt x="180352" y="34099"/>
                  </a:lnTo>
                  <a:lnTo>
                    <a:pt x="184327" y="38747"/>
                  </a:lnTo>
                  <a:lnTo>
                    <a:pt x="184327" y="34353"/>
                  </a:lnTo>
                  <a:lnTo>
                    <a:pt x="183857" y="33794"/>
                  </a:lnTo>
                  <a:lnTo>
                    <a:pt x="180327" y="29679"/>
                  </a:lnTo>
                  <a:lnTo>
                    <a:pt x="180327" y="34061"/>
                  </a:lnTo>
                  <a:lnTo>
                    <a:pt x="179870" y="34086"/>
                  </a:lnTo>
                  <a:lnTo>
                    <a:pt x="180111" y="33794"/>
                  </a:lnTo>
                  <a:lnTo>
                    <a:pt x="180327" y="34061"/>
                  </a:lnTo>
                  <a:lnTo>
                    <a:pt x="180327" y="29679"/>
                  </a:lnTo>
                  <a:lnTo>
                    <a:pt x="180111" y="29425"/>
                  </a:lnTo>
                  <a:lnTo>
                    <a:pt x="166166" y="45694"/>
                  </a:lnTo>
                  <a:lnTo>
                    <a:pt x="166166" y="54597"/>
                  </a:lnTo>
                  <a:lnTo>
                    <a:pt x="165582" y="54444"/>
                  </a:lnTo>
                  <a:lnTo>
                    <a:pt x="164274" y="54533"/>
                  </a:lnTo>
                  <a:lnTo>
                    <a:pt x="162966" y="54610"/>
                  </a:lnTo>
                  <a:lnTo>
                    <a:pt x="161937" y="55003"/>
                  </a:lnTo>
                  <a:lnTo>
                    <a:pt x="161937" y="55778"/>
                  </a:lnTo>
                  <a:lnTo>
                    <a:pt x="161607" y="55372"/>
                  </a:lnTo>
                  <a:lnTo>
                    <a:pt x="161912" y="55016"/>
                  </a:lnTo>
                  <a:lnTo>
                    <a:pt x="161937" y="55778"/>
                  </a:lnTo>
                  <a:lnTo>
                    <a:pt x="161937" y="55003"/>
                  </a:lnTo>
                  <a:lnTo>
                    <a:pt x="165912" y="50342"/>
                  </a:lnTo>
                  <a:lnTo>
                    <a:pt x="165836" y="50838"/>
                  </a:lnTo>
                  <a:lnTo>
                    <a:pt x="165989" y="53911"/>
                  </a:lnTo>
                  <a:lnTo>
                    <a:pt x="166166" y="54597"/>
                  </a:lnTo>
                  <a:lnTo>
                    <a:pt x="166166" y="45694"/>
                  </a:lnTo>
                  <a:lnTo>
                    <a:pt x="159727" y="53200"/>
                  </a:lnTo>
                  <a:lnTo>
                    <a:pt x="157861" y="51028"/>
                  </a:lnTo>
                  <a:lnTo>
                    <a:pt x="157861" y="55372"/>
                  </a:lnTo>
                  <a:lnTo>
                    <a:pt x="153720" y="60198"/>
                  </a:lnTo>
                  <a:lnTo>
                    <a:pt x="153835" y="59588"/>
                  </a:lnTo>
                  <a:lnTo>
                    <a:pt x="153695" y="56527"/>
                  </a:lnTo>
                  <a:lnTo>
                    <a:pt x="153504" y="55854"/>
                  </a:lnTo>
                  <a:lnTo>
                    <a:pt x="154114" y="55994"/>
                  </a:lnTo>
                  <a:lnTo>
                    <a:pt x="155422" y="55905"/>
                  </a:lnTo>
                  <a:lnTo>
                    <a:pt x="156730" y="55816"/>
                  </a:lnTo>
                  <a:lnTo>
                    <a:pt x="157784" y="55435"/>
                  </a:lnTo>
                  <a:lnTo>
                    <a:pt x="157772" y="55283"/>
                  </a:lnTo>
                  <a:lnTo>
                    <a:pt x="157861" y="51028"/>
                  </a:lnTo>
                  <a:lnTo>
                    <a:pt x="157073" y="50114"/>
                  </a:lnTo>
                  <a:lnTo>
                    <a:pt x="157073" y="54470"/>
                  </a:lnTo>
                  <a:lnTo>
                    <a:pt x="156667" y="54368"/>
                  </a:lnTo>
                  <a:lnTo>
                    <a:pt x="154038" y="54533"/>
                  </a:lnTo>
                  <a:lnTo>
                    <a:pt x="153416" y="54762"/>
                  </a:lnTo>
                  <a:lnTo>
                    <a:pt x="153555" y="54051"/>
                  </a:lnTo>
                  <a:lnTo>
                    <a:pt x="153479" y="52514"/>
                  </a:lnTo>
                  <a:lnTo>
                    <a:pt x="153403" y="50990"/>
                  </a:lnTo>
                  <a:lnTo>
                    <a:pt x="153136" y="50038"/>
                  </a:lnTo>
                  <a:lnTo>
                    <a:pt x="153136" y="60883"/>
                  </a:lnTo>
                  <a:lnTo>
                    <a:pt x="139357" y="76962"/>
                  </a:lnTo>
                  <a:lnTo>
                    <a:pt x="134556" y="71386"/>
                  </a:lnTo>
                  <a:lnTo>
                    <a:pt x="135623" y="71640"/>
                  </a:lnTo>
                  <a:lnTo>
                    <a:pt x="138252" y="71462"/>
                  </a:lnTo>
                  <a:lnTo>
                    <a:pt x="138836" y="71259"/>
                  </a:lnTo>
                  <a:lnTo>
                    <a:pt x="138722" y="71958"/>
                  </a:lnTo>
                  <a:lnTo>
                    <a:pt x="138785" y="73482"/>
                  </a:lnTo>
                  <a:lnTo>
                    <a:pt x="138861" y="75018"/>
                  </a:lnTo>
                  <a:lnTo>
                    <a:pt x="139204" y="76238"/>
                  </a:lnTo>
                  <a:lnTo>
                    <a:pt x="139890" y="76200"/>
                  </a:lnTo>
                  <a:lnTo>
                    <a:pt x="140106" y="74942"/>
                  </a:lnTo>
                  <a:lnTo>
                    <a:pt x="139966" y="71869"/>
                  </a:lnTo>
                  <a:lnTo>
                    <a:pt x="139763" y="71196"/>
                  </a:lnTo>
                  <a:lnTo>
                    <a:pt x="140385" y="71335"/>
                  </a:lnTo>
                  <a:lnTo>
                    <a:pt x="141693" y="71247"/>
                  </a:lnTo>
                  <a:lnTo>
                    <a:pt x="143002" y="71170"/>
                  </a:lnTo>
                  <a:lnTo>
                    <a:pt x="144068" y="70777"/>
                  </a:lnTo>
                  <a:lnTo>
                    <a:pt x="144018" y="69977"/>
                  </a:lnTo>
                  <a:lnTo>
                    <a:pt x="142938" y="69710"/>
                  </a:lnTo>
                  <a:lnTo>
                    <a:pt x="140309" y="69875"/>
                  </a:lnTo>
                  <a:lnTo>
                    <a:pt x="139700" y="70116"/>
                  </a:lnTo>
                  <a:lnTo>
                    <a:pt x="139827" y="69392"/>
                  </a:lnTo>
                  <a:lnTo>
                    <a:pt x="139750" y="67868"/>
                  </a:lnTo>
                  <a:lnTo>
                    <a:pt x="139674" y="66332"/>
                  </a:lnTo>
                  <a:lnTo>
                    <a:pt x="139344" y="65112"/>
                  </a:lnTo>
                  <a:lnTo>
                    <a:pt x="138658" y="65151"/>
                  </a:lnTo>
                  <a:lnTo>
                    <a:pt x="138430" y="66408"/>
                  </a:lnTo>
                  <a:lnTo>
                    <a:pt x="138582" y="69481"/>
                  </a:lnTo>
                  <a:lnTo>
                    <a:pt x="138760" y="70154"/>
                  </a:lnTo>
                  <a:lnTo>
                    <a:pt x="138188" y="70015"/>
                  </a:lnTo>
                  <a:lnTo>
                    <a:pt x="136880" y="70091"/>
                  </a:lnTo>
                  <a:lnTo>
                    <a:pt x="135572" y="70180"/>
                  </a:lnTo>
                  <a:lnTo>
                    <a:pt x="134505" y="70561"/>
                  </a:lnTo>
                  <a:lnTo>
                    <a:pt x="134543" y="71374"/>
                  </a:lnTo>
                  <a:lnTo>
                    <a:pt x="121221" y="55816"/>
                  </a:lnTo>
                  <a:lnTo>
                    <a:pt x="122288" y="56070"/>
                  </a:lnTo>
                  <a:lnTo>
                    <a:pt x="124917" y="55905"/>
                  </a:lnTo>
                  <a:lnTo>
                    <a:pt x="125488" y="55689"/>
                  </a:lnTo>
                  <a:lnTo>
                    <a:pt x="125374" y="56388"/>
                  </a:lnTo>
                  <a:lnTo>
                    <a:pt x="125450" y="57912"/>
                  </a:lnTo>
                  <a:lnTo>
                    <a:pt x="125514" y="59448"/>
                  </a:lnTo>
                  <a:lnTo>
                    <a:pt x="125857" y="60667"/>
                  </a:lnTo>
                  <a:lnTo>
                    <a:pt x="126542" y="60629"/>
                  </a:lnTo>
                  <a:lnTo>
                    <a:pt x="126758" y="59372"/>
                  </a:lnTo>
                  <a:lnTo>
                    <a:pt x="126619" y="56299"/>
                  </a:lnTo>
                  <a:lnTo>
                    <a:pt x="126415" y="55626"/>
                  </a:lnTo>
                  <a:lnTo>
                    <a:pt x="127038" y="55765"/>
                  </a:lnTo>
                  <a:lnTo>
                    <a:pt x="128346" y="55676"/>
                  </a:lnTo>
                  <a:lnTo>
                    <a:pt x="129654" y="55600"/>
                  </a:lnTo>
                  <a:lnTo>
                    <a:pt x="130721" y="55206"/>
                  </a:lnTo>
                  <a:lnTo>
                    <a:pt x="130670" y="54406"/>
                  </a:lnTo>
                  <a:lnTo>
                    <a:pt x="129603" y="54140"/>
                  </a:lnTo>
                  <a:lnTo>
                    <a:pt x="126974" y="54305"/>
                  </a:lnTo>
                  <a:lnTo>
                    <a:pt x="126352" y="54546"/>
                  </a:lnTo>
                  <a:lnTo>
                    <a:pt x="126479" y="53822"/>
                  </a:lnTo>
                  <a:lnTo>
                    <a:pt x="126403" y="52298"/>
                  </a:lnTo>
                  <a:lnTo>
                    <a:pt x="126339" y="50761"/>
                  </a:lnTo>
                  <a:lnTo>
                    <a:pt x="125996" y="49542"/>
                  </a:lnTo>
                  <a:lnTo>
                    <a:pt x="125844" y="49555"/>
                  </a:lnTo>
                  <a:lnTo>
                    <a:pt x="138849" y="34378"/>
                  </a:lnTo>
                  <a:lnTo>
                    <a:pt x="138684" y="35344"/>
                  </a:lnTo>
                  <a:lnTo>
                    <a:pt x="138836" y="38417"/>
                  </a:lnTo>
                  <a:lnTo>
                    <a:pt x="139166" y="39636"/>
                  </a:lnTo>
                  <a:lnTo>
                    <a:pt x="139865" y="39585"/>
                  </a:lnTo>
                  <a:lnTo>
                    <a:pt x="140081" y="38328"/>
                  </a:lnTo>
                  <a:lnTo>
                    <a:pt x="140004" y="36804"/>
                  </a:lnTo>
                  <a:lnTo>
                    <a:pt x="139928" y="35267"/>
                  </a:lnTo>
                  <a:lnTo>
                    <a:pt x="139598" y="34099"/>
                  </a:lnTo>
                  <a:lnTo>
                    <a:pt x="153047" y="49771"/>
                  </a:lnTo>
                  <a:lnTo>
                    <a:pt x="152374" y="49809"/>
                  </a:lnTo>
                  <a:lnTo>
                    <a:pt x="152158" y="51066"/>
                  </a:lnTo>
                  <a:lnTo>
                    <a:pt x="152311" y="54127"/>
                  </a:lnTo>
                  <a:lnTo>
                    <a:pt x="152488" y="54813"/>
                  </a:lnTo>
                  <a:lnTo>
                    <a:pt x="151904" y="54660"/>
                  </a:lnTo>
                  <a:lnTo>
                    <a:pt x="150596" y="54749"/>
                  </a:lnTo>
                  <a:lnTo>
                    <a:pt x="149288" y="54838"/>
                  </a:lnTo>
                  <a:lnTo>
                    <a:pt x="148234" y="55219"/>
                  </a:lnTo>
                  <a:lnTo>
                    <a:pt x="148272" y="56019"/>
                  </a:lnTo>
                  <a:lnTo>
                    <a:pt x="149352" y="56286"/>
                  </a:lnTo>
                  <a:lnTo>
                    <a:pt x="151980" y="56121"/>
                  </a:lnTo>
                  <a:lnTo>
                    <a:pt x="152565" y="55905"/>
                  </a:lnTo>
                  <a:lnTo>
                    <a:pt x="152438" y="56603"/>
                  </a:lnTo>
                  <a:lnTo>
                    <a:pt x="152514" y="58140"/>
                  </a:lnTo>
                  <a:lnTo>
                    <a:pt x="152590" y="59664"/>
                  </a:lnTo>
                  <a:lnTo>
                    <a:pt x="152920" y="60896"/>
                  </a:lnTo>
                  <a:lnTo>
                    <a:pt x="153136" y="60883"/>
                  </a:lnTo>
                  <a:lnTo>
                    <a:pt x="153136" y="50038"/>
                  </a:lnTo>
                  <a:lnTo>
                    <a:pt x="153073" y="49809"/>
                  </a:lnTo>
                  <a:lnTo>
                    <a:pt x="157073" y="54470"/>
                  </a:lnTo>
                  <a:lnTo>
                    <a:pt x="157073" y="50114"/>
                  </a:lnTo>
                  <a:lnTo>
                    <a:pt x="143103" y="33794"/>
                  </a:lnTo>
                  <a:lnTo>
                    <a:pt x="139573" y="29679"/>
                  </a:lnTo>
                  <a:lnTo>
                    <a:pt x="139573" y="34061"/>
                  </a:lnTo>
                  <a:lnTo>
                    <a:pt x="139115" y="34086"/>
                  </a:lnTo>
                  <a:lnTo>
                    <a:pt x="139357" y="33794"/>
                  </a:lnTo>
                  <a:lnTo>
                    <a:pt x="139573" y="34061"/>
                  </a:lnTo>
                  <a:lnTo>
                    <a:pt x="139573" y="29679"/>
                  </a:lnTo>
                  <a:lnTo>
                    <a:pt x="139357" y="29425"/>
                  </a:lnTo>
                  <a:lnTo>
                    <a:pt x="125412" y="45694"/>
                  </a:lnTo>
                  <a:lnTo>
                    <a:pt x="125412" y="54597"/>
                  </a:lnTo>
                  <a:lnTo>
                    <a:pt x="124841" y="54444"/>
                  </a:lnTo>
                  <a:lnTo>
                    <a:pt x="123532" y="54533"/>
                  </a:lnTo>
                  <a:lnTo>
                    <a:pt x="122224" y="54610"/>
                  </a:lnTo>
                  <a:lnTo>
                    <a:pt x="121196" y="55003"/>
                  </a:lnTo>
                  <a:lnTo>
                    <a:pt x="121196" y="55791"/>
                  </a:lnTo>
                  <a:lnTo>
                    <a:pt x="120853" y="55372"/>
                  </a:lnTo>
                  <a:lnTo>
                    <a:pt x="121158" y="55016"/>
                  </a:lnTo>
                  <a:lnTo>
                    <a:pt x="121196" y="55791"/>
                  </a:lnTo>
                  <a:lnTo>
                    <a:pt x="121196" y="55003"/>
                  </a:lnTo>
                  <a:lnTo>
                    <a:pt x="125171" y="50342"/>
                  </a:lnTo>
                  <a:lnTo>
                    <a:pt x="125082" y="50838"/>
                  </a:lnTo>
                  <a:lnTo>
                    <a:pt x="125234" y="53911"/>
                  </a:lnTo>
                  <a:lnTo>
                    <a:pt x="125412" y="54597"/>
                  </a:lnTo>
                  <a:lnTo>
                    <a:pt x="125412" y="45694"/>
                  </a:lnTo>
                  <a:lnTo>
                    <a:pt x="117106" y="55372"/>
                  </a:lnTo>
                  <a:lnTo>
                    <a:pt x="139357" y="81318"/>
                  </a:lnTo>
                  <a:lnTo>
                    <a:pt x="143103" y="76962"/>
                  </a:lnTo>
                  <a:lnTo>
                    <a:pt x="159740" y="57556"/>
                  </a:lnTo>
                  <a:lnTo>
                    <a:pt x="180111" y="81318"/>
                  </a:lnTo>
                  <a:lnTo>
                    <a:pt x="183857" y="76962"/>
                  </a:lnTo>
                  <a:lnTo>
                    <a:pt x="201066" y="56883"/>
                  </a:lnTo>
                  <a:lnTo>
                    <a:pt x="222034" y="81318"/>
                  </a:lnTo>
                  <a:lnTo>
                    <a:pt x="225780" y="76962"/>
                  </a:lnTo>
                  <a:lnTo>
                    <a:pt x="244284" y="55372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 descr=""/>
            <p:cNvSpPr/>
            <p:nvPr/>
          </p:nvSpPr>
          <p:spPr>
            <a:xfrm>
              <a:off x="11431740" y="6481959"/>
              <a:ext cx="202565" cy="81915"/>
            </a:xfrm>
            <a:custGeom>
              <a:avLst/>
              <a:gdLst/>
              <a:ahLst/>
              <a:cxnLst/>
              <a:rect l="l" t="t" r="r" b="b"/>
              <a:pathLst>
                <a:path w="202565" h="81915">
                  <a:moveTo>
                    <a:pt x="18948" y="39712"/>
                  </a:moveTo>
                  <a:lnTo>
                    <a:pt x="18897" y="38912"/>
                  </a:lnTo>
                  <a:lnTo>
                    <a:pt x="17830" y="38646"/>
                  </a:lnTo>
                  <a:lnTo>
                    <a:pt x="15201" y="38823"/>
                  </a:lnTo>
                  <a:lnTo>
                    <a:pt x="14579" y="39052"/>
                  </a:lnTo>
                  <a:lnTo>
                    <a:pt x="14706" y="38328"/>
                  </a:lnTo>
                  <a:lnTo>
                    <a:pt x="14630" y="36804"/>
                  </a:lnTo>
                  <a:lnTo>
                    <a:pt x="14554" y="35267"/>
                  </a:lnTo>
                  <a:lnTo>
                    <a:pt x="14224" y="34048"/>
                  </a:lnTo>
                  <a:lnTo>
                    <a:pt x="13538" y="34086"/>
                  </a:lnTo>
                  <a:lnTo>
                    <a:pt x="13309" y="35344"/>
                  </a:lnTo>
                  <a:lnTo>
                    <a:pt x="13462" y="38417"/>
                  </a:lnTo>
                  <a:lnTo>
                    <a:pt x="13639" y="39103"/>
                  </a:lnTo>
                  <a:lnTo>
                    <a:pt x="13068" y="38950"/>
                  </a:lnTo>
                  <a:lnTo>
                    <a:pt x="11760" y="39039"/>
                  </a:lnTo>
                  <a:lnTo>
                    <a:pt x="10452" y="39116"/>
                  </a:lnTo>
                  <a:lnTo>
                    <a:pt x="9385" y="39509"/>
                  </a:lnTo>
                  <a:lnTo>
                    <a:pt x="9436" y="40309"/>
                  </a:lnTo>
                  <a:lnTo>
                    <a:pt x="10515" y="40576"/>
                  </a:lnTo>
                  <a:lnTo>
                    <a:pt x="13144" y="40411"/>
                  </a:lnTo>
                  <a:lnTo>
                    <a:pt x="13716" y="40195"/>
                  </a:lnTo>
                  <a:lnTo>
                    <a:pt x="13601" y="40894"/>
                  </a:lnTo>
                  <a:lnTo>
                    <a:pt x="13677" y="42418"/>
                  </a:lnTo>
                  <a:lnTo>
                    <a:pt x="13741" y="43954"/>
                  </a:lnTo>
                  <a:lnTo>
                    <a:pt x="14084" y="45173"/>
                  </a:lnTo>
                  <a:lnTo>
                    <a:pt x="14770" y="45135"/>
                  </a:lnTo>
                  <a:lnTo>
                    <a:pt x="14986" y="43878"/>
                  </a:lnTo>
                  <a:lnTo>
                    <a:pt x="14846" y="40817"/>
                  </a:lnTo>
                  <a:lnTo>
                    <a:pt x="14643" y="40132"/>
                  </a:lnTo>
                  <a:lnTo>
                    <a:pt x="15265" y="40271"/>
                  </a:lnTo>
                  <a:lnTo>
                    <a:pt x="16573" y="40195"/>
                  </a:lnTo>
                  <a:lnTo>
                    <a:pt x="17881" y="40106"/>
                  </a:lnTo>
                  <a:lnTo>
                    <a:pt x="18948" y="39712"/>
                  </a:lnTo>
                  <a:close/>
                </a:path>
                <a:path w="202565" h="81915">
                  <a:moveTo>
                    <a:pt x="27965" y="0"/>
                  </a:moveTo>
                  <a:lnTo>
                    <a:pt x="24218" y="0"/>
                  </a:lnTo>
                  <a:lnTo>
                    <a:pt x="13982" y="11938"/>
                  </a:lnTo>
                  <a:lnTo>
                    <a:pt x="9182" y="6362"/>
                  </a:lnTo>
                  <a:lnTo>
                    <a:pt x="10248" y="6616"/>
                  </a:lnTo>
                  <a:lnTo>
                    <a:pt x="12877" y="6451"/>
                  </a:lnTo>
                  <a:lnTo>
                    <a:pt x="13462" y="6235"/>
                  </a:lnTo>
                  <a:lnTo>
                    <a:pt x="13347" y="6934"/>
                  </a:lnTo>
                  <a:lnTo>
                    <a:pt x="13411" y="8470"/>
                  </a:lnTo>
                  <a:lnTo>
                    <a:pt x="13487" y="9994"/>
                  </a:lnTo>
                  <a:lnTo>
                    <a:pt x="13830" y="11214"/>
                  </a:lnTo>
                  <a:lnTo>
                    <a:pt x="14516" y="11176"/>
                  </a:lnTo>
                  <a:lnTo>
                    <a:pt x="14732" y="9918"/>
                  </a:lnTo>
                  <a:lnTo>
                    <a:pt x="14592" y="6858"/>
                  </a:lnTo>
                  <a:lnTo>
                    <a:pt x="14389" y="6172"/>
                  </a:lnTo>
                  <a:lnTo>
                    <a:pt x="15011" y="6311"/>
                  </a:lnTo>
                  <a:lnTo>
                    <a:pt x="16319" y="6235"/>
                  </a:lnTo>
                  <a:lnTo>
                    <a:pt x="17627" y="6146"/>
                  </a:lnTo>
                  <a:lnTo>
                    <a:pt x="18694" y="5765"/>
                  </a:lnTo>
                  <a:lnTo>
                    <a:pt x="18643" y="4953"/>
                  </a:lnTo>
                  <a:lnTo>
                    <a:pt x="17564" y="4686"/>
                  </a:lnTo>
                  <a:lnTo>
                    <a:pt x="14935" y="4864"/>
                  </a:lnTo>
                  <a:lnTo>
                    <a:pt x="14325" y="5092"/>
                  </a:lnTo>
                  <a:lnTo>
                    <a:pt x="14452" y="4368"/>
                  </a:lnTo>
                  <a:lnTo>
                    <a:pt x="14376" y="2844"/>
                  </a:lnTo>
                  <a:lnTo>
                    <a:pt x="14300" y="1320"/>
                  </a:lnTo>
                  <a:lnTo>
                    <a:pt x="13970" y="88"/>
                  </a:lnTo>
                  <a:lnTo>
                    <a:pt x="13284" y="127"/>
                  </a:lnTo>
                  <a:lnTo>
                    <a:pt x="13055" y="1384"/>
                  </a:lnTo>
                  <a:lnTo>
                    <a:pt x="13208" y="4457"/>
                  </a:lnTo>
                  <a:lnTo>
                    <a:pt x="13385" y="5143"/>
                  </a:lnTo>
                  <a:lnTo>
                    <a:pt x="12814" y="4991"/>
                  </a:lnTo>
                  <a:lnTo>
                    <a:pt x="11506" y="5080"/>
                  </a:lnTo>
                  <a:lnTo>
                    <a:pt x="10198" y="5156"/>
                  </a:lnTo>
                  <a:lnTo>
                    <a:pt x="9131" y="5549"/>
                  </a:lnTo>
                  <a:lnTo>
                    <a:pt x="9169" y="6350"/>
                  </a:lnTo>
                  <a:lnTo>
                    <a:pt x="3746" y="0"/>
                  </a:lnTo>
                  <a:lnTo>
                    <a:pt x="0" y="0"/>
                  </a:lnTo>
                  <a:lnTo>
                    <a:pt x="13982" y="16306"/>
                  </a:lnTo>
                  <a:lnTo>
                    <a:pt x="17729" y="11938"/>
                  </a:lnTo>
                  <a:lnTo>
                    <a:pt x="27965" y="0"/>
                  </a:lnTo>
                  <a:close/>
                </a:path>
                <a:path w="202565" h="81915">
                  <a:moveTo>
                    <a:pt x="68719" y="0"/>
                  </a:moveTo>
                  <a:lnTo>
                    <a:pt x="64973" y="0"/>
                  </a:lnTo>
                  <a:lnTo>
                    <a:pt x="54737" y="11938"/>
                  </a:lnTo>
                  <a:lnTo>
                    <a:pt x="49949" y="6362"/>
                  </a:lnTo>
                  <a:lnTo>
                    <a:pt x="51003" y="6616"/>
                  </a:lnTo>
                  <a:lnTo>
                    <a:pt x="53632" y="6451"/>
                  </a:lnTo>
                  <a:lnTo>
                    <a:pt x="54216" y="6235"/>
                  </a:lnTo>
                  <a:lnTo>
                    <a:pt x="54089" y="6934"/>
                  </a:lnTo>
                  <a:lnTo>
                    <a:pt x="54165" y="8470"/>
                  </a:lnTo>
                  <a:lnTo>
                    <a:pt x="54241" y="9994"/>
                  </a:lnTo>
                  <a:lnTo>
                    <a:pt x="54571" y="11214"/>
                  </a:lnTo>
                  <a:lnTo>
                    <a:pt x="55257" y="11176"/>
                  </a:lnTo>
                  <a:lnTo>
                    <a:pt x="55486" y="9918"/>
                  </a:lnTo>
                  <a:lnTo>
                    <a:pt x="55333" y="6858"/>
                  </a:lnTo>
                  <a:lnTo>
                    <a:pt x="55143" y="6172"/>
                  </a:lnTo>
                  <a:lnTo>
                    <a:pt x="55765" y="6311"/>
                  </a:lnTo>
                  <a:lnTo>
                    <a:pt x="57073" y="6235"/>
                  </a:lnTo>
                  <a:lnTo>
                    <a:pt x="58381" y="6146"/>
                  </a:lnTo>
                  <a:lnTo>
                    <a:pt x="59436" y="5765"/>
                  </a:lnTo>
                  <a:lnTo>
                    <a:pt x="59397" y="4953"/>
                  </a:lnTo>
                  <a:lnTo>
                    <a:pt x="58318" y="4686"/>
                  </a:lnTo>
                  <a:lnTo>
                    <a:pt x="55689" y="4864"/>
                  </a:lnTo>
                  <a:lnTo>
                    <a:pt x="55067" y="5092"/>
                  </a:lnTo>
                  <a:lnTo>
                    <a:pt x="55206" y="4368"/>
                  </a:lnTo>
                  <a:lnTo>
                    <a:pt x="55130" y="2844"/>
                  </a:lnTo>
                  <a:lnTo>
                    <a:pt x="55054" y="1320"/>
                  </a:lnTo>
                  <a:lnTo>
                    <a:pt x="54724" y="88"/>
                  </a:lnTo>
                  <a:lnTo>
                    <a:pt x="54025" y="127"/>
                  </a:lnTo>
                  <a:lnTo>
                    <a:pt x="53809" y="1384"/>
                  </a:lnTo>
                  <a:lnTo>
                    <a:pt x="53949" y="4457"/>
                  </a:lnTo>
                  <a:lnTo>
                    <a:pt x="54127" y="5143"/>
                  </a:lnTo>
                  <a:lnTo>
                    <a:pt x="53555" y="4991"/>
                  </a:lnTo>
                  <a:lnTo>
                    <a:pt x="52247" y="5080"/>
                  </a:lnTo>
                  <a:lnTo>
                    <a:pt x="50939" y="5156"/>
                  </a:lnTo>
                  <a:lnTo>
                    <a:pt x="49885" y="5549"/>
                  </a:lnTo>
                  <a:lnTo>
                    <a:pt x="49911" y="6324"/>
                  </a:lnTo>
                  <a:lnTo>
                    <a:pt x="44500" y="0"/>
                  </a:lnTo>
                  <a:lnTo>
                    <a:pt x="40754" y="0"/>
                  </a:lnTo>
                  <a:lnTo>
                    <a:pt x="54737" y="16306"/>
                  </a:lnTo>
                  <a:lnTo>
                    <a:pt x="58483" y="11938"/>
                  </a:lnTo>
                  <a:lnTo>
                    <a:pt x="68719" y="0"/>
                  </a:lnTo>
                  <a:close/>
                </a:path>
                <a:path w="202565" h="81915">
                  <a:moveTo>
                    <a:pt x="110642" y="0"/>
                  </a:moveTo>
                  <a:lnTo>
                    <a:pt x="106895" y="0"/>
                  </a:lnTo>
                  <a:lnTo>
                    <a:pt x="96659" y="11938"/>
                  </a:lnTo>
                  <a:lnTo>
                    <a:pt x="91859" y="6362"/>
                  </a:lnTo>
                  <a:lnTo>
                    <a:pt x="92938" y="6616"/>
                  </a:lnTo>
                  <a:lnTo>
                    <a:pt x="95567" y="6451"/>
                  </a:lnTo>
                  <a:lnTo>
                    <a:pt x="96139" y="6235"/>
                  </a:lnTo>
                  <a:lnTo>
                    <a:pt x="96024" y="6934"/>
                  </a:lnTo>
                  <a:lnTo>
                    <a:pt x="96088" y="8470"/>
                  </a:lnTo>
                  <a:lnTo>
                    <a:pt x="96164" y="9994"/>
                  </a:lnTo>
                  <a:lnTo>
                    <a:pt x="96507" y="11214"/>
                  </a:lnTo>
                  <a:lnTo>
                    <a:pt x="97193" y="11176"/>
                  </a:lnTo>
                  <a:lnTo>
                    <a:pt x="97409" y="9918"/>
                  </a:lnTo>
                  <a:lnTo>
                    <a:pt x="97269" y="6858"/>
                  </a:lnTo>
                  <a:lnTo>
                    <a:pt x="97066" y="6172"/>
                  </a:lnTo>
                  <a:lnTo>
                    <a:pt x="97688" y="6311"/>
                  </a:lnTo>
                  <a:lnTo>
                    <a:pt x="98996" y="6235"/>
                  </a:lnTo>
                  <a:lnTo>
                    <a:pt x="100304" y="6146"/>
                  </a:lnTo>
                  <a:lnTo>
                    <a:pt x="101371" y="5765"/>
                  </a:lnTo>
                  <a:lnTo>
                    <a:pt x="101320" y="4953"/>
                  </a:lnTo>
                  <a:lnTo>
                    <a:pt x="100241" y="4686"/>
                  </a:lnTo>
                  <a:lnTo>
                    <a:pt x="97612" y="4864"/>
                  </a:lnTo>
                  <a:lnTo>
                    <a:pt x="97002" y="5092"/>
                  </a:lnTo>
                  <a:lnTo>
                    <a:pt x="97129" y="4368"/>
                  </a:lnTo>
                  <a:lnTo>
                    <a:pt x="97053" y="2844"/>
                  </a:lnTo>
                  <a:lnTo>
                    <a:pt x="96977" y="1320"/>
                  </a:lnTo>
                  <a:lnTo>
                    <a:pt x="96647" y="88"/>
                  </a:lnTo>
                  <a:lnTo>
                    <a:pt x="95961" y="127"/>
                  </a:lnTo>
                  <a:lnTo>
                    <a:pt x="95732" y="1384"/>
                  </a:lnTo>
                  <a:lnTo>
                    <a:pt x="95885" y="4457"/>
                  </a:lnTo>
                  <a:lnTo>
                    <a:pt x="96062" y="5143"/>
                  </a:lnTo>
                  <a:lnTo>
                    <a:pt x="95491" y="4991"/>
                  </a:lnTo>
                  <a:lnTo>
                    <a:pt x="94183" y="5080"/>
                  </a:lnTo>
                  <a:lnTo>
                    <a:pt x="92875" y="5156"/>
                  </a:lnTo>
                  <a:lnTo>
                    <a:pt x="91808" y="5549"/>
                  </a:lnTo>
                  <a:lnTo>
                    <a:pt x="91846" y="6350"/>
                  </a:lnTo>
                  <a:lnTo>
                    <a:pt x="86423" y="0"/>
                  </a:lnTo>
                  <a:lnTo>
                    <a:pt x="82677" y="0"/>
                  </a:lnTo>
                  <a:lnTo>
                    <a:pt x="96659" y="16306"/>
                  </a:lnTo>
                  <a:lnTo>
                    <a:pt x="100406" y="11938"/>
                  </a:lnTo>
                  <a:lnTo>
                    <a:pt x="110642" y="0"/>
                  </a:lnTo>
                  <a:close/>
                </a:path>
                <a:path w="202565" h="81915">
                  <a:moveTo>
                    <a:pt x="182219" y="23774"/>
                  </a:moveTo>
                  <a:lnTo>
                    <a:pt x="178473" y="19405"/>
                  </a:lnTo>
                  <a:lnTo>
                    <a:pt x="178473" y="23774"/>
                  </a:lnTo>
                  <a:lnTo>
                    <a:pt x="174332" y="28600"/>
                  </a:lnTo>
                  <a:lnTo>
                    <a:pt x="174447" y="27990"/>
                  </a:lnTo>
                  <a:lnTo>
                    <a:pt x="174294" y="24917"/>
                  </a:lnTo>
                  <a:lnTo>
                    <a:pt x="174104" y="24231"/>
                  </a:lnTo>
                  <a:lnTo>
                    <a:pt x="174726" y="24384"/>
                  </a:lnTo>
                  <a:lnTo>
                    <a:pt x="176034" y="24295"/>
                  </a:lnTo>
                  <a:lnTo>
                    <a:pt x="177342" y="24206"/>
                  </a:lnTo>
                  <a:lnTo>
                    <a:pt x="178396" y="23825"/>
                  </a:lnTo>
                  <a:lnTo>
                    <a:pt x="178384" y="23685"/>
                  </a:lnTo>
                  <a:lnTo>
                    <a:pt x="178473" y="19405"/>
                  </a:lnTo>
                  <a:lnTo>
                    <a:pt x="177673" y="18478"/>
                  </a:lnTo>
                  <a:lnTo>
                    <a:pt x="177673" y="22860"/>
                  </a:lnTo>
                  <a:lnTo>
                    <a:pt x="177279" y="22758"/>
                  </a:lnTo>
                  <a:lnTo>
                    <a:pt x="174650" y="22923"/>
                  </a:lnTo>
                  <a:lnTo>
                    <a:pt x="174028" y="23164"/>
                  </a:lnTo>
                  <a:lnTo>
                    <a:pt x="174167" y="22440"/>
                  </a:lnTo>
                  <a:lnTo>
                    <a:pt x="174091" y="20904"/>
                  </a:lnTo>
                  <a:lnTo>
                    <a:pt x="174015" y="19380"/>
                  </a:lnTo>
                  <a:lnTo>
                    <a:pt x="173748" y="18402"/>
                  </a:lnTo>
                  <a:lnTo>
                    <a:pt x="173748" y="29286"/>
                  </a:lnTo>
                  <a:lnTo>
                    <a:pt x="159969" y="45351"/>
                  </a:lnTo>
                  <a:lnTo>
                    <a:pt x="155168" y="39776"/>
                  </a:lnTo>
                  <a:lnTo>
                    <a:pt x="156235" y="40030"/>
                  </a:lnTo>
                  <a:lnTo>
                    <a:pt x="158864" y="39852"/>
                  </a:lnTo>
                  <a:lnTo>
                    <a:pt x="159448" y="39649"/>
                  </a:lnTo>
                  <a:lnTo>
                    <a:pt x="159334" y="40347"/>
                  </a:lnTo>
                  <a:lnTo>
                    <a:pt x="159397" y="41871"/>
                  </a:lnTo>
                  <a:lnTo>
                    <a:pt x="159473" y="43408"/>
                  </a:lnTo>
                  <a:lnTo>
                    <a:pt x="159816" y="44627"/>
                  </a:lnTo>
                  <a:lnTo>
                    <a:pt x="160489" y="44589"/>
                  </a:lnTo>
                  <a:lnTo>
                    <a:pt x="160718" y="43332"/>
                  </a:lnTo>
                  <a:lnTo>
                    <a:pt x="160578" y="40259"/>
                  </a:lnTo>
                  <a:lnTo>
                    <a:pt x="160375" y="39585"/>
                  </a:lnTo>
                  <a:lnTo>
                    <a:pt x="160997" y="39725"/>
                  </a:lnTo>
                  <a:lnTo>
                    <a:pt x="162306" y="39649"/>
                  </a:lnTo>
                  <a:lnTo>
                    <a:pt x="163614" y="39560"/>
                  </a:lnTo>
                  <a:lnTo>
                    <a:pt x="164668" y="39166"/>
                  </a:lnTo>
                  <a:lnTo>
                    <a:pt x="164630" y="38366"/>
                  </a:lnTo>
                  <a:lnTo>
                    <a:pt x="163550" y="38100"/>
                  </a:lnTo>
                  <a:lnTo>
                    <a:pt x="160921" y="38277"/>
                  </a:lnTo>
                  <a:lnTo>
                    <a:pt x="160312" y="38519"/>
                  </a:lnTo>
                  <a:lnTo>
                    <a:pt x="160439" y="37782"/>
                  </a:lnTo>
                  <a:lnTo>
                    <a:pt x="160362" y="36258"/>
                  </a:lnTo>
                  <a:lnTo>
                    <a:pt x="160286" y="34721"/>
                  </a:lnTo>
                  <a:lnTo>
                    <a:pt x="159956" y="33502"/>
                  </a:lnTo>
                  <a:lnTo>
                    <a:pt x="159258" y="33540"/>
                  </a:lnTo>
                  <a:lnTo>
                    <a:pt x="159042" y="34798"/>
                  </a:lnTo>
                  <a:lnTo>
                    <a:pt x="159194" y="37871"/>
                  </a:lnTo>
                  <a:lnTo>
                    <a:pt x="159372" y="38557"/>
                  </a:lnTo>
                  <a:lnTo>
                    <a:pt x="158800" y="38404"/>
                  </a:lnTo>
                  <a:lnTo>
                    <a:pt x="157480" y="38481"/>
                  </a:lnTo>
                  <a:lnTo>
                    <a:pt x="156171" y="38569"/>
                  </a:lnTo>
                  <a:lnTo>
                    <a:pt x="155117" y="38963"/>
                  </a:lnTo>
                  <a:lnTo>
                    <a:pt x="155143" y="39751"/>
                  </a:lnTo>
                  <a:lnTo>
                    <a:pt x="141820" y="24206"/>
                  </a:lnTo>
                  <a:lnTo>
                    <a:pt x="142887" y="24460"/>
                  </a:lnTo>
                  <a:lnTo>
                    <a:pt x="145516" y="24295"/>
                  </a:lnTo>
                  <a:lnTo>
                    <a:pt x="146100" y="24079"/>
                  </a:lnTo>
                  <a:lnTo>
                    <a:pt x="145986" y="24777"/>
                  </a:lnTo>
                  <a:lnTo>
                    <a:pt x="146050" y="26314"/>
                  </a:lnTo>
                  <a:lnTo>
                    <a:pt x="146126" y="27838"/>
                  </a:lnTo>
                  <a:lnTo>
                    <a:pt x="146469" y="29057"/>
                  </a:lnTo>
                  <a:lnTo>
                    <a:pt x="147154" y="29019"/>
                  </a:lnTo>
                  <a:lnTo>
                    <a:pt x="147370" y="27762"/>
                  </a:lnTo>
                  <a:lnTo>
                    <a:pt x="147231" y="24701"/>
                  </a:lnTo>
                  <a:lnTo>
                    <a:pt x="147027" y="24015"/>
                  </a:lnTo>
                  <a:lnTo>
                    <a:pt x="147650" y="24155"/>
                  </a:lnTo>
                  <a:lnTo>
                    <a:pt x="148958" y="24079"/>
                  </a:lnTo>
                  <a:lnTo>
                    <a:pt x="150266" y="23990"/>
                  </a:lnTo>
                  <a:lnTo>
                    <a:pt x="151333" y="23609"/>
                  </a:lnTo>
                  <a:lnTo>
                    <a:pt x="151282" y="22796"/>
                  </a:lnTo>
                  <a:lnTo>
                    <a:pt x="150202" y="22529"/>
                  </a:lnTo>
                  <a:lnTo>
                    <a:pt x="147574" y="22707"/>
                  </a:lnTo>
                  <a:lnTo>
                    <a:pt x="146951" y="22936"/>
                  </a:lnTo>
                  <a:lnTo>
                    <a:pt x="147091" y="22212"/>
                  </a:lnTo>
                  <a:lnTo>
                    <a:pt x="147015" y="20688"/>
                  </a:lnTo>
                  <a:lnTo>
                    <a:pt x="146939" y="19164"/>
                  </a:lnTo>
                  <a:lnTo>
                    <a:pt x="146608" y="17932"/>
                  </a:lnTo>
                  <a:lnTo>
                    <a:pt x="146456" y="17945"/>
                  </a:lnTo>
                  <a:lnTo>
                    <a:pt x="159461" y="2768"/>
                  </a:lnTo>
                  <a:lnTo>
                    <a:pt x="159296" y="3733"/>
                  </a:lnTo>
                  <a:lnTo>
                    <a:pt x="159448" y="6807"/>
                  </a:lnTo>
                  <a:lnTo>
                    <a:pt x="159626" y="7493"/>
                  </a:lnTo>
                  <a:lnTo>
                    <a:pt x="159054" y="7340"/>
                  </a:lnTo>
                  <a:lnTo>
                    <a:pt x="157746" y="7429"/>
                  </a:lnTo>
                  <a:lnTo>
                    <a:pt x="156425" y="7505"/>
                  </a:lnTo>
                  <a:lnTo>
                    <a:pt x="155371" y="7899"/>
                  </a:lnTo>
                  <a:lnTo>
                    <a:pt x="155409" y="8699"/>
                  </a:lnTo>
                  <a:lnTo>
                    <a:pt x="156489" y="8966"/>
                  </a:lnTo>
                  <a:lnTo>
                    <a:pt x="159118" y="8801"/>
                  </a:lnTo>
                  <a:lnTo>
                    <a:pt x="159702" y="8585"/>
                  </a:lnTo>
                  <a:lnTo>
                    <a:pt x="159588" y="9283"/>
                  </a:lnTo>
                  <a:lnTo>
                    <a:pt x="159651" y="10820"/>
                  </a:lnTo>
                  <a:lnTo>
                    <a:pt x="159727" y="12344"/>
                  </a:lnTo>
                  <a:lnTo>
                    <a:pt x="160070" y="13576"/>
                  </a:lnTo>
                  <a:lnTo>
                    <a:pt x="160743" y="13525"/>
                  </a:lnTo>
                  <a:lnTo>
                    <a:pt x="160972" y="12268"/>
                  </a:lnTo>
                  <a:lnTo>
                    <a:pt x="160832" y="9207"/>
                  </a:lnTo>
                  <a:lnTo>
                    <a:pt x="160629" y="8521"/>
                  </a:lnTo>
                  <a:lnTo>
                    <a:pt x="161251" y="8661"/>
                  </a:lnTo>
                  <a:lnTo>
                    <a:pt x="162560" y="8585"/>
                  </a:lnTo>
                  <a:lnTo>
                    <a:pt x="163868" y="8496"/>
                  </a:lnTo>
                  <a:lnTo>
                    <a:pt x="164934" y="8115"/>
                  </a:lnTo>
                  <a:lnTo>
                    <a:pt x="173647" y="18161"/>
                  </a:lnTo>
                  <a:lnTo>
                    <a:pt x="172999" y="18199"/>
                  </a:lnTo>
                  <a:lnTo>
                    <a:pt x="172770" y="19456"/>
                  </a:lnTo>
                  <a:lnTo>
                    <a:pt x="172910" y="22517"/>
                  </a:lnTo>
                  <a:lnTo>
                    <a:pt x="173088" y="23202"/>
                  </a:lnTo>
                  <a:lnTo>
                    <a:pt x="172516" y="23050"/>
                  </a:lnTo>
                  <a:lnTo>
                    <a:pt x="171208" y="23139"/>
                  </a:lnTo>
                  <a:lnTo>
                    <a:pt x="169900" y="23228"/>
                  </a:lnTo>
                  <a:lnTo>
                    <a:pt x="168846" y="23609"/>
                  </a:lnTo>
                  <a:lnTo>
                    <a:pt x="168884" y="24422"/>
                  </a:lnTo>
                  <a:lnTo>
                    <a:pt x="169964" y="24676"/>
                  </a:lnTo>
                  <a:lnTo>
                    <a:pt x="172593" y="24511"/>
                  </a:lnTo>
                  <a:lnTo>
                    <a:pt x="173177" y="24307"/>
                  </a:lnTo>
                  <a:lnTo>
                    <a:pt x="173050" y="25006"/>
                  </a:lnTo>
                  <a:lnTo>
                    <a:pt x="173126" y="26530"/>
                  </a:lnTo>
                  <a:lnTo>
                    <a:pt x="173202" y="28054"/>
                  </a:lnTo>
                  <a:lnTo>
                    <a:pt x="173532" y="29286"/>
                  </a:lnTo>
                  <a:lnTo>
                    <a:pt x="173748" y="29286"/>
                  </a:lnTo>
                  <a:lnTo>
                    <a:pt x="173748" y="18402"/>
                  </a:lnTo>
                  <a:lnTo>
                    <a:pt x="173697" y="18211"/>
                  </a:lnTo>
                  <a:lnTo>
                    <a:pt x="177673" y="22860"/>
                  </a:lnTo>
                  <a:lnTo>
                    <a:pt x="177673" y="18478"/>
                  </a:lnTo>
                  <a:lnTo>
                    <a:pt x="164198" y="2755"/>
                  </a:lnTo>
                  <a:lnTo>
                    <a:pt x="164198" y="7150"/>
                  </a:lnTo>
                  <a:lnTo>
                    <a:pt x="163804" y="7048"/>
                  </a:lnTo>
                  <a:lnTo>
                    <a:pt x="161175" y="7213"/>
                  </a:lnTo>
                  <a:lnTo>
                    <a:pt x="160566" y="7442"/>
                  </a:lnTo>
                  <a:lnTo>
                    <a:pt x="160693" y="6718"/>
                  </a:lnTo>
                  <a:lnTo>
                    <a:pt x="160616" y="5194"/>
                  </a:lnTo>
                  <a:lnTo>
                    <a:pt x="160540" y="3670"/>
                  </a:lnTo>
                  <a:lnTo>
                    <a:pt x="160210" y="2489"/>
                  </a:lnTo>
                  <a:lnTo>
                    <a:pt x="164198" y="7150"/>
                  </a:lnTo>
                  <a:lnTo>
                    <a:pt x="164198" y="2755"/>
                  </a:lnTo>
                  <a:lnTo>
                    <a:pt x="163715" y="2184"/>
                  </a:lnTo>
                  <a:lnTo>
                    <a:pt x="161836" y="0"/>
                  </a:lnTo>
                  <a:lnTo>
                    <a:pt x="160185" y="0"/>
                  </a:lnTo>
                  <a:lnTo>
                    <a:pt x="160185" y="2451"/>
                  </a:lnTo>
                  <a:lnTo>
                    <a:pt x="159727" y="2476"/>
                  </a:lnTo>
                  <a:lnTo>
                    <a:pt x="159969" y="2184"/>
                  </a:lnTo>
                  <a:lnTo>
                    <a:pt x="160185" y="2451"/>
                  </a:lnTo>
                  <a:lnTo>
                    <a:pt x="160185" y="0"/>
                  </a:lnTo>
                  <a:lnTo>
                    <a:pt x="158102" y="0"/>
                  </a:lnTo>
                  <a:lnTo>
                    <a:pt x="146024" y="14097"/>
                  </a:lnTo>
                  <a:lnTo>
                    <a:pt x="146024" y="22987"/>
                  </a:lnTo>
                  <a:lnTo>
                    <a:pt x="145453" y="22834"/>
                  </a:lnTo>
                  <a:lnTo>
                    <a:pt x="144145" y="22923"/>
                  </a:lnTo>
                  <a:lnTo>
                    <a:pt x="142836" y="22999"/>
                  </a:lnTo>
                  <a:lnTo>
                    <a:pt x="141808" y="23393"/>
                  </a:lnTo>
                  <a:lnTo>
                    <a:pt x="141808" y="24193"/>
                  </a:lnTo>
                  <a:lnTo>
                    <a:pt x="141465" y="23774"/>
                  </a:lnTo>
                  <a:lnTo>
                    <a:pt x="141770" y="23418"/>
                  </a:lnTo>
                  <a:lnTo>
                    <a:pt x="141808" y="24193"/>
                  </a:lnTo>
                  <a:lnTo>
                    <a:pt x="141808" y="23393"/>
                  </a:lnTo>
                  <a:lnTo>
                    <a:pt x="145783" y="18745"/>
                  </a:lnTo>
                  <a:lnTo>
                    <a:pt x="145694" y="19227"/>
                  </a:lnTo>
                  <a:lnTo>
                    <a:pt x="145846" y="22301"/>
                  </a:lnTo>
                  <a:lnTo>
                    <a:pt x="146024" y="22987"/>
                  </a:lnTo>
                  <a:lnTo>
                    <a:pt x="146024" y="14097"/>
                  </a:lnTo>
                  <a:lnTo>
                    <a:pt x="138658" y="22682"/>
                  </a:lnTo>
                  <a:lnTo>
                    <a:pt x="135864" y="19431"/>
                  </a:lnTo>
                  <a:lnTo>
                    <a:pt x="135864" y="23774"/>
                  </a:lnTo>
                  <a:lnTo>
                    <a:pt x="131724" y="28600"/>
                  </a:lnTo>
                  <a:lnTo>
                    <a:pt x="131838" y="27990"/>
                  </a:lnTo>
                  <a:lnTo>
                    <a:pt x="131699" y="24917"/>
                  </a:lnTo>
                  <a:lnTo>
                    <a:pt x="131508" y="24244"/>
                  </a:lnTo>
                  <a:lnTo>
                    <a:pt x="132118" y="24384"/>
                  </a:lnTo>
                  <a:lnTo>
                    <a:pt x="133426" y="24295"/>
                  </a:lnTo>
                  <a:lnTo>
                    <a:pt x="134734" y="24206"/>
                  </a:lnTo>
                  <a:lnTo>
                    <a:pt x="135801" y="23825"/>
                  </a:lnTo>
                  <a:lnTo>
                    <a:pt x="135788" y="23698"/>
                  </a:lnTo>
                  <a:lnTo>
                    <a:pt x="135864" y="19431"/>
                  </a:lnTo>
                  <a:lnTo>
                    <a:pt x="135064" y="18491"/>
                  </a:lnTo>
                  <a:lnTo>
                    <a:pt x="135064" y="22860"/>
                  </a:lnTo>
                  <a:lnTo>
                    <a:pt x="134670" y="22758"/>
                  </a:lnTo>
                  <a:lnTo>
                    <a:pt x="132041" y="22923"/>
                  </a:lnTo>
                  <a:lnTo>
                    <a:pt x="131432" y="23164"/>
                  </a:lnTo>
                  <a:lnTo>
                    <a:pt x="131559" y="22440"/>
                  </a:lnTo>
                  <a:lnTo>
                    <a:pt x="131483" y="20904"/>
                  </a:lnTo>
                  <a:lnTo>
                    <a:pt x="131406" y="19380"/>
                  </a:lnTo>
                  <a:lnTo>
                    <a:pt x="131140" y="18402"/>
                  </a:lnTo>
                  <a:lnTo>
                    <a:pt x="131140" y="29286"/>
                  </a:lnTo>
                  <a:lnTo>
                    <a:pt x="117360" y="45351"/>
                  </a:lnTo>
                  <a:lnTo>
                    <a:pt x="112560" y="39776"/>
                  </a:lnTo>
                  <a:lnTo>
                    <a:pt x="113639" y="40030"/>
                  </a:lnTo>
                  <a:lnTo>
                    <a:pt x="116268" y="39852"/>
                  </a:lnTo>
                  <a:lnTo>
                    <a:pt x="116852" y="39649"/>
                  </a:lnTo>
                  <a:lnTo>
                    <a:pt x="116725" y="40347"/>
                  </a:lnTo>
                  <a:lnTo>
                    <a:pt x="116801" y="41871"/>
                  </a:lnTo>
                  <a:lnTo>
                    <a:pt x="116878" y="43408"/>
                  </a:lnTo>
                  <a:lnTo>
                    <a:pt x="117208" y="44627"/>
                  </a:lnTo>
                  <a:lnTo>
                    <a:pt x="117894" y="44589"/>
                  </a:lnTo>
                  <a:lnTo>
                    <a:pt x="118122" y="43332"/>
                  </a:lnTo>
                  <a:lnTo>
                    <a:pt x="117970" y="40259"/>
                  </a:lnTo>
                  <a:lnTo>
                    <a:pt x="117779" y="39585"/>
                  </a:lnTo>
                  <a:lnTo>
                    <a:pt x="118389" y="39725"/>
                  </a:lnTo>
                  <a:lnTo>
                    <a:pt x="119710" y="39649"/>
                  </a:lnTo>
                  <a:lnTo>
                    <a:pt x="121018" y="39560"/>
                  </a:lnTo>
                  <a:lnTo>
                    <a:pt x="122072" y="39166"/>
                  </a:lnTo>
                  <a:lnTo>
                    <a:pt x="122034" y="38366"/>
                  </a:lnTo>
                  <a:lnTo>
                    <a:pt x="120954" y="38100"/>
                  </a:lnTo>
                  <a:lnTo>
                    <a:pt x="118325" y="38277"/>
                  </a:lnTo>
                  <a:lnTo>
                    <a:pt x="117703" y="38519"/>
                  </a:lnTo>
                  <a:lnTo>
                    <a:pt x="117830" y="37782"/>
                  </a:lnTo>
                  <a:lnTo>
                    <a:pt x="117767" y="36258"/>
                  </a:lnTo>
                  <a:lnTo>
                    <a:pt x="117690" y="34721"/>
                  </a:lnTo>
                  <a:lnTo>
                    <a:pt x="117348" y="33502"/>
                  </a:lnTo>
                  <a:lnTo>
                    <a:pt x="116662" y="33540"/>
                  </a:lnTo>
                  <a:lnTo>
                    <a:pt x="116446" y="34798"/>
                  </a:lnTo>
                  <a:lnTo>
                    <a:pt x="116586" y="37871"/>
                  </a:lnTo>
                  <a:lnTo>
                    <a:pt x="116776" y="38557"/>
                  </a:lnTo>
                  <a:lnTo>
                    <a:pt x="116192" y="38404"/>
                  </a:lnTo>
                  <a:lnTo>
                    <a:pt x="114884" y="38481"/>
                  </a:lnTo>
                  <a:lnTo>
                    <a:pt x="113576" y="38569"/>
                  </a:lnTo>
                  <a:lnTo>
                    <a:pt x="112522" y="38963"/>
                  </a:lnTo>
                  <a:lnTo>
                    <a:pt x="112547" y="39763"/>
                  </a:lnTo>
                  <a:lnTo>
                    <a:pt x="99225" y="24206"/>
                  </a:lnTo>
                  <a:lnTo>
                    <a:pt x="100291" y="24460"/>
                  </a:lnTo>
                  <a:lnTo>
                    <a:pt x="102920" y="24295"/>
                  </a:lnTo>
                  <a:lnTo>
                    <a:pt x="103492" y="24079"/>
                  </a:lnTo>
                  <a:lnTo>
                    <a:pt x="103378" y="24777"/>
                  </a:lnTo>
                  <a:lnTo>
                    <a:pt x="103454" y="26314"/>
                  </a:lnTo>
                  <a:lnTo>
                    <a:pt x="103530" y="27838"/>
                  </a:lnTo>
                  <a:lnTo>
                    <a:pt x="103860" y="29057"/>
                  </a:lnTo>
                  <a:lnTo>
                    <a:pt x="104546" y="29019"/>
                  </a:lnTo>
                  <a:lnTo>
                    <a:pt x="104775" y="27762"/>
                  </a:lnTo>
                  <a:lnTo>
                    <a:pt x="104622" y="24701"/>
                  </a:lnTo>
                  <a:lnTo>
                    <a:pt x="104432" y="24015"/>
                  </a:lnTo>
                  <a:lnTo>
                    <a:pt x="105054" y="24155"/>
                  </a:lnTo>
                  <a:lnTo>
                    <a:pt x="106362" y="24079"/>
                  </a:lnTo>
                  <a:lnTo>
                    <a:pt x="107670" y="23990"/>
                  </a:lnTo>
                  <a:lnTo>
                    <a:pt x="108724" y="23609"/>
                  </a:lnTo>
                  <a:lnTo>
                    <a:pt x="108686" y="22796"/>
                  </a:lnTo>
                  <a:lnTo>
                    <a:pt x="107607" y="22529"/>
                  </a:lnTo>
                  <a:lnTo>
                    <a:pt x="104978" y="22707"/>
                  </a:lnTo>
                  <a:lnTo>
                    <a:pt x="104355" y="22936"/>
                  </a:lnTo>
                  <a:lnTo>
                    <a:pt x="104482" y="22212"/>
                  </a:lnTo>
                  <a:lnTo>
                    <a:pt x="104419" y="20688"/>
                  </a:lnTo>
                  <a:lnTo>
                    <a:pt x="104343" y="19164"/>
                  </a:lnTo>
                  <a:lnTo>
                    <a:pt x="104000" y="17932"/>
                  </a:lnTo>
                  <a:lnTo>
                    <a:pt x="103860" y="17945"/>
                  </a:lnTo>
                  <a:lnTo>
                    <a:pt x="116865" y="2768"/>
                  </a:lnTo>
                  <a:lnTo>
                    <a:pt x="116700" y="3733"/>
                  </a:lnTo>
                  <a:lnTo>
                    <a:pt x="116840" y="6807"/>
                  </a:lnTo>
                  <a:lnTo>
                    <a:pt x="117030" y="7493"/>
                  </a:lnTo>
                  <a:lnTo>
                    <a:pt x="116446" y="7340"/>
                  </a:lnTo>
                  <a:lnTo>
                    <a:pt x="115138" y="7429"/>
                  </a:lnTo>
                  <a:lnTo>
                    <a:pt x="113830" y="7505"/>
                  </a:lnTo>
                  <a:lnTo>
                    <a:pt x="112776" y="7899"/>
                  </a:lnTo>
                  <a:lnTo>
                    <a:pt x="112814" y="8699"/>
                  </a:lnTo>
                  <a:lnTo>
                    <a:pt x="113893" y="8966"/>
                  </a:lnTo>
                  <a:lnTo>
                    <a:pt x="116522" y="8801"/>
                  </a:lnTo>
                  <a:lnTo>
                    <a:pt x="117106" y="8585"/>
                  </a:lnTo>
                  <a:lnTo>
                    <a:pt x="116979" y="9283"/>
                  </a:lnTo>
                  <a:lnTo>
                    <a:pt x="117055" y="10820"/>
                  </a:lnTo>
                  <a:lnTo>
                    <a:pt x="117119" y="12344"/>
                  </a:lnTo>
                  <a:lnTo>
                    <a:pt x="117462" y="13576"/>
                  </a:lnTo>
                  <a:lnTo>
                    <a:pt x="118148" y="13525"/>
                  </a:lnTo>
                  <a:lnTo>
                    <a:pt x="118376" y="12268"/>
                  </a:lnTo>
                  <a:lnTo>
                    <a:pt x="118224" y="9207"/>
                  </a:lnTo>
                  <a:lnTo>
                    <a:pt x="118033" y="8521"/>
                  </a:lnTo>
                  <a:lnTo>
                    <a:pt x="118656" y="8661"/>
                  </a:lnTo>
                  <a:lnTo>
                    <a:pt x="119964" y="8585"/>
                  </a:lnTo>
                  <a:lnTo>
                    <a:pt x="121272" y="8496"/>
                  </a:lnTo>
                  <a:lnTo>
                    <a:pt x="122326" y="8115"/>
                  </a:lnTo>
                  <a:lnTo>
                    <a:pt x="131038" y="18161"/>
                  </a:lnTo>
                  <a:lnTo>
                    <a:pt x="130390" y="18199"/>
                  </a:lnTo>
                  <a:lnTo>
                    <a:pt x="130162" y="19456"/>
                  </a:lnTo>
                  <a:lnTo>
                    <a:pt x="130314" y="22517"/>
                  </a:lnTo>
                  <a:lnTo>
                    <a:pt x="130492" y="23202"/>
                  </a:lnTo>
                  <a:lnTo>
                    <a:pt x="129921" y="23050"/>
                  </a:lnTo>
                  <a:lnTo>
                    <a:pt x="128612" y="23139"/>
                  </a:lnTo>
                  <a:lnTo>
                    <a:pt x="127304" y="23228"/>
                  </a:lnTo>
                  <a:lnTo>
                    <a:pt x="126238" y="23609"/>
                  </a:lnTo>
                  <a:lnTo>
                    <a:pt x="126288" y="24422"/>
                  </a:lnTo>
                  <a:lnTo>
                    <a:pt x="127368" y="24676"/>
                  </a:lnTo>
                  <a:lnTo>
                    <a:pt x="129984" y="24511"/>
                  </a:lnTo>
                  <a:lnTo>
                    <a:pt x="130568" y="24307"/>
                  </a:lnTo>
                  <a:lnTo>
                    <a:pt x="130454" y="25006"/>
                  </a:lnTo>
                  <a:lnTo>
                    <a:pt x="130530" y="26530"/>
                  </a:lnTo>
                  <a:lnTo>
                    <a:pt x="130594" y="28054"/>
                  </a:lnTo>
                  <a:lnTo>
                    <a:pt x="130937" y="29286"/>
                  </a:lnTo>
                  <a:lnTo>
                    <a:pt x="131140" y="29286"/>
                  </a:lnTo>
                  <a:lnTo>
                    <a:pt x="131140" y="18402"/>
                  </a:lnTo>
                  <a:lnTo>
                    <a:pt x="131089" y="18211"/>
                  </a:lnTo>
                  <a:lnTo>
                    <a:pt x="135064" y="22860"/>
                  </a:lnTo>
                  <a:lnTo>
                    <a:pt x="135064" y="18491"/>
                  </a:lnTo>
                  <a:lnTo>
                    <a:pt x="121577" y="2743"/>
                  </a:lnTo>
                  <a:lnTo>
                    <a:pt x="121577" y="7150"/>
                  </a:lnTo>
                  <a:lnTo>
                    <a:pt x="121208" y="7048"/>
                  </a:lnTo>
                  <a:lnTo>
                    <a:pt x="118579" y="7213"/>
                  </a:lnTo>
                  <a:lnTo>
                    <a:pt x="117957" y="7442"/>
                  </a:lnTo>
                  <a:lnTo>
                    <a:pt x="118084" y="6718"/>
                  </a:lnTo>
                  <a:lnTo>
                    <a:pt x="118021" y="5194"/>
                  </a:lnTo>
                  <a:lnTo>
                    <a:pt x="117944" y="3670"/>
                  </a:lnTo>
                  <a:lnTo>
                    <a:pt x="117602" y="2489"/>
                  </a:lnTo>
                  <a:lnTo>
                    <a:pt x="121577" y="7150"/>
                  </a:lnTo>
                  <a:lnTo>
                    <a:pt x="121577" y="2743"/>
                  </a:lnTo>
                  <a:lnTo>
                    <a:pt x="121107" y="2184"/>
                  </a:lnTo>
                  <a:lnTo>
                    <a:pt x="119227" y="0"/>
                  </a:lnTo>
                  <a:lnTo>
                    <a:pt x="117576" y="0"/>
                  </a:lnTo>
                  <a:lnTo>
                    <a:pt x="117576" y="2451"/>
                  </a:lnTo>
                  <a:lnTo>
                    <a:pt x="117119" y="2476"/>
                  </a:lnTo>
                  <a:lnTo>
                    <a:pt x="117360" y="2184"/>
                  </a:lnTo>
                  <a:lnTo>
                    <a:pt x="117576" y="2451"/>
                  </a:lnTo>
                  <a:lnTo>
                    <a:pt x="117576" y="0"/>
                  </a:lnTo>
                  <a:lnTo>
                    <a:pt x="115506" y="0"/>
                  </a:lnTo>
                  <a:lnTo>
                    <a:pt x="103416" y="14109"/>
                  </a:lnTo>
                  <a:lnTo>
                    <a:pt x="103416" y="22987"/>
                  </a:lnTo>
                  <a:lnTo>
                    <a:pt x="102844" y="22834"/>
                  </a:lnTo>
                  <a:lnTo>
                    <a:pt x="101536" y="22923"/>
                  </a:lnTo>
                  <a:lnTo>
                    <a:pt x="100228" y="22999"/>
                  </a:lnTo>
                  <a:lnTo>
                    <a:pt x="99199" y="23393"/>
                  </a:lnTo>
                  <a:lnTo>
                    <a:pt x="99199" y="24180"/>
                  </a:lnTo>
                  <a:lnTo>
                    <a:pt x="98869" y="23774"/>
                  </a:lnTo>
                  <a:lnTo>
                    <a:pt x="99174" y="23418"/>
                  </a:lnTo>
                  <a:lnTo>
                    <a:pt x="99199" y="24180"/>
                  </a:lnTo>
                  <a:lnTo>
                    <a:pt x="99199" y="23393"/>
                  </a:lnTo>
                  <a:lnTo>
                    <a:pt x="103187" y="18732"/>
                  </a:lnTo>
                  <a:lnTo>
                    <a:pt x="103098" y="19227"/>
                  </a:lnTo>
                  <a:lnTo>
                    <a:pt x="103238" y="22301"/>
                  </a:lnTo>
                  <a:lnTo>
                    <a:pt x="103416" y="22987"/>
                  </a:lnTo>
                  <a:lnTo>
                    <a:pt x="103416" y="14109"/>
                  </a:lnTo>
                  <a:lnTo>
                    <a:pt x="96672" y="21971"/>
                  </a:lnTo>
                  <a:lnTo>
                    <a:pt x="94475" y="19418"/>
                  </a:lnTo>
                  <a:lnTo>
                    <a:pt x="94475" y="23774"/>
                  </a:lnTo>
                  <a:lnTo>
                    <a:pt x="90335" y="28600"/>
                  </a:lnTo>
                  <a:lnTo>
                    <a:pt x="90449" y="27990"/>
                  </a:lnTo>
                  <a:lnTo>
                    <a:pt x="90309" y="24917"/>
                  </a:lnTo>
                  <a:lnTo>
                    <a:pt x="90106" y="24244"/>
                  </a:lnTo>
                  <a:lnTo>
                    <a:pt x="90728" y="24384"/>
                  </a:lnTo>
                  <a:lnTo>
                    <a:pt x="92036" y="24295"/>
                  </a:lnTo>
                  <a:lnTo>
                    <a:pt x="93345" y="24206"/>
                  </a:lnTo>
                  <a:lnTo>
                    <a:pt x="94411" y="23825"/>
                  </a:lnTo>
                  <a:lnTo>
                    <a:pt x="94399" y="23698"/>
                  </a:lnTo>
                  <a:lnTo>
                    <a:pt x="94475" y="19418"/>
                  </a:lnTo>
                  <a:lnTo>
                    <a:pt x="93675" y="18478"/>
                  </a:lnTo>
                  <a:lnTo>
                    <a:pt x="93675" y="22860"/>
                  </a:lnTo>
                  <a:lnTo>
                    <a:pt x="93294" y="22758"/>
                  </a:lnTo>
                  <a:lnTo>
                    <a:pt x="90665" y="22923"/>
                  </a:lnTo>
                  <a:lnTo>
                    <a:pt x="90043" y="23164"/>
                  </a:lnTo>
                  <a:lnTo>
                    <a:pt x="90170" y="22440"/>
                  </a:lnTo>
                  <a:lnTo>
                    <a:pt x="90093" y="20904"/>
                  </a:lnTo>
                  <a:lnTo>
                    <a:pt x="90030" y="19380"/>
                  </a:lnTo>
                  <a:lnTo>
                    <a:pt x="89750" y="18402"/>
                  </a:lnTo>
                  <a:lnTo>
                    <a:pt x="89750" y="29286"/>
                  </a:lnTo>
                  <a:lnTo>
                    <a:pt x="75971" y="45351"/>
                  </a:lnTo>
                  <a:lnTo>
                    <a:pt x="71170" y="39776"/>
                  </a:lnTo>
                  <a:lnTo>
                    <a:pt x="72250" y="40030"/>
                  </a:lnTo>
                  <a:lnTo>
                    <a:pt x="74879" y="39852"/>
                  </a:lnTo>
                  <a:lnTo>
                    <a:pt x="75450" y="39649"/>
                  </a:lnTo>
                  <a:lnTo>
                    <a:pt x="75336" y="40347"/>
                  </a:lnTo>
                  <a:lnTo>
                    <a:pt x="75412" y="41871"/>
                  </a:lnTo>
                  <a:lnTo>
                    <a:pt x="75488" y="43408"/>
                  </a:lnTo>
                  <a:lnTo>
                    <a:pt x="75819" y="44627"/>
                  </a:lnTo>
                  <a:lnTo>
                    <a:pt x="76504" y="44589"/>
                  </a:lnTo>
                  <a:lnTo>
                    <a:pt x="76733" y="43332"/>
                  </a:lnTo>
                  <a:lnTo>
                    <a:pt x="76581" y="40259"/>
                  </a:lnTo>
                  <a:lnTo>
                    <a:pt x="76390" y="39585"/>
                  </a:lnTo>
                  <a:lnTo>
                    <a:pt x="77012" y="39725"/>
                  </a:lnTo>
                  <a:lnTo>
                    <a:pt x="78320" y="39649"/>
                  </a:lnTo>
                  <a:lnTo>
                    <a:pt x="79629" y="39560"/>
                  </a:lnTo>
                  <a:lnTo>
                    <a:pt x="80683" y="39166"/>
                  </a:lnTo>
                  <a:lnTo>
                    <a:pt x="80645" y="38366"/>
                  </a:lnTo>
                  <a:lnTo>
                    <a:pt x="79565" y="38100"/>
                  </a:lnTo>
                  <a:lnTo>
                    <a:pt x="76936" y="38277"/>
                  </a:lnTo>
                  <a:lnTo>
                    <a:pt x="76314" y="38519"/>
                  </a:lnTo>
                  <a:lnTo>
                    <a:pt x="76441" y="37782"/>
                  </a:lnTo>
                  <a:lnTo>
                    <a:pt x="76377" y="36258"/>
                  </a:lnTo>
                  <a:lnTo>
                    <a:pt x="76301" y="34721"/>
                  </a:lnTo>
                  <a:lnTo>
                    <a:pt x="75958" y="33502"/>
                  </a:lnTo>
                  <a:lnTo>
                    <a:pt x="75272" y="33540"/>
                  </a:lnTo>
                  <a:lnTo>
                    <a:pt x="75057" y="34798"/>
                  </a:lnTo>
                  <a:lnTo>
                    <a:pt x="75196" y="37871"/>
                  </a:lnTo>
                  <a:lnTo>
                    <a:pt x="75387" y="38557"/>
                  </a:lnTo>
                  <a:lnTo>
                    <a:pt x="74803" y="38404"/>
                  </a:lnTo>
                  <a:lnTo>
                    <a:pt x="73494" y="38481"/>
                  </a:lnTo>
                  <a:lnTo>
                    <a:pt x="72186" y="38569"/>
                  </a:lnTo>
                  <a:lnTo>
                    <a:pt x="71132" y="38963"/>
                  </a:lnTo>
                  <a:lnTo>
                    <a:pt x="71158" y="39763"/>
                  </a:lnTo>
                  <a:lnTo>
                    <a:pt x="57835" y="24206"/>
                  </a:lnTo>
                  <a:lnTo>
                    <a:pt x="58902" y="24460"/>
                  </a:lnTo>
                  <a:lnTo>
                    <a:pt x="61531" y="24295"/>
                  </a:lnTo>
                  <a:lnTo>
                    <a:pt x="62103" y="24079"/>
                  </a:lnTo>
                  <a:lnTo>
                    <a:pt x="61988" y="24777"/>
                  </a:lnTo>
                  <a:lnTo>
                    <a:pt x="62064" y="26314"/>
                  </a:lnTo>
                  <a:lnTo>
                    <a:pt x="62141" y="27838"/>
                  </a:lnTo>
                  <a:lnTo>
                    <a:pt x="62471" y="29057"/>
                  </a:lnTo>
                  <a:lnTo>
                    <a:pt x="63169" y="29019"/>
                  </a:lnTo>
                  <a:lnTo>
                    <a:pt x="63385" y="27762"/>
                  </a:lnTo>
                  <a:lnTo>
                    <a:pt x="63233" y="24701"/>
                  </a:lnTo>
                  <a:lnTo>
                    <a:pt x="63042" y="24015"/>
                  </a:lnTo>
                  <a:lnTo>
                    <a:pt x="63665" y="24155"/>
                  </a:lnTo>
                  <a:lnTo>
                    <a:pt x="64973" y="24079"/>
                  </a:lnTo>
                  <a:lnTo>
                    <a:pt x="66281" y="23990"/>
                  </a:lnTo>
                  <a:lnTo>
                    <a:pt x="67335" y="23609"/>
                  </a:lnTo>
                  <a:lnTo>
                    <a:pt x="67297" y="22796"/>
                  </a:lnTo>
                  <a:lnTo>
                    <a:pt x="66217" y="22529"/>
                  </a:lnTo>
                  <a:lnTo>
                    <a:pt x="63588" y="22707"/>
                  </a:lnTo>
                  <a:lnTo>
                    <a:pt x="62966" y="22936"/>
                  </a:lnTo>
                  <a:lnTo>
                    <a:pt x="63093" y="22212"/>
                  </a:lnTo>
                  <a:lnTo>
                    <a:pt x="63030" y="20688"/>
                  </a:lnTo>
                  <a:lnTo>
                    <a:pt x="62953" y="19164"/>
                  </a:lnTo>
                  <a:lnTo>
                    <a:pt x="62611" y="17932"/>
                  </a:lnTo>
                  <a:lnTo>
                    <a:pt x="62471" y="17945"/>
                  </a:lnTo>
                  <a:lnTo>
                    <a:pt x="75476" y="2768"/>
                  </a:lnTo>
                  <a:lnTo>
                    <a:pt x="75311" y="3733"/>
                  </a:lnTo>
                  <a:lnTo>
                    <a:pt x="75450" y="6807"/>
                  </a:lnTo>
                  <a:lnTo>
                    <a:pt x="75628" y="7493"/>
                  </a:lnTo>
                  <a:lnTo>
                    <a:pt x="75057" y="7340"/>
                  </a:lnTo>
                  <a:lnTo>
                    <a:pt x="73748" y="7429"/>
                  </a:lnTo>
                  <a:lnTo>
                    <a:pt x="72440" y="7505"/>
                  </a:lnTo>
                  <a:lnTo>
                    <a:pt x="71386" y="7899"/>
                  </a:lnTo>
                  <a:lnTo>
                    <a:pt x="71424" y="8699"/>
                  </a:lnTo>
                  <a:lnTo>
                    <a:pt x="72504" y="8966"/>
                  </a:lnTo>
                  <a:lnTo>
                    <a:pt x="75133" y="8801"/>
                  </a:lnTo>
                  <a:lnTo>
                    <a:pt x="75704" y="8585"/>
                  </a:lnTo>
                  <a:lnTo>
                    <a:pt x="75590" y="9283"/>
                  </a:lnTo>
                  <a:lnTo>
                    <a:pt x="75666" y="10820"/>
                  </a:lnTo>
                  <a:lnTo>
                    <a:pt x="75742" y="12344"/>
                  </a:lnTo>
                  <a:lnTo>
                    <a:pt x="76073" y="13576"/>
                  </a:lnTo>
                  <a:lnTo>
                    <a:pt x="76758" y="13525"/>
                  </a:lnTo>
                  <a:lnTo>
                    <a:pt x="76987" y="12268"/>
                  </a:lnTo>
                  <a:lnTo>
                    <a:pt x="76835" y="9207"/>
                  </a:lnTo>
                  <a:lnTo>
                    <a:pt x="76644" y="8521"/>
                  </a:lnTo>
                  <a:lnTo>
                    <a:pt x="77266" y="8661"/>
                  </a:lnTo>
                  <a:lnTo>
                    <a:pt x="78574" y="8585"/>
                  </a:lnTo>
                  <a:lnTo>
                    <a:pt x="79883" y="8496"/>
                  </a:lnTo>
                  <a:lnTo>
                    <a:pt x="80937" y="8115"/>
                  </a:lnTo>
                  <a:lnTo>
                    <a:pt x="89649" y="18161"/>
                  </a:lnTo>
                  <a:lnTo>
                    <a:pt x="89001" y="18199"/>
                  </a:lnTo>
                  <a:lnTo>
                    <a:pt x="88773" y="19456"/>
                  </a:lnTo>
                  <a:lnTo>
                    <a:pt x="88925" y="22517"/>
                  </a:lnTo>
                  <a:lnTo>
                    <a:pt x="89103" y="23202"/>
                  </a:lnTo>
                  <a:lnTo>
                    <a:pt x="88531" y="23050"/>
                  </a:lnTo>
                  <a:lnTo>
                    <a:pt x="87223" y="23139"/>
                  </a:lnTo>
                  <a:lnTo>
                    <a:pt x="85915" y="23228"/>
                  </a:lnTo>
                  <a:lnTo>
                    <a:pt x="84848" y="23609"/>
                  </a:lnTo>
                  <a:lnTo>
                    <a:pt x="84899" y="24422"/>
                  </a:lnTo>
                  <a:lnTo>
                    <a:pt x="85979" y="24676"/>
                  </a:lnTo>
                  <a:lnTo>
                    <a:pt x="88607" y="24511"/>
                  </a:lnTo>
                  <a:lnTo>
                    <a:pt x="89179" y="24307"/>
                  </a:lnTo>
                  <a:lnTo>
                    <a:pt x="89065" y="25006"/>
                  </a:lnTo>
                  <a:lnTo>
                    <a:pt x="89141" y="26530"/>
                  </a:lnTo>
                  <a:lnTo>
                    <a:pt x="89204" y="28054"/>
                  </a:lnTo>
                  <a:lnTo>
                    <a:pt x="89547" y="29286"/>
                  </a:lnTo>
                  <a:lnTo>
                    <a:pt x="89750" y="29286"/>
                  </a:lnTo>
                  <a:lnTo>
                    <a:pt x="89750" y="18402"/>
                  </a:lnTo>
                  <a:lnTo>
                    <a:pt x="89700" y="18211"/>
                  </a:lnTo>
                  <a:lnTo>
                    <a:pt x="93675" y="22860"/>
                  </a:lnTo>
                  <a:lnTo>
                    <a:pt x="93675" y="18478"/>
                  </a:lnTo>
                  <a:lnTo>
                    <a:pt x="80187" y="2743"/>
                  </a:lnTo>
                  <a:lnTo>
                    <a:pt x="80187" y="7150"/>
                  </a:lnTo>
                  <a:lnTo>
                    <a:pt x="79819" y="7048"/>
                  </a:lnTo>
                  <a:lnTo>
                    <a:pt x="77190" y="7213"/>
                  </a:lnTo>
                  <a:lnTo>
                    <a:pt x="76555" y="7442"/>
                  </a:lnTo>
                  <a:lnTo>
                    <a:pt x="76695" y="6718"/>
                  </a:lnTo>
                  <a:lnTo>
                    <a:pt x="76631" y="5194"/>
                  </a:lnTo>
                  <a:lnTo>
                    <a:pt x="76555" y="3670"/>
                  </a:lnTo>
                  <a:lnTo>
                    <a:pt x="76212" y="2489"/>
                  </a:lnTo>
                  <a:lnTo>
                    <a:pt x="80187" y="7150"/>
                  </a:lnTo>
                  <a:lnTo>
                    <a:pt x="80187" y="2743"/>
                  </a:lnTo>
                  <a:lnTo>
                    <a:pt x="79717" y="2184"/>
                  </a:lnTo>
                  <a:lnTo>
                    <a:pt x="77838" y="0"/>
                  </a:lnTo>
                  <a:lnTo>
                    <a:pt x="76187" y="0"/>
                  </a:lnTo>
                  <a:lnTo>
                    <a:pt x="76187" y="2451"/>
                  </a:lnTo>
                  <a:lnTo>
                    <a:pt x="75730" y="2476"/>
                  </a:lnTo>
                  <a:lnTo>
                    <a:pt x="75971" y="2184"/>
                  </a:lnTo>
                  <a:lnTo>
                    <a:pt x="76187" y="2451"/>
                  </a:lnTo>
                  <a:lnTo>
                    <a:pt x="76187" y="0"/>
                  </a:lnTo>
                  <a:lnTo>
                    <a:pt x="74117" y="0"/>
                  </a:lnTo>
                  <a:lnTo>
                    <a:pt x="62039" y="14084"/>
                  </a:lnTo>
                  <a:lnTo>
                    <a:pt x="62039" y="22987"/>
                  </a:lnTo>
                  <a:lnTo>
                    <a:pt x="61455" y="22834"/>
                  </a:lnTo>
                  <a:lnTo>
                    <a:pt x="60147" y="22923"/>
                  </a:lnTo>
                  <a:lnTo>
                    <a:pt x="58839" y="22999"/>
                  </a:lnTo>
                  <a:lnTo>
                    <a:pt x="57810" y="23393"/>
                  </a:lnTo>
                  <a:lnTo>
                    <a:pt x="57810" y="24180"/>
                  </a:lnTo>
                  <a:lnTo>
                    <a:pt x="57480" y="23774"/>
                  </a:lnTo>
                  <a:lnTo>
                    <a:pt x="57785" y="23418"/>
                  </a:lnTo>
                  <a:lnTo>
                    <a:pt x="57810" y="24180"/>
                  </a:lnTo>
                  <a:lnTo>
                    <a:pt x="57810" y="23393"/>
                  </a:lnTo>
                  <a:lnTo>
                    <a:pt x="61798" y="18732"/>
                  </a:lnTo>
                  <a:lnTo>
                    <a:pt x="61709" y="19227"/>
                  </a:lnTo>
                  <a:lnTo>
                    <a:pt x="61849" y="22301"/>
                  </a:lnTo>
                  <a:lnTo>
                    <a:pt x="62039" y="22987"/>
                  </a:lnTo>
                  <a:lnTo>
                    <a:pt x="62039" y="14084"/>
                  </a:lnTo>
                  <a:lnTo>
                    <a:pt x="53721" y="23774"/>
                  </a:lnTo>
                  <a:lnTo>
                    <a:pt x="75971" y="49720"/>
                  </a:lnTo>
                  <a:lnTo>
                    <a:pt x="79717" y="45351"/>
                  </a:lnTo>
                  <a:lnTo>
                    <a:pt x="96659" y="25590"/>
                  </a:lnTo>
                  <a:lnTo>
                    <a:pt x="117360" y="49720"/>
                  </a:lnTo>
                  <a:lnTo>
                    <a:pt x="121107" y="45351"/>
                  </a:lnTo>
                  <a:lnTo>
                    <a:pt x="138658" y="24879"/>
                  </a:lnTo>
                  <a:lnTo>
                    <a:pt x="159969" y="49720"/>
                  </a:lnTo>
                  <a:lnTo>
                    <a:pt x="163715" y="45351"/>
                  </a:lnTo>
                  <a:lnTo>
                    <a:pt x="182219" y="23774"/>
                  </a:lnTo>
                  <a:close/>
                </a:path>
                <a:path w="202565" h="81915">
                  <a:moveTo>
                    <a:pt x="202361" y="55372"/>
                  </a:moveTo>
                  <a:lnTo>
                    <a:pt x="198615" y="51015"/>
                  </a:lnTo>
                  <a:lnTo>
                    <a:pt x="198615" y="55372"/>
                  </a:lnTo>
                  <a:lnTo>
                    <a:pt x="180111" y="76962"/>
                  </a:lnTo>
                  <a:lnTo>
                    <a:pt x="161607" y="55372"/>
                  </a:lnTo>
                  <a:lnTo>
                    <a:pt x="180111" y="33794"/>
                  </a:lnTo>
                  <a:lnTo>
                    <a:pt x="198615" y="55372"/>
                  </a:lnTo>
                  <a:lnTo>
                    <a:pt x="198615" y="51015"/>
                  </a:lnTo>
                  <a:lnTo>
                    <a:pt x="183857" y="33794"/>
                  </a:lnTo>
                  <a:lnTo>
                    <a:pt x="180111" y="29425"/>
                  </a:lnTo>
                  <a:lnTo>
                    <a:pt x="157861" y="55372"/>
                  </a:lnTo>
                  <a:lnTo>
                    <a:pt x="180111" y="81318"/>
                  </a:lnTo>
                  <a:lnTo>
                    <a:pt x="183857" y="76962"/>
                  </a:lnTo>
                  <a:lnTo>
                    <a:pt x="202361" y="55372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 descr=""/>
            <p:cNvSpPr/>
            <p:nvPr/>
          </p:nvSpPr>
          <p:spPr>
            <a:xfrm>
              <a:off x="11548859" y="6481959"/>
              <a:ext cx="147955" cy="81915"/>
            </a:xfrm>
            <a:custGeom>
              <a:avLst/>
              <a:gdLst/>
              <a:ahLst/>
              <a:cxnLst/>
              <a:rect l="l" t="t" r="r" b="b"/>
              <a:pathLst>
                <a:path w="147954" h="81915">
                  <a:moveTo>
                    <a:pt x="127177" y="55372"/>
                  </a:moveTo>
                  <a:lnTo>
                    <a:pt x="123418" y="51003"/>
                  </a:lnTo>
                  <a:lnTo>
                    <a:pt x="123418" y="55372"/>
                  </a:lnTo>
                  <a:lnTo>
                    <a:pt x="119291" y="60185"/>
                  </a:lnTo>
                  <a:lnTo>
                    <a:pt x="119405" y="59588"/>
                  </a:lnTo>
                  <a:lnTo>
                    <a:pt x="119253" y="56527"/>
                  </a:lnTo>
                  <a:lnTo>
                    <a:pt x="119062" y="55854"/>
                  </a:lnTo>
                  <a:lnTo>
                    <a:pt x="119684" y="55994"/>
                  </a:lnTo>
                  <a:lnTo>
                    <a:pt x="120992" y="55905"/>
                  </a:lnTo>
                  <a:lnTo>
                    <a:pt x="122301" y="55816"/>
                  </a:lnTo>
                  <a:lnTo>
                    <a:pt x="123342" y="55435"/>
                  </a:lnTo>
                  <a:lnTo>
                    <a:pt x="123329" y="55283"/>
                  </a:lnTo>
                  <a:lnTo>
                    <a:pt x="123418" y="51003"/>
                  </a:lnTo>
                  <a:lnTo>
                    <a:pt x="122631" y="50076"/>
                  </a:lnTo>
                  <a:lnTo>
                    <a:pt x="122631" y="54470"/>
                  </a:lnTo>
                  <a:lnTo>
                    <a:pt x="122237" y="54368"/>
                  </a:lnTo>
                  <a:lnTo>
                    <a:pt x="119608" y="54533"/>
                  </a:lnTo>
                  <a:lnTo>
                    <a:pt x="118986" y="54762"/>
                  </a:lnTo>
                  <a:lnTo>
                    <a:pt x="119113" y="54051"/>
                  </a:lnTo>
                  <a:lnTo>
                    <a:pt x="119037" y="52514"/>
                  </a:lnTo>
                  <a:lnTo>
                    <a:pt x="118973" y="50990"/>
                  </a:lnTo>
                  <a:lnTo>
                    <a:pt x="118694" y="50038"/>
                  </a:lnTo>
                  <a:lnTo>
                    <a:pt x="118694" y="60883"/>
                  </a:lnTo>
                  <a:lnTo>
                    <a:pt x="104927" y="76962"/>
                  </a:lnTo>
                  <a:lnTo>
                    <a:pt x="100139" y="71386"/>
                  </a:lnTo>
                  <a:lnTo>
                    <a:pt x="101193" y="71640"/>
                  </a:lnTo>
                  <a:lnTo>
                    <a:pt x="103822" y="71462"/>
                  </a:lnTo>
                  <a:lnTo>
                    <a:pt x="104406" y="71259"/>
                  </a:lnTo>
                  <a:lnTo>
                    <a:pt x="104279" y="71958"/>
                  </a:lnTo>
                  <a:lnTo>
                    <a:pt x="104355" y="73482"/>
                  </a:lnTo>
                  <a:lnTo>
                    <a:pt x="104432" y="75018"/>
                  </a:lnTo>
                  <a:lnTo>
                    <a:pt x="104762" y="76238"/>
                  </a:lnTo>
                  <a:lnTo>
                    <a:pt x="105448" y="76200"/>
                  </a:lnTo>
                  <a:lnTo>
                    <a:pt x="105676" y="74942"/>
                  </a:lnTo>
                  <a:lnTo>
                    <a:pt x="105524" y="71869"/>
                  </a:lnTo>
                  <a:lnTo>
                    <a:pt x="105333" y="71196"/>
                  </a:lnTo>
                  <a:lnTo>
                    <a:pt x="105956" y="71335"/>
                  </a:lnTo>
                  <a:lnTo>
                    <a:pt x="107264" y="71247"/>
                  </a:lnTo>
                  <a:lnTo>
                    <a:pt x="108572" y="71170"/>
                  </a:lnTo>
                  <a:lnTo>
                    <a:pt x="109626" y="70777"/>
                  </a:lnTo>
                  <a:lnTo>
                    <a:pt x="109588" y="69977"/>
                  </a:lnTo>
                  <a:lnTo>
                    <a:pt x="108508" y="69710"/>
                  </a:lnTo>
                  <a:lnTo>
                    <a:pt x="105879" y="69875"/>
                  </a:lnTo>
                  <a:lnTo>
                    <a:pt x="105257" y="70116"/>
                  </a:lnTo>
                  <a:lnTo>
                    <a:pt x="105384" y="69392"/>
                  </a:lnTo>
                  <a:lnTo>
                    <a:pt x="105321" y="67868"/>
                  </a:lnTo>
                  <a:lnTo>
                    <a:pt x="105244" y="66332"/>
                  </a:lnTo>
                  <a:lnTo>
                    <a:pt x="104914" y="65112"/>
                  </a:lnTo>
                  <a:lnTo>
                    <a:pt x="104851" y="70675"/>
                  </a:lnTo>
                  <a:lnTo>
                    <a:pt x="104851" y="65125"/>
                  </a:lnTo>
                  <a:lnTo>
                    <a:pt x="104216" y="65151"/>
                  </a:lnTo>
                  <a:lnTo>
                    <a:pt x="104000" y="66408"/>
                  </a:lnTo>
                  <a:lnTo>
                    <a:pt x="104140" y="69481"/>
                  </a:lnTo>
                  <a:lnTo>
                    <a:pt x="104317" y="70154"/>
                  </a:lnTo>
                  <a:lnTo>
                    <a:pt x="103746" y="70015"/>
                  </a:lnTo>
                  <a:lnTo>
                    <a:pt x="102438" y="70091"/>
                  </a:lnTo>
                  <a:lnTo>
                    <a:pt x="101130" y="70180"/>
                  </a:lnTo>
                  <a:lnTo>
                    <a:pt x="100076" y="70561"/>
                  </a:lnTo>
                  <a:lnTo>
                    <a:pt x="100101" y="71348"/>
                  </a:lnTo>
                  <a:lnTo>
                    <a:pt x="86791" y="55816"/>
                  </a:lnTo>
                  <a:lnTo>
                    <a:pt x="87845" y="56070"/>
                  </a:lnTo>
                  <a:lnTo>
                    <a:pt x="90474" y="55905"/>
                  </a:lnTo>
                  <a:lnTo>
                    <a:pt x="91059" y="55689"/>
                  </a:lnTo>
                  <a:lnTo>
                    <a:pt x="90932" y="56388"/>
                  </a:lnTo>
                  <a:lnTo>
                    <a:pt x="91008" y="57912"/>
                  </a:lnTo>
                  <a:lnTo>
                    <a:pt x="91084" y="59448"/>
                  </a:lnTo>
                  <a:lnTo>
                    <a:pt x="91414" y="60667"/>
                  </a:lnTo>
                  <a:lnTo>
                    <a:pt x="92113" y="60629"/>
                  </a:lnTo>
                  <a:lnTo>
                    <a:pt x="92329" y="59372"/>
                  </a:lnTo>
                  <a:lnTo>
                    <a:pt x="92176" y="56299"/>
                  </a:lnTo>
                  <a:lnTo>
                    <a:pt x="91986" y="55626"/>
                  </a:lnTo>
                  <a:lnTo>
                    <a:pt x="92608" y="55765"/>
                  </a:lnTo>
                  <a:lnTo>
                    <a:pt x="93916" y="55676"/>
                  </a:lnTo>
                  <a:lnTo>
                    <a:pt x="95224" y="55600"/>
                  </a:lnTo>
                  <a:lnTo>
                    <a:pt x="96278" y="55206"/>
                  </a:lnTo>
                  <a:lnTo>
                    <a:pt x="96240" y="54406"/>
                  </a:lnTo>
                  <a:lnTo>
                    <a:pt x="95161" y="54140"/>
                  </a:lnTo>
                  <a:lnTo>
                    <a:pt x="92532" y="54305"/>
                  </a:lnTo>
                  <a:lnTo>
                    <a:pt x="91909" y="54546"/>
                  </a:lnTo>
                  <a:lnTo>
                    <a:pt x="92036" y="53822"/>
                  </a:lnTo>
                  <a:lnTo>
                    <a:pt x="91973" y="52298"/>
                  </a:lnTo>
                  <a:lnTo>
                    <a:pt x="91897" y="50761"/>
                  </a:lnTo>
                  <a:lnTo>
                    <a:pt x="91567" y="49542"/>
                  </a:lnTo>
                  <a:lnTo>
                    <a:pt x="91414" y="49555"/>
                  </a:lnTo>
                  <a:lnTo>
                    <a:pt x="104406" y="34391"/>
                  </a:lnTo>
                  <a:lnTo>
                    <a:pt x="104254" y="35344"/>
                  </a:lnTo>
                  <a:lnTo>
                    <a:pt x="104394" y="38417"/>
                  </a:lnTo>
                  <a:lnTo>
                    <a:pt x="104571" y="39103"/>
                  </a:lnTo>
                  <a:lnTo>
                    <a:pt x="104000" y="38950"/>
                  </a:lnTo>
                  <a:lnTo>
                    <a:pt x="102692" y="39039"/>
                  </a:lnTo>
                  <a:lnTo>
                    <a:pt x="101384" y="39116"/>
                  </a:lnTo>
                  <a:lnTo>
                    <a:pt x="100330" y="39509"/>
                  </a:lnTo>
                  <a:lnTo>
                    <a:pt x="100368" y="40309"/>
                  </a:lnTo>
                  <a:lnTo>
                    <a:pt x="101447" y="40576"/>
                  </a:lnTo>
                  <a:lnTo>
                    <a:pt x="104076" y="40411"/>
                  </a:lnTo>
                  <a:lnTo>
                    <a:pt x="104660" y="40195"/>
                  </a:lnTo>
                  <a:lnTo>
                    <a:pt x="104533" y="40894"/>
                  </a:lnTo>
                  <a:lnTo>
                    <a:pt x="104609" y="42418"/>
                  </a:lnTo>
                  <a:lnTo>
                    <a:pt x="104686" y="43954"/>
                  </a:lnTo>
                  <a:lnTo>
                    <a:pt x="105016" y="45173"/>
                  </a:lnTo>
                  <a:lnTo>
                    <a:pt x="105714" y="45135"/>
                  </a:lnTo>
                  <a:lnTo>
                    <a:pt x="105930" y="43878"/>
                  </a:lnTo>
                  <a:lnTo>
                    <a:pt x="105778" y="40817"/>
                  </a:lnTo>
                  <a:lnTo>
                    <a:pt x="105587" y="40132"/>
                  </a:lnTo>
                  <a:lnTo>
                    <a:pt x="106210" y="40271"/>
                  </a:lnTo>
                  <a:lnTo>
                    <a:pt x="107518" y="40195"/>
                  </a:lnTo>
                  <a:lnTo>
                    <a:pt x="108826" y="40106"/>
                  </a:lnTo>
                  <a:lnTo>
                    <a:pt x="109880" y="39712"/>
                  </a:lnTo>
                  <a:lnTo>
                    <a:pt x="118605" y="49771"/>
                  </a:lnTo>
                  <a:lnTo>
                    <a:pt x="117944" y="49809"/>
                  </a:lnTo>
                  <a:lnTo>
                    <a:pt x="117729" y="51066"/>
                  </a:lnTo>
                  <a:lnTo>
                    <a:pt x="117868" y="54127"/>
                  </a:lnTo>
                  <a:lnTo>
                    <a:pt x="118046" y="54813"/>
                  </a:lnTo>
                  <a:lnTo>
                    <a:pt x="117475" y="54660"/>
                  </a:lnTo>
                  <a:lnTo>
                    <a:pt x="116166" y="54749"/>
                  </a:lnTo>
                  <a:lnTo>
                    <a:pt x="114858" y="54838"/>
                  </a:lnTo>
                  <a:lnTo>
                    <a:pt x="113804" y="55219"/>
                  </a:lnTo>
                  <a:lnTo>
                    <a:pt x="113842" y="56019"/>
                  </a:lnTo>
                  <a:lnTo>
                    <a:pt x="114922" y="56286"/>
                  </a:lnTo>
                  <a:lnTo>
                    <a:pt x="117551" y="56121"/>
                  </a:lnTo>
                  <a:lnTo>
                    <a:pt x="118122" y="55905"/>
                  </a:lnTo>
                  <a:lnTo>
                    <a:pt x="118008" y="56603"/>
                  </a:lnTo>
                  <a:lnTo>
                    <a:pt x="118084" y="58140"/>
                  </a:lnTo>
                  <a:lnTo>
                    <a:pt x="118148" y="59664"/>
                  </a:lnTo>
                  <a:lnTo>
                    <a:pt x="118491" y="60896"/>
                  </a:lnTo>
                  <a:lnTo>
                    <a:pt x="118694" y="60883"/>
                  </a:lnTo>
                  <a:lnTo>
                    <a:pt x="118694" y="50038"/>
                  </a:lnTo>
                  <a:lnTo>
                    <a:pt x="118630" y="49809"/>
                  </a:lnTo>
                  <a:lnTo>
                    <a:pt x="122631" y="54470"/>
                  </a:lnTo>
                  <a:lnTo>
                    <a:pt x="122631" y="50076"/>
                  </a:lnTo>
                  <a:lnTo>
                    <a:pt x="109143" y="34366"/>
                  </a:lnTo>
                  <a:lnTo>
                    <a:pt x="109143" y="38747"/>
                  </a:lnTo>
                  <a:lnTo>
                    <a:pt x="108762" y="38646"/>
                  </a:lnTo>
                  <a:lnTo>
                    <a:pt x="106133" y="38823"/>
                  </a:lnTo>
                  <a:lnTo>
                    <a:pt x="105511" y="39052"/>
                  </a:lnTo>
                  <a:lnTo>
                    <a:pt x="105651" y="38328"/>
                  </a:lnTo>
                  <a:lnTo>
                    <a:pt x="105575" y="36804"/>
                  </a:lnTo>
                  <a:lnTo>
                    <a:pt x="105498" y="35267"/>
                  </a:lnTo>
                  <a:lnTo>
                    <a:pt x="105168" y="34099"/>
                  </a:lnTo>
                  <a:lnTo>
                    <a:pt x="109143" y="38747"/>
                  </a:lnTo>
                  <a:lnTo>
                    <a:pt x="109143" y="34366"/>
                  </a:lnTo>
                  <a:lnTo>
                    <a:pt x="108661" y="33794"/>
                  </a:lnTo>
                  <a:lnTo>
                    <a:pt x="105143" y="29679"/>
                  </a:lnTo>
                  <a:lnTo>
                    <a:pt x="105143" y="34061"/>
                  </a:lnTo>
                  <a:lnTo>
                    <a:pt x="104686" y="34086"/>
                  </a:lnTo>
                  <a:lnTo>
                    <a:pt x="104927" y="33794"/>
                  </a:lnTo>
                  <a:lnTo>
                    <a:pt x="105143" y="34061"/>
                  </a:lnTo>
                  <a:lnTo>
                    <a:pt x="105143" y="29679"/>
                  </a:lnTo>
                  <a:lnTo>
                    <a:pt x="104927" y="29425"/>
                  </a:lnTo>
                  <a:lnTo>
                    <a:pt x="90970" y="45707"/>
                  </a:lnTo>
                  <a:lnTo>
                    <a:pt x="90970" y="54597"/>
                  </a:lnTo>
                  <a:lnTo>
                    <a:pt x="90398" y="54444"/>
                  </a:lnTo>
                  <a:lnTo>
                    <a:pt x="89090" y="54533"/>
                  </a:lnTo>
                  <a:lnTo>
                    <a:pt x="87782" y="54610"/>
                  </a:lnTo>
                  <a:lnTo>
                    <a:pt x="86753" y="55003"/>
                  </a:lnTo>
                  <a:lnTo>
                    <a:pt x="86753" y="55778"/>
                  </a:lnTo>
                  <a:lnTo>
                    <a:pt x="86423" y="55372"/>
                  </a:lnTo>
                  <a:lnTo>
                    <a:pt x="86728" y="55016"/>
                  </a:lnTo>
                  <a:lnTo>
                    <a:pt x="86753" y="55778"/>
                  </a:lnTo>
                  <a:lnTo>
                    <a:pt x="86753" y="55003"/>
                  </a:lnTo>
                  <a:lnTo>
                    <a:pt x="90741" y="50342"/>
                  </a:lnTo>
                  <a:lnTo>
                    <a:pt x="90652" y="50838"/>
                  </a:lnTo>
                  <a:lnTo>
                    <a:pt x="90792" y="53911"/>
                  </a:lnTo>
                  <a:lnTo>
                    <a:pt x="90970" y="54597"/>
                  </a:lnTo>
                  <a:lnTo>
                    <a:pt x="90970" y="45707"/>
                  </a:lnTo>
                  <a:lnTo>
                    <a:pt x="83947" y="53886"/>
                  </a:lnTo>
                  <a:lnTo>
                    <a:pt x="81495" y="51028"/>
                  </a:lnTo>
                  <a:lnTo>
                    <a:pt x="81495" y="55372"/>
                  </a:lnTo>
                  <a:lnTo>
                    <a:pt x="77355" y="60198"/>
                  </a:lnTo>
                  <a:lnTo>
                    <a:pt x="77470" y="59588"/>
                  </a:lnTo>
                  <a:lnTo>
                    <a:pt x="77330" y="56527"/>
                  </a:lnTo>
                  <a:lnTo>
                    <a:pt x="77139" y="55854"/>
                  </a:lnTo>
                  <a:lnTo>
                    <a:pt x="77749" y="55994"/>
                  </a:lnTo>
                  <a:lnTo>
                    <a:pt x="79057" y="55905"/>
                  </a:lnTo>
                  <a:lnTo>
                    <a:pt x="80365" y="55816"/>
                  </a:lnTo>
                  <a:lnTo>
                    <a:pt x="81419" y="55435"/>
                  </a:lnTo>
                  <a:lnTo>
                    <a:pt x="81407" y="55283"/>
                  </a:lnTo>
                  <a:lnTo>
                    <a:pt x="81495" y="51028"/>
                  </a:lnTo>
                  <a:lnTo>
                    <a:pt x="80708" y="50114"/>
                  </a:lnTo>
                  <a:lnTo>
                    <a:pt x="80708" y="54470"/>
                  </a:lnTo>
                  <a:lnTo>
                    <a:pt x="80302" y="54368"/>
                  </a:lnTo>
                  <a:lnTo>
                    <a:pt x="77673" y="54533"/>
                  </a:lnTo>
                  <a:lnTo>
                    <a:pt x="77050" y="54762"/>
                  </a:lnTo>
                  <a:lnTo>
                    <a:pt x="77190" y="54051"/>
                  </a:lnTo>
                  <a:lnTo>
                    <a:pt x="77114" y="52514"/>
                  </a:lnTo>
                  <a:lnTo>
                    <a:pt x="77038" y="50990"/>
                  </a:lnTo>
                  <a:lnTo>
                    <a:pt x="76771" y="50038"/>
                  </a:lnTo>
                  <a:lnTo>
                    <a:pt x="76771" y="60883"/>
                  </a:lnTo>
                  <a:lnTo>
                    <a:pt x="62992" y="76962"/>
                  </a:lnTo>
                  <a:lnTo>
                    <a:pt x="58191" y="71386"/>
                  </a:lnTo>
                  <a:lnTo>
                    <a:pt x="59270" y="71640"/>
                  </a:lnTo>
                  <a:lnTo>
                    <a:pt x="61899" y="71462"/>
                  </a:lnTo>
                  <a:lnTo>
                    <a:pt x="62471" y="71259"/>
                  </a:lnTo>
                  <a:lnTo>
                    <a:pt x="62357" y="71958"/>
                  </a:lnTo>
                  <a:lnTo>
                    <a:pt x="62433" y="73482"/>
                  </a:lnTo>
                  <a:lnTo>
                    <a:pt x="62496" y="75018"/>
                  </a:lnTo>
                  <a:lnTo>
                    <a:pt x="62839" y="76238"/>
                  </a:lnTo>
                  <a:lnTo>
                    <a:pt x="63525" y="76200"/>
                  </a:lnTo>
                  <a:lnTo>
                    <a:pt x="63741" y="74942"/>
                  </a:lnTo>
                  <a:lnTo>
                    <a:pt x="63601" y="71869"/>
                  </a:lnTo>
                  <a:lnTo>
                    <a:pt x="63398" y="71196"/>
                  </a:lnTo>
                  <a:lnTo>
                    <a:pt x="64020" y="71335"/>
                  </a:lnTo>
                  <a:lnTo>
                    <a:pt x="65328" y="71247"/>
                  </a:lnTo>
                  <a:lnTo>
                    <a:pt x="66636" y="71170"/>
                  </a:lnTo>
                  <a:lnTo>
                    <a:pt x="67703" y="70777"/>
                  </a:lnTo>
                  <a:lnTo>
                    <a:pt x="67652" y="69977"/>
                  </a:lnTo>
                  <a:lnTo>
                    <a:pt x="66573" y="69710"/>
                  </a:lnTo>
                  <a:lnTo>
                    <a:pt x="63957" y="69875"/>
                  </a:lnTo>
                  <a:lnTo>
                    <a:pt x="63322" y="70116"/>
                  </a:lnTo>
                  <a:lnTo>
                    <a:pt x="63461" y="69392"/>
                  </a:lnTo>
                  <a:lnTo>
                    <a:pt x="63385" y="67868"/>
                  </a:lnTo>
                  <a:lnTo>
                    <a:pt x="63322" y="66332"/>
                  </a:lnTo>
                  <a:lnTo>
                    <a:pt x="62979" y="65112"/>
                  </a:lnTo>
                  <a:lnTo>
                    <a:pt x="62293" y="65151"/>
                  </a:lnTo>
                  <a:lnTo>
                    <a:pt x="62064" y="66408"/>
                  </a:lnTo>
                  <a:lnTo>
                    <a:pt x="62217" y="69481"/>
                  </a:lnTo>
                  <a:lnTo>
                    <a:pt x="62395" y="70154"/>
                  </a:lnTo>
                  <a:lnTo>
                    <a:pt x="61823" y="70015"/>
                  </a:lnTo>
                  <a:lnTo>
                    <a:pt x="60515" y="70091"/>
                  </a:lnTo>
                  <a:lnTo>
                    <a:pt x="59207" y="70180"/>
                  </a:lnTo>
                  <a:lnTo>
                    <a:pt x="58140" y="70561"/>
                  </a:lnTo>
                  <a:lnTo>
                    <a:pt x="58178" y="71374"/>
                  </a:lnTo>
                  <a:lnTo>
                    <a:pt x="44856" y="55816"/>
                  </a:lnTo>
                  <a:lnTo>
                    <a:pt x="45923" y="56070"/>
                  </a:lnTo>
                  <a:lnTo>
                    <a:pt x="48552" y="55905"/>
                  </a:lnTo>
                  <a:lnTo>
                    <a:pt x="49123" y="55689"/>
                  </a:lnTo>
                  <a:lnTo>
                    <a:pt x="49009" y="56388"/>
                  </a:lnTo>
                  <a:lnTo>
                    <a:pt x="49085" y="57912"/>
                  </a:lnTo>
                  <a:lnTo>
                    <a:pt x="49149" y="59448"/>
                  </a:lnTo>
                  <a:lnTo>
                    <a:pt x="49491" y="60667"/>
                  </a:lnTo>
                  <a:lnTo>
                    <a:pt x="50165" y="60629"/>
                  </a:lnTo>
                  <a:lnTo>
                    <a:pt x="50406" y="59372"/>
                  </a:lnTo>
                  <a:lnTo>
                    <a:pt x="50253" y="56299"/>
                  </a:lnTo>
                  <a:lnTo>
                    <a:pt x="50063" y="55626"/>
                  </a:lnTo>
                  <a:lnTo>
                    <a:pt x="50673" y="55765"/>
                  </a:lnTo>
                  <a:lnTo>
                    <a:pt x="51993" y="55676"/>
                  </a:lnTo>
                  <a:lnTo>
                    <a:pt x="53301" y="55600"/>
                  </a:lnTo>
                  <a:lnTo>
                    <a:pt x="54356" y="55206"/>
                  </a:lnTo>
                  <a:lnTo>
                    <a:pt x="54317" y="54406"/>
                  </a:lnTo>
                  <a:lnTo>
                    <a:pt x="53238" y="54140"/>
                  </a:lnTo>
                  <a:lnTo>
                    <a:pt x="50609" y="54305"/>
                  </a:lnTo>
                  <a:lnTo>
                    <a:pt x="49987" y="54546"/>
                  </a:lnTo>
                  <a:lnTo>
                    <a:pt x="50114" y="53822"/>
                  </a:lnTo>
                  <a:lnTo>
                    <a:pt x="50038" y="52298"/>
                  </a:lnTo>
                  <a:lnTo>
                    <a:pt x="49974" y="50761"/>
                  </a:lnTo>
                  <a:lnTo>
                    <a:pt x="49631" y="49542"/>
                  </a:lnTo>
                  <a:lnTo>
                    <a:pt x="49479" y="49555"/>
                  </a:lnTo>
                  <a:lnTo>
                    <a:pt x="62484" y="34378"/>
                  </a:lnTo>
                  <a:lnTo>
                    <a:pt x="62318" y="35344"/>
                  </a:lnTo>
                  <a:lnTo>
                    <a:pt x="62471" y="38417"/>
                  </a:lnTo>
                  <a:lnTo>
                    <a:pt x="62649" y="39103"/>
                  </a:lnTo>
                  <a:lnTo>
                    <a:pt x="62077" y="38950"/>
                  </a:lnTo>
                  <a:lnTo>
                    <a:pt x="60769" y="39039"/>
                  </a:lnTo>
                  <a:lnTo>
                    <a:pt x="59461" y="39116"/>
                  </a:lnTo>
                  <a:lnTo>
                    <a:pt x="58394" y="39509"/>
                  </a:lnTo>
                  <a:lnTo>
                    <a:pt x="58445" y="40309"/>
                  </a:lnTo>
                  <a:lnTo>
                    <a:pt x="59524" y="40576"/>
                  </a:lnTo>
                  <a:lnTo>
                    <a:pt x="62153" y="40411"/>
                  </a:lnTo>
                  <a:lnTo>
                    <a:pt x="62738" y="40195"/>
                  </a:lnTo>
                  <a:lnTo>
                    <a:pt x="62611" y="40894"/>
                  </a:lnTo>
                  <a:lnTo>
                    <a:pt x="62687" y="42418"/>
                  </a:lnTo>
                  <a:lnTo>
                    <a:pt x="62750" y="43954"/>
                  </a:lnTo>
                  <a:lnTo>
                    <a:pt x="63093" y="45173"/>
                  </a:lnTo>
                  <a:lnTo>
                    <a:pt x="63779" y="45135"/>
                  </a:lnTo>
                  <a:lnTo>
                    <a:pt x="63995" y="43878"/>
                  </a:lnTo>
                  <a:lnTo>
                    <a:pt x="63855" y="40817"/>
                  </a:lnTo>
                  <a:lnTo>
                    <a:pt x="63652" y="40132"/>
                  </a:lnTo>
                  <a:lnTo>
                    <a:pt x="64274" y="40271"/>
                  </a:lnTo>
                  <a:lnTo>
                    <a:pt x="65582" y="40195"/>
                  </a:lnTo>
                  <a:lnTo>
                    <a:pt x="66890" y="40106"/>
                  </a:lnTo>
                  <a:lnTo>
                    <a:pt x="67957" y="39712"/>
                  </a:lnTo>
                  <a:lnTo>
                    <a:pt x="76682" y="49771"/>
                  </a:lnTo>
                  <a:lnTo>
                    <a:pt x="76009" y="49809"/>
                  </a:lnTo>
                  <a:lnTo>
                    <a:pt x="75793" y="51066"/>
                  </a:lnTo>
                  <a:lnTo>
                    <a:pt x="75946" y="54127"/>
                  </a:lnTo>
                  <a:lnTo>
                    <a:pt x="76123" y="54813"/>
                  </a:lnTo>
                  <a:lnTo>
                    <a:pt x="75552" y="54660"/>
                  </a:lnTo>
                  <a:lnTo>
                    <a:pt x="74244" y="54749"/>
                  </a:lnTo>
                  <a:lnTo>
                    <a:pt x="72923" y="54838"/>
                  </a:lnTo>
                  <a:lnTo>
                    <a:pt x="71869" y="55219"/>
                  </a:lnTo>
                  <a:lnTo>
                    <a:pt x="71907" y="56019"/>
                  </a:lnTo>
                  <a:lnTo>
                    <a:pt x="72986" y="56286"/>
                  </a:lnTo>
                  <a:lnTo>
                    <a:pt x="75615" y="56121"/>
                  </a:lnTo>
                  <a:lnTo>
                    <a:pt x="76200" y="55905"/>
                  </a:lnTo>
                  <a:lnTo>
                    <a:pt x="76085" y="56603"/>
                  </a:lnTo>
                  <a:lnTo>
                    <a:pt x="76149" y="58140"/>
                  </a:lnTo>
                  <a:lnTo>
                    <a:pt x="76225" y="59664"/>
                  </a:lnTo>
                  <a:lnTo>
                    <a:pt x="76555" y="60896"/>
                  </a:lnTo>
                  <a:lnTo>
                    <a:pt x="76771" y="60883"/>
                  </a:lnTo>
                  <a:lnTo>
                    <a:pt x="76771" y="50038"/>
                  </a:lnTo>
                  <a:lnTo>
                    <a:pt x="76708" y="49809"/>
                  </a:lnTo>
                  <a:lnTo>
                    <a:pt x="80708" y="54470"/>
                  </a:lnTo>
                  <a:lnTo>
                    <a:pt x="80708" y="50114"/>
                  </a:lnTo>
                  <a:lnTo>
                    <a:pt x="67208" y="34353"/>
                  </a:lnTo>
                  <a:lnTo>
                    <a:pt x="67208" y="38747"/>
                  </a:lnTo>
                  <a:lnTo>
                    <a:pt x="66840" y="38646"/>
                  </a:lnTo>
                  <a:lnTo>
                    <a:pt x="64211" y="38823"/>
                  </a:lnTo>
                  <a:lnTo>
                    <a:pt x="63588" y="39052"/>
                  </a:lnTo>
                  <a:lnTo>
                    <a:pt x="63715" y="38328"/>
                  </a:lnTo>
                  <a:lnTo>
                    <a:pt x="63639" y="36804"/>
                  </a:lnTo>
                  <a:lnTo>
                    <a:pt x="63576" y="35267"/>
                  </a:lnTo>
                  <a:lnTo>
                    <a:pt x="63233" y="34099"/>
                  </a:lnTo>
                  <a:lnTo>
                    <a:pt x="67208" y="38747"/>
                  </a:lnTo>
                  <a:lnTo>
                    <a:pt x="67208" y="34353"/>
                  </a:lnTo>
                  <a:lnTo>
                    <a:pt x="66738" y="33794"/>
                  </a:lnTo>
                  <a:lnTo>
                    <a:pt x="63207" y="29679"/>
                  </a:lnTo>
                  <a:lnTo>
                    <a:pt x="63207" y="34061"/>
                  </a:lnTo>
                  <a:lnTo>
                    <a:pt x="62750" y="34086"/>
                  </a:lnTo>
                  <a:lnTo>
                    <a:pt x="62992" y="33794"/>
                  </a:lnTo>
                  <a:lnTo>
                    <a:pt x="63207" y="34061"/>
                  </a:lnTo>
                  <a:lnTo>
                    <a:pt x="63207" y="29679"/>
                  </a:lnTo>
                  <a:lnTo>
                    <a:pt x="62992" y="29425"/>
                  </a:lnTo>
                  <a:lnTo>
                    <a:pt x="49047" y="45681"/>
                  </a:lnTo>
                  <a:lnTo>
                    <a:pt x="49047" y="54597"/>
                  </a:lnTo>
                  <a:lnTo>
                    <a:pt x="48475" y="54444"/>
                  </a:lnTo>
                  <a:lnTo>
                    <a:pt x="47167" y="54533"/>
                  </a:lnTo>
                  <a:lnTo>
                    <a:pt x="45859" y="54610"/>
                  </a:lnTo>
                  <a:lnTo>
                    <a:pt x="44831" y="55003"/>
                  </a:lnTo>
                  <a:lnTo>
                    <a:pt x="44831" y="55791"/>
                  </a:lnTo>
                  <a:lnTo>
                    <a:pt x="44488" y="55384"/>
                  </a:lnTo>
                  <a:lnTo>
                    <a:pt x="44792" y="55016"/>
                  </a:lnTo>
                  <a:lnTo>
                    <a:pt x="44831" y="55791"/>
                  </a:lnTo>
                  <a:lnTo>
                    <a:pt x="44831" y="55003"/>
                  </a:lnTo>
                  <a:lnTo>
                    <a:pt x="48806" y="50330"/>
                  </a:lnTo>
                  <a:lnTo>
                    <a:pt x="48729" y="50838"/>
                  </a:lnTo>
                  <a:lnTo>
                    <a:pt x="48869" y="53911"/>
                  </a:lnTo>
                  <a:lnTo>
                    <a:pt x="49047" y="54597"/>
                  </a:lnTo>
                  <a:lnTo>
                    <a:pt x="49047" y="45681"/>
                  </a:lnTo>
                  <a:lnTo>
                    <a:pt x="42608" y="53187"/>
                  </a:lnTo>
                  <a:lnTo>
                    <a:pt x="40741" y="51015"/>
                  </a:lnTo>
                  <a:lnTo>
                    <a:pt x="40741" y="55372"/>
                  </a:lnTo>
                  <a:lnTo>
                    <a:pt x="36601" y="60198"/>
                  </a:lnTo>
                  <a:lnTo>
                    <a:pt x="36728" y="59588"/>
                  </a:lnTo>
                  <a:lnTo>
                    <a:pt x="36576" y="56527"/>
                  </a:lnTo>
                  <a:lnTo>
                    <a:pt x="36385" y="55854"/>
                  </a:lnTo>
                  <a:lnTo>
                    <a:pt x="36995" y="55994"/>
                  </a:lnTo>
                  <a:lnTo>
                    <a:pt x="38303" y="55905"/>
                  </a:lnTo>
                  <a:lnTo>
                    <a:pt x="39624" y="55816"/>
                  </a:lnTo>
                  <a:lnTo>
                    <a:pt x="40678" y="55435"/>
                  </a:lnTo>
                  <a:lnTo>
                    <a:pt x="40665" y="55295"/>
                  </a:lnTo>
                  <a:lnTo>
                    <a:pt x="40741" y="51015"/>
                  </a:lnTo>
                  <a:lnTo>
                    <a:pt x="39954" y="50101"/>
                  </a:lnTo>
                  <a:lnTo>
                    <a:pt x="39954" y="54470"/>
                  </a:lnTo>
                  <a:lnTo>
                    <a:pt x="39560" y="54368"/>
                  </a:lnTo>
                  <a:lnTo>
                    <a:pt x="36931" y="54533"/>
                  </a:lnTo>
                  <a:lnTo>
                    <a:pt x="36309" y="54762"/>
                  </a:lnTo>
                  <a:lnTo>
                    <a:pt x="36436" y="54051"/>
                  </a:lnTo>
                  <a:lnTo>
                    <a:pt x="36360" y="52514"/>
                  </a:lnTo>
                  <a:lnTo>
                    <a:pt x="36296" y="50990"/>
                  </a:lnTo>
                  <a:lnTo>
                    <a:pt x="36017" y="50038"/>
                  </a:lnTo>
                  <a:lnTo>
                    <a:pt x="36017" y="60883"/>
                  </a:lnTo>
                  <a:lnTo>
                    <a:pt x="22250" y="76962"/>
                  </a:lnTo>
                  <a:lnTo>
                    <a:pt x="17462" y="71386"/>
                  </a:lnTo>
                  <a:lnTo>
                    <a:pt x="18516" y="71640"/>
                  </a:lnTo>
                  <a:lnTo>
                    <a:pt x="21145" y="71462"/>
                  </a:lnTo>
                  <a:lnTo>
                    <a:pt x="21729" y="71259"/>
                  </a:lnTo>
                  <a:lnTo>
                    <a:pt x="21602" y="71958"/>
                  </a:lnTo>
                  <a:lnTo>
                    <a:pt x="21678" y="73482"/>
                  </a:lnTo>
                  <a:lnTo>
                    <a:pt x="21755" y="75018"/>
                  </a:lnTo>
                  <a:lnTo>
                    <a:pt x="22085" y="76238"/>
                  </a:lnTo>
                  <a:lnTo>
                    <a:pt x="22771" y="76200"/>
                  </a:lnTo>
                  <a:lnTo>
                    <a:pt x="22999" y="74942"/>
                  </a:lnTo>
                  <a:lnTo>
                    <a:pt x="22847" y="71869"/>
                  </a:lnTo>
                  <a:lnTo>
                    <a:pt x="22656" y="71196"/>
                  </a:lnTo>
                  <a:lnTo>
                    <a:pt x="23279" y="71335"/>
                  </a:lnTo>
                  <a:lnTo>
                    <a:pt x="24587" y="71247"/>
                  </a:lnTo>
                  <a:lnTo>
                    <a:pt x="25895" y="71170"/>
                  </a:lnTo>
                  <a:lnTo>
                    <a:pt x="26949" y="70777"/>
                  </a:lnTo>
                  <a:lnTo>
                    <a:pt x="26911" y="69977"/>
                  </a:lnTo>
                  <a:lnTo>
                    <a:pt x="25831" y="69710"/>
                  </a:lnTo>
                  <a:lnTo>
                    <a:pt x="23202" y="69875"/>
                  </a:lnTo>
                  <a:lnTo>
                    <a:pt x="22580" y="70116"/>
                  </a:lnTo>
                  <a:lnTo>
                    <a:pt x="22707" y="69392"/>
                  </a:lnTo>
                  <a:lnTo>
                    <a:pt x="22644" y="67868"/>
                  </a:lnTo>
                  <a:lnTo>
                    <a:pt x="22567" y="66332"/>
                  </a:lnTo>
                  <a:lnTo>
                    <a:pt x="22225" y="65112"/>
                  </a:lnTo>
                  <a:lnTo>
                    <a:pt x="21539" y="65151"/>
                  </a:lnTo>
                  <a:lnTo>
                    <a:pt x="21323" y="66408"/>
                  </a:lnTo>
                  <a:lnTo>
                    <a:pt x="21463" y="69481"/>
                  </a:lnTo>
                  <a:lnTo>
                    <a:pt x="21640" y="70154"/>
                  </a:lnTo>
                  <a:lnTo>
                    <a:pt x="21069" y="70015"/>
                  </a:lnTo>
                  <a:lnTo>
                    <a:pt x="19761" y="70091"/>
                  </a:lnTo>
                  <a:lnTo>
                    <a:pt x="18453" y="70180"/>
                  </a:lnTo>
                  <a:lnTo>
                    <a:pt x="17399" y="70561"/>
                  </a:lnTo>
                  <a:lnTo>
                    <a:pt x="17424" y="71348"/>
                  </a:lnTo>
                  <a:lnTo>
                    <a:pt x="4114" y="55816"/>
                  </a:lnTo>
                  <a:lnTo>
                    <a:pt x="5168" y="56070"/>
                  </a:lnTo>
                  <a:lnTo>
                    <a:pt x="7797" y="55905"/>
                  </a:lnTo>
                  <a:lnTo>
                    <a:pt x="8382" y="55689"/>
                  </a:lnTo>
                  <a:lnTo>
                    <a:pt x="8255" y="56388"/>
                  </a:lnTo>
                  <a:lnTo>
                    <a:pt x="8331" y="57912"/>
                  </a:lnTo>
                  <a:lnTo>
                    <a:pt x="8407" y="59448"/>
                  </a:lnTo>
                  <a:lnTo>
                    <a:pt x="8737" y="60667"/>
                  </a:lnTo>
                  <a:lnTo>
                    <a:pt x="9436" y="60629"/>
                  </a:lnTo>
                  <a:lnTo>
                    <a:pt x="9652" y="59372"/>
                  </a:lnTo>
                  <a:lnTo>
                    <a:pt x="9499" y="56299"/>
                  </a:lnTo>
                  <a:lnTo>
                    <a:pt x="9309" y="55613"/>
                  </a:lnTo>
                  <a:lnTo>
                    <a:pt x="9931" y="55765"/>
                  </a:lnTo>
                  <a:lnTo>
                    <a:pt x="11239" y="55676"/>
                  </a:lnTo>
                  <a:lnTo>
                    <a:pt x="12547" y="55600"/>
                  </a:lnTo>
                  <a:lnTo>
                    <a:pt x="13601" y="55206"/>
                  </a:lnTo>
                  <a:lnTo>
                    <a:pt x="13563" y="54406"/>
                  </a:lnTo>
                  <a:lnTo>
                    <a:pt x="12484" y="54140"/>
                  </a:lnTo>
                  <a:lnTo>
                    <a:pt x="9855" y="54305"/>
                  </a:lnTo>
                  <a:lnTo>
                    <a:pt x="9232" y="54546"/>
                  </a:lnTo>
                  <a:lnTo>
                    <a:pt x="9372" y="53822"/>
                  </a:lnTo>
                  <a:lnTo>
                    <a:pt x="9296" y="52298"/>
                  </a:lnTo>
                  <a:lnTo>
                    <a:pt x="9220" y="50761"/>
                  </a:lnTo>
                  <a:lnTo>
                    <a:pt x="8890" y="49542"/>
                  </a:lnTo>
                  <a:lnTo>
                    <a:pt x="8737" y="49555"/>
                  </a:lnTo>
                  <a:lnTo>
                    <a:pt x="21729" y="34391"/>
                  </a:lnTo>
                  <a:lnTo>
                    <a:pt x="21577" y="35344"/>
                  </a:lnTo>
                  <a:lnTo>
                    <a:pt x="21717" y="38417"/>
                  </a:lnTo>
                  <a:lnTo>
                    <a:pt x="21907" y="39103"/>
                  </a:lnTo>
                  <a:lnTo>
                    <a:pt x="21323" y="38950"/>
                  </a:lnTo>
                  <a:lnTo>
                    <a:pt x="20015" y="39039"/>
                  </a:lnTo>
                  <a:lnTo>
                    <a:pt x="18707" y="39116"/>
                  </a:lnTo>
                  <a:lnTo>
                    <a:pt x="17653" y="39509"/>
                  </a:lnTo>
                  <a:lnTo>
                    <a:pt x="17691" y="40309"/>
                  </a:lnTo>
                  <a:lnTo>
                    <a:pt x="18770" y="40576"/>
                  </a:lnTo>
                  <a:lnTo>
                    <a:pt x="21399" y="40411"/>
                  </a:lnTo>
                  <a:lnTo>
                    <a:pt x="21983" y="40195"/>
                  </a:lnTo>
                  <a:lnTo>
                    <a:pt x="21856" y="40894"/>
                  </a:lnTo>
                  <a:lnTo>
                    <a:pt x="21932" y="42418"/>
                  </a:lnTo>
                  <a:lnTo>
                    <a:pt x="22009" y="43954"/>
                  </a:lnTo>
                  <a:lnTo>
                    <a:pt x="22339" y="45173"/>
                  </a:lnTo>
                  <a:lnTo>
                    <a:pt x="23025" y="45135"/>
                  </a:lnTo>
                  <a:lnTo>
                    <a:pt x="23253" y="43878"/>
                  </a:lnTo>
                  <a:lnTo>
                    <a:pt x="23101" y="40817"/>
                  </a:lnTo>
                  <a:lnTo>
                    <a:pt x="22910" y="40132"/>
                  </a:lnTo>
                  <a:lnTo>
                    <a:pt x="23533" y="40271"/>
                  </a:lnTo>
                  <a:lnTo>
                    <a:pt x="24841" y="40195"/>
                  </a:lnTo>
                  <a:lnTo>
                    <a:pt x="26149" y="40106"/>
                  </a:lnTo>
                  <a:lnTo>
                    <a:pt x="27203" y="39712"/>
                  </a:lnTo>
                  <a:lnTo>
                    <a:pt x="35928" y="49771"/>
                  </a:lnTo>
                  <a:lnTo>
                    <a:pt x="35280" y="49809"/>
                  </a:lnTo>
                  <a:lnTo>
                    <a:pt x="35039" y="51066"/>
                  </a:lnTo>
                  <a:lnTo>
                    <a:pt x="35191" y="54127"/>
                  </a:lnTo>
                  <a:lnTo>
                    <a:pt x="35369" y="54813"/>
                  </a:lnTo>
                  <a:lnTo>
                    <a:pt x="34798" y="54660"/>
                  </a:lnTo>
                  <a:lnTo>
                    <a:pt x="33489" y="54749"/>
                  </a:lnTo>
                  <a:lnTo>
                    <a:pt x="32181" y="54838"/>
                  </a:lnTo>
                  <a:lnTo>
                    <a:pt x="31115" y="55219"/>
                  </a:lnTo>
                  <a:lnTo>
                    <a:pt x="31165" y="56019"/>
                  </a:lnTo>
                  <a:lnTo>
                    <a:pt x="32245" y="56286"/>
                  </a:lnTo>
                  <a:lnTo>
                    <a:pt x="34874" y="56121"/>
                  </a:lnTo>
                  <a:lnTo>
                    <a:pt x="35445" y="55905"/>
                  </a:lnTo>
                  <a:lnTo>
                    <a:pt x="35331" y="56603"/>
                  </a:lnTo>
                  <a:lnTo>
                    <a:pt x="35407" y="58140"/>
                  </a:lnTo>
                  <a:lnTo>
                    <a:pt x="35471" y="59664"/>
                  </a:lnTo>
                  <a:lnTo>
                    <a:pt x="35814" y="60896"/>
                  </a:lnTo>
                  <a:lnTo>
                    <a:pt x="36017" y="60883"/>
                  </a:lnTo>
                  <a:lnTo>
                    <a:pt x="36017" y="50038"/>
                  </a:lnTo>
                  <a:lnTo>
                    <a:pt x="35953" y="49809"/>
                  </a:lnTo>
                  <a:lnTo>
                    <a:pt x="39954" y="54470"/>
                  </a:lnTo>
                  <a:lnTo>
                    <a:pt x="39954" y="50101"/>
                  </a:lnTo>
                  <a:lnTo>
                    <a:pt x="26466" y="34366"/>
                  </a:lnTo>
                  <a:lnTo>
                    <a:pt x="26466" y="38747"/>
                  </a:lnTo>
                  <a:lnTo>
                    <a:pt x="26085" y="38646"/>
                  </a:lnTo>
                  <a:lnTo>
                    <a:pt x="23456" y="38823"/>
                  </a:lnTo>
                  <a:lnTo>
                    <a:pt x="22834" y="39052"/>
                  </a:lnTo>
                  <a:lnTo>
                    <a:pt x="22961" y="38328"/>
                  </a:lnTo>
                  <a:lnTo>
                    <a:pt x="22898" y="36804"/>
                  </a:lnTo>
                  <a:lnTo>
                    <a:pt x="22821" y="35267"/>
                  </a:lnTo>
                  <a:lnTo>
                    <a:pt x="22491" y="34099"/>
                  </a:lnTo>
                  <a:lnTo>
                    <a:pt x="26466" y="38747"/>
                  </a:lnTo>
                  <a:lnTo>
                    <a:pt x="26466" y="34366"/>
                  </a:lnTo>
                  <a:lnTo>
                    <a:pt x="25984" y="33794"/>
                  </a:lnTo>
                  <a:lnTo>
                    <a:pt x="22466" y="29679"/>
                  </a:lnTo>
                  <a:lnTo>
                    <a:pt x="22466" y="34061"/>
                  </a:lnTo>
                  <a:lnTo>
                    <a:pt x="22428" y="39611"/>
                  </a:lnTo>
                  <a:lnTo>
                    <a:pt x="22428" y="34074"/>
                  </a:lnTo>
                  <a:lnTo>
                    <a:pt x="22009" y="34086"/>
                  </a:lnTo>
                  <a:lnTo>
                    <a:pt x="22250" y="33794"/>
                  </a:lnTo>
                  <a:lnTo>
                    <a:pt x="22466" y="34061"/>
                  </a:lnTo>
                  <a:lnTo>
                    <a:pt x="22466" y="29679"/>
                  </a:lnTo>
                  <a:lnTo>
                    <a:pt x="22250" y="29425"/>
                  </a:lnTo>
                  <a:lnTo>
                    <a:pt x="8293" y="45707"/>
                  </a:lnTo>
                  <a:lnTo>
                    <a:pt x="8293" y="54597"/>
                  </a:lnTo>
                  <a:lnTo>
                    <a:pt x="7721" y="54444"/>
                  </a:lnTo>
                  <a:lnTo>
                    <a:pt x="6413" y="54533"/>
                  </a:lnTo>
                  <a:lnTo>
                    <a:pt x="5105" y="54610"/>
                  </a:lnTo>
                  <a:lnTo>
                    <a:pt x="4076" y="55003"/>
                  </a:lnTo>
                  <a:lnTo>
                    <a:pt x="4076" y="55778"/>
                  </a:lnTo>
                  <a:lnTo>
                    <a:pt x="3746" y="55372"/>
                  </a:lnTo>
                  <a:lnTo>
                    <a:pt x="4051" y="55016"/>
                  </a:lnTo>
                  <a:lnTo>
                    <a:pt x="4076" y="55778"/>
                  </a:lnTo>
                  <a:lnTo>
                    <a:pt x="4076" y="55003"/>
                  </a:lnTo>
                  <a:lnTo>
                    <a:pt x="8051" y="50342"/>
                  </a:lnTo>
                  <a:lnTo>
                    <a:pt x="7975" y="50838"/>
                  </a:lnTo>
                  <a:lnTo>
                    <a:pt x="8115" y="53911"/>
                  </a:lnTo>
                  <a:lnTo>
                    <a:pt x="8293" y="54597"/>
                  </a:lnTo>
                  <a:lnTo>
                    <a:pt x="8293" y="45707"/>
                  </a:lnTo>
                  <a:lnTo>
                    <a:pt x="0" y="55372"/>
                  </a:lnTo>
                  <a:lnTo>
                    <a:pt x="22250" y="81318"/>
                  </a:lnTo>
                  <a:lnTo>
                    <a:pt x="25984" y="76962"/>
                  </a:lnTo>
                  <a:lnTo>
                    <a:pt x="42608" y="57569"/>
                  </a:lnTo>
                  <a:lnTo>
                    <a:pt x="62992" y="81318"/>
                  </a:lnTo>
                  <a:lnTo>
                    <a:pt x="66738" y="76962"/>
                  </a:lnTo>
                  <a:lnTo>
                    <a:pt x="83959" y="56870"/>
                  </a:lnTo>
                  <a:lnTo>
                    <a:pt x="104927" y="81318"/>
                  </a:lnTo>
                  <a:lnTo>
                    <a:pt x="108661" y="76962"/>
                  </a:lnTo>
                  <a:lnTo>
                    <a:pt x="127177" y="55372"/>
                  </a:lnTo>
                  <a:close/>
                </a:path>
                <a:path w="147954" h="81915">
                  <a:moveTo>
                    <a:pt x="147878" y="23774"/>
                  </a:moveTo>
                  <a:lnTo>
                    <a:pt x="144132" y="19405"/>
                  </a:lnTo>
                  <a:lnTo>
                    <a:pt x="144132" y="23774"/>
                  </a:lnTo>
                  <a:lnTo>
                    <a:pt x="125628" y="45351"/>
                  </a:lnTo>
                  <a:lnTo>
                    <a:pt x="107480" y="24206"/>
                  </a:lnTo>
                  <a:lnTo>
                    <a:pt x="108546" y="24460"/>
                  </a:lnTo>
                  <a:lnTo>
                    <a:pt x="111175" y="24295"/>
                  </a:lnTo>
                  <a:lnTo>
                    <a:pt x="112229" y="23901"/>
                  </a:lnTo>
                  <a:lnTo>
                    <a:pt x="112204" y="23495"/>
                  </a:lnTo>
                  <a:lnTo>
                    <a:pt x="112534" y="23469"/>
                  </a:lnTo>
                  <a:lnTo>
                    <a:pt x="112750" y="22212"/>
                  </a:lnTo>
                  <a:lnTo>
                    <a:pt x="112674" y="20688"/>
                  </a:lnTo>
                  <a:lnTo>
                    <a:pt x="112598" y="19164"/>
                  </a:lnTo>
                  <a:lnTo>
                    <a:pt x="112268" y="17932"/>
                  </a:lnTo>
                  <a:lnTo>
                    <a:pt x="112115" y="17945"/>
                  </a:lnTo>
                  <a:lnTo>
                    <a:pt x="125628" y="2184"/>
                  </a:lnTo>
                  <a:lnTo>
                    <a:pt x="144132" y="23774"/>
                  </a:lnTo>
                  <a:lnTo>
                    <a:pt x="144132" y="19405"/>
                  </a:lnTo>
                  <a:lnTo>
                    <a:pt x="129374" y="2184"/>
                  </a:lnTo>
                  <a:lnTo>
                    <a:pt x="127495" y="0"/>
                  </a:lnTo>
                  <a:lnTo>
                    <a:pt x="123761" y="0"/>
                  </a:lnTo>
                  <a:lnTo>
                    <a:pt x="111683" y="14097"/>
                  </a:lnTo>
                  <a:lnTo>
                    <a:pt x="111683" y="22987"/>
                  </a:lnTo>
                  <a:lnTo>
                    <a:pt x="111112" y="22834"/>
                  </a:lnTo>
                  <a:lnTo>
                    <a:pt x="109804" y="22923"/>
                  </a:lnTo>
                  <a:lnTo>
                    <a:pt x="108483" y="22999"/>
                  </a:lnTo>
                  <a:lnTo>
                    <a:pt x="107454" y="23393"/>
                  </a:lnTo>
                  <a:lnTo>
                    <a:pt x="107454" y="24180"/>
                  </a:lnTo>
                  <a:lnTo>
                    <a:pt x="107124" y="23774"/>
                  </a:lnTo>
                  <a:lnTo>
                    <a:pt x="107429" y="23418"/>
                  </a:lnTo>
                  <a:lnTo>
                    <a:pt x="107454" y="24180"/>
                  </a:lnTo>
                  <a:lnTo>
                    <a:pt x="107454" y="23393"/>
                  </a:lnTo>
                  <a:lnTo>
                    <a:pt x="111442" y="18745"/>
                  </a:lnTo>
                  <a:lnTo>
                    <a:pt x="111353" y="19227"/>
                  </a:lnTo>
                  <a:lnTo>
                    <a:pt x="111506" y="22301"/>
                  </a:lnTo>
                  <a:lnTo>
                    <a:pt x="111683" y="22987"/>
                  </a:lnTo>
                  <a:lnTo>
                    <a:pt x="111683" y="14097"/>
                  </a:lnTo>
                  <a:lnTo>
                    <a:pt x="104927" y="21971"/>
                  </a:lnTo>
                  <a:lnTo>
                    <a:pt x="102743" y="19431"/>
                  </a:lnTo>
                  <a:lnTo>
                    <a:pt x="102743" y="23774"/>
                  </a:lnTo>
                  <a:lnTo>
                    <a:pt x="98602" y="28600"/>
                  </a:lnTo>
                  <a:lnTo>
                    <a:pt x="98717" y="27990"/>
                  </a:lnTo>
                  <a:lnTo>
                    <a:pt x="98564" y="24917"/>
                  </a:lnTo>
                  <a:lnTo>
                    <a:pt x="98374" y="24231"/>
                  </a:lnTo>
                  <a:lnTo>
                    <a:pt x="98996" y="24384"/>
                  </a:lnTo>
                  <a:lnTo>
                    <a:pt x="100304" y="24295"/>
                  </a:lnTo>
                  <a:lnTo>
                    <a:pt x="101612" y="24206"/>
                  </a:lnTo>
                  <a:lnTo>
                    <a:pt x="102666" y="23825"/>
                  </a:lnTo>
                  <a:lnTo>
                    <a:pt x="102654" y="23685"/>
                  </a:lnTo>
                  <a:lnTo>
                    <a:pt x="102743" y="19431"/>
                  </a:lnTo>
                  <a:lnTo>
                    <a:pt x="101942" y="18491"/>
                  </a:lnTo>
                  <a:lnTo>
                    <a:pt x="101942" y="22860"/>
                  </a:lnTo>
                  <a:lnTo>
                    <a:pt x="101549" y="22758"/>
                  </a:lnTo>
                  <a:lnTo>
                    <a:pt x="98920" y="22923"/>
                  </a:lnTo>
                  <a:lnTo>
                    <a:pt x="98298" y="23164"/>
                  </a:lnTo>
                  <a:lnTo>
                    <a:pt x="98437" y="22440"/>
                  </a:lnTo>
                  <a:lnTo>
                    <a:pt x="98361" y="20904"/>
                  </a:lnTo>
                  <a:lnTo>
                    <a:pt x="98285" y="19380"/>
                  </a:lnTo>
                  <a:lnTo>
                    <a:pt x="98018" y="18402"/>
                  </a:lnTo>
                  <a:lnTo>
                    <a:pt x="98018" y="29286"/>
                  </a:lnTo>
                  <a:lnTo>
                    <a:pt x="84239" y="45351"/>
                  </a:lnTo>
                  <a:lnTo>
                    <a:pt x="79438" y="39776"/>
                  </a:lnTo>
                  <a:lnTo>
                    <a:pt x="80505" y="40030"/>
                  </a:lnTo>
                  <a:lnTo>
                    <a:pt x="83134" y="39852"/>
                  </a:lnTo>
                  <a:lnTo>
                    <a:pt x="83718" y="39649"/>
                  </a:lnTo>
                  <a:lnTo>
                    <a:pt x="83591" y="40347"/>
                  </a:lnTo>
                  <a:lnTo>
                    <a:pt x="83667" y="41871"/>
                  </a:lnTo>
                  <a:lnTo>
                    <a:pt x="83743" y="43408"/>
                  </a:lnTo>
                  <a:lnTo>
                    <a:pt x="84074" y="44627"/>
                  </a:lnTo>
                  <a:lnTo>
                    <a:pt x="84772" y="44589"/>
                  </a:lnTo>
                  <a:lnTo>
                    <a:pt x="84988" y="43332"/>
                  </a:lnTo>
                  <a:lnTo>
                    <a:pt x="84848" y="40259"/>
                  </a:lnTo>
                  <a:lnTo>
                    <a:pt x="84645" y="39585"/>
                  </a:lnTo>
                  <a:lnTo>
                    <a:pt x="85267" y="39725"/>
                  </a:lnTo>
                  <a:lnTo>
                    <a:pt x="86575" y="39649"/>
                  </a:lnTo>
                  <a:lnTo>
                    <a:pt x="87884" y="39560"/>
                  </a:lnTo>
                  <a:lnTo>
                    <a:pt x="88938" y="39166"/>
                  </a:lnTo>
                  <a:lnTo>
                    <a:pt x="88900" y="38366"/>
                  </a:lnTo>
                  <a:lnTo>
                    <a:pt x="87820" y="38100"/>
                  </a:lnTo>
                  <a:lnTo>
                    <a:pt x="85191" y="38277"/>
                  </a:lnTo>
                  <a:lnTo>
                    <a:pt x="84569" y="38519"/>
                  </a:lnTo>
                  <a:lnTo>
                    <a:pt x="84709" y="37782"/>
                  </a:lnTo>
                  <a:lnTo>
                    <a:pt x="84632" y="36258"/>
                  </a:lnTo>
                  <a:lnTo>
                    <a:pt x="84556" y="34721"/>
                  </a:lnTo>
                  <a:lnTo>
                    <a:pt x="84226" y="33502"/>
                  </a:lnTo>
                  <a:lnTo>
                    <a:pt x="83527" y="33540"/>
                  </a:lnTo>
                  <a:lnTo>
                    <a:pt x="83312" y="34798"/>
                  </a:lnTo>
                  <a:lnTo>
                    <a:pt x="83464" y="37871"/>
                  </a:lnTo>
                  <a:lnTo>
                    <a:pt x="83642" y="38557"/>
                  </a:lnTo>
                  <a:lnTo>
                    <a:pt x="83070" y="38404"/>
                  </a:lnTo>
                  <a:lnTo>
                    <a:pt x="81749" y="38481"/>
                  </a:lnTo>
                  <a:lnTo>
                    <a:pt x="80441" y="38569"/>
                  </a:lnTo>
                  <a:lnTo>
                    <a:pt x="79387" y="38963"/>
                  </a:lnTo>
                  <a:lnTo>
                    <a:pt x="79413" y="39751"/>
                  </a:lnTo>
                  <a:lnTo>
                    <a:pt x="66090" y="24206"/>
                  </a:lnTo>
                  <a:lnTo>
                    <a:pt x="67157" y="24460"/>
                  </a:lnTo>
                  <a:lnTo>
                    <a:pt x="69786" y="24295"/>
                  </a:lnTo>
                  <a:lnTo>
                    <a:pt x="70370" y="24079"/>
                  </a:lnTo>
                  <a:lnTo>
                    <a:pt x="70256" y="24777"/>
                  </a:lnTo>
                  <a:lnTo>
                    <a:pt x="70319" y="26314"/>
                  </a:lnTo>
                  <a:lnTo>
                    <a:pt x="70396" y="27838"/>
                  </a:lnTo>
                  <a:lnTo>
                    <a:pt x="70739" y="29057"/>
                  </a:lnTo>
                  <a:lnTo>
                    <a:pt x="71412" y="29019"/>
                  </a:lnTo>
                  <a:lnTo>
                    <a:pt x="71640" y="27762"/>
                  </a:lnTo>
                  <a:lnTo>
                    <a:pt x="71501" y="24701"/>
                  </a:lnTo>
                  <a:lnTo>
                    <a:pt x="71297" y="24015"/>
                  </a:lnTo>
                  <a:lnTo>
                    <a:pt x="71920" y="24155"/>
                  </a:lnTo>
                  <a:lnTo>
                    <a:pt x="73228" y="24079"/>
                  </a:lnTo>
                  <a:lnTo>
                    <a:pt x="74536" y="23990"/>
                  </a:lnTo>
                  <a:lnTo>
                    <a:pt x="75603" y="23609"/>
                  </a:lnTo>
                  <a:lnTo>
                    <a:pt x="75552" y="22796"/>
                  </a:lnTo>
                  <a:lnTo>
                    <a:pt x="74472" y="22529"/>
                  </a:lnTo>
                  <a:lnTo>
                    <a:pt x="71843" y="22707"/>
                  </a:lnTo>
                  <a:lnTo>
                    <a:pt x="71234" y="22936"/>
                  </a:lnTo>
                  <a:lnTo>
                    <a:pt x="71361" y="22212"/>
                  </a:lnTo>
                  <a:lnTo>
                    <a:pt x="71285" y="20688"/>
                  </a:lnTo>
                  <a:lnTo>
                    <a:pt x="71208" y="19164"/>
                  </a:lnTo>
                  <a:lnTo>
                    <a:pt x="70878" y="17932"/>
                  </a:lnTo>
                  <a:lnTo>
                    <a:pt x="70726" y="17945"/>
                  </a:lnTo>
                  <a:lnTo>
                    <a:pt x="83731" y="2768"/>
                  </a:lnTo>
                  <a:lnTo>
                    <a:pt x="83566" y="3733"/>
                  </a:lnTo>
                  <a:lnTo>
                    <a:pt x="83718" y="6807"/>
                  </a:lnTo>
                  <a:lnTo>
                    <a:pt x="83896" y="7493"/>
                  </a:lnTo>
                  <a:lnTo>
                    <a:pt x="83324" y="7340"/>
                  </a:lnTo>
                  <a:lnTo>
                    <a:pt x="82016" y="7429"/>
                  </a:lnTo>
                  <a:lnTo>
                    <a:pt x="80695" y="7505"/>
                  </a:lnTo>
                  <a:lnTo>
                    <a:pt x="79641" y="7899"/>
                  </a:lnTo>
                  <a:lnTo>
                    <a:pt x="79679" y="8699"/>
                  </a:lnTo>
                  <a:lnTo>
                    <a:pt x="80759" y="8966"/>
                  </a:lnTo>
                  <a:lnTo>
                    <a:pt x="83388" y="8801"/>
                  </a:lnTo>
                  <a:lnTo>
                    <a:pt x="83972" y="8585"/>
                  </a:lnTo>
                  <a:lnTo>
                    <a:pt x="83845" y="9283"/>
                  </a:lnTo>
                  <a:lnTo>
                    <a:pt x="83921" y="10820"/>
                  </a:lnTo>
                  <a:lnTo>
                    <a:pt x="83997" y="12344"/>
                  </a:lnTo>
                  <a:lnTo>
                    <a:pt x="84328" y="13576"/>
                  </a:lnTo>
                  <a:lnTo>
                    <a:pt x="85026" y="13525"/>
                  </a:lnTo>
                  <a:lnTo>
                    <a:pt x="85242" y="12268"/>
                  </a:lnTo>
                  <a:lnTo>
                    <a:pt x="85102" y="9207"/>
                  </a:lnTo>
                  <a:lnTo>
                    <a:pt x="84899" y="8521"/>
                  </a:lnTo>
                  <a:lnTo>
                    <a:pt x="85521" y="8661"/>
                  </a:lnTo>
                  <a:lnTo>
                    <a:pt x="86829" y="8585"/>
                  </a:lnTo>
                  <a:lnTo>
                    <a:pt x="88138" y="8496"/>
                  </a:lnTo>
                  <a:lnTo>
                    <a:pt x="89192" y="8115"/>
                  </a:lnTo>
                  <a:lnTo>
                    <a:pt x="89179" y="7988"/>
                  </a:lnTo>
                  <a:lnTo>
                    <a:pt x="97917" y="18161"/>
                  </a:lnTo>
                  <a:lnTo>
                    <a:pt x="97256" y="18199"/>
                  </a:lnTo>
                  <a:lnTo>
                    <a:pt x="97040" y="19456"/>
                  </a:lnTo>
                  <a:lnTo>
                    <a:pt x="97180" y="22517"/>
                  </a:lnTo>
                  <a:lnTo>
                    <a:pt x="97358" y="23202"/>
                  </a:lnTo>
                  <a:lnTo>
                    <a:pt x="96786" y="23050"/>
                  </a:lnTo>
                  <a:lnTo>
                    <a:pt x="95478" y="23139"/>
                  </a:lnTo>
                  <a:lnTo>
                    <a:pt x="94170" y="23228"/>
                  </a:lnTo>
                  <a:lnTo>
                    <a:pt x="93116" y="23609"/>
                  </a:lnTo>
                  <a:lnTo>
                    <a:pt x="93154" y="24422"/>
                  </a:lnTo>
                  <a:lnTo>
                    <a:pt x="94234" y="24676"/>
                  </a:lnTo>
                  <a:lnTo>
                    <a:pt x="96862" y="24511"/>
                  </a:lnTo>
                  <a:lnTo>
                    <a:pt x="97447" y="24307"/>
                  </a:lnTo>
                  <a:lnTo>
                    <a:pt x="97320" y="25006"/>
                  </a:lnTo>
                  <a:lnTo>
                    <a:pt x="97396" y="26530"/>
                  </a:lnTo>
                  <a:lnTo>
                    <a:pt x="97472" y="28054"/>
                  </a:lnTo>
                  <a:lnTo>
                    <a:pt x="97802" y="29286"/>
                  </a:lnTo>
                  <a:lnTo>
                    <a:pt x="98018" y="29286"/>
                  </a:lnTo>
                  <a:lnTo>
                    <a:pt x="98018" y="18402"/>
                  </a:lnTo>
                  <a:lnTo>
                    <a:pt x="97967" y="18211"/>
                  </a:lnTo>
                  <a:lnTo>
                    <a:pt x="101942" y="22860"/>
                  </a:lnTo>
                  <a:lnTo>
                    <a:pt x="101942" y="18491"/>
                  </a:lnTo>
                  <a:lnTo>
                    <a:pt x="88468" y="2755"/>
                  </a:lnTo>
                  <a:lnTo>
                    <a:pt x="88468" y="7150"/>
                  </a:lnTo>
                  <a:lnTo>
                    <a:pt x="88074" y="7048"/>
                  </a:lnTo>
                  <a:lnTo>
                    <a:pt x="85445" y="7213"/>
                  </a:lnTo>
                  <a:lnTo>
                    <a:pt x="84836" y="7442"/>
                  </a:lnTo>
                  <a:lnTo>
                    <a:pt x="84963" y="6718"/>
                  </a:lnTo>
                  <a:lnTo>
                    <a:pt x="84886" y="5194"/>
                  </a:lnTo>
                  <a:lnTo>
                    <a:pt x="84810" y="3670"/>
                  </a:lnTo>
                  <a:lnTo>
                    <a:pt x="84480" y="2489"/>
                  </a:lnTo>
                  <a:lnTo>
                    <a:pt x="88468" y="7150"/>
                  </a:lnTo>
                  <a:lnTo>
                    <a:pt x="88468" y="2755"/>
                  </a:lnTo>
                  <a:lnTo>
                    <a:pt x="87985" y="2184"/>
                  </a:lnTo>
                  <a:lnTo>
                    <a:pt x="86106" y="0"/>
                  </a:lnTo>
                  <a:lnTo>
                    <a:pt x="84455" y="0"/>
                  </a:lnTo>
                  <a:lnTo>
                    <a:pt x="84455" y="2451"/>
                  </a:lnTo>
                  <a:lnTo>
                    <a:pt x="83997" y="2476"/>
                  </a:lnTo>
                  <a:lnTo>
                    <a:pt x="84239" y="2184"/>
                  </a:lnTo>
                  <a:lnTo>
                    <a:pt x="84455" y="2451"/>
                  </a:lnTo>
                  <a:lnTo>
                    <a:pt x="84455" y="0"/>
                  </a:lnTo>
                  <a:lnTo>
                    <a:pt x="82372" y="0"/>
                  </a:lnTo>
                  <a:lnTo>
                    <a:pt x="70294" y="14097"/>
                  </a:lnTo>
                  <a:lnTo>
                    <a:pt x="70294" y="22987"/>
                  </a:lnTo>
                  <a:lnTo>
                    <a:pt x="69723" y="22834"/>
                  </a:lnTo>
                  <a:lnTo>
                    <a:pt x="68414" y="22923"/>
                  </a:lnTo>
                  <a:lnTo>
                    <a:pt x="67094" y="22999"/>
                  </a:lnTo>
                  <a:lnTo>
                    <a:pt x="66065" y="23393"/>
                  </a:lnTo>
                  <a:lnTo>
                    <a:pt x="66065" y="24180"/>
                  </a:lnTo>
                  <a:lnTo>
                    <a:pt x="65735" y="23774"/>
                  </a:lnTo>
                  <a:lnTo>
                    <a:pt x="66040" y="23418"/>
                  </a:lnTo>
                  <a:lnTo>
                    <a:pt x="66065" y="24180"/>
                  </a:lnTo>
                  <a:lnTo>
                    <a:pt x="66065" y="23393"/>
                  </a:lnTo>
                  <a:lnTo>
                    <a:pt x="70053" y="18745"/>
                  </a:lnTo>
                  <a:lnTo>
                    <a:pt x="69964" y="19227"/>
                  </a:lnTo>
                  <a:lnTo>
                    <a:pt x="70116" y="22301"/>
                  </a:lnTo>
                  <a:lnTo>
                    <a:pt x="70294" y="22987"/>
                  </a:lnTo>
                  <a:lnTo>
                    <a:pt x="70294" y="14097"/>
                  </a:lnTo>
                  <a:lnTo>
                    <a:pt x="62001" y="23774"/>
                  </a:lnTo>
                  <a:lnTo>
                    <a:pt x="84239" y="49720"/>
                  </a:lnTo>
                  <a:lnTo>
                    <a:pt x="87985" y="45351"/>
                  </a:lnTo>
                  <a:lnTo>
                    <a:pt x="104927" y="25590"/>
                  </a:lnTo>
                  <a:lnTo>
                    <a:pt x="125628" y="49720"/>
                  </a:lnTo>
                  <a:lnTo>
                    <a:pt x="129374" y="45351"/>
                  </a:lnTo>
                  <a:lnTo>
                    <a:pt x="147878" y="23774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 descr=""/>
            <p:cNvSpPr/>
            <p:nvPr/>
          </p:nvSpPr>
          <p:spPr>
            <a:xfrm>
              <a:off x="11557115" y="6481959"/>
              <a:ext cx="244475" cy="81915"/>
            </a:xfrm>
            <a:custGeom>
              <a:avLst/>
              <a:gdLst/>
              <a:ahLst/>
              <a:cxnLst/>
              <a:rect l="l" t="t" r="r" b="b"/>
              <a:pathLst>
                <a:path w="244475" h="81915">
                  <a:moveTo>
                    <a:pt x="27978" y="0"/>
                  </a:moveTo>
                  <a:lnTo>
                    <a:pt x="24231" y="0"/>
                  </a:lnTo>
                  <a:lnTo>
                    <a:pt x="13995" y="11938"/>
                  </a:lnTo>
                  <a:lnTo>
                    <a:pt x="9194" y="6362"/>
                  </a:lnTo>
                  <a:lnTo>
                    <a:pt x="10261" y="6616"/>
                  </a:lnTo>
                  <a:lnTo>
                    <a:pt x="12890" y="6451"/>
                  </a:lnTo>
                  <a:lnTo>
                    <a:pt x="13474" y="6235"/>
                  </a:lnTo>
                  <a:lnTo>
                    <a:pt x="13347" y="6934"/>
                  </a:lnTo>
                  <a:lnTo>
                    <a:pt x="13423" y="8470"/>
                  </a:lnTo>
                  <a:lnTo>
                    <a:pt x="13500" y="9994"/>
                  </a:lnTo>
                  <a:lnTo>
                    <a:pt x="13830" y="11214"/>
                  </a:lnTo>
                  <a:lnTo>
                    <a:pt x="14516" y="11176"/>
                  </a:lnTo>
                  <a:lnTo>
                    <a:pt x="14744" y="9918"/>
                  </a:lnTo>
                  <a:lnTo>
                    <a:pt x="14592" y="6858"/>
                  </a:lnTo>
                  <a:lnTo>
                    <a:pt x="14401" y="6172"/>
                  </a:lnTo>
                  <a:lnTo>
                    <a:pt x="15024" y="6311"/>
                  </a:lnTo>
                  <a:lnTo>
                    <a:pt x="16332" y="6235"/>
                  </a:lnTo>
                  <a:lnTo>
                    <a:pt x="17640" y="6146"/>
                  </a:lnTo>
                  <a:lnTo>
                    <a:pt x="18694" y="5765"/>
                  </a:lnTo>
                  <a:lnTo>
                    <a:pt x="18656" y="4953"/>
                  </a:lnTo>
                  <a:lnTo>
                    <a:pt x="17576" y="4686"/>
                  </a:lnTo>
                  <a:lnTo>
                    <a:pt x="14947" y="4864"/>
                  </a:lnTo>
                  <a:lnTo>
                    <a:pt x="14325" y="5092"/>
                  </a:lnTo>
                  <a:lnTo>
                    <a:pt x="14452" y="4368"/>
                  </a:lnTo>
                  <a:lnTo>
                    <a:pt x="14389" y="2844"/>
                  </a:lnTo>
                  <a:lnTo>
                    <a:pt x="14312" y="1320"/>
                  </a:lnTo>
                  <a:lnTo>
                    <a:pt x="13970" y="88"/>
                  </a:lnTo>
                  <a:lnTo>
                    <a:pt x="13919" y="5651"/>
                  </a:lnTo>
                  <a:lnTo>
                    <a:pt x="13919" y="101"/>
                  </a:lnTo>
                  <a:lnTo>
                    <a:pt x="13284" y="127"/>
                  </a:lnTo>
                  <a:lnTo>
                    <a:pt x="13068" y="1384"/>
                  </a:lnTo>
                  <a:lnTo>
                    <a:pt x="13208" y="4457"/>
                  </a:lnTo>
                  <a:lnTo>
                    <a:pt x="13398" y="5143"/>
                  </a:lnTo>
                  <a:lnTo>
                    <a:pt x="12814" y="4991"/>
                  </a:lnTo>
                  <a:lnTo>
                    <a:pt x="11506" y="5080"/>
                  </a:lnTo>
                  <a:lnTo>
                    <a:pt x="10198" y="5156"/>
                  </a:lnTo>
                  <a:lnTo>
                    <a:pt x="9144" y="5549"/>
                  </a:lnTo>
                  <a:lnTo>
                    <a:pt x="9169" y="6337"/>
                  </a:lnTo>
                  <a:lnTo>
                    <a:pt x="3746" y="0"/>
                  </a:lnTo>
                  <a:lnTo>
                    <a:pt x="0" y="0"/>
                  </a:lnTo>
                  <a:lnTo>
                    <a:pt x="13995" y="16306"/>
                  </a:lnTo>
                  <a:lnTo>
                    <a:pt x="17729" y="11938"/>
                  </a:lnTo>
                  <a:lnTo>
                    <a:pt x="27978" y="0"/>
                  </a:lnTo>
                  <a:close/>
                </a:path>
                <a:path w="244475" h="81915">
                  <a:moveTo>
                    <a:pt x="68719" y="0"/>
                  </a:moveTo>
                  <a:lnTo>
                    <a:pt x="64973" y="0"/>
                  </a:lnTo>
                  <a:lnTo>
                    <a:pt x="54737" y="11938"/>
                  </a:lnTo>
                  <a:lnTo>
                    <a:pt x="49936" y="6362"/>
                  </a:lnTo>
                  <a:lnTo>
                    <a:pt x="51015" y="6616"/>
                  </a:lnTo>
                  <a:lnTo>
                    <a:pt x="53644" y="6451"/>
                  </a:lnTo>
                  <a:lnTo>
                    <a:pt x="54216" y="6235"/>
                  </a:lnTo>
                  <a:lnTo>
                    <a:pt x="54102" y="6934"/>
                  </a:lnTo>
                  <a:lnTo>
                    <a:pt x="54178" y="8470"/>
                  </a:lnTo>
                  <a:lnTo>
                    <a:pt x="54241" y="9994"/>
                  </a:lnTo>
                  <a:lnTo>
                    <a:pt x="54584" y="11214"/>
                  </a:lnTo>
                  <a:lnTo>
                    <a:pt x="55270" y="11176"/>
                  </a:lnTo>
                  <a:lnTo>
                    <a:pt x="55486" y="9918"/>
                  </a:lnTo>
                  <a:lnTo>
                    <a:pt x="55346" y="6858"/>
                  </a:lnTo>
                  <a:lnTo>
                    <a:pt x="55143" y="6172"/>
                  </a:lnTo>
                  <a:lnTo>
                    <a:pt x="55765" y="6311"/>
                  </a:lnTo>
                  <a:lnTo>
                    <a:pt x="57073" y="6235"/>
                  </a:lnTo>
                  <a:lnTo>
                    <a:pt x="58381" y="6146"/>
                  </a:lnTo>
                  <a:lnTo>
                    <a:pt x="59448" y="5765"/>
                  </a:lnTo>
                  <a:lnTo>
                    <a:pt x="59397" y="4953"/>
                  </a:lnTo>
                  <a:lnTo>
                    <a:pt x="58318" y="4686"/>
                  </a:lnTo>
                  <a:lnTo>
                    <a:pt x="55702" y="4864"/>
                  </a:lnTo>
                  <a:lnTo>
                    <a:pt x="55067" y="5092"/>
                  </a:lnTo>
                  <a:lnTo>
                    <a:pt x="55206" y="4368"/>
                  </a:lnTo>
                  <a:lnTo>
                    <a:pt x="55130" y="2844"/>
                  </a:lnTo>
                  <a:lnTo>
                    <a:pt x="55067" y="1320"/>
                  </a:lnTo>
                  <a:lnTo>
                    <a:pt x="54724" y="88"/>
                  </a:lnTo>
                  <a:lnTo>
                    <a:pt x="54038" y="127"/>
                  </a:lnTo>
                  <a:lnTo>
                    <a:pt x="53809" y="1384"/>
                  </a:lnTo>
                  <a:lnTo>
                    <a:pt x="53962" y="4457"/>
                  </a:lnTo>
                  <a:lnTo>
                    <a:pt x="54140" y="5143"/>
                  </a:lnTo>
                  <a:lnTo>
                    <a:pt x="53568" y="4991"/>
                  </a:lnTo>
                  <a:lnTo>
                    <a:pt x="52260" y="5080"/>
                  </a:lnTo>
                  <a:lnTo>
                    <a:pt x="50952" y="5156"/>
                  </a:lnTo>
                  <a:lnTo>
                    <a:pt x="49885" y="5549"/>
                  </a:lnTo>
                  <a:lnTo>
                    <a:pt x="49923" y="6350"/>
                  </a:lnTo>
                  <a:lnTo>
                    <a:pt x="44500" y="0"/>
                  </a:lnTo>
                  <a:lnTo>
                    <a:pt x="40754" y="0"/>
                  </a:lnTo>
                  <a:lnTo>
                    <a:pt x="54737" y="16306"/>
                  </a:lnTo>
                  <a:lnTo>
                    <a:pt x="58483" y="11938"/>
                  </a:lnTo>
                  <a:lnTo>
                    <a:pt x="68719" y="0"/>
                  </a:lnTo>
                  <a:close/>
                </a:path>
                <a:path w="244475" h="81915">
                  <a:moveTo>
                    <a:pt x="108724" y="23609"/>
                  </a:moveTo>
                  <a:lnTo>
                    <a:pt x="108686" y="22796"/>
                  </a:lnTo>
                  <a:lnTo>
                    <a:pt x="107607" y="22529"/>
                  </a:lnTo>
                  <a:lnTo>
                    <a:pt x="104978" y="22707"/>
                  </a:lnTo>
                  <a:lnTo>
                    <a:pt x="103936" y="23088"/>
                  </a:lnTo>
                  <a:lnTo>
                    <a:pt x="102857" y="22834"/>
                  </a:lnTo>
                  <a:lnTo>
                    <a:pt x="101549" y="22923"/>
                  </a:lnTo>
                  <a:lnTo>
                    <a:pt x="100228" y="22999"/>
                  </a:lnTo>
                  <a:lnTo>
                    <a:pt x="99174" y="23393"/>
                  </a:lnTo>
                  <a:lnTo>
                    <a:pt x="99212" y="24193"/>
                  </a:lnTo>
                  <a:lnTo>
                    <a:pt x="100291" y="24460"/>
                  </a:lnTo>
                  <a:lnTo>
                    <a:pt x="102920" y="24295"/>
                  </a:lnTo>
                  <a:lnTo>
                    <a:pt x="103505" y="24079"/>
                  </a:lnTo>
                  <a:lnTo>
                    <a:pt x="103378" y="24777"/>
                  </a:lnTo>
                  <a:lnTo>
                    <a:pt x="103454" y="26314"/>
                  </a:lnTo>
                  <a:lnTo>
                    <a:pt x="103530" y="27838"/>
                  </a:lnTo>
                  <a:lnTo>
                    <a:pt x="103860" y="29057"/>
                  </a:lnTo>
                  <a:lnTo>
                    <a:pt x="104559" y="29019"/>
                  </a:lnTo>
                  <a:lnTo>
                    <a:pt x="104775" y="27762"/>
                  </a:lnTo>
                  <a:lnTo>
                    <a:pt x="104635" y="24701"/>
                  </a:lnTo>
                  <a:lnTo>
                    <a:pt x="104432" y="24015"/>
                  </a:lnTo>
                  <a:lnTo>
                    <a:pt x="105054" y="24155"/>
                  </a:lnTo>
                  <a:lnTo>
                    <a:pt x="106362" y="24079"/>
                  </a:lnTo>
                  <a:lnTo>
                    <a:pt x="107670" y="23990"/>
                  </a:lnTo>
                  <a:lnTo>
                    <a:pt x="108724" y="23609"/>
                  </a:lnTo>
                  <a:close/>
                </a:path>
                <a:path w="244475" h="81915">
                  <a:moveTo>
                    <a:pt x="110655" y="0"/>
                  </a:moveTo>
                  <a:lnTo>
                    <a:pt x="106908" y="0"/>
                  </a:lnTo>
                  <a:lnTo>
                    <a:pt x="96672" y="11938"/>
                  </a:lnTo>
                  <a:lnTo>
                    <a:pt x="91871" y="6362"/>
                  </a:lnTo>
                  <a:lnTo>
                    <a:pt x="92938" y="6616"/>
                  </a:lnTo>
                  <a:lnTo>
                    <a:pt x="95567" y="6451"/>
                  </a:lnTo>
                  <a:lnTo>
                    <a:pt x="96151" y="6235"/>
                  </a:lnTo>
                  <a:lnTo>
                    <a:pt x="96024" y="6934"/>
                  </a:lnTo>
                  <a:lnTo>
                    <a:pt x="96100" y="8470"/>
                  </a:lnTo>
                  <a:lnTo>
                    <a:pt x="96177" y="9994"/>
                  </a:lnTo>
                  <a:lnTo>
                    <a:pt x="96507" y="11214"/>
                  </a:lnTo>
                  <a:lnTo>
                    <a:pt x="97193" y="11176"/>
                  </a:lnTo>
                  <a:lnTo>
                    <a:pt x="97421" y="9918"/>
                  </a:lnTo>
                  <a:lnTo>
                    <a:pt x="97269" y="6858"/>
                  </a:lnTo>
                  <a:lnTo>
                    <a:pt x="97078" y="6172"/>
                  </a:lnTo>
                  <a:lnTo>
                    <a:pt x="97701" y="6311"/>
                  </a:lnTo>
                  <a:lnTo>
                    <a:pt x="99009" y="6235"/>
                  </a:lnTo>
                  <a:lnTo>
                    <a:pt x="100317" y="6146"/>
                  </a:lnTo>
                  <a:lnTo>
                    <a:pt x="101371" y="5765"/>
                  </a:lnTo>
                  <a:lnTo>
                    <a:pt x="101333" y="4953"/>
                  </a:lnTo>
                  <a:lnTo>
                    <a:pt x="100253" y="4686"/>
                  </a:lnTo>
                  <a:lnTo>
                    <a:pt x="97624" y="4864"/>
                  </a:lnTo>
                  <a:lnTo>
                    <a:pt x="97002" y="5092"/>
                  </a:lnTo>
                  <a:lnTo>
                    <a:pt x="97129" y="4368"/>
                  </a:lnTo>
                  <a:lnTo>
                    <a:pt x="97066" y="2844"/>
                  </a:lnTo>
                  <a:lnTo>
                    <a:pt x="96989" y="1320"/>
                  </a:lnTo>
                  <a:lnTo>
                    <a:pt x="96659" y="88"/>
                  </a:lnTo>
                  <a:lnTo>
                    <a:pt x="96596" y="5651"/>
                  </a:lnTo>
                  <a:lnTo>
                    <a:pt x="96596" y="101"/>
                  </a:lnTo>
                  <a:lnTo>
                    <a:pt x="95961" y="127"/>
                  </a:lnTo>
                  <a:lnTo>
                    <a:pt x="95745" y="1384"/>
                  </a:lnTo>
                  <a:lnTo>
                    <a:pt x="95885" y="4457"/>
                  </a:lnTo>
                  <a:lnTo>
                    <a:pt x="96075" y="5143"/>
                  </a:lnTo>
                  <a:lnTo>
                    <a:pt x="95491" y="4991"/>
                  </a:lnTo>
                  <a:lnTo>
                    <a:pt x="94183" y="5080"/>
                  </a:lnTo>
                  <a:lnTo>
                    <a:pt x="92875" y="5156"/>
                  </a:lnTo>
                  <a:lnTo>
                    <a:pt x="91821" y="5549"/>
                  </a:lnTo>
                  <a:lnTo>
                    <a:pt x="91846" y="6337"/>
                  </a:lnTo>
                  <a:lnTo>
                    <a:pt x="86423" y="0"/>
                  </a:lnTo>
                  <a:lnTo>
                    <a:pt x="82689" y="0"/>
                  </a:lnTo>
                  <a:lnTo>
                    <a:pt x="96672" y="16306"/>
                  </a:lnTo>
                  <a:lnTo>
                    <a:pt x="100406" y="11938"/>
                  </a:lnTo>
                  <a:lnTo>
                    <a:pt x="110655" y="0"/>
                  </a:lnTo>
                  <a:close/>
                </a:path>
                <a:path w="244475" h="81915">
                  <a:moveTo>
                    <a:pt x="122072" y="39166"/>
                  </a:moveTo>
                  <a:lnTo>
                    <a:pt x="122034" y="38366"/>
                  </a:lnTo>
                  <a:lnTo>
                    <a:pt x="120954" y="38100"/>
                  </a:lnTo>
                  <a:lnTo>
                    <a:pt x="118325" y="38277"/>
                  </a:lnTo>
                  <a:lnTo>
                    <a:pt x="117703" y="38519"/>
                  </a:lnTo>
                  <a:lnTo>
                    <a:pt x="117843" y="37782"/>
                  </a:lnTo>
                  <a:lnTo>
                    <a:pt x="117767" y="36258"/>
                  </a:lnTo>
                  <a:lnTo>
                    <a:pt x="117690" y="34721"/>
                  </a:lnTo>
                  <a:lnTo>
                    <a:pt x="117360" y="33502"/>
                  </a:lnTo>
                  <a:lnTo>
                    <a:pt x="116674" y="33540"/>
                  </a:lnTo>
                  <a:lnTo>
                    <a:pt x="116446" y="34798"/>
                  </a:lnTo>
                  <a:lnTo>
                    <a:pt x="116598" y="37871"/>
                  </a:lnTo>
                  <a:lnTo>
                    <a:pt x="116776" y="38557"/>
                  </a:lnTo>
                  <a:lnTo>
                    <a:pt x="116192" y="38404"/>
                  </a:lnTo>
                  <a:lnTo>
                    <a:pt x="114884" y="38481"/>
                  </a:lnTo>
                  <a:lnTo>
                    <a:pt x="113576" y="38569"/>
                  </a:lnTo>
                  <a:lnTo>
                    <a:pt x="112522" y="38963"/>
                  </a:lnTo>
                  <a:lnTo>
                    <a:pt x="112560" y="39763"/>
                  </a:lnTo>
                  <a:lnTo>
                    <a:pt x="113639" y="40030"/>
                  </a:lnTo>
                  <a:lnTo>
                    <a:pt x="116268" y="39852"/>
                  </a:lnTo>
                  <a:lnTo>
                    <a:pt x="116852" y="39649"/>
                  </a:lnTo>
                  <a:lnTo>
                    <a:pt x="116725" y="40347"/>
                  </a:lnTo>
                  <a:lnTo>
                    <a:pt x="116801" y="41871"/>
                  </a:lnTo>
                  <a:lnTo>
                    <a:pt x="116878" y="43408"/>
                  </a:lnTo>
                  <a:lnTo>
                    <a:pt x="117208" y="44627"/>
                  </a:lnTo>
                  <a:lnTo>
                    <a:pt x="117906" y="44589"/>
                  </a:lnTo>
                  <a:lnTo>
                    <a:pt x="118122" y="43332"/>
                  </a:lnTo>
                  <a:lnTo>
                    <a:pt x="117983" y="40259"/>
                  </a:lnTo>
                  <a:lnTo>
                    <a:pt x="117779" y="39585"/>
                  </a:lnTo>
                  <a:lnTo>
                    <a:pt x="118402" y="39725"/>
                  </a:lnTo>
                  <a:lnTo>
                    <a:pt x="119710" y="39649"/>
                  </a:lnTo>
                  <a:lnTo>
                    <a:pt x="121018" y="39560"/>
                  </a:lnTo>
                  <a:lnTo>
                    <a:pt x="122072" y="39166"/>
                  </a:lnTo>
                  <a:close/>
                </a:path>
                <a:path w="244475" h="81915">
                  <a:moveTo>
                    <a:pt x="122326" y="8115"/>
                  </a:moveTo>
                  <a:lnTo>
                    <a:pt x="122288" y="7302"/>
                  </a:lnTo>
                  <a:lnTo>
                    <a:pt x="121208" y="7048"/>
                  </a:lnTo>
                  <a:lnTo>
                    <a:pt x="118579" y="7213"/>
                  </a:lnTo>
                  <a:lnTo>
                    <a:pt x="117957" y="7442"/>
                  </a:lnTo>
                  <a:lnTo>
                    <a:pt x="118097" y="6718"/>
                  </a:lnTo>
                  <a:lnTo>
                    <a:pt x="118021" y="5194"/>
                  </a:lnTo>
                  <a:lnTo>
                    <a:pt x="117944" y="3670"/>
                  </a:lnTo>
                  <a:lnTo>
                    <a:pt x="117614" y="2438"/>
                  </a:lnTo>
                  <a:lnTo>
                    <a:pt x="116916" y="2476"/>
                  </a:lnTo>
                  <a:lnTo>
                    <a:pt x="116700" y="3733"/>
                  </a:lnTo>
                  <a:lnTo>
                    <a:pt x="116852" y="6807"/>
                  </a:lnTo>
                  <a:lnTo>
                    <a:pt x="117030" y="7493"/>
                  </a:lnTo>
                  <a:lnTo>
                    <a:pt x="116459" y="7340"/>
                  </a:lnTo>
                  <a:lnTo>
                    <a:pt x="115138" y="7429"/>
                  </a:lnTo>
                  <a:lnTo>
                    <a:pt x="113830" y="7505"/>
                  </a:lnTo>
                  <a:lnTo>
                    <a:pt x="112776" y="7899"/>
                  </a:lnTo>
                  <a:lnTo>
                    <a:pt x="112814" y="8699"/>
                  </a:lnTo>
                  <a:lnTo>
                    <a:pt x="113893" y="8966"/>
                  </a:lnTo>
                  <a:lnTo>
                    <a:pt x="116522" y="8801"/>
                  </a:lnTo>
                  <a:lnTo>
                    <a:pt x="117106" y="8585"/>
                  </a:lnTo>
                  <a:lnTo>
                    <a:pt x="116979" y="9283"/>
                  </a:lnTo>
                  <a:lnTo>
                    <a:pt x="117055" y="10820"/>
                  </a:lnTo>
                  <a:lnTo>
                    <a:pt x="117132" y="12344"/>
                  </a:lnTo>
                  <a:lnTo>
                    <a:pt x="117462" y="13576"/>
                  </a:lnTo>
                  <a:lnTo>
                    <a:pt x="118160" y="13525"/>
                  </a:lnTo>
                  <a:lnTo>
                    <a:pt x="118376" y="12268"/>
                  </a:lnTo>
                  <a:lnTo>
                    <a:pt x="118237" y="9207"/>
                  </a:lnTo>
                  <a:lnTo>
                    <a:pt x="118033" y="8521"/>
                  </a:lnTo>
                  <a:lnTo>
                    <a:pt x="118656" y="8661"/>
                  </a:lnTo>
                  <a:lnTo>
                    <a:pt x="119964" y="8585"/>
                  </a:lnTo>
                  <a:lnTo>
                    <a:pt x="121272" y="8496"/>
                  </a:lnTo>
                  <a:lnTo>
                    <a:pt x="122326" y="8115"/>
                  </a:lnTo>
                  <a:close/>
                </a:path>
                <a:path w="244475" h="81915">
                  <a:moveTo>
                    <a:pt x="135801" y="23825"/>
                  </a:moveTo>
                  <a:lnTo>
                    <a:pt x="135763" y="23012"/>
                  </a:lnTo>
                  <a:lnTo>
                    <a:pt x="134683" y="22758"/>
                  </a:lnTo>
                  <a:lnTo>
                    <a:pt x="132054" y="22923"/>
                  </a:lnTo>
                  <a:lnTo>
                    <a:pt x="131432" y="23164"/>
                  </a:lnTo>
                  <a:lnTo>
                    <a:pt x="131559" y="22440"/>
                  </a:lnTo>
                  <a:lnTo>
                    <a:pt x="131495" y="20904"/>
                  </a:lnTo>
                  <a:lnTo>
                    <a:pt x="131419" y="19380"/>
                  </a:lnTo>
                  <a:lnTo>
                    <a:pt x="131089" y="18148"/>
                  </a:lnTo>
                  <a:lnTo>
                    <a:pt x="130390" y="18199"/>
                  </a:lnTo>
                  <a:lnTo>
                    <a:pt x="130175" y="19456"/>
                  </a:lnTo>
                  <a:lnTo>
                    <a:pt x="130314" y="22517"/>
                  </a:lnTo>
                  <a:lnTo>
                    <a:pt x="130492" y="23202"/>
                  </a:lnTo>
                  <a:lnTo>
                    <a:pt x="129921" y="23050"/>
                  </a:lnTo>
                  <a:lnTo>
                    <a:pt x="128612" y="23139"/>
                  </a:lnTo>
                  <a:lnTo>
                    <a:pt x="127304" y="23228"/>
                  </a:lnTo>
                  <a:lnTo>
                    <a:pt x="126250" y="23609"/>
                  </a:lnTo>
                  <a:lnTo>
                    <a:pt x="126288" y="24422"/>
                  </a:lnTo>
                  <a:lnTo>
                    <a:pt x="127368" y="24676"/>
                  </a:lnTo>
                  <a:lnTo>
                    <a:pt x="129997" y="24511"/>
                  </a:lnTo>
                  <a:lnTo>
                    <a:pt x="130568" y="24307"/>
                  </a:lnTo>
                  <a:lnTo>
                    <a:pt x="130454" y="25006"/>
                  </a:lnTo>
                  <a:lnTo>
                    <a:pt x="130530" y="26530"/>
                  </a:lnTo>
                  <a:lnTo>
                    <a:pt x="130606" y="28054"/>
                  </a:lnTo>
                  <a:lnTo>
                    <a:pt x="130937" y="29286"/>
                  </a:lnTo>
                  <a:lnTo>
                    <a:pt x="131635" y="29248"/>
                  </a:lnTo>
                  <a:lnTo>
                    <a:pt x="131851" y="27990"/>
                  </a:lnTo>
                  <a:lnTo>
                    <a:pt x="131699" y="24917"/>
                  </a:lnTo>
                  <a:lnTo>
                    <a:pt x="131508" y="24244"/>
                  </a:lnTo>
                  <a:lnTo>
                    <a:pt x="132130" y="24384"/>
                  </a:lnTo>
                  <a:lnTo>
                    <a:pt x="133438" y="24295"/>
                  </a:lnTo>
                  <a:lnTo>
                    <a:pt x="134747" y="24206"/>
                  </a:lnTo>
                  <a:lnTo>
                    <a:pt x="135801" y="23825"/>
                  </a:lnTo>
                  <a:close/>
                </a:path>
                <a:path w="244475" h="81915">
                  <a:moveTo>
                    <a:pt x="182232" y="23774"/>
                  </a:moveTo>
                  <a:lnTo>
                    <a:pt x="178473" y="19392"/>
                  </a:lnTo>
                  <a:lnTo>
                    <a:pt x="178473" y="23774"/>
                  </a:lnTo>
                  <a:lnTo>
                    <a:pt x="174332" y="28613"/>
                  </a:lnTo>
                  <a:lnTo>
                    <a:pt x="174447" y="27990"/>
                  </a:lnTo>
                  <a:lnTo>
                    <a:pt x="174307" y="24917"/>
                  </a:lnTo>
                  <a:lnTo>
                    <a:pt x="174117" y="24244"/>
                  </a:lnTo>
                  <a:lnTo>
                    <a:pt x="174726" y="24384"/>
                  </a:lnTo>
                  <a:lnTo>
                    <a:pt x="176034" y="24295"/>
                  </a:lnTo>
                  <a:lnTo>
                    <a:pt x="177342" y="24206"/>
                  </a:lnTo>
                  <a:lnTo>
                    <a:pt x="178409" y="23825"/>
                  </a:lnTo>
                  <a:lnTo>
                    <a:pt x="178396" y="23698"/>
                  </a:lnTo>
                  <a:lnTo>
                    <a:pt x="178473" y="19392"/>
                  </a:lnTo>
                  <a:lnTo>
                    <a:pt x="177673" y="18465"/>
                  </a:lnTo>
                  <a:lnTo>
                    <a:pt x="177673" y="22860"/>
                  </a:lnTo>
                  <a:lnTo>
                    <a:pt x="177279" y="22758"/>
                  </a:lnTo>
                  <a:lnTo>
                    <a:pt x="174663" y="22923"/>
                  </a:lnTo>
                  <a:lnTo>
                    <a:pt x="174040" y="23164"/>
                  </a:lnTo>
                  <a:lnTo>
                    <a:pt x="174167" y="22440"/>
                  </a:lnTo>
                  <a:lnTo>
                    <a:pt x="174091" y="20904"/>
                  </a:lnTo>
                  <a:lnTo>
                    <a:pt x="174015" y="19380"/>
                  </a:lnTo>
                  <a:lnTo>
                    <a:pt x="173748" y="18402"/>
                  </a:lnTo>
                  <a:lnTo>
                    <a:pt x="173748" y="29286"/>
                  </a:lnTo>
                  <a:lnTo>
                    <a:pt x="159981" y="45351"/>
                  </a:lnTo>
                  <a:lnTo>
                    <a:pt x="155181" y="39776"/>
                  </a:lnTo>
                  <a:lnTo>
                    <a:pt x="156248" y="40030"/>
                  </a:lnTo>
                  <a:lnTo>
                    <a:pt x="158877" y="39852"/>
                  </a:lnTo>
                  <a:lnTo>
                    <a:pt x="159448" y="39649"/>
                  </a:lnTo>
                  <a:lnTo>
                    <a:pt x="159334" y="40347"/>
                  </a:lnTo>
                  <a:lnTo>
                    <a:pt x="159410" y="41871"/>
                  </a:lnTo>
                  <a:lnTo>
                    <a:pt x="159486" y="43408"/>
                  </a:lnTo>
                  <a:lnTo>
                    <a:pt x="159816" y="44627"/>
                  </a:lnTo>
                  <a:lnTo>
                    <a:pt x="160502" y="44589"/>
                  </a:lnTo>
                  <a:lnTo>
                    <a:pt x="160731" y="43332"/>
                  </a:lnTo>
                  <a:lnTo>
                    <a:pt x="160578" y="40259"/>
                  </a:lnTo>
                  <a:lnTo>
                    <a:pt x="160388" y="39573"/>
                  </a:lnTo>
                  <a:lnTo>
                    <a:pt x="161010" y="39725"/>
                  </a:lnTo>
                  <a:lnTo>
                    <a:pt x="162318" y="39649"/>
                  </a:lnTo>
                  <a:lnTo>
                    <a:pt x="163626" y="39560"/>
                  </a:lnTo>
                  <a:lnTo>
                    <a:pt x="164680" y="39166"/>
                  </a:lnTo>
                  <a:lnTo>
                    <a:pt x="164642" y="38366"/>
                  </a:lnTo>
                  <a:lnTo>
                    <a:pt x="163563" y="38100"/>
                  </a:lnTo>
                  <a:lnTo>
                    <a:pt x="160934" y="38277"/>
                  </a:lnTo>
                  <a:lnTo>
                    <a:pt x="160299" y="38519"/>
                  </a:lnTo>
                  <a:lnTo>
                    <a:pt x="160439" y="37782"/>
                  </a:lnTo>
                  <a:lnTo>
                    <a:pt x="160375" y="36258"/>
                  </a:lnTo>
                  <a:lnTo>
                    <a:pt x="160299" y="34721"/>
                  </a:lnTo>
                  <a:lnTo>
                    <a:pt x="159956" y="33502"/>
                  </a:lnTo>
                  <a:lnTo>
                    <a:pt x="159270" y="33540"/>
                  </a:lnTo>
                  <a:lnTo>
                    <a:pt x="159054" y="34798"/>
                  </a:lnTo>
                  <a:lnTo>
                    <a:pt x="159194" y="37871"/>
                  </a:lnTo>
                  <a:lnTo>
                    <a:pt x="159385" y="38557"/>
                  </a:lnTo>
                  <a:lnTo>
                    <a:pt x="158800" y="38404"/>
                  </a:lnTo>
                  <a:lnTo>
                    <a:pt x="157492" y="38481"/>
                  </a:lnTo>
                  <a:lnTo>
                    <a:pt x="156184" y="38569"/>
                  </a:lnTo>
                  <a:lnTo>
                    <a:pt x="155130" y="38963"/>
                  </a:lnTo>
                  <a:lnTo>
                    <a:pt x="155155" y="39751"/>
                  </a:lnTo>
                  <a:lnTo>
                    <a:pt x="141833" y="24206"/>
                  </a:lnTo>
                  <a:lnTo>
                    <a:pt x="142900" y="24460"/>
                  </a:lnTo>
                  <a:lnTo>
                    <a:pt x="145529" y="24295"/>
                  </a:lnTo>
                  <a:lnTo>
                    <a:pt x="146113" y="24079"/>
                  </a:lnTo>
                  <a:lnTo>
                    <a:pt x="145986" y="24777"/>
                  </a:lnTo>
                  <a:lnTo>
                    <a:pt x="146062" y="26314"/>
                  </a:lnTo>
                  <a:lnTo>
                    <a:pt x="146138" y="27838"/>
                  </a:lnTo>
                  <a:lnTo>
                    <a:pt x="146469" y="29057"/>
                  </a:lnTo>
                  <a:lnTo>
                    <a:pt x="147154" y="29019"/>
                  </a:lnTo>
                  <a:lnTo>
                    <a:pt x="147383" y="27762"/>
                  </a:lnTo>
                  <a:lnTo>
                    <a:pt x="147231" y="24701"/>
                  </a:lnTo>
                  <a:lnTo>
                    <a:pt x="147040" y="24015"/>
                  </a:lnTo>
                  <a:lnTo>
                    <a:pt x="147662" y="24155"/>
                  </a:lnTo>
                  <a:lnTo>
                    <a:pt x="148971" y="24079"/>
                  </a:lnTo>
                  <a:lnTo>
                    <a:pt x="150279" y="23990"/>
                  </a:lnTo>
                  <a:lnTo>
                    <a:pt x="151333" y="23609"/>
                  </a:lnTo>
                  <a:lnTo>
                    <a:pt x="151295" y="22796"/>
                  </a:lnTo>
                  <a:lnTo>
                    <a:pt x="150215" y="22529"/>
                  </a:lnTo>
                  <a:lnTo>
                    <a:pt x="147586" y="22707"/>
                  </a:lnTo>
                  <a:lnTo>
                    <a:pt x="146964" y="22936"/>
                  </a:lnTo>
                  <a:lnTo>
                    <a:pt x="147091" y="22212"/>
                  </a:lnTo>
                  <a:lnTo>
                    <a:pt x="147027" y="20688"/>
                  </a:lnTo>
                  <a:lnTo>
                    <a:pt x="146951" y="19164"/>
                  </a:lnTo>
                  <a:lnTo>
                    <a:pt x="146621" y="17932"/>
                  </a:lnTo>
                  <a:lnTo>
                    <a:pt x="146558" y="23495"/>
                  </a:lnTo>
                  <a:lnTo>
                    <a:pt x="146558" y="17945"/>
                  </a:lnTo>
                  <a:lnTo>
                    <a:pt x="159461" y="2781"/>
                  </a:lnTo>
                  <a:lnTo>
                    <a:pt x="159308" y="3733"/>
                  </a:lnTo>
                  <a:lnTo>
                    <a:pt x="159448" y="6807"/>
                  </a:lnTo>
                  <a:lnTo>
                    <a:pt x="159639" y="7493"/>
                  </a:lnTo>
                  <a:lnTo>
                    <a:pt x="159054" y="7340"/>
                  </a:lnTo>
                  <a:lnTo>
                    <a:pt x="157746" y="7429"/>
                  </a:lnTo>
                  <a:lnTo>
                    <a:pt x="156438" y="7505"/>
                  </a:lnTo>
                  <a:lnTo>
                    <a:pt x="155384" y="7899"/>
                  </a:lnTo>
                  <a:lnTo>
                    <a:pt x="155422" y="8699"/>
                  </a:lnTo>
                  <a:lnTo>
                    <a:pt x="156502" y="8966"/>
                  </a:lnTo>
                  <a:lnTo>
                    <a:pt x="159131" y="8801"/>
                  </a:lnTo>
                  <a:lnTo>
                    <a:pt x="159715" y="8585"/>
                  </a:lnTo>
                  <a:lnTo>
                    <a:pt x="159588" y="9283"/>
                  </a:lnTo>
                  <a:lnTo>
                    <a:pt x="159664" y="10820"/>
                  </a:lnTo>
                  <a:lnTo>
                    <a:pt x="159740" y="12344"/>
                  </a:lnTo>
                  <a:lnTo>
                    <a:pt x="160070" y="13576"/>
                  </a:lnTo>
                  <a:lnTo>
                    <a:pt x="160756" y="13525"/>
                  </a:lnTo>
                  <a:lnTo>
                    <a:pt x="160985" y="12268"/>
                  </a:lnTo>
                  <a:lnTo>
                    <a:pt x="160832" y="9207"/>
                  </a:lnTo>
                  <a:lnTo>
                    <a:pt x="160642" y="8521"/>
                  </a:lnTo>
                  <a:lnTo>
                    <a:pt x="161264" y="8661"/>
                  </a:lnTo>
                  <a:lnTo>
                    <a:pt x="162572" y="8585"/>
                  </a:lnTo>
                  <a:lnTo>
                    <a:pt x="163880" y="8496"/>
                  </a:lnTo>
                  <a:lnTo>
                    <a:pt x="164934" y="8115"/>
                  </a:lnTo>
                  <a:lnTo>
                    <a:pt x="164922" y="7975"/>
                  </a:lnTo>
                  <a:lnTo>
                    <a:pt x="173647" y="18161"/>
                  </a:lnTo>
                  <a:lnTo>
                    <a:pt x="172999" y="18199"/>
                  </a:lnTo>
                  <a:lnTo>
                    <a:pt x="172770" y="19456"/>
                  </a:lnTo>
                  <a:lnTo>
                    <a:pt x="172923" y="22517"/>
                  </a:lnTo>
                  <a:lnTo>
                    <a:pt x="173101" y="23202"/>
                  </a:lnTo>
                  <a:lnTo>
                    <a:pt x="172529" y="23050"/>
                  </a:lnTo>
                  <a:lnTo>
                    <a:pt x="171221" y="23139"/>
                  </a:lnTo>
                  <a:lnTo>
                    <a:pt x="169913" y="23228"/>
                  </a:lnTo>
                  <a:lnTo>
                    <a:pt x="168846" y="23609"/>
                  </a:lnTo>
                  <a:lnTo>
                    <a:pt x="168897" y="24422"/>
                  </a:lnTo>
                  <a:lnTo>
                    <a:pt x="169976" y="24676"/>
                  </a:lnTo>
                  <a:lnTo>
                    <a:pt x="172605" y="24511"/>
                  </a:lnTo>
                  <a:lnTo>
                    <a:pt x="173177" y="24307"/>
                  </a:lnTo>
                  <a:lnTo>
                    <a:pt x="173062" y="25006"/>
                  </a:lnTo>
                  <a:lnTo>
                    <a:pt x="173139" y="26530"/>
                  </a:lnTo>
                  <a:lnTo>
                    <a:pt x="173202" y="28054"/>
                  </a:lnTo>
                  <a:lnTo>
                    <a:pt x="173545" y="29286"/>
                  </a:lnTo>
                  <a:lnTo>
                    <a:pt x="173748" y="29286"/>
                  </a:lnTo>
                  <a:lnTo>
                    <a:pt x="173748" y="18402"/>
                  </a:lnTo>
                  <a:lnTo>
                    <a:pt x="173697" y="18211"/>
                  </a:lnTo>
                  <a:lnTo>
                    <a:pt x="177673" y="22860"/>
                  </a:lnTo>
                  <a:lnTo>
                    <a:pt x="177673" y="18465"/>
                  </a:lnTo>
                  <a:lnTo>
                    <a:pt x="164211" y="2768"/>
                  </a:lnTo>
                  <a:lnTo>
                    <a:pt x="164211" y="7150"/>
                  </a:lnTo>
                  <a:lnTo>
                    <a:pt x="163817" y="7048"/>
                  </a:lnTo>
                  <a:lnTo>
                    <a:pt x="161188" y="7213"/>
                  </a:lnTo>
                  <a:lnTo>
                    <a:pt x="160566" y="7442"/>
                  </a:lnTo>
                  <a:lnTo>
                    <a:pt x="160693" y="6718"/>
                  </a:lnTo>
                  <a:lnTo>
                    <a:pt x="160629" y="5194"/>
                  </a:lnTo>
                  <a:lnTo>
                    <a:pt x="160553" y="3670"/>
                  </a:lnTo>
                  <a:lnTo>
                    <a:pt x="160210" y="2463"/>
                  </a:lnTo>
                  <a:lnTo>
                    <a:pt x="164211" y="7150"/>
                  </a:lnTo>
                  <a:lnTo>
                    <a:pt x="164211" y="2768"/>
                  </a:lnTo>
                  <a:lnTo>
                    <a:pt x="163715" y="2184"/>
                  </a:lnTo>
                  <a:lnTo>
                    <a:pt x="161836" y="0"/>
                  </a:lnTo>
                  <a:lnTo>
                    <a:pt x="160197" y="0"/>
                  </a:lnTo>
                  <a:lnTo>
                    <a:pt x="160197" y="2451"/>
                  </a:lnTo>
                  <a:lnTo>
                    <a:pt x="160159" y="8001"/>
                  </a:lnTo>
                  <a:lnTo>
                    <a:pt x="160159" y="2463"/>
                  </a:lnTo>
                  <a:lnTo>
                    <a:pt x="159740" y="2476"/>
                  </a:lnTo>
                  <a:lnTo>
                    <a:pt x="159981" y="2184"/>
                  </a:lnTo>
                  <a:lnTo>
                    <a:pt x="160197" y="2451"/>
                  </a:lnTo>
                  <a:lnTo>
                    <a:pt x="160197" y="0"/>
                  </a:lnTo>
                  <a:lnTo>
                    <a:pt x="158115" y="0"/>
                  </a:lnTo>
                  <a:lnTo>
                    <a:pt x="146037" y="14097"/>
                  </a:lnTo>
                  <a:lnTo>
                    <a:pt x="146037" y="22987"/>
                  </a:lnTo>
                  <a:lnTo>
                    <a:pt x="145453" y="22834"/>
                  </a:lnTo>
                  <a:lnTo>
                    <a:pt x="144145" y="22923"/>
                  </a:lnTo>
                  <a:lnTo>
                    <a:pt x="142836" y="22999"/>
                  </a:lnTo>
                  <a:lnTo>
                    <a:pt x="141808" y="23393"/>
                  </a:lnTo>
                  <a:lnTo>
                    <a:pt x="141808" y="24180"/>
                  </a:lnTo>
                  <a:lnTo>
                    <a:pt x="141478" y="23774"/>
                  </a:lnTo>
                  <a:lnTo>
                    <a:pt x="141782" y="23418"/>
                  </a:lnTo>
                  <a:lnTo>
                    <a:pt x="141808" y="24180"/>
                  </a:lnTo>
                  <a:lnTo>
                    <a:pt x="141808" y="23393"/>
                  </a:lnTo>
                  <a:lnTo>
                    <a:pt x="145783" y="18745"/>
                  </a:lnTo>
                  <a:lnTo>
                    <a:pt x="145707" y="19227"/>
                  </a:lnTo>
                  <a:lnTo>
                    <a:pt x="145846" y="22301"/>
                  </a:lnTo>
                  <a:lnTo>
                    <a:pt x="146037" y="22987"/>
                  </a:lnTo>
                  <a:lnTo>
                    <a:pt x="146037" y="14097"/>
                  </a:lnTo>
                  <a:lnTo>
                    <a:pt x="137731" y="23774"/>
                  </a:lnTo>
                  <a:lnTo>
                    <a:pt x="159981" y="49720"/>
                  </a:lnTo>
                  <a:lnTo>
                    <a:pt x="163715" y="45351"/>
                  </a:lnTo>
                  <a:lnTo>
                    <a:pt x="182232" y="23774"/>
                  </a:lnTo>
                  <a:close/>
                </a:path>
                <a:path w="244475" h="81915">
                  <a:moveTo>
                    <a:pt x="244297" y="55372"/>
                  </a:moveTo>
                  <a:lnTo>
                    <a:pt x="240550" y="51015"/>
                  </a:lnTo>
                  <a:lnTo>
                    <a:pt x="240550" y="55372"/>
                  </a:lnTo>
                  <a:lnTo>
                    <a:pt x="222046" y="76962"/>
                  </a:lnTo>
                  <a:lnTo>
                    <a:pt x="217246" y="71386"/>
                  </a:lnTo>
                  <a:lnTo>
                    <a:pt x="218325" y="71640"/>
                  </a:lnTo>
                  <a:lnTo>
                    <a:pt x="220941" y="71462"/>
                  </a:lnTo>
                  <a:lnTo>
                    <a:pt x="221996" y="71081"/>
                  </a:lnTo>
                  <a:lnTo>
                    <a:pt x="221970" y="70675"/>
                  </a:lnTo>
                  <a:lnTo>
                    <a:pt x="222288" y="70650"/>
                  </a:lnTo>
                  <a:lnTo>
                    <a:pt x="222516" y="69392"/>
                  </a:lnTo>
                  <a:lnTo>
                    <a:pt x="222440" y="67868"/>
                  </a:lnTo>
                  <a:lnTo>
                    <a:pt x="222364" y="66332"/>
                  </a:lnTo>
                  <a:lnTo>
                    <a:pt x="222034" y="65112"/>
                  </a:lnTo>
                  <a:lnTo>
                    <a:pt x="221348" y="65151"/>
                  </a:lnTo>
                  <a:lnTo>
                    <a:pt x="221119" y="66408"/>
                  </a:lnTo>
                  <a:lnTo>
                    <a:pt x="221272" y="69481"/>
                  </a:lnTo>
                  <a:lnTo>
                    <a:pt x="221449" y="70154"/>
                  </a:lnTo>
                  <a:lnTo>
                    <a:pt x="220878" y="70015"/>
                  </a:lnTo>
                  <a:lnTo>
                    <a:pt x="219570" y="70091"/>
                  </a:lnTo>
                  <a:lnTo>
                    <a:pt x="218262" y="70180"/>
                  </a:lnTo>
                  <a:lnTo>
                    <a:pt x="217195" y="70561"/>
                  </a:lnTo>
                  <a:lnTo>
                    <a:pt x="217233" y="71374"/>
                  </a:lnTo>
                  <a:lnTo>
                    <a:pt x="203911" y="55816"/>
                  </a:lnTo>
                  <a:lnTo>
                    <a:pt x="204978" y="56070"/>
                  </a:lnTo>
                  <a:lnTo>
                    <a:pt x="207606" y="55905"/>
                  </a:lnTo>
                  <a:lnTo>
                    <a:pt x="208178" y="55689"/>
                  </a:lnTo>
                  <a:lnTo>
                    <a:pt x="208064" y="56388"/>
                  </a:lnTo>
                  <a:lnTo>
                    <a:pt x="208140" y="57912"/>
                  </a:lnTo>
                  <a:lnTo>
                    <a:pt x="208203" y="59448"/>
                  </a:lnTo>
                  <a:lnTo>
                    <a:pt x="208546" y="60667"/>
                  </a:lnTo>
                  <a:lnTo>
                    <a:pt x="209219" y="60629"/>
                  </a:lnTo>
                  <a:lnTo>
                    <a:pt x="209448" y="59372"/>
                  </a:lnTo>
                  <a:lnTo>
                    <a:pt x="209308" y="56299"/>
                  </a:lnTo>
                  <a:lnTo>
                    <a:pt x="209118" y="55626"/>
                  </a:lnTo>
                  <a:lnTo>
                    <a:pt x="209727" y="55765"/>
                  </a:lnTo>
                  <a:lnTo>
                    <a:pt x="211035" y="55676"/>
                  </a:lnTo>
                  <a:lnTo>
                    <a:pt x="212344" y="55600"/>
                  </a:lnTo>
                  <a:lnTo>
                    <a:pt x="213410" y="55206"/>
                  </a:lnTo>
                  <a:lnTo>
                    <a:pt x="213360" y="54406"/>
                  </a:lnTo>
                  <a:lnTo>
                    <a:pt x="212280" y="54140"/>
                  </a:lnTo>
                  <a:lnTo>
                    <a:pt x="209664" y="54305"/>
                  </a:lnTo>
                  <a:lnTo>
                    <a:pt x="209042" y="54546"/>
                  </a:lnTo>
                  <a:lnTo>
                    <a:pt x="209169" y="53822"/>
                  </a:lnTo>
                  <a:lnTo>
                    <a:pt x="209092" y="52298"/>
                  </a:lnTo>
                  <a:lnTo>
                    <a:pt x="209016" y="50761"/>
                  </a:lnTo>
                  <a:lnTo>
                    <a:pt x="208686" y="49542"/>
                  </a:lnTo>
                  <a:lnTo>
                    <a:pt x="208534" y="49555"/>
                  </a:lnTo>
                  <a:lnTo>
                    <a:pt x="222046" y="33794"/>
                  </a:lnTo>
                  <a:lnTo>
                    <a:pt x="240550" y="55372"/>
                  </a:lnTo>
                  <a:lnTo>
                    <a:pt x="240550" y="51015"/>
                  </a:lnTo>
                  <a:lnTo>
                    <a:pt x="225793" y="33794"/>
                  </a:lnTo>
                  <a:lnTo>
                    <a:pt x="222046" y="29425"/>
                  </a:lnTo>
                  <a:lnTo>
                    <a:pt x="208102" y="45694"/>
                  </a:lnTo>
                  <a:lnTo>
                    <a:pt x="208102" y="54597"/>
                  </a:lnTo>
                  <a:lnTo>
                    <a:pt x="207530" y="54444"/>
                  </a:lnTo>
                  <a:lnTo>
                    <a:pt x="206222" y="54533"/>
                  </a:lnTo>
                  <a:lnTo>
                    <a:pt x="204914" y="54610"/>
                  </a:lnTo>
                  <a:lnTo>
                    <a:pt x="203885" y="55003"/>
                  </a:lnTo>
                  <a:lnTo>
                    <a:pt x="203885" y="55791"/>
                  </a:lnTo>
                  <a:lnTo>
                    <a:pt x="203542" y="55372"/>
                  </a:lnTo>
                  <a:lnTo>
                    <a:pt x="203847" y="55016"/>
                  </a:lnTo>
                  <a:lnTo>
                    <a:pt x="203885" y="55791"/>
                  </a:lnTo>
                  <a:lnTo>
                    <a:pt x="203885" y="55003"/>
                  </a:lnTo>
                  <a:lnTo>
                    <a:pt x="207860" y="50342"/>
                  </a:lnTo>
                  <a:lnTo>
                    <a:pt x="207772" y="50838"/>
                  </a:lnTo>
                  <a:lnTo>
                    <a:pt x="207924" y="53911"/>
                  </a:lnTo>
                  <a:lnTo>
                    <a:pt x="208102" y="54597"/>
                  </a:lnTo>
                  <a:lnTo>
                    <a:pt x="208102" y="45694"/>
                  </a:lnTo>
                  <a:lnTo>
                    <a:pt x="201079" y="53873"/>
                  </a:lnTo>
                  <a:lnTo>
                    <a:pt x="198628" y="51015"/>
                  </a:lnTo>
                  <a:lnTo>
                    <a:pt x="198628" y="55372"/>
                  </a:lnTo>
                  <a:lnTo>
                    <a:pt x="194487" y="60210"/>
                  </a:lnTo>
                  <a:lnTo>
                    <a:pt x="194602" y="59588"/>
                  </a:lnTo>
                  <a:lnTo>
                    <a:pt x="194449" y="56527"/>
                  </a:lnTo>
                  <a:lnTo>
                    <a:pt x="194259" y="55854"/>
                  </a:lnTo>
                  <a:lnTo>
                    <a:pt x="194881" y="55994"/>
                  </a:lnTo>
                  <a:lnTo>
                    <a:pt x="196189" y="55905"/>
                  </a:lnTo>
                  <a:lnTo>
                    <a:pt x="197497" y="55816"/>
                  </a:lnTo>
                  <a:lnTo>
                    <a:pt x="198551" y="55435"/>
                  </a:lnTo>
                  <a:lnTo>
                    <a:pt x="198539" y="55283"/>
                  </a:lnTo>
                  <a:lnTo>
                    <a:pt x="198628" y="51015"/>
                  </a:lnTo>
                  <a:lnTo>
                    <a:pt x="197840" y="50101"/>
                  </a:lnTo>
                  <a:lnTo>
                    <a:pt x="197840" y="54470"/>
                  </a:lnTo>
                  <a:lnTo>
                    <a:pt x="197434" y="54368"/>
                  </a:lnTo>
                  <a:lnTo>
                    <a:pt x="194805" y="54533"/>
                  </a:lnTo>
                  <a:lnTo>
                    <a:pt x="194183" y="54762"/>
                  </a:lnTo>
                  <a:lnTo>
                    <a:pt x="194310" y="54051"/>
                  </a:lnTo>
                  <a:lnTo>
                    <a:pt x="194246" y="52514"/>
                  </a:lnTo>
                  <a:lnTo>
                    <a:pt x="194170" y="50990"/>
                  </a:lnTo>
                  <a:lnTo>
                    <a:pt x="193903" y="50063"/>
                  </a:lnTo>
                  <a:lnTo>
                    <a:pt x="193903" y="60883"/>
                  </a:lnTo>
                  <a:lnTo>
                    <a:pt x="180124" y="76962"/>
                  </a:lnTo>
                  <a:lnTo>
                    <a:pt x="175336" y="71386"/>
                  </a:lnTo>
                  <a:lnTo>
                    <a:pt x="176390" y="71640"/>
                  </a:lnTo>
                  <a:lnTo>
                    <a:pt x="179019" y="71462"/>
                  </a:lnTo>
                  <a:lnTo>
                    <a:pt x="179603" y="71259"/>
                  </a:lnTo>
                  <a:lnTo>
                    <a:pt x="179476" y="71958"/>
                  </a:lnTo>
                  <a:lnTo>
                    <a:pt x="179552" y="73482"/>
                  </a:lnTo>
                  <a:lnTo>
                    <a:pt x="179628" y="75018"/>
                  </a:lnTo>
                  <a:lnTo>
                    <a:pt x="179959" y="76238"/>
                  </a:lnTo>
                  <a:lnTo>
                    <a:pt x="180644" y="76200"/>
                  </a:lnTo>
                  <a:lnTo>
                    <a:pt x="180873" y="74942"/>
                  </a:lnTo>
                  <a:lnTo>
                    <a:pt x="180721" y="71869"/>
                  </a:lnTo>
                  <a:lnTo>
                    <a:pt x="180530" y="71183"/>
                  </a:lnTo>
                  <a:lnTo>
                    <a:pt x="181152" y="71335"/>
                  </a:lnTo>
                  <a:lnTo>
                    <a:pt x="182460" y="71247"/>
                  </a:lnTo>
                  <a:lnTo>
                    <a:pt x="183769" y="71170"/>
                  </a:lnTo>
                  <a:lnTo>
                    <a:pt x="184823" y="70777"/>
                  </a:lnTo>
                  <a:lnTo>
                    <a:pt x="184785" y="69977"/>
                  </a:lnTo>
                  <a:lnTo>
                    <a:pt x="183705" y="69710"/>
                  </a:lnTo>
                  <a:lnTo>
                    <a:pt x="181076" y="69875"/>
                  </a:lnTo>
                  <a:lnTo>
                    <a:pt x="180454" y="70104"/>
                  </a:lnTo>
                  <a:lnTo>
                    <a:pt x="180594" y="69392"/>
                  </a:lnTo>
                  <a:lnTo>
                    <a:pt x="180517" y="67868"/>
                  </a:lnTo>
                  <a:lnTo>
                    <a:pt x="180441" y="66332"/>
                  </a:lnTo>
                  <a:lnTo>
                    <a:pt x="180111" y="65112"/>
                  </a:lnTo>
                  <a:lnTo>
                    <a:pt x="179425" y="65151"/>
                  </a:lnTo>
                  <a:lnTo>
                    <a:pt x="179197" y="66408"/>
                  </a:lnTo>
                  <a:lnTo>
                    <a:pt x="179336" y="69481"/>
                  </a:lnTo>
                  <a:lnTo>
                    <a:pt x="179514" y="70154"/>
                  </a:lnTo>
                  <a:lnTo>
                    <a:pt x="178943" y="70015"/>
                  </a:lnTo>
                  <a:lnTo>
                    <a:pt x="177634" y="70091"/>
                  </a:lnTo>
                  <a:lnTo>
                    <a:pt x="176326" y="70180"/>
                  </a:lnTo>
                  <a:lnTo>
                    <a:pt x="175272" y="70561"/>
                  </a:lnTo>
                  <a:lnTo>
                    <a:pt x="175298" y="71348"/>
                  </a:lnTo>
                  <a:lnTo>
                    <a:pt x="161988" y="55816"/>
                  </a:lnTo>
                  <a:lnTo>
                    <a:pt x="163042" y="56070"/>
                  </a:lnTo>
                  <a:lnTo>
                    <a:pt x="165671" y="55905"/>
                  </a:lnTo>
                  <a:lnTo>
                    <a:pt x="166255" y="55689"/>
                  </a:lnTo>
                  <a:lnTo>
                    <a:pt x="166128" y="56388"/>
                  </a:lnTo>
                  <a:lnTo>
                    <a:pt x="166204" y="57912"/>
                  </a:lnTo>
                  <a:lnTo>
                    <a:pt x="166281" y="59448"/>
                  </a:lnTo>
                  <a:lnTo>
                    <a:pt x="166611" y="60667"/>
                  </a:lnTo>
                  <a:lnTo>
                    <a:pt x="167309" y="60629"/>
                  </a:lnTo>
                  <a:lnTo>
                    <a:pt x="167525" y="59372"/>
                  </a:lnTo>
                  <a:lnTo>
                    <a:pt x="167373" y="56299"/>
                  </a:lnTo>
                  <a:lnTo>
                    <a:pt x="167182" y="55626"/>
                  </a:lnTo>
                  <a:lnTo>
                    <a:pt x="167805" y="55765"/>
                  </a:lnTo>
                  <a:lnTo>
                    <a:pt x="169113" y="55676"/>
                  </a:lnTo>
                  <a:lnTo>
                    <a:pt x="170421" y="55600"/>
                  </a:lnTo>
                  <a:lnTo>
                    <a:pt x="171475" y="55206"/>
                  </a:lnTo>
                  <a:lnTo>
                    <a:pt x="171437" y="54406"/>
                  </a:lnTo>
                  <a:lnTo>
                    <a:pt x="170357" y="54140"/>
                  </a:lnTo>
                  <a:lnTo>
                    <a:pt x="167728" y="54305"/>
                  </a:lnTo>
                  <a:lnTo>
                    <a:pt x="167106" y="54546"/>
                  </a:lnTo>
                  <a:lnTo>
                    <a:pt x="167246" y="53822"/>
                  </a:lnTo>
                  <a:lnTo>
                    <a:pt x="167170" y="52298"/>
                  </a:lnTo>
                  <a:lnTo>
                    <a:pt x="167093" y="50761"/>
                  </a:lnTo>
                  <a:lnTo>
                    <a:pt x="166763" y="49542"/>
                  </a:lnTo>
                  <a:lnTo>
                    <a:pt x="166611" y="49555"/>
                  </a:lnTo>
                  <a:lnTo>
                    <a:pt x="179603" y="34391"/>
                  </a:lnTo>
                  <a:lnTo>
                    <a:pt x="179451" y="35344"/>
                  </a:lnTo>
                  <a:lnTo>
                    <a:pt x="179603" y="38417"/>
                  </a:lnTo>
                  <a:lnTo>
                    <a:pt x="179781" y="39103"/>
                  </a:lnTo>
                  <a:lnTo>
                    <a:pt x="179197" y="38950"/>
                  </a:lnTo>
                  <a:lnTo>
                    <a:pt x="177888" y="39039"/>
                  </a:lnTo>
                  <a:lnTo>
                    <a:pt x="176580" y="39116"/>
                  </a:lnTo>
                  <a:lnTo>
                    <a:pt x="175526" y="39509"/>
                  </a:lnTo>
                  <a:lnTo>
                    <a:pt x="175564" y="40309"/>
                  </a:lnTo>
                  <a:lnTo>
                    <a:pt x="176644" y="40576"/>
                  </a:lnTo>
                  <a:lnTo>
                    <a:pt x="179273" y="40411"/>
                  </a:lnTo>
                  <a:lnTo>
                    <a:pt x="179857" y="40195"/>
                  </a:lnTo>
                  <a:lnTo>
                    <a:pt x="179730" y="40894"/>
                  </a:lnTo>
                  <a:lnTo>
                    <a:pt x="179806" y="42418"/>
                  </a:lnTo>
                  <a:lnTo>
                    <a:pt x="179882" y="43954"/>
                  </a:lnTo>
                  <a:lnTo>
                    <a:pt x="180213" y="45173"/>
                  </a:lnTo>
                  <a:lnTo>
                    <a:pt x="180911" y="45135"/>
                  </a:lnTo>
                  <a:lnTo>
                    <a:pt x="181127" y="43878"/>
                  </a:lnTo>
                  <a:lnTo>
                    <a:pt x="180975" y="40817"/>
                  </a:lnTo>
                  <a:lnTo>
                    <a:pt x="180784" y="40132"/>
                  </a:lnTo>
                  <a:lnTo>
                    <a:pt x="181406" y="40271"/>
                  </a:lnTo>
                  <a:lnTo>
                    <a:pt x="182714" y="40195"/>
                  </a:lnTo>
                  <a:lnTo>
                    <a:pt x="184023" y="40106"/>
                  </a:lnTo>
                  <a:lnTo>
                    <a:pt x="185077" y="39712"/>
                  </a:lnTo>
                  <a:lnTo>
                    <a:pt x="185064" y="39585"/>
                  </a:lnTo>
                  <a:lnTo>
                    <a:pt x="193814" y="49771"/>
                  </a:lnTo>
                  <a:lnTo>
                    <a:pt x="193141" y="49809"/>
                  </a:lnTo>
                  <a:lnTo>
                    <a:pt x="192925" y="51066"/>
                  </a:lnTo>
                  <a:lnTo>
                    <a:pt x="193065" y="54127"/>
                  </a:lnTo>
                  <a:lnTo>
                    <a:pt x="193243" y="54813"/>
                  </a:lnTo>
                  <a:lnTo>
                    <a:pt x="192671" y="54660"/>
                  </a:lnTo>
                  <a:lnTo>
                    <a:pt x="191363" y="54749"/>
                  </a:lnTo>
                  <a:lnTo>
                    <a:pt x="190055" y="54838"/>
                  </a:lnTo>
                  <a:lnTo>
                    <a:pt x="189001" y="55219"/>
                  </a:lnTo>
                  <a:lnTo>
                    <a:pt x="189039" y="56019"/>
                  </a:lnTo>
                  <a:lnTo>
                    <a:pt x="190119" y="56286"/>
                  </a:lnTo>
                  <a:lnTo>
                    <a:pt x="192747" y="56121"/>
                  </a:lnTo>
                  <a:lnTo>
                    <a:pt x="193319" y="55905"/>
                  </a:lnTo>
                  <a:lnTo>
                    <a:pt x="193205" y="56603"/>
                  </a:lnTo>
                  <a:lnTo>
                    <a:pt x="193281" y="58140"/>
                  </a:lnTo>
                  <a:lnTo>
                    <a:pt x="193357" y="59664"/>
                  </a:lnTo>
                  <a:lnTo>
                    <a:pt x="193687" y="60896"/>
                  </a:lnTo>
                  <a:lnTo>
                    <a:pt x="193903" y="60883"/>
                  </a:lnTo>
                  <a:lnTo>
                    <a:pt x="193903" y="50063"/>
                  </a:lnTo>
                  <a:lnTo>
                    <a:pt x="193827" y="49784"/>
                  </a:lnTo>
                  <a:lnTo>
                    <a:pt x="197840" y="54470"/>
                  </a:lnTo>
                  <a:lnTo>
                    <a:pt x="197840" y="50101"/>
                  </a:lnTo>
                  <a:lnTo>
                    <a:pt x="184340" y="34353"/>
                  </a:lnTo>
                  <a:lnTo>
                    <a:pt x="184340" y="38747"/>
                  </a:lnTo>
                  <a:lnTo>
                    <a:pt x="183959" y="38646"/>
                  </a:lnTo>
                  <a:lnTo>
                    <a:pt x="181330" y="38823"/>
                  </a:lnTo>
                  <a:lnTo>
                    <a:pt x="180708" y="39052"/>
                  </a:lnTo>
                  <a:lnTo>
                    <a:pt x="180848" y="38328"/>
                  </a:lnTo>
                  <a:lnTo>
                    <a:pt x="180771" y="36804"/>
                  </a:lnTo>
                  <a:lnTo>
                    <a:pt x="180695" y="35267"/>
                  </a:lnTo>
                  <a:lnTo>
                    <a:pt x="180365" y="34099"/>
                  </a:lnTo>
                  <a:lnTo>
                    <a:pt x="184340" y="38747"/>
                  </a:lnTo>
                  <a:lnTo>
                    <a:pt x="184340" y="34353"/>
                  </a:lnTo>
                  <a:lnTo>
                    <a:pt x="183870" y="33794"/>
                  </a:lnTo>
                  <a:lnTo>
                    <a:pt x="180340" y="29679"/>
                  </a:lnTo>
                  <a:lnTo>
                    <a:pt x="180340" y="34061"/>
                  </a:lnTo>
                  <a:lnTo>
                    <a:pt x="179882" y="34086"/>
                  </a:lnTo>
                  <a:lnTo>
                    <a:pt x="180124" y="33794"/>
                  </a:lnTo>
                  <a:lnTo>
                    <a:pt x="180340" y="34061"/>
                  </a:lnTo>
                  <a:lnTo>
                    <a:pt x="180340" y="29679"/>
                  </a:lnTo>
                  <a:lnTo>
                    <a:pt x="180124" y="29425"/>
                  </a:lnTo>
                  <a:lnTo>
                    <a:pt x="166179" y="45694"/>
                  </a:lnTo>
                  <a:lnTo>
                    <a:pt x="166179" y="54597"/>
                  </a:lnTo>
                  <a:lnTo>
                    <a:pt x="165595" y="54444"/>
                  </a:lnTo>
                  <a:lnTo>
                    <a:pt x="164287" y="54533"/>
                  </a:lnTo>
                  <a:lnTo>
                    <a:pt x="162979" y="54610"/>
                  </a:lnTo>
                  <a:lnTo>
                    <a:pt x="161950" y="55003"/>
                  </a:lnTo>
                  <a:lnTo>
                    <a:pt x="161950" y="55778"/>
                  </a:lnTo>
                  <a:lnTo>
                    <a:pt x="161620" y="55372"/>
                  </a:lnTo>
                  <a:lnTo>
                    <a:pt x="161925" y="55016"/>
                  </a:lnTo>
                  <a:lnTo>
                    <a:pt x="161950" y="55778"/>
                  </a:lnTo>
                  <a:lnTo>
                    <a:pt x="161950" y="55003"/>
                  </a:lnTo>
                  <a:lnTo>
                    <a:pt x="165925" y="50342"/>
                  </a:lnTo>
                  <a:lnTo>
                    <a:pt x="165849" y="50838"/>
                  </a:lnTo>
                  <a:lnTo>
                    <a:pt x="166001" y="53911"/>
                  </a:lnTo>
                  <a:lnTo>
                    <a:pt x="166179" y="54597"/>
                  </a:lnTo>
                  <a:lnTo>
                    <a:pt x="166179" y="45694"/>
                  </a:lnTo>
                  <a:lnTo>
                    <a:pt x="157873" y="55372"/>
                  </a:lnTo>
                  <a:lnTo>
                    <a:pt x="180124" y="81318"/>
                  </a:lnTo>
                  <a:lnTo>
                    <a:pt x="183870" y="76962"/>
                  </a:lnTo>
                  <a:lnTo>
                    <a:pt x="201079" y="56883"/>
                  </a:lnTo>
                  <a:lnTo>
                    <a:pt x="222046" y="81318"/>
                  </a:lnTo>
                  <a:lnTo>
                    <a:pt x="225793" y="76962"/>
                  </a:lnTo>
                  <a:lnTo>
                    <a:pt x="244297" y="55372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 descr=""/>
            <p:cNvSpPr/>
            <p:nvPr/>
          </p:nvSpPr>
          <p:spPr>
            <a:xfrm>
              <a:off x="11674247" y="6481959"/>
              <a:ext cx="147955" cy="81915"/>
            </a:xfrm>
            <a:custGeom>
              <a:avLst/>
              <a:gdLst/>
              <a:ahLst/>
              <a:cxnLst/>
              <a:rect l="l" t="t" r="r" b="b"/>
              <a:pathLst>
                <a:path w="147954" h="81915">
                  <a:moveTo>
                    <a:pt x="44488" y="55372"/>
                  </a:moveTo>
                  <a:lnTo>
                    <a:pt x="40741" y="51015"/>
                  </a:lnTo>
                  <a:lnTo>
                    <a:pt x="40741" y="55372"/>
                  </a:lnTo>
                  <a:lnTo>
                    <a:pt x="36601" y="60198"/>
                  </a:lnTo>
                  <a:lnTo>
                    <a:pt x="36715" y="59588"/>
                  </a:lnTo>
                  <a:lnTo>
                    <a:pt x="36563" y="56527"/>
                  </a:lnTo>
                  <a:lnTo>
                    <a:pt x="36372" y="55854"/>
                  </a:lnTo>
                  <a:lnTo>
                    <a:pt x="36995" y="55994"/>
                  </a:lnTo>
                  <a:lnTo>
                    <a:pt x="38303" y="55905"/>
                  </a:lnTo>
                  <a:lnTo>
                    <a:pt x="39611" y="55816"/>
                  </a:lnTo>
                  <a:lnTo>
                    <a:pt x="40665" y="55435"/>
                  </a:lnTo>
                  <a:lnTo>
                    <a:pt x="40652" y="55283"/>
                  </a:lnTo>
                  <a:lnTo>
                    <a:pt x="40741" y="51015"/>
                  </a:lnTo>
                  <a:lnTo>
                    <a:pt x="39954" y="50088"/>
                  </a:lnTo>
                  <a:lnTo>
                    <a:pt x="39954" y="54470"/>
                  </a:lnTo>
                  <a:lnTo>
                    <a:pt x="39547" y="54368"/>
                  </a:lnTo>
                  <a:lnTo>
                    <a:pt x="36918" y="54533"/>
                  </a:lnTo>
                  <a:lnTo>
                    <a:pt x="36296" y="54762"/>
                  </a:lnTo>
                  <a:lnTo>
                    <a:pt x="36436" y="54051"/>
                  </a:lnTo>
                  <a:lnTo>
                    <a:pt x="36360" y="52514"/>
                  </a:lnTo>
                  <a:lnTo>
                    <a:pt x="36283" y="50990"/>
                  </a:lnTo>
                  <a:lnTo>
                    <a:pt x="36017" y="50038"/>
                  </a:lnTo>
                  <a:lnTo>
                    <a:pt x="36017" y="60883"/>
                  </a:lnTo>
                  <a:lnTo>
                    <a:pt x="22237" y="76962"/>
                  </a:lnTo>
                  <a:lnTo>
                    <a:pt x="17437" y="71386"/>
                  </a:lnTo>
                  <a:lnTo>
                    <a:pt x="18503" y="71640"/>
                  </a:lnTo>
                  <a:lnTo>
                    <a:pt x="21132" y="71462"/>
                  </a:lnTo>
                  <a:lnTo>
                    <a:pt x="21717" y="71259"/>
                  </a:lnTo>
                  <a:lnTo>
                    <a:pt x="21602" y="71958"/>
                  </a:lnTo>
                  <a:lnTo>
                    <a:pt x="21666" y="73482"/>
                  </a:lnTo>
                  <a:lnTo>
                    <a:pt x="21742" y="75018"/>
                  </a:lnTo>
                  <a:lnTo>
                    <a:pt x="22085" y="76238"/>
                  </a:lnTo>
                  <a:lnTo>
                    <a:pt x="22771" y="76200"/>
                  </a:lnTo>
                  <a:lnTo>
                    <a:pt x="22987" y="74942"/>
                  </a:lnTo>
                  <a:lnTo>
                    <a:pt x="22847" y="71869"/>
                  </a:lnTo>
                  <a:lnTo>
                    <a:pt x="22644" y="71196"/>
                  </a:lnTo>
                  <a:lnTo>
                    <a:pt x="23266" y="71335"/>
                  </a:lnTo>
                  <a:lnTo>
                    <a:pt x="24574" y="71247"/>
                  </a:lnTo>
                  <a:lnTo>
                    <a:pt x="25882" y="71170"/>
                  </a:lnTo>
                  <a:lnTo>
                    <a:pt x="26936" y="70777"/>
                  </a:lnTo>
                  <a:lnTo>
                    <a:pt x="26898" y="69977"/>
                  </a:lnTo>
                  <a:lnTo>
                    <a:pt x="25819" y="69710"/>
                  </a:lnTo>
                  <a:lnTo>
                    <a:pt x="23190" y="69875"/>
                  </a:lnTo>
                  <a:lnTo>
                    <a:pt x="22580" y="70116"/>
                  </a:lnTo>
                  <a:lnTo>
                    <a:pt x="22707" y="69392"/>
                  </a:lnTo>
                  <a:lnTo>
                    <a:pt x="22631" y="67868"/>
                  </a:lnTo>
                  <a:lnTo>
                    <a:pt x="22555" y="66332"/>
                  </a:lnTo>
                  <a:lnTo>
                    <a:pt x="22225" y="65112"/>
                  </a:lnTo>
                  <a:lnTo>
                    <a:pt x="21539" y="65151"/>
                  </a:lnTo>
                  <a:lnTo>
                    <a:pt x="21310" y="66408"/>
                  </a:lnTo>
                  <a:lnTo>
                    <a:pt x="21463" y="69481"/>
                  </a:lnTo>
                  <a:lnTo>
                    <a:pt x="21640" y="70154"/>
                  </a:lnTo>
                  <a:lnTo>
                    <a:pt x="21069" y="70015"/>
                  </a:lnTo>
                  <a:lnTo>
                    <a:pt x="19761" y="70091"/>
                  </a:lnTo>
                  <a:lnTo>
                    <a:pt x="18453" y="70180"/>
                  </a:lnTo>
                  <a:lnTo>
                    <a:pt x="17386" y="70561"/>
                  </a:lnTo>
                  <a:lnTo>
                    <a:pt x="17424" y="71374"/>
                  </a:lnTo>
                  <a:lnTo>
                    <a:pt x="4102" y="55816"/>
                  </a:lnTo>
                  <a:lnTo>
                    <a:pt x="5168" y="56070"/>
                  </a:lnTo>
                  <a:lnTo>
                    <a:pt x="7797" y="55905"/>
                  </a:lnTo>
                  <a:lnTo>
                    <a:pt x="8382" y="55689"/>
                  </a:lnTo>
                  <a:lnTo>
                    <a:pt x="8255" y="56388"/>
                  </a:lnTo>
                  <a:lnTo>
                    <a:pt x="8318" y="57912"/>
                  </a:lnTo>
                  <a:lnTo>
                    <a:pt x="8394" y="59448"/>
                  </a:lnTo>
                  <a:lnTo>
                    <a:pt x="8737" y="60667"/>
                  </a:lnTo>
                  <a:lnTo>
                    <a:pt x="9423" y="60629"/>
                  </a:lnTo>
                  <a:lnTo>
                    <a:pt x="9639" y="59372"/>
                  </a:lnTo>
                  <a:lnTo>
                    <a:pt x="9499" y="56299"/>
                  </a:lnTo>
                  <a:lnTo>
                    <a:pt x="9296" y="55626"/>
                  </a:lnTo>
                  <a:lnTo>
                    <a:pt x="9918" y="55765"/>
                  </a:lnTo>
                  <a:lnTo>
                    <a:pt x="11226" y="55676"/>
                  </a:lnTo>
                  <a:lnTo>
                    <a:pt x="12534" y="55600"/>
                  </a:lnTo>
                  <a:lnTo>
                    <a:pt x="13601" y="55206"/>
                  </a:lnTo>
                  <a:lnTo>
                    <a:pt x="13550" y="54406"/>
                  </a:lnTo>
                  <a:lnTo>
                    <a:pt x="12471" y="54140"/>
                  </a:lnTo>
                  <a:lnTo>
                    <a:pt x="9855" y="54305"/>
                  </a:lnTo>
                  <a:lnTo>
                    <a:pt x="9232" y="54546"/>
                  </a:lnTo>
                  <a:lnTo>
                    <a:pt x="9359" y="53822"/>
                  </a:lnTo>
                  <a:lnTo>
                    <a:pt x="9283" y="52298"/>
                  </a:lnTo>
                  <a:lnTo>
                    <a:pt x="9207" y="50761"/>
                  </a:lnTo>
                  <a:lnTo>
                    <a:pt x="8877" y="49542"/>
                  </a:lnTo>
                  <a:lnTo>
                    <a:pt x="8724" y="49555"/>
                  </a:lnTo>
                  <a:lnTo>
                    <a:pt x="21729" y="34378"/>
                  </a:lnTo>
                  <a:lnTo>
                    <a:pt x="21564" y="35344"/>
                  </a:lnTo>
                  <a:lnTo>
                    <a:pt x="21717" y="38417"/>
                  </a:lnTo>
                  <a:lnTo>
                    <a:pt x="21894" y="39103"/>
                  </a:lnTo>
                  <a:lnTo>
                    <a:pt x="21323" y="38950"/>
                  </a:lnTo>
                  <a:lnTo>
                    <a:pt x="20015" y="39039"/>
                  </a:lnTo>
                  <a:lnTo>
                    <a:pt x="18707" y="39116"/>
                  </a:lnTo>
                  <a:lnTo>
                    <a:pt x="17640" y="39509"/>
                  </a:lnTo>
                  <a:lnTo>
                    <a:pt x="17691" y="40309"/>
                  </a:lnTo>
                  <a:lnTo>
                    <a:pt x="18770" y="40576"/>
                  </a:lnTo>
                  <a:lnTo>
                    <a:pt x="21399" y="40411"/>
                  </a:lnTo>
                  <a:lnTo>
                    <a:pt x="21971" y="40195"/>
                  </a:lnTo>
                  <a:lnTo>
                    <a:pt x="21856" y="40894"/>
                  </a:lnTo>
                  <a:lnTo>
                    <a:pt x="21920" y="42418"/>
                  </a:lnTo>
                  <a:lnTo>
                    <a:pt x="21996" y="43954"/>
                  </a:lnTo>
                  <a:lnTo>
                    <a:pt x="22339" y="45173"/>
                  </a:lnTo>
                  <a:lnTo>
                    <a:pt x="23025" y="45135"/>
                  </a:lnTo>
                  <a:lnTo>
                    <a:pt x="23241" y="43878"/>
                  </a:lnTo>
                  <a:lnTo>
                    <a:pt x="23101" y="40817"/>
                  </a:lnTo>
                  <a:lnTo>
                    <a:pt x="22898" y="40132"/>
                  </a:lnTo>
                  <a:lnTo>
                    <a:pt x="23520" y="40271"/>
                  </a:lnTo>
                  <a:lnTo>
                    <a:pt x="24828" y="40195"/>
                  </a:lnTo>
                  <a:lnTo>
                    <a:pt x="26136" y="40106"/>
                  </a:lnTo>
                  <a:lnTo>
                    <a:pt x="27203" y="39712"/>
                  </a:lnTo>
                  <a:lnTo>
                    <a:pt x="35928" y="49771"/>
                  </a:lnTo>
                  <a:lnTo>
                    <a:pt x="35255" y="49809"/>
                  </a:lnTo>
                  <a:lnTo>
                    <a:pt x="35039" y="51066"/>
                  </a:lnTo>
                  <a:lnTo>
                    <a:pt x="35191" y="54127"/>
                  </a:lnTo>
                  <a:lnTo>
                    <a:pt x="35369" y="54813"/>
                  </a:lnTo>
                  <a:lnTo>
                    <a:pt x="34785" y="54660"/>
                  </a:lnTo>
                  <a:lnTo>
                    <a:pt x="33477" y="54749"/>
                  </a:lnTo>
                  <a:lnTo>
                    <a:pt x="32169" y="54838"/>
                  </a:lnTo>
                  <a:lnTo>
                    <a:pt x="31115" y="55219"/>
                  </a:lnTo>
                  <a:lnTo>
                    <a:pt x="31153" y="56019"/>
                  </a:lnTo>
                  <a:lnTo>
                    <a:pt x="32232" y="56286"/>
                  </a:lnTo>
                  <a:lnTo>
                    <a:pt x="34861" y="56121"/>
                  </a:lnTo>
                  <a:lnTo>
                    <a:pt x="35445" y="55905"/>
                  </a:lnTo>
                  <a:lnTo>
                    <a:pt x="35318" y="56603"/>
                  </a:lnTo>
                  <a:lnTo>
                    <a:pt x="35394" y="58140"/>
                  </a:lnTo>
                  <a:lnTo>
                    <a:pt x="35471" y="59664"/>
                  </a:lnTo>
                  <a:lnTo>
                    <a:pt x="35801" y="60896"/>
                  </a:lnTo>
                  <a:lnTo>
                    <a:pt x="36017" y="60883"/>
                  </a:lnTo>
                  <a:lnTo>
                    <a:pt x="36017" y="50038"/>
                  </a:lnTo>
                  <a:lnTo>
                    <a:pt x="35953" y="49809"/>
                  </a:lnTo>
                  <a:lnTo>
                    <a:pt x="39954" y="54470"/>
                  </a:lnTo>
                  <a:lnTo>
                    <a:pt x="39954" y="50088"/>
                  </a:lnTo>
                  <a:lnTo>
                    <a:pt x="26454" y="34353"/>
                  </a:lnTo>
                  <a:lnTo>
                    <a:pt x="26454" y="38747"/>
                  </a:lnTo>
                  <a:lnTo>
                    <a:pt x="26073" y="38646"/>
                  </a:lnTo>
                  <a:lnTo>
                    <a:pt x="23444" y="38823"/>
                  </a:lnTo>
                  <a:lnTo>
                    <a:pt x="22821" y="39052"/>
                  </a:lnTo>
                  <a:lnTo>
                    <a:pt x="22961" y="38328"/>
                  </a:lnTo>
                  <a:lnTo>
                    <a:pt x="22885" y="36804"/>
                  </a:lnTo>
                  <a:lnTo>
                    <a:pt x="22809" y="35267"/>
                  </a:lnTo>
                  <a:lnTo>
                    <a:pt x="22479" y="34099"/>
                  </a:lnTo>
                  <a:lnTo>
                    <a:pt x="26454" y="38747"/>
                  </a:lnTo>
                  <a:lnTo>
                    <a:pt x="26454" y="34353"/>
                  </a:lnTo>
                  <a:lnTo>
                    <a:pt x="25984" y="33794"/>
                  </a:lnTo>
                  <a:lnTo>
                    <a:pt x="22453" y="29679"/>
                  </a:lnTo>
                  <a:lnTo>
                    <a:pt x="22453" y="34061"/>
                  </a:lnTo>
                  <a:lnTo>
                    <a:pt x="21996" y="34086"/>
                  </a:lnTo>
                  <a:lnTo>
                    <a:pt x="22237" y="33794"/>
                  </a:lnTo>
                  <a:lnTo>
                    <a:pt x="22453" y="34061"/>
                  </a:lnTo>
                  <a:lnTo>
                    <a:pt x="22453" y="29679"/>
                  </a:lnTo>
                  <a:lnTo>
                    <a:pt x="22237" y="29425"/>
                  </a:lnTo>
                  <a:lnTo>
                    <a:pt x="8293" y="45707"/>
                  </a:lnTo>
                  <a:lnTo>
                    <a:pt x="8293" y="54597"/>
                  </a:lnTo>
                  <a:lnTo>
                    <a:pt x="7721" y="54444"/>
                  </a:lnTo>
                  <a:lnTo>
                    <a:pt x="6413" y="54533"/>
                  </a:lnTo>
                  <a:lnTo>
                    <a:pt x="5105" y="54610"/>
                  </a:lnTo>
                  <a:lnTo>
                    <a:pt x="4076" y="55003"/>
                  </a:lnTo>
                  <a:lnTo>
                    <a:pt x="4076" y="55791"/>
                  </a:lnTo>
                  <a:lnTo>
                    <a:pt x="3733" y="55372"/>
                  </a:lnTo>
                  <a:lnTo>
                    <a:pt x="4038" y="55016"/>
                  </a:lnTo>
                  <a:lnTo>
                    <a:pt x="4076" y="55791"/>
                  </a:lnTo>
                  <a:lnTo>
                    <a:pt x="4076" y="55003"/>
                  </a:lnTo>
                  <a:lnTo>
                    <a:pt x="8051" y="50342"/>
                  </a:lnTo>
                  <a:lnTo>
                    <a:pt x="7962" y="50838"/>
                  </a:lnTo>
                  <a:lnTo>
                    <a:pt x="8115" y="53911"/>
                  </a:lnTo>
                  <a:lnTo>
                    <a:pt x="8293" y="54597"/>
                  </a:lnTo>
                  <a:lnTo>
                    <a:pt x="8293" y="45707"/>
                  </a:lnTo>
                  <a:lnTo>
                    <a:pt x="0" y="55372"/>
                  </a:lnTo>
                  <a:lnTo>
                    <a:pt x="22237" y="81318"/>
                  </a:lnTo>
                  <a:lnTo>
                    <a:pt x="25984" y="76962"/>
                  </a:lnTo>
                  <a:lnTo>
                    <a:pt x="44488" y="55372"/>
                  </a:lnTo>
                  <a:close/>
                </a:path>
                <a:path w="147954" h="81915">
                  <a:moveTo>
                    <a:pt x="76974" y="0"/>
                  </a:moveTo>
                  <a:lnTo>
                    <a:pt x="73228" y="0"/>
                  </a:lnTo>
                  <a:lnTo>
                    <a:pt x="62992" y="11938"/>
                  </a:lnTo>
                  <a:lnTo>
                    <a:pt x="58204" y="6362"/>
                  </a:lnTo>
                  <a:lnTo>
                    <a:pt x="59258" y="6616"/>
                  </a:lnTo>
                  <a:lnTo>
                    <a:pt x="61887" y="6451"/>
                  </a:lnTo>
                  <a:lnTo>
                    <a:pt x="62471" y="6235"/>
                  </a:lnTo>
                  <a:lnTo>
                    <a:pt x="62344" y="6934"/>
                  </a:lnTo>
                  <a:lnTo>
                    <a:pt x="62420" y="8470"/>
                  </a:lnTo>
                  <a:lnTo>
                    <a:pt x="62496" y="9994"/>
                  </a:lnTo>
                  <a:lnTo>
                    <a:pt x="62826" y="11214"/>
                  </a:lnTo>
                  <a:lnTo>
                    <a:pt x="63512" y="11176"/>
                  </a:lnTo>
                  <a:lnTo>
                    <a:pt x="63741" y="9918"/>
                  </a:lnTo>
                  <a:lnTo>
                    <a:pt x="63588" y="6858"/>
                  </a:lnTo>
                  <a:lnTo>
                    <a:pt x="63398" y="6172"/>
                  </a:lnTo>
                  <a:lnTo>
                    <a:pt x="64020" y="6311"/>
                  </a:lnTo>
                  <a:lnTo>
                    <a:pt x="65328" y="6235"/>
                  </a:lnTo>
                  <a:lnTo>
                    <a:pt x="66636" y="6146"/>
                  </a:lnTo>
                  <a:lnTo>
                    <a:pt x="67691" y="5765"/>
                  </a:lnTo>
                  <a:lnTo>
                    <a:pt x="67652" y="4953"/>
                  </a:lnTo>
                  <a:lnTo>
                    <a:pt x="66573" y="4686"/>
                  </a:lnTo>
                  <a:lnTo>
                    <a:pt x="63944" y="4864"/>
                  </a:lnTo>
                  <a:lnTo>
                    <a:pt x="63322" y="5092"/>
                  </a:lnTo>
                  <a:lnTo>
                    <a:pt x="63461" y="4368"/>
                  </a:lnTo>
                  <a:lnTo>
                    <a:pt x="63385" y="2844"/>
                  </a:lnTo>
                  <a:lnTo>
                    <a:pt x="63309" y="1320"/>
                  </a:lnTo>
                  <a:lnTo>
                    <a:pt x="62979" y="88"/>
                  </a:lnTo>
                  <a:lnTo>
                    <a:pt x="62293" y="127"/>
                  </a:lnTo>
                  <a:lnTo>
                    <a:pt x="62064" y="1384"/>
                  </a:lnTo>
                  <a:lnTo>
                    <a:pt x="62204" y="4457"/>
                  </a:lnTo>
                  <a:lnTo>
                    <a:pt x="62382" y="5143"/>
                  </a:lnTo>
                  <a:lnTo>
                    <a:pt x="61810" y="4991"/>
                  </a:lnTo>
                  <a:lnTo>
                    <a:pt x="60502" y="5080"/>
                  </a:lnTo>
                  <a:lnTo>
                    <a:pt x="59194" y="5156"/>
                  </a:lnTo>
                  <a:lnTo>
                    <a:pt x="58140" y="5549"/>
                  </a:lnTo>
                  <a:lnTo>
                    <a:pt x="58166" y="6324"/>
                  </a:lnTo>
                  <a:lnTo>
                    <a:pt x="52755" y="0"/>
                  </a:lnTo>
                  <a:lnTo>
                    <a:pt x="49009" y="0"/>
                  </a:lnTo>
                  <a:lnTo>
                    <a:pt x="62992" y="16306"/>
                  </a:lnTo>
                  <a:lnTo>
                    <a:pt x="66738" y="11938"/>
                  </a:lnTo>
                  <a:lnTo>
                    <a:pt x="76974" y="0"/>
                  </a:lnTo>
                  <a:close/>
                </a:path>
                <a:path w="147954" h="81915">
                  <a:moveTo>
                    <a:pt x="109626" y="70777"/>
                  </a:moveTo>
                  <a:lnTo>
                    <a:pt x="109575" y="69977"/>
                  </a:lnTo>
                  <a:lnTo>
                    <a:pt x="108496" y="69710"/>
                  </a:lnTo>
                  <a:lnTo>
                    <a:pt x="105867" y="69875"/>
                  </a:lnTo>
                  <a:lnTo>
                    <a:pt x="104825" y="70269"/>
                  </a:lnTo>
                  <a:lnTo>
                    <a:pt x="103746" y="70015"/>
                  </a:lnTo>
                  <a:lnTo>
                    <a:pt x="102438" y="70091"/>
                  </a:lnTo>
                  <a:lnTo>
                    <a:pt x="101130" y="70180"/>
                  </a:lnTo>
                  <a:lnTo>
                    <a:pt x="100063" y="70561"/>
                  </a:lnTo>
                  <a:lnTo>
                    <a:pt x="100114" y="71374"/>
                  </a:lnTo>
                  <a:lnTo>
                    <a:pt x="101193" y="71640"/>
                  </a:lnTo>
                  <a:lnTo>
                    <a:pt x="103809" y="71462"/>
                  </a:lnTo>
                  <a:lnTo>
                    <a:pt x="104394" y="71259"/>
                  </a:lnTo>
                  <a:lnTo>
                    <a:pt x="104279" y="71958"/>
                  </a:lnTo>
                  <a:lnTo>
                    <a:pt x="104343" y="73482"/>
                  </a:lnTo>
                  <a:lnTo>
                    <a:pt x="104419" y="75018"/>
                  </a:lnTo>
                  <a:lnTo>
                    <a:pt x="104762" y="76238"/>
                  </a:lnTo>
                  <a:lnTo>
                    <a:pt x="105448" y="76200"/>
                  </a:lnTo>
                  <a:lnTo>
                    <a:pt x="105664" y="74942"/>
                  </a:lnTo>
                  <a:lnTo>
                    <a:pt x="105524" y="71869"/>
                  </a:lnTo>
                  <a:lnTo>
                    <a:pt x="105321" y="71196"/>
                  </a:lnTo>
                  <a:lnTo>
                    <a:pt x="105943" y="71335"/>
                  </a:lnTo>
                  <a:lnTo>
                    <a:pt x="107251" y="71247"/>
                  </a:lnTo>
                  <a:lnTo>
                    <a:pt x="108559" y="71170"/>
                  </a:lnTo>
                  <a:lnTo>
                    <a:pt x="109626" y="70777"/>
                  </a:lnTo>
                  <a:close/>
                </a:path>
                <a:path w="147954" h="81915">
                  <a:moveTo>
                    <a:pt x="109880" y="39712"/>
                  </a:moveTo>
                  <a:lnTo>
                    <a:pt x="109829" y="38912"/>
                  </a:lnTo>
                  <a:lnTo>
                    <a:pt x="108750" y="38646"/>
                  </a:lnTo>
                  <a:lnTo>
                    <a:pt x="106121" y="38823"/>
                  </a:lnTo>
                  <a:lnTo>
                    <a:pt x="105511" y="39052"/>
                  </a:lnTo>
                  <a:lnTo>
                    <a:pt x="105638" y="38328"/>
                  </a:lnTo>
                  <a:lnTo>
                    <a:pt x="105562" y="36804"/>
                  </a:lnTo>
                  <a:lnTo>
                    <a:pt x="105486" y="35267"/>
                  </a:lnTo>
                  <a:lnTo>
                    <a:pt x="105156" y="34048"/>
                  </a:lnTo>
                  <a:lnTo>
                    <a:pt x="104470" y="34086"/>
                  </a:lnTo>
                  <a:lnTo>
                    <a:pt x="104241" y="35344"/>
                  </a:lnTo>
                  <a:lnTo>
                    <a:pt x="104394" y="38417"/>
                  </a:lnTo>
                  <a:lnTo>
                    <a:pt x="104571" y="39103"/>
                  </a:lnTo>
                  <a:lnTo>
                    <a:pt x="104000" y="38950"/>
                  </a:lnTo>
                  <a:lnTo>
                    <a:pt x="102692" y="39039"/>
                  </a:lnTo>
                  <a:lnTo>
                    <a:pt x="101384" y="39116"/>
                  </a:lnTo>
                  <a:lnTo>
                    <a:pt x="100317" y="39509"/>
                  </a:lnTo>
                  <a:lnTo>
                    <a:pt x="100368" y="40309"/>
                  </a:lnTo>
                  <a:lnTo>
                    <a:pt x="101447" y="40576"/>
                  </a:lnTo>
                  <a:lnTo>
                    <a:pt x="104076" y="40411"/>
                  </a:lnTo>
                  <a:lnTo>
                    <a:pt x="104660" y="40195"/>
                  </a:lnTo>
                  <a:lnTo>
                    <a:pt x="104533" y="40894"/>
                  </a:lnTo>
                  <a:lnTo>
                    <a:pt x="104597" y="42418"/>
                  </a:lnTo>
                  <a:lnTo>
                    <a:pt x="104673" y="43954"/>
                  </a:lnTo>
                  <a:lnTo>
                    <a:pt x="105016" y="45173"/>
                  </a:lnTo>
                  <a:lnTo>
                    <a:pt x="105702" y="45135"/>
                  </a:lnTo>
                  <a:lnTo>
                    <a:pt x="105918" y="43878"/>
                  </a:lnTo>
                  <a:lnTo>
                    <a:pt x="105778" y="40817"/>
                  </a:lnTo>
                  <a:lnTo>
                    <a:pt x="105575" y="40132"/>
                  </a:lnTo>
                  <a:lnTo>
                    <a:pt x="106197" y="40271"/>
                  </a:lnTo>
                  <a:lnTo>
                    <a:pt x="107505" y="40195"/>
                  </a:lnTo>
                  <a:lnTo>
                    <a:pt x="108813" y="40106"/>
                  </a:lnTo>
                  <a:lnTo>
                    <a:pt x="109880" y="39712"/>
                  </a:lnTo>
                  <a:close/>
                </a:path>
                <a:path w="147954" h="81915">
                  <a:moveTo>
                    <a:pt x="118897" y="0"/>
                  </a:moveTo>
                  <a:lnTo>
                    <a:pt x="115150" y="0"/>
                  </a:lnTo>
                  <a:lnTo>
                    <a:pt x="104914" y="11938"/>
                  </a:lnTo>
                  <a:lnTo>
                    <a:pt x="100114" y="6362"/>
                  </a:lnTo>
                  <a:lnTo>
                    <a:pt x="101193" y="6616"/>
                  </a:lnTo>
                  <a:lnTo>
                    <a:pt x="103809" y="6451"/>
                  </a:lnTo>
                  <a:lnTo>
                    <a:pt x="104394" y="6235"/>
                  </a:lnTo>
                  <a:lnTo>
                    <a:pt x="104279" y="6934"/>
                  </a:lnTo>
                  <a:lnTo>
                    <a:pt x="104343" y="8470"/>
                  </a:lnTo>
                  <a:lnTo>
                    <a:pt x="104419" y="9994"/>
                  </a:lnTo>
                  <a:lnTo>
                    <a:pt x="104762" y="11214"/>
                  </a:lnTo>
                  <a:lnTo>
                    <a:pt x="105448" y="11176"/>
                  </a:lnTo>
                  <a:lnTo>
                    <a:pt x="105664" y="9918"/>
                  </a:lnTo>
                  <a:lnTo>
                    <a:pt x="105524" y="6858"/>
                  </a:lnTo>
                  <a:lnTo>
                    <a:pt x="105181" y="5626"/>
                  </a:lnTo>
                  <a:lnTo>
                    <a:pt x="105384" y="4368"/>
                  </a:lnTo>
                  <a:lnTo>
                    <a:pt x="105308" y="2844"/>
                  </a:lnTo>
                  <a:lnTo>
                    <a:pt x="105232" y="1320"/>
                  </a:lnTo>
                  <a:lnTo>
                    <a:pt x="104902" y="88"/>
                  </a:lnTo>
                  <a:lnTo>
                    <a:pt x="104216" y="127"/>
                  </a:lnTo>
                  <a:lnTo>
                    <a:pt x="103987" y="1384"/>
                  </a:lnTo>
                  <a:lnTo>
                    <a:pt x="104140" y="4457"/>
                  </a:lnTo>
                  <a:lnTo>
                    <a:pt x="104317" y="5143"/>
                  </a:lnTo>
                  <a:lnTo>
                    <a:pt x="103746" y="4991"/>
                  </a:lnTo>
                  <a:lnTo>
                    <a:pt x="102438" y="5080"/>
                  </a:lnTo>
                  <a:lnTo>
                    <a:pt x="101130" y="5156"/>
                  </a:lnTo>
                  <a:lnTo>
                    <a:pt x="100063" y="5549"/>
                  </a:lnTo>
                  <a:lnTo>
                    <a:pt x="100101" y="6350"/>
                  </a:lnTo>
                  <a:lnTo>
                    <a:pt x="94678" y="0"/>
                  </a:lnTo>
                  <a:lnTo>
                    <a:pt x="90932" y="0"/>
                  </a:lnTo>
                  <a:lnTo>
                    <a:pt x="104914" y="16306"/>
                  </a:lnTo>
                  <a:lnTo>
                    <a:pt x="108661" y="11938"/>
                  </a:lnTo>
                  <a:lnTo>
                    <a:pt x="118897" y="0"/>
                  </a:lnTo>
                  <a:close/>
                </a:path>
                <a:path w="147954" h="81915">
                  <a:moveTo>
                    <a:pt x="123342" y="55435"/>
                  </a:moveTo>
                  <a:lnTo>
                    <a:pt x="123304" y="54622"/>
                  </a:lnTo>
                  <a:lnTo>
                    <a:pt x="122224" y="54368"/>
                  </a:lnTo>
                  <a:lnTo>
                    <a:pt x="119595" y="54533"/>
                  </a:lnTo>
                  <a:lnTo>
                    <a:pt x="118973" y="54762"/>
                  </a:lnTo>
                  <a:lnTo>
                    <a:pt x="119113" y="54051"/>
                  </a:lnTo>
                  <a:lnTo>
                    <a:pt x="119037" y="52514"/>
                  </a:lnTo>
                  <a:lnTo>
                    <a:pt x="118960" y="50990"/>
                  </a:lnTo>
                  <a:lnTo>
                    <a:pt x="118630" y="49758"/>
                  </a:lnTo>
                  <a:lnTo>
                    <a:pt x="117932" y="49809"/>
                  </a:lnTo>
                  <a:lnTo>
                    <a:pt x="117716" y="51066"/>
                  </a:lnTo>
                  <a:lnTo>
                    <a:pt x="117868" y="54127"/>
                  </a:lnTo>
                  <a:lnTo>
                    <a:pt x="118046" y="54813"/>
                  </a:lnTo>
                  <a:lnTo>
                    <a:pt x="117462" y="54660"/>
                  </a:lnTo>
                  <a:lnTo>
                    <a:pt x="116154" y="54749"/>
                  </a:lnTo>
                  <a:lnTo>
                    <a:pt x="114846" y="54838"/>
                  </a:lnTo>
                  <a:lnTo>
                    <a:pt x="113792" y="55219"/>
                  </a:lnTo>
                  <a:lnTo>
                    <a:pt x="113830" y="56019"/>
                  </a:lnTo>
                  <a:lnTo>
                    <a:pt x="114909" y="56286"/>
                  </a:lnTo>
                  <a:lnTo>
                    <a:pt x="117538" y="56121"/>
                  </a:lnTo>
                  <a:lnTo>
                    <a:pt x="118122" y="55905"/>
                  </a:lnTo>
                  <a:lnTo>
                    <a:pt x="117995" y="56603"/>
                  </a:lnTo>
                  <a:lnTo>
                    <a:pt x="118071" y="58140"/>
                  </a:lnTo>
                  <a:lnTo>
                    <a:pt x="118148" y="59664"/>
                  </a:lnTo>
                  <a:lnTo>
                    <a:pt x="118478" y="60896"/>
                  </a:lnTo>
                  <a:lnTo>
                    <a:pt x="119176" y="60845"/>
                  </a:lnTo>
                  <a:lnTo>
                    <a:pt x="119392" y="59588"/>
                  </a:lnTo>
                  <a:lnTo>
                    <a:pt x="119253" y="56527"/>
                  </a:lnTo>
                  <a:lnTo>
                    <a:pt x="119062" y="55854"/>
                  </a:lnTo>
                  <a:lnTo>
                    <a:pt x="119672" y="55994"/>
                  </a:lnTo>
                  <a:lnTo>
                    <a:pt x="120980" y="55905"/>
                  </a:lnTo>
                  <a:lnTo>
                    <a:pt x="122288" y="55816"/>
                  </a:lnTo>
                  <a:lnTo>
                    <a:pt x="123342" y="55435"/>
                  </a:lnTo>
                  <a:close/>
                </a:path>
                <a:path w="147954" h="81915">
                  <a:moveTo>
                    <a:pt x="147866" y="23774"/>
                  </a:moveTo>
                  <a:lnTo>
                    <a:pt x="144119" y="19405"/>
                  </a:lnTo>
                  <a:lnTo>
                    <a:pt x="144119" y="23774"/>
                  </a:lnTo>
                  <a:lnTo>
                    <a:pt x="139979" y="28600"/>
                  </a:lnTo>
                  <a:lnTo>
                    <a:pt x="140093" y="27990"/>
                  </a:lnTo>
                  <a:lnTo>
                    <a:pt x="139954" y="24917"/>
                  </a:lnTo>
                  <a:lnTo>
                    <a:pt x="139750" y="24244"/>
                  </a:lnTo>
                  <a:lnTo>
                    <a:pt x="140373" y="24384"/>
                  </a:lnTo>
                  <a:lnTo>
                    <a:pt x="141681" y="24295"/>
                  </a:lnTo>
                  <a:lnTo>
                    <a:pt x="142989" y="24206"/>
                  </a:lnTo>
                  <a:lnTo>
                    <a:pt x="144056" y="23825"/>
                  </a:lnTo>
                  <a:lnTo>
                    <a:pt x="144043" y="23698"/>
                  </a:lnTo>
                  <a:lnTo>
                    <a:pt x="144119" y="19405"/>
                  </a:lnTo>
                  <a:lnTo>
                    <a:pt x="143319" y="18478"/>
                  </a:lnTo>
                  <a:lnTo>
                    <a:pt x="143319" y="22860"/>
                  </a:lnTo>
                  <a:lnTo>
                    <a:pt x="142925" y="22758"/>
                  </a:lnTo>
                  <a:lnTo>
                    <a:pt x="140296" y="22923"/>
                  </a:lnTo>
                  <a:lnTo>
                    <a:pt x="139687" y="23164"/>
                  </a:lnTo>
                  <a:lnTo>
                    <a:pt x="139814" y="22440"/>
                  </a:lnTo>
                  <a:lnTo>
                    <a:pt x="139738" y="20904"/>
                  </a:lnTo>
                  <a:lnTo>
                    <a:pt x="139661" y="19380"/>
                  </a:lnTo>
                  <a:lnTo>
                    <a:pt x="139395" y="18402"/>
                  </a:lnTo>
                  <a:lnTo>
                    <a:pt x="139395" y="29286"/>
                  </a:lnTo>
                  <a:lnTo>
                    <a:pt x="125615" y="45351"/>
                  </a:lnTo>
                  <a:lnTo>
                    <a:pt x="120815" y="39776"/>
                  </a:lnTo>
                  <a:lnTo>
                    <a:pt x="121894" y="40030"/>
                  </a:lnTo>
                  <a:lnTo>
                    <a:pt x="124523" y="39852"/>
                  </a:lnTo>
                  <a:lnTo>
                    <a:pt x="125107" y="39649"/>
                  </a:lnTo>
                  <a:lnTo>
                    <a:pt x="124980" y="40347"/>
                  </a:lnTo>
                  <a:lnTo>
                    <a:pt x="125056" y="41871"/>
                  </a:lnTo>
                  <a:lnTo>
                    <a:pt x="125120" y="43408"/>
                  </a:lnTo>
                  <a:lnTo>
                    <a:pt x="125463" y="44627"/>
                  </a:lnTo>
                  <a:lnTo>
                    <a:pt x="126149" y="44589"/>
                  </a:lnTo>
                  <a:lnTo>
                    <a:pt x="126365" y="43332"/>
                  </a:lnTo>
                  <a:lnTo>
                    <a:pt x="126225" y="40259"/>
                  </a:lnTo>
                  <a:lnTo>
                    <a:pt x="126034" y="39585"/>
                  </a:lnTo>
                  <a:lnTo>
                    <a:pt x="126644" y="39725"/>
                  </a:lnTo>
                  <a:lnTo>
                    <a:pt x="127952" y="39649"/>
                  </a:lnTo>
                  <a:lnTo>
                    <a:pt x="129273" y="39560"/>
                  </a:lnTo>
                  <a:lnTo>
                    <a:pt x="130327" y="39166"/>
                  </a:lnTo>
                  <a:lnTo>
                    <a:pt x="130289" y="38366"/>
                  </a:lnTo>
                  <a:lnTo>
                    <a:pt x="129209" y="38100"/>
                  </a:lnTo>
                  <a:lnTo>
                    <a:pt x="126580" y="38277"/>
                  </a:lnTo>
                  <a:lnTo>
                    <a:pt x="125958" y="38519"/>
                  </a:lnTo>
                  <a:lnTo>
                    <a:pt x="126085" y="37782"/>
                  </a:lnTo>
                  <a:lnTo>
                    <a:pt x="126009" y="36258"/>
                  </a:lnTo>
                  <a:lnTo>
                    <a:pt x="125945" y="34721"/>
                  </a:lnTo>
                  <a:lnTo>
                    <a:pt x="125603" y="33502"/>
                  </a:lnTo>
                  <a:lnTo>
                    <a:pt x="124917" y="33540"/>
                  </a:lnTo>
                  <a:lnTo>
                    <a:pt x="124688" y="34798"/>
                  </a:lnTo>
                  <a:lnTo>
                    <a:pt x="124841" y="37871"/>
                  </a:lnTo>
                  <a:lnTo>
                    <a:pt x="125018" y="38557"/>
                  </a:lnTo>
                  <a:lnTo>
                    <a:pt x="124447" y="38404"/>
                  </a:lnTo>
                  <a:lnTo>
                    <a:pt x="123139" y="38481"/>
                  </a:lnTo>
                  <a:lnTo>
                    <a:pt x="121831" y="38569"/>
                  </a:lnTo>
                  <a:lnTo>
                    <a:pt x="120777" y="38963"/>
                  </a:lnTo>
                  <a:lnTo>
                    <a:pt x="120802" y="39763"/>
                  </a:lnTo>
                  <a:lnTo>
                    <a:pt x="107480" y="24206"/>
                  </a:lnTo>
                  <a:lnTo>
                    <a:pt x="108546" y="24460"/>
                  </a:lnTo>
                  <a:lnTo>
                    <a:pt x="111175" y="24295"/>
                  </a:lnTo>
                  <a:lnTo>
                    <a:pt x="111747" y="24079"/>
                  </a:lnTo>
                  <a:lnTo>
                    <a:pt x="111633" y="24777"/>
                  </a:lnTo>
                  <a:lnTo>
                    <a:pt x="111709" y="26314"/>
                  </a:lnTo>
                  <a:lnTo>
                    <a:pt x="111785" y="27838"/>
                  </a:lnTo>
                  <a:lnTo>
                    <a:pt x="112115" y="29057"/>
                  </a:lnTo>
                  <a:lnTo>
                    <a:pt x="112801" y="29019"/>
                  </a:lnTo>
                  <a:lnTo>
                    <a:pt x="113030" y="27762"/>
                  </a:lnTo>
                  <a:lnTo>
                    <a:pt x="112877" y="24701"/>
                  </a:lnTo>
                  <a:lnTo>
                    <a:pt x="112687" y="24015"/>
                  </a:lnTo>
                  <a:lnTo>
                    <a:pt x="113296" y="24155"/>
                  </a:lnTo>
                  <a:lnTo>
                    <a:pt x="114617" y="24079"/>
                  </a:lnTo>
                  <a:lnTo>
                    <a:pt x="115925" y="23990"/>
                  </a:lnTo>
                  <a:lnTo>
                    <a:pt x="116979" y="23609"/>
                  </a:lnTo>
                  <a:lnTo>
                    <a:pt x="116941" y="22796"/>
                  </a:lnTo>
                  <a:lnTo>
                    <a:pt x="115862" y="22529"/>
                  </a:lnTo>
                  <a:lnTo>
                    <a:pt x="113233" y="22707"/>
                  </a:lnTo>
                  <a:lnTo>
                    <a:pt x="112610" y="22936"/>
                  </a:lnTo>
                  <a:lnTo>
                    <a:pt x="112737" y="22212"/>
                  </a:lnTo>
                  <a:lnTo>
                    <a:pt x="112661" y="20688"/>
                  </a:lnTo>
                  <a:lnTo>
                    <a:pt x="112598" y="19164"/>
                  </a:lnTo>
                  <a:lnTo>
                    <a:pt x="112255" y="17932"/>
                  </a:lnTo>
                  <a:lnTo>
                    <a:pt x="112115" y="17945"/>
                  </a:lnTo>
                  <a:lnTo>
                    <a:pt x="125120" y="2768"/>
                  </a:lnTo>
                  <a:lnTo>
                    <a:pt x="124955" y="3733"/>
                  </a:lnTo>
                  <a:lnTo>
                    <a:pt x="125095" y="6807"/>
                  </a:lnTo>
                  <a:lnTo>
                    <a:pt x="125272" y="7493"/>
                  </a:lnTo>
                  <a:lnTo>
                    <a:pt x="124701" y="7340"/>
                  </a:lnTo>
                  <a:lnTo>
                    <a:pt x="123393" y="7429"/>
                  </a:lnTo>
                  <a:lnTo>
                    <a:pt x="122085" y="7505"/>
                  </a:lnTo>
                  <a:lnTo>
                    <a:pt x="121031" y="7899"/>
                  </a:lnTo>
                  <a:lnTo>
                    <a:pt x="121069" y="8699"/>
                  </a:lnTo>
                  <a:lnTo>
                    <a:pt x="122148" y="8966"/>
                  </a:lnTo>
                  <a:lnTo>
                    <a:pt x="124777" y="8801"/>
                  </a:lnTo>
                  <a:lnTo>
                    <a:pt x="125349" y="8585"/>
                  </a:lnTo>
                  <a:lnTo>
                    <a:pt x="125234" y="9283"/>
                  </a:lnTo>
                  <a:lnTo>
                    <a:pt x="125310" y="10820"/>
                  </a:lnTo>
                  <a:lnTo>
                    <a:pt x="125374" y="12344"/>
                  </a:lnTo>
                  <a:lnTo>
                    <a:pt x="125717" y="13576"/>
                  </a:lnTo>
                  <a:lnTo>
                    <a:pt x="126390" y="13525"/>
                  </a:lnTo>
                  <a:lnTo>
                    <a:pt x="126631" y="12268"/>
                  </a:lnTo>
                  <a:lnTo>
                    <a:pt x="126479" y="9207"/>
                  </a:lnTo>
                  <a:lnTo>
                    <a:pt x="126288" y="8521"/>
                  </a:lnTo>
                  <a:lnTo>
                    <a:pt x="126898" y="8661"/>
                  </a:lnTo>
                  <a:lnTo>
                    <a:pt x="128219" y="8585"/>
                  </a:lnTo>
                  <a:lnTo>
                    <a:pt x="129527" y="8496"/>
                  </a:lnTo>
                  <a:lnTo>
                    <a:pt x="130581" y="8115"/>
                  </a:lnTo>
                  <a:lnTo>
                    <a:pt x="139293" y="18161"/>
                  </a:lnTo>
                  <a:lnTo>
                    <a:pt x="138645" y="18199"/>
                  </a:lnTo>
                  <a:lnTo>
                    <a:pt x="138417" y="19456"/>
                  </a:lnTo>
                  <a:lnTo>
                    <a:pt x="138569" y="22517"/>
                  </a:lnTo>
                  <a:lnTo>
                    <a:pt x="138747" y="23202"/>
                  </a:lnTo>
                  <a:lnTo>
                    <a:pt x="138176" y="23050"/>
                  </a:lnTo>
                  <a:lnTo>
                    <a:pt x="136867" y="23139"/>
                  </a:lnTo>
                  <a:lnTo>
                    <a:pt x="135547" y="23228"/>
                  </a:lnTo>
                  <a:lnTo>
                    <a:pt x="134493" y="23609"/>
                  </a:lnTo>
                  <a:lnTo>
                    <a:pt x="134543" y="24422"/>
                  </a:lnTo>
                  <a:lnTo>
                    <a:pt x="135610" y="24676"/>
                  </a:lnTo>
                  <a:lnTo>
                    <a:pt x="138239" y="24511"/>
                  </a:lnTo>
                  <a:lnTo>
                    <a:pt x="138823" y="24307"/>
                  </a:lnTo>
                  <a:lnTo>
                    <a:pt x="138709" y="25006"/>
                  </a:lnTo>
                  <a:lnTo>
                    <a:pt x="138772" y="26530"/>
                  </a:lnTo>
                  <a:lnTo>
                    <a:pt x="138849" y="28054"/>
                  </a:lnTo>
                  <a:lnTo>
                    <a:pt x="139192" y="29286"/>
                  </a:lnTo>
                  <a:lnTo>
                    <a:pt x="139395" y="29286"/>
                  </a:lnTo>
                  <a:lnTo>
                    <a:pt x="139395" y="18402"/>
                  </a:lnTo>
                  <a:lnTo>
                    <a:pt x="139344" y="18211"/>
                  </a:lnTo>
                  <a:lnTo>
                    <a:pt x="143319" y="22860"/>
                  </a:lnTo>
                  <a:lnTo>
                    <a:pt x="143319" y="18478"/>
                  </a:lnTo>
                  <a:lnTo>
                    <a:pt x="129832" y="2743"/>
                  </a:lnTo>
                  <a:lnTo>
                    <a:pt x="129832" y="7150"/>
                  </a:lnTo>
                  <a:lnTo>
                    <a:pt x="129463" y="7048"/>
                  </a:lnTo>
                  <a:lnTo>
                    <a:pt x="126834" y="7213"/>
                  </a:lnTo>
                  <a:lnTo>
                    <a:pt x="126212" y="7442"/>
                  </a:lnTo>
                  <a:lnTo>
                    <a:pt x="126339" y="6718"/>
                  </a:lnTo>
                  <a:lnTo>
                    <a:pt x="126263" y="5194"/>
                  </a:lnTo>
                  <a:lnTo>
                    <a:pt x="126199" y="3670"/>
                  </a:lnTo>
                  <a:lnTo>
                    <a:pt x="125857" y="2489"/>
                  </a:lnTo>
                  <a:lnTo>
                    <a:pt x="129832" y="7150"/>
                  </a:lnTo>
                  <a:lnTo>
                    <a:pt x="129832" y="2743"/>
                  </a:lnTo>
                  <a:lnTo>
                    <a:pt x="129362" y="2184"/>
                  </a:lnTo>
                  <a:lnTo>
                    <a:pt x="127482" y="0"/>
                  </a:lnTo>
                  <a:lnTo>
                    <a:pt x="125831" y="0"/>
                  </a:lnTo>
                  <a:lnTo>
                    <a:pt x="125831" y="2451"/>
                  </a:lnTo>
                  <a:lnTo>
                    <a:pt x="125374" y="2476"/>
                  </a:lnTo>
                  <a:lnTo>
                    <a:pt x="125615" y="2184"/>
                  </a:lnTo>
                  <a:lnTo>
                    <a:pt x="125831" y="2451"/>
                  </a:lnTo>
                  <a:lnTo>
                    <a:pt x="125831" y="0"/>
                  </a:lnTo>
                  <a:lnTo>
                    <a:pt x="123761" y="0"/>
                  </a:lnTo>
                  <a:lnTo>
                    <a:pt x="111671" y="14097"/>
                  </a:lnTo>
                  <a:lnTo>
                    <a:pt x="111671" y="22987"/>
                  </a:lnTo>
                  <a:lnTo>
                    <a:pt x="111099" y="22834"/>
                  </a:lnTo>
                  <a:lnTo>
                    <a:pt x="109791" y="22923"/>
                  </a:lnTo>
                  <a:lnTo>
                    <a:pt x="108483" y="22999"/>
                  </a:lnTo>
                  <a:lnTo>
                    <a:pt x="107454" y="23393"/>
                  </a:lnTo>
                  <a:lnTo>
                    <a:pt x="107454" y="24180"/>
                  </a:lnTo>
                  <a:lnTo>
                    <a:pt x="107124" y="23774"/>
                  </a:lnTo>
                  <a:lnTo>
                    <a:pt x="107429" y="23418"/>
                  </a:lnTo>
                  <a:lnTo>
                    <a:pt x="107454" y="24180"/>
                  </a:lnTo>
                  <a:lnTo>
                    <a:pt x="107454" y="23393"/>
                  </a:lnTo>
                  <a:lnTo>
                    <a:pt x="111442" y="18732"/>
                  </a:lnTo>
                  <a:lnTo>
                    <a:pt x="111353" y="19227"/>
                  </a:lnTo>
                  <a:lnTo>
                    <a:pt x="111493" y="22301"/>
                  </a:lnTo>
                  <a:lnTo>
                    <a:pt x="111671" y="22987"/>
                  </a:lnTo>
                  <a:lnTo>
                    <a:pt x="111671" y="14097"/>
                  </a:lnTo>
                  <a:lnTo>
                    <a:pt x="104914" y="21971"/>
                  </a:lnTo>
                  <a:lnTo>
                    <a:pt x="102730" y="19431"/>
                  </a:lnTo>
                  <a:lnTo>
                    <a:pt x="102730" y="23774"/>
                  </a:lnTo>
                  <a:lnTo>
                    <a:pt x="98590" y="28600"/>
                  </a:lnTo>
                  <a:lnTo>
                    <a:pt x="98704" y="27990"/>
                  </a:lnTo>
                  <a:lnTo>
                    <a:pt x="98564" y="24917"/>
                  </a:lnTo>
                  <a:lnTo>
                    <a:pt x="98361" y="24244"/>
                  </a:lnTo>
                  <a:lnTo>
                    <a:pt x="98983" y="24384"/>
                  </a:lnTo>
                  <a:lnTo>
                    <a:pt x="100291" y="24295"/>
                  </a:lnTo>
                  <a:lnTo>
                    <a:pt x="101600" y="24206"/>
                  </a:lnTo>
                  <a:lnTo>
                    <a:pt x="102666" y="23825"/>
                  </a:lnTo>
                  <a:lnTo>
                    <a:pt x="102654" y="23698"/>
                  </a:lnTo>
                  <a:lnTo>
                    <a:pt x="102730" y="19431"/>
                  </a:lnTo>
                  <a:lnTo>
                    <a:pt x="101930" y="18491"/>
                  </a:lnTo>
                  <a:lnTo>
                    <a:pt x="101930" y="22860"/>
                  </a:lnTo>
                  <a:lnTo>
                    <a:pt x="101536" y="22758"/>
                  </a:lnTo>
                  <a:lnTo>
                    <a:pt x="98920" y="22923"/>
                  </a:lnTo>
                  <a:lnTo>
                    <a:pt x="98298" y="23164"/>
                  </a:lnTo>
                  <a:lnTo>
                    <a:pt x="98425" y="22440"/>
                  </a:lnTo>
                  <a:lnTo>
                    <a:pt x="98348" y="20904"/>
                  </a:lnTo>
                  <a:lnTo>
                    <a:pt x="98272" y="19380"/>
                  </a:lnTo>
                  <a:lnTo>
                    <a:pt x="98005" y="18402"/>
                  </a:lnTo>
                  <a:lnTo>
                    <a:pt x="98005" y="29286"/>
                  </a:lnTo>
                  <a:lnTo>
                    <a:pt x="84226" y="45351"/>
                  </a:lnTo>
                  <a:lnTo>
                    <a:pt x="79425" y="39776"/>
                  </a:lnTo>
                  <a:lnTo>
                    <a:pt x="80505" y="40030"/>
                  </a:lnTo>
                  <a:lnTo>
                    <a:pt x="83134" y="39852"/>
                  </a:lnTo>
                  <a:lnTo>
                    <a:pt x="83705" y="39649"/>
                  </a:lnTo>
                  <a:lnTo>
                    <a:pt x="83591" y="40347"/>
                  </a:lnTo>
                  <a:lnTo>
                    <a:pt x="83667" y="41871"/>
                  </a:lnTo>
                  <a:lnTo>
                    <a:pt x="83743" y="43408"/>
                  </a:lnTo>
                  <a:lnTo>
                    <a:pt x="84074" y="44627"/>
                  </a:lnTo>
                  <a:lnTo>
                    <a:pt x="84759" y="44589"/>
                  </a:lnTo>
                  <a:lnTo>
                    <a:pt x="84988" y="43332"/>
                  </a:lnTo>
                  <a:lnTo>
                    <a:pt x="84836" y="40259"/>
                  </a:lnTo>
                  <a:lnTo>
                    <a:pt x="84645" y="39585"/>
                  </a:lnTo>
                  <a:lnTo>
                    <a:pt x="85255" y="39725"/>
                  </a:lnTo>
                  <a:lnTo>
                    <a:pt x="86563" y="39649"/>
                  </a:lnTo>
                  <a:lnTo>
                    <a:pt x="87884" y="39560"/>
                  </a:lnTo>
                  <a:lnTo>
                    <a:pt x="88938" y="39166"/>
                  </a:lnTo>
                  <a:lnTo>
                    <a:pt x="88900" y="38366"/>
                  </a:lnTo>
                  <a:lnTo>
                    <a:pt x="87820" y="38100"/>
                  </a:lnTo>
                  <a:lnTo>
                    <a:pt x="85191" y="38277"/>
                  </a:lnTo>
                  <a:lnTo>
                    <a:pt x="84569" y="38519"/>
                  </a:lnTo>
                  <a:lnTo>
                    <a:pt x="84696" y="37782"/>
                  </a:lnTo>
                  <a:lnTo>
                    <a:pt x="84620" y="36258"/>
                  </a:lnTo>
                  <a:lnTo>
                    <a:pt x="84556" y="34721"/>
                  </a:lnTo>
                  <a:lnTo>
                    <a:pt x="84213" y="33502"/>
                  </a:lnTo>
                  <a:lnTo>
                    <a:pt x="83527" y="33540"/>
                  </a:lnTo>
                  <a:lnTo>
                    <a:pt x="83312" y="34798"/>
                  </a:lnTo>
                  <a:lnTo>
                    <a:pt x="83451" y="37871"/>
                  </a:lnTo>
                  <a:lnTo>
                    <a:pt x="83629" y="38557"/>
                  </a:lnTo>
                  <a:lnTo>
                    <a:pt x="83058" y="38404"/>
                  </a:lnTo>
                  <a:lnTo>
                    <a:pt x="81749" y="38481"/>
                  </a:lnTo>
                  <a:lnTo>
                    <a:pt x="80441" y="38569"/>
                  </a:lnTo>
                  <a:lnTo>
                    <a:pt x="79387" y="38963"/>
                  </a:lnTo>
                  <a:lnTo>
                    <a:pt x="79413" y="39763"/>
                  </a:lnTo>
                  <a:lnTo>
                    <a:pt x="66090" y="24206"/>
                  </a:lnTo>
                  <a:lnTo>
                    <a:pt x="67157" y="24460"/>
                  </a:lnTo>
                  <a:lnTo>
                    <a:pt x="69786" y="24295"/>
                  </a:lnTo>
                  <a:lnTo>
                    <a:pt x="70358" y="24079"/>
                  </a:lnTo>
                  <a:lnTo>
                    <a:pt x="70243" y="24777"/>
                  </a:lnTo>
                  <a:lnTo>
                    <a:pt x="70319" y="26314"/>
                  </a:lnTo>
                  <a:lnTo>
                    <a:pt x="70396" y="27838"/>
                  </a:lnTo>
                  <a:lnTo>
                    <a:pt x="70726" y="29057"/>
                  </a:lnTo>
                  <a:lnTo>
                    <a:pt x="71412" y="29019"/>
                  </a:lnTo>
                  <a:lnTo>
                    <a:pt x="71640" y="27762"/>
                  </a:lnTo>
                  <a:lnTo>
                    <a:pt x="71488" y="24701"/>
                  </a:lnTo>
                  <a:lnTo>
                    <a:pt x="71297" y="24015"/>
                  </a:lnTo>
                  <a:lnTo>
                    <a:pt x="71920" y="24155"/>
                  </a:lnTo>
                  <a:lnTo>
                    <a:pt x="73228" y="24079"/>
                  </a:lnTo>
                  <a:lnTo>
                    <a:pt x="74536" y="23990"/>
                  </a:lnTo>
                  <a:lnTo>
                    <a:pt x="75590" y="23609"/>
                  </a:lnTo>
                  <a:lnTo>
                    <a:pt x="75552" y="22796"/>
                  </a:lnTo>
                  <a:lnTo>
                    <a:pt x="74472" y="22529"/>
                  </a:lnTo>
                  <a:lnTo>
                    <a:pt x="71843" y="22707"/>
                  </a:lnTo>
                  <a:lnTo>
                    <a:pt x="71208" y="22936"/>
                  </a:lnTo>
                  <a:lnTo>
                    <a:pt x="71348" y="22212"/>
                  </a:lnTo>
                  <a:lnTo>
                    <a:pt x="71285" y="20688"/>
                  </a:lnTo>
                  <a:lnTo>
                    <a:pt x="71208" y="19164"/>
                  </a:lnTo>
                  <a:lnTo>
                    <a:pt x="70866" y="17932"/>
                  </a:lnTo>
                  <a:lnTo>
                    <a:pt x="70726" y="17945"/>
                  </a:lnTo>
                  <a:lnTo>
                    <a:pt x="83731" y="2768"/>
                  </a:lnTo>
                  <a:lnTo>
                    <a:pt x="83566" y="3733"/>
                  </a:lnTo>
                  <a:lnTo>
                    <a:pt x="83705" y="6807"/>
                  </a:lnTo>
                  <a:lnTo>
                    <a:pt x="83883" y="7493"/>
                  </a:lnTo>
                  <a:lnTo>
                    <a:pt x="83312" y="7340"/>
                  </a:lnTo>
                  <a:lnTo>
                    <a:pt x="82003" y="7429"/>
                  </a:lnTo>
                  <a:lnTo>
                    <a:pt x="80695" y="7505"/>
                  </a:lnTo>
                  <a:lnTo>
                    <a:pt x="79641" y="7899"/>
                  </a:lnTo>
                  <a:lnTo>
                    <a:pt x="79679" y="8699"/>
                  </a:lnTo>
                  <a:lnTo>
                    <a:pt x="80759" y="8966"/>
                  </a:lnTo>
                  <a:lnTo>
                    <a:pt x="83388" y="8801"/>
                  </a:lnTo>
                  <a:lnTo>
                    <a:pt x="83959" y="8585"/>
                  </a:lnTo>
                  <a:lnTo>
                    <a:pt x="83845" y="9283"/>
                  </a:lnTo>
                  <a:lnTo>
                    <a:pt x="83921" y="10820"/>
                  </a:lnTo>
                  <a:lnTo>
                    <a:pt x="83997" y="12344"/>
                  </a:lnTo>
                  <a:lnTo>
                    <a:pt x="84328" y="13576"/>
                  </a:lnTo>
                  <a:lnTo>
                    <a:pt x="85013" y="13525"/>
                  </a:lnTo>
                  <a:lnTo>
                    <a:pt x="85242" y="12268"/>
                  </a:lnTo>
                  <a:lnTo>
                    <a:pt x="85090" y="9207"/>
                  </a:lnTo>
                  <a:lnTo>
                    <a:pt x="84899" y="8521"/>
                  </a:lnTo>
                  <a:lnTo>
                    <a:pt x="85509" y="8661"/>
                  </a:lnTo>
                  <a:lnTo>
                    <a:pt x="86829" y="8585"/>
                  </a:lnTo>
                  <a:lnTo>
                    <a:pt x="88138" y="8496"/>
                  </a:lnTo>
                  <a:lnTo>
                    <a:pt x="89192" y="8115"/>
                  </a:lnTo>
                  <a:lnTo>
                    <a:pt x="97904" y="18161"/>
                  </a:lnTo>
                  <a:lnTo>
                    <a:pt x="97256" y="18199"/>
                  </a:lnTo>
                  <a:lnTo>
                    <a:pt x="97028" y="19456"/>
                  </a:lnTo>
                  <a:lnTo>
                    <a:pt x="97180" y="22517"/>
                  </a:lnTo>
                  <a:lnTo>
                    <a:pt x="97358" y="23202"/>
                  </a:lnTo>
                  <a:lnTo>
                    <a:pt x="96786" y="23050"/>
                  </a:lnTo>
                  <a:lnTo>
                    <a:pt x="95478" y="23139"/>
                  </a:lnTo>
                  <a:lnTo>
                    <a:pt x="94170" y="23228"/>
                  </a:lnTo>
                  <a:lnTo>
                    <a:pt x="93103" y="23609"/>
                  </a:lnTo>
                  <a:lnTo>
                    <a:pt x="93154" y="24422"/>
                  </a:lnTo>
                  <a:lnTo>
                    <a:pt x="94234" y="24676"/>
                  </a:lnTo>
                  <a:lnTo>
                    <a:pt x="96862" y="24511"/>
                  </a:lnTo>
                  <a:lnTo>
                    <a:pt x="97434" y="24307"/>
                  </a:lnTo>
                  <a:lnTo>
                    <a:pt x="97320" y="25006"/>
                  </a:lnTo>
                  <a:lnTo>
                    <a:pt x="97383" y="26530"/>
                  </a:lnTo>
                  <a:lnTo>
                    <a:pt x="97459" y="28054"/>
                  </a:lnTo>
                  <a:lnTo>
                    <a:pt x="97802" y="29286"/>
                  </a:lnTo>
                  <a:lnTo>
                    <a:pt x="98005" y="29286"/>
                  </a:lnTo>
                  <a:lnTo>
                    <a:pt x="98005" y="18402"/>
                  </a:lnTo>
                  <a:lnTo>
                    <a:pt x="97955" y="18211"/>
                  </a:lnTo>
                  <a:lnTo>
                    <a:pt x="101930" y="22860"/>
                  </a:lnTo>
                  <a:lnTo>
                    <a:pt x="101930" y="18491"/>
                  </a:lnTo>
                  <a:lnTo>
                    <a:pt x="88442" y="2743"/>
                  </a:lnTo>
                  <a:lnTo>
                    <a:pt x="88442" y="7150"/>
                  </a:lnTo>
                  <a:lnTo>
                    <a:pt x="88074" y="7048"/>
                  </a:lnTo>
                  <a:lnTo>
                    <a:pt x="85445" y="7213"/>
                  </a:lnTo>
                  <a:lnTo>
                    <a:pt x="84810" y="7442"/>
                  </a:lnTo>
                  <a:lnTo>
                    <a:pt x="84950" y="6718"/>
                  </a:lnTo>
                  <a:lnTo>
                    <a:pt x="84886" y="5194"/>
                  </a:lnTo>
                  <a:lnTo>
                    <a:pt x="84810" y="3670"/>
                  </a:lnTo>
                  <a:lnTo>
                    <a:pt x="84467" y="2489"/>
                  </a:lnTo>
                  <a:lnTo>
                    <a:pt x="88442" y="7150"/>
                  </a:lnTo>
                  <a:lnTo>
                    <a:pt x="88442" y="2743"/>
                  </a:lnTo>
                  <a:lnTo>
                    <a:pt x="87972" y="2184"/>
                  </a:lnTo>
                  <a:lnTo>
                    <a:pt x="86093" y="0"/>
                  </a:lnTo>
                  <a:lnTo>
                    <a:pt x="84442" y="0"/>
                  </a:lnTo>
                  <a:lnTo>
                    <a:pt x="84442" y="2451"/>
                  </a:lnTo>
                  <a:lnTo>
                    <a:pt x="83985" y="2476"/>
                  </a:lnTo>
                  <a:lnTo>
                    <a:pt x="84226" y="2184"/>
                  </a:lnTo>
                  <a:lnTo>
                    <a:pt x="84442" y="2451"/>
                  </a:lnTo>
                  <a:lnTo>
                    <a:pt x="84442" y="0"/>
                  </a:lnTo>
                  <a:lnTo>
                    <a:pt x="82372" y="0"/>
                  </a:lnTo>
                  <a:lnTo>
                    <a:pt x="70294" y="14097"/>
                  </a:lnTo>
                  <a:lnTo>
                    <a:pt x="70294" y="22987"/>
                  </a:lnTo>
                  <a:lnTo>
                    <a:pt x="69710" y="22834"/>
                  </a:lnTo>
                  <a:lnTo>
                    <a:pt x="68402" y="22923"/>
                  </a:lnTo>
                  <a:lnTo>
                    <a:pt x="67094" y="22999"/>
                  </a:lnTo>
                  <a:lnTo>
                    <a:pt x="66065" y="23393"/>
                  </a:lnTo>
                  <a:lnTo>
                    <a:pt x="66065" y="24180"/>
                  </a:lnTo>
                  <a:lnTo>
                    <a:pt x="65735" y="23774"/>
                  </a:lnTo>
                  <a:lnTo>
                    <a:pt x="66040" y="23418"/>
                  </a:lnTo>
                  <a:lnTo>
                    <a:pt x="66065" y="24180"/>
                  </a:lnTo>
                  <a:lnTo>
                    <a:pt x="66065" y="23393"/>
                  </a:lnTo>
                  <a:lnTo>
                    <a:pt x="70040" y="18745"/>
                  </a:lnTo>
                  <a:lnTo>
                    <a:pt x="69964" y="19227"/>
                  </a:lnTo>
                  <a:lnTo>
                    <a:pt x="70104" y="22301"/>
                  </a:lnTo>
                  <a:lnTo>
                    <a:pt x="70294" y="22987"/>
                  </a:lnTo>
                  <a:lnTo>
                    <a:pt x="70294" y="14097"/>
                  </a:lnTo>
                  <a:lnTo>
                    <a:pt x="61988" y="23774"/>
                  </a:lnTo>
                  <a:lnTo>
                    <a:pt x="84226" y="49720"/>
                  </a:lnTo>
                  <a:lnTo>
                    <a:pt x="87972" y="45351"/>
                  </a:lnTo>
                  <a:lnTo>
                    <a:pt x="104914" y="25590"/>
                  </a:lnTo>
                  <a:lnTo>
                    <a:pt x="125615" y="49720"/>
                  </a:lnTo>
                  <a:lnTo>
                    <a:pt x="129362" y="45351"/>
                  </a:lnTo>
                  <a:lnTo>
                    <a:pt x="147866" y="23774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 descr=""/>
            <p:cNvSpPr/>
            <p:nvPr/>
          </p:nvSpPr>
          <p:spPr>
            <a:xfrm>
              <a:off x="11682502" y="6481959"/>
              <a:ext cx="158115" cy="81915"/>
            </a:xfrm>
            <a:custGeom>
              <a:avLst/>
              <a:gdLst/>
              <a:ahLst/>
              <a:cxnLst/>
              <a:rect l="l" t="t" r="r" b="b"/>
              <a:pathLst>
                <a:path w="158115" h="81915">
                  <a:moveTo>
                    <a:pt x="27965" y="0"/>
                  </a:moveTo>
                  <a:lnTo>
                    <a:pt x="24218" y="0"/>
                  </a:lnTo>
                  <a:lnTo>
                    <a:pt x="13982" y="11938"/>
                  </a:lnTo>
                  <a:lnTo>
                    <a:pt x="9182" y="6362"/>
                  </a:lnTo>
                  <a:lnTo>
                    <a:pt x="10248" y="6616"/>
                  </a:lnTo>
                  <a:lnTo>
                    <a:pt x="12877" y="6451"/>
                  </a:lnTo>
                  <a:lnTo>
                    <a:pt x="13462" y="6235"/>
                  </a:lnTo>
                  <a:lnTo>
                    <a:pt x="13347" y="6934"/>
                  </a:lnTo>
                  <a:lnTo>
                    <a:pt x="13411" y="8470"/>
                  </a:lnTo>
                  <a:lnTo>
                    <a:pt x="13487" y="9994"/>
                  </a:lnTo>
                  <a:lnTo>
                    <a:pt x="13830" y="11214"/>
                  </a:lnTo>
                  <a:lnTo>
                    <a:pt x="14516" y="11176"/>
                  </a:lnTo>
                  <a:lnTo>
                    <a:pt x="14732" y="9918"/>
                  </a:lnTo>
                  <a:lnTo>
                    <a:pt x="14592" y="6858"/>
                  </a:lnTo>
                  <a:lnTo>
                    <a:pt x="14389" y="6172"/>
                  </a:lnTo>
                  <a:lnTo>
                    <a:pt x="15011" y="6311"/>
                  </a:lnTo>
                  <a:lnTo>
                    <a:pt x="16319" y="6235"/>
                  </a:lnTo>
                  <a:lnTo>
                    <a:pt x="17627" y="6146"/>
                  </a:lnTo>
                  <a:lnTo>
                    <a:pt x="18681" y="5765"/>
                  </a:lnTo>
                  <a:lnTo>
                    <a:pt x="18643" y="4953"/>
                  </a:lnTo>
                  <a:lnTo>
                    <a:pt x="17564" y="4686"/>
                  </a:lnTo>
                  <a:lnTo>
                    <a:pt x="14935" y="4864"/>
                  </a:lnTo>
                  <a:lnTo>
                    <a:pt x="14325" y="5092"/>
                  </a:lnTo>
                  <a:lnTo>
                    <a:pt x="14452" y="4368"/>
                  </a:lnTo>
                  <a:lnTo>
                    <a:pt x="14376" y="2844"/>
                  </a:lnTo>
                  <a:lnTo>
                    <a:pt x="14300" y="1320"/>
                  </a:lnTo>
                  <a:lnTo>
                    <a:pt x="13970" y="88"/>
                  </a:lnTo>
                  <a:lnTo>
                    <a:pt x="13284" y="127"/>
                  </a:lnTo>
                  <a:lnTo>
                    <a:pt x="13055" y="1384"/>
                  </a:lnTo>
                  <a:lnTo>
                    <a:pt x="13208" y="4457"/>
                  </a:lnTo>
                  <a:lnTo>
                    <a:pt x="13385" y="5143"/>
                  </a:lnTo>
                  <a:lnTo>
                    <a:pt x="12814" y="4991"/>
                  </a:lnTo>
                  <a:lnTo>
                    <a:pt x="11506" y="5080"/>
                  </a:lnTo>
                  <a:lnTo>
                    <a:pt x="10198" y="5156"/>
                  </a:lnTo>
                  <a:lnTo>
                    <a:pt x="9131" y="5549"/>
                  </a:lnTo>
                  <a:lnTo>
                    <a:pt x="9169" y="6350"/>
                  </a:lnTo>
                  <a:lnTo>
                    <a:pt x="3746" y="0"/>
                  </a:lnTo>
                  <a:lnTo>
                    <a:pt x="0" y="0"/>
                  </a:lnTo>
                  <a:lnTo>
                    <a:pt x="13982" y="16306"/>
                  </a:lnTo>
                  <a:lnTo>
                    <a:pt x="17729" y="11938"/>
                  </a:lnTo>
                  <a:lnTo>
                    <a:pt x="27965" y="0"/>
                  </a:lnTo>
                  <a:close/>
                </a:path>
                <a:path w="158115" h="81915">
                  <a:moveTo>
                    <a:pt x="101371" y="5765"/>
                  </a:moveTo>
                  <a:lnTo>
                    <a:pt x="101320" y="4953"/>
                  </a:lnTo>
                  <a:lnTo>
                    <a:pt x="100241" y="4686"/>
                  </a:lnTo>
                  <a:lnTo>
                    <a:pt x="97612" y="4864"/>
                  </a:lnTo>
                  <a:lnTo>
                    <a:pt x="96570" y="5245"/>
                  </a:lnTo>
                  <a:lnTo>
                    <a:pt x="96583" y="5651"/>
                  </a:lnTo>
                  <a:lnTo>
                    <a:pt x="96240" y="5676"/>
                  </a:lnTo>
                  <a:lnTo>
                    <a:pt x="96024" y="6934"/>
                  </a:lnTo>
                  <a:lnTo>
                    <a:pt x="96088" y="8470"/>
                  </a:lnTo>
                  <a:lnTo>
                    <a:pt x="96164" y="9994"/>
                  </a:lnTo>
                  <a:lnTo>
                    <a:pt x="96507" y="11214"/>
                  </a:lnTo>
                  <a:lnTo>
                    <a:pt x="97193" y="11176"/>
                  </a:lnTo>
                  <a:lnTo>
                    <a:pt x="97409" y="9918"/>
                  </a:lnTo>
                  <a:lnTo>
                    <a:pt x="97269" y="6858"/>
                  </a:lnTo>
                  <a:lnTo>
                    <a:pt x="97066" y="6172"/>
                  </a:lnTo>
                  <a:lnTo>
                    <a:pt x="97688" y="6311"/>
                  </a:lnTo>
                  <a:lnTo>
                    <a:pt x="98996" y="6235"/>
                  </a:lnTo>
                  <a:lnTo>
                    <a:pt x="100304" y="6146"/>
                  </a:lnTo>
                  <a:lnTo>
                    <a:pt x="101371" y="5765"/>
                  </a:lnTo>
                  <a:close/>
                </a:path>
                <a:path w="158115" h="81915">
                  <a:moveTo>
                    <a:pt x="153352" y="0"/>
                  </a:moveTo>
                  <a:lnTo>
                    <a:pt x="149606" y="0"/>
                  </a:lnTo>
                  <a:lnTo>
                    <a:pt x="139369" y="11938"/>
                  </a:lnTo>
                  <a:lnTo>
                    <a:pt x="134569" y="6362"/>
                  </a:lnTo>
                  <a:lnTo>
                    <a:pt x="135636" y="6616"/>
                  </a:lnTo>
                  <a:lnTo>
                    <a:pt x="138264" y="6451"/>
                  </a:lnTo>
                  <a:lnTo>
                    <a:pt x="138836" y="6235"/>
                  </a:lnTo>
                  <a:lnTo>
                    <a:pt x="138722" y="6934"/>
                  </a:lnTo>
                  <a:lnTo>
                    <a:pt x="138798" y="8470"/>
                  </a:lnTo>
                  <a:lnTo>
                    <a:pt x="138874" y="9994"/>
                  </a:lnTo>
                  <a:lnTo>
                    <a:pt x="139204" y="11214"/>
                  </a:lnTo>
                  <a:lnTo>
                    <a:pt x="139890" y="11176"/>
                  </a:lnTo>
                  <a:lnTo>
                    <a:pt x="140119" y="9918"/>
                  </a:lnTo>
                  <a:lnTo>
                    <a:pt x="139966" y="6858"/>
                  </a:lnTo>
                  <a:lnTo>
                    <a:pt x="139776" y="6172"/>
                  </a:lnTo>
                  <a:lnTo>
                    <a:pt x="140398" y="6311"/>
                  </a:lnTo>
                  <a:lnTo>
                    <a:pt x="141706" y="6235"/>
                  </a:lnTo>
                  <a:lnTo>
                    <a:pt x="143014" y="6146"/>
                  </a:lnTo>
                  <a:lnTo>
                    <a:pt x="144068" y="5765"/>
                  </a:lnTo>
                  <a:lnTo>
                    <a:pt x="144030" y="4953"/>
                  </a:lnTo>
                  <a:lnTo>
                    <a:pt x="142951" y="4686"/>
                  </a:lnTo>
                  <a:lnTo>
                    <a:pt x="140322" y="4864"/>
                  </a:lnTo>
                  <a:lnTo>
                    <a:pt x="139700" y="5092"/>
                  </a:lnTo>
                  <a:lnTo>
                    <a:pt x="139827" y="4368"/>
                  </a:lnTo>
                  <a:lnTo>
                    <a:pt x="139763" y="2844"/>
                  </a:lnTo>
                  <a:lnTo>
                    <a:pt x="139687" y="1320"/>
                  </a:lnTo>
                  <a:lnTo>
                    <a:pt x="139344" y="88"/>
                  </a:lnTo>
                  <a:lnTo>
                    <a:pt x="138658" y="127"/>
                  </a:lnTo>
                  <a:lnTo>
                    <a:pt x="138442" y="1384"/>
                  </a:lnTo>
                  <a:lnTo>
                    <a:pt x="138582" y="4457"/>
                  </a:lnTo>
                  <a:lnTo>
                    <a:pt x="138772" y="5143"/>
                  </a:lnTo>
                  <a:lnTo>
                    <a:pt x="138188" y="4991"/>
                  </a:lnTo>
                  <a:lnTo>
                    <a:pt x="136880" y="5080"/>
                  </a:lnTo>
                  <a:lnTo>
                    <a:pt x="135572" y="5156"/>
                  </a:lnTo>
                  <a:lnTo>
                    <a:pt x="134518" y="5549"/>
                  </a:lnTo>
                  <a:lnTo>
                    <a:pt x="134543" y="6337"/>
                  </a:lnTo>
                  <a:lnTo>
                    <a:pt x="129120" y="0"/>
                  </a:lnTo>
                  <a:lnTo>
                    <a:pt x="125374" y="0"/>
                  </a:lnTo>
                  <a:lnTo>
                    <a:pt x="139369" y="16306"/>
                  </a:lnTo>
                  <a:lnTo>
                    <a:pt x="143103" y="11938"/>
                  </a:lnTo>
                  <a:lnTo>
                    <a:pt x="153352" y="0"/>
                  </a:lnTo>
                  <a:close/>
                </a:path>
                <a:path w="158115" h="81915">
                  <a:moveTo>
                    <a:pt x="157861" y="50990"/>
                  </a:moveTo>
                  <a:lnTo>
                    <a:pt x="157086" y="50088"/>
                  </a:lnTo>
                  <a:lnTo>
                    <a:pt x="157086" y="54470"/>
                  </a:lnTo>
                  <a:lnTo>
                    <a:pt x="156679" y="54368"/>
                  </a:lnTo>
                  <a:lnTo>
                    <a:pt x="154051" y="54533"/>
                  </a:lnTo>
                  <a:lnTo>
                    <a:pt x="153428" y="54762"/>
                  </a:lnTo>
                  <a:lnTo>
                    <a:pt x="153555" y="54051"/>
                  </a:lnTo>
                  <a:lnTo>
                    <a:pt x="153479" y="52514"/>
                  </a:lnTo>
                  <a:lnTo>
                    <a:pt x="153416" y="50990"/>
                  </a:lnTo>
                  <a:lnTo>
                    <a:pt x="153149" y="50063"/>
                  </a:lnTo>
                  <a:lnTo>
                    <a:pt x="153149" y="60883"/>
                  </a:lnTo>
                  <a:lnTo>
                    <a:pt x="139369" y="76962"/>
                  </a:lnTo>
                  <a:lnTo>
                    <a:pt x="134569" y="71386"/>
                  </a:lnTo>
                  <a:lnTo>
                    <a:pt x="135636" y="71640"/>
                  </a:lnTo>
                  <a:lnTo>
                    <a:pt x="138264" y="71462"/>
                  </a:lnTo>
                  <a:lnTo>
                    <a:pt x="138836" y="71259"/>
                  </a:lnTo>
                  <a:lnTo>
                    <a:pt x="138722" y="71958"/>
                  </a:lnTo>
                  <a:lnTo>
                    <a:pt x="138798" y="73482"/>
                  </a:lnTo>
                  <a:lnTo>
                    <a:pt x="138874" y="75018"/>
                  </a:lnTo>
                  <a:lnTo>
                    <a:pt x="139204" y="76238"/>
                  </a:lnTo>
                  <a:lnTo>
                    <a:pt x="139890" y="76200"/>
                  </a:lnTo>
                  <a:lnTo>
                    <a:pt x="140119" y="74942"/>
                  </a:lnTo>
                  <a:lnTo>
                    <a:pt x="139966" y="71869"/>
                  </a:lnTo>
                  <a:lnTo>
                    <a:pt x="139776" y="71196"/>
                  </a:lnTo>
                  <a:lnTo>
                    <a:pt x="140398" y="71335"/>
                  </a:lnTo>
                  <a:lnTo>
                    <a:pt x="141706" y="71247"/>
                  </a:lnTo>
                  <a:lnTo>
                    <a:pt x="143014" y="71170"/>
                  </a:lnTo>
                  <a:lnTo>
                    <a:pt x="144068" y="70777"/>
                  </a:lnTo>
                  <a:lnTo>
                    <a:pt x="144030" y="69977"/>
                  </a:lnTo>
                  <a:lnTo>
                    <a:pt x="142951" y="69710"/>
                  </a:lnTo>
                  <a:lnTo>
                    <a:pt x="140322" y="69875"/>
                  </a:lnTo>
                  <a:lnTo>
                    <a:pt x="139700" y="70116"/>
                  </a:lnTo>
                  <a:lnTo>
                    <a:pt x="139827" y="69392"/>
                  </a:lnTo>
                  <a:lnTo>
                    <a:pt x="139763" y="67868"/>
                  </a:lnTo>
                  <a:lnTo>
                    <a:pt x="139687" y="66332"/>
                  </a:lnTo>
                  <a:lnTo>
                    <a:pt x="139344" y="65112"/>
                  </a:lnTo>
                  <a:lnTo>
                    <a:pt x="138658" y="65151"/>
                  </a:lnTo>
                  <a:lnTo>
                    <a:pt x="138442" y="66408"/>
                  </a:lnTo>
                  <a:lnTo>
                    <a:pt x="138582" y="69481"/>
                  </a:lnTo>
                  <a:lnTo>
                    <a:pt x="138760" y="70154"/>
                  </a:lnTo>
                  <a:lnTo>
                    <a:pt x="138188" y="70015"/>
                  </a:lnTo>
                  <a:lnTo>
                    <a:pt x="136880" y="70091"/>
                  </a:lnTo>
                  <a:lnTo>
                    <a:pt x="135572" y="70180"/>
                  </a:lnTo>
                  <a:lnTo>
                    <a:pt x="134518" y="70561"/>
                  </a:lnTo>
                  <a:lnTo>
                    <a:pt x="134543" y="71361"/>
                  </a:lnTo>
                  <a:lnTo>
                    <a:pt x="121221" y="55816"/>
                  </a:lnTo>
                  <a:lnTo>
                    <a:pt x="122288" y="56070"/>
                  </a:lnTo>
                  <a:lnTo>
                    <a:pt x="124917" y="55905"/>
                  </a:lnTo>
                  <a:lnTo>
                    <a:pt x="125488" y="55689"/>
                  </a:lnTo>
                  <a:lnTo>
                    <a:pt x="125374" y="56388"/>
                  </a:lnTo>
                  <a:lnTo>
                    <a:pt x="125450" y="57912"/>
                  </a:lnTo>
                  <a:lnTo>
                    <a:pt x="125526" y="59448"/>
                  </a:lnTo>
                  <a:lnTo>
                    <a:pt x="125857" y="60667"/>
                  </a:lnTo>
                  <a:lnTo>
                    <a:pt x="126555" y="60629"/>
                  </a:lnTo>
                  <a:lnTo>
                    <a:pt x="126771" y="59372"/>
                  </a:lnTo>
                  <a:lnTo>
                    <a:pt x="126619" y="56299"/>
                  </a:lnTo>
                  <a:lnTo>
                    <a:pt x="126428" y="55613"/>
                  </a:lnTo>
                  <a:lnTo>
                    <a:pt x="127050" y="55765"/>
                  </a:lnTo>
                  <a:lnTo>
                    <a:pt x="128358" y="55676"/>
                  </a:lnTo>
                  <a:lnTo>
                    <a:pt x="129667" y="55600"/>
                  </a:lnTo>
                  <a:lnTo>
                    <a:pt x="130721" y="55206"/>
                  </a:lnTo>
                  <a:lnTo>
                    <a:pt x="130683" y="54406"/>
                  </a:lnTo>
                  <a:lnTo>
                    <a:pt x="129603" y="54140"/>
                  </a:lnTo>
                  <a:lnTo>
                    <a:pt x="126974" y="54305"/>
                  </a:lnTo>
                  <a:lnTo>
                    <a:pt x="126352" y="54546"/>
                  </a:lnTo>
                  <a:lnTo>
                    <a:pt x="126479" y="53822"/>
                  </a:lnTo>
                  <a:lnTo>
                    <a:pt x="126415" y="52298"/>
                  </a:lnTo>
                  <a:lnTo>
                    <a:pt x="126339" y="50761"/>
                  </a:lnTo>
                  <a:lnTo>
                    <a:pt x="125996" y="49542"/>
                  </a:lnTo>
                  <a:lnTo>
                    <a:pt x="125844" y="49555"/>
                  </a:lnTo>
                  <a:lnTo>
                    <a:pt x="138849" y="34391"/>
                  </a:lnTo>
                  <a:lnTo>
                    <a:pt x="138696" y="35344"/>
                  </a:lnTo>
                  <a:lnTo>
                    <a:pt x="138836" y="38417"/>
                  </a:lnTo>
                  <a:lnTo>
                    <a:pt x="139014" y="39103"/>
                  </a:lnTo>
                  <a:lnTo>
                    <a:pt x="138442" y="38950"/>
                  </a:lnTo>
                  <a:lnTo>
                    <a:pt x="137134" y="39039"/>
                  </a:lnTo>
                  <a:lnTo>
                    <a:pt x="135826" y="39116"/>
                  </a:lnTo>
                  <a:lnTo>
                    <a:pt x="134772" y="39509"/>
                  </a:lnTo>
                  <a:lnTo>
                    <a:pt x="134810" y="40309"/>
                  </a:lnTo>
                  <a:lnTo>
                    <a:pt x="135890" y="40576"/>
                  </a:lnTo>
                  <a:lnTo>
                    <a:pt x="138518" y="40411"/>
                  </a:lnTo>
                  <a:lnTo>
                    <a:pt x="139090" y="40195"/>
                  </a:lnTo>
                  <a:lnTo>
                    <a:pt x="138976" y="40894"/>
                  </a:lnTo>
                  <a:lnTo>
                    <a:pt x="139052" y="42418"/>
                  </a:lnTo>
                  <a:lnTo>
                    <a:pt x="139128" y="43954"/>
                  </a:lnTo>
                  <a:lnTo>
                    <a:pt x="139458" y="45173"/>
                  </a:lnTo>
                  <a:lnTo>
                    <a:pt x="140144" y="45135"/>
                  </a:lnTo>
                  <a:lnTo>
                    <a:pt x="140373" y="43878"/>
                  </a:lnTo>
                  <a:lnTo>
                    <a:pt x="140220" y="40817"/>
                  </a:lnTo>
                  <a:lnTo>
                    <a:pt x="140030" y="40132"/>
                  </a:lnTo>
                  <a:lnTo>
                    <a:pt x="140652" y="40271"/>
                  </a:lnTo>
                  <a:lnTo>
                    <a:pt x="141960" y="40195"/>
                  </a:lnTo>
                  <a:lnTo>
                    <a:pt x="143268" y="40106"/>
                  </a:lnTo>
                  <a:lnTo>
                    <a:pt x="144322" y="39712"/>
                  </a:lnTo>
                  <a:lnTo>
                    <a:pt x="144310" y="39585"/>
                  </a:lnTo>
                  <a:lnTo>
                    <a:pt x="153047" y="49771"/>
                  </a:lnTo>
                  <a:lnTo>
                    <a:pt x="152400" y="49809"/>
                  </a:lnTo>
                  <a:lnTo>
                    <a:pt x="152158" y="51066"/>
                  </a:lnTo>
                  <a:lnTo>
                    <a:pt x="152311" y="54127"/>
                  </a:lnTo>
                  <a:lnTo>
                    <a:pt x="152488" y="54813"/>
                  </a:lnTo>
                  <a:lnTo>
                    <a:pt x="151917" y="54660"/>
                  </a:lnTo>
                  <a:lnTo>
                    <a:pt x="150609" y="54749"/>
                  </a:lnTo>
                  <a:lnTo>
                    <a:pt x="149301" y="54838"/>
                  </a:lnTo>
                  <a:lnTo>
                    <a:pt x="148247" y="55219"/>
                  </a:lnTo>
                  <a:lnTo>
                    <a:pt x="148285" y="56019"/>
                  </a:lnTo>
                  <a:lnTo>
                    <a:pt x="149364" y="56286"/>
                  </a:lnTo>
                  <a:lnTo>
                    <a:pt x="151993" y="56121"/>
                  </a:lnTo>
                  <a:lnTo>
                    <a:pt x="152565" y="55905"/>
                  </a:lnTo>
                  <a:lnTo>
                    <a:pt x="152450" y="56603"/>
                  </a:lnTo>
                  <a:lnTo>
                    <a:pt x="152527" y="58140"/>
                  </a:lnTo>
                  <a:lnTo>
                    <a:pt x="152590" y="59664"/>
                  </a:lnTo>
                  <a:lnTo>
                    <a:pt x="152933" y="60896"/>
                  </a:lnTo>
                  <a:lnTo>
                    <a:pt x="153149" y="60883"/>
                  </a:lnTo>
                  <a:lnTo>
                    <a:pt x="153149" y="50063"/>
                  </a:lnTo>
                  <a:lnTo>
                    <a:pt x="153073" y="49784"/>
                  </a:lnTo>
                  <a:lnTo>
                    <a:pt x="157086" y="54470"/>
                  </a:lnTo>
                  <a:lnTo>
                    <a:pt x="157086" y="50088"/>
                  </a:lnTo>
                  <a:lnTo>
                    <a:pt x="143598" y="34378"/>
                  </a:lnTo>
                  <a:lnTo>
                    <a:pt x="143598" y="38747"/>
                  </a:lnTo>
                  <a:lnTo>
                    <a:pt x="143205" y="38646"/>
                  </a:lnTo>
                  <a:lnTo>
                    <a:pt x="140576" y="38823"/>
                  </a:lnTo>
                  <a:lnTo>
                    <a:pt x="139954" y="39052"/>
                  </a:lnTo>
                  <a:lnTo>
                    <a:pt x="140081" y="38328"/>
                  </a:lnTo>
                  <a:lnTo>
                    <a:pt x="140017" y="36804"/>
                  </a:lnTo>
                  <a:lnTo>
                    <a:pt x="139941" y="35267"/>
                  </a:lnTo>
                  <a:lnTo>
                    <a:pt x="139598" y="34074"/>
                  </a:lnTo>
                  <a:lnTo>
                    <a:pt x="143598" y="38747"/>
                  </a:lnTo>
                  <a:lnTo>
                    <a:pt x="143598" y="34378"/>
                  </a:lnTo>
                  <a:lnTo>
                    <a:pt x="143103" y="33794"/>
                  </a:lnTo>
                  <a:lnTo>
                    <a:pt x="139585" y="29679"/>
                  </a:lnTo>
                  <a:lnTo>
                    <a:pt x="139585" y="34061"/>
                  </a:lnTo>
                  <a:lnTo>
                    <a:pt x="139128" y="34086"/>
                  </a:lnTo>
                  <a:lnTo>
                    <a:pt x="139369" y="33794"/>
                  </a:lnTo>
                  <a:lnTo>
                    <a:pt x="139585" y="34061"/>
                  </a:lnTo>
                  <a:lnTo>
                    <a:pt x="139585" y="29679"/>
                  </a:lnTo>
                  <a:lnTo>
                    <a:pt x="139369" y="29425"/>
                  </a:lnTo>
                  <a:lnTo>
                    <a:pt x="125412" y="45694"/>
                  </a:lnTo>
                  <a:lnTo>
                    <a:pt x="125412" y="54597"/>
                  </a:lnTo>
                  <a:lnTo>
                    <a:pt x="124841" y="54444"/>
                  </a:lnTo>
                  <a:lnTo>
                    <a:pt x="123532" y="54533"/>
                  </a:lnTo>
                  <a:lnTo>
                    <a:pt x="122224" y="54610"/>
                  </a:lnTo>
                  <a:lnTo>
                    <a:pt x="121196" y="55003"/>
                  </a:lnTo>
                  <a:lnTo>
                    <a:pt x="121196" y="55791"/>
                  </a:lnTo>
                  <a:lnTo>
                    <a:pt x="120865" y="55384"/>
                  </a:lnTo>
                  <a:lnTo>
                    <a:pt x="121170" y="55016"/>
                  </a:lnTo>
                  <a:lnTo>
                    <a:pt x="121196" y="55791"/>
                  </a:lnTo>
                  <a:lnTo>
                    <a:pt x="121196" y="55003"/>
                  </a:lnTo>
                  <a:lnTo>
                    <a:pt x="125183" y="50330"/>
                  </a:lnTo>
                  <a:lnTo>
                    <a:pt x="125095" y="50838"/>
                  </a:lnTo>
                  <a:lnTo>
                    <a:pt x="125234" y="53911"/>
                  </a:lnTo>
                  <a:lnTo>
                    <a:pt x="125412" y="54597"/>
                  </a:lnTo>
                  <a:lnTo>
                    <a:pt x="125412" y="45694"/>
                  </a:lnTo>
                  <a:lnTo>
                    <a:pt x="117119" y="55359"/>
                  </a:lnTo>
                  <a:lnTo>
                    <a:pt x="139369" y="81318"/>
                  </a:lnTo>
                  <a:lnTo>
                    <a:pt x="143103" y="76962"/>
                  </a:lnTo>
                  <a:lnTo>
                    <a:pt x="157861" y="59753"/>
                  </a:lnTo>
                  <a:lnTo>
                    <a:pt x="157861" y="55384"/>
                  </a:lnTo>
                  <a:lnTo>
                    <a:pt x="153733" y="60198"/>
                  </a:lnTo>
                  <a:lnTo>
                    <a:pt x="153847" y="59588"/>
                  </a:lnTo>
                  <a:lnTo>
                    <a:pt x="153695" y="56527"/>
                  </a:lnTo>
                  <a:lnTo>
                    <a:pt x="153504" y="55854"/>
                  </a:lnTo>
                  <a:lnTo>
                    <a:pt x="154114" y="55994"/>
                  </a:lnTo>
                  <a:lnTo>
                    <a:pt x="155422" y="55905"/>
                  </a:lnTo>
                  <a:lnTo>
                    <a:pt x="156743" y="55816"/>
                  </a:lnTo>
                  <a:lnTo>
                    <a:pt x="157797" y="55435"/>
                  </a:lnTo>
                  <a:lnTo>
                    <a:pt x="157784" y="55283"/>
                  </a:lnTo>
                  <a:lnTo>
                    <a:pt x="157861" y="50990"/>
                  </a:lnTo>
                  <a:close/>
                </a:path>
                <a:path w="158115" h="81915">
                  <a:moveTo>
                    <a:pt x="157861" y="38468"/>
                  </a:moveTo>
                  <a:lnTo>
                    <a:pt x="156171" y="38569"/>
                  </a:lnTo>
                  <a:lnTo>
                    <a:pt x="155117" y="38963"/>
                  </a:lnTo>
                  <a:lnTo>
                    <a:pt x="155143" y="39738"/>
                  </a:lnTo>
                  <a:lnTo>
                    <a:pt x="141820" y="24206"/>
                  </a:lnTo>
                  <a:lnTo>
                    <a:pt x="142887" y="24460"/>
                  </a:lnTo>
                  <a:lnTo>
                    <a:pt x="145516" y="24295"/>
                  </a:lnTo>
                  <a:lnTo>
                    <a:pt x="146100" y="24079"/>
                  </a:lnTo>
                  <a:lnTo>
                    <a:pt x="145986" y="24777"/>
                  </a:lnTo>
                  <a:lnTo>
                    <a:pt x="146050" y="26314"/>
                  </a:lnTo>
                  <a:lnTo>
                    <a:pt x="146126" y="27838"/>
                  </a:lnTo>
                  <a:lnTo>
                    <a:pt x="146469" y="29057"/>
                  </a:lnTo>
                  <a:lnTo>
                    <a:pt x="147154" y="29019"/>
                  </a:lnTo>
                  <a:lnTo>
                    <a:pt x="147370" y="27762"/>
                  </a:lnTo>
                  <a:lnTo>
                    <a:pt x="147231" y="24701"/>
                  </a:lnTo>
                  <a:lnTo>
                    <a:pt x="147027" y="24015"/>
                  </a:lnTo>
                  <a:lnTo>
                    <a:pt x="147650" y="24155"/>
                  </a:lnTo>
                  <a:lnTo>
                    <a:pt x="148958" y="24079"/>
                  </a:lnTo>
                  <a:lnTo>
                    <a:pt x="150266" y="23990"/>
                  </a:lnTo>
                  <a:lnTo>
                    <a:pt x="151320" y="23609"/>
                  </a:lnTo>
                  <a:lnTo>
                    <a:pt x="151282" y="22796"/>
                  </a:lnTo>
                  <a:lnTo>
                    <a:pt x="150202" y="22529"/>
                  </a:lnTo>
                  <a:lnTo>
                    <a:pt x="147574" y="22707"/>
                  </a:lnTo>
                  <a:lnTo>
                    <a:pt x="146951" y="22936"/>
                  </a:lnTo>
                  <a:lnTo>
                    <a:pt x="147091" y="22212"/>
                  </a:lnTo>
                  <a:lnTo>
                    <a:pt x="147015" y="20688"/>
                  </a:lnTo>
                  <a:lnTo>
                    <a:pt x="146939" y="19164"/>
                  </a:lnTo>
                  <a:lnTo>
                    <a:pt x="146608" y="17932"/>
                  </a:lnTo>
                  <a:lnTo>
                    <a:pt x="146456" y="17945"/>
                  </a:lnTo>
                  <a:lnTo>
                    <a:pt x="157530" y="5029"/>
                  </a:lnTo>
                  <a:lnTo>
                    <a:pt x="157530" y="673"/>
                  </a:lnTo>
                  <a:lnTo>
                    <a:pt x="146024" y="14109"/>
                  </a:lnTo>
                  <a:lnTo>
                    <a:pt x="146024" y="22987"/>
                  </a:lnTo>
                  <a:lnTo>
                    <a:pt x="145453" y="22834"/>
                  </a:lnTo>
                  <a:lnTo>
                    <a:pt x="144145" y="22923"/>
                  </a:lnTo>
                  <a:lnTo>
                    <a:pt x="142836" y="22999"/>
                  </a:lnTo>
                  <a:lnTo>
                    <a:pt x="141808" y="23393"/>
                  </a:lnTo>
                  <a:lnTo>
                    <a:pt x="141808" y="24193"/>
                  </a:lnTo>
                  <a:lnTo>
                    <a:pt x="141465" y="23774"/>
                  </a:lnTo>
                  <a:lnTo>
                    <a:pt x="141770" y="23418"/>
                  </a:lnTo>
                  <a:lnTo>
                    <a:pt x="141808" y="24193"/>
                  </a:lnTo>
                  <a:lnTo>
                    <a:pt x="141808" y="23393"/>
                  </a:lnTo>
                  <a:lnTo>
                    <a:pt x="145783" y="18745"/>
                  </a:lnTo>
                  <a:lnTo>
                    <a:pt x="145694" y="19227"/>
                  </a:lnTo>
                  <a:lnTo>
                    <a:pt x="145846" y="22301"/>
                  </a:lnTo>
                  <a:lnTo>
                    <a:pt x="146024" y="22987"/>
                  </a:lnTo>
                  <a:lnTo>
                    <a:pt x="146024" y="14109"/>
                  </a:lnTo>
                  <a:lnTo>
                    <a:pt x="137731" y="23774"/>
                  </a:lnTo>
                  <a:lnTo>
                    <a:pt x="157861" y="47256"/>
                  </a:lnTo>
                  <a:lnTo>
                    <a:pt x="157861" y="42887"/>
                  </a:lnTo>
                  <a:lnTo>
                    <a:pt x="155181" y="39776"/>
                  </a:lnTo>
                  <a:lnTo>
                    <a:pt x="156235" y="40030"/>
                  </a:lnTo>
                  <a:lnTo>
                    <a:pt x="157861" y="39928"/>
                  </a:lnTo>
                  <a:lnTo>
                    <a:pt x="157861" y="38468"/>
                  </a:lnTo>
                  <a:close/>
                </a:path>
                <a:path w="158115" h="81915">
                  <a:moveTo>
                    <a:pt x="157861" y="7531"/>
                  </a:moveTo>
                  <a:lnTo>
                    <a:pt x="157530" y="7531"/>
                  </a:lnTo>
                  <a:lnTo>
                    <a:pt x="156425" y="7505"/>
                  </a:lnTo>
                  <a:lnTo>
                    <a:pt x="155371" y="7899"/>
                  </a:lnTo>
                  <a:lnTo>
                    <a:pt x="155409" y="8699"/>
                  </a:lnTo>
                  <a:lnTo>
                    <a:pt x="156489" y="8966"/>
                  </a:lnTo>
                  <a:lnTo>
                    <a:pt x="157861" y="8877"/>
                  </a:lnTo>
                  <a:lnTo>
                    <a:pt x="157861" y="7531"/>
                  </a:lnTo>
                  <a:close/>
                </a:path>
              </a:pathLst>
            </a:custGeom>
            <a:solidFill>
              <a:srgbClr val="D392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 descr=""/>
            <p:cNvSpPr/>
            <p:nvPr/>
          </p:nvSpPr>
          <p:spPr>
            <a:xfrm>
              <a:off x="10557835" y="8176149"/>
              <a:ext cx="128270" cy="287655"/>
            </a:xfrm>
            <a:custGeom>
              <a:avLst/>
              <a:gdLst/>
              <a:ahLst/>
              <a:cxnLst/>
              <a:rect l="l" t="t" r="r" b="b"/>
              <a:pathLst>
                <a:path w="128270" h="287654">
                  <a:moveTo>
                    <a:pt x="127818" y="0"/>
                  </a:moveTo>
                  <a:lnTo>
                    <a:pt x="0" y="0"/>
                  </a:lnTo>
                  <a:lnTo>
                    <a:pt x="0" y="287572"/>
                  </a:lnTo>
                  <a:lnTo>
                    <a:pt x="127818" y="287572"/>
                  </a:lnTo>
                  <a:lnTo>
                    <a:pt x="127818" y="0"/>
                  </a:lnTo>
                  <a:close/>
                </a:path>
              </a:pathLst>
            </a:custGeom>
            <a:solidFill>
              <a:srgbClr val="DBAB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 descr=""/>
            <p:cNvSpPr/>
            <p:nvPr/>
          </p:nvSpPr>
          <p:spPr>
            <a:xfrm>
              <a:off x="11714753" y="8463931"/>
              <a:ext cx="193675" cy="216535"/>
            </a:xfrm>
            <a:custGeom>
              <a:avLst/>
              <a:gdLst/>
              <a:ahLst/>
              <a:cxnLst/>
              <a:rect l="l" t="t" r="r" b="b"/>
              <a:pathLst>
                <a:path w="193675" h="216534">
                  <a:moveTo>
                    <a:pt x="193460" y="0"/>
                  </a:moveTo>
                  <a:lnTo>
                    <a:pt x="0" y="0"/>
                  </a:lnTo>
                  <a:lnTo>
                    <a:pt x="0" y="216297"/>
                  </a:lnTo>
                  <a:lnTo>
                    <a:pt x="193460" y="216297"/>
                  </a:lnTo>
                  <a:lnTo>
                    <a:pt x="193460" y="0"/>
                  </a:lnTo>
                  <a:close/>
                </a:path>
              </a:pathLst>
            </a:custGeom>
            <a:solidFill>
              <a:srgbClr val="29805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 descr=""/>
            <p:cNvSpPr/>
            <p:nvPr/>
          </p:nvSpPr>
          <p:spPr>
            <a:xfrm>
              <a:off x="11734038" y="8478907"/>
              <a:ext cx="169545" cy="180340"/>
            </a:xfrm>
            <a:custGeom>
              <a:avLst/>
              <a:gdLst/>
              <a:ahLst/>
              <a:cxnLst/>
              <a:rect l="l" t="t" r="r" b="b"/>
              <a:pathLst>
                <a:path w="169545" h="180340">
                  <a:moveTo>
                    <a:pt x="45986" y="0"/>
                  </a:moveTo>
                  <a:lnTo>
                    <a:pt x="0" y="0"/>
                  </a:lnTo>
                  <a:lnTo>
                    <a:pt x="0" y="26149"/>
                  </a:lnTo>
                  <a:lnTo>
                    <a:pt x="45986" y="26149"/>
                  </a:lnTo>
                  <a:lnTo>
                    <a:pt x="45986" y="0"/>
                  </a:lnTo>
                  <a:close/>
                </a:path>
                <a:path w="169545" h="180340">
                  <a:moveTo>
                    <a:pt x="65811" y="154025"/>
                  </a:moveTo>
                  <a:lnTo>
                    <a:pt x="19812" y="154025"/>
                  </a:lnTo>
                  <a:lnTo>
                    <a:pt x="19812" y="180162"/>
                  </a:lnTo>
                  <a:lnTo>
                    <a:pt x="65811" y="180162"/>
                  </a:lnTo>
                  <a:lnTo>
                    <a:pt x="65811" y="154025"/>
                  </a:lnTo>
                  <a:close/>
                </a:path>
                <a:path w="169545" h="180340">
                  <a:moveTo>
                    <a:pt x="112877" y="106222"/>
                  </a:moveTo>
                  <a:lnTo>
                    <a:pt x="66890" y="106222"/>
                  </a:lnTo>
                  <a:lnTo>
                    <a:pt x="66890" y="132359"/>
                  </a:lnTo>
                  <a:lnTo>
                    <a:pt x="112877" y="132359"/>
                  </a:lnTo>
                  <a:lnTo>
                    <a:pt x="112877" y="106222"/>
                  </a:lnTo>
                  <a:close/>
                </a:path>
                <a:path w="169545" h="180340">
                  <a:moveTo>
                    <a:pt x="158877" y="8153"/>
                  </a:moveTo>
                  <a:lnTo>
                    <a:pt x="112877" y="8153"/>
                  </a:lnTo>
                  <a:lnTo>
                    <a:pt x="112877" y="34290"/>
                  </a:lnTo>
                  <a:lnTo>
                    <a:pt x="158877" y="34290"/>
                  </a:lnTo>
                  <a:lnTo>
                    <a:pt x="158877" y="8153"/>
                  </a:lnTo>
                  <a:close/>
                </a:path>
                <a:path w="169545" h="180340">
                  <a:moveTo>
                    <a:pt x="169252" y="67030"/>
                  </a:moveTo>
                  <a:lnTo>
                    <a:pt x="123266" y="67030"/>
                  </a:lnTo>
                  <a:lnTo>
                    <a:pt x="123266" y="93167"/>
                  </a:lnTo>
                  <a:lnTo>
                    <a:pt x="169252" y="93167"/>
                  </a:lnTo>
                  <a:lnTo>
                    <a:pt x="169252" y="67030"/>
                  </a:lnTo>
                  <a:close/>
                </a:path>
              </a:pathLst>
            </a:custGeom>
            <a:solidFill>
              <a:srgbClr val="3687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 descr=""/>
            <p:cNvSpPr/>
            <p:nvPr/>
          </p:nvSpPr>
          <p:spPr>
            <a:xfrm>
              <a:off x="11737328" y="8513197"/>
              <a:ext cx="166370" cy="146050"/>
            </a:xfrm>
            <a:custGeom>
              <a:avLst/>
              <a:gdLst/>
              <a:ahLst/>
              <a:cxnLst/>
              <a:rect l="l" t="t" r="r" b="b"/>
              <a:pathLst>
                <a:path w="166370" h="146050">
                  <a:moveTo>
                    <a:pt x="45986" y="41211"/>
                  </a:moveTo>
                  <a:lnTo>
                    <a:pt x="0" y="41211"/>
                  </a:lnTo>
                  <a:lnTo>
                    <a:pt x="0" y="67348"/>
                  </a:lnTo>
                  <a:lnTo>
                    <a:pt x="45986" y="67348"/>
                  </a:lnTo>
                  <a:lnTo>
                    <a:pt x="45986" y="41211"/>
                  </a:lnTo>
                  <a:close/>
                </a:path>
                <a:path w="166370" h="146050">
                  <a:moveTo>
                    <a:pt x="96926" y="0"/>
                  </a:moveTo>
                  <a:lnTo>
                    <a:pt x="50939" y="0"/>
                  </a:lnTo>
                  <a:lnTo>
                    <a:pt x="50939" y="26149"/>
                  </a:lnTo>
                  <a:lnTo>
                    <a:pt x="96926" y="26149"/>
                  </a:lnTo>
                  <a:lnTo>
                    <a:pt x="96926" y="0"/>
                  </a:lnTo>
                  <a:close/>
                </a:path>
                <a:path w="166370" h="146050">
                  <a:moveTo>
                    <a:pt x="165963" y="119735"/>
                  </a:moveTo>
                  <a:lnTo>
                    <a:pt x="119976" y="119735"/>
                  </a:lnTo>
                  <a:lnTo>
                    <a:pt x="119976" y="145872"/>
                  </a:lnTo>
                  <a:lnTo>
                    <a:pt x="165963" y="145872"/>
                  </a:lnTo>
                  <a:lnTo>
                    <a:pt x="165963" y="119735"/>
                  </a:lnTo>
                  <a:close/>
                </a:path>
              </a:pathLst>
            </a:custGeom>
            <a:solidFill>
              <a:srgbClr val="1D784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 descr=""/>
            <p:cNvSpPr/>
            <p:nvPr/>
          </p:nvSpPr>
          <p:spPr>
            <a:xfrm>
              <a:off x="10521480" y="8478907"/>
              <a:ext cx="169545" cy="180340"/>
            </a:xfrm>
            <a:custGeom>
              <a:avLst/>
              <a:gdLst/>
              <a:ahLst/>
              <a:cxnLst/>
              <a:rect l="l" t="t" r="r" b="b"/>
              <a:pathLst>
                <a:path w="169545" h="180340">
                  <a:moveTo>
                    <a:pt x="45986" y="0"/>
                  </a:moveTo>
                  <a:lnTo>
                    <a:pt x="0" y="0"/>
                  </a:lnTo>
                  <a:lnTo>
                    <a:pt x="0" y="26149"/>
                  </a:lnTo>
                  <a:lnTo>
                    <a:pt x="45986" y="26149"/>
                  </a:lnTo>
                  <a:lnTo>
                    <a:pt x="45986" y="0"/>
                  </a:lnTo>
                  <a:close/>
                </a:path>
                <a:path w="169545" h="180340">
                  <a:moveTo>
                    <a:pt x="65798" y="154025"/>
                  </a:moveTo>
                  <a:lnTo>
                    <a:pt x="19812" y="154025"/>
                  </a:lnTo>
                  <a:lnTo>
                    <a:pt x="19812" y="180162"/>
                  </a:lnTo>
                  <a:lnTo>
                    <a:pt x="65798" y="180162"/>
                  </a:lnTo>
                  <a:lnTo>
                    <a:pt x="65798" y="154025"/>
                  </a:lnTo>
                  <a:close/>
                </a:path>
                <a:path w="169545" h="180340">
                  <a:moveTo>
                    <a:pt x="112890" y="106222"/>
                  </a:moveTo>
                  <a:lnTo>
                    <a:pt x="66903" y="106222"/>
                  </a:lnTo>
                  <a:lnTo>
                    <a:pt x="66903" y="132359"/>
                  </a:lnTo>
                  <a:lnTo>
                    <a:pt x="112890" y="132359"/>
                  </a:lnTo>
                  <a:lnTo>
                    <a:pt x="112890" y="106222"/>
                  </a:lnTo>
                  <a:close/>
                </a:path>
                <a:path w="169545" h="180340">
                  <a:moveTo>
                    <a:pt x="158864" y="8153"/>
                  </a:moveTo>
                  <a:lnTo>
                    <a:pt x="112877" y="8153"/>
                  </a:lnTo>
                  <a:lnTo>
                    <a:pt x="112877" y="34290"/>
                  </a:lnTo>
                  <a:lnTo>
                    <a:pt x="158864" y="34290"/>
                  </a:lnTo>
                  <a:lnTo>
                    <a:pt x="158864" y="8153"/>
                  </a:lnTo>
                  <a:close/>
                </a:path>
                <a:path w="169545" h="180340">
                  <a:moveTo>
                    <a:pt x="169252" y="67030"/>
                  </a:moveTo>
                  <a:lnTo>
                    <a:pt x="123266" y="67030"/>
                  </a:lnTo>
                  <a:lnTo>
                    <a:pt x="123266" y="93167"/>
                  </a:lnTo>
                  <a:lnTo>
                    <a:pt x="169252" y="93167"/>
                  </a:lnTo>
                  <a:lnTo>
                    <a:pt x="169252" y="67030"/>
                  </a:lnTo>
                  <a:close/>
                </a:path>
              </a:pathLst>
            </a:custGeom>
            <a:solidFill>
              <a:srgbClr val="3687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 descr=""/>
            <p:cNvSpPr/>
            <p:nvPr/>
          </p:nvSpPr>
          <p:spPr>
            <a:xfrm>
              <a:off x="10524770" y="8513197"/>
              <a:ext cx="166370" cy="146050"/>
            </a:xfrm>
            <a:custGeom>
              <a:avLst/>
              <a:gdLst/>
              <a:ahLst/>
              <a:cxnLst/>
              <a:rect l="l" t="t" r="r" b="b"/>
              <a:pathLst>
                <a:path w="166370" h="146050">
                  <a:moveTo>
                    <a:pt x="45986" y="41211"/>
                  </a:moveTo>
                  <a:lnTo>
                    <a:pt x="0" y="41211"/>
                  </a:lnTo>
                  <a:lnTo>
                    <a:pt x="0" y="67348"/>
                  </a:lnTo>
                  <a:lnTo>
                    <a:pt x="45986" y="67348"/>
                  </a:lnTo>
                  <a:lnTo>
                    <a:pt x="45986" y="41211"/>
                  </a:lnTo>
                  <a:close/>
                </a:path>
                <a:path w="166370" h="146050">
                  <a:moveTo>
                    <a:pt x="96926" y="0"/>
                  </a:moveTo>
                  <a:lnTo>
                    <a:pt x="50939" y="0"/>
                  </a:lnTo>
                  <a:lnTo>
                    <a:pt x="50939" y="26149"/>
                  </a:lnTo>
                  <a:lnTo>
                    <a:pt x="96926" y="26149"/>
                  </a:lnTo>
                  <a:lnTo>
                    <a:pt x="96926" y="0"/>
                  </a:lnTo>
                  <a:close/>
                </a:path>
                <a:path w="166370" h="146050">
                  <a:moveTo>
                    <a:pt x="165963" y="119735"/>
                  </a:moveTo>
                  <a:lnTo>
                    <a:pt x="119976" y="119735"/>
                  </a:lnTo>
                  <a:lnTo>
                    <a:pt x="119976" y="145872"/>
                  </a:lnTo>
                  <a:lnTo>
                    <a:pt x="165963" y="145872"/>
                  </a:lnTo>
                  <a:lnTo>
                    <a:pt x="165963" y="119735"/>
                  </a:lnTo>
                  <a:close/>
                </a:path>
              </a:pathLst>
            </a:custGeom>
            <a:solidFill>
              <a:srgbClr val="1D784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 descr=""/>
            <p:cNvSpPr/>
            <p:nvPr/>
          </p:nvSpPr>
          <p:spPr>
            <a:xfrm>
              <a:off x="11713256" y="8176149"/>
              <a:ext cx="127635" cy="287655"/>
            </a:xfrm>
            <a:custGeom>
              <a:avLst/>
              <a:gdLst/>
              <a:ahLst/>
              <a:cxnLst/>
              <a:rect l="l" t="t" r="r" b="b"/>
              <a:pathLst>
                <a:path w="127634" h="287654">
                  <a:moveTo>
                    <a:pt x="127200" y="0"/>
                  </a:moveTo>
                  <a:lnTo>
                    <a:pt x="0" y="0"/>
                  </a:lnTo>
                  <a:lnTo>
                    <a:pt x="0" y="287572"/>
                  </a:lnTo>
                  <a:lnTo>
                    <a:pt x="127200" y="287572"/>
                  </a:lnTo>
                  <a:lnTo>
                    <a:pt x="127200" y="0"/>
                  </a:lnTo>
                  <a:close/>
                </a:path>
              </a:pathLst>
            </a:custGeom>
            <a:solidFill>
              <a:srgbClr val="DBAB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 descr=""/>
            <p:cNvSpPr/>
            <p:nvPr/>
          </p:nvSpPr>
          <p:spPr>
            <a:xfrm>
              <a:off x="10533482" y="8199050"/>
              <a:ext cx="1341120" cy="259715"/>
            </a:xfrm>
            <a:custGeom>
              <a:avLst/>
              <a:gdLst/>
              <a:ahLst/>
              <a:cxnLst/>
              <a:rect l="l" t="t" r="r" b="b"/>
              <a:pathLst>
                <a:path w="1341120" h="259715">
                  <a:moveTo>
                    <a:pt x="33718" y="236296"/>
                  </a:moveTo>
                  <a:lnTo>
                    <a:pt x="0" y="236296"/>
                  </a:lnTo>
                  <a:lnTo>
                    <a:pt x="0" y="241782"/>
                  </a:lnTo>
                  <a:lnTo>
                    <a:pt x="33718" y="241782"/>
                  </a:lnTo>
                  <a:lnTo>
                    <a:pt x="33718" y="236296"/>
                  </a:lnTo>
                  <a:close/>
                </a:path>
                <a:path w="1341120" h="259715">
                  <a:moveTo>
                    <a:pt x="33718" y="196926"/>
                  </a:moveTo>
                  <a:lnTo>
                    <a:pt x="0" y="196926"/>
                  </a:lnTo>
                  <a:lnTo>
                    <a:pt x="0" y="202399"/>
                  </a:lnTo>
                  <a:lnTo>
                    <a:pt x="33718" y="202399"/>
                  </a:lnTo>
                  <a:lnTo>
                    <a:pt x="33718" y="196926"/>
                  </a:lnTo>
                  <a:close/>
                </a:path>
                <a:path w="1341120" h="259715">
                  <a:moveTo>
                    <a:pt x="33718" y="157543"/>
                  </a:moveTo>
                  <a:lnTo>
                    <a:pt x="0" y="157543"/>
                  </a:lnTo>
                  <a:lnTo>
                    <a:pt x="0" y="163017"/>
                  </a:lnTo>
                  <a:lnTo>
                    <a:pt x="33718" y="163017"/>
                  </a:lnTo>
                  <a:lnTo>
                    <a:pt x="33718" y="157543"/>
                  </a:lnTo>
                  <a:close/>
                </a:path>
                <a:path w="1341120" h="259715">
                  <a:moveTo>
                    <a:pt x="33718" y="118160"/>
                  </a:moveTo>
                  <a:lnTo>
                    <a:pt x="0" y="118160"/>
                  </a:lnTo>
                  <a:lnTo>
                    <a:pt x="0" y="123634"/>
                  </a:lnTo>
                  <a:lnTo>
                    <a:pt x="33718" y="123634"/>
                  </a:lnTo>
                  <a:lnTo>
                    <a:pt x="33718" y="118160"/>
                  </a:lnTo>
                  <a:close/>
                </a:path>
                <a:path w="1341120" h="259715">
                  <a:moveTo>
                    <a:pt x="33718" y="78765"/>
                  </a:moveTo>
                  <a:lnTo>
                    <a:pt x="0" y="78765"/>
                  </a:lnTo>
                  <a:lnTo>
                    <a:pt x="0" y="84239"/>
                  </a:lnTo>
                  <a:lnTo>
                    <a:pt x="33718" y="84239"/>
                  </a:lnTo>
                  <a:lnTo>
                    <a:pt x="33718" y="78765"/>
                  </a:lnTo>
                  <a:close/>
                </a:path>
                <a:path w="1341120" h="259715">
                  <a:moveTo>
                    <a:pt x="33718" y="39382"/>
                  </a:moveTo>
                  <a:lnTo>
                    <a:pt x="0" y="39382"/>
                  </a:lnTo>
                  <a:lnTo>
                    <a:pt x="0" y="44856"/>
                  </a:lnTo>
                  <a:lnTo>
                    <a:pt x="33718" y="44856"/>
                  </a:lnTo>
                  <a:lnTo>
                    <a:pt x="33718" y="39382"/>
                  </a:lnTo>
                  <a:close/>
                </a:path>
                <a:path w="1341120" h="259715">
                  <a:moveTo>
                    <a:pt x="33718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33718" y="5486"/>
                  </a:lnTo>
                  <a:lnTo>
                    <a:pt x="33718" y="0"/>
                  </a:lnTo>
                  <a:close/>
                </a:path>
                <a:path w="1341120" h="259715">
                  <a:moveTo>
                    <a:pt x="152666" y="253631"/>
                  </a:moveTo>
                  <a:lnTo>
                    <a:pt x="35623" y="253631"/>
                  </a:lnTo>
                  <a:lnTo>
                    <a:pt x="35623" y="259105"/>
                  </a:lnTo>
                  <a:lnTo>
                    <a:pt x="152666" y="259105"/>
                  </a:lnTo>
                  <a:lnTo>
                    <a:pt x="152666" y="253631"/>
                  </a:lnTo>
                  <a:close/>
                </a:path>
                <a:path w="1341120" h="259715">
                  <a:moveTo>
                    <a:pt x="152666" y="214249"/>
                  </a:moveTo>
                  <a:lnTo>
                    <a:pt x="35623" y="214249"/>
                  </a:lnTo>
                  <a:lnTo>
                    <a:pt x="35623" y="219722"/>
                  </a:lnTo>
                  <a:lnTo>
                    <a:pt x="152666" y="219722"/>
                  </a:lnTo>
                  <a:lnTo>
                    <a:pt x="152666" y="214249"/>
                  </a:lnTo>
                  <a:close/>
                </a:path>
                <a:path w="1341120" h="259715">
                  <a:moveTo>
                    <a:pt x="152666" y="174853"/>
                  </a:moveTo>
                  <a:lnTo>
                    <a:pt x="35623" y="174853"/>
                  </a:lnTo>
                  <a:lnTo>
                    <a:pt x="35623" y="180340"/>
                  </a:lnTo>
                  <a:lnTo>
                    <a:pt x="152666" y="180340"/>
                  </a:lnTo>
                  <a:lnTo>
                    <a:pt x="152666" y="174853"/>
                  </a:lnTo>
                  <a:close/>
                </a:path>
                <a:path w="1341120" h="259715">
                  <a:moveTo>
                    <a:pt x="152666" y="135483"/>
                  </a:moveTo>
                  <a:lnTo>
                    <a:pt x="35623" y="135483"/>
                  </a:lnTo>
                  <a:lnTo>
                    <a:pt x="35623" y="140957"/>
                  </a:lnTo>
                  <a:lnTo>
                    <a:pt x="152666" y="140957"/>
                  </a:lnTo>
                  <a:lnTo>
                    <a:pt x="152666" y="135483"/>
                  </a:lnTo>
                  <a:close/>
                </a:path>
                <a:path w="1341120" h="259715">
                  <a:moveTo>
                    <a:pt x="152666" y="96100"/>
                  </a:moveTo>
                  <a:lnTo>
                    <a:pt x="35623" y="96100"/>
                  </a:lnTo>
                  <a:lnTo>
                    <a:pt x="35623" y="101574"/>
                  </a:lnTo>
                  <a:lnTo>
                    <a:pt x="152666" y="101574"/>
                  </a:lnTo>
                  <a:lnTo>
                    <a:pt x="152666" y="96100"/>
                  </a:lnTo>
                  <a:close/>
                </a:path>
                <a:path w="1341120" h="259715">
                  <a:moveTo>
                    <a:pt x="152666" y="56705"/>
                  </a:moveTo>
                  <a:lnTo>
                    <a:pt x="35623" y="56705"/>
                  </a:lnTo>
                  <a:lnTo>
                    <a:pt x="35623" y="62179"/>
                  </a:lnTo>
                  <a:lnTo>
                    <a:pt x="152666" y="62179"/>
                  </a:lnTo>
                  <a:lnTo>
                    <a:pt x="152666" y="56705"/>
                  </a:lnTo>
                  <a:close/>
                </a:path>
                <a:path w="1341120" h="259715">
                  <a:moveTo>
                    <a:pt x="152666" y="17322"/>
                  </a:moveTo>
                  <a:lnTo>
                    <a:pt x="35623" y="17322"/>
                  </a:lnTo>
                  <a:lnTo>
                    <a:pt x="35623" y="22796"/>
                  </a:lnTo>
                  <a:lnTo>
                    <a:pt x="152666" y="22796"/>
                  </a:lnTo>
                  <a:lnTo>
                    <a:pt x="152666" y="17322"/>
                  </a:lnTo>
                  <a:close/>
                </a:path>
                <a:path w="1341120" h="259715">
                  <a:moveTo>
                    <a:pt x="1305064" y="253631"/>
                  </a:moveTo>
                  <a:lnTo>
                    <a:pt x="1188021" y="253631"/>
                  </a:lnTo>
                  <a:lnTo>
                    <a:pt x="1188021" y="259105"/>
                  </a:lnTo>
                  <a:lnTo>
                    <a:pt x="1305064" y="259105"/>
                  </a:lnTo>
                  <a:lnTo>
                    <a:pt x="1305064" y="253631"/>
                  </a:lnTo>
                  <a:close/>
                </a:path>
                <a:path w="1341120" h="259715">
                  <a:moveTo>
                    <a:pt x="1305064" y="214249"/>
                  </a:moveTo>
                  <a:lnTo>
                    <a:pt x="1188021" y="214249"/>
                  </a:lnTo>
                  <a:lnTo>
                    <a:pt x="1188021" y="219722"/>
                  </a:lnTo>
                  <a:lnTo>
                    <a:pt x="1305064" y="219722"/>
                  </a:lnTo>
                  <a:lnTo>
                    <a:pt x="1305064" y="214249"/>
                  </a:lnTo>
                  <a:close/>
                </a:path>
                <a:path w="1341120" h="259715">
                  <a:moveTo>
                    <a:pt x="1305064" y="174853"/>
                  </a:moveTo>
                  <a:lnTo>
                    <a:pt x="1188021" y="174853"/>
                  </a:lnTo>
                  <a:lnTo>
                    <a:pt x="1188021" y="180340"/>
                  </a:lnTo>
                  <a:lnTo>
                    <a:pt x="1305064" y="180340"/>
                  </a:lnTo>
                  <a:lnTo>
                    <a:pt x="1305064" y="174853"/>
                  </a:lnTo>
                  <a:close/>
                </a:path>
                <a:path w="1341120" h="259715">
                  <a:moveTo>
                    <a:pt x="1305064" y="135483"/>
                  </a:moveTo>
                  <a:lnTo>
                    <a:pt x="1188021" y="135483"/>
                  </a:lnTo>
                  <a:lnTo>
                    <a:pt x="1188021" y="140957"/>
                  </a:lnTo>
                  <a:lnTo>
                    <a:pt x="1305064" y="140957"/>
                  </a:lnTo>
                  <a:lnTo>
                    <a:pt x="1305064" y="135483"/>
                  </a:lnTo>
                  <a:close/>
                </a:path>
                <a:path w="1341120" h="259715">
                  <a:moveTo>
                    <a:pt x="1305064" y="96100"/>
                  </a:moveTo>
                  <a:lnTo>
                    <a:pt x="1188021" y="96100"/>
                  </a:lnTo>
                  <a:lnTo>
                    <a:pt x="1188021" y="101574"/>
                  </a:lnTo>
                  <a:lnTo>
                    <a:pt x="1305064" y="101574"/>
                  </a:lnTo>
                  <a:lnTo>
                    <a:pt x="1305064" y="96100"/>
                  </a:lnTo>
                  <a:close/>
                </a:path>
                <a:path w="1341120" h="259715">
                  <a:moveTo>
                    <a:pt x="1305064" y="56705"/>
                  </a:moveTo>
                  <a:lnTo>
                    <a:pt x="1188021" y="56705"/>
                  </a:lnTo>
                  <a:lnTo>
                    <a:pt x="1188021" y="62179"/>
                  </a:lnTo>
                  <a:lnTo>
                    <a:pt x="1305064" y="62179"/>
                  </a:lnTo>
                  <a:lnTo>
                    <a:pt x="1305064" y="56705"/>
                  </a:lnTo>
                  <a:close/>
                </a:path>
                <a:path w="1341120" h="259715">
                  <a:moveTo>
                    <a:pt x="1305064" y="17322"/>
                  </a:moveTo>
                  <a:lnTo>
                    <a:pt x="1188021" y="17322"/>
                  </a:lnTo>
                  <a:lnTo>
                    <a:pt x="1188021" y="22796"/>
                  </a:lnTo>
                  <a:lnTo>
                    <a:pt x="1305064" y="22796"/>
                  </a:lnTo>
                  <a:lnTo>
                    <a:pt x="1305064" y="17322"/>
                  </a:lnTo>
                  <a:close/>
                </a:path>
                <a:path w="1341120" h="259715">
                  <a:moveTo>
                    <a:pt x="1340688" y="236296"/>
                  </a:moveTo>
                  <a:lnTo>
                    <a:pt x="1306969" y="236296"/>
                  </a:lnTo>
                  <a:lnTo>
                    <a:pt x="1306969" y="241782"/>
                  </a:lnTo>
                  <a:lnTo>
                    <a:pt x="1340688" y="241782"/>
                  </a:lnTo>
                  <a:lnTo>
                    <a:pt x="1340688" y="236296"/>
                  </a:lnTo>
                  <a:close/>
                </a:path>
                <a:path w="1341120" h="259715">
                  <a:moveTo>
                    <a:pt x="1340688" y="196926"/>
                  </a:moveTo>
                  <a:lnTo>
                    <a:pt x="1306969" y="196926"/>
                  </a:lnTo>
                  <a:lnTo>
                    <a:pt x="1306969" y="202399"/>
                  </a:lnTo>
                  <a:lnTo>
                    <a:pt x="1340688" y="202399"/>
                  </a:lnTo>
                  <a:lnTo>
                    <a:pt x="1340688" y="196926"/>
                  </a:lnTo>
                  <a:close/>
                </a:path>
                <a:path w="1341120" h="259715">
                  <a:moveTo>
                    <a:pt x="1340688" y="157543"/>
                  </a:moveTo>
                  <a:lnTo>
                    <a:pt x="1306969" y="157543"/>
                  </a:lnTo>
                  <a:lnTo>
                    <a:pt x="1306969" y="163017"/>
                  </a:lnTo>
                  <a:lnTo>
                    <a:pt x="1340688" y="163017"/>
                  </a:lnTo>
                  <a:lnTo>
                    <a:pt x="1340688" y="157543"/>
                  </a:lnTo>
                  <a:close/>
                </a:path>
                <a:path w="1341120" h="259715">
                  <a:moveTo>
                    <a:pt x="1340688" y="118160"/>
                  </a:moveTo>
                  <a:lnTo>
                    <a:pt x="1306969" y="118160"/>
                  </a:lnTo>
                  <a:lnTo>
                    <a:pt x="1306969" y="123634"/>
                  </a:lnTo>
                  <a:lnTo>
                    <a:pt x="1340688" y="123634"/>
                  </a:lnTo>
                  <a:lnTo>
                    <a:pt x="1340688" y="118160"/>
                  </a:lnTo>
                  <a:close/>
                </a:path>
                <a:path w="1341120" h="259715">
                  <a:moveTo>
                    <a:pt x="1340688" y="78765"/>
                  </a:moveTo>
                  <a:lnTo>
                    <a:pt x="1306969" y="78765"/>
                  </a:lnTo>
                  <a:lnTo>
                    <a:pt x="1306969" y="84239"/>
                  </a:lnTo>
                  <a:lnTo>
                    <a:pt x="1340688" y="84239"/>
                  </a:lnTo>
                  <a:lnTo>
                    <a:pt x="1340688" y="78765"/>
                  </a:lnTo>
                  <a:close/>
                </a:path>
                <a:path w="1341120" h="259715">
                  <a:moveTo>
                    <a:pt x="1340688" y="39382"/>
                  </a:moveTo>
                  <a:lnTo>
                    <a:pt x="1306969" y="39382"/>
                  </a:lnTo>
                  <a:lnTo>
                    <a:pt x="1306969" y="44856"/>
                  </a:lnTo>
                  <a:lnTo>
                    <a:pt x="1340688" y="44856"/>
                  </a:lnTo>
                  <a:lnTo>
                    <a:pt x="1340688" y="39382"/>
                  </a:lnTo>
                  <a:close/>
                </a:path>
                <a:path w="1341120" h="259715">
                  <a:moveTo>
                    <a:pt x="1340688" y="0"/>
                  </a:moveTo>
                  <a:lnTo>
                    <a:pt x="1306969" y="0"/>
                  </a:lnTo>
                  <a:lnTo>
                    <a:pt x="1306969" y="5486"/>
                  </a:lnTo>
                  <a:lnTo>
                    <a:pt x="1340688" y="5486"/>
                  </a:lnTo>
                  <a:lnTo>
                    <a:pt x="1340688" y="0"/>
                  </a:lnTo>
                  <a:close/>
                </a:path>
              </a:pathLst>
            </a:custGeom>
            <a:solidFill>
              <a:srgbClr val="CFA0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 descr=""/>
            <p:cNvSpPr/>
            <p:nvPr/>
          </p:nvSpPr>
          <p:spPr>
            <a:xfrm>
              <a:off x="10629459" y="6545574"/>
              <a:ext cx="1147445" cy="1019175"/>
            </a:xfrm>
            <a:custGeom>
              <a:avLst/>
              <a:gdLst/>
              <a:ahLst/>
              <a:cxnLst/>
              <a:rect l="l" t="t" r="r" b="b"/>
              <a:pathLst>
                <a:path w="1147445" h="1019175">
                  <a:moveTo>
                    <a:pt x="1147116" y="0"/>
                  </a:moveTo>
                  <a:lnTo>
                    <a:pt x="574820" y="0"/>
                  </a:lnTo>
                  <a:lnTo>
                    <a:pt x="0" y="0"/>
                  </a:lnTo>
                  <a:lnTo>
                    <a:pt x="0" y="1018649"/>
                  </a:lnTo>
                  <a:lnTo>
                    <a:pt x="191041" y="999529"/>
                  </a:lnTo>
                  <a:lnTo>
                    <a:pt x="199868" y="980399"/>
                  </a:lnTo>
                  <a:lnTo>
                    <a:pt x="187514" y="915998"/>
                  </a:lnTo>
                  <a:lnTo>
                    <a:pt x="180473" y="875440"/>
                  </a:lnTo>
                  <a:lnTo>
                    <a:pt x="176114" y="841544"/>
                  </a:lnTo>
                  <a:lnTo>
                    <a:pt x="171806" y="797127"/>
                  </a:lnTo>
                  <a:lnTo>
                    <a:pt x="170897" y="743012"/>
                  </a:lnTo>
                  <a:lnTo>
                    <a:pt x="176880" y="691931"/>
                  </a:lnTo>
                  <a:lnTo>
                    <a:pt x="187342" y="644573"/>
                  </a:lnTo>
                  <a:lnTo>
                    <a:pt x="199868" y="601625"/>
                  </a:lnTo>
                  <a:lnTo>
                    <a:pt x="218085" y="556146"/>
                  </a:lnTo>
                  <a:lnTo>
                    <a:pt x="242980" y="506661"/>
                  </a:lnTo>
                  <a:lnTo>
                    <a:pt x="268204" y="462078"/>
                  </a:lnTo>
                  <a:lnTo>
                    <a:pt x="307862" y="406351"/>
                  </a:lnTo>
                  <a:lnTo>
                    <a:pt x="342154" y="370337"/>
                  </a:lnTo>
                  <a:lnTo>
                    <a:pt x="383437" y="331381"/>
                  </a:lnTo>
                  <a:lnTo>
                    <a:pt x="424867" y="297603"/>
                  </a:lnTo>
                  <a:lnTo>
                    <a:pt x="459598" y="277122"/>
                  </a:lnTo>
                  <a:lnTo>
                    <a:pt x="528406" y="259700"/>
                  </a:lnTo>
                  <a:lnTo>
                    <a:pt x="572893" y="254096"/>
                  </a:lnTo>
                  <a:lnTo>
                    <a:pt x="586389" y="257581"/>
                  </a:lnTo>
                  <a:lnTo>
                    <a:pt x="647421" y="275368"/>
                  </a:lnTo>
                  <a:lnTo>
                    <a:pt x="717277" y="308247"/>
                  </a:lnTo>
                  <a:lnTo>
                    <a:pt x="757587" y="341989"/>
                  </a:lnTo>
                  <a:lnTo>
                    <a:pt x="797535" y="380901"/>
                  </a:lnTo>
                  <a:lnTo>
                    <a:pt x="830708" y="416879"/>
                  </a:lnTo>
                  <a:lnTo>
                    <a:pt x="869277" y="472779"/>
                  </a:lnTo>
                  <a:lnTo>
                    <a:pt x="893136" y="517776"/>
                  </a:lnTo>
                  <a:lnTo>
                    <a:pt x="916667" y="567675"/>
                  </a:lnTo>
                  <a:lnTo>
                    <a:pt x="934264" y="613342"/>
                  </a:lnTo>
                  <a:lnTo>
                    <a:pt x="945768" y="654460"/>
                  </a:lnTo>
                  <a:lnTo>
                    <a:pt x="953980" y="697790"/>
                  </a:lnTo>
                  <a:lnTo>
                    <a:pt x="957713" y="744842"/>
                  </a:lnTo>
                  <a:lnTo>
                    <a:pt x="955782" y="797127"/>
                  </a:lnTo>
                  <a:lnTo>
                    <a:pt x="948493" y="856928"/>
                  </a:lnTo>
                  <a:lnTo>
                    <a:pt x="939166" y="916465"/>
                  </a:lnTo>
                  <a:lnTo>
                    <a:pt x="931128" y="962151"/>
                  </a:lnTo>
                  <a:lnTo>
                    <a:pt x="927709" y="980399"/>
                  </a:lnTo>
                  <a:lnTo>
                    <a:pt x="956075" y="974462"/>
                  </a:lnTo>
                  <a:lnTo>
                    <a:pt x="972336" y="1006566"/>
                  </a:lnTo>
                  <a:lnTo>
                    <a:pt x="1147116" y="1004126"/>
                  </a:lnTo>
                  <a:lnTo>
                    <a:pt x="1147116" y="0"/>
                  </a:lnTo>
                  <a:close/>
                </a:path>
              </a:pathLst>
            </a:custGeom>
            <a:solidFill>
              <a:srgbClr val="DBAB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 descr=""/>
            <p:cNvSpPr/>
            <p:nvPr/>
          </p:nvSpPr>
          <p:spPr>
            <a:xfrm>
              <a:off x="10708035" y="6682943"/>
              <a:ext cx="986155" cy="875665"/>
            </a:xfrm>
            <a:custGeom>
              <a:avLst/>
              <a:gdLst/>
              <a:ahLst/>
              <a:cxnLst/>
              <a:rect l="l" t="t" r="r" b="b"/>
              <a:pathLst>
                <a:path w="986154" h="875665">
                  <a:moveTo>
                    <a:pt x="492969" y="0"/>
                  </a:moveTo>
                  <a:lnTo>
                    <a:pt x="450433" y="2277"/>
                  </a:lnTo>
                  <a:lnTo>
                    <a:pt x="408902" y="8985"/>
                  </a:lnTo>
                  <a:lnTo>
                    <a:pt x="368524" y="19938"/>
                  </a:lnTo>
                  <a:lnTo>
                    <a:pt x="329446" y="34949"/>
                  </a:lnTo>
                  <a:lnTo>
                    <a:pt x="291818" y="53832"/>
                  </a:lnTo>
                  <a:lnTo>
                    <a:pt x="255786" y="76401"/>
                  </a:lnTo>
                  <a:lnTo>
                    <a:pt x="221499" y="102470"/>
                  </a:lnTo>
                  <a:lnTo>
                    <a:pt x="189104" y="131852"/>
                  </a:lnTo>
                  <a:lnTo>
                    <a:pt x="158751" y="164361"/>
                  </a:lnTo>
                  <a:lnTo>
                    <a:pt x="130585" y="199810"/>
                  </a:lnTo>
                  <a:lnTo>
                    <a:pt x="104757" y="238015"/>
                  </a:lnTo>
                  <a:lnTo>
                    <a:pt x="81413" y="278787"/>
                  </a:lnTo>
                  <a:lnTo>
                    <a:pt x="60701" y="321942"/>
                  </a:lnTo>
                  <a:lnTo>
                    <a:pt x="42770" y="367292"/>
                  </a:lnTo>
                  <a:lnTo>
                    <a:pt x="27767" y="414652"/>
                  </a:lnTo>
                  <a:lnTo>
                    <a:pt x="15841" y="463835"/>
                  </a:lnTo>
                  <a:lnTo>
                    <a:pt x="7139" y="514656"/>
                  </a:lnTo>
                  <a:lnTo>
                    <a:pt x="1809" y="566927"/>
                  </a:lnTo>
                  <a:lnTo>
                    <a:pt x="0" y="620462"/>
                  </a:lnTo>
                  <a:lnTo>
                    <a:pt x="1839" y="674440"/>
                  </a:lnTo>
                  <a:lnTo>
                    <a:pt x="7256" y="727131"/>
                  </a:lnTo>
                  <a:lnTo>
                    <a:pt x="16101" y="778343"/>
                  </a:lnTo>
                  <a:lnTo>
                    <a:pt x="28220" y="827884"/>
                  </a:lnTo>
                  <a:lnTo>
                    <a:pt x="43464" y="875564"/>
                  </a:lnTo>
                  <a:lnTo>
                    <a:pt x="112467" y="862162"/>
                  </a:lnTo>
                  <a:lnTo>
                    <a:pt x="121294" y="843031"/>
                  </a:lnTo>
                  <a:lnTo>
                    <a:pt x="108940" y="778630"/>
                  </a:lnTo>
                  <a:lnTo>
                    <a:pt x="101898" y="738073"/>
                  </a:lnTo>
                  <a:lnTo>
                    <a:pt x="97536" y="704176"/>
                  </a:lnTo>
                  <a:lnTo>
                    <a:pt x="93222" y="659760"/>
                  </a:lnTo>
                  <a:lnTo>
                    <a:pt x="92319" y="605644"/>
                  </a:lnTo>
                  <a:lnTo>
                    <a:pt x="98305" y="554564"/>
                  </a:lnTo>
                  <a:lnTo>
                    <a:pt x="108768" y="507206"/>
                  </a:lnTo>
                  <a:lnTo>
                    <a:pt x="121294" y="464258"/>
                  </a:lnTo>
                  <a:lnTo>
                    <a:pt x="139507" y="418778"/>
                  </a:lnTo>
                  <a:lnTo>
                    <a:pt x="164403" y="369293"/>
                  </a:lnTo>
                  <a:lnTo>
                    <a:pt x="189629" y="324710"/>
                  </a:lnTo>
                  <a:lnTo>
                    <a:pt x="229288" y="268984"/>
                  </a:lnTo>
                  <a:lnTo>
                    <a:pt x="263580" y="232969"/>
                  </a:lnTo>
                  <a:lnTo>
                    <a:pt x="304862" y="194014"/>
                  </a:lnTo>
                  <a:lnTo>
                    <a:pt x="346288" y="160236"/>
                  </a:lnTo>
                  <a:lnTo>
                    <a:pt x="381014" y="139754"/>
                  </a:lnTo>
                  <a:lnTo>
                    <a:pt x="449827" y="122328"/>
                  </a:lnTo>
                  <a:lnTo>
                    <a:pt x="494320" y="116729"/>
                  </a:lnTo>
                  <a:lnTo>
                    <a:pt x="507816" y="120209"/>
                  </a:lnTo>
                  <a:lnTo>
                    <a:pt x="568847" y="137999"/>
                  </a:lnTo>
                  <a:lnTo>
                    <a:pt x="638704" y="170875"/>
                  </a:lnTo>
                  <a:lnTo>
                    <a:pt x="679014" y="204614"/>
                  </a:lnTo>
                  <a:lnTo>
                    <a:pt x="718961" y="243526"/>
                  </a:lnTo>
                  <a:lnTo>
                    <a:pt x="752135" y="279507"/>
                  </a:lnTo>
                  <a:lnTo>
                    <a:pt x="790703" y="335411"/>
                  </a:lnTo>
                  <a:lnTo>
                    <a:pt x="814561" y="380408"/>
                  </a:lnTo>
                  <a:lnTo>
                    <a:pt x="838089" y="430307"/>
                  </a:lnTo>
                  <a:lnTo>
                    <a:pt x="855680" y="475975"/>
                  </a:lnTo>
                  <a:lnTo>
                    <a:pt x="867190" y="517092"/>
                  </a:lnTo>
                  <a:lnTo>
                    <a:pt x="875403" y="560422"/>
                  </a:lnTo>
                  <a:lnTo>
                    <a:pt x="879135" y="607475"/>
                  </a:lnTo>
                  <a:lnTo>
                    <a:pt x="877198" y="659760"/>
                  </a:lnTo>
                  <a:lnTo>
                    <a:pt x="869911" y="719561"/>
                  </a:lnTo>
                  <a:lnTo>
                    <a:pt x="860587" y="779098"/>
                  </a:lnTo>
                  <a:lnTo>
                    <a:pt x="852553" y="824783"/>
                  </a:lnTo>
                  <a:lnTo>
                    <a:pt x="849136" y="843031"/>
                  </a:lnTo>
                  <a:lnTo>
                    <a:pt x="877502" y="837094"/>
                  </a:lnTo>
                  <a:lnTo>
                    <a:pt x="895784" y="873188"/>
                  </a:lnTo>
                  <a:lnTo>
                    <a:pt x="942547" y="875376"/>
                  </a:lnTo>
                  <a:lnTo>
                    <a:pt x="957763" y="827729"/>
                  </a:lnTo>
                  <a:lnTo>
                    <a:pt x="969862" y="778222"/>
                  </a:lnTo>
                  <a:lnTo>
                    <a:pt x="978692" y="727048"/>
                  </a:lnTo>
                  <a:lnTo>
                    <a:pt x="984101" y="674397"/>
                  </a:lnTo>
                  <a:lnTo>
                    <a:pt x="985938" y="620462"/>
                  </a:lnTo>
                  <a:lnTo>
                    <a:pt x="984129" y="566927"/>
                  </a:lnTo>
                  <a:lnTo>
                    <a:pt x="978799" y="514656"/>
                  </a:lnTo>
                  <a:lnTo>
                    <a:pt x="970097" y="463835"/>
                  </a:lnTo>
                  <a:lnTo>
                    <a:pt x="958170" y="414652"/>
                  </a:lnTo>
                  <a:lnTo>
                    <a:pt x="943168" y="367292"/>
                  </a:lnTo>
                  <a:lnTo>
                    <a:pt x="925237" y="321942"/>
                  </a:lnTo>
                  <a:lnTo>
                    <a:pt x="904525" y="278787"/>
                  </a:lnTo>
                  <a:lnTo>
                    <a:pt x="881181" y="238015"/>
                  </a:lnTo>
                  <a:lnTo>
                    <a:pt x="855352" y="199810"/>
                  </a:lnTo>
                  <a:lnTo>
                    <a:pt x="827187" y="164361"/>
                  </a:lnTo>
                  <a:lnTo>
                    <a:pt x="796833" y="131852"/>
                  </a:lnTo>
                  <a:lnTo>
                    <a:pt x="764439" y="102470"/>
                  </a:lnTo>
                  <a:lnTo>
                    <a:pt x="730152" y="76401"/>
                  </a:lnTo>
                  <a:lnTo>
                    <a:pt x="694120" y="53832"/>
                  </a:lnTo>
                  <a:lnTo>
                    <a:pt x="656491" y="34949"/>
                  </a:lnTo>
                  <a:lnTo>
                    <a:pt x="617414" y="19938"/>
                  </a:lnTo>
                  <a:lnTo>
                    <a:pt x="577036" y="8985"/>
                  </a:lnTo>
                  <a:lnTo>
                    <a:pt x="535505" y="2277"/>
                  </a:lnTo>
                  <a:lnTo>
                    <a:pt x="492969" y="0"/>
                  </a:lnTo>
                  <a:close/>
                </a:path>
              </a:pathLst>
            </a:custGeom>
            <a:solidFill>
              <a:srgbClr val="B97C3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 descr=""/>
            <p:cNvSpPr/>
            <p:nvPr/>
          </p:nvSpPr>
          <p:spPr>
            <a:xfrm>
              <a:off x="10738514" y="6720285"/>
              <a:ext cx="913130" cy="823594"/>
            </a:xfrm>
            <a:custGeom>
              <a:avLst/>
              <a:gdLst/>
              <a:ahLst/>
              <a:cxnLst/>
              <a:rect l="l" t="t" r="r" b="b"/>
              <a:pathLst>
                <a:path w="913129" h="823595">
                  <a:moveTo>
                    <a:pt x="462194" y="0"/>
                  </a:moveTo>
                  <a:lnTo>
                    <a:pt x="450843" y="0"/>
                  </a:lnTo>
                  <a:lnTo>
                    <a:pt x="448498" y="261"/>
                  </a:lnTo>
                  <a:lnTo>
                    <a:pt x="393309" y="14713"/>
                  </a:lnTo>
                  <a:lnTo>
                    <a:pt x="344557" y="31598"/>
                  </a:lnTo>
                  <a:lnTo>
                    <a:pt x="299703" y="51573"/>
                  </a:lnTo>
                  <a:lnTo>
                    <a:pt x="258514" y="74768"/>
                  </a:lnTo>
                  <a:lnTo>
                    <a:pt x="220753" y="101314"/>
                  </a:lnTo>
                  <a:lnTo>
                    <a:pt x="186187" y="131344"/>
                  </a:lnTo>
                  <a:lnTo>
                    <a:pt x="154556" y="165017"/>
                  </a:lnTo>
                  <a:lnTo>
                    <a:pt x="108635" y="225754"/>
                  </a:lnTo>
                  <a:lnTo>
                    <a:pt x="81317" y="270162"/>
                  </a:lnTo>
                  <a:lnTo>
                    <a:pt x="57608" y="316394"/>
                  </a:lnTo>
                  <a:lnTo>
                    <a:pt x="37643" y="364159"/>
                  </a:lnTo>
                  <a:lnTo>
                    <a:pt x="21557" y="413167"/>
                  </a:lnTo>
                  <a:lnTo>
                    <a:pt x="9485" y="463127"/>
                  </a:lnTo>
                  <a:lnTo>
                    <a:pt x="2789" y="508695"/>
                  </a:lnTo>
                  <a:lnTo>
                    <a:pt x="0" y="556309"/>
                  </a:lnTo>
                  <a:lnTo>
                    <a:pt x="646" y="605038"/>
                  </a:lnTo>
                  <a:lnTo>
                    <a:pt x="4259" y="653948"/>
                  </a:lnTo>
                  <a:lnTo>
                    <a:pt x="10370" y="702106"/>
                  </a:lnTo>
                  <a:lnTo>
                    <a:pt x="18509" y="748580"/>
                  </a:lnTo>
                  <a:lnTo>
                    <a:pt x="28207" y="792436"/>
                  </a:lnTo>
                  <a:lnTo>
                    <a:pt x="60411" y="823315"/>
                  </a:lnTo>
                  <a:lnTo>
                    <a:pt x="75347" y="821105"/>
                  </a:lnTo>
                  <a:lnTo>
                    <a:pt x="99772" y="785372"/>
                  </a:lnTo>
                  <a:lnTo>
                    <a:pt x="88844" y="724327"/>
                  </a:lnTo>
                  <a:lnTo>
                    <a:pt x="80860" y="676317"/>
                  </a:lnTo>
                  <a:lnTo>
                    <a:pt x="75343" y="626588"/>
                  </a:lnTo>
                  <a:lnTo>
                    <a:pt x="73006" y="576674"/>
                  </a:lnTo>
                  <a:lnTo>
                    <a:pt x="74564" y="528108"/>
                  </a:lnTo>
                  <a:lnTo>
                    <a:pt x="80729" y="482425"/>
                  </a:lnTo>
                  <a:lnTo>
                    <a:pt x="93611" y="431055"/>
                  </a:lnTo>
                  <a:lnTo>
                    <a:pt x="111503" y="380823"/>
                  </a:lnTo>
                  <a:lnTo>
                    <a:pt x="134205" y="332159"/>
                  </a:lnTo>
                  <a:lnTo>
                    <a:pt x="161513" y="285497"/>
                  </a:lnTo>
                  <a:lnTo>
                    <a:pt x="193228" y="241270"/>
                  </a:lnTo>
                  <a:lnTo>
                    <a:pt x="237010" y="193156"/>
                  </a:lnTo>
                  <a:lnTo>
                    <a:pt x="271142" y="164989"/>
                  </a:lnTo>
                  <a:lnTo>
                    <a:pt x="309044" y="140514"/>
                  </a:lnTo>
                  <a:lnTo>
                    <a:pt x="351137" y="119483"/>
                  </a:lnTo>
                  <a:lnTo>
                    <a:pt x="397670" y="101763"/>
                  </a:lnTo>
                  <a:lnTo>
                    <a:pt x="448937" y="87191"/>
                  </a:lnTo>
                  <a:lnTo>
                    <a:pt x="453932" y="85976"/>
                  </a:lnTo>
                  <a:lnTo>
                    <a:pt x="670466" y="85976"/>
                  </a:lnTo>
                  <a:lnTo>
                    <a:pt x="654523" y="74768"/>
                  </a:lnTo>
                  <a:lnTo>
                    <a:pt x="613334" y="51573"/>
                  </a:lnTo>
                  <a:lnTo>
                    <a:pt x="568480" y="31598"/>
                  </a:lnTo>
                  <a:lnTo>
                    <a:pt x="519728" y="14713"/>
                  </a:lnTo>
                  <a:lnTo>
                    <a:pt x="466843" y="785"/>
                  </a:lnTo>
                  <a:lnTo>
                    <a:pt x="464539" y="261"/>
                  </a:lnTo>
                  <a:lnTo>
                    <a:pt x="462194" y="0"/>
                  </a:lnTo>
                  <a:close/>
                </a:path>
                <a:path w="913129" h="823595">
                  <a:moveTo>
                    <a:pt x="670466" y="85976"/>
                  </a:moveTo>
                  <a:lnTo>
                    <a:pt x="459094" y="85976"/>
                  </a:lnTo>
                  <a:lnTo>
                    <a:pt x="464099" y="87191"/>
                  </a:lnTo>
                  <a:lnTo>
                    <a:pt x="515363" y="101763"/>
                  </a:lnTo>
                  <a:lnTo>
                    <a:pt x="561895" y="119483"/>
                  </a:lnTo>
                  <a:lnTo>
                    <a:pt x="603988" y="140514"/>
                  </a:lnTo>
                  <a:lnTo>
                    <a:pt x="641932" y="165017"/>
                  </a:lnTo>
                  <a:lnTo>
                    <a:pt x="676020" y="193156"/>
                  </a:lnTo>
                  <a:lnTo>
                    <a:pt x="706542" y="225092"/>
                  </a:lnTo>
                  <a:lnTo>
                    <a:pt x="751519" y="285497"/>
                  </a:lnTo>
                  <a:lnTo>
                    <a:pt x="778828" y="332159"/>
                  </a:lnTo>
                  <a:lnTo>
                    <a:pt x="801530" y="380823"/>
                  </a:lnTo>
                  <a:lnTo>
                    <a:pt x="819425" y="431055"/>
                  </a:lnTo>
                  <a:lnTo>
                    <a:pt x="832308" y="482425"/>
                  </a:lnTo>
                  <a:lnTo>
                    <a:pt x="838473" y="528108"/>
                  </a:lnTo>
                  <a:lnTo>
                    <a:pt x="840030" y="576674"/>
                  </a:lnTo>
                  <a:lnTo>
                    <a:pt x="837694" y="626588"/>
                  </a:lnTo>
                  <a:lnTo>
                    <a:pt x="832177" y="676317"/>
                  </a:lnTo>
                  <a:lnTo>
                    <a:pt x="824193" y="724327"/>
                  </a:lnTo>
                  <a:lnTo>
                    <a:pt x="814455" y="769086"/>
                  </a:lnTo>
                  <a:lnTo>
                    <a:pt x="813263" y="785372"/>
                  </a:lnTo>
                  <a:lnTo>
                    <a:pt x="817195" y="800499"/>
                  </a:lnTo>
                  <a:lnTo>
                    <a:pt x="825565" y="812924"/>
                  </a:lnTo>
                  <a:lnTo>
                    <a:pt x="837690" y="821105"/>
                  </a:lnTo>
                  <a:lnTo>
                    <a:pt x="852620" y="823315"/>
                  </a:lnTo>
                  <a:lnTo>
                    <a:pt x="866540" y="818609"/>
                  </a:lnTo>
                  <a:lnTo>
                    <a:pt x="894518" y="748580"/>
                  </a:lnTo>
                  <a:lnTo>
                    <a:pt x="902659" y="702106"/>
                  </a:lnTo>
                  <a:lnTo>
                    <a:pt x="908772" y="653948"/>
                  </a:lnTo>
                  <a:lnTo>
                    <a:pt x="912387" y="605038"/>
                  </a:lnTo>
                  <a:lnTo>
                    <a:pt x="913035" y="556309"/>
                  </a:lnTo>
                  <a:lnTo>
                    <a:pt x="910247" y="508695"/>
                  </a:lnTo>
                  <a:lnTo>
                    <a:pt x="903552" y="463127"/>
                  </a:lnTo>
                  <a:lnTo>
                    <a:pt x="891480" y="413167"/>
                  </a:lnTo>
                  <a:lnTo>
                    <a:pt x="875393" y="364159"/>
                  </a:lnTo>
                  <a:lnTo>
                    <a:pt x="855428" y="316394"/>
                  </a:lnTo>
                  <a:lnTo>
                    <a:pt x="831717" y="270162"/>
                  </a:lnTo>
                  <a:lnTo>
                    <a:pt x="804395" y="225754"/>
                  </a:lnTo>
                  <a:lnTo>
                    <a:pt x="773598" y="183460"/>
                  </a:lnTo>
                  <a:lnTo>
                    <a:pt x="726850" y="131344"/>
                  </a:lnTo>
                  <a:lnTo>
                    <a:pt x="692284" y="101314"/>
                  </a:lnTo>
                  <a:lnTo>
                    <a:pt x="670466" y="85976"/>
                  </a:lnTo>
                  <a:close/>
                </a:path>
              </a:pathLst>
            </a:custGeom>
            <a:solidFill>
              <a:srgbClr val="CF914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 descr=""/>
            <p:cNvSpPr/>
            <p:nvPr/>
          </p:nvSpPr>
          <p:spPr>
            <a:xfrm>
              <a:off x="10759059" y="6743541"/>
              <a:ext cx="870585" cy="767715"/>
            </a:xfrm>
            <a:custGeom>
              <a:avLst/>
              <a:gdLst/>
              <a:ahLst/>
              <a:cxnLst/>
              <a:rect l="l" t="t" r="r" b="b"/>
              <a:pathLst>
                <a:path w="870584" h="767715">
                  <a:moveTo>
                    <a:pt x="41859" y="571817"/>
                  </a:moveTo>
                  <a:lnTo>
                    <a:pt x="40538" y="563003"/>
                  </a:lnTo>
                  <a:lnTo>
                    <a:pt x="30759" y="561340"/>
                  </a:lnTo>
                  <a:lnTo>
                    <a:pt x="8026" y="566013"/>
                  </a:lnTo>
                  <a:lnTo>
                    <a:pt x="0" y="575881"/>
                  </a:lnTo>
                  <a:lnTo>
                    <a:pt x="10426" y="581952"/>
                  </a:lnTo>
                  <a:lnTo>
                    <a:pt x="33172" y="577265"/>
                  </a:lnTo>
                  <a:lnTo>
                    <a:pt x="41859" y="571817"/>
                  </a:lnTo>
                  <a:close/>
                </a:path>
                <a:path w="870584" h="767715">
                  <a:moveTo>
                    <a:pt x="62496" y="409359"/>
                  </a:moveTo>
                  <a:lnTo>
                    <a:pt x="53809" y="403885"/>
                  </a:lnTo>
                  <a:lnTo>
                    <a:pt x="31064" y="399224"/>
                  </a:lnTo>
                  <a:lnTo>
                    <a:pt x="20637" y="405282"/>
                  </a:lnTo>
                  <a:lnTo>
                    <a:pt x="28651" y="415150"/>
                  </a:lnTo>
                  <a:lnTo>
                    <a:pt x="51396" y="419823"/>
                  </a:lnTo>
                  <a:lnTo>
                    <a:pt x="61163" y="418160"/>
                  </a:lnTo>
                  <a:lnTo>
                    <a:pt x="62496" y="409359"/>
                  </a:lnTo>
                  <a:close/>
                </a:path>
                <a:path w="870584" h="767715">
                  <a:moveTo>
                    <a:pt x="64503" y="732015"/>
                  </a:moveTo>
                  <a:lnTo>
                    <a:pt x="62585" y="728154"/>
                  </a:lnTo>
                  <a:lnTo>
                    <a:pt x="52920" y="730478"/>
                  </a:lnTo>
                  <a:lnTo>
                    <a:pt x="32918" y="743953"/>
                  </a:lnTo>
                  <a:lnTo>
                    <a:pt x="28270" y="756412"/>
                  </a:lnTo>
                  <a:lnTo>
                    <a:pt x="39852" y="757961"/>
                  </a:lnTo>
                  <a:lnTo>
                    <a:pt x="64503" y="732015"/>
                  </a:lnTo>
                  <a:close/>
                </a:path>
                <a:path w="870584" h="767715">
                  <a:moveTo>
                    <a:pt x="116116" y="275145"/>
                  </a:moveTo>
                  <a:lnTo>
                    <a:pt x="91478" y="249212"/>
                  </a:lnTo>
                  <a:lnTo>
                    <a:pt x="79895" y="250748"/>
                  </a:lnTo>
                  <a:lnTo>
                    <a:pt x="84531" y="263220"/>
                  </a:lnTo>
                  <a:lnTo>
                    <a:pt x="104533" y="276694"/>
                  </a:lnTo>
                  <a:lnTo>
                    <a:pt x="114198" y="279019"/>
                  </a:lnTo>
                  <a:lnTo>
                    <a:pt x="116116" y="275145"/>
                  </a:lnTo>
                  <a:close/>
                </a:path>
                <a:path w="870584" h="767715">
                  <a:moveTo>
                    <a:pt x="197053" y="155524"/>
                  </a:moveTo>
                  <a:lnTo>
                    <a:pt x="169151" y="121640"/>
                  </a:lnTo>
                  <a:lnTo>
                    <a:pt x="169849" y="135204"/>
                  </a:lnTo>
                  <a:lnTo>
                    <a:pt x="177279" y="145516"/>
                  </a:lnTo>
                  <a:lnTo>
                    <a:pt x="182918" y="152387"/>
                  </a:lnTo>
                  <a:lnTo>
                    <a:pt x="188341" y="157213"/>
                  </a:lnTo>
                  <a:lnTo>
                    <a:pt x="192913" y="159575"/>
                  </a:lnTo>
                  <a:lnTo>
                    <a:pt x="196037" y="159016"/>
                  </a:lnTo>
                  <a:lnTo>
                    <a:pt x="197053" y="155524"/>
                  </a:lnTo>
                  <a:close/>
                </a:path>
                <a:path w="870584" h="767715">
                  <a:moveTo>
                    <a:pt x="309168" y="73291"/>
                  </a:moveTo>
                  <a:lnTo>
                    <a:pt x="308292" y="65417"/>
                  </a:lnTo>
                  <a:lnTo>
                    <a:pt x="306031" y="56273"/>
                  </a:lnTo>
                  <a:lnTo>
                    <a:pt x="302082" y="43611"/>
                  </a:lnTo>
                  <a:lnTo>
                    <a:pt x="292354" y="36118"/>
                  </a:lnTo>
                  <a:lnTo>
                    <a:pt x="291896" y="38354"/>
                  </a:lnTo>
                  <a:lnTo>
                    <a:pt x="291185" y="44208"/>
                  </a:lnTo>
                  <a:lnTo>
                    <a:pt x="291223" y="52451"/>
                  </a:lnTo>
                  <a:lnTo>
                    <a:pt x="306666" y="81965"/>
                  </a:lnTo>
                  <a:lnTo>
                    <a:pt x="308635" y="79082"/>
                  </a:lnTo>
                  <a:lnTo>
                    <a:pt x="309168" y="73291"/>
                  </a:lnTo>
                  <a:close/>
                </a:path>
                <a:path w="870584" h="767715">
                  <a:moveTo>
                    <a:pt x="441642" y="10922"/>
                  </a:moveTo>
                  <a:lnTo>
                    <a:pt x="434708" y="0"/>
                  </a:lnTo>
                  <a:lnTo>
                    <a:pt x="427761" y="10922"/>
                  </a:lnTo>
                  <a:lnTo>
                    <a:pt x="427761" y="37871"/>
                  </a:lnTo>
                  <a:lnTo>
                    <a:pt x="430872" y="48793"/>
                  </a:lnTo>
                  <a:lnTo>
                    <a:pt x="438531" y="48793"/>
                  </a:lnTo>
                  <a:lnTo>
                    <a:pt x="441642" y="37871"/>
                  </a:lnTo>
                  <a:lnTo>
                    <a:pt x="441642" y="10922"/>
                  </a:lnTo>
                  <a:close/>
                </a:path>
                <a:path w="870584" h="767715">
                  <a:moveTo>
                    <a:pt x="576503" y="49098"/>
                  </a:moveTo>
                  <a:lnTo>
                    <a:pt x="575957" y="43840"/>
                  </a:lnTo>
                  <a:lnTo>
                    <a:pt x="574103" y="36106"/>
                  </a:lnTo>
                  <a:lnTo>
                    <a:pt x="564375" y="43611"/>
                  </a:lnTo>
                  <a:lnTo>
                    <a:pt x="560425" y="56273"/>
                  </a:lnTo>
                  <a:lnTo>
                    <a:pt x="558152" y="65417"/>
                  </a:lnTo>
                  <a:lnTo>
                    <a:pt x="557276" y="73291"/>
                  </a:lnTo>
                  <a:lnTo>
                    <a:pt x="557822" y="79082"/>
                  </a:lnTo>
                  <a:lnTo>
                    <a:pt x="559790" y="81965"/>
                  </a:lnTo>
                  <a:lnTo>
                    <a:pt x="562889" y="81241"/>
                  </a:lnTo>
                  <a:lnTo>
                    <a:pt x="576503" y="49098"/>
                  </a:lnTo>
                  <a:close/>
                </a:path>
                <a:path w="870584" h="767715">
                  <a:moveTo>
                    <a:pt x="697217" y="125857"/>
                  </a:moveTo>
                  <a:lnTo>
                    <a:pt x="670509" y="154089"/>
                  </a:lnTo>
                  <a:lnTo>
                    <a:pt x="669315" y="159753"/>
                  </a:lnTo>
                  <a:lnTo>
                    <a:pt x="670331" y="163245"/>
                  </a:lnTo>
                  <a:lnTo>
                    <a:pt x="673455" y="163804"/>
                  </a:lnTo>
                  <a:lnTo>
                    <a:pt x="678027" y="161455"/>
                  </a:lnTo>
                  <a:lnTo>
                    <a:pt x="683437" y="156629"/>
                  </a:lnTo>
                  <a:lnTo>
                    <a:pt x="689089" y="149758"/>
                  </a:lnTo>
                  <a:lnTo>
                    <a:pt x="696518" y="139433"/>
                  </a:lnTo>
                  <a:lnTo>
                    <a:pt x="697217" y="125857"/>
                  </a:lnTo>
                  <a:close/>
                </a:path>
                <a:path w="870584" h="767715">
                  <a:moveTo>
                    <a:pt x="796607" y="247027"/>
                  </a:moveTo>
                  <a:lnTo>
                    <a:pt x="760450" y="267741"/>
                  </a:lnTo>
                  <a:lnTo>
                    <a:pt x="760387" y="271424"/>
                  </a:lnTo>
                  <a:lnTo>
                    <a:pt x="762292" y="275297"/>
                  </a:lnTo>
                  <a:lnTo>
                    <a:pt x="771956" y="272973"/>
                  </a:lnTo>
                  <a:lnTo>
                    <a:pt x="791959" y="259499"/>
                  </a:lnTo>
                  <a:lnTo>
                    <a:pt x="796607" y="247027"/>
                  </a:lnTo>
                  <a:close/>
                </a:path>
                <a:path w="870584" h="767715">
                  <a:moveTo>
                    <a:pt x="843915" y="765873"/>
                  </a:moveTo>
                  <a:lnTo>
                    <a:pt x="839266" y="753402"/>
                  </a:lnTo>
                  <a:lnTo>
                    <a:pt x="819264" y="739927"/>
                  </a:lnTo>
                  <a:lnTo>
                    <a:pt x="809599" y="737603"/>
                  </a:lnTo>
                  <a:lnTo>
                    <a:pt x="807681" y="741476"/>
                  </a:lnTo>
                  <a:lnTo>
                    <a:pt x="832332" y="767410"/>
                  </a:lnTo>
                  <a:lnTo>
                    <a:pt x="843915" y="765873"/>
                  </a:lnTo>
                  <a:close/>
                </a:path>
                <a:path w="870584" h="767715">
                  <a:moveTo>
                    <a:pt x="862634" y="405028"/>
                  </a:moveTo>
                  <a:lnTo>
                    <a:pt x="852208" y="398957"/>
                  </a:lnTo>
                  <a:lnTo>
                    <a:pt x="829462" y="403644"/>
                  </a:lnTo>
                  <a:lnTo>
                    <a:pt x="820775" y="409092"/>
                  </a:lnTo>
                  <a:lnTo>
                    <a:pt x="822096" y="417906"/>
                  </a:lnTo>
                  <a:lnTo>
                    <a:pt x="831875" y="419569"/>
                  </a:lnTo>
                  <a:lnTo>
                    <a:pt x="854621" y="414883"/>
                  </a:lnTo>
                  <a:lnTo>
                    <a:pt x="862634" y="405028"/>
                  </a:lnTo>
                  <a:close/>
                </a:path>
                <a:path w="870584" h="767715">
                  <a:moveTo>
                    <a:pt x="870470" y="580174"/>
                  </a:moveTo>
                  <a:lnTo>
                    <a:pt x="866025" y="571220"/>
                  </a:lnTo>
                  <a:lnTo>
                    <a:pt x="843280" y="566534"/>
                  </a:lnTo>
                  <a:lnTo>
                    <a:pt x="833513" y="568198"/>
                  </a:lnTo>
                  <a:lnTo>
                    <a:pt x="832180" y="577011"/>
                  </a:lnTo>
                  <a:lnTo>
                    <a:pt x="840867" y="582472"/>
                  </a:lnTo>
                  <a:lnTo>
                    <a:pt x="863612" y="587146"/>
                  </a:lnTo>
                  <a:lnTo>
                    <a:pt x="870470" y="580174"/>
                  </a:lnTo>
                  <a:close/>
                </a:path>
              </a:pathLst>
            </a:custGeom>
            <a:solidFill>
              <a:srgbClr val="D59C5E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8" name="object 128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648470" y="6563038"/>
              <a:ext cx="407859" cy="480518"/>
            </a:xfrm>
            <a:prstGeom prst="rect">
              <a:avLst/>
            </a:prstGeom>
          </p:spPr>
        </p:pic>
        <p:sp>
          <p:nvSpPr>
            <p:cNvPr id="129" name="object 129" descr=""/>
            <p:cNvSpPr/>
            <p:nvPr/>
          </p:nvSpPr>
          <p:spPr>
            <a:xfrm>
              <a:off x="10665689" y="6564128"/>
              <a:ext cx="225425" cy="264160"/>
            </a:xfrm>
            <a:custGeom>
              <a:avLst/>
              <a:gdLst/>
              <a:ahLst/>
              <a:cxnLst/>
              <a:rect l="l" t="t" r="r" b="b"/>
              <a:pathLst>
                <a:path w="225425" h="264159">
                  <a:moveTo>
                    <a:pt x="18097" y="251904"/>
                  </a:moveTo>
                  <a:lnTo>
                    <a:pt x="17221" y="250431"/>
                  </a:lnTo>
                  <a:lnTo>
                    <a:pt x="14947" y="245605"/>
                  </a:lnTo>
                  <a:lnTo>
                    <a:pt x="10426" y="235927"/>
                  </a:lnTo>
                  <a:lnTo>
                    <a:pt x="0" y="248627"/>
                  </a:lnTo>
                  <a:lnTo>
                    <a:pt x="736" y="250431"/>
                  </a:lnTo>
                  <a:lnTo>
                    <a:pt x="4000" y="256781"/>
                  </a:lnTo>
                  <a:lnTo>
                    <a:pt x="4800" y="257975"/>
                  </a:lnTo>
                  <a:lnTo>
                    <a:pt x="7480" y="261861"/>
                  </a:lnTo>
                  <a:lnTo>
                    <a:pt x="8356" y="263779"/>
                  </a:lnTo>
                  <a:lnTo>
                    <a:pt x="18097" y="251904"/>
                  </a:lnTo>
                  <a:close/>
                </a:path>
                <a:path w="225425" h="264159">
                  <a:moveTo>
                    <a:pt x="58623" y="202526"/>
                  </a:moveTo>
                  <a:lnTo>
                    <a:pt x="57365" y="202171"/>
                  </a:lnTo>
                  <a:lnTo>
                    <a:pt x="51943" y="200533"/>
                  </a:lnTo>
                  <a:lnTo>
                    <a:pt x="41973" y="197485"/>
                  </a:lnTo>
                  <a:lnTo>
                    <a:pt x="33794" y="207454"/>
                  </a:lnTo>
                  <a:lnTo>
                    <a:pt x="37922" y="209791"/>
                  </a:lnTo>
                  <a:lnTo>
                    <a:pt x="42494" y="209791"/>
                  </a:lnTo>
                  <a:lnTo>
                    <a:pt x="43980" y="210235"/>
                  </a:lnTo>
                  <a:lnTo>
                    <a:pt x="50685" y="212191"/>
                  </a:lnTo>
                  <a:lnTo>
                    <a:pt x="58623" y="202526"/>
                  </a:lnTo>
                  <a:close/>
                </a:path>
                <a:path w="225425" h="264159">
                  <a:moveTo>
                    <a:pt x="85686" y="146291"/>
                  </a:moveTo>
                  <a:lnTo>
                    <a:pt x="85039" y="145021"/>
                  </a:lnTo>
                  <a:lnTo>
                    <a:pt x="84645" y="146291"/>
                  </a:lnTo>
                  <a:lnTo>
                    <a:pt x="84061" y="146291"/>
                  </a:lnTo>
                  <a:lnTo>
                    <a:pt x="83032" y="148831"/>
                  </a:lnTo>
                  <a:lnTo>
                    <a:pt x="82346" y="151371"/>
                  </a:lnTo>
                  <a:lnTo>
                    <a:pt x="81711" y="153911"/>
                  </a:lnTo>
                  <a:lnTo>
                    <a:pt x="81051" y="155181"/>
                  </a:lnTo>
                  <a:lnTo>
                    <a:pt x="80441" y="158991"/>
                  </a:lnTo>
                  <a:lnTo>
                    <a:pt x="80022" y="162801"/>
                  </a:lnTo>
                  <a:lnTo>
                    <a:pt x="79565" y="165341"/>
                  </a:lnTo>
                  <a:lnTo>
                    <a:pt x="79552" y="166890"/>
                  </a:lnTo>
                  <a:lnTo>
                    <a:pt x="79641" y="174231"/>
                  </a:lnTo>
                  <a:lnTo>
                    <a:pt x="79819" y="176695"/>
                  </a:lnTo>
                  <a:lnTo>
                    <a:pt x="84759" y="170688"/>
                  </a:lnTo>
                  <a:lnTo>
                    <a:pt x="84480" y="169151"/>
                  </a:lnTo>
                  <a:lnTo>
                    <a:pt x="84213" y="164071"/>
                  </a:lnTo>
                  <a:lnTo>
                    <a:pt x="84226" y="161188"/>
                  </a:lnTo>
                  <a:lnTo>
                    <a:pt x="84340" y="155181"/>
                  </a:lnTo>
                  <a:lnTo>
                    <a:pt x="84632" y="151371"/>
                  </a:lnTo>
                  <a:lnTo>
                    <a:pt x="84912" y="150101"/>
                  </a:lnTo>
                  <a:lnTo>
                    <a:pt x="85382" y="147561"/>
                  </a:lnTo>
                  <a:lnTo>
                    <a:pt x="85686" y="146291"/>
                  </a:lnTo>
                  <a:close/>
                </a:path>
                <a:path w="225425" h="264159">
                  <a:moveTo>
                    <a:pt x="115138" y="133667"/>
                  </a:moveTo>
                  <a:lnTo>
                    <a:pt x="109626" y="130251"/>
                  </a:lnTo>
                  <a:lnTo>
                    <a:pt x="102755" y="125971"/>
                  </a:lnTo>
                  <a:lnTo>
                    <a:pt x="101917" y="124447"/>
                  </a:lnTo>
                  <a:lnTo>
                    <a:pt x="86779" y="142887"/>
                  </a:lnTo>
                  <a:lnTo>
                    <a:pt x="88036" y="143751"/>
                  </a:lnTo>
                  <a:lnTo>
                    <a:pt x="91935" y="151803"/>
                  </a:lnTo>
                  <a:lnTo>
                    <a:pt x="95021" y="158178"/>
                  </a:lnTo>
                  <a:lnTo>
                    <a:pt x="104470" y="146659"/>
                  </a:lnTo>
                  <a:lnTo>
                    <a:pt x="102425" y="142481"/>
                  </a:lnTo>
                  <a:lnTo>
                    <a:pt x="105676" y="145199"/>
                  </a:lnTo>
                  <a:lnTo>
                    <a:pt x="107899" y="142481"/>
                  </a:lnTo>
                  <a:lnTo>
                    <a:pt x="115138" y="133667"/>
                  </a:lnTo>
                  <a:close/>
                </a:path>
                <a:path w="225425" h="264159">
                  <a:moveTo>
                    <a:pt x="133959" y="110731"/>
                  </a:moveTo>
                  <a:lnTo>
                    <a:pt x="125920" y="110731"/>
                  </a:lnTo>
                  <a:lnTo>
                    <a:pt x="125374" y="111061"/>
                  </a:lnTo>
                  <a:lnTo>
                    <a:pt x="123761" y="112001"/>
                  </a:lnTo>
                  <a:lnTo>
                    <a:pt x="122872" y="103111"/>
                  </a:lnTo>
                  <a:lnTo>
                    <a:pt x="122555" y="99301"/>
                  </a:lnTo>
                  <a:lnTo>
                    <a:pt x="116293" y="106921"/>
                  </a:lnTo>
                  <a:lnTo>
                    <a:pt x="116662" y="108191"/>
                  </a:lnTo>
                  <a:lnTo>
                    <a:pt x="117652" y="111061"/>
                  </a:lnTo>
                  <a:lnTo>
                    <a:pt x="118491" y="113271"/>
                  </a:lnTo>
                  <a:lnTo>
                    <a:pt x="116471" y="113271"/>
                  </a:lnTo>
                  <a:lnTo>
                    <a:pt x="114693" y="114541"/>
                  </a:lnTo>
                  <a:lnTo>
                    <a:pt x="111213" y="115811"/>
                  </a:lnTo>
                  <a:lnTo>
                    <a:pt x="109715" y="117081"/>
                  </a:lnTo>
                  <a:lnTo>
                    <a:pt x="107823" y="118351"/>
                  </a:lnTo>
                  <a:lnTo>
                    <a:pt x="107048" y="119621"/>
                  </a:lnTo>
                  <a:lnTo>
                    <a:pt x="107200" y="120891"/>
                  </a:lnTo>
                  <a:lnTo>
                    <a:pt x="108305" y="120891"/>
                  </a:lnTo>
                  <a:lnTo>
                    <a:pt x="108585" y="119621"/>
                  </a:lnTo>
                  <a:lnTo>
                    <a:pt x="110477" y="119621"/>
                  </a:lnTo>
                  <a:lnTo>
                    <a:pt x="112039" y="118351"/>
                  </a:lnTo>
                  <a:lnTo>
                    <a:pt x="116014" y="118351"/>
                  </a:lnTo>
                  <a:lnTo>
                    <a:pt x="118465" y="117081"/>
                  </a:lnTo>
                  <a:lnTo>
                    <a:pt x="120421" y="117081"/>
                  </a:lnTo>
                  <a:lnTo>
                    <a:pt x="127241" y="117081"/>
                  </a:lnTo>
                  <a:lnTo>
                    <a:pt x="128536" y="117335"/>
                  </a:lnTo>
                  <a:lnTo>
                    <a:pt x="133959" y="110731"/>
                  </a:lnTo>
                  <a:close/>
                </a:path>
                <a:path w="225425" h="264159">
                  <a:moveTo>
                    <a:pt x="158991" y="80225"/>
                  </a:moveTo>
                  <a:lnTo>
                    <a:pt x="157441" y="71983"/>
                  </a:lnTo>
                  <a:lnTo>
                    <a:pt x="157327" y="71361"/>
                  </a:lnTo>
                  <a:lnTo>
                    <a:pt x="156210" y="66281"/>
                  </a:lnTo>
                  <a:lnTo>
                    <a:pt x="154419" y="60477"/>
                  </a:lnTo>
                  <a:lnTo>
                    <a:pt x="146113" y="70599"/>
                  </a:lnTo>
                  <a:lnTo>
                    <a:pt x="147205" y="75171"/>
                  </a:lnTo>
                  <a:lnTo>
                    <a:pt x="148272" y="78981"/>
                  </a:lnTo>
                  <a:lnTo>
                    <a:pt x="148983" y="82283"/>
                  </a:lnTo>
                  <a:lnTo>
                    <a:pt x="149377" y="84061"/>
                  </a:lnTo>
                  <a:lnTo>
                    <a:pt x="150241" y="89141"/>
                  </a:lnTo>
                  <a:lnTo>
                    <a:pt x="150660" y="90385"/>
                  </a:lnTo>
                  <a:lnTo>
                    <a:pt x="158991" y="80225"/>
                  </a:lnTo>
                  <a:close/>
                </a:path>
                <a:path w="225425" h="264159">
                  <a:moveTo>
                    <a:pt x="203441" y="26060"/>
                  </a:moveTo>
                  <a:lnTo>
                    <a:pt x="201828" y="25641"/>
                  </a:lnTo>
                  <a:lnTo>
                    <a:pt x="197281" y="23444"/>
                  </a:lnTo>
                  <a:lnTo>
                    <a:pt x="196596" y="23101"/>
                  </a:lnTo>
                  <a:lnTo>
                    <a:pt x="188252" y="20561"/>
                  </a:lnTo>
                  <a:lnTo>
                    <a:pt x="187172" y="20561"/>
                  </a:lnTo>
                  <a:lnTo>
                    <a:pt x="175856" y="34353"/>
                  </a:lnTo>
                  <a:lnTo>
                    <a:pt x="177444" y="34531"/>
                  </a:lnTo>
                  <a:lnTo>
                    <a:pt x="186436" y="36664"/>
                  </a:lnTo>
                  <a:lnTo>
                    <a:pt x="193395" y="38303"/>
                  </a:lnTo>
                  <a:lnTo>
                    <a:pt x="203441" y="26060"/>
                  </a:lnTo>
                  <a:close/>
                </a:path>
                <a:path w="225425" h="264159">
                  <a:moveTo>
                    <a:pt x="224828" y="0"/>
                  </a:moveTo>
                  <a:lnTo>
                    <a:pt x="216522" y="0"/>
                  </a:lnTo>
                  <a:lnTo>
                    <a:pt x="204050" y="0"/>
                  </a:lnTo>
                  <a:lnTo>
                    <a:pt x="200812" y="3937"/>
                  </a:lnTo>
                  <a:lnTo>
                    <a:pt x="213423" y="3784"/>
                  </a:lnTo>
                  <a:lnTo>
                    <a:pt x="221818" y="3670"/>
                  </a:lnTo>
                  <a:lnTo>
                    <a:pt x="224828" y="0"/>
                  </a:lnTo>
                  <a:close/>
                </a:path>
              </a:pathLst>
            </a:custGeom>
            <a:solidFill>
              <a:srgbClr val="F7CE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 descr=""/>
            <p:cNvSpPr/>
            <p:nvPr/>
          </p:nvSpPr>
          <p:spPr>
            <a:xfrm>
              <a:off x="10674049" y="6564127"/>
              <a:ext cx="224790" cy="269875"/>
            </a:xfrm>
            <a:custGeom>
              <a:avLst/>
              <a:gdLst/>
              <a:ahLst/>
              <a:cxnLst/>
              <a:rect l="l" t="t" r="r" b="b"/>
              <a:pathLst>
                <a:path w="224790" h="269875">
                  <a:moveTo>
                    <a:pt x="224789" y="0"/>
                  </a:moveTo>
                  <a:lnTo>
                    <a:pt x="216475" y="0"/>
                  </a:lnTo>
                  <a:lnTo>
                    <a:pt x="213464" y="3669"/>
                  </a:lnTo>
                  <a:lnTo>
                    <a:pt x="221865" y="3562"/>
                  </a:lnTo>
                  <a:lnTo>
                    <a:pt x="224789" y="0"/>
                  </a:lnTo>
                  <a:close/>
                </a:path>
                <a:path w="224790" h="269875">
                  <a:moveTo>
                    <a:pt x="9744" y="251898"/>
                  </a:moveTo>
                  <a:lnTo>
                    <a:pt x="0" y="263771"/>
                  </a:lnTo>
                  <a:lnTo>
                    <a:pt x="871" y="265671"/>
                  </a:lnTo>
                  <a:lnTo>
                    <a:pt x="3579" y="269535"/>
                  </a:lnTo>
                  <a:lnTo>
                    <a:pt x="13175" y="257844"/>
                  </a:lnTo>
                  <a:lnTo>
                    <a:pt x="11918" y="255511"/>
                  </a:lnTo>
                  <a:lnTo>
                    <a:pt x="9744" y="251898"/>
                  </a:lnTo>
                  <a:close/>
                </a:path>
                <a:path w="224790" h="269875">
                  <a:moveTo>
                    <a:pt x="41132" y="217411"/>
                  </a:moveTo>
                  <a:lnTo>
                    <a:pt x="39750" y="218681"/>
                  </a:lnTo>
                  <a:lnTo>
                    <a:pt x="39184" y="221221"/>
                  </a:lnTo>
                  <a:lnTo>
                    <a:pt x="38954" y="223761"/>
                  </a:lnTo>
                  <a:lnTo>
                    <a:pt x="39303" y="226007"/>
                  </a:lnTo>
                  <a:lnTo>
                    <a:pt x="44416" y="219777"/>
                  </a:lnTo>
                  <a:lnTo>
                    <a:pt x="43728" y="218681"/>
                  </a:lnTo>
                  <a:lnTo>
                    <a:pt x="41132" y="217411"/>
                  </a:lnTo>
                  <a:close/>
                </a:path>
                <a:path w="224790" h="269875">
                  <a:moveTo>
                    <a:pt x="50266" y="202523"/>
                  </a:moveTo>
                  <a:lnTo>
                    <a:pt x="42332" y="212190"/>
                  </a:lnTo>
                  <a:lnTo>
                    <a:pt x="47152" y="213601"/>
                  </a:lnTo>
                  <a:lnTo>
                    <a:pt x="49093" y="214078"/>
                  </a:lnTo>
                  <a:lnTo>
                    <a:pt x="56470" y="205090"/>
                  </a:lnTo>
                  <a:lnTo>
                    <a:pt x="55749" y="204711"/>
                  </a:lnTo>
                  <a:lnTo>
                    <a:pt x="53519" y="203441"/>
                  </a:lnTo>
                  <a:lnTo>
                    <a:pt x="50266" y="202523"/>
                  </a:lnTo>
                  <a:close/>
                </a:path>
                <a:path w="224790" h="269875">
                  <a:moveTo>
                    <a:pt x="96112" y="146660"/>
                  </a:moveTo>
                  <a:lnTo>
                    <a:pt x="86665" y="158171"/>
                  </a:lnTo>
                  <a:lnTo>
                    <a:pt x="89749" y="164541"/>
                  </a:lnTo>
                  <a:lnTo>
                    <a:pt x="98931" y="153352"/>
                  </a:lnTo>
                  <a:lnTo>
                    <a:pt x="97172" y="148831"/>
                  </a:lnTo>
                  <a:lnTo>
                    <a:pt x="96112" y="146660"/>
                  </a:lnTo>
                  <a:close/>
                </a:path>
                <a:path w="224790" h="269875">
                  <a:moveTo>
                    <a:pt x="106777" y="133665"/>
                  </a:moveTo>
                  <a:lnTo>
                    <a:pt x="97316" y="145193"/>
                  </a:lnTo>
                  <a:lnTo>
                    <a:pt x="98627" y="146291"/>
                  </a:lnTo>
                  <a:lnTo>
                    <a:pt x="103007" y="148386"/>
                  </a:lnTo>
                  <a:lnTo>
                    <a:pt x="112280" y="137087"/>
                  </a:lnTo>
                  <a:lnTo>
                    <a:pt x="106777" y="133665"/>
                  </a:lnTo>
                  <a:close/>
                </a:path>
                <a:path w="224790" h="269875">
                  <a:moveTo>
                    <a:pt x="76400" y="170678"/>
                  </a:moveTo>
                  <a:lnTo>
                    <a:pt x="71470" y="176686"/>
                  </a:lnTo>
                  <a:lnTo>
                    <a:pt x="71571" y="178041"/>
                  </a:lnTo>
                  <a:lnTo>
                    <a:pt x="72345" y="183121"/>
                  </a:lnTo>
                  <a:lnTo>
                    <a:pt x="73058" y="184878"/>
                  </a:lnTo>
                  <a:lnTo>
                    <a:pt x="78053" y="178792"/>
                  </a:lnTo>
                  <a:lnTo>
                    <a:pt x="77482" y="176686"/>
                  </a:lnTo>
                  <a:lnTo>
                    <a:pt x="76400" y="170678"/>
                  </a:lnTo>
                  <a:close/>
                </a:path>
                <a:path w="224790" h="269875">
                  <a:moveTo>
                    <a:pt x="130532" y="110731"/>
                  </a:moveTo>
                  <a:lnTo>
                    <a:pt x="125599" y="110731"/>
                  </a:lnTo>
                  <a:lnTo>
                    <a:pt x="120186" y="117327"/>
                  </a:lnTo>
                  <a:lnTo>
                    <a:pt x="125579" y="118351"/>
                  </a:lnTo>
                  <a:lnTo>
                    <a:pt x="127658" y="118351"/>
                  </a:lnTo>
                  <a:lnTo>
                    <a:pt x="132825" y="112055"/>
                  </a:lnTo>
                  <a:lnTo>
                    <a:pt x="130532" y="110731"/>
                  </a:lnTo>
                  <a:close/>
                </a:path>
                <a:path w="224790" h="269875">
                  <a:moveTo>
                    <a:pt x="150634" y="80226"/>
                  </a:moveTo>
                  <a:lnTo>
                    <a:pt x="142299" y="90382"/>
                  </a:lnTo>
                  <a:lnTo>
                    <a:pt x="144437" y="96761"/>
                  </a:lnTo>
                  <a:lnTo>
                    <a:pt x="144762" y="97510"/>
                  </a:lnTo>
                  <a:lnTo>
                    <a:pt x="152122" y="88541"/>
                  </a:lnTo>
                  <a:lnTo>
                    <a:pt x="151652" y="86601"/>
                  </a:lnTo>
                  <a:lnTo>
                    <a:pt x="150877" y="81521"/>
                  </a:lnTo>
                  <a:lnTo>
                    <a:pt x="150634" y="80226"/>
                  </a:lnTo>
                  <a:close/>
                </a:path>
                <a:path w="224790" h="269875">
                  <a:moveTo>
                    <a:pt x="160981" y="76441"/>
                  </a:moveTo>
                  <a:lnTo>
                    <a:pt x="158699" y="76441"/>
                  </a:lnTo>
                  <a:lnTo>
                    <a:pt x="157537" y="77711"/>
                  </a:lnTo>
                  <a:lnTo>
                    <a:pt x="156154" y="77711"/>
                  </a:lnTo>
                  <a:lnTo>
                    <a:pt x="155380" y="78981"/>
                  </a:lnTo>
                  <a:lnTo>
                    <a:pt x="155840" y="82791"/>
                  </a:lnTo>
                  <a:lnTo>
                    <a:pt x="156842" y="82791"/>
                  </a:lnTo>
                  <a:lnTo>
                    <a:pt x="161704" y="76866"/>
                  </a:lnTo>
                  <a:lnTo>
                    <a:pt x="160981" y="76441"/>
                  </a:lnTo>
                  <a:close/>
                </a:path>
                <a:path w="224790" h="269875">
                  <a:moveTo>
                    <a:pt x="195087" y="26061"/>
                  </a:moveTo>
                  <a:lnTo>
                    <a:pt x="185044" y="38298"/>
                  </a:lnTo>
                  <a:lnTo>
                    <a:pt x="190604" y="39611"/>
                  </a:lnTo>
                  <a:lnTo>
                    <a:pt x="192280" y="39611"/>
                  </a:lnTo>
                  <a:lnTo>
                    <a:pt x="201937" y="27844"/>
                  </a:lnTo>
                  <a:lnTo>
                    <a:pt x="195087" y="26061"/>
                  </a:lnTo>
                  <a:close/>
                </a:path>
              </a:pathLst>
            </a:custGeom>
            <a:solidFill>
              <a:srgbClr val="F6CD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 descr=""/>
            <p:cNvSpPr/>
            <p:nvPr/>
          </p:nvSpPr>
          <p:spPr>
            <a:xfrm>
              <a:off x="10677633" y="6564127"/>
              <a:ext cx="229870" cy="275590"/>
            </a:xfrm>
            <a:custGeom>
              <a:avLst/>
              <a:gdLst/>
              <a:ahLst/>
              <a:cxnLst/>
              <a:rect l="l" t="t" r="r" b="b"/>
              <a:pathLst>
                <a:path w="229870" h="275590">
                  <a:moveTo>
                    <a:pt x="229519" y="0"/>
                  </a:moveTo>
                  <a:lnTo>
                    <a:pt x="221205" y="0"/>
                  </a:lnTo>
                  <a:lnTo>
                    <a:pt x="218281" y="3562"/>
                  </a:lnTo>
                  <a:lnTo>
                    <a:pt x="226682" y="3456"/>
                  </a:lnTo>
                  <a:lnTo>
                    <a:pt x="229519" y="0"/>
                  </a:lnTo>
                  <a:close/>
                </a:path>
                <a:path w="229870" h="275590">
                  <a:moveTo>
                    <a:pt x="9594" y="257850"/>
                  </a:moveTo>
                  <a:lnTo>
                    <a:pt x="0" y="269541"/>
                  </a:lnTo>
                  <a:lnTo>
                    <a:pt x="3827" y="275003"/>
                  </a:lnTo>
                  <a:lnTo>
                    <a:pt x="12887" y="263964"/>
                  </a:lnTo>
                  <a:lnTo>
                    <a:pt x="9594" y="257850"/>
                  </a:lnTo>
                  <a:close/>
                </a:path>
                <a:path w="229870" h="275590">
                  <a:moveTo>
                    <a:pt x="34888" y="236461"/>
                  </a:moveTo>
                  <a:lnTo>
                    <a:pt x="33233" y="236461"/>
                  </a:lnTo>
                  <a:lnTo>
                    <a:pt x="31610" y="237731"/>
                  </a:lnTo>
                  <a:lnTo>
                    <a:pt x="29254" y="240271"/>
                  </a:lnTo>
                  <a:lnTo>
                    <a:pt x="28616" y="241541"/>
                  </a:lnTo>
                  <a:lnTo>
                    <a:pt x="28614" y="244801"/>
                  </a:lnTo>
                  <a:lnTo>
                    <a:pt x="35401" y="236531"/>
                  </a:lnTo>
                  <a:lnTo>
                    <a:pt x="34888" y="236461"/>
                  </a:lnTo>
                  <a:close/>
                </a:path>
                <a:path w="229870" h="275590">
                  <a:moveTo>
                    <a:pt x="40835" y="219783"/>
                  </a:moveTo>
                  <a:lnTo>
                    <a:pt x="35720" y="226015"/>
                  </a:lnTo>
                  <a:lnTo>
                    <a:pt x="36238" y="228841"/>
                  </a:lnTo>
                  <a:lnTo>
                    <a:pt x="38711" y="232498"/>
                  </a:lnTo>
                  <a:lnTo>
                    <a:pt x="43797" y="226301"/>
                  </a:lnTo>
                  <a:lnTo>
                    <a:pt x="42448" y="226301"/>
                  </a:lnTo>
                  <a:lnTo>
                    <a:pt x="41746" y="225031"/>
                  </a:lnTo>
                  <a:lnTo>
                    <a:pt x="41024" y="225031"/>
                  </a:lnTo>
                  <a:lnTo>
                    <a:pt x="40793" y="223761"/>
                  </a:lnTo>
                  <a:lnTo>
                    <a:pt x="40678" y="221221"/>
                  </a:lnTo>
                  <a:lnTo>
                    <a:pt x="40940" y="219951"/>
                  </a:lnTo>
                  <a:lnTo>
                    <a:pt x="40835" y="219783"/>
                  </a:lnTo>
                  <a:close/>
                </a:path>
                <a:path w="229870" h="275590">
                  <a:moveTo>
                    <a:pt x="52890" y="205093"/>
                  </a:moveTo>
                  <a:lnTo>
                    <a:pt x="45515" y="214080"/>
                  </a:lnTo>
                  <a:lnTo>
                    <a:pt x="48730" y="214871"/>
                  </a:lnTo>
                  <a:lnTo>
                    <a:pt x="50175" y="214871"/>
                  </a:lnTo>
                  <a:lnTo>
                    <a:pt x="51567" y="216833"/>
                  </a:lnTo>
                  <a:lnTo>
                    <a:pt x="58158" y="208801"/>
                  </a:lnTo>
                  <a:lnTo>
                    <a:pt x="57934" y="208521"/>
                  </a:lnTo>
                  <a:lnTo>
                    <a:pt x="54573" y="205981"/>
                  </a:lnTo>
                  <a:lnTo>
                    <a:pt x="52890" y="205093"/>
                  </a:lnTo>
                  <a:close/>
                </a:path>
                <a:path w="229870" h="275590">
                  <a:moveTo>
                    <a:pt x="108699" y="137089"/>
                  </a:moveTo>
                  <a:lnTo>
                    <a:pt x="99427" y="148388"/>
                  </a:lnTo>
                  <a:lnTo>
                    <a:pt x="100352" y="148831"/>
                  </a:lnTo>
                  <a:lnTo>
                    <a:pt x="105825" y="150720"/>
                  </a:lnTo>
                  <a:lnTo>
                    <a:pt x="115691" y="138697"/>
                  </a:lnTo>
                  <a:lnTo>
                    <a:pt x="109200" y="137401"/>
                  </a:lnTo>
                  <a:lnTo>
                    <a:pt x="108699" y="137089"/>
                  </a:lnTo>
                  <a:close/>
                </a:path>
                <a:path w="229870" h="275590">
                  <a:moveTo>
                    <a:pt x="95349" y="153357"/>
                  </a:moveTo>
                  <a:lnTo>
                    <a:pt x="86166" y="164546"/>
                  </a:lnTo>
                  <a:lnTo>
                    <a:pt x="86551" y="165341"/>
                  </a:lnTo>
                  <a:lnTo>
                    <a:pt x="87605" y="171691"/>
                  </a:lnTo>
                  <a:lnTo>
                    <a:pt x="87700" y="172804"/>
                  </a:lnTo>
                  <a:lnTo>
                    <a:pt x="97487" y="160879"/>
                  </a:lnTo>
                  <a:lnTo>
                    <a:pt x="96059" y="155181"/>
                  </a:lnTo>
                  <a:lnTo>
                    <a:pt x="95349" y="153357"/>
                  </a:lnTo>
                  <a:close/>
                </a:path>
                <a:path w="229870" h="275590">
                  <a:moveTo>
                    <a:pt x="74470" y="178798"/>
                  </a:moveTo>
                  <a:lnTo>
                    <a:pt x="69476" y="184884"/>
                  </a:lnTo>
                  <a:lnTo>
                    <a:pt x="71850" y="190741"/>
                  </a:lnTo>
                  <a:lnTo>
                    <a:pt x="72305" y="191564"/>
                  </a:lnTo>
                  <a:lnTo>
                    <a:pt x="77292" y="185486"/>
                  </a:lnTo>
                  <a:lnTo>
                    <a:pt x="74960" y="180581"/>
                  </a:lnTo>
                  <a:lnTo>
                    <a:pt x="74470" y="178798"/>
                  </a:lnTo>
                  <a:close/>
                </a:path>
                <a:path w="229870" h="275590">
                  <a:moveTo>
                    <a:pt x="129243" y="112056"/>
                  </a:moveTo>
                  <a:lnTo>
                    <a:pt x="124077" y="118351"/>
                  </a:lnTo>
                  <a:lnTo>
                    <a:pt x="125534" y="118351"/>
                  </a:lnTo>
                  <a:lnTo>
                    <a:pt x="128717" y="120891"/>
                  </a:lnTo>
                  <a:lnTo>
                    <a:pt x="129914" y="121367"/>
                  </a:lnTo>
                  <a:lnTo>
                    <a:pt x="134882" y="115313"/>
                  </a:lnTo>
                  <a:lnTo>
                    <a:pt x="129243" y="112056"/>
                  </a:lnTo>
                  <a:close/>
                </a:path>
                <a:path w="229870" h="275590">
                  <a:moveTo>
                    <a:pt x="148539" y="88544"/>
                  </a:moveTo>
                  <a:lnTo>
                    <a:pt x="141179" y="97512"/>
                  </a:lnTo>
                  <a:lnTo>
                    <a:pt x="141953" y="99301"/>
                  </a:lnTo>
                  <a:lnTo>
                    <a:pt x="144857" y="103159"/>
                  </a:lnTo>
                  <a:lnTo>
                    <a:pt x="151011" y="95660"/>
                  </a:lnTo>
                  <a:lnTo>
                    <a:pt x="150245" y="94221"/>
                  </a:lnTo>
                  <a:lnTo>
                    <a:pt x="149607" y="92951"/>
                  </a:lnTo>
                  <a:lnTo>
                    <a:pt x="148539" y="88544"/>
                  </a:lnTo>
                  <a:close/>
                </a:path>
                <a:path w="229870" h="275590">
                  <a:moveTo>
                    <a:pt x="158122" y="76867"/>
                  </a:moveTo>
                  <a:lnTo>
                    <a:pt x="153260" y="82791"/>
                  </a:lnTo>
                  <a:lnTo>
                    <a:pt x="157711" y="82791"/>
                  </a:lnTo>
                  <a:lnTo>
                    <a:pt x="159282" y="85582"/>
                  </a:lnTo>
                  <a:lnTo>
                    <a:pt x="163892" y="79965"/>
                  </a:lnTo>
                  <a:lnTo>
                    <a:pt x="162025" y="78981"/>
                  </a:lnTo>
                  <a:lnTo>
                    <a:pt x="160821" y="77711"/>
                  </a:lnTo>
                  <a:lnTo>
                    <a:pt x="159554" y="77711"/>
                  </a:lnTo>
                  <a:lnTo>
                    <a:pt x="158122" y="76867"/>
                  </a:lnTo>
                  <a:close/>
                </a:path>
                <a:path w="229870" h="275590">
                  <a:moveTo>
                    <a:pt x="198354" y="27844"/>
                  </a:moveTo>
                  <a:lnTo>
                    <a:pt x="188697" y="39611"/>
                  </a:lnTo>
                  <a:lnTo>
                    <a:pt x="192098" y="39611"/>
                  </a:lnTo>
                  <a:lnTo>
                    <a:pt x="196163" y="40643"/>
                  </a:lnTo>
                  <a:lnTo>
                    <a:pt x="205116" y="29734"/>
                  </a:lnTo>
                  <a:lnTo>
                    <a:pt x="204223" y="29451"/>
                  </a:lnTo>
                  <a:lnTo>
                    <a:pt x="199647" y="28181"/>
                  </a:lnTo>
                  <a:lnTo>
                    <a:pt x="198354" y="27844"/>
                  </a:lnTo>
                  <a:close/>
                </a:path>
              </a:pathLst>
            </a:custGeom>
            <a:solidFill>
              <a:srgbClr val="F5CC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 descr=""/>
            <p:cNvSpPr/>
            <p:nvPr/>
          </p:nvSpPr>
          <p:spPr>
            <a:xfrm>
              <a:off x="10681460" y="6564127"/>
              <a:ext cx="234315" cy="280670"/>
            </a:xfrm>
            <a:custGeom>
              <a:avLst/>
              <a:gdLst/>
              <a:ahLst/>
              <a:cxnLst/>
              <a:rect l="l" t="t" r="r" b="b"/>
              <a:pathLst>
                <a:path w="234315" h="280670">
                  <a:moveTo>
                    <a:pt x="234004" y="0"/>
                  </a:moveTo>
                  <a:lnTo>
                    <a:pt x="225690" y="0"/>
                  </a:lnTo>
                  <a:lnTo>
                    <a:pt x="222854" y="3456"/>
                  </a:lnTo>
                  <a:lnTo>
                    <a:pt x="231255" y="3350"/>
                  </a:lnTo>
                  <a:lnTo>
                    <a:pt x="234004" y="0"/>
                  </a:lnTo>
                  <a:close/>
                </a:path>
                <a:path w="234315" h="280670">
                  <a:moveTo>
                    <a:pt x="9059" y="263963"/>
                  </a:moveTo>
                  <a:lnTo>
                    <a:pt x="0" y="275003"/>
                  </a:lnTo>
                  <a:lnTo>
                    <a:pt x="3831" y="280469"/>
                  </a:lnTo>
                  <a:lnTo>
                    <a:pt x="12491" y="269917"/>
                  </a:lnTo>
                  <a:lnTo>
                    <a:pt x="10663" y="266941"/>
                  </a:lnTo>
                  <a:lnTo>
                    <a:pt x="9059" y="263963"/>
                  </a:lnTo>
                  <a:close/>
                </a:path>
                <a:path w="234315" h="280670">
                  <a:moveTo>
                    <a:pt x="31573" y="236531"/>
                  </a:moveTo>
                  <a:lnTo>
                    <a:pt x="24787" y="244800"/>
                  </a:lnTo>
                  <a:lnTo>
                    <a:pt x="24785" y="247891"/>
                  </a:lnTo>
                  <a:lnTo>
                    <a:pt x="24270" y="255564"/>
                  </a:lnTo>
                  <a:lnTo>
                    <a:pt x="39047" y="237558"/>
                  </a:lnTo>
                  <a:lnTo>
                    <a:pt x="31573" y="236531"/>
                  </a:lnTo>
                  <a:close/>
                </a:path>
                <a:path w="234315" h="280670">
                  <a:moveTo>
                    <a:pt x="42139" y="226301"/>
                  </a:moveTo>
                  <a:lnTo>
                    <a:pt x="39969" y="226301"/>
                  </a:lnTo>
                  <a:lnTo>
                    <a:pt x="34883" y="232497"/>
                  </a:lnTo>
                  <a:lnTo>
                    <a:pt x="34987" y="232651"/>
                  </a:lnTo>
                  <a:lnTo>
                    <a:pt x="37982" y="233921"/>
                  </a:lnTo>
                  <a:lnTo>
                    <a:pt x="41336" y="234768"/>
                  </a:lnTo>
                  <a:lnTo>
                    <a:pt x="47243" y="227571"/>
                  </a:lnTo>
                  <a:lnTo>
                    <a:pt x="44107" y="227571"/>
                  </a:lnTo>
                  <a:lnTo>
                    <a:pt x="42139" y="226301"/>
                  </a:lnTo>
                  <a:close/>
                </a:path>
                <a:path w="234315" h="280670">
                  <a:moveTo>
                    <a:pt x="54331" y="208800"/>
                  </a:moveTo>
                  <a:lnTo>
                    <a:pt x="47739" y="216832"/>
                  </a:lnTo>
                  <a:lnTo>
                    <a:pt x="48149" y="217411"/>
                  </a:lnTo>
                  <a:lnTo>
                    <a:pt x="48631" y="217411"/>
                  </a:lnTo>
                  <a:lnTo>
                    <a:pt x="49070" y="218681"/>
                  </a:lnTo>
                  <a:lnTo>
                    <a:pt x="49468" y="219951"/>
                  </a:lnTo>
                  <a:lnTo>
                    <a:pt x="49646" y="221221"/>
                  </a:lnTo>
                  <a:lnTo>
                    <a:pt x="49479" y="222491"/>
                  </a:lnTo>
                  <a:lnTo>
                    <a:pt x="49364" y="223761"/>
                  </a:lnTo>
                  <a:lnTo>
                    <a:pt x="48945" y="223761"/>
                  </a:lnTo>
                  <a:lnTo>
                    <a:pt x="46652" y="226301"/>
                  </a:lnTo>
                  <a:lnTo>
                    <a:pt x="44107" y="227571"/>
                  </a:lnTo>
                  <a:lnTo>
                    <a:pt x="47243" y="227571"/>
                  </a:lnTo>
                  <a:lnTo>
                    <a:pt x="57293" y="215325"/>
                  </a:lnTo>
                  <a:lnTo>
                    <a:pt x="57206" y="214871"/>
                  </a:lnTo>
                  <a:lnTo>
                    <a:pt x="56704" y="213601"/>
                  </a:lnTo>
                  <a:lnTo>
                    <a:pt x="55123" y="209791"/>
                  </a:lnTo>
                  <a:lnTo>
                    <a:pt x="54331" y="208800"/>
                  </a:lnTo>
                  <a:close/>
                </a:path>
                <a:path w="234315" h="280670">
                  <a:moveTo>
                    <a:pt x="111863" y="138697"/>
                  </a:moveTo>
                  <a:lnTo>
                    <a:pt x="101997" y="150720"/>
                  </a:lnTo>
                  <a:lnTo>
                    <a:pt x="107561" y="152641"/>
                  </a:lnTo>
                  <a:lnTo>
                    <a:pt x="108736" y="152641"/>
                  </a:lnTo>
                  <a:lnTo>
                    <a:pt x="119159" y="139941"/>
                  </a:lnTo>
                  <a:lnTo>
                    <a:pt x="118720" y="139941"/>
                  </a:lnTo>
                  <a:lnTo>
                    <a:pt x="111863" y="138697"/>
                  </a:lnTo>
                  <a:close/>
                </a:path>
                <a:path w="234315" h="280670">
                  <a:moveTo>
                    <a:pt x="119231" y="139853"/>
                  </a:moveTo>
                  <a:lnTo>
                    <a:pt x="118720" y="139941"/>
                  </a:lnTo>
                  <a:lnTo>
                    <a:pt x="119159" y="139941"/>
                  </a:lnTo>
                  <a:close/>
                </a:path>
                <a:path w="234315" h="280670">
                  <a:moveTo>
                    <a:pt x="93660" y="160878"/>
                  </a:moveTo>
                  <a:lnTo>
                    <a:pt x="83873" y="172803"/>
                  </a:lnTo>
                  <a:lnTo>
                    <a:pt x="84104" y="175501"/>
                  </a:lnTo>
                  <a:lnTo>
                    <a:pt x="84176" y="182567"/>
                  </a:lnTo>
                  <a:lnTo>
                    <a:pt x="95070" y="169293"/>
                  </a:lnTo>
                  <a:lnTo>
                    <a:pt x="94945" y="167881"/>
                  </a:lnTo>
                  <a:lnTo>
                    <a:pt x="93823" y="161531"/>
                  </a:lnTo>
                  <a:lnTo>
                    <a:pt x="93660" y="160878"/>
                  </a:lnTo>
                  <a:close/>
                </a:path>
                <a:path w="234315" h="280670">
                  <a:moveTo>
                    <a:pt x="73465" y="185486"/>
                  </a:moveTo>
                  <a:lnTo>
                    <a:pt x="68477" y="191563"/>
                  </a:lnTo>
                  <a:lnTo>
                    <a:pt x="69426" y="193281"/>
                  </a:lnTo>
                  <a:lnTo>
                    <a:pt x="72117" y="197091"/>
                  </a:lnTo>
                  <a:lnTo>
                    <a:pt x="72257" y="197091"/>
                  </a:lnTo>
                  <a:lnTo>
                    <a:pt x="77446" y="190769"/>
                  </a:lnTo>
                  <a:lnTo>
                    <a:pt x="74756" y="188201"/>
                  </a:lnTo>
                  <a:lnTo>
                    <a:pt x="73465" y="185486"/>
                  </a:lnTo>
                  <a:close/>
                </a:path>
                <a:path w="234315" h="280670">
                  <a:moveTo>
                    <a:pt x="131054" y="115313"/>
                  </a:moveTo>
                  <a:lnTo>
                    <a:pt x="126086" y="121366"/>
                  </a:lnTo>
                  <a:lnTo>
                    <a:pt x="128084" y="122161"/>
                  </a:lnTo>
                  <a:lnTo>
                    <a:pt x="130775" y="124701"/>
                  </a:lnTo>
                  <a:lnTo>
                    <a:pt x="131073" y="125423"/>
                  </a:lnTo>
                  <a:lnTo>
                    <a:pt x="135861" y="119589"/>
                  </a:lnTo>
                  <a:lnTo>
                    <a:pt x="134942" y="118351"/>
                  </a:lnTo>
                  <a:lnTo>
                    <a:pt x="131916" y="115811"/>
                  </a:lnTo>
                  <a:lnTo>
                    <a:pt x="131054" y="115313"/>
                  </a:lnTo>
                  <a:close/>
                </a:path>
                <a:path w="234315" h="280670">
                  <a:moveTo>
                    <a:pt x="176483" y="70091"/>
                  </a:moveTo>
                  <a:lnTo>
                    <a:pt x="168857" y="70091"/>
                  </a:lnTo>
                  <a:lnTo>
                    <a:pt x="166575" y="72631"/>
                  </a:lnTo>
                  <a:lnTo>
                    <a:pt x="166009" y="75171"/>
                  </a:lnTo>
                  <a:lnTo>
                    <a:pt x="166156" y="76441"/>
                  </a:lnTo>
                  <a:lnTo>
                    <a:pt x="166268" y="80251"/>
                  </a:lnTo>
                  <a:lnTo>
                    <a:pt x="166295" y="82504"/>
                  </a:lnTo>
                  <a:lnTo>
                    <a:pt x="176483" y="70091"/>
                  </a:lnTo>
                  <a:close/>
                </a:path>
                <a:path w="234315" h="280670">
                  <a:moveTo>
                    <a:pt x="177319" y="68821"/>
                  </a:moveTo>
                  <a:lnTo>
                    <a:pt x="170459" y="68821"/>
                  </a:lnTo>
                  <a:lnTo>
                    <a:pt x="172114" y="70091"/>
                  </a:lnTo>
                  <a:lnTo>
                    <a:pt x="177319" y="68821"/>
                  </a:lnTo>
                  <a:close/>
                </a:path>
                <a:path w="234315" h="280670">
                  <a:moveTo>
                    <a:pt x="177576" y="68758"/>
                  </a:moveTo>
                  <a:lnTo>
                    <a:pt x="177319" y="68821"/>
                  </a:lnTo>
                  <a:lnTo>
                    <a:pt x="177525" y="68821"/>
                  </a:lnTo>
                  <a:close/>
                </a:path>
                <a:path w="234315" h="280670">
                  <a:moveTo>
                    <a:pt x="147184" y="95660"/>
                  </a:moveTo>
                  <a:lnTo>
                    <a:pt x="141029" y="103159"/>
                  </a:lnTo>
                  <a:lnTo>
                    <a:pt x="142178" y="104381"/>
                  </a:lnTo>
                  <a:lnTo>
                    <a:pt x="144743" y="106921"/>
                  </a:lnTo>
                  <a:lnTo>
                    <a:pt x="146257" y="106921"/>
                  </a:lnTo>
                  <a:lnTo>
                    <a:pt x="153553" y="98031"/>
                  </a:lnTo>
                  <a:lnTo>
                    <a:pt x="150680" y="98031"/>
                  </a:lnTo>
                  <a:lnTo>
                    <a:pt x="149539" y="96761"/>
                  </a:lnTo>
                  <a:lnTo>
                    <a:pt x="147769" y="96761"/>
                  </a:lnTo>
                  <a:lnTo>
                    <a:pt x="147184" y="95660"/>
                  </a:lnTo>
                  <a:close/>
                </a:path>
                <a:path w="234315" h="280670">
                  <a:moveTo>
                    <a:pt x="160064" y="79965"/>
                  </a:moveTo>
                  <a:lnTo>
                    <a:pt x="155455" y="85581"/>
                  </a:lnTo>
                  <a:lnTo>
                    <a:pt x="156051" y="86601"/>
                  </a:lnTo>
                  <a:lnTo>
                    <a:pt x="156177" y="89141"/>
                  </a:lnTo>
                  <a:lnTo>
                    <a:pt x="156355" y="91681"/>
                  </a:lnTo>
                  <a:lnTo>
                    <a:pt x="155863" y="94221"/>
                  </a:lnTo>
                  <a:lnTo>
                    <a:pt x="154010" y="96761"/>
                  </a:lnTo>
                  <a:lnTo>
                    <a:pt x="153360" y="98031"/>
                  </a:lnTo>
                  <a:lnTo>
                    <a:pt x="153553" y="98031"/>
                  </a:lnTo>
                  <a:lnTo>
                    <a:pt x="162799" y="86764"/>
                  </a:lnTo>
                  <a:lnTo>
                    <a:pt x="162324" y="84061"/>
                  </a:lnTo>
                  <a:lnTo>
                    <a:pt x="160606" y="80251"/>
                  </a:lnTo>
                  <a:lnTo>
                    <a:pt x="160064" y="79965"/>
                  </a:lnTo>
                  <a:close/>
                </a:path>
                <a:path w="234315" h="280670">
                  <a:moveTo>
                    <a:pt x="201288" y="29734"/>
                  </a:moveTo>
                  <a:lnTo>
                    <a:pt x="192335" y="40643"/>
                  </a:lnTo>
                  <a:lnTo>
                    <a:pt x="198270" y="42151"/>
                  </a:lnTo>
                  <a:lnTo>
                    <a:pt x="199412" y="42151"/>
                  </a:lnTo>
                  <a:lnTo>
                    <a:pt x="207931" y="31770"/>
                  </a:lnTo>
                  <a:lnTo>
                    <a:pt x="206375" y="30721"/>
                  </a:lnTo>
                  <a:lnTo>
                    <a:pt x="204396" y="30721"/>
                  </a:lnTo>
                  <a:lnTo>
                    <a:pt x="201288" y="29734"/>
                  </a:lnTo>
                  <a:close/>
                </a:path>
                <a:path w="234315" h="280670">
                  <a:moveTo>
                    <a:pt x="221317" y="12941"/>
                  </a:moveTo>
                  <a:lnTo>
                    <a:pt x="219819" y="12941"/>
                  </a:lnTo>
                  <a:lnTo>
                    <a:pt x="217285" y="14211"/>
                  </a:lnTo>
                  <a:lnTo>
                    <a:pt x="216730" y="15481"/>
                  </a:lnTo>
                  <a:lnTo>
                    <a:pt x="217306" y="16751"/>
                  </a:lnTo>
                  <a:lnTo>
                    <a:pt x="217432" y="18021"/>
                  </a:lnTo>
                  <a:lnTo>
                    <a:pt x="217542" y="19291"/>
                  </a:lnTo>
                  <a:lnTo>
                    <a:pt x="217570" y="20024"/>
                  </a:lnTo>
                  <a:lnTo>
                    <a:pt x="222061" y="14552"/>
                  </a:lnTo>
                  <a:lnTo>
                    <a:pt x="221934" y="14211"/>
                  </a:lnTo>
                  <a:lnTo>
                    <a:pt x="221317" y="12941"/>
                  </a:lnTo>
                  <a:close/>
                </a:path>
              </a:pathLst>
            </a:custGeom>
            <a:solidFill>
              <a:srgbClr val="F4CA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 descr=""/>
            <p:cNvSpPr/>
            <p:nvPr/>
          </p:nvSpPr>
          <p:spPr>
            <a:xfrm>
              <a:off x="10685291" y="6564127"/>
              <a:ext cx="238760" cy="285750"/>
            </a:xfrm>
            <a:custGeom>
              <a:avLst/>
              <a:gdLst/>
              <a:ahLst/>
              <a:cxnLst/>
              <a:rect l="l" t="t" r="r" b="b"/>
              <a:pathLst>
                <a:path w="238759" h="285750">
                  <a:moveTo>
                    <a:pt x="238486" y="0"/>
                  </a:moveTo>
                  <a:lnTo>
                    <a:pt x="230173" y="0"/>
                  </a:lnTo>
                  <a:lnTo>
                    <a:pt x="227423" y="3350"/>
                  </a:lnTo>
                  <a:lnTo>
                    <a:pt x="235824" y="3243"/>
                  </a:lnTo>
                  <a:lnTo>
                    <a:pt x="238486" y="0"/>
                  </a:lnTo>
                  <a:close/>
                </a:path>
                <a:path w="238759" h="285750">
                  <a:moveTo>
                    <a:pt x="8660" y="269916"/>
                  </a:moveTo>
                  <a:lnTo>
                    <a:pt x="0" y="280469"/>
                  </a:lnTo>
                  <a:lnTo>
                    <a:pt x="309" y="280911"/>
                  </a:lnTo>
                  <a:lnTo>
                    <a:pt x="3597" y="284721"/>
                  </a:lnTo>
                  <a:lnTo>
                    <a:pt x="4180" y="285501"/>
                  </a:lnTo>
                  <a:lnTo>
                    <a:pt x="12155" y="275783"/>
                  </a:lnTo>
                  <a:lnTo>
                    <a:pt x="9953" y="272021"/>
                  </a:lnTo>
                  <a:lnTo>
                    <a:pt x="8660" y="269916"/>
                  </a:lnTo>
                  <a:close/>
                </a:path>
                <a:path w="238759" h="285750">
                  <a:moveTo>
                    <a:pt x="35215" y="237558"/>
                  </a:moveTo>
                  <a:lnTo>
                    <a:pt x="20440" y="255562"/>
                  </a:lnTo>
                  <a:lnTo>
                    <a:pt x="18456" y="265671"/>
                  </a:lnTo>
                  <a:lnTo>
                    <a:pt x="17096" y="269763"/>
                  </a:lnTo>
                  <a:lnTo>
                    <a:pt x="32262" y="251283"/>
                  </a:lnTo>
                  <a:lnTo>
                    <a:pt x="32350" y="250431"/>
                  </a:lnTo>
                  <a:lnTo>
                    <a:pt x="32962" y="250431"/>
                  </a:lnTo>
                  <a:lnTo>
                    <a:pt x="43384" y="237731"/>
                  </a:lnTo>
                  <a:lnTo>
                    <a:pt x="36470" y="237731"/>
                  </a:lnTo>
                  <a:lnTo>
                    <a:pt x="35215" y="237558"/>
                  </a:lnTo>
                  <a:close/>
                </a:path>
                <a:path w="238759" h="285750">
                  <a:moveTo>
                    <a:pt x="44834" y="235964"/>
                  </a:moveTo>
                  <a:lnTo>
                    <a:pt x="36470" y="237731"/>
                  </a:lnTo>
                  <a:lnTo>
                    <a:pt x="43384" y="237731"/>
                  </a:lnTo>
                  <a:lnTo>
                    <a:pt x="44834" y="235964"/>
                  </a:lnTo>
                  <a:close/>
                </a:path>
                <a:path w="238759" h="285750">
                  <a:moveTo>
                    <a:pt x="53462" y="215324"/>
                  </a:moveTo>
                  <a:lnTo>
                    <a:pt x="37505" y="234768"/>
                  </a:lnTo>
                  <a:lnTo>
                    <a:pt x="39177" y="235191"/>
                  </a:lnTo>
                  <a:lnTo>
                    <a:pt x="44779" y="235191"/>
                  </a:lnTo>
                  <a:lnTo>
                    <a:pt x="46196" y="234305"/>
                  </a:lnTo>
                  <a:lnTo>
                    <a:pt x="53854" y="224973"/>
                  </a:lnTo>
                  <a:lnTo>
                    <a:pt x="54171" y="222491"/>
                  </a:lnTo>
                  <a:lnTo>
                    <a:pt x="54140" y="219951"/>
                  </a:lnTo>
                  <a:lnTo>
                    <a:pt x="53972" y="217411"/>
                  </a:lnTo>
                  <a:lnTo>
                    <a:pt x="53462" y="215324"/>
                  </a:lnTo>
                  <a:close/>
                </a:path>
                <a:path w="238759" h="285750">
                  <a:moveTo>
                    <a:pt x="125076" y="138190"/>
                  </a:moveTo>
                  <a:lnTo>
                    <a:pt x="115399" y="139853"/>
                  </a:lnTo>
                  <a:lnTo>
                    <a:pt x="104904" y="152641"/>
                  </a:lnTo>
                  <a:lnTo>
                    <a:pt x="113216" y="152641"/>
                  </a:lnTo>
                  <a:lnTo>
                    <a:pt x="125076" y="138190"/>
                  </a:lnTo>
                  <a:close/>
                </a:path>
                <a:path w="238759" h="285750">
                  <a:moveTo>
                    <a:pt x="91239" y="169292"/>
                  </a:moveTo>
                  <a:lnTo>
                    <a:pt x="80345" y="182566"/>
                  </a:lnTo>
                  <a:lnTo>
                    <a:pt x="80390" y="186931"/>
                  </a:lnTo>
                  <a:lnTo>
                    <a:pt x="79902" y="193234"/>
                  </a:lnTo>
                  <a:lnTo>
                    <a:pt x="91822" y="178709"/>
                  </a:lnTo>
                  <a:lnTo>
                    <a:pt x="91791" y="175501"/>
                  </a:lnTo>
                  <a:lnTo>
                    <a:pt x="91239" y="169292"/>
                  </a:lnTo>
                  <a:close/>
                </a:path>
                <a:path w="238759" h="285750">
                  <a:moveTo>
                    <a:pt x="73614" y="190768"/>
                  </a:moveTo>
                  <a:lnTo>
                    <a:pt x="68426" y="197091"/>
                  </a:lnTo>
                  <a:lnTo>
                    <a:pt x="69302" y="197091"/>
                  </a:lnTo>
                  <a:lnTo>
                    <a:pt x="70810" y="198361"/>
                  </a:lnTo>
                  <a:lnTo>
                    <a:pt x="71993" y="199631"/>
                  </a:lnTo>
                  <a:lnTo>
                    <a:pt x="72548" y="199631"/>
                  </a:lnTo>
                  <a:lnTo>
                    <a:pt x="73291" y="200901"/>
                  </a:lnTo>
                  <a:lnTo>
                    <a:pt x="73610" y="200901"/>
                  </a:lnTo>
                  <a:lnTo>
                    <a:pt x="79864" y="193281"/>
                  </a:lnTo>
                  <a:lnTo>
                    <a:pt x="77825" y="193281"/>
                  </a:lnTo>
                  <a:lnTo>
                    <a:pt x="76820" y="192011"/>
                  </a:lnTo>
                  <a:lnTo>
                    <a:pt x="73614" y="190768"/>
                  </a:lnTo>
                  <a:close/>
                </a:path>
                <a:path w="238759" h="285750">
                  <a:moveTo>
                    <a:pt x="132030" y="119588"/>
                  </a:moveTo>
                  <a:lnTo>
                    <a:pt x="127242" y="125422"/>
                  </a:lnTo>
                  <a:lnTo>
                    <a:pt x="128515" y="128511"/>
                  </a:lnTo>
                  <a:lnTo>
                    <a:pt x="129258" y="131051"/>
                  </a:lnTo>
                  <a:lnTo>
                    <a:pt x="129708" y="132321"/>
                  </a:lnTo>
                  <a:lnTo>
                    <a:pt x="129715" y="132537"/>
                  </a:lnTo>
                  <a:lnTo>
                    <a:pt x="135692" y="125253"/>
                  </a:lnTo>
                  <a:lnTo>
                    <a:pt x="134881" y="123431"/>
                  </a:lnTo>
                  <a:lnTo>
                    <a:pt x="133247" y="120891"/>
                  </a:lnTo>
                  <a:lnTo>
                    <a:pt x="132030" y="119588"/>
                  </a:lnTo>
                  <a:close/>
                </a:path>
                <a:path w="238759" h="285750">
                  <a:moveTo>
                    <a:pt x="183739" y="66709"/>
                  </a:moveTo>
                  <a:lnTo>
                    <a:pt x="173745" y="68758"/>
                  </a:lnTo>
                  <a:lnTo>
                    <a:pt x="182006" y="68821"/>
                  </a:lnTo>
                  <a:lnTo>
                    <a:pt x="183739" y="66709"/>
                  </a:lnTo>
                  <a:close/>
                </a:path>
                <a:path w="238759" h="285750">
                  <a:moveTo>
                    <a:pt x="180964" y="70091"/>
                  </a:moveTo>
                  <a:lnTo>
                    <a:pt x="172651" y="70091"/>
                  </a:lnTo>
                  <a:lnTo>
                    <a:pt x="162465" y="82503"/>
                  </a:lnTo>
                  <a:lnTo>
                    <a:pt x="162545" y="89141"/>
                  </a:lnTo>
                  <a:lnTo>
                    <a:pt x="162195" y="92961"/>
                  </a:lnTo>
                  <a:lnTo>
                    <a:pt x="180964" y="70091"/>
                  </a:lnTo>
                  <a:close/>
                </a:path>
                <a:path w="238759" h="285750">
                  <a:moveTo>
                    <a:pt x="150074" y="106921"/>
                  </a:moveTo>
                  <a:lnTo>
                    <a:pt x="144242" y="106921"/>
                  </a:lnTo>
                  <a:lnTo>
                    <a:pt x="145498" y="108191"/>
                  </a:lnTo>
                  <a:lnTo>
                    <a:pt x="148682" y="108191"/>
                  </a:lnTo>
                  <a:lnTo>
                    <a:pt x="150074" y="106921"/>
                  </a:lnTo>
                  <a:close/>
                </a:path>
                <a:path w="238759" h="285750">
                  <a:moveTo>
                    <a:pt x="158968" y="86763"/>
                  </a:moveTo>
                  <a:lnTo>
                    <a:pt x="142426" y="106921"/>
                  </a:lnTo>
                  <a:lnTo>
                    <a:pt x="150738" y="106921"/>
                  </a:lnTo>
                  <a:lnTo>
                    <a:pt x="159138" y="96685"/>
                  </a:lnTo>
                  <a:lnTo>
                    <a:pt x="159469" y="92951"/>
                  </a:lnTo>
                  <a:lnTo>
                    <a:pt x="159477" y="89141"/>
                  </a:lnTo>
                  <a:lnTo>
                    <a:pt x="159163" y="87871"/>
                  </a:lnTo>
                  <a:lnTo>
                    <a:pt x="158968" y="86763"/>
                  </a:lnTo>
                  <a:close/>
                </a:path>
                <a:path w="238759" h="285750">
                  <a:moveTo>
                    <a:pt x="204100" y="31769"/>
                  </a:moveTo>
                  <a:lnTo>
                    <a:pt x="195580" y="42151"/>
                  </a:lnTo>
                  <a:lnTo>
                    <a:pt x="203894" y="42151"/>
                  </a:lnTo>
                  <a:lnTo>
                    <a:pt x="212232" y="31991"/>
                  </a:lnTo>
                  <a:lnTo>
                    <a:pt x="204429" y="31991"/>
                  </a:lnTo>
                  <a:lnTo>
                    <a:pt x="204100" y="31769"/>
                  </a:lnTo>
                  <a:close/>
                </a:path>
                <a:path w="238759" h="285750">
                  <a:moveTo>
                    <a:pt x="218230" y="14552"/>
                  </a:moveTo>
                  <a:lnTo>
                    <a:pt x="213740" y="20023"/>
                  </a:lnTo>
                  <a:lnTo>
                    <a:pt x="213685" y="22323"/>
                  </a:lnTo>
                  <a:lnTo>
                    <a:pt x="212837" y="25641"/>
                  </a:lnTo>
                  <a:lnTo>
                    <a:pt x="212376" y="26911"/>
                  </a:lnTo>
                  <a:lnTo>
                    <a:pt x="211643" y="28181"/>
                  </a:lnTo>
                  <a:lnTo>
                    <a:pt x="210858" y="28181"/>
                  </a:lnTo>
                  <a:lnTo>
                    <a:pt x="210208" y="29451"/>
                  </a:lnTo>
                  <a:lnTo>
                    <a:pt x="209968" y="29451"/>
                  </a:lnTo>
                  <a:lnTo>
                    <a:pt x="209256" y="30721"/>
                  </a:lnTo>
                  <a:lnTo>
                    <a:pt x="207402" y="31991"/>
                  </a:lnTo>
                  <a:lnTo>
                    <a:pt x="212232" y="31991"/>
                  </a:lnTo>
                  <a:lnTo>
                    <a:pt x="220166" y="22323"/>
                  </a:lnTo>
                  <a:lnTo>
                    <a:pt x="220219" y="21831"/>
                  </a:lnTo>
                  <a:lnTo>
                    <a:pt x="219590" y="19291"/>
                  </a:lnTo>
                  <a:lnTo>
                    <a:pt x="219109" y="18021"/>
                  </a:lnTo>
                  <a:lnTo>
                    <a:pt x="218575" y="15481"/>
                  </a:lnTo>
                  <a:lnTo>
                    <a:pt x="218230" y="14552"/>
                  </a:lnTo>
                  <a:close/>
                </a:path>
              </a:pathLst>
            </a:custGeom>
            <a:solidFill>
              <a:srgbClr val="F3C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 descr=""/>
            <p:cNvSpPr/>
            <p:nvPr/>
          </p:nvSpPr>
          <p:spPr>
            <a:xfrm>
              <a:off x="10674904" y="6564127"/>
              <a:ext cx="257810" cy="313690"/>
            </a:xfrm>
            <a:custGeom>
              <a:avLst/>
              <a:gdLst/>
              <a:ahLst/>
              <a:cxnLst/>
              <a:rect l="l" t="t" r="r" b="b"/>
              <a:pathLst>
                <a:path w="257809" h="313690">
                  <a:moveTo>
                    <a:pt x="257186" y="0"/>
                  </a:moveTo>
                  <a:lnTo>
                    <a:pt x="248872" y="0"/>
                  </a:lnTo>
                  <a:lnTo>
                    <a:pt x="246210" y="3243"/>
                  </a:lnTo>
                  <a:lnTo>
                    <a:pt x="254611" y="3137"/>
                  </a:lnTo>
                  <a:lnTo>
                    <a:pt x="257186" y="0"/>
                  </a:lnTo>
                  <a:close/>
                </a:path>
                <a:path w="257809" h="313690">
                  <a:moveTo>
                    <a:pt x="22542" y="275782"/>
                  </a:moveTo>
                  <a:lnTo>
                    <a:pt x="14566" y="285500"/>
                  </a:lnTo>
                  <a:lnTo>
                    <a:pt x="16832" y="288531"/>
                  </a:lnTo>
                  <a:lnTo>
                    <a:pt x="18141" y="291071"/>
                  </a:lnTo>
                  <a:lnTo>
                    <a:pt x="15764" y="293611"/>
                  </a:lnTo>
                  <a:lnTo>
                    <a:pt x="12968" y="297421"/>
                  </a:lnTo>
                  <a:lnTo>
                    <a:pt x="9670" y="299961"/>
                  </a:lnTo>
                  <a:lnTo>
                    <a:pt x="0" y="313385"/>
                  </a:lnTo>
                  <a:lnTo>
                    <a:pt x="28735" y="278371"/>
                  </a:lnTo>
                  <a:lnTo>
                    <a:pt x="24622" y="278371"/>
                  </a:lnTo>
                  <a:lnTo>
                    <a:pt x="23313" y="277101"/>
                  </a:lnTo>
                  <a:lnTo>
                    <a:pt x="22542" y="275782"/>
                  </a:lnTo>
                  <a:close/>
                </a:path>
                <a:path w="257809" h="313690">
                  <a:moveTo>
                    <a:pt x="42649" y="251282"/>
                  </a:moveTo>
                  <a:lnTo>
                    <a:pt x="27483" y="269761"/>
                  </a:lnTo>
                  <a:lnTo>
                    <a:pt x="24622" y="278371"/>
                  </a:lnTo>
                  <a:lnTo>
                    <a:pt x="28735" y="278371"/>
                  </a:lnTo>
                  <a:lnTo>
                    <a:pt x="40968" y="263465"/>
                  </a:lnTo>
                  <a:lnTo>
                    <a:pt x="41950" y="258051"/>
                  </a:lnTo>
                  <a:lnTo>
                    <a:pt x="42649" y="251282"/>
                  </a:lnTo>
                  <a:close/>
                </a:path>
                <a:path w="257809" h="313690">
                  <a:moveTo>
                    <a:pt x="66834" y="231946"/>
                  </a:moveTo>
                  <a:lnTo>
                    <a:pt x="58883" y="235191"/>
                  </a:lnTo>
                  <a:lnTo>
                    <a:pt x="55220" y="235964"/>
                  </a:lnTo>
                  <a:lnTo>
                    <a:pt x="43347" y="250431"/>
                  </a:lnTo>
                  <a:lnTo>
                    <a:pt x="51665" y="250431"/>
                  </a:lnTo>
                  <a:lnTo>
                    <a:pt x="66834" y="231946"/>
                  </a:lnTo>
                  <a:close/>
                </a:path>
                <a:path w="257809" h="313690">
                  <a:moveTo>
                    <a:pt x="64241" y="224972"/>
                  </a:moveTo>
                  <a:lnTo>
                    <a:pt x="56581" y="234306"/>
                  </a:lnTo>
                  <a:lnTo>
                    <a:pt x="61186" y="231381"/>
                  </a:lnTo>
                  <a:lnTo>
                    <a:pt x="63134" y="228841"/>
                  </a:lnTo>
                  <a:lnTo>
                    <a:pt x="64241" y="224972"/>
                  </a:lnTo>
                  <a:close/>
                </a:path>
                <a:path w="257809" h="313690">
                  <a:moveTo>
                    <a:pt x="102209" y="178708"/>
                  </a:moveTo>
                  <a:lnTo>
                    <a:pt x="90289" y="193233"/>
                  </a:lnTo>
                  <a:lnTo>
                    <a:pt x="83996" y="200901"/>
                  </a:lnTo>
                  <a:lnTo>
                    <a:pt x="85709" y="200901"/>
                  </a:lnTo>
                  <a:lnTo>
                    <a:pt x="87217" y="202171"/>
                  </a:lnTo>
                  <a:lnTo>
                    <a:pt x="88767" y="202171"/>
                  </a:lnTo>
                  <a:lnTo>
                    <a:pt x="87777" y="206427"/>
                  </a:lnTo>
                  <a:lnTo>
                    <a:pt x="102148" y="188916"/>
                  </a:lnTo>
                  <a:lnTo>
                    <a:pt x="102209" y="178708"/>
                  </a:lnTo>
                  <a:close/>
                </a:path>
                <a:path w="257809" h="313690">
                  <a:moveTo>
                    <a:pt x="146079" y="125253"/>
                  </a:moveTo>
                  <a:lnTo>
                    <a:pt x="140102" y="132536"/>
                  </a:lnTo>
                  <a:lnTo>
                    <a:pt x="140210" y="136131"/>
                  </a:lnTo>
                  <a:lnTo>
                    <a:pt x="140053" y="137401"/>
                  </a:lnTo>
                  <a:lnTo>
                    <a:pt x="135462" y="138190"/>
                  </a:lnTo>
                  <a:lnTo>
                    <a:pt x="123602" y="152641"/>
                  </a:lnTo>
                  <a:lnTo>
                    <a:pt x="131918" y="152641"/>
                  </a:lnTo>
                  <a:lnTo>
                    <a:pt x="147952" y="133103"/>
                  </a:lnTo>
                  <a:lnTo>
                    <a:pt x="147791" y="131051"/>
                  </a:lnTo>
                  <a:lnTo>
                    <a:pt x="146964" y="127241"/>
                  </a:lnTo>
                  <a:lnTo>
                    <a:pt x="146079" y="125253"/>
                  </a:lnTo>
                  <a:close/>
                </a:path>
                <a:path w="257809" h="313690">
                  <a:moveTo>
                    <a:pt x="207169" y="60946"/>
                  </a:moveTo>
                  <a:lnTo>
                    <a:pt x="196216" y="66281"/>
                  </a:lnTo>
                  <a:lnTo>
                    <a:pt x="194124" y="66709"/>
                  </a:lnTo>
                  <a:lnTo>
                    <a:pt x="192392" y="68821"/>
                  </a:lnTo>
                  <a:lnTo>
                    <a:pt x="200707" y="68821"/>
                  </a:lnTo>
                  <a:lnTo>
                    <a:pt x="207169" y="60946"/>
                  </a:lnTo>
                  <a:close/>
                </a:path>
                <a:path w="257809" h="313690">
                  <a:moveTo>
                    <a:pt x="199664" y="70091"/>
                  </a:moveTo>
                  <a:lnTo>
                    <a:pt x="191350" y="70091"/>
                  </a:lnTo>
                  <a:lnTo>
                    <a:pt x="172581" y="92959"/>
                  </a:lnTo>
                  <a:lnTo>
                    <a:pt x="171767" y="101841"/>
                  </a:lnTo>
                  <a:lnTo>
                    <a:pt x="170648" y="105447"/>
                  </a:lnTo>
                  <a:lnTo>
                    <a:pt x="184310" y="88800"/>
                  </a:lnTo>
                  <a:lnTo>
                    <a:pt x="184492" y="82791"/>
                  </a:lnTo>
                  <a:lnTo>
                    <a:pt x="190413" y="81363"/>
                  </a:lnTo>
                  <a:lnTo>
                    <a:pt x="199664" y="70091"/>
                  </a:lnTo>
                  <a:close/>
                </a:path>
                <a:path w="257809" h="313690">
                  <a:moveTo>
                    <a:pt x="169525" y="96684"/>
                  </a:moveTo>
                  <a:lnTo>
                    <a:pt x="161124" y="106921"/>
                  </a:lnTo>
                  <a:lnTo>
                    <a:pt x="161822" y="106921"/>
                  </a:lnTo>
                  <a:lnTo>
                    <a:pt x="164545" y="105651"/>
                  </a:lnTo>
                  <a:lnTo>
                    <a:pt x="166639" y="103111"/>
                  </a:lnTo>
                  <a:lnTo>
                    <a:pt x="167780" y="100571"/>
                  </a:lnTo>
                  <a:lnTo>
                    <a:pt x="168984" y="99301"/>
                  </a:lnTo>
                  <a:lnTo>
                    <a:pt x="169525" y="96684"/>
                  </a:lnTo>
                  <a:close/>
                </a:path>
                <a:path w="257809" h="313690">
                  <a:moveTo>
                    <a:pt x="230553" y="22322"/>
                  </a:moveTo>
                  <a:lnTo>
                    <a:pt x="214280" y="42151"/>
                  </a:lnTo>
                  <a:lnTo>
                    <a:pt x="219265" y="42151"/>
                  </a:lnTo>
                  <a:lnTo>
                    <a:pt x="221035" y="40881"/>
                  </a:lnTo>
                  <a:lnTo>
                    <a:pt x="222176" y="40881"/>
                  </a:lnTo>
                  <a:lnTo>
                    <a:pt x="222815" y="39611"/>
                  </a:lnTo>
                  <a:lnTo>
                    <a:pt x="223098" y="39611"/>
                  </a:lnTo>
                  <a:lnTo>
                    <a:pt x="224710" y="38341"/>
                  </a:lnTo>
                  <a:lnTo>
                    <a:pt x="225663" y="37071"/>
                  </a:lnTo>
                  <a:lnTo>
                    <a:pt x="226051" y="35801"/>
                  </a:lnTo>
                  <a:lnTo>
                    <a:pt x="226501" y="35801"/>
                  </a:lnTo>
                  <a:lnTo>
                    <a:pt x="228019" y="33261"/>
                  </a:lnTo>
                  <a:lnTo>
                    <a:pt x="228459" y="31991"/>
                  </a:lnTo>
                  <a:lnTo>
                    <a:pt x="229412" y="29451"/>
                  </a:lnTo>
                  <a:lnTo>
                    <a:pt x="229925" y="28181"/>
                  </a:lnTo>
                  <a:lnTo>
                    <a:pt x="230553" y="22322"/>
                  </a:lnTo>
                  <a:close/>
                </a:path>
              </a:pathLst>
            </a:custGeom>
            <a:solidFill>
              <a:srgbClr val="F1C8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 descr=""/>
            <p:cNvSpPr/>
            <p:nvPr/>
          </p:nvSpPr>
          <p:spPr>
            <a:xfrm>
              <a:off x="10667817" y="6564127"/>
              <a:ext cx="273050" cy="332740"/>
            </a:xfrm>
            <a:custGeom>
              <a:avLst/>
              <a:gdLst/>
              <a:ahLst/>
              <a:cxnLst/>
              <a:rect l="l" t="t" r="r" b="b"/>
              <a:pathLst>
                <a:path w="273050" h="332740">
                  <a:moveTo>
                    <a:pt x="272587" y="0"/>
                  </a:moveTo>
                  <a:lnTo>
                    <a:pt x="264273" y="0"/>
                  </a:lnTo>
                  <a:lnTo>
                    <a:pt x="261698" y="3137"/>
                  </a:lnTo>
                  <a:lnTo>
                    <a:pt x="270099" y="3031"/>
                  </a:lnTo>
                  <a:lnTo>
                    <a:pt x="272587" y="0"/>
                  </a:lnTo>
                  <a:close/>
                </a:path>
                <a:path w="273050" h="332740">
                  <a:moveTo>
                    <a:pt x="48055" y="263465"/>
                  </a:moveTo>
                  <a:lnTo>
                    <a:pt x="7087" y="313385"/>
                  </a:lnTo>
                  <a:lnTo>
                    <a:pt x="3035" y="319011"/>
                  </a:lnTo>
                  <a:lnTo>
                    <a:pt x="0" y="332147"/>
                  </a:lnTo>
                  <a:lnTo>
                    <a:pt x="44303" y="278163"/>
                  </a:lnTo>
                  <a:lnTo>
                    <a:pt x="47194" y="268211"/>
                  </a:lnTo>
                  <a:lnTo>
                    <a:pt x="48055" y="263465"/>
                  </a:lnTo>
                  <a:close/>
                </a:path>
                <a:path w="273050" h="332740">
                  <a:moveTo>
                    <a:pt x="62253" y="252971"/>
                  </a:moveTo>
                  <a:lnTo>
                    <a:pt x="61185" y="252971"/>
                  </a:lnTo>
                  <a:lnTo>
                    <a:pt x="59028" y="254241"/>
                  </a:lnTo>
                  <a:lnTo>
                    <a:pt x="58389" y="255511"/>
                  </a:lnTo>
                  <a:lnTo>
                    <a:pt x="58829" y="256781"/>
                  </a:lnTo>
                  <a:lnTo>
                    <a:pt x="57164" y="256781"/>
                  </a:lnTo>
                  <a:lnTo>
                    <a:pt x="55866" y="259321"/>
                  </a:lnTo>
                  <a:lnTo>
                    <a:pt x="56033" y="260591"/>
                  </a:lnTo>
                  <a:lnTo>
                    <a:pt x="57727" y="261806"/>
                  </a:lnTo>
                  <a:lnTo>
                    <a:pt x="63146" y="255203"/>
                  </a:lnTo>
                  <a:lnTo>
                    <a:pt x="62253" y="252971"/>
                  </a:lnTo>
                  <a:close/>
                </a:path>
                <a:path w="273050" h="332740">
                  <a:moveTo>
                    <a:pt x="109235" y="188916"/>
                  </a:moveTo>
                  <a:lnTo>
                    <a:pt x="94864" y="206427"/>
                  </a:lnTo>
                  <a:lnTo>
                    <a:pt x="94378" y="208521"/>
                  </a:lnTo>
                  <a:lnTo>
                    <a:pt x="92105" y="214871"/>
                  </a:lnTo>
                  <a:lnTo>
                    <a:pt x="88933" y="219951"/>
                  </a:lnTo>
                  <a:lnTo>
                    <a:pt x="78420" y="230111"/>
                  </a:lnTo>
                  <a:lnTo>
                    <a:pt x="73921" y="231946"/>
                  </a:lnTo>
                  <a:lnTo>
                    <a:pt x="58752" y="250431"/>
                  </a:lnTo>
                  <a:lnTo>
                    <a:pt x="61722" y="250431"/>
                  </a:lnTo>
                  <a:lnTo>
                    <a:pt x="68764" y="248358"/>
                  </a:lnTo>
                  <a:lnTo>
                    <a:pt x="116049" y="190741"/>
                  </a:lnTo>
                  <a:lnTo>
                    <a:pt x="109162" y="190741"/>
                  </a:lnTo>
                  <a:lnTo>
                    <a:pt x="109235" y="188916"/>
                  </a:lnTo>
                  <a:close/>
                </a:path>
                <a:path w="273050" h="332740">
                  <a:moveTo>
                    <a:pt x="120382" y="185461"/>
                  </a:moveTo>
                  <a:lnTo>
                    <a:pt x="116136" y="186931"/>
                  </a:lnTo>
                  <a:lnTo>
                    <a:pt x="109162" y="190741"/>
                  </a:lnTo>
                  <a:lnTo>
                    <a:pt x="116049" y="190741"/>
                  </a:lnTo>
                  <a:lnTo>
                    <a:pt x="120382" y="185461"/>
                  </a:lnTo>
                  <a:close/>
                </a:path>
                <a:path w="273050" h="332740">
                  <a:moveTo>
                    <a:pt x="155039" y="133103"/>
                  </a:moveTo>
                  <a:lnTo>
                    <a:pt x="139005" y="152641"/>
                  </a:lnTo>
                  <a:lnTo>
                    <a:pt x="144051" y="152641"/>
                  </a:lnTo>
                  <a:lnTo>
                    <a:pt x="143664" y="153911"/>
                  </a:lnTo>
                  <a:lnTo>
                    <a:pt x="143308" y="155181"/>
                  </a:lnTo>
                  <a:lnTo>
                    <a:pt x="142829" y="158109"/>
                  </a:lnTo>
                  <a:lnTo>
                    <a:pt x="161909" y="134861"/>
                  </a:lnTo>
                  <a:lnTo>
                    <a:pt x="155140" y="134861"/>
                  </a:lnTo>
                  <a:lnTo>
                    <a:pt x="155039" y="133103"/>
                  </a:lnTo>
                  <a:close/>
                </a:path>
                <a:path w="273050" h="332740">
                  <a:moveTo>
                    <a:pt x="191397" y="88800"/>
                  </a:moveTo>
                  <a:lnTo>
                    <a:pt x="177736" y="105447"/>
                  </a:lnTo>
                  <a:lnTo>
                    <a:pt x="174522" y="115811"/>
                  </a:lnTo>
                  <a:lnTo>
                    <a:pt x="165705" y="128511"/>
                  </a:lnTo>
                  <a:lnTo>
                    <a:pt x="162627" y="131051"/>
                  </a:lnTo>
                  <a:lnTo>
                    <a:pt x="159025" y="133591"/>
                  </a:lnTo>
                  <a:lnTo>
                    <a:pt x="155140" y="134861"/>
                  </a:lnTo>
                  <a:lnTo>
                    <a:pt x="161909" y="134861"/>
                  </a:lnTo>
                  <a:lnTo>
                    <a:pt x="190626" y="99869"/>
                  </a:lnTo>
                  <a:lnTo>
                    <a:pt x="191157" y="96761"/>
                  </a:lnTo>
                  <a:lnTo>
                    <a:pt x="191397" y="88800"/>
                  </a:lnTo>
                  <a:close/>
                </a:path>
                <a:path w="273050" h="332740">
                  <a:moveTo>
                    <a:pt x="250784" y="26566"/>
                  </a:moveTo>
                  <a:lnTo>
                    <a:pt x="249685" y="26911"/>
                  </a:lnTo>
                  <a:lnTo>
                    <a:pt x="233871" y="43421"/>
                  </a:lnTo>
                  <a:lnTo>
                    <a:pt x="218949" y="58661"/>
                  </a:lnTo>
                  <a:lnTo>
                    <a:pt x="214256" y="60946"/>
                  </a:lnTo>
                  <a:lnTo>
                    <a:pt x="207794" y="68821"/>
                  </a:lnTo>
                  <a:lnTo>
                    <a:pt x="216107" y="68821"/>
                  </a:lnTo>
                  <a:lnTo>
                    <a:pt x="250784" y="26566"/>
                  </a:lnTo>
                  <a:close/>
                </a:path>
                <a:path w="273050" h="332740">
                  <a:moveTo>
                    <a:pt x="215065" y="70091"/>
                  </a:moveTo>
                  <a:lnTo>
                    <a:pt x="206752" y="70091"/>
                  </a:lnTo>
                  <a:lnTo>
                    <a:pt x="197501" y="81363"/>
                  </a:lnTo>
                  <a:lnTo>
                    <a:pt x="202115" y="80251"/>
                  </a:lnTo>
                  <a:lnTo>
                    <a:pt x="208136" y="78533"/>
                  </a:lnTo>
                  <a:lnTo>
                    <a:pt x="215065" y="70091"/>
                  </a:lnTo>
                  <a:close/>
                </a:path>
              </a:pathLst>
            </a:custGeom>
            <a:solidFill>
              <a:srgbClr val="F0C7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 descr=""/>
            <p:cNvSpPr/>
            <p:nvPr/>
          </p:nvSpPr>
          <p:spPr>
            <a:xfrm>
              <a:off x="10666452" y="6564127"/>
              <a:ext cx="282575" cy="343535"/>
            </a:xfrm>
            <a:custGeom>
              <a:avLst/>
              <a:gdLst/>
              <a:ahLst/>
              <a:cxnLst/>
              <a:rect l="l" t="t" r="r" b="b"/>
              <a:pathLst>
                <a:path w="282575" h="343534">
                  <a:moveTo>
                    <a:pt x="282266" y="0"/>
                  </a:moveTo>
                  <a:lnTo>
                    <a:pt x="273952" y="0"/>
                  </a:lnTo>
                  <a:lnTo>
                    <a:pt x="271464" y="3031"/>
                  </a:lnTo>
                  <a:lnTo>
                    <a:pt x="279865" y="2925"/>
                  </a:lnTo>
                  <a:lnTo>
                    <a:pt x="282266" y="0"/>
                  </a:lnTo>
                  <a:close/>
                </a:path>
                <a:path w="282575" h="343534">
                  <a:moveTo>
                    <a:pt x="45670" y="278159"/>
                  </a:moveTo>
                  <a:lnTo>
                    <a:pt x="1367" y="332143"/>
                  </a:lnTo>
                  <a:lnTo>
                    <a:pt x="0" y="338061"/>
                  </a:lnTo>
                  <a:lnTo>
                    <a:pt x="383" y="343467"/>
                  </a:lnTo>
                  <a:lnTo>
                    <a:pt x="14569" y="326182"/>
                  </a:lnTo>
                  <a:lnTo>
                    <a:pt x="14763" y="325361"/>
                  </a:lnTo>
                  <a:lnTo>
                    <a:pt x="25160" y="311391"/>
                  </a:lnTo>
                  <a:lnTo>
                    <a:pt x="28322" y="307581"/>
                  </a:lnTo>
                  <a:lnTo>
                    <a:pt x="31107" y="305041"/>
                  </a:lnTo>
                  <a:lnTo>
                    <a:pt x="33557" y="301231"/>
                  </a:lnTo>
                  <a:lnTo>
                    <a:pt x="35047" y="301231"/>
                  </a:lnTo>
                  <a:lnTo>
                    <a:pt x="41175" y="293763"/>
                  </a:lnTo>
                  <a:lnTo>
                    <a:pt x="41117" y="293611"/>
                  </a:lnTo>
                  <a:lnTo>
                    <a:pt x="40018" y="292341"/>
                  </a:lnTo>
                  <a:lnTo>
                    <a:pt x="45240" y="279641"/>
                  </a:lnTo>
                  <a:lnTo>
                    <a:pt x="45670" y="278159"/>
                  </a:lnTo>
                  <a:close/>
                </a:path>
                <a:path w="282575" h="343534">
                  <a:moveTo>
                    <a:pt x="35047" y="301231"/>
                  </a:moveTo>
                  <a:lnTo>
                    <a:pt x="33557" y="301231"/>
                  </a:lnTo>
                  <a:lnTo>
                    <a:pt x="33892" y="302501"/>
                  </a:lnTo>
                  <a:lnTo>
                    <a:pt x="35047" y="301231"/>
                  </a:lnTo>
                  <a:close/>
                </a:path>
                <a:path w="282575" h="343534">
                  <a:moveTo>
                    <a:pt x="53389" y="278371"/>
                  </a:moveTo>
                  <a:lnTo>
                    <a:pt x="49976" y="279641"/>
                  </a:lnTo>
                  <a:lnTo>
                    <a:pt x="48950" y="279641"/>
                  </a:lnTo>
                  <a:lnTo>
                    <a:pt x="47651" y="280911"/>
                  </a:lnTo>
                  <a:lnTo>
                    <a:pt x="46206" y="282181"/>
                  </a:lnTo>
                  <a:lnTo>
                    <a:pt x="45222" y="284721"/>
                  </a:lnTo>
                  <a:lnTo>
                    <a:pt x="44206" y="287261"/>
                  </a:lnTo>
                  <a:lnTo>
                    <a:pt x="43630" y="289801"/>
                  </a:lnTo>
                  <a:lnTo>
                    <a:pt x="43551" y="290868"/>
                  </a:lnTo>
                  <a:lnTo>
                    <a:pt x="53708" y="278492"/>
                  </a:lnTo>
                  <a:lnTo>
                    <a:pt x="53389" y="278371"/>
                  </a:lnTo>
                  <a:close/>
                </a:path>
                <a:path w="282575" h="343534">
                  <a:moveTo>
                    <a:pt x="64511" y="255202"/>
                  </a:moveTo>
                  <a:lnTo>
                    <a:pt x="59092" y="261805"/>
                  </a:lnTo>
                  <a:lnTo>
                    <a:pt x="62853" y="267349"/>
                  </a:lnTo>
                  <a:lnTo>
                    <a:pt x="68334" y="260671"/>
                  </a:lnTo>
                  <a:lnTo>
                    <a:pt x="67232" y="259321"/>
                  </a:lnTo>
                  <a:lnTo>
                    <a:pt x="64635" y="255511"/>
                  </a:lnTo>
                  <a:lnTo>
                    <a:pt x="64511" y="255202"/>
                  </a:lnTo>
                  <a:close/>
                </a:path>
                <a:path w="282575" h="343534">
                  <a:moveTo>
                    <a:pt x="130172" y="183121"/>
                  </a:moveTo>
                  <a:lnTo>
                    <a:pt x="124843" y="184391"/>
                  </a:lnTo>
                  <a:lnTo>
                    <a:pt x="121745" y="185462"/>
                  </a:lnTo>
                  <a:lnTo>
                    <a:pt x="70128" y="248358"/>
                  </a:lnTo>
                  <a:lnTo>
                    <a:pt x="76031" y="246621"/>
                  </a:lnTo>
                  <a:lnTo>
                    <a:pt x="105099" y="215873"/>
                  </a:lnTo>
                  <a:lnTo>
                    <a:pt x="109230" y="200901"/>
                  </a:lnTo>
                  <a:lnTo>
                    <a:pt x="110372" y="200901"/>
                  </a:lnTo>
                  <a:lnTo>
                    <a:pt x="112529" y="199631"/>
                  </a:lnTo>
                  <a:lnTo>
                    <a:pt x="117953" y="197091"/>
                  </a:lnTo>
                  <a:lnTo>
                    <a:pt x="120089" y="195821"/>
                  </a:lnTo>
                  <a:lnTo>
                    <a:pt x="121556" y="195821"/>
                  </a:lnTo>
                  <a:lnTo>
                    <a:pt x="131773" y="183372"/>
                  </a:lnTo>
                  <a:lnTo>
                    <a:pt x="130172" y="183121"/>
                  </a:lnTo>
                  <a:close/>
                </a:path>
                <a:path w="282575" h="343534">
                  <a:moveTo>
                    <a:pt x="191993" y="99866"/>
                  </a:moveTo>
                  <a:lnTo>
                    <a:pt x="144196" y="158106"/>
                  </a:lnTo>
                  <a:lnTo>
                    <a:pt x="143428" y="162801"/>
                  </a:lnTo>
                  <a:lnTo>
                    <a:pt x="143072" y="169151"/>
                  </a:lnTo>
                  <a:lnTo>
                    <a:pt x="143139" y="169523"/>
                  </a:lnTo>
                  <a:lnTo>
                    <a:pt x="152211" y="158468"/>
                  </a:lnTo>
                  <a:lnTo>
                    <a:pt x="152580" y="156451"/>
                  </a:lnTo>
                  <a:lnTo>
                    <a:pt x="153145" y="153911"/>
                  </a:lnTo>
                  <a:lnTo>
                    <a:pt x="154182" y="150101"/>
                  </a:lnTo>
                  <a:lnTo>
                    <a:pt x="161032" y="147720"/>
                  </a:lnTo>
                  <a:lnTo>
                    <a:pt x="189477" y="113061"/>
                  </a:lnTo>
                  <a:lnTo>
                    <a:pt x="189918" y="112001"/>
                  </a:lnTo>
                  <a:lnTo>
                    <a:pt x="191993" y="99866"/>
                  </a:lnTo>
                  <a:close/>
                </a:path>
                <a:path w="282575" h="343534">
                  <a:moveTo>
                    <a:pt x="263339" y="23061"/>
                  </a:moveTo>
                  <a:lnTo>
                    <a:pt x="252148" y="26567"/>
                  </a:lnTo>
                  <a:lnTo>
                    <a:pt x="217471" y="68821"/>
                  </a:lnTo>
                  <a:lnTo>
                    <a:pt x="225785" y="68821"/>
                  </a:lnTo>
                  <a:lnTo>
                    <a:pt x="263339" y="23061"/>
                  </a:lnTo>
                  <a:close/>
                </a:path>
                <a:path w="282575" h="343534">
                  <a:moveTo>
                    <a:pt x="224742" y="70091"/>
                  </a:moveTo>
                  <a:lnTo>
                    <a:pt x="216429" y="70091"/>
                  </a:lnTo>
                  <a:lnTo>
                    <a:pt x="209500" y="78534"/>
                  </a:lnTo>
                  <a:lnTo>
                    <a:pt x="216838" y="76441"/>
                  </a:lnTo>
                  <a:lnTo>
                    <a:pt x="223318" y="71826"/>
                  </a:lnTo>
                  <a:lnTo>
                    <a:pt x="224742" y="70091"/>
                  </a:lnTo>
                  <a:close/>
                </a:path>
                <a:path w="282575" h="343534">
                  <a:moveTo>
                    <a:pt x="210015" y="86601"/>
                  </a:moveTo>
                  <a:lnTo>
                    <a:pt x="207489" y="86601"/>
                  </a:lnTo>
                  <a:lnTo>
                    <a:pt x="209121" y="89125"/>
                  </a:lnTo>
                  <a:lnTo>
                    <a:pt x="210903" y="86954"/>
                  </a:lnTo>
                  <a:lnTo>
                    <a:pt x="210015" y="86601"/>
                  </a:lnTo>
                  <a:close/>
                </a:path>
              </a:pathLst>
            </a:custGeom>
            <a:solidFill>
              <a:srgbClr val="EFC6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 descr=""/>
            <p:cNvSpPr/>
            <p:nvPr/>
          </p:nvSpPr>
          <p:spPr>
            <a:xfrm>
              <a:off x="10666834" y="6564127"/>
              <a:ext cx="290195" cy="353060"/>
            </a:xfrm>
            <a:custGeom>
              <a:avLst/>
              <a:gdLst/>
              <a:ahLst/>
              <a:cxnLst/>
              <a:rect l="l" t="t" r="r" b="b"/>
              <a:pathLst>
                <a:path w="290195" h="353059">
                  <a:moveTo>
                    <a:pt x="290196" y="0"/>
                  </a:moveTo>
                  <a:lnTo>
                    <a:pt x="281882" y="0"/>
                  </a:lnTo>
                  <a:lnTo>
                    <a:pt x="279481" y="2925"/>
                  </a:lnTo>
                  <a:lnTo>
                    <a:pt x="287882" y="2818"/>
                  </a:lnTo>
                  <a:lnTo>
                    <a:pt x="290196" y="0"/>
                  </a:lnTo>
                  <a:close/>
                </a:path>
                <a:path w="290195" h="353059">
                  <a:moveTo>
                    <a:pt x="14185" y="326182"/>
                  </a:moveTo>
                  <a:lnTo>
                    <a:pt x="0" y="343467"/>
                  </a:lnTo>
                  <a:lnTo>
                    <a:pt x="662" y="352795"/>
                  </a:lnTo>
                  <a:lnTo>
                    <a:pt x="11130" y="340041"/>
                  </a:lnTo>
                  <a:lnTo>
                    <a:pt x="11073" y="339331"/>
                  </a:lnTo>
                  <a:lnTo>
                    <a:pt x="14185" y="326182"/>
                  </a:lnTo>
                  <a:close/>
                </a:path>
                <a:path w="290195" h="353059">
                  <a:moveTo>
                    <a:pt x="40791" y="293763"/>
                  </a:moveTo>
                  <a:lnTo>
                    <a:pt x="33621" y="302501"/>
                  </a:lnTo>
                  <a:lnTo>
                    <a:pt x="33739" y="303771"/>
                  </a:lnTo>
                  <a:lnTo>
                    <a:pt x="34116" y="303771"/>
                  </a:lnTo>
                  <a:lnTo>
                    <a:pt x="34168" y="305041"/>
                  </a:lnTo>
                  <a:lnTo>
                    <a:pt x="33938" y="307581"/>
                  </a:lnTo>
                  <a:lnTo>
                    <a:pt x="33687" y="307581"/>
                  </a:lnTo>
                  <a:lnTo>
                    <a:pt x="33707" y="308851"/>
                  </a:lnTo>
                  <a:lnTo>
                    <a:pt x="33362" y="308851"/>
                  </a:lnTo>
                  <a:lnTo>
                    <a:pt x="33184" y="310121"/>
                  </a:lnTo>
                  <a:lnTo>
                    <a:pt x="32891" y="310121"/>
                  </a:lnTo>
                  <a:lnTo>
                    <a:pt x="32399" y="311391"/>
                  </a:lnTo>
                  <a:lnTo>
                    <a:pt x="31728" y="312661"/>
                  </a:lnTo>
                  <a:lnTo>
                    <a:pt x="29624" y="315201"/>
                  </a:lnTo>
                  <a:lnTo>
                    <a:pt x="28074" y="316471"/>
                  </a:lnTo>
                  <a:lnTo>
                    <a:pt x="24043" y="316471"/>
                  </a:lnTo>
                  <a:lnTo>
                    <a:pt x="22912" y="317741"/>
                  </a:lnTo>
                  <a:lnTo>
                    <a:pt x="22912" y="321551"/>
                  </a:lnTo>
                  <a:lnTo>
                    <a:pt x="24043" y="322821"/>
                  </a:lnTo>
                  <a:lnTo>
                    <a:pt x="25262" y="322821"/>
                  </a:lnTo>
                  <a:lnTo>
                    <a:pt x="42820" y="301426"/>
                  </a:lnTo>
                  <a:lnTo>
                    <a:pt x="42712" y="301231"/>
                  </a:lnTo>
                  <a:lnTo>
                    <a:pt x="42545" y="299961"/>
                  </a:lnTo>
                  <a:lnTo>
                    <a:pt x="42398" y="299961"/>
                  </a:lnTo>
                  <a:lnTo>
                    <a:pt x="41697" y="296151"/>
                  </a:lnTo>
                  <a:lnTo>
                    <a:pt x="40791" y="293763"/>
                  </a:lnTo>
                  <a:close/>
                </a:path>
                <a:path w="290195" h="353059">
                  <a:moveTo>
                    <a:pt x="53324" y="278492"/>
                  </a:moveTo>
                  <a:lnTo>
                    <a:pt x="43167" y="290868"/>
                  </a:lnTo>
                  <a:lnTo>
                    <a:pt x="43152" y="297421"/>
                  </a:lnTo>
                  <a:lnTo>
                    <a:pt x="43770" y="300268"/>
                  </a:lnTo>
                  <a:lnTo>
                    <a:pt x="57634" y="283375"/>
                  </a:lnTo>
                  <a:lnTo>
                    <a:pt x="56335" y="279641"/>
                  </a:lnTo>
                  <a:lnTo>
                    <a:pt x="53324" y="278492"/>
                  </a:lnTo>
                  <a:close/>
                </a:path>
                <a:path w="290195" h="353059">
                  <a:moveTo>
                    <a:pt x="67950" y="260671"/>
                  </a:moveTo>
                  <a:lnTo>
                    <a:pt x="62469" y="267349"/>
                  </a:lnTo>
                  <a:lnTo>
                    <a:pt x="63047" y="268211"/>
                  </a:lnTo>
                  <a:lnTo>
                    <a:pt x="65440" y="273864"/>
                  </a:lnTo>
                  <a:lnTo>
                    <a:pt x="72564" y="265182"/>
                  </a:lnTo>
                  <a:lnTo>
                    <a:pt x="68921" y="261861"/>
                  </a:lnTo>
                  <a:lnTo>
                    <a:pt x="67950" y="260671"/>
                  </a:lnTo>
                  <a:close/>
                </a:path>
                <a:path w="290195" h="353059">
                  <a:moveTo>
                    <a:pt x="89831" y="241541"/>
                  </a:moveTo>
                  <a:lnTo>
                    <a:pt x="87643" y="242811"/>
                  </a:lnTo>
                  <a:lnTo>
                    <a:pt x="85706" y="242811"/>
                  </a:lnTo>
                  <a:lnTo>
                    <a:pt x="83769" y="244081"/>
                  </a:lnTo>
                  <a:lnTo>
                    <a:pt x="82188" y="245351"/>
                  </a:lnTo>
                  <a:lnTo>
                    <a:pt x="80868" y="246621"/>
                  </a:lnTo>
                  <a:lnTo>
                    <a:pt x="80324" y="247891"/>
                  </a:lnTo>
                  <a:lnTo>
                    <a:pt x="78785" y="251701"/>
                  </a:lnTo>
                  <a:lnTo>
                    <a:pt x="79350" y="254241"/>
                  </a:lnTo>
                  <a:lnTo>
                    <a:pt x="80527" y="255480"/>
                  </a:lnTo>
                  <a:lnTo>
                    <a:pt x="91568" y="242027"/>
                  </a:lnTo>
                  <a:lnTo>
                    <a:pt x="89831" y="241541"/>
                  </a:lnTo>
                  <a:close/>
                </a:path>
                <a:path w="290195" h="353059">
                  <a:moveTo>
                    <a:pt x="104716" y="215873"/>
                  </a:moveTo>
                  <a:lnTo>
                    <a:pt x="82189" y="243320"/>
                  </a:lnTo>
                  <a:lnTo>
                    <a:pt x="88235" y="240271"/>
                  </a:lnTo>
                  <a:lnTo>
                    <a:pt x="99067" y="227571"/>
                  </a:lnTo>
                  <a:lnTo>
                    <a:pt x="102416" y="221221"/>
                  </a:lnTo>
                  <a:lnTo>
                    <a:pt x="104716" y="215873"/>
                  </a:lnTo>
                  <a:close/>
                </a:path>
                <a:path w="290195" h="353059">
                  <a:moveTo>
                    <a:pt x="151827" y="158468"/>
                  </a:moveTo>
                  <a:lnTo>
                    <a:pt x="142755" y="169523"/>
                  </a:lnTo>
                  <a:lnTo>
                    <a:pt x="144239" y="177847"/>
                  </a:lnTo>
                  <a:lnTo>
                    <a:pt x="150654" y="170030"/>
                  </a:lnTo>
                  <a:lnTo>
                    <a:pt x="150531" y="169151"/>
                  </a:lnTo>
                  <a:lnTo>
                    <a:pt x="150803" y="164071"/>
                  </a:lnTo>
                  <a:lnTo>
                    <a:pt x="151827" y="158468"/>
                  </a:lnTo>
                  <a:close/>
                </a:path>
                <a:path w="290195" h="353059">
                  <a:moveTo>
                    <a:pt x="189093" y="113061"/>
                  </a:moveTo>
                  <a:lnTo>
                    <a:pt x="160648" y="147720"/>
                  </a:lnTo>
                  <a:lnTo>
                    <a:pt x="161107" y="147561"/>
                  </a:lnTo>
                  <a:lnTo>
                    <a:pt x="168028" y="143751"/>
                  </a:lnTo>
                  <a:lnTo>
                    <a:pt x="173682" y="138671"/>
                  </a:lnTo>
                  <a:lnTo>
                    <a:pt x="183722" y="125971"/>
                  </a:lnTo>
                  <a:lnTo>
                    <a:pt x="189093" y="113061"/>
                  </a:lnTo>
                  <a:close/>
                </a:path>
                <a:path w="290195" h="353059">
                  <a:moveTo>
                    <a:pt x="131389" y="183372"/>
                  </a:moveTo>
                  <a:lnTo>
                    <a:pt x="121172" y="195821"/>
                  </a:lnTo>
                  <a:lnTo>
                    <a:pt x="121830" y="195821"/>
                  </a:lnTo>
                  <a:lnTo>
                    <a:pt x="126050" y="193281"/>
                  </a:lnTo>
                  <a:lnTo>
                    <a:pt x="131573" y="193281"/>
                  </a:lnTo>
                  <a:lnTo>
                    <a:pt x="138587" y="184734"/>
                  </a:lnTo>
                  <a:lnTo>
                    <a:pt x="137872" y="184391"/>
                  </a:lnTo>
                  <a:lnTo>
                    <a:pt x="131389" y="183372"/>
                  </a:lnTo>
                  <a:close/>
                </a:path>
                <a:path w="290195" h="353059">
                  <a:moveTo>
                    <a:pt x="266884" y="21831"/>
                  </a:moveTo>
                  <a:lnTo>
                    <a:pt x="262955" y="23061"/>
                  </a:lnTo>
                  <a:lnTo>
                    <a:pt x="225401" y="68821"/>
                  </a:lnTo>
                  <a:lnTo>
                    <a:pt x="227154" y="68821"/>
                  </a:lnTo>
                  <a:lnTo>
                    <a:pt x="230720" y="66281"/>
                  </a:lnTo>
                  <a:lnTo>
                    <a:pt x="243984" y="51041"/>
                  </a:lnTo>
                  <a:lnTo>
                    <a:pt x="255914" y="39611"/>
                  </a:lnTo>
                  <a:lnTo>
                    <a:pt x="258590" y="38510"/>
                  </a:lnTo>
                  <a:lnTo>
                    <a:pt x="271924" y="22263"/>
                  </a:lnTo>
                  <a:lnTo>
                    <a:pt x="266884" y="21831"/>
                  </a:lnTo>
                  <a:close/>
                </a:path>
                <a:path w="290195" h="353059">
                  <a:moveTo>
                    <a:pt x="225371" y="70091"/>
                  </a:moveTo>
                  <a:lnTo>
                    <a:pt x="224358" y="70091"/>
                  </a:lnTo>
                  <a:lnTo>
                    <a:pt x="222934" y="71826"/>
                  </a:lnTo>
                  <a:lnTo>
                    <a:pt x="225371" y="70091"/>
                  </a:lnTo>
                  <a:close/>
                </a:path>
                <a:path w="290195" h="353059">
                  <a:moveTo>
                    <a:pt x="210519" y="86954"/>
                  </a:moveTo>
                  <a:lnTo>
                    <a:pt x="208737" y="89125"/>
                  </a:lnTo>
                  <a:lnTo>
                    <a:pt x="212401" y="94792"/>
                  </a:lnTo>
                  <a:lnTo>
                    <a:pt x="216836" y="89388"/>
                  </a:lnTo>
                  <a:lnTo>
                    <a:pt x="215972" y="89125"/>
                  </a:lnTo>
                  <a:lnTo>
                    <a:pt x="210519" y="86954"/>
                  </a:lnTo>
                  <a:close/>
                </a:path>
              </a:pathLst>
            </a:custGeom>
            <a:solidFill>
              <a:srgbClr val="EEC5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 descr=""/>
            <p:cNvSpPr/>
            <p:nvPr/>
          </p:nvSpPr>
          <p:spPr>
            <a:xfrm>
              <a:off x="10667497" y="6564127"/>
              <a:ext cx="298450" cy="361315"/>
            </a:xfrm>
            <a:custGeom>
              <a:avLst/>
              <a:gdLst/>
              <a:ahLst/>
              <a:cxnLst/>
              <a:rect l="l" t="t" r="r" b="b"/>
              <a:pathLst>
                <a:path w="298450" h="361315">
                  <a:moveTo>
                    <a:pt x="297847" y="0"/>
                  </a:moveTo>
                  <a:lnTo>
                    <a:pt x="289533" y="0"/>
                  </a:lnTo>
                  <a:lnTo>
                    <a:pt x="287220" y="2818"/>
                  </a:lnTo>
                  <a:lnTo>
                    <a:pt x="295621" y="2712"/>
                  </a:lnTo>
                  <a:lnTo>
                    <a:pt x="297847" y="0"/>
                  </a:lnTo>
                  <a:close/>
                </a:path>
                <a:path w="298450" h="361315">
                  <a:moveTo>
                    <a:pt x="10467" y="340041"/>
                  </a:moveTo>
                  <a:lnTo>
                    <a:pt x="0" y="352795"/>
                  </a:lnTo>
                  <a:lnTo>
                    <a:pt x="216" y="355841"/>
                  </a:lnTo>
                  <a:lnTo>
                    <a:pt x="1552" y="361030"/>
                  </a:lnTo>
                  <a:lnTo>
                    <a:pt x="11198" y="349276"/>
                  </a:lnTo>
                  <a:lnTo>
                    <a:pt x="10467" y="340041"/>
                  </a:lnTo>
                  <a:close/>
                </a:path>
                <a:path w="298450" h="361315">
                  <a:moveTo>
                    <a:pt x="42158" y="301426"/>
                  </a:moveTo>
                  <a:lnTo>
                    <a:pt x="24599" y="322821"/>
                  </a:lnTo>
                  <a:lnTo>
                    <a:pt x="29098" y="322821"/>
                  </a:lnTo>
                  <a:lnTo>
                    <a:pt x="38459" y="315201"/>
                  </a:lnTo>
                  <a:lnTo>
                    <a:pt x="39118" y="315201"/>
                  </a:lnTo>
                  <a:lnTo>
                    <a:pt x="40165" y="312661"/>
                  </a:lnTo>
                  <a:lnTo>
                    <a:pt x="40448" y="311391"/>
                  </a:lnTo>
                  <a:lnTo>
                    <a:pt x="40657" y="311391"/>
                  </a:lnTo>
                  <a:lnTo>
                    <a:pt x="40898" y="310121"/>
                  </a:lnTo>
                  <a:lnTo>
                    <a:pt x="41390" y="308851"/>
                  </a:lnTo>
                  <a:lnTo>
                    <a:pt x="42040" y="306311"/>
                  </a:lnTo>
                  <a:lnTo>
                    <a:pt x="42158" y="301426"/>
                  </a:lnTo>
                  <a:close/>
                </a:path>
                <a:path w="298450" h="361315">
                  <a:moveTo>
                    <a:pt x="56972" y="283375"/>
                  </a:moveTo>
                  <a:lnTo>
                    <a:pt x="43108" y="300268"/>
                  </a:lnTo>
                  <a:lnTo>
                    <a:pt x="43317" y="301231"/>
                  </a:lnTo>
                  <a:lnTo>
                    <a:pt x="44186" y="303771"/>
                  </a:lnTo>
                  <a:lnTo>
                    <a:pt x="45631" y="306311"/>
                  </a:lnTo>
                  <a:lnTo>
                    <a:pt x="46031" y="306832"/>
                  </a:lnTo>
                  <a:lnTo>
                    <a:pt x="54903" y="296022"/>
                  </a:lnTo>
                  <a:lnTo>
                    <a:pt x="54573" y="294881"/>
                  </a:lnTo>
                  <a:lnTo>
                    <a:pt x="54468" y="292341"/>
                  </a:lnTo>
                  <a:lnTo>
                    <a:pt x="54626" y="291071"/>
                  </a:lnTo>
                  <a:lnTo>
                    <a:pt x="53924" y="291071"/>
                  </a:lnTo>
                  <a:lnTo>
                    <a:pt x="56730" y="289801"/>
                  </a:lnTo>
                  <a:lnTo>
                    <a:pt x="57882" y="285991"/>
                  </a:lnTo>
                  <a:lnTo>
                    <a:pt x="56972" y="283375"/>
                  </a:lnTo>
                  <a:close/>
                </a:path>
                <a:path w="298450" h="361315">
                  <a:moveTo>
                    <a:pt x="71902" y="265182"/>
                  </a:moveTo>
                  <a:lnTo>
                    <a:pt x="64777" y="273864"/>
                  </a:lnTo>
                  <a:lnTo>
                    <a:pt x="67191" y="279641"/>
                  </a:lnTo>
                  <a:lnTo>
                    <a:pt x="67366" y="280836"/>
                  </a:lnTo>
                  <a:lnTo>
                    <a:pt x="77578" y="268393"/>
                  </a:lnTo>
                  <a:lnTo>
                    <a:pt x="77305" y="268211"/>
                  </a:lnTo>
                  <a:lnTo>
                    <a:pt x="73808" y="266941"/>
                  </a:lnTo>
                  <a:lnTo>
                    <a:pt x="71902" y="265182"/>
                  </a:lnTo>
                  <a:close/>
                </a:path>
                <a:path w="298450" h="361315">
                  <a:moveTo>
                    <a:pt x="90905" y="242027"/>
                  </a:moveTo>
                  <a:lnTo>
                    <a:pt x="79865" y="255480"/>
                  </a:lnTo>
                  <a:lnTo>
                    <a:pt x="83515" y="259321"/>
                  </a:lnTo>
                  <a:lnTo>
                    <a:pt x="85638" y="258572"/>
                  </a:lnTo>
                  <a:lnTo>
                    <a:pt x="97820" y="243729"/>
                  </a:lnTo>
                  <a:lnTo>
                    <a:pt x="96090" y="242811"/>
                  </a:lnTo>
                  <a:lnTo>
                    <a:pt x="93703" y="242811"/>
                  </a:lnTo>
                  <a:lnTo>
                    <a:pt x="90905" y="242027"/>
                  </a:lnTo>
                  <a:close/>
                </a:path>
                <a:path w="298450" h="361315">
                  <a:moveTo>
                    <a:pt x="149992" y="170030"/>
                  </a:moveTo>
                  <a:lnTo>
                    <a:pt x="143577" y="177847"/>
                  </a:lnTo>
                  <a:lnTo>
                    <a:pt x="143838" y="179311"/>
                  </a:lnTo>
                  <a:lnTo>
                    <a:pt x="144811" y="181851"/>
                  </a:lnTo>
                  <a:lnTo>
                    <a:pt x="146383" y="184555"/>
                  </a:lnTo>
                  <a:lnTo>
                    <a:pt x="151449" y="178383"/>
                  </a:lnTo>
                  <a:lnTo>
                    <a:pt x="151324" y="178041"/>
                  </a:lnTo>
                  <a:lnTo>
                    <a:pt x="150581" y="174231"/>
                  </a:lnTo>
                  <a:lnTo>
                    <a:pt x="149992" y="170030"/>
                  </a:lnTo>
                  <a:close/>
                </a:path>
                <a:path w="298450" h="361315">
                  <a:moveTo>
                    <a:pt x="137925" y="184734"/>
                  </a:moveTo>
                  <a:lnTo>
                    <a:pt x="130911" y="193281"/>
                  </a:lnTo>
                  <a:lnTo>
                    <a:pt x="137639" y="193281"/>
                  </a:lnTo>
                  <a:lnTo>
                    <a:pt x="138653" y="193974"/>
                  </a:lnTo>
                  <a:lnTo>
                    <a:pt x="143817" y="187682"/>
                  </a:lnTo>
                  <a:lnTo>
                    <a:pt x="139859" y="185661"/>
                  </a:lnTo>
                  <a:lnTo>
                    <a:pt x="137925" y="184734"/>
                  </a:lnTo>
                  <a:close/>
                </a:path>
                <a:path w="298450" h="361315">
                  <a:moveTo>
                    <a:pt x="205928" y="112001"/>
                  </a:moveTo>
                  <a:lnTo>
                    <a:pt x="200139" y="112001"/>
                  </a:lnTo>
                  <a:lnTo>
                    <a:pt x="196433" y="114541"/>
                  </a:lnTo>
                  <a:lnTo>
                    <a:pt x="195448" y="117081"/>
                  </a:lnTo>
                  <a:lnTo>
                    <a:pt x="193941" y="123431"/>
                  </a:lnTo>
                  <a:lnTo>
                    <a:pt x="194983" y="125338"/>
                  </a:lnTo>
                  <a:lnTo>
                    <a:pt x="200166" y="119022"/>
                  </a:lnTo>
                  <a:lnTo>
                    <a:pt x="201543" y="117081"/>
                  </a:lnTo>
                  <a:lnTo>
                    <a:pt x="201759" y="117081"/>
                  </a:lnTo>
                  <a:lnTo>
                    <a:pt x="205928" y="112001"/>
                  </a:lnTo>
                  <a:close/>
                </a:path>
                <a:path w="298450" h="361315">
                  <a:moveTo>
                    <a:pt x="271262" y="22263"/>
                  </a:moveTo>
                  <a:lnTo>
                    <a:pt x="257928" y="38510"/>
                  </a:lnTo>
                  <a:lnTo>
                    <a:pt x="267609" y="34531"/>
                  </a:lnTo>
                  <a:lnTo>
                    <a:pt x="269508" y="34531"/>
                  </a:lnTo>
                  <a:lnTo>
                    <a:pt x="279029" y="22929"/>
                  </a:lnTo>
                  <a:lnTo>
                    <a:pt x="271262" y="22263"/>
                  </a:lnTo>
                  <a:close/>
                </a:path>
                <a:path w="298450" h="361315">
                  <a:moveTo>
                    <a:pt x="269508" y="34531"/>
                  </a:moveTo>
                  <a:lnTo>
                    <a:pt x="267609" y="34531"/>
                  </a:lnTo>
                  <a:lnTo>
                    <a:pt x="269352" y="34720"/>
                  </a:lnTo>
                  <a:lnTo>
                    <a:pt x="269508" y="34531"/>
                  </a:lnTo>
                  <a:close/>
                </a:path>
                <a:path w="298450" h="361315">
                  <a:moveTo>
                    <a:pt x="216173" y="89388"/>
                  </a:moveTo>
                  <a:lnTo>
                    <a:pt x="211738" y="94792"/>
                  </a:lnTo>
                  <a:lnTo>
                    <a:pt x="212189" y="95491"/>
                  </a:lnTo>
                  <a:lnTo>
                    <a:pt x="215043" y="100894"/>
                  </a:lnTo>
                  <a:lnTo>
                    <a:pt x="222840" y="91395"/>
                  </a:lnTo>
                  <a:lnTo>
                    <a:pt x="216173" y="89388"/>
                  </a:lnTo>
                  <a:close/>
                </a:path>
              </a:pathLst>
            </a:custGeom>
            <a:solidFill>
              <a:srgbClr val="EDC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 descr=""/>
            <p:cNvSpPr/>
            <p:nvPr/>
          </p:nvSpPr>
          <p:spPr>
            <a:xfrm>
              <a:off x="10669049" y="6564127"/>
              <a:ext cx="304800" cy="368935"/>
            </a:xfrm>
            <a:custGeom>
              <a:avLst/>
              <a:gdLst/>
              <a:ahLst/>
              <a:cxnLst/>
              <a:rect l="l" t="t" r="r" b="b"/>
              <a:pathLst>
                <a:path w="304800" h="368934">
                  <a:moveTo>
                    <a:pt x="304606" y="0"/>
                  </a:moveTo>
                  <a:lnTo>
                    <a:pt x="296293" y="0"/>
                  </a:lnTo>
                  <a:lnTo>
                    <a:pt x="294066" y="2712"/>
                  </a:lnTo>
                  <a:lnTo>
                    <a:pt x="302468" y="2606"/>
                  </a:lnTo>
                  <a:lnTo>
                    <a:pt x="304606" y="0"/>
                  </a:lnTo>
                  <a:close/>
                </a:path>
                <a:path w="304800" h="368934">
                  <a:moveTo>
                    <a:pt x="9646" y="349273"/>
                  </a:moveTo>
                  <a:lnTo>
                    <a:pt x="0" y="361027"/>
                  </a:lnTo>
                  <a:lnTo>
                    <a:pt x="1982" y="368747"/>
                  </a:lnTo>
                  <a:lnTo>
                    <a:pt x="11055" y="357691"/>
                  </a:lnTo>
                  <a:lnTo>
                    <a:pt x="9965" y="353301"/>
                  </a:lnTo>
                  <a:lnTo>
                    <a:pt x="9646" y="349273"/>
                  </a:lnTo>
                  <a:close/>
                </a:path>
                <a:path w="304800" h="368934">
                  <a:moveTo>
                    <a:pt x="35906" y="317275"/>
                  </a:moveTo>
                  <a:lnTo>
                    <a:pt x="35117" y="318237"/>
                  </a:lnTo>
                  <a:lnTo>
                    <a:pt x="35682" y="317741"/>
                  </a:lnTo>
                  <a:lnTo>
                    <a:pt x="35906" y="317275"/>
                  </a:lnTo>
                  <a:close/>
                </a:path>
                <a:path w="304800" h="368934">
                  <a:moveTo>
                    <a:pt x="53350" y="296020"/>
                  </a:moveTo>
                  <a:lnTo>
                    <a:pt x="44478" y="306831"/>
                  </a:lnTo>
                  <a:lnTo>
                    <a:pt x="47975" y="311391"/>
                  </a:lnTo>
                  <a:lnTo>
                    <a:pt x="49053" y="311391"/>
                  </a:lnTo>
                  <a:lnTo>
                    <a:pt x="58434" y="299961"/>
                  </a:lnTo>
                  <a:lnTo>
                    <a:pt x="55430" y="299961"/>
                  </a:lnTo>
                  <a:lnTo>
                    <a:pt x="54257" y="298691"/>
                  </a:lnTo>
                  <a:lnTo>
                    <a:pt x="53692" y="297421"/>
                  </a:lnTo>
                  <a:lnTo>
                    <a:pt x="53350" y="296020"/>
                  </a:lnTo>
                  <a:close/>
                </a:path>
                <a:path w="304800" h="368934">
                  <a:moveTo>
                    <a:pt x="136604" y="204711"/>
                  </a:moveTo>
                  <a:lnTo>
                    <a:pt x="132768" y="204711"/>
                  </a:lnTo>
                  <a:lnTo>
                    <a:pt x="132590" y="205981"/>
                  </a:lnTo>
                  <a:lnTo>
                    <a:pt x="131784" y="205981"/>
                  </a:lnTo>
                  <a:lnTo>
                    <a:pt x="131239" y="207251"/>
                  </a:lnTo>
                  <a:lnTo>
                    <a:pt x="130496" y="208521"/>
                  </a:lnTo>
                  <a:lnTo>
                    <a:pt x="130276" y="209791"/>
                  </a:lnTo>
                  <a:lnTo>
                    <a:pt x="130226" y="212482"/>
                  </a:lnTo>
                  <a:lnTo>
                    <a:pt x="133329" y="208701"/>
                  </a:lnTo>
                  <a:lnTo>
                    <a:pt x="133365" y="208521"/>
                  </a:lnTo>
                  <a:lnTo>
                    <a:pt x="133899" y="207251"/>
                  </a:lnTo>
                  <a:lnTo>
                    <a:pt x="134519" y="207251"/>
                  </a:lnTo>
                  <a:lnTo>
                    <a:pt x="136604" y="204711"/>
                  </a:lnTo>
                  <a:close/>
                </a:path>
                <a:path w="304800" h="368934">
                  <a:moveTo>
                    <a:pt x="76025" y="268392"/>
                  </a:moveTo>
                  <a:lnTo>
                    <a:pt x="65814" y="280833"/>
                  </a:lnTo>
                  <a:lnTo>
                    <a:pt x="66759" y="287261"/>
                  </a:lnTo>
                  <a:lnTo>
                    <a:pt x="66915" y="289626"/>
                  </a:lnTo>
                  <a:lnTo>
                    <a:pt x="74405" y="280499"/>
                  </a:lnTo>
                  <a:lnTo>
                    <a:pt x="73702" y="278371"/>
                  </a:lnTo>
                  <a:lnTo>
                    <a:pt x="76152" y="278371"/>
                  </a:lnTo>
                  <a:lnTo>
                    <a:pt x="82073" y="271157"/>
                  </a:lnTo>
                  <a:lnTo>
                    <a:pt x="81450" y="270751"/>
                  </a:lnTo>
                  <a:lnTo>
                    <a:pt x="79555" y="270751"/>
                  </a:lnTo>
                  <a:lnTo>
                    <a:pt x="76025" y="268392"/>
                  </a:lnTo>
                  <a:close/>
                </a:path>
                <a:path w="304800" h="368934">
                  <a:moveTo>
                    <a:pt x="76152" y="278371"/>
                  </a:moveTo>
                  <a:lnTo>
                    <a:pt x="74414" y="278371"/>
                  </a:lnTo>
                  <a:lnTo>
                    <a:pt x="75143" y="279600"/>
                  </a:lnTo>
                  <a:lnTo>
                    <a:pt x="76152" y="278371"/>
                  </a:lnTo>
                  <a:close/>
                </a:path>
                <a:path w="304800" h="368934">
                  <a:moveTo>
                    <a:pt x="96266" y="243728"/>
                  </a:moveTo>
                  <a:lnTo>
                    <a:pt x="84083" y="258573"/>
                  </a:lnTo>
                  <a:lnTo>
                    <a:pt x="85565" y="258051"/>
                  </a:lnTo>
                  <a:lnTo>
                    <a:pt x="87712" y="255511"/>
                  </a:lnTo>
                  <a:lnTo>
                    <a:pt x="94913" y="255511"/>
                  </a:lnTo>
                  <a:lnTo>
                    <a:pt x="101471" y="247520"/>
                  </a:lnTo>
                  <a:lnTo>
                    <a:pt x="99324" y="245351"/>
                  </a:lnTo>
                  <a:lnTo>
                    <a:pt x="96266" y="243728"/>
                  </a:lnTo>
                  <a:close/>
                </a:path>
                <a:path w="304800" h="368934">
                  <a:moveTo>
                    <a:pt x="94913" y="255511"/>
                  </a:moveTo>
                  <a:lnTo>
                    <a:pt x="88193" y="255511"/>
                  </a:lnTo>
                  <a:lnTo>
                    <a:pt x="89439" y="256781"/>
                  </a:lnTo>
                  <a:lnTo>
                    <a:pt x="91324" y="256781"/>
                  </a:lnTo>
                  <a:lnTo>
                    <a:pt x="92256" y="258051"/>
                  </a:lnTo>
                  <a:lnTo>
                    <a:pt x="92829" y="258051"/>
                  </a:lnTo>
                  <a:lnTo>
                    <a:pt x="94913" y="255511"/>
                  </a:lnTo>
                  <a:close/>
                </a:path>
                <a:path w="304800" h="368934">
                  <a:moveTo>
                    <a:pt x="142263" y="187681"/>
                  </a:moveTo>
                  <a:lnTo>
                    <a:pt x="137100" y="193973"/>
                  </a:lnTo>
                  <a:lnTo>
                    <a:pt x="139804" y="195821"/>
                  </a:lnTo>
                  <a:lnTo>
                    <a:pt x="141773" y="198361"/>
                  </a:lnTo>
                  <a:lnTo>
                    <a:pt x="146707" y="192400"/>
                  </a:lnTo>
                  <a:lnTo>
                    <a:pt x="145626" y="190741"/>
                  </a:lnTo>
                  <a:lnTo>
                    <a:pt x="143281" y="188201"/>
                  </a:lnTo>
                  <a:lnTo>
                    <a:pt x="142263" y="187681"/>
                  </a:lnTo>
                  <a:close/>
                </a:path>
                <a:path w="304800" h="368934">
                  <a:moveTo>
                    <a:pt x="149896" y="178381"/>
                  </a:moveTo>
                  <a:lnTo>
                    <a:pt x="144831" y="184553"/>
                  </a:lnTo>
                  <a:lnTo>
                    <a:pt x="146212" y="186931"/>
                  </a:lnTo>
                  <a:lnTo>
                    <a:pt x="148233" y="189471"/>
                  </a:lnTo>
                  <a:lnTo>
                    <a:pt x="148716" y="189952"/>
                  </a:lnTo>
                  <a:lnTo>
                    <a:pt x="153562" y="184047"/>
                  </a:lnTo>
                  <a:lnTo>
                    <a:pt x="151615" y="183121"/>
                  </a:lnTo>
                  <a:lnTo>
                    <a:pt x="149896" y="178381"/>
                  </a:lnTo>
                  <a:close/>
                </a:path>
                <a:path w="304800" h="368934">
                  <a:moveTo>
                    <a:pt x="161573" y="174231"/>
                  </a:moveTo>
                  <a:lnTo>
                    <a:pt x="159029" y="174231"/>
                  </a:lnTo>
                  <a:lnTo>
                    <a:pt x="159092" y="177308"/>
                  </a:lnTo>
                  <a:lnTo>
                    <a:pt x="161563" y="174297"/>
                  </a:lnTo>
                  <a:close/>
                </a:path>
                <a:path w="304800" h="368934">
                  <a:moveTo>
                    <a:pt x="164745" y="170421"/>
                  </a:moveTo>
                  <a:lnTo>
                    <a:pt x="161825" y="170421"/>
                  </a:lnTo>
                  <a:lnTo>
                    <a:pt x="160495" y="171691"/>
                  </a:lnTo>
                  <a:lnTo>
                    <a:pt x="160034" y="172961"/>
                  </a:lnTo>
                  <a:lnTo>
                    <a:pt x="159353" y="172961"/>
                  </a:lnTo>
                  <a:lnTo>
                    <a:pt x="159186" y="174231"/>
                  </a:lnTo>
                  <a:lnTo>
                    <a:pt x="161618" y="174231"/>
                  </a:lnTo>
                  <a:lnTo>
                    <a:pt x="164745" y="170421"/>
                  </a:lnTo>
                  <a:close/>
                </a:path>
                <a:path w="304800" h="368934">
                  <a:moveTo>
                    <a:pt x="198632" y="118997"/>
                  </a:moveTo>
                  <a:lnTo>
                    <a:pt x="193430" y="125336"/>
                  </a:lnTo>
                  <a:lnTo>
                    <a:pt x="195164" y="128511"/>
                  </a:lnTo>
                  <a:lnTo>
                    <a:pt x="197312" y="130738"/>
                  </a:lnTo>
                  <a:lnTo>
                    <a:pt x="203309" y="123431"/>
                  </a:lnTo>
                  <a:lnTo>
                    <a:pt x="201436" y="123431"/>
                  </a:lnTo>
                  <a:lnTo>
                    <a:pt x="199080" y="120891"/>
                  </a:lnTo>
                  <a:lnTo>
                    <a:pt x="198190" y="119621"/>
                  </a:lnTo>
                  <a:lnTo>
                    <a:pt x="198632" y="118997"/>
                  </a:lnTo>
                  <a:close/>
                </a:path>
                <a:path w="304800" h="368934">
                  <a:moveTo>
                    <a:pt x="194971" y="133591"/>
                  </a:moveTo>
                  <a:lnTo>
                    <a:pt x="194389" y="133591"/>
                  </a:lnTo>
                  <a:lnTo>
                    <a:pt x="189457" y="136131"/>
                  </a:lnTo>
                  <a:lnTo>
                    <a:pt x="185374" y="138671"/>
                  </a:lnTo>
                  <a:lnTo>
                    <a:pt x="182714" y="145021"/>
                  </a:lnTo>
                  <a:lnTo>
                    <a:pt x="182211" y="147561"/>
                  </a:lnTo>
                  <a:lnTo>
                    <a:pt x="181853" y="149575"/>
                  </a:lnTo>
                  <a:lnTo>
                    <a:pt x="194971" y="133591"/>
                  </a:lnTo>
                  <a:close/>
                </a:path>
                <a:path w="304800" h="368934">
                  <a:moveTo>
                    <a:pt x="204808" y="112001"/>
                  </a:moveTo>
                  <a:lnTo>
                    <a:pt x="204374" y="112001"/>
                  </a:lnTo>
                  <a:lnTo>
                    <a:pt x="200205" y="117081"/>
                  </a:lnTo>
                  <a:lnTo>
                    <a:pt x="201216" y="117081"/>
                  </a:lnTo>
                  <a:lnTo>
                    <a:pt x="203059" y="115811"/>
                  </a:lnTo>
                  <a:lnTo>
                    <a:pt x="204169" y="115811"/>
                  </a:lnTo>
                  <a:lnTo>
                    <a:pt x="205635" y="114541"/>
                  </a:lnTo>
                  <a:lnTo>
                    <a:pt x="205980" y="113271"/>
                  </a:lnTo>
                  <a:lnTo>
                    <a:pt x="204808" y="112001"/>
                  </a:lnTo>
                  <a:close/>
                </a:path>
                <a:path w="304800" h="368934">
                  <a:moveTo>
                    <a:pt x="277474" y="22929"/>
                  </a:moveTo>
                  <a:lnTo>
                    <a:pt x="267798" y="34720"/>
                  </a:lnTo>
                  <a:lnTo>
                    <a:pt x="275431" y="35550"/>
                  </a:lnTo>
                  <a:lnTo>
                    <a:pt x="284334" y="24701"/>
                  </a:lnTo>
                  <a:lnTo>
                    <a:pt x="279472" y="23101"/>
                  </a:lnTo>
                  <a:lnTo>
                    <a:pt x="277474" y="22929"/>
                  </a:lnTo>
                  <a:close/>
                </a:path>
                <a:path w="304800" h="368934">
                  <a:moveTo>
                    <a:pt x="221286" y="91394"/>
                  </a:moveTo>
                  <a:lnTo>
                    <a:pt x="213491" y="100892"/>
                  </a:lnTo>
                  <a:lnTo>
                    <a:pt x="216004" y="105651"/>
                  </a:lnTo>
                  <a:lnTo>
                    <a:pt x="216352" y="107538"/>
                  </a:lnTo>
                  <a:lnTo>
                    <a:pt x="228603" y="92609"/>
                  </a:lnTo>
                  <a:lnTo>
                    <a:pt x="222238" y="91681"/>
                  </a:lnTo>
                  <a:lnTo>
                    <a:pt x="221286" y="91394"/>
                  </a:lnTo>
                  <a:close/>
                </a:path>
              </a:pathLst>
            </a:custGeom>
            <a:solidFill>
              <a:srgbClr val="ECC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 descr=""/>
            <p:cNvSpPr/>
            <p:nvPr/>
          </p:nvSpPr>
          <p:spPr>
            <a:xfrm>
              <a:off x="10670708" y="6564127"/>
              <a:ext cx="311785" cy="379730"/>
            </a:xfrm>
            <a:custGeom>
              <a:avLst/>
              <a:gdLst/>
              <a:ahLst/>
              <a:cxnLst/>
              <a:rect l="l" t="t" r="r" b="b"/>
              <a:pathLst>
                <a:path w="311784" h="379729">
                  <a:moveTo>
                    <a:pt x="311262" y="0"/>
                  </a:moveTo>
                  <a:lnTo>
                    <a:pt x="302948" y="0"/>
                  </a:lnTo>
                  <a:lnTo>
                    <a:pt x="300809" y="2606"/>
                  </a:lnTo>
                  <a:lnTo>
                    <a:pt x="309210" y="2499"/>
                  </a:lnTo>
                  <a:lnTo>
                    <a:pt x="311262" y="0"/>
                  </a:lnTo>
                  <a:close/>
                </a:path>
                <a:path w="311784" h="379729">
                  <a:moveTo>
                    <a:pt x="9396" y="357692"/>
                  </a:moveTo>
                  <a:lnTo>
                    <a:pt x="323" y="368747"/>
                  </a:lnTo>
                  <a:lnTo>
                    <a:pt x="1165" y="372351"/>
                  </a:lnTo>
                  <a:lnTo>
                    <a:pt x="1437" y="373621"/>
                  </a:lnTo>
                  <a:lnTo>
                    <a:pt x="843" y="377431"/>
                  </a:lnTo>
                  <a:lnTo>
                    <a:pt x="0" y="379267"/>
                  </a:lnTo>
                  <a:lnTo>
                    <a:pt x="11330" y="365461"/>
                  </a:lnTo>
                  <a:lnTo>
                    <a:pt x="9396" y="357692"/>
                  </a:lnTo>
                  <a:close/>
                </a:path>
                <a:path w="311784" h="379729">
                  <a:moveTo>
                    <a:pt x="72746" y="280500"/>
                  </a:moveTo>
                  <a:lnTo>
                    <a:pt x="65256" y="289627"/>
                  </a:lnTo>
                  <a:lnTo>
                    <a:pt x="65267" y="289801"/>
                  </a:lnTo>
                  <a:lnTo>
                    <a:pt x="65037" y="291071"/>
                  </a:lnTo>
                  <a:lnTo>
                    <a:pt x="64838" y="293611"/>
                  </a:lnTo>
                  <a:lnTo>
                    <a:pt x="62943" y="297421"/>
                  </a:lnTo>
                  <a:lnTo>
                    <a:pt x="62430" y="297421"/>
                  </a:lnTo>
                  <a:lnTo>
                    <a:pt x="61247" y="298691"/>
                  </a:lnTo>
                  <a:lnTo>
                    <a:pt x="59791" y="298691"/>
                  </a:lnTo>
                  <a:lnTo>
                    <a:pt x="58064" y="299961"/>
                  </a:lnTo>
                  <a:lnTo>
                    <a:pt x="56775" y="299961"/>
                  </a:lnTo>
                  <a:lnTo>
                    <a:pt x="47395" y="311391"/>
                  </a:lnTo>
                  <a:lnTo>
                    <a:pt x="47896" y="311391"/>
                  </a:lnTo>
                  <a:lnTo>
                    <a:pt x="51362" y="313931"/>
                  </a:lnTo>
                  <a:lnTo>
                    <a:pt x="53621" y="313931"/>
                  </a:lnTo>
                  <a:lnTo>
                    <a:pt x="74688" y="288261"/>
                  </a:lnTo>
                  <a:lnTo>
                    <a:pt x="74094" y="284721"/>
                  </a:lnTo>
                  <a:lnTo>
                    <a:pt x="72746" y="280500"/>
                  </a:lnTo>
                  <a:close/>
                </a:path>
                <a:path w="311784" h="379729">
                  <a:moveTo>
                    <a:pt x="80414" y="271157"/>
                  </a:moveTo>
                  <a:lnTo>
                    <a:pt x="73484" y="279601"/>
                  </a:lnTo>
                  <a:lnTo>
                    <a:pt x="76649" y="280911"/>
                  </a:lnTo>
                  <a:lnTo>
                    <a:pt x="79330" y="282181"/>
                  </a:lnTo>
                  <a:lnTo>
                    <a:pt x="79590" y="282288"/>
                  </a:lnTo>
                  <a:lnTo>
                    <a:pt x="88016" y="272021"/>
                  </a:lnTo>
                  <a:lnTo>
                    <a:pt x="81738" y="272021"/>
                  </a:lnTo>
                  <a:lnTo>
                    <a:pt x="80414" y="271157"/>
                  </a:lnTo>
                  <a:close/>
                </a:path>
                <a:path w="311784" h="379729">
                  <a:moveTo>
                    <a:pt x="99812" y="247521"/>
                  </a:moveTo>
                  <a:lnTo>
                    <a:pt x="91170" y="258051"/>
                  </a:lnTo>
                  <a:lnTo>
                    <a:pt x="91403" y="258051"/>
                  </a:lnTo>
                  <a:lnTo>
                    <a:pt x="92345" y="260591"/>
                  </a:lnTo>
                  <a:lnTo>
                    <a:pt x="92534" y="260591"/>
                  </a:lnTo>
                  <a:lnTo>
                    <a:pt x="92481" y="263131"/>
                  </a:lnTo>
                  <a:lnTo>
                    <a:pt x="91958" y="265671"/>
                  </a:lnTo>
                  <a:lnTo>
                    <a:pt x="90649" y="268211"/>
                  </a:lnTo>
                  <a:lnTo>
                    <a:pt x="90157" y="268211"/>
                  </a:lnTo>
                  <a:lnTo>
                    <a:pt x="89162" y="269481"/>
                  </a:lnTo>
                  <a:lnTo>
                    <a:pt x="88628" y="270751"/>
                  </a:lnTo>
                  <a:lnTo>
                    <a:pt x="86848" y="272021"/>
                  </a:lnTo>
                  <a:lnTo>
                    <a:pt x="88016" y="272021"/>
                  </a:lnTo>
                  <a:lnTo>
                    <a:pt x="103163" y="253564"/>
                  </a:lnTo>
                  <a:lnTo>
                    <a:pt x="102994" y="252971"/>
                  </a:lnTo>
                  <a:lnTo>
                    <a:pt x="100177" y="247891"/>
                  </a:lnTo>
                  <a:lnTo>
                    <a:pt x="99812" y="247521"/>
                  </a:lnTo>
                  <a:close/>
                </a:path>
                <a:path w="311784" h="379729">
                  <a:moveTo>
                    <a:pt x="131669" y="208702"/>
                  </a:moveTo>
                  <a:lnTo>
                    <a:pt x="128567" y="212483"/>
                  </a:lnTo>
                  <a:lnTo>
                    <a:pt x="129046" y="213601"/>
                  </a:lnTo>
                  <a:lnTo>
                    <a:pt x="130752" y="217411"/>
                  </a:lnTo>
                  <a:lnTo>
                    <a:pt x="131841" y="218621"/>
                  </a:lnTo>
                  <a:lnTo>
                    <a:pt x="134262" y="215671"/>
                  </a:lnTo>
                  <a:lnTo>
                    <a:pt x="133621" y="214871"/>
                  </a:lnTo>
                  <a:lnTo>
                    <a:pt x="132145" y="212331"/>
                  </a:lnTo>
                  <a:lnTo>
                    <a:pt x="131653" y="211061"/>
                  </a:lnTo>
                  <a:lnTo>
                    <a:pt x="131454" y="209791"/>
                  </a:lnTo>
                  <a:lnTo>
                    <a:pt x="131669" y="208702"/>
                  </a:lnTo>
                  <a:close/>
                </a:path>
                <a:path w="311784" h="379729">
                  <a:moveTo>
                    <a:pt x="135705" y="204711"/>
                  </a:moveTo>
                  <a:lnTo>
                    <a:pt x="134945" y="204711"/>
                  </a:lnTo>
                  <a:lnTo>
                    <a:pt x="132861" y="207251"/>
                  </a:lnTo>
                  <a:lnTo>
                    <a:pt x="136344" y="207251"/>
                  </a:lnTo>
                  <a:lnTo>
                    <a:pt x="136438" y="208521"/>
                  </a:lnTo>
                  <a:lnTo>
                    <a:pt x="137569" y="208521"/>
                  </a:lnTo>
                  <a:lnTo>
                    <a:pt x="137632" y="207251"/>
                  </a:lnTo>
                  <a:lnTo>
                    <a:pt x="137475" y="205981"/>
                  </a:lnTo>
                  <a:lnTo>
                    <a:pt x="137035" y="205981"/>
                  </a:lnTo>
                  <a:lnTo>
                    <a:pt x="135705" y="204711"/>
                  </a:lnTo>
                  <a:close/>
                </a:path>
                <a:path w="311784" h="379729">
                  <a:moveTo>
                    <a:pt x="145048" y="192401"/>
                  </a:moveTo>
                  <a:lnTo>
                    <a:pt x="140157" y="198361"/>
                  </a:lnTo>
                  <a:lnTo>
                    <a:pt x="140333" y="198361"/>
                  </a:lnTo>
                  <a:lnTo>
                    <a:pt x="140595" y="199631"/>
                  </a:lnTo>
                  <a:lnTo>
                    <a:pt x="140930" y="199631"/>
                  </a:lnTo>
                  <a:lnTo>
                    <a:pt x="141391" y="200901"/>
                  </a:lnTo>
                  <a:lnTo>
                    <a:pt x="141653" y="202171"/>
                  </a:lnTo>
                  <a:lnTo>
                    <a:pt x="141956" y="202171"/>
                  </a:lnTo>
                  <a:lnTo>
                    <a:pt x="142475" y="205664"/>
                  </a:lnTo>
                  <a:lnTo>
                    <a:pt x="147798" y="199178"/>
                  </a:lnTo>
                  <a:lnTo>
                    <a:pt x="147474" y="198361"/>
                  </a:lnTo>
                  <a:lnTo>
                    <a:pt x="147097" y="197091"/>
                  </a:lnTo>
                  <a:lnTo>
                    <a:pt x="146417" y="194551"/>
                  </a:lnTo>
                  <a:lnTo>
                    <a:pt x="146008" y="194551"/>
                  </a:lnTo>
                  <a:lnTo>
                    <a:pt x="145621" y="193281"/>
                  </a:lnTo>
                  <a:lnTo>
                    <a:pt x="145048" y="192401"/>
                  </a:lnTo>
                  <a:close/>
                </a:path>
                <a:path w="311784" h="379729">
                  <a:moveTo>
                    <a:pt x="151904" y="184047"/>
                  </a:moveTo>
                  <a:lnTo>
                    <a:pt x="147057" y="189953"/>
                  </a:lnTo>
                  <a:lnTo>
                    <a:pt x="149118" y="192011"/>
                  </a:lnTo>
                  <a:lnTo>
                    <a:pt x="150406" y="192011"/>
                  </a:lnTo>
                  <a:lnTo>
                    <a:pt x="151935" y="193281"/>
                  </a:lnTo>
                  <a:lnTo>
                    <a:pt x="152637" y="193281"/>
                  </a:lnTo>
                  <a:lnTo>
                    <a:pt x="157849" y="186931"/>
                  </a:lnTo>
                  <a:lnTo>
                    <a:pt x="156521" y="186931"/>
                  </a:lnTo>
                  <a:lnTo>
                    <a:pt x="155558" y="185661"/>
                  </a:lnTo>
                  <a:lnTo>
                    <a:pt x="153296" y="185661"/>
                  </a:lnTo>
                  <a:lnTo>
                    <a:pt x="152961" y="184391"/>
                  </a:lnTo>
                  <a:lnTo>
                    <a:pt x="152626" y="184391"/>
                  </a:lnTo>
                  <a:lnTo>
                    <a:pt x="151904" y="184047"/>
                  </a:lnTo>
                  <a:close/>
                </a:path>
                <a:path w="311784" h="379729">
                  <a:moveTo>
                    <a:pt x="169314" y="172961"/>
                  </a:moveTo>
                  <a:lnTo>
                    <a:pt x="161181" y="172961"/>
                  </a:lnTo>
                  <a:lnTo>
                    <a:pt x="162909" y="174231"/>
                  </a:lnTo>
                  <a:lnTo>
                    <a:pt x="163966" y="174231"/>
                  </a:lnTo>
                  <a:lnTo>
                    <a:pt x="165442" y="175501"/>
                  </a:lnTo>
                  <a:lnTo>
                    <a:pt x="166332" y="175501"/>
                  </a:lnTo>
                  <a:lnTo>
                    <a:pt x="163097" y="179311"/>
                  </a:lnTo>
                  <a:lnTo>
                    <a:pt x="160197" y="183121"/>
                  </a:lnTo>
                  <a:lnTo>
                    <a:pt x="157579" y="186931"/>
                  </a:lnTo>
                  <a:lnTo>
                    <a:pt x="157849" y="186931"/>
                  </a:lnTo>
                  <a:lnTo>
                    <a:pt x="169314" y="172961"/>
                  </a:lnTo>
                  <a:close/>
                </a:path>
                <a:path w="311784" h="379729">
                  <a:moveTo>
                    <a:pt x="160856" y="179311"/>
                  </a:moveTo>
                  <a:lnTo>
                    <a:pt x="158165" y="179311"/>
                  </a:lnTo>
                  <a:lnTo>
                    <a:pt x="158563" y="180581"/>
                  </a:lnTo>
                  <a:lnTo>
                    <a:pt x="160772" y="180581"/>
                  </a:lnTo>
                  <a:lnTo>
                    <a:pt x="160856" y="179311"/>
                  </a:lnTo>
                  <a:close/>
                </a:path>
                <a:path w="311784" h="379729">
                  <a:moveTo>
                    <a:pt x="159904" y="174299"/>
                  </a:moveTo>
                  <a:lnTo>
                    <a:pt x="157433" y="177309"/>
                  </a:lnTo>
                  <a:lnTo>
                    <a:pt x="157506" y="178041"/>
                  </a:lnTo>
                  <a:lnTo>
                    <a:pt x="157746" y="179311"/>
                  </a:lnTo>
                  <a:lnTo>
                    <a:pt x="159715" y="179311"/>
                  </a:lnTo>
                  <a:lnTo>
                    <a:pt x="159401" y="178041"/>
                  </a:lnTo>
                  <a:lnTo>
                    <a:pt x="159432" y="175501"/>
                  </a:lnTo>
                  <a:lnTo>
                    <a:pt x="159725" y="175501"/>
                  </a:lnTo>
                  <a:lnTo>
                    <a:pt x="159904" y="174299"/>
                  </a:lnTo>
                  <a:close/>
                </a:path>
                <a:path w="311784" h="379729">
                  <a:moveTo>
                    <a:pt x="165107" y="170421"/>
                  </a:moveTo>
                  <a:lnTo>
                    <a:pt x="163086" y="170421"/>
                  </a:lnTo>
                  <a:lnTo>
                    <a:pt x="159960" y="174231"/>
                  </a:lnTo>
                  <a:lnTo>
                    <a:pt x="160532" y="174231"/>
                  </a:lnTo>
                  <a:lnTo>
                    <a:pt x="161181" y="172961"/>
                  </a:lnTo>
                  <a:lnTo>
                    <a:pt x="169314" y="172961"/>
                  </a:lnTo>
                  <a:lnTo>
                    <a:pt x="168500" y="171691"/>
                  </a:lnTo>
                  <a:lnTo>
                    <a:pt x="167589" y="171691"/>
                  </a:lnTo>
                  <a:lnTo>
                    <a:pt x="165107" y="170421"/>
                  </a:lnTo>
                  <a:close/>
                </a:path>
                <a:path w="311784" h="379729">
                  <a:moveTo>
                    <a:pt x="178737" y="157511"/>
                  </a:moveTo>
                  <a:lnTo>
                    <a:pt x="178206" y="157721"/>
                  </a:lnTo>
                  <a:lnTo>
                    <a:pt x="178720" y="157721"/>
                  </a:lnTo>
                  <a:lnTo>
                    <a:pt x="178737" y="157511"/>
                  </a:lnTo>
                  <a:close/>
                </a:path>
                <a:path w="311784" h="379729">
                  <a:moveTo>
                    <a:pt x="226945" y="92609"/>
                  </a:moveTo>
                  <a:lnTo>
                    <a:pt x="214692" y="107539"/>
                  </a:lnTo>
                  <a:lnTo>
                    <a:pt x="215983" y="114541"/>
                  </a:lnTo>
                  <a:lnTo>
                    <a:pt x="210551" y="120891"/>
                  </a:lnTo>
                  <a:lnTo>
                    <a:pt x="208111" y="122161"/>
                  </a:lnTo>
                  <a:lnTo>
                    <a:pt x="205515" y="123431"/>
                  </a:lnTo>
                  <a:lnTo>
                    <a:pt x="201650" y="123431"/>
                  </a:lnTo>
                  <a:lnTo>
                    <a:pt x="195653" y="130738"/>
                  </a:lnTo>
                  <a:lnTo>
                    <a:pt x="197180" y="132321"/>
                  </a:lnTo>
                  <a:lnTo>
                    <a:pt x="195766" y="132321"/>
                  </a:lnTo>
                  <a:lnTo>
                    <a:pt x="194133" y="133591"/>
                  </a:lnTo>
                  <a:lnTo>
                    <a:pt x="193312" y="133591"/>
                  </a:lnTo>
                  <a:lnTo>
                    <a:pt x="180193" y="149576"/>
                  </a:lnTo>
                  <a:lnTo>
                    <a:pt x="179421" y="153911"/>
                  </a:lnTo>
                  <a:lnTo>
                    <a:pt x="178929" y="155181"/>
                  </a:lnTo>
                  <a:lnTo>
                    <a:pt x="178737" y="157511"/>
                  </a:lnTo>
                  <a:lnTo>
                    <a:pt x="183550" y="155614"/>
                  </a:lnTo>
                  <a:lnTo>
                    <a:pt x="234978" y="92951"/>
                  </a:lnTo>
                  <a:lnTo>
                    <a:pt x="229283" y="92951"/>
                  </a:lnTo>
                  <a:lnTo>
                    <a:pt x="226945" y="92609"/>
                  </a:lnTo>
                  <a:close/>
                </a:path>
                <a:path w="311784" h="379729">
                  <a:moveTo>
                    <a:pt x="256865" y="66281"/>
                  </a:moveTo>
                  <a:lnTo>
                    <a:pt x="256717" y="66281"/>
                  </a:lnTo>
                  <a:lnTo>
                    <a:pt x="253168" y="67551"/>
                  </a:lnTo>
                  <a:lnTo>
                    <a:pt x="250581" y="70091"/>
                  </a:lnTo>
                  <a:lnTo>
                    <a:pt x="246320" y="75171"/>
                  </a:lnTo>
                  <a:lnTo>
                    <a:pt x="243681" y="81521"/>
                  </a:lnTo>
                  <a:lnTo>
                    <a:pt x="237042" y="90411"/>
                  </a:lnTo>
                  <a:lnTo>
                    <a:pt x="233514" y="92951"/>
                  </a:lnTo>
                  <a:lnTo>
                    <a:pt x="234978" y="92951"/>
                  </a:lnTo>
                  <a:lnTo>
                    <a:pt x="256865" y="66281"/>
                  </a:lnTo>
                  <a:close/>
                </a:path>
                <a:path w="311784" h="379729">
                  <a:moveTo>
                    <a:pt x="282676" y="24701"/>
                  </a:moveTo>
                  <a:lnTo>
                    <a:pt x="273772" y="35550"/>
                  </a:lnTo>
                  <a:lnTo>
                    <a:pt x="276071" y="35801"/>
                  </a:lnTo>
                  <a:lnTo>
                    <a:pt x="280484" y="37502"/>
                  </a:lnTo>
                  <a:lnTo>
                    <a:pt x="289221" y="26856"/>
                  </a:lnTo>
                  <a:lnTo>
                    <a:pt x="282676" y="24701"/>
                  </a:lnTo>
                  <a:close/>
                </a:path>
              </a:pathLst>
            </a:custGeom>
            <a:solidFill>
              <a:srgbClr val="EBC2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 descr=""/>
            <p:cNvSpPr/>
            <p:nvPr/>
          </p:nvSpPr>
          <p:spPr>
            <a:xfrm>
              <a:off x="10657675" y="6564127"/>
              <a:ext cx="332740" cy="403860"/>
            </a:xfrm>
            <a:custGeom>
              <a:avLst/>
              <a:gdLst/>
              <a:ahLst/>
              <a:cxnLst/>
              <a:rect l="l" t="t" r="r" b="b"/>
              <a:pathLst>
                <a:path w="332740" h="403859">
                  <a:moveTo>
                    <a:pt x="332607" y="0"/>
                  </a:moveTo>
                  <a:lnTo>
                    <a:pt x="324293" y="0"/>
                  </a:lnTo>
                  <a:lnTo>
                    <a:pt x="322242" y="2499"/>
                  </a:lnTo>
                  <a:lnTo>
                    <a:pt x="330643" y="2393"/>
                  </a:lnTo>
                  <a:lnTo>
                    <a:pt x="332607" y="0"/>
                  </a:lnTo>
                  <a:close/>
                </a:path>
                <a:path w="332740" h="403859">
                  <a:moveTo>
                    <a:pt x="76005" y="312661"/>
                  </a:moveTo>
                  <a:lnTo>
                    <a:pt x="74332" y="312661"/>
                  </a:lnTo>
                  <a:lnTo>
                    <a:pt x="68762" y="320281"/>
                  </a:lnTo>
                  <a:lnTo>
                    <a:pt x="67071" y="323547"/>
                  </a:lnTo>
                  <a:lnTo>
                    <a:pt x="76005" y="312661"/>
                  </a:lnTo>
                  <a:close/>
                </a:path>
                <a:path w="332740" h="403859">
                  <a:moveTo>
                    <a:pt x="87721" y="288259"/>
                  </a:moveTo>
                  <a:lnTo>
                    <a:pt x="66652" y="313931"/>
                  </a:lnTo>
                  <a:lnTo>
                    <a:pt x="72427" y="313931"/>
                  </a:lnTo>
                  <a:lnTo>
                    <a:pt x="74332" y="312661"/>
                  </a:lnTo>
                  <a:lnTo>
                    <a:pt x="76005" y="312661"/>
                  </a:lnTo>
                  <a:lnTo>
                    <a:pt x="88513" y="297421"/>
                  </a:lnTo>
                  <a:lnTo>
                    <a:pt x="87149" y="297421"/>
                  </a:lnTo>
                  <a:lnTo>
                    <a:pt x="87630" y="296151"/>
                  </a:lnTo>
                  <a:lnTo>
                    <a:pt x="87727" y="294557"/>
                  </a:lnTo>
                  <a:lnTo>
                    <a:pt x="87721" y="288259"/>
                  </a:lnTo>
                  <a:close/>
                </a:path>
                <a:path w="332740" h="403859">
                  <a:moveTo>
                    <a:pt x="90863" y="294557"/>
                  </a:moveTo>
                  <a:lnTo>
                    <a:pt x="87149" y="297421"/>
                  </a:lnTo>
                  <a:lnTo>
                    <a:pt x="88513" y="297421"/>
                  </a:lnTo>
                  <a:lnTo>
                    <a:pt x="90863" y="294557"/>
                  </a:lnTo>
                  <a:close/>
                </a:path>
                <a:path w="332740" h="403859">
                  <a:moveTo>
                    <a:pt x="24363" y="365459"/>
                  </a:moveTo>
                  <a:lnTo>
                    <a:pt x="13035" y="379262"/>
                  </a:lnTo>
                  <a:lnTo>
                    <a:pt x="10960" y="383781"/>
                  </a:lnTo>
                  <a:lnTo>
                    <a:pt x="6704" y="390131"/>
                  </a:lnTo>
                  <a:lnTo>
                    <a:pt x="2094" y="395211"/>
                  </a:lnTo>
                  <a:lnTo>
                    <a:pt x="869" y="396481"/>
                  </a:lnTo>
                  <a:lnTo>
                    <a:pt x="125" y="397751"/>
                  </a:lnTo>
                  <a:lnTo>
                    <a:pt x="0" y="401561"/>
                  </a:lnTo>
                  <a:lnTo>
                    <a:pt x="596" y="402831"/>
                  </a:lnTo>
                  <a:lnTo>
                    <a:pt x="1350" y="403625"/>
                  </a:lnTo>
                  <a:lnTo>
                    <a:pt x="25536" y="374155"/>
                  </a:lnTo>
                  <a:lnTo>
                    <a:pt x="25496" y="369811"/>
                  </a:lnTo>
                  <a:lnTo>
                    <a:pt x="25151" y="368541"/>
                  </a:lnTo>
                  <a:lnTo>
                    <a:pt x="24363" y="365459"/>
                  </a:lnTo>
                  <a:close/>
                </a:path>
                <a:path w="332740" h="403859">
                  <a:moveTo>
                    <a:pt x="147294" y="215670"/>
                  </a:moveTo>
                  <a:lnTo>
                    <a:pt x="144873" y="218620"/>
                  </a:lnTo>
                  <a:lnTo>
                    <a:pt x="146424" y="221221"/>
                  </a:lnTo>
                  <a:lnTo>
                    <a:pt x="147932" y="222491"/>
                  </a:lnTo>
                  <a:lnTo>
                    <a:pt x="149255" y="223408"/>
                  </a:lnTo>
                  <a:lnTo>
                    <a:pt x="154177" y="217411"/>
                  </a:lnTo>
                  <a:lnTo>
                    <a:pt x="149974" y="217411"/>
                  </a:lnTo>
                  <a:lnTo>
                    <a:pt x="147670" y="216141"/>
                  </a:lnTo>
                  <a:lnTo>
                    <a:pt x="147294" y="215670"/>
                  </a:lnTo>
                  <a:close/>
                </a:path>
                <a:path w="332740" h="403859">
                  <a:moveTo>
                    <a:pt x="160830" y="199176"/>
                  </a:moveTo>
                  <a:lnTo>
                    <a:pt x="155508" y="205662"/>
                  </a:lnTo>
                  <a:lnTo>
                    <a:pt x="155572" y="209791"/>
                  </a:lnTo>
                  <a:lnTo>
                    <a:pt x="155377" y="212331"/>
                  </a:lnTo>
                  <a:lnTo>
                    <a:pt x="154979" y="213601"/>
                  </a:lnTo>
                  <a:lnTo>
                    <a:pt x="154005" y="216141"/>
                  </a:lnTo>
                  <a:lnTo>
                    <a:pt x="153670" y="217411"/>
                  </a:lnTo>
                  <a:lnTo>
                    <a:pt x="154177" y="217411"/>
                  </a:lnTo>
                  <a:lnTo>
                    <a:pt x="166685" y="202171"/>
                  </a:lnTo>
                  <a:lnTo>
                    <a:pt x="161471" y="202171"/>
                  </a:lnTo>
                  <a:lnTo>
                    <a:pt x="161010" y="199631"/>
                  </a:lnTo>
                  <a:lnTo>
                    <a:pt x="160830" y="199176"/>
                  </a:lnTo>
                  <a:close/>
                </a:path>
                <a:path w="332740" h="403859">
                  <a:moveTo>
                    <a:pt x="198685" y="163179"/>
                  </a:moveTo>
                  <a:lnTo>
                    <a:pt x="185428" y="170421"/>
                  </a:lnTo>
                  <a:lnTo>
                    <a:pt x="184392" y="171691"/>
                  </a:lnTo>
                  <a:lnTo>
                    <a:pt x="183388" y="171691"/>
                  </a:lnTo>
                  <a:lnTo>
                    <a:pt x="182413" y="172961"/>
                  </a:lnTo>
                  <a:lnTo>
                    <a:pt x="165669" y="193281"/>
                  </a:lnTo>
                  <a:lnTo>
                    <a:pt x="166277" y="193281"/>
                  </a:lnTo>
                  <a:lnTo>
                    <a:pt x="164518" y="195821"/>
                  </a:lnTo>
                  <a:lnTo>
                    <a:pt x="162926" y="199631"/>
                  </a:lnTo>
                  <a:lnTo>
                    <a:pt x="161471" y="202171"/>
                  </a:lnTo>
                  <a:lnTo>
                    <a:pt x="166685" y="202171"/>
                  </a:lnTo>
                  <a:lnTo>
                    <a:pt x="198685" y="163179"/>
                  </a:lnTo>
                  <a:close/>
                </a:path>
                <a:path w="332740" h="403859">
                  <a:moveTo>
                    <a:pt x="182382" y="172916"/>
                  </a:moveTo>
                  <a:close/>
                </a:path>
                <a:path w="332740" h="403859">
                  <a:moveTo>
                    <a:pt x="116196" y="253563"/>
                  </a:moveTo>
                  <a:lnTo>
                    <a:pt x="92622" y="282287"/>
                  </a:lnTo>
                  <a:lnTo>
                    <a:pt x="95452" y="283451"/>
                  </a:lnTo>
                  <a:lnTo>
                    <a:pt x="99978" y="283451"/>
                  </a:lnTo>
                  <a:lnTo>
                    <a:pt x="117592" y="261989"/>
                  </a:lnTo>
                  <a:lnTo>
                    <a:pt x="117535" y="259321"/>
                  </a:lnTo>
                  <a:lnTo>
                    <a:pt x="117158" y="256781"/>
                  </a:lnTo>
                  <a:lnTo>
                    <a:pt x="116750" y="255511"/>
                  </a:lnTo>
                  <a:lnTo>
                    <a:pt x="116196" y="253563"/>
                  </a:lnTo>
                  <a:close/>
                </a:path>
                <a:path w="332740" h="403859">
                  <a:moveTo>
                    <a:pt x="273583" y="66281"/>
                  </a:moveTo>
                  <a:lnTo>
                    <a:pt x="269897" y="66281"/>
                  </a:lnTo>
                  <a:lnTo>
                    <a:pt x="196580" y="155615"/>
                  </a:lnTo>
                  <a:lnTo>
                    <a:pt x="241004" y="111615"/>
                  </a:lnTo>
                  <a:lnTo>
                    <a:pt x="239196" y="109461"/>
                  </a:lnTo>
                  <a:lnTo>
                    <a:pt x="238830" y="108191"/>
                  </a:lnTo>
                  <a:lnTo>
                    <a:pt x="243814" y="108191"/>
                  </a:lnTo>
                  <a:lnTo>
                    <a:pt x="277607" y="67015"/>
                  </a:lnTo>
                  <a:lnTo>
                    <a:pt x="273583" y="66281"/>
                  </a:lnTo>
                  <a:close/>
                </a:path>
                <a:path w="332740" h="403859">
                  <a:moveTo>
                    <a:pt x="238830" y="108191"/>
                  </a:moveTo>
                  <a:lnTo>
                    <a:pt x="239196" y="109461"/>
                  </a:lnTo>
                  <a:lnTo>
                    <a:pt x="239636" y="109461"/>
                  </a:lnTo>
                  <a:lnTo>
                    <a:pt x="238830" y="108191"/>
                  </a:lnTo>
                  <a:close/>
                </a:path>
                <a:path w="332740" h="403859">
                  <a:moveTo>
                    <a:pt x="243814" y="108191"/>
                  </a:moveTo>
                  <a:lnTo>
                    <a:pt x="238830" y="108191"/>
                  </a:lnTo>
                  <a:lnTo>
                    <a:pt x="239636" y="109461"/>
                  </a:lnTo>
                  <a:lnTo>
                    <a:pt x="242772" y="109461"/>
                  </a:lnTo>
                  <a:lnTo>
                    <a:pt x="243814" y="108191"/>
                  </a:lnTo>
                  <a:close/>
                </a:path>
                <a:path w="332740" h="403859">
                  <a:moveTo>
                    <a:pt x="302253" y="26856"/>
                  </a:moveTo>
                  <a:lnTo>
                    <a:pt x="293516" y="37502"/>
                  </a:lnTo>
                  <a:lnTo>
                    <a:pt x="298985" y="39611"/>
                  </a:lnTo>
                  <a:lnTo>
                    <a:pt x="299809" y="39963"/>
                  </a:lnTo>
                  <a:lnTo>
                    <a:pt x="308764" y="29051"/>
                  </a:lnTo>
                  <a:lnTo>
                    <a:pt x="305132" y="28181"/>
                  </a:lnTo>
                  <a:lnTo>
                    <a:pt x="302420" y="26911"/>
                  </a:lnTo>
                  <a:lnTo>
                    <a:pt x="302253" y="26856"/>
                  </a:lnTo>
                  <a:close/>
                </a:path>
              </a:pathLst>
            </a:custGeom>
            <a:solidFill>
              <a:srgbClr val="EBC1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 descr=""/>
            <p:cNvSpPr/>
            <p:nvPr/>
          </p:nvSpPr>
          <p:spPr>
            <a:xfrm>
              <a:off x="10659025" y="6564127"/>
              <a:ext cx="339725" cy="408940"/>
            </a:xfrm>
            <a:custGeom>
              <a:avLst/>
              <a:gdLst/>
              <a:ahLst/>
              <a:cxnLst/>
              <a:rect l="l" t="t" r="r" b="b"/>
              <a:pathLst>
                <a:path w="339725" h="408940">
                  <a:moveTo>
                    <a:pt x="339570" y="0"/>
                  </a:moveTo>
                  <a:lnTo>
                    <a:pt x="331256" y="0"/>
                  </a:lnTo>
                  <a:lnTo>
                    <a:pt x="329292" y="2393"/>
                  </a:lnTo>
                  <a:lnTo>
                    <a:pt x="337693" y="2287"/>
                  </a:lnTo>
                  <a:lnTo>
                    <a:pt x="339570" y="0"/>
                  </a:lnTo>
                  <a:close/>
                </a:path>
                <a:path w="339725" h="408940">
                  <a:moveTo>
                    <a:pt x="108737" y="281265"/>
                  </a:moveTo>
                  <a:lnTo>
                    <a:pt x="103918" y="283451"/>
                  </a:lnTo>
                  <a:lnTo>
                    <a:pt x="89511" y="294559"/>
                  </a:lnTo>
                  <a:lnTo>
                    <a:pt x="65722" y="323544"/>
                  </a:lnTo>
                  <a:lnTo>
                    <a:pt x="51510" y="350996"/>
                  </a:lnTo>
                  <a:lnTo>
                    <a:pt x="108737" y="281265"/>
                  </a:lnTo>
                  <a:close/>
                </a:path>
                <a:path w="339725" h="408940">
                  <a:moveTo>
                    <a:pt x="116242" y="261988"/>
                  </a:moveTo>
                  <a:lnTo>
                    <a:pt x="98627" y="283451"/>
                  </a:lnTo>
                  <a:lnTo>
                    <a:pt x="100751" y="283451"/>
                  </a:lnTo>
                  <a:lnTo>
                    <a:pt x="116242" y="261988"/>
                  </a:lnTo>
                  <a:close/>
                </a:path>
                <a:path w="339725" h="408940">
                  <a:moveTo>
                    <a:pt x="24186" y="374154"/>
                  </a:moveTo>
                  <a:lnTo>
                    <a:pt x="0" y="403625"/>
                  </a:lnTo>
                  <a:lnTo>
                    <a:pt x="450" y="404101"/>
                  </a:lnTo>
                  <a:lnTo>
                    <a:pt x="3969" y="408923"/>
                  </a:lnTo>
                  <a:lnTo>
                    <a:pt x="20569" y="388697"/>
                  </a:lnTo>
                  <a:lnTo>
                    <a:pt x="21238" y="387591"/>
                  </a:lnTo>
                  <a:lnTo>
                    <a:pt x="24228" y="378701"/>
                  </a:lnTo>
                  <a:lnTo>
                    <a:pt x="24186" y="374154"/>
                  </a:lnTo>
                  <a:close/>
                </a:path>
                <a:path w="339725" h="408940">
                  <a:moveTo>
                    <a:pt x="212265" y="155118"/>
                  </a:moveTo>
                  <a:lnTo>
                    <a:pt x="211978" y="155181"/>
                  </a:lnTo>
                  <a:lnTo>
                    <a:pt x="197333" y="163180"/>
                  </a:lnTo>
                  <a:lnTo>
                    <a:pt x="147905" y="223407"/>
                  </a:lnTo>
                  <a:lnTo>
                    <a:pt x="148414" y="223761"/>
                  </a:lnTo>
                  <a:lnTo>
                    <a:pt x="152728" y="223761"/>
                  </a:lnTo>
                  <a:lnTo>
                    <a:pt x="151395" y="229287"/>
                  </a:lnTo>
                  <a:lnTo>
                    <a:pt x="212265" y="155118"/>
                  </a:lnTo>
                  <a:close/>
                </a:path>
                <a:path w="339725" h="408940">
                  <a:moveTo>
                    <a:pt x="239653" y="111614"/>
                  </a:moveTo>
                  <a:lnTo>
                    <a:pt x="207581" y="150694"/>
                  </a:lnTo>
                  <a:lnTo>
                    <a:pt x="214905" y="147561"/>
                  </a:lnTo>
                  <a:lnTo>
                    <a:pt x="219790" y="145021"/>
                  </a:lnTo>
                  <a:lnTo>
                    <a:pt x="223836" y="139941"/>
                  </a:lnTo>
                  <a:lnTo>
                    <a:pt x="230087" y="132321"/>
                  </a:lnTo>
                  <a:lnTo>
                    <a:pt x="230087" y="129781"/>
                  </a:lnTo>
                  <a:lnTo>
                    <a:pt x="233060" y="129781"/>
                  </a:lnTo>
                  <a:lnTo>
                    <a:pt x="239899" y="121447"/>
                  </a:lnTo>
                  <a:lnTo>
                    <a:pt x="239899" y="112001"/>
                  </a:lnTo>
                  <a:lnTo>
                    <a:pt x="239653" y="111614"/>
                  </a:lnTo>
                  <a:close/>
                </a:path>
                <a:path w="339725" h="408940">
                  <a:moveTo>
                    <a:pt x="233060" y="129781"/>
                  </a:moveTo>
                  <a:lnTo>
                    <a:pt x="230087" y="129781"/>
                  </a:lnTo>
                  <a:lnTo>
                    <a:pt x="230627" y="132744"/>
                  </a:lnTo>
                  <a:lnTo>
                    <a:pt x="233060" y="129781"/>
                  </a:lnTo>
                  <a:close/>
                </a:path>
                <a:path w="339725" h="408940">
                  <a:moveTo>
                    <a:pt x="307413" y="29051"/>
                  </a:moveTo>
                  <a:lnTo>
                    <a:pt x="298458" y="39963"/>
                  </a:lnTo>
                  <a:lnTo>
                    <a:pt x="300598" y="40881"/>
                  </a:lnTo>
                  <a:lnTo>
                    <a:pt x="306019" y="40881"/>
                  </a:lnTo>
                  <a:lnTo>
                    <a:pt x="315400" y="29451"/>
                  </a:lnTo>
                  <a:lnTo>
                    <a:pt x="309080" y="29451"/>
                  </a:lnTo>
                  <a:lnTo>
                    <a:pt x="307413" y="29051"/>
                  </a:lnTo>
                  <a:close/>
                </a:path>
                <a:path w="339725" h="408940">
                  <a:moveTo>
                    <a:pt x="328933" y="10401"/>
                  </a:moveTo>
                  <a:lnTo>
                    <a:pt x="325749" y="10401"/>
                  </a:lnTo>
                  <a:lnTo>
                    <a:pt x="324263" y="11671"/>
                  </a:lnTo>
                  <a:lnTo>
                    <a:pt x="318252" y="20561"/>
                  </a:lnTo>
                  <a:lnTo>
                    <a:pt x="309080" y="29451"/>
                  </a:lnTo>
                  <a:lnTo>
                    <a:pt x="315400" y="29451"/>
                  </a:lnTo>
                  <a:lnTo>
                    <a:pt x="330192" y="11426"/>
                  </a:lnTo>
                  <a:lnTo>
                    <a:pt x="328933" y="10401"/>
                  </a:lnTo>
                  <a:close/>
                </a:path>
                <a:path w="339725" h="408940">
                  <a:moveTo>
                    <a:pt x="276256" y="67015"/>
                  </a:moveTo>
                  <a:lnTo>
                    <a:pt x="241421" y="109461"/>
                  </a:lnTo>
                  <a:lnTo>
                    <a:pt x="249736" y="109461"/>
                  </a:lnTo>
                  <a:lnTo>
                    <a:pt x="263035" y="93257"/>
                  </a:lnTo>
                  <a:lnTo>
                    <a:pt x="263846" y="91681"/>
                  </a:lnTo>
                  <a:lnTo>
                    <a:pt x="265941" y="89716"/>
                  </a:lnTo>
                  <a:lnTo>
                    <a:pt x="282562" y="69463"/>
                  </a:lnTo>
                  <a:lnTo>
                    <a:pt x="279192" y="67551"/>
                  </a:lnTo>
                  <a:lnTo>
                    <a:pt x="276256" y="67015"/>
                  </a:lnTo>
                  <a:close/>
                </a:path>
              </a:pathLst>
            </a:custGeom>
            <a:solidFill>
              <a:srgbClr val="EAC0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 descr=""/>
            <p:cNvSpPr/>
            <p:nvPr/>
          </p:nvSpPr>
          <p:spPr>
            <a:xfrm>
              <a:off x="10658210" y="6564127"/>
              <a:ext cx="349250" cy="425450"/>
            </a:xfrm>
            <a:custGeom>
              <a:avLst/>
              <a:gdLst/>
              <a:ahLst/>
              <a:cxnLst/>
              <a:rect l="l" t="t" r="r" b="b"/>
              <a:pathLst>
                <a:path w="349250" h="425450">
                  <a:moveTo>
                    <a:pt x="348699" y="0"/>
                  </a:moveTo>
                  <a:lnTo>
                    <a:pt x="340385" y="0"/>
                  </a:lnTo>
                  <a:lnTo>
                    <a:pt x="338508" y="2287"/>
                  </a:lnTo>
                  <a:lnTo>
                    <a:pt x="346909" y="2181"/>
                  </a:lnTo>
                  <a:lnTo>
                    <a:pt x="348699" y="0"/>
                  </a:lnTo>
                  <a:close/>
                </a:path>
                <a:path w="349250" h="425450">
                  <a:moveTo>
                    <a:pt x="122457" y="275668"/>
                  </a:moveTo>
                  <a:lnTo>
                    <a:pt x="52323" y="350999"/>
                  </a:lnTo>
                  <a:lnTo>
                    <a:pt x="47120" y="367464"/>
                  </a:lnTo>
                  <a:lnTo>
                    <a:pt x="75283" y="333149"/>
                  </a:lnTo>
                  <a:lnTo>
                    <a:pt x="77294" y="329171"/>
                  </a:lnTo>
                  <a:lnTo>
                    <a:pt x="96049" y="307846"/>
                  </a:lnTo>
                  <a:lnTo>
                    <a:pt x="122457" y="275668"/>
                  </a:lnTo>
                  <a:close/>
                </a:path>
                <a:path w="349250" h="425450">
                  <a:moveTo>
                    <a:pt x="21381" y="388701"/>
                  </a:moveTo>
                  <a:lnTo>
                    <a:pt x="4784" y="408924"/>
                  </a:lnTo>
                  <a:lnTo>
                    <a:pt x="6825" y="411721"/>
                  </a:lnTo>
                  <a:lnTo>
                    <a:pt x="0" y="424879"/>
                  </a:lnTo>
                  <a:lnTo>
                    <a:pt x="14406" y="407326"/>
                  </a:lnTo>
                  <a:lnTo>
                    <a:pt x="14350" y="406641"/>
                  </a:lnTo>
                  <a:lnTo>
                    <a:pt x="12688" y="400291"/>
                  </a:lnTo>
                  <a:lnTo>
                    <a:pt x="17448" y="395211"/>
                  </a:lnTo>
                  <a:lnTo>
                    <a:pt x="21381" y="388701"/>
                  </a:lnTo>
                  <a:close/>
                </a:path>
                <a:path w="349250" h="425450">
                  <a:moveTo>
                    <a:pt x="223199" y="152917"/>
                  </a:moveTo>
                  <a:lnTo>
                    <a:pt x="213081" y="155118"/>
                  </a:lnTo>
                  <a:lnTo>
                    <a:pt x="152209" y="229289"/>
                  </a:lnTo>
                  <a:lnTo>
                    <a:pt x="150173" y="237731"/>
                  </a:lnTo>
                  <a:lnTo>
                    <a:pt x="149435" y="242796"/>
                  </a:lnTo>
                  <a:lnTo>
                    <a:pt x="167607" y="220654"/>
                  </a:lnTo>
                  <a:lnTo>
                    <a:pt x="170913" y="209791"/>
                  </a:lnTo>
                  <a:lnTo>
                    <a:pt x="191353" y="181851"/>
                  </a:lnTo>
                  <a:lnTo>
                    <a:pt x="205001" y="175091"/>
                  </a:lnTo>
                  <a:lnTo>
                    <a:pt x="223199" y="152917"/>
                  </a:lnTo>
                  <a:close/>
                </a:path>
                <a:path w="349250" h="425450">
                  <a:moveTo>
                    <a:pt x="240713" y="121449"/>
                  </a:moveTo>
                  <a:lnTo>
                    <a:pt x="231442" y="132745"/>
                  </a:lnTo>
                  <a:lnTo>
                    <a:pt x="232952" y="141034"/>
                  </a:lnTo>
                  <a:lnTo>
                    <a:pt x="243467" y="128221"/>
                  </a:lnTo>
                  <a:lnTo>
                    <a:pt x="240713" y="127241"/>
                  </a:lnTo>
                  <a:lnTo>
                    <a:pt x="240713" y="121449"/>
                  </a:lnTo>
                  <a:close/>
                </a:path>
                <a:path w="349250" h="425450">
                  <a:moveTo>
                    <a:pt x="331007" y="11426"/>
                  </a:moveTo>
                  <a:lnTo>
                    <a:pt x="306834" y="40881"/>
                  </a:lnTo>
                  <a:lnTo>
                    <a:pt x="310362" y="40881"/>
                  </a:lnTo>
                  <a:lnTo>
                    <a:pt x="317776" y="37071"/>
                  </a:lnTo>
                  <a:lnTo>
                    <a:pt x="319141" y="36015"/>
                  </a:lnTo>
                  <a:lnTo>
                    <a:pt x="335674" y="15870"/>
                  </a:lnTo>
                  <a:lnTo>
                    <a:pt x="333003" y="12941"/>
                  </a:lnTo>
                  <a:lnTo>
                    <a:pt x="332459" y="12941"/>
                  </a:lnTo>
                  <a:lnTo>
                    <a:pt x="331307" y="11671"/>
                  </a:lnTo>
                  <a:lnTo>
                    <a:pt x="331007" y="11426"/>
                  </a:lnTo>
                  <a:close/>
                </a:path>
                <a:path w="349250" h="425450">
                  <a:moveTo>
                    <a:pt x="263847" y="93260"/>
                  </a:moveTo>
                  <a:lnTo>
                    <a:pt x="250551" y="109461"/>
                  </a:lnTo>
                  <a:lnTo>
                    <a:pt x="254440" y="106921"/>
                  </a:lnTo>
                  <a:lnTo>
                    <a:pt x="261393" y="98031"/>
                  </a:lnTo>
                  <a:lnTo>
                    <a:pt x="263847" y="93260"/>
                  </a:lnTo>
                  <a:close/>
                </a:path>
                <a:path w="349250" h="425450">
                  <a:moveTo>
                    <a:pt x="277018" y="87340"/>
                  </a:moveTo>
                  <a:lnTo>
                    <a:pt x="273057" y="87871"/>
                  </a:lnTo>
                  <a:lnTo>
                    <a:pt x="273554" y="91561"/>
                  </a:lnTo>
                  <a:lnTo>
                    <a:pt x="277018" y="87340"/>
                  </a:lnTo>
                  <a:close/>
                </a:path>
                <a:path w="349250" h="425450">
                  <a:moveTo>
                    <a:pt x="283377" y="69464"/>
                  </a:moveTo>
                  <a:lnTo>
                    <a:pt x="266759" y="89712"/>
                  </a:lnTo>
                  <a:lnTo>
                    <a:pt x="272785" y="84061"/>
                  </a:lnTo>
                  <a:lnTo>
                    <a:pt x="278481" y="78981"/>
                  </a:lnTo>
                  <a:lnTo>
                    <a:pt x="283879" y="78981"/>
                  </a:lnTo>
                  <a:lnTo>
                    <a:pt x="288680" y="73131"/>
                  </a:lnTo>
                  <a:lnTo>
                    <a:pt x="286719" y="71361"/>
                  </a:lnTo>
                  <a:lnTo>
                    <a:pt x="283377" y="69464"/>
                  </a:lnTo>
                  <a:close/>
                </a:path>
                <a:path w="349250" h="425450">
                  <a:moveTo>
                    <a:pt x="283879" y="78981"/>
                  </a:moveTo>
                  <a:lnTo>
                    <a:pt x="278481" y="78981"/>
                  </a:lnTo>
                  <a:lnTo>
                    <a:pt x="282618" y="80517"/>
                  </a:lnTo>
                  <a:lnTo>
                    <a:pt x="283879" y="78981"/>
                  </a:lnTo>
                  <a:close/>
                </a:path>
              </a:pathLst>
            </a:custGeom>
            <a:solidFill>
              <a:srgbClr val="E9BE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 descr=""/>
            <p:cNvSpPr/>
            <p:nvPr/>
          </p:nvSpPr>
          <p:spPr>
            <a:xfrm>
              <a:off x="10656557" y="6564128"/>
              <a:ext cx="502284" cy="503555"/>
            </a:xfrm>
            <a:custGeom>
              <a:avLst/>
              <a:gdLst/>
              <a:ahLst/>
              <a:cxnLst/>
              <a:rect l="l" t="t" r="r" b="b"/>
              <a:pathLst>
                <a:path w="502284" h="503554">
                  <a:moveTo>
                    <a:pt x="16522" y="412991"/>
                  </a:moveTo>
                  <a:lnTo>
                    <a:pt x="16052" y="407339"/>
                  </a:lnTo>
                  <a:lnTo>
                    <a:pt x="1638" y="424903"/>
                  </a:lnTo>
                  <a:lnTo>
                    <a:pt x="546" y="426961"/>
                  </a:lnTo>
                  <a:lnTo>
                    <a:pt x="0" y="428231"/>
                  </a:lnTo>
                  <a:lnTo>
                    <a:pt x="0" y="437032"/>
                  </a:lnTo>
                  <a:lnTo>
                    <a:pt x="15887" y="417664"/>
                  </a:lnTo>
                  <a:lnTo>
                    <a:pt x="16522" y="412991"/>
                  </a:lnTo>
                  <a:close/>
                </a:path>
                <a:path w="502284" h="503554">
                  <a:moveTo>
                    <a:pt x="16624" y="474040"/>
                  </a:moveTo>
                  <a:lnTo>
                    <a:pt x="9448" y="441020"/>
                  </a:lnTo>
                  <a:lnTo>
                    <a:pt x="11836" y="430860"/>
                  </a:lnTo>
                  <a:lnTo>
                    <a:pt x="15316" y="421970"/>
                  </a:lnTo>
                  <a:lnTo>
                    <a:pt x="15887" y="418160"/>
                  </a:lnTo>
                  <a:lnTo>
                    <a:pt x="7213" y="428320"/>
                  </a:lnTo>
                  <a:lnTo>
                    <a:pt x="0" y="437210"/>
                  </a:lnTo>
                  <a:lnTo>
                    <a:pt x="0" y="460070"/>
                  </a:lnTo>
                  <a:lnTo>
                    <a:pt x="1828" y="468960"/>
                  </a:lnTo>
                  <a:lnTo>
                    <a:pt x="4330" y="475310"/>
                  </a:lnTo>
                  <a:lnTo>
                    <a:pt x="5905" y="479120"/>
                  </a:lnTo>
                  <a:lnTo>
                    <a:pt x="7962" y="480390"/>
                  </a:lnTo>
                  <a:lnTo>
                    <a:pt x="11760" y="480390"/>
                  </a:lnTo>
                  <a:lnTo>
                    <a:pt x="15405" y="477850"/>
                  </a:lnTo>
                  <a:lnTo>
                    <a:pt x="16624" y="474040"/>
                  </a:lnTo>
                  <a:close/>
                </a:path>
                <a:path w="502284" h="503554">
                  <a:moveTo>
                    <a:pt x="63588" y="359740"/>
                  </a:moveTo>
                  <a:lnTo>
                    <a:pt x="44767" y="382600"/>
                  </a:lnTo>
                  <a:lnTo>
                    <a:pt x="43332" y="400380"/>
                  </a:lnTo>
                  <a:lnTo>
                    <a:pt x="43256" y="404190"/>
                  </a:lnTo>
                  <a:lnTo>
                    <a:pt x="44564" y="418160"/>
                  </a:lnTo>
                  <a:lnTo>
                    <a:pt x="16573" y="432130"/>
                  </a:lnTo>
                  <a:lnTo>
                    <a:pt x="15125" y="434670"/>
                  </a:lnTo>
                  <a:lnTo>
                    <a:pt x="22707" y="481660"/>
                  </a:lnTo>
                  <a:lnTo>
                    <a:pt x="15976" y="485470"/>
                  </a:lnTo>
                  <a:lnTo>
                    <a:pt x="9931" y="491820"/>
                  </a:lnTo>
                  <a:lnTo>
                    <a:pt x="4597" y="498170"/>
                  </a:lnTo>
                  <a:lnTo>
                    <a:pt x="863" y="503250"/>
                  </a:lnTo>
                  <a:lnTo>
                    <a:pt x="16103" y="503250"/>
                  </a:lnTo>
                  <a:lnTo>
                    <a:pt x="18173" y="500710"/>
                  </a:lnTo>
                  <a:lnTo>
                    <a:pt x="31229" y="491820"/>
                  </a:lnTo>
                  <a:lnTo>
                    <a:pt x="33832" y="490550"/>
                  </a:lnTo>
                  <a:lnTo>
                    <a:pt x="35356" y="486740"/>
                  </a:lnTo>
                  <a:lnTo>
                    <a:pt x="27774" y="441020"/>
                  </a:lnTo>
                  <a:lnTo>
                    <a:pt x="56565" y="427050"/>
                  </a:lnTo>
                  <a:lnTo>
                    <a:pt x="57962" y="423240"/>
                  </a:lnTo>
                  <a:lnTo>
                    <a:pt x="56781" y="419430"/>
                  </a:lnTo>
                  <a:lnTo>
                    <a:pt x="55219" y="411810"/>
                  </a:lnTo>
                  <a:lnTo>
                    <a:pt x="54838" y="394030"/>
                  </a:lnTo>
                  <a:lnTo>
                    <a:pt x="60972" y="364820"/>
                  </a:lnTo>
                  <a:lnTo>
                    <a:pt x="63588" y="359740"/>
                  </a:lnTo>
                  <a:close/>
                </a:path>
                <a:path w="502284" h="503554">
                  <a:moveTo>
                    <a:pt x="76923" y="333171"/>
                  </a:moveTo>
                  <a:lnTo>
                    <a:pt x="48768" y="367487"/>
                  </a:lnTo>
                  <a:lnTo>
                    <a:pt x="44869" y="381241"/>
                  </a:lnTo>
                  <a:lnTo>
                    <a:pt x="44767" y="382473"/>
                  </a:lnTo>
                  <a:lnTo>
                    <a:pt x="63601" y="359537"/>
                  </a:lnTo>
                  <a:lnTo>
                    <a:pt x="76923" y="333171"/>
                  </a:lnTo>
                  <a:close/>
                </a:path>
                <a:path w="502284" h="503554">
                  <a:moveTo>
                    <a:pt x="133832" y="273951"/>
                  </a:moveTo>
                  <a:lnTo>
                    <a:pt x="124104" y="275678"/>
                  </a:lnTo>
                  <a:lnTo>
                    <a:pt x="97764" y="307771"/>
                  </a:lnTo>
                  <a:lnTo>
                    <a:pt x="104635" y="299961"/>
                  </a:lnTo>
                  <a:lnTo>
                    <a:pt x="117729" y="293585"/>
                  </a:lnTo>
                  <a:lnTo>
                    <a:pt x="133832" y="273951"/>
                  </a:lnTo>
                  <a:close/>
                </a:path>
                <a:path w="502284" h="503554">
                  <a:moveTo>
                    <a:pt x="164350" y="237820"/>
                  </a:moveTo>
                  <a:lnTo>
                    <a:pt x="149504" y="255600"/>
                  </a:lnTo>
                  <a:lnTo>
                    <a:pt x="148767" y="263220"/>
                  </a:lnTo>
                  <a:lnTo>
                    <a:pt x="148437" y="273380"/>
                  </a:lnTo>
                  <a:lnTo>
                    <a:pt x="137579" y="273380"/>
                  </a:lnTo>
                  <a:lnTo>
                    <a:pt x="133832" y="274650"/>
                  </a:lnTo>
                  <a:lnTo>
                    <a:pt x="117729" y="293700"/>
                  </a:lnTo>
                  <a:lnTo>
                    <a:pt x="128066" y="288620"/>
                  </a:lnTo>
                  <a:lnTo>
                    <a:pt x="145427" y="286080"/>
                  </a:lnTo>
                  <a:lnTo>
                    <a:pt x="152857" y="287350"/>
                  </a:lnTo>
                  <a:lnTo>
                    <a:pt x="154622" y="288620"/>
                  </a:lnTo>
                  <a:lnTo>
                    <a:pt x="156514" y="287350"/>
                  </a:lnTo>
                  <a:lnTo>
                    <a:pt x="157924" y="286080"/>
                  </a:lnTo>
                  <a:lnTo>
                    <a:pt x="159321" y="284810"/>
                  </a:lnTo>
                  <a:lnTo>
                    <a:pt x="160096" y="282270"/>
                  </a:lnTo>
                  <a:lnTo>
                    <a:pt x="160032" y="269570"/>
                  </a:lnTo>
                  <a:lnTo>
                    <a:pt x="162902" y="241630"/>
                  </a:lnTo>
                  <a:lnTo>
                    <a:pt x="164350" y="237820"/>
                  </a:lnTo>
                  <a:close/>
                </a:path>
                <a:path w="502284" h="503554">
                  <a:moveTo>
                    <a:pt x="169252" y="220662"/>
                  </a:moveTo>
                  <a:lnTo>
                    <a:pt x="151079" y="242811"/>
                  </a:lnTo>
                  <a:lnTo>
                    <a:pt x="149783" y="251701"/>
                  </a:lnTo>
                  <a:lnTo>
                    <a:pt x="149504" y="254850"/>
                  </a:lnTo>
                  <a:lnTo>
                    <a:pt x="164350" y="236766"/>
                  </a:lnTo>
                  <a:lnTo>
                    <a:pt x="169252" y="220662"/>
                  </a:lnTo>
                  <a:close/>
                </a:path>
                <a:path w="502284" h="503554">
                  <a:moveTo>
                    <a:pt x="202628" y="190119"/>
                  </a:moveTo>
                  <a:lnTo>
                    <a:pt x="196773" y="194551"/>
                  </a:lnTo>
                  <a:lnTo>
                    <a:pt x="190068" y="205435"/>
                  </a:lnTo>
                  <a:lnTo>
                    <a:pt x="202628" y="190119"/>
                  </a:lnTo>
                  <a:close/>
                </a:path>
                <a:path w="502284" h="503554">
                  <a:moveTo>
                    <a:pt x="234962" y="150723"/>
                  </a:moveTo>
                  <a:lnTo>
                    <a:pt x="224853" y="152920"/>
                  </a:lnTo>
                  <a:lnTo>
                    <a:pt x="206654" y="175094"/>
                  </a:lnTo>
                  <a:lnTo>
                    <a:pt x="220649" y="168160"/>
                  </a:lnTo>
                  <a:lnTo>
                    <a:pt x="234962" y="150723"/>
                  </a:lnTo>
                  <a:close/>
                </a:path>
                <a:path w="502284" h="503554">
                  <a:moveTo>
                    <a:pt x="251548" y="130517"/>
                  </a:moveTo>
                  <a:lnTo>
                    <a:pt x="245110" y="128231"/>
                  </a:lnTo>
                  <a:lnTo>
                    <a:pt x="234594" y="141033"/>
                  </a:lnTo>
                  <a:lnTo>
                    <a:pt x="234861" y="142481"/>
                  </a:lnTo>
                  <a:lnTo>
                    <a:pt x="243535" y="140284"/>
                  </a:lnTo>
                  <a:lnTo>
                    <a:pt x="251548" y="130517"/>
                  </a:lnTo>
                  <a:close/>
                </a:path>
                <a:path w="502284" h="503554">
                  <a:moveTo>
                    <a:pt x="259842" y="136220"/>
                  </a:moveTo>
                  <a:lnTo>
                    <a:pt x="256628" y="132410"/>
                  </a:lnTo>
                  <a:lnTo>
                    <a:pt x="251548" y="131140"/>
                  </a:lnTo>
                  <a:lnTo>
                    <a:pt x="243535" y="141300"/>
                  </a:lnTo>
                  <a:lnTo>
                    <a:pt x="259842" y="136220"/>
                  </a:lnTo>
                  <a:close/>
                </a:path>
                <a:path w="502284" h="503554">
                  <a:moveTo>
                    <a:pt x="283095" y="93040"/>
                  </a:moveTo>
                  <a:close/>
                </a:path>
                <a:path w="502284" h="503554">
                  <a:moveTo>
                    <a:pt x="284187" y="86601"/>
                  </a:moveTo>
                  <a:lnTo>
                    <a:pt x="278663" y="87350"/>
                  </a:lnTo>
                  <a:lnTo>
                    <a:pt x="275196" y="91567"/>
                  </a:lnTo>
                  <a:lnTo>
                    <a:pt x="276250" y="99301"/>
                  </a:lnTo>
                  <a:lnTo>
                    <a:pt x="277037" y="99466"/>
                  </a:lnTo>
                  <a:lnTo>
                    <a:pt x="283095" y="92075"/>
                  </a:lnTo>
                  <a:lnTo>
                    <a:pt x="283438" y="89141"/>
                  </a:lnTo>
                  <a:lnTo>
                    <a:pt x="284187" y="86601"/>
                  </a:lnTo>
                  <a:close/>
                </a:path>
                <a:path w="502284" h="503554">
                  <a:moveTo>
                    <a:pt x="294716" y="77927"/>
                  </a:moveTo>
                  <a:lnTo>
                    <a:pt x="293992" y="76441"/>
                  </a:lnTo>
                  <a:lnTo>
                    <a:pt x="290322" y="73139"/>
                  </a:lnTo>
                  <a:lnTo>
                    <a:pt x="284264" y="80518"/>
                  </a:lnTo>
                  <a:lnTo>
                    <a:pt x="290639" y="82892"/>
                  </a:lnTo>
                  <a:lnTo>
                    <a:pt x="294716" y="77927"/>
                  </a:lnTo>
                  <a:close/>
                </a:path>
                <a:path w="502284" h="503554">
                  <a:moveTo>
                    <a:pt x="298094" y="93154"/>
                  </a:moveTo>
                  <a:lnTo>
                    <a:pt x="297967" y="89230"/>
                  </a:lnTo>
                  <a:lnTo>
                    <a:pt x="297688" y="84150"/>
                  </a:lnTo>
                  <a:lnTo>
                    <a:pt x="295224" y="79070"/>
                  </a:lnTo>
                  <a:lnTo>
                    <a:pt x="293839" y="79070"/>
                  </a:lnTo>
                  <a:lnTo>
                    <a:pt x="290639" y="84150"/>
                  </a:lnTo>
                  <a:lnTo>
                    <a:pt x="293801" y="84150"/>
                  </a:lnTo>
                  <a:lnTo>
                    <a:pt x="290487" y="95580"/>
                  </a:lnTo>
                  <a:lnTo>
                    <a:pt x="283286" y="95580"/>
                  </a:lnTo>
                  <a:lnTo>
                    <a:pt x="283006" y="93154"/>
                  </a:lnTo>
                  <a:lnTo>
                    <a:pt x="277037" y="100660"/>
                  </a:lnTo>
                  <a:lnTo>
                    <a:pt x="288290" y="100660"/>
                  </a:lnTo>
                  <a:lnTo>
                    <a:pt x="294259" y="98120"/>
                  </a:lnTo>
                  <a:lnTo>
                    <a:pt x="296214" y="95580"/>
                  </a:lnTo>
                  <a:lnTo>
                    <a:pt x="298094" y="93154"/>
                  </a:lnTo>
                  <a:close/>
                </a:path>
                <a:path w="502284" h="503554">
                  <a:moveTo>
                    <a:pt x="346798" y="14452"/>
                  </a:moveTo>
                  <a:lnTo>
                    <a:pt x="340436" y="19291"/>
                  </a:lnTo>
                  <a:lnTo>
                    <a:pt x="337324" y="15875"/>
                  </a:lnTo>
                  <a:lnTo>
                    <a:pt x="320789" y="36029"/>
                  </a:lnTo>
                  <a:lnTo>
                    <a:pt x="325996" y="31991"/>
                  </a:lnTo>
                  <a:lnTo>
                    <a:pt x="331139" y="25641"/>
                  </a:lnTo>
                  <a:lnTo>
                    <a:pt x="335699" y="27990"/>
                  </a:lnTo>
                  <a:lnTo>
                    <a:pt x="337616" y="25641"/>
                  </a:lnTo>
                  <a:lnTo>
                    <a:pt x="342823" y="19291"/>
                  </a:lnTo>
                  <a:lnTo>
                    <a:pt x="346798" y="14452"/>
                  </a:lnTo>
                  <a:close/>
                </a:path>
                <a:path w="502284" h="503554">
                  <a:moveTo>
                    <a:pt x="358660" y="0"/>
                  </a:moveTo>
                  <a:lnTo>
                    <a:pt x="350342" y="0"/>
                  </a:lnTo>
                  <a:lnTo>
                    <a:pt x="348551" y="2184"/>
                  </a:lnTo>
                  <a:lnTo>
                    <a:pt x="356958" y="2082"/>
                  </a:lnTo>
                  <a:lnTo>
                    <a:pt x="358660" y="0"/>
                  </a:lnTo>
                  <a:close/>
                </a:path>
                <a:path w="502284" h="503554">
                  <a:moveTo>
                    <a:pt x="399757" y="19380"/>
                  </a:moveTo>
                  <a:lnTo>
                    <a:pt x="364083" y="6680"/>
                  </a:lnTo>
                  <a:lnTo>
                    <a:pt x="350456" y="11760"/>
                  </a:lnTo>
                  <a:lnTo>
                    <a:pt x="346798" y="15570"/>
                  </a:lnTo>
                  <a:lnTo>
                    <a:pt x="342823" y="19380"/>
                  </a:lnTo>
                  <a:lnTo>
                    <a:pt x="337616" y="25730"/>
                  </a:lnTo>
                  <a:lnTo>
                    <a:pt x="335699" y="28270"/>
                  </a:lnTo>
                  <a:lnTo>
                    <a:pt x="342074" y="28270"/>
                  </a:lnTo>
                  <a:lnTo>
                    <a:pt x="348945" y="27000"/>
                  </a:lnTo>
                  <a:lnTo>
                    <a:pt x="356514" y="23190"/>
                  </a:lnTo>
                  <a:lnTo>
                    <a:pt x="365048" y="20650"/>
                  </a:lnTo>
                  <a:lnTo>
                    <a:pt x="374929" y="20650"/>
                  </a:lnTo>
                  <a:lnTo>
                    <a:pt x="384175" y="23190"/>
                  </a:lnTo>
                  <a:lnTo>
                    <a:pt x="390842" y="27000"/>
                  </a:lnTo>
                  <a:lnTo>
                    <a:pt x="393725" y="28270"/>
                  </a:lnTo>
                  <a:lnTo>
                    <a:pt x="397116" y="27000"/>
                  </a:lnTo>
                  <a:lnTo>
                    <a:pt x="399313" y="20650"/>
                  </a:lnTo>
                  <a:lnTo>
                    <a:pt x="399757" y="19380"/>
                  </a:lnTo>
                  <a:close/>
                </a:path>
                <a:path w="502284" h="503554">
                  <a:moveTo>
                    <a:pt x="501891" y="42240"/>
                  </a:moveTo>
                  <a:lnTo>
                    <a:pt x="476300" y="80340"/>
                  </a:lnTo>
                  <a:lnTo>
                    <a:pt x="468249" y="109550"/>
                  </a:lnTo>
                  <a:lnTo>
                    <a:pt x="463169" y="103200"/>
                  </a:lnTo>
                  <a:lnTo>
                    <a:pt x="457314" y="96850"/>
                  </a:lnTo>
                  <a:lnTo>
                    <a:pt x="450875" y="91770"/>
                  </a:lnTo>
                  <a:lnTo>
                    <a:pt x="443992" y="85420"/>
                  </a:lnTo>
                  <a:lnTo>
                    <a:pt x="437603" y="81610"/>
                  </a:lnTo>
                  <a:lnTo>
                    <a:pt x="429094" y="76530"/>
                  </a:lnTo>
                  <a:lnTo>
                    <a:pt x="409282" y="70180"/>
                  </a:lnTo>
                  <a:lnTo>
                    <a:pt x="359587" y="77800"/>
                  </a:lnTo>
                  <a:lnTo>
                    <a:pt x="328752" y="109550"/>
                  </a:lnTo>
                  <a:lnTo>
                    <a:pt x="313601" y="160350"/>
                  </a:lnTo>
                  <a:lnTo>
                    <a:pt x="312318" y="192100"/>
                  </a:lnTo>
                  <a:lnTo>
                    <a:pt x="312610" y="199720"/>
                  </a:lnTo>
                  <a:lnTo>
                    <a:pt x="303517" y="192100"/>
                  </a:lnTo>
                  <a:lnTo>
                    <a:pt x="297180" y="188290"/>
                  </a:lnTo>
                  <a:lnTo>
                    <a:pt x="292963" y="185750"/>
                  </a:lnTo>
                  <a:lnTo>
                    <a:pt x="281139" y="180670"/>
                  </a:lnTo>
                  <a:lnTo>
                    <a:pt x="268249" y="176860"/>
                  </a:lnTo>
                  <a:lnTo>
                    <a:pt x="252209" y="173050"/>
                  </a:lnTo>
                  <a:lnTo>
                    <a:pt x="234124" y="174320"/>
                  </a:lnTo>
                  <a:lnTo>
                    <a:pt x="190068" y="206070"/>
                  </a:lnTo>
                  <a:lnTo>
                    <a:pt x="173951" y="255600"/>
                  </a:lnTo>
                  <a:lnTo>
                    <a:pt x="175717" y="287350"/>
                  </a:lnTo>
                  <a:lnTo>
                    <a:pt x="180555" y="312750"/>
                  </a:lnTo>
                  <a:lnTo>
                    <a:pt x="167665" y="308940"/>
                  </a:lnTo>
                  <a:lnTo>
                    <a:pt x="151765" y="306400"/>
                  </a:lnTo>
                  <a:lnTo>
                    <a:pt x="134099" y="306400"/>
                  </a:lnTo>
                  <a:lnTo>
                    <a:pt x="93179" y="327990"/>
                  </a:lnTo>
                  <a:lnTo>
                    <a:pt x="68402" y="383870"/>
                  </a:lnTo>
                  <a:lnTo>
                    <a:pt x="66281" y="410540"/>
                  </a:lnTo>
                  <a:lnTo>
                    <a:pt x="68643" y="433400"/>
                  </a:lnTo>
                  <a:lnTo>
                    <a:pt x="73647" y="452450"/>
                  </a:lnTo>
                  <a:lnTo>
                    <a:pt x="76644" y="460070"/>
                  </a:lnTo>
                  <a:lnTo>
                    <a:pt x="82994" y="472770"/>
                  </a:lnTo>
                  <a:lnTo>
                    <a:pt x="86055" y="477850"/>
                  </a:lnTo>
                  <a:lnTo>
                    <a:pt x="71348" y="479120"/>
                  </a:lnTo>
                  <a:lnTo>
                    <a:pt x="53873" y="484200"/>
                  </a:lnTo>
                  <a:lnTo>
                    <a:pt x="35725" y="491820"/>
                  </a:lnTo>
                  <a:lnTo>
                    <a:pt x="21958" y="503250"/>
                  </a:lnTo>
                  <a:lnTo>
                    <a:pt x="44843" y="503250"/>
                  </a:lnTo>
                  <a:lnTo>
                    <a:pt x="48602" y="500710"/>
                  </a:lnTo>
                  <a:lnTo>
                    <a:pt x="71767" y="493090"/>
                  </a:lnTo>
                  <a:lnTo>
                    <a:pt x="90233" y="491820"/>
                  </a:lnTo>
                  <a:lnTo>
                    <a:pt x="100368" y="491820"/>
                  </a:lnTo>
                  <a:lnTo>
                    <a:pt x="102616" y="490550"/>
                  </a:lnTo>
                  <a:lnTo>
                    <a:pt x="104559" y="485470"/>
                  </a:lnTo>
                  <a:lnTo>
                    <a:pt x="104051" y="481660"/>
                  </a:lnTo>
                  <a:lnTo>
                    <a:pt x="102311" y="480390"/>
                  </a:lnTo>
                  <a:lnTo>
                    <a:pt x="100431" y="477850"/>
                  </a:lnTo>
                  <a:lnTo>
                    <a:pt x="78879" y="425780"/>
                  </a:lnTo>
                  <a:lnTo>
                    <a:pt x="77698" y="404190"/>
                  </a:lnTo>
                  <a:lnTo>
                    <a:pt x="80505" y="382600"/>
                  </a:lnTo>
                  <a:lnTo>
                    <a:pt x="100926" y="336880"/>
                  </a:lnTo>
                  <a:lnTo>
                    <a:pt x="143205" y="319100"/>
                  </a:lnTo>
                  <a:lnTo>
                    <a:pt x="164896" y="321640"/>
                  </a:lnTo>
                  <a:lnTo>
                    <a:pt x="187325" y="330530"/>
                  </a:lnTo>
                  <a:lnTo>
                    <a:pt x="189445" y="331800"/>
                  </a:lnTo>
                  <a:lnTo>
                    <a:pt x="191960" y="331800"/>
                  </a:lnTo>
                  <a:lnTo>
                    <a:pt x="195389" y="327990"/>
                  </a:lnTo>
                  <a:lnTo>
                    <a:pt x="195948" y="324180"/>
                  </a:lnTo>
                  <a:lnTo>
                    <a:pt x="195110" y="321640"/>
                  </a:lnTo>
                  <a:lnTo>
                    <a:pt x="194360" y="319100"/>
                  </a:lnTo>
                  <a:lnTo>
                    <a:pt x="192481" y="312750"/>
                  </a:lnTo>
                  <a:lnTo>
                    <a:pt x="191363" y="308940"/>
                  </a:lnTo>
                  <a:lnTo>
                    <a:pt x="186093" y="275920"/>
                  </a:lnTo>
                  <a:lnTo>
                    <a:pt x="187617" y="237820"/>
                  </a:lnTo>
                  <a:lnTo>
                    <a:pt x="204254" y="203530"/>
                  </a:lnTo>
                  <a:lnTo>
                    <a:pt x="234378" y="188290"/>
                  </a:lnTo>
                  <a:lnTo>
                    <a:pt x="266344" y="189560"/>
                  </a:lnTo>
                  <a:lnTo>
                    <a:pt x="295160" y="202260"/>
                  </a:lnTo>
                  <a:lnTo>
                    <a:pt x="315849" y="220040"/>
                  </a:lnTo>
                  <a:lnTo>
                    <a:pt x="317614" y="221310"/>
                  </a:lnTo>
                  <a:lnTo>
                    <a:pt x="320332" y="222580"/>
                  </a:lnTo>
                  <a:lnTo>
                    <a:pt x="324764" y="220040"/>
                  </a:lnTo>
                  <a:lnTo>
                    <a:pt x="325970" y="216230"/>
                  </a:lnTo>
                  <a:lnTo>
                    <a:pt x="325513" y="213690"/>
                  </a:lnTo>
                  <a:lnTo>
                    <a:pt x="324167" y="199720"/>
                  </a:lnTo>
                  <a:lnTo>
                    <a:pt x="335927" y="120980"/>
                  </a:lnTo>
                  <a:lnTo>
                    <a:pt x="364528" y="89230"/>
                  </a:lnTo>
                  <a:lnTo>
                    <a:pt x="401447" y="81610"/>
                  </a:lnTo>
                  <a:lnTo>
                    <a:pt x="417169" y="85420"/>
                  </a:lnTo>
                  <a:lnTo>
                    <a:pt x="456145" y="114630"/>
                  </a:lnTo>
                  <a:lnTo>
                    <a:pt x="466432" y="133680"/>
                  </a:lnTo>
                  <a:lnTo>
                    <a:pt x="468947" y="136220"/>
                  </a:lnTo>
                  <a:lnTo>
                    <a:pt x="475208" y="136220"/>
                  </a:lnTo>
                  <a:lnTo>
                    <a:pt x="477761" y="133680"/>
                  </a:lnTo>
                  <a:lnTo>
                    <a:pt x="477888" y="127330"/>
                  </a:lnTo>
                  <a:lnTo>
                    <a:pt x="477939" y="126060"/>
                  </a:lnTo>
                  <a:lnTo>
                    <a:pt x="478967" y="115900"/>
                  </a:lnTo>
                  <a:lnTo>
                    <a:pt x="480199" y="109550"/>
                  </a:lnTo>
                  <a:lnTo>
                    <a:pt x="481672" y="101930"/>
                  </a:lnTo>
                  <a:lnTo>
                    <a:pt x="486867" y="85420"/>
                  </a:lnTo>
                  <a:lnTo>
                    <a:pt x="497293" y="65100"/>
                  </a:lnTo>
                  <a:lnTo>
                    <a:pt x="501891" y="61290"/>
                  </a:lnTo>
                  <a:lnTo>
                    <a:pt x="501891" y="42240"/>
                  </a:lnTo>
                  <a:close/>
                </a:path>
                <a:path w="502284" h="503554">
                  <a:moveTo>
                    <a:pt x="501891" y="330"/>
                  </a:moveTo>
                  <a:lnTo>
                    <a:pt x="358648" y="330"/>
                  </a:lnTo>
                  <a:lnTo>
                    <a:pt x="356958" y="2870"/>
                  </a:lnTo>
                  <a:lnTo>
                    <a:pt x="501891" y="330"/>
                  </a:lnTo>
                  <a:close/>
                </a:path>
                <a:path w="502284" h="503554">
                  <a:moveTo>
                    <a:pt x="501891" y="330"/>
                  </a:moveTo>
                  <a:lnTo>
                    <a:pt x="471703" y="37160"/>
                  </a:lnTo>
                  <a:lnTo>
                    <a:pt x="461518" y="60020"/>
                  </a:lnTo>
                  <a:lnTo>
                    <a:pt x="451091" y="52400"/>
                  </a:lnTo>
                  <a:lnTo>
                    <a:pt x="447611" y="49860"/>
                  </a:lnTo>
                  <a:lnTo>
                    <a:pt x="426415" y="40970"/>
                  </a:lnTo>
                  <a:lnTo>
                    <a:pt x="398259" y="38430"/>
                  </a:lnTo>
                  <a:lnTo>
                    <a:pt x="363474" y="47320"/>
                  </a:lnTo>
                  <a:lnTo>
                    <a:pt x="326910" y="71450"/>
                  </a:lnTo>
                  <a:lnTo>
                    <a:pt x="299961" y="112090"/>
                  </a:lnTo>
                  <a:lnTo>
                    <a:pt x="289140" y="143840"/>
                  </a:lnTo>
                  <a:lnTo>
                    <a:pt x="287528" y="150190"/>
                  </a:lnTo>
                  <a:lnTo>
                    <a:pt x="269532" y="148920"/>
                  </a:lnTo>
                  <a:lnTo>
                    <a:pt x="243636" y="148920"/>
                  </a:lnTo>
                  <a:lnTo>
                    <a:pt x="234962" y="151460"/>
                  </a:lnTo>
                  <a:lnTo>
                    <a:pt x="220662" y="169240"/>
                  </a:lnTo>
                  <a:lnTo>
                    <a:pt x="223774" y="166700"/>
                  </a:lnTo>
                  <a:lnTo>
                    <a:pt x="255574" y="161620"/>
                  </a:lnTo>
                  <a:lnTo>
                    <a:pt x="280581" y="162890"/>
                  </a:lnTo>
                  <a:lnTo>
                    <a:pt x="290969" y="165430"/>
                  </a:lnTo>
                  <a:lnTo>
                    <a:pt x="294068" y="165430"/>
                  </a:lnTo>
                  <a:lnTo>
                    <a:pt x="296595" y="162890"/>
                  </a:lnTo>
                  <a:lnTo>
                    <a:pt x="297446" y="161620"/>
                  </a:lnTo>
                  <a:lnTo>
                    <a:pt x="297688" y="159080"/>
                  </a:lnTo>
                  <a:lnTo>
                    <a:pt x="299491" y="150190"/>
                  </a:lnTo>
                  <a:lnTo>
                    <a:pt x="331355" y="85420"/>
                  </a:lnTo>
                  <a:lnTo>
                    <a:pt x="367093" y="60020"/>
                  </a:lnTo>
                  <a:lnTo>
                    <a:pt x="406184" y="52400"/>
                  </a:lnTo>
                  <a:lnTo>
                    <a:pt x="435051" y="58750"/>
                  </a:lnTo>
                  <a:lnTo>
                    <a:pt x="453174" y="68910"/>
                  </a:lnTo>
                  <a:lnTo>
                    <a:pt x="460019" y="75260"/>
                  </a:lnTo>
                  <a:lnTo>
                    <a:pt x="461441" y="77800"/>
                  </a:lnTo>
                  <a:lnTo>
                    <a:pt x="463511" y="77800"/>
                  </a:lnTo>
                  <a:lnTo>
                    <a:pt x="467410" y="76530"/>
                  </a:lnTo>
                  <a:lnTo>
                    <a:pt x="468947" y="75260"/>
                  </a:lnTo>
                  <a:lnTo>
                    <a:pt x="469531" y="72720"/>
                  </a:lnTo>
                  <a:lnTo>
                    <a:pt x="473405" y="61290"/>
                  </a:lnTo>
                  <a:lnTo>
                    <a:pt x="474052" y="60020"/>
                  </a:lnTo>
                  <a:lnTo>
                    <a:pt x="485800" y="37160"/>
                  </a:lnTo>
                  <a:lnTo>
                    <a:pt x="501891" y="19380"/>
                  </a:lnTo>
                  <a:lnTo>
                    <a:pt x="501891" y="330"/>
                  </a:lnTo>
                  <a:close/>
                </a:path>
              </a:pathLst>
            </a:custGeom>
            <a:solidFill>
              <a:srgbClr val="E8BD92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45" name="object 14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645109" y="6555191"/>
              <a:ext cx="207027" cy="252253"/>
            </a:xfrm>
            <a:prstGeom prst="rect">
              <a:avLst/>
            </a:prstGeom>
          </p:spPr>
        </p:pic>
        <p:sp>
          <p:nvSpPr>
            <p:cNvPr id="146" name="object 146" descr=""/>
            <p:cNvSpPr/>
            <p:nvPr/>
          </p:nvSpPr>
          <p:spPr>
            <a:xfrm>
              <a:off x="10645114" y="6555017"/>
              <a:ext cx="219710" cy="267970"/>
            </a:xfrm>
            <a:custGeom>
              <a:avLst/>
              <a:gdLst/>
              <a:ahLst/>
              <a:cxnLst/>
              <a:rect l="l" t="t" r="r" b="b"/>
              <a:pathLst>
                <a:path w="219709" h="267970">
                  <a:moveTo>
                    <a:pt x="219634" y="0"/>
                  </a:moveTo>
                  <a:lnTo>
                    <a:pt x="207020" y="174"/>
                  </a:lnTo>
                  <a:lnTo>
                    <a:pt x="196196" y="13362"/>
                  </a:lnTo>
                  <a:lnTo>
                    <a:pt x="208798" y="13203"/>
                  </a:lnTo>
                  <a:lnTo>
                    <a:pt x="219634" y="0"/>
                  </a:lnTo>
                  <a:close/>
                </a:path>
                <a:path w="219709" h="267970">
                  <a:moveTo>
                    <a:pt x="11450" y="238475"/>
                  </a:moveTo>
                  <a:lnTo>
                    <a:pt x="0" y="252427"/>
                  </a:lnTo>
                  <a:lnTo>
                    <a:pt x="0" y="267620"/>
                  </a:lnTo>
                  <a:lnTo>
                    <a:pt x="11450" y="253668"/>
                  </a:lnTo>
                  <a:lnTo>
                    <a:pt x="11450" y="238475"/>
                  </a:lnTo>
                  <a:close/>
                </a:path>
                <a:path w="219709" h="267970">
                  <a:moveTo>
                    <a:pt x="44319" y="198424"/>
                  </a:moveTo>
                  <a:lnTo>
                    <a:pt x="36575" y="207861"/>
                  </a:lnTo>
                  <a:lnTo>
                    <a:pt x="37669" y="208740"/>
                  </a:lnTo>
                  <a:lnTo>
                    <a:pt x="40947" y="210010"/>
                  </a:lnTo>
                  <a:lnTo>
                    <a:pt x="45166" y="212586"/>
                  </a:lnTo>
                  <a:lnTo>
                    <a:pt x="52799" y="203285"/>
                  </a:lnTo>
                  <a:lnTo>
                    <a:pt x="49533" y="201120"/>
                  </a:lnTo>
                  <a:lnTo>
                    <a:pt x="45941" y="199850"/>
                  </a:lnTo>
                  <a:lnTo>
                    <a:pt x="44319" y="198424"/>
                  </a:lnTo>
                  <a:close/>
                </a:path>
                <a:path w="219709" h="267970">
                  <a:moveTo>
                    <a:pt x="27281" y="219185"/>
                  </a:moveTo>
                  <a:lnTo>
                    <a:pt x="13301" y="236220"/>
                  </a:lnTo>
                  <a:lnTo>
                    <a:pt x="14057" y="240490"/>
                  </a:lnTo>
                  <a:lnTo>
                    <a:pt x="15607" y="245570"/>
                  </a:lnTo>
                  <a:lnTo>
                    <a:pt x="16346" y="247703"/>
                  </a:lnTo>
                  <a:lnTo>
                    <a:pt x="27888" y="233638"/>
                  </a:lnTo>
                  <a:lnTo>
                    <a:pt x="27774" y="232870"/>
                  </a:lnTo>
                  <a:lnTo>
                    <a:pt x="27146" y="229060"/>
                  </a:lnTo>
                  <a:lnTo>
                    <a:pt x="27198" y="220170"/>
                  </a:lnTo>
                  <a:lnTo>
                    <a:pt x="27281" y="219185"/>
                  </a:lnTo>
                  <a:close/>
                </a:path>
                <a:path w="219709" h="267970">
                  <a:moveTo>
                    <a:pt x="100197" y="130337"/>
                  </a:moveTo>
                  <a:lnTo>
                    <a:pt x="91276" y="141207"/>
                  </a:lnTo>
                  <a:lnTo>
                    <a:pt x="92065" y="141430"/>
                  </a:lnTo>
                  <a:lnTo>
                    <a:pt x="99405" y="146497"/>
                  </a:lnTo>
                  <a:lnTo>
                    <a:pt x="108241" y="135730"/>
                  </a:lnTo>
                  <a:lnTo>
                    <a:pt x="100197" y="130337"/>
                  </a:lnTo>
                  <a:close/>
                </a:path>
                <a:path w="219709" h="267970">
                  <a:moveTo>
                    <a:pt x="112675" y="115133"/>
                  </a:moveTo>
                  <a:lnTo>
                    <a:pt x="103975" y="125733"/>
                  </a:lnTo>
                  <a:lnTo>
                    <a:pt x="108630" y="135256"/>
                  </a:lnTo>
                  <a:lnTo>
                    <a:pt x="117501" y="124447"/>
                  </a:lnTo>
                  <a:lnTo>
                    <a:pt x="112883" y="116030"/>
                  </a:lnTo>
                  <a:lnTo>
                    <a:pt x="112675" y="115133"/>
                  </a:lnTo>
                  <a:close/>
                </a:path>
                <a:path w="219709" h="267970">
                  <a:moveTo>
                    <a:pt x="77260" y="164290"/>
                  </a:moveTo>
                  <a:lnTo>
                    <a:pt x="72333" y="164290"/>
                  </a:lnTo>
                  <a:lnTo>
                    <a:pt x="62665" y="176070"/>
                  </a:lnTo>
                  <a:lnTo>
                    <a:pt x="63543" y="175720"/>
                  </a:lnTo>
                  <a:lnTo>
                    <a:pt x="68820" y="173180"/>
                  </a:lnTo>
                  <a:lnTo>
                    <a:pt x="73092" y="171910"/>
                  </a:lnTo>
                  <a:lnTo>
                    <a:pt x="75804" y="170640"/>
                  </a:lnTo>
                  <a:lnTo>
                    <a:pt x="77511" y="170640"/>
                  </a:lnTo>
                  <a:lnTo>
                    <a:pt x="78244" y="169370"/>
                  </a:lnTo>
                  <a:lnTo>
                    <a:pt x="78359" y="165560"/>
                  </a:lnTo>
                  <a:lnTo>
                    <a:pt x="77260" y="164290"/>
                  </a:lnTo>
                  <a:close/>
                </a:path>
                <a:path w="219709" h="267970">
                  <a:moveTo>
                    <a:pt x="145488" y="75150"/>
                  </a:moveTo>
                  <a:lnTo>
                    <a:pt x="131872" y="91742"/>
                  </a:lnTo>
                  <a:lnTo>
                    <a:pt x="131981" y="94440"/>
                  </a:lnTo>
                  <a:lnTo>
                    <a:pt x="132672" y="99520"/>
                  </a:lnTo>
                  <a:lnTo>
                    <a:pt x="133694" y="104716"/>
                  </a:lnTo>
                  <a:lnTo>
                    <a:pt x="142880" y="93523"/>
                  </a:lnTo>
                  <a:lnTo>
                    <a:pt x="142911" y="91742"/>
                  </a:lnTo>
                  <a:lnTo>
                    <a:pt x="143614" y="84280"/>
                  </a:lnTo>
                  <a:lnTo>
                    <a:pt x="144378" y="79200"/>
                  </a:lnTo>
                  <a:lnTo>
                    <a:pt x="145488" y="75150"/>
                  </a:lnTo>
                  <a:close/>
                </a:path>
                <a:path w="219709" h="267970">
                  <a:moveTo>
                    <a:pt x="166458" y="49599"/>
                  </a:moveTo>
                  <a:lnTo>
                    <a:pt x="158819" y="58906"/>
                  </a:lnTo>
                  <a:lnTo>
                    <a:pt x="159969" y="61420"/>
                  </a:lnTo>
                  <a:lnTo>
                    <a:pt x="161980" y="65230"/>
                  </a:lnTo>
                  <a:lnTo>
                    <a:pt x="163166" y="68805"/>
                  </a:lnTo>
                  <a:lnTo>
                    <a:pt x="171195" y="59021"/>
                  </a:lnTo>
                  <a:lnTo>
                    <a:pt x="168189" y="52530"/>
                  </a:lnTo>
                  <a:lnTo>
                    <a:pt x="166712" y="49990"/>
                  </a:lnTo>
                  <a:lnTo>
                    <a:pt x="166458" y="49599"/>
                  </a:lnTo>
                  <a:close/>
                </a:path>
                <a:path w="219709" h="267970">
                  <a:moveTo>
                    <a:pt x="190932" y="25860"/>
                  </a:moveTo>
                  <a:lnTo>
                    <a:pt x="185940" y="25860"/>
                  </a:lnTo>
                  <a:lnTo>
                    <a:pt x="170306" y="44910"/>
                  </a:lnTo>
                  <a:lnTo>
                    <a:pt x="170922" y="44910"/>
                  </a:lnTo>
                  <a:lnTo>
                    <a:pt x="172723" y="43640"/>
                  </a:lnTo>
                  <a:lnTo>
                    <a:pt x="176461" y="43640"/>
                  </a:lnTo>
                  <a:lnTo>
                    <a:pt x="181560" y="42370"/>
                  </a:lnTo>
                  <a:lnTo>
                    <a:pt x="184861" y="42370"/>
                  </a:lnTo>
                  <a:lnTo>
                    <a:pt x="197302" y="27211"/>
                  </a:lnTo>
                  <a:lnTo>
                    <a:pt x="197109" y="27130"/>
                  </a:lnTo>
                  <a:lnTo>
                    <a:pt x="190932" y="25860"/>
                  </a:lnTo>
                  <a:close/>
                </a:path>
              </a:pathLst>
            </a:custGeom>
            <a:solidFill>
              <a:srgbClr val="F5CC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 descr=""/>
            <p:cNvSpPr/>
            <p:nvPr/>
          </p:nvSpPr>
          <p:spPr>
            <a:xfrm>
              <a:off x="10645113" y="6554843"/>
              <a:ext cx="232410" cy="283210"/>
            </a:xfrm>
            <a:custGeom>
              <a:avLst/>
              <a:gdLst/>
              <a:ahLst/>
              <a:cxnLst/>
              <a:rect l="l" t="t" r="r" b="b"/>
              <a:pathLst>
                <a:path w="232409" h="283209">
                  <a:moveTo>
                    <a:pt x="232248" y="0"/>
                  </a:moveTo>
                  <a:lnTo>
                    <a:pt x="219634" y="174"/>
                  </a:lnTo>
                  <a:lnTo>
                    <a:pt x="208798" y="13377"/>
                  </a:lnTo>
                  <a:lnTo>
                    <a:pt x="221400" y="13218"/>
                  </a:lnTo>
                  <a:lnTo>
                    <a:pt x="232248" y="0"/>
                  </a:lnTo>
                  <a:close/>
                </a:path>
                <a:path w="232409" h="283209">
                  <a:moveTo>
                    <a:pt x="11452" y="253841"/>
                  </a:moveTo>
                  <a:lnTo>
                    <a:pt x="0" y="267795"/>
                  </a:lnTo>
                  <a:lnTo>
                    <a:pt x="0" y="282988"/>
                  </a:lnTo>
                  <a:lnTo>
                    <a:pt x="11452" y="269034"/>
                  </a:lnTo>
                  <a:lnTo>
                    <a:pt x="11452" y="253841"/>
                  </a:lnTo>
                  <a:close/>
                </a:path>
                <a:path w="232409" h="283209">
                  <a:moveTo>
                    <a:pt x="27890" y="233811"/>
                  </a:moveTo>
                  <a:lnTo>
                    <a:pt x="16347" y="247876"/>
                  </a:lnTo>
                  <a:lnTo>
                    <a:pt x="16928" y="249554"/>
                  </a:lnTo>
                  <a:lnTo>
                    <a:pt x="18320" y="253364"/>
                  </a:lnTo>
                  <a:lnTo>
                    <a:pt x="19755" y="255904"/>
                  </a:lnTo>
                  <a:lnTo>
                    <a:pt x="20578" y="257914"/>
                  </a:lnTo>
                  <a:lnTo>
                    <a:pt x="31008" y="245205"/>
                  </a:lnTo>
                  <a:lnTo>
                    <a:pt x="30079" y="243204"/>
                  </a:lnTo>
                  <a:lnTo>
                    <a:pt x="28613" y="236854"/>
                  </a:lnTo>
                  <a:lnTo>
                    <a:pt x="28404" y="236854"/>
                  </a:lnTo>
                  <a:lnTo>
                    <a:pt x="28278" y="235584"/>
                  </a:lnTo>
                  <a:lnTo>
                    <a:pt x="27964" y="234314"/>
                  </a:lnTo>
                  <a:lnTo>
                    <a:pt x="27890" y="233811"/>
                  </a:lnTo>
                  <a:close/>
                </a:path>
                <a:path w="232409" h="283209">
                  <a:moveTo>
                    <a:pt x="52800" y="203458"/>
                  </a:moveTo>
                  <a:lnTo>
                    <a:pt x="45167" y="212759"/>
                  </a:lnTo>
                  <a:lnTo>
                    <a:pt x="49524" y="215264"/>
                  </a:lnTo>
                  <a:lnTo>
                    <a:pt x="54016" y="216534"/>
                  </a:lnTo>
                  <a:lnTo>
                    <a:pt x="54372" y="216736"/>
                  </a:lnTo>
                  <a:lnTo>
                    <a:pt x="62556" y="206765"/>
                  </a:lnTo>
                  <a:lnTo>
                    <a:pt x="61272" y="206374"/>
                  </a:lnTo>
                  <a:lnTo>
                    <a:pt x="53367" y="203834"/>
                  </a:lnTo>
                  <a:lnTo>
                    <a:pt x="52800" y="203458"/>
                  </a:lnTo>
                  <a:close/>
                </a:path>
                <a:path w="232409" h="283209">
                  <a:moveTo>
                    <a:pt x="108241" y="135904"/>
                  </a:moveTo>
                  <a:lnTo>
                    <a:pt x="99405" y="146670"/>
                  </a:lnTo>
                  <a:lnTo>
                    <a:pt x="107365" y="152166"/>
                  </a:lnTo>
                  <a:lnTo>
                    <a:pt x="120202" y="136524"/>
                  </a:lnTo>
                  <a:lnTo>
                    <a:pt x="109166" y="136524"/>
                  </a:lnTo>
                  <a:lnTo>
                    <a:pt x="108241" y="135904"/>
                  </a:lnTo>
                  <a:close/>
                </a:path>
                <a:path w="232409" h="283209">
                  <a:moveTo>
                    <a:pt x="117502" y="124620"/>
                  </a:moveTo>
                  <a:lnTo>
                    <a:pt x="108631" y="135429"/>
                  </a:lnTo>
                  <a:lnTo>
                    <a:pt x="109166" y="136524"/>
                  </a:lnTo>
                  <a:lnTo>
                    <a:pt x="120202" y="136524"/>
                  </a:lnTo>
                  <a:lnTo>
                    <a:pt x="122498" y="133726"/>
                  </a:lnTo>
                  <a:lnTo>
                    <a:pt x="117502" y="124620"/>
                  </a:lnTo>
                  <a:close/>
                </a:path>
                <a:path w="232409" h="283209">
                  <a:moveTo>
                    <a:pt x="142882" y="93695"/>
                  </a:moveTo>
                  <a:lnTo>
                    <a:pt x="133695" y="104889"/>
                  </a:lnTo>
                  <a:lnTo>
                    <a:pt x="134422" y="108584"/>
                  </a:lnTo>
                  <a:lnTo>
                    <a:pt x="135385" y="111124"/>
                  </a:lnTo>
                  <a:lnTo>
                    <a:pt x="136877" y="116207"/>
                  </a:lnTo>
                  <a:lnTo>
                    <a:pt x="143133" y="108583"/>
                  </a:lnTo>
                  <a:lnTo>
                    <a:pt x="142924" y="106044"/>
                  </a:lnTo>
                  <a:lnTo>
                    <a:pt x="142882" y="93695"/>
                  </a:lnTo>
                  <a:close/>
                </a:path>
                <a:path w="232409" h="283209">
                  <a:moveTo>
                    <a:pt x="171196" y="59195"/>
                  </a:moveTo>
                  <a:lnTo>
                    <a:pt x="163167" y="68978"/>
                  </a:lnTo>
                  <a:lnTo>
                    <a:pt x="163667" y="70484"/>
                  </a:lnTo>
                  <a:lnTo>
                    <a:pt x="165143" y="74294"/>
                  </a:lnTo>
                  <a:lnTo>
                    <a:pt x="166567" y="79374"/>
                  </a:lnTo>
                  <a:lnTo>
                    <a:pt x="166689" y="79882"/>
                  </a:lnTo>
                  <a:lnTo>
                    <a:pt x="174996" y="69759"/>
                  </a:lnTo>
                  <a:lnTo>
                    <a:pt x="173677" y="65404"/>
                  </a:lnTo>
                  <a:lnTo>
                    <a:pt x="171719" y="60324"/>
                  </a:lnTo>
                  <a:lnTo>
                    <a:pt x="171196" y="59195"/>
                  </a:lnTo>
                  <a:close/>
                </a:path>
                <a:path w="232409" h="283209">
                  <a:moveTo>
                    <a:pt x="197302" y="27385"/>
                  </a:moveTo>
                  <a:lnTo>
                    <a:pt x="184861" y="42544"/>
                  </a:lnTo>
                  <a:lnTo>
                    <a:pt x="187048" y="42544"/>
                  </a:lnTo>
                  <a:lnTo>
                    <a:pt x="196440" y="43631"/>
                  </a:lnTo>
                  <a:lnTo>
                    <a:pt x="207754" y="29844"/>
                  </a:lnTo>
                  <a:lnTo>
                    <a:pt x="205990" y="29844"/>
                  </a:lnTo>
                  <a:lnTo>
                    <a:pt x="200116" y="28574"/>
                  </a:lnTo>
                  <a:lnTo>
                    <a:pt x="197302" y="27385"/>
                  </a:lnTo>
                  <a:close/>
                </a:path>
              </a:pathLst>
            </a:custGeom>
            <a:solidFill>
              <a:srgbClr val="F6CD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 descr=""/>
            <p:cNvSpPr/>
            <p:nvPr/>
          </p:nvSpPr>
          <p:spPr>
            <a:xfrm>
              <a:off x="10645102" y="6554565"/>
              <a:ext cx="253365" cy="308610"/>
            </a:xfrm>
            <a:custGeom>
              <a:avLst/>
              <a:gdLst/>
              <a:ahLst/>
              <a:cxnLst/>
              <a:rect l="l" t="t" r="r" b="b"/>
              <a:pathLst>
                <a:path w="253365" h="308609">
                  <a:moveTo>
                    <a:pt x="11455" y="269316"/>
                  </a:moveTo>
                  <a:lnTo>
                    <a:pt x="0" y="283273"/>
                  </a:lnTo>
                  <a:lnTo>
                    <a:pt x="0" y="298462"/>
                  </a:lnTo>
                  <a:lnTo>
                    <a:pt x="0" y="308597"/>
                  </a:lnTo>
                  <a:lnTo>
                    <a:pt x="11455" y="294640"/>
                  </a:lnTo>
                  <a:lnTo>
                    <a:pt x="11455" y="284505"/>
                  </a:lnTo>
                  <a:lnTo>
                    <a:pt x="11455" y="269316"/>
                  </a:lnTo>
                  <a:close/>
                </a:path>
                <a:path w="253365" h="308609">
                  <a:moveTo>
                    <a:pt x="38684" y="261467"/>
                  </a:moveTo>
                  <a:lnTo>
                    <a:pt x="37807" y="259994"/>
                  </a:lnTo>
                  <a:lnTo>
                    <a:pt x="35534" y="255168"/>
                  </a:lnTo>
                  <a:lnTo>
                    <a:pt x="31013" y="245491"/>
                  </a:lnTo>
                  <a:lnTo>
                    <a:pt x="20586" y="258203"/>
                  </a:lnTo>
                  <a:lnTo>
                    <a:pt x="21323" y="259994"/>
                  </a:lnTo>
                  <a:lnTo>
                    <a:pt x="24587" y="266344"/>
                  </a:lnTo>
                  <a:lnTo>
                    <a:pt x="25387" y="267538"/>
                  </a:lnTo>
                  <a:lnTo>
                    <a:pt x="28067" y="271424"/>
                  </a:lnTo>
                  <a:lnTo>
                    <a:pt x="28943" y="273342"/>
                  </a:lnTo>
                  <a:lnTo>
                    <a:pt x="38684" y="261467"/>
                  </a:lnTo>
                  <a:close/>
                </a:path>
                <a:path w="253365" h="308609">
                  <a:moveTo>
                    <a:pt x="79209" y="212090"/>
                  </a:moveTo>
                  <a:lnTo>
                    <a:pt x="77952" y="211734"/>
                  </a:lnTo>
                  <a:lnTo>
                    <a:pt x="72542" y="210083"/>
                  </a:lnTo>
                  <a:lnTo>
                    <a:pt x="62560" y="207048"/>
                  </a:lnTo>
                  <a:lnTo>
                    <a:pt x="54381" y="217017"/>
                  </a:lnTo>
                  <a:lnTo>
                    <a:pt x="58496" y="219354"/>
                  </a:lnTo>
                  <a:lnTo>
                    <a:pt x="63080" y="219354"/>
                  </a:lnTo>
                  <a:lnTo>
                    <a:pt x="64566" y="219798"/>
                  </a:lnTo>
                  <a:lnTo>
                    <a:pt x="71272" y="221754"/>
                  </a:lnTo>
                  <a:lnTo>
                    <a:pt x="79209" y="212090"/>
                  </a:lnTo>
                  <a:close/>
                </a:path>
                <a:path w="253365" h="308609">
                  <a:moveTo>
                    <a:pt x="106273" y="155854"/>
                  </a:moveTo>
                  <a:lnTo>
                    <a:pt x="105625" y="154584"/>
                  </a:lnTo>
                  <a:lnTo>
                    <a:pt x="105232" y="155854"/>
                  </a:lnTo>
                  <a:lnTo>
                    <a:pt x="104648" y="155854"/>
                  </a:lnTo>
                  <a:lnTo>
                    <a:pt x="103619" y="158394"/>
                  </a:lnTo>
                  <a:lnTo>
                    <a:pt x="102933" y="160934"/>
                  </a:lnTo>
                  <a:lnTo>
                    <a:pt x="102298" y="163474"/>
                  </a:lnTo>
                  <a:lnTo>
                    <a:pt x="101638" y="164744"/>
                  </a:lnTo>
                  <a:lnTo>
                    <a:pt x="101028" y="168554"/>
                  </a:lnTo>
                  <a:lnTo>
                    <a:pt x="100609" y="172364"/>
                  </a:lnTo>
                  <a:lnTo>
                    <a:pt x="100139" y="174904"/>
                  </a:lnTo>
                  <a:lnTo>
                    <a:pt x="100139" y="176453"/>
                  </a:lnTo>
                  <a:lnTo>
                    <a:pt x="100228" y="183794"/>
                  </a:lnTo>
                  <a:lnTo>
                    <a:pt x="100406" y="186258"/>
                  </a:lnTo>
                  <a:lnTo>
                    <a:pt x="105346" y="180251"/>
                  </a:lnTo>
                  <a:lnTo>
                    <a:pt x="105067" y="178714"/>
                  </a:lnTo>
                  <a:lnTo>
                    <a:pt x="104800" y="173634"/>
                  </a:lnTo>
                  <a:lnTo>
                    <a:pt x="104813" y="170751"/>
                  </a:lnTo>
                  <a:lnTo>
                    <a:pt x="104927" y="164744"/>
                  </a:lnTo>
                  <a:lnTo>
                    <a:pt x="105219" y="160934"/>
                  </a:lnTo>
                  <a:lnTo>
                    <a:pt x="105498" y="159664"/>
                  </a:lnTo>
                  <a:lnTo>
                    <a:pt x="105968" y="157124"/>
                  </a:lnTo>
                  <a:lnTo>
                    <a:pt x="106273" y="155854"/>
                  </a:lnTo>
                  <a:close/>
                </a:path>
                <a:path w="253365" h="308609">
                  <a:moveTo>
                    <a:pt x="135724" y="143230"/>
                  </a:moveTo>
                  <a:lnTo>
                    <a:pt x="130213" y="139814"/>
                  </a:lnTo>
                  <a:lnTo>
                    <a:pt x="123342" y="135534"/>
                  </a:lnTo>
                  <a:lnTo>
                    <a:pt x="122504" y="134010"/>
                  </a:lnTo>
                  <a:lnTo>
                    <a:pt x="107365" y="152450"/>
                  </a:lnTo>
                  <a:lnTo>
                    <a:pt x="108623" y="153314"/>
                  </a:lnTo>
                  <a:lnTo>
                    <a:pt x="112522" y="161366"/>
                  </a:lnTo>
                  <a:lnTo>
                    <a:pt x="115608" y="167741"/>
                  </a:lnTo>
                  <a:lnTo>
                    <a:pt x="125056" y="156235"/>
                  </a:lnTo>
                  <a:lnTo>
                    <a:pt x="123012" y="152044"/>
                  </a:lnTo>
                  <a:lnTo>
                    <a:pt x="126263" y="154762"/>
                  </a:lnTo>
                  <a:lnTo>
                    <a:pt x="128485" y="152044"/>
                  </a:lnTo>
                  <a:lnTo>
                    <a:pt x="135724" y="143230"/>
                  </a:lnTo>
                  <a:close/>
                </a:path>
                <a:path w="253365" h="308609">
                  <a:moveTo>
                    <a:pt x="154546" y="120294"/>
                  </a:moveTo>
                  <a:lnTo>
                    <a:pt x="146507" y="120294"/>
                  </a:lnTo>
                  <a:lnTo>
                    <a:pt x="145961" y="120624"/>
                  </a:lnTo>
                  <a:lnTo>
                    <a:pt x="144348" y="121564"/>
                  </a:lnTo>
                  <a:lnTo>
                    <a:pt x="143446" y="112674"/>
                  </a:lnTo>
                  <a:lnTo>
                    <a:pt x="143141" y="108864"/>
                  </a:lnTo>
                  <a:lnTo>
                    <a:pt x="136880" y="116497"/>
                  </a:lnTo>
                  <a:lnTo>
                    <a:pt x="137248" y="117754"/>
                  </a:lnTo>
                  <a:lnTo>
                    <a:pt x="138239" y="120624"/>
                  </a:lnTo>
                  <a:lnTo>
                    <a:pt x="139077" y="122834"/>
                  </a:lnTo>
                  <a:lnTo>
                    <a:pt x="137058" y="122834"/>
                  </a:lnTo>
                  <a:lnTo>
                    <a:pt x="135280" y="124104"/>
                  </a:lnTo>
                  <a:lnTo>
                    <a:pt x="131800" y="125374"/>
                  </a:lnTo>
                  <a:lnTo>
                    <a:pt x="130302" y="126644"/>
                  </a:lnTo>
                  <a:lnTo>
                    <a:pt x="128409" y="127914"/>
                  </a:lnTo>
                  <a:lnTo>
                    <a:pt x="127635" y="129184"/>
                  </a:lnTo>
                  <a:lnTo>
                    <a:pt x="127787" y="130454"/>
                  </a:lnTo>
                  <a:lnTo>
                    <a:pt x="128892" y="130454"/>
                  </a:lnTo>
                  <a:lnTo>
                    <a:pt x="129171" y="129184"/>
                  </a:lnTo>
                  <a:lnTo>
                    <a:pt x="131064" y="129184"/>
                  </a:lnTo>
                  <a:lnTo>
                    <a:pt x="132626" y="127914"/>
                  </a:lnTo>
                  <a:lnTo>
                    <a:pt x="136601" y="127914"/>
                  </a:lnTo>
                  <a:lnTo>
                    <a:pt x="139052" y="126644"/>
                  </a:lnTo>
                  <a:lnTo>
                    <a:pt x="141020" y="126644"/>
                  </a:lnTo>
                  <a:lnTo>
                    <a:pt x="147828" y="126644"/>
                  </a:lnTo>
                  <a:lnTo>
                    <a:pt x="149123" y="126898"/>
                  </a:lnTo>
                  <a:lnTo>
                    <a:pt x="154546" y="120294"/>
                  </a:lnTo>
                  <a:close/>
                </a:path>
                <a:path w="253365" h="308609">
                  <a:moveTo>
                    <a:pt x="178028" y="81546"/>
                  </a:moveTo>
                  <a:lnTo>
                    <a:pt x="177914" y="80924"/>
                  </a:lnTo>
                  <a:lnTo>
                    <a:pt x="176796" y="75844"/>
                  </a:lnTo>
                  <a:lnTo>
                    <a:pt x="175006" y="70040"/>
                  </a:lnTo>
                  <a:lnTo>
                    <a:pt x="166687" y="80162"/>
                  </a:lnTo>
                  <a:lnTo>
                    <a:pt x="167792" y="84734"/>
                  </a:lnTo>
                  <a:lnTo>
                    <a:pt x="168859" y="88544"/>
                  </a:lnTo>
                  <a:lnTo>
                    <a:pt x="169570" y="91846"/>
                  </a:lnTo>
                  <a:lnTo>
                    <a:pt x="178028" y="81546"/>
                  </a:lnTo>
                  <a:close/>
                </a:path>
                <a:path w="253365" h="308609">
                  <a:moveTo>
                    <a:pt x="179578" y="89789"/>
                  </a:moveTo>
                  <a:lnTo>
                    <a:pt x="178028" y="81546"/>
                  </a:lnTo>
                  <a:lnTo>
                    <a:pt x="169583" y="91846"/>
                  </a:lnTo>
                  <a:lnTo>
                    <a:pt x="169964" y="93624"/>
                  </a:lnTo>
                  <a:lnTo>
                    <a:pt x="170827" y="98704"/>
                  </a:lnTo>
                  <a:lnTo>
                    <a:pt x="171246" y="99949"/>
                  </a:lnTo>
                  <a:lnTo>
                    <a:pt x="179578" y="89789"/>
                  </a:lnTo>
                  <a:close/>
                </a:path>
                <a:path w="253365" h="308609">
                  <a:moveTo>
                    <a:pt x="224028" y="35623"/>
                  </a:moveTo>
                  <a:lnTo>
                    <a:pt x="222415" y="35204"/>
                  </a:lnTo>
                  <a:lnTo>
                    <a:pt x="217868" y="33007"/>
                  </a:lnTo>
                  <a:lnTo>
                    <a:pt x="217182" y="32664"/>
                  </a:lnTo>
                  <a:lnTo>
                    <a:pt x="208838" y="30124"/>
                  </a:lnTo>
                  <a:lnTo>
                    <a:pt x="207759" y="30124"/>
                  </a:lnTo>
                  <a:lnTo>
                    <a:pt x="196443" y="43916"/>
                  </a:lnTo>
                  <a:lnTo>
                    <a:pt x="198031" y="44094"/>
                  </a:lnTo>
                  <a:lnTo>
                    <a:pt x="207022" y="46228"/>
                  </a:lnTo>
                  <a:lnTo>
                    <a:pt x="213982" y="47866"/>
                  </a:lnTo>
                  <a:lnTo>
                    <a:pt x="224028" y="35623"/>
                  </a:lnTo>
                  <a:close/>
                </a:path>
                <a:path w="253365" h="308609">
                  <a:moveTo>
                    <a:pt x="253276" y="0"/>
                  </a:moveTo>
                  <a:lnTo>
                    <a:pt x="244868" y="114"/>
                  </a:lnTo>
                  <a:lnTo>
                    <a:pt x="232257" y="279"/>
                  </a:lnTo>
                  <a:lnTo>
                    <a:pt x="221399" y="13500"/>
                  </a:lnTo>
                  <a:lnTo>
                    <a:pt x="234010" y="13347"/>
                  </a:lnTo>
                  <a:lnTo>
                    <a:pt x="242404" y="13233"/>
                  </a:lnTo>
                  <a:lnTo>
                    <a:pt x="253276" y="0"/>
                  </a:lnTo>
                  <a:close/>
                </a:path>
              </a:pathLst>
            </a:custGeom>
            <a:solidFill>
              <a:srgbClr val="F7CE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 descr=""/>
            <p:cNvSpPr/>
            <p:nvPr/>
          </p:nvSpPr>
          <p:spPr>
            <a:xfrm>
              <a:off x="10645110" y="6554436"/>
              <a:ext cx="262255" cy="319405"/>
            </a:xfrm>
            <a:custGeom>
              <a:avLst/>
              <a:gdLst/>
              <a:ahLst/>
              <a:cxnLst/>
              <a:rect l="l" t="t" r="r" b="b"/>
              <a:pathLst>
                <a:path w="262254" h="319404">
                  <a:moveTo>
                    <a:pt x="261680" y="0"/>
                  </a:moveTo>
                  <a:lnTo>
                    <a:pt x="253271" y="116"/>
                  </a:lnTo>
                  <a:lnTo>
                    <a:pt x="242402" y="13359"/>
                  </a:lnTo>
                  <a:lnTo>
                    <a:pt x="250803" y="13252"/>
                  </a:lnTo>
                  <a:lnTo>
                    <a:pt x="261680" y="0"/>
                  </a:lnTo>
                  <a:close/>
                </a:path>
                <a:path w="262254" h="319404">
                  <a:moveTo>
                    <a:pt x="11455" y="294765"/>
                  </a:moveTo>
                  <a:lnTo>
                    <a:pt x="0" y="308723"/>
                  </a:lnTo>
                  <a:lnTo>
                    <a:pt x="0" y="318849"/>
                  </a:lnTo>
                  <a:lnTo>
                    <a:pt x="11455" y="304891"/>
                  </a:lnTo>
                  <a:lnTo>
                    <a:pt x="11455" y="294765"/>
                  </a:lnTo>
                  <a:close/>
                </a:path>
                <a:path w="262254" h="319404">
                  <a:moveTo>
                    <a:pt x="38683" y="261588"/>
                  </a:moveTo>
                  <a:lnTo>
                    <a:pt x="28939" y="273462"/>
                  </a:lnTo>
                  <a:lnTo>
                    <a:pt x="29810" y="275361"/>
                  </a:lnTo>
                  <a:lnTo>
                    <a:pt x="32519" y="279225"/>
                  </a:lnTo>
                  <a:lnTo>
                    <a:pt x="42114" y="267534"/>
                  </a:lnTo>
                  <a:lnTo>
                    <a:pt x="40857" y="265201"/>
                  </a:lnTo>
                  <a:lnTo>
                    <a:pt x="38683" y="261588"/>
                  </a:lnTo>
                  <a:close/>
                </a:path>
                <a:path w="262254" h="319404">
                  <a:moveTo>
                    <a:pt x="70071" y="227101"/>
                  </a:moveTo>
                  <a:lnTo>
                    <a:pt x="68689" y="228371"/>
                  </a:lnTo>
                  <a:lnTo>
                    <a:pt x="68123" y="230911"/>
                  </a:lnTo>
                  <a:lnTo>
                    <a:pt x="67893" y="233451"/>
                  </a:lnTo>
                  <a:lnTo>
                    <a:pt x="68242" y="235697"/>
                  </a:lnTo>
                  <a:lnTo>
                    <a:pt x="73355" y="229468"/>
                  </a:lnTo>
                  <a:lnTo>
                    <a:pt x="72667" y="228371"/>
                  </a:lnTo>
                  <a:lnTo>
                    <a:pt x="70071" y="227101"/>
                  </a:lnTo>
                  <a:close/>
                </a:path>
                <a:path w="262254" h="319404">
                  <a:moveTo>
                    <a:pt x="79205" y="212213"/>
                  </a:moveTo>
                  <a:lnTo>
                    <a:pt x="71271" y="221880"/>
                  </a:lnTo>
                  <a:lnTo>
                    <a:pt x="76091" y="223291"/>
                  </a:lnTo>
                  <a:lnTo>
                    <a:pt x="78032" y="223768"/>
                  </a:lnTo>
                  <a:lnTo>
                    <a:pt x="85409" y="214781"/>
                  </a:lnTo>
                  <a:lnTo>
                    <a:pt x="84688" y="214401"/>
                  </a:lnTo>
                  <a:lnTo>
                    <a:pt x="82458" y="213131"/>
                  </a:lnTo>
                  <a:lnTo>
                    <a:pt x="79205" y="212213"/>
                  </a:lnTo>
                  <a:close/>
                </a:path>
                <a:path w="262254" h="319404">
                  <a:moveTo>
                    <a:pt x="125051" y="156350"/>
                  </a:moveTo>
                  <a:lnTo>
                    <a:pt x="115604" y="167861"/>
                  </a:lnTo>
                  <a:lnTo>
                    <a:pt x="118687" y="174231"/>
                  </a:lnTo>
                  <a:lnTo>
                    <a:pt x="127870" y="163042"/>
                  </a:lnTo>
                  <a:lnTo>
                    <a:pt x="126111" y="158521"/>
                  </a:lnTo>
                  <a:lnTo>
                    <a:pt x="125051" y="156350"/>
                  </a:lnTo>
                  <a:close/>
                </a:path>
                <a:path w="262254" h="319404">
                  <a:moveTo>
                    <a:pt x="135715" y="143355"/>
                  </a:moveTo>
                  <a:lnTo>
                    <a:pt x="126254" y="154883"/>
                  </a:lnTo>
                  <a:lnTo>
                    <a:pt x="127566" y="155981"/>
                  </a:lnTo>
                  <a:lnTo>
                    <a:pt x="131946" y="158076"/>
                  </a:lnTo>
                  <a:lnTo>
                    <a:pt x="141219" y="146777"/>
                  </a:lnTo>
                  <a:lnTo>
                    <a:pt x="135715" y="143355"/>
                  </a:lnTo>
                  <a:close/>
                </a:path>
                <a:path w="262254" h="319404">
                  <a:moveTo>
                    <a:pt x="105339" y="180368"/>
                  </a:moveTo>
                  <a:lnTo>
                    <a:pt x="100409" y="186376"/>
                  </a:lnTo>
                  <a:lnTo>
                    <a:pt x="100510" y="187731"/>
                  </a:lnTo>
                  <a:lnTo>
                    <a:pt x="101284" y="192811"/>
                  </a:lnTo>
                  <a:lnTo>
                    <a:pt x="101997" y="194568"/>
                  </a:lnTo>
                  <a:lnTo>
                    <a:pt x="106992" y="188482"/>
                  </a:lnTo>
                  <a:lnTo>
                    <a:pt x="106421" y="186376"/>
                  </a:lnTo>
                  <a:lnTo>
                    <a:pt x="105339" y="180368"/>
                  </a:lnTo>
                  <a:close/>
                </a:path>
                <a:path w="262254" h="319404">
                  <a:moveTo>
                    <a:pt x="159471" y="120421"/>
                  </a:moveTo>
                  <a:lnTo>
                    <a:pt x="154538" y="120421"/>
                  </a:lnTo>
                  <a:lnTo>
                    <a:pt x="149124" y="127017"/>
                  </a:lnTo>
                  <a:lnTo>
                    <a:pt x="154518" y="128041"/>
                  </a:lnTo>
                  <a:lnTo>
                    <a:pt x="156596" y="128041"/>
                  </a:lnTo>
                  <a:lnTo>
                    <a:pt x="161763" y="121745"/>
                  </a:lnTo>
                  <a:lnTo>
                    <a:pt x="159471" y="120421"/>
                  </a:lnTo>
                  <a:close/>
                </a:path>
                <a:path w="262254" h="319404">
                  <a:moveTo>
                    <a:pt x="179573" y="89915"/>
                  </a:moveTo>
                  <a:lnTo>
                    <a:pt x="171238" y="100072"/>
                  </a:lnTo>
                  <a:lnTo>
                    <a:pt x="173376" y="106451"/>
                  </a:lnTo>
                  <a:lnTo>
                    <a:pt x="173701" y="107199"/>
                  </a:lnTo>
                  <a:lnTo>
                    <a:pt x="181061" y="98231"/>
                  </a:lnTo>
                  <a:lnTo>
                    <a:pt x="180591" y="96291"/>
                  </a:lnTo>
                  <a:lnTo>
                    <a:pt x="179816" y="91211"/>
                  </a:lnTo>
                  <a:lnTo>
                    <a:pt x="179573" y="89915"/>
                  </a:lnTo>
                  <a:close/>
                </a:path>
                <a:path w="262254" h="319404">
                  <a:moveTo>
                    <a:pt x="189920" y="86131"/>
                  </a:moveTo>
                  <a:lnTo>
                    <a:pt x="187638" y="86131"/>
                  </a:lnTo>
                  <a:lnTo>
                    <a:pt x="186475" y="87401"/>
                  </a:lnTo>
                  <a:lnTo>
                    <a:pt x="185093" y="87401"/>
                  </a:lnTo>
                  <a:lnTo>
                    <a:pt x="184318" y="88671"/>
                  </a:lnTo>
                  <a:lnTo>
                    <a:pt x="184779" y="92481"/>
                  </a:lnTo>
                  <a:lnTo>
                    <a:pt x="185780" y="92481"/>
                  </a:lnTo>
                  <a:lnTo>
                    <a:pt x="190643" y="86556"/>
                  </a:lnTo>
                  <a:lnTo>
                    <a:pt x="189920" y="86131"/>
                  </a:lnTo>
                  <a:close/>
                </a:path>
                <a:path w="262254" h="319404">
                  <a:moveTo>
                    <a:pt x="224025" y="35751"/>
                  </a:moveTo>
                  <a:lnTo>
                    <a:pt x="213982" y="47988"/>
                  </a:lnTo>
                  <a:lnTo>
                    <a:pt x="219543" y="49301"/>
                  </a:lnTo>
                  <a:lnTo>
                    <a:pt x="221218" y="49301"/>
                  </a:lnTo>
                  <a:lnTo>
                    <a:pt x="230875" y="37534"/>
                  </a:lnTo>
                  <a:lnTo>
                    <a:pt x="224025" y="35751"/>
                  </a:lnTo>
                  <a:close/>
                </a:path>
              </a:pathLst>
            </a:custGeom>
            <a:solidFill>
              <a:srgbClr val="F6CD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 descr=""/>
            <p:cNvSpPr/>
            <p:nvPr/>
          </p:nvSpPr>
          <p:spPr>
            <a:xfrm>
              <a:off x="10645110" y="6554320"/>
              <a:ext cx="270510" cy="329565"/>
            </a:xfrm>
            <a:custGeom>
              <a:avLst/>
              <a:gdLst/>
              <a:ahLst/>
              <a:cxnLst/>
              <a:rect l="l" t="t" r="r" b="b"/>
              <a:pathLst>
                <a:path w="270509" h="329565">
                  <a:moveTo>
                    <a:pt x="270088" y="0"/>
                  </a:moveTo>
                  <a:lnTo>
                    <a:pt x="261679" y="116"/>
                  </a:lnTo>
                  <a:lnTo>
                    <a:pt x="250802" y="13369"/>
                  </a:lnTo>
                  <a:lnTo>
                    <a:pt x="259204" y="13262"/>
                  </a:lnTo>
                  <a:lnTo>
                    <a:pt x="270088" y="0"/>
                  </a:lnTo>
                  <a:close/>
                </a:path>
                <a:path w="270509" h="329565">
                  <a:moveTo>
                    <a:pt x="11455" y="305006"/>
                  </a:moveTo>
                  <a:lnTo>
                    <a:pt x="0" y="318964"/>
                  </a:lnTo>
                  <a:lnTo>
                    <a:pt x="0" y="329100"/>
                  </a:lnTo>
                  <a:lnTo>
                    <a:pt x="11455" y="315142"/>
                  </a:lnTo>
                  <a:lnTo>
                    <a:pt x="11455" y="305006"/>
                  </a:lnTo>
                  <a:close/>
                </a:path>
                <a:path w="270509" h="329565">
                  <a:moveTo>
                    <a:pt x="42113" y="267649"/>
                  </a:moveTo>
                  <a:lnTo>
                    <a:pt x="32518" y="279341"/>
                  </a:lnTo>
                  <a:lnTo>
                    <a:pt x="36349" y="284808"/>
                  </a:lnTo>
                  <a:lnTo>
                    <a:pt x="45409" y="273768"/>
                  </a:lnTo>
                  <a:lnTo>
                    <a:pt x="42113" y="267649"/>
                  </a:lnTo>
                  <a:close/>
                </a:path>
                <a:path w="270509" h="329565">
                  <a:moveTo>
                    <a:pt x="67411" y="246267"/>
                  </a:moveTo>
                  <a:lnTo>
                    <a:pt x="65757" y="246267"/>
                  </a:lnTo>
                  <a:lnTo>
                    <a:pt x="64134" y="247537"/>
                  </a:lnTo>
                  <a:lnTo>
                    <a:pt x="61778" y="250077"/>
                  </a:lnTo>
                  <a:lnTo>
                    <a:pt x="61139" y="251347"/>
                  </a:lnTo>
                  <a:lnTo>
                    <a:pt x="61137" y="254604"/>
                  </a:lnTo>
                  <a:lnTo>
                    <a:pt x="67922" y="246337"/>
                  </a:lnTo>
                  <a:lnTo>
                    <a:pt x="67411" y="246267"/>
                  </a:lnTo>
                  <a:close/>
                </a:path>
                <a:path w="270509" h="329565">
                  <a:moveTo>
                    <a:pt x="73354" y="229583"/>
                  </a:moveTo>
                  <a:lnTo>
                    <a:pt x="68242" y="235812"/>
                  </a:lnTo>
                  <a:lnTo>
                    <a:pt x="68762" y="238647"/>
                  </a:lnTo>
                  <a:lnTo>
                    <a:pt x="71233" y="242302"/>
                  </a:lnTo>
                  <a:lnTo>
                    <a:pt x="76318" y="236107"/>
                  </a:lnTo>
                  <a:lnTo>
                    <a:pt x="74971" y="236107"/>
                  </a:lnTo>
                  <a:lnTo>
                    <a:pt x="74269" y="234837"/>
                  </a:lnTo>
                  <a:lnTo>
                    <a:pt x="73547" y="234837"/>
                  </a:lnTo>
                  <a:lnTo>
                    <a:pt x="73317" y="233567"/>
                  </a:lnTo>
                  <a:lnTo>
                    <a:pt x="73201" y="231027"/>
                  </a:lnTo>
                  <a:lnTo>
                    <a:pt x="73463" y="229757"/>
                  </a:lnTo>
                  <a:lnTo>
                    <a:pt x="73354" y="229583"/>
                  </a:lnTo>
                  <a:close/>
                </a:path>
                <a:path w="270509" h="329565">
                  <a:moveTo>
                    <a:pt x="85408" y="214896"/>
                  </a:moveTo>
                  <a:lnTo>
                    <a:pt x="78032" y="223884"/>
                  </a:lnTo>
                  <a:lnTo>
                    <a:pt x="81254" y="224677"/>
                  </a:lnTo>
                  <a:lnTo>
                    <a:pt x="82699" y="224677"/>
                  </a:lnTo>
                  <a:lnTo>
                    <a:pt x="84089" y="226638"/>
                  </a:lnTo>
                  <a:lnTo>
                    <a:pt x="90681" y="218606"/>
                  </a:lnTo>
                  <a:lnTo>
                    <a:pt x="90457" y="218327"/>
                  </a:lnTo>
                  <a:lnTo>
                    <a:pt x="87096" y="215787"/>
                  </a:lnTo>
                  <a:lnTo>
                    <a:pt x="85408" y="214896"/>
                  </a:lnTo>
                  <a:close/>
                </a:path>
                <a:path w="270509" h="329565">
                  <a:moveTo>
                    <a:pt x="141218" y="146893"/>
                  </a:moveTo>
                  <a:lnTo>
                    <a:pt x="131945" y="158192"/>
                  </a:lnTo>
                  <a:lnTo>
                    <a:pt x="132875" y="158637"/>
                  </a:lnTo>
                  <a:lnTo>
                    <a:pt x="138346" y="160526"/>
                  </a:lnTo>
                  <a:lnTo>
                    <a:pt x="148213" y="148503"/>
                  </a:lnTo>
                  <a:lnTo>
                    <a:pt x="141723" y="147207"/>
                  </a:lnTo>
                  <a:lnTo>
                    <a:pt x="141218" y="146893"/>
                  </a:lnTo>
                  <a:close/>
                </a:path>
                <a:path w="270509" h="329565">
                  <a:moveTo>
                    <a:pt x="127870" y="163158"/>
                  </a:moveTo>
                  <a:lnTo>
                    <a:pt x="118687" y="174347"/>
                  </a:lnTo>
                  <a:lnTo>
                    <a:pt x="119074" y="175147"/>
                  </a:lnTo>
                  <a:lnTo>
                    <a:pt x="120128" y="181497"/>
                  </a:lnTo>
                  <a:lnTo>
                    <a:pt x="120223" y="182608"/>
                  </a:lnTo>
                  <a:lnTo>
                    <a:pt x="130010" y="170683"/>
                  </a:lnTo>
                  <a:lnTo>
                    <a:pt x="128582" y="164987"/>
                  </a:lnTo>
                  <a:lnTo>
                    <a:pt x="127870" y="163158"/>
                  </a:lnTo>
                  <a:close/>
                </a:path>
                <a:path w="270509" h="329565">
                  <a:moveTo>
                    <a:pt x="106991" y="188598"/>
                  </a:moveTo>
                  <a:lnTo>
                    <a:pt x="101997" y="194684"/>
                  </a:lnTo>
                  <a:lnTo>
                    <a:pt x="104373" y="200547"/>
                  </a:lnTo>
                  <a:lnTo>
                    <a:pt x="104827" y="201368"/>
                  </a:lnTo>
                  <a:lnTo>
                    <a:pt x="109815" y="195291"/>
                  </a:lnTo>
                  <a:lnTo>
                    <a:pt x="107483" y="190387"/>
                  </a:lnTo>
                  <a:lnTo>
                    <a:pt x="106991" y="188598"/>
                  </a:lnTo>
                  <a:close/>
                </a:path>
                <a:path w="270509" h="329565">
                  <a:moveTo>
                    <a:pt x="161763" y="121860"/>
                  </a:moveTo>
                  <a:lnTo>
                    <a:pt x="156595" y="128157"/>
                  </a:lnTo>
                  <a:lnTo>
                    <a:pt x="158058" y="128157"/>
                  </a:lnTo>
                  <a:lnTo>
                    <a:pt x="161241" y="130697"/>
                  </a:lnTo>
                  <a:lnTo>
                    <a:pt x="162436" y="131172"/>
                  </a:lnTo>
                  <a:lnTo>
                    <a:pt x="167404" y="125119"/>
                  </a:lnTo>
                  <a:lnTo>
                    <a:pt x="161763" y="121860"/>
                  </a:lnTo>
                  <a:close/>
                </a:path>
                <a:path w="270509" h="329565">
                  <a:moveTo>
                    <a:pt x="181061" y="98346"/>
                  </a:moveTo>
                  <a:lnTo>
                    <a:pt x="173700" y="107315"/>
                  </a:lnTo>
                  <a:lnTo>
                    <a:pt x="174476" y="109107"/>
                  </a:lnTo>
                  <a:lnTo>
                    <a:pt x="177379" y="112964"/>
                  </a:lnTo>
                  <a:lnTo>
                    <a:pt x="183534" y="105465"/>
                  </a:lnTo>
                  <a:lnTo>
                    <a:pt x="182769" y="104027"/>
                  </a:lnTo>
                  <a:lnTo>
                    <a:pt x="182130" y="102757"/>
                  </a:lnTo>
                  <a:lnTo>
                    <a:pt x="181061" y="98346"/>
                  </a:lnTo>
                  <a:close/>
                </a:path>
                <a:path w="270509" h="329565">
                  <a:moveTo>
                    <a:pt x="190642" y="86672"/>
                  </a:moveTo>
                  <a:lnTo>
                    <a:pt x="185779" y="92597"/>
                  </a:lnTo>
                  <a:lnTo>
                    <a:pt x="190235" y="92597"/>
                  </a:lnTo>
                  <a:lnTo>
                    <a:pt x="191805" y="95387"/>
                  </a:lnTo>
                  <a:lnTo>
                    <a:pt x="196414" y="89771"/>
                  </a:lnTo>
                  <a:lnTo>
                    <a:pt x="194549" y="88787"/>
                  </a:lnTo>
                  <a:lnTo>
                    <a:pt x="193344" y="87517"/>
                  </a:lnTo>
                  <a:lnTo>
                    <a:pt x="192077" y="87517"/>
                  </a:lnTo>
                  <a:lnTo>
                    <a:pt x="190642" y="86672"/>
                  </a:lnTo>
                  <a:close/>
                </a:path>
                <a:path w="270509" h="329565">
                  <a:moveTo>
                    <a:pt x="230875" y="37650"/>
                  </a:moveTo>
                  <a:lnTo>
                    <a:pt x="221217" y="49417"/>
                  </a:lnTo>
                  <a:lnTo>
                    <a:pt x="224621" y="49417"/>
                  </a:lnTo>
                  <a:lnTo>
                    <a:pt x="228685" y="50449"/>
                  </a:lnTo>
                  <a:lnTo>
                    <a:pt x="237638" y="39540"/>
                  </a:lnTo>
                  <a:lnTo>
                    <a:pt x="236746" y="39257"/>
                  </a:lnTo>
                  <a:lnTo>
                    <a:pt x="232170" y="37987"/>
                  </a:lnTo>
                  <a:lnTo>
                    <a:pt x="230875" y="37650"/>
                  </a:lnTo>
                  <a:close/>
                </a:path>
              </a:pathLst>
            </a:custGeom>
            <a:solidFill>
              <a:srgbClr val="F5CC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 descr=""/>
            <p:cNvSpPr/>
            <p:nvPr/>
          </p:nvSpPr>
          <p:spPr>
            <a:xfrm>
              <a:off x="10645110" y="6554204"/>
              <a:ext cx="278765" cy="339725"/>
            </a:xfrm>
            <a:custGeom>
              <a:avLst/>
              <a:gdLst/>
              <a:ahLst/>
              <a:cxnLst/>
              <a:rect l="l" t="t" r="r" b="b"/>
              <a:pathLst>
                <a:path w="278765" h="339725">
                  <a:moveTo>
                    <a:pt x="278497" y="0"/>
                  </a:moveTo>
                  <a:lnTo>
                    <a:pt x="270088" y="116"/>
                  </a:lnTo>
                  <a:lnTo>
                    <a:pt x="259204" y="13378"/>
                  </a:lnTo>
                  <a:lnTo>
                    <a:pt x="267604" y="13272"/>
                  </a:lnTo>
                  <a:lnTo>
                    <a:pt x="278497" y="0"/>
                  </a:lnTo>
                  <a:close/>
                </a:path>
                <a:path w="278765" h="339725">
                  <a:moveTo>
                    <a:pt x="11455" y="315258"/>
                  </a:moveTo>
                  <a:lnTo>
                    <a:pt x="0" y="329216"/>
                  </a:lnTo>
                  <a:lnTo>
                    <a:pt x="0" y="339341"/>
                  </a:lnTo>
                  <a:lnTo>
                    <a:pt x="11455" y="325383"/>
                  </a:lnTo>
                  <a:lnTo>
                    <a:pt x="11455" y="315258"/>
                  </a:lnTo>
                  <a:close/>
                </a:path>
                <a:path w="278765" h="339725">
                  <a:moveTo>
                    <a:pt x="45409" y="273884"/>
                  </a:moveTo>
                  <a:lnTo>
                    <a:pt x="36349" y="284924"/>
                  </a:lnTo>
                  <a:lnTo>
                    <a:pt x="40177" y="290386"/>
                  </a:lnTo>
                  <a:lnTo>
                    <a:pt x="48838" y="279833"/>
                  </a:lnTo>
                  <a:lnTo>
                    <a:pt x="47014" y="276863"/>
                  </a:lnTo>
                  <a:lnTo>
                    <a:pt x="45409" y="273884"/>
                  </a:lnTo>
                  <a:close/>
                </a:path>
                <a:path w="278765" h="339725">
                  <a:moveTo>
                    <a:pt x="67922" y="246453"/>
                  </a:moveTo>
                  <a:lnTo>
                    <a:pt x="61137" y="254720"/>
                  </a:lnTo>
                  <a:lnTo>
                    <a:pt x="61135" y="257813"/>
                  </a:lnTo>
                  <a:lnTo>
                    <a:pt x="60623" y="265473"/>
                  </a:lnTo>
                  <a:lnTo>
                    <a:pt x="75390" y="247480"/>
                  </a:lnTo>
                  <a:lnTo>
                    <a:pt x="67922" y="246453"/>
                  </a:lnTo>
                  <a:close/>
                </a:path>
                <a:path w="278765" h="339725">
                  <a:moveTo>
                    <a:pt x="78489" y="236223"/>
                  </a:moveTo>
                  <a:lnTo>
                    <a:pt x="76318" y="236223"/>
                  </a:lnTo>
                  <a:lnTo>
                    <a:pt x="71233" y="242418"/>
                  </a:lnTo>
                  <a:lnTo>
                    <a:pt x="71338" y="242573"/>
                  </a:lnTo>
                  <a:lnTo>
                    <a:pt x="74332" y="243843"/>
                  </a:lnTo>
                  <a:lnTo>
                    <a:pt x="77681" y="244689"/>
                  </a:lnTo>
                  <a:lnTo>
                    <a:pt x="83586" y="237493"/>
                  </a:lnTo>
                  <a:lnTo>
                    <a:pt x="80458" y="237493"/>
                  </a:lnTo>
                  <a:lnTo>
                    <a:pt x="78489" y="236223"/>
                  </a:lnTo>
                  <a:close/>
                </a:path>
                <a:path w="278765" h="339725">
                  <a:moveTo>
                    <a:pt x="90681" y="218722"/>
                  </a:moveTo>
                  <a:lnTo>
                    <a:pt x="84089" y="226754"/>
                  </a:lnTo>
                  <a:lnTo>
                    <a:pt x="84500" y="227333"/>
                  </a:lnTo>
                  <a:lnTo>
                    <a:pt x="84981" y="227333"/>
                  </a:lnTo>
                  <a:lnTo>
                    <a:pt x="85421" y="228603"/>
                  </a:lnTo>
                  <a:lnTo>
                    <a:pt x="85819" y="229873"/>
                  </a:lnTo>
                  <a:lnTo>
                    <a:pt x="85997" y="231143"/>
                  </a:lnTo>
                  <a:lnTo>
                    <a:pt x="85829" y="232413"/>
                  </a:lnTo>
                  <a:lnTo>
                    <a:pt x="85714" y="233683"/>
                  </a:lnTo>
                  <a:lnTo>
                    <a:pt x="85295" y="233683"/>
                  </a:lnTo>
                  <a:lnTo>
                    <a:pt x="83002" y="236223"/>
                  </a:lnTo>
                  <a:lnTo>
                    <a:pt x="80458" y="237493"/>
                  </a:lnTo>
                  <a:lnTo>
                    <a:pt x="83586" y="237493"/>
                  </a:lnTo>
                  <a:lnTo>
                    <a:pt x="93642" y="225241"/>
                  </a:lnTo>
                  <a:lnTo>
                    <a:pt x="93557" y="224793"/>
                  </a:lnTo>
                  <a:lnTo>
                    <a:pt x="93054" y="223523"/>
                  </a:lnTo>
                  <a:lnTo>
                    <a:pt x="91473" y="219713"/>
                  </a:lnTo>
                  <a:lnTo>
                    <a:pt x="90681" y="218722"/>
                  </a:lnTo>
                  <a:close/>
                </a:path>
                <a:path w="278765" h="339725">
                  <a:moveTo>
                    <a:pt x="148213" y="148619"/>
                  </a:moveTo>
                  <a:lnTo>
                    <a:pt x="138346" y="160642"/>
                  </a:lnTo>
                  <a:lnTo>
                    <a:pt x="143911" y="162563"/>
                  </a:lnTo>
                  <a:lnTo>
                    <a:pt x="145081" y="162563"/>
                  </a:lnTo>
                  <a:lnTo>
                    <a:pt x="155504" y="149863"/>
                  </a:lnTo>
                  <a:lnTo>
                    <a:pt x="155071" y="149863"/>
                  </a:lnTo>
                  <a:lnTo>
                    <a:pt x="148213" y="148619"/>
                  </a:lnTo>
                  <a:close/>
                </a:path>
                <a:path w="278765" h="339725">
                  <a:moveTo>
                    <a:pt x="155576" y="149776"/>
                  </a:moveTo>
                  <a:lnTo>
                    <a:pt x="155071" y="149863"/>
                  </a:lnTo>
                  <a:lnTo>
                    <a:pt x="155504" y="149863"/>
                  </a:lnTo>
                  <a:close/>
                </a:path>
                <a:path w="278765" h="339725">
                  <a:moveTo>
                    <a:pt x="130010" y="170800"/>
                  </a:moveTo>
                  <a:lnTo>
                    <a:pt x="120223" y="182724"/>
                  </a:lnTo>
                  <a:lnTo>
                    <a:pt x="120455" y="185423"/>
                  </a:lnTo>
                  <a:lnTo>
                    <a:pt x="120526" y="192483"/>
                  </a:lnTo>
                  <a:lnTo>
                    <a:pt x="131420" y="179209"/>
                  </a:lnTo>
                  <a:lnTo>
                    <a:pt x="131296" y="177803"/>
                  </a:lnTo>
                  <a:lnTo>
                    <a:pt x="130174" y="171453"/>
                  </a:lnTo>
                  <a:lnTo>
                    <a:pt x="130010" y="170800"/>
                  </a:lnTo>
                  <a:close/>
                </a:path>
                <a:path w="278765" h="339725">
                  <a:moveTo>
                    <a:pt x="109815" y="195407"/>
                  </a:moveTo>
                  <a:lnTo>
                    <a:pt x="104827" y="201485"/>
                  </a:lnTo>
                  <a:lnTo>
                    <a:pt x="105776" y="203203"/>
                  </a:lnTo>
                  <a:lnTo>
                    <a:pt x="108467" y="207013"/>
                  </a:lnTo>
                  <a:lnTo>
                    <a:pt x="108601" y="207013"/>
                  </a:lnTo>
                  <a:lnTo>
                    <a:pt x="113791" y="200689"/>
                  </a:lnTo>
                  <a:lnTo>
                    <a:pt x="111106" y="198123"/>
                  </a:lnTo>
                  <a:lnTo>
                    <a:pt x="109815" y="195407"/>
                  </a:lnTo>
                  <a:close/>
                </a:path>
                <a:path w="278765" h="339725">
                  <a:moveTo>
                    <a:pt x="167404" y="125235"/>
                  </a:moveTo>
                  <a:lnTo>
                    <a:pt x="162436" y="131288"/>
                  </a:lnTo>
                  <a:lnTo>
                    <a:pt x="164434" y="132083"/>
                  </a:lnTo>
                  <a:lnTo>
                    <a:pt x="167125" y="134623"/>
                  </a:lnTo>
                  <a:lnTo>
                    <a:pt x="167422" y="135342"/>
                  </a:lnTo>
                  <a:lnTo>
                    <a:pt x="172209" y="129508"/>
                  </a:lnTo>
                  <a:lnTo>
                    <a:pt x="171293" y="128273"/>
                  </a:lnTo>
                  <a:lnTo>
                    <a:pt x="168267" y="125733"/>
                  </a:lnTo>
                  <a:lnTo>
                    <a:pt x="167404" y="125235"/>
                  </a:lnTo>
                  <a:close/>
                </a:path>
                <a:path w="278765" h="339725">
                  <a:moveTo>
                    <a:pt x="212830" y="80013"/>
                  </a:moveTo>
                  <a:lnTo>
                    <a:pt x="205208" y="80013"/>
                  </a:lnTo>
                  <a:lnTo>
                    <a:pt x="202925" y="82553"/>
                  </a:lnTo>
                  <a:lnTo>
                    <a:pt x="202360" y="85093"/>
                  </a:lnTo>
                  <a:lnTo>
                    <a:pt x="202506" y="86363"/>
                  </a:lnTo>
                  <a:lnTo>
                    <a:pt x="202619" y="90173"/>
                  </a:lnTo>
                  <a:lnTo>
                    <a:pt x="202646" y="92422"/>
                  </a:lnTo>
                  <a:lnTo>
                    <a:pt x="212830" y="80013"/>
                  </a:lnTo>
                  <a:close/>
                </a:path>
                <a:path w="278765" h="339725">
                  <a:moveTo>
                    <a:pt x="213669" y="78743"/>
                  </a:moveTo>
                  <a:lnTo>
                    <a:pt x="206810" y="78743"/>
                  </a:lnTo>
                  <a:lnTo>
                    <a:pt x="208464" y="80013"/>
                  </a:lnTo>
                  <a:lnTo>
                    <a:pt x="213669" y="78743"/>
                  </a:lnTo>
                  <a:close/>
                </a:path>
                <a:path w="278765" h="339725">
                  <a:moveTo>
                    <a:pt x="213924" y="78681"/>
                  </a:moveTo>
                  <a:lnTo>
                    <a:pt x="213669" y="78743"/>
                  </a:lnTo>
                  <a:lnTo>
                    <a:pt x="213873" y="78743"/>
                  </a:lnTo>
                  <a:close/>
                </a:path>
                <a:path w="278765" h="339725">
                  <a:moveTo>
                    <a:pt x="183534" y="105581"/>
                  </a:moveTo>
                  <a:lnTo>
                    <a:pt x="177379" y="113081"/>
                  </a:lnTo>
                  <a:lnTo>
                    <a:pt x="178528" y="114303"/>
                  </a:lnTo>
                  <a:lnTo>
                    <a:pt x="181093" y="116843"/>
                  </a:lnTo>
                  <a:lnTo>
                    <a:pt x="182604" y="116843"/>
                  </a:lnTo>
                  <a:lnTo>
                    <a:pt x="189900" y="107953"/>
                  </a:lnTo>
                  <a:lnTo>
                    <a:pt x="187030" y="107953"/>
                  </a:lnTo>
                  <a:lnTo>
                    <a:pt x="185889" y="106683"/>
                  </a:lnTo>
                  <a:lnTo>
                    <a:pt x="184120" y="106683"/>
                  </a:lnTo>
                  <a:lnTo>
                    <a:pt x="183534" y="105581"/>
                  </a:lnTo>
                  <a:close/>
                </a:path>
                <a:path w="278765" h="339725">
                  <a:moveTo>
                    <a:pt x="196414" y="89887"/>
                  </a:moveTo>
                  <a:lnTo>
                    <a:pt x="191805" y="95503"/>
                  </a:lnTo>
                  <a:lnTo>
                    <a:pt x="192402" y="96523"/>
                  </a:lnTo>
                  <a:lnTo>
                    <a:pt x="192528" y="99063"/>
                  </a:lnTo>
                  <a:lnTo>
                    <a:pt x="192706" y="101603"/>
                  </a:lnTo>
                  <a:lnTo>
                    <a:pt x="192214" y="104143"/>
                  </a:lnTo>
                  <a:lnTo>
                    <a:pt x="190360" y="106683"/>
                  </a:lnTo>
                  <a:lnTo>
                    <a:pt x="189711" y="107953"/>
                  </a:lnTo>
                  <a:lnTo>
                    <a:pt x="189900" y="107953"/>
                  </a:lnTo>
                  <a:lnTo>
                    <a:pt x="199149" y="96683"/>
                  </a:lnTo>
                  <a:lnTo>
                    <a:pt x="198674" y="93983"/>
                  </a:lnTo>
                  <a:lnTo>
                    <a:pt x="196957" y="90173"/>
                  </a:lnTo>
                  <a:lnTo>
                    <a:pt x="196414" y="89887"/>
                  </a:lnTo>
                  <a:close/>
                </a:path>
                <a:path w="278765" h="339725">
                  <a:moveTo>
                    <a:pt x="237638" y="39656"/>
                  </a:moveTo>
                  <a:lnTo>
                    <a:pt x="228685" y="50565"/>
                  </a:lnTo>
                  <a:lnTo>
                    <a:pt x="234621" y="52073"/>
                  </a:lnTo>
                  <a:lnTo>
                    <a:pt x="235761" y="52073"/>
                  </a:lnTo>
                  <a:lnTo>
                    <a:pt x="244281" y="41691"/>
                  </a:lnTo>
                  <a:lnTo>
                    <a:pt x="242725" y="40643"/>
                  </a:lnTo>
                  <a:lnTo>
                    <a:pt x="240746" y="40643"/>
                  </a:lnTo>
                  <a:lnTo>
                    <a:pt x="237638" y="39656"/>
                  </a:lnTo>
                  <a:close/>
                </a:path>
                <a:path w="278765" h="339725">
                  <a:moveTo>
                    <a:pt x="257667" y="22863"/>
                  </a:moveTo>
                  <a:lnTo>
                    <a:pt x="256170" y="22863"/>
                  </a:lnTo>
                  <a:lnTo>
                    <a:pt x="253636" y="24133"/>
                  </a:lnTo>
                  <a:lnTo>
                    <a:pt x="253081" y="25403"/>
                  </a:lnTo>
                  <a:lnTo>
                    <a:pt x="253657" y="26673"/>
                  </a:lnTo>
                  <a:lnTo>
                    <a:pt x="253782" y="27943"/>
                  </a:lnTo>
                  <a:lnTo>
                    <a:pt x="253892" y="29213"/>
                  </a:lnTo>
                  <a:lnTo>
                    <a:pt x="253921" y="29945"/>
                  </a:lnTo>
                  <a:lnTo>
                    <a:pt x="258411" y="24474"/>
                  </a:lnTo>
                  <a:lnTo>
                    <a:pt x="258285" y="24133"/>
                  </a:lnTo>
                  <a:lnTo>
                    <a:pt x="257667" y="22863"/>
                  </a:lnTo>
                  <a:close/>
                </a:path>
              </a:pathLst>
            </a:custGeom>
            <a:solidFill>
              <a:srgbClr val="F4CA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 descr=""/>
            <p:cNvSpPr/>
            <p:nvPr/>
          </p:nvSpPr>
          <p:spPr>
            <a:xfrm>
              <a:off x="10645110" y="6554088"/>
              <a:ext cx="287020" cy="349885"/>
            </a:xfrm>
            <a:custGeom>
              <a:avLst/>
              <a:gdLst/>
              <a:ahLst/>
              <a:cxnLst/>
              <a:rect l="l" t="t" r="r" b="b"/>
              <a:pathLst>
                <a:path w="287020" h="349884">
                  <a:moveTo>
                    <a:pt x="286906" y="0"/>
                  </a:moveTo>
                  <a:lnTo>
                    <a:pt x="278496" y="116"/>
                  </a:lnTo>
                  <a:lnTo>
                    <a:pt x="267604" y="13388"/>
                  </a:lnTo>
                  <a:lnTo>
                    <a:pt x="276004" y="13282"/>
                  </a:lnTo>
                  <a:lnTo>
                    <a:pt x="286906" y="0"/>
                  </a:lnTo>
                  <a:close/>
                </a:path>
                <a:path w="287020" h="349884">
                  <a:moveTo>
                    <a:pt x="11455" y="325498"/>
                  </a:moveTo>
                  <a:lnTo>
                    <a:pt x="0" y="339456"/>
                  </a:lnTo>
                  <a:lnTo>
                    <a:pt x="0" y="349582"/>
                  </a:lnTo>
                  <a:lnTo>
                    <a:pt x="11455" y="335624"/>
                  </a:lnTo>
                  <a:lnTo>
                    <a:pt x="11455" y="325498"/>
                  </a:lnTo>
                  <a:close/>
                </a:path>
                <a:path w="287020" h="349884">
                  <a:moveTo>
                    <a:pt x="48838" y="279948"/>
                  </a:moveTo>
                  <a:lnTo>
                    <a:pt x="40177" y="290502"/>
                  </a:lnTo>
                  <a:lnTo>
                    <a:pt x="40490" y="290949"/>
                  </a:lnTo>
                  <a:lnTo>
                    <a:pt x="43778" y="294759"/>
                  </a:lnTo>
                  <a:lnTo>
                    <a:pt x="44357" y="295534"/>
                  </a:lnTo>
                  <a:lnTo>
                    <a:pt x="52333" y="285816"/>
                  </a:lnTo>
                  <a:lnTo>
                    <a:pt x="50134" y="282059"/>
                  </a:lnTo>
                  <a:lnTo>
                    <a:pt x="48838" y="279948"/>
                  </a:lnTo>
                  <a:close/>
                </a:path>
                <a:path w="287020" h="349884">
                  <a:moveTo>
                    <a:pt x="75389" y="247596"/>
                  </a:moveTo>
                  <a:lnTo>
                    <a:pt x="60624" y="265587"/>
                  </a:lnTo>
                  <a:lnTo>
                    <a:pt x="58637" y="275709"/>
                  </a:lnTo>
                  <a:lnTo>
                    <a:pt x="57283" y="279784"/>
                  </a:lnTo>
                  <a:lnTo>
                    <a:pt x="72444" y="261311"/>
                  </a:lnTo>
                  <a:lnTo>
                    <a:pt x="72531" y="260469"/>
                  </a:lnTo>
                  <a:lnTo>
                    <a:pt x="73135" y="260469"/>
                  </a:lnTo>
                  <a:lnTo>
                    <a:pt x="83558" y="247769"/>
                  </a:lnTo>
                  <a:lnTo>
                    <a:pt x="76651" y="247769"/>
                  </a:lnTo>
                  <a:lnTo>
                    <a:pt x="75389" y="247596"/>
                  </a:lnTo>
                  <a:close/>
                </a:path>
                <a:path w="287020" h="349884">
                  <a:moveTo>
                    <a:pt x="85006" y="246005"/>
                  </a:moveTo>
                  <a:lnTo>
                    <a:pt x="76651" y="247769"/>
                  </a:lnTo>
                  <a:lnTo>
                    <a:pt x="83558" y="247769"/>
                  </a:lnTo>
                  <a:lnTo>
                    <a:pt x="85006" y="246005"/>
                  </a:lnTo>
                  <a:close/>
                </a:path>
                <a:path w="287020" h="349884">
                  <a:moveTo>
                    <a:pt x="93642" y="225356"/>
                  </a:moveTo>
                  <a:lnTo>
                    <a:pt x="77680" y="244805"/>
                  </a:lnTo>
                  <a:lnTo>
                    <a:pt x="79358" y="245229"/>
                  </a:lnTo>
                  <a:lnTo>
                    <a:pt x="84960" y="245229"/>
                  </a:lnTo>
                  <a:lnTo>
                    <a:pt x="86362" y="244353"/>
                  </a:lnTo>
                  <a:lnTo>
                    <a:pt x="94037" y="235001"/>
                  </a:lnTo>
                  <a:lnTo>
                    <a:pt x="94353" y="232529"/>
                  </a:lnTo>
                  <a:lnTo>
                    <a:pt x="94321" y="229989"/>
                  </a:lnTo>
                  <a:lnTo>
                    <a:pt x="94154" y="227449"/>
                  </a:lnTo>
                  <a:lnTo>
                    <a:pt x="93642" y="225356"/>
                  </a:lnTo>
                  <a:close/>
                </a:path>
                <a:path w="287020" h="349884">
                  <a:moveTo>
                    <a:pt x="165252" y="148229"/>
                  </a:moveTo>
                  <a:lnTo>
                    <a:pt x="155574" y="149893"/>
                  </a:lnTo>
                  <a:lnTo>
                    <a:pt x="145080" y="162679"/>
                  </a:lnTo>
                  <a:lnTo>
                    <a:pt x="153392" y="162679"/>
                  </a:lnTo>
                  <a:lnTo>
                    <a:pt x="165252" y="148229"/>
                  </a:lnTo>
                  <a:close/>
                </a:path>
                <a:path w="287020" h="349884">
                  <a:moveTo>
                    <a:pt x="131420" y="179324"/>
                  </a:moveTo>
                  <a:lnTo>
                    <a:pt x="120526" y="192598"/>
                  </a:lnTo>
                  <a:lnTo>
                    <a:pt x="120571" y="196969"/>
                  </a:lnTo>
                  <a:lnTo>
                    <a:pt x="120084" y="203264"/>
                  </a:lnTo>
                  <a:lnTo>
                    <a:pt x="132003" y="188741"/>
                  </a:lnTo>
                  <a:lnTo>
                    <a:pt x="131972" y="185539"/>
                  </a:lnTo>
                  <a:lnTo>
                    <a:pt x="131420" y="179324"/>
                  </a:lnTo>
                  <a:close/>
                </a:path>
                <a:path w="287020" h="349884">
                  <a:moveTo>
                    <a:pt x="113791" y="200805"/>
                  </a:moveTo>
                  <a:lnTo>
                    <a:pt x="108600" y="207129"/>
                  </a:lnTo>
                  <a:lnTo>
                    <a:pt x="109483" y="207129"/>
                  </a:lnTo>
                  <a:lnTo>
                    <a:pt x="110991" y="208399"/>
                  </a:lnTo>
                  <a:lnTo>
                    <a:pt x="112174" y="209669"/>
                  </a:lnTo>
                  <a:lnTo>
                    <a:pt x="112729" y="209669"/>
                  </a:lnTo>
                  <a:lnTo>
                    <a:pt x="113472" y="210939"/>
                  </a:lnTo>
                  <a:lnTo>
                    <a:pt x="113785" y="210939"/>
                  </a:lnTo>
                  <a:lnTo>
                    <a:pt x="120039" y="203319"/>
                  </a:lnTo>
                  <a:lnTo>
                    <a:pt x="118006" y="203319"/>
                  </a:lnTo>
                  <a:lnTo>
                    <a:pt x="117001" y="202049"/>
                  </a:lnTo>
                  <a:lnTo>
                    <a:pt x="113791" y="200805"/>
                  </a:lnTo>
                  <a:close/>
                </a:path>
                <a:path w="287020" h="349884">
                  <a:moveTo>
                    <a:pt x="172209" y="129624"/>
                  </a:moveTo>
                  <a:lnTo>
                    <a:pt x="167421" y="135457"/>
                  </a:lnTo>
                  <a:lnTo>
                    <a:pt x="168696" y="138549"/>
                  </a:lnTo>
                  <a:lnTo>
                    <a:pt x="169439" y="141089"/>
                  </a:lnTo>
                  <a:lnTo>
                    <a:pt x="169890" y="142359"/>
                  </a:lnTo>
                  <a:lnTo>
                    <a:pt x="169896" y="142570"/>
                  </a:lnTo>
                  <a:lnTo>
                    <a:pt x="175872" y="135289"/>
                  </a:lnTo>
                  <a:lnTo>
                    <a:pt x="175062" y="133469"/>
                  </a:lnTo>
                  <a:lnTo>
                    <a:pt x="173429" y="130929"/>
                  </a:lnTo>
                  <a:lnTo>
                    <a:pt x="172209" y="129624"/>
                  </a:lnTo>
                  <a:close/>
                </a:path>
                <a:path w="287020" h="349884">
                  <a:moveTo>
                    <a:pt x="223917" y="76748"/>
                  </a:moveTo>
                  <a:lnTo>
                    <a:pt x="213922" y="78797"/>
                  </a:lnTo>
                  <a:lnTo>
                    <a:pt x="222185" y="78859"/>
                  </a:lnTo>
                  <a:lnTo>
                    <a:pt x="223917" y="76748"/>
                  </a:lnTo>
                  <a:close/>
                </a:path>
                <a:path w="287020" h="349884">
                  <a:moveTo>
                    <a:pt x="221142" y="80129"/>
                  </a:moveTo>
                  <a:lnTo>
                    <a:pt x="212829" y="80129"/>
                  </a:lnTo>
                  <a:lnTo>
                    <a:pt x="202646" y="92537"/>
                  </a:lnTo>
                  <a:lnTo>
                    <a:pt x="202726" y="99179"/>
                  </a:lnTo>
                  <a:lnTo>
                    <a:pt x="202376" y="102995"/>
                  </a:lnTo>
                  <a:lnTo>
                    <a:pt x="221142" y="80129"/>
                  </a:lnTo>
                  <a:close/>
                </a:path>
                <a:path w="287020" h="349884">
                  <a:moveTo>
                    <a:pt x="190255" y="116959"/>
                  </a:moveTo>
                  <a:lnTo>
                    <a:pt x="184423" y="116959"/>
                  </a:lnTo>
                  <a:lnTo>
                    <a:pt x="185680" y="118229"/>
                  </a:lnTo>
                  <a:lnTo>
                    <a:pt x="188863" y="118229"/>
                  </a:lnTo>
                  <a:lnTo>
                    <a:pt x="190255" y="116959"/>
                  </a:lnTo>
                  <a:close/>
                </a:path>
                <a:path w="287020" h="349884">
                  <a:moveTo>
                    <a:pt x="199149" y="96798"/>
                  </a:moveTo>
                  <a:lnTo>
                    <a:pt x="182603" y="116959"/>
                  </a:lnTo>
                  <a:lnTo>
                    <a:pt x="190915" y="116959"/>
                  </a:lnTo>
                  <a:lnTo>
                    <a:pt x="199320" y="106719"/>
                  </a:lnTo>
                  <a:lnTo>
                    <a:pt x="199650" y="102989"/>
                  </a:lnTo>
                  <a:lnTo>
                    <a:pt x="199658" y="99179"/>
                  </a:lnTo>
                  <a:lnTo>
                    <a:pt x="199344" y="97909"/>
                  </a:lnTo>
                  <a:lnTo>
                    <a:pt x="199149" y="96798"/>
                  </a:lnTo>
                  <a:close/>
                </a:path>
                <a:path w="287020" h="349884">
                  <a:moveTo>
                    <a:pt x="244280" y="41807"/>
                  </a:moveTo>
                  <a:lnTo>
                    <a:pt x="235760" y="52189"/>
                  </a:lnTo>
                  <a:lnTo>
                    <a:pt x="244073" y="52189"/>
                  </a:lnTo>
                  <a:lnTo>
                    <a:pt x="252411" y="42029"/>
                  </a:lnTo>
                  <a:lnTo>
                    <a:pt x="244610" y="42029"/>
                  </a:lnTo>
                  <a:lnTo>
                    <a:pt x="244280" y="41807"/>
                  </a:lnTo>
                  <a:close/>
                </a:path>
                <a:path w="287020" h="349884">
                  <a:moveTo>
                    <a:pt x="258411" y="24589"/>
                  </a:moveTo>
                  <a:lnTo>
                    <a:pt x="253921" y="30060"/>
                  </a:lnTo>
                  <a:lnTo>
                    <a:pt x="253866" y="32359"/>
                  </a:lnTo>
                  <a:lnTo>
                    <a:pt x="253018" y="35679"/>
                  </a:lnTo>
                  <a:lnTo>
                    <a:pt x="252557" y="36949"/>
                  </a:lnTo>
                  <a:lnTo>
                    <a:pt x="251824" y="38219"/>
                  </a:lnTo>
                  <a:lnTo>
                    <a:pt x="251039" y="38219"/>
                  </a:lnTo>
                  <a:lnTo>
                    <a:pt x="250390" y="39489"/>
                  </a:lnTo>
                  <a:lnTo>
                    <a:pt x="250149" y="39489"/>
                  </a:lnTo>
                  <a:lnTo>
                    <a:pt x="249437" y="40759"/>
                  </a:lnTo>
                  <a:lnTo>
                    <a:pt x="247584" y="42029"/>
                  </a:lnTo>
                  <a:lnTo>
                    <a:pt x="252411" y="42029"/>
                  </a:lnTo>
                  <a:lnTo>
                    <a:pt x="260347" y="32359"/>
                  </a:lnTo>
                  <a:lnTo>
                    <a:pt x="260400" y="31869"/>
                  </a:lnTo>
                  <a:lnTo>
                    <a:pt x="259772" y="29329"/>
                  </a:lnTo>
                  <a:lnTo>
                    <a:pt x="259290" y="28059"/>
                  </a:lnTo>
                  <a:lnTo>
                    <a:pt x="258756" y="25519"/>
                  </a:lnTo>
                  <a:lnTo>
                    <a:pt x="258411" y="24589"/>
                  </a:lnTo>
                  <a:close/>
                </a:path>
              </a:pathLst>
            </a:custGeom>
            <a:solidFill>
              <a:srgbClr val="F3C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 descr=""/>
            <p:cNvSpPr/>
            <p:nvPr/>
          </p:nvSpPr>
          <p:spPr>
            <a:xfrm>
              <a:off x="10645110" y="6553971"/>
              <a:ext cx="295910" cy="360045"/>
            </a:xfrm>
            <a:custGeom>
              <a:avLst/>
              <a:gdLst/>
              <a:ahLst/>
              <a:cxnLst/>
              <a:rect l="l" t="t" r="r" b="b"/>
              <a:pathLst>
                <a:path w="295909" h="360045">
                  <a:moveTo>
                    <a:pt x="295315" y="0"/>
                  </a:moveTo>
                  <a:lnTo>
                    <a:pt x="286906" y="116"/>
                  </a:lnTo>
                  <a:lnTo>
                    <a:pt x="276004" y="13398"/>
                  </a:lnTo>
                  <a:lnTo>
                    <a:pt x="284406" y="13292"/>
                  </a:lnTo>
                  <a:lnTo>
                    <a:pt x="295315" y="0"/>
                  </a:lnTo>
                  <a:close/>
                </a:path>
                <a:path w="295909" h="360045">
                  <a:moveTo>
                    <a:pt x="11455" y="335740"/>
                  </a:moveTo>
                  <a:lnTo>
                    <a:pt x="0" y="349698"/>
                  </a:lnTo>
                  <a:lnTo>
                    <a:pt x="0" y="359834"/>
                  </a:lnTo>
                  <a:lnTo>
                    <a:pt x="11455" y="345876"/>
                  </a:lnTo>
                  <a:lnTo>
                    <a:pt x="11455" y="335740"/>
                  </a:lnTo>
                  <a:close/>
                </a:path>
                <a:path w="295909" h="360045">
                  <a:moveTo>
                    <a:pt x="52333" y="285932"/>
                  </a:moveTo>
                  <a:lnTo>
                    <a:pt x="44357" y="295650"/>
                  </a:lnTo>
                  <a:lnTo>
                    <a:pt x="46626" y="298685"/>
                  </a:lnTo>
                  <a:lnTo>
                    <a:pt x="47935" y="301225"/>
                  </a:lnTo>
                  <a:lnTo>
                    <a:pt x="45558" y="303765"/>
                  </a:lnTo>
                  <a:lnTo>
                    <a:pt x="42763" y="307575"/>
                  </a:lnTo>
                  <a:lnTo>
                    <a:pt x="39464" y="310115"/>
                  </a:lnTo>
                  <a:lnTo>
                    <a:pt x="29856" y="323455"/>
                  </a:lnTo>
                  <a:lnTo>
                    <a:pt x="58522" y="288525"/>
                  </a:lnTo>
                  <a:lnTo>
                    <a:pt x="54417" y="288525"/>
                  </a:lnTo>
                  <a:lnTo>
                    <a:pt x="53108" y="287255"/>
                  </a:lnTo>
                  <a:lnTo>
                    <a:pt x="52333" y="285932"/>
                  </a:lnTo>
                  <a:close/>
                </a:path>
                <a:path w="295909" h="360045">
                  <a:moveTo>
                    <a:pt x="72444" y="261427"/>
                  </a:moveTo>
                  <a:lnTo>
                    <a:pt x="57283" y="279901"/>
                  </a:lnTo>
                  <a:lnTo>
                    <a:pt x="54417" y="288525"/>
                  </a:lnTo>
                  <a:lnTo>
                    <a:pt x="58522" y="288525"/>
                  </a:lnTo>
                  <a:lnTo>
                    <a:pt x="70764" y="273608"/>
                  </a:lnTo>
                  <a:lnTo>
                    <a:pt x="71744" y="268205"/>
                  </a:lnTo>
                  <a:lnTo>
                    <a:pt x="72444" y="261427"/>
                  </a:lnTo>
                  <a:close/>
                </a:path>
                <a:path w="295909" h="360045">
                  <a:moveTo>
                    <a:pt x="96619" y="242105"/>
                  </a:moveTo>
                  <a:lnTo>
                    <a:pt x="88677" y="245345"/>
                  </a:lnTo>
                  <a:lnTo>
                    <a:pt x="85006" y="246121"/>
                  </a:lnTo>
                  <a:lnTo>
                    <a:pt x="73135" y="260585"/>
                  </a:lnTo>
                  <a:lnTo>
                    <a:pt x="81452" y="260585"/>
                  </a:lnTo>
                  <a:lnTo>
                    <a:pt x="96619" y="242105"/>
                  </a:lnTo>
                  <a:close/>
                </a:path>
                <a:path w="295909" h="360045">
                  <a:moveTo>
                    <a:pt x="94037" y="235118"/>
                  </a:moveTo>
                  <a:lnTo>
                    <a:pt x="86362" y="244469"/>
                  </a:lnTo>
                  <a:lnTo>
                    <a:pt x="90981" y="241535"/>
                  </a:lnTo>
                  <a:lnTo>
                    <a:pt x="92929" y="238995"/>
                  </a:lnTo>
                  <a:lnTo>
                    <a:pt x="94037" y="235118"/>
                  </a:lnTo>
                  <a:close/>
                </a:path>
                <a:path w="295909" h="360045">
                  <a:moveTo>
                    <a:pt x="132003" y="188857"/>
                  </a:moveTo>
                  <a:lnTo>
                    <a:pt x="120084" y="203380"/>
                  </a:lnTo>
                  <a:lnTo>
                    <a:pt x="113785" y="211055"/>
                  </a:lnTo>
                  <a:lnTo>
                    <a:pt x="115504" y="211055"/>
                  </a:lnTo>
                  <a:lnTo>
                    <a:pt x="117012" y="212325"/>
                  </a:lnTo>
                  <a:lnTo>
                    <a:pt x="118561" y="212325"/>
                  </a:lnTo>
                  <a:lnTo>
                    <a:pt x="117574" y="216572"/>
                  </a:lnTo>
                  <a:lnTo>
                    <a:pt x="131943" y="199064"/>
                  </a:lnTo>
                  <a:lnTo>
                    <a:pt x="132003" y="188857"/>
                  </a:lnTo>
                  <a:close/>
                </a:path>
                <a:path w="295909" h="360045">
                  <a:moveTo>
                    <a:pt x="175872" y="135405"/>
                  </a:moveTo>
                  <a:lnTo>
                    <a:pt x="169896" y="142687"/>
                  </a:lnTo>
                  <a:lnTo>
                    <a:pt x="170005" y="146285"/>
                  </a:lnTo>
                  <a:lnTo>
                    <a:pt x="169848" y="147555"/>
                  </a:lnTo>
                  <a:lnTo>
                    <a:pt x="165252" y="148345"/>
                  </a:lnTo>
                  <a:lnTo>
                    <a:pt x="153392" y="162795"/>
                  </a:lnTo>
                  <a:lnTo>
                    <a:pt x="161708" y="162795"/>
                  </a:lnTo>
                  <a:lnTo>
                    <a:pt x="177746" y="143254"/>
                  </a:lnTo>
                  <a:lnTo>
                    <a:pt x="177586" y="141205"/>
                  </a:lnTo>
                  <a:lnTo>
                    <a:pt x="176759" y="137395"/>
                  </a:lnTo>
                  <a:lnTo>
                    <a:pt x="175872" y="135405"/>
                  </a:lnTo>
                  <a:close/>
                </a:path>
                <a:path w="295909" h="360045">
                  <a:moveTo>
                    <a:pt x="236961" y="71103"/>
                  </a:moveTo>
                  <a:lnTo>
                    <a:pt x="226011" y="76435"/>
                  </a:lnTo>
                  <a:lnTo>
                    <a:pt x="223917" y="76865"/>
                  </a:lnTo>
                  <a:lnTo>
                    <a:pt x="222185" y="78975"/>
                  </a:lnTo>
                  <a:lnTo>
                    <a:pt x="230499" y="78975"/>
                  </a:lnTo>
                  <a:lnTo>
                    <a:pt x="236961" y="71103"/>
                  </a:lnTo>
                  <a:close/>
                </a:path>
                <a:path w="295909" h="360045">
                  <a:moveTo>
                    <a:pt x="229457" y="80245"/>
                  </a:moveTo>
                  <a:lnTo>
                    <a:pt x="221142" y="80245"/>
                  </a:lnTo>
                  <a:lnTo>
                    <a:pt x="202376" y="103111"/>
                  </a:lnTo>
                  <a:lnTo>
                    <a:pt x="201561" y="111995"/>
                  </a:lnTo>
                  <a:lnTo>
                    <a:pt x="200445" y="115596"/>
                  </a:lnTo>
                  <a:lnTo>
                    <a:pt x="214105" y="98952"/>
                  </a:lnTo>
                  <a:lnTo>
                    <a:pt x="214286" y="92945"/>
                  </a:lnTo>
                  <a:lnTo>
                    <a:pt x="220205" y="91518"/>
                  </a:lnTo>
                  <a:lnTo>
                    <a:pt x="229457" y="80245"/>
                  </a:lnTo>
                  <a:close/>
                </a:path>
                <a:path w="295909" h="360045">
                  <a:moveTo>
                    <a:pt x="199320" y="106835"/>
                  </a:moveTo>
                  <a:lnTo>
                    <a:pt x="190915" y="117075"/>
                  </a:lnTo>
                  <a:lnTo>
                    <a:pt x="191617" y="117075"/>
                  </a:lnTo>
                  <a:lnTo>
                    <a:pt x="194339" y="115805"/>
                  </a:lnTo>
                  <a:lnTo>
                    <a:pt x="196433" y="113265"/>
                  </a:lnTo>
                  <a:lnTo>
                    <a:pt x="197575" y="110725"/>
                  </a:lnTo>
                  <a:lnTo>
                    <a:pt x="198779" y="109455"/>
                  </a:lnTo>
                  <a:lnTo>
                    <a:pt x="199320" y="106835"/>
                  </a:lnTo>
                  <a:close/>
                </a:path>
                <a:path w="295909" h="360045">
                  <a:moveTo>
                    <a:pt x="260347" y="32476"/>
                  </a:moveTo>
                  <a:lnTo>
                    <a:pt x="244073" y="52305"/>
                  </a:lnTo>
                  <a:lnTo>
                    <a:pt x="249060" y="52305"/>
                  </a:lnTo>
                  <a:lnTo>
                    <a:pt x="250830" y="51035"/>
                  </a:lnTo>
                  <a:lnTo>
                    <a:pt x="251971" y="51035"/>
                  </a:lnTo>
                  <a:lnTo>
                    <a:pt x="252610" y="49765"/>
                  </a:lnTo>
                  <a:lnTo>
                    <a:pt x="252892" y="49765"/>
                  </a:lnTo>
                  <a:lnTo>
                    <a:pt x="254505" y="48495"/>
                  </a:lnTo>
                  <a:lnTo>
                    <a:pt x="255458" y="47225"/>
                  </a:lnTo>
                  <a:lnTo>
                    <a:pt x="255845" y="45955"/>
                  </a:lnTo>
                  <a:lnTo>
                    <a:pt x="256295" y="45955"/>
                  </a:lnTo>
                  <a:lnTo>
                    <a:pt x="257814" y="43415"/>
                  </a:lnTo>
                  <a:lnTo>
                    <a:pt x="258253" y="42145"/>
                  </a:lnTo>
                  <a:lnTo>
                    <a:pt x="259206" y="39605"/>
                  </a:lnTo>
                  <a:lnTo>
                    <a:pt x="259719" y="38335"/>
                  </a:lnTo>
                  <a:lnTo>
                    <a:pt x="260347" y="32476"/>
                  </a:lnTo>
                  <a:close/>
                </a:path>
              </a:pathLst>
            </a:custGeom>
            <a:solidFill>
              <a:srgbClr val="F1C8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 descr=""/>
            <p:cNvSpPr/>
            <p:nvPr/>
          </p:nvSpPr>
          <p:spPr>
            <a:xfrm>
              <a:off x="10645116" y="6553855"/>
              <a:ext cx="304165" cy="370205"/>
            </a:xfrm>
            <a:custGeom>
              <a:avLst/>
              <a:gdLst/>
              <a:ahLst/>
              <a:cxnLst/>
              <a:rect l="l" t="t" r="r" b="b"/>
              <a:pathLst>
                <a:path w="304165" h="370204">
                  <a:moveTo>
                    <a:pt x="303716" y="0"/>
                  </a:moveTo>
                  <a:lnTo>
                    <a:pt x="295307" y="116"/>
                  </a:lnTo>
                  <a:lnTo>
                    <a:pt x="284398" y="13408"/>
                  </a:lnTo>
                  <a:lnTo>
                    <a:pt x="292799" y="13302"/>
                  </a:lnTo>
                  <a:lnTo>
                    <a:pt x="303716" y="0"/>
                  </a:lnTo>
                  <a:close/>
                </a:path>
                <a:path w="304165" h="370204">
                  <a:moveTo>
                    <a:pt x="11448" y="346002"/>
                  </a:moveTo>
                  <a:lnTo>
                    <a:pt x="0" y="359952"/>
                  </a:lnTo>
                  <a:lnTo>
                    <a:pt x="0" y="370078"/>
                  </a:lnTo>
                  <a:lnTo>
                    <a:pt x="11448" y="356127"/>
                  </a:lnTo>
                  <a:lnTo>
                    <a:pt x="11448" y="346002"/>
                  </a:lnTo>
                  <a:close/>
                </a:path>
                <a:path w="304165" h="370204">
                  <a:moveTo>
                    <a:pt x="70756" y="273734"/>
                  </a:moveTo>
                  <a:lnTo>
                    <a:pt x="29795" y="323646"/>
                  </a:lnTo>
                  <a:lnTo>
                    <a:pt x="25736" y="329282"/>
                  </a:lnTo>
                  <a:lnTo>
                    <a:pt x="22701" y="342416"/>
                  </a:lnTo>
                  <a:lnTo>
                    <a:pt x="67004" y="288432"/>
                  </a:lnTo>
                  <a:lnTo>
                    <a:pt x="69895" y="278482"/>
                  </a:lnTo>
                  <a:lnTo>
                    <a:pt x="70756" y="273734"/>
                  </a:lnTo>
                  <a:close/>
                </a:path>
                <a:path w="304165" h="370204">
                  <a:moveTo>
                    <a:pt x="84954" y="263242"/>
                  </a:moveTo>
                  <a:lnTo>
                    <a:pt x="83886" y="263242"/>
                  </a:lnTo>
                  <a:lnTo>
                    <a:pt x="81729" y="264512"/>
                  </a:lnTo>
                  <a:lnTo>
                    <a:pt x="81090" y="265782"/>
                  </a:lnTo>
                  <a:lnTo>
                    <a:pt x="81530" y="267052"/>
                  </a:lnTo>
                  <a:lnTo>
                    <a:pt x="79865" y="267052"/>
                  </a:lnTo>
                  <a:lnTo>
                    <a:pt x="78567" y="269592"/>
                  </a:lnTo>
                  <a:lnTo>
                    <a:pt x="78734" y="270862"/>
                  </a:lnTo>
                  <a:lnTo>
                    <a:pt x="80427" y="272077"/>
                  </a:lnTo>
                  <a:lnTo>
                    <a:pt x="85846" y="265473"/>
                  </a:lnTo>
                  <a:lnTo>
                    <a:pt x="84954" y="263242"/>
                  </a:lnTo>
                  <a:close/>
                </a:path>
                <a:path w="304165" h="370204">
                  <a:moveTo>
                    <a:pt x="131936" y="199185"/>
                  </a:moveTo>
                  <a:lnTo>
                    <a:pt x="117566" y="216696"/>
                  </a:lnTo>
                  <a:lnTo>
                    <a:pt x="117078" y="218792"/>
                  </a:lnTo>
                  <a:lnTo>
                    <a:pt x="114806" y="225142"/>
                  </a:lnTo>
                  <a:lnTo>
                    <a:pt x="111634" y="230222"/>
                  </a:lnTo>
                  <a:lnTo>
                    <a:pt x="101121" y="240382"/>
                  </a:lnTo>
                  <a:lnTo>
                    <a:pt x="96621" y="242218"/>
                  </a:lnTo>
                  <a:lnTo>
                    <a:pt x="81452" y="260702"/>
                  </a:lnTo>
                  <a:lnTo>
                    <a:pt x="84423" y="260702"/>
                  </a:lnTo>
                  <a:lnTo>
                    <a:pt x="91463" y="258629"/>
                  </a:lnTo>
                  <a:lnTo>
                    <a:pt x="138749" y="201012"/>
                  </a:lnTo>
                  <a:lnTo>
                    <a:pt x="131863" y="201012"/>
                  </a:lnTo>
                  <a:lnTo>
                    <a:pt x="131936" y="199185"/>
                  </a:lnTo>
                  <a:close/>
                </a:path>
                <a:path w="304165" h="370204">
                  <a:moveTo>
                    <a:pt x="143081" y="195733"/>
                  </a:moveTo>
                  <a:lnTo>
                    <a:pt x="138837" y="197202"/>
                  </a:lnTo>
                  <a:lnTo>
                    <a:pt x="131863" y="201012"/>
                  </a:lnTo>
                  <a:lnTo>
                    <a:pt x="138749" y="201012"/>
                  </a:lnTo>
                  <a:lnTo>
                    <a:pt x="143081" y="195733"/>
                  </a:lnTo>
                  <a:close/>
                </a:path>
                <a:path w="304165" h="370204">
                  <a:moveTo>
                    <a:pt x="177740" y="143373"/>
                  </a:moveTo>
                  <a:lnTo>
                    <a:pt x="161705" y="162912"/>
                  </a:lnTo>
                  <a:lnTo>
                    <a:pt x="166752" y="162912"/>
                  </a:lnTo>
                  <a:lnTo>
                    <a:pt x="166365" y="164182"/>
                  </a:lnTo>
                  <a:lnTo>
                    <a:pt x="166009" y="165452"/>
                  </a:lnTo>
                  <a:lnTo>
                    <a:pt x="165530" y="168378"/>
                  </a:lnTo>
                  <a:lnTo>
                    <a:pt x="184609" y="145132"/>
                  </a:lnTo>
                  <a:lnTo>
                    <a:pt x="177841" y="145132"/>
                  </a:lnTo>
                  <a:lnTo>
                    <a:pt x="177740" y="143373"/>
                  </a:lnTo>
                  <a:close/>
                </a:path>
                <a:path w="304165" h="370204">
                  <a:moveTo>
                    <a:pt x="214098" y="99069"/>
                  </a:moveTo>
                  <a:lnTo>
                    <a:pt x="200437" y="115716"/>
                  </a:lnTo>
                  <a:lnTo>
                    <a:pt x="197223" y="126082"/>
                  </a:lnTo>
                  <a:lnTo>
                    <a:pt x="188406" y="138782"/>
                  </a:lnTo>
                  <a:lnTo>
                    <a:pt x="185328" y="141322"/>
                  </a:lnTo>
                  <a:lnTo>
                    <a:pt x="181726" y="143862"/>
                  </a:lnTo>
                  <a:lnTo>
                    <a:pt x="177841" y="145132"/>
                  </a:lnTo>
                  <a:lnTo>
                    <a:pt x="184609" y="145132"/>
                  </a:lnTo>
                  <a:lnTo>
                    <a:pt x="213327" y="110138"/>
                  </a:lnTo>
                  <a:lnTo>
                    <a:pt x="213858" y="107032"/>
                  </a:lnTo>
                  <a:lnTo>
                    <a:pt x="214098" y="99069"/>
                  </a:lnTo>
                  <a:close/>
                </a:path>
                <a:path w="304165" h="370204">
                  <a:moveTo>
                    <a:pt x="273483" y="36838"/>
                  </a:moveTo>
                  <a:lnTo>
                    <a:pt x="272386" y="37182"/>
                  </a:lnTo>
                  <a:lnTo>
                    <a:pt x="256572" y="53692"/>
                  </a:lnTo>
                  <a:lnTo>
                    <a:pt x="241650" y="68932"/>
                  </a:lnTo>
                  <a:lnTo>
                    <a:pt x="236955" y="71218"/>
                  </a:lnTo>
                  <a:lnTo>
                    <a:pt x="230493" y="79092"/>
                  </a:lnTo>
                  <a:lnTo>
                    <a:pt x="238806" y="79092"/>
                  </a:lnTo>
                  <a:lnTo>
                    <a:pt x="273483" y="36838"/>
                  </a:lnTo>
                  <a:close/>
                </a:path>
                <a:path w="304165" h="370204">
                  <a:moveTo>
                    <a:pt x="237764" y="80362"/>
                  </a:moveTo>
                  <a:lnTo>
                    <a:pt x="229451" y="80362"/>
                  </a:lnTo>
                  <a:lnTo>
                    <a:pt x="220200" y="91634"/>
                  </a:lnTo>
                  <a:lnTo>
                    <a:pt x="224816" y="90522"/>
                  </a:lnTo>
                  <a:lnTo>
                    <a:pt x="230835" y="88805"/>
                  </a:lnTo>
                  <a:lnTo>
                    <a:pt x="237764" y="80362"/>
                  </a:lnTo>
                  <a:close/>
                </a:path>
              </a:pathLst>
            </a:custGeom>
            <a:solidFill>
              <a:srgbClr val="F0C7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 descr=""/>
            <p:cNvSpPr/>
            <p:nvPr/>
          </p:nvSpPr>
          <p:spPr>
            <a:xfrm>
              <a:off x="10645117" y="6553739"/>
              <a:ext cx="312420" cy="380365"/>
            </a:xfrm>
            <a:custGeom>
              <a:avLst/>
              <a:gdLst/>
              <a:ahLst/>
              <a:cxnLst/>
              <a:rect l="l" t="t" r="r" b="b"/>
              <a:pathLst>
                <a:path w="312420" h="380365">
                  <a:moveTo>
                    <a:pt x="312125" y="0"/>
                  </a:moveTo>
                  <a:lnTo>
                    <a:pt x="303716" y="116"/>
                  </a:lnTo>
                  <a:lnTo>
                    <a:pt x="292799" y="13418"/>
                  </a:lnTo>
                  <a:lnTo>
                    <a:pt x="301200" y="13312"/>
                  </a:lnTo>
                  <a:lnTo>
                    <a:pt x="312125" y="0"/>
                  </a:lnTo>
                  <a:close/>
                </a:path>
                <a:path w="312420" h="380365">
                  <a:moveTo>
                    <a:pt x="11446" y="356246"/>
                  </a:moveTo>
                  <a:lnTo>
                    <a:pt x="0" y="370194"/>
                  </a:lnTo>
                  <a:lnTo>
                    <a:pt x="0" y="380330"/>
                  </a:lnTo>
                  <a:lnTo>
                    <a:pt x="11446" y="366382"/>
                  </a:lnTo>
                  <a:lnTo>
                    <a:pt x="11446" y="356246"/>
                  </a:lnTo>
                  <a:close/>
                </a:path>
                <a:path w="312420" h="380365">
                  <a:moveTo>
                    <a:pt x="67001" y="288552"/>
                  </a:moveTo>
                  <a:lnTo>
                    <a:pt x="22698" y="342536"/>
                  </a:lnTo>
                  <a:lnTo>
                    <a:pt x="21332" y="348448"/>
                  </a:lnTo>
                  <a:lnTo>
                    <a:pt x="21717" y="353867"/>
                  </a:lnTo>
                  <a:lnTo>
                    <a:pt x="35897" y="336588"/>
                  </a:lnTo>
                  <a:lnTo>
                    <a:pt x="36096" y="335748"/>
                  </a:lnTo>
                  <a:lnTo>
                    <a:pt x="46492" y="321778"/>
                  </a:lnTo>
                  <a:lnTo>
                    <a:pt x="49655" y="317968"/>
                  </a:lnTo>
                  <a:lnTo>
                    <a:pt x="52440" y="315428"/>
                  </a:lnTo>
                  <a:lnTo>
                    <a:pt x="54890" y="311618"/>
                  </a:lnTo>
                  <a:lnTo>
                    <a:pt x="56389" y="311618"/>
                  </a:lnTo>
                  <a:lnTo>
                    <a:pt x="62511" y="304159"/>
                  </a:lnTo>
                  <a:lnTo>
                    <a:pt x="62450" y="303998"/>
                  </a:lnTo>
                  <a:lnTo>
                    <a:pt x="61351" y="302728"/>
                  </a:lnTo>
                  <a:lnTo>
                    <a:pt x="66573" y="290028"/>
                  </a:lnTo>
                  <a:lnTo>
                    <a:pt x="67001" y="288552"/>
                  </a:lnTo>
                  <a:close/>
                </a:path>
                <a:path w="312420" h="380365">
                  <a:moveTo>
                    <a:pt x="56389" y="311618"/>
                  </a:moveTo>
                  <a:lnTo>
                    <a:pt x="54890" y="311618"/>
                  </a:lnTo>
                  <a:lnTo>
                    <a:pt x="55225" y="312888"/>
                  </a:lnTo>
                  <a:lnTo>
                    <a:pt x="56389" y="311618"/>
                  </a:lnTo>
                  <a:close/>
                </a:path>
                <a:path w="312420" h="380365">
                  <a:moveTo>
                    <a:pt x="74722" y="288758"/>
                  </a:moveTo>
                  <a:lnTo>
                    <a:pt x="71308" y="290028"/>
                  </a:lnTo>
                  <a:lnTo>
                    <a:pt x="70282" y="290028"/>
                  </a:lnTo>
                  <a:lnTo>
                    <a:pt x="68984" y="291298"/>
                  </a:lnTo>
                  <a:lnTo>
                    <a:pt x="67539" y="292568"/>
                  </a:lnTo>
                  <a:lnTo>
                    <a:pt x="66555" y="295108"/>
                  </a:lnTo>
                  <a:lnTo>
                    <a:pt x="65539" y="297648"/>
                  </a:lnTo>
                  <a:lnTo>
                    <a:pt x="64963" y="300188"/>
                  </a:lnTo>
                  <a:lnTo>
                    <a:pt x="64883" y="301268"/>
                  </a:lnTo>
                  <a:lnTo>
                    <a:pt x="75048" y="288882"/>
                  </a:lnTo>
                  <a:lnTo>
                    <a:pt x="74722" y="288758"/>
                  </a:lnTo>
                  <a:close/>
                </a:path>
                <a:path w="312420" h="380365">
                  <a:moveTo>
                    <a:pt x="85845" y="265591"/>
                  </a:moveTo>
                  <a:lnTo>
                    <a:pt x="80426" y="272194"/>
                  </a:lnTo>
                  <a:lnTo>
                    <a:pt x="84190" y="277743"/>
                  </a:lnTo>
                  <a:lnTo>
                    <a:pt x="89671" y="271064"/>
                  </a:lnTo>
                  <a:lnTo>
                    <a:pt x="88564" y="269708"/>
                  </a:lnTo>
                  <a:lnTo>
                    <a:pt x="85968" y="265898"/>
                  </a:lnTo>
                  <a:lnTo>
                    <a:pt x="85845" y="265591"/>
                  </a:lnTo>
                  <a:close/>
                </a:path>
                <a:path w="312420" h="380365">
                  <a:moveTo>
                    <a:pt x="151505" y="193508"/>
                  </a:moveTo>
                  <a:lnTo>
                    <a:pt x="146175" y="194778"/>
                  </a:lnTo>
                  <a:lnTo>
                    <a:pt x="143082" y="195848"/>
                  </a:lnTo>
                  <a:lnTo>
                    <a:pt x="91464" y="258745"/>
                  </a:lnTo>
                  <a:lnTo>
                    <a:pt x="97364" y="257008"/>
                  </a:lnTo>
                  <a:lnTo>
                    <a:pt x="126423" y="226280"/>
                  </a:lnTo>
                  <a:lnTo>
                    <a:pt x="130563" y="211288"/>
                  </a:lnTo>
                  <a:lnTo>
                    <a:pt x="131704" y="211288"/>
                  </a:lnTo>
                  <a:lnTo>
                    <a:pt x="133861" y="210018"/>
                  </a:lnTo>
                  <a:lnTo>
                    <a:pt x="139285" y="207478"/>
                  </a:lnTo>
                  <a:lnTo>
                    <a:pt x="141421" y="206208"/>
                  </a:lnTo>
                  <a:lnTo>
                    <a:pt x="142896" y="206208"/>
                  </a:lnTo>
                  <a:lnTo>
                    <a:pt x="153111" y="193760"/>
                  </a:lnTo>
                  <a:lnTo>
                    <a:pt x="151505" y="193508"/>
                  </a:lnTo>
                  <a:close/>
                </a:path>
                <a:path w="312420" h="380365">
                  <a:moveTo>
                    <a:pt x="213324" y="110258"/>
                  </a:moveTo>
                  <a:lnTo>
                    <a:pt x="165528" y="168498"/>
                  </a:lnTo>
                  <a:lnTo>
                    <a:pt x="164761" y="173188"/>
                  </a:lnTo>
                  <a:lnTo>
                    <a:pt x="164405" y="179538"/>
                  </a:lnTo>
                  <a:lnTo>
                    <a:pt x="164473" y="179917"/>
                  </a:lnTo>
                  <a:lnTo>
                    <a:pt x="173542" y="168865"/>
                  </a:lnTo>
                  <a:lnTo>
                    <a:pt x="173913" y="166838"/>
                  </a:lnTo>
                  <a:lnTo>
                    <a:pt x="174478" y="164298"/>
                  </a:lnTo>
                  <a:lnTo>
                    <a:pt x="175515" y="160488"/>
                  </a:lnTo>
                  <a:lnTo>
                    <a:pt x="182373" y="158104"/>
                  </a:lnTo>
                  <a:lnTo>
                    <a:pt x="210804" y="123461"/>
                  </a:lnTo>
                  <a:lnTo>
                    <a:pt x="211250" y="122388"/>
                  </a:lnTo>
                  <a:lnTo>
                    <a:pt x="213324" y="110258"/>
                  </a:lnTo>
                  <a:close/>
                </a:path>
                <a:path w="312420" h="380365">
                  <a:moveTo>
                    <a:pt x="284676" y="33447"/>
                  </a:moveTo>
                  <a:lnTo>
                    <a:pt x="273484" y="36953"/>
                  </a:lnTo>
                  <a:lnTo>
                    <a:pt x="238806" y="79208"/>
                  </a:lnTo>
                  <a:lnTo>
                    <a:pt x="247121" y="79208"/>
                  </a:lnTo>
                  <a:lnTo>
                    <a:pt x="284676" y="33447"/>
                  </a:lnTo>
                  <a:close/>
                </a:path>
                <a:path w="312420" h="380365">
                  <a:moveTo>
                    <a:pt x="246079" y="80478"/>
                  </a:moveTo>
                  <a:lnTo>
                    <a:pt x="237764" y="80478"/>
                  </a:lnTo>
                  <a:lnTo>
                    <a:pt x="230836" y="88920"/>
                  </a:lnTo>
                  <a:lnTo>
                    <a:pt x="238171" y="86828"/>
                  </a:lnTo>
                  <a:lnTo>
                    <a:pt x="244661" y="82206"/>
                  </a:lnTo>
                  <a:lnTo>
                    <a:pt x="246079" y="80478"/>
                  </a:lnTo>
                  <a:close/>
                </a:path>
                <a:path w="312420" h="380365">
                  <a:moveTo>
                    <a:pt x="231348" y="96988"/>
                  </a:moveTo>
                  <a:lnTo>
                    <a:pt x="228822" y="96988"/>
                  </a:lnTo>
                  <a:lnTo>
                    <a:pt x="230456" y="99515"/>
                  </a:lnTo>
                  <a:lnTo>
                    <a:pt x="232239" y="97342"/>
                  </a:lnTo>
                  <a:lnTo>
                    <a:pt x="231348" y="96988"/>
                  </a:lnTo>
                  <a:close/>
                </a:path>
              </a:pathLst>
            </a:custGeom>
            <a:solidFill>
              <a:srgbClr val="EFC6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 descr=""/>
            <p:cNvSpPr/>
            <p:nvPr/>
          </p:nvSpPr>
          <p:spPr>
            <a:xfrm>
              <a:off x="10645115" y="6553623"/>
              <a:ext cx="320675" cy="391160"/>
            </a:xfrm>
            <a:custGeom>
              <a:avLst/>
              <a:gdLst/>
              <a:ahLst/>
              <a:cxnLst/>
              <a:rect l="l" t="t" r="r" b="b"/>
              <a:pathLst>
                <a:path w="320675" h="391159">
                  <a:moveTo>
                    <a:pt x="320534" y="0"/>
                  </a:moveTo>
                  <a:lnTo>
                    <a:pt x="312125" y="116"/>
                  </a:lnTo>
                  <a:lnTo>
                    <a:pt x="301200" y="13428"/>
                  </a:lnTo>
                  <a:lnTo>
                    <a:pt x="309601" y="13322"/>
                  </a:lnTo>
                  <a:lnTo>
                    <a:pt x="320534" y="0"/>
                  </a:lnTo>
                  <a:close/>
                </a:path>
                <a:path w="320675" h="391159">
                  <a:moveTo>
                    <a:pt x="11449" y="366494"/>
                  </a:moveTo>
                  <a:lnTo>
                    <a:pt x="0" y="380446"/>
                  </a:lnTo>
                  <a:lnTo>
                    <a:pt x="0" y="390571"/>
                  </a:lnTo>
                  <a:lnTo>
                    <a:pt x="11449" y="376620"/>
                  </a:lnTo>
                  <a:lnTo>
                    <a:pt x="11449" y="366494"/>
                  </a:lnTo>
                  <a:close/>
                </a:path>
                <a:path w="320675" h="391159">
                  <a:moveTo>
                    <a:pt x="35901" y="336699"/>
                  </a:moveTo>
                  <a:lnTo>
                    <a:pt x="21720" y="353980"/>
                  </a:lnTo>
                  <a:lnTo>
                    <a:pt x="22381" y="363299"/>
                  </a:lnTo>
                  <a:lnTo>
                    <a:pt x="32849" y="350544"/>
                  </a:lnTo>
                  <a:lnTo>
                    <a:pt x="32793" y="349834"/>
                  </a:lnTo>
                  <a:lnTo>
                    <a:pt x="35901" y="336699"/>
                  </a:lnTo>
                  <a:close/>
                </a:path>
                <a:path w="320675" h="391159">
                  <a:moveTo>
                    <a:pt x="62513" y="304272"/>
                  </a:moveTo>
                  <a:lnTo>
                    <a:pt x="55347" y="313004"/>
                  </a:lnTo>
                  <a:lnTo>
                    <a:pt x="55458" y="314274"/>
                  </a:lnTo>
                  <a:lnTo>
                    <a:pt x="55835" y="314274"/>
                  </a:lnTo>
                  <a:lnTo>
                    <a:pt x="55888" y="315544"/>
                  </a:lnTo>
                  <a:lnTo>
                    <a:pt x="55657" y="318084"/>
                  </a:lnTo>
                  <a:lnTo>
                    <a:pt x="55406" y="318084"/>
                  </a:lnTo>
                  <a:lnTo>
                    <a:pt x="55427" y="319354"/>
                  </a:lnTo>
                  <a:lnTo>
                    <a:pt x="55081" y="319354"/>
                  </a:lnTo>
                  <a:lnTo>
                    <a:pt x="54903" y="320624"/>
                  </a:lnTo>
                  <a:lnTo>
                    <a:pt x="54610" y="320624"/>
                  </a:lnTo>
                  <a:lnTo>
                    <a:pt x="54118" y="321894"/>
                  </a:lnTo>
                  <a:lnTo>
                    <a:pt x="53448" y="323164"/>
                  </a:lnTo>
                  <a:lnTo>
                    <a:pt x="51343" y="325704"/>
                  </a:lnTo>
                  <a:lnTo>
                    <a:pt x="49794" y="326974"/>
                  </a:lnTo>
                  <a:lnTo>
                    <a:pt x="45762" y="326974"/>
                  </a:lnTo>
                  <a:lnTo>
                    <a:pt x="44631" y="328244"/>
                  </a:lnTo>
                  <a:lnTo>
                    <a:pt x="44631" y="332054"/>
                  </a:lnTo>
                  <a:lnTo>
                    <a:pt x="45762" y="333324"/>
                  </a:lnTo>
                  <a:lnTo>
                    <a:pt x="46981" y="333324"/>
                  </a:lnTo>
                  <a:lnTo>
                    <a:pt x="64539" y="311929"/>
                  </a:lnTo>
                  <a:lnTo>
                    <a:pt x="64432" y="311734"/>
                  </a:lnTo>
                  <a:lnTo>
                    <a:pt x="64264" y="310464"/>
                  </a:lnTo>
                  <a:lnTo>
                    <a:pt x="64118" y="310464"/>
                  </a:lnTo>
                  <a:lnTo>
                    <a:pt x="63416" y="306654"/>
                  </a:lnTo>
                  <a:lnTo>
                    <a:pt x="62513" y="304272"/>
                  </a:lnTo>
                  <a:close/>
                </a:path>
                <a:path w="320675" h="391159">
                  <a:moveTo>
                    <a:pt x="75048" y="288997"/>
                  </a:moveTo>
                  <a:lnTo>
                    <a:pt x="64886" y="301381"/>
                  </a:lnTo>
                  <a:lnTo>
                    <a:pt x="64872" y="307924"/>
                  </a:lnTo>
                  <a:lnTo>
                    <a:pt x="65490" y="310771"/>
                  </a:lnTo>
                  <a:lnTo>
                    <a:pt x="79354" y="293878"/>
                  </a:lnTo>
                  <a:lnTo>
                    <a:pt x="78054" y="290144"/>
                  </a:lnTo>
                  <a:lnTo>
                    <a:pt x="75048" y="288997"/>
                  </a:lnTo>
                  <a:close/>
                </a:path>
                <a:path w="320675" h="391159">
                  <a:moveTo>
                    <a:pt x="89672" y="271178"/>
                  </a:moveTo>
                  <a:lnTo>
                    <a:pt x="84191" y="277857"/>
                  </a:lnTo>
                  <a:lnTo>
                    <a:pt x="84766" y="278714"/>
                  </a:lnTo>
                  <a:lnTo>
                    <a:pt x="87159" y="284367"/>
                  </a:lnTo>
                  <a:lnTo>
                    <a:pt x="94284" y="275686"/>
                  </a:lnTo>
                  <a:lnTo>
                    <a:pt x="90640" y="272364"/>
                  </a:lnTo>
                  <a:lnTo>
                    <a:pt x="89672" y="271178"/>
                  </a:lnTo>
                  <a:close/>
                </a:path>
                <a:path w="320675" h="391159">
                  <a:moveTo>
                    <a:pt x="111551" y="252044"/>
                  </a:moveTo>
                  <a:lnTo>
                    <a:pt x="109362" y="253314"/>
                  </a:lnTo>
                  <a:lnTo>
                    <a:pt x="107425" y="253314"/>
                  </a:lnTo>
                  <a:lnTo>
                    <a:pt x="105488" y="254584"/>
                  </a:lnTo>
                  <a:lnTo>
                    <a:pt x="103907" y="255854"/>
                  </a:lnTo>
                  <a:lnTo>
                    <a:pt x="102588" y="257124"/>
                  </a:lnTo>
                  <a:lnTo>
                    <a:pt x="102043" y="258394"/>
                  </a:lnTo>
                  <a:lnTo>
                    <a:pt x="100504" y="262204"/>
                  </a:lnTo>
                  <a:lnTo>
                    <a:pt x="101069" y="264744"/>
                  </a:lnTo>
                  <a:lnTo>
                    <a:pt x="102247" y="265983"/>
                  </a:lnTo>
                  <a:lnTo>
                    <a:pt x="113287" y="252530"/>
                  </a:lnTo>
                  <a:lnTo>
                    <a:pt x="111551" y="252044"/>
                  </a:lnTo>
                  <a:close/>
                </a:path>
                <a:path w="320675" h="391159">
                  <a:moveTo>
                    <a:pt x="126429" y="226389"/>
                  </a:moveTo>
                  <a:lnTo>
                    <a:pt x="103919" y="253819"/>
                  </a:lnTo>
                  <a:lnTo>
                    <a:pt x="109954" y="250774"/>
                  </a:lnTo>
                  <a:lnTo>
                    <a:pt x="120786" y="238074"/>
                  </a:lnTo>
                  <a:lnTo>
                    <a:pt x="124136" y="231724"/>
                  </a:lnTo>
                  <a:lnTo>
                    <a:pt x="126429" y="226389"/>
                  </a:lnTo>
                  <a:close/>
                </a:path>
                <a:path w="320675" h="391159">
                  <a:moveTo>
                    <a:pt x="173546" y="168977"/>
                  </a:moveTo>
                  <a:lnTo>
                    <a:pt x="164475" y="180030"/>
                  </a:lnTo>
                  <a:lnTo>
                    <a:pt x="165958" y="188350"/>
                  </a:lnTo>
                  <a:lnTo>
                    <a:pt x="172374" y="180533"/>
                  </a:lnTo>
                  <a:lnTo>
                    <a:pt x="172251" y="179654"/>
                  </a:lnTo>
                  <a:lnTo>
                    <a:pt x="172523" y="174574"/>
                  </a:lnTo>
                  <a:lnTo>
                    <a:pt x="173546" y="168977"/>
                  </a:lnTo>
                  <a:close/>
                </a:path>
                <a:path w="320675" h="391159">
                  <a:moveTo>
                    <a:pt x="210810" y="123570"/>
                  </a:moveTo>
                  <a:lnTo>
                    <a:pt x="182372" y="158222"/>
                  </a:lnTo>
                  <a:lnTo>
                    <a:pt x="182826" y="158064"/>
                  </a:lnTo>
                  <a:lnTo>
                    <a:pt x="189747" y="154254"/>
                  </a:lnTo>
                  <a:lnTo>
                    <a:pt x="195402" y="149174"/>
                  </a:lnTo>
                  <a:lnTo>
                    <a:pt x="205441" y="136474"/>
                  </a:lnTo>
                  <a:lnTo>
                    <a:pt x="210810" y="123570"/>
                  </a:lnTo>
                  <a:close/>
                </a:path>
                <a:path w="320675" h="391159">
                  <a:moveTo>
                    <a:pt x="153112" y="193876"/>
                  </a:moveTo>
                  <a:lnTo>
                    <a:pt x="142896" y="206324"/>
                  </a:lnTo>
                  <a:lnTo>
                    <a:pt x="143550" y="206324"/>
                  </a:lnTo>
                  <a:lnTo>
                    <a:pt x="147770" y="203784"/>
                  </a:lnTo>
                  <a:lnTo>
                    <a:pt x="153292" y="203784"/>
                  </a:lnTo>
                  <a:lnTo>
                    <a:pt x="160307" y="195237"/>
                  </a:lnTo>
                  <a:lnTo>
                    <a:pt x="159591" y="194894"/>
                  </a:lnTo>
                  <a:lnTo>
                    <a:pt x="153112" y="193876"/>
                  </a:lnTo>
                  <a:close/>
                </a:path>
                <a:path w="320675" h="391159">
                  <a:moveTo>
                    <a:pt x="288603" y="32334"/>
                  </a:moveTo>
                  <a:lnTo>
                    <a:pt x="284675" y="33565"/>
                  </a:lnTo>
                  <a:lnTo>
                    <a:pt x="247121" y="79324"/>
                  </a:lnTo>
                  <a:lnTo>
                    <a:pt x="248873" y="79324"/>
                  </a:lnTo>
                  <a:lnTo>
                    <a:pt x="252440" y="76784"/>
                  </a:lnTo>
                  <a:lnTo>
                    <a:pt x="265703" y="61544"/>
                  </a:lnTo>
                  <a:lnTo>
                    <a:pt x="277634" y="50114"/>
                  </a:lnTo>
                  <a:lnTo>
                    <a:pt x="280309" y="49014"/>
                  </a:lnTo>
                  <a:lnTo>
                    <a:pt x="293643" y="32766"/>
                  </a:lnTo>
                  <a:lnTo>
                    <a:pt x="288603" y="32334"/>
                  </a:lnTo>
                  <a:close/>
                </a:path>
                <a:path w="320675" h="391159">
                  <a:moveTo>
                    <a:pt x="247090" y="80594"/>
                  </a:moveTo>
                  <a:lnTo>
                    <a:pt x="246079" y="80594"/>
                  </a:lnTo>
                  <a:lnTo>
                    <a:pt x="244657" y="82327"/>
                  </a:lnTo>
                  <a:lnTo>
                    <a:pt x="247090" y="80594"/>
                  </a:lnTo>
                  <a:close/>
                </a:path>
                <a:path w="320675" h="391159">
                  <a:moveTo>
                    <a:pt x="232239" y="97458"/>
                  </a:moveTo>
                  <a:lnTo>
                    <a:pt x="230457" y="99629"/>
                  </a:lnTo>
                  <a:lnTo>
                    <a:pt x="234120" y="105296"/>
                  </a:lnTo>
                  <a:lnTo>
                    <a:pt x="238555" y="99892"/>
                  </a:lnTo>
                  <a:lnTo>
                    <a:pt x="237695" y="99629"/>
                  </a:lnTo>
                  <a:lnTo>
                    <a:pt x="232239" y="97458"/>
                  </a:lnTo>
                  <a:close/>
                </a:path>
              </a:pathLst>
            </a:custGeom>
            <a:solidFill>
              <a:srgbClr val="EEC5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 descr=""/>
            <p:cNvSpPr/>
            <p:nvPr/>
          </p:nvSpPr>
          <p:spPr>
            <a:xfrm>
              <a:off x="10645114" y="6553507"/>
              <a:ext cx="329565" cy="401320"/>
            </a:xfrm>
            <a:custGeom>
              <a:avLst/>
              <a:gdLst/>
              <a:ahLst/>
              <a:cxnLst/>
              <a:rect l="l" t="t" r="r" b="b"/>
              <a:pathLst>
                <a:path w="329565" h="401320">
                  <a:moveTo>
                    <a:pt x="328944" y="0"/>
                  </a:moveTo>
                  <a:lnTo>
                    <a:pt x="320534" y="116"/>
                  </a:lnTo>
                  <a:lnTo>
                    <a:pt x="309601" y="13438"/>
                  </a:lnTo>
                  <a:lnTo>
                    <a:pt x="318002" y="13332"/>
                  </a:lnTo>
                  <a:lnTo>
                    <a:pt x="328944" y="0"/>
                  </a:lnTo>
                  <a:close/>
                </a:path>
                <a:path w="329565" h="401320">
                  <a:moveTo>
                    <a:pt x="11450" y="376735"/>
                  </a:moveTo>
                  <a:lnTo>
                    <a:pt x="0" y="390687"/>
                  </a:lnTo>
                  <a:lnTo>
                    <a:pt x="0" y="400813"/>
                  </a:lnTo>
                  <a:lnTo>
                    <a:pt x="11450" y="386860"/>
                  </a:lnTo>
                  <a:lnTo>
                    <a:pt x="11450" y="376735"/>
                  </a:lnTo>
                  <a:close/>
                </a:path>
                <a:path w="329565" h="401320">
                  <a:moveTo>
                    <a:pt x="32850" y="350659"/>
                  </a:moveTo>
                  <a:lnTo>
                    <a:pt x="22382" y="363414"/>
                  </a:lnTo>
                  <a:lnTo>
                    <a:pt x="22598" y="366460"/>
                  </a:lnTo>
                  <a:lnTo>
                    <a:pt x="23934" y="371649"/>
                  </a:lnTo>
                  <a:lnTo>
                    <a:pt x="33581" y="359895"/>
                  </a:lnTo>
                  <a:lnTo>
                    <a:pt x="32850" y="350659"/>
                  </a:lnTo>
                  <a:close/>
                </a:path>
                <a:path w="329565" h="401320">
                  <a:moveTo>
                    <a:pt x="64540" y="312044"/>
                  </a:moveTo>
                  <a:lnTo>
                    <a:pt x="46981" y="333440"/>
                  </a:lnTo>
                  <a:lnTo>
                    <a:pt x="51480" y="333440"/>
                  </a:lnTo>
                  <a:lnTo>
                    <a:pt x="60841" y="325820"/>
                  </a:lnTo>
                  <a:lnTo>
                    <a:pt x="61501" y="325820"/>
                  </a:lnTo>
                  <a:lnTo>
                    <a:pt x="62548" y="323280"/>
                  </a:lnTo>
                  <a:lnTo>
                    <a:pt x="62831" y="322010"/>
                  </a:lnTo>
                  <a:lnTo>
                    <a:pt x="63040" y="322010"/>
                  </a:lnTo>
                  <a:lnTo>
                    <a:pt x="63281" y="320740"/>
                  </a:lnTo>
                  <a:lnTo>
                    <a:pt x="63773" y="319470"/>
                  </a:lnTo>
                  <a:lnTo>
                    <a:pt x="64422" y="316930"/>
                  </a:lnTo>
                  <a:lnTo>
                    <a:pt x="64540" y="312044"/>
                  </a:lnTo>
                  <a:close/>
                </a:path>
                <a:path w="329565" h="401320">
                  <a:moveTo>
                    <a:pt x="79354" y="293994"/>
                  </a:moveTo>
                  <a:lnTo>
                    <a:pt x="65491" y="310887"/>
                  </a:lnTo>
                  <a:lnTo>
                    <a:pt x="65700" y="311850"/>
                  </a:lnTo>
                  <a:lnTo>
                    <a:pt x="66569" y="314390"/>
                  </a:lnTo>
                  <a:lnTo>
                    <a:pt x="68014" y="316930"/>
                  </a:lnTo>
                  <a:lnTo>
                    <a:pt x="68413" y="317451"/>
                  </a:lnTo>
                  <a:lnTo>
                    <a:pt x="77285" y="306641"/>
                  </a:lnTo>
                  <a:lnTo>
                    <a:pt x="76956" y="305500"/>
                  </a:lnTo>
                  <a:lnTo>
                    <a:pt x="76851" y="302960"/>
                  </a:lnTo>
                  <a:lnTo>
                    <a:pt x="77008" y="301690"/>
                  </a:lnTo>
                  <a:lnTo>
                    <a:pt x="76307" y="301690"/>
                  </a:lnTo>
                  <a:lnTo>
                    <a:pt x="79113" y="300420"/>
                  </a:lnTo>
                  <a:lnTo>
                    <a:pt x="80265" y="296610"/>
                  </a:lnTo>
                  <a:lnTo>
                    <a:pt x="79354" y="293994"/>
                  </a:lnTo>
                  <a:close/>
                </a:path>
                <a:path w="329565" h="401320">
                  <a:moveTo>
                    <a:pt x="94284" y="275801"/>
                  </a:moveTo>
                  <a:lnTo>
                    <a:pt x="87160" y="284483"/>
                  </a:lnTo>
                  <a:lnTo>
                    <a:pt x="89573" y="290260"/>
                  </a:lnTo>
                  <a:lnTo>
                    <a:pt x="89749" y="291454"/>
                  </a:lnTo>
                  <a:lnTo>
                    <a:pt x="99960" y="279012"/>
                  </a:lnTo>
                  <a:lnTo>
                    <a:pt x="99688" y="278830"/>
                  </a:lnTo>
                  <a:lnTo>
                    <a:pt x="96191" y="277560"/>
                  </a:lnTo>
                  <a:lnTo>
                    <a:pt x="94284" y="275801"/>
                  </a:lnTo>
                  <a:close/>
                </a:path>
                <a:path w="329565" h="401320">
                  <a:moveTo>
                    <a:pt x="113287" y="252646"/>
                  </a:moveTo>
                  <a:lnTo>
                    <a:pt x="102247" y="266099"/>
                  </a:lnTo>
                  <a:lnTo>
                    <a:pt x="105897" y="269940"/>
                  </a:lnTo>
                  <a:lnTo>
                    <a:pt x="108020" y="269192"/>
                  </a:lnTo>
                  <a:lnTo>
                    <a:pt x="120202" y="254348"/>
                  </a:lnTo>
                  <a:lnTo>
                    <a:pt x="118473" y="253430"/>
                  </a:lnTo>
                  <a:lnTo>
                    <a:pt x="116086" y="253430"/>
                  </a:lnTo>
                  <a:lnTo>
                    <a:pt x="113287" y="252646"/>
                  </a:lnTo>
                  <a:close/>
                </a:path>
                <a:path w="329565" h="401320">
                  <a:moveTo>
                    <a:pt x="172375" y="180648"/>
                  </a:moveTo>
                  <a:lnTo>
                    <a:pt x="165959" y="188466"/>
                  </a:lnTo>
                  <a:lnTo>
                    <a:pt x="166220" y="189930"/>
                  </a:lnTo>
                  <a:lnTo>
                    <a:pt x="167194" y="192470"/>
                  </a:lnTo>
                  <a:lnTo>
                    <a:pt x="168766" y="195174"/>
                  </a:lnTo>
                  <a:lnTo>
                    <a:pt x="173831" y="189002"/>
                  </a:lnTo>
                  <a:lnTo>
                    <a:pt x="173707" y="188660"/>
                  </a:lnTo>
                  <a:lnTo>
                    <a:pt x="172963" y="184850"/>
                  </a:lnTo>
                  <a:lnTo>
                    <a:pt x="172375" y="180648"/>
                  </a:lnTo>
                  <a:close/>
                </a:path>
                <a:path w="329565" h="401320">
                  <a:moveTo>
                    <a:pt x="160307" y="195353"/>
                  </a:moveTo>
                  <a:lnTo>
                    <a:pt x="153292" y="203900"/>
                  </a:lnTo>
                  <a:lnTo>
                    <a:pt x="160021" y="203900"/>
                  </a:lnTo>
                  <a:lnTo>
                    <a:pt x="161035" y="204593"/>
                  </a:lnTo>
                  <a:lnTo>
                    <a:pt x="166199" y="198301"/>
                  </a:lnTo>
                  <a:lnTo>
                    <a:pt x="162241" y="196280"/>
                  </a:lnTo>
                  <a:lnTo>
                    <a:pt x="160307" y="195353"/>
                  </a:lnTo>
                  <a:close/>
                </a:path>
                <a:path w="329565" h="401320">
                  <a:moveTo>
                    <a:pt x="228310" y="122620"/>
                  </a:moveTo>
                  <a:lnTo>
                    <a:pt x="222522" y="122620"/>
                  </a:lnTo>
                  <a:lnTo>
                    <a:pt x="218815" y="125160"/>
                  </a:lnTo>
                  <a:lnTo>
                    <a:pt x="217831" y="127700"/>
                  </a:lnTo>
                  <a:lnTo>
                    <a:pt x="216323" y="134050"/>
                  </a:lnTo>
                  <a:lnTo>
                    <a:pt x="217365" y="135957"/>
                  </a:lnTo>
                  <a:lnTo>
                    <a:pt x="222557" y="129630"/>
                  </a:lnTo>
                  <a:lnTo>
                    <a:pt x="223925" y="127700"/>
                  </a:lnTo>
                  <a:lnTo>
                    <a:pt x="224141" y="127700"/>
                  </a:lnTo>
                  <a:lnTo>
                    <a:pt x="228310" y="122620"/>
                  </a:lnTo>
                  <a:close/>
                </a:path>
                <a:path w="329565" h="401320">
                  <a:moveTo>
                    <a:pt x="293643" y="32883"/>
                  </a:moveTo>
                  <a:lnTo>
                    <a:pt x="280308" y="49131"/>
                  </a:lnTo>
                  <a:lnTo>
                    <a:pt x="289991" y="45150"/>
                  </a:lnTo>
                  <a:lnTo>
                    <a:pt x="291889" y="45150"/>
                  </a:lnTo>
                  <a:lnTo>
                    <a:pt x="301410" y="33549"/>
                  </a:lnTo>
                  <a:lnTo>
                    <a:pt x="293643" y="32883"/>
                  </a:lnTo>
                  <a:close/>
                </a:path>
                <a:path w="329565" h="401320">
                  <a:moveTo>
                    <a:pt x="291889" y="45150"/>
                  </a:moveTo>
                  <a:lnTo>
                    <a:pt x="289991" y="45150"/>
                  </a:lnTo>
                  <a:lnTo>
                    <a:pt x="291733" y="45340"/>
                  </a:lnTo>
                  <a:lnTo>
                    <a:pt x="291889" y="45150"/>
                  </a:lnTo>
                  <a:close/>
                </a:path>
                <a:path w="329565" h="401320">
                  <a:moveTo>
                    <a:pt x="238555" y="100008"/>
                  </a:moveTo>
                  <a:lnTo>
                    <a:pt x="234120" y="105411"/>
                  </a:lnTo>
                  <a:lnTo>
                    <a:pt x="234572" y="106110"/>
                  </a:lnTo>
                  <a:lnTo>
                    <a:pt x="237425" y="111513"/>
                  </a:lnTo>
                  <a:lnTo>
                    <a:pt x="245221" y="102014"/>
                  </a:lnTo>
                  <a:lnTo>
                    <a:pt x="238555" y="100008"/>
                  </a:lnTo>
                  <a:close/>
                </a:path>
              </a:pathLst>
            </a:custGeom>
            <a:solidFill>
              <a:srgbClr val="EDC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 descr=""/>
            <p:cNvSpPr/>
            <p:nvPr/>
          </p:nvSpPr>
          <p:spPr>
            <a:xfrm>
              <a:off x="10645114" y="6553390"/>
              <a:ext cx="337820" cy="411480"/>
            </a:xfrm>
            <a:custGeom>
              <a:avLst/>
              <a:gdLst/>
              <a:ahLst/>
              <a:cxnLst/>
              <a:rect l="l" t="t" r="r" b="b"/>
              <a:pathLst>
                <a:path w="337820" h="411479">
                  <a:moveTo>
                    <a:pt x="337353" y="0"/>
                  </a:moveTo>
                  <a:lnTo>
                    <a:pt x="328944" y="116"/>
                  </a:lnTo>
                  <a:lnTo>
                    <a:pt x="318002" y="13448"/>
                  </a:lnTo>
                  <a:lnTo>
                    <a:pt x="326403" y="13342"/>
                  </a:lnTo>
                  <a:lnTo>
                    <a:pt x="337353" y="0"/>
                  </a:lnTo>
                  <a:close/>
                </a:path>
                <a:path w="337820" h="411479">
                  <a:moveTo>
                    <a:pt x="11450" y="386977"/>
                  </a:moveTo>
                  <a:lnTo>
                    <a:pt x="0" y="400929"/>
                  </a:lnTo>
                  <a:lnTo>
                    <a:pt x="0" y="411065"/>
                  </a:lnTo>
                  <a:lnTo>
                    <a:pt x="11450" y="397112"/>
                  </a:lnTo>
                  <a:lnTo>
                    <a:pt x="11450" y="386977"/>
                  </a:lnTo>
                  <a:close/>
                </a:path>
                <a:path w="337820" h="411479">
                  <a:moveTo>
                    <a:pt x="33581" y="360011"/>
                  </a:moveTo>
                  <a:lnTo>
                    <a:pt x="23934" y="371765"/>
                  </a:lnTo>
                  <a:lnTo>
                    <a:pt x="25917" y="379484"/>
                  </a:lnTo>
                  <a:lnTo>
                    <a:pt x="34990" y="368429"/>
                  </a:lnTo>
                  <a:lnTo>
                    <a:pt x="33899" y="364036"/>
                  </a:lnTo>
                  <a:lnTo>
                    <a:pt x="33581" y="360011"/>
                  </a:lnTo>
                  <a:close/>
                </a:path>
                <a:path w="337820" h="411479">
                  <a:moveTo>
                    <a:pt x="59838" y="328017"/>
                  </a:moveTo>
                  <a:lnTo>
                    <a:pt x="59058" y="328967"/>
                  </a:lnTo>
                  <a:lnTo>
                    <a:pt x="59616" y="328476"/>
                  </a:lnTo>
                  <a:lnTo>
                    <a:pt x="59838" y="328017"/>
                  </a:lnTo>
                  <a:close/>
                </a:path>
                <a:path w="337820" h="411479">
                  <a:moveTo>
                    <a:pt x="77285" y="306758"/>
                  </a:moveTo>
                  <a:lnTo>
                    <a:pt x="68413" y="317568"/>
                  </a:lnTo>
                  <a:lnTo>
                    <a:pt x="71909" y="322126"/>
                  </a:lnTo>
                  <a:lnTo>
                    <a:pt x="72990" y="322126"/>
                  </a:lnTo>
                  <a:lnTo>
                    <a:pt x="82370" y="310696"/>
                  </a:lnTo>
                  <a:lnTo>
                    <a:pt x="79364" y="310696"/>
                  </a:lnTo>
                  <a:lnTo>
                    <a:pt x="78191" y="309426"/>
                  </a:lnTo>
                  <a:lnTo>
                    <a:pt x="77626" y="308156"/>
                  </a:lnTo>
                  <a:lnTo>
                    <a:pt x="77285" y="306758"/>
                  </a:lnTo>
                  <a:close/>
                </a:path>
                <a:path w="337820" h="411479">
                  <a:moveTo>
                    <a:pt x="160540" y="215446"/>
                  </a:moveTo>
                  <a:lnTo>
                    <a:pt x="156702" y="215446"/>
                  </a:lnTo>
                  <a:lnTo>
                    <a:pt x="156524" y="216716"/>
                  </a:lnTo>
                  <a:lnTo>
                    <a:pt x="155718" y="216716"/>
                  </a:lnTo>
                  <a:lnTo>
                    <a:pt x="155173" y="217986"/>
                  </a:lnTo>
                  <a:lnTo>
                    <a:pt x="154430" y="219256"/>
                  </a:lnTo>
                  <a:lnTo>
                    <a:pt x="154210" y="220526"/>
                  </a:lnTo>
                  <a:lnTo>
                    <a:pt x="154161" y="223219"/>
                  </a:lnTo>
                  <a:lnTo>
                    <a:pt x="157263" y="219439"/>
                  </a:lnTo>
                  <a:lnTo>
                    <a:pt x="157299" y="219256"/>
                  </a:lnTo>
                  <a:lnTo>
                    <a:pt x="157833" y="217986"/>
                  </a:lnTo>
                  <a:lnTo>
                    <a:pt x="158455" y="217986"/>
                  </a:lnTo>
                  <a:lnTo>
                    <a:pt x="160540" y="215446"/>
                  </a:lnTo>
                  <a:close/>
                </a:path>
                <a:path w="337820" h="411479">
                  <a:moveTo>
                    <a:pt x="99960" y="279128"/>
                  </a:moveTo>
                  <a:lnTo>
                    <a:pt x="89749" y="291571"/>
                  </a:lnTo>
                  <a:lnTo>
                    <a:pt x="90694" y="297996"/>
                  </a:lnTo>
                  <a:lnTo>
                    <a:pt x="90850" y="300364"/>
                  </a:lnTo>
                  <a:lnTo>
                    <a:pt x="98340" y="291237"/>
                  </a:lnTo>
                  <a:lnTo>
                    <a:pt x="97636" y="289106"/>
                  </a:lnTo>
                  <a:lnTo>
                    <a:pt x="100088" y="289106"/>
                  </a:lnTo>
                  <a:lnTo>
                    <a:pt x="106008" y="281893"/>
                  </a:lnTo>
                  <a:lnTo>
                    <a:pt x="105384" y="281486"/>
                  </a:lnTo>
                  <a:lnTo>
                    <a:pt x="103489" y="281486"/>
                  </a:lnTo>
                  <a:lnTo>
                    <a:pt x="99960" y="279128"/>
                  </a:lnTo>
                  <a:close/>
                </a:path>
                <a:path w="337820" h="411479">
                  <a:moveTo>
                    <a:pt x="100088" y="289106"/>
                  </a:moveTo>
                  <a:lnTo>
                    <a:pt x="98348" y="289106"/>
                  </a:lnTo>
                  <a:lnTo>
                    <a:pt x="99078" y="290337"/>
                  </a:lnTo>
                  <a:lnTo>
                    <a:pt x="100088" y="289106"/>
                  </a:lnTo>
                  <a:close/>
                </a:path>
                <a:path w="337820" h="411479">
                  <a:moveTo>
                    <a:pt x="120202" y="254464"/>
                  </a:moveTo>
                  <a:lnTo>
                    <a:pt x="108020" y="269308"/>
                  </a:lnTo>
                  <a:lnTo>
                    <a:pt x="109499" y="268786"/>
                  </a:lnTo>
                  <a:lnTo>
                    <a:pt x="111646" y="266246"/>
                  </a:lnTo>
                  <a:lnTo>
                    <a:pt x="118849" y="266246"/>
                  </a:lnTo>
                  <a:lnTo>
                    <a:pt x="125406" y="258257"/>
                  </a:lnTo>
                  <a:lnTo>
                    <a:pt x="123258" y="256086"/>
                  </a:lnTo>
                  <a:lnTo>
                    <a:pt x="120202" y="254464"/>
                  </a:lnTo>
                  <a:close/>
                </a:path>
                <a:path w="337820" h="411479">
                  <a:moveTo>
                    <a:pt x="118849" y="266246"/>
                  </a:moveTo>
                  <a:lnTo>
                    <a:pt x="112128" y="266246"/>
                  </a:lnTo>
                  <a:lnTo>
                    <a:pt x="113374" y="267516"/>
                  </a:lnTo>
                  <a:lnTo>
                    <a:pt x="115258" y="267516"/>
                  </a:lnTo>
                  <a:lnTo>
                    <a:pt x="116190" y="268786"/>
                  </a:lnTo>
                  <a:lnTo>
                    <a:pt x="116765" y="268786"/>
                  </a:lnTo>
                  <a:lnTo>
                    <a:pt x="118849" y="266246"/>
                  </a:lnTo>
                  <a:close/>
                </a:path>
                <a:path w="337820" h="411479">
                  <a:moveTo>
                    <a:pt x="166199" y="198418"/>
                  </a:moveTo>
                  <a:lnTo>
                    <a:pt x="161035" y="204709"/>
                  </a:lnTo>
                  <a:lnTo>
                    <a:pt x="163739" y="206556"/>
                  </a:lnTo>
                  <a:lnTo>
                    <a:pt x="165707" y="209096"/>
                  </a:lnTo>
                  <a:lnTo>
                    <a:pt x="170642" y="203137"/>
                  </a:lnTo>
                  <a:lnTo>
                    <a:pt x="169560" y="201476"/>
                  </a:lnTo>
                  <a:lnTo>
                    <a:pt x="167215" y="198936"/>
                  </a:lnTo>
                  <a:lnTo>
                    <a:pt x="166199" y="198418"/>
                  </a:lnTo>
                  <a:close/>
                </a:path>
                <a:path w="337820" h="411479">
                  <a:moveTo>
                    <a:pt x="173831" y="189118"/>
                  </a:moveTo>
                  <a:lnTo>
                    <a:pt x="168766" y="195290"/>
                  </a:lnTo>
                  <a:lnTo>
                    <a:pt x="170147" y="197666"/>
                  </a:lnTo>
                  <a:lnTo>
                    <a:pt x="172168" y="200206"/>
                  </a:lnTo>
                  <a:lnTo>
                    <a:pt x="172651" y="200689"/>
                  </a:lnTo>
                  <a:lnTo>
                    <a:pt x="177498" y="194783"/>
                  </a:lnTo>
                  <a:lnTo>
                    <a:pt x="175550" y="193856"/>
                  </a:lnTo>
                  <a:lnTo>
                    <a:pt x="173831" y="189118"/>
                  </a:lnTo>
                  <a:close/>
                </a:path>
                <a:path w="337820" h="411479">
                  <a:moveTo>
                    <a:pt x="185508" y="184966"/>
                  </a:moveTo>
                  <a:lnTo>
                    <a:pt x="182963" y="184966"/>
                  </a:lnTo>
                  <a:lnTo>
                    <a:pt x="183027" y="188046"/>
                  </a:lnTo>
                  <a:lnTo>
                    <a:pt x="185497" y="185036"/>
                  </a:lnTo>
                  <a:close/>
                </a:path>
                <a:path w="337820" h="411479">
                  <a:moveTo>
                    <a:pt x="188681" y="181156"/>
                  </a:moveTo>
                  <a:lnTo>
                    <a:pt x="185759" y="181156"/>
                  </a:lnTo>
                  <a:lnTo>
                    <a:pt x="184429" y="182426"/>
                  </a:lnTo>
                  <a:lnTo>
                    <a:pt x="183968" y="183696"/>
                  </a:lnTo>
                  <a:lnTo>
                    <a:pt x="183288" y="183696"/>
                  </a:lnTo>
                  <a:lnTo>
                    <a:pt x="183120" y="184966"/>
                  </a:lnTo>
                  <a:lnTo>
                    <a:pt x="185554" y="184966"/>
                  </a:lnTo>
                  <a:lnTo>
                    <a:pt x="188681" y="181156"/>
                  </a:lnTo>
                  <a:close/>
                </a:path>
                <a:path w="337820" h="411479">
                  <a:moveTo>
                    <a:pt x="222557" y="129746"/>
                  </a:moveTo>
                  <a:lnTo>
                    <a:pt x="217365" y="136073"/>
                  </a:lnTo>
                  <a:lnTo>
                    <a:pt x="219098" y="139246"/>
                  </a:lnTo>
                  <a:lnTo>
                    <a:pt x="221247" y="141474"/>
                  </a:lnTo>
                  <a:lnTo>
                    <a:pt x="227245" y="134166"/>
                  </a:lnTo>
                  <a:lnTo>
                    <a:pt x="225370" y="134166"/>
                  </a:lnTo>
                  <a:lnTo>
                    <a:pt x="223014" y="131626"/>
                  </a:lnTo>
                  <a:lnTo>
                    <a:pt x="222124" y="130356"/>
                  </a:lnTo>
                  <a:lnTo>
                    <a:pt x="222557" y="129746"/>
                  </a:lnTo>
                  <a:close/>
                </a:path>
                <a:path w="337820" h="411479">
                  <a:moveTo>
                    <a:pt x="218907" y="144326"/>
                  </a:moveTo>
                  <a:lnTo>
                    <a:pt x="218323" y="144326"/>
                  </a:lnTo>
                  <a:lnTo>
                    <a:pt x="213392" y="146866"/>
                  </a:lnTo>
                  <a:lnTo>
                    <a:pt x="209308" y="149406"/>
                  </a:lnTo>
                  <a:lnTo>
                    <a:pt x="206648" y="155756"/>
                  </a:lnTo>
                  <a:lnTo>
                    <a:pt x="206146" y="158296"/>
                  </a:lnTo>
                  <a:lnTo>
                    <a:pt x="205787" y="160313"/>
                  </a:lnTo>
                  <a:lnTo>
                    <a:pt x="218907" y="144326"/>
                  </a:lnTo>
                  <a:close/>
                </a:path>
                <a:path w="337820" h="411479">
                  <a:moveTo>
                    <a:pt x="228742" y="122736"/>
                  </a:moveTo>
                  <a:lnTo>
                    <a:pt x="228310" y="122736"/>
                  </a:lnTo>
                  <a:lnTo>
                    <a:pt x="224141" y="127816"/>
                  </a:lnTo>
                  <a:lnTo>
                    <a:pt x="225150" y="127816"/>
                  </a:lnTo>
                  <a:lnTo>
                    <a:pt x="226993" y="126546"/>
                  </a:lnTo>
                  <a:lnTo>
                    <a:pt x="228103" y="126546"/>
                  </a:lnTo>
                  <a:lnTo>
                    <a:pt x="229569" y="125276"/>
                  </a:lnTo>
                  <a:lnTo>
                    <a:pt x="229915" y="124006"/>
                  </a:lnTo>
                  <a:lnTo>
                    <a:pt x="228742" y="122736"/>
                  </a:lnTo>
                  <a:close/>
                </a:path>
                <a:path w="337820" h="411479">
                  <a:moveTo>
                    <a:pt x="301410" y="33665"/>
                  </a:moveTo>
                  <a:lnTo>
                    <a:pt x="291733" y="45456"/>
                  </a:lnTo>
                  <a:lnTo>
                    <a:pt x="299366" y="46286"/>
                  </a:lnTo>
                  <a:lnTo>
                    <a:pt x="308270" y="35437"/>
                  </a:lnTo>
                  <a:lnTo>
                    <a:pt x="303407" y="33836"/>
                  </a:lnTo>
                  <a:lnTo>
                    <a:pt x="301410" y="33665"/>
                  </a:lnTo>
                  <a:close/>
                </a:path>
                <a:path w="337820" h="411479">
                  <a:moveTo>
                    <a:pt x="245221" y="102130"/>
                  </a:moveTo>
                  <a:lnTo>
                    <a:pt x="237425" y="111629"/>
                  </a:lnTo>
                  <a:lnTo>
                    <a:pt x="239938" y="116386"/>
                  </a:lnTo>
                  <a:lnTo>
                    <a:pt x="240286" y="118275"/>
                  </a:lnTo>
                  <a:lnTo>
                    <a:pt x="252539" y="103345"/>
                  </a:lnTo>
                  <a:lnTo>
                    <a:pt x="246173" y="102416"/>
                  </a:lnTo>
                  <a:lnTo>
                    <a:pt x="245221" y="102130"/>
                  </a:lnTo>
                  <a:close/>
                </a:path>
              </a:pathLst>
            </a:custGeom>
            <a:solidFill>
              <a:srgbClr val="ECC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 descr=""/>
            <p:cNvSpPr/>
            <p:nvPr/>
          </p:nvSpPr>
          <p:spPr>
            <a:xfrm>
              <a:off x="10645113" y="6553274"/>
              <a:ext cx="346075" cy="421640"/>
            </a:xfrm>
            <a:custGeom>
              <a:avLst/>
              <a:gdLst/>
              <a:ahLst/>
              <a:cxnLst/>
              <a:rect l="l" t="t" r="r" b="b"/>
              <a:pathLst>
                <a:path w="346075" h="421640">
                  <a:moveTo>
                    <a:pt x="345762" y="0"/>
                  </a:moveTo>
                  <a:lnTo>
                    <a:pt x="337353" y="116"/>
                  </a:lnTo>
                  <a:lnTo>
                    <a:pt x="326403" y="13458"/>
                  </a:lnTo>
                  <a:lnTo>
                    <a:pt x="334804" y="13351"/>
                  </a:lnTo>
                  <a:lnTo>
                    <a:pt x="345762" y="0"/>
                  </a:lnTo>
                  <a:close/>
                </a:path>
                <a:path w="346075" h="421640">
                  <a:moveTo>
                    <a:pt x="11452" y="397226"/>
                  </a:moveTo>
                  <a:lnTo>
                    <a:pt x="0" y="411181"/>
                  </a:lnTo>
                  <a:lnTo>
                    <a:pt x="0" y="421306"/>
                  </a:lnTo>
                  <a:lnTo>
                    <a:pt x="11452" y="407352"/>
                  </a:lnTo>
                  <a:lnTo>
                    <a:pt x="11452" y="397226"/>
                  </a:lnTo>
                  <a:close/>
                </a:path>
                <a:path w="346075" h="421640">
                  <a:moveTo>
                    <a:pt x="34991" y="368543"/>
                  </a:moveTo>
                  <a:lnTo>
                    <a:pt x="25919" y="379599"/>
                  </a:lnTo>
                  <a:lnTo>
                    <a:pt x="26760" y="383203"/>
                  </a:lnTo>
                  <a:lnTo>
                    <a:pt x="27033" y="384473"/>
                  </a:lnTo>
                  <a:lnTo>
                    <a:pt x="26439" y="388283"/>
                  </a:lnTo>
                  <a:lnTo>
                    <a:pt x="25596" y="390117"/>
                  </a:lnTo>
                  <a:lnTo>
                    <a:pt x="36926" y="376312"/>
                  </a:lnTo>
                  <a:lnTo>
                    <a:pt x="34991" y="368543"/>
                  </a:lnTo>
                  <a:close/>
                </a:path>
                <a:path w="346075" h="421640">
                  <a:moveTo>
                    <a:pt x="98341" y="291351"/>
                  </a:moveTo>
                  <a:lnTo>
                    <a:pt x="90852" y="300478"/>
                  </a:lnTo>
                  <a:lnTo>
                    <a:pt x="90863" y="300653"/>
                  </a:lnTo>
                  <a:lnTo>
                    <a:pt x="90633" y="301923"/>
                  </a:lnTo>
                  <a:lnTo>
                    <a:pt x="90434" y="304463"/>
                  </a:lnTo>
                  <a:lnTo>
                    <a:pt x="88539" y="308273"/>
                  </a:lnTo>
                  <a:lnTo>
                    <a:pt x="88026" y="308273"/>
                  </a:lnTo>
                  <a:lnTo>
                    <a:pt x="86842" y="309543"/>
                  </a:lnTo>
                  <a:lnTo>
                    <a:pt x="85387" y="309543"/>
                  </a:lnTo>
                  <a:lnTo>
                    <a:pt x="83659" y="310813"/>
                  </a:lnTo>
                  <a:lnTo>
                    <a:pt x="82370" y="310813"/>
                  </a:lnTo>
                  <a:lnTo>
                    <a:pt x="72990" y="322243"/>
                  </a:lnTo>
                  <a:lnTo>
                    <a:pt x="73492" y="322243"/>
                  </a:lnTo>
                  <a:lnTo>
                    <a:pt x="76958" y="324783"/>
                  </a:lnTo>
                  <a:lnTo>
                    <a:pt x="79216" y="324783"/>
                  </a:lnTo>
                  <a:lnTo>
                    <a:pt x="100283" y="299112"/>
                  </a:lnTo>
                  <a:lnTo>
                    <a:pt x="99690" y="295573"/>
                  </a:lnTo>
                  <a:lnTo>
                    <a:pt x="98341" y="291351"/>
                  </a:lnTo>
                  <a:close/>
                </a:path>
                <a:path w="346075" h="421640">
                  <a:moveTo>
                    <a:pt x="106009" y="282009"/>
                  </a:moveTo>
                  <a:lnTo>
                    <a:pt x="99080" y="290452"/>
                  </a:lnTo>
                  <a:lnTo>
                    <a:pt x="102245" y="291763"/>
                  </a:lnTo>
                  <a:lnTo>
                    <a:pt x="104926" y="293033"/>
                  </a:lnTo>
                  <a:lnTo>
                    <a:pt x="105185" y="293139"/>
                  </a:lnTo>
                  <a:lnTo>
                    <a:pt x="113611" y="282873"/>
                  </a:lnTo>
                  <a:lnTo>
                    <a:pt x="107334" y="282873"/>
                  </a:lnTo>
                  <a:lnTo>
                    <a:pt x="106009" y="282009"/>
                  </a:lnTo>
                  <a:close/>
                </a:path>
                <a:path w="346075" h="421640">
                  <a:moveTo>
                    <a:pt x="125407" y="258372"/>
                  </a:moveTo>
                  <a:lnTo>
                    <a:pt x="116765" y="268903"/>
                  </a:lnTo>
                  <a:lnTo>
                    <a:pt x="116998" y="268903"/>
                  </a:lnTo>
                  <a:lnTo>
                    <a:pt x="117941" y="271443"/>
                  </a:lnTo>
                  <a:lnTo>
                    <a:pt x="118129" y="271443"/>
                  </a:lnTo>
                  <a:lnTo>
                    <a:pt x="118077" y="273983"/>
                  </a:lnTo>
                  <a:lnTo>
                    <a:pt x="117553" y="276523"/>
                  </a:lnTo>
                  <a:lnTo>
                    <a:pt x="116245" y="279063"/>
                  </a:lnTo>
                  <a:lnTo>
                    <a:pt x="115752" y="279063"/>
                  </a:lnTo>
                  <a:lnTo>
                    <a:pt x="114758" y="280333"/>
                  </a:lnTo>
                  <a:lnTo>
                    <a:pt x="114224" y="281603"/>
                  </a:lnTo>
                  <a:lnTo>
                    <a:pt x="112444" y="282873"/>
                  </a:lnTo>
                  <a:lnTo>
                    <a:pt x="113611" y="282873"/>
                  </a:lnTo>
                  <a:lnTo>
                    <a:pt x="128758" y="264415"/>
                  </a:lnTo>
                  <a:lnTo>
                    <a:pt x="128590" y="263823"/>
                  </a:lnTo>
                  <a:lnTo>
                    <a:pt x="125773" y="258743"/>
                  </a:lnTo>
                  <a:lnTo>
                    <a:pt x="125407" y="258372"/>
                  </a:lnTo>
                  <a:close/>
                </a:path>
                <a:path w="346075" h="421640">
                  <a:moveTo>
                    <a:pt x="157265" y="219552"/>
                  </a:moveTo>
                  <a:lnTo>
                    <a:pt x="154162" y="223334"/>
                  </a:lnTo>
                  <a:lnTo>
                    <a:pt x="154641" y="224453"/>
                  </a:lnTo>
                  <a:lnTo>
                    <a:pt x="156348" y="228263"/>
                  </a:lnTo>
                  <a:lnTo>
                    <a:pt x="157436" y="229473"/>
                  </a:lnTo>
                  <a:lnTo>
                    <a:pt x="159857" y="226522"/>
                  </a:lnTo>
                  <a:lnTo>
                    <a:pt x="159217" y="225723"/>
                  </a:lnTo>
                  <a:lnTo>
                    <a:pt x="157741" y="223183"/>
                  </a:lnTo>
                  <a:lnTo>
                    <a:pt x="157249" y="221913"/>
                  </a:lnTo>
                  <a:lnTo>
                    <a:pt x="157050" y="220643"/>
                  </a:lnTo>
                  <a:lnTo>
                    <a:pt x="157265" y="219552"/>
                  </a:lnTo>
                  <a:close/>
                </a:path>
                <a:path w="346075" h="421640">
                  <a:moveTo>
                    <a:pt x="161301" y="215563"/>
                  </a:moveTo>
                  <a:lnTo>
                    <a:pt x="160540" y="215563"/>
                  </a:lnTo>
                  <a:lnTo>
                    <a:pt x="158455" y="218103"/>
                  </a:lnTo>
                  <a:lnTo>
                    <a:pt x="161940" y="218103"/>
                  </a:lnTo>
                  <a:lnTo>
                    <a:pt x="162034" y="219373"/>
                  </a:lnTo>
                  <a:lnTo>
                    <a:pt x="163165" y="219373"/>
                  </a:lnTo>
                  <a:lnTo>
                    <a:pt x="163227" y="218103"/>
                  </a:lnTo>
                  <a:lnTo>
                    <a:pt x="163070" y="216833"/>
                  </a:lnTo>
                  <a:lnTo>
                    <a:pt x="162631" y="216833"/>
                  </a:lnTo>
                  <a:lnTo>
                    <a:pt x="161301" y="215563"/>
                  </a:lnTo>
                  <a:close/>
                </a:path>
                <a:path w="346075" h="421640">
                  <a:moveTo>
                    <a:pt x="170643" y="203252"/>
                  </a:moveTo>
                  <a:lnTo>
                    <a:pt x="165751" y="209213"/>
                  </a:lnTo>
                  <a:lnTo>
                    <a:pt x="165929" y="209213"/>
                  </a:lnTo>
                  <a:lnTo>
                    <a:pt x="166191" y="210483"/>
                  </a:lnTo>
                  <a:lnTo>
                    <a:pt x="166526" y="210483"/>
                  </a:lnTo>
                  <a:lnTo>
                    <a:pt x="166986" y="211753"/>
                  </a:lnTo>
                  <a:lnTo>
                    <a:pt x="167248" y="213023"/>
                  </a:lnTo>
                  <a:lnTo>
                    <a:pt x="167552" y="213023"/>
                  </a:lnTo>
                  <a:lnTo>
                    <a:pt x="168070" y="216515"/>
                  </a:lnTo>
                  <a:lnTo>
                    <a:pt x="173393" y="210029"/>
                  </a:lnTo>
                  <a:lnTo>
                    <a:pt x="173070" y="209213"/>
                  </a:lnTo>
                  <a:lnTo>
                    <a:pt x="172693" y="207943"/>
                  </a:lnTo>
                  <a:lnTo>
                    <a:pt x="172013" y="205403"/>
                  </a:lnTo>
                  <a:lnTo>
                    <a:pt x="171604" y="205403"/>
                  </a:lnTo>
                  <a:lnTo>
                    <a:pt x="171217" y="204133"/>
                  </a:lnTo>
                  <a:lnTo>
                    <a:pt x="170643" y="203252"/>
                  </a:lnTo>
                  <a:close/>
                </a:path>
                <a:path w="346075" h="421640">
                  <a:moveTo>
                    <a:pt x="177498" y="194898"/>
                  </a:moveTo>
                  <a:lnTo>
                    <a:pt x="172652" y="200804"/>
                  </a:lnTo>
                  <a:lnTo>
                    <a:pt x="174714" y="202863"/>
                  </a:lnTo>
                  <a:lnTo>
                    <a:pt x="176002" y="202863"/>
                  </a:lnTo>
                  <a:lnTo>
                    <a:pt x="177531" y="204133"/>
                  </a:lnTo>
                  <a:lnTo>
                    <a:pt x="178232" y="204133"/>
                  </a:lnTo>
                  <a:lnTo>
                    <a:pt x="183443" y="197783"/>
                  </a:lnTo>
                  <a:lnTo>
                    <a:pt x="182117" y="197783"/>
                  </a:lnTo>
                  <a:lnTo>
                    <a:pt x="181154" y="196513"/>
                  </a:lnTo>
                  <a:lnTo>
                    <a:pt x="178892" y="196513"/>
                  </a:lnTo>
                  <a:lnTo>
                    <a:pt x="178557" y="195243"/>
                  </a:lnTo>
                  <a:lnTo>
                    <a:pt x="178222" y="195243"/>
                  </a:lnTo>
                  <a:lnTo>
                    <a:pt x="177498" y="194898"/>
                  </a:lnTo>
                  <a:close/>
                </a:path>
                <a:path w="346075" h="421640">
                  <a:moveTo>
                    <a:pt x="194908" y="183813"/>
                  </a:moveTo>
                  <a:lnTo>
                    <a:pt x="186776" y="183813"/>
                  </a:lnTo>
                  <a:lnTo>
                    <a:pt x="188504" y="185083"/>
                  </a:lnTo>
                  <a:lnTo>
                    <a:pt x="189562" y="185083"/>
                  </a:lnTo>
                  <a:lnTo>
                    <a:pt x="191038" y="186353"/>
                  </a:lnTo>
                  <a:lnTo>
                    <a:pt x="191928" y="186353"/>
                  </a:lnTo>
                  <a:lnTo>
                    <a:pt x="188693" y="190163"/>
                  </a:lnTo>
                  <a:lnTo>
                    <a:pt x="185792" y="193973"/>
                  </a:lnTo>
                  <a:lnTo>
                    <a:pt x="183174" y="197783"/>
                  </a:lnTo>
                  <a:lnTo>
                    <a:pt x="183443" y="197783"/>
                  </a:lnTo>
                  <a:lnTo>
                    <a:pt x="194908" y="183813"/>
                  </a:lnTo>
                  <a:close/>
                </a:path>
                <a:path w="346075" h="421640">
                  <a:moveTo>
                    <a:pt x="186452" y="190163"/>
                  </a:moveTo>
                  <a:lnTo>
                    <a:pt x="183761" y="190163"/>
                  </a:lnTo>
                  <a:lnTo>
                    <a:pt x="184159" y="191433"/>
                  </a:lnTo>
                  <a:lnTo>
                    <a:pt x="186368" y="191433"/>
                  </a:lnTo>
                  <a:lnTo>
                    <a:pt x="186452" y="190163"/>
                  </a:lnTo>
                  <a:close/>
                </a:path>
                <a:path w="346075" h="421640">
                  <a:moveTo>
                    <a:pt x="185500" y="185149"/>
                  </a:moveTo>
                  <a:lnTo>
                    <a:pt x="183029" y="188160"/>
                  </a:lnTo>
                  <a:lnTo>
                    <a:pt x="183101" y="188893"/>
                  </a:lnTo>
                  <a:lnTo>
                    <a:pt x="183342" y="190163"/>
                  </a:lnTo>
                  <a:lnTo>
                    <a:pt x="185311" y="190163"/>
                  </a:lnTo>
                  <a:lnTo>
                    <a:pt x="184996" y="188893"/>
                  </a:lnTo>
                  <a:lnTo>
                    <a:pt x="185028" y="186353"/>
                  </a:lnTo>
                  <a:lnTo>
                    <a:pt x="185321" y="186353"/>
                  </a:lnTo>
                  <a:lnTo>
                    <a:pt x="185500" y="185149"/>
                  </a:lnTo>
                  <a:close/>
                </a:path>
                <a:path w="346075" h="421640">
                  <a:moveTo>
                    <a:pt x="190703" y="181273"/>
                  </a:moveTo>
                  <a:lnTo>
                    <a:pt x="188681" y="181273"/>
                  </a:lnTo>
                  <a:lnTo>
                    <a:pt x="185554" y="185083"/>
                  </a:lnTo>
                  <a:lnTo>
                    <a:pt x="186127" y="185083"/>
                  </a:lnTo>
                  <a:lnTo>
                    <a:pt x="186776" y="183813"/>
                  </a:lnTo>
                  <a:lnTo>
                    <a:pt x="194908" y="183813"/>
                  </a:lnTo>
                  <a:lnTo>
                    <a:pt x="194096" y="182543"/>
                  </a:lnTo>
                  <a:lnTo>
                    <a:pt x="193185" y="182543"/>
                  </a:lnTo>
                  <a:lnTo>
                    <a:pt x="190703" y="181273"/>
                  </a:lnTo>
                  <a:close/>
                </a:path>
                <a:path w="346075" h="421640">
                  <a:moveTo>
                    <a:pt x="204332" y="168364"/>
                  </a:moveTo>
                  <a:lnTo>
                    <a:pt x="203802" y="168573"/>
                  </a:lnTo>
                  <a:lnTo>
                    <a:pt x="204315" y="168573"/>
                  </a:lnTo>
                  <a:lnTo>
                    <a:pt x="204332" y="168364"/>
                  </a:lnTo>
                  <a:close/>
                </a:path>
                <a:path w="346075" h="421640">
                  <a:moveTo>
                    <a:pt x="252539" y="103461"/>
                  </a:moveTo>
                  <a:lnTo>
                    <a:pt x="240288" y="118390"/>
                  </a:lnTo>
                  <a:lnTo>
                    <a:pt x="241579" y="125393"/>
                  </a:lnTo>
                  <a:lnTo>
                    <a:pt x="236147" y="131743"/>
                  </a:lnTo>
                  <a:lnTo>
                    <a:pt x="233707" y="133013"/>
                  </a:lnTo>
                  <a:lnTo>
                    <a:pt x="231110" y="134283"/>
                  </a:lnTo>
                  <a:lnTo>
                    <a:pt x="227245" y="134283"/>
                  </a:lnTo>
                  <a:lnTo>
                    <a:pt x="221248" y="141589"/>
                  </a:lnTo>
                  <a:lnTo>
                    <a:pt x="222775" y="143173"/>
                  </a:lnTo>
                  <a:lnTo>
                    <a:pt x="221362" y="143173"/>
                  </a:lnTo>
                  <a:lnTo>
                    <a:pt x="219728" y="144443"/>
                  </a:lnTo>
                  <a:lnTo>
                    <a:pt x="218907" y="144443"/>
                  </a:lnTo>
                  <a:lnTo>
                    <a:pt x="205789" y="160426"/>
                  </a:lnTo>
                  <a:lnTo>
                    <a:pt x="205017" y="164763"/>
                  </a:lnTo>
                  <a:lnTo>
                    <a:pt x="204525" y="166033"/>
                  </a:lnTo>
                  <a:lnTo>
                    <a:pt x="204332" y="168364"/>
                  </a:lnTo>
                  <a:lnTo>
                    <a:pt x="209144" y="166467"/>
                  </a:lnTo>
                  <a:lnTo>
                    <a:pt x="260572" y="103803"/>
                  </a:lnTo>
                  <a:lnTo>
                    <a:pt x="254879" y="103803"/>
                  </a:lnTo>
                  <a:lnTo>
                    <a:pt x="252539" y="103461"/>
                  </a:lnTo>
                  <a:close/>
                </a:path>
                <a:path w="346075" h="421640">
                  <a:moveTo>
                    <a:pt x="282460" y="77133"/>
                  </a:moveTo>
                  <a:lnTo>
                    <a:pt x="282313" y="77133"/>
                  </a:lnTo>
                  <a:lnTo>
                    <a:pt x="278763" y="78403"/>
                  </a:lnTo>
                  <a:lnTo>
                    <a:pt x="276177" y="80943"/>
                  </a:lnTo>
                  <a:lnTo>
                    <a:pt x="271915" y="86023"/>
                  </a:lnTo>
                  <a:lnTo>
                    <a:pt x="269277" y="92373"/>
                  </a:lnTo>
                  <a:lnTo>
                    <a:pt x="262638" y="101263"/>
                  </a:lnTo>
                  <a:lnTo>
                    <a:pt x="259109" y="103803"/>
                  </a:lnTo>
                  <a:lnTo>
                    <a:pt x="260572" y="103803"/>
                  </a:lnTo>
                  <a:lnTo>
                    <a:pt x="282460" y="77133"/>
                  </a:lnTo>
                  <a:close/>
                </a:path>
                <a:path w="346075" h="421640">
                  <a:moveTo>
                    <a:pt x="308270" y="35553"/>
                  </a:moveTo>
                  <a:lnTo>
                    <a:pt x="299366" y="46402"/>
                  </a:lnTo>
                  <a:lnTo>
                    <a:pt x="301667" y="46653"/>
                  </a:lnTo>
                  <a:lnTo>
                    <a:pt x="306078" y="48354"/>
                  </a:lnTo>
                  <a:lnTo>
                    <a:pt x="314815" y="37708"/>
                  </a:lnTo>
                  <a:lnTo>
                    <a:pt x="308270" y="35553"/>
                  </a:lnTo>
                  <a:close/>
                </a:path>
              </a:pathLst>
            </a:custGeom>
            <a:solidFill>
              <a:srgbClr val="EBC2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 descr=""/>
            <p:cNvSpPr/>
            <p:nvPr/>
          </p:nvSpPr>
          <p:spPr>
            <a:xfrm>
              <a:off x="10645113" y="6553158"/>
              <a:ext cx="354330" cy="431800"/>
            </a:xfrm>
            <a:custGeom>
              <a:avLst/>
              <a:gdLst/>
              <a:ahLst/>
              <a:cxnLst/>
              <a:rect l="l" t="t" r="r" b="b"/>
              <a:pathLst>
                <a:path w="354329" h="431800">
                  <a:moveTo>
                    <a:pt x="354171" y="0"/>
                  </a:moveTo>
                  <a:lnTo>
                    <a:pt x="345762" y="116"/>
                  </a:lnTo>
                  <a:lnTo>
                    <a:pt x="334804" y="13468"/>
                  </a:lnTo>
                  <a:lnTo>
                    <a:pt x="343205" y="13361"/>
                  </a:lnTo>
                  <a:lnTo>
                    <a:pt x="354171" y="0"/>
                  </a:lnTo>
                  <a:close/>
                </a:path>
                <a:path w="354329" h="431800">
                  <a:moveTo>
                    <a:pt x="11451" y="407469"/>
                  </a:moveTo>
                  <a:lnTo>
                    <a:pt x="0" y="421423"/>
                  </a:lnTo>
                  <a:lnTo>
                    <a:pt x="0" y="431558"/>
                  </a:lnTo>
                  <a:lnTo>
                    <a:pt x="11451" y="417605"/>
                  </a:lnTo>
                  <a:lnTo>
                    <a:pt x="11451" y="407469"/>
                  </a:lnTo>
                  <a:close/>
                </a:path>
                <a:path w="354329" h="431800">
                  <a:moveTo>
                    <a:pt x="88575" y="323629"/>
                  </a:moveTo>
                  <a:lnTo>
                    <a:pt x="86894" y="323629"/>
                  </a:lnTo>
                  <a:lnTo>
                    <a:pt x="81323" y="331249"/>
                  </a:lnTo>
                  <a:lnTo>
                    <a:pt x="79617" y="334544"/>
                  </a:lnTo>
                  <a:lnTo>
                    <a:pt x="88575" y="323629"/>
                  </a:lnTo>
                  <a:close/>
                </a:path>
                <a:path w="354329" h="431800">
                  <a:moveTo>
                    <a:pt x="100283" y="299229"/>
                  </a:moveTo>
                  <a:lnTo>
                    <a:pt x="79216" y="324899"/>
                  </a:lnTo>
                  <a:lnTo>
                    <a:pt x="84988" y="324899"/>
                  </a:lnTo>
                  <a:lnTo>
                    <a:pt x="86894" y="323629"/>
                  </a:lnTo>
                  <a:lnTo>
                    <a:pt x="88575" y="323629"/>
                  </a:lnTo>
                  <a:lnTo>
                    <a:pt x="101082" y="308389"/>
                  </a:lnTo>
                  <a:lnTo>
                    <a:pt x="99710" y="308389"/>
                  </a:lnTo>
                  <a:lnTo>
                    <a:pt x="100192" y="307119"/>
                  </a:lnTo>
                  <a:lnTo>
                    <a:pt x="100288" y="305508"/>
                  </a:lnTo>
                  <a:lnTo>
                    <a:pt x="100283" y="299229"/>
                  </a:lnTo>
                  <a:close/>
                </a:path>
                <a:path w="354329" h="431800">
                  <a:moveTo>
                    <a:pt x="103446" y="305508"/>
                  </a:moveTo>
                  <a:lnTo>
                    <a:pt x="99710" y="308389"/>
                  </a:lnTo>
                  <a:lnTo>
                    <a:pt x="101082" y="308389"/>
                  </a:lnTo>
                  <a:lnTo>
                    <a:pt x="103446" y="305508"/>
                  </a:lnTo>
                  <a:close/>
                </a:path>
                <a:path w="354329" h="431800">
                  <a:moveTo>
                    <a:pt x="36925" y="376429"/>
                  </a:moveTo>
                  <a:lnTo>
                    <a:pt x="25594" y="390236"/>
                  </a:lnTo>
                  <a:lnTo>
                    <a:pt x="23521" y="394749"/>
                  </a:lnTo>
                  <a:lnTo>
                    <a:pt x="19266" y="401099"/>
                  </a:lnTo>
                  <a:lnTo>
                    <a:pt x="14655" y="406179"/>
                  </a:lnTo>
                  <a:lnTo>
                    <a:pt x="13430" y="407449"/>
                  </a:lnTo>
                  <a:lnTo>
                    <a:pt x="12687" y="408719"/>
                  </a:lnTo>
                  <a:lnTo>
                    <a:pt x="12561" y="412529"/>
                  </a:lnTo>
                  <a:lnTo>
                    <a:pt x="13158" y="413799"/>
                  </a:lnTo>
                  <a:lnTo>
                    <a:pt x="13917" y="414600"/>
                  </a:lnTo>
                  <a:lnTo>
                    <a:pt x="38098" y="385136"/>
                  </a:lnTo>
                  <a:lnTo>
                    <a:pt x="38058" y="380779"/>
                  </a:lnTo>
                  <a:lnTo>
                    <a:pt x="37712" y="379509"/>
                  </a:lnTo>
                  <a:lnTo>
                    <a:pt x="36925" y="376429"/>
                  </a:lnTo>
                  <a:close/>
                </a:path>
                <a:path w="354329" h="431800">
                  <a:moveTo>
                    <a:pt x="159856" y="226639"/>
                  </a:moveTo>
                  <a:lnTo>
                    <a:pt x="157435" y="229589"/>
                  </a:lnTo>
                  <a:lnTo>
                    <a:pt x="158986" y="232189"/>
                  </a:lnTo>
                  <a:lnTo>
                    <a:pt x="160494" y="233459"/>
                  </a:lnTo>
                  <a:lnTo>
                    <a:pt x="161821" y="234379"/>
                  </a:lnTo>
                  <a:lnTo>
                    <a:pt x="166745" y="228379"/>
                  </a:lnTo>
                  <a:lnTo>
                    <a:pt x="162535" y="228379"/>
                  </a:lnTo>
                  <a:lnTo>
                    <a:pt x="160232" y="227109"/>
                  </a:lnTo>
                  <a:lnTo>
                    <a:pt x="159856" y="226639"/>
                  </a:lnTo>
                  <a:close/>
                </a:path>
                <a:path w="354329" h="431800">
                  <a:moveTo>
                    <a:pt x="173392" y="210146"/>
                  </a:moveTo>
                  <a:lnTo>
                    <a:pt x="168069" y="216632"/>
                  </a:lnTo>
                  <a:lnTo>
                    <a:pt x="168134" y="220759"/>
                  </a:lnTo>
                  <a:lnTo>
                    <a:pt x="167938" y="223299"/>
                  </a:lnTo>
                  <a:lnTo>
                    <a:pt x="167541" y="224569"/>
                  </a:lnTo>
                  <a:lnTo>
                    <a:pt x="166567" y="227109"/>
                  </a:lnTo>
                  <a:lnTo>
                    <a:pt x="166232" y="228379"/>
                  </a:lnTo>
                  <a:lnTo>
                    <a:pt x="166745" y="228379"/>
                  </a:lnTo>
                  <a:lnTo>
                    <a:pt x="179252" y="213139"/>
                  </a:lnTo>
                  <a:lnTo>
                    <a:pt x="174032" y="213139"/>
                  </a:lnTo>
                  <a:lnTo>
                    <a:pt x="173572" y="210599"/>
                  </a:lnTo>
                  <a:lnTo>
                    <a:pt x="173392" y="210146"/>
                  </a:lnTo>
                  <a:close/>
                </a:path>
                <a:path w="354329" h="431800">
                  <a:moveTo>
                    <a:pt x="211256" y="174142"/>
                  </a:moveTo>
                  <a:lnTo>
                    <a:pt x="197990" y="181389"/>
                  </a:lnTo>
                  <a:lnTo>
                    <a:pt x="196953" y="182659"/>
                  </a:lnTo>
                  <a:lnTo>
                    <a:pt x="195951" y="182659"/>
                  </a:lnTo>
                  <a:lnTo>
                    <a:pt x="194974" y="183929"/>
                  </a:lnTo>
                  <a:lnTo>
                    <a:pt x="178232" y="204249"/>
                  </a:lnTo>
                  <a:lnTo>
                    <a:pt x="178839" y="204249"/>
                  </a:lnTo>
                  <a:lnTo>
                    <a:pt x="177079" y="206789"/>
                  </a:lnTo>
                  <a:lnTo>
                    <a:pt x="175488" y="210599"/>
                  </a:lnTo>
                  <a:lnTo>
                    <a:pt x="174032" y="213139"/>
                  </a:lnTo>
                  <a:lnTo>
                    <a:pt x="179252" y="213139"/>
                  </a:lnTo>
                  <a:lnTo>
                    <a:pt x="211256" y="174142"/>
                  </a:lnTo>
                  <a:close/>
                </a:path>
                <a:path w="354329" h="431800">
                  <a:moveTo>
                    <a:pt x="194944" y="183885"/>
                  </a:moveTo>
                  <a:close/>
                </a:path>
                <a:path w="354329" h="431800">
                  <a:moveTo>
                    <a:pt x="128758" y="264532"/>
                  </a:moveTo>
                  <a:lnTo>
                    <a:pt x="105185" y="293256"/>
                  </a:lnTo>
                  <a:lnTo>
                    <a:pt x="108014" y="294419"/>
                  </a:lnTo>
                  <a:lnTo>
                    <a:pt x="112547" y="294419"/>
                  </a:lnTo>
                  <a:lnTo>
                    <a:pt x="130152" y="272968"/>
                  </a:lnTo>
                  <a:lnTo>
                    <a:pt x="130097" y="270289"/>
                  </a:lnTo>
                  <a:lnTo>
                    <a:pt x="129720" y="267749"/>
                  </a:lnTo>
                  <a:lnTo>
                    <a:pt x="129311" y="266479"/>
                  </a:lnTo>
                  <a:lnTo>
                    <a:pt x="128758" y="264532"/>
                  </a:lnTo>
                  <a:close/>
                </a:path>
                <a:path w="354329" h="431800">
                  <a:moveTo>
                    <a:pt x="286144" y="77249"/>
                  </a:moveTo>
                  <a:lnTo>
                    <a:pt x="282460" y="77249"/>
                  </a:lnTo>
                  <a:lnTo>
                    <a:pt x="209144" y="166583"/>
                  </a:lnTo>
                  <a:lnTo>
                    <a:pt x="253567" y="122586"/>
                  </a:lnTo>
                  <a:lnTo>
                    <a:pt x="251758" y="120429"/>
                  </a:lnTo>
                  <a:lnTo>
                    <a:pt x="251391" y="119159"/>
                  </a:lnTo>
                  <a:lnTo>
                    <a:pt x="256380" y="119159"/>
                  </a:lnTo>
                  <a:lnTo>
                    <a:pt x="290171" y="77984"/>
                  </a:lnTo>
                  <a:lnTo>
                    <a:pt x="286144" y="77249"/>
                  </a:lnTo>
                  <a:close/>
                </a:path>
                <a:path w="354329" h="431800">
                  <a:moveTo>
                    <a:pt x="251391" y="119159"/>
                  </a:moveTo>
                  <a:lnTo>
                    <a:pt x="251758" y="120429"/>
                  </a:lnTo>
                  <a:lnTo>
                    <a:pt x="252198" y="120429"/>
                  </a:lnTo>
                  <a:lnTo>
                    <a:pt x="251391" y="119159"/>
                  </a:lnTo>
                  <a:close/>
                </a:path>
                <a:path w="354329" h="431800">
                  <a:moveTo>
                    <a:pt x="256380" y="119159"/>
                  </a:moveTo>
                  <a:lnTo>
                    <a:pt x="251391" y="119159"/>
                  </a:lnTo>
                  <a:lnTo>
                    <a:pt x="252198" y="120429"/>
                  </a:lnTo>
                  <a:lnTo>
                    <a:pt x="255337" y="120429"/>
                  </a:lnTo>
                  <a:lnTo>
                    <a:pt x="256380" y="119159"/>
                  </a:lnTo>
                  <a:close/>
                </a:path>
                <a:path w="354329" h="431800">
                  <a:moveTo>
                    <a:pt x="314815" y="37824"/>
                  </a:moveTo>
                  <a:lnTo>
                    <a:pt x="306078" y="48470"/>
                  </a:lnTo>
                  <a:lnTo>
                    <a:pt x="311547" y="50579"/>
                  </a:lnTo>
                  <a:lnTo>
                    <a:pt x="312372" y="50932"/>
                  </a:lnTo>
                  <a:lnTo>
                    <a:pt x="321327" y="40020"/>
                  </a:lnTo>
                  <a:lnTo>
                    <a:pt x="317693" y="39149"/>
                  </a:lnTo>
                  <a:lnTo>
                    <a:pt x="314981" y="37879"/>
                  </a:lnTo>
                  <a:lnTo>
                    <a:pt x="314815" y="37824"/>
                  </a:lnTo>
                  <a:close/>
                </a:path>
              </a:pathLst>
            </a:custGeom>
            <a:solidFill>
              <a:srgbClr val="EBC1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 descr=""/>
            <p:cNvSpPr/>
            <p:nvPr/>
          </p:nvSpPr>
          <p:spPr>
            <a:xfrm>
              <a:off x="10645111" y="6553042"/>
              <a:ext cx="362585" cy="441959"/>
            </a:xfrm>
            <a:custGeom>
              <a:avLst/>
              <a:gdLst/>
              <a:ahLst/>
              <a:cxnLst/>
              <a:rect l="l" t="t" r="r" b="b"/>
              <a:pathLst>
                <a:path w="362584" h="441959">
                  <a:moveTo>
                    <a:pt x="362580" y="0"/>
                  </a:moveTo>
                  <a:lnTo>
                    <a:pt x="354171" y="116"/>
                  </a:lnTo>
                  <a:lnTo>
                    <a:pt x="343205" y="13478"/>
                  </a:lnTo>
                  <a:lnTo>
                    <a:pt x="351606" y="13371"/>
                  </a:lnTo>
                  <a:lnTo>
                    <a:pt x="362580" y="0"/>
                  </a:lnTo>
                  <a:close/>
                </a:path>
                <a:path w="362584" h="441959">
                  <a:moveTo>
                    <a:pt x="11453" y="417719"/>
                  </a:moveTo>
                  <a:lnTo>
                    <a:pt x="0" y="431675"/>
                  </a:lnTo>
                  <a:lnTo>
                    <a:pt x="0" y="441800"/>
                  </a:lnTo>
                  <a:lnTo>
                    <a:pt x="11453" y="427844"/>
                  </a:lnTo>
                  <a:lnTo>
                    <a:pt x="11453" y="417719"/>
                  </a:lnTo>
                  <a:close/>
                </a:path>
                <a:path w="362584" h="441959">
                  <a:moveTo>
                    <a:pt x="122652" y="292349"/>
                  </a:moveTo>
                  <a:lnTo>
                    <a:pt x="117832" y="294535"/>
                  </a:lnTo>
                  <a:lnTo>
                    <a:pt x="103443" y="305628"/>
                  </a:lnTo>
                  <a:lnTo>
                    <a:pt x="79622" y="334654"/>
                  </a:lnTo>
                  <a:lnTo>
                    <a:pt x="65422" y="362084"/>
                  </a:lnTo>
                  <a:lnTo>
                    <a:pt x="122652" y="292349"/>
                  </a:lnTo>
                  <a:close/>
                </a:path>
                <a:path w="362584" h="441959">
                  <a:moveTo>
                    <a:pt x="130154" y="273081"/>
                  </a:moveTo>
                  <a:lnTo>
                    <a:pt x="112547" y="294535"/>
                  </a:lnTo>
                  <a:lnTo>
                    <a:pt x="114664" y="294535"/>
                  </a:lnTo>
                  <a:lnTo>
                    <a:pt x="130154" y="273081"/>
                  </a:lnTo>
                  <a:close/>
                </a:path>
                <a:path w="362584" h="441959">
                  <a:moveTo>
                    <a:pt x="38100" y="385249"/>
                  </a:moveTo>
                  <a:lnTo>
                    <a:pt x="13918" y="414715"/>
                  </a:lnTo>
                  <a:lnTo>
                    <a:pt x="14364" y="415185"/>
                  </a:lnTo>
                  <a:lnTo>
                    <a:pt x="17883" y="420009"/>
                  </a:lnTo>
                  <a:lnTo>
                    <a:pt x="34480" y="399786"/>
                  </a:lnTo>
                  <a:lnTo>
                    <a:pt x="35151" y="398675"/>
                  </a:lnTo>
                  <a:lnTo>
                    <a:pt x="38142" y="389785"/>
                  </a:lnTo>
                  <a:lnTo>
                    <a:pt x="38100" y="385249"/>
                  </a:lnTo>
                  <a:close/>
                </a:path>
                <a:path w="362584" h="441959">
                  <a:moveTo>
                    <a:pt x="226180" y="166202"/>
                  </a:moveTo>
                  <a:lnTo>
                    <a:pt x="225892" y="166265"/>
                  </a:lnTo>
                  <a:lnTo>
                    <a:pt x="211254" y="174261"/>
                  </a:lnTo>
                  <a:lnTo>
                    <a:pt x="161822" y="234494"/>
                  </a:lnTo>
                  <a:lnTo>
                    <a:pt x="162328" y="234845"/>
                  </a:lnTo>
                  <a:lnTo>
                    <a:pt x="166642" y="234845"/>
                  </a:lnTo>
                  <a:lnTo>
                    <a:pt x="165308" y="240373"/>
                  </a:lnTo>
                  <a:lnTo>
                    <a:pt x="226180" y="166202"/>
                  </a:lnTo>
                  <a:close/>
                </a:path>
                <a:path w="362584" h="441959">
                  <a:moveTo>
                    <a:pt x="253568" y="122701"/>
                  </a:moveTo>
                  <a:lnTo>
                    <a:pt x="221500" y="161776"/>
                  </a:lnTo>
                  <a:lnTo>
                    <a:pt x="228818" y="158645"/>
                  </a:lnTo>
                  <a:lnTo>
                    <a:pt x="233703" y="156105"/>
                  </a:lnTo>
                  <a:lnTo>
                    <a:pt x="237750" y="151025"/>
                  </a:lnTo>
                  <a:lnTo>
                    <a:pt x="244001" y="143405"/>
                  </a:lnTo>
                  <a:lnTo>
                    <a:pt x="244001" y="140865"/>
                  </a:lnTo>
                  <a:lnTo>
                    <a:pt x="246974" y="140865"/>
                  </a:lnTo>
                  <a:lnTo>
                    <a:pt x="253812" y="132533"/>
                  </a:lnTo>
                  <a:lnTo>
                    <a:pt x="253812" y="123085"/>
                  </a:lnTo>
                  <a:lnTo>
                    <a:pt x="253568" y="122701"/>
                  </a:lnTo>
                  <a:close/>
                </a:path>
                <a:path w="362584" h="441959">
                  <a:moveTo>
                    <a:pt x="246974" y="140865"/>
                  </a:moveTo>
                  <a:lnTo>
                    <a:pt x="244001" y="140865"/>
                  </a:lnTo>
                  <a:lnTo>
                    <a:pt x="244541" y="143829"/>
                  </a:lnTo>
                  <a:lnTo>
                    <a:pt x="246974" y="140865"/>
                  </a:lnTo>
                  <a:close/>
                </a:path>
                <a:path w="362584" h="441959">
                  <a:moveTo>
                    <a:pt x="321328" y="40136"/>
                  </a:moveTo>
                  <a:lnTo>
                    <a:pt x="312372" y="51048"/>
                  </a:lnTo>
                  <a:lnTo>
                    <a:pt x="314512" y="51965"/>
                  </a:lnTo>
                  <a:lnTo>
                    <a:pt x="319933" y="51965"/>
                  </a:lnTo>
                  <a:lnTo>
                    <a:pt x="329313" y="40535"/>
                  </a:lnTo>
                  <a:lnTo>
                    <a:pt x="322993" y="40535"/>
                  </a:lnTo>
                  <a:lnTo>
                    <a:pt x="321328" y="40136"/>
                  </a:lnTo>
                  <a:close/>
                </a:path>
                <a:path w="362584" h="441959">
                  <a:moveTo>
                    <a:pt x="342846" y="21485"/>
                  </a:moveTo>
                  <a:lnTo>
                    <a:pt x="339663" y="21485"/>
                  </a:lnTo>
                  <a:lnTo>
                    <a:pt x="338176" y="22755"/>
                  </a:lnTo>
                  <a:lnTo>
                    <a:pt x="332166" y="31645"/>
                  </a:lnTo>
                  <a:lnTo>
                    <a:pt x="322993" y="40535"/>
                  </a:lnTo>
                  <a:lnTo>
                    <a:pt x="329313" y="40535"/>
                  </a:lnTo>
                  <a:lnTo>
                    <a:pt x="344106" y="22511"/>
                  </a:lnTo>
                  <a:lnTo>
                    <a:pt x="342846" y="21485"/>
                  </a:lnTo>
                  <a:close/>
                </a:path>
                <a:path w="362584" h="441959">
                  <a:moveTo>
                    <a:pt x="290171" y="78100"/>
                  </a:moveTo>
                  <a:lnTo>
                    <a:pt x="255337" y="120545"/>
                  </a:lnTo>
                  <a:lnTo>
                    <a:pt x="263650" y="120545"/>
                  </a:lnTo>
                  <a:lnTo>
                    <a:pt x="276947" y="104342"/>
                  </a:lnTo>
                  <a:lnTo>
                    <a:pt x="277759" y="102765"/>
                  </a:lnTo>
                  <a:lnTo>
                    <a:pt x="279856" y="100799"/>
                  </a:lnTo>
                  <a:lnTo>
                    <a:pt x="296475" y="80548"/>
                  </a:lnTo>
                  <a:lnTo>
                    <a:pt x="293105" y="78635"/>
                  </a:lnTo>
                  <a:lnTo>
                    <a:pt x="290171" y="78100"/>
                  </a:lnTo>
                  <a:close/>
                </a:path>
              </a:pathLst>
            </a:custGeom>
            <a:solidFill>
              <a:srgbClr val="EAC0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 descr=""/>
            <p:cNvSpPr/>
            <p:nvPr/>
          </p:nvSpPr>
          <p:spPr>
            <a:xfrm>
              <a:off x="10645110" y="6552926"/>
              <a:ext cx="371475" cy="452120"/>
            </a:xfrm>
            <a:custGeom>
              <a:avLst/>
              <a:gdLst/>
              <a:ahLst/>
              <a:cxnLst/>
              <a:rect l="l" t="t" r="r" b="b"/>
              <a:pathLst>
                <a:path w="371475" h="452120">
                  <a:moveTo>
                    <a:pt x="370990" y="0"/>
                  </a:moveTo>
                  <a:lnTo>
                    <a:pt x="362580" y="116"/>
                  </a:lnTo>
                  <a:lnTo>
                    <a:pt x="351606" y="13487"/>
                  </a:lnTo>
                  <a:lnTo>
                    <a:pt x="360007" y="13381"/>
                  </a:lnTo>
                  <a:lnTo>
                    <a:pt x="370990" y="0"/>
                  </a:lnTo>
                  <a:close/>
                </a:path>
                <a:path w="371475" h="452120">
                  <a:moveTo>
                    <a:pt x="11455" y="427958"/>
                  </a:moveTo>
                  <a:lnTo>
                    <a:pt x="0" y="441916"/>
                  </a:lnTo>
                  <a:lnTo>
                    <a:pt x="0" y="452041"/>
                  </a:lnTo>
                  <a:lnTo>
                    <a:pt x="11455" y="438083"/>
                  </a:lnTo>
                  <a:lnTo>
                    <a:pt x="11455" y="427958"/>
                  </a:lnTo>
                  <a:close/>
                </a:path>
                <a:path w="371475" h="452120">
                  <a:moveTo>
                    <a:pt x="135556" y="286869"/>
                  </a:moveTo>
                  <a:lnTo>
                    <a:pt x="65427" y="362193"/>
                  </a:lnTo>
                  <a:lnTo>
                    <a:pt x="60222" y="378662"/>
                  </a:lnTo>
                  <a:lnTo>
                    <a:pt x="88386" y="344344"/>
                  </a:lnTo>
                  <a:lnTo>
                    <a:pt x="90395" y="340371"/>
                  </a:lnTo>
                  <a:lnTo>
                    <a:pt x="109122" y="319079"/>
                  </a:lnTo>
                  <a:lnTo>
                    <a:pt x="135556" y="286869"/>
                  </a:lnTo>
                  <a:close/>
                </a:path>
                <a:path w="371475" h="452120">
                  <a:moveTo>
                    <a:pt x="34487" y="399894"/>
                  </a:moveTo>
                  <a:lnTo>
                    <a:pt x="17884" y="420124"/>
                  </a:lnTo>
                  <a:lnTo>
                    <a:pt x="19926" y="422921"/>
                  </a:lnTo>
                  <a:lnTo>
                    <a:pt x="13103" y="436075"/>
                  </a:lnTo>
                  <a:lnTo>
                    <a:pt x="27507" y="418524"/>
                  </a:lnTo>
                  <a:lnTo>
                    <a:pt x="27451" y="417841"/>
                  </a:lnTo>
                  <a:lnTo>
                    <a:pt x="25789" y="411491"/>
                  </a:lnTo>
                  <a:lnTo>
                    <a:pt x="30549" y="406411"/>
                  </a:lnTo>
                  <a:lnTo>
                    <a:pt x="34487" y="399894"/>
                  </a:lnTo>
                  <a:close/>
                </a:path>
                <a:path w="371475" h="452120">
                  <a:moveTo>
                    <a:pt x="236297" y="164118"/>
                  </a:moveTo>
                  <a:lnTo>
                    <a:pt x="226179" y="166319"/>
                  </a:lnTo>
                  <a:lnTo>
                    <a:pt x="165311" y="240486"/>
                  </a:lnTo>
                  <a:lnTo>
                    <a:pt x="163274" y="248931"/>
                  </a:lnTo>
                  <a:lnTo>
                    <a:pt x="162537" y="253994"/>
                  </a:lnTo>
                  <a:lnTo>
                    <a:pt x="180710" y="231851"/>
                  </a:lnTo>
                  <a:lnTo>
                    <a:pt x="184014" y="220991"/>
                  </a:lnTo>
                  <a:lnTo>
                    <a:pt x="204454" y="193051"/>
                  </a:lnTo>
                  <a:lnTo>
                    <a:pt x="218098" y="186293"/>
                  </a:lnTo>
                  <a:lnTo>
                    <a:pt x="236297" y="164118"/>
                  </a:lnTo>
                  <a:close/>
                </a:path>
                <a:path w="371475" h="452120">
                  <a:moveTo>
                    <a:pt x="253814" y="132646"/>
                  </a:moveTo>
                  <a:lnTo>
                    <a:pt x="244542" y="143944"/>
                  </a:lnTo>
                  <a:lnTo>
                    <a:pt x="246053" y="152232"/>
                  </a:lnTo>
                  <a:lnTo>
                    <a:pt x="256567" y="139421"/>
                  </a:lnTo>
                  <a:lnTo>
                    <a:pt x="253814" y="138441"/>
                  </a:lnTo>
                  <a:lnTo>
                    <a:pt x="253814" y="132646"/>
                  </a:lnTo>
                  <a:close/>
                </a:path>
                <a:path w="371475" h="452120">
                  <a:moveTo>
                    <a:pt x="344107" y="22626"/>
                  </a:moveTo>
                  <a:lnTo>
                    <a:pt x="319933" y="52081"/>
                  </a:lnTo>
                  <a:lnTo>
                    <a:pt x="323463" y="52081"/>
                  </a:lnTo>
                  <a:lnTo>
                    <a:pt x="330877" y="48271"/>
                  </a:lnTo>
                  <a:lnTo>
                    <a:pt x="332235" y="47221"/>
                  </a:lnTo>
                  <a:lnTo>
                    <a:pt x="348774" y="27069"/>
                  </a:lnTo>
                  <a:lnTo>
                    <a:pt x="346104" y="24141"/>
                  </a:lnTo>
                  <a:lnTo>
                    <a:pt x="345560" y="24141"/>
                  </a:lnTo>
                  <a:lnTo>
                    <a:pt x="344408" y="22871"/>
                  </a:lnTo>
                  <a:lnTo>
                    <a:pt x="344107" y="22626"/>
                  </a:lnTo>
                  <a:close/>
                </a:path>
                <a:path w="371475" h="452120">
                  <a:moveTo>
                    <a:pt x="276952" y="104452"/>
                  </a:moveTo>
                  <a:lnTo>
                    <a:pt x="263650" y="120661"/>
                  </a:lnTo>
                  <a:lnTo>
                    <a:pt x="267541" y="118121"/>
                  </a:lnTo>
                  <a:lnTo>
                    <a:pt x="274494" y="109231"/>
                  </a:lnTo>
                  <a:lnTo>
                    <a:pt x="276952" y="104452"/>
                  </a:lnTo>
                  <a:close/>
                </a:path>
                <a:path w="371475" h="452120">
                  <a:moveTo>
                    <a:pt x="290116" y="98541"/>
                  </a:moveTo>
                  <a:lnTo>
                    <a:pt x="286158" y="99071"/>
                  </a:lnTo>
                  <a:lnTo>
                    <a:pt x="286655" y="102759"/>
                  </a:lnTo>
                  <a:lnTo>
                    <a:pt x="290116" y="98541"/>
                  </a:lnTo>
                  <a:close/>
                </a:path>
                <a:path w="371475" h="452120">
                  <a:moveTo>
                    <a:pt x="296476" y="80663"/>
                  </a:moveTo>
                  <a:lnTo>
                    <a:pt x="279849" y="100922"/>
                  </a:lnTo>
                  <a:lnTo>
                    <a:pt x="285886" y="95261"/>
                  </a:lnTo>
                  <a:lnTo>
                    <a:pt x="291582" y="90181"/>
                  </a:lnTo>
                  <a:lnTo>
                    <a:pt x="296978" y="90181"/>
                  </a:lnTo>
                  <a:lnTo>
                    <a:pt x="301779" y="84330"/>
                  </a:lnTo>
                  <a:lnTo>
                    <a:pt x="299820" y="82561"/>
                  </a:lnTo>
                  <a:lnTo>
                    <a:pt x="296476" y="80663"/>
                  </a:lnTo>
                  <a:close/>
                </a:path>
                <a:path w="371475" h="452120">
                  <a:moveTo>
                    <a:pt x="296978" y="90181"/>
                  </a:moveTo>
                  <a:lnTo>
                    <a:pt x="291582" y="90181"/>
                  </a:lnTo>
                  <a:lnTo>
                    <a:pt x="295717" y="91717"/>
                  </a:lnTo>
                  <a:lnTo>
                    <a:pt x="296978" y="90181"/>
                  </a:lnTo>
                  <a:close/>
                </a:path>
              </a:pathLst>
            </a:custGeom>
            <a:solidFill>
              <a:srgbClr val="E9BE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 descr=""/>
            <p:cNvSpPr/>
            <p:nvPr/>
          </p:nvSpPr>
          <p:spPr>
            <a:xfrm>
              <a:off x="10645102" y="6550679"/>
              <a:ext cx="561975" cy="546100"/>
            </a:xfrm>
            <a:custGeom>
              <a:avLst/>
              <a:gdLst/>
              <a:ahLst/>
              <a:cxnLst/>
              <a:rect l="l" t="t" r="r" b="b"/>
              <a:pathLst>
                <a:path w="561975" h="546100">
                  <a:moveTo>
                    <a:pt x="27978" y="426440"/>
                  </a:moveTo>
                  <a:lnTo>
                    <a:pt x="27508" y="420776"/>
                  </a:lnTo>
                  <a:lnTo>
                    <a:pt x="13106" y="438327"/>
                  </a:lnTo>
                  <a:lnTo>
                    <a:pt x="12001" y="440410"/>
                  </a:lnTo>
                  <a:lnTo>
                    <a:pt x="11455" y="441680"/>
                  </a:lnTo>
                  <a:lnTo>
                    <a:pt x="11455" y="440334"/>
                  </a:lnTo>
                  <a:lnTo>
                    <a:pt x="0" y="454291"/>
                  </a:lnTo>
                  <a:lnTo>
                    <a:pt x="0" y="464426"/>
                  </a:lnTo>
                  <a:lnTo>
                    <a:pt x="18669" y="441680"/>
                  </a:lnTo>
                  <a:lnTo>
                    <a:pt x="27343" y="431114"/>
                  </a:lnTo>
                  <a:lnTo>
                    <a:pt x="27978" y="426440"/>
                  </a:lnTo>
                  <a:close/>
                </a:path>
                <a:path w="561975" h="546100">
                  <a:moveTo>
                    <a:pt x="75044" y="373380"/>
                  </a:moveTo>
                  <a:lnTo>
                    <a:pt x="56222" y="396240"/>
                  </a:lnTo>
                  <a:lnTo>
                    <a:pt x="54787" y="414020"/>
                  </a:lnTo>
                  <a:lnTo>
                    <a:pt x="54711" y="417830"/>
                  </a:lnTo>
                  <a:lnTo>
                    <a:pt x="56019" y="431800"/>
                  </a:lnTo>
                  <a:lnTo>
                    <a:pt x="28028" y="445770"/>
                  </a:lnTo>
                  <a:lnTo>
                    <a:pt x="26581" y="448310"/>
                  </a:lnTo>
                  <a:lnTo>
                    <a:pt x="34163" y="495300"/>
                  </a:lnTo>
                  <a:lnTo>
                    <a:pt x="27432" y="499110"/>
                  </a:lnTo>
                  <a:lnTo>
                    <a:pt x="21386" y="505460"/>
                  </a:lnTo>
                  <a:lnTo>
                    <a:pt x="16052" y="511810"/>
                  </a:lnTo>
                  <a:lnTo>
                    <a:pt x="11455" y="518160"/>
                  </a:lnTo>
                  <a:lnTo>
                    <a:pt x="11455" y="473710"/>
                  </a:lnTo>
                  <a:lnTo>
                    <a:pt x="13284" y="482600"/>
                  </a:lnTo>
                  <a:lnTo>
                    <a:pt x="15786" y="488950"/>
                  </a:lnTo>
                  <a:lnTo>
                    <a:pt x="17360" y="492760"/>
                  </a:lnTo>
                  <a:lnTo>
                    <a:pt x="19418" y="494030"/>
                  </a:lnTo>
                  <a:lnTo>
                    <a:pt x="23215" y="494030"/>
                  </a:lnTo>
                  <a:lnTo>
                    <a:pt x="26860" y="491490"/>
                  </a:lnTo>
                  <a:lnTo>
                    <a:pt x="28079" y="487680"/>
                  </a:lnTo>
                  <a:lnTo>
                    <a:pt x="26720" y="483870"/>
                  </a:lnTo>
                  <a:lnTo>
                    <a:pt x="24104" y="476250"/>
                  </a:lnTo>
                  <a:lnTo>
                    <a:pt x="23495" y="473710"/>
                  </a:lnTo>
                  <a:lnTo>
                    <a:pt x="21678" y="466090"/>
                  </a:lnTo>
                  <a:lnTo>
                    <a:pt x="20904" y="454660"/>
                  </a:lnTo>
                  <a:lnTo>
                    <a:pt x="23291" y="444500"/>
                  </a:lnTo>
                  <a:lnTo>
                    <a:pt x="26771" y="435610"/>
                  </a:lnTo>
                  <a:lnTo>
                    <a:pt x="27343" y="431800"/>
                  </a:lnTo>
                  <a:lnTo>
                    <a:pt x="18669" y="441960"/>
                  </a:lnTo>
                  <a:lnTo>
                    <a:pt x="0" y="464820"/>
                  </a:lnTo>
                  <a:lnTo>
                    <a:pt x="0" y="543560"/>
                  </a:lnTo>
                  <a:lnTo>
                    <a:pt x="1828" y="546100"/>
                  </a:lnTo>
                  <a:lnTo>
                    <a:pt x="9867" y="546100"/>
                  </a:lnTo>
                  <a:lnTo>
                    <a:pt x="10845" y="543560"/>
                  </a:lnTo>
                  <a:lnTo>
                    <a:pt x="13182" y="538480"/>
                  </a:lnTo>
                  <a:lnTo>
                    <a:pt x="19621" y="527050"/>
                  </a:lnTo>
                  <a:lnTo>
                    <a:pt x="26631" y="518160"/>
                  </a:lnTo>
                  <a:lnTo>
                    <a:pt x="29629" y="514350"/>
                  </a:lnTo>
                  <a:lnTo>
                    <a:pt x="42684" y="505460"/>
                  </a:lnTo>
                  <a:lnTo>
                    <a:pt x="45288" y="504190"/>
                  </a:lnTo>
                  <a:lnTo>
                    <a:pt x="46812" y="500380"/>
                  </a:lnTo>
                  <a:lnTo>
                    <a:pt x="39230" y="454660"/>
                  </a:lnTo>
                  <a:lnTo>
                    <a:pt x="68021" y="440690"/>
                  </a:lnTo>
                  <a:lnTo>
                    <a:pt x="69418" y="436880"/>
                  </a:lnTo>
                  <a:lnTo>
                    <a:pt x="68237" y="433070"/>
                  </a:lnTo>
                  <a:lnTo>
                    <a:pt x="66675" y="425450"/>
                  </a:lnTo>
                  <a:lnTo>
                    <a:pt x="66294" y="407670"/>
                  </a:lnTo>
                  <a:lnTo>
                    <a:pt x="72428" y="378460"/>
                  </a:lnTo>
                  <a:lnTo>
                    <a:pt x="75044" y="373380"/>
                  </a:lnTo>
                  <a:close/>
                </a:path>
                <a:path w="561975" h="546100">
                  <a:moveTo>
                    <a:pt x="88392" y="346595"/>
                  </a:moveTo>
                  <a:lnTo>
                    <a:pt x="60223" y="380911"/>
                  </a:lnTo>
                  <a:lnTo>
                    <a:pt x="56324" y="394690"/>
                  </a:lnTo>
                  <a:lnTo>
                    <a:pt x="56222" y="395922"/>
                  </a:lnTo>
                  <a:lnTo>
                    <a:pt x="75044" y="372986"/>
                  </a:lnTo>
                  <a:lnTo>
                    <a:pt x="88392" y="346595"/>
                  </a:lnTo>
                  <a:close/>
                </a:path>
                <a:path w="561975" h="546100">
                  <a:moveTo>
                    <a:pt x="145288" y="287401"/>
                  </a:moveTo>
                  <a:lnTo>
                    <a:pt x="135559" y="289128"/>
                  </a:lnTo>
                  <a:lnTo>
                    <a:pt x="109143" y="321322"/>
                  </a:lnTo>
                  <a:lnTo>
                    <a:pt x="116090" y="313410"/>
                  </a:lnTo>
                  <a:lnTo>
                    <a:pt x="129184" y="307035"/>
                  </a:lnTo>
                  <a:lnTo>
                    <a:pt x="145288" y="287401"/>
                  </a:lnTo>
                  <a:close/>
                </a:path>
                <a:path w="561975" h="546100">
                  <a:moveTo>
                    <a:pt x="175806" y="251460"/>
                  </a:moveTo>
                  <a:lnTo>
                    <a:pt x="160959" y="269240"/>
                  </a:lnTo>
                  <a:lnTo>
                    <a:pt x="160223" y="276860"/>
                  </a:lnTo>
                  <a:lnTo>
                    <a:pt x="159893" y="287020"/>
                  </a:lnTo>
                  <a:lnTo>
                    <a:pt x="149034" y="287020"/>
                  </a:lnTo>
                  <a:lnTo>
                    <a:pt x="145288" y="288290"/>
                  </a:lnTo>
                  <a:lnTo>
                    <a:pt x="129184" y="307340"/>
                  </a:lnTo>
                  <a:lnTo>
                    <a:pt x="139522" y="302260"/>
                  </a:lnTo>
                  <a:lnTo>
                    <a:pt x="156883" y="299720"/>
                  </a:lnTo>
                  <a:lnTo>
                    <a:pt x="164312" y="300990"/>
                  </a:lnTo>
                  <a:lnTo>
                    <a:pt x="166077" y="302260"/>
                  </a:lnTo>
                  <a:lnTo>
                    <a:pt x="167970" y="300990"/>
                  </a:lnTo>
                  <a:lnTo>
                    <a:pt x="169379" y="299720"/>
                  </a:lnTo>
                  <a:lnTo>
                    <a:pt x="170776" y="298450"/>
                  </a:lnTo>
                  <a:lnTo>
                    <a:pt x="171551" y="295910"/>
                  </a:lnTo>
                  <a:lnTo>
                    <a:pt x="171488" y="283210"/>
                  </a:lnTo>
                  <a:lnTo>
                    <a:pt x="174358" y="255270"/>
                  </a:lnTo>
                  <a:lnTo>
                    <a:pt x="175806" y="251460"/>
                  </a:lnTo>
                  <a:close/>
                </a:path>
                <a:path w="561975" h="546100">
                  <a:moveTo>
                    <a:pt x="180708" y="234111"/>
                  </a:moveTo>
                  <a:lnTo>
                    <a:pt x="162534" y="256247"/>
                  </a:lnTo>
                  <a:lnTo>
                    <a:pt x="161239" y="265150"/>
                  </a:lnTo>
                  <a:lnTo>
                    <a:pt x="160959" y="268300"/>
                  </a:lnTo>
                  <a:lnTo>
                    <a:pt x="175806" y="250215"/>
                  </a:lnTo>
                  <a:lnTo>
                    <a:pt x="180708" y="234111"/>
                  </a:lnTo>
                  <a:close/>
                </a:path>
                <a:path w="561975" h="546100">
                  <a:moveTo>
                    <a:pt x="214096" y="203568"/>
                  </a:moveTo>
                  <a:lnTo>
                    <a:pt x="208229" y="208000"/>
                  </a:lnTo>
                  <a:lnTo>
                    <a:pt x="201523" y="218884"/>
                  </a:lnTo>
                  <a:lnTo>
                    <a:pt x="214096" y="203568"/>
                  </a:lnTo>
                  <a:close/>
                </a:path>
                <a:path w="561975" h="546100">
                  <a:moveTo>
                    <a:pt x="246418" y="164172"/>
                  </a:moveTo>
                  <a:lnTo>
                    <a:pt x="236296" y="166370"/>
                  </a:lnTo>
                  <a:lnTo>
                    <a:pt x="218097" y="188544"/>
                  </a:lnTo>
                  <a:lnTo>
                    <a:pt x="232117" y="181610"/>
                  </a:lnTo>
                  <a:lnTo>
                    <a:pt x="246418" y="164172"/>
                  </a:lnTo>
                  <a:close/>
                </a:path>
                <a:path w="561975" h="546100">
                  <a:moveTo>
                    <a:pt x="263004" y="143967"/>
                  </a:moveTo>
                  <a:lnTo>
                    <a:pt x="256565" y="141681"/>
                  </a:lnTo>
                  <a:lnTo>
                    <a:pt x="246049" y="154482"/>
                  </a:lnTo>
                  <a:lnTo>
                    <a:pt x="246316" y="155930"/>
                  </a:lnTo>
                  <a:lnTo>
                    <a:pt x="254990" y="153733"/>
                  </a:lnTo>
                  <a:lnTo>
                    <a:pt x="263004" y="143967"/>
                  </a:lnTo>
                  <a:close/>
                </a:path>
                <a:path w="561975" h="546100">
                  <a:moveTo>
                    <a:pt x="271297" y="149860"/>
                  </a:moveTo>
                  <a:lnTo>
                    <a:pt x="268084" y="146050"/>
                  </a:lnTo>
                  <a:lnTo>
                    <a:pt x="263004" y="144780"/>
                  </a:lnTo>
                  <a:lnTo>
                    <a:pt x="254990" y="154940"/>
                  </a:lnTo>
                  <a:lnTo>
                    <a:pt x="271297" y="149860"/>
                  </a:lnTo>
                  <a:close/>
                </a:path>
                <a:path w="561975" h="546100">
                  <a:moveTo>
                    <a:pt x="294551" y="106680"/>
                  </a:moveTo>
                  <a:close/>
                </a:path>
                <a:path w="561975" h="546100">
                  <a:moveTo>
                    <a:pt x="295643" y="100050"/>
                  </a:moveTo>
                  <a:lnTo>
                    <a:pt x="290118" y="100799"/>
                  </a:lnTo>
                  <a:lnTo>
                    <a:pt x="286651" y="105016"/>
                  </a:lnTo>
                  <a:lnTo>
                    <a:pt x="287705" y="112750"/>
                  </a:lnTo>
                  <a:lnTo>
                    <a:pt x="288493" y="112915"/>
                  </a:lnTo>
                  <a:lnTo>
                    <a:pt x="294551" y="105524"/>
                  </a:lnTo>
                  <a:lnTo>
                    <a:pt x="294894" y="102590"/>
                  </a:lnTo>
                  <a:lnTo>
                    <a:pt x="295643" y="100050"/>
                  </a:lnTo>
                  <a:close/>
                </a:path>
                <a:path w="561975" h="546100">
                  <a:moveTo>
                    <a:pt x="306171" y="91376"/>
                  </a:moveTo>
                  <a:lnTo>
                    <a:pt x="305447" y="89890"/>
                  </a:lnTo>
                  <a:lnTo>
                    <a:pt x="301777" y="86588"/>
                  </a:lnTo>
                  <a:lnTo>
                    <a:pt x="295719" y="93967"/>
                  </a:lnTo>
                  <a:lnTo>
                    <a:pt x="302094" y="96342"/>
                  </a:lnTo>
                  <a:lnTo>
                    <a:pt x="306171" y="91376"/>
                  </a:lnTo>
                  <a:close/>
                </a:path>
                <a:path w="561975" h="546100">
                  <a:moveTo>
                    <a:pt x="309562" y="106781"/>
                  </a:moveTo>
                  <a:lnTo>
                    <a:pt x="309486" y="104140"/>
                  </a:lnTo>
                  <a:lnTo>
                    <a:pt x="309143" y="97790"/>
                  </a:lnTo>
                  <a:lnTo>
                    <a:pt x="306679" y="92710"/>
                  </a:lnTo>
                  <a:lnTo>
                    <a:pt x="306171" y="91440"/>
                  </a:lnTo>
                  <a:lnTo>
                    <a:pt x="305295" y="92710"/>
                  </a:lnTo>
                  <a:lnTo>
                    <a:pt x="302094" y="96520"/>
                  </a:lnTo>
                  <a:lnTo>
                    <a:pt x="305257" y="97790"/>
                  </a:lnTo>
                  <a:lnTo>
                    <a:pt x="301942" y="109220"/>
                  </a:lnTo>
                  <a:lnTo>
                    <a:pt x="294741" y="109220"/>
                  </a:lnTo>
                  <a:lnTo>
                    <a:pt x="294462" y="106781"/>
                  </a:lnTo>
                  <a:lnTo>
                    <a:pt x="288493" y="113030"/>
                  </a:lnTo>
                  <a:lnTo>
                    <a:pt x="294055" y="114300"/>
                  </a:lnTo>
                  <a:lnTo>
                    <a:pt x="299745" y="114300"/>
                  </a:lnTo>
                  <a:lnTo>
                    <a:pt x="305714" y="111760"/>
                  </a:lnTo>
                  <a:lnTo>
                    <a:pt x="307670" y="109220"/>
                  </a:lnTo>
                  <a:lnTo>
                    <a:pt x="309562" y="106781"/>
                  </a:lnTo>
                  <a:close/>
                </a:path>
                <a:path w="561975" h="546100">
                  <a:moveTo>
                    <a:pt x="358254" y="27901"/>
                  </a:moveTo>
                  <a:lnTo>
                    <a:pt x="351891" y="32740"/>
                  </a:lnTo>
                  <a:lnTo>
                    <a:pt x="348780" y="29324"/>
                  </a:lnTo>
                  <a:lnTo>
                    <a:pt x="332244" y="49466"/>
                  </a:lnTo>
                  <a:lnTo>
                    <a:pt x="337451" y="45440"/>
                  </a:lnTo>
                  <a:lnTo>
                    <a:pt x="342595" y="39090"/>
                  </a:lnTo>
                  <a:lnTo>
                    <a:pt x="347154" y="41440"/>
                  </a:lnTo>
                  <a:lnTo>
                    <a:pt x="349072" y="39090"/>
                  </a:lnTo>
                  <a:lnTo>
                    <a:pt x="354279" y="32740"/>
                  </a:lnTo>
                  <a:lnTo>
                    <a:pt x="358254" y="27901"/>
                  </a:lnTo>
                  <a:close/>
                </a:path>
                <a:path w="561975" h="546100">
                  <a:moveTo>
                    <a:pt x="379399" y="2133"/>
                  </a:moveTo>
                  <a:lnTo>
                    <a:pt x="370992" y="2247"/>
                  </a:lnTo>
                  <a:lnTo>
                    <a:pt x="360006" y="15633"/>
                  </a:lnTo>
                  <a:lnTo>
                    <a:pt x="368414" y="15532"/>
                  </a:lnTo>
                  <a:lnTo>
                    <a:pt x="379399" y="2133"/>
                  </a:lnTo>
                  <a:close/>
                </a:path>
                <a:path w="561975" h="546100">
                  <a:moveTo>
                    <a:pt x="411213" y="33020"/>
                  </a:moveTo>
                  <a:lnTo>
                    <a:pt x="375539" y="20320"/>
                  </a:lnTo>
                  <a:lnTo>
                    <a:pt x="361911" y="25400"/>
                  </a:lnTo>
                  <a:lnTo>
                    <a:pt x="358254" y="27940"/>
                  </a:lnTo>
                  <a:lnTo>
                    <a:pt x="354279" y="33020"/>
                  </a:lnTo>
                  <a:lnTo>
                    <a:pt x="349072" y="39370"/>
                  </a:lnTo>
                  <a:lnTo>
                    <a:pt x="347154" y="41910"/>
                  </a:lnTo>
                  <a:lnTo>
                    <a:pt x="353529" y="41910"/>
                  </a:lnTo>
                  <a:lnTo>
                    <a:pt x="360400" y="40640"/>
                  </a:lnTo>
                  <a:lnTo>
                    <a:pt x="367969" y="36830"/>
                  </a:lnTo>
                  <a:lnTo>
                    <a:pt x="376504" y="34290"/>
                  </a:lnTo>
                  <a:lnTo>
                    <a:pt x="386384" y="34290"/>
                  </a:lnTo>
                  <a:lnTo>
                    <a:pt x="395630" y="36830"/>
                  </a:lnTo>
                  <a:lnTo>
                    <a:pt x="402297" y="40640"/>
                  </a:lnTo>
                  <a:lnTo>
                    <a:pt x="405180" y="41910"/>
                  </a:lnTo>
                  <a:lnTo>
                    <a:pt x="408571" y="40640"/>
                  </a:lnTo>
                  <a:lnTo>
                    <a:pt x="410768" y="34290"/>
                  </a:lnTo>
                  <a:lnTo>
                    <a:pt x="411213" y="33020"/>
                  </a:lnTo>
                  <a:close/>
                </a:path>
                <a:path w="561975" h="546100">
                  <a:moveTo>
                    <a:pt x="561543" y="36830"/>
                  </a:moveTo>
                  <a:lnTo>
                    <a:pt x="558685" y="36830"/>
                  </a:lnTo>
                  <a:lnTo>
                    <a:pt x="531253" y="43180"/>
                  </a:lnTo>
                  <a:lnTo>
                    <a:pt x="496862" y="74930"/>
                  </a:lnTo>
                  <a:lnTo>
                    <a:pt x="480961" y="116840"/>
                  </a:lnTo>
                  <a:lnTo>
                    <a:pt x="479704" y="123190"/>
                  </a:lnTo>
                  <a:lnTo>
                    <a:pt x="474624" y="116840"/>
                  </a:lnTo>
                  <a:lnTo>
                    <a:pt x="468769" y="110490"/>
                  </a:lnTo>
                  <a:lnTo>
                    <a:pt x="462330" y="105410"/>
                  </a:lnTo>
                  <a:lnTo>
                    <a:pt x="455447" y="99060"/>
                  </a:lnTo>
                  <a:lnTo>
                    <a:pt x="449059" y="95250"/>
                  </a:lnTo>
                  <a:lnTo>
                    <a:pt x="440550" y="90170"/>
                  </a:lnTo>
                  <a:lnTo>
                    <a:pt x="420738" y="83820"/>
                  </a:lnTo>
                  <a:lnTo>
                    <a:pt x="371043" y="91440"/>
                  </a:lnTo>
                  <a:lnTo>
                    <a:pt x="340207" y="123190"/>
                  </a:lnTo>
                  <a:lnTo>
                    <a:pt x="325056" y="173990"/>
                  </a:lnTo>
                  <a:lnTo>
                    <a:pt x="323773" y="205740"/>
                  </a:lnTo>
                  <a:lnTo>
                    <a:pt x="324065" y="213360"/>
                  </a:lnTo>
                  <a:lnTo>
                    <a:pt x="314972" y="205740"/>
                  </a:lnTo>
                  <a:lnTo>
                    <a:pt x="308635" y="201930"/>
                  </a:lnTo>
                  <a:lnTo>
                    <a:pt x="304419" y="199390"/>
                  </a:lnTo>
                  <a:lnTo>
                    <a:pt x="292595" y="194310"/>
                  </a:lnTo>
                  <a:lnTo>
                    <a:pt x="279704" y="190500"/>
                  </a:lnTo>
                  <a:lnTo>
                    <a:pt x="263664" y="186690"/>
                  </a:lnTo>
                  <a:lnTo>
                    <a:pt x="245579" y="187960"/>
                  </a:lnTo>
                  <a:lnTo>
                    <a:pt x="201523" y="219710"/>
                  </a:lnTo>
                  <a:lnTo>
                    <a:pt x="185407" y="269240"/>
                  </a:lnTo>
                  <a:lnTo>
                    <a:pt x="187172" y="300990"/>
                  </a:lnTo>
                  <a:lnTo>
                    <a:pt x="192011" y="326390"/>
                  </a:lnTo>
                  <a:lnTo>
                    <a:pt x="179120" y="322580"/>
                  </a:lnTo>
                  <a:lnTo>
                    <a:pt x="163220" y="320040"/>
                  </a:lnTo>
                  <a:lnTo>
                    <a:pt x="145554" y="320040"/>
                  </a:lnTo>
                  <a:lnTo>
                    <a:pt x="104635" y="341630"/>
                  </a:lnTo>
                  <a:lnTo>
                    <a:pt x="79857" y="397510"/>
                  </a:lnTo>
                  <a:lnTo>
                    <a:pt x="77736" y="424180"/>
                  </a:lnTo>
                  <a:lnTo>
                    <a:pt x="80098" y="447040"/>
                  </a:lnTo>
                  <a:lnTo>
                    <a:pt x="85102" y="466090"/>
                  </a:lnTo>
                  <a:lnTo>
                    <a:pt x="88099" y="473710"/>
                  </a:lnTo>
                  <a:lnTo>
                    <a:pt x="94449" y="486410"/>
                  </a:lnTo>
                  <a:lnTo>
                    <a:pt x="97510" y="491490"/>
                  </a:lnTo>
                  <a:lnTo>
                    <a:pt x="82804" y="492760"/>
                  </a:lnTo>
                  <a:lnTo>
                    <a:pt x="30467" y="519430"/>
                  </a:lnTo>
                  <a:lnTo>
                    <a:pt x="14630" y="546100"/>
                  </a:lnTo>
                  <a:lnTo>
                    <a:pt x="27762" y="546100"/>
                  </a:lnTo>
                  <a:lnTo>
                    <a:pt x="30607" y="539750"/>
                  </a:lnTo>
                  <a:lnTo>
                    <a:pt x="38227" y="529590"/>
                  </a:lnTo>
                  <a:lnTo>
                    <a:pt x="60058" y="514350"/>
                  </a:lnTo>
                  <a:lnTo>
                    <a:pt x="83223" y="506730"/>
                  </a:lnTo>
                  <a:lnTo>
                    <a:pt x="101688" y="505460"/>
                  </a:lnTo>
                  <a:lnTo>
                    <a:pt x="111823" y="505460"/>
                  </a:lnTo>
                  <a:lnTo>
                    <a:pt x="114071" y="504190"/>
                  </a:lnTo>
                  <a:lnTo>
                    <a:pt x="116014" y="499110"/>
                  </a:lnTo>
                  <a:lnTo>
                    <a:pt x="115506" y="495300"/>
                  </a:lnTo>
                  <a:lnTo>
                    <a:pt x="113766" y="494030"/>
                  </a:lnTo>
                  <a:lnTo>
                    <a:pt x="111887" y="491490"/>
                  </a:lnTo>
                  <a:lnTo>
                    <a:pt x="90335" y="439420"/>
                  </a:lnTo>
                  <a:lnTo>
                    <a:pt x="89154" y="417830"/>
                  </a:lnTo>
                  <a:lnTo>
                    <a:pt x="91960" y="396240"/>
                  </a:lnTo>
                  <a:lnTo>
                    <a:pt x="112382" y="350520"/>
                  </a:lnTo>
                  <a:lnTo>
                    <a:pt x="154660" y="332740"/>
                  </a:lnTo>
                  <a:lnTo>
                    <a:pt x="176352" y="335280"/>
                  </a:lnTo>
                  <a:lnTo>
                    <a:pt x="198780" y="344170"/>
                  </a:lnTo>
                  <a:lnTo>
                    <a:pt x="200901" y="345440"/>
                  </a:lnTo>
                  <a:lnTo>
                    <a:pt x="203415" y="345440"/>
                  </a:lnTo>
                  <a:lnTo>
                    <a:pt x="206844" y="341630"/>
                  </a:lnTo>
                  <a:lnTo>
                    <a:pt x="207403" y="337820"/>
                  </a:lnTo>
                  <a:lnTo>
                    <a:pt x="206565" y="335280"/>
                  </a:lnTo>
                  <a:lnTo>
                    <a:pt x="205816" y="332740"/>
                  </a:lnTo>
                  <a:lnTo>
                    <a:pt x="203936" y="326390"/>
                  </a:lnTo>
                  <a:lnTo>
                    <a:pt x="202819" y="322580"/>
                  </a:lnTo>
                  <a:lnTo>
                    <a:pt x="197548" y="289560"/>
                  </a:lnTo>
                  <a:lnTo>
                    <a:pt x="199072" y="251460"/>
                  </a:lnTo>
                  <a:lnTo>
                    <a:pt x="215709" y="217170"/>
                  </a:lnTo>
                  <a:lnTo>
                    <a:pt x="245833" y="201930"/>
                  </a:lnTo>
                  <a:lnTo>
                    <a:pt x="277799" y="203200"/>
                  </a:lnTo>
                  <a:lnTo>
                    <a:pt x="306616" y="215900"/>
                  </a:lnTo>
                  <a:lnTo>
                    <a:pt x="327304" y="233680"/>
                  </a:lnTo>
                  <a:lnTo>
                    <a:pt x="329069" y="234950"/>
                  </a:lnTo>
                  <a:lnTo>
                    <a:pt x="331787" y="236220"/>
                  </a:lnTo>
                  <a:lnTo>
                    <a:pt x="336219" y="233680"/>
                  </a:lnTo>
                  <a:lnTo>
                    <a:pt x="337426" y="229870"/>
                  </a:lnTo>
                  <a:lnTo>
                    <a:pt x="336969" y="227330"/>
                  </a:lnTo>
                  <a:lnTo>
                    <a:pt x="335622" y="213360"/>
                  </a:lnTo>
                  <a:lnTo>
                    <a:pt x="347383" y="134620"/>
                  </a:lnTo>
                  <a:lnTo>
                    <a:pt x="375983" y="102870"/>
                  </a:lnTo>
                  <a:lnTo>
                    <a:pt x="412902" y="95250"/>
                  </a:lnTo>
                  <a:lnTo>
                    <a:pt x="428625" y="99060"/>
                  </a:lnTo>
                  <a:lnTo>
                    <a:pt x="467601" y="128270"/>
                  </a:lnTo>
                  <a:lnTo>
                    <a:pt x="477888" y="147320"/>
                  </a:lnTo>
                  <a:lnTo>
                    <a:pt x="480402" y="149860"/>
                  </a:lnTo>
                  <a:lnTo>
                    <a:pt x="486664" y="149860"/>
                  </a:lnTo>
                  <a:lnTo>
                    <a:pt x="489216" y="147320"/>
                  </a:lnTo>
                  <a:lnTo>
                    <a:pt x="489343" y="140970"/>
                  </a:lnTo>
                  <a:lnTo>
                    <a:pt x="489394" y="139700"/>
                  </a:lnTo>
                  <a:lnTo>
                    <a:pt x="490423" y="129540"/>
                  </a:lnTo>
                  <a:lnTo>
                    <a:pt x="491655" y="123190"/>
                  </a:lnTo>
                  <a:lnTo>
                    <a:pt x="493128" y="115570"/>
                  </a:lnTo>
                  <a:lnTo>
                    <a:pt x="508749" y="78740"/>
                  </a:lnTo>
                  <a:lnTo>
                    <a:pt x="539470" y="54610"/>
                  </a:lnTo>
                  <a:lnTo>
                    <a:pt x="559663" y="49530"/>
                  </a:lnTo>
                  <a:lnTo>
                    <a:pt x="561543" y="49530"/>
                  </a:lnTo>
                  <a:lnTo>
                    <a:pt x="561543" y="36830"/>
                  </a:lnTo>
                  <a:close/>
                </a:path>
                <a:path w="561975" h="546100">
                  <a:moveTo>
                    <a:pt x="561543" y="10160"/>
                  </a:moveTo>
                  <a:lnTo>
                    <a:pt x="561517" y="3810"/>
                  </a:lnTo>
                  <a:lnTo>
                    <a:pt x="558965" y="0"/>
                  </a:lnTo>
                  <a:lnTo>
                    <a:pt x="553961" y="0"/>
                  </a:lnTo>
                  <a:lnTo>
                    <a:pt x="379399" y="2540"/>
                  </a:lnTo>
                  <a:lnTo>
                    <a:pt x="368414" y="16510"/>
                  </a:lnTo>
                  <a:lnTo>
                    <a:pt x="513346" y="13970"/>
                  </a:lnTo>
                  <a:lnTo>
                    <a:pt x="506603" y="20320"/>
                  </a:lnTo>
                  <a:lnTo>
                    <a:pt x="483158" y="50800"/>
                  </a:lnTo>
                  <a:lnTo>
                    <a:pt x="472973" y="73660"/>
                  </a:lnTo>
                  <a:lnTo>
                    <a:pt x="462546" y="66040"/>
                  </a:lnTo>
                  <a:lnTo>
                    <a:pt x="459066" y="63500"/>
                  </a:lnTo>
                  <a:lnTo>
                    <a:pt x="437870" y="54610"/>
                  </a:lnTo>
                  <a:lnTo>
                    <a:pt x="409714" y="52070"/>
                  </a:lnTo>
                  <a:lnTo>
                    <a:pt x="374929" y="60960"/>
                  </a:lnTo>
                  <a:lnTo>
                    <a:pt x="338366" y="85090"/>
                  </a:lnTo>
                  <a:lnTo>
                    <a:pt x="311416" y="125730"/>
                  </a:lnTo>
                  <a:lnTo>
                    <a:pt x="300596" y="157480"/>
                  </a:lnTo>
                  <a:lnTo>
                    <a:pt x="298983" y="163830"/>
                  </a:lnTo>
                  <a:lnTo>
                    <a:pt x="280987" y="162560"/>
                  </a:lnTo>
                  <a:lnTo>
                    <a:pt x="255092" y="162560"/>
                  </a:lnTo>
                  <a:lnTo>
                    <a:pt x="246430" y="165100"/>
                  </a:lnTo>
                  <a:lnTo>
                    <a:pt x="232117" y="181610"/>
                  </a:lnTo>
                  <a:lnTo>
                    <a:pt x="235229" y="180340"/>
                  </a:lnTo>
                  <a:lnTo>
                    <a:pt x="267030" y="175260"/>
                  </a:lnTo>
                  <a:lnTo>
                    <a:pt x="292036" y="176530"/>
                  </a:lnTo>
                  <a:lnTo>
                    <a:pt x="302425" y="179070"/>
                  </a:lnTo>
                  <a:lnTo>
                    <a:pt x="305523" y="179070"/>
                  </a:lnTo>
                  <a:lnTo>
                    <a:pt x="308051" y="176530"/>
                  </a:lnTo>
                  <a:lnTo>
                    <a:pt x="308902" y="175260"/>
                  </a:lnTo>
                  <a:lnTo>
                    <a:pt x="309143" y="172720"/>
                  </a:lnTo>
                  <a:lnTo>
                    <a:pt x="310946" y="163830"/>
                  </a:lnTo>
                  <a:lnTo>
                    <a:pt x="342811" y="99060"/>
                  </a:lnTo>
                  <a:lnTo>
                    <a:pt x="378548" y="73660"/>
                  </a:lnTo>
                  <a:lnTo>
                    <a:pt x="417639" y="66040"/>
                  </a:lnTo>
                  <a:lnTo>
                    <a:pt x="446506" y="72390"/>
                  </a:lnTo>
                  <a:lnTo>
                    <a:pt x="464629" y="82550"/>
                  </a:lnTo>
                  <a:lnTo>
                    <a:pt x="471474" y="88900"/>
                  </a:lnTo>
                  <a:lnTo>
                    <a:pt x="472897" y="91440"/>
                  </a:lnTo>
                  <a:lnTo>
                    <a:pt x="474967" y="91440"/>
                  </a:lnTo>
                  <a:lnTo>
                    <a:pt x="478866" y="90170"/>
                  </a:lnTo>
                  <a:lnTo>
                    <a:pt x="480402" y="88900"/>
                  </a:lnTo>
                  <a:lnTo>
                    <a:pt x="480987" y="86360"/>
                  </a:lnTo>
                  <a:lnTo>
                    <a:pt x="484860" y="74930"/>
                  </a:lnTo>
                  <a:lnTo>
                    <a:pt x="485508" y="73660"/>
                  </a:lnTo>
                  <a:lnTo>
                    <a:pt x="497255" y="50800"/>
                  </a:lnTo>
                  <a:lnTo>
                    <a:pt x="519811" y="25400"/>
                  </a:lnTo>
                  <a:lnTo>
                    <a:pt x="554151" y="13970"/>
                  </a:lnTo>
                  <a:lnTo>
                    <a:pt x="559015" y="13970"/>
                  </a:lnTo>
                  <a:lnTo>
                    <a:pt x="561543" y="10160"/>
                  </a:lnTo>
                  <a:close/>
                </a:path>
              </a:pathLst>
            </a:custGeom>
            <a:solidFill>
              <a:srgbClr val="E8BD92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64" name="object 164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645109" y="6585907"/>
              <a:ext cx="206758" cy="251936"/>
            </a:xfrm>
            <a:prstGeom prst="rect">
              <a:avLst/>
            </a:prstGeom>
          </p:spPr>
        </p:pic>
        <p:sp>
          <p:nvSpPr>
            <p:cNvPr id="165" name="object 165" descr=""/>
            <p:cNvSpPr/>
            <p:nvPr/>
          </p:nvSpPr>
          <p:spPr>
            <a:xfrm>
              <a:off x="10645102" y="6585908"/>
              <a:ext cx="224154" cy="277495"/>
            </a:xfrm>
            <a:custGeom>
              <a:avLst/>
              <a:gdLst/>
              <a:ahLst/>
              <a:cxnLst/>
              <a:rect l="l" t="t" r="r" b="b"/>
              <a:pathLst>
                <a:path w="224154" h="277495">
                  <a:moveTo>
                    <a:pt x="11455" y="237985"/>
                  </a:moveTo>
                  <a:lnTo>
                    <a:pt x="0" y="251942"/>
                  </a:lnTo>
                  <a:lnTo>
                    <a:pt x="0" y="267131"/>
                  </a:lnTo>
                  <a:lnTo>
                    <a:pt x="0" y="277253"/>
                  </a:lnTo>
                  <a:lnTo>
                    <a:pt x="11455" y="263296"/>
                  </a:lnTo>
                  <a:lnTo>
                    <a:pt x="11455" y="253174"/>
                  </a:lnTo>
                  <a:lnTo>
                    <a:pt x="11455" y="237985"/>
                  </a:lnTo>
                  <a:close/>
                </a:path>
                <a:path w="224154" h="277495">
                  <a:moveTo>
                    <a:pt x="38684" y="230124"/>
                  </a:moveTo>
                  <a:lnTo>
                    <a:pt x="37807" y="228650"/>
                  </a:lnTo>
                  <a:lnTo>
                    <a:pt x="35534" y="223824"/>
                  </a:lnTo>
                  <a:lnTo>
                    <a:pt x="31013" y="214147"/>
                  </a:lnTo>
                  <a:lnTo>
                    <a:pt x="20586" y="226860"/>
                  </a:lnTo>
                  <a:lnTo>
                    <a:pt x="21323" y="228650"/>
                  </a:lnTo>
                  <a:lnTo>
                    <a:pt x="24587" y="235000"/>
                  </a:lnTo>
                  <a:lnTo>
                    <a:pt x="25387" y="236194"/>
                  </a:lnTo>
                  <a:lnTo>
                    <a:pt x="28067" y="240080"/>
                  </a:lnTo>
                  <a:lnTo>
                    <a:pt x="28943" y="241998"/>
                  </a:lnTo>
                  <a:lnTo>
                    <a:pt x="38684" y="230124"/>
                  </a:lnTo>
                  <a:close/>
                </a:path>
                <a:path w="224154" h="277495">
                  <a:moveTo>
                    <a:pt x="79209" y="180746"/>
                  </a:moveTo>
                  <a:lnTo>
                    <a:pt x="77952" y="180390"/>
                  </a:lnTo>
                  <a:lnTo>
                    <a:pt x="72542" y="178739"/>
                  </a:lnTo>
                  <a:lnTo>
                    <a:pt x="62560" y="175704"/>
                  </a:lnTo>
                  <a:lnTo>
                    <a:pt x="54381" y="185674"/>
                  </a:lnTo>
                  <a:lnTo>
                    <a:pt x="58508" y="188010"/>
                  </a:lnTo>
                  <a:lnTo>
                    <a:pt x="63080" y="188010"/>
                  </a:lnTo>
                  <a:lnTo>
                    <a:pt x="64579" y="188455"/>
                  </a:lnTo>
                  <a:lnTo>
                    <a:pt x="71272" y="190411"/>
                  </a:lnTo>
                  <a:lnTo>
                    <a:pt x="79209" y="180746"/>
                  </a:lnTo>
                  <a:close/>
                </a:path>
                <a:path w="224154" h="277495">
                  <a:moveTo>
                    <a:pt x="106273" y="124510"/>
                  </a:moveTo>
                  <a:lnTo>
                    <a:pt x="105625" y="123240"/>
                  </a:lnTo>
                  <a:lnTo>
                    <a:pt x="105232" y="124510"/>
                  </a:lnTo>
                  <a:lnTo>
                    <a:pt x="104648" y="124510"/>
                  </a:lnTo>
                  <a:lnTo>
                    <a:pt x="103619" y="127050"/>
                  </a:lnTo>
                  <a:lnTo>
                    <a:pt x="102933" y="129590"/>
                  </a:lnTo>
                  <a:lnTo>
                    <a:pt x="102298" y="132130"/>
                  </a:lnTo>
                  <a:lnTo>
                    <a:pt x="101638" y="133400"/>
                  </a:lnTo>
                  <a:lnTo>
                    <a:pt x="101028" y="137210"/>
                  </a:lnTo>
                  <a:lnTo>
                    <a:pt x="100609" y="141020"/>
                  </a:lnTo>
                  <a:lnTo>
                    <a:pt x="100139" y="143560"/>
                  </a:lnTo>
                  <a:lnTo>
                    <a:pt x="100139" y="145122"/>
                  </a:lnTo>
                  <a:lnTo>
                    <a:pt x="100228" y="152450"/>
                  </a:lnTo>
                  <a:lnTo>
                    <a:pt x="100406" y="154914"/>
                  </a:lnTo>
                  <a:lnTo>
                    <a:pt x="105346" y="148907"/>
                  </a:lnTo>
                  <a:lnTo>
                    <a:pt x="105067" y="147370"/>
                  </a:lnTo>
                  <a:lnTo>
                    <a:pt x="104800" y="142290"/>
                  </a:lnTo>
                  <a:lnTo>
                    <a:pt x="104813" y="139420"/>
                  </a:lnTo>
                  <a:lnTo>
                    <a:pt x="104927" y="133400"/>
                  </a:lnTo>
                  <a:lnTo>
                    <a:pt x="105219" y="129590"/>
                  </a:lnTo>
                  <a:lnTo>
                    <a:pt x="105498" y="128320"/>
                  </a:lnTo>
                  <a:lnTo>
                    <a:pt x="105968" y="125780"/>
                  </a:lnTo>
                  <a:lnTo>
                    <a:pt x="106273" y="124510"/>
                  </a:lnTo>
                  <a:close/>
                </a:path>
                <a:path w="224154" h="277495">
                  <a:moveTo>
                    <a:pt x="135724" y="111887"/>
                  </a:moveTo>
                  <a:lnTo>
                    <a:pt x="130213" y="108470"/>
                  </a:lnTo>
                  <a:lnTo>
                    <a:pt x="123342" y="104190"/>
                  </a:lnTo>
                  <a:lnTo>
                    <a:pt x="122504" y="102666"/>
                  </a:lnTo>
                  <a:lnTo>
                    <a:pt x="107378" y="121107"/>
                  </a:lnTo>
                  <a:lnTo>
                    <a:pt x="108623" y="121970"/>
                  </a:lnTo>
                  <a:lnTo>
                    <a:pt x="112522" y="130022"/>
                  </a:lnTo>
                  <a:lnTo>
                    <a:pt x="115608" y="136398"/>
                  </a:lnTo>
                  <a:lnTo>
                    <a:pt x="125056" y="124891"/>
                  </a:lnTo>
                  <a:lnTo>
                    <a:pt x="123012" y="120700"/>
                  </a:lnTo>
                  <a:lnTo>
                    <a:pt x="126263" y="123418"/>
                  </a:lnTo>
                  <a:lnTo>
                    <a:pt x="128485" y="120700"/>
                  </a:lnTo>
                  <a:lnTo>
                    <a:pt x="135724" y="111887"/>
                  </a:lnTo>
                  <a:close/>
                </a:path>
                <a:path w="224154" h="277495">
                  <a:moveTo>
                    <a:pt x="154546" y="88950"/>
                  </a:moveTo>
                  <a:lnTo>
                    <a:pt x="146507" y="88950"/>
                  </a:lnTo>
                  <a:lnTo>
                    <a:pt x="145961" y="89281"/>
                  </a:lnTo>
                  <a:lnTo>
                    <a:pt x="144348" y="90220"/>
                  </a:lnTo>
                  <a:lnTo>
                    <a:pt x="143459" y="81330"/>
                  </a:lnTo>
                  <a:lnTo>
                    <a:pt x="143141" y="77520"/>
                  </a:lnTo>
                  <a:lnTo>
                    <a:pt x="136880" y="85153"/>
                  </a:lnTo>
                  <a:lnTo>
                    <a:pt x="137248" y="86410"/>
                  </a:lnTo>
                  <a:lnTo>
                    <a:pt x="138239" y="89281"/>
                  </a:lnTo>
                  <a:lnTo>
                    <a:pt x="139077" y="91490"/>
                  </a:lnTo>
                  <a:lnTo>
                    <a:pt x="137058" y="91490"/>
                  </a:lnTo>
                  <a:lnTo>
                    <a:pt x="135280" y="92760"/>
                  </a:lnTo>
                  <a:lnTo>
                    <a:pt x="131800" y="94030"/>
                  </a:lnTo>
                  <a:lnTo>
                    <a:pt x="130302" y="95300"/>
                  </a:lnTo>
                  <a:lnTo>
                    <a:pt x="128409" y="96570"/>
                  </a:lnTo>
                  <a:lnTo>
                    <a:pt x="127635" y="97840"/>
                  </a:lnTo>
                  <a:lnTo>
                    <a:pt x="127787" y="99110"/>
                  </a:lnTo>
                  <a:lnTo>
                    <a:pt x="128892" y="99110"/>
                  </a:lnTo>
                  <a:lnTo>
                    <a:pt x="129171" y="97840"/>
                  </a:lnTo>
                  <a:lnTo>
                    <a:pt x="131064" y="97840"/>
                  </a:lnTo>
                  <a:lnTo>
                    <a:pt x="132626" y="96570"/>
                  </a:lnTo>
                  <a:lnTo>
                    <a:pt x="136601" y="96570"/>
                  </a:lnTo>
                  <a:lnTo>
                    <a:pt x="139052" y="95300"/>
                  </a:lnTo>
                  <a:lnTo>
                    <a:pt x="141020" y="95300"/>
                  </a:lnTo>
                  <a:lnTo>
                    <a:pt x="147828" y="95300"/>
                  </a:lnTo>
                  <a:lnTo>
                    <a:pt x="149123" y="95554"/>
                  </a:lnTo>
                  <a:lnTo>
                    <a:pt x="154546" y="88950"/>
                  </a:lnTo>
                  <a:close/>
                </a:path>
                <a:path w="224154" h="277495">
                  <a:moveTo>
                    <a:pt x="179578" y="58458"/>
                  </a:moveTo>
                  <a:lnTo>
                    <a:pt x="178028" y="50203"/>
                  </a:lnTo>
                  <a:lnTo>
                    <a:pt x="177914" y="49580"/>
                  </a:lnTo>
                  <a:lnTo>
                    <a:pt x="176796" y="44500"/>
                  </a:lnTo>
                  <a:lnTo>
                    <a:pt x="175006" y="38696"/>
                  </a:lnTo>
                  <a:lnTo>
                    <a:pt x="166700" y="48818"/>
                  </a:lnTo>
                  <a:lnTo>
                    <a:pt x="167792" y="53390"/>
                  </a:lnTo>
                  <a:lnTo>
                    <a:pt x="168859" y="57200"/>
                  </a:lnTo>
                  <a:lnTo>
                    <a:pt x="169583" y="60502"/>
                  </a:lnTo>
                  <a:lnTo>
                    <a:pt x="169964" y="62280"/>
                  </a:lnTo>
                  <a:lnTo>
                    <a:pt x="170827" y="67360"/>
                  </a:lnTo>
                  <a:lnTo>
                    <a:pt x="171246" y="68605"/>
                  </a:lnTo>
                  <a:lnTo>
                    <a:pt x="179578" y="58458"/>
                  </a:lnTo>
                  <a:close/>
                </a:path>
                <a:path w="224154" h="277495">
                  <a:moveTo>
                    <a:pt x="224028" y="4279"/>
                  </a:moveTo>
                  <a:lnTo>
                    <a:pt x="222415" y="3860"/>
                  </a:lnTo>
                  <a:lnTo>
                    <a:pt x="217868" y="1663"/>
                  </a:lnTo>
                  <a:lnTo>
                    <a:pt x="217182" y="1320"/>
                  </a:lnTo>
                  <a:lnTo>
                    <a:pt x="212852" y="0"/>
                  </a:lnTo>
                  <a:lnTo>
                    <a:pt x="206756" y="0"/>
                  </a:lnTo>
                  <a:lnTo>
                    <a:pt x="196443" y="12573"/>
                  </a:lnTo>
                  <a:lnTo>
                    <a:pt x="198031" y="12750"/>
                  </a:lnTo>
                  <a:lnTo>
                    <a:pt x="207022" y="14884"/>
                  </a:lnTo>
                  <a:lnTo>
                    <a:pt x="213982" y="16522"/>
                  </a:lnTo>
                  <a:lnTo>
                    <a:pt x="224028" y="4279"/>
                  </a:lnTo>
                  <a:close/>
                </a:path>
              </a:pathLst>
            </a:custGeom>
            <a:solidFill>
              <a:srgbClr val="F7CE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 descr=""/>
            <p:cNvSpPr/>
            <p:nvPr/>
          </p:nvSpPr>
          <p:spPr>
            <a:xfrm>
              <a:off x="10645110" y="6590188"/>
              <a:ext cx="231140" cy="283210"/>
            </a:xfrm>
            <a:custGeom>
              <a:avLst/>
              <a:gdLst/>
              <a:ahLst/>
              <a:cxnLst/>
              <a:rect l="l" t="t" r="r" b="b"/>
              <a:pathLst>
                <a:path w="231140" h="283209">
                  <a:moveTo>
                    <a:pt x="11455" y="259013"/>
                  </a:moveTo>
                  <a:lnTo>
                    <a:pt x="0" y="272971"/>
                  </a:lnTo>
                  <a:lnTo>
                    <a:pt x="0" y="283106"/>
                  </a:lnTo>
                  <a:lnTo>
                    <a:pt x="11455" y="269148"/>
                  </a:lnTo>
                  <a:lnTo>
                    <a:pt x="11455" y="259013"/>
                  </a:lnTo>
                  <a:close/>
                </a:path>
                <a:path w="231140" h="283209">
                  <a:moveTo>
                    <a:pt x="38683" y="225836"/>
                  </a:moveTo>
                  <a:lnTo>
                    <a:pt x="28938" y="237710"/>
                  </a:lnTo>
                  <a:lnTo>
                    <a:pt x="29810" y="239609"/>
                  </a:lnTo>
                  <a:lnTo>
                    <a:pt x="32522" y="243478"/>
                  </a:lnTo>
                  <a:lnTo>
                    <a:pt x="42116" y="231787"/>
                  </a:lnTo>
                  <a:lnTo>
                    <a:pt x="40857" y="229449"/>
                  </a:lnTo>
                  <a:lnTo>
                    <a:pt x="38683" y="225836"/>
                  </a:lnTo>
                  <a:close/>
                </a:path>
                <a:path w="231140" h="283209">
                  <a:moveTo>
                    <a:pt x="70071" y="191349"/>
                  </a:moveTo>
                  <a:lnTo>
                    <a:pt x="68689" y="192619"/>
                  </a:lnTo>
                  <a:lnTo>
                    <a:pt x="68123" y="195159"/>
                  </a:lnTo>
                  <a:lnTo>
                    <a:pt x="67893" y="197699"/>
                  </a:lnTo>
                  <a:lnTo>
                    <a:pt x="68243" y="199952"/>
                  </a:lnTo>
                  <a:lnTo>
                    <a:pt x="73358" y="193720"/>
                  </a:lnTo>
                  <a:lnTo>
                    <a:pt x="72667" y="192619"/>
                  </a:lnTo>
                  <a:lnTo>
                    <a:pt x="70071" y="191349"/>
                  </a:lnTo>
                  <a:close/>
                </a:path>
                <a:path w="231140" h="283209">
                  <a:moveTo>
                    <a:pt x="79205" y="176461"/>
                  </a:moveTo>
                  <a:lnTo>
                    <a:pt x="71271" y="186128"/>
                  </a:lnTo>
                  <a:lnTo>
                    <a:pt x="76091" y="187539"/>
                  </a:lnTo>
                  <a:lnTo>
                    <a:pt x="78037" y="188018"/>
                  </a:lnTo>
                  <a:lnTo>
                    <a:pt x="85413" y="179031"/>
                  </a:lnTo>
                  <a:lnTo>
                    <a:pt x="84688" y="178649"/>
                  </a:lnTo>
                  <a:lnTo>
                    <a:pt x="82458" y="177379"/>
                  </a:lnTo>
                  <a:lnTo>
                    <a:pt x="79205" y="176461"/>
                  </a:lnTo>
                  <a:close/>
                </a:path>
                <a:path w="231140" h="283209">
                  <a:moveTo>
                    <a:pt x="125052" y="120599"/>
                  </a:moveTo>
                  <a:lnTo>
                    <a:pt x="115604" y="132110"/>
                  </a:lnTo>
                  <a:lnTo>
                    <a:pt x="118689" y="138484"/>
                  </a:lnTo>
                  <a:lnTo>
                    <a:pt x="127872" y="127295"/>
                  </a:lnTo>
                  <a:lnTo>
                    <a:pt x="126111" y="122769"/>
                  </a:lnTo>
                  <a:lnTo>
                    <a:pt x="125052" y="120599"/>
                  </a:lnTo>
                  <a:close/>
                </a:path>
                <a:path w="231140" h="283209">
                  <a:moveTo>
                    <a:pt x="135716" y="107604"/>
                  </a:moveTo>
                  <a:lnTo>
                    <a:pt x="126255" y="119132"/>
                  </a:lnTo>
                  <a:lnTo>
                    <a:pt x="127566" y="120229"/>
                  </a:lnTo>
                  <a:lnTo>
                    <a:pt x="131950" y="122326"/>
                  </a:lnTo>
                  <a:lnTo>
                    <a:pt x="141222" y="111028"/>
                  </a:lnTo>
                  <a:lnTo>
                    <a:pt x="135716" y="107604"/>
                  </a:lnTo>
                  <a:close/>
                </a:path>
                <a:path w="231140" h="283209">
                  <a:moveTo>
                    <a:pt x="105339" y="144617"/>
                  </a:moveTo>
                  <a:lnTo>
                    <a:pt x="100409" y="150625"/>
                  </a:lnTo>
                  <a:lnTo>
                    <a:pt x="100510" y="151979"/>
                  </a:lnTo>
                  <a:lnTo>
                    <a:pt x="101284" y="157059"/>
                  </a:lnTo>
                  <a:lnTo>
                    <a:pt x="101999" y="158821"/>
                  </a:lnTo>
                  <a:lnTo>
                    <a:pt x="106993" y="152736"/>
                  </a:lnTo>
                  <a:lnTo>
                    <a:pt x="106421" y="150625"/>
                  </a:lnTo>
                  <a:lnTo>
                    <a:pt x="105339" y="144617"/>
                  </a:lnTo>
                  <a:close/>
                </a:path>
                <a:path w="231140" h="283209">
                  <a:moveTo>
                    <a:pt x="159471" y="84669"/>
                  </a:moveTo>
                  <a:lnTo>
                    <a:pt x="154539" y="84669"/>
                  </a:lnTo>
                  <a:lnTo>
                    <a:pt x="149125" y="91265"/>
                  </a:lnTo>
                  <a:lnTo>
                    <a:pt x="154518" y="92289"/>
                  </a:lnTo>
                  <a:lnTo>
                    <a:pt x="156601" y="92289"/>
                  </a:lnTo>
                  <a:lnTo>
                    <a:pt x="161766" y="85995"/>
                  </a:lnTo>
                  <a:lnTo>
                    <a:pt x="159471" y="84669"/>
                  </a:lnTo>
                  <a:close/>
                </a:path>
                <a:path w="231140" h="283209">
                  <a:moveTo>
                    <a:pt x="179573" y="54165"/>
                  </a:moveTo>
                  <a:lnTo>
                    <a:pt x="171238" y="64322"/>
                  </a:lnTo>
                  <a:lnTo>
                    <a:pt x="173376" y="70699"/>
                  </a:lnTo>
                  <a:lnTo>
                    <a:pt x="173702" y="71451"/>
                  </a:lnTo>
                  <a:lnTo>
                    <a:pt x="181062" y="62483"/>
                  </a:lnTo>
                  <a:lnTo>
                    <a:pt x="180591" y="60539"/>
                  </a:lnTo>
                  <a:lnTo>
                    <a:pt x="179816" y="55459"/>
                  </a:lnTo>
                  <a:lnTo>
                    <a:pt x="179573" y="54165"/>
                  </a:lnTo>
                  <a:close/>
                </a:path>
                <a:path w="231140" h="283209">
                  <a:moveTo>
                    <a:pt x="189920" y="50379"/>
                  </a:moveTo>
                  <a:lnTo>
                    <a:pt x="187638" y="50379"/>
                  </a:lnTo>
                  <a:lnTo>
                    <a:pt x="186475" y="51649"/>
                  </a:lnTo>
                  <a:lnTo>
                    <a:pt x="185093" y="51649"/>
                  </a:lnTo>
                  <a:lnTo>
                    <a:pt x="184318" y="52919"/>
                  </a:lnTo>
                  <a:lnTo>
                    <a:pt x="184779" y="56729"/>
                  </a:lnTo>
                  <a:lnTo>
                    <a:pt x="185784" y="56729"/>
                  </a:lnTo>
                  <a:lnTo>
                    <a:pt x="190645" y="50806"/>
                  </a:lnTo>
                  <a:lnTo>
                    <a:pt x="189920" y="50379"/>
                  </a:lnTo>
                  <a:close/>
                </a:path>
                <a:path w="231140" h="283209">
                  <a:moveTo>
                    <a:pt x="224027" y="0"/>
                  </a:moveTo>
                  <a:lnTo>
                    <a:pt x="213984" y="12237"/>
                  </a:lnTo>
                  <a:lnTo>
                    <a:pt x="219543" y="13549"/>
                  </a:lnTo>
                  <a:lnTo>
                    <a:pt x="221222" y="13549"/>
                  </a:lnTo>
                  <a:lnTo>
                    <a:pt x="230878" y="1783"/>
                  </a:lnTo>
                  <a:lnTo>
                    <a:pt x="224027" y="0"/>
                  </a:lnTo>
                  <a:close/>
                </a:path>
              </a:pathLst>
            </a:custGeom>
            <a:solidFill>
              <a:srgbClr val="F6CD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 descr=""/>
            <p:cNvSpPr/>
            <p:nvPr/>
          </p:nvSpPr>
          <p:spPr>
            <a:xfrm>
              <a:off x="10645110" y="6591970"/>
              <a:ext cx="238125" cy="291465"/>
            </a:xfrm>
            <a:custGeom>
              <a:avLst/>
              <a:gdLst/>
              <a:ahLst/>
              <a:cxnLst/>
              <a:rect l="l" t="t" r="r" b="b"/>
              <a:pathLst>
                <a:path w="238125" h="291465">
                  <a:moveTo>
                    <a:pt x="11455" y="267364"/>
                  </a:moveTo>
                  <a:lnTo>
                    <a:pt x="0" y="281322"/>
                  </a:lnTo>
                  <a:lnTo>
                    <a:pt x="0" y="291447"/>
                  </a:lnTo>
                  <a:lnTo>
                    <a:pt x="11455" y="277489"/>
                  </a:lnTo>
                  <a:lnTo>
                    <a:pt x="11455" y="267364"/>
                  </a:lnTo>
                  <a:close/>
                </a:path>
                <a:path w="238125" h="291465">
                  <a:moveTo>
                    <a:pt x="42116" y="230003"/>
                  </a:moveTo>
                  <a:lnTo>
                    <a:pt x="32521" y="241694"/>
                  </a:lnTo>
                  <a:lnTo>
                    <a:pt x="36349" y="247156"/>
                  </a:lnTo>
                  <a:lnTo>
                    <a:pt x="45409" y="236117"/>
                  </a:lnTo>
                  <a:lnTo>
                    <a:pt x="42116" y="230003"/>
                  </a:lnTo>
                  <a:close/>
                </a:path>
                <a:path w="238125" h="291465">
                  <a:moveTo>
                    <a:pt x="67411" y="208616"/>
                  </a:moveTo>
                  <a:lnTo>
                    <a:pt x="65757" y="208616"/>
                  </a:lnTo>
                  <a:lnTo>
                    <a:pt x="64134" y="209886"/>
                  </a:lnTo>
                  <a:lnTo>
                    <a:pt x="61778" y="212426"/>
                  </a:lnTo>
                  <a:lnTo>
                    <a:pt x="61139" y="213696"/>
                  </a:lnTo>
                  <a:lnTo>
                    <a:pt x="61137" y="216952"/>
                  </a:lnTo>
                  <a:lnTo>
                    <a:pt x="67921" y="208686"/>
                  </a:lnTo>
                  <a:lnTo>
                    <a:pt x="67411" y="208616"/>
                  </a:lnTo>
                  <a:close/>
                </a:path>
                <a:path w="238125" h="291465">
                  <a:moveTo>
                    <a:pt x="73357" y="191936"/>
                  </a:moveTo>
                  <a:lnTo>
                    <a:pt x="68243" y="198167"/>
                  </a:lnTo>
                  <a:lnTo>
                    <a:pt x="68762" y="200996"/>
                  </a:lnTo>
                  <a:lnTo>
                    <a:pt x="71233" y="204651"/>
                  </a:lnTo>
                  <a:lnTo>
                    <a:pt x="76317" y="198456"/>
                  </a:lnTo>
                  <a:lnTo>
                    <a:pt x="74971" y="198456"/>
                  </a:lnTo>
                  <a:lnTo>
                    <a:pt x="74269" y="197186"/>
                  </a:lnTo>
                  <a:lnTo>
                    <a:pt x="73547" y="197186"/>
                  </a:lnTo>
                  <a:lnTo>
                    <a:pt x="73317" y="195916"/>
                  </a:lnTo>
                  <a:lnTo>
                    <a:pt x="73201" y="193376"/>
                  </a:lnTo>
                  <a:lnTo>
                    <a:pt x="73463" y="192106"/>
                  </a:lnTo>
                  <a:lnTo>
                    <a:pt x="73357" y="191936"/>
                  </a:lnTo>
                  <a:close/>
                </a:path>
                <a:path w="238125" h="291465">
                  <a:moveTo>
                    <a:pt x="85411" y="177248"/>
                  </a:moveTo>
                  <a:lnTo>
                    <a:pt x="78036" y="186235"/>
                  </a:lnTo>
                  <a:lnTo>
                    <a:pt x="81254" y="187026"/>
                  </a:lnTo>
                  <a:lnTo>
                    <a:pt x="82699" y="187026"/>
                  </a:lnTo>
                  <a:lnTo>
                    <a:pt x="84089" y="188987"/>
                  </a:lnTo>
                  <a:lnTo>
                    <a:pt x="90680" y="180955"/>
                  </a:lnTo>
                  <a:lnTo>
                    <a:pt x="90457" y="180676"/>
                  </a:lnTo>
                  <a:lnTo>
                    <a:pt x="87096" y="178136"/>
                  </a:lnTo>
                  <a:lnTo>
                    <a:pt x="85411" y="177248"/>
                  </a:lnTo>
                  <a:close/>
                </a:path>
                <a:path w="238125" h="291465">
                  <a:moveTo>
                    <a:pt x="141221" y="109244"/>
                  </a:moveTo>
                  <a:lnTo>
                    <a:pt x="131948" y="120543"/>
                  </a:lnTo>
                  <a:lnTo>
                    <a:pt x="132875" y="120986"/>
                  </a:lnTo>
                  <a:lnTo>
                    <a:pt x="138346" y="122875"/>
                  </a:lnTo>
                  <a:lnTo>
                    <a:pt x="148213" y="110853"/>
                  </a:lnTo>
                  <a:lnTo>
                    <a:pt x="141723" y="109556"/>
                  </a:lnTo>
                  <a:lnTo>
                    <a:pt x="141221" y="109244"/>
                  </a:lnTo>
                  <a:close/>
                </a:path>
                <a:path w="238125" h="291465">
                  <a:moveTo>
                    <a:pt x="127871" y="125510"/>
                  </a:moveTo>
                  <a:lnTo>
                    <a:pt x="118689" y="136699"/>
                  </a:lnTo>
                  <a:lnTo>
                    <a:pt x="119074" y="137496"/>
                  </a:lnTo>
                  <a:lnTo>
                    <a:pt x="120128" y="143846"/>
                  </a:lnTo>
                  <a:lnTo>
                    <a:pt x="120223" y="144957"/>
                  </a:lnTo>
                  <a:lnTo>
                    <a:pt x="130010" y="133033"/>
                  </a:lnTo>
                  <a:lnTo>
                    <a:pt x="128582" y="127336"/>
                  </a:lnTo>
                  <a:lnTo>
                    <a:pt x="127871" y="125510"/>
                  </a:lnTo>
                  <a:close/>
                </a:path>
                <a:path w="238125" h="291465">
                  <a:moveTo>
                    <a:pt x="106993" y="150951"/>
                  </a:moveTo>
                  <a:lnTo>
                    <a:pt x="101998" y="157037"/>
                  </a:lnTo>
                  <a:lnTo>
                    <a:pt x="104373" y="162896"/>
                  </a:lnTo>
                  <a:lnTo>
                    <a:pt x="104827" y="163718"/>
                  </a:lnTo>
                  <a:lnTo>
                    <a:pt x="109815" y="157640"/>
                  </a:lnTo>
                  <a:lnTo>
                    <a:pt x="107483" y="152736"/>
                  </a:lnTo>
                  <a:lnTo>
                    <a:pt x="106993" y="150951"/>
                  </a:lnTo>
                  <a:close/>
                </a:path>
                <a:path w="238125" h="291465">
                  <a:moveTo>
                    <a:pt x="161765" y="84211"/>
                  </a:moveTo>
                  <a:lnTo>
                    <a:pt x="156599" y="90506"/>
                  </a:lnTo>
                  <a:lnTo>
                    <a:pt x="158058" y="90506"/>
                  </a:lnTo>
                  <a:lnTo>
                    <a:pt x="161241" y="93046"/>
                  </a:lnTo>
                  <a:lnTo>
                    <a:pt x="162437" y="93522"/>
                  </a:lnTo>
                  <a:lnTo>
                    <a:pt x="167405" y="87468"/>
                  </a:lnTo>
                  <a:lnTo>
                    <a:pt x="161765" y="84211"/>
                  </a:lnTo>
                  <a:close/>
                </a:path>
                <a:path w="238125" h="291465">
                  <a:moveTo>
                    <a:pt x="181062" y="60699"/>
                  </a:moveTo>
                  <a:lnTo>
                    <a:pt x="173701" y="69667"/>
                  </a:lnTo>
                  <a:lnTo>
                    <a:pt x="174476" y="71456"/>
                  </a:lnTo>
                  <a:lnTo>
                    <a:pt x="177379" y="75314"/>
                  </a:lnTo>
                  <a:lnTo>
                    <a:pt x="183534" y="67815"/>
                  </a:lnTo>
                  <a:lnTo>
                    <a:pt x="182769" y="66376"/>
                  </a:lnTo>
                  <a:lnTo>
                    <a:pt x="182130" y="65106"/>
                  </a:lnTo>
                  <a:lnTo>
                    <a:pt x="181062" y="60699"/>
                  </a:lnTo>
                  <a:close/>
                </a:path>
                <a:path w="238125" h="291465">
                  <a:moveTo>
                    <a:pt x="190644" y="49022"/>
                  </a:moveTo>
                  <a:lnTo>
                    <a:pt x="185782" y="54946"/>
                  </a:lnTo>
                  <a:lnTo>
                    <a:pt x="190235" y="54946"/>
                  </a:lnTo>
                  <a:lnTo>
                    <a:pt x="191805" y="57737"/>
                  </a:lnTo>
                  <a:lnTo>
                    <a:pt x="196415" y="52120"/>
                  </a:lnTo>
                  <a:lnTo>
                    <a:pt x="194549" y="51136"/>
                  </a:lnTo>
                  <a:lnTo>
                    <a:pt x="193344" y="49866"/>
                  </a:lnTo>
                  <a:lnTo>
                    <a:pt x="192077" y="49866"/>
                  </a:lnTo>
                  <a:lnTo>
                    <a:pt x="190644" y="49022"/>
                  </a:lnTo>
                  <a:close/>
                </a:path>
                <a:path w="238125" h="291465">
                  <a:moveTo>
                    <a:pt x="230876" y="0"/>
                  </a:moveTo>
                  <a:lnTo>
                    <a:pt x="221220" y="11766"/>
                  </a:lnTo>
                  <a:lnTo>
                    <a:pt x="224621" y="11766"/>
                  </a:lnTo>
                  <a:lnTo>
                    <a:pt x="228686" y="12799"/>
                  </a:lnTo>
                  <a:lnTo>
                    <a:pt x="237639" y="1890"/>
                  </a:lnTo>
                  <a:lnTo>
                    <a:pt x="236746" y="1606"/>
                  </a:lnTo>
                  <a:lnTo>
                    <a:pt x="232170" y="336"/>
                  </a:lnTo>
                  <a:lnTo>
                    <a:pt x="230876" y="0"/>
                  </a:lnTo>
                  <a:close/>
                </a:path>
              </a:pathLst>
            </a:custGeom>
            <a:solidFill>
              <a:srgbClr val="F5CC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 descr=""/>
            <p:cNvSpPr/>
            <p:nvPr/>
          </p:nvSpPr>
          <p:spPr>
            <a:xfrm>
              <a:off x="10645110" y="6593860"/>
              <a:ext cx="244475" cy="299720"/>
            </a:xfrm>
            <a:custGeom>
              <a:avLst/>
              <a:gdLst/>
              <a:ahLst/>
              <a:cxnLst/>
              <a:rect l="l" t="t" r="r" b="b"/>
              <a:pathLst>
                <a:path w="244475" h="299720">
                  <a:moveTo>
                    <a:pt x="11455" y="275598"/>
                  </a:moveTo>
                  <a:lnTo>
                    <a:pt x="0" y="289556"/>
                  </a:lnTo>
                  <a:lnTo>
                    <a:pt x="0" y="299692"/>
                  </a:lnTo>
                  <a:lnTo>
                    <a:pt x="11455" y="285734"/>
                  </a:lnTo>
                  <a:lnTo>
                    <a:pt x="11455" y="275598"/>
                  </a:lnTo>
                  <a:close/>
                </a:path>
                <a:path w="244475" h="299720">
                  <a:moveTo>
                    <a:pt x="45408" y="234226"/>
                  </a:moveTo>
                  <a:lnTo>
                    <a:pt x="36348" y="245266"/>
                  </a:lnTo>
                  <a:lnTo>
                    <a:pt x="40179" y="250733"/>
                  </a:lnTo>
                  <a:lnTo>
                    <a:pt x="48840" y="240180"/>
                  </a:lnTo>
                  <a:lnTo>
                    <a:pt x="47014" y="237206"/>
                  </a:lnTo>
                  <a:lnTo>
                    <a:pt x="45408" y="234226"/>
                  </a:lnTo>
                  <a:close/>
                </a:path>
                <a:path w="244475" h="299720">
                  <a:moveTo>
                    <a:pt x="67920" y="206796"/>
                  </a:moveTo>
                  <a:lnTo>
                    <a:pt x="61137" y="215061"/>
                  </a:lnTo>
                  <a:lnTo>
                    <a:pt x="61135" y="218156"/>
                  </a:lnTo>
                  <a:lnTo>
                    <a:pt x="60622" y="225823"/>
                  </a:lnTo>
                  <a:lnTo>
                    <a:pt x="75394" y="207824"/>
                  </a:lnTo>
                  <a:lnTo>
                    <a:pt x="67920" y="206796"/>
                  </a:lnTo>
                  <a:close/>
                </a:path>
                <a:path w="244475" h="299720">
                  <a:moveTo>
                    <a:pt x="78489" y="196566"/>
                  </a:moveTo>
                  <a:lnTo>
                    <a:pt x="76316" y="196566"/>
                  </a:lnTo>
                  <a:lnTo>
                    <a:pt x="71232" y="202761"/>
                  </a:lnTo>
                  <a:lnTo>
                    <a:pt x="71338" y="202916"/>
                  </a:lnTo>
                  <a:lnTo>
                    <a:pt x="74332" y="204186"/>
                  </a:lnTo>
                  <a:lnTo>
                    <a:pt x="77684" y="205033"/>
                  </a:lnTo>
                  <a:lnTo>
                    <a:pt x="83591" y="197836"/>
                  </a:lnTo>
                  <a:lnTo>
                    <a:pt x="80458" y="197836"/>
                  </a:lnTo>
                  <a:lnTo>
                    <a:pt x="78489" y="196566"/>
                  </a:lnTo>
                  <a:close/>
                </a:path>
                <a:path w="244475" h="299720">
                  <a:moveTo>
                    <a:pt x="90680" y="179064"/>
                  </a:moveTo>
                  <a:lnTo>
                    <a:pt x="84088" y="187096"/>
                  </a:lnTo>
                  <a:lnTo>
                    <a:pt x="84500" y="187676"/>
                  </a:lnTo>
                  <a:lnTo>
                    <a:pt x="84981" y="187676"/>
                  </a:lnTo>
                  <a:lnTo>
                    <a:pt x="85421" y="188946"/>
                  </a:lnTo>
                  <a:lnTo>
                    <a:pt x="85819" y="190216"/>
                  </a:lnTo>
                  <a:lnTo>
                    <a:pt x="85997" y="191486"/>
                  </a:lnTo>
                  <a:lnTo>
                    <a:pt x="85829" y="192756"/>
                  </a:lnTo>
                  <a:lnTo>
                    <a:pt x="85714" y="194026"/>
                  </a:lnTo>
                  <a:lnTo>
                    <a:pt x="85295" y="194026"/>
                  </a:lnTo>
                  <a:lnTo>
                    <a:pt x="83002" y="196566"/>
                  </a:lnTo>
                  <a:lnTo>
                    <a:pt x="80458" y="197836"/>
                  </a:lnTo>
                  <a:lnTo>
                    <a:pt x="83591" y="197836"/>
                  </a:lnTo>
                  <a:lnTo>
                    <a:pt x="93643" y="185588"/>
                  </a:lnTo>
                  <a:lnTo>
                    <a:pt x="93557" y="185136"/>
                  </a:lnTo>
                  <a:lnTo>
                    <a:pt x="93054" y="183866"/>
                  </a:lnTo>
                  <a:lnTo>
                    <a:pt x="91473" y="180056"/>
                  </a:lnTo>
                  <a:lnTo>
                    <a:pt x="90680" y="179064"/>
                  </a:lnTo>
                  <a:close/>
                </a:path>
                <a:path w="244475" h="299720">
                  <a:moveTo>
                    <a:pt x="148212" y="108963"/>
                  </a:moveTo>
                  <a:lnTo>
                    <a:pt x="138346" y="120985"/>
                  </a:lnTo>
                  <a:lnTo>
                    <a:pt x="143911" y="122906"/>
                  </a:lnTo>
                  <a:lnTo>
                    <a:pt x="145084" y="122906"/>
                  </a:lnTo>
                  <a:lnTo>
                    <a:pt x="155507" y="110206"/>
                  </a:lnTo>
                  <a:lnTo>
                    <a:pt x="155071" y="110206"/>
                  </a:lnTo>
                  <a:lnTo>
                    <a:pt x="148212" y="108963"/>
                  </a:lnTo>
                  <a:close/>
                </a:path>
                <a:path w="244475" h="299720">
                  <a:moveTo>
                    <a:pt x="155579" y="110119"/>
                  </a:moveTo>
                  <a:lnTo>
                    <a:pt x="155071" y="110206"/>
                  </a:lnTo>
                  <a:lnTo>
                    <a:pt x="155507" y="110206"/>
                  </a:lnTo>
                  <a:close/>
                </a:path>
                <a:path w="244475" h="299720">
                  <a:moveTo>
                    <a:pt x="130010" y="131142"/>
                  </a:moveTo>
                  <a:lnTo>
                    <a:pt x="120223" y="143066"/>
                  </a:lnTo>
                  <a:lnTo>
                    <a:pt x="120455" y="145766"/>
                  </a:lnTo>
                  <a:lnTo>
                    <a:pt x="120527" y="152830"/>
                  </a:lnTo>
                  <a:lnTo>
                    <a:pt x="131421" y="139556"/>
                  </a:lnTo>
                  <a:lnTo>
                    <a:pt x="131296" y="138146"/>
                  </a:lnTo>
                  <a:lnTo>
                    <a:pt x="130174" y="131796"/>
                  </a:lnTo>
                  <a:lnTo>
                    <a:pt x="130010" y="131142"/>
                  </a:lnTo>
                  <a:close/>
                </a:path>
                <a:path w="244475" h="299720">
                  <a:moveTo>
                    <a:pt x="109814" y="155749"/>
                  </a:moveTo>
                  <a:lnTo>
                    <a:pt x="104827" y="161827"/>
                  </a:lnTo>
                  <a:lnTo>
                    <a:pt x="105776" y="163546"/>
                  </a:lnTo>
                  <a:lnTo>
                    <a:pt x="108467" y="167356"/>
                  </a:lnTo>
                  <a:lnTo>
                    <a:pt x="108605" y="167356"/>
                  </a:lnTo>
                  <a:lnTo>
                    <a:pt x="113794" y="161034"/>
                  </a:lnTo>
                  <a:lnTo>
                    <a:pt x="111106" y="158466"/>
                  </a:lnTo>
                  <a:lnTo>
                    <a:pt x="109814" y="155749"/>
                  </a:lnTo>
                  <a:close/>
                </a:path>
                <a:path w="244475" h="299720">
                  <a:moveTo>
                    <a:pt x="167404" y="85578"/>
                  </a:moveTo>
                  <a:lnTo>
                    <a:pt x="162436" y="91632"/>
                  </a:lnTo>
                  <a:lnTo>
                    <a:pt x="164434" y="92426"/>
                  </a:lnTo>
                  <a:lnTo>
                    <a:pt x="167125" y="94966"/>
                  </a:lnTo>
                  <a:lnTo>
                    <a:pt x="167423" y="95687"/>
                  </a:lnTo>
                  <a:lnTo>
                    <a:pt x="172211" y="89853"/>
                  </a:lnTo>
                  <a:lnTo>
                    <a:pt x="171293" y="88616"/>
                  </a:lnTo>
                  <a:lnTo>
                    <a:pt x="168267" y="86076"/>
                  </a:lnTo>
                  <a:lnTo>
                    <a:pt x="167404" y="85578"/>
                  </a:lnTo>
                  <a:close/>
                </a:path>
                <a:path w="244475" h="299720">
                  <a:moveTo>
                    <a:pt x="212832" y="40356"/>
                  </a:moveTo>
                  <a:lnTo>
                    <a:pt x="205208" y="40356"/>
                  </a:lnTo>
                  <a:lnTo>
                    <a:pt x="202925" y="42896"/>
                  </a:lnTo>
                  <a:lnTo>
                    <a:pt x="202360" y="45436"/>
                  </a:lnTo>
                  <a:lnTo>
                    <a:pt x="202506" y="46706"/>
                  </a:lnTo>
                  <a:lnTo>
                    <a:pt x="202619" y="50516"/>
                  </a:lnTo>
                  <a:lnTo>
                    <a:pt x="202646" y="52768"/>
                  </a:lnTo>
                  <a:lnTo>
                    <a:pt x="212832" y="40356"/>
                  </a:lnTo>
                  <a:close/>
                </a:path>
                <a:path w="244475" h="299720">
                  <a:moveTo>
                    <a:pt x="213669" y="39086"/>
                  </a:moveTo>
                  <a:lnTo>
                    <a:pt x="206810" y="39086"/>
                  </a:lnTo>
                  <a:lnTo>
                    <a:pt x="208464" y="40356"/>
                  </a:lnTo>
                  <a:lnTo>
                    <a:pt x="213669" y="39086"/>
                  </a:lnTo>
                  <a:close/>
                </a:path>
                <a:path w="244475" h="299720">
                  <a:moveTo>
                    <a:pt x="213926" y="39024"/>
                  </a:moveTo>
                  <a:lnTo>
                    <a:pt x="213669" y="39086"/>
                  </a:lnTo>
                  <a:lnTo>
                    <a:pt x="213874" y="39086"/>
                  </a:lnTo>
                  <a:close/>
                </a:path>
                <a:path w="244475" h="299720">
                  <a:moveTo>
                    <a:pt x="183534" y="65924"/>
                  </a:moveTo>
                  <a:lnTo>
                    <a:pt x="177379" y="73424"/>
                  </a:lnTo>
                  <a:lnTo>
                    <a:pt x="178528" y="74646"/>
                  </a:lnTo>
                  <a:lnTo>
                    <a:pt x="181093" y="77186"/>
                  </a:lnTo>
                  <a:lnTo>
                    <a:pt x="182606" y="77186"/>
                  </a:lnTo>
                  <a:lnTo>
                    <a:pt x="189902" y="68296"/>
                  </a:lnTo>
                  <a:lnTo>
                    <a:pt x="187030" y="68296"/>
                  </a:lnTo>
                  <a:lnTo>
                    <a:pt x="185889" y="67026"/>
                  </a:lnTo>
                  <a:lnTo>
                    <a:pt x="184120" y="67026"/>
                  </a:lnTo>
                  <a:lnTo>
                    <a:pt x="183534" y="65924"/>
                  </a:lnTo>
                  <a:close/>
                </a:path>
                <a:path w="244475" h="299720">
                  <a:moveTo>
                    <a:pt x="196414" y="50230"/>
                  </a:moveTo>
                  <a:lnTo>
                    <a:pt x="191805" y="55846"/>
                  </a:lnTo>
                  <a:lnTo>
                    <a:pt x="192402" y="56866"/>
                  </a:lnTo>
                  <a:lnTo>
                    <a:pt x="192528" y="59406"/>
                  </a:lnTo>
                  <a:lnTo>
                    <a:pt x="192706" y="61946"/>
                  </a:lnTo>
                  <a:lnTo>
                    <a:pt x="192214" y="64486"/>
                  </a:lnTo>
                  <a:lnTo>
                    <a:pt x="190360" y="67026"/>
                  </a:lnTo>
                  <a:lnTo>
                    <a:pt x="189711" y="68296"/>
                  </a:lnTo>
                  <a:lnTo>
                    <a:pt x="189902" y="68296"/>
                  </a:lnTo>
                  <a:lnTo>
                    <a:pt x="199149" y="57028"/>
                  </a:lnTo>
                  <a:lnTo>
                    <a:pt x="198674" y="54326"/>
                  </a:lnTo>
                  <a:lnTo>
                    <a:pt x="196957" y="50516"/>
                  </a:lnTo>
                  <a:lnTo>
                    <a:pt x="196414" y="50230"/>
                  </a:lnTo>
                  <a:close/>
                </a:path>
                <a:path w="244475" h="299720">
                  <a:moveTo>
                    <a:pt x="237638" y="0"/>
                  </a:moveTo>
                  <a:lnTo>
                    <a:pt x="228685" y="10909"/>
                  </a:lnTo>
                  <a:lnTo>
                    <a:pt x="234621" y="12416"/>
                  </a:lnTo>
                  <a:lnTo>
                    <a:pt x="235762" y="12416"/>
                  </a:lnTo>
                  <a:lnTo>
                    <a:pt x="244282" y="2035"/>
                  </a:lnTo>
                  <a:lnTo>
                    <a:pt x="242725" y="986"/>
                  </a:lnTo>
                  <a:lnTo>
                    <a:pt x="240746" y="986"/>
                  </a:lnTo>
                  <a:lnTo>
                    <a:pt x="237638" y="0"/>
                  </a:lnTo>
                  <a:close/>
                </a:path>
              </a:pathLst>
            </a:custGeom>
            <a:solidFill>
              <a:srgbClr val="F4CA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 descr=""/>
            <p:cNvSpPr/>
            <p:nvPr/>
          </p:nvSpPr>
          <p:spPr>
            <a:xfrm>
              <a:off x="10645110" y="6585907"/>
              <a:ext cx="260985" cy="318135"/>
            </a:xfrm>
            <a:custGeom>
              <a:avLst/>
              <a:gdLst/>
              <a:ahLst/>
              <a:cxnLst/>
              <a:rect l="l" t="t" r="r" b="b"/>
              <a:pathLst>
                <a:path w="260984" h="318134">
                  <a:moveTo>
                    <a:pt x="11455" y="293686"/>
                  </a:moveTo>
                  <a:lnTo>
                    <a:pt x="0" y="307644"/>
                  </a:lnTo>
                  <a:lnTo>
                    <a:pt x="0" y="317769"/>
                  </a:lnTo>
                  <a:lnTo>
                    <a:pt x="11455" y="303811"/>
                  </a:lnTo>
                  <a:lnTo>
                    <a:pt x="11455" y="293686"/>
                  </a:lnTo>
                  <a:close/>
                </a:path>
                <a:path w="260984" h="318134">
                  <a:moveTo>
                    <a:pt x="48840" y="248132"/>
                  </a:moveTo>
                  <a:lnTo>
                    <a:pt x="40179" y="258685"/>
                  </a:lnTo>
                  <a:lnTo>
                    <a:pt x="40490" y="259130"/>
                  </a:lnTo>
                  <a:lnTo>
                    <a:pt x="43778" y="262940"/>
                  </a:lnTo>
                  <a:lnTo>
                    <a:pt x="44360" y="263717"/>
                  </a:lnTo>
                  <a:lnTo>
                    <a:pt x="52335" y="254000"/>
                  </a:lnTo>
                  <a:lnTo>
                    <a:pt x="50134" y="250240"/>
                  </a:lnTo>
                  <a:lnTo>
                    <a:pt x="48840" y="248132"/>
                  </a:lnTo>
                  <a:close/>
                </a:path>
                <a:path w="260984" h="318134">
                  <a:moveTo>
                    <a:pt x="75393" y="215777"/>
                  </a:moveTo>
                  <a:lnTo>
                    <a:pt x="60622" y="233775"/>
                  </a:lnTo>
                  <a:lnTo>
                    <a:pt x="58637" y="243890"/>
                  </a:lnTo>
                  <a:lnTo>
                    <a:pt x="57280" y="247975"/>
                  </a:lnTo>
                  <a:lnTo>
                    <a:pt x="72444" y="229498"/>
                  </a:lnTo>
                  <a:lnTo>
                    <a:pt x="72531" y="228650"/>
                  </a:lnTo>
                  <a:lnTo>
                    <a:pt x="73140" y="228650"/>
                  </a:lnTo>
                  <a:lnTo>
                    <a:pt x="83563" y="215950"/>
                  </a:lnTo>
                  <a:lnTo>
                    <a:pt x="76651" y="215950"/>
                  </a:lnTo>
                  <a:lnTo>
                    <a:pt x="75393" y="215777"/>
                  </a:lnTo>
                  <a:close/>
                </a:path>
                <a:path w="260984" h="318134">
                  <a:moveTo>
                    <a:pt x="85012" y="214184"/>
                  </a:moveTo>
                  <a:lnTo>
                    <a:pt x="76651" y="215950"/>
                  </a:lnTo>
                  <a:lnTo>
                    <a:pt x="83563" y="215950"/>
                  </a:lnTo>
                  <a:lnTo>
                    <a:pt x="85012" y="214184"/>
                  </a:lnTo>
                  <a:close/>
                </a:path>
                <a:path w="260984" h="318134">
                  <a:moveTo>
                    <a:pt x="93642" y="193541"/>
                  </a:moveTo>
                  <a:lnTo>
                    <a:pt x="77683" y="212986"/>
                  </a:lnTo>
                  <a:lnTo>
                    <a:pt x="79358" y="213410"/>
                  </a:lnTo>
                  <a:lnTo>
                    <a:pt x="84960" y="213410"/>
                  </a:lnTo>
                  <a:lnTo>
                    <a:pt x="86371" y="212528"/>
                  </a:lnTo>
                  <a:lnTo>
                    <a:pt x="94036" y="203188"/>
                  </a:lnTo>
                  <a:lnTo>
                    <a:pt x="94353" y="200710"/>
                  </a:lnTo>
                  <a:lnTo>
                    <a:pt x="94321" y="198170"/>
                  </a:lnTo>
                  <a:lnTo>
                    <a:pt x="94154" y="195630"/>
                  </a:lnTo>
                  <a:lnTo>
                    <a:pt x="93642" y="193541"/>
                  </a:lnTo>
                  <a:close/>
                </a:path>
                <a:path w="260984" h="318134">
                  <a:moveTo>
                    <a:pt x="165255" y="116409"/>
                  </a:moveTo>
                  <a:lnTo>
                    <a:pt x="155578" y="118073"/>
                  </a:lnTo>
                  <a:lnTo>
                    <a:pt x="145084" y="130860"/>
                  </a:lnTo>
                  <a:lnTo>
                    <a:pt x="153396" y="130860"/>
                  </a:lnTo>
                  <a:lnTo>
                    <a:pt x="165255" y="116409"/>
                  </a:lnTo>
                  <a:close/>
                </a:path>
                <a:path w="260984" h="318134">
                  <a:moveTo>
                    <a:pt x="131421" y="147508"/>
                  </a:moveTo>
                  <a:lnTo>
                    <a:pt x="120527" y="160782"/>
                  </a:lnTo>
                  <a:lnTo>
                    <a:pt x="120571" y="165150"/>
                  </a:lnTo>
                  <a:lnTo>
                    <a:pt x="120083" y="171450"/>
                  </a:lnTo>
                  <a:lnTo>
                    <a:pt x="132004" y="156926"/>
                  </a:lnTo>
                  <a:lnTo>
                    <a:pt x="131972" y="153720"/>
                  </a:lnTo>
                  <a:lnTo>
                    <a:pt x="131421" y="147508"/>
                  </a:lnTo>
                  <a:close/>
                </a:path>
                <a:path w="260984" h="318134">
                  <a:moveTo>
                    <a:pt x="113793" y="168987"/>
                  </a:moveTo>
                  <a:lnTo>
                    <a:pt x="108604" y="175310"/>
                  </a:lnTo>
                  <a:lnTo>
                    <a:pt x="109483" y="175310"/>
                  </a:lnTo>
                  <a:lnTo>
                    <a:pt x="110991" y="176580"/>
                  </a:lnTo>
                  <a:lnTo>
                    <a:pt x="112174" y="177850"/>
                  </a:lnTo>
                  <a:lnTo>
                    <a:pt x="112729" y="177850"/>
                  </a:lnTo>
                  <a:lnTo>
                    <a:pt x="113472" y="179120"/>
                  </a:lnTo>
                  <a:lnTo>
                    <a:pt x="113789" y="179120"/>
                  </a:lnTo>
                  <a:lnTo>
                    <a:pt x="120043" y="171500"/>
                  </a:lnTo>
                  <a:lnTo>
                    <a:pt x="118006" y="171500"/>
                  </a:lnTo>
                  <a:lnTo>
                    <a:pt x="117001" y="170230"/>
                  </a:lnTo>
                  <a:lnTo>
                    <a:pt x="113793" y="168987"/>
                  </a:lnTo>
                  <a:close/>
                </a:path>
                <a:path w="260984" h="318134">
                  <a:moveTo>
                    <a:pt x="172210" y="97806"/>
                  </a:moveTo>
                  <a:lnTo>
                    <a:pt x="167422" y="103640"/>
                  </a:lnTo>
                  <a:lnTo>
                    <a:pt x="168696" y="106730"/>
                  </a:lnTo>
                  <a:lnTo>
                    <a:pt x="169439" y="109270"/>
                  </a:lnTo>
                  <a:lnTo>
                    <a:pt x="169890" y="110540"/>
                  </a:lnTo>
                  <a:lnTo>
                    <a:pt x="169896" y="110754"/>
                  </a:lnTo>
                  <a:lnTo>
                    <a:pt x="175873" y="103471"/>
                  </a:lnTo>
                  <a:lnTo>
                    <a:pt x="175062" y="101650"/>
                  </a:lnTo>
                  <a:lnTo>
                    <a:pt x="173429" y="99110"/>
                  </a:lnTo>
                  <a:lnTo>
                    <a:pt x="172210" y="97806"/>
                  </a:lnTo>
                  <a:close/>
                </a:path>
                <a:path w="260984" h="318134">
                  <a:moveTo>
                    <a:pt x="223919" y="44929"/>
                  </a:moveTo>
                  <a:lnTo>
                    <a:pt x="213925" y="46977"/>
                  </a:lnTo>
                  <a:lnTo>
                    <a:pt x="222187" y="47040"/>
                  </a:lnTo>
                  <a:lnTo>
                    <a:pt x="223919" y="44929"/>
                  </a:lnTo>
                  <a:close/>
                </a:path>
                <a:path w="260984" h="318134">
                  <a:moveTo>
                    <a:pt x="221144" y="48310"/>
                  </a:moveTo>
                  <a:lnTo>
                    <a:pt x="212831" y="48310"/>
                  </a:lnTo>
                  <a:lnTo>
                    <a:pt x="202646" y="60720"/>
                  </a:lnTo>
                  <a:lnTo>
                    <a:pt x="202726" y="67360"/>
                  </a:lnTo>
                  <a:lnTo>
                    <a:pt x="202376" y="71178"/>
                  </a:lnTo>
                  <a:lnTo>
                    <a:pt x="221144" y="48310"/>
                  </a:lnTo>
                  <a:close/>
                </a:path>
                <a:path w="260984" h="318134">
                  <a:moveTo>
                    <a:pt x="190255" y="85140"/>
                  </a:moveTo>
                  <a:lnTo>
                    <a:pt x="184423" y="85140"/>
                  </a:lnTo>
                  <a:lnTo>
                    <a:pt x="185680" y="86410"/>
                  </a:lnTo>
                  <a:lnTo>
                    <a:pt x="188863" y="86410"/>
                  </a:lnTo>
                  <a:lnTo>
                    <a:pt x="190255" y="85140"/>
                  </a:lnTo>
                  <a:close/>
                </a:path>
                <a:path w="260984" h="318134">
                  <a:moveTo>
                    <a:pt x="199149" y="64981"/>
                  </a:moveTo>
                  <a:lnTo>
                    <a:pt x="182605" y="85140"/>
                  </a:lnTo>
                  <a:lnTo>
                    <a:pt x="190918" y="85140"/>
                  </a:lnTo>
                  <a:lnTo>
                    <a:pt x="199320" y="74903"/>
                  </a:lnTo>
                  <a:lnTo>
                    <a:pt x="199650" y="71170"/>
                  </a:lnTo>
                  <a:lnTo>
                    <a:pt x="199658" y="67360"/>
                  </a:lnTo>
                  <a:lnTo>
                    <a:pt x="199344" y="66090"/>
                  </a:lnTo>
                  <a:lnTo>
                    <a:pt x="199149" y="64981"/>
                  </a:lnTo>
                  <a:close/>
                </a:path>
                <a:path w="260984" h="318134">
                  <a:moveTo>
                    <a:pt x="244281" y="9988"/>
                  </a:moveTo>
                  <a:lnTo>
                    <a:pt x="235761" y="20370"/>
                  </a:lnTo>
                  <a:lnTo>
                    <a:pt x="244075" y="20370"/>
                  </a:lnTo>
                  <a:lnTo>
                    <a:pt x="252413" y="10210"/>
                  </a:lnTo>
                  <a:lnTo>
                    <a:pt x="244610" y="10210"/>
                  </a:lnTo>
                  <a:lnTo>
                    <a:pt x="244281" y="9988"/>
                  </a:lnTo>
                  <a:close/>
                </a:path>
                <a:path w="260984" h="318134">
                  <a:moveTo>
                    <a:pt x="260388" y="0"/>
                  </a:moveTo>
                  <a:lnTo>
                    <a:pt x="253990" y="0"/>
                  </a:lnTo>
                  <a:lnTo>
                    <a:pt x="253018" y="3860"/>
                  </a:lnTo>
                  <a:lnTo>
                    <a:pt x="252557" y="5130"/>
                  </a:lnTo>
                  <a:lnTo>
                    <a:pt x="251824" y="6400"/>
                  </a:lnTo>
                  <a:lnTo>
                    <a:pt x="251039" y="6400"/>
                  </a:lnTo>
                  <a:lnTo>
                    <a:pt x="250390" y="7670"/>
                  </a:lnTo>
                  <a:lnTo>
                    <a:pt x="250149" y="7670"/>
                  </a:lnTo>
                  <a:lnTo>
                    <a:pt x="249437" y="8940"/>
                  </a:lnTo>
                  <a:lnTo>
                    <a:pt x="247584" y="10210"/>
                  </a:lnTo>
                  <a:lnTo>
                    <a:pt x="252413" y="10210"/>
                  </a:lnTo>
                  <a:lnTo>
                    <a:pt x="260347" y="542"/>
                  </a:lnTo>
                  <a:lnTo>
                    <a:pt x="260388" y="0"/>
                  </a:lnTo>
                  <a:close/>
                </a:path>
              </a:pathLst>
            </a:custGeom>
            <a:solidFill>
              <a:srgbClr val="F3C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 descr=""/>
            <p:cNvSpPr/>
            <p:nvPr/>
          </p:nvSpPr>
          <p:spPr>
            <a:xfrm>
              <a:off x="10645109" y="6586451"/>
              <a:ext cx="260350" cy="327660"/>
            </a:xfrm>
            <a:custGeom>
              <a:avLst/>
              <a:gdLst/>
              <a:ahLst/>
              <a:cxnLst/>
              <a:rect l="l" t="t" r="r" b="b"/>
              <a:pathLst>
                <a:path w="260350" h="327659">
                  <a:moveTo>
                    <a:pt x="11455" y="303269"/>
                  </a:moveTo>
                  <a:lnTo>
                    <a:pt x="0" y="317227"/>
                  </a:lnTo>
                  <a:lnTo>
                    <a:pt x="0" y="327352"/>
                  </a:lnTo>
                  <a:lnTo>
                    <a:pt x="11455" y="313394"/>
                  </a:lnTo>
                  <a:lnTo>
                    <a:pt x="11455" y="303269"/>
                  </a:lnTo>
                  <a:close/>
                </a:path>
                <a:path w="260350" h="327659">
                  <a:moveTo>
                    <a:pt x="52335" y="253456"/>
                  </a:moveTo>
                  <a:lnTo>
                    <a:pt x="44360" y="263174"/>
                  </a:lnTo>
                  <a:lnTo>
                    <a:pt x="46626" y="266206"/>
                  </a:lnTo>
                  <a:lnTo>
                    <a:pt x="47935" y="268746"/>
                  </a:lnTo>
                  <a:lnTo>
                    <a:pt x="45558" y="271286"/>
                  </a:lnTo>
                  <a:lnTo>
                    <a:pt x="42763" y="275096"/>
                  </a:lnTo>
                  <a:lnTo>
                    <a:pt x="39464" y="277636"/>
                  </a:lnTo>
                  <a:lnTo>
                    <a:pt x="29865" y="290962"/>
                  </a:lnTo>
                  <a:lnTo>
                    <a:pt x="58521" y="256046"/>
                  </a:lnTo>
                  <a:lnTo>
                    <a:pt x="54417" y="256046"/>
                  </a:lnTo>
                  <a:lnTo>
                    <a:pt x="53108" y="254776"/>
                  </a:lnTo>
                  <a:lnTo>
                    <a:pt x="52335" y="253456"/>
                  </a:lnTo>
                  <a:close/>
                </a:path>
                <a:path w="260350" h="327659">
                  <a:moveTo>
                    <a:pt x="72444" y="228955"/>
                  </a:moveTo>
                  <a:lnTo>
                    <a:pt x="57279" y="247433"/>
                  </a:lnTo>
                  <a:lnTo>
                    <a:pt x="54417" y="256046"/>
                  </a:lnTo>
                  <a:lnTo>
                    <a:pt x="58521" y="256046"/>
                  </a:lnTo>
                  <a:lnTo>
                    <a:pt x="70765" y="241128"/>
                  </a:lnTo>
                  <a:lnTo>
                    <a:pt x="71744" y="235726"/>
                  </a:lnTo>
                  <a:lnTo>
                    <a:pt x="72444" y="228955"/>
                  </a:lnTo>
                  <a:close/>
                </a:path>
                <a:path w="260350" h="327659">
                  <a:moveTo>
                    <a:pt x="96619" y="209626"/>
                  </a:moveTo>
                  <a:lnTo>
                    <a:pt x="88677" y="212866"/>
                  </a:lnTo>
                  <a:lnTo>
                    <a:pt x="85013" y="213640"/>
                  </a:lnTo>
                  <a:lnTo>
                    <a:pt x="73141" y="228106"/>
                  </a:lnTo>
                  <a:lnTo>
                    <a:pt x="81452" y="228106"/>
                  </a:lnTo>
                  <a:lnTo>
                    <a:pt x="96619" y="209626"/>
                  </a:lnTo>
                  <a:close/>
                </a:path>
                <a:path w="260350" h="327659">
                  <a:moveTo>
                    <a:pt x="94036" y="202646"/>
                  </a:moveTo>
                  <a:lnTo>
                    <a:pt x="86373" y="211983"/>
                  </a:lnTo>
                  <a:lnTo>
                    <a:pt x="90981" y="209056"/>
                  </a:lnTo>
                  <a:lnTo>
                    <a:pt x="92929" y="206516"/>
                  </a:lnTo>
                  <a:lnTo>
                    <a:pt x="94036" y="202646"/>
                  </a:lnTo>
                  <a:close/>
                </a:path>
                <a:path w="260350" h="327659">
                  <a:moveTo>
                    <a:pt x="132004" y="156383"/>
                  </a:moveTo>
                  <a:lnTo>
                    <a:pt x="120083" y="170907"/>
                  </a:lnTo>
                  <a:lnTo>
                    <a:pt x="113790" y="178576"/>
                  </a:lnTo>
                  <a:lnTo>
                    <a:pt x="115504" y="178576"/>
                  </a:lnTo>
                  <a:lnTo>
                    <a:pt x="117012" y="179846"/>
                  </a:lnTo>
                  <a:lnTo>
                    <a:pt x="118561" y="179846"/>
                  </a:lnTo>
                  <a:lnTo>
                    <a:pt x="117574" y="184092"/>
                  </a:lnTo>
                  <a:lnTo>
                    <a:pt x="131943" y="166585"/>
                  </a:lnTo>
                  <a:lnTo>
                    <a:pt x="132004" y="156383"/>
                  </a:lnTo>
                  <a:close/>
                </a:path>
                <a:path w="260350" h="327659">
                  <a:moveTo>
                    <a:pt x="175874" y="102928"/>
                  </a:moveTo>
                  <a:lnTo>
                    <a:pt x="169896" y="110212"/>
                  </a:lnTo>
                  <a:lnTo>
                    <a:pt x="170005" y="113806"/>
                  </a:lnTo>
                  <a:lnTo>
                    <a:pt x="169848" y="115076"/>
                  </a:lnTo>
                  <a:lnTo>
                    <a:pt x="165256" y="115865"/>
                  </a:lnTo>
                  <a:lnTo>
                    <a:pt x="153397" y="130316"/>
                  </a:lnTo>
                  <a:lnTo>
                    <a:pt x="161709" y="130316"/>
                  </a:lnTo>
                  <a:lnTo>
                    <a:pt x="177746" y="110775"/>
                  </a:lnTo>
                  <a:lnTo>
                    <a:pt x="177586" y="108726"/>
                  </a:lnTo>
                  <a:lnTo>
                    <a:pt x="176759" y="104916"/>
                  </a:lnTo>
                  <a:lnTo>
                    <a:pt x="175874" y="102928"/>
                  </a:lnTo>
                  <a:close/>
                </a:path>
                <a:path w="260350" h="327659">
                  <a:moveTo>
                    <a:pt x="236963" y="38622"/>
                  </a:moveTo>
                  <a:lnTo>
                    <a:pt x="226011" y="43956"/>
                  </a:lnTo>
                  <a:lnTo>
                    <a:pt x="223920" y="44384"/>
                  </a:lnTo>
                  <a:lnTo>
                    <a:pt x="222188" y="46496"/>
                  </a:lnTo>
                  <a:lnTo>
                    <a:pt x="230501" y="46496"/>
                  </a:lnTo>
                  <a:lnTo>
                    <a:pt x="236963" y="38622"/>
                  </a:lnTo>
                  <a:close/>
                </a:path>
                <a:path w="260350" h="327659">
                  <a:moveTo>
                    <a:pt x="229459" y="47766"/>
                  </a:moveTo>
                  <a:lnTo>
                    <a:pt x="221145" y="47766"/>
                  </a:lnTo>
                  <a:lnTo>
                    <a:pt x="202376" y="70636"/>
                  </a:lnTo>
                  <a:lnTo>
                    <a:pt x="201561" y="79516"/>
                  </a:lnTo>
                  <a:lnTo>
                    <a:pt x="200444" y="83119"/>
                  </a:lnTo>
                  <a:lnTo>
                    <a:pt x="214105" y="66474"/>
                  </a:lnTo>
                  <a:lnTo>
                    <a:pt x="214286" y="60466"/>
                  </a:lnTo>
                  <a:lnTo>
                    <a:pt x="220207" y="59039"/>
                  </a:lnTo>
                  <a:lnTo>
                    <a:pt x="229459" y="47766"/>
                  </a:lnTo>
                  <a:close/>
                </a:path>
                <a:path w="260350" h="327659">
                  <a:moveTo>
                    <a:pt x="199320" y="74360"/>
                  </a:moveTo>
                  <a:lnTo>
                    <a:pt x="190919" y="84596"/>
                  </a:lnTo>
                  <a:lnTo>
                    <a:pt x="191617" y="84596"/>
                  </a:lnTo>
                  <a:lnTo>
                    <a:pt x="194339" y="83326"/>
                  </a:lnTo>
                  <a:lnTo>
                    <a:pt x="196433" y="80786"/>
                  </a:lnTo>
                  <a:lnTo>
                    <a:pt x="197575" y="78246"/>
                  </a:lnTo>
                  <a:lnTo>
                    <a:pt x="198779" y="76976"/>
                  </a:lnTo>
                  <a:lnTo>
                    <a:pt x="199320" y="74360"/>
                  </a:lnTo>
                  <a:close/>
                </a:path>
                <a:path w="260350" h="327659">
                  <a:moveTo>
                    <a:pt x="260347" y="0"/>
                  </a:moveTo>
                  <a:lnTo>
                    <a:pt x="244076" y="19826"/>
                  </a:lnTo>
                  <a:lnTo>
                    <a:pt x="249060" y="19826"/>
                  </a:lnTo>
                  <a:lnTo>
                    <a:pt x="250830" y="18556"/>
                  </a:lnTo>
                  <a:lnTo>
                    <a:pt x="251971" y="18556"/>
                  </a:lnTo>
                  <a:lnTo>
                    <a:pt x="252610" y="17286"/>
                  </a:lnTo>
                  <a:lnTo>
                    <a:pt x="252892" y="17286"/>
                  </a:lnTo>
                  <a:lnTo>
                    <a:pt x="254505" y="16016"/>
                  </a:lnTo>
                  <a:lnTo>
                    <a:pt x="255458" y="14746"/>
                  </a:lnTo>
                  <a:lnTo>
                    <a:pt x="255845" y="13476"/>
                  </a:lnTo>
                  <a:lnTo>
                    <a:pt x="256295" y="13476"/>
                  </a:lnTo>
                  <a:lnTo>
                    <a:pt x="257814" y="10936"/>
                  </a:lnTo>
                  <a:lnTo>
                    <a:pt x="258253" y="9666"/>
                  </a:lnTo>
                  <a:lnTo>
                    <a:pt x="259206" y="7126"/>
                  </a:lnTo>
                  <a:lnTo>
                    <a:pt x="259719" y="5856"/>
                  </a:lnTo>
                  <a:lnTo>
                    <a:pt x="260347" y="0"/>
                  </a:lnTo>
                  <a:close/>
                </a:path>
              </a:pathLst>
            </a:custGeom>
            <a:solidFill>
              <a:srgbClr val="F1C8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 descr=""/>
            <p:cNvSpPr/>
            <p:nvPr/>
          </p:nvSpPr>
          <p:spPr>
            <a:xfrm>
              <a:off x="10645110" y="6590693"/>
              <a:ext cx="273685" cy="333375"/>
            </a:xfrm>
            <a:custGeom>
              <a:avLst/>
              <a:gdLst/>
              <a:ahLst/>
              <a:cxnLst/>
              <a:rect l="l" t="t" r="r" b="b"/>
              <a:pathLst>
                <a:path w="273684" h="333375">
                  <a:moveTo>
                    <a:pt x="11455" y="309150"/>
                  </a:moveTo>
                  <a:lnTo>
                    <a:pt x="0" y="323108"/>
                  </a:lnTo>
                  <a:lnTo>
                    <a:pt x="0" y="333243"/>
                  </a:lnTo>
                  <a:lnTo>
                    <a:pt x="11455" y="319286"/>
                  </a:lnTo>
                  <a:lnTo>
                    <a:pt x="11455" y="309150"/>
                  </a:lnTo>
                  <a:close/>
                </a:path>
                <a:path w="273684" h="333375">
                  <a:moveTo>
                    <a:pt x="70765" y="236883"/>
                  </a:moveTo>
                  <a:lnTo>
                    <a:pt x="29879" y="286701"/>
                  </a:lnTo>
                  <a:lnTo>
                    <a:pt x="25742" y="292444"/>
                  </a:lnTo>
                  <a:lnTo>
                    <a:pt x="22709" y="305573"/>
                  </a:lnTo>
                  <a:lnTo>
                    <a:pt x="67012" y="251590"/>
                  </a:lnTo>
                  <a:lnTo>
                    <a:pt x="69902" y="241644"/>
                  </a:lnTo>
                  <a:lnTo>
                    <a:pt x="70765" y="236883"/>
                  </a:lnTo>
                  <a:close/>
                </a:path>
                <a:path w="273684" h="333375">
                  <a:moveTo>
                    <a:pt x="84960" y="226404"/>
                  </a:moveTo>
                  <a:lnTo>
                    <a:pt x="83892" y="226404"/>
                  </a:lnTo>
                  <a:lnTo>
                    <a:pt x="81735" y="227674"/>
                  </a:lnTo>
                  <a:lnTo>
                    <a:pt x="81097" y="228944"/>
                  </a:lnTo>
                  <a:lnTo>
                    <a:pt x="81536" y="230214"/>
                  </a:lnTo>
                  <a:lnTo>
                    <a:pt x="79871" y="230214"/>
                  </a:lnTo>
                  <a:lnTo>
                    <a:pt x="78573" y="232754"/>
                  </a:lnTo>
                  <a:lnTo>
                    <a:pt x="78741" y="234024"/>
                  </a:lnTo>
                  <a:lnTo>
                    <a:pt x="80432" y="235238"/>
                  </a:lnTo>
                  <a:lnTo>
                    <a:pt x="85852" y="228634"/>
                  </a:lnTo>
                  <a:lnTo>
                    <a:pt x="84960" y="226404"/>
                  </a:lnTo>
                  <a:close/>
                </a:path>
                <a:path w="273684" h="333375">
                  <a:moveTo>
                    <a:pt x="131943" y="162340"/>
                  </a:moveTo>
                  <a:lnTo>
                    <a:pt x="117575" y="179847"/>
                  </a:lnTo>
                  <a:lnTo>
                    <a:pt x="117085" y="181954"/>
                  </a:lnTo>
                  <a:lnTo>
                    <a:pt x="114813" y="188304"/>
                  </a:lnTo>
                  <a:lnTo>
                    <a:pt x="111640" y="193384"/>
                  </a:lnTo>
                  <a:lnTo>
                    <a:pt x="101128" y="203544"/>
                  </a:lnTo>
                  <a:lnTo>
                    <a:pt x="96616" y="205385"/>
                  </a:lnTo>
                  <a:lnTo>
                    <a:pt x="81450" y="223864"/>
                  </a:lnTo>
                  <a:lnTo>
                    <a:pt x="84429" y="223864"/>
                  </a:lnTo>
                  <a:lnTo>
                    <a:pt x="91467" y="221792"/>
                  </a:lnTo>
                  <a:lnTo>
                    <a:pt x="138754" y="164174"/>
                  </a:lnTo>
                  <a:lnTo>
                    <a:pt x="131870" y="164174"/>
                  </a:lnTo>
                  <a:lnTo>
                    <a:pt x="131943" y="162340"/>
                  </a:lnTo>
                  <a:close/>
                </a:path>
                <a:path w="273684" h="333375">
                  <a:moveTo>
                    <a:pt x="143086" y="158896"/>
                  </a:moveTo>
                  <a:lnTo>
                    <a:pt x="138843" y="160364"/>
                  </a:lnTo>
                  <a:lnTo>
                    <a:pt x="131870" y="164174"/>
                  </a:lnTo>
                  <a:lnTo>
                    <a:pt x="138754" y="164174"/>
                  </a:lnTo>
                  <a:lnTo>
                    <a:pt x="143086" y="158896"/>
                  </a:lnTo>
                  <a:close/>
                </a:path>
                <a:path w="273684" h="333375">
                  <a:moveTo>
                    <a:pt x="177746" y="106531"/>
                  </a:moveTo>
                  <a:lnTo>
                    <a:pt x="161707" y="126074"/>
                  </a:lnTo>
                  <a:lnTo>
                    <a:pt x="166759" y="126074"/>
                  </a:lnTo>
                  <a:lnTo>
                    <a:pt x="166371" y="127344"/>
                  </a:lnTo>
                  <a:lnTo>
                    <a:pt x="166015" y="128614"/>
                  </a:lnTo>
                  <a:lnTo>
                    <a:pt x="165537" y="131540"/>
                  </a:lnTo>
                  <a:lnTo>
                    <a:pt x="184615" y="108294"/>
                  </a:lnTo>
                  <a:lnTo>
                    <a:pt x="177847" y="108294"/>
                  </a:lnTo>
                  <a:lnTo>
                    <a:pt x="177746" y="106531"/>
                  </a:lnTo>
                  <a:close/>
                </a:path>
                <a:path w="273684" h="333375">
                  <a:moveTo>
                    <a:pt x="214105" y="62229"/>
                  </a:moveTo>
                  <a:lnTo>
                    <a:pt x="200445" y="78873"/>
                  </a:lnTo>
                  <a:lnTo>
                    <a:pt x="197229" y="89244"/>
                  </a:lnTo>
                  <a:lnTo>
                    <a:pt x="188413" y="101944"/>
                  </a:lnTo>
                  <a:lnTo>
                    <a:pt x="185334" y="104484"/>
                  </a:lnTo>
                  <a:lnTo>
                    <a:pt x="181732" y="107024"/>
                  </a:lnTo>
                  <a:lnTo>
                    <a:pt x="177847" y="108294"/>
                  </a:lnTo>
                  <a:lnTo>
                    <a:pt x="184615" y="108294"/>
                  </a:lnTo>
                  <a:lnTo>
                    <a:pt x="213333" y="73301"/>
                  </a:lnTo>
                  <a:lnTo>
                    <a:pt x="213865" y="70194"/>
                  </a:lnTo>
                  <a:lnTo>
                    <a:pt x="214105" y="62229"/>
                  </a:lnTo>
                  <a:close/>
                </a:path>
                <a:path w="273684" h="333375">
                  <a:moveTo>
                    <a:pt x="273492" y="0"/>
                  </a:moveTo>
                  <a:lnTo>
                    <a:pt x="272392" y="344"/>
                  </a:lnTo>
                  <a:lnTo>
                    <a:pt x="256578" y="16854"/>
                  </a:lnTo>
                  <a:lnTo>
                    <a:pt x="241657" y="32094"/>
                  </a:lnTo>
                  <a:lnTo>
                    <a:pt x="236960" y="34381"/>
                  </a:lnTo>
                  <a:lnTo>
                    <a:pt x="230499" y="42254"/>
                  </a:lnTo>
                  <a:lnTo>
                    <a:pt x="238813" y="42254"/>
                  </a:lnTo>
                  <a:lnTo>
                    <a:pt x="273492" y="0"/>
                  </a:lnTo>
                  <a:close/>
                </a:path>
                <a:path w="273684" h="333375">
                  <a:moveTo>
                    <a:pt x="237771" y="43524"/>
                  </a:moveTo>
                  <a:lnTo>
                    <a:pt x="229457" y="43524"/>
                  </a:lnTo>
                  <a:lnTo>
                    <a:pt x="220205" y="54797"/>
                  </a:lnTo>
                  <a:lnTo>
                    <a:pt x="224823" y="53684"/>
                  </a:lnTo>
                  <a:lnTo>
                    <a:pt x="230842" y="51967"/>
                  </a:lnTo>
                  <a:lnTo>
                    <a:pt x="237771" y="43524"/>
                  </a:lnTo>
                  <a:close/>
                </a:path>
              </a:pathLst>
            </a:custGeom>
            <a:solidFill>
              <a:srgbClr val="F0C7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 descr=""/>
            <p:cNvSpPr/>
            <p:nvPr/>
          </p:nvSpPr>
          <p:spPr>
            <a:xfrm>
              <a:off x="10645110" y="6587188"/>
              <a:ext cx="285115" cy="347345"/>
            </a:xfrm>
            <a:custGeom>
              <a:avLst/>
              <a:gdLst/>
              <a:ahLst/>
              <a:cxnLst/>
              <a:rect l="l" t="t" r="r" b="b"/>
              <a:pathLst>
                <a:path w="285115" h="347345">
                  <a:moveTo>
                    <a:pt x="11455" y="322800"/>
                  </a:moveTo>
                  <a:lnTo>
                    <a:pt x="0" y="336759"/>
                  </a:lnTo>
                  <a:lnTo>
                    <a:pt x="0" y="346884"/>
                  </a:lnTo>
                  <a:lnTo>
                    <a:pt x="11455" y="332926"/>
                  </a:lnTo>
                  <a:lnTo>
                    <a:pt x="11455" y="322800"/>
                  </a:lnTo>
                  <a:close/>
                </a:path>
                <a:path w="285115" h="347345">
                  <a:moveTo>
                    <a:pt x="67009" y="255106"/>
                  </a:moveTo>
                  <a:lnTo>
                    <a:pt x="22706" y="309091"/>
                  </a:lnTo>
                  <a:lnTo>
                    <a:pt x="21340" y="314999"/>
                  </a:lnTo>
                  <a:lnTo>
                    <a:pt x="21725" y="320412"/>
                  </a:lnTo>
                  <a:lnTo>
                    <a:pt x="35908" y="303130"/>
                  </a:lnTo>
                  <a:lnTo>
                    <a:pt x="36104" y="302299"/>
                  </a:lnTo>
                  <a:lnTo>
                    <a:pt x="46501" y="288329"/>
                  </a:lnTo>
                  <a:lnTo>
                    <a:pt x="49663" y="284519"/>
                  </a:lnTo>
                  <a:lnTo>
                    <a:pt x="52448" y="281979"/>
                  </a:lnTo>
                  <a:lnTo>
                    <a:pt x="54898" y="278169"/>
                  </a:lnTo>
                  <a:lnTo>
                    <a:pt x="56393" y="278169"/>
                  </a:lnTo>
                  <a:lnTo>
                    <a:pt x="62518" y="270705"/>
                  </a:lnTo>
                  <a:lnTo>
                    <a:pt x="62458" y="270549"/>
                  </a:lnTo>
                  <a:lnTo>
                    <a:pt x="61359" y="269279"/>
                  </a:lnTo>
                  <a:lnTo>
                    <a:pt x="66581" y="256579"/>
                  </a:lnTo>
                  <a:lnTo>
                    <a:pt x="67009" y="255106"/>
                  </a:lnTo>
                  <a:close/>
                </a:path>
                <a:path w="285115" h="347345">
                  <a:moveTo>
                    <a:pt x="56393" y="278169"/>
                  </a:moveTo>
                  <a:lnTo>
                    <a:pt x="54898" y="278169"/>
                  </a:lnTo>
                  <a:lnTo>
                    <a:pt x="55233" y="279439"/>
                  </a:lnTo>
                  <a:lnTo>
                    <a:pt x="56393" y="278169"/>
                  </a:lnTo>
                  <a:close/>
                </a:path>
                <a:path w="285115" h="347345">
                  <a:moveTo>
                    <a:pt x="74730" y="255309"/>
                  </a:moveTo>
                  <a:lnTo>
                    <a:pt x="71317" y="256579"/>
                  </a:lnTo>
                  <a:lnTo>
                    <a:pt x="70291" y="256579"/>
                  </a:lnTo>
                  <a:lnTo>
                    <a:pt x="68992" y="257849"/>
                  </a:lnTo>
                  <a:lnTo>
                    <a:pt x="67547" y="259119"/>
                  </a:lnTo>
                  <a:lnTo>
                    <a:pt x="66563" y="261659"/>
                  </a:lnTo>
                  <a:lnTo>
                    <a:pt x="65547" y="264199"/>
                  </a:lnTo>
                  <a:lnTo>
                    <a:pt x="64971" y="266739"/>
                  </a:lnTo>
                  <a:lnTo>
                    <a:pt x="64892" y="267813"/>
                  </a:lnTo>
                  <a:lnTo>
                    <a:pt x="75052" y="255432"/>
                  </a:lnTo>
                  <a:lnTo>
                    <a:pt x="74730" y="255309"/>
                  </a:lnTo>
                  <a:close/>
                </a:path>
                <a:path w="285115" h="347345">
                  <a:moveTo>
                    <a:pt x="85854" y="232143"/>
                  </a:moveTo>
                  <a:lnTo>
                    <a:pt x="80436" y="238745"/>
                  </a:lnTo>
                  <a:lnTo>
                    <a:pt x="84196" y="244291"/>
                  </a:lnTo>
                  <a:lnTo>
                    <a:pt x="89677" y="237612"/>
                  </a:lnTo>
                  <a:lnTo>
                    <a:pt x="88573" y="236259"/>
                  </a:lnTo>
                  <a:lnTo>
                    <a:pt x="85976" y="232449"/>
                  </a:lnTo>
                  <a:lnTo>
                    <a:pt x="85854" y="232143"/>
                  </a:lnTo>
                  <a:close/>
                </a:path>
                <a:path w="285115" h="347345">
                  <a:moveTo>
                    <a:pt x="151513" y="160059"/>
                  </a:moveTo>
                  <a:lnTo>
                    <a:pt x="146184" y="161329"/>
                  </a:lnTo>
                  <a:lnTo>
                    <a:pt x="143090" y="162399"/>
                  </a:lnTo>
                  <a:lnTo>
                    <a:pt x="91474" y="225295"/>
                  </a:lnTo>
                  <a:lnTo>
                    <a:pt x="97372" y="223559"/>
                  </a:lnTo>
                  <a:lnTo>
                    <a:pt x="126437" y="192820"/>
                  </a:lnTo>
                  <a:lnTo>
                    <a:pt x="130571" y="177839"/>
                  </a:lnTo>
                  <a:lnTo>
                    <a:pt x="131713" y="177839"/>
                  </a:lnTo>
                  <a:lnTo>
                    <a:pt x="133870" y="176569"/>
                  </a:lnTo>
                  <a:lnTo>
                    <a:pt x="139294" y="174029"/>
                  </a:lnTo>
                  <a:lnTo>
                    <a:pt x="141430" y="172759"/>
                  </a:lnTo>
                  <a:lnTo>
                    <a:pt x="142900" y="172759"/>
                  </a:lnTo>
                  <a:lnTo>
                    <a:pt x="153116" y="160311"/>
                  </a:lnTo>
                  <a:lnTo>
                    <a:pt x="151513" y="160059"/>
                  </a:lnTo>
                  <a:close/>
                </a:path>
                <a:path w="285115" h="347345">
                  <a:moveTo>
                    <a:pt x="213333" y="76807"/>
                  </a:moveTo>
                  <a:lnTo>
                    <a:pt x="165536" y="135048"/>
                  </a:lnTo>
                  <a:lnTo>
                    <a:pt x="164769" y="139739"/>
                  </a:lnTo>
                  <a:lnTo>
                    <a:pt x="164413" y="146089"/>
                  </a:lnTo>
                  <a:lnTo>
                    <a:pt x="164480" y="146464"/>
                  </a:lnTo>
                  <a:lnTo>
                    <a:pt x="173551" y="135410"/>
                  </a:lnTo>
                  <a:lnTo>
                    <a:pt x="173921" y="133389"/>
                  </a:lnTo>
                  <a:lnTo>
                    <a:pt x="174486" y="130849"/>
                  </a:lnTo>
                  <a:lnTo>
                    <a:pt x="175523" y="127039"/>
                  </a:lnTo>
                  <a:lnTo>
                    <a:pt x="182376" y="124657"/>
                  </a:lnTo>
                  <a:lnTo>
                    <a:pt x="210816" y="90003"/>
                  </a:lnTo>
                  <a:lnTo>
                    <a:pt x="211259" y="88939"/>
                  </a:lnTo>
                  <a:lnTo>
                    <a:pt x="213333" y="76807"/>
                  </a:lnTo>
                  <a:close/>
                </a:path>
                <a:path w="285115" h="347345">
                  <a:moveTo>
                    <a:pt x="284680" y="0"/>
                  </a:moveTo>
                  <a:lnTo>
                    <a:pt x="273489" y="3505"/>
                  </a:lnTo>
                  <a:lnTo>
                    <a:pt x="238813" y="45759"/>
                  </a:lnTo>
                  <a:lnTo>
                    <a:pt x="247126" y="45759"/>
                  </a:lnTo>
                  <a:lnTo>
                    <a:pt x="284680" y="0"/>
                  </a:lnTo>
                  <a:close/>
                </a:path>
                <a:path w="285115" h="347345">
                  <a:moveTo>
                    <a:pt x="246084" y="47029"/>
                  </a:moveTo>
                  <a:lnTo>
                    <a:pt x="237771" y="47029"/>
                  </a:lnTo>
                  <a:lnTo>
                    <a:pt x="230842" y="55472"/>
                  </a:lnTo>
                  <a:lnTo>
                    <a:pt x="238179" y="53379"/>
                  </a:lnTo>
                  <a:lnTo>
                    <a:pt x="244661" y="48762"/>
                  </a:lnTo>
                  <a:lnTo>
                    <a:pt x="246084" y="47029"/>
                  </a:lnTo>
                  <a:close/>
                </a:path>
                <a:path w="285115" h="347345">
                  <a:moveTo>
                    <a:pt x="231356" y="63539"/>
                  </a:moveTo>
                  <a:lnTo>
                    <a:pt x="228830" y="63539"/>
                  </a:lnTo>
                  <a:lnTo>
                    <a:pt x="230462" y="66064"/>
                  </a:lnTo>
                  <a:lnTo>
                    <a:pt x="232244" y="63892"/>
                  </a:lnTo>
                  <a:lnTo>
                    <a:pt x="231356" y="63539"/>
                  </a:lnTo>
                  <a:close/>
                </a:path>
              </a:pathLst>
            </a:custGeom>
            <a:solidFill>
              <a:srgbClr val="EFC6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 descr=""/>
            <p:cNvSpPr/>
            <p:nvPr/>
          </p:nvSpPr>
          <p:spPr>
            <a:xfrm>
              <a:off x="10645110" y="6585957"/>
              <a:ext cx="294005" cy="358775"/>
            </a:xfrm>
            <a:custGeom>
              <a:avLst/>
              <a:gdLst/>
              <a:ahLst/>
              <a:cxnLst/>
              <a:rect l="l" t="t" r="r" b="b"/>
              <a:pathLst>
                <a:path w="294004" h="358775">
                  <a:moveTo>
                    <a:pt x="11455" y="334157"/>
                  </a:moveTo>
                  <a:lnTo>
                    <a:pt x="0" y="348115"/>
                  </a:lnTo>
                  <a:lnTo>
                    <a:pt x="0" y="358251"/>
                  </a:lnTo>
                  <a:lnTo>
                    <a:pt x="11455" y="344292"/>
                  </a:lnTo>
                  <a:lnTo>
                    <a:pt x="11455" y="334157"/>
                  </a:lnTo>
                  <a:close/>
                </a:path>
                <a:path w="294004" h="358775">
                  <a:moveTo>
                    <a:pt x="35908" y="304361"/>
                  </a:moveTo>
                  <a:lnTo>
                    <a:pt x="21725" y="321642"/>
                  </a:lnTo>
                  <a:lnTo>
                    <a:pt x="22387" y="330971"/>
                  </a:lnTo>
                  <a:lnTo>
                    <a:pt x="32855" y="318215"/>
                  </a:lnTo>
                  <a:lnTo>
                    <a:pt x="32798" y="317500"/>
                  </a:lnTo>
                  <a:lnTo>
                    <a:pt x="35908" y="304361"/>
                  </a:lnTo>
                  <a:close/>
                </a:path>
                <a:path w="294004" h="358775">
                  <a:moveTo>
                    <a:pt x="62518" y="271936"/>
                  </a:moveTo>
                  <a:lnTo>
                    <a:pt x="55350" y="280670"/>
                  </a:lnTo>
                  <a:lnTo>
                    <a:pt x="55464" y="281940"/>
                  </a:lnTo>
                  <a:lnTo>
                    <a:pt x="55841" y="281940"/>
                  </a:lnTo>
                  <a:lnTo>
                    <a:pt x="55893" y="283210"/>
                  </a:lnTo>
                  <a:lnTo>
                    <a:pt x="55663" y="285750"/>
                  </a:lnTo>
                  <a:lnTo>
                    <a:pt x="55411" y="285750"/>
                  </a:lnTo>
                  <a:lnTo>
                    <a:pt x="55432" y="287020"/>
                  </a:lnTo>
                  <a:lnTo>
                    <a:pt x="55087" y="287020"/>
                  </a:lnTo>
                  <a:lnTo>
                    <a:pt x="54909" y="288290"/>
                  </a:lnTo>
                  <a:lnTo>
                    <a:pt x="54616" y="288290"/>
                  </a:lnTo>
                  <a:lnTo>
                    <a:pt x="54124" y="289560"/>
                  </a:lnTo>
                  <a:lnTo>
                    <a:pt x="53453" y="290830"/>
                  </a:lnTo>
                  <a:lnTo>
                    <a:pt x="51349" y="293370"/>
                  </a:lnTo>
                  <a:lnTo>
                    <a:pt x="49799" y="294640"/>
                  </a:lnTo>
                  <a:lnTo>
                    <a:pt x="45768" y="294640"/>
                  </a:lnTo>
                  <a:lnTo>
                    <a:pt x="44637" y="295910"/>
                  </a:lnTo>
                  <a:lnTo>
                    <a:pt x="44637" y="299720"/>
                  </a:lnTo>
                  <a:lnTo>
                    <a:pt x="45768" y="300990"/>
                  </a:lnTo>
                  <a:lnTo>
                    <a:pt x="46992" y="300990"/>
                  </a:lnTo>
                  <a:lnTo>
                    <a:pt x="64545" y="279600"/>
                  </a:lnTo>
                  <a:lnTo>
                    <a:pt x="64437" y="279400"/>
                  </a:lnTo>
                  <a:lnTo>
                    <a:pt x="64270" y="278130"/>
                  </a:lnTo>
                  <a:lnTo>
                    <a:pt x="64123" y="278130"/>
                  </a:lnTo>
                  <a:lnTo>
                    <a:pt x="63422" y="274320"/>
                  </a:lnTo>
                  <a:lnTo>
                    <a:pt x="62518" y="271936"/>
                  </a:lnTo>
                  <a:close/>
                </a:path>
                <a:path w="294004" h="358775">
                  <a:moveTo>
                    <a:pt x="75052" y="256662"/>
                  </a:moveTo>
                  <a:lnTo>
                    <a:pt x="64892" y="269043"/>
                  </a:lnTo>
                  <a:lnTo>
                    <a:pt x="64877" y="275590"/>
                  </a:lnTo>
                  <a:lnTo>
                    <a:pt x="65496" y="278441"/>
                  </a:lnTo>
                  <a:lnTo>
                    <a:pt x="79360" y="261547"/>
                  </a:lnTo>
                  <a:lnTo>
                    <a:pt x="78060" y="257810"/>
                  </a:lnTo>
                  <a:lnTo>
                    <a:pt x="75052" y="256662"/>
                  </a:lnTo>
                  <a:close/>
                </a:path>
                <a:path w="294004" h="358775">
                  <a:moveTo>
                    <a:pt x="89677" y="238842"/>
                  </a:moveTo>
                  <a:lnTo>
                    <a:pt x="84196" y="245521"/>
                  </a:lnTo>
                  <a:lnTo>
                    <a:pt x="84772" y="246380"/>
                  </a:lnTo>
                  <a:lnTo>
                    <a:pt x="87166" y="252036"/>
                  </a:lnTo>
                  <a:lnTo>
                    <a:pt x="94292" y="243353"/>
                  </a:lnTo>
                  <a:lnTo>
                    <a:pt x="90646" y="240030"/>
                  </a:lnTo>
                  <a:lnTo>
                    <a:pt x="89677" y="238842"/>
                  </a:lnTo>
                  <a:close/>
                </a:path>
                <a:path w="294004" h="358775">
                  <a:moveTo>
                    <a:pt x="111556" y="219710"/>
                  </a:moveTo>
                  <a:lnTo>
                    <a:pt x="109368" y="220980"/>
                  </a:lnTo>
                  <a:lnTo>
                    <a:pt x="107431" y="220980"/>
                  </a:lnTo>
                  <a:lnTo>
                    <a:pt x="105494" y="222250"/>
                  </a:lnTo>
                  <a:lnTo>
                    <a:pt x="103913" y="223520"/>
                  </a:lnTo>
                  <a:lnTo>
                    <a:pt x="102593" y="224790"/>
                  </a:lnTo>
                  <a:lnTo>
                    <a:pt x="102049" y="226060"/>
                  </a:lnTo>
                  <a:lnTo>
                    <a:pt x="100510" y="229870"/>
                  </a:lnTo>
                  <a:lnTo>
                    <a:pt x="101075" y="232410"/>
                  </a:lnTo>
                  <a:lnTo>
                    <a:pt x="102254" y="233651"/>
                  </a:lnTo>
                  <a:lnTo>
                    <a:pt x="113296" y="220197"/>
                  </a:lnTo>
                  <a:lnTo>
                    <a:pt x="111556" y="219710"/>
                  </a:lnTo>
                  <a:close/>
                </a:path>
                <a:path w="294004" h="358775">
                  <a:moveTo>
                    <a:pt x="126437" y="194051"/>
                  </a:moveTo>
                  <a:lnTo>
                    <a:pt x="103921" y="221486"/>
                  </a:lnTo>
                  <a:lnTo>
                    <a:pt x="109960" y="218440"/>
                  </a:lnTo>
                  <a:lnTo>
                    <a:pt x="120792" y="205740"/>
                  </a:lnTo>
                  <a:lnTo>
                    <a:pt x="124141" y="199390"/>
                  </a:lnTo>
                  <a:lnTo>
                    <a:pt x="126437" y="194051"/>
                  </a:lnTo>
                  <a:close/>
                </a:path>
                <a:path w="294004" h="358775">
                  <a:moveTo>
                    <a:pt x="173551" y="136641"/>
                  </a:moveTo>
                  <a:lnTo>
                    <a:pt x="164480" y="147694"/>
                  </a:lnTo>
                  <a:lnTo>
                    <a:pt x="165964" y="156019"/>
                  </a:lnTo>
                  <a:lnTo>
                    <a:pt x="172380" y="148201"/>
                  </a:lnTo>
                  <a:lnTo>
                    <a:pt x="172256" y="147320"/>
                  </a:lnTo>
                  <a:lnTo>
                    <a:pt x="172528" y="142240"/>
                  </a:lnTo>
                  <a:lnTo>
                    <a:pt x="173551" y="136641"/>
                  </a:lnTo>
                  <a:close/>
                </a:path>
                <a:path w="294004" h="358775">
                  <a:moveTo>
                    <a:pt x="210816" y="91234"/>
                  </a:moveTo>
                  <a:lnTo>
                    <a:pt x="182376" y="125888"/>
                  </a:lnTo>
                  <a:lnTo>
                    <a:pt x="182832" y="125730"/>
                  </a:lnTo>
                  <a:lnTo>
                    <a:pt x="189753" y="121920"/>
                  </a:lnTo>
                  <a:lnTo>
                    <a:pt x="195407" y="116840"/>
                  </a:lnTo>
                  <a:lnTo>
                    <a:pt x="205447" y="104140"/>
                  </a:lnTo>
                  <a:lnTo>
                    <a:pt x="210816" y="91234"/>
                  </a:lnTo>
                  <a:close/>
                </a:path>
                <a:path w="294004" h="358775">
                  <a:moveTo>
                    <a:pt x="153116" y="161541"/>
                  </a:moveTo>
                  <a:lnTo>
                    <a:pt x="142900" y="173990"/>
                  </a:lnTo>
                  <a:lnTo>
                    <a:pt x="143555" y="173990"/>
                  </a:lnTo>
                  <a:lnTo>
                    <a:pt x="147775" y="171450"/>
                  </a:lnTo>
                  <a:lnTo>
                    <a:pt x="153301" y="171450"/>
                  </a:lnTo>
                  <a:lnTo>
                    <a:pt x="160314" y="162903"/>
                  </a:lnTo>
                  <a:lnTo>
                    <a:pt x="159597" y="162560"/>
                  </a:lnTo>
                  <a:lnTo>
                    <a:pt x="153116" y="161541"/>
                  </a:lnTo>
                  <a:close/>
                </a:path>
                <a:path w="294004" h="358775">
                  <a:moveTo>
                    <a:pt x="288609" y="0"/>
                  </a:moveTo>
                  <a:lnTo>
                    <a:pt x="284680" y="1230"/>
                  </a:lnTo>
                  <a:lnTo>
                    <a:pt x="247126" y="46990"/>
                  </a:lnTo>
                  <a:lnTo>
                    <a:pt x="248879" y="46990"/>
                  </a:lnTo>
                  <a:lnTo>
                    <a:pt x="252445" y="44450"/>
                  </a:lnTo>
                  <a:lnTo>
                    <a:pt x="265709" y="29210"/>
                  </a:lnTo>
                  <a:lnTo>
                    <a:pt x="277639" y="17780"/>
                  </a:lnTo>
                  <a:lnTo>
                    <a:pt x="280315" y="16679"/>
                  </a:lnTo>
                  <a:lnTo>
                    <a:pt x="293649" y="432"/>
                  </a:lnTo>
                  <a:lnTo>
                    <a:pt x="288609" y="0"/>
                  </a:lnTo>
                  <a:close/>
                </a:path>
                <a:path w="294004" h="358775">
                  <a:moveTo>
                    <a:pt x="247096" y="48260"/>
                  </a:moveTo>
                  <a:lnTo>
                    <a:pt x="246084" y="48260"/>
                  </a:lnTo>
                  <a:lnTo>
                    <a:pt x="244661" y="49993"/>
                  </a:lnTo>
                  <a:lnTo>
                    <a:pt x="247096" y="48260"/>
                  </a:lnTo>
                  <a:close/>
                </a:path>
                <a:path w="294004" h="358775">
                  <a:moveTo>
                    <a:pt x="232244" y="65123"/>
                  </a:moveTo>
                  <a:lnTo>
                    <a:pt x="230462" y="67295"/>
                  </a:lnTo>
                  <a:lnTo>
                    <a:pt x="234126" y="72962"/>
                  </a:lnTo>
                  <a:lnTo>
                    <a:pt x="238561" y="67558"/>
                  </a:lnTo>
                  <a:lnTo>
                    <a:pt x="237699" y="67295"/>
                  </a:lnTo>
                  <a:lnTo>
                    <a:pt x="232244" y="65123"/>
                  </a:lnTo>
                  <a:close/>
                </a:path>
              </a:pathLst>
            </a:custGeom>
            <a:solidFill>
              <a:srgbClr val="EEC5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 descr=""/>
            <p:cNvSpPr/>
            <p:nvPr/>
          </p:nvSpPr>
          <p:spPr>
            <a:xfrm>
              <a:off x="10645110" y="6586390"/>
              <a:ext cx="301625" cy="368300"/>
            </a:xfrm>
            <a:custGeom>
              <a:avLst/>
              <a:gdLst/>
              <a:ahLst/>
              <a:cxnLst/>
              <a:rect l="l" t="t" r="r" b="b"/>
              <a:pathLst>
                <a:path w="301625" h="368300">
                  <a:moveTo>
                    <a:pt x="11455" y="343859"/>
                  </a:moveTo>
                  <a:lnTo>
                    <a:pt x="0" y="357817"/>
                  </a:lnTo>
                  <a:lnTo>
                    <a:pt x="0" y="367942"/>
                  </a:lnTo>
                  <a:lnTo>
                    <a:pt x="11455" y="353984"/>
                  </a:lnTo>
                  <a:lnTo>
                    <a:pt x="11455" y="343859"/>
                  </a:lnTo>
                  <a:close/>
                </a:path>
                <a:path w="301625" h="368300">
                  <a:moveTo>
                    <a:pt x="32855" y="317782"/>
                  </a:moveTo>
                  <a:lnTo>
                    <a:pt x="22387" y="330537"/>
                  </a:lnTo>
                  <a:lnTo>
                    <a:pt x="22603" y="333577"/>
                  </a:lnTo>
                  <a:lnTo>
                    <a:pt x="23940" y="338770"/>
                  </a:lnTo>
                  <a:lnTo>
                    <a:pt x="33586" y="327018"/>
                  </a:lnTo>
                  <a:lnTo>
                    <a:pt x="32855" y="317782"/>
                  </a:lnTo>
                  <a:close/>
                </a:path>
                <a:path w="301625" h="368300">
                  <a:moveTo>
                    <a:pt x="64545" y="279167"/>
                  </a:moveTo>
                  <a:lnTo>
                    <a:pt x="46991" y="300557"/>
                  </a:lnTo>
                  <a:lnTo>
                    <a:pt x="51485" y="300557"/>
                  </a:lnTo>
                  <a:lnTo>
                    <a:pt x="60846" y="292937"/>
                  </a:lnTo>
                  <a:lnTo>
                    <a:pt x="61505" y="292937"/>
                  </a:lnTo>
                  <a:lnTo>
                    <a:pt x="62553" y="290397"/>
                  </a:lnTo>
                  <a:lnTo>
                    <a:pt x="62835" y="289127"/>
                  </a:lnTo>
                  <a:lnTo>
                    <a:pt x="63045" y="289127"/>
                  </a:lnTo>
                  <a:lnTo>
                    <a:pt x="63286" y="287857"/>
                  </a:lnTo>
                  <a:lnTo>
                    <a:pt x="63778" y="286587"/>
                  </a:lnTo>
                  <a:lnTo>
                    <a:pt x="64427" y="284047"/>
                  </a:lnTo>
                  <a:lnTo>
                    <a:pt x="64545" y="279167"/>
                  </a:lnTo>
                  <a:close/>
                </a:path>
                <a:path w="301625" h="368300">
                  <a:moveTo>
                    <a:pt x="79360" y="261114"/>
                  </a:moveTo>
                  <a:lnTo>
                    <a:pt x="65496" y="278008"/>
                  </a:lnTo>
                  <a:lnTo>
                    <a:pt x="65704" y="278967"/>
                  </a:lnTo>
                  <a:lnTo>
                    <a:pt x="66573" y="281507"/>
                  </a:lnTo>
                  <a:lnTo>
                    <a:pt x="68018" y="284047"/>
                  </a:lnTo>
                  <a:lnTo>
                    <a:pt x="68420" y="284571"/>
                  </a:lnTo>
                  <a:lnTo>
                    <a:pt x="77291" y="273762"/>
                  </a:lnTo>
                  <a:lnTo>
                    <a:pt x="76961" y="272617"/>
                  </a:lnTo>
                  <a:lnTo>
                    <a:pt x="76856" y="270077"/>
                  </a:lnTo>
                  <a:lnTo>
                    <a:pt x="77013" y="268807"/>
                  </a:lnTo>
                  <a:lnTo>
                    <a:pt x="76311" y="268807"/>
                  </a:lnTo>
                  <a:lnTo>
                    <a:pt x="79118" y="267537"/>
                  </a:lnTo>
                  <a:lnTo>
                    <a:pt x="80269" y="263727"/>
                  </a:lnTo>
                  <a:lnTo>
                    <a:pt x="79360" y="261114"/>
                  </a:lnTo>
                  <a:close/>
                </a:path>
                <a:path w="301625" h="368300">
                  <a:moveTo>
                    <a:pt x="94291" y="242921"/>
                  </a:moveTo>
                  <a:lnTo>
                    <a:pt x="87166" y="251603"/>
                  </a:lnTo>
                  <a:lnTo>
                    <a:pt x="89578" y="257377"/>
                  </a:lnTo>
                  <a:lnTo>
                    <a:pt x="89754" y="258576"/>
                  </a:lnTo>
                  <a:lnTo>
                    <a:pt x="99968" y="246131"/>
                  </a:lnTo>
                  <a:lnTo>
                    <a:pt x="99693" y="245947"/>
                  </a:lnTo>
                  <a:lnTo>
                    <a:pt x="96196" y="244677"/>
                  </a:lnTo>
                  <a:lnTo>
                    <a:pt x="94291" y="242921"/>
                  </a:lnTo>
                  <a:close/>
                </a:path>
                <a:path w="301625" h="368300">
                  <a:moveTo>
                    <a:pt x="113295" y="219764"/>
                  </a:moveTo>
                  <a:lnTo>
                    <a:pt x="102254" y="233218"/>
                  </a:lnTo>
                  <a:lnTo>
                    <a:pt x="105902" y="237057"/>
                  </a:lnTo>
                  <a:lnTo>
                    <a:pt x="108030" y="236307"/>
                  </a:lnTo>
                  <a:lnTo>
                    <a:pt x="120209" y="221466"/>
                  </a:lnTo>
                  <a:lnTo>
                    <a:pt x="118478" y="220547"/>
                  </a:lnTo>
                  <a:lnTo>
                    <a:pt x="116090" y="220547"/>
                  </a:lnTo>
                  <a:lnTo>
                    <a:pt x="113295" y="219764"/>
                  </a:lnTo>
                  <a:close/>
                </a:path>
                <a:path w="301625" h="368300">
                  <a:moveTo>
                    <a:pt x="172380" y="147768"/>
                  </a:moveTo>
                  <a:lnTo>
                    <a:pt x="165964" y="155585"/>
                  </a:lnTo>
                  <a:lnTo>
                    <a:pt x="166225" y="157047"/>
                  </a:lnTo>
                  <a:lnTo>
                    <a:pt x="167199" y="159587"/>
                  </a:lnTo>
                  <a:lnTo>
                    <a:pt x="168771" y="162293"/>
                  </a:lnTo>
                  <a:lnTo>
                    <a:pt x="173836" y="156121"/>
                  </a:lnTo>
                  <a:lnTo>
                    <a:pt x="173711" y="155777"/>
                  </a:lnTo>
                  <a:lnTo>
                    <a:pt x="172968" y="151967"/>
                  </a:lnTo>
                  <a:lnTo>
                    <a:pt x="172380" y="147768"/>
                  </a:lnTo>
                  <a:close/>
                </a:path>
                <a:path w="301625" h="368300">
                  <a:moveTo>
                    <a:pt x="160314" y="162471"/>
                  </a:moveTo>
                  <a:lnTo>
                    <a:pt x="153300" y="171017"/>
                  </a:lnTo>
                  <a:lnTo>
                    <a:pt x="160026" y="171017"/>
                  </a:lnTo>
                  <a:lnTo>
                    <a:pt x="161042" y="171711"/>
                  </a:lnTo>
                  <a:lnTo>
                    <a:pt x="166206" y="165419"/>
                  </a:lnTo>
                  <a:lnTo>
                    <a:pt x="162246" y="163397"/>
                  </a:lnTo>
                  <a:lnTo>
                    <a:pt x="160314" y="162471"/>
                  </a:lnTo>
                  <a:close/>
                </a:path>
                <a:path w="301625" h="368300">
                  <a:moveTo>
                    <a:pt x="228316" y="89737"/>
                  </a:moveTo>
                  <a:lnTo>
                    <a:pt x="222527" y="89737"/>
                  </a:lnTo>
                  <a:lnTo>
                    <a:pt x="218820" y="92277"/>
                  </a:lnTo>
                  <a:lnTo>
                    <a:pt x="217836" y="94817"/>
                  </a:lnTo>
                  <a:lnTo>
                    <a:pt x="216328" y="101167"/>
                  </a:lnTo>
                  <a:lnTo>
                    <a:pt x="217370" y="103075"/>
                  </a:lnTo>
                  <a:lnTo>
                    <a:pt x="222549" y="96765"/>
                  </a:lnTo>
                  <a:lnTo>
                    <a:pt x="223930" y="94817"/>
                  </a:lnTo>
                  <a:lnTo>
                    <a:pt x="224147" y="94817"/>
                  </a:lnTo>
                  <a:lnTo>
                    <a:pt x="228316" y="89737"/>
                  </a:lnTo>
                  <a:close/>
                </a:path>
                <a:path w="301625" h="368300">
                  <a:moveTo>
                    <a:pt x="293648" y="0"/>
                  </a:moveTo>
                  <a:lnTo>
                    <a:pt x="280314" y="16248"/>
                  </a:lnTo>
                  <a:lnTo>
                    <a:pt x="289996" y="12267"/>
                  </a:lnTo>
                  <a:lnTo>
                    <a:pt x="291894" y="12267"/>
                  </a:lnTo>
                  <a:lnTo>
                    <a:pt x="301415" y="666"/>
                  </a:lnTo>
                  <a:lnTo>
                    <a:pt x="293648" y="0"/>
                  </a:lnTo>
                  <a:close/>
                </a:path>
                <a:path w="301625" h="368300">
                  <a:moveTo>
                    <a:pt x="291894" y="12267"/>
                  </a:moveTo>
                  <a:lnTo>
                    <a:pt x="289996" y="12267"/>
                  </a:lnTo>
                  <a:lnTo>
                    <a:pt x="291739" y="12457"/>
                  </a:lnTo>
                  <a:lnTo>
                    <a:pt x="291894" y="12267"/>
                  </a:lnTo>
                  <a:close/>
                </a:path>
                <a:path w="301625" h="368300">
                  <a:moveTo>
                    <a:pt x="238561" y="67125"/>
                  </a:moveTo>
                  <a:lnTo>
                    <a:pt x="234126" y="72529"/>
                  </a:lnTo>
                  <a:lnTo>
                    <a:pt x="234577" y="73227"/>
                  </a:lnTo>
                  <a:lnTo>
                    <a:pt x="237431" y="78631"/>
                  </a:lnTo>
                  <a:lnTo>
                    <a:pt x="245227" y="69131"/>
                  </a:lnTo>
                  <a:lnTo>
                    <a:pt x="238561" y="67125"/>
                  </a:lnTo>
                  <a:close/>
                </a:path>
              </a:pathLst>
            </a:custGeom>
            <a:solidFill>
              <a:srgbClr val="EDC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 descr=""/>
            <p:cNvSpPr/>
            <p:nvPr/>
          </p:nvSpPr>
          <p:spPr>
            <a:xfrm>
              <a:off x="10645110" y="6587056"/>
              <a:ext cx="308610" cy="377825"/>
            </a:xfrm>
            <a:custGeom>
              <a:avLst/>
              <a:gdLst/>
              <a:ahLst/>
              <a:cxnLst/>
              <a:rect l="l" t="t" r="r" b="b"/>
              <a:pathLst>
                <a:path w="308609" h="377825">
                  <a:moveTo>
                    <a:pt x="11455" y="353318"/>
                  </a:moveTo>
                  <a:lnTo>
                    <a:pt x="0" y="367276"/>
                  </a:lnTo>
                  <a:lnTo>
                    <a:pt x="0" y="377401"/>
                  </a:lnTo>
                  <a:lnTo>
                    <a:pt x="11455" y="363443"/>
                  </a:lnTo>
                  <a:lnTo>
                    <a:pt x="11455" y="353318"/>
                  </a:lnTo>
                  <a:close/>
                </a:path>
                <a:path w="308609" h="377825">
                  <a:moveTo>
                    <a:pt x="33586" y="326351"/>
                  </a:moveTo>
                  <a:lnTo>
                    <a:pt x="23940" y="338104"/>
                  </a:lnTo>
                  <a:lnTo>
                    <a:pt x="25921" y="345816"/>
                  </a:lnTo>
                  <a:lnTo>
                    <a:pt x="34994" y="334761"/>
                  </a:lnTo>
                  <a:lnTo>
                    <a:pt x="33904" y="330371"/>
                  </a:lnTo>
                  <a:lnTo>
                    <a:pt x="33586" y="326351"/>
                  </a:lnTo>
                  <a:close/>
                </a:path>
                <a:path w="308609" h="377825">
                  <a:moveTo>
                    <a:pt x="59835" y="294366"/>
                  </a:moveTo>
                  <a:lnTo>
                    <a:pt x="59080" y="295286"/>
                  </a:lnTo>
                  <a:lnTo>
                    <a:pt x="59621" y="294811"/>
                  </a:lnTo>
                  <a:lnTo>
                    <a:pt x="59835" y="294366"/>
                  </a:lnTo>
                  <a:close/>
                </a:path>
                <a:path w="308609" h="377825">
                  <a:moveTo>
                    <a:pt x="77291" y="273096"/>
                  </a:moveTo>
                  <a:lnTo>
                    <a:pt x="68420" y="283905"/>
                  </a:lnTo>
                  <a:lnTo>
                    <a:pt x="71914" y="288461"/>
                  </a:lnTo>
                  <a:lnTo>
                    <a:pt x="72992" y="288461"/>
                  </a:lnTo>
                  <a:lnTo>
                    <a:pt x="82373" y="277031"/>
                  </a:lnTo>
                  <a:lnTo>
                    <a:pt x="79369" y="277031"/>
                  </a:lnTo>
                  <a:lnTo>
                    <a:pt x="78196" y="275761"/>
                  </a:lnTo>
                  <a:lnTo>
                    <a:pt x="77631" y="274491"/>
                  </a:lnTo>
                  <a:lnTo>
                    <a:pt x="77291" y="273096"/>
                  </a:lnTo>
                  <a:close/>
                </a:path>
                <a:path w="308609" h="377825">
                  <a:moveTo>
                    <a:pt x="160543" y="181781"/>
                  </a:moveTo>
                  <a:lnTo>
                    <a:pt x="156707" y="181781"/>
                  </a:lnTo>
                  <a:lnTo>
                    <a:pt x="156529" y="183051"/>
                  </a:lnTo>
                  <a:lnTo>
                    <a:pt x="155723" y="183051"/>
                  </a:lnTo>
                  <a:lnTo>
                    <a:pt x="155178" y="184321"/>
                  </a:lnTo>
                  <a:lnTo>
                    <a:pt x="154435" y="185591"/>
                  </a:lnTo>
                  <a:lnTo>
                    <a:pt x="154215" y="186861"/>
                  </a:lnTo>
                  <a:lnTo>
                    <a:pt x="154165" y="189553"/>
                  </a:lnTo>
                  <a:lnTo>
                    <a:pt x="157268" y="185772"/>
                  </a:lnTo>
                  <a:lnTo>
                    <a:pt x="157304" y="185591"/>
                  </a:lnTo>
                  <a:lnTo>
                    <a:pt x="157838" y="184321"/>
                  </a:lnTo>
                  <a:lnTo>
                    <a:pt x="158459" y="184321"/>
                  </a:lnTo>
                  <a:lnTo>
                    <a:pt x="160543" y="181781"/>
                  </a:lnTo>
                  <a:close/>
                </a:path>
                <a:path w="308609" h="377825">
                  <a:moveTo>
                    <a:pt x="99968" y="245464"/>
                  </a:moveTo>
                  <a:lnTo>
                    <a:pt x="89754" y="257909"/>
                  </a:lnTo>
                  <a:lnTo>
                    <a:pt x="90698" y="264331"/>
                  </a:lnTo>
                  <a:lnTo>
                    <a:pt x="90854" y="266696"/>
                  </a:lnTo>
                  <a:lnTo>
                    <a:pt x="98344" y="257570"/>
                  </a:lnTo>
                  <a:lnTo>
                    <a:pt x="97641" y="255441"/>
                  </a:lnTo>
                  <a:lnTo>
                    <a:pt x="100091" y="255441"/>
                  </a:lnTo>
                  <a:lnTo>
                    <a:pt x="106012" y="248227"/>
                  </a:lnTo>
                  <a:lnTo>
                    <a:pt x="105389" y="247821"/>
                  </a:lnTo>
                  <a:lnTo>
                    <a:pt x="103494" y="247821"/>
                  </a:lnTo>
                  <a:lnTo>
                    <a:pt x="99968" y="245464"/>
                  </a:lnTo>
                  <a:close/>
                </a:path>
                <a:path w="308609" h="377825">
                  <a:moveTo>
                    <a:pt x="100091" y="255441"/>
                  </a:moveTo>
                  <a:lnTo>
                    <a:pt x="98353" y="255441"/>
                  </a:lnTo>
                  <a:lnTo>
                    <a:pt x="99082" y="256670"/>
                  </a:lnTo>
                  <a:lnTo>
                    <a:pt x="100091" y="255441"/>
                  </a:lnTo>
                  <a:close/>
                </a:path>
                <a:path w="308609" h="377825">
                  <a:moveTo>
                    <a:pt x="120209" y="220800"/>
                  </a:moveTo>
                  <a:lnTo>
                    <a:pt x="108030" y="235641"/>
                  </a:lnTo>
                  <a:lnTo>
                    <a:pt x="109504" y="235121"/>
                  </a:lnTo>
                  <a:lnTo>
                    <a:pt x="111651" y="232581"/>
                  </a:lnTo>
                  <a:lnTo>
                    <a:pt x="118852" y="232581"/>
                  </a:lnTo>
                  <a:lnTo>
                    <a:pt x="125410" y="224591"/>
                  </a:lnTo>
                  <a:lnTo>
                    <a:pt x="123263" y="222421"/>
                  </a:lnTo>
                  <a:lnTo>
                    <a:pt x="120209" y="220800"/>
                  </a:lnTo>
                  <a:close/>
                </a:path>
                <a:path w="308609" h="377825">
                  <a:moveTo>
                    <a:pt x="118852" y="232581"/>
                  </a:moveTo>
                  <a:lnTo>
                    <a:pt x="112132" y="232581"/>
                  </a:lnTo>
                  <a:lnTo>
                    <a:pt x="113378" y="233851"/>
                  </a:lnTo>
                  <a:lnTo>
                    <a:pt x="115263" y="233851"/>
                  </a:lnTo>
                  <a:lnTo>
                    <a:pt x="116195" y="235121"/>
                  </a:lnTo>
                  <a:lnTo>
                    <a:pt x="116768" y="235121"/>
                  </a:lnTo>
                  <a:lnTo>
                    <a:pt x="118852" y="232581"/>
                  </a:lnTo>
                  <a:close/>
                </a:path>
                <a:path w="308609" h="377825">
                  <a:moveTo>
                    <a:pt x="166206" y="164753"/>
                  </a:moveTo>
                  <a:lnTo>
                    <a:pt x="161042" y="171045"/>
                  </a:lnTo>
                  <a:lnTo>
                    <a:pt x="163743" y="172891"/>
                  </a:lnTo>
                  <a:lnTo>
                    <a:pt x="165712" y="175431"/>
                  </a:lnTo>
                  <a:lnTo>
                    <a:pt x="170646" y="169470"/>
                  </a:lnTo>
                  <a:lnTo>
                    <a:pt x="169565" y="167811"/>
                  </a:lnTo>
                  <a:lnTo>
                    <a:pt x="167220" y="165271"/>
                  </a:lnTo>
                  <a:lnTo>
                    <a:pt x="166206" y="164753"/>
                  </a:lnTo>
                  <a:close/>
                </a:path>
                <a:path w="308609" h="377825">
                  <a:moveTo>
                    <a:pt x="173836" y="155455"/>
                  </a:moveTo>
                  <a:lnTo>
                    <a:pt x="168771" y="161627"/>
                  </a:lnTo>
                  <a:lnTo>
                    <a:pt x="170151" y="164001"/>
                  </a:lnTo>
                  <a:lnTo>
                    <a:pt x="172172" y="166541"/>
                  </a:lnTo>
                  <a:lnTo>
                    <a:pt x="172655" y="167023"/>
                  </a:lnTo>
                  <a:lnTo>
                    <a:pt x="177502" y="161117"/>
                  </a:lnTo>
                  <a:lnTo>
                    <a:pt x="175554" y="160191"/>
                  </a:lnTo>
                  <a:lnTo>
                    <a:pt x="173836" y="155455"/>
                  </a:lnTo>
                  <a:close/>
                </a:path>
                <a:path w="308609" h="377825">
                  <a:moveTo>
                    <a:pt x="185512" y="151301"/>
                  </a:moveTo>
                  <a:lnTo>
                    <a:pt x="182968" y="151301"/>
                  </a:lnTo>
                  <a:lnTo>
                    <a:pt x="183031" y="154379"/>
                  </a:lnTo>
                  <a:lnTo>
                    <a:pt x="185502" y="151369"/>
                  </a:lnTo>
                  <a:close/>
                </a:path>
                <a:path w="308609" h="377825">
                  <a:moveTo>
                    <a:pt x="188685" y="147491"/>
                  </a:moveTo>
                  <a:lnTo>
                    <a:pt x="185763" y="147491"/>
                  </a:lnTo>
                  <a:lnTo>
                    <a:pt x="184434" y="148761"/>
                  </a:lnTo>
                  <a:lnTo>
                    <a:pt x="183973" y="150031"/>
                  </a:lnTo>
                  <a:lnTo>
                    <a:pt x="183292" y="150031"/>
                  </a:lnTo>
                  <a:lnTo>
                    <a:pt x="183125" y="151301"/>
                  </a:lnTo>
                  <a:lnTo>
                    <a:pt x="185558" y="151301"/>
                  </a:lnTo>
                  <a:lnTo>
                    <a:pt x="188685" y="147491"/>
                  </a:lnTo>
                  <a:close/>
                </a:path>
                <a:path w="308609" h="377825">
                  <a:moveTo>
                    <a:pt x="222549" y="96099"/>
                  </a:moveTo>
                  <a:lnTo>
                    <a:pt x="217370" y="102409"/>
                  </a:lnTo>
                  <a:lnTo>
                    <a:pt x="219103" y="105581"/>
                  </a:lnTo>
                  <a:lnTo>
                    <a:pt x="221252" y="107808"/>
                  </a:lnTo>
                  <a:lnTo>
                    <a:pt x="227249" y="100501"/>
                  </a:lnTo>
                  <a:lnTo>
                    <a:pt x="225375" y="100501"/>
                  </a:lnTo>
                  <a:lnTo>
                    <a:pt x="223019" y="97961"/>
                  </a:lnTo>
                  <a:lnTo>
                    <a:pt x="222129" y="96691"/>
                  </a:lnTo>
                  <a:lnTo>
                    <a:pt x="222549" y="96099"/>
                  </a:lnTo>
                  <a:close/>
                </a:path>
                <a:path w="308609" h="377825">
                  <a:moveTo>
                    <a:pt x="218911" y="110661"/>
                  </a:moveTo>
                  <a:lnTo>
                    <a:pt x="218328" y="110661"/>
                  </a:lnTo>
                  <a:lnTo>
                    <a:pt x="213396" y="113201"/>
                  </a:lnTo>
                  <a:lnTo>
                    <a:pt x="209312" y="115741"/>
                  </a:lnTo>
                  <a:lnTo>
                    <a:pt x="206653" y="122091"/>
                  </a:lnTo>
                  <a:lnTo>
                    <a:pt x="206150" y="124631"/>
                  </a:lnTo>
                  <a:lnTo>
                    <a:pt x="205791" y="126646"/>
                  </a:lnTo>
                  <a:lnTo>
                    <a:pt x="218911" y="110661"/>
                  </a:lnTo>
                  <a:close/>
                </a:path>
                <a:path w="308609" h="377825">
                  <a:moveTo>
                    <a:pt x="228746" y="89071"/>
                  </a:moveTo>
                  <a:lnTo>
                    <a:pt x="228316" y="89071"/>
                  </a:lnTo>
                  <a:lnTo>
                    <a:pt x="224147" y="94151"/>
                  </a:lnTo>
                  <a:lnTo>
                    <a:pt x="225155" y="94151"/>
                  </a:lnTo>
                  <a:lnTo>
                    <a:pt x="226998" y="92881"/>
                  </a:lnTo>
                  <a:lnTo>
                    <a:pt x="228108" y="92881"/>
                  </a:lnTo>
                  <a:lnTo>
                    <a:pt x="229574" y="91611"/>
                  </a:lnTo>
                  <a:lnTo>
                    <a:pt x="229919" y="90341"/>
                  </a:lnTo>
                  <a:lnTo>
                    <a:pt x="228746" y="89071"/>
                  </a:lnTo>
                  <a:close/>
                </a:path>
                <a:path w="308609" h="377825">
                  <a:moveTo>
                    <a:pt x="301415" y="0"/>
                  </a:moveTo>
                  <a:lnTo>
                    <a:pt x="291739" y="11790"/>
                  </a:lnTo>
                  <a:lnTo>
                    <a:pt x="299371" y="12621"/>
                  </a:lnTo>
                  <a:lnTo>
                    <a:pt x="308275" y="1772"/>
                  </a:lnTo>
                  <a:lnTo>
                    <a:pt x="303411" y="171"/>
                  </a:lnTo>
                  <a:lnTo>
                    <a:pt x="301415" y="0"/>
                  </a:lnTo>
                  <a:close/>
                </a:path>
                <a:path w="308609" h="377825">
                  <a:moveTo>
                    <a:pt x="245227" y="68465"/>
                  </a:moveTo>
                  <a:lnTo>
                    <a:pt x="237431" y="77965"/>
                  </a:lnTo>
                  <a:lnTo>
                    <a:pt x="239942" y="82721"/>
                  </a:lnTo>
                  <a:lnTo>
                    <a:pt x="240291" y="84609"/>
                  </a:lnTo>
                  <a:lnTo>
                    <a:pt x="252543" y="69680"/>
                  </a:lnTo>
                  <a:lnTo>
                    <a:pt x="246177" y="68751"/>
                  </a:lnTo>
                  <a:lnTo>
                    <a:pt x="245227" y="68465"/>
                  </a:lnTo>
                  <a:close/>
                </a:path>
              </a:pathLst>
            </a:custGeom>
            <a:solidFill>
              <a:srgbClr val="ECC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 descr=""/>
            <p:cNvSpPr/>
            <p:nvPr/>
          </p:nvSpPr>
          <p:spPr>
            <a:xfrm>
              <a:off x="10645110" y="6588828"/>
              <a:ext cx="314960" cy="386080"/>
            </a:xfrm>
            <a:custGeom>
              <a:avLst/>
              <a:gdLst/>
              <a:ahLst/>
              <a:cxnLst/>
              <a:rect l="l" t="t" r="r" b="b"/>
              <a:pathLst>
                <a:path w="314959" h="386079">
                  <a:moveTo>
                    <a:pt x="11455" y="361670"/>
                  </a:moveTo>
                  <a:lnTo>
                    <a:pt x="0" y="375628"/>
                  </a:lnTo>
                  <a:lnTo>
                    <a:pt x="0" y="385764"/>
                  </a:lnTo>
                  <a:lnTo>
                    <a:pt x="11455" y="371806"/>
                  </a:lnTo>
                  <a:lnTo>
                    <a:pt x="11455" y="361670"/>
                  </a:lnTo>
                  <a:close/>
                </a:path>
                <a:path w="314959" h="386079">
                  <a:moveTo>
                    <a:pt x="34994" y="332988"/>
                  </a:moveTo>
                  <a:lnTo>
                    <a:pt x="25921" y="344043"/>
                  </a:lnTo>
                  <a:lnTo>
                    <a:pt x="26763" y="347649"/>
                  </a:lnTo>
                  <a:lnTo>
                    <a:pt x="27035" y="348919"/>
                  </a:lnTo>
                  <a:lnTo>
                    <a:pt x="26441" y="352729"/>
                  </a:lnTo>
                  <a:lnTo>
                    <a:pt x="25591" y="354581"/>
                  </a:lnTo>
                  <a:lnTo>
                    <a:pt x="36930" y="340764"/>
                  </a:lnTo>
                  <a:lnTo>
                    <a:pt x="34994" y="332988"/>
                  </a:lnTo>
                  <a:close/>
                </a:path>
                <a:path w="314959" h="386079">
                  <a:moveTo>
                    <a:pt x="98344" y="255797"/>
                  </a:moveTo>
                  <a:lnTo>
                    <a:pt x="90854" y="264923"/>
                  </a:lnTo>
                  <a:lnTo>
                    <a:pt x="90866" y="265099"/>
                  </a:lnTo>
                  <a:lnTo>
                    <a:pt x="90635" y="266369"/>
                  </a:lnTo>
                  <a:lnTo>
                    <a:pt x="90437" y="268909"/>
                  </a:lnTo>
                  <a:lnTo>
                    <a:pt x="88541" y="272719"/>
                  </a:lnTo>
                  <a:lnTo>
                    <a:pt x="88028" y="272719"/>
                  </a:lnTo>
                  <a:lnTo>
                    <a:pt x="86845" y="273989"/>
                  </a:lnTo>
                  <a:lnTo>
                    <a:pt x="85390" y="273989"/>
                  </a:lnTo>
                  <a:lnTo>
                    <a:pt x="83662" y="275259"/>
                  </a:lnTo>
                  <a:lnTo>
                    <a:pt x="82372" y="275259"/>
                  </a:lnTo>
                  <a:lnTo>
                    <a:pt x="72991" y="286689"/>
                  </a:lnTo>
                  <a:lnTo>
                    <a:pt x="73495" y="286689"/>
                  </a:lnTo>
                  <a:lnTo>
                    <a:pt x="76961" y="289229"/>
                  </a:lnTo>
                  <a:lnTo>
                    <a:pt x="79224" y="289229"/>
                  </a:lnTo>
                  <a:lnTo>
                    <a:pt x="100287" y="263563"/>
                  </a:lnTo>
                  <a:lnTo>
                    <a:pt x="99693" y="260019"/>
                  </a:lnTo>
                  <a:lnTo>
                    <a:pt x="98344" y="255797"/>
                  </a:lnTo>
                  <a:close/>
                </a:path>
                <a:path w="314959" h="386079">
                  <a:moveTo>
                    <a:pt x="106011" y="246454"/>
                  </a:moveTo>
                  <a:lnTo>
                    <a:pt x="99082" y="254897"/>
                  </a:lnTo>
                  <a:lnTo>
                    <a:pt x="102248" y="256209"/>
                  </a:lnTo>
                  <a:lnTo>
                    <a:pt x="104928" y="257479"/>
                  </a:lnTo>
                  <a:lnTo>
                    <a:pt x="105191" y="257587"/>
                  </a:lnTo>
                  <a:lnTo>
                    <a:pt x="113618" y="247319"/>
                  </a:lnTo>
                  <a:lnTo>
                    <a:pt x="107337" y="247319"/>
                  </a:lnTo>
                  <a:lnTo>
                    <a:pt x="106011" y="246454"/>
                  </a:lnTo>
                  <a:close/>
                </a:path>
                <a:path w="314959" h="386079">
                  <a:moveTo>
                    <a:pt x="125409" y="222818"/>
                  </a:moveTo>
                  <a:lnTo>
                    <a:pt x="116767" y="233349"/>
                  </a:lnTo>
                  <a:lnTo>
                    <a:pt x="117001" y="233349"/>
                  </a:lnTo>
                  <a:lnTo>
                    <a:pt x="117944" y="235889"/>
                  </a:lnTo>
                  <a:lnTo>
                    <a:pt x="118132" y="235889"/>
                  </a:lnTo>
                  <a:lnTo>
                    <a:pt x="118080" y="238429"/>
                  </a:lnTo>
                  <a:lnTo>
                    <a:pt x="117556" y="240969"/>
                  </a:lnTo>
                  <a:lnTo>
                    <a:pt x="116247" y="243509"/>
                  </a:lnTo>
                  <a:lnTo>
                    <a:pt x="115755" y="243509"/>
                  </a:lnTo>
                  <a:lnTo>
                    <a:pt x="114760" y="244779"/>
                  </a:lnTo>
                  <a:lnTo>
                    <a:pt x="114226" y="246049"/>
                  </a:lnTo>
                  <a:lnTo>
                    <a:pt x="112446" y="247319"/>
                  </a:lnTo>
                  <a:lnTo>
                    <a:pt x="113618" y="247319"/>
                  </a:lnTo>
                  <a:lnTo>
                    <a:pt x="128762" y="228866"/>
                  </a:lnTo>
                  <a:lnTo>
                    <a:pt x="128592" y="228269"/>
                  </a:lnTo>
                  <a:lnTo>
                    <a:pt x="125776" y="223189"/>
                  </a:lnTo>
                  <a:lnTo>
                    <a:pt x="125409" y="222818"/>
                  </a:lnTo>
                  <a:close/>
                </a:path>
                <a:path w="314959" h="386079">
                  <a:moveTo>
                    <a:pt x="157268" y="183998"/>
                  </a:moveTo>
                  <a:lnTo>
                    <a:pt x="154164" y="187780"/>
                  </a:lnTo>
                  <a:lnTo>
                    <a:pt x="154644" y="188899"/>
                  </a:lnTo>
                  <a:lnTo>
                    <a:pt x="156351" y="192709"/>
                  </a:lnTo>
                  <a:lnTo>
                    <a:pt x="157440" y="193921"/>
                  </a:lnTo>
                  <a:lnTo>
                    <a:pt x="159862" y="190971"/>
                  </a:lnTo>
                  <a:lnTo>
                    <a:pt x="159220" y="190169"/>
                  </a:lnTo>
                  <a:lnTo>
                    <a:pt x="157743" y="187629"/>
                  </a:lnTo>
                  <a:lnTo>
                    <a:pt x="157251" y="186359"/>
                  </a:lnTo>
                  <a:lnTo>
                    <a:pt x="157052" y="185089"/>
                  </a:lnTo>
                  <a:lnTo>
                    <a:pt x="157268" y="183998"/>
                  </a:lnTo>
                  <a:close/>
                </a:path>
                <a:path w="314959" h="386079">
                  <a:moveTo>
                    <a:pt x="161303" y="180009"/>
                  </a:moveTo>
                  <a:lnTo>
                    <a:pt x="160542" y="180009"/>
                  </a:lnTo>
                  <a:lnTo>
                    <a:pt x="158458" y="182549"/>
                  </a:lnTo>
                  <a:lnTo>
                    <a:pt x="161942" y="182549"/>
                  </a:lnTo>
                  <a:lnTo>
                    <a:pt x="162036" y="183819"/>
                  </a:lnTo>
                  <a:lnTo>
                    <a:pt x="163167" y="183819"/>
                  </a:lnTo>
                  <a:lnTo>
                    <a:pt x="163230" y="182549"/>
                  </a:lnTo>
                  <a:lnTo>
                    <a:pt x="163073" y="181279"/>
                  </a:lnTo>
                  <a:lnTo>
                    <a:pt x="162633" y="181279"/>
                  </a:lnTo>
                  <a:lnTo>
                    <a:pt x="161303" y="180009"/>
                  </a:lnTo>
                  <a:close/>
                </a:path>
                <a:path w="314959" h="386079">
                  <a:moveTo>
                    <a:pt x="170646" y="167698"/>
                  </a:moveTo>
                  <a:lnTo>
                    <a:pt x="165754" y="173659"/>
                  </a:lnTo>
                  <a:lnTo>
                    <a:pt x="165932" y="173659"/>
                  </a:lnTo>
                  <a:lnTo>
                    <a:pt x="166193" y="174929"/>
                  </a:lnTo>
                  <a:lnTo>
                    <a:pt x="166528" y="174929"/>
                  </a:lnTo>
                  <a:lnTo>
                    <a:pt x="166989" y="176199"/>
                  </a:lnTo>
                  <a:lnTo>
                    <a:pt x="167251" y="177469"/>
                  </a:lnTo>
                  <a:lnTo>
                    <a:pt x="167555" y="177469"/>
                  </a:lnTo>
                  <a:lnTo>
                    <a:pt x="168073" y="180965"/>
                  </a:lnTo>
                  <a:lnTo>
                    <a:pt x="173397" y="174478"/>
                  </a:lnTo>
                  <a:lnTo>
                    <a:pt x="173073" y="173659"/>
                  </a:lnTo>
                  <a:lnTo>
                    <a:pt x="172696" y="172389"/>
                  </a:lnTo>
                  <a:lnTo>
                    <a:pt x="172015" y="169849"/>
                  </a:lnTo>
                  <a:lnTo>
                    <a:pt x="171607" y="169849"/>
                  </a:lnTo>
                  <a:lnTo>
                    <a:pt x="171219" y="168579"/>
                  </a:lnTo>
                  <a:lnTo>
                    <a:pt x="170646" y="167698"/>
                  </a:lnTo>
                  <a:close/>
                </a:path>
                <a:path w="314959" h="386079">
                  <a:moveTo>
                    <a:pt x="177501" y="159345"/>
                  </a:moveTo>
                  <a:lnTo>
                    <a:pt x="172654" y="165250"/>
                  </a:lnTo>
                  <a:lnTo>
                    <a:pt x="174717" y="167309"/>
                  </a:lnTo>
                  <a:lnTo>
                    <a:pt x="176005" y="167309"/>
                  </a:lnTo>
                  <a:lnTo>
                    <a:pt x="177533" y="168579"/>
                  </a:lnTo>
                  <a:lnTo>
                    <a:pt x="178239" y="168579"/>
                  </a:lnTo>
                  <a:lnTo>
                    <a:pt x="183450" y="162229"/>
                  </a:lnTo>
                  <a:lnTo>
                    <a:pt x="182120" y="162229"/>
                  </a:lnTo>
                  <a:lnTo>
                    <a:pt x="181156" y="160959"/>
                  </a:lnTo>
                  <a:lnTo>
                    <a:pt x="178895" y="160959"/>
                  </a:lnTo>
                  <a:lnTo>
                    <a:pt x="178560" y="159689"/>
                  </a:lnTo>
                  <a:lnTo>
                    <a:pt x="178224" y="159689"/>
                  </a:lnTo>
                  <a:lnTo>
                    <a:pt x="177501" y="159345"/>
                  </a:lnTo>
                  <a:close/>
                </a:path>
                <a:path w="314959" h="386079">
                  <a:moveTo>
                    <a:pt x="194915" y="148259"/>
                  </a:moveTo>
                  <a:lnTo>
                    <a:pt x="186779" y="148259"/>
                  </a:lnTo>
                  <a:lnTo>
                    <a:pt x="188507" y="149529"/>
                  </a:lnTo>
                  <a:lnTo>
                    <a:pt x="189564" y="149529"/>
                  </a:lnTo>
                  <a:lnTo>
                    <a:pt x="191041" y="150799"/>
                  </a:lnTo>
                  <a:lnTo>
                    <a:pt x="191931" y="150799"/>
                  </a:lnTo>
                  <a:lnTo>
                    <a:pt x="188695" y="154609"/>
                  </a:lnTo>
                  <a:lnTo>
                    <a:pt x="185795" y="158419"/>
                  </a:lnTo>
                  <a:lnTo>
                    <a:pt x="183177" y="162229"/>
                  </a:lnTo>
                  <a:lnTo>
                    <a:pt x="183450" y="162229"/>
                  </a:lnTo>
                  <a:lnTo>
                    <a:pt x="194915" y="148259"/>
                  </a:lnTo>
                  <a:close/>
                </a:path>
                <a:path w="314959" h="386079">
                  <a:moveTo>
                    <a:pt x="186455" y="154609"/>
                  </a:moveTo>
                  <a:lnTo>
                    <a:pt x="183764" y="154609"/>
                  </a:lnTo>
                  <a:lnTo>
                    <a:pt x="184161" y="155879"/>
                  </a:lnTo>
                  <a:lnTo>
                    <a:pt x="186371" y="155879"/>
                  </a:lnTo>
                  <a:lnTo>
                    <a:pt x="186455" y="154609"/>
                  </a:lnTo>
                  <a:close/>
                </a:path>
                <a:path w="314959" h="386079">
                  <a:moveTo>
                    <a:pt x="185502" y="149595"/>
                  </a:moveTo>
                  <a:lnTo>
                    <a:pt x="183031" y="152606"/>
                  </a:lnTo>
                  <a:lnTo>
                    <a:pt x="183104" y="153339"/>
                  </a:lnTo>
                  <a:lnTo>
                    <a:pt x="183345" y="154609"/>
                  </a:lnTo>
                  <a:lnTo>
                    <a:pt x="185313" y="154609"/>
                  </a:lnTo>
                  <a:lnTo>
                    <a:pt x="184999" y="153339"/>
                  </a:lnTo>
                  <a:lnTo>
                    <a:pt x="185031" y="150799"/>
                  </a:lnTo>
                  <a:lnTo>
                    <a:pt x="185324" y="150799"/>
                  </a:lnTo>
                  <a:lnTo>
                    <a:pt x="185502" y="149595"/>
                  </a:lnTo>
                  <a:close/>
                </a:path>
                <a:path w="314959" h="386079">
                  <a:moveTo>
                    <a:pt x="190706" y="145719"/>
                  </a:moveTo>
                  <a:lnTo>
                    <a:pt x="188684" y="145719"/>
                  </a:lnTo>
                  <a:lnTo>
                    <a:pt x="185557" y="149529"/>
                  </a:lnTo>
                  <a:lnTo>
                    <a:pt x="186130" y="149529"/>
                  </a:lnTo>
                  <a:lnTo>
                    <a:pt x="186779" y="148259"/>
                  </a:lnTo>
                  <a:lnTo>
                    <a:pt x="194915" y="148259"/>
                  </a:lnTo>
                  <a:lnTo>
                    <a:pt x="194098" y="146989"/>
                  </a:lnTo>
                  <a:lnTo>
                    <a:pt x="193187" y="146989"/>
                  </a:lnTo>
                  <a:lnTo>
                    <a:pt x="190706" y="145719"/>
                  </a:lnTo>
                  <a:close/>
                </a:path>
                <a:path w="314959" h="386079">
                  <a:moveTo>
                    <a:pt x="204335" y="132810"/>
                  </a:moveTo>
                  <a:lnTo>
                    <a:pt x="203805" y="133019"/>
                  </a:lnTo>
                  <a:lnTo>
                    <a:pt x="204318" y="133019"/>
                  </a:lnTo>
                  <a:lnTo>
                    <a:pt x="204335" y="132810"/>
                  </a:lnTo>
                  <a:close/>
                </a:path>
                <a:path w="314959" h="386079">
                  <a:moveTo>
                    <a:pt x="252542" y="67907"/>
                  </a:moveTo>
                  <a:lnTo>
                    <a:pt x="240291" y="82836"/>
                  </a:lnTo>
                  <a:lnTo>
                    <a:pt x="241582" y="89839"/>
                  </a:lnTo>
                  <a:lnTo>
                    <a:pt x="236149" y="96189"/>
                  </a:lnTo>
                  <a:lnTo>
                    <a:pt x="233710" y="97459"/>
                  </a:lnTo>
                  <a:lnTo>
                    <a:pt x="231113" y="98729"/>
                  </a:lnTo>
                  <a:lnTo>
                    <a:pt x="227248" y="98729"/>
                  </a:lnTo>
                  <a:lnTo>
                    <a:pt x="221251" y="106036"/>
                  </a:lnTo>
                  <a:lnTo>
                    <a:pt x="222778" y="107619"/>
                  </a:lnTo>
                  <a:lnTo>
                    <a:pt x="221364" y="107619"/>
                  </a:lnTo>
                  <a:lnTo>
                    <a:pt x="219731" y="108889"/>
                  </a:lnTo>
                  <a:lnTo>
                    <a:pt x="218910" y="108889"/>
                  </a:lnTo>
                  <a:lnTo>
                    <a:pt x="205792" y="124873"/>
                  </a:lnTo>
                  <a:lnTo>
                    <a:pt x="205019" y="129209"/>
                  </a:lnTo>
                  <a:lnTo>
                    <a:pt x="204527" y="130479"/>
                  </a:lnTo>
                  <a:lnTo>
                    <a:pt x="204335" y="132810"/>
                  </a:lnTo>
                  <a:lnTo>
                    <a:pt x="209151" y="130911"/>
                  </a:lnTo>
                  <a:lnTo>
                    <a:pt x="260577" y="68249"/>
                  </a:lnTo>
                  <a:lnTo>
                    <a:pt x="254882" y="68249"/>
                  </a:lnTo>
                  <a:lnTo>
                    <a:pt x="252542" y="67907"/>
                  </a:lnTo>
                  <a:close/>
                </a:path>
                <a:path w="314959" h="386079">
                  <a:moveTo>
                    <a:pt x="282465" y="41579"/>
                  </a:moveTo>
                  <a:lnTo>
                    <a:pt x="282316" y="41579"/>
                  </a:lnTo>
                  <a:lnTo>
                    <a:pt x="278766" y="42849"/>
                  </a:lnTo>
                  <a:lnTo>
                    <a:pt x="276180" y="45389"/>
                  </a:lnTo>
                  <a:lnTo>
                    <a:pt x="271918" y="50469"/>
                  </a:lnTo>
                  <a:lnTo>
                    <a:pt x="269279" y="56819"/>
                  </a:lnTo>
                  <a:lnTo>
                    <a:pt x="262641" y="65709"/>
                  </a:lnTo>
                  <a:lnTo>
                    <a:pt x="259112" y="68249"/>
                  </a:lnTo>
                  <a:lnTo>
                    <a:pt x="260577" y="68249"/>
                  </a:lnTo>
                  <a:lnTo>
                    <a:pt x="282465" y="41579"/>
                  </a:lnTo>
                  <a:close/>
                </a:path>
                <a:path w="314959" h="386079">
                  <a:moveTo>
                    <a:pt x="308274" y="0"/>
                  </a:moveTo>
                  <a:lnTo>
                    <a:pt x="299370" y="10849"/>
                  </a:lnTo>
                  <a:lnTo>
                    <a:pt x="301669" y="11099"/>
                  </a:lnTo>
                  <a:lnTo>
                    <a:pt x="306082" y="12800"/>
                  </a:lnTo>
                  <a:lnTo>
                    <a:pt x="314819" y="2154"/>
                  </a:lnTo>
                  <a:lnTo>
                    <a:pt x="308274" y="0"/>
                  </a:lnTo>
                  <a:close/>
                </a:path>
              </a:pathLst>
            </a:custGeom>
            <a:solidFill>
              <a:srgbClr val="EBC2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 descr=""/>
            <p:cNvSpPr/>
            <p:nvPr/>
          </p:nvSpPr>
          <p:spPr>
            <a:xfrm>
              <a:off x="10645110" y="6590983"/>
              <a:ext cx="321945" cy="394335"/>
            </a:xfrm>
            <a:custGeom>
              <a:avLst/>
              <a:gdLst/>
              <a:ahLst/>
              <a:cxnLst/>
              <a:rect l="l" t="t" r="r" b="b"/>
              <a:pathLst>
                <a:path w="321945" h="394334">
                  <a:moveTo>
                    <a:pt x="11455" y="369650"/>
                  </a:moveTo>
                  <a:lnTo>
                    <a:pt x="0" y="383608"/>
                  </a:lnTo>
                  <a:lnTo>
                    <a:pt x="0" y="393734"/>
                  </a:lnTo>
                  <a:lnTo>
                    <a:pt x="11455" y="379776"/>
                  </a:lnTo>
                  <a:lnTo>
                    <a:pt x="11455" y="369650"/>
                  </a:lnTo>
                  <a:close/>
                </a:path>
                <a:path w="321945" h="394334">
                  <a:moveTo>
                    <a:pt x="88576" y="285804"/>
                  </a:moveTo>
                  <a:lnTo>
                    <a:pt x="86897" y="285804"/>
                  </a:lnTo>
                  <a:lnTo>
                    <a:pt x="81327" y="293424"/>
                  </a:lnTo>
                  <a:lnTo>
                    <a:pt x="79626" y="296710"/>
                  </a:lnTo>
                  <a:lnTo>
                    <a:pt x="88576" y="285804"/>
                  </a:lnTo>
                  <a:close/>
                </a:path>
                <a:path w="321945" h="394334">
                  <a:moveTo>
                    <a:pt x="100287" y="261408"/>
                  </a:moveTo>
                  <a:lnTo>
                    <a:pt x="79223" y="287074"/>
                  </a:lnTo>
                  <a:lnTo>
                    <a:pt x="84992" y="287074"/>
                  </a:lnTo>
                  <a:lnTo>
                    <a:pt x="86897" y="285804"/>
                  </a:lnTo>
                  <a:lnTo>
                    <a:pt x="88576" y="285804"/>
                  </a:lnTo>
                  <a:lnTo>
                    <a:pt x="101083" y="270564"/>
                  </a:lnTo>
                  <a:lnTo>
                    <a:pt x="99714" y="270564"/>
                  </a:lnTo>
                  <a:lnTo>
                    <a:pt x="100195" y="269294"/>
                  </a:lnTo>
                  <a:lnTo>
                    <a:pt x="100292" y="267689"/>
                  </a:lnTo>
                  <a:lnTo>
                    <a:pt x="100287" y="261408"/>
                  </a:lnTo>
                  <a:close/>
                </a:path>
                <a:path w="321945" h="394334">
                  <a:moveTo>
                    <a:pt x="103443" y="267689"/>
                  </a:moveTo>
                  <a:lnTo>
                    <a:pt x="99714" y="270564"/>
                  </a:lnTo>
                  <a:lnTo>
                    <a:pt x="101083" y="270564"/>
                  </a:lnTo>
                  <a:lnTo>
                    <a:pt x="103443" y="267689"/>
                  </a:lnTo>
                  <a:close/>
                </a:path>
                <a:path w="321945" h="394334">
                  <a:moveTo>
                    <a:pt x="36930" y="338609"/>
                  </a:moveTo>
                  <a:lnTo>
                    <a:pt x="25592" y="352424"/>
                  </a:lnTo>
                  <a:lnTo>
                    <a:pt x="23525" y="356924"/>
                  </a:lnTo>
                  <a:lnTo>
                    <a:pt x="19270" y="363274"/>
                  </a:lnTo>
                  <a:lnTo>
                    <a:pt x="14659" y="368354"/>
                  </a:lnTo>
                  <a:lnTo>
                    <a:pt x="13434" y="369624"/>
                  </a:lnTo>
                  <a:lnTo>
                    <a:pt x="12690" y="370894"/>
                  </a:lnTo>
                  <a:lnTo>
                    <a:pt x="12565" y="374704"/>
                  </a:lnTo>
                  <a:lnTo>
                    <a:pt x="13161" y="375974"/>
                  </a:lnTo>
                  <a:lnTo>
                    <a:pt x="13919" y="376773"/>
                  </a:lnTo>
                  <a:lnTo>
                    <a:pt x="38101" y="347307"/>
                  </a:lnTo>
                  <a:lnTo>
                    <a:pt x="38061" y="342954"/>
                  </a:lnTo>
                  <a:lnTo>
                    <a:pt x="37716" y="341684"/>
                  </a:lnTo>
                  <a:lnTo>
                    <a:pt x="36930" y="338609"/>
                  </a:lnTo>
                  <a:close/>
                </a:path>
                <a:path w="321945" h="394334">
                  <a:moveTo>
                    <a:pt x="159861" y="188816"/>
                  </a:moveTo>
                  <a:lnTo>
                    <a:pt x="157440" y="191766"/>
                  </a:lnTo>
                  <a:lnTo>
                    <a:pt x="158989" y="194364"/>
                  </a:lnTo>
                  <a:lnTo>
                    <a:pt x="160497" y="195634"/>
                  </a:lnTo>
                  <a:lnTo>
                    <a:pt x="161823" y="196553"/>
                  </a:lnTo>
                  <a:lnTo>
                    <a:pt x="166746" y="190554"/>
                  </a:lnTo>
                  <a:lnTo>
                    <a:pt x="162539" y="190554"/>
                  </a:lnTo>
                  <a:lnTo>
                    <a:pt x="160235" y="189284"/>
                  </a:lnTo>
                  <a:lnTo>
                    <a:pt x="159861" y="188816"/>
                  </a:lnTo>
                  <a:close/>
                </a:path>
                <a:path w="321945" h="394334">
                  <a:moveTo>
                    <a:pt x="173397" y="172323"/>
                  </a:moveTo>
                  <a:lnTo>
                    <a:pt x="168073" y="178809"/>
                  </a:lnTo>
                  <a:lnTo>
                    <a:pt x="168137" y="182934"/>
                  </a:lnTo>
                  <a:lnTo>
                    <a:pt x="167942" y="185474"/>
                  </a:lnTo>
                  <a:lnTo>
                    <a:pt x="167544" y="186744"/>
                  </a:lnTo>
                  <a:lnTo>
                    <a:pt x="166570" y="189284"/>
                  </a:lnTo>
                  <a:lnTo>
                    <a:pt x="166235" y="190554"/>
                  </a:lnTo>
                  <a:lnTo>
                    <a:pt x="166746" y="190554"/>
                  </a:lnTo>
                  <a:lnTo>
                    <a:pt x="179254" y="175314"/>
                  </a:lnTo>
                  <a:lnTo>
                    <a:pt x="174036" y="175314"/>
                  </a:lnTo>
                  <a:lnTo>
                    <a:pt x="173575" y="172774"/>
                  </a:lnTo>
                  <a:lnTo>
                    <a:pt x="173397" y="172323"/>
                  </a:lnTo>
                  <a:close/>
                </a:path>
                <a:path w="321945" h="394334">
                  <a:moveTo>
                    <a:pt x="211256" y="136320"/>
                  </a:moveTo>
                  <a:lnTo>
                    <a:pt x="197993" y="143564"/>
                  </a:lnTo>
                  <a:lnTo>
                    <a:pt x="196957" y="144834"/>
                  </a:lnTo>
                  <a:lnTo>
                    <a:pt x="195956" y="144834"/>
                  </a:lnTo>
                  <a:lnTo>
                    <a:pt x="194978" y="146104"/>
                  </a:lnTo>
                  <a:lnTo>
                    <a:pt x="178238" y="166424"/>
                  </a:lnTo>
                  <a:lnTo>
                    <a:pt x="178842" y="166424"/>
                  </a:lnTo>
                  <a:lnTo>
                    <a:pt x="177083" y="168964"/>
                  </a:lnTo>
                  <a:lnTo>
                    <a:pt x="175492" y="172774"/>
                  </a:lnTo>
                  <a:lnTo>
                    <a:pt x="174036" y="175314"/>
                  </a:lnTo>
                  <a:lnTo>
                    <a:pt x="179254" y="175314"/>
                  </a:lnTo>
                  <a:lnTo>
                    <a:pt x="211256" y="136320"/>
                  </a:lnTo>
                  <a:close/>
                </a:path>
                <a:path w="321945" h="394334">
                  <a:moveTo>
                    <a:pt x="194949" y="146062"/>
                  </a:moveTo>
                  <a:close/>
                </a:path>
                <a:path w="321945" h="394334">
                  <a:moveTo>
                    <a:pt x="128762" y="226710"/>
                  </a:moveTo>
                  <a:lnTo>
                    <a:pt x="105191" y="255432"/>
                  </a:lnTo>
                  <a:lnTo>
                    <a:pt x="108017" y="256594"/>
                  </a:lnTo>
                  <a:lnTo>
                    <a:pt x="112548" y="256594"/>
                  </a:lnTo>
                  <a:lnTo>
                    <a:pt x="130156" y="235140"/>
                  </a:lnTo>
                  <a:lnTo>
                    <a:pt x="130100" y="232464"/>
                  </a:lnTo>
                  <a:lnTo>
                    <a:pt x="129723" y="229924"/>
                  </a:lnTo>
                  <a:lnTo>
                    <a:pt x="129315" y="228654"/>
                  </a:lnTo>
                  <a:lnTo>
                    <a:pt x="128762" y="226710"/>
                  </a:lnTo>
                  <a:close/>
                </a:path>
                <a:path w="321945" h="394334">
                  <a:moveTo>
                    <a:pt x="286148" y="39424"/>
                  </a:moveTo>
                  <a:lnTo>
                    <a:pt x="282464" y="39424"/>
                  </a:lnTo>
                  <a:lnTo>
                    <a:pt x="209150" y="128757"/>
                  </a:lnTo>
                  <a:lnTo>
                    <a:pt x="253570" y="84760"/>
                  </a:lnTo>
                  <a:lnTo>
                    <a:pt x="251761" y="82604"/>
                  </a:lnTo>
                  <a:lnTo>
                    <a:pt x="251395" y="81334"/>
                  </a:lnTo>
                  <a:lnTo>
                    <a:pt x="256382" y="81334"/>
                  </a:lnTo>
                  <a:lnTo>
                    <a:pt x="290174" y="40159"/>
                  </a:lnTo>
                  <a:lnTo>
                    <a:pt x="286148" y="39424"/>
                  </a:lnTo>
                  <a:close/>
                </a:path>
                <a:path w="321945" h="394334">
                  <a:moveTo>
                    <a:pt x="251395" y="81334"/>
                  </a:moveTo>
                  <a:lnTo>
                    <a:pt x="251761" y="82604"/>
                  </a:lnTo>
                  <a:lnTo>
                    <a:pt x="252201" y="82604"/>
                  </a:lnTo>
                  <a:lnTo>
                    <a:pt x="251395" y="81334"/>
                  </a:lnTo>
                  <a:close/>
                </a:path>
                <a:path w="321945" h="394334">
                  <a:moveTo>
                    <a:pt x="256382" y="81334"/>
                  </a:moveTo>
                  <a:lnTo>
                    <a:pt x="251395" y="81334"/>
                  </a:lnTo>
                  <a:lnTo>
                    <a:pt x="252201" y="82604"/>
                  </a:lnTo>
                  <a:lnTo>
                    <a:pt x="255340" y="82604"/>
                  </a:lnTo>
                  <a:lnTo>
                    <a:pt x="256382" y="81334"/>
                  </a:lnTo>
                  <a:close/>
                </a:path>
                <a:path w="321945" h="394334">
                  <a:moveTo>
                    <a:pt x="314819" y="0"/>
                  </a:moveTo>
                  <a:lnTo>
                    <a:pt x="306082" y="10646"/>
                  </a:lnTo>
                  <a:lnTo>
                    <a:pt x="311550" y="12754"/>
                  </a:lnTo>
                  <a:lnTo>
                    <a:pt x="312375" y="13108"/>
                  </a:lnTo>
                  <a:lnTo>
                    <a:pt x="321330" y="2195"/>
                  </a:lnTo>
                  <a:lnTo>
                    <a:pt x="317697" y="1324"/>
                  </a:lnTo>
                  <a:lnTo>
                    <a:pt x="314985" y="54"/>
                  </a:lnTo>
                  <a:lnTo>
                    <a:pt x="314819" y="0"/>
                  </a:lnTo>
                  <a:close/>
                </a:path>
              </a:pathLst>
            </a:custGeom>
            <a:solidFill>
              <a:srgbClr val="EBC1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 descr=""/>
            <p:cNvSpPr/>
            <p:nvPr/>
          </p:nvSpPr>
          <p:spPr>
            <a:xfrm>
              <a:off x="10645110" y="6585907"/>
              <a:ext cx="335915" cy="408940"/>
            </a:xfrm>
            <a:custGeom>
              <a:avLst/>
              <a:gdLst/>
              <a:ahLst/>
              <a:cxnLst/>
              <a:rect l="l" t="t" r="r" b="b"/>
              <a:pathLst>
                <a:path w="335915" h="408940">
                  <a:moveTo>
                    <a:pt x="11455" y="384850"/>
                  </a:moveTo>
                  <a:lnTo>
                    <a:pt x="0" y="398808"/>
                  </a:lnTo>
                  <a:lnTo>
                    <a:pt x="0" y="408933"/>
                  </a:lnTo>
                  <a:lnTo>
                    <a:pt x="11455" y="394976"/>
                  </a:lnTo>
                  <a:lnTo>
                    <a:pt x="11455" y="384850"/>
                  </a:lnTo>
                  <a:close/>
                </a:path>
                <a:path w="335915" h="408940">
                  <a:moveTo>
                    <a:pt x="122651" y="259485"/>
                  </a:moveTo>
                  <a:lnTo>
                    <a:pt x="117833" y="261670"/>
                  </a:lnTo>
                  <a:lnTo>
                    <a:pt x="103440" y="272767"/>
                  </a:lnTo>
                  <a:lnTo>
                    <a:pt x="79628" y="301782"/>
                  </a:lnTo>
                  <a:lnTo>
                    <a:pt x="65427" y="329211"/>
                  </a:lnTo>
                  <a:lnTo>
                    <a:pt x="122651" y="259485"/>
                  </a:lnTo>
                  <a:close/>
                </a:path>
                <a:path w="335915" h="408940">
                  <a:moveTo>
                    <a:pt x="130156" y="240214"/>
                  </a:moveTo>
                  <a:lnTo>
                    <a:pt x="112547" y="261670"/>
                  </a:lnTo>
                  <a:lnTo>
                    <a:pt x="114666" y="261670"/>
                  </a:lnTo>
                  <a:lnTo>
                    <a:pt x="130156" y="240214"/>
                  </a:lnTo>
                  <a:close/>
                </a:path>
                <a:path w="335915" h="408940">
                  <a:moveTo>
                    <a:pt x="38101" y="352381"/>
                  </a:moveTo>
                  <a:lnTo>
                    <a:pt x="13918" y="381848"/>
                  </a:lnTo>
                  <a:lnTo>
                    <a:pt x="14366" y="382320"/>
                  </a:lnTo>
                  <a:lnTo>
                    <a:pt x="17884" y="387142"/>
                  </a:lnTo>
                  <a:lnTo>
                    <a:pt x="34488" y="366910"/>
                  </a:lnTo>
                  <a:lnTo>
                    <a:pt x="35153" y="365810"/>
                  </a:lnTo>
                  <a:lnTo>
                    <a:pt x="38143" y="356920"/>
                  </a:lnTo>
                  <a:lnTo>
                    <a:pt x="38101" y="352381"/>
                  </a:lnTo>
                  <a:close/>
                </a:path>
                <a:path w="335915" h="408940">
                  <a:moveTo>
                    <a:pt x="226181" y="133337"/>
                  </a:moveTo>
                  <a:lnTo>
                    <a:pt x="225893" y="133400"/>
                  </a:lnTo>
                  <a:lnTo>
                    <a:pt x="211254" y="141396"/>
                  </a:lnTo>
                  <a:lnTo>
                    <a:pt x="161823" y="201628"/>
                  </a:lnTo>
                  <a:lnTo>
                    <a:pt x="162330" y="201980"/>
                  </a:lnTo>
                  <a:lnTo>
                    <a:pt x="166644" y="201980"/>
                  </a:lnTo>
                  <a:lnTo>
                    <a:pt x="165311" y="207506"/>
                  </a:lnTo>
                  <a:lnTo>
                    <a:pt x="226181" y="133337"/>
                  </a:lnTo>
                  <a:close/>
                </a:path>
                <a:path w="335915" h="408940">
                  <a:moveTo>
                    <a:pt x="253570" y="89835"/>
                  </a:moveTo>
                  <a:lnTo>
                    <a:pt x="221501" y="128911"/>
                  </a:lnTo>
                  <a:lnTo>
                    <a:pt x="228820" y="125780"/>
                  </a:lnTo>
                  <a:lnTo>
                    <a:pt x="233705" y="123240"/>
                  </a:lnTo>
                  <a:lnTo>
                    <a:pt x="237751" y="118160"/>
                  </a:lnTo>
                  <a:lnTo>
                    <a:pt x="244003" y="110540"/>
                  </a:lnTo>
                  <a:lnTo>
                    <a:pt x="244003" y="108000"/>
                  </a:lnTo>
                  <a:lnTo>
                    <a:pt x="246975" y="108000"/>
                  </a:lnTo>
                  <a:lnTo>
                    <a:pt x="253814" y="99667"/>
                  </a:lnTo>
                  <a:lnTo>
                    <a:pt x="253814" y="90220"/>
                  </a:lnTo>
                  <a:lnTo>
                    <a:pt x="253570" y="89835"/>
                  </a:lnTo>
                  <a:close/>
                </a:path>
                <a:path w="335915" h="408940">
                  <a:moveTo>
                    <a:pt x="246975" y="108000"/>
                  </a:moveTo>
                  <a:lnTo>
                    <a:pt x="244003" y="108000"/>
                  </a:lnTo>
                  <a:lnTo>
                    <a:pt x="244543" y="110964"/>
                  </a:lnTo>
                  <a:lnTo>
                    <a:pt x="246975" y="108000"/>
                  </a:lnTo>
                  <a:close/>
                </a:path>
                <a:path w="335915" h="408940">
                  <a:moveTo>
                    <a:pt x="321330" y="7271"/>
                  </a:moveTo>
                  <a:lnTo>
                    <a:pt x="312374" y="18183"/>
                  </a:lnTo>
                  <a:lnTo>
                    <a:pt x="314513" y="19100"/>
                  </a:lnTo>
                  <a:lnTo>
                    <a:pt x="319935" y="19100"/>
                  </a:lnTo>
                  <a:lnTo>
                    <a:pt x="329316" y="7670"/>
                  </a:lnTo>
                  <a:lnTo>
                    <a:pt x="322995" y="7670"/>
                  </a:lnTo>
                  <a:lnTo>
                    <a:pt x="321330" y="7271"/>
                  </a:lnTo>
                  <a:close/>
                </a:path>
                <a:path w="335915" h="408940">
                  <a:moveTo>
                    <a:pt x="335611" y="0"/>
                  </a:moveTo>
                  <a:lnTo>
                    <a:pt x="330909" y="0"/>
                  </a:lnTo>
                  <a:lnTo>
                    <a:pt x="322995" y="7670"/>
                  </a:lnTo>
                  <a:lnTo>
                    <a:pt x="329316" y="7670"/>
                  </a:lnTo>
                  <a:lnTo>
                    <a:pt x="335611" y="0"/>
                  </a:lnTo>
                  <a:close/>
                </a:path>
                <a:path w="335915" h="408940">
                  <a:moveTo>
                    <a:pt x="290173" y="45234"/>
                  </a:moveTo>
                  <a:lnTo>
                    <a:pt x="255339" y="87680"/>
                  </a:lnTo>
                  <a:lnTo>
                    <a:pt x="263652" y="87680"/>
                  </a:lnTo>
                  <a:lnTo>
                    <a:pt x="276949" y="71477"/>
                  </a:lnTo>
                  <a:lnTo>
                    <a:pt x="277761" y="69900"/>
                  </a:lnTo>
                  <a:lnTo>
                    <a:pt x="279858" y="67933"/>
                  </a:lnTo>
                  <a:lnTo>
                    <a:pt x="296477" y="47683"/>
                  </a:lnTo>
                  <a:lnTo>
                    <a:pt x="293107" y="45770"/>
                  </a:lnTo>
                  <a:lnTo>
                    <a:pt x="290173" y="45234"/>
                  </a:lnTo>
                  <a:close/>
                </a:path>
              </a:pathLst>
            </a:custGeom>
            <a:solidFill>
              <a:srgbClr val="EAC0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 descr=""/>
            <p:cNvSpPr/>
            <p:nvPr/>
          </p:nvSpPr>
          <p:spPr>
            <a:xfrm>
              <a:off x="10645110" y="6585907"/>
              <a:ext cx="344170" cy="419100"/>
            </a:xfrm>
            <a:custGeom>
              <a:avLst/>
              <a:gdLst/>
              <a:ahLst/>
              <a:cxnLst/>
              <a:rect l="l" t="t" r="r" b="b"/>
              <a:pathLst>
                <a:path w="344170" h="419100">
                  <a:moveTo>
                    <a:pt x="11455" y="394973"/>
                  </a:moveTo>
                  <a:lnTo>
                    <a:pt x="0" y="408931"/>
                  </a:lnTo>
                  <a:lnTo>
                    <a:pt x="0" y="419067"/>
                  </a:lnTo>
                  <a:lnTo>
                    <a:pt x="11455" y="405109"/>
                  </a:lnTo>
                  <a:lnTo>
                    <a:pt x="11455" y="394973"/>
                  </a:lnTo>
                  <a:close/>
                </a:path>
                <a:path w="344170" h="419100">
                  <a:moveTo>
                    <a:pt x="135560" y="253887"/>
                  </a:moveTo>
                  <a:lnTo>
                    <a:pt x="65430" y="329205"/>
                  </a:lnTo>
                  <a:lnTo>
                    <a:pt x="60219" y="345690"/>
                  </a:lnTo>
                  <a:lnTo>
                    <a:pt x="88379" y="311377"/>
                  </a:lnTo>
                  <a:lnTo>
                    <a:pt x="90395" y="307390"/>
                  </a:lnTo>
                  <a:lnTo>
                    <a:pt x="109186" y="286024"/>
                  </a:lnTo>
                  <a:lnTo>
                    <a:pt x="135560" y="253887"/>
                  </a:lnTo>
                  <a:close/>
                </a:path>
                <a:path w="344170" h="419100">
                  <a:moveTo>
                    <a:pt x="34493" y="366901"/>
                  </a:moveTo>
                  <a:lnTo>
                    <a:pt x="17883" y="387140"/>
                  </a:lnTo>
                  <a:lnTo>
                    <a:pt x="19926" y="389940"/>
                  </a:lnTo>
                  <a:lnTo>
                    <a:pt x="13093" y="403112"/>
                  </a:lnTo>
                  <a:lnTo>
                    <a:pt x="27507" y="385549"/>
                  </a:lnTo>
                  <a:lnTo>
                    <a:pt x="27451" y="384860"/>
                  </a:lnTo>
                  <a:lnTo>
                    <a:pt x="25789" y="378510"/>
                  </a:lnTo>
                  <a:lnTo>
                    <a:pt x="30549" y="373430"/>
                  </a:lnTo>
                  <a:lnTo>
                    <a:pt x="34493" y="366901"/>
                  </a:lnTo>
                  <a:close/>
                </a:path>
                <a:path w="344170" h="419100">
                  <a:moveTo>
                    <a:pt x="236300" y="131136"/>
                  </a:moveTo>
                  <a:lnTo>
                    <a:pt x="226178" y="133338"/>
                  </a:lnTo>
                  <a:lnTo>
                    <a:pt x="165311" y="207503"/>
                  </a:lnTo>
                  <a:lnTo>
                    <a:pt x="163274" y="215950"/>
                  </a:lnTo>
                  <a:lnTo>
                    <a:pt x="162536" y="221017"/>
                  </a:lnTo>
                  <a:lnTo>
                    <a:pt x="180708" y="198875"/>
                  </a:lnTo>
                  <a:lnTo>
                    <a:pt x="184014" y="188010"/>
                  </a:lnTo>
                  <a:lnTo>
                    <a:pt x="204454" y="160070"/>
                  </a:lnTo>
                  <a:lnTo>
                    <a:pt x="218103" y="153310"/>
                  </a:lnTo>
                  <a:lnTo>
                    <a:pt x="236300" y="131136"/>
                  </a:lnTo>
                  <a:close/>
                </a:path>
                <a:path w="344170" h="419100">
                  <a:moveTo>
                    <a:pt x="253814" y="99665"/>
                  </a:moveTo>
                  <a:lnTo>
                    <a:pt x="244542" y="110962"/>
                  </a:lnTo>
                  <a:lnTo>
                    <a:pt x="246053" y="119253"/>
                  </a:lnTo>
                  <a:lnTo>
                    <a:pt x="256568" y="106440"/>
                  </a:lnTo>
                  <a:lnTo>
                    <a:pt x="253814" y="105460"/>
                  </a:lnTo>
                  <a:lnTo>
                    <a:pt x="253814" y="99665"/>
                  </a:lnTo>
                  <a:close/>
                </a:path>
                <a:path w="344170" h="419100">
                  <a:moveTo>
                    <a:pt x="343923" y="0"/>
                  </a:moveTo>
                  <a:lnTo>
                    <a:pt x="335609" y="0"/>
                  </a:lnTo>
                  <a:lnTo>
                    <a:pt x="319933" y="19100"/>
                  </a:lnTo>
                  <a:lnTo>
                    <a:pt x="323463" y="19100"/>
                  </a:lnTo>
                  <a:lnTo>
                    <a:pt x="330877" y="15290"/>
                  </a:lnTo>
                  <a:lnTo>
                    <a:pt x="332238" y="14237"/>
                  </a:lnTo>
                  <a:lnTo>
                    <a:pt x="343923" y="0"/>
                  </a:lnTo>
                  <a:close/>
                </a:path>
                <a:path w="344170" h="419100">
                  <a:moveTo>
                    <a:pt x="276952" y="71471"/>
                  </a:moveTo>
                  <a:lnTo>
                    <a:pt x="263650" y="87680"/>
                  </a:lnTo>
                  <a:lnTo>
                    <a:pt x="267541" y="85140"/>
                  </a:lnTo>
                  <a:lnTo>
                    <a:pt x="274494" y="76250"/>
                  </a:lnTo>
                  <a:lnTo>
                    <a:pt x="276952" y="71471"/>
                  </a:lnTo>
                  <a:close/>
                </a:path>
                <a:path w="344170" h="419100">
                  <a:moveTo>
                    <a:pt x="290118" y="65560"/>
                  </a:moveTo>
                  <a:lnTo>
                    <a:pt x="286158" y="66090"/>
                  </a:lnTo>
                  <a:lnTo>
                    <a:pt x="286655" y="69779"/>
                  </a:lnTo>
                  <a:lnTo>
                    <a:pt x="290118" y="65560"/>
                  </a:lnTo>
                  <a:close/>
                </a:path>
                <a:path w="344170" h="419100">
                  <a:moveTo>
                    <a:pt x="296476" y="47682"/>
                  </a:moveTo>
                  <a:lnTo>
                    <a:pt x="279850" y="67941"/>
                  </a:lnTo>
                  <a:lnTo>
                    <a:pt x="285886" y="62280"/>
                  </a:lnTo>
                  <a:lnTo>
                    <a:pt x="291582" y="57200"/>
                  </a:lnTo>
                  <a:lnTo>
                    <a:pt x="296979" y="57200"/>
                  </a:lnTo>
                  <a:lnTo>
                    <a:pt x="301780" y="51350"/>
                  </a:lnTo>
                  <a:lnTo>
                    <a:pt x="299820" y="49580"/>
                  </a:lnTo>
                  <a:lnTo>
                    <a:pt x="296476" y="47682"/>
                  </a:lnTo>
                  <a:close/>
                </a:path>
                <a:path w="344170" h="419100">
                  <a:moveTo>
                    <a:pt x="296979" y="57200"/>
                  </a:moveTo>
                  <a:lnTo>
                    <a:pt x="291582" y="57200"/>
                  </a:lnTo>
                  <a:lnTo>
                    <a:pt x="295718" y="58736"/>
                  </a:lnTo>
                  <a:lnTo>
                    <a:pt x="296979" y="57200"/>
                  </a:lnTo>
                  <a:close/>
                </a:path>
              </a:pathLst>
            </a:custGeom>
            <a:solidFill>
              <a:srgbClr val="E9BE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 descr=""/>
            <p:cNvSpPr/>
            <p:nvPr/>
          </p:nvSpPr>
          <p:spPr>
            <a:xfrm>
              <a:off x="10645102" y="6585908"/>
              <a:ext cx="1099185" cy="932815"/>
            </a:xfrm>
            <a:custGeom>
              <a:avLst/>
              <a:gdLst/>
              <a:ahLst/>
              <a:cxnLst/>
              <a:rect l="l" t="t" r="r" b="b"/>
              <a:pathLst>
                <a:path w="1099184" h="932815">
                  <a:moveTo>
                    <a:pt x="27978" y="391210"/>
                  </a:moveTo>
                  <a:lnTo>
                    <a:pt x="27508" y="385559"/>
                  </a:lnTo>
                  <a:lnTo>
                    <a:pt x="13093" y="403123"/>
                  </a:lnTo>
                  <a:lnTo>
                    <a:pt x="12001" y="405180"/>
                  </a:lnTo>
                  <a:lnTo>
                    <a:pt x="11455" y="406450"/>
                  </a:lnTo>
                  <a:lnTo>
                    <a:pt x="11455" y="405117"/>
                  </a:lnTo>
                  <a:lnTo>
                    <a:pt x="0" y="419074"/>
                  </a:lnTo>
                  <a:lnTo>
                    <a:pt x="0" y="429196"/>
                  </a:lnTo>
                  <a:lnTo>
                    <a:pt x="18669" y="406450"/>
                  </a:lnTo>
                  <a:lnTo>
                    <a:pt x="27343" y="395884"/>
                  </a:lnTo>
                  <a:lnTo>
                    <a:pt x="27978" y="391210"/>
                  </a:lnTo>
                  <a:close/>
                </a:path>
                <a:path w="1099184" h="932815">
                  <a:moveTo>
                    <a:pt x="43243" y="833170"/>
                  </a:moveTo>
                  <a:lnTo>
                    <a:pt x="41744" y="833170"/>
                  </a:lnTo>
                  <a:lnTo>
                    <a:pt x="38963" y="831837"/>
                  </a:lnTo>
                  <a:lnTo>
                    <a:pt x="25857" y="825550"/>
                  </a:lnTo>
                  <a:lnTo>
                    <a:pt x="19011" y="825550"/>
                  </a:lnTo>
                  <a:lnTo>
                    <a:pt x="18376" y="825550"/>
                  </a:lnTo>
                  <a:lnTo>
                    <a:pt x="17500" y="826820"/>
                  </a:lnTo>
                  <a:lnTo>
                    <a:pt x="17627" y="826998"/>
                  </a:lnTo>
                  <a:lnTo>
                    <a:pt x="17945" y="827430"/>
                  </a:lnTo>
                  <a:lnTo>
                    <a:pt x="17500" y="828090"/>
                  </a:lnTo>
                  <a:lnTo>
                    <a:pt x="21526" y="833170"/>
                  </a:lnTo>
                  <a:lnTo>
                    <a:pt x="30378" y="835710"/>
                  </a:lnTo>
                  <a:lnTo>
                    <a:pt x="39230" y="835710"/>
                  </a:lnTo>
                  <a:lnTo>
                    <a:pt x="43243" y="834440"/>
                  </a:lnTo>
                  <a:lnTo>
                    <a:pt x="41744" y="834440"/>
                  </a:lnTo>
                  <a:lnTo>
                    <a:pt x="40805" y="834009"/>
                  </a:lnTo>
                  <a:lnTo>
                    <a:pt x="43243" y="833234"/>
                  </a:lnTo>
                  <a:lnTo>
                    <a:pt x="43040" y="833234"/>
                  </a:lnTo>
                  <a:lnTo>
                    <a:pt x="43243" y="833170"/>
                  </a:lnTo>
                  <a:close/>
                </a:path>
                <a:path w="1099184" h="932815">
                  <a:moveTo>
                    <a:pt x="46164" y="831964"/>
                  </a:moveTo>
                  <a:lnTo>
                    <a:pt x="46113" y="831837"/>
                  </a:lnTo>
                  <a:lnTo>
                    <a:pt x="34239" y="816660"/>
                  </a:lnTo>
                  <a:lnTo>
                    <a:pt x="27622" y="807770"/>
                  </a:lnTo>
                  <a:lnTo>
                    <a:pt x="23914" y="805230"/>
                  </a:lnTo>
                  <a:lnTo>
                    <a:pt x="21691" y="805230"/>
                  </a:lnTo>
                  <a:lnTo>
                    <a:pt x="19735" y="805230"/>
                  </a:lnTo>
                  <a:lnTo>
                    <a:pt x="20104" y="806500"/>
                  </a:lnTo>
                  <a:lnTo>
                    <a:pt x="19735" y="806500"/>
                  </a:lnTo>
                  <a:lnTo>
                    <a:pt x="22923" y="816660"/>
                  </a:lnTo>
                  <a:lnTo>
                    <a:pt x="32118" y="825550"/>
                  </a:lnTo>
                  <a:lnTo>
                    <a:pt x="41719" y="831900"/>
                  </a:lnTo>
                  <a:lnTo>
                    <a:pt x="46164" y="833170"/>
                  </a:lnTo>
                  <a:lnTo>
                    <a:pt x="44919" y="831621"/>
                  </a:lnTo>
                  <a:lnTo>
                    <a:pt x="46164" y="831964"/>
                  </a:lnTo>
                  <a:close/>
                </a:path>
                <a:path w="1099184" h="932815">
                  <a:moveTo>
                    <a:pt x="49453" y="831964"/>
                  </a:moveTo>
                  <a:lnTo>
                    <a:pt x="49364" y="831824"/>
                  </a:lnTo>
                  <a:lnTo>
                    <a:pt x="46177" y="826135"/>
                  </a:lnTo>
                  <a:lnTo>
                    <a:pt x="38950" y="813409"/>
                  </a:lnTo>
                  <a:lnTo>
                    <a:pt x="35750" y="807770"/>
                  </a:lnTo>
                  <a:lnTo>
                    <a:pt x="28244" y="795070"/>
                  </a:lnTo>
                  <a:lnTo>
                    <a:pt x="24269" y="789990"/>
                  </a:lnTo>
                  <a:lnTo>
                    <a:pt x="20624" y="789990"/>
                  </a:lnTo>
                  <a:lnTo>
                    <a:pt x="21107" y="791260"/>
                  </a:lnTo>
                  <a:lnTo>
                    <a:pt x="20624" y="791260"/>
                  </a:lnTo>
                  <a:lnTo>
                    <a:pt x="24003" y="800150"/>
                  </a:lnTo>
                  <a:lnTo>
                    <a:pt x="34036" y="814120"/>
                  </a:lnTo>
                  <a:lnTo>
                    <a:pt x="44577" y="828090"/>
                  </a:lnTo>
                  <a:lnTo>
                    <a:pt x="49453" y="833170"/>
                  </a:lnTo>
                  <a:lnTo>
                    <a:pt x="47726" y="830173"/>
                  </a:lnTo>
                  <a:lnTo>
                    <a:pt x="49453" y="831964"/>
                  </a:lnTo>
                  <a:close/>
                </a:path>
                <a:path w="1099184" h="932815">
                  <a:moveTo>
                    <a:pt x="71450" y="863650"/>
                  </a:moveTo>
                  <a:lnTo>
                    <a:pt x="71399" y="863269"/>
                  </a:lnTo>
                  <a:lnTo>
                    <a:pt x="71437" y="862444"/>
                  </a:lnTo>
                  <a:lnTo>
                    <a:pt x="70053" y="849744"/>
                  </a:lnTo>
                  <a:lnTo>
                    <a:pt x="67259" y="842124"/>
                  </a:lnTo>
                  <a:lnTo>
                    <a:pt x="61810" y="830694"/>
                  </a:lnTo>
                  <a:lnTo>
                    <a:pt x="58940" y="825614"/>
                  </a:lnTo>
                  <a:lnTo>
                    <a:pt x="56515" y="820534"/>
                  </a:lnTo>
                  <a:lnTo>
                    <a:pt x="54013" y="815454"/>
                  </a:lnTo>
                  <a:lnTo>
                    <a:pt x="51752" y="811644"/>
                  </a:lnTo>
                  <a:lnTo>
                    <a:pt x="48082" y="805294"/>
                  </a:lnTo>
                  <a:lnTo>
                    <a:pt x="46570" y="802754"/>
                  </a:lnTo>
                  <a:lnTo>
                    <a:pt x="45580" y="801484"/>
                  </a:lnTo>
                  <a:lnTo>
                    <a:pt x="44018" y="797674"/>
                  </a:lnTo>
                  <a:lnTo>
                    <a:pt x="45173" y="801484"/>
                  </a:lnTo>
                  <a:lnTo>
                    <a:pt x="45948" y="802754"/>
                  </a:lnTo>
                  <a:lnTo>
                    <a:pt x="46329" y="803668"/>
                  </a:lnTo>
                  <a:lnTo>
                    <a:pt x="45580" y="802690"/>
                  </a:lnTo>
                  <a:lnTo>
                    <a:pt x="44018" y="798880"/>
                  </a:lnTo>
                  <a:lnTo>
                    <a:pt x="45173" y="802690"/>
                  </a:lnTo>
                  <a:lnTo>
                    <a:pt x="45948" y="803960"/>
                  </a:lnTo>
                  <a:lnTo>
                    <a:pt x="47040" y="806500"/>
                  </a:lnTo>
                  <a:lnTo>
                    <a:pt x="49961" y="814120"/>
                  </a:lnTo>
                  <a:lnTo>
                    <a:pt x="51701" y="817930"/>
                  </a:lnTo>
                  <a:lnTo>
                    <a:pt x="53797" y="823010"/>
                  </a:lnTo>
                  <a:lnTo>
                    <a:pt x="59258" y="836980"/>
                  </a:lnTo>
                  <a:lnTo>
                    <a:pt x="61429" y="843330"/>
                  </a:lnTo>
                  <a:lnTo>
                    <a:pt x="62484" y="845870"/>
                  </a:lnTo>
                  <a:lnTo>
                    <a:pt x="64109" y="852220"/>
                  </a:lnTo>
                  <a:lnTo>
                    <a:pt x="64757" y="856030"/>
                  </a:lnTo>
                  <a:lnTo>
                    <a:pt x="64871" y="858570"/>
                  </a:lnTo>
                  <a:lnTo>
                    <a:pt x="64947" y="862609"/>
                  </a:lnTo>
                  <a:lnTo>
                    <a:pt x="64630" y="864984"/>
                  </a:lnTo>
                  <a:lnTo>
                    <a:pt x="64325" y="867524"/>
                  </a:lnTo>
                  <a:lnTo>
                    <a:pt x="63411" y="870064"/>
                  </a:lnTo>
                  <a:lnTo>
                    <a:pt x="62788" y="871334"/>
                  </a:lnTo>
                  <a:lnTo>
                    <a:pt x="61747" y="873874"/>
                  </a:lnTo>
                  <a:lnTo>
                    <a:pt x="60744" y="876414"/>
                  </a:lnTo>
                  <a:lnTo>
                    <a:pt x="60274" y="876414"/>
                  </a:lnTo>
                  <a:lnTo>
                    <a:pt x="59905" y="877684"/>
                  </a:lnTo>
                  <a:lnTo>
                    <a:pt x="59347" y="877684"/>
                  </a:lnTo>
                  <a:lnTo>
                    <a:pt x="58369" y="878954"/>
                  </a:lnTo>
                  <a:lnTo>
                    <a:pt x="57188" y="880224"/>
                  </a:lnTo>
                  <a:lnTo>
                    <a:pt x="54749" y="882764"/>
                  </a:lnTo>
                  <a:lnTo>
                    <a:pt x="53390" y="884034"/>
                  </a:lnTo>
                  <a:lnTo>
                    <a:pt x="50584" y="885304"/>
                  </a:lnTo>
                  <a:lnTo>
                    <a:pt x="47561" y="885304"/>
                  </a:lnTo>
                  <a:lnTo>
                    <a:pt x="46812" y="886574"/>
                  </a:lnTo>
                  <a:lnTo>
                    <a:pt x="42138" y="886574"/>
                  </a:lnTo>
                  <a:lnTo>
                    <a:pt x="41351" y="885304"/>
                  </a:lnTo>
                  <a:lnTo>
                    <a:pt x="38150" y="885304"/>
                  </a:lnTo>
                  <a:lnTo>
                    <a:pt x="37160" y="884034"/>
                  </a:lnTo>
                  <a:lnTo>
                    <a:pt x="35394" y="884034"/>
                  </a:lnTo>
                  <a:lnTo>
                    <a:pt x="34734" y="882764"/>
                  </a:lnTo>
                  <a:lnTo>
                    <a:pt x="34048" y="882764"/>
                  </a:lnTo>
                  <a:lnTo>
                    <a:pt x="31483" y="880224"/>
                  </a:lnTo>
                  <a:lnTo>
                    <a:pt x="30454" y="878954"/>
                  </a:lnTo>
                  <a:lnTo>
                    <a:pt x="29883" y="878954"/>
                  </a:lnTo>
                  <a:lnTo>
                    <a:pt x="29451" y="877684"/>
                  </a:lnTo>
                  <a:lnTo>
                    <a:pt x="28727" y="876414"/>
                  </a:lnTo>
                  <a:lnTo>
                    <a:pt x="28321" y="876414"/>
                  </a:lnTo>
                  <a:lnTo>
                    <a:pt x="27901" y="875144"/>
                  </a:lnTo>
                  <a:lnTo>
                    <a:pt x="27749" y="875144"/>
                  </a:lnTo>
                  <a:lnTo>
                    <a:pt x="27203" y="873874"/>
                  </a:lnTo>
                  <a:lnTo>
                    <a:pt x="26631" y="872604"/>
                  </a:lnTo>
                  <a:lnTo>
                    <a:pt x="26327" y="871334"/>
                  </a:lnTo>
                  <a:lnTo>
                    <a:pt x="26187" y="870064"/>
                  </a:lnTo>
                  <a:lnTo>
                    <a:pt x="25996" y="868794"/>
                  </a:lnTo>
                  <a:lnTo>
                    <a:pt x="25793" y="868794"/>
                  </a:lnTo>
                  <a:lnTo>
                    <a:pt x="25742" y="864920"/>
                  </a:lnTo>
                  <a:lnTo>
                    <a:pt x="25996" y="863650"/>
                  </a:lnTo>
                  <a:lnTo>
                    <a:pt x="26403" y="861110"/>
                  </a:lnTo>
                  <a:lnTo>
                    <a:pt x="26631" y="861110"/>
                  </a:lnTo>
                  <a:lnTo>
                    <a:pt x="26708" y="859840"/>
                  </a:lnTo>
                  <a:lnTo>
                    <a:pt x="26885" y="859840"/>
                  </a:lnTo>
                  <a:lnTo>
                    <a:pt x="27330" y="858570"/>
                  </a:lnTo>
                  <a:lnTo>
                    <a:pt x="27546" y="858570"/>
                  </a:lnTo>
                  <a:lnTo>
                    <a:pt x="27876" y="857300"/>
                  </a:lnTo>
                  <a:lnTo>
                    <a:pt x="28765" y="856030"/>
                  </a:lnTo>
                  <a:lnTo>
                    <a:pt x="29692" y="854760"/>
                  </a:lnTo>
                  <a:lnTo>
                    <a:pt x="30822" y="853490"/>
                  </a:lnTo>
                  <a:lnTo>
                    <a:pt x="32067" y="853490"/>
                  </a:lnTo>
                  <a:lnTo>
                    <a:pt x="33286" y="852220"/>
                  </a:lnTo>
                  <a:lnTo>
                    <a:pt x="34645" y="850950"/>
                  </a:lnTo>
                  <a:lnTo>
                    <a:pt x="37465" y="850950"/>
                  </a:lnTo>
                  <a:lnTo>
                    <a:pt x="38938" y="849680"/>
                  </a:lnTo>
                  <a:lnTo>
                    <a:pt x="40386" y="850950"/>
                  </a:lnTo>
                  <a:lnTo>
                    <a:pt x="44462" y="850950"/>
                  </a:lnTo>
                  <a:lnTo>
                    <a:pt x="46990" y="852220"/>
                  </a:lnTo>
                  <a:lnTo>
                    <a:pt x="49022" y="854760"/>
                  </a:lnTo>
                  <a:lnTo>
                    <a:pt x="50711" y="858570"/>
                  </a:lnTo>
                  <a:lnTo>
                    <a:pt x="51028" y="859828"/>
                  </a:lnTo>
                  <a:lnTo>
                    <a:pt x="51015" y="862482"/>
                  </a:lnTo>
                  <a:lnTo>
                    <a:pt x="50850" y="863714"/>
                  </a:lnTo>
                  <a:lnTo>
                    <a:pt x="50660" y="864984"/>
                  </a:lnTo>
                  <a:lnTo>
                    <a:pt x="49860" y="867524"/>
                  </a:lnTo>
                  <a:lnTo>
                    <a:pt x="47967" y="870064"/>
                  </a:lnTo>
                  <a:lnTo>
                    <a:pt x="44665" y="871334"/>
                  </a:lnTo>
                  <a:lnTo>
                    <a:pt x="39585" y="871334"/>
                  </a:lnTo>
                  <a:lnTo>
                    <a:pt x="39319" y="870064"/>
                  </a:lnTo>
                  <a:lnTo>
                    <a:pt x="39090" y="870064"/>
                  </a:lnTo>
                  <a:lnTo>
                    <a:pt x="37147" y="868794"/>
                  </a:lnTo>
                  <a:lnTo>
                    <a:pt x="35826" y="867524"/>
                  </a:lnTo>
                  <a:lnTo>
                    <a:pt x="35433" y="864984"/>
                  </a:lnTo>
                  <a:lnTo>
                    <a:pt x="35382" y="863384"/>
                  </a:lnTo>
                  <a:lnTo>
                    <a:pt x="35483" y="862380"/>
                  </a:lnTo>
                  <a:lnTo>
                    <a:pt x="35788" y="861110"/>
                  </a:lnTo>
                  <a:lnTo>
                    <a:pt x="36334" y="861110"/>
                  </a:lnTo>
                  <a:lnTo>
                    <a:pt x="38315" y="858570"/>
                  </a:lnTo>
                  <a:lnTo>
                    <a:pt x="40259" y="857300"/>
                  </a:lnTo>
                  <a:lnTo>
                    <a:pt x="43586" y="858570"/>
                  </a:lnTo>
                  <a:lnTo>
                    <a:pt x="44907" y="859840"/>
                  </a:lnTo>
                  <a:lnTo>
                    <a:pt x="46266" y="862380"/>
                  </a:lnTo>
                  <a:lnTo>
                    <a:pt x="46266" y="862584"/>
                  </a:lnTo>
                  <a:lnTo>
                    <a:pt x="45478" y="864984"/>
                  </a:lnTo>
                  <a:lnTo>
                    <a:pt x="44640" y="866254"/>
                  </a:lnTo>
                  <a:lnTo>
                    <a:pt x="43891" y="866254"/>
                  </a:lnTo>
                  <a:lnTo>
                    <a:pt x="43129" y="867524"/>
                  </a:lnTo>
                  <a:lnTo>
                    <a:pt x="43853" y="867524"/>
                  </a:lnTo>
                  <a:lnTo>
                    <a:pt x="43129" y="868730"/>
                  </a:lnTo>
                  <a:lnTo>
                    <a:pt x="44958" y="868730"/>
                  </a:lnTo>
                  <a:lnTo>
                    <a:pt x="46037" y="867460"/>
                  </a:lnTo>
                  <a:lnTo>
                    <a:pt x="47510" y="864920"/>
                  </a:lnTo>
                  <a:lnTo>
                    <a:pt x="47739" y="862380"/>
                  </a:lnTo>
                  <a:lnTo>
                    <a:pt x="47650" y="862076"/>
                  </a:lnTo>
                  <a:lnTo>
                    <a:pt x="47739" y="861174"/>
                  </a:lnTo>
                  <a:lnTo>
                    <a:pt x="46736" y="857364"/>
                  </a:lnTo>
                  <a:lnTo>
                    <a:pt x="46151" y="857364"/>
                  </a:lnTo>
                  <a:lnTo>
                    <a:pt x="44958" y="856094"/>
                  </a:lnTo>
                  <a:lnTo>
                    <a:pt x="44500" y="854824"/>
                  </a:lnTo>
                  <a:lnTo>
                    <a:pt x="42811" y="854824"/>
                  </a:lnTo>
                  <a:lnTo>
                    <a:pt x="41173" y="853554"/>
                  </a:lnTo>
                  <a:lnTo>
                    <a:pt x="39979" y="853554"/>
                  </a:lnTo>
                  <a:lnTo>
                    <a:pt x="37426" y="854824"/>
                  </a:lnTo>
                  <a:lnTo>
                    <a:pt x="36131" y="854824"/>
                  </a:lnTo>
                  <a:lnTo>
                    <a:pt x="33883" y="857364"/>
                  </a:lnTo>
                  <a:lnTo>
                    <a:pt x="32880" y="858634"/>
                  </a:lnTo>
                  <a:lnTo>
                    <a:pt x="32016" y="861174"/>
                  </a:lnTo>
                  <a:lnTo>
                    <a:pt x="31813" y="861174"/>
                  </a:lnTo>
                  <a:lnTo>
                    <a:pt x="31635" y="862444"/>
                  </a:lnTo>
                  <a:lnTo>
                    <a:pt x="31635" y="863600"/>
                  </a:lnTo>
                  <a:lnTo>
                    <a:pt x="31661" y="867270"/>
                  </a:lnTo>
                  <a:lnTo>
                    <a:pt x="31673" y="867524"/>
                  </a:lnTo>
                  <a:lnTo>
                    <a:pt x="31686" y="868730"/>
                  </a:lnTo>
                  <a:lnTo>
                    <a:pt x="31775" y="870000"/>
                  </a:lnTo>
                  <a:lnTo>
                    <a:pt x="33693" y="873810"/>
                  </a:lnTo>
                  <a:lnTo>
                    <a:pt x="36804" y="876350"/>
                  </a:lnTo>
                  <a:lnTo>
                    <a:pt x="37185" y="876350"/>
                  </a:lnTo>
                  <a:lnTo>
                    <a:pt x="38404" y="877620"/>
                  </a:lnTo>
                  <a:lnTo>
                    <a:pt x="40259" y="877620"/>
                  </a:lnTo>
                  <a:lnTo>
                    <a:pt x="41503" y="878890"/>
                  </a:lnTo>
                  <a:lnTo>
                    <a:pt x="45669" y="878890"/>
                  </a:lnTo>
                  <a:lnTo>
                    <a:pt x="51155" y="876350"/>
                  </a:lnTo>
                  <a:lnTo>
                    <a:pt x="54571" y="873810"/>
                  </a:lnTo>
                  <a:lnTo>
                    <a:pt x="55003" y="872540"/>
                  </a:lnTo>
                  <a:lnTo>
                    <a:pt x="56311" y="868730"/>
                  </a:lnTo>
                  <a:lnTo>
                    <a:pt x="56845" y="867460"/>
                  </a:lnTo>
                  <a:lnTo>
                    <a:pt x="57124" y="866190"/>
                  </a:lnTo>
                  <a:lnTo>
                    <a:pt x="57429" y="863650"/>
                  </a:lnTo>
                  <a:lnTo>
                    <a:pt x="57556" y="858570"/>
                  </a:lnTo>
                  <a:lnTo>
                    <a:pt x="57543" y="857364"/>
                  </a:lnTo>
                  <a:lnTo>
                    <a:pt x="57137" y="856094"/>
                  </a:lnTo>
                  <a:lnTo>
                    <a:pt x="54711" y="848474"/>
                  </a:lnTo>
                  <a:lnTo>
                    <a:pt x="51409" y="844664"/>
                  </a:lnTo>
                  <a:lnTo>
                    <a:pt x="47294" y="842124"/>
                  </a:lnTo>
                  <a:lnTo>
                    <a:pt x="46329" y="842124"/>
                  </a:lnTo>
                  <a:lnTo>
                    <a:pt x="44843" y="840854"/>
                  </a:lnTo>
                  <a:lnTo>
                    <a:pt x="36436" y="840854"/>
                  </a:lnTo>
                  <a:lnTo>
                    <a:pt x="29883" y="842124"/>
                  </a:lnTo>
                  <a:lnTo>
                    <a:pt x="25793" y="844664"/>
                  </a:lnTo>
                  <a:lnTo>
                    <a:pt x="22758" y="849744"/>
                  </a:lnTo>
                  <a:lnTo>
                    <a:pt x="21297" y="851014"/>
                  </a:lnTo>
                  <a:lnTo>
                    <a:pt x="20713" y="852284"/>
                  </a:lnTo>
                  <a:lnTo>
                    <a:pt x="20383" y="853554"/>
                  </a:lnTo>
                  <a:lnTo>
                    <a:pt x="19354" y="854824"/>
                  </a:lnTo>
                  <a:lnTo>
                    <a:pt x="18719" y="857364"/>
                  </a:lnTo>
                  <a:lnTo>
                    <a:pt x="18554" y="858634"/>
                  </a:lnTo>
                  <a:lnTo>
                    <a:pt x="18148" y="859904"/>
                  </a:lnTo>
                  <a:lnTo>
                    <a:pt x="17830" y="862444"/>
                  </a:lnTo>
                  <a:lnTo>
                    <a:pt x="17754" y="868794"/>
                  </a:lnTo>
                  <a:lnTo>
                    <a:pt x="17767" y="868921"/>
                  </a:lnTo>
                  <a:lnTo>
                    <a:pt x="17767" y="870000"/>
                  </a:lnTo>
                  <a:lnTo>
                    <a:pt x="18008" y="871270"/>
                  </a:lnTo>
                  <a:lnTo>
                    <a:pt x="18199" y="872540"/>
                  </a:lnTo>
                  <a:lnTo>
                    <a:pt x="18326" y="873810"/>
                  </a:lnTo>
                  <a:lnTo>
                    <a:pt x="18948" y="876350"/>
                  </a:lnTo>
                  <a:lnTo>
                    <a:pt x="19799" y="878890"/>
                  </a:lnTo>
                  <a:lnTo>
                    <a:pt x="20815" y="881430"/>
                  </a:lnTo>
                  <a:lnTo>
                    <a:pt x="21755" y="882700"/>
                  </a:lnTo>
                  <a:lnTo>
                    <a:pt x="22034" y="883970"/>
                  </a:lnTo>
                  <a:lnTo>
                    <a:pt x="23075" y="885240"/>
                  </a:lnTo>
                  <a:lnTo>
                    <a:pt x="23749" y="886510"/>
                  </a:lnTo>
                  <a:lnTo>
                    <a:pt x="24561" y="886510"/>
                  </a:lnTo>
                  <a:lnTo>
                    <a:pt x="26111" y="889050"/>
                  </a:lnTo>
                  <a:lnTo>
                    <a:pt x="27914" y="890320"/>
                  </a:lnTo>
                  <a:lnTo>
                    <a:pt x="31762" y="892860"/>
                  </a:lnTo>
                  <a:lnTo>
                    <a:pt x="33337" y="894130"/>
                  </a:lnTo>
                  <a:lnTo>
                    <a:pt x="33807" y="894130"/>
                  </a:lnTo>
                  <a:lnTo>
                    <a:pt x="36728" y="895400"/>
                  </a:lnTo>
                  <a:lnTo>
                    <a:pt x="37134" y="895400"/>
                  </a:lnTo>
                  <a:lnTo>
                    <a:pt x="39141" y="896670"/>
                  </a:lnTo>
                  <a:lnTo>
                    <a:pt x="47955" y="896670"/>
                  </a:lnTo>
                  <a:lnTo>
                    <a:pt x="49034" y="895400"/>
                  </a:lnTo>
                  <a:lnTo>
                    <a:pt x="51168" y="895400"/>
                  </a:lnTo>
                  <a:lnTo>
                    <a:pt x="53251" y="894130"/>
                  </a:lnTo>
                  <a:lnTo>
                    <a:pt x="55181" y="894130"/>
                  </a:lnTo>
                  <a:lnTo>
                    <a:pt x="59067" y="891590"/>
                  </a:lnTo>
                  <a:lnTo>
                    <a:pt x="62382" y="887780"/>
                  </a:lnTo>
                  <a:lnTo>
                    <a:pt x="64897" y="883970"/>
                  </a:lnTo>
                  <a:lnTo>
                    <a:pt x="65544" y="883970"/>
                  </a:lnTo>
                  <a:lnTo>
                    <a:pt x="66738" y="881430"/>
                  </a:lnTo>
                  <a:lnTo>
                    <a:pt x="67818" y="878890"/>
                  </a:lnTo>
                  <a:lnTo>
                    <a:pt x="69075" y="876350"/>
                  </a:lnTo>
                  <a:lnTo>
                    <a:pt x="69811" y="873810"/>
                  </a:lnTo>
                  <a:lnTo>
                    <a:pt x="70294" y="872540"/>
                  </a:lnTo>
                  <a:lnTo>
                    <a:pt x="71297" y="867460"/>
                  </a:lnTo>
                  <a:lnTo>
                    <a:pt x="71450" y="863650"/>
                  </a:lnTo>
                  <a:close/>
                </a:path>
                <a:path w="1099184" h="932815">
                  <a:moveTo>
                    <a:pt x="75044" y="337870"/>
                  </a:moveTo>
                  <a:lnTo>
                    <a:pt x="56222" y="360730"/>
                  </a:lnTo>
                  <a:lnTo>
                    <a:pt x="54787" y="379780"/>
                  </a:lnTo>
                  <a:lnTo>
                    <a:pt x="54711" y="383590"/>
                  </a:lnTo>
                  <a:lnTo>
                    <a:pt x="56019" y="397560"/>
                  </a:lnTo>
                  <a:lnTo>
                    <a:pt x="28028" y="411530"/>
                  </a:lnTo>
                  <a:lnTo>
                    <a:pt x="26581" y="414070"/>
                  </a:lnTo>
                  <a:lnTo>
                    <a:pt x="34163" y="461060"/>
                  </a:lnTo>
                  <a:lnTo>
                    <a:pt x="27432" y="464870"/>
                  </a:lnTo>
                  <a:lnTo>
                    <a:pt x="21386" y="471220"/>
                  </a:lnTo>
                  <a:lnTo>
                    <a:pt x="16052" y="477570"/>
                  </a:lnTo>
                  <a:lnTo>
                    <a:pt x="11455" y="483920"/>
                  </a:lnTo>
                  <a:lnTo>
                    <a:pt x="11455" y="439470"/>
                  </a:lnTo>
                  <a:lnTo>
                    <a:pt x="13284" y="448360"/>
                  </a:lnTo>
                  <a:lnTo>
                    <a:pt x="15798" y="454710"/>
                  </a:lnTo>
                  <a:lnTo>
                    <a:pt x="17360" y="458520"/>
                  </a:lnTo>
                  <a:lnTo>
                    <a:pt x="19418" y="459790"/>
                  </a:lnTo>
                  <a:lnTo>
                    <a:pt x="23215" y="459790"/>
                  </a:lnTo>
                  <a:lnTo>
                    <a:pt x="26860" y="457250"/>
                  </a:lnTo>
                  <a:lnTo>
                    <a:pt x="28079" y="453440"/>
                  </a:lnTo>
                  <a:lnTo>
                    <a:pt x="26720" y="449630"/>
                  </a:lnTo>
                  <a:lnTo>
                    <a:pt x="24104" y="442010"/>
                  </a:lnTo>
                  <a:lnTo>
                    <a:pt x="23495" y="439470"/>
                  </a:lnTo>
                  <a:lnTo>
                    <a:pt x="21678" y="431850"/>
                  </a:lnTo>
                  <a:lnTo>
                    <a:pt x="20904" y="420420"/>
                  </a:lnTo>
                  <a:lnTo>
                    <a:pt x="23291" y="410260"/>
                  </a:lnTo>
                  <a:lnTo>
                    <a:pt x="26771" y="401370"/>
                  </a:lnTo>
                  <a:lnTo>
                    <a:pt x="27343" y="396290"/>
                  </a:lnTo>
                  <a:lnTo>
                    <a:pt x="18669" y="407720"/>
                  </a:lnTo>
                  <a:lnTo>
                    <a:pt x="0" y="429310"/>
                  </a:lnTo>
                  <a:lnTo>
                    <a:pt x="0" y="509320"/>
                  </a:lnTo>
                  <a:lnTo>
                    <a:pt x="1828" y="511860"/>
                  </a:lnTo>
                  <a:lnTo>
                    <a:pt x="4851" y="513130"/>
                  </a:lnTo>
                  <a:lnTo>
                    <a:pt x="7861" y="513130"/>
                  </a:lnTo>
                  <a:lnTo>
                    <a:pt x="9867" y="511860"/>
                  </a:lnTo>
                  <a:lnTo>
                    <a:pt x="10845" y="509320"/>
                  </a:lnTo>
                  <a:lnTo>
                    <a:pt x="13182" y="504240"/>
                  </a:lnTo>
                  <a:lnTo>
                    <a:pt x="19621" y="492810"/>
                  </a:lnTo>
                  <a:lnTo>
                    <a:pt x="26631" y="483920"/>
                  </a:lnTo>
                  <a:lnTo>
                    <a:pt x="29629" y="480110"/>
                  </a:lnTo>
                  <a:lnTo>
                    <a:pt x="42684" y="471220"/>
                  </a:lnTo>
                  <a:lnTo>
                    <a:pt x="45288" y="469950"/>
                  </a:lnTo>
                  <a:lnTo>
                    <a:pt x="46812" y="466140"/>
                  </a:lnTo>
                  <a:lnTo>
                    <a:pt x="39243" y="420420"/>
                  </a:lnTo>
                  <a:lnTo>
                    <a:pt x="68021" y="406450"/>
                  </a:lnTo>
                  <a:lnTo>
                    <a:pt x="69418" y="402640"/>
                  </a:lnTo>
                  <a:lnTo>
                    <a:pt x="68237" y="398830"/>
                  </a:lnTo>
                  <a:lnTo>
                    <a:pt x="66675" y="391210"/>
                  </a:lnTo>
                  <a:lnTo>
                    <a:pt x="66294" y="373430"/>
                  </a:lnTo>
                  <a:lnTo>
                    <a:pt x="72428" y="344220"/>
                  </a:lnTo>
                  <a:lnTo>
                    <a:pt x="75044" y="337870"/>
                  </a:lnTo>
                  <a:close/>
                </a:path>
                <a:path w="1099184" h="932815">
                  <a:moveTo>
                    <a:pt x="88379" y="311391"/>
                  </a:moveTo>
                  <a:lnTo>
                    <a:pt x="60223" y="345694"/>
                  </a:lnTo>
                  <a:lnTo>
                    <a:pt x="56324" y="359460"/>
                  </a:lnTo>
                  <a:lnTo>
                    <a:pt x="56222" y="360692"/>
                  </a:lnTo>
                  <a:lnTo>
                    <a:pt x="75057" y="337756"/>
                  </a:lnTo>
                  <a:lnTo>
                    <a:pt x="88379" y="311391"/>
                  </a:lnTo>
                  <a:close/>
                </a:path>
                <a:path w="1099184" h="932815">
                  <a:moveTo>
                    <a:pt x="145288" y="252171"/>
                  </a:moveTo>
                  <a:lnTo>
                    <a:pt x="135559" y="253898"/>
                  </a:lnTo>
                  <a:lnTo>
                    <a:pt x="109207" y="286016"/>
                  </a:lnTo>
                  <a:lnTo>
                    <a:pt x="116090" y="278180"/>
                  </a:lnTo>
                  <a:lnTo>
                    <a:pt x="129171" y="271805"/>
                  </a:lnTo>
                  <a:lnTo>
                    <a:pt x="145288" y="252171"/>
                  </a:lnTo>
                  <a:close/>
                </a:path>
                <a:path w="1099184" h="932815">
                  <a:moveTo>
                    <a:pt x="175806" y="215950"/>
                  </a:moveTo>
                  <a:lnTo>
                    <a:pt x="160959" y="233730"/>
                  </a:lnTo>
                  <a:lnTo>
                    <a:pt x="160223" y="242620"/>
                  </a:lnTo>
                  <a:lnTo>
                    <a:pt x="159893" y="252780"/>
                  </a:lnTo>
                  <a:lnTo>
                    <a:pt x="145288" y="252780"/>
                  </a:lnTo>
                  <a:lnTo>
                    <a:pt x="129184" y="271830"/>
                  </a:lnTo>
                  <a:lnTo>
                    <a:pt x="139522" y="268020"/>
                  </a:lnTo>
                  <a:lnTo>
                    <a:pt x="156883" y="265480"/>
                  </a:lnTo>
                  <a:lnTo>
                    <a:pt x="164312" y="266750"/>
                  </a:lnTo>
                  <a:lnTo>
                    <a:pt x="166077" y="268020"/>
                  </a:lnTo>
                  <a:lnTo>
                    <a:pt x="167970" y="266750"/>
                  </a:lnTo>
                  <a:lnTo>
                    <a:pt x="169379" y="265480"/>
                  </a:lnTo>
                  <a:lnTo>
                    <a:pt x="170776" y="264210"/>
                  </a:lnTo>
                  <a:lnTo>
                    <a:pt x="171551" y="261670"/>
                  </a:lnTo>
                  <a:lnTo>
                    <a:pt x="171488" y="248970"/>
                  </a:lnTo>
                  <a:lnTo>
                    <a:pt x="174358" y="221030"/>
                  </a:lnTo>
                  <a:lnTo>
                    <a:pt x="175806" y="215950"/>
                  </a:lnTo>
                  <a:close/>
                </a:path>
                <a:path w="1099184" h="932815">
                  <a:moveTo>
                    <a:pt x="180708" y="198882"/>
                  </a:moveTo>
                  <a:lnTo>
                    <a:pt x="162534" y="221018"/>
                  </a:lnTo>
                  <a:lnTo>
                    <a:pt x="161239" y="229920"/>
                  </a:lnTo>
                  <a:lnTo>
                    <a:pt x="160959" y="233070"/>
                  </a:lnTo>
                  <a:lnTo>
                    <a:pt x="175806" y="214972"/>
                  </a:lnTo>
                  <a:lnTo>
                    <a:pt x="180708" y="198882"/>
                  </a:lnTo>
                  <a:close/>
                </a:path>
                <a:path w="1099184" h="932815">
                  <a:moveTo>
                    <a:pt x="214083" y="168338"/>
                  </a:moveTo>
                  <a:lnTo>
                    <a:pt x="208229" y="172770"/>
                  </a:lnTo>
                  <a:lnTo>
                    <a:pt x="201523" y="183654"/>
                  </a:lnTo>
                  <a:lnTo>
                    <a:pt x="214083" y="168338"/>
                  </a:lnTo>
                  <a:close/>
                </a:path>
                <a:path w="1099184" h="932815">
                  <a:moveTo>
                    <a:pt x="246418" y="128943"/>
                  </a:moveTo>
                  <a:lnTo>
                    <a:pt x="236308" y="131140"/>
                  </a:lnTo>
                  <a:lnTo>
                    <a:pt x="218109" y="153314"/>
                  </a:lnTo>
                  <a:lnTo>
                    <a:pt x="232117" y="146380"/>
                  </a:lnTo>
                  <a:lnTo>
                    <a:pt x="246418" y="128943"/>
                  </a:lnTo>
                  <a:close/>
                </a:path>
                <a:path w="1099184" h="932815">
                  <a:moveTo>
                    <a:pt x="263004" y="108737"/>
                  </a:moveTo>
                  <a:lnTo>
                    <a:pt x="256565" y="106451"/>
                  </a:lnTo>
                  <a:lnTo>
                    <a:pt x="246049" y="119253"/>
                  </a:lnTo>
                  <a:lnTo>
                    <a:pt x="246316" y="120700"/>
                  </a:lnTo>
                  <a:lnTo>
                    <a:pt x="254990" y="118503"/>
                  </a:lnTo>
                  <a:lnTo>
                    <a:pt x="263004" y="108737"/>
                  </a:lnTo>
                  <a:close/>
                </a:path>
                <a:path w="1099184" h="932815">
                  <a:moveTo>
                    <a:pt x="271297" y="115620"/>
                  </a:moveTo>
                  <a:lnTo>
                    <a:pt x="268084" y="111810"/>
                  </a:lnTo>
                  <a:lnTo>
                    <a:pt x="263004" y="109270"/>
                  </a:lnTo>
                  <a:lnTo>
                    <a:pt x="254990" y="119430"/>
                  </a:lnTo>
                  <a:lnTo>
                    <a:pt x="271297" y="115620"/>
                  </a:lnTo>
                  <a:close/>
                </a:path>
                <a:path w="1099184" h="932815">
                  <a:moveTo>
                    <a:pt x="295643" y="64820"/>
                  </a:moveTo>
                  <a:lnTo>
                    <a:pt x="290118" y="65570"/>
                  </a:lnTo>
                  <a:lnTo>
                    <a:pt x="286651" y="69786"/>
                  </a:lnTo>
                  <a:lnTo>
                    <a:pt x="287705" y="77520"/>
                  </a:lnTo>
                  <a:lnTo>
                    <a:pt x="288493" y="77685"/>
                  </a:lnTo>
                  <a:lnTo>
                    <a:pt x="294551" y="70294"/>
                  </a:lnTo>
                  <a:lnTo>
                    <a:pt x="294894" y="67360"/>
                  </a:lnTo>
                  <a:lnTo>
                    <a:pt x="295643" y="64820"/>
                  </a:lnTo>
                  <a:close/>
                </a:path>
                <a:path w="1099184" h="932815">
                  <a:moveTo>
                    <a:pt x="306171" y="56146"/>
                  </a:moveTo>
                  <a:lnTo>
                    <a:pt x="305447" y="54660"/>
                  </a:lnTo>
                  <a:lnTo>
                    <a:pt x="301777" y="51358"/>
                  </a:lnTo>
                  <a:lnTo>
                    <a:pt x="295719" y="58737"/>
                  </a:lnTo>
                  <a:lnTo>
                    <a:pt x="302094" y="61112"/>
                  </a:lnTo>
                  <a:lnTo>
                    <a:pt x="306171" y="56146"/>
                  </a:lnTo>
                  <a:close/>
                </a:path>
                <a:path w="1099184" h="932815">
                  <a:moveTo>
                    <a:pt x="309626" y="72440"/>
                  </a:moveTo>
                  <a:lnTo>
                    <a:pt x="309143" y="63550"/>
                  </a:lnTo>
                  <a:lnTo>
                    <a:pt x="306679" y="58470"/>
                  </a:lnTo>
                  <a:lnTo>
                    <a:pt x="306171" y="57200"/>
                  </a:lnTo>
                  <a:lnTo>
                    <a:pt x="305295" y="58470"/>
                  </a:lnTo>
                  <a:lnTo>
                    <a:pt x="302094" y="62280"/>
                  </a:lnTo>
                  <a:lnTo>
                    <a:pt x="305257" y="63550"/>
                  </a:lnTo>
                  <a:lnTo>
                    <a:pt x="301942" y="74980"/>
                  </a:lnTo>
                  <a:lnTo>
                    <a:pt x="294741" y="74980"/>
                  </a:lnTo>
                  <a:lnTo>
                    <a:pt x="294449" y="72440"/>
                  </a:lnTo>
                  <a:lnTo>
                    <a:pt x="294551" y="71170"/>
                  </a:lnTo>
                  <a:lnTo>
                    <a:pt x="288493" y="78790"/>
                  </a:lnTo>
                  <a:lnTo>
                    <a:pt x="294055" y="80060"/>
                  </a:lnTo>
                  <a:lnTo>
                    <a:pt x="299745" y="80060"/>
                  </a:lnTo>
                  <a:lnTo>
                    <a:pt x="305714" y="77520"/>
                  </a:lnTo>
                  <a:lnTo>
                    <a:pt x="307670" y="74980"/>
                  </a:lnTo>
                  <a:lnTo>
                    <a:pt x="309626" y="72440"/>
                  </a:lnTo>
                  <a:close/>
                </a:path>
                <a:path w="1099184" h="932815">
                  <a:moveTo>
                    <a:pt x="352234" y="0"/>
                  </a:moveTo>
                  <a:lnTo>
                    <a:pt x="343928" y="0"/>
                  </a:lnTo>
                  <a:lnTo>
                    <a:pt x="332244" y="14236"/>
                  </a:lnTo>
                  <a:lnTo>
                    <a:pt x="337451" y="10210"/>
                  </a:lnTo>
                  <a:lnTo>
                    <a:pt x="342595" y="3860"/>
                  </a:lnTo>
                  <a:lnTo>
                    <a:pt x="347154" y="6210"/>
                  </a:lnTo>
                  <a:lnTo>
                    <a:pt x="349072" y="3860"/>
                  </a:lnTo>
                  <a:lnTo>
                    <a:pt x="352234" y="0"/>
                  </a:lnTo>
                  <a:close/>
                </a:path>
                <a:path w="1099184" h="932815">
                  <a:moveTo>
                    <a:pt x="372427" y="50"/>
                  </a:moveTo>
                  <a:lnTo>
                    <a:pt x="352234" y="50"/>
                  </a:lnTo>
                  <a:lnTo>
                    <a:pt x="349072" y="5130"/>
                  </a:lnTo>
                  <a:lnTo>
                    <a:pt x="347141" y="6400"/>
                  </a:lnTo>
                  <a:lnTo>
                    <a:pt x="347535" y="7670"/>
                  </a:lnTo>
                  <a:lnTo>
                    <a:pt x="353529" y="7670"/>
                  </a:lnTo>
                  <a:lnTo>
                    <a:pt x="360400" y="6400"/>
                  </a:lnTo>
                  <a:lnTo>
                    <a:pt x="367969" y="2590"/>
                  </a:lnTo>
                  <a:lnTo>
                    <a:pt x="372427" y="50"/>
                  </a:lnTo>
                  <a:close/>
                </a:path>
                <a:path w="1099184" h="932815">
                  <a:moveTo>
                    <a:pt x="410349" y="50"/>
                  </a:moveTo>
                  <a:lnTo>
                    <a:pt x="390804" y="50"/>
                  </a:lnTo>
                  <a:lnTo>
                    <a:pt x="395630" y="2590"/>
                  </a:lnTo>
                  <a:lnTo>
                    <a:pt x="402310" y="6400"/>
                  </a:lnTo>
                  <a:lnTo>
                    <a:pt x="405180" y="7670"/>
                  </a:lnTo>
                  <a:lnTo>
                    <a:pt x="408571" y="6400"/>
                  </a:lnTo>
                  <a:lnTo>
                    <a:pt x="410349" y="50"/>
                  </a:lnTo>
                  <a:close/>
                </a:path>
                <a:path w="1099184" h="932815">
                  <a:moveTo>
                    <a:pt x="510844" y="50"/>
                  </a:moveTo>
                  <a:lnTo>
                    <a:pt x="492531" y="50"/>
                  </a:lnTo>
                  <a:lnTo>
                    <a:pt x="488429" y="7670"/>
                  </a:lnTo>
                  <a:lnTo>
                    <a:pt x="483158" y="16560"/>
                  </a:lnTo>
                  <a:lnTo>
                    <a:pt x="478866" y="24180"/>
                  </a:lnTo>
                  <a:lnTo>
                    <a:pt x="475488" y="31800"/>
                  </a:lnTo>
                  <a:lnTo>
                    <a:pt x="472973" y="39420"/>
                  </a:lnTo>
                  <a:lnTo>
                    <a:pt x="462546" y="31800"/>
                  </a:lnTo>
                  <a:lnTo>
                    <a:pt x="459066" y="29260"/>
                  </a:lnTo>
                  <a:lnTo>
                    <a:pt x="437870" y="20370"/>
                  </a:lnTo>
                  <a:lnTo>
                    <a:pt x="409714" y="17830"/>
                  </a:lnTo>
                  <a:lnTo>
                    <a:pt x="374929" y="26720"/>
                  </a:lnTo>
                  <a:lnTo>
                    <a:pt x="338366" y="50850"/>
                  </a:lnTo>
                  <a:lnTo>
                    <a:pt x="311416" y="91490"/>
                  </a:lnTo>
                  <a:lnTo>
                    <a:pt x="300596" y="123240"/>
                  </a:lnTo>
                  <a:lnTo>
                    <a:pt x="298983" y="129590"/>
                  </a:lnTo>
                  <a:lnTo>
                    <a:pt x="280987" y="128320"/>
                  </a:lnTo>
                  <a:lnTo>
                    <a:pt x="255092" y="128320"/>
                  </a:lnTo>
                  <a:lnTo>
                    <a:pt x="246418" y="129590"/>
                  </a:lnTo>
                  <a:lnTo>
                    <a:pt x="232105" y="147370"/>
                  </a:lnTo>
                  <a:lnTo>
                    <a:pt x="235229" y="146100"/>
                  </a:lnTo>
                  <a:lnTo>
                    <a:pt x="267030" y="141020"/>
                  </a:lnTo>
                  <a:lnTo>
                    <a:pt x="292036" y="142290"/>
                  </a:lnTo>
                  <a:lnTo>
                    <a:pt x="302425" y="144830"/>
                  </a:lnTo>
                  <a:lnTo>
                    <a:pt x="305523" y="144830"/>
                  </a:lnTo>
                  <a:lnTo>
                    <a:pt x="308051" y="142290"/>
                  </a:lnTo>
                  <a:lnTo>
                    <a:pt x="308902" y="141020"/>
                  </a:lnTo>
                  <a:lnTo>
                    <a:pt x="309143" y="138480"/>
                  </a:lnTo>
                  <a:lnTo>
                    <a:pt x="310946" y="129590"/>
                  </a:lnTo>
                  <a:lnTo>
                    <a:pt x="342811" y="64820"/>
                  </a:lnTo>
                  <a:lnTo>
                    <a:pt x="378548" y="39420"/>
                  </a:lnTo>
                  <a:lnTo>
                    <a:pt x="417639" y="31800"/>
                  </a:lnTo>
                  <a:lnTo>
                    <a:pt x="446506" y="38150"/>
                  </a:lnTo>
                  <a:lnTo>
                    <a:pt x="464629" y="48310"/>
                  </a:lnTo>
                  <a:lnTo>
                    <a:pt x="471474" y="54660"/>
                  </a:lnTo>
                  <a:lnTo>
                    <a:pt x="472897" y="57200"/>
                  </a:lnTo>
                  <a:lnTo>
                    <a:pt x="474967" y="57200"/>
                  </a:lnTo>
                  <a:lnTo>
                    <a:pt x="478866" y="55930"/>
                  </a:lnTo>
                  <a:lnTo>
                    <a:pt x="480402" y="54660"/>
                  </a:lnTo>
                  <a:lnTo>
                    <a:pt x="480987" y="52120"/>
                  </a:lnTo>
                  <a:lnTo>
                    <a:pt x="484860" y="40690"/>
                  </a:lnTo>
                  <a:lnTo>
                    <a:pt x="485508" y="39420"/>
                  </a:lnTo>
                  <a:lnTo>
                    <a:pt x="497255" y="16560"/>
                  </a:lnTo>
                  <a:lnTo>
                    <a:pt x="510844" y="50"/>
                  </a:lnTo>
                  <a:close/>
                </a:path>
                <a:path w="1099184" h="932815">
                  <a:moveTo>
                    <a:pt x="565137" y="11480"/>
                  </a:moveTo>
                  <a:lnTo>
                    <a:pt x="564616" y="5130"/>
                  </a:lnTo>
                  <a:lnTo>
                    <a:pt x="562127" y="2590"/>
                  </a:lnTo>
                  <a:lnTo>
                    <a:pt x="558685" y="2590"/>
                  </a:lnTo>
                  <a:lnTo>
                    <a:pt x="511009" y="22910"/>
                  </a:lnTo>
                  <a:lnTo>
                    <a:pt x="487756" y="59740"/>
                  </a:lnTo>
                  <a:lnTo>
                    <a:pt x="479704" y="88950"/>
                  </a:lnTo>
                  <a:lnTo>
                    <a:pt x="474624" y="82600"/>
                  </a:lnTo>
                  <a:lnTo>
                    <a:pt x="468782" y="76250"/>
                  </a:lnTo>
                  <a:lnTo>
                    <a:pt x="462330" y="71170"/>
                  </a:lnTo>
                  <a:lnTo>
                    <a:pt x="455447" y="64820"/>
                  </a:lnTo>
                  <a:lnTo>
                    <a:pt x="449059" y="61010"/>
                  </a:lnTo>
                  <a:lnTo>
                    <a:pt x="440550" y="55930"/>
                  </a:lnTo>
                  <a:lnTo>
                    <a:pt x="420751" y="49580"/>
                  </a:lnTo>
                  <a:lnTo>
                    <a:pt x="371043" y="57200"/>
                  </a:lnTo>
                  <a:lnTo>
                    <a:pt x="340207" y="88950"/>
                  </a:lnTo>
                  <a:lnTo>
                    <a:pt x="325056" y="139750"/>
                  </a:lnTo>
                  <a:lnTo>
                    <a:pt x="323773" y="171500"/>
                  </a:lnTo>
                  <a:lnTo>
                    <a:pt x="324065" y="179120"/>
                  </a:lnTo>
                  <a:lnTo>
                    <a:pt x="314972" y="171500"/>
                  </a:lnTo>
                  <a:lnTo>
                    <a:pt x="279704" y="156260"/>
                  </a:lnTo>
                  <a:lnTo>
                    <a:pt x="263664" y="152450"/>
                  </a:lnTo>
                  <a:lnTo>
                    <a:pt x="245579" y="153720"/>
                  </a:lnTo>
                  <a:lnTo>
                    <a:pt x="201523" y="184200"/>
                  </a:lnTo>
                  <a:lnTo>
                    <a:pt x="185407" y="235000"/>
                  </a:lnTo>
                  <a:lnTo>
                    <a:pt x="187172" y="266750"/>
                  </a:lnTo>
                  <a:lnTo>
                    <a:pt x="192011" y="292150"/>
                  </a:lnTo>
                  <a:lnTo>
                    <a:pt x="179120" y="288340"/>
                  </a:lnTo>
                  <a:lnTo>
                    <a:pt x="163220" y="285800"/>
                  </a:lnTo>
                  <a:lnTo>
                    <a:pt x="145554" y="285800"/>
                  </a:lnTo>
                  <a:lnTo>
                    <a:pt x="104648" y="307390"/>
                  </a:lnTo>
                  <a:lnTo>
                    <a:pt x="79857" y="363270"/>
                  </a:lnTo>
                  <a:lnTo>
                    <a:pt x="77736" y="389940"/>
                  </a:lnTo>
                  <a:lnTo>
                    <a:pt x="80098" y="412800"/>
                  </a:lnTo>
                  <a:lnTo>
                    <a:pt x="85102" y="431850"/>
                  </a:lnTo>
                  <a:lnTo>
                    <a:pt x="88099" y="439470"/>
                  </a:lnTo>
                  <a:lnTo>
                    <a:pt x="94449" y="452170"/>
                  </a:lnTo>
                  <a:lnTo>
                    <a:pt x="97510" y="457250"/>
                  </a:lnTo>
                  <a:lnTo>
                    <a:pt x="82804" y="458520"/>
                  </a:lnTo>
                  <a:lnTo>
                    <a:pt x="30467" y="485190"/>
                  </a:lnTo>
                  <a:lnTo>
                    <a:pt x="10642" y="528370"/>
                  </a:lnTo>
                  <a:lnTo>
                    <a:pt x="9309" y="547420"/>
                  </a:lnTo>
                  <a:lnTo>
                    <a:pt x="12242" y="585520"/>
                  </a:lnTo>
                  <a:lnTo>
                    <a:pt x="19710" y="613460"/>
                  </a:lnTo>
                  <a:lnTo>
                    <a:pt x="29756" y="632510"/>
                  </a:lnTo>
                  <a:lnTo>
                    <a:pt x="40386" y="643940"/>
                  </a:lnTo>
                  <a:lnTo>
                    <a:pt x="27584" y="652830"/>
                  </a:lnTo>
                  <a:lnTo>
                    <a:pt x="3848" y="694740"/>
                  </a:lnTo>
                  <a:lnTo>
                    <a:pt x="330" y="779830"/>
                  </a:lnTo>
                  <a:lnTo>
                    <a:pt x="88" y="896670"/>
                  </a:lnTo>
                  <a:lnTo>
                    <a:pt x="304" y="930960"/>
                  </a:lnTo>
                  <a:lnTo>
                    <a:pt x="2857" y="932230"/>
                  </a:lnTo>
                  <a:lnTo>
                    <a:pt x="9207" y="932230"/>
                  </a:lnTo>
                  <a:lnTo>
                    <a:pt x="11734" y="930960"/>
                  </a:lnTo>
                  <a:lnTo>
                    <a:pt x="11569" y="896670"/>
                  </a:lnTo>
                  <a:lnTo>
                    <a:pt x="11696" y="796340"/>
                  </a:lnTo>
                  <a:lnTo>
                    <a:pt x="13119" y="718870"/>
                  </a:lnTo>
                  <a:lnTo>
                    <a:pt x="30581" y="668070"/>
                  </a:lnTo>
                  <a:lnTo>
                    <a:pt x="57480" y="652830"/>
                  </a:lnTo>
                  <a:lnTo>
                    <a:pt x="60477" y="652830"/>
                  </a:lnTo>
                  <a:lnTo>
                    <a:pt x="62953" y="649020"/>
                  </a:lnTo>
                  <a:lnTo>
                    <a:pt x="63411" y="642670"/>
                  </a:lnTo>
                  <a:lnTo>
                    <a:pt x="61315" y="640130"/>
                  </a:lnTo>
                  <a:lnTo>
                    <a:pt x="58381" y="638860"/>
                  </a:lnTo>
                  <a:lnTo>
                    <a:pt x="52349" y="636320"/>
                  </a:lnTo>
                  <a:lnTo>
                    <a:pt x="39433" y="624890"/>
                  </a:lnTo>
                  <a:lnTo>
                    <a:pt x="26593" y="596950"/>
                  </a:lnTo>
                  <a:lnTo>
                    <a:pt x="20764" y="547420"/>
                  </a:lnTo>
                  <a:lnTo>
                    <a:pt x="21869" y="530910"/>
                  </a:lnTo>
                  <a:lnTo>
                    <a:pt x="38227" y="495350"/>
                  </a:lnTo>
                  <a:lnTo>
                    <a:pt x="83223" y="472490"/>
                  </a:lnTo>
                  <a:lnTo>
                    <a:pt x="101688" y="471220"/>
                  </a:lnTo>
                  <a:lnTo>
                    <a:pt x="111823" y="471220"/>
                  </a:lnTo>
                  <a:lnTo>
                    <a:pt x="114071" y="469950"/>
                  </a:lnTo>
                  <a:lnTo>
                    <a:pt x="116014" y="464870"/>
                  </a:lnTo>
                  <a:lnTo>
                    <a:pt x="115506" y="461060"/>
                  </a:lnTo>
                  <a:lnTo>
                    <a:pt x="113766" y="459790"/>
                  </a:lnTo>
                  <a:lnTo>
                    <a:pt x="111887" y="457250"/>
                  </a:lnTo>
                  <a:lnTo>
                    <a:pt x="90335" y="405180"/>
                  </a:lnTo>
                  <a:lnTo>
                    <a:pt x="89154" y="383590"/>
                  </a:lnTo>
                  <a:lnTo>
                    <a:pt x="91960" y="362000"/>
                  </a:lnTo>
                  <a:lnTo>
                    <a:pt x="112382" y="316280"/>
                  </a:lnTo>
                  <a:lnTo>
                    <a:pt x="154660" y="298500"/>
                  </a:lnTo>
                  <a:lnTo>
                    <a:pt x="176352" y="301040"/>
                  </a:lnTo>
                  <a:lnTo>
                    <a:pt x="198780" y="309930"/>
                  </a:lnTo>
                  <a:lnTo>
                    <a:pt x="200901" y="311200"/>
                  </a:lnTo>
                  <a:lnTo>
                    <a:pt x="203415" y="311200"/>
                  </a:lnTo>
                  <a:lnTo>
                    <a:pt x="206844" y="307390"/>
                  </a:lnTo>
                  <a:lnTo>
                    <a:pt x="207403" y="303580"/>
                  </a:lnTo>
                  <a:lnTo>
                    <a:pt x="206565" y="301040"/>
                  </a:lnTo>
                  <a:lnTo>
                    <a:pt x="205816" y="298500"/>
                  </a:lnTo>
                  <a:lnTo>
                    <a:pt x="203936" y="292150"/>
                  </a:lnTo>
                  <a:lnTo>
                    <a:pt x="202819" y="288340"/>
                  </a:lnTo>
                  <a:lnTo>
                    <a:pt x="197548" y="255320"/>
                  </a:lnTo>
                  <a:lnTo>
                    <a:pt x="199072" y="217220"/>
                  </a:lnTo>
                  <a:lnTo>
                    <a:pt x="215709" y="182930"/>
                  </a:lnTo>
                  <a:lnTo>
                    <a:pt x="245833" y="167690"/>
                  </a:lnTo>
                  <a:lnTo>
                    <a:pt x="277799" y="168960"/>
                  </a:lnTo>
                  <a:lnTo>
                    <a:pt x="306616" y="181660"/>
                  </a:lnTo>
                  <a:lnTo>
                    <a:pt x="327304" y="199440"/>
                  </a:lnTo>
                  <a:lnTo>
                    <a:pt x="329069" y="200710"/>
                  </a:lnTo>
                  <a:lnTo>
                    <a:pt x="331787" y="201980"/>
                  </a:lnTo>
                  <a:lnTo>
                    <a:pt x="336219" y="199440"/>
                  </a:lnTo>
                  <a:lnTo>
                    <a:pt x="337426" y="195630"/>
                  </a:lnTo>
                  <a:lnTo>
                    <a:pt x="336969" y="193090"/>
                  </a:lnTo>
                  <a:lnTo>
                    <a:pt x="335622" y="179120"/>
                  </a:lnTo>
                  <a:lnTo>
                    <a:pt x="347383" y="100380"/>
                  </a:lnTo>
                  <a:lnTo>
                    <a:pt x="375983" y="68630"/>
                  </a:lnTo>
                  <a:lnTo>
                    <a:pt x="412902" y="61010"/>
                  </a:lnTo>
                  <a:lnTo>
                    <a:pt x="428625" y="64820"/>
                  </a:lnTo>
                  <a:lnTo>
                    <a:pt x="467601" y="94030"/>
                  </a:lnTo>
                  <a:lnTo>
                    <a:pt x="477888" y="113080"/>
                  </a:lnTo>
                  <a:lnTo>
                    <a:pt x="480402" y="115620"/>
                  </a:lnTo>
                  <a:lnTo>
                    <a:pt x="486664" y="115620"/>
                  </a:lnTo>
                  <a:lnTo>
                    <a:pt x="489229" y="113080"/>
                  </a:lnTo>
                  <a:lnTo>
                    <a:pt x="489343" y="106730"/>
                  </a:lnTo>
                  <a:lnTo>
                    <a:pt x="489394" y="105460"/>
                  </a:lnTo>
                  <a:lnTo>
                    <a:pt x="490423" y="95300"/>
                  </a:lnTo>
                  <a:lnTo>
                    <a:pt x="491655" y="88950"/>
                  </a:lnTo>
                  <a:lnTo>
                    <a:pt x="493128" y="81330"/>
                  </a:lnTo>
                  <a:lnTo>
                    <a:pt x="508749" y="44500"/>
                  </a:lnTo>
                  <a:lnTo>
                    <a:pt x="539470" y="20370"/>
                  </a:lnTo>
                  <a:lnTo>
                    <a:pt x="559663" y="15290"/>
                  </a:lnTo>
                  <a:lnTo>
                    <a:pt x="562813" y="15290"/>
                  </a:lnTo>
                  <a:lnTo>
                    <a:pt x="565137" y="11480"/>
                  </a:lnTo>
                  <a:close/>
                </a:path>
                <a:path w="1099184" h="932815">
                  <a:moveTo>
                    <a:pt x="1096733" y="803770"/>
                  </a:moveTo>
                  <a:lnTo>
                    <a:pt x="1095705" y="800836"/>
                  </a:lnTo>
                  <a:lnTo>
                    <a:pt x="1095578" y="800620"/>
                  </a:lnTo>
                  <a:lnTo>
                    <a:pt x="1095387" y="800519"/>
                  </a:lnTo>
                  <a:lnTo>
                    <a:pt x="1095146" y="800519"/>
                  </a:lnTo>
                  <a:lnTo>
                    <a:pt x="1088910" y="806157"/>
                  </a:lnTo>
                  <a:lnTo>
                    <a:pt x="1079652" y="818540"/>
                  </a:lnTo>
                  <a:lnTo>
                    <a:pt x="1071245" y="830935"/>
                  </a:lnTo>
                  <a:lnTo>
                    <a:pt x="1067587" y="836549"/>
                  </a:lnTo>
                  <a:lnTo>
                    <a:pt x="1085316" y="818286"/>
                  </a:lnTo>
                  <a:lnTo>
                    <a:pt x="1094155" y="808469"/>
                  </a:lnTo>
                  <a:lnTo>
                    <a:pt x="1096733" y="803770"/>
                  </a:lnTo>
                  <a:close/>
                </a:path>
                <a:path w="1099184" h="932815">
                  <a:moveTo>
                    <a:pt x="1097419" y="821321"/>
                  </a:moveTo>
                  <a:lnTo>
                    <a:pt x="1096581" y="814247"/>
                  </a:lnTo>
                  <a:lnTo>
                    <a:pt x="1096467" y="813625"/>
                  </a:lnTo>
                  <a:lnTo>
                    <a:pt x="1096124" y="813333"/>
                  </a:lnTo>
                  <a:lnTo>
                    <a:pt x="1095590" y="813333"/>
                  </a:lnTo>
                  <a:lnTo>
                    <a:pt x="1089685" y="816965"/>
                  </a:lnTo>
                  <a:lnTo>
                    <a:pt x="1081392" y="824953"/>
                  </a:lnTo>
                  <a:lnTo>
                    <a:pt x="1073988" y="832929"/>
                  </a:lnTo>
                  <a:lnTo>
                    <a:pt x="1070787" y="836561"/>
                  </a:lnTo>
                  <a:lnTo>
                    <a:pt x="1086929" y="830389"/>
                  </a:lnTo>
                  <a:lnTo>
                    <a:pt x="1095006" y="826008"/>
                  </a:lnTo>
                  <a:lnTo>
                    <a:pt x="1097419" y="821321"/>
                  </a:lnTo>
                  <a:close/>
                </a:path>
                <a:path w="1099184" h="932815">
                  <a:moveTo>
                    <a:pt x="1098638" y="868680"/>
                  </a:moveTo>
                  <a:lnTo>
                    <a:pt x="1097280" y="855472"/>
                  </a:lnTo>
                  <a:lnTo>
                    <a:pt x="1097089" y="854710"/>
                  </a:lnTo>
                  <a:lnTo>
                    <a:pt x="1095984" y="852170"/>
                  </a:lnTo>
                  <a:lnTo>
                    <a:pt x="1095133" y="850392"/>
                  </a:lnTo>
                  <a:lnTo>
                    <a:pt x="1094473" y="849503"/>
                  </a:lnTo>
                  <a:lnTo>
                    <a:pt x="1093876" y="848487"/>
                  </a:lnTo>
                  <a:lnTo>
                    <a:pt x="1092428" y="846709"/>
                  </a:lnTo>
                  <a:lnTo>
                    <a:pt x="1090904" y="845058"/>
                  </a:lnTo>
                  <a:lnTo>
                    <a:pt x="1090041" y="844423"/>
                  </a:lnTo>
                  <a:lnTo>
                    <a:pt x="1088390" y="843026"/>
                  </a:lnTo>
                  <a:lnTo>
                    <a:pt x="1086561" y="841883"/>
                  </a:lnTo>
                  <a:lnTo>
                    <a:pt x="1083691" y="840740"/>
                  </a:lnTo>
                  <a:lnTo>
                    <a:pt x="1082687" y="840486"/>
                  </a:lnTo>
                  <a:lnTo>
                    <a:pt x="1081709" y="840105"/>
                  </a:lnTo>
                  <a:lnTo>
                    <a:pt x="1079715" y="839724"/>
                  </a:lnTo>
                  <a:lnTo>
                    <a:pt x="1078699" y="839724"/>
                  </a:lnTo>
                  <a:lnTo>
                    <a:pt x="1077709" y="839597"/>
                  </a:lnTo>
                  <a:lnTo>
                    <a:pt x="1075702" y="839851"/>
                  </a:lnTo>
                  <a:lnTo>
                    <a:pt x="1075220" y="839851"/>
                  </a:lnTo>
                  <a:lnTo>
                    <a:pt x="1073505" y="840105"/>
                  </a:lnTo>
                  <a:lnTo>
                    <a:pt x="1059383" y="858647"/>
                  </a:lnTo>
                  <a:lnTo>
                    <a:pt x="1059573" y="861060"/>
                  </a:lnTo>
                  <a:lnTo>
                    <a:pt x="1071346" y="876300"/>
                  </a:lnTo>
                  <a:lnTo>
                    <a:pt x="1074712" y="875919"/>
                  </a:lnTo>
                  <a:lnTo>
                    <a:pt x="1075118" y="875919"/>
                  </a:lnTo>
                  <a:lnTo>
                    <a:pt x="1075537" y="875792"/>
                  </a:lnTo>
                  <a:lnTo>
                    <a:pt x="1076591" y="875665"/>
                  </a:lnTo>
                  <a:lnTo>
                    <a:pt x="1077722" y="875284"/>
                  </a:lnTo>
                  <a:lnTo>
                    <a:pt x="1078826" y="874776"/>
                  </a:lnTo>
                  <a:lnTo>
                    <a:pt x="1079563" y="874268"/>
                  </a:lnTo>
                  <a:lnTo>
                    <a:pt x="1081062" y="873379"/>
                  </a:lnTo>
                  <a:lnTo>
                    <a:pt x="1082306" y="871982"/>
                  </a:lnTo>
                  <a:lnTo>
                    <a:pt x="1083627" y="869823"/>
                  </a:lnTo>
                  <a:lnTo>
                    <a:pt x="1084097" y="869061"/>
                  </a:lnTo>
                  <a:lnTo>
                    <a:pt x="1084275" y="868680"/>
                  </a:lnTo>
                  <a:lnTo>
                    <a:pt x="1084808" y="867283"/>
                  </a:lnTo>
                  <a:lnTo>
                    <a:pt x="1085113" y="865251"/>
                  </a:lnTo>
                  <a:lnTo>
                    <a:pt x="1084986" y="860806"/>
                  </a:lnTo>
                  <a:lnTo>
                    <a:pt x="1077175" y="852805"/>
                  </a:lnTo>
                  <a:lnTo>
                    <a:pt x="1075448" y="852932"/>
                  </a:lnTo>
                  <a:lnTo>
                    <a:pt x="1069352" y="861568"/>
                  </a:lnTo>
                  <a:lnTo>
                    <a:pt x="1069644" y="862838"/>
                  </a:lnTo>
                  <a:lnTo>
                    <a:pt x="1074521" y="866140"/>
                  </a:lnTo>
                  <a:lnTo>
                    <a:pt x="1073912" y="866013"/>
                  </a:lnTo>
                  <a:lnTo>
                    <a:pt x="1072540" y="865378"/>
                  </a:lnTo>
                  <a:lnTo>
                    <a:pt x="1071765" y="864616"/>
                  </a:lnTo>
                  <a:lnTo>
                    <a:pt x="1070927" y="862838"/>
                  </a:lnTo>
                  <a:lnTo>
                    <a:pt x="1070902" y="860298"/>
                  </a:lnTo>
                  <a:lnTo>
                    <a:pt x="1071473" y="858266"/>
                  </a:lnTo>
                  <a:lnTo>
                    <a:pt x="1072476" y="856869"/>
                  </a:lnTo>
                  <a:lnTo>
                    <a:pt x="1074178" y="856234"/>
                  </a:lnTo>
                  <a:lnTo>
                    <a:pt x="1075677" y="855980"/>
                  </a:lnTo>
                  <a:lnTo>
                    <a:pt x="1076833" y="856107"/>
                  </a:lnTo>
                  <a:lnTo>
                    <a:pt x="1081087" y="863727"/>
                  </a:lnTo>
                  <a:lnTo>
                    <a:pt x="1080897" y="864616"/>
                  </a:lnTo>
                  <a:lnTo>
                    <a:pt x="1077328" y="869061"/>
                  </a:lnTo>
                  <a:lnTo>
                    <a:pt x="1076871" y="869315"/>
                  </a:lnTo>
                  <a:lnTo>
                    <a:pt x="1076248" y="869569"/>
                  </a:lnTo>
                  <a:lnTo>
                    <a:pt x="1075410" y="869696"/>
                  </a:lnTo>
                  <a:lnTo>
                    <a:pt x="1074928" y="869696"/>
                  </a:lnTo>
                  <a:lnTo>
                    <a:pt x="1074686" y="869823"/>
                  </a:lnTo>
                  <a:lnTo>
                    <a:pt x="1074407" y="869696"/>
                  </a:lnTo>
                  <a:lnTo>
                    <a:pt x="1072311" y="869696"/>
                  </a:lnTo>
                  <a:lnTo>
                    <a:pt x="1070165" y="868807"/>
                  </a:lnTo>
                  <a:lnTo>
                    <a:pt x="1066253" y="862076"/>
                  </a:lnTo>
                  <a:lnTo>
                    <a:pt x="1066317" y="856869"/>
                  </a:lnTo>
                  <a:lnTo>
                    <a:pt x="1075029" y="848614"/>
                  </a:lnTo>
                  <a:lnTo>
                    <a:pt x="1074826" y="848741"/>
                  </a:lnTo>
                  <a:lnTo>
                    <a:pt x="1075626" y="848614"/>
                  </a:lnTo>
                  <a:lnTo>
                    <a:pt x="1075944" y="848614"/>
                  </a:lnTo>
                  <a:lnTo>
                    <a:pt x="1076274" y="848487"/>
                  </a:lnTo>
                  <a:lnTo>
                    <a:pt x="1077760" y="848487"/>
                  </a:lnTo>
                  <a:lnTo>
                    <a:pt x="1078217" y="848614"/>
                  </a:lnTo>
                  <a:lnTo>
                    <a:pt x="1078865" y="848614"/>
                  </a:lnTo>
                  <a:lnTo>
                    <a:pt x="1080147" y="848868"/>
                  </a:lnTo>
                  <a:lnTo>
                    <a:pt x="1080770" y="849122"/>
                  </a:lnTo>
                  <a:lnTo>
                    <a:pt x="1081430" y="849249"/>
                  </a:lnTo>
                  <a:lnTo>
                    <a:pt x="1082014" y="849630"/>
                  </a:lnTo>
                  <a:lnTo>
                    <a:pt x="1083246" y="850138"/>
                  </a:lnTo>
                  <a:lnTo>
                    <a:pt x="1084414" y="850900"/>
                  </a:lnTo>
                  <a:lnTo>
                    <a:pt x="1085430" y="851789"/>
                  </a:lnTo>
                  <a:lnTo>
                    <a:pt x="1085977" y="852170"/>
                  </a:lnTo>
                  <a:lnTo>
                    <a:pt x="1086916" y="853186"/>
                  </a:lnTo>
                  <a:lnTo>
                    <a:pt x="1087348" y="853821"/>
                  </a:lnTo>
                  <a:lnTo>
                    <a:pt x="1087818" y="854329"/>
                  </a:lnTo>
                  <a:lnTo>
                    <a:pt x="1088567" y="855599"/>
                  </a:lnTo>
                  <a:lnTo>
                    <a:pt x="1088885" y="856234"/>
                  </a:lnTo>
                  <a:lnTo>
                    <a:pt x="1089063" y="856488"/>
                  </a:lnTo>
                  <a:lnTo>
                    <a:pt x="1089774" y="858266"/>
                  </a:lnTo>
                  <a:lnTo>
                    <a:pt x="1089863" y="858647"/>
                  </a:lnTo>
                  <a:lnTo>
                    <a:pt x="1090079" y="859155"/>
                  </a:lnTo>
                  <a:lnTo>
                    <a:pt x="1090409" y="860806"/>
                  </a:lnTo>
                  <a:lnTo>
                    <a:pt x="1090498" y="861568"/>
                  </a:lnTo>
                  <a:lnTo>
                    <a:pt x="1090625" y="868045"/>
                  </a:lnTo>
                  <a:lnTo>
                    <a:pt x="1090371" y="869823"/>
                  </a:lnTo>
                  <a:lnTo>
                    <a:pt x="1087958" y="875538"/>
                  </a:lnTo>
                  <a:lnTo>
                    <a:pt x="1086269" y="878205"/>
                  </a:lnTo>
                  <a:lnTo>
                    <a:pt x="1083513" y="880618"/>
                  </a:lnTo>
                  <a:lnTo>
                    <a:pt x="1082992" y="881126"/>
                  </a:lnTo>
                  <a:lnTo>
                    <a:pt x="1081201" y="882269"/>
                  </a:lnTo>
                  <a:lnTo>
                    <a:pt x="1080884" y="882523"/>
                  </a:lnTo>
                  <a:lnTo>
                    <a:pt x="1080274" y="882777"/>
                  </a:lnTo>
                  <a:lnTo>
                    <a:pt x="1079944" y="883031"/>
                  </a:lnTo>
                  <a:lnTo>
                    <a:pt x="1078217" y="883793"/>
                  </a:lnTo>
                  <a:lnTo>
                    <a:pt x="1076210" y="884301"/>
                  </a:lnTo>
                  <a:lnTo>
                    <a:pt x="1073315" y="884809"/>
                  </a:lnTo>
                  <a:lnTo>
                    <a:pt x="1072642" y="884682"/>
                  </a:lnTo>
                  <a:lnTo>
                    <a:pt x="1071283" y="884809"/>
                  </a:lnTo>
                  <a:lnTo>
                    <a:pt x="1068628" y="884301"/>
                  </a:lnTo>
                  <a:lnTo>
                    <a:pt x="1063396" y="883031"/>
                  </a:lnTo>
                  <a:lnTo>
                    <a:pt x="1058786" y="879094"/>
                  </a:lnTo>
                  <a:lnTo>
                    <a:pt x="1055903" y="874141"/>
                  </a:lnTo>
                  <a:lnTo>
                    <a:pt x="1052893" y="869315"/>
                  </a:lnTo>
                  <a:lnTo>
                    <a:pt x="1052779" y="869061"/>
                  </a:lnTo>
                  <a:lnTo>
                    <a:pt x="1051814" y="864235"/>
                  </a:lnTo>
                  <a:lnTo>
                    <a:pt x="1051928" y="852170"/>
                  </a:lnTo>
                  <a:lnTo>
                    <a:pt x="1053020" y="847344"/>
                  </a:lnTo>
                  <a:lnTo>
                    <a:pt x="1055611" y="838327"/>
                  </a:lnTo>
                  <a:lnTo>
                    <a:pt x="1057008" y="834517"/>
                  </a:lnTo>
                  <a:lnTo>
                    <a:pt x="1061059" y="823722"/>
                  </a:lnTo>
                  <a:lnTo>
                    <a:pt x="1061923" y="821309"/>
                  </a:lnTo>
                  <a:lnTo>
                    <a:pt x="1060551" y="823722"/>
                  </a:lnTo>
                  <a:lnTo>
                    <a:pt x="1058354" y="827532"/>
                  </a:lnTo>
                  <a:lnTo>
                    <a:pt x="1053312" y="837057"/>
                  </a:lnTo>
                  <a:lnTo>
                    <a:pt x="1049655" y="846074"/>
                  </a:lnTo>
                  <a:lnTo>
                    <a:pt x="1047851" y="851281"/>
                  </a:lnTo>
                  <a:lnTo>
                    <a:pt x="1047127" y="858266"/>
                  </a:lnTo>
                  <a:lnTo>
                    <a:pt x="1047051" y="865251"/>
                  </a:lnTo>
                  <a:lnTo>
                    <a:pt x="1047800" y="869823"/>
                  </a:lnTo>
                  <a:lnTo>
                    <a:pt x="1048016" y="871220"/>
                  </a:lnTo>
                  <a:lnTo>
                    <a:pt x="1049235" y="874776"/>
                  </a:lnTo>
                  <a:lnTo>
                    <a:pt x="1050848" y="877824"/>
                  </a:lnTo>
                  <a:lnTo>
                    <a:pt x="1052512" y="881253"/>
                  </a:lnTo>
                  <a:lnTo>
                    <a:pt x="1070648" y="893191"/>
                  </a:lnTo>
                  <a:lnTo>
                    <a:pt x="1074445" y="893191"/>
                  </a:lnTo>
                  <a:lnTo>
                    <a:pt x="1075359" y="893064"/>
                  </a:lnTo>
                  <a:lnTo>
                    <a:pt x="1075829" y="893064"/>
                  </a:lnTo>
                  <a:lnTo>
                    <a:pt x="1077645" y="892810"/>
                  </a:lnTo>
                  <a:lnTo>
                    <a:pt x="1079677" y="892302"/>
                  </a:lnTo>
                  <a:lnTo>
                    <a:pt x="1079855" y="892302"/>
                  </a:lnTo>
                  <a:lnTo>
                    <a:pt x="1082802" y="891159"/>
                  </a:lnTo>
                  <a:lnTo>
                    <a:pt x="1083221" y="890905"/>
                  </a:lnTo>
                  <a:lnTo>
                    <a:pt x="1084567" y="890270"/>
                  </a:lnTo>
                  <a:lnTo>
                    <a:pt x="1085011" y="890016"/>
                  </a:lnTo>
                  <a:lnTo>
                    <a:pt x="1086269" y="889127"/>
                  </a:lnTo>
                  <a:lnTo>
                    <a:pt x="1087158" y="888619"/>
                  </a:lnTo>
                  <a:lnTo>
                    <a:pt x="1088732" y="887349"/>
                  </a:lnTo>
                  <a:lnTo>
                    <a:pt x="1091603" y="884809"/>
                  </a:lnTo>
                  <a:lnTo>
                    <a:pt x="1091895" y="884555"/>
                  </a:lnTo>
                  <a:lnTo>
                    <a:pt x="1094511" y="880872"/>
                  </a:lnTo>
                  <a:lnTo>
                    <a:pt x="1098029" y="872490"/>
                  </a:lnTo>
                  <a:lnTo>
                    <a:pt x="1098638" y="868680"/>
                  </a:lnTo>
                  <a:close/>
                </a:path>
                <a:path w="1099184" h="932815">
                  <a:moveTo>
                    <a:pt x="1098778" y="831583"/>
                  </a:moveTo>
                  <a:lnTo>
                    <a:pt x="1097915" y="831265"/>
                  </a:lnTo>
                  <a:lnTo>
                    <a:pt x="1090612" y="831265"/>
                  </a:lnTo>
                  <a:lnTo>
                    <a:pt x="1075105" y="836764"/>
                  </a:lnTo>
                  <a:lnTo>
                    <a:pt x="1073632" y="837577"/>
                  </a:lnTo>
                  <a:lnTo>
                    <a:pt x="1088161" y="838974"/>
                  </a:lnTo>
                  <a:lnTo>
                    <a:pt x="1095629" y="838885"/>
                  </a:lnTo>
                  <a:lnTo>
                    <a:pt x="1098384" y="836841"/>
                  </a:lnTo>
                  <a:lnTo>
                    <a:pt x="1098778" y="832358"/>
                  </a:lnTo>
                  <a:lnTo>
                    <a:pt x="1098778" y="831583"/>
                  </a:lnTo>
                  <a:close/>
                </a:path>
              </a:pathLst>
            </a:custGeom>
            <a:solidFill>
              <a:srgbClr val="E8BD92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81" name="object 181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1496394" y="6736886"/>
              <a:ext cx="186798" cy="243316"/>
            </a:xfrm>
            <a:prstGeom prst="rect">
              <a:avLst/>
            </a:prstGeom>
          </p:spPr>
        </p:pic>
        <p:sp>
          <p:nvSpPr>
            <p:cNvPr id="182" name="object 182" descr=""/>
            <p:cNvSpPr/>
            <p:nvPr/>
          </p:nvSpPr>
          <p:spPr>
            <a:xfrm>
              <a:off x="11195774" y="6564141"/>
              <a:ext cx="565785" cy="954405"/>
            </a:xfrm>
            <a:custGeom>
              <a:avLst/>
              <a:gdLst/>
              <a:ahLst/>
              <a:cxnLst/>
              <a:rect l="l" t="t" r="r" b="b"/>
              <a:pathLst>
                <a:path w="565784" h="954404">
                  <a:moveTo>
                    <a:pt x="311670" y="187350"/>
                  </a:moveTo>
                  <a:lnTo>
                    <a:pt x="300609" y="172897"/>
                  </a:lnTo>
                  <a:lnTo>
                    <a:pt x="291960" y="174396"/>
                  </a:lnTo>
                  <a:lnTo>
                    <a:pt x="285457" y="175526"/>
                  </a:lnTo>
                  <a:lnTo>
                    <a:pt x="272554" y="179844"/>
                  </a:lnTo>
                  <a:lnTo>
                    <a:pt x="260731" y="185445"/>
                  </a:lnTo>
                  <a:lnTo>
                    <a:pt x="250164" y="191871"/>
                  </a:lnTo>
                  <a:lnTo>
                    <a:pt x="241071" y="198691"/>
                  </a:lnTo>
                  <a:lnTo>
                    <a:pt x="241300" y="193319"/>
                  </a:lnTo>
                  <a:lnTo>
                    <a:pt x="234556" y="132041"/>
                  </a:lnTo>
                  <a:lnTo>
                    <a:pt x="220002" y="102019"/>
                  </a:lnTo>
                  <a:lnTo>
                    <a:pt x="220002" y="129374"/>
                  </a:lnTo>
                  <a:lnTo>
                    <a:pt x="87464" y="129374"/>
                  </a:lnTo>
                  <a:lnTo>
                    <a:pt x="123393" y="91541"/>
                  </a:lnTo>
                  <a:lnTo>
                    <a:pt x="152247" y="81254"/>
                  </a:lnTo>
                  <a:lnTo>
                    <a:pt x="169989" y="81851"/>
                  </a:lnTo>
                  <a:lnTo>
                    <a:pt x="189153" y="88950"/>
                  </a:lnTo>
                  <a:lnTo>
                    <a:pt x="217716" y="120777"/>
                  </a:lnTo>
                  <a:lnTo>
                    <a:pt x="220002" y="129374"/>
                  </a:lnTo>
                  <a:lnTo>
                    <a:pt x="220002" y="102019"/>
                  </a:lnTo>
                  <a:lnTo>
                    <a:pt x="211391" y="90271"/>
                  </a:lnTo>
                  <a:lnTo>
                    <a:pt x="199720" y="81254"/>
                  </a:lnTo>
                  <a:lnTo>
                    <a:pt x="194106" y="76923"/>
                  </a:lnTo>
                  <a:lnTo>
                    <a:pt x="167957" y="68059"/>
                  </a:lnTo>
                  <a:lnTo>
                    <a:pt x="144399" y="69126"/>
                  </a:lnTo>
                  <a:lnTo>
                    <a:pt x="109702" y="85280"/>
                  </a:lnTo>
                  <a:lnTo>
                    <a:pt x="85432" y="109118"/>
                  </a:lnTo>
                  <a:lnTo>
                    <a:pt x="84175" y="102285"/>
                  </a:lnTo>
                  <a:lnTo>
                    <a:pt x="68287" y="60807"/>
                  </a:lnTo>
                  <a:lnTo>
                    <a:pt x="33896" y="29425"/>
                  </a:lnTo>
                  <a:lnTo>
                    <a:pt x="6146" y="22047"/>
                  </a:lnTo>
                  <a:lnTo>
                    <a:pt x="3009" y="22047"/>
                  </a:lnTo>
                  <a:lnTo>
                    <a:pt x="533" y="24676"/>
                  </a:lnTo>
                  <a:lnTo>
                    <a:pt x="0" y="31826"/>
                  </a:lnTo>
                  <a:lnTo>
                    <a:pt x="2336" y="35064"/>
                  </a:lnTo>
                  <a:lnTo>
                    <a:pt x="5486" y="35394"/>
                  </a:lnTo>
                  <a:lnTo>
                    <a:pt x="25679" y="40106"/>
                  </a:lnTo>
                  <a:lnTo>
                    <a:pt x="56400" y="64592"/>
                  </a:lnTo>
                  <a:lnTo>
                    <a:pt x="72009" y="100850"/>
                  </a:lnTo>
                  <a:lnTo>
                    <a:pt x="76022" y="133184"/>
                  </a:lnTo>
                  <a:lnTo>
                    <a:pt x="78473" y="136055"/>
                  </a:lnTo>
                  <a:lnTo>
                    <a:pt x="84747" y="136055"/>
                  </a:lnTo>
                  <a:lnTo>
                    <a:pt x="87274" y="133184"/>
                  </a:lnTo>
                  <a:lnTo>
                    <a:pt x="87363" y="129374"/>
                  </a:lnTo>
                  <a:lnTo>
                    <a:pt x="220027" y="129476"/>
                  </a:lnTo>
                  <a:lnTo>
                    <a:pt x="228663" y="161861"/>
                  </a:lnTo>
                  <a:lnTo>
                    <a:pt x="229438" y="190461"/>
                  </a:lnTo>
                  <a:lnTo>
                    <a:pt x="229514" y="198691"/>
                  </a:lnTo>
                  <a:lnTo>
                    <a:pt x="228180" y="213156"/>
                  </a:lnTo>
                  <a:lnTo>
                    <a:pt x="227711" y="216039"/>
                  </a:lnTo>
                  <a:lnTo>
                    <a:pt x="228917" y="218922"/>
                  </a:lnTo>
                  <a:lnTo>
                    <a:pt x="233362" y="221640"/>
                  </a:lnTo>
                  <a:lnTo>
                    <a:pt x="236080" y="221157"/>
                  </a:lnTo>
                  <a:lnTo>
                    <a:pt x="237845" y="219087"/>
                  </a:lnTo>
                  <a:lnTo>
                    <a:pt x="258533" y="201625"/>
                  </a:lnTo>
                  <a:lnTo>
                    <a:pt x="265010" y="198691"/>
                  </a:lnTo>
                  <a:lnTo>
                    <a:pt x="287350" y="188620"/>
                  </a:lnTo>
                  <a:lnTo>
                    <a:pt x="302247" y="187845"/>
                  </a:lnTo>
                  <a:lnTo>
                    <a:pt x="311670" y="187350"/>
                  </a:lnTo>
                  <a:close/>
                </a:path>
                <a:path w="565784" h="954404">
                  <a:moveTo>
                    <a:pt x="412356" y="318846"/>
                  </a:moveTo>
                  <a:lnTo>
                    <a:pt x="412076" y="318490"/>
                  </a:lnTo>
                  <a:lnTo>
                    <a:pt x="402170" y="305549"/>
                  </a:lnTo>
                  <a:lnTo>
                    <a:pt x="401929" y="305549"/>
                  </a:lnTo>
                  <a:lnTo>
                    <a:pt x="393534" y="307060"/>
                  </a:lnTo>
                  <a:lnTo>
                    <a:pt x="386016" y="308419"/>
                  </a:lnTo>
                  <a:lnTo>
                    <a:pt x="373126" y="312559"/>
                  </a:lnTo>
                  <a:lnTo>
                    <a:pt x="377977" y="287223"/>
                  </a:lnTo>
                  <a:lnTo>
                    <a:pt x="378002" y="286778"/>
                  </a:lnTo>
                  <a:lnTo>
                    <a:pt x="378650" y="274840"/>
                  </a:lnTo>
                  <a:lnTo>
                    <a:pt x="366966" y="259562"/>
                  </a:lnTo>
                  <a:lnTo>
                    <a:pt x="367499" y="273062"/>
                  </a:lnTo>
                  <a:lnTo>
                    <a:pt x="367601" y="275717"/>
                  </a:lnTo>
                  <a:lnTo>
                    <a:pt x="362331" y="307733"/>
                  </a:lnTo>
                  <a:lnTo>
                    <a:pt x="358571" y="321449"/>
                  </a:lnTo>
                  <a:lnTo>
                    <a:pt x="357733" y="323964"/>
                  </a:lnTo>
                  <a:lnTo>
                    <a:pt x="358279" y="326771"/>
                  </a:lnTo>
                  <a:lnTo>
                    <a:pt x="361721" y="330581"/>
                  </a:lnTo>
                  <a:lnTo>
                    <a:pt x="364248" y="331050"/>
                  </a:lnTo>
                  <a:lnTo>
                    <a:pt x="366356" y="329882"/>
                  </a:lnTo>
                  <a:lnTo>
                    <a:pt x="372846" y="326859"/>
                  </a:lnTo>
                  <a:lnTo>
                    <a:pt x="388785" y="321449"/>
                  </a:lnTo>
                  <a:lnTo>
                    <a:pt x="403059" y="319506"/>
                  </a:lnTo>
                  <a:lnTo>
                    <a:pt x="410489" y="318490"/>
                  </a:lnTo>
                  <a:lnTo>
                    <a:pt x="412356" y="318846"/>
                  </a:lnTo>
                  <a:close/>
                </a:path>
                <a:path w="565784" h="954404">
                  <a:moveTo>
                    <a:pt x="553694" y="0"/>
                  </a:moveTo>
                  <a:lnTo>
                    <a:pt x="543229" y="0"/>
                  </a:lnTo>
                  <a:lnTo>
                    <a:pt x="548055" y="6311"/>
                  </a:lnTo>
                  <a:lnTo>
                    <a:pt x="553694" y="6375"/>
                  </a:lnTo>
                  <a:lnTo>
                    <a:pt x="553694" y="0"/>
                  </a:lnTo>
                  <a:close/>
                </a:path>
                <a:path w="565784" h="954404">
                  <a:moveTo>
                    <a:pt x="565162" y="862152"/>
                  </a:moveTo>
                  <a:lnTo>
                    <a:pt x="564807" y="799338"/>
                  </a:lnTo>
                  <a:lnTo>
                    <a:pt x="563651" y="744639"/>
                  </a:lnTo>
                  <a:lnTo>
                    <a:pt x="556399" y="700290"/>
                  </a:lnTo>
                  <a:lnTo>
                    <a:pt x="524764" y="663409"/>
                  </a:lnTo>
                  <a:lnTo>
                    <a:pt x="535393" y="651802"/>
                  </a:lnTo>
                  <a:lnTo>
                    <a:pt x="545426" y="632968"/>
                  </a:lnTo>
                  <a:lnTo>
                    <a:pt x="552907" y="605231"/>
                  </a:lnTo>
                  <a:lnTo>
                    <a:pt x="555828" y="566877"/>
                  </a:lnTo>
                  <a:lnTo>
                    <a:pt x="554494" y="548601"/>
                  </a:lnTo>
                  <a:lnTo>
                    <a:pt x="534682" y="505307"/>
                  </a:lnTo>
                  <a:lnTo>
                    <a:pt x="499808" y="483336"/>
                  </a:lnTo>
                  <a:lnTo>
                    <a:pt x="467639" y="477342"/>
                  </a:lnTo>
                  <a:lnTo>
                    <a:pt x="470700" y="472160"/>
                  </a:lnTo>
                  <a:lnTo>
                    <a:pt x="485051" y="432879"/>
                  </a:lnTo>
                  <a:lnTo>
                    <a:pt x="485609" y="427342"/>
                  </a:lnTo>
                  <a:lnTo>
                    <a:pt x="486791" y="416064"/>
                  </a:lnTo>
                  <a:lnTo>
                    <a:pt x="475767" y="401662"/>
                  </a:lnTo>
                  <a:lnTo>
                    <a:pt x="475996" y="403428"/>
                  </a:lnTo>
                  <a:lnTo>
                    <a:pt x="475411" y="413994"/>
                  </a:lnTo>
                  <a:lnTo>
                    <a:pt x="474814" y="424840"/>
                  </a:lnTo>
                  <a:lnTo>
                    <a:pt x="457835" y="470293"/>
                  </a:lnTo>
                  <a:lnTo>
                    <a:pt x="449630" y="481126"/>
                  </a:lnTo>
                  <a:lnTo>
                    <a:pt x="449122" y="484136"/>
                  </a:lnTo>
                  <a:lnTo>
                    <a:pt x="451065" y="489292"/>
                  </a:lnTo>
                  <a:lnTo>
                    <a:pt x="453313" y="490867"/>
                  </a:lnTo>
                  <a:lnTo>
                    <a:pt x="455739" y="490677"/>
                  </a:lnTo>
                  <a:lnTo>
                    <a:pt x="463448" y="490562"/>
                  </a:lnTo>
                  <a:lnTo>
                    <a:pt x="505028" y="499529"/>
                  </a:lnTo>
                  <a:lnTo>
                    <a:pt x="534517" y="525437"/>
                  </a:lnTo>
                  <a:lnTo>
                    <a:pt x="544385" y="566877"/>
                  </a:lnTo>
                  <a:lnTo>
                    <a:pt x="538721" y="616292"/>
                  </a:lnTo>
                  <a:lnTo>
                    <a:pt x="526135" y="643940"/>
                  </a:lnTo>
                  <a:lnTo>
                    <a:pt x="513270" y="656043"/>
                  </a:lnTo>
                  <a:lnTo>
                    <a:pt x="506768" y="658850"/>
                  </a:lnTo>
                  <a:lnTo>
                    <a:pt x="503809" y="659396"/>
                  </a:lnTo>
                  <a:lnTo>
                    <a:pt x="501726" y="662495"/>
                  </a:lnTo>
                  <a:lnTo>
                    <a:pt x="502196" y="669429"/>
                  </a:lnTo>
                  <a:lnTo>
                    <a:pt x="504685" y="672122"/>
                  </a:lnTo>
                  <a:lnTo>
                    <a:pt x="507669" y="672122"/>
                  </a:lnTo>
                  <a:lnTo>
                    <a:pt x="521868" y="676630"/>
                  </a:lnTo>
                  <a:lnTo>
                    <a:pt x="550265" y="717804"/>
                  </a:lnTo>
                  <a:lnTo>
                    <a:pt x="553110" y="780770"/>
                  </a:lnTo>
                  <a:lnTo>
                    <a:pt x="553631" y="834440"/>
                  </a:lnTo>
                  <a:lnTo>
                    <a:pt x="553580" y="916901"/>
                  </a:lnTo>
                  <a:lnTo>
                    <a:pt x="553478" y="951052"/>
                  </a:lnTo>
                  <a:lnTo>
                    <a:pt x="555929" y="953960"/>
                  </a:lnTo>
                  <a:lnTo>
                    <a:pt x="559092" y="953998"/>
                  </a:lnTo>
                  <a:lnTo>
                    <a:pt x="562292" y="953998"/>
                  </a:lnTo>
                  <a:lnTo>
                    <a:pt x="564845" y="951052"/>
                  </a:lnTo>
                  <a:lnTo>
                    <a:pt x="565061" y="916901"/>
                  </a:lnTo>
                  <a:lnTo>
                    <a:pt x="565162" y="862152"/>
                  </a:lnTo>
                  <a:close/>
                </a:path>
              </a:pathLst>
            </a:custGeom>
            <a:solidFill>
              <a:srgbClr val="E8BD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 descr=""/>
            <p:cNvSpPr/>
            <p:nvPr/>
          </p:nvSpPr>
          <p:spPr>
            <a:xfrm>
              <a:off x="11724304" y="6564125"/>
              <a:ext cx="19685" cy="6350"/>
            </a:xfrm>
            <a:custGeom>
              <a:avLst/>
              <a:gdLst/>
              <a:ahLst/>
              <a:cxnLst/>
              <a:rect l="l" t="t" r="r" b="b"/>
              <a:pathLst>
                <a:path w="19684" h="6350">
                  <a:moveTo>
                    <a:pt x="14701" y="0"/>
                  </a:moveTo>
                  <a:lnTo>
                    <a:pt x="0" y="0"/>
                  </a:lnTo>
                  <a:lnTo>
                    <a:pt x="4690" y="6126"/>
                  </a:lnTo>
                  <a:lnTo>
                    <a:pt x="19536" y="6315"/>
                  </a:lnTo>
                  <a:lnTo>
                    <a:pt x="14701" y="0"/>
                  </a:lnTo>
                  <a:close/>
                </a:path>
              </a:pathLst>
            </a:custGeom>
            <a:solidFill>
              <a:srgbClr val="E9BE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 descr=""/>
            <p:cNvSpPr/>
            <p:nvPr/>
          </p:nvSpPr>
          <p:spPr>
            <a:xfrm>
              <a:off x="11709602" y="6564130"/>
              <a:ext cx="19685" cy="6350"/>
            </a:xfrm>
            <a:custGeom>
              <a:avLst/>
              <a:gdLst/>
              <a:ahLst/>
              <a:cxnLst/>
              <a:rect l="l" t="t" r="r" b="b"/>
              <a:pathLst>
                <a:path w="19684" h="6350">
                  <a:moveTo>
                    <a:pt x="14701" y="0"/>
                  </a:moveTo>
                  <a:lnTo>
                    <a:pt x="0" y="0"/>
                  </a:lnTo>
                  <a:lnTo>
                    <a:pt x="4542" y="5932"/>
                  </a:lnTo>
                  <a:lnTo>
                    <a:pt x="19389" y="6121"/>
                  </a:lnTo>
                  <a:lnTo>
                    <a:pt x="14701" y="0"/>
                  </a:lnTo>
                  <a:close/>
                </a:path>
              </a:pathLst>
            </a:custGeom>
            <a:solidFill>
              <a:srgbClr val="EAC0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 descr=""/>
            <p:cNvSpPr/>
            <p:nvPr/>
          </p:nvSpPr>
          <p:spPr>
            <a:xfrm>
              <a:off x="11694901" y="6564126"/>
              <a:ext cx="19685" cy="6350"/>
            </a:xfrm>
            <a:custGeom>
              <a:avLst/>
              <a:gdLst/>
              <a:ahLst/>
              <a:cxnLst/>
              <a:rect l="l" t="t" r="r" b="b"/>
              <a:pathLst>
                <a:path w="19684" h="6350">
                  <a:moveTo>
                    <a:pt x="14701" y="0"/>
                  </a:moveTo>
                  <a:lnTo>
                    <a:pt x="0" y="0"/>
                  </a:lnTo>
                  <a:lnTo>
                    <a:pt x="4401" y="5747"/>
                  </a:lnTo>
                  <a:lnTo>
                    <a:pt x="19247" y="5936"/>
                  </a:lnTo>
                  <a:lnTo>
                    <a:pt x="14701" y="0"/>
                  </a:lnTo>
                  <a:close/>
                </a:path>
              </a:pathLst>
            </a:custGeom>
            <a:solidFill>
              <a:srgbClr val="EBC1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 descr=""/>
            <p:cNvSpPr/>
            <p:nvPr/>
          </p:nvSpPr>
          <p:spPr>
            <a:xfrm>
              <a:off x="11680200" y="6564132"/>
              <a:ext cx="19685" cy="6350"/>
            </a:xfrm>
            <a:custGeom>
              <a:avLst/>
              <a:gdLst/>
              <a:ahLst/>
              <a:cxnLst/>
              <a:rect l="l" t="t" r="r" b="b"/>
              <a:pathLst>
                <a:path w="19684" h="6350">
                  <a:moveTo>
                    <a:pt x="14701" y="0"/>
                  </a:moveTo>
                  <a:lnTo>
                    <a:pt x="0" y="0"/>
                  </a:lnTo>
                  <a:lnTo>
                    <a:pt x="4251" y="5552"/>
                  </a:lnTo>
                  <a:lnTo>
                    <a:pt x="19097" y="5741"/>
                  </a:lnTo>
                  <a:lnTo>
                    <a:pt x="14701" y="0"/>
                  </a:lnTo>
                  <a:close/>
                </a:path>
              </a:pathLst>
            </a:custGeom>
            <a:solidFill>
              <a:srgbClr val="EBC2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 descr=""/>
            <p:cNvSpPr/>
            <p:nvPr/>
          </p:nvSpPr>
          <p:spPr>
            <a:xfrm>
              <a:off x="11665499" y="6564127"/>
              <a:ext cx="19050" cy="5715"/>
            </a:xfrm>
            <a:custGeom>
              <a:avLst/>
              <a:gdLst/>
              <a:ahLst/>
              <a:cxnLst/>
              <a:rect l="l" t="t" r="r" b="b"/>
              <a:pathLst>
                <a:path w="19050" h="5715">
                  <a:moveTo>
                    <a:pt x="14701" y="0"/>
                  </a:moveTo>
                  <a:lnTo>
                    <a:pt x="0" y="0"/>
                  </a:lnTo>
                  <a:lnTo>
                    <a:pt x="4111" y="5368"/>
                  </a:lnTo>
                  <a:lnTo>
                    <a:pt x="18957" y="5557"/>
                  </a:lnTo>
                  <a:lnTo>
                    <a:pt x="14701" y="0"/>
                  </a:lnTo>
                  <a:close/>
                </a:path>
              </a:pathLst>
            </a:custGeom>
            <a:solidFill>
              <a:srgbClr val="ECC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 descr=""/>
            <p:cNvSpPr/>
            <p:nvPr/>
          </p:nvSpPr>
          <p:spPr>
            <a:xfrm>
              <a:off x="11650810" y="6564124"/>
              <a:ext cx="19050" cy="5715"/>
            </a:xfrm>
            <a:custGeom>
              <a:avLst/>
              <a:gdLst/>
              <a:ahLst/>
              <a:cxnLst/>
              <a:rect l="l" t="t" r="r" b="b"/>
              <a:pathLst>
                <a:path w="19050" h="5715">
                  <a:moveTo>
                    <a:pt x="14690" y="0"/>
                  </a:moveTo>
                  <a:lnTo>
                    <a:pt x="0" y="0"/>
                  </a:lnTo>
                  <a:lnTo>
                    <a:pt x="3967" y="5182"/>
                  </a:lnTo>
                  <a:lnTo>
                    <a:pt x="18803" y="5370"/>
                  </a:lnTo>
                  <a:lnTo>
                    <a:pt x="14690" y="0"/>
                  </a:lnTo>
                  <a:close/>
                </a:path>
              </a:pathLst>
            </a:custGeom>
            <a:solidFill>
              <a:srgbClr val="EDC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 descr=""/>
            <p:cNvSpPr/>
            <p:nvPr/>
          </p:nvSpPr>
          <p:spPr>
            <a:xfrm>
              <a:off x="11636107" y="6564129"/>
              <a:ext cx="19050" cy="5715"/>
            </a:xfrm>
            <a:custGeom>
              <a:avLst/>
              <a:gdLst/>
              <a:ahLst/>
              <a:cxnLst/>
              <a:rect l="l" t="t" r="r" b="b"/>
              <a:pathLst>
                <a:path w="19050" h="5715">
                  <a:moveTo>
                    <a:pt x="14701" y="0"/>
                  </a:moveTo>
                  <a:lnTo>
                    <a:pt x="0" y="0"/>
                  </a:lnTo>
                  <a:lnTo>
                    <a:pt x="3820" y="4989"/>
                  </a:lnTo>
                  <a:lnTo>
                    <a:pt x="18665" y="5178"/>
                  </a:lnTo>
                  <a:lnTo>
                    <a:pt x="14701" y="0"/>
                  </a:lnTo>
                  <a:close/>
                </a:path>
              </a:pathLst>
            </a:custGeom>
            <a:solidFill>
              <a:srgbClr val="EEC5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 descr=""/>
            <p:cNvSpPr/>
            <p:nvPr/>
          </p:nvSpPr>
          <p:spPr>
            <a:xfrm>
              <a:off x="11621407" y="6564125"/>
              <a:ext cx="19050" cy="5080"/>
            </a:xfrm>
            <a:custGeom>
              <a:avLst/>
              <a:gdLst/>
              <a:ahLst/>
              <a:cxnLst/>
              <a:rect l="l" t="t" r="r" b="b"/>
              <a:pathLst>
                <a:path w="19050" h="5079">
                  <a:moveTo>
                    <a:pt x="14701" y="0"/>
                  </a:moveTo>
                  <a:lnTo>
                    <a:pt x="0" y="0"/>
                  </a:lnTo>
                  <a:lnTo>
                    <a:pt x="3678" y="4804"/>
                  </a:lnTo>
                  <a:lnTo>
                    <a:pt x="18524" y="4993"/>
                  </a:lnTo>
                  <a:lnTo>
                    <a:pt x="14701" y="0"/>
                  </a:lnTo>
                  <a:close/>
                </a:path>
              </a:pathLst>
            </a:custGeom>
            <a:solidFill>
              <a:srgbClr val="EFC6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 descr=""/>
            <p:cNvSpPr/>
            <p:nvPr/>
          </p:nvSpPr>
          <p:spPr>
            <a:xfrm>
              <a:off x="11606705" y="6564130"/>
              <a:ext cx="18415" cy="5080"/>
            </a:xfrm>
            <a:custGeom>
              <a:avLst/>
              <a:gdLst/>
              <a:ahLst/>
              <a:cxnLst/>
              <a:rect l="l" t="t" r="r" b="b"/>
              <a:pathLst>
                <a:path w="18415" h="5079">
                  <a:moveTo>
                    <a:pt x="14701" y="0"/>
                  </a:moveTo>
                  <a:lnTo>
                    <a:pt x="0" y="0"/>
                  </a:lnTo>
                  <a:lnTo>
                    <a:pt x="3529" y="4609"/>
                  </a:lnTo>
                  <a:lnTo>
                    <a:pt x="18375" y="4798"/>
                  </a:lnTo>
                  <a:lnTo>
                    <a:pt x="14701" y="0"/>
                  </a:lnTo>
                  <a:close/>
                </a:path>
              </a:pathLst>
            </a:custGeom>
            <a:solidFill>
              <a:srgbClr val="F0C7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 descr=""/>
            <p:cNvSpPr/>
            <p:nvPr/>
          </p:nvSpPr>
          <p:spPr>
            <a:xfrm>
              <a:off x="11592004" y="6564126"/>
              <a:ext cx="18415" cy="5080"/>
            </a:xfrm>
            <a:custGeom>
              <a:avLst/>
              <a:gdLst/>
              <a:ahLst/>
              <a:cxnLst/>
              <a:rect l="l" t="t" r="r" b="b"/>
              <a:pathLst>
                <a:path w="18415" h="5079">
                  <a:moveTo>
                    <a:pt x="14701" y="0"/>
                  </a:moveTo>
                  <a:lnTo>
                    <a:pt x="0" y="0"/>
                  </a:lnTo>
                  <a:lnTo>
                    <a:pt x="3388" y="4425"/>
                  </a:lnTo>
                  <a:lnTo>
                    <a:pt x="18234" y="4614"/>
                  </a:lnTo>
                  <a:lnTo>
                    <a:pt x="14701" y="0"/>
                  </a:lnTo>
                  <a:close/>
                </a:path>
              </a:pathLst>
            </a:custGeom>
            <a:solidFill>
              <a:srgbClr val="F1C8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 descr=""/>
            <p:cNvSpPr/>
            <p:nvPr/>
          </p:nvSpPr>
          <p:spPr>
            <a:xfrm>
              <a:off x="11577303" y="6564131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4701" y="0"/>
                  </a:moveTo>
                  <a:lnTo>
                    <a:pt x="0" y="0"/>
                  </a:lnTo>
                  <a:lnTo>
                    <a:pt x="3239" y="4231"/>
                  </a:lnTo>
                  <a:lnTo>
                    <a:pt x="18085" y="4419"/>
                  </a:lnTo>
                  <a:lnTo>
                    <a:pt x="14701" y="0"/>
                  </a:lnTo>
                  <a:close/>
                </a:path>
              </a:pathLst>
            </a:custGeom>
            <a:solidFill>
              <a:srgbClr val="F3C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 descr=""/>
            <p:cNvSpPr/>
            <p:nvPr/>
          </p:nvSpPr>
          <p:spPr>
            <a:xfrm>
              <a:off x="11562602" y="6564127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4701" y="0"/>
                  </a:moveTo>
                  <a:lnTo>
                    <a:pt x="0" y="0"/>
                  </a:lnTo>
                  <a:lnTo>
                    <a:pt x="3098" y="4046"/>
                  </a:lnTo>
                  <a:lnTo>
                    <a:pt x="17944" y="4235"/>
                  </a:lnTo>
                  <a:lnTo>
                    <a:pt x="14701" y="0"/>
                  </a:lnTo>
                  <a:close/>
                </a:path>
              </a:pathLst>
            </a:custGeom>
            <a:solidFill>
              <a:srgbClr val="F4CA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 descr=""/>
            <p:cNvSpPr/>
            <p:nvPr/>
          </p:nvSpPr>
          <p:spPr>
            <a:xfrm>
              <a:off x="11547903" y="6564124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4701" y="0"/>
                  </a:moveTo>
                  <a:lnTo>
                    <a:pt x="0" y="0"/>
                  </a:lnTo>
                  <a:lnTo>
                    <a:pt x="2955" y="3859"/>
                  </a:lnTo>
                  <a:lnTo>
                    <a:pt x="17800" y="4048"/>
                  </a:lnTo>
                  <a:lnTo>
                    <a:pt x="14701" y="0"/>
                  </a:lnTo>
                  <a:close/>
                </a:path>
              </a:pathLst>
            </a:custGeom>
            <a:solidFill>
              <a:srgbClr val="F5CC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 descr=""/>
            <p:cNvSpPr/>
            <p:nvPr/>
          </p:nvSpPr>
          <p:spPr>
            <a:xfrm>
              <a:off x="11533199" y="6564128"/>
              <a:ext cx="17780" cy="4445"/>
            </a:xfrm>
            <a:custGeom>
              <a:avLst/>
              <a:gdLst/>
              <a:ahLst/>
              <a:cxnLst/>
              <a:rect l="l" t="t" r="r" b="b"/>
              <a:pathLst>
                <a:path w="17779" h="4445">
                  <a:moveTo>
                    <a:pt x="14701" y="0"/>
                  </a:moveTo>
                  <a:lnTo>
                    <a:pt x="0" y="0"/>
                  </a:lnTo>
                  <a:lnTo>
                    <a:pt x="2807" y="3667"/>
                  </a:lnTo>
                  <a:lnTo>
                    <a:pt x="17653" y="3856"/>
                  </a:lnTo>
                  <a:lnTo>
                    <a:pt x="14701" y="0"/>
                  </a:lnTo>
                  <a:close/>
                </a:path>
              </a:pathLst>
            </a:custGeom>
            <a:solidFill>
              <a:srgbClr val="F6CD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 descr=""/>
            <p:cNvSpPr/>
            <p:nvPr/>
          </p:nvSpPr>
          <p:spPr>
            <a:xfrm>
              <a:off x="11508702" y="6564128"/>
              <a:ext cx="27305" cy="3810"/>
            </a:xfrm>
            <a:custGeom>
              <a:avLst/>
              <a:gdLst/>
              <a:ahLst/>
              <a:cxnLst/>
              <a:rect l="l" t="t" r="r" b="b"/>
              <a:pathLst>
                <a:path w="27304" h="3809">
                  <a:moveTo>
                    <a:pt x="27305" y="3670"/>
                  </a:moveTo>
                  <a:lnTo>
                    <a:pt x="24498" y="0"/>
                  </a:lnTo>
                  <a:lnTo>
                    <a:pt x="9804" y="0"/>
                  </a:lnTo>
                  <a:lnTo>
                    <a:pt x="0" y="0"/>
                  </a:lnTo>
                  <a:lnTo>
                    <a:pt x="2565" y="3352"/>
                  </a:lnTo>
                  <a:lnTo>
                    <a:pt x="12458" y="3479"/>
                  </a:lnTo>
                  <a:lnTo>
                    <a:pt x="27305" y="3670"/>
                  </a:lnTo>
                  <a:close/>
                </a:path>
              </a:pathLst>
            </a:custGeom>
            <a:solidFill>
              <a:srgbClr val="F7CE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 descr=""/>
            <p:cNvSpPr/>
            <p:nvPr/>
          </p:nvSpPr>
          <p:spPr>
            <a:xfrm>
              <a:off x="11498907" y="6564131"/>
              <a:ext cx="12700" cy="3810"/>
            </a:xfrm>
            <a:custGeom>
              <a:avLst/>
              <a:gdLst/>
              <a:ahLst/>
              <a:cxnLst/>
              <a:rect l="l" t="t" r="r" b="b"/>
              <a:pathLst>
                <a:path w="12700" h="3809">
                  <a:moveTo>
                    <a:pt x="9800" y="0"/>
                  </a:moveTo>
                  <a:lnTo>
                    <a:pt x="0" y="0"/>
                  </a:lnTo>
                  <a:lnTo>
                    <a:pt x="2468" y="3223"/>
                  </a:lnTo>
                  <a:lnTo>
                    <a:pt x="12365" y="3349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F6CD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 descr=""/>
            <p:cNvSpPr/>
            <p:nvPr/>
          </p:nvSpPr>
          <p:spPr>
            <a:xfrm>
              <a:off x="11489107" y="6564125"/>
              <a:ext cx="12700" cy="3810"/>
            </a:xfrm>
            <a:custGeom>
              <a:avLst/>
              <a:gdLst/>
              <a:ahLst/>
              <a:cxnLst/>
              <a:rect l="l" t="t" r="r" b="b"/>
              <a:pathLst>
                <a:path w="12700" h="3809">
                  <a:moveTo>
                    <a:pt x="9800" y="0"/>
                  </a:moveTo>
                  <a:lnTo>
                    <a:pt x="0" y="0"/>
                  </a:lnTo>
                  <a:lnTo>
                    <a:pt x="2376" y="3103"/>
                  </a:lnTo>
                  <a:lnTo>
                    <a:pt x="12273" y="3229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F5CC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 descr=""/>
            <p:cNvSpPr/>
            <p:nvPr/>
          </p:nvSpPr>
          <p:spPr>
            <a:xfrm>
              <a:off x="11479306" y="6564129"/>
              <a:ext cx="12700" cy="3175"/>
            </a:xfrm>
            <a:custGeom>
              <a:avLst/>
              <a:gdLst/>
              <a:ahLst/>
              <a:cxnLst/>
              <a:rect l="l" t="t" r="r" b="b"/>
              <a:pathLst>
                <a:path w="12700" h="3175">
                  <a:moveTo>
                    <a:pt x="9800" y="0"/>
                  </a:moveTo>
                  <a:lnTo>
                    <a:pt x="0" y="0"/>
                  </a:lnTo>
                  <a:lnTo>
                    <a:pt x="2276" y="2973"/>
                  </a:lnTo>
                  <a:lnTo>
                    <a:pt x="12173" y="3099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F4CA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 descr=""/>
            <p:cNvSpPr/>
            <p:nvPr/>
          </p:nvSpPr>
          <p:spPr>
            <a:xfrm>
              <a:off x="11469507" y="6564125"/>
              <a:ext cx="12700" cy="3175"/>
            </a:xfrm>
            <a:custGeom>
              <a:avLst/>
              <a:gdLst/>
              <a:ahLst/>
              <a:cxnLst/>
              <a:rect l="l" t="t" r="r" b="b"/>
              <a:pathLst>
                <a:path w="12700" h="3175">
                  <a:moveTo>
                    <a:pt x="9800" y="0"/>
                  </a:moveTo>
                  <a:lnTo>
                    <a:pt x="0" y="0"/>
                  </a:lnTo>
                  <a:lnTo>
                    <a:pt x="2183" y="2852"/>
                  </a:lnTo>
                  <a:lnTo>
                    <a:pt x="12080" y="2978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F3C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 descr=""/>
            <p:cNvSpPr/>
            <p:nvPr/>
          </p:nvSpPr>
          <p:spPr>
            <a:xfrm>
              <a:off x="11459704" y="6564127"/>
              <a:ext cx="12065" cy="3175"/>
            </a:xfrm>
            <a:custGeom>
              <a:avLst/>
              <a:gdLst/>
              <a:ahLst/>
              <a:cxnLst/>
              <a:rect l="l" t="t" r="r" b="b"/>
              <a:pathLst>
                <a:path w="12065" h="3175">
                  <a:moveTo>
                    <a:pt x="9800" y="0"/>
                  </a:moveTo>
                  <a:lnTo>
                    <a:pt x="0" y="0"/>
                  </a:lnTo>
                  <a:lnTo>
                    <a:pt x="2085" y="2723"/>
                  </a:lnTo>
                  <a:lnTo>
                    <a:pt x="11982" y="2849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F1C8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 descr=""/>
            <p:cNvSpPr/>
            <p:nvPr/>
          </p:nvSpPr>
          <p:spPr>
            <a:xfrm>
              <a:off x="11449903" y="6564131"/>
              <a:ext cx="12065" cy="3175"/>
            </a:xfrm>
            <a:custGeom>
              <a:avLst/>
              <a:gdLst/>
              <a:ahLst/>
              <a:cxnLst/>
              <a:rect l="l" t="t" r="r" b="b"/>
              <a:pathLst>
                <a:path w="12065" h="3175">
                  <a:moveTo>
                    <a:pt x="9800" y="0"/>
                  </a:moveTo>
                  <a:lnTo>
                    <a:pt x="0" y="0"/>
                  </a:lnTo>
                  <a:lnTo>
                    <a:pt x="1985" y="2593"/>
                  </a:lnTo>
                  <a:lnTo>
                    <a:pt x="11883" y="2719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F0C7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 descr=""/>
            <p:cNvSpPr/>
            <p:nvPr/>
          </p:nvSpPr>
          <p:spPr>
            <a:xfrm>
              <a:off x="11440104" y="6564125"/>
              <a:ext cx="12065" cy="3175"/>
            </a:xfrm>
            <a:custGeom>
              <a:avLst/>
              <a:gdLst/>
              <a:ahLst/>
              <a:cxnLst/>
              <a:rect l="l" t="t" r="r" b="b"/>
              <a:pathLst>
                <a:path w="12065" h="3175">
                  <a:moveTo>
                    <a:pt x="9800" y="0"/>
                  </a:moveTo>
                  <a:lnTo>
                    <a:pt x="0" y="0"/>
                  </a:lnTo>
                  <a:lnTo>
                    <a:pt x="1894" y="2474"/>
                  </a:lnTo>
                  <a:lnTo>
                    <a:pt x="11791" y="2600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EFC6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 descr=""/>
            <p:cNvSpPr/>
            <p:nvPr/>
          </p:nvSpPr>
          <p:spPr>
            <a:xfrm>
              <a:off x="11430302" y="6564128"/>
              <a:ext cx="258445" cy="337820"/>
            </a:xfrm>
            <a:custGeom>
              <a:avLst/>
              <a:gdLst/>
              <a:ahLst/>
              <a:cxnLst/>
              <a:rect l="l" t="t" r="r" b="b"/>
              <a:pathLst>
                <a:path w="258445" h="337820">
                  <a:moveTo>
                    <a:pt x="222224" y="290236"/>
                  </a:moveTo>
                  <a:lnTo>
                    <a:pt x="258203" y="337226"/>
                  </a:lnTo>
                  <a:lnTo>
                    <a:pt x="249300" y="320144"/>
                  </a:lnTo>
                  <a:lnTo>
                    <a:pt x="226359" y="292942"/>
                  </a:lnTo>
                  <a:lnTo>
                    <a:pt x="222224" y="290236"/>
                  </a:lnTo>
                  <a:close/>
                </a:path>
                <a:path w="258445" h="337820">
                  <a:moveTo>
                    <a:pt x="9800" y="0"/>
                  </a:moveTo>
                  <a:lnTo>
                    <a:pt x="0" y="0"/>
                  </a:lnTo>
                  <a:lnTo>
                    <a:pt x="1795" y="2344"/>
                  </a:lnTo>
                  <a:lnTo>
                    <a:pt x="11692" y="2470"/>
                  </a:lnTo>
                  <a:lnTo>
                    <a:pt x="9800" y="0"/>
                  </a:lnTo>
                  <a:close/>
                </a:path>
                <a:path w="258445" h="337820">
                  <a:moveTo>
                    <a:pt x="128179" y="167408"/>
                  </a:moveTo>
                  <a:lnTo>
                    <a:pt x="156889" y="204905"/>
                  </a:lnTo>
                  <a:lnTo>
                    <a:pt x="152828" y="194576"/>
                  </a:lnTo>
                  <a:lnTo>
                    <a:pt x="132633" y="169844"/>
                  </a:lnTo>
                  <a:lnTo>
                    <a:pt x="128179" y="167408"/>
                  </a:lnTo>
                  <a:close/>
                </a:path>
              </a:pathLst>
            </a:custGeom>
            <a:solidFill>
              <a:srgbClr val="EEC5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 descr=""/>
            <p:cNvSpPr/>
            <p:nvPr/>
          </p:nvSpPr>
          <p:spPr>
            <a:xfrm>
              <a:off x="11420504" y="6564125"/>
              <a:ext cx="280035" cy="365760"/>
            </a:xfrm>
            <a:custGeom>
              <a:avLst/>
              <a:gdLst/>
              <a:ahLst/>
              <a:cxnLst/>
              <a:rect l="l" t="t" r="r" b="b"/>
              <a:pathLst>
                <a:path w="280034" h="365759">
                  <a:moveTo>
                    <a:pt x="212952" y="278130"/>
                  </a:moveTo>
                  <a:lnTo>
                    <a:pt x="279711" y="365321"/>
                  </a:lnTo>
                  <a:lnTo>
                    <a:pt x="276193" y="352946"/>
                  </a:lnTo>
                  <a:lnTo>
                    <a:pt x="268004" y="337235"/>
                  </a:lnTo>
                  <a:lnTo>
                    <a:pt x="232021" y="290238"/>
                  </a:lnTo>
                  <a:lnTo>
                    <a:pt x="213976" y="278426"/>
                  </a:lnTo>
                  <a:lnTo>
                    <a:pt x="212952" y="278130"/>
                  </a:lnTo>
                  <a:close/>
                </a:path>
                <a:path w="280034" h="365759">
                  <a:moveTo>
                    <a:pt x="9800" y="0"/>
                  </a:moveTo>
                  <a:lnTo>
                    <a:pt x="0" y="0"/>
                  </a:lnTo>
                  <a:lnTo>
                    <a:pt x="1701" y="2222"/>
                  </a:lnTo>
                  <a:lnTo>
                    <a:pt x="11598" y="2348"/>
                  </a:lnTo>
                  <a:lnTo>
                    <a:pt x="9800" y="0"/>
                  </a:lnTo>
                  <a:close/>
                </a:path>
                <a:path w="280034" h="365759">
                  <a:moveTo>
                    <a:pt x="121119" y="158190"/>
                  </a:moveTo>
                  <a:lnTo>
                    <a:pt x="174967" y="228519"/>
                  </a:lnTo>
                  <a:lnTo>
                    <a:pt x="174078" y="223710"/>
                  </a:lnTo>
                  <a:lnTo>
                    <a:pt x="166686" y="204905"/>
                  </a:lnTo>
                  <a:lnTo>
                    <a:pt x="137980" y="167413"/>
                  </a:lnTo>
                  <a:lnTo>
                    <a:pt x="121119" y="158190"/>
                  </a:lnTo>
                  <a:close/>
                </a:path>
              </a:pathLst>
            </a:custGeom>
            <a:solidFill>
              <a:srgbClr val="EDC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 descr=""/>
            <p:cNvSpPr/>
            <p:nvPr/>
          </p:nvSpPr>
          <p:spPr>
            <a:xfrm>
              <a:off x="11410701" y="6564125"/>
              <a:ext cx="294640" cy="384810"/>
            </a:xfrm>
            <a:custGeom>
              <a:avLst/>
              <a:gdLst/>
              <a:ahLst/>
              <a:cxnLst/>
              <a:rect l="l" t="t" r="r" b="b"/>
              <a:pathLst>
                <a:path w="294640" h="384809">
                  <a:moveTo>
                    <a:pt x="210175" y="274499"/>
                  </a:moveTo>
                  <a:lnTo>
                    <a:pt x="226631" y="295992"/>
                  </a:lnTo>
                  <a:lnTo>
                    <a:pt x="234136" y="299801"/>
                  </a:lnTo>
                  <a:lnTo>
                    <a:pt x="259833" y="328461"/>
                  </a:lnTo>
                  <a:lnTo>
                    <a:pt x="275346" y="359616"/>
                  </a:lnTo>
                  <a:lnTo>
                    <a:pt x="294182" y="384218"/>
                  </a:lnTo>
                  <a:lnTo>
                    <a:pt x="293908" y="380777"/>
                  </a:lnTo>
                  <a:lnTo>
                    <a:pt x="289515" y="365326"/>
                  </a:lnTo>
                  <a:lnTo>
                    <a:pt x="222752" y="278129"/>
                  </a:lnTo>
                  <a:lnTo>
                    <a:pt x="210175" y="274499"/>
                  </a:lnTo>
                  <a:close/>
                </a:path>
                <a:path w="294640" h="384809">
                  <a:moveTo>
                    <a:pt x="9800" y="0"/>
                  </a:moveTo>
                  <a:lnTo>
                    <a:pt x="0" y="0"/>
                  </a:lnTo>
                  <a:lnTo>
                    <a:pt x="1605" y="2096"/>
                  </a:lnTo>
                  <a:lnTo>
                    <a:pt x="11502" y="2222"/>
                  </a:lnTo>
                  <a:lnTo>
                    <a:pt x="9800" y="0"/>
                  </a:lnTo>
                  <a:close/>
                </a:path>
                <a:path w="294640" h="384809">
                  <a:moveTo>
                    <a:pt x="117203" y="153073"/>
                  </a:moveTo>
                  <a:lnTo>
                    <a:pt x="134264" y="175356"/>
                  </a:lnTo>
                  <a:lnTo>
                    <a:pt x="145763" y="181073"/>
                  </a:lnTo>
                  <a:lnTo>
                    <a:pt x="166168" y="208825"/>
                  </a:lnTo>
                  <a:lnTo>
                    <a:pt x="170161" y="222240"/>
                  </a:lnTo>
                  <a:lnTo>
                    <a:pt x="187889" y="245392"/>
                  </a:lnTo>
                  <a:lnTo>
                    <a:pt x="184771" y="228523"/>
                  </a:lnTo>
                  <a:lnTo>
                    <a:pt x="130918" y="158188"/>
                  </a:lnTo>
                  <a:lnTo>
                    <a:pt x="124333" y="154586"/>
                  </a:lnTo>
                  <a:lnTo>
                    <a:pt x="117203" y="153073"/>
                  </a:lnTo>
                  <a:close/>
                </a:path>
              </a:pathLst>
            </a:custGeom>
            <a:solidFill>
              <a:srgbClr val="ECC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 descr=""/>
            <p:cNvSpPr/>
            <p:nvPr/>
          </p:nvSpPr>
          <p:spPr>
            <a:xfrm>
              <a:off x="11400900" y="6564130"/>
              <a:ext cx="334010" cy="435609"/>
            </a:xfrm>
            <a:custGeom>
              <a:avLst/>
              <a:gdLst/>
              <a:ahLst/>
              <a:cxnLst/>
              <a:rect l="l" t="t" r="r" b="b"/>
              <a:pathLst>
                <a:path w="334009" h="435609">
                  <a:moveTo>
                    <a:pt x="328613" y="429182"/>
                  </a:moveTo>
                  <a:lnTo>
                    <a:pt x="333243" y="435228"/>
                  </a:lnTo>
                  <a:lnTo>
                    <a:pt x="333444" y="434002"/>
                  </a:lnTo>
                  <a:lnTo>
                    <a:pt x="331999" y="430829"/>
                  </a:lnTo>
                  <a:lnTo>
                    <a:pt x="328613" y="429182"/>
                  </a:lnTo>
                  <a:close/>
                </a:path>
                <a:path w="334009" h="435609">
                  <a:moveTo>
                    <a:pt x="285154" y="359626"/>
                  </a:moveTo>
                  <a:lnTo>
                    <a:pt x="287608" y="364553"/>
                  </a:lnTo>
                  <a:lnTo>
                    <a:pt x="290976" y="380026"/>
                  </a:lnTo>
                  <a:lnTo>
                    <a:pt x="305122" y="398501"/>
                  </a:lnTo>
                  <a:lnTo>
                    <a:pt x="303984" y="384218"/>
                  </a:lnTo>
                  <a:lnTo>
                    <a:pt x="285154" y="359626"/>
                  </a:lnTo>
                  <a:close/>
                </a:path>
                <a:path w="334009" h="435609">
                  <a:moveTo>
                    <a:pt x="208828" y="272737"/>
                  </a:moveTo>
                  <a:lnTo>
                    <a:pt x="220430" y="287891"/>
                  </a:lnTo>
                  <a:lnTo>
                    <a:pt x="236425" y="295984"/>
                  </a:lnTo>
                  <a:lnTo>
                    <a:pt x="219970" y="274492"/>
                  </a:lnTo>
                  <a:lnTo>
                    <a:pt x="214317" y="272861"/>
                  </a:lnTo>
                  <a:lnTo>
                    <a:pt x="208828" y="272737"/>
                  </a:lnTo>
                  <a:close/>
                </a:path>
                <a:path w="334009" h="435609">
                  <a:moveTo>
                    <a:pt x="9800" y="0"/>
                  </a:moveTo>
                  <a:lnTo>
                    <a:pt x="0" y="0"/>
                  </a:lnTo>
                  <a:lnTo>
                    <a:pt x="1504" y="1965"/>
                  </a:lnTo>
                  <a:lnTo>
                    <a:pt x="11401" y="2091"/>
                  </a:lnTo>
                  <a:lnTo>
                    <a:pt x="9800" y="0"/>
                  </a:lnTo>
                  <a:close/>
                </a:path>
                <a:path w="334009" h="435609">
                  <a:moveTo>
                    <a:pt x="179965" y="222243"/>
                  </a:moveTo>
                  <a:lnTo>
                    <a:pt x="185635" y="241292"/>
                  </a:lnTo>
                  <a:lnTo>
                    <a:pt x="185778" y="242634"/>
                  </a:lnTo>
                  <a:lnTo>
                    <a:pt x="199378" y="260396"/>
                  </a:lnTo>
                  <a:lnTo>
                    <a:pt x="198834" y="251579"/>
                  </a:lnTo>
                  <a:lnTo>
                    <a:pt x="197691" y="245394"/>
                  </a:lnTo>
                  <a:lnTo>
                    <a:pt x="179965" y="222243"/>
                  </a:lnTo>
                  <a:close/>
                </a:path>
                <a:path w="334009" h="435609">
                  <a:moveTo>
                    <a:pt x="115298" y="150584"/>
                  </a:moveTo>
                  <a:lnTo>
                    <a:pt x="128236" y="167482"/>
                  </a:lnTo>
                  <a:lnTo>
                    <a:pt x="144058" y="175347"/>
                  </a:lnTo>
                  <a:lnTo>
                    <a:pt x="126999" y="153066"/>
                  </a:lnTo>
                  <a:lnTo>
                    <a:pt x="115298" y="150584"/>
                  </a:lnTo>
                  <a:close/>
                </a:path>
              </a:pathLst>
            </a:custGeom>
            <a:solidFill>
              <a:srgbClr val="EBC2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 descr=""/>
            <p:cNvSpPr/>
            <p:nvPr/>
          </p:nvSpPr>
          <p:spPr>
            <a:xfrm>
              <a:off x="11391111" y="6564125"/>
              <a:ext cx="343535" cy="446405"/>
            </a:xfrm>
            <a:custGeom>
              <a:avLst/>
              <a:gdLst/>
              <a:ahLst/>
              <a:cxnLst/>
              <a:rect l="l" t="t" r="r" b="b"/>
              <a:pathLst>
                <a:path w="343534" h="446404">
                  <a:moveTo>
                    <a:pt x="322783" y="421585"/>
                  </a:moveTo>
                  <a:lnTo>
                    <a:pt x="341306" y="445777"/>
                  </a:lnTo>
                  <a:lnTo>
                    <a:pt x="343031" y="435236"/>
                  </a:lnTo>
                  <a:lnTo>
                    <a:pt x="338399" y="429185"/>
                  </a:lnTo>
                  <a:lnTo>
                    <a:pt x="322783" y="421585"/>
                  </a:lnTo>
                  <a:close/>
                </a:path>
                <a:path w="343534" h="446404">
                  <a:moveTo>
                    <a:pt x="300765" y="380034"/>
                  </a:moveTo>
                  <a:lnTo>
                    <a:pt x="303528" y="392722"/>
                  </a:lnTo>
                  <a:lnTo>
                    <a:pt x="303455" y="396340"/>
                  </a:lnTo>
                  <a:lnTo>
                    <a:pt x="314438" y="410685"/>
                  </a:lnTo>
                  <a:lnTo>
                    <a:pt x="315234" y="402559"/>
                  </a:lnTo>
                  <a:lnTo>
                    <a:pt x="314911" y="398508"/>
                  </a:lnTo>
                  <a:lnTo>
                    <a:pt x="300765" y="380034"/>
                  </a:lnTo>
                  <a:close/>
                </a:path>
                <a:path w="343534" h="446404">
                  <a:moveTo>
                    <a:pt x="195567" y="242637"/>
                  </a:moveTo>
                  <a:lnTo>
                    <a:pt x="197150" y="257497"/>
                  </a:lnTo>
                  <a:lnTo>
                    <a:pt x="219490" y="286674"/>
                  </a:lnTo>
                  <a:lnTo>
                    <a:pt x="230220" y="287896"/>
                  </a:lnTo>
                  <a:lnTo>
                    <a:pt x="218617" y="272742"/>
                  </a:lnTo>
                  <a:lnTo>
                    <a:pt x="209917" y="272546"/>
                  </a:lnTo>
                  <a:lnTo>
                    <a:pt x="209167" y="260399"/>
                  </a:lnTo>
                  <a:lnTo>
                    <a:pt x="195567" y="242637"/>
                  </a:lnTo>
                  <a:close/>
                </a:path>
                <a:path w="343534" h="446404">
                  <a:moveTo>
                    <a:pt x="9790" y="0"/>
                  </a:moveTo>
                  <a:lnTo>
                    <a:pt x="0" y="0"/>
                  </a:lnTo>
                  <a:lnTo>
                    <a:pt x="1412" y="1844"/>
                  </a:lnTo>
                  <a:lnTo>
                    <a:pt x="11298" y="1970"/>
                  </a:lnTo>
                  <a:lnTo>
                    <a:pt x="9790" y="0"/>
                  </a:lnTo>
                  <a:close/>
                </a:path>
                <a:path w="343534" h="446404">
                  <a:moveTo>
                    <a:pt x="113599" y="148370"/>
                  </a:moveTo>
                  <a:lnTo>
                    <a:pt x="126008" y="164579"/>
                  </a:lnTo>
                  <a:lnTo>
                    <a:pt x="134551" y="165760"/>
                  </a:lnTo>
                  <a:lnTo>
                    <a:pt x="138029" y="167489"/>
                  </a:lnTo>
                  <a:lnTo>
                    <a:pt x="125090" y="150590"/>
                  </a:lnTo>
                  <a:lnTo>
                    <a:pt x="114724" y="148390"/>
                  </a:lnTo>
                  <a:lnTo>
                    <a:pt x="113599" y="148370"/>
                  </a:lnTo>
                  <a:close/>
                </a:path>
              </a:pathLst>
            </a:custGeom>
            <a:solidFill>
              <a:srgbClr val="EBC1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 descr=""/>
            <p:cNvSpPr/>
            <p:nvPr/>
          </p:nvSpPr>
          <p:spPr>
            <a:xfrm>
              <a:off x="11381309" y="6564127"/>
              <a:ext cx="351155" cy="456565"/>
            </a:xfrm>
            <a:custGeom>
              <a:avLst/>
              <a:gdLst/>
              <a:ahLst/>
              <a:cxnLst/>
              <a:rect l="l" t="t" r="r" b="b"/>
              <a:pathLst>
                <a:path w="351154" h="456565">
                  <a:moveTo>
                    <a:pt x="313257" y="396342"/>
                  </a:moveTo>
                  <a:lnTo>
                    <a:pt x="313004" y="408808"/>
                  </a:lnTo>
                  <a:lnTo>
                    <a:pt x="334894" y="437398"/>
                  </a:lnTo>
                  <a:lnTo>
                    <a:pt x="340386" y="440068"/>
                  </a:lnTo>
                  <a:lnTo>
                    <a:pt x="339778" y="443777"/>
                  </a:lnTo>
                  <a:lnTo>
                    <a:pt x="349382" y="456320"/>
                  </a:lnTo>
                  <a:lnTo>
                    <a:pt x="351108" y="445778"/>
                  </a:lnTo>
                  <a:lnTo>
                    <a:pt x="332581" y="421581"/>
                  </a:lnTo>
                  <a:lnTo>
                    <a:pt x="323601" y="417210"/>
                  </a:lnTo>
                  <a:lnTo>
                    <a:pt x="324240" y="410687"/>
                  </a:lnTo>
                  <a:lnTo>
                    <a:pt x="313257" y="396342"/>
                  </a:lnTo>
                  <a:close/>
                </a:path>
                <a:path w="351154" h="456565">
                  <a:moveTo>
                    <a:pt x="228716" y="285924"/>
                  </a:moveTo>
                  <a:lnTo>
                    <a:pt x="222724" y="285924"/>
                  </a:lnTo>
                  <a:lnTo>
                    <a:pt x="229289" y="286671"/>
                  </a:lnTo>
                  <a:lnTo>
                    <a:pt x="228716" y="285924"/>
                  </a:lnTo>
                  <a:close/>
                </a:path>
                <a:path w="351154" h="456565">
                  <a:moveTo>
                    <a:pt x="206953" y="257499"/>
                  </a:moveTo>
                  <a:lnTo>
                    <a:pt x="208114" y="268390"/>
                  </a:lnTo>
                  <a:lnTo>
                    <a:pt x="208102" y="271797"/>
                  </a:lnTo>
                  <a:lnTo>
                    <a:pt x="219305" y="286430"/>
                  </a:lnTo>
                  <a:lnTo>
                    <a:pt x="222724" y="285924"/>
                  </a:lnTo>
                  <a:lnTo>
                    <a:pt x="228716" y="285924"/>
                  </a:lnTo>
                  <a:lnTo>
                    <a:pt x="206953" y="257499"/>
                  </a:lnTo>
                  <a:close/>
                </a:path>
                <a:path w="351154" h="456565">
                  <a:moveTo>
                    <a:pt x="9800" y="0"/>
                  </a:moveTo>
                  <a:lnTo>
                    <a:pt x="0" y="0"/>
                  </a:lnTo>
                  <a:lnTo>
                    <a:pt x="1314" y="1716"/>
                  </a:lnTo>
                  <a:lnTo>
                    <a:pt x="11211" y="1842"/>
                  </a:lnTo>
                  <a:lnTo>
                    <a:pt x="9800" y="0"/>
                  </a:lnTo>
                  <a:close/>
                </a:path>
                <a:path w="351154" h="456565">
                  <a:moveTo>
                    <a:pt x="113464" y="148192"/>
                  </a:moveTo>
                  <a:lnTo>
                    <a:pt x="124848" y="163061"/>
                  </a:lnTo>
                  <a:lnTo>
                    <a:pt x="135807" y="164576"/>
                  </a:lnTo>
                  <a:lnTo>
                    <a:pt x="123398" y="148368"/>
                  </a:lnTo>
                  <a:lnTo>
                    <a:pt x="113464" y="148192"/>
                  </a:lnTo>
                  <a:close/>
                </a:path>
              </a:pathLst>
            </a:custGeom>
            <a:solidFill>
              <a:srgbClr val="EAC0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 descr=""/>
            <p:cNvSpPr/>
            <p:nvPr/>
          </p:nvSpPr>
          <p:spPr>
            <a:xfrm>
              <a:off x="11371508" y="6564131"/>
              <a:ext cx="359410" cy="467359"/>
            </a:xfrm>
            <a:custGeom>
              <a:avLst/>
              <a:gdLst/>
              <a:ahLst/>
              <a:cxnLst/>
              <a:rect l="l" t="t" r="r" b="b"/>
              <a:pathLst>
                <a:path w="359409" h="467359">
                  <a:moveTo>
                    <a:pt x="349578" y="443776"/>
                  </a:moveTo>
                  <a:lnTo>
                    <a:pt x="347850" y="454315"/>
                  </a:lnTo>
                  <a:lnTo>
                    <a:pt x="357457" y="466861"/>
                  </a:lnTo>
                  <a:lnTo>
                    <a:pt x="359182" y="456319"/>
                  </a:lnTo>
                  <a:lnTo>
                    <a:pt x="349578" y="443776"/>
                  </a:lnTo>
                  <a:close/>
                </a:path>
                <a:path w="359409" h="467359">
                  <a:moveTo>
                    <a:pt x="322805" y="408808"/>
                  </a:moveTo>
                  <a:lnTo>
                    <a:pt x="322755" y="411276"/>
                  </a:lnTo>
                  <a:lnTo>
                    <a:pt x="321203" y="418567"/>
                  </a:lnTo>
                  <a:lnTo>
                    <a:pt x="320973" y="419212"/>
                  </a:lnTo>
                  <a:lnTo>
                    <a:pt x="329083" y="429803"/>
                  </a:lnTo>
                  <a:lnTo>
                    <a:pt x="344690" y="437391"/>
                  </a:lnTo>
                  <a:lnTo>
                    <a:pt x="322805" y="408808"/>
                  </a:lnTo>
                  <a:close/>
                </a:path>
                <a:path w="359409" h="467359">
                  <a:moveTo>
                    <a:pt x="9800" y="0"/>
                  </a:moveTo>
                  <a:lnTo>
                    <a:pt x="0" y="0"/>
                  </a:lnTo>
                  <a:lnTo>
                    <a:pt x="1214" y="1586"/>
                  </a:lnTo>
                  <a:lnTo>
                    <a:pt x="11111" y="1712"/>
                  </a:lnTo>
                  <a:lnTo>
                    <a:pt x="9800" y="0"/>
                  </a:lnTo>
                  <a:close/>
                </a:path>
                <a:path w="359409" h="467359">
                  <a:moveTo>
                    <a:pt x="113327" y="148012"/>
                  </a:moveTo>
                  <a:lnTo>
                    <a:pt x="123685" y="161540"/>
                  </a:lnTo>
                  <a:lnTo>
                    <a:pt x="134645" y="163056"/>
                  </a:lnTo>
                  <a:lnTo>
                    <a:pt x="123261" y="148188"/>
                  </a:lnTo>
                  <a:lnTo>
                    <a:pt x="113327" y="148012"/>
                  </a:lnTo>
                  <a:close/>
                </a:path>
                <a:path w="359409" h="467359">
                  <a:moveTo>
                    <a:pt x="217902" y="271797"/>
                  </a:moveTo>
                  <a:lnTo>
                    <a:pt x="217866" y="282163"/>
                  </a:lnTo>
                  <a:lnTo>
                    <a:pt x="218641" y="284257"/>
                  </a:lnTo>
                  <a:lnTo>
                    <a:pt x="221437" y="287021"/>
                  </a:lnTo>
                  <a:lnTo>
                    <a:pt x="223311" y="287534"/>
                  </a:lnTo>
                  <a:lnTo>
                    <a:pt x="225081" y="287021"/>
                  </a:lnTo>
                  <a:lnTo>
                    <a:pt x="229103" y="286426"/>
                  </a:lnTo>
                  <a:lnTo>
                    <a:pt x="217902" y="271797"/>
                  </a:lnTo>
                  <a:close/>
                </a:path>
              </a:pathLst>
            </a:custGeom>
            <a:solidFill>
              <a:srgbClr val="E9BE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 descr=""/>
            <p:cNvSpPr/>
            <p:nvPr/>
          </p:nvSpPr>
          <p:spPr>
            <a:xfrm>
              <a:off x="11247577" y="6564128"/>
              <a:ext cx="502284" cy="503555"/>
            </a:xfrm>
            <a:custGeom>
              <a:avLst/>
              <a:gdLst/>
              <a:ahLst/>
              <a:cxnLst/>
              <a:rect l="l" t="t" r="r" b="b"/>
              <a:pathLst>
                <a:path w="502284" h="503554">
                  <a:moveTo>
                    <a:pt x="125145" y="1600"/>
                  </a:moveTo>
                  <a:lnTo>
                    <a:pt x="123926" y="0"/>
                  </a:lnTo>
                  <a:lnTo>
                    <a:pt x="114122" y="0"/>
                  </a:lnTo>
                  <a:lnTo>
                    <a:pt x="139" y="0"/>
                  </a:lnTo>
                  <a:lnTo>
                    <a:pt x="115239" y="1473"/>
                  </a:lnTo>
                  <a:lnTo>
                    <a:pt x="125145" y="1600"/>
                  </a:lnTo>
                  <a:close/>
                </a:path>
                <a:path w="502284" h="503554">
                  <a:moveTo>
                    <a:pt x="247611" y="161544"/>
                  </a:moveTo>
                  <a:lnTo>
                    <a:pt x="247472" y="161366"/>
                  </a:lnTo>
                  <a:lnTo>
                    <a:pt x="237248" y="148018"/>
                  </a:lnTo>
                  <a:lnTo>
                    <a:pt x="232359" y="147929"/>
                  </a:lnTo>
                  <a:lnTo>
                    <a:pt x="227761" y="148437"/>
                  </a:lnTo>
                  <a:lnTo>
                    <a:pt x="214363" y="149885"/>
                  </a:lnTo>
                  <a:lnTo>
                    <a:pt x="212750" y="142684"/>
                  </a:lnTo>
                  <a:lnTo>
                    <a:pt x="210248" y="133527"/>
                  </a:lnTo>
                  <a:lnTo>
                    <a:pt x="189763" y="89166"/>
                  </a:lnTo>
                  <a:lnTo>
                    <a:pt x="157784" y="56388"/>
                  </a:lnTo>
                  <a:lnTo>
                    <a:pt x="156959" y="55956"/>
                  </a:lnTo>
                  <a:lnTo>
                    <a:pt x="148526" y="51498"/>
                  </a:lnTo>
                  <a:lnTo>
                    <a:pt x="138417" y="46164"/>
                  </a:lnTo>
                  <a:lnTo>
                    <a:pt x="103632" y="38049"/>
                  </a:lnTo>
                  <a:lnTo>
                    <a:pt x="75476" y="40627"/>
                  </a:lnTo>
                  <a:lnTo>
                    <a:pt x="54279" y="49149"/>
                  </a:lnTo>
                  <a:lnTo>
                    <a:pt x="40373" y="58839"/>
                  </a:lnTo>
                  <a:lnTo>
                    <a:pt x="37858" y="52260"/>
                  </a:lnTo>
                  <a:lnTo>
                    <a:pt x="13157" y="11887"/>
                  </a:lnTo>
                  <a:lnTo>
                    <a:pt x="0" y="0"/>
                  </a:lnTo>
                  <a:lnTo>
                    <a:pt x="0" y="16967"/>
                  </a:lnTo>
                  <a:lnTo>
                    <a:pt x="3606" y="19939"/>
                  </a:lnTo>
                  <a:lnTo>
                    <a:pt x="15621" y="35179"/>
                  </a:lnTo>
                  <a:lnTo>
                    <a:pt x="32346" y="72047"/>
                  </a:lnTo>
                  <a:lnTo>
                    <a:pt x="32931" y="74333"/>
                  </a:lnTo>
                  <a:lnTo>
                    <a:pt x="34480" y="76073"/>
                  </a:lnTo>
                  <a:lnTo>
                    <a:pt x="38366" y="77254"/>
                  </a:lnTo>
                  <a:lnTo>
                    <a:pt x="40424" y="76581"/>
                  </a:lnTo>
                  <a:lnTo>
                    <a:pt x="41846" y="74904"/>
                  </a:lnTo>
                  <a:lnTo>
                    <a:pt x="48704" y="68478"/>
                  </a:lnTo>
                  <a:lnTo>
                    <a:pt x="64846" y="58839"/>
                  </a:lnTo>
                  <a:lnTo>
                    <a:pt x="66827" y="57658"/>
                  </a:lnTo>
                  <a:lnTo>
                    <a:pt x="95707" y="51498"/>
                  </a:lnTo>
                  <a:lnTo>
                    <a:pt x="134797" y="59055"/>
                  </a:lnTo>
                  <a:lnTo>
                    <a:pt x="170459" y="84340"/>
                  </a:lnTo>
                  <a:lnTo>
                    <a:pt x="191528" y="117297"/>
                  </a:lnTo>
                  <a:lnTo>
                    <a:pt x="204203" y="158610"/>
                  </a:lnTo>
                  <a:lnTo>
                    <a:pt x="204431" y="160451"/>
                  </a:lnTo>
                  <a:lnTo>
                    <a:pt x="205282" y="162077"/>
                  </a:lnTo>
                  <a:lnTo>
                    <a:pt x="207810" y="164223"/>
                  </a:lnTo>
                  <a:lnTo>
                    <a:pt x="209397" y="164617"/>
                  </a:lnTo>
                  <a:lnTo>
                    <a:pt x="210921" y="164274"/>
                  </a:lnTo>
                  <a:lnTo>
                    <a:pt x="221284" y="162623"/>
                  </a:lnTo>
                  <a:lnTo>
                    <a:pt x="237985" y="161785"/>
                  </a:lnTo>
                  <a:lnTo>
                    <a:pt x="246278" y="161366"/>
                  </a:lnTo>
                  <a:lnTo>
                    <a:pt x="247611" y="161544"/>
                  </a:lnTo>
                  <a:close/>
                </a:path>
                <a:path w="502284" h="503554">
                  <a:moveTo>
                    <a:pt x="452996" y="429806"/>
                  </a:moveTo>
                  <a:lnTo>
                    <a:pt x="444893" y="419227"/>
                  </a:lnTo>
                  <a:lnTo>
                    <a:pt x="444525" y="420255"/>
                  </a:lnTo>
                  <a:lnTo>
                    <a:pt x="444525" y="422122"/>
                  </a:lnTo>
                  <a:lnTo>
                    <a:pt x="445693" y="425475"/>
                  </a:lnTo>
                  <a:lnTo>
                    <a:pt x="446824" y="426808"/>
                  </a:lnTo>
                  <a:lnTo>
                    <a:pt x="452996" y="429806"/>
                  </a:lnTo>
                  <a:close/>
                </a:path>
                <a:path w="502284" h="503554">
                  <a:moveTo>
                    <a:pt x="501891" y="503250"/>
                  </a:moveTo>
                  <a:lnTo>
                    <a:pt x="497293" y="496963"/>
                  </a:lnTo>
                  <a:lnTo>
                    <a:pt x="491871" y="490715"/>
                  </a:lnTo>
                  <a:lnTo>
                    <a:pt x="485914" y="485114"/>
                  </a:lnTo>
                  <a:lnTo>
                    <a:pt x="485127" y="484581"/>
                  </a:lnTo>
                  <a:lnTo>
                    <a:pt x="479183" y="480326"/>
                  </a:lnTo>
                  <a:lnTo>
                    <a:pt x="479653" y="477418"/>
                  </a:lnTo>
                  <a:lnTo>
                    <a:pt x="481380" y="466877"/>
                  </a:lnTo>
                  <a:lnTo>
                    <a:pt x="471779" y="454329"/>
                  </a:lnTo>
                  <a:lnTo>
                    <a:pt x="470052" y="464870"/>
                  </a:lnTo>
                  <a:lnTo>
                    <a:pt x="466534" y="486308"/>
                  </a:lnTo>
                  <a:lnTo>
                    <a:pt x="468045" y="489546"/>
                  </a:lnTo>
                  <a:lnTo>
                    <a:pt x="470662" y="490715"/>
                  </a:lnTo>
                  <a:lnTo>
                    <a:pt x="483717" y="500278"/>
                  </a:lnTo>
                  <a:lnTo>
                    <a:pt x="486067" y="503262"/>
                  </a:lnTo>
                  <a:lnTo>
                    <a:pt x="499440" y="503262"/>
                  </a:lnTo>
                  <a:lnTo>
                    <a:pt x="492277" y="493903"/>
                  </a:lnTo>
                  <a:lnTo>
                    <a:pt x="499440" y="503250"/>
                  </a:lnTo>
                  <a:lnTo>
                    <a:pt x="501891" y="503250"/>
                  </a:lnTo>
                  <a:close/>
                </a:path>
              </a:pathLst>
            </a:custGeom>
            <a:solidFill>
              <a:srgbClr val="E8BD92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13" name="object 213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1570029" y="6554629"/>
              <a:ext cx="190890" cy="249308"/>
            </a:xfrm>
            <a:prstGeom prst="rect">
              <a:avLst/>
            </a:prstGeom>
          </p:spPr>
        </p:pic>
        <p:sp>
          <p:nvSpPr>
            <p:cNvPr id="214" name="object 214" descr=""/>
            <p:cNvSpPr/>
            <p:nvPr/>
          </p:nvSpPr>
          <p:spPr>
            <a:xfrm>
              <a:off x="11555187" y="6554440"/>
              <a:ext cx="205740" cy="269240"/>
            </a:xfrm>
            <a:custGeom>
              <a:avLst/>
              <a:gdLst/>
              <a:ahLst/>
              <a:cxnLst/>
              <a:rect l="l" t="t" r="r" b="b"/>
              <a:pathLst>
                <a:path w="205740" h="269240">
                  <a:moveTo>
                    <a:pt x="194287" y="234545"/>
                  </a:moveTo>
                  <a:lnTo>
                    <a:pt x="194287" y="253749"/>
                  </a:lnTo>
                  <a:lnTo>
                    <a:pt x="205732" y="268696"/>
                  </a:lnTo>
                  <a:lnTo>
                    <a:pt x="205732" y="249492"/>
                  </a:lnTo>
                  <a:lnTo>
                    <a:pt x="194287" y="234545"/>
                  </a:lnTo>
                  <a:close/>
                </a:path>
                <a:path w="205740" h="269240">
                  <a:moveTo>
                    <a:pt x="0" y="0"/>
                  </a:moveTo>
                  <a:lnTo>
                    <a:pt x="10514" y="13733"/>
                  </a:lnTo>
                  <a:lnTo>
                    <a:pt x="25360" y="13921"/>
                  </a:lnTo>
                  <a:lnTo>
                    <a:pt x="14845" y="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CA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 descr=""/>
            <p:cNvSpPr/>
            <p:nvPr/>
          </p:nvSpPr>
          <p:spPr>
            <a:xfrm>
              <a:off x="11540344" y="6554251"/>
              <a:ext cx="220979" cy="288290"/>
            </a:xfrm>
            <a:custGeom>
              <a:avLst/>
              <a:gdLst/>
              <a:ahLst/>
              <a:cxnLst/>
              <a:rect l="l" t="t" r="r" b="b"/>
              <a:pathLst>
                <a:path w="220979" h="288290">
                  <a:moveTo>
                    <a:pt x="209130" y="253934"/>
                  </a:moveTo>
                  <a:lnTo>
                    <a:pt x="209130" y="273137"/>
                  </a:lnTo>
                  <a:lnTo>
                    <a:pt x="220575" y="288085"/>
                  </a:lnTo>
                  <a:lnTo>
                    <a:pt x="220575" y="268881"/>
                  </a:lnTo>
                  <a:lnTo>
                    <a:pt x="209130" y="253934"/>
                  </a:lnTo>
                  <a:close/>
                </a:path>
                <a:path w="220979" h="288290">
                  <a:moveTo>
                    <a:pt x="0" y="0"/>
                  </a:moveTo>
                  <a:lnTo>
                    <a:pt x="10514" y="13732"/>
                  </a:lnTo>
                  <a:lnTo>
                    <a:pt x="25360" y="13921"/>
                  </a:lnTo>
                  <a:lnTo>
                    <a:pt x="14845" y="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CC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 descr=""/>
            <p:cNvSpPr/>
            <p:nvPr/>
          </p:nvSpPr>
          <p:spPr>
            <a:xfrm>
              <a:off x="11525494" y="6554062"/>
              <a:ext cx="235585" cy="307975"/>
            </a:xfrm>
            <a:custGeom>
              <a:avLst/>
              <a:gdLst/>
              <a:ahLst/>
              <a:cxnLst/>
              <a:rect l="l" t="t" r="r" b="b"/>
              <a:pathLst>
                <a:path w="235584" h="307975">
                  <a:moveTo>
                    <a:pt x="223980" y="273322"/>
                  </a:moveTo>
                  <a:lnTo>
                    <a:pt x="223980" y="292525"/>
                  </a:lnTo>
                  <a:lnTo>
                    <a:pt x="235425" y="307472"/>
                  </a:lnTo>
                  <a:lnTo>
                    <a:pt x="235425" y="288268"/>
                  </a:lnTo>
                  <a:lnTo>
                    <a:pt x="223980" y="273322"/>
                  </a:lnTo>
                  <a:close/>
                </a:path>
                <a:path w="235584" h="307975">
                  <a:moveTo>
                    <a:pt x="0" y="0"/>
                  </a:moveTo>
                  <a:lnTo>
                    <a:pt x="10515" y="13732"/>
                  </a:lnTo>
                  <a:lnTo>
                    <a:pt x="25360" y="13921"/>
                  </a:lnTo>
                  <a:lnTo>
                    <a:pt x="14845" y="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6CD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 descr=""/>
            <p:cNvSpPr/>
            <p:nvPr/>
          </p:nvSpPr>
          <p:spPr>
            <a:xfrm>
              <a:off x="11500752" y="6553752"/>
              <a:ext cx="260350" cy="340360"/>
            </a:xfrm>
            <a:custGeom>
              <a:avLst/>
              <a:gdLst/>
              <a:ahLst/>
              <a:cxnLst/>
              <a:rect l="l" t="t" r="r" b="b"/>
              <a:pathLst>
                <a:path w="260350" h="340359">
                  <a:moveTo>
                    <a:pt x="35255" y="14046"/>
                  </a:moveTo>
                  <a:lnTo>
                    <a:pt x="24739" y="317"/>
                  </a:lnTo>
                  <a:lnTo>
                    <a:pt x="9893" y="127"/>
                  </a:lnTo>
                  <a:lnTo>
                    <a:pt x="0" y="0"/>
                  </a:lnTo>
                  <a:lnTo>
                    <a:pt x="10515" y="13728"/>
                  </a:lnTo>
                  <a:lnTo>
                    <a:pt x="20408" y="13855"/>
                  </a:lnTo>
                  <a:lnTo>
                    <a:pt x="35255" y="14046"/>
                  </a:lnTo>
                  <a:close/>
                </a:path>
                <a:path w="260350" h="340359">
                  <a:moveTo>
                    <a:pt x="260159" y="307784"/>
                  </a:moveTo>
                  <a:lnTo>
                    <a:pt x="248716" y="292836"/>
                  </a:lnTo>
                  <a:lnTo>
                    <a:pt x="248716" y="312039"/>
                  </a:lnTo>
                  <a:lnTo>
                    <a:pt x="248716" y="324840"/>
                  </a:lnTo>
                  <a:lnTo>
                    <a:pt x="260159" y="339788"/>
                  </a:lnTo>
                  <a:lnTo>
                    <a:pt x="260159" y="326986"/>
                  </a:lnTo>
                  <a:lnTo>
                    <a:pt x="260159" y="307784"/>
                  </a:lnTo>
                  <a:close/>
                </a:path>
              </a:pathLst>
            </a:custGeom>
            <a:solidFill>
              <a:srgbClr val="F7CE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 descr=""/>
            <p:cNvSpPr/>
            <p:nvPr/>
          </p:nvSpPr>
          <p:spPr>
            <a:xfrm>
              <a:off x="11490862" y="6553622"/>
              <a:ext cx="270510" cy="353060"/>
            </a:xfrm>
            <a:custGeom>
              <a:avLst/>
              <a:gdLst/>
              <a:ahLst/>
              <a:cxnLst/>
              <a:rect l="l" t="t" r="r" b="b"/>
              <a:pathLst>
                <a:path w="270509" h="353059">
                  <a:moveTo>
                    <a:pt x="258613" y="324968"/>
                  </a:moveTo>
                  <a:lnTo>
                    <a:pt x="258613" y="337764"/>
                  </a:lnTo>
                  <a:lnTo>
                    <a:pt x="270057" y="352711"/>
                  </a:lnTo>
                  <a:lnTo>
                    <a:pt x="270057" y="339916"/>
                  </a:lnTo>
                  <a:lnTo>
                    <a:pt x="258613" y="324968"/>
                  </a:lnTo>
                  <a:close/>
                </a:path>
                <a:path w="270509" h="353059">
                  <a:moveTo>
                    <a:pt x="0" y="0"/>
                  </a:moveTo>
                  <a:lnTo>
                    <a:pt x="10514" y="13732"/>
                  </a:lnTo>
                  <a:lnTo>
                    <a:pt x="20411" y="13858"/>
                  </a:lnTo>
                  <a:lnTo>
                    <a:pt x="9897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6CD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 descr=""/>
            <p:cNvSpPr/>
            <p:nvPr/>
          </p:nvSpPr>
          <p:spPr>
            <a:xfrm>
              <a:off x="11480969" y="6553496"/>
              <a:ext cx="280035" cy="365760"/>
            </a:xfrm>
            <a:custGeom>
              <a:avLst/>
              <a:gdLst/>
              <a:ahLst/>
              <a:cxnLst/>
              <a:rect l="l" t="t" r="r" b="b"/>
              <a:pathLst>
                <a:path w="280034" h="365759">
                  <a:moveTo>
                    <a:pt x="268505" y="337893"/>
                  </a:moveTo>
                  <a:lnTo>
                    <a:pt x="268505" y="350689"/>
                  </a:lnTo>
                  <a:lnTo>
                    <a:pt x="279949" y="365636"/>
                  </a:lnTo>
                  <a:lnTo>
                    <a:pt x="279949" y="352841"/>
                  </a:lnTo>
                  <a:lnTo>
                    <a:pt x="268505" y="337893"/>
                  </a:lnTo>
                  <a:close/>
                </a:path>
                <a:path w="280034" h="365759">
                  <a:moveTo>
                    <a:pt x="0" y="0"/>
                  </a:moveTo>
                  <a:lnTo>
                    <a:pt x="10514" y="13732"/>
                  </a:lnTo>
                  <a:lnTo>
                    <a:pt x="20411" y="13858"/>
                  </a:lnTo>
                  <a:lnTo>
                    <a:pt x="9897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CC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 descr=""/>
            <p:cNvSpPr/>
            <p:nvPr/>
          </p:nvSpPr>
          <p:spPr>
            <a:xfrm>
              <a:off x="11471069" y="6553370"/>
              <a:ext cx="290195" cy="379095"/>
            </a:xfrm>
            <a:custGeom>
              <a:avLst/>
              <a:gdLst/>
              <a:ahLst/>
              <a:cxnLst/>
              <a:rect l="l" t="t" r="r" b="b"/>
              <a:pathLst>
                <a:path w="290195" h="379095">
                  <a:moveTo>
                    <a:pt x="278405" y="350819"/>
                  </a:moveTo>
                  <a:lnTo>
                    <a:pt x="278405" y="363615"/>
                  </a:lnTo>
                  <a:lnTo>
                    <a:pt x="289850" y="378562"/>
                  </a:lnTo>
                  <a:lnTo>
                    <a:pt x="289850" y="365767"/>
                  </a:lnTo>
                  <a:lnTo>
                    <a:pt x="278405" y="350819"/>
                  </a:lnTo>
                  <a:close/>
                </a:path>
                <a:path w="290195" h="379095">
                  <a:moveTo>
                    <a:pt x="0" y="0"/>
                  </a:moveTo>
                  <a:lnTo>
                    <a:pt x="10514" y="13732"/>
                  </a:lnTo>
                  <a:lnTo>
                    <a:pt x="20411" y="13858"/>
                  </a:lnTo>
                  <a:lnTo>
                    <a:pt x="9897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CA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 descr=""/>
            <p:cNvSpPr/>
            <p:nvPr/>
          </p:nvSpPr>
          <p:spPr>
            <a:xfrm>
              <a:off x="11461177" y="6553244"/>
              <a:ext cx="300355" cy="391795"/>
            </a:xfrm>
            <a:custGeom>
              <a:avLst/>
              <a:gdLst/>
              <a:ahLst/>
              <a:cxnLst/>
              <a:rect l="l" t="t" r="r" b="b"/>
              <a:pathLst>
                <a:path w="300354" h="391795">
                  <a:moveTo>
                    <a:pt x="288297" y="363743"/>
                  </a:moveTo>
                  <a:lnTo>
                    <a:pt x="288297" y="376539"/>
                  </a:lnTo>
                  <a:lnTo>
                    <a:pt x="299741" y="391486"/>
                  </a:lnTo>
                  <a:lnTo>
                    <a:pt x="299741" y="378691"/>
                  </a:lnTo>
                  <a:lnTo>
                    <a:pt x="288297" y="363743"/>
                  </a:lnTo>
                  <a:close/>
                </a:path>
                <a:path w="300354" h="391795">
                  <a:moveTo>
                    <a:pt x="0" y="0"/>
                  </a:moveTo>
                  <a:lnTo>
                    <a:pt x="10514" y="13732"/>
                  </a:lnTo>
                  <a:lnTo>
                    <a:pt x="20411" y="13858"/>
                  </a:lnTo>
                  <a:lnTo>
                    <a:pt x="9897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C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 descr=""/>
            <p:cNvSpPr/>
            <p:nvPr/>
          </p:nvSpPr>
          <p:spPr>
            <a:xfrm>
              <a:off x="11451277" y="6553118"/>
              <a:ext cx="309880" cy="404495"/>
            </a:xfrm>
            <a:custGeom>
              <a:avLst/>
              <a:gdLst/>
              <a:ahLst/>
              <a:cxnLst/>
              <a:rect l="l" t="t" r="r" b="b"/>
              <a:pathLst>
                <a:path w="309879" h="404495">
                  <a:moveTo>
                    <a:pt x="298197" y="376669"/>
                  </a:moveTo>
                  <a:lnTo>
                    <a:pt x="298197" y="389464"/>
                  </a:lnTo>
                  <a:lnTo>
                    <a:pt x="309642" y="404412"/>
                  </a:lnTo>
                  <a:lnTo>
                    <a:pt x="309642" y="391616"/>
                  </a:lnTo>
                  <a:lnTo>
                    <a:pt x="298197" y="376669"/>
                  </a:lnTo>
                  <a:close/>
                </a:path>
                <a:path w="309879" h="404495">
                  <a:moveTo>
                    <a:pt x="0" y="0"/>
                  </a:moveTo>
                  <a:lnTo>
                    <a:pt x="10514" y="13732"/>
                  </a:lnTo>
                  <a:lnTo>
                    <a:pt x="20411" y="13858"/>
                  </a:lnTo>
                  <a:lnTo>
                    <a:pt x="9897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C8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 descr=""/>
            <p:cNvSpPr/>
            <p:nvPr/>
          </p:nvSpPr>
          <p:spPr>
            <a:xfrm>
              <a:off x="11441377" y="6552992"/>
              <a:ext cx="320040" cy="417830"/>
            </a:xfrm>
            <a:custGeom>
              <a:avLst/>
              <a:gdLst/>
              <a:ahLst/>
              <a:cxnLst/>
              <a:rect l="l" t="t" r="r" b="b"/>
              <a:pathLst>
                <a:path w="320040" h="417829">
                  <a:moveTo>
                    <a:pt x="308098" y="389595"/>
                  </a:moveTo>
                  <a:lnTo>
                    <a:pt x="308098" y="402390"/>
                  </a:lnTo>
                  <a:lnTo>
                    <a:pt x="319542" y="417338"/>
                  </a:lnTo>
                  <a:lnTo>
                    <a:pt x="319542" y="404542"/>
                  </a:lnTo>
                  <a:lnTo>
                    <a:pt x="308098" y="389595"/>
                  </a:lnTo>
                  <a:close/>
                </a:path>
                <a:path w="320040" h="417829">
                  <a:moveTo>
                    <a:pt x="0" y="0"/>
                  </a:moveTo>
                  <a:lnTo>
                    <a:pt x="10514" y="13732"/>
                  </a:lnTo>
                  <a:lnTo>
                    <a:pt x="20411" y="13858"/>
                  </a:lnTo>
                  <a:lnTo>
                    <a:pt x="9897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C7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 descr=""/>
            <p:cNvSpPr/>
            <p:nvPr/>
          </p:nvSpPr>
          <p:spPr>
            <a:xfrm>
              <a:off x="11431485" y="6552866"/>
              <a:ext cx="329565" cy="430530"/>
            </a:xfrm>
            <a:custGeom>
              <a:avLst/>
              <a:gdLst/>
              <a:ahLst/>
              <a:cxnLst/>
              <a:rect l="l" t="t" r="r" b="b"/>
              <a:pathLst>
                <a:path w="329565" h="430529">
                  <a:moveTo>
                    <a:pt x="317989" y="402519"/>
                  </a:moveTo>
                  <a:lnTo>
                    <a:pt x="317989" y="415314"/>
                  </a:lnTo>
                  <a:lnTo>
                    <a:pt x="329434" y="430262"/>
                  </a:lnTo>
                  <a:lnTo>
                    <a:pt x="329434" y="417467"/>
                  </a:lnTo>
                  <a:lnTo>
                    <a:pt x="317989" y="402519"/>
                  </a:lnTo>
                  <a:close/>
                </a:path>
                <a:path w="329565" h="430529">
                  <a:moveTo>
                    <a:pt x="0" y="0"/>
                  </a:moveTo>
                  <a:lnTo>
                    <a:pt x="10514" y="13732"/>
                  </a:lnTo>
                  <a:lnTo>
                    <a:pt x="20411" y="13858"/>
                  </a:lnTo>
                  <a:lnTo>
                    <a:pt x="9897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C6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 descr=""/>
            <p:cNvSpPr/>
            <p:nvPr/>
          </p:nvSpPr>
          <p:spPr>
            <a:xfrm>
              <a:off x="11421584" y="6552740"/>
              <a:ext cx="339725" cy="443230"/>
            </a:xfrm>
            <a:custGeom>
              <a:avLst/>
              <a:gdLst/>
              <a:ahLst/>
              <a:cxnLst/>
              <a:rect l="l" t="t" r="r" b="b"/>
              <a:pathLst>
                <a:path w="339725" h="443229">
                  <a:moveTo>
                    <a:pt x="230943" y="301624"/>
                  </a:moveTo>
                  <a:lnTo>
                    <a:pt x="266920" y="348611"/>
                  </a:lnTo>
                  <a:lnTo>
                    <a:pt x="258018" y="331531"/>
                  </a:lnTo>
                  <a:lnTo>
                    <a:pt x="235077" y="304330"/>
                  </a:lnTo>
                  <a:lnTo>
                    <a:pt x="230943" y="301624"/>
                  </a:lnTo>
                  <a:close/>
                </a:path>
                <a:path w="339725" h="443229">
                  <a:moveTo>
                    <a:pt x="327890" y="415446"/>
                  </a:moveTo>
                  <a:lnTo>
                    <a:pt x="327890" y="428241"/>
                  </a:lnTo>
                  <a:lnTo>
                    <a:pt x="339335" y="443189"/>
                  </a:lnTo>
                  <a:lnTo>
                    <a:pt x="339335" y="430393"/>
                  </a:lnTo>
                  <a:lnTo>
                    <a:pt x="327890" y="415446"/>
                  </a:lnTo>
                  <a:close/>
                </a:path>
                <a:path w="339725" h="443229">
                  <a:moveTo>
                    <a:pt x="0" y="0"/>
                  </a:moveTo>
                  <a:lnTo>
                    <a:pt x="10514" y="13732"/>
                  </a:lnTo>
                  <a:lnTo>
                    <a:pt x="20411" y="13858"/>
                  </a:lnTo>
                  <a:lnTo>
                    <a:pt x="9897" y="125"/>
                  </a:lnTo>
                  <a:lnTo>
                    <a:pt x="0" y="0"/>
                  </a:lnTo>
                  <a:close/>
                </a:path>
                <a:path w="339725" h="443229">
                  <a:moveTo>
                    <a:pt x="136898" y="178796"/>
                  </a:moveTo>
                  <a:lnTo>
                    <a:pt x="165606" y="216291"/>
                  </a:lnTo>
                  <a:lnTo>
                    <a:pt x="161547" y="205963"/>
                  </a:lnTo>
                  <a:lnTo>
                    <a:pt x="141351" y="181232"/>
                  </a:lnTo>
                  <a:lnTo>
                    <a:pt x="136898" y="178796"/>
                  </a:lnTo>
                  <a:close/>
                </a:path>
              </a:pathLst>
            </a:custGeom>
            <a:solidFill>
              <a:srgbClr val="EEC5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 descr=""/>
            <p:cNvSpPr/>
            <p:nvPr/>
          </p:nvSpPr>
          <p:spPr>
            <a:xfrm>
              <a:off x="11411684" y="6552614"/>
              <a:ext cx="349250" cy="456565"/>
            </a:xfrm>
            <a:custGeom>
              <a:avLst/>
              <a:gdLst/>
              <a:ahLst/>
              <a:cxnLst/>
              <a:rect l="l" t="t" r="r" b="b"/>
              <a:pathLst>
                <a:path w="349250" h="456565">
                  <a:moveTo>
                    <a:pt x="221770" y="289640"/>
                  </a:moveTo>
                  <a:lnTo>
                    <a:pt x="288531" y="376832"/>
                  </a:lnTo>
                  <a:lnTo>
                    <a:pt x="285012" y="364456"/>
                  </a:lnTo>
                  <a:lnTo>
                    <a:pt x="276825" y="348747"/>
                  </a:lnTo>
                  <a:lnTo>
                    <a:pt x="240838" y="301747"/>
                  </a:lnTo>
                  <a:lnTo>
                    <a:pt x="222796" y="289936"/>
                  </a:lnTo>
                  <a:lnTo>
                    <a:pt x="221770" y="289640"/>
                  </a:lnTo>
                  <a:close/>
                </a:path>
                <a:path w="349250" h="456565">
                  <a:moveTo>
                    <a:pt x="337790" y="428370"/>
                  </a:moveTo>
                  <a:lnTo>
                    <a:pt x="337790" y="441166"/>
                  </a:lnTo>
                  <a:lnTo>
                    <a:pt x="349234" y="456113"/>
                  </a:lnTo>
                  <a:lnTo>
                    <a:pt x="349234" y="443318"/>
                  </a:lnTo>
                  <a:lnTo>
                    <a:pt x="337790" y="428370"/>
                  </a:lnTo>
                  <a:close/>
                </a:path>
                <a:path w="349250" h="456565">
                  <a:moveTo>
                    <a:pt x="0" y="0"/>
                  </a:moveTo>
                  <a:lnTo>
                    <a:pt x="10514" y="13732"/>
                  </a:lnTo>
                  <a:lnTo>
                    <a:pt x="20411" y="13858"/>
                  </a:lnTo>
                  <a:lnTo>
                    <a:pt x="9897" y="125"/>
                  </a:lnTo>
                  <a:lnTo>
                    <a:pt x="0" y="0"/>
                  </a:lnTo>
                  <a:close/>
                </a:path>
                <a:path w="349250" h="456565">
                  <a:moveTo>
                    <a:pt x="129933" y="169697"/>
                  </a:moveTo>
                  <a:lnTo>
                    <a:pt x="183787" y="240033"/>
                  </a:lnTo>
                  <a:lnTo>
                    <a:pt x="182898" y="235220"/>
                  </a:lnTo>
                  <a:lnTo>
                    <a:pt x="175508" y="216423"/>
                  </a:lnTo>
                  <a:lnTo>
                    <a:pt x="146794" y="178920"/>
                  </a:lnTo>
                  <a:lnTo>
                    <a:pt x="129933" y="169697"/>
                  </a:lnTo>
                  <a:close/>
                </a:path>
              </a:pathLst>
            </a:custGeom>
            <a:solidFill>
              <a:srgbClr val="EDC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 descr=""/>
            <p:cNvSpPr/>
            <p:nvPr/>
          </p:nvSpPr>
          <p:spPr>
            <a:xfrm>
              <a:off x="11401792" y="6552488"/>
              <a:ext cx="359410" cy="469265"/>
            </a:xfrm>
            <a:custGeom>
              <a:avLst/>
              <a:gdLst/>
              <a:ahLst/>
              <a:cxnLst/>
              <a:rect l="l" t="t" r="r" b="b"/>
              <a:pathLst>
                <a:path w="359409" h="469265">
                  <a:moveTo>
                    <a:pt x="219084" y="286135"/>
                  </a:moveTo>
                  <a:lnTo>
                    <a:pt x="235541" y="307628"/>
                  </a:lnTo>
                  <a:lnTo>
                    <a:pt x="243045" y="311437"/>
                  </a:lnTo>
                  <a:lnTo>
                    <a:pt x="268742" y="340097"/>
                  </a:lnTo>
                  <a:lnTo>
                    <a:pt x="284254" y="371251"/>
                  </a:lnTo>
                  <a:lnTo>
                    <a:pt x="303091" y="395853"/>
                  </a:lnTo>
                  <a:lnTo>
                    <a:pt x="302817" y="392413"/>
                  </a:lnTo>
                  <a:lnTo>
                    <a:pt x="298424" y="376962"/>
                  </a:lnTo>
                  <a:lnTo>
                    <a:pt x="231662" y="289765"/>
                  </a:lnTo>
                  <a:lnTo>
                    <a:pt x="219084" y="286135"/>
                  </a:lnTo>
                  <a:close/>
                </a:path>
                <a:path w="359409" h="469265">
                  <a:moveTo>
                    <a:pt x="347682" y="441296"/>
                  </a:moveTo>
                  <a:lnTo>
                    <a:pt x="347682" y="454092"/>
                  </a:lnTo>
                  <a:lnTo>
                    <a:pt x="359127" y="469039"/>
                  </a:lnTo>
                  <a:lnTo>
                    <a:pt x="359127" y="456244"/>
                  </a:lnTo>
                  <a:lnTo>
                    <a:pt x="347682" y="441296"/>
                  </a:lnTo>
                  <a:close/>
                </a:path>
                <a:path w="359409" h="469265">
                  <a:moveTo>
                    <a:pt x="0" y="0"/>
                  </a:moveTo>
                  <a:lnTo>
                    <a:pt x="10514" y="13732"/>
                  </a:lnTo>
                  <a:lnTo>
                    <a:pt x="20411" y="13858"/>
                  </a:lnTo>
                  <a:lnTo>
                    <a:pt x="9897" y="125"/>
                  </a:lnTo>
                  <a:lnTo>
                    <a:pt x="0" y="0"/>
                  </a:lnTo>
                  <a:close/>
                </a:path>
                <a:path w="359409" h="469265">
                  <a:moveTo>
                    <a:pt x="126112" y="164709"/>
                  </a:moveTo>
                  <a:lnTo>
                    <a:pt x="143173" y="186992"/>
                  </a:lnTo>
                  <a:lnTo>
                    <a:pt x="154673" y="192709"/>
                  </a:lnTo>
                  <a:lnTo>
                    <a:pt x="175077" y="220462"/>
                  </a:lnTo>
                  <a:lnTo>
                    <a:pt x="179070" y="233875"/>
                  </a:lnTo>
                  <a:lnTo>
                    <a:pt x="196798" y="257028"/>
                  </a:lnTo>
                  <a:lnTo>
                    <a:pt x="193680" y="240158"/>
                  </a:lnTo>
                  <a:lnTo>
                    <a:pt x="139828" y="169824"/>
                  </a:lnTo>
                  <a:lnTo>
                    <a:pt x="133242" y="166222"/>
                  </a:lnTo>
                  <a:lnTo>
                    <a:pt x="126112" y="164709"/>
                  </a:lnTo>
                  <a:close/>
                </a:path>
              </a:pathLst>
            </a:custGeom>
            <a:solidFill>
              <a:srgbClr val="ECC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 descr=""/>
            <p:cNvSpPr/>
            <p:nvPr/>
          </p:nvSpPr>
          <p:spPr>
            <a:xfrm>
              <a:off x="11391892" y="6552362"/>
              <a:ext cx="369570" cy="481965"/>
            </a:xfrm>
            <a:custGeom>
              <a:avLst/>
              <a:gdLst/>
              <a:ahLst/>
              <a:cxnLst/>
              <a:rect l="l" t="t" r="r" b="b"/>
              <a:pathLst>
                <a:path w="369570" h="481965">
                  <a:moveTo>
                    <a:pt x="337623" y="440950"/>
                  </a:moveTo>
                  <a:lnTo>
                    <a:pt x="342252" y="446994"/>
                  </a:lnTo>
                  <a:lnTo>
                    <a:pt x="342452" y="445769"/>
                  </a:lnTo>
                  <a:lnTo>
                    <a:pt x="341007" y="442597"/>
                  </a:lnTo>
                  <a:lnTo>
                    <a:pt x="337623" y="440950"/>
                  </a:lnTo>
                  <a:close/>
                </a:path>
                <a:path w="369570" h="481965">
                  <a:moveTo>
                    <a:pt x="294160" y="371389"/>
                  </a:moveTo>
                  <a:lnTo>
                    <a:pt x="296616" y="376321"/>
                  </a:lnTo>
                  <a:lnTo>
                    <a:pt x="299984" y="391792"/>
                  </a:lnTo>
                  <a:lnTo>
                    <a:pt x="314130" y="410267"/>
                  </a:lnTo>
                  <a:lnTo>
                    <a:pt x="312992" y="395984"/>
                  </a:lnTo>
                  <a:lnTo>
                    <a:pt x="294160" y="371389"/>
                  </a:lnTo>
                  <a:close/>
                </a:path>
                <a:path w="369570" h="481965">
                  <a:moveTo>
                    <a:pt x="217837" y="284504"/>
                  </a:moveTo>
                  <a:lnTo>
                    <a:pt x="229440" y="299658"/>
                  </a:lnTo>
                  <a:lnTo>
                    <a:pt x="245436" y="307752"/>
                  </a:lnTo>
                  <a:lnTo>
                    <a:pt x="228980" y="286260"/>
                  </a:lnTo>
                  <a:lnTo>
                    <a:pt x="223325" y="284628"/>
                  </a:lnTo>
                  <a:lnTo>
                    <a:pt x="217837" y="284504"/>
                  </a:lnTo>
                  <a:close/>
                </a:path>
                <a:path w="369570" h="481965">
                  <a:moveTo>
                    <a:pt x="357583" y="454222"/>
                  </a:moveTo>
                  <a:lnTo>
                    <a:pt x="357583" y="467017"/>
                  </a:lnTo>
                  <a:lnTo>
                    <a:pt x="369027" y="481964"/>
                  </a:lnTo>
                  <a:lnTo>
                    <a:pt x="369027" y="469169"/>
                  </a:lnTo>
                  <a:lnTo>
                    <a:pt x="357583" y="454222"/>
                  </a:lnTo>
                  <a:close/>
                </a:path>
                <a:path w="369570" h="481965">
                  <a:moveTo>
                    <a:pt x="0" y="0"/>
                  </a:moveTo>
                  <a:lnTo>
                    <a:pt x="10514" y="13732"/>
                  </a:lnTo>
                  <a:lnTo>
                    <a:pt x="20411" y="13858"/>
                  </a:lnTo>
                  <a:lnTo>
                    <a:pt x="9897" y="125"/>
                  </a:lnTo>
                  <a:lnTo>
                    <a:pt x="0" y="0"/>
                  </a:lnTo>
                  <a:close/>
                </a:path>
                <a:path w="369570" h="481965">
                  <a:moveTo>
                    <a:pt x="188972" y="234008"/>
                  </a:moveTo>
                  <a:lnTo>
                    <a:pt x="194644" y="253059"/>
                  </a:lnTo>
                  <a:lnTo>
                    <a:pt x="194787" y="254399"/>
                  </a:lnTo>
                  <a:lnTo>
                    <a:pt x="208387" y="272161"/>
                  </a:lnTo>
                  <a:lnTo>
                    <a:pt x="207842" y="263347"/>
                  </a:lnTo>
                  <a:lnTo>
                    <a:pt x="206699" y="257159"/>
                  </a:lnTo>
                  <a:lnTo>
                    <a:pt x="188972" y="234008"/>
                  </a:lnTo>
                  <a:close/>
                </a:path>
                <a:path w="369570" h="481965">
                  <a:moveTo>
                    <a:pt x="124308" y="162352"/>
                  </a:moveTo>
                  <a:lnTo>
                    <a:pt x="137247" y="179250"/>
                  </a:lnTo>
                  <a:lnTo>
                    <a:pt x="153069" y="187116"/>
                  </a:lnTo>
                  <a:lnTo>
                    <a:pt x="136009" y="164834"/>
                  </a:lnTo>
                  <a:lnTo>
                    <a:pt x="124308" y="162352"/>
                  </a:lnTo>
                  <a:close/>
                </a:path>
              </a:pathLst>
            </a:custGeom>
            <a:solidFill>
              <a:srgbClr val="EBC2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 descr=""/>
            <p:cNvSpPr/>
            <p:nvPr/>
          </p:nvSpPr>
          <p:spPr>
            <a:xfrm>
              <a:off x="11382000" y="6552237"/>
              <a:ext cx="379095" cy="495300"/>
            </a:xfrm>
            <a:custGeom>
              <a:avLst/>
              <a:gdLst/>
              <a:ahLst/>
              <a:cxnLst/>
              <a:rect l="l" t="t" r="r" b="b"/>
              <a:pathLst>
                <a:path w="379095" h="495300">
                  <a:moveTo>
                    <a:pt x="331895" y="433473"/>
                  </a:moveTo>
                  <a:lnTo>
                    <a:pt x="350417" y="457664"/>
                  </a:lnTo>
                  <a:lnTo>
                    <a:pt x="352143" y="447122"/>
                  </a:lnTo>
                  <a:lnTo>
                    <a:pt x="347512" y="441074"/>
                  </a:lnTo>
                  <a:lnTo>
                    <a:pt x="331895" y="433473"/>
                  </a:lnTo>
                  <a:close/>
                </a:path>
                <a:path w="379095" h="495300">
                  <a:moveTo>
                    <a:pt x="309876" y="391919"/>
                  </a:moveTo>
                  <a:lnTo>
                    <a:pt x="312639" y="404610"/>
                  </a:lnTo>
                  <a:lnTo>
                    <a:pt x="312566" y="408228"/>
                  </a:lnTo>
                  <a:lnTo>
                    <a:pt x="323549" y="422573"/>
                  </a:lnTo>
                  <a:lnTo>
                    <a:pt x="324345" y="414447"/>
                  </a:lnTo>
                  <a:lnTo>
                    <a:pt x="324022" y="410394"/>
                  </a:lnTo>
                  <a:lnTo>
                    <a:pt x="309876" y="391919"/>
                  </a:lnTo>
                  <a:close/>
                </a:path>
                <a:path w="379095" h="495300">
                  <a:moveTo>
                    <a:pt x="204678" y="254523"/>
                  </a:moveTo>
                  <a:lnTo>
                    <a:pt x="206262" y="269390"/>
                  </a:lnTo>
                  <a:lnTo>
                    <a:pt x="228598" y="298561"/>
                  </a:lnTo>
                  <a:lnTo>
                    <a:pt x="239332" y="299784"/>
                  </a:lnTo>
                  <a:lnTo>
                    <a:pt x="227730" y="284630"/>
                  </a:lnTo>
                  <a:lnTo>
                    <a:pt x="219028" y="284434"/>
                  </a:lnTo>
                  <a:lnTo>
                    <a:pt x="218278" y="272285"/>
                  </a:lnTo>
                  <a:lnTo>
                    <a:pt x="204678" y="254523"/>
                  </a:lnTo>
                  <a:close/>
                </a:path>
                <a:path w="379095" h="495300">
                  <a:moveTo>
                    <a:pt x="367474" y="467146"/>
                  </a:moveTo>
                  <a:lnTo>
                    <a:pt x="367474" y="479941"/>
                  </a:lnTo>
                  <a:lnTo>
                    <a:pt x="378919" y="494889"/>
                  </a:lnTo>
                  <a:lnTo>
                    <a:pt x="378919" y="482093"/>
                  </a:lnTo>
                  <a:lnTo>
                    <a:pt x="367474" y="467146"/>
                  </a:lnTo>
                  <a:close/>
                </a:path>
                <a:path w="379095" h="495300">
                  <a:moveTo>
                    <a:pt x="0" y="0"/>
                  </a:moveTo>
                  <a:lnTo>
                    <a:pt x="10514" y="13732"/>
                  </a:lnTo>
                  <a:lnTo>
                    <a:pt x="20411" y="13858"/>
                  </a:lnTo>
                  <a:lnTo>
                    <a:pt x="9897" y="125"/>
                  </a:lnTo>
                  <a:lnTo>
                    <a:pt x="0" y="0"/>
                  </a:lnTo>
                  <a:close/>
                </a:path>
                <a:path w="379095" h="495300">
                  <a:moveTo>
                    <a:pt x="122704" y="160258"/>
                  </a:moveTo>
                  <a:lnTo>
                    <a:pt x="135113" y="176466"/>
                  </a:lnTo>
                  <a:lnTo>
                    <a:pt x="143662" y="177648"/>
                  </a:lnTo>
                  <a:lnTo>
                    <a:pt x="147143" y="179378"/>
                  </a:lnTo>
                  <a:lnTo>
                    <a:pt x="134203" y="162478"/>
                  </a:lnTo>
                  <a:lnTo>
                    <a:pt x="123835" y="160278"/>
                  </a:lnTo>
                  <a:lnTo>
                    <a:pt x="122704" y="160258"/>
                  </a:lnTo>
                  <a:close/>
                </a:path>
              </a:pathLst>
            </a:custGeom>
            <a:solidFill>
              <a:srgbClr val="EBC1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 descr=""/>
            <p:cNvSpPr/>
            <p:nvPr/>
          </p:nvSpPr>
          <p:spPr>
            <a:xfrm>
              <a:off x="11372110" y="6552111"/>
              <a:ext cx="389255" cy="508000"/>
            </a:xfrm>
            <a:custGeom>
              <a:avLst/>
              <a:gdLst/>
              <a:ahLst/>
              <a:cxnLst/>
              <a:rect l="l" t="t" r="r" b="b"/>
              <a:pathLst>
                <a:path w="389254" h="508000">
                  <a:moveTo>
                    <a:pt x="322456" y="408358"/>
                  </a:moveTo>
                  <a:lnTo>
                    <a:pt x="322203" y="420822"/>
                  </a:lnTo>
                  <a:lnTo>
                    <a:pt x="344095" y="449414"/>
                  </a:lnTo>
                  <a:lnTo>
                    <a:pt x="349585" y="452084"/>
                  </a:lnTo>
                  <a:lnTo>
                    <a:pt x="348977" y="455791"/>
                  </a:lnTo>
                  <a:lnTo>
                    <a:pt x="358581" y="468335"/>
                  </a:lnTo>
                  <a:lnTo>
                    <a:pt x="360307" y="457794"/>
                  </a:lnTo>
                  <a:lnTo>
                    <a:pt x="341780" y="433596"/>
                  </a:lnTo>
                  <a:lnTo>
                    <a:pt x="332800" y="429226"/>
                  </a:lnTo>
                  <a:lnTo>
                    <a:pt x="333439" y="422703"/>
                  </a:lnTo>
                  <a:lnTo>
                    <a:pt x="322456" y="408358"/>
                  </a:lnTo>
                  <a:close/>
                </a:path>
                <a:path w="389254" h="508000">
                  <a:moveTo>
                    <a:pt x="237912" y="297939"/>
                  </a:moveTo>
                  <a:lnTo>
                    <a:pt x="231923" y="297939"/>
                  </a:lnTo>
                  <a:lnTo>
                    <a:pt x="238484" y="298687"/>
                  </a:lnTo>
                  <a:lnTo>
                    <a:pt x="237912" y="297939"/>
                  </a:lnTo>
                  <a:close/>
                </a:path>
                <a:path w="389254" h="508000">
                  <a:moveTo>
                    <a:pt x="216153" y="269521"/>
                  </a:moveTo>
                  <a:lnTo>
                    <a:pt x="217312" y="280405"/>
                  </a:lnTo>
                  <a:lnTo>
                    <a:pt x="217301" y="283811"/>
                  </a:lnTo>
                  <a:lnTo>
                    <a:pt x="228505" y="298445"/>
                  </a:lnTo>
                  <a:lnTo>
                    <a:pt x="231923" y="297939"/>
                  </a:lnTo>
                  <a:lnTo>
                    <a:pt x="237912" y="297939"/>
                  </a:lnTo>
                  <a:lnTo>
                    <a:pt x="216153" y="269521"/>
                  </a:lnTo>
                  <a:close/>
                </a:path>
                <a:path w="389254" h="508000">
                  <a:moveTo>
                    <a:pt x="377364" y="480072"/>
                  </a:moveTo>
                  <a:lnTo>
                    <a:pt x="377364" y="492867"/>
                  </a:lnTo>
                  <a:lnTo>
                    <a:pt x="388809" y="507814"/>
                  </a:lnTo>
                  <a:lnTo>
                    <a:pt x="388809" y="495019"/>
                  </a:lnTo>
                  <a:lnTo>
                    <a:pt x="377364" y="480072"/>
                  </a:lnTo>
                  <a:close/>
                </a:path>
                <a:path w="389254" h="508000">
                  <a:moveTo>
                    <a:pt x="0" y="0"/>
                  </a:moveTo>
                  <a:lnTo>
                    <a:pt x="10514" y="13732"/>
                  </a:lnTo>
                  <a:lnTo>
                    <a:pt x="20400" y="13858"/>
                  </a:lnTo>
                  <a:lnTo>
                    <a:pt x="9886" y="125"/>
                  </a:lnTo>
                  <a:lnTo>
                    <a:pt x="0" y="0"/>
                  </a:lnTo>
                  <a:close/>
                </a:path>
                <a:path w="389254" h="508000">
                  <a:moveTo>
                    <a:pt x="122663" y="160208"/>
                  </a:moveTo>
                  <a:lnTo>
                    <a:pt x="134047" y="175076"/>
                  </a:lnTo>
                  <a:lnTo>
                    <a:pt x="145000" y="176591"/>
                  </a:lnTo>
                  <a:lnTo>
                    <a:pt x="132591" y="160384"/>
                  </a:lnTo>
                  <a:lnTo>
                    <a:pt x="122663" y="160208"/>
                  </a:lnTo>
                  <a:close/>
                </a:path>
              </a:pathLst>
            </a:custGeom>
            <a:solidFill>
              <a:srgbClr val="EAC0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 descr=""/>
            <p:cNvSpPr/>
            <p:nvPr/>
          </p:nvSpPr>
          <p:spPr>
            <a:xfrm>
              <a:off x="11362210" y="6551985"/>
              <a:ext cx="398780" cy="521334"/>
            </a:xfrm>
            <a:custGeom>
              <a:avLst/>
              <a:gdLst/>
              <a:ahLst/>
              <a:cxnLst/>
              <a:rect l="l" t="t" r="r" b="b"/>
              <a:pathLst>
                <a:path w="398779" h="521334">
                  <a:moveTo>
                    <a:pt x="387264" y="492997"/>
                  </a:moveTo>
                  <a:lnTo>
                    <a:pt x="387264" y="505792"/>
                  </a:lnTo>
                  <a:lnTo>
                    <a:pt x="398709" y="520740"/>
                  </a:lnTo>
                  <a:lnTo>
                    <a:pt x="398709" y="507944"/>
                  </a:lnTo>
                  <a:lnTo>
                    <a:pt x="387264" y="492997"/>
                  </a:lnTo>
                  <a:close/>
                </a:path>
                <a:path w="398779" h="521334">
                  <a:moveTo>
                    <a:pt x="358877" y="455920"/>
                  </a:moveTo>
                  <a:lnTo>
                    <a:pt x="357149" y="466459"/>
                  </a:lnTo>
                  <a:lnTo>
                    <a:pt x="366755" y="479006"/>
                  </a:lnTo>
                  <a:lnTo>
                    <a:pt x="368481" y="468464"/>
                  </a:lnTo>
                  <a:lnTo>
                    <a:pt x="358877" y="455920"/>
                  </a:lnTo>
                  <a:close/>
                </a:path>
                <a:path w="398779" h="521334">
                  <a:moveTo>
                    <a:pt x="332103" y="420952"/>
                  </a:moveTo>
                  <a:lnTo>
                    <a:pt x="332053" y="423422"/>
                  </a:lnTo>
                  <a:lnTo>
                    <a:pt x="330502" y="430713"/>
                  </a:lnTo>
                  <a:lnTo>
                    <a:pt x="330272" y="431357"/>
                  </a:lnTo>
                  <a:lnTo>
                    <a:pt x="338383" y="441950"/>
                  </a:lnTo>
                  <a:lnTo>
                    <a:pt x="353990" y="449538"/>
                  </a:lnTo>
                  <a:lnTo>
                    <a:pt x="332103" y="420952"/>
                  </a:lnTo>
                  <a:close/>
                </a:path>
                <a:path w="398779" h="521334">
                  <a:moveTo>
                    <a:pt x="0" y="0"/>
                  </a:moveTo>
                  <a:lnTo>
                    <a:pt x="10514" y="13732"/>
                  </a:lnTo>
                  <a:lnTo>
                    <a:pt x="20411" y="13858"/>
                  </a:lnTo>
                  <a:lnTo>
                    <a:pt x="9897" y="125"/>
                  </a:lnTo>
                  <a:lnTo>
                    <a:pt x="0" y="0"/>
                  </a:lnTo>
                  <a:close/>
                </a:path>
                <a:path w="398779" h="521334">
                  <a:moveTo>
                    <a:pt x="122626" y="160158"/>
                  </a:moveTo>
                  <a:lnTo>
                    <a:pt x="132984" y="173686"/>
                  </a:lnTo>
                  <a:lnTo>
                    <a:pt x="143944" y="175202"/>
                  </a:lnTo>
                  <a:lnTo>
                    <a:pt x="132561" y="160334"/>
                  </a:lnTo>
                  <a:lnTo>
                    <a:pt x="122626" y="160158"/>
                  </a:lnTo>
                  <a:close/>
                </a:path>
                <a:path w="398779" h="521334">
                  <a:moveTo>
                    <a:pt x="227201" y="283941"/>
                  </a:moveTo>
                  <a:lnTo>
                    <a:pt x="227164" y="294309"/>
                  </a:lnTo>
                  <a:lnTo>
                    <a:pt x="227939" y="296403"/>
                  </a:lnTo>
                  <a:lnTo>
                    <a:pt x="230735" y="299167"/>
                  </a:lnTo>
                  <a:lnTo>
                    <a:pt x="232609" y="299680"/>
                  </a:lnTo>
                  <a:lnTo>
                    <a:pt x="234379" y="299167"/>
                  </a:lnTo>
                  <a:lnTo>
                    <a:pt x="238402" y="298572"/>
                  </a:lnTo>
                  <a:lnTo>
                    <a:pt x="227201" y="283941"/>
                  </a:lnTo>
                  <a:close/>
                </a:path>
              </a:pathLst>
            </a:custGeom>
            <a:solidFill>
              <a:srgbClr val="E9BE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 descr=""/>
            <p:cNvSpPr/>
            <p:nvPr/>
          </p:nvSpPr>
          <p:spPr>
            <a:xfrm>
              <a:off x="11199368" y="6549993"/>
              <a:ext cx="561975" cy="547370"/>
            </a:xfrm>
            <a:custGeom>
              <a:avLst/>
              <a:gdLst/>
              <a:ahLst/>
              <a:cxnLst/>
              <a:rect l="l" t="t" r="r" b="b"/>
              <a:pathLst>
                <a:path w="561975" h="547370">
                  <a:moveTo>
                    <a:pt x="295821" y="175691"/>
                  </a:moveTo>
                  <a:lnTo>
                    <a:pt x="295681" y="175501"/>
                  </a:lnTo>
                  <a:lnTo>
                    <a:pt x="285470" y="162153"/>
                  </a:lnTo>
                  <a:lnTo>
                    <a:pt x="280568" y="162064"/>
                  </a:lnTo>
                  <a:lnTo>
                    <a:pt x="275983" y="162572"/>
                  </a:lnTo>
                  <a:lnTo>
                    <a:pt x="277088" y="164020"/>
                  </a:lnTo>
                  <a:lnTo>
                    <a:pt x="275971" y="162572"/>
                  </a:lnTo>
                  <a:lnTo>
                    <a:pt x="262572" y="164020"/>
                  </a:lnTo>
                  <a:lnTo>
                    <a:pt x="260959" y="156819"/>
                  </a:lnTo>
                  <a:lnTo>
                    <a:pt x="258457" y="147662"/>
                  </a:lnTo>
                  <a:lnTo>
                    <a:pt x="254889" y="137033"/>
                  </a:lnTo>
                  <a:lnTo>
                    <a:pt x="253123" y="132715"/>
                  </a:lnTo>
                  <a:lnTo>
                    <a:pt x="229146" y="101396"/>
                  </a:lnTo>
                  <a:lnTo>
                    <a:pt x="253123" y="132702"/>
                  </a:lnTo>
                  <a:lnTo>
                    <a:pt x="223189" y="84937"/>
                  </a:lnTo>
                  <a:lnTo>
                    <a:pt x="205181" y="70104"/>
                  </a:lnTo>
                  <a:lnTo>
                    <a:pt x="196735" y="65633"/>
                  </a:lnTo>
                  <a:lnTo>
                    <a:pt x="186626" y="60299"/>
                  </a:lnTo>
                  <a:lnTo>
                    <a:pt x="151841" y="52184"/>
                  </a:lnTo>
                  <a:lnTo>
                    <a:pt x="123685" y="54762"/>
                  </a:lnTo>
                  <a:lnTo>
                    <a:pt x="102489" y="63284"/>
                  </a:lnTo>
                  <a:lnTo>
                    <a:pt x="88582" y="72974"/>
                  </a:lnTo>
                  <a:lnTo>
                    <a:pt x="86067" y="66395"/>
                  </a:lnTo>
                  <a:lnTo>
                    <a:pt x="61366" y="26022"/>
                  </a:lnTo>
                  <a:lnTo>
                    <a:pt x="48209" y="14135"/>
                  </a:lnTo>
                  <a:lnTo>
                    <a:pt x="163449" y="15608"/>
                  </a:lnTo>
                  <a:lnTo>
                    <a:pt x="173355" y="15735"/>
                  </a:lnTo>
                  <a:lnTo>
                    <a:pt x="162839" y="1993"/>
                  </a:lnTo>
                  <a:lnTo>
                    <a:pt x="152946" y="1866"/>
                  </a:lnTo>
                  <a:lnTo>
                    <a:pt x="162331" y="14135"/>
                  </a:lnTo>
                  <a:lnTo>
                    <a:pt x="152933" y="1866"/>
                  </a:lnTo>
                  <a:lnTo>
                    <a:pt x="7594" y="25"/>
                  </a:lnTo>
                  <a:lnTo>
                    <a:pt x="6985" y="0"/>
                  </a:lnTo>
                  <a:lnTo>
                    <a:pt x="2603" y="0"/>
                  </a:lnTo>
                  <a:lnTo>
                    <a:pt x="38" y="3022"/>
                  </a:lnTo>
                  <a:lnTo>
                    <a:pt x="0" y="10502"/>
                  </a:lnTo>
                  <a:lnTo>
                    <a:pt x="2540" y="13550"/>
                  </a:lnTo>
                  <a:lnTo>
                    <a:pt x="7454" y="13627"/>
                  </a:lnTo>
                  <a:lnTo>
                    <a:pt x="23583" y="16192"/>
                  </a:lnTo>
                  <a:lnTo>
                    <a:pt x="63830" y="49314"/>
                  </a:lnTo>
                  <a:lnTo>
                    <a:pt x="80556" y="86182"/>
                  </a:lnTo>
                  <a:lnTo>
                    <a:pt x="81140" y="88468"/>
                  </a:lnTo>
                  <a:lnTo>
                    <a:pt x="82689" y="90208"/>
                  </a:lnTo>
                  <a:lnTo>
                    <a:pt x="86575" y="91389"/>
                  </a:lnTo>
                  <a:lnTo>
                    <a:pt x="88633" y="90716"/>
                  </a:lnTo>
                  <a:lnTo>
                    <a:pt x="90055" y="89039"/>
                  </a:lnTo>
                  <a:lnTo>
                    <a:pt x="96913" y="82613"/>
                  </a:lnTo>
                  <a:lnTo>
                    <a:pt x="113055" y="72974"/>
                  </a:lnTo>
                  <a:lnTo>
                    <a:pt x="115036" y="71793"/>
                  </a:lnTo>
                  <a:lnTo>
                    <a:pt x="143916" y="65633"/>
                  </a:lnTo>
                  <a:lnTo>
                    <a:pt x="183007" y="73190"/>
                  </a:lnTo>
                  <a:lnTo>
                    <a:pt x="218668" y="98475"/>
                  </a:lnTo>
                  <a:lnTo>
                    <a:pt x="239737" y="131432"/>
                  </a:lnTo>
                  <a:lnTo>
                    <a:pt x="252412" y="172745"/>
                  </a:lnTo>
                  <a:lnTo>
                    <a:pt x="252641" y="174586"/>
                  </a:lnTo>
                  <a:lnTo>
                    <a:pt x="253492" y="176212"/>
                  </a:lnTo>
                  <a:lnTo>
                    <a:pt x="256019" y="178358"/>
                  </a:lnTo>
                  <a:lnTo>
                    <a:pt x="257606" y="178752"/>
                  </a:lnTo>
                  <a:lnTo>
                    <a:pt x="259130" y="178409"/>
                  </a:lnTo>
                  <a:lnTo>
                    <a:pt x="269494" y="176758"/>
                  </a:lnTo>
                  <a:lnTo>
                    <a:pt x="286194" y="175920"/>
                  </a:lnTo>
                  <a:lnTo>
                    <a:pt x="294487" y="175501"/>
                  </a:lnTo>
                  <a:lnTo>
                    <a:pt x="295821" y="175691"/>
                  </a:lnTo>
                  <a:close/>
                </a:path>
                <a:path w="561975" h="547370">
                  <a:moveTo>
                    <a:pt x="501218" y="443953"/>
                  </a:moveTo>
                  <a:lnTo>
                    <a:pt x="493102" y="433362"/>
                  </a:lnTo>
                  <a:lnTo>
                    <a:pt x="492747" y="434390"/>
                  </a:lnTo>
                  <a:lnTo>
                    <a:pt x="492747" y="436257"/>
                  </a:lnTo>
                  <a:lnTo>
                    <a:pt x="493903" y="439610"/>
                  </a:lnTo>
                  <a:lnTo>
                    <a:pt x="495033" y="440944"/>
                  </a:lnTo>
                  <a:lnTo>
                    <a:pt x="501218" y="443953"/>
                  </a:lnTo>
                  <a:close/>
                </a:path>
                <a:path w="561975" h="547370">
                  <a:moveTo>
                    <a:pt x="561543" y="522744"/>
                  </a:moveTo>
                  <a:lnTo>
                    <a:pt x="557441" y="517385"/>
                  </a:lnTo>
                  <a:lnTo>
                    <a:pt x="550100" y="507796"/>
                  </a:lnTo>
                  <a:lnTo>
                    <a:pt x="550100" y="517385"/>
                  </a:lnTo>
                  <a:lnTo>
                    <a:pt x="545503" y="511098"/>
                  </a:lnTo>
                  <a:lnTo>
                    <a:pt x="540080" y="504850"/>
                  </a:lnTo>
                  <a:lnTo>
                    <a:pt x="534123" y="499249"/>
                  </a:lnTo>
                  <a:lnTo>
                    <a:pt x="533336" y="498716"/>
                  </a:lnTo>
                  <a:lnTo>
                    <a:pt x="527392" y="494461"/>
                  </a:lnTo>
                  <a:lnTo>
                    <a:pt x="527862" y="491553"/>
                  </a:lnTo>
                  <a:lnTo>
                    <a:pt x="529590" y="481012"/>
                  </a:lnTo>
                  <a:lnTo>
                    <a:pt x="519988" y="468464"/>
                  </a:lnTo>
                  <a:lnTo>
                    <a:pt x="518261" y="479005"/>
                  </a:lnTo>
                  <a:lnTo>
                    <a:pt x="514743" y="500443"/>
                  </a:lnTo>
                  <a:lnTo>
                    <a:pt x="516255" y="503682"/>
                  </a:lnTo>
                  <a:lnTo>
                    <a:pt x="518871" y="504850"/>
                  </a:lnTo>
                  <a:lnTo>
                    <a:pt x="531926" y="514413"/>
                  </a:lnTo>
                  <a:lnTo>
                    <a:pt x="541934" y="527062"/>
                  </a:lnTo>
                  <a:lnTo>
                    <a:pt x="548373" y="538162"/>
                  </a:lnTo>
                  <a:lnTo>
                    <a:pt x="550760" y="543153"/>
                  </a:lnTo>
                  <a:lnTo>
                    <a:pt x="551675" y="545363"/>
                  </a:lnTo>
                  <a:lnTo>
                    <a:pt x="553694" y="546785"/>
                  </a:lnTo>
                  <a:lnTo>
                    <a:pt x="556272" y="546785"/>
                  </a:lnTo>
                  <a:lnTo>
                    <a:pt x="556691" y="546735"/>
                  </a:lnTo>
                  <a:lnTo>
                    <a:pt x="559727" y="545896"/>
                  </a:lnTo>
                  <a:lnTo>
                    <a:pt x="561543" y="543153"/>
                  </a:lnTo>
                  <a:lnTo>
                    <a:pt x="561543" y="535546"/>
                  </a:lnTo>
                  <a:lnTo>
                    <a:pt x="547433" y="517118"/>
                  </a:lnTo>
                  <a:lnTo>
                    <a:pt x="561543" y="535533"/>
                  </a:lnTo>
                  <a:lnTo>
                    <a:pt x="561543" y="522744"/>
                  </a:lnTo>
                  <a:close/>
                </a:path>
              </a:pathLst>
            </a:custGeom>
            <a:solidFill>
              <a:srgbClr val="E8BD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 descr=""/>
            <p:cNvSpPr/>
            <p:nvPr/>
          </p:nvSpPr>
          <p:spPr>
            <a:xfrm>
              <a:off x="11733758" y="6580920"/>
              <a:ext cx="17145" cy="27940"/>
            </a:xfrm>
            <a:custGeom>
              <a:avLst/>
              <a:gdLst/>
              <a:ahLst/>
              <a:cxnLst/>
              <a:rect l="l" t="t" r="r" b="b"/>
              <a:pathLst>
                <a:path w="17145" h="27940">
                  <a:moveTo>
                    <a:pt x="9324" y="17553"/>
                  </a:moveTo>
                  <a:lnTo>
                    <a:pt x="17066" y="27665"/>
                  </a:lnTo>
                  <a:lnTo>
                    <a:pt x="16071" y="22606"/>
                  </a:lnTo>
                  <a:lnTo>
                    <a:pt x="14281" y="17559"/>
                  </a:lnTo>
                  <a:lnTo>
                    <a:pt x="9324" y="17553"/>
                  </a:lnTo>
                  <a:close/>
                </a:path>
                <a:path w="17145" h="27940">
                  <a:moveTo>
                    <a:pt x="8428" y="0"/>
                  </a:moveTo>
                  <a:lnTo>
                    <a:pt x="5506" y="0"/>
                  </a:lnTo>
                  <a:lnTo>
                    <a:pt x="4040" y="659"/>
                  </a:lnTo>
                  <a:lnTo>
                    <a:pt x="0" y="5373"/>
                  </a:lnTo>
                  <a:lnTo>
                    <a:pt x="7634" y="15345"/>
                  </a:lnTo>
                  <a:lnTo>
                    <a:pt x="13244" y="8795"/>
                  </a:lnTo>
                  <a:lnTo>
                    <a:pt x="13244" y="4575"/>
                  </a:lnTo>
                  <a:lnTo>
                    <a:pt x="9894" y="659"/>
                  </a:lnTo>
                  <a:lnTo>
                    <a:pt x="8428" y="0"/>
                  </a:lnTo>
                  <a:close/>
                </a:path>
              </a:pathLst>
            </a:custGeom>
            <a:solidFill>
              <a:srgbClr val="E9BE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 descr=""/>
            <p:cNvSpPr/>
            <p:nvPr/>
          </p:nvSpPr>
          <p:spPr>
            <a:xfrm>
              <a:off x="11725993" y="6586291"/>
              <a:ext cx="25400" cy="34290"/>
            </a:xfrm>
            <a:custGeom>
              <a:avLst/>
              <a:gdLst/>
              <a:ahLst/>
              <a:cxnLst/>
              <a:rect l="l" t="t" r="r" b="b"/>
              <a:pathLst>
                <a:path w="25400" h="34290">
                  <a:moveTo>
                    <a:pt x="7766" y="0"/>
                  </a:moveTo>
                  <a:lnTo>
                    <a:pt x="0" y="9059"/>
                  </a:lnTo>
                  <a:lnTo>
                    <a:pt x="18981" y="33852"/>
                  </a:lnTo>
                  <a:lnTo>
                    <a:pt x="21920" y="31162"/>
                  </a:lnTo>
                  <a:lnTo>
                    <a:pt x="25386" y="25120"/>
                  </a:lnTo>
                  <a:lnTo>
                    <a:pt x="24831" y="22296"/>
                  </a:lnTo>
                  <a:lnTo>
                    <a:pt x="17090" y="12183"/>
                  </a:lnTo>
                  <a:lnTo>
                    <a:pt x="13512" y="12178"/>
                  </a:lnTo>
                  <a:lnTo>
                    <a:pt x="15400" y="9974"/>
                  </a:lnTo>
                  <a:lnTo>
                    <a:pt x="7766" y="0"/>
                  </a:lnTo>
                  <a:close/>
                </a:path>
              </a:pathLst>
            </a:custGeom>
            <a:solidFill>
              <a:srgbClr val="EAC0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 descr=""/>
            <p:cNvSpPr/>
            <p:nvPr/>
          </p:nvSpPr>
          <p:spPr>
            <a:xfrm>
              <a:off x="11722155" y="6595348"/>
              <a:ext cx="22860" cy="33020"/>
            </a:xfrm>
            <a:custGeom>
              <a:avLst/>
              <a:gdLst/>
              <a:ahLst/>
              <a:cxnLst/>
              <a:rect l="l" t="t" r="r" b="b"/>
              <a:pathLst>
                <a:path w="22859" h="33020">
                  <a:moveTo>
                    <a:pt x="3839" y="0"/>
                  </a:moveTo>
                  <a:lnTo>
                    <a:pt x="1361" y="2891"/>
                  </a:lnTo>
                  <a:lnTo>
                    <a:pt x="879" y="3802"/>
                  </a:lnTo>
                  <a:lnTo>
                    <a:pt x="0" y="6995"/>
                  </a:lnTo>
                  <a:lnTo>
                    <a:pt x="366" y="9445"/>
                  </a:lnTo>
                  <a:lnTo>
                    <a:pt x="3423" y="14335"/>
                  </a:lnTo>
                  <a:lnTo>
                    <a:pt x="6847" y="15833"/>
                  </a:lnTo>
                  <a:lnTo>
                    <a:pt x="13256" y="16304"/>
                  </a:lnTo>
                  <a:lnTo>
                    <a:pt x="8803" y="20631"/>
                  </a:lnTo>
                  <a:lnTo>
                    <a:pt x="6446" y="22608"/>
                  </a:lnTo>
                  <a:lnTo>
                    <a:pt x="14115" y="32625"/>
                  </a:lnTo>
                  <a:lnTo>
                    <a:pt x="16505" y="30574"/>
                  </a:lnTo>
                  <a:lnTo>
                    <a:pt x="22818" y="24795"/>
                  </a:lnTo>
                  <a:lnTo>
                    <a:pt x="3839" y="0"/>
                  </a:lnTo>
                  <a:close/>
                </a:path>
              </a:pathLst>
            </a:custGeom>
            <a:solidFill>
              <a:srgbClr val="EBC1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 descr=""/>
            <p:cNvSpPr/>
            <p:nvPr/>
          </p:nvSpPr>
          <p:spPr>
            <a:xfrm>
              <a:off x="11719351" y="6617958"/>
              <a:ext cx="17145" cy="17780"/>
            </a:xfrm>
            <a:custGeom>
              <a:avLst/>
              <a:gdLst/>
              <a:ahLst/>
              <a:cxnLst/>
              <a:rect l="l" t="t" r="r" b="b"/>
              <a:pathLst>
                <a:path w="17145" h="17779">
                  <a:moveTo>
                    <a:pt x="9248" y="0"/>
                  </a:moveTo>
                  <a:lnTo>
                    <a:pt x="5783" y="2906"/>
                  </a:lnTo>
                  <a:lnTo>
                    <a:pt x="0" y="7113"/>
                  </a:lnTo>
                  <a:lnTo>
                    <a:pt x="7765" y="17256"/>
                  </a:lnTo>
                  <a:lnTo>
                    <a:pt x="8160" y="16985"/>
                  </a:lnTo>
                  <a:lnTo>
                    <a:pt x="13990" y="12529"/>
                  </a:lnTo>
                  <a:lnTo>
                    <a:pt x="16917" y="10016"/>
                  </a:lnTo>
                  <a:lnTo>
                    <a:pt x="9248" y="0"/>
                  </a:lnTo>
                  <a:close/>
                </a:path>
              </a:pathLst>
            </a:custGeom>
            <a:solidFill>
              <a:srgbClr val="EBC2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 descr=""/>
            <p:cNvSpPr/>
            <p:nvPr/>
          </p:nvSpPr>
          <p:spPr>
            <a:xfrm>
              <a:off x="11709574" y="6625074"/>
              <a:ext cx="17780" cy="17145"/>
            </a:xfrm>
            <a:custGeom>
              <a:avLst/>
              <a:gdLst/>
              <a:ahLst/>
              <a:cxnLst/>
              <a:rect l="l" t="t" r="r" b="b"/>
              <a:pathLst>
                <a:path w="17779" h="17145">
                  <a:moveTo>
                    <a:pt x="9773" y="0"/>
                  </a:moveTo>
                  <a:lnTo>
                    <a:pt x="8591" y="860"/>
                  </a:lnTo>
                  <a:lnTo>
                    <a:pt x="790" y="5687"/>
                  </a:lnTo>
                  <a:lnTo>
                    <a:pt x="0" y="6427"/>
                  </a:lnTo>
                  <a:lnTo>
                    <a:pt x="7732" y="16526"/>
                  </a:lnTo>
                  <a:lnTo>
                    <a:pt x="11847" y="14036"/>
                  </a:lnTo>
                  <a:lnTo>
                    <a:pt x="17539" y="10142"/>
                  </a:lnTo>
                  <a:lnTo>
                    <a:pt x="9773" y="0"/>
                  </a:lnTo>
                  <a:close/>
                </a:path>
              </a:pathLst>
            </a:custGeom>
            <a:solidFill>
              <a:srgbClr val="ECC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 descr=""/>
            <p:cNvSpPr/>
            <p:nvPr/>
          </p:nvSpPr>
          <p:spPr>
            <a:xfrm>
              <a:off x="11701015" y="6631504"/>
              <a:ext cx="16510" cy="18415"/>
            </a:xfrm>
            <a:custGeom>
              <a:avLst/>
              <a:gdLst/>
              <a:ahLst/>
              <a:cxnLst/>
              <a:rect l="l" t="t" r="r" b="b"/>
              <a:pathLst>
                <a:path w="16509" h="18415">
                  <a:moveTo>
                    <a:pt x="8557" y="0"/>
                  </a:moveTo>
                  <a:lnTo>
                    <a:pt x="0" y="8017"/>
                  </a:lnTo>
                  <a:lnTo>
                    <a:pt x="7735" y="18119"/>
                  </a:lnTo>
                  <a:lnTo>
                    <a:pt x="7786" y="17942"/>
                  </a:lnTo>
                  <a:lnTo>
                    <a:pt x="14323" y="11288"/>
                  </a:lnTo>
                  <a:lnTo>
                    <a:pt x="16289" y="1009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rgbClr val="EDC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 descr=""/>
            <p:cNvSpPr/>
            <p:nvPr/>
          </p:nvSpPr>
          <p:spPr>
            <a:xfrm>
              <a:off x="11695761" y="6639523"/>
              <a:ext cx="13335" cy="26670"/>
            </a:xfrm>
            <a:custGeom>
              <a:avLst/>
              <a:gdLst/>
              <a:ahLst/>
              <a:cxnLst/>
              <a:rect l="l" t="t" r="r" b="b"/>
              <a:pathLst>
                <a:path w="13334" h="26670">
                  <a:moveTo>
                    <a:pt x="5251" y="0"/>
                  </a:moveTo>
                  <a:lnTo>
                    <a:pt x="4673" y="541"/>
                  </a:lnTo>
                  <a:lnTo>
                    <a:pt x="0" y="12335"/>
                  </a:lnTo>
                  <a:lnTo>
                    <a:pt x="10619" y="26205"/>
                  </a:lnTo>
                  <a:lnTo>
                    <a:pt x="10556" y="18399"/>
                  </a:lnTo>
                  <a:lnTo>
                    <a:pt x="12987" y="10104"/>
                  </a:lnTo>
                  <a:lnTo>
                    <a:pt x="5251" y="0"/>
                  </a:lnTo>
                  <a:close/>
                </a:path>
              </a:pathLst>
            </a:custGeom>
            <a:solidFill>
              <a:srgbClr val="EEC5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 descr=""/>
            <p:cNvSpPr/>
            <p:nvPr/>
          </p:nvSpPr>
          <p:spPr>
            <a:xfrm>
              <a:off x="11694805" y="6651862"/>
              <a:ext cx="18415" cy="37465"/>
            </a:xfrm>
            <a:custGeom>
              <a:avLst/>
              <a:gdLst/>
              <a:ahLst/>
              <a:cxnLst/>
              <a:rect l="l" t="t" r="r" b="b"/>
              <a:pathLst>
                <a:path w="18415" h="37465">
                  <a:moveTo>
                    <a:pt x="954" y="0"/>
                  </a:moveTo>
                  <a:lnTo>
                    <a:pt x="901" y="134"/>
                  </a:lnTo>
                  <a:lnTo>
                    <a:pt x="0" y="12710"/>
                  </a:lnTo>
                  <a:lnTo>
                    <a:pt x="882" y="19106"/>
                  </a:lnTo>
                  <a:lnTo>
                    <a:pt x="14714" y="37170"/>
                  </a:lnTo>
                  <a:lnTo>
                    <a:pt x="16585" y="37170"/>
                  </a:lnTo>
                  <a:lnTo>
                    <a:pt x="18386" y="26667"/>
                  </a:lnTo>
                  <a:lnTo>
                    <a:pt x="16690" y="23432"/>
                  </a:lnTo>
                  <a:lnTo>
                    <a:pt x="12701" y="20814"/>
                  </a:lnTo>
                  <a:lnTo>
                    <a:pt x="11580" y="14443"/>
                  </a:lnTo>
                  <a:lnTo>
                    <a:pt x="11575" y="13872"/>
                  </a:lnTo>
                  <a:lnTo>
                    <a:pt x="954" y="0"/>
                  </a:lnTo>
                  <a:close/>
                </a:path>
              </a:pathLst>
            </a:custGeom>
            <a:solidFill>
              <a:srgbClr val="EFC6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 descr=""/>
            <p:cNvSpPr/>
            <p:nvPr/>
          </p:nvSpPr>
          <p:spPr>
            <a:xfrm>
              <a:off x="11685808" y="6670964"/>
              <a:ext cx="24130" cy="19050"/>
            </a:xfrm>
            <a:custGeom>
              <a:avLst/>
              <a:gdLst/>
              <a:ahLst/>
              <a:cxnLst/>
              <a:rect l="l" t="t" r="r" b="b"/>
              <a:pathLst>
                <a:path w="24129" h="19050">
                  <a:moveTo>
                    <a:pt x="9879" y="0"/>
                  </a:moveTo>
                  <a:lnTo>
                    <a:pt x="10547" y="4843"/>
                  </a:lnTo>
                  <a:lnTo>
                    <a:pt x="0" y="6298"/>
                  </a:lnTo>
                  <a:lnTo>
                    <a:pt x="9395" y="18569"/>
                  </a:lnTo>
                  <a:lnTo>
                    <a:pt x="15740" y="18067"/>
                  </a:lnTo>
                  <a:lnTo>
                    <a:pt x="23712" y="18067"/>
                  </a:lnTo>
                  <a:lnTo>
                    <a:pt x="9879" y="0"/>
                  </a:lnTo>
                  <a:close/>
                </a:path>
              </a:pathLst>
            </a:custGeom>
            <a:solidFill>
              <a:srgbClr val="F0C7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 descr=""/>
            <p:cNvSpPr/>
            <p:nvPr/>
          </p:nvSpPr>
          <p:spPr>
            <a:xfrm>
              <a:off x="11673426" y="6677263"/>
              <a:ext cx="22225" cy="14604"/>
            </a:xfrm>
            <a:custGeom>
              <a:avLst/>
              <a:gdLst/>
              <a:ahLst/>
              <a:cxnLst/>
              <a:rect l="l" t="t" r="r" b="b"/>
              <a:pathLst>
                <a:path w="22225" h="14604">
                  <a:moveTo>
                    <a:pt x="12383" y="0"/>
                  </a:moveTo>
                  <a:lnTo>
                    <a:pt x="5479" y="952"/>
                  </a:lnTo>
                  <a:lnTo>
                    <a:pt x="0" y="3027"/>
                  </a:lnTo>
                  <a:lnTo>
                    <a:pt x="8647" y="14320"/>
                  </a:lnTo>
                  <a:lnTo>
                    <a:pt x="13406" y="12932"/>
                  </a:lnTo>
                  <a:lnTo>
                    <a:pt x="21779" y="12270"/>
                  </a:lnTo>
                  <a:lnTo>
                    <a:pt x="12383" y="0"/>
                  </a:lnTo>
                  <a:close/>
                </a:path>
              </a:pathLst>
            </a:custGeom>
            <a:solidFill>
              <a:srgbClr val="F1C8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 descr=""/>
            <p:cNvSpPr/>
            <p:nvPr/>
          </p:nvSpPr>
          <p:spPr>
            <a:xfrm>
              <a:off x="11662037" y="6680290"/>
              <a:ext cx="20320" cy="15240"/>
            </a:xfrm>
            <a:custGeom>
              <a:avLst/>
              <a:gdLst/>
              <a:ahLst/>
              <a:cxnLst/>
              <a:rect l="l" t="t" r="r" b="b"/>
              <a:pathLst>
                <a:path w="20320" h="15240">
                  <a:moveTo>
                    <a:pt x="11390" y="0"/>
                  </a:moveTo>
                  <a:lnTo>
                    <a:pt x="0" y="4313"/>
                  </a:lnTo>
                  <a:lnTo>
                    <a:pt x="8025" y="14796"/>
                  </a:lnTo>
                  <a:lnTo>
                    <a:pt x="20037" y="11293"/>
                  </a:lnTo>
                  <a:lnTo>
                    <a:pt x="11390" y="0"/>
                  </a:lnTo>
                  <a:close/>
                </a:path>
              </a:pathLst>
            </a:custGeom>
            <a:solidFill>
              <a:srgbClr val="F3C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 descr=""/>
            <p:cNvSpPr/>
            <p:nvPr/>
          </p:nvSpPr>
          <p:spPr>
            <a:xfrm>
              <a:off x="11652566" y="6684602"/>
              <a:ext cx="17780" cy="17145"/>
            </a:xfrm>
            <a:custGeom>
              <a:avLst/>
              <a:gdLst/>
              <a:ahLst/>
              <a:cxnLst/>
              <a:rect l="l" t="t" r="r" b="b"/>
              <a:pathLst>
                <a:path w="17779" h="17145">
                  <a:moveTo>
                    <a:pt x="9474" y="0"/>
                  </a:moveTo>
                  <a:lnTo>
                    <a:pt x="6814" y="1007"/>
                  </a:lnTo>
                  <a:lnTo>
                    <a:pt x="0" y="6828"/>
                  </a:lnTo>
                  <a:lnTo>
                    <a:pt x="7774" y="16983"/>
                  </a:lnTo>
                  <a:lnTo>
                    <a:pt x="16287" y="10836"/>
                  </a:lnTo>
                  <a:lnTo>
                    <a:pt x="17500" y="10482"/>
                  </a:lnTo>
                  <a:lnTo>
                    <a:pt x="9474" y="0"/>
                  </a:lnTo>
                  <a:close/>
                </a:path>
              </a:pathLst>
            </a:custGeom>
            <a:solidFill>
              <a:srgbClr val="F4CA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 descr=""/>
            <p:cNvSpPr/>
            <p:nvPr/>
          </p:nvSpPr>
          <p:spPr>
            <a:xfrm>
              <a:off x="11643679" y="6691429"/>
              <a:ext cx="17145" cy="17780"/>
            </a:xfrm>
            <a:custGeom>
              <a:avLst/>
              <a:gdLst/>
              <a:ahLst/>
              <a:cxnLst/>
              <a:rect l="l" t="t" r="r" b="b"/>
              <a:pathLst>
                <a:path w="17145" h="17779">
                  <a:moveTo>
                    <a:pt x="8889" y="0"/>
                  </a:moveTo>
                  <a:lnTo>
                    <a:pt x="0" y="7593"/>
                  </a:lnTo>
                  <a:lnTo>
                    <a:pt x="7754" y="17721"/>
                  </a:lnTo>
                  <a:lnTo>
                    <a:pt x="8615" y="15966"/>
                  </a:lnTo>
                  <a:lnTo>
                    <a:pt x="16663" y="10155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F5CC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 descr=""/>
            <p:cNvSpPr/>
            <p:nvPr/>
          </p:nvSpPr>
          <p:spPr>
            <a:xfrm>
              <a:off x="11637570" y="6699020"/>
              <a:ext cx="13970" cy="22225"/>
            </a:xfrm>
            <a:custGeom>
              <a:avLst/>
              <a:gdLst/>
              <a:ahLst/>
              <a:cxnLst/>
              <a:rect l="l" t="t" r="r" b="b"/>
              <a:pathLst>
                <a:path w="13970" h="22225">
                  <a:moveTo>
                    <a:pt x="6110" y="0"/>
                  </a:moveTo>
                  <a:lnTo>
                    <a:pt x="4372" y="1484"/>
                  </a:lnTo>
                  <a:lnTo>
                    <a:pt x="0" y="11221"/>
                  </a:lnTo>
                  <a:lnTo>
                    <a:pt x="8122" y="21829"/>
                  </a:lnTo>
                  <a:lnTo>
                    <a:pt x="13864" y="10127"/>
                  </a:lnTo>
                  <a:lnTo>
                    <a:pt x="6110" y="0"/>
                  </a:lnTo>
                  <a:close/>
                </a:path>
              </a:pathLst>
            </a:custGeom>
            <a:solidFill>
              <a:srgbClr val="F6CD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 descr=""/>
            <p:cNvSpPr/>
            <p:nvPr/>
          </p:nvSpPr>
          <p:spPr>
            <a:xfrm>
              <a:off x="11629924" y="6710254"/>
              <a:ext cx="71755" cy="115570"/>
            </a:xfrm>
            <a:custGeom>
              <a:avLst/>
              <a:gdLst/>
              <a:ahLst/>
              <a:cxnLst/>
              <a:rect l="l" t="t" r="r" b="b"/>
              <a:pathLst>
                <a:path w="71754" h="115570">
                  <a:moveTo>
                    <a:pt x="15760" y="10604"/>
                  </a:moveTo>
                  <a:lnTo>
                    <a:pt x="7645" y="0"/>
                  </a:lnTo>
                  <a:lnTo>
                    <a:pt x="2209" y="12090"/>
                  </a:lnTo>
                  <a:lnTo>
                    <a:pt x="825" y="15163"/>
                  </a:lnTo>
                  <a:lnTo>
                    <a:pt x="0" y="22009"/>
                  </a:lnTo>
                  <a:lnTo>
                    <a:pt x="10477" y="35699"/>
                  </a:lnTo>
                  <a:lnTo>
                    <a:pt x="10337" y="31521"/>
                  </a:lnTo>
                  <a:lnTo>
                    <a:pt x="11252" y="23914"/>
                  </a:lnTo>
                  <a:lnTo>
                    <a:pt x="11912" y="18453"/>
                  </a:lnTo>
                  <a:lnTo>
                    <a:pt x="15760" y="10604"/>
                  </a:lnTo>
                  <a:close/>
                </a:path>
                <a:path w="71754" h="115570">
                  <a:moveTo>
                    <a:pt x="71615" y="115544"/>
                  </a:moveTo>
                  <a:lnTo>
                    <a:pt x="69926" y="103771"/>
                  </a:lnTo>
                  <a:lnTo>
                    <a:pt x="69837" y="100431"/>
                  </a:lnTo>
                  <a:lnTo>
                    <a:pt x="62128" y="90360"/>
                  </a:lnTo>
                  <a:lnTo>
                    <a:pt x="69837" y="100418"/>
                  </a:lnTo>
                  <a:lnTo>
                    <a:pt x="69850" y="95288"/>
                  </a:lnTo>
                  <a:lnTo>
                    <a:pt x="69278" y="93497"/>
                  </a:lnTo>
                  <a:lnTo>
                    <a:pt x="67017" y="90690"/>
                  </a:lnTo>
                  <a:lnTo>
                    <a:pt x="65328" y="89928"/>
                  </a:lnTo>
                  <a:lnTo>
                    <a:pt x="63588" y="90093"/>
                  </a:lnTo>
                  <a:lnTo>
                    <a:pt x="61963" y="90144"/>
                  </a:lnTo>
                  <a:lnTo>
                    <a:pt x="54343" y="90360"/>
                  </a:lnTo>
                  <a:lnTo>
                    <a:pt x="52082" y="90043"/>
                  </a:lnTo>
                  <a:lnTo>
                    <a:pt x="71615" y="115544"/>
                  </a:lnTo>
                  <a:close/>
                </a:path>
              </a:pathLst>
            </a:custGeom>
            <a:solidFill>
              <a:srgbClr val="F7CE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 descr=""/>
            <p:cNvSpPr/>
            <p:nvPr/>
          </p:nvSpPr>
          <p:spPr>
            <a:xfrm>
              <a:off x="11628835" y="6732255"/>
              <a:ext cx="106680" cy="150495"/>
            </a:xfrm>
            <a:custGeom>
              <a:avLst/>
              <a:gdLst/>
              <a:ahLst/>
              <a:cxnLst/>
              <a:rect l="l" t="t" r="r" b="b"/>
              <a:pathLst>
                <a:path w="106679" h="150495">
                  <a:moveTo>
                    <a:pt x="41838" y="66018"/>
                  </a:moveTo>
                  <a:lnTo>
                    <a:pt x="53645" y="81438"/>
                  </a:lnTo>
                  <a:lnTo>
                    <a:pt x="59561" y="81767"/>
                  </a:lnTo>
                  <a:lnTo>
                    <a:pt x="60584" y="90502"/>
                  </a:lnTo>
                  <a:lnTo>
                    <a:pt x="106353" y="150280"/>
                  </a:lnTo>
                  <a:lnTo>
                    <a:pt x="92618" y="131577"/>
                  </a:lnTo>
                  <a:lnTo>
                    <a:pt x="79482" y="114134"/>
                  </a:lnTo>
                  <a:lnTo>
                    <a:pt x="73068" y="96038"/>
                  </a:lnTo>
                  <a:lnTo>
                    <a:pt x="72710" y="93543"/>
                  </a:lnTo>
                  <a:lnTo>
                    <a:pt x="53180" y="68036"/>
                  </a:lnTo>
                  <a:lnTo>
                    <a:pt x="43414" y="66680"/>
                  </a:lnTo>
                  <a:lnTo>
                    <a:pt x="41838" y="66018"/>
                  </a:lnTo>
                  <a:close/>
                </a:path>
                <a:path w="106679" h="150495">
                  <a:moveTo>
                    <a:pt x="1088" y="0"/>
                  </a:moveTo>
                  <a:lnTo>
                    <a:pt x="0" y="8967"/>
                  </a:lnTo>
                  <a:lnTo>
                    <a:pt x="100" y="11504"/>
                  </a:lnTo>
                  <a:lnTo>
                    <a:pt x="12725" y="27994"/>
                  </a:lnTo>
                  <a:lnTo>
                    <a:pt x="11946" y="24131"/>
                  </a:lnTo>
                  <a:lnTo>
                    <a:pt x="11575" y="13696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F6CD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 descr=""/>
            <p:cNvSpPr/>
            <p:nvPr/>
          </p:nvSpPr>
          <p:spPr>
            <a:xfrm>
              <a:off x="11628936" y="6743763"/>
              <a:ext cx="111125" cy="157480"/>
            </a:xfrm>
            <a:custGeom>
              <a:avLst/>
              <a:gdLst/>
              <a:ahLst/>
              <a:cxnLst/>
              <a:rect l="l" t="t" r="r" b="b"/>
              <a:pathLst>
                <a:path w="111125" h="157479">
                  <a:moveTo>
                    <a:pt x="60484" y="78998"/>
                  </a:moveTo>
                  <a:lnTo>
                    <a:pt x="60904" y="82583"/>
                  </a:lnTo>
                  <a:lnTo>
                    <a:pt x="64625" y="97202"/>
                  </a:lnTo>
                  <a:lnTo>
                    <a:pt x="110509" y="157131"/>
                  </a:lnTo>
                  <a:lnTo>
                    <a:pt x="106254" y="138777"/>
                  </a:lnTo>
                  <a:lnTo>
                    <a:pt x="60484" y="78998"/>
                  </a:lnTo>
                  <a:close/>
                </a:path>
                <a:path w="111125" h="157479">
                  <a:moveTo>
                    <a:pt x="20798" y="39959"/>
                  </a:moveTo>
                  <a:lnTo>
                    <a:pt x="42526" y="68338"/>
                  </a:lnTo>
                  <a:lnTo>
                    <a:pt x="47585" y="69600"/>
                  </a:lnTo>
                  <a:lnTo>
                    <a:pt x="53542" y="69931"/>
                  </a:lnTo>
                  <a:lnTo>
                    <a:pt x="41734" y="54509"/>
                  </a:lnTo>
                  <a:lnTo>
                    <a:pt x="30860" y="49939"/>
                  </a:lnTo>
                  <a:lnTo>
                    <a:pt x="20798" y="39959"/>
                  </a:lnTo>
                  <a:close/>
                </a:path>
                <a:path w="111125" h="157479">
                  <a:moveTo>
                    <a:pt x="0" y="0"/>
                  </a:moveTo>
                  <a:lnTo>
                    <a:pt x="533" y="13492"/>
                  </a:lnTo>
                  <a:lnTo>
                    <a:pt x="20186" y="39161"/>
                  </a:lnTo>
                  <a:lnTo>
                    <a:pt x="14755" y="27044"/>
                  </a:lnTo>
                  <a:lnTo>
                    <a:pt x="12626" y="164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CC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 descr=""/>
            <p:cNvSpPr/>
            <p:nvPr/>
          </p:nvSpPr>
          <p:spPr>
            <a:xfrm>
              <a:off x="11629469" y="6757258"/>
              <a:ext cx="110489" cy="155575"/>
            </a:xfrm>
            <a:custGeom>
              <a:avLst/>
              <a:gdLst/>
              <a:ahLst/>
              <a:cxnLst/>
              <a:rect l="l" t="t" r="r" b="b"/>
              <a:pathLst>
                <a:path w="110490" h="155575">
                  <a:moveTo>
                    <a:pt x="64092" y="83711"/>
                  </a:moveTo>
                  <a:lnTo>
                    <a:pt x="64356" y="84746"/>
                  </a:lnTo>
                  <a:lnTo>
                    <a:pt x="72135" y="101502"/>
                  </a:lnTo>
                  <a:lnTo>
                    <a:pt x="84958" y="117118"/>
                  </a:lnTo>
                  <a:lnTo>
                    <a:pt x="95354" y="131192"/>
                  </a:lnTo>
                  <a:lnTo>
                    <a:pt x="97355" y="139950"/>
                  </a:lnTo>
                  <a:lnTo>
                    <a:pt x="109279" y="155524"/>
                  </a:lnTo>
                  <a:lnTo>
                    <a:pt x="110107" y="144203"/>
                  </a:lnTo>
                  <a:lnTo>
                    <a:pt x="109977" y="143640"/>
                  </a:lnTo>
                  <a:lnTo>
                    <a:pt x="64092" y="83711"/>
                  </a:lnTo>
                  <a:close/>
                </a:path>
                <a:path w="110490" h="155575">
                  <a:moveTo>
                    <a:pt x="0" y="0"/>
                  </a:moveTo>
                  <a:lnTo>
                    <a:pt x="28178" y="49599"/>
                  </a:lnTo>
                  <a:lnTo>
                    <a:pt x="41989" y="54842"/>
                  </a:lnTo>
                  <a:lnTo>
                    <a:pt x="20254" y="26454"/>
                  </a:lnTo>
                  <a:lnTo>
                    <a:pt x="19808" y="26011"/>
                  </a:lnTo>
                  <a:lnTo>
                    <a:pt x="19656" y="256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CA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 descr=""/>
            <p:cNvSpPr/>
            <p:nvPr/>
          </p:nvSpPr>
          <p:spPr>
            <a:xfrm>
              <a:off x="11632839" y="6774458"/>
              <a:ext cx="106045" cy="149225"/>
            </a:xfrm>
            <a:custGeom>
              <a:avLst/>
              <a:gdLst/>
              <a:ahLst/>
              <a:cxnLst/>
              <a:rect l="l" t="t" r="r" b="b"/>
              <a:pathLst>
                <a:path w="106045" h="149225">
                  <a:moveTo>
                    <a:pt x="93986" y="122755"/>
                  </a:moveTo>
                  <a:lnTo>
                    <a:pt x="95289" y="128457"/>
                  </a:lnTo>
                  <a:lnTo>
                    <a:pt x="94641" y="136406"/>
                  </a:lnTo>
                  <a:lnTo>
                    <a:pt x="104311" y="149036"/>
                  </a:lnTo>
                  <a:lnTo>
                    <a:pt x="105475" y="144252"/>
                  </a:lnTo>
                  <a:lnTo>
                    <a:pt x="105909" y="138327"/>
                  </a:lnTo>
                  <a:lnTo>
                    <a:pt x="93986" y="122755"/>
                  </a:lnTo>
                  <a:close/>
                </a:path>
                <a:path w="106045" h="149225">
                  <a:moveTo>
                    <a:pt x="0" y="0"/>
                  </a:moveTo>
                  <a:lnTo>
                    <a:pt x="340" y="1616"/>
                  </a:lnTo>
                  <a:lnTo>
                    <a:pt x="7297" y="16843"/>
                  </a:lnTo>
                  <a:lnTo>
                    <a:pt x="18136" y="28711"/>
                  </a:lnTo>
                  <a:lnTo>
                    <a:pt x="24805" y="323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C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 descr=""/>
            <p:cNvSpPr/>
            <p:nvPr/>
          </p:nvSpPr>
          <p:spPr>
            <a:xfrm>
              <a:off x="11725795" y="6910867"/>
              <a:ext cx="11430" cy="22860"/>
            </a:xfrm>
            <a:custGeom>
              <a:avLst/>
              <a:gdLst/>
              <a:ahLst/>
              <a:cxnLst/>
              <a:rect l="l" t="t" r="r" b="b"/>
              <a:pathLst>
                <a:path w="11429" h="22859">
                  <a:moveTo>
                    <a:pt x="1685" y="0"/>
                  </a:moveTo>
                  <a:lnTo>
                    <a:pt x="1224" y="5649"/>
                  </a:lnTo>
                  <a:lnTo>
                    <a:pt x="0" y="10594"/>
                  </a:lnTo>
                  <a:lnTo>
                    <a:pt x="8965" y="22304"/>
                  </a:lnTo>
                  <a:lnTo>
                    <a:pt x="9249" y="21288"/>
                  </a:lnTo>
                  <a:lnTo>
                    <a:pt x="11355" y="12629"/>
                  </a:lnTo>
                  <a:lnTo>
                    <a:pt x="1685" y="0"/>
                  </a:lnTo>
                  <a:close/>
                </a:path>
              </a:pathLst>
            </a:custGeom>
            <a:solidFill>
              <a:srgbClr val="F1C8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 descr=""/>
            <p:cNvSpPr/>
            <p:nvPr/>
          </p:nvSpPr>
          <p:spPr>
            <a:xfrm>
              <a:off x="11723320" y="6921464"/>
              <a:ext cx="25400" cy="42545"/>
            </a:xfrm>
            <a:custGeom>
              <a:avLst/>
              <a:gdLst/>
              <a:ahLst/>
              <a:cxnLst/>
              <a:rect l="l" t="t" r="r" b="b"/>
              <a:pathLst>
                <a:path w="25400" h="42545">
                  <a:moveTo>
                    <a:pt x="2474" y="0"/>
                  </a:moveTo>
                  <a:lnTo>
                    <a:pt x="856" y="6534"/>
                  </a:lnTo>
                  <a:lnTo>
                    <a:pt x="0" y="9563"/>
                  </a:lnTo>
                  <a:lnTo>
                    <a:pt x="24993" y="42206"/>
                  </a:lnTo>
                  <a:lnTo>
                    <a:pt x="24907" y="39674"/>
                  </a:lnTo>
                  <a:lnTo>
                    <a:pt x="24174" y="37925"/>
                  </a:lnTo>
                  <a:lnTo>
                    <a:pt x="22949" y="36721"/>
                  </a:lnTo>
                  <a:lnTo>
                    <a:pt x="18334" y="31545"/>
                  </a:lnTo>
                  <a:lnTo>
                    <a:pt x="14079" y="25530"/>
                  </a:lnTo>
                  <a:lnTo>
                    <a:pt x="11165" y="19685"/>
                  </a:lnTo>
                  <a:lnTo>
                    <a:pt x="10573" y="15015"/>
                  </a:lnTo>
                  <a:lnTo>
                    <a:pt x="10845" y="13842"/>
                  </a:lnTo>
                  <a:lnTo>
                    <a:pt x="11440" y="11710"/>
                  </a:lnTo>
                  <a:lnTo>
                    <a:pt x="2474" y="0"/>
                  </a:lnTo>
                  <a:close/>
                </a:path>
              </a:pathLst>
            </a:custGeom>
            <a:solidFill>
              <a:srgbClr val="F0C7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 descr=""/>
            <p:cNvSpPr/>
            <p:nvPr/>
          </p:nvSpPr>
          <p:spPr>
            <a:xfrm>
              <a:off x="11722772" y="6931030"/>
              <a:ext cx="26034" cy="40640"/>
            </a:xfrm>
            <a:custGeom>
              <a:avLst/>
              <a:gdLst/>
              <a:ahLst/>
              <a:cxnLst/>
              <a:rect l="l" t="t" r="r" b="b"/>
              <a:pathLst>
                <a:path w="26034" h="40640">
                  <a:moveTo>
                    <a:pt x="547" y="0"/>
                  </a:moveTo>
                  <a:lnTo>
                    <a:pt x="430" y="413"/>
                  </a:lnTo>
                  <a:lnTo>
                    <a:pt x="84" y="1890"/>
                  </a:lnTo>
                  <a:lnTo>
                    <a:pt x="0" y="10846"/>
                  </a:lnTo>
                  <a:lnTo>
                    <a:pt x="773" y="13090"/>
                  </a:lnTo>
                  <a:lnTo>
                    <a:pt x="21500" y="40162"/>
                  </a:lnTo>
                  <a:lnTo>
                    <a:pt x="23351" y="37606"/>
                  </a:lnTo>
                  <a:lnTo>
                    <a:pt x="23843" y="36967"/>
                  </a:lnTo>
                  <a:lnTo>
                    <a:pt x="24974" y="35648"/>
                  </a:lnTo>
                  <a:lnTo>
                    <a:pt x="25581" y="33836"/>
                  </a:lnTo>
                  <a:lnTo>
                    <a:pt x="25541" y="32644"/>
                  </a:lnTo>
                  <a:lnTo>
                    <a:pt x="547" y="0"/>
                  </a:lnTo>
                  <a:close/>
                </a:path>
              </a:pathLst>
            </a:custGeom>
            <a:solidFill>
              <a:srgbClr val="EFC6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 descr=""/>
            <p:cNvSpPr/>
            <p:nvPr/>
          </p:nvSpPr>
          <p:spPr>
            <a:xfrm>
              <a:off x="11723547" y="6944126"/>
              <a:ext cx="24765" cy="45085"/>
            </a:xfrm>
            <a:custGeom>
              <a:avLst/>
              <a:gdLst/>
              <a:ahLst/>
              <a:cxnLst/>
              <a:rect l="l" t="t" r="r" b="b"/>
              <a:pathLst>
                <a:path w="24765" h="45084">
                  <a:moveTo>
                    <a:pt x="0" y="0"/>
                  </a:moveTo>
                  <a:lnTo>
                    <a:pt x="2219" y="6440"/>
                  </a:lnTo>
                  <a:lnTo>
                    <a:pt x="6829" y="14167"/>
                  </a:lnTo>
                  <a:lnTo>
                    <a:pt x="11592" y="20238"/>
                  </a:lnTo>
                  <a:lnTo>
                    <a:pt x="9972" y="25820"/>
                  </a:lnTo>
                  <a:lnTo>
                    <a:pt x="24260" y="44481"/>
                  </a:lnTo>
                  <a:lnTo>
                    <a:pt x="23874" y="42949"/>
                  </a:lnTo>
                  <a:lnTo>
                    <a:pt x="17738" y="31190"/>
                  </a:lnTo>
                  <a:lnTo>
                    <a:pt x="20724" y="270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C5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 descr=""/>
            <p:cNvSpPr/>
            <p:nvPr/>
          </p:nvSpPr>
          <p:spPr>
            <a:xfrm>
              <a:off x="11732954" y="6969948"/>
              <a:ext cx="19050" cy="36195"/>
            </a:xfrm>
            <a:custGeom>
              <a:avLst/>
              <a:gdLst/>
              <a:ahLst/>
              <a:cxnLst/>
              <a:rect l="l" t="t" r="r" b="b"/>
              <a:pathLst>
                <a:path w="19050" h="36195">
                  <a:moveTo>
                    <a:pt x="563" y="0"/>
                  </a:moveTo>
                  <a:lnTo>
                    <a:pt x="518" y="156"/>
                  </a:lnTo>
                  <a:lnTo>
                    <a:pt x="0" y="7145"/>
                  </a:lnTo>
                  <a:lnTo>
                    <a:pt x="910" y="13248"/>
                  </a:lnTo>
                  <a:lnTo>
                    <a:pt x="18284" y="35940"/>
                  </a:lnTo>
                  <a:lnTo>
                    <a:pt x="18484" y="33085"/>
                  </a:lnTo>
                  <a:lnTo>
                    <a:pt x="14853" y="18664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rgbClr val="EDC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 descr=""/>
            <p:cNvSpPr/>
            <p:nvPr/>
          </p:nvSpPr>
          <p:spPr>
            <a:xfrm>
              <a:off x="11733866" y="6983200"/>
              <a:ext cx="17780" cy="34925"/>
            </a:xfrm>
            <a:custGeom>
              <a:avLst/>
              <a:gdLst/>
              <a:ahLst/>
              <a:cxnLst/>
              <a:rect l="l" t="t" r="r" b="b"/>
              <a:pathLst>
                <a:path w="17779" h="34925">
                  <a:moveTo>
                    <a:pt x="0" y="0"/>
                  </a:moveTo>
                  <a:lnTo>
                    <a:pt x="288" y="1931"/>
                  </a:lnTo>
                  <a:lnTo>
                    <a:pt x="3775" y="10816"/>
                  </a:lnTo>
                  <a:lnTo>
                    <a:pt x="6141" y="20806"/>
                  </a:lnTo>
                  <a:lnTo>
                    <a:pt x="16554" y="34417"/>
                  </a:lnTo>
                  <a:lnTo>
                    <a:pt x="17373" y="226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C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 descr=""/>
            <p:cNvSpPr/>
            <p:nvPr/>
          </p:nvSpPr>
          <p:spPr>
            <a:xfrm>
              <a:off x="11739190" y="7004015"/>
              <a:ext cx="11430" cy="24130"/>
            </a:xfrm>
            <a:custGeom>
              <a:avLst/>
              <a:gdLst/>
              <a:ahLst/>
              <a:cxnLst/>
              <a:rect l="l" t="t" r="r" b="b"/>
              <a:pathLst>
                <a:path w="11429" h="24129">
                  <a:moveTo>
                    <a:pt x="816" y="0"/>
                  </a:moveTo>
                  <a:lnTo>
                    <a:pt x="52" y="11502"/>
                  </a:lnTo>
                  <a:lnTo>
                    <a:pt x="0" y="11735"/>
                  </a:lnTo>
                  <a:lnTo>
                    <a:pt x="9087" y="23604"/>
                  </a:lnTo>
                  <a:lnTo>
                    <a:pt x="11103" y="15429"/>
                  </a:lnTo>
                  <a:lnTo>
                    <a:pt x="11230" y="13601"/>
                  </a:lnTo>
                  <a:lnTo>
                    <a:pt x="816" y="0"/>
                  </a:lnTo>
                  <a:close/>
                </a:path>
              </a:pathLst>
            </a:custGeom>
            <a:solidFill>
              <a:srgbClr val="EBC2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 descr=""/>
            <p:cNvSpPr/>
            <p:nvPr/>
          </p:nvSpPr>
          <p:spPr>
            <a:xfrm>
              <a:off x="11736963" y="7015750"/>
              <a:ext cx="11430" cy="21590"/>
            </a:xfrm>
            <a:custGeom>
              <a:avLst/>
              <a:gdLst/>
              <a:ahLst/>
              <a:cxnLst/>
              <a:rect l="l" t="t" r="r" b="b"/>
              <a:pathLst>
                <a:path w="11429" h="21590">
                  <a:moveTo>
                    <a:pt x="2227" y="0"/>
                  </a:moveTo>
                  <a:lnTo>
                    <a:pt x="0" y="9891"/>
                  </a:lnTo>
                  <a:lnTo>
                    <a:pt x="8598" y="21120"/>
                  </a:lnTo>
                  <a:lnTo>
                    <a:pt x="10028" y="17088"/>
                  </a:lnTo>
                  <a:lnTo>
                    <a:pt x="11315" y="11869"/>
                  </a:lnTo>
                  <a:lnTo>
                    <a:pt x="2227" y="0"/>
                  </a:lnTo>
                  <a:close/>
                </a:path>
              </a:pathLst>
            </a:custGeom>
            <a:solidFill>
              <a:srgbClr val="EBC1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 descr=""/>
            <p:cNvSpPr/>
            <p:nvPr/>
          </p:nvSpPr>
          <p:spPr>
            <a:xfrm>
              <a:off x="11733991" y="7025640"/>
              <a:ext cx="12065" cy="18415"/>
            </a:xfrm>
            <a:custGeom>
              <a:avLst/>
              <a:gdLst/>
              <a:ahLst/>
              <a:cxnLst/>
              <a:rect l="l" t="t" r="r" b="b"/>
              <a:pathLst>
                <a:path w="12065" h="18415">
                  <a:moveTo>
                    <a:pt x="2971" y="0"/>
                  </a:moveTo>
                  <a:lnTo>
                    <a:pt x="2827" y="640"/>
                  </a:lnTo>
                  <a:lnTo>
                    <a:pt x="216" y="8386"/>
                  </a:lnTo>
                  <a:lnTo>
                    <a:pt x="0" y="8919"/>
                  </a:lnTo>
                  <a:lnTo>
                    <a:pt x="6887" y="17915"/>
                  </a:lnTo>
                  <a:lnTo>
                    <a:pt x="7524" y="17915"/>
                  </a:lnTo>
                  <a:lnTo>
                    <a:pt x="9577" y="16511"/>
                  </a:lnTo>
                  <a:lnTo>
                    <a:pt x="10550" y="14103"/>
                  </a:lnTo>
                  <a:lnTo>
                    <a:pt x="11570" y="11230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EAC0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 descr=""/>
            <p:cNvSpPr/>
            <p:nvPr/>
          </p:nvSpPr>
          <p:spPr>
            <a:xfrm>
              <a:off x="11726342" y="6576637"/>
              <a:ext cx="21590" cy="467359"/>
            </a:xfrm>
            <a:custGeom>
              <a:avLst/>
              <a:gdLst/>
              <a:ahLst/>
              <a:cxnLst/>
              <a:rect l="l" t="t" r="r" b="b"/>
              <a:pathLst>
                <a:path w="21590" h="467359">
                  <a:moveTo>
                    <a:pt x="5791" y="2565"/>
                  </a:moveTo>
                  <a:lnTo>
                    <a:pt x="1485" y="419"/>
                  </a:lnTo>
                  <a:lnTo>
                    <a:pt x="0" y="0"/>
                  </a:lnTo>
                  <a:lnTo>
                    <a:pt x="5740" y="7493"/>
                  </a:lnTo>
                  <a:lnTo>
                    <a:pt x="5791" y="2565"/>
                  </a:lnTo>
                  <a:close/>
                </a:path>
                <a:path w="21590" h="467359">
                  <a:moveTo>
                    <a:pt x="14528" y="466928"/>
                  </a:moveTo>
                  <a:lnTo>
                    <a:pt x="7645" y="457923"/>
                  </a:lnTo>
                  <a:lnTo>
                    <a:pt x="6515" y="460730"/>
                  </a:lnTo>
                  <a:lnTo>
                    <a:pt x="7721" y="464693"/>
                  </a:lnTo>
                  <a:lnTo>
                    <a:pt x="11366" y="466712"/>
                  </a:lnTo>
                  <a:lnTo>
                    <a:pt x="12204" y="466928"/>
                  </a:lnTo>
                  <a:lnTo>
                    <a:pt x="14528" y="466928"/>
                  </a:lnTo>
                  <a:close/>
                </a:path>
                <a:path w="21590" h="467359">
                  <a:moveTo>
                    <a:pt x="21323" y="9220"/>
                  </a:moveTo>
                  <a:lnTo>
                    <a:pt x="16916" y="3937"/>
                  </a:lnTo>
                  <a:lnTo>
                    <a:pt x="13296" y="3886"/>
                  </a:lnTo>
                  <a:lnTo>
                    <a:pt x="7785" y="10147"/>
                  </a:lnTo>
                  <a:lnTo>
                    <a:pt x="15417" y="20116"/>
                  </a:lnTo>
                  <a:lnTo>
                    <a:pt x="21158" y="13576"/>
                  </a:lnTo>
                  <a:lnTo>
                    <a:pt x="21285" y="13081"/>
                  </a:lnTo>
                  <a:lnTo>
                    <a:pt x="21323" y="9220"/>
                  </a:lnTo>
                  <a:close/>
                </a:path>
              </a:pathLst>
            </a:custGeom>
            <a:solidFill>
              <a:srgbClr val="E9BE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 descr=""/>
            <p:cNvSpPr/>
            <p:nvPr/>
          </p:nvSpPr>
          <p:spPr>
            <a:xfrm>
              <a:off x="11714777" y="6575150"/>
              <a:ext cx="27305" cy="31115"/>
            </a:xfrm>
            <a:custGeom>
              <a:avLst/>
              <a:gdLst/>
              <a:ahLst/>
              <a:cxnLst/>
              <a:rect l="l" t="t" r="r" b="b"/>
              <a:pathLst>
                <a:path w="27304" h="31115">
                  <a:moveTo>
                    <a:pt x="6331" y="0"/>
                  </a:moveTo>
                  <a:lnTo>
                    <a:pt x="1096" y="3968"/>
                  </a:lnTo>
                  <a:lnTo>
                    <a:pt x="0" y="5558"/>
                  </a:lnTo>
                  <a:lnTo>
                    <a:pt x="19127" y="30537"/>
                  </a:lnTo>
                  <a:lnTo>
                    <a:pt x="26983" y="21599"/>
                  </a:lnTo>
                  <a:lnTo>
                    <a:pt x="21172" y="14010"/>
                  </a:lnTo>
                  <a:lnTo>
                    <a:pt x="17263" y="14010"/>
                  </a:lnTo>
                  <a:lnTo>
                    <a:pt x="17316" y="8974"/>
                  </a:lnTo>
                  <a:lnTo>
                    <a:pt x="11576" y="1478"/>
                  </a:lnTo>
                  <a:lnTo>
                    <a:pt x="6331" y="0"/>
                  </a:lnTo>
                  <a:close/>
                </a:path>
                <a:path w="27304" h="31115">
                  <a:moveTo>
                    <a:pt x="19352" y="11633"/>
                  </a:moveTo>
                  <a:lnTo>
                    <a:pt x="17263" y="14010"/>
                  </a:lnTo>
                  <a:lnTo>
                    <a:pt x="21172" y="14010"/>
                  </a:lnTo>
                  <a:lnTo>
                    <a:pt x="19352" y="11633"/>
                  </a:lnTo>
                  <a:close/>
                </a:path>
              </a:pathLst>
            </a:custGeom>
            <a:solidFill>
              <a:srgbClr val="EAC0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 descr=""/>
            <p:cNvSpPr/>
            <p:nvPr/>
          </p:nvSpPr>
          <p:spPr>
            <a:xfrm>
              <a:off x="11707826" y="6580710"/>
              <a:ext cx="26670" cy="29209"/>
            </a:xfrm>
            <a:custGeom>
              <a:avLst/>
              <a:gdLst/>
              <a:ahLst/>
              <a:cxnLst/>
              <a:rect l="l" t="t" r="r" b="b"/>
              <a:pathLst>
                <a:path w="26670" h="29209">
                  <a:moveTo>
                    <a:pt x="16949" y="13057"/>
                  </a:moveTo>
                  <a:lnTo>
                    <a:pt x="12864" y="13057"/>
                  </a:lnTo>
                  <a:lnTo>
                    <a:pt x="13188" y="20534"/>
                  </a:lnTo>
                  <a:lnTo>
                    <a:pt x="14434" y="24565"/>
                  </a:lnTo>
                  <a:lnTo>
                    <a:pt x="18591" y="28177"/>
                  </a:lnTo>
                  <a:lnTo>
                    <a:pt x="20685" y="28628"/>
                  </a:lnTo>
                  <a:lnTo>
                    <a:pt x="23429" y="27654"/>
                  </a:lnTo>
                  <a:lnTo>
                    <a:pt x="24214" y="27099"/>
                  </a:lnTo>
                  <a:lnTo>
                    <a:pt x="26078" y="24978"/>
                  </a:lnTo>
                  <a:lnTo>
                    <a:pt x="16949" y="13057"/>
                  </a:lnTo>
                  <a:close/>
                </a:path>
                <a:path w="26670" h="29209">
                  <a:moveTo>
                    <a:pt x="6950" y="0"/>
                  </a:moveTo>
                  <a:lnTo>
                    <a:pt x="404" y="9497"/>
                  </a:lnTo>
                  <a:lnTo>
                    <a:pt x="0" y="10122"/>
                  </a:lnTo>
                  <a:lnTo>
                    <a:pt x="7782" y="20287"/>
                  </a:lnTo>
                  <a:lnTo>
                    <a:pt x="9101" y="18203"/>
                  </a:lnTo>
                  <a:lnTo>
                    <a:pt x="12864" y="13057"/>
                  </a:lnTo>
                  <a:lnTo>
                    <a:pt x="16949" y="13057"/>
                  </a:lnTo>
                  <a:lnTo>
                    <a:pt x="6950" y="0"/>
                  </a:lnTo>
                  <a:close/>
                </a:path>
              </a:pathLst>
            </a:custGeom>
            <a:solidFill>
              <a:srgbClr val="EBC1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 descr=""/>
            <p:cNvSpPr/>
            <p:nvPr/>
          </p:nvSpPr>
          <p:spPr>
            <a:xfrm>
              <a:off x="11701308" y="6590830"/>
              <a:ext cx="14604" cy="21590"/>
            </a:xfrm>
            <a:custGeom>
              <a:avLst/>
              <a:gdLst/>
              <a:ahLst/>
              <a:cxnLst/>
              <a:rect l="l" t="t" r="r" b="b"/>
              <a:pathLst>
                <a:path w="14604" h="21590">
                  <a:moveTo>
                    <a:pt x="6519" y="0"/>
                  </a:moveTo>
                  <a:lnTo>
                    <a:pt x="3205" y="5123"/>
                  </a:lnTo>
                  <a:lnTo>
                    <a:pt x="0" y="10681"/>
                  </a:lnTo>
                  <a:lnTo>
                    <a:pt x="7932" y="21043"/>
                  </a:lnTo>
                  <a:lnTo>
                    <a:pt x="11358" y="14817"/>
                  </a:lnTo>
                  <a:lnTo>
                    <a:pt x="14302" y="10164"/>
                  </a:lnTo>
                  <a:lnTo>
                    <a:pt x="6519" y="0"/>
                  </a:lnTo>
                  <a:close/>
                </a:path>
              </a:pathLst>
            </a:custGeom>
            <a:solidFill>
              <a:srgbClr val="EBC2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 descr=""/>
            <p:cNvSpPr/>
            <p:nvPr/>
          </p:nvSpPr>
          <p:spPr>
            <a:xfrm>
              <a:off x="11695456" y="6601513"/>
              <a:ext cx="13970" cy="22225"/>
            </a:xfrm>
            <a:custGeom>
              <a:avLst/>
              <a:gdLst/>
              <a:ahLst/>
              <a:cxnLst/>
              <a:rect l="l" t="t" r="r" b="b"/>
              <a:pathLst>
                <a:path w="13970" h="22225">
                  <a:moveTo>
                    <a:pt x="5850" y="0"/>
                  </a:moveTo>
                  <a:lnTo>
                    <a:pt x="5167" y="1184"/>
                  </a:lnTo>
                  <a:lnTo>
                    <a:pt x="1523" y="8233"/>
                  </a:lnTo>
                  <a:lnTo>
                    <a:pt x="0" y="11555"/>
                  </a:lnTo>
                  <a:lnTo>
                    <a:pt x="7997" y="22001"/>
                  </a:lnTo>
                  <a:lnTo>
                    <a:pt x="8543" y="21226"/>
                  </a:lnTo>
                  <a:lnTo>
                    <a:pt x="12788" y="12170"/>
                  </a:lnTo>
                  <a:lnTo>
                    <a:pt x="13784" y="10360"/>
                  </a:lnTo>
                  <a:lnTo>
                    <a:pt x="5850" y="0"/>
                  </a:lnTo>
                  <a:close/>
                </a:path>
              </a:pathLst>
            </a:custGeom>
            <a:solidFill>
              <a:srgbClr val="ECC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 descr=""/>
            <p:cNvSpPr/>
            <p:nvPr/>
          </p:nvSpPr>
          <p:spPr>
            <a:xfrm>
              <a:off x="11688667" y="6613064"/>
              <a:ext cx="15240" cy="20955"/>
            </a:xfrm>
            <a:custGeom>
              <a:avLst/>
              <a:gdLst/>
              <a:ahLst/>
              <a:cxnLst/>
              <a:rect l="l" t="t" r="r" b="b"/>
              <a:pathLst>
                <a:path w="15240" h="20954">
                  <a:moveTo>
                    <a:pt x="6791" y="0"/>
                  </a:moveTo>
                  <a:lnTo>
                    <a:pt x="5081" y="3728"/>
                  </a:lnTo>
                  <a:lnTo>
                    <a:pt x="0" y="10333"/>
                  </a:lnTo>
                  <a:lnTo>
                    <a:pt x="7740" y="20444"/>
                  </a:lnTo>
                  <a:lnTo>
                    <a:pt x="14789" y="10446"/>
                  </a:lnTo>
                  <a:lnTo>
                    <a:pt x="6791" y="0"/>
                  </a:lnTo>
                  <a:close/>
                </a:path>
              </a:pathLst>
            </a:custGeom>
            <a:solidFill>
              <a:srgbClr val="EDC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 descr=""/>
            <p:cNvSpPr/>
            <p:nvPr/>
          </p:nvSpPr>
          <p:spPr>
            <a:xfrm>
              <a:off x="11676712" y="6623396"/>
              <a:ext cx="20320" cy="16510"/>
            </a:xfrm>
            <a:custGeom>
              <a:avLst/>
              <a:gdLst/>
              <a:ahLst/>
              <a:cxnLst/>
              <a:rect l="l" t="t" r="r" b="b"/>
              <a:pathLst>
                <a:path w="20320" h="16509">
                  <a:moveTo>
                    <a:pt x="11955" y="0"/>
                  </a:moveTo>
                  <a:lnTo>
                    <a:pt x="11268" y="893"/>
                  </a:lnTo>
                  <a:lnTo>
                    <a:pt x="3964" y="3679"/>
                  </a:lnTo>
                  <a:lnTo>
                    <a:pt x="70" y="3679"/>
                  </a:lnTo>
                  <a:lnTo>
                    <a:pt x="9439" y="15917"/>
                  </a:lnTo>
                  <a:lnTo>
                    <a:pt x="19196" y="10820"/>
                  </a:lnTo>
                  <a:lnTo>
                    <a:pt x="19696" y="10110"/>
                  </a:lnTo>
                  <a:lnTo>
                    <a:pt x="14773" y="3679"/>
                  </a:lnTo>
                  <a:lnTo>
                    <a:pt x="3964" y="3679"/>
                  </a:lnTo>
                  <a:lnTo>
                    <a:pt x="0" y="3587"/>
                  </a:lnTo>
                  <a:lnTo>
                    <a:pt x="14702" y="3587"/>
                  </a:lnTo>
                  <a:lnTo>
                    <a:pt x="11955" y="0"/>
                  </a:lnTo>
                  <a:close/>
                </a:path>
              </a:pathLst>
            </a:custGeom>
            <a:solidFill>
              <a:srgbClr val="EEC5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 descr=""/>
            <p:cNvSpPr/>
            <p:nvPr/>
          </p:nvSpPr>
          <p:spPr>
            <a:xfrm>
              <a:off x="11656840" y="6618856"/>
              <a:ext cx="29845" cy="22225"/>
            </a:xfrm>
            <a:custGeom>
              <a:avLst/>
              <a:gdLst/>
              <a:ahLst/>
              <a:cxnLst/>
              <a:rect l="l" t="t" r="r" b="b"/>
              <a:pathLst>
                <a:path w="29845" h="22225">
                  <a:moveTo>
                    <a:pt x="6239" y="0"/>
                  </a:moveTo>
                  <a:lnTo>
                    <a:pt x="0" y="1369"/>
                  </a:lnTo>
                  <a:lnTo>
                    <a:pt x="15059" y="21040"/>
                  </a:lnTo>
                  <a:lnTo>
                    <a:pt x="17986" y="21632"/>
                  </a:lnTo>
                  <a:lnTo>
                    <a:pt x="28783" y="20733"/>
                  </a:lnTo>
                  <a:lnTo>
                    <a:pt x="29315" y="20455"/>
                  </a:lnTo>
                  <a:lnTo>
                    <a:pt x="19876" y="8128"/>
                  </a:lnTo>
                  <a:lnTo>
                    <a:pt x="16637" y="8053"/>
                  </a:lnTo>
                  <a:lnTo>
                    <a:pt x="11181" y="6690"/>
                  </a:lnTo>
                  <a:lnTo>
                    <a:pt x="8993" y="2010"/>
                  </a:lnTo>
                  <a:lnTo>
                    <a:pt x="6239" y="0"/>
                  </a:lnTo>
                  <a:close/>
                </a:path>
              </a:pathLst>
            </a:custGeom>
            <a:solidFill>
              <a:srgbClr val="EFC6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 descr=""/>
            <p:cNvSpPr/>
            <p:nvPr/>
          </p:nvSpPr>
          <p:spPr>
            <a:xfrm>
              <a:off x="11653728" y="6620225"/>
              <a:ext cx="18415" cy="29209"/>
            </a:xfrm>
            <a:custGeom>
              <a:avLst/>
              <a:gdLst/>
              <a:ahLst/>
              <a:cxnLst/>
              <a:rect l="l" t="t" r="r" b="b"/>
              <a:pathLst>
                <a:path w="18415" h="29209">
                  <a:moveTo>
                    <a:pt x="3115" y="0"/>
                  </a:moveTo>
                  <a:lnTo>
                    <a:pt x="335" y="610"/>
                  </a:lnTo>
                  <a:lnTo>
                    <a:pt x="178" y="12533"/>
                  </a:lnTo>
                  <a:lnTo>
                    <a:pt x="0" y="15134"/>
                  </a:lnTo>
                  <a:lnTo>
                    <a:pt x="10320" y="28614"/>
                  </a:lnTo>
                  <a:lnTo>
                    <a:pt x="11476" y="18316"/>
                  </a:lnTo>
                  <a:lnTo>
                    <a:pt x="17138" y="18316"/>
                  </a:lnTo>
                  <a:lnTo>
                    <a:pt x="3115" y="0"/>
                  </a:lnTo>
                  <a:close/>
                </a:path>
                <a:path w="18415" h="29209">
                  <a:moveTo>
                    <a:pt x="17138" y="18316"/>
                  </a:moveTo>
                  <a:lnTo>
                    <a:pt x="11476" y="18316"/>
                  </a:lnTo>
                  <a:lnTo>
                    <a:pt x="18176" y="19672"/>
                  </a:lnTo>
                  <a:lnTo>
                    <a:pt x="17138" y="18316"/>
                  </a:lnTo>
                  <a:close/>
                </a:path>
              </a:pathLst>
            </a:custGeom>
            <a:solidFill>
              <a:srgbClr val="F0C7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 descr=""/>
            <p:cNvSpPr/>
            <p:nvPr/>
          </p:nvSpPr>
          <p:spPr>
            <a:xfrm>
              <a:off x="11652091" y="6635359"/>
              <a:ext cx="12065" cy="29209"/>
            </a:xfrm>
            <a:custGeom>
              <a:avLst/>
              <a:gdLst/>
              <a:ahLst/>
              <a:cxnLst/>
              <a:rect l="l" t="t" r="r" b="b"/>
              <a:pathLst>
                <a:path w="12065" h="29209">
                  <a:moveTo>
                    <a:pt x="1637" y="0"/>
                  </a:moveTo>
                  <a:lnTo>
                    <a:pt x="668" y="14101"/>
                  </a:lnTo>
                  <a:lnTo>
                    <a:pt x="0" y="17063"/>
                  </a:lnTo>
                  <a:lnTo>
                    <a:pt x="9209" y="29092"/>
                  </a:lnTo>
                  <a:lnTo>
                    <a:pt x="10833" y="23496"/>
                  </a:lnTo>
                  <a:lnTo>
                    <a:pt x="11957" y="13478"/>
                  </a:lnTo>
                  <a:lnTo>
                    <a:pt x="1637" y="0"/>
                  </a:lnTo>
                  <a:close/>
                </a:path>
              </a:pathLst>
            </a:custGeom>
            <a:solidFill>
              <a:srgbClr val="F1C8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 descr=""/>
            <p:cNvSpPr/>
            <p:nvPr/>
          </p:nvSpPr>
          <p:spPr>
            <a:xfrm>
              <a:off x="11648744" y="6652418"/>
              <a:ext cx="12700" cy="26034"/>
            </a:xfrm>
            <a:custGeom>
              <a:avLst/>
              <a:gdLst/>
              <a:ahLst/>
              <a:cxnLst/>
              <a:rect l="l" t="t" r="r" b="b"/>
              <a:pathLst>
                <a:path w="12700" h="26034">
                  <a:moveTo>
                    <a:pt x="3346" y="0"/>
                  </a:moveTo>
                  <a:lnTo>
                    <a:pt x="0" y="14832"/>
                  </a:lnTo>
                  <a:lnTo>
                    <a:pt x="8515" y="25954"/>
                  </a:lnTo>
                  <a:lnTo>
                    <a:pt x="12556" y="12028"/>
                  </a:lnTo>
                  <a:lnTo>
                    <a:pt x="3346" y="0"/>
                  </a:lnTo>
                  <a:close/>
                </a:path>
              </a:pathLst>
            </a:custGeom>
            <a:solidFill>
              <a:srgbClr val="F3C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 descr=""/>
            <p:cNvSpPr/>
            <p:nvPr/>
          </p:nvSpPr>
          <p:spPr>
            <a:xfrm>
              <a:off x="11643211" y="6667248"/>
              <a:ext cx="14604" cy="22860"/>
            </a:xfrm>
            <a:custGeom>
              <a:avLst/>
              <a:gdLst/>
              <a:ahLst/>
              <a:cxnLst/>
              <a:rect l="l" t="t" r="r" b="b"/>
              <a:pathLst>
                <a:path w="14604" h="22859">
                  <a:moveTo>
                    <a:pt x="5534" y="0"/>
                  </a:moveTo>
                  <a:lnTo>
                    <a:pt x="4830" y="3119"/>
                  </a:lnTo>
                  <a:lnTo>
                    <a:pt x="0" y="11975"/>
                  </a:lnTo>
                  <a:lnTo>
                    <a:pt x="7939" y="22345"/>
                  </a:lnTo>
                  <a:lnTo>
                    <a:pt x="13132" y="14285"/>
                  </a:lnTo>
                  <a:lnTo>
                    <a:pt x="14050" y="11122"/>
                  </a:lnTo>
                  <a:lnTo>
                    <a:pt x="5534" y="0"/>
                  </a:lnTo>
                  <a:close/>
                </a:path>
              </a:pathLst>
            </a:custGeom>
            <a:solidFill>
              <a:srgbClr val="F4CA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 descr=""/>
            <p:cNvSpPr/>
            <p:nvPr/>
          </p:nvSpPr>
          <p:spPr>
            <a:xfrm>
              <a:off x="11636799" y="6679219"/>
              <a:ext cx="14604" cy="20955"/>
            </a:xfrm>
            <a:custGeom>
              <a:avLst/>
              <a:gdLst/>
              <a:ahLst/>
              <a:cxnLst/>
              <a:rect l="l" t="t" r="r" b="b"/>
              <a:pathLst>
                <a:path w="14604" h="20954">
                  <a:moveTo>
                    <a:pt x="6415" y="0"/>
                  </a:moveTo>
                  <a:lnTo>
                    <a:pt x="790" y="10312"/>
                  </a:lnTo>
                  <a:lnTo>
                    <a:pt x="0" y="10824"/>
                  </a:lnTo>
                  <a:lnTo>
                    <a:pt x="7636" y="20798"/>
                  </a:lnTo>
                  <a:lnTo>
                    <a:pt x="14355" y="10370"/>
                  </a:lnTo>
                  <a:lnTo>
                    <a:pt x="6415" y="0"/>
                  </a:lnTo>
                  <a:close/>
                </a:path>
              </a:pathLst>
            </a:custGeom>
            <a:solidFill>
              <a:srgbClr val="F5CC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 descr=""/>
            <p:cNvSpPr/>
            <p:nvPr/>
          </p:nvSpPr>
          <p:spPr>
            <a:xfrm>
              <a:off x="11626978" y="6690043"/>
              <a:ext cx="17780" cy="17145"/>
            </a:xfrm>
            <a:custGeom>
              <a:avLst/>
              <a:gdLst/>
              <a:ahLst/>
              <a:cxnLst/>
              <a:rect l="l" t="t" r="r" b="b"/>
              <a:pathLst>
                <a:path w="17779" h="17145">
                  <a:moveTo>
                    <a:pt x="9821" y="0"/>
                  </a:moveTo>
                  <a:lnTo>
                    <a:pt x="0" y="6368"/>
                  </a:lnTo>
                  <a:lnTo>
                    <a:pt x="7894" y="16677"/>
                  </a:lnTo>
                  <a:lnTo>
                    <a:pt x="16380" y="11645"/>
                  </a:lnTo>
                  <a:lnTo>
                    <a:pt x="17458" y="9973"/>
                  </a:lnTo>
                  <a:lnTo>
                    <a:pt x="9821" y="0"/>
                  </a:lnTo>
                  <a:close/>
                </a:path>
              </a:pathLst>
            </a:custGeom>
            <a:solidFill>
              <a:srgbClr val="F6CD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 descr=""/>
            <p:cNvSpPr/>
            <p:nvPr/>
          </p:nvSpPr>
          <p:spPr>
            <a:xfrm>
              <a:off x="11553876" y="6632949"/>
              <a:ext cx="81280" cy="83185"/>
            </a:xfrm>
            <a:custGeom>
              <a:avLst/>
              <a:gdLst/>
              <a:ahLst/>
              <a:cxnLst/>
              <a:rect l="l" t="t" r="r" b="b"/>
              <a:pathLst>
                <a:path w="81279" h="83184">
                  <a:moveTo>
                    <a:pt x="4686" y="5435"/>
                  </a:moveTo>
                  <a:lnTo>
                    <a:pt x="4127" y="3530"/>
                  </a:lnTo>
                  <a:lnTo>
                    <a:pt x="1841" y="736"/>
                  </a:lnTo>
                  <a:lnTo>
                    <a:pt x="241" y="0"/>
                  </a:lnTo>
                  <a:lnTo>
                    <a:pt x="0" y="0"/>
                  </a:lnTo>
                  <a:lnTo>
                    <a:pt x="4635" y="6057"/>
                  </a:lnTo>
                  <a:lnTo>
                    <a:pt x="4686" y="5435"/>
                  </a:lnTo>
                  <a:close/>
                </a:path>
                <a:path w="81279" h="83184">
                  <a:moveTo>
                    <a:pt x="80987" y="73774"/>
                  </a:moveTo>
                  <a:lnTo>
                    <a:pt x="73101" y="63461"/>
                  </a:lnTo>
                  <a:lnTo>
                    <a:pt x="65328" y="68503"/>
                  </a:lnTo>
                  <a:lnTo>
                    <a:pt x="62572" y="68922"/>
                  </a:lnTo>
                  <a:lnTo>
                    <a:pt x="54267" y="70167"/>
                  </a:lnTo>
                  <a:lnTo>
                    <a:pt x="63525" y="70167"/>
                  </a:lnTo>
                  <a:lnTo>
                    <a:pt x="54102" y="70192"/>
                  </a:lnTo>
                  <a:lnTo>
                    <a:pt x="53746" y="70192"/>
                  </a:lnTo>
                  <a:lnTo>
                    <a:pt x="63385" y="82778"/>
                  </a:lnTo>
                  <a:lnTo>
                    <a:pt x="67983" y="81495"/>
                  </a:lnTo>
                  <a:lnTo>
                    <a:pt x="70878" y="79768"/>
                  </a:lnTo>
                  <a:lnTo>
                    <a:pt x="80987" y="73774"/>
                  </a:lnTo>
                  <a:close/>
                </a:path>
              </a:pathLst>
            </a:custGeom>
            <a:solidFill>
              <a:srgbClr val="F7CE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 descr=""/>
            <p:cNvSpPr/>
            <p:nvPr/>
          </p:nvSpPr>
          <p:spPr>
            <a:xfrm>
              <a:off x="11543299" y="6631917"/>
              <a:ext cx="74295" cy="85090"/>
            </a:xfrm>
            <a:custGeom>
              <a:avLst/>
              <a:gdLst/>
              <a:ahLst/>
              <a:cxnLst/>
              <a:rect l="l" t="t" r="r" b="b"/>
              <a:pathLst>
                <a:path w="74295" h="85090">
                  <a:moveTo>
                    <a:pt x="54019" y="70552"/>
                  </a:moveTo>
                  <a:lnTo>
                    <a:pt x="64784" y="84610"/>
                  </a:lnTo>
                  <a:lnTo>
                    <a:pt x="68129" y="84610"/>
                  </a:lnTo>
                  <a:lnTo>
                    <a:pt x="73718" y="83878"/>
                  </a:lnTo>
                  <a:lnTo>
                    <a:pt x="73969" y="83807"/>
                  </a:lnTo>
                  <a:lnTo>
                    <a:pt x="64314" y="71197"/>
                  </a:lnTo>
                  <a:lnTo>
                    <a:pt x="54019" y="70552"/>
                  </a:lnTo>
                  <a:close/>
                </a:path>
                <a:path w="74295" h="85090">
                  <a:moveTo>
                    <a:pt x="0" y="0"/>
                  </a:moveTo>
                  <a:lnTo>
                    <a:pt x="14803" y="19333"/>
                  </a:lnTo>
                  <a:lnTo>
                    <a:pt x="14787" y="19159"/>
                  </a:lnTo>
                  <a:lnTo>
                    <a:pt x="15123" y="8383"/>
                  </a:lnTo>
                  <a:lnTo>
                    <a:pt x="15223" y="7082"/>
                  </a:lnTo>
                  <a:lnTo>
                    <a:pt x="10631" y="1084"/>
                  </a:lnTo>
                  <a:lnTo>
                    <a:pt x="9176" y="1084"/>
                  </a:lnTo>
                  <a:lnTo>
                    <a:pt x="4014" y="840"/>
                  </a:lnTo>
                  <a:lnTo>
                    <a:pt x="0" y="0"/>
                  </a:lnTo>
                  <a:close/>
                </a:path>
                <a:path w="74295" h="85090">
                  <a:moveTo>
                    <a:pt x="10590" y="1030"/>
                  </a:moveTo>
                  <a:lnTo>
                    <a:pt x="9176" y="1084"/>
                  </a:lnTo>
                  <a:lnTo>
                    <a:pt x="10631" y="1084"/>
                  </a:lnTo>
                  <a:close/>
                </a:path>
              </a:pathLst>
            </a:custGeom>
            <a:solidFill>
              <a:srgbClr val="F6CD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 descr=""/>
            <p:cNvSpPr/>
            <p:nvPr/>
          </p:nvSpPr>
          <p:spPr>
            <a:xfrm>
              <a:off x="11530486" y="6627983"/>
              <a:ext cx="78105" cy="88900"/>
            </a:xfrm>
            <a:custGeom>
              <a:avLst/>
              <a:gdLst/>
              <a:ahLst/>
              <a:cxnLst/>
              <a:rect l="l" t="t" r="r" b="b"/>
              <a:pathLst>
                <a:path w="78104" h="88900">
                  <a:moveTo>
                    <a:pt x="54656" y="71383"/>
                  </a:moveTo>
                  <a:lnTo>
                    <a:pt x="67349" y="87961"/>
                  </a:lnTo>
                  <a:lnTo>
                    <a:pt x="75093" y="88545"/>
                  </a:lnTo>
                  <a:lnTo>
                    <a:pt x="77597" y="88545"/>
                  </a:lnTo>
                  <a:lnTo>
                    <a:pt x="66833" y="74486"/>
                  </a:lnTo>
                  <a:lnTo>
                    <a:pt x="64960" y="74369"/>
                  </a:lnTo>
                  <a:lnTo>
                    <a:pt x="54656" y="71383"/>
                  </a:lnTo>
                  <a:close/>
                </a:path>
                <a:path w="78104" h="88900">
                  <a:moveTo>
                    <a:pt x="0" y="0"/>
                  </a:moveTo>
                  <a:lnTo>
                    <a:pt x="13547" y="17692"/>
                  </a:lnTo>
                  <a:lnTo>
                    <a:pt x="16155" y="18139"/>
                  </a:lnTo>
                  <a:lnTo>
                    <a:pt x="16247" y="21220"/>
                  </a:lnTo>
                  <a:lnTo>
                    <a:pt x="29157" y="38081"/>
                  </a:lnTo>
                  <a:lnTo>
                    <a:pt x="28879" y="37142"/>
                  </a:lnTo>
                  <a:lnTo>
                    <a:pt x="27614" y="23265"/>
                  </a:lnTo>
                  <a:lnTo>
                    <a:pt x="12813" y="3935"/>
                  </a:lnTo>
                  <a:lnTo>
                    <a:pt x="4431" y="21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CC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 descr=""/>
            <p:cNvSpPr/>
            <p:nvPr/>
          </p:nvSpPr>
          <p:spPr>
            <a:xfrm>
              <a:off x="11505418" y="6608042"/>
              <a:ext cx="92710" cy="107950"/>
            </a:xfrm>
            <a:custGeom>
              <a:avLst/>
              <a:gdLst/>
              <a:ahLst/>
              <a:cxnLst/>
              <a:rect l="l" t="t" r="r" b="b"/>
              <a:pathLst>
                <a:path w="92709" h="107950">
                  <a:moveTo>
                    <a:pt x="41316" y="41160"/>
                  </a:moveTo>
                  <a:lnTo>
                    <a:pt x="80895" y="105652"/>
                  </a:lnTo>
                  <a:lnTo>
                    <a:pt x="92418" y="107902"/>
                  </a:lnTo>
                  <a:lnTo>
                    <a:pt x="79725" y="91325"/>
                  </a:lnTo>
                  <a:lnTo>
                    <a:pt x="77703" y="90739"/>
                  </a:lnTo>
                  <a:lnTo>
                    <a:pt x="67087" y="84068"/>
                  </a:lnTo>
                  <a:lnTo>
                    <a:pt x="58277" y="71672"/>
                  </a:lnTo>
                  <a:lnTo>
                    <a:pt x="54226" y="58021"/>
                  </a:lnTo>
                  <a:lnTo>
                    <a:pt x="41316" y="41160"/>
                  </a:lnTo>
                  <a:close/>
                </a:path>
                <a:path w="92709" h="107950">
                  <a:moveTo>
                    <a:pt x="0" y="0"/>
                  </a:moveTo>
                  <a:lnTo>
                    <a:pt x="26664" y="34824"/>
                  </a:lnTo>
                  <a:lnTo>
                    <a:pt x="30683" y="36276"/>
                  </a:lnTo>
                  <a:lnTo>
                    <a:pt x="38616" y="37633"/>
                  </a:lnTo>
                  <a:lnTo>
                    <a:pt x="25069" y="19941"/>
                  </a:lnTo>
                  <a:lnTo>
                    <a:pt x="13849" y="144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CA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 descr=""/>
            <p:cNvSpPr/>
            <p:nvPr/>
          </p:nvSpPr>
          <p:spPr>
            <a:xfrm>
              <a:off x="11480222" y="6587934"/>
              <a:ext cx="106680" cy="126364"/>
            </a:xfrm>
            <a:custGeom>
              <a:avLst/>
              <a:gdLst/>
              <a:ahLst/>
              <a:cxnLst/>
              <a:rect l="l" t="t" r="r" b="b"/>
              <a:pathLst>
                <a:path w="106679" h="126365">
                  <a:moveTo>
                    <a:pt x="67371" y="75190"/>
                  </a:moveTo>
                  <a:lnTo>
                    <a:pt x="90877" y="118689"/>
                  </a:lnTo>
                  <a:lnTo>
                    <a:pt x="106092" y="125761"/>
                  </a:lnTo>
                  <a:lnTo>
                    <a:pt x="67371" y="75190"/>
                  </a:lnTo>
                  <a:close/>
                </a:path>
                <a:path w="106679" h="126365">
                  <a:moveTo>
                    <a:pt x="0" y="0"/>
                  </a:moveTo>
                  <a:lnTo>
                    <a:pt x="36448" y="47603"/>
                  </a:lnTo>
                  <a:lnTo>
                    <a:pt x="42522" y="51560"/>
                  </a:lnTo>
                  <a:lnTo>
                    <a:pt x="51861" y="54933"/>
                  </a:lnTo>
                  <a:lnTo>
                    <a:pt x="25202" y="20115"/>
                  </a:lnTo>
                  <a:lnTo>
                    <a:pt x="8308" y="27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C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 descr=""/>
            <p:cNvSpPr/>
            <p:nvPr/>
          </p:nvSpPr>
          <p:spPr>
            <a:xfrm>
              <a:off x="11468656" y="6585315"/>
              <a:ext cx="102870" cy="121920"/>
            </a:xfrm>
            <a:custGeom>
              <a:avLst/>
              <a:gdLst/>
              <a:ahLst/>
              <a:cxnLst/>
              <a:rect l="l" t="t" r="r" b="b"/>
              <a:pathLst>
                <a:path w="102870" h="121920">
                  <a:moveTo>
                    <a:pt x="3659" y="0"/>
                  </a:moveTo>
                  <a:lnTo>
                    <a:pt x="0" y="310"/>
                  </a:lnTo>
                  <a:lnTo>
                    <a:pt x="12550" y="16701"/>
                  </a:lnTo>
                  <a:lnTo>
                    <a:pt x="14637" y="17382"/>
                  </a:lnTo>
                  <a:lnTo>
                    <a:pt x="26564" y="29677"/>
                  </a:lnTo>
                  <a:lnTo>
                    <a:pt x="39826" y="44886"/>
                  </a:lnTo>
                  <a:lnTo>
                    <a:pt x="48017" y="50223"/>
                  </a:lnTo>
                  <a:lnTo>
                    <a:pt x="11568" y="2619"/>
                  </a:lnTo>
                  <a:lnTo>
                    <a:pt x="3659" y="0"/>
                  </a:lnTo>
                  <a:close/>
                </a:path>
                <a:path w="102870" h="121920">
                  <a:moveTo>
                    <a:pt x="83837" y="97004"/>
                  </a:moveTo>
                  <a:lnTo>
                    <a:pt x="86818" y="104579"/>
                  </a:lnTo>
                  <a:lnTo>
                    <a:pt x="96855" y="117360"/>
                  </a:lnTo>
                  <a:lnTo>
                    <a:pt x="102447" y="121310"/>
                  </a:lnTo>
                  <a:lnTo>
                    <a:pt x="83837" y="97004"/>
                  </a:lnTo>
                  <a:close/>
                </a:path>
              </a:pathLst>
            </a:custGeom>
            <a:solidFill>
              <a:srgbClr val="F1C8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 descr=""/>
            <p:cNvSpPr/>
            <p:nvPr/>
          </p:nvSpPr>
          <p:spPr>
            <a:xfrm>
              <a:off x="11459454" y="6585625"/>
              <a:ext cx="22225" cy="16510"/>
            </a:xfrm>
            <a:custGeom>
              <a:avLst/>
              <a:gdLst/>
              <a:ahLst/>
              <a:cxnLst/>
              <a:rect l="l" t="t" r="r" b="b"/>
              <a:pathLst>
                <a:path w="22225" h="16509">
                  <a:moveTo>
                    <a:pt x="19184" y="13035"/>
                  </a:moveTo>
                  <a:lnTo>
                    <a:pt x="11479" y="13035"/>
                  </a:lnTo>
                  <a:lnTo>
                    <a:pt x="21754" y="16391"/>
                  </a:lnTo>
                  <a:lnTo>
                    <a:pt x="19184" y="13035"/>
                  </a:lnTo>
                  <a:close/>
                </a:path>
                <a:path w="22225" h="16509">
                  <a:moveTo>
                    <a:pt x="9203" y="0"/>
                  </a:moveTo>
                  <a:lnTo>
                    <a:pt x="0" y="780"/>
                  </a:lnTo>
                  <a:lnTo>
                    <a:pt x="9526" y="13222"/>
                  </a:lnTo>
                  <a:lnTo>
                    <a:pt x="11479" y="13035"/>
                  </a:lnTo>
                  <a:lnTo>
                    <a:pt x="19184" y="13035"/>
                  </a:lnTo>
                  <a:lnTo>
                    <a:pt x="9203" y="0"/>
                  </a:lnTo>
                  <a:close/>
                </a:path>
              </a:pathLst>
            </a:custGeom>
            <a:solidFill>
              <a:srgbClr val="F0C7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 descr=""/>
            <p:cNvSpPr/>
            <p:nvPr/>
          </p:nvSpPr>
          <p:spPr>
            <a:xfrm>
              <a:off x="11451281" y="6586405"/>
              <a:ext cx="17780" cy="13335"/>
            </a:xfrm>
            <a:custGeom>
              <a:avLst/>
              <a:gdLst/>
              <a:ahLst/>
              <a:cxnLst/>
              <a:rect l="l" t="t" r="r" b="b"/>
              <a:pathLst>
                <a:path w="17779" h="13334">
                  <a:moveTo>
                    <a:pt x="8174" y="0"/>
                  </a:moveTo>
                  <a:lnTo>
                    <a:pt x="6232" y="164"/>
                  </a:lnTo>
                  <a:lnTo>
                    <a:pt x="0" y="2124"/>
                  </a:lnTo>
                  <a:lnTo>
                    <a:pt x="8571" y="13319"/>
                  </a:lnTo>
                  <a:lnTo>
                    <a:pt x="17701" y="12442"/>
                  </a:lnTo>
                  <a:lnTo>
                    <a:pt x="8174" y="0"/>
                  </a:lnTo>
                  <a:close/>
                </a:path>
              </a:pathLst>
            </a:custGeom>
            <a:solidFill>
              <a:srgbClr val="EFC6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 descr=""/>
            <p:cNvSpPr/>
            <p:nvPr/>
          </p:nvSpPr>
          <p:spPr>
            <a:xfrm>
              <a:off x="11443467" y="6588529"/>
              <a:ext cx="16510" cy="13970"/>
            </a:xfrm>
            <a:custGeom>
              <a:avLst/>
              <a:gdLst/>
              <a:ahLst/>
              <a:cxnLst/>
              <a:rect l="l" t="t" r="r" b="b"/>
              <a:pathLst>
                <a:path w="16509" h="13970">
                  <a:moveTo>
                    <a:pt x="7813" y="0"/>
                  </a:moveTo>
                  <a:lnTo>
                    <a:pt x="2476" y="1678"/>
                  </a:lnTo>
                  <a:lnTo>
                    <a:pt x="0" y="2596"/>
                  </a:lnTo>
                  <a:lnTo>
                    <a:pt x="8434" y="13611"/>
                  </a:lnTo>
                  <a:lnTo>
                    <a:pt x="15791" y="11252"/>
                  </a:lnTo>
                  <a:lnTo>
                    <a:pt x="16384" y="11195"/>
                  </a:lnTo>
                  <a:lnTo>
                    <a:pt x="7813" y="0"/>
                  </a:lnTo>
                  <a:close/>
                </a:path>
              </a:pathLst>
            </a:custGeom>
            <a:solidFill>
              <a:srgbClr val="EEC5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 descr=""/>
            <p:cNvSpPr/>
            <p:nvPr/>
          </p:nvSpPr>
          <p:spPr>
            <a:xfrm>
              <a:off x="11420880" y="6574421"/>
              <a:ext cx="31115" cy="30480"/>
            </a:xfrm>
            <a:custGeom>
              <a:avLst/>
              <a:gdLst/>
              <a:ahLst/>
              <a:cxnLst/>
              <a:rect l="l" t="t" r="r" b="b"/>
              <a:pathLst>
                <a:path w="31115" h="30479">
                  <a:moveTo>
                    <a:pt x="0" y="0"/>
                  </a:moveTo>
                  <a:lnTo>
                    <a:pt x="22973" y="30003"/>
                  </a:lnTo>
                  <a:lnTo>
                    <a:pt x="24276" y="30003"/>
                  </a:lnTo>
                  <a:lnTo>
                    <a:pt x="25525" y="29629"/>
                  </a:lnTo>
                  <a:lnTo>
                    <a:pt x="28498" y="28529"/>
                  </a:lnTo>
                  <a:lnTo>
                    <a:pt x="31024" y="27719"/>
                  </a:lnTo>
                  <a:lnTo>
                    <a:pt x="23900" y="18414"/>
                  </a:lnTo>
                  <a:lnTo>
                    <a:pt x="17054" y="18414"/>
                  </a:lnTo>
                  <a:lnTo>
                    <a:pt x="7871" y="9399"/>
                  </a:lnTo>
                  <a:lnTo>
                    <a:pt x="1881" y="949"/>
                  </a:lnTo>
                  <a:lnTo>
                    <a:pt x="426" y="27"/>
                  </a:lnTo>
                  <a:lnTo>
                    <a:pt x="0" y="0"/>
                  </a:lnTo>
                  <a:close/>
                </a:path>
                <a:path w="31115" h="30479">
                  <a:moveTo>
                    <a:pt x="22590" y="16703"/>
                  </a:moveTo>
                  <a:lnTo>
                    <a:pt x="22352" y="16791"/>
                  </a:lnTo>
                  <a:lnTo>
                    <a:pt x="17054" y="18414"/>
                  </a:lnTo>
                  <a:lnTo>
                    <a:pt x="23900" y="18414"/>
                  </a:lnTo>
                  <a:lnTo>
                    <a:pt x="22590" y="16703"/>
                  </a:lnTo>
                  <a:close/>
                </a:path>
              </a:pathLst>
            </a:custGeom>
            <a:solidFill>
              <a:srgbClr val="EDC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 descr=""/>
            <p:cNvSpPr/>
            <p:nvPr/>
          </p:nvSpPr>
          <p:spPr>
            <a:xfrm>
              <a:off x="11413733" y="6574240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4379" y="0"/>
                  </a:moveTo>
                  <a:lnTo>
                    <a:pt x="2861" y="649"/>
                  </a:lnTo>
                  <a:lnTo>
                    <a:pt x="1709" y="1947"/>
                  </a:lnTo>
                  <a:lnTo>
                    <a:pt x="1081" y="2607"/>
                  </a:lnTo>
                  <a:lnTo>
                    <a:pt x="0" y="3647"/>
                  </a:lnTo>
                  <a:lnTo>
                    <a:pt x="18290" y="27535"/>
                  </a:lnTo>
                  <a:lnTo>
                    <a:pt x="23728" y="30174"/>
                  </a:lnTo>
                  <a:lnTo>
                    <a:pt x="30119" y="30185"/>
                  </a:lnTo>
                  <a:lnTo>
                    <a:pt x="7146" y="181"/>
                  </a:lnTo>
                  <a:lnTo>
                    <a:pt x="4379" y="0"/>
                  </a:lnTo>
                  <a:close/>
                </a:path>
              </a:pathLst>
            </a:custGeom>
            <a:solidFill>
              <a:srgbClr val="ECC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 descr=""/>
            <p:cNvSpPr/>
            <p:nvPr/>
          </p:nvSpPr>
          <p:spPr>
            <a:xfrm>
              <a:off x="11405341" y="6577887"/>
              <a:ext cx="27305" cy="24130"/>
            </a:xfrm>
            <a:custGeom>
              <a:avLst/>
              <a:gdLst/>
              <a:ahLst/>
              <a:cxnLst/>
              <a:rect l="l" t="t" r="r" b="b"/>
              <a:pathLst>
                <a:path w="27304" h="24129">
                  <a:moveTo>
                    <a:pt x="17449" y="11828"/>
                  </a:moveTo>
                  <a:lnTo>
                    <a:pt x="12991" y="11828"/>
                  </a:lnTo>
                  <a:lnTo>
                    <a:pt x="18139" y="17461"/>
                  </a:lnTo>
                  <a:lnTo>
                    <a:pt x="24706" y="22930"/>
                  </a:lnTo>
                  <a:lnTo>
                    <a:pt x="26683" y="23889"/>
                  </a:lnTo>
                  <a:lnTo>
                    <a:pt x="17449" y="11828"/>
                  </a:lnTo>
                  <a:close/>
                </a:path>
                <a:path w="27304" h="24129">
                  <a:moveTo>
                    <a:pt x="0" y="1839"/>
                  </a:moveTo>
                  <a:lnTo>
                    <a:pt x="8851" y="13400"/>
                  </a:lnTo>
                  <a:lnTo>
                    <a:pt x="12991" y="11828"/>
                  </a:lnTo>
                  <a:lnTo>
                    <a:pt x="17449" y="11828"/>
                  </a:lnTo>
                  <a:lnTo>
                    <a:pt x="11861" y="4530"/>
                  </a:lnTo>
                  <a:lnTo>
                    <a:pt x="3682" y="4530"/>
                  </a:lnTo>
                  <a:lnTo>
                    <a:pt x="0" y="1839"/>
                  </a:lnTo>
                  <a:close/>
                </a:path>
                <a:path w="27304" h="24129">
                  <a:moveTo>
                    <a:pt x="8392" y="0"/>
                  </a:moveTo>
                  <a:lnTo>
                    <a:pt x="3682" y="4530"/>
                  </a:lnTo>
                  <a:lnTo>
                    <a:pt x="11861" y="4530"/>
                  </a:lnTo>
                  <a:lnTo>
                    <a:pt x="8392" y="0"/>
                  </a:lnTo>
                  <a:close/>
                </a:path>
              </a:pathLst>
            </a:custGeom>
            <a:solidFill>
              <a:srgbClr val="EBC2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 descr=""/>
            <p:cNvSpPr/>
            <p:nvPr/>
          </p:nvSpPr>
          <p:spPr>
            <a:xfrm>
              <a:off x="11388188" y="6570121"/>
              <a:ext cx="26034" cy="22225"/>
            </a:xfrm>
            <a:custGeom>
              <a:avLst/>
              <a:gdLst/>
              <a:ahLst/>
              <a:cxnLst/>
              <a:rect l="l" t="t" r="r" b="b"/>
              <a:pathLst>
                <a:path w="26034" h="22225">
                  <a:moveTo>
                    <a:pt x="0" y="0"/>
                  </a:moveTo>
                  <a:lnTo>
                    <a:pt x="16358" y="21365"/>
                  </a:lnTo>
                  <a:lnTo>
                    <a:pt x="19208" y="21987"/>
                  </a:lnTo>
                  <a:lnTo>
                    <a:pt x="25204" y="21469"/>
                  </a:lnTo>
                  <a:lnTo>
                    <a:pt x="26006" y="21164"/>
                  </a:lnTo>
                  <a:lnTo>
                    <a:pt x="17158" y="9609"/>
                  </a:lnTo>
                  <a:lnTo>
                    <a:pt x="5746" y="1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C1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 descr=""/>
            <p:cNvSpPr/>
            <p:nvPr/>
          </p:nvSpPr>
          <p:spPr>
            <a:xfrm>
              <a:off x="11378637" y="6570072"/>
              <a:ext cx="26034" cy="21590"/>
            </a:xfrm>
            <a:custGeom>
              <a:avLst/>
              <a:gdLst/>
              <a:ahLst/>
              <a:cxnLst/>
              <a:rect l="l" t="t" r="r" b="b"/>
              <a:pathLst>
                <a:path w="26034" h="21590">
                  <a:moveTo>
                    <a:pt x="9330" y="0"/>
                  </a:moveTo>
                  <a:lnTo>
                    <a:pt x="3435" y="0"/>
                  </a:lnTo>
                  <a:lnTo>
                    <a:pt x="0" y="373"/>
                  </a:lnTo>
                  <a:lnTo>
                    <a:pt x="11512" y="15409"/>
                  </a:lnTo>
                  <a:lnTo>
                    <a:pt x="14314" y="16355"/>
                  </a:lnTo>
                  <a:lnTo>
                    <a:pt x="21886" y="20535"/>
                  </a:lnTo>
                  <a:lnTo>
                    <a:pt x="25910" y="21414"/>
                  </a:lnTo>
                  <a:lnTo>
                    <a:pt x="9552" y="49"/>
                  </a:lnTo>
                  <a:lnTo>
                    <a:pt x="9330" y="0"/>
                  </a:lnTo>
                  <a:close/>
                </a:path>
              </a:pathLst>
            </a:custGeom>
            <a:solidFill>
              <a:srgbClr val="EAC0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 descr=""/>
            <p:cNvSpPr/>
            <p:nvPr/>
          </p:nvSpPr>
          <p:spPr>
            <a:xfrm>
              <a:off x="11369887" y="6570446"/>
              <a:ext cx="20320" cy="15240"/>
            </a:xfrm>
            <a:custGeom>
              <a:avLst/>
              <a:gdLst/>
              <a:ahLst/>
              <a:cxnLst/>
              <a:rect l="l" t="t" r="r" b="b"/>
              <a:pathLst>
                <a:path w="20320" h="15240">
                  <a:moveTo>
                    <a:pt x="18780" y="13099"/>
                  </a:moveTo>
                  <a:lnTo>
                    <a:pt x="14529" y="13099"/>
                  </a:lnTo>
                  <a:lnTo>
                    <a:pt x="20263" y="15036"/>
                  </a:lnTo>
                  <a:lnTo>
                    <a:pt x="18780" y="13099"/>
                  </a:lnTo>
                  <a:close/>
                </a:path>
                <a:path w="20320" h="15240">
                  <a:moveTo>
                    <a:pt x="8750" y="0"/>
                  </a:moveTo>
                  <a:lnTo>
                    <a:pt x="2452" y="685"/>
                  </a:lnTo>
                  <a:lnTo>
                    <a:pt x="0" y="1371"/>
                  </a:lnTo>
                  <a:lnTo>
                    <a:pt x="9284" y="13497"/>
                  </a:lnTo>
                  <a:lnTo>
                    <a:pt x="14529" y="13099"/>
                  </a:lnTo>
                  <a:lnTo>
                    <a:pt x="18780" y="13099"/>
                  </a:lnTo>
                  <a:lnTo>
                    <a:pt x="8750" y="0"/>
                  </a:lnTo>
                  <a:close/>
                </a:path>
              </a:pathLst>
            </a:custGeom>
            <a:solidFill>
              <a:srgbClr val="E9BE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 descr=""/>
            <p:cNvSpPr/>
            <p:nvPr/>
          </p:nvSpPr>
          <p:spPr>
            <a:xfrm>
              <a:off x="11349711" y="6571824"/>
              <a:ext cx="29845" cy="19685"/>
            </a:xfrm>
            <a:custGeom>
              <a:avLst/>
              <a:gdLst/>
              <a:ahLst/>
              <a:cxnLst/>
              <a:rect l="l" t="t" r="r" b="b"/>
              <a:pathLst>
                <a:path w="29845" h="19684">
                  <a:moveTo>
                    <a:pt x="29451" y="12128"/>
                  </a:moveTo>
                  <a:lnTo>
                    <a:pt x="20167" y="0"/>
                  </a:lnTo>
                  <a:lnTo>
                    <a:pt x="14008" y="1727"/>
                  </a:lnTo>
                  <a:lnTo>
                    <a:pt x="12242" y="2438"/>
                  </a:lnTo>
                  <a:lnTo>
                    <a:pt x="7429" y="4368"/>
                  </a:lnTo>
                  <a:lnTo>
                    <a:pt x="4114" y="5994"/>
                  </a:lnTo>
                  <a:lnTo>
                    <a:pt x="1244" y="7531"/>
                  </a:lnTo>
                  <a:lnTo>
                    <a:pt x="0" y="11468"/>
                  </a:lnTo>
                  <a:lnTo>
                    <a:pt x="2628" y="18186"/>
                  </a:lnTo>
                  <a:lnTo>
                    <a:pt x="6019" y="19659"/>
                  </a:lnTo>
                  <a:lnTo>
                    <a:pt x="8902" y="18122"/>
                  </a:lnTo>
                  <a:lnTo>
                    <a:pt x="15570" y="15163"/>
                  </a:lnTo>
                  <a:lnTo>
                    <a:pt x="20815" y="13639"/>
                  </a:lnTo>
                  <a:lnTo>
                    <a:pt x="24828" y="12471"/>
                  </a:lnTo>
                  <a:lnTo>
                    <a:pt x="29451" y="12128"/>
                  </a:lnTo>
                  <a:close/>
                </a:path>
              </a:pathLst>
            </a:custGeom>
            <a:solidFill>
              <a:srgbClr val="E8BD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 descr=""/>
            <p:cNvSpPr/>
            <p:nvPr/>
          </p:nvSpPr>
          <p:spPr>
            <a:xfrm>
              <a:off x="11678236" y="6820273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5" h="5079">
                  <a:moveTo>
                    <a:pt x="2443" y="0"/>
                  </a:moveTo>
                  <a:lnTo>
                    <a:pt x="1312" y="0"/>
                  </a:lnTo>
                  <a:lnTo>
                    <a:pt x="977" y="83"/>
                  </a:lnTo>
                  <a:lnTo>
                    <a:pt x="226" y="523"/>
                  </a:lnTo>
                  <a:lnTo>
                    <a:pt x="0" y="681"/>
                  </a:lnTo>
                  <a:lnTo>
                    <a:pt x="2984" y="4578"/>
                  </a:lnTo>
                  <a:lnTo>
                    <a:pt x="3794" y="3821"/>
                  </a:lnTo>
                  <a:lnTo>
                    <a:pt x="4076" y="2523"/>
                  </a:lnTo>
                  <a:lnTo>
                    <a:pt x="3218" y="523"/>
                  </a:lnTo>
                  <a:lnTo>
                    <a:pt x="2443" y="0"/>
                  </a:lnTo>
                  <a:close/>
                </a:path>
              </a:pathLst>
            </a:custGeom>
            <a:solidFill>
              <a:srgbClr val="F5CC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 descr=""/>
            <p:cNvSpPr/>
            <p:nvPr/>
          </p:nvSpPr>
          <p:spPr>
            <a:xfrm>
              <a:off x="11672412" y="6820952"/>
              <a:ext cx="24130" cy="36195"/>
            </a:xfrm>
            <a:custGeom>
              <a:avLst/>
              <a:gdLst/>
              <a:ahLst/>
              <a:cxnLst/>
              <a:rect l="l" t="t" r="r" b="b"/>
              <a:pathLst>
                <a:path w="24129" h="36195">
                  <a:moveTo>
                    <a:pt x="5828" y="0"/>
                  </a:moveTo>
                  <a:lnTo>
                    <a:pt x="4969" y="598"/>
                  </a:lnTo>
                  <a:lnTo>
                    <a:pt x="4163" y="1195"/>
                  </a:lnTo>
                  <a:lnTo>
                    <a:pt x="1305" y="3750"/>
                  </a:lnTo>
                  <a:lnTo>
                    <a:pt x="0" y="5190"/>
                  </a:lnTo>
                  <a:lnTo>
                    <a:pt x="4039" y="10466"/>
                  </a:lnTo>
                  <a:lnTo>
                    <a:pt x="5451" y="8179"/>
                  </a:lnTo>
                  <a:lnTo>
                    <a:pt x="8006" y="4651"/>
                  </a:lnTo>
                  <a:lnTo>
                    <a:pt x="8812" y="3897"/>
                  </a:lnTo>
                  <a:lnTo>
                    <a:pt x="5828" y="0"/>
                  </a:lnTo>
                  <a:close/>
                </a:path>
                <a:path w="24129" h="36195">
                  <a:moveTo>
                    <a:pt x="14079" y="20682"/>
                  </a:moveTo>
                  <a:lnTo>
                    <a:pt x="12387" y="21369"/>
                  </a:lnTo>
                  <a:lnTo>
                    <a:pt x="23723" y="36174"/>
                  </a:lnTo>
                  <a:lnTo>
                    <a:pt x="23687" y="34200"/>
                  </a:lnTo>
                  <a:lnTo>
                    <a:pt x="23545" y="32011"/>
                  </a:lnTo>
                  <a:lnTo>
                    <a:pt x="22969" y="29530"/>
                  </a:lnTo>
                  <a:lnTo>
                    <a:pt x="21919" y="27362"/>
                  </a:lnTo>
                  <a:lnTo>
                    <a:pt x="20958" y="25320"/>
                  </a:lnTo>
                  <a:lnTo>
                    <a:pt x="19524" y="23729"/>
                  </a:lnTo>
                  <a:lnTo>
                    <a:pt x="17629" y="22378"/>
                  </a:lnTo>
                  <a:lnTo>
                    <a:pt x="16802" y="21928"/>
                  </a:lnTo>
                  <a:lnTo>
                    <a:pt x="14079" y="20682"/>
                  </a:lnTo>
                  <a:close/>
                </a:path>
              </a:pathLst>
            </a:custGeom>
            <a:solidFill>
              <a:srgbClr val="F4CA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 descr=""/>
            <p:cNvSpPr/>
            <p:nvPr/>
          </p:nvSpPr>
          <p:spPr>
            <a:xfrm>
              <a:off x="11667692" y="6826144"/>
              <a:ext cx="28575" cy="41275"/>
            </a:xfrm>
            <a:custGeom>
              <a:avLst/>
              <a:gdLst/>
              <a:ahLst/>
              <a:cxnLst/>
              <a:rect l="l" t="t" r="r" b="b"/>
              <a:pathLst>
                <a:path w="28575" h="41275">
                  <a:moveTo>
                    <a:pt x="17104" y="16178"/>
                  </a:moveTo>
                  <a:lnTo>
                    <a:pt x="15730" y="16735"/>
                  </a:lnTo>
                  <a:lnTo>
                    <a:pt x="12809" y="22966"/>
                  </a:lnTo>
                  <a:lnTo>
                    <a:pt x="12957" y="23560"/>
                  </a:lnTo>
                  <a:lnTo>
                    <a:pt x="26514" y="41263"/>
                  </a:lnTo>
                  <a:lnTo>
                    <a:pt x="26662" y="40934"/>
                  </a:lnTo>
                  <a:lnTo>
                    <a:pt x="27623" y="37646"/>
                  </a:lnTo>
                  <a:lnTo>
                    <a:pt x="28348" y="34986"/>
                  </a:lnTo>
                  <a:lnTo>
                    <a:pt x="28443" y="30987"/>
                  </a:lnTo>
                  <a:lnTo>
                    <a:pt x="17104" y="16178"/>
                  </a:lnTo>
                  <a:close/>
                </a:path>
                <a:path w="28575" h="41275">
                  <a:moveTo>
                    <a:pt x="4717" y="0"/>
                  </a:moveTo>
                  <a:lnTo>
                    <a:pt x="3584" y="1249"/>
                  </a:lnTo>
                  <a:lnTo>
                    <a:pt x="1103" y="4945"/>
                  </a:lnTo>
                  <a:lnTo>
                    <a:pt x="0" y="6638"/>
                  </a:lnTo>
                  <a:lnTo>
                    <a:pt x="5088" y="13283"/>
                  </a:lnTo>
                  <a:lnTo>
                    <a:pt x="5228" y="12893"/>
                  </a:lnTo>
                  <a:lnTo>
                    <a:pt x="8464" y="5751"/>
                  </a:lnTo>
                  <a:lnTo>
                    <a:pt x="8757" y="5276"/>
                  </a:lnTo>
                  <a:lnTo>
                    <a:pt x="4717" y="0"/>
                  </a:lnTo>
                  <a:close/>
                </a:path>
              </a:pathLst>
            </a:custGeom>
            <a:solidFill>
              <a:srgbClr val="F3C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 descr=""/>
            <p:cNvSpPr/>
            <p:nvPr/>
          </p:nvSpPr>
          <p:spPr>
            <a:xfrm>
              <a:off x="11663588" y="6832783"/>
              <a:ext cx="31115" cy="41275"/>
            </a:xfrm>
            <a:custGeom>
              <a:avLst/>
              <a:gdLst/>
              <a:ahLst/>
              <a:cxnLst/>
              <a:rect l="l" t="t" r="r" b="b"/>
              <a:pathLst>
                <a:path w="31115" h="41275">
                  <a:moveTo>
                    <a:pt x="20285" y="21918"/>
                  </a:moveTo>
                  <a:lnTo>
                    <a:pt x="20358" y="25688"/>
                  </a:lnTo>
                  <a:lnTo>
                    <a:pt x="20013" y="26818"/>
                  </a:lnTo>
                  <a:lnTo>
                    <a:pt x="19699" y="27970"/>
                  </a:lnTo>
                  <a:lnTo>
                    <a:pt x="19133" y="29017"/>
                  </a:lnTo>
                  <a:lnTo>
                    <a:pt x="17961" y="30337"/>
                  </a:lnTo>
                  <a:lnTo>
                    <a:pt x="17671" y="30512"/>
                  </a:lnTo>
                  <a:lnTo>
                    <a:pt x="25814" y="41149"/>
                  </a:lnTo>
                  <a:lnTo>
                    <a:pt x="29311" y="37520"/>
                  </a:lnTo>
                  <a:lnTo>
                    <a:pt x="30618" y="34624"/>
                  </a:lnTo>
                  <a:lnTo>
                    <a:pt x="21233" y="22368"/>
                  </a:lnTo>
                  <a:lnTo>
                    <a:pt x="21018" y="22368"/>
                  </a:lnTo>
                  <a:lnTo>
                    <a:pt x="20453" y="22096"/>
                  </a:lnTo>
                  <a:lnTo>
                    <a:pt x="20285" y="21918"/>
                  </a:lnTo>
                  <a:close/>
                </a:path>
                <a:path w="31115" h="41275">
                  <a:moveTo>
                    <a:pt x="17062" y="16922"/>
                  </a:moveTo>
                  <a:lnTo>
                    <a:pt x="17929" y="20400"/>
                  </a:lnTo>
                  <a:lnTo>
                    <a:pt x="21018" y="22368"/>
                  </a:lnTo>
                  <a:lnTo>
                    <a:pt x="21233" y="22368"/>
                  </a:lnTo>
                  <a:lnTo>
                    <a:pt x="17062" y="16922"/>
                  </a:lnTo>
                  <a:close/>
                </a:path>
                <a:path w="31115" h="41275">
                  <a:moveTo>
                    <a:pt x="4104" y="0"/>
                  </a:moveTo>
                  <a:lnTo>
                    <a:pt x="2778" y="2034"/>
                  </a:lnTo>
                  <a:lnTo>
                    <a:pt x="212" y="6693"/>
                  </a:lnTo>
                  <a:lnTo>
                    <a:pt x="0" y="7426"/>
                  </a:lnTo>
                  <a:lnTo>
                    <a:pt x="6838" y="16360"/>
                  </a:lnTo>
                  <a:lnTo>
                    <a:pt x="7752" y="10672"/>
                  </a:lnTo>
                  <a:lnTo>
                    <a:pt x="9193" y="6645"/>
                  </a:lnTo>
                  <a:lnTo>
                    <a:pt x="4104" y="0"/>
                  </a:lnTo>
                  <a:close/>
                </a:path>
              </a:pathLst>
            </a:custGeom>
            <a:solidFill>
              <a:srgbClr val="F1C8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 descr=""/>
            <p:cNvSpPr/>
            <p:nvPr/>
          </p:nvSpPr>
          <p:spPr>
            <a:xfrm>
              <a:off x="11660975" y="6840208"/>
              <a:ext cx="28575" cy="37465"/>
            </a:xfrm>
            <a:custGeom>
              <a:avLst/>
              <a:gdLst/>
              <a:ahLst/>
              <a:cxnLst/>
              <a:rect l="l" t="t" r="r" b="b"/>
              <a:pathLst>
                <a:path w="28575" h="37465">
                  <a:moveTo>
                    <a:pt x="2613" y="0"/>
                  </a:moveTo>
                  <a:lnTo>
                    <a:pt x="236" y="8180"/>
                  </a:lnTo>
                  <a:lnTo>
                    <a:pt x="0" y="9391"/>
                  </a:lnTo>
                  <a:lnTo>
                    <a:pt x="21300" y="37214"/>
                  </a:lnTo>
                  <a:lnTo>
                    <a:pt x="22972" y="36859"/>
                  </a:lnTo>
                  <a:lnTo>
                    <a:pt x="26458" y="35278"/>
                  </a:lnTo>
                  <a:lnTo>
                    <a:pt x="28040" y="34127"/>
                  </a:lnTo>
                  <a:lnTo>
                    <a:pt x="28428" y="33723"/>
                  </a:lnTo>
                  <a:lnTo>
                    <a:pt x="20665" y="23582"/>
                  </a:lnTo>
                  <a:lnTo>
                    <a:pt x="17883" y="23582"/>
                  </a:lnTo>
                  <a:lnTo>
                    <a:pt x="16281" y="23247"/>
                  </a:lnTo>
                  <a:lnTo>
                    <a:pt x="14564" y="22451"/>
                  </a:lnTo>
                  <a:lnTo>
                    <a:pt x="13872" y="22158"/>
                  </a:lnTo>
                  <a:lnTo>
                    <a:pt x="13098" y="21698"/>
                  </a:lnTo>
                  <a:lnTo>
                    <a:pt x="9309" y="14494"/>
                  </a:lnTo>
                  <a:lnTo>
                    <a:pt x="9378" y="9391"/>
                  </a:lnTo>
                  <a:lnTo>
                    <a:pt x="9452" y="8933"/>
                  </a:lnTo>
                  <a:lnTo>
                    <a:pt x="2613" y="0"/>
                  </a:lnTo>
                  <a:close/>
                </a:path>
                <a:path w="28575" h="37465">
                  <a:moveTo>
                    <a:pt x="20286" y="23086"/>
                  </a:moveTo>
                  <a:lnTo>
                    <a:pt x="20019" y="23247"/>
                  </a:lnTo>
                  <a:lnTo>
                    <a:pt x="17883" y="23582"/>
                  </a:lnTo>
                  <a:lnTo>
                    <a:pt x="20665" y="23582"/>
                  </a:lnTo>
                  <a:lnTo>
                    <a:pt x="20286" y="23086"/>
                  </a:lnTo>
                  <a:close/>
                </a:path>
              </a:pathLst>
            </a:custGeom>
            <a:solidFill>
              <a:srgbClr val="F0C7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 descr=""/>
            <p:cNvSpPr/>
            <p:nvPr/>
          </p:nvSpPr>
          <p:spPr>
            <a:xfrm>
              <a:off x="11660525" y="6849609"/>
              <a:ext cx="22225" cy="27940"/>
            </a:xfrm>
            <a:custGeom>
              <a:avLst/>
              <a:gdLst/>
              <a:ahLst/>
              <a:cxnLst/>
              <a:rect l="l" t="t" r="r" b="b"/>
              <a:pathLst>
                <a:path w="22225" h="27940">
                  <a:moveTo>
                    <a:pt x="449" y="0"/>
                  </a:moveTo>
                  <a:lnTo>
                    <a:pt x="62" y="1983"/>
                  </a:lnTo>
                  <a:lnTo>
                    <a:pt x="0" y="9228"/>
                  </a:lnTo>
                  <a:lnTo>
                    <a:pt x="636" y="13040"/>
                  </a:lnTo>
                  <a:lnTo>
                    <a:pt x="9423" y="24512"/>
                  </a:lnTo>
                  <a:lnTo>
                    <a:pt x="12983" y="26642"/>
                  </a:lnTo>
                  <a:lnTo>
                    <a:pt x="16156" y="27856"/>
                  </a:lnTo>
                  <a:lnTo>
                    <a:pt x="21549" y="27856"/>
                  </a:lnTo>
                  <a:lnTo>
                    <a:pt x="21752" y="27813"/>
                  </a:lnTo>
                  <a:lnTo>
                    <a:pt x="449" y="0"/>
                  </a:lnTo>
                  <a:close/>
                </a:path>
              </a:pathLst>
            </a:custGeom>
            <a:solidFill>
              <a:srgbClr val="EFC6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 descr=""/>
            <p:cNvSpPr/>
            <p:nvPr/>
          </p:nvSpPr>
          <p:spPr>
            <a:xfrm>
              <a:off x="11661161" y="6862647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90" h="12065">
                  <a:moveTo>
                    <a:pt x="0" y="0"/>
                  </a:moveTo>
                  <a:lnTo>
                    <a:pt x="8789" y="114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C5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 descr=""/>
            <p:cNvSpPr/>
            <p:nvPr/>
          </p:nvSpPr>
          <p:spPr>
            <a:xfrm>
              <a:off x="11675675" y="6816379"/>
              <a:ext cx="4445" cy="5715"/>
            </a:xfrm>
            <a:custGeom>
              <a:avLst/>
              <a:gdLst/>
              <a:ahLst/>
              <a:cxnLst/>
              <a:rect l="l" t="t" r="r" b="b"/>
              <a:pathLst>
                <a:path w="4445" h="5715">
                  <a:moveTo>
                    <a:pt x="1728" y="0"/>
                  </a:moveTo>
                  <a:lnTo>
                    <a:pt x="388" y="429"/>
                  </a:lnTo>
                  <a:lnTo>
                    <a:pt x="0" y="1227"/>
                  </a:lnTo>
                  <a:lnTo>
                    <a:pt x="3230" y="5447"/>
                  </a:lnTo>
                  <a:lnTo>
                    <a:pt x="3665" y="4146"/>
                  </a:lnTo>
                  <a:lnTo>
                    <a:pt x="4087" y="2628"/>
                  </a:lnTo>
                  <a:lnTo>
                    <a:pt x="4033" y="2345"/>
                  </a:lnTo>
                  <a:lnTo>
                    <a:pt x="3696" y="1308"/>
                  </a:lnTo>
                  <a:lnTo>
                    <a:pt x="1728" y="0"/>
                  </a:lnTo>
                  <a:close/>
                </a:path>
              </a:pathLst>
            </a:custGeom>
            <a:solidFill>
              <a:srgbClr val="F5CC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 descr=""/>
            <p:cNvSpPr/>
            <p:nvPr/>
          </p:nvSpPr>
          <p:spPr>
            <a:xfrm>
              <a:off x="11670939" y="6817608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5">
                  <a:moveTo>
                    <a:pt x="4734" y="0"/>
                  </a:moveTo>
                  <a:lnTo>
                    <a:pt x="4003" y="1503"/>
                  </a:lnTo>
                  <a:lnTo>
                    <a:pt x="1416" y="4990"/>
                  </a:lnTo>
                  <a:lnTo>
                    <a:pt x="0" y="6613"/>
                  </a:lnTo>
                  <a:lnTo>
                    <a:pt x="4094" y="11960"/>
                  </a:lnTo>
                  <a:lnTo>
                    <a:pt x="5803" y="9074"/>
                  </a:lnTo>
                  <a:lnTo>
                    <a:pt x="7543" y="5356"/>
                  </a:lnTo>
                  <a:lnTo>
                    <a:pt x="7964" y="4220"/>
                  </a:lnTo>
                  <a:lnTo>
                    <a:pt x="4734" y="0"/>
                  </a:lnTo>
                  <a:close/>
                </a:path>
              </a:pathLst>
            </a:custGeom>
            <a:solidFill>
              <a:srgbClr val="F4CA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 descr=""/>
            <p:cNvSpPr/>
            <p:nvPr/>
          </p:nvSpPr>
          <p:spPr>
            <a:xfrm>
              <a:off x="11646917" y="6805552"/>
              <a:ext cx="28575" cy="30480"/>
            </a:xfrm>
            <a:custGeom>
              <a:avLst/>
              <a:gdLst/>
              <a:ahLst/>
              <a:cxnLst/>
              <a:rect l="l" t="t" r="r" b="b"/>
              <a:pathLst>
                <a:path w="28575" h="30479">
                  <a:moveTo>
                    <a:pt x="24023" y="18668"/>
                  </a:moveTo>
                  <a:lnTo>
                    <a:pt x="23355" y="19433"/>
                  </a:lnTo>
                  <a:lnTo>
                    <a:pt x="20560" y="21842"/>
                  </a:lnTo>
                  <a:lnTo>
                    <a:pt x="18231" y="23904"/>
                  </a:lnTo>
                  <a:lnTo>
                    <a:pt x="23117" y="30287"/>
                  </a:lnTo>
                  <a:lnTo>
                    <a:pt x="25251" y="27685"/>
                  </a:lnTo>
                  <a:lnTo>
                    <a:pt x="27910" y="24365"/>
                  </a:lnTo>
                  <a:lnTo>
                    <a:pt x="28031" y="23904"/>
                  </a:lnTo>
                  <a:lnTo>
                    <a:pt x="24023" y="18668"/>
                  </a:lnTo>
                  <a:close/>
                </a:path>
                <a:path w="28575" h="30479">
                  <a:moveTo>
                    <a:pt x="3356" y="0"/>
                  </a:moveTo>
                  <a:lnTo>
                    <a:pt x="1115" y="0"/>
                  </a:lnTo>
                  <a:lnTo>
                    <a:pt x="654" y="20"/>
                  </a:lnTo>
                  <a:lnTo>
                    <a:pt x="0" y="86"/>
                  </a:lnTo>
                  <a:lnTo>
                    <a:pt x="11090" y="14574"/>
                  </a:lnTo>
                  <a:lnTo>
                    <a:pt x="12738" y="13455"/>
                  </a:lnTo>
                  <a:lnTo>
                    <a:pt x="13670" y="9350"/>
                  </a:lnTo>
                  <a:lnTo>
                    <a:pt x="11890" y="5800"/>
                  </a:lnTo>
                  <a:lnTo>
                    <a:pt x="11199" y="4722"/>
                  </a:lnTo>
                  <a:lnTo>
                    <a:pt x="10089" y="3225"/>
                  </a:lnTo>
                  <a:lnTo>
                    <a:pt x="8518" y="1811"/>
                  </a:lnTo>
                  <a:lnTo>
                    <a:pt x="6581" y="1005"/>
                  </a:lnTo>
                  <a:lnTo>
                    <a:pt x="5052" y="324"/>
                  </a:lnTo>
                  <a:lnTo>
                    <a:pt x="3356" y="0"/>
                  </a:lnTo>
                  <a:close/>
                </a:path>
              </a:pathLst>
            </a:custGeom>
            <a:solidFill>
              <a:srgbClr val="F3C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 descr=""/>
            <p:cNvSpPr/>
            <p:nvPr/>
          </p:nvSpPr>
          <p:spPr>
            <a:xfrm>
              <a:off x="11639266" y="6805639"/>
              <a:ext cx="31115" cy="36195"/>
            </a:xfrm>
            <a:custGeom>
              <a:avLst/>
              <a:gdLst/>
              <a:ahLst/>
              <a:cxnLst/>
              <a:rect l="l" t="t" r="r" b="b"/>
              <a:pathLst>
                <a:path w="31115" h="36195">
                  <a:moveTo>
                    <a:pt x="25881" y="23818"/>
                  </a:moveTo>
                  <a:lnTo>
                    <a:pt x="25467" y="24184"/>
                  </a:lnTo>
                  <a:lnTo>
                    <a:pt x="21959" y="26676"/>
                  </a:lnTo>
                  <a:lnTo>
                    <a:pt x="19167" y="27848"/>
                  </a:lnTo>
                  <a:lnTo>
                    <a:pt x="25103" y="35601"/>
                  </a:lnTo>
                  <a:lnTo>
                    <a:pt x="26493" y="34749"/>
                  </a:lnTo>
                  <a:lnTo>
                    <a:pt x="30043" y="31084"/>
                  </a:lnTo>
                  <a:lnTo>
                    <a:pt x="30768" y="30200"/>
                  </a:lnTo>
                  <a:lnTo>
                    <a:pt x="25881" y="23818"/>
                  </a:lnTo>
                  <a:close/>
                </a:path>
                <a:path w="31115" h="36195">
                  <a:moveTo>
                    <a:pt x="17734" y="13179"/>
                  </a:moveTo>
                  <a:lnTo>
                    <a:pt x="10001" y="13179"/>
                  </a:lnTo>
                  <a:lnTo>
                    <a:pt x="11949" y="16142"/>
                  </a:lnTo>
                  <a:lnTo>
                    <a:pt x="15132" y="16938"/>
                  </a:lnTo>
                  <a:lnTo>
                    <a:pt x="18737" y="14489"/>
                  </a:lnTo>
                  <a:lnTo>
                    <a:pt x="17734" y="13179"/>
                  </a:lnTo>
                  <a:close/>
                </a:path>
                <a:path w="31115" h="36195">
                  <a:moveTo>
                    <a:pt x="7641" y="0"/>
                  </a:moveTo>
                  <a:lnTo>
                    <a:pt x="5572" y="206"/>
                  </a:lnTo>
                  <a:lnTo>
                    <a:pt x="3185" y="939"/>
                  </a:lnTo>
                  <a:lnTo>
                    <a:pt x="766" y="2342"/>
                  </a:lnTo>
                  <a:lnTo>
                    <a:pt x="0" y="2817"/>
                  </a:lnTo>
                  <a:lnTo>
                    <a:pt x="8632" y="14091"/>
                  </a:lnTo>
                  <a:lnTo>
                    <a:pt x="9520" y="13933"/>
                  </a:lnTo>
                  <a:lnTo>
                    <a:pt x="10452" y="13933"/>
                  </a:lnTo>
                  <a:lnTo>
                    <a:pt x="10001" y="13179"/>
                  </a:lnTo>
                  <a:lnTo>
                    <a:pt x="17734" y="13179"/>
                  </a:lnTo>
                  <a:lnTo>
                    <a:pt x="7641" y="0"/>
                  </a:lnTo>
                  <a:close/>
                </a:path>
                <a:path w="31115" h="36195">
                  <a:moveTo>
                    <a:pt x="10452" y="13933"/>
                  </a:moveTo>
                  <a:lnTo>
                    <a:pt x="9520" y="13933"/>
                  </a:lnTo>
                  <a:lnTo>
                    <a:pt x="10378" y="13954"/>
                  </a:lnTo>
                  <a:close/>
                </a:path>
              </a:pathLst>
            </a:custGeom>
            <a:solidFill>
              <a:srgbClr val="F1C8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 descr=""/>
            <p:cNvSpPr/>
            <p:nvPr/>
          </p:nvSpPr>
          <p:spPr>
            <a:xfrm>
              <a:off x="11633786" y="6808452"/>
              <a:ext cx="31115" cy="36830"/>
            </a:xfrm>
            <a:custGeom>
              <a:avLst/>
              <a:gdLst/>
              <a:ahLst/>
              <a:cxnLst/>
              <a:rect l="l" t="t" r="r" b="b"/>
              <a:pathLst>
                <a:path w="31115" h="36829">
                  <a:moveTo>
                    <a:pt x="26094" y="26921"/>
                  </a:moveTo>
                  <a:lnTo>
                    <a:pt x="16297" y="26921"/>
                  </a:lnTo>
                  <a:lnTo>
                    <a:pt x="23836" y="36765"/>
                  </a:lnTo>
                  <a:lnTo>
                    <a:pt x="24884" y="36282"/>
                  </a:lnTo>
                  <a:lnTo>
                    <a:pt x="30585" y="32787"/>
                  </a:lnTo>
                  <a:lnTo>
                    <a:pt x="26094" y="26921"/>
                  </a:lnTo>
                  <a:close/>
                </a:path>
                <a:path w="31115" h="36829">
                  <a:moveTo>
                    <a:pt x="24650" y="25034"/>
                  </a:moveTo>
                  <a:lnTo>
                    <a:pt x="23649" y="25455"/>
                  </a:lnTo>
                  <a:lnTo>
                    <a:pt x="21754" y="26209"/>
                  </a:lnTo>
                  <a:lnTo>
                    <a:pt x="19806" y="26774"/>
                  </a:lnTo>
                  <a:lnTo>
                    <a:pt x="18016" y="26826"/>
                  </a:lnTo>
                  <a:lnTo>
                    <a:pt x="16294" y="26916"/>
                  </a:lnTo>
                  <a:lnTo>
                    <a:pt x="26094" y="26921"/>
                  </a:lnTo>
                  <a:lnTo>
                    <a:pt x="24650" y="25034"/>
                  </a:lnTo>
                  <a:close/>
                </a:path>
                <a:path w="31115" h="36829">
                  <a:moveTo>
                    <a:pt x="5486" y="0"/>
                  </a:moveTo>
                  <a:lnTo>
                    <a:pt x="3880" y="995"/>
                  </a:lnTo>
                  <a:lnTo>
                    <a:pt x="1367" y="3162"/>
                  </a:lnTo>
                  <a:lnTo>
                    <a:pt x="0" y="5643"/>
                  </a:lnTo>
                  <a:lnTo>
                    <a:pt x="9033" y="17437"/>
                  </a:lnTo>
                  <a:lnTo>
                    <a:pt x="9000" y="15842"/>
                  </a:lnTo>
                  <a:lnTo>
                    <a:pt x="9199" y="15141"/>
                  </a:lnTo>
                  <a:lnTo>
                    <a:pt x="10141" y="13570"/>
                  </a:lnTo>
                  <a:lnTo>
                    <a:pt x="10948" y="12764"/>
                  </a:lnTo>
                  <a:lnTo>
                    <a:pt x="11869" y="12230"/>
                  </a:lnTo>
                  <a:lnTo>
                    <a:pt x="12770" y="11644"/>
                  </a:lnTo>
                  <a:lnTo>
                    <a:pt x="13764" y="11340"/>
                  </a:lnTo>
                  <a:lnTo>
                    <a:pt x="14119" y="11277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F0C7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 descr=""/>
            <p:cNvSpPr/>
            <p:nvPr/>
          </p:nvSpPr>
          <p:spPr>
            <a:xfrm>
              <a:off x="11630857" y="6814093"/>
              <a:ext cx="27305" cy="33655"/>
            </a:xfrm>
            <a:custGeom>
              <a:avLst/>
              <a:gdLst/>
              <a:ahLst/>
              <a:cxnLst/>
              <a:rect l="l" t="t" r="r" b="b"/>
              <a:pathLst>
                <a:path w="27304" h="33654">
                  <a:moveTo>
                    <a:pt x="2929" y="0"/>
                  </a:moveTo>
                  <a:lnTo>
                    <a:pt x="1479" y="2631"/>
                  </a:lnTo>
                  <a:lnTo>
                    <a:pt x="746" y="4631"/>
                  </a:lnTo>
                  <a:lnTo>
                    <a:pt x="23" y="8484"/>
                  </a:lnTo>
                  <a:lnTo>
                    <a:pt x="0" y="8972"/>
                  </a:lnTo>
                  <a:lnTo>
                    <a:pt x="18431" y="33045"/>
                  </a:lnTo>
                  <a:lnTo>
                    <a:pt x="18910" y="33065"/>
                  </a:lnTo>
                  <a:lnTo>
                    <a:pt x="19136" y="33045"/>
                  </a:lnTo>
                  <a:lnTo>
                    <a:pt x="25133" y="31876"/>
                  </a:lnTo>
                  <a:lnTo>
                    <a:pt x="26762" y="31125"/>
                  </a:lnTo>
                  <a:lnTo>
                    <a:pt x="19223" y="21279"/>
                  </a:lnTo>
                  <a:lnTo>
                    <a:pt x="17625" y="20819"/>
                  </a:lnTo>
                  <a:lnTo>
                    <a:pt x="11962" y="11796"/>
                  </a:lnTo>
                  <a:lnTo>
                    <a:pt x="2929" y="0"/>
                  </a:lnTo>
                  <a:close/>
                </a:path>
              </a:pathLst>
            </a:custGeom>
            <a:solidFill>
              <a:srgbClr val="EFC6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 descr=""/>
            <p:cNvSpPr/>
            <p:nvPr/>
          </p:nvSpPr>
          <p:spPr>
            <a:xfrm>
              <a:off x="11630762" y="6823064"/>
              <a:ext cx="19050" cy="24130"/>
            </a:xfrm>
            <a:custGeom>
              <a:avLst/>
              <a:gdLst/>
              <a:ahLst/>
              <a:cxnLst/>
              <a:rect l="l" t="t" r="r" b="b"/>
              <a:pathLst>
                <a:path w="19050" h="24129">
                  <a:moveTo>
                    <a:pt x="95" y="0"/>
                  </a:moveTo>
                  <a:lnTo>
                    <a:pt x="18528" y="24074"/>
                  </a:lnTo>
                  <a:lnTo>
                    <a:pt x="95" y="0"/>
                  </a:lnTo>
                  <a:close/>
                </a:path>
              </a:pathLst>
            </a:custGeom>
            <a:solidFill>
              <a:srgbClr val="EEC5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 descr=""/>
            <p:cNvSpPr/>
            <p:nvPr/>
          </p:nvSpPr>
          <p:spPr>
            <a:xfrm>
              <a:off x="11654640" y="6709209"/>
              <a:ext cx="5080" cy="10795"/>
            </a:xfrm>
            <a:custGeom>
              <a:avLst/>
              <a:gdLst/>
              <a:ahLst/>
              <a:cxnLst/>
              <a:rect l="l" t="t" r="r" b="b"/>
              <a:pathLst>
                <a:path w="5079" h="10795">
                  <a:moveTo>
                    <a:pt x="921" y="0"/>
                  </a:moveTo>
                  <a:lnTo>
                    <a:pt x="575" y="10"/>
                  </a:lnTo>
                  <a:lnTo>
                    <a:pt x="188" y="157"/>
                  </a:lnTo>
                  <a:lnTo>
                    <a:pt x="0" y="575"/>
                  </a:lnTo>
                  <a:lnTo>
                    <a:pt x="324" y="1790"/>
                  </a:lnTo>
                  <a:lnTo>
                    <a:pt x="785" y="4073"/>
                  </a:lnTo>
                  <a:lnTo>
                    <a:pt x="974" y="5403"/>
                  </a:lnTo>
                  <a:lnTo>
                    <a:pt x="4713" y="10288"/>
                  </a:lnTo>
                  <a:lnTo>
                    <a:pt x="4659" y="10020"/>
                  </a:lnTo>
                  <a:lnTo>
                    <a:pt x="3989" y="7612"/>
                  </a:lnTo>
                  <a:lnTo>
                    <a:pt x="3361" y="5204"/>
                  </a:lnTo>
                  <a:lnTo>
                    <a:pt x="2670" y="3371"/>
                  </a:lnTo>
                  <a:lnTo>
                    <a:pt x="1863" y="1528"/>
                  </a:lnTo>
                  <a:lnTo>
                    <a:pt x="1120" y="136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rgbClr val="F5CC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 descr=""/>
            <p:cNvSpPr/>
            <p:nvPr/>
          </p:nvSpPr>
          <p:spPr>
            <a:xfrm>
              <a:off x="11655614" y="6714612"/>
              <a:ext cx="5715" cy="26034"/>
            </a:xfrm>
            <a:custGeom>
              <a:avLst/>
              <a:gdLst/>
              <a:ahLst/>
              <a:cxnLst/>
              <a:rect l="l" t="t" r="r" b="b"/>
              <a:pathLst>
                <a:path w="5715" h="26034">
                  <a:moveTo>
                    <a:pt x="0" y="0"/>
                  </a:moveTo>
                  <a:lnTo>
                    <a:pt x="72" y="512"/>
                  </a:lnTo>
                  <a:lnTo>
                    <a:pt x="292" y="2868"/>
                  </a:lnTo>
                  <a:lnTo>
                    <a:pt x="424" y="4617"/>
                  </a:lnTo>
                  <a:lnTo>
                    <a:pt x="449" y="14679"/>
                  </a:lnTo>
                  <a:lnTo>
                    <a:pt x="250" y="18354"/>
                  </a:lnTo>
                  <a:lnTo>
                    <a:pt x="81" y="19304"/>
                  </a:lnTo>
                  <a:lnTo>
                    <a:pt x="4915" y="25618"/>
                  </a:lnTo>
                  <a:lnTo>
                    <a:pt x="5077" y="23066"/>
                  </a:lnTo>
                  <a:lnTo>
                    <a:pt x="5281" y="19304"/>
                  </a:lnTo>
                  <a:lnTo>
                    <a:pt x="5308" y="18354"/>
                  </a:lnTo>
                  <a:lnTo>
                    <a:pt x="5161" y="14595"/>
                  </a:lnTo>
                  <a:lnTo>
                    <a:pt x="4700" y="11109"/>
                  </a:lnTo>
                  <a:lnTo>
                    <a:pt x="4292" y="7611"/>
                  </a:lnTo>
                  <a:lnTo>
                    <a:pt x="3740" y="48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6CD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 descr=""/>
            <p:cNvSpPr/>
            <p:nvPr/>
          </p:nvSpPr>
          <p:spPr>
            <a:xfrm>
              <a:off x="11647069" y="6733927"/>
              <a:ext cx="13970" cy="27305"/>
            </a:xfrm>
            <a:custGeom>
              <a:avLst/>
              <a:gdLst/>
              <a:ahLst/>
              <a:cxnLst/>
              <a:rect l="l" t="t" r="r" b="b"/>
              <a:pathLst>
                <a:path w="13970" h="27304">
                  <a:moveTo>
                    <a:pt x="9525" y="20383"/>
                  </a:moveTo>
                  <a:lnTo>
                    <a:pt x="4673" y="14046"/>
                  </a:lnTo>
                  <a:lnTo>
                    <a:pt x="2743" y="17830"/>
                  </a:lnTo>
                  <a:lnTo>
                    <a:pt x="114" y="20688"/>
                  </a:lnTo>
                  <a:lnTo>
                    <a:pt x="4673" y="26847"/>
                  </a:lnTo>
                  <a:lnTo>
                    <a:pt x="5384" y="26162"/>
                  </a:lnTo>
                  <a:lnTo>
                    <a:pt x="6337" y="24993"/>
                  </a:lnTo>
                  <a:lnTo>
                    <a:pt x="7835" y="23202"/>
                  </a:lnTo>
                  <a:lnTo>
                    <a:pt x="8128" y="22821"/>
                  </a:lnTo>
                  <a:lnTo>
                    <a:pt x="9525" y="20383"/>
                  </a:lnTo>
                  <a:close/>
                </a:path>
                <a:path w="13970" h="27304">
                  <a:moveTo>
                    <a:pt x="13449" y="6311"/>
                  </a:moveTo>
                  <a:lnTo>
                    <a:pt x="8623" y="0"/>
                  </a:lnTo>
                  <a:lnTo>
                    <a:pt x="7416" y="6718"/>
                  </a:lnTo>
                  <a:lnTo>
                    <a:pt x="6362" y="10756"/>
                  </a:lnTo>
                  <a:lnTo>
                    <a:pt x="4686" y="14046"/>
                  </a:lnTo>
                  <a:lnTo>
                    <a:pt x="9525" y="20370"/>
                  </a:lnTo>
                  <a:lnTo>
                    <a:pt x="12560" y="13093"/>
                  </a:lnTo>
                  <a:lnTo>
                    <a:pt x="13335" y="8191"/>
                  </a:lnTo>
                  <a:lnTo>
                    <a:pt x="13449" y="6311"/>
                  </a:lnTo>
                  <a:close/>
                </a:path>
              </a:pathLst>
            </a:custGeom>
            <a:solidFill>
              <a:srgbClr val="F7CE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 descr=""/>
            <p:cNvSpPr/>
            <p:nvPr/>
          </p:nvSpPr>
          <p:spPr>
            <a:xfrm>
              <a:off x="11639093" y="6754662"/>
              <a:ext cx="12700" cy="10795"/>
            </a:xfrm>
            <a:custGeom>
              <a:avLst/>
              <a:gdLst/>
              <a:ahLst/>
              <a:cxnLst/>
              <a:rect l="l" t="t" r="r" b="b"/>
              <a:pathLst>
                <a:path w="12700" h="10795">
                  <a:moveTo>
                    <a:pt x="7987" y="0"/>
                  </a:moveTo>
                  <a:lnTo>
                    <a:pt x="4814" y="1425"/>
                  </a:lnTo>
                  <a:lnTo>
                    <a:pt x="3201" y="2116"/>
                  </a:lnTo>
                  <a:lnTo>
                    <a:pt x="1536" y="2461"/>
                  </a:lnTo>
                  <a:lnTo>
                    <a:pt x="71" y="2461"/>
                  </a:lnTo>
                  <a:lnTo>
                    <a:pt x="6166" y="10421"/>
                  </a:lnTo>
                  <a:lnTo>
                    <a:pt x="12660" y="6103"/>
                  </a:lnTo>
                  <a:lnTo>
                    <a:pt x="9872" y="2461"/>
                  </a:lnTo>
                  <a:lnTo>
                    <a:pt x="1536" y="2461"/>
                  </a:lnTo>
                  <a:lnTo>
                    <a:pt x="0" y="2367"/>
                  </a:lnTo>
                  <a:lnTo>
                    <a:pt x="9800" y="2367"/>
                  </a:lnTo>
                  <a:lnTo>
                    <a:pt x="7987" y="0"/>
                  </a:lnTo>
                  <a:close/>
                </a:path>
              </a:pathLst>
            </a:custGeom>
            <a:solidFill>
              <a:srgbClr val="F6CD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 descr=""/>
            <p:cNvSpPr/>
            <p:nvPr/>
          </p:nvSpPr>
          <p:spPr>
            <a:xfrm>
              <a:off x="11625680" y="6752310"/>
              <a:ext cx="19685" cy="13970"/>
            </a:xfrm>
            <a:custGeom>
              <a:avLst/>
              <a:gdLst/>
              <a:ahLst/>
              <a:cxnLst/>
              <a:rect l="l" t="t" r="r" b="b"/>
              <a:pathLst>
                <a:path w="19684" h="13970">
                  <a:moveTo>
                    <a:pt x="0" y="0"/>
                  </a:moveTo>
                  <a:lnTo>
                    <a:pt x="10561" y="13794"/>
                  </a:lnTo>
                  <a:lnTo>
                    <a:pt x="12918" y="13829"/>
                  </a:lnTo>
                  <a:lnTo>
                    <a:pt x="15713" y="13913"/>
                  </a:lnTo>
                  <a:lnTo>
                    <a:pt x="18614" y="13274"/>
                  </a:lnTo>
                  <a:lnTo>
                    <a:pt x="19580" y="12773"/>
                  </a:lnTo>
                  <a:lnTo>
                    <a:pt x="13414" y="4720"/>
                  </a:lnTo>
                  <a:lnTo>
                    <a:pt x="11347" y="4594"/>
                  </a:lnTo>
                  <a:lnTo>
                    <a:pt x="9410" y="4122"/>
                  </a:lnTo>
                  <a:lnTo>
                    <a:pt x="7410" y="3337"/>
                  </a:lnTo>
                  <a:lnTo>
                    <a:pt x="6415" y="29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CC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 descr=""/>
            <p:cNvSpPr/>
            <p:nvPr/>
          </p:nvSpPr>
          <p:spPr>
            <a:xfrm>
              <a:off x="11612430" y="6747804"/>
              <a:ext cx="24130" cy="18415"/>
            </a:xfrm>
            <a:custGeom>
              <a:avLst/>
              <a:gdLst/>
              <a:ahLst/>
              <a:cxnLst/>
              <a:rect l="l" t="t" r="r" b="b"/>
              <a:pathLst>
                <a:path w="24129" h="18415">
                  <a:moveTo>
                    <a:pt x="0" y="0"/>
                  </a:moveTo>
                  <a:lnTo>
                    <a:pt x="23811" y="18299"/>
                  </a:lnTo>
                  <a:lnTo>
                    <a:pt x="13250" y="4506"/>
                  </a:lnTo>
                  <a:lnTo>
                    <a:pt x="12000" y="3927"/>
                  </a:lnTo>
                  <a:lnTo>
                    <a:pt x="9654" y="2921"/>
                  </a:lnTo>
                  <a:lnTo>
                    <a:pt x="2314" y="4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CA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 descr=""/>
            <p:cNvSpPr/>
            <p:nvPr/>
          </p:nvSpPr>
          <p:spPr>
            <a:xfrm>
              <a:off x="11602940" y="6747229"/>
              <a:ext cx="19685" cy="13970"/>
            </a:xfrm>
            <a:custGeom>
              <a:avLst/>
              <a:gdLst/>
              <a:ahLst/>
              <a:cxnLst/>
              <a:rect l="l" t="t" r="r" b="b"/>
              <a:pathLst>
                <a:path w="19684" h="13970">
                  <a:moveTo>
                    <a:pt x="6466" y="0"/>
                  </a:moveTo>
                  <a:lnTo>
                    <a:pt x="0" y="979"/>
                  </a:lnTo>
                  <a:lnTo>
                    <a:pt x="6288" y="9193"/>
                  </a:lnTo>
                  <a:lnTo>
                    <a:pt x="10260" y="9947"/>
                  </a:lnTo>
                  <a:lnTo>
                    <a:pt x="14424" y="11486"/>
                  </a:lnTo>
                  <a:lnTo>
                    <a:pt x="16549" y="12250"/>
                  </a:lnTo>
                  <a:lnTo>
                    <a:pt x="18696" y="13172"/>
                  </a:lnTo>
                  <a:lnTo>
                    <a:pt x="19380" y="13491"/>
                  </a:lnTo>
                  <a:lnTo>
                    <a:pt x="9490" y="575"/>
                  </a:lnTo>
                  <a:lnTo>
                    <a:pt x="6466" y="0"/>
                  </a:lnTo>
                  <a:close/>
                </a:path>
              </a:pathLst>
            </a:custGeom>
            <a:solidFill>
              <a:srgbClr val="F3C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 descr=""/>
            <p:cNvSpPr/>
            <p:nvPr/>
          </p:nvSpPr>
          <p:spPr>
            <a:xfrm>
              <a:off x="11595430" y="6748209"/>
              <a:ext cx="13970" cy="9525"/>
            </a:xfrm>
            <a:custGeom>
              <a:avLst/>
              <a:gdLst/>
              <a:ahLst/>
              <a:cxnLst/>
              <a:rect l="l" t="t" r="r" b="b"/>
              <a:pathLst>
                <a:path w="13970" h="9525">
                  <a:moveTo>
                    <a:pt x="7511" y="0"/>
                  </a:moveTo>
                  <a:lnTo>
                    <a:pt x="5891" y="245"/>
                  </a:lnTo>
                  <a:lnTo>
                    <a:pt x="3242" y="1093"/>
                  </a:lnTo>
                  <a:lnTo>
                    <a:pt x="0" y="2988"/>
                  </a:lnTo>
                  <a:lnTo>
                    <a:pt x="4811" y="9271"/>
                  </a:lnTo>
                  <a:lnTo>
                    <a:pt x="5462" y="8967"/>
                  </a:lnTo>
                  <a:lnTo>
                    <a:pt x="13409" y="8140"/>
                  </a:lnTo>
                  <a:lnTo>
                    <a:pt x="13744" y="8140"/>
                  </a:lnTo>
                  <a:lnTo>
                    <a:pt x="7511" y="0"/>
                  </a:lnTo>
                  <a:close/>
                </a:path>
                <a:path w="13970" h="9525">
                  <a:moveTo>
                    <a:pt x="13744" y="8140"/>
                  </a:moveTo>
                  <a:lnTo>
                    <a:pt x="13409" y="8140"/>
                  </a:lnTo>
                  <a:lnTo>
                    <a:pt x="13801" y="8214"/>
                  </a:lnTo>
                  <a:close/>
                </a:path>
              </a:pathLst>
            </a:custGeom>
            <a:solidFill>
              <a:srgbClr val="F1C8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 descr=""/>
            <p:cNvSpPr/>
            <p:nvPr/>
          </p:nvSpPr>
          <p:spPr>
            <a:xfrm>
              <a:off x="11589907" y="6751199"/>
              <a:ext cx="17145" cy="27305"/>
            </a:xfrm>
            <a:custGeom>
              <a:avLst/>
              <a:gdLst/>
              <a:ahLst/>
              <a:cxnLst/>
              <a:rect l="l" t="t" r="r" b="b"/>
              <a:pathLst>
                <a:path w="17145" h="27304">
                  <a:moveTo>
                    <a:pt x="5520" y="0"/>
                  </a:moveTo>
                  <a:lnTo>
                    <a:pt x="3802" y="1003"/>
                  </a:lnTo>
                  <a:lnTo>
                    <a:pt x="1457" y="3118"/>
                  </a:lnTo>
                  <a:lnTo>
                    <a:pt x="0" y="5578"/>
                  </a:lnTo>
                  <a:lnTo>
                    <a:pt x="4669" y="11678"/>
                  </a:lnTo>
                  <a:lnTo>
                    <a:pt x="4818" y="11359"/>
                  </a:lnTo>
                  <a:lnTo>
                    <a:pt x="5080" y="11003"/>
                  </a:lnTo>
                  <a:lnTo>
                    <a:pt x="5310" y="10626"/>
                  </a:lnTo>
                  <a:lnTo>
                    <a:pt x="7258" y="7715"/>
                  </a:lnTo>
                  <a:lnTo>
                    <a:pt x="10331" y="6282"/>
                  </a:lnTo>
                  <a:lnTo>
                    <a:pt x="5520" y="0"/>
                  </a:lnTo>
                  <a:close/>
                </a:path>
                <a:path w="17145" h="27304">
                  <a:moveTo>
                    <a:pt x="16086" y="19641"/>
                  </a:moveTo>
                  <a:lnTo>
                    <a:pt x="12650" y="19641"/>
                  </a:lnTo>
                  <a:lnTo>
                    <a:pt x="12870" y="19788"/>
                  </a:lnTo>
                  <a:lnTo>
                    <a:pt x="13048" y="20029"/>
                  </a:lnTo>
                  <a:lnTo>
                    <a:pt x="13234" y="20217"/>
                  </a:lnTo>
                  <a:lnTo>
                    <a:pt x="13718" y="20824"/>
                  </a:lnTo>
                  <a:lnTo>
                    <a:pt x="13959" y="21631"/>
                  </a:lnTo>
                  <a:lnTo>
                    <a:pt x="13765" y="23560"/>
                  </a:lnTo>
                  <a:lnTo>
                    <a:pt x="16235" y="26786"/>
                  </a:lnTo>
                  <a:lnTo>
                    <a:pt x="16378" y="26500"/>
                  </a:lnTo>
                  <a:lnTo>
                    <a:pt x="16859" y="24793"/>
                  </a:lnTo>
                  <a:lnTo>
                    <a:pt x="16795" y="21631"/>
                  </a:lnTo>
                  <a:lnTo>
                    <a:pt x="16548" y="20657"/>
                  </a:lnTo>
                  <a:lnTo>
                    <a:pt x="16086" y="19641"/>
                  </a:lnTo>
                  <a:close/>
                </a:path>
                <a:path w="17145" h="27304">
                  <a:moveTo>
                    <a:pt x="15824" y="19076"/>
                  </a:moveTo>
                  <a:lnTo>
                    <a:pt x="10671" y="19076"/>
                  </a:lnTo>
                  <a:lnTo>
                    <a:pt x="11352" y="19181"/>
                  </a:lnTo>
                  <a:lnTo>
                    <a:pt x="12113" y="19379"/>
                  </a:lnTo>
                  <a:lnTo>
                    <a:pt x="12409" y="19505"/>
                  </a:lnTo>
                  <a:lnTo>
                    <a:pt x="12587" y="19589"/>
                  </a:lnTo>
                  <a:lnTo>
                    <a:pt x="16086" y="19641"/>
                  </a:lnTo>
                  <a:lnTo>
                    <a:pt x="15824" y="19076"/>
                  </a:lnTo>
                  <a:close/>
                </a:path>
                <a:path w="17145" h="27304">
                  <a:moveTo>
                    <a:pt x="11917" y="16877"/>
                  </a:moveTo>
                  <a:lnTo>
                    <a:pt x="10514" y="16929"/>
                  </a:lnTo>
                  <a:lnTo>
                    <a:pt x="9708" y="17128"/>
                  </a:lnTo>
                  <a:lnTo>
                    <a:pt x="9116" y="17487"/>
                  </a:lnTo>
                  <a:lnTo>
                    <a:pt x="10346" y="19093"/>
                  </a:lnTo>
                  <a:lnTo>
                    <a:pt x="10671" y="19076"/>
                  </a:lnTo>
                  <a:lnTo>
                    <a:pt x="15824" y="19076"/>
                  </a:lnTo>
                  <a:lnTo>
                    <a:pt x="15289" y="18479"/>
                  </a:lnTo>
                  <a:lnTo>
                    <a:pt x="14702" y="17934"/>
                  </a:lnTo>
                  <a:lnTo>
                    <a:pt x="14493" y="17777"/>
                  </a:lnTo>
                  <a:lnTo>
                    <a:pt x="14315" y="17578"/>
                  </a:lnTo>
                  <a:lnTo>
                    <a:pt x="13865" y="17327"/>
                  </a:lnTo>
                  <a:lnTo>
                    <a:pt x="13593" y="17202"/>
                  </a:lnTo>
                  <a:lnTo>
                    <a:pt x="13257" y="17086"/>
                  </a:lnTo>
                  <a:lnTo>
                    <a:pt x="13121" y="17065"/>
                  </a:lnTo>
                  <a:lnTo>
                    <a:pt x="12985" y="17013"/>
                  </a:lnTo>
                  <a:lnTo>
                    <a:pt x="12420" y="16898"/>
                  </a:lnTo>
                  <a:lnTo>
                    <a:pt x="11917" y="16877"/>
                  </a:lnTo>
                  <a:close/>
                </a:path>
              </a:pathLst>
            </a:custGeom>
            <a:solidFill>
              <a:srgbClr val="F0C7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 descr=""/>
            <p:cNvSpPr/>
            <p:nvPr/>
          </p:nvSpPr>
          <p:spPr>
            <a:xfrm>
              <a:off x="11586936" y="6756776"/>
              <a:ext cx="19685" cy="27940"/>
            </a:xfrm>
            <a:custGeom>
              <a:avLst/>
              <a:gdLst/>
              <a:ahLst/>
              <a:cxnLst/>
              <a:rect l="l" t="t" r="r" b="b"/>
              <a:pathLst>
                <a:path w="19684" h="27940">
                  <a:moveTo>
                    <a:pt x="16736" y="17981"/>
                  </a:moveTo>
                  <a:lnTo>
                    <a:pt x="11601" y="24077"/>
                  </a:lnTo>
                  <a:lnTo>
                    <a:pt x="14461" y="27812"/>
                  </a:lnTo>
                  <a:lnTo>
                    <a:pt x="16500" y="25938"/>
                  </a:lnTo>
                  <a:lnTo>
                    <a:pt x="17663" y="24294"/>
                  </a:lnTo>
                  <a:lnTo>
                    <a:pt x="19206" y="21207"/>
                  </a:lnTo>
                  <a:lnTo>
                    <a:pt x="16736" y="17981"/>
                  </a:lnTo>
                  <a:close/>
                </a:path>
                <a:path w="19684" h="27940">
                  <a:moveTo>
                    <a:pt x="2971" y="0"/>
                  </a:moveTo>
                  <a:lnTo>
                    <a:pt x="0" y="8925"/>
                  </a:lnTo>
                  <a:lnTo>
                    <a:pt x="5896" y="16625"/>
                  </a:lnTo>
                  <a:lnTo>
                    <a:pt x="5951" y="12001"/>
                  </a:lnTo>
                  <a:lnTo>
                    <a:pt x="6432" y="9446"/>
                  </a:lnTo>
                  <a:lnTo>
                    <a:pt x="6731" y="8326"/>
                  </a:lnTo>
                  <a:lnTo>
                    <a:pt x="7389" y="6619"/>
                  </a:lnTo>
                  <a:lnTo>
                    <a:pt x="7641" y="6100"/>
                  </a:lnTo>
                  <a:lnTo>
                    <a:pt x="2971" y="0"/>
                  </a:lnTo>
                  <a:close/>
                </a:path>
                <a:path w="19684" h="27940">
                  <a:moveTo>
                    <a:pt x="7477" y="6452"/>
                  </a:moveTo>
                  <a:lnTo>
                    <a:pt x="7391" y="6619"/>
                  </a:lnTo>
                  <a:lnTo>
                    <a:pt x="7477" y="6452"/>
                  </a:lnTo>
                  <a:close/>
                </a:path>
                <a:path w="19684" h="27940">
                  <a:moveTo>
                    <a:pt x="12088" y="11909"/>
                  </a:moveTo>
                  <a:lnTo>
                    <a:pt x="11349" y="12357"/>
                  </a:lnTo>
                  <a:lnTo>
                    <a:pt x="10919" y="13090"/>
                  </a:lnTo>
                  <a:lnTo>
                    <a:pt x="10815" y="14640"/>
                  </a:lnTo>
                  <a:lnTo>
                    <a:pt x="10982" y="14891"/>
                  </a:lnTo>
                  <a:lnTo>
                    <a:pt x="11579" y="15080"/>
                  </a:lnTo>
                  <a:lnTo>
                    <a:pt x="11849" y="14891"/>
                  </a:lnTo>
                  <a:lnTo>
                    <a:pt x="11974" y="14630"/>
                  </a:lnTo>
                  <a:lnTo>
                    <a:pt x="12207" y="13928"/>
                  </a:lnTo>
                  <a:lnTo>
                    <a:pt x="13045" y="13530"/>
                  </a:lnTo>
                  <a:lnTo>
                    <a:pt x="13318" y="13516"/>
                  </a:lnTo>
                  <a:lnTo>
                    <a:pt x="12088" y="11909"/>
                  </a:lnTo>
                  <a:close/>
                </a:path>
              </a:pathLst>
            </a:custGeom>
            <a:solidFill>
              <a:srgbClr val="EFC6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 descr=""/>
            <p:cNvSpPr/>
            <p:nvPr/>
          </p:nvSpPr>
          <p:spPr>
            <a:xfrm>
              <a:off x="11586652" y="6765699"/>
              <a:ext cx="15240" cy="21590"/>
            </a:xfrm>
            <a:custGeom>
              <a:avLst/>
              <a:gdLst/>
              <a:ahLst/>
              <a:cxnLst/>
              <a:rect l="l" t="t" r="r" b="b"/>
              <a:pathLst>
                <a:path w="15240" h="21590">
                  <a:moveTo>
                    <a:pt x="283" y="0"/>
                  </a:moveTo>
                  <a:lnTo>
                    <a:pt x="0" y="2377"/>
                  </a:lnTo>
                  <a:lnTo>
                    <a:pt x="3" y="6325"/>
                  </a:lnTo>
                  <a:lnTo>
                    <a:pt x="721" y="11351"/>
                  </a:lnTo>
                  <a:lnTo>
                    <a:pt x="1485" y="13958"/>
                  </a:lnTo>
                  <a:lnTo>
                    <a:pt x="2129" y="15208"/>
                  </a:lnTo>
                  <a:lnTo>
                    <a:pt x="6036" y="20313"/>
                  </a:lnTo>
                  <a:lnTo>
                    <a:pt x="6543" y="20607"/>
                  </a:lnTo>
                  <a:lnTo>
                    <a:pt x="7402" y="20942"/>
                  </a:lnTo>
                  <a:lnTo>
                    <a:pt x="8239" y="21162"/>
                  </a:lnTo>
                  <a:lnTo>
                    <a:pt x="8595" y="21183"/>
                  </a:lnTo>
                  <a:lnTo>
                    <a:pt x="8939" y="21235"/>
                  </a:lnTo>
                  <a:lnTo>
                    <a:pt x="11935" y="21120"/>
                  </a:lnTo>
                  <a:lnTo>
                    <a:pt x="13778" y="19748"/>
                  </a:lnTo>
                  <a:lnTo>
                    <a:pt x="14746" y="18888"/>
                  </a:lnTo>
                  <a:lnTo>
                    <a:pt x="12365" y="15780"/>
                  </a:lnTo>
                  <a:lnTo>
                    <a:pt x="10323" y="15780"/>
                  </a:lnTo>
                  <a:lnTo>
                    <a:pt x="9265" y="15644"/>
                  </a:lnTo>
                  <a:lnTo>
                    <a:pt x="6178" y="7699"/>
                  </a:lnTo>
                  <a:lnTo>
                    <a:pt x="283" y="0"/>
                  </a:lnTo>
                  <a:close/>
                </a:path>
                <a:path w="15240" h="21590">
                  <a:moveTo>
                    <a:pt x="11885" y="15153"/>
                  </a:moveTo>
                  <a:lnTo>
                    <a:pt x="11726" y="15267"/>
                  </a:lnTo>
                  <a:lnTo>
                    <a:pt x="10323" y="15780"/>
                  </a:lnTo>
                  <a:lnTo>
                    <a:pt x="12365" y="15780"/>
                  </a:lnTo>
                  <a:lnTo>
                    <a:pt x="11885" y="15153"/>
                  </a:lnTo>
                  <a:close/>
                </a:path>
                <a:path w="15240" h="21590">
                  <a:moveTo>
                    <a:pt x="9024" y="15549"/>
                  </a:moveTo>
                  <a:close/>
                </a:path>
              </a:pathLst>
            </a:custGeom>
            <a:solidFill>
              <a:srgbClr val="EEC5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 descr=""/>
            <p:cNvSpPr/>
            <p:nvPr/>
          </p:nvSpPr>
          <p:spPr>
            <a:xfrm>
              <a:off x="11588792" y="6780926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5" h="5079">
                  <a:moveTo>
                    <a:pt x="0" y="0"/>
                  </a:moveTo>
                  <a:lnTo>
                    <a:pt x="3888" y="50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C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 descr=""/>
            <p:cNvSpPr/>
            <p:nvPr/>
          </p:nvSpPr>
          <p:spPr>
            <a:xfrm>
              <a:off x="11628810" y="667961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3159" y="4124"/>
                  </a:lnTo>
                  <a:lnTo>
                    <a:pt x="3882" y="4469"/>
                  </a:lnTo>
                  <a:lnTo>
                    <a:pt x="4196" y="4385"/>
                  </a:lnTo>
                  <a:lnTo>
                    <a:pt x="4551" y="3861"/>
                  </a:lnTo>
                  <a:lnTo>
                    <a:pt x="4451" y="32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CC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 descr=""/>
            <p:cNvSpPr/>
            <p:nvPr/>
          </p:nvSpPr>
          <p:spPr>
            <a:xfrm>
              <a:off x="11610163" y="6674450"/>
              <a:ext cx="22225" cy="9525"/>
            </a:xfrm>
            <a:custGeom>
              <a:avLst/>
              <a:gdLst/>
              <a:ahLst/>
              <a:cxnLst/>
              <a:rect l="l" t="t" r="r" b="b"/>
              <a:pathLst>
                <a:path w="22225" h="9525">
                  <a:moveTo>
                    <a:pt x="0" y="0"/>
                  </a:moveTo>
                  <a:lnTo>
                    <a:pt x="4671" y="6100"/>
                  </a:lnTo>
                  <a:lnTo>
                    <a:pt x="6090" y="6152"/>
                  </a:lnTo>
                  <a:lnTo>
                    <a:pt x="8896" y="6341"/>
                  </a:lnTo>
                  <a:lnTo>
                    <a:pt x="21210" y="9021"/>
                  </a:lnTo>
                  <a:lnTo>
                    <a:pt x="21587" y="9157"/>
                  </a:lnTo>
                  <a:lnTo>
                    <a:pt x="21799" y="9280"/>
                  </a:lnTo>
                  <a:lnTo>
                    <a:pt x="18640" y="5156"/>
                  </a:lnTo>
                  <a:lnTo>
                    <a:pt x="16969" y="4351"/>
                  </a:lnTo>
                  <a:lnTo>
                    <a:pt x="14980" y="3356"/>
                  </a:lnTo>
                  <a:lnTo>
                    <a:pt x="12488" y="2372"/>
                  </a:lnTo>
                  <a:lnTo>
                    <a:pt x="9535" y="1545"/>
                  </a:lnTo>
                  <a:lnTo>
                    <a:pt x="6593" y="686"/>
                  </a:lnTo>
                  <a:lnTo>
                    <a:pt x="3189" y="1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6CD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 descr=""/>
            <p:cNvSpPr/>
            <p:nvPr/>
          </p:nvSpPr>
          <p:spPr>
            <a:xfrm>
              <a:off x="11590617" y="6674415"/>
              <a:ext cx="24765" cy="12700"/>
            </a:xfrm>
            <a:custGeom>
              <a:avLst/>
              <a:gdLst/>
              <a:ahLst/>
              <a:cxnLst/>
              <a:rect l="l" t="t" r="r" b="b"/>
              <a:pathLst>
                <a:path w="24765" h="12700">
                  <a:moveTo>
                    <a:pt x="11201" y="8356"/>
                  </a:moveTo>
                  <a:lnTo>
                    <a:pt x="6515" y="2247"/>
                  </a:lnTo>
                  <a:lnTo>
                    <a:pt x="4241" y="3238"/>
                  </a:lnTo>
                  <a:lnTo>
                    <a:pt x="2032" y="4635"/>
                  </a:lnTo>
                  <a:lnTo>
                    <a:pt x="0" y="6527"/>
                  </a:lnTo>
                  <a:lnTo>
                    <a:pt x="4635" y="12585"/>
                  </a:lnTo>
                  <a:lnTo>
                    <a:pt x="5854" y="11315"/>
                  </a:lnTo>
                  <a:lnTo>
                    <a:pt x="11201" y="8356"/>
                  </a:lnTo>
                  <a:close/>
                </a:path>
                <a:path w="24765" h="12700">
                  <a:moveTo>
                    <a:pt x="24218" y="6146"/>
                  </a:moveTo>
                  <a:lnTo>
                    <a:pt x="19545" y="38"/>
                  </a:lnTo>
                  <a:lnTo>
                    <a:pt x="18605" y="0"/>
                  </a:lnTo>
                  <a:lnTo>
                    <a:pt x="14401" y="0"/>
                  </a:lnTo>
                  <a:lnTo>
                    <a:pt x="10464" y="520"/>
                  </a:lnTo>
                  <a:lnTo>
                    <a:pt x="6527" y="2235"/>
                  </a:lnTo>
                  <a:lnTo>
                    <a:pt x="11201" y="8356"/>
                  </a:lnTo>
                  <a:lnTo>
                    <a:pt x="12242" y="7772"/>
                  </a:lnTo>
                  <a:lnTo>
                    <a:pt x="15786" y="6934"/>
                  </a:lnTo>
                  <a:lnTo>
                    <a:pt x="22466" y="6083"/>
                  </a:lnTo>
                  <a:lnTo>
                    <a:pt x="24218" y="6146"/>
                  </a:lnTo>
                  <a:close/>
                </a:path>
              </a:pathLst>
            </a:custGeom>
            <a:solidFill>
              <a:srgbClr val="F7CE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 descr=""/>
            <p:cNvSpPr/>
            <p:nvPr/>
          </p:nvSpPr>
          <p:spPr>
            <a:xfrm>
              <a:off x="11585800" y="6680930"/>
              <a:ext cx="9525" cy="13970"/>
            </a:xfrm>
            <a:custGeom>
              <a:avLst/>
              <a:gdLst/>
              <a:ahLst/>
              <a:cxnLst/>
              <a:rect l="l" t="t" r="r" b="b"/>
              <a:pathLst>
                <a:path w="9525" h="13970">
                  <a:moveTo>
                    <a:pt x="4831" y="0"/>
                  </a:moveTo>
                  <a:lnTo>
                    <a:pt x="3825" y="939"/>
                  </a:lnTo>
                  <a:lnTo>
                    <a:pt x="2883" y="2017"/>
                  </a:lnTo>
                  <a:lnTo>
                    <a:pt x="2035" y="3211"/>
                  </a:lnTo>
                  <a:lnTo>
                    <a:pt x="1700" y="3651"/>
                  </a:lnTo>
                  <a:lnTo>
                    <a:pt x="872" y="4949"/>
                  </a:lnTo>
                  <a:lnTo>
                    <a:pt x="0" y="6500"/>
                  </a:lnTo>
                  <a:lnTo>
                    <a:pt x="5525" y="13716"/>
                  </a:lnTo>
                  <a:lnTo>
                    <a:pt x="5689" y="13033"/>
                  </a:lnTo>
                  <a:lnTo>
                    <a:pt x="6433" y="11232"/>
                  </a:lnTo>
                  <a:lnTo>
                    <a:pt x="8003" y="7567"/>
                  </a:lnTo>
                  <a:lnTo>
                    <a:pt x="9465" y="6053"/>
                  </a:lnTo>
                  <a:lnTo>
                    <a:pt x="4831" y="0"/>
                  </a:lnTo>
                  <a:close/>
                </a:path>
              </a:pathLst>
            </a:custGeom>
            <a:solidFill>
              <a:srgbClr val="F6CD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 descr=""/>
            <p:cNvSpPr/>
            <p:nvPr/>
          </p:nvSpPr>
          <p:spPr>
            <a:xfrm>
              <a:off x="11583180" y="6687424"/>
              <a:ext cx="9525" cy="22225"/>
            </a:xfrm>
            <a:custGeom>
              <a:avLst/>
              <a:gdLst/>
              <a:ahLst/>
              <a:cxnLst/>
              <a:rect l="l" t="t" r="r" b="b"/>
              <a:pathLst>
                <a:path w="9525" h="22225">
                  <a:moveTo>
                    <a:pt x="2623" y="0"/>
                  </a:moveTo>
                  <a:lnTo>
                    <a:pt x="980" y="3398"/>
                  </a:lnTo>
                  <a:lnTo>
                    <a:pt x="163" y="6706"/>
                  </a:lnTo>
                  <a:lnTo>
                    <a:pt x="0" y="9383"/>
                  </a:lnTo>
                  <a:lnTo>
                    <a:pt x="9382" y="21636"/>
                  </a:lnTo>
                  <a:lnTo>
                    <a:pt x="8613" y="18539"/>
                  </a:lnTo>
                  <a:lnTo>
                    <a:pt x="7922" y="14958"/>
                  </a:lnTo>
                  <a:lnTo>
                    <a:pt x="7849" y="8455"/>
                  </a:lnTo>
                  <a:lnTo>
                    <a:pt x="8147" y="7215"/>
                  </a:lnTo>
                  <a:lnTo>
                    <a:pt x="2623" y="0"/>
                  </a:lnTo>
                  <a:close/>
                </a:path>
              </a:pathLst>
            </a:custGeom>
            <a:solidFill>
              <a:srgbClr val="F5CC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 descr=""/>
            <p:cNvSpPr/>
            <p:nvPr/>
          </p:nvSpPr>
          <p:spPr>
            <a:xfrm>
              <a:off x="11582914" y="6696798"/>
              <a:ext cx="13335" cy="29845"/>
            </a:xfrm>
            <a:custGeom>
              <a:avLst/>
              <a:gdLst/>
              <a:ahLst/>
              <a:cxnLst/>
              <a:rect l="l" t="t" r="r" b="b"/>
              <a:pathLst>
                <a:path w="13334" h="29845">
                  <a:moveTo>
                    <a:pt x="266" y="0"/>
                  </a:moveTo>
                  <a:lnTo>
                    <a:pt x="13197" y="29695"/>
                  </a:lnTo>
                  <a:lnTo>
                    <a:pt x="11811" y="21227"/>
                  </a:lnTo>
                  <a:lnTo>
                    <a:pt x="11172" y="18400"/>
                  </a:lnTo>
                  <a:lnTo>
                    <a:pt x="9645" y="12252"/>
                  </a:lnTo>
                  <a:lnTo>
                    <a:pt x="266" y="0"/>
                  </a:lnTo>
                  <a:close/>
                </a:path>
              </a:pathLst>
            </a:custGeom>
            <a:solidFill>
              <a:srgbClr val="F4CA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 descr=""/>
            <p:cNvSpPr/>
            <p:nvPr/>
          </p:nvSpPr>
          <p:spPr>
            <a:xfrm>
              <a:off x="11585008" y="6711983"/>
              <a:ext cx="12065" cy="26670"/>
            </a:xfrm>
            <a:custGeom>
              <a:avLst/>
              <a:gdLst/>
              <a:ahLst/>
              <a:cxnLst/>
              <a:rect l="l" t="t" r="r" b="b"/>
              <a:pathLst>
                <a:path w="12065" h="26670">
                  <a:moveTo>
                    <a:pt x="0" y="0"/>
                  </a:moveTo>
                  <a:lnTo>
                    <a:pt x="1513" y="6042"/>
                  </a:lnTo>
                  <a:lnTo>
                    <a:pt x="2000" y="8220"/>
                  </a:lnTo>
                  <a:lnTo>
                    <a:pt x="3382" y="15801"/>
                  </a:lnTo>
                  <a:lnTo>
                    <a:pt x="3468" y="17335"/>
                  </a:lnTo>
                  <a:lnTo>
                    <a:pt x="10453" y="26458"/>
                  </a:lnTo>
                  <a:lnTo>
                    <a:pt x="11440" y="21371"/>
                  </a:lnTo>
                  <a:lnTo>
                    <a:pt x="11486" y="20879"/>
                  </a:lnTo>
                  <a:lnTo>
                    <a:pt x="11207" y="15801"/>
                  </a:lnTo>
                  <a:lnTo>
                    <a:pt x="11102" y="145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C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 descr=""/>
            <p:cNvSpPr/>
            <p:nvPr/>
          </p:nvSpPr>
          <p:spPr>
            <a:xfrm>
              <a:off x="11587422" y="6729312"/>
              <a:ext cx="8255" cy="18415"/>
            </a:xfrm>
            <a:custGeom>
              <a:avLst/>
              <a:gdLst/>
              <a:ahLst/>
              <a:cxnLst/>
              <a:rect l="l" t="t" r="r" b="b"/>
              <a:pathLst>
                <a:path w="8254" h="18415">
                  <a:moveTo>
                    <a:pt x="1053" y="0"/>
                  </a:moveTo>
                  <a:lnTo>
                    <a:pt x="1251" y="3550"/>
                  </a:lnTo>
                  <a:lnTo>
                    <a:pt x="0" y="11427"/>
                  </a:lnTo>
                  <a:lnTo>
                    <a:pt x="5155" y="18160"/>
                  </a:lnTo>
                  <a:lnTo>
                    <a:pt x="6308" y="16021"/>
                  </a:lnTo>
                  <a:lnTo>
                    <a:pt x="7282" y="13026"/>
                  </a:lnTo>
                  <a:lnTo>
                    <a:pt x="8039" y="9125"/>
                  </a:lnTo>
                  <a:lnTo>
                    <a:pt x="1053" y="0"/>
                  </a:lnTo>
                  <a:close/>
                </a:path>
              </a:pathLst>
            </a:custGeom>
            <a:solidFill>
              <a:srgbClr val="F1C8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 descr=""/>
            <p:cNvSpPr/>
            <p:nvPr/>
          </p:nvSpPr>
          <p:spPr>
            <a:xfrm>
              <a:off x="11571981" y="6733372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5441" y="7365"/>
                  </a:moveTo>
                  <a:lnTo>
                    <a:pt x="15236" y="8652"/>
                  </a:lnTo>
                  <a:lnTo>
                    <a:pt x="13393" y="12799"/>
                  </a:lnTo>
                  <a:lnTo>
                    <a:pt x="11105" y="14504"/>
                  </a:lnTo>
                  <a:lnTo>
                    <a:pt x="15792" y="20625"/>
                  </a:lnTo>
                  <a:lnTo>
                    <a:pt x="16775" y="19982"/>
                  </a:lnTo>
                  <a:lnTo>
                    <a:pt x="18786" y="17458"/>
                  </a:lnTo>
                  <a:lnTo>
                    <a:pt x="20596" y="14100"/>
                  </a:lnTo>
                  <a:lnTo>
                    <a:pt x="15441" y="7365"/>
                  </a:lnTo>
                  <a:close/>
                </a:path>
                <a:path w="20954" h="20954">
                  <a:moveTo>
                    <a:pt x="0" y="0"/>
                  </a:moveTo>
                  <a:lnTo>
                    <a:pt x="5893" y="7697"/>
                  </a:lnTo>
                  <a:lnTo>
                    <a:pt x="5953" y="4872"/>
                  </a:lnTo>
                  <a:lnTo>
                    <a:pt x="5823" y="4223"/>
                  </a:lnTo>
                  <a:lnTo>
                    <a:pt x="5659" y="3700"/>
                  </a:lnTo>
                  <a:lnTo>
                    <a:pt x="5488" y="3459"/>
                  </a:lnTo>
                  <a:lnTo>
                    <a:pt x="5341" y="3092"/>
                  </a:lnTo>
                  <a:lnTo>
                    <a:pt x="4975" y="2454"/>
                  </a:lnTo>
                  <a:lnTo>
                    <a:pt x="4514" y="1763"/>
                  </a:lnTo>
                  <a:lnTo>
                    <a:pt x="3833" y="1260"/>
                  </a:lnTo>
                  <a:lnTo>
                    <a:pt x="3184" y="747"/>
                  </a:lnTo>
                  <a:lnTo>
                    <a:pt x="2378" y="3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C7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 descr=""/>
            <p:cNvSpPr/>
            <p:nvPr/>
          </p:nvSpPr>
          <p:spPr>
            <a:xfrm>
              <a:off x="11565157" y="6733355"/>
              <a:ext cx="22860" cy="24130"/>
            </a:xfrm>
            <a:custGeom>
              <a:avLst/>
              <a:gdLst/>
              <a:ahLst/>
              <a:cxnLst/>
              <a:rect l="l" t="t" r="r" b="b"/>
              <a:pathLst>
                <a:path w="22859" h="24129">
                  <a:moveTo>
                    <a:pt x="18821" y="15685"/>
                  </a:moveTo>
                  <a:lnTo>
                    <a:pt x="16153" y="15695"/>
                  </a:lnTo>
                  <a:lnTo>
                    <a:pt x="14615" y="16303"/>
                  </a:lnTo>
                  <a:lnTo>
                    <a:pt x="13642" y="16543"/>
                  </a:lnTo>
                  <a:lnTo>
                    <a:pt x="10982" y="16920"/>
                  </a:lnTo>
                  <a:lnTo>
                    <a:pt x="9968" y="16920"/>
                  </a:lnTo>
                  <a:lnTo>
                    <a:pt x="15304" y="23891"/>
                  </a:lnTo>
                  <a:lnTo>
                    <a:pt x="15736" y="23842"/>
                  </a:lnTo>
                  <a:lnTo>
                    <a:pt x="17223" y="23412"/>
                  </a:lnTo>
                  <a:lnTo>
                    <a:pt x="18238" y="23088"/>
                  </a:lnTo>
                  <a:lnTo>
                    <a:pt x="19086" y="22711"/>
                  </a:lnTo>
                  <a:lnTo>
                    <a:pt x="19767" y="22439"/>
                  </a:lnTo>
                  <a:lnTo>
                    <a:pt x="21055" y="21664"/>
                  </a:lnTo>
                  <a:lnTo>
                    <a:pt x="22617" y="20642"/>
                  </a:lnTo>
                  <a:lnTo>
                    <a:pt x="19767" y="16920"/>
                  </a:lnTo>
                  <a:lnTo>
                    <a:pt x="10982" y="16920"/>
                  </a:lnTo>
                  <a:lnTo>
                    <a:pt x="9936" y="16879"/>
                  </a:lnTo>
                  <a:lnTo>
                    <a:pt x="19736" y="16879"/>
                  </a:lnTo>
                  <a:lnTo>
                    <a:pt x="18821" y="15685"/>
                  </a:lnTo>
                  <a:close/>
                </a:path>
                <a:path w="22859" h="24129">
                  <a:moveTo>
                    <a:pt x="17930" y="14520"/>
                  </a:moveTo>
                  <a:lnTo>
                    <a:pt x="17202" y="15036"/>
                  </a:lnTo>
                  <a:lnTo>
                    <a:pt x="16877" y="15308"/>
                  </a:lnTo>
                  <a:lnTo>
                    <a:pt x="16511" y="15475"/>
                  </a:lnTo>
                  <a:lnTo>
                    <a:pt x="16123" y="15695"/>
                  </a:lnTo>
                  <a:lnTo>
                    <a:pt x="18821" y="15685"/>
                  </a:lnTo>
                  <a:lnTo>
                    <a:pt x="17930" y="14520"/>
                  </a:lnTo>
                  <a:close/>
                </a:path>
                <a:path w="22859" h="24129">
                  <a:moveTo>
                    <a:pt x="9658" y="3717"/>
                  </a:moveTo>
                  <a:lnTo>
                    <a:pt x="9003" y="3728"/>
                  </a:lnTo>
                  <a:lnTo>
                    <a:pt x="9642" y="4083"/>
                  </a:lnTo>
                  <a:lnTo>
                    <a:pt x="10438" y="5162"/>
                  </a:lnTo>
                  <a:lnTo>
                    <a:pt x="10584" y="5518"/>
                  </a:lnTo>
                  <a:lnTo>
                    <a:pt x="10691" y="8669"/>
                  </a:lnTo>
                  <a:lnTo>
                    <a:pt x="10427" y="9319"/>
                  </a:lnTo>
                  <a:lnTo>
                    <a:pt x="10061" y="9538"/>
                  </a:lnTo>
                  <a:lnTo>
                    <a:pt x="9631" y="9622"/>
                  </a:lnTo>
                  <a:lnTo>
                    <a:pt x="9422" y="9842"/>
                  </a:lnTo>
                  <a:lnTo>
                    <a:pt x="9286" y="10554"/>
                  </a:lnTo>
                  <a:lnTo>
                    <a:pt x="9506" y="10931"/>
                  </a:lnTo>
                  <a:lnTo>
                    <a:pt x="10061" y="11078"/>
                  </a:lnTo>
                  <a:lnTo>
                    <a:pt x="10940" y="10983"/>
                  </a:lnTo>
                  <a:lnTo>
                    <a:pt x="11600" y="10554"/>
                  </a:lnTo>
                  <a:lnTo>
                    <a:pt x="12417" y="9088"/>
                  </a:lnTo>
                  <a:lnTo>
                    <a:pt x="12668" y="8167"/>
                  </a:lnTo>
                  <a:lnTo>
                    <a:pt x="12718" y="7713"/>
                  </a:lnTo>
                  <a:lnTo>
                    <a:pt x="9658" y="3717"/>
                  </a:lnTo>
                  <a:close/>
                </a:path>
                <a:path w="22859" h="24129">
                  <a:moveTo>
                    <a:pt x="6720" y="0"/>
                  </a:moveTo>
                  <a:lnTo>
                    <a:pt x="5055" y="460"/>
                  </a:lnTo>
                  <a:lnTo>
                    <a:pt x="1977" y="2115"/>
                  </a:lnTo>
                  <a:lnTo>
                    <a:pt x="501" y="3287"/>
                  </a:lnTo>
                  <a:lnTo>
                    <a:pt x="0" y="3899"/>
                  </a:lnTo>
                  <a:lnTo>
                    <a:pt x="2711" y="7441"/>
                  </a:lnTo>
                  <a:lnTo>
                    <a:pt x="3129" y="6785"/>
                  </a:lnTo>
                  <a:lnTo>
                    <a:pt x="4155" y="5738"/>
                  </a:lnTo>
                  <a:lnTo>
                    <a:pt x="6207" y="4230"/>
                  </a:lnTo>
                  <a:lnTo>
                    <a:pt x="7265" y="3759"/>
                  </a:lnTo>
                  <a:lnTo>
                    <a:pt x="9003" y="3728"/>
                  </a:lnTo>
                  <a:lnTo>
                    <a:pt x="9658" y="3717"/>
                  </a:lnTo>
                  <a:lnTo>
                    <a:pt x="6825" y="17"/>
                  </a:lnTo>
                  <a:close/>
                </a:path>
                <a:path w="22859" h="24129">
                  <a:moveTo>
                    <a:pt x="10521" y="5382"/>
                  </a:moveTo>
                  <a:close/>
                </a:path>
              </a:pathLst>
            </a:custGeom>
            <a:solidFill>
              <a:srgbClr val="EFC6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 descr=""/>
            <p:cNvSpPr/>
            <p:nvPr/>
          </p:nvSpPr>
          <p:spPr>
            <a:xfrm>
              <a:off x="11561448" y="6737257"/>
              <a:ext cx="19050" cy="20320"/>
            </a:xfrm>
            <a:custGeom>
              <a:avLst/>
              <a:gdLst/>
              <a:ahLst/>
              <a:cxnLst/>
              <a:rect l="l" t="t" r="r" b="b"/>
              <a:pathLst>
                <a:path w="19050" h="20320">
                  <a:moveTo>
                    <a:pt x="3706" y="0"/>
                  </a:moveTo>
                  <a:lnTo>
                    <a:pt x="0" y="7955"/>
                  </a:lnTo>
                  <a:lnTo>
                    <a:pt x="8321" y="18824"/>
                  </a:lnTo>
                  <a:lnTo>
                    <a:pt x="12131" y="19989"/>
                  </a:lnTo>
                  <a:lnTo>
                    <a:pt x="14473" y="20295"/>
                  </a:lnTo>
                  <a:lnTo>
                    <a:pt x="16984" y="20170"/>
                  </a:lnTo>
                  <a:lnTo>
                    <a:pt x="18261" y="20076"/>
                  </a:lnTo>
                  <a:lnTo>
                    <a:pt x="19015" y="19989"/>
                  </a:lnTo>
                  <a:lnTo>
                    <a:pt x="13645" y="12977"/>
                  </a:lnTo>
                  <a:lnTo>
                    <a:pt x="12837" y="12945"/>
                  </a:lnTo>
                  <a:lnTo>
                    <a:pt x="11120" y="12558"/>
                  </a:lnTo>
                  <a:lnTo>
                    <a:pt x="4775" y="6652"/>
                  </a:lnTo>
                  <a:lnTo>
                    <a:pt x="5245" y="5385"/>
                  </a:lnTo>
                  <a:lnTo>
                    <a:pt x="6418" y="3541"/>
                  </a:lnTo>
                  <a:lnTo>
                    <a:pt x="3706" y="0"/>
                  </a:lnTo>
                  <a:close/>
                </a:path>
              </a:pathLst>
            </a:custGeom>
            <a:solidFill>
              <a:srgbClr val="EEC5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 descr=""/>
            <p:cNvSpPr/>
            <p:nvPr/>
          </p:nvSpPr>
          <p:spPr>
            <a:xfrm>
              <a:off x="11561415" y="6745212"/>
              <a:ext cx="8890" cy="11430"/>
            </a:xfrm>
            <a:custGeom>
              <a:avLst/>
              <a:gdLst/>
              <a:ahLst/>
              <a:cxnLst/>
              <a:rect l="l" t="t" r="r" b="b"/>
              <a:pathLst>
                <a:path w="8890" h="11429">
                  <a:moveTo>
                    <a:pt x="33" y="0"/>
                  </a:moveTo>
                  <a:lnTo>
                    <a:pt x="8356" y="10869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EDC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 descr=""/>
            <p:cNvSpPr/>
            <p:nvPr/>
          </p:nvSpPr>
          <p:spPr>
            <a:xfrm>
              <a:off x="11519104" y="6648897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5">
                  <a:moveTo>
                    <a:pt x="5800" y="0"/>
                  </a:moveTo>
                  <a:lnTo>
                    <a:pt x="0" y="2612"/>
                  </a:lnTo>
                  <a:lnTo>
                    <a:pt x="2339" y="5667"/>
                  </a:lnTo>
                  <a:lnTo>
                    <a:pt x="5800" y="0"/>
                  </a:lnTo>
                  <a:close/>
                </a:path>
              </a:pathLst>
            </a:custGeom>
            <a:solidFill>
              <a:srgbClr val="F1C8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 descr=""/>
            <p:cNvSpPr/>
            <p:nvPr/>
          </p:nvSpPr>
          <p:spPr>
            <a:xfrm>
              <a:off x="11511604" y="6651510"/>
              <a:ext cx="26670" cy="36830"/>
            </a:xfrm>
            <a:custGeom>
              <a:avLst/>
              <a:gdLst/>
              <a:ahLst/>
              <a:cxnLst/>
              <a:rect l="l" t="t" r="r" b="b"/>
              <a:pathLst>
                <a:path w="26670" h="36829">
                  <a:moveTo>
                    <a:pt x="19761" y="23354"/>
                  </a:moveTo>
                  <a:lnTo>
                    <a:pt x="16766" y="23417"/>
                  </a:lnTo>
                  <a:lnTo>
                    <a:pt x="15831" y="23680"/>
                  </a:lnTo>
                  <a:lnTo>
                    <a:pt x="25844" y="36758"/>
                  </a:lnTo>
                  <a:lnTo>
                    <a:pt x="26096" y="36296"/>
                  </a:lnTo>
                  <a:lnTo>
                    <a:pt x="24557" y="28642"/>
                  </a:lnTo>
                  <a:lnTo>
                    <a:pt x="23551" y="26673"/>
                  </a:lnTo>
                  <a:lnTo>
                    <a:pt x="21962" y="25302"/>
                  </a:lnTo>
                  <a:lnTo>
                    <a:pt x="19761" y="23354"/>
                  </a:lnTo>
                  <a:close/>
                </a:path>
                <a:path w="26670" h="36829">
                  <a:moveTo>
                    <a:pt x="7498" y="0"/>
                  </a:moveTo>
                  <a:lnTo>
                    <a:pt x="4214" y="1478"/>
                  </a:lnTo>
                  <a:lnTo>
                    <a:pt x="0" y="3004"/>
                  </a:lnTo>
                  <a:lnTo>
                    <a:pt x="5614" y="10337"/>
                  </a:lnTo>
                  <a:lnTo>
                    <a:pt x="7520" y="6852"/>
                  </a:lnTo>
                  <a:lnTo>
                    <a:pt x="9838" y="3056"/>
                  </a:lnTo>
                  <a:lnTo>
                    <a:pt x="7498" y="0"/>
                  </a:lnTo>
                  <a:close/>
                </a:path>
              </a:pathLst>
            </a:custGeom>
            <a:solidFill>
              <a:srgbClr val="F0C7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 descr=""/>
            <p:cNvSpPr/>
            <p:nvPr/>
          </p:nvSpPr>
          <p:spPr>
            <a:xfrm>
              <a:off x="11502862" y="6654515"/>
              <a:ext cx="46355" cy="61594"/>
            </a:xfrm>
            <a:custGeom>
              <a:avLst/>
              <a:gdLst/>
              <a:ahLst/>
              <a:cxnLst/>
              <a:rect l="l" t="t" r="r" b="b"/>
              <a:pathLst>
                <a:path w="46354" h="61595">
                  <a:moveTo>
                    <a:pt x="31616" y="42674"/>
                  </a:moveTo>
                  <a:lnTo>
                    <a:pt x="45957" y="61403"/>
                  </a:lnTo>
                  <a:lnTo>
                    <a:pt x="45245" y="57730"/>
                  </a:lnTo>
                  <a:lnTo>
                    <a:pt x="44732" y="54777"/>
                  </a:lnTo>
                  <a:lnTo>
                    <a:pt x="41999" y="47636"/>
                  </a:lnTo>
                  <a:lnTo>
                    <a:pt x="37843" y="45426"/>
                  </a:lnTo>
                  <a:lnTo>
                    <a:pt x="32785" y="43123"/>
                  </a:lnTo>
                  <a:lnTo>
                    <a:pt x="31616" y="42674"/>
                  </a:lnTo>
                  <a:close/>
                </a:path>
                <a:path w="46354" h="61595">
                  <a:moveTo>
                    <a:pt x="24570" y="20676"/>
                  </a:moveTo>
                  <a:lnTo>
                    <a:pt x="22126" y="21364"/>
                  </a:lnTo>
                  <a:lnTo>
                    <a:pt x="20922" y="22296"/>
                  </a:lnTo>
                  <a:lnTo>
                    <a:pt x="21278" y="23291"/>
                  </a:lnTo>
                  <a:lnTo>
                    <a:pt x="22785" y="24893"/>
                  </a:lnTo>
                  <a:lnTo>
                    <a:pt x="23916" y="25511"/>
                  </a:lnTo>
                  <a:lnTo>
                    <a:pt x="25801" y="26411"/>
                  </a:lnTo>
                  <a:lnTo>
                    <a:pt x="27057" y="26506"/>
                  </a:lnTo>
                  <a:lnTo>
                    <a:pt x="28890" y="28432"/>
                  </a:lnTo>
                  <a:lnTo>
                    <a:pt x="27979" y="30526"/>
                  </a:lnTo>
                  <a:lnTo>
                    <a:pt x="25592" y="32306"/>
                  </a:lnTo>
                  <a:lnTo>
                    <a:pt x="23927" y="32464"/>
                  </a:lnTo>
                  <a:lnTo>
                    <a:pt x="23798" y="32464"/>
                  </a:lnTo>
                  <a:lnTo>
                    <a:pt x="29808" y="40313"/>
                  </a:lnTo>
                  <a:lnTo>
                    <a:pt x="32000" y="38505"/>
                  </a:lnTo>
                  <a:lnTo>
                    <a:pt x="34585" y="33755"/>
                  </a:lnTo>
                  <a:lnTo>
                    <a:pt x="33596" y="32464"/>
                  </a:lnTo>
                  <a:lnTo>
                    <a:pt x="23791" y="32454"/>
                  </a:lnTo>
                  <a:lnTo>
                    <a:pt x="33589" y="32454"/>
                  </a:lnTo>
                  <a:lnTo>
                    <a:pt x="24570" y="20676"/>
                  </a:lnTo>
                  <a:close/>
                </a:path>
                <a:path w="46354" h="61595">
                  <a:moveTo>
                    <a:pt x="8739" y="0"/>
                  </a:moveTo>
                  <a:lnTo>
                    <a:pt x="7151" y="574"/>
                  </a:lnTo>
                  <a:lnTo>
                    <a:pt x="2130" y="1349"/>
                  </a:lnTo>
                  <a:lnTo>
                    <a:pt x="0" y="1384"/>
                  </a:lnTo>
                  <a:lnTo>
                    <a:pt x="10490" y="15084"/>
                  </a:lnTo>
                  <a:lnTo>
                    <a:pt x="10681" y="14050"/>
                  </a:lnTo>
                  <a:lnTo>
                    <a:pt x="14355" y="7334"/>
                  </a:lnTo>
                  <a:lnTo>
                    <a:pt x="8739" y="0"/>
                  </a:lnTo>
                  <a:close/>
                </a:path>
              </a:pathLst>
            </a:custGeom>
            <a:solidFill>
              <a:srgbClr val="EFC6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 descr=""/>
            <p:cNvSpPr/>
            <p:nvPr/>
          </p:nvSpPr>
          <p:spPr>
            <a:xfrm>
              <a:off x="11472592" y="6629160"/>
              <a:ext cx="78105" cy="93345"/>
            </a:xfrm>
            <a:custGeom>
              <a:avLst/>
              <a:gdLst/>
              <a:ahLst/>
              <a:cxnLst/>
              <a:rect l="l" t="t" r="r" b="b"/>
              <a:pathLst>
                <a:path w="78104" h="93345">
                  <a:moveTo>
                    <a:pt x="77388" y="92799"/>
                  </a:moveTo>
                  <a:lnTo>
                    <a:pt x="77911" y="93000"/>
                  </a:lnTo>
                  <a:lnTo>
                    <a:pt x="77388" y="92799"/>
                  </a:lnTo>
                  <a:close/>
                </a:path>
                <a:path w="78104" h="93345">
                  <a:moveTo>
                    <a:pt x="19639" y="25651"/>
                  </a:moveTo>
                  <a:lnTo>
                    <a:pt x="68188" y="89059"/>
                  </a:lnTo>
                  <a:lnTo>
                    <a:pt x="73385" y="91252"/>
                  </a:lnTo>
                  <a:lnTo>
                    <a:pt x="77388" y="92799"/>
                  </a:lnTo>
                  <a:lnTo>
                    <a:pt x="77170" y="90897"/>
                  </a:lnTo>
                  <a:lnTo>
                    <a:pt x="76678" y="88918"/>
                  </a:lnTo>
                  <a:lnTo>
                    <a:pt x="76229" y="86767"/>
                  </a:lnTo>
                  <a:lnTo>
                    <a:pt x="61880" y="68027"/>
                  </a:lnTo>
                  <a:lnTo>
                    <a:pt x="61610" y="67924"/>
                  </a:lnTo>
                  <a:lnTo>
                    <a:pt x="59956" y="67390"/>
                  </a:lnTo>
                  <a:lnTo>
                    <a:pt x="59059" y="66971"/>
                  </a:lnTo>
                  <a:lnTo>
                    <a:pt x="58501" y="66971"/>
                  </a:lnTo>
                  <a:lnTo>
                    <a:pt x="60076" y="65671"/>
                  </a:lnTo>
                  <a:lnTo>
                    <a:pt x="54057" y="57810"/>
                  </a:lnTo>
                  <a:lnTo>
                    <a:pt x="49988" y="57537"/>
                  </a:lnTo>
                  <a:lnTo>
                    <a:pt x="47318" y="56479"/>
                  </a:lnTo>
                  <a:lnTo>
                    <a:pt x="44826" y="55244"/>
                  </a:lnTo>
                  <a:lnTo>
                    <a:pt x="39272" y="48500"/>
                  </a:lnTo>
                  <a:lnTo>
                    <a:pt x="40760" y="40445"/>
                  </a:lnTo>
                  <a:lnTo>
                    <a:pt x="30323" y="26815"/>
                  </a:lnTo>
                  <a:lnTo>
                    <a:pt x="21339" y="26815"/>
                  </a:lnTo>
                  <a:lnTo>
                    <a:pt x="19639" y="25651"/>
                  </a:lnTo>
                  <a:close/>
                </a:path>
                <a:path w="78104" h="93345">
                  <a:moveTo>
                    <a:pt x="58702" y="66805"/>
                  </a:moveTo>
                  <a:lnTo>
                    <a:pt x="58501" y="66971"/>
                  </a:lnTo>
                  <a:lnTo>
                    <a:pt x="59059" y="66971"/>
                  </a:lnTo>
                  <a:lnTo>
                    <a:pt x="58702" y="66805"/>
                  </a:lnTo>
                  <a:close/>
                </a:path>
                <a:path w="78104" h="93345">
                  <a:moveTo>
                    <a:pt x="30265" y="26740"/>
                  </a:moveTo>
                  <a:lnTo>
                    <a:pt x="25664" y="26815"/>
                  </a:lnTo>
                  <a:lnTo>
                    <a:pt x="30323" y="26815"/>
                  </a:lnTo>
                  <a:close/>
                </a:path>
                <a:path w="78104" h="93345">
                  <a:moveTo>
                    <a:pt x="0" y="0"/>
                  </a:moveTo>
                  <a:lnTo>
                    <a:pt x="10145" y="13250"/>
                  </a:lnTo>
                  <a:lnTo>
                    <a:pt x="8240" y="8648"/>
                  </a:lnTo>
                  <a:lnTo>
                    <a:pt x="1220" y="4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C5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 descr=""/>
            <p:cNvSpPr/>
            <p:nvPr/>
          </p:nvSpPr>
          <p:spPr>
            <a:xfrm>
              <a:off x="11462637" y="6628259"/>
              <a:ext cx="78740" cy="90170"/>
            </a:xfrm>
            <a:custGeom>
              <a:avLst/>
              <a:gdLst/>
              <a:ahLst/>
              <a:cxnLst/>
              <a:rect l="l" t="t" r="r" b="b"/>
              <a:pathLst>
                <a:path w="78740" h="90170">
                  <a:moveTo>
                    <a:pt x="42742" y="43726"/>
                  </a:moveTo>
                  <a:lnTo>
                    <a:pt x="39190" y="43726"/>
                  </a:lnTo>
                  <a:lnTo>
                    <a:pt x="36726" y="46605"/>
                  </a:lnTo>
                  <a:lnTo>
                    <a:pt x="36724" y="48660"/>
                  </a:lnTo>
                  <a:lnTo>
                    <a:pt x="62790" y="82704"/>
                  </a:lnTo>
                  <a:lnTo>
                    <a:pt x="72898" y="87746"/>
                  </a:lnTo>
                  <a:lnTo>
                    <a:pt x="78146" y="89961"/>
                  </a:lnTo>
                  <a:lnTo>
                    <a:pt x="42742" y="43726"/>
                  </a:lnTo>
                  <a:close/>
                </a:path>
                <a:path w="78740" h="90170">
                  <a:moveTo>
                    <a:pt x="7557" y="0"/>
                  </a:moveTo>
                  <a:lnTo>
                    <a:pt x="3641" y="0"/>
                  </a:lnTo>
                  <a:lnTo>
                    <a:pt x="0" y="695"/>
                  </a:lnTo>
                  <a:lnTo>
                    <a:pt x="33824" y="44872"/>
                  </a:lnTo>
                  <a:lnTo>
                    <a:pt x="35096" y="44752"/>
                  </a:lnTo>
                  <a:lnTo>
                    <a:pt x="37420" y="44239"/>
                  </a:lnTo>
                  <a:lnTo>
                    <a:pt x="38802" y="44166"/>
                  </a:lnTo>
                  <a:lnTo>
                    <a:pt x="39190" y="43726"/>
                  </a:lnTo>
                  <a:lnTo>
                    <a:pt x="42742" y="43726"/>
                  </a:lnTo>
                  <a:lnTo>
                    <a:pt x="29585" y="26545"/>
                  </a:lnTo>
                  <a:lnTo>
                    <a:pt x="27672" y="25234"/>
                  </a:lnTo>
                  <a:lnTo>
                    <a:pt x="20887" y="16051"/>
                  </a:lnTo>
                  <a:lnTo>
                    <a:pt x="20107" y="14168"/>
                  </a:lnTo>
                  <a:lnTo>
                    <a:pt x="9944" y="896"/>
                  </a:lnTo>
                  <a:lnTo>
                    <a:pt x="7557" y="0"/>
                  </a:lnTo>
                  <a:close/>
                </a:path>
              </a:pathLst>
            </a:custGeom>
            <a:solidFill>
              <a:srgbClr val="EDC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 descr=""/>
            <p:cNvSpPr/>
            <p:nvPr/>
          </p:nvSpPr>
          <p:spPr>
            <a:xfrm>
              <a:off x="11455067" y="6628956"/>
              <a:ext cx="70485" cy="82550"/>
            </a:xfrm>
            <a:custGeom>
              <a:avLst/>
              <a:gdLst/>
              <a:ahLst/>
              <a:cxnLst/>
              <a:rect l="l" t="t" r="r" b="b"/>
              <a:pathLst>
                <a:path w="70484" h="82550">
                  <a:moveTo>
                    <a:pt x="57406" y="65091"/>
                  </a:moveTo>
                  <a:lnTo>
                    <a:pt x="54319" y="65091"/>
                  </a:lnTo>
                  <a:lnTo>
                    <a:pt x="54319" y="67845"/>
                  </a:lnTo>
                  <a:lnTo>
                    <a:pt x="60706" y="75300"/>
                  </a:lnTo>
                  <a:lnTo>
                    <a:pt x="68828" y="81243"/>
                  </a:lnTo>
                  <a:lnTo>
                    <a:pt x="70360" y="82007"/>
                  </a:lnTo>
                  <a:lnTo>
                    <a:pt x="57406" y="65091"/>
                  </a:lnTo>
                  <a:close/>
                </a:path>
                <a:path w="70484" h="82550">
                  <a:moveTo>
                    <a:pt x="44293" y="47967"/>
                  </a:moveTo>
                  <a:lnTo>
                    <a:pt x="44279" y="60744"/>
                  </a:lnTo>
                  <a:lnTo>
                    <a:pt x="53029" y="72172"/>
                  </a:lnTo>
                  <a:lnTo>
                    <a:pt x="54319" y="65091"/>
                  </a:lnTo>
                  <a:lnTo>
                    <a:pt x="57406" y="65091"/>
                  </a:lnTo>
                  <a:lnTo>
                    <a:pt x="44293" y="47967"/>
                  </a:lnTo>
                  <a:close/>
                </a:path>
                <a:path w="70484" h="82550">
                  <a:moveTo>
                    <a:pt x="7562" y="0"/>
                  </a:moveTo>
                  <a:lnTo>
                    <a:pt x="4087" y="663"/>
                  </a:lnTo>
                  <a:lnTo>
                    <a:pt x="0" y="2914"/>
                  </a:lnTo>
                  <a:lnTo>
                    <a:pt x="11981" y="18563"/>
                  </a:lnTo>
                  <a:lnTo>
                    <a:pt x="19786" y="26338"/>
                  </a:lnTo>
                  <a:lnTo>
                    <a:pt x="23189" y="32193"/>
                  </a:lnTo>
                  <a:lnTo>
                    <a:pt x="30236" y="41762"/>
                  </a:lnTo>
                  <a:lnTo>
                    <a:pt x="34173" y="43940"/>
                  </a:lnTo>
                  <a:lnTo>
                    <a:pt x="40780" y="44233"/>
                  </a:lnTo>
                  <a:lnTo>
                    <a:pt x="41390" y="44175"/>
                  </a:lnTo>
                  <a:lnTo>
                    <a:pt x="7562" y="0"/>
                  </a:lnTo>
                  <a:close/>
                </a:path>
              </a:pathLst>
            </a:custGeom>
            <a:solidFill>
              <a:srgbClr val="ECC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 descr=""/>
            <p:cNvSpPr/>
            <p:nvPr/>
          </p:nvSpPr>
          <p:spPr>
            <a:xfrm>
              <a:off x="11448978" y="6631871"/>
              <a:ext cx="59690" cy="75565"/>
            </a:xfrm>
            <a:custGeom>
              <a:avLst/>
              <a:gdLst/>
              <a:ahLst/>
              <a:cxnLst/>
              <a:rect l="l" t="t" r="r" b="b"/>
              <a:pathLst>
                <a:path w="59690" h="75565">
                  <a:moveTo>
                    <a:pt x="50369" y="57828"/>
                  </a:moveTo>
                  <a:lnTo>
                    <a:pt x="50368" y="58836"/>
                  </a:lnTo>
                  <a:lnTo>
                    <a:pt x="43468" y="61616"/>
                  </a:lnTo>
                  <a:lnTo>
                    <a:pt x="52854" y="73874"/>
                  </a:lnTo>
                  <a:lnTo>
                    <a:pt x="58032" y="75223"/>
                  </a:lnTo>
                  <a:lnTo>
                    <a:pt x="59119" y="69257"/>
                  </a:lnTo>
                  <a:lnTo>
                    <a:pt x="50369" y="57828"/>
                  </a:lnTo>
                  <a:close/>
                </a:path>
                <a:path w="59690" h="75565">
                  <a:moveTo>
                    <a:pt x="13450" y="9612"/>
                  </a:moveTo>
                  <a:lnTo>
                    <a:pt x="11741" y="9612"/>
                  </a:lnTo>
                  <a:lnTo>
                    <a:pt x="17563" y="15141"/>
                  </a:lnTo>
                  <a:lnTo>
                    <a:pt x="18073" y="15650"/>
                  </a:lnTo>
                  <a:lnTo>
                    <a:pt x="13450" y="9612"/>
                  </a:lnTo>
                  <a:close/>
                </a:path>
                <a:path w="59690" h="75565">
                  <a:moveTo>
                    <a:pt x="6090" y="0"/>
                  </a:moveTo>
                  <a:lnTo>
                    <a:pt x="3310" y="1530"/>
                  </a:lnTo>
                  <a:lnTo>
                    <a:pt x="0" y="4845"/>
                  </a:lnTo>
                  <a:lnTo>
                    <a:pt x="5427" y="11933"/>
                  </a:lnTo>
                  <a:lnTo>
                    <a:pt x="11741" y="9612"/>
                  </a:lnTo>
                  <a:lnTo>
                    <a:pt x="13450" y="9612"/>
                  </a:lnTo>
                  <a:lnTo>
                    <a:pt x="6090" y="0"/>
                  </a:lnTo>
                  <a:close/>
                </a:path>
                <a:path w="59690" h="75565">
                  <a:moveTo>
                    <a:pt x="9953" y="17845"/>
                  </a:moveTo>
                  <a:lnTo>
                    <a:pt x="16311" y="26148"/>
                  </a:lnTo>
                  <a:lnTo>
                    <a:pt x="17290" y="19403"/>
                  </a:lnTo>
                  <a:lnTo>
                    <a:pt x="9953" y="17845"/>
                  </a:lnTo>
                  <a:close/>
                </a:path>
              </a:pathLst>
            </a:custGeom>
            <a:solidFill>
              <a:srgbClr val="EBC2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" name="object 336" descr=""/>
            <p:cNvSpPr/>
            <p:nvPr/>
          </p:nvSpPr>
          <p:spPr>
            <a:xfrm>
              <a:off x="11444325" y="6636716"/>
              <a:ext cx="57785" cy="69215"/>
            </a:xfrm>
            <a:custGeom>
              <a:avLst/>
              <a:gdLst/>
              <a:ahLst/>
              <a:cxnLst/>
              <a:rect l="l" t="t" r="r" b="b"/>
              <a:pathLst>
                <a:path w="57784" h="69215">
                  <a:moveTo>
                    <a:pt x="48121" y="56770"/>
                  </a:moveTo>
                  <a:lnTo>
                    <a:pt x="40633" y="59787"/>
                  </a:lnTo>
                  <a:lnTo>
                    <a:pt x="45267" y="65839"/>
                  </a:lnTo>
                  <a:lnTo>
                    <a:pt x="57507" y="69028"/>
                  </a:lnTo>
                  <a:lnTo>
                    <a:pt x="48121" y="56770"/>
                  </a:lnTo>
                  <a:close/>
                </a:path>
                <a:path w="57784" h="69215">
                  <a:moveTo>
                    <a:pt x="12226" y="12495"/>
                  </a:moveTo>
                  <a:lnTo>
                    <a:pt x="12990" y="14830"/>
                  </a:lnTo>
                  <a:lnTo>
                    <a:pt x="13440" y="19405"/>
                  </a:lnTo>
                  <a:lnTo>
                    <a:pt x="13168" y="21646"/>
                  </a:lnTo>
                  <a:lnTo>
                    <a:pt x="11434" y="21646"/>
                  </a:lnTo>
                  <a:lnTo>
                    <a:pt x="15201" y="26567"/>
                  </a:lnTo>
                  <a:lnTo>
                    <a:pt x="20351" y="25520"/>
                  </a:lnTo>
                  <a:lnTo>
                    <a:pt x="20914" y="21646"/>
                  </a:lnTo>
                  <a:lnTo>
                    <a:pt x="13168" y="21646"/>
                  </a:lnTo>
                  <a:lnTo>
                    <a:pt x="11393" y="21593"/>
                  </a:lnTo>
                  <a:lnTo>
                    <a:pt x="20921" y="21593"/>
                  </a:lnTo>
                  <a:lnTo>
                    <a:pt x="20964" y="21302"/>
                  </a:lnTo>
                  <a:lnTo>
                    <a:pt x="14606" y="13000"/>
                  </a:lnTo>
                  <a:lnTo>
                    <a:pt x="12226" y="12495"/>
                  </a:lnTo>
                  <a:close/>
                </a:path>
                <a:path w="57784" h="69215">
                  <a:moveTo>
                    <a:pt x="4652" y="0"/>
                  </a:moveTo>
                  <a:lnTo>
                    <a:pt x="2206" y="2449"/>
                  </a:lnTo>
                  <a:lnTo>
                    <a:pt x="0" y="6710"/>
                  </a:lnTo>
                  <a:lnTo>
                    <a:pt x="2438" y="9896"/>
                  </a:lnTo>
                  <a:lnTo>
                    <a:pt x="10079" y="7087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rgbClr val="EBC1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 descr=""/>
            <p:cNvSpPr/>
            <p:nvPr/>
          </p:nvSpPr>
          <p:spPr>
            <a:xfrm>
              <a:off x="11442358" y="6643432"/>
              <a:ext cx="47625" cy="59690"/>
            </a:xfrm>
            <a:custGeom>
              <a:avLst/>
              <a:gdLst/>
              <a:ahLst/>
              <a:cxnLst/>
              <a:rect l="l" t="t" r="r" b="b"/>
              <a:pathLst>
                <a:path w="47625" h="59690">
                  <a:moveTo>
                    <a:pt x="42599" y="53071"/>
                  </a:moveTo>
                  <a:lnTo>
                    <a:pt x="42379" y="53159"/>
                  </a:lnTo>
                  <a:lnTo>
                    <a:pt x="39092" y="57002"/>
                  </a:lnTo>
                  <a:lnTo>
                    <a:pt x="47234" y="59124"/>
                  </a:lnTo>
                  <a:lnTo>
                    <a:pt x="42599" y="53071"/>
                  </a:lnTo>
                  <a:close/>
                </a:path>
                <a:path w="47625" h="59690">
                  <a:moveTo>
                    <a:pt x="1963" y="0"/>
                  </a:moveTo>
                  <a:lnTo>
                    <a:pt x="391" y="3035"/>
                  </a:lnTo>
                  <a:lnTo>
                    <a:pt x="0" y="10233"/>
                  </a:lnTo>
                  <a:lnTo>
                    <a:pt x="6519" y="18748"/>
                  </a:lnTo>
                  <a:lnTo>
                    <a:pt x="10012" y="20123"/>
                  </a:lnTo>
                  <a:lnTo>
                    <a:pt x="15828" y="20123"/>
                  </a:lnTo>
                  <a:lnTo>
                    <a:pt x="17164" y="19852"/>
                  </a:lnTo>
                  <a:lnTo>
                    <a:pt x="13355" y="14877"/>
                  </a:lnTo>
                  <a:lnTo>
                    <a:pt x="7763" y="14710"/>
                  </a:lnTo>
                  <a:lnTo>
                    <a:pt x="4370" y="3192"/>
                  </a:lnTo>
                  <a:lnTo>
                    <a:pt x="4288" y="3035"/>
                  </a:lnTo>
                  <a:lnTo>
                    <a:pt x="1963" y="0"/>
                  </a:lnTo>
                  <a:close/>
                </a:path>
              </a:pathLst>
            </a:custGeom>
            <a:solidFill>
              <a:srgbClr val="EAC0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" name="object 338" descr=""/>
            <p:cNvSpPr/>
            <p:nvPr/>
          </p:nvSpPr>
          <p:spPr>
            <a:xfrm>
              <a:off x="11442250" y="6653667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4" h="8890">
                  <a:moveTo>
                    <a:pt x="109" y="0"/>
                  </a:moveTo>
                  <a:lnTo>
                    <a:pt x="0" y="2007"/>
                  </a:lnTo>
                  <a:lnTo>
                    <a:pt x="4008" y="7482"/>
                  </a:lnTo>
                  <a:lnTo>
                    <a:pt x="6628" y="8514"/>
                  </a:lnTo>
                  <a:lnTo>
                    <a:pt x="109" y="0"/>
                  </a:lnTo>
                  <a:close/>
                </a:path>
              </a:pathLst>
            </a:custGeom>
            <a:solidFill>
              <a:srgbClr val="E9BE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" name="object 339" descr=""/>
            <p:cNvSpPr/>
            <p:nvPr/>
          </p:nvSpPr>
          <p:spPr>
            <a:xfrm>
              <a:off x="11729039" y="6733720"/>
              <a:ext cx="13970" cy="18415"/>
            </a:xfrm>
            <a:custGeom>
              <a:avLst/>
              <a:gdLst/>
              <a:ahLst/>
              <a:cxnLst/>
              <a:rect l="l" t="t" r="r" b="b"/>
              <a:pathLst>
                <a:path w="13970" h="18415">
                  <a:moveTo>
                    <a:pt x="0" y="0"/>
                  </a:moveTo>
                  <a:lnTo>
                    <a:pt x="13959" y="18231"/>
                  </a:lnTo>
                  <a:lnTo>
                    <a:pt x="11377" y="13257"/>
                  </a:lnTo>
                  <a:lnTo>
                    <a:pt x="9460" y="10221"/>
                  </a:lnTo>
                  <a:lnTo>
                    <a:pt x="5188" y="4933"/>
                  </a:lnTo>
                  <a:lnTo>
                    <a:pt x="2948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C7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 descr=""/>
            <p:cNvSpPr/>
            <p:nvPr/>
          </p:nvSpPr>
          <p:spPr>
            <a:xfrm>
              <a:off x="11704775" y="6721225"/>
              <a:ext cx="44450" cy="57785"/>
            </a:xfrm>
            <a:custGeom>
              <a:avLst/>
              <a:gdLst/>
              <a:ahLst/>
              <a:cxnLst/>
              <a:rect l="l" t="t" r="r" b="b"/>
              <a:pathLst>
                <a:path w="44450" h="57784">
                  <a:moveTo>
                    <a:pt x="0" y="0"/>
                  </a:moveTo>
                  <a:lnTo>
                    <a:pt x="43869" y="57298"/>
                  </a:lnTo>
                  <a:lnTo>
                    <a:pt x="43830" y="53112"/>
                  </a:lnTo>
                  <a:lnTo>
                    <a:pt x="43693" y="51270"/>
                  </a:lnTo>
                  <a:lnTo>
                    <a:pt x="24267" y="124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C8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 descr=""/>
            <p:cNvSpPr/>
            <p:nvPr/>
          </p:nvSpPr>
          <p:spPr>
            <a:xfrm>
              <a:off x="11688327" y="6718947"/>
              <a:ext cx="60325" cy="76835"/>
            </a:xfrm>
            <a:custGeom>
              <a:avLst/>
              <a:gdLst/>
              <a:ahLst/>
              <a:cxnLst/>
              <a:rect l="l" t="t" r="r" b="b"/>
              <a:pathLst>
                <a:path w="60325" h="76834">
                  <a:moveTo>
                    <a:pt x="625" y="0"/>
                  </a:moveTo>
                  <a:lnTo>
                    <a:pt x="0" y="0"/>
                  </a:lnTo>
                  <a:lnTo>
                    <a:pt x="7933" y="10361"/>
                  </a:lnTo>
                  <a:lnTo>
                    <a:pt x="9054" y="10816"/>
                  </a:lnTo>
                  <a:lnTo>
                    <a:pt x="12237" y="12397"/>
                  </a:lnTo>
                  <a:lnTo>
                    <a:pt x="41325" y="39621"/>
                  </a:lnTo>
                  <a:lnTo>
                    <a:pt x="43524" y="44333"/>
                  </a:lnTo>
                  <a:lnTo>
                    <a:pt x="44865" y="49673"/>
                  </a:lnTo>
                  <a:lnTo>
                    <a:pt x="45388" y="55390"/>
                  </a:lnTo>
                  <a:lnTo>
                    <a:pt x="45503" y="59425"/>
                  </a:lnTo>
                  <a:lnTo>
                    <a:pt x="58367" y="76226"/>
                  </a:lnTo>
                  <a:lnTo>
                    <a:pt x="58540" y="75620"/>
                  </a:lnTo>
                  <a:lnTo>
                    <a:pt x="59000" y="73683"/>
                  </a:lnTo>
                  <a:lnTo>
                    <a:pt x="59851" y="68825"/>
                  </a:lnTo>
                  <a:lnTo>
                    <a:pt x="60215" y="65380"/>
                  </a:lnTo>
                  <a:lnTo>
                    <a:pt x="60199" y="59425"/>
                  </a:lnTo>
                  <a:lnTo>
                    <a:pt x="16444" y="2277"/>
                  </a:lnTo>
                  <a:lnTo>
                    <a:pt x="11211" y="1047"/>
                  </a:lnTo>
                  <a:lnTo>
                    <a:pt x="7934" y="544"/>
                  </a:lnTo>
                  <a:lnTo>
                    <a:pt x="2709" y="62"/>
                  </a:lnTo>
                  <a:lnTo>
                    <a:pt x="625" y="0"/>
                  </a:lnTo>
                  <a:close/>
                </a:path>
              </a:pathLst>
            </a:custGeom>
            <a:solidFill>
              <a:srgbClr val="F3C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 descr=""/>
            <p:cNvSpPr/>
            <p:nvPr/>
          </p:nvSpPr>
          <p:spPr>
            <a:xfrm>
              <a:off x="11682314" y="6718947"/>
              <a:ext cx="64769" cy="89535"/>
            </a:xfrm>
            <a:custGeom>
              <a:avLst/>
              <a:gdLst/>
              <a:ahLst/>
              <a:cxnLst/>
              <a:rect l="l" t="t" r="r" b="b"/>
              <a:pathLst>
                <a:path w="64770" h="89534">
                  <a:moveTo>
                    <a:pt x="51516" y="59430"/>
                  </a:moveTo>
                  <a:lnTo>
                    <a:pt x="51464" y="64165"/>
                  </a:lnTo>
                  <a:lnTo>
                    <a:pt x="51275" y="65997"/>
                  </a:lnTo>
                  <a:lnTo>
                    <a:pt x="50919" y="68123"/>
                  </a:lnTo>
                  <a:lnTo>
                    <a:pt x="50825" y="68825"/>
                  </a:lnTo>
                  <a:lnTo>
                    <a:pt x="50637" y="69537"/>
                  </a:lnTo>
                  <a:lnTo>
                    <a:pt x="50323" y="70971"/>
                  </a:lnTo>
                  <a:lnTo>
                    <a:pt x="50207" y="71694"/>
                  </a:lnTo>
                  <a:lnTo>
                    <a:pt x="49988" y="72406"/>
                  </a:lnTo>
                  <a:lnTo>
                    <a:pt x="49182" y="75575"/>
                  </a:lnTo>
                  <a:lnTo>
                    <a:pt x="59784" y="89421"/>
                  </a:lnTo>
                  <a:lnTo>
                    <a:pt x="60291" y="88238"/>
                  </a:lnTo>
                  <a:lnTo>
                    <a:pt x="61673" y="84793"/>
                  </a:lnTo>
                  <a:lnTo>
                    <a:pt x="63003" y="81285"/>
                  </a:lnTo>
                  <a:lnTo>
                    <a:pt x="64018" y="77495"/>
                  </a:lnTo>
                  <a:lnTo>
                    <a:pt x="64379" y="76230"/>
                  </a:lnTo>
                  <a:lnTo>
                    <a:pt x="51516" y="59430"/>
                  </a:lnTo>
                  <a:close/>
                </a:path>
                <a:path w="64770" h="89534">
                  <a:moveTo>
                    <a:pt x="6009" y="0"/>
                  </a:moveTo>
                  <a:lnTo>
                    <a:pt x="3518" y="0"/>
                  </a:lnTo>
                  <a:lnTo>
                    <a:pt x="1727" y="104"/>
                  </a:lnTo>
                  <a:lnTo>
                    <a:pt x="774" y="890"/>
                  </a:lnTo>
                  <a:lnTo>
                    <a:pt x="0" y="3675"/>
                  </a:lnTo>
                  <a:lnTo>
                    <a:pt x="732" y="5361"/>
                  </a:lnTo>
                  <a:lnTo>
                    <a:pt x="2795" y="6146"/>
                  </a:lnTo>
                  <a:lnTo>
                    <a:pt x="5497" y="7057"/>
                  </a:lnTo>
                  <a:lnTo>
                    <a:pt x="9779" y="8669"/>
                  </a:lnTo>
                  <a:lnTo>
                    <a:pt x="13941" y="10359"/>
                  </a:lnTo>
                  <a:lnTo>
                    <a:pt x="6009" y="0"/>
                  </a:lnTo>
                  <a:close/>
                </a:path>
              </a:pathLst>
            </a:custGeom>
            <a:solidFill>
              <a:srgbClr val="F4CA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 descr=""/>
            <p:cNvSpPr/>
            <p:nvPr/>
          </p:nvSpPr>
          <p:spPr>
            <a:xfrm>
              <a:off x="11726459" y="6794527"/>
              <a:ext cx="15875" cy="26034"/>
            </a:xfrm>
            <a:custGeom>
              <a:avLst/>
              <a:gdLst/>
              <a:ahLst/>
              <a:cxnLst/>
              <a:rect l="l" t="t" r="r" b="b"/>
              <a:pathLst>
                <a:path w="15875" h="26034">
                  <a:moveTo>
                    <a:pt x="5036" y="0"/>
                  </a:moveTo>
                  <a:lnTo>
                    <a:pt x="4376" y="2595"/>
                  </a:lnTo>
                  <a:lnTo>
                    <a:pt x="2030" y="8375"/>
                  </a:lnTo>
                  <a:lnTo>
                    <a:pt x="0" y="12615"/>
                  </a:lnTo>
                  <a:lnTo>
                    <a:pt x="9851" y="25481"/>
                  </a:lnTo>
                  <a:lnTo>
                    <a:pt x="13151" y="19275"/>
                  </a:lnTo>
                  <a:lnTo>
                    <a:pt x="14700" y="16029"/>
                  </a:lnTo>
                  <a:lnTo>
                    <a:pt x="15637" y="13845"/>
                  </a:lnTo>
                  <a:lnTo>
                    <a:pt x="5036" y="0"/>
                  </a:lnTo>
                  <a:close/>
                </a:path>
              </a:pathLst>
            </a:custGeom>
            <a:solidFill>
              <a:srgbClr val="F5CC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 descr=""/>
            <p:cNvSpPr/>
            <p:nvPr/>
          </p:nvSpPr>
          <p:spPr>
            <a:xfrm>
              <a:off x="11720577" y="6807146"/>
              <a:ext cx="15875" cy="24130"/>
            </a:xfrm>
            <a:custGeom>
              <a:avLst/>
              <a:gdLst/>
              <a:ahLst/>
              <a:cxnLst/>
              <a:rect l="l" t="t" r="r" b="b"/>
              <a:pathLst>
                <a:path w="15875" h="24129">
                  <a:moveTo>
                    <a:pt x="5880" y="0"/>
                  </a:moveTo>
                  <a:lnTo>
                    <a:pt x="2541" y="6971"/>
                  </a:lnTo>
                  <a:lnTo>
                    <a:pt x="0" y="11512"/>
                  </a:lnTo>
                  <a:lnTo>
                    <a:pt x="9185" y="23509"/>
                  </a:lnTo>
                  <a:lnTo>
                    <a:pt x="10541" y="21452"/>
                  </a:lnTo>
                  <a:lnTo>
                    <a:pt x="12279" y="18604"/>
                  </a:lnTo>
                  <a:lnTo>
                    <a:pt x="14038" y="15787"/>
                  </a:lnTo>
                  <a:lnTo>
                    <a:pt x="15731" y="12865"/>
                  </a:lnTo>
                  <a:lnTo>
                    <a:pt x="5880" y="0"/>
                  </a:lnTo>
                  <a:close/>
                </a:path>
              </a:pathLst>
            </a:custGeom>
            <a:solidFill>
              <a:srgbClr val="F6CD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 descr=""/>
            <p:cNvSpPr/>
            <p:nvPr/>
          </p:nvSpPr>
          <p:spPr>
            <a:xfrm>
              <a:off x="11709857" y="6818661"/>
              <a:ext cx="20320" cy="29209"/>
            </a:xfrm>
            <a:custGeom>
              <a:avLst/>
              <a:gdLst/>
              <a:ahLst/>
              <a:cxnLst/>
              <a:rect l="l" t="t" r="r" b="b"/>
              <a:pathLst>
                <a:path w="20320" h="29209">
                  <a:moveTo>
                    <a:pt x="19900" y="12001"/>
                  </a:moveTo>
                  <a:lnTo>
                    <a:pt x="10718" y="0"/>
                  </a:lnTo>
                  <a:lnTo>
                    <a:pt x="10210" y="901"/>
                  </a:lnTo>
                  <a:lnTo>
                    <a:pt x="4343" y="10883"/>
                  </a:lnTo>
                  <a:lnTo>
                    <a:pt x="0" y="18008"/>
                  </a:lnTo>
                  <a:lnTo>
                    <a:pt x="8140" y="28638"/>
                  </a:lnTo>
                  <a:lnTo>
                    <a:pt x="10566" y="25298"/>
                  </a:lnTo>
                  <a:lnTo>
                    <a:pt x="12928" y="22110"/>
                  </a:lnTo>
                  <a:lnTo>
                    <a:pt x="14135" y="20485"/>
                  </a:lnTo>
                  <a:lnTo>
                    <a:pt x="19900" y="12001"/>
                  </a:lnTo>
                  <a:close/>
                </a:path>
              </a:pathLst>
            </a:custGeom>
            <a:solidFill>
              <a:srgbClr val="F7CE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 descr=""/>
            <p:cNvSpPr/>
            <p:nvPr/>
          </p:nvSpPr>
          <p:spPr>
            <a:xfrm>
              <a:off x="11705595" y="6836667"/>
              <a:ext cx="12700" cy="17145"/>
            </a:xfrm>
            <a:custGeom>
              <a:avLst/>
              <a:gdLst/>
              <a:ahLst/>
              <a:cxnLst/>
              <a:rect l="l" t="t" r="r" b="b"/>
              <a:pathLst>
                <a:path w="12700" h="17145">
                  <a:moveTo>
                    <a:pt x="4275" y="0"/>
                  </a:moveTo>
                  <a:lnTo>
                    <a:pt x="2226" y="3418"/>
                  </a:lnTo>
                  <a:lnTo>
                    <a:pt x="0" y="7218"/>
                  </a:lnTo>
                  <a:lnTo>
                    <a:pt x="7597" y="17141"/>
                  </a:lnTo>
                  <a:lnTo>
                    <a:pt x="12406" y="10620"/>
                  </a:lnTo>
                  <a:lnTo>
                    <a:pt x="4275" y="0"/>
                  </a:lnTo>
                  <a:close/>
                </a:path>
              </a:pathLst>
            </a:custGeom>
            <a:solidFill>
              <a:srgbClr val="F6CD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 descr=""/>
            <p:cNvSpPr/>
            <p:nvPr/>
          </p:nvSpPr>
          <p:spPr>
            <a:xfrm>
              <a:off x="11701439" y="6843886"/>
              <a:ext cx="12065" cy="17145"/>
            </a:xfrm>
            <a:custGeom>
              <a:avLst/>
              <a:gdLst/>
              <a:ahLst/>
              <a:cxnLst/>
              <a:rect l="l" t="t" r="r" b="b"/>
              <a:pathLst>
                <a:path w="12065" h="17145">
                  <a:moveTo>
                    <a:pt x="4155" y="0"/>
                  </a:moveTo>
                  <a:lnTo>
                    <a:pt x="664" y="5957"/>
                  </a:lnTo>
                  <a:lnTo>
                    <a:pt x="0" y="7370"/>
                  </a:lnTo>
                  <a:lnTo>
                    <a:pt x="7176" y="16743"/>
                  </a:lnTo>
                  <a:lnTo>
                    <a:pt x="9272" y="13277"/>
                  </a:lnTo>
                  <a:lnTo>
                    <a:pt x="11752" y="9922"/>
                  </a:lnTo>
                  <a:lnTo>
                    <a:pt x="4155" y="0"/>
                  </a:lnTo>
                  <a:close/>
                </a:path>
              </a:pathLst>
            </a:custGeom>
            <a:solidFill>
              <a:srgbClr val="F5CC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 descr=""/>
            <p:cNvSpPr/>
            <p:nvPr/>
          </p:nvSpPr>
          <p:spPr>
            <a:xfrm>
              <a:off x="11697790" y="6851255"/>
              <a:ext cx="19050" cy="32384"/>
            </a:xfrm>
            <a:custGeom>
              <a:avLst/>
              <a:gdLst/>
              <a:ahLst/>
              <a:cxnLst/>
              <a:rect l="l" t="t" r="r" b="b"/>
              <a:pathLst>
                <a:path w="19050" h="32384">
                  <a:moveTo>
                    <a:pt x="17360" y="29205"/>
                  </a:moveTo>
                  <a:lnTo>
                    <a:pt x="16203" y="29205"/>
                  </a:lnTo>
                  <a:lnTo>
                    <a:pt x="18491" y="32193"/>
                  </a:lnTo>
                  <a:lnTo>
                    <a:pt x="18491" y="30524"/>
                  </a:lnTo>
                  <a:lnTo>
                    <a:pt x="17360" y="29205"/>
                  </a:lnTo>
                  <a:close/>
                </a:path>
                <a:path w="19050" h="32384">
                  <a:moveTo>
                    <a:pt x="3649" y="0"/>
                  </a:moveTo>
                  <a:lnTo>
                    <a:pt x="774" y="6106"/>
                  </a:lnTo>
                  <a:lnTo>
                    <a:pt x="0" y="8034"/>
                  </a:lnTo>
                  <a:lnTo>
                    <a:pt x="7230" y="17481"/>
                  </a:lnTo>
                  <a:lnTo>
                    <a:pt x="7245" y="16702"/>
                  </a:lnTo>
                  <a:lnTo>
                    <a:pt x="7507" y="15770"/>
                  </a:lnTo>
                  <a:lnTo>
                    <a:pt x="7664" y="15393"/>
                  </a:lnTo>
                  <a:lnTo>
                    <a:pt x="7769" y="15058"/>
                  </a:lnTo>
                  <a:lnTo>
                    <a:pt x="8355" y="13551"/>
                  </a:lnTo>
                  <a:lnTo>
                    <a:pt x="9438" y="11666"/>
                  </a:lnTo>
                  <a:lnTo>
                    <a:pt x="10825" y="9372"/>
                  </a:lnTo>
                  <a:lnTo>
                    <a:pt x="3649" y="0"/>
                  </a:lnTo>
                  <a:close/>
                </a:path>
              </a:pathLst>
            </a:custGeom>
            <a:solidFill>
              <a:srgbClr val="F4CA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 descr=""/>
            <p:cNvSpPr/>
            <p:nvPr/>
          </p:nvSpPr>
          <p:spPr>
            <a:xfrm>
              <a:off x="11696326" y="6859292"/>
              <a:ext cx="20320" cy="27305"/>
            </a:xfrm>
            <a:custGeom>
              <a:avLst/>
              <a:gdLst/>
              <a:ahLst/>
              <a:cxnLst/>
              <a:rect l="l" t="t" r="r" b="b"/>
              <a:pathLst>
                <a:path w="20320" h="27304">
                  <a:moveTo>
                    <a:pt x="1463" y="0"/>
                  </a:moveTo>
                  <a:lnTo>
                    <a:pt x="1212" y="624"/>
                  </a:lnTo>
                  <a:lnTo>
                    <a:pt x="472" y="3671"/>
                  </a:lnTo>
                  <a:lnTo>
                    <a:pt x="333" y="4436"/>
                  </a:lnTo>
                  <a:lnTo>
                    <a:pt x="155" y="5169"/>
                  </a:lnTo>
                  <a:lnTo>
                    <a:pt x="50" y="6017"/>
                  </a:lnTo>
                  <a:lnTo>
                    <a:pt x="0" y="9441"/>
                  </a:lnTo>
                  <a:lnTo>
                    <a:pt x="119" y="10603"/>
                  </a:lnTo>
                  <a:lnTo>
                    <a:pt x="221" y="11174"/>
                  </a:lnTo>
                  <a:lnTo>
                    <a:pt x="11929" y="26464"/>
                  </a:lnTo>
                  <a:lnTo>
                    <a:pt x="13118" y="26718"/>
                  </a:lnTo>
                  <a:lnTo>
                    <a:pt x="15934" y="27116"/>
                  </a:lnTo>
                  <a:lnTo>
                    <a:pt x="17400" y="27063"/>
                  </a:lnTo>
                  <a:lnTo>
                    <a:pt x="18824" y="27063"/>
                  </a:lnTo>
                  <a:lnTo>
                    <a:pt x="19955" y="25744"/>
                  </a:lnTo>
                  <a:lnTo>
                    <a:pt x="19955" y="24147"/>
                  </a:lnTo>
                  <a:lnTo>
                    <a:pt x="17674" y="21168"/>
                  </a:lnTo>
                  <a:lnTo>
                    <a:pt x="16950" y="21084"/>
                  </a:lnTo>
                  <a:lnTo>
                    <a:pt x="15882" y="20634"/>
                  </a:lnTo>
                  <a:lnTo>
                    <a:pt x="14804" y="20226"/>
                  </a:lnTo>
                  <a:lnTo>
                    <a:pt x="13243" y="19367"/>
                  </a:lnTo>
                  <a:lnTo>
                    <a:pt x="11149" y="17022"/>
                  </a:lnTo>
                  <a:lnTo>
                    <a:pt x="10479" y="16069"/>
                  </a:lnTo>
                  <a:lnTo>
                    <a:pt x="9987" y="14854"/>
                  </a:lnTo>
                  <a:lnTo>
                    <a:pt x="9694" y="14299"/>
                  </a:lnTo>
                  <a:lnTo>
                    <a:pt x="9306" y="12928"/>
                  </a:lnTo>
                  <a:lnTo>
                    <a:pt x="9191" y="12278"/>
                  </a:lnTo>
                  <a:lnTo>
                    <a:pt x="8929" y="11242"/>
                  </a:lnTo>
                  <a:lnTo>
                    <a:pt x="8694" y="9441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F3C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 descr=""/>
            <p:cNvSpPr/>
            <p:nvPr/>
          </p:nvSpPr>
          <p:spPr>
            <a:xfrm>
              <a:off x="11600764" y="6585400"/>
              <a:ext cx="107950" cy="300990"/>
            </a:xfrm>
            <a:custGeom>
              <a:avLst/>
              <a:gdLst/>
              <a:ahLst/>
              <a:cxnLst/>
              <a:rect l="l" t="t" r="r" b="b"/>
              <a:pathLst>
                <a:path w="107950" h="300990">
                  <a:moveTo>
                    <a:pt x="26060" y="34023"/>
                  </a:moveTo>
                  <a:lnTo>
                    <a:pt x="12801" y="9715"/>
                  </a:lnTo>
                  <a:lnTo>
                    <a:pt x="10807" y="7543"/>
                  </a:lnTo>
                  <a:lnTo>
                    <a:pt x="8013" y="5194"/>
                  </a:lnTo>
                  <a:lnTo>
                    <a:pt x="5118" y="3136"/>
                  </a:lnTo>
                  <a:lnTo>
                    <a:pt x="2895" y="1663"/>
                  </a:lnTo>
                  <a:lnTo>
                    <a:pt x="0" y="0"/>
                  </a:lnTo>
                  <a:lnTo>
                    <a:pt x="7442" y="9715"/>
                  </a:lnTo>
                  <a:lnTo>
                    <a:pt x="26060" y="34023"/>
                  </a:lnTo>
                  <a:close/>
                </a:path>
                <a:path w="107950" h="300990">
                  <a:moveTo>
                    <a:pt x="107492" y="300367"/>
                  </a:moveTo>
                  <a:lnTo>
                    <a:pt x="95770" y="285064"/>
                  </a:lnTo>
                  <a:lnTo>
                    <a:pt x="96431" y="287502"/>
                  </a:lnTo>
                  <a:lnTo>
                    <a:pt x="96875" y="288810"/>
                  </a:lnTo>
                  <a:lnTo>
                    <a:pt x="97116" y="289433"/>
                  </a:lnTo>
                  <a:lnTo>
                    <a:pt x="97307" y="290118"/>
                  </a:lnTo>
                  <a:lnTo>
                    <a:pt x="97612" y="290639"/>
                  </a:lnTo>
                  <a:lnTo>
                    <a:pt x="98653" y="292773"/>
                  </a:lnTo>
                  <a:lnTo>
                    <a:pt x="99314" y="293687"/>
                  </a:lnTo>
                  <a:lnTo>
                    <a:pt x="100533" y="295554"/>
                  </a:lnTo>
                  <a:lnTo>
                    <a:pt x="101981" y="296976"/>
                  </a:lnTo>
                  <a:lnTo>
                    <a:pt x="106172" y="300075"/>
                  </a:lnTo>
                  <a:lnTo>
                    <a:pt x="107492" y="300367"/>
                  </a:lnTo>
                  <a:close/>
                </a:path>
              </a:pathLst>
            </a:custGeom>
            <a:solidFill>
              <a:srgbClr val="F1C8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 descr=""/>
            <p:cNvSpPr/>
            <p:nvPr/>
          </p:nvSpPr>
          <p:spPr>
            <a:xfrm>
              <a:off x="11582194" y="6580334"/>
              <a:ext cx="47625" cy="61594"/>
            </a:xfrm>
            <a:custGeom>
              <a:avLst/>
              <a:gdLst/>
              <a:ahLst/>
              <a:cxnLst/>
              <a:rect l="l" t="t" r="r" b="b"/>
              <a:pathLst>
                <a:path w="47625" h="61595">
                  <a:moveTo>
                    <a:pt x="11309" y="14769"/>
                  </a:moveTo>
                  <a:lnTo>
                    <a:pt x="19414" y="25352"/>
                  </a:lnTo>
                  <a:lnTo>
                    <a:pt x="20363" y="26008"/>
                  </a:lnTo>
                  <a:lnTo>
                    <a:pt x="23975" y="29642"/>
                  </a:lnTo>
                  <a:lnTo>
                    <a:pt x="26740" y="33935"/>
                  </a:lnTo>
                  <a:lnTo>
                    <a:pt x="29567" y="38165"/>
                  </a:lnTo>
                  <a:lnTo>
                    <a:pt x="29953" y="39114"/>
                  </a:lnTo>
                  <a:lnTo>
                    <a:pt x="47019" y="61400"/>
                  </a:lnTo>
                  <a:lnTo>
                    <a:pt x="47200" y="56866"/>
                  </a:lnTo>
                  <a:lnTo>
                    <a:pt x="46928" y="50604"/>
                  </a:lnTo>
                  <a:lnTo>
                    <a:pt x="45064" y="40709"/>
                  </a:lnTo>
                  <a:lnTo>
                    <a:pt x="44635" y="39093"/>
                  </a:lnTo>
                  <a:lnTo>
                    <a:pt x="26012" y="14772"/>
                  </a:lnTo>
                  <a:lnTo>
                    <a:pt x="11309" y="14769"/>
                  </a:lnTo>
                  <a:close/>
                </a:path>
                <a:path w="47625" h="61595">
                  <a:moveTo>
                    <a:pt x="0" y="0"/>
                  </a:moveTo>
                  <a:lnTo>
                    <a:pt x="11309" y="14769"/>
                  </a:lnTo>
                  <a:lnTo>
                    <a:pt x="26012" y="14772"/>
                  </a:lnTo>
                  <a:lnTo>
                    <a:pt x="18574" y="5059"/>
                  </a:lnTo>
                  <a:lnTo>
                    <a:pt x="16059" y="3862"/>
                  </a:lnTo>
                  <a:lnTo>
                    <a:pt x="15505" y="3559"/>
                  </a:lnTo>
                  <a:lnTo>
                    <a:pt x="4123" y="501"/>
                  </a:lnTo>
                  <a:lnTo>
                    <a:pt x="751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C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 descr=""/>
            <p:cNvSpPr/>
            <p:nvPr/>
          </p:nvSpPr>
          <p:spPr>
            <a:xfrm>
              <a:off x="11568060" y="6580302"/>
              <a:ext cx="61594" cy="78105"/>
            </a:xfrm>
            <a:custGeom>
              <a:avLst/>
              <a:gdLst/>
              <a:ahLst/>
              <a:cxnLst/>
              <a:rect l="l" t="t" r="r" b="b"/>
              <a:pathLst>
                <a:path w="61595" h="78104">
                  <a:moveTo>
                    <a:pt x="44087" y="39150"/>
                  </a:moveTo>
                  <a:lnTo>
                    <a:pt x="45679" y="43066"/>
                  </a:lnTo>
                  <a:lnTo>
                    <a:pt x="48485" y="52961"/>
                  </a:lnTo>
                  <a:lnTo>
                    <a:pt x="49250" y="58029"/>
                  </a:lnTo>
                  <a:lnTo>
                    <a:pt x="49948" y="65996"/>
                  </a:lnTo>
                  <a:lnTo>
                    <a:pt x="59214" y="78099"/>
                  </a:lnTo>
                  <a:lnTo>
                    <a:pt x="60192" y="73222"/>
                  </a:lnTo>
                  <a:lnTo>
                    <a:pt x="60883" y="68175"/>
                  </a:lnTo>
                  <a:lnTo>
                    <a:pt x="61152" y="61437"/>
                  </a:lnTo>
                  <a:lnTo>
                    <a:pt x="44087" y="39150"/>
                  </a:lnTo>
                  <a:close/>
                </a:path>
                <a:path w="61595" h="78104">
                  <a:moveTo>
                    <a:pt x="10750" y="14798"/>
                  </a:moveTo>
                  <a:lnTo>
                    <a:pt x="12338" y="16872"/>
                  </a:lnTo>
                  <a:lnTo>
                    <a:pt x="16402" y="17538"/>
                  </a:lnTo>
                  <a:lnTo>
                    <a:pt x="17052" y="17612"/>
                  </a:lnTo>
                  <a:lnTo>
                    <a:pt x="17669" y="17790"/>
                  </a:lnTo>
                  <a:lnTo>
                    <a:pt x="18915" y="18041"/>
                  </a:lnTo>
                  <a:lnTo>
                    <a:pt x="19544" y="18135"/>
                  </a:lnTo>
                  <a:lnTo>
                    <a:pt x="20141" y="18334"/>
                  </a:lnTo>
                  <a:lnTo>
                    <a:pt x="21931" y="18847"/>
                  </a:lnTo>
                  <a:lnTo>
                    <a:pt x="23439" y="19413"/>
                  </a:lnTo>
                  <a:lnTo>
                    <a:pt x="23858" y="19517"/>
                  </a:lnTo>
                  <a:lnTo>
                    <a:pt x="26538" y="20826"/>
                  </a:lnTo>
                  <a:lnTo>
                    <a:pt x="28632" y="22051"/>
                  </a:lnTo>
                  <a:lnTo>
                    <a:pt x="30255" y="23109"/>
                  </a:lnTo>
                  <a:lnTo>
                    <a:pt x="33548" y="25385"/>
                  </a:lnTo>
                  <a:lnTo>
                    <a:pt x="25444" y="14801"/>
                  </a:lnTo>
                  <a:lnTo>
                    <a:pt x="10750" y="14798"/>
                  </a:lnTo>
                  <a:close/>
                </a:path>
                <a:path w="61595" h="78104">
                  <a:moveTo>
                    <a:pt x="11586" y="0"/>
                  </a:moveTo>
                  <a:lnTo>
                    <a:pt x="8317" y="32"/>
                  </a:lnTo>
                  <a:lnTo>
                    <a:pt x="5104" y="167"/>
                  </a:lnTo>
                  <a:lnTo>
                    <a:pt x="1932" y="471"/>
                  </a:lnTo>
                  <a:lnTo>
                    <a:pt x="0" y="756"/>
                  </a:lnTo>
                  <a:lnTo>
                    <a:pt x="10750" y="14798"/>
                  </a:lnTo>
                  <a:lnTo>
                    <a:pt x="25444" y="14801"/>
                  </a:lnTo>
                  <a:lnTo>
                    <a:pt x="14136" y="32"/>
                  </a:lnTo>
                  <a:lnTo>
                    <a:pt x="11586" y="0"/>
                  </a:lnTo>
                  <a:close/>
                </a:path>
              </a:pathLst>
            </a:custGeom>
            <a:solidFill>
              <a:srgbClr val="F4CA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 descr=""/>
            <p:cNvSpPr/>
            <p:nvPr/>
          </p:nvSpPr>
          <p:spPr>
            <a:xfrm>
              <a:off x="11555278" y="6581058"/>
              <a:ext cx="72390" cy="92075"/>
            </a:xfrm>
            <a:custGeom>
              <a:avLst/>
              <a:gdLst/>
              <a:ahLst/>
              <a:cxnLst/>
              <a:rect l="l" t="t" r="r" b="b"/>
              <a:pathLst>
                <a:path w="72390" h="92075">
                  <a:moveTo>
                    <a:pt x="62730" y="65240"/>
                  </a:moveTo>
                  <a:lnTo>
                    <a:pt x="62753" y="77343"/>
                  </a:lnTo>
                  <a:lnTo>
                    <a:pt x="62713" y="79429"/>
                  </a:lnTo>
                  <a:lnTo>
                    <a:pt x="62350" y="83933"/>
                  </a:lnTo>
                  <a:lnTo>
                    <a:pt x="68147" y="91504"/>
                  </a:lnTo>
                  <a:lnTo>
                    <a:pt x="68399" y="90822"/>
                  </a:lnTo>
                  <a:lnTo>
                    <a:pt x="69310" y="87859"/>
                  </a:lnTo>
                  <a:lnTo>
                    <a:pt x="70252" y="84885"/>
                  </a:lnTo>
                  <a:lnTo>
                    <a:pt x="71226" y="81189"/>
                  </a:lnTo>
                  <a:lnTo>
                    <a:pt x="71997" y="77343"/>
                  </a:lnTo>
                  <a:lnTo>
                    <a:pt x="62730" y="65240"/>
                  </a:lnTo>
                  <a:close/>
                </a:path>
                <a:path w="72390" h="92075">
                  <a:moveTo>
                    <a:pt x="8831" y="14039"/>
                  </a:moveTo>
                  <a:lnTo>
                    <a:pt x="10918" y="16764"/>
                  </a:lnTo>
                  <a:lnTo>
                    <a:pt x="18599" y="16039"/>
                  </a:lnTo>
                  <a:lnTo>
                    <a:pt x="24075" y="15944"/>
                  </a:lnTo>
                  <a:lnTo>
                    <a:pt x="24990" y="15944"/>
                  </a:lnTo>
                  <a:lnTo>
                    <a:pt x="23533" y="14042"/>
                  </a:lnTo>
                  <a:lnTo>
                    <a:pt x="8831" y="14039"/>
                  </a:lnTo>
                  <a:close/>
                </a:path>
                <a:path w="72390" h="92075">
                  <a:moveTo>
                    <a:pt x="24990" y="15944"/>
                  </a:moveTo>
                  <a:lnTo>
                    <a:pt x="24075" y="15944"/>
                  </a:lnTo>
                  <a:lnTo>
                    <a:pt x="25121" y="16116"/>
                  </a:lnTo>
                  <a:lnTo>
                    <a:pt x="24990" y="15944"/>
                  </a:lnTo>
                  <a:close/>
                </a:path>
                <a:path w="72390" h="92075">
                  <a:moveTo>
                    <a:pt x="12782" y="0"/>
                  </a:moveTo>
                  <a:lnTo>
                    <a:pt x="8537" y="626"/>
                  </a:lnTo>
                  <a:lnTo>
                    <a:pt x="5521" y="1222"/>
                  </a:lnTo>
                  <a:lnTo>
                    <a:pt x="0" y="2504"/>
                  </a:lnTo>
                  <a:lnTo>
                    <a:pt x="8831" y="14039"/>
                  </a:lnTo>
                  <a:lnTo>
                    <a:pt x="23533" y="14042"/>
                  </a:lnTo>
                  <a:lnTo>
                    <a:pt x="12782" y="0"/>
                  </a:lnTo>
                  <a:close/>
                </a:path>
              </a:pathLst>
            </a:custGeom>
            <a:solidFill>
              <a:srgbClr val="F5CC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 descr=""/>
            <p:cNvSpPr/>
            <p:nvPr/>
          </p:nvSpPr>
          <p:spPr>
            <a:xfrm>
              <a:off x="11543199" y="6583565"/>
              <a:ext cx="80645" cy="96520"/>
            </a:xfrm>
            <a:custGeom>
              <a:avLst/>
              <a:gdLst/>
              <a:ahLst/>
              <a:cxnLst/>
              <a:rect l="l" t="t" r="r" b="b"/>
              <a:pathLst>
                <a:path w="80645" h="96520">
                  <a:moveTo>
                    <a:pt x="74428" y="81437"/>
                  </a:moveTo>
                  <a:lnTo>
                    <a:pt x="74268" y="83415"/>
                  </a:lnTo>
                  <a:lnTo>
                    <a:pt x="73707" y="89005"/>
                  </a:lnTo>
                  <a:lnTo>
                    <a:pt x="73336" y="91876"/>
                  </a:lnTo>
                  <a:lnTo>
                    <a:pt x="73137" y="93949"/>
                  </a:lnTo>
                  <a:lnTo>
                    <a:pt x="73650" y="95163"/>
                  </a:lnTo>
                  <a:lnTo>
                    <a:pt x="75903" y="96499"/>
                  </a:lnTo>
                  <a:lnTo>
                    <a:pt x="77430" y="95917"/>
                  </a:lnTo>
                  <a:lnTo>
                    <a:pt x="78425" y="93666"/>
                  </a:lnTo>
                  <a:lnTo>
                    <a:pt x="79608" y="90671"/>
                  </a:lnTo>
                  <a:lnTo>
                    <a:pt x="80223" y="89005"/>
                  </a:lnTo>
                  <a:lnTo>
                    <a:pt x="74428" y="81437"/>
                  </a:lnTo>
                  <a:close/>
                </a:path>
                <a:path w="80645" h="96520">
                  <a:moveTo>
                    <a:pt x="6198" y="11529"/>
                  </a:moveTo>
                  <a:lnTo>
                    <a:pt x="9940" y="16415"/>
                  </a:lnTo>
                  <a:lnTo>
                    <a:pt x="14197" y="15553"/>
                  </a:lnTo>
                  <a:lnTo>
                    <a:pt x="19704" y="14569"/>
                  </a:lnTo>
                  <a:lnTo>
                    <a:pt x="22990" y="14259"/>
                  </a:lnTo>
                  <a:lnTo>
                    <a:pt x="20902" y="11532"/>
                  </a:lnTo>
                  <a:lnTo>
                    <a:pt x="6198" y="11529"/>
                  </a:lnTo>
                  <a:close/>
                </a:path>
                <a:path w="80645" h="96520">
                  <a:moveTo>
                    <a:pt x="12071" y="0"/>
                  </a:moveTo>
                  <a:lnTo>
                    <a:pt x="8888" y="842"/>
                  </a:lnTo>
                  <a:lnTo>
                    <a:pt x="543" y="3250"/>
                  </a:lnTo>
                  <a:lnTo>
                    <a:pt x="0" y="3433"/>
                  </a:lnTo>
                  <a:lnTo>
                    <a:pt x="6198" y="11529"/>
                  </a:lnTo>
                  <a:lnTo>
                    <a:pt x="20902" y="11532"/>
                  </a:lnTo>
                  <a:lnTo>
                    <a:pt x="12071" y="0"/>
                  </a:lnTo>
                  <a:close/>
                </a:path>
              </a:pathLst>
            </a:custGeom>
            <a:solidFill>
              <a:srgbClr val="F6CD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 descr=""/>
            <p:cNvSpPr/>
            <p:nvPr/>
          </p:nvSpPr>
          <p:spPr>
            <a:xfrm>
              <a:off x="11523701" y="6587001"/>
              <a:ext cx="29845" cy="17780"/>
            </a:xfrm>
            <a:custGeom>
              <a:avLst/>
              <a:gdLst/>
              <a:ahLst/>
              <a:cxnLst/>
              <a:rect l="l" t="t" r="r" b="b"/>
              <a:pathLst>
                <a:path w="29845" h="17779">
                  <a:moveTo>
                    <a:pt x="29438" y="12979"/>
                  </a:moveTo>
                  <a:lnTo>
                    <a:pt x="25692" y="8102"/>
                  </a:lnTo>
                  <a:lnTo>
                    <a:pt x="19494" y="0"/>
                  </a:lnTo>
                  <a:lnTo>
                    <a:pt x="7823" y="3949"/>
                  </a:lnTo>
                  <a:lnTo>
                    <a:pt x="469" y="6426"/>
                  </a:lnTo>
                  <a:lnTo>
                    <a:pt x="0" y="6540"/>
                  </a:lnTo>
                  <a:lnTo>
                    <a:pt x="1193" y="8089"/>
                  </a:lnTo>
                  <a:lnTo>
                    <a:pt x="8356" y="17449"/>
                  </a:lnTo>
                  <a:lnTo>
                    <a:pt x="12585" y="16598"/>
                  </a:lnTo>
                  <a:lnTo>
                    <a:pt x="16802" y="15684"/>
                  </a:lnTo>
                  <a:lnTo>
                    <a:pt x="22936" y="14300"/>
                  </a:lnTo>
                  <a:lnTo>
                    <a:pt x="29438" y="12979"/>
                  </a:lnTo>
                  <a:close/>
                </a:path>
              </a:pathLst>
            </a:custGeom>
            <a:solidFill>
              <a:srgbClr val="F7CE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 descr=""/>
            <p:cNvSpPr/>
            <p:nvPr/>
          </p:nvSpPr>
          <p:spPr>
            <a:xfrm>
              <a:off x="11502447" y="6576355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12647" y="18732"/>
                  </a:moveTo>
                  <a:lnTo>
                    <a:pt x="20901" y="29511"/>
                  </a:lnTo>
                  <a:lnTo>
                    <a:pt x="23850" y="29245"/>
                  </a:lnTo>
                  <a:lnTo>
                    <a:pt x="29613" y="28085"/>
                  </a:lnTo>
                  <a:lnTo>
                    <a:pt x="22467" y="18753"/>
                  </a:lnTo>
                  <a:lnTo>
                    <a:pt x="13872" y="18753"/>
                  </a:lnTo>
                  <a:lnTo>
                    <a:pt x="12647" y="18732"/>
                  </a:lnTo>
                  <a:close/>
                </a:path>
                <a:path w="29845" h="29845">
                  <a:moveTo>
                    <a:pt x="13977" y="18732"/>
                  </a:moveTo>
                  <a:lnTo>
                    <a:pt x="22467" y="18753"/>
                  </a:lnTo>
                  <a:lnTo>
                    <a:pt x="13977" y="18732"/>
                  </a:lnTo>
                  <a:close/>
                </a:path>
                <a:path w="29845" h="29845">
                  <a:moveTo>
                    <a:pt x="21259" y="17174"/>
                  </a:moveTo>
                  <a:lnTo>
                    <a:pt x="17725" y="17968"/>
                  </a:lnTo>
                  <a:lnTo>
                    <a:pt x="15746" y="18386"/>
                  </a:lnTo>
                  <a:lnTo>
                    <a:pt x="13977" y="18732"/>
                  </a:lnTo>
                  <a:lnTo>
                    <a:pt x="22453" y="18734"/>
                  </a:lnTo>
                  <a:lnTo>
                    <a:pt x="21259" y="17174"/>
                  </a:lnTo>
                  <a:close/>
                </a:path>
                <a:path w="29845" h="29845">
                  <a:moveTo>
                    <a:pt x="2888" y="0"/>
                  </a:moveTo>
                  <a:lnTo>
                    <a:pt x="1579" y="0"/>
                  </a:lnTo>
                  <a:lnTo>
                    <a:pt x="657" y="628"/>
                  </a:lnTo>
                  <a:lnTo>
                    <a:pt x="228" y="1706"/>
                  </a:lnTo>
                  <a:lnTo>
                    <a:pt x="197" y="1842"/>
                  </a:lnTo>
                  <a:lnTo>
                    <a:pt x="0" y="2215"/>
                  </a:lnTo>
                  <a:lnTo>
                    <a:pt x="4528" y="8129"/>
                  </a:lnTo>
                  <a:lnTo>
                    <a:pt x="4597" y="5926"/>
                  </a:lnTo>
                  <a:lnTo>
                    <a:pt x="4724" y="4607"/>
                  </a:lnTo>
                  <a:lnTo>
                    <a:pt x="4814" y="4156"/>
                  </a:lnTo>
                  <a:lnTo>
                    <a:pt x="5401" y="2680"/>
                  </a:lnTo>
                  <a:lnTo>
                    <a:pt x="4846" y="942"/>
                  </a:lnTo>
                  <a:lnTo>
                    <a:pt x="3233" y="83"/>
                  </a:lnTo>
                  <a:lnTo>
                    <a:pt x="2888" y="0"/>
                  </a:lnTo>
                  <a:close/>
                </a:path>
                <a:path w="29845" h="29845">
                  <a:moveTo>
                    <a:pt x="4877" y="4031"/>
                  </a:moveTo>
                  <a:close/>
                </a:path>
              </a:pathLst>
            </a:custGeom>
            <a:solidFill>
              <a:srgbClr val="F6CD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 descr=""/>
            <p:cNvSpPr/>
            <p:nvPr/>
          </p:nvSpPr>
          <p:spPr>
            <a:xfrm>
              <a:off x="11500533" y="6578569"/>
              <a:ext cx="22860" cy="27940"/>
            </a:xfrm>
            <a:custGeom>
              <a:avLst/>
              <a:gdLst/>
              <a:ahLst/>
              <a:cxnLst/>
              <a:rect l="l" t="t" r="r" b="b"/>
              <a:pathLst>
                <a:path w="22859" h="27940">
                  <a:moveTo>
                    <a:pt x="1913" y="0"/>
                  </a:moveTo>
                  <a:lnTo>
                    <a:pt x="1628" y="539"/>
                  </a:lnTo>
                  <a:lnTo>
                    <a:pt x="623" y="4225"/>
                  </a:lnTo>
                  <a:lnTo>
                    <a:pt x="0" y="7136"/>
                  </a:lnTo>
                  <a:lnTo>
                    <a:pt x="443" y="10875"/>
                  </a:lnTo>
                  <a:lnTo>
                    <a:pt x="12864" y="27096"/>
                  </a:lnTo>
                  <a:lnTo>
                    <a:pt x="13376" y="27219"/>
                  </a:lnTo>
                  <a:lnTo>
                    <a:pt x="16015" y="27690"/>
                  </a:lnTo>
                  <a:lnTo>
                    <a:pt x="18444" y="27658"/>
                  </a:lnTo>
                  <a:lnTo>
                    <a:pt x="20894" y="27470"/>
                  </a:lnTo>
                  <a:lnTo>
                    <a:pt x="22815" y="27296"/>
                  </a:lnTo>
                  <a:lnTo>
                    <a:pt x="14562" y="16518"/>
                  </a:lnTo>
                  <a:lnTo>
                    <a:pt x="12800" y="16517"/>
                  </a:lnTo>
                  <a:lnTo>
                    <a:pt x="10958" y="15093"/>
                  </a:lnTo>
                  <a:lnTo>
                    <a:pt x="10246" y="14392"/>
                  </a:lnTo>
                  <a:lnTo>
                    <a:pt x="10005" y="14277"/>
                  </a:lnTo>
                  <a:lnTo>
                    <a:pt x="9356" y="13491"/>
                  </a:lnTo>
                  <a:lnTo>
                    <a:pt x="8884" y="13010"/>
                  </a:lnTo>
                  <a:lnTo>
                    <a:pt x="8560" y="12476"/>
                  </a:lnTo>
                  <a:lnTo>
                    <a:pt x="7827" y="11450"/>
                  </a:lnTo>
                  <a:lnTo>
                    <a:pt x="7366" y="10350"/>
                  </a:lnTo>
                  <a:lnTo>
                    <a:pt x="6403" y="7136"/>
                  </a:lnTo>
                  <a:lnTo>
                    <a:pt x="6441" y="5913"/>
                  </a:lnTo>
                  <a:lnTo>
                    <a:pt x="1913" y="0"/>
                  </a:lnTo>
                  <a:close/>
                </a:path>
                <a:path w="22859" h="27940">
                  <a:moveTo>
                    <a:pt x="12790" y="16339"/>
                  </a:moveTo>
                  <a:lnTo>
                    <a:pt x="12622" y="16339"/>
                  </a:lnTo>
                  <a:lnTo>
                    <a:pt x="12800" y="16517"/>
                  </a:lnTo>
                  <a:lnTo>
                    <a:pt x="14263" y="16517"/>
                  </a:lnTo>
                  <a:lnTo>
                    <a:pt x="13942" y="16507"/>
                  </a:lnTo>
                  <a:lnTo>
                    <a:pt x="13690" y="16507"/>
                  </a:lnTo>
                  <a:lnTo>
                    <a:pt x="13826" y="16503"/>
                  </a:lnTo>
                  <a:lnTo>
                    <a:pt x="13621" y="16497"/>
                  </a:lnTo>
                  <a:lnTo>
                    <a:pt x="12999" y="16402"/>
                  </a:lnTo>
                  <a:lnTo>
                    <a:pt x="12853" y="16402"/>
                  </a:lnTo>
                  <a:close/>
                </a:path>
                <a:path w="22859" h="27940">
                  <a:moveTo>
                    <a:pt x="13826" y="16503"/>
                  </a:moveTo>
                  <a:lnTo>
                    <a:pt x="13690" y="16507"/>
                  </a:lnTo>
                  <a:lnTo>
                    <a:pt x="13942" y="16507"/>
                  </a:lnTo>
                  <a:close/>
                </a:path>
                <a:path w="22859" h="27940">
                  <a:moveTo>
                    <a:pt x="14067" y="16497"/>
                  </a:moveTo>
                  <a:close/>
                </a:path>
                <a:path w="22859" h="27940">
                  <a:moveTo>
                    <a:pt x="12549" y="16308"/>
                  </a:moveTo>
                  <a:close/>
                </a:path>
                <a:path w="22859" h="27940">
                  <a:moveTo>
                    <a:pt x="12635" y="16360"/>
                  </a:moveTo>
                  <a:close/>
                </a:path>
              </a:pathLst>
            </a:custGeom>
            <a:solidFill>
              <a:srgbClr val="F5CC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 descr=""/>
            <p:cNvSpPr/>
            <p:nvPr/>
          </p:nvSpPr>
          <p:spPr>
            <a:xfrm>
              <a:off x="11500978" y="6589445"/>
              <a:ext cx="12700" cy="16510"/>
            </a:xfrm>
            <a:custGeom>
              <a:avLst/>
              <a:gdLst/>
              <a:ahLst/>
              <a:cxnLst/>
              <a:rect l="l" t="t" r="r" b="b"/>
              <a:pathLst>
                <a:path w="12700" h="16509">
                  <a:moveTo>
                    <a:pt x="0" y="0"/>
                  </a:moveTo>
                  <a:lnTo>
                    <a:pt x="274" y="2133"/>
                  </a:lnTo>
                  <a:lnTo>
                    <a:pt x="709" y="3976"/>
                  </a:lnTo>
                  <a:lnTo>
                    <a:pt x="797" y="4217"/>
                  </a:lnTo>
                  <a:lnTo>
                    <a:pt x="1687" y="6154"/>
                  </a:lnTo>
                  <a:lnTo>
                    <a:pt x="2127" y="7233"/>
                  </a:lnTo>
                  <a:lnTo>
                    <a:pt x="3362" y="9243"/>
                  </a:lnTo>
                  <a:lnTo>
                    <a:pt x="3645" y="9756"/>
                  </a:lnTo>
                  <a:lnTo>
                    <a:pt x="5436" y="11924"/>
                  </a:lnTo>
                  <a:lnTo>
                    <a:pt x="12419" y="162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CA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 descr=""/>
            <p:cNvSpPr/>
            <p:nvPr/>
          </p:nvSpPr>
          <p:spPr>
            <a:xfrm>
              <a:off x="11733014" y="6698875"/>
              <a:ext cx="7620" cy="12065"/>
            </a:xfrm>
            <a:custGeom>
              <a:avLst/>
              <a:gdLst/>
              <a:ahLst/>
              <a:cxnLst/>
              <a:rect l="l" t="t" r="r" b="b"/>
              <a:pathLst>
                <a:path w="7620" h="12065">
                  <a:moveTo>
                    <a:pt x="3717" y="0"/>
                  </a:moveTo>
                  <a:lnTo>
                    <a:pt x="2523" y="10"/>
                  </a:lnTo>
                  <a:lnTo>
                    <a:pt x="1047" y="136"/>
                  </a:lnTo>
                  <a:lnTo>
                    <a:pt x="0" y="1570"/>
                  </a:lnTo>
                  <a:lnTo>
                    <a:pt x="7554" y="11506"/>
                  </a:lnTo>
                  <a:lnTo>
                    <a:pt x="7497" y="11203"/>
                  </a:lnTo>
                  <a:lnTo>
                    <a:pt x="6942" y="8931"/>
                  </a:lnTo>
                  <a:lnTo>
                    <a:pt x="6418" y="6659"/>
                  </a:lnTo>
                  <a:lnTo>
                    <a:pt x="5245" y="2575"/>
                  </a:lnTo>
                  <a:lnTo>
                    <a:pt x="4649" y="774"/>
                  </a:lnTo>
                  <a:lnTo>
                    <a:pt x="3717" y="0"/>
                  </a:lnTo>
                  <a:close/>
                </a:path>
              </a:pathLst>
            </a:custGeom>
            <a:solidFill>
              <a:srgbClr val="EEC5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 descr=""/>
            <p:cNvSpPr/>
            <p:nvPr/>
          </p:nvSpPr>
          <p:spPr>
            <a:xfrm>
              <a:off x="11733019" y="6700518"/>
              <a:ext cx="9525" cy="31115"/>
            </a:xfrm>
            <a:custGeom>
              <a:avLst/>
              <a:gdLst/>
              <a:ahLst/>
              <a:cxnLst/>
              <a:rect l="l" t="t" r="r" b="b"/>
              <a:pathLst>
                <a:path w="9525" h="31115">
                  <a:moveTo>
                    <a:pt x="0" y="0"/>
                  </a:moveTo>
                  <a:lnTo>
                    <a:pt x="591" y="8555"/>
                  </a:lnTo>
                  <a:lnTo>
                    <a:pt x="686" y="20097"/>
                  </a:lnTo>
                  <a:lnTo>
                    <a:pt x="8674" y="30529"/>
                  </a:lnTo>
                  <a:lnTo>
                    <a:pt x="8884" y="27224"/>
                  </a:lnTo>
                  <a:lnTo>
                    <a:pt x="9070" y="22986"/>
                  </a:lnTo>
                  <a:lnTo>
                    <a:pt x="8884" y="19057"/>
                  </a:lnTo>
                  <a:lnTo>
                    <a:pt x="8026" y="12387"/>
                  </a:lnTo>
                  <a:lnTo>
                    <a:pt x="7549" y="98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C6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 descr=""/>
            <p:cNvSpPr/>
            <p:nvPr/>
          </p:nvSpPr>
          <p:spPr>
            <a:xfrm>
              <a:off x="11730572" y="6720612"/>
              <a:ext cx="11430" cy="24765"/>
            </a:xfrm>
            <a:custGeom>
              <a:avLst/>
              <a:gdLst/>
              <a:ahLst/>
              <a:cxnLst/>
              <a:rect l="l" t="t" r="r" b="b"/>
              <a:pathLst>
                <a:path w="11429" h="24765">
                  <a:moveTo>
                    <a:pt x="3133" y="0"/>
                  </a:moveTo>
                  <a:lnTo>
                    <a:pt x="0" y="15109"/>
                  </a:lnTo>
                  <a:lnTo>
                    <a:pt x="7248" y="24575"/>
                  </a:lnTo>
                  <a:lnTo>
                    <a:pt x="11122" y="10432"/>
                  </a:lnTo>
                  <a:lnTo>
                    <a:pt x="3133" y="0"/>
                  </a:lnTo>
                  <a:close/>
                </a:path>
              </a:pathLst>
            </a:custGeom>
            <a:solidFill>
              <a:srgbClr val="F0C7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 descr=""/>
            <p:cNvSpPr/>
            <p:nvPr/>
          </p:nvSpPr>
          <p:spPr>
            <a:xfrm>
              <a:off x="11724007" y="6735722"/>
              <a:ext cx="13970" cy="20320"/>
            </a:xfrm>
            <a:custGeom>
              <a:avLst/>
              <a:gdLst/>
              <a:ahLst/>
              <a:cxnLst/>
              <a:rect l="l" t="t" r="r" b="b"/>
              <a:pathLst>
                <a:path w="13970" h="20320">
                  <a:moveTo>
                    <a:pt x="6564" y="0"/>
                  </a:moveTo>
                  <a:lnTo>
                    <a:pt x="0" y="10630"/>
                  </a:lnTo>
                  <a:lnTo>
                    <a:pt x="7110" y="19915"/>
                  </a:lnTo>
                  <a:lnTo>
                    <a:pt x="13812" y="9465"/>
                  </a:lnTo>
                  <a:lnTo>
                    <a:pt x="6564" y="0"/>
                  </a:lnTo>
                  <a:close/>
                </a:path>
              </a:pathLst>
            </a:custGeom>
            <a:solidFill>
              <a:srgbClr val="F1C8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 descr=""/>
            <p:cNvSpPr/>
            <p:nvPr/>
          </p:nvSpPr>
          <p:spPr>
            <a:xfrm>
              <a:off x="11714907" y="6746350"/>
              <a:ext cx="16510" cy="17145"/>
            </a:xfrm>
            <a:custGeom>
              <a:avLst/>
              <a:gdLst/>
              <a:ahLst/>
              <a:cxnLst/>
              <a:rect l="l" t="t" r="r" b="b"/>
              <a:pathLst>
                <a:path w="16509" h="17145">
                  <a:moveTo>
                    <a:pt x="9101" y="0"/>
                  </a:moveTo>
                  <a:lnTo>
                    <a:pt x="6640" y="2680"/>
                  </a:lnTo>
                  <a:lnTo>
                    <a:pt x="3604" y="5193"/>
                  </a:lnTo>
                  <a:lnTo>
                    <a:pt x="0" y="7316"/>
                  </a:lnTo>
                  <a:lnTo>
                    <a:pt x="7478" y="17082"/>
                  </a:lnTo>
                  <a:lnTo>
                    <a:pt x="9310" y="15999"/>
                  </a:lnTo>
                  <a:lnTo>
                    <a:pt x="13362" y="12638"/>
                  </a:lnTo>
                  <a:lnTo>
                    <a:pt x="16211" y="9285"/>
                  </a:lnTo>
                  <a:lnTo>
                    <a:pt x="9101" y="0"/>
                  </a:lnTo>
                  <a:close/>
                </a:path>
              </a:pathLst>
            </a:custGeom>
            <a:solidFill>
              <a:srgbClr val="F3C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 descr=""/>
            <p:cNvSpPr/>
            <p:nvPr/>
          </p:nvSpPr>
          <p:spPr>
            <a:xfrm>
              <a:off x="11704254" y="6753664"/>
              <a:ext cx="18415" cy="15875"/>
            </a:xfrm>
            <a:custGeom>
              <a:avLst/>
              <a:gdLst/>
              <a:ahLst/>
              <a:cxnLst/>
              <a:rect l="l" t="t" r="r" b="b"/>
              <a:pathLst>
                <a:path w="18415" h="15875">
                  <a:moveTo>
                    <a:pt x="10656" y="0"/>
                  </a:moveTo>
                  <a:lnTo>
                    <a:pt x="7126" y="2171"/>
                  </a:lnTo>
                  <a:lnTo>
                    <a:pt x="3293" y="3993"/>
                  </a:lnTo>
                  <a:lnTo>
                    <a:pt x="0" y="5286"/>
                  </a:lnTo>
                  <a:lnTo>
                    <a:pt x="7816" y="15494"/>
                  </a:lnTo>
                  <a:lnTo>
                    <a:pt x="11555" y="13699"/>
                  </a:lnTo>
                  <a:lnTo>
                    <a:pt x="15712" y="11197"/>
                  </a:lnTo>
                  <a:lnTo>
                    <a:pt x="18134" y="9765"/>
                  </a:lnTo>
                  <a:lnTo>
                    <a:pt x="10656" y="0"/>
                  </a:lnTo>
                  <a:close/>
                </a:path>
              </a:pathLst>
            </a:custGeom>
            <a:solidFill>
              <a:srgbClr val="F4CA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 descr=""/>
            <p:cNvSpPr/>
            <p:nvPr/>
          </p:nvSpPr>
          <p:spPr>
            <a:xfrm>
              <a:off x="11692520" y="6758949"/>
              <a:ext cx="19685" cy="14604"/>
            </a:xfrm>
            <a:custGeom>
              <a:avLst/>
              <a:gdLst/>
              <a:ahLst/>
              <a:cxnLst/>
              <a:rect l="l" t="t" r="r" b="b"/>
              <a:pathLst>
                <a:path w="19684" h="14604">
                  <a:moveTo>
                    <a:pt x="11738" y="0"/>
                  </a:moveTo>
                  <a:lnTo>
                    <a:pt x="7133" y="1807"/>
                  </a:lnTo>
                  <a:lnTo>
                    <a:pt x="3049" y="3053"/>
                  </a:lnTo>
                  <a:lnTo>
                    <a:pt x="0" y="3872"/>
                  </a:lnTo>
                  <a:lnTo>
                    <a:pt x="7986" y="14302"/>
                  </a:lnTo>
                  <a:lnTo>
                    <a:pt x="9897" y="13828"/>
                  </a:lnTo>
                  <a:lnTo>
                    <a:pt x="18881" y="10530"/>
                  </a:lnTo>
                  <a:lnTo>
                    <a:pt x="19555" y="10207"/>
                  </a:lnTo>
                  <a:lnTo>
                    <a:pt x="11738" y="0"/>
                  </a:lnTo>
                  <a:close/>
                </a:path>
              </a:pathLst>
            </a:custGeom>
            <a:solidFill>
              <a:srgbClr val="F5CC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 descr=""/>
            <p:cNvSpPr/>
            <p:nvPr/>
          </p:nvSpPr>
          <p:spPr>
            <a:xfrm>
              <a:off x="11680359" y="6762821"/>
              <a:ext cx="20320" cy="13335"/>
            </a:xfrm>
            <a:custGeom>
              <a:avLst/>
              <a:gdLst/>
              <a:ahLst/>
              <a:cxnLst/>
              <a:rect l="l" t="t" r="r" b="b"/>
              <a:pathLst>
                <a:path w="20320" h="13334">
                  <a:moveTo>
                    <a:pt x="12164" y="0"/>
                  </a:moveTo>
                  <a:lnTo>
                    <a:pt x="6866" y="1422"/>
                  </a:lnTo>
                  <a:lnTo>
                    <a:pt x="2614" y="2249"/>
                  </a:lnTo>
                  <a:lnTo>
                    <a:pt x="0" y="3309"/>
                  </a:lnTo>
                  <a:lnTo>
                    <a:pt x="7563" y="13189"/>
                  </a:lnTo>
                  <a:lnTo>
                    <a:pt x="8750" y="12982"/>
                  </a:lnTo>
                  <a:lnTo>
                    <a:pt x="17493" y="11087"/>
                  </a:lnTo>
                  <a:lnTo>
                    <a:pt x="20150" y="10429"/>
                  </a:lnTo>
                  <a:lnTo>
                    <a:pt x="12164" y="0"/>
                  </a:lnTo>
                  <a:close/>
                </a:path>
              </a:pathLst>
            </a:custGeom>
            <a:solidFill>
              <a:srgbClr val="F6CD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 descr=""/>
            <p:cNvSpPr/>
            <p:nvPr/>
          </p:nvSpPr>
          <p:spPr>
            <a:xfrm>
              <a:off x="11666855" y="6766134"/>
              <a:ext cx="26034" cy="33020"/>
            </a:xfrm>
            <a:custGeom>
              <a:avLst/>
              <a:gdLst/>
              <a:ahLst/>
              <a:cxnLst/>
              <a:rect l="l" t="t" r="r" b="b"/>
              <a:pathLst>
                <a:path w="26034" h="33020">
                  <a:moveTo>
                    <a:pt x="21056" y="9880"/>
                  </a:moveTo>
                  <a:lnTo>
                    <a:pt x="13500" y="0"/>
                  </a:lnTo>
                  <a:lnTo>
                    <a:pt x="9372" y="1676"/>
                  </a:lnTo>
                  <a:lnTo>
                    <a:pt x="6959" y="2857"/>
                  </a:lnTo>
                  <a:lnTo>
                    <a:pt x="3606" y="6083"/>
                  </a:lnTo>
                  <a:lnTo>
                    <a:pt x="9639" y="14147"/>
                  </a:lnTo>
                  <a:lnTo>
                    <a:pt x="11366" y="12712"/>
                  </a:lnTo>
                  <a:lnTo>
                    <a:pt x="12814" y="12026"/>
                  </a:lnTo>
                  <a:lnTo>
                    <a:pt x="17970" y="10414"/>
                  </a:lnTo>
                  <a:lnTo>
                    <a:pt x="21056" y="9880"/>
                  </a:lnTo>
                  <a:close/>
                </a:path>
                <a:path w="26034" h="33020">
                  <a:moveTo>
                    <a:pt x="26035" y="18948"/>
                  </a:moveTo>
                  <a:lnTo>
                    <a:pt x="25400" y="15963"/>
                  </a:lnTo>
                  <a:lnTo>
                    <a:pt x="24218" y="14998"/>
                  </a:lnTo>
                  <a:lnTo>
                    <a:pt x="21551" y="15443"/>
                  </a:lnTo>
                  <a:lnTo>
                    <a:pt x="20713" y="16725"/>
                  </a:lnTo>
                  <a:lnTo>
                    <a:pt x="20701" y="21018"/>
                  </a:lnTo>
                  <a:lnTo>
                    <a:pt x="20586" y="21475"/>
                  </a:lnTo>
                  <a:lnTo>
                    <a:pt x="20459" y="21831"/>
                  </a:lnTo>
                  <a:lnTo>
                    <a:pt x="19786" y="22567"/>
                  </a:lnTo>
                  <a:lnTo>
                    <a:pt x="19088" y="23380"/>
                  </a:lnTo>
                  <a:lnTo>
                    <a:pt x="17602" y="24193"/>
                  </a:lnTo>
                  <a:lnTo>
                    <a:pt x="17335" y="24206"/>
                  </a:lnTo>
                  <a:lnTo>
                    <a:pt x="15570" y="24257"/>
                  </a:lnTo>
                  <a:lnTo>
                    <a:pt x="13601" y="24396"/>
                  </a:lnTo>
                  <a:lnTo>
                    <a:pt x="8229" y="19875"/>
                  </a:lnTo>
                  <a:lnTo>
                    <a:pt x="8242" y="17576"/>
                  </a:lnTo>
                  <a:lnTo>
                    <a:pt x="8737" y="15963"/>
                  </a:lnTo>
                  <a:lnTo>
                    <a:pt x="9093" y="14947"/>
                  </a:lnTo>
                  <a:lnTo>
                    <a:pt x="9563" y="14224"/>
                  </a:lnTo>
                  <a:lnTo>
                    <a:pt x="3530" y="6184"/>
                  </a:lnTo>
                  <a:lnTo>
                    <a:pt x="2578" y="7429"/>
                  </a:lnTo>
                  <a:lnTo>
                    <a:pt x="1003" y="10414"/>
                  </a:lnTo>
                  <a:lnTo>
                    <a:pt x="482" y="12026"/>
                  </a:lnTo>
                  <a:lnTo>
                    <a:pt x="0" y="14363"/>
                  </a:lnTo>
                  <a:lnTo>
                    <a:pt x="13944" y="32575"/>
                  </a:lnTo>
                  <a:lnTo>
                    <a:pt x="26022" y="22567"/>
                  </a:lnTo>
                  <a:lnTo>
                    <a:pt x="26035" y="18948"/>
                  </a:lnTo>
                  <a:close/>
                </a:path>
              </a:pathLst>
            </a:custGeom>
            <a:solidFill>
              <a:srgbClr val="F7CE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 descr=""/>
            <p:cNvSpPr/>
            <p:nvPr/>
          </p:nvSpPr>
          <p:spPr>
            <a:xfrm>
              <a:off x="11666712" y="6780495"/>
              <a:ext cx="14604" cy="18415"/>
            </a:xfrm>
            <a:custGeom>
              <a:avLst/>
              <a:gdLst/>
              <a:ahLst/>
              <a:cxnLst/>
              <a:rect l="l" t="t" r="r" b="b"/>
              <a:pathLst>
                <a:path w="14604" h="18415">
                  <a:moveTo>
                    <a:pt x="154" y="0"/>
                  </a:moveTo>
                  <a:lnTo>
                    <a:pt x="62" y="586"/>
                  </a:lnTo>
                  <a:lnTo>
                    <a:pt x="0" y="6345"/>
                  </a:lnTo>
                  <a:lnTo>
                    <a:pt x="177" y="7465"/>
                  </a:lnTo>
                  <a:lnTo>
                    <a:pt x="13003" y="18243"/>
                  </a:lnTo>
                  <a:lnTo>
                    <a:pt x="14094" y="18214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F6CD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 descr=""/>
            <p:cNvSpPr/>
            <p:nvPr/>
          </p:nvSpPr>
          <p:spPr>
            <a:xfrm>
              <a:off x="11630157" y="6585379"/>
              <a:ext cx="19050" cy="11430"/>
            </a:xfrm>
            <a:custGeom>
              <a:avLst/>
              <a:gdLst/>
              <a:ahLst/>
              <a:cxnLst/>
              <a:rect l="l" t="t" r="r" b="b"/>
              <a:pathLst>
                <a:path w="19050" h="11429">
                  <a:moveTo>
                    <a:pt x="0" y="0"/>
                  </a:moveTo>
                  <a:lnTo>
                    <a:pt x="7558" y="9870"/>
                  </a:lnTo>
                  <a:lnTo>
                    <a:pt x="9571" y="10084"/>
                  </a:lnTo>
                  <a:lnTo>
                    <a:pt x="16639" y="11016"/>
                  </a:lnTo>
                  <a:lnTo>
                    <a:pt x="17717" y="10315"/>
                  </a:lnTo>
                  <a:lnTo>
                    <a:pt x="18721" y="7576"/>
                  </a:lnTo>
                  <a:lnTo>
                    <a:pt x="18115" y="5833"/>
                  </a:lnTo>
                  <a:lnTo>
                    <a:pt x="16251" y="4912"/>
                  </a:lnTo>
                  <a:lnTo>
                    <a:pt x="12767" y="3404"/>
                  </a:lnTo>
                  <a:lnTo>
                    <a:pt x="10859" y="2723"/>
                  </a:lnTo>
                  <a:lnTo>
                    <a:pt x="8932" y="2001"/>
                  </a:lnTo>
                  <a:lnTo>
                    <a:pt x="6524" y="1289"/>
                  </a:lnTo>
                  <a:lnTo>
                    <a:pt x="1142" y="1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C6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 descr=""/>
            <p:cNvSpPr/>
            <p:nvPr/>
          </p:nvSpPr>
          <p:spPr>
            <a:xfrm>
              <a:off x="11616077" y="6585181"/>
              <a:ext cx="22225" cy="10795"/>
            </a:xfrm>
            <a:custGeom>
              <a:avLst/>
              <a:gdLst/>
              <a:ahLst/>
              <a:cxnLst/>
              <a:rect l="l" t="t" r="r" b="b"/>
              <a:pathLst>
                <a:path w="22225" h="10795">
                  <a:moveTo>
                    <a:pt x="12300" y="0"/>
                  </a:moveTo>
                  <a:lnTo>
                    <a:pt x="7924" y="20"/>
                  </a:lnTo>
                  <a:lnTo>
                    <a:pt x="4187" y="197"/>
                  </a:lnTo>
                  <a:lnTo>
                    <a:pt x="154" y="942"/>
                  </a:lnTo>
                  <a:lnTo>
                    <a:pt x="0" y="1007"/>
                  </a:lnTo>
                  <a:lnTo>
                    <a:pt x="7384" y="10652"/>
                  </a:lnTo>
                  <a:lnTo>
                    <a:pt x="11641" y="9863"/>
                  </a:lnTo>
                  <a:lnTo>
                    <a:pt x="14457" y="9779"/>
                  </a:lnTo>
                  <a:lnTo>
                    <a:pt x="21419" y="9779"/>
                  </a:lnTo>
                  <a:lnTo>
                    <a:pt x="14081" y="197"/>
                  </a:lnTo>
                  <a:lnTo>
                    <a:pt x="12300" y="0"/>
                  </a:lnTo>
                  <a:close/>
                </a:path>
                <a:path w="22225" h="10795">
                  <a:moveTo>
                    <a:pt x="21419" y="9779"/>
                  </a:moveTo>
                  <a:lnTo>
                    <a:pt x="14457" y="9779"/>
                  </a:lnTo>
                  <a:lnTo>
                    <a:pt x="19525" y="9842"/>
                  </a:lnTo>
                  <a:lnTo>
                    <a:pt x="21639" y="10067"/>
                  </a:lnTo>
                  <a:lnTo>
                    <a:pt x="21419" y="9779"/>
                  </a:lnTo>
                  <a:close/>
                </a:path>
              </a:pathLst>
            </a:custGeom>
            <a:solidFill>
              <a:srgbClr val="F0C7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 descr=""/>
            <p:cNvSpPr/>
            <p:nvPr/>
          </p:nvSpPr>
          <p:spPr>
            <a:xfrm>
              <a:off x="11605541" y="6586188"/>
              <a:ext cx="18415" cy="14604"/>
            </a:xfrm>
            <a:custGeom>
              <a:avLst/>
              <a:gdLst/>
              <a:ahLst/>
              <a:cxnLst/>
              <a:rect l="l" t="t" r="r" b="b"/>
              <a:pathLst>
                <a:path w="18415" h="14604">
                  <a:moveTo>
                    <a:pt x="10539" y="0"/>
                  </a:moveTo>
                  <a:lnTo>
                    <a:pt x="6544" y="1674"/>
                  </a:lnTo>
                  <a:lnTo>
                    <a:pt x="4463" y="2606"/>
                  </a:lnTo>
                  <a:lnTo>
                    <a:pt x="2429" y="3737"/>
                  </a:lnTo>
                  <a:lnTo>
                    <a:pt x="0" y="5439"/>
                  </a:lnTo>
                  <a:lnTo>
                    <a:pt x="6978" y="14553"/>
                  </a:lnTo>
                  <a:lnTo>
                    <a:pt x="7413" y="14208"/>
                  </a:lnTo>
                  <a:lnTo>
                    <a:pt x="8837" y="13244"/>
                  </a:lnTo>
                  <a:lnTo>
                    <a:pt x="11780" y="11674"/>
                  </a:lnTo>
                  <a:lnTo>
                    <a:pt x="13267" y="11025"/>
                  </a:lnTo>
                  <a:lnTo>
                    <a:pt x="16272" y="10040"/>
                  </a:lnTo>
                  <a:lnTo>
                    <a:pt x="17924" y="9645"/>
                  </a:lnTo>
                  <a:lnTo>
                    <a:pt x="10539" y="0"/>
                  </a:lnTo>
                  <a:close/>
                </a:path>
              </a:pathLst>
            </a:custGeom>
            <a:solidFill>
              <a:srgbClr val="F1C8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 descr=""/>
            <p:cNvSpPr/>
            <p:nvPr/>
          </p:nvSpPr>
          <p:spPr>
            <a:xfrm>
              <a:off x="11597072" y="6591625"/>
              <a:ext cx="15875" cy="17780"/>
            </a:xfrm>
            <a:custGeom>
              <a:avLst/>
              <a:gdLst/>
              <a:ahLst/>
              <a:cxnLst/>
              <a:rect l="l" t="t" r="r" b="b"/>
              <a:pathLst>
                <a:path w="15875" h="17779">
                  <a:moveTo>
                    <a:pt x="8471" y="0"/>
                  </a:moveTo>
                  <a:lnTo>
                    <a:pt x="6920" y="1116"/>
                  </a:lnTo>
                  <a:lnTo>
                    <a:pt x="5014" y="2791"/>
                  </a:lnTo>
                  <a:lnTo>
                    <a:pt x="3117" y="4770"/>
                  </a:lnTo>
                  <a:lnTo>
                    <a:pt x="0" y="8139"/>
                  </a:lnTo>
                  <a:lnTo>
                    <a:pt x="7317" y="17696"/>
                  </a:lnTo>
                  <a:lnTo>
                    <a:pt x="8019" y="16613"/>
                  </a:lnTo>
                  <a:lnTo>
                    <a:pt x="10521" y="13692"/>
                  </a:lnTo>
                  <a:lnTo>
                    <a:pt x="11799" y="12278"/>
                  </a:lnTo>
                  <a:lnTo>
                    <a:pt x="13108" y="10969"/>
                  </a:lnTo>
                  <a:lnTo>
                    <a:pt x="15450" y="9113"/>
                  </a:lnTo>
                  <a:lnTo>
                    <a:pt x="8471" y="0"/>
                  </a:lnTo>
                  <a:close/>
                </a:path>
              </a:pathLst>
            </a:custGeom>
            <a:solidFill>
              <a:srgbClr val="F3C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 descr=""/>
            <p:cNvSpPr/>
            <p:nvPr/>
          </p:nvSpPr>
          <p:spPr>
            <a:xfrm>
              <a:off x="11590861" y="6599762"/>
              <a:ext cx="13970" cy="21590"/>
            </a:xfrm>
            <a:custGeom>
              <a:avLst/>
              <a:gdLst/>
              <a:ahLst/>
              <a:cxnLst/>
              <a:rect l="l" t="t" r="r" b="b"/>
              <a:pathLst>
                <a:path w="13970" h="21590">
                  <a:moveTo>
                    <a:pt x="6213" y="0"/>
                  </a:moveTo>
                  <a:lnTo>
                    <a:pt x="5926" y="309"/>
                  </a:lnTo>
                  <a:lnTo>
                    <a:pt x="2911" y="4927"/>
                  </a:lnTo>
                  <a:lnTo>
                    <a:pt x="0" y="11089"/>
                  </a:lnTo>
                  <a:lnTo>
                    <a:pt x="7689" y="21131"/>
                  </a:lnTo>
                  <a:lnTo>
                    <a:pt x="8083" y="20109"/>
                  </a:lnTo>
                  <a:lnTo>
                    <a:pt x="10083" y="15984"/>
                  </a:lnTo>
                  <a:lnTo>
                    <a:pt x="11989" y="11932"/>
                  </a:lnTo>
                  <a:lnTo>
                    <a:pt x="13530" y="9556"/>
                  </a:lnTo>
                  <a:lnTo>
                    <a:pt x="6213" y="0"/>
                  </a:lnTo>
                  <a:close/>
                </a:path>
              </a:pathLst>
            </a:custGeom>
            <a:solidFill>
              <a:srgbClr val="F4CA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 descr=""/>
            <p:cNvSpPr/>
            <p:nvPr/>
          </p:nvSpPr>
          <p:spPr>
            <a:xfrm>
              <a:off x="11585982" y="6610846"/>
              <a:ext cx="12700" cy="23495"/>
            </a:xfrm>
            <a:custGeom>
              <a:avLst/>
              <a:gdLst/>
              <a:ahLst/>
              <a:cxnLst/>
              <a:rect l="l" t="t" r="r" b="b"/>
              <a:pathLst>
                <a:path w="12700" h="23495">
                  <a:moveTo>
                    <a:pt x="4881" y="0"/>
                  </a:moveTo>
                  <a:lnTo>
                    <a:pt x="3214" y="3485"/>
                  </a:lnTo>
                  <a:lnTo>
                    <a:pt x="1267" y="8553"/>
                  </a:lnTo>
                  <a:lnTo>
                    <a:pt x="0" y="12828"/>
                  </a:lnTo>
                  <a:lnTo>
                    <a:pt x="8124" y="23439"/>
                  </a:lnTo>
                  <a:lnTo>
                    <a:pt x="8355" y="22532"/>
                  </a:lnTo>
                  <a:lnTo>
                    <a:pt x="11266" y="13422"/>
                  </a:lnTo>
                  <a:lnTo>
                    <a:pt x="12570" y="10042"/>
                  </a:lnTo>
                  <a:lnTo>
                    <a:pt x="4881" y="0"/>
                  </a:lnTo>
                  <a:close/>
                </a:path>
              </a:pathLst>
            </a:custGeom>
            <a:solidFill>
              <a:srgbClr val="F5CC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 descr=""/>
            <p:cNvSpPr/>
            <p:nvPr/>
          </p:nvSpPr>
          <p:spPr>
            <a:xfrm>
              <a:off x="11582423" y="6623671"/>
              <a:ext cx="12065" cy="25400"/>
            </a:xfrm>
            <a:custGeom>
              <a:avLst/>
              <a:gdLst/>
              <a:ahLst/>
              <a:cxnLst/>
              <a:rect l="l" t="t" r="r" b="b"/>
              <a:pathLst>
                <a:path w="12065" h="25400">
                  <a:moveTo>
                    <a:pt x="3559" y="0"/>
                  </a:moveTo>
                  <a:lnTo>
                    <a:pt x="1715" y="6105"/>
                  </a:lnTo>
                  <a:lnTo>
                    <a:pt x="595" y="11393"/>
                  </a:lnTo>
                  <a:lnTo>
                    <a:pt x="0" y="14554"/>
                  </a:lnTo>
                  <a:lnTo>
                    <a:pt x="8300" y="25395"/>
                  </a:lnTo>
                  <a:lnTo>
                    <a:pt x="8521" y="24094"/>
                  </a:lnTo>
                  <a:lnTo>
                    <a:pt x="10709" y="14419"/>
                  </a:lnTo>
                  <a:lnTo>
                    <a:pt x="11683" y="10610"/>
                  </a:lnTo>
                  <a:lnTo>
                    <a:pt x="3559" y="0"/>
                  </a:lnTo>
                  <a:close/>
                </a:path>
              </a:pathLst>
            </a:custGeom>
            <a:solidFill>
              <a:srgbClr val="F6CD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 descr=""/>
            <p:cNvSpPr/>
            <p:nvPr/>
          </p:nvSpPr>
          <p:spPr>
            <a:xfrm>
              <a:off x="11563325" y="6638232"/>
              <a:ext cx="27940" cy="31115"/>
            </a:xfrm>
            <a:custGeom>
              <a:avLst/>
              <a:gdLst/>
              <a:ahLst/>
              <a:cxnLst/>
              <a:rect l="l" t="t" r="r" b="b"/>
              <a:pathLst>
                <a:path w="27940" h="31115">
                  <a:moveTo>
                    <a:pt x="13373" y="4749"/>
                  </a:moveTo>
                  <a:lnTo>
                    <a:pt x="12623" y="3124"/>
                  </a:lnTo>
                  <a:lnTo>
                    <a:pt x="9956" y="2247"/>
                  </a:lnTo>
                  <a:lnTo>
                    <a:pt x="8572" y="2032"/>
                  </a:lnTo>
                  <a:lnTo>
                    <a:pt x="7683" y="1981"/>
                  </a:lnTo>
                  <a:lnTo>
                    <a:pt x="6324" y="2247"/>
                  </a:lnTo>
                  <a:lnTo>
                    <a:pt x="6223" y="2387"/>
                  </a:lnTo>
                  <a:lnTo>
                    <a:pt x="5511" y="2400"/>
                  </a:lnTo>
                  <a:lnTo>
                    <a:pt x="4229" y="2895"/>
                  </a:lnTo>
                  <a:lnTo>
                    <a:pt x="647" y="5765"/>
                  </a:lnTo>
                  <a:lnTo>
                    <a:pt x="0" y="7048"/>
                  </a:lnTo>
                  <a:lnTo>
                    <a:pt x="5092" y="13703"/>
                  </a:lnTo>
                  <a:lnTo>
                    <a:pt x="5181" y="11912"/>
                  </a:lnTo>
                  <a:lnTo>
                    <a:pt x="5930" y="10210"/>
                  </a:lnTo>
                  <a:lnTo>
                    <a:pt x="6654" y="9410"/>
                  </a:lnTo>
                  <a:lnTo>
                    <a:pt x="7353" y="8585"/>
                  </a:lnTo>
                  <a:lnTo>
                    <a:pt x="8216" y="8343"/>
                  </a:lnTo>
                  <a:lnTo>
                    <a:pt x="9613" y="8280"/>
                  </a:lnTo>
                  <a:lnTo>
                    <a:pt x="10922" y="8547"/>
                  </a:lnTo>
                  <a:lnTo>
                    <a:pt x="11379" y="8636"/>
                  </a:lnTo>
                  <a:lnTo>
                    <a:pt x="12623" y="7772"/>
                  </a:lnTo>
                  <a:lnTo>
                    <a:pt x="13373" y="4749"/>
                  </a:lnTo>
                  <a:close/>
                </a:path>
                <a:path w="27940" h="31115">
                  <a:moveTo>
                    <a:pt x="27393" y="10833"/>
                  </a:moveTo>
                  <a:lnTo>
                    <a:pt x="19088" y="0"/>
                  </a:lnTo>
                  <a:lnTo>
                    <a:pt x="17780" y="6959"/>
                  </a:lnTo>
                  <a:lnTo>
                    <a:pt x="17005" y="11912"/>
                  </a:lnTo>
                  <a:lnTo>
                    <a:pt x="16129" y="15316"/>
                  </a:lnTo>
                  <a:lnTo>
                    <a:pt x="11861" y="22542"/>
                  </a:lnTo>
                  <a:lnTo>
                    <a:pt x="18059" y="30645"/>
                  </a:lnTo>
                  <a:lnTo>
                    <a:pt x="19075" y="29972"/>
                  </a:lnTo>
                  <a:lnTo>
                    <a:pt x="20256" y="28816"/>
                  </a:lnTo>
                  <a:lnTo>
                    <a:pt x="23126" y="25006"/>
                  </a:lnTo>
                  <a:lnTo>
                    <a:pt x="23253" y="24650"/>
                  </a:lnTo>
                  <a:lnTo>
                    <a:pt x="24244" y="22148"/>
                  </a:lnTo>
                  <a:lnTo>
                    <a:pt x="25120" y="19545"/>
                  </a:lnTo>
                  <a:lnTo>
                    <a:pt x="26771" y="14465"/>
                  </a:lnTo>
                  <a:lnTo>
                    <a:pt x="27393" y="10833"/>
                  </a:lnTo>
                  <a:close/>
                </a:path>
              </a:pathLst>
            </a:custGeom>
            <a:solidFill>
              <a:srgbClr val="F7CE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 descr=""/>
            <p:cNvSpPr/>
            <p:nvPr/>
          </p:nvSpPr>
          <p:spPr>
            <a:xfrm>
              <a:off x="11561267" y="6645278"/>
              <a:ext cx="20320" cy="26034"/>
            </a:xfrm>
            <a:custGeom>
              <a:avLst/>
              <a:gdLst/>
              <a:ahLst/>
              <a:cxnLst/>
              <a:rect l="l" t="t" r="r" b="b"/>
              <a:pathLst>
                <a:path w="20320" h="26034">
                  <a:moveTo>
                    <a:pt x="2061" y="0"/>
                  </a:moveTo>
                  <a:lnTo>
                    <a:pt x="987" y="2141"/>
                  </a:lnTo>
                  <a:lnTo>
                    <a:pt x="89" y="7408"/>
                  </a:lnTo>
                  <a:lnTo>
                    <a:pt x="0" y="10102"/>
                  </a:lnTo>
                  <a:lnTo>
                    <a:pt x="12129" y="25946"/>
                  </a:lnTo>
                  <a:lnTo>
                    <a:pt x="20126" y="23591"/>
                  </a:lnTo>
                  <a:lnTo>
                    <a:pt x="14413" y="16131"/>
                  </a:lnTo>
                  <a:lnTo>
                    <a:pt x="11249" y="16131"/>
                  </a:lnTo>
                  <a:lnTo>
                    <a:pt x="10641" y="15932"/>
                  </a:lnTo>
                  <a:lnTo>
                    <a:pt x="9940" y="15754"/>
                  </a:lnTo>
                  <a:lnTo>
                    <a:pt x="9301" y="15251"/>
                  </a:lnTo>
                  <a:lnTo>
                    <a:pt x="7437" y="12497"/>
                  </a:lnTo>
                  <a:lnTo>
                    <a:pt x="7051" y="10102"/>
                  </a:lnTo>
                  <a:lnTo>
                    <a:pt x="7161" y="6659"/>
                  </a:lnTo>
                  <a:lnTo>
                    <a:pt x="2061" y="0"/>
                  </a:lnTo>
                  <a:close/>
                </a:path>
                <a:path w="20320" h="26034">
                  <a:moveTo>
                    <a:pt x="13924" y="15491"/>
                  </a:moveTo>
                  <a:lnTo>
                    <a:pt x="12620" y="15984"/>
                  </a:lnTo>
                  <a:lnTo>
                    <a:pt x="11249" y="16131"/>
                  </a:lnTo>
                  <a:lnTo>
                    <a:pt x="14413" y="16131"/>
                  </a:lnTo>
                  <a:lnTo>
                    <a:pt x="13924" y="15491"/>
                  </a:lnTo>
                  <a:close/>
                </a:path>
              </a:pathLst>
            </a:custGeom>
            <a:solidFill>
              <a:srgbClr val="F6CD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 descr=""/>
            <p:cNvSpPr/>
            <p:nvPr/>
          </p:nvSpPr>
          <p:spPr>
            <a:xfrm>
              <a:off x="11561243" y="6655380"/>
              <a:ext cx="12700" cy="15875"/>
            </a:xfrm>
            <a:custGeom>
              <a:avLst/>
              <a:gdLst/>
              <a:ahLst/>
              <a:cxnLst/>
              <a:rect l="l" t="t" r="r" b="b"/>
              <a:pathLst>
                <a:path w="12700" h="15875">
                  <a:moveTo>
                    <a:pt x="24" y="0"/>
                  </a:moveTo>
                  <a:lnTo>
                    <a:pt x="8069" y="15023"/>
                  </a:lnTo>
                  <a:lnTo>
                    <a:pt x="8739" y="15316"/>
                  </a:lnTo>
                  <a:lnTo>
                    <a:pt x="9430" y="15515"/>
                  </a:lnTo>
                  <a:lnTo>
                    <a:pt x="10823" y="15777"/>
                  </a:lnTo>
                  <a:lnTo>
                    <a:pt x="11986" y="15844"/>
                  </a:lnTo>
                  <a:lnTo>
                    <a:pt x="12154" y="15844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5CC9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79" name="object 379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1159629" y="6631311"/>
              <a:ext cx="83683" cy="106698"/>
            </a:xfrm>
            <a:prstGeom prst="rect">
              <a:avLst/>
            </a:prstGeom>
          </p:spPr>
        </p:pic>
        <p:pic>
          <p:nvPicPr>
            <p:cNvPr id="380" name="object 380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1005056" y="6672090"/>
              <a:ext cx="85402" cy="114119"/>
            </a:xfrm>
            <a:prstGeom prst="rect">
              <a:avLst/>
            </a:prstGeom>
          </p:spPr>
        </p:pic>
        <p:pic>
          <p:nvPicPr>
            <p:cNvPr id="381" name="object 381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0858400" y="6768807"/>
              <a:ext cx="96806" cy="114079"/>
            </a:xfrm>
            <a:prstGeom prst="rect">
              <a:avLst/>
            </a:prstGeom>
          </p:spPr>
        </p:pic>
        <p:pic>
          <p:nvPicPr>
            <p:cNvPr id="382" name="object 382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0742795" y="6915473"/>
              <a:ext cx="103178" cy="102087"/>
            </a:xfrm>
            <a:prstGeom prst="rect">
              <a:avLst/>
            </a:prstGeom>
          </p:spPr>
        </p:pic>
        <p:pic>
          <p:nvPicPr>
            <p:cNvPr id="383" name="object 383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0675249" y="7082643"/>
              <a:ext cx="99999" cy="96056"/>
            </a:xfrm>
            <a:prstGeom prst="rect">
              <a:avLst/>
            </a:prstGeom>
          </p:spPr>
        </p:pic>
        <p:pic>
          <p:nvPicPr>
            <p:cNvPr id="384" name="object 384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673232" y="7264104"/>
              <a:ext cx="99993" cy="95986"/>
            </a:xfrm>
            <a:prstGeom prst="rect">
              <a:avLst/>
            </a:prstGeom>
          </p:spPr>
        </p:pic>
        <p:pic>
          <p:nvPicPr>
            <p:cNvPr id="385" name="object 385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1618504" y="7277175"/>
              <a:ext cx="98216" cy="95778"/>
            </a:xfrm>
            <a:prstGeom prst="rect">
              <a:avLst/>
            </a:prstGeom>
          </p:spPr>
        </p:pic>
        <p:pic>
          <p:nvPicPr>
            <p:cNvPr id="386" name="object 386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1612288" y="7084023"/>
              <a:ext cx="101764" cy="96557"/>
            </a:xfrm>
            <a:prstGeom prst="rect">
              <a:avLst/>
            </a:prstGeom>
          </p:spPr>
        </p:pic>
        <p:sp>
          <p:nvSpPr>
            <p:cNvPr id="387" name="object 387" descr=""/>
            <p:cNvSpPr/>
            <p:nvPr/>
          </p:nvSpPr>
          <p:spPr>
            <a:xfrm>
              <a:off x="10755046" y="6679088"/>
              <a:ext cx="902969" cy="821690"/>
            </a:xfrm>
            <a:custGeom>
              <a:avLst/>
              <a:gdLst/>
              <a:ahLst/>
              <a:cxnLst/>
              <a:rect l="l" t="t" r="r" b="b"/>
              <a:pathLst>
                <a:path w="902970" h="821690">
                  <a:moveTo>
                    <a:pt x="902931" y="270357"/>
                  </a:moveTo>
                  <a:lnTo>
                    <a:pt x="902385" y="262420"/>
                  </a:lnTo>
                  <a:lnTo>
                    <a:pt x="900150" y="257327"/>
                  </a:lnTo>
                  <a:lnTo>
                    <a:pt x="900264" y="256628"/>
                  </a:lnTo>
                  <a:lnTo>
                    <a:pt x="898715" y="254025"/>
                  </a:lnTo>
                  <a:lnTo>
                    <a:pt x="897521" y="251282"/>
                  </a:lnTo>
                  <a:lnTo>
                    <a:pt x="896962" y="251079"/>
                  </a:lnTo>
                  <a:lnTo>
                    <a:pt x="894168" y="246354"/>
                  </a:lnTo>
                  <a:lnTo>
                    <a:pt x="891514" y="244309"/>
                  </a:lnTo>
                  <a:lnTo>
                    <a:pt x="891514" y="269367"/>
                  </a:lnTo>
                  <a:lnTo>
                    <a:pt x="887323" y="282892"/>
                  </a:lnTo>
                  <a:lnTo>
                    <a:pt x="876909" y="289839"/>
                  </a:lnTo>
                  <a:lnTo>
                    <a:pt x="870877" y="292862"/>
                  </a:lnTo>
                  <a:lnTo>
                    <a:pt x="869530" y="295617"/>
                  </a:lnTo>
                  <a:lnTo>
                    <a:pt x="842924" y="328764"/>
                  </a:lnTo>
                  <a:lnTo>
                    <a:pt x="832764" y="332041"/>
                  </a:lnTo>
                  <a:lnTo>
                    <a:pt x="823874" y="312559"/>
                  </a:lnTo>
                  <a:lnTo>
                    <a:pt x="805180" y="280835"/>
                  </a:lnTo>
                  <a:lnTo>
                    <a:pt x="805764" y="280555"/>
                  </a:lnTo>
                  <a:lnTo>
                    <a:pt x="813803" y="271576"/>
                  </a:lnTo>
                  <a:lnTo>
                    <a:pt x="822413" y="263918"/>
                  </a:lnTo>
                  <a:lnTo>
                    <a:pt x="831392" y="258203"/>
                  </a:lnTo>
                  <a:lnTo>
                    <a:pt x="839393" y="256324"/>
                  </a:lnTo>
                  <a:lnTo>
                    <a:pt x="845934" y="256959"/>
                  </a:lnTo>
                  <a:lnTo>
                    <a:pt x="852360" y="262293"/>
                  </a:lnTo>
                  <a:lnTo>
                    <a:pt x="854964" y="262318"/>
                  </a:lnTo>
                  <a:lnTo>
                    <a:pt x="859002" y="259194"/>
                  </a:lnTo>
                  <a:lnTo>
                    <a:pt x="864311" y="256070"/>
                  </a:lnTo>
                  <a:lnTo>
                    <a:pt x="871550" y="253365"/>
                  </a:lnTo>
                  <a:lnTo>
                    <a:pt x="879462" y="253111"/>
                  </a:lnTo>
                  <a:lnTo>
                    <a:pt x="883539" y="253961"/>
                  </a:lnTo>
                  <a:lnTo>
                    <a:pt x="886802" y="256540"/>
                  </a:lnTo>
                  <a:lnTo>
                    <a:pt x="889241" y="260667"/>
                  </a:lnTo>
                  <a:lnTo>
                    <a:pt x="891146" y="265010"/>
                  </a:lnTo>
                  <a:lnTo>
                    <a:pt x="891514" y="269367"/>
                  </a:lnTo>
                  <a:lnTo>
                    <a:pt x="891514" y="244309"/>
                  </a:lnTo>
                  <a:lnTo>
                    <a:pt x="888390" y="241896"/>
                  </a:lnTo>
                  <a:lnTo>
                    <a:pt x="881354" y="240436"/>
                  </a:lnTo>
                  <a:lnTo>
                    <a:pt x="873061" y="240144"/>
                  </a:lnTo>
                  <a:lnTo>
                    <a:pt x="865301" y="241998"/>
                  </a:lnTo>
                  <a:lnTo>
                    <a:pt x="858634" y="244957"/>
                  </a:lnTo>
                  <a:lnTo>
                    <a:pt x="853643" y="247954"/>
                  </a:lnTo>
                  <a:lnTo>
                    <a:pt x="850734" y="246227"/>
                  </a:lnTo>
                  <a:lnTo>
                    <a:pt x="846099" y="244081"/>
                  </a:lnTo>
                  <a:lnTo>
                    <a:pt x="840308" y="243509"/>
                  </a:lnTo>
                  <a:lnTo>
                    <a:pt x="826681" y="246583"/>
                  </a:lnTo>
                  <a:lnTo>
                    <a:pt x="813816" y="255219"/>
                  </a:lnTo>
                  <a:lnTo>
                    <a:pt x="803821" y="264718"/>
                  </a:lnTo>
                  <a:lnTo>
                    <a:pt x="799007" y="270344"/>
                  </a:lnTo>
                  <a:lnTo>
                    <a:pt x="796264" y="265671"/>
                  </a:lnTo>
                  <a:lnTo>
                    <a:pt x="763790" y="221475"/>
                  </a:lnTo>
                  <a:lnTo>
                    <a:pt x="750138" y="206400"/>
                  </a:lnTo>
                  <a:lnTo>
                    <a:pt x="754913" y="202933"/>
                  </a:lnTo>
                  <a:lnTo>
                    <a:pt x="764184" y="194475"/>
                  </a:lnTo>
                  <a:lnTo>
                    <a:pt x="773239" y="182537"/>
                  </a:lnTo>
                  <a:lnTo>
                    <a:pt x="777976" y="168135"/>
                  </a:lnTo>
                  <a:lnTo>
                    <a:pt x="778497" y="161671"/>
                  </a:lnTo>
                  <a:lnTo>
                    <a:pt x="777481" y="156210"/>
                  </a:lnTo>
                  <a:lnTo>
                    <a:pt x="776465" y="152615"/>
                  </a:lnTo>
                  <a:lnTo>
                    <a:pt x="779957" y="147548"/>
                  </a:lnTo>
                  <a:lnTo>
                    <a:pt x="783653" y="140677"/>
                  </a:lnTo>
                  <a:lnTo>
                    <a:pt x="786587" y="132422"/>
                  </a:lnTo>
                  <a:lnTo>
                    <a:pt x="787793" y="123202"/>
                  </a:lnTo>
                  <a:lnTo>
                    <a:pt x="787793" y="114935"/>
                  </a:lnTo>
                  <a:lnTo>
                    <a:pt x="784872" y="107607"/>
                  </a:lnTo>
                  <a:lnTo>
                    <a:pt x="781138" y="103581"/>
                  </a:lnTo>
                  <a:lnTo>
                    <a:pt x="781050" y="102920"/>
                  </a:lnTo>
                  <a:lnTo>
                    <a:pt x="778878" y="101142"/>
                  </a:lnTo>
                  <a:lnTo>
                    <a:pt x="776897" y="98983"/>
                  </a:lnTo>
                  <a:lnTo>
                    <a:pt x="776757" y="98996"/>
                  </a:lnTo>
                  <a:lnTo>
                    <a:pt x="776757" y="118579"/>
                  </a:lnTo>
                  <a:lnTo>
                    <a:pt x="776757" y="123164"/>
                  </a:lnTo>
                  <a:lnTo>
                    <a:pt x="775550" y="130454"/>
                  </a:lnTo>
                  <a:lnTo>
                    <a:pt x="772629" y="137261"/>
                  </a:lnTo>
                  <a:lnTo>
                    <a:pt x="769162" y="142836"/>
                  </a:lnTo>
                  <a:lnTo>
                    <a:pt x="766292" y="146443"/>
                  </a:lnTo>
                  <a:lnTo>
                    <a:pt x="764463" y="148437"/>
                  </a:lnTo>
                  <a:lnTo>
                    <a:pt x="763993" y="151612"/>
                  </a:lnTo>
                  <a:lnTo>
                    <a:pt x="767575" y="159677"/>
                  </a:lnTo>
                  <a:lnTo>
                    <a:pt x="767003" y="166941"/>
                  </a:lnTo>
                  <a:lnTo>
                    <a:pt x="763828" y="175806"/>
                  </a:lnTo>
                  <a:lnTo>
                    <a:pt x="757326" y="184277"/>
                  </a:lnTo>
                  <a:lnTo>
                    <a:pt x="749935" y="191262"/>
                  </a:lnTo>
                  <a:lnTo>
                    <a:pt x="744093" y="195719"/>
                  </a:lnTo>
                  <a:lnTo>
                    <a:pt x="741832" y="197231"/>
                  </a:lnTo>
                  <a:lnTo>
                    <a:pt x="726871" y="180682"/>
                  </a:lnTo>
                  <a:lnTo>
                    <a:pt x="701827" y="158267"/>
                  </a:lnTo>
                  <a:lnTo>
                    <a:pt x="723646" y="126212"/>
                  </a:lnTo>
                  <a:lnTo>
                    <a:pt x="729983" y="124282"/>
                  </a:lnTo>
                  <a:lnTo>
                    <a:pt x="737666" y="126822"/>
                  </a:lnTo>
                  <a:lnTo>
                    <a:pt x="740143" y="125818"/>
                  </a:lnTo>
                  <a:lnTo>
                    <a:pt x="749833" y="109893"/>
                  </a:lnTo>
                  <a:lnTo>
                    <a:pt x="764273" y="106921"/>
                  </a:lnTo>
                  <a:lnTo>
                    <a:pt x="768235" y="108089"/>
                  </a:lnTo>
                  <a:lnTo>
                    <a:pt x="771893" y="111125"/>
                  </a:lnTo>
                  <a:lnTo>
                    <a:pt x="775081" y="114541"/>
                  </a:lnTo>
                  <a:lnTo>
                    <a:pt x="776757" y="118579"/>
                  </a:lnTo>
                  <a:lnTo>
                    <a:pt x="776757" y="98996"/>
                  </a:lnTo>
                  <a:lnTo>
                    <a:pt x="776300" y="99021"/>
                  </a:lnTo>
                  <a:lnTo>
                    <a:pt x="772172" y="95592"/>
                  </a:lnTo>
                  <a:lnTo>
                    <a:pt x="765314" y="93649"/>
                  </a:lnTo>
                  <a:lnTo>
                    <a:pt x="734720" y="112801"/>
                  </a:lnTo>
                  <a:lnTo>
                    <a:pt x="731469" y="112293"/>
                  </a:lnTo>
                  <a:lnTo>
                    <a:pt x="694601" y="145389"/>
                  </a:lnTo>
                  <a:lnTo>
                    <a:pt x="692785" y="150164"/>
                  </a:lnTo>
                  <a:lnTo>
                    <a:pt x="689406" y="147129"/>
                  </a:lnTo>
                  <a:lnTo>
                    <a:pt x="648550" y="117322"/>
                  </a:lnTo>
                  <a:lnTo>
                    <a:pt x="628815" y="105625"/>
                  </a:lnTo>
                  <a:lnTo>
                    <a:pt x="634682" y="97116"/>
                  </a:lnTo>
                  <a:lnTo>
                    <a:pt x="640588" y="83820"/>
                  </a:lnTo>
                  <a:lnTo>
                    <a:pt x="641972" y="68821"/>
                  </a:lnTo>
                  <a:lnTo>
                    <a:pt x="641096" y="62395"/>
                  </a:lnTo>
                  <a:lnTo>
                    <a:pt x="638949" y="57365"/>
                  </a:lnTo>
                  <a:lnTo>
                    <a:pt x="637222" y="54165"/>
                  </a:lnTo>
                  <a:lnTo>
                    <a:pt x="639521" y="48336"/>
                  </a:lnTo>
                  <a:lnTo>
                    <a:pt x="641642" y="40728"/>
                  </a:lnTo>
                  <a:lnTo>
                    <a:pt x="642759" y="31991"/>
                  </a:lnTo>
                  <a:lnTo>
                    <a:pt x="642023" y="22783"/>
                  </a:lnTo>
                  <a:lnTo>
                    <a:pt x="640308" y="14681"/>
                  </a:lnTo>
                  <a:lnTo>
                    <a:pt x="635927" y="8280"/>
                  </a:lnTo>
                  <a:lnTo>
                    <a:pt x="631520" y="5435"/>
                  </a:lnTo>
                  <a:lnTo>
                    <a:pt x="631520" y="34518"/>
                  </a:lnTo>
                  <a:lnTo>
                    <a:pt x="629615" y="42633"/>
                  </a:lnTo>
                  <a:lnTo>
                    <a:pt x="627253" y="48653"/>
                  </a:lnTo>
                  <a:lnTo>
                    <a:pt x="624713" y="53467"/>
                  </a:lnTo>
                  <a:lnTo>
                    <a:pt x="624928" y="56680"/>
                  </a:lnTo>
                  <a:lnTo>
                    <a:pt x="630097" y="63652"/>
                  </a:lnTo>
                  <a:lnTo>
                    <a:pt x="631075" y="70815"/>
                  </a:lnTo>
                  <a:lnTo>
                    <a:pt x="630085" y="79883"/>
                  </a:lnTo>
                  <a:lnTo>
                    <a:pt x="626033" y="89014"/>
                  </a:lnTo>
                  <a:lnTo>
                    <a:pt x="620814" y="96901"/>
                  </a:lnTo>
                  <a:lnTo>
                    <a:pt x="618591" y="99568"/>
                  </a:lnTo>
                  <a:lnTo>
                    <a:pt x="605650" y="91884"/>
                  </a:lnTo>
                  <a:lnTo>
                    <a:pt x="566801" y="73685"/>
                  </a:lnTo>
                  <a:lnTo>
                    <a:pt x="586003" y="39281"/>
                  </a:lnTo>
                  <a:lnTo>
                    <a:pt x="591604" y="39522"/>
                  </a:lnTo>
                  <a:lnTo>
                    <a:pt x="594029" y="39674"/>
                  </a:lnTo>
                  <a:lnTo>
                    <a:pt x="594537" y="39281"/>
                  </a:lnTo>
                  <a:lnTo>
                    <a:pt x="596239" y="37998"/>
                  </a:lnTo>
                  <a:lnTo>
                    <a:pt x="597077" y="35369"/>
                  </a:lnTo>
                  <a:lnTo>
                    <a:pt x="602234" y="20053"/>
                  </a:lnTo>
                  <a:lnTo>
                    <a:pt x="615556" y="13182"/>
                  </a:lnTo>
                  <a:lnTo>
                    <a:pt x="619696" y="13233"/>
                  </a:lnTo>
                  <a:lnTo>
                    <a:pt x="623912" y="15201"/>
                  </a:lnTo>
                  <a:lnTo>
                    <a:pt x="627837" y="17741"/>
                  </a:lnTo>
                  <a:lnTo>
                    <a:pt x="630339" y="21272"/>
                  </a:lnTo>
                  <a:lnTo>
                    <a:pt x="631304" y="25819"/>
                  </a:lnTo>
                  <a:lnTo>
                    <a:pt x="631520" y="34518"/>
                  </a:lnTo>
                  <a:lnTo>
                    <a:pt x="631520" y="5435"/>
                  </a:lnTo>
                  <a:lnTo>
                    <a:pt x="631393" y="5346"/>
                  </a:lnTo>
                  <a:lnTo>
                    <a:pt x="631177" y="4737"/>
                  </a:lnTo>
                  <a:lnTo>
                    <a:pt x="628726" y="3606"/>
                  </a:lnTo>
                  <a:lnTo>
                    <a:pt x="626338" y="2044"/>
                  </a:lnTo>
                  <a:lnTo>
                    <a:pt x="625779" y="2235"/>
                  </a:lnTo>
                  <a:lnTo>
                    <a:pt x="620979" y="0"/>
                  </a:lnTo>
                  <a:lnTo>
                    <a:pt x="613854" y="0"/>
                  </a:lnTo>
                  <a:lnTo>
                    <a:pt x="607187" y="3429"/>
                  </a:lnTo>
                  <a:lnTo>
                    <a:pt x="600341" y="8407"/>
                  </a:lnTo>
                  <a:lnTo>
                    <a:pt x="594944" y="14744"/>
                  </a:lnTo>
                  <a:lnTo>
                    <a:pt x="590943" y="21272"/>
                  </a:lnTo>
                  <a:lnTo>
                    <a:pt x="588302" y="26847"/>
                  </a:lnTo>
                  <a:lnTo>
                    <a:pt x="585025" y="27228"/>
                  </a:lnTo>
                  <a:lnTo>
                    <a:pt x="559320" y="56388"/>
                  </a:lnTo>
                  <a:lnTo>
                    <a:pt x="556209" y="69392"/>
                  </a:lnTo>
                  <a:lnTo>
                    <a:pt x="518922" y="56553"/>
                  </a:lnTo>
                  <a:lnTo>
                    <a:pt x="477735" y="47904"/>
                  </a:lnTo>
                  <a:lnTo>
                    <a:pt x="443268" y="46253"/>
                  </a:lnTo>
                  <a:lnTo>
                    <a:pt x="440220" y="46075"/>
                  </a:lnTo>
                  <a:lnTo>
                    <a:pt x="439978" y="46088"/>
                  </a:lnTo>
                  <a:lnTo>
                    <a:pt x="439750" y="46075"/>
                  </a:lnTo>
                  <a:lnTo>
                    <a:pt x="436702" y="46228"/>
                  </a:lnTo>
                  <a:lnTo>
                    <a:pt x="402234" y="47904"/>
                  </a:lnTo>
                  <a:lnTo>
                    <a:pt x="361048" y="56565"/>
                  </a:lnTo>
                  <a:lnTo>
                    <a:pt x="317969" y="71424"/>
                  </a:lnTo>
                  <a:lnTo>
                    <a:pt x="274320" y="91884"/>
                  </a:lnTo>
                  <a:lnTo>
                    <a:pt x="231406" y="117335"/>
                  </a:lnTo>
                  <a:lnTo>
                    <a:pt x="190563" y="147129"/>
                  </a:lnTo>
                  <a:lnTo>
                    <a:pt x="153085" y="180682"/>
                  </a:lnTo>
                  <a:lnTo>
                    <a:pt x="116166" y="221475"/>
                  </a:lnTo>
                  <a:lnTo>
                    <a:pt x="83693" y="265671"/>
                  </a:lnTo>
                  <a:lnTo>
                    <a:pt x="56095" y="312559"/>
                  </a:lnTo>
                  <a:lnTo>
                    <a:pt x="33769" y="361403"/>
                  </a:lnTo>
                  <a:lnTo>
                    <a:pt x="17170" y="411480"/>
                  </a:lnTo>
                  <a:lnTo>
                    <a:pt x="7899" y="453593"/>
                  </a:lnTo>
                  <a:lnTo>
                    <a:pt x="2184" y="498221"/>
                  </a:lnTo>
                  <a:lnTo>
                    <a:pt x="0" y="545744"/>
                  </a:lnTo>
                  <a:lnTo>
                    <a:pt x="1371" y="596569"/>
                  </a:lnTo>
                  <a:lnTo>
                    <a:pt x="6273" y="651052"/>
                  </a:lnTo>
                  <a:lnTo>
                    <a:pt x="14706" y="709612"/>
                  </a:lnTo>
                  <a:lnTo>
                    <a:pt x="22212" y="747471"/>
                  </a:lnTo>
                  <a:lnTo>
                    <a:pt x="37198" y="806881"/>
                  </a:lnTo>
                  <a:lnTo>
                    <a:pt x="42964" y="821118"/>
                  </a:lnTo>
                  <a:lnTo>
                    <a:pt x="45237" y="821118"/>
                  </a:lnTo>
                  <a:lnTo>
                    <a:pt x="45834" y="821118"/>
                  </a:lnTo>
                  <a:lnTo>
                    <a:pt x="49923" y="819594"/>
                  </a:lnTo>
                  <a:lnTo>
                    <a:pt x="51447" y="815936"/>
                  </a:lnTo>
                  <a:lnTo>
                    <a:pt x="47650" y="802805"/>
                  </a:lnTo>
                  <a:lnTo>
                    <a:pt x="41033" y="778154"/>
                  </a:lnTo>
                  <a:lnTo>
                    <a:pt x="25527" y="707136"/>
                  </a:lnTo>
                  <a:lnTo>
                    <a:pt x="17233" y="649668"/>
                  </a:lnTo>
                  <a:lnTo>
                    <a:pt x="12395" y="596226"/>
                  </a:lnTo>
                  <a:lnTo>
                    <a:pt x="11023" y="546455"/>
                  </a:lnTo>
                  <a:lnTo>
                    <a:pt x="13106" y="499973"/>
                  </a:lnTo>
                  <a:lnTo>
                    <a:pt x="18669" y="456387"/>
                  </a:lnTo>
                  <a:lnTo>
                    <a:pt x="27686" y="415328"/>
                  </a:lnTo>
                  <a:lnTo>
                    <a:pt x="43853" y="366598"/>
                  </a:lnTo>
                  <a:lnTo>
                    <a:pt x="65608" y="319036"/>
                  </a:lnTo>
                  <a:lnTo>
                    <a:pt x="92532" y="273354"/>
                  </a:lnTo>
                  <a:lnTo>
                    <a:pt x="124218" y="230263"/>
                  </a:lnTo>
                  <a:lnTo>
                    <a:pt x="160248" y="190461"/>
                  </a:lnTo>
                  <a:lnTo>
                    <a:pt x="203276" y="152565"/>
                  </a:lnTo>
                  <a:lnTo>
                    <a:pt x="250431" y="119773"/>
                  </a:lnTo>
                  <a:lnTo>
                    <a:pt x="299694" y="93065"/>
                  </a:lnTo>
                  <a:lnTo>
                    <a:pt x="349021" y="73380"/>
                  </a:lnTo>
                  <a:lnTo>
                    <a:pt x="396379" y="61683"/>
                  </a:lnTo>
                  <a:lnTo>
                    <a:pt x="438111" y="59029"/>
                  </a:lnTo>
                  <a:lnTo>
                    <a:pt x="439966" y="58928"/>
                  </a:lnTo>
                  <a:lnTo>
                    <a:pt x="442785" y="59080"/>
                  </a:lnTo>
                  <a:lnTo>
                    <a:pt x="483577" y="61671"/>
                  </a:lnTo>
                  <a:lnTo>
                    <a:pt x="530948" y="73380"/>
                  </a:lnTo>
                  <a:lnTo>
                    <a:pt x="580275" y="93065"/>
                  </a:lnTo>
                  <a:lnTo>
                    <a:pt x="629526" y="119773"/>
                  </a:lnTo>
                  <a:lnTo>
                    <a:pt x="676681" y="152565"/>
                  </a:lnTo>
                  <a:lnTo>
                    <a:pt x="719709" y="190461"/>
                  </a:lnTo>
                  <a:lnTo>
                    <a:pt x="755738" y="230263"/>
                  </a:lnTo>
                  <a:lnTo>
                    <a:pt x="787425" y="273354"/>
                  </a:lnTo>
                  <a:lnTo>
                    <a:pt x="814362" y="319036"/>
                  </a:lnTo>
                  <a:lnTo>
                    <a:pt x="836117" y="366598"/>
                  </a:lnTo>
                  <a:lnTo>
                    <a:pt x="852271" y="415328"/>
                  </a:lnTo>
                  <a:lnTo>
                    <a:pt x="861301" y="456387"/>
                  </a:lnTo>
                  <a:lnTo>
                    <a:pt x="866851" y="499973"/>
                  </a:lnTo>
                  <a:lnTo>
                    <a:pt x="868934" y="546455"/>
                  </a:lnTo>
                  <a:lnTo>
                    <a:pt x="867562" y="596226"/>
                  </a:lnTo>
                  <a:lnTo>
                    <a:pt x="862723" y="649668"/>
                  </a:lnTo>
                  <a:lnTo>
                    <a:pt x="854430" y="707136"/>
                  </a:lnTo>
                  <a:lnTo>
                    <a:pt x="838923" y="778154"/>
                  </a:lnTo>
                  <a:lnTo>
                    <a:pt x="828509" y="815936"/>
                  </a:lnTo>
                  <a:lnTo>
                    <a:pt x="830033" y="819594"/>
                  </a:lnTo>
                  <a:lnTo>
                    <a:pt x="833501" y="821004"/>
                  </a:lnTo>
                  <a:lnTo>
                    <a:pt x="834720" y="821118"/>
                  </a:lnTo>
                  <a:lnTo>
                    <a:pt x="836993" y="821118"/>
                  </a:lnTo>
                  <a:lnTo>
                    <a:pt x="849477" y="781824"/>
                  </a:lnTo>
                  <a:lnTo>
                    <a:pt x="865251" y="709612"/>
                  </a:lnTo>
                  <a:lnTo>
                    <a:pt x="873683" y="651052"/>
                  </a:lnTo>
                  <a:lnTo>
                    <a:pt x="878586" y="596569"/>
                  </a:lnTo>
                  <a:lnTo>
                    <a:pt x="879957" y="545744"/>
                  </a:lnTo>
                  <a:lnTo>
                    <a:pt x="877773" y="498221"/>
                  </a:lnTo>
                  <a:lnTo>
                    <a:pt x="872058" y="453593"/>
                  </a:lnTo>
                  <a:lnTo>
                    <a:pt x="862787" y="411480"/>
                  </a:lnTo>
                  <a:lnTo>
                    <a:pt x="846188" y="361403"/>
                  </a:lnTo>
                  <a:lnTo>
                    <a:pt x="838085" y="343674"/>
                  </a:lnTo>
                  <a:lnTo>
                    <a:pt x="842759" y="342290"/>
                  </a:lnTo>
                  <a:lnTo>
                    <a:pt x="877595" y="316776"/>
                  </a:lnTo>
                  <a:lnTo>
                    <a:pt x="880884" y="301586"/>
                  </a:lnTo>
                  <a:lnTo>
                    <a:pt x="885736" y="298157"/>
                  </a:lnTo>
                  <a:lnTo>
                    <a:pt x="891349" y="293065"/>
                  </a:lnTo>
                  <a:lnTo>
                    <a:pt x="896645" y="286359"/>
                  </a:lnTo>
                  <a:lnTo>
                    <a:pt x="900544" y="278028"/>
                  </a:lnTo>
                  <a:lnTo>
                    <a:pt x="902931" y="270357"/>
                  </a:lnTo>
                  <a:close/>
                </a:path>
              </a:pathLst>
            </a:custGeom>
            <a:solidFill>
              <a:srgbClr val="E8BD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" name="object 388" descr=""/>
            <p:cNvSpPr/>
            <p:nvPr/>
          </p:nvSpPr>
          <p:spPr>
            <a:xfrm>
              <a:off x="10689463" y="6607498"/>
              <a:ext cx="1027430" cy="287655"/>
            </a:xfrm>
            <a:custGeom>
              <a:avLst/>
              <a:gdLst/>
              <a:ahLst/>
              <a:cxnLst/>
              <a:rect l="l" t="t" r="r" b="b"/>
              <a:pathLst>
                <a:path w="1027429" h="287654">
                  <a:moveTo>
                    <a:pt x="24345" y="221018"/>
                  </a:moveTo>
                  <a:lnTo>
                    <a:pt x="24206" y="221983"/>
                  </a:lnTo>
                  <a:lnTo>
                    <a:pt x="23685" y="224828"/>
                  </a:lnTo>
                  <a:lnTo>
                    <a:pt x="23253" y="226783"/>
                  </a:lnTo>
                  <a:lnTo>
                    <a:pt x="22974" y="227685"/>
                  </a:lnTo>
                  <a:lnTo>
                    <a:pt x="22644" y="229069"/>
                  </a:lnTo>
                  <a:lnTo>
                    <a:pt x="22301" y="230251"/>
                  </a:lnTo>
                  <a:lnTo>
                    <a:pt x="22047" y="231241"/>
                  </a:lnTo>
                  <a:lnTo>
                    <a:pt x="21590" y="232524"/>
                  </a:lnTo>
                  <a:lnTo>
                    <a:pt x="21183" y="233807"/>
                  </a:lnTo>
                  <a:lnTo>
                    <a:pt x="20650" y="235115"/>
                  </a:lnTo>
                  <a:lnTo>
                    <a:pt x="20129" y="236499"/>
                  </a:lnTo>
                  <a:lnTo>
                    <a:pt x="19558" y="237832"/>
                  </a:lnTo>
                  <a:lnTo>
                    <a:pt x="18999" y="239242"/>
                  </a:lnTo>
                  <a:lnTo>
                    <a:pt x="18300" y="240588"/>
                  </a:lnTo>
                  <a:lnTo>
                    <a:pt x="17272" y="242646"/>
                  </a:lnTo>
                  <a:lnTo>
                    <a:pt x="16129" y="244627"/>
                  </a:lnTo>
                  <a:lnTo>
                    <a:pt x="15392" y="245973"/>
                  </a:lnTo>
                  <a:lnTo>
                    <a:pt x="14503" y="247192"/>
                  </a:lnTo>
                  <a:lnTo>
                    <a:pt x="13703" y="248450"/>
                  </a:lnTo>
                  <a:lnTo>
                    <a:pt x="12776" y="249580"/>
                  </a:lnTo>
                  <a:lnTo>
                    <a:pt x="11988" y="250837"/>
                  </a:lnTo>
                  <a:lnTo>
                    <a:pt x="10096" y="252869"/>
                  </a:lnTo>
                  <a:lnTo>
                    <a:pt x="9283" y="253987"/>
                  </a:lnTo>
                  <a:lnTo>
                    <a:pt x="7429" y="255689"/>
                  </a:lnTo>
                  <a:lnTo>
                    <a:pt x="6629" y="256616"/>
                  </a:lnTo>
                  <a:lnTo>
                    <a:pt x="5664" y="257352"/>
                  </a:lnTo>
                  <a:lnTo>
                    <a:pt x="4914" y="257962"/>
                  </a:lnTo>
                  <a:lnTo>
                    <a:pt x="3479" y="259207"/>
                  </a:lnTo>
                  <a:lnTo>
                    <a:pt x="2768" y="259740"/>
                  </a:lnTo>
                  <a:lnTo>
                    <a:pt x="1612" y="260540"/>
                  </a:lnTo>
                  <a:lnTo>
                    <a:pt x="0" y="261734"/>
                  </a:lnTo>
                  <a:lnTo>
                    <a:pt x="2959" y="260134"/>
                  </a:lnTo>
                  <a:lnTo>
                    <a:pt x="3721" y="259676"/>
                  </a:lnTo>
                  <a:lnTo>
                    <a:pt x="6172" y="257949"/>
                  </a:lnTo>
                  <a:lnTo>
                    <a:pt x="7099" y="257352"/>
                  </a:lnTo>
                  <a:lnTo>
                    <a:pt x="7950" y="256476"/>
                  </a:lnTo>
                  <a:lnTo>
                    <a:pt x="9931" y="254863"/>
                  </a:lnTo>
                  <a:lnTo>
                    <a:pt x="10845" y="253809"/>
                  </a:lnTo>
                  <a:lnTo>
                    <a:pt x="12814" y="251764"/>
                  </a:lnTo>
                  <a:lnTo>
                    <a:pt x="13677" y="250532"/>
                  </a:lnTo>
                  <a:lnTo>
                    <a:pt x="14630" y="249351"/>
                  </a:lnTo>
                  <a:lnTo>
                    <a:pt x="15468" y="248081"/>
                  </a:lnTo>
                  <a:lnTo>
                    <a:pt x="16408" y="246837"/>
                  </a:lnTo>
                  <a:lnTo>
                    <a:pt x="17170" y="245465"/>
                  </a:lnTo>
                  <a:lnTo>
                    <a:pt x="18326" y="243395"/>
                  </a:lnTo>
                  <a:lnTo>
                    <a:pt x="19723" y="240588"/>
                  </a:lnTo>
                  <a:lnTo>
                    <a:pt x="20027" y="239864"/>
                  </a:lnTo>
                  <a:lnTo>
                    <a:pt x="20586" y="238429"/>
                  </a:lnTo>
                  <a:lnTo>
                    <a:pt x="20891" y="237731"/>
                  </a:lnTo>
                  <a:lnTo>
                    <a:pt x="22110" y="234226"/>
                  </a:lnTo>
                  <a:lnTo>
                    <a:pt x="22567" y="232524"/>
                  </a:lnTo>
                  <a:lnTo>
                    <a:pt x="22860" y="231546"/>
                  </a:lnTo>
                  <a:lnTo>
                    <a:pt x="23164" y="229997"/>
                  </a:lnTo>
                  <a:lnTo>
                    <a:pt x="23431" y="228854"/>
                  </a:lnTo>
                  <a:lnTo>
                    <a:pt x="23850" y="226644"/>
                  </a:lnTo>
                  <a:lnTo>
                    <a:pt x="24091" y="224739"/>
                  </a:lnTo>
                  <a:lnTo>
                    <a:pt x="24295" y="222542"/>
                  </a:lnTo>
                  <a:lnTo>
                    <a:pt x="24345" y="221018"/>
                  </a:lnTo>
                  <a:close/>
                </a:path>
                <a:path w="1027429" h="287654">
                  <a:moveTo>
                    <a:pt x="84912" y="156464"/>
                  </a:moveTo>
                  <a:lnTo>
                    <a:pt x="84874" y="149606"/>
                  </a:lnTo>
                  <a:lnTo>
                    <a:pt x="84670" y="147320"/>
                  </a:lnTo>
                  <a:lnTo>
                    <a:pt x="84556" y="146634"/>
                  </a:lnTo>
                  <a:lnTo>
                    <a:pt x="84429" y="145821"/>
                  </a:lnTo>
                  <a:lnTo>
                    <a:pt x="84429" y="151574"/>
                  </a:lnTo>
                  <a:lnTo>
                    <a:pt x="84328" y="152679"/>
                  </a:lnTo>
                  <a:lnTo>
                    <a:pt x="84277" y="153885"/>
                  </a:lnTo>
                  <a:lnTo>
                    <a:pt x="84150" y="155079"/>
                  </a:lnTo>
                  <a:lnTo>
                    <a:pt x="84048" y="156464"/>
                  </a:lnTo>
                  <a:lnTo>
                    <a:pt x="83845" y="157873"/>
                  </a:lnTo>
                  <a:lnTo>
                    <a:pt x="83705" y="159092"/>
                  </a:lnTo>
                  <a:lnTo>
                    <a:pt x="83413" y="160515"/>
                  </a:lnTo>
                  <a:lnTo>
                    <a:pt x="83172" y="161988"/>
                  </a:lnTo>
                  <a:lnTo>
                    <a:pt x="82842" y="163449"/>
                  </a:lnTo>
                  <a:lnTo>
                    <a:pt x="82562" y="164947"/>
                  </a:lnTo>
                  <a:lnTo>
                    <a:pt x="81495" y="168694"/>
                  </a:lnTo>
                  <a:lnTo>
                    <a:pt x="80759" y="170929"/>
                  </a:lnTo>
                  <a:lnTo>
                    <a:pt x="80289" y="172427"/>
                  </a:lnTo>
                  <a:lnTo>
                    <a:pt x="79629" y="173837"/>
                  </a:lnTo>
                  <a:lnTo>
                    <a:pt x="79082" y="175260"/>
                  </a:lnTo>
                  <a:lnTo>
                    <a:pt x="78397" y="176618"/>
                  </a:lnTo>
                  <a:lnTo>
                    <a:pt x="77838" y="178028"/>
                  </a:lnTo>
                  <a:lnTo>
                    <a:pt x="76377" y="180505"/>
                  </a:lnTo>
                  <a:lnTo>
                    <a:pt x="75780" y="181775"/>
                  </a:lnTo>
                  <a:lnTo>
                    <a:pt x="74282" y="183908"/>
                  </a:lnTo>
                  <a:lnTo>
                    <a:pt x="73685" y="185026"/>
                  </a:lnTo>
                  <a:lnTo>
                    <a:pt x="72948" y="185877"/>
                  </a:lnTo>
                  <a:lnTo>
                    <a:pt x="71069" y="188328"/>
                  </a:lnTo>
                  <a:lnTo>
                    <a:pt x="70472" y="189039"/>
                  </a:lnTo>
                  <a:lnTo>
                    <a:pt x="69938" y="189611"/>
                  </a:lnTo>
                  <a:lnTo>
                    <a:pt x="68135" y="191655"/>
                  </a:lnTo>
                  <a:lnTo>
                    <a:pt x="70739" y="189357"/>
                  </a:lnTo>
                  <a:lnTo>
                    <a:pt x="71399" y="188734"/>
                  </a:lnTo>
                  <a:lnTo>
                    <a:pt x="72732" y="187299"/>
                  </a:lnTo>
                  <a:lnTo>
                    <a:pt x="73469" y="186436"/>
                  </a:lnTo>
                  <a:lnTo>
                    <a:pt x="74269" y="185623"/>
                  </a:lnTo>
                  <a:lnTo>
                    <a:pt x="74942" y="184543"/>
                  </a:lnTo>
                  <a:lnTo>
                    <a:pt x="76581" y="182473"/>
                  </a:lnTo>
                  <a:lnTo>
                    <a:pt x="77266" y="181216"/>
                  </a:lnTo>
                  <a:lnTo>
                    <a:pt x="78816" y="178727"/>
                  </a:lnTo>
                  <a:lnTo>
                    <a:pt x="79451" y="177317"/>
                  </a:lnTo>
                  <a:lnTo>
                    <a:pt x="80162" y="175920"/>
                  </a:lnTo>
                  <a:lnTo>
                    <a:pt x="80733" y="174459"/>
                  </a:lnTo>
                  <a:lnTo>
                    <a:pt x="81432" y="173024"/>
                  </a:lnTo>
                  <a:lnTo>
                    <a:pt x="82677" y="169176"/>
                  </a:lnTo>
                  <a:lnTo>
                    <a:pt x="83083" y="167614"/>
                  </a:lnTo>
                  <a:lnTo>
                    <a:pt x="83515" y="166077"/>
                  </a:lnTo>
                  <a:lnTo>
                    <a:pt x="84124" y="163004"/>
                  </a:lnTo>
                  <a:lnTo>
                    <a:pt x="84670" y="159270"/>
                  </a:lnTo>
                  <a:lnTo>
                    <a:pt x="84785" y="157734"/>
                  </a:lnTo>
                  <a:lnTo>
                    <a:pt x="84912" y="156464"/>
                  </a:lnTo>
                  <a:close/>
                </a:path>
                <a:path w="1027429" h="287654">
                  <a:moveTo>
                    <a:pt x="86995" y="237794"/>
                  </a:moveTo>
                  <a:lnTo>
                    <a:pt x="85890" y="237985"/>
                  </a:lnTo>
                  <a:lnTo>
                    <a:pt x="81813" y="238785"/>
                  </a:lnTo>
                  <a:lnTo>
                    <a:pt x="79197" y="239699"/>
                  </a:lnTo>
                  <a:lnTo>
                    <a:pt x="77660" y="240030"/>
                  </a:lnTo>
                  <a:lnTo>
                    <a:pt x="74523" y="241477"/>
                  </a:lnTo>
                  <a:lnTo>
                    <a:pt x="72758" y="242074"/>
                  </a:lnTo>
                  <a:lnTo>
                    <a:pt x="71031" y="243090"/>
                  </a:lnTo>
                  <a:lnTo>
                    <a:pt x="69265" y="244030"/>
                  </a:lnTo>
                  <a:lnTo>
                    <a:pt x="67398" y="244995"/>
                  </a:lnTo>
                  <a:lnTo>
                    <a:pt x="65582" y="246265"/>
                  </a:lnTo>
                  <a:lnTo>
                    <a:pt x="63703" y="247421"/>
                  </a:lnTo>
                  <a:lnTo>
                    <a:pt x="61798" y="248805"/>
                  </a:lnTo>
                  <a:lnTo>
                    <a:pt x="60007" y="250215"/>
                  </a:lnTo>
                  <a:lnTo>
                    <a:pt x="59067" y="250888"/>
                  </a:lnTo>
                  <a:lnTo>
                    <a:pt x="56375" y="253250"/>
                  </a:lnTo>
                  <a:lnTo>
                    <a:pt x="55448" y="253987"/>
                  </a:lnTo>
                  <a:lnTo>
                    <a:pt x="52844" y="256501"/>
                  </a:lnTo>
                  <a:lnTo>
                    <a:pt x="51104" y="258152"/>
                  </a:lnTo>
                  <a:lnTo>
                    <a:pt x="49453" y="259994"/>
                  </a:lnTo>
                  <a:lnTo>
                    <a:pt x="47777" y="261721"/>
                  </a:lnTo>
                  <a:lnTo>
                    <a:pt x="46367" y="263550"/>
                  </a:lnTo>
                  <a:lnTo>
                    <a:pt x="44894" y="265303"/>
                  </a:lnTo>
                  <a:lnTo>
                    <a:pt x="42125" y="268909"/>
                  </a:lnTo>
                  <a:lnTo>
                    <a:pt x="39230" y="273304"/>
                  </a:lnTo>
                  <a:lnTo>
                    <a:pt x="38227" y="275031"/>
                  </a:lnTo>
                  <a:lnTo>
                    <a:pt x="36741" y="277418"/>
                  </a:lnTo>
                  <a:lnTo>
                    <a:pt x="36029" y="279031"/>
                  </a:lnTo>
                  <a:lnTo>
                    <a:pt x="35331" y="280403"/>
                  </a:lnTo>
                  <a:lnTo>
                    <a:pt x="34658" y="281800"/>
                  </a:lnTo>
                  <a:lnTo>
                    <a:pt x="34036" y="283349"/>
                  </a:lnTo>
                  <a:lnTo>
                    <a:pt x="33629" y="284289"/>
                  </a:lnTo>
                  <a:lnTo>
                    <a:pt x="33312" y="285115"/>
                  </a:lnTo>
                  <a:lnTo>
                    <a:pt x="33070" y="285978"/>
                  </a:lnTo>
                  <a:lnTo>
                    <a:pt x="32575" y="287413"/>
                  </a:lnTo>
                  <a:lnTo>
                    <a:pt x="34086" y="284289"/>
                  </a:lnTo>
                  <a:lnTo>
                    <a:pt x="34620" y="283349"/>
                  </a:lnTo>
                  <a:lnTo>
                    <a:pt x="35229" y="282181"/>
                  </a:lnTo>
                  <a:lnTo>
                    <a:pt x="36004" y="280885"/>
                  </a:lnTo>
                  <a:lnTo>
                    <a:pt x="36830" y="279628"/>
                  </a:lnTo>
                  <a:lnTo>
                    <a:pt x="37668" y="278168"/>
                  </a:lnTo>
                  <a:lnTo>
                    <a:pt x="40347" y="274320"/>
                  </a:lnTo>
                  <a:lnTo>
                    <a:pt x="41554" y="272732"/>
                  </a:lnTo>
                  <a:lnTo>
                    <a:pt x="42773" y="271043"/>
                  </a:lnTo>
                  <a:lnTo>
                    <a:pt x="44843" y="268566"/>
                  </a:lnTo>
                  <a:lnTo>
                    <a:pt x="45504" y="267677"/>
                  </a:lnTo>
                  <a:lnTo>
                    <a:pt x="49263" y="263398"/>
                  </a:lnTo>
                  <a:lnTo>
                    <a:pt x="50952" y="261658"/>
                  </a:lnTo>
                  <a:lnTo>
                    <a:pt x="52514" y="259943"/>
                  </a:lnTo>
                  <a:lnTo>
                    <a:pt x="54203" y="258406"/>
                  </a:lnTo>
                  <a:lnTo>
                    <a:pt x="56756" y="255943"/>
                  </a:lnTo>
                  <a:lnTo>
                    <a:pt x="57658" y="255219"/>
                  </a:lnTo>
                  <a:lnTo>
                    <a:pt x="59397" y="253669"/>
                  </a:lnTo>
                  <a:lnTo>
                    <a:pt x="60261" y="252882"/>
                  </a:lnTo>
                  <a:lnTo>
                    <a:pt x="61188" y="252196"/>
                  </a:lnTo>
                  <a:lnTo>
                    <a:pt x="64719" y="249389"/>
                  </a:lnTo>
                  <a:lnTo>
                    <a:pt x="65697" y="248767"/>
                  </a:lnTo>
                  <a:lnTo>
                    <a:pt x="68275" y="246875"/>
                  </a:lnTo>
                  <a:lnTo>
                    <a:pt x="70040" y="245808"/>
                  </a:lnTo>
                  <a:lnTo>
                    <a:pt x="72948" y="244005"/>
                  </a:lnTo>
                  <a:lnTo>
                    <a:pt x="75006" y="242925"/>
                  </a:lnTo>
                  <a:lnTo>
                    <a:pt x="77279" y="241668"/>
                  </a:lnTo>
                  <a:lnTo>
                    <a:pt x="78016" y="241350"/>
                  </a:lnTo>
                  <a:lnTo>
                    <a:pt x="80733" y="240131"/>
                  </a:lnTo>
                  <a:lnTo>
                    <a:pt x="81991" y="239522"/>
                  </a:lnTo>
                  <a:lnTo>
                    <a:pt x="83121" y="239166"/>
                  </a:lnTo>
                  <a:lnTo>
                    <a:pt x="85915" y="238201"/>
                  </a:lnTo>
                  <a:lnTo>
                    <a:pt x="86995" y="237794"/>
                  </a:lnTo>
                  <a:close/>
                </a:path>
                <a:path w="1027429" h="287654">
                  <a:moveTo>
                    <a:pt x="166547" y="57327"/>
                  </a:moveTo>
                  <a:lnTo>
                    <a:pt x="166535" y="53555"/>
                  </a:lnTo>
                  <a:lnTo>
                    <a:pt x="166420" y="55067"/>
                  </a:lnTo>
                  <a:lnTo>
                    <a:pt x="166166" y="57365"/>
                  </a:lnTo>
                  <a:lnTo>
                    <a:pt x="165887" y="59347"/>
                  </a:lnTo>
                  <a:lnTo>
                    <a:pt x="165671" y="60337"/>
                  </a:lnTo>
                  <a:lnTo>
                    <a:pt x="165455" y="61671"/>
                  </a:lnTo>
                  <a:lnTo>
                    <a:pt x="165201" y="62877"/>
                  </a:lnTo>
                  <a:lnTo>
                    <a:pt x="165011" y="63969"/>
                  </a:lnTo>
                  <a:lnTo>
                    <a:pt x="164579" y="65557"/>
                  </a:lnTo>
                  <a:lnTo>
                    <a:pt x="164338" y="66611"/>
                  </a:lnTo>
                  <a:lnTo>
                    <a:pt x="163906" y="67970"/>
                  </a:lnTo>
                  <a:lnTo>
                    <a:pt x="163499" y="69392"/>
                  </a:lnTo>
                  <a:lnTo>
                    <a:pt x="163017" y="70789"/>
                  </a:lnTo>
                  <a:lnTo>
                    <a:pt x="162560" y="72250"/>
                  </a:lnTo>
                  <a:lnTo>
                    <a:pt x="161112" y="75806"/>
                  </a:lnTo>
                  <a:lnTo>
                    <a:pt x="160108" y="77901"/>
                  </a:lnTo>
                  <a:lnTo>
                    <a:pt x="159499" y="79324"/>
                  </a:lnTo>
                  <a:lnTo>
                    <a:pt x="158686" y="80619"/>
                  </a:lnTo>
                  <a:lnTo>
                    <a:pt x="157975" y="81953"/>
                  </a:lnTo>
                  <a:lnTo>
                    <a:pt x="157149" y="83185"/>
                  </a:lnTo>
                  <a:lnTo>
                    <a:pt x="156451" y="84518"/>
                  </a:lnTo>
                  <a:lnTo>
                    <a:pt x="154736" y="86741"/>
                  </a:lnTo>
                  <a:lnTo>
                    <a:pt x="154000" y="87922"/>
                  </a:lnTo>
                  <a:lnTo>
                    <a:pt x="152285" y="89801"/>
                  </a:lnTo>
                  <a:lnTo>
                    <a:pt x="151561" y="90817"/>
                  </a:lnTo>
                  <a:lnTo>
                    <a:pt x="150736" y="91554"/>
                  </a:lnTo>
                  <a:lnTo>
                    <a:pt x="149948" y="92329"/>
                  </a:lnTo>
                  <a:lnTo>
                    <a:pt x="148602" y="93713"/>
                  </a:lnTo>
                  <a:lnTo>
                    <a:pt x="147929" y="94322"/>
                  </a:lnTo>
                  <a:lnTo>
                    <a:pt x="147332" y="94805"/>
                  </a:lnTo>
                  <a:lnTo>
                    <a:pt x="145326" y="96583"/>
                  </a:lnTo>
                  <a:lnTo>
                    <a:pt x="147510" y="95097"/>
                  </a:lnTo>
                  <a:lnTo>
                    <a:pt x="148158" y="94678"/>
                  </a:lnTo>
                  <a:lnTo>
                    <a:pt x="148882" y="94157"/>
                  </a:lnTo>
                  <a:lnTo>
                    <a:pt x="150355" y="92938"/>
                  </a:lnTo>
                  <a:lnTo>
                    <a:pt x="151193" y="92189"/>
                  </a:lnTo>
                  <a:lnTo>
                    <a:pt x="152057" y="91503"/>
                  </a:lnTo>
                  <a:lnTo>
                    <a:pt x="152844" y="90538"/>
                  </a:lnTo>
                  <a:lnTo>
                    <a:pt x="154711" y="88722"/>
                  </a:lnTo>
                  <a:lnTo>
                    <a:pt x="155524" y="87579"/>
                  </a:lnTo>
                  <a:lnTo>
                    <a:pt x="157340" y="85344"/>
                  </a:lnTo>
                  <a:lnTo>
                    <a:pt x="158127" y="84035"/>
                  </a:lnTo>
                  <a:lnTo>
                    <a:pt x="158978" y="82765"/>
                  </a:lnTo>
                  <a:lnTo>
                    <a:pt x="159715" y="81407"/>
                  </a:lnTo>
                  <a:lnTo>
                    <a:pt x="160566" y="80073"/>
                  </a:lnTo>
                  <a:lnTo>
                    <a:pt x="161213" y="78625"/>
                  </a:lnTo>
                  <a:lnTo>
                    <a:pt x="165595" y="65278"/>
                  </a:lnTo>
                  <a:lnTo>
                    <a:pt x="165836" y="64198"/>
                  </a:lnTo>
                  <a:lnTo>
                    <a:pt x="166014" y="62699"/>
                  </a:lnTo>
                  <a:lnTo>
                    <a:pt x="166204" y="61518"/>
                  </a:lnTo>
                  <a:lnTo>
                    <a:pt x="166458" y="59258"/>
                  </a:lnTo>
                  <a:lnTo>
                    <a:pt x="166547" y="57327"/>
                  </a:lnTo>
                  <a:close/>
                </a:path>
                <a:path w="1027429" h="287654">
                  <a:moveTo>
                    <a:pt x="183134" y="112801"/>
                  </a:moveTo>
                  <a:lnTo>
                    <a:pt x="182029" y="112991"/>
                  </a:lnTo>
                  <a:lnTo>
                    <a:pt x="177952" y="113792"/>
                  </a:lnTo>
                  <a:lnTo>
                    <a:pt x="175336" y="114706"/>
                  </a:lnTo>
                  <a:lnTo>
                    <a:pt x="173799" y="115036"/>
                  </a:lnTo>
                  <a:lnTo>
                    <a:pt x="170675" y="116484"/>
                  </a:lnTo>
                  <a:lnTo>
                    <a:pt x="168897" y="117081"/>
                  </a:lnTo>
                  <a:lnTo>
                    <a:pt x="167170" y="118097"/>
                  </a:lnTo>
                  <a:lnTo>
                    <a:pt x="165417" y="119037"/>
                  </a:lnTo>
                  <a:lnTo>
                    <a:pt x="163537" y="120015"/>
                  </a:lnTo>
                  <a:lnTo>
                    <a:pt x="161721" y="121272"/>
                  </a:lnTo>
                  <a:lnTo>
                    <a:pt x="159854" y="122428"/>
                  </a:lnTo>
                  <a:lnTo>
                    <a:pt x="157949" y="123812"/>
                  </a:lnTo>
                  <a:lnTo>
                    <a:pt x="156159" y="125222"/>
                  </a:lnTo>
                  <a:lnTo>
                    <a:pt x="155219" y="125895"/>
                  </a:lnTo>
                  <a:lnTo>
                    <a:pt x="152527" y="128257"/>
                  </a:lnTo>
                  <a:lnTo>
                    <a:pt x="151587" y="128993"/>
                  </a:lnTo>
                  <a:lnTo>
                    <a:pt x="148996" y="131521"/>
                  </a:lnTo>
                  <a:lnTo>
                    <a:pt x="147243" y="133172"/>
                  </a:lnTo>
                  <a:lnTo>
                    <a:pt x="145605" y="135001"/>
                  </a:lnTo>
                  <a:lnTo>
                    <a:pt x="143929" y="136740"/>
                  </a:lnTo>
                  <a:lnTo>
                    <a:pt x="142506" y="138557"/>
                  </a:lnTo>
                  <a:lnTo>
                    <a:pt x="141033" y="140322"/>
                  </a:lnTo>
                  <a:lnTo>
                    <a:pt x="138277" y="143916"/>
                  </a:lnTo>
                  <a:lnTo>
                    <a:pt x="135369" y="148310"/>
                  </a:lnTo>
                  <a:lnTo>
                    <a:pt x="134366" y="150037"/>
                  </a:lnTo>
                  <a:lnTo>
                    <a:pt x="132892" y="152438"/>
                  </a:lnTo>
                  <a:lnTo>
                    <a:pt x="132181" y="154051"/>
                  </a:lnTo>
                  <a:lnTo>
                    <a:pt x="131470" y="155409"/>
                  </a:lnTo>
                  <a:lnTo>
                    <a:pt x="130810" y="156806"/>
                  </a:lnTo>
                  <a:lnTo>
                    <a:pt x="130187" y="158356"/>
                  </a:lnTo>
                  <a:lnTo>
                    <a:pt x="129768" y="159296"/>
                  </a:lnTo>
                  <a:lnTo>
                    <a:pt x="129451" y="160134"/>
                  </a:lnTo>
                  <a:lnTo>
                    <a:pt x="129209" y="160985"/>
                  </a:lnTo>
                  <a:lnTo>
                    <a:pt x="128727" y="162420"/>
                  </a:lnTo>
                  <a:lnTo>
                    <a:pt x="130225" y="159296"/>
                  </a:lnTo>
                  <a:lnTo>
                    <a:pt x="130759" y="158356"/>
                  </a:lnTo>
                  <a:lnTo>
                    <a:pt x="131368" y="157187"/>
                  </a:lnTo>
                  <a:lnTo>
                    <a:pt x="132143" y="155892"/>
                  </a:lnTo>
                  <a:lnTo>
                    <a:pt x="132969" y="154647"/>
                  </a:lnTo>
                  <a:lnTo>
                    <a:pt x="133807" y="153174"/>
                  </a:lnTo>
                  <a:lnTo>
                    <a:pt x="136486" y="149339"/>
                  </a:lnTo>
                  <a:lnTo>
                    <a:pt x="137693" y="147739"/>
                  </a:lnTo>
                  <a:lnTo>
                    <a:pt x="138925" y="146050"/>
                  </a:lnTo>
                  <a:lnTo>
                    <a:pt x="140995" y="143573"/>
                  </a:lnTo>
                  <a:lnTo>
                    <a:pt x="141655" y="142684"/>
                  </a:lnTo>
                  <a:lnTo>
                    <a:pt x="143878" y="140157"/>
                  </a:lnTo>
                  <a:lnTo>
                    <a:pt x="145402" y="138404"/>
                  </a:lnTo>
                  <a:lnTo>
                    <a:pt x="147091" y="136677"/>
                  </a:lnTo>
                  <a:lnTo>
                    <a:pt x="148666" y="134962"/>
                  </a:lnTo>
                  <a:lnTo>
                    <a:pt x="150342" y="133413"/>
                  </a:lnTo>
                  <a:lnTo>
                    <a:pt x="152895" y="130962"/>
                  </a:lnTo>
                  <a:lnTo>
                    <a:pt x="153797" y="130225"/>
                  </a:lnTo>
                  <a:lnTo>
                    <a:pt x="155549" y="128689"/>
                  </a:lnTo>
                  <a:lnTo>
                    <a:pt x="156413" y="127889"/>
                  </a:lnTo>
                  <a:lnTo>
                    <a:pt x="157327" y="127203"/>
                  </a:lnTo>
                  <a:lnTo>
                    <a:pt x="160870" y="124396"/>
                  </a:lnTo>
                  <a:lnTo>
                    <a:pt x="161848" y="123774"/>
                  </a:lnTo>
                  <a:lnTo>
                    <a:pt x="164414" y="121894"/>
                  </a:lnTo>
                  <a:lnTo>
                    <a:pt x="166192" y="120815"/>
                  </a:lnTo>
                  <a:lnTo>
                    <a:pt x="169100" y="119024"/>
                  </a:lnTo>
                  <a:lnTo>
                    <a:pt x="171145" y="117932"/>
                  </a:lnTo>
                  <a:lnTo>
                    <a:pt x="173418" y="116674"/>
                  </a:lnTo>
                  <a:lnTo>
                    <a:pt x="174167" y="116357"/>
                  </a:lnTo>
                  <a:lnTo>
                    <a:pt x="176872" y="115150"/>
                  </a:lnTo>
                  <a:lnTo>
                    <a:pt x="178130" y="114528"/>
                  </a:lnTo>
                  <a:lnTo>
                    <a:pt x="179260" y="114173"/>
                  </a:lnTo>
                  <a:lnTo>
                    <a:pt x="182067" y="113207"/>
                  </a:lnTo>
                  <a:lnTo>
                    <a:pt x="183134" y="112801"/>
                  </a:lnTo>
                  <a:close/>
                </a:path>
                <a:path w="1027429" h="287654">
                  <a:moveTo>
                    <a:pt x="220408" y="0"/>
                  </a:moveTo>
                  <a:lnTo>
                    <a:pt x="220052" y="901"/>
                  </a:lnTo>
                  <a:lnTo>
                    <a:pt x="218859" y="3581"/>
                  </a:lnTo>
                  <a:lnTo>
                    <a:pt x="218122" y="5092"/>
                  </a:lnTo>
                  <a:lnTo>
                    <a:pt x="217589" y="6019"/>
                  </a:lnTo>
                  <a:lnTo>
                    <a:pt x="217068" y="7048"/>
                  </a:lnTo>
                  <a:lnTo>
                    <a:pt x="216484" y="8051"/>
                  </a:lnTo>
                  <a:lnTo>
                    <a:pt x="215900" y="9156"/>
                  </a:lnTo>
                  <a:lnTo>
                    <a:pt x="215163" y="10248"/>
                  </a:lnTo>
                  <a:lnTo>
                    <a:pt x="214490" y="11366"/>
                  </a:lnTo>
                  <a:lnTo>
                    <a:pt x="213664" y="12471"/>
                  </a:lnTo>
                  <a:lnTo>
                    <a:pt x="212864" y="13639"/>
                  </a:lnTo>
                  <a:lnTo>
                    <a:pt x="212001" y="14744"/>
                  </a:lnTo>
                  <a:lnTo>
                    <a:pt x="211150" y="15938"/>
                  </a:lnTo>
                  <a:lnTo>
                    <a:pt x="210172" y="17018"/>
                  </a:lnTo>
                  <a:lnTo>
                    <a:pt x="208724" y="18681"/>
                  </a:lnTo>
                  <a:lnTo>
                    <a:pt x="207175" y="20256"/>
                  </a:lnTo>
                  <a:lnTo>
                    <a:pt x="206159" y="21336"/>
                  </a:lnTo>
                  <a:lnTo>
                    <a:pt x="205016" y="22225"/>
                  </a:lnTo>
                  <a:lnTo>
                    <a:pt x="203962" y="23190"/>
                  </a:lnTo>
                  <a:lnTo>
                    <a:pt x="202819" y="24015"/>
                  </a:lnTo>
                  <a:lnTo>
                    <a:pt x="201764" y="24968"/>
                  </a:lnTo>
                  <a:lnTo>
                    <a:pt x="199491" y="26377"/>
                  </a:lnTo>
                  <a:lnTo>
                    <a:pt x="198450" y="27178"/>
                  </a:lnTo>
                  <a:lnTo>
                    <a:pt x="196291" y="28257"/>
                  </a:lnTo>
                  <a:lnTo>
                    <a:pt x="195300" y="28917"/>
                  </a:lnTo>
                  <a:lnTo>
                    <a:pt x="194322" y="29286"/>
                  </a:lnTo>
                  <a:lnTo>
                    <a:pt x="193344" y="29679"/>
                  </a:lnTo>
                  <a:lnTo>
                    <a:pt x="191681" y="30441"/>
                  </a:lnTo>
                  <a:lnTo>
                    <a:pt x="190868" y="30734"/>
                  </a:lnTo>
                  <a:lnTo>
                    <a:pt x="190131" y="30975"/>
                  </a:lnTo>
                  <a:lnTo>
                    <a:pt x="187756" y="31800"/>
                  </a:lnTo>
                  <a:lnTo>
                    <a:pt x="189636" y="31445"/>
                  </a:lnTo>
                  <a:lnTo>
                    <a:pt x="190233" y="31305"/>
                  </a:lnTo>
                  <a:lnTo>
                    <a:pt x="190982" y="31165"/>
                  </a:lnTo>
                  <a:lnTo>
                    <a:pt x="191833" y="30962"/>
                  </a:lnTo>
                  <a:lnTo>
                    <a:pt x="193548" y="30416"/>
                  </a:lnTo>
                  <a:lnTo>
                    <a:pt x="194564" y="30060"/>
                  </a:lnTo>
                  <a:lnTo>
                    <a:pt x="195580" y="29768"/>
                  </a:lnTo>
                  <a:lnTo>
                    <a:pt x="196608" y="29171"/>
                  </a:lnTo>
                  <a:lnTo>
                    <a:pt x="198882" y="28232"/>
                  </a:lnTo>
                  <a:lnTo>
                    <a:pt x="199986" y="27495"/>
                  </a:lnTo>
                  <a:lnTo>
                    <a:pt x="202361" y="26123"/>
                  </a:lnTo>
                  <a:lnTo>
                    <a:pt x="203479" y="25209"/>
                  </a:lnTo>
                  <a:lnTo>
                    <a:pt x="204660" y="24358"/>
                  </a:lnTo>
                  <a:lnTo>
                    <a:pt x="205765" y="23380"/>
                  </a:lnTo>
                  <a:lnTo>
                    <a:pt x="206946" y="22479"/>
                  </a:lnTo>
                  <a:lnTo>
                    <a:pt x="209562" y="19748"/>
                  </a:lnTo>
                  <a:lnTo>
                    <a:pt x="211543" y="17449"/>
                  </a:lnTo>
                  <a:lnTo>
                    <a:pt x="212001" y="16852"/>
                  </a:lnTo>
                  <a:lnTo>
                    <a:pt x="212864" y="15633"/>
                  </a:lnTo>
                  <a:lnTo>
                    <a:pt x="213309" y="15062"/>
                  </a:lnTo>
                  <a:lnTo>
                    <a:pt x="214528" y="13246"/>
                  </a:lnTo>
                  <a:lnTo>
                    <a:pt x="215277" y="12052"/>
                  </a:lnTo>
                  <a:lnTo>
                    <a:pt x="215925" y="10858"/>
                  </a:lnTo>
                  <a:lnTo>
                    <a:pt x="216598" y="9690"/>
                  </a:lnTo>
                  <a:lnTo>
                    <a:pt x="217144" y="8521"/>
                  </a:lnTo>
                  <a:lnTo>
                    <a:pt x="217678" y="7467"/>
                  </a:lnTo>
                  <a:lnTo>
                    <a:pt x="218617" y="5397"/>
                  </a:lnTo>
                  <a:lnTo>
                    <a:pt x="219583" y="2781"/>
                  </a:lnTo>
                  <a:lnTo>
                    <a:pt x="219798" y="2108"/>
                  </a:lnTo>
                  <a:lnTo>
                    <a:pt x="220040" y="1447"/>
                  </a:lnTo>
                  <a:lnTo>
                    <a:pt x="220192" y="736"/>
                  </a:lnTo>
                  <a:lnTo>
                    <a:pt x="220408" y="0"/>
                  </a:lnTo>
                  <a:close/>
                </a:path>
                <a:path w="1027429" h="287654">
                  <a:moveTo>
                    <a:pt x="344309" y="1600"/>
                  </a:moveTo>
                  <a:lnTo>
                    <a:pt x="343204" y="1625"/>
                  </a:lnTo>
                  <a:lnTo>
                    <a:pt x="339064" y="1854"/>
                  </a:lnTo>
                  <a:lnTo>
                    <a:pt x="336372" y="2425"/>
                  </a:lnTo>
                  <a:lnTo>
                    <a:pt x="334797" y="2552"/>
                  </a:lnTo>
                  <a:lnTo>
                    <a:pt x="331558" y="3619"/>
                  </a:lnTo>
                  <a:lnTo>
                    <a:pt x="329730" y="3987"/>
                  </a:lnTo>
                  <a:lnTo>
                    <a:pt x="327926" y="4800"/>
                  </a:lnTo>
                  <a:lnTo>
                    <a:pt x="326097" y="5537"/>
                  </a:lnTo>
                  <a:lnTo>
                    <a:pt x="324142" y="6261"/>
                  </a:lnTo>
                  <a:lnTo>
                    <a:pt x="322224" y="7302"/>
                  </a:lnTo>
                  <a:lnTo>
                    <a:pt x="321259" y="7810"/>
                  </a:lnTo>
                  <a:lnTo>
                    <a:pt x="320268" y="8280"/>
                  </a:lnTo>
                  <a:lnTo>
                    <a:pt x="319290" y="8826"/>
                  </a:lnTo>
                  <a:lnTo>
                    <a:pt x="314350" y="11709"/>
                  </a:lnTo>
                  <a:lnTo>
                    <a:pt x="312470" y="13131"/>
                  </a:lnTo>
                  <a:lnTo>
                    <a:pt x="310515" y="14427"/>
                  </a:lnTo>
                  <a:lnTo>
                    <a:pt x="308648" y="15900"/>
                  </a:lnTo>
                  <a:lnTo>
                    <a:pt x="306717" y="17259"/>
                  </a:lnTo>
                  <a:lnTo>
                    <a:pt x="304952" y="18808"/>
                  </a:lnTo>
                  <a:lnTo>
                    <a:pt x="303123" y="20281"/>
                  </a:lnTo>
                  <a:lnTo>
                    <a:pt x="299783" y="23393"/>
                  </a:lnTo>
                  <a:lnTo>
                    <a:pt x="298119" y="24917"/>
                  </a:lnTo>
                  <a:lnTo>
                    <a:pt x="296570" y="26568"/>
                  </a:lnTo>
                  <a:lnTo>
                    <a:pt x="295173" y="27990"/>
                  </a:lnTo>
                  <a:lnTo>
                    <a:pt x="292404" y="30949"/>
                  </a:lnTo>
                  <a:lnTo>
                    <a:pt x="291236" y="32346"/>
                  </a:lnTo>
                  <a:lnTo>
                    <a:pt x="290029" y="33705"/>
                  </a:lnTo>
                  <a:lnTo>
                    <a:pt x="287134" y="37363"/>
                  </a:lnTo>
                  <a:lnTo>
                    <a:pt x="286359" y="38430"/>
                  </a:lnTo>
                  <a:lnTo>
                    <a:pt x="285064" y="40144"/>
                  </a:lnTo>
                  <a:lnTo>
                    <a:pt x="284619" y="40855"/>
                  </a:lnTo>
                  <a:lnTo>
                    <a:pt x="283781" y="42062"/>
                  </a:lnTo>
                  <a:lnTo>
                    <a:pt x="286740" y="38849"/>
                  </a:lnTo>
                  <a:lnTo>
                    <a:pt x="287591" y="37884"/>
                  </a:lnTo>
                  <a:lnTo>
                    <a:pt x="293319" y="32118"/>
                  </a:lnTo>
                  <a:lnTo>
                    <a:pt x="294741" y="30835"/>
                  </a:lnTo>
                  <a:lnTo>
                    <a:pt x="296202" y="29400"/>
                  </a:lnTo>
                  <a:lnTo>
                    <a:pt x="299339" y="26517"/>
                  </a:lnTo>
                  <a:lnTo>
                    <a:pt x="303479" y="22936"/>
                  </a:lnTo>
                  <a:lnTo>
                    <a:pt x="306133" y="20789"/>
                  </a:lnTo>
                  <a:lnTo>
                    <a:pt x="307898" y="19278"/>
                  </a:lnTo>
                  <a:lnTo>
                    <a:pt x="309803" y="17970"/>
                  </a:lnTo>
                  <a:lnTo>
                    <a:pt x="311645" y="16548"/>
                  </a:lnTo>
                  <a:lnTo>
                    <a:pt x="313550" y="15265"/>
                  </a:lnTo>
                  <a:lnTo>
                    <a:pt x="315391" y="13830"/>
                  </a:lnTo>
                  <a:lnTo>
                    <a:pt x="317322" y="12687"/>
                  </a:lnTo>
                  <a:lnTo>
                    <a:pt x="320167" y="10909"/>
                  </a:lnTo>
                  <a:lnTo>
                    <a:pt x="321119" y="10337"/>
                  </a:lnTo>
                  <a:lnTo>
                    <a:pt x="322072" y="9829"/>
                  </a:lnTo>
                  <a:lnTo>
                    <a:pt x="324853" y="8229"/>
                  </a:lnTo>
                  <a:lnTo>
                    <a:pt x="326707" y="7391"/>
                  </a:lnTo>
                  <a:lnTo>
                    <a:pt x="329768" y="5943"/>
                  </a:lnTo>
                  <a:lnTo>
                    <a:pt x="333502" y="4470"/>
                  </a:lnTo>
                  <a:lnTo>
                    <a:pt x="334276" y="4127"/>
                  </a:lnTo>
                  <a:lnTo>
                    <a:pt x="335051" y="3924"/>
                  </a:lnTo>
                  <a:lnTo>
                    <a:pt x="337858" y="3060"/>
                  </a:lnTo>
                  <a:lnTo>
                    <a:pt x="339153" y="2603"/>
                  </a:lnTo>
                  <a:lnTo>
                    <a:pt x="340334" y="2413"/>
                  </a:lnTo>
                  <a:lnTo>
                    <a:pt x="343204" y="1841"/>
                  </a:lnTo>
                  <a:lnTo>
                    <a:pt x="344309" y="1600"/>
                  </a:lnTo>
                  <a:close/>
                </a:path>
                <a:path w="1027429" h="287654">
                  <a:moveTo>
                    <a:pt x="743419" y="42062"/>
                  </a:moveTo>
                  <a:lnTo>
                    <a:pt x="742581" y="40855"/>
                  </a:lnTo>
                  <a:lnTo>
                    <a:pt x="742137" y="40144"/>
                  </a:lnTo>
                  <a:lnTo>
                    <a:pt x="740841" y="38430"/>
                  </a:lnTo>
                  <a:lnTo>
                    <a:pt x="740067" y="37363"/>
                  </a:lnTo>
                  <a:lnTo>
                    <a:pt x="737171" y="33705"/>
                  </a:lnTo>
                  <a:lnTo>
                    <a:pt x="735965" y="32346"/>
                  </a:lnTo>
                  <a:lnTo>
                    <a:pt x="734682" y="30835"/>
                  </a:lnTo>
                  <a:lnTo>
                    <a:pt x="732028" y="27990"/>
                  </a:lnTo>
                  <a:lnTo>
                    <a:pt x="730580" y="26517"/>
                  </a:lnTo>
                  <a:lnTo>
                    <a:pt x="729081" y="24917"/>
                  </a:lnTo>
                  <a:lnTo>
                    <a:pt x="727417" y="23393"/>
                  </a:lnTo>
                  <a:lnTo>
                    <a:pt x="724077" y="20281"/>
                  </a:lnTo>
                  <a:lnTo>
                    <a:pt x="722249" y="18808"/>
                  </a:lnTo>
                  <a:lnTo>
                    <a:pt x="720483" y="17259"/>
                  </a:lnTo>
                  <a:lnTo>
                    <a:pt x="718553" y="15900"/>
                  </a:lnTo>
                  <a:lnTo>
                    <a:pt x="716686" y="14427"/>
                  </a:lnTo>
                  <a:lnTo>
                    <a:pt x="714730" y="13131"/>
                  </a:lnTo>
                  <a:lnTo>
                    <a:pt x="712851" y="11709"/>
                  </a:lnTo>
                  <a:lnTo>
                    <a:pt x="710844" y="10553"/>
                  </a:lnTo>
                  <a:lnTo>
                    <a:pt x="707910" y="8826"/>
                  </a:lnTo>
                  <a:lnTo>
                    <a:pt x="706843" y="8229"/>
                  </a:lnTo>
                  <a:lnTo>
                    <a:pt x="705942" y="7810"/>
                  </a:lnTo>
                  <a:lnTo>
                    <a:pt x="704977" y="7302"/>
                  </a:lnTo>
                  <a:lnTo>
                    <a:pt x="703059" y="6261"/>
                  </a:lnTo>
                  <a:lnTo>
                    <a:pt x="701103" y="5537"/>
                  </a:lnTo>
                  <a:lnTo>
                    <a:pt x="699274" y="4800"/>
                  </a:lnTo>
                  <a:lnTo>
                    <a:pt x="697471" y="3987"/>
                  </a:lnTo>
                  <a:lnTo>
                    <a:pt x="695642" y="3619"/>
                  </a:lnTo>
                  <a:lnTo>
                    <a:pt x="692404" y="2552"/>
                  </a:lnTo>
                  <a:lnTo>
                    <a:pt x="690778" y="2413"/>
                  </a:lnTo>
                  <a:lnTo>
                    <a:pt x="688136" y="1854"/>
                  </a:lnTo>
                  <a:lnTo>
                    <a:pt x="686943" y="1803"/>
                  </a:lnTo>
                  <a:lnTo>
                    <a:pt x="683996" y="1625"/>
                  </a:lnTo>
                  <a:lnTo>
                    <a:pt x="682891" y="1600"/>
                  </a:lnTo>
                  <a:lnTo>
                    <a:pt x="684047" y="1854"/>
                  </a:lnTo>
                  <a:lnTo>
                    <a:pt x="686930" y="2425"/>
                  </a:lnTo>
                  <a:lnTo>
                    <a:pt x="688047" y="2603"/>
                  </a:lnTo>
                  <a:lnTo>
                    <a:pt x="689343" y="3060"/>
                  </a:lnTo>
                  <a:lnTo>
                    <a:pt x="690676" y="3479"/>
                  </a:lnTo>
                  <a:lnTo>
                    <a:pt x="692924" y="4127"/>
                  </a:lnTo>
                  <a:lnTo>
                    <a:pt x="693699" y="4470"/>
                  </a:lnTo>
                  <a:lnTo>
                    <a:pt x="697433" y="5943"/>
                  </a:lnTo>
                  <a:lnTo>
                    <a:pt x="700481" y="7391"/>
                  </a:lnTo>
                  <a:lnTo>
                    <a:pt x="702411" y="8280"/>
                  </a:lnTo>
                  <a:lnTo>
                    <a:pt x="705129" y="9829"/>
                  </a:lnTo>
                  <a:lnTo>
                    <a:pt x="706081" y="10337"/>
                  </a:lnTo>
                  <a:lnTo>
                    <a:pt x="707034" y="10909"/>
                  </a:lnTo>
                  <a:lnTo>
                    <a:pt x="709879" y="12687"/>
                  </a:lnTo>
                  <a:lnTo>
                    <a:pt x="711809" y="13830"/>
                  </a:lnTo>
                  <a:lnTo>
                    <a:pt x="713651" y="15265"/>
                  </a:lnTo>
                  <a:lnTo>
                    <a:pt x="715556" y="16548"/>
                  </a:lnTo>
                  <a:lnTo>
                    <a:pt x="717397" y="17970"/>
                  </a:lnTo>
                  <a:lnTo>
                    <a:pt x="719302" y="19278"/>
                  </a:lnTo>
                  <a:lnTo>
                    <a:pt x="721067" y="20789"/>
                  </a:lnTo>
                  <a:lnTo>
                    <a:pt x="723722" y="22936"/>
                  </a:lnTo>
                  <a:lnTo>
                    <a:pt x="727925" y="26568"/>
                  </a:lnTo>
                  <a:lnTo>
                    <a:pt x="730999" y="29400"/>
                  </a:lnTo>
                  <a:lnTo>
                    <a:pt x="732459" y="30835"/>
                  </a:lnTo>
                  <a:lnTo>
                    <a:pt x="733882" y="32118"/>
                  </a:lnTo>
                  <a:lnTo>
                    <a:pt x="739609" y="37884"/>
                  </a:lnTo>
                  <a:lnTo>
                    <a:pt x="740460" y="38849"/>
                  </a:lnTo>
                  <a:lnTo>
                    <a:pt x="741184" y="39611"/>
                  </a:lnTo>
                  <a:lnTo>
                    <a:pt x="743419" y="42062"/>
                  </a:lnTo>
                  <a:close/>
                </a:path>
                <a:path w="1027429" h="287654">
                  <a:moveTo>
                    <a:pt x="839444" y="31800"/>
                  </a:moveTo>
                  <a:lnTo>
                    <a:pt x="835571" y="30251"/>
                  </a:lnTo>
                  <a:lnTo>
                    <a:pt x="832967" y="28994"/>
                  </a:lnTo>
                  <a:lnTo>
                    <a:pt x="832002" y="28587"/>
                  </a:lnTo>
                  <a:lnTo>
                    <a:pt x="830999" y="27876"/>
                  </a:lnTo>
                  <a:lnTo>
                    <a:pt x="828903" y="26809"/>
                  </a:lnTo>
                  <a:lnTo>
                    <a:pt x="827874" y="25984"/>
                  </a:lnTo>
                  <a:lnTo>
                    <a:pt x="825639" y="24574"/>
                  </a:lnTo>
                  <a:lnTo>
                    <a:pt x="824611" y="23596"/>
                  </a:lnTo>
                  <a:lnTo>
                    <a:pt x="823480" y="22796"/>
                  </a:lnTo>
                  <a:lnTo>
                    <a:pt x="822426" y="21818"/>
                  </a:lnTo>
                  <a:lnTo>
                    <a:pt x="821309" y="20942"/>
                  </a:lnTo>
                  <a:lnTo>
                    <a:pt x="820318" y="19862"/>
                  </a:lnTo>
                  <a:lnTo>
                    <a:pt x="818781" y="18326"/>
                  </a:lnTo>
                  <a:lnTo>
                    <a:pt x="816368" y="15608"/>
                  </a:lnTo>
                  <a:lnTo>
                    <a:pt x="815505" y="14439"/>
                  </a:lnTo>
                  <a:lnTo>
                    <a:pt x="814641" y="13347"/>
                  </a:lnTo>
                  <a:lnTo>
                    <a:pt x="813841" y="12192"/>
                  </a:lnTo>
                  <a:lnTo>
                    <a:pt x="812977" y="11074"/>
                  </a:lnTo>
                  <a:lnTo>
                    <a:pt x="812228" y="9906"/>
                  </a:lnTo>
                  <a:lnTo>
                    <a:pt x="811580" y="8953"/>
                  </a:lnTo>
                  <a:lnTo>
                    <a:pt x="810971" y="7874"/>
                  </a:lnTo>
                  <a:lnTo>
                    <a:pt x="810348" y="6896"/>
                  </a:lnTo>
                  <a:lnTo>
                    <a:pt x="809802" y="5880"/>
                  </a:lnTo>
                  <a:lnTo>
                    <a:pt x="809244" y="4991"/>
                  </a:lnTo>
                  <a:lnTo>
                    <a:pt x="808380" y="3302"/>
                  </a:lnTo>
                  <a:lnTo>
                    <a:pt x="807097" y="723"/>
                  </a:lnTo>
                  <a:lnTo>
                    <a:pt x="806792" y="0"/>
                  </a:lnTo>
                  <a:lnTo>
                    <a:pt x="807008" y="927"/>
                  </a:lnTo>
                  <a:lnTo>
                    <a:pt x="807110" y="1473"/>
                  </a:lnTo>
                  <a:lnTo>
                    <a:pt x="807758" y="3657"/>
                  </a:lnTo>
                  <a:lnTo>
                    <a:pt x="808101" y="4572"/>
                  </a:lnTo>
                  <a:lnTo>
                    <a:pt x="808405" y="5511"/>
                  </a:lnTo>
                  <a:lnTo>
                    <a:pt x="809421" y="7874"/>
                  </a:lnTo>
                  <a:lnTo>
                    <a:pt x="809917" y="8953"/>
                  </a:lnTo>
                  <a:lnTo>
                    <a:pt x="810323" y="9906"/>
                  </a:lnTo>
                  <a:lnTo>
                    <a:pt x="811022" y="11125"/>
                  </a:lnTo>
                  <a:lnTo>
                    <a:pt x="811631" y="12293"/>
                  </a:lnTo>
                  <a:lnTo>
                    <a:pt x="812380" y="13500"/>
                  </a:lnTo>
                  <a:lnTo>
                    <a:pt x="813587" y="15354"/>
                  </a:lnTo>
                  <a:lnTo>
                    <a:pt x="814031" y="15938"/>
                  </a:lnTo>
                  <a:lnTo>
                    <a:pt x="814895" y="17195"/>
                  </a:lnTo>
                  <a:lnTo>
                    <a:pt x="815352" y="17792"/>
                  </a:lnTo>
                  <a:lnTo>
                    <a:pt x="815860" y="18364"/>
                  </a:lnTo>
                  <a:lnTo>
                    <a:pt x="817333" y="20116"/>
                  </a:lnTo>
                  <a:lnTo>
                    <a:pt x="819988" y="22872"/>
                  </a:lnTo>
                  <a:lnTo>
                    <a:pt x="821182" y="23787"/>
                  </a:lnTo>
                  <a:lnTo>
                    <a:pt x="822299" y="24765"/>
                  </a:lnTo>
                  <a:lnTo>
                    <a:pt x="823493" y="25615"/>
                  </a:lnTo>
                  <a:lnTo>
                    <a:pt x="824636" y="26517"/>
                  </a:lnTo>
                  <a:lnTo>
                    <a:pt x="827062" y="27901"/>
                  </a:lnTo>
                  <a:lnTo>
                    <a:pt x="828154" y="28600"/>
                  </a:lnTo>
                  <a:lnTo>
                    <a:pt x="829322" y="29057"/>
                  </a:lnTo>
                  <a:lnTo>
                    <a:pt x="830465" y="29540"/>
                  </a:lnTo>
                  <a:lnTo>
                    <a:pt x="831507" y="30086"/>
                  </a:lnTo>
                  <a:lnTo>
                    <a:pt x="832561" y="30340"/>
                  </a:lnTo>
                  <a:lnTo>
                    <a:pt x="833577" y="30670"/>
                  </a:lnTo>
                  <a:lnTo>
                    <a:pt x="835342" y="31165"/>
                  </a:lnTo>
                  <a:lnTo>
                    <a:pt x="836193" y="31343"/>
                  </a:lnTo>
                  <a:lnTo>
                    <a:pt x="836930" y="31445"/>
                  </a:lnTo>
                  <a:lnTo>
                    <a:pt x="837539" y="31546"/>
                  </a:lnTo>
                  <a:lnTo>
                    <a:pt x="839444" y="31800"/>
                  </a:lnTo>
                  <a:close/>
                </a:path>
                <a:path w="1027429" h="287654">
                  <a:moveTo>
                    <a:pt x="881875" y="96583"/>
                  </a:moveTo>
                  <a:lnTo>
                    <a:pt x="878700" y="93548"/>
                  </a:lnTo>
                  <a:lnTo>
                    <a:pt x="877404" y="92113"/>
                  </a:lnTo>
                  <a:lnTo>
                    <a:pt x="876630" y="91325"/>
                  </a:lnTo>
                  <a:lnTo>
                    <a:pt x="875842" y="90563"/>
                  </a:lnTo>
                  <a:lnTo>
                    <a:pt x="875144" y="89522"/>
                  </a:lnTo>
                  <a:lnTo>
                    <a:pt x="873467" y="87642"/>
                  </a:lnTo>
                  <a:lnTo>
                    <a:pt x="872756" y="86448"/>
                  </a:lnTo>
                  <a:lnTo>
                    <a:pt x="871067" y="84226"/>
                  </a:lnTo>
                  <a:lnTo>
                    <a:pt x="870394" y="82892"/>
                  </a:lnTo>
                  <a:lnTo>
                    <a:pt x="869569" y="81673"/>
                  </a:lnTo>
                  <a:lnTo>
                    <a:pt x="868870" y="80340"/>
                  </a:lnTo>
                  <a:lnTo>
                    <a:pt x="868083" y="79057"/>
                  </a:lnTo>
                  <a:lnTo>
                    <a:pt x="867460" y="77647"/>
                  </a:lnTo>
                  <a:lnTo>
                    <a:pt x="866482" y="75590"/>
                  </a:lnTo>
                  <a:lnTo>
                    <a:pt x="865022" y="72072"/>
                  </a:lnTo>
                  <a:lnTo>
                    <a:pt x="864552" y="70624"/>
                  </a:lnTo>
                  <a:lnTo>
                    <a:pt x="864069" y="69253"/>
                  </a:lnTo>
                  <a:lnTo>
                    <a:pt x="863663" y="67843"/>
                  </a:lnTo>
                  <a:lnTo>
                    <a:pt x="863206" y="66509"/>
                  </a:lnTo>
                  <a:lnTo>
                    <a:pt x="862876" y="65189"/>
                  </a:lnTo>
                  <a:lnTo>
                    <a:pt x="862507" y="63881"/>
                  </a:lnTo>
                  <a:lnTo>
                    <a:pt x="862253" y="62623"/>
                  </a:lnTo>
                  <a:lnTo>
                    <a:pt x="861961" y="61468"/>
                  </a:lnTo>
                  <a:lnTo>
                    <a:pt x="861758" y="60299"/>
                  </a:lnTo>
                  <a:lnTo>
                    <a:pt x="861491" y="59232"/>
                  </a:lnTo>
                  <a:lnTo>
                    <a:pt x="860755" y="54368"/>
                  </a:lnTo>
                  <a:lnTo>
                    <a:pt x="860666" y="53555"/>
                  </a:lnTo>
                  <a:lnTo>
                    <a:pt x="860539" y="58381"/>
                  </a:lnTo>
                  <a:lnTo>
                    <a:pt x="860640" y="60299"/>
                  </a:lnTo>
                  <a:lnTo>
                    <a:pt x="860767" y="61722"/>
                  </a:lnTo>
                  <a:lnTo>
                    <a:pt x="860920" y="62941"/>
                  </a:lnTo>
                  <a:lnTo>
                    <a:pt x="861047" y="64274"/>
                  </a:lnTo>
                  <a:lnTo>
                    <a:pt x="861339" y="65646"/>
                  </a:lnTo>
                  <a:lnTo>
                    <a:pt x="861568" y="67043"/>
                  </a:lnTo>
                  <a:lnTo>
                    <a:pt x="861910" y="68491"/>
                  </a:lnTo>
                  <a:lnTo>
                    <a:pt x="862495" y="70700"/>
                  </a:lnTo>
                  <a:lnTo>
                    <a:pt x="862736" y="71437"/>
                  </a:lnTo>
                  <a:lnTo>
                    <a:pt x="863168" y="72961"/>
                  </a:lnTo>
                  <a:lnTo>
                    <a:pt x="863422" y="73710"/>
                  </a:lnTo>
                  <a:lnTo>
                    <a:pt x="863727" y="74447"/>
                  </a:lnTo>
                  <a:lnTo>
                    <a:pt x="864590" y="76682"/>
                  </a:lnTo>
                  <a:lnTo>
                    <a:pt x="866279" y="80352"/>
                  </a:lnTo>
                  <a:lnTo>
                    <a:pt x="867117" y="81673"/>
                  </a:lnTo>
                  <a:lnTo>
                    <a:pt x="867867" y="83045"/>
                  </a:lnTo>
                  <a:lnTo>
                    <a:pt x="868743" y="84340"/>
                  </a:lnTo>
                  <a:lnTo>
                    <a:pt x="869543" y="85636"/>
                  </a:lnTo>
                  <a:lnTo>
                    <a:pt x="871385" y="87871"/>
                  </a:lnTo>
                  <a:lnTo>
                    <a:pt x="872236" y="89014"/>
                  </a:lnTo>
                  <a:lnTo>
                    <a:pt x="873188" y="89903"/>
                  </a:lnTo>
                  <a:lnTo>
                    <a:pt x="874128" y="90817"/>
                  </a:lnTo>
                  <a:lnTo>
                    <a:pt x="874941" y="91757"/>
                  </a:lnTo>
                  <a:lnTo>
                    <a:pt x="875842" y="92417"/>
                  </a:lnTo>
                  <a:lnTo>
                    <a:pt x="876706" y="93129"/>
                  </a:lnTo>
                  <a:lnTo>
                    <a:pt x="878217" y="94322"/>
                  </a:lnTo>
                  <a:lnTo>
                    <a:pt x="878954" y="94830"/>
                  </a:lnTo>
                  <a:lnTo>
                    <a:pt x="879627" y="95211"/>
                  </a:lnTo>
                  <a:lnTo>
                    <a:pt x="880160" y="95567"/>
                  </a:lnTo>
                  <a:lnTo>
                    <a:pt x="881875" y="96583"/>
                  </a:lnTo>
                  <a:close/>
                </a:path>
                <a:path w="1027429" h="287654">
                  <a:moveTo>
                    <a:pt x="898474" y="162420"/>
                  </a:moveTo>
                  <a:lnTo>
                    <a:pt x="897978" y="160985"/>
                  </a:lnTo>
                  <a:lnTo>
                    <a:pt x="897750" y="160134"/>
                  </a:lnTo>
                  <a:lnTo>
                    <a:pt x="897343" y="159092"/>
                  </a:lnTo>
                  <a:lnTo>
                    <a:pt x="896899" y="158089"/>
                  </a:lnTo>
                  <a:lnTo>
                    <a:pt x="896391" y="156806"/>
                  </a:lnTo>
                  <a:lnTo>
                    <a:pt x="895718" y="155409"/>
                  </a:lnTo>
                  <a:lnTo>
                    <a:pt x="895019" y="154051"/>
                  </a:lnTo>
                  <a:lnTo>
                    <a:pt x="894308" y="152438"/>
                  </a:lnTo>
                  <a:lnTo>
                    <a:pt x="893318" y="150837"/>
                  </a:lnTo>
                  <a:lnTo>
                    <a:pt x="891832" y="148310"/>
                  </a:lnTo>
                  <a:lnTo>
                    <a:pt x="888923" y="143916"/>
                  </a:lnTo>
                  <a:lnTo>
                    <a:pt x="886167" y="140322"/>
                  </a:lnTo>
                  <a:lnTo>
                    <a:pt x="884567" y="138404"/>
                  </a:lnTo>
                  <a:lnTo>
                    <a:pt x="883221" y="136677"/>
                  </a:lnTo>
                  <a:lnTo>
                    <a:pt x="881557" y="134962"/>
                  </a:lnTo>
                  <a:lnTo>
                    <a:pt x="879957" y="133172"/>
                  </a:lnTo>
                  <a:lnTo>
                    <a:pt x="878205" y="131521"/>
                  </a:lnTo>
                  <a:lnTo>
                    <a:pt x="875614" y="128993"/>
                  </a:lnTo>
                  <a:lnTo>
                    <a:pt x="874674" y="128257"/>
                  </a:lnTo>
                  <a:lnTo>
                    <a:pt x="871982" y="125895"/>
                  </a:lnTo>
                  <a:lnTo>
                    <a:pt x="871042" y="125222"/>
                  </a:lnTo>
                  <a:lnTo>
                    <a:pt x="869200" y="123774"/>
                  </a:lnTo>
                  <a:lnTo>
                    <a:pt x="867346" y="122428"/>
                  </a:lnTo>
                  <a:lnTo>
                    <a:pt x="865466" y="121272"/>
                  </a:lnTo>
                  <a:lnTo>
                    <a:pt x="863663" y="120015"/>
                  </a:lnTo>
                  <a:lnTo>
                    <a:pt x="860031" y="118097"/>
                  </a:lnTo>
                  <a:lnTo>
                    <a:pt x="858304" y="117081"/>
                  </a:lnTo>
                  <a:lnTo>
                    <a:pt x="856526" y="116484"/>
                  </a:lnTo>
                  <a:lnTo>
                    <a:pt x="853401" y="115036"/>
                  </a:lnTo>
                  <a:lnTo>
                    <a:pt x="851865" y="114706"/>
                  </a:lnTo>
                  <a:lnTo>
                    <a:pt x="849249" y="113792"/>
                  </a:lnTo>
                  <a:lnTo>
                    <a:pt x="848055" y="113576"/>
                  </a:lnTo>
                  <a:lnTo>
                    <a:pt x="845172" y="112991"/>
                  </a:lnTo>
                  <a:lnTo>
                    <a:pt x="844054" y="112801"/>
                  </a:lnTo>
                  <a:lnTo>
                    <a:pt x="845134" y="113207"/>
                  </a:lnTo>
                  <a:lnTo>
                    <a:pt x="846988" y="113855"/>
                  </a:lnTo>
                  <a:lnTo>
                    <a:pt x="849071" y="114528"/>
                  </a:lnTo>
                  <a:lnTo>
                    <a:pt x="850315" y="115150"/>
                  </a:lnTo>
                  <a:lnTo>
                    <a:pt x="853782" y="116674"/>
                  </a:lnTo>
                  <a:lnTo>
                    <a:pt x="854519" y="117106"/>
                  </a:lnTo>
                  <a:lnTo>
                    <a:pt x="858139" y="119037"/>
                  </a:lnTo>
                  <a:lnTo>
                    <a:pt x="862787" y="121894"/>
                  </a:lnTo>
                  <a:lnTo>
                    <a:pt x="865416" y="123812"/>
                  </a:lnTo>
                  <a:lnTo>
                    <a:pt x="866330" y="124396"/>
                  </a:lnTo>
                  <a:lnTo>
                    <a:pt x="869873" y="127203"/>
                  </a:lnTo>
                  <a:lnTo>
                    <a:pt x="870788" y="127889"/>
                  </a:lnTo>
                  <a:lnTo>
                    <a:pt x="871651" y="128689"/>
                  </a:lnTo>
                  <a:lnTo>
                    <a:pt x="873404" y="130225"/>
                  </a:lnTo>
                  <a:lnTo>
                    <a:pt x="874306" y="130962"/>
                  </a:lnTo>
                  <a:lnTo>
                    <a:pt x="876858" y="133413"/>
                  </a:lnTo>
                  <a:lnTo>
                    <a:pt x="878586" y="135001"/>
                  </a:lnTo>
                  <a:lnTo>
                    <a:pt x="880160" y="136740"/>
                  </a:lnTo>
                  <a:lnTo>
                    <a:pt x="881799" y="138404"/>
                  </a:lnTo>
                  <a:lnTo>
                    <a:pt x="883310" y="140157"/>
                  </a:lnTo>
                  <a:lnTo>
                    <a:pt x="885545" y="142684"/>
                  </a:lnTo>
                  <a:lnTo>
                    <a:pt x="886206" y="143573"/>
                  </a:lnTo>
                  <a:lnTo>
                    <a:pt x="888276" y="146050"/>
                  </a:lnTo>
                  <a:lnTo>
                    <a:pt x="888885" y="146900"/>
                  </a:lnTo>
                  <a:lnTo>
                    <a:pt x="890701" y="149339"/>
                  </a:lnTo>
                  <a:lnTo>
                    <a:pt x="893394" y="153174"/>
                  </a:lnTo>
                  <a:lnTo>
                    <a:pt x="894232" y="154647"/>
                  </a:lnTo>
                  <a:lnTo>
                    <a:pt x="895057" y="155892"/>
                  </a:lnTo>
                  <a:lnTo>
                    <a:pt x="895832" y="157187"/>
                  </a:lnTo>
                  <a:lnTo>
                    <a:pt x="896429" y="158356"/>
                  </a:lnTo>
                  <a:lnTo>
                    <a:pt x="896975" y="159296"/>
                  </a:lnTo>
                  <a:lnTo>
                    <a:pt x="898474" y="162420"/>
                  </a:lnTo>
                  <a:close/>
                </a:path>
                <a:path w="1027429" h="287654">
                  <a:moveTo>
                    <a:pt x="959065" y="191655"/>
                  </a:moveTo>
                  <a:lnTo>
                    <a:pt x="956246" y="188188"/>
                  </a:lnTo>
                  <a:lnTo>
                    <a:pt x="955116" y="186575"/>
                  </a:lnTo>
                  <a:lnTo>
                    <a:pt x="954443" y="185674"/>
                  </a:lnTo>
                  <a:lnTo>
                    <a:pt x="953744" y="184797"/>
                  </a:lnTo>
                  <a:lnTo>
                    <a:pt x="953160" y="183667"/>
                  </a:lnTo>
                  <a:lnTo>
                    <a:pt x="951674" y="181470"/>
                  </a:lnTo>
                  <a:lnTo>
                    <a:pt x="951128" y="180251"/>
                  </a:lnTo>
                  <a:lnTo>
                    <a:pt x="949693" y="177787"/>
                  </a:lnTo>
                  <a:lnTo>
                    <a:pt x="949185" y="176377"/>
                  </a:lnTo>
                  <a:lnTo>
                    <a:pt x="948499" y="175031"/>
                  </a:lnTo>
                  <a:lnTo>
                    <a:pt x="947953" y="173621"/>
                  </a:lnTo>
                  <a:lnTo>
                    <a:pt x="947305" y="172224"/>
                  </a:lnTo>
                  <a:lnTo>
                    <a:pt x="946848" y="170726"/>
                  </a:lnTo>
                  <a:lnTo>
                    <a:pt x="946111" y="168529"/>
                  </a:lnTo>
                  <a:lnTo>
                    <a:pt x="945045" y="164820"/>
                  </a:lnTo>
                  <a:lnTo>
                    <a:pt x="944689" y="163106"/>
                  </a:lnTo>
                  <a:lnTo>
                    <a:pt x="944410" y="161886"/>
                  </a:lnTo>
                  <a:lnTo>
                    <a:pt x="944156" y="160439"/>
                  </a:lnTo>
                  <a:lnTo>
                    <a:pt x="943851" y="159042"/>
                  </a:lnTo>
                  <a:lnTo>
                    <a:pt x="943673" y="157683"/>
                  </a:lnTo>
                  <a:lnTo>
                    <a:pt x="943457" y="156349"/>
                  </a:lnTo>
                  <a:lnTo>
                    <a:pt x="943343" y="155054"/>
                  </a:lnTo>
                  <a:lnTo>
                    <a:pt x="943190" y="153936"/>
                  </a:lnTo>
                  <a:lnTo>
                    <a:pt x="943102" y="152666"/>
                  </a:lnTo>
                  <a:lnTo>
                    <a:pt x="942962" y="151574"/>
                  </a:lnTo>
                  <a:lnTo>
                    <a:pt x="942860" y="149593"/>
                  </a:lnTo>
                  <a:lnTo>
                    <a:pt x="942771" y="145821"/>
                  </a:lnTo>
                  <a:lnTo>
                    <a:pt x="942467" y="147307"/>
                  </a:lnTo>
                  <a:lnTo>
                    <a:pt x="942174" y="149593"/>
                  </a:lnTo>
                  <a:lnTo>
                    <a:pt x="942073" y="157683"/>
                  </a:lnTo>
                  <a:lnTo>
                    <a:pt x="942174" y="159334"/>
                  </a:lnTo>
                  <a:lnTo>
                    <a:pt x="942682" y="163106"/>
                  </a:lnTo>
                  <a:lnTo>
                    <a:pt x="942848" y="163868"/>
                  </a:lnTo>
                  <a:lnTo>
                    <a:pt x="943114" y="165430"/>
                  </a:lnTo>
                  <a:lnTo>
                    <a:pt x="943279" y="166217"/>
                  </a:lnTo>
                  <a:lnTo>
                    <a:pt x="944118" y="169354"/>
                  </a:lnTo>
                  <a:lnTo>
                    <a:pt x="945375" y="173228"/>
                  </a:lnTo>
                  <a:lnTo>
                    <a:pt x="946073" y="174675"/>
                  </a:lnTo>
                  <a:lnTo>
                    <a:pt x="946658" y="176149"/>
                  </a:lnTo>
                  <a:lnTo>
                    <a:pt x="947496" y="177787"/>
                  </a:lnTo>
                  <a:lnTo>
                    <a:pt x="948042" y="178968"/>
                  </a:lnTo>
                  <a:lnTo>
                    <a:pt x="949655" y="181533"/>
                  </a:lnTo>
                  <a:lnTo>
                    <a:pt x="950341" y="182714"/>
                  </a:lnTo>
                  <a:lnTo>
                    <a:pt x="951191" y="183743"/>
                  </a:lnTo>
                  <a:lnTo>
                    <a:pt x="952017" y="184797"/>
                  </a:lnTo>
                  <a:lnTo>
                    <a:pt x="952715" y="185851"/>
                  </a:lnTo>
                  <a:lnTo>
                    <a:pt x="953528" y="186651"/>
                  </a:lnTo>
                  <a:lnTo>
                    <a:pt x="954316" y="187490"/>
                  </a:lnTo>
                  <a:lnTo>
                    <a:pt x="955687" y="188874"/>
                  </a:lnTo>
                  <a:lnTo>
                    <a:pt x="956360" y="189496"/>
                  </a:lnTo>
                  <a:lnTo>
                    <a:pt x="956983" y="189992"/>
                  </a:lnTo>
                  <a:lnTo>
                    <a:pt x="957478" y="190411"/>
                  </a:lnTo>
                  <a:lnTo>
                    <a:pt x="959065" y="191655"/>
                  </a:lnTo>
                  <a:close/>
                </a:path>
                <a:path w="1027429" h="287654">
                  <a:moveTo>
                    <a:pt x="994625" y="287413"/>
                  </a:moveTo>
                  <a:lnTo>
                    <a:pt x="994130" y="285978"/>
                  </a:lnTo>
                  <a:lnTo>
                    <a:pt x="993889" y="285115"/>
                  </a:lnTo>
                  <a:lnTo>
                    <a:pt x="993495" y="284086"/>
                  </a:lnTo>
                  <a:lnTo>
                    <a:pt x="993038" y="283083"/>
                  </a:lnTo>
                  <a:lnTo>
                    <a:pt x="992543" y="281800"/>
                  </a:lnTo>
                  <a:lnTo>
                    <a:pt x="991870" y="280403"/>
                  </a:lnTo>
                  <a:lnTo>
                    <a:pt x="991171" y="279031"/>
                  </a:lnTo>
                  <a:lnTo>
                    <a:pt x="990460" y="277418"/>
                  </a:lnTo>
                  <a:lnTo>
                    <a:pt x="989457" y="275831"/>
                  </a:lnTo>
                  <a:lnTo>
                    <a:pt x="987971" y="273304"/>
                  </a:lnTo>
                  <a:lnTo>
                    <a:pt x="985075" y="268909"/>
                  </a:lnTo>
                  <a:lnTo>
                    <a:pt x="982306" y="265303"/>
                  </a:lnTo>
                  <a:lnTo>
                    <a:pt x="980706" y="263398"/>
                  </a:lnTo>
                  <a:lnTo>
                    <a:pt x="979373" y="261658"/>
                  </a:lnTo>
                  <a:lnTo>
                    <a:pt x="977709" y="259943"/>
                  </a:lnTo>
                  <a:lnTo>
                    <a:pt x="976096" y="258152"/>
                  </a:lnTo>
                  <a:lnTo>
                    <a:pt x="974356" y="256501"/>
                  </a:lnTo>
                  <a:lnTo>
                    <a:pt x="971753" y="253987"/>
                  </a:lnTo>
                  <a:lnTo>
                    <a:pt x="970826" y="253250"/>
                  </a:lnTo>
                  <a:lnTo>
                    <a:pt x="968133" y="250888"/>
                  </a:lnTo>
                  <a:lnTo>
                    <a:pt x="967193" y="250215"/>
                  </a:lnTo>
                  <a:lnTo>
                    <a:pt x="965352" y="248767"/>
                  </a:lnTo>
                  <a:lnTo>
                    <a:pt x="963498" y="247421"/>
                  </a:lnTo>
                  <a:lnTo>
                    <a:pt x="961618" y="246265"/>
                  </a:lnTo>
                  <a:lnTo>
                    <a:pt x="959802" y="244995"/>
                  </a:lnTo>
                  <a:lnTo>
                    <a:pt x="957872" y="244005"/>
                  </a:lnTo>
                  <a:lnTo>
                    <a:pt x="956170" y="243090"/>
                  </a:lnTo>
                  <a:lnTo>
                    <a:pt x="954443" y="242074"/>
                  </a:lnTo>
                  <a:lnTo>
                    <a:pt x="952677" y="241477"/>
                  </a:lnTo>
                  <a:lnTo>
                    <a:pt x="949540" y="240030"/>
                  </a:lnTo>
                  <a:lnTo>
                    <a:pt x="948004" y="239699"/>
                  </a:lnTo>
                  <a:lnTo>
                    <a:pt x="945388" y="238785"/>
                  </a:lnTo>
                  <a:lnTo>
                    <a:pt x="944206" y="238569"/>
                  </a:lnTo>
                  <a:lnTo>
                    <a:pt x="941311" y="237985"/>
                  </a:lnTo>
                  <a:lnTo>
                    <a:pt x="940206" y="237794"/>
                  </a:lnTo>
                  <a:lnTo>
                    <a:pt x="941285" y="238201"/>
                  </a:lnTo>
                  <a:lnTo>
                    <a:pt x="944079" y="239166"/>
                  </a:lnTo>
                  <a:lnTo>
                    <a:pt x="945210" y="239522"/>
                  </a:lnTo>
                  <a:lnTo>
                    <a:pt x="946467" y="240131"/>
                  </a:lnTo>
                  <a:lnTo>
                    <a:pt x="949921" y="241668"/>
                  </a:lnTo>
                  <a:lnTo>
                    <a:pt x="950671" y="242100"/>
                  </a:lnTo>
                  <a:lnTo>
                    <a:pt x="954303" y="244030"/>
                  </a:lnTo>
                  <a:lnTo>
                    <a:pt x="958926" y="246875"/>
                  </a:lnTo>
                  <a:lnTo>
                    <a:pt x="961555" y="248805"/>
                  </a:lnTo>
                  <a:lnTo>
                    <a:pt x="962482" y="249389"/>
                  </a:lnTo>
                  <a:lnTo>
                    <a:pt x="966012" y="252196"/>
                  </a:lnTo>
                  <a:lnTo>
                    <a:pt x="966939" y="252882"/>
                  </a:lnTo>
                  <a:lnTo>
                    <a:pt x="967803" y="253669"/>
                  </a:lnTo>
                  <a:lnTo>
                    <a:pt x="969543" y="255219"/>
                  </a:lnTo>
                  <a:lnTo>
                    <a:pt x="970445" y="255943"/>
                  </a:lnTo>
                  <a:lnTo>
                    <a:pt x="972997" y="258406"/>
                  </a:lnTo>
                  <a:lnTo>
                    <a:pt x="974725" y="259994"/>
                  </a:lnTo>
                  <a:lnTo>
                    <a:pt x="976312" y="261721"/>
                  </a:lnTo>
                  <a:lnTo>
                    <a:pt x="977938" y="263398"/>
                  </a:lnTo>
                  <a:lnTo>
                    <a:pt x="981697" y="267677"/>
                  </a:lnTo>
                  <a:lnTo>
                    <a:pt x="982357" y="268566"/>
                  </a:lnTo>
                  <a:lnTo>
                    <a:pt x="984427" y="271043"/>
                  </a:lnTo>
                  <a:lnTo>
                    <a:pt x="985037" y="271894"/>
                  </a:lnTo>
                  <a:lnTo>
                    <a:pt x="986853" y="274320"/>
                  </a:lnTo>
                  <a:lnTo>
                    <a:pt x="989533" y="278168"/>
                  </a:lnTo>
                  <a:lnTo>
                    <a:pt x="990371" y="279628"/>
                  </a:lnTo>
                  <a:lnTo>
                    <a:pt x="991196" y="280885"/>
                  </a:lnTo>
                  <a:lnTo>
                    <a:pt x="991971" y="282181"/>
                  </a:lnTo>
                  <a:lnTo>
                    <a:pt x="992581" y="283349"/>
                  </a:lnTo>
                  <a:lnTo>
                    <a:pt x="993114" y="284289"/>
                  </a:lnTo>
                  <a:lnTo>
                    <a:pt x="994625" y="287413"/>
                  </a:lnTo>
                  <a:close/>
                </a:path>
                <a:path w="1027429" h="287654">
                  <a:moveTo>
                    <a:pt x="1027188" y="261734"/>
                  </a:moveTo>
                  <a:lnTo>
                    <a:pt x="1026629" y="261264"/>
                  </a:lnTo>
                  <a:lnTo>
                    <a:pt x="1023810" y="259029"/>
                  </a:lnTo>
                  <a:lnTo>
                    <a:pt x="1022413" y="257746"/>
                  </a:lnTo>
                  <a:lnTo>
                    <a:pt x="1021575" y="257035"/>
                  </a:lnTo>
                  <a:lnTo>
                    <a:pt x="1020737" y="256349"/>
                  </a:lnTo>
                  <a:lnTo>
                    <a:pt x="1019975" y="255384"/>
                  </a:lnTo>
                  <a:lnTo>
                    <a:pt x="1018146" y="253669"/>
                  </a:lnTo>
                  <a:lnTo>
                    <a:pt x="1017346" y="252564"/>
                  </a:lnTo>
                  <a:lnTo>
                    <a:pt x="1015504" y="250520"/>
                  </a:lnTo>
                  <a:lnTo>
                    <a:pt x="1014742" y="249262"/>
                  </a:lnTo>
                  <a:lnTo>
                    <a:pt x="1013828" y="248132"/>
                  </a:lnTo>
                  <a:lnTo>
                    <a:pt x="1013040" y="246875"/>
                  </a:lnTo>
                  <a:lnTo>
                    <a:pt x="1012151" y="245668"/>
                  </a:lnTo>
                  <a:lnTo>
                    <a:pt x="1011428" y="244335"/>
                  </a:lnTo>
                  <a:lnTo>
                    <a:pt x="1010297" y="242366"/>
                  </a:lnTo>
                  <a:lnTo>
                    <a:pt x="1008583" y="239026"/>
                  </a:lnTo>
                  <a:lnTo>
                    <a:pt x="1008011" y="237629"/>
                  </a:lnTo>
                  <a:lnTo>
                    <a:pt x="1007427" y="236308"/>
                  </a:lnTo>
                  <a:lnTo>
                    <a:pt x="1006906" y="234962"/>
                  </a:lnTo>
                  <a:lnTo>
                    <a:pt x="1006348" y="233654"/>
                  </a:lnTo>
                  <a:lnTo>
                    <a:pt x="1005928" y="232384"/>
                  </a:lnTo>
                  <a:lnTo>
                    <a:pt x="1005471" y="231127"/>
                  </a:lnTo>
                  <a:lnTo>
                    <a:pt x="1005116" y="229895"/>
                  </a:lnTo>
                  <a:lnTo>
                    <a:pt x="1004747" y="228765"/>
                  </a:lnTo>
                  <a:lnTo>
                    <a:pt x="1004443" y="227622"/>
                  </a:lnTo>
                  <a:lnTo>
                    <a:pt x="1004100" y="226593"/>
                  </a:lnTo>
                  <a:lnTo>
                    <a:pt x="1003439" y="223875"/>
                  </a:lnTo>
                  <a:lnTo>
                    <a:pt x="1003007" y="221830"/>
                  </a:lnTo>
                  <a:lnTo>
                    <a:pt x="1002855" y="221018"/>
                  </a:lnTo>
                  <a:lnTo>
                    <a:pt x="1002919" y="223875"/>
                  </a:lnTo>
                  <a:lnTo>
                    <a:pt x="1002969" y="224853"/>
                  </a:lnTo>
                  <a:lnTo>
                    <a:pt x="1003084" y="225831"/>
                  </a:lnTo>
                  <a:lnTo>
                    <a:pt x="1003173" y="226834"/>
                  </a:lnTo>
                  <a:lnTo>
                    <a:pt x="1003566" y="229158"/>
                  </a:lnTo>
                  <a:lnTo>
                    <a:pt x="1003808" y="230352"/>
                  </a:lnTo>
                  <a:lnTo>
                    <a:pt x="1004036" y="231673"/>
                  </a:lnTo>
                  <a:lnTo>
                    <a:pt x="1004430" y="233006"/>
                  </a:lnTo>
                  <a:lnTo>
                    <a:pt x="1004760" y="234365"/>
                  </a:lnTo>
                  <a:lnTo>
                    <a:pt x="1005954" y="237921"/>
                  </a:lnTo>
                  <a:lnTo>
                    <a:pt x="1006246" y="238633"/>
                  </a:lnTo>
                  <a:lnTo>
                    <a:pt x="1006805" y="240093"/>
                  </a:lnTo>
                  <a:lnTo>
                    <a:pt x="1007110" y="240817"/>
                  </a:lnTo>
                  <a:lnTo>
                    <a:pt x="1008507" y="243674"/>
                  </a:lnTo>
                  <a:lnTo>
                    <a:pt x="1010437" y="247129"/>
                  </a:lnTo>
                  <a:lnTo>
                    <a:pt x="1011389" y="248386"/>
                  </a:lnTo>
                  <a:lnTo>
                    <a:pt x="1012240" y="249682"/>
                  </a:lnTo>
                  <a:lnTo>
                    <a:pt x="1013193" y="250863"/>
                  </a:lnTo>
                  <a:lnTo>
                    <a:pt x="1014107" y="252082"/>
                  </a:lnTo>
                  <a:lnTo>
                    <a:pt x="1016101" y="254127"/>
                  </a:lnTo>
                  <a:lnTo>
                    <a:pt x="1017028" y="255181"/>
                  </a:lnTo>
                  <a:lnTo>
                    <a:pt x="1018057" y="255968"/>
                  </a:lnTo>
                  <a:lnTo>
                    <a:pt x="1019048" y="256781"/>
                  </a:lnTo>
                  <a:lnTo>
                    <a:pt x="1019924" y="257632"/>
                  </a:lnTo>
                  <a:lnTo>
                    <a:pt x="1020876" y="258203"/>
                  </a:lnTo>
                  <a:lnTo>
                    <a:pt x="1021791" y="258826"/>
                  </a:lnTo>
                  <a:lnTo>
                    <a:pt x="1023378" y="259842"/>
                  </a:lnTo>
                  <a:lnTo>
                    <a:pt x="1024153" y="260286"/>
                  </a:lnTo>
                  <a:lnTo>
                    <a:pt x="1024864" y="260604"/>
                  </a:lnTo>
                  <a:lnTo>
                    <a:pt x="1027188" y="261734"/>
                  </a:lnTo>
                  <a:close/>
                </a:path>
              </a:pathLst>
            </a:custGeom>
            <a:solidFill>
              <a:srgbClr val="F9C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" name="object 389" descr=""/>
            <p:cNvSpPr/>
            <p:nvPr/>
          </p:nvSpPr>
          <p:spPr>
            <a:xfrm>
              <a:off x="11611585" y="7522546"/>
              <a:ext cx="110489" cy="1157605"/>
            </a:xfrm>
            <a:custGeom>
              <a:avLst/>
              <a:gdLst/>
              <a:ahLst/>
              <a:cxnLst/>
              <a:rect l="l" t="t" r="r" b="b"/>
              <a:pathLst>
                <a:path w="110490" h="1157604">
                  <a:moveTo>
                    <a:pt x="109918" y="105943"/>
                  </a:moveTo>
                  <a:lnTo>
                    <a:pt x="0" y="105943"/>
                  </a:lnTo>
                  <a:lnTo>
                    <a:pt x="0" y="1157414"/>
                  </a:lnTo>
                  <a:lnTo>
                    <a:pt x="109918" y="1157414"/>
                  </a:lnTo>
                  <a:lnTo>
                    <a:pt x="109918" y="105943"/>
                  </a:lnTo>
                  <a:close/>
                </a:path>
                <a:path w="110490" h="1157604">
                  <a:moveTo>
                    <a:pt x="109918" y="0"/>
                  </a:moveTo>
                  <a:lnTo>
                    <a:pt x="0" y="0"/>
                  </a:lnTo>
                  <a:lnTo>
                    <a:pt x="0" y="16675"/>
                  </a:lnTo>
                  <a:lnTo>
                    <a:pt x="109918" y="16675"/>
                  </a:lnTo>
                  <a:lnTo>
                    <a:pt x="109918" y="0"/>
                  </a:lnTo>
                  <a:close/>
                </a:path>
              </a:pathLst>
            </a:custGeom>
            <a:solidFill>
              <a:srgbClr val="E8BD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 descr=""/>
            <p:cNvSpPr/>
            <p:nvPr/>
          </p:nvSpPr>
          <p:spPr>
            <a:xfrm>
              <a:off x="11601793" y="7539215"/>
              <a:ext cx="129539" cy="89535"/>
            </a:xfrm>
            <a:custGeom>
              <a:avLst/>
              <a:gdLst/>
              <a:ahLst/>
              <a:cxnLst/>
              <a:rect l="l" t="t" r="r" b="b"/>
              <a:pathLst>
                <a:path w="129540" h="89534">
                  <a:moveTo>
                    <a:pt x="129514" y="0"/>
                  </a:moveTo>
                  <a:lnTo>
                    <a:pt x="0" y="0"/>
                  </a:lnTo>
                  <a:lnTo>
                    <a:pt x="0" y="89264"/>
                  </a:lnTo>
                  <a:lnTo>
                    <a:pt x="129514" y="89264"/>
                  </a:lnTo>
                  <a:lnTo>
                    <a:pt x="129514" y="0"/>
                  </a:lnTo>
                  <a:close/>
                </a:path>
              </a:pathLst>
            </a:custGeom>
            <a:solidFill>
              <a:srgbClr val="DEAA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" name="object 391" descr=""/>
            <p:cNvSpPr/>
            <p:nvPr/>
          </p:nvSpPr>
          <p:spPr>
            <a:xfrm>
              <a:off x="11542270" y="7496065"/>
              <a:ext cx="248920" cy="55244"/>
            </a:xfrm>
            <a:custGeom>
              <a:avLst/>
              <a:gdLst/>
              <a:ahLst/>
              <a:cxnLst/>
              <a:rect l="l" t="t" r="r" b="b"/>
              <a:pathLst>
                <a:path w="248920" h="55245">
                  <a:moveTo>
                    <a:pt x="226841" y="0"/>
                  </a:moveTo>
                  <a:lnTo>
                    <a:pt x="21716" y="0"/>
                  </a:lnTo>
                  <a:lnTo>
                    <a:pt x="13265" y="1707"/>
                  </a:lnTo>
                  <a:lnTo>
                    <a:pt x="6362" y="6363"/>
                  </a:lnTo>
                  <a:lnTo>
                    <a:pt x="1707" y="13269"/>
                  </a:lnTo>
                  <a:lnTo>
                    <a:pt x="0" y="21727"/>
                  </a:lnTo>
                  <a:lnTo>
                    <a:pt x="0" y="33140"/>
                  </a:lnTo>
                  <a:lnTo>
                    <a:pt x="1707" y="41597"/>
                  </a:lnTo>
                  <a:lnTo>
                    <a:pt x="6362" y="48503"/>
                  </a:lnTo>
                  <a:lnTo>
                    <a:pt x="13265" y="53160"/>
                  </a:lnTo>
                  <a:lnTo>
                    <a:pt x="21716" y="54867"/>
                  </a:lnTo>
                  <a:lnTo>
                    <a:pt x="226841" y="54867"/>
                  </a:lnTo>
                  <a:lnTo>
                    <a:pt x="235298" y="53160"/>
                  </a:lnTo>
                  <a:lnTo>
                    <a:pt x="242204" y="48503"/>
                  </a:lnTo>
                  <a:lnTo>
                    <a:pt x="246860" y="41597"/>
                  </a:lnTo>
                  <a:lnTo>
                    <a:pt x="248568" y="33140"/>
                  </a:lnTo>
                  <a:lnTo>
                    <a:pt x="248568" y="21727"/>
                  </a:lnTo>
                  <a:lnTo>
                    <a:pt x="246860" y="13269"/>
                  </a:lnTo>
                  <a:lnTo>
                    <a:pt x="242204" y="6363"/>
                  </a:lnTo>
                  <a:lnTo>
                    <a:pt x="235298" y="1707"/>
                  </a:lnTo>
                  <a:lnTo>
                    <a:pt x="226841" y="0"/>
                  </a:lnTo>
                  <a:close/>
                </a:path>
              </a:pathLst>
            </a:custGeom>
            <a:solidFill>
              <a:srgbClr val="E8BD92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92" name="object 392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1542263" y="8598196"/>
              <a:ext cx="248568" cy="81766"/>
            </a:xfrm>
            <a:prstGeom prst="rect">
              <a:avLst/>
            </a:prstGeom>
          </p:spPr>
        </p:pic>
        <p:sp>
          <p:nvSpPr>
            <p:cNvPr id="393" name="object 393" descr=""/>
            <p:cNvSpPr/>
            <p:nvPr/>
          </p:nvSpPr>
          <p:spPr>
            <a:xfrm>
              <a:off x="10668229" y="7522546"/>
              <a:ext cx="110489" cy="1157605"/>
            </a:xfrm>
            <a:custGeom>
              <a:avLst/>
              <a:gdLst/>
              <a:ahLst/>
              <a:cxnLst/>
              <a:rect l="l" t="t" r="r" b="b"/>
              <a:pathLst>
                <a:path w="110490" h="1157604">
                  <a:moveTo>
                    <a:pt x="109905" y="105943"/>
                  </a:moveTo>
                  <a:lnTo>
                    <a:pt x="0" y="105943"/>
                  </a:lnTo>
                  <a:lnTo>
                    <a:pt x="0" y="1157414"/>
                  </a:lnTo>
                  <a:lnTo>
                    <a:pt x="109905" y="1157414"/>
                  </a:lnTo>
                  <a:lnTo>
                    <a:pt x="109905" y="105943"/>
                  </a:lnTo>
                  <a:close/>
                </a:path>
                <a:path w="110490" h="1157604">
                  <a:moveTo>
                    <a:pt x="109905" y="0"/>
                  </a:moveTo>
                  <a:lnTo>
                    <a:pt x="0" y="0"/>
                  </a:lnTo>
                  <a:lnTo>
                    <a:pt x="0" y="16675"/>
                  </a:lnTo>
                  <a:lnTo>
                    <a:pt x="109905" y="16675"/>
                  </a:lnTo>
                  <a:lnTo>
                    <a:pt x="109905" y="0"/>
                  </a:lnTo>
                  <a:close/>
                </a:path>
              </a:pathLst>
            </a:custGeom>
            <a:solidFill>
              <a:srgbClr val="E8BD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" name="object 394" descr=""/>
            <p:cNvSpPr/>
            <p:nvPr/>
          </p:nvSpPr>
          <p:spPr>
            <a:xfrm>
              <a:off x="10658429" y="7539215"/>
              <a:ext cx="129539" cy="89535"/>
            </a:xfrm>
            <a:custGeom>
              <a:avLst/>
              <a:gdLst/>
              <a:ahLst/>
              <a:cxnLst/>
              <a:rect l="l" t="t" r="r" b="b"/>
              <a:pathLst>
                <a:path w="129540" h="89534">
                  <a:moveTo>
                    <a:pt x="129514" y="0"/>
                  </a:moveTo>
                  <a:lnTo>
                    <a:pt x="0" y="0"/>
                  </a:lnTo>
                  <a:lnTo>
                    <a:pt x="0" y="89264"/>
                  </a:lnTo>
                  <a:lnTo>
                    <a:pt x="129514" y="89264"/>
                  </a:lnTo>
                  <a:lnTo>
                    <a:pt x="129514" y="0"/>
                  </a:lnTo>
                  <a:close/>
                </a:path>
              </a:pathLst>
            </a:custGeom>
            <a:solidFill>
              <a:srgbClr val="DEAA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" name="object 395" descr=""/>
            <p:cNvSpPr/>
            <p:nvPr/>
          </p:nvSpPr>
          <p:spPr>
            <a:xfrm>
              <a:off x="10598905" y="7496065"/>
              <a:ext cx="248920" cy="55244"/>
            </a:xfrm>
            <a:custGeom>
              <a:avLst/>
              <a:gdLst/>
              <a:ahLst/>
              <a:cxnLst/>
              <a:rect l="l" t="t" r="r" b="b"/>
              <a:pathLst>
                <a:path w="248920" h="55245">
                  <a:moveTo>
                    <a:pt x="226841" y="0"/>
                  </a:moveTo>
                  <a:lnTo>
                    <a:pt x="21716" y="0"/>
                  </a:lnTo>
                  <a:lnTo>
                    <a:pt x="13265" y="1707"/>
                  </a:lnTo>
                  <a:lnTo>
                    <a:pt x="6362" y="6363"/>
                  </a:lnTo>
                  <a:lnTo>
                    <a:pt x="1707" y="13269"/>
                  </a:lnTo>
                  <a:lnTo>
                    <a:pt x="0" y="21727"/>
                  </a:lnTo>
                  <a:lnTo>
                    <a:pt x="0" y="33140"/>
                  </a:lnTo>
                  <a:lnTo>
                    <a:pt x="1707" y="41597"/>
                  </a:lnTo>
                  <a:lnTo>
                    <a:pt x="6362" y="48503"/>
                  </a:lnTo>
                  <a:lnTo>
                    <a:pt x="13265" y="53160"/>
                  </a:lnTo>
                  <a:lnTo>
                    <a:pt x="21716" y="54867"/>
                  </a:lnTo>
                  <a:lnTo>
                    <a:pt x="226841" y="54867"/>
                  </a:lnTo>
                  <a:lnTo>
                    <a:pt x="235298" y="53160"/>
                  </a:lnTo>
                  <a:lnTo>
                    <a:pt x="242204" y="48503"/>
                  </a:lnTo>
                  <a:lnTo>
                    <a:pt x="246860" y="41597"/>
                  </a:lnTo>
                  <a:lnTo>
                    <a:pt x="248568" y="33140"/>
                  </a:lnTo>
                  <a:lnTo>
                    <a:pt x="248568" y="21727"/>
                  </a:lnTo>
                  <a:lnTo>
                    <a:pt x="246860" y="13269"/>
                  </a:lnTo>
                  <a:lnTo>
                    <a:pt x="242204" y="6363"/>
                  </a:lnTo>
                  <a:lnTo>
                    <a:pt x="235298" y="1707"/>
                  </a:lnTo>
                  <a:lnTo>
                    <a:pt x="226841" y="0"/>
                  </a:lnTo>
                  <a:close/>
                </a:path>
              </a:pathLst>
            </a:custGeom>
            <a:solidFill>
              <a:srgbClr val="E8BD92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96" name="object 396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0598908" y="8598196"/>
              <a:ext cx="248557" cy="81766"/>
            </a:xfrm>
            <a:prstGeom prst="rect">
              <a:avLst/>
            </a:prstGeom>
          </p:spPr>
        </p:pic>
      </p:grpSp>
      <p:grpSp>
        <p:nvGrpSpPr>
          <p:cNvPr id="397" name="object 397" descr=""/>
          <p:cNvGrpSpPr/>
          <p:nvPr/>
        </p:nvGrpSpPr>
        <p:grpSpPr>
          <a:xfrm>
            <a:off x="3839464" y="6157037"/>
            <a:ext cx="1593850" cy="2474595"/>
            <a:chOff x="3839464" y="6157037"/>
            <a:chExt cx="1593850" cy="2474595"/>
          </a:xfrm>
        </p:grpSpPr>
        <p:sp>
          <p:nvSpPr>
            <p:cNvPr id="398" name="object 398" descr=""/>
            <p:cNvSpPr/>
            <p:nvPr/>
          </p:nvSpPr>
          <p:spPr>
            <a:xfrm>
              <a:off x="3884604" y="6322289"/>
              <a:ext cx="1518285" cy="2308860"/>
            </a:xfrm>
            <a:custGeom>
              <a:avLst/>
              <a:gdLst/>
              <a:ahLst/>
              <a:cxnLst/>
              <a:rect l="l" t="t" r="r" b="b"/>
              <a:pathLst>
                <a:path w="1518285" h="2308859">
                  <a:moveTo>
                    <a:pt x="1517974" y="0"/>
                  </a:moveTo>
                  <a:lnTo>
                    <a:pt x="0" y="0"/>
                  </a:lnTo>
                  <a:lnTo>
                    <a:pt x="0" y="2308557"/>
                  </a:lnTo>
                  <a:lnTo>
                    <a:pt x="1517974" y="2308557"/>
                  </a:lnTo>
                  <a:lnTo>
                    <a:pt x="1517974" y="0"/>
                  </a:lnTo>
                  <a:close/>
                </a:path>
              </a:pathLst>
            </a:custGeom>
            <a:solidFill>
              <a:srgbClr val="E8B9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 descr=""/>
            <p:cNvSpPr/>
            <p:nvPr/>
          </p:nvSpPr>
          <p:spPr>
            <a:xfrm>
              <a:off x="4927701" y="7569650"/>
              <a:ext cx="171450" cy="76835"/>
            </a:xfrm>
            <a:custGeom>
              <a:avLst/>
              <a:gdLst/>
              <a:ahLst/>
              <a:cxnLst/>
              <a:rect l="l" t="t" r="r" b="b"/>
              <a:pathLst>
                <a:path w="171450" h="76834">
                  <a:moveTo>
                    <a:pt x="170840" y="58521"/>
                  </a:moveTo>
                  <a:lnTo>
                    <a:pt x="34188" y="58521"/>
                  </a:lnTo>
                  <a:lnTo>
                    <a:pt x="34188" y="76593"/>
                  </a:lnTo>
                  <a:lnTo>
                    <a:pt x="170840" y="76593"/>
                  </a:lnTo>
                  <a:lnTo>
                    <a:pt x="170840" y="58521"/>
                  </a:lnTo>
                  <a:close/>
                </a:path>
                <a:path w="171450" h="76834">
                  <a:moveTo>
                    <a:pt x="170840" y="0"/>
                  </a:moveTo>
                  <a:lnTo>
                    <a:pt x="0" y="0"/>
                  </a:lnTo>
                  <a:lnTo>
                    <a:pt x="0" y="18072"/>
                  </a:lnTo>
                  <a:lnTo>
                    <a:pt x="170840" y="18072"/>
                  </a:lnTo>
                  <a:lnTo>
                    <a:pt x="170840" y="0"/>
                  </a:lnTo>
                  <a:close/>
                </a:path>
              </a:pathLst>
            </a:custGeom>
            <a:solidFill>
              <a:srgbClr val="E6B4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 descr=""/>
            <p:cNvSpPr/>
            <p:nvPr/>
          </p:nvSpPr>
          <p:spPr>
            <a:xfrm>
              <a:off x="4324844" y="6916262"/>
              <a:ext cx="637540" cy="1715135"/>
            </a:xfrm>
            <a:custGeom>
              <a:avLst/>
              <a:gdLst/>
              <a:ahLst/>
              <a:cxnLst/>
              <a:rect l="l" t="t" r="r" b="b"/>
              <a:pathLst>
                <a:path w="637539" h="1715134">
                  <a:moveTo>
                    <a:pt x="637488" y="714438"/>
                  </a:moveTo>
                  <a:lnTo>
                    <a:pt x="0" y="714438"/>
                  </a:lnTo>
                  <a:lnTo>
                    <a:pt x="0" y="1714586"/>
                  </a:lnTo>
                  <a:lnTo>
                    <a:pt x="637488" y="1714586"/>
                  </a:lnTo>
                  <a:lnTo>
                    <a:pt x="637488" y="714438"/>
                  </a:lnTo>
                  <a:close/>
                </a:path>
                <a:path w="637539" h="1715134">
                  <a:moveTo>
                    <a:pt x="608400" y="674398"/>
                  </a:moveTo>
                  <a:lnTo>
                    <a:pt x="29098" y="674398"/>
                  </a:lnTo>
                  <a:lnTo>
                    <a:pt x="20554" y="684366"/>
                  </a:lnTo>
                  <a:lnTo>
                    <a:pt x="16015" y="693266"/>
                  </a:lnTo>
                  <a:lnTo>
                    <a:pt x="14349" y="703136"/>
                  </a:lnTo>
                  <a:lnTo>
                    <a:pt x="14283" y="711140"/>
                  </a:lnTo>
                  <a:lnTo>
                    <a:pt x="14544" y="714438"/>
                  </a:lnTo>
                  <a:lnTo>
                    <a:pt x="622944" y="714438"/>
                  </a:lnTo>
                  <a:lnTo>
                    <a:pt x="624275" y="702654"/>
                  </a:lnTo>
                  <a:lnTo>
                    <a:pt x="624093" y="695594"/>
                  </a:lnTo>
                  <a:lnTo>
                    <a:pt x="621834" y="690437"/>
                  </a:lnTo>
                  <a:lnTo>
                    <a:pt x="616934" y="684366"/>
                  </a:lnTo>
                  <a:lnTo>
                    <a:pt x="608400" y="674398"/>
                  </a:lnTo>
                  <a:close/>
                </a:path>
                <a:path w="637539" h="1715134">
                  <a:moveTo>
                    <a:pt x="602075" y="653006"/>
                  </a:moveTo>
                  <a:lnTo>
                    <a:pt x="35423" y="653006"/>
                  </a:lnTo>
                  <a:lnTo>
                    <a:pt x="35423" y="674398"/>
                  </a:lnTo>
                  <a:lnTo>
                    <a:pt x="602075" y="674398"/>
                  </a:lnTo>
                  <a:lnTo>
                    <a:pt x="602075" y="653006"/>
                  </a:lnTo>
                  <a:close/>
                </a:path>
                <a:path w="637539" h="1715134">
                  <a:moveTo>
                    <a:pt x="317508" y="0"/>
                  </a:moveTo>
                  <a:lnTo>
                    <a:pt x="278855" y="7918"/>
                  </a:lnTo>
                  <a:lnTo>
                    <a:pt x="236982" y="27355"/>
                  </a:lnTo>
                  <a:lnTo>
                    <a:pt x="178350" y="65045"/>
                  </a:lnTo>
                  <a:lnTo>
                    <a:pt x="142526" y="94961"/>
                  </a:lnTo>
                  <a:lnTo>
                    <a:pt x="110185" y="130082"/>
                  </a:lnTo>
                  <a:lnTo>
                    <a:pt x="81609" y="169802"/>
                  </a:lnTo>
                  <a:lnTo>
                    <a:pt x="57079" y="213515"/>
                  </a:lnTo>
                  <a:lnTo>
                    <a:pt x="36877" y="260617"/>
                  </a:lnTo>
                  <a:lnTo>
                    <a:pt x="21285" y="310501"/>
                  </a:lnTo>
                  <a:lnTo>
                    <a:pt x="10584" y="362562"/>
                  </a:lnTo>
                  <a:lnTo>
                    <a:pt x="5057" y="416196"/>
                  </a:lnTo>
                  <a:lnTo>
                    <a:pt x="7888" y="514202"/>
                  </a:lnTo>
                  <a:lnTo>
                    <a:pt x="21507" y="588827"/>
                  </a:lnTo>
                  <a:lnTo>
                    <a:pt x="36547" y="636339"/>
                  </a:lnTo>
                  <a:lnTo>
                    <a:pt x="43642" y="653006"/>
                  </a:lnTo>
                  <a:lnTo>
                    <a:pt x="593856" y="653006"/>
                  </a:lnTo>
                  <a:lnTo>
                    <a:pt x="620427" y="597439"/>
                  </a:lnTo>
                  <a:lnTo>
                    <a:pt x="633302" y="554250"/>
                  </a:lnTo>
                  <a:lnTo>
                    <a:pt x="636098" y="501236"/>
                  </a:lnTo>
                  <a:lnTo>
                    <a:pt x="632431" y="416196"/>
                  </a:lnTo>
                  <a:lnTo>
                    <a:pt x="626904" y="362562"/>
                  </a:lnTo>
                  <a:lnTo>
                    <a:pt x="616204" y="310501"/>
                  </a:lnTo>
                  <a:lnTo>
                    <a:pt x="600614" y="260617"/>
                  </a:lnTo>
                  <a:lnTo>
                    <a:pt x="580414" y="213515"/>
                  </a:lnTo>
                  <a:lnTo>
                    <a:pt x="555886" y="169802"/>
                  </a:lnTo>
                  <a:lnTo>
                    <a:pt x="527311" y="130082"/>
                  </a:lnTo>
                  <a:lnTo>
                    <a:pt x="494971" y="94961"/>
                  </a:lnTo>
                  <a:lnTo>
                    <a:pt x="459148" y="65045"/>
                  </a:lnTo>
                  <a:lnTo>
                    <a:pt x="400510" y="27355"/>
                  </a:lnTo>
                  <a:lnTo>
                    <a:pt x="358634" y="7918"/>
                  </a:lnTo>
                  <a:lnTo>
                    <a:pt x="320797" y="52"/>
                  </a:lnTo>
                  <a:lnTo>
                    <a:pt x="318335" y="52"/>
                  </a:lnTo>
                  <a:lnTo>
                    <a:pt x="317508" y="0"/>
                  </a:lnTo>
                  <a:close/>
                </a:path>
                <a:path w="637539" h="1715134">
                  <a:moveTo>
                    <a:pt x="319979" y="0"/>
                  </a:moveTo>
                  <a:lnTo>
                    <a:pt x="319163" y="52"/>
                  </a:lnTo>
                  <a:lnTo>
                    <a:pt x="320797" y="52"/>
                  </a:lnTo>
                  <a:lnTo>
                    <a:pt x="319979" y="0"/>
                  </a:lnTo>
                  <a:close/>
                </a:path>
              </a:pathLst>
            </a:custGeom>
            <a:solidFill>
              <a:srgbClr val="A0622E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01" name="object 401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237835" y="6800810"/>
              <a:ext cx="389978" cy="388632"/>
            </a:xfrm>
            <a:prstGeom prst="rect">
              <a:avLst/>
            </a:prstGeom>
          </p:spPr>
        </p:pic>
        <p:pic>
          <p:nvPicPr>
            <p:cNvPr id="402" name="object 402" descr="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213932" y="7232777"/>
              <a:ext cx="107703" cy="94336"/>
            </a:xfrm>
            <a:prstGeom prst="rect">
              <a:avLst/>
            </a:prstGeom>
          </p:spPr>
        </p:pic>
        <p:pic>
          <p:nvPicPr>
            <p:cNvPr id="403" name="object 403" descr="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965544" y="7239390"/>
              <a:ext cx="107703" cy="94336"/>
            </a:xfrm>
            <a:prstGeom prst="rect">
              <a:avLst/>
            </a:prstGeom>
          </p:spPr>
        </p:pic>
        <p:pic>
          <p:nvPicPr>
            <p:cNvPr id="404" name="object 404" descr="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765930" y="6861289"/>
              <a:ext cx="271486" cy="330631"/>
            </a:xfrm>
            <a:prstGeom prst="rect">
              <a:avLst/>
            </a:prstGeom>
          </p:spPr>
        </p:pic>
        <p:pic>
          <p:nvPicPr>
            <p:cNvPr id="405" name="object 405" descr="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656224" y="6800343"/>
              <a:ext cx="90146" cy="126168"/>
            </a:xfrm>
            <a:prstGeom prst="rect">
              <a:avLst/>
            </a:prstGeom>
          </p:spPr>
        </p:pic>
        <p:sp>
          <p:nvSpPr>
            <p:cNvPr id="406" name="object 406" descr=""/>
            <p:cNvSpPr/>
            <p:nvPr/>
          </p:nvSpPr>
          <p:spPr>
            <a:xfrm>
              <a:off x="4197324" y="6761981"/>
              <a:ext cx="342900" cy="403860"/>
            </a:xfrm>
            <a:custGeom>
              <a:avLst/>
              <a:gdLst/>
              <a:ahLst/>
              <a:cxnLst/>
              <a:rect l="l" t="t" r="r" b="b"/>
              <a:pathLst>
                <a:path w="342900" h="403859">
                  <a:moveTo>
                    <a:pt x="342353" y="11150"/>
                  </a:moveTo>
                  <a:lnTo>
                    <a:pt x="311937" y="0"/>
                  </a:lnTo>
                  <a:lnTo>
                    <a:pt x="300329" y="4165"/>
                  </a:lnTo>
                  <a:lnTo>
                    <a:pt x="291795" y="10388"/>
                  </a:lnTo>
                  <a:lnTo>
                    <a:pt x="285419" y="4051"/>
                  </a:lnTo>
                  <a:lnTo>
                    <a:pt x="284086" y="3467"/>
                  </a:lnTo>
                  <a:lnTo>
                    <a:pt x="281368" y="3632"/>
                  </a:lnTo>
                  <a:lnTo>
                    <a:pt x="280098" y="4381"/>
                  </a:lnTo>
                  <a:lnTo>
                    <a:pt x="274993" y="11582"/>
                  </a:lnTo>
                  <a:lnTo>
                    <a:pt x="267169" y="19265"/>
                  </a:lnTo>
                  <a:lnTo>
                    <a:pt x="250482" y="13919"/>
                  </a:lnTo>
                  <a:lnTo>
                    <a:pt x="237871" y="12852"/>
                  </a:lnTo>
                  <a:lnTo>
                    <a:pt x="224053" y="17437"/>
                  </a:lnTo>
                  <a:lnTo>
                    <a:pt x="197853" y="44513"/>
                  </a:lnTo>
                  <a:lnTo>
                    <a:pt x="184518" y="51066"/>
                  </a:lnTo>
                  <a:lnTo>
                    <a:pt x="173964" y="53289"/>
                  </a:lnTo>
                  <a:lnTo>
                    <a:pt x="169570" y="53505"/>
                  </a:lnTo>
                  <a:lnTo>
                    <a:pt x="168160" y="53428"/>
                  </a:lnTo>
                  <a:lnTo>
                    <a:pt x="166789" y="54063"/>
                  </a:lnTo>
                  <a:lnTo>
                    <a:pt x="164846" y="56451"/>
                  </a:lnTo>
                  <a:lnTo>
                    <a:pt x="164363" y="58077"/>
                  </a:lnTo>
                  <a:lnTo>
                    <a:pt x="164769" y="68897"/>
                  </a:lnTo>
                  <a:lnTo>
                    <a:pt x="163677" y="80873"/>
                  </a:lnTo>
                  <a:lnTo>
                    <a:pt x="132930" y="112598"/>
                  </a:lnTo>
                  <a:lnTo>
                    <a:pt x="122262" y="113258"/>
                  </a:lnTo>
                  <a:lnTo>
                    <a:pt x="112687" y="111823"/>
                  </a:lnTo>
                  <a:lnTo>
                    <a:pt x="97028" y="101663"/>
                  </a:lnTo>
                  <a:lnTo>
                    <a:pt x="89179" y="87287"/>
                  </a:lnTo>
                  <a:lnTo>
                    <a:pt x="89179" y="107505"/>
                  </a:lnTo>
                  <a:lnTo>
                    <a:pt x="78447" y="98323"/>
                  </a:lnTo>
                  <a:lnTo>
                    <a:pt x="61810" y="92024"/>
                  </a:lnTo>
                  <a:lnTo>
                    <a:pt x="46939" y="89979"/>
                  </a:lnTo>
                  <a:lnTo>
                    <a:pt x="48272" y="80403"/>
                  </a:lnTo>
                  <a:lnTo>
                    <a:pt x="47498" y="69684"/>
                  </a:lnTo>
                  <a:lnTo>
                    <a:pt x="43459" y="59512"/>
                  </a:lnTo>
                  <a:lnTo>
                    <a:pt x="35001" y="51587"/>
                  </a:lnTo>
                  <a:lnTo>
                    <a:pt x="28333" y="47459"/>
                  </a:lnTo>
                  <a:lnTo>
                    <a:pt x="22415" y="43154"/>
                  </a:lnTo>
                  <a:lnTo>
                    <a:pt x="17449" y="38989"/>
                  </a:lnTo>
                  <a:lnTo>
                    <a:pt x="13652" y="35293"/>
                  </a:lnTo>
                  <a:lnTo>
                    <a:pt x="19113" y="34899"/>
                  </a:lnTo>
                  <a:lnTo>
                    <a:pt x="22034" y="33616"/>
                  </a:lnTo>
                  <a:lnTo>
                    <a:pt x="23799" y="30784"/>
                  </a:lnTo>
                  <a:lnTo>
                    <a:pt x="24866" y="29857"/>
                  </a:lnTo>
                  <a:lnTo>
                    <a:pt x="25933" y="26428"/>
                  </a:lnTo>
                  <a:lnTo>
                    <a:pt x="26200" y="20053"/>
                  </a:lnTo>
                  <a:lnTo>
                    <a:pt x="29413" y="24447"/>
                  </a:lnTo>
                  <a:lnTo>
                    <a:pt x="33045" y="30187"/>
                  </a:lnTo>
                  <a:lnTo>
                    <a:pt x="36817" y="37033"/>
                  </a:lnTo>
                  <a:lnTo>
                    <a:pt x="40436" y="44754"/>
                  </a:lnTo>
                  <a:lnTo>
                    <a:pt x="47320" y="54533"/>
                  </a:lnTo>
                  <a:lnTo>
                    <a:pt x="56095" y="59105"/>
                  </a:lnTo>
                  <a:lnTo>
                    <a:pt x="65290" y="59880"/>
                  </a:lnTo>
                  <a:lnTo>
                    <a:pt x="73482" y="58216"/>
                  </a:lnTo>
                  <a:lnTo>
                    <a:pt x="75425" y="75526"/>
                  </a:lnTo>
                  <a:lnTo>
                    <a:pt x="81038" y="94856"/>
                  </a:lnTo>
                  <a:lnTo>
                    <a:pt x="89179" y="107505"/>
                  </a:lnTo>
                  <a:lnTo>
                    <a:pt x="89179" y="87287"/>
                  </a:lnTo>
                  <a:lnTo>
                    <a:pt x="88112" y="85331"/>
                  </a:lnTo>
                  <a:lnTo>
                    <a:pt x="84086" y="67513"/>
                  </a:lnTo>
                  <a:lnTo>
                    <a:pt x="83083" y="52908"/>
                  </a:lnTo>
                  <a:lnTo>
                    <a:pt x="82981" y="43129"/>
                  </a:lnTo>
                  <a:lnTo>
                    <a:pt x="75298" y="41440"/>
                  </a:lnTo>
                  <a:lnTo>
                    <a:pt x="72948" y="43154"/>
                  </a:lnTo>
                  <a:lnTo>
                    <a:pt x="71094" y="47142"/>
                  </a:lnTo>
                  <a:lnTo>
                    <a:pt x="66433" y="48310"/>
                  </a:lnTo>
                  <a:lnTo>
                    <a:pt x="60299" y="48437"/>
                  </a:lnTo>
                  <a:lnTo>
                    <a:pt x="54076" y="46062"/>
                  </a:lnTo>
                  <a:lnTo>
                    <a:pt x="49149" y="39674"/>
                  </a:lnTo>
                  <a:lnTo>
                    <a:pt x="46405" y="33680"/>
                  </a:lnTo>
                  <a:lnTo>
                    <a:pt x="43307" y="27673"/>
                  </a:lnTo>
                  <a:lnTo>
                    <a:pt x="39992" y="21920"/>
                  </a:lnTo>
                  <a:lnTo>
                    <a:pt x="36614" y="16700"/>
                  </a:lnTo>
                  <a:lnTo>
                    <a:pt x="30314" y="7581"/>
                  </a:lnTo>
                  <a:lnTo>
                    <a:pt x="25857" y="4178"/>
                  </a:lnTo>
                  <a:lnTo>
                    <a:pt x="20116" y="5803"/>
                  </a:lnTo>
                  <a:lnTo>
                    <a:pt x="16446" y="7645"/>
                  </a:lnTo>
                  <a:lnTo>
                    <a:pt x="16510" y="15392"/>
                  </a:lnTo>
                  <a:lnTo>
                    <a:pt x="10668" y="8572"/>
                  </a:lnTo>
                  <a:lnTo>
                    <a:pt x="7581" y="8572"/>
                  </a:lnTo>
                  <a:lnTo>
                    <a:pt x="7378" y="8813"/>
                  </a:lnTo>
                  <a:lnTo>
                    <a:pt x="6972" y="8813"/>
                  </a:lnTo>
                  <a:lnTo>
                    <a:pt x="3213" y="13309"/>
                  </a:lnTo>
                  <a:lnTo>
                    <a:pt x="3238" y="16916"/>
                  </a:lnTo>
                  <a:lnTo>
                    <a:pt x="9512" y="24079"/>
                  </a:lnTo>
                  <a:lnTo>
                    <a:pt x="2895" y="24079"/>
                  </a:lnTo>
                  <a:lnTo>
                    <a:pt x="1358" y="28371"/>
                  </a:lnTo>
                  <a:lnTo>
                    <a:pt x="50" y="35090"/>
                  </a:lnTo>
                  <a:lnTo>
                    <a:pt x="3009" y="40246"/>
                  </a:lnTo>
                  <a:lnTo>
                    <a:pt x="16522" y="52641"/>
                  </a:lnTo>
                  <a:lnTo>
                    <a:pt x="23952" y="58000"/>
                  </a:lnTo>
                  <a:lnTo>
                    <a:pt x="30759" y="61836"/>
                  </a:lnTo>
                  <a:lnTo>
                    <a:pt x="36296" y="67487"/>
                  </a:lnTo>
                  <a:lnTo>
                    <a:pt x="38404" y="74714"/>
                  </a:lnTo>
                  <a:lnTo>
                    <a:pt x="38366" y="81876"/>
                  </a:lnTo>
                  <a:lnTo>
                    <a:pt x="37426" y="87312"/>
                  </a:lnTo>
                  <a:lnTo>
                    <a:pt x="34036" y="89535"/>
                  </a:lnTo>
                  <a:lnTo>
                    <a:pt x="32588" y="92303"/>
                  </a:lnTo>
                  <a:lnTo>
                    <a:pt x="34124" y="101244"/>
                  </a:lnTo>
                  <a:lnTo>
                    <a:pt x="42519" y="101244"/>
                  </a:lnTo>
                  <a:lnTo>
                    <a:pt x="55054" y="102235"/>
                  </a:lnTo>
                  <a:lnTo>
                    <a:pt x="70370" y="106705"/>
                  </a:lnTo>
                  <a:lnTo>
                    <a:pt x="84493" y="116890"/>
                  </a:lnTo>
                  <a:lnTo>
                    <a:pt x="93395" y="135039"/>
                  </a:lnTo>
                  <a:lnTo>
                    <a:pt x="94742" y="146189"/>
                  </a:lnTo>
                  <a:lnTo>
                    <a:pt x="94297" y="158648"/>
                  </a:lnTo>
                  <a:lnTo>
                    <a:pt x="67487" y="194894"/>
                  </a:lnTo>
                  <a:lnTo>
                    <a:pt x="57238" y="196316"/>
                  </a:lnTo>
                  <a:lnTo>
                    <a:pt x="47955" y="195973"/>
                  </a:lnTo>
                  <a:lnTo>
                    <a:pt x="46583" y="196557"/>
                  </a:lnTo>
                  <a:lnTo>
                    <a:pt x="44551" y="198843"/>
                  </a:lnTo>
                  <a:lnTo>
                    <a:pt x="44018" y="200444"/>
                  </a:lnTo>
                  <a:lnTo>
                    <a:pt x="43967" y="207213"/>
                  </a:lnTo>
                  <a:lnTo>
                    <a:pt x="42214" y="219557"/>
                  </a:lnTo>
                  <a:lnTo>
                    <a:pt x="36753" y="235204"/>
                  </a:lnTo>
                  <a:lnTo>
                    <a:pt x="13855" y="266103"/>
                  </a:lnTo>
                  <a:lnTo>
                    <a:pt x="10096" y="282270"/>
                  </a:lnTo>
                  <a:lnTo>
                    <a:pt x="11176" y="296976"/>
                  </a:lnTo>
                  <a:lnTo>
                    <a:pt x="15976" y="316369"/>
                  </a:lnTo>
                  <a:lnTo>
                    <a:pt x="9474" y="325589"/>
                  </a:lnTo>
                  <a:lnTo>
                    <a:pt x="3365" y="331635"/>
                  </a:lnTo>
                  <a:lnTo>
                    <a:pt x="2730" y="333121"/>
                  </a:lnTo>
                  <a:lnTo>
                    <a:pt x="2616" y="336308"/>
                  </a:lnTo>
                  <a:lnTo>
                    <a:pt x="3136" y="337858"/>
                  </a:lnTo>
                  <a:lnTo>
                    <a:pt x="8890" y="344754"/>
                  </a:lnTo>
                  <a:lnTo>
                    <a:pt x="3429" y="355231"/>
                  </a:lnTo>
                  <a:lnTo>
                    <a:pt x="0" y="368833"/>
                  </a:lnTo>
                  <a:lnTo>
                    <a:pt x="977" y="382816"/>
                  </a:lnTo>
                  <a:lnTo>
                    <a:pt x="3784" y="394233"/>
                  </a:lnTo>
                  <a:lnTo>
                    <a:pt x="6705" y="402170"/>
                  </a:lnTo>
                  <a:lnTo>
                    <a:pt x="8458" y="403364"/>
                  </a:lnTo>
                  <a:lnTo>
                    <a:pt x="10972" y="403364"/>
                  </a:lnTo>
                  <a:lnTo>
                    <a:pt x="12369" y="402818"/>
                  </a:lnTo>
                  <a:lnTo>
                    <a:pt x="14795" y="401459"/>
                  </a:lnTo>
                  <a:lnTo>
                    <a:pt x="15836" y="398068"/>
                  </a:lnTo>
                  <a:lnTo>
                    <a:pt x="14681" y="395236"/>
                  </a:lnTo>
                  <a:lnTo>
                    <a:pt x="12446" y="388658"/>
                  </a:lnTo>
                  <a:lnTo>
                    <a:pt x="10375" y="379501"/>
                  </a:lnTo>
                  <a:lnTo>
                    <a:pt x="9728" y="369684"/>
                  </a:lnTo>
                  <a:lnTo>
                    <a:pt x="11747" y="361149"/>
                  </a:lnTo>
                  <a:lnTo>
                    <a:pt x="14732" y="353580"/>
                  </a:lnTo>
                  <a:lnTo>
                    <a:pt x="15748" y="346722"/>
                  </a:lnTo>
                  <a:lnTo>
                    <a:pt x="15316" y="340779"/>
                  </a:lnTo>
                  <a:lnTo>
                    <a:pt x="13881" y="335889"/>
                  </a:lnTo>
                  <a:lnTo>
                    <a:pt x="17945" y="330708"/>
                  </a:lnTo>
                  <a:lnTo>
                    <a:pt x="21869" y="324116"/>
                  </a:lnTo>
                  <a:lnTo>
                    <a:pt x="24422" y="316712"/>
                  </a:lnTo>
                  <a:lnTo>
                    <a:pt x="24358" y="309079"/>
                  </a:lnTo>
                  <a:lnTo>
                    <a:pt x="20802" y="295097"/>
                  </a:lnTo>
                  <a:lnTo>
                    <a:pt x="19862" y="283502"/>
                  </a:lnTo>
                  <a:lnTo>
                    <a:pt x="22682" y="271183"/>
                  </a:lnTo>
                  <a:lnTo>
                    <a:pt x="31546" y="259181"/>
                  </a:lnTo>
                  <a:lnTo>
                    <a:pt x="42481" y="245872"/>
                  </a:lnTo>
                  <a:lnTo>
                    <a:pt x="49110" y="231597"/>
                  </a:lnTo>
                  <a:lnTo>
                    <a:pt x="52501" y="218262"/>
                  </a:lnTo>
                  <a:lnTo>
                    <a:pt x="53733" y="207759"/>
                  </a:lnTo>
                  <a:lnTo>
                    <a:pt x="63868" y="207200"/>
                  </a:lnTo>
                  <a:lnTo>
                    <a:pt x="100774" y="175425"/>
                  </a:lnTo>
                  <a:lnTo>
                    <a:pt x="104482" y="145719"/>
                  </a:lnTo>
                  <a:lnTo>
                    <a:pt x="102844" y="132245"/>
                  </a:lnTo>
                  <a:lnTo>
                    <a:pt x="94348" y="113372"/>
                  </a:lnTo>
                  <a:lnTo>
                    <a:pt x="110413" y="122897"/>
                  </a:lnTo>
                  <a:lnTo>
                    <a:pt x="114554" y="124053"/>
                  </a:lnTo>
                  <a:lnTo>
                    <a:pt x="119303" y="124675"/>
                  </a:lnTo>
                  <a:lnTo>
                    <a:pt x="124294" y="124675"/>
                  </a:lnTo>
                  <a:lnTo>
                    <a:pt x="166992" y="101981"/>
                  </a:lnTo>
                  <a:lnTo>
                    <a:pt x="174536" y="64681"/>
                  </a:lnTo>
                  <a:lnTo>
                    <a:pt x="183515" y="63144"/>
                  </a:lnTo>
                  <a:lnTo>
                    <a:pt x="194894" y="59029"/>
                  </a:lnTo>
                  <a:lnTo>
                    <a:pt x="207048" y="51104"/>
                  </a:lnTo>
                  <a:lnTo>
                    <a:pt x="218338" y="38138"/>
                  </a:lnTo>
                  <a:lnTo>
                    <a:pt x="228511" y="27660"/>
                  </a:lnTo>
                  <a:lnTo>
                    <a:pt x="239039" y="24231"/>
                  </a:lnTo>
                  <a:lnTo>
                    <a:pt x="248996" y="25184"/>
                  </a:lnTo>
                  <a:lnTo>
                    <a:pt x="261023" y="29146"/>
                  </a:lnTo>
                  <a:lnTo>
                    <a:pt x="267576" y="29133"/>
                  </a:lnTo>
                  <a:lnTo>
                    <a:pt x="273888" y="26073"/>
                  </a:lnTo>
                  <a:lnTo>
                    <a:pt x="279476" y="21399"/>
                  </a:lnTo>
                  <a:lnTo>
                    <a:pt x="283870" y="16598"/>
                  </a:lnTo>
                  <a:lnTo>
                    <a:pt x="288810" y="19253"/>
                  </a:lnTo>
                  <a:lnTo>
                    <a:pt x="296570" y="20332"/>
                  </a:lnTo>
                  <a:lnTo>
                    <a:pt x="305498" y="13804"/>
                  </a:lnTo>
                  <a:lnTo>
                    <a:pt x="312775" y="11353"/>
                  </a:lnTo>
                  <a:lnTo>
                    <a:pt x="321183" y="11988"/>
                  </a:lnTo>
                  <a:lnTo>
                    <a:pt x="329069" y="14274"/>
                  </a:lnTo>
                  <a:lnTo>
                    <a:pt x="334759" y="16789"/>
                  </a:lnTo>
                  <a:lnTo>
                    <a:pt x="337210" y="18110"/>
                  </a:lnTo>
                  <a:lnTo>
                    <a:pt x="340093" y="16865"/>
                  </a:lnTo>
                  <a:lnTo>
                    <a:pt x="342353" y="11150"/>
                  </a:lnTo>
                  <a:close/>
                </a:path>
              </a:pathLst>
            </a:custGeom>
            <a:solidFill>
              <a:srgbClr val="F7C58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07" name="object 407" descr="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4199679" y="6766838"/>
              <a:ext cx="253432" cy="264634"/>
            </a:xfrm>
            <a:prstGeom prst="rect">
              <a:avLst/>
            </a:prstGeom>
          </p:spPr>
        </p:pic>
        <p:sp>
          <p:nvSpPr>
            <p:cNvPr id="408" name="object 408" descr=""/>
            <p:cNvSpPr/>
            <p:nvPr/>
          </p:nvSpPr>
          <p:spPr>
            <a:xfrm>
              <a:off x="4753279" y="6755009"/>
              <a:ext cx="342900" cy="403860"/>
            </a:xfrm>
            <a:custGeom>
              <a:avLst/>
              <a:gdLst/>
              <a:ahLst/>
              <a:cxnLst/>
              <a:rect l="l" t="t" r="r" b="b"/>
              <a:pathLst>
                <a:path w="342900" h="403859">
                  <a:moveTo>
                    <a:pt x="342353" y="368833"/>
                  </a:moveTo>
                  <a:lnTo>
                    <a:pt x="338924" y="355231"/>
                  </a:lnTo>
                  <a:lnTo>
                    <a:pt x="333463" y="344754"/>
                  </a:lnTo>
                  <a:lnTo>
                    <a:pt x="339204" y="337845"/>
                  </a:lnTo>
                  <a:lnTo>
                    <a:pt x="339725" y="336296"/>
                  </a:lnTo>
                  <a:lnTo>
                    <a:pt x="339623" y="333121"/>
                  </a:lnTo>
                  <a:lnTo>
                    <a:pt x="338988" y="331635"/>
                  </a:lnTo>
                  <a:lnTo>
                    <a:pt x="332879" y="325589"/>
                  </a:lnTo>
                  <a:lnTo>
                    <a:pt x="326377" y="316369"/>
                  </a:lnTo>
                  <a:lnTo>
                    <a:pt x="331177" y="296964"/>
                  </a:lnTo>
                  <a:lnTo>
                    <a:pt x="332244" y="282270"/>
                  </a:lnTo>
                  <a:lnTo>
                    <a:pt x="328498" y="266090"/>
                  </a:lnTo>
                  <a:lnTo>
                    <a:pt x="305587" y="235191"/>
                  </a:lnTo>
                  <a:lnTo>
                    <a:pt x="300139" y="219557"/>
                  </a:lnTo>
                  <a:lnTo>
                    <a:pt x="298373" y="207213"/>
                  </a:lnTo>
                  <a:lnTo>
                    <a:pt x="298335" y="200444"/>
                  </a:lnTo>
                  <a:lnTo>
                    <a:pt x="297802" y="198843"/>
                  </a:lnTo>
                  <a:lnTo>
                    <a:pt x="295783" y="196557"/>
                  </a:lnTo>
                  <a:lnTo>
                    <a:pt x="294398" y="195973"/>
                  </a:lnTo>
                  <a:lnTo>
                    <a:pt x="285115" y="196316"/>
                  </a:lnTo>
                  <a:lnTo>
                    <a:pt x="274866" y="194894"/>
                  </a:lnTo>
                  <a:lnTo>
                    <a:pt x="248043" y="158635"/>
                  </a:lnTo>
                  <a:lnTo>
                    <a:pt x="247611" y="146177"/>
                  </a:lnTo>
                  <a:lnTo>
                    <a:pt x="248958" y="135039"/>
                  </a:lnTo>
                  <a:lnTo>
                    <a:pt x="257860" y="116890"/>
                  </a:lnTo>
                  <a:lnTo>
                    <a:pt x="271970" y="106705"/>
                  </a:lnTo>
                  <a:lnTo>
                    <a:pt x="287286" y="102235"/>
                  </a:lnTo>
                  <a:lnTo>
                    <a:pt x="299834" y="101244"/>
                  </a:lnTo>
                  <a:lnTo>
                    <a:pt x="308229" y="101244"/>
                  </a:lnTo>
                  <a:lnTo>
                    <a:pt x="309753" y="92290"/>
                  </a:lnTo>
                  <a:lnTo>
                    <a:pt x="308317" y="89535"/>
                  </a:lnTo>
                  <a:lnTo>
                    <a:pt x="304914" y="87312"/>
                  </a:lnTo>
                  <a:lnTo>
                    <a:pt x="303987" y="81876"/>
                  </a:lnTo>
                  <a:lnTo>
                    <a:pt x="303936" y="74714"/>
                  </a:lnTo>
                  <a:lnTo>
                    <a:pt x="306057" y="67487"/>
                  </a:lnTo>
                  <a:lnTo>
                    <a:pt x="311581" y="61823"/>
                  </a:lnTo>
                  <a:lnTo>
                    <a:pt x="318389" y="57988"/>
                  </a:lnTo>
                  <a:lnTo>
                    <a:pt x="325818" y="52628"/>
                  </a:lnTo>
                  <a:lnTo>
                    <a:pt x="339344" y="40246"/>
                  </a:lnTo>
                  <a:lnTo>
                    <a:pt x="342303" y="35090"/>
                  </a:lnTo>
                  <a:lnTo>
                    <a:pt x="340995" y="28371"/>
                  </a:lnTo>
                  <a:lnTo>
                    <a:pt x="339458" y="24066"/>
                  </a:lnTo>
                  <a:lnTo>
                    <a:pt x="332828" y="24066"/>
                  </a:lnTo>
                  <a:lnTo>
                    <a:pt x="339115" y="16903"/>
                  </a:lnTo>
                  <a:lnTo>
                    <a:pt x="339140" y="13309"/>
                  </a:lnTo>
                  <a:lnTo>
                    <a:pt x="335381" y="8813"/>
                  </a:lnTo>
                  <a:lnTo>
                    <a:pt x="334975" y="8813"/>
                  </a:lnTo>
                  <a:lnTo>
                    <a:pt x="334772" y="8559"/>
                  </a:lnTo>
                  <a:lnTo>
                    <a:pt x="331685" y="8559"/>
                  </a:lnTo>
                  <a:lnTo>
                    <a:pt x="328701" y="12052"/>
                  </a:lnTo>
                  <a:lnTo>
                    <a:pt x="328701" y="35306"/>
                  </a:lnTo>
                  <a:lnTo>
                    <a:pt x="324904" y="38989"/>
                  </a:lnTo>
                  <a:lnTo>
                    <a:pt x="319938" y="43141"/>
                  </a:lnTo>
                  <a:lnTo>
                    <a:pt x="314007" y="47459"/>
                  </a:lnTo>
                  <a:lnTo>
                    <a:pt x="307352" y="51587"/>
                  </a:lnTo>
                  <a:lnTo>
                    <a:pt x="298881" y="59512"/>
                  </a:lnTo>
                  <a:lnTo>
                    <a:pt x="294855" y="69672"/>
                  </a:lnTo>
                  <a:lnTo>
                    <a:pt x="294081" y="80391"/>
                  </a:lnTo>
                  <a:lnTo>
                    <a:pt x="295414" y="89966"/>
                  </a:lnTo>
                  <a:lnTo>
                    <a:pt x="280543" y="92024"/>
                  </a:lnTo>
                  <a:lnTo>
                    <a:pt x="263906" y="98323"/>
                  </a:lnTo>
                  <a:lnTo>
                    <a:pt x="253161" y="107505"/>
                  </a:lnTo>
                  <a:lnTo>
                    <a:pt x="261315" y="94843"/>
                  </a:lnTo>
                  <a:lnTo>
                    <a:pt x="266915" y="75514"/>
                  </a:lnTo>
                  <a:lnTo>
                    <a:pt x="268859" y="58204"/>
                  </a:lnTo>
                  <a:lnTo>
                    <a:pt x="277063" y="59867"/>
                  </a:lnTo>
                  <a:lnTo>
                    <a:pt x="286258" y="59105"/>
                  </a:lnTo>
                  <a:lnTo>
                    <a:pt x="295021" y="54521"/>
                  </a:lnTo>
                  <a:lnTo>
                    <a:pt x="301917" y="44754"/>
                  </a:lnTo>
                  <a:lnTo>
                    <a:pt x="305536" y="37033"/>
                  </a:lnTo>
                  <a:lnTo>
                    <a:pt x="309308" y="30175"/>
                  </a:lnTo>
                  <a:lnTo>
                    <a:pt x="312940" y="24434"/>
                  </a:lnTo>
                  <a:lnTo>
                    <a:pt x="316141" y="20053"/>
                  </a:lnTo>
                  <a:lnTo>
                    <a:pt x="316420" y="26441"/>
                  </a:lnTo>
                  <a:lnTo>
                    <a:pt x="317487" y="29857"/>
                  </a:lnTo>
                  <a:lnTo>
                    <a:pt x="318528" y="30784"/>
                  </a:lnTo>
                  <a:lnTo>
                    <a:pt x="320306" y="33616"/>
                  </a:lnTo>
                  <a:lnTo>
                    <a:pt x="323227" y="34899"/>
                  </a:lnTo>
                  <a:lnTo>
                    <a:pt x="328701" y="35306"/>
                  </a:lnTo>
                  <a:lnTo>
                    <a:pt x="328701" y="12052"/>
                  </a:lnTo>
                  <a:lnTo>
                    <a:pt x="325818" y="15405"/>
                  </a:lnTo>
                  <a:lnTo>
                    <a:pt x="325907" y="7645"/>
                  </a:lnTo>
                  <a:lnTo>
                    <a:pt x="322224" y="5803"/>
                  </a:lnTo>
                  <a:lnTo>
                    <a:pt x="316496" y="4191"/>
                  </a:lnTo>
                  <a:lnTo>
                    <a:pt x="312026" y="7581"/>
                  </a:lnTo>
                  <a:lnTo>
                    <a:pt x="293192" y="39687"/>
                  </a:lnTo>
                  <a:lnTo>
                    <a:pt x="288277" y="46062"/>
                  </a:lnTo>
                  <a:lnTo>
                    <a:pt x="282054" y="48437"/>
                  </a:lnTo>
                  <a:lnTo>
                    <a:pt x="275920" y="48298"/>
                  </a:lnTo>
                  <a:lnTo>
                    <a:pt x="271259" y="47142"/>
                  </a:lnTo>
                  <a:lnTo>
                    <a:pt x="269392" y="43141"/>
                  </a:lnTo>
                  <a:lnTo>
                    <a:pt x="267042" y="41440"/>
                  </a:lnTo>
                  <a:lnTo>
                    <a:pt x="259359" y="43116"/>
                  </a:lnTo>
                  <a:lnTo>
                    <a:pt x="259257" y="52908"/>
                  </a:lnTo>
                  <a:lnTo>
                    <a:pt x="258254" y="67513"/>
                  </a:lnTo>
                  <a:lnTo>
                    <a:pt x="254241" y="85331"/>
                  </a:lnTo>
                  <a:lnTo>
                    <a:pt x="245325" y="101663"/>
                  </a:lnTo>
                  <a:lnTo>
                    <a:pt x="229654" y="111823"/>
                  </a:lnTo>
                  <a:lnTo>
                    <a:pt x="220091" y="113271"/>
                  </a:lnTo>
                  <a:lnTo>
                    <a:pt x="209410" y="112598"/>
                  </a:lnTo>
                  <a:lnTo>
                    <a:pt x="178663" y="80860"/>
                  </a:lnTo>
                  <a:lnTo>
                    <a:pt x="177571" y="68897"/>
                  </a:lnTo>
                  <a:lnTo>
                    <a:pt x="177977" y="58064"/>
                  </a:lnTo>
                  <a:lnTo>
                    <a:pt x="177507" y="56438"/>
                  </a:lnTo>
                  <a:lnTo>
                    <a:pt x="175564" y="54063"/>
                  </a:lnTo>
                  <a:lnTo>
                    <a:pt x="174193" y="53416"/>
                  </a:lnTo>
                  <a:lnTo>
                    <a:pt x="172783" y="53492"/>
                  </a:lnTo>
                  <a:lnTo>
                    <a:pt x="168389" y="53289"/>
                  </a:lnTo>
                  <a:lnTo>
                    <a:pt x="157835" y="51066"/>
                  </a:lnTo>
                  <a:lnTo>
                    <a:pt x="144500" y="44513"/>
                  </a:lnTo>
                  <a:lnTo>
                    <a:pt x="118300" y="17424"/>
                  </a:lnTo>
                  <a:lnTo>
                    <a:pt x="104482" y="12852"/>
                  </a:lnTo>
                  <a:lnTo>
                    <a:pt x="91871" y="13919"/>
                  </a:lnTo>
                  <a:lnTo>
                    <a:pt x="75184" y="19265"/>
                  </a:lnTo>
                  <a:lnTo>
                    <a:pt x="67360" y="11582"/>
                  </a:lnTo>
                  <a:lnTo>
                    <a:pt x="62242" y="4368"/>
                  </a:lnTo>
                  <a:lnTo>
                    <a:pt x="60985" y="3632"/>
                  </a:lnTo>
                  <a:lnTo>
                    <a:pt x="58267" y="3467"/>
                  </a:lnTo>
                  <a:lnTo>
                    <a:pt x="56934" y="4038"/>
                  </a:lnTo>
                  <a:lnTo>
                    <a:pt x="55486" y="5638"/>
                  </a:lnTo>
                  <a:lnTo>
                    <a:pt x="50558" y="10388"/>
                  </a:lnTo>
                  <a:lnTo>
                    <a:pt x="42024" y="4165"/>
                  </a:lnTo>
                  <a:lnTo>
                    <a:pt x="30403" y="0"/>
                  </a:lnTo>
                  <a:lnTo>
                    <a:pt x="18415" y="952"/>
                  </a:lnTo>
                  <a:lnTo>
                    <a:pt x="8585" y="4089"/>
                  </a:lnTo>
                  <a:lnTo>
                    <a:pt x="1066" y="7759"/>
                  </a:lnTo>
                  <a:lnTo>
                    <a:pt x="0" y="11150"/>
                  </a:lnTo>
                  <a:lnTo>
                    <a:pt x="2247" y="16852"/>
                  </a:lnTo>
                  <a:lnTo>
                    <a:pt x="5143" y="18110"/>
                  </a:lnTo>
                  <a:lnTo>
                    <a:pt x="7594" y="16789"/>
                  </a:lnTo>
                  <a:lnTo>
                    <a:pt x="13271" y="14274"/>
                  </a:lnTo>
                  <a:lnTo>
                    <a:pt x="21158" y="11988"/>
                  </a:lnTo>
                  <a:lnTo>
                    <a:pt x="29578" y="11353"/>
                  </a:lnTo>
                  <a:lnTo>
                    <a:pt x="36842" y="13804"/>
                  </a:lnTo>
                  <a:lnTo>
                    <a:pt x="45783" y="20332"/>
                  </a:lnTo>
                  <a:lnTo>
                    <a:pt x="53543" y="19253"/>
                  </a:lnTo>
                  <a:lnTo>
                    <a:pt x="58483" y="16598"/>
                  </a:lnTo>
                  <a:lnTo>
                    <a:pt x="62865" y="21399"/>
                  </a:lnTo>
                  <a:lnTo>
                    <a:pt x="68465" y="26073"/>
                  </a:lnTo>
                  <a:lnTo>
                    <a:pt x="74777" y="29133"/>
                  </a:lnTo>
                  <a:lnTo>
                    <a:pt x="81330" y="29146"/>
                  </a:lnTo>
                  <a:lnTo>
                    <a:pt x="93357" y="25184"/>
                  </a:lnTo>
                  <a:lnTo>
                    <a:pt x="103301" y="24218"/>
                  </a:lnTo>
                  <a:lnTo>
                    <a:pt x="113842" y="27660"/>
                  </a:lnTo>
                  <a:lnTo>
                    <a:pt x="124002" y="38138"/>
                  </a:lnTo>
                  <a:lnTo>
                    <a:pt x="135305" y="51104"/>
                  </a:lnTo>
                  <a:lnTo>
                    <a:pt x="147459" y="59029"/>
                  </a:lnTo>
                  <a:lnTo>
                    <a:pt x="158838" y="63144"/>
                  </a:lnTo>
                  <a:lnTo>
                    <a:pt x="167830" y="64681"/>
                  </a:lnTo>
                  <a:lnTo>
                    <a:pt x="168186" y="76492"/>
                  </a:lnTo>
                  <a:lnTo>
                    <a:pt x="183908" y="112877"/>
                  </a:lnTo>
                  <a:lnTo>
                    <a:pt x="218059" y="124675"/>
                  </a:lnTo>
                  <a:lnTo>
                    <a:pt x="223037" y="124675"/>
                  </a:lnTo>
                  <a:lnTo>
                    <a:pt x="227799" y="124040"/>
                  </a:lnTo>
                  <a:lnTo>
                    <a:pt x="231927" y="122885"/>
                  </a:lnTo>
                  <a:lnTo>
                    <a:pt x="247992" y="113372"/>
                  </a:lnTo>
                  <a:lnTo>
                    <a:pt x="239509" y="132245"/>
                  </a:lnTo>
                  <a:lnTo>
                    <a:pt x="237871" y="145719"/>
                  </a:lnTo>
                  <a:lnTo>
                    <a:pt x="238455" y="160655"/>
                  </a:lnTo>
                  <a:lnTo>
                    <a:pt x="241566" y="175412"/>
                  </a:lnTo>
                  <a:lnTo>
                    <a:pt x="267462" y="204444"/>
                  </a:lnTo>
                  <a:lnTo>
                    <a:pt x="288620" y="207746"/>
                  </a:lnTo>
                  <a:lnTo>
                    <a:pt x="289852" y="218249"/>
                  </a:lnTo>
                  <a:lnTo>
                    <a:pt x="293243" y="231597"/>
                  </a:lnTo>
                  <a:lnTo>
                    <a:pt x="299872" y="245872"/>
                  </a:lnTo>
                  <a:lnTo>
                    <a:pt x="310807" y="259194"/>
                  </a:lnTo>
                  <a:lnTo>
                    <a:pt x="319671" y="271183"/>
                  </a:lnTo>
                  <a:lnTo>
                    <a:pt x="322478" y="283502"/>
                  </a:lnTo>
                  <a:lnTo>
                    <a:pt x="321538" y="295097"/>
                  </a:lnTo>
                  <a:lnTo>
                    <a:pt x="317995" y="309079"/>
                  </a:lnTo>
                  <a:lnTo>
                    <a:pt x="317919" y="316712"/>
                  </a:lnTo>
                  <a:lnTo>
                    <a:pt x="320471" y="324116"/>
                  </a:lnTo>
                  <a:lnTo>
                    <a:pt x="324396" y="330708"/>
                  </a:lnTo>
                  <a:lnTo>
                    <a:pt x="328460" y="335876"/>
                  </a:lnTo>
                  <a:lnTo>
                    <a:pt x="327037" y="340766"/>
                  </a:lnTo>
                  <a:lnTo>
                    <a:pt x="326593" y="346722"/>
                  </a:lnTo>
                  <a:lnTo>
                    <a:pt x="327621" y="353580"/>
                  </a:lnTo>
                  <a:lnTo>
                    <a:pt x="330593" y="361149"/>
                  </a:lnTo>
                  <a:lnTo>
                    <a:pt x="332625" y="369684"/>
                  </a:lnTo>
                  <a:lnTo>
                    <a:pt x="331965" y="379488"/>
                  </a:lnTo>
                  <a:lnTo>
                    <a:pt x="329907" y="388645"/>
                  </a:lnTo>
                  <a:lnTo>
                    <a:pt x="327672" y="395224"/>
                  </a:lnTo>
                  <a:lnTo>
                    <a:pt x="326504" y="398081"/>
                  </a:lnTo>
                  <a:lnTo>
                    <a:pt x="327545" y="401472"/>
                  </a:lnTo>
                  <a:lnTo>
                    <a:pt x="330657" y="403186"/>
                  </a:lnTo>
                  <a:lnTo>
                    <a:pt x="332066" y="403364"/>
                  </a:lnTo>
                  <a:lnTo>
                    <a:pt x="333895" y="403364"/>
                  </a:lnTo>
                  <a:lnTo>
                    <a:pt x="335635" y="402158"/>
                  </a:lnTo>
                  <a:lnTo>
                    <a:pt x="338569" y="394233"/>
                  </a:lnTo>
                  <a:lnTo>
                    <a:pt x="341376" y="382816"/>
                  </a:lnTo>
                  <a:lnTo>
                    <a:pt x="342353" y="368833"/>
                  </a:lnTo>
                  <a:close/>
                </a:path>
              </a:pathLst>
            </a:custGeom>
            <a:solidFill>
              <a:srgbClr val="F7C58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09" name="object 409" descr="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4839852" y="6759866"/>
              <a:ext cx="253519" cy="264635"/>
            </a:xfrm>
            <a:prstGeom prst="rect">
              <a:avLst/>
            </a:prstGeom>
          </p:spPr>
        </p:pic>
        <p:sp>
          <p:nvSpPr>
            <p:cNvPr id="410" name="object 410" descr=""/>
            <p:cNvSpPr/>
            <p:nvPr/>
          </p:nvSpPr>
          <p:spPr>
            <a:xfrm>
              <a:off x="4191030" y="6792668"/>
              <a:ext cx="908050" cy="529590"/>
            </a:xfrm>
            <a:custGeom>
              <a:avLst/>
              <a:gdLst/>
              <a:ahLst/>
              <a:cxnLst/>
              <a:rect l="l" t="t" r="r" b="b"/>
              <a:pathLst>
                <a:path w="908050" h="529590">
                  <a:moveTo>
                    <a:pt x="0" y="529292"/>
                  </a:moveTo>
                  <a:lnTo>
                    <a:pt x="2077" y="478317"/>
                  </a:lnTo>
                  <a:lnTo>
                    <a:pt x="8181" y="428713"/>
                  </a:lnTo>
                  <a:lnTo>
                    <a:pt x="18124" y="380701"/>
                  </a:lnTo>
                  <a:lnTo>
                    <a:pt x="31713" y="334505"/>
                  </a:lnTo>
                  <a:lnTo>
                    <a:pt x="48760" y="290345"/>
                  </a:lnTo>
                  <a:lnTo>
                    <a:pt x="69074" y="248443"/>
                  </a:lnTo>
                  <a:lnTo>
                    <a:pt x="92464" y="209021"/>
                  </a:lnTo>
                  <a:lnTo>
                    <a:pt x="118741" y="172301"/>
                  </a:lnTo>
                  <a:lnTo>
                    <a:pt x="147714" y="138505"/>
                  </a:lnTo>
                  <a:lnTo>
                    <a:pt x="179194" y="107854"/>
                  </a:lnTo>
                  <a:lnTo>
                    <a:pt x="212990" y="80570"/>
                  </a:lnTo>
                  <a:lnTo>
                    <a:pt x="248912" y="56875"/>
                  </a:lnTo>
                  <a:lnTo>
                    <a:pt x="286770" y="36992"/>
                  </a:lnTo>
                  <a:lnTo>
                    <a:pt x="326373" y="21140"/>
                  </a:lnTo>
                  <a:lnTo>
                    <a:pt x="367532" y="9543"/>
                  </a:lnTo>
                  <a:lnTo>
                    <a:pt x="410056" y="2422"/>
                  </a:lnTo>
                  <a:lnTo>
                    <a:pt x="453755" y="0"/>
                  </a:lnTo>
                  <a:lnTo>
                    <a:pt x="497455" y="2422"/>
                  </a:lnTo>
                  <a:lnTo>
                    <a:pt x="539979" y="9543"/>
                  </a:lnTo>
                  <a:lnTo>
                    <a:pt x="581138" y="21140"/>
                  </a:lnTo>
                  <a:lnTo>
                    <a:pt x="620741" y="36992"/>
                  </a:lnTo>
                  <a:lnTo>
                    <a:pt x="658599" y="56875"/>
                  </a:lnTo>
                  <a:lnTo>
                    <a:pt x="694520" y="80570"/>
                  </a:lnTo>
                  <a:lnTo>
                    <a:pt x="728316" y="107854"/>
                  </a:lnTo>
                  <a:lnTo>
                    <a:pt x="759796" y="138505"/>
                  </a:lnTo>
                  <a:lnTo>
                    <a:pt x="788770" y="172301"/>
                  </a:lnTo>
                  <a:lnTo>
                    <a:pt x="815047" y="209021"/>
                  </a:lnTo>
                  <a:lnTo>
                    <a:pt x="838437" y="248443"/>
                  </a:lnTo>
                  <a:lnTo>
                    <a:pt x="858751" y="290345"/>
                  </a:lnTo>
                  <a:lnTo>
                    <a:pt x="875797" y="334505"/>
                  </a:lnTo>
                  <a:lnTo>
                    <a:pt x="889387" y="380701"/>
                  </a:lnTo>
                  <a:lnTo>
                    <a:pt x="899329" y="428713"/>
                  </a:lnTo>
                  <a:lnTo>
                    <a:pt x="905434" y="478317"/>
                  </a:lnTo>
                  <a:lnTo>
                    <a:pt x="907511" y="529292"/>
                  </a:lnTo>
                </a:path>
              </a:pathLst>
            </a:custGeom>
            <a:ln w="34208">
              <a:solidFill>
                <a:srgbClr val="FFCC9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 descr=""/>
            <p:cNvSpPr/>
            <p:nvPr/>
          </p:nvSpPr>
          <p:spPr>
            <a:xfrm>
              <a:off x="4188625" y="7572597"/>
              <a:ext cx="172085" cy="76835"/>
            </a:xfrm>
            <a:custGeom>
              <a:avLst/>
              <a:gdLst/>
              <a:ahLst/>
              <a:cxnLst/>
              <a:rect l="l" t="t" r="r" b="b"/>
              <a:pathLst>
                <a:path w="172085" h="76834">
                  <a:moveTo>
                    <a:pt x="137452" y="58521"/>
                  </a:moveTo>
                  <a:lnTo>
                    <a:pt x="0" y="58521"/>
                  </a:lnTo>
                  <a:lnTo>
                    <a:pt x="0" y="76606"/>
                  </a:lnTo>
                  <a:lnTo>
                    <a:pt x="137452" y="76606"/>
                  </a:lnTo>
                  <a:lnTo>
                    <a:pt x="137452" y="58521"/>
                  </a:lnTo>
                  <a:close/>
                </a:path>
                <a:path w="172085" h="76834">
                  <a:moveTo>
                    <a:pt x="171627" y="0"/>
                  </a:moveTo>
                  <a:lnTo>
                    <a:pt x="0" y="0"/>
                  </a:lnTo>
                  <a:lnTo>
                    <a:pt x="0" y="18084"/>
                  </a:lnTo>
                  <a:lnTo>
                    <a:pt x="171627" y="18084"/>
                  </a:lnTo>
                  <a:lnTo>
                    <a:pt x="171627" y="0"/>
                  </a:lnTo>
                  <a:close/>
                </a:path>
              </a:pathLst>
            </a:custGeom>
            <a:solidFill>
              <a:srgbClr val="E6B47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12" name="object 412" descr="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991344" y="6393662"/>
              <a:ext cx="108017" cy="180639"/>
            </a:xfrm>
            <a:prstGeom prst="rect">
              <a:avLst/>
            </a:prstGeom>
          </p:spPr>
        </p:pic>
        <p:pic>
          <p:nvPicPr>
            <p:cNvPr id="413" name="object 413" descr="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4140899" y="6393662"/>
              <a:ext cx="108028" cy="180639"/>
            </a:xfrm>
            <a:prstGeom prst="rect">
              <a:avLst/>
            </a:prstGeom>
          </p:spPr>
        </p:pic>
        <p:pic>
          <p:nvPicPr>
            <p:cNvPr id="414" name="object 414" descr="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4290466" y="6393662"/>
              <a:ext cx="108017" cy="180639"/>
            </a:xfrm>
            <a:prstGeom prst="rect">
              <a:avLst/>
            </a:prstGeom>
          </p:spPr>
        </p:pic>
        <p:pic>
          <p:nvPicPr>
            <p:cNvPr id="415" name="object 415" descr="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4440021" y="6393662"/>
              <a:ext cx="108017" cy="180639"/>
            </a:xfrm>
            <a:prstGeom prst="rect">
              <a:avLst/>
            </a:prstGeom>
          </p:spPr>
        </p:pic>
        <p:pic>
          <p:nvPicPr>
            <p:cNvPr id="416" name="object 416" descr="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4589577" y="6393662"/>
              <a:ext cx="108017" cy="180639"/>
            </a:xfrm>
            <a:prstGeom prst="rect">
              <a:avLst/>
            </a:prstGeom>
          </p:spPr>
        </p:pic>
        <p:pic>
          <p:nvPicPr>
            <p:cNvPr id="417" name="object 417" descr="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4739133" y="6393662"/>
              <a:ext cx="108028" cy="180639"/>
            </a:xfrm>
            <a:prstGeom prst="rect">
              <a:avLst/>
            </a:prstGeom>
          </p:spPr>
        </p:pic>
        <p:pic>
          <p:nvPicPr>
            <p:cNvPr id="418" name="object 418" descr="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4888699" y="6393662"/>
              <a:ext cx="108017" cy="180639"/>
            </a:xfrm>
            <a:prstGeom prst="rect">
              <a:avLst/>
            </a:prstGeom>
          </p:spPr>
        </p:pic>
        <p:pic>
          <p:nvPicPr>
            <p:cNvPr id="419" name="object 419" descr="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5038254" y="6393662"/>
              <a:ext cx="108017" cy="180639"/>
            </a:xfrm>
            <a:prstGeom prst="rect">
              <a:avLst/>
            </a:prstGeom>
          </p:spPr>
        </p:pic>
        <p:pic>
          <p:nvPicPr>
            <p:cNvPr id="420" name="object 420" descr="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5187810" y="6393662"/>
              <a:ext cx="108017" cy="180639"/>
            </a:xfrm>
            <a:prstGeom prst="rect">
              <a:avLst/>
            </a:prstGeom>
          </p:spPr>
        </p:pic>
        <p:sp>
          <p:nvSpPr>
            <p:cNvPr id="421" name="object 421" descr=""/>
            <p:cNvSpPr/>
            <p:nvPr/>
          </p:nvSpPr>
          <p:spPr>
            <a:xfrm>
              <a:off x="3884587" y="6157042"/>
              <a:ext cx="1518285" cy="165735"/>
            </a:xfrm>
            <a:custGeom>
              <a:avLst/>
              <a:gdLst/>
              <a:ahLst/>
              <a:cxnLst/>
              <a:rect l="l" t="t" r="r" b="b"/>
              <a:pathLst>
                <a:path w="1518285" h="165735">
                  <a:moveTo>
                    <a:pt x="142062" y="78689"/>
                  </a:moveTo>
                  <a:lnTo>
                    <a:pt x="80683" y="78689"/>
                  </a:lnTo>
                  <a:lnTo>
                    <a:pt x="80683" y="0"/>
                  </a:lnTo>
                  <a:lnTo>
                    <a:pt x="0" y="0"/>
                  </a:lnTo>
                  <a:lnTo>
                    <a:pt x="0" y="86563"/>
                  </a:lnTo>
                  <a:lnTo>
                    <a:pt x="12" y="165252"/>
                  </a:lnTo>
                  <a:lnTo>
                    <a:pt x="142062" y="165252"/>
                  </a:lnTo>
                  <a:lnTo>
                    <a:pt x="142062" y="78689"/>
                  </a:lnTo>
                  <a:close/>
                </a:path>
                <a:path w="1518285" h="165735">
                  <a:moveTo>
                    <a:pt x="421563" y="78689"/>
                  </a:moveTo>
                  <a:lnTo>
                    <a:pt x="384149" y="78689"/>
                  </a:lnTo>
                  <a:lnTo>
                    <a:pt x="384149" y="0"/>
                  </a:lnTo>
                  <a:lnTo>
                    <a:pt x="293751" y="0"/>
                  </a:lnTo>
                  <a:lnTo>
                    <a:pt x="293751" y="78689"/>
                  </a:lnTo>
                  <a:lnTo>
                    <a:pt x="256349" y="78689"/>
                  </a:lnTo>
                  <a:lnTo>
                    <a:pt x="256349" y="165252"/>
                  </a:lnTo>
                  <a:lnTo>
                    <a:pt x="421563" y="165252"/>
                  </a:lnTo>
                  <a:lnTo>
                    <a:pt x="421563" y="78689"/>
                  </a:lnTo>
                  <a:close/>
                </a:path>
                <a:path w="1518285" h="165735">
                  <a:moveTo>
                    <a:pt x="840765" y="78689"/>
                  </a:moveTo>
                  <a:lnTo>
                    <a:pt x="803363" y="78689"/>
                  </a:lnTo>
                  <a:lnTo>
                    <a:pt x="803363" y="0"/>
                  </a:lnTo>
                  <a:lnTo>
                    <a:pt x="712965" y="0"/>
                  </a:lnTo>
                  <a:lnTo>
                    <a:pt x="712965" y="78689"/>
                  </a:lnTo>
                  <a:lnTo>
                    <a:pt x="675563" y="78689"/>
                  </a:lnTo>
                  <a:lnTo>
                    <a:pt x="675563" y="165252"/>
                  </a:lnTo>
                  <a:lnTo>
                    <a:pt x="840765" y="165252"/>
                  </a:lnTo>
                  <a:lnTo>
                    <a:pt x="840765" y="78689"/>
                  </a:lnTo>
                  <a:close/>
                </a:path>
                <a:path w="1518285" h="165735">
                  <a:moveTo>
                    <a:pt x="1259979" y="78689"/>
                  </a:moveTo>
                  <a:lnTo>
                    <a:pt x="1222565" y="78689"/>
                  </a:lnTo>
                  <a:lnTo>
                    <a:pt x="1222565" y="0"/>
                  </a:lnTo>
                  <a:lnTo>
                    <a:pt x="1132179" y="0"/>
                  </a:lnTo>
                  <a:lnTo>
                    <a:pt x="1132179" y="78689"/>
                  </a:lnTo>
                  <a:lnTo>
                    <a:pt x="1094778" y="78689"/>
                  </a:lnTo>
                  <a:lnTo>
                    <a:pt x="1094778" y="165252"/>
                  </a:lnTo>
                  <a:lnTo>
                    <a:pt x="1259979" y="165252"/>
                  </a:lnTo>
                  <a:lnTo>
                    <a:pt x="1259979" y="78689"/>
                  </a:lnTo>
                  <a:close/>
                </a:path>
                <a:path w="1518285" h="165735">
                  <a:moveTo>
                    <a:pt x="1518221" y="0"/>
                  </a:moveTo>
                  <a:lnTo>
                    <a:pt x="1437525" y="0"/>
                  </a:lnTo>
                  <a:lnTo>
                    <a:pt x="1437525" y="78689"/>
                  </a:lnTo>
                  <a:lnTo>
                    <a:pt x="1376172" y="78689"/>
                  </a:lnTo>
                  <a:lnTo>
                    <a:pt x="1376172" y="165252"/>
                  </a:lnTo>
                  <a:lnTo>
                    <a:pt x="1518221" y="165252"/>
                  </a:lnTo>
                  <a:lnTo>
                    <a:pt x="1518221" y="86563"/>
                  </a:lnTo>
                  <a:lnTo>
                    <a:pt x="1518221" y="78689"/>
                  </a:lnTo>
                  <a:lnTo>
                    <a:pt x="1518221" y="0"/>
                  </a:lnTo>
                  <a:close/>
                </a:path>
              </a:pathLst>
            </a:custGeom>
            <a:solidFill>
              <a:srgbClr val="E8B9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" name="object 422" descr=""/>
            <p:cNvSpPr/>
            <p:nvPr/>
          </p:nvSpPr>
          <p:spPr>
            <a:xfrm>
              <a:off x="4623181" y="6916261"/>
              <a:ext cx="53340" cy="1715135"/>
            </a:xfrm>
            <a:custGeom>
              <a:avLst/>
              <a:gdLst/>
              <a:ahLst/>
              <a:cxnLst/>
              <a:rect l="l" t="t" r="r" b="b"/>
              <a:pathLst>
                <a:path w="53339" h="1715134">
                  <a:moveTo>
                    <a:pt x="20396" y="63"/>
                  </a:moveTo>
                  <a:lnTo>
                    <a:pt x="19989" y="63"/>
                  </a:lnTo>
                  <a:lnTo>
                    <a:pt x="19177" y="0"/>
                  </a:lnTo>
                  <a:lnTo>
                    <a:pt x="6921" y="787"/>
                  </a:lnTo>
                  <a:lnTo>
                    <a:pt x="0" y="2654"/>
                  </a:lnTo>
                  <a:lnTo>
                    <a:pt x="0" y="1714576"/>
                  </a:lnTo>
                  <a:lnTo>
                    <a:pt x="20396" y="1714576"/>
                  </a:lnTo>
                  <a:lnTo>
                    <a:pt x="20396" y="63"/>
                  </a:lnTo>
                  <a:close/>
                </a:path>
                <a:path w="53339" h="1715134">
                  <a:moveTo>
                    <a:pt x="53289" y="5715"/>
                  </a:moveTo>
                  <a:lnTo>
                    <a:pt x="45707" y="5715"/>
                  </a:lnTo>
                  <a:lnTo>
                    <a:pt x="45707" y="1905"/>
                  </a:lnTo>
                  <a:lnTo>
                    <a:pt x="35471" y="1905"/>
                  </a:lnTo>
                  <a:lnTo>
                    <a:pt x="35471" y="635"/>
                  </a:lnTo>
                  <a:lnTo>
                    <a:pt x="32893" y="635"/>
                  </a:lnTo>
                  <a:lnTo>
                    <a:pt x="32893" y="1905"/>
                  </a:lnTo>
                  <a:lnTo>
                    <a:pt x="32893" y="5715"/>
                  </a:lnTo>
                  <a:lnTo>
                    <a:pt x="32893" y="1715135"/>
                  </a:lnTo>
                  <a:lnTo>
                    <a:pt x="53289" y="1715135"/>
                  </a:lnTo>
                  <a:lnTo>
                    <a:pt x="53289" y="5715"/>
                  </a:lnTo>
                  <a:close/>
                </a:path>
              </a:pathLst>
            </a:custGeom>
            <a:solidFill>
              <a:srgbClr val="8B5325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23" name="object 423" descr="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4547879" y="6921309"/>
              <a:ext cx="66437" cy="70564"/>
            </a:xfrm>
            <a:prstGeom prst="rect">
              <a:avLst/>
            </a:prstGeom>
          </p:spPr>
        </p:pic>
        <p:pic>
          <p:nvPicPr>
            <p:cNvPr id="424" name="object 424" descr="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4547879" y="7018791"/>
              <a:ext cx="66437" cy="77495"/>
            </a:xfrm>
            <a:prstGeom prst="rect">
              <a:avLst/>
            </a:prstGeom>
          </p:spPr>
        </p:pic>
        <p:pic>
          <p:nvPicPr>
            <p:cNvPr id="425" name="object 425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547879" y="7123203"/>
              <a:ext cx="66437" cy="77495"/>
            </a:xfrm>
            <a:prstGeom prst="rect">
              <a:avLst/>
            </a:prstGeom>
          </p:spPr>
        </p:pic>
        <p:pic>
          <p:nvPicPr>
            <p:cNvPr id="426" name="object 426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547879" y="7227615"/>
              <a:ext cx="66437" cy="77495"/>
            </a:xfrm>
            <a:prstGeom prst="rect">
              <a:avLst/>
            </a:prstGeom>
          </p:spPr>
        </p:pic>
        <p:pic>
          <p:nvPicPr>
            <p:cNvPr id="427" name="object 427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547879" y="7332027"/>
              <a:ext cx="66437" cy="77495"/>
            </a:xfrm>
            <a:prstGeom prst="rect">
              <a:avLst/>
            </a:prstGeom>
          </p:spPr>
        </p:pic>
        <p:pic>
          <p:nvPicPr>
            <p:cNvPr id="428" name="object 428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547879" y="7436439"/>
              <a:ext cx="66437" cy="77495"/>
            </a:xfrm>
            <a:prstGeom prst="rect">
              <a:avLst/>
            </a:prstGeom>
          </p:spPr>
        </p:pic>
        <p:sp>
          <p:nvSpPr>
            <p:cNvPr id="429" name="object 429" descr=""/>
            <p:cNvSpPr/>
            <p:nvPr/>
          </p:nvSpPr>
          <p:spPr>
            <a:xfrm>
              <a:off x="4547878" y="7540852"/>
              <a:ext cx="66675" cy="78105"/>
            </a:xfrm>
            <a:custGeom>
              <a:avLst/>
              <a:gdLst/>
              <a:ahLst/>
              <a:cxnLst/>
              <a:rect l="l" t="t" r="r" b="b"/>
              <a:pathLst>
                <a:path w="66675" h="78104">
                  <a:moveTo>
                    <a:pt x="60354" y="0"/>
                  </a:moveTo>
                  <a:lnTo>
                    <a:pt x="6083" y="0"/>
                  </a:lnTo>
                  <a:lnTo>
                    <a:pt x="0" y="6083"/>
                  </a:lnTo>
                  <a:lnTo>
                    <a:pt x="0" y="71411"/>
                  </a:lnTo>
                  <a:lnTo>
                    <a:pt x="6083" y="77495"/>
                  </a:lnTo>
                  <a:lnTo>
                    <a:pt x="60354" y="77495"/>
                  </a:lnTo>
                  <a:lnTo>
                    <a:pt x="66437" y="71411"/>
                  </a:lnTo>
                  <a:lnTo>
                    <a:pt x="66437" y="6083"/>
                  </a:lnTo>
                  <a:lnTo>
                    <a:pt x="60354" y="0"/>
                  </a:lnTo>
                  <a:close/>
                </a:path>
              </a:pathLst>
            </a:custGeom>
            <a:solidFill>
              <a:srgbClr val="C6844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" name="object 430" descr=""/>
            <p:cNvSpPr/>
            <p:nvPr/>
          </p:nvSpPr>
          <p:spPr>
            <a:xfrm>
              <a:off x="4558941" y="7553752"/>
              <a:ext cx="44450" cy="52069"/>
            </a:xfrm>
            <a:custGeom>
              <a:avLst/>
              <a:gdLst/>
              <a:ahLst/>
              <a:cxnLst/>
              <a:rect l="l" t="t" r="r" b="b"/>
              <a:pathLst>
                <a:path w="44450" h="52070">
                  <a:moveTo>
                    <a:pt x="38700" y="0"/>
                  </a:moveTo>
                  <a:lnTo>
                    <a:pt x="5612" y="0"/>
                  </a:lnTo>
                  <a:lnTo>
                    <a:pt x="0" y="5612"/>
                  </a:lnTo>
                  <a:lnTo>
                    <a:pt x="0" y="46082"/>
                  </a:lnTo>
                  <a:lnTo>
                    <a:pt x="5612" y="51694"/>
                  </a:lnTo>
                  <a:lnTo>
                    <a:pt x="38700" y="51694"/>
                  </a:lnTo>
                  <a:lnTo>
                    <a:pt x="44312" y="46082"/>
                  </a:lnTo>
                  <a:lnTo>
                    <a:pt x="44312" y="5612"/>
                  </a:lnTo>
                  <a:lnTo>
                    <a:pt x="38700" y="0"/>
                  </a:lnTo>
                  <a:close/>
                </a:path>
              </a:pathLst>
            </a:custGeom>
            <a:solidFill>
              <a:srgbClr val="A0622E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31" name="object 431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547878" y="7645263"/>
              <a:ext cx="66437" cy="77495"/>
            </a:xfrm>
            <a:prstGeom prst="rect">
              <a:avLst/>
            </a:prstGeom>
          </p:spPr>
        </p:pic>
        <p:pic>
          <p:nvPicPr>
            <p:cNvPr id="432" name="object 432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547878" y="7749676"/>
              <a:ext cx="66437" cy="77495"/>
            </a:xfrm>
            <a:prstGeom prst="rect">
              <a:avLst/>
            </a:prstGeom>
          </p:spPr>
        </p:pic>
        <p:pic>
          <p:nvPicPr>
            <p:cNvPr id="433" name="object 433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547879" y="7854087"/>
              <a:ext cx="66437" cy="77495"/>
            </a:xfrm>
            <a:prstGeom prst="rect">
              <a:avLst/>
            </a:prstGeom>
          </p:spPr>
        </p:pic>
        <p:pic>
          <p:nvPicPr>
            <p:cNvPr id="434" name="object 434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547879" y="7958500"/>
              <a:ext cx="66437" cy="77495"/>
            </a:xfrm>
            <a:prstGeom prst="rect">
              <a:avLst/>
            </a:prstGeom>
          </p:spPr>
        </p:pic>
        <p:pic>
          <p:nvPicPr>
            <p:cNvPr id="435" name="object 435" descr="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4547879" y="8062911"/>
              <a:ext cx="66437" cy="77495"/>
            </a:xfrm>
            <a:prstGeom prst="rect">
              <a:avLst/>
            </a:prstGeom>
          </p:spPr>
        </p:pic>
        <p:pic>
          <p:nvPicPr>
            <p:cNvPr id="436" name="object 436" descr="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4547879" y="8167324"/>
              <a:ext cx="66437" cy="77495"/>
            </a:xfrm>
            <a:prstGeom prst="rect">
              <a:avLst/>
            </a:prstGeom>
          </p:spPr>
        </p:pic>
        <p:pic>
          <p:nvPicPr>
            <p:cNvPr id="437" name="object 437" descr="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4547879" y="8271736"/>
              <a:ext cx="66437" cy="77495"/>
            </a:xfrm>
            <a:prstGeom prst="rect">
              <a:avLst/>
            </a:prstGeom>
          </p:spPr>
        </p:pic>
        <p:pic>
          <p:nvPicPr>
            <p:cNvPr id="438" name="object 438" descr="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4547878" y="8376148"/>
              <a:ext cx="66437" cy="77495"/>
            </a:xfrm>
            <a:prstGeom prst="rect">
              <a:avLst/>
            </a:prstGeom>
          </p:spPr>
        </p:pic>
        <p:pic>
          <p:nvPicPr>
            <p:cNvPr id="439" name="object 439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547879" y="8480560"/>
              <a:ext cx="66437" cy="77495"/>
            </a:xfrm>
            <a:prstGeom prst="rect">
              <a:avLst/>
            </a:prstGeom>
          </p:spPr>
        </p:pic>
        <p:sp>
          <p:nvSpPr>
            <p:cNvPr id="440" name="object 440" descr=""/>
            <p:cNvSpPr/>
            <p:nvPr/>
          </p:nvSpPr>
          <p:spPr>
            <a:xfrm>
              <a:off x="4490537" y="6966789"/>
              <a:ext cx="35560" cy="25400"/>
            </a:xfrm>
            <a:custGeom>
              <a:avLst/>
              <a:gdLst/>
              <a:ahLst/>
              <a:cxnLst/>
              <a:rect l="l" t="t" r="r" b="b"/>
              <a:pathLst>
                <a:path w="35560" h="25400">
                  <a:moveTo>
                    <a:pt x="35238" y="0"/>
                  </a:moveTo>
                  <a:lnTo>
                    <a:pt x="12654" y="14516"/>
                  </a:lnTo>
                  <a:lnTo>
                    <a:pt x="0" y="25084"/>
                  </a:lnTo>
                  <a:lnTo>
                    <a:pt x="29155" y="25084"/>
                  </a:lnTo>
                  <a:lnTo>
                    <a:pt x="35238" y="19000"/>
                  </a:lnTo>
                  <a:lnTo>
                    <a:pt x="35238" y="0"/>
                  </a:lnTo>
                  <a:close/>
                </a:path>
              </a:pathLst>
            </a:custGeom>
            <a:solidFill>
              <a:srgbClr val="C6844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" name="object 441" descr=""/>
            <p:cNvSpPr/>
            <p:nvPr/>
          </p:nvSpPr>
          <p:spPr>
            <a:xfrm>
              <a:off x="4506818" y="6974865"/>
              <a:ext cx="6985" cy="4445"/>
            </a:xfrm>
            <a:custGeom>
              <a:avLst/>
              <a:gdLst/>
              <a:ahLst/>
              <a:cxnLst/>
              <a:rect l="l" t="t" r="r" b="b"/>
              <a:pathLst>
                <a:path w="6985" h="4445">
                  <a:moveTo>
                    <a:pt x="6392" y="0"/>
                  </a:moveTo>
                  <a:lnTo>
                    <a:pt x="0" y="4109"/>
                  </a:lnTo>
                  <a:lnTo>
                    <a:pt x="2283" y="4109"/>
                  </a:lnTo>
                  <a:lnTo>
                    <a:pt x="6392" y="0"/>
                  </a:lnTo>
                  <a:close/>
                </a:path>
              </a:pathLst>
            </a:custGeom>
            <a:solidFill>
              <a:srgbClr val="A0622E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2" name="object 442" descr="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4459338" y="7018791"/>
              <a:ext cx="66437" cy="77495"/>
            </a:xfrm>
            <a:prstGeom prst="rect">
              <a:avLst/>
            </a:prstGeom>
          </p:spPr>
        </p:pic>
        <p:pic>
          <p:nvPicPr>
            <p:cNvPr id="443" name="object 443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459339" y="7123203"/>
              <a:ext cx="66437" cy="77495"/>
            </a:xfrm>
            <a:prstGeom prst="rect">
              <a:avLst/>
            </a:prstGeom>
          </p:spPr>
        </p:pic>
        <p:pic>
          <p:nvPicPr>
            <p:cNvPr id="444" name="object 444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459339" y="7227615"/>
              <a:ext cx="66437" cy="77495"/>
            </a:xfrm>
            <a:prstGeom prst="rect">
              <a:avLst/>
            </a:prstGeom>
          </p:spPr>
        </p:pic>
        <p:pic>
          <p:nvPicPr>
            <p:cNvPr id="445" name="object 445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459339" y="7332027"/>
              <a:ext cx="66437" cy="77495"/>
            </a:xfrm>
            <a:prstGeom prst="rect">
              <a:avLst/>
            </a:prstGeom>
          </p:spPr>
        </p:pic>
        <p:pic>
          <p:nvPicPr>
            <p:cNvPr id="446" name="object 446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459339" y="7436439"/>
              <a:ext cx="66437" cy="77495"/>
            </a:xfrm>
            <a:prstGeom prst="rect">
              <a:avLst/>
            </a:prstGeom>
          </p:spPr>
        </p:pic>
        <p:sp>
          <p:nvSpPr>
            <p:cNvPr id="447" name="object 447" descr=""/>
            <p:cNvSpPr/>
            <p:nvPr/>
          </p:nvSpPr>
          <p:spPr>
            <a:xfrm>
              <a:off x="4459338" y="7540852"/>
              <a:ext cx="66675" cy="78105"/>
            </a:xfrm>
            <a:custGeom>
              <a:avLst/>
              <a:gdLst/>
              <a:ahLst/>
              <a:cxnLst/>
              <a:rect l="l" t="t" r="r" b="b"/>
              <a:pathLst>
                <a:path w="66675" h="78104">
                  <a:moveTo>
                    <a:pt x="60354" y="0"/>
                  </a:moveTo>
                  <a:lnTo>
                    <a:pt x="6083" y="0"/>
                  </a:lnTo>
                  <a:lnTo>
                    <a:pt x="0" y="6083"/>
                  </a:lnTo>
                  <a:lnTo>
                    <a:pt x="0" y="71411"/>
                  </a:lnTo>
                  <a:lnTo>
                    <a:pt x="6083" y="77495"/>
                  </a:lnTo>
                  <a:lnTo>
                    <a:pt x="60354" y="77495"/>
                  </a:lnTo>
                  <a:lnTo>
                    <a:pt x="66437" y="71411"/>
                  </a:lnTo>
                  <a:lnTo>
                    <a:pt x="66437" y="6083"/>
                  </a:lnTo>
                  <a:lnTo>
                    <a:pt x="60354" y="0"/>
                  </a:lnTo>
                  <a:close/>
                </a:path>
              </a:pathLst>
            </a:custGeom>
            <a:solidFill>
              <a:srgbClr val="C6844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" name="object 448" descr=""/>
            <p:cNvSpPr/>
            <p:nvPr/>
          </p:nvSpPr>
          <p:spPr>
            <a:xfrm>
              <a:off x="4470401" y="7553752"/>
              <a:ext cx="44450" cy="52069"/>
            </a:xfrm>
            <a:custGeom>
              <a:avLst/>
              <a:gdLst/>
              <a:ahLst/>
              <a:cxnLst/>
              <a:rect l="l" t="t" r="r" b="b"/>
              <a:pathLst>
                <a:path w="44450" h="52070">
                  <a:moveTo>
                    <a:pt x="38700" y="0"/>
                  </a:moveTo>
                  <a:lnTo>
                    <a:pt x="5612" y="0"/>
                  </a:lnTo>
                  <a:lnTo>
                    <a:pt x="0" y="5612"/>
                  </a:lnTo>
                  <a:lnTo>
                    <a:pt x="0" y="46082"/>
                  </a:lnTo>
                  <a:lnTo>
                    <a:pt x="5612" y="51694"/>
                  </a:lnTo>
                  <a:lnTo>
                    <a:pt x="38700" y="51694"/>
                  </a:lnTo>
                  <a:lnTo>
                    <a:pt x="44312" y="46082"/>
                  </a:lnTo>
                  <a:lnTo>
                    <a:pt x="44312" y="5612"/>
                  </a:lnTo>
                  <a:lnTo>
                    <a:pt x="38700" y="0"/>
                  </a:lnTo>
                  <a:close/>
                </a:path>
              </a:pathLst>
            </a:custGeom>
            <a:solidFill>
              <a:srgbClr val="A0622E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9" name="object 449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459338" y="7645263"/>
              <a:ext cx="66437" cy="77495"/>
            </a:xfrm>
            <a:prstGeom prst="rect">
              <a:avLst/>
            </a:prstGeom>
          </p:spPr>
        </p:pic>
        <p:pic>
          <p:nvPicPr>
            <p:cNvPr id="450" name="object 450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459338" y="7749676"/>
              <a:ext cx="66437" cy="77495"/>
            </a:xfrm>
            <a:prstGeom prst="rect">
              <a:avLst/>
            </a:prstGeom>
          </p:spPr>
        </p:pic>
        <p:pic>
          <p:nvPicPr>
            <p:cNvPr id="451" name="object 451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459339" y="7854087"/>
              <a:ext cx="66437" cy="77495"/>
            </a:xfrm>
            <a:prstGeom prst="rect">
              <a:avLst/>
            </a:prstGeom>
          </p:spPr>
        </p:pic>
        <p:pic>
          <p:nvPicPr>
            <p:cNvPr id="452" name="object 452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459339" y="7958500"/>
              <a:ext cx="66437" cy="77495"/>
            </a:xfrm>
            <a:prstGeom prst="rect">
              <a:avLst/>
            </a:prstGeom>
          </p:spPr>
        </p:pic>
        <p:pic>
          <p:nvPicPr>
            <p:cNvPr id="453" name="object 453" descr="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4459339" y="8062911"/>
              <a:ext cx="66437" cy="77495"/>
            </a:xfrm>
            <a:prstGeom prst="rect">
              <a:avLst/>
            </a:prstGeom>
          </p:spPr>
        </p:pic>
        <p:pic>
          <p:nvPicPr>
            <p:cNvPr id="454" name="object 454" descr="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4459339" y="8167324"/>
              <a:ext cx="66437" cy="77495"/>
            </a:xfrm>
            <a:prstGeom prst="rect">
              <a:avLst/>
            </a:prstGeom>
          </p:spPr>
        </p:pic>
        <p:pic>
          <p:nvPicPr>
            <p:cNvPr id="455" name="object 455" descr="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4459338" y="8271736"/>
              <a:ext cx="66437" cy="77495"/>
            </a:xfrm>
            <a:prstGeom prst="rect">
              <a:avLst/>
            </a:prstGeom>
          </p:spPr>
        </p:pic>
        <p:pic>
          <p:nvPicPr>
            <p:cNvPr id="456" name="object 456" descr="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4459338" y="8376148"/>
              <a:ext cx="66437" cy="77495"/>
            </a:xfrm>
            <a:prstGeom prst="rect">
              <a:avLst/>
            </a:prstGeom>
          </p:spPr>
        </p:pic>
        <p:pic>
          <p:nvPicPr>
            <p:cNvPr id="457" name="object 457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459338" y="8480560"/>
              <a:ext cx="66437" cy="77495"/>
            </a:xfrm>
            <a:prstGeom prst="rect">
              <a:avLst/>
            </a:prstGeom>
          </p:spPr>
        </p:pic>
        <p:sp>
          <p:nvSpPr>
            <p:cNvPr id="458" name="object 458" descr=""/>
            <p:cNvSpPr/>
            <p:nvPr/>
          </p:nvSpPr>
          <p:spPr>
            <a:xfrm>
              <a:off x="4400713" y="7043943"/>
              <a:ext cx="36830" cy="52705"/>
            </a:xfrm>
            <a:custGeom>
              <a:avLst/>
              <a:gdLst/>
              <a:ahLst/>
              <a:cxnLst/>
              <a:rect l="l" t="t" r="r" b="b"/>
              <a:pathLst>
                <a:path w="36829" h="52704">
                  <a:moveTo>
                    <a:pt x="36523" y="0"/>
                  </a:moveTo>
                  <a:lnTo>
                    <a:pt x="34314" y="2398"/>
                  </a:lnTo>
                  <a:lnTo>
                    <a:pt x="5738" y="42117"/>
                  </a:lnTo>
                  <a:lnTo>
                    <a:pt x="0" y="52342"/>
                  </a:lnTo>
                  <a:lnTo>
                    <a:pt x="30439" y="52342"/>
                  </a:lnTo>
                  <a:lnTo>
                    <a:pt x="36523" y="46259"/>
                  </a:lnTo>
                  <a:lnTo>
                    <a:pt x="36523" y="0"/>
                  </a:lnTo>
                  <a:close/>
                </a:path>
              </a:pathLst>
            </a:custGeom>
            <a:solidFill>
              <a:srgbClr val="C6844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" name="object 459" descr=""/>
            <p:cNvSpPr/>
            <p:nvPr/>
          </p:nvSpPr>
          <p:spPr>
            <a:xfrm>
              <a:off x="4408375" y="7058648"/>
              <a:ext cx="18415" cy="24765"/>
            </a:xfrm>
            <a:custGeom>
              <a:avLst/>
              <a:gdLst/>
              <a:ahLst/>
              <a:cxnLst/>
              <a:rect l="l" t="t" r="r" b="b"/>
              <a:pathLst>
                <a:path w="18414" h="24765">
                  <a:moveTo>
                    <a:pt x="17798" y="0"/>
                  </a:moveTo>
                  <a:lnTo>
                    <a:pt x="0" y="24739"/>
                  </a:lnTo>
                  <a:lnTo>
                    <a:pt x="12186" y="24739"/>
                  </a:lnTo>
                  <a:lnTo>
                    <a:pt x="17798" y="19126"/>
                  </a:lnTo>
                  <a:lnTo>
                    <a:pt x="17798" y="0"/>
                  </a:lnTo>
                  <a:close/>
                </a:path>
              </a:pathLst>
            </a:custGeom>
            <a:solidFill>
              <a:srgbClr val="A0622E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0" name="object 460" descr="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4370798" y="7123203"/>
              <a:ext cx="66437" cy="77495"/>
            </a:xfrm>
            <a:prstGeom prst="rect">
              <a:avLst/>
            </a:prstGeom>
          </p:spPr>
        </p:pic>
        <p:pic>
          <p:nvPicPr>
            <p:cNvPr id="461" name="object 461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370799" y="7227615"/>
              <a:ext cx="66437" cy="77495"/>
            </a:xfrm>
            <a:prstGeom prst="rect">
              <a:avLst/>
            </a:prstGeom>
          </p:spPr>
        </p:pic>
        <p:pic>
          <p:nvPicPr>
            <p:cNvPr id="462" name="object 462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370799" y="7332027"/>
              <a:ext cx="66437" cy="77495"/>
            </a:xfrm>
            <a:prstGeom prst="rect">
              <a:avLst/>
            </a:prstGeom>
          </p:spPr>
        </p:pic>
        <p:pic>
          <p:nvPicPr>
            <p:cNvPr id="463" name="object 463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370799" y="7436439"/>
              <a:ext cx="66437" cy="77495"/>
            </a:xfrm>
            <a:prstGeom prst="rect">
              <a:avLst/>
            </a:prstGeom>
          </p:spPr>
        </p:pic>
        <p:sp>
          <p:nvSpPr>
            <p:cNvPr id="464" name="object 464" descr=""/>
            <p:cNvSpPr/>
            <p:nvPr/>
          </p:nvSpPr>
          <p:spPr>
            <a:xfrm>
              <a:off x="4370798" y="7540852"/>
              <a:ext cx="66675" cy="78105"/>
            </a:xfrm>
            <a:custGeom>
              <a:avLst/>
              <a:gdLst/>
              <a:ahLst/>
              <a:cxnLst/>
              <a:rect l="l" t="t" r="r" b="b"/>
              <a:pathLst>
                <a:path w="66675" h="78104">
                  <a:moveTo>
                    <a:pt x="60354" y="0"/>
                  </a:moveTo>
                  <a:lnTo>
                    <a:pt x="6083" y="0"/>
                  </a:lnTo>
                  <a:lnTo>
                    <a:pt x="0" y="6083"/>
                  </a:lnTo>
                  <a:lnTo>
                    <a:pt x="0" y="71411"/>
                  </a:lnTo>
                  <a:lnTo>
                    <a:pt x="6083" y="77495"/>
                  </a:lnTo>
                  <a:lnTo>
                    <a:pt x="60354" y="77495"/>
                  </a:lnTo>
                  <a:lnTo>
                    <a:pt x="66437" y="71411"/>
                  </a:lnTo>
                  <a:lnTo>
                    <a:pt x="66437" y="6083"/>
                  </a:lnTo>
                  <a:lnTo>
                    <a:pt x="60354" y="0"/>
                  </a:lnTo>
                  <a:close/>
                </a:path>
              </a:pathLst>
            </a:custGeom>
            <a:solidFill>
              <a:srgbClr val="C6844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" name="object 465" descr=""/>
            <p:cNvSpPr/>
            <p:nvPr/>
          </p:nvSpPr>
          <p:spPr>
            <a:xfrm>
              <a:off x="4381862" y="7553752"/>
              <a:ext cx="44450" cy="52069"/>
            </a:xfrm>
            <a:custGeom>
              <a:avLst/>
              <a:gdLst/>
              <a:ahLst/>
              <a:cxnLst/>
              <a:rect l="l" t="t" r="r" b="b"/>
              <a:pathLst>
                <a:path w="44450" h="52070">
                  <a:moveTo>
                    <a:pt x="38700" y="0"/>
                  </a:moveTo>
                  <a:lnTo>
                    <a:pt x="5612" y="0"/>
                  </a:lnTo>
                  <a:lnTo>
                    <a:pt x="0" y="5612"/>
                  </a:lnTo>
                  <a:lnTo>
                    <a:pt x="0" y="46082"/>
                  </a:lnTo>
                  <a:lnTo>
                    <a:pt x="5612" y="51694"/>
                  </a:lnTo>
                  <a:lnTo>
                    <a:pt x="38700" y="51694"/>
                  </a:lnTo>
                  <a:lnTo>
                    <a:pt x="44312" y="46082"/>
                  </a:lnTo>
                  <a:lnTo>
                    <a:pt x="44312" y="5612"/>
                  </a:lnTo>
                  <a:lnTo>
                    <a:pt x="38700" y="0"/>
                  </a:lnTo>
                  <a:close/>
                </a:path>
              </a:pathLst>
            </a:custGeom>
            <a:solidFill>
              <a:srgbClr val="A0622E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6" name="object 466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370798" y="7645263"/>
              <a:ext cx="66437" cy="77495"/>
            </a:xfrm>
            <a:prstGeom prst="rect">
              <a:avLst/>
            </a:prstGeom>
          </p:spPr>
        </p:pic>
        <p:pic>
          <p:nvPicPr>
            <p:cNvPr id="467" name="object 467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370798" y="7749676"/>
              <a:ext cx="66437" cy="77495"/>
            </a:xfrm>
            <a:prstGeom prst="rect">
              <a:avLst/>
            </a:prstGeom>
          </p:spPr>
        </p:pic>
        <p:pic>
          <p:nvPicPr>
            <p:cNvPr id="468" name="object 468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370799" y="7854087"/>
              <a:ext cx="66437" cy="77495"/>
            </a:xfrm>
            <a:prstGeom prst="rect">
              <a:avLst/>
            </a:prstGeom>
          </p:spPr>
        </p:pic>
        <p:pic>
          <p:nvPicPr>
            <p:cNvPr id="469" name="object 469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370799" y="7958500"/>
              <a:ext cx="66437" cy="77495"/>
            </a:xfrm>
            <a:prstGeom prst="rect">
              <a:avLst/>
            </a:prstGeom>
          </p:spPr>
        </p:pic>
        <p:pic>
          <p:nvPicPr>
            <p:cNvPr id="470" name="object 470" descr="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4370799" y="8062911"/>
              <a:ext cx="66437" cy="77495"/>
            </a:xfrm>
            <a:prstGeom prst="rect">
              <a:avLst/>
            </a:prstGeom>
          </p:spPr>
        </p:pic>
        <p:pic>
          <p:nvPicPr>
            <p:cNvPr id="471" name="object 471" descr="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4370799" y="8167324"/>
              <a:ext cx="66437" cy="77495"/>
            </a:xfrm>
            <a:prstGeom prst="rect">
              <a:avLst/>
            </a:prstGeom>
          </p:spPr>
        </p:pic>
        <p:pic>
          <p:nvPicPr>
            <p:cNvPr id="472" name="object 472" descr="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4370798" y="8271736"/>
              <a:ext cx="66437" cy="77495"/>
            </a:xfrm>
            <a:prstGeom prst="rect">
              <a:avLst/>
            </a:prstGeom>
          </p:spPr>
        </p:pic>
        <p:pic>
          <p:nvPicPr>
            <p:cNvPr id="473" name="object 473" descr="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4370798" y="8376148"/>
              <a:ext cx="66437" cy="77495"/>
            </a:xfrm>
            <a:prstGeom prst="rect">
              <a:avLst/>
            </a:prstGeom>
          </p:spPr>
        </p:pic>
        <p:pic>
          <p:nvPicPr>
            <p:cNvPr id="474" name="object 474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370798" y="8480560"/>
              <a:ext cx="66437" cy="77495"/>
            </a:xfrm>
            <a:prstGeom prst="rect">
              <a:avLst/>
            </a:prstGeom>
          </p:spPr>
        </p:pic>
        <p:sp>
          <p:nvSpPr>
            <p:cNvPr id="475" name="object 475" descr=""/>
            <p:cNvSpPr/>
            <p:nvPr/>
          </p:nvSpPr>
          <p:spPr>
            <a:xfrm>
              <a:off x="4874501" y="7077411"/>
              <a:ext cx="58419" cy="123825"/>
            </a:xfrm>
            <a:custGeom>
              <a:avLst/>
              <a:gdLst/>
              <a:ahLst/>
              <a:cxnLst/>
              <a:rect l="l" t="t" r="r" b="b"/>
              <a:pathLst>
                <a:path w="58420" h="123825">
                  <a:moveTo>
                    <a:pt x="11963" y="18884"/>
                  </a:moveTo>
                  <a:lnTo>
                    <a:pt x="6223" y="8661"/>
                  </a:lnTo>
                  <a:lnTo>
                    <a:pt x="0" y="0"/>
                  </a:lnTo>
                  <a:lnTo>
                    <a:pt x="0" y="12801"/>
                  </a:lnTo>
                  <a:lnTo>
                    <a:pt x="6083" y="18884"/>
                  </a:lnTo>
                  <a:lnTo>
                    <a:pt x="11963" y="18884"/>
                  </a:lnTo>
                  <a:close/>
                </a:path>
                <a:path w="58420" h="123825">
                  <a:moveTo>
                    <a:pt x="58394" y="123291"/>
                  </a:moveTo>
                  <a:lnTo>
                    <a:pt x="50952" y="99466"/>
                  </a:lnTo>
                  <a:lnTo>
                    <a:pt x="30746" y="52374"/>
                  </a:lnTo>
                  <a:lnTo>
                    <a:pt x="27063" y="45796"/>
                  </a:lnTo>
                  <a:lnTo>
                    <a:pt x="6083" y="45796"/>
                  </a:lnTo>
                  <a:lnTo>
                    <a:pt x="0" y="51879"/>
                  </a:lnTo>
                  <a:lnTo>
                    <a:pt x="0" y="117208"/>
                  </a:lnTo>
                  <a:lnTo>
                    <a:pt x="6083" y="123291"/>
                  </a:lnTo>
                  <a:lnTo>
                    <a:pt x="58394" y="123291"/>
                  </a:lnTo>
                  <a:close/>
                </a:path>
              </a:pathLst>
            </a:custGeom>
            <a:solidFill>
              <a:srgbClr val="C6844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" name="object 476" descr=""/>
            <p:cNvSpPr/>
            <p:nvPr/>
          </p:nvSpPr>
          <p:spPr>
            <a:xfrm>
              <a:off x="4885564" y="7136104"/>
              <a:ext cx="42545" cy="52069"/>
            </a:xfrm>
            <a:custGeom>
              <a:avLst/>
              <a:gdLst/>
              <a:ahLst/>
              <a:cxnLst/>
              <a:rect l="l" t="t" r="r" b="b"/>
              <a:pathLst>
                <a:path w="42545" h="52070">
                  <a:moveTo>
                    <a:pt x="22410" y="0"/>
                  </a:moveTo>
                  <a:lnTo>
                    <a:pt x="5612" y="0"/>
                  </a:lnTo>
                  <a:lnTo>
                    <a:pt x="0" y="5612"/>
                  </a:lnTo>
                  <a:lnTo>
                    <a:pt x="0" y="46082"/>
                  </a:lnTo>
                  <a:lnTo>
                    <a:pt x="5612" y="51694"/>
                  </a:lnTo>
                  <a:lnTo>
                    <a:pt x="38700" y="51694"/>
                  </a:lnTo>
                  <a:lnTo>
                    <a:pt x="42212" y="48182"/>
                  </a:lnTo>
                  <a:lnTo>
                    <a:pt x="39896" y="40771"/>
                  </a:lnTo>
                  <a:lnTo>
                    <a:pt x="22410" y="0"/>
                  </a:lnTo>
                  <a:close/>
                </a:path>
              </a:pathLst>
            </a:custGeom>
            <a:solidFill>
              <a:srgbClr val="A0622E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7" name="object 477" descr="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4874501" y="7227615"/>
              <a:ext cx="66437" cy="77495"/>
            </a:xfrm>
            <a:prstGeom prst="rect">
              <a:avLst/>
            </a:prstGeom>
          </p:spPr>
        </p:pic>
        <p:pic>
          <p:nvPicPr>
            <p:cNvPr id="478" name="object 478" descr="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4874501" y="7332027"/>
              <a:ext cx="66437" cy="77495"/>
            </a:xfrm>
            <a:prstGeom prst="rect">
              <a:avLst/>
            </a:prstGeom>
          </p:spPr>
        </p:pic>
        <p:pic>
          <p:nvPicPr>
            <p:cNvPr id="479" name="object 479" descr="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4874501" y="7436439"/>
              <a:ext cx="66437" cy="77495"/>
            </a:xfrm>
            <a:prstGeom prst="rect">
              <a:avLst/>
            </a:prstGeom>
          </p:spPr>
        </p:pic>
        <p:pic>
          <p:nvPicPr>
            <p:cNvPr id="480" name="object 480" descr="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4874501" y="7540852"/>
              <a:ext cx="66437" cy="77495"/>
            </a:xfrm>
            <a:prstGeom prst="rect">
              <a:avLst/>
            </a:prstGeom>
          </p:spPr>
        </p:pic>
        <p:pic>
          <p:nvPicPr>
            <p:cNvPr id="481" name="object 481" descr="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4874501" y="7645263"/>
              <a:ext cx="66437" cy="77495"/>
            </a:xfrm>
            <a:prstGeom prst="rect">
              <a:avLst/>
            </a:prstGeom>
          </p:spPr>
        </p:pic>
        <p:pic>
          <p:nvPicPr>
            <p:cNvPr id="482" name="object 482" descr="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4874501" y="7749676"/>
              <a:ext cx="66437" cy="77495"/>
            </a:xfrm>
            <a:prstGeom prst="rect">
              <a:avLst/>
            </a:prstGeom>
          </p:spPr>
        </p:pic>
        <p:pic>
          <p:nvPicPr>
            <p:cNvPr id="483" name="object 483" descr="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4874501" y="7854087"/>
              <a:ext cx="66437" cy="77495"/>
            </a:xfrm>
            <a:prstGeom prst="rect">
              <a:avLst/>
            </a:prstGeom>
          </p:spPr>
        </p:pic>
        <p:pic>
          <p:nvPicPr>
            <p:cNvPr id="484" name="object 484" descr="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4874501" y="7958500"/>
              <a:ext cx="66437" cy="77495"/>
            </a:xfrm>
            <a:prstGeom prst="rect">
              <a:avLst/>
            </a:prstGeom>
          </p:spPr>
        </p:pic>
        <p:pic>
          <p:nvPicPr>
            <p:cNvPr id="485" name="object 485" descr="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4874501" y="8062911"/>
              <a:ext cx="66437" cy="77495"/>
            </a:xfrm>
            <a:prstGeom prst="rect">
              <a:avLst/>
            </a:prstGeom>
          </p:spPr>
        </p:pic>
        <p:pic>
          <p:nvPicPr>
            <p:cNvPr id="486" name="object 486" descr="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4874501" y="8167324"/>
              <a:ext cx="66437" cy="77495"/>
            </a:xfrm>
            <a:prstGeom prst="rect">
              <a:avLst/>
            </a:prstGeom>
          </p:spPr>
        </p:pic>
        <p:pic>
          <p:nvPicPr>
            <p:cNvPr id="487" name="object 487" descr="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4874501" y="8271736"/>
              <a:ext cx="66437" cy="77495"/>
            </a:xfrm>
            <a:prstGeom prst="rect">
              <a:avLst/>
            </a:prstGeom>
          </p:spPr>
        </p:pic>
        <p:pic>
          <p:nvPicPr>
            <p:cNvPr id="488" name="object 488" descr="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4874501" y="8376148"/>
              <a:ext cx="66437" cy="77495"/>
            </a:xfrm>
            <a:prstGeom prst="rect">
              <a:avLst/>
            </a:prstGeom>
          </p:spPr>
        </p:pic>
        <p:pic>
          <p:nvPicPr>
            <p:cNvPr id="489" name="object 489" descr="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4874501" y="8480560"/>
              <a:ext cx="66437" cy="77495"/>
            </a:xfrm>
            <a:prstGeom prst="rect">
              <a:avLst/>
            </a:prstGeom>
          </p:spPr>
        </p:pic>
        <p:sp>
          <p:nvSpPr>
            <p:cNvPr id="490" name="object 490" descr=""/>
            <p:cNvSpPr/>
            <p:nvPr/>
          </p:nvSpPr>
          <p:spPr>
            <a:xfrm>
              <a:off x="4785962" y="6982952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0" y="0"/>
                  </a:moveTo>
                  <a:lnTo>
                    <a:pt x="0" y="2837"/>
                  </a:lnTo>
                  <a:lnTo>
                    <a:pt x="6083" y="8921"/>
                  </a:lnTo>
                  <a:lnTo>
                    <a:pt x="10683" y="89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844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1" name="object 491" descr="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4785962" y="7018791"/>
              <a:ext cx="66437" cy="77495"/>
            </a:xfrm>
            <a:prstGeom prst="rect">
              <a:avLst/>
            </a:prstGeom>
          </p:spPr>
        </p:pic>
        <p:pic>
          <p:nvPicPr>
            <p:cNvPr id="492" name="object 492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785962" y="7123203"/>
              <a:ext cx="66437" cy="77495"/>
            </a:xfrm>
            <a:prstGeom prst="rect">
              <a:avLst/>
            </a:prstGeom>
          </p:spPr>
        </p:pic>
        <p:pic>
          <p:nvPicPr>
            <p:cNvPr id="493" name="object 493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785962" y="7227615"/>
              <a:ext cx="66437" cy="77495"/>
            </a:xfrm>
            <a:prstGeom prst="rect">
              <a:avLst/>
            </a:prstGeom>
          </p:spPr>
        </p:pic>
        <p:pic>
          <p:nvPicPr>
            <p:cNvPr id="494" name="object 494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785962" y="7332027"/>
              <a:ext cx="66437" cy="77495"/>
            </a:xfrm>
            <a:prstGeom prst="rect">
              <a:avLst/>
            </a:prstGeom>
          </p:spPr>
        </p:pic>
        <p:pic>
          <p:nvPicPr>
            <p:cNvPr id="495" name="object 495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785962" y="7436439"/>
              <a:ext cx="66437" cy="77495"/>
            </a:xfrm>
            <a:prstGeom prst="rect">
              <a:avLst/>
            </a:prstGeom>
          </p:spPr>
        </p:pic>
        <p:sp>
          <p:nvSpPr>
            <p:cNvPr id="496" name="object 496" descr=""/>
            <p:cNvSpPr/>
            <p:nvPr/>
          </p:nvSpPr>
          <p:spPr>
            <a:xfrm>
              <a:off x="4785960" y="7540852"/>
              <a:ext cx="66675" cy="78105"/>
            </a:xfrm>
            <a:custGeom>
              <a:avLst/>
              <a:gdLst/>
              <a:ahLst/>
              <a:cxnLst/>
              <a:rect l="l" t="t" r="r" b="b"/>
              <a:pathLst>
                <a:path w="66675" h="78104">
                  <a:moveTo>
                    <a:pt x="60354" y="0"/>
                  </a:moveTo>
                  <a:lnTo>
                    <a:pt x="6083" y="0"/>
                  </a:lnTo>
                  <a:lnTo>
                    <a:pt x="0" y="6083"/>
                  </a:lnTo>
                  <a:lnTo>
                    <a:pt x="0" y="71411"/>
                  </a:lnTo>
                  <a:lnTo>
                    <a:pt x="6083" y="77495"/>
                  </a:lnTo>
                  <a:lnTo>
                    <a:pt x="60354" y="77495"/>
                  </a:lnTo>
                  <a:lnTo>
                    <a:pt x="66437" y="71411"/>
                  </a:lnTo>
                  <a:lnTo>
                    <a:pt x="66437" y="6083"/>
                  </a:lnTo>
                  <a:lnTo>
                    <a:pt x="60354" y="0"/>
                  </a:lnTo>
                  <a:close/>
                </a:path>
              </a:pathLst>
            </a:custGeom>
            <a:solidFill>
              <a:srgbClr val="C6844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" name="object 497" descr=""/>
            <p:cNvSpPr/>
            <p:nvPr/>
          </p:nvSpPr>
          <p:spPr>
            <a:xfrm>
              <a:off x="4797025" y="7553752"/>
              <a:ext cx="44450" cy="52069"/>
            </a:xfrm>
            <a:custGeom>
              <a:avLst/>
              <a:gdLst/>
              <a:ahLst/>
              <a:cxnLst/>
              <a:rect l="l" t="t" r="r" b="b"/>
              <a:pathLst>
                <a:path w="44450" h="52070">
                  <a:moveTo>
                    <a:pt x="38700" y="0"/>
                  </a:moveTo>
                  <a:lnTo>
                    <a:pt x="5612" y="0"/>
                  </a:lnTo>
                  <a:lnTo>
                    <a:pt x="0" y="5612"/>
                  </a:lnTo>
                  <a:lnTo>
                    <a:pt x="0" y="46082"/>
                  </a:lnTo>
                  <a:lnTo>
                    <a:pt x="5601" y="51694"/>
                  </a:lnTo>
                  <a:lnTo>
                    <a:pt x="38700" y="51694"/>
                  </a:lnTo>
                  <a:lnTo>
                    <a:pt x="44312" y="46082"/>
                  </a:lnTo>
                  <a:lnTo>
                    <a:pt x="44312" y="5612"/>
                  </a:lnTo>
                  <a:lnTo>
                    <a:pt x="38700" y="0"/>
                  </a:lnTo>
                  <a:close/>
                </a:path>
              </a:pathLst>
            </a:custGeom>
            <a:solidFill>
              <a:srgbClr val="A0622E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8" name="object 498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785960" y="7645263"/>
              <a:ext cx="66437" cy="77495"/>
            </a:xfrm>
            <a:prstGeom prst="rect">
              <a:avLst/>
            </a:prstGeom>
          </p:spPr>
        </p:pic>
        <p:pic>
          <p:nvPicPr>
            <p:cNvPr id="499" name="object 499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785960" y="7749676"/>
              <a:ext cx="66437" cy="77495"/>
            </a:xfrm>
            <a:prstGeom prst="rect">
              <a:avLst/>
            </a:prstGeom>
          </p:spPr>
        </p:pic>
        <p:pic>
          <p:nvPicPr>
            <p:cNvPr id="500" name="object 500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785962" y="7854087"/>
              <a:ext cx="66437" cy="77495"/>
            </a:xfrm>
            <a:prstGeom prst="rect">
              <a:avLst/>
            </a:prstGeom>
          </p:spPr>
        </p:pic>
        <p:pic>
          <p:nvPicPr>
            <p:cNvPr id="501" name="object 501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785962" y="7958500"/>
              <a:ext cx="66437" cy="77495"/>
            </a:xfrm>
            <a:prstGeom prst="rect">
              <a:avLst/>
            </a:prstGeom>
          </p:spPr>
        </p:pic>
        <p:pic>
          <p:nvPicPr>
            <p:cNvPr id="502" name="object 502" descr="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4785962" y="8062911"/>
              <a:ext cx="66437" cy="77495"/>
            </a:xfrm>
            <a:prstGeom prst="rect">
              <a:avLst/>
            </a:prstGeom>
          </p:spPr>
        </p:pic>
        <p:pic>
          <p:nvPicPr>
            <p:cNvPr id="503" name="object 503" descr="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4785962" y="8167324"/>
              <a:ext cx="66437" cy="77495"/>
            </a:xfrm>
            <a:prstGeom prst="rect">
              <a:avLst/>
            </a:prstGeom>
          </p:spPr>
        </p:pic>
        <p:pic>
          <p:nvPicPr>
            <p:cNvPr id="504" name="object 504" descr="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4785962" y="8271736"/>
              <a:ext cx="66437" cy="77495"/>
            </a:xfrm>
            <a:prstGeom prst="rect">
              <a:avLst/>
            </a:prstGeom>
          </p:spPr>
        </p:pic>
        <p:pic>
          <p:nvPicPr>
            <p:cNvPr id="505" name="object 505" descr="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4785960" y="8376148"/>
              <a:ext cx="66437" cy="77495"/>
            </a:xfrm>
            <a:prstGeom prst="rect">
              <a:avLst/>
            </a:prstGeom>
          </p:spPr>
        </p:pic>
        <p:pic>
          <p:nvPicPr>
            <p:cNvPr id="506" name="object 506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785962" y="8480560"/>
              <a:ext cx="66437" cy="77495"/>
            </a:xfrm>
            <a:prstGeom prst="rect">
              <a:avLst/>
            </a:prstGeom>
          </p:spPr>
        </p:pic>
        <p:sp>
          <p:nvSpPr>
            <p:cNvPr id="507" name="object 507" descr=""/>
            <p:cNvSpPr/>
            <p:nvPr/>
          </p:nvSpPr>
          <p:spPr>
            <a:xfrm>
              <a:off x="4697421" y="6930358"/>
              <a:ext cx="66675" cy="61594"/>
            </a:xfrm>
            <a:custGeom>
              <a:avLst/>
              <a:gdLst/>
              <a:ahLst/>
              <a:cxnLst/>
              <a:rect l="l" t="t" r="r" b="b"/>
              <a:pathLst>
                <a:path w="66675" h="61595">
                  <a:moveTo>
                    <a:pt x="0" y="0"/>
                  </a:moveTo>
                  <a:lnTo>
                    <a:pt x="0" y="55432"/>
                  </a:lnTo>
                  <a:lnTo>
                    <a:pt x="6083" y="61515"/>
                  </a:lnTo>
                  <a:lnTo>
                    <a:pt x="60354" y="61515"/>
                  </a:lnTo>
                  <a:lnTo>
                    <a:pt x="66437" y="55432"/>
                  </a:lnTo>
                  <a:lnTo>
                    <a:pt x="66437" y="37886"/>
                  </a:lnTo>
                  <a:lnTo>
                    <a:pt x="31850" y="154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844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" name="object 508" descr=""/>
            <p:cNvSpPr/>
            <p:nvPr/>
          </p:nvSpPr>
          <p:spPr>
            <a:xfrm>
              <a:off x="4708484" y="6935723"/>
              <a:ext cx="44450" cy="43815"/>
            </a:xfrm>
            <a:custGeom>
              <a:avLst/>
              <a:gdLst/>
              <a:ahLst/>
              <a:cxnLst/>
              <a:rect l="l" t="t" r="r" b="b"/>
              <a:pathLst>
                <a:path w="44450" h="43815">
                  <a:moveTo>
                    <a:pt x="0" y="0"/>
                  </a:moveTo>
                  <a:lnTo>
                    <a:pt x="0" y="37638"/>
                  </a:lnTo>
                  <a:lnTo>
                    <a:pt x="5612" y="43251"/>
                  </a:lnTo>
                  <a:lnTo>
                    <a:pt x="38700" y="43251"/>
                  </a:lnTo>
                  <a:lnTo>
                    <a:pt x="44312" y="37638"/>
                  </a:lnTo>
                  <a:lnTo>
                    <a:pt x="44312" y="25344"/>
                  </a:lnTo>
                  <a:lnTo>
                    <a:pt x="20787" y="100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622E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9" name="object 509" descr="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4697421" y="7018791"/>
              <a:ext cx="66437" cy="77495"/>
            </a:xfrm>
            <a:prstGeom prst="rect">
              <a:avLst/>
            </a:prstGeom>
          </p:spPr>
        </p:pic>
        <p:pic>
          <p:nvPicPr>
            <p:cNvPr id="510" name="object 510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697421" y="7123203"/>
              <a:ext cx="66437" cy="77495"/>
            </a:xfrm>
            <a:prstGeom prst="rect">
              <a:avLst/>
            </a:prstGeom>
          </p:spPr>
        </p:pic>
        <p:pic>
          <p:nvPicPr>
            <p:cNvPr id="511" name="object 511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697422" y="7227615"/>
              <a:ext cx="66437" cy="77495"/>
            </a:xfrm>
            <a:prstGeom prst="rect">
              <a:avLst/>
            </a:prstGeom>
          </p:spPr>
        </p:pic>
        <p:pic>
          <p:nvPicPr>
            <p:cNvPr id="512" name="object 512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697422" y="7332027"/>
              <a:ext cx="66437" cy="77495"/>
            </a:xfrm>
            <a:prstGeom prst="rect">
              <a:avLst/>
            </a:prstGeom>
          </p:spPr>
        </p:pic>
        <p:pic>
          <p:nvPicPr>
            <p:cNvPr id="513" name="object 513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697422" y="7436439"/>
              <a:ext cx="66437" cy="77495"/>
            </a:xfrm>
            <a:prstGeom prst="rect">
              <a:avLst/>
            </a:prstGeom>
          </p:spPr>
        </p:pic>
        <p:sp>
          <p:nvSpPr>
            <p:cNvPr id="514" name="object 514" descr=""/>
            <p:cNvSpPr/>
            <p:nvPr/>
          </p:nvSpPr>
          <p:spPr>
            <a:xfrm>
              <a:off x="4697421" y="7540852"/>
              <a:ext cx="66675" cy="78105"/>
            </a:xfrm>
            <a:custGeom>
              <a:avLst/>
              <a:gdLst/>
              <a:ahLst/>
              <a:cxnLst/>
              <a:rect l="l" t="t" r="r" b="b"/>
              <a:pathLst>
                <a:path w="66675" h="78104">
                  <a:moveTo>
                    <a:pt x="60354" y="0"/>
                  </a:moveTo>
                  <a:lnTo>
                    <a:pt x="6083" y="0"/>
                  </a:lnTo>
                  <a:lnTo>
                    <a:pt x="0" y="6083"/>
                  </a:lnTo>
                  <a:lnTo>
                    <a:pt x="0" y="71411"/>
                  </a:lnTo>
                  <a:lnTo>
                    <a:pt x="6083" y="77495"/>
                  </a:lnTo>
                  <a:lnTo>
                    <a:pt x="60354" y="77495"/>
                  </a:lnTo>
                  <a:lnTo>
                    <a:pt x="66437" y="71411"/>
                  </a:lnTo>
                  <a:lnTo>
                    <a:pt x="66437" y="6083"/>
                  </a:lnTo>
                  <a:lnTo>
                    <a:pt x="60354" y="0"/>
                  </a:lnTo>
                  <a:close/>
                </a:path>
              </a:pathLst>
            </a:custGeom>
            <a:solidFill>
              <a:srgbClr val="C6844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" name="object 515" descr=""/>
            <p:cNvSpPr/>
            <p:nvPr/>
          </p:nvSpPr>
          <p:spPr>
            <a:xfrm>
              <a:off x="4708484" y="7553752"/>
              <a:ext cx="44450" cy="52069"/>
            </a:xfrm>
            <a:custGeom>
              <a:avLst/>
              <a:gdLst/>
              <a:ahLst/>
              <a:cxnLst/>
              <a:rect l="l" t="t" r="r" b="b"/>
              <a:pathLst>
                <a:path w="44450" h="52070">
                  <a:moveTo>
                    <a:pt x="38700" y="0"/>
                  </a:moveTo>
                  <a:lnTo>
                    <a:pt x="5612" y="0"/>
                  </a:lnTo>
                  <a:lnTo>
                    <a:pt x="0" y="5612"/>
                  </a:lnTo>
                  <a:lnTo>
                    <a:pt x="0" y="46082"/>
                  </a:lnTo>
                  <a:lnTo>
                    <a:pt x="5612" y="51694"/>
                  </a:lnTo>
                  <a:lnTo>
                    <a:pt x="38700" y="51694"/>
                  </a:lnTo>
                  <a:lnTo>
                    <a:pt x="44312" y="46082"/>
                  </a:lnTo>
                  <a:lnTo>
                    <a:pt x="44312" y="5612"/>
                  </a:lnTo>
                  <a:lnTo>
                    <a:pt x="38700" y="0"/>
                  </a:lnTo>
                  <a:close/>
                </a:path>
              </a:pathLst>
            </a:custGeom>
            <a:solidFill>
              <a:srgbClr val="A0622E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16" name="object 516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697421" y="7645263"/>
              <a:ext cx="66437" cy="77495"/>
            </a:xfrm>
            <a:prstGeom prst="rect">
              <a:avLst/>
            </a:prstGeom>
          </p:spPr>
        </p:pic>
        <p:pic>
          <p:nvPicPr>
            <p:cNvPr id="517" name="object 517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697421" y="7749676"/>
              <a:ext cx="66437" cy="77495"/>
            </a:xfrm>
            <a:prstGeom prst="rect">
              <a:avLst/>
            </a:prstGeom>
          </p:spPr>
        </p:pic>
        <p:pic>
          <p:nvPicPr>
            <p:cNvPr id="518" name="object 518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697422" y="7854087"/>
              <a:ext cx="66437" cy="77495"/>
            </a:xfrm>
            <a:prstGeom prst="rect">
              <a:avLst/>
            </a:prstGeom>
          </p:spPr>
        </p:pic>
        <p:pic>
          <p:nvPicPr>
            <p:cNvPr id="519" name="object 519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697422" y="7958500"/>
              <a:ext cx="66437" cy="77495"/>
            </a:xfrm>
            <a:prstGeom prst="rect">
              <a:avLst/>
            </a:prstGeom>
          </p:spPr>
        </p:pic>
        <p:pic>
          <p:nvPicPr>
            <p:cNvPr id="520" name="object 520" descr="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4697422" y="8062911"/>
              <a:ext cx="66437" cy="77495"/>
            </a:xfrm>
            <a:prstGeom prst="rect">
              <a:avLst/>
            </a:prstGeom>
          </p:spPr>
        </p:pic>
        <p:pic>
          <p:nvPicPr>
            <p:cNvPr id="521" name="object 521" descr="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4697422" y="8167324"/>
              <a:ext cx="66437" cy="77495"/>
            </a:xfrm>
            <a:prstGeom prst="rect">
              <a:avLst/>
            </a:prstGeom>
          </p:spPr>
        </p:pic>
        <p:pic>
          <p:nvPicPr>
            <p:cNvPr id="522" name="object 522" descr="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4697421" y="8271736"/>
              <a:ext cx="66437" cy="77495"/>
            </a:xfrm>
            <a:prstGeom prst="rect">
              <a:avLst/>
            </a:prstGeom>
          </p:spPr>
        </p:pic>
        <p:pic>
          <p:nvPicPr>
            <p:cNvPr id="523" name="object 523" descr="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4697421" y="8376148"/>
              <a:ext cx="66437" cy="77495"/>
            </a:xfrm>
            <a:prstGeom prst="rect">
              <a:avLst/>
            </a:prstGeom>
          </p:spPr>
        </p:pic>
        <p:pic>
          <p:nvPicPr>
            <p:cNvPr id="524" name="object 524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697421" y="8480560"/>
              <a:ext cx="66437" cy="77495"/>
            </a:xfrm>
            <a:prstGeom prst="rect">
              <a:avLst/>
            </a:prstGeom>
          </p:spPr>
        </p:pic>
        <p:sp>
          <p:nvSpPr>
            <p:cNvPr id="525" name="object 525" descr=""/>
            <p:cNvSpPr/>
            <p:nvPr/>
          </p:nvSpPr>
          <p:spPr>
            <a:xfrm>
              <a:off x="4324832" y="7632795"/>
              <a:ext cx="637540" cy="969644"/>
            </a:xfrm>
            <a:custGeom>
              <a:avLst/>
              <a:gdLst/>
              <a:ahLst/>
              <a:cxnLst/>
              <a:rect l="l" t="t" r="r" b="b"/>
              <a:pathLst>
                <a:path w="637539" h="969645">
                  <a:moveTo>
                    <a:pt x="637489" y="954290"/>
                  </a:moveTo>
                  <a:lnTo>
                    <a:pt x="0" y="954290"/>
                  </a:lnTo>
                  <a:lnTo>
                    <a:pt x="0" y="969048"/>
                  </a:lnTo>
                  <a:lnTo>
                    <a:pt x="637489" y="969048"/>
                  </a:lnTo>
                  <a:lnTo>
                    <a:pt x="637489" y="954290"/>
                  </a:lnTo>
                  <a:close/>
                </a:path>
                <a:path w="637539" h="969645">
                  <a:moveTo>
                    <a:pt x="637489" y="0"/>
                  </a:moveTo>
                  <a:lnTo>
                    <a:pt x="0" y="0"/>
                  </a:lnTo>
                  <a:lnTo>
                    <a:pt x="0" y="14744"/>
                  </a:lnTo>
                  <a:lnTo>
                    <a:pt x="637489" y="14744"/>
                  </a:lnTo>
                  <a:lnTo>
                    <a:pt x="637489" y="0"/>
                  </a:lnTo>
                  <a:close/>
                </a:path>
              </a:pathLst>
            </a:custGeom>
            <a:solidFill>
              <a:srgbClr val="8B532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" name="object 526" descr=""/>
            <p:cNvSpPr/>
            <p:nvPr/>
          </p:nvSpPr>
          <p:spPr>
            <a:xfrm>
              <a:off x="3891705" y="6756645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7" name="object 527" descr=""/>
            <p:cNvSpPr/>
            <p:nvPr/>
          </p:nvSpPr>
          <p:spPr>
            <a:xfrm>
              <a:off x="3894150" y="6759390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12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47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22"/>
                  </a:lnTo>
                  <a:lnTo>
                    <a:pt x="4889" y="28549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75"/>
                  </a:moveTo>
                  <a:lnTo>
                    <a:pt x="25692" y="40373"/>
                  </a:lnTo>
                  <a:lnTo>
                    <a:pt x="24472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02" y="36283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53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49"/>
                  </a:lnTo>
                  <a:lnTo>
                    <a:pt x="19862" y="41821"/>
                  </a:lnTo>
                  <a:lnTo>
                    <a:pt x="19723" y="42608"/>
                  </a:lnTo>
                  <a:lnTo>
                    <a:pt x="19812" y="44323"/>
                  </a:lnTo>
                  <a:lnTo>
                    <a:pt x="19888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49" y="41719"/>
                  </a:lnTo>
                  <a:lnTo>
                    <a:pt x="25730" y="41275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59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18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35" y="7327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091" y="9410"/>
                  </a:lnTo>
                  <a:lnTo>
                    <a:pt x="20180" y="11137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57" y="23025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22" y="20751"/>
                  </a:lnTo>
                  <a:lnTo>
                    <a:pt x="36233" y="19037"/>
                  </a:lnTo>
                  <a:lnTo>
                    <a:pt x="35852" y="17653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60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" name="object 528" descr=""/>
            <p:cNvSpPr/>
            <p:nvPr/>
          </p:nvSpPr>
          <p:spPr>
            <a:xfrm>
              <a:off x="3914346" y="679217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9" name="object 529" descr=""/>
            <p:cNvSpPr/>
            <p:nvPr/>
          </p:nvSpPr>
          <p:spPr>
            <a:xfrm>
              <a:off x="3916794" y="679491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16" y="23050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22" y="17411"/>
                  </a:lnTo>
                  <a:lnTo>
                    <a:pt x="4648" y="17462"/>
                  </a:lnTo>
                  <a:lnTo>
                    <a:pt x="4406" y="18872"/>
                  </a:lnTo>
                  <a:lnTo>
                    <a:pt x="4572" y="22326"/>
                  </a:lnTo>
                  <a:lnTo>
                    <a:pt x="4762" y="23088"/>
                  </a:lnTo>
                  <a:lnTo>
                    <a:pt x="4127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21" y="25019"/>
                  </a:lnTo>
                  <a:lnTo>
                    <a:pt x="5905" y="24257"/>
                  </a:lnTo>
                  <a:lnTo>
                    <a:pt x="6591" y="24409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87"/>
                  </a:moveTo>
                  <a:lnTo>
                    <a:pt x="25692" y="40386"/>
                  </a:lnTo>
                  <a:lnTo>
                    <a:pt x="24472" y="40093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67" y="39725"/>
                  </a:lnTo>
                  <a:lnTo>
                    <a:pt x="20891" y="38011"/>
                  </a:lnTo>
                  <a:lnTo>
                    <a:pt x="20802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26" y="40424"/>
                  </a:lnTo>
                  <a:lnTo>
                    <a:pt x="17653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62"/>
                  </a:lnTo>
                  <a:lnTo>
                    <a:pt x="19862" y="41821"/>
                  </a:lnTo>
                  <a:lnTo>
                    <a:pt x="19723" y="42608"/>
                  </a:lnTo>
                  <a:lnTo>
                    <a:pt x="19812" y="44323"/>
                  </a:lnTo>
                  <a:lnTo>
                    <a:pt x="19888" y="46050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49" y="41719"/>
                  </a:lnTo>
                  <a:lnTo>
                    <a:pt x="25730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71" y="5473"/>
                  </a:lnTo>
                  <a:lnTo>
                    <a:pt x="24765" y="5181"/>
                  </a:lnTo>
                  <a:lnTo>
                    <a:pt x="21805" y="5372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70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50" y="4914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59" y="5702"/>
                  </a:lnTo>
                  <a:lnTo>
                    <a:pt x="15278" y="6146"/>
                  </a:lnTo>
                  <a:lnTo>
                    <a:pt x="15328" y="7048"/>
                  </a:lnTo>
                  <a:lnTo>
                    <a:pt x="16535" y="7340"/>
                  </a:lnTo>
                  <a:lnTo>
                    <a:pt x="19494" y="7150"/>
                  </a:lnTo>
                  <a:lnTo>
                    <a:pt x="20142" y="6908"/>
                  </a:lnTo>
                  <a:lnTo>
                    <a:pt x="20015" y="7696"/>
                  </a:lnTo>
                  <a:lnTo>
                    <a:pt x="20091" y="9423"/>
                  </a:lnTo>
                  <a:lnTo>
                    <a:pt x="20180" y="11137"/>
                  </a:lnTo>
                  <a:lnTo>
                    <a:pt x="20548" y="12522"/>
                  </a:lnTo>
                  <a:lnTo>
                    <a:pt x="21336" y="12471"/>
                  </a:lnTo>
                  <a:lnTo>
                    <a:pt x="21564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55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39"/>
                  </a:lnTo>
                  <a:lnTo>
                    <a:pt x="39903" y="22834"/>
                  </a:lnTo>
                  <a:lnTo>
                    <a:pt x="36944" y="23025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09" y="20764"/>
                  </a:lnTo>
                  <a:lnTo>
                    <a:pt x="36233" y="19037"/>
                  </a:lnTo>
                  <a:lnTo>
                    <a:pt x="35852" y="17665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16" y="23799"/>
                  </a:lnTo>
                  <a:lnTo>
                    <a:pt x="30467" y="24701"/>
                  </a:lnTo>
                  <a:lnTo>
                    <a:pt x="31673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29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73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493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" name="object 530" descr=""/>
            <p:cNvSpPr/>
            <p:nvPr/>
          </p:nvSpPr>
          <p:spPr>
            <a:xfrm>
              <a:off x="3961469" y="679217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1" name="object 531" descr=""/>
            <p:cNvSpPr/>
            <p:nvPr/>
          </p:nvSpPr>
          <p:spPr>
            <a:xfrm>
              <a:off x="3963911" y="679491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692" y="40386"/>
                  </a:lnTo>
                  <a:lnTo>
                    <a:pt x="24485" y="40093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50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20" y="5638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39"/>
                  </a:lnTo>
                  <a:lnTo>
                    <a:pt x="39903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398" y="22479"/>
                  </a:lnTo>
                  <a:lnTo>
                    <a:pt x="36322" y="20764"/>
                  </a:lnTo>
                  <a:lnTo>
                    <a:pt x="36233" y="19037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" name="object 532" descr=""/>
            <p:cNvSpPr/>
            <p:nvPr/>
          </p:nvSpPr>
          <p:spPr>
            <a:xfrm>
              <a:off x="3884603" y="6792170"/>
              <a:ext cx="29845" cy="53975"/>
            </a:xfrm>
            <a:custGeom>
              <a:avLst/>
              <a:gdLst/>
              <a:ahLst/>
              <a:cxnLst/>
              <a:rect l="l" t="t" r="r" b="b"/>
              <a:pathLst>
                <a:path w="29845" h="53975">
                  <a:moveTo>
                    <a:pt x="29743" y="26711"/>
                  </a:moveTo>
                  <a:lnTo>
                    <a:pt x="6843" y="53422"/>
                  </a:lnTo>
                  <a:lnTo>
                    <a:pt x="0" y="45439"/>
                  </a:lnTo>
                </a:path>
                <a:path w="29845" h="53975">
                  <a:moveTo>
                    <a:pt x="0" y="7983"/>
                  </a:moveTo>
                  <a:lnTo>
                    <a:pt x="6843" y="0"/>
                  </a:lnTo>
                  <a:lnTo>
                    <a:pt x="29743" y="26711"/>
                  </a:lnTo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3" name="object 533" descr=""/>
            <p:cNvSpPr/>
            <p:nvPr/>
          </p:nvSpPr>
          <p:spPr>
            <a:xfrm>
              <a:off x="3885996" y="6794912"/>
              <a:ext cx="26670" cy="47625"/>
            </a:xfrm>
            <a:custGeom>
              <a:avLst/>
              <a:gdLst/>
              <a:ahLst/>
              <a:cxnLst/>
              <a:rect l="l" t="t" r="r" b="b"/>
              <a:pathLst>
                <a:path w="26670" h="47625">
                  <a:moveTo>
                    <a:pt x="10731" y="41287"/>
                  </a:moveTo>
                  <a:lnTo>
                    <a:pt x="10693" y="40386"/>
                  </a:lnTo>
                  <a:lnTo>
                    <a:pt x="9474" y="40093"/>
                  </a:lnTo>
                  <a:lnTo>
                    <a:pt x="6527" y="40271"/>
                  </a:lnTo>
                  <a:lnTo>
                    <a:pt x="5816" y="40538"/>
                  </a:lnTo>
                  <a:lnTo>
                    <a:pt x="5969" y="39725"/>
                  </a:lnTo>
                  <a:lnTo>
                    <a:pt x="5892" y="38011"/>
                  </a:lnTo>
                  <a:lnTo>
                    <a:pt x="5803" y="36296"/>
                  </a:lnTo>
                  <a:lnTo>
                    <a:pt x="5422" y="34912"/>
                  </a:lnTo>
                  <a:lnTo>
                    <a:pt x="4648" y="34963"/>
                  </a:lnTo>
                  <a:lnTo>
                    <a:pt x="4406" y="36372"/>
                  </a:lnTo>
                  <a:lnTo>
                    <a:pt x="4572" y="39814"/>
                  </a:lnTo>
                  <a:lnTo>
                    <a:pt x="4775" y="40589"/>
                  </a:lnTo>
                  <a:lnTo>
                    <a:pt x="4127" y="40424"/>
                  </a:lnTo>
                  <a:lnTo>
                    <a:pt x="2654" y="40513"/>
                  </a:lnTo>
                  <a:lnTo>
                    <a:pt x="1181" y="40614"/>
                  </a:lnTo>
                  <a:lnTo>
                    <a:pt x="0" y="41046"/>
                  </a:lnTo>
                  <a:lnTo>
                    <a:pt x="38" y="41948"/>
                  </a:lnTo>
                  <a:lnTo>
                    <a:pt x="1244" y="42240"/>
                  </a:lnTo>
                  <a:lnTo>
                    <a:pt x="4203" y="42062"/>
                  </a:lnTo>
                  <a:lnTo>
                    <a:pt x="4864" y="41821"/>
                  </a:lnTo>
                  <a:lnTo>
                    <a:pt x="4724" y="42608"/>
                  </a:lnTo>
                  <a:lnTo>
                    <a:pt x="4800" y="44323"/>
                  </a:lnTo>
                  <a:lnTo>
                    <a:pt x="4889" y="46050"/>
                  </a:lnTo>
                  <a:lnTo>
                    <a:pt x="5270" y="47421"/>
                  </a:lnTo>
                  <a:lnTo>
                    <a:pt x="6045" y="47371"/>
                  </a:lnTo>
                  <a:lnTo>
                    <a:pt x="6286" y="45961"/>
                  </a:lnTo>
                  <a:lnTo>
                    <a:pt x="6121" y="42519"/>
                  </a:lnTo>
                  <a:lnTo>
                    <a:pt x="5905" y="41757"/>
                  </a:lnTo>
                  <a:lnTo>
                    <a:pt x="6591" y="41910"/>
                  </a:lnTo>
                  <a:lnTo>
                    <a:pt x="8077" y="41821"/>
                  </a:lnTo>
                  <a:lnTo>
                    <a:pt x="9550" y="41719"/>
                  </a:lnTo>
                  <a:lnTo>
                    <a:pt x="10731" y="41287"/>
                  </a:lnTo>
                  <a:close/>
                </a:path>
                <a:path w="26670" h="47625">
                  <a:moveTo>
                    <a:pt x="11023" y="6375"/>
                  </a:moveTo>
                  <a:lnTo>
                    <a:pt x="10972" y="5473"/>
                  </a:lnTo>
                  <a:lnTo>
                    <a:pt x="9766" y="5181"/>
                  </a:lnTo>
                  <a:lnTo>
                    <a:pt x="6807" y="5372"/>
                  </a:lnTo>
                  <a:lnTo>
                    <a:pt x="6108" y="5626"/>
                  </a:lnTo>
                  <a:lnTo>
                    <a:pt x="6261" y="4813"/>
                  </a:lnTo>
                  <a:lnTo>
                    <a:pt x="6172" y="3098"/>
                  </a:lnTo>
                  <a:lnTo>
                    <a:pt x="6083" y="1384"/>
                  </a:lnTo>
                  <a:lnTo>
                    <a:pt x="5715" y="0"/>
                  </a:lnTo>
                  <a:lnTo>
                    <a:pt x="4940" y="50"/>
                  </a:lnTo>
                  <a:lnTo>
                    <a:pt x="4699" y="1460"/>
                  </a:lnTo>
                  <a:lnTo>
                    <a:pt x="4851" y="4914"/>
                  </a:lnTo>
                  <a:lnTo>
                    <a:pt x="5054" y="5676"/>
                  </a:lnTo>
                  <a:lnTo>
                    <a:pt x="4419" y="5511"/>
                  </a:lnTo>
                  <a:lnTo>
                    <a:pt x="2933" y="5613"/>
                  </a:lnTo>
                  <a:lnTo>
                    <a:pt x="1460" y="5702"/>
                  </a:lnTo>
                  <a:lnTo>
                    <a:pt x="279" y="6146"/>
                  </a:lnTo>
                  <a:lnTo>
                    <a:pt x="317" y="7048"/>
                  </a:lnTo>
                  <a:lnTo>
                    <a:pt x="1536" y="7340"/>
                  </a:lnTo>
                  <a:lnTo>
                    <a:pt x="4483" y="7150"/>
                  </a:lnTo>
                  <a:lnTo>
                    <a:pt x="5143" y="6908"/>
                  </a:lnTo>
                  <a:lnTo>
                    <a:pt x="5003" y="7696"/>
                  </a:lnTo>
                  <a:lnTo>
                    <a:pt x="5092" y="9423"/>
                  </a:lnTo>
                  <a:lnTo>
                    <a:pt x="5181" y="11137"/>
                  </a:lnTo>
                  <a:lnTo>
                    <a:pt x="5549" y="12522"/>
                  </a:lnTo>
                  <a:lnTo>
                    <a:pt x="6324" y="12471"/>
                  </a:lnTo>
                  <a:lnTo>
                    <a:pt x="6565" y="11049"/>
                  </a:lnTo>
                  <a:lnTo>
                    <a:pt x="6413" y="7607"/>
                  </a:lnTo>
                  <a:lnTo>
                    <a:pt x="6197" y="6845"/>
                  </a:lnTo>
                  <a:lnTo>
                    <a:pt x="6883" y="6997"/>
                  </a:lnTo>
                  <a:lnTo>
                    <a:pt x="8356" y="6908"/>
                  </a:lnTo>
                  <a:lnTo>
                    <a:pt x="9829" y="6807"/>
                  </a:lnTo>
                  <a:lnTo>
                    <a:pt x="11023" y="6375"/>
                  </a:lnTo>
                  <a:close/>
                </a:path>
                <a:path w="26670" h="47625">
                  <a:moveTo>
                    <a:pt x="26162" y="24028"/>
                  </a:moveTo>
                  <a:lnTo>
                    <a:pt x="26111" y="23139"/>
                  </a:lnTo>
                  <a:lnTo>
                    <a:pt x="24904" y="22834"/>
                  </a:lnTo>
                  <a:lnTo>
                    <a:pt x="21945" y="23025"/>
                  </a:lnTo>
                  <a:lnTo>
                    <a:pt x="21247" y="23291"/>
                  </a:lnTo>
                  <a:lnTo>
                    <a:pt x="21399" y="22479"/>
                  </a:lnTo>
                  <a:lnTo>
                    <a:pt x="21310" y="20764"/>
                  </a:lnTo>
                  <a:lnTo>
                    <a:pt x="21234" y="19037"/>
                  </a:lnTo>
                  <a:lnTo>
                    <a:pt x="20853" y="17665"/>
                  </a:lnTo>
                  <a:lnTo>
                    <a:pt x="20078" y="17716"/>
                  </a:lnTo>
                  <a:lnTo>
                    <a:pt x="19837" y="19126"/>
                  </a:lnTo>
                  <a:lnTo>
                    <a:pt x="19989" y="22567"/>
                  </a:lnTo>
                  <a:lnTo>
                    <a:pt x="20193" y="23342"/>
                  </a:lnTo>
                  <a:lnTo>
                    <a:pt x="19558" y="23177"/>
                  </a:lnTo>
                  <a:lnTo>
                    <a:pt x="18084" y="23266"/>
                  </a:lnTo>
                  <a:lnTo>
                    <a:pt x="16598" y="23368"/>
                  </a:lnTo>
                  <a:lnTo>
                    <a:pt x="15417" y="23799"/>
                  </a:lnTo>
                  <a:lnTo>
                    <a:pt x="15468" y="24701"/>
                  </a:lnTo>
                  <a:lnTo>
                    <a:pt x="16675" y="24993"/>
                  </a:lnTo>
                  <a:lnTo>
                    <a:pt x="19634" y="24803"/>
                  </a:lnTo>
                  <a:lnTo>
                    <a:pt x="20281" y="24574"/>
                  </a:lnTo>
                  <a:lnTo>
                    <a:pt x="20142" y="25361"/>
                  </a:lnTo>
                  <a:lnTo>
                    <a:pt x="20231" y="27076"/>
                  </a:lnTo>
                  <a:lnTo>
                    <a:pt x="20320" y="28790"/>
                  </a:lnTo>
                  <a:lnTo>
                    <a:pt x="20688" y="30175"/>
                  </a:lnTo>
                  <a:lnTo>
                    <a:pt x="21463" y="30124"/>
                  </a:lnTo>
                  <a:lnTo>
                    <a:pt x="21704" y="28714"/>
                  </a:lnTo>
                  <a:lnTo>
                    <a:pt x="21551" y="25273"/>
                  </a:lnTo>
                  <a:lnTo>
                    <a:pt x="21336" y="24511"/>
                  </a:lnTo>
                  <a:lnTo>
                    <a:pt x="22021" y="24663"/>
                  </a:lnTo>
                  <a:lnTo>
                    <a:pt x="23495" y="24561"/>
                  </a:lnTo>
                  <a:lnTo>
                    <a:pt x="24968" y="24472"/>
                  </a:lnTo>
                  <a:lnTo>
                    <a:pt x="26162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" name="object 534" descr=""/>
            <p:cNvSpPr/>
            <p:nvPr/>
          </p:nvSpPr>
          <p:spPr>
            <a:xfrm>
              <a:off x="3938222" y="6756645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5" name="object 535" descr=""/>
            <p:cNvSpPr/>
            <p:nvPr/>
          </p:nvSpPr>
          <p:spPr>
            <a:xfrm>
              <a:off x="3940670" y="6759390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16" y="23050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22" y="17411"/>
                  </a:lnTo>
                  <a:lnTo>
                    <a:pt x="4648" y="17462"/>
                  </a:lnTo>
                  <a:lnTo>
                    <a:pt x="4406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27" y="22923"/>
                  </a:lnTo>
                  <a:lnTo>
                    <a:pt x="2654" y="23012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47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00" y="26822"/>
                  </a:lnTo>
                  <a:lnTo>
                    <a:pt x="4889" y="28549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21" y="25019"/>
                  </a:lnTo>
                  <a:lnTo>
                    <a:pt x="5905" y="24257"/>
                  </a:lnTo>
                  <a:lnTo>
                    <a:pt x="6591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75"/>
                  </a:moveTo>
                  <a:lnTo>
                    <a:pt x="25692" y="40373"/>
                  </a:lnTo>
                  <a:lnTo>
                    <a:pt x="24472" y="40081"/>
                  </a:lnTo>
                  <a:lnTo>
                    <a:pt x="21526" y="40271"/>
                  </a:lnTo>
                  <a:lnTo>
                    <a:pt x="20815" y="40538"/>
                  </a:lnTo>
                  <a:lnTo>
                    <a:pt x="20967" y="39725"/>
                  </a:lnTo>
                  <a:lnTo>
                    <a:pt x="20891" y="38011"/>
                  </a:lnTo>
                  <a:lnTo>
                    <a:pt x="20802" y="36283"/>
                  </a:lnTo>
                  <a:lnTo>
                    <a:pt x="20421" y="34912"/>
                  </a:lnTo>
                  <a:lnTo>
                    <a:pt x="19646" y="34963"/>
                  </a:lnTo>
                  <a:lnTo>
                    <a:pt x="19405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26" y="40424"/>
                  </a:lnTo>
                  <a:lnTo>
                    <a:pt x="17653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49"/>
                  </a:lnTo>
                  <a:lnTo>
                    <a:pt x="19862" y="41808"/>
                  </a:lnTo>
                  <a:lnTo>
                    <a:pt x="19723" y="42608"/>
                  </a:lnTo>
                  <a:lnTo>
                    <a:pt x="19812" y="44323"/>
                  </a:lnTo>
                  <a:lnTo>
                    <a:pt x="19888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20" y="42519"/>
                  </a:lnTo>
                  <a:lnTo>
                    <a:pt x="20904" y="41744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49" y="41719"/>
                  </a:lnTo>
                  <a:lnTo>
                    <a:pt x="25730" y="41275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71" y="5473"/>
                  </a:lnTo>
                  <a:lnTo>
                    <a:pt x="24765" y="5181"/>
                  </a:lnTo>
                  <a:lnTo>
                    <a:pt x="21805" y="5359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70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50" y="4902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00"/>
                  </a:lnTo>
                  <a:lnTo>
                    <a:pt x="16459" y="5702"/>
                  </a:lnTo>
                  <a:lnTo>
                    <a:pt x="15278" y="6134"/>
                  </a:lnTo>
                  <a:lnTo>
                    <a:pt x="15316" y="7035"/>
                  </a:lnTo>
                  <a:lnTo>
                    <a:pt x="16535" y="7327"/>
                  </a:lnTo>
                  <a:lnTo>
                    <a:pt x="19494" y="7150"/>
                  </a:lnTo>
                  <a:lnTo>
                    <a:pt x="20142" y="6908"/>
                  </a:lnTo>
                  <a:lnTo>
                    <a:pt x="20015" y="7696"/>
                  </a:lnTo>
                  <a:lnTo>
                    <a:pt x="20091" y="9410"/>
                  </a:lnTo>
                  <a:lnTo>
                    <a:pt x="20180" y="11137"/>
                  </a:lnTo>
                  <a:lnTo>
                    <a:pt x="20548" y="12509"/>
                  </a:lnTo>
                  <a:lnTo>
                    <a:pt x="21323" y="12458"/>
                  </a:lnTo>
                  <a:lnTo>
                    <a:pt x="21564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55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44" y="23025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09" y="20751"/>
                  </a:lnTo>
                  <a:lnTo>
                    <a:pt x="36233" y="19037"/>
                  </a:lnTo>
                  <a:lnTo>
                    <a:pt x="35852" y="17653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16" y="23799"/>
                  </a:lnTo>
                  <a:lnTo>
                    <a:pt x="30467" y="24701"/>
                  </a:lnTo>
                  <a:lnTo>
                    <a:pt x="31673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29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60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493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" name="object 536" descr=""/>
            <p:cNvSpPr/>
            <p:nvPr/>
          </p:nvSpPr>
          <p:spPr>
            <a:xfrm>
              <a:off x="3984739" y="6756645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7" name="object 537" descr=""/>
            <p:cNvSpPr/>
            <p:nvPr/>
          </p:nvSpPr>
          <p:spPr>
            <a:xfrm>
              <a:off x="3987177" y="6759390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706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12"/>
                  </a:lnTo>
                  <a:lnTo>
                    <a:pt x="1193" y="23114"/>
                  </a:lnTo>
                  <a:lnTo>
                    <a:pt x="0" y="23558"/>
                  </a:lnTo>
                  <a:lnTo>
                    <a:pt x="50" y="24447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20"/>
                  </a:lnTo>
                  <a:lnTo>
                    <a:pt x="4737" y="25107"/>
                  </a:lnTo>
                  <a:lnTo>
                    <a:pt x="4813" y="26822"/>
                  </a:lnTo>
                  <a:lnTo>
                    <a:pt x="4902" y="28549"/>
                  </a:lnTo>
                  <a:lnTo>
                    <a:pt x="5283" y="29921"/>
                  </a:lnTo>
                  <a:lnTo>
                    <a:pt x="6057" y="29870"/>
                  </a:lnTo>
                  <a:lnTo>
                    <a:pt x="6299" y="28460"/>
                  </a:lnTo>
                  <a:lnTo>
                    <a:pt x="6134" y="25019"/>
                  </a:lnTo>
                  <a:lnTo>
                    <a:pt x="5918" y="24244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63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704" y="40373"/>
                  </a:lnTo>
                  <a:lnTo>
                    <a:pt x="24485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904" y="38011"/>
                  </a:lnTo>
                  <a:lnTo>
                    <a:pt x="20815" y="36283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14"/>
                  </a:lnTo>
                  <a:lnTo>
                    <a:pt x="19786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92" y="40614"/>
                  </a:lnTo>
                  <a:lnTo>
                    <a:pt x="14998" y="41046"/>
                  </a:lnTo>
                  <a:lnTo>
                    <a:pt x="15049" y="41948"/>
                  </a:lnTo>
                  <a:lnTo>
                    <a:pt x="16256" y="42240"/>
                  </a:lnTo>
                  <a:lnTo>
                    <a:pt x="19215" y="42049"/>
                  </a:lnTo>
                  <a:lnTo>
                    <a:pt x="19875" y="41808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88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35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59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93" y="11137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35" y="6375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26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51"/>
                  </a:lnTo>
                  <a:lnTo>
                    <a:pt x="36245" y="19037"/>
                  </a:lnTo>
                  <a:lnTo>
                    <a:pt x="35864" y="17653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96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45" y="24803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60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" name="object 538" descr=""/>
            <p:cNvSpPr/>
            <p:nvPr/>
          </p:nvSpPr>
          <p:spPr>
            <a:xfrm>
              <a:off x="3891705" y="668356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9" name="object 539" descr=""/>
            <p:cNvSpPr/>
            <p:nvPr/>
          </p:nvSpPr>
          <p:spPr>
            <a:xfrm>
              <a:off x="3894150" y="6686314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38" y="24447"/>
                  </a:lnTo>
                  <a:lnTo>
                    <a:pt x="1257" y="24739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22"/>
                  </a:lnTo>
                  <a:lnTo>
                    <a:pt x="4889" y="28549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75"/>
                  </a:moveTo>
                  <a:lnTo>
                    <a:pt x="25692" y="40386"/>
                  </a:lnTo>
                  <a:lnTo>
                    <a:pt x="24472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02" y="36283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53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49"/>
                  </a:lnTo>
                  <a:lnTo>
                    <a:pt x="19862" y="41821"/>
                  </a:lnTo>
                  <a:lnTo>
                    <a:pt x="19723" y="42608"/>
                  </a:lnTo>
                  <a:lnTo>
                    <a:pt x="19812" y="44323"/>
                  </a:lnTo>
                  <a:lnTo>
                    <a:pt x="19888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49" y="41719"/>
                  </a:lnTo>
                  <a:lnTo>
                    <a:pt x="25730" y="41275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59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18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35" y="7327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091" y="9410"/>
                  </a:lnTo>
                  <a:lnTo>
                    <a:pt x="20180" y="11137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57" y="23025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22" y="20751"/>
                  </a:lnTo>
                  <a:lnTo>
                    <a:pt x="36233" y="19037"/>
                  </a:lnTo>
                  <a:lnTo>
                    <a:pt x="35852" y="17653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60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" name="object 540" descr=""/>
            <p:cNvSpPr/>
            <p:nvPr/>
          </p:nvSpPr>
          <p:spPr>
            <a:xfrm>
              <a:off x="3914346" y="6719093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1" name="object 541" descr=""/>
            <p:cNvSpPr/>
            <p:nvPr/>
          </p:nvSpPr>
          <p:spPr>
            <a:xfrm>
              <a:off x="3916794" y="6721836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16" y="23050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22" y="17411"/>
                  </a:lnTo>
                  <a:lnTo>
                    <a:pt x="4648" y="17462"/>
                  </a:lnTo>
                  <a:lnTo>
                    <a:pt x="4406" y="18872"/>
                  </a:lnTo>
                  <a:lnTo>
                    <a:pt x="4572" y="22326"/>
                  </a:lnTo>
                  <a:lnTo>
                    <a:pt x="4762" y="23088"/>
                  </a:lnTo>
                  <a:lnTo>
                    <a:pt x="4127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21" y="25019"/>
                  </a:lnTo>
                  <a:lnTo>
                    <a:pt x="5905" y="24257"/>
                  </a:lnTo>
                  <a:lnTo>
                    <a:pt x="6591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87"/>
                  </a:moveTo>
                  <a:lnTo>
                    <a:pt x="25692" y="40386"/>
                  </a:lnTo>
                  <a:lnTo>
                    <a:pt x="24472" y="40093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67" y="39725"/>
                  </a:lnTo>
                  <a:lnTo>
                    <a:pt x="20891" y="38011"/>
                  </a:lnTo>
                  <a:lnTo>
                    <a:pt x="20802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26" y="40424"/>
                  </a:lnTo>
                  <a:lnTo>
                    <a:pt x="17653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62"/>
                  </a:lnTo>
                  <a:lnTo>
                    <a:pt x="19862" y="41821"/>
                  </a:lnTo>
                  <a:lnTo>
                    <a:pt x="19723" y="42608"/>
                  </a:lnTo>
                  <a:lnTo>
                    <a:pt x="19812" y="44323"/>
                  </a:lnTo>
                  <a:lnTo>
                    <a:pt x="19888" y="46050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49" y="41719"/>
                  </a:lnTo>
                  <a:lnTo>
                    <a:pt x="25730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71" y="5473"/>
                  </a:lnTo>
                  <a:lnTo>
                    <a:pt x="24765" y="5181"/>
                  </a:lnTo>
                  <a:lnTo>
                    <a:pt x="21805" y="5372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70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50" y="4914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59" y="5702"/>
                  </a:lnTo>
                  <a:lnTo>
                    <a:pt x="15278" y="6146"/>
                  </a:lnTo>
                  <a:lnTo>
                    <a:pt x="15328" y="7048"/>
                  </a:lnTo>
                  <a:lnTo>
                    <a:pt x="16535" y="7340"/>
                  </a:lnTo>
                  <a:lnTo>
                    <a:pt x="19494" y="7150"/>
                  </a:lnTo>
                  <a:lnTo>
                    <a:pt x="20142" y="6908"/>
                  </a:lnTo>
                  <a:lnTo>
                    <a:pt x="20015" y="7696"/>
                  </a:lnTo>
                  <a:lnTo>
                    <a:pt x="20091" y="9423"/>
                  </a:lnTo>
                  <a:lnTo>
                    <a:pt x="20180" y="11137"/>
                  </a:lnTo>
                  <a:lnTo>
                    <a:pt x="20548" y="12522"/>
                  </a:lnTo>
                  <a:lnTo>
                    <a:pt x="21336" y="12458"/>
                  </a:lnTo>
                  <a:lnTo>
                    <a:pt x="21564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55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39"/>
                  </a:lnTo>
                  <a:lnTo>
                    <a:pt x="39903" y="22834"/>
                  </a:lnTo>
                  <a:lnTo>
                    <a:pt x="36944" y="23025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09" y="20764"/>
                  </a:lnTo>
                  <a:lnTo>
                    <a:pt x="36233" y="19037"/>
                  </a:lnTo>
                  <a:lnTo>
                    <a:pt x="35852" y="17665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16" y="23799"/>
                  </a:lnTo>
                  <a:lnTo>
                    <a:pt x="30467" y="24701"/>
                  </a:lnTo>
                  <a:lnTo>
                    <a:pt x="31673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29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73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493" y="24574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" name="object 542" descr=""/>
            <p:cNvSpPr/>
            <p:nvPr/>
          </p:nvSpPr>
          <p:spPr>
            <a:xfrm>
              <a:off x="3961469" y="6719093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3" name="object 543" descr=""/>
            <p:cNvSpPr/>
            <p:nvPr/>
          </p:nvSpPr>
          <p:spPr>
            <a:xfrm>
              <a:off x="3963911" y="6721836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692" y="40386"/>
                  </a:lnTo>
                  <a:lnTo>
                    <a:pt x="24485" y="40093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50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20" y="5638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39"/>
                  </a:lnTo>
                  <a:lnTo>
                    <a:pt x="39903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398" y="22479"/>
                  </a:lnTo>
                  <a:lnTo>
                    <a:pt x="36322" y="20764"/>
                  </a:lnTo>
                  <a:lnTo>
                    <a:pt x="36233" y="19037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" name="object 544" descr=""/>
            <p:cNvSpPr/>
            <p:nvPr/>
          </p:nvSpPr>
          <p:spPr>
            <a:xfrm>
              <a:off x="3884603" y="6719093"/>
              <a:ext cx="29845" cy="53975"/>
            </a:xfrm>
            <a:custGeom>
              <a:avLst/>
              <a:gdLst/>
              <a:ahLst/>
              <a:cxnLst/>
              <a:rect l="l" t="t" r="r" b="b"/>
              <a:pathLst>
                <a:path w="29845" h="53975">
                  <a:moveTo>
                    <a:pt x="29743" y="26711"/>
                  </a:moveTo>
                  <a:lnTo>
                    <a:pt x="6843" y="53422"/>
                  </a:lnTo>
                  <a:lnTo>
                    <a:pt x="0" y="45439"/>
                  </a:lnTo>
                </a:path>
                <a:path w="29845" h="53975">
                  <a:moveTo>
                    <a:pt x="0" y="7983"/>
                  </a:moveTo>
                  <a:lnTo>
                    <a:pt x="6843" y="0"/>
                  </a:lnTo>
                  <a:lnTo>
                    <a:pt x="29743" y="26711"/>
                  </a:lnTo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5" name="object 545" descr=""/>
            <p:cNvSpPr/>
            <p:nvPr/>
          </p:nvSpPr>
          <p:spPr>
            <a:xfrm>
              <a:off x="3885996" y="6721836"/>
              <a:ext cx="26670" cy="47625"/>
            </a:xfrm>
            <a:custGeom>
              <a:avLst/>
              <a:gdLst/>
              <a:ahLst/>
              <a:cxnLst/>
              <a:rect l="l" t="t" r="r" b="b"/>
              <a:pathLst>
                <a:path w="26670" h="47625">
                  <a:moveTo>
                    <a:pt x="10731" y="41287"/>
                  </a:moveTo>
                  <a:lnTo>
                    <a:pt x="10693" y="40386"/>
                  </a:lnTo>
                  <a:lnTo>
                    <a:pt x="9474" y="40093"/>
                  </a:lnTo>
                  <a:lnTo>
                    <a:pt x="6527" y="40271"/>
                  </a:lnTo>
                  <a:lnTo>
                    <a:pt x="5816" y="40538"/>
                  </a:lnTo>
                  <a:lnTo>
                    <a:pt x="5969" y="39725"/>
                  </a:lnTo>
                  <a:lnTo>
                    <a:pt x="5892" y="38011"/>
                  </a:lnTo>
                  <a:lnTo>
                    <a:pt x="5803" y="36296"/>
                  </a:lnTo>
                  <a:lnTo>
                    <a:pt x="5422" y="34912"/>
                  </a:lnTo>
                  <a:lnTo>
                    <a:pt x="4648" y="34963"/>
                  </a:lnTo>
                  <a:lnTo>
                    <a:pt x="4406" y="36372"/>
                  </a:lnTo>
                  <a:lnTo>
                    <a:pt x="4572" y="39814"/>
                  </a:lnTo>
                  <a:lnTo>
                    <a:pt x="4775" y="40589"/>
                  </a:lnTo>
                  <a:lnTo>
                    <a:pt x="4127" y="40424"/>
                  </a:lnTo>
                  <a:lnTo>
                    <a:pt x="2654" y="40513"/>
                  </a:lnTo>
                  <a:lnTo>
                    <a:pt x="1181" y="40614"/>
                  </a:lnTo>
                  <a:lnTo>
                    <a:pt x="0" y="41046"/>
                  </a:lnTo>
                  <a:lnTo>
                    <a:pt x="38" y="41948"/>
                  </a:lnTo>
                  <a:lnTo>
                    <a:pt x="1244" y="42240"/>
                  </a:lnTo>
                  <a:lnTo>
                    <a:pt x="4203" y="42062"/>
                  </a:lnTo>
                  <a:lnTo>
                    <a:pt x="4864" y="41821"/>
                  </a:lnTo>
                  <a:lnTo>
                    <a:pt x="4724" y="42608"/>
                  </a:lnTo>
                  <a:lnTo>
                    <a:pt x="4800" y="44323"/>
                  </a:lnTo>
                  <a:lnTo>
                    <a:pt x="4889" y="46050"/>
                  </a:lnTo>
                  <a:lnTo>
                    <a:pt x="5270" y="47421"/>
                  </a:lnTo>
                  <a:lnTo>
                    <a:pt x="6045" y="47371"/>
                  </a:lnTo>
                  <a:lnTo>
                    <a:pt x="6286" y="45961"/>
                  </a:lnTo>
                  <a:lnTo>
                    <a:pt x="6121" y="42519"/>
                  </a:lnTo>
                  <a:lnTo>
                    <a:pt x="5905" y="41757"/>
                  </a:lnTo>
                  <a:lnTo>
                    <a:pt x="6591" y="41910"/>
                  </a:lnTo>
                  <a:lnTo>
                    <a:pt x="8077" y="41821"/>
                  </a:lnTo>
                  <a:lnTo>
                    <a:pt x="9550" y="41719"/>
                  </a:lnTo>
                  <a:lnTo>
                    <a:pt x="10731" y="41287"/>
                  </a:lnTo>
                  <a:close/>
                </a:path>
                <a:path w="26670" h="47625">
                  <a:moveTo>
                    <a:pt x="11023" y="6375"/>
                  </a:moveTo>
                  <a:lnTo>
                    <a:pt x="10972" y="5473"/>
                  </a:lnTo>
                  <a:lnTo>
                    <a:pt x="9766" y="5181"/>
                  </a:lnTo>
                  <a:lnTo>
                    <a:pt x="6807" y="5372"/>
                  </a:lnTo>
                  <a:lnTo>
                    <a:pt x="6108" y="5626"/>
                  </a:lnTo>
                  <a:lnTo>
                    <a:pt x="6261" y="4813"/>
                  </a:lnTo>
                  <a:lnTo>
                    <a:pt x="6172" y="3098"/>
                  </a:lnTo>
                  <a:lnTo>
                    <a:pt x="6083" y="1384"/>
                  </a:lnTo>
                  <a:lnTo>
                    <a:pt x="5715" y="0"/>
                  </a:lnTo>
                  <a:lnTo>
                    <a:pt x="4940" y="50"/>
                  </a:lnTo>
                  <a:lnTo>
                    <a:pt x="4699" y="1460"/>
                  </a:lnTo>
                  <a:lnTo>
                    <a:pt x="4851" y="4914"/>
                  </a:lnTo>
                  <a:lnTo>
                    <a:pt x="5054" y="5676"/>
                  </a:lnTo>
                  <a:lnTo>
                    <a:pt x="4419" y="5511"/>
                  </a:lnTo>
                  <a:lnTo>
                    <a:pt x="2933" y="5613"/>
                  </a:lnTo>
                  <a:lnTo>
                    <a:pt x="1460" y="5702"/>
                  </a:lnTo>
                  <a:lnTo>
                    <a:pt x="279" y="6146"/>
                  </a:lnTo>
                  <a:lnTo>
                    <a:pt x="317" y="7048"/>
                  </a:lnTo>
                  <a:lnTo>
                    <a:pt x="1536" y="7340"/>
                  </a:lnTo>
                  <a:lnTo>
                    <a:pt x="4483" y="7150"/>
                  </a:lnTo>
                  <a:lnTo>
                    <a:pt x="5143" y="6908"/>
                  </a:lnTo>
                  <a:lnTo>
                    <a:pt x="5003" y="7696"/>
                  </a:lnTo>
                  <a:lnTo>
                    <a:pt x="5092" y="9423"/>
                  </a:lnTo>
                  <a:lnTo>
                    <a:pt x="5181" y="11137"/>
                  </a:lnTo>
                  <a:lnTo>
                    <a:pt x="5549" y="12522"/>
                  </a:lnTo>
                  <a:lnTo>
                    <a:pt x="6324" y="12458"/>
                  </a:lnTo>
                  <a:lnTo>
                    <a:pt x="6565" y="11049"/>
                  </a:lnTo>
                  <a:lnTo>
                    <a:pt x="6413" y="7607"/>
                  </a:lnTo>
                  <a:lnTo>
                    <a:pt x="6197" y="6845"/>
                  </a:lnTo>
                  <a:lnTo>
                    <a:pt x="6883" y="6997"/>
                  </a:lnTo>
                  <a:lnTo>
                    <a:pt x="8356" y="6908"/>
                  </a:lnTo>
                  <a:lnTo>
                    <a:pt x="9829" y="6807"/>
                  </a:lnTo>
                  <a:lnTo>
                    <a:pt x="11023" y="6375"/>
                  </a:lnTo>
                  <a:close/>
                </a:path>
                <a:path w="26670" h="47625">
                  <a:moveTo>
                    <a:pt x="26162" y="24028"/>
                  </a:moveTo>
                  <a:lnTo>
                    <a:pt x="26111" y="23139"/>
                  </a:lnTo>
                  <a:lnTo>
                    <a:pt x="24904" y="22834"/>
                  </a:lnTo>
                  <a:lnTo>
                    <a:pt x="21945" y="23025"/>
                  </a:lnTo>
                  <a:lnTo>
                    <a:pt x="21247" y="23291"/>
                  </a:lnTo>
                  <a:lnTo>
                    <a:pt x="21399" y="22479"/>
                  </a:lnTo>
                  <a:lnTo>
                    <a:pt x="21310" y="20764"/>
                  </a:lnTo>
                  <a:lnTo>
                    <a:pt x="21234" y="19037"/>
                  </a:lnTo>
                  <a:lnTo>
                    <a:pt x="20853" y="17665"/>
                  </a:lnTo>
                  <a:lnTo>
                    <a:pt x="20078" y="17716"/>
                  </a:lnTo>
                  <a:lnTo>
                    <a:pt x="19837" y="19126"/>
                  </a:lnTo>
                  <a:lnTo>
                    <a:pt x="19989" y="22567"/>
                  </a:lnTo>
                  <a:lnTo>
                    <a:pt x="20193" y="23342"/>
                  </a:lnTo>
                  <a:lnTo>
                    <a:pt x="19558" y="23177"/>
                  </a:lnTo>
                  <a:lnTo>
                    <a:pt x="18084" y="23266"/>
                  </a:lnTo>
                  <a:lnTo>
                    <a:pt x="16598" y="23368"/>
                  </a:lnTo>
                  <a:lnTo>
                    <a:pt x="15417" y="23799"/>
                  </a:lnTo>
                  <a:lnTo>
                    <a:pt x="15468" y="24701"/>
                  </a:lnTo>
                  <a:lnTo>
                    <a:pt x="16675" y="24993"/>
                  </a:lnTo>
                  <a:lnTo>
                    <a:pt x="19634" y="24803"/>
                  </a:lnTo>
                  <a:lnTo>
                    <a:pt x="20281" y="24574"/>
                  </a:lnTo>
                  <a:lnTo>
                    <a:pt x="20142" y="25361"/>
                  </a:lnTo>
                  <a:lnTo>
                    <a:pt x="20231" y="27076"/>
                  </a:lnTo>
                  <a:lnTo>
                    <a:pt x="20320" y="28790"/>
                  </a:lnTo>
                  <a:lnTo>
                    <a:pt x="20688" y="30175"/>
                  </a:lnTo>
                  <a:lnTo>
                    <a:pt x="21463" y="30124"/>
                  </a:lnTo>
                  <a:lnTo>
                    <a:pt x="21704" y="28714"/>
                  </a:lnTo>
                  <a:lnTo>
                    <a:pt x="21551" y="25273"/>
                  </a:lnTo>
                  <a:lnTo>
                    <a:pt x="21336" y="24511"/>
                  </a:lnTo>
                  <a:lnTo>
                    <a:pt x="22021" y="24663"/>
                  </a:lnTo>
                  <a:lnTo>
                    <a:pt x="23495" y="24574"/>
                  </a:lnTo>
                  <a:lnTo>
                    <a:pt x="24968" y="24472"/>
                  </a:lnTo>
                  <a:lnTo>
                    <a:pt x="26162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" name="object 546" descr=""/>
            <p:cNvSpPr/>
            <p:nvPr/>
          </p:nvSpPr>
          <p:spPr>
            <a:xfrm>
              <a:off x="3938222" y="668356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7" name="object 547" descr=""/>
            <p:cNvSpPr/>
            <p:nvPr/>
          </p:nvSpPr>
          <p:spPr>
            <a:xfrm>
              <a:off x="3940670" y="6686314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71"/>
                  </a:lnTo>
                  <a:lnTo>
                    <a:pt x="5816" y="23037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22" y="17411"/>
                  </a:lnTo>
                  <a:lnTo>
                    <a:pt x="4648" y="17462"/>
                  </a:lnTo>
                  <a:lnTo>
                    <a:pt x="4406" y="18872"/>
                  </a:lnTo>
                  <a:lnTo>
                    <a:pt x="4572" y="22326"/>
                  </a:lnTo>
                  <a:lnTo>
                    <a:pt x="4762" y="23088"/>
                  </a:lnTo>
                  <a:lnTo>
                    <a:pt x="4127" y="22923"/>
                  </a:lnTo>
                  <a:lnTo>
                    <a:pt x="2654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38" y="24447"/>
                  </a:lnTo>
                  <a:lnTo>
                    <a:pt x="1257" y="24739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00" y="26822"/>
                  </a:lnTo>
                  <a:lnTo>
                    <a:pt x="4889" y="28549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21" y="25019"/>
                  </a:lnTo>
                  <a:lnTo>
                    <a:pt x="5905" y="24257"/>
                  </a:lnTo>
                  <a:lnTo>
                    <a:pt x="6591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75"/>
                  </a:moveTo>
                  <a:lnTo>
                    <a:pt x="25692" y="40386"/>
                  </a:lnTo>
                  <a:lnTo>
                    <a:pt x="24472" y="40081"/>
                  </a:lnTo>
                  <a:lnTo>
                    <a:pt x="21526" y="40271"/>
                  </a:lnTo>
                  <a:lnTo>
                    <a:pt x="20815" y="40538"/>
                  </a:lnTo>
                  <a:lnTo>
                    <a:pt x="20967" y="39725"/>
                  </a:lnTo>
                  <a:lnTo>
                    <a:pt x="20891" y="38011"/>
                  </a:lnTo>
                  <a:lnTo>
                    <a:pt x="20802" y="36283"/>
                  </a:lnTo>
                  <a:lnTo>
                    <a:pt x="20421" y="34912"/>
                  </a:lnTo>
                  <a:lnTo>
                    <a:pt x="19646" y="34963"/>
                  </a:lnTo>
                  <a:lnTo>
                    <a:pt x="19405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26" y="40424"/>
                  </a:lnTo>
                  <a:lnTo>
                    <a:pt x="17653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49"/>
                  </a:lnTo>
                  <a:lnTo>
                    <a:pt x="19862" y="41808"/>
                  </a:lnTo>
                  <a:lnTo>
                    <a:pt x="19723" y="42608"/>
                  </a:lnTo>
                  <a:lnTo>
                    <a:pt x="19812" y="44323"/>
                  </a:lnTo>
                  <a:lnTo>
                    <a:pt x="19888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20" y="42519"/>
                  </a:lnTo>
                  <a:lnTo>
                    <a:pt x="20904" y="41744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49" y="41719"/>
                  </a:lnTo>
                  <a:lnTo>
                    <a:pt x="25730" y="41275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71" y="5473"/>
                  </a:lnTo>
                  <a:lnTo>
                    <a:pt x="24765" y="5181"/>
                  </a:lnTo>
                  <a:lnTo>
                    <a:pt x="21805" y="5359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70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50" y="4902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00"/>
                  </a:lnTo>
                  <a:lnTo>
                    <a:pt x="16459" y="5702"/>
                  </a:lnTo>
                  <a:lnTo>
                    <a:pt x="15278" y="6134"/>
                  </a:lnTo>
                  <a:lnTo>
                    <a:pt x="15316" y="7035"/>
                  </a:lnTo>
                  <a:lnTo>
                    <a:pt x="16535" y="7327"/>
                  </a:lnTo>
                  <a:lnTo>
                    <a:pt x="19494" y="7150"/>
                  </a:lnTo>
                  <a:lnTo>
                    <a:pt x="20142" y="6908"/>
                  </a:lnTo>
                  <a:lnTo>
                    <a:pt x="20015" y="7696"/>
                  </a:lnTo>
                  <a:lnTo>
                    <a:pt x="20091" y="9410"/>
                  </a:lnTo>
                  <a:lnTo>
                    <a:pt x="20180" y="11137"/>
                  </a:lnTo>
                  <a:lnTo>
                    <a:pt x="20548" y="12509"/>
                  </a:lnTo>
                  <a:lnTo>
                    <a:pt x="21323" y="12458"/>
                  </a:lnTo>
                  <a:lnTo>
                    <a:pt x="21564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55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44" y="23025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09" y="20751"/>
                  </a:lnTo>
                  <a:lnTo>
                    <a:pt x="36233" y="19037"/>
                  </a:lnTo>
                  <a:lnTo>
                    <a:pt x="35852" y="17653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16" y="23799"/>
                  </a:lnTo>
                  <a:lnTo>
                    <a:pt x="30467" y="24701"/>
                  </a:lnTo>
                  <a:lnTo>
                    <a:pt x="31673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29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60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493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" name="object 548" descr=""/>
            <p:cNvSpPr/>
            <p:nvPr/>
          </p:nvSpPr>
          <p:spPr>
            <a:xfrm>
              <a:off x="3984739" y="668356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9" name="object 549" descr=""/>
            <p:cNvSpPr/>
            <p:nvPr/>
          </p:nvSpPr>
          <p:spPr>
            <a:xfrm>
              <a:off x="3987177" y="6686314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706" y="22885"/>
                  </a:lnTo>
                  <a:lnTo>
                    <a:pt x="9486" y="22593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12"/>
                  </a:lnTo>
                  <a:lnTo>
                    <a:pt x="1193" y="23114"/>
                  </a:lnTo>
                  <a:lnTo>
                    <a:pt x="0" y="23545"/>
                  </a:lnTo>
                  <a:lnTo>
                    <a:pt x="50" y="24447"/>
                  </a:lnTo>
                  <a:lnTo>
                    <a:pt x="1257" y="24739"/>
                  </a:lnTo>
                  <a:lnTo>
                    <a:pt x="4216" y="24561"/>
                  </a:lnTo>
                  <a:lnTo>
                    <a:pt x="4864" y="24320"/>
                  </a:lnTo>
                  <a:lnTo>
                    <a:pt x="4737" y="25107"/>
                  </a:lnTo>
                  <a:lnTo>
                    <a:pt x="4813" y="26822"/>
                  </a:lnTo>
                  <a:lnTo>
                    <a:pt x="4902" y="28549"/>
                  </a:lnTo>
                  <a:lnTo>
                    <a:pt x="5283" y="29921"/>
                  </a:lnTo>
                  <a:lnTo>
                    <a:pt x="6057" y="29870"/>
                  </a:lnTo>
                  <a:lnTo>
                    <a:pt x="6299" y="28460"/>
                  </a:lnTo>
                  <a:lnTo>
                    <a:pt x="6134" y="25019"/>
                  </a:lnTo>
                  <a:lnTo>
                    <a:pt x="5918" y="24244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63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704" y="40386"/>
                  </a:lnTo>
                  <a:lnTo>
                    <a:pt x="24485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904" y="38011"/>
                  </a:lnTo>
                  <a:lnTo>
                    <a:pt x="20815" y="36283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14"/>
                  </a:lnTo>
                  <a:lnTo>
                    <a:pt x="19786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92" y="40614"/>
                  </a:lnTo>
                  <a:lnTo>
                    <a:pt x="14998" y="41046"/>
                  </a:lnTo>
                  <a:lnTo>
                    <a:pt x="15049" y="41948"/>
                  </a:lnTo>
                  <a:lnTo>
                    <a:pt x="16256" y="42240"/>
                  </a:lnTo>
                  <a:lnTo>
                    <a:pt x="19215" y="42049"/>
                  </a:lnTo>
                  <a:lnTo>
                    <a:pt x="19875" y="41808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88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35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59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93" y="11137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35" y="6375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26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51"/>
                  </a:lnTo>
                  <a:lnTo>
                    <a:pt x="36245" y="19037"/>
                  </a:lnTo>
                  <a:lnTo>
                    <a:pt x="35864" y="17653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96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45" y="24803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60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" name="object 550" descr=""/>
            <p:cNvSpPr/>
            <p:nvPr/>
          </p:nvSpPr>
          <p:spPr>
            <a:xfrm>
              <a:off x="4035300" y="6756645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1" name="object 551" descr=""/>
            <p:cNvSpPr/>
            <p:nvPr/>
          </p:nvSpPr>
          <p:spPr>
            <a:xfrm>
              <a:off x="4037736" y="6759390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706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905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84" y="22313"/>
                  </a:lnTo>
                  <a:lnTo>
                    <a:pt x="4787" y="23088"/>
                  </a:lnTo>
                  <a:lnTo>
                    <a:pt x="4140" y="22923"/>
                  </a:lnTo>
                  <a:lnTo>
                    <a:pt x="2667" y="23012"/>
                  </a:lnTo>
                  <a:lnTo>
                    <a:pt x="1193" y="23114"/>
                  </a:lnTo>
                  <a:lnTo>
                    <a:pt x="0" y="23558"/>
                  </a:lnTo>
                  <a:lnTo>
                    <a:pt x="50" y="24447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76" y="24320"/>
                  </a:lnTo>
                  <a:lnTo>
                    <a:pt x="4737" y="25107"/>
                  </a:lnTo>
                  <a:lnTo>
                    <a:pt x="4813" y="26822"/>
                  </a:lnTo>
                  <a:lnTo>
                    <a:pt x="4902" y="28549"/>
                  </a:lnTo>
                  <a:lnTo>
                    <a:pt x="5283" y="29921"/>
                  </a:lnTo>
                  <a:lnTo>
                    <a:pt x="6057" y="29870"/>
                  </a:lnTo>
                  <a:lnTo>
                    <a:pt x="6299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89" y="24320"/>
                  </a:lnTo>
                  <a:lnTo>
                    <a:pt x="9563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704" y="40373"/>
                  </a:lnTo>
                  <a:lnTo>
                    <a:pt x="24485" y="40081"/>
                  </a:lnTo>
                  <a:lnTo>
                    <a:pt x="21539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904" y="38011"/>
                  </a:lnTo>
                  <a:lnTo>
                    <a:pt x="20815" y="36283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14"/>
                  </a:lnTo>
                  <a:lnTo>
                    <a:pt x="19786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92" y="40614"/>
                  </a:lnTo>
                  <a:lnTo>
                    <a:pt x="15011" y="41046"/>
                  </a:lnTo>
                  <a:lnTo>
                    <a:pt x="15049" y="41948"/>
                  </a:lnTo>
                  <a:lnTo>
                    <a:pt x="16268" y="42240"/>
                  </a:lnTo>
                  <a:lnTo>
                    <a:pt x="19215" y="42049"/>
                  </a:lnTo>
                  <a:lnTo>
                    <a:pt x="19875" y="41808"/>
                  </a:lnTo>
                  <a:lnTo>
                    <a:pt x="19735" y="42608"/>
                  </a:lnTo>
                  <a:lnTo>
                    <a:pt x="19824" y="44323"/>
                  </a:lnTo>
                  <a:lnTo>
                    <a:pt x="19900" y="46037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88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35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59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107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57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507" y="7150"/>
                  </a:lnTo>
                  <a:lnTo>
                    <a:pt x="20154" y="6908"/>
                  </a:lnTo>
                  <a:lnTo>
                    <a:pt x="20027" y="7696"/>
                  </a:lnTo>
                  <a:lnTo>
                    <a:pt x="20104" y="9410"/>
                  </a:lnTo>
                  <a:lnTo>
                    <a:pt x="20193" y="11137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35" y="6375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26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51"/>
                  </a:lnTo>
                  <a:lnTo>
                    <a:pt x="36245" y="19037"/>
                  </a:lnTo>
                  <a:lnTo>
                    <a:pt x="35864" y="17653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96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80" y="24701"/>
                  </a:lnTo>
                  <a:lnTo>
                    <a:pt x="31686" y="24993"/>
                  </a:lnTo>
                  <a:lnTo>
                    <a:pt x="34645" y="24803"/>
                  </a:lnTo>
                  <a:lnTo>
                    <a:pt x="35293" y="24574"/>
                  </a:lnTo>
                  <a:lnTo>
                    <a:pt x="35166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60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92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" name="object 552" descr=""/>
            <p:cNvSpPr/>
            <p:nvPr/>
          </p:nvSpPr>
          <p:spPr>
            <a:xfrm>
              <a:off x="4057941" y="679217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3" name="object 553" descr=""/>
            <p:cNvSpPr/>
            <p:nvPr/>
          </p:nvSpPr>
          <p:spPr>
            <a:xfrm>
              <a:off x="4060380" y="679491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20"/>
                  </a:lnTo>
                  <a:lnTo>
                    <a:pt x="4737" y="25107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63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92" y="40614"/>
                  </a:lnTo>
                  <a:lnTo>
                    <a:pt x="14998" y="41046"/>
                  </a:lnTo>
                  <a:lnTo>
                    <a:pt x="15049" y="41948"/>
                  </a:lnTo>
                  <a:lnTo>
                    <a:pt x="16256" y="42240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50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44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72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39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33" y="19037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45" y="24803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" name="object 554" descr=""/>
            <p:cNvSpPr/>
            <p:nvPr/>
          </p:nvSpPr>
          <p:spPr>
            <a:xfrm>
              <a:off x="4105064" y="679217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5" name="object 555" descr=""/>
            <p:cNvSpPr/>
            <p:nvPr/>
          </p:nvSpPr>
          <p:spPr>
            <a:xfrm>
              <a:off x="4107510" y="6794912"/>
              <a:ext cx="20955" cy="47625"/>
            </a:xfrm>
            <a:custGeom>
              <a:avLst/>
              <a:gdLst/>
              <a:ahLst/>
              <a:cxnLst/>
              <a:rect l="l" t="t" r="r" b="b"/>
              <a:pathLst>
                <a:path w="20954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27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31" y="23787"/>
                  </a:lnTo>
                  <a:close/>
                </a:path>
                <a:path w="20954" h="47625">
                  <a:moveTo>
                    <a:pt x="20408" y="34912"/>
                  </a:moveTo>
                  <a:lnTo>
                    <a:pt x="19418" y="34912"/>
                  </a:lnTo>
                  <a:lnTo>
                    <a:pt x="19418" y="40500"/>
                  </a:lnTo>
                  <a:lnTo>
                    <a:pt x="19138" y="40424"/>
                  </a:lnTo>
                  <a:lnTo>
                    <a:pt x="17653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62"/>
                  </a:lnTo>
                  <a:lnTo>
                    <a:pt x="19723" y="41871"/>
                  </a:lnTo>
                  <a:lnTo>
                    <a:pt x="19723" y="47421"/>
                  </a:lnTo>
                  <a:lnTo>
                    <a:pt x="20408" y="47421"/>
                  </a:lnTo>
                  <a:lnTo>
                    <a:pt x="20408" y="41910"/>
                  </a:lnTo>
                  <a:lnTo>
                    <a:pt x="20408" y="41186"/>
                  </a:lnTo>
                  <a:lnTo>
                    <a:pt x="20408" y="40093"/>
                  </a:lnTo>
                  <a:lnTo>
                    <a:pt x="20408" y="34912"/>
                  </a:lnTo>
                  <a:close/>
                </a:path>
                <a:path w="20954" h="47625">
                  <a:moveTo>
                    <a:pt x="20408" y="0"/>
                  </a:moveTo>
                  <a:lnTo>
                    <a:pt x="19697" y="0"/>
                  </a:lnTo>
                  <a:lnTo>
                    <a:pt x="19697" y="5511"/>
                  </a:lnTo>
                  <a:lnTo>
                    <a:pt x="15278" y="5511"/>
                  </a:lnTo>
                  <a:lnTo>
                    <a:pt x="15278" y="7340"/>
                  </a:lnTo>
                  <a:lnTo>
                    <a:pt x="20015" y="7340"/>
                  </a:lnTo>
                  <a:lnTo>
                    <a:pt x="20015" y="12522"/>
                  </a:lnTo>
                  <a:lnTo>
                    <a:pt x="20408" y="12522"/>
                  </a:lnTo>
                  <a:lnTo>
                    <a:pt x="20408" y="7340"/>
                  </a:lnTo>
                  <a:lnTo>
                    <a:pt x="20408" y="6286"/>
                  </a:lnTo>
                  <a:lnTo>
                    <a:pt x="20408" y="5511"/>
                  </a:lnTo>
                  <a:lnTo>
                    <a:pt x="20408" y="0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" name="object 556" descr=""/>
            <p:cNvSpPr/>
            <p:nvPr/>
          </p:nvSpPr>
          <p:spPr>
            <a:xfrm>
              <a:off x="4012142" y="679217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7" name="object 557" descr=""/>
            <p:cNvSpPr/>
            <p:nvPr/>
          </p:nvSpPr>
          <p:spPr>
            <a:xfrm>
              <a:off x="4014584" y="679491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692" y="40386"/>
                  </a:lnTo>
                  <a:lnTo>
                    <a:pt x="24485" y="40093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50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07" y="5638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62" y="4914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49"/>
                  </a:lnTo>
                  <a:lnTo>
                    <a:pt x="21412" y="7607"/>
                  </a:lnTo>
                  <a:lnTo>
                    <a:pt x="21196" y="6832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39"/>
                  </a:lnTo>
                  <a:lnTo>
                    <a:pt x="39903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398" y="22479"/>
                  </a:lnTo>
                  <a:lnTo>
                    <a:pt x="36322" y="20764"/>
                  </a:lnTo>
                  <a:lnTo>
                    <a:pt x="36233" y="19037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" name="object 558" descr=""/>
            <p:cNvSpPr/>
            <p:nvPr/>
          </p:nvSpPr>
          <p:spPr>
            <a:xfrm>
              <a:off x="4081816" y="6756645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9" name="object 559" descr=""/>
            <p:cNvSpPr/>
            <p:nvPr/>
          </p:nvSpPr>
          <p:spPr>
            <a:xfrm>
              <a:off x="4084256" y="6759390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12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50" y="24447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20"/>
                  </a:lnTo>
                  <a:lnTo>
                    <a:pt x="4737" y="25107"/>
                  </a:lnTo>
                  <a:lnTo>
                    <a:pt x="4813" y="26822"/>
                  </a:lnTo>
                  <a:lnTo>
                    <a:pt x="4902" y="28549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63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704" y="40373"/>
                  </a:lnTo>
                  <a:lnTo>
                    <a:pt x="24485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83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14"/>
                  </a:lnTo>
                  <a:lnTo>
                    <a:pt x="19786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49" y="41948"/>
                  </a:lnTo>
                  <a:lnTo>
                    <a:pt x="16256" y="42240"/>
                  </a:lnTo>
                  <a:lnTo>
                    <a:pt x="19215" y="42049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44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59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80" y="11137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26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51"/>
                  </a:lnTo>
                  <a:lnTo>
                    <a:pt x="36233" y="19037"/>
                  </a:lnTo>
                  <a:lnTo>
                    <a:pt x="35864" y="17653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60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" name="object 560" descr=""/>
            <p:cNvSpPr/>
            <p:nvPr/>
          </p:nvSpPr>
          <p:spPr>
            <a:xfrm>
              <a:off x="4128333" y="6756645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1" name="object 561" descr=""/>
            <p:cNvSpPr/>
            <p:nvPr/>
          </p:nvSpPr>
          <p:spPr>
            <a:xfrm>
              <a:off x="4035300" y="668356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2" name="object 562" descr=""/>
            <p:cNvSpPr/>
            <p:nvPr/>
          </p:nvSpPr>
          <p:spPr>
            <a:xfrm>
              <a:off x="4037736" y="6686314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706" y="22885"/>
                  </a:lnTo>
                  <a:lnTo>
                    <a:pt x="9486" y="22593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905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84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12"/>
                  </a:lnTo>
                  <a:lnTo>
                    <a:pt x="1193" y="23114"/>
                  </a:lnTo>
                  <a:lnTo>
                    <a:pt x="0" y="23545"/>
                  </a:lnTo>
                  <a:lnTo>
                    <a:pt x="50" y="24447"/>
                  </a:lnTo>
                  <a:lnTo>
                    <a:pt x="1257" y="24739"/>
                  </a:lnTo>
                  <a:lnTo>
                    <a:pt x="4216" y="24561"/>
                  </a:lnTo>
                  <a:lnTo>
                    <a:pt x="4876" y="24320"/>
                  </a:lnTo>
                  <a:lnTo>
                    <a:pt x="4737" y="25107"/>
                  </a:lnTo>
                  <a:lnTo>
                    <a:pt x="4813" y="26822"/>
                  </a:lnTo>
                  <a:lnTo>
                    <a:pt x="4902" y="28549"/>
                  </a:lnTo>
                  <a:lnTo>
                    <a:pt x="5283" y="29921"/>
                  </a:lnTo>
                  <a:lnTo>
                    <a:pt x="6057" y="29870"/>
                  </a:lnTo>
                  <a:lnTo>
                    <a:pt x="6299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89" y="24320"/>
                  </a:lnTo>
                  <a:lnTo>
                    <a:pt x="9563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704" y="40386"/>
                  </a:lnTo>
                  <a:lnTo>
                    <a:pt x="24485" y="40081"/>
                  </a:lnTo>
                  <a:lnTo>
                    <a:pt x="21539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904" y="38011"/>
                  </a:lnTo>
                  <a:lnTo>
                    <a:pt x="20815" y="36283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14"/>
                  </a:lnTo>
                  <a:lnTo>
                    <a:pt x="19786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92" y="40614"/>
                  </a:lnTo>
                  <a:lnTo>
                    <a:pt x="15011" y="41046"/>
                  </a:lnTo>
                  <a:lnTo>
                    <a:pt x="15049" y="41948"/>
                  </a:lnTo>
                  <a:lnTo>
                    <a:pt x="16268" y="42240"/>
                  </a:lnTo>
                  <a:lnTo>
                    <a:pt x="19215" y="42049"/>
                  </a:lnTo>
                  <a:lnTo>
                    <a:pt x="19875" y="41808"/>
                  </a:lnTo>
                  <a:lnTo>
                    <a:pt x="19735" y="42608"/>
                  </a:lnTo>
                  <a:lnTo>
                    <a:pt x="19824" y="44323"/>
                  </a:lnTo>
                  <a:lnTo>
                    <a:pt x="19900" y="46037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88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35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59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107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57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507" y="7150"/>
                  </a:lnTo>
                  <a:lnTo>
                    <a:pt x="20154" y="6908"/>
                  </a:lnTo>
                  <a:lnTo>
                    <a:pt x="20027" y="7696"/>
                  </a:lnTo>
                  <a:lnTo>
                    <a:pt x="20104" y="9410"/>
                  </a:lnTo>
                  <a:lnTo>
                    <a:pt x="20193" y="11137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35" y="6375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26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51"/>
                  </a:lnTo>
                  <a:lnTo>
                    <a:pt x="36245" y="19037"/>
                  </a:lnTo>
                  <a:lnTo>
                    <a:pt x="35864" y="17653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96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80" y="24701"/>
                  </a:lnTo>
                  <a:lnTo>
                    <a:pt x="31686" y="24993"/>
                  </a:lnTo>
                  <a:lnTo>
                    <a:pt x="34645" y="24803"/>
                  </a:lnTo>
                  <a:lnTo>
                    <a:pt x="35293" y="24574"/>
                  </a:lnTo>
                  <a:lnTo>
                    <a:pt x="35166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60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92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" name="object 563" descr=""/>
            <p:cNvSpPr/>
            <p:nvPr/>
          </p:nvSpPr>
          <p:spPr>
            <a:xfrm>
              <a:off x="4057941" y="6719093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4" name="object 564" descr=""/>
            <p:cNvSpPr/>
            <p:nvPr/>
          </p:nvSpPr>
          <p:spPr>
            <a:xfrm>
              <a:off x="4060380" y="6721836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20"/>
                  </a:lnTo>
                  <a:lnTo>
                    <a:pt x="4737" y="25107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63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92" y="40614"/>
                  </a:lnTo>
                  <a:lnTo>
                    <a:pt x="14998" y="41046"/>
                  </a:lnTo>
                  <a:lnTo>
                    <a:pt x="15049" y="41948"/>
                  </a:lnTo>
                  <a:lnTo>
                    <a:pt x="16256" y="42240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50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44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72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39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33" y="19037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45" y="24803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" name="object 565" descr=""/>
            <p:cNvSpPr/>
            <p:nvPr/>
          </p:nvSpPr>
          <p:spPr>
            <a:xfrm>
              <a:off x="4105064" y="6719093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6" name="object 566" descr=""/>
            <p:cNvSpPr/>
            <p:nvPr/>
          </p:nvSpPr>
          <p:spPr>
            <a:xfrm>
              <a:off x="4107510" y="6721836"/>
              <a:ext cx="20955" cy="47625"/>
            </a:xfrm>
            <a:custGeom>
              <a:avLst/>
              <a:gdLst/>
              <a:ahLst/>
              <a:cxnLst/>
              <a:rect l="l" t="t" r="r" b="b"/>
              <a:pathLst>
                <a:path w="20954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27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31" y="23787"/>
                  </a:lnTo>
                  <a:close/>
                </a:path>
                <a:path w="20954" h="47625">
                  <a:moveTo>
                    <a:pt x="20408" y="34912"/>
                  </a:moveTo>
                  <a:lnTo>
                    <a:pt x="19418" y="34912"/>
                  </a:lnTo>
                  <a:lnTo>
                    <a:pt x="19418" y="40500"/>
                  </a:lnTo>
                  <a:lnTo>
                    <a:pt x="19138" y="40424"/>
                  </a:lnTo>
                  <a:lnTo>
                    <a:pt x="17653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62"/>
                  </a:lnTo>
                  <a:lnTo>
                    <a:pt x="19723" y="41871"/>
                  </a:lnTo>
                  <a:lnTo>
                    <a:pt x="19723" y="47421"/>
                  </a:lnTo>
                  <a:lnTo>
                    <a:pt x="20408" y="47421"/>
                  </a:lnTo>
                  <a:lnTo>
                    <a:pt x="20408" y="41910"/>
                  </a:lnTo>
                  <a:lnTo>
                    <a:pt x="20408" y="41186"/>
                  </a:lnTo>
                  <a:lnTo>
                    <a:pt x="20408" y="40093"/>
                  </a:lnTo>
                  <a:lnTo>
                    <a:pt x="20408" y="34912"/>
                  </a:lnTo>
                  <a:close/>
                </a:path>
                <a:path w="20954" h="47625">
                  <a:moveTo>
                    <a:pt x="20408" y="0"/>
                  </a:moveTo>
                  <a:lnTo>
                    <a:pt x="19697" y="0"/>
                  </a:lnTo>
                  <a:lnTo>
                    <a:pt x="19697" y="5511"/>
                  </a:lnTo>
                  <a:lnTo>
                    <a:pt x="15278" y="5511"/>
                  </a:lnTo>
                  <a:lnTo>
                    <a:pt x="15278" y="7340"/>
                  </a:lnTo>
                  <a:lnTo>
                    <a:pt x="20015" y="7340"/>
                  </a:lnTo>
                  <a:lnTo>
                    <a:pt x="20015" y="11950"/>
                  </a:lnTo>
                  <a:lnTo>
                    <a:pt x="20015" y="12522"/>
                  </a:lnTo>
                  <a:lnTo>
                    <a:pt x="20408" y="12522"/>
                  </a:lnTo>
                  <a:lnTo>
                    <a:pt x="20408" y="11950"/>
                  </a:lnTo>
                  <a:lnTo>
                    <a:pt x="20408" y="7340"/>
                  </a:lnTo>
                  <a:lnTo>
                    <a:pt x="20408" y="6286"/>
                  </a:lnTo>
                  <a:lnTo>
                    <a:pt x="20408" y="5511"/>
                  </a:lnTo>
                  <a:lnTo>
                    <a:pt x="20408" y="0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" name="object 567" descr=""/>
            <p:cNvSpPr/>
            <p:nvPr/>
          </p:nvSpPr>
          <p:spPr>
            <a:xfrm>
              <a:off x="4012142" y="6719093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8" name="object 568" descr=""/>
            <p:cNvSpPr/>
            <p:nvPr/>
          </p:nvSpPr>
          <p:spPr>
            <a:xfrm>
              <a:off x="4014584" y="6721836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692" y="40386"/>
                  </a:lnTo>
                  <a:lnTo>
                    <a:pt x="24485" y="40093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50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07" y="5638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62" y="4914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12" y="7607"/>
                  </a:lnTo>
                  <a:lnTo>
                    <a:pt x="21196" y="6832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39"/>
                  </a:lnTo>
                  <a:lnTo>
                    <a:pt x="39903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398" y="22479"/>
                  </a:lnTo>
                  <a:lnTo>
                    <a:pt x="36322" y="20764"/>
                  </a:lnTo>
                  <a:lnTo>
                    <a:pt x="36233" y="19037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" name="object 569" descr=""/>
            <p:cNvSpPr/>
            <p:nvPr/>
          </p:nvSpPr>
          <p:spPr>
            <a:xfrm>
              <a:off x="4081816" y="668356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0" name="object 570" descr=""/>
            <p:cNvSpPr/>
            <p:nvPr/>
          </p:nvSpPr>
          <p:spPr>
            <a:xfrm>
              <a:off x="4084256" y="6686314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50" y="24447"/>
                  </a:lnTo>
                  <a:lnTo>
                    <a:pt x="1257" y="24739"/>
                  </a:lnTo>
                  <a:lnTo>
                    <a:pt x="4216" y="24561"/>
                  </a:lnTo>
                  <a:lnTo>
                    <a:pt x="4864" y="24320"/>
                  </a:lnTo>
                  <a:lnTo>
                    <a:pt x="4737" y="25107"/>
                  </a:lnTo>
                  <a:lnTo>
                    <a:pt x="4813" y="26822"/>
                  </a:lnTo>
                  <a:lnTo>
                    <a:pt x="4902" y="28549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63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704" y="40386"/>
                  </a:lnTo>
                  <a:lnTo>
                    <a:pt x="24485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83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14"/>
                  </a:lnTo>
                  <a:lnTo>
                    <a:pt x="19786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49" y="41948"/>
                  </a:lnTo>
                  <a:lnTo>
                    <a:pt x="16256" y="42240"/>
                  </a:lnTo>
                  <a:lnTo>
                    <a:pt x="19215" y="42049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44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59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80" y="11137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26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51"/>
                  </a:lnTo>
                  <a:lnTo>
                    <a:pt x="36233" y="19037"/>
                  </a:lnTo>
                  <a:lnTo>
                    <a:pt x="35864" y="17653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60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" name="object 571" descr=""/>
            <p:cNvSpPr/>
            <p:nvPr/>
          </p:nvSpPr>
          <p:spPr>
            <a:xfrm>
              <a:off x="4128333" y="668356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2" name="object 572" descr=""/>
            <p:cNvSpPr/>
            <p:nvPr/>
          </p:nvSpPr>
          <p:spPr>
            <a:xfrm>
              <a:off x="3891705" y="6902965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3" name="object 573" descr=""/>
            <p:cNvSpPr/>
            <p:nvPr/>
          </p:nvSpPr>
          <p:spPr>
            <a:xfrm>
              <a:off x="3894150" y="6905707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87"/>
                  </a:moveTo>
                  <a:lnTo>
                    <a:pt x="25692" y="40386"/>
                  </a:lnTo>
                  <a:lnTo>
                    <a:pt x="24472" y="40093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02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53" y="40513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62"/>
                  </a:lnTo>
                  <a:lnTo>
                    <a:pt x="19862" y="41821"/>
                  </a:lnTo>
                  <a:lnTo>
                    <a:pt x="19723" y="42608"/>
                  </a:lnTo>
                  <a:lnTo>
                    <a:pt x="19812" y="44323"/>
                  </a:lnTo>
                  <a:lnTo>
                    <a:pt x="19888" y="46050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49" y="41719"/>
                  </a:lnTo>
                  <a:lnTo>
                    <a:pt x="25730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07" y="5638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62" y="4914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35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091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39"/>
                  </a:lnTo>
                  <a:lnTo>
                    <a:pt x="39903" y="22834"/>
                  </a:lnTo>
                  <a:lnTo>
                    <a:pt x="36957" y="23025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22" y="20764"/>
                  </a:lnTo>
                  <a:lnTo>
                    <a:pt x="36233" y="19050"/>
                  </a:lnTo>
                  <a:lnTo>
                    <a:pt x="35852" y="17665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73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" name="object 574" descr=""/>
            <p:cNvSpPr/>
            <p:nvPr/>
          </p:nvSpPr>
          <p:spPr>
            <a:xfrm>
              <a:off x="3914346" y="693849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5" name="object 575" descr=""/>
            <p:cNvSpPr/>
            <p:nvPr/>
          </p:nvSpPr>
          <p:spPr>
            <a:xfrm>
              <a:off x="3916794" y="6941229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16" y="23050"/>
                  </a:lnTo>
                  <a:lnTo>
                    <a:pt x="5969" y="22237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22" y="17411"/>
                  </a:lnTo>
                  <a:lnTo>
                    <a:pt x="4648" y="17462"/>
                  </a:lnTo>
                  <a:lnTo>
                    <a:pt x="4406" y="18884"/>
                  </a:lnTo>
                  <a:lnTo>
                    <a:pt x="4572" y="22326"/>
                  </a:lnTo>
                  <a:lnTo>
                    <a:pt x="4775" y="23101"/>
                  </a:lnTo>
                  <a:lnTo>
                    <a:pt x="4127" y="22936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20"/>
                  </a:lnTo>
                  <a:lnTo>
                    <a:pt x="4813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73"/>
                  </a:lnTo>
                  <a:lnTo>
                    <a:pt x="6121" y="25019"/>
                  </a:lnTo>
                  <a:lnTo>
                    <a:pt x="5905" y="24269"/>
                  </a:lnTo>
                  <a:lnTo>
                    <a:pt x="6591" y="24422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87"/>
                  </a:moveTo>
                  <a:lnTo>
                    <a:pt x="25692" y="40386"/>
                  </a:lnTo>
                  <a:lnTo>
                    <a:pt x="24472" y="40093"/>
                  </a:lnTo>
                  <a:lnTo>
                    <a:pt x="21526" y="40284"/>
                  </a:lnTo>
                  <a:lnTo>
                    <a:pt x="20828" y="40551"/>
                  </a:lnTo>
                  <a:lnTo>
                    <a:pt x="20967" y="39725"/>
                  </a:lnTo>
                  <a:lnTo>
                    <a:pt x="20891" y="38011"/>
                  </a:lnTo>
                  <a:lnTo>
                    <a:pt x="20802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26" y="40424"/>
                  </a:lnTo>
                  <a:lnTo>
                    <a:pt x="17653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60"/>
                  </a:lnTo>
                  <a:lnTo>
                    <a:pt x="16256" y="42252"/>
                  </a:lnTo>
                  <a:lnTo>
                    <a:pt x="19202" y="42062"/>
                  </a:lnTo>
                  <a:lnTo>
                    <a:pt x="19862" y="41821"/>
                  </a:lnTo>
                  <a:lnTo>
                    <a:pt x="19723" y="42608"/>
                  </a:lnTo>
                  <a:lnTo>
                    <a:pt x="19812" y="44335"/>
                  </a:lnTo>
                  <a:lnTo>
                    <a:pt x="19888" y="46050"/>
                  </a:lnTo>
                  <a:lnTo>
                    <a:pt x="20269" y="47434"/>
                  </a:lnTo>
                  <a:lnTo>
                    <a:pt x="21043" y="47383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49" y="41719"/>
                  </a:lnTo>
                  <a:lnTo>
                    <a:pt x="25730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71" y="5473"/>
                  </a:lnTo>
                  <a:lnTo>
                    <a:pt x="24765" y="5181"/>
                  </a:lnTo>
                  <a:lnTo>
                    <a:pt x="21805" y="5372"/>
                  </a:lnTo>
                  <a:lnTo>
                    <a:pt x="21107" y="5638"/>
                  </a:lnTo>
                  <a:lnTo>
                    <a:pt x="21259" y="4826"/>
                  </a:lnTo>
                  <a:lnTo>
                    <a:pt x="21170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73"/>
                  </a:lnTo>
                  <a:lnTo>
                    <a:pt x="19850" y="4914"/>
                  </a:lnTo>
                  <a:lnTo>
                    <a:pt x="20053" y="5689"/>
                  </a:lnTo>
                  <a:lnTo>
                    <a:pt x="19418" y="5524"/>
                  </a:lnTo>
                  <a:lnTo>
                    <a:pt x="17945" y="5613"/>
                  </a:lnTo>
                  <a:lnTo>
                    <a:pt x="16459" y="5702"/>
                  </a:lnTo>
                  <a:lnTo>
                    <a:pt x="15278" y="6146"/>
                  </a:lnTo>
                  <a:lnTo>
                    <a:pt x="15328" y="7048"/>
                  </a:lnTo>
                  <a:lnTo>
                    <a:pt x="16535" y="7340"/>
                  </a:lnTo>
                  <a:lnTo>
                    <a:pt x="19494" y="7150"/>
                  </a:lnTo>
                  <a:lnTo>
                    <a:pt x="20142" y="6921"/>
                  </a:lnTo>
                  <a:lnTo>
                    <a:pt x="20015" y="7708"/>
                  </a:lnTo>
                  <a:lnTo>
                    <a:pt x="20091" y="9423"/>
                  </a:lnTo>
                  <a:lnTo>
                    <a:pt x="20180" y="11137"/>
                  </a:lnTo>
                  <a:lnTo>
                    <a:pt x="20548" y="12522"/>
                  </a:lnTo>
                  <a:lnTo>
                    <a:pt x="21336" y="12471"/>
                  </a:lnTo>
                  <a:lnTo>
                    <a:pt x="21564" y="11049"/>
                  </a:lnTo>
                  <a:lnTo>
                    <a:pt x="21412" y="7607"/>
                  </a:lnTo>
                  <a:lnTo>
                    <a:pt x="21196" y="6858"/>
                  </a:lnTo>
                  <a:lnTo>
                    <a:pt x="21882" y="7010"/>
                  </a:lnTo>
                  <a:lnTo>
                    <a:pt x="23355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41"/>
                  </a:moveTo>
                  <a:lnTo>
                    <a:pt x="41122" y="23139"/>
                  </a:lnTo>
                  <a:lnTo>
                    <a:pt x="39903" y="22847"/>
                  </a:lnTo>
                  <a:lnTo>
                    <a:pt x="36944" y="23037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09" y="20764"/>
                  </a:lnTo>
                  <a:lnTo>
                    <a:pt x="36233" y="19050"/>
                  </a:lnTo>
                  <a:lnTo>
                    <a:pt x="35852" y="17665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80"/>
                  </a:lnTo>
                  <a:lnTo>
                    <a:pt x="35191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16" y="23812"/>
                  </a:lnTo>
                  <a:lnTo>
                    <a:pt x="30467" y="24701"/>
                  </a:lnTo>
                  <a:lnTo>
                    <a:pt x="31673" y="25006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29" y="27076"/>
                  </a:lnTo>
                  <a:lnTo>
                    <a:pt x="35318" y="28803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73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493" y="24574"/>
                  </a:lnTo>
                  <a:lnTo>
                    <a:pt x="39979" y="24472"/>
                  </a:lnTo>
                  <a:lnTo>
                    <a:pt x="41160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" name="object 576" descr=""/>
            <p:cNvSpPr/>
            <p:nvPr/>
          </p:nvSpPr>
          <p:spPr>
            <a:xfrm>
              <a:off x="3961469" y="693849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7" name="object 577" descr=""/>
            <p:cNvSpPr/>
            <p:nvPr/>
          </p:nvSpPr>
          <p:spPr>
            <a:xfrm>
              <a:off x="3963911" y="6941229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81" y="22237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101"/>
                  </a:lnTo>
                  <a:lnTo>
                    <a:pt x="4140" y="22936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33"/>
                  </a:lnTo>
                  <a:lnTo>
                    <a:pt x="4724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73"/>
                  </a:lnTo>
                  <a:lnTo>
                    <a:pt x="6134" y="25019"/>
                  </a:lnTo>
                  <a:lnTo>
                    <a:pt x="5918" y="24269"/>
                  </a:lnTo>
                  <a:lnTo>
                    <a:pt x="6604" y="24422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692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60"/>
                  </a:lnTo>
                  <a:lnTo>
                    <a:pt x="16256" y="42252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35"/>
                  </a:lnTo>
                  <a:lnTo>
                    <a:pt x="19900" y="46050"/>
                  </a:lnTo>
                  <a:lnTo>
                    <a:pt x="20269" y="47434"/>
                  </a:lnTo>
                  <a:lnTo>
                    <a:pt x="21043" y="47383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20" y="5638"/>
                  </a:lnTo>
                  <a:lnTo>
                    <a:pt x="21259" y="4826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73"/>
                  </a:lnTo>
                  <a:lnTo>
                    <a:pt x="19862" y="4914"/>
                  </a:lnTo>
                  <a:lnTo>
                    <a:pt x="20066" y="5689"/>
                  </a:lnTo>
                  <a:lnTo>
                    <a:pt x="19418" y="5524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708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58"/>
                  </a:lnTo>
                  <a:lnTo>
                    <a:pt x="21894" y="7010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41"/>
                  </a:moveTo>
                  <a:lnTo>
                    <a:pt x="41122" y="23139"/>
                  </a:lnTo>
                  <a:lnTo>
                    <a:pt x="39903" y="22847"/>
                  </a:lnTo>
                  <a:lnTo>
                    <a:pt x="36957" y="23037"/>
                  </a:lnTo>
                  <a:lnTo>
                    <a:pt x="36258" y="23304"/>
                  </a:lnTo>
                  <a:lnTo>
                    <a:pt x="36398" y="22479"/>
                  </a:lnTo>
                  <a:lnTo>
                    <a:pt x="36322" y="20764"/>
                  </a:lnTo>
                  <a:lnTo>
                    <a:pt x="36233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80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812"/>
                  </a:lnTo>
                  <a:lnTo>
                    <a:pt x="30467" y="24701"/>
                  </a:lnTo>
                  <a:lnTo>
                    <a:pt x="31686" y="25006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803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60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" name="object 578" descr=""/>
            <p:cNvSpPr/>
            <p:nvPr/>
          </p:nvSpPr>
          <p:spPr>
            <a:xfrm>
              <a:off x="3884603" y="6938490"/>
              <a:ext cx="29845" cy="53975"/>
            </a:xfrm>
            <a:custGeom>
              <a:avLst/>
              <a:gdLst/>
              <a:ahLst/>
              <a:cxnLst/>
              <a:rect l="l" t="t" r="r" b="b"/>
              <a:pathLst>
                <a:path w="29845" h="53975">
                  <a:moveTo>
                    <a:pt x="29743" y="26711"/>
                  </a:moveTo>
                  <a:lnTo>
                    <a:pt x="6843" y="53422"/>
                  </a:lnTo>
                  <a:lnTo>
                    <a:pt x="0" y="45439"/>
                  </a:lnTo>
                </a:path>
                <a:path w="29845" h="53975">
                  <a:moveTo>
                    <a:pt x="0" y="7983"/>
                  </a:moveTo>
                  <a:lnTo>
                    <a:pt x="6843" y="0"/>
                  </a:lnTo>
                  <a:lnTo>
                    <a:pt x="29743" y="26711"/>
                  </a:lnTo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9" name="object 579" descr=""/>
            <p:cNvSpPr/>
            <p:nvPr/>
          </p:nvSpPr>
          <p:spPr>
            <a:xfrm>
              <a:off x="3885996" y="6941229"/>
              <a:ext cx="26670" cy="47625"/>
            </a:xfrm>
            <a:custGeom>
              <a:avLst/>
              <a:gdLst/>
              <a:ahLst/>
              <a:cxnLst/>
              <a:rect l="l" t="t" r="r" b="b"/>
              <a:pathLst>
                <a:path w="26670" h="47625">
                  <a:moveTo>
                    <a:pt x="10731" y="41287"/>
                  </a:moveTo>
                  <a:lnTo>
                    <a:pt x="10693" y="40386"/>
                  </a:lnTo>
                  <a:lnTo>
                    <a:pt x="9474" y="40093"/>
                  </a:lnTo>
                  <a:lnTo>
                    <a:pt x="6527" y="40284"/>
                  </a:lnTo>
                  <a:lnTo>
                    <a:pt x="5816" y="40551"/>
                  </a:lnTo>
                  <a:lnTo>
                    <a:pt x="5969" y="39725"/>
                  </a:lnTo>
                  <a:lnTo>
                    <a:pt x="5892" y="38011"/>
                  </a:lnTo>
                  <a:lnTo>
                    <a:pt x="5803" y="36296"/>
                  </a:lnTo>
                  <a:lnTo>
                    <a:pt x="5422" y="34912"/>
                  </a:lnTo>
                  <a:lnTo>
                    <a:pt x="4648" y="34963"/>
                  </a:lnTo>
                  <a:lnTo>
                    <a:pt x="4406" y="36372"/>
                  </a:lnTo>
                  <a:lnTo>
                    <a:pt x="4572" y="39827"/>
                  </a:lnTo>
                  <a:lnTo>
                    <a:pt x="4762" y="40589"/>
                  </a:lnTo>
                  <a:lnTo>
                    <a:pt x="4127" y="40424"/>
                  </a:lnTo>
                  <a:lnTo>
                    <a:pt x="2654" y="40525"/>
                  </a:lnTo>
                  <a:lnTo>
                    <a:pt x="1181" y="40614"/>
                  </a:lnTo>
                  <a:lnTo>
                    <a:pt x="0" y="41059"/>
                  </a:lnTo>
                  <a:lnTo>
                    <a:pt x="38" y="41960"/>
                  </a:lnTo>
                  <a:lnTo>
                    <a:pt x="1244" y="42252"/>
                  </a:lnTo>
                  <a:lnTo>
                    <a:pt x="4203" y="42062"/>
                  </a:lnTo>
                  <a:lnTo>
                    <a:pt x="4864" y="41821"/>
                  </a:lnTo>
                  <a:lnTo>
                    <a:pt x="4724" y="42608"/>
                  </a:lnTo>
                  <a:lnTo>
                    <a:pt x="4800" y="44335"/>
                  </a:lnTo>
                  <a:lnTo>
                    <a:pt x="4889" y="46050"/>
                  </a:lnTo>
                  <a:lnTo>
                    <a:pt x="5270" y="47434"/>
                  </a:lnTo>
                  <a:lnTo>
                    <a:pt x="6045" y="47383"/>
                  </a:lnTo>
                  <a:lnTo>
                    <a:pt x="6286" y="45961"/>
                  </a:lnTo>
                  <a:lnTo>
                    <a:pt x="6121" y="42519"/>
                  </a:lnTo>
                  <a:lnTo>
                    <a:pt x="5905" y="41757"/>
                  </a:lnTo>
                  <a:lnTo>
                    <a:pt x="6591" y="41910"/>
                  </a:lnTo>
                  <a:lnTo>
                    <a:pt x="8077" y="41821"/>
                  </a:lnTo>
                  <a:lnTo>
                    <a:pt x="9550" y="41719"/>
                  </a:lnTo>
                  <a:lnTo>
                    <a:pt x="10731" y="41287"/>
                  </a:lnTo>
                  <a:close/>
                </a:path>
                <a:path w="26670" h="47625">
                  <a:moveTo>
                    <a:pt x="11023" y="6375"/>
                  </a:moveTo>
                  <a:lnTo>
                    <a:pt x="10972" y="5473"/>
                  </a:lnTo>
                  <a:lnTo>
                    <a:pt x="9766" y="5181"/>
                  </a:lnTo>
                  <a:lnTo>
                    <a:pt x="6807" y="5372"/>
                  </a:lnTo>
                  <a:lnTo>
                    <a:pt x="6108" y="5638"/>
                  </a:lnTo>
                  <a:lnTo>
                    <a:pt x="6261" y="4826"/>
                  </a:lnTo>
                  <a:lnTo>
                    <a:pt x="6172" y="3098"/>
                  </a:lnTo>
                  <a:lnTo>
                    <a:pt x="6083" y="1384"/>
                  </a:lnTo>
                  <a:lnTo>
                    <a:pt x="5715" y="0"/>
                  </a:lnTo>
                  <a:lnTo>
                    <a:pt x="4940" y="50"/>
                  </a:lnTo>
                  <a:lnTo>
                    <a:pt x="4699" y="1473"/>
                  </a:lnTo>
                  <a:lnTo>
                    <a:pt x="4851" y="4914"/>
                  </a:lnTo>
                  <a:lnTo>
                    <a:pt x="5054" y="5689"/>
                  </a:lnTo>
                  <a:lnTo>
                    <a:pt x="4419" y="5524"/>
                  </a:lnTo>
                  <a:lnTo>
                    <a:pt x="2933" y="5613"/>
                  </a:lnTo>
                  <a:lnTo>
                    <a:pt x="1460" y="5702"/>
                  </a:lnTo>
                  <a:lnTo>
                    <a:pt x="279" y="6146"/>
                  </a:lnTo>
                  <a:lnTo>
                    <a:pt x="317" y="7048"/>
                  </a:lnTo>
                  <a:lnTo>
                    <a:pt x="1536" y="7340"/>
                  </a:lnTo>
                  <a:lnTo>
                    <a:pt x="4483" y="7150"/>
                  </a:lnTo>
                  <a:lnTo>
                    <a:pt x="5143" y="6921"/>
                  </a:lnTo>
                  <a:lnTo>
                    <a:pt x="5003" y="7708"/>
                  </a:lnTo>
                  <a:lnTo>
                    <a:pt x="5092" y="9423"/>
                  </a:lnTo>
                  <a:lnTo>
                    <a:pt x="5181" y="11137"/>
                  </a:lnTo>
                  <a:lnTo>
                    <a:pt x="5549" y="12522"/>
                  </a:lnTo>
                  <a:lnTo>
                    <a:pt x="6324" y="12471"/>
                  </a:lnTo>
                  <a:lnTo>
                    <a:pt x="6565" y="11049"/>
                  </a:lnTo>
                  <a:lnTo>
                    <a:pt x="6413" y="7607"/>
                  </a:lnTo>
                  <a:lnTo>
                    <a:pt x="6197" y="6858"/>
                  </a:lnTo>
                  <a:lnTo>
                    <a:pt x="6883" y="7010"/>
                  </a:lnTo>
                  <a:lnTo>
                    <a:pt x="8356" y="6908"/>
                  </a:lnTo>
                  <a:lnTo>
                    <a:pt x="9829" y="6819"/>
                  </a:lnTo>
                  <a:lnTo>
                    <a:pt x="11023" y="6375"/>
                  </a:lnTo>
                  <a:close/>
                </a:path>
                <a:path w="26670" h="47625">
                  <a:moveTo>
                    <a:pt x="26162" y="24041"/>
                  </a:moveTo>
                  <a:lnTo>
                    <a:pt x="26111" y="23139"/>
                  </a:lnTo>
                  <a:lnTo>
                    <a:pt x="24904" y="22847"/>
                  </a:lnTo>
                  <a:lnTo>
                    <a:pt x="21945" y="23037"/>
                  </a:lnTo>
                  <a:lnTo>
                    <a:pt x="21247" y="23291"/>
                  </a:lnTo>
                  <a:lnTo>
                    <a:pt x="21399" y="22479"/>
                  </a:lnTo>
                  <a:lnTo>
                    <a:pt x="21310" y="20764"/>
                  </a:lnTo>
                  <a:lnTo>
                    <a:pt x="21234" y="19050"/>
                  </a:lnTo>
                  <a:lnTo>
                    <a:pt x="20853" y="17665"/>
                  </a:lnTo>
                  <a:lnTo>
                    <a:pt x="20078" y="17716"/>
                  </a:lnTo>
                  <a:lnTo>
                    <a:pt x="19837" y="19126"/>
                  </a:lnTo>
                  <a:lnTo>
                    <a:pt x="19989" y="22580"/>
                  </a:lnTo>
                  <a:lnTo>
                    <a:pt x="20193" y="23342"/>
                  </a:lnTo>
                  <a:lnTo>
                    <a:pt x="19558" y="23177"/>
                  </a:lnTo>
                  <a:lnTo>
                    <a:pt x="18084" y="23266"/>
                  </a:lnTo>
                  <a:lnTo>
                    <a:pt x="16598" y="23368"/>
                  </a:lnTo>
                  <a:lnTo>
                    <a:pt x="15417" y="23812"/>
                  </a:lnTo>
                  <a:lnTo>
                    <a:pt x="15468" y="24701"/>
                  </a:lnTo>
                  <a:lnTo>
                    <a:pt x="16675" y="25006"/>
                  </a:lnTo>
                  <a:lnTo>
                    <a:pt x="19634" y="24815"/>
                  </a:lnTo>
                  <a:lnTo>
                    <a:pt x="20281" y="24574"/>
                  </a:lnTo>
                  <a:lnTo>
                    <a:pt x="20142" y="25361"/>
                  </a:lnTo>
                  <a:lnTo>
                    <a:pt x="20231" y="27076"/>
                  </a:lnTo>
                  <a:lnTo>
                    <a:pt x="20320" y="28803"/>
                  </a:lnTo>
                  <a:lnTo>
                    <a:pt x="20688" y="30175"/>
                  </a:lnTo>
                  <a:lnTo>
                    <a:pt x="21463" y="30124"/>
                  </a:lnTo>
                  <a:lnTo>
                    <a:pt x="21704" y="28714"/>
                  </a:lnTo>
                  <a:lnTo>
                    <a:pt x="21551" y="25273"/>
                  </a:lnTo>
                  <a:lnTo>
                    <a:pt x="21336" y="24511"/>
                  </a:lnTo>
                  <a:lnTo>
                    <a:pt x="22021" y="24663"/>
                  </a:lnTo>
                  <a:lnTo>
                    <a:pt x="23495" y="24574"/>
                  </a:lnTo>
                  <a:lnTo>
                    <a:pt x="24968" y="24472"/>
                  </a:lnTo>
                  <a:lnTo>
                    <a:pt x="26162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" name="object 580" descr=""/>
            <p:cNvSpPr/>
            <p:nvPr/>
          </p:nvSpPr>
          <p:spPr>
            <a:xfrm>
              <a:off x="3938222" y="6902965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1" name="object 581" descr=""/>
            <p:cNvSpPr/>
            <p:nvPr/>
          </p:nvSpPr>
          <p:spPr>
            <a:xfrm>
              <a:off x="3940670" y="6905707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16" y="23050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22" y="17411"/>
                  </a:lnTo>
                  <a:lnTo>
                    <a:pt x="4648" y="17462"/>
                  </a:lnTo>
                  <a:lnTo>
                    <a:pt x="4406" y="18884"/>
                  </a:lnTo>
                  <a:lnTo>
                    <a:pt x="4572" y="22326"/>
                  </a:lnTo>
                  <a:lnTo>
                    <a:pt x="4762" y="23088"/>
                  </a:lnTo>
                  <a:lnTo>
                    <a:pt x="4127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00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21" y="25019"/>
                  </a:lnTo>
                  <a:lnTo>
                    <a:pt x="5905" y="24257"/>
                  </a:lnTo>
                  <a:lnTo>
                    <a:pt x="6591" y="24409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87"/>
                  </a:moveTo>
                  <a:lnTo>
                    <a:pt x="25692" y="40386"/>
                  </a:lnTo>
                  <a:lnTo>
                    <a:pt x="24472" y="40093"/>
                  </a:lnTo>
                  <a:lnTo>
                    <a:pt x="21526" y="40271"/>
                  </a:lnTo>
                  <a:lnTo>
                    <a:pt x="20815" y="40538"/>
                  </a:lnTo>
                  <a:lnTo>
                    <a:pt x="20967" y="39725"/>
                  </a:lnTo>
                  <a:lnTo>
                    <a:pt x="20891" y="38011"/>
                  </a:lnTo>
                  <a:lnTo>
                    <a:pt x="20802" y="36296"/>
                  </a:lnTo>
                  <a:lnTo>
                    <a:pt x="20421" y="34912"/>
                  </a:lnTo>
                  <a:lnTo>
                    <a:pt x="19646" y="34963"/>
                  </a:lnTo>
                  <a:lnTo>
                    <a:pt x="19405" y="36372"/>
                  </a:lnTo>
                  <a:lnTo>
                    <a:pt x="19570" y="39827"/>
                  </a:lnTo>
                  <a:lnTo>
                    <a:pt x="19761" y="40589"/>
                  </a:lnTo>
                  <a:lnTo>
                    <a:pt x="19126" y="40424"/>
                  </a:lnTo>
                  <a:lnTo>
                    <a:pt x="17653" y="40513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62"/>
                  </a:lnTo>
                  <a:lnTo>
                    <a:pt x="19862" y="41821"/>
                  </a:lnTo>
                  <a:lnTo>
                    <a:pt x="19723" y="42608"/>
                  </a:lnTo>
                  <a:lnTo>
                    <a:pt x="19812" y="44323"/>
                  </a:lnTo>
                  <a:lnTo>
                    <a:pt x="19888" y="46050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20" y="42519"/>
                  </a:lnTo>
                  <a:lnTo>
                    <a:pt x="20904" y="41744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49" y="41719"/>
                  </a:lnTo>
                  <a:lnTo>
                    <a:pt x="25730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71" y="5473"/>
                  </a:lnTo>
                  <a:lnTo>
                    <a:pt x="24765" y="5181"/>
                  </a:lnTo>
                  <a:lnTo>
                    <a:pt x="21805" y="5372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70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50" y="4914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59" y="5702"/>
                  </a:lnTo>
                  <a:lnTo>
                    <a:pt x="15278" y="6146"/>
                  </a:lnTo>
                  <a:lnTo>
                    <a:pt x="15316" y="7048"/>
                  </a:lnTo>
                  <a:lnTo>
                    <a:pt x="16535" y="7340"/>
                  </a:lnTo>
                  <a:lnTo>
                    <a:pt x="19494" y="7150"/>
                  </a:lnTo>
                  <a:lnTo>
                    <a:pt x="20142" y="6908"/>
                  </a:lnTo>
                  <a:lnTo>
                    <a:pt x="20015" y="7696"/>
                  </a:lnTo>
                  <a:lnTo>
                    <a:pt x="20091" y="9423"/>
                  </a:lnTo>
                  <a:lnTo>
                    <a:pt x="20180" y="11137"/>
                  </a:lnTo>
                  <a:lnTo>
                    <a:pt x="20548" y="12522"/>
                  </a:lnTo>
                  <a:lnTo>
                    <a:pt x="21323" y="12471"/>
                  </a:lnTo>
                  <a:lnTo>
                    <a:pt x="21564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55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39"/>
                  </a:lnTo>
                  <a:lnTo>
                    <a:pt x="39903" y="22834"/>
                  </a:lnTo>
                  <a:lnTo>
                    <a:pt x="36944" y="23025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09" y="20764"/>
                  </a:lnTo>
                  <a:lnTo>
                    <a:pt x="36233" y="19050"/>
                  </a:lnTo>
                  <a:lnTo>
                    <a:pt x="35852" y="17665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16" y="23799"/>
                  </a:lnTo>
                  <a:lnTo>
                    <a:pt x="30467" y="24701"/>
                  </a:lnTo>
                  <a:lnTo>
                    <a:pt x="31673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29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73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493" y="24574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" name="object 582" descr=""/>
            <p:cNvSpPr/>
            <p:nvPr/>
          </p:nvSpPr>
          <p:spPr>
            <a:xfrm>
              <a:off x="3984739" y="6902965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3" name="object 583" descr=""/>
            <p:cNvSpPr/>
            <p:nvPr/>
          </p:nvSpPr>
          <p:spPr>
            <a:xfrm>
              <a:off x="3987177" y="6905707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706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25"/>
                  </a:lnTo>
                  <a:lnTo>
                    <a:pt x="1193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20"/>
                  </a:lnTo>
                  <a:lnTo>
                    <a:pt x="4737" y="25107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83" y="29933"/>
                  </a:lnTo>
                  <a:lnTo>
                    <a:pt x="6057" y="29883"/>
                  </a:lnTo>
                  <a:lnTo>
                    <a:pt x="6299" y="28460"/>
                  </a:lnTo>
                  <a:lnTo>
                    <a:pt x="6134" y="25019"/>
                  </a:lnTo>
                  <a:lnTo>
                    <a:pt x="5918" y="24244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63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904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92" y="40614"/>
                  </a:lnTo>
                  <a:lnTo>
                    <a:pt x="14998" y="41059"/>
                  </a:lnTo>
                  <a:lnTo>
                    <a:pt x="15049" y="41948"/>
                  </a:lnTo>
                  <a:lnTo>
                    <a:pt x="16256" y="42240"/>
                  </a:lnTo>
                  <a:lnTo>
                    <a:pt x="19215" y="42062"/>
                  </a:lnTo>
                  <a:lnTo>
                    <a:pt x="19875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50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88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35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72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23"/>
                  </a:lnTo>
                  <a:lnTo>
                    <a:pt x="20193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35" y="6375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39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45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96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45" y="24803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" name="object 584" descr=""/>
            <p:cNvSpPr/>
            <p:nvPr/>
          </p:nvSpPr>
          <p:spPr>
            <a:xfrm>
              <a:off x="3891705" y="682988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5" name="object 585" descr=""/>
            <p:cNvSpPr/>
            <p:nvPr/>
          </p:nvSpPr>
          <p:spPr>
            <a:xfrm>
              <a:off x="3894150" y="6832631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20"/>
                  </a:lnTo>
                  <a:lnTo>
                    <a:pt x="4813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87"/>
                  </a:moveTo>
                  <a:lnTo>
                    <a:pt x="25692" y="40386"/>
                  </a:lnTo>
                  <a:lnTo>
                    <a:pt x="24472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02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53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62"/>
                  </a:lnTo>
                  <a:lnTo>
                    <a:pt x="19862" y="41821"/>
                  </a:lnTo>
                  <a:lnTo>
                    <a:pt x="19723" y="42608"/>
                  </a:lnTo>
                  <a:lnTo>
                    <a:pt x="19812" y="44323"/>
                  </a:lnTo>
                  <a:lnTo>
                    <a:pt x="19888" y="46050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49" y="41719"/>
                  </a:lnTo>
                  <a:lnTo>
                    <a:pt x="25730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07" y="5638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73"/>
                  </a:lnTo>
                  <a:lnTo>
                    <a:pt x="19862" y="4914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35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091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41"/>
                  </a:moveTo>
                  <a:lnTo>
                    <a:pt x="41122" y="23139"/>
                  </a:lnTo>
                  <a:lnTo>
                    <a:pt x="39903" y="22847"/>
                  </a:lnTo>
                  <a:lnTo>
                    <a:pt x="36957" y="23025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22" y="20764"/>
                  </a:lnTo>
                  <a:lnTo>
                    <a:pt x="36233" y="19037"/>
                  </a:lnTo>
                  <a:lnTo>
                    <a:pt x="35852" y="17665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73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60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" name="object 586" descr=""/>
            <p:cNvSpPr/>
            <p:nvPr/>
          </p:nvSpPr>
          <p:spPr>
            <a:xfrm>
              <a:off x="3914346" y="686541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7" name="object 587" descr=""/>
            <p:cNvSpPr/>
            <p:nvPr/>
          </p:nvSpPr>
          <p:spPr>
            <a:xfrm>
              <a:off x="3916794" y="686815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16" y="23050"/>
                  </a:lnTo>
                  <a:lnTo>
                    <a:pt x="5969" y="22237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22" y="17411"/>
                  </a:lnTo>
                  <a:lnTo>
                    <a:pt x="4648" y="17462"/>
                  </a:lnTo>
                  <a:lnTo>
                    <a:pt x="4406" y="18884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27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20"/>
                  </a:lnTo>
                  <a:lnTo>
                    <a:pt x="4813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21" y="25019"/>
                  </a:lnTo>
                  <a:lnTo>
                    <a:pt x="5905" y="24257"/>
                  </a:lnTo>
                  <a:lnTo>
                    <a:pt x="6591" y="24422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87"/>
                  </a:moveTo>
                  <a:lnTo>
                    <a:pt x="25692" y="40386"/>
                  </a:lnTo>
                  <a:lnTo>
                    <a:pt x="24472" y="40093"/>
                  </a:lnTo>
                  <a:lnTo>
                    <a:pt x="21526" y="40284"/>
                  </a:lnTo>
                  <a:lnTo>
                    <a:pt x="20828" y="40551"/>
                  </a:lnTo>
                  <a:lnTo>
                    <a:pt x="20967" y="39725"/>
                  </a:lnTo>
                  <a:lnTo>
                    <a:pt x="20891" y="38011"/>
                  </a:lnTo>
                  <a:lnTo>
                    <a:pt x="20802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26" y="40424"/>
                  </a:lnTo>
                  <a:lnTo>
                    <a:pt x="17653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60"/>
                  </a:lnTo>
                  <a:lnTo>
                    <a:pt x="16256" y="42252"/>
                  </a:lnTo>
                  <a:lnTo>
                    <a:pt x="19202" y="42062"/>
                  </a:lnTo>
                  <a:lnTo>
                    <a:pt x="19862" y="41821"/>
                  </a:lnTo>
                  <a:lnTo>
                    <a:pt x="19723" y="42608"/>
                  </a:lnTo>
                  <a:lnTo>
                    <a:pt x="19812" y="44335"/>
                  </a:lnTo>
                  <a:lnTo>
                    <a:pt x="19888" y="46050"/>
                  </a:lnTo>
                  <a:lnTo>
                    <a:pt x="20269" y="47434"/>
                  </a:lnTo>
                  <a:lnTo>
                    <a:pt x="21043" y="47383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49" y="41719"/>
                  </a:lnTo>
                  <a:lnTo>
                    <a:pt x="25730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71" y="5473"/>
                  </a:lnTo>
                  <a:lnTo>
                    <a:pt x="24765" y="5181"/>
                  </a:lnTo>
                  <a:lnTo>
                    <a:pt x="21805" y="5372"/>
                  </a:lnTo>
                  <a:lnTo>
                    <a:pt x="21107" y="5638"/>
                  </a:lnTo>
                  <a:lnTo>
                    <a:pt x="21259" y="4813"/>
                  </a:lnTo>
                  <a:lnTo>
                    <a:pt x="21170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73"/>
                  </a:lnTo>
                  <a:lnTo>
                    <a:pt x="19850" y="4914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59" y="5702"/>
                  </a:lnTo>
                  <a:lnTo>
                    <a:pt x="15278" y="6146"/>
                  </a:lnTo>
                  <a:lnTo>
                    <a:pt x="15328" y="7048"/>
                  </a:lnTo>
                  <a:lnTo>
                    <a:pt x="16535" y="7340"/>
                  </a:lnTo>
                  <a:lnTo>
                    <a:pt x="19494" y="7150"/>
                  </a:lnTo>
                  <a:lnTo>
                    <a:pt x="20142" y="6908"/>
                  </a:lnTo>
                  <a:lnTo>
                    <a:pt x="20015" y="7708"/>
                  </a:lnTo>
                  <a:lnTo>
                    <a:pt x="20091" y="9423"/>
                  </a:lnTo>
                  <a:lnTo>
                    <a:pt x="20180" y="11137"/>
                  </a:lnTo>
                  <a:lnTo>
                    <a:pt x="20548" y="12522"/>
                  </a:lnTo>
                  <a:lnTo>
                    <a:pt x="21336" y="12471"/>
                  </a:lnTo>
                  <a:lnTo>
                    <a:pt x="21564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7010"/>
                  </a:lnTo>
                  <a:lnTo>
                    <a:pt x="23355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41"/>
                  </a:moveTo>
                  <a:lnTo>
                    <a:pt x="41122" y="23139"/>
                  </a:lnTo>
                  <a:lnTo>
                    <a:pt x="39903" y="22847"/>
                  </a:lnTo>
                  <a:lnTo>
                    <a:pt x="36944" y="23037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09" y="20764"/>
                  </a:lnTo>
                  <a:lnTo>
                    <a:pt x="36233" y="19050"/>
                  </a:lnTo>
                  <a:lnTo>
                    <a:pt x="35852" y="17665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80"/>
                  </a:lnTo>
                  <a:lnTo>
                    <a:pt x="35191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16" y="23812"/>
                  </a:lnTo>
                  <a:lnTo>
                    <a:pt x="30467" y="24701"/>
                  </a:lnTo>
                  <a:lnTo>
                    <a:pt x="31673" y="24993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29" y="27076"/>
                  </a:lnTo>
                  <a:lnTo>
                    <a:pt x="35318" y="28803"/>
                  </a:lnTo>
                  <a:lnTo>
                    <a:pt x="35699" y="30187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73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493" y="24574"/>
                  </a:lnTo>
                  <a:lnTo>
                    <a:pt x="39979" y="24472"/>
                  </a:lnTo>
                  <a:lnTo>
                    <a:pt x="41160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" name="object 588" descr=""/>
            <p:cNvSpPr/>
            <p:nvPr/>
          </p:nvSpPr>
          <p:spPr>
            <a:xfrm>
              <a:off x="3961469" y="686541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9" name="object 589" descr=""/>
            <p:cNvSpPr/>
            <p:nvPr/>
          </p:nvSpPr>
          <p:spPr>
            <a:xfrm>
              <a:off x="3963911" y="686815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81" y="22237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22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692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60"/>
                  </a:lnTo>
                  <a:lnTo>
                    <a:pt x="16256" y="42252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35"/>
                  </a:lnTo>
                  <a:lnTo>
                    <a:pt x="19900" y="46050"/>
                  </a:lnTo>
                  <a:lnTo>
                    <a:pt x="20269" y="47434"/>
                  </a:lnTo>
                  <a:lnTo>
                    <a:pt x="21043" y="47383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20" y="5638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73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708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7010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41"/>
                  </a:moveTo>
                  <a:lnTo>
                    <a:pt x="41122" y="23139"/>
                  </a:lnTo>
                  <a:lnTo>
                    <a:pt x="39903" y="22847"/>
                  </a:lnTo>
                  <a:lnTo>
                    <a:pt x="36957" y="23037"/>
                  </a:lnTo>
                  <a:lnTo>
                    <a:pt x="36258" y="23304"/>
                  </a:lnTo>
                  <a:lnTo>
                    <a:pt x="36398" y="22479"/>
                  </a:lnTo>
                  <a:lnTo>
                    <a:pt x="36322" y="20764"/>
                  </a:lnTo>
                  <a:lnTo>
                    <a:pt x="36233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80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812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803"/>
                  </a:lnTo>
                  <a:lnTo>
                    <a:pt x="35699" y="30187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60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" name="object 590" descr=""/>
            <p:cNvSpPr/>
            <p:nvPr/>
          </p:nvSpPr>
          <p:spPr>
            <a:xfrm>
              <a:off x="3884603" y="6865414"/>
              <a:ext cx="29845" cy="53975"/>
            </a:xfrm>
            <a:custGeom>
              <a:avLst/>
              <a:gdLst/>
              <a:ahLst/>
              <a:cxnLst/>
              <a:rect l="l" t="t" r="r" b="b"/>
              <a:pathLst>
                <a:path w="29845" h="53975">
                  <a:moveTo>
                    <a:pt x="29743" y="26711"/>
                  </a:moveTo>
                  <a:lnTo>
                    <a:pt x="6843" y="53422"/>
                  </a:lnTo>
                  <a:lnTo>
                    <a:pt x="0" y="45439"/>
                  </a:lnTo>
                </a:path>
                <a:path w="29845" h="53975">
                  <a:moveTo>
                    <a:pt x="0" y="7983"/>
                  </a:moveTo>
                  <a:lnTo>
                    <a:pt x="6843" y="0"/>
                  </a:lnTo>
                  <a:lnTo>
                    <a:pt x="29743" y="26711"/>
                  </a:lnTo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1" name="object 591" descr=""/>
            <p:cNvSpPr/>
            <p:nvPr/>
          </p:nvSpPr>
          <p:spPr>
            <a:xfrm>
              <a:off x="3885996" y="6868153"/>
              <a:ext cx="26670" cy="47625"/>
            </a:xfrm>
            <a:custGeom>
              <a:avLst/>
              <a:gdLst/>
              <a:ahLst/>
              <a:cxnLst/>
              <a:rect l="l" t="t" r="r" b="b"/>
              <a:pathLst>
                <a:path w="26670" h="47625">
                  <a:moveTo>
                    <a:pt x="10731" y="41287"/>
                  </a:moveTo>
                  <a:lnTo>
                    <a:pt x="10693" y="40386"/>
                  </a:lnTo>
                  <a:lnTo>
                    <a:pt x="9474" y="40093"/>
                  </a:lnTo>
                  <a:lnTo>
                    <a:pt x="6527" y="40284"/>
                  </a:lnTo>
                  <a:lnTo>
                    <a:pt x="5816" y="40551"/>
                  </a:lnTo>
                  <a:lnTo>
                    <a:pt x="5969" y="39725"/>
                  </a:lnTo>
                  <a:lnTo>
                    <a:pt x="5892" y="38011"/>
                  </a:lnTo>
                  <a:lnTo>
                    <a:pt x="5803" y="36296"/>
                  </a:lnTo>
                  <a:lnTo>
                    <a:pt x="5422" y="34912"/>
                  </a:lnTo>
                  <a:lnTo>
                    <a:pt x="4648" y="34963"/>
                  </a:lnTo>
                  <a:lnTo>
                    <a:pt x="4406" y="36372"/>
                  </a:lnTo>
                  <a:lnTo>
                    <a:pt x="4572" y="39827"/>
                  </a:lnTo>
                  <a:lnTo>
                    <a:pt x="4762" y="40589"/>
                  </a:lnTo>
                  <a:lnTo>
                    <a:pt x="4127" y="40424"/>
                  </a:lnTo>
                  <a:lnTo>
                    <a:pt x="2654" y="40525"/>
                  </a:lnTo>
                  <a:lnTo>
                    <a:pt x="1181" y="40614"/>
                  </a:lnTo>
                  <a:lnTo>
                    <a:pt x="0" y="41059"/>
                  </a:lnTo>
                  <a:lnTo>
                    <a:pt x="38" y="41960"/>
                  </a:lnTo>
                  <a:lnTo>
                    <a:pt x="1244" y="42252"/>
                  </a:lnTo>
                  <a:lnTo>
                    <a:pt x="4203" y="42062"/>
                  </a:lnTo>
                  <a:lnTo>
                    <a:pt x="4864" y="41821"/>
                  </a:lnTo>
                  <a:lnTo>
                    <a:pt x="4724" y="42608"/>
                  </a:lnTo>
                  <a:lnTo>
                    <a:pt x="4800" y="44335"/>
                  </a:lnTo>
                  <a:lnTo>
                    <a:pt x="4889" y="46050"/>
                  </a:lnTo>
                  <a:lnTo>
                    <a:pt x="5270" y="47434"/>
                  </a:lnTo>
                  <a:lnTo>
                    <a:pt x="6045" y="47383"/>
                  </a:lnTo>
                  <a:lnTo>
                    <a:pt x="6286" y="45961"/>
                  </a:lnTo>
                  <a:lnTo>
                    <a:pt x="6121" y="42519"/>
                  </a:lnTo>
                  <a:lnTo>
                    <a:pt x="5905" y="41757"/>
                  </a:lnTo>
                  <a:lnTo>
                    <a:pt x="6591" y="41910"/>
                  </a:lnTo>
                  <a:lnTo>
                    <a:pt x="8077" y="41821"/>
                  </a:lnTo>
                  <a:lnTo>
                    <a:pt x="9550" y="41719"/>
                  </a:lnTo>
                  <a:lnTo>
                    <a:pt x="10731" y="41287"/>
                  </a:lnTo>
                  <a:close/>
                </a:path>
                <a:path w="26670" h="47625">
                  <a:moveTo>
                    <a:pt x="11023" y="6375"/>
                  </a:moveTo>
                  <a:lnTo>
                    <a:pt x="10972" y="5473"/>
                  </a:lnTo>
                  <a:lnTo>
                    <a:pt x="9766" y="5181"/>
                  </a:lnTo>
                  <a:lnTo>
                    <a:pt x="6807" y="5372"/>
                  </a:lnTo>
                  <a:lnTo>
                    <a:pt x="6108" y="5638"/>
                  </a:lnTo>
                  <a:lnTo>
                    <a:pt x="6261" y="4813"/>
                  </a:lnTo>
                  <a:lnTo>
                    <a:pt x="6172" y="3098"/>
                  </a:lnTo>
                  <a:lnTo>
                    <a:pt x="6083" y="1384"/>
                  </a:lnTo>
                  <a:lnTo>
                    <a:pt x="5715" y="0"/>
                  </a:lnTo>
                  <a:lnTo>
                    <a:pt x="4940" y="50"/>
                  </a:lnTo>
                  <a:lnTo>
                    <a:pt x="4699" y="1473"/>
                  </a:lnTo>
                  <a:lnTo>
                    <a:pt x="4851" y="4914"/>
                  </a:lnTo>
                  <a:lnTo>
                    <a:pt x="5054" y="5676"/>
                  </a:lnTo>
                  <a:lnTo>
                    <a:pt x="4419" y="5511"/>
                  </a:lnTo>
                  <a:lnTo>
                    <a:pt x="2933" y="5613"/>
                  </a:lnTo>
                  <a:lnTo>
                    <a:pt x="1460" y="5702"/>
                  </a:lnTo>
                  <a:lnTo>
                    <a:pt x="279" y="6146"/>
                  </a:lnTo>
                  <a:lnTo>
                    <a:pt x="317" y="7048"/>
                  </a:lnTo>
                  <a:lnTo>
                    <a:pt x="1536" y="7340"/>
                  </a:lnTo>
                  <a:lnTo>
                    <a:pt x="4483" y="7150"/>
                  </a:lnTo>
                  <a:lnTo>
                    <a:pt x="5143" y="6908"/>
                  </a:lnTo>
                  <a:lnTo>
                    <a:pt x="5003" y="7708"/>
                  </a:lnTo>
                  <a:lnTo>
                    <a:pt x="5092" y="9423"/>
                  </a:lnTo>
                  <a:lnTo>
                    <a:pt x="5181" y="11137"/>
                  </a:lnTo>
                  <a:lnTo>
                    <a:pt x="5549" y="12522"/>
                  </a:lnTo>
                  <a:lnTo>
                    <a:pt x="6324" y="12471"/>
                  </a:lnTo>
                  <a:lnTo>
                    <a:pt x="6565" y="11049"/>
                  </a:lnTo>
                  <a:lnTo>
                    <a:pt x="6413" y="7607"/>
                  </a:lnTo>
                  <a:lnTo>
                    <a:pt x="6197" y="6845"/>
                  </a:lnTo>
                  <a:lnTo>
                    <a:pt x="6883" y="7010"/>
                  </a:lnTo>
                  <a:lnTo>
                    <a:pt x="8356" y="6908"/>
                  </a:lnTo>
                  <a:lnTo>
                    <a:pt x="9829" y="6819"/>
                  </a:lnTo>
                  <a:lnTo>
                    <a:pt x="11023" y="6375"/>
                  </a:lnTo>
                  <a:close/>
                </a:path>
                <a:path w="26670" h="47625">
                  <a:moveTo>
                    <a:pt x="26162" y="24041"/>
                  </a:moveTo>
                  <a:lnTo>
                    <a:pt x="26111" y="23139"/>
                  </a:lnTo>
                  <a:lnTo>
                    <a:pt x="24904" y="22847"/>
                  </a:lnTo>
                  <a:lnTo>
                    <a:pt x="21945" y="23037"/>
                  </a:lnTo>
                  <a:lnTo>
                    <a:pt x="21247" y="23291"/>
                  </a:lnTo>
                  <a:lnTo>
                    <a:pt x="21399" y="22479"/>
                  </a:lnTo>
                  <a:lnTo>
                    <a:pt x="21310" y="20764"/>
                  </a:lnTo>
                  <a:lnTo>
                    <a:pt x="21234" y="19050"/>
                  </a:lnTo>
                  <a:lnTo>
                    <a:pt x="20853" y="17665"/>
                  </a:lnTo>
                  <a:lnTo>
                    <a:pt x="20078" y="17716"/>
                  </a:lnTo>
                  <a:lnTo>
                    <a:pt x="19837" y="19126"/>
                  </a:lnTo>
                  <a:lnTo>
                    <a:pt x="19989" y="22580"/>
                  </a:lnTo>
                  <a:lnTo>
                    <a:pt x="20193" y="23342"/>
                  </a:lnTo>
                  <a:lnTo>
                    <a:pt x="19558" y="23177"/>
                  </a:lnTo>
                  <a:lnTo>
                    <a:pt x="18084" y="23266"/>
                  </a:lnTo>
                  <a:lnTo>
                    <a:pt x="16598" y="23368"/>
                  </a:lnTo>
                  <a:lnTo>
                    <a:pt x="15417" y="23812"/>
                  </a:lnTo>
                  <a:lnTo>
                    <a:pt x="15468" y="24701"/>
                  </a:lnTo>
                  <a:lnTo>
                    <a:pt x="16675" y="24993"/>
                  </a:lnTo>
                  <a:lnTo>
                    <a:pt x="19634" y="24815"/>
                  </a:lnTo>
                  <a:lnTo>
                    <a:pt x="20281" y="24574"/>
                  </a:lnTo>
                  <a:lnTo>
                    <a:pt x="20142" y="25361"/>
                  </a:lnTo>
                  <a:lnTo>
                    <a:pt x="20231" y="27076"/>
                  </a:lnTo>
                  <a:lnTo>
                    <a:pt x="20320" y="28803"/>
                  </a:lnTo>
                  <a:lnTo>
                    <a:pt x="20688" y="30187"/>
                  </a:lnTo>
                  <a:lnTo>
                    <a:pt x="21463" y="30124"/>
                  </a:lnTo>
                  <a:lnTo>
                    <a:pt x="21704" y="28714"/>
                  </a:lnTo>
                  <a:lnTo>
                    <a:pt x="21551" y="25273"/>
                  </a:lnTo>
                  <a:lnTo>
                    <a:pt x="21336" y="24511"/>
                  </a:lnTo>
                  <a:lnTo>
                    <a:pt x="22021" y="24663"/>
                  </a:lnTo>
                  <a:lnTo>
                    <a:pt x="23495" y="24574"/>
                  </a:lnTo>
                  <a:lnTo>
                    <a:pt x="24968" y="24472"/>
                  </a:lnTo>
                  <a:lnTo>
                    <a:pt x="26162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" name="object 592" descr=""/>
            <p:cNvSpPr/>
            <p:nvPr/>
          </p:nvSpPr>
          <p:spPr>
            <a:xfrm>
              <a:off x="3938222" y="682988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3" name="object 593" descr=""/>
            <p:cNvSpPr/>
            <p:nvPr/>
          </p:nvSpPr>
          <p:spPr>
            <a:xfrm>
              <a:off x="3940670" y="6832631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16" y="23050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22" y="17411"/>
                  </a:lnTo>
                  <a:lnTo>
                    <a:pt x="4648" y="17462"/>
                  </a:lnTo>
                  <a:lnTo>
                    <a:pt x="4406" y="18884"/>
                  </a:lnTo>
                  <a:lnTo>
                    <a:pt x="4572" y="22326"/>
                  </a:lnTo>
                  <a:lnTo>
                    <a:pt x="4762" y="23088"/>
                  </a:lnTo>
                  <a:lnTo>
                    <a:pt x="4127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20"/>
                  </a:lnTo>
                  <a:lnTo>
                    <a:pt x="4800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21" y="25019"/>
                  </a:lnTo>
                  <a:lnTo>
                    <a:pt x="5905" y="24257"/>
                  </a:lnTo>
                  <a:lnTo>
                    <a:pt x="6591" y="24409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87"/>
                  </a:moveTo>
                  <a:lnTo>
                    <a:pt x="25692" y="40386"/>
                  </a:lnTo>
                  <a:lnTo>
                    <a:pt x="24472" y="40093"/>
                  </a:lnTo>
                  <a:lnTo>
                    <a:pt x="21526" y="40284"/>
                  </a:lnTo>
                  <a:lnTo>
                    <a:pt x="20815" y="40551"/>
                  </a:lnTo>
                  <a:lnTo>
                    <a:pt x="20967" y="39725"/>
                  </a:lnTo>
                  <a:lnTo>
                    <a:pt x="20891" y="38011"/>
                  </a:lnTo>
                  <a:lnTo>
                    <a:pt x="20802" y="36296"/>
                  </a:lnTo>
                  <a:lnTo>
                    <a:pt x="20421" y="34912"/>
                  </a:lnTo>
                  <a:lnTo>
                    <a:pt x="19646" y="34963"/>
                  </a:lnTo>
                  <a:lnTo>
                    <a:pt x="19405" y="36372"/>
                  </a:lnTo>
                  <a:lnTo>
                    <a:pt x="19570" y="39827"/>
                  </a:lnTo>
                  <a:lnTo>
                    <a:pt x="19761" y="40589"/>
                  </a:lnTo>
                  <a:lnTo>
                    <a:pt x="19126" y="40424"/>
                  </a:lnTo>
                  <a:lnTo>
                    <a:pt x="17653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62"/>
                  </a:lnTo>
                  <a:lnTo>
                    <a:pt x="19862" y="41821"/>
                  </a:lnTo>
                  <a:lnTo>
                    <a:pt x="19723" y="42608"/>
                  </a:lnTo>
                  <a:lnTo>
                    <a:pt x="19812" y="44323"/>
                  </a:lnTo>
                  <a:lnTo>
                    <a:pt x="19888" y="46050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20" y="42519"/>
                  </a:lnTo>
                  <a:lnTo>
                    <a:pt x="20904" y="41744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49" y="41719"/>
                  </a:lnTo>
                  <a:lnTo>
                    <a:pt x="25730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71" y="5473"/>
                  </a:lnTo>
                  <a:lnTo>
                    <a:pt x="24765" y="5181"/>
                  </a:lnTo>
                  <a:lnTo>
                    <a:pt x="21805" y="5372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70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73"/>
                  </a:lnTo>
                  <a:lnTo>
                    <a:pt x="19850" y="4914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59" y="5702"/>
                  </a:lnTo>
                  <a:lnTo>
                    <a:pt x="15278" y="6146"/>
                  </a:lnTo>
                  <a:lnTo>
                    <a:pt x="15316" y="7048"/>
                  </a:lnTo>
                  <a:lnTo>
                    <a:pt x="16535" y="7340"/>
                  </a:lnTo>
                  <a:lnTo>
                    <a:pt x="19494" y="7150"/>
                  </a:lnTo>
                  <a:lnTo>
                    <a:pt x="20142" y="6908"/>
                  </a:lnTo>
                  <a:lnTo>
                    <a:pt x="20015" y="7696"/>
                  </a:lnTo>
                  <a:lnTo>
                    <a:pt x="20091" y="9423"/>
                  </a:lnTo>
                  <a:lnTo>
                    <a:pt x="20180" y="11137"/>
                  </a:lnTo>
                  <a:lnTo>
                    <a:pt x="20548" y="12522"/>
                  </a:lnTo>
                  <a:lnTo>
                    <a:pt x="21323" y="12471"/>
                  </a:lnTo>
                  <a:lnTo>
                    <a:pt x="21564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55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41"/>
                  </a:moveTo>
                  <a:lnTo>
                    <a:pt x="41122" y="23139"/>
                  </a:lnTo>
                  <a:lnTo>
                    <a:pt x="39903" y="22847"/>
                  </a:lnTo>
                  <a:lnTo>
                    <a:pt x="36944" y="23025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09" y="20764"/>
                  </a:lnTo>
                  <a:lnTo>
                    <a:pt x="36233" y="19037"/>
                  </a:lnTo>
                  <a:lnTo>
                    <a:pt x="35852" y="17665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16" y="23799"/>
                  </a:lnTo>
                  <a:lnTo>
                    <a:pt x="30467" y="24701"/>
                  </a:lnTo>
                  <a:lnTo>
                    <a:pt x="31673" y="24993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29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73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493" y="24574"/>
                  </a:lnTo>
                  <a:lnTo>
                    <a:pt x="39979" y="24472"/>
                  </a:lnTo>
                  <a:lnTo>
                    <a:pt x="41160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" name="object 594" descr=""/>
            <p:cNvSpPr/>
            <p:nvPr/>
          </p:nvSpPr>
          <p:spPr>
            <a:xfrm>
              <a:off x="3984739" y="682988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5" name="object 595" descr=""/>
            <p:cNvSpPr/>
            <p:nvPr/>
          </p:nvSpPr>
          <p:spPr>
            <a:xfrm>
              <a:off x="3987177" y="6832631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706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25"/>
                  </a:lnTo>
                  <a:lnTo>
                    <a:pt x="1193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20"/>
                  </a:lnTo>
                  <a:lnTo>
                    <a:pt x="4737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83" y="29933"/>
                  </a:lnTo>
                  <a:lnTo>
                    <a:pt x="6057" y="29883"/>
                  </a:lnTo>
                  <a:lnTo>
                    <a:pt x="6299" y="28460"/>
                  </a:lnTo>
                  <a:lnTo>
                    <a:pt x="6134" y="25019"/>
                  </a:lnTo>
                  <a:lnTo>
                    <a:pt x="5918" y="24244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63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904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92" y="40614"/>
                  </a:lnTo>
                  <a:lnTo>
                    <a:pt x="14998" y="41046"/>
                  </a:lnTo>
                  <a:lnTo>
                    <a:pt x="15049" y="41948"/>
                  </a:lnTo>
                  <a:lnTo>
                    <a:pt x="16256" y="42240"/>
                  </a:lnTo>
                  <a:lnTo>
                    <a:pt x="19215" y="42062"/>
                  </a:lnTo>
                  <a:lnTo>
                    <a:pt x="19875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50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88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35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72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73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23"/>
                  </a:lnTo>
                  <a:lnTo>
                    <a:pt x="20193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35" y="6375"/>
                  </a:lnTo>
                  <a:close/>
                </a:path>
                <a:path w="41275" h="47625">
                  <a:moveTo>
                    <a:pt x="41173" y="24041"/>
                  </a:moveTo>
                  <a:lnTo>
                    <a:pt x="41122" y="23139"/>
                  </a:lnTo>
                  <a:lnTo>
                    <a:pt x="39916" y="22847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45" y="19037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96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45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73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" name="object 596" descr=""/>
            <p:cNvSpPr/>
            <p:nvPr/>
          </p:nvSpPr>
          <p:spPr>
            <a:xfrm>
              <a:off x="4035300" y="6902965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7" name="object 597" descr=""/>
            <p:cNvSpPr/>
            <p:nvPr/>
          </p:nvSpPr>
          <p:spPr>
            <a:xfrm>
              <a:off x="4037736" y="6905707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706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905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84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25"/>
                  </a:lnTo>
                  <a:lnTo>
                    <a:pt x="1193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76" y="24320"/>
                  </a:lnTo>
                  <a:lnTo>
                    <a:pt x="4737" y="25107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83" y="29933"/>
                  </a:lnTo>
                  <a:lnTo>
                    <a:pt x="6057" y="29883"/>
                  </a:lnTo>
                  <a:lnTo>
                    <a:pt x="6299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89" y="24320"/>
                  </a:lnTo>
                  <a:lnTo>
                    <a:pt x="9563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39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904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92" y="40614"/>
                  </a:lnTo>
                  <a:lnTo>
                    <a:pt x="15011" y="41059"/>
                  </a:lnTo>
                  <a:lnTo>
                    <a:pt x="15049" y="41948"/>
                  </a:lnTo>
                  <a:lnTo>
                    <a:pt x="16268" y="42240"/>
                  </a:lnTo>
                  <a:lnTo>
                    <a:pt x="19215" y="42062"/>
                  </a:lnTo>
                  <a:lnTo>
                    <a:pt x="19875" y="41821"/>
                  </a:lnTo>
                  <a:lnTo>
                    <a:pt x="19735" y="42608"/>
                  </a:lnTo>
                  <a:lnTo>
                    <a:pt x="19824" y="44323"/>
                  </a:lnTo>
                  <a:lnTo>
                    <a:pt x="19900" y="46050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88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35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72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107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57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507" y="7150"/>
                  </a:lnTo>
                  <a:lnTo>
                    <a:pt x="20154" y="6908"/>
                  </a:lnTo>
                  <a:lnTo>
                    <a:pt x="20027" y="7696"/>
                  </a:lnTo>
                  <a:lnTo>
                    <a:pt x="20104" y="9423"/>
                  </a:lnTo>
                  <a:lnTo>
                    <a:pt x="20193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35" y="6375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39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45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96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80" y="24701"/>
                  </a:lnTo>
                  <a:lnTo>
                    <a:pt x="31686" y="24993"/>
                  </a:lnTo>
                  <a:lnTo>
                    <a:pt x="34645" y="24803"/>
                  </a:lnTo>
                  <a:lnTo>
                    <a:pt x="35293" y="24574"/>
                  </a:lnTo>
                  <a:lnTo>
                    <a:pt x="35166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92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" name="object 598" descr=""/>
            <p:cNvSpPr/>
            <p:nvPr/>
          </p:nvSpPr>
          <p:spPr>
            <a:xfrm>
              <a:off x="4057941" y="693849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9" name="object 599" descr=""/>
            <p:cNvSpPr/>
            <p:nvPr/>
          </p:nvSpPr>
          <p:spPr>
            <a:xfrm>
              <a:off x="4060380" y="6941229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81" y="22237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101"/>
                  </a:lnTo>
                  <a:lnTo>
                    <a:pt x="4140" y="22936"/>
                  </a:lnTo>
                  <a:lnTo>
                    <a:pt x="2667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33"/>
                  </a:lnTo>
                  <a:lnTo>
                    <a:pt x="4737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73"/>
                  </a:lnTo>
                  <a:lnTo>
                    <a:pt x="6134" y="25019"/>
                  </a:lnTo>
                  <a:lnTo>
                    <a:pt x="5918" y="24269"/>
                  </a:lnTo>
                  <a:lnTo>
                    <a:pt x="6604" y="24422"/>
                  </a:lnTo>
                  <a:lnTo>
                    <a:pt x="8077" y="24320"/>
                  </a:lnTo>
                  <a:lnTo>
                    <a:pt x="9563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25"/>
                  </a:lnTo>
                  <a:lnTo>
                    <a:pt x="16192" y="40614"/>
                  </a:lnTo>
                  <a:lnTo>
                    <a:pt x="14998" y="41059"/>
                  </a:lnTo>
                  <a:lnTo>
                    <a:pt x="15049" y="41960"/>
                  </a:lnTo>
                  <a:lnTo>
                    <a:pt x="16256" y="42252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35"/>
                  </a:lnTo>
                  <a:lnTo>
                    <a:pt x="19900" y="46050"/>
                  </a:lnTo>
                  <a:lnTo>
                    <a:pt x="20281" y="47434"/>
                  </a:lnTo>
                  <a:lnTo>
                    <a:pt x="21056" y="47383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44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72"/>
                  </a:lnTo>
                  <a:lnTo>
                    <a:pt x="21120" y="5638"/>
                  </a:lnTo>
                  <a:lnTo>
                    <a:pt x="21272" y="4826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73"/>
                  </a:lnTo>
                  <a:lnTo>
                    <a:pt x="19862" y="4914"/>
                  </a:lnTo>
                  <a:lnTo>
                    <a:pt x="20066" y="5689"/>
                  </a:lnTo>
                  <a:lnTo>
                    <a:pt x="19431" y="5524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708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58"/>
                  </a:lnTo>
                  <a:lnTo>
                    <a:pt x="21894" y="7010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73" y="24041"/>
                  </a:moveTo>
                  <a:lnTo>
                    <a:pt x="41122" y="23139"/>
                  </a:lnTo>
                  <a:lnTo>
                    <a:pt x="39916" y="22847"/>
                  </a:lnTo>
                  <a:lnTo>
                    <a:pt x="36957" y="23037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33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80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812"/>
                  </a:lnTo>
                  <a:lnTo>
                    <a:pt x="30467" y="24701"/>
                  </a:lnTo>
                  <a:lnTo>
                    <a:pt x="31686" y="25006"/>
                  </a:lnTo>
                  <a:lnTo>
                    <a:pt x="34645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803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73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" name="object 600" descr=""/>
            <p:cNvSpPr/>
            <p:nvPr/>
          </p:nvSpPr>
          <p:spPr>
            <a:xfrm>
              <a:off x="4105064" y="693849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1" name="object 601" descr=""/>
            <p:cNvSpPr/>
            <p:nvPr/>
          </p:nvSpPr>
          <p:spPr>
            <a:xfrm>
              <a:off x="4107510" y="6941229"/>
              <a:ext cx="20955" cy="47625"/>
            </a:xfrm>
            <a:custGeom>
              <a:avLst/>
              <a:gdLst/>
              <a:ahLst/>
              <a:cxnLst/>
              <a:rect l="l" t="t" r="r" b="b"/>
              <a:pathLst>
                <a:path w="20954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69" y="22237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101"/>
                  </a:lnTo>
                  <a:lnTo>
                    <a:pt x="4127" y="22936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20"/>
                  </a:lnTo>
                  <a:lnTo>
                    <a:pt x="4813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73"/>
                  </a:lnTo>
                  <a:lnTo>
                    <a:pt x="6134" y="25019"/>
                  </a:lnTo>
                  <a:lnTo>
                    <a:pt x="5918" y="24269"/>
                  </a:lnTo>
                  <a:lnTo>
                    <a:pt x="6604" y="24422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31" y="23787"/>
                  </a:lnTo>
                  <a:close/>
                </a:path>
                <a:path w="20954" h="47625">
                  <a:moveTo>
                    <a:pt x="20408" y="34912"/>
                  </a:moveTo>
                  <a:lnTo>
                    <a:pt x="19418" y="34912"/>
                  </a:lnTo>
                  <a:lnTo>
                    <a:pt x="19418" y="40500"/>
                  </a:lnTo>
                  <a:lnTo>
                    <a:pt x="19138" y="40424"/>
                  </a:lnTo>
                  <a:lnTo>
                    <a:pt x="17653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60"/>
                  </a:lnTo>
                  <a:lnTo>
                    <a:pt x="16256" y="42252"/>
                  </a:lnTo>
                  <a:lnTo>
                    <a:pt x="19202" y="42062"/>
                  </a:lnTo>
                  <a:lnTo>
                    <a:pt x="19723" y="41871"/>
                  </a:lnTo>
                  <a:lnTo>
                    <a:pt x="19723" y="47434"/>
                  </a:lnTo>
                  <a:lnTo>
                    <a:pt x="20408" y="47434"/>
                  </a:lnTo>
                  <a:lnTo>
                    <a:pt x="20408" y="41910"/>
                  </a:lnTo>
                  <a:lnTo>
                    <a:pt x="20408" y="41198"/>
                  </a:lnTo>
                  <a:lnTo>
                    <a:pt x="20408" y="40093"/>
                  </a:lnTo>
                  <a:lnTo>
                    <a:pt x="20408" y="34912"/>
                  </a:lnTo>
                  <a:close/>
                </a:path>
                <a:path w="20954" h="47625">
                  <a:moveTo>
                    <a:pt x="20408" y="0"/>
                  </a:moveTo>
                  <a:lnTo>
                    <a:pt x="19697" y="0"/>
                  </a:lnTo>
                  <a:lnTo>
                    <a:pt x="19697" y="5524"/>
                  </a:lnTo>
                  <a:lnTo>
                    <a:pt x="15278" y="5524"/>
                  </a:lnTo>
                  <a:lnTo>
                    <a:pt x="15278" y="7340"/>
                  </a:lnTo>
                  <a:lnTo>
                    <a:pt x="20015" y="7340"/>
                  </a:lnTo>
                  <a:lnTo>
                    <a:pt x="20015" y="12522"/>
                  </a:lnTo>
                  <a:lnTo>
                    <a:pt x="20408" y="12522"/>
                  </a:lnTo>
                  <a:lnTo>
                    <a:pt x="20408" y="7340"/>
                  </a:lnTo>
                  <a:lnTo>
                    <a:pt x="20408" y="6286"/>
                  </a:lnTo>
                  <a:lnTo>
                    <a:pt x="20408" y="5524"/>
                  </a:lnTo>
                  <a:lnTo>
                    <a:pt x="20408" y="0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" name="object 602" descr=""/>
            <p:cNvSpPr/>
            <p:nvPr/>
          </p:nvSpPr>
          <p:spPr>
            <a:xfrm>
              <a:off x="4012142" y="693849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3" name="object 603" descr=""/>
            <p:cNvSpPr/>
            <p:nvPr/>
          </p:nvSpPr>
          <p:spPr>
            <a:xfrm>
              <a:off x="4014584" y="6941229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81" y="22237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101"/>
                  </a:lnTo>
                  <a:lnTo>
                    <a:pt x="4140" y="22936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33"/>
                  </a:lnTo>
                  <a:lnTo>
                    <a:pt x="4724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73"/>
                  </a:lnTo>
                  <a:lnTo>
                    <a:pt x="6134" y="25019"/>
                  </a:lnTo>
                  <a:lnTo>
                    <a:pt x="5918" y="24269"/>
                  </a:lnTo>
                  <a:lnTo>
                    <a:pt x="6604" y="24422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692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60"/>
                  </a:lnTo>
                  <a:lnTo>
                    <a:pt x="16256" y="42252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35"/>
                  </a:lnTo>
                  <a:lnTo>
                    <a:pt x="19900" y="46050"/>
                  </a:lnTo>
                  <a:lnTo>
                    <a:pt x="20269" y="47434"/>
                  </a:lnTo>
                  <a:lnTo>
                    <a:pt x="21043" y="47383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07" y="5638"/>
                  </a:lnTo>
                  <a:lnTo>
                    <a:pt x="21259" y="4826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73"/>
                  </a:lnTo>
                  <a:lnTo>
                    <a:pt x="19862" y="4914"/>
                  </a:lnTo>
                  <a:lnTo>
                    <a:pt x="20066" y="5689"/>
                  </a:lnTo>
                  <a:lnTo>
                    <a:pt x="19418" y="5524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708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49"/>
                  </a:lnTo>
                  <a:lnTo>
                    <a:pt x="21412" y="7607"/>
                  </a:lnTo>
                  <a:lnTo>
                    <a:pt x="21196" y="6858"/>
                  </a:lnTo>
                  <a:lnTo>
                    <a:pt x="21894" y="7010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41"/>
                  </a:moveTo>
                  <a:lnTo>
                    <a:pt x="41122" y="23139"/>
                  </a:lnTo>
                  <a:lnTo>
                    <a:pt x="39903" y="22847"/>
                  </a:lnTo>
                  <a:lnTo>
                    <a:pt x="36957" y="23037"/>
                  </a:lnTo>
                  <a:lnTo>
                    <a:pt x="36258" y="23304"/>
                  </a:lnTo>
                  <a:lnTo>
                    <a:pt x="36398" y="22479"/>
                  </a:lnTo>
                  <a:lnTo>
                    <a:pt x="36322" y="20764"/>
                  </a:lnTo>
                  <a:lnTo>
                    <a:pt x="36233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80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812"/>
                  </a:lnTo>
                  <a:lnTo>
                    <a:pt x="30467" y="24701"/>
                  </a:lnTo>
                  <a:lnTo>
                    <a:pt x="31686" y="25006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803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60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" name="object 604" descr=""/>
            <p:cNvSpPr/>
            <p:nvPr/>
          </p:nvSpPr>
          <p:spPr>
            <a:xfrm>
              <a:off x="4081816" y="6902965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5" name="object 605" descr=""/>
            <p:cNvSpPr/>
            <p:nvPr/>
          </p:nvSpPr>
          <p:spPr>
            <a:xfrm>
              <a:off x="4084256" y="6905707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20"/>
                  </a:lnTo>
                  <a:lnTo>
                    <a:pt x="4737" y="25107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63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49" y="41948"/>
                  </a:lnTo>
                  <a:lnTo>
                    <a:pt x="16256" y="42240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50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44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39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33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" name="object 606" descr=""/>
            <p:cNvSpPr/>
            <p:nvPr/>
          </p:nvSpPr>
          <p:spPr>
            <a:xfrm>
              <a:off x="4128333" y="6902965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7" name="object 607" descr=""/>
            <p:cNvSpPr/>
            <p:nvPr/>
          </p:nvSpPr>
          <p:spPr>
            <a:xfrm>
              <a:off x="4035300" y="682988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8" name="object 608" descr=""/>
            <p:cNvSpPr/>
            <p:nvPr/>
          </p:nvSpPr>
          <p:spPr>
            <a:xfrm>
              <a:off x="4037736" y="6832631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706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905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84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25"/>
                  </a:lnTo>
                  <a:lnTo>
                    <a:pt x="1193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76" y="24320"/>
                  </a:lnTo>
                  <a:lnTo>
                    <a:pt x="4737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83" y="29933"/>
                  </a:lnTo>
                  <a:lnTo>
                    <a:pt x="6057" y="29883"/>
                  </a:lnTo>
                  <a:lnTo>
                    <a:pt x="6299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89" y="24320"/>
                  </a:lnTo>
                  <a:lnTo>
                    <a:pt x="9563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39" y="40284"/>
                  </a:lnTo>
                  <a:lnTo>
                    <a:pt x="20828" y="40551"/>
                  </a:lnTo>
                  <a:lnTo>
                    <a:pt x="20980" y="39725"/>
                  </a:lnTo>
                  <a:lnTo>
                    <a:pt x="20904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92" y="40614"/>
                  </a:lnTo>
                  <a:lnTo>
                    <a:pt x="15011" y="41046"/>
                  </a:lnTo>
                  <a:lnTo>
                    <a:pt x="15049" y="41948"/>
                  </a:lnTo>
                  <a:lnTo>
                    <a:pt x="16268" y="42240"/>
                  </a:lnTo>
                  <a:lnTo>
                    <a:pt x="19215" y="42062"/>
                  </a:lnTo>
                  <a:lnTo>
                    <a:pt x="19875" y="41821"/>
                  </a:lnTo>
                  <a:lnTo>
                    <a:pt x="19735" y="42608"/>
                  </a:lnTo>
                  <a:lnTo>
                    <a:pt x="19824" y="44323"/>
                  </a:lnTo>
                  <a:lnTo>
                    <a:pt x="19900" y="46050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88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35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72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107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73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57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507" y="7150"/>
                  </a:lnTo>
                  <a:lnTo>
                    <a:pt x="20154" y="6908"/>
                  </a:lnTo>
                  <a:lnTo>
                    <a:pt x="20027" y="7696"/>
                  </a:lnTo>
                  <a:lnTo>
                    <a:pt x="20104" y="9423"/>
                  </a:lnTo>
                  <a:lnTo>
                    <a:pt x="20193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35" y="6375"/>
                  </a:lnTo>
                  <a:close/>
                </a:path>
                <a:path w="41275" h="47625">
                  <a:moveTo>
                    <a:pt x="41173" y="24041"/>
                  </a:moveTo>
                  <a:lnTo>
                    <a:pt x="41122" y="23139"/>
                  </a:lnTo>
                  <a:lnTo>
                    <a:pt x="39916" y="22847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45" y="19037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96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80" y="24701"/>
                  </a:lnTo>
                  <a:lnTo>
                    <a:pt x="31686" y="24993"/>
                  </a:lnTo>
                  <a:lnTo>
                    <a:pt x="34645" y="24815"/>
                  </a:lnTo>
                  <a:lnTo>
                    <a:pt x="35293" y="24574"/>
                  </a:lnTo>
                  <a:lnTo>
                    <a:pt x="35166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92" y="24472"/>
                  </a:lnTo>
                  <a:lnTo>
                    <a:pt x="41173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" name="object 609" descr=""/>
            <p:cNvSpPr/>
            <p:nvPr/>
          </p:nvSpPr>
          <p:spPr>
            <a:xfrm>
              <a:off x="4057941" y="686541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0" name="object 610" descr=""/>
            <p:cNvSpPr/>
            <p:nvPr/>
          </p:nvSpPr>
          <p:spPr>
            <a:xfrm>
              <a:off x="4060380" y="686815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81" y="22237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20"/>
                  </a:lnTo>
                  <a:lnTo>
                    <a:pt x="4737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22"/>
                  </a:lnTo>
                  <a:lnTo>
                    <a:pt x="8077" y="24320"/>
                  </a:lnTo>
                  <a:lnTo>
                    <a:pt x="9563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25"/>
                  </a:lnTo>
                  <a:lnTo>
                    <a:pt x="16192" y="40614"/>
                  </a:lnTo>
                  <a:lnTo>
                    <a:pt x="14998" y="41059"/>
                  </a:lnTo>
                  <a:lnTo>
                    <a:pt x="15049" y="41960"/>
                  </a:lnTo>
                  <a:lnTo>
                    <a:pt x="16256" y="42252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35"/>
                  </a:lnTo>
                  <a:lnTo>
                    <a:pt x="19900" y="46050"/>
                  </a:lnTo>
                  <a:lnTo>
                    <a:pt x="20281" y="47434"/>
                  </a:lnTo>
                  <a:lnTo>
                    <a:pt x="21056" y="47383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44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72"/>
                  </a:lnTo>
                  <a:lnTo>
                    <a:pt x="21120" y="5638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73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708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7010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73" y="24041"/>
                  </a:moveTo>
                  <a:lnTo>
                    <a:pt x="41122" y="23139"/>
                  </a:lnTo>
                  <a:lnTo>
                    <a:pt x="39916" y="22847"/>
                  </a:lnTo>
                  <a:lnTo>
                    <a:pt x="36957" y="23037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33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80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812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45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803"/>
                  </a:lnTo>
                  <a:lnTo>
                    <a:pt x="35699" y="30187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73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" name="object 611" descr=""/>
            <p:cNvSpPr/>
            <p:nvPr/>
          </p:nvSpPr>
          <p:spPr>
            <a:xfrm>
              <a:off x="4105064" y="686541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2" name="object 612" descr=""/>
            <p:cNvSpPr/>
            <p:nvPr/>
          </p:nvSpPr>
          <p:spPr>
            <a:xfrm>
              <a:off x="4107510" y="6868153"/>
              <a:ext cx="20955" cy="47625"/>
            </a:xfrm>
            <a:custGeom>
              <a:avLst/>
              <a:gdLst/>
              <a:ahLst/>
              <a:cxnLst/>
              <a:rect l="l" t="t" r="r" b="b"/>
              <a:pathLst>
                <a:path w="20954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69" y="22237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27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20"/>
                  </a:lnTo>
                  <a:lnTo>
                    <a:pt x="4813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22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31" y="23787"/>
                  </a:lnTo>
                  <a:close/>
                </a:path>
                <a:path w="20954" h="47625">
                  <a:moveTo>
                    <a:pt x="20408" y="34912"/>
                  </a:moveTo>
                  <a:lnTo>
                    <a:pt x="19418" y="34912"/>
                  </a:lnTo>
                  <a:lnTo>
                    <a:pt x="19418" y="40500"/>
                  </a:lnTo>
                  <a:lnTo>
                    <a:pt x="19138" y="40424"/>
                  </a:lnTo>
                  <a:lnTo>
                    <a:pt x="17653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60"/>
                  </a:lnTo>
                  <a:lnTo>
                    <a:pt x="16256" y="42252"/>
                  </a:lnTo>
                  <a:lnTo>
                    <a:pt x="19202" y="42062"/>
                  </a:lnTo>
                  <a:lnTo>
                    <a:pt x="19723" y="41871"/>
                  </a:lnTo>
                  <a:lnTo>
                    <a:pt x="19723" y="47434"/>
                  </a:lnTo>
                  <a:lnTo>
                    <a:pt x="20408" y="47434"/>
                  </a:lnTo>
                  <a:lnTo>
                    <a:pt x="20408" y="41910"/>
                  </a:lnTo>
                  <a:lnTo>
                    <a:pt x="20408" y="41198"/>
                  </a:lnTo>
                  <a:lnTo>
                    <a:pt x="20408" y="40093"/>
                  </a:lnTo>
                  <a:lnTo>
                    <a:pt x="20408" y="34912"/>
                  </a:lnTo>
                  <a:close/>
                </a:path>
                <a:path w="20954" h="47625">
                  <a:moveTo>
                    <a:pt x="20408" y="0"/>
                  </a:moveTo>
                  <a:lnTo>
                    <a:pt x="19697" y="0"/>
                  </a:lnTo>
                  <a:lnTo>
                    <a:pt x="19697" y="5511"/>
                  </a:lnTo>
                  <a:lnTo>
                    <a:pt x="15278" y="5511"/>
                  </a:lnTo>
                  <a:lnTo>
                    <a:pt x="15278" y="7340"/>
                  </a:lnTo>
                  <a:lnTo>
                    <a:pt x="20015" y="7340"/>
                  </a:lnTo>
                  <a:lnTo>
                    <a:pt x="20015" y="12522"/>
                  </a:lnTo>
                  <a:lnTo>
                    <a:pt x="20408" y="12522"/>
                  </a:lnTo>
                  <a:lnTo>
                    <a:pt x="20408" y="7340"/>
                  </a:lnTo>
                  <a:lnTo>
                    <a:pt x="20408" y="6286"/>
                  </a:lnTo>
                  <a:lnTo>
                    <a:pt x="20408" y="5511"/>
                  </a:lnTo>
                  <a:lnTo>
                    <a:pt x="20408" y="0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" name="object 613" descr=""/>
            <p:cNvSpPr/>
            <p:nvPr/>
          </p:nvSpPr>
          <p:spPr>
            <a:xfrm>
              <a:off x="4012142" y="686541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4" name="object 614" descr=""/>
            <p:cNvSpPr/>
            <p:nvPr/>
          </p:nvSpPr>
          <p:spPr>
            <a:xfrm>
              <a:off x="4014584" y="686815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81" y="22237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22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692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60"/>
                  </a:lnTo>
                  <a:lnTo>
                    <a:pt x="16256" y="42252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35"/>
                  </a:lnTo>
                  <a:lnTo>
                    <a:pt x="19900" y="46050"/>
                  </a:lnTo>
                  <a:lnTo>
                    <a:pt x="20269" y="47434"/>
                  </a:lnTo>
                  <a:lnTo>
                    <a:pt x="21043" y="47383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07" y="5638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73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708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94" y="7010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41"/>
                  </a:moveTo>
                  <a:lnTo>
                    <a:pt x="41122" y="23139"/>
                  </a:lnTo>
                  <a:lnTo>
                    <a:pt x="39903" y="22847"/>
                  </a:lnTo>
                  <a:lnTo>
                    <a:pt x="36957" y="23037"/>
                  </a:lnTo>
                  <a:lnTo>
                    <a:pt x="36258" y="23304"/>
                  </a:lnTo>
                  <a:lnTo>
                    <a:pt x="36398" y="22479"/>
                  </a:lnTo>
                  <a:lnTo>
                    <a:pt x="36322" y="20764"/>
                  </a:lnTo>
                  <a:lnTo>
                    <a:pt x="36233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80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812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803"/>
                  </a:lnTo>
                  <a:lnTo>
                    <a:pt x="35699" y="30187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60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" name="object 615" descr=""/>
            <p:cNvSpPr/>
            <p:nvPr/>
          </p:nvSpPr>
          <p:spPr>
            <a:xfrm>
              <a:off x="4081816" y="682988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6" name="object 616" descr=""/>
            <p:cNvSpPr/>
            <p:nvPr/>
          </p:nvSpPr>
          <p:spPr>
            <a:xfrm>
              <a:off x="4084256" y="6832631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20"/>
                  </a:lnTo>
                  <a:lnTo>
                    <a:pt x="4737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63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49" y="41948"/>
                  </a:lnTo>
                  <a:lnTo>
                    <a:pt x="16256" y="42240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50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44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73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73" y="24041"/>
                  </a:moveTo>
                  <a:lnTo>
                    <a:pt x="41122" y="23139"/>
                  </a:lnTo>
                  <a:lnTo>
                    <a:pt x="39916" y="22847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33" y="19037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73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" name="object 617" descr=""/>
            <p:cNvSpPr/>
            <p:nvPr/>
          </p:nvSpPr>
          <p:spPr>
            <a:xfrm>
              <a:off x="4128333" y="682988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8" name="object 618" descr=""/>
            <p:cNvSpPr/>
            <p:nvPr/>
          </p:nvSpPr>
          <p:spPr>
            <a:xfrm>
              <a:off x="3891705" y="7049285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9" name="object 619" descr=""/>
            <p:cNvSpPr/>
            <p:nvPr/>
          </p:nvSpPr>
          <p:spPr>
            <a:xfrm>
              <a:off x="3894150" y="7052024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69" y="22237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75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101"/>
                  </a:lnTo>
                  <a:lnTo>
                    <a:pt x="4140" y="22936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20"/>
                  </a:lnTo>
                  <a:lnTo>
                    <a:pt x="4813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73"/>
                  </a:lnTo>
                  <a:lnTo>
                    <a:pt x="6134" y="25019"/>
                  </a:lnTo>
                  <a:lnTo>
                    <a:pt x="5918" y="24269"/>
                  </a:lnTo>
                  <a:lnTo>
                    <a:pt x="6604" y="24422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87"/>
                  </a:moveTo>
                  <a:lnTo>
                    <a:pt x="25692" y="40386"/>
                  </a:lnTo>
                  <a:lnTo>
                    <a:pt x="24472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02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85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53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60"/>
                  </a:lnTo>
                  <a:lnTo>
                    <a:pt x="16256" y="42252"/>
                  </a:lnTo>
                  <a:lnTo>
                    <a:pt x="19202" y="42062"/>
                  </a:lnTo>
                  <a:lnTo>
                    <a:pt x="19862" y="41821"/>
                  </a:lnTo>
                  <a:lnTo>
                    <a:pt x="19723" y="42608"/>
                  </a:lnTo>
                  <a:lnTo>
                    <a:pt x="19812" y="44335"/>
                  </a:lnTo>
                  <a:lnTo>
                    <a:pt x="19888" y="46050"/>
                  </a:lnTo>
                  <a:lnTo>
                    <a:pt x="20269" y="47434"/>
                  </a:lnTo>
                  <a:lnTo>
                    <a:pt x="21043" y="47383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49" y="41732"/>
                  </a:lnTo>
                  <a:lnTo>
                    <a:pt x="25730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07" y="5638"/>
                  </a:lnTo>
                  <a:lnTo>
                    <a:pt x="21259" y="4826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73"/>
                  </a:lnTo>
                  <a:lnTo>
                    <a:pt x="19862" y="4914"/>
                  </a:lnTo>
                  <a:lnTo>
                    <a:pt x="20066" y="5689"/>
                  </a:lnTo>
                  <a:lnTo>
                    <a:pt x="19418" y="5524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35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708"/>
                  </a:lnTo>
                  <a:lnTo>
                    <a:pt x="20091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61"/>
                  </a:lnTo>
                  <a:lnTo>
                    <a:pt x="21412" y="7607"/>
                  </a:lnTo>
                  <a:lnTo>
                    <a:pt x="21196" y="6858"/>
                  </a:lnTo>
                  <a:lnTo>
                    <a:pt x="21882" y="7010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41"/>
                  </a:moveTo>
                  <a:lnTo>
                    <a:pt x="41122" y="23139"/>
                  </a:lnTo>
                  <a:lnTo>
                    <a:pt x="39903" y="22847"/>
                  </a:lnTo>
                  <a:lnTo>
                    <a:pt x="36957" y="23037"/>
                  </a:lnTo>
                  <a:lnTo>
                    <a:pt x="36245" y="23304"/>
                  </a:lnTo>
                  <a:lnTo>
                    <a:pt x="36398" y="22479"/>
                  </a:lnTo>
                  <a:lnTo>
                    <a:pt x="36322" y="20764"/>
                  </a:lnTo>
                  <a:lnTo>
                    <a:pt x="36233" y="19050"/>
                  </a:lnTo>
                  <a:lnTo>
                    <a:pt x="35852" y="17665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80"/>
                  </a:lnTo>
                  <a:lnTo>
                    <a:pt x="35191" y="23342"/>
                  </a:lnTo>
                  <a:lnTo>
                    <a:pt x="34556" y="23177"/>
                  </a:lnTo>
                  <a:lnTo>
                    <a:pt x="33083" y="23279"/>
                  </a:lnTo>
                  <a:lnTo>
                    <a:pt x="31610" y="23368"/>
                  </a:lnTo>
                  <a:lnTo>
                    <a:pt x="30429" y="23812"/>
                  </a:lnTo>
                  <a:lnTo>
                    <a:pt x="30467" y="24714"/>
                  </a:lnTo>
                  <a:lnTo>
                    <a:pt x="31686" y="25006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89"/>
                  </a:lnTo>
                  <a:lnTo>
                    <a:pt x="35318" y="28803"/>
                  </a:lnTo>
                  <a:lnTo>
                    <a:pt x="35699" y="30187"/>
                  </a:lnTo>
                  <a:lnTo>
                    <a:pt x="36474" y="30137"/>
                  </a:lnTo>
                  <a:lnTo>
                    <a:pt x="36715" y="28714"/>
                  </a:lnTo>
                  <a:lnTo>
                    <a:pt x="36550" y="25273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60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" name="object 620" descr=""/>
            <p:cNvSpPr/>
            <p:nvPr/>
          </p:nvSpPr>
          <p:spPr>
            <a:xfrm>
              <a:off x="3914346" y="708481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1" name="object 621" descr=""/>
            <p:cNvSpPr/>
            <p:nvPr/>
          </p:nvSpPr>
          <p:spPr>
            <a:xfrm>
              <a:off x="3916794" y="7087558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74"/>
                  </a:moveTo>
                  <a:lnTo>
                    <a:pt x="10693" y="22885"/>
                  </a:lnTo>
                  <a:lnTo>
                    <a:pt x="9474" y="22580"/>
                  </a:lnTo>
                  <a:lnTo>
                    <a:pt x="6527" y="22771"/>
                  </a:lnTo>
                  <a:lnTo>
                    <a:pt x="5816" y="23037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83"/>
                  </a:lnTo>
                  <a:lnTo>
                    <a:pt x="5422" y="17411"/>
                  </a:lnTo>
                  <a:lnTo>
                    <a:pt x="4648" y="17462"/>
                  </a:lnTo>
                  <a:lnTo>
                    <a:pt x="4406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27" y="22923"/>
                  </a:lnTo>
                  <a:lnTo>
                    <a:pt x="2654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38" y="24447"/>
                  </a:lnTo>
                  <a:lnTo>
                    <a:pt x="1257" y="24739"/>
                  </a:lnTo>
                  <a:lnTo>
                    <a:pt x="4203" y="24549"/>
                  </a:lnTo>
                  <a:lnTo>
                    <a:pt x="4864" y="24307"/>
                  </a:lnTo>
                  <a:lnTo>
                    <a:pt x="4724" y="25107"/>
                  </a:lnTo>
                  <a:lnTo>
                    <a:pt x="4813" y="26822"/>
                  </a:lnTo>
                  <a:lnTo>
                    <a:pt x="4889" y="28536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21" y="25019"/>
                  </a:lnTo>
                  <a:lnTo>
                    <a:pt x="5905" y="24257"/>
                  </a:lnTo>
                  <a:lnTo>
                    <a:pt x="6591" y="24409"/>
                  </a:lnTo>
                  <a:lnTo>
                    <a:pt x="8077" y="24307"/>
                  </a:lnTo>
                  <a:lnTo>
                    <a:pt x="9550" y="24218"/>
                  </a:lnTo>
                  <a:lnTo>
                    <a:pt x="10731" y="23774"/>
                  </a:lnTo>
                  <a:close/>
                </a:path>
                <a:path w="41275" h="47625">
                  <a:moveTo>
                    <a:pt x="25730" y="41275"/>
                  </a:moveTo>
                  <a:lnTo>
                    <a:pt x="25692" y="40373"/>
                  </a:lnTo>
                  <a:lnTo>
                    <a:pt x="24472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67" y="39725"/>
                  </a:lnTo>
                  <a:lnTo>
                    <a:pt x="20891" y="37998"/>
                  </a:lnTo>
                  <a:lnTo>
                    <a:pt x="20802" y="36283"/>
                  </a:lnTo>
                  <a:lnTo>
                    <a:pt x="20434" y="34899"/>
                  </a:lnTo>
                  <a:lnTo>
                    <a:pt x="19659" y="34950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26" y="40424"/>
                  </a:lnTo>
                  <a:lnTo>
                    <a:pt x="17653" y="40513"/>
                  </a:lnTo>
                  <a:lnTo>
                    <a:pt x="16179" y="40601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49"/>
                  </a:lnTo>
                  <a:lnTo>
                    <a:pt x="19862" y="41808"/>
                  </a:lnTo>
                  <a:lnTo>
                    <a:pt x="19723" y="42608"/>
                  </a:lnTo>
                  <a:lnTo>
                    <a:pt x="19812" y="44323"/>
                  </a:lnTo>
                  <a:lnTo>
                    <a:pt x="19888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48"/>
                  </a:lnTo>
                  <a:lnTo>
                    <a:pt x="21132" y="42506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49" y="41719"/>
                  </a:lnTo>
                  <a:lnTo>
                    <a:pt x="25730" y="41275"/>
                  </a:lnTo>
                  <a:close/>
                </a:path>
                <a:path w="41275" h="47625">
                  <a:moveTo>
                    <a:pt x="26022" y="6362"/>
                  </a:moveTo>
                  <a:lnTo>
                    <a:pt x="25971" y="5461"/>
                  </a:lnTo>
                  <a:lnTo>
                    <a:pt x="24765" y="5168"/>
                  </a:lnTo>
                  <a:lnTo>
                    <a:pt x="21805" y="5359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70" y="3098"/>
                  </a:lnTo>
                  <a:lnTo>
                    <a:pt x="21094" y="1371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50" y="4902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00"/>
                  </a:lnTo>
                  <a:lnTo>
                    <a:pt x="16459" y="5702"/>
                  </a:lnTo>
                  <a:lnTo>
                    <a:pt x="15278" y="6134"/>
                  </a:lnTo>
                  <a:lnTo>
                    <a:pt x="15328" y="7035"/>
                  </a:lnTo>
                  <a:lnTo>
                    <a:pt x="16535" y="7327"/>
                  </a:lnTo>
                  <a:lnTo>
                    <a:pt x="19494" y="7137"/>
                  </a:lnTo>
                  <a:lnTo>
                    <a:pt x="20142" y="6908"/>
                  </a:lnTo>
                  <a:lnTo>
                    <a:pt x="20015" y="7696"/>
                  </a:lnTo>
                  <a:lnTo>
                    <a:pt x="20091" y="9410"/>
                  </a:lnTo>
                  <a:lnTo>
                    <a:pt x="20180" y="11125"/>
                  </a:lnTo>
                  <a:lnTo>
                    <a:pt x="20548" y="12509"/>
                  </a:lnTo>
                  <a:lnTo>
                    <a:pt x="21336" y="12458"/>
                  </a:lnTo>
                  <a:lnTo>
                    <a:pt x="21564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55" y="6896"/>
                  </a:lnTo>
                  <a:lnTo>
                    <a:pt x="24841" y="6807"/>
                  </a:lnTo>
                  <a:lnTo>
                    <a:pt x="26022" y="6362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44" y="23025"/>
                  </a:lnTo>
                  <a:lnTo>
                    <a:pt x="36245" y="23279"/>
                  </a:lnTo>
                  <a:lnTo>
                    <a:pt x="36398" y="22466"/>
                  </a:lnTo>
                  <a:lnTo>
                    <a:pt x="36309" y="20751"/>
                  </a:lnTo>
                  <a:lnTo>
                    <a:pt x="36233" y="19037"/>
                  </a:lnTo>
                  <a:lnTo>
                    <a:pt x="35852" y="17653"/>
                  </a:lnTo>
                  <a:lnTo>
                    <a:pt x="35077" y="17703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191" y="23329"/>
                  </a:lnTo>
                  <a:lnTo>
                    <a:pt x="34556" y="23164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16" y="23799"/>
                  </a:lnTo>
                  <a:lnTo>
                    <a:pt x="30467" y="24701"/>
                  </a:lnTo>
                  <a:lnTo>
                    <a:pt x="31673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29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02"/>
                  </a:lnTo>
                  <a:lnTo>
                    <a:pt x="36550" y="25260"/>
                  </a:lnTo>
                  <a:lnTo>
                    <a:pt x="36334" y="24498"/>
                  </a:lnTo>
                  <a:lnTo>
                    <a:pt x="37020" y="24650"/>
                  </a:lnTo>
                  <a:lnTo>
                    <a:pt x="38493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" name="object 622" descr=""/>
            <p:cNvSpPr/>
            <p:nvPr/>
          </p:nvSpPr>
          <p:spPr>
            <a:xfrm>
              <a:off x="3961469" y="708481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3" name="object 623" descr=""/>
            <p:cNvSpPr/>
            <p:nvPr/>
          </p:nvSpPr>
          <p:spPr>
            <a:xfrm>
              <a:off x="3963911" y="7087558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74"/>
                  </a:moveTo>
                  <a:lnTo>
                    <a:pt x="10693" y="22885"/>
                  </a:lnTo>
                  <a:lnTo>
                    <a:pt x="9486" y="22580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83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38" y="24447"/>
                  </a:lnTo>
                  <a:lnTo>
                    <a:pt x="1257" y="24739"/>
                  </a:lnTo>
                  <a:lnTo>
                    <a:pt x="4203" y="24549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22"/>
                  </a:lnTo>
                  <a:lnTo>
                    <a:pt x="4902" y="28536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07"/>
                  </a:lnTo>
                  <a:lnTo>
                    <a:pt x="9550" y="24218"/>
                  </a:lnTo>
                  <a:lnTo>
                    <a:pt x="10744" y="23774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692" y="40373"/>
                  </a:lnTo>
                  <a:lnTo>
                    <a:pt x="24485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7998"/>
                  </a:lnTo>
                  <a:lnTo>
                    <a:pt x="20815" y="36283"/>
                  </a:lnTo>
                  <a:lnTo>
                    <a:pt x="20434" y="34899"/>
                  </a:lnTo>
                  <a:lnTo>
                    <a:pt x="19659" y="34950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79" y="40601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15" y="42049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48"/>
                  </a:lnTo>
                  <a:lnTo>
                    <a:pt x="21132" y="42506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22" y="6362"/>
                  </a:moveTo>
                  <a:lnTo>
                    <a:pt x="25984" y="5461"/>
                  </a:lnTo>
                  <a:lnTo>
                    <a:pt x="24765" y="5168"/>
                  </a:lnTo>
                  <a:lnTo>
                    <a:pt x="21818" y="5359"/>
                  </a:lnTo>
                  <a:lnTo>
                    <a:pt x="21120" y="5626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71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18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494" y="7137"/>
                  </a:lnTo>
                  <a:lnTo>
                    <a:pt x="20154" y="6896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80" y="11125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896"/>
                  </a:lnTo>
                  <a:lnTo>
                    <a:pt x="24841" y="6807"/>
                  </a:lnTo>
                  <a:lnTo>
                    <a:pt x="26022" y="6362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398" y="22466"/>
                  </a:lnTo>
                  <a:lnTo>
                    <a:pt x="36322" y="20751"/>
                  </a:lnTo>
                  <a:lnTo>
                    <a:pt x="36233" y="19037"/>
                  </a:lnTo>
                  <a:lnTo>
                    <a:pt x="35864" y="17653"/>
                  </a:lnTo>
                  <a:lnTo>
                    <a:pt x="35090" y="17703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29"/>
                  </a:lnTo>
                  <a:lnTo>
                    <a:pt x="34569" y="23164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02"/>
                  </a:lnTo>
                  <a:lnTo>
                    <a:pt x="36563" y="25260"/>
                  </a:lnTo>
                  <a:lnTo>
                    <a:pt x="36347" y="24498"/>
                  </a:lnTo>
                  <a:lnTo>
                    <a:pt x="37033" y="24650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" name="object 624" descr=""/>
            <p:cNvSpPr/>
            <p:nvPr/>
          </p:nvSpPr>
          <p:spPr>
            <a:xfrm>
              <a:off x="3884603" y="7084810"/>
              <a:ext cx="29845" cy="53975"/>
            </a:xfrm>
            <a:custGeom>
              <a:avLst/>
              <a:gdLst/>
              <a:ahLst/>
              <a:cxnLst/>
              <a:rect l="l" t="t" r="r" b="b"/>
              <a:pathLst>
                <a:path w="29845" h="53975">
                  <a:moveTo>
                    <a:pt x="29743" y="26711"/>
                  </a:moveTo>
                  <a:lnTo>
                    <a:pt x="6843" y="53422"/>
                  </a:lnTo>
                  <a:lnTo>
                    <a:pt x="0" y="45439"/>
                  </a:lnTo>
                </a:path>
                <a:path w="29845" h="53975">
                  <a:moveTo>
                    <a:pt x="0" y="7983"/>
                  </a:moveTo>
                  <a:lnTo>
                    <a:pt x="6843" y="0"/>
                  </a:lnTo>
                  <a:lnTo>
                    <a:pt x="29743" y="26711"/>
                  </a:lnTo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5" name="object 625" descr=""/>
            <p:cNvSpPr/>
            <p:nvPr/>
          </p:nvSpPr>
          <p:spPr>
            <a:xfrm>
              <a:off x="3885996" y="7087558"/>
              <a:ext cx="26670" cy="47625"/>
            </a:xfrm>
            <a:custGeom>
              <a:avLst/>
              <a:gdLst/>
              <a:ahLst/>
              <a:cxnLst/>
              <a:rect l="l" t="t" r="r" b="b"/>
              <a:pathLst>
                <a:path w="26670" h="47625">
                  <a:moveTo>
                    <a:pt x="10731" y="41275"/>
                  </a:moveTo>
                  <a:lnTo>
                    <a:pt x="10693" y="40373"/>
                  </a:lnTo>
                  <a:lnTo>
                    <a:pt x="9474" y="40081"/>
                  </a:lnTo>
                  <a:lnTo>
                    <a:pt x="6527" y="40271"/>
                  </a:lnTo>
                  <a:lnTo>
                    <a:pt x="5816" y="40538"/>
                  </a:lnTo>
                  <a:lnTo>
                    <a:pt x="5969" y="39725"/>
                  </a:lnTo>
                  <a:lnTo>
                    <a:pt x="5892" y="37998"/>
                  </a:lnTo>
                  <a:lnTo>
                    <a:pt x="5803" y="36283"/>
                  </a:lnTo>
                  <a:lnTo>
                    <a:pt x="5422" y="34899"/>
                  </a:lnTo>
                  <a:lnTo>
                    <a:pt x="4648" y="34950"/>
                  </a:lnTo>
                  <a:lnTo>
                    <a:pt x="4406" y="36372"/>
                  </a:lnTo>
                  <a:lnTo>
                    <a:pt x="4572" y="39814"/>
                  </a:lnTo>
                  <a:lnTo>
                    <a:pt x="4775" y="40589"/>
                  </a:lnTo>
                  <a:lnTo>
                    <a:pt x="4127" y="40424"/>
                  </a:lnTo>
                  <a:lnTo>
                    <a:pt x="2654" y="40513"/>
                  </a:lnTo>
                  <a:lnTo>
                    <a:pt x="1181" y="40601"/>
                  </a:lnTo>
                  <a:lnTo>
                    <a:pt x="0" y="41046"/>
                  </a:lnTo>
                  <a:lnTo>
                    <a:pt x="38" y="41948"/>
                  </a:lnTo>
                  <a:lnTo>
                    <a:pt x="1244" y="42240"/>
                  </a:lnTo>
                  <a:lnTo>
                    <a:pt x="4203" y="42049"/>
                  </a:lnTo>
                  <a:lnTo>
                    <a:pt x="4864" y="41808"/>
                  </a:lnTo>
                  <a:lnTo>
                    <a:pt x="4724" y="42608"/>
                  </a:lnTo>
                  <a:lnTo>
                    <a:pt x="4800" y="44323"/>
                  </a:lnTo>
                  <a:lnTo>
                    <a:pt x="4889" y="46037"/>
                  </a:lnTo>
                  <a:lnTo>
                    <a:pt x="5270" y="47421"/>
                  </a:lnTo>
                  <a:lnTo>
                    <a:pt x="6045" y="47371"/>
                  </a:lnTo>
                  <a:lnTo>
                    <a:pt x="6286" y="45948"/>
                  </a:lnTo>
                  <a:lnTo>
                    <a:pt x="6121" y="42506"/>
                  </a:lnTo>
                  <a:lnTo>
                    <a:pt x="5905" y="41757"/>
                  </a:lnTo>
                  <a:lnTo>
                    <a:pt x="6591" y="41910"/>
                  </a:lnTo>
                  <a:lnTo>
                    <a:pt x="8077" y="41808"/>
                  </a:lnTo>
                  <a:lnTo>
                    <a:pt x="9550" y="41719"/>
                  </a:lnTo>
                  <a:lnTo>
                    <a:pt x="10731" y="41275"/>
                  </a:lnTo>
                  <a:close/>
                </a:path>
                <a:path w="26670" h="47625">
                  <a:moveTo>
                    <a:pt x="11023" y="6362"/>
                  </a:moveTo>
                  <a:lnTo>
                    <a:pt x="10972" y="5461"/>
                  </a:lnTo>
                  <a:lnTo>
                    <a:pt x="9766" y="5168"/>
                  </a:lnTo>
                  <a:lnTo>
                    <a:pt x="6807" y="5359"/>
                  </a:lnTo>
                  <a:lnTo>
                    <a:pt x="6108" y="5626"/>
                  </a:lnTo>
                  <a:lnTo>
                    <a:pt x="6261" y="4813"/>
                  </a:lnTo>
                  <a:lnTo>
                    <a:pt x="6172" y="3098"/>
                  </a:lnTo>
                  <a:lnTo>
                    <a:pt x="6083" y="1371"/>
                  </a:lnTo>
                  <a:lnTo>
                    <a:pt x="5715" y="0"/>
                  </a:lnTo>
                  <a:lnTo>
                    <a:pt x="4940" y="50"/>
                  </a:lnTo>
                  <a:lnTo>
                    <a:pt x="4699" y="1460"/>
                  </a:lnTo>
                  <a:lnTo>
                    <a:pt x="4851" y="4902"/>
                  </a:lnTo>
                  <a:lnTo>
                    <a:pt x="5054" y="5676"/>
                  </a:lnTo>
                  <a:lnTo>
                    <a:pt x="4419" y="5511"/>
                  </a:lnTo>
                  <a:lnTo>
                    <a:pt x="2933" y="5600"/>
                  </a:lnTo>
                  <a:lnTo>
                    <a:pt x="1460" y="5702"/>
                  </a:lnTo>
                  <a:lnTo>
                    <a:pt x="279" y="6134"/>
                  </a:lnTo>
                  <a:lnTo>
                    <a:pt x="317" y="7035"/>
                  </a:lnTo>
                  <a:lnTo>
                    <a:pt x="1536" y="7327"/>
                  </a:lnTo>
                  <a:lnTo>
                    <a:pt x="4483" y="7137"/>
                  </a:lnTo>
                  <a:lnTo>
                    <a:pt x="5143" y="6908"/>
                  </a:lnTo>
                  <a:lnTo>
                    <a:pt x="5003" y="7696"/>
                  </a:lnTo>
                  <a:lnTo>
                    <a:pt x="5092" y="9410"/>
                  </a:lnTo>
                  <a:lnTo>
                    <a:pt x="5181" y="11125"/>
                  </a:lnTo>
                  <a:lnTo>
                    <a:pt x="5549" y="12509"/>
                  </a:lnTo>
                  <a:lnTo>
                    <a:pt x="6324" y="12458"/>
                  </a:lnTo>
                  <a:lnTo>
                    <a:pt x="6565" y="11049"/>
                  </a:lnTo>
                  <a:lnTo>
                    <a:pt x="6413" y="7607"/>
                  </a:lnTo>
                  <a:lnTo>
                    <a:pt x="6197" y="6845"/>
                  </a:lnTo>
                  <a:lnTo>
                    <a:pt x="6883" y="6997"/>
                  </a:lnTo>
                  <a:lnTo>
                    <a:pt x="8356" y="6896"/>
                  </a:lnTo>
                  <a:lnTo>
                    <a:pt x="9829" y="6807"/>
                  </a:lnTo>
                  <a:lnTo>
                    <a:pt x="11023" y="6362"/>
                  </a:lnTo>
                  <a:close/>
                </a:path>
                <a:path w="26670" h="47625">
                  <a:moveTo>
                    <a:pt x="26162" y="24028"/>
                  </a:moveTo>
                  <a:lnTo>
                    <a:pt x="26111" y="23126"/>
                  </a:lnTo>
                  <a:lnTo>
                    <a:pt x="24904" y="22834"/>
                  </a:lnTo>
                  <a:lnTo>
                    <a:pt x="21945" y="23025"/>
                  </a:lnTo>
                  <a:lnTo>
                    <a:pt x="21247" y="23279"/>
                  </a:lnTo>
                  <a:lnTo>
                    <a:pt x="21399" y="22466"/>
                  </a:lnTo>
                  <a:lnTo>
                    <a:pt x="21310" y="20751"/>
                  </a:lnTo>
                  <a:lnTo>
                    <a:pt x="21234" y="19037"/>
                  </a:lnTo>
                  <a:lnTo>
                    <a:pt x="20853" y="17653"/>
                  </a:lnTo>
                  <a:lnTo>
                    <a:pt x="20078" y="17703"/>
                  </a:lnTo>
                  <a:lnTo>
                    <a:pt x="19837" y="19126"/>
                  </a:lnTo>
                  <a:lnTo>
                    <a:pt x="19989" y="22567"/>
                  </a:lnTo>
                  <a:lnTo>
                    <a:pt x="20193" y="23329"/>
                  </a:lnTo>
                  <a:lnTo>
                    <a:pt x="19558" y="23164"/>
                  </a:lnTo>
                  <a:lnTo>
                    <a:pt x="18084" y="23266"/>
                  </a:lnTo>
                  <a:lnTo>
                    <a:pt x="16598" y="23355"/>
                  </a:lnTo>
                  <a:lnTo>
                    <a:pt x="15417" y="23799"/>
                  </a:lnTo>
                  <a:lnTo>
                    <a:pt x="15468" y="24701"/>
                  </a:lnTo>
                  <a:lnTo>
                    <a:pt x="16675" y="24993"/>
                  </a:lnTo>
                  <a:lnTo>
                    <a:pt x="19634" y="24803"/>
                  </a:lnTo>
                  <a:lnTo>
                    <a:pt x="20281" y="24561"/>
                  </a:lnTo>
                  <a:lnTo>
                    <a:pt x="20142" y="25361"/>
                  </a:lnTo>
                  <a:lnTo>
                    <a:pt x="20231" y="27076"/>
                  </a:lnTo>
                  <a:lnTo>
                    <a:pt x="20320" y="28790"/>
                  </a:lnTo>
                  <a:lnTo>
                    <a:pt x="20688" y="30175"/>
                  </a:lnTo>
                  <a:lnTo>
                    <a:pt x="21463" y="30124"/>
                  </a:lnTo>
                  <a:lnTo>
                    <a:pt x="21704" y="28702"/>
                  </a:lnTo>
                  <a:lnTo>
                    <a:pt x="21551" y="25260"/>
                  </a:lnTo>
                  <a:lnTo>
                    <a:pt x="21336" y="24498"/>
                  </a:lnTo>
                  <a:lnTo>
                    <a:pt x="22021" y="24650"/>
                  </a:lnTo>
                  <a:lnTo>
                    <a:pt x="23495" y="24561"/>
                  </a:lnTo>
                  <a:lnTo>
                    <a:pt x="24968" y="24472"/>
                  </a:lnTo>
                  <a:lnTo>
                    <a:pt x="26162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" name="object 626" descr=""/>
            <p:cNvSpPr/>
            <p:nvPr/>
          </p:nvSpPr>
          <p:spPr>
            <a:xfrm>
              <a:off x="3938222" y="7049285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7" name="object 627" descr=""/>
            <p:cNvSpPr/>
            <p:nvPr/>
          </p:nvSpPr>
          <p:spPr>
            <a:xfrm>
              <a:off x="3940670" y="7052024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16" y="23050"/>
                  </a:lnTo>
                  <a:lnTo>
                    <a:pt x="5969" y="22237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22" y="17411"/>
                  </a:lnTo>
                  <a:lnTo>
                    <a:pt x="4648" y="17475"/>
                  </a:lnTo>
                  <a:lnTo>
                    <a:pt x="4406" y="18884"/>
                  </a:lnTo>
                  <a:lnTo>
                    <a:pt x="4572" y="22326"/>
                  </a:lnTo>
                  <a:lnTo>
                    <a:pt x="4775" y="23101"/>
                  </a:lnTo>
                  <a:lnTo>
                    <a:pt x="4127" y="22936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20"/>
                  </a:lnTo>
                  <a:lnTo>
                    <a:pt x="4800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73"/>
                  </a:lnTo>
                  <a:lnTo>
                    <a:pt x="6121" y="25019"/>
                  </a:lnTo>
                  <a:lnTo>
                    <a:pt x="5905" y="24269"/>
                  </a:lnTo>
                  <a:lnTo>
                    <a:pt x="6591" y="24422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87"/>
                  </a:moveTo>
                  <a:lnTo>
                    <a:pt x="25692" y="40386"/>
                  </a:lnTo>
                  <a:lnTo>
                    <a:pt x="24472" y="40093"/>
                  </a:lnTo>
                  <a:lnTo>
                    <a:pt x="21526" y="40284"/>
                  </a:lnTo>
                  <a:lnTo>
                    <a:pt x="20815" y="40551"/>
                  </a:lnTo>
                  <a:lnTo>
                    <a:pt x="20967" y="39725"/>
                  </a:lnTo>
                  <a:lnTo>
                    <a:pt x="20891" y="38011"/>
                  </a:lnTo>
                  <a:lnTo>
                    <a:pt x="20802" y="36296"/>
                  </a:lnTo>
                  <a:lnTo>
                    <a:pt x="20421" y="34912"/>
                  </a:lnTo>
                  <a:lnTo>
                    <a:pt x="19646" y="34963"/>
                  </a:lnTo>
                  <a:lnTo>
                    <a:pt x="19405" y="36385"/>
                  </a:lnTo>
                  <a:lnTo>
                    <a:pt x="19570" y="39827"/>
                  </a:lnTo>
                  <a:lnTo>
                    <a:pt x="19761" y="40589"/>
                  </a:lnTo>
                  <a:lnTo>
                    <a:pt x="19126" y="40424"/>
                  </a:lnTo>
                  <a:lnTo>
                    <a:pt x="17653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60"/>
                  </a:lnTo>
                  <a:lnTo>
                    <a:pt x="16256" y="42252"/>
                  </a:lnTo>
                  <a:lnTo>
                    <a:pt x="19202" y="42062"/>
                  </a:lnTo>
                  <a:lnTo>
                    <a:pt x="19862" y="41821"/>
                  </a:lnTo>
                  <a:lnTo>
                    <a:pt x="19723" y="42608"/>
                  </a:lnTo>
                  <a:lnTo>
                    <a:pt x="19812" y="44335"/>
                  </a:lnTo>
                  <a:lnTo>
                    <a:pt x="19888" y="46050"/>
                  </a:lnTo>
                  <a:lnTo>
                    <a:pt x="20269" y="47434"/>
                  </a:lnTo>
                  <a:lnTo>
                    <a:pt x="21043" y="47383"/>
                  </a:lnTo>
                  <a:lnTo>
                    <a:pt x="21285" y="45961"/>
                  </a:lnTo>
                  <a:lnTo>
                    <a:pt x="21120" y="42519"/>
                  </a:lnTo>
                  <a:lnTo>
                    <a:pt x="20904" y="41744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49" y="41732"/>
                  </a:lnTo>
                  <a:lnTo>
                    <a:pt x="25730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71" y="5473"/>
                  </a:lnTo>
                  <a:lnTo>
                    <a:pt x="24765" y="5181"/>
                  </a:lnTo>
                  <a:lnTo>
                    <a:pt x="21805" y="5372"/>
                  </a:lnTo>
                  <a:lnTo>
                    <a:pt x="21107" y="5638"/>
                  </a:lnTo>
                  <a:lnTo>
                    <a:pt x="21259" y="4826"/>
                  </a:lnTo>
                  <a:lnTo>
                    <a:pt x="21170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73"/>
                  </a:lnTo>
                  <a:lnTo>
                    <a:pt x="19850" y="4914"/>
                  </a:lnTo>
                  <a:lnTo>
                    <a:pt x="20053" y="5689"/>
                  </a:lnTo>
                  <a:lnTo>
                    <a:pt x="19418" y="5524"/>
                  </a:lnTo>
                  <a:lnTo>
                    <a:pt x="17945" y="5613"/>
                  </a:lnTo>
                  <a:lnTo>
                    <a:pt x="16459" y="5702"/>
                  </a:lnTo>
                  <a:lnTo>
                    <a:pt x="15278" y="6146"/>
                  </a:lnTo>
                  <a:lnTo>
                    <a:pt x="15316" y="7048"/>
                  </a:lnTo>
                  <a:lnTo>
                    <a:pt x="16535" y="7340"/>
                  </a:lnTo>
                  <a:lnTo>
                    <a:pt x="19494" y="7150"/>
                  </a:lnTo>
                  <a:lnTo>
                    <a:pt x="20142" y="6921"/>
                  </a:lnTo>
                  <a:lnTo>
                    <a:pt x="20015" y="7708"/>
                  </a:lnTo>
                  <a:lnTo>
                    <a:pt x="20091" y="9423"/>
                  </a:lnTo>
                  <a:lnTo>
                    <a:pt x="20180" y="11137"/>
                  </a:lnTo>
                  <a:lnTo>
                    <a:pt x="20548" y="12522"/>
                  </a:lnTo>
                  <a:lnTo>
                    <a:pt x="21323" y="12471"/>
                  </a:lnTo>
                  <a:lnTo>
                    <a:pt x="21564" y="11061"/>
                  </a:lnTo>
                  <a:lnTo>
                    <a:pt x="21412" y="7607"/>
                  </a:lnTo>
                  <a:lnTo>
                    <a:pt x="21196" y="6858"/>
                  </a:lnTo>
                  <a:lnTo>
                    <a:pt x="21882" y="7010"/>
                  </a:lnTo>
                  <a:lnTo>
                    <a:pt x="23355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41"/>
                  </a:moveTo>
                  <a:lnTo>
                    <a:pt x="41122" y="23139"/>
                  </a:lnTo>
                  <a:lnTo>
                    <a:pt x="39903" y="22847"/>
                  </a:lnTo>
                  <a:lnTo>
                    <a:pt x="36944" y="23037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09" y="20764"/>
                  </a:lnTo>
                  <a:lnTo>
                    <a:pt x="36233" y="19050"/>
                  </a:lnTo>
                  <a:lnTo>
                    <a:pt x="35852" y="17665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80"/>
                  </a:lnTo>
                  <a:lnTo>
                    <a:pt x="35191" y="23342"/>
                  </a:lnTo>
                  <a:lnTo>
                    <a:pt x="34556" y="23177"/>
                  </a:lnTo>
                  <a:lnTo>
                    <a:pt x="33083" y="23279"/>
                  </a:lnTo>
                  <a:lnTo>
                    <a:pt x="31610" y="23368"/>
                  </a:lnTo>
                  <a:lnTo>
                    <a:pt x="30416" y="23812"/>
                  </a:lnTo>
                  <a:lnTo>
                    <a:pt x="30467" y="24714"/>
                  </a:lnTo>
                  <a:lnTo>
                    <a:pt x="31673" y="25006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29" y="27089"/>
                  </a:lnTo>
                  <a:lnTo>
                    <a:pt x="35318" y="28803"/>
                  </a:lnTo>
                  <a:lnTo>
                    <a:pt x="35699" y="30187"/>
                  </a:lnTo>
                  <a:lnTo>
                    <a:pt x="36474" y="30137"/>
                  </a:lnTo>
                  <a:lnTo>
                    <a:pt x="36715" y="28714"/>
                  </a:lnTo>
                  <a:lnTo>
                    <a:pt x="36550" y="25273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493" y="24574"/>
                  </a:lnTo>
                  <a:lnTo>
                    <a:pt x="39979" y="24472"/>
                  </a:lnTo>
                  <a:lnTo>
                    <a:pt x="41160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" name="object 628" descr=""/>
            <p:cNvSpPr/>
            <p:nvPr/>
          </p:nvSpPr>
          <p:spPr>
            <a:xfrm>
              <a:off x="3984739" y="7049285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9" name="object 629" descr=""/>
            <p:cNvSpPr/>
            <p:nvPr/>
          </p:nvSpPr>
          <p:spPr>
            <a:xfrm>
              <a:off x="3987177" y="7052024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706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81" y="22237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75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101"/>
                  </a:lnTo>
                  <a:lnTo>
                    <a:pt x="4140" y="22936"/>
                  </a:lnTo>
                  <a:lnTo>
                    <a:pt x="2667" y="23025"/>
                  </a:lnTo>
                  <a:lnTo>
                    <a:pt x="1193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33"/>
                  </a:lnTo>
                  <a:lnTo>
                    <a:pt x="4737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83" y="29933"/>
                  </a:lnTo>
                  <a:lnTo>
                    <a:pt x="6057" y="29883"/>
                  </a:lnTo>
                  <a:lnTo>
                    <a:pt x="6299" y="28473"/>
                  </a:lnTo>
                  <a:lnTo>
                    <a:pt x="6134" y="25019"/>
                  </a:lnTo>
                  <a:lnTo>
                    <a:pt x="5918" y="24269"/>
                  </a:lnTo>
                  <a:lnTo>
                    <a:pt x="6604" y="24422"/>
                  </a:lnTo>
                  <a:lnTo>
                    <a:pt x="8077" y="24320"/>
                  </a:lnTo>
                  <a:lnTo>
                    <a:pt x="9563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904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85"/>
                  </a:lnTo>
                  <a:lnTo>
                    <a:pt x="19583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25"/>
                  </a:lnTo>
                  <a:lnTo>
                    <a:pt x="16192" y="40614"/>
                  </a:lnTo>
                  <a:lnTo>
                    <a:pt x="14998" y="41059"/>
                  </a:lnTo>
                  <a:lnTo>
                    <a:pt x="15049" y="41960"/>
                  </a:lnTo>
                  <a:lnTo>
                    <a:pt x="16256" y="42252"/>
                  </a:lnTo>
                  <a:lnTo>
                    <a:pt x="19215" y="42062"/>
                  </a:lnTo>
                  <a:lnTo>
                    <a:pt x="19875" y="41821"/>
                  </a:lnTo>
                  <a:lnTo>
                    <a:pt x="19735" y="42608"/>
                  </a:lnTo>
                  <a:lnTo>
                    <a:pt x="19812" y="44335"/>
                  </a:lnTo>
                  <a:lnTo>
                    <a:pt x="19900" y="46050"/>
                  </a:lnTo>
                  <a:lnTo>
                    <a:pt x="20281" y="47434"/>
                  </a:lnTo>
                  <a:lnTo>
                    <a:pt x="21056" y="47383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88" y="41821"/>
                  </a:lnTo>
                  <a:lnTo>
                    <a:pt x="24561" y="41732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35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72"/>
                  </a:lnTo>
                  <a:lnTo>
                    <a:pt x="21120" y="5638"/>
                  </a:lnTo>
                  <a:lnTo>
                    <a:pt x="21272" y="4826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73"/>
                  </a:lnTo>
                  <a:lnTo>
                    <a:pt x="19862" y="4914"/>
                  </a:lnTo>
                  <a:lnTo>
                    <a:pt x="20066" y="5689"/>
                  </a:lnTo>
                  <a:lnTo>
                    <a:pt x="19431" y="5524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21"/>
                  </a:lnTo>
                  <a:lnTo>
                    <a:pt x="20015" y="7708"/>
                  </a:lnTo>
                  <a:lnTo>
                    <a:pt x="20104" y="9423"/>
                  </a:lnTo>
                  <a:lnTo>
                    <a:pt x="20193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61"/>
                  </a:lnTo>
                  <a:lnTo>
                    <a:pt x="21424" y="7607"/>
                  </a:lnTo>
                  <a:lnTo>
                    <a:pt x="21209" y="6858"/>
                  </a:lnTo>
                  <a:lnTo>
                    <a:pt x="21894" y="7010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35" y="6375"/>
                  </a:lnTo>
                  <a:close/>
                </a:path>
                <a:path w="41275" h="47625">
                  <a:moveTo>
                    <a:pt x="41173" y="24041"/>
                  </a:moveTo>
                  <a:lnTo>
                    <a:pt x="41122" y="23139"/>
                  </a:lnTo>
                  <a:lnTo>
                    <a:pt x="39916" y="22847"/>
                  </a:lnTo>
                  <a:lnTo>
                    <a:pt x="36957" y="23037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45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80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96" y="23279"/>
                  </a:lnTo>
                  <a:lnTo>
                    <a:pt x="31610" y="23368"/>
                  </a:lnTo>
                  <a:lnTo>
                    <a:pt x="30429" y="23812"/>
                  </a:lnTo>
                  <a:lnTo>
                    <a:pt x="30467" y="24714"/>
                  </a:lnTo>
                  <a:lnTo>
                    <a:pt x="31686" y="25006"/>
                  </a:lnTo>
                  <a:lnTo>
                    <a:pt x="34645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89"/>
                  </a:lnTo>
                  <a:lnTo>
                    <a:pt x="35331" y="28803"/>
                  </a:lnTo>
                  <a:lnTo>
                    <a:pt x="35699" y="30187"/>
                  </a:lnTo>
                  <a:lnTo>
                    <a:pt x="36474" y="30137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73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" name="object 630" descr=""/>
            <p:cNvSpPr/>
            <p:nvPr/>
          </p:nvSpPr>
          <p:spPr>
            <a:xfrm>
              <a:off x="3891705" y="697620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1" name="object 631" descr=""/>
            <p:cNvSpPr/>
            <p:nvPr/>
          </p:nvSpPr>
          <p:spPr>
            <a:xfrm>
              <a:off x="3894150" y="6978948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69" y="22237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75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101"/>
                  </a:lnTo>
                  <a:lnTo>
                    <a:pt x="4140" y="22936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20"/>
                  </a:lnTo>
                  <a:lnTo>
                    <a:pt x="4813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73"/>
                  </a:lnTo>
                  <a:lnTo>
                    <a:pt x="6134" y="25019"/>
                  </a:lnTo>
                  <a:lnTo>
                    <a:pt x="5918" y="24269"/>
                  </a:lnTo>
                  <a:lnTo>
                    <a:pt x="6604" y="24422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87"/>
                  </a:moveTo>
                  <a:lnTo>
                    <a:pt x="25692" y="40386"/>
                  </a:lnTo>
                  <a:lnTo>
                    <a:pt x="24472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02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85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53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60"/>
                  </a:lnTo>
                  <a:lnTo>
                    <a:pt x="16256" y="42252"/>
                  </a:lnTo>
                  <a:lnTo>
                    <a:pt x="19202" y="42062"/>
                  </a:lnTo>
                  <a:lnTo>
                    <a:pt x="19862" y="41821"/>
                  </a:lnTo>
                  <a:lnTo>
                    <a:pt x="19723" y="42608"/>
                  </a:lnTo>
                  <a:lnTo>
                    <a:pt x="19812" y="44335"/>
                  </a:lnTo>
                  <a:lnTo>
                    <a:pt x="19888" y="46050"/>
                  </a:lnTo>
                  <a:lnTo>
                    <a:pt x="20269" y="47434"/>
                  </a:lnTo>
                  <a:lnTo>
                    <a:pt x="21043" y="47383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49" y="41732"/>
                  </a:lnTo>
                  <a:lnTo>
                    <a:pt x="25730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07" y="5638"/>
                  </a:lnTo>
                  <a:lnTo>
                    <a:pt x="21259" y="4826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73"/>
                  </a:lnTo>
                  <a:lnTo>
                    <a:pt x="19862" y="4914"/>
                  </a:lnTo>
                  <a:lnTo>
                    <a:pt x="20066" y="5689"/>
                  </a:lnTo>
                  <a:lnTo>
                    <a:pt x="19418" y="5524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35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708"/>
                  </a:lnTo>
                  <a:lnTo>
                    <a:pt x="20091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61"/>
                  </a:lnTo>
                  <a:lnTo>
                    <a:pt x="21412" y="7607"/>
                  </a:lnTo>
                  <a:lnTo>
                    <a:pt x="21196" y="6858"/>
                  </a:lnTo>
                  <a:lnTo>
                    <a:pt x="21882" y="7010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41"/>
                  </a:moveTo>
                  <a:lnTo>
                    <a:pt x="41122" y="23139"/>
                  </a:lnTo>
                  <a:lnTo>
                    <a:pt x="39903" y="22847"/>
                  </a:lnTo>
                  <a:lnTo>
                    <a:pt x="36957" y="23037"/>
                  </a:lnTo>
                  <a:lnTo>
                    <a:pt x="36245" y="23304"/>
                  </a:lnTo>
                  <a:lnTo>
                    <a:pt x="36398" y="22479"/>
                  </a:lnTo>
                  <a:lnTo>
                    <a:pt x="36322" y="20764"/>
                  </a:lnTo>
                  <a:lnTo>
                    <a:pt x="36233" y="19050"/>
                  </a:lnTo>
                  <a:lnTo>
                    <a:pt x="35852" y="17665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80"/>
                  </a:lnTo>
                  <a:lnTo>
                    <a:pt x="35191" y="23342"/>
                  </a:lnTo>
                  <a:lnTo>
                    <a:pt x="34556" y="23177"/>
                  </a:lnTo>
                  <a:lnTo>
                    <a:pt x="33083" y="23279"/>
                  </a:lnTo>
                  <a:lnTo>
                    <a:pt x="31610" y="23368"/>
                  </a:lnTo>
                  <a:lnTo>
                    <a:pt x="30429" y="23812"/>
                  </a:lnTo>
                  <a:lnTo>
                    <a:pt x="30467" y="24701"/>
                  </a:lnTo>
                  <a:lnTo>
                    <a:pt x="31686" y="25006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89"/>
                  </a:lnTo>
                  <a:lnTo>
                    <a:pt x="35318" y="28803"/>
                  </a:lnTo>
                  <a:lnTo>
                    <a:pt x="35699" y="30187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73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60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2" name="object 632" descr=""/>
            <p:cNvSpPr/>
            <p:nvPr/>
          </p:nvSpPr>
          <p:spPr>
            <a:xfrm>
              <a:off x="3914346" y="701173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3" name="object 633" descr=""/>
            <p:cNvSpPr/>
            <p:nvPr/>
          </p:nvSpPr>
          <p:spPr>
            <a:xfrm>
              <a:off x="3916794" y="701448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74"/>
                  </a:moveTo>
                  <a:lnTo>
                    <a:pt x="10693" y="22872"/>
                  </a:lnTo>
                  <a:lnTo>
                    <a:pt x="9474" y="22580"/>
                  </a:lnTo>
                  <a:lnTo>
                    <a:pt x="6527" y="22771"/>
                  </a:lnTo>
                  <a:lnTo>
                    <a:pt x="5816" y="23037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83"/>
                  </a:lnTo>
                  <a:lnTo>
                    <a:pt x="5422" y="17411"/>
                  </a:lnTo>
                  <a:lnTo>
                    <a:pt x="4648" y="17462"/>
                  </a:lnTo>
                  <a:lnTo>
                    <a:pt x="4406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27" y="22923"/>
                  </a:lnTo>
                  <a:lnTo>
                    <a:pt x="2654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38" y="24447"/>
                  </a:lnTo>
                  <a:lnTo>
                    <a:pt x="1257" y="24739"/>
                  </a:lnTo>
                  <a:lnTo>
                    <a:pt x="4203" y="24549"/>
                  </a:lnTo>
                  <a:lnTo>
                    <a:pt x="4864" y="24307"/>
                  </a:lnTo>
                  <a:lnTo>
                    <a:pt x="4724" y="25107"/>
                  </a:lnTo>
                  <a:lnTo>
                    <a:pt x="4813" y="26822"/>
                  </a:lnTo>
                  <a:lnTo>
                    <a:pt x="4889" y="28536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21" y="25019"/>
                  </a:lnTo>
                  <a:lnTo>
                    <a:pt x="5905" y="24257"/>
                  </a:lnTo>
                  <a:lnTo>
                    <a:pt x="6591" y="24409"/>
                  </a:lnTo>
                  <a:lnTo>
                    <a:pt x="8077" y="24307"/>
                  </a:lnTo>
                  <a:lnTo>
                    <a:pt x="9550" y="24218"/>
                  </a:lnTo>
                  <a:lnTo>
                    <a:pt x="10731" y="23774"/>
                  </a:lnTo>
                  <a:close/>
                </a:path>
                <a:path w="41275" h="47625">
                  <a:moveTo>
                    <a:pt x="25730" y="41275"/>
                  </a:moveTo>
                  <a:lnTo>
                    <a:pt x="25692" y="40373"/>
                  </a:lnTo>
                  <a:lnTo>
                    <a:pt x="24472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67" y="39725"/>
                  </a:lnTo>
                  <a:lnTo>
                    <a:pt x="20891" y="37998"/>
                  </a:lnTo>
                  <a:lnTo>
                    <a:pt x="20802" y="36283"/>
                  </a:lnTo>
                  <a:lnTo>
                    <a:pt x="20434" y="34899"/>
                  </a:lnTo>
                  <a:lnTo>
                    <a:pt x="19659" y="34950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76"/>
                  </a:lnTo>
                  <a:lnTo>
                    <a:pt x="19126" y="40411"/>
                  </a:lnTo>
                  <a:lnTo>
                    <a:pt x="17653" y="40513"/>
                  </a:lnTo>
                  <a:lnTo>
                    <a:pt x="16179" y="40601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49"/>
                  </a:lnTo>
                  <a:lnTo>
                    <a:pt x="19862" y="41808"/>
                  </a:lnTo>
                  <a:lnTo>
                    <a:pt x="19723" y="42608"/>
                  </a:lnTo>
                  <a:lnTo>
                    <a:pt x="19812" y="44323"/>
                  </a:lnTo>
                  <a:lnTo>
                    <a:pt x="19888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06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49" y="41719"/>
                  </a:lnTo>
                  <a:lnTo>
                    <a:pt x="25730" y="41275"/>
                  </a:lnTo>
                  <a:close/>
                </a:path>
                <a:path w="41275" h="47625">
                  <a:moveTo>
                    <a:pt x="26022" y="6362"/>
                  </a:moveTo>
                  <a:lnTo>
                    <a:pt x="25971" y="5461"/>
                  </a:lnTo>
                  <a:lnTo>
                    <a:pt x="24765" y="5168"/>
                  </a:lnTo>
                  <a:lnTo>
                    <a:pt x="21805" y="5359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70" y="3098"/>
                  </a:lnTo>
                  <a:lnTo>
                    <a:pt x="21094" y="1371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50" y="4902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00"/>
                  </a:lnTo>
                  <a:lnTo>
                    <a:pt x="16459" y="5702"/>
                  </a:lnTo>
                  <a:lnTo>
                    <a:pt x="15278" y="6134"/>
                  </a:lnTo>
                  <a:lnTo>
                    <a:pt x="15328" y="7035"/>
                  </a:lnTo>
                  <a:lnTo>
                    <a:pt x="16535" y="7327"/>
                  </a:lnTo>
                  <a:lnTo>
                    <a:pt x="19494" y="7137"/>
                  </a:lnTo>
                  <a:lnTo>
                    <a:pt x="20142" y="6908"/>
                  </a:lnTo>
                  <a:lnTo>
                    <a:pt x="20015" y="7696"/>
                  </a:lnTo>
                  <a:lnTo>
                    <a:pt x="20091" y="9410"/>
                  </a:lnTo>
                  <a:lnTo>
                    <a:pt x="20180" y="11125"/>
                  </a:lnTo>
                  <a:lnTo>
                    <a:pt x="20548" y="12509"/>
                  </a:lnTo>
                  <a:lnTo>
                    <a:pt x="21336" y="12458"/>
                  </a:lnTo>
                  <a:lnTo>
                    <a:pt x="21564" y="11049"/>
                  </a:lnTo>
                  <a:lnTo>
                    <a:pt x="21412" y="7594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55" y="6896"/>
                  </a:lnTo>
                  <a:lnTo>
                    <a:pt x="24841" y="6807"/>
                  </a:lnTo>
                  <a:lnTo>
                    <a:pt x="26022" y="6362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44" y="23025"/>
                  </a:lnTo>
                  <a:lnTo>
                    <a:pt x="36245" y="23279"/>
                  </a:lnTo>
                  <a:lnTo>
                    <a:pt x="36398" y="22466"/>
                  </a:lnTo>
                  <a:lnTo>
                    <a:pt x="36309" y="20751"/>
                  </a:lnTo>
                  <a:lnTo>
                    <a:pt x="36233" y="19037"/>
                  </a:lnTo>
                  <a:lnTo>
                    <a:pt x="35852" y="17653"/>
                  </a:lnTo>
                  <a:lnTo>
                    <a:pt x="35077" y="17703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191" y="23329"/>
                  </a:lnTo>
                  <a:lnTo>
                    <a:pt x="34556" y="23164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16" y="23799"/>
                  </a:lnTo>
                  <a:lnTo>
                    <a:pt x="30467" y="24701"/>
                  </a:lnTo>
                  <a:lnTo>
                    <a:pt x="31673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29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02"/>
                  </a:lnTo>
                  <a:lnTo>
                    <a:pt x="36550" y="25260"/>
                  </a:lnTo>
                  <a:lnTo>
                    <a:pt x="36334" y="24498"/>
                  </a:lnTo>
                  <a:lnTo>
                    <a:pt x="37020" y="24650"/>
                  </a:lnTo>
                  <a:lnTo>
                    <a:pt x="38493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" name="object 634" descr=""/>
            <p:cNvSpPr/>
            <p:nvPr/>
          </p:nvSpPr>
          <p:spPr>
            <a:xfrm>
              <a:off x="3961469" y="701173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5" name="object 635" descr=""/>
            <p:cNvSpPr/>
            <p:nvPr/>
          </p:nvSpPr>
          <p:spPr>
            <a:xfrm>
              <a:off x="3963911" y="701448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74"/>
                  </a:moveTo>
                  <a:lnTo>
                    <a:pt x="10693" y="22872"/>
                  </a:lnTo>
                  <a:lnTo>
                    <a:pt x="9486" y="22580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83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38" y="24447"/>
                  </a:lnTo>
                  <a:lnTo>
                    <a:pt x="1257" y="24739"/>
                  </a:lnTo>
                  <a:lnTo>
                    <a:pt x="4203" y="24549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22"/>
                  </a:lnTo>
                  <a:lnTo>
                    <a:pt x="4902" y="28536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07"/>
                  </a:lnTo>
                  <a:lnTo>
                    <a:pt x="9550" y="24218"/>
                  </a:lnTo>
                  <a:lnTo>
                    <a:pt x="10744" y="23774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692" y="40373"/>
                  </a:lnTo>
                  <a:lnTo>
                    <a:pt x="24485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7998"/>
                  </a:lnTo>
                  <a:lnTo>
                    <a:pt x="20815" y="36283"/>
                  </a:lnTo>
                  <a:lnTo>
                    <a:pt x="20434" y="34899"/>
                  </a:lnTo>
                  <a:lnTo>
                    <a:pt x="19659" y="34950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76"/>
                  </a:lnTo>
                  <a:lnTo>
                    <a:pt x="19138" y="40411"/>
                  </a:lnTo>
                  <a:lnTo>
                    <a:pt x="17665" y="40513"/>
                  </a:lnTo>
                  <a:lnTo>
                    <a:pt x="16179" y="40601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15" y="42049"/>
                  </a:lnTo>
                  <a:lnTo>
                    <a:pt x="19862" y="41808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06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22" y="6362"/>
                  </a:moveTo>
                  <a:lnTo>
                    <a:pt x="25984" y="5461"/>
                  </a:lnTo>
                  <a:lnTo>
                    <a:pt x="24765" y="5168"/>
                  </a:lnTo>
                  <a:lnTo>
                    <a:pt x="21818" y="5359"/>
                  </a:lnTo>
                  <a:lnTo>
                    <a:pt x="21120" y="5626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71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18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494" y="7137"/>
                  </a:lnTo>
                  <a:lnTo>
                    <a:pt x="20154" y="6896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80" y="11125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594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896"/>
                  </a:lnTo>
                  <a:lnTo>
                    <a:pt x="24841" y="6807"/>
                  </a:lnTo>
                  <a:lnTo>
                    <a:pt x="26022" y="6362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398" y="22466"/>
                  </a:lnTo>
                  <a:lnTo>
                    <a:pt x="36322" y="20751"/>
                  </a:lnTo>
                  <a:lnTo>
                    <a:pt x="36233" y="19037"/>
                  </a:lnTo>
                  <a:lnTo>
                    <a:pt x="35864" y="17653"/>
                  </a:lnTo>
                  <a:lnTo>
                    <a:pt x="35090" y="17703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29"/>
                  </a:lnTo>
                  <a:lnTo>
                    <a:pt x="34569" y="23164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02"/>
                  </a:lnTo>
                  <a:lnTo>
                    <a:pt x="36563" y="25260"/>
                  </a:lnTo>
                  <a:lnTo>
                    <a:pt x="36347" y="24498"/>
                  </a:lnTo>
                  <a:lnTo>
                    <a:pt x="37033" y="24650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" name="object 636" descr=""/>
            <p:cNvSpPr/>
            <p:nvPr/>
          </p:nvSpPr>
          <p:spPr>
            <a:xfrm>
              <a:off x="3884603" y="7011734"/>
              <a:ext cx="29845" cy="53975"/>
            </a:xfrm>
            <a:custGeom>
              <a:avLst/>
              <a:gdLst/>
              <a:ahLst/>
              <a:cxnLst/>
              <a:rect l="l" t="t" r="r" b="b"/>
              <a:pathLst>
                <a:path w="29845" h="53975">
                  <a:moveTo>
                    <a:pt x="29743" y="26711"/>
                  </a:moveTo>
                  <a:lnTo>
                    <a:pt x="6843" y="53422"/>
                  </a:lnTo>
                  <a:lnTo>
                    <a:pt x="0" y="45439"/>
                  </a:lnTo>
                </a:path>
                <a:path w="29845" h="53975">
                  <a:moveTo>
                    <a:pt x="0" y="7983"/>
                  </a:moveTo>
                  <a:lnTo>
                    <a:pt x="6843" y="0"/>
                  </a:lnTo>
                  <a:lnTo>
                    <a:pt x="29743" y="26711"/>
                  </a:lnTo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7" name="object 637" descr=""/>
            <p:cNvSpPr/>
            <p:nvPr/>
          </p:nvSpPr>
          <p:spPr>
            <a:xfrm>
              <a:off x="3885996" y="7014482"/>
              <a:ext cx="26670" cy="47625"/>
            </a:xfrm>
            <a:custGeom>
              <a:avLst/>
              <a:gdLst/>
              <a:ahLst/>
              <a:cxnLst/>
              <a:rect l="l" t="t" r="r" b="b"/>
              <a:pathLst>
                <a:path w="26670" h="47625">
                  <a:moveTo>
                    <a:pt x="10731" y="41275"/>
                  </a:moveTo>
                  <a:lnTo>
                    <a:pt x="10693" y="40373"/>
                  </a:lnTo>
                  <a:lnTo>
                    <a:pt x="9474" y="40081"/>
                  </a:lnTo>
                  <a:lnTo>
                    <a:pt x="6527" y="40271"/>
                  </a:lnTo>
                  <a:lnTo>
                    <a:pt x="5816" y="40538"/>
                  </a:lnTo>
                  <a:lnTo>
                    <a:pt x="5969" y="39725"/>
                  </a:lnTo>
                  <a:lnTo>
                    <a:pt x="5892" y="37998"/>
                  </a:lnTo>
                  <a:lnTo>
                    <a:pt x="5803" y="36283"/>
                  </a:lnTo>
                  <a:lnTo>
                    <a:pt x="5422" y="34899"/>
                  </a:lnTo>
                  <a:lnTo>
                    <a:pt x="4648" y="34950"/>
                  </a:lnTo>
                  <a:lnTo>
                    <a:pt x="4406" y="36372"/>
                  </a:lnTo>
                  <a:lnTo>
                    <a:pt x="4572" y="39814"/>
                  </a:lnTo>
                  <a:lnTo>
                    <a:pt x="4775" y="40576"/>
                  </a:lnTo>
                  <a:lnTo>
                    <a:pt x="4127" y="40411"/>
                  </a:lnTo>
                  <a:lnTo>
                    <a:pt x="2654" y="40513"/>
                  </a:lnTo>
                  <a:lnTo>
                    <a:pt x="1181" y="40601"/>
                  </a:lnTo>
                  <a:lnTo>
                    <a:pt x="0" y="41046"/>
                  </a:lnTo>
                  <a:lnTo>
                    <a:pt x="38" y="41948"/>
                  </a:lnTo>
                  <a:lnTo>
                    <a:pt x="1244" y="42240"/>
                  </a:lnTo>
                  <a:lnTo>
                    <a:pt x="4203" y="42049"/>
                  </a:lnTo>
                  <a:lnTo>
                    <a:pt x="4864" y="41808"/>
                  </a:lnTo>
                  <a:lnTo>
                    <a:pt x="4724" y="42608"/>
                  </a:lnTo>
                  <a:lnTo>
                    <a:pt x="4800" y="44323"/>
                  </a:lnTo>
                  <a:lnTo>
                    <a:pt x="4889" y="46037"/>
                  </a:lnTo>
                  <a:lnTo>
                    <a:pt x="5270" y="47421"/>
                  </a:lnTo>
                  <a:lnTo>
                    <a:pt x="6045" y="47371"/>
                  </a:lnTo>
                  <a:lnTo>
                    <a:pt x="6286" y="45961"/>
                  </a:lnTo>
                  <a:lnTo>
                    <a:pt x="6121" y="42506"/>
                  </a:lnTo>
                  <a:lnTo>
                    <a:pt x="5905" y="41757"/>
                  </a:lnTo>
                  <a:lnTo>
                    <a:pt x="6591" y="41910"/>
                  </a:lnTo>
                  <a:lnTo>
                    <a:pt x="8077" y="41808"/>
                  </a:lnTo>
                  <a:lnTo>
                    <a:pt x="9550" y="41719"/>
                  </a:lnTo>
                  <a:lnTo>
                    <a:pt x="10731" y="41275"/>
                  </a:lnTo>
                  <a:close/>
                </a:path>
                <a:path w="26670" h="47625">
                  <a:moveTo>
                    <a:pt x="11023" y="6362"/>
                  </a:moveTo>
                  <a:lnTo>
                    <a:pt x="10972" y="5461"/>
                  </a:lnTo>
                  <a:lnTo>
                    <a:pt x="9766" y="5168"/>
                  </a:lnTo>
                  <a:lnTo>
                    <a:pt x="6807" y="5359"/>
                  </a:lnTo>
                  <a:lnTo>
                    <a:pt x="6108" y="5626"/>
                  </a:lnTo>
                  <a:lnTo>
                    <a:pt x="6261" y="4813"/>
                  </a:lnTo>
                  <a:lnTo>
                    <a:pt x="6172" y="3098"/>
                  </a:lnTo>
                  <a:lnTo>
                    <a:pt x="6083" y="1371"/>
                  </a:lnTo>
                  <a:lnTo>
                    <a:pt x="5715" y="0"/>
                  </a:lnTo>
                  <a:lnTo>
                    <a:pt x="4940" y="50"/>
                  </a:lnTo>
                  <a:lnTo>
                    <a:pt x="4699" y="1460"/>
                  </a:lnTo>
                  <a:lnTo>
                    <a:pt x="4851" y="4902"/>
                  </a:lnTo>
                  <a:lnTo>
                    <a:pt x="5054" y="5676"/>
                  </a:lnTo>
                  <a:lnTo>
                    <a:pt x="4419" y="5511"/>
                  </a:lnTo>
                  <a:lnTo>
                    <a:pt x="2933" y="5600"/>
                  </a:lnTo>
                  <a:lnTo>
                    <a:pt x="1460" y="5702"/>
                  </a:lnTo>
                  <a:lnTo>
                    <a:pt x="279" y="6134"/>
                  </a:lnTo>
                  <a:lnTo>
                    <a:pt x="317" y="7035"/>
                  </a:lnTo>
                  <a:lnTo>
                    <a:pt x="1536" y="7327"/>
                  </a:lnTo>
                  <a:lnTo>
                    <a:pt x="4483" y="7137"/>
                  </a:lnTo>
                  <a:lnTo>
                    <a:pt x="5143" y="6908"/>
                  </a:lnTo>
                  <a:lnTo>
                    <a:pt x="5003" y="7696"/>
                  </a:lnTo>
                  <a:lnTo>
                    <a:pt x="5092" y="9410"/>
                  </a:lnTo>
                  <a:lnTo>
                    <a:pt x="5181" y="11125"/>
                  </a:lnTo>
                  <a:lnTo>
                    <a:pt x="5549" y="12509"/>
                  </a:lnTo>
                  <a:lnTo>
                    <a:pt x="6324" y="12458"/>
                  </a:lnTo>
                  <a:lnTo>
                    <a:pt x="6565" y="11049"/>
                  </a:lnTo>
                  <a:lnTo>
                    <a:pt x="6413" y="7594"/>
                  </a:lnTo>
                  <a:lnTo>
                    <a:pt x="6197" y="6845"/>
                  </a:lnTo>
                  <a:lnTo>
                    <a:pt x="6883" y="6997"/>
                  </a:lnTo>
                  <a:lnTo>
                    <a:pt x="8356" y="6896"/>
                  </a:lnTo>
                  <a:lnTo>
                    <a:pt x="9829" y="6807"/>
                  </a:lnTo>
                  <a:lnTo>
                    <a:pt x="11023" y="6362"/>
                  </a:lnTo>
                  <a:close/>
                </a:path>
                <a:path w="26670" h="47625">
                  <a:moveTo>
                    <a:pt x="26162" y="24028"/>
                  </a:moveTo>
                  <a:lnTo>
                    <a:pt x="26111" y="23126"/>
                  </a:lnTo>
                  <a:lnTo>
                    <a:pt x="24904" y="22834"/>
                  </a:lnTo>
                  <a:lnTo>
                    <a:pt x="21945" y="23025"/>
                  </a:lnTo>
                  <a:lnTo>
                    <a:pt x="21247" y="23279"/>
                  </a:lnTo>
                  <a:lnTo>
                    <a:pt x="21399" y="22466"/>
                  </a:lnTo>
                  <a:lnTo>
                    <a:pt x="21310" y="20751"/>
                  </a:lnTo>
                  <a:lnTo>
                    <a:pt x="21234" y="19037"/>
                  </a:lnTo>
                  <a:lnTo>
                    <a:pt x="20853" y="17653"/>
                  </a:lnTo>
                  <a:lnTo>
                    <a:pt x="20078" y="17703"/>
                  </a:lnTo>
                  <a:lnTo>
                    <a:pt x="19837" y="19126"/>
                  </a:lnTo>
                  <a:lnTo>
                    <a:pt x="19989" y="22567"/>
                  </a:lnTo>
                  <a:lnTo>
                    <a:pt x="20193" y="23329"/>
                  </a:lnTo>
                  <a:lnTo>
                    <a:pt x="19558" y="23164"/>
                  </a:lnTo>
                  <a:lnTo>
                    <a:pt x="18084" y="23266"/>
                  </a:lnTo>
                  <a:lnTo>
                    <a:pt x="16598" y="23355"/>
                  </a:lnTo>
                  <a:lnTo>
                    <a:pt x="15417" y="23799"/>
                  </a:lnTo>
                  <a:lnTo>
                    <a:pt x="15468" y="24701"/>
                  </a:lnTo>
                  <a:lnTo>
                    <a:pt x="16675" y="24993"/>
                  </a:lnTo>
                  <a:lnTo>
                    <a:pt x="19634" y="24803"/>
                  </a:lnTo>
                  <a:lnTo>
                    <a:pt x="20281" y="24561"/>
                  </a:lnTo>
                  <a:lnTo>
                    <a:pt x="20142" y="25361"/>
                  </a:lnTo>
                  <a:lnTo>
                    <a:pt x="20231" y="27076"/>
                  </a:lnTo>
                  <a:lnTo>
                    <a:pt x="20320" y="28790"/>
                  </a:lnTo>
                  <a:lnTo>
                    <a:pt x="20688" y="30175"/>
                  </a:lnTo>
                  <a:lnTo>
                    <a:pt x="21463" y="30124"/>
                  </a:lnTo>
                  <a:lnTo>
                    <a:pt x="21704" y="28702"/>
                  </a:lnTo>
                  <a:lnTo>
                    <a:pt x="21551" y="25260"/>
                  </a:lnTo>
                  <a:lnTo>
                    <a:pt x="21336" y="24498"/>
                  </a:lnTo>
                  <a:lnTo>
                    <a:pt x="22021" y="24650"/>
                  </a:lnTo>
                  <a:lnTo>
                    <a:pt x="23495" y="24561"/>
                  </a:lnTo>
                  <a:lnTo>
                    <a:pt x="24968" y="24472"/>
                  </a:lnTo>
                  <a:lnTo>
                    <a:pt x="26162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" name="object 638" descr=""/>
            <p:cNvSpPr/>
            <p:nvPr/>
          </p:nvSpPr>
          <p:spPr>
            <a:xfrm>
              <a:off x="3938222" y="697620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9" name="object 639" descr=""/>
            <p:cNvSpPr/>
            <p:nvPr/>
          </p:nvSpPr>
          <p:spPr>
            <a:xfrm>
              <a:off x="3940670" y="6978948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16" y="23050"/>
                  </a:lnTo>
                  <a:lnTo>
                    <a:pt x="5969" y="22237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22" y="17411"/>
                  </a:lnTo>
                  <a:lnTo>
                    <a:pt x="4648" y="17475"/>
                  </a:lnTo>
                  <a:lnTo>
                    <a:pt x="4406" y="18884"/>
                  </a:lnTo>
                  <a:lnTo>
                    <a:pt x="4572" y="22326"/>
                  </a:lnTo>
                  <a:lnTo>
                    <a:pt x="4775" y="23101"/>
                  </a:lnTo>
                  <a:lnTo>
                    <a:pt x="4127" y="22936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20"/>
                  </a:lnTo>
                  <a:lnTo>
                    <a:pt x="4800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73"/>
                  </a:lnTo>
                  <a:lnTo>
                    <a:pt x="6121" y="25019"/>
                  </a:lnTo>
                  <a:lnTo>
                    <a:pt x="5905" y="24269"/>
                  </a:lnTo>
                  <a:lnTo>
                    <a:pt x="6591" y="24422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87"/>
                  </a:moveTo>
                  <a:lnTo>
                    <a:pt x="25692" y="40386"/>
                  </a:lnTo>
                  <a:lnTo>
                    <a:pt x="24472" y="40093"/>
                  </a:lnTo>
                  <a:lnTo>
                    <a:pt x="21526" y="40284"/>
                  </a:lnTo>
                  <a:lnTo>
                    <a:pt x="20815" y="40551"/>
                  </a:lnTo>
                  <a:lnTo>
                    <a:pt x="20967" y="39725"/>
                  </a:lnTo>
                  <a:lnTo>
                    <a:pt x="20891" y="38011"/>
                  </a:lnTo>
                  <a:lnTo>
                    <a:pt x="20802" y="36296"/>
                  </a:lnTo>
                  <a:lnTo>
                    <a:pt x="20421" y="34912"/>
                  </a:lnTo>
                  <a:lnTo>
                    <a:pt x="19646" y="34963"/>
                  </a:lnTo>
                  <a:lnTo>
                    <a:pt x="19405" y="36385"/>
                  </a:lnTo>
                  <a:lnTo>
                    <a:pt x="19570" y="39827"/>
                  </a:lnTo>
                  <a:lnTo>
                    <a:pt x="19761" y="40589"/>
                  </a:lnTo>
                  <a:lnTo>
                    <a:pt x="19126" y="40424"/>
                  </a:lnTo>
                  <a:lnTo>
                    <a:pt x="17653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60"/>
                  </a:lnTo>
                  <a:lnTo>
                    <a:pt x="16256" y="42252"/>
                  </a:lnTo>
                  <a:lnTo>
                    <a:pt x="19202" y="42062"/>
                  </a:lnTo>
                  <a:lnTo>
                    <a:pt x="19862" y="41821"/>
                  </a:lnTo>
                  <a:lnTo>
                    <a:pt x="19723" y="42608"/>
                  </a:lnTo>
                  <a:lnTo>
                    <a:pt x="19812" y="44335"/>
                  </a:lnTo>
                  <a:lnTo>
                    <a:pt x="19888" y="46050"/>
                  </a:lnTo>
                  <a:lnTo>
                    <a:pt x="20269" y="47434"/>
                  </a:lnTo>
                  <a:lnTo>
                    <a:pt x="21043" y="47383"/>
                  </a:lnTo>
                  <a:lnTo>
                    <a:pt x="21285" y="45961"/>
                  </a:lnTo>
                  <a:lnTo>
                    <a:pt x="21120" y="42519"/>
                  </a:lnTo>
                  <a:lnTo>
                    <a:pt x="20904" y="41744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49" y="41732"/>
                  </a:lnTo>
                  <a:lnTo>
                    <a:pt x="25730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71" y="5473"/>
                  </a:lnTo>
                  <a:lnTo>
                    <a:pt x="24765" y="5181"/>
                  </a:lnTo>
                  <a:lnTo>
                    <a:pt x="21805" y="5372"/>
                  </a:lnTo>
                  <a:lnTo>
                    <a:pt x="21107" y="5638"/>
                  </a:lnTo>
                  <a:lnTo>
                    <a:pt x="21259" y="4826"/>
                  </a:lnTo>
                  <a:lnTo>
                    <a:pt x="21170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73"/>
                  </a:lnTo>
                  <a:lnTo>
                    <a:pt x="19850" y="4914"/>
                  </a:lnTo>
                  <a:lnTo>
                    <a:pt x="20053" y="5689"/>
                  </a:lnTo>
                  <a:lnTo>
                    <a:pt x="19418" y="5524"/>
                  </a:lnTo>
                  <a:lnTo>
                    <a:pt x="17945" y="5613"/>
                  </a:lnTo>
                  <a:lnTo>
                    <a:pt x="16459" y="5702"/>
                  </a:lnTo>
                  <a:lnTo>
                    <a:pt x="15278" y="6146"/>
                  </a:lnTo>
                  <a:lnTo>
                    <a:pt x="15316" y="7048"/>
                  </a:lnTo>
                  <a:lnTo>
                    <a:pt x="16535" y="7340"/>
                  </a:lnTo>
                  <a:lnTo>
                    <a:pt x="19494" y="7150"/>
                  </a:lnTo>
                  <a:lnTo>
                    <a:pt x="20142" y="6921"/>
                  </a:lnTo>
                  <a:lnTo>
                    <a:pt x="20015" y="7708"/>
                  </a:lnTo>
                  <a:lnTo>
                    <a:pt x="20091" y="9423"/>
                  </a:lnTo>
                  <a:lnTo>
                    <a:pt x="20180" y="11137"/>
                  </a:lnTo>
                  <a:lnTo>
                    <a:pt x="20548" y="12522"/>
                  </a:lnTo>
                  <a:lnTo>
                    <a:pt x="21323" y="12471"/>
                  </a:lnTo>
                  <a:lnTo>
                    <a:pt x="21564" y="11061"/>
                  </a:lnTo>
                  <a:lnTo>
                    <a:pt x="21412" y="7607"/>
                  </a:lnTo>
                  <a:lnTo>
                    <a:pt x="21196" y="6858"/>
                  </a:lnTo>
                  <a:lnTo>
                    <a:pt x="21882" y="7010"/>
                  </a:lnTo>
                  <a:lnTo>
                    <a:pt x="23355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41"/>
                  </a:moveTo>
                  <a:lnTo>
                    <a:pt x="41122" y="23139"/>
                  </a:lnTo>
                  <a:lnTo>
                    <a:pt x="39903" y="22847"/>
                  </a:lnTo>
                  <a:lnTo>
                    <a:pt x="36944" y="23037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09" y="20764"/>
                  </a:lnTo>
                  <a:lnTo>
                    <a:pt x="36233" y="19050"/>
                  </a:lnTo>
                  <a:lnTo>
                    <a:pt x="35852" y="17665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80"/>
                  </a:lnTo>
                  <a:lnTo>
                    <a:pt x="35191" y="23342"/>
                  </a:lnTo>
                  <a:lnTo>
                    <a:pt x="34556" y="23177"/>
                  </a:lnTo>
                  <a:lnTo>
                    <a:pt x="33083" y="23279"/>
                  </a:lnTo>
                  <a:lnTo>
                    <a:pt x="31610" y="23368"/>
                  </a:lnTo>
                  <a:lnTo>
                    <a:pt x="30416" y="23812"/>
                  </a:lnTo>
                  <a:lnTo>
                    <a:pt x="30467" y="24701"/>
                  </a:lnTo>
                  <a:lnTo>
                    <a:pt x="31673" y="25006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29" y="27089"/>
                  </a:lnTo>
                  <a:lnTo>
                    <a:pt x="35318" y="28803"/>
                  </a:lnTo>
                  <a:lnTo>
                    <a:pt x="35699" y="30187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73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493" y="24574"/>
                  </a:lnTo>
                  <a:lnTo>
                    <a:pt x="39979" y="24472"/>
                  </a:lnTo>
                  <a:lnTo>
                    <a:pt x="41160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" name="object 640" descr=""/>
            <p:cNvSpPr/>
            <p:nvPr/>
          </p:nvSpPr>
          <p:spPr>
            <a:xfrm>
              <a:off x="3984739" y="697620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1" name="object 641" descr=""/>
            <p:cNvSpPr/>
            <p:nvPr/>
          </p:nvSpPr>
          <p:spPr>
            <a:xfrm>
              <a:off x="3987177" y="6978948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706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81" y="22237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75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101"/>
                  </a:lnTo>
                  <a:lnTo>
                    <a:pt x="4140" y="22936"/>
                  </a:lnTo>
                  <a:lnTo>
                    <a:pt x="2667" y="23025"/>
                  </a:lnTo>
                  <a:lnTo>
                    <a:pt x="1193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33"/>
                  </a:lnTo>
                  <a:lnTo>
                    <a:pt x="4737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83" y="29933"/>
                  </a:lnTo>
                  <a:lnTo>
                    <a:pt x="6057" y="29883"/>
                  </a:lnTo>
                  <a:lnTo>
                    <a:pt x="6299" y="28473"/>
                  </a:lnTo>
                  <a:lnTo>
                    <a:pt x="6134" y="25019"/>
                  </a:lnTo>
                  <a:lnTo>
                    <a:pt x="5918" y="24269"/>
                  </a:lnTo>
                  <a:lnTo>
                    <a:pt x="6604" y="24422"/>
                  </a:lnTo>
                  <a:lnTo>
                    <a:pt x="8077" y="24320"/>
                  </a:lnTo>
                  <a:lnTo>
                    <a:pt x="9563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904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85"/>
                  </a:lnTo>
                  <a:lnTo>
                    <a:pt x="19583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25"/>
                  </a:lnTo>
                  <a:lnTo>
                    <a:pt x="16192" y="40614"/>
                  </a:lnTo>
                  <a:lnTo>
                    <a:pt x="14998" y="41059"/>
                  </a:lnTo>
                  <a:lnTo>
                    <a:pt x="15049" y="41960"/>
                  </a:lnTo>
                  <a:lnTo>
                    <a:pt x="16256" y="42252"/>
                  </a:lnTo>
                  <a:lnTo>
                    <a:pt x="19215" y="42062"/>
                  </a:lnTo>
                  <a:lnTo>
                    <a:pt x="19875" y="41821"/>
                  </a:lnTo>
                  <a:lnTo>
                    <a:pt x="19735" y="42608"/>
                  </a:lnTo>
                  <a:lnTo>
                    <a:pt x="19812" y="44335"/>
                  </a:lnTo>
                  <a:lnTo>
                    <a:pt x="19900" y="46050"/>
                  </a:lnTo>
                  <a:lnTo>
                    <a:pt x="20281" y="47434"/>
                  </a:lnTo>
                  <a:lnTo>
                    <a:pt x="21056" y="47383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88" y="41821"/>
                  </a:lnTo>
                  <a:lnTo>
                    <a:pt x="24561" y="41732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35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72"/>
                  </a:lnTo>
                  <a:lnTo>
                    <a:pt x="21120" y="5638"/>
                  </a:lnTo>
                  <a:lnTo>
                    <a:pt x="21272" y="4826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73"/>
                  </a:lnTo>
                  <a:lnTo>
                    <a:pt x="19862" y="4914"/>
                  </a:lnTo>
                  <a:lnTo>
                    <a:pt x="20066" y="5689"/>
                  </a:lnTo>
                  <a:lnTo>
                    <a:pt x="19431" y="5524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21"/>
                  </a:lnTo>
                  <a:lnTo>
                    <a:pt x="20015" y="7708"/>
                  </a:lnTo>
                  <a:lnTo>
                    <a:pt x="20104" y="9423"/>
                  </a:lnTo>
                  <a:lnTo>
                    <a:pt x="20193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61"/>
                  </a:lnTo>
                  <a:lnTo>
                    <a:pt x="21424" y="7607"/>
                  </a:lnTo>
                  <a:lnTo>
                    <a:pt x="21209" y="6858"/>
                  </a:lnTo>
                  <a:lnTo>
                    <a:pt x="21894" y="7010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35" y="6375"/>
                  </a:lnTo>
                  <a:close/>
                </a:path>
                <a:path w="41275" h="47625">
                  <a:moveTo>
                    <a:pt x="41173" y="24041"/>
                  </a:moveTo>
                  <a:lnTo>
                    <a:pt x="41122" y="23139"/>
                  </a:lnTo>
                  <a:lnTo>
                    <a:pt x="39916" y="22847"/>
                  </a:lnTo>
                  <a:lnTo>
                    <a:pt x="36957" y="23037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45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80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96" y="23279"/>
                  </a:lnTo>
                  <a:lnTo>
                    <a:pt x="31610" y="23368"/>
                  </a:lnTo>
                  <a:lnTo>
                    <a:pt x="30429" y="23812"/>
                  </a:lnTo>
                  <a:lnTo>
                    <a:pt x="30467" y="24701"/>
                  </a:lnTo>
                  <a:lnTo>
                    <a:pt x="31686" y="25006"/>
                  </a:lnTo>
                  <a:lnTo>
                    <a:pt x="34645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89"/>
                  </a:lnTo>
                  <a:lnTo>
                    <a:pt x="35331" y="28803"/>
                  </a:lnTo>
                  <a:lnTo>
                    <a:pt x="35699" y="30187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73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" name="object 642" descr=""/>
            <p:cNvSpPr/>
            <p:nvPr/>
          </p:nvSpPr>
          <p:spPr>
            <a:xfrm>
              <a:off x="4035300" y="7049285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3" name="object 643" descr=""/>
            <p:cNvSpPr/>
            <p:nvPr/>
          </p:nvSpPr>
          <p:spPr>
            <a:xfrm>
              <a:off x="4037736" y="7052024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706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81" y="22237"/>
                  </a:lnTo>
                  <a:lnTo>
                    <a:pt x="5905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75"/>
                  </a:lnTo>
                  <a:lnTo>
                    <a:pt x="4419" y="18884"/>
                  </a:lnTo>
                  <a:lnTo>
                    <a:pt x="4584" y="22326"/>
                  </a:lnTo>
                  <a:lnTo>
                    <a:pt x="4787" y="23101"/>
                  </a:lnTo>
                  <a:lnTo>
                    <a:pt x="4140" y="22936"/>
                  </a:lnTo>
                  <a:lnTo>
                    <a:pt x="2667" y="23025"/>
                  </a:lnTo>
                  <a:lnTo>
                    <a:pt x="1193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76" y="24320"/>
                  </a:lnTo>
                  <a:lnTo>
                    <a:pt x="4737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83" y="29933"/>
                  </a:lnTo>
                  <a:lnTo>
                    <a:pt x="6057" y="29883"/>
                  </a:lnTo>
                  <a:lnTo>
                    <a:pt x="6299" y="28473"/>
                  </a:lnTo>
                  <a:lnTo>
                    <a:pt x="6134" y="25019"/>
                  </a:lnTo>
                  <a:lnTo>
                    <a:pt x="5918" y="24269"/>
                  </a:lnTo>
                  <a:lnTo>
                    <a:pt x="6604" y="24422"/>
                  </a:lnTo>
                  <a:lnTo>
                    <a:pt x="8089" y="24320"/>
                  </a:lnTo>
                  <a:lnTo>
                    <a:pt x="9563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39" y="40284"/>
                  </a:lnTo>
                  <a:lnTo>
                    <a:pt x="20828" y="40551"/>
                  </a:lnTo>
                  <a:lnTo>
                    <a:pt x="20980" y="39725"/>
                  </a:lnTo>
                  <a:lnTo>
                    <a:pt x="20904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85"/>
                  </a:lnTo>
                  <a:lnTo>
                    <a:pt x="19583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25"/>
                  </a:lnTo>
                  <a:lnTo>
                    <a:pt x="16192" y="40614"/>
                  </a:lnTo>
                  <a:lnTo>
                    <a:pt x="15011" y="41059"/>
                  </a:lnTo>
                  <a:lnTo>
                    <a:pt x="15049" y="41960"/>
                  </a:lnTo>
                  <a:lnTo>
                    <a:pt x="16268" y="42252"/>
                  </a:lnTo>
                  <a:lnTo>
                    <a:pt x="19215" y="42062"/>
                  </a:lnTo>
                  <a:lnTo>
                    <a:pt x="19875" y="41821"/>
                  </a:lnTo>
                  <a:lnTo>
                    <a:pt x="19735" y="42608"/>
                  </a:lnTo>
                  <a:lnTo>
                    <a:pt x="19824" y="44335"/>
                  </a:lnTo>
                  <a:lnTo>
                    <a:pt x="19900" y="46050"/>
                  </a:lnTo>
                  <a:lnTo>
                    <a:pt x="20281" y="47434"/>
                  </a:lnTo>
                  <a:lnTo>
                    <a:pt x="21056" y="47383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88" y="41821"/>
                  </a:lnTo>
                  <a:lnTo>
                    <a:pt x="24561" y="41732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35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72"/>
                  </a:lnTo>
                  <a:lnTo>
                    <a:pt x="21120" y="5638"/>
                  </a:lnTo>
                  <a:lnTo>
                    <a:pt x="21272" y="4826"/>
                  </a:lnTo>
                  <a:lnTo>
                    <a:pt x="21183" y="3098"/>
                  </a:lnTo>
                  <a:lnTo>
                    <a:pt x="21107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73"/>
                  </a:lnTo>
                  <a:lnTo>
                    <a:pt x="19862" y="4914"/>
                  </a:lnTo>
                  <a:lnTo>
                    <a:pt x="20066" y="5689"/>
                  </a:lnTo>
                  <a:lnTo>
                    <a:pt x="19431" y="5524"/>
                  </a:lnTo>
                  <a:lnTo>
                    <a:pt x="17957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507" y="7150"/>
                  </a:lnTo>
                  <a:lnTo>
                    <a:pt x="20154" y="6921"/>
                  </a:lnTo>
                  <a:lnTo>
                    <a:pt x="20027" y="7708"/>
                  </a:lnTo>
                  <a:lnTo>
                    <a:pt x="20104" y="9423"/>
                  </a:lnTo>
                  <a:lnTo>
                    <a:pt x="20193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61"/>
                  </a:lnTo>
                  <a:lnTo>
                    <a:pt x="21424" y="7607"/>
                  </a:lnTo>
                  <a:lnTo>
                    <a:pt x="21209" y="6858"/>
                  </a:lnTo>
                  <a:lnTo>
                    <a:pt x="21894" y="7010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35" y="6375"/>
                  </a:lnTo>
                  <a:close/>
                </a:path>
                <a:path w="41275" h="47625">
                  <a:moveTo>
                    <a:pt x="41173" y="24041"/>
                  </a:moveTo>
                  <a:lnTo>
                    <a:pt x="41122" y="23139"/>
                  </a:lnTo>
                  <a:lnTo>
                    <a:pt x="39916" y="22847"/>
                  </a:lnTo>
                  <a:lnTo>
                    <a:pt x="36957" y="23037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45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80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96" y="23279"/>
                  </a:lnTo>
                  <a:lnTo>
                    <a:pt x="31610" y="23368"/>
                  </a:lnTo>
                  <a:lnTo>
                    <a:pt x="30429" y="23812"/>
                  </a:lnTo>
                  <a:lnTo>
                    <a:pt x="30480" y="24714"/>
                  </a:lnTo>
                  <a:lnTo>
                    <a:pt x="31686" y="25006"/>
                  </a:lnTo>
                  <a:lnTo>
                    <a:pt x="34645" y="24815"/>
                  </a:lnTo>
                  <a:lnTo>
                    <a:pt x="35293" y="24574"/>
                  </a:lnTo>
                  <a:lnTo>
                    <a:pt x="35166" y="25361"/>
                  </a:lnTo>
                  <a:lnTo>
                    <a:pt x="35242" y="27089"/>
                  </a:lnTo>
                  <a:lnTo>
                    <a:pt x="35331" y="28803"/>
                  </a:lnTo>
                  <a:lnTo>
                    <a:pt x="35699" y="30187"/>
                  </a:lnTo>
                  <a:lnTo>
                    <a:pt x="36474" y="30137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92" y="24472"/>
                  </a:lnTo>
                  <a:lnTo>
                    <a:pt x="41173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" name="object 644" descr=""/>
            <p:cNvSpPr/>
            <p:nvPr/>
          </p:nvSpPr>
          <p:spPr>
            <a:xfrm>
              <a:off x="4057941" y="708481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5" name="object 645" descr=""/>
            <p:cNvSpPr/>
            <p:nvPr/>
          </p:nvSpPr>
          <p:spPr>
            <a:xfrm>
              <a:off x="4060380" y="7087558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74"/>
                  </a:moveTo>
                  <a:lnTo>
                    <a:pt x="10693" y="22885"/>
                  </a:lnTo>
                  <a:lnTo>
                    <a:pt x="9486" y="22580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83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50" y="24447"/>
                  </a:lnTo>
                  <a:lnTo>
                    <a:pt x="1257" y="24739"/>
                  </a:lnTo>
                  <a:lnTo>
                    <a:pt x="4216" y="24549"/>
                  </a:lnTo>
                  <a:lnTo>
                    <a:pt x="4864" y="24320"/>
                  </a:lnTo>
                  <a:lnTo>
                    <a:pt x="4737" y="25107"/>
                  </a:lnTo>
                  <a:lnTo>
                    <a:pt x="4813" y="26822"/>
                  </a:lnTo>
                  <a:lnTo>
                    <a:pt x="4902" y="28536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07"/>
                  </a:lnTo>
                  <a:lnTo>
                    <a:pt x="9563" y="24218"/>
                  </a:lnTo>
                  <a:lnTo>
                    <a:pt x="10744" y="23774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704" y="40373"/>
                  </a:lnTo>
                  <a:lnTo>
                    <a:pt x="24485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7998"/>
                  </a:lnTo>
                  <a:lnTo>
                    <a:pt x="20815" y="36283"/>
                  </a:lnTo>
                  <a:lnTo>
                    <a:pt x="20434" y="34899"/>
                  </a:lnTo>
                  <a:lnTo>
                    <a:pt x="19659" y="34950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92" y="40601"/>
                  </a:lnTo>
                  <a:lnTo>
                    <a:pt x="14998" y="41046"/>
                  </a:lnTo>
                  <a:lnTo>
                    <a:pt x="15049" y="41948"/>
                  </a:lnTo>
                  <a:lnTo>
                    <a:pt x="16256" y="42240"/>
                  </a:lnTo>
                  <a:lnTo>
                    <a:pt x="19215" y="42049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48"/>
                  </a:lnTo>
                  <a:lnTo>
                    <a:pt x="21132" y="42506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22" y="6362"/>
                  </a:moveTo>
                  <a:lnTo>
                    <a:pt x="25984" y="5461"/>
                  </a:lnTo>
                  <a:lnTo>
                    <a:pt x="24777" y="5168"/>
                  </a:lnTo>
                  <a:lnTo>
                    <a:pt x="21818" y="5359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71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494" y="7137"/>
                  </a:lnTo>
                  <a:lnTo>
                    <a:pt x="20154" y="6896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80" y="11125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896"/>
                  </a:lnTo>
                  <a:lnTo>
                    <a:pt x="24841" y="6807"/>
                  </a:lnTo>
                  <a:lnTo>
                    <a:pt x="26022" y="6362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26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79"/>
                  </a:lnTo>
                  <a:lnTo>
                    <a:pt x="36410" y="22466"/>
                  </a:lnTo>
                  <a:lnTo>
                    <a:pt x="36322" y="20751"/>
                  </a:lnTo>
                  <a:lnTo>
                    <a:pt x="36233" y="19037"/>
                  </a:lnTo>
                  <a:lnTo>
                    <a:pt x="35864" y="17653"/>
                  </a:lnTo>
                  <a:lnTo>
                    <a:pt x="35090" y="17703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29"/>
                  </a:lnTo>
                  <a:lnTo>
                    <a:pt x="34569" y="23164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45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02"/>
                  </a:lnTo>
                  <a:lnTo>
                    <a:pt x="36563" y="25260"/>
                  </a:lnTo>
                  <a:lnTo>
                    <a:pt x="36347" y="24498"/>
                  </a:lnTo>
                  <a:lnTo>
                    <a:pt x="37033" y="24650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" name="object 646" descr=""/>
            <p:cNvSpPr/>
            <p:nvPr/>
          </p:nvSpPr>
          <p:spPr>
            <a:xfrm>
              <a:off x="4105064" y="708481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7" name="object 647" descr=""/>
            <p:cNvSpPr/>
            <p:nvPr/>
          </p:nvSpPr>
          <p:spPr>
            <a:xfrm>
              <a:off x="4107510" y="7087558"/>
              <a:ext cx="20955" cy="47625"/>
            </a:xfrm>
            <a:custGeom>
              <a:avLst/>
              <a:gdLst/>
              <a:ahLst/>
              <a:cxnLst/>
              <a:rect l="l" t="t" r="r" b="b"/>
              <a:pathLst>
                <a:path w="20954" h="47625">
                  <a:moveTo>
                    <a:pt x="10731" y="23774"/>
                  </a:moveTo>
                  <a:lnTo>
                    <a:pt x="10693" y="22885"/>
                  </a:lnTo>
                  <a:lnTo>
                    <a:pt x="9474" y="22580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83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27" y="22923"/>
                  </a:lnTo>
                  <a:lnTo>
                    <a:pt x="2654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38" y="24447"/>
                  </a:lnTo>
                  <a:lnTo>
                    <a:pt x="1257" y="24739"/>
                  </a:lnTo>
                  <a:lnTo>
                    <a:pt x="4203" y="24549"/>
                  </a:lnTo>
                  <a:lnTo>
                    <a:pt x="4864" y="24307"/>
                  </a:lnTo>
                  <a:lnTo>
                    <a:pt x="4724" y="25107"/>
                  </a:lnTo>
                  <a:lnTo>
                    <a:pt x="4813" y="26822"/>
                  </a:lnTo>
                  <a:lnTo>
                    <a:pt x="4889" y="28536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07"/>
                  </a:lnTo>
                  <a:lnTo>
                    <a:pt x="9550" y="24218"/>
                  </a:lnTo>
                  <a:lnTo>
                    <a:pt x="10731" y="23774"/>
                  </a:lnTo>
                  <a:close/>
                </a:path>
                <a:path w="20954" h="47625">
                  <a:moveTo>
                    <a:pt x="20408" y="34899"/>
                  </a:moveTo>
                  <a:lnTo>
                    <a:pt x="19418" y="34899"/>
                  </a:lnTo>
                  <a:lnTo>
                    <a:pt x="19418" y="40500"/>
                  </a:lnTo>
                  <a:lnTo>
                    <a:pt x="19138" y="40424"/>
                  </a:lnTo>
                  <a:lnTo>
                    <a:pt x="17653" y="40513"/>
                  </a:lnTo>
                  <a:lnTo>
                    <a:pt x="16179" y="40601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49"/>
                  </a:lnTo>
                  <a:lnTo>
                    <a:pt x="19723" y="41871"/>
                  </a:lnTo>
                  <a:lnTo>
                    <a:pt x="19723" y="47421"/>
                  </a:lnTo>
                  <a:lnTo>
                    <a:pt x="20408" y="47421"/>
                  </a:lnTo>
                  <a:lnTo>
                    <a:pt x="20408" y="41910"/>
                  </a:lnTo>
                  <a:lnTo>
                    <a:pt x="20408" y="41186"/>
                  </a:lnTo>
                  <a:lnTo>
                    <a:pt x="20408" y="40081"/>
                  </a:lnTo>
                  <a:lnTo>
                    <a:pt x="20408" y="34899"/>
                  </a:lnTo>
                  <a:close/>
                </a:path>
                <a:path w="20954" h="47625">
                  <a:moveTo>
                    <a:pt x="20408" y="0"/>
                  </a:moveTo>
                  <a:lnTo>
                    <a:pt x="19697" y="0"/>
                  </a:lnTo>
                  <a:lnTo>
                    <a:pt x="19697" y="5511"/>
                  </a:lnTo>
                  <a:lnTo>
                    <a:pt x="15278" y="5511"/>
                  </a:lnTo>
                  <a:lnTo>
                    <a:pt x="15278" y="7327"/>
                  </a:lnTo>
                  <a:lnTo>
                    <a:pt x="20015" y="7327"/>
                  </a:lnTo>
                  <a:lnTo>
                    <a:pt x="20015" y="12509"/>
                  </a:lnTo>
                  <a:lnTo>
                    <a:pt x="20408" y="12509"/>
                  </a:lnTo>
                  <a:lnTo>
                    <a:pt x="20408" y="7327"/>
                  </a:lnTo>
                  <a:lnTo>
                    <a:pt x="20408" y="6273"/>
                  </a:lnTo>
                  <a:lnTo>
                    <a:pt x="20408" y="5511"/>
                  </a:lnTo>
                  <a:lnTo>
                    <a:pt x="20408" y="0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" name="object 648" descr=""/>
            <p:cNvSpPr/>
            <p:nvPr/>
          </p:nvSpPr>
          <p:spPr>
            <a:xfrm>
              <a:off x="4012142" y="708481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9" name="object 649" descr=""/>
            <p:cNvSpPr/>
            <p:nvPr/>
          </p:nvSpPr>
          <p:spPr>
            <a:xfrm>
              <a:off x="4014584" y="7087558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74"/>
                  </a:moveTo>
                  <a:lnTo>
                    <a:pt x="10693" y="22885"/>
                  </a:lnTo>
                  <a:lnTo>
                    <a:pt x="9486" y="22580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03" y="18783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38" y="24447"/>
                  </a:lnTo>
                  <a:lnTo>
                    <a:pt x="1257" y="24739"/>
                  </a:lnTo>
                  <a:lnTo>
                    <a:pt x="4203" y="24549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22"/>
                  </a:lnTo>
                  <a:lnTo>
                    <a:pt x="4902" y="28536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07"/>
                  </a:lnTo>
                  <a:lnTo>
                    <a:pt x="9550" y="24218"/>
                  </a:lnTo>
                  <a:lnTo>
                    <a:pt x="10744" y="23774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692" y="40373"/>
                  </a:lnTo>
                  <a:lnTo>
                    <a:pt x="24485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7998"/>
                  </a:lnTo>
                  <a:lnTo>
                    <a:pt x="20815" y="36283"/>
                  </a:lnTo>
                  <a:lnTo>
                    <a:pt x="20434" y="34899"/>
                  </a:lnTo>
                  <a:lnTo>
                    <a:pt x="19659" y="34950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79" y="40601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15" y="42049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48"/>
                  </a:lnTo>
                  <a:lnTo>
                    <a:pt x="21132" y="42506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22" y="6362"/>
                  </a:moveTo>
                  <a:lnTo>
                    <a:pt x="25984" y="5461"/>
                  </a:lnTo>
                  <a:lnTo>
                    <a:pt x="24765" y="5168"/>
                  </a:lnTo>
                  <a:lnTo>
                    <a:pt x="21818" y="5359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71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18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494" y="7137"/>
                  </a:lnTo>
                  <a:lnTo>
                    <a:pt x="20154" y="6896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80" y="11125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12" y="7607"/>
                  </a:lnTo>
                  <a:lnTo>
                    <a:pt x="21196" y="6832"/>
                  </a:lnTo>
                  <a:lnTo>
                    <a:pt x="21894" y="6997"/>
                  </a:lnTo>
                  <a:lnTo>
                    <a:pt x="23368" y="6896"/>
                  </a:lnTo>
                  <a:lnTo>
                    <a:pt x="24841" y="6807"/>
                  </a:lnTo>
                  <a:lnTo>
                    <a:pt x="26022" y="6362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398" y="22466"/>
                  </a:lnTo>
                  <a:lnTo>
                    <a:pt x="36322" y="20751"/>
                  </a:lnTo>
                  <a:lnTo>
                    <a:pt x="36233" y="19037"/>
                  </a:lnTo>
                  <a:lnTo>
                    <a:pt x="35864" y="17653"/>
                  </a:lnTo>
                  <a:lnTo>
                    <a:pt x="35090" y="17703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29"/>
                  </a:lnTo>
                  <a:lnTo>
                    <a:pt x="34556" y="23164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02"/>
                  </a:lnTo>
                  <a:lnTo>
                    <a:pt x="36563" y="25260"/>
                  </a:lnTo>
                  <a:lnTo>
                    <a:pt x="36347" y="24498"/>
                  </a:lnTo>
                  <a:lnTo>
                    <a:pt x="37033" y="24650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" name="object 650" descr=""/>
            <p:cNvSpPr/>
            <p:nvPr/>
          </p:nvSpPr>
          <p:spPr>
            <a:xfrm>
              <a:off x="4081816" y="7049285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1" name="object 651" descr=""/>
            <p:cNvSpPr/>
            <p:nvPr/>
          </p:nvSpPr>
          <p:spPr>
            <a:xfrm>
              <a:off x="4084256" y="7052024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81" y="22237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75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101"/>
                  </a:lnTo>
                  <a:lnTo>
                    <a:pt x="4140" y="22936"/>
                  </a:lnTo>
                  <a:lnTo>
                    <a:pt x="2667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33"/>
                  </a:lnTo>
                  <a:lnTo>
                    <a:pt x="4737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73"/>
                  </a:lnTo>
                  <a:lnTo>
                    <a:pt x="6134" y="25019"/>
                  </a:lnTo>
                  <a:lnTo>
                    <a:pt x="5918" y="24269"/>
                  </a:lnTo>
                  <a:lnTo>
                    <a:pt x="6604" y="24422"/>
                  </a:lnTo>
                  <a:lnTo>
                    <a:pt x="8077" y="24320"/>
                  </a:lnTo>
                  <a:lnTo>
                    <a:pt x="9563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85"/>
                  </a:lnTo>
                  <a:lnTo>
                    <a:pt x="19583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49" y="41960"/>
                  </a:lnTo>
                  <a:lnTo>
                    <a:pt x="16256" y="42252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35"/>
                  </a:lnTo>
                  <a:lnTo>
                    <a:pt x="19900" y="46050"/>
                  </a:lnTo>
                  <a:lnTo>
                    <a:pt x="20281" y="47434"/>
                  </a:lnTo>
                  <a:lnTo>
                    <a:pt x="21056" y="47383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44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32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20" y="5638"/>
                  </a:lnTo>
                  <a:lnTo>
                    <a:pt x="21272" y="4826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73"/>
                  </a:lnTo>
                  <a:lnTo>
                    <a:pt x="19862" y="4914"/>
                  </a:lnTo>
                  <a:lnTo>
                    <a:pt x="20066" y="5689"/>
                  </a:lnTo>
                  <a:lnTo>
                    <a:pt x="19431" y="5524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708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61"/>
                  </a:lnTo>
                  <a:lnTo>
                    <a:pt x="21424" y="7607"/>
                  </a:lnTo>
                  <a:lnTo>
                    <a:pt x="21209" y="6858"/>
                  </a:lnTo>
                  <a:lnTo>
                    <a:pt x="21894" y="7010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73" y="24041"/>
                  </a:moveTo>
                  <a:lnTo>
                    <a:pt x="41122" y="23139"/>
                  </a:lnTo>
                  <a:lnTo>
                    <a:pt x="39916" y="22847"/>
                  </a:lnTo>
                  <a:lnTo>
                    <a:pt x="36957" y="23037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33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80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79"/>
                  </a:lnTo>
                  <a:lnTo>
                    <a:pt x="31610" y="23368"/>
                  </a:lnTo>
                  <a:lnTo>
                    <a:pt x="30429" y="23812"/>
                  </a:lnTo>
                  <a:lnTo>
                    <a:pt x="30467" y="24714"/>
                  </a:lnTo>
                  <a:lnTo>
                    <a:pt x="31686" y="25006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89"/>
                  </a:lnTo>
                  <a:lnTo>
                    <a:pt x="35331" y="28803"/>
                  </a:lnTo>
                  <a:lnTo>
                    <a:pt x="35699" y="30187"/>
                  </a:lnTo>
                  <a:lnTo>
                    <a:pt x="36474" y="30137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73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" name="object 652" descr=""/>
            <p:cNvSpPr/>
            <p:nvPr/>
          </p:nvSpPr>
          <p:spPr>
            <a:xfrm>
              <a:off x="4128333" y="7049285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3" name="object 653" descr=""/>
            <p:cNvSpPr/>
            <p:nvPr/>
          </p:nvSpPr>
          <p:spPr>
            <a:xfrm>
              <a:off x="4035300" y="697620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4" name="object 654" descr=""/>
            <p:cNvSpPr/>
            <p:nvPr/>
          </p:nvSpPr>
          <p:spPr>
            <a:xfrm>
              <a:off x="4037736" y="6978948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706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81" y="22237"/>
                  </a:lnTo>
                  <a:lnTo>
                    <a:pt x="5905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75"/>
                  </a:lnTo>
                  <a:lnTo>
                    <a:pt x="4419" y="18884"/>
                  </a:lnTo>
                  <a:lnTo>
                    <a:pt x="4584" y="22326"/>
                  </a:lnTo>
                  <a:lnTo>
                    <a:pt x="4787" y="23101"/>
                  </a:lnTo>
                  <a:lnTo>
                    <a:pt x="4140" y="22936"/>
                  </a:lnTo>
                  <a:lnTo>
                    <a:pt x="2667" y="23025"/>
                  </a:lnTo>
                  <a:lnTo>
                    <a:pt x="1193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76" y="24320"/>
                  </a:lnTo>
                  <a:lnTo>
                    <a:pt x="4737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83" y="29933"/>
                  </a:lnTo>
                  <a:lnTo>
                    <a:pt x="6057" y="29883"/>
                  </a:lnTo>
                  <a:lnTo>
                    <a:pt x="6299" y="28473"/>
                  </a:lnTo>
                  <a:lnTo>
                    <a:pt x="6134" y="25019"/>
                  </a:lnTo>
                  <a:lnTo>
                    <a:pt x="5918" y="24269"/>
                  </a:lnTo>
                  <a:lnTo>
                    <a:pt x="6604" y="24422"/>
                  </a:lnTo>
                  <a:lnTo>
                    <a:pt x="8089" y="24320"/>
                  </a:lnTo>
                  <a:lnTo>
                    <a:pt x="9563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39" y="40284"/>
                  </a:lnTo>
                  <a:lnTo>
                    <a:pt x="20828" y="40551"/>
                  </a:lnTo>
                  <a:lnTo>
                    <a:pt x="20980" y="39725"/>
                  </a:lnTo>
                  <a:lnTo>
                    <a:pt x="20904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85"/>
                  </a:lnTo>
                  <a:lnTo>
                    <a:pt x="19583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25"/>
                  </a:lnTo>
                  <a:lnTo>
                    <a:pt x="16192" y="40614"/>
                  </a:lnTo>
                  <a:lnTo>
                    <a:pt x="15011" y="41059"/>
                  </a:lnTo>
                  <a:lnTo>
                    <a:pt x="15049" y="41960"/>
                  </a:lnTo>
                  <a:lnTo>
                    <a:pt x="16268" y="42252"/>
                  </a:lnTo>
                  <a:lnTo>
                    <a:pt x="19215" y="42062"/>
                  </a:lnTo>
                  <a:lnTo>
                    <a:pt x="19875" y="41821"/>
                  </a:lnTo>
                  <a:lnTo>
                    <a:pt x="19735" y="42608"/>
                  </a:lnTo>
                  <a:lnTo>
                    <a:pt x="19824" y="44335"/>
                  </a:lnTo>
                  <a:lnTo>
                    <a:pt x="19900" y="46050"/>
                  </a:lnTo>
                  <a:lnTo>
                    <a:pt x="20281" y="47434"/>
                  </a:lnTo>
                  <a:lnTo>
                    <a:pt x="21056" y="47383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88" y="41821"/>
                  </a:lnTo>
                  <a:lnTo>
                    <a:pt x="24561" y="41732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35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72"/>
                  </a:lnTo>
                  <a:lnTo>
                    <a:pt x="21120" y="5638"/>
                  </a:lnTo>
                  <a:lnTo>
                    <a:pt x="21272" y="4826"/>
                  </a:lnTo>
                  <a:lnTo>
                    <a:pt x="21183" y="3098"/>
                  </a:lnTo>
                  <a:lnTo>
                    <a:pt x="21107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73"/>
                  </a:lnTo>
                  <a:lnTo>
                    <a:pt x="19862" y="4914"/>
                  </a:lnTo>
                  <a:lnTo>
                    <a:pt x="20066" y="5689"/>
                  </a:lnTo>
                  <a:lnTo>
                    <a:pt x="19431" y="5524"/>
                  </a:lnTo>
                  <a:lnTo>
                    <a:pt x="17957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507" y="7150"/>
                  </a:lnTo>
                  <a:lnTo>
                    <a:pt x="20154" y="6921"/>
                  </a:lnTo>
                  <a:lnTo>
                    <a:pt x="20027" y="7708"/>
                  </a:lnTo>
                  <a:lnTo>
                    <a:pt x="20104" y="9423"/>
                  </a:lnTo>
                  <a:lnTo>
                    <a:pt x="20193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61"/>
                  </a:lnTo>
                  <a:lnTo>
                    <a:pt x="21424" y="7607"/>
                  </a:lnTo>
                  <a:lnTo>
                    <a:pt x="21209" y="6858"/>
                  </a:lnTo>
                  <a:lnTo>
                    <a:pt x="21894" y="7010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35" y="6375"/>
                  </a:lnTo>
                  <a:close/>
                </a:path>
                <a:path w="41275" h="47625">
                  <a:moveTo>
                    <a:pt x="41173" y="24041"/>
                  </a:moveTo>
                  <a:lnTo>
                    <a:pt x="41122" y="23139"/>
                  </a:lnTo>
                  <a:lnTo>
                    <a:pt x="39916" y="22847"/>
                  </a:lnTo>
                  <a:lnTo>
                    <a:pt x="36957" y="23037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45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80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96" y="23279"/>
                  </a:lnTo>
                  <a:lnTo>
                    <a:pt x="31610" y="23368"/>
                  </a:lnTo>
                  <a:lnTo>
                    <a:pt x="30429" y="23812"/>
                  </a:lnTo>
                  <a:lnTo>
                    <a:pt x="30480" y="24701"/>
                  </a:lnTo>
                  <a:lnTo>
                    <a:pt x="31686" y="25006"/>
                  </a:lnTo>
                  <a:lnTo>
                    <a:pt x="34645" y="24815"/>
                  </a:lnTo>
                  <a:lnTo>
                    <a:pt x="35293" y="24574"/>
                  </a:lnTo>
                  <a:lnTo>
                    <a:pt x="35166" y="25361"/>
                  </a:lnTo>
                  <a:lnTo>
                    <a:pt x="35242" y="27089"/>
                  </a:lnTo>
                  <a:lnTo>
                    <a:pt x="35331" y="28803"/>
                  </a:lnTo>
                  <a:lnTo>
                    <a:pt x="35699" y="30187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92" y="24472"/>
                  </a:lnTo>
                  <a:lnTo>
                    <a:pt x="41173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" name="object 655" descr=""/>
            <p:cNvSpPr/>
            <p:nvPr/>
          </p:nvSpPr>
          <p:spPr>
            <a:xfrm>
              <a:off x="4057941" y="701173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6" name="object 656" descr=""/>
            <p:cNvSpPr/>
            <p:nvPr/>
          </p:nvSpPr>
          <p:spPr>
            <a:xfrm>
              <a:off x="4060380" y="701448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74"/>
                  </a:moveTo>
                  <a:lnTo>
                    <a:pt x="10693" y="22872"/>
                  </a:lnTo>
                  <a:lnTo>
                    <a:pt x="9486" y="22580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83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50" y="24447"/>
                  </a:lnTo>
                  <a:lnTo>
                    <a:pt x="1257" y="24739"/>
                  </a:lnTo>
                  <a:lnTo>
                    <a:pt x="4216" y="24549"/>
                  </a:lnTo>
                  <a:lnTo>
                    <a:pt x="4864" y="24320"/>
                  </a:lnTo>
                  <a:lnTo>
                    <a:pt x="4737" y="25107"/>
                  </a:lnTo>
                  <a:lnTo>
                    <a:pt x="4813" y="26822"/>
                  </a:lnTo>
                  <a:lnTo>
                    <a:pt x="4902" y="28536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07"/>
                  </a:lnTo>
                  <a:lnTo>
                    <a:pt x="9563" y="24218"/>
                  </a:lnTo>
                  <a:lnTo>
                    <a:pt x="10744" y="23774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704" y="40373"/>
                  </a:lnTo>
                  <a:lnTo>
                    <a:pt x="24485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7998"/>
                  </a:lnTo>
                  <a:lnTo>
                    <a:pt x="20815" y="36283"/>
                  </a:lnTo>
                  <a:lnTo>
                    <a:pt x="20434" y="34899"/>
                  </a:lnTo>
                  <a:lnTo>
                    <a:pt x="19659" y="34950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76"/>
                  </a:lnTo>
                  <a:lnTo>
                    <a:pt x="19138" y="40411"/>
                  </a:lnTo>
                  <a:lnTo>
                    <a:pt x="17665" y="40513"/>
                  </a:lnTo>
                  <a:lnTo>
                    <a:pt x="16192" y="40601"/>
                  </a:lnTo>
                  <a:lnTo>
                    <a:pt x="14998" y="41046"/>
                  </a:lnTo>
                  <a:lnTo>
                    <a:pt x="15049" y="41948"/>
                  </a:lnTo>
                  <a:lnTo>
                    <a:pt x="16256" y="42240"/>
                  </a:lnTo>
                  <a:lnTo>
                    <a:pt x="19215" y="42049"/>
                  </a:lnTo>
                  <a:lnTo>
                    <a:pt x="19862" y="41808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06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22" y="6362"/>
                  </a:moveTo>
                  <a:lnTo>
                    <a:pt x="25984" y="5461"/>
                  </a:lnTo>
                  <a:lnTo>
                    <a:pt x="24777" y="5168"/>
                  </a:lnTo>
                  <a:lnTo>
                    <a:pt x="21818" y="5359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71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494" y="7137"/>
                  </a:lnTo>
                  <a:lnTo>
                    <a:pt x="20154" y="6896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80" y="11125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594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896"/>
                  </a:lnTo>
                  <a:lnTo>
                    <a:pt x="24841" y="6807"/>
                  </a:lnTo>
                  <a:lnTo>
                    <a:pt x="26022" y="6362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26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79"/>
                  </a:lnTo>
                  <a:lnTo>
                    <a:pt x="36410" y="22466"/>
                  </a:lnTo>
                  <a:lnTo>
                    <a:pt x="36322" y="20751"/>
                  </a:lnTo>
                  <a:lnTo>
                    <a:pt x="36233" y="19037"/>
                  </a:lnTo>
                  <a:lnTo>
                    <a:pt x="35864" y="17653"/>
                  </a:lnTo>
                  <a:lnTo>
                    <a:pt x="35090" y="17703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29"/>
                  </a:lnTo>
                  <a:lnTo>
                    <a:pt x="34569" y="23164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45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02"/>
                  </a:lnTo>
                  <a:lnTo>
                    <a:pt x="36563" y="25260"/>
                  </a:lnTo>
                  <a:lnTo>
                    <a:pt x="36347" y="24498"/>
                  </a:lnTo>
                  <a:lnTo>
                    <a:pt x="37033" y="24650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" name="object 657" descr=""/>
            <p:cNvSpPr/>
            <p:nvPr/>
          </p:nvSpPr>
          <p:spPr>
            <a:xfrm>
              <a:off x="4105064" y="701173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8" name="object 658" descr=""/>
            <p:cNvSpPr/>
            <p:nvPr/>
          </p:nvSpPr>
          <p:spPr>
            <a:xfrm>
              <a:off x="4107510" y="7014482"/>
              <a:ext cx="20955" cy="47625"/>
            </a:xfrm>
            <a:custGeom>
              <a:avLst/>
              <a:gdLst/>
              <a:ahLst/>
              <a:cxnLst/>
              <a:rect l="l" t="t" r="r" b="b"/>
              <a:pathLst>
                <a:path w="20954" h="47625">
                  <a:moveTo>
                    <a:pt x="10731" y="23774"/>
                  </a:moveTo>
                  <a:lnTo>
                    <a:pt x="10693" y="22872"/>
                  </a:lnTo>
                  <a:lnTo>
                    <a:pt x="9474" y="22580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83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27" y="22923"/>
                  </a:lnTo>
                  <a:lnTo>
                    <a:pt x="2654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38" y="24447"/>
                  </a:lnTo>
                  <a:lnTo>
                    <a:pt x="1257" y="24739"/>
                  </a:lnTo>
                  <a:lnTo>
                    <a:pt x="4203" y="24549"/>
                  </a:lnTo>
                  <a:lnTo>
                    <a:pt x="4864" y="24307"/>
                  </a:lnTo>
                  <a:lnTo>
                    <a:pt x="4724" y="25107"/>
                  </a:lnTo>
                  <a:lnTo>
                    <a:pt x="4813" y="26822"/>
                  </a:lnTo>
                  <a:lnTo>
                    <a:pt x="4889" y="28536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07"/>
                  </a:lnTo>
                  <a:lnTo>
                    <a:pt x="9550" y="24218"/>
                  </a:lnTo>
                  <a:lnTo>
                    <a:pt x="10731" y="23774"/>
                  </a:lnTo>
                  <a:close/>
                </a:path>
                <a:path w="20954" h="47625">
                  <a:moveTo>
                    <a:pt x="20408" y="34899"/>
                  </a:moveTo>
                  <a:lnTo>
                    <a:pt x="19418" y="34899"/>
                  </a:lnTo>
                  <a:lnTo>
                    <a:pt x="19418" y="40487"/>
                  </a:lnTo>
                  <a:lnTo>
                    <a:pt x="19138" y="40411"/>
                  </a:lnTo>
                  <a:lnTo>
                    <a:pt x="17653" y="40513"/>
                  </a:lnTo>
                  <a:lnTo>
                    <a:pt x="16179" y="40601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49"/>
                  </a:lnTo>
                  <a:lnTo>
                    <a:pt x="19723" y="41859"/>
                  </a:lnTo>
                  <a:lnTo>
                    <a:pt x="19723" y="47421"/>
                  </a:lnTo>
                  <a:lnTo>
                    <a:pt x="20408" y="47421"/>
                  </a:lnTo>
                  <a:lnTo>
                    <a:pt x="20408" y="41910"/>
                  </a:lnTo>
                  <a:lnTo>
                    <a:pt x="20408" y="41186"/>
                  </a:lnTo>
                  <a:lnTo>
                    <a:pt x="20408" y="40081"/>
                  </a:lnTo>
                  <a:lnTo>
                    <a:pt x="20408" y="34899"/>
                  </a:lnTo>
                  <a:close/>
                </a:path>
                <a:path w="20954" h="47625">
                  <a:moveTo>
                    <a:pt x="20408" y="0"/>
                  </a:moveTo>
                  <a:lnTo>
                    <a:pt x="19697" y="0"/>
                  </a:lnTo>
                  <a:lnTo>
                    <a:pt x="19697" y="5511"/>
                  </a:lnTo>
                  <a:lnTo>
                    <a:pt x="15278" y="5511"/>
                  </a:lnTo>
                  <a:lnTo>
                    <a:pt x="15278" y="7327"/>
                  </a:lnTo>
                  <a:lnTo>
                    <a:pt x="20015" y="7327"/>
                  </a:lnTo>
                  <a:lnTo>
                    <a:pt x="20015" y="12509"/>
                  </a:lnTo>
                  <a:lnTo>
                    <a:pt x="20408" y="12509"/>
                  </a:lnTo>
                  <a:lnTo>
                    <a:pt x="20408" y="7327"/>
                  </a:lnTo>
                  <a:lnTo>
                    <a:pt x="20408" y="6273"/>
                  </a:lnTo>
                  <a:lnTo>
                    <a:pt x="20408" y="5511"/>
                  </a:lnTo>
                  <a:lnTo>
                    <a:pt x="20408" y="0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" name="object 659" descr=""/>
            <p:cNvSpPr/>
            <p:nvPr/>
          </p:nvSpPr>
          <p:spPr>
            <a:xfrm>
              <a:off x="4012142" y="701173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0" name="object 660" descr=""/>
            <p:cNvSpPr/>
            <p:nvPr/>
          </p:nvSpPr>
          <p:spPr>
            <a:xfrm>
              <a:off x="4014584" y="701448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74"/>
                  </a:moveTo>
                  <a:lnTo>
                    <a:pt x="10693" y="22872"/>
                  </a:lnTo>
                  <a:lnTo>
                    <a:pt x="9486" y="22580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03" y="18783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38" y="24447"/>
                  </a:lnTo>
                  <a:lnTo>
                    <a:pt x="1257" y="24739"/>
                  </a:lnTo>
                  <a:lnTo>
                    <a:pt x="4203" y="24549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22"/>
                  </a:lnTo>
                  <a:lnTo>
                    <a:pt x="4902" y="28536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07"/>
                  </a:lnTo>
                  <a:lnTo>
                    <a:pt x="9550" y="24218"/>
                  </a:lnTo>
                  <a:lnTo>
                    <a:pt x="10744" y="23774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692" y="40373"/>
                  </a:lnTo>
                  <a:lnTo>
                    <a:pt x="24485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7998"/>
                  </a:lnTo>
                  <a:lnTo>
                    <a:pt x="20815" y="36283"/>
                  </a:lnTo>
                  <a:lnTo>
                    <a:pt x="20434" y="34899"/>
                  </a:lnTo>
                  <a:lnTo>
                    <a:pt x="19659" y="34950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76"/>
                  </a:lnTo>
                  <a:lnTo>
                    <a:pt x="19138" y="40411"/>
                  </a:lnTo>
                  <a:lnTo>
                    <a:pt x="17665" y="40513"/>
                  </a:lnTo>
                  <a:lnTo>
                    <a:pt x="16179" y="40601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15" y="42049"/>
                  </a:lnTo>
                  <a:lnTo>
                    <a:pt x="19862" y="41808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06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22" y="6362"/>
                  </a:moveTo>
                  <a:lnTo>
                    <a:pt x="25984" y="5461"/>
                  </a:lnTo>
                  <a:lnTo>
                    <a:pt x="24765" y="5168"/>
                  </a:lnTo>
                  <a:lnTo>
                    <a:pt x="21818" y="5359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71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18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494" y="7137"/>
                  </a:lnTo>
                  <a:lnTo>
                    <a:pt x="20154" y="6896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80" y="11125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12" y="7594"/>
                  </a:lnTo>
                  <a:lnTo>
                    <a:pt x="21196" y="6845"/>
                  </a:lnTo>
                  <a:lnTo>
                    <a:pt x="21894" y="6997"/>
                  </a:lnTo>
                  <a:lnTo>
                    <a:pt x="23368" y="6896"/>
                  </a:lnTo>
                  <a:lnTo>
                    <a:pt x="24841" y="6807"/>
                  </a:lnTo>
                  <a:lnTo>
                    <a:pt x="26022" y="6362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398" y="22466"/>
                  </a:lnTo>
                  <a:lnTo>
                    <a:pt x="36322" y="20751"/>
                  </a:lnTo>
                  <a:lnTo>
                    <a:pt x="36233" y="19037"/>
                  </a:lnTo>
                  <a:lnTo>
                    <a:pt x="35864" y="17653"/>
                  </a:lnTo>
                  <a:lnTo>
                    <a:pt x="35090" y="17703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29"/>
                  </a:lnTo>
                  <a:lnTo>
                    <a:pt x="34556" y="23164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02"/>
                  </a:lnTo>
                  <a:lnTo>
                    <a:pt x="36563" y="25260"/>
                  </a:lnTo>
                  <a:lnTo>
                    <a:pt x="36347" y="24498"/>
                  </a:lnTo>
                  <a:lnTo>
                    <a:pt x="37033" y="24650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" name="object 661" descr=""/>
            <p:cNvSpPr/>
            <p:nvPr/>
          </p:nvSpPr>
          <p:spPr>
            <a:xfrm>
              <a:off x="4081816" y="697620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2" name="object 662" descr=""/>
            <p:cNvSpPr/>
            <p:nvPr/>
          </p:nvSpPr>
          <p:spPr>
            <a:xfrm>
              <a:off x="4084256" y="6978948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81" y="22237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75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101"/>
                  </a:lnTo>
                  <a:lnTo>
                    <a:pt x="4140" y="22936"/>
                  </a:lnTo>
                  <a:lnTo>
                    <a:pt x="2667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33"/>
                  </a:lnTo>
                  <a:lnTo>
                    <a:pt x="4737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73"/>
                  </a:lnTo>
                  <a:lnTo>
                    <a:pt x="6134" y="25019"/>
                  </a:lnTo>
                  <a:lnTo>
                    <a:pt x="5918" y="24269"/>
                  </a:lnTo>
                  <a:lnTo>
                    <a:pt x="6604" y="24422"/>
                  </a:lnTo>
                  <a:lnTo>
                    <a:pt x="8077" y="24320"/>
                  </a:lnTo>
                  <a:lnTo>
                    <a:pt x="9563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85"/>
                  </a:lnTo>
                  <a:lnTo>
                    <a:pt x="19583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49" y="41960"/>
                  </a:lnTo>
                  <a:lnTo>
                    <a:pt x="16256" y="42252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35"/>
                  </a:lnTo>
                  <a:lnTo>
                    <a:pt x="19900" y="46050"/>
                  </a:lnTo>
                  <a:lnTo>
                    <a:pt x="20281" y="47434"/>
                  </a:lnTo>
                  <a:lnTo>
                    <a:pt x="21056" y="47383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44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32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20" y="5638"/>
                  </a:lnTo>
                  <a:lnTo>
                    <a:pt x="21272" y="4826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73"/>
                  </a:lnTo>
                  <a:lnTo>
                    <a:pt x="19862" y="4914"/>
                  </a:lnTo>
                  <a:lnTo>
                    <a:pt x="20066" y="5689"/>
                  </a:lnTo>
                  <a:lnTo>
                    <a:pt x="19431" y="5524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708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61"/>
                  </a:lnTo>
                  <a:lnTo>
                    <a:pt x="21424" y="7607"/>
                  </a:lnTo>
                  <a:lnTo>
                    <a:pt x="21209" y="6858"/>
                  </a:lnTo>
                  <a:lnTo>
                    <a:pt x="21894" y="7010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73" y="24041"/>
                  </a:moveTo>
                  <a:lnTo>
                    <a:pt x="41122" y="23139"/>
                  </a:lnTo>
                  <a:lnTo>
                    <a:pt x="39916" y="22847"/>
                  </a:lnTo>
                  <a:lnTo>
                    <a:pt x="36957" y="23037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33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80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79"/>
                  </a:lnTo>
                  <a:lnTo>
                    <a:pt x="31610" y="23368"/>
                  </a:lnTo>
                  <a:lnTo>
                    <a:pt x="30429" y="23812"/>
                  </a:lnTo>
                  <a:lnTo>
                    <a:pt x="30467" y="24701"/>
                  </a:lnTo>
                  <a:lnTo>
                    <a:pt x="31686" y="25006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89"/>
                  </a:lnTo>
                  <a:lnTo>
                    <a:pt x="35331" y="28803"/>
                  </a:lnTo>
                  <a:lnTo>
                    <a:pt x="35699" y="30187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73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" name="object 663" descr=""/>
            <p:cNvSpPr/>
            <p:nvPr/>
          </p:nvSpPr>
          <p:spPr>
            <a:xfrm>
              <a:off x="4128333" y="697620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4" name="object 664" descr=""/>
            <p:cNvSpPr/>
            <p:nvPr/>
          </p:nvSpPr>
          <p:spPr>
            <a:xfrm>
              <a:off x="3891705" y="719560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5" name="object 665" descr=""/>
            <p:cNvSpPr/>
            <p:nvPr/>
          </p:nvSpPr>
          <p:spPr>
            <a:xfrm>
              <a:off x="3894150" y="719835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74"/>
                  </a:moveTo>
                  <a:lnTo>
                    <a:pt x="10693" y="22885"/>
                  </a:lnTo>
                  <a:lnTo>
                    <a:pt x="9474" y="22580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38" y="24447"/>
                  </a:lnTo>
                  <a:lnTo>
                    <a:pt x="1257" y="24739"/>
                  </a:lnTo>
                  <a:lnTo>
                    <a:pt x="4203" y="24549"/>
                  </a:lnTo>
                  <a:lnTo>
                    <a:pt x="4864" y="24307"/>
                  </a:lnTo>
                  <a:lnTo>
                    <a:pt x="4724" y="25107"/>
                  </a:lnTo>
                  <a:lnTo>
                    <a:pt x="4813" y="26822"/>
                  </a:lnTo>
                  <a:lnTo>
                    <a:pt x="4889" y="28536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31" y="23774"/>
                  </a:lnTo>
                  <a:close/>
                </a:path>
                <a:path w="41275" h="47625">
                  <a:moveTo>
                    <a:pt x="25730" y="41275"/>
                  </a:moveTo>
                  <a:lnTo>
                    <a:pt x="25692" y="40373"/>
                  </a:lnTo>
                  <a:lnTo>
                    <a:pt x="24472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7998"/>
                  </a:lnTo>
                  <a:lnTo>
                    <a:pt x="20802" y="36283"/>
                  </a:lnTo>
                  <a:lnTo>
                    <a:pt x="20434" y="34899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53" y="40513"/>
                  </a:lnTo>
                  <a:lnTo>
                    <a:pt x="16179" y="40601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49"/>
                  </a:lnTo>
                  <a:lnTo>
                    <a:pt x="19862" y="41821"/>
                  </a:lnTo>
                  <a:lnTo>
                    <a:pt x="19723" y="42608"/>
                  </a:lnTo>
                  <a:lnTo>
                    <a:pt x="19812" y="44323"/>
                  </a:lnTo>
                  <a:lnTo>
                    <a:pt x="19888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06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49" y="41719"/>
                  </a:lnTo>
                  <a:lnTo>
                    <a:pt x="25730" y="41275"/>
                  </a:lnTo>
                  <a:close/>
                </a:path>
                <a:path w="41275" h="47625">
                  <a:moveTo>
                    <a:pt x="26022" y="6362"/>
                  </a:moveTo>
                  <a:lnTo>
                    <a:pt x="25984" y="5473"/>
                  </a:lnTo>
                  <a:lnTo>
                    <a:pt x="24765" y="5168"/>
                  </a:lnTo>
                  <a:lnTo>
                    <a:pt x="21818" y="5359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71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18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35" y="7327"/>
                  </a:lnTo>
                  <a:lnTo>
                    <a:pt x="19494" y="7137"/>
                  </a:lnTo>
                  <a:lnTo>
                    <a:pt x="20154" y="6896"/>
                  </a:lnTo>
                  <a:lnTo>
                    <a:pt x="20015" y="7696"/>
                  </a:lnTo>
                  <a:lnTo>
                    <a:pt x="20091" y="9410"/>
                  </a:lnTo>
                  <a:lnTo>
                    <a:pt x="20180" y="11125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62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57" y="23025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22" y="20751"/>
                  </a:lnTo>
                  <a:lnTo>
                    <a:pt x="36233" y="19037"/>
                  </a:lnTo>
                  <a:lnTo>
                    <a:pt x="35852" y="17653"/>
                  </a:lnTo>
                  <a:lnTo>
                    <a:pt x="35077" y="17703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191" y="23329"/>
                  </a:lnTo>
                  <a:lnTo>
                    <a:pt x="34556" y="23164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02"/>
                  </a:lnTo>
                  <a:lnTo>
                    <a:pt x="36550" y="25260"/>
                  </a:lnTo>
                  <a:lnTo>
                    <a:pt x="36334" y="24498"/>
                  </a:lnTo>
                  <a:lnTo>
                    <a:pt x="37020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" name="object 666" descr=""/>
            <p:cNvSpPr/>
            <p:nvPr/>
          </p:nvSpPr>
          <p:spPr>
            <a:xfrm>
              <a:off x="3914346" y="723113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7" name="object 667" descr=""/>
            <p:cNvSpPr/>
            <p:nvPr/>
          </p:nvSpPr>
          <p:spPr>
            <a:xfrm>
              <a:off x="3916794" y="7233875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16" y="23050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22" y="17411"/>
                  </a:lnTo>
                  <a:lnTo>
                    <a:pt x="4648" y="17462"/>
                  </a:lnTo>
                  <a:lnTo>
                    <a:pt x="4406" y="18872"/>
                  </a:lnTo>
                  <a:lnTo>
                    <a:pt x="4572" y="22326"/>
                  </a:lnTo>
                  <a:lnTo>
                    <a:pt x="4762" y="23088"/>
                  </a:lnTo>
                  <a:lnTo>
                    <a:pt x="4127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47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22"/>
                  </a:lnTo>
                  <a:lnTo>
                    <a:pt x="4889" y="28549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21" y="25019"/>
                  </a:lnTo>
                  <a:lnTo>
                    <a:pt x="5905" y="24257"/>
                  </a:lnTo>
                  <a:lnTo>
                    <a:pt x="6591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75"/>
                  </a:moveTo>
                  <a:lnTo>
                    <a:pt x="25692" y="40386"/>
                  </a:lnTo>
                  <a:lnTo>
                    <a:pt x="24472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67" y="39725"/>
                  </a:lnTo>
                  <a:lnTo>
                    <a:pt x="20891" y="38011"/>
                  </a:lnTo>
                  <a:lnTo>
                    <a:pt x="20802" y="36283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26" y="40424"/>
                  </a:lnTo>
                  <a:lnTo>
                    <a:pt x="17653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49"/>
                  </a:lnTo>
                  <a:lnTo>
                    <a:pt x="19862" y="41808"/>
                  </a:lnTo>
                  <a:lnTo>
                    <a:pt x="19723" y="42608"/>
                  </a:lnTo>
                  <a:lnTo>
                    <a:pt x="19812" y="44323"/>
                  </a:lnTo>
                  <a:lnTo>
                    <a:pt x="19888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49" y="41719"/>
                  </a:lnTo>
                  <a:lnTo>
                    <a:pt x="25730" y="41275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71" y="5473"/>
                  </a:lnTo>
                  <a:lnTo>
                    <a:pt x="24765" y="5181"/>
                  </a:lnTo>
                  <a:lnTo>
                    <a:pt x="21805" y="5372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70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50" y="4902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00"/>
                  </a:lnTo>
                  <a:lnTo>
                    <a:pt x="16459" y="5702"/>
                  </a:lnTo>
                  <a:lnTo>
                    <a:pt x="15278" y="6134"/>
                  </a:lnTo>
                  <a:lnTo>
                    <a:pt x="15328" y="7035"/>
                  </a:lnTo>
                  <a:lnTo>
                    <a:pt x="16535" y="7327"/>
                  </a:lnTo>
                  <a:lnTo>
                    <a:pt x="19494" y="7150"/>
                  </a:lnTo>
                  <a:lnTo>
                    <a:pt x="20142" y="6908"/>
                  </a:lnTo>
                  <a:lnTo>
                    <a:pt x="20015" y="7696"/>
                  </a:lnTo>
                  <a:lnTo>
                    <a:pt x="20091" y="9410"/>
                  </a:lnTo>
                  <a:lnTo>
                    <a:pt x="20180" y="11137"/>
                  </a:lnTo>
                  <a:lnTo>
                    <a:pt x="20548" y="12509"/>
                  </a:lnTo>
                  <a:lnTo>
                    <a:pt x="21336" y="12458"/>
                  </a:lnTo>
                  <a:lnTo>
                    <a:pt x="21564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55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44" y="23025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09" y="20751"/>
                  </a:lnTo>
                  <a:lnTo>
                    <a:pt x="36233" y="19037"/>
                  </a:lnTo>
                  <a:lnTo>
                    <a:pt x="35852" y="17653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16" y="23799"/>
                  </a:lnTo>
                  <a:lnTo>
                    <a:pt x="30467" y="24701"/>
                  </a:lnTo>
                  <a:lnTo>
                    <a:pt x="31673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29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60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493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" name="object 668" descr=""/>
            <p:cNvSpPr/>
            <p:nvPr/>
          </p:nvSpPr>
          <p:spPr>
            <a:xfrm>
              <a:off x="3961469" y="723113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9" name="object 669" descr=""/>
            <p:cNvSpPr/>
            <p:nvPr/>
          </p:nvSpPr>
          <p:spPr>
            <a:xfrm>
              <a:off x="3963911" y="7233875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47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22"/>
                  </a:lnTo>
                  <a:lnTo>
                    <a:pt x="4902" y="28549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692" y="40386"/>
                  </a:lnTo>
                  <a:lnTo>
                    <a:pt x="24485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83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15" y="42049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20" y="5638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18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80" y="11137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398" y="22479"/>
                  </a:lnTo>
                  <a:lnTo>
                    <a:pt x="36322" y="20751"/>
                  </a:lnTo>
                  <a:lnTo>
                    <a:pt x="36233" y="19037"/>
                  </a:lnTo>
                  <a:lnTo>
                    <a:pt x="35864" y="17653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60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" name="object 670" descr=""/>
            <p:cNvSpPr/>
            <p:nvPr/>
          </p:nvSpPr>
          <p:spPr>
            <a:xfrm>
              <a:off x="3884603" y="7231130"/>
              <a:ext cx="29845" cy="53975"/>
            </a:xfrm>
            <a:custGeom>
              <a:avLst/>
              <a:gdLst/>
              <a:ahLst/>
              <a:cxnLst/>
              <a:rect l="l" t="t" r="r" b="b"/>
              <a:pathLst>
                <a:path w="29845" h="53975">
                  <a:moveTo>
                    <a:pt x="29743" y="26711"/>
                  </a:moveTo>
                  <a:lnTo>
                    <a:pt x="6843" y="53422"/>
                  </a:lnTo>
                  <a:lnTo>
                    <a:pt x="0" y="45439"/>
                  </a:lnTo>
                </a:path>
                <a:path w="29845" h="53975">
                  <a:moveTo>
                    <a:pt x="0" y="7983"/>
                  </a:moveTo>
                  <a:lnTo>
                    <a:pt x="6843" y="0"/>
                  </a:lnTo>
                  <a:lnTo>
                    <a:pt x="29743" y="26711"/>
                  </a:lnTo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1" name="object 671" descr=""/>
            <p:cNvSpPr/>
            <p:nvPr/>
          </p:nvSpPr>
          <p:spPr>
            <a:xfrm>
              <a:off x="3885996" y="7233875"/>
              <a:ext cx="26670" cy="47625"/>
            </a:xfrm>
            <a:custGeom>
              <a:avLst/>
              <a:gdLst/>
              <a:ahLst/>
              <a:cxnLst/>
              <a:rect l="l" t="t" r="r" b="b"/>
              <a:pathLst>
                <a:path w="26670" h="47625">
                  <a:moveTo>
                    <a:pt x="10731" y="41275"/>
                  </a:moveTo>
                  <a:lnTo>
                    <a:pt x="10693" y="40386"/>
                  </a:lnTo>
                  <a:lnTo>
                    <a:pt x="9474" y="40081"/>
                  </a:lnTo>
                  <a:lnTo>
                    <a:pt x="6527" y="40271"/>
                  </a:lnTo>
                  <a:lnTo>
                    <a:pt x="5816" y="40538"/>
                  </a:lnTo>
                  <a:lnTo>
                    <a:pt x="5969" y="39725"/>
                  </a:lnTo>
                  <a:lnTo>
                    <a:pt x="5892" y="38011"/>
                  </a:lnTo>
                  <a:lnTo>
                    <a:pt x="5803" y="36283"/>
                  </a:lnTo>
                  <a:lnTo>
                    <a:pt x="5422" y="34912"/>
                  </a:lnTo>
                  <a:lnTo>
                    <a:pt x="4648" y="34963"/>
                  </a:lnTo>
                  <a:lnTo>
                    <a:pt x="4406" y="36372"/>
                  </a:lnTo>
                  <a:lnTo>
                    <a:pt x="4572" y="39814"/>
                  </a:lnTo>
                  <a:lnTo>
                    <a:pt x="4775" y="40589"/>
                  </a:lnTo>
                  <a:lnTo>
                    <a:pt x="4127" y="40424"/>
                  </a:lnTo>
                  <a:lnTo>
                    <a:pt x="2654" y="40513"/>
                  </a:lnTo>
                  <a:lnTo>
                    <a:pt x="1181" y="40614"/>
                  </a:lnTo>
                  <a:lnTo>
                    <a:pt x="0" y="41046"/>
                  </a:lnTo>
                  <a:lnTo>
                    <a:pt x="38" y="41948"/>
                  </a:lnTo>
                  <a:lnTo>
                    <a:pt x="1244" y="42240"/>
                  </a:lnTo>
                  <a:lnTo>
                    <a:pt x="4203" y="42049"/>
                  </a:lnTo>
                  <a:lnTo>
                    <a:pt x="4864" y="41808"/>
                  </a:lnTo>
                  <a:lnTo>
                    <a:pt x="4724" y="42608"/>
                  </a:lnTo>
                  <a:lnTo>
                    <a:pt x="4800" y="44323"/>
                  </a:lnTo>
                  <a:lnTo>
                    <a:pt x="4889" y="46037"/>
                  </a:lnTo>
                  <a:lnTo>
                    <a:pt x="5270" y="47421"/>
                  </a:lnTo>
                  <a:lnTo>
                    <a:pt x="6045" y="47371"/>
                  </a:lnTo>
                  <a:lnTo>
                    <a:pt x="6286" y="45961"/>
                  </a:lnTo>
                  <a:lnTo>
                    <a:pt x="6121" y="42519"/>
                  </a:lnTo>
                  <a:lnTo>
                    <a:pt x="5905" y="41757"/>
                  </a:lnTo>
                  <a:lnTo>
                    <a:pt x="6591" y="41910"/>
                  </a:lnTo>
                  <a:lnTo>
                    <a:pt x="8077" y="41821"/>
                  </a:lnTo>
                  <a:lnTo>
                    <a:pt x="9550" y="41719"/>
                  </a:lnTo>
                  <a:lnTo>
                    <a:pt x="10731" y="41275"/>
                  </a:lnTo>
                  <a:close/>
                </a:path>
                <a:path w="26670" h="47625">
                  <a:moveTo>
                    <a:pt x="11023" y="6375"/>
                  </a:moveTo>
                  <a:lnTo>
                    <a:pt x="10972" y="5473"/>
                  </a:lnTo>
                  <a:lnTo>
                    <a:pt x="9766" y="5181"/>
                  </a:lnTo>
                  <a:lnTo>
                    <a:pt x="6807" y="5372"/>
                  </a:lnTo>
                  <a:lnTo>
                    <a:pt x="6108" y="5626"/>
                  </a:lnTo>
                  <a:lnTo>
                    <a:pt x="6261" y="4813"/>
                  </a:lnTo>
                  <a:lnTo>
                    <a:pt x="6172" y="3098"/>
                  </a:lnTo>
                  <a:lnTo>
                    <a:pt x="6083" y="1384"/>
                  </a:lnTo>
                  <a:lnTo>
                    <a:pt x="5715" y="0"/>
                  </a:lnTo>
                  <a:lnTo>
                    <a:pt x="4940" y="50"/>
                  </a:lnTo>
                  <a:lnTo>
                    <a:pt x="4699" y="1460"/>
                  </a:lnTo>
                  <a:lnTo>
                    <a:pt x="4851" y="4902"/>
                  </a:lnTo>
                  <a:lnTo>
                    <a:pt x="5054" y="5676"/>
                  </a:lnTo>
                  <a:lnTo>
                    <a:pt x="4419" y="5511"/>
                  </a:lnTo>
                  <a:lnTo>
                    <a:pt x="2933" y="5600"/>
                  </a:lnTo>
                  <a:lnTo>
                    <a:pt x="1460" y="5702"/>
                  </a:lnTo>
                  <a:lnTo>
                    <a:pt x="279" y="6134"/>
                  </a:lnTo>
                  <a:lnTo>
                    <a:pt x="317" y="7035"/>
                  </a:lnTo>
                  <a:lnTo>
                    <a:pt x="1536" y="7327"/>
                  </a:lnTo>
                  <a:lnTo>
                    <a:pt x="4483" y="7150"/>
                  </a:lnTo>
                  <a:lnTo>
                    <a:pt x="5143" y="6908"/>
                  </a:lnTo>
                  <a:lnTo>
                    <a:pt x="5003" y="7696"/>
                  </a:lnTo>
                  <a:lnTo>
                    <a:pt x="5092" y="9410"/>
                  </a:lnTo>
                  <a:lnTo>
                    <a:pt x="5181" y="11137"/>
                  </a:lnTo>
                  <a:lnTo>
                    <a:pt x="5549" y="12509"/>
                  </a:lnTo>
                  <a:lnTo>
                    <a:pt x="6324" y="12458"/>
                  </a:lnTo>
                  <a:lnTo>
                    <a:pt x="6565" y="11049"/>
                  </a:lnTo>
                  <a:lnTo>
                    <a:pt x="6413" y="7607"/>
                  </a:lnTo>
                  <a:lnTo>
                    <a:pt x="6197" y="6845"/>
                  </a:lnTo>
                  <a:lnTo>
                    <a:pt x="6883" y="6997"/>
                  </a:lnTo>
                  <a:lnTo>
                    <a:pt x="8356" y="6908"/>
                  </a:lnTo>
                  <a:lnTo>
                    <a:pt x="9829" y="6807"/>
                  </a:lnTo>
                  <a:lnTo>
                    <a:pt x="11023" y="6375"/>
                  </a:lnTo>
                  <a:close/>
                </a:path>
                <a:path w="26670" h="47625">
                  <a:moveTo>
                    <a:pt x="26162" y="24028"/>
                  </a:moveTo>
                  <a:lnTo>
                    <a:pt x="26111" y="23126"/>
                  </a:lnTo>
                  <a:lnTo>
                    <a:pt x="24904" y="22834"/>
                  </a:lnTo>
                  <a:lnTo>
                    <a:pt x="21945" y="23025"/>
                  </a:lnTo>
                  <a:lnTo>
                    <a:pt x="21247" y="23291"/>
                  </a:lnTo>
                  <a:lnTo>
                    <a:pt x="21399" y="22479"/>
                  </a:lnTo>
                  <a:lnTo>
                    <a:pt x="21310" y="20751"/>
                  </a:lnTo>
                  <a:lnTo>
                    <a:pt x="21234" y="19037"/>
                  </a:lnTo>
                  <a:lnTo>
                    <a:pt x="20853" y="17653"/>
                  </a:lnTo>
                  <a:lnTo>
                    <a:pt x="20078" y="17716"/>
                  </a:lnTo>
                  <a:lnTo>
                    <a:pt x="19837" y="19126"/>
                  </a:lnTo>
                  <a:lnTo>
                    <a:pt x="19989" y="22567"/>
                  </a:lnTo>
                  <a:lnTo>
                    <a:pt x="20193" y="23342"/>
                  </a:lnTo>
                  <a:lnTo>
                    <a:pt x="19558" y="23177"/>
                  </a:lnTo>
                  <a:lnTo>
                    <a:pt x="18084" y="23266"/>
                  </a:lnTo>
                  <a:lnTo>
                    <a:pt x="16598" y="23355"/>
                  </a:lnTo>
                  <a:lnTo>
                    <a:pt x="15417" y="23799"/>
                  </a:lnTo>
                  <a:lnTo>
                    <a:pt x="15468" y="24701"/>
                  </a:lnTo>
                  <a:lnTo>
                    <a:pt x="16675" y="24993"/>
                  </a:lnTo>
                  <a:lnTo>
                    <a:pt x="19634" y="24803"/>
                  </a:lnTo>
                  <a:lnTo>
                    <a:pt x="20281" y="24574"/>
                  </a:lnTo>
                  <a:lnTo>
                    <a:pt x="20142" y="25361"/>
                  </a:lnTo>
                  <a:lnTo>
                    <a:pt x="20231" y="27076"/>
                  </a:lnTo>
                  <a:lnTo>
                    <a:pt x="20320" y="28790"/>
                  </a:lnTo>
                  <a:lnTo>
                    <a:pt x="20688" y="30175"/>
                  </a:lnTo>
                  <a:lnTo>
                    <a:pt x="21463" y="30124"/>
                  </a:lnTo>
                  <a:lnTo>
                    <a:pt x="21704" y="28714"/>
                  </a:lnTo>
                  <a:lnTo>
                    <a:pt x="21551" y="25260"/>
                  </a:lnTo>
                  <a:lnTo>
                    <a:pt x="21336" y="24511"/>
                  </a:lnTo>
                  <a:lnTo>
                    <a:pt x="22021" y="24663"/>
                  </a:lnTo>
                  <a:lnTo>
                    <a:pt x="23495" y="24561"/>
                  </a:lnTo>
                  <a:lnTo>
                    <a:pt x="24968" y="24472"/>
                  </a:lnTo>
                  <a:lnTo>
                    <a:pt x="26162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" name="object 672" descr=""/>
            <p:cNvSpPr/>
            <p:nvPr/>
          </p:nvSpPr>
          <p:spPr>
            <a:xfrm>
              <a:off x="3938222" y="719560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3" name="object 673" descr=""/>
            <p:cNvSpPr/>
            <p:nvPr/>
          </p:nvSpPr>
          <p:spPr>
            <a:xfrm>
              <a:off x="3940670" y="719835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74"/>
                  </a:moveTo>
                  <a:lnTo>
                    <a:pt x="10693" y="22885"/>
                  </a:lnTo>
                  <a:lnTo>
                    <a:pt x="9474" y="22580"/>
                  </a:lnTo>
                  <a:lnTo>
                    <a:pt x="6527" y="22771"/>
                  </a:lnTo>
                  <a:lnTo>
                    <a:pt x="5816" y="23037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22" y="17411"/>
                  </a:lnTo>
                  <a:lnTo>
                    <a:pt x="4648" y="17462"/>
                  </a:lnTo>
                  <a:lnTo>
                    <a:pt x="4406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27" y="22923"/>
                  </a:lnTo>
                  <a:lnTo>
                    <a:pt x="2654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38" y="24447"/>
                  </a:lnTo>
                  <a:lnTo>
                    <a:pt x="1257" y="24739"/>
                  </a:lnTo>
                  <a:lnTo>
                    <a:pt x="4203" y="24549"/>
                  </a:lnTo>
                  <a:lnTo>
                    <a:pt x="4864" y="24307"/>
                  </a:lnTo>
                  <a:lnTo>
                    <a:pt x="4724" y="25107"/>
                  </a:lnTo>
                  <a:lnTo>
                    <a:pt x="4800" y="26822"/>
                  </a:lnTo>
                  <a:lnTo>
                    <a:pt x="4889" y="28536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21" y="25019"/>
                  </a:lnTo>
                  <a:lnTo>
                    <a:pt x="5905" y="24257"/>
                  </a:lnTo>
                  <a:lnTo>
                    <a:pt x="6591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31" y="23774"/>
                  </a:lnTo>
                  <a:close/>
                </a:path>
                <a:path w="41275" h="47625">
                  <a:moveTo>
                    <a:pt x="25730" y="41275"/>
                  </a:moveTo>
                  <a:lnTo>
                    <a:pt x="25692" y="40373"/>
                  </a:lnTo>
                  <a:lnTo>
                    <a:pt x="24472" y="40081"/>
                  </a:lnTo>
                  <a:lnTo>
                    <a:pt x="21526" y="40271"/>
                  </a:lnTo>
                  <a:lnTo>
                    <a:pt x="20815" y="40538"/>
                  </a:lnTo>
                  <a:lnTo>
                    <a:pt x="20967" y="39725"/>
                  </a:lnTo>
                  <a:lnTo>
                    <a:pt x="20891" y="37998"/>
                  </a:lnTo>
                  <a:lnTo>
                    <a:pt x="20802" y="36283"/>
                  </a:lnTo>
                  <a:lnTo>
                    <a:pt x="20421" y="34899"/>
                  </a:lnTo>
                  <a:lnTo>
                    <a:pt x="19646" y="34963"/>
                  </a:lnTo>
                  <a:lnTo>
                    <a:pt x="19405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26" y="40424"/>
                  </a:lnTo>
                  <a:lnTo>
                    <a:pt x="17653" y="40513"/>
                  </a:lnTo>
                  <a:lnTo>
                    <a:pt x="16179" y="40601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49"/>
                  </a:lnTo>
                  <a:lnTo>
                    <a:pt x="19862" y="41808"/>
                  </a:lnTo>
                  <a:lnTo>
                    <a:pt x="19723" y="42608"/>
                  </a:lnTo>
                  <a:lnTo>
                    <a:pt x="19812" y="44323"/>
                  </a:lnTo>
                  <a:lnTo>
                    <a:pt x="19888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20" y="42506"/>
                  </a:lnTo>
                  <a:lnTo>
                    <a:pt x="20904" y="41757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49" y="41719"/>
                  </a:lnTo>
                  <a:lnTo>
                    <a:pt x="25730" y="41275"/>
                  </a:lnTo>
                  <a:close/>
                </a:path>
                <a:path w="41275" h="47625">
                  <a:moveTo>
                    <a:pt x="26022" y="6362"/>
                  </a:moveTo>
                  <a:lnTo>
                    <a:pt x="25971" y="5473"/>
                  </a:lnTo>
                  <a:lnTo>
                    <a:pt x="24765" y="5168"/>
                  </a:lnTo>
                  <a:lnTo>
                    <a:pt x="21805" y="5359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70" y="3098"/>
                  </a:lnTo>
                  <a:lnTo>
                    <a:pt x="21094" y="1371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50" y="4902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00"/>
                  </a:lnTo>
                  <a:lnTo>
                    <a:pt x="16459" y="5702"/>
                  </a:lnTo>
                  <a:lnTo>
                    <a:pt x="15278" y="6134"/>
                  </a:lnTo>
                  <a:lnTo>
                    <a:pt x="15316" y="7035"/>
                  </a:lnTo>
                  <a:lnTo>
                    <a:pt x="16535" y="7327"/>
                  </a:lnTo>
                  <a:lnTo>
                    <a:pt x="19494" y="7137"/>
                  </a:lnTo>
                  <a:lnTo>
                    <a:pt x="20142" y="6908"/>
                  </a:lnTo>
                  <a:lnTo>
                    <a:pt x="20015" y="7696"/>
                  </a:lnTo>
                  <a:lnTo>
                    <a:pt x="20091" y="9410"/>
                  </a:lnTo>
                  <a:lnTo>
                    <a:pt x="20180" y="11125"/>
                  </a:lnTo>
                  <a:lnTo>
                    <a:pt x="20548" y="12509"/>
                  </a:lnTo>
                  <a:lnTo>
                    <a:pt x="21323" y="12458"/>
                  </a:lnTo>
                  <a:lnTo>
                    <a:pt x="21564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55" y="6908"/>
                  </a:lnTo>
                  <a:lnTo>
                    <a:pt x="24841" y="6807"/>
                  </a:lnTo>
                  <a:lnTo>
                    <a:pt x="26022" y="6362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44" y="23025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09" y="20751"/>
                  </a:lnTo>
                  <a:lnTo>
                    <a:pt x="36233" y="19037"/>
                  </a:lnTo>
                  <a:lnTo>
                    <a:pt x="35852" y="17653"/>
                  </a:lnTo>
                  <a:lnTo>
                    <a:pt x="35077" y="17703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191" y="23329"/>
                  </a:lnTo>
                  <a:lnTo>
                    <a:pt x="34556" y="23164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16" y="23799"/>
                  </a:lnTo>
                  <a:lnTo>
                    <a:pt x="30467" y="24701"/>
                  </a:lnTo>
                  <a:lnTo>
                    <a:pt x="31673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29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02"/>
                  </a:lnTo>
                  <a:lnTo>
                    <a:pt x="36550" y="25260"/>
                  </a:lnTo>
                  <a:lnTo>
                    <a:pt x="36334" y="24498"/>
                  </a:lnTo>
                  <a:lnTo>
                    <a:pt x="37020" y="24663"/>
                  </a:lnTo>
                  <a:lnTo>
                    <a:pt x="38493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" name="object 674" descr=""/>
            <p:cNvSpPr/>
            <p:nvPr/>
          </p:nvSpPr>
          <p:spPr>
            <a:xfrm>
              <a:off x="3984739" y="719560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5" name="object 675" descr=""/>
            <p:cNvSpPr/>
            <p:nvPr/>
          </p:nvSpPr>
          <p:spPr>
            <a:xfrm>
              <a:off x="3987177" y="719835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74"/>
                  </a:moveTo>
                  <a:lnTo>
                    <a:pt x="10706" y="22885"/>
                  </a:lnTo>
                  <a:lnTo>
                    <a:pt x="9486" y="22580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12"/>
                  </a:lnTo>
                  <a:lnTo>
                    <a:pt x="1193" y="23114"/>
                  </a:lnTo>
                  <a:lnTo>
                    <a:pt x="0" y="23545"/>
                  </a:lnTo>
                  <a:lnTo>
                    <a:pt x="50" y="24447"/>
                  </a:lnTo>
                  <a:lnTo>
                    <a:pt x="1257" y="24739"/>
                  </a:lnTo>
                  <a:lnTo>
                    <a:pt x="4216" y="24549"/>
                  </a:lnTo>
                  <a:lnTo>
                    <a:pt x="4864" y="24320"/>
                  </a:lnTo>
                  <a:lnTo>
                    <a:pt x="4737" y="25107"/>
                  </a:lnTo>
                  <a:lnTo>
                    <a:pt x="4813" y="26822"/>
                  </a:lnTo>
                  <a:lnTo>
                    <a:pt x="4902" y="28536"/>
                  </a:lnTo>
                  <a:lnTo>
                    <a:pt x="5283" y="29921"/>
                  </a:lnTo>
                  <a:lnTo>
                    <a:pt x="6057" y="29870"/>
                  </a:lnTo>
                  <a:lnTo>
                    <a:pt x="6299" y="28460"/>
                  </a:lnTo>
                  <a:lnTo>
                    <a:pt x="6134" y="25019"/>
                  </a:lnTo>
                  <a:lnTo>
                    <a:pt x="5918" y="24244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63" y="24218"/>
                  </a:lnTo>
                  <a:lnTo>
                    <a:pt x="10744" y="23774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704" y="40373"/>
                  </a:lnTo>
                  <a:lnTo>
                    <a:pt x="24485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904" y="37998"/>
                  </a:lnTo>
                  <a:lnTo>
                    <a:pt x="20815" y="36283"/>
                  </a:lnTo>
                  <a:lnTo>
                    <a:pt x="20434" y="34899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14"/>
                  </a:lnTo>
                  <a:lnTo>
                    <a:pt x="19786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92" y="40601"/>
                  </a:lnTo>
                  <a:lnTo>
                    <a:pt x="14998" y="41046"/>
                  </a:lnTo>
                  <a:lnTo>
                    <a:pt x="15049" y="41948"/>
                  </a:lnTo>
                  <a:lnTo>
                    <a:pt x="16256" y="42240"/>
                  </a:lnTo>
                  <a:lnTo>
                    <a:pt x="19215" y="42049"/>
                  </a:lnTo>
                  <a:lnTo>
                    <a:pt x="19875" y="41808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06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88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35" y="6362"/>
                  </a:moveTo>
                  <a:lnTo>
                    <a:pt x="25984" y="5473"/>
                  </a:lnTo>
                  <a:lnTo>
                    <a:pt x="24777" y="5168"/>
                  </a:lnTo>
                  <a:lnTo>
                    <a:pt x="21818" y="5359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71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494" y="7137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93" y="11125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35" y="6362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26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51"/>
                  </a:lnTo>
                  <a:lnTo>
                    <a:pt x="36245" y="19037"/>
                  </a:lnTo>
                  <a:lnTo>
                    <a:pt x="35864" y="17653"/>
                  </a:lnTo>
                  <a:lnTo>
                    <a:pt x="35090" y="17703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29"/>
                  </a:lnTo>
                  <a:lnTo>
                    <a:pt x="34569" y="23164"/>
                  </a:lnTo>
                  <a:lnTo>
                    <a:pt x="33096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45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02"/>
                  </a:lnTo>
                  <a:lnTo>
                    <a:pt x="36563" y="25260"/>
                  </a:lnTo>
                  <a:lnTo>
                    <a:pt x="36347" y="24498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" name="object 676" descr=""/>
            <p:cNvSpPr/>
            <p:nvPr/>
          </p:nvSpPr>
          <p:spPr>
            <a:xfrm>
              <a:off x="3891705" y="712252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7" name="object 677" descr=""/>
            <p:cNvSpPr/>
            <p:nvPr/>
          </p:nvSpPr>
          <p:spPr>
            <a:xfrm>
              <a:off x="3894150" y="7125277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74"/>
                  </a:moveTo>
                  <a:lnTo>
                    <a:pt x="10693" y="22885"/>
                  </a:lnTo>
                  <a:lnTo>
                    <a:pt x="9474" y="22580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83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38" y="24447"/>
                  </a:lnTo>
                  <a:lnTo>
                    <a:pt x="1257" y="24739"/>
                  </a:lnTo>
                  <a:lnTo>
                    <a:pt x="4203" y="24549"/>
                  </a:lnTo>
                  <a:lnTo>
                    <a:pt x="4864" y="24307"/>
                  </a:lnTo>
                  <a:lnTo>
                    <a:pt x="4724" y="25107"/>
                  </a:lnTo>
                  <a:lnTo>
                    <a:pt x="4813" y="26822"/>
                  </a:lnTo>
                  <a:lnTo>
                    <a:pt x="4889" y="28536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07"/>
                  </a:lnTo>
                  <a:lnTo>
                    <a:pt x="9550" y="24218"/>
                  </a:lnTo>
                  <a:lnTo>
                    <a:pt x="10731" y="23774"/>
                  </a:lnTo>
                  <a:close/>
                </a:path>
                <a:path w="41275" h="47625">
                  <a:moveTo>
                    <a:pt x="25730" y="41275"/>
                  </a:moveTo>
                  <a:lnTo>
                    <a:pt x="25692" y="40373"/>
                  </a:lnTo>
                  <a:lnTo>
                    <a:pt x="24472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7998"/>
                  </a:lnTo>
                  <a:lnTo>
                    <a:pt x="20802" y="36283"/>
                  </a:lnTo>
                  <a:lnTo>
                    <a:pt x="20434" y="34899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53" y="40513"/>
                  </a:lnTo>
                  <a:lnTo>
                    <a:pt x="16179" y="40601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49"/>
                  </a:lnTo>
                  <a:lnTo>
                    <a:pt x="19862" y="41821"/>
                  </a:lnTo>
                  <a:lnTo>
                    <a:pt x="19723" y="42608"/>
                  </a:lnTo>
                  <a:lnTo>
                    <a:pt x="19812" y="44323"/>
                  </a:lnTo>
                  <a:lnTo>
                    <a:pt x="19888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06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49" y="41719"/>
                  </a:lnTo>
                  <a:lnTo>
                    <a:pt x="25730" y="41275"/>
                  </a:lnTo>
                  <a:close/>
                </a:path>
                <a:path w="41275" h="47625">
                  <a:moveTo>
                    <a:pt x="26022" y="6362"/>
                  </a:moveTo>
                  <a:lnTo>
                    <a:pt x="25984" y="5473"/>
                  </a:lnTo>
                  <a:lnTo>
                    <a:pt x="24765" y="5168"/>
                  </a:lnTo>
                  <a:lnTo>
                    <a:pt x="21818" y="5359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71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18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35" y="7327"/>
                  </a:lnTo>
                  <a:lnTo>
                    <a:pt x="19494" y="7137"/>
                  </a:lnTo>
                  <a:lnTo>
                    <a:pt x="20154" y="6896"/>
                  </a:lnTo>
                  <a:lnTo>
                    <a:pt x="20015" y="7696"/>
                  </a:lnTo>
                  <a:lnTo>
                    <a:pt x="20091" y="9410"/>
                  </a:lnTo>
                  <a:lnTo>
                    <a:pt x="20180" y="11125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68" y="6896"/>
                  </a:lnTo>
                  <a:lnTo>
                    <a:pt x="24841" y="6807"/>
                  </a:lnTo>
                  <a:lnTo>
                    <a:pt x="26022" y="6362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57" y="23025"/>
                  </a:lnTo>
                  <a:lnTo>
                    <a:pt x="36245" y="23291"/>
                  </a:lnTo>
                  <a:lnTo>
                    <a:pt x="36398" y="22466"/>
                  </a:lnTo>
                  <a:lnTo>
                    <a:pt x="36322" y="20751"/>
                  </a:lnTo>
                  <a:lnTo>
                    <a:pt x="36233" y="19037"/>
                  </a:lnTo>
                  <a:lnTo>
                    <a:pt x="35852" y="17653"/>
                  </a:lnTo>
                  <a:lnTo>
                    <a:pt x="35077" y="17703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204" y="23329"/>
                  </a:lnTo>
                  <a:lnTo>
                    <a:pt x="34556" y="23164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02"/>
                  </a:lnTo>
                  <a:lnTo>
                    <a:pt x="36550" y="25260"/>
                  </a:lnTo>
                  <a:lnTo>
                    <a:pt x="36334" y="24498"/>
                  </a:lnTo>
                  <a:lnTo>
                    <a:pt x="37020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" name="object 678" descr=""/>
            <p:cNvSpPr/>
            <p:nvPr/>
          </p:nvSpPr>
          <p:spPr>
            <a:xfrm>
              <a:off x="3914346" y="715805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9" name="object 679" descr=""/>
            <p:cNvSpPr/>
            <p:nvPr/>
          </p:nvSpPr>
          <p:spPr>
            <a:xfrm>
              <a:off x="3916794" y="7160799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71"/>
                  </a:lnTo>
                  <a:lnTo>
                    <a:pt x="5816" y="23037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22" y="17411"/>
                  </a:lnTo>
                  <a:lnTo>
                    <a:pt x="4648" y="17462"/>
                  </a:lnTo>
                  <a:lnTo>
                    <a:pt x="4406" y="18872"/>
                  </a:lnTo>
                  <a:lnTo>
                    <a:pt x="4572" y="22326"/>
                  </a:lnTo>
                  <a:lnTo>
                    <a:pt x="4762" y="23088"/>
                  </a:lnTo>
                  <a:lnTo>
                    <a:pt x="4127" y="22923"/>
                  </a:lnTo>
                  <a:lnTo>
                    <a:pt x="2654" y="23012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47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22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21" y="25019"/>
                  </a:lnTo>
                  <a:lnTo>
                    <a:pt x="5905" y="24257"/>
                  </a:lnTo>
                  <a:lnTo>
                    <a:pt x="6591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75"/>
                  </a:moveTo>
                  <a:lnTo>
                    <a:pt x="25692" y="40386"/>
                  </a:lnTo>
                  <a:lnTo>
                    <a:pt x="24472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67" y="39725"/>
                  </a:lnTo>
                  <a:lnTo>
                    <a:pt x="20891" y="38011"/>
                  </a:lnTo>
                  <a:lnTo>
                    <a:pt x="20802" y="36283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26" y="40424"/>
                  </a:lnTo>
                  <a:lnTo>
                    <a:pt x="17653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49"/>
                  </a:lnTo>
                  <a:lnTo>
                    <a:pt x="19862" y="41808"/>
                  </a:lnTo>
                  <a:lnTo>
                    <a:pt x="19723" y="42608"/>
                  </a:lnTo>
                  <a:lnTo>
                    <a:pt x="19812" y="44323"/>
                  </a:lnTo>
                  <a:lnTo>
                    <a:pt x="19888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49" y="41719"/>
                  </a:lnTo>
                  <a:lnTo>
                    <a:pt x="25730" y="41275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71" y="5473"/>
                  </a:lnTo>
                  <a:lnTo>
                    <a:pt x="24765" y="5181"/>
                  </a:lnTo>
                  <a:lnTo>
                    <a:pt x="21805" y="5359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70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50" y="4914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00"/>
                  </a:lnTo>
                  <a:lnTo>
                    <a:pt x="16459" y="5702"/>
                  </a:lnTo>
                  <a:lnTo>
                    <a:pt x="15278" y="6134"/>
                  </a:lnTo>
                  <a:lnTo>
                    <a:pt x="15328" y="7035"/>
                  </a:lnTo>
                  <a:lnTo>
                    <a:pt x="16535" y="7327"/>
                  </a:lnTo>
                  <a:lnTo>
                    <a:pt x="19494" y="7150"/>
                  </a:lnTo>
                  <a:lnTo>
                    <a:pt x="20142" y="6908"/>
                  </a:lnTo>
                  <a:lnTo>
                    <a:pt x="20015" y="7696"/>
                  </a:lnTo>
                  <a:lnTo>
                    <a:pt x="20091" y="9410"/>
                  </a:lnTo>
                  <a:lnTo>
                    <a:pt x="20180" y="11137"/>
                  </a:lnTo>
                  <a:lnTo>
                    <a:pt x="20548" y="12509"/>
                  </a:lnTo>
                  <a:lnTo>
                    <a:pt x="21336" y="12458"/>
                  </a:lnTo>
                  <a:lnTo>
                    <a:pt x="21564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55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44" y="23025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09" y="20751"/>
                  </a:lnTo>
                  <a:lnTo>
                    <a:pt x="36233" y="19037"/>
                  </a:lnTo>
                  <a:lnTo>
                    <a:pt x="35852" y="17653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16" y="23799"/>
                  </a:lnTo>
                  <a:lnTo>
                    <a:pt x="30467" y="24701"/>
                  </a:lnTo>
                  <a:lnTo>
                    <a:pt x="31673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29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60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493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" name="object 680" descr=""/>
            <p:cNvSpPr/>
            <p:nvPr/>
          </p:nvSpPr>
          <p:spPr>
            <a:xfrm>
              <a:off x="3961469" y="715805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1" name="object 681" descr=""/>
            <p:cNvSpPr/>
            <p:nvPr/>
          </p:nvSpPr>
          <p:spPr>
            <a:xfrm>
              <a:off x="3963911" y="7160799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12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47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22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692" y="40386"/>
                  </a:lnTo>
                  <a:lnTo>
                    <a:pt x="24485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83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15" y="42049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59"/>
                  </a:lnTo>
                  <a:lnTo>
                    <a:pt x="21120" y="5626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18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80" y="11137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398" y="22479"/>
                  </a:lnTo>
                  <a:lnTo>
                    <a:pt x="36322" y="20751"/>
                  </a:lnTo>
                  <a:lnTo>
                    <a:pt x="36233" y="19037"/>
                  </a:lnTo>
                  <a:lnTo>
                    <a:pt x="35864" y="17653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60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" name="object 682" descr=""/>
            <p:cNvSpPr/>
            <p:nvPr/>
          </p:nvSpPr>
          <p:spPr>
            <a:xfrm>
              <a:off x="3884603" y="7158054"/>
              <a:ext cx="29845" cy="53975"/>
            </a:xfrm>
            <a:custGeom>
              <a:avLst/>
              <a:gdLst/>
              <a:ahLst/>
              <a:cxnLst/>
              <a:rect l="l" t="t" r="r" b="b"/>
              <a:pathLst>
                <a:path w="29845" h="53975">
                  <a:moveTo>
                    <a:pt x="29743" y="26711"/>
                  </a:moveTo>
                  <a:lnTo>
                    <a:pt x="6843" y="53422"/>
                  </a:lnTo>
                  <a:lnTo>
                    <a:pt x="0" y="45439"/>
                  </a:lnTo>
                </a:path>
                <a:path w="29845" h="53975">
                  <a:moveTo>
                    <a:pt x="0" y="7983"/>
                  </a:moveTo>
                  <a:lnTo>
                    <a:pt x="6843" y="0"/>
                  </a:lnTo>
                  <a:lnTo>
                    <a:pt x="29743" y="26711"/>
                  </a:lnTo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3" name="object 683" descr=""/>
            <p:cNvSpPr/>
            <p:nvPr/>
          </p:nvSpPr>
          <p:spPr>
            <a:xfrm>
              <a:off x="3885996" y="7160799"/>
              <a:ext cx="26670" cy="47625"/>
            </a:xfrm>
            <a:custGeom>
              <a:avLst/>
              <a:gdLst/>
              <a:ahLst/>
              <a:cxnLst/>
              <a:rect l="l" t="t" r="r" b="b"/>
              <a:pathLst>
                <a:path w="26670" h="47625">
                  <a:moveTo>
                    <a:pt x="10731" y="41275"/>
                  </a:moveTo>
                  <a:lnTo>
                    <a:pt x="10693" y="40386"/>
                  </a:lnTo>
                  <a:lnTo>
                    <a:pt x="9474" y="40081"/>
                  </a:lnTo>
                  <a:lnTo>
                    <a:pt x="6527" y="40271"/>
                  </a:lnTo>
                  <a:lnTo>
                    <a:pt x="5816" y="40538"/>
                  </a:lnTo>
                  <a:lnTo>
                    <a:pt x="5969" y="39725"/>
                  </a:lnTo>
                  <a:lnTo>
                    <a:pt x="5892" y="38011"/>
                  </a:lnTo>
                  <a:lnTo>
                    <a:pt x="5803" y="36283"/>
                  </a:lnTo>
                  <a:lnTo>
                    <a:pt x="5422" y="34912"/>
                  </a:lnTo>
                  <a:lnTo>
                    <a:pt x="4648" y="34963"/>
                  </a:lnTo>
                  <a:lnTo>
                    <a:pt x="4406" y="36372"/>
                  </a:lnTo>
                  <a:lnTo>
                    <a:pt x="4572" y="39814"/>
                  </a:lnTo>
                  <a:lnTo>
                    <a:pt x="4775" y="40589"/>
                  </a:lnTo>
                  <a:lnTo>
                    <a:pt x="4127" y="40424"/>
                  </a:lnTo>
                  <a:lnTo>
                    <a:pt x="2654" y="40513"/>
                  </a:lnTo>
                  <a:lnTo>
                    <a:pt x="1181" y="40614"/>
                  </a:lnTo>
                  <a:lnTo>
                    <a:pt x="0" y="41046"/>
                  </a:lnTo>
                  <a:lnTo>
                    <a:pt x="38" y="41948"/>
                  </a:lnTo>
                  <a:lnTo>
                    <a:pt x="1244" y="42240"/>
                  </a:lnTo>
                  <a:lnTo>
                    <a:pt x="4203" y="42049"/>
                  </a:lnTo>
                  <a:lnTo>
                    <a:pt x="4864" y="41808"/>
                  </a:lnTo>
                  <a:lnTo>
                    <a:pt x="4724" y="42608"/>
                  </a:lnTo>
                  <a:lnTo>
                    <a:pt x="4800" y="44323"/>
                  </a:lnTo>
                  <a:lnTo>
                    <a:pt x="4889" y="46037"/>
                  </a:lnTo>
                  <a:lnTo>
                    <a:pt x="5270" y="47421"/>
                  </a:lnTo>
                  <a:lnTo>
                    <a:pt x="6045" y="47371"/>
                  </a:lnTo>
                  <a:lnTo>
                    <a:pt x="6286" y="45961"/>
                  </a:lnTo>
                  <a:lnTo>
                    <a:pt x="6121" y="42519"/>
                  </a:lnTo>
                  <a:lnTo>
                    <a:pt x="5905" y="41757"/>
                  </a:lnTo>
                  <a:lnTo>
                    <a:pt x="6591" y="41910"/>
                  </a:lnTo>
                  <a:lnTo>
                    <a:pt x="8077" y="41808"/>
                  </a:lnTo>
                  <a:lnTo>
                    <a:pt x="9550" y="41719"/>
                  </a:lnTo>
                  <a:lnTo>
                    <a:pt x="10731" y="41275"/>
                  </a:lnTo>
                  <a:close/>
                </a:path>
                <a:path w="26670" h="47625">
                  <a:moveTo>
                    <a:pt x="11023" y="6375"/>
                  </a:moveTo>
                  <a:lnTo>
                    <a:pt x="10972" y="5473"/>
                  </a:lnTo>
                  <a:lnTo>
                    <a:pt x="9766" y="5181"/>
                  </a:lnTo>
                  <a:lnTo>
                    <a:pt x="6807" y="5359"/>
                  </a:lnTo>
                  <a:lnTo>
                    <a:pt x="6108" y="5626"/>
                  </a:lnTo>
                  <a:lnTo>
                    <a:pt x="6261" y="4813"/>
                  </a:lnTo>
                  <a:lnTo>
                    <a:pt x="6172" y="3098"/>
                  </a:lnTo>
                  <a:lnTo>
                    <a:pt x="6083" y="1384"/>
                  </a:lnTo>
                  <a:lnTo>
                    <a:pt x="5715" y="0"/>
                  </a:lnTo>
                  <a:lnTo>
                    <a:pt x="4940" y="50"/>
                  </a:lnTo>
                  <a:lnTo>
                    <a:pt x="4699" y="1460"/>
                  </a:lnTo>
                  <a:lnTo>
                    <a:pt x="4851" y="4914"/>
                  </a:lnTo>
                  <a:lnTo>
                    <a:pt x="5054" y="5676"/>
                  </a:lnTo>
                  <a:lnTo>
                    <a:pt x="4419" y="5511"/>
                  </a:lnTo>
                  <a:lnTo>
                    <a:pt x="2933" y="5600"/>
                  </a:lnTo>
                  <a:lnTo>
                    <a:pt x="1460" y="5702"/>
                  </a:lnTo>
                  <a:lnTo>
                    <a:pt x="279" y="6134"/>
                  </a:lnTo>
                  <a:lnTo>
                    <a:pt x="317" y="7035"/>
                  </a:lnTo>
                  <a:lnTo>
                    <a:pt x="1536" y="7327"/>
                  </a:lnTo>
                  <a:lnTo>
                    <a:pt x="4483" y="7150"/>
                  </a:lnTo>
                  <a:lnTo>
                    <a:pt x="5143" y="6908"/>
                  </a:lnTo>
                  <a:lnTo>
                    <a:pt x="5003" y="7696"/>
                  </a:lnTo>
                  <a:lnTo>
                    <a:pt x="5092" y="9410"/>
                  </a:lnTo>
                  <a:lnTo>
                    <a:pt x="5181" y="11137"/>
                  </a:lnTo>
                  <a:lnTo>
                    <a:pt x="5549" y="12509"/>
                  </a:lnTo>
                  <a:lnTo>
                    <a:pt x="6324" y="12458"/>
                  </a:lnTo>
                  <a:lnTo>
                    <a:pt x="6565" y="11049"/>
                  </a:lnTo>
                  <a:lnTo>
                    <a:pt x="6413" y="7607"/>
                  </a:lnTo>
                  <a:lnTo>
                    <a:pt x="6197" y="6845"/>
                  </a:lnTo>
                  <a:lnTo>
                    <a:pt x="6883" y="6997"/>
                  </a:lnTo>
                  <a:lnTo>
                    <a:pt x="8356" y="6908"/>
                  </a:lnTo>
                  <a:lnTo>
                    <a:pt x="9829" y="6807"/>
                  </a:lnTo>
                  <a:lnTo>
                    <a:pt x="11023" y="6375"/>
                  </a:lnTo>
                  <a:close/>
                </a:path>
                <a:path w="26670" h="47625">
                  <a:moveTo>
                    <a:pt x="26162" y="24028"/>
                  </a:moveTo>
                  <a:lnTo>
                    <a:pt x="26111" y="23126"/>
                  </a:lnTo>
                  <a:lnTo>
                    <a:pt x="24904" y="22834"/>
                  </a:lnTo>
                  <a:lnTo>
                    <a:pt x="21945" y="23025"/>
                  </a:lnTo>
                  <a:lnTo>
                    <a:pt x="21247" y="23291"/>
                  </a:lnTo>
                  <a:lnTo>
                    <a:pt x="21399" y="22479"/>
                  </a:lnTo>
                  <a:lnTo>
                    <a:pt x="21310" y="20751"/>
                  </a:lnTo>
                  <a:lnTo>
                    <a:pt x="21234" y="19037"/>
                  </a:lnTo>
                  <a:lnTo>
                    <a:pt x="20853" y="17653"/>
                  </a:lnTo>
                  <a:lnTo>
                    <a:pt x="20078" y="17716"/>
                  </a:lnTo>
                  <a:lnTo>
                    <a:pt x="19837" y="19126"/>
                  </a:lnTo>
                  <a:lnTo>
                    <a:pt x="19989" y="22567"/>
                  </a:lnTo>
                  <a:lnTo>
                    <a:pt x="20193" y="23342"/>
                  </a:lnTo>
                  <a:lnTo>
                    <a:pt x="19558" y="23177"/>
                  </a:lnTo>
                  <a:lnTo>
                    <a:pt x="18084" y="23266"/>
                  </a:lnTo>
                  <a:lnTo>
                    <a:pt x="16598" y="23355"/>
                  </a:lnTo>
                  <a:lnTo>
                    <a:pt x="15417" y="23799"/>
                  </a:lnTo>
                  <a:lnTo>
                    <a:pt x="15468" y="24701"/>
                  </a:lnTo>
                  <a:lnTo>
                    <a:pt x="16675" y="24993"/>
                  </a:lnTo>
                  <a:lnTo>
                    <a:pt x="19634" y="24803"/>
                  </a:lnTo>
                  <a:lnTo>
                    <a:pt x="20281" y="24574"/>
                  </a:lnTo>
                  <a:lnTo>
                    <a:pt x="20142" y="25361"/>
                  </a:lnTo>
                  <a:lnTo>
                    <a:pt x="20231" y="27076"/>
                  </a:lnTo>
                  <a:lnTo>
                    <a:pt x="20320" y="28790"/>
                  </a:lnTo>
                  <a:lnTo>
                    <a:pt x="20688" y="30175"/>
                  </a:lnTo>
                  <a:lnTo>
                    <a:pt x="21463" y="30124"/>
                  </a:lnTo>
                  <a:lnTo>
                    <a:pt x="21704" y="28714"/>
                  </a:lnTo>
                  <a:lnTo>
                    <a:pt x="21551" y="25260"/>
                  </a:lnTo>
                  <a:lnTo>
                    <a:pt x="21336" y="24511"/>
                  </a:lnTo>
                  <a:lnTo>
                    <a:pt x="22021" y="24663"/>
                  </a:lnTo>
                  <a:lnTo>
                    <a:pt x="23495" y="24561"/>
                  </a:lnTo>
                  <a:lnTo>
                    <a:pt x="24968" y="24472"/>
                  </a:lnTo>
                  <a:lnTo>
                    <a:pt x="26162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" name="object 684" descr=""/>
            <p:cNvSpPr/>
            <p:nvPr/>
          </p:nvSpPr>
          <p:spPr>
            <a:xfrm>
              <a:off x="3938222" y="712252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5" name="object 685" descr=""/>
            <p:cNvSpPr/>
            <p:nvPr/>
          </p:nvSpPr>
          <p:spPr>
            <a:xfrm>
              <a:off x="3940670" y="7125277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74"/>
                  </a:moveTo>
                  <a:lnTo>
                    <a:pt x="10693" y="22885"/>
                  </a:lnTo>
                  <a:lnTo>
                    <a:pt x="9474" y="22580"/>
                  </a:lnTo>
                  <a:lnTo>
                    <a:pt x="6527" y="22771"/>
                  </a:lnTo>
                  <a:lnTo>
                    <a:pt x="5816" y="23037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83"/>
                  </a:lnTo>
                  <a:lnTo>
                    <a:pt x="5422" y="17411"/>
                  </a:lnTo>
                  <a:lnTo>
                    <a:pt x="4648" y="17462"/>
                  </a:lnTo>
                  <a:lnTo>
                    <a:pt x="4406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27" y="22923"/>
                  </a:lnTo>
                  <a:lnTo>
                    <a:pt x="2654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38" y="24447"/>
                  </a:lnTo>
                  <a:lnTo>
                    <a:pt x="1257" y="24739"/>
                  </a:lnTo>
                  <a:lnTo>
                    <a:pt x="4203" y="24549"/>
                  </a:lnTo>
                  <a:lnTo>
                    <a:pt x="4864" y="24307"/>
                  </a:lnTo>
                  <a:lnTo>
                    <a:pt x="4724" y="25107"/>
                  </a:lnTo>
                  <a:lnTo>
                    <a:pt x="4800" y="26822"/>
                  </a:lnTo>
                  <a:lnTo>
                    <a:pt x="4889" y="28536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21" y="25019"/>
                  </a:lnTo>
                  <a:lnTo>
                    <a:pt x="5905" y="24257"/>
                  </a:lnTo>
                  <a:lnTo>
                    <a:pt x="6591" y="24409"/>
                  </a:lnTo>
                  <a:lnTo>
                    <a:pt x="8077" y="24307"/>
                  </a:lnTo>
                  <a:lnTo>
                    <a:pt x="9550" y="24218"/>
                  </a:lnTo>
                  <a:lnTo>
                    <a:pt x="10731" y="23774"/>
                  </a:lnTo>
                  <a:close/>
                </a:path>
                <a:path w="41275" h="47625">
                  <a:moveTo>
                    <a:pt x="25730" y="41275"/>
                  </a:moveTo>
                  <a:lnTo>
                    <a:pt x="25692" y="40373"/>
                  </a:lnTo>
                  <a:lnTo>
                    <a:pt x="24472" y="40081"/>
                  </a:lnTo>
                  <a:lnTo>
                    <a:pt x="21526" y="40271"/>
                  </a:lnTo>
                  <a:lnTo>
                    <a:pt x="20815" y="40538"/>
                  </a:lnTo>
                  <a:lnTo>
                    <a:pt x="20967" y="39725"/>
                  </a:lnTo>
                  <a:lnTo>
                    <a:pt x="20891" y="37998"/>
                  </a:lnTo>
                  <a:lnTo>
                    <a:pt x="20802" y="36283"/>
                  </a:lnTo>
                  <a:lnTo>
                    <a:pt x="20421" y="34899"/>
                  </a:lnTo>
                  <a:lnTo>
                    <a:pt x="19646" y="34963"/>
                  </a:lnTo>
                  <a:lnTo>
                    <a:pt x="19405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26" y="40424"/>
                  </a:lnTo>
                  <a:lnTo>
                    <a:pt x="17653" y="40513"/>
                  </a:lnTo>
                  <a:lnTo>
                    <a:pt x="16179" y="40601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49"/>
                  </a:lnTo>
                  <a:lnTo>
                    <a:pt x="19862" y="41808"/>
                  </a:lnTo>
                  <a:lnTo>
                    <a:pt x="19723" y="42608"/>
                  </a:lnTo>
                  <a:lnTo>
                    <a:pt x="19812" y="44323"/>
                  </a:lnTo>
                  <a:lnTo>
                    <a:pt x="19888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20" y="42506"/>
                  </a:lnTo>
                  <a:lnTo>
                    <a:pt x="20904" y="41757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49" y="41719"/>
                  </a:lnTo>
                  <a:lnTo>
                    <a:pt x="25730" y="41275"/>
                  </a:lnTo>
                  <a:close/>
                </a:path>
                <a:path w="41275" h="47625">
                  <a:moveTo>
                    <a:pt x="26022" y="6362"/>
                  </a:moveTo>
                  <a:lnTo>
                    <a:pt x="25971" y="5473"/>
                  </a:lnTo>
                  <a:lnTo>
                    <a:pt x="24765" y="5168"/>
                  </a:lnTo>
                  <a:lnTo>
                    <a:pt x="21805" y="5359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70" y="3098"/>
                  </a:lnTo>
                  <a:lnTo>
                    <a:pt x="21094" y="1371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50" y="4902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00"/>
                  </a:lnTo>
                  <a:lnTo>
                    <a:pt x="16459" y="5702"/>
                  </a:lnTo>
                  <a:lnTo>
                    <a:pt x="15278" y="6134"/>
                  </a:lnTo>
                  <a:lnTo>
                    <a:pt x="15316" y="7035"/>
                  </a:lnTo>
                  <a:lnTo>
                    <a:pt x="16535" y="7327"/>
                  </a:lnTo>
                  <a:lnTo>
                    <a:pt x="19494" y="7137"/>
                  </a:lnTo>
                  <a:lnTo>
                    <a:pt x="20142" y="6908"/>
                  </a:lnTo>
                  <a:lnTo>
                    <a:pt x="20015" y="7696"/>
                  </a:lnTo>
                  <a:lnTo>
                    <a:pt x="20091" y="9410"/>
                  </a:lnTo>
                  <a:lnTo>
                    <a:pt x="20180" y="11125"/>
                  </a:lnTo>
                  <a:lnTo>
                    <a:pt x="20548" y="12509"/>
                  </a:lnTo>
                  <a:lnTo>
                    <a:pt x="21323" y="12458"/>
                  </a:lnTo>
                  <a:lnTo>
                    <a:pt x="21564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55" y="6896"/>
                  </a:lnTo>
                  <a:lnTo>
                    <a:pt x="24841" y="6807"/>
                  </a:lnTo>
                  <a:lnTo>
                    <a:pt x="26022" y="6362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44" y="23025"/>
                  </a:lnTo>
                  <a:lnTo>
                    <a:pt x="36245" y="23291"/>
                  </a:lnTo>
                  <a:lnTo>
                    <a:pt x="36398" y="22466"/>
                  </a:lnTo>
                  <a:lnTo>
                    <a:pt x="36309" y="20751"/>
                  </a:lnTo>
                  <a:lnTo>
                    <a:pt x="36233" y="19037"/>
                  </a:lnTo>
                  <a:lnTo>
                    <a:pt x="35852" y="17653"/>
                  </a:lnTo>
                  <a:lnTo>
                    <a:pt x="35077" y="17703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204" y="23329"/>
                  </a:lnTo>
                  <a:lnTo>
                    <a:pt x="34556" y="23164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16" y="23799"/>
                  </a:lnTo>
                  <a:lnTo>
                    <a:pt x="30467" y="24701"/>
                  </a:lnTo>
                  <a:lnTo>
                    <a:pt x="31673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29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02"/>
                  </a:lnTo>
                  <a:lnTo>
                    <a:pt x="36550" y="25260"/>
                  </a:lnTo>
                  <a:lnTo>
                    <a:pt x="36334" y="24498"/>
                  </a:lnTo>
                  <a:lnTo>
                    <a:pt x="37020" y="24663"/>
                  </a:lnTo>
                  <a:lnTo>
                    <a:pt x="38493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" name="object 686" descr=""/>
            <p:cNvSpPr/>
            <p:nvPr/>
          </p:nvSpPr>
          <p:spPr>
            <a:xfrm>
              <a:off x="3984739" y="712252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7" name="object 687" descr=""/>
            <p:cNvSpPr/>
            <p:nvPr/>
          </p:nvSpPr>
          <p:spPr>
            <a:xfrm>
              <a:off x="3987177" y="7125277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74"/>
                  </a:moveTo>
                  <a:lnTo>
                    <a:pt x="10706" y="22885"/>
                  </a:lnTo>
                  <a:lnTo>
                    <a:pt x="9486" y="22580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83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12"/>
                  </a:lnTo>
                  <a:lnTo>
                    <a:pt x="1193" y="23114"/>
                  </a:lnTo>
                  <a:lnTo>
                    <a:pt x="0" y="23545"/>
                  </a:lnTo>
                  <a:lnTo>
                    <a:pt x="50" y="24447"/>
                  </a:lnTo>
                  <a:lnTo>
                    <a:pt x="1257" y="24739"/>
                  </a:lnTo>
                  <a:lnTo>
                    <a:pt x="4216" y="24549"/>
                  </a:lnTo>
                  <a:lnTo>
                    <a:pt x="4864" y="24320"/>
                  </a:lnTo>
                  <a:lnTo>
                    <a:pt x="4737" y="25107"/>
                  </a:lnTo>
                  <a:lnTo>
                    <a:pt x="4813" y="26822"/>
                  </a:lnTo>
                  <a:lnTo>
                    <a:pt x="4902" y="28536"/>
                  </a:lnTo>
                  <a:lnTo>
                    <a:pt x="5283" y="29921"/>
                  </a:lnTo>
                  <a:lnTo>
                    <a:pt x="6057" y="29870"/>
                  </a:lnTo>
                  <a:lnTo>
                    <a:pt x="6299" y="28460"/>
                  </a:lnTo>
                  <a:lnTo>
                    <a:pt x="6134" y="25019"/>
                  </a:lnTo>
                  <a:lnTo>
                    <a:pt x="5918" y="24244"/>
                  </a:lnTo>
                  <a:lnTo>
                    <a:pt x="6604" y="24409"/>
                  </a:lnTo>
                  <a:lnTo>
                    <a:pt x="8077" y="24307"/>
                  </a:lnTo>
                  <a:lnTo>
                    <a:pt x="9563" y="24218"/>
                  </a:lnTo>
                  <a:lnTo>
                    <a:pt x="10744" y="23774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704" y="40373"/>
                  </a:lnTo>
                  <a:lnTo>
                    <a:pt x="24485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904" y="37998"/>
                  </a:lnTo>
                  <a:lnTo>
                    <a:pt x="20815" y="36283"/>
                  </a:lnTo>
                  <a:lnTo>
                    <a:pt x="20434" y="34899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14"/>
                  </a:lnTo>
                  <a:lnTo>
                    <a:pt x="19786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92" y="40601"/>
                  </a:lnTo>
                  <a:lnTo>
                    <a:pt x="14998" y="41046"/>
                  </a:lnTo>
                  <a:lnTo>
                    <a:pt x="15049" y="41948"/>
                  </a:lnTo>
                  <a:lnTo>
                    <a:pt x="16256" y="42240"/>
                  </a:lnTo>
                  <a:lnTo>
                    <a:pt x="19215" y="42049"/>
                  </a:lnTo>
                  <a:lnTo>
                    <a:pt x="19875" y="41808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06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88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35" y="6362"/>
                  </a:moveTo>
                  <a:lnTo>
                    <a:pt x="25984" y="5473"/>
                  </a:lnTo>
                  <a:lnTo>
                    <a:pt x="24777" y="5168"/>
                  </a:lnTo>
                  <a:lnTo>
                    <a:pt x="21818" y="5359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71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494" y="7137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93" y="11125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896"/>
                  </a:lnTo>
                  <a:lnTo>
                    <a:pt x="24841" y="6807"/>
                  </a:lnTo>
                  <a:lnTo>
                    <a:pt x="26035" y="6362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26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66"/>
                  </a:lnTo>
                  <a:lnTo>
                    <a:pt x="36322" y="20751"/>
                  </a:lnTo>
                  <a:lnTo>
                    <a:pt x="36245" y="19037"/>
                  </a:lnTo>
                  <a:lnTo>
                    <a:pt x="35864" y="17653"/>
                  </a:lnTo>
                  <a:lnTo>
                    <a:pt x="35090" y="17703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29"/>
                  </a:lnTo>
                  <a:lnTo>
                    <a:pt x="34569" y="23164"/>
                  </a:lnTo>
                  <a:lnTo>
                    <a:pt x="33096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45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02"/>
                  </a:lnTo>
                  <a:lnTo>
                    <a:pt x="36563" y="25260"/>
                  </a:lnTo>
                  <a:lnTo>
                    <a:pt x="36347" y="24498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" name="object 688" descr=""/>
            <p:cNvSpPr/>
            <p:nvPr/>
          </p:nvSpPr>
          <p:spPr>
            <a:xfrm>
              <a:off x="4035300" y="719560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9" name="object 689" descr=""/>
            <p:cNvSpPr/>
            <p:nvPr/>
          </p:nvSpPr>
          <p:spPr>
            <a:xfrm>
              <a:off x="4037736" y="719835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74"/>
                  </a:moveTo>
                  <a:lnTo>
                    <a:pt x="10706" y="22885"/>
                  </a:lnTo>
                  <a:lnTo>
                    <a:pt x="9486" y="22580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905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84" y="22313"/>
                  </a:lnTo>
                  <a:lnTo>
                    <a:pt x="4787" y="23088"/>
                  </a:lnTo>
                  <a:lnTo>
                    <a:pt x="4140" y="22923"/>
                  </a:lnTo>
                  <a:lnTo>
                    <a:pt x="2667" y="23012"/>
                  </a:lnTo>
                  <a:lnTo>
                    <a:pt x="1193" y="23114"/>
                  </a:lnTo>
                  <a:lnTo>
                    <a:pt x="0" y="23545"/>
                  </a:lnTo>
                  <a:lnTo>
                    <a:pt x="50" y="24447"/>
                  </a:lnTo>
                  <a:lnTo>
                    <a:pt x="1257" y="24739"/>
                  </a:lnTo>
                  <a:lnTo>
                    <a:pt x="4216" y="24549"/>
                  </a:lnTo>
                  <a:lnTo>
                    <a:pt x="4876" y="24307"/>
                  </a:lnTo>
                  <a:lnTo>
                    <a:pt x="4737" y="25107"/>
                  </a:lnTo>
                  <a:lnTo>
                    <a:pt x="4813" y="26822"/>
                  </a:lnTo>
                  <a:lnTo>
                    <a:pt x="4902" y="28536"/>
                  </a:lnTo>
                  <a:lnTo>
                    <a:pt x="5283" y="29921"/>
                  </a:lnTo>
                  <a:lnTo>
                    <a:pt x="6057" y="29870"/>
                  </a:lnTo>
                  <a:lnTo>
                    <a:pt x="6299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89" y="24320"/>
                  </a:lnTo>
                  <a:lnTo>
                    <a:pt x="9563" y="24218"/>
                  </a:lnTo>
                  <a:lnTo>
                    <a:pt x="10744" y="23774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704" y="40373"/>
                  </a:lnTo>
                  <a:lnTo>
                    <a:pt x="24485" y="40081"/>
                  </a:lnTo>
                  <a:lnTo>
                    <a:pt x="21539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904" y="37998"/>
                  </a:lnTo>
                  <a:lnTo>
                    <a:pt x="20815" y="36283"/>
                  </a:lnTo>
                  <a:lnTo>
                    <a:pt x="20434" y="34899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14"/>
                  </a:lnTo>
                  <a:lnTo>
                    <a:pt x="19786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92" y="40601"/>
                  </a:lnTo>
                  <a:lnTo>
                    <a:pt x="15011" y="41046"/>
                  </a:lnTo>
                  <a:lnTo>
                    <a:pt x="15049" y="41948"/>
                  </a:lnTo>
                  <a:lnTo>
                    <a:pt x="16268" y="42240"/>
                  </a:lnTo>
                  <a:lnTo>
                    <a:pt x="19215" y="42049"/>
                  </a:lnTo>
                  <a:lnTo>
                    <a:pt x="19875" y="41808"/>
                  </a:lnTo>
                  <a:lnTo>
                    <a:pt x="19735" y="42608"/>
                  </a:lnTo>
                  <a:lnTo>
                    <a:pt x="19824" y="44323"/>
                  </a:lnTo>
                  <a:lnTo>
                    <a:pt x="19900" y="46037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06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88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35" y="6362"/>
                  </a:moveTo>
                  <a:lnTo>
                    <a:pt x="25984" y="5473"/>
                  </a:lnTo>
                  <a:lnTo>
                    <a:pt x="24777" y="5168"/>
                  </a:lnTo>
                  <a:lnTo>
                    <a:pt x="21818" y="5359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107" y="1371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57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507" y="7137"/>
                  </a:lnTo>
                  <a:lnTo>
                    <a:pt x="20154" y="6908"/>
                  </a:lnTo>
                  <a:lnTo>
                    <a:pt x="20027" y="7696"/>
                  </a:lnTo>
                  <a:lnTo>
                    <a:pt x="20104" y="9410"/>
                  </a:lnTo>
                  <a:lnTo>
                    <a:pt x="20193" y="11125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35" y="6362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26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51"/>
                  </a:lnTo>
                  <a:lnTo>
                    <a:pt x="36245" y="19037"/>
                  </a:lnTo>
                  <a:lnTo>
                    <a:pt x="35864" y="17653"/>
                  </a:lnTo>
                  <a:lnTo>
                    <a:pt x="35090" y="17703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29"/>
                  </a:lnTo>
                  <a:lnTo>
                    <a:pt x="34569" y="23164"/>
                  </a:lnTo>
                  <a:lnTo>
                    <a:pt x="33096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80" y="24701"/>
                  </a:lnTo>
                  <a:lnTo>
                    <a:pt x="31686" y="24993"/>
                  </a:lnTo>
                  <a:lnTo>
                    <a:pt x="34645" y="24803"/>
                  </a:lnTo>
                  <a:lnTo>
                    <a:pt x="35293" y="24561"/>
                  </a:lnTo>
                  <a:lnTo>
                    <a:pt x="35166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02"/>
                  </a:lnTo>
                  <a:lnTo>
                    <a:pt x="36563" y="25260"/>
                  </a:lnTo>
                  <a:lnTo>
                    <a:pt x="36347" y="24498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92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" name="object 690" descr=""/>
            <p:cNvSpPr/>
            <p:nvPr/>
          </p:nvSpPr>
          <p:spPr>
            <a:xfrm>
              <a:off x="4057941" y="723113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1" name="object 691" descr=""/>
            <p:cNvSpPr/>
            <p:nvPr/>
          </p:nvSpPr>
          <p:spPr>
            <a:xfrm>
              <a:off x="4060380" y="7233875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50" y="24447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20"/>
                  </a:lnTo>
                  <a:lnTo>
                    <a:pt x="4737" y="25107"/>
                  </a:lnTo>
                  <a:lnTo>
                    <a:pt x="4813" y="26822"/>
                  </a:lnTo>
                  <a:lnTo>
                    <a:pt x="4902" y="28549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63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704" y="40386"/>
                  </a:lnTo>
                  <a:lnTo>
                    <a:pt x="24485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83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92" y="40614"/>
                  </a:lnTo>
                  <a:lnTo>
                    <a:pt x="14998" y="41046"/>
                  </a:lnTo>
                  <a:lnTo>
                    <a:pt x="15049" y="41948"/>
                  </a:lnTo>
                  <a:lnTo>
                    <a:pt x="16256" y="42240"/>
                  </a:lnTo>
                  <a:lnTo>
                    <a:pt x="19215" y="42049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44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72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80" y="11137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26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51"/>
                  </a:lnTo>
                  <a:lnTo>
                    <a:pt x="36233" y="19037"/>
                  </a:lnTo>
                  <a:lnTo>
                    <a:pt x="35864" y="17653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45" y="24803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60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" name="object 692" descr=""/>
            <p:cNvSpPr/>
            <p:nvPr/>
          </p:nvSpPr>
          <p:spPr>
            <a:xfrm>
              <a:off x="4105064" y="723113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3" name="object 693" descr=""/>
            <p:cNvSpPr/>
            <p:nvPr/>
          </p:nvSpPr>
          <p:spPr>
            <a:xfrm>
              <a:off x="4107510" y="7233875"/>
              <a:ext cx="20955" cy="47625"/>
            </a:xfrm>
            <a:custGeom>
              <a:avLst/>
              <a:gdLst/>
              <a:ahLst/>
              <a:cxnLst/>
              <a:rect l="l" t="t" r="r" b="b"/>
              <a:pathLst>
                <a:path w="20954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27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47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22"/>
                  </a:lnTo>
                  <a:lnTo>
                    <a:pt x="4889" y="28549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31" y="23787"/>
                  </a:lnTo>
                  <a:close/>
                </a:path>
                <a:path w="20954" h="47625">
                  <a:moveTo>
                    <a:pt x="20408" y="34912"/>
                  </a:moveTo>
                  <a:lnTo>
                    <a:pt x="19418" y="34912"/>
                  </a:lnTo>
                  <a:lnTo>
                    <a:pt x="19418" y="40500"/>
                  </a:lnTo>
                  <a:lnTo>
                    <a:pt x="19138" y="40424"/>
                  </a:lnTo>
                  <a:lnTo>
                    <a:pt x="17653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49"/>
                  </a:lnTo>
                  <a:lnTo>
                    <a:pt x="19723" y="41871"/>
                  </a:lnTo>
                  <a:lnTo>
                    <a:pt x="19723" y="47421"/>
                  </a:lnTo>
                  <a:lnTo>
                    <a:pt x="20408" y="47421"/>
                  </a:lnTo>
                  <a:lnTo>
                    <a:pt x="20408" y="41910"/>
                  </a:lnTo>
                  <a:lnTo>
                    <a:pt x="20408" y="41186"/>
                  </a:lnTo>
                  <a:lnTo>
                    <a:pt x="20408" y="40081"/>
                  </a:lnTo>
                  <a:lnTo>
                    <a:pt x="20408" y="34912"/>
                  </a:lnTo>
                  <a:close/>
                </a:path>
                <a:path w="20954" h="47625">
                  <a:moveTo>
                    <a:pt x="20408" y="0"/>
                  </a:moveTo>
                  <a:lnTo>
                    <a:pt x="19697" y="0"/>
                  </a:lnTo>
                  <a:lnTo>
                    <a:pt x="19697" y="5511"/>
                  </a:lnTo>
                  <a:lnTo>
                    <a:pt x="15278" y="5511"/>
                  </a:lnTo>
                  <a:lnTo>
                    <a:pt x="15278" y="7327"/>
                  </a:lnTo>
                  <a:lnTo>
                    <a:pt x="20015" y="7327"/>
                  </a:lnTo>
                  <a:lnTo>
                    <a:pt x="20015" y="12509"/>
                  </a:lnTo>
                  <a:lnTo>
                    <a:pt x="20408" y="12509"/>
                  </a:lnTo>
                  <a:lnTo>
                    <a:pt x="20408" y="7327"/>
                  </a:lnTo>
                  <a:lnTo>
                    <a:pt x="20408" y="6273"/>
                  </a:lnTo>
                  <a:lnTo>
                    <a:pt x="20408" y="5511"/>
                  </a:lnTo>
                  <a:lnTo>
                    <a:pt x="20408" y="0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" name="object 694" descr=""/>
            <p:cNvSpPr/>
            <p:nvPr/>
          </p:nvSpPr>
          <p:spPr>
            <a:xfrm>
              <a:off x="4012142" y="723113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5" name="object 695" descr=""/>
            <p:cNvSpPr/>
            <p:nvPr/>
          </p:nvSpPr>
          <p:spPr>
            <a:xfrm>
              <a:off x="4014584" y="7233875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47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22"/>
                  </a:lnTo>
                  <a:lnTo>
                    <a:pt x="4902" y="28549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692" y="40386"/>
                  </a:lnTo>
                  <a:lnTo>
                    <a:pt x="24485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83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15" y="42049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07" y="5638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18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80" y="11137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12" y="7607"/>
                  </a:lnTo>
                  <a:lnTo>
                    <a:pt x="21196" y="6832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398" y="22479"/>
                  </a:lnTo>
                  <a:lnTo>
                    <a:pt x="36322" y="20751"/>
                  </a:lnTo>
                  <a:lnTo>
                    <a:pt x="36233" y="19037"/>
                  </a:lnTo>
                  <a:lnTo>
                    <a:pt x="35864" y="17653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60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" name="object 696" descr=""/>
            <p:cNvSpPr/>
            <p:nvPr/>
          </p:nvSpPr>
          <p:spPr>
            <a:xfrm>
              <a:off x="4081816" y="719560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7" name="object 697" descr=""/>
            <p:cNvSpPr/>
            <p:nvPr/>
          </p:nvSpPr>
          <p:spPr>
            <a:xfrm>
              <a:off x="4084256" y="719835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74"/>
                  </a:moveTo>
                  <a:lnTo>
                    <a:pt x="10693" y="22885"/>
                  </a:lnTo>
                  <a:lnTo>
                    <a:pt x="9486" y="22580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50" y="24447"/>
                  </a:lnTo>
                  <a:lnTo>
                    <a:pt x="1257" y="24739"/>
                  </a:lnTo>
                  <a:lnTo>
                    <a:pt x="4216" y="24549"/>
                  </a:lnTo>
                  <a:lnTo>
                    <a:pt x="4864" y="24320"/>
                  </a:lnTo>
                  <a:lnTo>
                    <a:pt x="4737" y="25107"/>
                  </a:lnTo>
                  <a:lnTo>
                    <a:pt x="4813" y="26822"/>
                  </a:lnTo>
                  <a:lnTo>
                    <a:pt x="4902" y="28536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63" y="24218"/>
                  </a:lnTo>
                  <a:lnTo>
                    <a:pt x="10744" y="23774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704" y="40373"/>
                  </a:lnTo>
                  <a:lnTo>
                    <a:pt x="24485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7998"/>
                  </a:lnTo>
                  <a:lnTo>
                    <a:pt x="20815" y="36283"/>
                  </a:lnTo>
                  <a:lnTo>
                    <a:pt x="20434" y="34899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14"/>
                  </a:lnTo>
                  <a:lnTo>
                    <a:pt x="19786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79" y="40601"/>
                  </a:lnTo>
                  <a:lnTo>
                    <a:pt x="14998" y="41046"/>
                  </a:lnTo>
                  <a:lnTo>
                    <a:pt x="15049" y="41948"/>
                  </a:lnTo>
                  <a:lnTo>
                    <a:pt x="16256" y="42240"/>
                  </a:lnTo>
                  <a:lnTo>
                    <a:pt x="19215" y="42049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06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22" y="6362"/>
                  </a:moveTo>
                  <a:lnTo>
                    <a:pt x="25984" y="5473"/>
                  </a:lnTo>
                  <a:lnTo>
                    <a:pt x="24765" y="5168"/>
                  </a:lnTo>
                  <a:lnTo>
                    <a:pt x="21818" y="5359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71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494" y="7137"/>
                  </a:lnTo>
                  <a:lnTo>
                    <a:pt x="20154" y="6896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80" y="11125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62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26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51"/>
                  </a:lnTo>
                  <a:lnTo>
                    <a:pt x="36233" y="19037"/>
                  </a:lnTo>
                  <a:lnTo>
                    <a:pt x="35864" y="17653"/>
                  </a:lnTo>
                  <a:lnTo>
                    <a:pt x="35090" y="17703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29"/>
                  </a:lnTo>
                  <a:lnTo>
                    <a:pt x="34569" y="23164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02"/>
                  </a:lnTo>
                  <a:lnTo>
                    <a:pt x="36563" y="25260"/>
                  </a:lnTo>
                  <a:lnTo>
                    <a:pt x="36347" y="24498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" name="object 698" descr=""/>
            <p:cNvSpPr/>
            <p:nvPr/>
          </p:nvSpPr>
          <p:spPr>
            <a:xfrm>
              <a:off x="4128333" y="719560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9" name="object 699" descr=""/>
            <p:cNvSpPr/>
            <p:nvPr/>
          </p:nvSpPr>
          <p:spPr>
            <a:xfrm>
              <a:off x="4035300" y="712252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0" name="object 700" descr=""/>
            <p:cNvSpPr/>
            <p:nvPr/>
          </p:nvSpPr>
          <p:spPr>
            <a:xfrm>
              <a:off x="4037736" y="7125277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74"/>
                  </a:moveTo>
                  <a:lnTo>
                    <a:pt x="10706" y="22885"/>
                  </a:lnTo>
                  <a:lnTo>
                    <a:pt x="9486" y="22580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905" y="20510"/>
                  </a:lnTo>
                  <a:lnTo>
                    <a:pt x="5816" y="18783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84" y="22313"/>
                  </a:lnTo>
                  <a:lnTo>
                    <a:pt x="4787" y="23088"/>
                  </a:lnTo>
                  <a:lnTo>
                    <a:pt x="4140" y="22923"/>
                  </a:lnTo>
                  <a:lnTo>
                    <a:pt x="2667" y="23012"/>
                  </a:lnTo>
                  <a:lnTo>
                    <a:pt x="1193" y="23114"/>
                  </a:lnTo>
                  <a:lnTo>
                    <a:pt x="0" y="23545"/>
                  </a:lnTo>
                  <a:lnTo>
                    <a:pt x="50" y="24447"/>
                  </a:lnTo>
                  <a:lnTo>
                    <a:pt x="1257" y="24739"/>
                  </a:lnTo>
                  <a:lnTo>
                    <a:pt x="4216" y="24549"/>
                  </a:lnTo>
                  <a:lnTo>
                    <a:pt x="4876" y="24307"/>
                  </a:lnTo>
                  <a:lnTo>
                    <a:pt x="4737" y="25107"/>
                  </a:lnTo>
                  <a:lnTo>
                    <a:pt x="4813" y="26822"/>
                  </a:lnTo>
                  <a:lnTo>
                    <a:pt x="4902" y="28536"/>
                  </a:lnTo>
                  <a:lnTo>
                    <a:pt x="5283" y="29921"/>
                  </a:lnTo>
                  <a:lnTo>
                    <a:pt x="6057" y="29870"/>
                  </a:lnTo>
                  <a:lnTo>
                    <a:pt x="6299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89" y="24307"/>
                  </a:lnTo>
                  <a:lnTo>
                    <a:pt x="9563" y="24218"/>
                  </a:lnTo>
                  <a:lnTo>
                    <a:pt x="10744" y="23774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704" y="40373"/>
                  </a:lnTo>
                  <a:lnTo>
                    <a:pt x="24485" y="40081"/>
                  </a:lnTo>
                  <a:lnTo>
                    <a:pt x="21539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904" y="37998"/>
                  </a:lnTo>
                  <a:lnTo>
                    <a:pt x="20815" y="36283"/>
                  </a:lnTo>
                  <a:lnTo>
                    <a:pt x="20434" y="34899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14"/>
                  </a:lnTo>
                  <a:lnTo>
                    <a:pt x="19786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92" y="40601"/>
                  </a:lnTo>
                  <a:lnTo>
                    <a:pt x="15011" y="41046"/>
                  </a:lnTo>
                  <a:lnTo>
                    <a:pt x="15049" y="41948"/>
                  </a:lnTo>
                  <a:lnTo>
                    <a:pt x="16268" y="42240"/>
                  </a:lnTo>
                  <a:lnTo>
                    <a:pt x="19215" y="42049"/>
                  </a:lnTo>
                  <a:lnTo>
                    <a:pt x="19875" y="41808"/>
                  </a:lnTo>
                  <a:lnTo>
                    <a:pt x="19735" y="42608"/>
                  </a:lnTo>
                  <a:lnTo>
                    <a:pt x="19824" y="44323"/>
                  </a:lnTo>
                  <a:lnTo>
                    <a:pt x="19900" y="46037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06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88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35" y="6362"/>
                  </a:moveTo>
                  <a:lnTo>
                    <a:pt x="25984" y="5473"/>
                  </a:lnTo>
                  <a:lnTo>
                    <a:pt x="24777" y="5168"/>
                  </a:lnTo>
                  <a:lnTo>
                    <a:pt x="21818" y="5359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107" y="1371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57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507" y="7137"/>
                  </a:lnTo>
                  <a:lnTo>
                    <a:pt x="20154" y="6908"/>
                  </a:lnTo>
                  <a:lnTo>
                    <a:pt x="20027" y="7696"/>
                  </a:lnTo>
                  <a:lnTo>
                    <a:pt x="20104" y="9410"/>
                  </a:lnTo>
                  <a:lnTo>
                    <a:pt x="20193" y="11125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896"/>
                  </a:lnTo>
                  <a:lnTo>
                    <a:pt x="24841" y="6807"/>
                  </a:lnTo>
                  <a:lnTo>
                    <a:pt x="26035" y="6362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26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66"/>
                  </a:lnTo>
                  <a:lnTo>
                    <a:pt x="36322" y="20751"/>
                  </a:lnTo>
                  <a:lnTo>
                    <a:pt x="36245" y="19037"/>
                  </a:lnTo>
                  <a:lnTo>
                    <a:pt x="35864" y="17653"/>
                  </a:lnTo>
                  <a:lnTo>
                    <a:pt x="35090" y="17703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29"/>
                  </a:lnTo>
                  <a:lnTo>
                    <a:pt x="34569" y="23164"/>
                  </a:lnTo>
                  <a:lnTo>
                    <a:pt x="33096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80" y="24701"/>
                  </a:lnTo>
                  <a:lnTo>
                    <a:pt x="31686" y="24993"/>
                  </a:lnTo>
                  <a:lnTo>
                    <a:pt x="34645" y="24803"/>
                  </a:lnTo>
                  <a:lnTo>
                    <a:pt x="35293" y="24561"/>
                  </a:lnTo>
                  <a:lnTo>
                    <a:pt x="35166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02"/>
                  </a:lnTo>
                  <a:lnTo>
                    <a:pt x="36563" y="25260"/>
                  </a:lnTo>
                  <a:lnTo>
                    <a:pt x="36347" y="24498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92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" name="object 701" descr=""/>
            <p:cNvSpPr/>
            <p:nvPr/>
          </p:nvSpPr>
          <p:spPr>
            <a:xfrm>
              <a:off x="4057941" y="715805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2" name="object 702" descr=""/>
            <p:cNvSpPr/>
            <p:nvPr/>
          </p:nvSpPr>
          <p:spPr>
            <a:xfrm>
              <a:off x="4060380" y="7160799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12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50" y="24447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20"/>
                  </a:lnTo>
                  <a:lnTo>
                    <a:pt x="4737" y="25107"/>
                  </a:lnTo>
                  <a:lnTo>
                    <a:pt x="4813" y="26822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63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704" y="40386"/>
                  </a:lnTo>
                  <a:lnTo>
                    <a:pt x="24485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83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92" y="40614"/>
                  </a:lnTo>
                  <a:lnTo>
                    <a:pt x="14998" y="41046"/>
                  </a:lnTo>
                  <a:lnTo>
                    <a:pt x="15049" y="41948"/>
                  </a:lnTo>
                  <a:lnTo>
                    <a:pt x="16256" y="42240"/>
                  </a:lnTo>
                  <a:lnTo>
                    <a:pt x="19215" y="42049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44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59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80" y="11137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26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51"/>
                  </a:lnTo>
                  <a:lnTo>
                    <a:pt x="36233" y="19037"/>
                  </a:lnTo>
                  <a:lnTo>
                    <a:pt x="35864" y="17653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45" y="24803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60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" name="object 703" descr=""/>
            <p:cNvSpPr/>
            <p:nvPr/>
          </p:nvSpPr>
          <p:spPr>
            <a:xfrm>
              <a:off x="4105064" y="715805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4" name="object 704" descr=""/>
            <p:cNvSpPr/>
            <p:nvPr/>
          </p:nvSpPr>
          <p:spPr>
            <a:xfrm>
              <a:off x="4107510" y="7160799"/>
              <a:ext cx="20955" cy="47625"/>
            </a:xfrm>
            <a:custGeom>
              <a:avLst/>
              <a:gdLst/>
              <a:ahLst/>
              <a:cxnLst/>
              <a:rect l="l" t="t" r="r" b="b"/>
              <a:pathLst>
                <a:path w="20954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27" y="22923"/>
                  </a:lnTo>
                  <a:lnTo>
                    <a:pt x="2654" y="23012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47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22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31" y="23787"/>
                  </a:lnTo>
                  <a:close/>
                </a:path>
                <a:path w="20954" h="47625">
                  <a:moveTo>
                    <a:pt x="20408" y="34912"/>
                  </a:moveTo>
                  <a:lnTo>
                    <a:pt x="19418" y="34912"/>
                  </a:lnTo>
                  <a:lnTo>
                    <a:pt x="19418" y="40500"/>
                  </a:lnTo>
                  <a:lnTo>
                    <a:pt x="19138" y="40424"/>
                  </a:lnTo>
                  <a:lnTo>
                    <a:pt x="17653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49"/>
                  </a:lnTo>
                  <a:lnTo>
                    <a:pt x="19723" y="41871"/>
                  </a:lnTo>
                  <a:lnTo>
                    <a:pt x="19723" y="47421"/>
                  </a:lnTo>
                  <a:lnTo>
                    <a:pt x="20408" y="47421"/>
                  </a:lnTo>
                  <a:lnTo>
                    <a:pt x="20408" y="41910"/>
                  </a:lnTo>
                  <a:lnTo>
                    <a:pt x="20408" y="41186"/>
                  </a:lnTo>
                  <a:lnTo>
                    <a:pt x="20408" y="40081"/>
                  </a:lnTo>
                  <a:lnTo>
                    <a:pt x="20408" y="34912"/>
                  </a:lnTo>
                  <a:close/>
                </a:path>
                <a:path w="20954" h="47625">
                  <a:moveTo>
                    <a:pt x="20408" y="0"/>
                  </a:moveTo>
                  <a:lnTo>
                    <a:pt x="19697" y="0"/>
                  </a:lnTo>
                  <a:lnTo>
                    <a:pt x="19697" y="5511"/>
                  </a:lnTo>
                  <a:lnTo>
                    <a:pt x="15278" y="5511"/>
                  </a:lnTo>
                  <a:lnTo>
                    <a:pt x="15278" y="7327"/>
                  </a:lnTo>
                  <a:lnTo>
                    <a:pt x="20015" y="7327"/>
                  </a:lnTo>
                  <a:lnTo>
                    <a:pt x="20015" y="12509"/>
                  </a:lnTo>
                  <a:lnTo>
                    <a:pt x="20408" y="12509"/>
                  </a:lnTo>
                  <a:lnTo>
                    <a:pt x="20408" y="7327"/>
                  </a:lnTo>
                  <a:lnTo>
                    <a:pt x="20408" y="6286"/>
                  </a:lnTo>
                  <a:lnTo>
                    <a:pt x="20408" y="5511"/>
                  </a:lnTo>
                  <a:lnTo>
                    <a:pt x="20408" y="0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" name="object 705" descr=""/>
            <p:cNvSpPr/>
            <p:nvPr/>
          </p:nvSpPr>
          <p:spPr>
            <a:xfrm>
              <a:off x="4012142" y="715805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6" name="object 706" descr=""/>
            <p:cNvSpPr/>
            <p:nvPr/>
          </p:nvSpPr>
          <p:spPr>
            <a:xfrm>
              <a:off x="4014584" y="7160799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12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47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22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692" y="40386"/>
                  </a:lnTo>
                  <a:lnTo>
                    <a:pt x="24485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83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15" y="42049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59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62" y="4914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80" y="11137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12" y="7607"/>
                  </a:lnTo>
                  <a:lnTo>
                    <a:pt x="21196" y="6832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398" y="22479"/>
                  </a:lnTo>
                  <a:lnTo>
                    <a:pt x="36322" y="20751"/>
                  </a:lnTo>
                  <a:lnTo>
                    <a:pt x="36233" y="19037"/>
                  </a:lnTo>
                  <a:lnTo>
                    <a:pt x="35864" y="17653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60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" name="object 707" descr=""/>
            <p:cNvSpPr/>
            <p:nvPr/>
          </p:nvSpPr>
          <p:spPr>
            <a:xfrm>
              <a:off x="4081816" y="712252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8" name="object 708" descr=""/>
            <p:cNvSpPr/>
            <p:nvPr/>
          </p:nvSpPr>
          <p:spPr>
            <a:xfrm>
              <a:off x="4084256" y="7125277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74"/>
                  </a:moveTo>
                  <a:lnTo>
                    <a:pt x="10693" y="22885"/>
                  </a:lnTo>
                  <a:lnTo>
                    <a:pt x="9486" y="22580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83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50" y="24447"/>
                  </a:lnTo>
                  <a:lnTo>
                    <a:pt x="1257" y="24739"/>
                  </a:lnTo>
                  <a:lnTo>
                    <a:pt x="4216" y="24549"/>
                  </a:lnTo>
                  <a:lnTo>
                    <a:pt x="4864" y="24320"/>
                  </a:lnTo>
                  <a:lnTo>
                    <a:pt x="4737" y="25107"/>
                  </a:lnTo>
                  <a:lnTo>
                    <a:pt x="4813" y="26822"/>
                  </a:lnTo>
                  <a:lnTo>
                    <a:pt x="4902" y="28536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07"/>
                  </a:lnTo>
                  <a:lnTo>
                    <a:pt x="9563" y="24218"/>
                  </a:lnTo>
                  <a:lnTo>
                    <a:pt x="10744" y="23774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704" y="40373"/>
                  </a:lnTo>
                  <a:lnTo>
                    <a:pt x="24485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7998"/>
                  </a:lnTo>
                  <a:lnTo>
                    <a:pt x="20815" y="36283"/>
                  </a:lnTo>
                  <a:lnTo>
                    <a:pt x="20434" y="34899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14"/>
                  </a:lnTo>
                  <a:lnTo>
                    <a:pt x="19786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79" y="40601"/>
                  </a:lnTo>
                  <a:lnTo>
                    <a:pt x="14998" y="41046"/>
                  </a:lnTo>
                  <a:lnTo>
                    <a:pt x="15049" y="41948"/>
                  </a:lnTo>
                  <a:lnTo>
                    <a:pt x="16256" y="42240"/>
                  </a:lnTo>
                  <a:lnTo>
                    <a:pt x="19215" y="42049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06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22" y="6362"/>
                  </a:moveTo>
                  <a:lnTo>
                    <a:pt x="25984" y="5473"/>
                  </a:lnTo>
                  <a:lnTo>
                    <a:pt x="24765" y="5168"/>
                  </a:lnTo>
                  <a:lnTo>
                    <a:pt x="21818" y="5359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71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494" y="7137"/>
                  </a:lnTo>
                  <a:lnTo>
                    <a:pt x="20154" y="6896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80" y="11125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896"/>
                  </a:lnTo>
                  <a:lnTo>
                    <a:pt x="24841" y="6807"/>
                  </a:lnTo>
                  <a:lnTo>
                    <a:pt x="26022" y="6362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26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66"/>
                  </a:lnTo>
                  <a:lnTo>
                    <a:pt x="36322" y="20751"/>
                  </a:lnTo>
                  <a:lnTo>
                    <a:pt x="36233" y="19037"/>
                  </a:lnTo>
                  <a:lnTo>
                    <a:pt x="35864" y="17653"/>
                  </a:lnTo>
                  <a:lnTo>
                    <a:pt x="35090" y="17703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29"/>
                  </a:lnTo>
                  <a:lnTo>
                    <a:pt x="34569" y="23164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02"/>
                  </a:lnTo>
                  <a:lnTo>
                    <a:pt x="36563" y="25260"/>
                  </a:lnTo>
                  <a:lnTo>
                    <a:pt x="36347" y="24498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" name="object 709" descr=""/>
            <p:cNvSpPr/>
            <p:nvPr/>
          </p:nvSpPr>
          <p:spPr>
            <a:xfrm>
              <a:off x="4128333" y="712252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0" name="object 710" descr=""/>
            <p:cNvSpPr/>
            <p:nvPr/>
          </p:nvSpPr>
          <p:spPr>
            <a:xfrm>
              <a:off x="3891705" y="734192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1" name="object 711" descr=""/>
            <p:cNvSpPr/>
            <p:nvPr/>
          </p:nvSpPr>
          <p:spPr>
            <a:xfrm>
              <a:off x="3894150" y="7344670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87"/>
                  </a:moveTo>
                  <a:lnTo>
                    <a:pt x="25692" y="40386"/>
                  </a:lnTo>
                  <a:lnTo>
                    <a:pt x="24472" y="40093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02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53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49"/>
                  </a:lnTo>
                  <a:lnTo>
                    <a:pt x="19862" y="41821"/>
                  </a:lnTo>
                  <a:lnTo>
                    <a:pt x="19723" y="42608"/>
                  </a:lnTo>
                  <a:lnTo>
                    <a:pt x="19812" y="44323"/>
                  </a:lnTo>
                  <a:lnTo>
                    <a:pt x="19888" y="46050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49" y="41719"/>
                  </a:lnTo>
                  <a:lnTo>
                    <a:pt x="25730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07" y="5638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62" y="4914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35"/>
                  </a:lnTo>
                  <a:lnTo>
                    <a:pt x="16535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091" y="9410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57" y="23025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22" y="20764"/>
                  </a:lnTo>
                  <a:lnTo>
                    <a:pt x="36233" y="19037"/>
                  </a:lnTo>
                  <a:lnTo>
                    <a:pt x="35852" y="17665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60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" name="object 712" descr=""/>
            <p:cNvSpPr/>
            <p:nvPr/>
          </p:nvSpPr>
          <p:spPr>
            <a:xfrm>
              <a:off x="3914346" y="737745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3" name="object 713" descr=""/>
            <p:cNvSpPr/>
            <p:nvPr/>
          </p:nvSpPr>
          <p:spPr>
            <a:xfrm>
              <a:off x="3916794" y="738019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16" y="23050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22" y="17411"/>
                  </a:lnTo>
                  <a:lnTo>
                    <a:pt x="4648" y="17462"/>
                  </a:lnTo>
                  <a:lnTo>
                    <a:pt x="4406" y="18884"/>
                  </a:lnTo>
                  <a:lnTo>
                    <a:pt x="4572" y="22326"/>
                  </a:lnTo>
                  <a:lnTo>
                    <a:pt x="4762" y="23088"/>
                  </a:lnTo>
                  <a:lnTo>
                    <a:pt x="4127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20"/>
                  </a:lnTo>
                  <a:lnTo>
                    <a:pt x="4813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21" y="25019"/>
                  </a:lnTo>
                  <a:lnTo>
                    <a:pt x="5905" y="24257"/>
                  </a:lnTo>
                  <a:lnTo>
                    <a:pt x="6591" y="24409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87"/>
                  </a:moveTo>
                  <a:lnTo>
                    <a:pt x="25692" y="40386"/>
                  </a:lnTo>
                  <a:lnTo>
                    <a:pt x="24472" y="40093"/>
                  </a:lnTo>
                  <a:lnTo>
                    <a:pt x="21526" y="40284"/>
                  </a:lnTo>
                  <a:lnTo>
                    <a:pt x="20828" y="40551"/>
                  </a:lnTo>
                  <a:lnTo>
                    <a:pt x="20967" y="39725"/>
                  </a:lnTo>
                  <a:lnTo>
                    <a:pt x="20891" y="38011"/>
                  </a:lnTo>
                  <a:lnTo>
                    <a:pt x="20802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26" y="40424"/>
                  </a:lnTo>
                  <a:lnTo>
                    <a:pt x="17653" y="40513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48"/>
                  </a:lnTo>
                  <a:lnTo>
                    <a:pt x="16256" y="42252"/>
                  </a:lnTo>
                  <a:lnTo>
                    <a:pt x="19202" y="42062"/>
                  </a:lnTo>
                  <a:lnTo>
                    <a:pt x="19862" y="41821"/>
                  </a:lnTo>
                  <a:lnTo>
                    <a:pt x="19723" y="42608"/>
                  </a:lnTo>
                  <a:lnTo>
                    <a:pt x="19812" y="44335"/>
                  </a:lnTo>
                  <a:lnTo>
                    <a:pt x="19888" y="46050"/>
                  </a:lnTo>
                  <a:lnTo>
                    <a:pt x="20269" y="47434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49" y="41719"/>
                  </a:lnTo>
                  <a:lnTo>
                    <a:pt x="25730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71" y="5473"/>
                  </a:lnTo>
                  <a:lnTo>
                    <a:pt x="24765" y="5181"/>
                  </a:lnTo>
                  <a:lnTo>
                    <a:pt x="21805" y="5372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70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73"/>
                  </a:lnTo>
                  <a:lnTo>
                    <a:pt x="19850" y="4914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59" y="5702"/>
                  </a:lnTo>
                  <a:lnTo>
                    <a:pt x="15278" y="6146"/>
                  </a:lnTo>
                  <a:lnTo>
                    <a:pt x="15328" y="7048"/>
                  </a:lnTo>
                  <a:lnTo>
                    <a:pt x="16535" y="7340"/>
                  </a:lnTo>
                  <a:lnTo>
                    <a:pt x="19494" y="7150"/>
                  </a:lnTo>
                  <a:lnTo>
                    <a:pt x="20142" y="6908"/>
                  </a:lnTo>
                  <a:lnTo>
                    <a:pt x="20015" y="7696"/>
                  </a:lnTo>
                  <a:lnTo>
                    <a:pt x="20091" y="9423"/>
                  </a:lnTo>
                  <a:lnTo>
                    <a:pt x="20180" y="11137"/>
                  </a:lnTo>
                  <a:lnTo>
                    <a:pt x="20548" y="12522"/>
                  </a:lnTo>
                  <a:lnTo>
                    <a:pt x="21336" y="12471"/>
                  </a:lnTo>
                  <a:lnTo>
                    <a:pt x="21564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55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41"/>
                  </a:moveTo>
                  <a:lnTo>
                    <a:pt x="41122" y="23139"/>
                  </a:lnTo>
                  <a:lnTo>
                    <a:pt x="39903" y="22847"/>
                  </a:lnTo>
                  <a:lnTo>
                    <a:pt x="36944" y="23025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09" y="20764"/>
                  </a:lnTo>
                  <a:lnTo>
                    <a:pt x="36233" y="19050"/>
                  </a:lnTo>
                  <a:lnTo>
                    <a:pt x="35852" y="17665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16" y="23799"/>
                  </a:lnTo>
                  <a:lnTo>
                    <a:pt x="30467" y="24701"/>
                  </a:lnTo>
                  <a:lnTo>
                    <a:pt x="31673" y="24993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29" y="27076"/>
                  </a:lnTo>
                  <a:lnTo>
                    <a:pt x="35318" y="28803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73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493" y="24574"/>
                  </a:lnTo>
                  <a:lnTo>
                    <a:pt x="39979" y="24472"/>
                  </a:lnTo>
                  <a:lnTo>
                    <a:pt x="41160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" name="object 714" descr=""/>
            <p:cNvSpPr/>
            <p:nvPr/>
          </p:nvSpPr>
          <p:spPr>
            <a:xfrm>
              <a:off x="3961469" y="737745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5" name="object 715" descr=""/>
            <p:cNvSpPr/>
            <p:nvPr/>
          </p:nvSpPr>
          <p:spPr>
            <a:xfrm>
              <a:off x="3963911" y="738019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692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48"/>
                  </a:lnTo>
                  <a:lnTo>
                    <a:pt x="16256" y="42252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35"/>
                  </a:lnTo>
                  <a:lnTo>
                    <a:pt x="19900" y="46050"/>
                  </a:lnTo>
                  <a:lnTo>
                    <a:pt x="20269" y="47434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20" y="5638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73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41"/>
                  </a:moveTo>
                  <a:lnTo>
                    <a:pt x="41122" y="23139"/>
                  </a:lnTo>
                  <a:lnTo>
                    <a:pt x="39903" y="22847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398" y="22479"/>
                  </a:lnTo>
                  <a:lnTo>
                    <a:pt x="36322" y="20764"/>
                  </a:lnTo>
                  <a:lnTo>
                    <a:pt x="36233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803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60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" name="object 716" descr=""/>
            <p:cNvSpPr/>
            <p:nvPr/>
          </p:nvSpPr>
          <p:spPr>
            <a:xfrm>
              <a:off x="3884603" y="7377450"/>
              <a:ext cx="29845" cy="53975"/>
            </a:xfrm>
            <a:custGeom>
              <a:avLst/>
              <a:gdLst/>
              <a:ahLst/>
              <a:cxnLst/>
              <a:rect l="l" t="t" r="r" b="b"/>
              <a:pathLst>
                <a:path w="29845" h="53975">
                  <a:moveTo>
                    <a:pt x="29743" y="26711"/>
                  </a:moveTo>
                  <a:lnTo>
                    <a:pt x="6843" y="53422"/>
                  </a:lnTo>
                  <a:lnTo>
                    <a:pt x="0" y="45439"/>
                  </a:lnTo>
                </a:path>
                <a:path w="29845" h="53975">
                  <a:moveTo>
                    <a:pt x="0" y="7983"/>
                  </a:moveTo>
                  <a:lnTo>
                    <a:pt x="6843" y="0"/>
                  </a:lnTo>
                  <a:lnTo>
                    <a:pt x="29743" y="26711"/>
                  </a:lnTo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7" name="object 717" descr=""/>
            <p:cNvSpPr/>
            <p:nvPr/>
          </p:nvSpPr>
          <p:spPr>
            <a:xfrm>
              <a:off x="3885996" y="7380192"/>
              <a:ext cx="26670" cy="47625"/>
            </a:xfrm>
            <a:custGeom>
              <a:avLst/>
              <a:gdLst/>
              <a:ahLst/>
              <a:cxnLst/>
              <a:rect l="l" t="t" r="r" b="b"/>
              <a:pathLst>
                <a:path w="26670" h="47625">
                  <a:moveTo>
                    <a:pt x="10731" y="41287"/>
                  </a:moveTo>
                  <a:lnTo>
                    <a:pt x="10693" y="40386"/>
                  </a:lnTo>
                  <a:lnTo>
                    <a:pt x="9474" y="40093"/>
                  </a:lnTo>
                  <a:lnTo>
                    <a:pt x="6527" y="40284"/>
                  </a:lnTo>
                  <a:lnTo>
                    <a:pt x="5816" y="40551"/>
                  </a:lnTo>
                  <a:lnTo>
                    <a:pt x="5969" y="39725"/>
                  </a:lnTo>
                  <a:lnTo>
                    <a:pt x="5892" y="38011"/>
                  </a:lnTo>
                  <a:lnTo>
                    <a:pt x="5803" y="36296"/>
                  </a:lnTo>
                  <a:lnTo>
                    <a:pt x="5422" y="34912"/>
                  </a:lnTo>
                  <a:lnTo>
                    <a:pt x="4648" y="34963"/>
                  </a:lnTo>
                  <a:lnTo>
                    <a:pt x="4406" y="36372"/>
                  </a:lnTo>
                  <a:lnTo>
                    <a:pt x="4572" y="39827"/>
                  </a:lnTo>
                  <a:lnTo>
                    <a:pt x="4762" y="40589"/>
                  </a:lnTo>
                  <a:lnTo>
                    <a:pt x="4127" y="40424"/>
                  </a:lnTo>
                  <a:lnTo>
                    <a:pt x="2654" y="40513"/>
                  </a:lnTo>
                  <a:lnTo>
                    <a:pt x="1181" y="40614"/>
                  </a:lnTo>
                  <a:lnTo>
                    <a:pt x="0" y="41059"/>
                  </a:lnTo>
                  <a:lnTo>
                    <a:pt x="38" y="41948"/>
                  </a:lnTo>
                  <a:lnTo>
                    <a:pt x="1244" y="42252"/>
                  </a:lnTo>
                  <a:lnTo>
                    <a:pt x="4203" y="42062"/>
                  </a:lnTo>
                  <a:lnTo>
                    <a:pt x="4864" y="41821"/>
                  </a:lnTo>
                  <a:lnTo>
                    <a:pt x="4724" y="42608"/>
                  </a:lnTo>
                  <a:lnTo>
                    <a:pt x="4800" y="44335"/>
                  </a:lnTo>
                  <a:lnTo>
                    <a:pt x="4889" y="46050"/>
                  </a:lnTo>
                  <a:lnTo>
                    <a:pt x="5270" y="47434"/>
                  </a:lnTo>
                  <a:lnTo>
                    <a:pt x="6045" y="47371"/>
                  </a:lnTo>
                  <a:lnTo>
                    <a:pt x="6286" y="45961"/>
                  </a:lnTo>
                  <a:lnTo>
                    <a:pt x="6121" y="42519"/>
                  </a:lnTo>
                  <a:lnTo>
                    <a:pt x="5905" y="41757"/>
                  </a:lnTo>
                  <a:lnTo>
                    <a:pt x="6591" y="41910"/>
                  </a:lnTo>
                  <a:lnTo>
                    <a:pt x="8077" y="41821"/>
                  </a:lnTo>
                  <a:lnTo>
                    <a:pt x="9550" y="41719"/>
                  </a:lnTo>
                  <a:lnTo>
                    <a:pt x="10731" y="41287"/>
                  </a:lnTo>
                  <a:close/>
                </a:path>
                <a:path w="26670" h="47625">
                  <a:moveTo>
                    <a:pt x="11023" y="6375"/>
                  </a:moveTo>
                  <a:lnTo>
                    <a:pt x="10972" y="5473"/>
                  </a:lnTo>
                  <a:lnTo>
                    <a:pt x="9766" y="5181"/>
                  </a:lnTo>
                  <a:lnTo>
                    <a:pt x="6807" y="5372"/>
                  </a:lnTo>
                  <a:lnTo>
                    <a:pt x="6108" y="5626"/>
                  </a:lnTo>
                  <a:lnTo>
                    <a:pt x="6261" y="4813"/>
                  </a:lnTo>
                  <a:lnTo>
                    <a:pt x="6172" y="3098"/>
                  </a:lnTo>
                  <a:lnTo>
                    <a:pt x="6083" y="1384"/>
                  </a:lnTo>
                  <a:lnTo>
                    <a:pt x="5715" y="0"/>
                  </a:lnTo>
                  <a:lnTo>
                    <a:pt x="4940" y="50"/>
                  </a:lnTo>
                  <a:lnTo>
                    <a:pt x="4699" y="1473"/>
                  </a:lnTo>
                  <a:lnTo>
                    <a:pt x="4851" y="4914"/>
                  </a:lnTo>
                  <a:lnTo>
                    <a:pt x="5054" y="5676"/>
                  </a:lnTo>
                  <a:lnTo>
                    <a:pt x="4419" y="5511"/>
                  </a:lnTo>
                  <a:lnTo>
                    <a:pt x="2933" y="5613"/>
                  </a:lnTo>
                  <a:lnTo>
                    <a:pt x="1460" y="5702"/>
                  </a:lnTo>
                  <a:lnTo>
                    <a:pt x="279" y="6146"/>
                  </a:lnTo>
                  <a:lnTo>
                    <a:pt x="317" y="7048"/>
                  </a:lnTo>
                  <a:lnTo>
                    <a:pt x="1536" y="7340"/>
                  </a:lnTo>
                  <a:lnTo>
                    <a:pt x="4483" y="7150"/>
                  </a:lnTo>
                  <a:lnTo>
                    <a:pt x="5143" y="6908"/>
                  </a:lnTo>
                  <a:lnTo>
                    <a:pt x="5003" y="7696"/>
                  </a:lnTo>
                  <a:lnTo>
                    <a:pt x="5092" y="9423"/>
                  </a:lnTo>
                  <a:lnTo>
                    <a:pt x="5181" y="11137"/>
                  </a:lnTo>
                  <a:lnTo>
                    <a:pt x="5549" y="12522"/>
                  </a:lnTo>
                  <a:lnTo>
                    <a:pt x="6324" y="12471"/>
                  </a:lnTo>
                  <a:lnTo>
                    <a:pt x="6565" y="11049"/>
                  </a:lnTo>
                  <a:lnTo>
                    <a:pt x="6413" y="7607"/>
                  </a:lnTo>
                  <a:lnTo>
                    <a:pt x="6197" y="6845"/>
                  </a:lnTo>
                  <a:lnTo>
                    <a:pt x="6883" y="6997"/>
                  </a:lnTo>
                  <a:lnTo>
                    <a:pt x="8356" y="6908"/>
                  </a:lnTo>
                  <a:lnTo>
                    <a:pt x="9829" y="6819"/>
                  </a:lnTo>
                  <a:lnTo>
                    <a:pt x="11023" y="6375"/>
                  </a:lnTo>
                  <a:close/>
                </a:path>
                <a:path w="26670" h="47625">
                  <a:moveTo>
                    <a:pt x="26162" y="24041"/>
                  </a:moveTo>
                  <a:lnTo>
                    <a:pt x="26111" y="23139"/>
                  </a:lnTo>
                  <a:lnTo>
                    <a:pt x="24904" y="22847"/>
                  </a:lnTo>
                  <a:lnTo>
                    <a:pt x="21945" y="23025"/>
                  </a:lnTo>
                  <a:lnTo>
                    <a:pt x="21247" y="23291"/>
                  </a:lnTo>
                  <a:lnTo>
                    <a:pt x="21399" y="22479"/>
                  </a:lnTo>
                  <a:lnTo>
                    <a:pt x="21310" y="20764"/>
                  </a:lnTo>
                  <a:lnTo>
                    <a:pt x="21234" y="19050"/>
                  </a:lnTo>
                  <a:lnTo>
                    <a:pt x="20853" y="17665"/>
                  </a:lnTo>
                  <a:lnTo>
                    <a:pt x="20078" y="17716"/>
                  </a:lnTo>
                  <a:lnTo>
                    <a:pt x="19837" y="19126"/>
                  </a:lnTo>
                  <a:lnTo>
                    <a:pt x="19989" y="22567"/>
                  </a:lnTo>
                  <a:lnTo>
                    <a:pt x="20193" y="23342"/>
                  </a:lnTo>
                  <a:lnTo>
                    <a:pt x="19558" y="23177"/>
                  </a:lnTo>
                  <a:lnTo>
                    <a:pt x="18084" y="23266"/>
                  </a:lnTo>
                  <a:lnTo>
                    <a:pt x="16598" y="23368"/>
                  </a:lnTo>
                  <a:lnTo>
                    <a:pt x="15417" y="23799"/>
                  </a:lnTo>
                  <a:lnTo>
                    <a:pt x="15468" y="24701"/>
                  </a:lnTo>
                  <a:lnTo>
                    <a:pt x="16675" y="24993"/>
                  </a:lnTo>
                  <a:lnTo>
                    <a:pt x="19634" y="24815"/>
                  </a:lnTo>
                  <a:lnTo>
                    <a:pt x="20281" y="24574"/>
                  </a:lnTo>
                  <a:lnTo>
                    <a:pt x="20142" y="25361"/>
                  </a:lnTo>
                  <a:lnTo>
                    <a:pt x="20231" y="27076"/>
                  </a:lnTo>
                  <a:lnTo>
                    <a:pt x="20320" y="28803"/>
                  </a:lnTo>
                  <a:lnTo>
                    <a:pt x="20688" y="30175"/>
                  </a:lnTo>
                  <a:lnTo>
                    <a:pt x="21463" y="30124"/>
                  </a:lnTo>
                  <a:lnTo>
                    <a:pt x="21704" y="28714"/>
                  </a:lnTo>
                  <a:lnTo>
                    <a:pt x="21551" y="25273"/>
                  </a:lnTo>
                  <a:lnTo>
                    <a:pt x="21336" y="24511"/>
                  </a:lnTo>
                  <a:lnTo>
                    <a:pt x="22021" y="24663"/>
                  </a:lnTo>
                  <a:lnTo>
                    <a:pt x="23495" y="24574"/>
                  </a:lnTo>
                  <a:lnTo>
                    <a:pt x="24968" y="24472"/>
                  </a:lnTo>
                  <a:lnTo>
                    <a:pt x="26162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" name="object 718" descr=""/>
            <p:cNvSpPr/>
            <p:nvPr/>
          </p:nvSpPr>
          <p:spPr>
            <a:xfrm>
              <a:off x="3938222" y="734192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9" name="object 719" descr=""/>
            <p:cNvSpPr/>
            <p:nvPr/>
          </p:nvSpPr>
          <p:spPr>
            <a:xfrm>
              <a:off x="3940670" y="7344670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16" y="23050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22" y="17411"/>
                  </a:lnTo>
                  <a:lnTo>
                    <a:pt x="4648" y="17462"/>
                  </a:lnTo>
                  <a:lnTo>
                    <a:pt x="4406" y="18872"/>
                  </a:lnTo>
                  <a:lnTo>
                    <a:pt x="4572" y="22326"/>
                  </a:lnTo>
                  <a:lnTo>
                    <a:pt x="4762" y="23088"/>
                  </a:lnTo>
                  <a:lnTo>
                    <a:pt x="4127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00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21" y="25019"/>
                  </a:lnTo>
                  <a:lnTo>
                    <a:pt x="5905" y="24257"/>
                  </a:lnTo>
                  <a:lnTo>
                    <a:pt x="6591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87"/>
                  </a:moveTo>
                  <a:lnTo>
                    <a:pt x="25692" y="40386"/>
                  </a:lnTo>
                  <a:lnTo>
                    <a:pt x="24472" y="40093"/>
                  </a:lnTo>
                  <a:lnTo>
                    <a:pt x="21526" y="40271"/>
                  </a:lnTo>
                  <a:lnTo>
                    <a:pt x="20815" y="40538"/>
                  </a:lnTo>
                  <a:lnTo>
                    <a:pt x="20967" y="39725"/>
                  </a:lnTo>
                  <a:lnTo>
                    <a:pt x="20891" y="38011"/>
                  </a:lnTo>
                  <a:lnTo>
                    <a:pt x="20802" y="36296"/>
                  </a:lnTo>
                  <a:lnTo>
                    <a:pt x="20421" y="34912"/>
                  </a:lnTo>
                  <a:lnTo>
                    <a:pt x="19646" y="34963"/>
                  </a:lnTo>
                  <a:lnTo>
                    <a:pt x="19405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26" y="40424"/>
                  </a:lnTo>
                  <a:lnTo>
                    <a:pt x="17653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49"/>
                  </a:lnTo>
                  <a:lnTo>
                    <a:pt x="19862" y="41808"/>
                  </a:lnTo>
                  <a:lnTo>
                    <a:pt x="19723" y="42608"/>
                  </a:lnTo>
                  <a:lnTo>
                    <a:pt x="19812" y="44323"/>
                  </a:lnTo>
                  <a:lnTo>
                    <a:pt x="19888" y="46050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20" y="42519"/>
                  </a:lnTo>
                  <a:lnTo>
                    <a:pt x="20904" y="41744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49" y="41719"/>
                  </a:lnTo>
                  <a:lnTo>
                    <a:pt x="25730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71" y="5473"/>
                  </a:lnTo>
                  <a:lnTo>
                    <a:pt x="24765" y="5181"/>
                  </a:lnTo>
                  <a:lnTo>
                    <a:pt x="21805" y="5372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70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50" y="4914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59" y="5702"/>
                  </a:lnTo>
                  <a:lnTo>
                    <a:pt x="15278" y="6146"/>
                  </a:lnTo>
                  <a:lnTo>
                    <a:pt x="15316" y="7035"/>
                  </a:lnTo>
                  <a:lnTo>
                    <a:pt x="16535" y="7340"/>
                  </a:lnTo>
                  <a:lnTo>
                    <a:pt x="19494" y="7150"/>
                  </a:lnTo>
                  <a:lnTo>
                    <a:pt x="20142" y="6908"/>
                  </a:lnTo>
                  <a:lnTo>
                    <a:pt x="20015" y="7696"/>
                  </a:lnTo>
                  <a:lnTo>
                    <a:pt x="20091" y="9410"/>
                  </a:lnTo>
                  <a:lnTo>
                    <a:pt x="20180" y="11137"/>
                  </a:lnTo>
                  <a:lnTo>
                    <a:pt x="20548" y="12522"/>
                  </a:lnTo>
                  <a:lnTo>
                    <a:pt x="21323" y="12458"/>
                  </a:lnTo>
                  <a:lnTo>
                    <a:pt x="21564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55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44" y="23025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09" y="20764"/>
                  </a:lnTo>
                  <a:lnTo>
                    <a:pt x="36233" y="19037"/>
                  </a:lnTo>
                  <a:lnTo>
                    <a:pt x="35852" y="17665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16" y="23799"/>
                  </a:lnTo>
                  <a:lnTo>
                    <a:pt x="30467" y="24701"/>
                  </a:lnTo>
                  <a:lnTo>
                    <a:pt x="31673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29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60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493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" name="object 720" descr=""/>
            <p:cNvSpPr/>
            <p:nvPr/>
          </p:nvSpPr>
          <p:spPr>
            <a:xfrm>
              <a:off x="3984739" y="734192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1" name="object 721" descr=""/>
            <p:cNvSpPr/>
            <p:nvPr/>
          </p:nvSpPr>
          <p:spPr>
            <a:xfrm>
              <a:off x="3987177" y="7344670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706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25"/>
                  </a:lnTo>
                  <a:lnTo>
                    <a:pt x="1193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20"/>
                  </a:lnTo>
                  <a:lnTo>
                    <a:pt x="4737" y="25107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83" y="29933"/>
                  </a:lnTo>
                  <a:lnTo>
                    <a:pt x="6057" y="29870"/>
                  </a:lnTo>
                  <a:lnTo>
                    <a:pt x="6299" y="28460"/>
                  </a:lnTo>
                  <a:lnTo>
                    <a:pt x="6134" y="25019"/>
                  </a:lnTo>
                  <a:lnTo>
                    <a:pt x="5918" y="24244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63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904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14"/>
                  </a:lnTo>
                  <a:lnTo>
                    <a:pt x="19786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92" y="40614"/>
                  </a:lnTo>
                  <a:lnTo>
                    <a:pt x="14998" y="41046"/>
                  </a:lnTo>
                  <a:lnTo>
                    <a:pt x="15049" y="41948"/>
                  </a:lnTo>
                  <a:lnTo>
                    <a:pt x="16256" y="42240"/>
                  </a:lnTo>
                  <a:lnTo>
                    <a:pt x="19215" y="42049"/>
                  </a:lnTo>
                  <a:lnTo>
                    <a:pt x="19875" y="41808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50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88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35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72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35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93" y="11137"/>
                  </a:lnTo>
                  <a:lnTo>
                    <a:pt x="20561" y="12522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35" y="6375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26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45" y="19037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96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45" y="24803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60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" name="object 722" descr=""/>
            <p:cNvSpPr/>
            <p:nvPr/>
          </p:nvSpPr>
          <p:spPr>
            <a:xfrm>
              <a:off x="3891705" y="726884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3" name="object 723" descr=""/>
            <p:cNvSpPr/>
            <p:nvPr/>
          </p:nvSpPr>
          <p:spPr>
            <a:xfrm>
              <a:off x="3894150" y="7271594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75"/>
                  </a:moveTo>
                  <a:lnTo>
                    <a:pt x="25692" y="40386"/>
                  </a:lnTo>
                  <a:lnTo>
                    <a:pt x="24472" y="40093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02" y="36283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53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62"/>
                  </a:lnTo>
                  <a:lnTo>
                    <a:pt x="19862" y="41821"/>
                  </a:lnTo>
                  <a:lnTo>
                    <a:pt x="19723" y="42608"/>
                  </a:lnTo>
                  <a:lnTo>
                    <a:pt x="19812" y="44323"/>
                  </a:lnTo>
                  <a:lnTo>
                    <a:pt x="19888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49" y="41719"/>
                  </a:lnTo>
                  <a:lnTo>
                    <a:pt x="25730" y="41275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07" y="5638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62" y="4914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35"/>
                  </a:lnTo>
                  <a:lnTo>
                    <a:pt x="16535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091" y="9410"/>
                  </a:lnTo>
                  <a:lnTo>
                    <a:pt x="20180" y="11137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57" y="23025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22" y="20764"/>
                  </a:lnTo>
                  <a:lnTo>
                    <a:pt x="36233" y="19037"/>
                  </a:lnTo>
                  <a:lnTo>
                    <a:pt x="35852" y="17653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60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" name="object 724" descr=""/>
            <p:cNvSpPr/>
            <p:nvPr/>
          </p:nvSpPr>
          <p:spPr>
            <a:xfrm>
              <a:off x="3914346" y="730437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5" name="object 725" descr=""/>
            <p:cNvSpPr/>
            <p:nvPr/>
          </p:nvSpPr>
          <p:spPr>
            <a:xfrm>
              <a:off x="3916794" y="7307116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16" y="23050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22" y="17411"/>
                  </a:lnTo>
                  <a:lnTo>
                    <a:pt x="4648" y="17462"/>
                  </a:lnTo>
                  <a:lnTo>
                    <a:pt x="4406" y="18884"/>
                  </a:lnTo>
                  <a:lnTo>
                    <a:pt x="4572" y="22326"/>
                  </a:lnTo>
                  <a:lnTo>
                    <a:pt x="4762" y="23088"/>
                  </a:lnTo>
                  <a:lnTo>
                    <a:pt x="4127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20"/>
                  </a:lnTo>
                  <a:lnTo>
                    <a:pt x="4813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21" y="25019"/>
                  </a:lnTo>
                  <a:lnTo>
                    <a:pt x="5905" y="24257"/>
                  </a:lnTo>
                  <a:lnTo>
                    <a:pt x="6591" y="24409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87"/>
                  </a:moveTo>
                  <a:lnTo>
                    <a:pt x="25692" y="40386"/>
                  </a:lnTo>
                  <a:lnTo>
                    <a:pt x="24472" y="40093"/>
                  </a:lnTo>
                  <a:lnTo>
                    <a:pt x="21526" y="40284"/>
                  </a:lnTo>
                  <a:lnTo>
                    <a:pt x="20828" y="40551"/>
                  </a:lnTo>
                  <a:lnTo>
                    <a:pt x="20967" y="39725"/>
                  </a:lnTo>
                  <a:lnTo>
                    <a:pt x="20891" y="38011"/>
                  </a:lnTo>
                  <a:lnTo>
                    <a:pt x="20802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26" y="40424"/>
                  </a:lnTo>
                  <a:lnTo>
                    <a:pt x="17653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48"/>
                  </a:lnTo>
                  <a:lnTo>
                    <a:pt x="16256" y="42252"/>
                  </a:lnTo>
                  <a:lnTo>
                    <a:pt x="19202" y="42062"/>
                  </a:lnTo>
                  <a:lnTo>
                    <a:pt x="19862" y="41821"/>
                  </a:lnTo>
                  <a:lnTo>
                    <a:pt x="19723" y="42608"/>
                  </a:lnTo>
                  <a:lnTo>
                    <a:pt x="19812" y="44323"/>
                  </a:lnTo>
                  <a:lnTo>
                    <a:pt x="19888" y="46050"/>
                  </a:lnTo>
                  <a:lnTo>
                    <a:pt x="20269" y="47434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49" y="41719"/>
                  </a:lnTo>
                  <a:lnTo>
                    <a:pt x="25730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71" y="5473"/>
                  </a:lnTo>
                  <a:lnTo>
                    <a:pt x="24765" y="5181"/>
                  </a:lnTo>
                  <a:lnTo>
                    <a:pt x="21805" y="5372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70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73"/>
                  </a:lnTo>
                  <a:lnTo>
                    <a:pt x="19850" y="4914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59" y="5702"/>
                  </a:lnTo>
                  <a:lnTo>
                    <a:pt x="15278" y="6146"/>
                  </a:lnTo>
                  <a:lnTo>
                    <a:pt x="15328" y="7048"/>
                  </a:lnTo>
                  <a:lnTo>
                    <a:pt x="16535" y="7340"/>
                  </a:lnTo>
                  <a:lnTo>
                    <a:pt x="19494" y="7150"/>
                  </a:lnTo>
                  <a:lnTo>
                    <a:pt x="20142" y="6908"/>
                  </a:lnTo>
                  <a:lnTo>
                    <a:pt x="20015" y="7696"/>
                  </a:lnTo>
                  <a:lnTo>
                    <a:pt x="20091" y="9423"/>
                  </a:lnTo>
                  <a:lnTo>
                    <a:pt x="20180" y="11137"/>
                  </a:lnTo>
                  <a:lnTo>
                    <a:pt x="20548" y="12522"/>
                  </a:lnTo>
                  <a:lnTo>
                    <a:pt x="21336" y="12471"/>
                  </a:lnTo>
                  <a:lnTo>
                    <a:pt x="21564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55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41"/>
                  </a:moveTo>
                  <a:lnTo>
                    <a:pt x="41122" y="23139"/>
                  </a:lnTo>
                  <a:lnTo>
                    <a:pt x="39903" y="22847"/>
                  </a:lnTo>
                  <a:lnTo>
                    <a:pt x="36944" y="23025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09" y="20764"/>
                  </a:lnTo>
                  <a:lnTo>
                    <a:pt x="36233" y="19050"/>
                  </a:lnTo>
                  <a:lnTo>
                    <a:pt x="35852" y="17665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16" y="23799"/>
                  </a:lnTo>
                  <a:lnTo>
                    <a:pt x="30467" y="24701"/>
                  </a:lnTo>
                  <a:lnTo>
                    <a:pt x="31673" y="24993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29" y="27076"/>
                  </a:lnTo>
                  <a:lnTo>
                    <a:pt x="35318" y="28803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73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493" y="24574"/>
                  </a:lnTo>
                  <a:lnTo>
                    <a:pt x="39979" y="24472"/>
                  </a:lnTo>
                  <a:lnTo>
                    <a:pt x="41160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" name="object 726" descr=""/>
            <p:cNvSpPr/>
            <p:nvPr/>
          </p:nvSpPr>
          <p:spPr>
            <a:xfrm>
              <a:off x="3961469" y="730437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7" name="object 727" descr=""/>
            <p:cNvSpPr/>
            <p:nvPr/>
          </p:nvSpPr>
          <p:spPr>
            <a:xfrm>
              <a:off x="3963911" y="7307116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692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48"/>
                  </a:lnTo>
                  <a:lnTo>
                    <a:pt x="16256" y="42252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50"/>
                  </a:lnTo>
                  <a:lnTo>
                    <a:pt x="20269" y="47434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20" y="5638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73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41"/>
                  </a:moveTo>
                  <a:lnTo>
                    <a:pt x="41122" y="23139"/>
                  </a:lnTo>
                  <a:lnTo>
                    <a:pt x="39903" y="22847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398" y="22479"/>
                  </a:lnTo>
                  <a:lnTo>
                    <a:pt x="36322" y="20764"/>
                  </a:lnTo>
                  <a:lnTo>
                    <a:pt x="36233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803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60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" name="object 728" descr=""/>
            <p:cNvSpPr/>
            <p:nvPr/>
          </p:nvSpPr>
          <p:spPr>
            <a:xfrm>
              <a:off x="3884603" y="7304374"/>
              <a:ext cx="29845" cy="53975"/>
            </a:xfrm>
            <a:custGeom>
              <a:avLst/>
              <a:gdLst/>
              <a:ahLst/>
              <a:cxnLst/>
              <a:rect l="l" t="t" r="r" b="b"/>
              <a:pathLst>
                <a:path w="29845" h="53975">
                  <a:moveTo>
                    <a:pt x="29743" y="26711"/>
                  </a:moveTo>
                  <a:lnTo>
                    <a:pt x="6843" y="53422"/>
                  </a:lnTo>
                  <a:lnTo>
                    <a:pt x="0" y="45439"/>
                  </a:lnTo>
                </a:path>
                <a:path w="29845" h="53975">
                  <a:moveTo>
                    <a:pt x="0" y="7983"/>
                  </a:moveTo>
                  <a:lnTo>
                    <a:pt x="6843" y="0"/>
                  </a:lnTo>
                  <a:lnTo>
                    <a:pt x="29743" y="26711"/>
                  </a:lnTo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9" name="object 729" descr=""/>
            <p:cNvSpPr/>
            <p:nvPr/>
          </p:nvSpPr>
          <p:spPr>
            <a:xfrm>
              <a:off x="3885996" y="7307116"/>
              <a:ext cx="26670" cy="47625"/>
            </a:xfrm>
            <a:custGeom>
              <a:avLst/>
              <a:gdLst/>
              <a:ahLst/>
              <a:cxnLst/>
              <a:rect l="l" t="t" r="r" b="b"/>
              <a:pathLst>
                <a:path w="26670" h="47625">
                  <a:moveTo>
                    <a:pt x="10731" y="41287"/>
                  </a:moveTo>
                  <a:lnTo>
                    <a:pt x="10693" y="40386"/>
                  </a:lnTo>
                  <a:lnTo>
                    <a:pt x="9474" y="40093"/>
                  </a:lnTo>
                  <a:lnTo>
                    <a:pt x="6527" y="40284"/>
                  </a:lnTo>
                  <a:lnTo>
                    <a:pt x="5816" y="40551"/>
                  </a:lnTo>
                  <a:lnTo>
                    <a:pt x="5969" y="39725"/>
                  </a:lnTo>
                  <a:lnTo>
                    <a:pt x="5892" y="38011"/>
                  </a:lnTo>
                  <a:lnTo>
                    <a:pt x="5803" y="36296"/>
                  </a:lnTo>
                  <a:lnTo>
                    <a:pt x="5422" y="34912"/>
                  </a:lnTo>
                  <a:lnTo>
                    <a:pt x="4648" y="34963"/>
                  </a:lnTo>
                  <a:lnTo>
                    <a:pt x="4406" y="36372"/>
                  </a:lnTo>
                  <a:lnTo>
                    <a:pt x="4572" y="39827"/>
                  </a:lnTo>
                  <a:lnTo>
                    <a:pt x="4762" y="40589"/>
                  </a:lnTo>
                  <a:lnTo>
                    <a:pt x="4127" y="40424"/>
                  </a:lnTo>
                  <a:lnTo>
                    <a:pt x="2654" y="40525"/>
                  </a:lnTo>
                  <a:lnTo>
                    <a:pt x="1181" y="40614"/>
                  </a:lnTo>
                  <a:lnTo>
                    <a:pt x="0" y="41059"/>
                  </a:lnTo>
                  <a:lnTo>
                    <a:pt x="38" y="41948"/>
                  </a:lnTo>
                  <a:lnTo>
                    <a:pt x="1244" y="42252"/>
                  </a:lnTo>
                  <a:lnTo>
                    <a:pt x="4203" y="42062"/>
                  </a:lnTo>
                  <a:lnTo>
                    <a:pt x="4864" y="41821"/>
                  </a:lnTo>
                  <a:lnTo>
                    <a:pt x="4724" y="42608"/>
                  </a:lnTo>
                  <a:lnTo>
                    <a:pt x="4800" y="44323"/>
                  </a:lnTo>
                  <a:lnTo>
                    <a:pt x="4889" y="46050"/>
                  </a:lnTo>
                  <a:lnTo>
                    <a:pt x="5270" y="47434"/>
                  </a:lnTo>
                  <a:lnTo>
                    <a:pt x="6045" y="47371"/>
                  </a:lnTo>
                  <a:lnTo>
                    <a:pt x="6286" y="45961"/>
                  </a:lnTo>
                  <a:lnTo>
                    <a:pt x="6121" y="42519"/>
                  </a:lnTo>
                  <a:lnTo>
                    <a:pt x="5905" y="41757"/>
                  </a:lnTo>
                  <a:lnTo>
                    <a:pt x="6591" y="41910"/>
                  </a:lnTo>
                  <a:lnTo>
                    <a:pt x="8077" y="41821"/>
                  </a:lnTo>
                  <a:lnTo>
                    <a:pt x="9550" y="41719"/>
                  </a:lnTo>
                  <a:lnTo>
                    <a:pt x="10731" y="41287"/>
                  </a:lnTo>
                  <a:close/>
                </a:path>
                <a:path w="26670" h="47625">
                  <a:moveTo>
                    <a:pt x="11023" y="6375"/>
                  </a:moveTo>
                  <a:lnTo>
                    <a:pt x="10972" y="5473"/>
                  </a:lnTo>
                  <a:lnTo>
                    <a:pt x="9766" y="5181"/>
                  </a:lnTo>
                  <a:lnTo>
                    <a:pt x="6807" y="5372"/>
                  </a:lnTo>
                  <a:lnTo>
                    <a:pt x="6108" y="5626"/>
                  </a:lnTo>
                  <a:lnTo>
                    <a:pt x="6261" y="4813"/>
                  </a:lnTo>
                  <a:lnTo>
                    <a:pt x="6172" y="3098"/>
                  </a:lnTo>
                  <a:lnTo>
                    <a:pt x="6083" y="1384"/>
                  </a:lnTo>
                  <a:lnTo>
                    <a:pt x="5715" y="0"/>
                  </a:lnTo>
                  <a:lnTo>
                    <a:pt x="4940" y="50"/>
                  </a:lnTo>
                  <a:lnTo>
                    <a:pt x="4699" y="1473"/>
                  </a:lnTo>
                  <a:lnTo>
                    <a:pt x="4851" y="4914"/>
                  </a:lnTo>
                  <a:lnTo>
                    <a:pt x="5054" y="5676"/>
                  </a:lnTo>
                  <a:lnTo>
                    <a:pt x="4419" y="5511"/>
                  </a:lnTo>
                  <a:lnTo>
                    <a:pt x="2933" y="5613"/>
                  </a:lnTo>
                  <a:lnTo>
                    <a:pt x="1460" y="5702"/>
                  </a:lnTo>
                  <a:lnTo>
                    <a:pt x="279" y="6146"/>
                  </a:lnTo>
                  <a:lnTo>
                    <a:pt x="317" y="7048"/>
                  </a:lnTo>
                  <a:lnTo>
                    <a:pt x="1536" y="7340"/>
                  </a:lnTo>
                  <a:lnTo>
                    <a:pt x="4483" y="7150"/>
                  </a:lnTo>
                  <a:lnTo>
                    <a:pt x="5143" y="6908"/>
                  </a:lnTo>
                  <a:lnTo>
                    <a:pt x="5003" y="7696"/>
                  </a:lnTo>
                  <a:lnTo>
                    <a:pt x="5092" y="9423"/>
                  </a:lnTo>
                  <a:lnTo>
                    <a:pt x="5181" y="11137"/>
                  </a:lnTo>
                  <a:lnTo>
                    <a:pt x="5549" y="12522"/>
                  </a:lnTo>
                  <a:lnTo>
                    <a:pt x="6324" y="12471"/>
                  </a:lnTo>
                  <a:lnTo>
                    <a:pt x="6565" y="11049"/>
                  </a:lnTo>
                  <a:lnTo>
                    <a:pt x="6413" y="7607"/>
                  </a:lnTo>
                  <a:lnTo>
                    <a:pt x="6197" y="6845"/>
                  </a:lnTo>
                  <a:lnTo>
                    <a:pt x="6883" y="6997"/>
                  </a:lnTo>
                  <a:lnTo>
                    <a:pt x="8356" y="6908"/>
                  </a:lnTo>
                  <a:lnTo>
                    <a:pt x="9829" y="6819"/>
                  </a:lnTo>
                  <a:lnTo>
                    <a:pt x="11023" y="6375"/>
                  </a:lnTo>
                  <a:close/>
                </a:path>
                <a:path w="26670" h="47625">
                  <a:moveTo>
                    <a:pt x="26162" y="24041"/>
                  </a:moveTo>
                  <a:lnTo>
                    <a:pt x="26111" y="23139"/>
                  </a:lnTo>
                  <a:lnTo>
                    <a:pt x="24904" y="22847"/>
                  </a:lnTo>
                  <a:lnTo>
                    <a:pt x="21945" y="23025"/>
                  </a:lnTo>
                  <a:lnTo>
                    <a:pt x="21247" y="23291"/>
                  </a:lnTo>
                  <a:lnTo>
                    <a:pt x="21399" y="22479"/>
                  </a:lnTo>
                  <a:lnTo>
                    <a:pt x="21310" y="20764"/>
                  </a:lnTo>
                  <a:lnTo>
                    <a:pt x="21234" y="19050"/>
                  </a:lnTo>
                  <a:lnTo>
                    <a:pt x="20853" y="17665"/>
                  </a:lnTo>
                  <a:lnTo>
                    <a:pt x="20078" y="17716"/>
                  </a:lnTo>
                  <a:lnTo>
                    <a:pt x="19837" y="19126"/>
                  </a:lnTo>
                  <a:lnTo>
                    <a:pt x="19989" y="22567"/>
                  </a:lnTo>
                  <a:lnTo>
                    <a:pt x="20193" y="23342"/>
                  </a:lnTo>
                  <a:lnTo>
                    <a:pt x="19558" y="23177"/>
                  </a:lnTo>
                  <a:lnTo>
                    <a:pt x="18084" y="23266"/>
                  </a:lnTo>
                  <a:lnTo>
                    <a:pt x="16598" y="23368"/>
                  </a:lnTo>
                  <a:lnTo>
                    <a:pt x="15417" y="23799"/>
                  </a:lnTo>
                  <a:lnTo>
                    <a:pt x="15468" y="24701"/>
                  </a:lnTo>
                  <a:lnTo>
                    <a:pt x="16675" y="24993"/>
                  </a:lnTo>
                  <a:lnTo>
                    <a:pt x="19634" y="24815"/>
                  </a:lnTo>
                  <a:lnTo>
                    <a:pt x="20281" y="24574"/>
                  </a:lnTo>
                  <a:lnTo>
                    <a:pt x="20142" y="25361"/>
                  </a:lnTo>
                  <a:lnTo>
                    <a:pt x="20231" y="27076"/>
                  </a:lnTo>
                  <a:lnTo>
                    <a:pt x="20320" y="28803"/>
                  </a:lnTo>
                  <a:lnTo>
                    <a:pt x="20688" y="30175"/>
                  </a:lnTo>
                  <a:lnTo>
                    <a:pt x="21463" y="30124"/>
                  </a:lnTo>
                  <a:lnTo>
                    <a:pt x="21704" y="28714"/>
                  </a:lnTo>
                  <a:lnTo>
                    <a:pt x="21551" y="25273"/>
                  </a:lnTo>
                  <a:lnTo>
                    <a:pt x="21336" y="24511"/>
                  </a:lnTo>
                  <a:lnTo>
                    <a:pt x="22021" y="24663"/>
                  </a:lnTo>
                  <a:lnTo>
                    <a:pt x="23495" y="24574"/>
                  </a:lnTo>
                  <a:lnTo>
                    <a:pt x="24968" y="24472"/>
                  </a:lnTo>
                  <a:lnTo>
                    <a:pt x="26162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" name="object 730" descr=""/>
            <p:cNvSpPr/>
            <p:nvPr/>
          </p:nvSpPr>
          <p:spPr>
            <a:xfrm>
              <a:off x="3938222" y="726884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1" name="object 731" descr=""/>
            <p:cNvSpPr/>
            <p:nvPr/>
          </p:nvSpPr>
          <p:spPr>
            <a:xfrm>
              <a:off x="3940670" y="7271594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16" y="23050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22" y="17411"/>
                  </a:lnTo>
                  <a:lnTo>
                    <a:pt x="4648" y="17462"/>
                  </a:lnTo>
                  <a:lnTo>
                    <a:pt x="4406" y="18872"/>
                  </a:lnTo>
                  <a:lnTo>
                    <a:pt x="4572" y="22326"/>
                  </a:lnTo>
                  <a:lnTo>
                    <a:pt x="4762" y="23088"/>
                  </a:lnTo>
                  <a:lnTo>
                    <a:pt x="4127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00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21" y="25019"/>
                  </a:lnTo>
                  <a:lnTo>
                    <a:pt x="5905" y="24257"/>
                  </a:lnTo>
                  <a:lnTo>
                    <a:pt x="6591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75"/>
                  </a:moveTo>
                  <a:lnTo>
                    <a:pt x="25692" y="40386"/>
                  </a:lnTo>
                  <a:lnTo>
                    <a:pt x="24472" y="40093"/>
                  </a:lnTo>
                  <a:lnTo>
                    <a:pt x="21526" y="40271"/>
                  </a:lnTo>
                  <a:lnTo>
                    <a:pt x="20815" y="40538"/>
                  </a:lnTo>
                  <a:lnTo>
                    <a:pt x="20967" y="39725"/>
                  </a:lnTo>
                  <a:lnTo>
                    <a:pt x="20891" y="38011"/>
                  </a:lnTo>
                  <a:lnTo>
                    <a:pt x="20802" y="36283"/>
                  </a:lnTo>
                  <a:lnTo>
                    <a:pt x="20421" y="34912"/>
                  </a:lnTo>
                  <a:lnTo>
                    <a:pt x="19646" y="34963"/>
                  </a:lnTo>
                  <a:lnTo>
                    <a:pt x="19405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26" y="40424"/>
                  </a:lnTo>
                  <a:lnTo>
                    <a:pt x="17653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62"/>
                  </a:lnTo>
                  <a:lnTo>
                    <a:pt x="19862" y="41821"/>
                  </a:lnTo>
                  <a:lnTo>
                    <a:pt x="19723" y="42608"/>
                  </a:lnTo>
                  <a:lnTo>
                    <a:pt x="19812" y="44323"/>
                  </a:lnTo>
                  <a:lnTo>
                    <a:pt x="19888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20" y="42519"/>
                  </a:lnTo>
                  <a:lnTo>
                    <a:pt x="20904" y="41744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49" y="41719"/>
                  </a:lnTo>
                  <a:lnTo>
                    <a:pt x="25730" y="41275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71" y="5473"/>
                  </a:lnTo>
                  <a:lnTo>
                    <a:pt x="24765" y="5181"/>
                  </a:lnTo>
                  <a:lnTo>
                    <a:pt x="21805" y="5372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70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50" y="4914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00"/>
                  </a:lnTo>
                  <a:lnTo>
                    <a:pt x="16459" y="5702"/>
                  </a:lnTo>
                  <a:lnTo>
                    <a:pt x="15278" y="6146"/>
                  </a:lnTo>
                  <a:lnTo>
                    <a:pt x="15316" y="7035"/>
                  </a:lnTo>
                  <a:lnTo>
                    <a:pt x="16535" y="7340"/>
                  </a:lnTo>
                  <a:lnTo>
                    <a:pt x="19494" y="7150"/>
                  </a:lnTo>
                  <a:lnTo>
                    <a:pt x="20142" y="6908"/>
                  </a:lnTo>
                  <a:lnTo>
                    <a:pt x="20015" y="7696"/>
                  </a:lnTo>
                  <a:lnTo>
                    <a:pt x="20091" y="9410"/>
                  </a:lnTo>
                  <a:lnTo>
                    <a:pt x="20180" y="11137"/>
                  </a:lnTo>
                  <a:lnTo>
                    <a:pt x="20548" y="12509"/>
                  </a:lnTo>
                  <a:lnTo>
                    <a:pt x="21323" y="12458"/>
                  </a:lnTo>
                  <a:lnTo>
                    <a:pt x="21564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55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44" y="23025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09" y="20764"/>
                  </a:lnTo>
                  <a:lnTo>
                    <a:pt x="36233" y="19037"/>
                  </a:lnTo>
                  <a:lnTo>
                    <a:pt x="35852" y="17653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16" y="23799"/>
                  </a:lnTo>
                  <a:lnTo>
                    <a:pt x="30467" y="24701"/>
                  </a:lnTo>
                  <a:lnTo>
                    <a:pt x="31673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29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60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493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" name="object 732" descr=""/>
            <p:cNvSpPr/>
            <p:nvPr/>
          </p:nvSpPr>
          <p:spPr>
            <a:xfrm>
              <a:off x="3984739" y="726884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3" name="object 733" descr=""/>
            <p:cNvSpPr/>
            <p:nvPr/>
          </p:nvSpPr>
          <p:spPr>
            <a:xfrm>
              <a:off x="3987177" y="7271594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706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25"/>
                  </a:lnTo>
                  <a:lnTo>
                    <a:pt x="1193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20"/>
                  </a:lnTo>
                  <a:lnTo>
                    <a:pt x="4737" y="25107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83" y="29933"/>
                  </a:lnTo>
                  <a:lnTo>
                    <a:pt x="6057" y="29870"/>
                  </a:lnTo>
                  <a:lnTo>
                    <a:pt x="6299" y="28460"/>
                  </a:lnTo>
                  <a:lnTo>
                    <a:pt x="6134" y="25019"/>
                  </a:lnTo>
                  <a:lnTo>
                    <a:pt x="5918" y="24244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63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904" y="38011"/>
                  </a:lnTo>
                  <a:lnTo>
                    <a:pt x="20815" y="36283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14"/>
                  </a:lnTo>
                  <a:lnTo>
                    <a:pt x="19786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92" y="40614"/>
                  </a:lnTo>
                  <a:lnTo>
                    <a:pt x="14998" y="41046"/>
                  </a:lnTo>
                  <a:lnTo>
                    <a:pt x="15049" y="41948"/>
                  </a:lnTo>
                  <a:lnTo>
                    <a:pt x="16256" y="42240"/>
                  </a:lnTo>
                  <a:lnTo>
                    <a:pt x="19215" y="42062"/>
                  </a:lnTo>
                  <a:lnTo>
                    <a:pt x="19875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88" y="41821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35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72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35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93" y="11137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35" y="6375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26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45" y="19037"/>
                  </a:lnTo>
                  <a:lnTo>
                    <a:pt x="35864" y="17653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96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45" y="24803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60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" name="object 734" descr=""/>
            <p:cNvSpPr/>
            <p:nvPr/>
          </p:nvSpPr>
          <p:spPr>
            <a:xfrm>
              <a:off x="4035300" y="734192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5" name="object 735" descr=""/>
            <p:cNvSpPr/>
            <p:nvPr/>
          </p:nvSpPr>
          <p:spPr>
            <a:xfrm>
              <a:off x="4037736" y="7344670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706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905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84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25"/>
                  </a:lnTo>
                  <a:lnTo>
                    <a:pt x="1193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76" y="24320"/>
                  </a:lnTo>
                  <a:lnTo>
                    <a:pt x="4737" y="25107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83" y="29933"/>
                  </a:lnTo>
                  <a:lnTo>
                    <a:pt x="6057" y="29870"/>
                  </a:lnTo>
                  <a:lnTo>
                    <a:pt x="6299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89" y="24320"/>
                  </a:lnTo>
                  <a:lnTo>
                    <a:pt x="9563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39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904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14"/>
                  </a:lnTo>
                  <a:lnTo>
                    <a:pt x="19786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92" y="40614"/>
                  </a:lnTo>
                  <a:lnTo>
                    <a:pt x="15011" y="41046"/>
                  </a:lnTo>
                  <a:lnTo>
                    <a:pt x="15049" y="41948"/>
                  </a:lnTo>
                  <a:lnTo>
                    <a:pt x="16268" y="42240"/>
                  </a:lnTo>
                  <a:lnTo>
                    <a:pt x="19215" y="42049"/>
                  </a:lnTo>
                  <a:lnTo>
                    <a:pt x="19875" y="41808"/>
                  </a:lnTo>
                  <a:lnTo>
                    <a:pt x="19735" y="42608"/>
                  </a:lnTo>
                  <a:lnTo>
                    <a:pt x="19824" y="44323"/>
                  </a:lnTo>
                  <a:lnTo>
                    <a:pt x="19900" y="46050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88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35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72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107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57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35"/>
                  </a:lnTo>
                  <a:lnTo>
                    <a:pt x="16548" y="7340"/>
                  </a:lnTo>
                  <a:lnTo>
                    <a:pt x="19507" y="7150"/>
                  </a:lnTo>
                  <a:lnTo>
                    <a:pt x="20154" y="6908"/>
                  </a:lnTo>
                  <a:lnTo>
                    <a:pt x="20027" y="7696"/>
                  </a:lnTo>
                  <a:lnTo>
                    <a:pt x="20104" y="9410"/>
                  </a:lnTo>
                  <a:lnTo>
                    <a:pt x="20193" y="11137"/>
                  </a:lnTo>
                  <a:lnTo>
                    <a:pt x="20561" y="12522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35" y="6375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26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45" y="19037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96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80" y="24701"/>
                  </a:lnTo>
                  <a:lnTo>
                    <a:pt x="31686" y="24993"/>
                  </a:lnTo>
                  <a:lnTo>
                    <a:pt x="34645" y="24803"/>
                  </a:lnTo>
                  <a:lnTo>
                    <a:pt x="35293" y="24574"/>
                  </a:lnTo>
                  <a:lnTo>
                    <a:pt x="35166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60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92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" name="object 736" descr=""/>
            <p:cNvSpPr/>
            <p:nvPr/>
          </p:nvSpPr>
          <p:spPr>
            <a:xfrm>
              <a:off x="4057941" y="737745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7" name="object 737" descr=""/>
            <p:cNvSpPr/>
            <p:nvPr/>
          </p:nvSpPr>
          <p:spPr>
            <a:xfrm>
              <a:off x="4060380" y="738019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20"/>
                  </a:lnTo>
                  <a:lnTo>
                    <a:pt x="4737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63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92" y="40614"/>
                  </a:lnTo>
                  <a:lnTo>
                    <a:pt x="14998" y="41059"/>
                  </a:lnTo>
                  <a:lnTo>
                    <a:pt x="15049" y="41948"/>
                  </a:lnTo>
                  <a:lnTo>
                    <a:pt x="16256" y="42252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35"/>
                  </a:lnTo>
                  <a:lnTo>
                    <a:pt x="19900" y="46050"/>
                  </a:lnTo>
                  <a:lnTo>
                    <a:pt x="20281" y="47434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44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72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73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73" y="24041"/>
                  </a:moveTo>
                  <a:lnTo>
                    <a:pt x="41122" y="23139"/>
                  </a:lnTo>
                  <a:lnTo>
                    <a:pt x="39916" y="22847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33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45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803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73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8" name="object 738" descr=""/>
            <p:cNvSpPr/>
            <p:nvPr/>
          </p:nvSpPr>
          <p:spPr>
            <a:xfrm>
              <a:off x="4105064" y="737745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9" name="object 739" descr=""/>
            <p:cNvSpPr/>
            <p:nvPr/>
          </p:nvSpPr>
          <p:spPr>
            <a:xfrm>
              <a:off x="4107510" y="7380192"/>
              <a:ext cx="20955" cy="47625"/>
            </a:xfrm>
            <a:custGeom>
              <a:avLst/>
              <a:gdLst/>
              <a:ahLst/>
              <a:cxnLst/>
              <a:rect l="l" t="t" r="r" b="b"/>
              <a:pathLst>
                <a:path w="20954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27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20"/>
                  </a:lnTo>
                  <a:lnTo>
                    <a:pt x="4813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31" y="23787"/>
                  </a:lnTo>
                  <a:close/>
                </a:path>
                <a:path w="20954" h="47625">
                  <a:moveTo>
                    <a:pt x="20408" y="34912"/>
                  </a:moveTo>
                  <a:lnTo>
                    <a:pt x="19418" y="34912"/>
                  </a:lnTo>
                  <a:lnTo>
                    <a:pt x="19418" y="40500"/>
                  </a:lnTo>
                  <a:lnTo>
                    <a:pt x="19138" y="40424"/>
                  </a:lnTo>
                  <a:lnTo>
                    <a:pt x="17653" y="40513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48"/>
                  </a:lnTo>
                  <a:lnTo>
                    <a:pt x="16256" y="42252"/>
                  </a:lnTo>
                  <a:lnTo>
                    <a:pt x="19202" y="42062"/>
                  </a:lnTo>
                  <a:lnTo>
                    <a:pt x="19723" y="41871"/>
                  </a:lnTo>
                  <a:lnTo>
                    <a:pt x="19723" y="47434"/>
                  </a:lnTo>
                  <a:lnTo>
                    <a:pt x="20408" y="47434"/>
                  </a:lnTo>
                  <a:lnTo>
                    <a:pt x="20408" y="41910"/>
                  </a:lnTo>
                  <a:lnTo>
                    <a:pt x="20408" y="41198"/>
                  </a:lnTo>
                  <a:lnTo>
                    <a:pt x="20408" y="40093"/>
                  </a:lnTo>
                  <a:lnTo>
                    <a:pt x="20408" y="34912"/>
                  </a:lnTo>
                  <a:close/>
                </a:path>
                <a:path w="20954" h="47625">
                  <a:moveTo>
                    <a:pt x="20408" y="0"/>
                  </a:moveTo>
                  <a:lnTo>
                    <a:pt x="19697" y="0"/>
                  </a:lnTo>
                  <a:lnTo>
                    <a:pt x="19697" y="5511"/>
                  </a:lnTo>
                  <a:lnTo>
                    <a:pt x="15278" y="5511"/>
                  </a:lnTo>
                  <a:lnTo>
                    <a:pt x="15278" y="7340"/>
                  </a:lnTo>
                  <a:lnTo>
                    <a:pt x="20015" y="7340"/>
                  </a:lnTo>
                  <a:lnTo>
                    <a:pt x="20015" y="12522"/>
                  </a:lnTo>
                  <a:lnTo>
                    <a:pt x="20408" y="12522"/>
                  </a:lnTo>
                  <a:lnTo>
                    <a:pt x="20408" y="7340"/>
                  </a:lnTo>
                  <a:lnTo>
                    <a:pt x="20408" y="6286"/>
                  </a:lnTo>
                  <a:lnTo>
                    <a:pt x="20408" y="5511"/>
                  </a:lnTo>
                  <a:lnTo>
                    <a:pt x="20408" y="0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" name="object 740" descr=""/>
            <p:cNvSpPr/>
            <p:nvPr/>
          </p:nvSpPr>
          <p:spPr>
            <a:xfrm>
              <a:off x="4012142" y="737745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1" name="object 741" descr=""/>
            <p:cNvSpPr/>
            <p:nvPr/>
          </p:nvSpPr>
          <p:spPr>
            <a:xfrm>
              <a:off x="4014584" y="738019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692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48"/>
                  </a:lnTo>
                  <a:lnTo>
                    <a:pt x="16256" y="42252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35"/>
                  </a:lnTo>
                  <a:lnTo>
                    <a:pt x="19900" y="46050"/>
                  </a:lnTo>
                  <a:lnTo>
                    <a:pt x="20269" y="47434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07" y="5638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73"/>
                  </a:lnTo>
                  <a:lnTo>
                    <a:pt x="19862" y="4914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49"/>
                  </a:lnTo>
                  <a:lnTo>
                    <a:pt x="21412" y="7607"/>
                  </a:lnTo>
                  <a:lnTo>
                    <a:pt x="21196" y="6832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41"/>
                  </a:moveTo>
                  <a:lnTo>
                    <a:pt x="41122" y="23139"/>
                  </a:lnTo>
                  <a:lnTo>
                    <a:pt x="39903" y="22847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398" y="22479"/>
                  </a:lnTo>
                  <a:lnTo>
                    <a:pt x="36322" y="20764"/>
                  </a:lnTo>
                  <a:lnTo>
                    <a:pt x="36233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803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60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" name="object 742" descr=""/>
            <p:cNvSpPr/>
            <p:nvPr/>
          </p:nvSpPr>
          <p:spPr>
            <a:xfrm>
              <a:off x="4081816" y="734192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3" name="object 743" descr=""/>
            <p:cNvSpPr/>
            <p:nvPr/>
          </p:nvSpPr>
          <p:spPr>
            <a:xfrm>
              <a:off x="4084256" y="7344670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20"/>
                  </a:lnTo>
                  <a:lnTo>
                    <a:pt x="4737" y="25107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63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14"/>
                  </a:lnTo>
                  <a:lnTo>
                    <a:pt x="19786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49" y="41948"/>
                  </a:lnTo>
                  <a:lnTo>
                    <a:pt x="16256" y="42240"/>
                  </a:lnTo>
                  <a:lnTo>
                    <a:pt x="19215" y="42049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50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44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35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26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33" y="19037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60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" name="object 744" descr=""/>
            <p:cNvSpPr/>
            <p:nvPr/>
          </p:nvSpPr>
          <p:spPr>
            <a:xfrm>
              <a:off x="4128333" y="734192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5" name="object 745" descr=""/>
            <p:cNvSpPr/>
            <p:nvPr/>
          </p:nvSpPr>
          <p:spPr>
            <a:xfrm>
              <a:off x="4035300" y="726884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6" name="object 746" descr=""/>
            <p:cNvSpPr/>
            <p:nvPr/>
          </p:nvSpPr>
          <p:spPr>
            <a:xfrm>
              <a:off x="4037736" y="7271594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706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905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84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25"/>
                  </a:lnTo>
                  <a:lnTo>
                    <a:pt x="1193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76" y="24320"/>
                  </a:lnTo>
                  <a:lnTo>
                    <a:pt x="4737" y="25107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83" y="29933"/>
                  </a:lnTo>
                  <a:lnTo>
                    <a:pt x="6057" y="29870"/>
                  </a:lnTo>
                  <a:lnTo>
                    <a:pt x="6299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89" y="24320"/>
                  </a:lnTo>
                  <a:lnTo>
                    <a:pt x="9563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39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904" y="38011"/>
                  </a:lnTo>
                  <a:lnTo>
                    <a:pt x="20815" y="36283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14"/>
                  </a:lnTo>
                  <a:lnTo>
                    <a:pt x="19786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92" y="40614"/>
                  </a:lnTo>
                  <a:lnTo>
                    <a:pt x="15011" y="41046"/>
                  </a:lnTo>
                  <a:lnTo>
                    <a:pt x="15049" y="41948"/>
                  </a:lnTo>
                  <a:lnTo>
                    <a:pt x="16268" y="42240"/>
                  </a:lnTo>
                  <a:lnTo>
                    <a:pt x="19215" y="42062"/>
                  </a:lnTo>
                  <a:lnTo>
                    <a:pt x="19875" y="41821"/>
                  </a:lnTo>
                  <a:lnTo>
                    <a:pt x="19735" y="42608"/>
                  </a:lnTo>
                  <a:lnTo>
                    <a:pt x="19824" y="44323"/>
                  </a:lnTo>
                  <a:lnTo>
                    <a:pt x="19900" y="46037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88" y="41821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35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72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107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57" y="5600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35"/>
                  </a:lnTo>
                  <a:lnTo>
                    <a:pt x="16548" y="7340"/>
                  </a:lnTo>
                  <a:lnTo>
                    <a:pt x="19507" y="7150"/>
                  </a:lnTo>
                  <a:lnTo>
                    <a:pt x="20154" y="6908"/>
                  </a:lnTo>
                  <a:lnTo>
                    <a:pt x="20027" y="7696"/>
                  </a:lnTo>
                  <a:lnTo>
                    <a:pt x="20104" y="9410"/>
                  </a:lnTo>
                  <a:lnTo>
                    <a:pt x="20193" y="11137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35" y="6375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26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45" y="19037"/>
                  </a:lnTo>
                  <a:lnTo>
                    <a:pt x="35864" y="17653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96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80" y="24701"/>
                  </a:lnTo>
                  <a:lnTo>
                    <a:pt x="31686" y="24993"/>
                  </a:lnTo>
                  <a:lnTo>
                    <a:pt x="34645" y="24803"/>
                  </a:lnTo>
                  <a:lnTo>
                    <a:pt x="35293" y="24574"/>
                  </a:lnTo>
                  <a:lnTo>
                    <a:pt x="35166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60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92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" name="object 747" descr=""/>
            <p:cNvSpPr/>
            <p:nvPr/>
          </p:nvSpPr>
          <p:spPr>
            <a:xfrm>
              <a:off x="4057941" y="730437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8" name="object 748" descr=""/>
            <p:cNvSpPr/>
            <p:nvPr/>
          </p:nvSpPr>
          <p:spPr>
            <a:xfrm>
              <a:off x="4060380" y="7307116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20"/>
                  </a:lnTo>
                  <a:lnTo>
                    <a:pt x="4737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63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25"/>
                  </a:lnTo>
                  <a:lnTo>
                    <a:pt x="16192" y="40614"/>
                  </a:lnTo>
                  <a:lnTo>
                    <a:pt x="14998" y="41059"/>
                  </a:lnTo>
                  <a:lnTo>
                    <a:pt x="15049" y="41948"/>
                  </a:lnTo>
                  <a:lnTo>
                    <a:pt x="16256" y="42252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50"/>
                  </a:lnTo>
                  <a:lnTo>
                    <a:pt x="20281" y="47434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44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72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73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73" y="24041"/>
                  </a:moveTo>
                  <a:lnTo>
                    <a:pt x="41122" y="23139"/>
                  </a:lnTo>
                  <a:lnTo>
                    <a:pt x="39916" y="22847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33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45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803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73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" name="object 749" descr=""/>
            <p:cNvSpPr/>
            <p:nvPr/>
          </p:nvSpPr>
          <p:spPr>
            <a:xfrm>
              <a:off x="4105064" y="730437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0" name="object 750" descr=""/>
            <p:cNvSpPr/>
            <p:nvPr/>
          </p:nvSpPr>
          <p:spPr>
            <a:xfrm>
              <a:off x="4107510" y="7307116"/>
              <a:ext cx="20955" cy="47625"/>
            </a:xfrm>
            <a:custGeom>
              <a:avLst/>
              <a:gdLst/>
              <a:ahLst/>
              <a:cxnLst/>
              <a:rect l="l" t="t" r="r" b="b"/>
              <a:pathLst>
                <a:path w="20954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27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20"/>
                  </a:lnTo>
                  <a:lnTo>
                    <a:pt x="4813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31" y="23787"/>
                  </a:lnTo>
                  <a:close/>
                </a:path>
                <a:path w="20954" h="47625">
                  <a:moveTo>
                    <a:pt x="20408" y="34912"/>
                  </a:moveTo>
                  <a:lnTo>
                    <a:pt x="19418" y="34912"/>
                  </a:lnTo>
                  <a:lnTo>
                    <a:pt x="19418" y="40500"/>
                  </a:lnTo>
                  <a:lnTo>
                    <a:pt x="19138" y="40424"/>
                  </a:lnTo>
                  <a:lnTo>
                    <a:pt x="17653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48"/>
                  </a:lnTo>
                  <a:lnTo>
                    <a:pt x="16256" y="42252"/>
                  </a:lnTo>
                  <a:lnTo>
                    <a:pt x="19202" y="42062"/>
                  </a:lnTo>
                  <a:lnTo>
                    <a:pt x="19723" y="41871"/>
                  </a:lnTo>
                  <a:lnTo>
                    <a:pt x="19723" y="47434"/>
                  </a:lnTo>
                  <a:lnTo>
                    <a:pt x="20408" y="47434"/>
                  </a:lnTo>
                  <a:lnTo>
                    <a:pt x="20408" y="41910"/>
                  </a:lnTo>
                  <a:lnTo>
                    <a:pt x="20408" y="41198"/>
                  </a:lnTo>
                  <a:lnTo>
                    <a:pt x="20408" y="40093"/>
                  </a:lnTo>
                  <a:lnTo>
                    <a:pt x="20408" y="34912"/>
                  </a:lnTo>
                  <a:close/>
                </a:path>
                <a:path w="20954" h="47625">
                  <a:moveTo>
                    <a:pt x="20408" y="0"/>
                  </a:moveTo>
                  <a:lnTo>
                    <a:pt x="19697" y="0"/>
                  </a:lnTo>
                  <a:lnTo>
                    <a:pt x="19697" y="5511"/>
                  </a:lnTo>
                  <a:lnTo>
                    <a:pt x="15278" y="5511"/>
                  </a:lnTo>
                  <a:lnTo>
                    <a:pt x="15278" y="7340"/>
                  </a:lnTo>
                  <a:lnTo>
                    <a:pt x="20015" y="7340"/>
                  </a:lnTo>
                  <a:lnTo>
                    <a:pt x="20015" y="12522"/>
                  </a:lnTo>
                  <a:lnTo>
                    <a:pt x="20408" y="12522"/>
                  </a:lnTo>
                  <a:lnTo>
                    <a:pt x="20408" y="7340"/>
                  </a:lnTo>
                  <a:lnTo>
                    <a:pt x="20408" y="6286"/>
                  </a:lnTo>
                  <a:lnTo>
                    <a:pt x="20408" y="5511"/>
                  </a:lnTo>
                  <a:lnTo>
                    <a:pt x="20408" y="0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" name="object 751" descr=""/>
            <p:cNvSpPr/>
            <p:nvPr/>
          </p:nvSpPr>
          <p:spPr>
            <a:xfrm>
              <a:off x="4012142" y="730437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2" name="object 752" descr=""/>
            <p:cNvSpPr/>
            <p:nvPr/>
          </p:nvSpPr>
          <p:spPr>
            <a:xfrm>
              <a:off x="4014584" y="7307116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692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48"/>
                  </a:lnTo>
                  <a:lnTo>
                    <a:pt x="16256" y="42252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50"/>
                  </a:lnTo>
                  <a:lnTo>
                    <a:pt x="20269" y="47434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07" y="5638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73"/>
                  </a:lnTo>
                  <a:lnTo>
                    <a:pt x="19862" y="4914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49"/>
                  </a:lnTo>
                  <a:lnTo>
                    <a:pt x="21412" y="7607"/>
                  </a:lnTo>
                  <a:lnTo>
                    <a:pt x="21196" y="6832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41"/>
                  </a:moveTo>
                  <a:lnTo>
                    <a:pt x="41122" y="23139"/>
                  </a:lnTo>
                  <a:lnTo>
                    <a:pt x="39903" y="22847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398" y="22479"/>
                  </a:lnTo>
                  <a:lnTo>
                    <a:pt x="36322" y="20764"/>
                  </a:lnTo>
                  <a:lnTo>
                    <a:pt x="36233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803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60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" name="object 753" descr=""/>
            <p:cNvSpPr/>
            <p:nvPr/>
          </p:nvSpPr>
          <p:spPr>
            <a:xfrm>
              <a:off x="4081816" y="726884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4" name="object 754" descr=""/>
            <p:cNvSpPr/>
            <p:nvPr/>
          </p:nvSpPr>
          <p:spPr>
            <a:xfrm>
              <a:off x="4084256" y="7271594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20"/>
                  </a:lnTo>
                  <a:lnTo>
                    <a:pt x="4737" y="25107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63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83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14"/>
                  </a:lnTo>
                  <a:lnTo>
                    <a:pt x="19786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49" y="41948"/>
                  </a:lnTo>
                  <a:lnTo>
                    <a:pt x="16256" y="42240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44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35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80" y="11137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26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33" y="19037"/>
                  </a:lnTo>
                  <a:lnTo>
                    <a:pt x="35864" y="17653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60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" name="object 755" descr=""/>
            <p:cNvSpPr/>
            <p:nvPr/>
          </p:nvSpPr>
          <p:spPr>
            <a:xfrm>
              <a:off x="4128333" y="726884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6" name="object 756" descr=""/>
            <p:cNvSpPr/>
            <p:nvPr/>
          </p:nvSpPr>
          <p:spPr>
            <a:xfrm>
              <a:off x="3891705" y="748824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7" name="object 757" descr=""/>
            <p:cNvSpPr/>
            <p:nvPr/>
          </p:nvSpPr>
          <p:spPr>
            <a:xfrm>
              <a:off x="3894150" y="7490986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69" y="22237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20"/>
                  </a:lnTo>
                  <a:lnTo>
                    <a:pt x="4813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87"/>
                  </a:moveTo>
                  <a:lnTo>
                    <a:pt x="25692" y="40386"/>
                  </a:lnTo>
                  <a:lnTo>
                    <a:pt x="24472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02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53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48"/>
                  </a:lnTo>
                  <a:lnTo>
                    <a:pt x="16256" y="42252"/>
                  </a:lnTo>
                  <a:lnTo>
                    <a:pt x="19202" y="42062"/>
                  </a:lnTo>
                  <a:lnTo>
                    <a:pt x="19862" y="41821"/>
                  </a:lnTo>
                  <a:lnTo>
                    <a:pt x="19723" y="42608"/>
                  </a:lnTo>
                  <a:lnTo>
                    <a:pt x="19812" y="44335"/>
                  </a:lnTo>
                  <a:lnTo>
                    <a:pt x="19888" y="46050"/>
                  </a:lnTo>
                  <a:lnTo>
                    <a:pt x="20269" y="47434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49" y="41719"/>
                  </a:lnTo>
                  <a:lnTo>
                    <a:pt x="25730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07" y="5638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73"/>
                  </a:lnTo>
                  <a:lnTo>
                    <a:pt x="19862" y="4914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35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708"/>
                  </a:lnTo>
                  <a:lnTo>
                    <a:pt x="20091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41"/>
                  </a:moveTo>
                  <a:lnTo>
                    <a:pt x="41122" y="23139"/>
                  </a:lnTo>
                  <a:lnTo>
                    <a:pt x="39903" y="22847"/>
                  </a:lnTo>
                  <a:lnTo>
                    <a:pt x="36957" y="23025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22" y="20764"/>
                  </a:lnTo>
                  <a:lnTo>
                    <a:pt x="36233" y="19050"/>
                  </a:lnTo>
                  <a:lnTo>
                    <a:pt x="35852" y="17665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812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803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73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60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" name="object 758" descr=""/>
            <p:cNvSpPr/>
            <p:nvPr/>
          </p:nvSpPr>
          <p:spPr>
            <a:xfrm>
              <a:off x="3914346" y="752377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9" name="object 759" descr=""/>
            <p:cNvSpPr/>
            <p:nvPr/>
          </p:nvSpPr>
          <p:spPr>
            <a:xfrm>
              <a:off x="3916794" y="7526508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16" y="23050"/>
                  </a:lnTo>
                  <a:lnTo>
                    <a:pt x="5969" y="22237"/>
                  </a:lnTo>
                  <a:lnTo>
                    <a:pt x="5892" y="20523"/>
                  </a:lnTo>
                  <a:lnTo>
                    <a:pt x="5803" y="18796"/>
                  </a:lnTo>
                  <a:lnTo>
                    <a:pt x="5422" y="17411"/>
                  </a:lnTo>
                  <a:lnTo>
                    <a:pt x="4648" y="17475"/>
                  </a:lnTo>
                  <a:lnTo>
                    <a:pt x="4406" y="18884"/>
                  </a:lnTo>
                  <a:lnTo>
                    <a:pt x="4572" y="22326"/>
                  </a:lnTo>
                  <a:lnTo>
                    <a:pt x="4775" y="23101"/>
                  </a:lnTo>
                  <a:lnTo>
                    <a:pt x="4127" y="22936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20"/>
                  </a:lnTo>
                  <a:lnTo>
                    <a:pt x="4813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73"/>
                  </a:lnTo>
                  <a:lnTo>
                    <a:pt x="6121" y="25019"/>
                  </a:lnTo>
                  <a:lnTo>
                    <a:pt x="5905" y="24269"/>
                  </a:lnTo>
                  <a:lnTo>
                    <a:pt x="6591" y="24422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87"/>
                  </a:moveTo>
                  <a:lnTo>
                    <a:pt x="25692" y="40386"/>
                  </a:lnTo>
                  <a:lnTo>
                    <a:pt x="24472" y="40093"/>
                  </a:lnTo>
                  <a:lnTo>
                    <a:pt x="21526" y="40284"/>
                  </a:lnTo>
                  <a:lnTo>
                    <a:pt x="20828" y="40551"/>
                  </a:lnTo>
                  <a:lnTo>
                    <a:pt x="20967" y="39725"/>
                  </a:lnTo>
                  <a:lnTo>
                    <a:pt x="20891" y="38011"/>
                  </a:lnTo>
                  <a:lnTo>
                    <a:pt x="20802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85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26" y="40424"/>
                  </a:lnTo>
                  <a:lnTo>
                    <a:pt x="17653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60"/>
                  </a:lnTo>
                  <a:lnTo>
                    <a:pt x="16256" y="42252"/>
                  </a:lnTo>
                  <a:lnTo>
                    <a:pt x="19202" y="42062"/>
                  </a:lnTo>
                  <a:lnTo>
                    <a:pt x="19862" y="41821"/>
                  </a:lnTo>
                  <a:lnTo>
                    <a:pt x="19723" y="42621"/>
                  </a:lnTo>
                  <a:lnTo>
                    <a:pt x="19812" y="44335"/>
                  </a:lnTo>
                  <a:lnTo>
                    <a:pt x="19888" y="46050"/>
                  </a:lnTo>
                  <a:lnTo>
                    <a:pt x="20269" y="47434"/>
                  </a:lnTo>
                  <a:lnTo>
                    <a:pt x="21043" y="47383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49" y="41732"/>
                  </a:lnTo>
                  <a:lnTo>
                    <a:pt x="25730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71" y="5473"/>
                  </a:lnTo>
                  <a:lnTo>
                    <a:pt x="24765" y="5181"/>
                  </a:lnTo>
                  <a:lnTo>
                    <a:pt x="21805" y="5372"/>
                  </a:lnTo>
                  <a:lnTo>
                    <a:pt x="21107" y="5638"/>
                  </a:lnTo>
                  <a:lnTo>
                    <a:pt x="21259" y="4826"/>
                  </a:lnTo>
                  <a:lnTo>
                    <a:pt x="21170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73"/>
                  </a:lnTo>
                  <a:lnTo>
                    <a:pt x="19850" y="4914"/>
                  </a:lnTo>
                  <a:lnTo>
                    <a:pt x="20053" y="5689"/>
                  </a:lnTo>
                  <a:lnTo>
                    <a:pt x="19418" y="5524"/>
                  </a:lnTo>
                  <a:lnTo>
                    <a:pt x="17945" y="5613"/>
                  </a:lnTo>
                  <a:lnTo>
                    <a:pt x="16459" y="5702"/>
                  </a:lnTo>
                  <a:lnTo>
                    <a:pt x="15278" y="6146"/>
                  </a:lnTo>
                  <a:lnTo>
                    <a:pt x="15328" y="7048"/>
                  </a:lnTo>
                  <a:lnTo>
                    <a:pt x="16535" y="7340"/>
                  </a:lnTo>
                  <a:lnTo>
                    <a:pt x="19494" y="7150"/>
                  </a:lnTo>
                  <a:lnTo>
                    <a:pt x="20142" y="6921"/>
                  </a:lnTo>
                  <a:lnTo>
                    <a:pt x="20015" y="7708"/>
                  </a:lnTo>
                  <a:lnTo>
                    <a:pt x="20091" y="9423"/>
                  </a:lnTo>
                  <a:lnTo>
                    <a:pt x="20180" y="11137"/>
                  </a:lnTo>
                  <a:lnTo>
                    <a:pt x="20548" y="12522"/>
                  </a:lnTo>
                  <a:lnTo>
                    <a:pt x="21336" y="12471"/>
                  </a:lnTo>
                  <a:lnTo>
                    <a:pt x="21564" y="11061"/>
                  </a:lnTo>
                  <a:lnTo>
                    <a:pt x="21412" y="7607"/>
                  </a:lnTo>
                  <a:lnTo>
                    <a:pt x="21196" y="6858"/>
                  </a:lnTo>
                  <a:lnTo>
                    <a:pt x="21882" y="7010"/>
                  </a:lnTo>
                  <a:lnTo>
                    <a:pt x="23355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41"/>
                  </a:moveTo>
                  <a:lnTo>
                    <a:pt x="41122" y="23139"/>
                  </a:lnTo>
                  <a:lnTo>
                    <a:pt x="39903" y="22847"/>
                  </a:lnTo>
                  <a:lnTo>
                    <a:pt x="36944" y="23037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09" y="20764"/>
                  </a:lnTo>
                  <a:lnTo>
                    <a:pt x="36233" y="19050"/>
                  </a:lnTo>
                  <a:lnTo>
                    <a:pt x="35852" y="17665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80"/>
                  </a:lnTo>
                  <a:lnTo>
                    <a:pt x="35191" y="23342"/>
                  </a:lnTo>
                  <a:lnTo>
                    <a:pt x="34556" y="23177"/>
                  </a:lnTo>
                  <a:lnTo>
                    <a:pt x="33083" y="23279"/>
                  </a:lnTo>
                  <a:lnTo>
                    <a:pt x="31610" y="23368"/>
                  </a:lnTo>
                  <a:lnTo>
                    <a:pt x="30416" y="23812"/>
                  </a:lnTo>
                  <a:lnTo>
                    <a:pt x="30467" y="24714"/>
                  </a:lnTo>
                  <a:lnTo>
                    <a:pt x="31673" y="25006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29" y="27089"/>
                  </a:lnTo>
                  <a:lnTo>
                    <a:pt x="35318" y="28803"/>
                  </a:lnTo>
                  <a:lnTo>
                    <a:pt x="35699" y="30187"/>
                  </a:lnTo>
                  <a:lnTo>
                    <a:pt x="36474" y="30137"/>
                  </a:lnTo>
                  <a:lnTo>
                    <a:pt x="36715" y="28714"/>
                  </a:lnTo>
                  <a:lnTo>
                    <a:pt x="36550" y="25273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493" y="24574"/>
                  </a:lnTo>
                  <a:lnTo>
                    <a:pt x="39979" y="24472"/>
                  </a:lnTo>
                  <a:lnTo>
                    <a:pt x="41160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" name="object 760" descr=""/>
            <p:cNvSpPr/>
            <p:nvPr/>
          </p:nvSpPr>
          <p:spPr>
            <a:xfrm>
              <a:off x="3961469" y="752377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1" name="object 761" descr=""/>
            <p:cNvSpPr/>
            <p:nvPr/>
          </p:nvSpPr>
          <p:spPr>
            <a:xfrm>
              <a:off x="3963911" y="7526508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81" y="22237"/>
                  </a:lnTo>
                  <a:lnTo>
                    <a:pt x="5892" y="20523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75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101"/>
                  </a:lnTo>
                  <a:lnTo>
                    <a:pt x="4140" y="22936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33"/>
                  </a:lnTo>
                  <a:lnTo>
                    <a:pt x="4724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73"/>
                  </a:lnTo>
                  <a:lnTo>
                    <a:pt x="6134" y="25019"/>
                  </a:lnTo>
                  <a:lnTo>
                    <a:pt x="5918" y="24269"/>
                  </a:lnTo>
                  <a:lnTo>
                    <a:pt x="6604" y="24422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692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85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60"/>
                  </a:lnTo>
                  <a:lnTo>
                    <a:pt x="16256" y="42252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21"/>
                  </a:lnTo>
                  <a:lnTo>
                    <a:pt x="19812" y="44335"/>
                  </a:lnTo>
                  <a:lnTo>
                    <a:pt x="19900" y="46050"/>
                  </a:lnTo>
                  <a:lnTo>
                    <a:pt x="20269" y="47434"/>
                  </a:lnTo>
                  <a:lnTo>
                    <a:pt x="21043" y="47383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32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20" y="5638"/>
                  </a:lnTo>
                  <a:lnTo>
                    <a:pt x="21259" y="4826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73"/>
                  </a:lnTo>
                  <a:lnTo>
                    <a:pt x="19862" y="4914"/>
                  </a:lnTo>
                  <a:lnTo>
                    <a:pt x="20066" y="5689"/>
                  </a:lnTo>
                  <a:lnTo>
                    <a:pt x="19418" y="5524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708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61"/>
                  </a:lnTo>
                  <a:lnTo>
                    <a:pt x="21424" y="7607"/>
                  </a:lnTo>
                  <a:lnTo>
                    <a:pt x="21209" y="6858"/>
                  </a:lnTo>
                  <a:lnTo>
                    <a:pt x="21894" y="7010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41"/>
                  </a:moveTo>
                  <a:lnTo>
                    <a:pt x="41122" y="23139"/>
                  </a:lnTo>
                  <a:lnTo>
                    <a:pt x="39903" y="22847"/>
                  </a:lnTo>
                  <a:lnTo>
                    <a:pt x="36957" y="23037"/>
                  </a:lnTo>
                  <a:lnTo>
                    <a:pt x="36258" y="23304"/>
                  </a:lnTo>
                  <a:lnTo>
                    <a:pt x="36398" y="22479"/>
                  </a:lnTo>
                  <a:lnTo>
                    <a:pt x="36322" y="20764"/>
                  </a:lnTo>
                  <a:lnTo>
                    <a:pt x="36233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80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79"/>
                  </a:lnTo>
                  <a:lnTo>
                    <a:pt x="31610" y="23368"/>
                  </a:lnTo>
                  <a:lnTo>
                    <a:pt x="30429" y="23812"/>
                  </a:lnTo>
                  <a:lnTo>
                    <a:pt x="30467" y="24714"/>
                  </a:lnTo>
                  <a:lnTo>
                    <a:pt x="31686" y="25006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89"/>
                  </a:lnTo>
                  <a:lnTo>
                    <a:pt x="35318" y="28803"/>
                  </a:lnTo>
                  <a:lnTo>
                    <a:pt x="35699" y="30187"/>
                  </a:lnTo>
                  <a:lnTo>
                    <a:pt x="36474" y="30137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60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" name="object 762" descr=""/>
            <p:cNvSpPr/>
            <p:nvPr/>
          </p:nvSpPr>
          <p:spPr>
            <a:xfrm>
              <a:off x="3884603" y="7523770"/>
              <a:ext cx="29845" cy="53975"/>
            </a:xfrm>
            <a:custGeom>
              <a:avLst/>
              <a:gdLst/>
              <a:ahLst/>
              <a:cxnLst/>
              <a:rect l="l" t="t" r="r" b="b"/>
              <a:pathLst>
                <a:path w="29845" h="53975">
                  <a:moveTo>
                    <a:pt x="29743" y="26711"/>
                  </a:moveTo>
                  <a:lnTo>
                    <a:pt x="6843" y="53422"/>
                  </a:lnTo>
                  <a:lnTo>
                    <a:pt x="0" y="45439"/>
                  </a:lnTo>
                </a:path>
                <a:path w="29845" h="53975">
                  <a:moveTo>
                    <a:pt x="0" y="7983"/>
                  </a:moveTo>
                  <a:lnTo>
                    <a:pt x="6843" y="0"/>
                  </a:lnTo>
                  <a:lnTo>
                    <a:pt x="29743" y="26711"/>
                  </a:lnTo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3" name="object 763" descr=""/>
            <p:cNvSpPr/>
            <p:nvPr/>
          </p:nvSpPr>
          <p:spPr>
            <a:xfrm>
              <a:off x="3885996" y="7526508"/>
              <a:ext cx="26670" cy="47625"/>
            </a:xfrm>
            <a:custGeom>
              <a:avLst/>
              <a:gdLst/>
              <a:ahLst/>
              <a:cxnLst/>
              <a:rect l="l" t="t" r="r" b="b"/>
              <a:pathLst>
                <a:path w="26670" h="47625">
                  <a:moveTo>
                    <a:pt x="10731" y="41287"/>
                  </a:moveTo>
                  <a:lnTo>
                    <a:pt x="10693" y="40386"/>
                  </a:lnTo>
                  <a:lnTo>
                    <a:pt x="9474" y="40093"/>
                  </a:lnTo>
                  <a:lnTo>
                    <a:pt x="6527" y="40284"/>
                  </a:lnTo>
                  <a:lnTo>
                    <a:pt x="5816" y="40551"/>
                  </a:lnTo>
                  <a:lnTo>
                    <a:pt x="5969" y="39725"/>
                  </a:lnTo>
                  <a:lnTo>
                    <a:pt x="5892" y="38011"/>
                  </a:lnTo>
                  <a:lnTo>
                    <a:pt x="5803" y="36296"/>
                  </a:lnTo>
                  <a:lnTo>
                    <a:pt x="5422" y="34912"/>
                  </a:lnTo>
                  <a:lnTo>
                    <a:pt x="4648" y="34963"/>
                  </a:lnTo>
                  <a:lnTo>
                    <a:pt x="4406" y="36385"/>
                  </a:lnTo>
                  <a:lnTo>
                    <a:pt x="4572" y="39827"/>
                  </a:lnTo>
                  <a:lnTo>
                    <a:pt x="4762" y="40589"/>
                  </a:lnTo>
                  <a:lnTo>
                    <a:pt x="4127" y="40424"/>
                  </a:lnTo>
                  <a:lnTo>
                    <a:pt x="2654" y="40525"/>
                  </a:lnTo>
                  <a:lnTo>
                    <a:pt x="1181" y="40614"/>
                  </a:lnTo>
                  <a:lnTo>
                    <a:pt x="0" y="41059"/>
                  </a:lnTo>
                  <a:lnTo>
                    <a:pt x="38" y="41960"/>
                  </a:lnTo>
                  <a:lnTo>
                    <a:pt x="1244" y="42252"/>
                  </a:lnTo>
                  <a:lnTo>
                    <a:pt x="4203" y="42062"/>
                  </a:lnTo>
                  <a:lnTo>
                    <a:pt x="4864" y="41821"/>
                  </a:lnTo>
                  <a:lnTo>
                    <a:pt x="4724" y="42621"/>
                  </a:lnTo>
                  <a:lnTo>
                    <a:pt x="4800" y="44335"/>
                  </a:lnTo>
                  <a:lnTo>
                    <a:pt x="4889" y="46050"/>
                  </a:lnTo>
                  <a:lnTo>
                    <a:pt x="5270" y="47434"/>
                  </a:lnTo>
                  <a:lnTo>
                    <a:pt x="6045" y="47383"/>
                  </a:lnTo>
                  <a:lnTo>
                    <a:pt x="6286" y="45961"/>
                  </a:lnTo>
                  <a:lnTo>
                    <a:pt x="6121" y="42519"/>
                  </a:lnTo>
                  <a:lnTo>
                    <a:pt x="5905" y="41757"/>
                  </a:lnTo>
                  <a:lnTo>
                    <a:pt x="6591" y="41910"/>
                  </a:lnTo>
                  <a:lnTo>
                    <a:pt x="8077" y="41821"/>
                  </a:lnTo>
                  <a:lnTo>
                    <a:pt x="9550" y="41732"/>
                  </a:lnTo>
                  <a:lnTo>
                    <a:pt x="10731" y="41287"/>
                  </a:lnTo>
                  <a:close/>
                </a:path>
                <a:path w="26670" h="47625">
                  <a:moveTo>
                    <a:pt x="11023" y="6375"/>
                  </a:moveTo>
                  <a:lnTo>
                    <a:pt x="10972" y="5473"/>
                  </a:lnTo>
                  <a:lnTo>
                    <a:pt x="9766" y="5181"/>
                  </a:lnTo>
                  <a:lnTo>
                    <a:pt x="6807" y="5372"/>
                  </a:lnTo>
                  <a:lnTo>
                    <a:pt x="6108" y="5638"/>
                  </a:lnTo>
                  <a:lnTo>
                    <a:pt x="6261" y="4826"/>
                  </a:lnTo>
                  <a:lnTo>
                    <a:pt x="6172" y="3098"/>
                  </a:lnTo>
                  <a:lnTo>
                    <a:pt x="6083" y="1384"/>
                  </a:lnTo>
                  <a:lnTo>
                    <a:pt x="5715" y="0"/>
                  </a:lnTo>
                  <a:lnTo>
                    <a:pt x="4940" y="50"/>
                  </a:lnTo>
                  <a:lnTo>
                    <a:pt x="4699" y="1473"/>
                  </a:lnTo>
                  <a:lnTo>
                    <a:pt x="4851" y="4914"/>
                  </a:lnTo>
                  <a:lnTo>
                    <a:pt x="5054" y="5689"/>
                  </a:lnTo>
                  <a:lnTo>
                    <a:pt x="4419" y="5524"/>
                  </a:lnTo>
                  <a:lnTo>
                    <a:pt x="2933" y="5613"/>
                  </a:lnTo>
                  <a:lnTo>
                    <a:pt x="1460" y="5702"/>
                  </a:lnTo>
                  <a:lnTo>
                    <a:pt x="279" y="6146"/>
                  </a:lnTo>
                  <a:lnTo>
                    <a:pt x="317" y="7048"/>
                  </a:lnTo>
                  <a:lnTo>
                    <a:pt x="1536" y="7340"/>
                  </a:lnTo>
                  <a:lnTo>
                    <a:pt x="4483" y="7150"/>
                  </a:lnTo>
                  <a:lnTo>
                    <a:pt x="5143" y="6921"/>
                  </a:lnTo>
                  <a:lnTo>
                    <a:pt x="5003" y="7708"/>
                  </a:lnTo>
                  <a:lnTo>
                    <a:pt x="5092" y="9423"/>
                  </a:lnTo>
                  <a:lnTo>
                    <a:pt x="5181" y="11137"/>
                  </a:lnTo>
                  <a:lnTo>
                    <a:pt x="5549" y="12522"/>
                  </a:lnTo>
                  <a:lnTo>
                    <a:pt x="6324" y="12471"/>
                  </a:lnTo>
                  <a:lnTo>
                    <a:pt x="6565" y="11061"/>
                  </a:lnTo>
                  <a:lnTo>
                    <a:pt x="6413" y="7607"/>
                  </a:lnTo>
                  <a:lnTo>
                    <a:pt x="6197" y="6858"/>
                  </a:lnTo>
                  <a:lnTo>
                    <a:pt x="6883" y="7010"/>
                  </a:lnTo>
                  <a:lnTo>
                    <a:pt x="8356" y="6908"/>
                  </a:lnTo>
                  <a:lnTo>
                    <a:pt x="9829" y="6819"/>
                  </a:lnTo>
                  <a:lnTo>
                    <a:pt x="11023" y="6375"/>
                  </a:lnTo>
                  <a:close/>
                </a:path>
                <a:path w="26670" h="47625">
                  <a:moveTo>
                    <a:pt x="26162" y="24041"/>
                  </a:moveTo>
                  <a:lnTo>
                    <a:pt x="26111" y="23139"/>
                  </a:lnTo>
                  <a:lnTo>
                    <a:pt x="24904" y="22847"/>
                  </a:lnTo>
                  <a:lnTo>
                    <a:pt x="21945" y="23037"/>
                  </a:lnTo>
                  <a:lnTo>
                    <a:pt x="21247" y="23291"/>
                  </a:lnTo>
                  <a:lnTo>
                    <a:pt x="21399" y="22479"/>
                  </a:lnTo>
                  <a:lnTo>
                    <a:pt x="21310" y="20764"/>
                  </a:lnTo>
                  <a:lnTo>
                    <a:pt x="21234" y="19050"/>
                  </a:lnTo>
                  <a:lnTo>
                    <a:pt x="20853" y="17665"/>
                  </a:lnTo>
                  <a:lnTo>
                    <a:pt x="20078" y="17716"/>
                  </a:lnTo>
                  <a:lnTo>
                    <a:pt x="19837" y="19126"/>
                  </a:lnTo>
                  <a:lnTo>
                    <a:pt x="19989" y="22580"/>
                  </a:lnTo>
                  <a:lnTo>
                    <a:pt x="20193" y="23342"/>
                  </a:lnTo>
                  <a:lnTo>
                    <a:pt x="19558" y="23177"/>
                  </a:lnTo>
                  <a:lnTo>
                    <a:pt x="18084" y="23279"/>
                  </a:lnTo>
                  <a:lnTo>
                    <a:pt x="16598" y="23368"/>
                  </a:lnTo>
                  <a:lnTo>
                    <a:pt x="15417" y="23812"/>
                  </a:lnTo>
                  <a:lnTo>
                    <a:pt x="15468" y="24714"/>
                  </a:lnTo>
                  <a:lnTo>
                    <a:pt x="16675" y="25006"/>
                  </a:lnTo>
                  <a:lnTo>
                    <a:pt x="19634" y="24815"/>
                  </a:lnTo>
                  <a:lnTo>
                    <a:pt x="20281" y="24574"/>
                  </a:lnTo>
                  <a:lnTo>
                    <a:pt x="20142" y="25361"/>
                  </a:lnTo>
                  <a:lnTo>
                    <a:pt x="20231" y="27089"/>
                  </a:lnTo>
                  <a:lnTo>
                    <a:pt x="20320" y="28803"/>
                  </a:lnTo>
                  <a:lnTo>
                    <a:pt x="20688" y="30187"/>
                  </a:lnTo>
                  <a:lnTo>
                    <a:pt x="21463" y="30137"/>
                  </a:lnTo>
                  <a:lnTo>
                    <a:pt x="21704" y="28714"/>
                  </a:lnTo>
                  <a:lnTo>
                    <a:pt x="21551" y="25273"/>
                  </a:lnTo>
                  <a:lnTo>
                    <a:pt x="21336" y="24511"/>
                  </a:lnTo>
                  <a:lnTo>
                    <a:pt x="22021" y="24663"/>
                  </a:lnTo>
                  <a:lnTo>
                    <a:pt x="23495" y="24574"/>
                  </a:lnTo>
                  <a:lnTo>
                    <a:pt x="24968" y="24472"/>
                  </a:lnTo>
                  <a:lnTo>
                    <a:pt x="26162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" name="object 764" descr=""/>
            <p:cNvSpPr/>
            <p:nvPr/>
          </p:nvSpPr>
          <p:spPr>
            <a:xfrm>
              <a:off x="3938222" y="748824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5" name="object 765" descr=""/>
            <p:cNvSpPr/>
            <p:nvPr/>
          </p:nvSpPr>
          <p:spPr>
            <a:xfrm>
              <a:off x="3940670" y="7490986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16" y="23050"/>
                  </a:lnTo>
                  <a:lnTo>
                    <a:pt x="5969" y="22237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22" y="17411"/>
                  </a:lnTo>
                  <a:lnTo>
                    <a:pt x="4648" y="17462"/>
                  </a:lnTo>
                  <a:lnTo>
                    <a:pt x="4406" y="18884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27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20"/>
                  </a:lnTo>
                  <a:lnTo>
                    <a:pt x="4800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21" y="25019"/>
                  </a:lnTo>
                  <a:lnTo>
                    <a:pt x="5905" y="24257"/>
                  </a:lnTo>
                  <a:lnTo>
                    <a:pt x="6591" y="24409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87"/>
                  </a:moveTo>
                  <a:lnTo>
                    <a:pt x="25692" y="40386"/>
                  </a:lnTo>
                  <a:lnTo>
                    <a:pt x="24472" y="40093"/>
                  </a:lnTo>
                  <a:lnTo>
                    <a:pt x="21526" y="40284"/>
                  </a:lnTo>
                  <a:lnTo>
                    <a:pt x="20815" y="40551"/>
                  </a:lnTo>
                  <a:lnTo>
                    <a:pt x="20967" y="39725"/>
                  </a:lnTo>
                  <a:lnTo>
                    <a:pt x="20891" y="38011"/>
                  </a:lnTo>
                  <a:lnTo>
                    <a:pt x="20802" y="36296"/>
                  </a:lnTo>
                  <a:lnTo>
                    <a:pt x="20421" y="34912"/>
                  </a:lnTo>
                  <a:lnTo>
                    <a:pt x="19646" y="34963"/>
                  </a:lnTo>
                  <a:lnTo>
                    <a:pt x="19405" y="36372"/>
                  </a:lnTo>
                  <a:lnTo>
                    <a:pt x="19570" y="39827"/>
                  </a:lnTo>
                  <a:lnTo>
                    <a:pt x="19761" y="40589"/>
                  </a:lnTo>
                  <a:lnTo>
                    <a:pt x="19126" y="40424"/>
                  </a:lnTo>
                  <a:lnTo>
                    <a:pt x="17653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48"/>
                  </a:lnTo>
                  <a:lnTo>
                    <a:pt x="16256" y="42252"/>
                  </a:lnTo>
                  <a:lnTo>
                    <a:pt x="19202" y="42062"/>
                  </a:lnTo>
                  <a:lnTo>
                    <a:pt x="19862" y="41821"/>
                  </a:lnTo>
                  <a:lnTo>
                    <a:pt x="19723" y="42608"/>
                  </a:lnTo>
                  <a:lnTo>
                    <a:pt x="19812" y="44335"/>
                  </a:lnTo>
                  <a:lnTo>
                    <a:pt x="19888" y="46050"/>
                  </a:lnTo>
                  <a:lnTo>
                    <a:pt x="20269" y="47434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20" y="42519"/>
                  </a:lnTo>
                  <a:lnTo>
                    <a:pt x="20904" y="41744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49" y="41719"/>
                  </a:lnTo>
                  <a:lnTo>
                    <a:pt x="25730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71" y="5473"/>
                  </a:lnTo>
                  <a:lnTo>
                    <a:pt x="24765" y="5181"/>
                  </a:lnTo>
                  <a:lnTo>
                    <a:pt x="21805" y="5372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70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73"/>
                  </a:lnTo>
                  <a:lnTo>
                    <a:pt x="19850" y="4914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59" y="5702"/>
                  </a:lnTo>
                  <a:lnTo>
                    <a:pt x="15278" y="6146"/>
                  </a:lnTo>
                  <a:lnTo>
                    <a:pt x="15316" y="7048"/>
                  </a:lnTo>
                  <a:lnTo>
                    <a:pt x="16535" y="7340"/>
                  </a:lnTo>
                  <a:lnTo>
                    <a:pt x="19494" y="7150"/>
                  </a:lnTo>
                  <a:lnTo>
                    <a:pt x="20142" y="6908"/>
                  </a:lnTo>
                  <a:lnTo>
                    <a:pt x="20015" y="7708"/>
                  </a:lnTo>
                  <a:lnTo>
                    <a:pt x="20091" y="9423"/>
                  </a:lnTo>
                  <a:lnTo>
                    <a:pt x="20180" y="11137"/>
                  </a:lnTo>
                  <a:lnTo>
                    <a:pt x="20548" y="12522"/>
                  </a:lnTo>
                  <a:lnTo>
                    <a:pt x="21323" y="12471"/>
                  </a:lnTo>
                  <a:lnTo>
                    <a:pt x="21564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55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41"/>
                  </a:moveTo>
                  <a:lnTo>
                    <a:pt x="41122" y="23139"/>
                  </a:lnTo>
                  <a:lnTo>
                    <a:pt x="39903" y="22847"/>
                  </a:lnTo>
                  <a:lnTo>
                    <a:pt x="36944" y="23025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09" y="20764"/>
                  </a:lnTo>
                  <a:lnTo>
                    <a:pt x="36233" y="19050"/>
                  </a:lnTo>
                  <a:lnTo>
                    <a:pt x="35852" y="17665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16" y="23812"/>
                  </a:lnTo>
                  <a:lnTo>
                    <a:pt x="30467" y="24701"/>
                  </a:lnTo>
                  <a:lnTo>
                    <a:pt x="31673" y="24993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29" y="27076"/>
                  </a:lnTo>
                  <a:lnTo>
                    <a:pt x="35318" y="28803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73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493" y="24574"/>
                  </a:lnTo>
                  <a:lnTo>
                    <a:pt x="39979" y="24472"/>
                  </a:lnTo>
                  <a:lnTo>
                    <a:pt x="41160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" name="object 766" descr=""/>
            <p:cNvSpPr/>
            <p:nvPr/>
          </p:nvSpPr>
          <p:spPr>
            <a:xfrm>
              <a:off x="3984739" y="748824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7" name="object 767" descr=""/>
            <p:cNvSpPr/>
            <p:nvPr/>
          </p:nvSpPr>
          <p:spPr>
            <a:xfrm>
              <a:off x="3987177" y="7490986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706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81" y="22237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25"/>
                  </a:lnTo>
                  <a:lnTo>
                    <a:pt x="1193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20"/>
                  </a:lnTo>
                  <a:lnTo>
                    <a:pt x="4737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83" y="29933"/>
                  </a:lnTo>
                  <a:lnTo>
                    <a:pt x="6057" y="29883"/>
                  </a:lnTo>
                  <a:lnTo>
                    <a:pt x="6299" y="28460"/>
                  </a:lnTo>
                  <a:lnTo>
                    <a:pt x="6134" y="25019"/>
                  </a:lnTo>
                  <a:lnTo>
                    <a:pt x="5918" y="24244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63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904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25"/>
                  </a:lnTo>
                  <a:lnTo>
                    <a:pt x="16192" y="40614"/>
                  </a:lnTo>
                  <a:lnTo>
                    <a:pt x="14998" y="41059"/>
                  </a:lnTo>
                  <a:lnTo>
                    <a:pt x="15049" y="41948"/>
                  </a:lnTo>
                  <a:lnTo>
                    <a:pt x="16256" y="42252"/>
                  </a:lnTo>
                  <a:lnTo>
                    <a:pt x="19215" y="42062"/>
                  </a:lnTo>
                  <a:lnTo>
                    <a:pt x="19875" y="41821"/>
                  </a:lnTo>
                  <a:lnTo>
                    <a:pt x="19735" y="42608"/>
                  </a:lnTo>
                  <a:lnTo>
                    <a:pt x="19812" y="44335"/>
                  </a:lnTo>
                  <a:lnTo>
                    <a:pt x="19900" y="46050"/>
                  </a:lnTo>
                  <a:lnTo>
                    <a:pt x="20281" y="47434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88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35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72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73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708"/>
                  </a:lnTo>
                  <a:lnTo>
                    <a:pt x="20104" y="9423"/>
                  </a:lnTo>
                  <a:lnTo>
                    <a:pt x="20193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35" y="6375"/>
                  </a:lnTo>
                  <a:close/>
                </a:path>
                <a:path w="41275" h="47625">
                  <a:moveTo>
                    <a:pt x="41173" y="24041"/>
                  </a:moveTo>
                  <a:lnTo>
                    <a:pt x="41122" y="23139"/>
                  </a:lnTo>
                  <a:lnTo>
                    <a:pt x="39916" y="22847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45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96" y="23266"/>
                  </a:lnTo>
                  <a:lnTo>
                    <a:pt x="31610" y="23368"/>
                  </a:lnTo>
                  <a:lnTo>
                    <a:pt x="30429" y="23812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45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803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73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" name="object 768" descr=""/>
            <p:cNvSpPr/>
            <p:nvPr/>
          </p:nvSpPr>
          <p:spPr>
            <a:xfrm>
              <a:off x="3891705" y="741517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9" name="object 769" descr=""/>
            <p:cNvSpPr/>
            <p:nvPr/>
          </p:nvSpPr>
          <p:spPr>
            <a:xfrm>
              <a:off x="3894150" y="7417911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20"/>
                  </a:lnTo>
                  <a:lnTo>
                    <a:pt x="4813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22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87"/>
                  </a:moveTo>
                  <a:lnTo>
                    <a:pt x="25692" y="40386"/>
                  </a:lnTo>
                  <a:lnTo>
                    <a:pt x="24472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02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53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60"/>
                  </a:lnTo>
                  <a:lnTo>
                    <a:pt x="16256" y="42252"/>
                  </a:lnTo>
                  <a:lnTo>
                    <a:pt x="19202" y="42062"/>
                  </a:lnTo>
                  <a:lnTo>
                    <a:pt x="19862" y="41821"/>
                  </a:lnTo>
                  <a:lnTo>
                    <a:pt x="19723" y="42608"/>
                  </a:lnTo>
                  <a:lnTo>
                    <a:pt x="19812" y="44335"/>
                  </a:lnTo>
                  <a:lnTo>
                    <a:pt x="19888" y="46050"/>
                  </a:lnTo>
                  <a:lnTo>
                    <a:pt x="20269" y="47434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49" y="41719"/>
                  </a:lnTo>
                  <a:lnTo>
                    <a:pt x="25730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07" y="5638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73"/>
                  </a:lnTo>
                  <a:lnTo>
                    <a:pt x="19862" y="4914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35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708"/>
                  </a:lnTo>
                  <a:lnTo>
                    <a:pt x="20091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41"/>
                  </a:moveTo>
                  <a:lnTo>
                    <a:pt x="41122" y="23139"/>
                  </a:lnTo>
                  <a:lnTo>
                    <a:pt x="39903" y="22847"/>
                  </a:lnTo>
                  <a:lnTo>
                    <a:pt x="36957" y="23025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22" y="20764"/>
                  </a:lnTo>
                  <a:lnTo>
                    <a:pt x="36233" y="19050"/>
                  </a:lnTo>
                  <a:lnTo>
                    <a:pt x="35852" y="17665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80"/>
                  </a:lnTo>
                  <a:lnTo>
                    <a:pt x="35191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803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73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60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" name="object 770" descr=""/>
            <p:cNvSpPr/>
            <p:nvPr/>
          </p:nvSpPr>
          <p:spPr>
            <a:xfrm>
              <a:off x="3914346" y="745069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1" name="object 771" descr=""/>
            <p:cNvSpPr/>
            <p:nvPr/>
          </p:nvSpPr>
          <p:spPr>
            <a:xfrm>
              <a:off x="3916794" y="745343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16" y="23050"/>
                  </a:lnTo>
                  <a:lnTo>
                    <a:pt x="5969" y="22237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22" y="17411"/>
                  </a:lnTo>
                  <a:lnTo>
                    <a:pt x="4648" y="17475"/>
                  </a:lnTo>
                  <a:lnTo>
                    <a:pt x="4406" y="18884"/>
                  </a:lnTo>
                  <a:lnTo>
                    <a:pt x="4572" y="22326"/>
                  </a:lnTo>
                  <a:lnTo>
                    <a:pt x="4775" y="23101"/>
                  </a:lnTo>
                  <a:lnTo>
                    <a:pt x="4127" y="22936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20"/>
                  </a:lnTo>
                  <a:lnTo>
                    <a:pt x="4813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73"/>
                  </a:lnTo>
                  <a:lnTo>
                    <a:pt x="6121" y="25019"/>
                  </a:lnTo>
                  <a:lnTo>
                    <a:pt x="5905" y="24269"/>
                  </a:lnTo>
                  <a:lnTo>
                    <a:pt x="6591" y="24422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87"/>
                  </a:moveTo>
                  <a:lnTo>
                    <a:pt x="25692" y="40386"/>
                  </a:lnTo>
                  <a:lnTo>
                    <a:pt x="24472" y="40093"/>
                  </a:lnTo>
                  <a:lnTo>
                    <a:pt x="21526" y="40284"/>
                  </a:lnTo>
                  <a:lnTo>
                    <a:pt x="20828" y="40551"/>
                  </a:lnTo>
                  <a:lnTo>
                    <a:pt x="20967" y="39725"/>
                  </a:lnTo>
                  <a:lnTo>
                    <a:pt x="20891" y="38011"/>
                  </a:lnTo>
                  <a:lnTo>
                    <a:pt x="20802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85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26" y="40424"/>
                  </a:lnTo>
                  <a:lnTo>
                    <a:pt x="17653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60"/>
                  </a:lnTo>
                  <a:lnTo>
                    <a:pt x="16256" y="42252"/>
                  </a:lnTo>
                  <a:lnTo>
                    <a:pt x="19202" y="42062"/>
                  </a:lnTo>
                  <a:lnTo>
                    <a:pt x="19862" y="41821"/>
                  </a:lnTo>
                  <a:lnTo>
                    <a:pt x="19723" y="42621"/>
                  </a:lnTo>
                  <a:lnTo>
                    <a:pt x="19812" y="44335"/>
                  </a:lnTo>
                  <a:lnTo>
                    <a:pt x="19888" y="46050"/>
                  </a:lnTo>
                  <a:lnTo>
                    <a:pt x="20269" y="47434"/>
                  </a:lnTo>
                  <a:lnTo>
                    <a:pt x="21043" y="47383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49" y="41732"/>
                  </a:lnTo>
                  <a:lnTo>
                    <a:pt x="25730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71" y="5473"/>
                  </a:lnTo>
                  <a:lnTo>
                    <a:pt x="24765" y="5181"/>
                  </a:lnTo>
                  <a:lnTo>
                    <a:pt x="21805" y="5372"/>
                  </a:lnTo>
                  <a:lnTo>
                    <a:pt x="21107" y="5638"/>
                  </a:lnTo>
                  <a:lnTo>
                    <a:pt x="21259" y="4826"/>
                  </a:lnTo>
                  <a:lnTo>
                    <a:pt x="21170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63"/>
                  </a:lnTo>
                  <a:lnTo>
                    <a:pt x="19697" y="1473"/>
                  </a:lnTo>
                  <a:lnTo>
                    <a:pt x="19850" y="4914"/>
                  </a:lnTo>
                  <a:lnTo>
                    <a:pt x="20053" y="5689"/>
                  </a:lnTo>
                  <a:lnTo>
                    <a:pt x="19418" y="5524"/>
                  </a:lnTo>
                  <a:lnTo>
                    <a:pt x="17945" y="5613"/>
                  </a:lnTo>
                  <a:lnTo>
                    <a:pt x="16459" y="5702"/>
                  </a:lnTo>
                  <a:lnTo>
                    <a:pt x="15278" y="6146"/>
                  </a:lnTo>
                  <a:lnTo>
                    <a:pt x="15328" y="7048"/>
                  </a:lnTo>
                  <a:lnTo>
                    <a:pt x="16535" y="7340"/>
                  </a:lnTo>
                  <a:lnTo>
                    <a:pt x="19494" y="7150"/>
                  </a:lnTo>
                  <a:lnTo>
                    <a:pt x="20142" y="6921"/>
                  </a:lnTo>
                  <a:lnTo>
                    <a:pt x="20015" y="7708"/>
                  </a:lnTo>
                  <a:lnTo>
                    <a:pt x="20091" y="9423"/>
                  </a:lnTo>
                  <a:lnTo>
                    <a:pt x="20180" y="11137"/>
                  </a:lnTo>
                  <a:lnTo>
                    <a:pt x="20548" y="12522"/>
                  </a:lnTo>
                  <a:lnTo>
                    <a:pt x="21336" y="12471"/>
                  </a:lnTo>
                  <a:lnTo>
                    <a:pt x="21564" y="11061"/>
                  </a:lnTo>
                  <a:lnTo>
                    <a:pt x="21412" y="7607"/>
                  </a:lnTo>
                  <a:lnTo>
                    <a:pt x="21196" y="6858"/>
                  </a:lnTo>
                  <a:lnTo>
                    <a:pt x="21882" y="7010"/>
                  </a:lnTo>
                  <a:lnTo>
                    <a:pt x="23355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41"/>
                  </a:moveTo>
                  <a:lnTo>
                    <a:pt x="41122" y="23139"/>
                  </a:lnTo>
                  <a:lnTo>
                    <a:pt x="39903" y="22847"/>
                  </a:lnTo>
                  <a:lnTo>
                    <a:pt x="36944" y="23037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09" y="20764"/>
                  </a:lnTo>
                  <a:lnTo>
                    <a:pt x="36233" y="19050"/>
                  </a:lnTo>
                  <a:lnTo>
                    <a:pt x="35852" y="17665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80"/>
                  </a:lnTo>
                  <a:lnTo>
                    <a:pt x="35191" y="23342"/>
                  </a:lnTo>
                  <a:lnTo>
                    <a:pt x="34556" y="23177"/>
                  </a:lnTo>
                  <a:lnTo>
                    <a:pt x="33083" y="23279"/>
                  </a:lnTo>
                  <a:lnTo>
                    <a:pt x="31610" y="23368"/>
                  </a:lnTo>
                  <a:lnTo>
                    <a:pt x="30416" y="23812"/>
                  </a:lnTo>
                  <a:lnTo>
                    <a:pt x="30467" y="24714"/>
                  </a:lnTo>
                  <a:lnTo>
                    <a:pt x="31673" y="25006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29" y="27089"/>
                  </a:lnTo>
                  <a:lnTo>
                    <a:pt x="35318" y="28803"/>
                  </a:lnTo>
                  <a:lnTo>
                    <a:pt x="35699" y="30187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73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493" y="24574"/>
                  </a:lnTo>
                  <a:lnTo>
                    <a:pt x="39979" y="24472"/>
                  </a:lnTo>
                  <a:lnTo>
                    <a:pt x="41160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" name="object 772" descr=""/>
            <p:cNvSpPr/>
            <p:nvPr/>
          </p:nvSpPr>
          <p:spPr>
            <a:xfrm>
              <a:off x="3961469" y="745069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3" name="object 773" descr=""/>
            <p:cNvSpPr/>
            <p:nvPr/>
          </p:nvSpPr>
          <p:spPr>
            <a:xfrm>
              <a:off x="3963911" y="745343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81" y="22237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75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101"/>
                  </a:lnTo>
                  <a:lnTo>
                    <a:pt x="4140" y="22936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33"/>
                  </a:lnTo>
                  <a:lnTo>
                    <a:pt x="4724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73"/>
                  </a:lnTo>
                  <a:lnTo>
                    <a:pt x="6134" y="25019"/>
                  </a:lnTo>
                  <a:lnTo>
                    <a:pt x="5918" y="24269"/>
                  </a:lnTo>
                  <a:lnTo>
                    <a:pt x="6604" y="24422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692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85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60"/>
                  </a:lnTo>
                  <a:lnTo>
                    <a:pt x="16256" y="42252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21"/>
                  </a:lnTo>
                  <a:lnTo>
                    <a:pt x="19812" y="44335"/>
                  </a:lnTo>
                  <a:lnTo>
                    <a:pt x="19900" y="46050"/>
                  </a:lnTo>
                  <a:lnTo>
                    <a:pt x="20269" y="47434"/>
                  </a:lnTo>
                  <a:lnTo>
                    <a:pt x="21043" y="47383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32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20" y="5638"/>
                  </a:lnTo>
                  <a:lnTo>
                    <a:pt x="21259" y="4826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63"/>
                  </a:lnTo>
                  <a:lnTo>
                    <a:pt x="19710" y="1473"/>
                  </a:lnTo>
                  <a:lnTo>
                    <a:pt x="19862" y="4914"/>
                  </a:lnTo>
                  <a:lnTo>
                    <a:pt x="20066" y="5689"/>
                  </a:lnTo>
                  <a:lnTo>
                    <a:pt x="19418" y="5524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708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61"/>
                  </a:lnTo>
                  <a:lnTo>
                    <a:pt x="21424" y="7607"/>
                  </a:lnTo>
                  <a:lnTo>
                    <a:pt x="21209" y="6858"/>
                  </a:lnTo>
                  <a:lnTo>
                    <a:pt x="21894" y="7010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41"/>
                  </a:moveTo>
                  <a:lnTo>
                    <a:pt x="41122" y="23139"/>
                  </a:lnTo>
                  <a:lnTo>
                    <a:pt x="39903" y="22847"/>
                  </a:lnTo>
                  <a:lnTo>
                    <a:pt x="36957" y="23037"/>
                  </a:lnTo>
                  <a:lnTo>
                    <a:pt x="36258" y="23304"/>
                  </a:lnTo>
                  <a:lnTo>
                    <a:pt x="36398" y="22479"/>
                  </a:lnTo>
                  <a:lnTo>
                    <a:pt x="36322" y="20764"/>
                  </a:lnTo>
                  <a:lnTo>
                    <a:pt x="36233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80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79"/>
                  </a:lnTo>
                  <a:lnTo>
                    <a:pt x="31610" y="23368"/>
                  </a:lnTo>
                  <a:lnTo>
                    <a:pt x="30429" y="23812"/>
                  </a:lnTo>
                  <a:lnTo>
                    <a:pt x="30467" y="24714"/>
                  </a:lnTo>
                  <a:lnTo>
                    <a:pt x="31686" y="25006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89"/>
                  </a:lnTo>
                  <a:lnTo>
                    <a:pt x="35318" y="28803"/>
                  </a:lnTo>
                  <a:lnTo>
                    <a:pt x="35699" y="30187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60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" name="object 774" descr=""/>
            <p:cNvSpPr/>
            <p:nvPr/>
          </p:nvSpPr>
          <p:spPr>
            <a:xfrm>
              <a:off x="3884603" y="7450694"/>
              <a:ext cx="29845" cy="53975"/>
            </a:xfrm>
            <a:custGeom>
              <a:avLst/>
              <a:gdLst/>
              <a:ahLst/>
              <a:cxnLst/>
              <a:rect l="l" t="t" r="r" b="b"/>
              <a:pathLst>
                <a:path w="29845" h="53975">
                  <a:moveTo>
                    <a:pt x="29743" y="26711"/>
                  </a:moveTo>
                  <a:lnTo>
                    <a:pt x="6843" y="53422"/>
                  </a:lnTo>
                  <a:lnTo>
                    <a:pt x="0" y="45439"/>
                  </a:lnTo>
                </a:path>
                <a:path w="29845" h="53975">
                  <a:moveTo>
                    <a:pt x="0" y="7983"/>
                  </a:moveTo>
                  <a:lnTo>
                    <a:pt x="6843" y="0"/>
                  </a:lnTo>
                  <a:lnTo>
                    <a:pt x="29743" y="26711"/>
                  </a:lnTo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5" name="object 775" descr=""/>
            <p:cNvSpPr/>
            <p:nvPr/>
          </p:nvSpPr>
          <p:spPr>
            <a:xfrm>
              <a:off x="3885996" y="7453433"/>
              <a:ext cx="26670" cy="47625"/>
            </a:xfrm>
            <a:custGeom>
              <a:avLst/>
              <a:gdLst/>
              <a:ahLst/>
              <a:cxnLst/>
              <a:rect l="l" t="t" r="r" b="b"/>
              <a:pathLst>
                <a:path w="26670" h="47625">
                  <a:moveTo>
                    <a:pt x="10731" y="41287"/>
                  </a:moveTo>
                  <a:lnTo>
                    <a:pt x="10693" y="40386"/>
                  </a:lnTo>
                  <a:lnTo>
                    <a:pt x="9474" y="40093"/>
                  </a:lnTo>
                  <a:lnTo>
                    <a:pt x="6527" y="40284"/>
                  </a:lnTo>
                  <a:lnTo>
                    <a:pt x="5816" y="40551"/>
                  </a:lnTo>
                  <a:lnTo>
                    <a:pt x="5969" y="39725"/>
                  </a:lnTo>
                  <a:lnTo>
                    <a:pt x="5892" y="38011"/>
                  </a:lnTo>
                  <a:lnTo>
                    <a:pt x="5803" y="36296"/>
                  </a:lnTo>
                  <a:lnTo>
                    <a:pt x="5422" y="34912"/>
                  </a:lnTo>
                  <a:lnTo>
                    <a:pt x="4648" y="34963"/>
                  </a:lnTo>
                  <a:lnTo>
                    <a:pt x="4406" y="36385"/>
                  </a:lnTo>
                  <a:lnTo>
                    <a:pt x="4572" y="39827"/>
                  </a:lnTo>
                  <a:lnTo>
                    <a:pt x="4762" y="40589"/>
                  </a:lnTo>
                  <a:lnTo>
                    <a:pt x="4127" y="40424"/>
                  </a:lnTo>
                  <a:lnTo>
                    <a:pt x="2654" y="40525"/>
                  </a:lnTo>
                  <a:lnTo>
                    <a:pt x="1181" y="40614"/>
                  </a:lnTo>
                  <a:lnTo>
                    <a:pt x="0" y="41059"/>
                  </a:lnTo>
                  <a:lnTo>
                    <a:pt x="38" y="41960"/>
                  </a:lnTo>
                  <a:lnTo>
                    <a:pt x="1244" y="42252"/>
                  </a:lnTo>
                  <a:lnTo>
                    <a:pt x="4203" y="42062"/>
                  </a:lnTo>
                  <a:lnTo>
                    <a:pt x="4864" y="41821"/>
                  </a:lnTo>
                  <a:lnTo>
                    <a:pt x="4724" y="42621"/>
                  </a:lnTo>
                  <a:lnTo>
                    <a:pt x="4800" y="44335"/>
                  </a:lnTo>
                  <a:lnTo>
                    <a:pt x="4889" y="46050"/>
                  </a:lnTo>
                  <a:lnTo>
                    <a:pt x="5270" y="47434"/>
                  </a:lnTo>
                  <a:lnTo>
                    <a:pt x="6045" y="47383"/>
                  </a:lnTo>
                  <a:lnTo>
                    <a:pt x="6286" y="45961"/>
                  </a:lnTo>
                  <a:lnTo>
                    <a:pt x="6121" y="42519"/>
                  </a:lnTo>
                  <a:lnTo>
                    <a:pt x="5905" y="41757"/>
                  </a:lnTo>
                  <a:lnTo>
                    <a:pt x="6591" y="41910"/>
                  </a:lnTo>
                  <a:lnTo>
                    <a:pt x="8077" y="41821"/>
                  </a:lnTo>
                  <a:lnTo>
                    <a:pt x="9550" y="41732"/>
                  </a:lnTo>
                  <a:lnTo>
                    <a:pt x="10731" y="41287"/>
                  </a:lnTo>
                  <a:close/>
                </a:path>
                <a:path w="26670" h="47625">
                  <a:moveTo>
                    <a:pt x="11023" y="6375"/>
                  </a:moveTo>
                  <a:lnTo>
                    <a:pt x="10972" y="5473"/>
                  </a:lnTo>
                  <a:lnTo>
                    <a:pt x="9766" y="5181"/>
                  </a:lnTo>
                  <a:lnTo>
                    <a:pt x="6807" y="5372"/>
                  </a:lnTo>
                  <a:lnTo>
                    <a:pt x="6108" y="5638"/>
                  </a:lnTo>
                  <a:lnTo>
                    <a:pt x="6261" y="4826"/>
                  </a:lnTo>
                  <a:lnTo>
                    <a:pt x="6172" y="3098"/>
                  </a:lnTo>
                  <a:lnTo>
                    <a:pt x="6083" y="1384"/>
                  </a:lnTo>
                  <a:lnTo>
                    <a:pt x="5715" y="0"/>
                  </a:lnTo>
                  <a:lnTo>
                    <a:pt x="4940" y="63"/>
                  </a:lnTo>
                  <a:lnTo>
                    <a:pt x="4699" y="1473"/>
                  </a:lnTo>
                  <a:lnTo>
                    <a:pt x="4851" y="4914"/>
                  </a:lnTo>
                  <a:lnTo>
                    <a:pt x="5054" y="5689"/>
                  </a:lnTo>
                  <a:lnTo>
                    <a:pt x="4419" y="5524"/>
                  </a:lnTo>
                  <a:lnTo>
                    <a:pt x="2933" y="5613"/>
                  </a:lnTo>
                  <a:lnTo>
                    <a:pt x="1460" y="5702"/>
                  </a:lnTo>
                  <a:lnTo>
                    <a:pt x="279" y="6146"/>
                  </a:lnTo>
                  <a:lnTo>
                    <a:pt x="317" y="7048"/>
                  </a:lnTo>
                  <a:lnTo>
                    <a:pt x="1536" y="7340"/>
                  </a:lnTo>
                  <a:lnTo>
                    <a:pt x="4483" y="7150"/>
                  </a:lnTo>
                  <a:lnTo>
                    <a:pt x="5143" y="6921"/>
                  </a:lnTo>
                  <a:lnTo>
                    <a:pt x="5003" y="7708"/>
                  </a:lnTo>
                  <a:lnTo>
                    <a:pt x="5092" y="9423"/>
                  </a:lnTo>
                  <a:lnTo>
                    <a:pt x="5181" y="11137"/>
                  </a:lnTo>
                  <a:lnTo>
                    <a:pt x="5549" y="12522"/>
                  </a:lnTo>
                  <a:lnTo>
                    <a:pt x="6324" y="12471"/>
                  </a:lnTo>
                  <a:lnTo>
                    <a:pt x="6565" y="11061"/>
                  </a:lnTo>
                  <a:lnTo>
                    <a:pt x="6413" y="7607"/>
                  </a:lnTo>
                  <a:lnTo>
                    <a:pt x="6197" y="6858"/>
                  </a:lnTo>
                  <a:lnTo>
                    <a:pt x="6883" y="7010"/>
                  </a:lnTo>
                  <a:lnTo>
                    <a:pt x="8356" y="6908"/>
                  </a:lnTo>
                  <a:lnTo>
                    <a:pt x="9829" y="6819"/>
                  </a:lnTo>
                  <a:lnTo>
                    <a:pt x="11023" y="6375"/>
                  </a:lnTo>
                  <a:close/>
                </a:path>
                <a:path w="26670" h="47625">
                  <a:moveTo>
                    <a:pt x="26162" y="24041"/>
                  </a:moveTo>
                  <a:lnTo>
                    <a:pt x="26111" y="23139"/>
                  </a:lnTo>
                  <a:lnTo>
                    <a:pt x="24904" y="22847"/>
                  </a:lnTo>
                  <a:lnTo>
                    <a:pt x="21945" y="23037"/>
                  </a:lnTo>
                  <a:lnTo>
                    <a:pt x="21247" y="23291"/>
                  </a:lnTo>
                  <a:lnTo>
                    <a:pt x="21399" y="22479"/>
                  </a:lnTo>
                  <a:lnTo>
                    <a:pt x="21310" y="20764"/>
                  </a:lnTo>
                  <a:lnTo>
                    <a:pt x="21234" y="19050"/>
                  </a:lnTo>
                  <a:lnTo>
                    <a:pt x="20853" y="17665"/>
                  </a:lnTo>
                  <a:lnTo>
                    <a:pt x="20078" y="17716"/>
                  </a:lnTo>
                  <a:lnTo>
                    <a:pt x="19837" y="19126"/>
                  </a:lnTo>
                  <a:lnTo>
                    <a:pt x="19989" y="22580"/>
                  </a:lnTo>
                  <a:lnTo>
                    <a:pt x="20193" y="23342"/>
                  </a:lnTo>
                  <a:lnTo>
                    <a:pt x="19558" y="23177"/>
                  </a:lnTo>
                  <a:lnTo>
                    <a:pt x="18084" y="23279"/>
                  </a:lnTo>
                  <a:lnTo>
                    <a:pt x="16598" y="23368"/>
                  </a:lnTo>
                  <a:lnTo>
                    <a:pt x="15417" y="23812"/>
                  </a:lnTo>
                  <a:lnTo>
                    <a:pt x="15468" y="24714"/>
                  </a:lnTo>
                  <a:lnTo>
                    <a:pt x="16675" y="25006"/>
                  </a:lnTo>
                  <a:lnTo>
                    <a:pt x="19634" y="24815"/>
                  </a:lnTo>
                  <a:lnTo>
                    <a:pt x="20281" y="24574"/>
                  </a:lnTo>
                  <a:lnTo>
                    <a:pt x="20142" y="25361"/>
                  </a:lnTo>
                  <a:lnTo>
                    <a:pt x="20231" y="27089"/>
                  </a:lnTo>
                  <a:lnTo>
                    <a:pt x="20320" y="28803"/>
                  </a:lnTo>
                  <a:lnTo>
                    <a:pt x="20688" y="30187"/>
                  </a:lnTo>
                  <a:lnTo>
                    <a:pt x="21463" y="30124"/>
                  </a:lnTo>
                  <a:lnTo>
                    <a:pt x="21704" y="28714"/>
                  </a:lnTo>
                  <a:lnTo>
                    <a:pt x="21551" y="25273"/>
                  </a:lnTo>
                  <a:lnTo>
                    <a:pt x="21336" y="24511"/>
                  </a:lnTo>
                  <a:lnTo>
                    <a:pt x="22021" y="24663"/>
                  </a:lnTo>
                  <a:lnTo>
                    <a:pt x="23495" y="24574"/>
                  </a:lnTo>
                  <a:lnTo>
                    <a:pt x="24968" y="24472"/>
                  </a:lnTo>
                  <a:lnTo>
                    <a:pt x="26162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" name="object 776" descr=""/>
            <p:cNvSpPr/>
            <p:nvPr/>
          </p:nvSpPr>
          <p:spPr>
            <a:xfrm>
              <a:off x="3938222" y="741517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7" name="object 777" descr=""/>
            <p:cNvSpPr/>
            <p:nvPr/>
          </p:nvSpPr>
          <p:spPr>
            <a:xfrm>
              <a:off x="3940670" y="7417911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16" y="23050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22" y="17411"/>
                  </a:lnTo>
                  <a:lnTo>
                    <a:pt x="4648" y="17462"/>
                  </a:lnTo>
                  <a:lnTo>
                    <a:pt x="4406" y="18884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27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20"/>
                  </a:lnTo>
                  <a:lnTo>
                    <a:pt x="4800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21" y="25019"/>
                  </a:lnTo>
                  <a:lnTo>
                    <a:pt x="5905" y="24257"/>
                  </a:lnTo>
                  <a:lnTo>
                    <a:pt x="6591" y="24422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87"/>
                  </a:moveTo>
                  <a:lnTo>
                    <a:pt x="25692" y="40386"/>
                  </a:lnTo>
                  <a:lnTo>
                    <a:pt x="24472" y="40093"/>
                  </a:lnTo>
                  <a:lnTo>
                    <a:pt x="21526" y="40284"/>
                  </a:lnTo>
                  <a:lnTo>
                    <a:pt x="20815" y="40551"/>
                  </a:lnTo>
                  <a:lnTo>
                    <a:pt x="20967" y="39725"/>
                  </a:lnTo>
                  <a:lnTo>
                    <a:pt x="20891" y="38011"/>
                  </a:lnTo>
                  <a:lnTo>
                    <a:pt x="20802" y="36296"/>
                  </a:lnTo>
                  <a:lnTo>
                    <a:pt x="20421" y="34912"/>
                  </a:lnTo>
                  <a:lnTo>
                    <a:pt x="19646" y="34963"/>
                  </a:lnTo>
                  <a:lnTo>
                    <a:pt x="19405" y="36372"/>
                  </a:lnTo>
                  <a:lnTo>
                    <a:pt x="19570" y="39827"/>
                  </a:lnTo>
                  <a:lnTo>
                    <a:pt x="19761" y="40589"/>
                  </a:lnTo>
                  <a:lnTo>
                    <a:pt x="19126" y="40424"/>
                  </a:lnTo>
                  <a:lnTo>
                    <a:pt x="17653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60"/>
                  </a:lnTo>
                  <a:lnTo>
                    <a:pt x="16256" y="42252"/>
                  </a:lnTo>
                  <a:lnTo>
                    <a:pt x="19202" y="42062"/>
                  </a:lnTo>
                  <a:lnTo>
                    <a:pt x="19862" y="41821"/>
                  </a:lnTo>
                  <a:lnTo>
                    <a:pt x="19723" y="42608"/>
                  </a:lnTo>
                  <a:lnTo>
                    <a:pt x="19812" y="44335"/>
                  </a:lnTo>
                  <a:lnTo>
                    <a:pt x="19888" y="46050"/>
                  </a:lnTo>
                  <a:lnTo>
                    <a:pt x="20269" y="47434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20" y="42519"/>
                  </a:lnTo>
                  <a:lnTo>
                    <a:pt x="20904" y="41744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49" y="41719"/>
                  </a:lnTo>
                  <a:lnTo>
                    <a:pt x="25730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71" y="5473"/>
                  </a:lnTo>
                  <a:lnTo>
                    <a:pt x="24765" y="5181"/>
                  </a:lnTo>
                  <a:lnTo>
                    <a:pt x="21805" y="5372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70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73"/>
                  </a:lnTo>
                  <a:lnTo>
                    <a:pt x="19850" y="4914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59" y="5702"/>
                  </a:lnTo>
                  <a:lnTo>
                    <a:pt x="15278" y="6146"/>
                  </a:lnTo>
                  <a:lnTo>
                    <a:pt x="15316" y="7048"/>
                  </a:lnTo>
                  <a:lnTo>
                    <a:pt x="16535" y="7340"/>
                  </a:lnTo>
                  <a:lnTo>
                    <a:pt x="19494" y="7150"/>
                  </a:lnTo>
                  <a:lnTo>
                    <a:pt x="20142" y="6908"/>
                  </a:lnTo>
                  <a:lnTo>
                    <a:pt x="20015" y="7708"/>
                  </a:lnTo>
                  <a:lnTo>
                    <a:pt x="20091" y="9423"/>
                  </a:lnTo>
                  <a:lnTo>
                    <a:pt x="20180" y="11137"/>
                  </a:lnTo>
                  <a:lnTo>
                    <a:pt x="20548" y="12522"/>
                  </a:lnTo>
                  <a:lnTo>
                    <a:pt x="21323" y="12471"/>
                  </a:lnTo>
                  <a:lnTo>
                    <a:pt x="21564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55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41"/>
                  </a:moveTo>
                  <a:lnTo>
                    <a:pt x="41122" y="23139"/>
                  </a:lnTo>
                  <a:lnTo>
                    <a:pt x="39903" y="22847"/>
                  </a:lnTo>
                  <a:lnTo>
                    <a:pt x="36944" y="23025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09" y="20764"/>
                  </a:lnTo>
                  <a:lnTo>
                    <a:pt x="36233" y="19050"/>
                  </a:lnTo>
                  <a:lnTo>
                    <a:pt x="35852" y="17665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80"/>
                  </a:lnTo>
                  <a:lnTo>
                    <a:pt x="35191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16" y="23799"/>
                  </a:lnTo>
                  <a:lnTo>
                    <a:pt x="30467" y="24701"/>
                  </a:lnTo>
                  <a:lnTo>
                    <a:pt x="31673" y="24993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29" y="27076"/>
                  </a:lnTo>
                  <a:lnTo>
                    <a:pt x="35318" y="28803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73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493" y="24574"/>
                  </a:lnTo>
                  <a:lnTo>
                    <a:pt x="39979" y="24472"/>
                  </a:lnTo>
                  <a:lnTo>
                    <a:pt x="41160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" name="object 778" descr=""/>
            <p:cNvSpPr/>
            <p:nvPr/>
          </p:nvSpPr>
          <p:spPr>
            <a:xfrm>
              <a:off x="3984739" y="741517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9" name="object 779" descr=""/>
            <p:cNvSpPr/>
            <p:nvPr/>
          </p:nvSpPr>
          <p:spPr>
            <a:xfrm>
              <a:off x="3987177" y="7417911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706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25"/>
                  </a:lnTo>
                  <a:lnTo>
                    <a:pt x="1193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20"/>
                  </a:lnTo>
                  <a:lnTo>
                    <a:pt x="4737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83" y="29933"/>
                  </a:lnTo>
                  <a:lnTo>
                    <a:pt x="6057" y="29883"/>
                  </a:lnTo>
                  <a:lnTo>
                    <a:pt x="6299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22"/>
                  </a:lnTo>
                  <a:lnTo>
                    <a:pt x="8077" y="24320"/>
                  </a:lnTo>
                  <a:lnTo>
                    <a:pt x="9563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904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25"/>
                  </a:lnTo>
                  <a:lnTo>
                    <a:pt x="16192" y="40614"/>
                  </a:lnTo>
                  <a:lnTo>
                    <a:pt x="14998" y="41059"/>
                  </a:lnTo>
                  <a:lnTo>
                    <a:pt x="15049" y="41960"/>
                  </a:lnTo>
                  <a:lnTo>
                    <a:pt x="16256" y="42252"/>
                  </a:lnTo>
                  <a:lnTo>
                    <a:pt x="19215" y="42062"/>
                  </a:lnTo>
                  <a:lnTo>
                    <a:pt x="19875" y="41821"/>
                  </a:lnTo>
                  <a:lnTo>
                    <a:pt x="19735" y="42608"/>
                  </a:lnTo>
                  <a:lnTo>
                    <a:pt x="19812" y="44335"/>
                  </a:lnTo>
                  <a:lnTo>
                    <a:pt x="19900" y="46050"/>
                  </a:lnTo>
                  <a:lnTo>
                    <a:pt x="20281" y="47434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88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35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72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73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708"/>
                  </a:lnTo>
                  <a:lnTo>
                    <a:pt x="20104" y="9423"/>
                  </a:lnTo>
                  <a:lnTo>
                    <a:pt x="20193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35" y="6375"/>
                  </a:lnTo>
                  <a:close/>
                </a:path>
                <a:path w="41275" h="47625">
                  <a:moveTo>
                    <a:pt x="41173" y="24041"/>
                  </a:moveTo>
                  <a:lnTo>
                    <a:pt x="41122" y="23139"/>
                  </a:lnTo>
                  <a:lnTo>
                    <a:pt x="39916" y="22847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45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80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96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45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803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73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" name="object 780" descr=""/>
            <p:cNvSpPr/>
            <p:nvPr/>
          </p:nvSpPr>
          <p:spPr>
            <a:xfrm>
              <a:off x="4035300" y="748824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1" name="object 781" descr=""/>
            <p:cNvSpPr/>
            <p:nvPr/>
          </p:nvSpPr>
          <p:spPr>
            <a:xfrm>
              <a:off x="4037736" y="7490986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706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81" y="22237"/>
                  </a:lnTo>
                  <a:lnTo>
                    <a:pt x="5905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84" y="22326"/>
                  </a:lnTo>
                  <a:lnTo>
                    <a:pt x="4787" y="23088"/>
                  </a:lnTo>
                  <a:lnTo>
                    <a:pt x="4140" y="22923"/>
                  </a:lnTo>
                  <a:lnTo>
                    <a:pt x="2667" y="23025"/>
                  </a:lnTo>
                  <a:lnTo>
                    <a:pt x="1193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76" y="24320"/>
                  </a:lnTo>
                  <a:lnTo>
                    <a:pt x="4737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83" y="29933"/>
                  </a:lnTo>
                  <a:lnTo>
                    <a:pt x="6057" y="29883"/>
                  </a:lnTo>
                  <a:lnTo>
                    <a:pt x="6299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89" y="24320"/>
                  </a:lnTo>
                  <a:lnTo>
                    <a:pt x="9563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39" y="40284"/>
                  </a:lnTo>
                  <a:lnTo>
                    <a:pt x="20828" y="40551"/>
                  </a:lnTo>
                  <a:lnTo>
                    <a:pt x="20980" y="39725"/>
                  </a:lnTo>
                  <a:lnTo>
                    <a:pt x="20904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25"/>
                  </a:lnTo>
                  <a:lnTo>
                    <a:pt x="16192" y="40614"/>
                  </a:lnTo>
                  <a:lnTo>
                    <a:pt x="15011" y="41059"/>
                  </a:lnTo>
                  <a:lnTo>
                    <a:pt x="15049" y="41948"/>
                  </a:lnTo>
                  <a:lnTo>
                    <a:pt x="16268" y="42252"/>
                  </a:lnTo>
                  <a:lnTo>
                    <a:pt x="19215" y="42062"/>
                  </a:lnTo>
                  <a:lnTo>
                    <a:pt x="19875" y="41821"/>
                  </a:lnTo>
                  <a:lnTo>
                    <a:pt x="19735" y="42608"/>
                  </a:lnTo>
                  <a:lnTo>
                    <a:pt x="19824" y="44335"/>
                  </a:lnTo>
                  <a:lnTo>
                    <a:pt x="19900" y="46050"/>
                  </a:lnTo>
                  <a:lnTo>
                    <a:pt x="20281" y="47434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88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35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72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107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73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57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507" y="7150"/>
                  </a:lnTo>
                  <a:lnTo>
                    <a:pt x="20154" y="6908"/>
                  </a:lnTo>
                  <a:lnTo>
                    <a:pt x="20027" y="7708"/>
                  </a:lnTo>
                  <a:lnTo>
                    <a:pt x="20104" y="9423"/>
                  </a:lnTo>
                  <a:lnTo>
                    <a:pt x="20193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35" y="6375"/>
                  </a:lnTo>
                  <a:close/>
                </a:path>
                <a:path w="41275" h="47625">
                  <a:moveTo>
                    <a:pt x="41173" y="24041"/>
                  </a:moveTo>
                  <a:lnTo>
                    <a:pt x="41122" y="23139"/>
                  </a:lnTo>
                  <a:lnTo>
                    <a:pt x="39916" y="22847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45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96" y="23266"/>
                  </a:lnTo>
                  <a:lnTo>
                    <a:pt x="31610" y="23368"/>
                  </a:lnTo>
                  <a:lnTo>
                    <a:pt x="30429" y="23812"/>
                  </a:lnTo>
                  <a:lnTo>
                    <a:pt x="30480" y="24701"/>
                  </a:lnTo>
                  <a:lnTo>
                    <a:pt x="31686" y="24993"/>
                  </a:lnTo>
                  <a:lnTo>
                    <a:pt x="34645" y="24815"/>
                  </a:lnTo>
                  <a:lnTo>
                    <a:pt x="35293" y="24574"/>
                  </a:lnTo>
                  <a:lnTo>
                    <a:pt x="35166" y="25361"/>
                  </a:lnTo>
                  <a:lnTo>
                    <a:pt x="35242" y="27076"/>
                  </a:lnTo>
                  <a:lnTo>
                    <a:pt x="35331" y="28803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92" y="24472"/>
                  </a:lnTo>
                  <a:lnTo>
                    <a:pt x="41173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" name="object 782" descr=""/>
            <p:cNvSpPr/>
            <p:nvPr/>
          </p:nvSpPr>
          <p:spPr>
            <a:xfrm>
              <a:off x="4057941" y="752377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3" name="object 783" descr=""/>
            <p:cNvSpPr/>
            <p:nvPr/>
          </p:nvSpPr>
          <p:spPr>
            <a:xfrm>
              <a:off x="4060380" y="7526508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81" y="22237"/>
                  </a:lnTo>
                  <a:lnTo>
                    <a:pt x="5892" y="20523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75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101"/>
                  </a:lnTo>
                  <a:lnTo>
                    <a:pt x="4140" y="22936"/>
                  </a:lnTo>
                  <a:lnTo>
                    <a:pt x="2667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33"/>
                  </a:lnTo>
                  <a:lnTo>
                    <a:pt x="4737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73"/>
                  </a:lnTo>
                  <a:lnTo>
                    <a:pt x="6134" y="25019"/>
                  </a:lnTo>
                  <a:lnTo>
                    <a:pt x="5918" y="24269"/>
                  </a:lnTo>
                  <a:lnTo>
                    <a:pt x="6604" y="24422"/>
                  </a:lnTo>
                  <a:lnTo>
                    <a:pt x="8077" y="24320"/>
                  </a:lnTo>
                  <a:lnTo>
                    <a:pt x="9563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85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25"/>
                  </a:lnTo>
                  <a:lnTo>
                    <a:pt x="16192" y="40614"/>
                  </a:lnTo>
                  <a:lnTo>
                    <a:pt x="14998" y="41059"/>
                  </a:lnTo>
                  <a:lnTo>
                    <a:pt x="15049" y="41960"/>
                  </a:lnTo>
                  <a:lnTo>
                    <a:pt x="16256" y="42252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21"/>
                  </a:lnTo>
                  <a:lnTo>
                    <a:pt x="19812" y="44335"/>
                  </a:lnTo>
                  <a:lnTo>
                    <a:pt x="19900" y="46050"/>
                  </a:lnTo>
                  <a:lnTo>
                    <a:pt x="20281" y="47434"/>
                  </a:lnTo>
                  <a:lnTo>
                    <a:pt x="21056" y="47383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44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32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72"/>
                  </a:lnTo>
                  <a:lnTo>
                    <a:pt x="21120" y="5638"/>
                  </a:lnTo>
                  <a:lnTo>
                    <a:pt x="21272" y="4826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73"/>
                  </a:lnTo>
                  <a:lnTo>
                    <a:pt x="19862" y="4914"/>
                  </a:lnTo>
                  <a:lnTo>
                    <a:pt x="20066" y="5689"/>
                  </a:lnTo>
                  <a:lnTo>
                    <a:pt x="19431" y="5524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708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61"/>
                  </a:lnTo>
                  <a:lnTo>
                    <a:pt x="21424" y="7607"/>
                  </a:lnTo>
                  <a:lnTo>
                    <a:pt x="21209" y="6858"/>
                  </a:lnTo>
                  <a:lnTo>
                    <a:pt x="21894" y="7010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73" y="24041"/>
                  </a:moveTo>
                  <a:lnTo>
                    <a:pt x="41122" y="23139"/>
                  </a:lnTo>
                  <a:lnTo>
                    <a:pt x="39916" y="22847"/>
                  </a:lnTo>
                  <a:lnTo>
                    <a:pt x="36957" y="23037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33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80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79"/>
                  </a:lnTo>
                  <a:lnTo>
                    <a:pt x="31610" y="23368"/>
                  </a:lnTo>
                  <a:lnTo>
                    <a:pt x="30429" y="23812"/>
                  </a:lnTo>
                  <a:lnTo>
                    <a:pt x="30467" y="24714"/>
                  </a:lnTo>
                  <a:lnTo>
                    <a:pt x="31686" y="25006"/>
                  </a:lnTo>
                  <a:lnTo>
                    <a:pt x="34645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89"/>
                  </a:lnTo>
                  <a:lnTo>
                    <a:pt x="35331" y="28803"/>
                  </a:lnTo>
                  <a:lnTo>
                    <a:pt x="35699" y="30187"/>
                  </a:lnTo>
                  <a:lnTo>
                    <a:pt x="36474" y="30137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73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" name="object 784" descr=""/>
            <p:cNvSpPr/>
            <p:nvPr/>
          </p:nvSpPr>
          <p:spPr>
            <a:xfrm>
              <a:off x="4105064" y="752377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5" name="object 785" descr=""/>
            <p:cNvSpPr/>
            <p:nvPr/>
          </p:nvSpPr>
          <p:spPr>
            <a:xfrm>
              <a:off x="4107510" y="7526508"/>
              <a:ext cx="20955" cy="47625"/>
            </a:xfrm>
            <a:custGeom>
              <a:avLst/>
              <a:gdLst/>
              <a:ahLst/>
              <a:cxnLst/>
              <a:rect l="l" t="t" r="r" b="b"/>
              <a:pathLst>
                <a:path w="20954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69" y="22237"/>
                  </a:lnTo>
                  <a:lnTo>
                    <a:pt x="5892" y="20523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75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101"/>
                  </a:lnTo>
                  <a:lnTo>
                    <a:pt x="4127" y="22936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20"/>
                  </a:lnTo>
                  <a:lnTo>
                    <a:pt x="4813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73"/>
                  </a:lnTo>
                  <a:lnTo>
                    <a:pt x="6134" y="25019"/>
                  </a:lnTo>
                  <a:lnTo>
                    <a:pt x="5918" y="24269"/>
                  </a:lnTo>
                  <a:lnTo>
                    <a:pt x="6604" y="24422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31" y="23787"/>
                  </a:lnTo>
                  <a:close/>
                </a:path>
                <a:path w="20954" h="47625">
                  <a:moveTo>
                    <a:pt x="20408" y="34912"/>
                  </a:moveTo>
                  <a:lnTo>
                    <a:pt x="19418" y="34912"/>
                  </a:lnTo>
                  <a:lnTo>
                    <a:pt x="19418" y="40500"/>
                  </a:lnTo>
                  <a:lnTo>
                    <a:pt x="19138" y="40424"/>
                  </a:lnTo>
                  <a:lnTo>
                    <a:pt x="17653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60"/>
                  </a:lnTo>
                  <a:lnTo>
                    <a:pt x="16256" y="42252"/>
                  </a:lnTo>
                  <a:lnTo>
                    <a:pt x="19202" y="42062"/>
                  </a:lnTo>
                  <a:lnTo>
                    <a:pt x="19723" y="41871"/>
                  </a:lnTo>
                  <a:lnTo>
                    <a:pt x="19723" y="47434"/>
                  </a:lnTo>
                  <a:lnTo>
                    <a:pt x="20408" y="47434"/>
                  </a:lnTo>
                  <a:lnTo>
                    <a:pt x="20408" y="41910"/>
                  </a:lnTo>
                  <a:lnTo>
                    <a:pt x="20408" y="41198"/>
                  </a:lnTo>
                  <a:lnTo>
                    <a:pt x="20408" y="40093"/>
                  </a:lnTo>
                  <a:lnTo>
                    <a:pt x="20408" y="34912"/>
                  </a:lnTo>
                  <a:close/>
                </a:path>
                <a:path w="20954" h="47625">
                  <a:moveTo>
                    <a:pt x="20408" y="0"/>
                  </a:moveTo>
                  <a:lnTo>
                    <a:pt x="19697" y="0"/>
                  </a:lnTo>
                  <a:lnTo>
                    <a:pt x="19697" y="5524"/>
                  </a:lnTo>
                  <a:lnTo>
                    <a:pt x="15278" y="5524"/>
                  </a:lnTo>
                  <a:lnTo>
                    <a:pt x="15278" y="7340"/>
                  </a:lnTo>
                  <a:lnTo>
                    <a:pt x="20015" y="7340"/>
                  </a:lnTo>
                  <a:lnTo>
                    <a:pt x="20015" y="12522"/>
                  </a:lnTo>
                  <a:lnTo>
                    <a:pt x="20408" y="12522"/>
                  </a:lnTo>
                  <a:lnTo>
                    <a:pt x="20408" y="7340"/>
                  </a:lnTo>
                  <a:lnTo>
                    <a:pt x="20408" y="6286"/>
                  </a:lnTo>
                  <a:lnTo>
                    <a:pt x="20408" y="5524"/>
                  </a:lnTo>
                  <a:lnTo>
                    <a:pt x="20408" y="0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" name="object 786" descr=""/>
            <p:cNvSpPr/>
            <p:nvPr/>
          </p:nvSpPr>
          <p:spPr>
            <a:xfrm>
              <a:off x="4012142" y="752377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7" name="object 787" descr=""/>
            <p:cNvSpPr/>
            <p:nvPr/>
          </p:nvSpPr>
          <p:spPr>
            <a:xfrm>
              <a:off x="4014584" y="7526508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81" y="22237"/>
                  </a:lnTo>
                  <a:lnTo>
                    <a:pt x="5892" y="20523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75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101"/>
                  </a:lnTo>
                  <a:lnTo>
                    <a:pt x="4140" y="22936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33"/>
                  </a:lnTo>
                  <a:lnTo>
                    <a:pt x="4724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73"/>
                  </a:lnTo>
                  <a:lnTo>
                    <a:pt x="6134" y="25019"/>
                  </a:lnTo>
                  <a:lnTo>
                    <a:pt x="5918" y="24269"/>
                  </a:lnTo>
                  <a:lnTo>
                    <a:pt x="6604" y="24422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692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85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60"/>
                  </a:lnTo>
                  <a:lnTo>
                    <a:pt x="16256" y="42252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21"/>
                  </a:lnTo>
                  <a:lnTo>
                    <a:pt x="19812" y="44335"/>
                  </a:lnTo>
                  <a:lnTo>
                    <a:pt x="19900" y="46050"/>
                  </a:lnTo>
                  <a:lnTo>
                    <a:pt x="20269" y="47434"/>
                  </a:lnTo>
                  <a:lnTo>
                    <a:pt x="21043" y="47383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32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07" y="5638"/>
                  </a:lnTo>
                  <a:lnTo>
                    <a:pt x="21259" y="4826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73"/>
                  </a:lnTo>
                  <a:lnTo>
                    <a:pt x="19862" y="4914"/>
                  </a:lnTo>
                  <a:lnTo>
                    <a:pt x="20066" y="5689"/>
                  </a:lnTo>
                  <a:lnTo>
                    <a:pt x="19418" y="5524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708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61"/>
                  </a:lnTo>
                  <a:lnTo>
                    <a:pt x="21412" y="7607"/>
                  </a:lnTo>
                  <a:lnTo>
                    <a:pt x="21196" y="6858"/>
                  </a:lnTo>
                  <a:lnTo>
                    <a:pt x="21894" y="7010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41"/>
                  </a:moveTo>
                  <a:lnTo>
                    <a:pt x="41122" y="23139"/>
                  </a:lnTo>
                  <a:lnTo>
                    <a:pt x="39903" y="22847"/>
                  </a:lnTo>
                  <a:lnTo>
                    <a:pt x="36957" y="23037"/>
                  </a:lnTo>
                  <a:lnTo>
                    <a:pt x="36258" y="23304"/>
                  </a:lnTo>
                  <a:lnTo>
                    <a:pt x="36398" y="22479"/>
                  </a:lnTo>
                  <a:lnTo>
                    <a:pt x="36322" y="20764"/>
                  </a:lnTo>
                  <a:lnTo>
                    <a:pt x="36233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80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79"/>
                  </a:lnTo>
                  <a:lnTo>
                    <a:pt x="31610" y="23368"/>
                  </a:lnTo>
                  <a:lnTo>
                    <a:pt x="30429" y="23812"/>
                  </a:lnTo>
                  <a:lnTo>
                    <a:pt x="30467" y="24714"/>
                  </a:lnTo>
                  <a:lnTo>
                    <a:pt x="31686" y="25006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89"/>
                  </a:lnTo>
                  <a:lnTo>
                    <a:pt x="35318" y="28803"/>
                  </a:lnTo>
                  <a:lnTo>
                    <a:pt x="35699" y="30187"/>
                  </a:lnTo>
                  <a:lnTo>
                    <a:pt x="36474" y="30137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60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" name="object 788" descr=""/>
            <p:cNvSpPr/>
            <p:nvPr/>
          </p:nvSpPr>
          <p:spPr>
            <a:xfrm>
              <a:off x="4081816" y="748824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9" name="object 789" descr=""/>
            <p:cNvSpPr/>
            <p:nvPr/>
          </p:nvSpPr>
          <p:spPr>
            <a:xfrm>
              <a:off x="4084256" y="7490986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81" y="22237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20"/>
                  </a:lnTo>
                  <a:lnTo>
                    <a:pt x="4737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63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49" y="41948"/>
                  </a:lnTo>
                  <a:lnTo>
                    <a:pt x="16256" y="42252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35"/>
                  </a:lnTo>
                  <a:lnTo>
                    <a:pt x="19900" y="46050"/>
                  </a:lnTo>
                  <a:lnTo>
                    <a:pt x="20281" y="47434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44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73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708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73" y="24041"/>
                  </a:moveTo>
                  <a:lnTo>
                    <a:pt x="41122" y="23139"/>
                  </a:lnTo>
                  <a:lnTo>
                    <a:pt x="39916" y="22847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33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812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803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73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" name="object 790" descr=""/>
            <p:cNvSpPr/>
            <p:nvPr/>
          </p:nvSpPr>
          <p:spPr>
            <a:xfrm>
              <a:off x="4128333" y="748824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1" name="object 791" descr=""/>
            <p:cNvSpPr/>
            <p:nvPr/>
          </p:nvSpPr>
          <p:spPr>
            <a:xfrm>
              <a:off x="4035300" y="741517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2" name="object 792" descr=""/>
            <p:cNvSpPr/>
            <p:nvPr/>
          </p:nvSpPr>
          <p:spPr>
            <a:xfrm>
              <a:off x="4037736" y="7417911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706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81" y="22225"/>
                  </a:lnTo>
                  <a:lnTo>
                    <a:pt x="5905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84" y="22326"/>
                  </a:lnTo>
                  <a:lnTo>
                    <a:pt x="4787" y="23088"/>
                  </a:lnTo>
                  <a:lnTo>
                    <a:pt x="4140" y="22923"/>
                  </a:lnTo>
                  <a:lnTo>
                    <a:pt x="2667" y="23025"/>
                  </a:lnTo>
                  <a:lnTo>
                    <a:pt x="1193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76" y="24320"/>
                  </a:lnTo>
                  <a:lnTo>
                    <a:pt x="4737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83" y="29933"/>
                  </a:lnTo>
                  <a:lnTo>
                    <a:pt x="6057" y="29883"/>
                  </a:lnTo>
                  <a:lnTo>
                    <a:pt x="6299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22"/>
                  </a:lnTo>
                  <a:lnTo>
                    <a:pt x="8089" y="24320"/>
                  </a:lnTo>
                  <a:lnTo>
                    <a:pt x="9563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39" y="40284"/>
                  </a:lnTo>
                  <a:lnTo>
                    <a:pt x="20828" y="40551"/>
                  </a:lnTo>
                  <a:lnTo>
                    <a:pt x="20980" y="39725"/>
                  </a:lnTo>
                  <a:lnTo>
                    <a:pt x="20904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25"/>
                  </a:lnTo>
                  <a:lnTo>
                    <a:pt x="16192" y="40614"/>
                  </a:lnTo>
                  <a:lnTo>
                    <a:pt x="15011" y="41059"/>
                  </a:lnTo>
                  <a:lnTo>
                    <a:pt x="15049" y="41960"/>
                  </a:lnTo>
                  <a:lnTo>
                    <a:pt x="16268" y="42252"/>
                  </a:lnTo>
                  <a:lnTo>
                    <a:pt x="19215" y="42062"/>
                  </a:lnTo>
                  <a:lnTo>
                    <a:pt x="19875" y="41821"/>
                  </a:lnTo>
                  <a:lnTo>
                    <a:pt x="19735" y="42608"/>
                  </a:lnTo>
                  <a:lnTo>
                    <a:pt x="19824" y="44335"/>
                  </a:lnTo>
                  <a:lnTo>
                    <a:pt x="19900" y="46050"/>
                  </a:lnTo>
                  <a:lnTo>
                    <a:pt x="20281" y="47434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88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35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72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107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73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57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507" y="7150"/>
                  </a:lnTo>
                  <a:lnTo>
                    <a:pt x="20154" y="6908"/>
                  </a:lnTo>
                  <a:lnTo>
                    <a:pt x="20027" y="7708"/>
                  </a:lnTo>
                  <a:lnTo>
                    <a:pt x="20104" y="9423"/>
                  </a:lnTo>
                  <a:lnTo>
                    <a:pt x="20193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35" y="6375"/>
                  </a:lnTo>
                  <a:close/>
                </a:path>
                <a:path w="41275" h="47625">
                  <a:moveTo>
                    <a:pt x="41173" y="24041"/>
                  </a:moveTo>
                  <a:lnTo>
                    <a:pt x="41122" y="23139"/>
                  </a:lnTo>
                  <a:lnTo>
                    <a:pt x="39916" y="22847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45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80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96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80" y="24701"/>
                  </a:lnTo>
                  <a:lnTo>
                    <a:pt x="31686" y="24993"/>
                  </a:lnTo>
                  <a:lnTo>
                    <a:pt x="34645" y="24815"/>
                  </a:lnTo>
                  <a:lnTo>
                    <a:pt x="35293" y="24574"/>
                  </a:lnTo>
                  <a:lnTo>
                    <a:pt x="35166" y="25361"/>
                  </a:lnTo>
                  <a:lnTo>
                    <a:pt x="35242" y="27076"/>
                  </a:lnTo>
                  <a:lnTo>
                    <a:pt x="35331" y="28803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92" y="24472"/>
                  </a:lnTo>
                  <a:lnTo>
                    <a:pt x="41173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" name="object 793" descr=""/>
            <p:cNvSpPr/>
            <p:nvPr/>
          </p:nvSpPr>
          <p:spPr>
            <a:xfrm>
              <a:off x="4057941" y="745069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4" name="object 794" descr=""/>
            <p:cNvSpPr/>
            <p:nvPr/>
          </p:nvSpPr>
          <p:spPr>
            <a:xfrm>
              <a:off x="4060380" y="745343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81" y="22237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75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101"/>
                  </a:lnTo>
                  <a:lnTo>
                    <a:pt x="4140" y="22936"/>
                  </a:lnTo>
                  <a:lnTo>
                    <a:pt x="2667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33"/>
                  </a:lnTo>
                  <a:lnTo>
                    <a:pt x="4737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73"/>
                  </a:lnTo>
                  <a:lnTo>
                    <a:pt x="6134" y="25019"/>
                  </a:lnTo>
                  <a:lnTo>
                    <a:pt x="5918" y="24269"/>
                  </a:lnTo>
                  <a:lnTo>
                    <a:pt x="6604" y="24422"/>
                  </a:lnTo>
                  <a:lnTo>
                    <a:pt x="8077" y="24320"/>
                  </a:lnTo>
                  <a:lnTo>
                    <a:pt x="9563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85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25"/>
                  </a:lnTo>
                  <a:lnTo>
                    <a:pt x="16192" y="40614"/>
                  </a:lnTo>
                  <a:lnTo>
                    <a:pt x="14998" y="41059"/>
                  </a:lnTo>
                  <a:lnTo>
                    <a:pt x="15049" y="41960"/>
                  </a:lnTo>
                  <a:lnTo>
                    <a:pt x="16256" y="42252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21"/>
                  </a:lnTo>
                  <a:lnTo>
                    <a:pt x="19812" y="44335"/>
                  </a:lnTo>
                  <a:lnTo>
                    <a:pt x="19900" y="46050"/>
                  </a:lnTo>
                  <a:lnTo>
                    <a:pt x="20281" y="47434"/>
                  </a:lnTo>
                  <a:lnTo>
                    <a:pt x="21056" y="47383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44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32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72"/>
                  </a:lnTo>
                  <a:lnTo>
                    <a:pt x="21120" y="5638"/>
                  </a:lnTo>
                  <a:lnTo>
                    <a:pt x="21272" y="4826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63"/>
                  </a:lnTo>
                  <a:lnTo>
                    <a:pt x="19710" y="1473"/>
                  </a:lnTo>
                  <a:lnTo>
                    <a:pt x="19862" y="4914"/>
                  </a:lnTo>
                  <a:lnTo>
                    <a:pt x="20066" y="5689"/>
                  </a:lnTo>
                  <a:lnTo>
                    <a:pt x="19431" y="5524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708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61"/>
                  </a:lnTo>
                  <a:lnTo>
                    <a:pt x="21424" y="7607"/>
                  </a:lnTo>
                  <a:lnTo>
                    <a:pt x="21209" y="6858"/>
                  </a:lnTo>
                  <a:lnTo>
                    <a:pt x="21894" y="7010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73" y="24041"/>
                  </a:moveTo>
                  <a:lnTo>
                    <a:pt x="41122" y="23139"/>
                  </a:lnTo>
                  <a:lnTo>
                    <a:pt x="39916" y="22847"/>
                  </a:lnTo>
                  <a:lnTo>
                    <a:pt x="36957" y="23037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33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80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79"/>
                  </a:lnTo>
                  <a:lnTo>
                    <a:pt x="31610" y="23368"/>
                  </a:lnTo>
                  <a:lnTo>
                    <a:pt x="30429" y="23812"/>
                  </a:lnTo>
                  <a:lnTo>
                    <a:pt x="30467" y="24714"/>
                  </a:lnTo>
                  <a:lnTo>
                    <a:pt x="31686" y="25006"/>
                  </a:lnTo>
                  <a:lnTo>
                    <a:pt x="34645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89"/>
                  </a:lnTo>
                  <a:lnTo>
                    <a:pt x="35331" y="28803"/>
                  </a:lnTo>
                  <a:lnTo>
                    <a:pt x="35699" y="30187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73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" name="object 795" descr=""/>
            <p:cNvSpPr/>
            <p:nvPr/>
          </p:nvSpPr>
          <p:spPr>
            <a:xfrm>
              <a:off x="4105064" y="745069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6" name="object 796" descr=""/>
            <p:cNvSpPr/>
            <p:nvPr/>
          </p:nvSpPr>
          <p:spPr>
            <a:xfrm>
              <a:off x="4107510" y="7453433"/>
              <a:ext cx="20955" cy="47625"/>
            </a:xfrm>
            <a:custGeom>
              <a:avLst/>
              <a:gdLst/>
              <a:ahLst/>
              <a:cxnLst/>
              <a:rect l="l" t="t" r="r" b="b"/>
              <a:pathLst>
                <a:path w="20954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69" y="22237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75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101"/>
                  </a:lnTo>
                  <a:lnTo>
                    <a:pt x="4127" y="22936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20"/>
                  </a:lnTo>
                  <a:lnTo>
                    <a:pt x="4813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73"/>
                  </a:lnTo>
                  <a:lnTo>
                    <a:pt x="6134" y="25019"/>
                  </a:lnTo>
                  <a:lnTo>
                    <a:pt x="5918" y="24269"/>
                  </a:lnTo>
                  <a:lnTo>
                    <a:pt x="6604" y="24422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31" y="23787"/>
                  </a:lnTo>
                  <a:close/>
                </a:path>
                <a:path w="20954" h="47625">
                  <a:moveTo>
                    <a:pt x="20408" y="34912"/>
                  </a:moveTo>
                  <a:lnTo>
                    <a:pt x="19418" y="34912"/>
                  </a:lnTo>
                  <a:lnTo>
                    <a:pt x="19418" y="40500"/>
                  </a:lnTo>
                  <a:lnTo>
                    <a:pt x="19138" y="40424"/>
                  </a:lnTo>
                  <a:lnTo>
                    <a:pt x="17653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60"/>
                  </a:lnTo>
                  <a:lnTo>
                    <a:pt x="16256" y="42252"/>
                  </a:lnTo>
                  <a:lnTo>
                    <a:pt x="19202" y="42062"/>
                  </a:lnTo>
                  <a:lnTo>
                    <a:pt x="19723" y="41871"/>
                  </a:lnTo>
                  <a:lnTo>
                    <a:pt x="19723" y="47434"/>
                  </a:lnTo>
                  <a:lnTo>
                    <a:pt x="20408" y="47434"/>
                  </a:lnTo>
                  <a:lnTo>
                    <a:pt x="20408" y="41910"/>
                  </a:lnTo>
                  <a:lnTo>
                    <a:pt x="20408" y="41198"/>
                  </a:lnTo>
                  <a:lnTo>
                    <a:pt x="20408" y="40093"/>
                  </a:lnTo>
                  <a:lnTo>
                    <a:pt x="20408" y="34912"/>
                  </a:lnTo>
                  <a:close/>
                </a:path>
                <a:path w="20954" h="47625">
                  <a:moveTo>
                    <a:pt x="20408" y="0"/>
                  </a:moveTo>
                  <a:lnTo>
                    <a:pt x="19697" y="0"/>
                  </a:lnTo>
                  <a:lnTo>
                    <a:pt x="19697" y="5524"/>
                  </a:lnTo>
                  <a:lnTo>
                    <a:pt x="15278" y="5524"/>
                  </a:lnTo>
                  <a:lnTo>
                    <a:pt x="15278" y="7340"/>
                  </a:lnTo>
                  <a:lnTo>
                    <a:pt x="20015" y="7340"/>
                  </a:lnTo>
                  <a:lnTo>
                    <a:pt x="20015" y="12522"/>
                  </a:lnTo>
                  <a:lnTo>
                    <a:pt x="20408" y="12522"/>
                  </a:lnTo>
                  <a:lnTo>
                    <a:pt x="20408" y="7340"/>
                  </a:lnTo>
                  <a:lnTo>
                    <a:pt x="20408" y="6286"/>
                  </a:lnTo>
                  <a:lnTo>
                    <a:pt x="20408" y="5524"/>
                  </a:lnTo>
                  <a:lnTo>
                    <a:pt x="20408" y="0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" name="object 797" descr=""/>
            <p:cNvSpPr/>
            <p:nvPr/>
          </p:nvSpPr>
          <p:spPr>
            <a:xfrm>
              <a:off x="4012142" y="745069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8" name="object 798" descr=""/>
            <p:cNvSpPr/>
            <p:nvPr/>
          </p:nvSpPr>
          <p:spPr>
            <a:xfrm>
              <a:off x="4014584" y="745343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81" y="22237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75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101"/>
                  </a:lnTo>
                  <a:lnTo>
                    <a:pt x="4140" y="22936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33"/>
                  </a:lnTo>
                  <a:lnTo>
                    <a:pt x="4724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73"/>
                  </a:lnTo>
                  <a:lnTo>
                    <a:pt x="6134" y="25019"/>
                  </a:lnTo>
                  <a:lnTo>
                    <a:pt x="5918" y="24269"/>
                  </a:lnTo>
                  <a:lnTo>
                    <a:pt x="6604" y="24422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692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85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60"/>
                  </a:lnTo>
                  <a:lnTo>
                    <a:pt x="16256" y="42252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21"/>
                  </a:lnTo>
                  <a:lnTo>
                    <a:pt x="19812" y="44335"/>
                  </a:lnTo>
                  <a:lnTo>
                    <a:pt x="19900" y="46050"/>
                  </a:lnTo>
                  <a:lnTo>
                    <a:pt x="20269" y="47434"/>
                  </a:lnTo>
                  <a:lnTo>
                    <a:pt x="21043" y="47383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32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07" y="5638"/>
                  </a:lnTo>
                  <a:lnTo>
                    <a:pt x="21259" y="4826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63"/>
                  </a:lnTo>
                  <a:lnTo>
                    <a:pt x="19697" y="1473"/>
                  </a:lnTo>
                  <a:lnTo>
                    <a:pt x="19862" y="4914"/>
                  </a:lnTo>
                  <a:lnTo>
                    <a:pt x="20066" y="5689"/>
                  </a:lnTo>
                  <a:lnTo>
                    <a:pt x="19418" y="5524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708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61"/>
                  </a:lnTo>
                  <a:lnTo>
                    <a:pt x="21412" y="7607"/>
                  </a:lnTo>
                  <a:lnTo>
                    <a:pt x="21196" y="6858"/>
                  </a:lnTo>
                  <a:lnTo>
                    <a:pt x="21894" y="7010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41"/>
                  </a:moveTo>
                  <a:lnTo>
                    <a:pt x="41122" y="23139"/>
                  </a:lnTo>
                  <a:lnTo>
                    <a:pt x="39903" y="22847"/>
                  </a:lnTo>
                  <a:lnTo>
                    <a:pt x="36957" y="23037"/>
                  </a:lnTo>
                  <a:lnTo>
                    <a:pt x="36258" y="23304"/>
                  </a:lnTo>
                  <a:lnTo>
                    <a:pt x="36398" y="22479"/>
                  </a:lnTo>
                  <a:lnTo>
                    <a:pt x="36322" y="20764"/>
                  </a:lnTo>
                  <a:lnTo>
                    <a:pt x="36233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80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79"/>
                  </a:lnTo>
                  <a:lnTo>
                    <a:pt x="31610" y="23368"/>
                  </a:lnTo>
                  <a:lnTo>
                    <a:pt x="30429" y="23812"/>
                  </a:lnTo>
                  <a:lnTo>
                    <a:pt x="30467" y="24714"/>
                  </a:lnTo>
                  <a:lnTo>
                    <a:pt x="31686" y="25006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89"/>
                  </a:lnTo>
                  <a:lnTo>
                    <a:pt x="35318" y="28803"/>
                  </a:lnTo>
                  <a:lnTo>
                    <a:pt x="35699" y="30187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60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" name="object 799" descr=""/>
            <p:cNvSpPr/>
            <p:nvPr/>
          </p:nvSpPr>
          <p:spPr>
            <a:xfrm>
              <a:off x="4081816" y="741517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0" name="object 800" descr=""/>
            <p:cNvSpPr/>
            <p:nvPr/>
          </p:nvSpPr>
          <p:spPr>
            <a:xfrm>
              <a:off x="4084256" y="7417911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20"/>
                  </a:lnTo>
                  <a:lnTo>
                    <a:pt x="4737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22"/>
                  </a:lnTo>
                  <a:lnTo>
                    <a:pt x="8077" y="24320"/>
                  </a:lnTo>
                  <a:lnTo>
                    <a:pt x="9563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49" y="41960"/>
                  </a:lnTo>
                  <a:lnTo>
                    <a:pt x="16256" y="42252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35"/>
                  </a:lnTo>
                  <a:lnTo>
                    <a:pt x="19900" y="46050"/>
                  </a:lnTo>
                  <a:lnTo>
                    <a:pt x="20281" y="47434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44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73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708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73" y="24041"/>
                  </a:moveTo>
                  <a:lnTo>
                    <a:pt x="41122" y="23139"/>
                  </a:lnTo>
                  <a:lnTo>
                    <a:pt x="39916" y="22847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33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80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803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73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" name="object 801" descr=""/>
            <p:cNvSpPr/>
            <p:nvPr/>
          </p:nvSpPr>
          <p:spPr>
            <a:xfrm>
              <a:off x="4128333" y="741517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2" name="object 802" descr=""/>
            <p:cNvSpPr/>
            <p:nvPr/>
          </p:nvSpPr>
          <p:spPr>
            <a:xfrm>
              <a:off x="3891705" y="763456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3" name="object 803" descr=""/>
            <p:cNvSpPr/>
            <p:nvPr/>
          </p:nvSpPr>
          <p:spPr>
            <a:xfrm>
              <a:off x="3894150" y="763730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69" y="22237"/>
                  </a:lnTo>
                  <a:lnTo>
                    <a:pt x="5892" y="20523"/>
                  </a:lnTo>
                  <a:lnTo>
                    <a:pt x="5803" y="18796"/>
                  </a:lnTo>
                  <a:lnTo>
                    <a:pt x="5435" y="17424"/>
                  </a:lnTo>
                  <a:lnTo>
                    <a:pt x="4660" y="17475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101"/>
                  </a:lnTo>
                  <a:lnTo>
                    <a:pt x="4140" y="22936"/>
                  </a:lnTo>
                  <a:lnTo>
                    <a:pt x="2654" y="23025"/>
                  </a:lnTo>
                  <a:lnTo>
                    <a:pt x="1181" y="23126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20"/>
                  </a:lnTo>
                  <a:lnTo>
                    <a:pt x="4813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73"/>
                  </a:lnTo>
                  <a:lnTo>
                    <a:pt x="6134" y="25031"/>
                  </a:lnTo>
                  <a:lnTo>
                    <a:pt x="5918" y="24269"/>
                  </a:lnTo>
                  <a:lnTo>
                    <a:pt x="6604" y="24422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87"/>
                  </a:moveTo>
                  <a:lnTo>
                    <a:pt x="25692" y="40386"/>
                  </a:lnTo>
                  <a:lnTo>
                    <a:pt x="24472" y="40093"/>
                  </a:lnTo>
                  <a:lnTo>
                    <a:pt x="21526" y="40284"/>
                  </a:lnTo>
                  <a:lnTo>
                    <a:pt x="20828" y="40551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02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85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53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60"/>
                  </a:lnTo>
                  <a:lnTo>
                    <a:pt x="16256" y="42252"/>
                  </a:lnTo>
                  <a:lnTo>
                    <a:pt x="19202" y="42062"/>
                  </a:lnTo>
                  <a:lnTo>
                    <a:pt x="19862" y="41821"/>
                  </a:lnTo>
                  <a:lnTo>
                    <a:pt x="19723" y="42621"/>
                  </a:lnTo>
                  <a:lnTo>
                    <a:pt x="19812" y="44335"/>
                  </a:lnTo>
                  <a:lnTo>
                    <a:pt x="19888" y="46050"/>
                  </a:lnTo>
                  <a:lnTo>
                    <a:pt x="20269" y="47434"/>
                  </a:lnTo>
                  <a:lnTo>
                    <a:pt x="21043" y="47383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22"/>
                  </a:lnTo>
                  <a:lnTo>
                    <a:pt x="23075" y="41821"/>
                  </a:lnTo>
                  <a:lnTo>
                    <a:pt x="24549" y="41732"/>
                  </a:lnTo>
                  <a:lnTo>
                    <a:pt x="25730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07" y="5638"/>
                  </a:lnTo>
                  <a:lnTo>
                    <a:pt x="21259" y="4826"/>
                  </a:lnTo>
                  <a:lnTo>
                    <a:pt x="21183" y="3111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63"/>
                  </a:lnTo>
                  <a:lnTo>
                    <a:pt x="19697" y="1473"/>
                  </a:lnTo>
                  <a:lnTo>
                    <a:pt x="19862" y="4914"/>
                  </a:lnTo>
                  <a:lnTo>
                    <a:pt x="20066" y="5689"/>
                  </a:lnTo>
                  <a:lnTo>
                    <a:pt x="19418" y="5524"/>
                  </a:lnTo>
                  <a:lnTo>
                    <a:pt x="17945" y="5613"/>
                  </a:lnTo>
                  <a:lnTo>
                    <a:pt x="16471" y="5715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35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708"/>
                  </a:lnTo>
                  <a:lnTo>
                    <a:pt x="20091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61"/>
                  </a:lnTo>
                  <a:lnTo>
                    <a:pt x="21412" y="7607"/>
                  </a:lnTo>
                  <a:lnTo>
                    <a:pt x="21196" y="6858"/>
                  </a:lnTo>
                  <a:lnTo>
                    <a:pt x="21882" y="7010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41"/>
                  </a:moveTo>
                  <a:lnTo>
                    <a:pt x="41122" y="23139"/>
                  </a:lnTo>
                  <a:lnTo>
                    <a:pt x="39903" y="22847"/>
                  </a:lnTo>
                  <a:lnTo>
                    <a:pt x="36957" y="23037"/>
                  </a:lnTo>
                  <a:lnTo>
                    <a:pt x="36245" y="23304"/>
                  </a:lnTo>
                  <a:lnTo>
                    <a:pt x="36398" y="22479"/>
                  </a:lnTo>
                  <a:lnTo>
                    <a:pt x="36322" y="20764"/>
                  </a:lnTo>
                  <a:lnTo>
                    <a:pt x="36233" y="19050"/>
                  </a:lnTo>
                  <a:lnTo>
                    <a:pt x="35852" y="17665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80"/>
                  </a:lnTo>
                  <a:lnTo>
                    <a:pt x="35191" y="23342"/>
                  </a:lnTo>
                  <a:lnTo>
                    <a:pt x="34556" y="23177"/>
                  </a:lnTo>
                  <a:lnTo>
                    <a:pt x="33083" y="23279"/>
                  </a:lnTo>
                  <a:lnTo>
                    <a:pt x="31610" y="23368"/>
                  </a:lnTo>
                  <a:lnTo>
                    <a:pt x="30429" y="23812"/>
                  </a:lnTo>
                  <a:lnTo>
                    <a:pt x="30467" y="24714"/>
                  </a:lnTo>
                  <a:lnTo>
                    <a:pt x="31686" y="25006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89"/>
                  </a:lnTo>
                  <a:lnTo>
                    <a:pt x="35318" y="28803"/>
                  </a:lnTo>
                  <a:lnTo>
                    <a:pt x="35699" y="30187"/>
                  </a:lnTo>
                  <a:lnTo>
                    <a:pt x="36474" y="30137"/>
                  </a:lnTo>
                  <a:lnTo>
                    <a:pt x="36715" y="28714"/>
                  </a:lnTo>
                  <a:lnTo>
                    <a:pt x="36550" y="25273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506" y="24574"/>
                  </a:lnTo>
                  <a:lnTo>
                    <a:pt x="39979" y="24485"/>
                  </a:lnTo>
                  <a:lnTo>
                    <a:pt x="41160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" name="object 804" descr=""/>
            <p:cNvSpPr/>
            <p:nvPr/>
          </p:nvSpPr>
          <p:spPr>
            <a:xfrm>
              <a:off x="3914346" y="767009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5" name="object 805" descr=""/>
            <p:cNvSpPr/>
            <p:nvPr/>
          </p:nvSpPr>
          <p:spPr>
            <a:xfrm>
              <a:off x="3916794" y="7672838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71"/>
                  </a:lnTo>
                  <a:lnTo>
                    <a:pt x="5816" y="23037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22" y="17411"/>
                  </a:lnTo>
                  <a:lnTo>
                    <a:pt x="4648" y="17462"/>
                  </a:lnTo>
                  <a:lnTo>
                    <a:pt x="4406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27" y="22923"/>
                  </a:lnTo>
                  <a:lnTo>
                    <a:pt x="2654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38" y="24447"/>
                  </a:lnTo>
                  <a:lnTo>
                    <a:pt x="1257" y="24739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22"/>
                  </a:lnTo>
                  <a:lnTo>
                    <a:pt x="4889" y="28549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21" y="25019"/>
                  </a:lnTo>
                  <a:lnTo>
                    <a:pt x="5905" y="24257"/>
                  </a:lnTo>
                  <a:lnTo>
                    <a:pt x="6591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75"/>
                  </a:moveTo>
                  <a:lnTo>
                    <a:pt x="25692" y="40373"/>
                  </a:lnTo>
                  <a:lnTo>
                    <a:pt x="24472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67" y="39725"/>
                  </a:lnTo>
                  <a:lnTo>
                    <a:pt x="20891" y="37998"/>
                  </a:lnTo>
                  <a:lnTo>
                    <a:pt x="20802" y="36283"/>
                  </a:lnTo>
                  <a:lnTo>
                    <a:pt x="20434" y="34899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26" y="40424"/>
                  </a:lnTo>
                  <a:lnTo>
                    <a:pt x="17653" y="40513"/>
                  </a:lnTo>
                  <a:lnTo>
                    <a:pt x="16179" y="40601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49"/>
                  </a:lnTo>
                  <a:lnTo>
                    <a:pt x="19862" y="41808"/>
                  </a:lnTo>
                  <a:lnTo>
                    <a:pt x="19723" y="42608"/>
                  </a:lnTo>
                  <a:lnTo>
                    <a:pt x="19812" y="44323"/>
                  </a:lnTo>
                  <a:lnTo>
                    <a:pt x="19888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06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49" y="41719"/>
                  </a:lnTo>
                  <a:lnTo>
                    <a:pt x="25730" y="41275"/>
                  </a:lnTo>
                  <a:close/>
                </a:path>
                <a:path w="41275" h="47625">
                  <a:moveTo>
                    <a:pt x="26022" y="6362"/>
                  </a:moveTo>
                  <a:lnTo>
                    <a:pt x="25971" y="5473"/>
                  </a:lnTo>
                  <a:lnTo>
                    <a:pt x="24765" y="5168"/>
                  </a:lnTo>
                  <a:lnTo>
                    <a:pt x="21805" y="5359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70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50" y="4902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00"/>
                  </a:lnTo>
                  <a:lnTo>
                    <a:pt x="16459" y="5702"/>
                  </a:lnTo>
                  <a:lnTo>
                    <a:pt x="15278" y="6134"/>
                  </a:lnTo>
                  <a:lnTo>
                    <a:pt x="15328" y="7035"/>
                  </a:lnTo>
                  <a:lnTo>
                    <a:pt x="16535" y="7327"/>
                  </a:lnTo>
                  <a:lnTo>
                    <a:pt x="19494" y="7137"/>
                  </a:lnTo>
                  <a:lnTo>
                    <a:pt x="20142" y="6908"/>
                  </a:lnTo>
                  <a:lnTo>
                    <a:pt x="20015" y="7696"/>
                  </a:lnTo>
                  <a:lnTo>
                    <a:pt x="20091" y="9410"/>
                  </a:lnTo>
                  <a:lnTo>
                    <a:pt x="20180" y="11125"/>
                  </a:lnTo>
                  <a:lnTo>
                    <a:pt x="20548" y="12509"/>
                  </a:lnTo>
                  <a:lnTo>
                    <a:pt x="21336" y="12458"/>
                  </a:lnTo>
                  <a:lnTo>
                    <a:pt x="21564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55" y="6908"/>
                  </a:lnTo>
                  <a:lnTo>
                    <a:pt x="24841" y="6807"/>
                  </a:lnTo>
                  <a:lnTo>
                    <a:pt x="26022" y="6362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44" y="23025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09" y="20751"/>
                  </a:lnTo>
                  <a:lnTo>
                    <a:pt x="36233" y="19037"/>
                  </a:lnTo>
                  <a:lnTo>
                    <a:pt x="35852" y="17653"/>
                  </a:lnTo>
                  <a:lnTo>
                    <a:pt x="35077" y="17703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16" y="23799"/>
                  </a:lnTo>
                  <a:lnTo>
                    <a:pt x="30467" y="24701"/>
                  </a:lnTo>
                  <a:lnTo>
                    <a:pt x="31673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29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60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493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" name="object 806" descr=""/>
            <p:cNvSpPr/>
            <p:nvPr/>
          </p:nvSpPr>
          <p:spPr>
            <a:xfrm>
              <a:off x="3961469" y="767009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7" name="object 807" descr=""/>
            <p:cNvSpPr/>
            <p:nvPr/>
          </p:nvSpPr>
          <p:spPr>
            <a:xfrm>
              <a:off x="3963911" y="7672838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38" y="24447"/>
                  </a:lnTo>
                  <a:lnTo>
                    <a:pt x="1257" y="24739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22"/>
                  </a:lnTo>
                  <a:lnTo>
                    <a:pt x="4902" y="28549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692" y="40373"/>
                  </a:lnTo>
                  <a:lnTo>
                    <a:pt x="24485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7998"/>
                  </a:lnTo>
                  <a:lnTo>
                    <a:pt x="20815" y="36283"/>
                  </a:lnTo>
                  <a:lnTo>
                    <a:pt x="20434" y="34899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79" y="40601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15" y="42049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06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22" y="6362"/>
                  </a:moveTo>
                  <a:lnTo>
                    <a:pt x="25984" y="5473"/>
                  </a:lnTo>
                  <a:lnTo>
                    <a:pt x="24765" y="5168"/>
                  </a:lnTo>
                  <a:lnTo>
                    <a:pt x="21818" y="5359"/>
                  </a:lnTo>
                  <a:lnTo>
                    <a:pt x="21120" y="5626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18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494" y="7137"/>
                  </a:lnTo>
                  <a:lnTo>
                    <a:pt x="20154" y="6896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80" y="11125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62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398" y="22479"/>
                  </a:lnTo>
                  <a:lnTo>
                    <a:pt x="36322" y="20751"/>
                  </a:lnTo>
                  <a:lnTo>
                    <a:pt x="36233" y="19037"/>
                  </a:lnTo>
                  <a:lnTo>
                    <a:pt x="35864" y="17653"/>
                  </a:lnTo>
                  <a:lnTo>
                    <a:pt x="35090" y="17703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60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" name="object 808" descr=""/>
            <p:cNvSpPr/>
            <p:nvPr/>
          </p:nvSpPr>
          <p:spPr>
            <a:xfrm>
              <a:off x="3884603" y="7670091"/>
              <a:ext cx="29845" cy="53975"/>
            </a:xfrm>
            <a:custGeom>
              <a:avLst/>
              <a:gdLst/>
              <a:ahLst/>
              <a:cxnLst/>
              <a:rect l="l" t="t" r="r" b="b"/>
              <a:pathLst>
                <a:path w="29845" h="53975">
                  <a:moveTo>
                    <a:pt x="29743" y="26711"/>
                  </a:moveTo>
                  <a:lnTo>
                    <a:pt x="6843" y="53422"/>
                  </a:lnTo>
                  <a:lnTo>
                    <a:pt x="0" y="45439"/>
                  </a:lnTo>
                </a:path>
                <a:path w="29845" h="53975">
                  <a:moveTo>
                    <a:pt x="0" y="7983"/>
                  </a:moveTo>
                  <a:lnTo>
                    <a:pt x="6843" y="0"/>
                  </a:lnTo>
                  <a:lnTo>
                    <a:pt x="29743" y="26711"/>
                  </a:lnTo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9" name="object 809" descr=""/>
            <p:cNvSpPr/>
            <p:nvPr/>
          </p:nvSpPr>
          <p:spPr>
            <a:xfrm>
              <a:off x="3885996" y="7672838"/>
              <a:ext cx="26670" cy="47625"/>
            </a:xfrm>
            <a:custGeom>
              <a:avLst/>
              <a:gdLst/>
              <a:ahLst/>
              <a:cxnLst/>
              <a:rect l="l" t="t" r="r" b="b"/>
              <a:pathLst>
                <a:path w="26670" h="47625">
                  <a:moveTo>
                    <a:pt x="10731" y="41275"/>
                  </a:moveTo>
                  <a:lnTo>
                    <a:pt x="10693" y="40373"/>
                  </a:lnTo>
                  <a:lnTo>
                    <a:pt x="9474" y="40081"/>
                  </a:lnTo>
                  <a:lnTo>
                    <a:pt x="6527" y="40271"/>
                  </a:lnTo>
                  <a:lnTo>
                    <a:pt x="5816" y="40538"/>
                  </a:lnTo>
                  <a:lnTo>
                    <a:pt x="5969" y="39725"/>
                  </a:lnTo>
                  <a:lnTo>
                    <a:pt x="5892" y="37998"/>
                  </a:lnTo>
                  <a:lnTo>
                    <a:pt x="5803" y="36283"/>
                  </a:lnTo>
                  <a:lnTo>
                    <a:pt x="5422" y="34899"/>
                  </a:lnTo>
                  <a:lnTo>
                    <a:pt x="4648" y="34963"/>
                  </a:lnTo>
                  <a:lnTo>
                    <a:pt x="4406" y="36372"/>
                  </a:lnTo>
                  <a:lnTo>
                    <a:pt x="4572" y="39814"/>
                  </a:lnTo>
                  <a:lnTo>
                    <a:pt x="4775" y="40589"/>
                  </a:lnTo>
                  <a:lnTo>
                    <a:pt x="4127" y="40424"/>
                  </a:lnTo>
                  <a:lnTo>
                    <a:pt x="2654" y="40513"/>
                  </a:lnTo>
                  <a:lnTo>
                    <a:pt x="1181" y="40601"/>
                  </a:lnTo>
                  <a:lnTo>
                    <a:pt x="0" y="41046"/>
                  </a:lnTo>
                  <a:lnTo>
                    <a:pt x="38" y="41948"/>
                  </a:lnTo>
                  <a:lnTo>
                    <a:pt x="1244" y="42240"/>
                  </a:lnTo>
                  <a:lnTo>
                    <a:pt x="4203" y="42049"/>
                  </a:lnTo>
                  <a:lnTo>
                    <a:pt x="4864" y="41808"/>
                  </a:lnTo>
                  <a:lnTo>
                    <a:pt x="4724" y="42608"/>
                  </a:lnTo>
                  <a:lnTo>
                    <a:pt x="4800" y="44323"/>
                  </a:lnTo>
                  <a:lnTo>
                    <a:pt x="4889" y="46037"/>
                  </a:lnTo>
                  <a:lnTo>
                    <a:pt x="5270" y="47421"/>
                  </a:lnTo>
                  <a:lnTo>
                    <a:pt x="6045" y="47371"/>
                  </a:lnTo>
                  <a:lnTo>
                    <a:pt x="6286" y="45961"/>
                  </a:lnTo>
                  <a:lnTo>
                    <a:pt x="6121" y="42506"/>
                  </a:lnTo>
                  <a:lnTo>
                    <a:pt x="5905" y="41757"/>
                  </a:lnTo>
                  <a:lnTo>
                    <a:pt x="6591" y="41910"/>
                  </a:lnTo>
                  <a:lnTo>
                    <a:pt x="8077" y="41808"/>
                  </a:lnTo>
                  <a:lnTo>
                    <a:pt x="9550" y="41719"/>
                  </a:lnTo>
                  <a:lnTo>
                    <a:pt x="10731" y="41275"/>
                  </a:lnTo>
                  <a:close/>
                </a:path>
                <a:path w="26670" h="47625">
                  <a:moveTo>
                    <a:pt x="11023" y="6362"/>
                  </a:moveTo>
                  <a:lnTo>
                    <a:pt x="10972" y="5473"/>
                  </a:lnTo>
                  <a:lnTo>
                    <a:pt x="9766" y="5168"/>
                  </a:lnTo>
                  <a:lnTo>
                    <a:pt x="6807" y="5359"/>
                  </a:lnTo>
                  <a:lnTo>
                    <a:pt x="6108" y="5626"/>
                  </a:lnTo>
                  <a:lnTo>
                    <a:pt x="6261" y="4813"/>
                  </a:lnTo>
                  <a:lnTo>
                    <a:pt x="6172" y="3098"/>
                  </a:lnTo>
                  <a:lnTo>
                    <a:pt x="6083" y="1384"/>
                  </a:lnTo>
                  <a:lnTo>
                    <a:pt x="5715" y="0"/>
                  </a:lnTo>
                  <a:lnTo>
                    <a:pt x="4940" y="50"/>
                  </a:lnTo>
                  <a:lnTo>
                    <a:pt x="4699" y="1460"/>
                  </a:lnTo>
                  <a:lnTo>
                    <a:pt x="4851" y="4902"/>
                  </a:lnTo>
                  <a:lnTo>
                    <a:pt x="5054" y="5676"/>
                  </a:lnTo>
                  <a:lnTo>
                    <a:pt x="4419" y="5511"/>
                  </a:lnTo>
                  <a:lnTo>
                    <a:pt x="2933" y="5600"/>
                  </a:lnTo>
                  <a:lnTo>
                    <a:pt x="1460" y="5702"/>
                  </a:lnTo>
                  <a:lnTo>
                    <a:pt x="279" y="6134"/>
                  </a:lnTo>
                  <a:lnTo>
                    <a:pt x="317" y="7035"/>
                  </a:lnTo>
                  <a:lnTo>
                    <a:pt x="1536" y="7327"/>
                  </a:lnTo>
                  <a:lnTo>
                    <a:pt x="4483" y="7137"/>
                  </a:lnTo>
                  <a:lnTo>
                    <a:pt x="5143" y="6908"/>
                  </a:lnTo>
                  <a:lnTo>
                    <a:pt x="5003" y="7696"/>
                  </a:lnTo>
                  <a:lnTo>
                    <a:pt x="5092" y="9410"/>
                  </a:lnTo>
                  <a:lnTo>
                    <a:pt x="5181" y="11125"/>
                  </a:lnTo>
                  <a:lnTo>
                    <a:pt x="5549" y="12509"/>
                  </a:lnTo>
                  <a:lnTo>
                    <a:pt x="6324" y="12458"/>
                  </a:lnTo>
                  <a:lnTo>
                    <a:pt x="6565" y="11049"/>
                  </a:lnTo>
                  <a:lnTo>
                    <a:pt x="6413" y="7607"/>
                  </a:lnTo>
                  <a:lnTo>
                    <a:pt x="6197" y="6845"/>
                  </a:lnTo>
                  <a:lnTo>
                    <a:pt x="6883" y="6997"/>
                  </a:lnTo>
                  <a:lnTo>
                    <a:pt x="8356" y="6908"/>
                  </a:lnTo>
                  <a:lnTo>
                    <a:pt x="9829" y="6807"/>
                  </a:lnTo>
                  <a:lnTo>
                    <a:pt x="11023" y="6362"/>
                  </a:lnTo>
                  <a:close/>
                </a:path>
                <a:path w="26670" h="47625">
                  <a:moveTo>
                    <a:pt x="26162" y="24028"/>
                  </a:moveTo>
                  <a:lnTo>
                    <a:pt x="26111" y="23126"/>
                  </a:lnTo>
                  <a:lnTo>
                    <a:pt x="24904" y="22834"/>
                  </a:lnTo>
                  <a:lnTo>
                    <a:pt x="21945" y="23025"/>
                  </a:lnTo>
                  <a:lnTo>
                    <a:pt x="21247" y="23291"/>
                  </a:lnTo>
                  <a:lnTo>
                    <a:pt x="21399" y="22479"/>
                  </a:lnTo>
                  <a:lnTo>
                    <a:pt x="21310" y="20751"/>
                  </a:lnTo>
                  <a:lnTo>
                    <a:pt x="21234" y="19037"/>
                  </a:lnTo>
                  <a:lnTo>
                    <a:pt x="20853" y="17653"/>
                  </a:lnTo>
                  <a:lnTo>
                    <a:pt x="20078" y="17703"/>
                  </a:lnTo>
                  <a:lnTo>
                    <a:pt x="19837" y="19126"/>
                  </a:lnTo>
                  <a:lnTo>
                    <a:pt x="19989" y="22567"/>
                  </a:lnTo>
                  <a:lnTo>
                    <a:pt x="20193" y="23342"/>
                  </a:lnTo>
                  <a:lnTo>
                    <a:pt x="19558" y="23177"/>
                  </a:lnTo>
                  <a:lnTo>
                    <a:pt x="18084" y="23266"/>
                  </a:lnTo>
                  <a:lnTo>
                    <a:pt x="16598" y="23355"/>
                  </a:lnTo>
                  <a:lnTo>
                    <a:pt x="15417" y="23799"/>
                  </a:lnTo>
                  <a:lnTo>
                    <a:pt x="15468" y="24701"/>
                  </a:lnTo>
                  <a:lnTo>
                    <a:pt x="16675" y="24993"/>
                  </a:lnTo>
                  <a:lnTo>
                    <a:pt x="19634" y="24803"/>
                  </a:lnTo>
                  <a:lnTo>
                    <a:pt x="20281" y="24574"/>
                  </a:lnTo>
                  <a:lnTo>
                    <a:pt x="20142" y="25361"/>
                  </a:lnTo>
                  <a:lnTo>
                    <a:pt x="20231" y="27076"/>
                  </a:lnTo>
                  <a:lnTo>
                    <a:pt x="20320" y="28790"/>
                  </a:lnTo>
                  <a:lnTo>
                    <a:pt x="20688" y="30175"/>
                  </a:lnTo>
                  <a:lnTo>
                    <a:pt x="21463" y="30124"/>
                  </a:lnTo>
                  <a:lnTo>
                    <a:pt x="21704" y="28714"/>
                  </a:lnTo>
                  <a:lnTo>
                    <a:pt x="21551" y="25260"/>
                  </a:lnTo>
                  <a:lnTo>
                    <a:pt x="21336" y="24511"/>
                  </a:lnTo>
                  <a:lnTo>
                    <a:pt x="22021" y="24663"/>
                  </a:lnTo>
                  <a:lnTo>
                    <a:pt x="23495" y="24561"/>
                  </a:lnTo>
                  <a:lnTo>
                    <a:pt x="24968" y="24472"/>
                  </a:lnTo>
                  <a:lnTo>
                    <a:pt x="26162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" name="object 810" descr=""/>
            <p:cNvSpPr/>
            <p:nvPr/>
          </p:nvSpPr>
          <p:spPr>
            <a:xfrm>
              <a:off x="3938222" y="763456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1" name="object 811" descr=""/>
            <p:cNvSpPr/>
            <p:nvPr/>
          </p:nvSpPr>
          <p:spPr>
            <a:xfrm>
              <a:off x="3940670" y="763730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16" y="23050"/>
                  </a:lnTo>
                  <a:lnTo>
                    <a:pt x="5969" y="22237"/>
                  </a:lnTo>
                  <a:lnTo>
                    <a:pt x="5892" y="20523"/>
                  </a:lnTo>
                  <a:lnTo>
                    <a:pt x="5803" y="18796"/>
                  </a:lnTo>
                  <a:lnTo>
                    <a:pt x="5422" y="17424"/>
                  </a:lnTo>
                  <a:lnTo>
                    <a:pt x="4648" y="17475"/>
                  </a:lnTo>
                  <a:lnTo>
                    <a:pt x="4406" y="18884"/>
                  </a:lnTo>
                  <a:lnTo>
                    <a:pt x="4572" y="22326"/>
                  </a:lnTo>
                  <a:lnTo>
                    <a:pt x="4775" y="23101"/>
                  </a:lnTo>
                  <a:lnTo>
                    <a:pt x="4127" y="22936"/>
                  </a:lnTo>
                  <a:lnTo>
                    <a:pt x="2654" y="23025"/>
                  </a:lnTo>
                  <a:lnTo>
                    <a:pt x="1181" y="23126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20"/>
                  </a:lnTo>
                  <a:lnTo>
                    <a:pt x="4800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73"/>
                  </a:lnTo>
                  <a:lnTo>
                    <a:pt x="6121" y="25031"/>
                  </a:lnTo>
                  <a:lnTo>
                    <a:pt x="5905" y="24269"/>
                  </a:lnTo>
                  <a:lnTo>
                    <a:pt x="6591" y="24422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87"/>
                  </a:moveTo>
                  <a:lnTo>
                    <a:pt x="25692" y="40386"/>
                  </a:lnTo>
                  <a:lnTo>
                    <a:pt x="24472" y="40093"/>
                  </a:lnTo>
                  <a:lnTo>
                    <a:pt x="21526" y="40284"/>
                  </a:lnTo>
                  <a:lnTo>
                    <a:pt x="20815" y="40551"/>
                  </a:lnTo>
                  <a:lnTo>
                    <a:pt x="20967" y="39725"/>
                  </a:lnTo>
                  <a:lnTo>
                    <a:pt x="20891" y="38011"/>
                  </a:lnTo>
                  <a:lnTo>
                    <a:pt x="20802" y="36296"/>
                  </a:lnTo>
                  <a:lnTo>
                    <a:pt x="20421" y="34912"/>
                  </a:lnTo>
                  <a:lnTo>
                    <a:pt x="19646" y="34963"/>
                  </a:lnTo>
                  <a:lnTo>
                    <a:pt x="19405" y="36385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26" y="40424"/>
                  </a:lnTo>
                  <a:lnTo>
                    <a:pt x="17653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60"/>
                  </a:lnTo>
                  <a:lnTo>
                    <a:pt x="16256" y="42252"/>
                  </a:lnTo>
                  <a:lnTo>
                    <a:pt x="19202" y="42062"/>
                  </a:lnTo>
                  <a:lnTo>
                    <a:pt x="19862" y="41821"/>
                  </a:lnTo>
                  <a:lnTo>
                    <a:pt x="19723" y="42621"/>
                  </a:lnTo>
                  <a:lnTo>
                    <a:pt x="19812" y="44335"/>
                  </a:lnTo>
                  <a:lnTo>
                    <a:pt x="19888" y="46050"/>
                  </a:lnTo>
                  <a:lnTo>
                    <a:pt x="20269" y="47434"/>
                  </a:lnTo>
                  <a:lnTo>
                    <a:pt x="21043" y="47383"/>
                  </a:lnTo>
                  <a:lnTo>
                    <a:pt x="21285" y="45961"/>
                  </a:lnTo>
                  <a:lnTo>
                    <a:pt x="21120" y="42519"/>
                  </a:lnTo>
                  <a:lnTo>
                    <a:pt x="20904" y="41757"/>
                  </a:lnTo>
                  <a:lnTo>
                    <a:pt x="21602" y="41922"/>
                  </a:lnTo>
                  <a:lnTo>
                    <a:pt x="23075" y="41821"/>
                  </a:lnTo>
                  <a:lnTo>
                    <a:pt x="24549" y="41732"/>
                  </a:lnTo>
                  <a:lnTo>
                    <a:pt x="25730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71" y="5473"/>
                  </a:lnTo>
                  <a:lnTo>
                    <a:pt x="24765" y="5181"/>
                  </a:lnTo>
                  <a:lnTo>
                    <a:pt x="21805" y="5372"/>
                  </a:lnTo>
                  <a:lnTo>
                    <a:pt x="21107" y="5638"/>
                  </a:lnTo>
                  <a:lnTo>
                    <a:pt x="21259" y="4826"/>
                  </a:lnTo>
                  <a:lnTo>
                    <a:pt x="21170" y="3111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63"/>
                  </a:lnTo>
                  <a:lnTo>
                    <a:pt x="19697" y="1473"/>
                  </a:lnTo>
                  <a:lnTo>
                    <a:pt x="19850" y="4914"/>
                  </a:lnTo>
                  <a:lnTo>
                    <a:pt x="20053" y="5689"/>
                  </a:lnTo>
                  <a:lnTo>
                    <a:pt x="19418" y="5524"/>
                  </a:lnTo>
                  <a:lnTo>
                    <a:pt x="17945" y="5613"/>
                  </a:lnTo>
                  <a:lnTo>
                    <a:pt x="16459" y="5715"/>
                  </a:lnTo>
                  <a:lnTo>
                    <a:pt x="15278" y="6146"/>
                  </a:lnTo>
                  <a:lnTo>
                    <a:pt x="15316" y="7048"/>
                  </a:lnTo>
                  <a:lnTo>
                    <a:pt x="16535" y="7340"/>
                  </a:lnTo>
                  <a:lnTo>
                    <a:pt x="19494" y="7150"/>
                  </a:lnTo>
                  <a:lnTo>
                    <a:pt x="20142" y="6921"/>
                  </a:lnTo>
                  <a:lnTo>
                    <a:pt x="20015" y="7708"/>
                  </a:lnTo>
                  <a:lnTo>
                    <a:pt x="20091" y="9423"/>
                  </a:lnTo>
                  <a:lnTo>
                    <a:pt x="20180" y="11137"/>
                  </a:lnTo>
                  <a:lnTo>
                    <a:pt x="20548" y="12522"/>
                  </a:lnTo>
                  <a:lnTo>
                    <a:pt x="21323" y="12471"/>
                  </a:lnTo>
                  <a:lnTo>
                    <a:pt x="21564" y="11061"/>
                  </a:lnTo>
                  <a:lnTo>
                    <a:pt x="21412" y="7607"/>
                  </a:lnTo>
                  <a:lnTo>
                    <a:pt x="21196" y="6858"/>
                  </a:lnTo>
                  <a:lnTo>
                    <a:pt x="21882" y="7010"/>
                  </a:lnTo>
                  <a:lnTo>
                    <a:pt x="23355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41"/>
                  </a:moveTo>
                  <a:lnTo>
                    <a:pt x="41122" y="23139"/>
                  </a:lnTo>
                  <a:lnTo>
                    <a:pt x="39903" y="22847"/>
                  </a:lnTo>
                  <a:lnTo>
                    <a:pt x="36944" y="23037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09" y="20764"/>
                  </a:lnTo>
                  <a:lnTo>
                    <a:pt x="36233" y="19050"/>
                  </a:lnTo>
                  <a:lnTo>
                    <a:pt x="35852" y="17665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80"/>
                  </a:lnTo>
                  <a:lnTo>
                    <a:pt x="35191" y="23342"/>
                  </a:lnTo>
                  <a:lnTo>
                    <a:pt x="34556" y="23177"/>
                  </a:lnTo>
                  <a:lnTo>
                    <a:pt x="33083" y="23279"/>
                  </a:lnTo>
                  <a:lnTo>
                    <a:pt x="31610" y="23368"/>
                  </a:lnTo>
                  <a:lnTo>
                    <a:pt x="30416" y="23812"/>
                  </a:lnTo>
                  <a:lnTo>
                    <a:pt x="30467" y="24714"/>
                  </a:lnTo>
                  <a:lnTo>
                    <a:pt x="31673" y="25006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29" y="27089"/>
                  </a:lnTo>
                  <a:lnTo>
                    <a:pt x="35318" y="28803"/>
                  </a:lnTo>
                  <a:lnTo>
                    <a:pt x="35699" y="30187"/>
                  </a:lnTo>
                  <a:lnTo>
                    <a:pt x="36474" y="30137"/>
                  </a:lnTo>
                  <a:lnTo>
                    <a:pt x="36715" y="28714"/>
                  </a:lnTo>
                  <a:lnTo>
                    <a:pt x="36550" y="25273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493" y="24574"/>
                  </a:lnTo>
                  <a:lnTo>
                    <a:pt x="39979" y="24485"/>
                  </a:lnTo>
                  <a:lnTo>
                    <a:pt x="41160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" name="object 812" descr=""/>
            <p:cNvSpPr/>
            <p:nvPr/>
          </p:nvSpPr>
          <p:spPr>
            <a:xfrm>
              <a:off x="3984739" y="763456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3" name="object 813" descr=""/>
            <p:cNvSpPr/>
            <p:nvPr/>
          </p:nvSpPr>
          <p:spPr>
            <a:xfrm>
              <a:off x="3987177" y="763730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706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81" y="22237"/>
                  </a:lnTo>
                  <a:lnTo>
                    <a:pt x="5892" y="20523"/>
                  </a:lnTo>
                  <a:lnTo>
                    <a:pt x="5816" y="18796"/>
                  </a:lnTo>
                  <a:lnTo>
                    <a:pt x="5435" y="17424"/>
                  </a:lnTo>
                  <a:lnTo>
                    <a:pt x="4660" y="17475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101"/>
                  </a:lnTo>
                  <a:lnTo>
                    <a:pt x="4140" y="22936"/>
                  </a:lnTo>
                  <a:lnTo>
                    <a:pt x="2667" y="23025"/>
                  </a:lnTo>
                  <a:lnTo>
                    <a:pt x="1193" y="23126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33"/>
                  </a:lnTo>
                  <a:lnTo>
                    <a:pt x="4737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83" y="29933"/>
                  </a:lnTo>
                  <a:lnTo>
                    <a:pt x="6057" y="29883"/>
                  </a:lnTo>
                  <a:lnTo>
                    <a:pt x="6299" y="28473"/>
                  </a:lnTo>
                  <a:lnTo>
                    <a:pt x="6134" y="25031"/>
                  </a:lnTo>
                  <a:lnTo>
                    <a:pt x="5918" y="24257"/>
                  </a:lnTo>
                  <a:lnTo>
                    <a:pt x="6604" y="24422"/>
                  </a:lnTo>
                  <a:lnTo>
                    <a:pt x="8077" y="24320"/>
                  </a:lnTo>
                  <a:lnTo>
                    <a:pt x="9563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51"/>
                  </a:lnTo>
                  <a:lnTo>
                    <a:pt x="20980" y="39725"/>
                  </a:lnTo>
                  <a:lnTo>
                    <a:pt x="20904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85"/>
                  </a:lnTo>
                  <a:lnTo>
                    <a:pt x="19583" y="39827"/>
                  </a:lnTo>
                  <a:lnTo>
                    <a:pt x="19786" y="40589"/>
                  </a:lnTo>
                  <a:lnTo>
                    <a:pt x="19138" y="40424"/>
                  </a:lnTo>
                  <a:lnTo>
                    <a:pt x="17665" y="40525"/>
                  </a:lnTo>
                  <a:lnTo>
                    <a:pt x="16192" y="40614"/>
                  </a:lnTo>
                  <a:lnTo>
                    <a:pt x="14998" y="41059"/>
                  </a:lnTo>
                  <a:lnTo>
                    <a:pt x="15049" y="41960"/>
                  </a:lnTo>
                  <a:lnTo>
                    <a:pt x="16256" y="42252"/>
                  </a:lnTo>
                  <a:lnTo>
                    <a:pt x="19215" y="42062"/>
                  </a:lnTo>
                  <a:lnTo>
                    <a:pt x="19875" y="41821"/>
                  </a:lnTo>
                  <a:lnTo>
                    <a:pt x="19735" y="42621"/>
                  </a:lnTo>
                  <a:lnTo>
                    <a:pt x="19812" y="44335"/>
                  </a:lnTo>
                  <a:lnTo>
                    <a:pt x="19900" y="46050"/>
                  </a:lnTo>
                  <a:lnTo>
                    <a:pt x="20281" y="47434"/>
                  </a:lnTo>
                  <a:lnTo>
                    <a:pt x="21056" y="47383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22"/>
                  </a:lnTo>
                  <a:lnTo>
                    <a:pt x="23088" y="41821"/>
                  </a:lnTo>
                  <a:lnTo>
                    <a:pt x="24561" y="41732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35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72"/>
                  </a:lnTo>
                  <a:lnTo>
                    <a:pt x="21120" y="5638"/>
                  </a:lnTo>
                  <a:lnTo>
                    <a:pt x="21272" y="4826"/>
                  </a:lnTo>
                  <a:lnTo>
                    <a:pt x="21183" y="3111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63"/>
                  </a:lnTo>
                  <a:lnTo>
                    <a:pt x="19710" y="1473"/>
                  </a:lnTo>
                  <a:lnTo>
                    <a:pt x="19862" y="4914"/>
                  </a:lnTo>
                  <a:lnTo>
                    <a:pt x="20066" y="5689"/>
                  </a:lnTo>
                  <a:lnTo>
                    <a:pt x="19431" y="5524"/>
                  </a:lnTo>
                  <a:lnTo>
                    <a:pt x="17945" y="5613"/>
                  </a:lnTo>
                  <a:lnTo>
                    <a:pt x="16471" y="5715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21"/>
                  </a:lnTo>
                  <a:lnTo>
                    <a:pt x="20015" y="7708"/>
                  </a:lnTo>
                  <a:lnTo>
                    <a:pt x="20104" y="9423"/>
                  </a:lnTo>
                  <a:lnTo>
                    <a:pt x="20193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61"/>
                  </a:lnTo>
                  <a:lnTo>
                    <a:pt x="21424" y="7607"/>
                  </a:lnTo>
                  <a:lnTo>
                    <a:pt x="21209" y="6858"/>
                  </a:lnTo>
                  <a:lnTo>
                    <a:pt x="21894" y="7010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35" y="6375"/>
                  </a:lnTo>
                  <a:close/>
                </a:path>
                <a:path w="41275" h="47625">
                  <a:moveTo>
                    <a:pt x="41173" y="24041"/>
                  </a:moveTo>
                  <a:lnTo>
                    <a:pt x="41122" y="23139"/>
                  </a:lnTo>
                  <a:lnTo>
                    <a:pt x="39916" y="22847"/>
                  </a:lnTo>
                  <a:lnTo>
                    <a:pt x="36957" y="23037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45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80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96" y="23279"/>
                  </a:lnTo>
                  <a:lnTo>
                    <a:pt x="31610" y="23368"/>
                  </a:lnTo>
                  <a:lnTo>
                    <a:pt x="30429" y="23812"/>
                  </a:lnTo>
                  <a:lnTo>
                    <a:pt x="30467" y="24714"/>
                  </a:lnTo>
                  <a:lnTo>
                    <a:pt x="31686" y="25006"/>
                  </a:lnTo>
                  <a:lnTo>
                    <a:pt x="34645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89"/>
                  </a:lnTo>
                  <a:lnTo>
                    <a:pt x="35331" y="28803"/>
                  </a:lnTo>
                  <a:lnTo>
                    <a:pt x="35699" y="30187"/>
                  </a:lnTo>
                  <a:lnTo>
                    <a:pt x="36474" y="30137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85"/>
                  </a:lnTo>
                  <a:lnTo>
                    <a:pt x="41173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" name="object 814" descr=""/>
            <p:cNvSpPr/>
            <p:nvPr/>
          </p:nvSpPr>
          <p:spPr>
            <a:xfrm>
              <a:off x="3891705" y="756149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5" name="object 815" descr=""/>
            <p:cNvSpPr/>
            <p:nvPr/>
          </p:nvSpPr>
          <p:spPr>
            <a:xfrm>
              <a:off x="3894150" y="7564227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69" y="22237"/>
                  </a:lnTo>
                  <a:lnTo>
                    <a:pt x="5892" y="20523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75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101"/>
                  </a:lnTo>
                  <a:lnTo>
                    <a:pt x="4140" y="22936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20"/>
                  </a:lnTo>
                  <a:lnTo>
                    <a:pt x="4813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73"/>
                  </a:lnTo>
                  <a:lnTo>
                    <a:pt x="6134" y="25019"/>
                  </a:lnTo>
                  <a:lnTo>
                    <a:pt x="5918" y="24269"/>
                  </a:lnTo>
                  <a:lnTo>
                    <a:pt x="6604" y="24422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87"/>
                  </a:moveTo>
                  <a:lnTo>
                    <a:pt x="25692" y="40386"/>
                  </a:lnTo>
                  <a:lnTo>
                    <a:pt x="24472" y="40093"/>
                  </a:lnTo>
                  <a:lnTo>
                    <a:pt x="21526" y="40284"/>
                  </a:lnTo>
                  <a:lnTo>
                    <a:pt x="20828" y="40551"/>
                  </a:lnTo>
                  <a:lnTo>
                    <a:pt x="20980" y="39738"/>
                  </a:lnTo>
                  <a:lnTo>
                    <a:pt x="20891" y="38011"/>
                  </a:lnTo>
                  <a:lnTo>
                    <a:pt x="20802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85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53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60"/>
                  </a:lnTo>
                  <a:lnTo>
                    <a:pt x="16256" y="42252"/>
                  </a:lnTo>
                  <a:lnTo>
                    <a:pt x="19202" y="42062"/>
                  </a:lnTo>
                  <a:lnTo>
                    <a:pt x="19862" y="41821"/>
                  </a:lnTo>
                  <a:lnTo>
                    <a:pt x="19723" y="42621"/>
                  </a:lnTo>
                  <a:lnTo>
                    <a:pt x="19812" y="44335"/>
                  </a:lnTo>
                  <a:lnTo>
                    <a:pt x="19888" y="46050"/>
                  </a:lnTo>
                  <a:lnTo>
                    <a:pt x="20269" y="47434"/>
                  </a:lnTo>
                  <a:lnTo>
                    <a:pt x="21043" y="47383"/>
                  </a:lnTo>
                  <a:lnTo>
                    <a:pt x="21285" y="45974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22"/>
                  </a:lnTo>
                  <a:lnTo>
                    <a:pt x="23075" y="41821"/>
                  </a:lnTo>
                  <a:lnTo>
                    <a:pt x="24549" y="41732"/>
                  </a:lnTo>
                  <a:lnTo>
                    <a:pt x="25730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07" y="5638"/>
                  </a:lnTo>
                  <a:lnTo>
                    <a:pt x="21259" y="4826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63"/>
                  </a:lnTo>
                  <a:lnTo>
                    <a:pt x="19697" y="1473"/>
                  </a:lnTo>
                  <a:lnTo>
                    <a:pt x="19862" y="4914"/>
                  </a:lnTo>
                  <a:lnTo>
                    <a:pt x="20066" y="5689"/>
                  </a:lnTo>
                  <a:lnTo>
                    <a:pt x="19418" y="5524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35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708"/>
                  </a:lnTo>
                  <a:lnTo>
                    <a:pt x="20091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61"/>
                  </a:lnTo>
                  <a:lnTo>
                    <a:pt x="21412" y="7607"/>
                  </a:lnTo>
                  <a:lnTo>
                    <a:pt x="21196" y="6858"/>
                  </a:lnTo>
                  <a:lnTo>
                    <a:pt x="21882" y="7010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41"/>
                  </a:moveTo>
                  <a:lnTo>
                    <a:pt x="41122" y="23139"/>
                  </a:lnTo>
                  <a:lnTo>
                    <a:pt x="39903" y="22847"/>
                  </a:lnTo>
                  <a:lnTo>
                    <a:pt x="36957" y="23037"/>
                  </a:lnTo>
                  <a:lnTo>
                    <a:pt x="36245" y="23304"/>
                  </a:lnTo>
                  <a:lnTo>
                    <a:pt x="36398" y="22479"/>
                  </a:lnTo>
                  <a:lnTo>
                    <a:pt x="36322" y="20764"/>
                  </a:lnTo>
                  <a:lnTo>
                    <a:pt x="36233" y="19050"/>
                  </a:lnTo>
                  <a:lnTo>
                    <a:pt x="35852" y="17665"/>
                  </a:lnTo>
                  <a:lnTo>
                    <a:pt x="35077" y="17716"/>
                  </a:lnTo>
                  <a:lnTo>
                    <a:pt x="34836" y="19138"/>
                  </a:lnTo>
                  <a:lnTo>
                    <a:pt x="35001" y="22580"/>
                  </a:lnTo>
                  <a:lnTo>
                    <a:pt x="35191" y="23342"/>
                  </a:lnTo>
                  <a:lnTo>
                    <a:pt x="34556" y="23177"/>
                  </a:lnTo>
                  <a:lnTo>
                    <a:pt x="33083" y="23279"/>
                  </a:lnTo>
                  <a:lnTo>
                    <a:pt x="31610" y="23368"/>
                  </a:lnTo>
                  <a:lnTo>
                    <a:pt x="30429" y="23812"/>
                  </a:lnTo>
                  <a:lnTo>
                    <a:pt x="30467" y="24714"/>
                  </a:lnTo>
                  <a:lnTo>
                    <a:pt x="31686" y="25006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89"/>
                  </a:lnTo>
                  <a:lnTo>
                    <a:pt x="35318" y="28803"/>
                  </a:lnTo>
                  <a:lnTo>
                    <a:pt x="35699" y="30187"/>
                  </a:lnTo>
                  <a:lnTo>
                    <a:pt x="36474" y="30137"/>
                  </a:lnTo>
                  <a:lnTo>
                    <a:pt x="36715" y="28714"/>
                  </a:lnTo>
                  <a:lnTo>
                    <a:pt x="36550" y="25273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506" y="24574"/>
                  </a:lnTo>
                  <a:lnTo>
                    <a:pt x="39979" y="24485"/>
                  </a:lnTo>
                  <a:lnTo>
                    <a:pt x="41160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" name="object 816" descr=""/>
            <p:cNvSpPr/>
            <p:nvPr/>
          </p:nvSpPr>
          <p:spPr>
            <a:xfrm>
              <a:off x="3914346" y="759701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7" name="object 817" descr=""/>
            <p:cNvSpPr/>
            <p:nvPr/>
          </p:nvSpPr>
          <p:spPr>
            <a:xfrm>
              <a:off x="3916794" y="759976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71"/>
                  </a:lnTo>
                  <a:lnTo>
                    <a:pt x="5816" y="23037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22" y="17411"/>
                  </a:lnTo>
                  <a:lnTo>
                    <a:pt x="4648" y="17462"/>
                  </a:lnTo>
                  <a:lnTo>
                    <a:pt x="4406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27" y="22923"/>
                  </a:lnTo>
                  <a:lnTo>
                    <a:pt x="2654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38" y="24447"/>
                  </a:lnTo>
                  <a:lnTo>
                    <a:pt x="1257" y="24739"/>
                  </a:lnTo>
                  <a:lnTo>
                    <a:pt x="4203" y="24549"/>
                  </a:lnTo>
                  <a:lnTo>
                    <a:pt x="4864" y="24307"/>
                  </a:lnTo>
                  <a:lnTo>
                    <a:pt x="4724" y="25107"/>
                  </a:lnTo>
                  <a:lnTo>
                    <a:pt x="4813" y="26822"/>
                  </a:lnTo>
                  <a:lnTo>
                    <a:pt x="4889" y="28549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21" y="25019"/>
                  </a:lnTo>
                  <a:lnTo>
                    <a:pt x="5905" y="24257"/>
                  </a:lnTo>
                  <a:lnTo>
                    <a:pt x="6591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75"/>
                  </a:moveTo>
                  <a:lnTo>
                    <a:pt x="25692" y="40373"/>
                  </a:lnTo>
                  <a:lnTo>
                    <a:pt x="24472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67" y="39725"/>
                  </a:lnTo>
                  <a:lnTo>
                    <a:pt x="20891" y="37998"/>
                  </a:lnTo>
                  <a:lnTo>
                    <a:pt x="20802" y="36283"/>
                  </a:lnTo>
                  <a:lnTo>
                    <a:pt x="20434" y="34899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26" y="40424"/>
                  </a:lnTo>
                  <a:lnTo>
                    <a:pt x="17653" y="40513"/>
                  </a:lnTo>
                  <a:lnTo>
                    <a:pt x="16179" y="40601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49"/>
                  </a:lnTo>
                  <a:lnTo>
                    <a:pt x="19862" y="41808"/>
                  </a:lnTo>
                  <a:lnTo>
                    <a:pt x="19723" y="42608"/>
                  </a:lnTo>
                  <a:lnTo>
                    <a:pt x="19812" y="44323"/>
                  </a:lnTo>
                  <a:lnTo>
                    <a:pt x="19888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06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49" y="41719"/>
                  </a:lnTo>
                  <a:lnTo>
                    <a:pt x="25730" y="41275"/>
                  </a:lnTo>
                  <a:close/>
                </a:path>
                <a:path w="41275" h="47625">
                  <a:moveTo>
                    <a:pt x="26022" y="6362"/>
                  </a:moveTo>
                  <a:lnTo>
                    <a:pt x="25971" y="5473"/>
                  </a:lnTo>
                  <a:lnTo>
                    <a:pt x="24765" y="5168"/>
                  </a:lnTo>
                  <a:lnTo>
                    <a:pt x="21805" y="5359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70" y="3098"/>
                  </a:lnTo>
                  <a:lnTo>
                    <a:pt x="21094" y="1371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50" y="4902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00"/>
                  </a:lnTo>
                  <a:lnTo>
                    <a:pt x="16459" y="5702"/>
                  </a:lnTo>
                  <a:lnTo>
                    <a:pt x="15278" y="6134"/>
                  </a:lnTo>
                  <a:lnTo>
                    <a:pt x="15328" y="7035"/>
                  </a:lnTo>
                  <a:lnTo>
                    <a:pt x="16535" y="7327"/>
                  </a:lnTo>
                  <a:lnTo>
                    <a:pt x="19494" y="7137"/>
                  </a:lnTo>
                  <a:lnTo>
                    <a:pt x="20142" y="6908"/>
                  </a:lnTo>
                  <a:lnTo>
                    <a:pt x="20015" y="7696"/>
                  </a:lnTo>
                  <a:lnTo>
                    <a:pt x="20091" y="9410"/>
                  </a:lnTo>
                  <a:lnTo>
                    <a:pt x="20180" y="11125"/>
                  </a:lnTo>
                  <a:lnTo>
                    <a:pt x="20548" y="12509"/>
                  </a:lnTo>
                  <a:lnTo>
                    <a:pt x="21336" y="12458"/>
                  </a:lnTo>
                  <a:lnTo>
                    <a:pt x="21564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55" y="6896"/>
                  </a:lnTo>
                  <a:lnTo>
                    <a:pt x="24841" y="6807"/>
                  </a:lnTo>
                  <a:lnTo>
                    <a:pt x="26022" y="6362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44" y="23025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09" y="20751"/>
                  </a:lnTo>
                  <a:lnTo>
                    <a:pt x="36233" y="19037"/>
                  </a:lnTo>
                  <a:lnTo>
                    <a:pt x="35852" y="17653"/>
                  </a:lnTo>
                  <a:lnTo>
                    <a:pt x="35077" y="17703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204" y="23329"/>
                  </a:lnTo>
                  <a:lnTo>
                    <a:pt x="34556" y="23164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16" y="23799"/>
                  </a:lnTo>
                  <a:lnTo>
                    <a:pt x="30467" y="24701"/>
                  </a:lnTo>
                  <a:lnTo>
                    <a:pt x="31673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29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02"/>
                  </a:lnTo>
                  <a:lnTo>
                    <a:pt x="36550" y="25260"/>
                  </a:lnTo>
                  <a:lnTo>
                    <a:pt x="36334" y="24498"/>
                  </a:lnTo>
                  <a:lnTo>
                    <a:pt x="37020" y="24663"/>
                  </a:lnTo>
                  <a:lnTo>
                    <a:pt x="38493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" name="object 818" descr=""/>
            <p:cNvSpPr/>
            <p:nvPr/>
          </p:nvSpPr>
          <p:spPr>
            <a:xfrm>
              <a:off x="3961469" y="759701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9" name="object 819" descr=""/>
            <p:cNvSpPr/>
            <p:nvPr/>
          </p:nvSpPr>
          <p:spPr>
            <a:xfrm>
              <a:off x="3963911" y="759976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38" y="24447"/>
                  </a:lnTo>
                  <a:lnTo>
                    <a:pt x="1257" y="24739"/>
                  </a:lnTo>
                  <a:lnTo>
                    <a:pt x="4203" y="24549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22"/>
                  </a:lnTo>
                  <a:lnTo>
                    <a:pt x="4902" y="28549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692" y="40373"/>
                  </a:lnTo>
                  <a:lnTo>
                    <a:pt x="24485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7998"/>
                  </a:lnTo>
                  <a:lnTo>
                    <a:pt x="20815" y="36283"/>
                  </a:lnTo>
                  <a:lnTo>
                    <a:pt x="20434" y="34899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79" y="40601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15" y="42049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06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22" y="6362"/>
                  </a:moveTo>
                  <a:lnTo>
                    <a:pt x="25984" y="5473"/>
                  </a:lnTo>
                  <a:lnTo>
                    <a:pt x="24765" y="5168"/>
                  </a:lnTo>
                  <a:lnTo>
                    <a:pt x="21818" y="5359"/>
                  </a:lnTo>
                  <a:lnTo>
                    <a:pt x="21120" y="5626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71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18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494" y="7137"/>
                  </a:lnTo>
                  <a:lnTo>
                    <a:pt x="20154" y="6896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80" y="11125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896"/>
                  </a:lnTo>
                  <a:lnTo>
                    <a:pt x="24841" y="6807"/>
                  </a:lnTo>
                  <a:lnTo>
                    <a:pt x="26022" y="6362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398" y="22479"/>
                  </a:lnTo>
                  <a:lnTo>
                    <a:pt x="36322" y="20751"/>
                  </a:lnTo>
                  <a:lnTo>
                    <a:pt x="36233" y="19037"/>
                  </a:lnTo>
                  <a:lnTo>
                    <a:pt x="35864" y="17653"/>
                  </a:lnTo>
                  <a:lnTo>
                    <a:pt x="35090" y="17703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29"/>
                  </a:lnTo>
                  <a:lnTo>
                    <a:pt x="34569" y="23164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02"/>
                  </a:lnTo>
                  <a:lnTo>
                    <a:pt x="36563" y="25260"/>
                  </a:lnTo>
                  <a:lnTo>
                    <a:pt x="36347" y="24498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" name="object 820" descr=""/>
            <p:cNvSpPr/>
            <p:nvPr/>
          </p:nvSpPr>
          <p:spPr>
            <a:xfrm>
              <a:off x="3884603" y="7597014"/>
              <a:ext cx="29845" cy="53975"/>
            </a:xfrm>
            <a:custGeom>
              <a:avLst/>
              <a:gdLst/>
              <a:ahLst/>
              <a:cxnLst/>
              <a:rect l="l" t="t" r="r" b="b"/>
              <a:pathLst>
                <a:path w="29845" h="53975">
                  <a:moveTo>
                    <a:pt x="29743" y="26711"/>
                  </a:moveTo>
                  <a:lnTo>
                    <a:pt x="6843" y="53422"/>
                  </a:lnTo>
                  <a:lnTo>
                    <a:pt x="0" y="45439"/>
                  </a:lnTo>
                </a:path>
                <a:path w="29845" h="53975">
                  <a:moveTo>
                    <a:pt x="0" y="7983"/>
                  </a:moveTo>
                  <a:lnTo>
                    <a:pt x="6843" y="0"/>
                  </a:lnTo>
                  <a:lnTo>
                    <a:pt x="29743" y="26711"/>
                  </a:lnTo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1" name="object 821" descr=""/>
            <p:cNvSpPr/>
            <p:nvPr/>
          </p:nvSpPr>
          <p:spPr>
            <a:xfrm>
              <a:off x="3885996" y="7599762"/>
              <a:ext cx="26670" cy="47625"/>
            </a:xfrm>
            <a:custGeom>
              <a:avLst/>
              <a:gdLst/>
              <a:ahLst/>
              <a:cxnLst/>
              <a:rect l="l" t="t" r="r" b="b"/>
              <a:pathLst>
                <a:path w="26670" h="47625">
                  <a:moveTo>
                    <a:pt x="10731" y="41275"/>
                  </a:moveTo>
                  <a:lnTo>
                    <a:pt x="10693" y="40373"/>
                  </a:lnTo>
                  <a:lnTo>
                    <a:pt x="9474" y="40081"/>
                  </a:lnTo>
                  <a:lnTo>
                    <a:pt x="6527" y="40271"/>
                  </a:lnTo>
                  <a:lnTo>
                    <a:pt x="5816" y="40538"/>
                  </a:lnTo>
                  <a:lnTo>
                    <a:pt x="5969" y="39725"/>
                  </a:lnTo>
                  <a:lnTo>
                    <a:pt x="5892" y="37998"/>
                  </a:lnTo>
                  <a:lnTo>
                    <a:pt x="5803" y="36283"/>
                  </a:lnTo>
                  <a:lnTo>
                    <a:pt x="5422" y="34899"/>
                  </a:lnTo>
                  <a:lnTo>
                    <a:pt x="4648" y="34963"/>
                  </a:lnTo>
                  <a:lnTo>
                    <a:pt x="4406" y="36372"/>
                  </a:lnTo>
                  <a:lnTo>
                    <a:pt x="4572" y="39814"/>
                  </a:lnTo>
                  <a:lnTo>
                    <a:pt x="4775" y="40589"/>
                  </a:lnTo>
                  <a:lnTo>
                    <a:pt x="4127" y="40424"/>
                  </a:lnTo>
                  <a:lnTo>
                    <a:pt x="2654" y="40513"/>
                  </a:lnTo>
                  <a:lnTo>
                    <a:pt x="1181" y="40601"/>
                  </a:lnTo>
                  <a:lnTo>
                    <a:pt x="0" y="41046"/>
                  </a:lnTo>
                  <a:lnTo>
                    <a:pt x="38" y="41948"/>
                  </a:lnTo>
                  <a:lnTo>
                    <a:pt x="1244" y="42240"/>
                  </a:lnTo>
                  <a:lnTo>
                    <a:pt x="4203" y="42049"/>
                  </a:lnTo>
                  <a:lnTo>
                    <a:pt x="4864" y="41808"/>
                  </a:lnTo>
                  <a:lnTo>
                    <a:pt x="4724" y="42608"/>
                  </a:lnTo>
                  <a:lnTo>
                    <a:pt x="4800" y="44323"/>
                  </a:lnTo>
                  <a:lnTo>
                    <a:pt x="4889" y="46037"/>
                  </a:lnTo>
                  <a:lnTo>
                    <a:pt x="5270" y="47421"/>
                  </a:lnTo>
                  <a:lnTo>
                    <a:pt x="6045" y="47371"/>
                  </a:lnTo>
                  <a:lnTo>
                    <a:pt x="6286" y="45961"/>
                  </a:lnTo>
                  <a:lnTo>
                    <a:pt x="6121" y="42506"/>
                  </a:lnTo>
                  <a:lnTo>
                    <a:pt x="5905" y="41757"/>
                  </a:lnTo>
                  <a:lnTo>
                    <a:pt x="6591" y="41910"/>
                  </a:lnTo>
                  <a:lnTo>
                    <a:pt x="8077" y="41808"/>
                  </a:lnTo>
                  <a:lnTo>
                    <a:pt x="9550" y="41719"/>
                  </a:lnTo>
                  <a:lnTo>
                    <a:pt x="10731" y="41275"/>
                  </a:lnTo>
                  <a:close/>
                </a:path>
                <a:path w="26670" h="47625">
                  <a:moveTo>
                    <a:pt x="11023" y="6362"/>
                  </a:moveTo>
                  <a:lnTo>
                    <a:pt x="10972" y="5473"/>
                  </a:lnTo>
                  <a:lnTo>
                    <a:pt x="9766" y="5168"/>
                  </a:lnTo>
                  <a:lnTo>
                    <a:pt x="6807" y="5359"/>
                  </a:lnTo>
                  <a:lnTo>
                    <a:pt x="6108" y="5626"/>
                  </a:lnTo>
                  <a:lnTo>
                    <a:pt x="6261" y="4813"/>
                  </a:lnTo>
                  <a:lnTo>
                    <a:pt x="6172" y="3098"/>
                  </a:lnTo>
                  <a:lnTo>
                    <a:pt x="6083" y="1371"/>
                  </a:lnTo>
                  <a:lnTo>
                    <a:pt x="5715" y="0"/>
                  </a:lnTo>
                  <a:lnTo>
                    <a:pt x="4940" y="50"/>
                  </a:lnTo>
                  <a:lnTo>
                    <a:pt x="4699" y="1460"/>
                  </a:lnTo>
                  <a:lnTo>
                    <a:pt x="4851" y="4902"/>
                  </a:lnTo>
                  <a:lnTo>
                    <a:pt x="5054" y="5676"/>
                  </a:lnTo>
                  <a:lnTo>
                    <a:pt x="4419" y="5511"/>
                  </a:lnTo>
                  <a:lnTo>
                    <a:pt x="2933" y="5600"/>
                  </a:lnTo>
                  <a:lnTo>
                    <a:pt x="1460" y="5702"/>
                  </a:lnTo>
                  <a:lnTo>
                    <a:pt x="279" y="6134"/>
                  </a:lnTo>
                  <a:lnTo>
                    <a:pt x="317" y="7035"/>
                  </a:lnTo>
                  <a:lnTo>
                    <a:pt x="1536" y="7327"/>
                  </a:lnTo>
                  <a:lnTo>
                    <a:pt x="4483" y="7137"/>
                  </a:lnTo>
                  <a:lnTo>
                    <a:pt x="5143" y="6908"/>
                  </a:lnTo>
                  <a:lnTo>
                    <a:pt x="5003" y="7696"/>
                  </a:lnTo>
                  <a:lnTo>
                    <a:pt x="5092" y="9410"/>
                  </a:lnTo>
                  <a:lnTo>
                    <a:pt x="5181" y="11125"/>
                  </a:lnTo>
                  <a:lnTo>
                    <a:pt x="5549" y="12509"/>
                  </a:lnTo>
                  <a:lnTo>
                    <a:pt x="6324" y="12458"/>
                  </a:lnTo>
                  <a:lnTo>
                    <a:pt x="6565" y="11049"/>
                  </a:lnTo>
                  <a:lnTo>
                    <a:pt x="6413" y="7607"/>
                  </a:lnTo>
                  <a:lnTo>
                    <a:pt x="6197" y="6845"/>
                  </a:lnTo>
                  <a:lnTo>
                    <a:pt x="6883" y="6997"/>
                  </a:lnTo>
                  <a:lnTo>
                    <a:pt x="8356" y="6896"/>
                  </a:lnTo>
                  <a:lnTo>
                    <a:pt x="9829" y="6807"/>
                  </a:lnTo>
                  <a:lnTo>
                    <a:pt x="11023" y="6362"/>
                  </a:lnTo>
                  <a:close/>
                </a:path>
                <a:path w="26670" h="47625">
                  <a:moveTo>
                    <a:pt x="26162" y="24028"/>
                  </a:moveTo>
                  <a:lnTo>
                    <a:pt x="26111" y="23126"/>
                  </a:lnTo>
                  <a:lnTo>
                    <a:pt x="24904" y="22834"/>
                  </a:lnTo>
                  <a:lnTo>
                    <a:pt x="21945" y="23025"/>
                  </a:lnTo>
                  <a:lnTo>
                    <a:pt x="21247" y="23291"/>
                  </a:lnTo>
                  <a:lnTo>
                    <a:pt x="21399" y="22479"/>
                  </a:lnTo>
                  <a:lnTo>
                    <a:pt x="21310" y="20751"/>
                  </a:lnTo>
                  <a:lnTo>
                    <a:pt x="21234" y="19037"/>
                  </a:lnTo>
                  <a:lnTo>
                    <a:pt x="20853" y="17653"/>
                  </a:lnTo>
                  <a:lnTo>
                    <a:pt x="20078" y="17703"/>
                  </a:lnTo>
                  <a:lnTo>
                    <a:pt x="19837" y="19126"/>
                  </a:lnTo>
                  <a:lnTo>
                    <a:pt x="19989" y="22567"/>
                  </a:lnTo>
                  <a:lnTo>
                    <a:pt x="20193" y="23329"/>
                  </a:lnTo>
                  <a:lnTo>
                    <a:pt x="19558" y="23164"/>
                  </a:lnTo>
                  <a:lnTo>
                    <a:pt x="18084" y="23266"/>
                  </a:lnTo>
                  <a:lnTo>
                    <a:pt x="16598" y="23355"/>
                  </a:lnTo>
                  <a:lnTo>
                    <a:pt x="15417" y="23799"/>
                  </a:lnTo>
                  <a:lnTo>
                    <a:pt x="15468" y="24701"/>
                  </a:lnTo>
                  <a:lnTo>
                    <a:pt x="16675" y="24993"/>
                  </a:lnTo>
                  <a:lnTo>
                    <a:pt x="19634" y="24803"/>
                  </a:lnTo>
                  <a:lnTo>
                    <a:pt x="20281" y="24561"/>
                  </a:lnTo>
                  <a:lnTo>
                    <a:pt x="20142" y="25361"/>
                  </a:lnTo>
                  <a:lnTo>
                    <a:pt x="20231" y="27076"/>
                  </a:lnTo>
                  <a:lnTo>
                    <a:pt x="20320" y="28790"/>
                  </a:lnTo>
                  <a:lnTo>
                    <a:pt x="20688" y="30175"/>
                  </a:lnTo>
                  <a:lnTo>
                    <a:pt x="21463" y="30124"/>
                  </a:lnTo>
                  <a:lnTo>
                    <a:pt x="21704" y="28702"/>
                  </a:lnTo>
                  <a:lnTo>
                    <a:pt x="21551" y="25260"/>
                  </a:lnTo>
                  <a:lnTo>
                    <a:pt x="21336" y="24498"/>
                  </a:lnTo>
                  <a:lnTo>
                    <a:pt x="22021" y="24663"/>
                  </a:lnTo>
                  <a:lnTo>
                    <a:pt x="23495" y="24561"/>
                  </a:lnTo>
                  <a:lnTo>
                    <a:pt x="24968" y="24472"/>
                  </a:lnTo>
                  <a:lnTo>
                    <a:pt x="26162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2" name="object 822" descr=""/>
            <p:cNvSpPr/>
            <p:nvPr/>
          </p:nvSpPr>
          <p:spPr>
            <a:xfrm>
              <a:off x="3938222" y="756149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3" name="object 823" descr=""/>
            <p:cNvSpPr/>
            <p:nvPr/>
          </p:nvSpPr>
          <p:spPr>
            <a:xfrm>
              <a:off x="3940670" y="7564227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16" y="23050"/>
                  </a:lnTo>
                  <a:lnTo>
                    <a:pt x="5969" y="22237"/>
                  </a:lnTo>
                  <a:lnTo>
                    <a:pt x="5892" y="20523"/>
                  </a:lnTo>
                  <a:lnTo>
                    <a:pt x="5803" y="18796"/>
                  </a:lnTo>
                  <a:lnTo>
                    <a:pt x="5422" y="17411"/>
                  </a:lnTo>
                  <a:lnTo>
                    <a:pt x="4648" y="17475"/>
                  </a:lnTo>
                  <a:lnTo>
                    <a:pt x="4406" y="18884"/>
                  </a:lnTo>
                  <a:lnTo>
                    <a:pt x="4572" y="22326"/>
                  </a:lnTo>
                  <a:lnTo>
                    <a:pt x="4775" y="23101"/>
                  </a:lnTo>
                  <a:lnTo>
                    <a:pt x="4127" y="22936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20"/>
                  </a:lnTo>
                  <a:lnTo>
                    <a:pt x="4800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73"/>
                  </a:lnTo>
                  <a:lnTo>
                    <a:pt x="6121" y="25019"/>
                  </a:lnTo>
                  <a:lnTo>
                    <a:pt x="5905" y="24269"/>
                  </a:lnTo>
                  <a:lnTo>
                    <a:pt x="6591" y="24422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87"/>
                  </a:moveTo>
                  <a:lnTo>
                    <a:pt x="25692" y="40386"/>
                  </a:lnTo>
                  <a:lnTo>
                    <a:pt x="24472" y="40093"/>
                  </a:lnTo>
                  <a:lnTo>
                    <a:pt x="21526" y="40284"/>
                  </a:lnTo>
                  <a:lnTo>
                    <a:pt x="20815" y="40551"/>
                  </a:lnTo>
                  <a:lnTo>
                    <a:pt x="20967" y="39738"/>
                  </a:lnTo>
                  <a:lnTo>
                    <a:pt x="20891" y="38011"/>
                  </a:lnTo>
                  <a:lnTo>
                    <a:pt x="20802" y="36296"/>
                  </a:lnTo>
                  <a:lnTo>
                    <a:pt x="20421" y="34912"/>
                  </a:lnTo>
                  <a:lnTo>
                    <a:pt x="19646" y="34963"/>
                  </a:lnTo>
                  <a:lnTo>
                    <a:pt x="19405" y="36385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26" y="40424"/>
                  </a:lnTo>
                  <a:lnTo>
                    <a:pt x="17653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60"/>
                  </a:lnTo>
                  <a:lnTo>
                    <a:pt x="16256" y="42252"/>
                  </a:lnTo>
                  <a:lnTo>
                    <a:pt x="19202" y="42062"/>
                  </a:lnTo>
                  <a:lnTo>
                    <a:pt x="19862" y="41821"/>
                  </a:lnTo>
                  <a:lnTo>
                    <a:pt x="19723" y="42621"/>
                  </a:lnTo>
                  <a:lnTo>
                    <a:pt x="19812" y="44335"/>
                  </a:lnTo>
                  <a:lnTo>
                    <a:pt x="19888" y="46050"/>
                  </a:lnTo>
                  <a:lnTo>
                    <a:pt x="20269" y="47434"/>
                  </a:lnTo>
                  <a:lnTo>
                    <a:pt x="21043" y="47383"/>
                  </a:lnTo>
                  <a:lnTo>
                    <a:pt x="21285" y="45974"/>
                  </a:lnTo>
                  <a:lnTo>
                    <a:pt x="21120" y="42519"/>
                  </a:lnTo>
                  <a:lnTo>
                    <a:pt x="20904" y="41757"/>
                  </a:lnTo>
                  <a:lnTo>
                    <a:pt x="21602" y="41922"/>
                  </a:lnTo>
                  <a:lnTo>
                    <a:pt x="23075" y="41821"/>
                  </a:lnTo>
                  <a:lnTo>
                    <a:pt x="24549" y="41732"/>
                  </a:lnTo>
                  <a:lnTo>
                    <a:pt x="25730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71" y="5473"/>
                  </a:lnTo>
                  <a:lnTo>
                    <a:pt x="24765" y="5181"/>
                  </a:lnTo>
                  <a:lnTo>
                    <a:pt x="21805" y="5372"/>
                  </a:lnTo>
                  <a:lnTo>
                    <a:pt x="21107" y="5638"/>
                  </a:lnTo>
                  <a:lnTo>
                    <a:pt x="21259" y="4826"/>
                  </a:lnTo>
                  <a:lnTo>
                    <a:pt x="21170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63"/>
                  </a:lnTo>
                  <a:lnTo>
                    <a:pt x="19697" y="1473"/>
                  </a:lnTo>
                  <a:lnTo>
                    <a:pt x="19850" y="4914"/>
                  </a:lnTo>
                  <a:lnTo>
                    <a:pt x="20053" y="5689"/>
                  </a:lnTo>
                  <a:lnTo>
                    <a:pt x="19418" y="5524"/>
                  </a:lnTo>
                  <a:lnTo>
                    <a:pt x="17945" y="5613"/>
                  </a:lnTo>
                  <a:lnTo>
                    <a:pt x="16459" y="5702"/>
                  </a:lnTo>
                  <a:lnTo>
                    <a:pt x="15278" y="6146"/>
                  </a:lnTo>
                  <a:lnTo>
                    <a:pt x="15316" y="7048"/>
                  </a:lnTo>
                  <a:lnTo>
                    <a:pt x="16535" y="7340"/>
                  </a:lnTo>
                  <a:lnTo>
                    <a:pt x="19494" y="7150"/>
                  </a:lnTo>
                  <a:lnTo>
                    <a:pt x="20142" y="6921"/>
                  </a:lnTo>
                  <a:lnTo>
                    <a:pt x="20015" y="7708"/>
                  </a:lnTo>
                  <a:lnTo>
                    <a:pt x="20091" y="9423"/>
                  </a:lnTo>
                  <a:lnTo>
                    <a:pt x="20180" y="11137"/>
                  </a:lnTo>
                  <a:lnTo>
                    <a:pt x="20548" y="12522"/>
                  </a:lnTo>
                  <a:lnTo>
                    <a:pt x="21323" y="12471"/>
                  </a:lnTo>
                  <a:lnTo>
                    <a:pt x="21564" y="11061"/>
                  </a:lnTo>
                  <a:lnTo>
                    <a:pt x="21412" y="7607"/>
                  </a:lnTo>
                  <a:lnTo>
                    <a:pt x="21196" y="6858"/>
                  </a:lnTo>
                  <a:lnTo>
                    <a:pt x="21882" y="7010"/>
                  </a:lnTo>
                  <a:lnTo>
                    <a:pt x="23355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41"/>
                  </a:moveTo>
                  <a:lnTo>
                    <a:pt x="41122" y="23139"/>
                  </a:lnTo>
                  <a:lnTo>
                    <a:pt x="39903" y="22847"/>
                  </a:lnTo>
                  <a:lnTo>
                    <a:pt x="36944" y="23037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09" y="20764"/>
                  </a:lnTo>
                  <a:lnTo>
                    <a:pt x="36233" y="19050"/>
                  </a:lnTo>
                  <a:lnTo>
                    <a:pt x="35852" y="17665"/>
                  </a:lnTo>
                  <a:lnTo>
                    <a:pt x="35077" y="17716"/>
                  </a:lnTo>
                  <a:lnTo>
                    <a:pt x="34836" y="19138"/>
                  </a:lnTo>
                  <a:lnTo>
                    <a:pt x="35001" y="22580"/>
                  </a:lnTo>
                  <a:lnTo>
                    <a:pt x="35191" y="23342"/>
                  </a:lnTo>
                  <a:lnTo>
                    <a:pt x="34556" y="23177"/>
                  </a:lnTo>
                  <a:lnTo>
                    <a:pt x="33083" y="23279"/>
                  </a:lnTo>
                  <a:lnTo>
                    <a:pt x="31610" y="23368"/>
                  </a:lnTo>
                  <a:lnTo>
                    <a:pt x="30416" y="23812"/>
                  </a:lnTo>
                  <a:lnTo>
                    <a:pt x="30467" y="24714"/>
                  </a:lnTo>
                  <a:lnTo>
                    <a:pt x="31673" y="25006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29" y="27089"/>
                  </a:lnTo>
                  <a:lnTo>
                    <a:pt x="35318" y="28803"/>
                  </a:lnTo>
                  <a:lnTo>
                    <a:pt x="35699" y="30187"/>
                  </a:lnTo>
                  <a:lnTo>
                    <a:pt x="36474" y="30137"/>
                  </a:lnTo>
                  <a:lnTo>
                    <a:pt x="36715" y="28714"/>
                  </a:lnTo>
                  <a:lnTo>
                    <a:pt x="36550" y="25273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493" y="24574"/>
                  </a:lnTo>
                  <a:lnTo>
                    <a:pt x="39979" y="24485"/>
                  </a:lnTo>
                  <a:lnTo>
                    <a:pt x="41160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" name="object 824" descr=""/>
            <p:cNvSpPr/>
            <p:nvPr/>
          </p:nvSpPr>
          <p:spPr>
            <a:xfrm>
              <a:off x="3984739" y="756149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5" name="object 825" descr=""/>
            <p:cNvSpPr/>
            <p:nvPr/>
          </p:nvSpPr>
          <p:spPr>
            <a:xfrm>
              <a:off x="3987177" y="7564227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706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81" y="22237"/>
                  </a:lnTo>
                  <a:lnTo>
                    <a:pt x="5892" y="20523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75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101"/>
                  </a:lnTo>
                  <a:lnTo>
                    <a:pt x="4140" y="22936"/>
                  </a:lnTo>
                  <a:lnTo>
                    <a:pt x="2667" y="23025"/>
                  </a:lnTo>
                  <a:lnTo>
                    <a:pt x="1193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33"/>
                  </a:lnTo>
                  <a:lnTo>
                    <a:pt x="4737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83" y="29933"/>
                  </a:lnTo>
                  <a:lnTo>
                    <a:pt x="6057" y="29883"/>
                  </a:lnTo>
                  <a:lnTo>
                    <a:pt x="6299" y="28473"/>
                  </a:lnTo>
                  <a:lnTo>
                    <a:pt x="6134" y="25019"/>
                  </a:lnTo>
                  <a:lnTo>
                    <a:pt x="5918" y="24269"/>
                  </a:lnTo>
                  <a:lnTo>
                    <a:pt x="6604" y="24422"/>
                  </a:lnTo>
                  <a:lnTo>
                    <a:pt x="8077" y="24320"/>
                  </a:lnTo>
                  <a:lnTo>
                    <a:pt x="9563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51"/>
                  </a:lnTo>
                  <a:lnTo>
                    <a:pt x="20980" y="39738"/>
                  </a:lnTo>
                  <a:lnTo>
                    <a:pt x="20904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85"/>
                  </a:lnTo>
                  <a:lnTo>
                    <a:pt x="19583" y="39827"/>
                  </a:lnTo>
                  <a:lnTo>
                    <a:pt x="19786" y="40589"/>
                  </a:lnTo>
                  <a:lnTo>
                    <a:pt x="19138" y="40424"/>
                  </a:lnTo>
                  <a:lnTo>
                    <a:pt x="17665" y="40525"/>
                  </a:lnTo>
                  <a:lnTo>
                    <a:pt x="16192" y="40614"/>
                  </a:lnTo>
                  <a:lnTo>
                    <a:pt x="14998" y="41059"/>
                  </a:lnTo>
                  <a:lnTo>
                    <a:pt x="15049" y="41960"/>
                  </a:lnTo>
                  <a:lnTo>
                    <a:pt x="16256" y="42252"/>
                  </a:lnTo>
                  <a:lnTo>
                    <a:pt x="19215" y="42062"/>
                  </a:lnTo>
                  <a:lnTo>
                    <a:pt x="19875" y="41821"/>
                  </a:lnTo>
                  <a:lnTo>
                    <a:pt x="19735" y="42621"/>
                  </a:lnTo>
                  <a:lnTo>
                    <a:pt x="19812" y="44335"/>
                  </a:lnTo>
                  <a:lnTo>
                    <a:pt x="19900" y="46050"/>
                  </a:lnTo>
                  <a:lnTo>
                    <a:pt x="20281" y="47434"/>
                  </a:lnTo>
                  <a:lnTo>
                    <a:pt x="21056" y="47383"/>
                  </a:lnTo>
                  <a:lnTo>
                    <a:pt x="21297" y="45974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22"/>
                  </a:lnTo>
                  <a:lnTo>
                    <a:pt x="23088" y="41821"/>
                  </a:lnTo>
                  <a:lnTo>
                    <a:pt x="24561" y="41732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35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72"/>
                  </a:lnTo>
                  <a:lnTo>
                    <a:pt x="21120" y="5638"/>
                  </a:lnTo>
                  <a:lnTo>
                    <a:pt x="21272" y="4826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63"/>
                  </a:lnTo>
                  <a:lnTo>
                    <a:pt x="19710" y="1473"/>
                  </a:lnTo>
                  <a:lnTo>
                    <a:pt x="19862" y="4914"/>
                  </a:lnTo>
                  <a:lnTo>
                    <a:pt x="20066" y="5689"/>
                  </a:lnTo>
                  <a:lnTo>
                    <a:pt x="19431" y="5524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21"/>
                  </a:lnTo>
                  <a:lnTo>
                    <a:pt x="20015" y="7708"/>
                  </a:lnTo>
                  <a:lnTo>
                    <a:pt x="20104" y="9423"/>
                  </a:lnTo>
                  <a:lnTo>
                    <a:pt x="20193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61"/>
                  </a:lnTo>
                  <a:lnTo>
                    <a:pt x="21424" y="7607"/>
                  </a:lnTo>
                  <a:lnTo>
                    <a:pt x="21209" y="6858"/>
                  </a:lnTo>
                  <a:lnTo>
                    <a:pt x="21894" y="7010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35" y="6375"/>
                  </a:lnTo>
                  <a:close/>
                </a:path>
                <a:path w="41275" h="47625">
                  <a:moveTo>
                    <a:pt x="41173" y="24041"/>
                  </a:moveTo>
                  <a:lnTo>
                    <a:pt x="41122" y="23139"/>
                  </a:lnTo>
                  <a:lnTo>
                    <a:pt x="39916" y="22847"/>
                  </a:lnTo>
                  <a:lnTo>
                    <a:pt x="36957" y="23037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45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38"/>
                  </a:lnTo>
                  <a:lnTo>
                    <a:pt x="35001" y="22580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96" y="23279"/>
                  </a:lnTo>
                  <a:lnTo>
                    <a:pt x="31610" y="23368"/>
                  </a:lnTo>
                  <a:lnTo>
                    <a:pt x="30429" y="23812"/>
                  </a:lnTo>
                  <a:lnTo>
                    <a:pt x="30467" y="24714"/>
                  </a:lnTo>
                  <a:lnTo>
                    <a:pt x="31686" y="25006"/>
                  </a:lnTo>
                  <a:lnTo>
                    <a:pt x="34645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89"/>
                  </a:lnTo>
                  <a:lnTo>
                    <a:pt x="35331" y="28803"/>
                  </a:lnTo>
                  <a:lnTo>
                    <a:pt x="35699" y="30187"/>
                  </a:lnTo>
                  <a:lnTo>
                    <a:pt x="36474" y="30137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85"/>
                  </a:lnTo>
                  <a:lnTo>
                    <a:pt x="41173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" name="object 826" descr=""/>
            <p:cNvSpPr/>
            <p:nvPr/>
          </p:nvSpPr>
          <p:spPr>
            <a:xfrm>
              <a:off x="4035300" y="763456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7" name="object 827" descr=""/>
            <p:cNvSpPr/>
            <p:nvPr/>
          </p:nvSpPr>
          <p:spPr>
            <a:xfrm>
              <a:off x="4037736" y="763730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706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81" y="22237"/>
                  </a:lnTo>
                  <a:lnTo>
                    <a:pt x="5905" y="20523"/>
                  </a:lnTo>
                  <a:lnTo>
                    <a:pt x="5816" y="18796"/>
                  </a:lnTo>
                  <a:lnTo>
                    <a:pt x="5435" y="17424"/>
                  </a:lnTo>
                  <a:lnTo>
                    <a:pt x="4660" y="17475"/>
                  </a:lnTo>
                  <a:lnTo>
                    <a:pt x="4419" y="18884"/>
                  </a:lnTo>
                  <a:lnTo>
                    <a:pt x="4584" y="22326"/>
                  </a:lnTo>
                  <a:lnTo>
                    <a:pt x="4787" y="23101"/>
                  </a:lnTo>
                  <a:lnTo>
                    <a:pt x="4140" y="22936"/>
                  </a:lnTo>
                  <a:lnTo>
                    <a:pt x="2667" y="23025"/>
                  </a:lnTo>
                  <a:lnTo>
                    <a:pt x="1193" y="23126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76" y="24320"/>
                  </a:lnTo>
                  <a:lnTo>
                    <a:pt x="4737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83" y="29933"/>
                  </a:lnTo>
                  <a:lnTo>
                    <a:pt x="6057" y="29883"/>
                  </a:lnTo>
                  <a:lnTo>
                    <a:pt x="6299" y="28473"/>
                  </a:lnTo>
                  <a:lnTo>
                    <a:pt x="6134" y="25031"/>
                  </a:lnTo>
                  <a:lnTo>
                    <a:pt x="5918" y="24269"/>
                  </a:lnTo>
                  <a:lnTo>
                    <a:pt x="6604" y="24422"/>
                  </a:lnTo>
                  <a:lnTo>
                    <a:pt x="8089" y="24320"/>
                  </a:lnTo>
                  <a:lnTo>
                    <a:pt x="9563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39" y="40284"/>
                  </a:lnTo>
                  <a:lnTo>
                    <a:pt x="20828" y="40551"/>
                  </a:lnTo>
                  <a:lnTo>
                    <a:pt x="20980" y="39725"/>
                  </a:lnTo>
                  <a:lnTo>
                    <a:pt x="20904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85"/>
                  </a:lnTo>
                  <a:lnTo>
                    <a:pt x="19583" y="39827"/>
                  </a:lnTo>
                  <a:lnTo>
                    <a:pt x="19786" y="40589"/>
                  </a:lnTo>
                  <a:lnTo>
                    <a:pt x="19138" y="40424"/>
                  </a:lnTo>
                  <a:lnTo>
                    <a:pt x="17665" y="40525"/>
                  </a:lnTo>
                  <a:lnTo>
                    <a:pt x="16192" y="40614"/>
                  </a:lnTo>
                  <a:lnTo>
                    <a:pt x="15011" y="41059"/>
                  </a:lnTo>
                  <a:lnTo>
                    <a:pt x="15049" y="41960"/>
                  </a:lnTo>
                  <a:lnTo>
                    <a:pt x="16268" y="42252"/>
                  </a:lnTo>
                  <a:lnTo>
                    <a:pt x="19215" y="42062"/>
                  </a:lnTo>
                  <a:lnTo>
                    <a:pt x="19875" y="41821"/>
                  </a:lnTo>
                  <a:lnTo>
                    <a:pt x="19735" y="42621"/>
                  </a:lnTo>
                  <a:lnTo>
                    <a:pt x="19824" y="44335"/>
                  </a:lnTo>
                  <a:lnTo>
                    <a:pt x="19900" y="46050"/>
                  </a:lnTo>
                  <a:lnTo>
                    <a:pt x="20281" y="47434"/>
                  </a:lnTo>
                  <a:lnTo>
                    <a:pt x="21056" y="47383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22"/>
                  </a:lnTo>
                  <a:lnTo>
                    <a:pt x="23088" y="41821"/>
                  </a:lnTo>
                  <a:lnTo>
                    <a:pt x="24561" y="41732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35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72"/>
                  </a:lnTo>
                  <a:lnTo>
                    <a:pt x="21120" y="5638"/>
                  </a:lnTo>
                  <a:lnTo>
                    <a:pt x="21272" y="4826"/>
                  </a:lnTo>
                  <a:lnTo>
                    <a:pt x="21183" y="3111"/>
                  </a:lnTo>
                  <a:lnTo>
                    <a:pt x="21107" y="1384"/>
                  </a:lnTo>
                  <a:lnTo>
                    <a:pt x="20726" y="0"/>
                  </a:lnTo>
                  <a:lnTo>
                    <a:pt x="19951" y="63"/>
                  </a:lnTo>
                  <a:lnTo>
                    <a:pt x="19710" y="1473"/>
                  </a:lnTo>
                  <a:lnTo>
                    <a:pt x="19862" y="4914"/>
                  </a:lnTo>
                  <a:lnTo>
                    <a:pt x="20066" y="5689"/>
                  </a:lnTo>
                  <a:lnTo>
                    <a:pt x="19431" y="5524"/>
                  </a:lnTo>
                  <a:lnTo>
                    <a:pt x="17957" y="5613"/>
                  </a:lnTo>
                  <a:lnTo>
                    <a:pt x="16471" y="5715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507" y="7150"/>
                  </a:lnTo>
                  <a:lnTo>
                    <a:pt x="20154" y="6921"/>
                  </a:lnTo>
                  <a:lnTo>
                    <a:pt x="20027" y="7708"/>
                  </a:lnTo>
                  <a:lnTo>
                    <a:pt x="20104" y="9423"/>
                  </a:lnTo>
                  <a:lnTo>
                    <a:pt x="20193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61"/>
                  </a:lnTo>
                  <a:lnTo>
                    <a:pt x="21424" y="7607"/>
                  </a:lnTo>
                  <a:lnTo>
                    <a:pt x="21209" y="6858"/>
                  </a:lnTo>
                  <a:lnTo>
                    <a:pt x="21894" y="7010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35" y="6375"/>
                  </a:lnTo>
                  <a:close/>
                </a:path>
                <a:path w="41275" h="47625">
                  <a:moveTo>
                    <a:pt x="41173" y="24041"/>
                  </a:moveTo>
                  <a:lnTo>
                    <a:pt x="41122" y="23139"/>
                  </a:lnTo>
                  <a:lnTo>
                    <a:pt x="39916" y="22847"/>
                  </a:lnTo>
                  <a:lnTo>
                    <a:pt x="36957" y="23037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45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80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96" y="23279"/>
                  </a:lnTo>
                  <a:lnTo>
                    <a:pt x="31610" y="23368"/>
                  </a:lnTo>
                  <a:lnTo>
                    <a:pt x="30429" y="23812"/>
                  </a:lnTo>
                  <a:lnTo>
                    <a:pt x="30480" y="24714"/>
                  </a:lnTo>
                  <a:lnTo>
                    <a:pt x="31686" y="25006"/>
                  </a:lnTo>
                  <a:lnTo>
                    <a:pt x="34645" y="24815"/>
                  </a:lnTo>
                  <a:lnTo>
                    <a:pt x="35293" y="24574"/>
                  </a:lnTo>
                  <a:lnTo>
                    <a:pt x="35166" y="25361"/>
                  </a:lnTo>
                  <a:lnTo>
                    <a:pt x="35242" y="27089"/>
                  </a:lnTo>
                  <a:lnTo>
                    <a:pt x="35331" y="28803"/>
                  </a:lnTo>
                  <a:lnTo>
                    <a:pt x="35699" y="30187"/>
                  </a:lnTo>
                  <a:lnTo>
                    <a:pt x="36474" y="30137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92" y="24485"/>
                  </a:lnTo>
                  <a:lnTo>
                    <a:pt x="41173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8" name="object 828" descr=""/>
            <p:cNvSpPr/>
            <p:nvPr/>
          </p:nvSpPr>
          <p:spPr>
            <a:xfrm>
              <a:off x="4057941" y="767009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9" name="object 829" descr=""/>
            <p:cNvSpPr/>
            <p:nvPr/>
          </p:nvSpPr>
          <p:spPr>
            <a:xfrm>
              <a:off x="4060380" y="7672838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50" y="24447"/>
                  </a:lnTo>
                  <a:lnTo>
                    <a:pt x="1257" y="24739"/>
                  </a:lnTo>
                  <a:lnTo>
                    <a:pt x="4216" y="24561"/>
                  </a:lnTo>
                  <a:lnTo>
                    <a:pt x="4864" y="24320"/>
                  </a:lnTo>
                  <a:lnTo>
                    <a:pt x="4737" y="25107"/>
                  </a:lnTo>
                  <a:lnTo>
                    <a:pt x="4813" y="26822"/>
                  </a:lnTo>
                  <a:lnTo>
                    <a:pt x="4902" y="28549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63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704" y="40373"/>
                  </a:lnTo>
                  <a:lnTo>
                    <a:pt x="24485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7998"/>
                  </a:lnTo>
                  <a:lnTo>
                    <a:pt x="20815" y="36283"/>
                  </a:lnTo>
                  <a:lnTo>
                    <a:pt x="20434" y="34899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92" y="40601"/>
                  </a:lnTo>
                  <a:lnTo>
                    <a:pt x="14998" y="41046"/>
                  </a:lnTo>
                  <a:lnTo>
                    <a:pt x="15049" y="41948"/>
                  </a:lnTo>
                  <a:lnTo>
                    <a:pt x="16256" y="42240"/>
                  </a:lnTo>
                  <a:lnTo>
                    <a:pt x="19215" y="42049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06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22" y="6362"/>
                  </a:moveTo>
                  <a:lnTo>
                    <a:pt x="25984" y="5473"/>
                  </a:lnTo>
                  <a:lnTo>
                    <a:pt x="24777" y="5168"/>
                  </a:lnTo>
                  <a:lnTo>
                    <a:pt x="21818" y="5359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494" y="7137"/>
                  </a:lnTo>
                  <a:lnTo>
                    <a:pt x="20154" y="6896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80" y="11125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62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26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51"/>
                  </a:lnTo>
                  <a:lnTo>
                    <a:pt x="36233" y="19037"/>
                  </a:lnTo>
                  <a:lnTo>
                    <a:pt x="35864" y="17653"/>
                  </a:lnTo>
                  <a:lnTo>
                    <a:pt x="35090" y="17703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45" y="24803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60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" name="object 830" descr=""/>
            <p:cNvSpPr/>
            <p:nvPr/>
          </p:nvSpPr>
          <p:spPr>
            <a:xfrm>
              <a:off x="4105064" y="767009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1" name="object 831" descr=""/>
            <p:cNvSpPr/>
            <p:nvPr/>
          </p:nvSpPr>
          <p:spPr>
            <a:xfrm>
              <a:off x="4107510" y="7672838"/>
              <a:ext cx="20955" cy="47625"/>
            </a:xfrm>
            <a:custGeom>
              <a:avLst/>
              <a:gdLst/>
              <a:ahLst/>
              <a:cxnLst/>
              <a:rect l="l" t="t" r="r" b="b"/>
              <a:pathLst>
                <a:path w="20954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27" y="22923"/>
                  </a:lnTo>
                  <a:lnTo>
                    <a:pt x="2654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38" y="24447"/>
                  </a:lnTo>
                  <a:lnTo>
                    <a:pt x="1257" y="24739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22"/>
                  </a:lnTo>
                  <a:lnTo>
                    <a:pt x="4889" y="28549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31" y="23787"/>
                  </a:lnTo>
                  <a:close/>
                </a:path>
                <a:path w="20954" h="47625">
                  <a:moveTo>
                    <a:pt x="20408" y="34899"/>
                  </a:moveTo>
                  <a:lnTo>
                    <a:pt x="19418" y="34899"/>
                  </a:lnTo>
                  <a:lnTo>
                    <a:pt x="19418" y="40500"/>
                  </a:lnTo>
                  <a:lnTo>
                    <a:pt x="19138" y="40424"/>
                  </a:lnTo>
                  <a:lnTo>
                    <a:pt x="17653" y="40513"/>
                  </a:lnTo>
                  <a:lnTo>
                    <a:pt x="16179" y="40601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49"/>
                  </a:lnTo>
                  <a:lnTo>
                    <a:pt x="19723" y="41871"/>
                  </a:lnTo>
                  <a:lnTo>
                    <a:pt x="19723" y="47421"/>
                  </a:lnTo>
                  <a:lnTo>
                    <a:pt x="20408" y="47421"/>
                  </a:lnTo>
                  <a:lnTo>
                    <a:pt x="20408" y="41910"/>
                  </a:lnTo>
                  <a:lnTo>
                    <a:pt x="20408" y="41186"/>
                  </a:lnTo>
                  <a:lnTo>
                    <a:pt x="20408" y="40081"/>
                  </a:lnTo>
                  <a:lnTo>
                    <a:pt x="20408" y="34899"/>
                  </a:lnTo>
                  <a:close/>
                </a:path>
                <a:path w="20954" h="47625">
                  <a:moveTo>
                    <a:pt x="20408" y="0"/>
                  </a:moveTo>
                  <a:lnTo>
                    <a:pt x="19697" y="0"/>
                  </a:lnTo>
                  <a:lnTo>
                    <a:pt x="19697" y="5511"/>
                  </a:lnTo>
                  <a:lnTo>
                    <a:pt x="15278" y="5511"/>
                  </a:lnTo>
                  <a:lnTo>
                    <a:pt x="15278" y="7327"/>
                  </a:lnTo>
                  <a:lnTo>
                    <a:pt x="20015" y="7327"/>
                  </a:lnTo>
                  <a:lnTo>
                    <a:pt x="20015" y="12509"/>
                  </a:lnTo>
                  <a:lnTo>
                    <a:pt x="20408" y="12509"/>
                  </a:lnTo>
                  <a:lnTo>
                    <a:pt x="20408" y="7327"/>
                  </a:lnTo>
                  <a:lnTo>
                    <a:pt x="20408" y="6273"/>
                  </a:lnTo>
                  <a:lnTo>
                    <a:pt x="20408" y="5511"/>
                  </a:lnTo>
                  <a:lnTo>
                    <a:pt x="20408" y="0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2" name="object 832" descr=""/>
            <p:cNvSpPr/>
            <p:nvPr/>
          </p:nvSpPr>
          <p:spPr>
            <a:xfrm>
              <a:off x="4012142" y="767009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3" name="object 833" descr=""/>
            <p:cNvSpPr/>
            <p:nvPr/>
          </p:nvSpPr>
          <p:spPr>
            <a:xfrm>
              <a:off x="4014584" y="7672838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38" y="24447"/>
                  </a:lnTo>
                  <a:lnTo>
                    <a:pt x="1257" y="24739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22"/>
                  </a:lnTo>
                  <a:lnTo>
                    <a:pt x="4902" y="28549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692" y="40373"/>
                  </a:lnTo>
                  <a:lnTo>
                    <a:pt x="24485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7998"/>
                  </a:lnTo>
                  <a:lnTo>
                    <a:pt x="20815" y="36283"/>
                  </a:lnTo>
                  <a:lnTo>
                    <a:pt x="20434" y="34899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79" y="40601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15" y="42049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06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22" y="6362"/>
                  </a:moveTo>
                  <a:lnTo>
                    <a:pt x="25984" y="5473"/>
                  </a:lnTo>
                  <a:lnTo>
                    <a:pt x="24765" y="5168"/>
                  </a:lnTo>
                  <a:lnTo>
                    <a:pt x="21818" y="5359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18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494" y="7137"/>
                  </a:lnTo>
                  <a:lnTo>
                    <a:pt x="20154" y="6896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80" y="11125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12" y="7607"/>
                  </a:lnTo>
                  <a:lnTo>
                    <a:pt x="21196" y="6832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62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398" y="22479"/>
                  </a:lnTo>
                  <a:lnTo>
                    <a:pt x="36322" y="20751"/>
                  </a:lnTo>
                  <a:lnTo>
                    <a:pt x="36233" y="19037"/>
                  </a:lnTo>
                  <a:lnTo>
                    <a:pt x="35864" y="17653"/>
                  </a:lnTo>
                  <a:lnTo>
                    <a:pt x="35090" y="17703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60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4" name="object 834" descr=""/>
            <p:cNvSpPr/>
            <p:nvPr/>
          </p:nvSpPr>
          <p:spPr>
            <a:xfrm>
              <a:off x="4081816" y="763456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5" name="object 835" descr=""/>
            <p:cNvSpPr/>
            <p:nvPr/>
          </p:nvSpPr>
          <p:spPr>
            <a:xfrm>
              <a:off x="4084256" y="763730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81" y="22237"/>
                  </a:lnTo>
                  <a:lnTo>
                    <a:pt x="5892" y="20523"/>
                  </a:lnTo>
                  <a:lnTo>
                    <a:pt x="5816" y="18796"/>
                  </a:lnTo>
                  <a:lnTo>
                    <a:pt x="5435" y="17424"/>
                  </a:lnTo>
                  <a:lnTo>
                    <a:pt x="4660" y="17475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101"/>
                  </a:lnTo>
                  <a:lnTo>
                    <a:pt x="4140" y="22936"/>
                  </a:lnTo>
                  <a:lnTo>
                    <a:pt x="2667" y="23025"/>
                  </a:lnTo>
                  <a:lnTo>
                    <a:pt x="1181" y="23126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33"/>
                  </a:lnTo>
                  <a:lnTo>
                    <a:pt x="4737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73"/>
                  </a:lnTo>
                  <a:lnTo>
                    <a:pt x="6134" y="25031"/>
                  </a:lnTo>
                  <a:lnTo>
                    <a:pt x="5918" y="24269"/>
                  </a:lnTo>
                  <a:lnTo>
                    <a:pt x="6604" y="24422"/>
                  </a:lnTo>
                  <a:lnTo>
                    <a:pt x="8077" y="24320"/>
                  </a:lnTo>
                  <a:lnTo>
                    <a:pt x="9563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51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85"/>
                  </a:lnTo>
                  <a:lnTo>
                    <a:pt x="19583" y="39827"/>
                  </a:lnTo>
                  <a:lnTo>
                    <a:pt x="19786" y="40589"/>
                  </a:lnTo>
                  <a:lnTo>
                    <a:pt x="19138" y="40424"/>
                  </a:lnTo>
                  <a:lnTo>
                    <a:pt x="17665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49" y="41960"/>
                  </a:lnTo>
                  <a:lnTo>
                    <a:pt x="16256" y="42252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21"/>
                  </a:lnTo>
                  <a:lnTo>
                    <a:pt x="19812" y="44335"/>
                  </a:lnTo>
                  <a:lnTo>
                    <a:pt x="19900" y="46050"/>
                  </a:lnTo>
                  <a:lnTo>
                    <a:pt x="20281" y="47434"/>
                  </a:lnTo>
                  <a:lnTo>
                    <a:pt x="21056" y="47383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22"/>
                  </a:lnTo>
                  <a:lnTo>
                    <a:pt x="23075" y="41821"/>
                  </a:lnTo>
                  <a:lnTo>
                    <a:pt x="24561" y="41732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20" y="5638"/>
                  </a:lnTo>
                  <a:lnTo>
                    <a:pt x="21272" y="4826"/>
                  </a:lnTo>
                  <a:lnTo>
                    <a:pt x="21183" y="3111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63"/>
                  </a:lnTo>
                  <a:lnTo>
                    <a:pt x="19710" y="1473"/>
                  </a:lnTo>
                  <a:lnTo>
                    <a:pt x="19862" y="4914"/>
                  </a:lnTo>
                  <a:lnTo>
                    <a:pt x="20066" y="5689"/>
                  </a:lnTo>
                  <a:lnTo>
                    <a:pt x="19431" y="5524"/>
                  </a:lnTo>
                  <a:lnTo>
                    <a:pt x="17945" y="5613"/>
                  </a:lnTo>
                  <a:lnTo>
                    <a:pt x="16471" y="5715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708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61"/>
                  </a:lnTo>
                  <a:lnTo>
                    <a:pt x="21424" y="7607"/>
                  </a:lnTo>
                  <a:lnTo>
                    <a:pt x="21209" y="6858"/>
                  </a:lnTo>
                  <a:lnTo>
                    <a:pt x="21894" y="7010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73" y="24041"/>
                  </a:moveTo>
                  <a:lnTo>
                    <a:pt x="41122" y="23139"/>
                  </a:lnTo>
                  <a:lnTo>
                    <a:pt x="39916" y="22847"/>
                  </a:lnTo>
                  <a:lnTo>
                    <a:pt x="36957" y="23037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33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80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79"/>
                  </a:lnTo>
                  <a:lnTo>
                    <a:pt x="31610" y="23368"/>
                  </a:lnTo>
                  <a:lnTo>
                    <a:pt x="30429" y="23812"/>
                  </a:lnTo>
                  <a:lnTo>
                    <a:pt x="30467" y="24714"/>
                  </a:lnTo>
                  <a:lnTo>
                    <a:pt x="31686" y="25006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89"/>
                  </a:lnTo>
                  <a:lnTo>
                    <a:pt x="35331" y="28803"/>
                  </a:lnTo>
                  <a:lnTo>
                    <a:pt x="35699" y="30187"/>
                  </a:lnTo>
                  <a:lnTo>
                    <a:pt x="36474" y="30137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85"/>
                  </a:lnTo>
                  <a:lnTo>
                    <a:pt x="41173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" name="object 836" descr=""/>
            <p:cNvSpPr/>
            <p:nvPr/>
          </p:nvSpPr>
          <p:spPr>
            <a:xfrm>
              <a:off x="4128333" y="763456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7" name="object 837" descr=""/>
            <p:cNvSpPr/>
            <p:nvPr/>
          </p:nvSpPr>
          <p:spPr>
            <a:xfrm>
              <a:off x="4035300" y="756149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8" name="object 838" descr=""/>
            <p:cNvSpPr/>
            <p:nvPr/>
          </p:nvSpPr>
          <p:spPr>
            <a:xfrm>
              <a:off x="4037736" y="7564227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706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81" y="22237"/>
                  </a:lnTo>
                  <a:lnTo>
                    <a:pt x="5905" y="20523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75"/>
                  </a:lnTo>
                  <a:lnTo>
                    <a:pt x="4419" y="18884"/>
                  </a:lnTo>
                  <a:lnTo>
                    <a:pt x="4584" y="22326"/>
                  </a:lnTo>
                  <a:lnTo>
                    <a:pt x="4787" y="23101"/>
                  </a:lnTo>
                  <a:lnTo>
                    <a:pt x="4140" y="22936"/>
                  </a:lnTo>
                  <a:lnTo>
                    <a:pt x="2667" y="23025"/>
                  </a:lnTo>
                  <a:lnTo>
                    <a:pt x="1193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76" y="24320"/>
                  </a:lnTo>
                  <a:lnTo>
                    <a:pt x="4737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83" y="29933"/>
                  </a:lnTo>
                  <a:lnTo>
                    <a:pt x="6057" y="29883"/>
                  </a:lnTo>
                  <a:lnTo>
                    <a:pt x="6299" y="28473"/>
                  </a:lnTo>
                  <a:lnTo>
                    <a:pt x="6134" y="25019"/>
                  </a:lnTo>
                  <a:lnTo>
                    <a:pt x="5918" y="24269"/>
                  </a:lnTo>
                  <a:lnTo>
                    <a:pt x="6604" y="24422"/>
                  </a:lnTo>
                  <a:lnTo>
                    <a:pt x="8089" y="24320"/>
                  </a:lnTo>
                  <a:lnTo>
                    <a:pt x="9563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39" y="40284"/>
                  </a:lnTo>
                  <a:lnTo>
                    <a:pt x="20828" y="40551"/>
                  </a:lnTo>
                  <a:lnTo>
                    <a:pt x="20980" y="39738"/>
                  </a:lnTo>
                  <a:lnTo>
                    <a:pt x="20904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85"/>
                  </a:lnTo>
                  <a:lnTo>
                    <a:pt x="19583" y="39827"/>
                  </a:lnTo>
                  <a:lnTo>
                    <a:pt x="19786" y="40589"/>
                  </a:lnTo>
                  <a:lnTo>
                    <a:pt x="19138" y="40424"/>
                  </a:lnTo>
                  <a:lnTo>
                    <a:pt x="17665" y="40525"/>
                  </a:lnTo>
                  <a:lnTo>
                    <a:pt x="16192" y="40614"/>
                  </a:lnTo>
                  <a:lnTo>
                    <a:pt x="15011" y="41059"/>
                  </a:lnTo>
                  <a:lnTo>
                    <a:pt x="15049" y="41960"/>
                  </a:lnTo>
                  <a:lnTo>
                    <a:pt x="16268" y="42252"/>
                  </a:lnTo>
                  <a:lnTo>
                    <a:pt x="19215" y="42062"/>
                  </a:lnTo>
                  <a:lnTo>
                    <a:pt x="19875" y="41821"/>
                  </a:lnTo>
                  <a:lnTo>
                    <a:pt x="19735" y="42621"/>
                  </a:lnTo>
                  <a:lnTo>
                    <a:pt x="19824" y="44335"/>
                  </a:lnTo>
                  <a:lnTo>
                    <a:pt x="19900" y="46050"/>
                  </a:lnTo>
                  <a:lnTo>
                    <a:pt x="20281" y="47434"/>
                  </a:lnTo>
                  <a:lnTo>
                    <a:pt x="21056" y="47383"/>
                  </a:lnTo>
                  <a:lnTo>
                    <a:pt x="21297" y="45974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22"/>
                  </a:lnTo>
                  <a:lnTo>
                    <a:pt x="23088" y="41821"/>
                  </a:lnTo>
                  <a:lnTo>
                    <a:pt x="24561" y="41732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35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72"/>
                  </a:lnTo>
                  <a:lnTo>
                    <a:pt x="21120" y="5638"/>
                  </a:lnTo>
                  <a:lnTo>
                    <a:pt x="21272" y="4826"/>
                  </a:lnTo>
                  <a:lnTo>
                    <a:pt x="21183" y="3098"/>
                  </a:lnTo>
                  <a:lnTo>
                    <a:pt x="21107" y="1384"/>
                  </a:lnTo>
                  <a:lnTo>
                    <a:pt x="20726" y="0"/>
                  </a:lnTo>
                  <a:lnTo>
                    <a:pt x="19951" y="63"/>
                  </a:lnTo>
                  <a:lnTo>
                    <a:pt x="19710" y="1473"/>
                  </a:lnTo>
                  <a:lnTo>
                    <a:pt x="19862" y="4914"/>
                  </a:lnTo>
                  <a:lnTo>
                    <a:pt x="20066" y="5689"/>
                  </a:lnTo>
                  <a:lnTo>
                    <a:pt x="19431" y="5524"/>
                  </a:lnTo>
                  <a:lnTo>
                    <a:pt x="17957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507" y="7150"/>
                  </a:lnTo>
                  <a:lnTo>
                    <a:pt x="20154" y="6921"/>
                  </a:lnTo>
                  <a:lnTo>
                    <a:pt x="20027" y="7708"/>
                  </a:lnTo>
                  <a:lnTo>
                    <a:pt x="20104" y="9423"/>
                  </a:lnTo>
                  <a:lnTo>
                    <a:pt x="20193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61"/>
                  </a:lnTo>
                  <a:lnTo>
                    <a:pt x="21424" y="7607"/>
                  </a:lnTo>
                  <a:lnTo>
                    <a:pt x="21209" y="6858"/>
                  </a:lnTo>
                  <a:lnTo>
                    <a:pt x="21894" y="7010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35" y="6375"/>
                  </a:lnTo>
                  <a:close/>
                </a:path>
                <a:path w="41275" h="47625">
                  <a:moveTo>
                    <a:pt x="41173" y="24041"/>
                  </a:moveTo>
                  <a:lnTo>
                    <a:pt x="41122" y="23139"/>
                  </a:lnTo>
                  <a:lnTo>
                    <a:pt x="39916" y="22847"/>
                  </a:lnTo>
                  <a:lnTo>
                    <a:pt x="36957" y="23037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45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38"/>
                  </a:lnTo>
                  <a:lnTo>
                    <a:pt x="35001" y="22580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96" y="23279"/>
                  </a:lnTo>
                  <a:lnTo>
                    <a:pt x="31610" y="23368"/>
                  </a:lnTo>
                  <a:lnTo>
                    <a:pt x="30429" y="23812"/>
                  </a:lnTo>
                  <a:lnTo>
                    <a:pt x="30480" y="24714"/>
                  </a:lnTo>
                  <a:lnTo>
                    <a:pt x="31686" y="25006"/>
                  </a:lnTo>
                  <a:lnTo>
                    <a:pt x="34645" y="24815"/>
                  </a:lnTo>
                  <a:lnTo>
                    <a:pt x="35293" y="24574"/>
                  </a:lnTo>
                  <a:lnTo>
                    <a:pt x="35166" y="25361"/>
                  </a:lnTo>
                  <a:lnTo>
                    <a:pt x="35242" y="27089"/>
                  </a:lnTo>
                  <a:lnTo>
                    <a:pt x="35331" y="28803"/>
                  </a:lnTo>
                  <a:lnTo>
                    <a:pt x="35699" y="30187"/>
                  </a:lnTo>
                  <a:lnTo>
                    <a:pt x="36474" y="30137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92" y="24485"/>
                  </a:lnTo>
                  <a:lnTo>
                    <a:pt x="41173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" name="object 839" descr=""/>
            <p:cNvSpPr/>
            <p:nvPr/>
          </p:nvSpPr>
          <p:spPr>
            <a:xfrm>
              <a:off x="4057941" y="759701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0" name="object 840" descr=""/>
            <p:cNvSpPr/>
            <p:nvPr/>
          </p:nvSpPr>
          <p:spPr>
            <a:xfrm>
              <a:off x="4060380" y="759976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50" y="24447"/>
                  </a:lnTo>
                  <a:lnTo>
                    <a:pt x="1257" y="24739"/>
                  </a:lnTo>
                  <a:lnTo>
                    <a:pt x="4216" y="24549"/>
                  </a:lnTo>
                  <a:lnTo>
                    <a:pt x="4864" y="24320"/>
                  </a:lnTo>
                  <a:lnTo>
                    <a:pt x="4737" y="25107"/>
                  </a:lnTo>
                  <a:lnTo>
                    <a:pt x="4813" y="26822"/>
                  </a:lnTo>
                  <a:lnTo>
                    <a:pt x="4902" y="28549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63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704" y="40373"/>
                  </a:lnTo>
                  <a:lnTo>
                    <a:pt x="24485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7998"/>
                  </a:lnTo>
                  <a:lnTo>
                    <a:pt x="20815" y="36283"/>
                  </a:lnTo>
                  <a:lnTo>
                    <a:pt x="20434" y="34899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92" y="40601"/>
                  </a:lnTo>
                  <a:lnTo>
                    <a:pt x="14998" y="41046"/>
                  </a:lnTo>
                  <a:lnTo>
                    <a:pt x="15049" y="41948"/>
                  </a:lnTo>
                  <a:lnTo>
                    <a:pt x="16256" y="42240"/>
                  </a:lnTo>
                  <a:lnTo>
                    <a:pt x="19215" y="42049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06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22" y="6362"/>
                  </a:moveTo>
                  <a:lnTo>
                    <a:pt x="25984" y="5473"/>
                  </a:lnTo>
                  <a:lnTo>
                    <a:pt x="24777" y="5168"/>
                  </a:lnTo>
                  <a:lnTo>
                    <a:pt x="21818" y="5359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71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494" y="7137"/>
                  </a:lnTo>
                  <a:lnTo>
                    <a:pt x="20154" y="6896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80" y="11125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896"/>
                  </a:lnTo>
                  <a:lnTo>
                    <a:pt x="24841" y="6807"/>
                  </a:lnTo>
                  <a:lnTo>
                    <a:pt x="26022" y="6362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26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51"/>
                  </a:lnTo>
                  <a:lnTo>
                    <a:pt x="36233" y="19037"/>
                  </a:lnTo>
                  <a:lnTo>
                    <a:pt x="35864" y="17653"/>
                  </a:lnTo>
                  <a:lnTo>
                    <a:pt x="35090" y="17703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29"/>
                  </a:lnTo>
                  <a:lnTo>
                    <a:pt x="34569" y="23164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45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02"/>
                  </a:lnTo>
                  <a:lnTo>
                    <a:pt x="36563" y="25260"/>
                  </a:lnTo>
                  <a:lnTo>
                    <a:pt x="36347" y="24498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" name="object 841" descr=""/>
            <p:cNvSpPr/>
            <p:nvPr/>
          </p:nvSpPr>
          <p:spPr>
            <a:xfrm>
              <a:off x="4105064" y="759701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2" name="object 842" descr=""/>
            <p:cNvSpPr/>
            <p:nvPr/>
          </p:nvSpPr>
          <p:spPr>
            <a:xfrm>
              <a:off x="4107510" y="7599762"/>
              <a:ext cx="20955" cy="47625"/>
            </a:xfrm>
            <a:custGeom>
              <a:avLst/>
              <a:gdLst/>
              <a:ahLst/>
              <a:cxnLst/>
              <a:rect l="l" t="t" r="r" b="b"/>
              <a:pathLst>
                <a:path w="20954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27" y="22923"/>
                  </a:lnTo>
                  <a:lnTo>
                    <a:pt x="2654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38" y="24447"/>
                  </a:lnTo>
                  <a:lnTo>
                    <a:pt x="1257" y="24739"/>
                  </a:lnTo>
                  <a:lnTo>
                    <a:pt x="4203" y="24549"/>
                  </a:lnTo>
                  <a:lnTo>
                    <a:pt x="4864" y="24307"/>
                  </a:lnTo>
                  <a:lnTo>
                    <a:pt x="4724" y="25107"/>
                  </a:lnTo>
                  <a:lnTo>
                    <a:pt x="4813" y="26822"/>
                  </a:lnTo>
                  <a:lnTo>
                    <a:pt x="4889" y="28549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31" y="23787"/>
                  </a:lnTo>
                  <a:close/>
                </a:path>
                <a:path w="20954" h="47625">
                  <a:moveTo>
                    <a:pt x="20408" y="34899"/>
                  </a:moveTo>
                  <a:lnTo>
                    <a:pt x="19418" y="34899"/>
                  </a:lnTo>
                  <a:lnTo>
                    <a:pt x="19418" y="40500"/>
                  </a:lnTo>
                  <a:lnTo>
                    <a:pt x="19138" y="40424"/>
                  </a:lnTo>
                  <a:lnTo>
                    <a:pt x="17653" y="40513"/>
                  </a:lnTo>
                  <a:lnTo>
                    <a:pt x="16179" y="40601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49"/>
                  </a:lnTo>
                  <a:lnTo>
                    <a:pt x="19723" y="41871"/>
                  </a:lnTo>
                  <a:lnTo>
                    <a:pt x="19723" y="47421"/>
                  </a:lnTo>
                  <a:lnTo>
                    <a:pt x="20408" y="47421"/>
                  </a:lnTo>
                  <a:lnTo>
                    <a:pt x="20408" y="41910"/>
                  </a:lnTo>
                  <a:lnTo>
                    <a:pt x="20408" y="41186"/>
                  </a:lnTo>
                  <a:lnTo>
                    <a:pt x="20408" y="40081"/>
                  </a:lnTo>
                  <a:lnTo>
                    <a:pt x="20408" y="34899"/>
                  </a:lnTo>
                  <a:close/>
                </a:path>
                <a:path w="20954" h="47625">
                  <a:moveTo>
                    <a:pt x="20408" y="0"/>
                  </a:moveTo>
                  <a:lnTo>
                    <a:pt x="19697" y="0"/>
                  </a:lnTo>
                  <a:lnTo>
                    <a:pt x="19697" y="5511"/>
                  </a:lnTo>
                  <a:lnTo>
                    <a:pt x="15278" y="5511"/>
                  </a:lnTo>
                  <a:lnTo>
                    <a:pt x="15278" y="7327"/>
                  </a:lnTo>
                  <a:lnTo>
                    <a:pt x="20015" y="7327"/>
                  </a:lnTo>
                  <a:lnTo>
                    <a:pt x="20015" y="12509"/>
                  </a:lnTo>
                  <a:lnTo>
                    <a:pt x="20408" y="12509"/>
                  </a:lnTo>
                  <a:lnTo>
                    <a:pt x="20408" y="7327"/>
                  </a:lnTo>
                  <a:lnTo>
                    <a:pt x="20408" y="6273"/>
                  </a:lnTo>
                  <a:lnTo>
                    <a:pt x="20408" y="5511"/>
                  </a:lnTo>
                  <a:lnTo>
                    <a:pt x="20408" y="0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" name="object 843" descr=""/>
            <p:cNvSpPr/>
            <p:nvPr/>
          </p:nvSpPr>
          <p:spPr>
            <a:xfrm>
              <a:off x="4012142" y="759701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4" name="object 844" descr=""/>
            <p:cNvSpPr/>
            <p:nvPr/>
          </p:nvSpPr>
          <p:spPr>
            <a:xfrm>
              <a:off x="4014584" y="759976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38" y="24447"/>
                  </a:lnTo>
                  <a:lnTo>
                    <a:pt x="1257" y="24739"/>
                  </a:lnTo>
                  <a:lnTo>
                    <a:pt x="4203" y="24549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22"/>
                  </a:lnTo>
                  <a:lnTo>
                    <a:pt x="4902" y="28549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692" y="40373"/>
                  </a:lnTo>
                  <a:lnTo>
                    <a:pt x="24485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7998"/>
                  </a:lnTo>
                  <a:lnTo>
                    <a:pt x="20815" y="36283"/>
                  </a:lnTo>
                  <a:lnTo>
                    <a:pt x="20434" y="34899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79" y="40601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15" y="42049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06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22" y="6362"/>
                  </a:moveTo>
                  <a:lnTo>
                    <a:pt x="25984" y="5473"/>
                  </a:lnTo>
                  <a:lnTo>
                    <a:pt x="24765" y="5168"/>
                  </a:lnTo>
                  <a:lnTo>
                    <a:pt x="21818" y="5359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71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18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494" y="7137"/>
                  </a:lnTo>
                  <a:lnTo>
                    <a:pt x="20154" y="6896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80" y="11125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12" y="7607"/>
                  </a:lnTo>
                  <a:lnTo>
                    <a:pt x="21196" y="6832"/>
                  </a:lnTo>
                  <a:lnTo>
                    <a:pt x="21894" y="6997"/>
                  </a:lnTo>
                  <a:lnTo>
                    <a:pt x="23368" y="6896"/>
                  </a:lnTo>
                  <a:lnTo>
                    <a:pt x="24841" y="6807"/>
                  </a:lnTo>
                  <a:lnTo>
                    <a:pt x="26022" y="6362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398" y="22479"/>
                  </a:lnTo>
                  <a:lnTo>
                    <a:pt x="36322" y="20751"/>
                  </a:lnTo>
                  <a:lnTo>
                    <a:pt x="36233" y="19037"/>
                  </a:lnTo>
                  <a:lnTo>
                    <a:pt x="35864" y="17653"/>
                  </a:lnTo>
                  <a:lnTo>
                    <a:pt x="35090" y="17703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29"/>
                  </a:lnTo>
                  <a:lnTo>
                    <a:pt x="34556" y="23164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02"/>
                  </a:lnTo>
                  <a:lnTo>
                    <a:pt x="36563" y="25260"/>
                  </a:lnTo>
                  <a:lnTo>
                    <a:pt x="36347" y="24498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" name="object 845" descr=""/>
            <p:cNvSpPr/>
            <p:nvPr/>
          </p:nvSpPr>
          <p:spPr>
            <a:xfrm>
              <a:off x="4081816" y="756149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6" name="object 846" descr=""/>
            <p:cNvSpPr/>
            <p:nvPr/>
          </p:nvSpPr>
          <p:spPr>
            <a:xfrm>
              <a:off x="4084256" y="7564227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81" y="22237"/>
                  </a:lnTo>
                  <a:lnTo>
                    <a:pt x="5892" y="20523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75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101"/>
                  </a:lnTo>
                  <a:lnTo>
                    <a:pt x="4140" y="22936"/>
                  </a:lnTo>
                  <a:lnTo>
                    <a:pt x="2667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33"/>
                  </a:lnTo>
                  <a:lnTo>
                    <a:pt x="4737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73"/>
                  </a:lnTo>
                  <a:lnTo>
                    <a:pt x="6134" y="25019"/>
                  </a:lnTo>
                  <a:lnTo>
                    <a:pt x="5918" y="24269"/>
                  </a:lnTo>
                  <a:lnTo>
                    <a:pt x="6604" y="24422"/>
                  </a:lnTo>
                  <a:lnTo>
                    <a:pt x="8077" y="24320"/>
                  </a:lnTo>
                  <a:lnTo>
                    <a:pt x="9563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51"/>
                  </a:lnTo>
                  <a:lnTo>
                    <a:pt x="20980" y="39738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85"/>
                  </a:lnTo>
                  <a:lnTo>
                    <a:pt x="19583" y="39827"/>
                  </a:lnTo>
                  <a:lnTo>
                    <a:pt x="19786" y="40589"/>
                  </a:lnTo>
                  <a:lnTo>
                    <a:pt x="19138" y="40424"/>
                  </a:lnTo>
                  <a:lnTo>
                    <a:pt x="17665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49" y="41960"/>
                  </a:lnTo>
                  <a:lnTo>
                    <a:pt x="16256" y="42252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21"/>
                  </a:lnTo>
                  <a:lnTo>
                    <a:pt x="19812" y="44335"/>
                  </a:lnTo>
                  <a:lnTo>
                    <a:pt x="19900" y="46050"/>
                  </a:lnTo>
                  <a:lnTo>
                    <a:pt x="20281" y="47434"/>
                  </a:lnTo>
                  <a:lnTo>
                    <a:pt x="21056" y="47383"/>
                  </a:lnTo>
                  <a:lnTo>
                    <a:pt x="21297" y="45974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22"/>
                  </a:lnTo>
                  <a:lnTo>
                    <a:pt x="23075" y="41821"/>
                  </a:lnTo>
                  <a:lnTo>
                    <a:pt x="24561" y="41732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20" y="5638"/>
                  </a:lnTo>
                  <a:lnTo>
                    <a:pt x="21272" y="4826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63"/>
                  </a:lnTo>
                  <a:lnTo>
                    <a:pt x="19710" y="1473"/>
                  </a:lnTo>
                  <a:lnTo>
                    <a:pt x="19862" y="4914"/>
                  </a:lnTo>
                  <a:lnTo>
                    <a:pt x="20066" y="5689"/>
                  </a:lnTo>
                  <a:lnTo>
                    <a:pt x="19431" y="5524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708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61"/>
                  </a:lnTo>
                  <a:lnTo>
                    <a:pt x="21424" y="7607"/>
                  </a:lnTo>
                  <a:lnTo>
                    <a:pt x="21209" y="6858"/>
                  </a:lnTo>
                  <a:lnTo>
                    <a:pt x="21894" y="7010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73" y="24041"/>
                  </a:moveTo>
                  <a:lnTo>
                    <a:pt x="41122" y="23139"/>
                  </a:lnTo>
                  <a:lnTo>
                    <a:pt x="39916" y="22847"/>
                  </a:lnTo>
                  <a:lnTo>
                    <a:pt x="36957" y="23037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33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38"/>
                  </a:lnTo>
                  <a:lnTo>
                    <a:pt x="35001" y="22580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79"/>
                  </a:lnTo>
                  <a:lnTo>
                    <a:pt x="31610" y="23368"/>
                  </a:lnTo>
                  <a:lnTo>
                    <a:pt x="30429" y="23812"/>
                  </a:lnTo>
                  <a:lnTo>
                    <a:pt x="30467" y="24714"/>
                  </a:lnTo>
                  <a:lnTo>
                    <a:pt x="31686" y="25006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89"/>
                  </a:lnTo>
                  <a:lnTo>
                    <a:pt x="35331" y="28803"/>
                  </a:lnTo>
                  <a:lnTo>
                    <a:pt x="35699" y="30187"/>
                  </a:lnTo>
                  <a:lnTo>
                    <a:pt x="36474" y="30137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85"/>
                  </a:lnTo>
                  <a:lnTo>
                    <a:pt x="41173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" name="object 847" descr=""/>
            <p:cNvSpPr/>
            <p:nvPr/>
          </p:nvSpPr>
          <p:spPr>
            <a:xfrm>
              <a:off x="4128333" y="756149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8" name="object 848" descr=""/>
            <p:cNvSpPr/>
            <p:nvPr/>
          </p:nvSpPr>
          <p:spPr>
            <a:xfrm>
              <a:off x="3891705" y="778088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9" name="object 849" descr=""/>
            <p:cNvSpPr/>
            <p:nvPr/>
          </p:nvSpPr>
          <p:spPr>
            <a:xfrm>
              <a:off x="3894150" y="778363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38" y="24447"/>
                  </a:lnTo>
                  <a:lnTo>
                    <a:pt x="1257" y="24739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22"/>
                  </a:lnTo>
                  <a:lnTo>
                    <a:pt x="4889" y="28549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75"/>
                  </a:moveTo>
                  <a:lnTo>
                    <a:pt x="25692" y="40373"/>
                  </a:lnTo>
                  <a:lnTo>
                    <a:pt x="24472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02" y="36283"/>
                  </a:lnTo>
                  <a:lnTo>
                    <a:pt x="20434" y="34899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53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49"/>
                  </a:lnTo>
                  <a:lnTo>
                    <a:pt x="19862" y="41821"/>
                  </a:lnTo>
                  <a:lnTo>
                    <a:pt x="19723" y="42608"/>
                  </a:lnTo>
                  <a:lnTo>
                    <a:pt x="19812" y="44323"/>
                  </a:lnTo>
                  <a:lnTo>
                    <a:pt x="19888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06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49" y="41719"/>
                  </a:lnTo>
                  <a:lnTo>
                    <a:pt x="25730" y="41275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59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18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35" y="7327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091" y="9410"/>
                  </a:lnTo>
                  <a:lnTo>
                    <a:pt x="20180" y="11137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57" y="23025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22" y="20751"/>
                  </a:lnTo>
                  <a:lnTo>
                    <a:pt x="36233" y="19037"/>
                  </a:lnTo>
                  <a:lnTo>
                    <a:pt x="35852" y="17653"/>
                  </a:lnTo>
                  <a:lnTo>
                    <a:pt x="35077" y="17703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60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0" name="object 850" descr=""/>
            <p:cNvSpPr/>
            <p:nvPr/>
          </p:nvSpPr>
          <p:spPr>
            <a:xfrm>
              <a:off x="3914346" y="781641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1" name="object 851" descr=""/>
            <p:cNvSpPr/>
            <p:nvPr/>
          </p:nvSpPr>
          <p:spPr>
            <a:xfrm>
              <a:off x="3916794" y="7819154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16" y="23050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22" y="17411"/>
                  </a:lnTo>
                  <a:lnTo>
                    <a:pt x="4648" y="17462"/>
                  </a:lnTo>
                  <a:lnTo>
                    <a:pt x="4406" y="18872"/>
                  </a:lnTo>
                  <a:lnTo>
                    <a:pt x="4572" y="22326"/>
                  </a:lnTo>
                  <a:lnTo>
                    <a:pt x="4762" y="23088"/>
                  </a:lnTo>
                  <a:lnTo>
                    <a:pt x="4127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21" y="25019"/>
                  </a:lnTo>
                  <a:lnTo>
                    <a:pt x="5905" y="24257"/>
                  </a:lnTo>
                  <a:lnTo>
                    <a:pt x="6591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87"/>
                  </a:moveTo>
                  <a:lnTo>
                    <a:pt x="25692" y="40386"/>
                  </a:lnTo>
                  <a:lnTo>
                    <a:pt x="24472" y="40093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67" y="39725"/>
                  </a:lnTo>
                  <a:lnTo>
                    <a:pt x="20891" y="38011"/>
                  </a:lnTo>
                  <a:lnTo>
                    <a:pt x="20802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26" y="40424"/>
                  </a:lnTo>
                  <a:lnTo>
                    <a:pt x="17653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62"/>
                  </a:lnTo>
                  <a:lnTo>
                    <a:pt x="19862" y="41821"/>
                  </a:lnTo>
                  <a:lnTo>
                    <a:pt x="19723" y="42608"/>
                  </a:lnTo>
                  <a:lnTo>
                    <a:pt x="19812" y="44323"/>
                  </a:lnTo>
                  <a:lnTo>
                    <a:pt x="19888" y="46050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49" y="41719"/>
                  </a:lnTo>
                  <a:lnTo>
                    <a:pt x="25730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71" y="5473"/>
                  </a:lnTo>
                  <a:lnTo>
                    <a:pt x="24765" y="5181"/>
                  </a:lnTo>
                  <a:lnTo>
                    <a:pt x="21805" y="5372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70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50" y="4914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59" y="5702"/>
                  </a:lnTo>
                  <a:lnTo>
                    <a:pt x="15278" y="6146"/>
                  </a:lnTo>
                  <a:lnTo>
                    <a:pt x="15328" y="7048"/>
                  </a:lnTo>
                  <a:lnTo>
                    <a:pt x="16535" y="7340"/>
                  </a:lnTo>
                  <a:lnTo>
                    <a:pt x="19494" y="7150"/>
                  </a:lnTo>
                  <a:lnTo>
                    <a:pt x="20142" y="6908"/>
                  </a:lnTo>
                  <a:lnTo>
                    <a:pt x="20015" y="7696"/>
                  </a:lnTo>
                  <a:lnTo>
                    <a:pt x="20091" y="9423"/>
                  </a:lnTo>
                  <a:lnTo>
                    <a:pt x="20180" y="11137"/>
                  </a:lnTo>
                  <a:lnTo>
                    <a:pt x="20548" y="12522"/>
                  </a:lnTo>
                  <a:lnTo>
                    <a:pt x="21336" y="12458"/>
                  </a:lnTo>
                  <a:lnTo>
                    <a:pt x="21564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55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44" y="23025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09" y="20764"/>
                  </a:lnTo>
                  <a:lnTo>
                    <a:pt x="36233" y="19037"/>
                  </a:lnTo>
                  <a:lnTo>
                    <a:pt x="35852" y="17665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16" y="23799"/>
                  </a:lnTo>
                  <a:lnTo>
                    <a:pt x="30467" y="24701"/>
                  </a:lnTo>
                  <a:lnTo>
                    <a:pt x="31673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29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73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493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" name="object 852" descr=""/>
            <p:cNvSpPr/>
            <p:nvPr/>
          </p:nvSpPr>
          <p:spPr>
            <a:xfrm>
              <a:off x="3961469" y="781641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3" name="object 853" descr=""/>
            <p:cNvSpPr/>
            <p:nvPr/>
          </p:nvSpPr>
          <p:spPr>
            <a:xfrm>
              <a:off x="3963911" y="7819154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692" y="40386"/>
                  </a:lnTo>
                  <a:lnTo>
                    <a:pt x="24485" y="40093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50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20" y="5638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398" y="22479"/>
                  </a:lnTo>
                  <a:lnTo>
                    <a:pt x="36322" y="20764"/>
                  </a:lnTo>
                  <a:lnTo>
                    <a:pt x="36233" y="19037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" name="object 854" descr=""/>
            <p:cNvSpPr/>
            <p:nvPr/>
          </p:nvSpPr>
          <p:spPr>
            <a:xfrm>
              <a:off x="3884603" y="7816411"/>
              <a:ext cx="29845" cy="53975"/>
            </a:xfrm>
            <a:custGeom>
              <a:avLst/>
              <a:gdLst/>
              <a:ahLst/>
              <a:cxnLst/>
              <a:rect l="l" t="t" r="r" b="b"/>
              <a:pathLst>
                <a:path w="29845" h="53975">
                  <a:moveTo>
                    <a:pt x="29743" y="26711"/>
                  </a:moveTo>
                  <a:lnTo>
                    <a:pt x="6843" y="53422"/>
                  </a:lnTo>
                  <a:lnTo>
                    <a:pt x="0" y="45439"/>
                  </a:lnTo>
                </a:path>
                <a:path w="29845" h="53975">
                  <a:moveTo>
                    <a:pt x="0" y="7983"/>
                  </a:moveTo>
                  <a:lnTo>
                    <a:pt x="6843" y="0"/>
                  </a:lnTo>
                  <a:lnTo>
                    <a:pt x="29743" y="26711"/>
                  </a:lnTo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5" name="object 855" descr=""/>
            <p:cNvSpPr/>
            <p:nvPr/>
          </p:nvSpPr>
          <p:spPr>
            <a:xfrm>
              <a:off x="3885996" y="7819154"/>
              <a:ext cx="26670" cy="47625"/>
            </a:xfrm>
            <a:custGeom>
              <a:avLst/>
              <a:gdLst/>
              <a:ahLst/>
              <a:cxnLst/>
              <a:rect l="l" t="t" r="r" b="b"/>
              <a:pathLst>
                <a:path w="26670" h="47625">
                  <a:moveTo>
                    <a:pt x="10731" y="41287"/>
                  </a:moveTo>
                  <a:lnTo>
                    <a:pt x="10693" y="40386"/>
                  </a:lnTo>
                  <a:lnTo>
                    <a:pt x="9474" y="40093"/>
                  </a:lnTo>
                  <a:lnTo>
                    <a:pt x="6527" y="40271"/>
                  </a:lnTo>
                  <a:lnTo>
                    <a:pt x="5816" y="40538"/>
                  </a:lnTo>
                  <a:lnTo>
                    <a:pt x="5969" y="39725"/>
                  </a:lnTo>
                  <a:lnTo>
                    <a:pt x="5892" y="38011"/>
                  </a:lnTo>
                  <a:lnTo>
                    <a:pt x="5803" y="36296"/>
                  </a:lnTo>
                  <a:lnTo>
                    <a:pt x="5422" y="34912"/>
                  </a:lnTo>
                  <a:lnTo>
                    <a:pt x="4648" y="34963"/>
                  </a:lnTo>
                  <a:lnTo>
                    <a:pt x="4406" y="36372"/>
                  </a:lnTo>
                  <a:lnTo>
                    <a:pt x="4572" y="39814"/>
                  </a:lnTo>
                  <a:lnTo>
                    <a:pt x="4775" y="40589"/>
                  </a:lnTo>
                  <a:lnTo>
                    <a:pt x="4127" y="40424"/>
                  </a:lnTo>
                  <a:lnTo>
                    <a:pt x="2654" y="40513"/>
                  </a:lnTo>
                  <a:lnTo>
                    <a:pt x="1181" y="40614"/>
                  </a:lnTo>
                  <a:lnTo>
                    <a:pt x="0" y="41046"/>
                  </a:lnTo>
                  <a:lnTo>
                    <a:pt x="38" y="41948"/>
                  </a:lnTo>
                  <a:lnTo>
                    <a:pt x="1244" y="42240"/>
                  </a:lnTo>
                  <a:lnTo>
                    <a:pt x="4203" y="42062"/>
                  </a:lnTo>
                  <a:lnTo>
                    <a:pt x="4864" y="41821"/>
                  </a:lnTo>
                  <a:lnTo>
                    <a:pt x="4724" y="42608"/>
                  </a:lnTo>
                  <a:lnTo>
                    <a:pt x="4800" y="44323"/>
                  </a:lnTo>
                  <a:lnTo>
                    <a:pt x="4889" y="46050"/>
                  </a:lnTo>
                  <a:lnTo>
                    <a:pt x="5270" y="47421"/>
                  </a:lnTo>
                  <a:lnTo>
                    <a:pt x="6045" y="47371"/>
                  </a:lnTo>
                  <a:lnTo>
                    <a:pt x="6286" y="45961"/>
                  </a:lnTo>
                  <a:lnTo>
                    <a:pt x="6121" y="42519"/>
                  </a:lnTo>
                  <a:lnTo>
                    <a:pt x="5905" y="41757"/>
                  </a:lnTo>
                  <a:lnTo>
                    <a:pt x="6591" y="41910"/>
                  </a:lnTo>
                  <a:lnTo>
                    <a:pt x="8077" y="41821"/>
                  </a:lnTo>
                  <a:lnTo>
                    <a:pt x="9550" y="41719"/>
                  </a:lnTo>
                  <a:lnTo>
                    <a:pt x="10731" y="41287"/>
                  </a:lnTo>
                  <a:close/>
                </a:path>
                <a:path w="26670" h="47625">
                  <a:moveTo>
                    <a:pt x="11023" y="6375"/>
                  </a:moveTo>
                  <a:lnTo>
                    <a:pt x="10972" y="5473"/>
                  </a:lnTo>
                  <a:lnTo>
                    <a:pt x="9766" y="5181"/>
                  </a:lnTo>
                  <a:lnTo>
                    <a:pt x="6807" y="5372"/>
                  </a:lnTo>
                  <a:lnTo>
                    <a:pt x="6108" y="5626"/>
                  </a:lnTo>
                  <a:lnTo>
                    <a:pt x="6261" y="4813"/>
                  </a:lnTo>
                  <a:lnTo>
                    <a:pt x="6172" y="3098"/>
                  </a:lnTo>
                  <a:lnTo>
                    <a:pt x="6083" y="1384"/>
                  </a:lnTo>
                  <a:lnTo>
                    <a:pt x="5715" y="0"/>
                  </a:lnTo>
                  <a:lnTo>
                    <a:pt x="4940" y="50"/>
                  </a:lnTo>
                  <a:lnTo>
                    <a:pt x="4699" y="1460"/>
                  </a:lnTo>
                  <a:lnTo>
                    <a:pt x="4851" y="4914"/>
                  </a:lnTo>
                  <a:lnTo>
                    <a:pt x="5054" y="5676"/>
                  </a:lnTo>
                  <a:lnTo>
                    <a:pt x="4419" y="5511"/>
                  </a:lnTo>
                  <a:lnTo>
                    <a:pt x="2933" y="5613"/>
                  </a:lnTo>
                  <a:lnTo>
                    <a:pt x="1460" y="5702"/>
                  </a:lnTo>
                  <a:lnTo>
                    <a:pt x="279" y="6146"/>
                  </a:lnTo>
                  <a:lnTo>
                    <a:pt x="317" y="7048"/>
                  </a:lnTo>
                  <a:lnTo>
                    <a:pt x="1536" y="7340"/>
                  </a:lnTo>
                  <a:lnTo>
                    <a:pt x="4483" y="7150"/>
                  </a:lnTo>
                  <a:lnTo>
                    <a:pt x="5143" y="6908"/>
                  </a:lnTo>
                  <a:lnTo>
                    <a:pt x="5003" y="7696"/>
                  </a:lnTo>
                  <a:lnTo>
                    <a:pt x="5092" y="9423"/>
                  </a:lnTo>
                  <a:lnTo>
                    <a:pt x="5181" y="11137"/>
                  </a:lnTo>
                  <a:lnTo>
                    <a:pt x="5549" y="12522"/>
                  </a:lnTo>
                  <a:lnTo>
                    <a:pt x="6324" y="12458"/>
                  </a:lnTo>
                  <a:lnTo>
                    <a:pt x="6565" y="11049"/>
                  </a:lnTo>
                  <a:lnTo>
                    <a:pt x="6413" y="7607"/>
                  </a:lnTo>
                  <a:lnTo>
                    <a:pt x="6197" y="6845"/>
                  </a:lnTo>
                  <a:lnTo>
                    <a:pt x="6883" y="6997"/>
                  </a:lnTo>
                  <a:lnTo>
                    <a:pt x="8356" y="6908"/>
                  </a:lnTo>
                  <a:lnTo>
                    <a:pt x="9829" y="6807"/>
                  </a:lnTo>
                  <a:lnTo>
                    <a:pt x="11023" y="6375"/>
                  </a:lnTo>
                  <a:close/>
                </a:path>
                <a:path w="26670" h="47625">
                  <a:moveTo>
                    <a:pt x="26162" y="24028"/>
                  </a:moveTo>
                  <a:lnTo>
                    <a:pt x="26111" y="23126"/>
                  </a:lnTo>
                  <a:lnTo>
                    <a:pt x="24904" y="22834"/>
                  </a:lnTo>
                  <a:lnTo>
                    <a:pt x="21945" y="23025"/>
                  </a:lnTo>
                  <a:lnTo>
                    <a:pt x="21247" y="23291"/>
                  </a:lnTo>
                  <a:lnTo>
                    <a:pt x="21399" y="22479"/>
                  </a:lnTo>
                  <a:lnTo>
                    <a:pt x="21310" y="20764"/>
                  </a:lnTo>
                  <a:lnTo>
                    <a:pt x="21234" y="19037"/>
                  </a:lnTo>
                  <a:lnTo>
                    <a:pt x="20853" y="17665"/>
                  </a:lnTo>
                  <a:lnTo>
                    <a:pt x="20078" y="17716"/>
                  </a:lnTo>
                  <a:lnTo>
                    <a:pt x="19837" y="19126"/>
                  </a:lnTo>
                  <a:lnTo>
                    <a:pt x="19989" y="22567"/>
                  </a:lnTo>
                  <a:lnTo>
                    <a:pt x="20193" y="23342"/>
                  </a:lnTo>
                  <a:lnTo>
                    <a:pt x="19558" y="23177"/>
                  </a:lnTo>
                  <a:lnTo>
                    <a:pt x="18084" y="23266"/>
                  </a:lnTo>
                  <a:lnTo>
                    <a:pt x="16598" y="23368"/>
                  </a:lnTo>
                  <a:lnTo>
                    <a:pt x="15417" y="23799"/>
                  </a:lnTo>
                  <a:lnTo>
                    <a:pt x="15468" y="24701"/>
                  </a:lnTo>
                  <a:lnTo>
                    <a:pt x="16675" y="24993"/>
                  </a:lnTo>
                  <a:lnTo>
                    <a:pt x="19634" y="24803"/>
                  </a:lnTo>
                  <a:lnTo>
                    <a:pt x="20281" y="24574"/>
                  </a:lnTo>
                  <a:lnTo>
                    <a:pt x="20142" y="25361"/>
                  </a:lnTo>
                  <a:lnTo>
                    <a:pt x="20231" y="27076"/>
                  </a:lnTo>
                  <a:lnTo>
                    <a:pt x="20320" y="28790"/>
                  </a:lnTo>
                  <a:lnTo>
                    <a:pt x="20688" y="30175"/>
                  </a:lnTo>
                  <a:lnTo>
                    <a:pt x="21463" y="30124"/>
                  </a:lnTo>
                  <a:lnTo>
                    <a:pt x="21704" y="28714"/>
                  </a:lnTo>
                  <a:lnTo>
                    <a:pt x="21551" y="25273"/>
                  </a:lnTo>
                  <a:lnTo>
                    <a:pt x="21336" y="24511"/>
                  </a:lnTo>
                  <a:lnTo>
                    <a:pt x="22021" y="24663"/>
                  </a:lnTo>
                  <a:lnTo>
                    <a:pt x="23495" y="24561"/>
                  </a:lnTo>
                  <a:lnTo>
                    <a:pt x="24968" y="24472"/>
                  </a:lnTo>
                  <a:lnTo>
                    <a:pt x="26162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" name="object 856" descr=""/>
            <p:cNvSpPr/>
            <p:nvPr/>
          </p:nvSpPr>
          <p:spPr>
            <a:xfrm>
              <a:off x="3938222" y="778088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7" name="object 857" descr=""/>
            <p:cNvSpPr/>
            <p:nvPr/>
          </p:nvSpPr>
          <p:spPr>
            <a:xfrm>
              <a:off x="3940670" y="778363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71"/>
                  </a:lnTo>
                  <a:lnTo>
                    <a:pt x="5816" y="23037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22" y="17411"/>
                  </a:lnTo>
                  <a:lnTo>
                    <a:pt x="4648" y="17462"/>
                  </a:lnTo>
                  <a:lnTo>
                    <a:pt x="4406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27" y="22923"/>
                  </a:lnTo>
                  <a:lnTo>
                    <a:pt x="2654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38" y="24447"/>
                  </a:lnTo>
                  <a:lnTo>
                    <a:pt x="1257" y="24739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00" y="26822"/>
                  </a:lnTo>
                  <a:lnTo>
                    <a:pt x="4889" y="28549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21" y="25019"/>
                  </a:lnTo>
                  <a:lnTo>
                    <a:pt x="5905" y="24257"/>
                  </a:lnTo>
                  <a:lnTo>
                    <a:pt x="6591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75"/>
                  </a:moveTo>
                  <a:lnTo>
                    <a:pt x="25692" y="40373"/>
                  </a:lnTo>
                  <a:lnTo>
                    <a:pt x="24472" y="40081"/>
                  </a:lnTo>
                  <a:lnTo>
                    <a:pt x="21526" y="40271"/>
                  </a:lnTo>
                  <a:lnTo>
                    <a:pt x="20815" y="40538"/>
                  </a:lnTo>
                  <a:lnTo>
                    <a:pt x="20967" y="39725"/>
                  </a:lnTo>
                  <a:lnTo>
                    <a:pt x="20891" y="38011"/>
                  </a:lnTo>
                  <a:lnTo>
                    <a:pt x="20802" y="36283"/>
                  </a:lnTo>
                  <a:lnTo>
                    <a:pt x="20421" y="34899"/>
                  </a:lnTo>
                  <a:lnTo>
                    <a:pt x="19646" y="34963"/>
                  </a:lnTo>
                  <a:lnTo>
                    <a:pt x="19405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26" y="40424"/>
                  </a:lnTo>
                  <a:lnTo>
                    <a:pt x="17653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49"/>
                  </a:lnTo>
                  <a:lnTo>
                    <a:pt x="19862" y="41808"/>
                  </a:lnTo>
                  <a:lnTo>
                    <a:pt x="19723" y="42608"/>
                  </a:lnTo>
                  <a:lnTo>
                    <a:pt x="19812" y="44323"/>
                  </a:lnTo>
                  <a:lnTo>
                    <a:pt x="19888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20" y="42506"/>
                  </a:lnTo>
                  <a:lnTo>
                    <a:pt x="20904" y="41757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49" y="41719"/>
                  </a:lnTo>
                  <a:lnTo>
                    <a:pt x="25730" y="41275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71" y="5473"/>
                  </a:lnTo>
                  <a:lnTo>
                    <a:pt x="24765" y="5181"/>
                  </a:lnTo>
                  <a:lnTo>
                    <a:pt x="21805" y="5359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70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50" y="4902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00"/>
                  </a:lnTo>
                  <a:lnTo>
                    <a:pt x="16459" y="5702"/>
                  </a:lnTo>
                  <a:lnTo>
                    <a:pt x="15278" y="6134"/>
                  </a:lnTo>
                  <a:lnTo>
                    <a:pt x="15316" y="7035"/>
                  </a:lnTo>
                  <a:lnTo>
                    <a:pt x="16535" y="7327"/>
                  </a:lnTo>
                  <a:lnTo>
                    <a:pt x="19494" y="7150"/>
                  </a:lnTo>
                  <a:lnTo>
                    <a:pt x="20142" y="6908"/>
                  </a:lnTo>
                  <a:lnTo>
                    <a:pt x="20015" y="7696"/>
                  </a:lnTo>
                  <a:lnTo>
                    <a:pt x="20091" y="9410"/>
                  </a:lnTo>
                  <a:lnTo>
                    <a:pt x="20180" y="11137"/>
                  </a:lnTo>
                  <a:lnTo>
                    <a:pt x="20548" y="12509"/>
                  </a:lnTo>
                  <a:lnTo>
                    <a:pt x="21323" y="12458"/>
                  </a:lnTo>
                  <a:lnTo>
                    <a:pt x="21564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55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44" y="23025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09" y="20751"/>
                  </a:lnTo>
                  <a:lnTo>
                    <a:pt x="36233" y="19037"/>
                  </a:lnTo>
                  <a:lnTo>
                    <a:pt x="35852" y="17653"/>
                  </a:lnTo>
                  <a:lnTo>
                    <a:pt x="35077" y="17703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16" y="23799"/>
                  </a:lnTo>
                  <a:lnTo>
                    <a:pt x="30467" y="24701"/>
                  </a:lnTo>
                  <a:lnTo>
                    <a:pt x="31673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29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60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493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" name="object 858" descr=""/>
            <p:cNvSpPr/>
            <p:nvPr/>
          </p:nvSpPr>
          <p:spPr>
            <a:xfrm>
              <a:off x="3984739" y="778088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9" name="object 859" descr=""/>
            <p:cNvSpPr/>
            <p:nvPr/>
          </p:nvSpPr>
          <p:spPr>
            <a:xfrm>
              <a:off x="3987177" y="778363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706" y="22885"/>
                  </a:lnTo>
                  <a:lnTo>
                    <a:pt x="9486" y="22593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12"/>
                  </a:lnTo>
                  <a:lnTo>
                    <a:pt x="1193" y="23114"/>
                  </a:lnTo>
                  <a:lnTo>
                    <a:pt x="0" y="23545"/>
                  </a:lnTo>
                  <a:lnTo>
                    <a:pt x="50" y="24447"/>
                  </a:lnTo>
                  <a:lnTo>
                    <a:pt x="1257" y="24739"/>
                  </a:lnTo>
                  <a:lnTo>
                    <a:pt x="4216" y="24561"/>
                  </a:lnTo>
                  <a:lnTo>
                    <a:pt x="4864" y="24320"/>
                  </a:lnTo>
                  <a:lnTo>
                    <a:pt x="4737" y="25107"/>
                  </a:lnTo>
                  <a:lnTo>
                    <a:pt x="4813" y="26822"/>
                  </a:lnTo>
                  <a:lnTo>
                    <a:pt x="4902" y="28549"/>
                  </a:lnTo>
                  <a:lnTo>
                    <a:pt x="5283" y="29921"/>
                  </a:lnTo>
                  <a:lnTo>
                    <a:pt x="6057" y="29870"/>
                  </a:lnTo>
                  <a:lnTo>
                    <a:pt x="6299" y="28460"/>
                  </a:lnTo>
                  <a:lnTo>
                    <a:pt x="6134" y="25019"/>
                  </a:lnTo>
                  <a:lnTo>
                    <a:pt x="5918" y="24244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63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704" y="40373"/>
                  </a:lnTo>
                  <a:lnTo>
                    <a:pt x="24485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904" y="38011"/>
                  </a:lnTo>
                  <a:lnTo>
                    <a:pt x="20815" y="36283"/>
                  </a:lnTo>
                  <a:lnTo>
                    <a:pt x="20434" y="34899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14"/>
                  </a:lnTo>
                  <a:lnTo>
                    <a:pt x="19786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92" y="40614"/>
                  </a:lnTo>
                  <a:lnTo>
                    <a:pt x="14998" y="41046"/>
                  </a:lnTo>
                  <a:lnTo>
                    <a:pt x="15049" y="41948"/>
                  </a:lnTo>
                  <a:lnTo>
                    <a:pt x="16256" y="42240"/>
                  </a:lnTo>
                  <a:lnTo>
                    <a:pt x="19215" y="42049"/>
                  </a:lnTo>
                  <a:lnTo>
                    <a:pt x="19875" y="41808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06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88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35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59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93" y="11137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35" y="6375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26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51"/>
                  </a:lnTo>
                  <a:lnTo>
                    <a:pt x="36245" y="19037"/>
                  </a:lnTo>
                  <a:lnTo>
                    <a:pt x="35864" y="17653"/>
                  </a:lnTo>
                  <a:lnTo>
                    <a:pt x="35090" y="17703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96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45" y="24803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60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" name="object 860" descr=""/>
            <p:cNvSpPr/>
            <p:nvPr/>
          </p:nvSpPr>
          <p:spPr>
            <a:xfrm>
              <a:off x="3891705" y="770781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1" name="object 861" descr=""/>
            <p:cNvSpPr/>
            <p:nvPr/>
          </p:nvSpPr>
          <p:spPr>
            <a:xfrm>
              <a:off x="3894150" y="7710557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38" y="24447"/>
                  </a:lnTo>
                  <a:lnTo>
                    <a:pt x="1257" y="24739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22"/>
                  </a:lnTo>
                  <a:lnTo>
                    <a:pt x="4889" y="28549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75"/>
                  </a:moveTo>
                  <a:lnTo>
                    <a:pt x="25692" y="40373"/>
                  </a:lnTo>
                  <a:lnTo>
                    <a:pt x="24472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02" y="36283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53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49"/>
                  </a:lnTo>
                  <a:lnTo>
                    <a:pt x="19862" y="41821"/>
                  </a:lnTo>
                  <a:lnTo>
                    <a:pt x="19723" y="42608"/>
                  </a:lnTo>
                  <a:lnTo>
                    <a:pt x="19812" y="44323"/>
                  </a:lnTo>
                  <a:lnTo>
                    <a:pt x="19888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49" y="41719"/>
                  </a:lnTo>
                  <a:lnTo>
                    <a:pt x="25730" y="41275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59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18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35" y="7327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091" y="9410"/>
                  </a:lnTo>
                  <a:lnTo>
                    <a:pt x="20180" y="11137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57" y="23025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22" y="20751"/>
                  </a:lnTo>
                  <a:lnTo>
                    <a:pt x="36233" y="19037"/>
                  </a:lnTo>
                  <a:lnTo>
                    <a:pt x="35852" y="17653"/>
                  </a:lnTo>
                  <a:lnTo>
                    <a:pt x="35077" y="17703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60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" name="object 862" descr=""/>
            <p:cNvSpPr/>
            <p:nvPr/>
          </p:nvSpPr>
          <p:spPr>
            <a:xfrm>
              <a:off x="3914346" y="7743335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3" name="object 863" descr=""/>
            <p:cNvSpPr/>
            <p:nvPr/>
          </p:nvSpPr>
          <p:spPr>
            <a:xfrm>
              <a:off x="3916794" y="7746079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16" y="23050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22" y="17411"/>
                  </a:lnTo>
                  <a:lnTo>
                    <a:pt x="4648" y="17462"/>
                  </a:lnTo>
                  <a:lnTo>
                    <a:pt x="4406" y="18872"/>
                  </a:lnTo>
                  <a:lnTo>
                    <a:pt x="4572" y="22326"/>
                  </a:lnTo>
                  <a:lnTo>
                    <a:pt x="4762" y="23088"/>
                  </a:lnTo>
                  <a:lnTo>
                    <a:pt x="4127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21" y="25019"/>
                  </a:lnTo>
                  <a:lnTo>
                    <a:pt x="5905" y="24257"/>
                  </a:lnTo>
                  <a:lnTo>
                    <a:pt x="6591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87"/>
                  </a:moveTo>
                  <a:lnTo>
                    <a:pt x="25692" y="40386"/>
                  </a:lnTo>
                  <a:lnTo>
                    <a:pt x="24472" y="40093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67" y="39725"/>
                  </a:lnTo>
                  <a:lnTo>
                    <a:pt x="20891" y="38011"/>
                  </a:lnTo>
                  <a:lnTo>
                    <a:pt x="20802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26" y="40424"/>
                  </a:lnTo>
                  <a:lnTo>
                    <a:pt x="17653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62"/>
                  </a:lnTo>
                  <a:lnTo>
                    <a:pt x="19862" y="41821"/>
                  </a:lnTo>
                  <a:lnTo>
                    <a:pt x="19723" y="42608"/>
                  </a:lnTo>
                  <a:lnTo>
                    <a:pt x="19812" y="44323"/>
                  </a:lnTo>
                  <a:lnTo>
                    <a:pt x="19888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49" y="41719"/>
                  </a:lnTo>
                  <a:lnTo>
                    <a:pt x="25730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71" y="5473"/>
                  </a:lnTo>
                  <a:lnTo>
                    <a:pt x="24765" y="5181"/>
                  </a:lnTo>
                  <a:lnTo>
                    <a:pt x="21805" y="5372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70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50" y="4914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59" y="5702"/>
                  </a:lnTo>
                  <a:lnTo>
                    <a:pt x="15278" y="6146"/>
                  </a:lnTo>
                  <a:lnTo>
                    <a:pt x="15328" y="7035"/>
                  </a:lnTo>
                  <a:lnTo>
                    <a:pt x="16535" y="7340"/>
                  </a:lnTo>
                  <a:lnTo>
                    <a:pt x="19494" y="7150"/>
                  </a:lnTo>
                  <a:lnTo>
                    <a:pt x="20142" y="6908"/>
                  </a:lnTo>
                  <a:lnTo>
                    <a:pt x="20015" y="7696"/>
                  </a:lnTo>
                  <a:lnTo>
                    <a:pt x="20091" y="9423"/>
                  </a:lnTo>
                  <a:lnTo>
                    <a:pt x="20180" y="11137"/>
                  </a:lnTo>
                  <a:lnTo>
                    <a:pt x="20548" y="12522"/>
                  </a:lnTo>
                  <a:lnTo>
                    <a:pt x="21336" y="12458"/>
                  </a:lnTo>
                  <a:lnTo>
                    <a:pt x="21564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55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44" y="23025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09" y="20764"/>
                  </a:lnTo>
                  <a:lnTo>
                    <a:pt x="36233" y="19037"/>
                  </a:lnTo>
                  <a:lnTo>
                    <a:pt x="35852" y="17665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16" y="23799"/>
                  </a:lnTo>
                  <a:lnTo>
                    <a:pt x="30467" y="24701"/>
                  </a:lnTo>
                  <a:lnTo>
                    <a:pt x="31673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29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60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493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" name="object 864" descr=""/>
            <p:cNvSpPr/>
            <p:nvPr/>
          </p:nvSpPr>
          <p:spPr>
            <a:xfrm>
              <a:off x="3961469" y="7743335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5" name="object 865" descr=""/>
            <p:cNvSpPr/>
            <p:nvPr/>
          </p:nvSpPr>
          <p:spPr>
            <a:xfrm>
              <a:off x="3963911" y="7746079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692" y="40386"/>
                  </a:lnTo>
                  <a:lnTo>
                    <a:pt x="24485" y="40093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20" y="5638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35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398" y="22479"/>
                  </a:lnTo>
                  <a:lnTo>
                    <a:pt x="36322" y="20764"/>
                  </a:lnTo>
                  <a:lnTo>
                    <a:pt x="36233" y="19037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60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" name="object 866" descr=""/>
            <p:cNvSpPr/>
            <p:nvPr/>
          </p:nvSpPr>
          <p:spPr>
            <a:xfrm>
              <a:off x="3884603" y="7743335"/>
              <a:ext cx="29845" cy="53975"/>
            </a:xfrm>
            <a:custGeom>
              <a:avLst/>
              <a:gdLst/>
              <a:ahLst/>
              <a:cxnLst/>
              <a:rect l="l" t="t" r="r" b="b"/>
              <a:pathLst>
                <a:path w="29845" h="53975">
                  <a:moveTo>
                    <a:pt x="29743" y="26711"/>
                  </a:moveTo>
                  <a:lnTo>
                    <a:pt x="6843" y="53422"/>
                  </a:lnTo>
                  <a:lnTo>
                    <a:pt x="0" y="45439"/>
                  </a:lnTo>
                </a:path>
                <a:path w="29845" h="53975">
                  <a:moveTo>
                    <a:pt x="0" y="7983"/>
                  </a:moveTo>
                  <a:lnTo>
                    <a:pt x="6843" y="0"/>
                  </a:lnTo>
                  <a:lnTo>
                    <a:pt x="29743" y="26711"/>
                  </a:lnTo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7" name="object 867" descr=""/>
            <p:cNvSpPr/>
            <p:nvPr/>
          </p:nvSpPr>
          <p:spPr>
            <a:xfrm>
              <a:off x="3885996" y="7746079"/>
              <a:ext cx="26670" cy="47625"/>
            </a:xfrm>
            <a:custGeom>
              <a:avLst/>
              <a:gdLst/>
              <a:ahLst/>
              <a:cxnLst/>
              <a:rect l="l" t="t" r="r" b="b"/>
              <a:pathLst>
                <a:path w="26670" h="47625">
                  <a:moveTo>
                    <a:pt x="10731" y="41287"/>
                  </a:moveTo>
                  <a:lnTo>
                    <a:pt x="10693" y="40386"/>
                  </a:lnTo>
                  <a:lnTo>
                    <a:pt x="9474" y="40093"/>
                  </a:lnTo>
                  <a:lnTo>
                    <a:pt x="6527" y="40271"/>
                  </a:lnTo>
                  <a:lnTo>
                    <a:pt x="5816" y="40538"/>
                  </a:lnTo>
                  <a:lnTo>
                    <a:pt x="5969" y="39725"/>
                  </a:lnTo>
                  <a:lnTo>
                    <a:pt x="5892" y="38011"/>
                  </a:lnTo>
                  <a:lnTo>
                    <a:pt x="5803" y="36296"/>
                  </a:lnTo>
                  <a:lnTo>
                    <a:pt x="5422" y="34912"/>
                  </a:lnTo>
                  <a:lnTo>
                    <a:pt x="4648" y="34963"/>
                  </a:lnTo>
                  <a:lnTo>
                    <a:pt x="4406" y="36372"/>
                  </a:lnTo>
                  <a:lnTo>
                    <a:pt x="4572" y="39814"/>
                  </a:lnTo>
                  <a:lnTo>
                    <a:pt x="4775" y="40589"/>
                  </a:lnTo>
                  <a:lnTo>
                    <a:pt x="4127" y="40424"/>
                  </a:lnTo>
                  <a:lnTo>
                    <a:pt x="2654" y="40513"/>
                  </a:lnTo>
                  <a:lnTo>
                    <a:pt x="1181" y="40614"/>
                  </a:lnTo>
                  <a:lnTo>
                    <a:pt x="0" y="41046"/>
                  </a:lnTo>
                  <a:lnTo>
                    <a:pt x="38" y="41948"/>
                  </a:lnTo>
                  <a:lnTo>
                    <a:pt x="1244" y="42240"/>
                  </a:lnTo>
                  <a:lnTo>
                    <a:pt x="4203" y="42062"/>
                  </a:lnTo>
                  <a:lnTo>
                    <a:pt x="4864" y="41821"/>
                  </a:lnTo>
                  <a:lnTo>
                    <a:pt x="4724" y="42608"/>
                  </a:lnTo>
                  <a:lnTo>
                    <a:pt x="4800" y="44323"/>
                  </a:lnTo>
                  <a:lnTo>
                    <a:pt x="4889" y="46037"/>
                  </a:lnTo>
                  <a:lnTo>
                    <a:pt x="5270" y="47421"/>
                  </a:lnTo>
                  <a:lnTo>
                    <a:pt x="6045" y="47371"/>
                  </a:lnTo>
                  <a:lnTo>
                    <a:pt x="6286" y="45961"/>
                  </a:lnTo>
                  <a:lnTo>
                    <a:pt x="6121" y="42519"/>
                  </a:lnTo>
                  <a:lnTo>
                    <a:pt x="5905" y="41757"/>
                  </a:lnTo>
                  <a:lnTo>
                    <a:pt x="6591" y="41910"/>
                  </a:lnTo>
                  <a:lnTo>
                    <a:pt x="8077" y="41821"/>
                  </a:lnTo>
                  <a:lnTo>
                    <a:pt x="9550" y="41719"/>
                  </a:lnTo>
                  <a:lnTo>
                    <a:pt x="10731" y="41287"/>
                  </a:lnTo>
                  <a:close/>
                </a:path>
                <a:path w="26670" h="47625">
                  <a:moveTo>
                    <a:pt x="11023" y="6375"/>
                  </a:moveTo>
                  <a:lnTo>
                    <a:pt x="10972" y="5473"/>
                  </a:lnTo>
                  <a:lnTo>
                    <a:pt x="9766" y="5181"/>
                  </a:lnTo>
                  <a:lnTo>
                    <a:pt x="6807" y="5372"/>
                  </a:lnTo>
                  <a:lnTo>
                    <a:pt x="6108" y="5626"/>
                  </a:lnTo>
                  <a:lnTo>
                    <a:pt x="6261" y="4813"/>
                  </a:lnTo>
                  <a:lnTo>
                    <a:pt x="6172" y="3098"/>
                  </a:lnTo>
                  <a:lnTo>
                    <a:pt x="6083" y="1384"/>
                  </a:lnTo>
                  <a:lnTo>
                    <a:pt x="5715" y="0"/>
                  </a:lnTo>
                  <a:lnTo>
                    <a:pt x="4940" y="50"/>
                  </a:lnTo>
                  <a:lnTo>
                    <a:pt x="4699" y="1460"/>
                  </a:lnTo>
                  <a:lnTo>
                    <a:pt x="4851" y="4914"/>
                  </a:lnTo>
                  <a:lnTo>
                    <a:pt x="5054" y="5676"/>
                  </a:lnTo>
                  <a:lnTo>
                    <a:pt x="4419" y="5511"/>
                  </a:lnTo>
                  <a:lnTo>
                    <a:pt x="2933" y="5613"/>
                  </a:lnTo>
                  <a:lnTo>
                    <a:pt x="1460" y="5702"/>
                  </a:lnTo>
                  <a:lnTo>
                    <a:pt x="279" y="6146"/>
                  </a:lnTo>
                  <a:lnTo>
                    <a:pt x="317" y="7035"/>
                  </a:lnTo>
                  <a:lnTo>
                    <a:pt x="1536" y="7340"/>
                  </a:lnTo>
                  <a:lnTo>
                    <a:pt x="4483" y="7150"/>
                  </a:lnTo>
                  <a:lnTo>
                    <a:pt x="5143" y="6908"/>
                  </a:lnTo>
                  <a:lnTo>
                    <a:pt x="5003" y="7696"/>
                  </a:lnTo>
                  <a:lnTo>
                    <a:pt x="5092" y="9423"/>
                  </a:lnTo>
                  <a:lnTo>
                    <a:pt x="5181" y="11137"/>
                  </a:lnTo>
                  <a:lnTo>
                    <a:pt x="5549" y="12522"/>
                  </a:lnTo>
                  <a:lnTo>
                    <a:pt x="6324" y="12458"/>
                  </a:lnTo>
                  <a:lnTo>
                    <a:pt x="6565" y="11049"/>
                  </a:lnTo>
                  <a:lnTo>
                    <a:pt x="6413" y="7607"/>
                  </a:lnTo>
                  <a:lnTo>
                    <a:pt x="6197" y="6845"/>
                  </a:lnTo>
                  <a:lnTo>
                    <a:pt x="6883" y="6997"/>
                  </a:lnTo>
                  <a:lnTo>
                    <a:pt x="8356" y="6908"/>
                  </a:lnTo>
                  <a:lnTo>
                    <a:pt x="9829" y="6807"/>
                  </a:lnTo>
                  <a:lnTo>
                    <a:pt x="11023" y="6375"/>
                  </a:lnTo>
                  <a:close/>
                </a:path>
                <a:path w="26670" h="47625">
                  <a:moveTo>
                    <a:pt x="26162" y="24028"/>
                  </a:moveTo>
                  <a:lnTo>
                    <a:pt x="26111" y="23126"/>
                  </a:lnTo>
                  <a:lnTo>
                    <a:pt x="24904" y="22834"/>
                  </a:lnTo>
                  <a:lnTo>
                    <a:pt x="21945" y="23025"/>
                  </a:lnTo>
                  <a:lnTo>
                    <a:pt x="21247" y="23291"/>
                  </a:lnTo>
                  <a:lnTo>
                    <a:pt x="21399" y="22479"/>
                  </a:lnTo>
                  <a:lnTo>
                    <a:pt x="21310" y="20764"/>
                  </a:lnTo>
                  <a:lnTo>
                    <a:pt x="21234" y="19037"/>
                  </a:lnTo>
                  <a:lnTo>
                    <a:pt x="20853" y="17665"/>
                  </a:lnTo>
                  <a:lnTo>
                    <a:pt x="20078" y="17716"/>
                  </a:lnTo>
                  <a:lnTo>
                    <a:pt x="19837" y="19126"/>
                  </a:lnTo>
                  <a:lnTo>
                    <a:pt x="19989" y="22567"/>
                  </a:lnTo>
                  <a:lnTo>
                    <a:pt x="20193" y="23342"/>
                  </a:lnTo>
                  <a:lnTo>
                    <a:pt x="19558" y="23177"/>
                  </a:lnTo>
                  <a:lnTo>
                    <a:pt x="18084" y="23266"/>
                  </a:lnTo>
                  <a:lnTo>
                    <a:pt x="16598" y="23368"/>
                  </a:lnTo>
                  <a:lnTo>
                    <a:pt x="15417" y="23799"/>
                  </a:lnTo>
                  <a:lnTo>
                    <a:pt x="15468" y="24701"/>
                  </a:lnTo>
                  <a:lnTo>
                    <a:pt x="16675" y="24993"/>
                  </a:lnTo>
                  <a:lnTo>
                    <a:pt x="19634" y="24803"/>
                  </a:lnTo>
                  <a:lnTo>
                    <a:pt x="20281" y="24574"/>
                  </a:lnTo>
                  <a:lnTo>
                    <a:pt x="20142" y="25361"/>
                  </a:lnTo>
                  <a:lnTo>
                    <a:pt x="20231" y="27076"/>
                  </a:lnTo>
                  <a:lnTo>
                    <a:pt x="20320" y="28790"/>
                  </a:lnTo>
                  <a:lnTo>
                    <a:pt x="20688" y="30175"/>
                  </a:lnTo>
                  <a:lnTo>
                    <a:pt x="21463" y="30124"/>
                  </a:lnTo>
                  <a:lnTo>
                    <a:pt x="21704" y="28714"/>
                  </a:lnTo>
                  <a:lnTo>
                    <a:pt x="21551" y="25260"/>
                  </a:lnTo>
                  <a:lnTo>
                    <a:pt x="21336" y="24511"/>
                  </a:lnTo>
                  <a:lnTo>
                    <a:pt x="22021" y="24663"/>
                  </a:lnTo>
                  <a:lnTo>
                    <a:pt x="23495" y="24561"/>
                  </a:lnTo>
                  <a:lnTo>
                    <a:pt x="24968" y="24472"/>
                  </a:lnTo>
                  <a:lnTo>
                    <a:pt x="26162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" name="object 868" descr=""/>
            <p:cNvSpPr/>
            <p:nvPr/>
          </p:nvSpPr>
          <p:spPr>
            <a:xfrm>
              <a:off x="3938222" y="770781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9" name="object 869" descr=""/>
            <p:cNvSpPr/>
            <p:nvPr/>
          </p:nvSpPr>
          <p:spPr>
            <a:xfrm>
              <a:off x="3940670" y="7710557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71"/>
                  </a:lnTo>
                  <a:lnTo>
                    <a:pt x="5816" y="23037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22" y="17411"/>
                  </a:lnTo>
                  <a:lnTo>
                    <a:pt x="4648" y="17462"/>
                  </a:lnTo>
                  <a:lnTo>
                    <a:pt x="4406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27" y="22923"/>
                  </a:lnTo>
                  <a:lnTo>
                    <a:pt x="2654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38" y="24447"/>
                  </a:lnTo>
                  <a:lnTo>
                    <a:pt x="1257" y="24739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00" y="26822"/>
                  </a:lnTo>
                  <a:lnTo>
                    <a:pt x="4889" y="28549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21" y="25019"/>
                  </a:lnTo>
                  <a:lnTo>
                    <a:pt x="5905" y="24257"/>
                  </a:lnTo>
                  <a:lnTo>
                    <a:pt x="6591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75"/>
                  </a:moveTo>
                  <a:lnTo>
                    <a:pt x="25692" y="40373"/>
                  </a:lnTo>
                  <a:lnTo>
                    <a:pt x="24472" y="40081"/>
                  </a:lnTo>
                  <a:lnTo>
                    <a:pt x="21526" y="40271"/>
                  </a:lnTo>
                  <a:lnTo>
                    <a:pt x="20815" y="40538"/>
                  </a:lnTo>
                  <a:lnTo>
                    <a:pt x="20967" y="39725"/>
                  </a:lnTo>
                  <a:lnTo>
                    <a:pt x="20891" y="38011"/>
                  </a:lnTo>
                  <a:lnTo>
                    <a:pt x="20802" y="36283"/>
                  </a:lnTo>
                  <a:lnTo>
                    <a:pt x="20421" y="34912"/>
                  </a:lnTo>
                  <a:lnTo>
                    <a:pt x="19646" y="34963"/>
                  </a:lnTo>
                  <a:lnTo>
                    <a:pt x="19405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26" y="40424"/>
                  </a:lnTo>
                  <a:lnTo>
                    <a:pt x="17653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49"/>
                  </a:lnTo>
                  <a:lnTo>
                    <a:pt x="19862" y="41808"/>
                  </a:lnTo>
                  <a:lnTo>
                    <a:pt x="19723" y="42608"/>
                  </a:lnTo>
                  <a:lnTo>
                    <a:pt x="19812" y="44323"/>
                  </a:lnTo>
                  <a:lnTo>
                    <a:pt x="19888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20" y="42519"/>
                  </a:lnTo>
                  <a:lnTo>
                    <a:pt x="20904" y="41744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49" y="41719"/>
                  </a:lnTo>
                  <a:lnTo>
                    <a:pt x="25730" y="41275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71" y="5473"/>
                  </a:lnTo>
                  <a:lnTo>
                    <a:pt x="24765" y="5181"/>
                  </a:lnTo>
                  <a:lnTo>
                    <a:pt x="21805" y="5359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70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50" y="4902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00"/>
                  </a:lnTo>
                  <a:lnTo>
                    <a:pt x="16459" y="5702"/>
                  </a:lnTo>
                  <a:lnTo>
                    <a:pt x="15278" y="6134"/>
                  </a:lnTo>
                  <a:lnTo>
                    <a:pt x="15316" y="7035"/>
                  </a:lnTo>
                  <a:lnTo>
                    <a:pt x="16535" y="7327"/>
                  </a:lnTo>
                  <a:lnTo>
                    <a:pt x="19494" y="7150"/>
                  </a:lnTo>
                  <a:lnTo>
                    <a:pt x="20142" y="6908"/>
                  </a:lnTo>
                  <a:lnTo>
                    <a:pt x="20015" y="7696"/>
                  </a:lnTo>
                  <a:lnTo>
                    <a:pt x="20091" y="9410"/>
                  </a:lnTo>
                  <a:lnTo>
                    <a:pt x="20180" y="11137"/>
                  </a:lnTo>
                  <a:lnTo>
                    <a:pt x="20548" y="12509"/>
                  </a:lnTo>
                  <a:lnTo>
                    <a:pt x="21323" y="12458"/>
                  </a:lnTo>
                  <a:lnTo>
                    <a:pt x="21564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55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44" y="23025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09" y="20751"/>
                  </a:lnTo>
                  <a:lnTo>
                    <a:pt x="36233" y="19037"/>
                  </a:lnTo>
                  <a:lnTo>
                    <a:pt x="35852" y="17653"/>
                  </a:lnTo>
                  <a:lnTo>
                    <a:pt x="35077" y="17703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16" y="23799"/>
                  </a:lnTo>
                  <a:lnTo>
                    <a:pt x="30467" y="24701"/>
                  </a:lnTo>
                  <a:lnTo>
                    <a:pt x="31673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29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60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493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" name="object 870" descr=""/>
            <p:cNvSpPr/>
            <p:nvPr/>
          </p:nvSpPr>
          <p:spPr>
            <a:xfrm>
              <a:off x="3984739" y="770781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1" name="object 871" descr=""/>
            <p:cNvSpPr/>
            <p:nvPr/>
          </p:nvSpPr>
          <p:spPr>
            <a:xfrm>
              <a:off x="3987177" y="7710557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706" y="22885"/>
                  </a:lnTo>
                  <a:lnTo>
                    <a:pt x="9486" y="22593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12"/>
                  </a:lnTo>
                  <a:lnTo>
                    <a:pt x="1193" y="23114"/>
                  </a:lnTo>
                  <a:lnTo>
                    <a:pt x="0" y="23545"/>
                  </a:lnTo>
                  <a:lnTo>
                    <a:pt x="50" y="24447"/>
                  </a:lnTo>
                  <a:lnTo>
                    <a:pt x="1257" y="24739"/>
                  </a:lnTo>
                  <a:lnTo>
                    <a:pt x="4216" y="24561"/>
                  </a:lnTo>
                  <a:lnTo>
                    <a:pt x="4864" y="24320"/>
                  </a:lnTo>
                  <a:lnTo>
                    <a:pt x="4737" y="25107"/>
                  </a:lnTo>
                  <a:lnTo>
                    <a:pt x="4813" y="26822"/>
                  </a:lnTo>
                  <a:lnTo>
                    <a:pt x="4902" y="28549"/>
                  </a:lnTo>
                  <a:lnTo>
                    <a:pt x="5283" y="29921"/>
                  </a:lnTo>
                  <a:lnTo>
                    <a:pt x="6057" y="29870"/>
                  </a:lnTo>
                  <a:lnTo>
                    <a:pt x="6299" y="28460"/>
                  </a:lnTo>
                  <a:lnTo>
                    <a:pt x="6134" y="25019"/>
                  </a:lnTo>
                  <a:lnTo>
                    <a:pt x="5918" y="24244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63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704" y="40373"/>
                  </a:lnTo>
                  <a:lnTo>
                    <a:pt x="24485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904" y="38011"/>
                  </a:lnTo>
                  <a:lnTo>
                    <a:pt x="20815" y="36283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14"/>
                  </a:lnTo>
                  <a:lnTo>
                    <a:pt x="19786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92" y="40614"/>
                  </a:lnTo>
                  <a:lnTo>
                    <a:pt x="14998" y="41046"/>
                  </a:lnTo>
                  <a:lnTo>
                    <a:pt x="15049" y="41948"/>
                  </a:lnTo>
                  <a:lnTo>
                    <a:pt x="16256" y="42240"/>
                  </a:lnTo>
                  <a:lnTo>
                    <a:pt x="19215" y="42049"/>
                  </a:lnTo>
                  <a:lnTo>
                    <a:pt x="19875" y="41808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88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35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59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93" y="11137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35" y="6375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26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51"/>
                  </a:lnTo>
                  <a:lnTo>
                    <a:pt x="36245" y="19037"/>
                  </a:lnTo>
                  <a:lnTo>
                    <a:pt x="35864" y="17653"/>
                  </a:lnTo>
                  <a:lnTo>
                    <a:pt x="35090" y="17703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96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45" y="24803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60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" name="object 872" descr=""/>
            <p:cNvSpPr/>
            <p:nvPr/>
          </p:nvSpPr>
          <p:spPr>
            <a:xfrm>
              <a:off x="4035300" y="778088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3" name="object 873" descr=""/>
            <p:cNvSpPr/>
            <p:nvPr/>
          </p:nvSpPr>
          <p:spPr>
            <a:xfrm>
              <a:off x="4037736" y="778363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706" y="22885"/>
                  </a:lnTo>
                  <a:lnTo>
                    <a:pt x="9486" y="22593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905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84" y="22313"/>
                  </a:lnTo>
                  <a:lnTo>
                    <a:pt x="4787" y="23088"/>
                  </a:lnTo>
                  <a:lnTo>
                    <a:pt x="4140" y="22923"/>
                  </a:lnTo>
                  <a:lnTo>
                    <a:pt x="2667" y="23012"/>
                  </a:lnTo>
                  <a:lnTo>
                    <a:pt x="1193" y="23114"/>
                  </a:lnTo>
                  <a:lnTo>
                    <a:pt x="0" y="23545"/>
                  </a:lnTo>
                  <a:lnTo>
                    <a:pt x="50" y="24447"/>
                  </a:lnTo>
                  <a:lnTo>
                    <a:pt x="1257" y="24739"/>
                  </a:lnTo>
                  <a:lnTo>
                    <a:pt x="4216" y="24561"/>
                  </a:lnTo>
                  <a:lnTo>
                    <a:pt x="4876" y="24320"/>
                  </a:lnTo>
                  <a:lnTo>
                    <a:pt x="4737" y="25107"/>
                  </a:lnTo>
                  <a:lnTo>
                    <a:pt x="4813" y="26822"/>
                  </a:lnTo>
                  <a:lnTo>
                    <a:pt x="4902" y="28549"/>
                  </a:lnTo>
                  <a:lnTo>
                    <a:pt x="5283" y="29921"/>
                  </a:lnTo>
                  <a:lnTo>
                    <a:pt x="6057" y="29870"/>
                  </a:lnTo>
                  <a:lnTo>
                    <a:pt x="6299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89" y="24320"/>
                  </a:lnTo>
                  <a:lnTo>
                    <a:pt x="9563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704" y="40373"/>
                  </a:lnTo>
                  <a:lnTo>
                    <a:pt x="24485" y="40081"/>
                  </a:lnTo>
                  <a:lnTo>
                    <a:pt x="21539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904" y="38011"/>
                  </a:lnTo>
                  <a:lnTo>
                    <a:pt x="20815" y="36283"/>
                  </a:lnTo>
                  <a:lnTo>
                    <a:pt x="20434" y="34899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14"/>
                  </a:lnTo>
                  <a:lnTo>
                    <a:pt x="19786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92" y="40614"/>
                  </a:lnTo>
                  <a:lnTo>
                    <a:pt x="15011" y="41046"/>
                  </a:lnTo>
                  <a:lnTo>
                    <a:pt x="15049" y="41948"/>
                  </a:lnTo>
                  <a:lnTo>
                    <a:pt x="16268" y="42240"/>
                  </a:lnTo>
                  <a:lnTo>
                    <a:pt x="19215" y="42049"/>
                  </a:lnTo>
                  <a:lnTo>
                    <a:pt x="19875" y="41808"/>
                  </a:lnTo>
                  <a:lnTo>
                    <a:pt x="19735" y="42608"/>
                  </a:lnTo>
                  <a:lnTo>
                    <a:pt x="19824" y="44323"/>
                  </a:lnTo>
                  <a:lnTo>
                    <a:pt x="19900" y="46037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06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88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35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59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107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57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507" y="7150"/>
                  </a:lnTo>
                  <a:lnTo>
                    <a:pt x="20154" y="6908"/>
                  </a:lnTo>
                  <a:lnTo>
                    <a:pt x="20027" y="7696"/>
                  </a:lnTo>
                  <a:lnTo>
                    <a:pt x="20104" y="9410"/>
                  </a:lnTo>
                  <a:lnTo>
                    <a:pt x="20193" y="11137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35" y="6375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26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51"/>
                  </a:lnTo>
                  <a:lnTo>
                    <a:pt x="36245" y="19037"/>
                  </a:lnTo>
                  <a:lnTo>
                    <a:pt x="35864" y="17653"/>
                  </a:lnTo>
                  <a:lnTo>
                    <a:pt x="35090" y="17703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96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80" y="24701"/>
                  </a:lnTo>
                  <a:lnTo>
                    <a:pt x="31686" y="24993"/>
                  </a:lnTo>
                  <a:lnTo>
                    <a:pt x="34645" y="24803"/>
                  </a:lnTo>
                  <a:lnTo>
                    <a:pt x="35293" y="24574"/>
                  </a:lnTo>
                  <a:lnTo>
                    <a:pt x="35166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60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92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4" name="object 874" descr=""/>
            <p:cNvSpPr/>
            <p:nvPr/>
          </p:nvSpPr>
          <p:spPr>
            <a:xfrm>
              <a:off x="4057941" y="781641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5" name="object 875" descr=""/>
            <p:cNvSpPr/>
            <p:nvPr/>
          </p:nvSpPr>
          <p:spPr>
            <a:xfrm>
              <a:off x="4060380" y="7819154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20"/>
                  </a:lnTo>
                  <a:lnTo>
                    <a:pt x="4737" y="25107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63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92" y="40614"/>
                  </a:lnTo>
                  <a:lnTo>
                    <a:pt x="14998" y="41046"/>
                  </a:lnTo>
                  <a:lnTo>
                    <a:pt x="15049" y="41948"/>
                  </a:lnTo>
                  <a:lnTo>
                    <a:pt x="16256" y="42240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50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44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72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26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33" y="19037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45" y="24803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" name="object 876" descr=""/>
            <p:cNvSpPr/>
            <p:nvPr/>
          </p:nvSpPr>
          <p:spPr>
            <a:xfrm>
              <a:off x="4105064" y="781641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7" name="object 877" descr=""/>
            <p:cNvSpPr/>
            <p:nvPr/>
          </p:nvSpPr>
          <p:spPr>
            <a:xfrm>
              <a:off x="4107510" y="7819154"/>
              <a:ext cx="20955" cy="47625"/>
            </a:xfrm>
            <a:custGeom>
              <a:avLst/>
              <a:gdLst/>
              <a:ahLst/>
              <a:cxnLst/>
              <a:rect l="l" t="t" r="r" b="b"/>
              <a:pathLst>
                <a:path w="20954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27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31" y="23787"/>
                  </a:lnTo>
                  <a:close/>
                </a:path>
                <a:path w="20954" h="47625">
                  <a:moveTo>
                    <a:pt x="20408" y="34912"/>
                  </a:moveTo>
                  <a:lnTo>
                    <a:pt x="19418" y="34912"/>
                  </a:lnTo>
                  <a:lnTo>
                    <a:pt x="19418" y="40500"/>
                  </a:lnTo>
                  <a:lnTo>
                    <a:pt x="19138" y="40424"/>
                  </a:lnTo>
                  <a:lnTo>
                    <a:pt x="17653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62"/>
                  </a:lnTo>
                  <a:lnTo>
                    <a:pt x="19723" y="41871"/>
                  </a:lnTo>
                  <a:lnTo>
                    <a:pt x="19723" y="47421"/>
                  </a:lnTo>
                  <a:lnTo>
                    <a:pt x="20408" y="47421"/>
                  </a:lnTo>
                  <a:lnTo>
                    <a:pt x="20408" y="41910"/>
                  </a:lnTo>
                  <a:lnTo>
                    <a:pt x="20408" y="41186"/>
                  </a:lnTo>
                  <a:lnTo>
                    <a:pt x="20408" y="40093"/>
                  </a:lnTo>
                  <a:lnTo>
                    <a:pt x="20408" y="34912"/>
                  </a:lnTo>
                  <a:close/>
                </a:path>
                <a:path w="20954" h="47625">
                  <a:moveTo>
                    <a:pt x="20408" y="0"/>
                  </a:moveTo>
                  <a:lnTo>
                    <a:pt x="19697" y="0"/>
                  </a:lnTo>
                  <a:lnTo>
                    <a:pt x="19697" y="5511"/>
                  </a:lnTo>
                  <a:lnTo>
                    <a:pt x="15278" y="5511"/>
                  </a:lnTo>
                  <a:lnTo>
                    <a:pt x="15278" y="7340"/>
                  </a:lnTo>
                  <a:lnTo>
                    <a:pt x="20015" y="7340"/>
                  </a:lnTo>
                  <a:lnTo>
                    <a:pt x="20015" y="12522"/>
                  </a:lnTo>
                  <a:lnTo>
                    <a:pt x="20408" y="12522"/>
                  </a:lnTo>
                  <a:lnTo>
                    <a:pt x="20408" y="7340"/>
                  </a:lnTo>
                  <a:lnTo>
                    <a:pt x="20408" y="6286"/>
                  </a:lnTo>
                  <a:lnTo>
                    <a:pt x="20408" y="5511"/>
                  </a:lnTo>
                  <a:lnTo>
                    <a:pt x="20408" y="0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" name="object 878" descr=""/>
            <p:cNvSpPr/>
            <p:nvPr/>
          </p:nvSpPr>
          <p:spPr>
            <a:xfrm>
              <a:off x="4012142" y="781641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9" name="object 879" descr=""/>
            <p:cNvSpPr/>
            <p:nvPr/>
          </p:nvSpPr>
          <p:spPr>
            <a:xfrm>
              <a:off x="4014584" y="7819154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692" y="40386"/>
                  </a:lnTo>
                  <a:lnTo>
                    <a:pt x="24485" y="40093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50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07" y="5638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62" y="4914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12" y="7607"/>
                  </a:lnTo>
                  <a:lnTo>
                    <a:pt x="21196" y="6832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398" y="22479"/>
                  </a:lnTo>
                  <a:lnTo>
                    <a:pt x="36322" y="20764"/>
                  </a:lnTo>
                  <a:lnTo>
                    <a:pt x="36233" y="19037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" name="object 880" descr=""/>
            <p:cNvSpPr/>
            <p:nvPr/>
          </p:nvSpPr>
          <p:spPr>
            <a:xfrm>
              <a:off x="4081816" y="778088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1" name="object 881" descr=""/>
            <p:cNvSpPr/>
            <p:nvPr/>
          </p:nvSpPr>
          <p:spPr>
            <a:xfrm>
              <a:off x="4084256" y="778363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50" y="24447"/>
                  </a:lnTo>
                  <a:lnTo>
                    <a:pt x="1257" y="24739"/>
                  </a:lnTo>
                  <a:lnTo>
                    <a:pt x="4216" y="24561"/>
                  </a:lnTo>
                  <a:lnTo>
                    <a:pt x="4864" y="24320"/>
                  </a:lnTo>
                  <a:lnTo>
                    <a:pt x="4737" y="25107"/>
                  </a:lnTo>
                  <a:lnTo>
                    <a:pt x="4813" y="26822"/>
                  </a:lnTo>
                  <a:lnTo>
                    <a:pt x="4902" y="28549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63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704" y="40373"/>
                  </a:lnTo>
                  <a:lnTo>
                    <a:pt x="24485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83"/>
                  </a:lnTo>
                  <a:lnTo>
                    <a:pt x="20434" y="34899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14"/>
                  </a:lnTo>
                  <a:lnTo>
                    <a:pt x="19786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49" y="41948"/>
                  </a:lnTo>
                  <a:lnTo>
                    <a:pt x="16256" y="42240"/>
                  </a:lnTo>
                  <a:lnTo>
                    <a:pt x="19215" y="42049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06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59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80" y="11137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26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51"/>
                  </a:lnTo>
                  <a:lnTo>
                    <a:pt x="36233" y="19037"/>
                  </a:lnTo>
                  <a:lnTo>
                    <a:pt x="35864" y="17653"/>
                  </a:lnTo>
                  <a:lnTo>
                    <a:pt x="35090" y="17703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60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" name="object 882" descr=""/>
            <p:cNvSpPr/>
            <p:nvPr/>
          </p:nvSpPr>
          <p:spPr>
            <a:xfrm>
              <a:off x="4128333" y="778088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3" name="object 883" descr=""/>
            <p:cNvSpPr/>
            <p:nvPr/>
          </p:nvSpPr>
          <p:spPr>
            <a:xfrm>
              <a:off x="4035300" y="770781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4" name="object 884" descr=""/>
            <p:cNvSpPr/>
            <p:nvPr/>
          </p:nvSpPr>
          <p:spPr>
            <a:xfrm>
              <a:off x="4037736" y="7710557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706" y="22885"/>
                  </a:lnTo>
                  <a:lnTo>
                    <a:pt x="9486" y="22593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905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84" y="22313"/>
                  </a:lnTo>
                  <a:lnTo>
                    <a:pt x="4787" y="23088"/>
                  </a:lnTo>
                  <a:lnTo>
                    <a:pt x="4140" y="22923"/>
                  </a:lnTo>
                  <a:lnTo>
                    <a:pt x="2667" y="23012"/>
                  </a:lnTo>
                  <a:lnTo>
                    <a:pt x="1193" y="23114"/>
                  </a:lnTo>
                  <a:lnTo>
                    <a:pt x="0" y="23545"/>
                  </a:lnTo>
                  <a:lnTo>
                    <a:pt x="50" y="24447"/>
                  </a:lnTo>
                  <a:lnTo>
                    <a:pt x="1257" y="24739"/>
                  </a:lnTo>
                  <a:lnTo>
                    <a:pt x="4216" y="24561"/>
                  </a:lnTo>
                  <a:lnTo>
                    <a:pt x="4876" y="24320"/>
                  </a:lnTo>
                  <a:lnTo>
                    <a:pt x="4737" y="25107"/>
                  </a:lnTo>
                  <a:lnTo>
                    <a:pt x="4813" y="26822"/>
                  </a:lnTo>
                  <a:lnTo>
                    <a:pt x="4902" y="28549"/>
                  </a:lnTo>
                  <a:lnTo>
                    <a:pt x="5283" y="29921"/>
                  </a:lnTo>
                  <a:lnTo>
                    <a:pt x="6057" y="29870"/>
                  </a:lnTo>
                  <a:lnTo>
                    <a:pt x="6299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89" y="24320"/>
                  </a:lnTo>
                  <a:lnTo>
                    <a:pt x="9563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704" y="40373"/>
                  </a:lnTo>
                  <a:lnTo>
                    <a:pt x="24485" y="40081"/>
                  </a:lnTo>
                  <a:lnTo>
                    <a:pt x="21539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904" y="38011"/>
                  </a:lnTo>
                  <a:lnTo>
                    <a:pt x="20815" y="36283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14"/>
                  </a:lnTo>
                  <a:lnTo>
                    <a:pt x="19786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92" y="40614"/>
                  </a:lnTo>
                  <a:lnTo>
                    <a:pt x="15011" y="41046"/>
                  </a:lnTo>
                  <a:lnTo>
                    <a:pt x="15049" y="41948"/>
                  </a:lnTo>
                  <a:lnTo>
                    <a:pt x="16268" y="42240"/>
                  </a:lnTo>
                  <a:lnTo>
                    <a:pt x="19215" y="42049"/>
                  </a:lnTo>
                  <a:lnTo>
                    <a:pt x="19875" y="41808"/>
                  </a:lnTo>
                  <a:lnTo>
                    <a:pt x="19735" y="42608"/>
                  </a:lnTo>
                  <a:lnTo>
                    <a:pt x="19824" y="44323"/>
                  </a:lnTo>
                  <a:lnTo>
                    <a:pt x="19900" y="46037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88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35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59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107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57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507" y="7150"/>
                  </a:lnTo>
                  <a:lnTo>
                    <a:pt x="20154" y="6908"/>
                  </a:lnTo>
                  <a:lnTo>
                    <a:pt x="20027" y="7696"/>
                  </a:lnTo>
                  <a:lnTo>
                    <a:pt x="20104" y="9410"/>
                  </a:lnTo>
                  <a:lnTo>
                    <a:pt x="20193" y="11137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35" y="6375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26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51"/>
                  </a:lnTo>
                  <a:lnTo>
                    <a:pt x="36245" y="19037"/>
                  </a:lnTo>
                  <a:lnTo>
                    <a:pt x="35864" y="17653"/>
                  </a:lnTo>
                  <a:lnTo>
                    <a:pt x="35090" y="17703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96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80" y="24701"/>
                  </a:lnTo>
                  <a:lnTo>
                    <a:pt x="31686" y="24993"/>
                  </a:lnTo>
                  <a:lnTo>
                    <a:pt x="34645" y="24803"/>
                  </a:lnTo>
                  <a:lnTo>
                    <a:pt x="35293" y="24574"/>
                  </a:lnTo>
                  <a:lnTo>
                    <a:pt x="35166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60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92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" name="object 885" descr=""/>
            <p:cNvSpPr/>
            <p:nvPr/>
          </p:nvSpPr>
          <p:spPr>
            <a:xfrm>
              <a:off x="4057941" y="7743335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6" name="object 886" descr=""/>
            <p:cNvSpPr/>
            <p:nvPr/>
          </p:nvSpPr>
          <p:spPr>
            <a:xfrm>
              <a:off x="4060380" y="7746079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20"/>
                  </a:lnTo>
                  <a:lnTo>
                    <a:pt x="4737" y="25107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63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92" y="40614"/>
                  </a:lnTo>
                  <a:lnTo>
                    <a:pt x="14998" y="41046"/>
                  </a:lnTo>
                  <a:lnTo>
                    <a:pt x="15049" y="41948"/>
                  </a:lnTo>
                  <a:lnTo>
                    <a:pt x="16256" y="42240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44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72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35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26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33" y="19037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45" y="24803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60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" name="object 887" descr=""/>
            <p:cNvSpPr/>
            <p:nvPr/>
          </p:nvSpPr>
          <p:spPr>
            <a:xfrm>
              <a:off x="4105064" y="7743335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8" name="object 888" descr=""/>
            <p:cNvSpPr/>
            <p:nvPr/>
          </p:nvSpPr>
          <p:spPr>
            <a:xfrm>
              <a:off x="4107510" y="7746079"/>
              <a:ext cx="20955" cy="47625"/>
            </a:xfrm>
            <a:custGeom>
              <a:avLst/>
              <a:gdLst/>
              <a:ahLst/>
              <a:cxnLst/>
              <a:rect l="l" t="t" r="r" b="b"/>
              <a:pathLst>
                <a:path w="20954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27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31" y="23787"/>
                  </a:lnTo>
                  <a:close/>
                </a:path>
                <a:path w="20954" h="47625">
                  <a:moveTo>
                    <a:pt x="20408" y="34912"/>
                  </a:moveTo>
                  <a:lnTo>
                    <a:pt x="19418" y="34912"/>
                  </a:lnTo>
                  <a:lnTo>
                    <a:pt x="19418" y="40500"/>
                  </a:lnTo>
                  <a:lnTo>
                    <a:pt x="19138" y="40424"/>
                  </a:lnTo>
                  <a:lnTo>
                    <a:pt x="17653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62"/>
                  </a:lnTo>
                  <a:lnTo>
                    <a:pt x="19723" y="41871"/>
                  </a:lnTo>
                  <a:lnTo>
                    <a:pt x="19723" y="47421"/>
                  </a:lnTo>
                  <a:lnTo>
                    <a:pt x="20408" y="47421"/>
                  </a:lnTo>
                  <a:lnTo>
                    <a:pt x="20408" y="41910"/>
                  </a:lnTo>
                  <a:lnTo>
                    <a:pt x="20408" y="41186"/>
                  </a:lnTo>
                  <a:lnTo>
                    <a:pt x="20408" y="40093"/>
                  </a:lnTo>
                  <a:lnTo>
                    <a:pt x="20408" y="34912"/>
                  </a:lnTo>
                  <a:close/>
                </a:path>
                <a:path w="20954" h="47625">
                  <a:moveTo>
                    <a:pt x="20408" y="0"/>
                  </a:moveTo>
                  <a:lnTo>
                    <a:pt x="19697" y="0"/>
                  </a:lnTo>
                  <a:lnTo>
                    <a:pt x="19697" y="5511"/>
                  </a:lnTo>
                  <a:lnTo>
                    <a:pt x="15278" y="5511"/>
                  </a:lnTo>
                  <a:lnTo>
                    <a:pt x="15278" y="7340"/>
                  </a:lnTo>
                  <a:lnTo>
                    <a:pt x="20015" y="7340"/>
                  </a:lnTo>
                  <a:lnTo>
                    <a:pt x="20015" y="12522"/>
                  </a:lnTo>
                  <a:lnTo>
                    <a:pt x="20408" y="12522"/>
                  </a:lnTo>
                  <a:lnTo>
                    <a:pt x="20408" y="7340"/>
                  </a:lnTo>
                  <a:lnTo>
                    <a:pt x="20408" y="6286"/>
                  </a:lnTo>
                  <a:lnTo>
                    <a:pt x="20408" y="5511"/>
                  </a:lnTo>
                  <a:lnTo>
                    <a:pt x="20408" y="0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9" name="object 889" descr=""/>
            <p:cNvSpPr/>
            <p:nvPr/>
          </p:nvSpPr>
          <p:spPr>
            <a:xfrm>
              <a:off x="4012142" y="7743335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0" name="object 890" descr=""/>
            <p:cNvSpPr/>
            <p:nvPr/>
          </p:nvSpPr>
          <p:spPr>
            <a:xfrm>
              <a:off x="4014584" y="7746079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692" y="40386"/>
                  </a:lnTo>
                  <a:lnTo>
                    <a:pt x="24485" y="40093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07" y="5638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62" y="4914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35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12" y="7607"/>
                  </a:lnTo>
                  <a:lnTo>
                    <a:pt x="21196" y="6832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398" y="22479"/>
                  </a:lnTo>
                  <a:lnTo>
                    <a:pt x="36322" y="20764"/>
                  </a:lnTo>
                  <a:lnTo>
                    <a:pt x="36233" y="19037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60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" name="object 891" descr=""/>
            <p:cNvSpPr/>
            <p:nvPr/>
          </p:nvSpPr>
          <p:spPr>
            <a:xfrm>
              <a:off x="4081816" y="770781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2" name="object 892" descr=""/>
            <p:cNvSpPr/>
            <p:nvPr/>
          </p:nvSpPr>
          <p:spPr>
            <a:xfrm>
              <a:off x="4084256" y="7710557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50" y="24447"/>
                  </a:lnTo>
                  <a:lnTo>
                    <a:pt x="1257" y="24739"/>
                  </a:lnTo>
                  <a:lnTo>
                    <a:pt x="4216" y="24561"/>
                  </a:lnTo>
                  <a:lnTo>
                    <a:pt x="4864" y="24320"/>
                  </a:lnTo>
                  <a:lnTo>
                    <a:pt x="4737" y="25107"/>
                  </a:lnTo>
                  <a:lnTo>
                    <a:pt x="4813" y="26822"/>
                  </a:lnTo>
                  <a:lnTo>
                    <a:pt x="4902" y="28549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63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704" y="40373"/>
                  </a:lnTo>
                  <a:lnTo>
                    <a:pt x="24485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83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14"/>
                  </a:lnTo>
                  <a:lnTo>
                    <a:pt x="19786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49" y="41948"/>
                  </a:lnTo>
                  <a:lnTo>
                    <a:pt x="16256" y="42240"/>
                  </a:lnTo>
                  <a:lnTo>
                    <a:pt x="19215" y="42049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44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59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80" y="11137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26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51"/>
                  </a:lnTo>
                  <a:lnTo>
                    <a:pt x="36233" y="19037"/>
                  </a:lnTo>
                  <a:lnTo>
                    <a:pt x="35864" y="17653"/>
                  </a:lnTo>
                  <a:lnTo>
                    <a:pt x="35090" y="17703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60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" name="object 893" descr=""/>
            <p:cNvSpPr/>
            <p:nvPr/>
          </p:nvSpPr>
          <p:spPr>
            <a:xfrm>
              <a:off x="4128333" y="770781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4" name="object 894" descr=""/>
            <p:cNvSpPr/>
            <p:nvPr/>
          </p:nvSpPr>
          <p:spPr>
            <a:xfrm>
              <a:off x="3891705" y="792720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5" name="object 895" descr=""/>
            <p:cNvSpPr/>
            <p:nvPr/>
          </p:nvSpPr>
          <p:spPr>
            <a:xfrm>
              <a:off x="3894150" y="7929949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87"/>
                  </a:moveTo>
                  <a:lnTo>
                    <a:pt x="25692" y="40386"/>
                  </a:lnTo>
                  <a:lnTo>
                    <a:pt x="24472" y="40093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02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53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62"/>
                  </a:lnTo>
                  <a:lnTo>
                    <a:pt x="19862" y="41821"/>
                  </a:lnTo>
                  <a:lnTo>
                    <a:pt x="19723" y="42608"/>
                  </a:lnTo>
                  <a:lnTo>
                    <a:pt x="19812" y="44323"/>
                  </a:lnTo>
                  <a:lnTo>
                    <a:pt x="19888" y="46050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49" y="41719"/>
                  </a:lnTo>
                  <a:lnTo>
                    <a:pt x="25730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07" y="5638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62" y="4914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35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091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39"/>
                  </a:lnTo>
                  <a:lnTo>
                    <a:pt x="39903" y="22834"/>
                  </a:lnTo>
                  <a:lnTo>
                    <a:pt x="36957" y="23025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22" y="20764"/>
                  </a:lnTo>
                  <a:lnTo>
                    <a:pt x="36233" y="19037"/>
                  </a:lnTo>
                  <a:lnTo>
                    <a:pt x="35852" y="17665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73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6" name="object 896" descr=""/>
            <p:cNvSpPr/>
            <p:nvPr/>
          </p:nvSpPr>
          <p:spPr>
            <a:xfrm>
              <a:off x="3914346" y="796273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7" name="object 897" descr=""/>
            <p:cNvSpPr/>
            <p:nvPr/>
          </p:nvSpPr>
          <p:spPr>
            <a:xfrm>
              <a:off x="3916794" y="7965471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16" y="23050"/>
                  </a:lnTo>
                  <a:lnTo>
                    <a:pt x="5969" y="22237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22" y="17411"/>
                  </a:lnTo>
                  <a:lnTo>
                    <a:pt x="4648" y="17462"/>
                  </a:lnTo>
                  <a:lnTo>
                    <a:pt x="4406" y="18884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27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20"/>
                  </a:lnTo>
                  <a:lnTo>
                    <a:pt x="4813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73"/>
                  </a:lnTo>
                  <a:lnTo>
                    <a:pt x="6121" y="25019"/>
                  </a:lnTo>
                  <a:lnTo>
                    <a:pt x="5905" y="24257"/>
                  </a:lnTo>
                  <a:lnTo>
                    <a:pt x="6591" y="24422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87"/>
                  </a:moveTo>
                  <a:lnTo>
                    <a:pt x="25692" y="40386"/>
                  </a:lnTo>
                  <a:lnTo>
                    <a:pt x="24472" y="40093"/>
                  </a:lnTo>
                  <a:lnTo>
                    <a:pt x="21526" y="40284"/>
                  </a:lnTo>
                  <a:lnTo>
                    <a:pt x="20828" y="40551"/>
                  </a:lnTo>
                  <a:lnTo>
                    <a:pt x="20967" y="39725"/>
                  </a:lnTo>
                  <a:lnTo>
                    <a:pt x="20891" y="38011"/>
                  </a:lnTo>
                  <a:lnTo>
                    <a:pt x="20802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26" y="40424"/>
                  </a:lnTo>
                  <a:lnTo>
                    <a:pt x="17653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60"/>
                  </a:lnTo>
                  <a:lnTo>
                    <a:pt x="16256" y="42252"/>
                  </a:lnTo>
                  <a:lnTo>
                    <a:pt x="19202" y="42062"/>
                  </a:lnTo>
                  <a:lnTo>
                    <a:pt x="19862" y="41821"/>
                  </a:lnTo>
                  <a:lnTo>
                    <a:pt x="19723" y="42608"/>
                  </a:lnTo>
                  <a:lnTo>
                    <a:pt x="19812" y="44335"/>
                  </a:lnTo>
                  <a:lnTo>
                    <a:pt x="19888" y="46050"/>
                  </a:lnTo>
                  <a:lnTo>
                    <a:pt x="20269" y="47434"/>
                  </a:lnTo>
                  <a:lnTo>
                    <a:pt x="21043" y="47383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49" y="41719"/>
                  </a:lnTo>
                  <a:lnTo>
                    <a:pt x="25730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71" y="5473"/>
                  </a:lnTo>
                  <a:lnTo>
                    <a:pt x="24765" y="5181"/>
                  </a:lnTo>
                  <a:lnTo>
                    <a:pt x="21805" y="5372"/>
                  </a:lnTo>
                  <a:lnTo>
                    <a:pt x="21107" y="5626"/>
                  </a:lnTo>
                  <a:lnTo>
                    <a:pt x="21259" y="4826"/>
                  </a:lnTo>
                  <a:lnTo>
                    <a:pt x="21170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73"/>
                  </a:lnTo>
                  <a:lnTo>
                    <a:pt x="19850" y="4914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59" y="5702"/>
                  </a:lnTo>
                  <a:lnTo>
                    <a:pt x="15278" y="6146"/>
                  </a:lnTo>
                  <a:lnTo>
                    <a:pt x="15328" y="7048"/>
                  </a:lnTo>
                  <a:lnTo>
                    <a:pt x="16535" y="7340"/>
                  </a:lnTo>
                  <a:lnTo>
                    <a:pt x="19494" y="7150"/>
                  </a:lnTo>
                  <a:lnTo>
                    <a:pt x="20142" y="6908"/>
                  </a:lnTo>
                  <a:lnTo>
                    <a:pt x="20015" y="7708"/>
                  </a:lnTo>
                  <a:lnTo>
                    <a:pt x="20091" y="9423"/>
                  </a:lnTo>
                  <a:lnTo>
                    <a:pt x="20180" y="11137"/>
                  </a:lnTo>
                  <a:lnTo>
                    <a:pt x="20548" y="12522"/>
                  </a:lnTo>
                  <a:lnTo>
                    <a:pt x="21336" y="12471"/>
                  </a:lnTo>
                  <a:lnTo>
                    <a:pt x="21564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55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41"/>
                  </a:moveTo>
                  <a:lnTo>
                    <a:pt x="41122" y="23139"/>
                  </a:lnTo>
                  <a:lnTo>
                    <a:pt x="39903" y="22847"/>
                  </a:lnTo>
                  <a:lnTo>
                    <a:pt x="36944" y="23037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09" y="20764"/>
                  </a:lnTo>
                  <a:lnTo>
                    <a:pt x="36233" y="19050"/>
                  </a:lnTo>
                  <a:lnTo>
                    <a:pt x="35852" y="17665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16" y="23812"/>
                  </a:lnTo>
                  <a:lnTo>
                    <a:pt x="30467" y="24701"/>
                  </a:lnTo>
                  <a:lnTo>
                    <a:pt x="31673" y="25006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29" y="27076"/>
                  </a:lnTo>
                  <a:lnTo>
                    <a:pt x="35318" y="28803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73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493" y="24574"/>
                  </a:lnTo>
                  <a:lnTo>
                    <a:pt x="39979" y="24472"/>
                  </a:lnTo>
                  <a:lnTo>
                    <a:pt x="41160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8" name="object 898" descr=""/>
            <p:cNvSpPr/>
            <p:nvPr/>
          </p:nvSpPr>
          <p:spPr>
            <a:xfrm>
              <a:off x="3961469" y="796273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9" name="object 899" descr=""/>
            <p:cNvSpPr/>
            <p:nvPr/>
          </p:nvSpPr>
          <p:spPr>
            <a:xfrm>
              <a:off x="3963911" y="7965471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81" y="22237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73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22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692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60"/>
                  </a:lnTo>
                  <a:lnTo>
                    <a:pt x="16256" y="42252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35"/>
                  </a:lnTo>
                  <a:lnTo>
                    <a:pt x="19900" y="46050"/>
                  </a:lnTo>
                  <a:lnTo>
                    <a:pt x="20269" y="47434"/>
                  </a:lnTo>
                  <a:lnTo>
                    <a:pt x="21043" y="47383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20" y="5638"/>
                  </a:lnTo>
                  <a:lnTo>
                    <a:pt x="21259" y="4826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73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708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41"/>
                  </a:moveTo>
                  <a:lnTo>
                    <a:pt x="41122" y="23139"/>
                  </a:lnTo>
                  <a:lnTo>
                    <a:pt x="39903" y="22847"/>
                  </a:lnTo>
                  <a:lnTo>
                    <a:pt x="36957" y="23037"/>
                  </a:lnTo>
                  <a:lnTo>
                    <a:pt x="36258" y="23304"/>
                  </a:lnTo>
                  <a:lnTo>
                    <a:pt x="36398" y="22479"/>
                  </a:lnTo>
                  <a:lnTo>
                    <a:pt x="36322" y="20764"/>
                  </a:lnTo>
                  <a:lnTo>
                    <a:pt x="36233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812"/>
                  </a:lnTo>
                  <a:lnTo>
                    <a:pt x="30467" y="24701"/>
                  </a:lnTo>
                  <a:lnTo>
                    <a:pt x="31686" y="25006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803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60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0" name="object 900" descr=""/>
            <p:cNvSpPr/>
            <p:nvPr/>
          </p:nvSpPr>
          <p:spPr>
            <a:xfrm>
              <a:off x="3884603" y="7962731"/>
              <a:ext cx="29845" cy="53975"/>
            </a:xfrm>
            <a:custGeom>
              <a:avLst/>
              <a:gdLst/>
              <a:ahLst/>
              <a:cxnLst/>
              <a:rect l="l" t="t" r="r" b="b"/>
              <a:pathLst>
                <a:path w="29845" h="53975">
                  <a:moveTo>
                    <a:pt x="29743" y="26711"/>
                  </a:moveTo>
                  <a:lnTo>
                    <a:pt x="6843" y="53422"/>
                  </a:lnTo>
                  <a:lnTo>
                    <a:pt x="0" y="45439"/>
                  </a:lnTo>
                </a:path>
                <a:path w="29845" h="53975">
                  <a:moveTo>
                    <a:pt x="0" y="7983"/>
                  </a:moveTo>
                  <a:lnTo>
                    <a:pt x="6843" y="0"/>
                  </a:lnTo>
                  <a:lnTo>
                    <a:pt x="29743" y="26711"/>
                  </a:lnTo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1" name="object 901" descr=""/>
            <p:cNvSpPr/>
            <p:nvPr/>
          </p:nvSpPr>
          <p:spPr>
            <a:xfrm>
              <a:off x="3885996" y="7965471"/>
              <a:ext cx="26670" cy="47625"/>
            </a:xfrm>
            <a:custGeom>
              <a:avLst/>
              <a:gdLst/>
              <a:ahLst/>
              <a:cxnLst/>
              <a:rect l="l" t="t" r="r" b="b"/>
              <a:pathLst>
                <a:path w="26670" h="47625">
                  <a:moveTo>
                    <a:pt x="10731" y="41287"/>
                  </a:moveTo>
                  <a:lnTo>
                    <a:pt x="10693" y="40386"/>
                  </a:lnTo>
                  <a:lnTo>
                    <a:pt x="9474" y="40093"/>
                  </a:lnTo>
                  <a:lnTo>
                    <a:pt x="6527" y="40284"/>
                  </a:lnTo>
                  <a:lnTo>
                    <a:pt x="5816" y="40551"/>
                  </a:lnTo>
                  <a:lnTo>
                    <a:pt x="5969" y="39725"/>
                  </a:lnTo>
                  <a:lnTo>
                    <a:pt x="5892" y="38011"/>
                  </a:lnTo>
                  <a:lnTo>
                    <a:pt x="5803" y="36296"/>
                  </a:lnTo>
                  <a:lnTo>
                    <a:pt x="5422" y="34912"/>
                  </a:lnTo>
                  <a:lnTo>
                    <a:pt x="4648" y="34963"/>
                  </a:lnTo>
                  <a:lnTo>
                    <a:pt x="4406" y="36372"/>
                  </a:lnTo>
                  <a:lnTo>
                    <a:pt x="4572" y="39827"/>
                  </a:lnTo>
                  <a:lnTo>
                    <a:pt x="4762" y="40589"/>
                  </a:lnTo>
                  <a:lnTo>
                    <a:pt x="4127" y="40424"/>
                  </a:lnTo>
                  <a:lnTo>
                    <a:pt x="2654" y="40525"/>
                  </a:lnTo>
                  <a:lnTo>
                    <a:pt x="1181" y="40614"/>
                  </a:lnTo>
                  <a:lnTo>
                    <a:pt x="0" y="41059"/>
                  </a:lnTo>
                  <a:lnTo>
                    <a:pt x="38" y="41960"/>
                  </a:lnTo>
                  <a:lnTo>
                    <a:pt x="1244" y="42252"/>
                  </a:lnTo>
                  <a:lnTo>
                    <a:pt x="4203" y="42062"/>
                  </a:lnTo>
                  <a:lnTo>
                    <a:pt x="4864" y="41821"/>
                  </a:lnTo>
                  <a:lnTo>
                    <a:pt x="4724" y="42608"/>
                  </a:lnTo>
                  <a:lnTo>
                    <a:pt x="4800" y="44335"/>
                  </a:lnTo>
                  <a:lnTo>
                    <a:pt x="4889" y="46050"/>
                  </a:lnTo>
                  <a:lnTo>
                    <a:pt x="5270" y="47434"/>
                  </a:lnTo>
                  <a:lnTo>
                    <a:pt x="6045" y="47383"/>
                  </a:lnTo>
                  <a:lnTo>
                    <a:pt x="6286" y="45961"/>
                  </a:lnTo>
                  <a:lnTo>
                    <a:pt x="6121" y="42519"/>
                  </a:lnTo>
                  <a:lnTo>
                    <a:pt x="5905" y="41757"/>
                  </a:lnTo>
                  <a:lnTo>
                    <a:pt x="6591" y="41910"/>
                  </a:lnTo>
                  <a:lnTo>
                    <a:pt x="8077" y="41821"/>
                  </a:lnTo>
                  <a:lnTo>
                    <a:pt x="9550" y="41719"/>
                  </a:lnTo>
                  <a:lnTo>
                    <a:pt x="10731" y="41287"/>
                  </a:lnTo>
                  <a:close/>
                </a:path>
                <a:path w="26670" h="47625">
                  <a:moveTo>
                    <a:pt x="11023" y="6375"/>
                  </a:moveTo>
                  <a:lnTo>
                    <a:pt x="10972" y="5473"/>
                  </a:lnTo>
                  <a:lnTo>
                    <a:pt x="9766" y="5181"/>
                  </a:lnTo>
                  <a:lnTo>
                    <a:pt x="6807" y="5372"/>
                  </a:lnTo>
                  <a:lnTo>
                    <a:pt x="6108" y="5626"/>
                  </a:lnTo>
                  <a:lnTo>
                    <a:pt x="6261" y="4826"/>
                  </a:lnTo>
                  <a:lnTo>
                    <a:pt x="6172" y="3098"/>
                  </a:lnTo>
                  <a:lnTo>
                    <a:pt x="6083" y="1384"/>
                  </a:lnTo>
                  <a:lnTo>
                    <a:pt x="5715" y="0"/>
                  </a:lnTo>
                  <a:lnTo>
                    <a:pt x="4940" y="50"/>
                  </a:lnTo>
                  <a:lnTo>
                    <a:pt x="4699" y="1473"/>
                  </a:lnTo>
                  <a:lnTo>
                    <a:pt x="4851" y="4914"/>
                  </a:lnTo>
                  <a:lnTo>
                    <a:pt x="5054" y="5676"/>
                  </a:lnTo>
                  <a:lnTo>
                    <a:pt x="4419" y="5511"/>
                  </a:lnTo>
                  <a:lnTo>
                    <a:pt x="2933" y="5613"/>
                  </a:lnTo>
                  <a:lnTo>
                    <a:pt x="1460" y="5702"/>
                  </a:lnTo>
                  <a:lnTo>
                    <a:pt x="279" y="6146"/>
                  </a:lnTo>
                  <a:lnTo>
                    <a:pt x="317" y="7048"/>
                  </a:lnTo>
                  <a:lnTo>
                    <a:pt x="1536" y="7340"/>
                  </a:lnTo>
                  <a:lnTo>
                    <a:pt x="4483" y="7150"/>
                  </a:lnTo>
                  <a:lnTo>
                    <a:pt x="5143" y="6908"/>
                  </a:lnTo>
                  <a:lnTo>
                    <a:pt x="5003" y="7708"/>
                  </a:lnTo>
                  <a:lnTo>
                    <a:pt x="5092" y="9423"/>
                  </a:lnTo>
                  <a:lnTo>
                    <a:pt x="5181" y="11137"/>
                  </a:lnTo>
                  <a:lnTo>
                    <a:pt x="5549" y="12522"/>
                  </a:lnTo>
                  <a:lnTo>
                    <a:pt x="6324" y="12471"/>
                  </a:lnTo>
                  <a:lnTo>
                    <a:pt x="6565" y="11049"/>
                  </a:lnTo>
                  <a:lnTo>
                    <a:pt x="6413" y="7607"/>
                  </a:lnTo>
                  <a:lnTo>
                    <a:pt x="6197" y="6845"/>
                  </a:lnTo>
                  <a:lnTo>
                    <a:pt x="6883" y="6997"/>
                  </a:lnTo>
                  <a:lnTo>
                    <a:pt x="8356" y="6908"/>
                  </a:lnTo>
                  <a:lnTo>
                    <a:pt x="9829" y="6819"/>
                  </a:lnTo>
                  <a:lnTo>
                    <a:pt x="11023" y="6375"/>
                  </a:lnTo>
                  <a:close/>
                </a:path>
                <a:path w="26670" h="47625">
                  <a:moveTo>
                    <a:pt x="26162" y="24041"/>
                  </a:moveTo>
                  <a:lnTo>
                    <a:pt x="26111" y="23139"/>
                  </a:lnTo>
                  <a:lnTo>
                    <a:pt x="24904" y="22847"/>
                  </a:lnTo>
                  <a:lnTo>
                    <a:pt x="21945" y="23037"/>
                  </a:lnTo>
                  <a:lnTo>
                    <a:pt x="21247" y="23291"/>
                  </a:lnTo>
                  <a:lnTo>
                    <a:pt x="21399" y="22479"/>
                  </a:lnTo>
                  <a:lnTo>
                    <a:pt x="21310" y="20764"/>
                  </a:lnTo>
                  <a:lnTo>
                    <a:pt x="21234" y="19050"/>
                  </a:lnTo>
                  <a:lnTo>
                    <a:pt x="20853" y="17665"/>
                  </a:lnTo>
                  <a:lnTo>
                    <a:pt x="20078" y="17716"/>
                  </a:lnTo>
                  <a:lnTo>
                    <a:pt x="19837" y="19126"/>
                  </a:lnTo>
                  <a:lnTo>
                    <a:pt x="19989" y="22567"/>
                  </a:lnTo>
                  <a:lnTo>
                    <a:pt x="20193" y="23342"/>
                  </a:lnTo>
                  <a:lnTo>
                    <a:pt x="19558" y="23177"/>
                  </a:lnTo>
                  <a:lnTo>
                    <a:pt x="18084" y="23266"/>
                  </a:lnTo>
                  <a:lnTo>
                    <a:pt x="16598" y="23368"/>
                  </a:lnTo>
                  <a:lnTo>
                    <a:pt x="15417" y="23812"/>
                  </a:lnTo>
                  <a:lnTo>
                    <a:pt x="15468" y="24701"/>
                  </a:lnTo>
                  <a:lnTo>
                    <a:pt x="16675" y="25006"/>
                  </a:lnTo>
                  <a:lnTo>
                    <a:pt x="19634" y="24815"/>
                  </a:lnTo>
                  <a:lnTo>
                    <a:pt x="20281" y="24574"/>
                  </a:lnTo>
                  <a:lnTo>
                    <a:pt x="20142" y="25361"/>
                  </a:lnTo>
                  <a:lnTo>
                    <a:pt x="20231" y="27076"/>
                  </a:lnTo>
                  <a:lnTo>
                    <a:pt x="20320" y="28803"/>
                  </a:lnTo>
                  <a:lnTo>
                    <a:pt x="20688" y="30175"/>
                  </a:lnTo>
                  <a:lnTo>
                    <a:pt x="21463" y="30124"/>
                  </a:lnTo>
                  <a:lnTo>
                    <a:pt x="21704" y="28714"/>
                  </a:lnTo>
                  <a:lnTo>
                    <a:pt x="21551" y="25273"/>
                  </a:lnTo>
                  <a:lnTo>
                    <a:pt x="21336" y="24511"/>
                  </a:lnTo>
                  <a:lnTo>
                    <a:pt x="22021" y="24663"/>
                  </a:lnTo>
                  <a:lnTo>
                    <a:pt x="23495" y="24574"/>
                  </a:lnTo>
                  <a:lnTo>
                    <a:pt x="24968" y="24472"/>
                  </a:lnTo>
                  <a:lnTo>
                    <a:pt x="26162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2" name="object 902" descr=""/>
            <p:cNvSpPr/>
            <p:nvPr/>
          </p:nvSpPr>
          <p:spPr>
            <a:xfrm>
              <a:off x="3938222" y="792720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3" name="object 903" descr=""/>
            <p:cNvSpPr/>
            <p:nvPr/>
          </p:nvSpPr>
          <p:spPr>
            <a:xfrm>
              <a:off x="3940670" y="7929949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16" y="23050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22" y="17411"/>
                  </a:lnTo>
                  <a:lnTo>
                    <a:pt x="4648" y="17462"/>
                  </a:lnTo>
                  <a:lnTo>
                    <a:pt x="4406" y="18872"/>
                  </a:lnTo>
                  <a:lnTo>
                    <a:pt x="4572" y="22326"/>
                  </a:lnTo>
                  <a:lnTo>
                    <a:pt x="4762" y="23088"/>
                  </a:lnTo>
                  <a:lnTo>
                    <a:pt x="4127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00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21" y="25019"/>
                  </a:lnTo>
                  <a:lnTo>
                    <a:pt x="5905" y="24257"/>
                  </a:lnTo>
                  <a:lnTo>
                    <a:pt x="6591" y="24409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87"/>
                  </a:moveTo>
                  <a:lnTo>
                    <a:pt x="25692" y="40386"/>
                  </a:lnTo>
                  <a:lnTo>
                    <a:pt x="24472" y="40093"/>
                  </a:lnTo>
                  <a:lnTo>
                    <a:pt x="21526" y="40271"/>
                  </a:lnTo>
                  <a:lnTo>
                    <a:pt x="20815" y="40538"/>
                  </a:lnTo>
                  <a:lnTo>
                    <a:pt x="20967" y="39725"/>
                  </a:lnTo>
                  <a:lnTo>
                    <a:pt x="20891" y="38011"/>
                  </a:lnTo>
                  <a:lnTo>
                    <a:pt x="20802" y="36296"/>
                  </a:lnTo>
                  <a:lnTo>
                    <a:pt x="20421" y="34912"/>
                  </a:lnTo>
                  <a:lnTo>
                    <a:pt x="19646" y="34963"/>
                  </a:lnTo>
                  <a:lnTo>
                    <a:pt x="19405" y="36372"/>
                  </a:lnTo>
                  <a:lnTo>
                    <a:pt x="19570" y="39827"/>
                  </a:lnTo>
                  <a:lnTo>
                    <a:pt x="19761" y="40589"/>
                  </a:lnTo>
                  <a:lnTo>
                    <a:pt x="19126" y="40424"/>
                  </a:lnTo>
                  <a:lnTo>
                    <a:pt x="17653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62"/>
                  </a:lnTo>
                  <a:lnTo>
                    <a:pt x="19862" y="41821"/>
                  </a:lnTo>
                  <a:lnTo>
                    <a:pt x="19723" y="42608"/>
                  </a:lnTo>
                  <a:lnTo>
                    <a:pt x="19812" y="44323"/>
                  </a:lnTo>
                  <a:lnTo>
                    <a:pt x="19888" y="46050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20" y="42519"/>
                  </a:lnTo>
                  <a:lnTo>
                    <a:pt x="20904" y="41744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49" y="41719"/>
                  </a:lnTo>
                  <a:lnTo>
                    <a:pt x="25730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71" y="5473"/>
                  </a:lnTo>
                  <a:lnTo>
                    <a:pt x="24765" y="5181"/>
                  </a:lnTo>
                  <a:lnTo>
                    <a:pt x="21805" y="5372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70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50" y="4914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59" y="5702"/>
                  </a:lnTo>
                  <a:lnTo>
                    <a:pt x="15278" y="6146"/>
                  </a:lnTo>
                  <a:lnTo>
                    <a:pt x="15316" y="7048"/>
                  </a:lnTo>
                  <a:lnTo>
                    <a:pt x="16535" y="7340"/>
                  </a:lnTo>
                  <a:lnTo>
                    <a:pt x="19494" y="7150"/>
                  </a:lnTo>
                  <a:lnTo>
                    <a:pt x="20142" y="6908"/>
                  </a:lnTo>
                  <a:lnTo>
                    <a:pt x="20015" y="7696"/>
                  </a:lnTo>
                  <a:lnTo>
                    <a:pt x="20091" y="9423"/>
                  </a:lnTo>
                  <a:lnTo>
                    <a:pt x="20180" y="11137"/>
                  </a:lnTo>
                  <a:lnTo>
                    <a:pt x="20548" y="12522"/>
                  </a:lnTo>
                  <a:lnTo>
                    <a:pt x="21323" y="12458"/>
                  </a:lnTo>
                  <a:lnTo>
                    <a:pt x="21564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55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39"/>
                  </a:lnTo>
                  <a:lnTo>
                    <a:pt x="39903" y="22834"/>
                  </a:lnTo>
                  <a:lnTo>
                    <a:pt x="36944" y="23025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09" y="20764"/>
                  </a:lnTo>
                  <a:lnTo>
                    <a:pt x="36233" y="19037"/>
                  </a:lnTo>
                  <a:lnTo>
                    <a:pt x="35852" y="17665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16" y="23799"/>
                  </a:lnTo>
                  <a:lnTo>
                    <a:pt x="30467" y="24701"/>
                  </a:lnTo>
                  <a:lnTo>
                    <a:pt x="31673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29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73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493" y="24574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4" name="object 904" descr=""/>
            <p:cNvSpPr/>
            <p:nvPr/>
          </p:nvSpPr>
          <p:spPr>
            <a:xfrm>
              <a:off x="3984739" y="792720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5" name="object 905" descr=""/>
            <p:cNvSpPr/>
            <p:nvPr/>
          </p:nvSpPr>
          <p:spPr>
            <a:xfrm>
              <a:off x="3987177" y="7929949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706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25"/>
                  </a:lnTo>
                  <a:lnTo>
                    <a:pt x="1193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20"/>
                  </a:lnTo>
                  <a:lnTo>
                    <a:pt x="4737" y="25107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83" y="29933"/>
                  </a:lnTo>
                  <a:lnTo>
                    <a:pt x="6057" y="29883"/>
                  </a:lnTo>
                  <a:lnTo>
                    <a:pt x="6299" y="28460"/>
                  </a:lnTo>
                  <a:lnTo>
                    <a:pt x="6134" y="25019"/>
                  </a:lnTo>
                  <a:lnTo>
                    <a:pt x="5918" y="24244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63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904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92" y="40614"/>
                  </a:lnTo>
                  <a:lnTo>
                    <a:pt x="14998" y="41046"/>
                  </a:lnTo>
                  <a:lnTo>
                    <a:pt x="15049" y="41948"/>
                  </a:lnTo>
                  <a:lnTo>
                    <a:pt x="16256" y="42240"/>
                  </a:lnTo>
                  <a:lnTo>
                    <a:pt x="19215" y="42062"/>
                  </a:lnTo>
                  <a:lnTo>
                    <a:pt x="19875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50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88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35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72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23"/>
                  </a:lnTo>
                  <a:lnTo>
                    <a:pt x="20193" y="11137"/>
                  </a:lnTo>
                  <a:lnTo>
                    <a:pt x="20561" y="12522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35" y="6375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39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45" y="19037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96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45" y="24803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6" name="object 906" descr=""/>
            <p:cNvSpPr/>
            <p:nvPr/>
          </p:nvSpPr>
          <p:spPr>
            <a:xfrm>
              <a:off x="3891705" y="785413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7" name="object 907" descr=""/>
            <p:cNvSpPr/>
            <p:nvPr/>
          </p:nvSpPr>
          <p:spPr>
            <a:xfrm>
              <a:off x="3894150" y="785687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87"/>
                  </a:moveTo>
                  <a:lnTo>
                    <a:pt x="25692" y="40386"/>
                  </a:lnTo>
                  <a:lnTo>
                    <a:pt x="24472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02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53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62"/>
                  </a:lnTo>
                  <a:lnTo>
                    <a:pt x="19862" y="41821"/>
                  </a:lnTo>
                  <a:lnTo>
                    <a:pt x="19723" y="42608"/>
                  </a:lnTo>
                  <a:lnTo>
                    <a:pt x="19812" y="44323"/>
                  </a:lnTo>
                  <a:lnTo>
                    <a:pt x="19888" y="46050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49" y="41719"/>
                  </a:lnTo>
                  <a:lnTo>
                    <a:pt x="25730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07" y="5638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62" y="4914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35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091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39"/>
                  </a:lnTo>
                  <a:lnTo>
                    <a:pt x="39903" y="22834"/>
                  </a:lnTo>
                  <a:lnTo>
                    <a:pt x="36957" y="23025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22" y="20764"/>
                  </a:lnTo>
                  <a:lnTo>
                    <a:pt x="36233" y="19037"/>
                  </a:lnTo>
                  <a:lnTo>
                    <a:pt x="35852" y="17665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73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8" name="object 908" descr=""/>
            <p:cNvSpPr/>
            <p:nvPr/>
          </p:nvSpPr>
          <p:spPr>
            <a:xfrm>
              <a:off x="3914346" y="788965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9" name="object 909" descr=""/>
            <p:cNvSpPr/>
            <p:nvPr/>
          </p:nvSpPr>
          <p:spPr>
            <a:xfrm>
              <a:off x="3916794" y="7892395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16" y="23050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22" y="17411"/>
                  </a:lnTo>
                  <a:lnTo>
                    <a:pt x="4648" y="17462"/>
                  </a:lnTo>
                  <a:lnTo>
                    <a:pt x="4406" y="18884"/>
                  </a:lnTo>
                  <a:lnTo>
                    <a:pt x="4572" y="22326"/>
                  </a:lnTo>
                  <a:lnTo>
                    <a:pt x="4762" y="23088"/>
                  </a:lnTo>
                  <a:lnTo>
                    <a:pt x="4127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20"/>
                  </a:lnTo>
                  <a:lnTo>
                    <a:pt x="4813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21" y="25019"/>
                  </a:lnTo>
                  <a:lnTo>
                    <a:pt x="5905" y="24257"/>
                  </a:lnTo>
                  <a:lnTo>
                    <a:pt x="6591" y="24422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87"/>
                  </a:moveTo>
                  <a:lnTo>
                    <a:pt x="25692" y="40386"/>
                  </a:lnTo>
                  <a:lnTo>
                    <a:pt x="24472" y="40093"/>
                  </a:lnTo>
                  <a:lnTo>
                    <a:pt x="21526" y="40284"/>
                  </a:lnTo>
                  <a:lnTo>
                    <a:pt x="20828" y="40551"/>
                  </a:lnTo>
                  <a:lnTo>
                    <a:pt x="20967" y="39725"/>
                  </a:lnTo>
                  <a:lnTo>
                    <a:pt x="20891" y="38011"/>
                  </a:lnTo>
                  <a:lnTo>
                    <a:pt x="20802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26" y="40424"/>
                  </a:lnTo>
                  <a:lnTo>
                    <a:pt x="17653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60"/>
                  </a:lnTo>
                  <a:lnTo>
                    <a:pt x="16256" y="42252"/>
                  </a:lnTo>
                  <a:lnTo>
                    <a:pt x="19202" y="42062"/>
                  </a:lnTo>
                  <a:lnTo>
                    <a:pt x="19862" y="41821"/>
                  </a:lnTo>
                  <a:lnTo>
                    <a:pt x="19723" y="42608"/>
                  </a:lnTo>
                  <a:lnTo>
                    <a:pt x="19812" y="44335"/>
                  </a:lnTo>
                  <a:lnTo>
                    <a:pt x="19888" y="46050"/>
                  </a:lnTo>
                  <a:lnTo>
                    <a:pt x="20269" y="47434"/>
                  </a:lnTo>
                  <a:lnTo>
                    <a:pt x="21043" y="47383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49" y="41719"/>
                  </a:lnTo>
                  <a:lnTo>
                    <a:pt x="25730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71" y="5473"/>
                  </a:lnTo>
                  <a:lnTo>
                    <a:pt x="24765" y="5181"/>
                  </a:lnTo>
                  <a:lnTo>
                    <a:pt x="21805" y="5372"/>
                  </a:lnTo>
                  <a:lnTo>
                    <a:pt x="21107" y="5638"/>
                  </a:lnTo>
                  <a:lnTo>
                    <a:pt x="21259" y="4813"/>
                  </a:lnTo>
                  <a:lnTo>
                    <a:pt x="21170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73"/>
                  </a:lnTo>
                  <a:lnTo>
                    <a:pt x="19850" y="4914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59" y="5702"/>
                  </a:lnTo>
                  <a:lnTo>
                    <a:pt x="15278" y="6146"/>
                  </a:lnTo>
                  <a:lnTo>
                    <a:pt x="15328" y="7048"/>
                  </a:lnTo>
                  <a:lnTo>
                    <a:pt x="16535" y="7340"/>
                  </a:lnTo>
                  <a:lnTo>
                    <a:pt x="19494" y="7150"/>
                  </a:lnTo>
                  <a:lnTo>
                    <a:pt x="20142" y="6908"/>
                  </a:lnTo>
                  <a:lnTo>
                    <a:pt x="20015" y="7708"/>
                  </a:lnTo>
                  <a:lnTo>
                    <a:pt x="20091" y="9423"/>
                  </a:lnTo>
                  <a:lnTo>
                    <a:pt x="20180" y="11137"/>
                  </a:lnTo>
                  <a:lnTo>
                    <a:pt x="20548" y="12522"/>
                  </a:lnTo>
                  <a:lnTo>
                    <a:pt x="21336" y="12471"/>
                  </a:lnTo>
                  <a:lnTo>
                    <a:pt x="21564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7010"/>
                  </a:lnTo>
                  <a:lnTo>
                    <a:pt x="23355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41"/>
                  </a:moveTo>
                  <a:lnTo>
                    <a:pt x="41122" y="23139"/>
                  </a:lnTo>
                  <a:lnTo>
                    <a:pt x="39903" y="22847"/>
                  </a:lnTo>
                  <a:lnTo>
                    <a:pt x="36944" y="23025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09" y="20764"/>
                  </a:lnTo>
                  <a:lnTo>
                    <a:pt x="36233" y="19050"/>
                  </a:lnTo>
                  <a:lnTo>
                    <a:pt x="35852" y="17665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80"/>
                  </a:lnTo>
                  <a:lnTo>
                    <a:pt x="35191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16" y="23799"/>
                  </a:lnTo>
                  <a:lnTo>
                    <a:pt x="30467" y="24701"/>
                  </a:lnTo>
                  <a:lnTo>
                    <a:pt x="31673" y="24993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29" y="27076"/>
                  </a:lnTo>
                  <a:lnTo>
                    <a:pt x="35318" y="28803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73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493" y="24574"/>
                  </a:lnTo>
                  <a:lnTo>
                    <a:pt x="39979" y="24472"/>
                  </a:lnTo>
                  <a:lnTo>
                    <a:pt x="41160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0" name="object 910" descr=""/>
            <p:cNvSpPr/>
            <p:nvPr/>
          </p:nvSpPr>
          <p:spPr>
            <a:xfrm>
              <a:off x="3961469" y="788965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1" name="object 911" descr=""/>
            <p:cNvSpPr/>
            <p:nvPr/>
          </p:nvSpPr>
          <p:spPr>
            <a:xfrm>
              <a:off x="3963911" y="7892395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22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692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60"/>
                  </a:lnTo>
                  <a:lnTo>
                    <a:pt x="16256" y="42252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35"/>
                  </a:lnTo>
                  <a:lnTo>
                    <a:pt x="19900" y="46050"/>
                  </a:lnTo>
                  <a:lnTo>
                    <a:pt x="20269" y="47434"/>
                  </a:lnTo>
                  <a:lnTo>
                    <a:pt x="21043" y="47383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20" y="5638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73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708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7010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41"/>
                  </a:moveTo>
                  <a:lnTo>
                    <a:pt x="41122" y="23139"/>
                  </a:lnTo>
                  <a:lnTo>
                    <a:pt x="39903" y="22847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398" y="22479"/>
                  </a:lnTo>
                  <a:lnTo>
                    <a:pt x="36322" y="20764"/>
                  </a:lnTo>
                  <a:lnTo>
                    <a:pt x="36233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80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803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60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2" name="object 912" descr=""/>
            <p:cNvSpPr/>
            <p:nvPr/>
          </p:nvSpPr>
          <p:spPr>
            <a:xfrm>
              <a:off x="3884603" y="7889656"/>
              <a:ext cx="29845" cy="53975"/>
            </a:xfrm>
            <a:custGeom>
              <a:avLst/>
              <a:gdLst/>
              <a:ahLst/>
              <a:cxnLst/>
              <a:rect l="l" t="t" r="r" b="b"/>
              <a:pathLst>
                <a:path w="29845" h="53975">
                  <a:moveTo>
                    <a:pt x="29743" y="26711"/>
                  </a:moveTo>
                  <a:lnTo>
                    <a:pt x="6843" y="53422"/>
                  </a:lnTo>
                  <a:lnTo>
                    <a:pt x="0" y="45439"/>
                  </a:lnTo>
                </a:path>
                <a:path w="29845" h="53975">
                  <a:moveTo>
                    <a:pt x="0" y="7983"/>
                  </a:moveTo>
                  <a:lnTo>
                    <a:pt x="6843" y="0"/>
                  </a:lnTo>
                  <a:lnTo>
                    <a:pt x="29743" y="26711"/>
                  </a:lnTo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3" name="object 913" descr=""/>
            <p:cNvSpPr/>
            <p:nvPr/>
          </p:nvSpPr>
          <p:spPr>
            <a:xfrm>
              <a:off x="3885996" y="7892395"/>
              <a:ext cx="26670" cy="47625"/>
            </a:xfrm>
            <a:custGeom>
              <a:avLst/>
              <a:gdLst/>
              <a:ahLst/>
              <a:cxnLst/>
              <a:rect l="l" t="t" r="r" b="b"/>
              <a:pathLst>
                <a:path w="26670" h="47625">
                  <a:moveTo>
                    <a:pt x="10731" y="41287"/>
                  </a:moveTo>
                  <a:lnTo>
                    <a:pt x="10693" y="40386"/>
                  </a:lnTo>
                  <a:lnTo>
                    <a:pt x="9474" y="40093"/>
                  </a:lnTo>
                  <a:lnTo>
                    <a:pt x="6527" y="40284"/>
                  </a:lnTo>
                  <a:lnTo>
                    <a:pt x="5816" y="40551"/>
                  </a:lnTo>
                  <a:lnTo>
                    <a:pt x="5969" y="39725"/>
                  </a:lnTo>
                  <a:lnTo>
                    <a:pt x="5892" y="38011"/>
                  </a:lnTo>
                  <a:lnTo>
                    <a:pt x="5803" y="36296"/>
                  </a:lnTo>
                  <a:lnTo>
                    <a:pt x="5422" y="34912"/>
                  </a:lnTo>
                  <a:lnTo>
                    <a:pt x="4648" y="34963"/>
                  </a:lnTo>
                  <a:lnTo>
                    <a:pt x="4406" y="36372"/>
                  </a:lnTo>
                  <a:lnTo>
                    <a:pt x="4572" y="39827"/>
                  </a:lnTo>
                  <a:lnTo>
                    <a:pt x="4762" y="40589"/>
                  </a:lnTo>
                  <a:lnTo>
                    <a:pt x="4127" y="40424"/>
                  </a:lnTo>
                  <a:lnTo>
                    <a:pt x="2654" y="40525"/>
                  </a:lnTo>
                  <a:lnTo>
                    <a:pt x="1181" y="40614"/>
                  </a:lnTo>
                  <a:lnTo>
                    <a:pt x="0" y="41059"/>
                  </a:lnTo>
                  <a:lnTo>
                    <a:pt x="38" y="41960"/>
                  </a:lnTo>
                  <a:lnTo>
                    <a:pt x="1244" y="42252"/>
                  </a:lnTo>
                  <a:lnTo>
                    <a:pt x="4203" y="42062"/>
                  </a:lnTo>
                  <a:lnTo>
                    <a:pt x="4864" y="41821"/>
                  </a:lnTo>
                  <a:lnTo>
                    <a:pt x="4724" y="42608"/>
                  </a:lnTo>
                  <a:lnTo>
                    <a:pt x="4800" y="44335"/>
                  </a:lnTo>
                  <a:lnTo>
                    <a:pt x="4889" y="46050"/>
                  </a:lnTo>
                  <a:lnTo>
                    <a:pt x="5270" y="47434"/>
                  </a:lnTo>
                  <a:lnTo>
                    <a:pt x="6045" y="47383"/>
                  </a:lnTo>
                  <a:lnTo>
                    <a:pt x="6286" y="45961"/>
                  </a:lnTo>
                  <a:lnTo>
                    <a:pt x="6121" y="42519"/>
                  </a:lnTo>
                  <a:lnTo>
                    <a:pt x="5905" y="41757"/>
                  </a:lnTo>
                  <a:lnTo>
                    <a:pt x="6591" y="41910"/>
                  </a:lnTo>
                  <a:lnTo>
                    <a:pt x="8077" y="41821"/>
                  </a:lnTo>
                  <a:lnTo>
                    <a:pt x="9550" y="41719"/>
                  </a:lnTo>
                  <a:lnTo>
                    <a:pt x="10731" y="41287"/>
                  </a:lnTo>
                  <a:close/>
                </a:path>
                <a:path w="26670" h="47625">
                  <a:moveTo>
                    <a:pt x="11023" y="6375"/>
                  </a:moveTo>
                  <a:lnTo>
                    <a:pt x="10972" y="5473"/>
                  </a:lnTo>
                  <a:lnTo>
                    <a:pt x="9766" y="5181"/>
                  </a:lnTo>
                  <a:lnTo>
                    <a:pt x="6807" y="5372"/>
                  </a:lnTo>
                  <a:lnTo>
                    <a:pt x="6108" y="5638"/>
                  </a:lnTo>
                  <a:lnTo>
                    <a:pt x="6261" y="4813"/>
                  </a:lnTo>
                  <a:lnTo>
                    <a:pt x="6172" y="3098"/>
                  </a:lnTo>
                  <a:lnTo>
                    <a:pt x="6083" y="1384"/>
                  </a:lnTo>
                  <a:lnTo>
                    <a:pt x="5715" y="0"/>
                  </a:lnTo>
                  <a:lnTo>
                    <a:pt x="4940" y="50"/>
                  </a:lnTo>
                  <a:lnTo>
                    <a:pt x="4699" y="1473"/>
                  </a:lnTo>
                  <a:lnTo>
                    <a:pt x="4851" y="4914"/>
                  </a:lnTo>
                  <a:lnTo>
                    <a:pt x="5054" y="5676"/>
                  </a:lnTo>
                  <a:lnTo>
                    <a:pt x="4419" y="5511"/>
                  </a:lnTo>
                  <a:lnTo>
                    <a:pt x="2933" y="5613"/>
                  </a:lnTo>
                  <a:lnTo>
                    <a:pt x="1460" y="5702"/>
                  </a:lnTo>
                  <a:lnTo>
                    <a:pt x="279" y="6146"/>
                  </a:lnTo>
                  <a:lnTo>
                    <a:pt x="317" y="7048"/>
                  </a:lnTo>
                  <a:lnTo>
                    <a:pt x="1536" y="7340"/>
                  </a:lnTo>
                  <a:lnTo>
                    <a:pt x="4483" y="7150"/>
                  </a:lnTo>
                  <a:lnTo>
                    <a:pt x="5143" y="6908"/>
                  </a:lnTo>
                  <a:lnTo>
                    <a:pt x="5003" y="7708"/>
                  </a:lnTo>
                  <a:lnTo>
                    <a:pt x="5092" y="9423"/>
                  </a:lnTo>
                  <a:lnTo>
                    <a:pt x="5181" y="11137"/>
                  </a:lnTo>
                  <a:lnTo>
                    <a:pt x="5549" y="12522"/>
                  </a:lnTo>
                  <a:lnTo>
                    <a:pt x="6324" y="12471"/>
                  </a:lnTo>
                  <a:lnTo>
                    <a:pt x="6565" y="11049"/>
                  </a:lnTo>
                  <a:lnTo>
                    <a:pt x="6413" y="7607"/>
                  </a:lnTo>
                  <a:lnTo>
                    <a:pt x="6197" y="6845"/>
                  </a:lnTo>
                  <a:lnTo>
                    <a:pt x="6883" y="7010"/>
                  </a:lnTo>
                  <a:lnTo>
                    <a:pt x="8356" y="6908"/>
                  </a:lnTo>
                  <a:lnTo>
                    <a:pt x="9829" y="6819"/>
                  </a:lnTo>
                  <a:lnTo>
                    <a:pt x="11023" y="6375"/>
                  </a:lnTo>
                  <a:close/>
                </a:path>
                <a:path w="26670" h="47625">
                  <a:moveTo>
                    <a:pt x="26162" y="24041"/>
                  </a:moveTo>
                  <a:lnTo>
                    <a:pt x="26111" y="23139"/>
                  </a:lnTo>
                  <a:lnTo>
                    <a:pt x="24904" y="22847"/>
                  </a:lnTo>
                  <a:lnTo>
                    <a:pt x="21945" y="23025"/>
                  </a:lnTo>
                  <a:lnTo>
                    <a:pt x="21247" y="23291"/>
                  </a:lnTo>
                  <a:lnTo>
                    <a:pt x="21399" y="22479"/>
                  </a:lnTo>
                  <a:lnTo>
                    <a:pt x="21310" y="20764"/>
                  </a:lnTo>
                  <a:lnTo>
                    <a:pt x="21234" y="19050"/>
                  </a:lnTo>
                  <a:lnTo>
                    <a:pt x="20853" y="17665"/>
                  </a:lnTo>
                  <a:lnTo>
                    <a:pt x="20078" y="17716"/>
                  </a:lnTo>
                  <a:lnTo>
                    <a:pt x="19837" y="19126"/>
                  </a:lnTo>
                  <a:lnTo>
                    <a:pt x="19989" y="22580"/>
                  </a:lnTo>
                  <a:lnTo>
                    <a:pt x="20193" y="23342"/>
                  </a:lnTo>
                  <a:lnTo>
                    <a:pt x="19558" y="23177"/>
                  </a:lnTo>
                  <a:lnTo>
                    <a:pt x="18084" y="23266"/>
                  </a:lnTo>
                  <a:lnTo>
                    <a:pt x="16598" y="23368"/>
                  </a:lnTo>
                  <a:lnTo>
                    <a:pt x="15417" y="23799"/>
                  </a:lnTo>
                  <a:lnTo>
                    <a:pt x="15468" y="24701"/>
                  </a:lnTo>
                  <a:lnTo>
                    <a:pt x="16675" y="24993"/>
                  </a:lnTo>
                  <a:lnTo>
                    <a:pt x="19634" y="24815"/>
                  </a:lnTo>
                  <a:lnTo>
                    <a:pt x="20281" y="24574"/>
                  </a:lnTo>
                  <a:lnTo>
                    <a:pt x="20142" y="25361"/>
                  </a:lnTo>
                  <a:lnTo>
                    <a:pt x="20231" y="27076"/>
                  </a:lnTo>
                  <a:lnTo>
                    <a:pt x="20320" y="28803"/>
                  </a:lnTo>
                  <a:lnTo>
                    <a:pt x="20688" y="30175"/>
                  </a:lnTo>
                  <a:lnTo>
                    <a:pt x="21463" y="30124"/>
                  </a:lnTo>
                  <a:lnTo>
                    <a:pt x="21704" y="28714"/>
                  </a:lnTo>
                  <a:lnTo>
                    <a:pt x="21551" y="25273"/>
                  </a:lnTo>
                  <a:lnTo>
                    <a:pt x="21336" y="24511"/>
                  </a:lnTo>
                  <a:lnTo>
                    <a:pt x="22021" y="24663"/>
                  </a:lnTo>
                  <a:lnTo>
                    <a:pt x="23495" y="24574"/>
                  </a:lnTo>
                  <a:lnTo>
                    <a:pt x="24968" y="24472"/>
                  </a:lnTo>
                  <a:lnTo>
                    <a:pt x="26162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4" name="object 914" descr=""/>
            <p:cNvSpPr/>
            <p:nvPr/>
          </p:nvSpPr>
          <p:spPr>
            <a:xfrm>
              <a:off x="3938222" y="785413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5" name="object 915" descr=""/>
            <p:cNvSpPr/>
            <p:nvPr/>
          </p:nvSpPr>
          <p:spPr>
            <a:xfrm>
              <a:off x="3940670" y="785687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16" y="23050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22" y="17411"/>
                  </a:lnTo>
                  <a:lnTo>
                    <a:pt x="4648" y="17462"/>
                  </a:lnTo>
                  <a:lnTo>
                    <a:pt x="4406" y="18884"/>
                  </a:lnTo>
                  <a:lnTo>
                    <a:pt x="4572" y="22326"/>
                  </a:lnTo>
                  <a:lnTo>
                    <a:pt x="4762" y="23088"/>
                  </a:lnTo>
                  <a:lnTo>
                    <a:pt x="4127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00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21" y="25019"/>
                  </a:lnTo>
                  <a:lnTo>
                    <a:pt x="5905" y="24257"/>
                  </a:lnTo>
                  <a:lnTo>
                    <a:pt x="6591" y="24409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87"/>
                  </a:moveTo>
                  <a:lnTo>
                    <a:pt x="25692" y="40386"/>
                  </a:lnTo>
                  <a:lnTo>
                    <a:pt x="24472" y="40093"/>
                  </a:lnTo>
                  <a:lnTo>
                    <a:pt x="21526" y="40284"/>
                  </a:lnTo>
                  <a:lnTo>
                    <a:pt x="20815" y="40551"/>
                  </a:lnTo>
                  <a:lnTo>
                    <a:pt x="20967" y="39725"/>
                  </a:lnTo>
                  <a:lnTo>
                    <a:pt x="20891" y="38011"/>
                  </a:lnTo>
                  <a:lnTo>
                    <a:pt x="20802" y="36296"/>
                  </a:lnTo>
                  <a:lnTo>
                    <a:pt x="20421" y="34912"/>
                  </a:lnTo>
                  <a:lnTo>
                    <a:pt x="19646" y="34963"/>
                  </a:lnTo>
                  <a:lnTo>
                    <a:pt x="19405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26" y="40424"/>
                  </a:lnTo>
                  <a:lnTo>
                    <a:pt x="17653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62"/>
                  </a:lnTo>
                  <a:lnTo>
                    <a:pt x="19862" y="41821"/>
                  </a:lnTo>
                  <a:lnTo>
                    <a:pt x="19723" y="42608"/>
                  </a:lnTo>
                  <a:lnTo>
                    <a:pt x="19812" y="44323"/>
                  </a:lnTo>
                  <a:lnTo>
                    <a:pt x="19888" y="46050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20" y="42519"/>
                  </a:lnTo>
                  <a:lnTo>
                    <a:pt x="20904" y="41744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49" y="41719"/>
                  </a:lnTo>
                  <a:lnTo>
                    <a:pt x="25730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71" y="5473"/>
                  </a:lnTo>
                  <a:lnTo>
                    <a:pt x="24765" y="5181"/>
                  </a:lnTo>
                  <a:lnTo>
                    <a:pt x="21805" y="5372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70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50" y="4914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59" y="5702"/>
                  </a:lnTo>
                  <a:lnTo>
                    <a:pt x="15278" y="6146"/>
                  </a:lnTo>
                  <a:lnTo>
                    <a:pt x="15316" y="7048"/>
                  </a:lnTo>
                  <a:lnTo>
                    <a:pt x="16535" y="7340"/>
                  </a:lnTo>
                  <a:lnTo>
                    <a:pt x="19494" y="7150"/>
                  </a:lnTo>
                  <a:lnTo>
                    <a:pt x="20142" y="6908"/>
                  </a:lnTo>
                  <a:lnTo>
                    <a:pt x="20015" y="7696"/>
                  </a:lnTo>
                  <a:lnTo>
                    <a:pt x="20091" y="9423"/>
                  </a:lnTo>
                  <a:lnTo>
                    <a:pt x="20180" y="11137"/>
                  </a:lnTo>
                  <a:lnTo>
                    <a:pt x="20548" y="12522"/>
                  </a:lnTo>
                  <a:lnTo>
                    <a:pt x="21323" y="12471"/>
                  </a:lnTo>
                  <a:lnTo>
                    <a:pt x="21564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55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39"/>
                  </a:lnTo>
                  <a:lnTo>
                    <a:pt x="39903" y="22834"/>
                  </a:lnTo>
                  <a:lnTo>
                    <a:pt x="36944" y="23025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09" y="20764"/>
                  </a:lnTo>
                  <a:lnTo>
                    <a:pt x="36233" y="19037"/>
                  </a:lnTo>
                  <a:lnTo>
                    <a:pt x="35852" y="17665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16" y="23799"/>
                  </a:lnTo>
                  <a:lnTo>
                    <a:pt x="30467" y="24701"/>
                  </a:lnTo>
                  <a:lnTo>
                    <a:pt x="31673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29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73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493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6" name="object 916" descr=""/>
            <p:cNvSpPr/>
            <p:nvPr/>
          </p:nvSpPr>
          <p:spPr>
            <a:xfrm>
              <a:off x="3984739" y="785413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7" name="object 917" descr=""/>
            <p:cNvSpPr/>
            <p:nvPr/>
          </p:nvSpPr>
          <p:spPr>
            <a:xfrm>
              <a:off x="3987177" y="785687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706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25"/>
                  </a:lnTo>
                  <a:lnTo>
                    <a:pt x="1193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20"/>
                  </a:lnTo>
                  <a:lnTo>
                    <a:pt x="4737" y="25107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83" y="29933"/>
                  </a:lnTo>
                  <a:lnTo>
                    <a:pt x="6057" y="29883"/>
                  </a:lnTo>
                  <a:lnTo>
                    <a:pt x="6299" y="28460"/>
                  </a:lnTo>
                  <a:lnTo>
                    <a:pt x="6134" y="25019"/>
                  </a:lnTo>
                  <a:lnTo>
                    <a:pt x="5918" y="24244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63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904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14"/>
                  </a:lnTo>
                  <a:lnTo>
                    <a:pt x="19786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92" y="40614"/>
                  </a:lnTo>
                  <a:lnTo>
                    <a:pt x="14998" y="41046"/>
                  </a:lnTo>
                  <a:lnTo>
                    <a:pt x="15049" y="41948"/>
                  </a:lnTo>
                  <a:lnTo>
                    <a:pt x="16256" y="42240"/>
                  </a:lnTo>
                  <a:lnTo>
                    <a:pt x="19215" y="42062"/>
                  </a:lnTo>
                  <a:lnTo>
                    <a:pt x="19875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50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88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35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72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23"/>
                  </a:lnTo>
                  <a:lnTo>
                    <a:pt x="20193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35" y="6375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39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45" y="19037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96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45" y="24803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8" name="object 918" descr=""/>
            <p:cNvSpPr/>
            <p:nvPr/>
          </p:nvSpPr>
          <p:spPr>
            <a:xfrm>
              <a:off x="4035300" y="792720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9" name="object 919" descr=""/>
            <p:cNvSpPr/>
            <p:nvPr/>
          </p:nvSpPr>
          <p:spPr>
            <a:xfrm>
              <a:off x="4037736" y="7929949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706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905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84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25"/>
                  </a:lnTo>
                  <a:lnTo>
                    <a:pt x="1193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76" y="24320"/>
                  </a:lnTo>
                  <a:lnTo>
                    <a:pt x="4737" y="25107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83" y="29933"/>
                  </a:lnTo>
                  <a:lnTo>
                    <a:pt x="6057" y="29883"/>
                  </a:lnTo>
                  <a:lnTo>
                    <a:pt x="6299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89" y="24320"/>
                  </a:lnTo>
                  <a:lnTo>
                    <a:pt x="9563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39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904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92" y="40614"/>
                  </a:lnTo>
                  <a:lnTo>
                    <a:pt x="15011" y="41046"/>
                  </a:lnTo>
                  <a:lnTo>
                    <a:pt x="15049" y="41948"/>
                  </a:lnTo>
                  <a:lnTo>
                    <a:pt x="16268" y="42240"/>
                  </a:lnTo>
                  <a:lnTo>
                    <a:pt x="19215" y="42062"/>
                  </a:lnTo>
                  <a:lnTo>
                    <a:pt x="19875" y="41821"/>
                  </a:lnTo>
                  <a:lnTo>
                    <a:pt x="19735" y="42608"/>
                  </a:lnTo>
                  <a:lnTo>
                    <a:pt x="19824" y="44323"/>
                  </a:lnTo>
                  <a:lnTo>
                    <a:pt x="19900" y="46050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88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35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72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107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57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507" y="7150"/>
                  </a:lnTo>
                  <a:lnTo>
                    <a:pt x="20154" y="6908"/>
                  </a:lnTo>
                  <a:lnTo>
                    <a:pt x="20027" y="7696"/>
                  </a:lnTo>
                  <a:lnTo>
                    <a:pt x="20104" y="9423"/>
                  </a:lnTo>
                  <a:lnTo>
                    <a:pt x="20193" y="11137"/>
                  </a:lnTo>
                  <a:lnTo>
                    <a:pt x="20561" y="12522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35" y="6375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39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45" y="19037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96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80" y="24701"/>
                  </a:lnTo>
                  <a:lnTo>
                    <a:pt x="31686" y="24993"/>
                  </a:lnTo>
                  <a:lnTo>
                    <a:pt x="34645" y="24803"/>
                  </a:lnTo>
                  <a:lnTo>
                    <a:pt x="35293" y="24574"/>
                  </a:lnTo>
                  <a:lnTo>
                    <a:pt x="35166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92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0" name="object 920" descr=""/>
            <p:cNvSpPr/>
            <p:nvPr/>
          </p:nvSpPr>
          <p:spPr>
            <a:xfrm>
              <a:off x="4057941" y="796273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1" name="object 921" descr=""/>
            <p:cNvSpPr/>
            <p:nvPr/>
          </p:nvSpPr>
          <p:spPr>
            <a:xfrm>
              <a:off x="4060380" y="7965471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81" y="22237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20"/>
                  </a:lnTo>
                  <a:lnTo>
                    <a:pt x="4737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73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22"/>
                  </a:lnTo>
                  <a:lnTo>
                    <a:pt x="8077" y="24320"/>
                  </a:lnTo>
                  <a:lnTo>
                    <a:pt x="9563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25"/>
                  </a:lnTo>
                  <a:lnTo>
                    <a:pt x="16192" y="40614"/>
                  </a:lnTo>
                  <a:lnTo>
                    <a:pt x="14998" y="41059"/>
                  </a:lnTo>
                  <a:lnTo>
                    <a:pt x="15049" y="41960"/>
                  </a:lnTo>
                  <a:lnTo>
                    <a:pt x="16256" y="42252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35"/>
                  </a:lnTo>
                  <a:lnTo>
                    <a:pt x="19900" y="46050"/>
                  </a:lnTo>
                  <a:lnTo>
                    <a:pt x="20281" y="47434"/>
                  </a:lnTo>
                  <a:lnTo>
                    <a:pt x="21056" y="47383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44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72"/>
                  </a:lnTo>
                  <a:lnTo>
                    <a:pt x="21120" y="5626"/>
                  </a:lnTo>
                  <a:lnTo>
                    <a:pt x="21272" y="4826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73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708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73" y="24041"/>
                  </a:moveTo>
                  <a:lnTo>
                    <a:pt x="41122" y="23139"/>
                  </a:lnTo>
                  <a:lnTo>
                    <a:pt x="39916" y="22847"/>
                  </a:lnTo>
                  <a:lnTo>
                    <a:pt x="36957" y="23037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33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812"/>
                  </a:lnTo>
                  <a:lnTo>
                    <a:pt x="30467" y="24701"/>
                  </a:lnTo>
                  <a:lnTo>
                    <a:pt x="31686" y="25006"/>
                  </a:lnTo>
                  <a:lnTo>
                    <a:pt x="34645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803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73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2" name="object 922" descr=""/>
            <p:cNvSpPr/>
            <p:nvPr/>
          </p:nvSpPr>
          <p:spPr>
            <a:xfrm>
              <a:off x="4105064" y="796273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3" name="object 923" descr=""/>
            <p:cNvSpPr/>
            <p:nvPr/>
          </p:nvSpPr>
          <p:spPr>
            <a:xfrm>
              <a:off x="4107510" y="7965471"/>
              <a:ext cx="20955" cy="47625"/>
            </a:xfrm>
            <a:custGeom>
              <a:avLst/>
              <a:gdLst/>
              <a:ahLst/>
              <a:cxnLst/>
              <a:rect l="l" t="t" r="r" b="b"/>
              <a:pathLst>
                <a:path w="20954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69" y="22237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27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20"/>
                  </a:lnTo>
                  <a:lnTo>
                    <a:pt x="4813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73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22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31" y="23787"/>
                  </a:lnTo>
                  <a:close/>
                </a:path>
                <a:path w="20954" h="47625">
                  <a:moveTo>
                    <a:pt x="20408" y="34912"/>
                  </a:moveTo>
                  <a:lnTo>
                    <a:pt x="19418" y="34912"/>
                  </a:lnTo>
                  <a:lnTo>
                    <a:pt x="19418" y="40500"/>
                  </a:lnTo>
                  <a:lnTo>
                    <a:pt x="19138" y="40424"/>
                  </a:lnTo>
                  <a:lnTo>
                    <a:pt x="17653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60"/>
                  </a:lnTo>
                  <a:lnTo>
                    <a:pt x="16256" y="42252"/>
                  </a:lnTo>
                  <a:lnTo>
                    <a:pt x="19202" y="42062"/>
                  </a:lnTo>
                  <a:lnTo>
                    <a:pt x="19723" y="41871"/>
                  </a:lnTo>
                  <a:lnTo>
                    <a:pt x="19723" y="47434"/>
                  </a:lnTo>
                  <a:lnTo>
                    <a:pt x="20408" y="47434"/>
                  </a:lnTo>
                  <a:lnTo>
                    <a:pt x="20408" y="41910"/>
                  </a:lnTo>
                  <a:lnTo>
                    <a:pt x="20408" y="41198"/>
                  </a:lnTo>
                  <a:lnTo>
                    <a:pt x="20408" y="40093"/>
                  </a:lnTo>
                  <a:lnTo>
                    <a:pt x="20408" y="34912"/>
                  </a:lnTo>
                  <a:close/>
                </a:path>
                <a:path w="20954" h="47625">
                  <a:moveTo>
                    <a:pt x="20408" y="0"/>
                  </a:moveTo>
                  <a:lnTo>
                    <a:pt x="19697" y="0"/>
                  </a:lnTo>
                  <a:lnTo>
                    <a:pt x="19697" y="5511"/>
                  </a:lnTo>
                  <a:lnTo>
                    <a:pt x="15278" y="5511"/>
                  </a:lnTo>
                  <a:lnTo>
                    <a:pt x="15278" y="7340"/>
                  </a:lnTo>
                  <a:lnTo>
                    <a:pt x="20015" y="7340"/>
                  </a:lnTo>
                  <a:lnTo>
                    <a:pt x="20015" y="12522"/>
                  </a:lnTo>
                  <a:lnTo>
                    <a:pt x="20408" y="12522"/>
                  </a:lnTo>
                  <a:lnTo>
                    <a:pt x="20408" y="7340"/>
                  </a:lnTo>
                  <a:lnTo>
                    <a:pt x="20408" y="6286"/>
                  </a:lnTo>
                  <a:lnTo>
                    <a:pt x="20408" y="5511"/>
                  </a:lnTo>
                  <a:lnTo>
                    <a:pt x="20408" y="0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4" name="object 924" descr=""/>
            <p:cNvSpPr/>
            <p:nvPr/>
          </p:nvSpPr>
          <p:spPr>
            <a:xfrm>
              <a:off x="4012142" y="796273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5" name="object 925" descr=""/>
            <p:cNvSpPr/>
            <p:nvPr/>
          </p:nvSpPr>
          <p:spPr>
            <a:xfrm>
              <a:off x="4014584" y="7965471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81" y="22237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73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22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692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60"/>
                  </a:lnTo>
                  <a:lnTo>
                    <a:pt x="16256" y="42252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35"/>
                  </a:lnTo>
                  <a:lnTo>
                    <a:pt x="19900" y="46050"/>
                  </a:lnTo>
                  <a:lnTo>
                    <a:pt x="20269" y="47434"/>
                  </a:lnTo>
                  <a:lnTo>
                    <a:pt x="21043" y="47383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07" y="5638"/>
                  </a:lnTo>
                  <a:lnTo>
                    <a:pt x="21259" y="4826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73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708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49"/>
                  </a:lnTo>
                  <a:lnTo>
                    <a:pt x="21412" y="7607"/>
                  </a:lnTo>
                  <a:lnTo>
                    <a:pt x="21196" y="6832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41"/>
                  </a:moveTo>
                  <a:lnTo>
                    <a:pt x="41122" y="23139"/>
                  </a:lnTo>
                  <a:lnTo>
                    <a:pt x="39903" y="22847"/>
                  </a:lnTo>
                  <a:lnTo>
                    <a:pt x="36957" y="23037"/>
                  </a:lnTo>
                  <a:lnTo>
                    <a:pt x="36258" y="23304"/>
                  </a:lnTo>
                  <a:lnTo>
                    <a:pt x="36398" y="22479"/>
                  </a:lnTo>
                  <a:lnTo>
                    <a:pt x="36322" y="20764"/>
                  </a:lnTo>
                  <a:lnTo>
                    <a:pt x="36233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812"/>
                  </a:lnTo>
                  <a:lnTo>
                    <a:pt x="30467" y="24701"/>
                  </a:lnTo>
                  <a:lnTo>
                    <a:pt x="31686" y="25006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803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60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6" name="object 926" descr=""/>
            <p:cNvSpPr/>
            <p:nvPr/>
          </p:nvSpPr>
          <p:spPr>
            <a:xfrm>
              <a:off x="4081816" y="792720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7" name="object 927" descr=""/>
            <p:cNvSpPr/>
            <p:nvPr/>
          </p:nvSpPr>
          <p:spPr>
            <a:xfrm>
              <a:off x="4084256" y="7929949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20"/>
                  </a:lnTo>
                  <a:lnTo>
                    <a:pt x="4737" y="25107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63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49" y="41948"/>
                  </a:lnTo>
                  <a:lnTo>
                    <a:pt x="16256" y="42240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50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44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39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33" y="19037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8" name="object 928" descr=""/>
            <p:cNvSpPr/>
            <p:nvPr/>
          </p:nvSpPr>
          <p:spPr>
            <a:xfrm>
              <a:off x="4128333" y="792720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9" name="object 929" descr=""/>
            <p:cNvSpPr/>
            <p:nvPr/>
          </p:nvSpPr>
          <p:spPr>
            <a:xfrm>
              <a:off x="4035300" y="785413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0" name="object 930" descr=""/>
            <p:cNvSpPr/>
            <p:nvPr/>
          </p:nvSpPr>
          <p:spPr>
            <a:xfrm>
              <a:off x="4037736" y="785687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706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905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84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25"/>
                  </a:lnTo>
                  <a:lnTo>
                    <a:pt x="1193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76" y="24320"/>
                  </a:lnTo>
                  <a:lnTo>
                    <a:pt x="4737" y="25107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83" y="29933"/>
                  </a:lnTo>
                  <a:lnTo>
                    <a:pt x="6057" y="29883"/>
                  </a:lnTo>
                  <a:lnTo>
                    <a:pt x="6299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89" y="24320"/>
                  </a:lnTo>
                  <a:lnTo>
                    <a:pt x="9563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39" y="40284"/>
                  </a:lnTo>
                  <a:lnTo>
                    <a:pt x="20828" y="40551"/>
                  </a:lnTo>
                  <a:lnTo>
                    <a:pt x="20980" y="39725"/>
                  </a:lnTo>
                  <a:lnTo>
                    <a:pt x="20904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14"/>
                  </a:lnTo>
                  <a:lnTo>
                    <a:pt x="19786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92" y="40614"/>
                  </a:lnTo>
                  <a:lnTo>
                    <a:pt x="15011" y="41046"/>
                  </a:lnTo>
                  <a:lnTo>
                    <a:pt x="15049" y="41948"/>
                  </a:lnTo>
                  <a:lnTo>
                    <a:pt x="16268" y="42240"/>
                  </a:lnTo>
                  <a:lnTo>
                    <a:pt x="19215" y="42062"/>
                  </a:lnTo>
                  <a:lnTo>
                    <a:pt x="19875" y="41821"/>
                  </a:lnTo>
                  <a:lnTo>
                    <a:pt x="19735" y="42608"/>
                  </a:lnTo>
                  <a:lnTo>
                    <a:pt x="19824" y="44323"/>
                  </a:lnTo>
                  <a:lnTo>
                    <a:pt x="19900" y="46050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88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35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72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107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57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507" y="7150"/>
                  </a:lnTo>
                  <a:lnTo>
                    <a:pt x="20154" y="6908"/>
                  </a:lnTo>
                  <a:lnTo>
                    <a:pt x="20027" y="7696"/>
                  </a:lnTo>
                  <a:lnTo>
                    <a:pt x="20104" y="9423"/>
                  </a:lnTo>
                  <a:lnTo>
                    <a:pt x="20193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35" y="6375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39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45" y="19037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96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80" y="24701"/>
                  </a:lnTo>
                  <a:lnTo>
                    <a:pt x="31686" y="24993"/>
                  </a:lnTo>
                  <a:lnTo>
                    <a:pt x="34645" y="24803"/>
                  </a:lnTo>
                  <a:lnTo>
                    <a:pt x="35293" y="24574"/>
                  </a:lnTo>
                  <a:lnTo>
                    <a:pt x="35166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92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1" name="object 931" descr=""/>
            <p:cNvSpPr/>
            <p:nvPr/>
          </p:nvSpPr>
          <p:spPr>
            <a:xfrm>
              <a:off x="4057941" y="788965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2" name="object 932" descr=""/>
            <p:cNvSpPr/>
            <p:nvPr/>
          </p:nvSpPr>
          <p:spPr>
            <a:xfrm>
              <a:off x="4060380" y="7892395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20"/>
                  </a:lnTo>
                  <a:lnTo>
                    <a:pt x="4737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22"/>
                  </a:lnTo>
                  <a:lnTo>
                    <a:pt x="8077" y="24320"/>
                  </a:lnTo>
                  <a:lnTo>
                    <a:pt x="9563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25"/>
                  </a:lnTo>
                  <a:lnTo>
                    <a:pt x="16192" y="40614"/>
                  </a:lnTo>
                  <a:lnTo>
                    <a:pt x="14998" y="41059"/>
                  </a:lnTo>
                  <a:lnTo>
                    <a:pt x="15049" y="41960"/>
                  </a:lnTo>
                  <a:lnTo>
                    <a:pt x="16256" y="42252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35"/>
                  </a:lnTo>
                  <a:lnTo>
                    <a:pt x="19900" y="46050"/>
                  </a:lnTo>
                  <a:lnTo>
                    <a:pt x="20281" y="47434"/>
                  </a:lnTo>
                  <a:lnTo>
                    <a:pt x="21056" y="47383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44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72"/>
                  </a:lnTo>
                  <a:lnTo>
                    <a:pt x="21120" y="5638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73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708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7010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73" y="24041"/>
                  </a:moveTo>
                  <a:lnTo>
                    <a:pt x="41122" y="23139"/>
                  </a:lnTo>
                  <a:lnTo>
                    <a:pt x="39916" y="22847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33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80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45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803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73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3" name="object 933" descr=""/>
            <p:cNvSpPr/>
            <p:nvPr/>
          </p:nvSpPr>
          <p:spPr>
            <a:xfrm>
              <a:off x="4105064" y="788965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4" name="object 934" descr=""/>
            <p:cNvSpPr/>
            <p:nvPr/>
          </p:nvSpPr>
          <p:spPr>
            <a:xfrm>
              <a:off x="4107510" y="7892395"/>
              <a:ext cx="20955" cy="47625"/>
            </a:xfrm>
            <a:custGeom>
              <a:avLst/>
              <a:gdLst/>
              <a:ahLst/>
              <a:cxnLst/>
              <a:rect l="l" t="t" r="r" b="b"/>
              <a:pathLst>
                <a:path w="20954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27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20"/>
                  </a:lnTo>
                  <a:lnTo>
                    <a:pt x="4813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22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31" y="23787"/>
                  </a:lnTo>
                  <a:close/>
                </a:path>
                <a:path w="20954" h="47625">
                  <a:moveTo>
                    <a:pt x="20408" y="34912"/>
                  </a:moveTo>
                  <a:lnTo>
                    <a:pt x="19418" y="34912"/>
                  </a:lnTo>
                  <a:lnTo>
                    <a:pt x="19418" y="40500"/>
                  </a:lnTo>
                  <a:lnTo>
                    <a:pt x="19138" y="40424"/>
                  </a:lnTo>
                  <a:lnTo>
                    <a:pt x="17653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60"/>
                  </a:lnTo>
                  <a:lnTo>
                    <a:pt x="16256" y="42252"/>
                  </a:lnTo>
                  <a:lnTo>
                    <a:pt x="19202" y="42062"/>
                  </a:lnTo>
                  <a:lnTo>
                    <a:pt x="19723" y="41871"/>
                  </a:lnTo>
                  <a:lnTo>
                    <a:pt x="19723" y="47434"/>
                  </a:lnTo>
                  <a:lnTo>
                    <a:pt x="20408" y="47434"/>
                  </a:lnTo>
                  <a:lnTo>
                    <a:pt x="20408" y="41910"/>
                  </a:lnTo>
                  <a:lnTo>
                    <a:pt x="20408" y="41198"/>
                  </a:lnTo>
                  <a:lnTo>
                    <a:pt x="20408" y="40093"/>
                  </a:lnTo>
                  <a:lnTo>
                    <a:pt x="20408" y="34912"/>
                  </a:lnTo>
                  <a:close/>
                </a:path>
                <a:path w="20954" h="47625">
                  <a:moveTo>
                    <a:pt x="20408" y="0"/>
                  </a:moveTo>
                  <a:lnTo>
                    <a:pt x="19697" y="0"/>
                  </a:lnTo>
                  <a:lnTo>
                    <a:pt x="19697" y="5511"/>
                  </a:lnTo>
                  <a:lnTo>
                    <a:pt x="15278" y="5511"/>
                  </a:lnTo>
                  <a:lnTo>
                    <a:pt x="15278" y="7340"/>
                  </a:lnTo>
                  <a:lnTo>
                    <a:pt x="20015" y="7340"/>
                  </a:lnTo>
                  <a:lnTo>
                    <a:pt x="20015" y="12522"/>
                  </a:lnTo>
                  <a:lnTo>
                    <a:pt x="20408" y="12522"/>
                  </a:lnTo>
                  <a:lnTo>
                    <a:pt x="20408" y="7340"/>
                  </a:lnTo>
                  <a:lnTo>
                    <a:pt x="20408" y="6286"/>
                  </a:lnTo>
                  <a:lnTo>
                    <a:pt x="20408" y="5511"/>
                  </a:lnTo>
                  <a:lnTo>
                    <a:pt x="20408" y="0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5" name="object 935" descr=""/>
            <p:cNvSpPr/>
            <p:nvPr/>
          </p:nvSpPr>
          <p:spPr>
            <a:xfrm>
              <a:off x="4012142" y="788965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6" name="object 936" descr=""/>
            <p:cNvSpPr/>
            <p:nvPr/>
          </p:nvSpPr>
          <p:spPr>
            <a:xfrm>
              <a:off x="4014584" y="7892395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22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692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60"/>
                  </a:lnTo>
                  <a:lnTo>
                    <a:pt x="16256" y="42252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35"/>
                  </a:lnTo>
                  <a:lnTo>
                    <a:pt x="19900" y="46050"/>
                  </a:lnTo>
                  <a:lnTo>
                    <a:pt x="20269" y="47434"/>
                  </a:lnTo>
                  <a:lnTo>
                    <a:pt x="21043" y="47383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07" y="5638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73"/>
                  </a:lnTo>
                  <a:lnTo>
                    <a:pt x="19862" y="4914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708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94" y="7010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41"/>
                  </a:moveTo>
                  <a:lnTo>
                    <a:pt x="41122" y="23139"/>
                  </a:lnTo>
                  <a:lnTo>
                    <a:pt x="39903" y="22847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398" y="22479"/>
                  </a:lnTo>
                  <a:lnTo>
                    <a:pt x="36322" y="20764"/>
                  </a:lnTo>
                  <a:lnTo>
                    <a:pt x="36233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80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803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60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7" name="object 937" descr=""/>
            <p:cNvSpPr/>
            <p:nvPr/>
          </p:nvSpPr>
          <p:spPr>
            <a:xfrm>
              <a:off x="4081816" y="785413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8" name="object 938" descr=""/>
            <p:cNvSpPr/>
            <p:nvPr/>
          </p:nvSpPr>
          <p:spPr>
            <a:xfrm>
              <a:off x="4084256" y="785687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20"/>
                  </a:lnTo>
                  <a:lnTo>
                    <a:pt x="4737" y="25107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63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14"/>
                  </a:lnTo>
                  <a:lnTo>
                    <a:pt x="19786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49" y="41948"/>
                  </a:lnTo>
                  <a:lnTo>
                    <a:pt x="16256" y="42240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50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44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39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33" y="19037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9" name="object 939" descr=""/>
            <p:cNvSpPr/>
            <p:nvPr/>
          </p:nvSpPr>
          <p:spPr>
            <a:xfrm>
              <a:off x="4128333" y="785413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0" name="object 940" descr=""/>
            <p:cNvSpPr/>
            <p:nvPr/>
          </p:nvSpPr>
          <p:spPr>
            <a:xfrm>
              <a:off x="3891705" y="8073528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1" name="object 941" descr=""/>
            <p:cNvSpPr/>
            <p:nvPr/>
          </p:nvSpPr>
          <p:spPr>
            <a:xfrm>
              <a:off x="3894150" y="8076266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69" y="22237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101"/>
                  </a:lnTo>
                  <a:lnTo>
                    <a:pt x="4140" y="22936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20"/>
                  </a:lnTo>
                  <a:lnTo>
                    <a:pt x="4813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73"/>
                  </a:lnTo>
                  <a:lnTo>
                    <a:pt x="6134" y="25019"/>
                  </a:lnTo>
                  <a:lnTo>
                    <a:pt x="5918" y="24269"/>
                  </a:lnTo>
                  <a:lnTo>
                    <a:pt x="6604" y="24422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87"/>
                  </a:moveTo>
                  <a:lnTo>
                    <a:pt x="25692" y="40386"/>
                  </a:lnTo>
                  <a:lnTo>
                    <a:pt x="24472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02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53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60"/>
                  </a:lnTo>
                  <a:lnTo>
                    <a:pt x="16256" y="42252"/>
                  </a:lnTo>
                  <a:lnTo>
                    <a:pt x="19202" y="42062"/>
                  </a:lnTo>
                  <a:lnTo>
                    <a:pt x="19862" y="41821"/>
                  </a:lnTo>
                  <a:lnTo>
                    <a:pt x="19723" y="42608"/>
                  </a:lnTo>
                  <a:lnTo>
                    <a:pt x="19812" y="44335"/>
                  </a:lnTo>
                  <a:lnTo>
                    <a:pt x="19888" y="46050"/>
                  </a:lnTo>
                  <a:lnTo>
                    <a:pt x="20269" y="47434"/>
                  </a:lnTo>
                  <a:lnTo>
                    <a:pt x="21043" y="47383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49" y="41732"/>
                  </a:lnTo>
                  <a:lnTo>
                    <a:pt x="25730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07" y="5638"/>
                  </a:lnTo>
                  <a:lnTo>
                    <a:pt x="21259" y="4826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73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35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708"/>
                  </a:lnTo>
                  <a:lnTo>
                    <a:pt x="20091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61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7010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41"/>
                  </a:moveTo>
                  <a:lnTo>
                    <a:pt x="41122" y="23139"/>
                  </a:lnTo>
                  <a:lnTo>
                    <a:pt x="39903" y="22847"/>
                  </a:lnTo>
                  <a:lnTo>
                    <a:pt x="36957" y="23037"/>
                  </a:lnTo>
                  <a:lnTo>
                    <a:pt x="36245" y="23304"/>
                  </a:lnTo>
                  <a:lnTo>
                    <a:pt x="36398" y="22479"/>
                  </a:lnTo>
                  <a:lnTo>
                    <a:pt x="36322" y="20764"/>
                  </a:lnTo>
                  <a:lnTo>
                    <a:pt x="36233" y="19050"/>
                  </a:lnTo>
                  <a:lnTo>
                    <a:pt x="35852" y="17665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80"/>
                  </a:lnTo>
                  <a:lnTo>
                    <a:pt x="35191" y="23342"/>
                  </a:lnTo>
                  <a:lnTo>
                    <a:pt x="34556" y="23177"/>
                  </a:lnTo>
                  <a:lnTo>
                    <a:pt x="33083" y="23279"/>
                  </a:lnTo>
                  <a:lnTo>
                    <a:pt x="31610" y="23368"/>
                  </a:lnTo>
                  <a:lnTo>
                    <a:pt x="30429" y="23812"/>
                  </a:lnTo>
                  <a:lnTo>
                    <a:pt x="30467" y="24701"/>
                  </a:lnTo>
                  <a:lnTo>
                    <a:pt x="31686" y="25006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89"/>
                  </a:lnTo>
                  <a:lnTo>
                    <a:pt x="35318" y="28803"/>
                  </a:lnTo>
                  <a:lnTo>
                    <a:pt x="35699" y="30187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73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60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2" name="object 942" descr=""/>
            <p:cNvSpPr/>
            <p:nvPr/>
          </p:nvSpPr>
          <p:spPr>
            <a:xfrm>
              <a:off x="3914346" y="810905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3" name="object 943" descr=""/>
            <p:cNvSpPr/>
            <p:nvPr/>
          </p:nvSpPr>
          <p:spPr>
            <a:xfrm>
              <a:off x="3916794" y="8111800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74"/>
                  </a:moveTo>
                  <a:lnTo>
                    <a:pt x="10693" y="22872"/>
                  </a:lnTo>
                  <a:lnTo>
                    <a:pt x="9474" y="22580"/>
                  </a:lnTo>
                  <a:lnTo>
                    <a:pt x="6527" y="22771"/>
                  </a:lnTo>
                  <a:lnTo>
                    <a:pt x="5816" y="23037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83"/>
                  </a:lnTo>
                  <a:lnTo>
                    <a:pt x="5422" y="17411"/>
                  </a:lnTo>
                  <a:lnTo>
                    <a:pt x="4648" y="17462"/>
                  </a:lnTo>
                  <a:lnTo>
                    <a:pt x="4406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27" y="22923"/>
                  </a:lnTo>
                  <a:lnTo>
                    <a:pt x="2654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38" y="24447"/>
                  </a:lnTo>
                  <a:lnTo>
                    <a:pt x="1257" y="24739"/>
                  </a:lnTo>
                  <a:lnTo>
                    <a:pt x="4203" y="24549"/>
                  </a:lnTo>
                  <a:lnTo>
                    <a:pt x="4864" y="24307"/>
                  </a:lnTo>
                  <a:lnTo>
                    <a:pt x="4724" y="25107"/>
                  </a:lnTo>
                  <a:lnTo>
                    <a:pt x="4813" y="26822"/>
                  </a:lnTo>
                  <a:lnTo>
                    <a:pt x="4889" y="28536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21" y="25019"/>
                  </a:lnTo>
                  <a:lnTo>
                    <a:pt x="5905" y="24257"/>
                  </a:lnTo>
                  <a:lnTo>
                    <a:pt x="6591" y="24409"/>
                  </a:lnTo>
                  <a:lnTo>
                    <a:pt x="8077" y="24307"/>
                  </a:lnTo>
                  <a:lnTo>
                    <a:pt x="9550" y="24218"/>
                  </a:lnTo>
                  <a:lnTo>
                    <a:pt x="10731" y="23774"/>
                  </a:lnTo>
                  <a:close/>
                </a:path>
                <a:path w="41275" h="47625">
                  <a:moveTo>
                    <a:pt x="25730" y="41275"/>
                  </a:moveTo>
                  <a:lnTo>
                    <a:pt x="25692" y="40373"/>
                  </a:lnTo>
                  <a:lnTo>
                    <a:pt x="24472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67" y="39725"/>
                  </a:lnTo>
                  <a:lnTo>
                    <a:pt x="20891" y="37998"/>
                  </a:lnTo>
                  <a:lnTo>
                    <a:pt x="20802" y="36283"/>
                  </a:lnTo>
                  <a:lnTo>
                    <a:pt x="20434" y="34899"/>
                  </a:lnTo>
                  <a:lnTo>
                    <a:pt x="19659" y="34950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76"/>
                  </a:lnTo>
                  <a:lnTo>
                    <a:pt x="19126" y="40411"/>
                  </a:lnTo>
                  <a:lnTo>
                    <a:pt x="17653" y="40513"/>
                  </a:lnTo>
                  <a:lnTo>
                    <a:pt x="16179" y="40601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49"/>
                  </a:lnTo>
                  <a:lnTo>
                    <a:pt x="19862" y="41808"/>
                  </a:lnTo>
                  <a:lnTo>
                    <a:pt x="19723" y="42608"/>
                  </a:lnTo>
                  <a:lnTo>
                    <a:pt x="19812" y="44323"/>
                  </a:lnTo>
                  <a:lnTo>
                    <a:pt x="19888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48"/>
                  </a:lnTo>
                  <a:lnTo>
                    <a:pt x="21132" y="42506"/>
                  </a:lnTo>
                  <a:lnTo>
                    <a:pt x="20916" y="41744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49" y="41719"/>
                  </a:lnTo>
                  <a:lnTo>
                    <a:pt x="25730" y="41275"/>
                  </a:lnTo>
                  <a:close/>
                </a:path>
                <a:path w="41275" h="47625">
                  <a:moveTo>
                    <a:pt x="26022" y="6362"/>
                  </a:moveTo>
                  <a:lnTo>
                    <a:pt x="25971" y="5461"/>
                  </a:lnTo>
                  <a:lnTo>
                    <a:pt x="24765" y="5168"/>
                  </a:lnTo>
                  <a:lnTo>
                    <a:pt x="21805" y="5359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70" y="3098"/>
                  </a:lnTo>
                  <a:lnTo>
                    <a:pt x="21094" y="1371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50" y="4902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00"/>
                  </a:lnTo>
                  <a:lnTo>
                    <a:pt x="16459" y="5702"/>
                  </a:lnTo>
                  <a:lnTo>
                    <a:pt x="15278" y="6134"/>
                  </a:lnTo>
                  <a:lnTo>
                    <a:pt x="15328" y="7035"/>
                  </a:lnTo>
                  <a:lnTo>
                    <a:pt x="16535" y="7327"/>
                  </a:lnTo>
                  <a:lnTo>
                    <a:pt x="19494" y="7137"/>
                  </a:lnTo>
                  <a:lnTo>
                    <a:pt x="20142" y="6908"/>
                  </a:lnTo>
                  <a:lnTo>
                    <a:pt x="20015" y="7696"/>
                  </a:lnTo>
                  <a:lnTo>
                    <a:pt x="20091" y="9410"/>
                  </a:lnTo>
                  <a:lnTo>
                    <a:pt x="20180" y="11125"/>
                  </a:lnTo>
                  <a:lnTo>
                    <a:pt x="20548" y="12509"/>
                  </a:lnTo>
                  <a:lnTo>
                    <a:pt x="21336" y="12458"/>
                  </a:lnTo>
                  <a:lnTo>
                    <a:pt x="21564" y="11049"/>
                  </a:lnTo>
                  <a:lnTo>
                    <a:pt x="21412" y="7594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55" y="6896"/>
                  </a:lnTo>
                  <a:lnTo>
                    <a:pt x="24841" y="6807"/>
                  </a:lnTo>
                  <a:lnTo>
                    <a:pt x="26022" y="6362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44" y="23025"/>
                  </a:lnTo>
                  <a:lnTo>
                    <a:pt x="36245" y="23279"/>
                  </a:lnTo>
                  <a:lnTo>
                    <a:pt x="36398" y="22466"/>
                  </a:lnTo>
                  <a:lnTo>
                    <a:pt x="36309" y="20751"/>
                  </a:lnTo>
                  <a:lnTo>
                    <a:pt x="36233" y="19037"/>
                  </a:lnTo>
                  <a:lnTo>
                    <a:pt x="35852" y="17653"/>
                  </a:lnTo>
                  <a:lnTo>
                    <a:pt x="35077" y="17703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191" y="23329"/>
                  </a:lnTo>
                  <a:lnTo>
                    <a:pt x="34556" y="23164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16" y="23799"/>
                  </a:lnTo>
                  <a:lnTo>
                    <a:pt x="30467" y="24701"/>
                  </a:lnTo>
                  <a:lnTo>
                    <a:pt x="31673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49"/>
                  </a:lnTo>
                  <a:lnTo>
                    <a:pt x="35229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02"/>
                  </a:lnTo>
                  <a:lnTo>
                    <a:pt x="36550" y="25260"/>
                  </a:lnTo>
                  <a:lnTo>
                    <a:pt x="36334" y="24498"/>
                  </a:lnTo>
                  <a:lnTo>
                    <a:pt x="37020" y="24650"/>
                  </a:lnTo>
                  <a:lnTo>
                    <a:pt x="38493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4" name="object 944" descr=""/>
            <p:cNvSpPr/>
            <p:nvPr/>
          </p:nvSpPr>
          <p:spPr>
            <a:xfrm>
              <a:off x="3961469" y="810905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5" name="object 945" descr=""/>
            <p:cNvSpPr/>
            <p:nvPr/>
          </p:nvSpPr>
          <p:spPr>
            <a:xfrm>
              <a:off x="3963911" y="8111800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74"/>
                  </a:moveTo>
                  <a:lnTo>
                    <a:pt x="10693" y="22872"/>
                  </a:lnTo>
                  <a:lnTo>
                    <a:pt x="9486" y="22580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83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38" y="24447"/>
                  </a:lnTo>
                  <a:lnTo>
                    <a:pt x="1257" y="24739"/>
                  </a:lnTo>
                  <a:lnTo>
                    <a:pt x="4203" y="24549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22"/>
                  </a:lnTo>
                  <a:lnTo>
                    <a:pt x="4902" y="28536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07"/>
                  </a:lnTo>
                  <a:lnTo>
                    <a:pt x="9550" y="24218"/>
                  </a:lnTo>
                  <a:lnTo>
                    <a:pt x="10744" y="23774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692" y="40373"/>
                  </a:lnTo>
                  <a:lnTo>
                    <a:pt x="24485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7998"/>
                  </a:lnTo>
                  <a:lnTo>
                    <a:pt x="20815" y="36283"/>
                  </a:lnTo>
                  <a:lnTo>
                    <a:pt x="20434" y="34899"/>
                  </a:lnTo>
                  <a:lnTo>
                    <a:pt x="19659" y="34950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76"/>
                  </a:lnTo>
                  <a:lnTo>
                    <a:pt x="19138" y="40411"/>
                  </a:lnTo>
                  <a:lnTo>
                    <a:pt x="17665" y="40513"/>
                  </a:lnTo>
                  <a:lnTo>
                    <a:pt x="16179" y="40601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15" y="42049"/>
                  </a:lnTo>
                  <a:lnTo>
                    <a:pt x="19862" y="41808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48"/>
                  </a:lnTo>
                  <a:lnTo>
                    <a:pt x="21132" y="42506"/>
                  </a:lnTo>
                  <a:lnTo>
                    <a:pt x="20916" y="41744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22" y="6362"/>
                  </a:moveTo>
                  <a:lnTo>
                    <a:pt x="25984" y="5461"/>
                  </a:lnTo>
                  <a:lnTo>
                    <a:pt x="24765" y="5168"/>
                  </a:lnTo>
                  <a:lnTo>
                    <a:pt x="21818" y="5359"/>
                  </a:lnTo>
                  <a:lnTo>
                    <a:pt x="21120" y="5626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71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18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494" y="7137"/>
                  </a:lnTo>
                  <a:lnTo>
                    <a:pt x="20154" y="6896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80" y="11125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594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896"/>
                  </a:lnTo>
                  <a:lnTo>
                    <a:pt x="24841" y="6807"/>
                  </a:lnTo>
                  <a:lnTo>
                    <a:pt x="26022" y="6362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398" y="22466"/>
                  </a:lnTo>
                  <a:lnTo>
                    <a:pt x="36322" y="20751"/>
                  </a:lnTo>
                  <a:lnTo>
                    <a:pt x="36233" y="19037"/>
                  </a:lnTo>
                  <a:lnTo>
                    <a:pt x="35864" y="17653"/>
                  </a:lnTo>
                  <a:lnTo>
                    <a:pt x="35090" y="17703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29"/>
                  </a:lnTo>
                  <a:lnTo>
                    <a:pt x="34569" y="23164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49"/>
                  </a:lnTo>
                  <a:lnTo>
                    <a:pt x="35242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02"/>
                  </a:lnTo>
                  <a:lnTo>
                    <a:pt x="36563" y="25260"/>
                  </a:lnTo>
                  <a:lnTo>
                    <a:pt x="36347" y="24498"/>
                  </a:lnTo>
                  <a:lnTo>
                    <a:pt x="37033" y="24650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6" name="object 946" descr=""/>
            <p:cNvSpPr/>
            <p:nvPr/>
          </p:nvSpPr>
          <p:spPr>
            <a:xfrm>
              <a:off x="3884603" y="8109051"/>
              <a:ext cx="29845" cy="53975"/>
            </a:xfrm>
            <a:custGeom>
              <a:avLst/>
              <a:gdLst/>
              <a:ahLst/>
              <a:cxnLst/>
              <a:rect l="l" t="t" r="r" b="b"/>
              <a:pathLst>
                <a:path w="29845" h="53975">
                  <a:moveTo>
                    <a:pt x="29743" y="26711"/>
                  </a:moveTo>
                  <a:lnTo>
                    <a:pt x="6843" y="53422"/>
                  </a:lnTo>
                  <a:lnTo>
                    <a:pt x="0" y="45439"/>
                  </a:lnTo>
                </a:path>
                <a:path w="29845" h="53975">
                  <a:moveTo>
                    <a:pt x="0" y="7983"/>
                  </a:moveTo>
                  <a:lnTo>
                    <a:pt x="6843" y="0"/>
                  </a:lnTo>
                  <a:lnTo>
                    <a:pt x="29743" y="26711"/>
                  </a:lnTo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7" name="object 947" descr=""/>
            <p:cNvSpPr/>
            <p:nvPr/>
          </p:nvSpPr>
          <p:spPr>
            <a:xfrm>
              <a:off x="3885996" y="8111800"/>
              <a:ext cx="26670" cy="47625"/>
            </a:xfrm>
            <a:custGeom>
              <a:avLst/>
              <a:gdLst/>
              <a:ahLst/>
              <a:cxnLst/>
              <a:rect l="l" t="t" r="r" b="b"/>
              <a:pathLst>
                <a:path w="26670" h="47625">
                  <a:moveTo>
                    <a:pt x="10731" y="41275"/>
                  </a:moveTo>
                  <a:lnTo>
                    <a:pt x="10693" y="40373"/>
                  </a:lnTo>
                  <a:lnTo>
                    <a:pt x="9474" y="40081"/>
                  </a:lnTo>
                  <a:lnTo>
                    <a:pt x="6527" y="40271"/>
                  </a:lnTo>
                  <a:lnTo>
                    <a:pt x="5816" y="40538"/>
                  </a:lnTo>
                  <a:lnTo>
                    <a:pt x="5969" y="39725"/>
                  </a:lnTo>
                  <a:lnTo>
                    <a:pt x="5892" y="37998"/>
                  </a:lnTo>
                  <a:lnTo>
                    <a:pt x="5803" y="36283"/>
                  </a:lnTo>
                  <a:lnTo>
                    <a:pt x="5422" y="34899"/>
                  </a:lnTo>
                  <a:lnTo>
                    <a:pt x="4648" y="34950"/>
                  </a:lnTo>
                  <a:lnTo>
                    <a:pt x="4406" y="36372"/>
                  </a:lnTo>
                  <a:lnTo>
                    <a:pt x="4572" y="39814"/>
                  </a:lnTo>
                  <a:lnTo>
                    <a:pt x="4775" y="40576"/>
                  </a:lnTo>
                  <a:lnTo>
                    <a:pt x="4127" y="40411"/>
                  </a:lnTo>
                  <a:lnTo>
                    <a:pt x="2654" y="40513"/>
                  </a:lnTo>
                  <a:lnTo>
                    <a:pt x="1181" y="40601"/>
                  </a:lnTo>
                  <a:lnTo>
                    <a:pt x="0" y="41046"/>
                  </a:lnTo>
                  <a:lnTo>
                    <a:pt x="38" y="41948"/>
                  </a:lnTo>
                  <a:lnTo>
                    <a:pt x="1244" y="42240"/>
                  </a:lnTo>
                  <a:lnTo>
                    <a:pt x="4203" y="42049"/>
                  </a:lnTo>
                  <a:lnTo>
                    <a:pt x="4864" y="41808"/>
                  </a:lnTo>
                  <a:lnTo>
                    <a:pt x="4724" y="42608"/>
                  </a:lnTo>
                  <a:lnTo>
                    <a:pt x="4800" y="44323"/>
                  </a:lnTo>
                  <a:lnTo>
                    <a:pt x="4889" y="46037"/>
                  </a:lnTo>
                  <a:lnTo>
                    <a:pt x="5270" y="47421"/>
                  </a:lnTo>
                  <a:lnTo>
                    <a:pt x="6045" y="47371"/>
                  </a:lnTo>
                  <a:lnTo>
                    <a:pt x="6286" y="45948"/>
                  </a:lnTo>
                  <a:lnTo>
                    <a:pt x="6121" y="42506"/>
                  </a:lnTo>
                  <a:lnTo>
                    <a:pt x="5905" y="41744"/>
                  </a:lnTo>
                  <a:lnTo>
                    <a:pt x="6591" y="41910"/>
                  </a:lnTo>
                  <a:lnTo>
                    <a:pt x="8077" y="41808"/>
                  </a:lnTo>
                  <a:lnTo>
                    <a:pt x="9550" y="41719"/>
                  </a:lnTo>
                  <a:lnTo>
                    <a:pt x="10731" y="41275"/>
                  </a:lnTo>
                  <a:close/>
                </a:path>
                <a:path w="26670" h="47625">
                  <a:moveTo>
                    <a:pt x="11023" y="6362"/>
                  </a:moveTo>
                  <a:lnTo>
                    <a:pt x="10972" y="5461"/>
                  </a:lnTo>
                  <a:lnTo>
                    <a:pt x="9766" y="5168"/>
                  </a:lnTo>
                  <a:lnTo>
                    <a:pt x="6807" y="5359"/>
                  </a:lnTo>
                  <a:lnTo>
                    <a:pt x="6108" y="5626"/>
                  </a:lnTo>
                  <a:lnTo>
                    <a:pt x="6261" y="4813"/>
                  </a:lnTo>
                  <a:lnTo>
                    <a:pt x="6172" y="3098"/>
                  </a:lnTo>
                  <a:lnTo>
                    <a:pt x="6083" y="1371"/>
                  </a:lnTo>
                  <a:lnTo>
                    <a:pt x="5715" y="0"/>
                  </a:lnTo>
                  <a:lnTo>
                    <a:pt x="4940" y="50"/>
                  </a:lnTo>
                  <a:lnTo>
                    <a:pt x="4699" y="1460"/>
                  </a:lnTo>
                  <a:lnTo>
                    <a:pt x="4851" y="4902"/>
                  </a:lnTo>
                  <a:lnTo>
                    <a:pt x="5054" y="5676"/>
                  </a:lnTo>
                  <a:lnTo>
                    <a:pt x="4419" y="5511"/>
                  </a:lnTo>
                  <a:lnTo>
                    <a:pt x="2933" y="5600"/>
                  </a:lnTo>
                  <a:lnTo>
                    <a:pt x="1460" y="5702"/>
                  </a:lnTo>
                  <a:lnTo>
                    <a:pt x="279" y="6134"/>
                  </a:lnTo>
                  <a:lnTo>
                    <a:pt x="317" y="7035"/>
                  </a:lnTo>
                  <a:lnTo>
                    <a:pt x="1536" y="7327"/>
                  </a:lnTo>
                  <a:lnTo>
                    <a:pt x="4483" y="7137"/>
                  </a:lnTo>
                  <a:lnTo>
                    <a:pt x="5143" y="6908"/>
                  </a:lnTo>
                  <a:lnTo>
                    <a:pt x="5003" y="7696"/>
                  </a:lnTo>
                  <a:lnTo>
                    <a:pt x="5092" y="9410"/>
                  </a:lnTo>
                  <a:lnTo>
                    <a:pt x="5181" y="11125"/>
                  </a:lnTo>
                  <a:lnTo>
                    <a:pt x="5549" y="12509"/>
                  </a:lnTo>
                  <a:lnTo>
                    <a:pt x="6324" y="12458"/>
                  </a:lnTo>
                  <a:lnTo>
                    <a:pt x="6565" y="11049"/>
                  </a:lnTo>
                  <a:lnTo>
                    <a:pt x="6413" y="7594"/>
                  </a:lnTo>
                  <a:lnTo>
                    <a:pt x="6197" y="6845"/>
                  </a:lnTo>
                  <a:lnTo>
                    <a:pt x="6883" y="6997"/>
                  </a:lnTo>
                  <a:lnTo>
                    <a:pt x="8356" y="6896"/>
                  </a:lnTo>
                  <a:lnTo>
                    <a:pt x="9829" y="6807"/>
                  </a:lnTo>
                  <a:lnTo>
                    <a:pt x="11023" y="6362"/>
                  </a:lnTo>
                  <a:close/>
                </a:path>
                <a:path w="26670" h="47625">
                  <a:moveTo>
                    <a:pt x="26162" y="24028"/>
                  </a:moveTo>
                  <a:lnTo>
                    <a:pt x="26111" y="23126"/>
                  </a:lnTo>
                  <a:lnTo>
                    <a:pt x="24904" y="22834"/>
                  </a:lnTo>
                  <a:lnTo>
                    <a:pt x="21945" y="23025"/>
                  </a:lnTo>
                  <a:lnTo>
                    <a:pt x="21247" y="23279"/>
                  </a:lnTo>
                  <a:lnTo>
                    <a:pt x="21399" y="22466"/>
                  </a:lnTo>
                  <a:lnTo>
                    <a:pt x="21310" y="20751"/>
                  </a:lnTo>
                  <a:lnTo>
                    <a:pt x="21234" y="19037"/>
                  </a:lnTo>
                  <a:lnTo>
                    <a:pt x="20853" y="17653"/>
                  </a:lnTo>
                  <a:lnTo>
                    <a:pt x="20078" y="17703"/>
                  </a:lnTo>
                  <a:lnTo>
                    <a:pt x="19837" y="19126"/>
                  </a:lnTo>
                  <a:lnTo>
                    <a:pt x="19989" y="22567"/>
                  </a:lnTo>
                  <a:lnTo>
                    <a:pt x="20193" y="23329"/>
                  </a:lnTo>
                  <a:lnTo>
                    <a:pt x="19558" y="23164"/>
                  </a:lnTo>
                  <a:lnTo>
                    <a:pt x="18084" y="23266"/>
                  </a:lnTo>
                  <a:lnTo>
                    <a:pt x="16598" y="23355"/>
                  </a:lnTo>
                  <a:lnTo>
                    <a:pt x="15417" y="23799"/>
                  </a:lnTo>
                  <a:lnTo>
                    <a:pt x="15468" y="24701"/>
                  </a:lnTo>
                  <a:lnTo>
                    <a:pt x="16675" y="24993"/>
                  </a:lnTo>
                  <a:lnTo>
                    <a:pt x="19634" y="24803"/>
                  </a:lnTo>
                  <a:lnTo>
                    <a:pt x="20281" y="24561"/>
                  </a:lnTo>
                  <a:lnTo>
                    <a:pt x="20142" y="25349"/>
                  </a:lnTo>
                  <a:lnTo>
                    <a:pt x="20231" y="27076"/>
                  </a:lnTo>
                  <a:lnTo>
                    <a:pt x="20320" y="28790"/>
                  </a:lnTo>
                  <a:lnTo>
                    <a:pt x="20688" y="30175"/>
                  </a:lnTo>
                  <a:lnTo>
                    <a:pt x="21463" y="30124"/>
                  </a:lnTo>
                  <a:lnTo>
                    <a:pt x="21704" y="28702"/>
                  </a:lnTo>
                  <a:lnTo>
                    <a:pt x="21551" y="25260"/>
                  </a:lnTo>
                  <a:lnTo>
                    <a:pt x="21336" y="24498"/>
                  </a:lnTo>
                  <a:lnTo>
                    <a:pt x="22021" y="24650"/>
                  </a:lnTo>
                  <a:lnTo>
                    <a:pt x="23495" y="24561"/>
                  </a:lnTo>
                  <a:lnTo>
                    <a:pt x="24968" y="24472"/>
                  </a:lnTo>
                  <a:lnTo>
                    <a:pt x="26162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8" name="object 948" descr=""/>
            <p:cNvSpPr/>
            <p:nvPr/>
          </p:nvSpPr>
          <p:spPr>
            <a:xfrm>
              <a:off x="3938222" y="8073528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9" name="object 949" descr=""/>
            <p:cNvSpPr/>
            <p:nvPr/>
          </p:nvSpPr>
          <p:spPr>
            <a:xfrm>
              <a:off x="3940670" y="8076266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16" y="23050"/>
                  </a:lnTo>
                  <a:lnTo>
                    <a:pt x="5969" y="22237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22" y="17411"/>
                  </a:lnTo>
                  <a:lnTo>
                    <a:pt x="4648" y="17462"/>
                  </a:lnTo>
                  <a:lnTo>
                    <a:pt x="4406" y="18884"/>
                  </a:lnTo>
                  <a:lnTo>
                    <a:pt x="4572" y="22326"/>
                  </a:lnTo>
                  <a:lnTo>
                    <a:pt x="4775" y="23101"/>
                  </a:lnTo>
                  <a:lnTo>
                    <a:pt x="4127" y="22936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20"/>
                  </a:lnTo>
                  <a:lnTo>
                    <a:pt x="4800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73"/>
                  </a:lnTo>
                  <a:lnTo>
                    <a:pt x="6121" y="25019"/>
                  </a:lnTo>
                  <a:lnTo>
                    <a:pt x="5905" y="24269"/>
                  </a:lnTo>
                  <a:lnTo>
                    <a:pt x="6591" y="24422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87"/>
                  </a:moveTo>
                  <a:lnTo>
                    <a:pt x="25692" y="40386"/>
                  </a:lnTo>
                  <a:lnTo>
                    <a:pt x="24472" y="40093"/>
                  </a:lnTo>
                  <a:lnTo>
                    <a:pt x="21526" y="40284"/>
                  </a:lnTo>
                  <a:lnTo>
                    <a:pt x="20815" y="40551"/>
                  </a:lnTo>
                  <a:lnTo>
                    <a:pt x="20967" y="39725"/>
                  </a:lnTo>
                  <a:lnTo>
                    <a:pt x="20891" y="38011"/>
                  </a:lnTo>
                  <a:lnTo>
                    <a:pt x="20802" y="36296"/>
                  </a:lnTo>
                  <a:lnTo>
                    <a:pt x="20421" y="34912"/>
                  </a:lnTo>
                  <a:lnTo>
                    <a:pt x="19646" y="34963"/>
                  </a:lnTo>
                  <a:lnTo>
                    <a:pt x="19405" y="36372"/>
                  </a:lnTo>
                  <a:lnTo>
                    <a:pt x="19570" y="39827"/>
                  </a:lnTo>
                  <a:lnTo>
                    <a:pt x="19761" y="40589"/>
                  </a:lnTo>
                  <a:lnTo>
                    <a:pt x="19126" y="40424"/>
                  </a:lnTo>
                  <a:lnTo>
                    <a:pt x="17653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60"/>
                  </a:lnTo>
                  <a:lnTo>
                    <a:pt x="16256" y="42252"/>
                  </a:lnTo>
                  <a:lnTo>
                    <a:pt x="19202" y="42062"/>
                  </a:lnTo>
                  <a:lnTo>
                    <a:pt x="19862" y="41821"/>
                  </a:lnTo>
                  <a:lnTo>
                    <a:pt x="19723" y="42608"/>
                  </a:lnTo>
                  <a:lnTo>
                    <a:pt x="19812" y="44335"/>
                  </a:lnTo>
                  <a:lnTo>
                    <a:pt x="19888" y="46050"/>
                  </a:lnTo>
                  <a:lnTo>
                    <a:pt x="20269" y="47434"/>
                  </a:lnTo>
                  <a:lnTo>
                    <a:pt x="21043" y="47383"/>
                  </a:lnTo>
                  <a:lnTo>
                    <a:pt x="21285" y="45961"/>
                  </a:lnTo>
                  <a:lnTo>
                    <a:pt x="21120" y="42519"/>
                  </a:lnTo>
                  <a:lnTo>
                    <a:pt x="20904" y="41744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49" y="41732"/>
                  </a:lnTo>
                  <a:lnTo>
                    <a:pt x="25730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71" y="5473"/>
                  </a:lnTo>
                  <a:lnTo>
                    <a:pt x="24765" y="5181"/>
                  </a:lnTo>
                  <a:lnTo>
                    <a:pt x="21805" y="5372"/>
                  </a:lnTo>
                  <a:lnTo>
                    <a:pt x="21107" y="5638"/>
                  </a:lnTo>
                  <a:lnTo>
                    <a:pt x="21259" y="4826"/>
                  </a:lnTo>
                  <a:lnTo>
                    <a:pt x="21170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73"/>
                  </a:lnTo>
                  <a:lnTo>
                    <a:pt x="19850" y="4914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59" y="5702"/>
                  </a:lnTo>
                  <a:lnTo>
                    <a:pt x="15278" y="6146"/>
                  </a:lnTo>
                  <a:lnTo>
                    <a:pt x="15316" y="7048"/>
                  </a:lnTo>
                  <a:lnTo>
                    <a:pt x="16535" y="7340"/>
                  </a:lnTo>
                  <a:lnTo>
                    <a:pt x="19494" y="7150"/>
                  </a:lnTo>
                  <a:lnTo>
                    <a:pt x="20142" y="6908"/>
                  </a:lnTo>
                  <a:lnTo>
                    <a:pt x="20015" y="7708"/>
                  </a:lnTo>
                  <a:lnTo>
                    <a:pt x="20091" y="9423"/>
                  </a:lnTo>
                  <a:lnTo>
                    <a:pt x="20180" y="11137"/>
                  </a:lnTo>
                  <a:lnTo>
                    <a:pt x="20548" y="12522"/>
                  </a:lnTo>
                  <a:lnTo>
                    <a:pt x="21323" y="12471"/>
                  </a:lnTo>
                  <a:lnTo>
                    <a:pt x="21564" y="11061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7010"/>
                  </a:lnTo>
                  <a:lnTo>
                    <a:pt x="23355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41"/>
                  </a:moveTo>
                  <a:lnTo>
                    <a:pt x="41122" y="23139"/>
                  </a:lnTo>
                  <a:lnTo>
                    <a:pt x="39903" y="22847"/>
                  </a:lnTo>
                  <a:lnTo>
                    <a:pt x="36944" y="23037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09" y="20764"/>
                  </a:lnTo>
                  <a:lnTo>
                    <a:pt x="36233" y="19050"/>
                  </a:lnTo>
                  <a:lnTo>
                    <a:pt x="35852" y="17665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80"/>
                  </a:lnTo>
                  <a:lnTo>
                    <a:pt x="35191" y="23342"/>
                  </a:lnTo>
                  <a:lnTo>
                    <a:pt x="34556" y="23177"/>
                  </a:lnTo>
                  <a:lnTo>
                    <a:pt x="33083" y="23279"/>
                  </a:lnTo>
                  <a:lnTo>
                    <a:pt x="31610" y="23368"/>
                  </a:lnTo>
                  <a:lnTo>
                    <a:pt x="30416" y="23812"/>
                  </a:lnTo>
                  <a:lnTo>
                    <a:pt x="30467" y="24701"/>
                  </a:lnTo>
                  <a:lnTo>
                    <a:pt x="31673" y="25006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29" y="27089"/>
                  </a:lnTo>
                  <a:lnTo>
                    <a:pt x="35318" y="28803"/>
                  </a:lnTo>
                  <a:lnTo>
                    <a:pt x="35699" y="30187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73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493" y="24574"/>
                  </a:lnTo>
                  <a:lnTo>
                    <a:pt x="39979" y="24472"/>
                  </a:lnTo>
                  <a:lnTo>
                    <a:pt x="41160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0" name="object 950" descr=""/>
            <p:cNvSpPr/>
            <p:nvPr/>
          </p:nvSpPr>
          <p:spPr>
            <a:xfrm>
              <a:off x="3984739" y="8073528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1" name="object 951" descr=""/>
            <p:cNvSpPr/>
            <p:nvPr/>
          </p:nvSpPr>
          <p:spPr>
            <a:xfrm>
              <a:off x="3987177" y="8076266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706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81" y="22237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101"/>
                  </a:lnTo>
                  <a:lnTo>
                    <a:pt x="4140" y="22936"/>
                  </a:lnTo>
                  <a:lnTo>
                    <a:pt x="2667" y="23025"/>
                  </a:lnTo>
                  <a:lnTo>
                    <a:pt x="1193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20"/>
                  </a:lnTo>
                  <a:lnTo>
                    <a:pt x="4737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83" y="29933"/>
                  </a:lnTo>
                  <a:lnTo>
                    <a:pt x="6057" y="29883"/>
                  </a:lnTo>
                  <a:lnTo>
                    <a:pt x="6299" y="28473"/>
                  </a:lnTo>
                  <a:lnTo>
                    <a:pt x="6134" y="25019"/>
                  </a:lnTo>
                  <a:lnTo>
                    <a:pt x="5918" y="24269"/>
                  </a:lnTo>
                  <a:lnTo>
                    <a:pt x="6604" y="24422"/>
                  </a:lnTo>
                  <a:lnTo>
                    <a:pt x="8077" y="24320"/>
                  </a:lnTo>
                  <a:lnTo>
                    <a:pt x="9563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904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25"/>
                  </a:lnTo>
                  <a:lnTo>
                    <a:pt x="16192" y="40614"/>
                  </a:lnTo>
                  <a:lnTo>
                    <a:pt x="14998" y="41059"/>
                  </a:lnTo>
                  <a:lnTo>
                    <a:pt x="15049" y="41960"/>
                  </a:lnTo>
                  <a:lnTo>
                    <a:pt x="16256" y="42252"/>
                  </a:lnTo>
                  <a:lnTo>
                    <a:pt x="19215" y="42062"/>
                  </a:lnTo>
                  <a:lnTo>
                    <a:pt x="19875" y="41821"/>
                  </a:lnTo>
                  <a:lnTo>
                    <a:pt x="19735" y="42608"/>
                  </a:lnTo>
                  <a:lnTo>
                    <a:pt x="19812" y="44335"/>
                  </a:lnTo>
                  <a:lnTo>
                    <a:pt x="19900" y="46050"/>
                  </a:lnTo>
                  <a:lnTo>
                    <a:pt x="20281" y="47434"/>
                  </a:lnTo>
                  <a:lnTo>
                    <a:pt x="21056" y="47383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88" y="41821"/>
                  </a:lnTo>
                  <a:lnTo>
                    <a:pt x="24561" y="41732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35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72"/>
                  </a:lnTo>
                  <a:lnTo>
                    <a:pt x="21120" y="5638"/>
                  </a:lnTo>
                  <a:lnTo>
                    <a:pt x="21272" y="4826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73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708"/>
                  </a:lnTo>
                  <a:lnTo>
                    <a:pt x="20104" y="9423"/>
                  </a:lnTo>
                  <a:lnTo>
                    <a:pt x="20193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61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7010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35" y="6375"/>
                  </a:lnTo>
                  <a:close/>
                </a:path>
                <a:path w="41275" h="47625">
                  <a:moveTo>
                    <a:pt x="41173" y="24041"/>
                  </a:moveTo>
                  <a:lnTo>
                    <a:pt x="41122" y="23139"/>
                  </a:lnTo>
                  <a:lnTo>
                    <a:pt x="39916" y="22847"/>
                  </a:lnTo>
                  <a:lnTo>
                    <a:pt x="36957" y="23037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45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80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96" y="23279"/>
                  </a:lnTo>
                  <a:lnTo>
                    <a:pt x="31610" y="23368"/>
                  </a:lnTo>
                  <a:lnTo>
                    <a:pt x="30429" y="23812"/>
                  </a:lnTo>
                  <a:lnTo>
                    <a:pt x="30467" y="24701"/>
                  </a:lnTo>
                  <a:lnTo>
                    <a:pt x="31686" y="25006"/>
                  </a:lnTo>
                  <a:lnTo>
                    <a:pt x="34645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89"/>
                  </a:lnTo>
                  <a:lnTo>
                    <a:pt x="35331" y="28803"/>
                  </a:lnTo>
                  <a:lnTo>
                    <a:pt x="35699" y="30187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73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2" name="object 952" descr=""/>
            <p:cNvSpPr/>
            <p:nvPr/>
          </p:nvSpPr>
          <p:spPr>
            <a:xfrm>
              <a:off x="3891705" y="800045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3" name="object 953" descr=""/>
            <p:cNvSpPr/>
            <p:nvPr/>
          </p:nvSpPr>
          <p:spPr>
            <a:xfrm>
              <a:off x="3894150" y="8003190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69" y="22237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101"/>
                  </a:lnTo>
                  <a:lnTo>
                    <a:pt x="4140" y="22936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20"/>
                  </a:lnTo>
                  <a:lnTo>
                    <a:pt x="4813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73"/>
                  </a:lnTo>
                  <a:lnTo>
                    <a:pt x="6134" y="25019"/>
                  </a:lnTo>
                  <a:lnTo>
                    <a:pt x="5918" y="24269"/>
                  </a:lnTo>
                  <a:lnTo>
                    <a:pt x="6604" y="24422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87"/>
                  </a:moveTo>
                  <a:lnTo>
                    <a:pt x="25692" y="40386"/>
                  </a:lnTo>
                  <a:lnTo>
                    <a:pt x="24472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02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85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53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60"/>
                  </a:lnTo>
                  <a:lnTo>
                    <a:pt x="16256" y="42252"/>
                  </a:lnTo>
                  <a:lnTo>
                    <a:pt x="19202" y="42062"/>
                  </a:lnTo>
                  <a:lnTo>
                    <a:pt x="19862" y="41821"/>
                  </a:lnTo>
                  <a:lnTo>
                    <a:pt x="19723" y="42608"/>
                  </a:lnTo>
                  <a:lnTo>
                    <a:pt x="19812" y="44335"/>
                  </a:lnTo>
                  <a:lnTo>
                    <a:pt x="19888" y="46050"/>
                  </a:lnTo>
                  <a:lnTo>
                    <a:pt x="20269" y="47434"/>
                  </a:lnTo>
                  <a:lnTo>
                    <a:pt x="21043" y="47383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49" y="41732"/>
                  </a:lnTo>
                  <a:lnTo>
                    <a:pt x="25730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07" y="5638"/>
                  </a:lnTo>
                  <a:lnTo>
                    <a:pt x="21259" y="4826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73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35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708"/>
                  </a:lnTo>
                  <a:lnTo>
                    <a:pt x="20091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61"/>
                  </a:lnTo>
                  <a:lnTo>
                    <a:pt x="21412" y="7607"/>
                  </a:lnTo>
                  <a:lnTo>
                    <a:pt x="21196" y="6858"/>
                  </a:lnTo>
                  <a:lnTo>
                    <a:pt x="21882" y="7010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41"/>
                  </a:moveTo>
                  <a:lnTo>
                    <a:pt x="41122" y="23139"/>
                  </a:lnTo>
                  <a:lnTo>
                    <a:pt x="39903" y="22847"/>
                  </a:lnTo>
                  <a:lnTo>
                    <a:pt x="36957" y="23037"/>
                  </a:lnTo>
                  <a:lnTo>
                    <a:pt x="36245" y="23304"/>
                  </a:lnTo>
                  <a:lnTo>
                    <a:pt x="36398" y="22479"/>
                  </a:lnTo>
                  <a:lnTo>
                    <a:pt x="36322" y="20764"/>
                  </a:lnTo>
                  <a:lnTo>
                    <a:pt x="36233" y="19050"/>
                  </a:lnTo>
                  <a:lnTo>
                    <a:pt x="35852" y="17665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80"/>
                  </a:lnTo>
                  <a:lnTo>
                    <a:pt x="35191" y="23342"/>
                  </a:lnTo>
                  <a:lnTo>
                    <a:pt x="34556" y="23177"/>
                  </a:lnTo>
                  <a:lnTo>
                    <a:pt x="33083" y="23279"/>
                  </a:lnTo>
                  <a:lnTo>
                    <a:pt x="31610" y="23368"/>
                  </a:lnTo>
                  <a:lnTo>
                    <a:pt x="30429" y="23812"/>
                  </a:lnTo>
                  <a:lnTo>
                    <a:pt x="30467" y="24701"/>
                  </a:lnTo>
                  <a:lnTo>
                    <a:pt x="31686" y="25006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89"/>
                  </a:lnTo>
                  <a:lnTo>
                    <a:pt x="35318" y="28803"/>
                  </a:lnTo>
                  <a:lnTo>
                    <a:pt x="35699" y="30187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73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60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4" name="object 954" descr=""/>
            <p:cNvSpPr/>
            <p:nvPr/>
          </p:nvSpPr>
          <p:spPr>
            <a:xfrm>
              <a:off x="3914346" y="803597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5" name="object 955" descr=""/>
            <p:cNvSpPr/>
            <p:nvPr/>
          </p:nvSpPr>
          <p:spPr>
            <a:xfrm>
              <a:off x="3916794" y="803871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16" y="23050"/>
                  </a:lnTo>
                  <a:lnTo>
                    <a:pt x="5969" y="22237"/>
                  </a:lnTo>
                  <a:lnTo>
                    <a:pt x="5892" y="20523"/>
                  </a:lnTo>
                  <a:lnTo>
                    <a:pt x="5803" y="18796"/>
                  </a:lnTo>
                  <a:lnTo>
                    <a:pt x="5422" y="17424"/>
                  </a:lnTo>
                  <a:lnTo>
                    <a:pt x="4648" y="17475"/>
                  </a:lnTo>
                  <a:lnTo>
                    <a:pt x="4406" y="18884"/>
                  </a:lnTo>
                  <a:lnTo>
                    <a:pt x="4572" y="22326"/>
                  </a:lnTo>
                  <a:lnTo>
                    <a:pt x="4775" y="23101"/>
                  </a:lnTo>
                  <a:lnTo>
                    <a:pt x="4127" y="22936"/>
                  </a:lnTo>
                  <a:lnTo>
                    <a:pt x="2654" y="23025"/>
                  </a:lnTo>
                  <a:lnTo>
                    <a:pt x="1181" y="23126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20"/>
                  </a:lnTo>
                  <a:lnTo>
                    <a:pt x="4813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73"/>
                  </a:lnTo>
                  <a:lnTo>
                    <a:pt x="6121" y="25019"/>
                  </a:lnTo>
                  <a:lnTo>
                    <a:pt x="5905" y="24269"/>
                  </a:lnTo>
                  <a:lnTo>
                    <a:pt x="6591" y="24422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87"/>
                  </a:moveTo>
                  <a:lnTo>
                    <a:pt x="25692" y="40386"/>
                  </a:lnTo>
                  <a:lnTo>
                    <a:pt x="24472" y="40093"/>
                  </a:lnTo>
                  <a:lnTo>
                    <a:pt x="21526" y="40284"/>
                  </a:lnTo>
                  <a:lnTo>
                    <a:pt x="20828" y="40551"/>
                  </a:lnTo>
                  <a:lnTo>
                    <a:pt x="20967" y="39738"/>
                  </a:lnTo>
                  <a:lnTo>
                    <a:pt x="20891" y="38011"/>
                  </a:lnTo>
                  <a:lnTo>
                    <a:pt x="20802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85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26" y="40424"/>
                  </a:lnTo>
                  <a:lnTo>
                    <a:pt x="17653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60"/>
                  </a:lnTo>
                  <a:lnTo>
                    <a:pt x="16256" y="42252"/>
                  </a:lnTo>
                  <a:lnTo>
                    <a:pt x="19202" y="42062"/>
                  </a:lnTo>
                  <a:lnTo>
                    <a:pt x="19862" y="41821"/>
                  </a:lnTo>
                  <a:lnTo>
                    <a:pt x="19723" y="42621"/>
                  </a:lnTo>
                  <a:lnTo>
                    <a:pt x="19812" y="44335"/>
                  </a:lnTo>
                  <a:lnTo>
                    <a:pt x="19888" y="46050"/>
                  </a:lnTo>
                  <a:lnTo>
                    <a:pt x="20269" y="47434"/>
                  </a:lnTo>
                  <a:lnTo>
                    <a:pt x="21043" y="47383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70"/>
                  </a:lnTo>
                  <a:lnTo>
                    <a:pt x="21602" y="41922"/>
                  </a:lnTo>
                  <a:lnTo>
                    <a:pt x="23075" y="41821"/>
                  </a:lnTo>
                  <a:lnTo>
                    <a:pt x="24549" y="41732"/>
                  </a:lnTo>
                  <a:lnTo>
                    <a:pt x="25730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71" y="5473"/>
                  </a:lnTo>
                  <a:lnTo>
                    <a:pt x="24765" y="5181"/>
                  </a:lnTo>
                  <a:lnTo>
                    <a:pt x="21805" y="5372"/>
                  </a:lnTo>
                  <a:lnTo>
                    <a:pt x="21107" y="5638"/>
                  </a:lnTo>
                  <a:lnTo>
                    <a:pt x="21259" y="4826"/>
                  </a:lnTo>
                  <a:lnTo>
                    <a:pt x="21170" y="3111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63"/>
                  </a:lnTo>
                  <a:lnTo>
                    <a:pt x="19697" y="1473"/>
                  </a:lnTo>
                  <a:lnTo>
                    <a:pt x="19850" y="4914"/>
                  </a:lnTo>
                  <a:lnTo>
                    <a:pt x="20053" y="5689"/>
                  </a:lnTo>
                  <a:lnTo>
                    <a:pt x="19418" y="5524"/>
                  </a:lnTo>
                  <a:lnTo>
                    <a:pt x="17945" y="5613"/>
                  </a:lnTo>
                  <a:lnTo>
                    <a:pt x="16459" y="5715"/>
                  </a:lnTo>
                  <a:lnTo>
                    <a:pt x="15278" y="6146"/>
                  </a:lnTo>
                  <a:lnTo>
                    <a:pt x="15328" y="7048"/>
                  </a:lnTo>
                  <a:lnTo>
                    <a:pt x="16535" y="7340"/>
                  </a:lnTo>
                  <a:lnTo>
                    <a:pt x="19494" y="7150"/>
                  </a:lnTo>
                  <a:lnTo>
                    <a:pt x="20142" y="6921"/>
                  </a:lnTo>
                  <a:lnTo>
                    <a:pt x="20015" y="7708"/>
                  </a:lnTo>
                  <a:lnTo>
                    <a:pt x="20091" y="9423"/>
                  </a:lnTo>
                  <a:lnTo>
                    <a:pt x="20180" y="11137"/>
                  </a:lnTo>
                  <a:lnTo>
                    <a:pt x="20548" y="12522"/>
                  </a:lnTo>
                  <a:lnTo>
                    <a:pt x="21336" y="12471"/>
                  </a:lnTo>
                  <a:lnTo>
                    <a:pt x="21564" y="11061"/>
                  </a:lnTo>
                  <a:lnTo>
                    <a:pt x="21412" y="7607"/>
                  </a:lnTo>
                  <a:lnTo>
                    <a:pt x="21196" y="6858"/>
                  </a:lnTo>
                  <a:lnTo>
                    <a:pt x="21882" y="7010"/>
                  </a:lnTo>
                  <a:lnTo>
                    <a:pt x="23355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41"/>
                  </a:moveTo>
                  <a:lnTo>
                    <a:pt x="41122" y="23139"/>
                  </a:lnTo>
                  <a:lnTo>
                    <a:pt x="39903" y="22847"/>
                  </a:lnTo>
                  <a:lnTo>
                    <a:pt x="36944" y="23037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09" y="20764"/>
                  </a:lnTo>
                  <a:lnTo>
                    <a:pt x="36233" y="19050"/>
                  </a:lnTo>
                  <a:lnTo>
                    <a:pt x="35852" y="17665"/>
                  </a:lnTo>
                  <a:lnTo>
                    <a:pt x="35077" y="17716"/>
                  </a:lnTo>
                  <a:lnTo>
                    <a:pt x="34836" y="19138"/>
                  </a:lnTo>
                  <a:lnTo>
                    <a:pt x="35001" y="22580"/>
                  </a:lnTo>
                  <a:lnTo>
                    <a:pt x="35191" y="23342"/>
                  </a:lnTo>
                  <a:lnTo>
                    <a:pt x="34556" y="23177"/>
                  </a:lnTo>
                  <a:lnTo>
                    <a:pt x="33083" y="23279"/>
                  </a:lnTo>
                  <a:lnTo>
                    <a:pt x="31610" y="23368"/>
                  </a:lnTo>
                  <a:lnTo>
                    <a:pt x="30416" y="23812"/>
                  </a:lnTo>
                  <a:lnTo>
                    <a:pt x="30467" y="24714"/>
                  </a:lnTo>
                  <a:lnTo>
                    <a:pt x="31673" y="25006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29" y="27089"/>
                  </a:lnTo>
                  <a:lnTo>
                    <a:pt x="35318" y="28803"/>
                  </a:lnTo>
                  <a:lnTo>
                    <a:pt x="35699" y="30187"/>
                  </a:lnTo>
                  <a:lnTo>
                    <a:pt x="36474" y="30137"/>
                  </a:lnTo>
                  <a:lnTo>
                    <a:pt x="36715" y="28714"/>
                  </a:lnTo>
                  <a:lnTo>
                    <a:pt x="36550" y="25273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493" y="24574"/>
                  </a:lnTo>
                  <a:lnTo>
                    <a:pt x="39979" y="24485"/>
                  </a:lnTo>
                  <a:lnTo>
                    <a:pt x="41160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6" name="object 956" descr=""/>
            <p:cNvSpPr/>
            <p:nvPr/>
          </p:nvSpPr>
          <p:spPr>
            <a:xfrm>
              <a:off x="3961469" y="803597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7" name="object 957" descr=""/>
            <p:cNvSpPr/>
            <p:nvPr/>
          </p:nvSpPr>
          <p:spPr>
            <a:xfrm>
              <a:off x="3963911" y="803871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81" y="22237"/>
                  </a:lnTo>
                  <a:lnTo>
                    <a:pt x="5892" y="20523"/>
                  </a:lnTo>
                  <a:lnTo>
                    <a:pt x="5816" y="18796"/>
                  </a:lnTo>
                  <a:lnTo>
                    <a:pt x="5435" y="17424"/>
                  </a:lnTo>
                  <a:lnTo>
                    <a:pt x="4660" y="17475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101"/>
                  </a:lnTo>
                  <a:lnTo>
                    <a:pt x="4140" y="22936"/>
                  </a:lnTo>
                  <a:lnTo>
                    <a:pt x="2654" y="23025"/>
                  </a:lnTo>
                  <a:lnTo>
                    <a:pt x="1181" y="23126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33"/>
                  </a:lnTo>
                  <a:lnTo>
                    <a:pt x="4724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73"/>
                  </a:lnTo>
                  <a:lnTo>
                    <a:pt x="6134" y="25019"/>
                  </a:lnTo>
                  <a:lnTo>
                    <a:pt x="5918" y="24269"/>
                  </a:lnTo>
                  <a:lnTo>
                    <a:pt x="6604" y="24422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692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51"/>
                  </a:lnTo>
                  <a:lnTo>
                    <a:pt x="20980" y="39738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85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60"/>
                  </a:lnTo>
                  <a:lnTo>
                    <a:pt x="16256" y="42252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21"/>
                  </a:lnTo>
                  <a:lnTo>
                    <a:pt x="19812" y="44335"/>
                  </a:lnTo>
                  <a:lnTo>
                    <a:pt x="19900" y="46050"/>
                  </a:lnTo>
                  <a:lnTo>
                    <a:pt x="20269" y="47434"/>
                  </a:lnTo>
                  <a:lnTo>
                    <a:pt x="21043" y="47383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70"/>
                  </a:lnTo>
                  <a:lnTo>
                    <a:pt x="21602" y="41922"/>
                  </a:lnTo>
                  <a:lnTo>
                    <a:pt x="23075" y="41821"/>
                  </a:lnTo>
                  <a:lnTo>
                    <a:pt x="24561" y="41732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20" y="5638"/>
                  </a:lnTo>
                  <a:lnTo>
                    <a:pt x="21259" y="4826"/>
                  </a:lnTo>
                  <a:lnTo>
                    <a:pt x="21183" y="3111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63"/>
                  </a:lnTo>
                  <a:lnTo>
                    <a:pt x="19710" y="1473"/>
                  </a:lnTo>
                  <a:lnTo>
                    <a:pt x="19862" y="4914"/>
                  </a:lnTo>
                  <a:lnTo>
                    <a:pt x="20066" y="5689"/>
                  </a:lnTo>
                  <a:lnTo>
                    <a:pt x="19418" y="5524"/>
                  </a:lnTo>
                  <a:lnTo>
                    <a:pt x="17945" y="5613"/>
                  </a:lnTo>
                  <a:lnTo>
                    <a:pt x="16471" y="5715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708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61"/>
                  </a:lnTo>
                  <a:lnTo>
                    <a:pt x="21424" y="7607"/>
                  </a:lnTo>
                  <a:lnTo>
                    <a:pt x="21209" y="6858"/>
                  </a:lnTo>
                  <a:lnTo>
                    <a:pt x="21894" y="7010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41"/>
                  </a:moveTo>
                  <a:lnTo>
                    <a:pt x="41122" y="23139"/>
                  </a:lnTo>
                  <a:lnTo>
                    <a:pt x="39903" y="22847"/>
                  </a:lnTo>
                  <a:lnTo>
                    <a:pt x="36957" y="23037"/>
                  </a:lnTo>
                  <a:lnTo>
                    <a:pt x="36258" y="23304"/>
                  </a:lnTo>
                  <a:lnTo>
                    <a:pt x="36398" y="22479"/>
                  </a:lnTo>
                  <a:lnTo>
                    <a:pt x="36322" y="20764"/>
                  </a:lnTo>
                  <a:lnTo>
                    <a:pt x="36233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38"/>
                  </a:lnTo>
                  <a:lnTo>
                    <a:pt x="35001" y="22580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79"/>
                  </a:lnTo>
                  <a:lnTo>
                    <a:pt x="31610" y="23368"/>
                  </a:lnTo>
                  <a:lnTo>
                    <a:pt x="30429" y="23812"/>
                  </a:lnTo>
                  <a:lnTo>
                    <a:pt x="30467" y="24714"/>
                  </a:lnTo>
                  <a:lnTo>
                    <a:pt x="31686" y="25006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89"/>
                  </a:lnTo>
                  <a:lnTo>
                    <a:pt x="35318" y="28803"/>
                  </a:lnTo>
                  <a:lnTo>
                    <a:pt x="35699" y="30187"/>
                  </a:lnTo>
                  <a:lnTo>
                    <a:pt x="36474" y="30137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85"/>
                  </a:lnTo>
                  <a:lnTo>
                    <a:pt x="41160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8" name="object 958" descr=""/>
            <p:cNvSpPr/>
            <p:nvPr/>
          </p:nvSpPr>
          <p:spPr>
            <a:xfrm>
              <a:off x="3884603" y="8035976"/>
              <a:ext cx="29845" cy="53975"/>
            </a:xfrm>
            <a:custGeom>
              <a:avLst/>
              <a:gdLst/>
              <a:ahLst/>
              <a:cxnLst/>
              <a:rect l="l" t="t" r="r" b="b"/>
              <a:pathLst>
                <a:path w="29845" h="53975">
                  <a:moveTo>
                    <a:pt x="29743" y="26711"/>
                  </a:moveTo>
                  <a:lnTo>
                    <a:pt x="6843" y="53422"/>
                  </a:lnTo>
                  <a:lnTo>
                    <a:pt x="0" y="45439"/>
                  </a:lnTo>
                </a:path>
                <a:path w="29845" h="53975">
                  <a:moveTo>
                    <a:pt x="0" y="7983"/>
                  </a:moveTo>
                  <a:lnTo>
                    <a:pt x="6843" y="0"/>
                  </a:lnTo>
                  <a:lnTo>
                    <a:pt x="29743" y="26711"/>
                  </a:lnTo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9" name="object 959" descr=""/>
            <p:cNvSpPr/>
            <p:nvPr/>
          </p:nvSpPr>
          <p:spPr>
            <a:xfrm>
              <a:off x="3885996" y="8038712"/>
              <a:ext cx="26670" cy="47625"/>
            </a:xfrm>
            <a:custGeom>
              <a:avLst/>
              <a:gdLst/>
              <a:ahLst/>
              <a:cxnLst/>
              <a:rect l="l" t="t" r="r" b="b"/>
              <a:pathLst>
                <a:path w="26670" h="47625">
                  <a:moveTo>
                    <a:pt x="10731" y="41287"/>
                  </a:moveTo>
                  <a:lnTo>
                    <a:pt x="10693" y="40386"/>
                  </a:lnTo>
                  <a:lnTo>
                    <a:pt x="9474" y="40093"/>
                  </a:lnTo>
                  <a:lnTo>
                    <a:pt x="6527" y="40284"/>
                  </a:lnTo>
                  <a:lnTo>
                    <a:pt x="5816" y="40551"/>
                  </a:lnTo>
                  <a:lnTo>
                    <a:pt x="5969" y="39738"/>
                  </a:lnTo>
                  <a:lnTo>
                    <a:pt x="5892" y="38011"/>
                  </a:lnTo>
                  <a:lnTo>
                    <a:pt x="5803" y="36296"/>
                  </a:lnTo>
                  <a:lnTo>
                    <a:pt x="5422" y="34912"/>
                  </a:lnTo>
                  <a:lnTo>
                    <a:pt x="4648" y="34963"/>
                  </a:lnTo>
                  <a:lnTo>
                    <a:pt x="4406" y="36385"/>
                  </a:lnTo>
                  <a:lnTo>
                    <a:pt x="4572" y="39827"/>
                  </a:lnTo>
                  <a:lnTo>
                    <a:pt x="4775" y="40589"/>
                  </a:lnTo>
                  <a:lnTo>
                    <a:pt x="4127" y="40424"/>
                  </a:lnTo>
                  <a:lnTo>
                    <a:pt x="2654" y="40525"/>
                  </a:lnTo>
                  <a:lnTo>
                    <a:pt x="1181" y="40614"/>
                  </a:lnTo>
                  <a:lnTo>
                    <a:pt x="0" y="41059"/>
                  </a:lnTo>
                  <a:lnTo>
                    <a:pt x="38" y="41960"/>
                  </a:lnTo>
                  <a:lnTo>
                    <a:pt x="1244" y="42252"/>
                  </a:lnTo>
                  <a:lnTo>
                    <a:pt x="4203" y="42062"/>
                  </a:lnTo>
                  <a:lnTo>
                    <a:pt x="4864" y="41821"/>
                  </a:lnTo>
                  <a:lnTo>
                    <a:pt x="4724" y="42621"/>
                  </a:lnTo>
                  <a:lnTo>
                    <a:pt x="4800" y="44335"/>
                  </a:lnTo>
                  <a:lnTo>
                    <a:pt x="4889" y="46050"/>
                  </a:lnTo>
                  <a:lnTo>
                    <a:pt x="5270" y="47434"/>
                  </a:lnTo>
                  <a:lnTo>
                    <a:pt x="6045" y="47383"/>
                  </a:lnTo>
                  <a:lnTo>
                    <a:pt x="6286" y="45961"/>
                  </a:lnTo>
                  <a:lnTo>
                    <a:pt x="6121" y="42519"/>
                  </a:lnTo>
                  <a:lnTo>
                    <a:pt x="5905" y="41770"/>
                  </a:lnTo>
                  <a:lnTo>
                    <a:pt x="6591" y="41922"/>
                  </a:lnTo>
                  <a:lnTo>
                    <a:pt x="8077" y="41821"/>
                  </a:lnTo>
                  <a:lnTo>
                    <a:pt x="9550" y="41732"/>
                  </a:lnTo>
                  <a:lnTo>
                    <a:pt x="10731" y="41287"/>
                  </a:lnTo>
                  <a:close/>
                </a:path>
                <a:path w="26670" h="47625">
                  <a:moveTo>
                    <a:pt x="11023" y="6375"/>
                  </a:moveTo>
                  <a:lnTo>
                    <a:pt x="10972" y="5473"/>
                  </a:lnTo>
                  <a:lnTo>
                    <a:pt x="9766" y="5181"/>
                  </a:lnTo>
                  <a:lnTo>
                    <a:pt x="6807" y="5372"/>
                  </a:lnTo>
                  <a:lnTo>
                    <a:pt x="6108" y="5638"/>
                  </a:lnTo>
                  <a:lnTo>
                    <a:pt x="6261" y="4826"/>
                  </a:lnTo>
                  <a:lnTo>
                    <a:pt x="6172" y="3111"/>
                  </a:lnTo>
                  <a:lnTo>
                    <a:pt x="6083" y="1384"/>
                  </a:lnTo>
                  <a:lnTo>
                    <a:pt x="5715" y="0"/>
                  </a:lnTo>
                  <a:lnTo>
                    <a:pt x="4940" y="63"/>
                  </a:lnTo>
                  <a:lnTo>
                    <a:pt x="4699" y="1473"/>
                  </a:lnTo>
                  <a:lnTo>
                    <a:pt x="4851" y="4914"/>
                  </a:lnTo>
                  <a:lnTo>
                    <a:pt x="5054" y="5689"/>
                  </a:lnTo>
                  <a:lnTo>
                    <a:pt x="4419" y="5524"/>
                  </a:lnTo>
                  <a:lnTo>
                    <a:pt x="2933" y="5613"/>
                  </a:lnTo>
                  <a:lnTo>
                    <a:pt x="1460" y="5715"/>
                  </a:lnTo>
                  <a:lnTo>
                    <a:pt x="279" y="6146"/>
                  </a:lnTo>
                  <a:lnTo>
                    <a:pt x="317" y="7048"/>
                  </a:lnTo>
                  <a:lnTo>
                    <a:pt x="1536" y="7340"/>
                  </a:lnTo>
                  <a:lnTo>
                    <a:pt x="4483" y="7150"/>
                  </a:lnTo>
                  <a:lnTo>
                    <a:pt x="5143" y="6921"/>
                  </a:lnTo>
                  <a:lnTo>
                    <a:pt x="5003" y="7708"/>
                  </a:lnTo>
                  <a:lnTo>
                    <a:pt x="5092" y="9423"/>
                  </a:lnTo>
                  <a:lnTo>
                    <a:pt x="5181" y="11137"/>
                  </a:lnTo>
                  <a:lnTo>
                    <a:pt x="5549" y="12522"/>
                  </a:lnTo>
                  <a:lnTo>
                    <a:pt x="6324" y="12471"/>
                  </a:lnTo>
                  <a:lnTo>
                    <a:pt x="6565" y="11061"/>
                  </a:lnTo>
                  <a:lnTo>
                    <a:pt x="6413" y="7607"/>
                  </a:lnTo>
                  <a:lnTo>
                    <a:pt x="6197" y="6858"/>
                  </a:lnTo>
                  <a:lnTo>
                    <a:pt x="6883" y="7010"/>
                  </a:lnTo>
                  <a:lnTo>
                    <a:pt x="8356" y="6908"/>
                  </a:lnTo>
                  <a:lnTo>
                    <a:pt x="9829" y="6819"/>
                  </a:lnTo>
                  <a:lnTo>
                    <a:pt x="11023" y="6375"/>
                  </a:lnTo>
                  <a:close/>
                </a:path>
                <a:path w="26670" h="47625">
                  <a:moveTo>
                    <a:pt x="26162" y="24041"/>
                  </a:moveTo>
                  <a:lnTo>
                    <a:pt x="26111" y="23139"/>
                  </a:lnTo>
                  <a:lnTo>
                    <a:pt x="24904" y="22847"/>
                  </a:lnTo>
                  <a:lnTo>
                    <a:pt x="21945" y="23037"/>
                  </a:lnTo>
                  <a:lnTo>
                    <a:pt x="21247" y="23291"/>
                  </a:lnTo>
                  <a:lnTo>
                    <a:pt x="21399" y="22479"/>
                  </a:lnTo>
                  <a:lnTo>
                    <a:pt x="21310" y="20764"/>
                  </a:lnTo>
                  <a:lnTo>
                    <a:pt x="21234" y="19050"/>
                  </a:lnTo>
                  <a:lnTo>
                    <a:pt x="20853" y="17665"/>
                  </a:lnTo>
                  <a:lnTo>
                    <a:pt x="20078" y="17716"/>
                  </a:lnTo>
                  <a:lnTo>
                    <a:pt x="19837" y="19138"/>
                  </a:lnTo>
                  <a:lnTo>
                    <a:pt x="19989" y="22580"/>
                  </a:lnTo>
                  <a:lnTo>
                    <a:pt x="20193" y="23342"/>
                  </a:lnTo>
                  <a:lnTo>
                    <a:pt x="19558" y="23177"/>
                  </a:lnTo>
                  <a:lnTo>
                    <a:pt x="18084" y="23279"/>
                  </a:lnTo>
                  <a:lnTo>
                    <a:pt x="16598" y="23368"/>
                  </a:lnTo>
                  <a:lnTo>
                    <a:pt x="15417" y="23812"/>
                  </a:lnTo>
                  <a:lnTo>
                    <a:pt x="15468" y="24714"/>
                  </a:lnTo>
                  <a:lnTo>
                    <a:pt x="16675" y="25006"/>
                  </a:lnTo>
                  <a:lnTo>
                    <a:pt x="19634" y="24815"/>
                  </a:lnTo>
                  <a:lnTo>
                    <a:pt x="20281" y="24574"/>
                  </a:lnTo>
                  <a:lnTo>
                    <a:pt x="20142" y="25361"/>
                  </a:lnTo>
                  <a:lnTo>
                    <a:pt x="20231" y="27089"/>
                  </a:lnTo>
                  <a:lnTo>
                    <a:pt x="20320" y="28803"/>
                  </a:lnTo>
                  <a:lnTo>
                    <a:pt x="20688" y="30187"/>
                  </a:lnTo>
                  <a:lnTo>
                    <a:pt x="21463" y="30137"/>
                  </a:lnTo>
                  <a:lnTo>
                    <a:pt x="21704" y="28714"/>
                  </a:lnTo>
                  <a:lnTo>
                    <a:pt x="21551" y="25273"/>
                  </a:lnTo>
                  <a:lnTo>
                    <a:pt x="21336" y="24511"/>
                  </a:lnTo>
                  <a:lnTo>
                    <a:pt x="22021" y="24663"/>
                  </a:lnTo>
                  <a:lnTo>
                    <a:pt x="23495" y="24574"/>
                  </a:lnTo>
                  <a:lnTo>
                    <a:pt x="24968" y="24485"/>
                  </a:lnTo>
                  <a:lnTo>
                    <a:pt x="26162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0" name="object 960" descr=""/>
            <p:cNvSpPr/>
            <p:nvPr/>
          </p:nvSpPr>
          <p:spPr>
            <a:xfrm>
              <a:off x="3938222" y="800045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1" name="object 961" descr=""/>
            <p:cNvSpPr/>
            <p:nvPr/>
          </p:nvSpPr>
          <p:spPr>
            <a:xfrm>
              <a:off x="3940670" y="8003190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16" y="23050"/>
                  </a:lnTo>
                  <a:lnTo>
                    <a:pt x="5969" y="22237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22" y="17411"/>
                  </a:lnTo>
                  <a:lnTo>
                    <a:pt x="4648" y="17462"/>
                  </a:lnTo>
                  <a:lnTo>
                    <a:pt x="4406" y="18884"/>
                  </a:lnTo>
                  <a:lnTo>
                    <a:pt x="4572" y="22326"/>
                  </a:lnTo>
                  <a:lnTo>
                    <a:pt x="4775" y="23101"/>
                  </a:lnTo>
                  <a:lnTo>
                    <a:pt x="4127" y="22936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20"/>
                  </a:lnTo>
                  <a:lnTo>
                    <a:pt x="4800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73"/>
                  </a:lnTo>
                  <a:lnTo>
                    <a:pt x="6121" y="25019"/>
                  </a:lnTo>
                  <a:lnTo>
                    <a:pt x="5905" y="24269"/>
                  </a:lnTo>
                  <a:lnTo>
                    <a:pt x="6591" y="24422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87"/>
                  </a:moveTo>
                  <a:lnTo>
                    <a:pt x="25692" y="40386"/>
                  </a:lnTo>
                  <a:lnTo>
                    <a:pt x="24472" y="40093"/>
                  </a:lnTo>
                  <a:lnTo>
                    <a:pt x="21526" y="40284"/>
                  </a:lnTo>
                  <a:lnTo>
                    <a:pt x="20815" y="40551"/>
                  </a:lnTo>
                  <a:lnTo>
                    <a:pt x="20967" y="39725"/>
                  </a:lnTo>
                  <a:lnTo>
                    <a:pt x="20891" y="38011"/>
                  </a:lnTo>
                  <a:lnTo>
                    <a:pt x="20802" y="36296"/>
                  </a:lnTo>
                  <a:lnTo>
                    <a:pt x="20421" y="34912"/>
                  </a:lnTo>
                  <a:lnTo>
                    <a:pt x="19646" y="34963"/>
                  </a:lnTo>
                  <a:lnTo>
                    <a:pt x="19405" y="36385"/>
                  </a:lnTo>
                  <a:lnTo>
                    <a:pt x="19570" y="39827"/>
                  </a:lnTo>
                  <a:lnTo>
                    <a:pt x="19761" y="40589"/>
                  </a:lnTo>
                  <a:lnTo>
                    <a:pt x="19126" y="40424"/>
                  </a:lnTo>
                  <a:lnTo>
                    <a:pt x="17653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60"/>
                  </a:lnTo>
                  <a:lnTo>
                    <a:pt x="16256" y="42252"/>
                  </a:lnTo>
                  <a:lnTo>
                    <a:pt x="19202" y="42062"/>
                  </a:lnTo>
                  <a:lnTo>
                    <a:pt x="19862" y="41821"/>
                  </a:lnTo>
                  <a:lnTo>
                    <a:pt x="19723" y="42608"/>
                  </a:lnTo>
                  <a:lnTo>
                    <a:pt x="19812" y="44335"/>
                  </a:lnTo>
                  <a:lnTo>
                    <a:pt x="19888" y="46050"/>
                  </a:lnTo>
                  <a:lnTo>
                    <a:pt x="20269" y="47434"/>
                  </a:lnTo>
                  <a:lnTo>
                    <a:pt x="21043" y="47383"/>
                  </a:lnTo>
                  <a:lnTo>
                    <a:pt x="21285" y="45961"/>
                  </a:lnTo>
                  <a:lnTo>
                    <a:pt x="21120" y="42519"/>
                  </a:lnTo>
                  <a:lnTo>
                    <a:pt x="20904" y="41744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49" y="41732"/>
                  </a:lnTo>
                  <a:lnTo>
                    <a:pt x="25730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71" y="5473"/>
                  </a:lnTo>
                  <a:lnTo>
                    <a:pt x="24765" y="5181"/>
                  </a:lnTo>
                  <a:lnTo>
                    <a:pt x="21805" y="5372"/>
                  </a:lnTo>
                  <a:lnTo>
                    <a:pt x="21107" y="5638"/>
                  </a:lnTo>
                  <a:lnTo>
                    <a:pt x="21259" y="4826"/>
                  </a:lnTo>
                  <a:lnTo>
                    <a:pt x="21170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73"/>
                  </a:lnTo>
                  <a:lnTo>
                    <a:pt x="19850" y="4914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59" y="5702"/>
                  </a:lnTo>
                  <a:lnTo>
                    <a:pt x="15278" y="6146"/>
                  </a:lnTo>
                  <a:lnTo>
                    <a:pt x="15316" y="7048"/>
                  </a:lnTo>
                  <a:lnTo>
                    <a:pt x="16535" y="7340"/>
                  </a:lnTo>
                  <a:lnTo>
                    <a:pt x="19494" y="7150"/>
                  </a:lnTo>
                  <a:lnTo>
                    <a:pt x="20142" y="6908"/>
                  </a:lnTo>
                  <a:lnTo>
                    <a:pt x="20015" y="7708"/>
                  </a:lnTo>
                  <a:lnTo>
                    <a:pt x="20091" y="9423"/>
                  </a:lnTo>
                  <a:lnTo>
                    <a:pt x="20180" y="11137"/>
                  </a:lnTo>
                  <a:lnTo>
                    <a:pt x="20548" y="12522"/>
                  </a:lnTo>
                  <a:lnTo>
                    <a:pt x="21323" y="12471"/>
                  </a:lnTo>
                  <a:lnTo>
                    <a:pt x="21564" y="11061"/>
                  </a:lnTo>
                  <a:lnTo>
                    <a:pt x="21412" y="7607"/>
                  </a:lnTo>
                  <a:lnTo>
                    <a:pt x="21196" y="6858"/>
                  </a:lnTo>
                  <a:lnTo>
                    <a:pt x="21882" y="7010"/>
                  </a:lnTo>
                  <a:lnTo>
                    <a:pt x="23355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41"/>
                  </a:moveTo>
                  <a:lnTo>
                    <a:pt x="41122" y="23139"/>
                  </a:lnTo>
                  <a:lnTo>
                    <a:pt x="39903" y="22847"/>
                  </a:lnTo>
                  <a:lnTo>
                    <a:pt x="36944" y="23037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09" y="20764"/>
                  </a:lnTo>
                  <a:lnTo>
                    <a:pt x="36233" y="19050"/>
                  </a:lnTo>
                  <a:lnTo>
                    <a:pt x="35852" y="17665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80"/>
                  </a:lnTo>
                  <a:lnTo>
                    <a:pt x="35191" y="23342"/>
                  </a:lnTo>
                  <a:lnTo>
                    <a:pt x="34556" y="23177"/>
                  </a:lnTo>
                  <a:lnTo>
                    <a:pt x="33083" y="23279"/>
                  </a:lnTo>
                  <a:lnTo>
                    <a:pt x="31610" y="23368"/>
                  </a:lnTo>
                  <a:lnTo>
                    <a:pt x="30416" y="23812"/>
                  </a:lnTo>
                  <a:lnTo>
                    <a:pt x="30467" y="24701"/>
                  </a:lnTo>
                  <a:lnTo>
                    <a:pt x="31673" y="25006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29" y="27089"/>
                  </a:lnTo>
                  <a:lnTo>
                    <a:pt x="35318" y="28803"/>
                  </a:lnTo>
                  <a:lnTo>
                    <a:pt x="35699" y="30187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73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493" y="24574"/>
                  </a:lnTo>
                  <a:lnTo>
                    <a:pt x="39979" y="24472"/>
                  </a:lnTo>
                  <a:lnTo>
                    <a:pt x="41160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2" name="object 962" descr=""/>
            <p:cNvSpPr/>
            <p:nvPr/>
          </p:nvSpPr>
          <p:spPr>
            <a:xfrm>
              <a:off x="3984739" y="800045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3" name="object 963" descr=""/>
            <p:cNvSpPr/>
            <p:nvPr/>
          </p:nvSpPr>
          <p:spPr>
            <a:xfrm>
              <a:off x="3987177" y="8003190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706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81" y="22237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101"/>
                  </a:lnTo>
                  <a:lnTo>
                    <a:pt x="4140" y="22936"/>
                  </a:lnTo>
                  <a:lnTo>
                    <a:pt x="2667" y="23025"/>
                  </a:lnTo>
                  <a:lnTo>
                    <a:pt x="1193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33"/>
                  </a:lnTo>
                  <a:lnTo>
                    <a:pt x="4737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83" y="29933"/>
                  </a:lnTo>
                  <a:lnTo>
                    <a:pt x="6057" y="29883"/>
                  </a:lnTo>
                  <a:lnTo>
                    <a:pt x="6299" y="28473"/>
                  </a:lnTo>
                  <a:lnTo>
                    <a:pt x="6134" y="25019"/>
                  </a:lnTo>
                  <a:lnTo>
                    <a:pt x="5918" y="24269"/>
                  </a:lnTo>
                  <a:lnTo>
                    <a:pt x="6604" y="24422"/>
                  </a:lnTo>
                  <a:lnTo>
                    <a:pt x="8077" y="24320"/>
                  </a:lnTo>
                  <a:lnTo>
                    <a:pt x="9563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904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85"/>
                  </a:lnTo>
                  <a:lnTo>
                    <a:pt x="19583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25"/>
                  </a:lnTo>
                  <a:lnTo>
                    <a:pt x="16192" y="40614"/>
                  </a:lnTo>
                  <a:lnTo>
                    <a:pt x="14998" y="41059"/>
                  </a:lnTo>
                  <a:lnTo>
                    <a:pt x="15049" y="41960"/>
                  </a:lnTo>
                  <a:lnTo>
                    <a:pt x="16256" y="42252"/>
                  </a:lnTo>
                  <a:lnTo>
                    <a:pt x="19215" y="42062"/>
                  </a:lnTo>
                  <a:lnTo>
                    <a:pt x="19875" y="41821"/>
                  </a:lnTo>
                  <a:lnTo>
                    <a:pt x="19735" y="42608"/>
                  </a:lnTo>
                  <a:lnTo>
                    <a:pt x="19812" y="44335"/>
                  </a:lnTo>
                  <a:lnTo>
                    <a:pt x="19900" y="46050"/>
                  </a:lnTo>
                  <a:lnTo>
                    <a:pt x="20281" y="47434"/>
                  </a:lnTo>
                  <a:lnTo>
                    <a:pt x="21056" y="47383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88" y="41821"/>
                  </a:lnTo>
                  <a:lnTo>
                    <a:pt x="24561" y="41732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35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72"/>
                  </a:lnTo>
                  <a:lnTo>
                    <a:pt x="21120" y="5638"/>
                  </a:lnTo>
                  <a:lnTo>
                    <a:pt x="21272" y="4826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73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708"/>
                  </a:lnTo>
                  <a:lnTo>
                    <a:pt x="20104" y="9423"/>
                  </a:lnTo>
                  <a:lnTo>
                    <a:pt x="20193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61"/>
                  </a:lnTo>
                  <a:lnTo>
                    <a:pt x="21424" y="7607"/>
                  </a:lnTo>
                  <a:lnTo>
                    <a:pt x="21209" y="6858"/>
                  </a:lnTo>
                  <a:lnTo>
                    <a:pt x="21894" y="7010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35" y="6375"/>
                  </a:lnTo>
                  <a:close/>
                </a:path>
                <a:path w="41275" h="47625">
                  <a:moveTo>
                    <a:pt x="41173" y="24041"/>
                  </a:moveTo>
                  <a:lnTo>
                    <a:pt x="41122" y="23139"/>
                  </a:lnTo>
                  <a:lnTo>
                    <a:pt x="39916" y="22847"/>
                  </a:lnTo>
                  <a:lnTo>
                    <a:pt x="36957" y="23037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45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80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96" y="23279"/>
                  </a:lnTo>
                  <a:lnTo>
                    <a:pt x="31610" y="23368"/>
                  </a:lnTo>
                  <a:lnTo>
                    <a:pt x="30429" y="23812"/>
                  </a:lnTo>
                  <a:lnTo>
                    <a:pt x="30467" y="24701"/>
                  </a:lnTo>
                  <a:lnTo>
                    <a:pt x="31686" y="25006"/>
                  </a:lnTo>
                  <a:lnTo>
                    <a:pt x="34645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89"/>
                  </a:lnTo>
                  <a:lnTo>
                    <a:pt x="35331" y="28803"/>
                  </a:lnTo>
                  <a:lnTo>
                    <a:pt x="35699" y="30187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73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4" name="object 964" descr=""/>
            <p:cNvSpPr/>
            <p:nvPr/>
          </p:nvSpPr>
          <p:spPr>
            <a:xfrm>
              <a:off x="4035300" y="8073528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5" name="object 965" descr=""/>
            <p:cNvSpPr/>
            <p:nvPr/>
          </p:nvSpPr>
          <p:spPr>
            <a:xfrm>
              <a:off x="4037736" y="8076266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706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81" y="22237"/>
                  </a:lnTo>
                  <a:lnTo>
                    <a:pt x="5905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84" y="22326"/>
                  </a:lnTo>
                  <a:lnTo>
                    <a:pt x="4787" y="23101"/>
                  </a:lnTo>
                  <a:lnTo>
                    <a:pt x="4140" y="22936"/>
                  </a:lnTo>
                  <a:lnTo>
                    <a:pt x="2667" y="23025"/>
                  </a:lnTo>
                  <a:lnTo>
                    <a:pt x="1193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76" y="24320"/>
                  </a:lnTo>
                  <a:lnTo>
                    <a:pt x="4737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83" y="29933"/>
                  </a:lnTo>
                  <a:lnTo>
                    <a:pt x="6057" y="29883"/>
                  </a:lnTo>
                  <a:lnTo>
                    <a:pt x="6299" y="28473"/>
                  </a:lnTo>
                  <a:lnTo>
                    <a:pt x="6134" y="25019"/>
                  </a:lnTo>
                  <a:lnTo>
                    <a:pt x="5918" y="24269"/>
                  </a:lnTo>
                  <a:lnTo>
                    <a:pt x="6604" y="24422"/>
                  </a:lnTo>
                  <a:lnTo>
                    <a:pt x="8089" y="24320"/>
                  </a:lnTo>
                  <a:lnTo>
                    <a:pt x="9563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39" y="40284"/>
                  </a:lnTo>
                  <a:lnTo>
                    <a:pt x="20828" y="40551"/>
                  </a:lnTo>
                  <a:lnTo>
                    <a:pt x="20980" y="39725"/>
                  </a:lnTo>
                  <a:lnTo>
                    <a:pt x="20904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25"/>
                  </a:lnTo>
                  <a:lnTo>
                    <a:pt x="16192" y="40614"/>
                  </a:lnTo>
                  <a:lnTo>
                    <a:pt x="15011" y="41059"/>
                  </a:lnTo>
                  <a:lnTo>
                    <a:pt x="15049" y="41960"/>
                  </a:lnTo>
                  <a:lnTo>
                    <a:pt x="16268" y="42252"/>
                  </a:lnTo>
                  <a:lnTo>
                    <a:pt x="19215" y="42062"/>
                  </a:lnTo>
                  <a:lnTo>
                    <a:pt x="19875" y="41821"/>
                  </a:lnTo>
                  <a:lnTo>
                    <a:pt x="19735" y="42608"/>
                  </a:lnTo>
                  <a:lnTo>
                    <a:pt x="19824" y="44335"/>
                  </a:lnTo>
                  <a:lnTo>
                    <a:pt x="19900" y="46050"/>
                  </a:lnTo>
                  <a:lnTo>
                    <a:pt x="20281" y="47434"/>
                  </a:lnTo>
                  <a:lnTo>
                    <a:pt x="21056" y="47383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88" y="41821"/>
                  </a:lnTo>
                  <a:lnTo>
                    <a:pt x="24561" y="41732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35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72"/>
                  </a:lnTo>
                  <a:lnTo>
                    <a:pt x="21120" y="5638"/>
                  </a:lnTo>
                  <a:lnTo>
                    <a:pt x="21272" y="4826"/>
                  </a:lnTo>
                  <a:lnTo>
                    <a:pt x="21183" y="3098"/>
                  </a:lnTo>
                  <a:lnTo>
                    <a:pt x="21107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73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57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507" y="7150"/>
                  </a:lnTo>
                  <a:lnTo>
                    <a:pt x="20154" y="6908"/>
                  </a:lnTo>
                  <a:lnTo>
                    <a:pt x="20027" y="7708"/>
                  </a:lnTo>
                  <a:lnTo>
                    <a:pt x="20104" y="9423"/>
                  </a:lnTo>
                  <a:lnTo>
                    <a:pt x="20193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61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7010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35" y="6375"/>
                  </a:lnTo>
                  <a:close/>
                </a:path>
                <a:path w="41275" h="47625">
                  <a:moveTo>
                    <a:pt x="41173" y="24041"/>
                  </a:moveTo>
                  <a:lnTo>
                    <a:pt x="41122" y="23139"/>
                  </a:lnTo>
                  <a:lnTo>
                    <a:pt x="39916" y="22847"/>
                  </a:lnTo>
                  <a:lnTo>
                    <a:pt x="36957" y="23037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45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80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96" y="23279"/>
                  </a:lnTo>
                  <a:lnTo>
                    <a:pt x="31610" y="23368"/>
                  </a:lnTo>
                  <a:lnTo>
                    <a:pt x="30429" y="23812"/>
                  </a:lnTo>
                  <a:lnTo>
                    <a:pt x="30480" y="24701"/>
                  </a:lnTo>
                  <a:lnTo>
                    <a:pt x="31686" y="25006"/>
                  </a:lnTo>
                  <a:lnTo>
                    <a:pt x="34645" y="24815"/>
                  </a:lnTo>
                  <a:lnTo>
                    <a:pt x="35293" y="24574"/>
                  </a:lnTo>
                  <a:lnTo>
                    <a:pt x="35166" y="25361"/>
                  </a:lnTo>
                  <a:lnTo>
                    <a:pt x="35242" y="27089"/>
                  </a:lnTo>
                  <a:lnTo>
                    <a:pt x="35331" y="28803"/>
                  </a:lnTo>
                  <a:lnTo>
                    <a:pt x="35699" y="30187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92" y="24472"/>
                  </a:lnTo>
                  <a:lnTo>
                    <a:pt x="41173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6" name="object 966" descr=""/>
            <p:cNvSpPr/>
            <p:nvPr/>
          </p:nvSpPr>
          <p:spPr>
            <a:xfrm>
              <a:off x="4057941" y="810905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7" name="object 967" descr=""/>
            <p:cNvSpPr/>
            <p:nvPr/>
          </p:nvSpPr>
          <p:spPr>
            <a:xfrm>
              <a:off x="4060380" y="8111800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74"/>
                  </a:moveTo>
                  <a:lnTo>
                    <a:pt x="10693" y="22872"/>
                  </a:lnTo>
                  <a:lnTo>
                    <a:pt x="9486" y="22580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83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50" y="24447"/>
                  </a:lnTo>
                  <a:lnTo>
                    <a:pt x="1257" y="24739"/>
                  </a:lnTo>
                  <a:lnTo>
                    <a:pt x="4216" y="24549"/>
                  </a:lnTo>
                  <a:lnTo>
                    <a:pt x="4864" y="24320"/>
                  </a:lnTo>
                  <a:lnTo>
                    <a:pt x="4737" y="25107"/>
                  </a:lnTo>
                  <a:lnTo>
                    <a:pt x="4813" y="26822"/>
                  </a:lnTo>
                  <a:lnTo>
                    <a:pt x="4902" y="28536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07"/>
                  </a:lnTo>
                  <a:lnTo>
                    <a:pt x="9563" y="24218"/>
                  </a:lnTo>
                  <a:lnTo>
                    <a:pt x="10744" y="23774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704" y="40373"/>
                  </a:lnTo>
                  <a:lnTo>
                    <a:pt x="24485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7998"/>
                  </a:lnTo>
                  <a:lnTo>
                    <a:pt x="20815" y="36283"/>
                  </a:lnTo>
                  <a:lnTo>
                    <a:pt x="20434" y="34899"/>
                  </a:lnTo>
                  <a:lnTo>
                    <a:pt x="19659" y="34950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76"/>
                  </a:lnTo>
                  <a:lnTo>
                    <a:pt x="19138" y="40411"/>
                  </a:lnTo>
                  <a:lnTo>
                    <a:pt x="17665" y="40513"/>
                  </a:lnTo>
                  <a:lnTo>
                    <a:pt x="16192" y="40601"/>
                  </a:lnTo>
                  <a:lnTo>
                    <a:pt x="14998" y="41046"/>
                  </a:lnTo>
                  <a:lnTo>
                    <a:pt x="15049" y="41948"/>
                  </a:lnTo>
                  <a:lnTo>
                    <a:pt x="16256" y="42240"/>
                  </a:lnTo>
                  <a:lnTo>
                    <a:pt x="19215" y="42049"/>
                  </a:lnTo>
                  <a:lnTo>
                    <a:pt x="19862" y="41808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48"/>
                  </a:lnTo>
                  <a:lnTo>
                    <a:pt x="21132" y="42506"/>
                  </a:lnTo>
                  <a:lnTo>
                    <a:pt x="20916" y="41744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22" y="6362"/>
                  </a:moveTo>
                  <a:lnTo>
                    <a:pt x="25984" y="5461"/>
                  </a:lnTo>
                  <a:lnTo>
                    <a:pt x="24777" y="5168"/>
                  </a:lnTo>
                  <a:lnTo>
                    <a:pt x="21818" y="5359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71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494" y="7137"/>
                  </a:lnTo>
                  <a:lnTo>
                    <a:pt x="20154" y="6896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80" y="11125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594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896"/>
                  </a:lnTo>
                  <a:lnTo>
                    <a:pt x="24841" y="6807"/>
                  </a:lnTo>
                  <a:lnTo>
                    <a:pt x="26022" y="6362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26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79"/>
                  </a:lnTo>
                  <a:lnTo>
                    <a:pt x="36410" y="22466"/>
                  </a:lnTo>
                  <a:lnTo>
                    <a:pt x="36322" y="20751"/>
                  </a:lnTo>
                  <a:lnTo>
                    <a:pt x="36233" y="19037"/>
                  </a:lnTo>
                  <a:lnTo>
                    <a:pt x="35864" y="17653"/>
                  </a:lnTo>
                  <a:lnTo>
                    <a:pt x="35090" y="17703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29"/>
                  </a:lnTo>
                  <a:lnTo>
                    <a:pt x="34569" y="23164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45" y="24803"/>
                  </a:lnTo>
                  <a:lnTo>
                    <a:pt x="35293" y="24561"/>
                  </a:lnTo>
                  <a:lnTo>
                    <a:pt x="35153" y="25349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02"/>
                  </a:lnTo>
                  <a:lnTo>
                    <a:pt x="36563" y="25260"/>
                  </a:lnTo>
                  <a:lnTo>
                    <a:pt x="36347" y="24498"/>
                  </a:lnTo>
                  <a:lnTo>
                    <a:pt x="37033" y="24650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8" name="object 968" descr=""/>
            <p:cNvSpPr/>
            <p:nvPr/>
          </p:nvSpPr>
          <p:spPr>
            <a:xfrm>
              <a:off x="4105064" y="810905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9" name="object 969" descr=""/>
            <p:cNvSpPr/>
            <p:nvPr/>
          </p:nvSpPr>
          <p:spPr>
            <a:xfrm>
              <a:off x="4107510" y="8111800"/>
              <a:ext cx="20955" cy="47625"/>
            </a:xfrm>
            <a:custGeom>
              <a:avLst/>
              <a:gdLst/>
              <a:ahLst/>
              <a:cxnLst/>
              <a:rect l="l" t="t" r="r" b="b"/>
              <a:pathLst>
                <a:path w="20954" h="47625">
                  <a:moveTo>
                    <a:pt x="10731" y="23774"/>
                  </a:moveTo>
                  <a:lnTo>
                    <a:pt x="10693" y="22872"/>
                  </a:lnTo>
                  <a:lnTo>
                    <a:pt x="9474" y="22580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83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27" y="22923"/>
                  </a:lnTo>
                  <a:lnTo>
                    <a:pt x="2654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38" y="24447"/>
                  </a:lnTo>
                  <a:lnTo>
                    <a:pt x="1257" y="24739"/>
                  </a:lnTo>
                  <a:lnTo>
                    <a:pt x="4203" y="24549"/>
                  </a:lnTo>
                  <a:lnTo>
                    <a:pt x="4864" y="24307"/>
                  </a:lnTo>
                  <a:lnTo>
                    <a:pt x="4724" y="25107"/>
                  </a:lnTo>
                  <a:lnTo>
                    <a:pt x="4813" y="26822"/>
                  </a:lnTo>
                  <a:lnTo>
                    <a:pt x="4889" y="28536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07"/>
                  </a:lnTo>
                  <a:lnTo>
                    <a:pt x="9550" y="24218"/>
                  </a:lnTo>
                  <a:lnTo>
                    <a:pt x="10731" y="23774"/>
                  </a:lnTo>
                  <a:close/>
                </a:path>
                <a:path w="20954" h="47625">
                  <a:moveTo>
                    <a:pt x="20408" y="34899"/>
                  </a:moveTo>
                  <a:lnTo>
                    <a:pt x="19418" y="34899"/>
                  </a:lnTo>
                  <a:lnTo>
                    <a:pt x="19418" y="40487"/>
                  </a:lnTo>
                  <a:lnTo>
                    <a:pt x="19138" y="40411"/>
                  </a:lnTo>
                  <a:lnTo>
                    <a:pt x="17653" y="40513"/>
                  </a:lnTo>
                  <a:lnTo>
                    <a:pt x="16179" y="40601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49"/>
                  </a:lnTo>
                  <a:lnTo>
                    <a:pt x="19723" y="41859"/>
                  </a:lnTo>
                  <a:lnTo>
                    <a:pt x="19723" y="47421"/>
                  </a:lnTo>
                  <a:lnTo>
                    <a:pt x="20408" y="47421"/>
                  </a:lnTo>
                  <a:lnTo>
                    <a:pt x="20408" y="41910"/>
                  </a:lnTo>
                  <a:lnTo>
                    <a:pt x="20408" y="41186"/>
                  </a:lnTo>
                  <a:lnTo>
                    <a:pt x="20408" y="40081"/>
                  </a:lnTo>
                  <a:lnTo>
                    <a:pt x="20408" y="34899"/>
                  </a:lnTo>
                  <a:close/>
                </a:path>
                <a:path w="20954" h="47625">
                  <a:moveTo>
                    <a:pt x="20408" y="0"/>
                  </a:moveTo>
                  <a:lnTo>
                    <a:pt x="19697" y="0"/>
                  </a:lnTo>
                  <a:lnTo>
                    <a:pt x="19697" y="5511"/>
                  </a:lnTo>
                  <a:lnTo>
                    <a:pt x="15278" y="5511"/>
                  </a:lnTo>
                  <a:lnTo>
                    <a:pt x="15278" y="7327"/>
                  </a:lnTo>
                  <a:lnTo>
                    <a:pt x="20015" y="7327"/>
                  </a:lnTo>
                  <a:lnTo>
                    <a:pt x="20015" y="12509"/>
                  </a:lnTo>
                  <a:lnTo>
                    <a:pt x="20408" y="12509"/>
                  </a:lnTo>
                  <a:lnTo>
                    <a:pt x="20408" y="7327"/>
                  </a:lnTo>
                  <a:lnTo>
                    <a:pt x="20408" y="6273"/>
                  </a:lnTo>
                  <a:lnTo>
                    <a:pt x="20408" y="5511"/>
                  </a:lnTo>
                  <a:lnTo>
                    <a:pt x="20408" y="0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0" name="object 970" descr=""/>
            <p:cNvSpPr/>
            <p:nvPr/>
          </p:nvSpPr>
          <p:spPr>
            <a:xfrm>
              <a:off x="4012142" y="810905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1" name="object 971" descr=""/>
            <p:cNvSpPr/>
            <p:nvPr/>
          </p:nvSpPr>
          <p:spPr>
            <a:xfrm>
              <a:off x="4014584" y="8111800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74"/>
                  </a:moveTo>
                  <a:lnTo>
                    <a:pt x="10693" y="22872"/>
                  </a:lnTo>
                  <a:lnTo>
                    <a:pt x="9486" y="22580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03" y="18783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38" y="24447"/>
                  </a:lnTo>
                  <a:lnTo>
                    <a:pt x="1257" y="24739"/>
                  </a:lnTo>
                  <a:lnTo>
                    <a:pt x="4203" y="24549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22"/>
                  </a:lnTo>
                  <a:lnTo>
                    <a:pt x="4902" y="28536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07"/>
                  </a:lnTo>
                  <a:lnTo>
                    <a:pt x="9550" y="24218"/>
                  </a:lnTo>
                  <a:lnTo>
                    <a:pt x="10744" y="23774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692" y="40373"/>
                  </a:lnTo>
                  <a:lnTo>
                    <a:pt x="24485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7998"/>
                  </a:lnTo>
                  <a:lnTo>
                    <a:pt x="20815" y="36283"/>
                  </a:lnTo>
                  <a:lnTo>
                    <a:pt x="20434" y="34899"/>
                  </a:lnTo>
                  <a:lnTo>
                    <a:pt x="19659" y="34950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76"/>
                  </a:lnTo>
                  <a:lnTo>
                    <a:pt x="19138" y="40411"/>
                  </a:lnTo>
                  <a:lnTo>
                    <a:pt x="17665" y="40513"/>
                  </a:lnTo>
                  <a:lnTo>
                    <a:pt x="16179" y="40601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15" y="42049"/>
                  </a:lnTo>
                  <a:lnTo>
                    <a:pt x="19862" y="41808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48"/>
                  </a:lnTo>
                  <a:lnTo>
                    <a:pt x="21132" y="42506"/>
                  </a:lnTo>
                  <a:lnTo>
                    <a:pt x="20916" y="41744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22" y="6362"/>
                  </a:moveTo>
                  <a:lnTo>
                    <a:pt x="25984" y="5461"/>
                  </a:lnTo>
                  <a:lnTo>
                    <a:pt x="24765" y="5168"/>
                  </a:lnTo>
                  <a:lnTo>
                    <a:pt x="21818" y="5359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71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18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494" y="7137"/>
                  </a:lnTo>
                  <a:lnTo>
                    <a:pt x="20154" y="6896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80" y="11125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12" y="7594"/>
                  </a:lnTo>
                  <a:lnTo>
                    <a:pt x="21196" y="6845"/>
                  </a:lnTo>
                  <a:lnTo>
                    <a:pt x="21894" y="6997"/>
                  </a:lnTo>
                  <a:lnTo>
                    <a:pt x="23368" y="6896"/>
                  </a:lnTo>
                  <a:lnTo>
                    <a:pt x="24841" y="6807"/>
                  </a:lnTo>
                  <a:lnTo>
                    <a:pt x="26022" y="6362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398" y="22466"/>
                  </a:lnTo>
                  <a:lnTo>
                    <a:pt x="36322" y="20751"/>
                  </a:lnTo>
                  <a:lnTo>
                    <a:pt x="36233" y="19037"/>
                  </a:lnTo>
                  <a:lnTo>
                    <a:pt x="35864" y="17653"/>
                  </a:lnTo>
                  <a:lnTo>
                    <a:pt x="35090" y="17703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29"/>
                  </a:lnTo>
                  <a:lnTo>
                    <a:pt x="34556" y="23164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49"/>
                  </a:lnTo>
                  <a:lnTo>
                    <a:pt x="35242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02"/>
                  </a:lnTo>
                  <a:lnTo>
                    <a:pt x="36563" y="25260"/>
                  </a:lnTo>
                  <a:lnTo>
                    <a:pt x="36347" y="24498"/>
                  </a:lnTo>
                  <a:lnTo>
                    <a:pt x="37033" y="24650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2" name="object 972" descr=""/>
            <p:cNvSpPr/>
            <p:nvPr/>
          </p:nvSpPr>
          <p:spPr>
            <a:xfrm>
              <a:off x="4081816" y="8073528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3" name="object 973" descr=""/>
            <p:cNvSpPr/>
            <p:nvPr/>
          </p:nvSpPr>
          <p:spPr>
            <a:xfrm>
              <a:off x="4084256" y="8076266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81" y="22237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101"/>
                  </a:lnTo>
                  <a:lnTo>
                    <a:pt x="4140" y="22936"/>
                  </a:lnTo>
                  <a:lnTo>
                    <a:pt x="2667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20"/>
                  </a:lnTo>
                  <a:lnTo>
                    <a:pt x="4737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73"/>
                  </a:lnTo>
                  <a:lnTo>
                    <a:pt x="6134" y="25019"/>
                  </a:lnTo>
                  <a:lnTo>
                    <a:pt x="5918" y="24269"/>
                  </a:lnTo>
                  <a:lnTo>
                    <a:pt x="6604" y="24422"/>
                  </a:lnTo>
                  <a:lnTo>
                    <a:pt x="8077" y="24320"/>
                  </a:lnTo>
                  <a:lnTo>
                    <a:pt x="9563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49" y="41960"/>
                  </a:lnTo>
                  <a:lnTo>
                    <a:pt x="16256" y="42252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35"/>
                  </a:lnTo>
                  <a:lnTo>
                    <a:pt x="19900" y="46050"/>
                  </a:lnTo>
                  <a:lnTo>
                    <a:pt x="20281" y="47434"/>
                  </a:lnTo>
                  <a:lnTo>
                    <a:pt x="21056" y="47383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44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32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20" y="5638"/>
                  </a:lnTo>
                  <a:lnTo>
                    <a:pt x="21272" y="4826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73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708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61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7010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73" y="24041"/>
                  </a:moveTo>
                  <a:lnTo>
                    <a:pt x="41122" y="23139"/>
                  </a:lnTo>
                  <a:lnTo>
                    <a:pt x="39916" y="22847"/>
                  </a:lnTo>
                  <a:lnTo>
                    <a:pt x="36957" y="23037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33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80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79"/>
                  </a:lnTo>
                  <a:lnTo>
                    <a:pt x="31610" y="23368"/>
                  </a:lnTo>
                  <a:lnTo>
                    <a:pt x="30429" y="23812"/>
                  </a:lnTo>
                  <a:lnTo>
                    <a:pt x="30467" y="24701"/>
                  </a:lnTo>
                  <a:lnTo>
                    <a:pt x="31686" y="25006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89"/>
                  </a:lnTo>
                  <a:lnTo>
                    <a:pt x="35331" y="28803"/>
                  </a:lnTo>
                  <a:lnTo>
                    <a:pt x="35699" y="30187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73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4" name="object 974" descr=""/>
            <p:cNvSpPr/>
            <p:nvPr/>
          </p:nvSpPr>
          <p:spPr>
            <a:xfrm>
              <a:off x="4128333" y="8073528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5" name="object 975" descr=""/>
            <p:cNvSpPr/>
            <p:nvPr/>
          </p:nvSpPr>
          <p:spPr>
            <a:xfrm>
              <a:off x="4035300" y="800045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6" name="object 976" descr=""/>
            <p:cNvSpPr/>
            <p:nvPr/>
          </p:nvSpPr>
          <p:spPr>
            <a:xfrm>
              <a:off x="4037736" y="8003190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706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81" y="22237"/>
                  </a:lnTo>
                  <a:lnTo>
                    <a:pt x="5905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84" y="22326"/>
                  </a:lnTo>
                  <a:lnTo>
                    <a:pt x="4787" y="23101"/>
                  </a:lnTo>
                  <a:lnTo>
                    <a:pt x="4140" y="22936"/>
                  </a:lnTo>
                  <a:lnTo>
                    <a:pt x="2667" y="23025"/>
                  </a:lnTo>
                  <a:lnTo>
                    <a:pt x="1193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76" y="24320"/>
                  </a:lnTo>
                  <a:lnTo>
                    <a:pt x="4737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83" y="29933"/>
                  </a:lnTo>
                  <a:lnTo>
                    <a:pt x="6057" y="29883"/>
                  </a:lnTo>
                  <a:lnTo>
                    <a:pt x="6299" y="28473"/>
                  </a:lnTo>
                  <a:lnTo>
                    <a:pt x="6134" y="25019"/>
                  </a:lnTo>
                  <a:lnTo>
                    <a:pt x="5918" y="24269"/>
                  </a:lnTo>
                  <a:lnTo>
                    <a:pt x="6604" y="24422"/>
                  </a:lnTo>
                  <a:lnTo>
                    <a:pt x="8089" y="24320"/>
                  </a:lnTo>
                  <a:lnTo>
                    <a:pt x="9563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39" y="40284"/>
                  </a:lnTo>
                  <a:lnTo>
                    <a:pt x="20828" y="40551"/>
                  </a:lnTo>
                  <a:lnTo>
                    <a:pt x="20980" y="39725"/>
                  </a:lnTo>
                  <a:lnTo>
                    <a:pt x="20904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85"/>
                  </a:lnTo>
                  <a:lnTo>
                    <a:pt x="19583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25"/>
                  </a:lnTo>
                  <a:lnTo>
                    <a:pt x="16192" y="40614"/>
                  </a:lnTo>
                  <a:lnTo>
                    <a:pt x="15011" y="41059"/>
                  </a:lnTo>
                  <a:lnTo>
                    <a:pt x="15049" y="41960"/>
                  </a:lnTo>
                  <a:lnTo>
                    <a:pt x="16268" y="42252"/>
                  </a:lnTo>
                  <a:lnTo>
                    <a:pt x="19215" y="42062"/>
                  </a:lnTo>
                  <a:lnTo>
                    <a:pt x="19875" y="41821"/>
                  </a:lnTo>
                  <a:lnTo>
                    <a:pt x="19735" y="42608"/>
                  </a:lnTo>
                  <a:lnTo>
                    <a:pt x="19824" y="44335"/>
                  </a:lnTo>
                  <a:lnTo>
                    <a:pt x="19900" y="46050"/>
                  </a:lnTo>
                  <a:lnTo>
                    <a:pt x="20281" y="47434"/>
                  </a:lnTo>
                  <a:lnTo>
                    <a:pt x="21056" y="47383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88" y="41821"/>
                  </a:lnTo>
                  <a:lnTo>
                    <a:pt x="24561" y="41732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35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72"/>
                  </a:lnTo>
                  <a:lnTo>
                    <a:pt x="21120" y="5638"/>
                  </a:lnTo>
                  <a:lnTo>
                    <a:pt x="21272" y="4826"/>
                  </a:lnTo>
                  <a:lnTo>
                    <a:pt x="21183" y="3098"/>
                  </a:lnTo>
                  <a:lnTo>
                    <a:pt x="21107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73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57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507" y="7150"/>
                  </a:lnTo>
                  <a:lnTo>
                    <a:pt x="20154" y="6908"/>
                  </a:lnTo>
                  <a:lnTo>
                    <a:pt x="20027" y="7708"/>
                  </a:lnTo>
                  <a:lnTo>
                    <a:pt x="20104" y="9423"/>
                  </a:lnTo>
                  <a:lnTo>
                    <a:pt x="20193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61"/>
                  </a:lnTo>
                  <a:lnTo>
                    <a:pt x="21424" y="7607"/>
                  </a:lnTo>
                  <a:lnTo>
                    <a:pt x="21209" y="6858"/>
                  </a:lnTo>
                  <a:lnTo>
                    <a:pt x="21894" y="7010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35" y="6375"/>
                  </a:lnTo>
                  <a:close/>
                </a:path>
                <a:path w="41275" h="47625">
                  <a:moveTo>
                    <a:pt x="41173" y="24041"/>
                  </a:moveTo>
                  <a:lnTo>
                    <a:pt x="41122" y="23139"/>
                  </a:lnTo>
                  <a:lnTo>
                    <a:pt x="39916" y="22847"/>
                  </a:lnTo>
                  <a:lnTo>
                    <a:pt x="36957" y="23037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45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80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96" y="23279"/>
                  </a:lnTo>
                  <a:lnTo>
                    <a:pt x="31610" y="23368"/>
                  </a:lnTo>
                  <a:lnTo>
                    <a:pt x="30429" y="23812"/>
                  </a:lnTo>
                  <a:lnTo>
                    <a:pt x="30480" y="24701"/>
                  </a:lnTo>
                  <a:lnTo>
                    <a:pt x="31686" y="25006"/>
                  </a:lnTo>
                  <a:lnTo>
                    <a:pt x="34645" y="24815"/>
                  </a:lnTo>
                  <a:lnTo>
                    <a:pt x="35293" y="24574"/>
                  </a:lnTo>
                  <a:lnTo>
                    <a:pt x="35166" y="25361"/>
                  </a:lnTo>
                  <a:lnTo>
                    <a:pt x="35242" y="27089"/>
                  </a:lnTo>
                  <a:lnTo>
                    <a:pt x="35331" y="28803"/>
                  </a:lnTo>
                  <a:lnTo>
                    <a:pt x="35699" y="30187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92" y="24472"/>
                  </a:lnTo>
                  <a:lnTo>
                    <a:pt x="41173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7" name="object 977" descr=""/>
            <p:cNvSpPr/>
            <p:nvPr/>
          </p:nvSpPr>
          <p:spPr>
            <a:xfrm>
              <a:off x="4057941" y="803597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8" name="object 978" descr=""/>
            <p:cNvSpPr/>
            <p:nvPr/>
          </p:nvSpPr>
          <p:spPr>
            <a:xfrm>
              <a:off x="4060380" y="803871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81" y="22237"/>
                  </a:lnTo>
                  <a:lnTo>
                    <a:pt x="5892" y="20523"/>
                  </a:lnTo>
                  <a:lnTo>
                    <a:pt x="5816" y="18796"/>
                  </a:lnTo>
                  <a:lnTo>
                    <a:pt x="5435" y="17424"/>
                  </a:lnTo>
                  <a:lnTo>
                    <a:pt x="4660" y="17475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101"/>
                  </a:lnTo>
                  <a:lnTo>
                    <a:pt x="4140" y="22936"/>
                  </a:lnTo>
                  <a:lnTo>
                    <a:pt x="2667" y="23025"/>
                  </a:lnTo>
                  <a:lnTo>
                    <a:pt x="1181" y="23126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33"/>
                  </a:lnTo>
                  <a:lnTo>
                    <a:pt x="4737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73"/>
                  </a:lnTo>
                  <a:lnTo>
                    <a:pt x="6134" y="25019"/>
                  </a:lnTo>
                  <a:lnTo>
                    <a:pt x="5918" y="24269"/>
                  </a:lnTo>
                  <a:lnTo>
                    <a:pt x="6604" y="24422"/>
                  </a:lnTo>
                  <a:lnTo>
                    <a:pt x="8077" y="24320"/>
                  </a:lnTo>
                  <a:lnTo>
                    <a:pt x="9563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51"/>
                  </a:lnTo>
                  <a:lnTo>
                    <a:pt x="20980" y="39738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85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25"/>
                  </a:lnTo>
                  <a:lnTo>
                    <a:pt x="16192" y="40614"/>
                  </a:lnTo>
                  <a:lnTo>
                    <a:pt x="14998" y="41059"/>
                  </a:lnTo>
                  <a:lnTo>
                    <a:pt x="15049" y="41960"/>
                  </a:lnTo>
                  <a:lnTo>
                    <a:pt x="16256" y="42252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21"/>
                  </a:lnTo>
                  <a:lnTo>
                    <a:pt x="19812" y="44335"/>
                  </a:lnTo>
                  <a:lnTo>
                    <a:pt x="19900" y="46050"/>
                  </a:lnTo>
                  <a:lnTo>
                    <a:pt x="20281" y="47434"/>
                  </a:lnTo>
                  <a:lnTo>
                    <a:pt x="21056" y="47383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70"/>
                  </a:lnTo>
                  <a:lnTo>
                    <a:pt x="21602" y="41922"/>
                  </a:lnTo>
                  <a:lnTo>
                    <a:pt x="23075" y="41821"/>
                  </a:lnTo>
                  <a:lnTo>
                    <a:pt x="24561" y="41732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72"/>
                  </a:lnTo>
                  <a:lnTo>
                    <a:pt x="21120" y="5638"/>
                  </a:lnTo>
                  <a:lnTo>
                    <a:pt x="21272" y="4826"/>
                  </a:lnTo>
                  <a:lnTo>
                    <a:pt x="21183" y="3111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63"/>
                  </a:lnTo>
                  <a:lnTo>
                    <a:pt x="19710" y="1473"/>
                  </a:lnTo>
                  <a:lnTo>
                    <a:pt x="19862" y="4914"/>
                  </a:lnTo>
                  <a:lnTo>
                    <a:pt x="20066" y="5689"/>
                  </a:lnTo>
                  <a:lnTo>
                    <a:pt x="19431" y="5524"/>
                  </a:lnTo>
                  <a:lnTo>
                    <a:pt x="17945" y="5613"/>
                  </a:lnTo>
                  <a:lnTo>
                    <a:pt x="16471" y="5715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708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61"/>
                  </a:lnTo>
                  <a:lnTo>
                    <a:pt x="21424" y="7607"/>
                  </a:lnTo>
                  <a:lnTo>
                    <a:pt x="21209" y="6858"/>
                  </a:lnTo>
                  <a:lnTo>
                    <a:pt x="21894" y="7010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73" y="24041"/>
                  </a:moveTo>
                  <a:lnTo>
                    <a:pt x="41122" y="23139"/>
                  </a:lnTo>
                  <a:lnTo>
                    <a:pt x="39916" y="22847"/>
                  </a:lnTo>
                  <a:lnTo>
                    <a:pt x="36957" y="23037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33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38"/>
                  </a:lnTo>
                  <a:lnTo>
                    <a:pt x="35001" y="22580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79"/>
                  </a:lnTo>
                  <a:lnTo>
                    <a:pt x="31610" y="23368"/>
                  </a:lnTo>
                  <a:lnTo>
                    <a:pt x="30429" y="23812"/>
                  </a:lnTo>
                  <a:lnTo>
                    <a:pt x="30467" y="24714"/>
                  </a:lnTo>
                  <a:lnTo>
                    <a:pt x="31686" y="25006"/>
                  </a:lnTo>
                  <a:lnTo>
                    <a:pt x="34645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89"/>
                  </a:lnTo>
                  <a:lnTo>
                    <a:pt x="35331" y="28803"/>
                  </a:lnTo>
                  <a:lnTo>
                    <a:pt x="35699" y="30187"/>
                  </a:lnTo>
                  <a:lnTo>
                    <a:pt x="36474" y="30137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85"/>
                  </a:lnTo>
                  <a:lnTo>
                    <a:pt x="41173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9" name="object 979" descr=""/>
            <p:cNvSpPr/>
            <p:nvPr/>
          </p:nvSpPr>
          <p:spPr>
            <a:xfrm>
              <a:off x="4105064" y="803597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0" name="object 980" descr=""/>
            <p:cNvSpPr/>
            <p:nvPr/>
          </p:nvSpPr>
          <p:spPr>
            <a:xfrm>
              <a:off x="4107510" y="8038712"/>
              <a:ext cx="20955" cy="47625"/>
            </a:xfrm>
            <a:custGeom>
              <a:avLst/>
              <a:gdLst/>
              <a:ahLst/>
              <a:cxnLst/>
              <a:rect l="l" t="t" r="r" b="b"/>
              <a:pathLst>
                <a:path w="20954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69" y="22237"/>
                  </a:lnTo>
                  <a:lnTo>
                    <a:pt x="5892" y="20523"/>
                  </a:lnTo>
                  <a:lnTo>
                    <a:pt x="5803" y="18796"/>
                  </a:lnTo>
                  <a:lnTo>
                    <a:pt x="5435" y="17424"/>
                  </a:lnTo>
                  <a:lnTo>
                    <a:pt x="4660" y="17475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101"/>
                  </a:lnTo>
                  <a:lnTo>
                    <a:pt x="4127" y="22936"/>
                  </a:lnTo>
                  <a:lnTo>
                    <a:pt x="2654" y="23025"/>
                  </a:lnTo>
                  <a:lnTo>
                    <a:pt x="1181" y="23126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20"/>
                  </a:lnTo>
                  <a:lnTo>
                    <a:pt x="4813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73"/>
                  </a:lnTo>
                  <a:lnTo>
                    <a:pt x="6134" y="25019"/>
                  </a:lnTo>
                  <a:lnTo>
                    <a:pt x="5918" y="24269"/>
                  </a:lnTo>
                  <a:lnTo>
                    <a:pt x="6604" y="24422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31" y="23787"/>
                  </a:lnTo>
                  <a:close/>
                </a:path>
                <a:path w="20954" h="47625">
                  <a:moveTo>
                    <a:pt x="20408" y="34912"/>
                  </a:moveTo>
                  <a:lnTo>
                    <a:pt x="19418" y="34912"/>
                  </a:lnTo>
                  <a:lnTo>
                    <a:pt x="19418" y="40500"/>
                  </a:lnTo>
                  <a:lnTo>
                    <a:pt x="19138" y="40424"/>
                  </a:lnTo>
                  <a:lnTo>
                    <a:pt x="17653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60"/>
                  </a:lnTo>
                  <a:lnTo>
                    <a:pt x="16256" y="42252"/>
                  </a:lnTo>
                  <a:lnTo>
                    <a:pt x="19202" y="42062"/>
                  </a:lnTo>
                  <a:lnTo>
                    <a:pt x="19723" y="41871"/>
                  </a:lnTo>
                  <a:lnTo>
                    <a:pt x="19723" y="47434"/>
                  </a:lnTo>
                  <a:lnTo>
                    <a:pt x="20408" y="47434"/>
                  </a:lnTo>
                  <a:lnTo>
                    <a:pt x="20408" y="41922"/>
                  </a:lnTo>
                  <a:lnTo>
                    <a:pt x="20408" y="41198"/>
                  </a:lnTo>
                  <a:lnTo>
                    <a:pt x="20408" y="40093"/>
                  </a:lnTo>
                  <a:lnTo>
                    <a:pt x="20408" y="34912"/>
                  </a:lnTo>
                  <a:close/>
                </a:path>
                <a:path w="20954" h="47625">
                  <a:moveTo>
                    <a:pt x="20408" y="0"/>
                  </a:moveTo>
                  <a:lnTo>
                    <a:pt x="19697" y="0"/>
                  </a:lnTo>
                  <a:lnTo>
                    <a:pt x="19697" y="5524"/>
                  </a:lnTo>
                  <a:lnTo>
                    <a:pt x="15278" y="5524"/>
                  </a:lnTo>
                  <a:lnTo>
                    <a:pt x="15278" y="7340"/>
                  </a:lnTo>
                  <a:lnTo>
                    <a:pt x="20015" y="7340"/>
                  </a:lnTo>
                  <a:lnTo>
                    <a:pt x="20015" y="12522"/>
                  </a:lnTo>
                  <a:lnTo>
                    <a:pt x="20408" y="12522"/>
                  </a:lnTo>
                  <a:lnTo>
                    <a:pt x="20408" y="7340"/>
                  </a:lnTo>
                  <a:lnTo>
                    <a:pt x="20408" y="6286"/>
                  </a:lnTo>
                  <a:lnTo>
                    <a:pt x="20408" y="5524"/>
                  </a:lnTo>
                  <a:lnTo>
                    <a:pt x="20408" y="0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1" name="object 981" descr=""/>
            <p:cNvSpPr/>
            <p:nvPr/>
          </p:nvSpPr>
          <p:spPr>
            <a:xfrm>
              <a:off x="4012142" y="803597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2" name="object 982" descr=""/>
            <p:cNvSpPr/>
            <p:nvPr/>
          </p:nvSpPr>
          <p:spPr>
            <a:xfrm>
              <a:off x="4014584" y="803871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81" y="22237"/>
                  </a:lnTo>
                  <a:lnTo>
                    <a:pt x="5892" y="20523"/>
                  </a:lnTo>
                  <a:lnTo>
                    <a:pt x="5803" y="18796"/>
                  </a:lnTo>
                  <a:lnTo>
                    <a:pt x="5435" y="17424"/>
                  </a:lnTo>
                  <a:lnTo>
                    <a:pt x="4660" y="17475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101"/>
                  </a:lnTo>
                  <a:lnTo>
                    <a:pt x="4140" y="22936"/>
                  </a:lnTo>
                  <a:lnTo>
                    <a:pt x="2654" y="23025"/>
                  </a:lnTo>
                  <a:lnTo>
                    <a:pt x="1181" y="23126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33"/>
                  </a:lnTo>
                  <a:lnTo>
                    <a:pt x="4724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73"/>
                  </a:lnTo>
                  <a:lnTo>
                    <a:pt x="6134" y="25019"/>
                  </a:lnTo>
                  <a:lnTo>
                    <a:pt x="5918" y="24269"/>
                  </a:lnTo>
                  <a:lnTo>
                    <a:pt x="6604" y="24422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692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51"/>
                  </a:lnTo>
                  <a:lnTo>
                    <a:pt x="20980" y="39738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85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60"/>
                  </a:lnTo>
                  <a:lnTo>
                    <a:pt x="16256" y="42252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21"/>
                  </a:lnTo>
                  <a:lnTo>
                    <a:pt x="19812" y="44335"/>
                  </a:lnTo>
                  <a:lnTo>
                    <a:pt x="19900" y="46050"/>
                  </a:lnTo>
                  <a:lnTo>
                    <a:pt x="20269" y="47434"/>
                  </a:lnTo>
                  <a:lnTo>
                    <a:pt x="21043" y="47383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70"/>
                  </a:lnTo>
                  <a:lnTo>
                    <a:pt x="21602" y="41922"/>
                  </a:lnTo>
                  <a:lnTo>
                    <a:pt x="23075" y="41821"/>
                  </a:lnTo>
                  <a:lnTo>
                    <a:pt x="24561" y="41732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07" y="5638"/>
                  </a:lnTo>
                  <a:lnTo>
                    <a:pt x="21259" y="4826"/>
                  </a:lnTo>
                  <a:lnTo>
                    <a:pt x="21183" y="3111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63"/>
                  </a:lnTo>
                  <a:lnTo>
                    <a:pt x="19697" y="1473"/>
                  </a:lnTo>
                  <a:lnTo>
                    <a:pt x="19862" y="4914"/>
                  </a:lnTo>
                  <a:lnTo>
                    <a:pt x="20066" y="5689"/>
                  </a:lnTo>
                  <a:lnTo>
                    <a:pt x="19418" y="5524"/>
                  </a:lnTo>
                  <a:lnTo>
                    <a:pt x="17945" y="5613"/>
                  </a:lnTo>
                  <a:lnTo>
                    <a:pt x="16471" y="5715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708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61"/>
                  </a:lnTo>
                  <a:lnTo>
                    <a:pt x="21412" y="7607"/>
                  </a:lnTo>
                  <a:lnTo>
                    <a:pt x="21196" y="6858"/>
                  </a:lnTo>
                  <a:lnTo>
                    <a:pt x="21894" y="7010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41"/>
                  </a:moveTo>
                  <a:lnTo>
                    <a:pt x="41122" y="23139"/>
                  </a:lnTo>
                  <a:lnTo>
                    <a:pt x="39903" y="22847"/>
                  </a:lnTo>
                  <a:lnTo>
                    <a:pt x="36957" y="23037"/>
                  </a:lnTo>
                  <a:lnTo>
                    <a:pt x="36258" y="23304"/>
                  </a:lnTo>
                  <a:lnTo>
                    <a:pt x="36398" y="22479"/>
                  </a:lnTo>
                  <a:lnTo>
                    <a:pt x="36322" y="20764"/>
                  </a:lnTo>
                  <a:lnTo>
                    <a:pt x="36233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38"/>
                  </a:lnTo>
                  <a:lnTo>
                    <a:pt x="35001" y="22580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79"/>
                  </a:lnTo>
                  <a:lnTo>
                    <a:pt x="31610" y="23368"/>
                  </a:lnTo>
                  <a:lnTo>
                    <a:pt x="30429" y="23812"/>
                  </a:lnTo>
                  <a:lnTo>
                    <a:pt x="30467" y="24714"/>
                  </a:lnTo>
                  <a:lnTo>
                    <a:pt x="31686" y="25006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89"/>
                  </a:lnTo>
                  <a:lnTo>
                    <a:pt x="35318" y="28803"/>
                  </a:lnTo>
                  <a:lnTo>
                    <a:pt x="35699" y="30187"/>
                  </a:lnTo>
                  <a:lnTo>
                    <a:pt x="36474" y="30137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85"/>
                  </a:lnTo>
                  <a:lnTo>
                    <a:pt x="41160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3" name="object 983" descr=""/>
            <p:cNvSpPr/>
            <p:nvPr/>
          </p:nvSpPr>
          <p:spPr>
            <a:xfrm>
              <a:off x="4081816" y="800045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4" name="object 984" descr=""/>
            <p:cNvSpPr/>
            <p:nvPr/>
          </p:nvSpPr>
          <p:spPr>
            <a:xfrm>
              <a:off x="4084256" y="8003190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81" y="22237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101"/>
                  </a:lnTo>
                  <a:lnTo>
                    <a:pt x="4140" y="22936"/>
                  </a:lnTo>
                  <a:lnTo>
                    <a:pt x="2667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33"/>
                  </a:lnTo>
                  <a:lnTo>
                    <a:pt x="4737" y="25120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73"/>
                  </a:lnTo>
                  <a:lnTo>
                    <a:pt x="6134" y="25019"/>
                  </a:lnTo>
                  <a:lnTo>
                    <a:pt x="5918" y="24269"/>
                  </a:lnTo>
                  <a:lnTo>
                    <a:pt x="6604" y="24422"/>
                  </a:lnTo>
                  <a:lnTo>
                    <a:pt x="8077" y="24320"/>
                  </a:lnTo>
                  <a:lnTo>
                    <a:pt x="9563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85"/>
                  </a:lnTo>
                  <a:lnTo>
                    <a:pt x="19583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25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49" y="41960"/>
                  </a:lnTo>
                  <a:lnTo>
                    <a:pt x="16256" y="42252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35"/>
                  </a:lnTo>
                  <a:lnTo>
                    <a:pt x="19900" y="46050"/>
                  </a:lnTo>
                  <a:lnTo>
                    <a:pt x="20281" y="47434"/>
                  </a:lnTo>
                  <a:lnTo>
                    <a:pt x="21056" y="47383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44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32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20" y="5638"/>
                  </a:lnTo>
                  <a:lnTo>
                    <a:pt x="21272" y="4826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73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708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61"/>
                  </a:lnTo>
                  <a:lnTo>
                    <a:pt x="21424" y="7607"/>
                  </a:lnTo>
                  <a:lnTo>
                    <a:pt x="21209" y="6858"/>
                  </a:lnTo>
                  <a:lnTo>
                    <a:pt x="21894" y="7010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73" y="24041"/>
                  </a:moveTo>
                  <a:lnTo>
                    <a:pt x="41122" y="23139"/>
                  </a:lnTo>
                  <a:lnTo>
                    <a:pt x="39916" y="22847"/>
                  </a:lnTo>
                  <a:lnTo>
                    <a:pt x="36957" y="23037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33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80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79"/>
                  </a:lnTo>
                  <a:lnTo>
                    <a:pt x="31610" y="23368"/>
                  </a:lnTo>
                  <a:lnTo>
                    <a:pt x="30429" y="23812"/>
                  </a:lnTo>
                  <a:lnTo>
                    <a:pt x="30467" y="24701"/>
                  </a:lnTo>
                  <a:lnTo>
                    <a:pt x="31686" y="25006"/>
                  </a:lnTo>
                  <a:lnTo>
                    <a:pt x="34632" y="24815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89"/>
                  </a:lnTo>
                  <a:lnTo>
                    <a:pt x="35331" y="28803"/>
                  </a:lnTo>
                  <a:lnTo>
                    <a:pt x="35699" y="30187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73" y="2404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5" name="object 985" descr=""/>
            <p:cNvSpPr/>
            <p:nvPr/>
          </p:nvSpPr>
          <p:spPr>
            <a:xfrm>
              <a:off x="4128333" y="800045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6" name="object 986" descr=""/>
            <p:cNvSpPr/>
            <p:nvPr/>
          </p:nvSpPr>
          <p:spPr>
            <a:xfrm>
              <a:off x="3891705" y="8219848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7" name="object 987" descr=""/>
            <p:cNvSpPr/>
            <p:nvPr/>
          </p:nvSpPr>
          <p:spPr>
            <a:xfrm>
              <a:off x="3894150" y="8222595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74"/>
                  </a:moveTo>
                  <a:lnTo>
                    <a:pt x="10693" y="22885"/>
                  </a:lnTo>
                  <a:lnTo>
                    <a:pt x="9474" y="22580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83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38" y="24447"/>
                  </a:lnTo>
                  <a:lnTo>
                    <a:pt x="1257" y="24739"/>
                  </a:lnTo>
                  <a:lnTo>
                    <a:pt x="4203" y="24549"/>
                  </a:lnTo>
                  <a:lnTo>
                    <a:pt x="4864" y="24307"/>
                  </a:lnTo>
                  <a:lnTo>
                    <a:pt x="4724" y="25107"/>
                  </a:lnTo>
                  <a:lnTo>
                    <a:pt x="4813" y="26822"/>
                  </a:lnTo>
                  <a:lnTo>
                    <a:pt x="4889" y="28536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31" y="23774"/>
                  </a:lnTo>
                  <a:close/>
                </a:path>
                <a:path w="41275" h="47625">
                  <a:moveTo>
                    <a:pt x="25730" y="41275"/>
                  </a:moveTo>
                  <a:lnTo>
                    <a:pt x="25692" y="40373"/>
                  </a:lnTo>
                  <a:lnTo>
                    <a:pt x="24472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7998"/>
                  </a:lnTo>
                  <a:lnTo>
                    <a:pt x="20802" y="36283"/>
                  </a:lnTo>
                  <a:lnTo>
                    <a:pt x="20434" y="34899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53" y="40513"/>
                  </a:lnTo>
                  <a:lnTo>
                    <a:pt x="16179" y="40601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49"/>
                  </a:lnTo>
                  <a:lnTo>
                    <a:pt x="19862" y="41821"/>
                  </a:lnTo>
                  <a:lnTo>
                    <a:pt x="19723" y="42608"/>
                  </a:lnTo>
                  <a:lnTo>
                    <a:pt x="19812" y="44323"/>
                  </a:lnTo>
                  <a:lnTo>
                    <a:pt x="19888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06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49" y="41719"/>
                  </a:lnTo>
                  <a:lnTo>
                    <a:pt x="25730" y="41275"/>
                  </a:lnTo>
                  <a:close/>
                </a:path>
                <a:path w="41275" h="47625">
                  <a:moveTo>
                    <a:pt x="26022" y="6362"/>
                  </a:moveTo>
                  <a:lnTo>
                    <a:pt x="25984" y="5473"/>
                  </a:lnTo>
                  <a:lnTo>
                    <a:pt x="24765" y="5168"/>
                  </a:lnTo>
                  <a:lnTo>
                    <a:pt x="21818" y="5359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71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18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35" y="7327"/>
                  </a:lnTo>
                  <a:lnTo>
                    <a:pt x="19494" y="7137"/>
                  </a:lnTo>
                  <a:lnTo>
                    <a:pt x="20154" y="6896"/>
                  </a:lnTo>
                  <a:lnTo>
                    <a:pt x="20015" y="7696"/>
                  </a:lnTo>
                  <a:lnTo>
                    <a:pt x="20091" y="9410"/>
                  </a:lnTo>
                  <a:lnTo>
                    <a:pt x="20180" y="11125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68" y="6896"/>
                  </a:lnTo>
                  <a:lnTo>
                    <a:pt x="24841" y="6807"/>
                  </a:lnTo>
                  <a:lnTo>
                    <a:pt x="26022" y="6362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57" y="23025"/>
                  </a:lnTo>
                  <a:lnTo>
                    <a:pt x="36245" y="23291"/>
                  </a:lnTo>
                  <a:lnTo>
                    <a:pt x="36398" y="22466"/>
                  </a:lnTo>
                  <a:lnTo>
                    <a:pt x="36322" y="20751"/>
                  </a:lnTo>
                  <a:lnTo>
                    <a:pt x="36233" y="19037"/>
                  </a:lnTo>
                  <a:lnTo>
                    <a:pt x="35852" y="17653"/>
                  </a:lnTo>
                  <a:lnTo>
                    <a:pt x="35077" y="17703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191" y="23329"/>
                  </a:lnTo>
                  <a:lnTo>
                    <a:pt x="34556" y="23164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02"/>
                  </a:lnTo>
                  <a:lnTo>
                    <a:pt x="36550" y="25260"/>
                  </a:lnTo>
                  <a:lnTo>
                    <a:pt x="36334" y="24498"/>
                  </a:lnTo>
                  <a:lnTo>
                    <a:pt x="37020" y="24650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8" name="object 988" descr=""/>
            <p:cNvSpPr/>
            <p:nvPr/>
          </p:nvSpPr>
          <p:spPr>
            <a:xfrm>
              <a:off x="3914346" y="825537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9" name="object 989" descr=""/>
            <p:cNvSpPr/>
            <p:nvPr/>
          </p:nvSpPr>
          <p:spPr>
            <a:xfrm>
              <a:off x="3916794" y="8258117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16" y="23050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22" y="17411"/>
                  </a:lnTo>
                  <a:lnTo>
                    <a:pt x="4648" y="17462"/>
                  </a:lnTo>
                  <a:lnTo>
                    <a:pt x="4406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27" y="22923"/>
                  </a:lnTo>
                  <a:lnTo>
                    <a:pt x="2654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38" y="24447"/>
                  </a:lnTo>
                  <a:lnTo>
                    <a:pt x="1257" y="24739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22"/>
                  </a:lnTo>
                  <a:lnTo>
                    <a:pt x="4889" y="28549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21" y="25019"/>
                  </a:lnTo>
                  <a:lnTo>
                    <a:pt x="5905" y="24257"/>
                  </a:lnTo>
                  <a:lnTo>
                    <a:pt x="6591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75"/>
                  </a:moveTo>
                  <a:lnTo>
                    <a:pt x="25692" y="40373"/>
                  </a:lnTo>
                  <a:lnTo>
                    <a:pt x="24472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67" y="39725"/>
                  </a:lnTo>
                  <a:lnTo>
                    <a:pt x="20891" y="38011"/>
                  </a:lnTo>
                  <a:lnTo>
                    <a:pt x="20802" y="36283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26" y="40424"/>
                  </a:lnTo>
                  <a:lnTo>
                    <a:pt x="17653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49"/>
                  </a:lnTo>
                  <a:lnTo>
                    <a:pt x="19862" y="41808"/>
                  </a:lnTo>
                  <a:lnTo>
                    <a:pt x="19723" y="42608"/>
                  </a:lnTo>
                  <a:lnTo>
                    <a:pt x="19812" y="44323"/>
                  </a:lnTo>
                  <a:lnTo>
                    <a:pt x="19888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49" y="41719"/>
                  </a:lnTo>
                  <a:lnTo>
                    <a:pt x="25730" y="41275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71" y="5473"/>
                  </a:lnTo>
                  <a:lnTo>
                    <a:pt x="24765" y="5181"/>
                  </a:lnTo>
                  <a:lnTo>
                    <a:pt x="21805" y="5359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70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50" y="4902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00"/>
                  </a:lnTo>
                  <a:lnTo>
                    <a:pt x="16459" y="5702"/>
                  </a:lnTo>
                  <a:lnTo>
                    <a:pt x="15278" y="6134"/>
                  </a:lnTo>
                  <a:lnTo>
                    <a:pt x="15328" y="7035"/>
                  </a:lnTo>
                  <a:lnTo>
                    <a:pt x="16535" y="7327"/>
                  </a:lnTo>
                  <a:lnTo>
                    <a:pt x="19494" y="7150"/>
                  </a:lnTo>
                  <a:lnTo>
                    <a:pt x="20142" y="6908"/>
                  </a:lnTo>
                  <a:lnTo>
                    <a:pt x="20015" y="7696"/>
                  </a:lnTo>
                  <a:lnTo>
                    <a:pt x="20091" y="9410"/>
                  </a:lnTo>
                  <a:lnTo>
                    <a:pt x="20180" y="11137"/>
                  </a:lnTo>
                  <a:lnTo>
                    <a:pt x="20548" y="12509"/>
                  </a:lnTo>
                  <a:lnTo>
                    <a:pt x="21336" y="12458"/>
                  </a:lnTo>
                  <a:lnTo>
                    <a:pt x="21564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55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44" y="23025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09" y="20751"/>
                  </a:lnTo>
                  <a:lnTo>
                    <a:pt x="36233" y="19037"/>
                  </a:lnTo>
                  <a:lnTo>
                    <a:pt x="35852" y="17653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16" y="23799"/>
                  </a:lnTo>
                  <a:lnTo>
                    <a:pt x="30467" y="24701"/>
                  </a:lnTo>
                  <a:lnTo>
                    <a:pt x="31673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29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60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493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0" name="object 990" descr=""/>
            <p:cNvSpPr/>
            <p:nvPr/>
          </p:nvSpPr>
          <p:spPr>
            <a:xfrm>
              <a:off x="3961469" y="825537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1" name="object 991" descr=""/>
            <p:cNvSpPr/>
            <p:nvPr/>
          </p:nvSpPr>
          <p:spPr>
            <a:xfrm>
              <a:off x="3963911" y="8258117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38" y="24447"/>
                  </a:lnTo>
                  <a:lnTo>
                    <a:pt x="1257" y="24739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22"/>
                  </a:lnTo>
                  <a:lnTo>
                    <a:pt x="4902" y="28549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692" y="40373"/>
                  </a:lnTo>
                  <a:lnTo>
                    <a:pt x="24485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83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15" y="42049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59"/>
                  </a:lnTo>
                  <a:lnTo>
                    <a:pt x="21120" y="5626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18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80" y="11137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398" y="22479"/>
                  </a:lnTo>
                  <a:lnTo>
                    <a:pt x="36322" y="20751"/>
                  </a:lnTo>
                  <a:lnTo>
                    <a:pt x="36233" y="19037"/>
                  </a:lnTo>
                  <a:lnTo>
                    <a:pt x="35864" y="17653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60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2" name="object 992" descr=""/>
            <p:cNvSpPr/>
            <p:nvPr/>
          </p:nvSpPr>
          <p:spPr>
            <a:xfrm>
              <a:off x="3884603" y="8255371"/>
              <a:ext cx="29845" cy="53975"/>
            </a:xfrm>
            <a:custGeom>
              <a:avLst/>
              <a:gdLst/>
              <a:ahLst/>
              <a:cxnLst/>
              <a:rect l="l" t="t" r="r" b="b"/>
              <a:pathLst>
                <a:path w="29845" h="53975">
                  <a:moveTo>
                    <a:pt x="29743" y="26711"/>
                  </a:moveTo>
                  <a:lnTo>
                    <a:pt x="6843" y="53422"/>
                  </a:lnTo>
                  <a:lnTo>
                    <a:pt x="0" y="45439"/>
                  </a:lnTo>
                </a:path>
                <a:path w="29845" h="53975">
                  <a:moveTo>
                    <a:pt x="0" y="7983"/>
                  </a:moveTo>
                  <a:lnTo>
                    <a:pt x="6843" y="0"/>
                  </a:lnTo>
                  <a:lnTo>
                    <a:pt x="29743" y="26711"/>
                  </a:lnTo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3" name="object 993" descr=""/>
            <p:cNvSpPr/>
            <p:nvPr/>
          </p:nvSpPr>
          <p:spPr>
            <a:xfrm>
              <a:off x="3885996" y="8258117"/>
              <a:ext cx="26670" cy="47625"/>
            </a:xfrm>
            <a:custGeom>
              <a:avLst/>
              <a:gdLst/>
              <a:ahLst/>
              <a:cxnLst/>
              <a:rect l="l" t="t" r="r" b="b"/>
              <a:pathLst>
                <a:path w="26670" h="47625">
                  <a:moveTo>
                    <a:pt x="10731" y="41275"/>
                  </a:moveTo>
                  <a:lnTo>
                    <a:pt x="10693" y="40373"/>
                  </a:lnTo>
                  <a:lnTo>
                    <a:pt x="9474" y="40081"/>
                  </a:lnTo>
                  <a:lnTo>
                    <a:pt x="6527" y="40271"/>
                  </a:lnTo>
                  <a:lnTo>
                    <a:pt x="5816" y="40538"/>
                  </a:lnTo>
                  <a:lnTo>
                    <a:pt x="5969" y="39725"/>
                  </a:lnTo>
                  <a:lnTo>
                    <a:pt x="5892" y="38011"/>
                  </a:lnTo>
                  <a:lnTo>
                    <a:pt x="5803" y="36283"/>
                  </a:lnTo>
                  <a:lnTo>
                    <a:pt x="5422" y="34912"/>
                  </a:lnTo>
                  <a:lnTo>
                    <a:pt x="4648" y="34963"/>
                  </a:lnTo>
                  <a:lnTo>
                    <a:pt x="4406" y="36372"/>
                  </a:lnTo>
                  <a:lnTo>
                    <a:pt x="4572" y="39814"/>
                  </a:lnTo>
                  <a:lnTo>
                    <a:pt x="4775" y="40589"/>
                  </a:lnTo>
                  <a:lnTo>
                    <a:pt x="4127" y="40424"/>
                  </a:lnTo>
                  <a:lnTo>
                    <a:pt x="2654" y="40513"/>
                  </a:lnTo>
                  <a:lnTo>
                    <a:pt x="1181" y="40614"/>
                  </a:lnTo>
                  <a:lnTo>
                    <a:pt x="0" y="41046"/>
                  </a:lnTo>
                  <a:lnTo>
                    <a:pt x="38" y="41948"/>
                  </a:lnTo>
                  <a:lnTo>
                    <a:pt x="1244" y="42240"/>
                  </a:lnTo>
                  <a:lnTo>
                    <a:pt x="4203" y="42049"/>
                  </a:lnTo>
                  <a:lnTo>
                    <a:pt x="4864" y="41808"/>
                  </a:lnTo>
                  <a:lnTo>
                    <a:pt x="4724" y="42608"/>
                  </a:lnTo>
                  <a:lnTo>
                    <a:pt x="4800" y="44323"/>
                  </a:lnTo>
                  <a:lnTo>
                    <a:pt x="4889" y="46037"/>
                  </a:lnTo>
                  <a:lnTo>
                    <a:pt x="5270" y="47421"/>
                  </a:lnTo>
                  <a:lnTo>
                    <a:pt x="6045" y="47371"/>
                  </a:lnTo>
                  <a:lnTo>
                    <a:pt x="6286" y="45961"/>
                  </a:lnTo>
                  <a:lnTo>
                    <a:pt x="6121" y="42519"/>
                  </a:lnTo>
                  <a:lnTo>
                    <a:pt x="5905" y="41757"/>
                  </a:lnTo>
                  <a:lnTo>
                    <a:pt x="6591" y="41910"/>
                  </a:lnTo>
                  <a:lnTo>
                    <a:pt x="8077" y="41808"/>
                  </a:lnTo>
                  <a:lnTo>
                    <a:pt x="9550" y="41719"/>
                  </a:lnTo>
                  <a:lnTo>
                    <a:pt x="10731" y="41275"/>
                  </a:lnTo>
                  <a:close/>
                </a:path>
                <a:path w="26670" h="47625">
                  <a:moveTo>
                    <a:pt x="11023" y="6375"/>
                  </a:moveTo>
                  <a:lnTo>
                    <a:pt x="10972" y="5473"/>
                  </a:lnTo>
                  <a:lnTo>
                    <a:pt x="9766" y="5181"/>
                  </a:lnTo>
                  <a:lnTo>
                    <a:pt x="6807" y="5359"/>
                  </a:lnTo>
                  <a:lnTo>
                    <a:pt x="6108" y="5626"/>
                  </a:lnTo>
                  <a:lnTo>
                    <a:pt x="6261" y="4813"/>
                  </a:lnTo>
                  <a:lnTo>
                    <a:pt x="6172" y="3098"/>
                  </a:lnTo>
                  <a:lnTo>
                    <a:pt x="6083" y="1384"/>
                  </a:lnTo>
                  <a:lnTo>
                    <a:pt x="5715" y="0"/>
                  </a:lnTo>
                  <a:lnTo>
                    <a:pt x="4940" y="50"/>
                  </a:lnTo>
                  <a:lnTo>
                    <a:pt x="4699" y="1460"/>
                  </a:lnTo>
                  <a:lnTo>
                    <a:pt x="4851" y="4902"/>
                  </a:lnTo>
                  <a:lnTo>
                    <a:pt x="5054" y="5676"/>
                  </a:lnTo>
                  <a:lnTo>
                    <a:pt x="4419" y="5511"/>
                  </a:lnTo>
                  <a:lnTo>
                    <a:pt x="2933" y="5600"/>
                  </a:lnTo>
                  <a:lnTo>
                    <a:pt x="1460" y="5702"/>
                  </a:lnTo>
                  <a:lnTo>
                    <a:pt x="279" y="6134"/>
                  </a:lnTo>
                  <a:lnTo>
                    <a:pt x="317" y="7035"/>
                  </a:lnTo>
                  <a:lnTo>
                    <a:pt x="1536" y="7327"/>
                  </a:lnTo>
                  <a:lnTo>
                    <a:pt x="4483" y="7150"/>
                  </a:lnTo>
                  <a:lnTo>
                    <a:pt x="5143" y="6908"/>
                  </a:lnTo>
                  <a:lnTo>
                    <a:pt x="5003" y="7696"/>
                  </a:lnTo>
                  <a:lnTo>
                    <a:pt x="5092" y="9410"/>
                  </a:lnTo>
                  <a:lnTo>
                    <a:pt x="5181" y="11137"/>
                  </a:lnTo>
                  <a:lnTo>
                    <a:pt x="5549" y="12509"/>
                  </a:lnTo>
                  <a:lnTo>
                    <a:pt x="6324" y="12458"/>
                  </a:lnTo>
                  <a:lnTo>
                    <a:pt x="6565" y="11049"/>
                  </a:lnTo>
                  <a:lnTo>
                    <a:pt x="6413" y="7607"/>
                  </a:lnTo>
                  <a:lnTo>
                    <a:pt x="6197" y="6845"/>
                  </a:lnTo>
                  <a:lnTo>
                    <a:pt x="6883" y="6997"/>
                  </a:lnTo>
                  <a:lnTo>
                    <a:pt x="8356" y="6908"/>
                  </a:lnTo>
                  <a:lnTo>
                    <a:pt x="9829" y="6807"/>
                  </a:lnTo>
                  <a:lnTo>
                    <a:pt x="11023" y="6375"/>
                  </a:lnTo>
                  <a:close/>
                </a:path>
                <a:path w="26670" h="47625">
                  <a:moveTo>
                    <a:pt x="26162" y="24028"/>
                  </a:moveTo>
                  <a:lnTo>
                    <a:pt x="26111" y="23126"/>
                  </a:lnTo>
                  <a:lnTo>
                    <a:pt x="24904" y="22834"/>
                  </a:lnTo>
                  <a:lnTo>
                    <a:pt x="21945" y="23025"/>
                  </a:lnTo>
                  <a:lnTo>
                    <a:pt x="21247" y="23291"/>
                  </a:lnTo>
                  <a:lnTo>
                    <a:pt x="21399" y="22479"/>
                  </a:lnTo>
                  <a:lnTo>
                    <a:pt x="21310" y="20751"/>
                  </a:lnTo>
                  <a:lnTo>
                    <a:pt x="21234" y="19037"/>
                  </a:lnTo>
                  <a:lnTo>
                    <a:pt x="20853" y="17653"/>
                  </a:lnTo>
                  <a:lnTo>
                    <a:pt x="20078" y="17716"/>
                  </a:lnTo>
                  <a:lnTo>
                    <a:pt x="19837" y="19126"/>
                  </a:lnTo>
                  <a:lnTo>
                    <a:pt x="19989" y="22567"/>
                  </a:lnTo>
                  <a:lnTo>
                    <a:pt x="20193" y="23342"/>
                  </a:lnTo>
                  <a:lnTo>
                    <a:pt x="19558" y="23177"/>
                  </a:lnTo>
                  <a:lnTo>
                    <a:pt x="18084" y="23266"/>
                  </a:lnTo>
                  <a:lnTo>
                    <a:pt x="16598" y="23355"/>
                  </a:lnTo>
                  <a:lnTo>
                    <a:pt x="15417" y="23799"/>
                  </a:lnTo>
                  <a:lnTo>
                    <a:pt x="15468" y="24701"/>
                  </a:lnTo>
                  <a:lnTo>
                    <a:pt x="16675" y="24993"/>
                  </a:lnTo>
                  <a:lnTo>
                    <a:pt x="19634" y="24803"/>
                  </a:lnTo>
                  <a:lnTo>
                    <a:pt x="20281" y="24574"/>
                  </a:lnTo>
                  <a:lnTo>
                    <a:pt x="20142" y="25361"/>
                  </a:lnTo>
                  <a:lnTo>
                    <a:pt x="20231" y="27076"/>
                  </a:lnTo>
                  <a:lnTo>
                    <a:pt x="20320" y="28790"/>
                  </a:lnTo>
                  <a:lnTo>
                    <a:pt x="20688" y="30175"/>
                  </a:lnTo>
                  <a:lnTo>
                    <a:pt x="21463" y="30124"/>
                  </a:lnTo>
                  <a:lnTo>
                    <a:pt x="21704" y="28714"/>
                  </a:lnTo>
                  <a:lnTo>
                    <a:pt x="21551" y="25260"/>
                  </a:lnTo>
                  <a:lnTo>
                    <a:pt x="21336" y="24511"/>
                  </a:lnTo>
                  <a:lnTo>
                    <a:pt x="22021" y="24663"/>
                  </a:lnTo>
                  <a:lnTo>
                    <a:pt x="23495" y="24561"/>
                  </a:lnTo>
                  <a:lnTo>
                    <a:pt x="24968" y="24472"/>
                  </a:lnTo>
                  <a:lnTo>
                    <a:pt x="26162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4" name="object 994" descr=""/>
            <p:cNvSpPr/>
            <p:nvPr/>
          </p:nvSpPr>
          <p:spPr>
            <a:xfrm>
              <a:off x="3938222" y="8219848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5" name="object 995" descr=""/>
            <p:cNvSpPr/>
            <p:nvPr/>
          </p:nvSpPr>
          <p:spPr>
            <a:xfrm>
              <a:off x="3940670" y="8222595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74"/>
                  </a:moveTo>
                  <a:lnTo>
                    <a:pt x="10693" y="22885"/>
                  </a:lnTo>
                  <a:lnTo>
                    <a:pt x="9474" y="22580"/>
                  </a:lnTo>
                  <a:lnTo>
                    <a:pt x="6527" y="22771"/>
                  </a:lnTo>
                  <a:lnTo>
                    <a:pt x="5816" y="23037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83"/>
                  </a:lnTo>
                  <a:lnTo>
                    <a:pt x="5422" y="17411"/>
                  </a:lnTo>
                  <a:lnTo>
                    <a:pt x="4648" y="17462"/>
                  </a:lnTo>
                  <a:lnTo>
                    <a:pt x="4406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27" y="22923"/>
                  </a:lnTo>
                  <a:lnTo>
                    <a:pt x="2654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38" y="24447"/>
                  </a:lnTo>
                  <a:lnTo>
                    <a:pt x="1257" y="24739"/>
                  </a:lnTo>
                  <a:lnTo>
                    <a:pt x="4203" y="24549"/>
                  </a:lnTo>
                  <a:lnTo>
                    <a:pt x="4864" y="24307"/>
                  </a:lnTo>
                  <a:lnTo>
                    <a:pt x="4724" y="25107"/>
                  </a:lnTo>
                  <a:lnTo>
                    <a:pt x="4800" y="26822"/>
                  </a:lnTo>
                  <a:lnTo>
                    <a:pt x="4889" y="28536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21" y="25019"/>
                  </a:lnTo>
                  <a:lnTo>
                    <a:pt x="5905" y="24257"/>
                  </a:lnTo>
                  <a:lnTo>
                    <a:pt x="6591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31" y="23774"/>
                  </a:lnTo>
                  <a:close/>
                </a:path>
                <a:path w="41275" h="47625">
                  <a:moveTo>
                    <a:pt x="25730" y="41275"/>
                  </a:moveTo>
                  <a:lnTo>
                    <a:pt x="25692" y="40373"/>
                  </a:lnTo>
                  <a:lnTo>
                    <a:pt x="24472" y="40081"/>
                  </a:lnTo>
                  <a:lnTo>
                    <a:pt x="21526" y="40271"/>
                  </a:lnTo>
                  <a:lnTo>
                    <a:pt x="20815" y="40538"/>
                  </a:lnTo>
                  <a:lnTo>
                    <a:pt x="20967" y="39725"/>
                  </a:lnTo>
                  <a:lnTo>
                    <a:pt x="20891" y="37998"/>
                  </a:lnTo>
                  <a:lnTo>
                    <a:pt x="20802" y="36283"/>
                  </a:lnTo>
                  <a:lnTo>
                    <a:pt x="20421" y="34899"/>
                  </a:lnTo>
                  <a:lnTo>
                    <a:pt x="19646" y="34963"/>
                  </a:lnTo>
                  <a:lnTo>
                    <a:pt x="19405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26" y="40424"/>
                  </a:lnTo>
                  <a:lnTo>
                    <a:pt x="17653" y="40513"/>
                  </a:lnTo>
                  <a:lnTo>
                    <a:pt x="16179" y="40601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49"/>
                  </a:lnTo>
                  <a:lnTo>
                    <a:pt x="19862" y="41808"/>
                  </a:lnTo>
                  <a:lnTo>
                    <a:pt x="19723" y="42608"/>
                  </a:lnTo>
                  <a:lnTo>
                    <a:pt x="19812" y="44323"/>
                  </a:lnTo>
                  <a:lnTo>
                    <a:pt x="19888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20" y="42506"/>
                  </a:lnTo>
                  <a:lnTo>
                    <a:pt x="20904" y="41757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49" y="41719"/>
                  </a:lnTo>
                  <a:lnTo>
                    <a:pt x="25730" y="41275"/>
                  </a:lnTo>
                  <a:close/>
                </a:path>
                <a:path w="41275" h="47625">
                  <a:moveTo>
                    <a:pt x="26022" y="6362"/>
                  </a:moveTo>
                  <a:lnTo>
                    <a:pt x="25971" y="5473"/>
                  </a:lnTo>
                  <a:lnTo>
                    <a:pt x="24765" y="5168"/>
                  </a:lnTo>
                  <a:lnTo>
                    <a:pt x="21805" y="5359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70" y="3098"/>
                  </a:lnTo>
                  <a:lnTo>
                    <a:pt x="21094" y="1371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50" y="4902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00"/>
                  </a:lnTo>
                  <a:lnTo>
                    <a:pt x="16459" y="5702"/>
                  </a:lnTo>
                  <a:lnTo>
                    <a:pt x="15278" y="6134"/>
                  </a:lnTo>
                  <a:lnTo>
                    <a:pt x="15316" y="7035"/>
                  </a:lnTo>
                  <a:lnTo>
                    <a:pt x="16535" y="7327"/>
                  </a:lnTo>
                  <a:lnTo>
                    <a:pt x="19494" y="7137"/>
                  </a:lnTo>
                  <a:lnTo>
                    <a:pt x="20142" y="6908"/>
                  </a:lnTo>
                  <a:lnTo>
                    <a:pt x="20015" y="7696"/>
                  </a:lnTo>
                  <a:lnTo>
                    <a:pt x="20091" y="9410"/>
                  </a:lnTo>
                  <a:lnTo>
                    <a:pt x="20180" y="11125"/>
                  </a:lnTo>
                  <a:lnTo>
                    <a:pt x="20548" y="12509"/>
                  </a:lnTo>
                  <a:lnTo>
                    <a:pt x="21323" y="12458"/>
                  </a:lnTo>
                  <a:lnTo>
                    <a:pt x="21564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55" y="6896"/>
                  </a:lnTo>
                  <a:lnTo>
                    <a:pt x="24841" y="6807"/>
                  </a:lnTo>
                  <a:lnTo>
                    <a:pt x="26022" y="6362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44" y="23025"/>
                  </a:lnTo>
                  <a:lnTo>
                    <a:pt x="36245" y="23279"/>
                  </a:lnTo>
                  <a:lnTo>
                    <a:pt x="36398" y="22466"/>
                  </a:lnTo>
                  <a:lnTo>
                    <a:pt x="36309" y="20751"/>
                  </a:lnTo>
                  <a:lnTo>
                    <a:pt x="36233" y="19037"/>
                  </a:lnTo>
                  <a:lnTo>
                    <a:pt x="35852" y="17653"/>
                  </a:lnTo>
                  <a:lnTo>
                    <a:pt x="35077" y="17703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191" y="23329"/>
                  </a:lnTo>
                  <a:lnTo>
                    <a:pt x="34556" y="23164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16" y="23799"/>
                  </a:lnTo>
                  <a:lnTo>
                    <a:pt x="30467" y="24701"/>
                  </a:lnTo>
                  <a:lnTo>
                    <a:pt x="31673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29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02"/>
                  </a:lnTo>
                  <a:lnTo>
                    <a:pt x="36550" y="25260"/>
                  </a:lnTo>
                  <a:lnTo>
                    <a:pt x="36334" y="24498"/>
                  </a:lnTo>
                  <a:lnTo>
                    <a:pt x="37020" y="24650"/>
                  </a:lnTo>
                  <a:lnTo>
                    <a:pt x="38493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6" name="object 996" descr=""/>
            <p:cNvSpPr/>
            <p:nvPr/>
          </p:nvSpPr>
          <p:spPr>
            <a:xfrm>
              <a:off x="3984739" y="8219848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7" name="object 997" descr=""/>
            <p:cNvSpPr/>
            <p:nvPr/>
          </p:nvSpPr>
          <p:spPr>
            <a:xfrm>
              <a:off x="3987177" y="8222595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74"/>
                  </a:moveTo>
                  <a:lnTo>
                    <a:pt x="10706" y="22885"/>
                  </a:lnTo>
                  <a:lnTo>
                    <a:pt x="9486" y="22580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83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12"/>
                  </a:lnTo>
                  <a:lnTo>
                    <a:pt x="1193" y="23114"/>
                  </a:lnTo>
                  <a:lnTo>
                    <a:pt x="0" y="23545"/>
                  </a:lnTo>
                  <a:lnTo>
                    <a:pt x="50" y="24447"/>
                  </a:lnTo>
                  <a:lnTo>
                    <a:pt x="1257" y="24739"/>
                  </a:lnTo>
                  <a:lnTo>
                    <a:pt x="4216" y="24549"/>
                  </a:lnTo>
                  <a:lnTo>
                    <a:pt x="4864" y="24320"/>
                  </a:lnTo>
                  <a:lnTo>
                    <a:pt x="4737" y="25107"/>
                  </a:lnTo>
                  <a:lnTo>
                    <a:pt x="4813" y="26822"/>
                  </a:lnTo>
                  <a:lnTo>
                    <a:pt x="4902" y="28536"/>
                  </a:lnTo>
                  <a:lnTo>
                    <a:pt x="5283" y="29921"/>
                  </a:lnTo>
                  <a:lnTo>
                    <a:pt x="6057" y="29870"/>
                  </a:lnTo>
                  <a:lnTo>
                    <a:pt x="6299" y="28460"/>
                  </a:lnTo>
                  <a:lnTo>
                    <a:pt x="6134" y="25019"/>
                  </a:lnTo>
                  <a:lnTo>
                    <a:pt x="5918" y="24244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63" y="24218"/>
                  </a:lnTo>
                  <a:lnTo>
                    <a:pt x="10744" y="23774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704" y="40373"/>
                  </a:lnTo>
                  <a:lnTo>
                    <a:pt x="24485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904" y="37998"/>
                  </a:lnTo>
                  <a:lnTo>
                    <a:pt x="20815" y="36283"/>
                  </a:lnTo>
                  <a:lnTo>
                    <a:pt x="20434" y="34899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14"/>
                  </a:lnTo>
                  <a:lnTo>
                    <a:pt x="19786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92" y="40601"/>
                  </a:lnTo>
                  <a:lnTo>
                    <a:pt x="14998" y="41046"/>
                  </a:lnTo>
                  <a:lnTo>
                    <a:pt x="15049" y="41948"/>
                  </a:lnTo>
                  <a:lnTo>
                    <a:pt x="16256" y="42240"/>
                  </a:lnTo>
                  <a:lnTo>
                    <a:pt x="19215" y="42049"/>
                  </a:lnTo>
                  <a:lnTo>
                    <a:pt x="19875" y="41808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06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88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35" y="6362"/>
                  </a:moveTo>
                  <a:lnTo>
                    <a:pt x="25984" y="5473"/>
                  </a:lnTo>
                  <a:lnTo>
                    <a:pt x="24777" y="5168"/>
                  </a:lnTo>
                  <a:lnTo>
                    <a:pt x="21818" y="5359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71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494" y="7137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93" y="11125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896"/>
                  </a:lnTo>
                  <a:lnTo>
                    <a:pt x="24841" y="6807"/>
                  </a:lnTo>
                  <a:lnTo>
                    <a:pt x="26035" y="6362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26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79"/>
                  </a:lnTo>
                  <a:lnTo>
                    <a:pt x="36410" y="22466"/>
                  </a:lnTo>
                  <a:lnTo>
                    <a:pt x="36322" y="20751"/>
                  </a:lnTo>
                  <a:lnTo>
                    <a:pt x="36245" y="19037"/>
                  </a:lnTo>
                  <a:lnTo>
                    <a:pt x="35864" y="17653"/>
                  </a:lnTo>
                  <a:lnTo>
                    <a:pt x="35090" y="17703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29"/>
                  </a:lnTo>
                  <a:lnTo>
                    <a:pt x="34569" y="23164"/>
                  </a:lnTo>
                  <a:lnTo>
                    <a:pt x="33096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45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02"/>
                  </a:lnTo>
                  <a:lnTo>
                    <a:pt x="36563" y="25260"/>
                  </a:lnTo>
                  <a:lnTo>
                    <a:pt x="36347" y="24498"/>
                  </a:lnTo>
                  <a:lnTo>
                    <a:pt x="37033" y="24650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8" name="object 998" descr=""/>
            <p:cNvSpPr/>
            <p:nvPr/>
          </p:nvSpPr>
          <p:spPr>
            <a:xfrm>
              <a:off x="3891705" y="814677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9" name="object 999" descr=""/>
            <p:cNvSpPr/>
            <p:nvPr/>
          </p:nvSpPr>
          <p:spPr>
            <a:xfrm>
              <a:off x="3894150" y="8149520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74"/>
                  </a:moveTo>
                  <a:lnTo>
                    <a:pt x="10693" y="22885"/>
                  </a:lnTo>
                  <a:lnTo>
                    <a:pt x="9474" y="22580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83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38" y="24447"/>
                  </a:lnTo>
                  <a:lnTo>
                    <a:pt x="1257" y="24739"/>
                  </a:lnTo>
                  <a:lnTo>
                    <a:pt x="4203" y="24549"/>
                  </a:lnTo>
                  <a:lnTo>
                    <a:pt x="4864" y="24307"/>
                  </a:lnTo>
                  <a:lnTo>
                    <a:pt x="4724" y="25107"/>
                  </a:lnTo>
                  <a:lnTo>
                    <a:pt x="4813" y="26822"/>
                  </a:lnTo>
                  <a:lnTo>
                    <a:pt x="4889" y="28536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07"/>
                  </a:lnTo>
                  <a:lnTo>
                    <a:pt x="9550" y="24218"/>
                  </a:lnTo>
                  <a:lnTo>
                    <a:pt x="10731" y="23774"/>
                  </a:lnTo>
                  <a:close/>
                </a:path>
                <a:path w="41275" h="47625">
                  <a:moveTo>
                    <a:pt x="25730" y="41275"/>
                  </a:moveTo>
                  <a:lnTo>
                    <a:pt x="25692" y="40373"/>
                  </a:lnTo>
                  <a:lnTo>
                    <a:pt x="24472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7998"/>
                  </a:lnTo>
                  <a:lnTo>
                    <a:pt x="20802" y="36283"/>
                  </a:lnTo>
                  <a:lnTo>
                    <a:pt x="20434" y="34899"/>
                  </a:lnTo>
                  <a:lnTo>
                    <a:pt x="19659" y="34950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53" y="40513"/>
                  </a:lnTo>
                  <a:lnTo>
                    <a:pt x="16179" y="40601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49"/>
                  </a:lnTo>
                  <a:lnTo>
                    <a:pt x="19862" y="41821"/>
                  </a:lnTo>
                  <a:lnTo>
                    <a:pt x="19723" y="42608"/>
                  </a:lnTo>
                  <a:lnTo>
                    <a:pt x="19812" y="44323"/>
                  </a:lnTo>
                  <a:lnTo>
                    <a:pt x="19888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06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49" y="41719"/>
                  </a:lnTo>
                  <a:lnTo>
                    <a:pt x="25730" y="41275"/>
                  </a:lnTo>
                  <a:close/>
                </a:path>
                <a:path w="41275" h="47625">
                  <a:moveTo>
                    <a:pt x="26022" y="6362"/>
                  </a:moveTo>
                  <a:lnTo>
                    <a:pt x="25984" y="5461"/>
                  </a:lnTo>
                  <a:lnTo>
                    <a:pt x="24765" y="5168"/>
                  </a:lnTo>
                  <a:lnTo>
                    <a:pt x="21818" y="5359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71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18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35" y="7327"/>
                  </a:lnTo>
                  <a:lnTo>
                    <a:pt x="19494" y="7137"/>
                  </a:lnTo>
                  <a:lnTo>
                    <a:pt x="20154" y="6896"/>
                  </a:lnTo>
                  <a:lnTo>
                    <a:pt x="20015" y="7696"/>
                  </a:lnTo>
                  <a:lnTo>
                    <a:pt x="20091" y="9410"/>
                  </a:lnTo>
                  <a:lnTo>
                    <a:pt x="20180" y="11125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68" y="6896"/>
                  </a:lnTo>
                  <a:lnTo>
                    <a:pt x="24841" y="6807"/>
                  </a:lnTo>
                  <a:lnTo>
                    <a:pt x="26022" y="6362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57" y="23025"/>
                  </a:lnTo>
                  <a:lnTo>
                    <a:pt x="36245" y="23291"/>
                  </a:lnTo>
                  <a:lnTo>
                    <a:pt x="36398" y="22466"/>
                  </a:lnTo>
                  <a:lnTo>
                    <a:pt x="36322" y="20751"/>
                  </a:lnTo>
                  <a:lnTo>
                    <a:pt x="36233" y="19037"/>
                  </a:lnTo>
                  <a:lnTo>
                    <a:pt x="35852" y="17653"/>
                  </a:lnTo>
                  <a:lnTo>
                    <a:pt x="35077" y="17703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191" y="23329"/>
                  </a:lnTo>
                  <a:lnTo>
                    <a:pt x="34556" y="23164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02"/>
                  </a:lnTo>
                  <a:lnTo>
                    <a:pt x="36550" y="25260"/>
                  </a:lnTo>
                  <a:lnTo>
                    <a:pt x="36334" y="24498"/>
                  </a:lnTo>
                  <a:lnTo>
                    <a:pt x="37020" y="24650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0" name="object 1000" descr=""/>
            <p:cNvSpPr/>
            <p:nvPr/>
          </p:nvSpPr>
          <p:spPr>
            <a:xfrm>
              <a:off x="3914346" y="818229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1" name="object 1001" descr=""/>
            <p:cNvSpPr/>
            <p:nvPr/>
          </p:nvSpPr>
          <p:spPr>
            <a:xfrm>
              <a:off x="3916794" y="8185041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71"/>
                  </a:lnTo>
                  <a:lnTo>
                    <a:pt x="5816" y="23037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22" y="17411"/>
                  </a:lnTo>
                  <a:lnTo>
                    <a:pt x="4648" y="17462"/>
                  </a:lnTo>
                  <a:lnTo>
                    <a:pt x="4406" y="18872"/>
                  </a:lnTo>
                  <a:lnTo>
                    <a:pt x="4572" y="22326"/>
                  </a:lnTo>
                  <a:lnTo>
                    <a:pt x="4762" y="23088"/>
                  </a:lnTo>
                  <a:lnTo>
                    <a:pt x="4127" y="22923"/>
                  </a:lnTo>
                  <a:lnTo>
                    <a:pt x="2654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38" y="24447"/>
                  </a:lnTo>
                  <a:lnTo>
                    <a:pt x="1257" y="24739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22"/>
                  </a:lnTo>
                  <a:lnTo>
                    <a:pt x="4889" y="28549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21" y="25019"/>
                  </a:lnTo>
                  <a:lnTo>
                    <a:pt x="5905" y="24257"/>
                  </a:lnTo>
                  <a:lnTo>
                    <a:pt x="6591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75"/>
                  </a:moveTo>
                  <a:lnTo>
                    <a:pt x="25692" y="40373"/>
                  </a:lnTo>
                  <a:lnTo>
                    <a:pt x="24472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67" y="39725"/>
                  </a:lnTo>
                  <a:lnTo>
                    <a:pt x="20891" y="38011"/>
                  </a:lnTo>
                  <a:lnTo>
                    <a:pt x="20802" y="36283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26" y="40424"/>
                  </a:lnTo>
                  <a:lnTo>
                    <a:pt x="17653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49"/>
                  </a:lnTo>
                  <a:lnTo>
                    <a:pt x="19862" y="41808"/>
                  </a:lnTo>
                  <a:lnTo>
                    <a:pt x="19723" y="42608"/>
                  </a:lnTo>
                  <a:lnTo>
                    <a:pt x="19812" y="44323"/>
                  </a:lnTo>
                  <a:lnTo>
                    <a:pt x="19888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49" y="41719"/>
                  </a:lnTo>
                  <a:lnTo>
                    <a:pt x="25730" y="41275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71" y="5473"/>
                  </a:lnTo>
                  <a:lnTo>
                    <a:pt x="24765" y="5181"/>
                  </a:lnTo>
                  <a:lnTo>
                    <a:pt x="21805" y="5359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70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50" y="4902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00"/>
                  </a:lnTo>
                  <a:lnTo>
                    <a:pt x="16459" y="5702"/>
                  </a:lnTo>
                  <a:lnTo>
                    <a:pt x="15278" y="6134"/>
                  </a:lnTo>
                  <a:lnTo>
                    <a:pt x="15328" y="7035"/>
                  </a:lnTo>
                  <a:lnTo>
                    <a:pt x="16535" y="7327"/>
                  </a:lnTo>
                  <a:lnTo>
                    <a:pt x="19494" y="7150"/>
                  </a:lnTo>
                  <a:lnTo>
                    <a:pt x="20142" y="6908"/>
                  </a:lnTo>
                  <a:lnTo>
                    <a:pt x="20015" y="7696"/>
                  </a:lnTo>
                  <a:lnTo>
                    <a:pt x="20091" y="9410"/>
                  </a:lnTo>
                  <a:lnTo>
                    <a:pt x="20180" y="11137"/>
                  </a:lnTo>
                  <a:lnTo>
                    <a:pt x="20548" y="12509"/>
                  </a:lnTo>
                  <a:lnTo>
                    <a:pt x="21336" y="12458"/>
                  </a:lnTo>
                  <a:lnTo>
                    <a:pt x="21564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55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44" y="23025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09" y="20751"/>
                  </a:lnTo>
                  <a:lnTo>
                    <a:pt x="36233" y="19037"/>
                  </a:lnTo>
                  <a:lnTo>
                    <a:pt x="35852" y="17653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16" y="23799"/>
                  </a:lnTo>
                  <a:lnTo>
                    <a:pt x="30467" y="24701"/>
                  </a:lnTo>
                  <a:lnTo>
                    <a:pt x="31673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29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60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493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2" name="object 1002" descr=""/>
            <p:cNvSpPr/>
            <p:nvPr/>
          </p:nvSpPr>
          <p:spPr>
            <a:xfrm>
              <a:off x="3961469" y="818229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3" name="object 1003" descr=""/>
            <p:cNvSpPr/>
            <p:nvPr/>
          </p:nvSpPr>
          <p:spPr>
            <a:xfrm>
              <a:off x="3963911" y="8185041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38" y="24447"/>
                  </a:lnTo>
                  <a:lnTo>
                    <a:pt x="1257" y="24739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22"/>
                  </a:lnTo>
                  <a:lnTo>
                    <a:pt x="4902" y="28549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692" y="40373"/>
                  </a:lnTo>
                  <a:lnTo>
                    <a:pt x="24485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83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15" y="42049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59"/>
                  </a:lnTo>
                  <a:lnTo>
                    <a:pt x="21120" y="5626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18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80" y="11137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398" y="22479"/>
                  </a:lnTo>
                  <a:lnTo>
                    <a:pt x="36322" y="20751"/>
                  </a:lnTo>
                  <a:lnTo>
                    <a:pt x="36233" y="19037"/>
                  </a:lnTo>
                  <a:lnTo>
                    <a:pt x="35864" y="17653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60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4" name="object 1004" descr=""/>
            <p:cNvSpPr/>
            <p:nvPr/>
          </p:nvSpPr>
          <p:spPr>
            <a:xfrm>
              <a:off x="3884603" y="8182296"/>
              <a:ext cx="29845" cy="53975"/>
            </a:xfrm>
            <a:custGeom>
              <a:avLst/>
              <a:gdLst/>
              <a:ahLst/>
              <a:cxnLst/>
              <a:rect l="l" t="t" r="r" b="b"/>
              <a:pathLst>
                <a:path w="29845" h="53975">
                  <a:moveTo>
                    <a:pt x="29743" y="26711"/>
                  </a:moveTo>
                  <a:lnTo>
                    <a:pt x="6843" y="53422"/>
                  </a:lnTo>
                  <a:lnTo>
                    <a:pt x="0" y="45439"/>
                  </a:lnTo>
                </a:path>
                <a:path w="29845" h="53975">
                  <a:moveTo>
                    <a:pt x="0" y="7983"/>
                  </a:moveTo>
                  <a:lnTo>
                    <a:pt x="6843" y="0"/>
                  </a:lnTo>
                  <a:lnTo>
                    <a:pt x="29743" y="26711"/>
                  </a:lnTo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5" name="object 1005" descr=""/>
            <p:cNvSpPr/>
            <p:nvPr/>
          </p:nvSpPr>
          <p:spPr>
            <a:xfrm>
              <a:off x="3885996" y="8185041"/>
              <a:ext cx="26670" cy="47625"/>
            </a:xfrm>
            <a:custGeom>
              <a:avLst/>
              <a:gdLst/>
              <a:ahLst/>
              <a:cxnLst/>
              <a:rect l="l" t="t" r="r" b="b"/>
              <a:pathLst>
                <a:path w="26670" h="47625">
                  <a:moveTo>
                    <a:pt x="10731" y="41275"/>
                  </a:moveTo>
                  <a:lnTo>
                    <a:pt x="10693" y="40373"/>
                  </a:lnTo>
                  <a:lnTo>
                    <a:pt x="9474" y="40081"/>
                  </a:lnTo>
                  <a:lnTo>
                    <a:pt x="6527" y="40271"/>
                  </a:lnTo>
                  <a:lnTo>
                    <a:pt x="5816" y="40538"/>
                  </a:lnTo>
                  <a:lnTo>
                    <a:pt x="5969" y="39725"/>
                  </a:lnTo>
                  <a:lnTo>
                    <a:pt x="5892" y="38011"/>
                  </a:lnTo>
                  <a:lnTo>
                    <a:pt x="5803" y="36283"/>
                  </a:lnTo>
                  <a:lnTo>
                    <a:pt x="5422" y="34912"/>
                  </a:lnTo>
                  <a:lnTo>
                    <a:pt x="4648" y="34963"/>
                  </a:lnTo>
                  <a:lnTo>
                    <a:pt x="4406" y="36372"/>
                  </a:lnTo>
                  <a:lnTo>
                    <a:pt x="4572" y="39814"/>
                  </a:lnTo>
                  <a:lnTo>
                    <a:pt x="4775" y="40589"/>
                  </a:lnTo>
                  <a:lnTo>
                    <a:pt x="4127" y="40424"/>
                  </a:lnTo>
                  <a:lnTo>
                    <a:pt x="2654" y="40513"/>
                  </a:lnTo>
                  <a:lnTo>
                    <a:pt x="1181" y="40614"/>
                  </a:lnTo>
                  <a:lnTo>
                    <a:pt x="0" y="41046"/>
                  </a:lnTo>
                  <a:lnTo>
                    <a:pt x="38" y="41948"/>
                  </a:lnTo>
                  <a:lnTo>
                    <a:pt x="1244" y="42240"/>
                  </a:lnTo>
                  <a:lnTo>
                    <a:pt x="4203" y="42049"/>
                  </a:lnTo>
                  <a:lnTo>
                    <a:pt x="4864" y="41808"/>
                  </a:lnTo>
                  <a:lnTo>
                    <a:pt x="4724" y="42608"/>
                  </a:lnTo>
                  <a:lnTo>
                    <a:pt x="4800" y="44323"/>
                  </a:lnTo>
                  <a:lnTo>
                    <a:pt x="4889" y="46037"/>
                  </a:lnTo>
                  <a:lnTo>
                    <a:pt x="5270" y="47421"/>
                  </a:lnTo>
                  <a:lnTo>
                    <a:pt x="6045" y="47371"/>
                  </a:lnTo>
                  <a:lnTo>
                    <a:pt x="6286" y="45961"/>
                  </a:lnTo>
                  <a:lnTo>
                    <a:pt x="6121" y="42519"/>
                  </a:lnTo>
                  <a:lnTo>
                    <a:pt x="5905" y="41757"/>
                  </a:lnTo>
                  <a:lnTo>
                    <a:pt x="6591" y="41910"/>
                  </a:lnTo>
                  <a:lnTo>
                    <a:pt x="8077" y="41808"/>
                  </a:lnTo>
                  <a:lnTo>
                    <a:pt x="9550" y="41719"/>
                  </a:lnTo>
                  <a:lnTo>
                    <a:pt x="10731" y="41275"/>
                  </a:lnTo>
                  <a:close/>
                </a:path>
                <a:path w="26670" h="47625">
                  <a:moveTo>
                    <a:pt x="11023" y="6375"/>
                  </a:moveTo>
                  <a:lnTo>
                    <a:pt x="10972" y="5473"/>
                  </a:lnTo>
                  <a:lnTo>
                    <a:pt x="9766" y="5181"/>
                  </a:lnTo>
                  <a:lnTo>
                    <a:pt x="6807" y="5359"/>
                  </a:lnTo>
                  <a:lnTo>
                    <a:pt x="6108" y="5626"/>
                  </a:lnTo>
                  <a:lnTo>
                    <a:pt x="6261" y="4813"/>
                  </a:lnTo>
                  <a:lnTo>
                    <a:pt x="6172" y="3098"/>
                  </a:lnTo>
                  <a:lnTo>
                    <a:pt x="6083" y="1384"/>
                  </a:lnTo>
                  <a:lnTo>
                    <a:pt x="5715" y="0"/>
                  </a:lnTo>
                  <a:lnTo>
                    <a:pt x="4940" y="50"/>
                  </a:lnTo>
                  <a:lnTo>
                    <a:pt x="4699" y="1460"/>
                  </a:lnTo>
                  <a:lnTo>
                    <a:pt x="4851" y="4902"/>
                  </a:lnTo>
                  <a:lnTo>
                    <a:pt x="5054" y="5676"/>
                  </a:lnTo>
                  <a:lnTo>
                    <a:pt x="4419" y="5511"/>
                  </a:lnTo>
                  <a:lnTo>
                    <a:pt x="2933" y="5600"/>
                  </a:lnTo>
                  <a:lnTo>
                    <a:pt x="1460" y="5702"/>
                  </a:lnTo>
                  <a:lnTo>
                    <a:pt x="279" y="6134"/>
                  </a:lnTo>
                  <a:lnTo>
                    <a:pt x="317" y="7035"/>
                  </a:lnTo>
                  <a:lnTo>
                    <a:pt x="1536" y="7327"/>
                  </a:lnTo>
                  <a:lnTo>
                    <a:pt x="4483" y="7150"/>
                  </a:lnTo>
                  <a:lnTo>
                    <a:pt x="5143" y="6908"/>
                  </a:lnTo>
                  <a:lnTo>
                    <a:pt x="5003" y="7696"/>
                  </a:lnTo>
                  <a:lnTo>
                    <a:pt x="5092" y="9410"/>
                  </a:lnTo>
                  <a:lnTo>
                    <a:pt x="5181" y="11137"/>
                  </a:lnTo>
                  <a:lnTo>
                    <a:pt x="5549" y="12509"/>
                  </a:lnTo>
                  <a:lnTo>
                    <a:pt x="6324" y="12458"/>
                  </a:lnTo>
                  <a:lnTo>
                    <a:pt x="6565" y="11049"/>
                  </a:lnTo>
                  <a:lnTo>
                    <a:pt x="6413" y="7607"/>
                  </a:lnTo>
                  <a:lnTo>
                    <a:pt x="6197" y="6845"/>
                  </a:lnTo>
                  <a:lnTo>
                    <a:pt x="6883" y="6997"/>
                  </a:lnTo>
                  <a:lnTo>
                    <a:pt x="8356" y="6908"/>
                  </a:lnTo>
                  <a:lnTo>
                    <a:pt x="9829" y="6807"/>
                  </a:lnTo>
                  <a:lnTo>
                    <a:pt x="11023" y="6375"/>
                  </a:lnTo>
                  <a:close/>
                </a:path>
                <a:path w="26670" h="47625">
                  <a:moveTo>
                    <a:pt x="26162" y="24028"/>
                  </a:moveTo>
                  <a:lnTo>
                    <a:pt x="26111" y="23126"/>
                  </a:lnTo>
                  <a:lnTo>
                    <a:pt x="24904" y="22834"/>
                  </a:lnTo>
                  <a:lnTo>
                    <a:pt x="21945" y="23025"/>
                  </a:lnTo>
                  <a:lnTo>
                    <a:pt x="21247" y="23291"/>
                  </a:lnTo>
                  <a:lnTo>
                    <a:pt x="21399" y="22479"/>
                  </a:lnTo>
                  <a:lnTo>
                    <a:pt x="21310" y="20751"/>
                  </a:lnTo>
                  <a:lnTo>
                    <a:pt x="21234" y="19037"/>
                  </a:lnTo>
                  <a:lnTo>
                    <a:pt x="20853" y="17653"/>
                  </a:lnTo>
                  <a:lnTo>
                    <a:pt x="20078" y="17716"/>
                  </a:lnTo>
                  <a:lnTo>
                    <a:pt x="19837" y="19126"/>
                  </a:lnTo>
                  <a:lnTo>
                    <a:pt x="19989" y="22567"/>
                  </a:lnTo>
                  <a:lnTo>
                    <a:pt x="20193" y="23342"/>
                  </a:lnTo>
                  <a:lnTo>
                    <a:pt x="19558" y="23177"/>
                  </a:lnTo>
                  <a:lnTo>
                    <a:pt x="18084" y="23266"/>
                  </a:lnTo>
                  <a:lnTo>
                    <a:pt x="16598" y="23355"/>
                  </a:lnTo>
                  <a:lnTo>
                    <a:pt x="15417" y="23799"/>
                  </a:lnTo>
                  <a:lnTo>
                    <a:pt x="15468" y="24701"/>
                  </a:lnTo>
                  <a:lnTo>
                    <a:pt x="16675" y="24993"/>
                  </a:lnTo>
                  <a:lnTo>
                    <a:pt x="19634" y="24803"/>
                  </a:lnTo>
                  <a:lnTo>
                    <a:pt x="20281" y="24574"/>
                  </a:lnTo>
                  <a:lnTo>
                    <a:pt x="20142" y="25361"/>
                  </a:lnTo>
                  <a:lnTo>
                    <a:pt x="20231" y="27076"/>
                  </a:lnTo>
                  <a:lnTo>
                    <a:pt x="20320" y="28790"/>
                  </a:lnTo>
                  <a:lnTo>
                    <a:pt x="20688" y="30175"/>
                  </a:lnTo>
                  <a:lnTo>
                    <a:pt x="21463" y="30124"/>
                  </a:lnTo>
                  <a:lnTo>
                    <a:pt x="21704" y="28714"/>
                  </a:lnTo>
                  <a:lnTo>
                    <a:pt x="21551" y="25260"/>
                  </a:lnTo>
                  <a:lnTo>
                    <a:pt x="21336" y="24511"/>
                  </a:lnTo>
                  <a:lnTo>
                    <a:pt x="22021" y="24663"/>
                  </a:lnTo>
                  <a:lnTo>
                    <a:pt x="23495" y="24561"/>
                  </a:lnTo>
                  <a:lnTo>
                    <a:pt x="24968" y="24472"/>
                  </a:lnTo>
                  <a:lnTo>
                    <a:pt x="26162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6" name="object 1006" descr=""/>
            <p:cNvSpPr/>
            <p:nvPr/>
          </p:nvSpPr>
          <p:spPr>
            <a:xfrm>
              <a:off x="3938222" y="814677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7" name="object 1007" descr=""/>
            <p:cNvSpPr/>
            <p:nvPr/>
          </p:nvSpPr>
          <p:spPr>
            <a:xfrm>
              <a:off x="3940670" y="8149520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74"/>
                  </a:moveTo>
                  <a:lnTo>
                    <a:pt x="10693" y="22885"/>
                  </a:lnTo>
                  <a:lnTo>
                    <a:pt x="9474" y="22580"/>
                  </a:lnTo>
                  <a:lnTo>
                    <a:pt x="6527" y="22771"/>
                  </a:lnTo>
                  <a:lnTo>
                    <a:pt x="5816" y="23037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83"/>
                  </a:lnTo>
                  <a:lnTo>
                    <a:pt x="5422" y="17411"/>
                  </a:lnTo>
                  <a:lnTo>
                    <a:pt x="4648" y="17462"/>
                  </a:lnTo>
                  <a:lnTo>
                    <a:pt x="4406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27" y="22923"/>
                  </a:lnTo>
                  <a:lnTo>
                    <a:pt x="2654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38" y="24447"/>
                  </a:lnTo>
                  <a:lnTo>
                    <a:pt x="1257" y="24739"/>
                  </a:lnTo>
                  <a:lnTo>
                    <a:pt x="4203" y="24549"/>
                  </a:lnTo>
                  <a:lnTo>
                    <a:pt x="4864" y="24307"/>
                  </a:lnTo>
                  <a:lnTo>
                    <a:pt x="4724" y="25107"/>
                  </a:lnTo>
                  <a:lnTo>
                    <a:pt x="4800" y="26822"/>
                  </a:lnTo>
                  <a:lnTo>
                    <a:pt x="4889" y="28536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21" y="25019"/>
                  </a:lnTo>
                  <a:lnTo>
                    <a:pt x="5905" y="24257"/>
                  </a:lnTo>
                  <a:lnTo>
                    <a:pt x="6591" y="24409"/>
                  </a:lnTo>
                  <a:lnTo>
                    <a:pt x="8077" y="24307"/>
                  </a:lnTo>
                  <a:lnTo>
                    <a:pt x="9550" y="24218"/>
                  </a:lnTo>
                  <a:lnTo>
                    <a:pt x="10731" y="23774"/>
                  </a:lnTo>
                  <a:close/>
                </a:path>
                <a:path w="41275" h="47625">
                  <a:moveTo>
                    <a:pt x="25730" y="41275"/>
                  </a:moveTo>
                  <a:lnTo>
                    <a:pt x="25692" y="40373"/>
                  </a:lnTo>
                  <a:lnTo>
                    <a:pt x="24472" y="40081"/>
                  </a:lnTo>
                  <a:lnTo>
                    <a:pt x="21526" y="40271"/>
                  </a:lnTo>
                  <a:lnTo>
                    <a:pt x="20815" y="40538"/>
                  </a:lnTo>
                  <a:lnTo>
                    <a:pt x="20967" y="39725"/>
                  </a:lnTo>
                  <a:lnTo>
                    <a:pt x="20891" y="37998"/>
                  </a:lnTo>
                  <a:lnTo>
                    <a:pt x="20802" y="36283"/>
                  </a:lnTo>
                  <a:lnTo>
                    <a:pt x="20421" y="34899"/>
                  </a:lnTo>
                  <a:lnTo>
                    <a:pt x="19646" y="34950"/>
                  </a:lnTo>
                  <a:lnTo>
                    <a:pt x="19405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26" y="40424"/>
                  </a:lnTo>
                  <a:lnTo>
                    <a:pt x="17653" y="40513"/>
                  </a:lnTo>
                  <a:lnTo>
                    <a:pt x="16179" y="40601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49"/>
                  </a:lnTo>
                  <a:lnTo>
                    <a:pt x="19862" y="41808"/>
                  </a:lnTo>
                  <a:lnTo>
                    <a:pt x="19723" y="42608"/>
                  </a:lnTo>
                  <a:lnTo>
                    <a:pt x="19812" y="44323"/>
                  </a:lnTo>
                  <a:lnTo>
                    <a:pt x="19888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20" y="42506"/>
                  </a:lnTo>
                  <a:lnTo>
                    <a:pt x="20904" y="41757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49" y="41719"/>
                  </a:lnTo>
                  <a:lnTo>
                    <a:pt x="25730" y="41275"/>
                  </a:lnTo>
                  <a:close/>
                </a:path>
                <a:path w="41275" h="47625">
                  <a:moveTo>
                    <a:pt x="26022" y="6362"/>
                  </a:moveTo>
                  <a:lnTo>
                    <a:pt x="25971" y="5461"/>
                  </a:lnTo>
                  <a:lnTo>
                    <a:pt x="24765" y="5168"/>
                  </a:lnTo>
                  <a:lnTo>
                    <a:pt x="21805" y="5359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70" y="3098"/>
                  </a:lnTo>
                  <a:lnTo>
                    <a:pt x="21094" y="1371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50" y="4902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00"/>
                  </a:lnTo>
                  <a:lnTo>
                    <a:pt x="16459" y="5702"/>
                  </a:lnTo>
                  <a:lnTo>
                    <a:pt x="15278" y="6134"/>
                  </a:lnTo>
                  <a:lnTo>
                    <a:pt x="15316" y="7035"/>
                  </a:lnTo>
                  <a:lnTo>
                    <a:pt x="16535" y="7327"/>
                  </a:lnTo>
                  <a:lnTo>
                    <a:pt x="19494" y="7137"/>
                  </a:lnTo>
                  <a:lnTo>
                    <a:pt x="20142" y="6908"/>
                  </a:lnTo>
                  <a:lnTo>
                    <a:pt x="20015" y="7696"/>
                  </a:lnTo>
                  <a:lnTo>
                    <a:pt x="20091" y="9410"/>
                  </a:lnTo>
                  <a:lnTo>
                    <a:pt x="20180" y="11125"/>
                  </a:lnTo>
                  <a:lnTo>
                    <a:pt x="20548" y="12509"/>
                  </a:lnTo>
                  <a:lnTo>
                    <a:pt x="21323" y="12458"/>
                  </a:lnTo>
                  <a:lnTo>
                    <a:pt x="21564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55" y="6896"/>
                  </a:lnTo>
                  <a:lnTo>
                    <a:pt x="24841" y="6807"/>
                  </a:lnTo>
                  <a:lnTo>
                    <a:pt x="26022" y="6362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44" y="23025"/>
                  </a:lnTo>
                  <a:lnTo>
                    <a:pt x="36245" y="23279"/>
                  </a:lnTo>
                  <a:lnTo>
                    <a:pt x="36398" y="22466"/>
                  </a:lnTo>
                  <a:lnTo>
                    <a:pt x="36309" y="20751"/>
                  </a:lnTo>
                  <a:lnTo>
                    <a:pt x="36233" y="19037"/>
                  </a:lnTo>
                  <a:lnTo>
                    <a:pt x="35852" y="17653"/>
                  </a:lnTo>
                  <a:lnTo>
                    <a:pt x="35077" y="17703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191" y="23329"/>
                  </a:lnTo>
                  <a:lnTo>
                    <a:pt x="34556" y="23164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16" y="23799"/>
                  </a:lnTo>
                  <a:lnTo>
                    <a:pt x="30467" y="24701"/>
                  </a:lnTo>
                  <a:lnTo>
                    <a:pt x="31673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29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02"/>
                  </a:lnTo>
                  <a:lnTo>
                    <a:pt x="36550" y="25260"/>
                  </a:lnTo>
                  <a:lnTo>
                    <a:pt x="36334" y="24498"/>
                  </a:lnTo>
                  <a:lnTo>
                    <a:pt x="37020" y="24650"/>
                  </a:lnTo>
                  <a:lnTo>
                    <a:pt x="38493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8" name="object 1008" descr=""/>
            <p:cNvSpPr/>
            <p:nvPr/>
          </p:nvSpPr>
          <p:spPr>
            <a:xfrm>
              <a:off x="3984739" y="814677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9" name="object 1009" descr=""/>
            <p:cNvSpPr/>
            <p:nvPr/>
          </p:nvSpPr>
          <p:spPr>
            <a:xfrm>
              <a:off x="3987177" y="8149520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74"/>
                  </a:moveTo>
                  <a:lnTo>
                    <a:pt x="10706" y="22885"/>
                  </a:lnTo>
                  <a:lnTo>
                    <a:pt x="9486" y="22580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83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12"/>
                  </a:lnTo>
                  <a:lnTo>
                    <a:pt x="1193" y="23114"/>
                  </a:lnTo>
                  <a:lnTo>
                    <a:pt x="0" y="23545"/>
                  </a:lnTo>
                  <a:lnTo>
                    <a:pt x="50" y="24447"/>
                  </a:lnTo>
                  <a:lnTo>
                    <a:pt x="1257" y="24739"/>
                  </a:lnTo>
                  <a:lnTo>
                    <a:pt x="4216" y="24549"/>
                  </a:lnTo>
                  <a:lnTo>
                    <a:pt x="4864" y="24320"/>
                  </a:lnTo>
                  <a:lnTo>
                    <a:pt x="4737" y="25107"/>
                  </a:lnTo>
                  <a:lnTo>
                    <a:pt x="4813" y="26822"/>
                  </a:lnTo>
                  <a:lnTo>
                    <a:pt x="4902" y="28536"/>
                  </a:lnTo>
                  <a:lnTo>
                    <a:pt x="5283" y="29921"/>
                  </a:lnTo>
                  <a:lnTo>
                    <a:pt x="6057" y="29870"/>
                  </a:lnTo>
                  <a:lnTo>
                    <a:pt x="6299" y="28460"/>
                  </a:lnTo>
                  <a:lnTo>
                    <a:pt x="6134" y="25019"/>
                  </a:lnTo>
                  <a:lnTo>
                    <a:pt x="5918" y="24244"/>
                  </a:lnTo>
                  <a:lnTo>
                    <a:pt x="6604" y="24409"/>
                  </a:lnTo>
                  <a:lnTo>
                    <a:pt x="8077" y="24307"/>
                  </a:lnTo>
                  <a:lnTo>
                    <a:pt x="9563" y="24218"/>
                  </a:lnTo>
                  <a:lnTo>
                    <a:pt x="10744" y="23774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704" y="40373"/>
                  </a:lnTo>
                  <a:lnTo>
                    <a:pt x="24485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904" y="37998"/>
                  </a:lnTo>
                  <a:lnTo>
                    <a:pt x="20815" y="36283"/>
                  </a:lnTo>
                  <a:lnTo>
                    <a:pt x="20434" y="34899"/>
                  </a:lnTo>
                  <a:lnTo>
                    <a:pt x="19659" y="34950"/>
                  </a:lnTo>
                  <a:lnTo>
                    <a:pt x="19418" y="36372"/>
                  </a:lnTo>
                  <a:lnTo>
                    <a:pt x="19583" y="39814"/>
                  </a:lnTo>
                  <a:lnTo>
                    <a:pt x="19786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92" y="40601"/>
                  </a:lnTo>
                  <a:lnTo>
                    <a:pt x="14998" y="41046"/>
                  </a:lnTo>
                  <a:lnTo>
                    <a:pt x="15049" y="41948"/>
                  </a:lnTo>
                  <a:lnTo>
                    <a:pt x="16256" y="42240"/>
                  </a:lnTo>
                  <a:lnTo>
                    <a:pt x="19215" y="42049"/>
                  </a:lnTo>
                  <a:lnTo>
                    <a:pt x="19875" y="41808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06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88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35" y="6362"/>
                  </a:moveTo>
                  <a:lnTo>
                    <a:pt x="25984" y="5461"/>
                  </a:lnTo>
                  <a:lnTo>
                    <a:pt x="24777" y="5168"/>
                  </a:lnTo>
                  <a:lnTo>
                    <a:pt x="21818" y="5359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71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494" y="7137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93" y="11125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896"/>
                  </a:lnTo>
                  <a:lnTo>
                    <a:pt x="24841" y="6807"/>
                  </a:lnTo>
                  <a:lnTo>
                    <a:pt x="26035" y="6362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26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79"/>
                  </a:lnTo>
                  <a:lnTo>
                    <a:pt x="36410" y="22466"/>
                  </a:lnTo>
                  <a:lnTo>
                    <a:pt x="36322" y="20751"/>
                  </a:lnTo>
                  <a:lnTo>
                    <a:pt x="36245" y="19037"/>
                  </a:lnTo>
                  <a:lnTo>
                    <a:pt x="35864" y="17653"/>
                  </a:lnTo>
                  <a:lnTo>
                    <a:pt x="35090" y="17703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29"/>
                  </a:lnTo>
                  <a:lnTo>
                    <a:pt x="34569" y="23164"/>
                  </a:lnTo>
                  <a:lnTo>
                    <a:pt x="33096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45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02"/>
                  </a:lnTo>
                  <a:lnTo>
                    <a:pt x="36563" y="25260"/>
                  </a:lnTo>
                  <a:lnTo>
                    <a:pt x="36347" y="24498"/>
                  </a:lnTo>
                  <a:lnTo>
                    <a:pt x="37033" y="24650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0" name="object 1010" descr=""/>
            <p:cNvSpPr/>
            <p:nvPr/>
          </p:nvSpPr>
          <p:spPr>
            <a:xfrm>
              <a:off x="4035300" y="8219848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1" name="object 1011" descr=""/>
            <p:cNvSpPr/>
            <p:nvPr/>
          </p:nvSpPr>
          <p:spPr>
            <a:xfrm>
              <a:off x="4037736" y="8222595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74"/>
                  </a:moveTo>
                  <a:lnTo>
                    <a:pt x="10706" y="22885"/>
                  </a:lnTo>
                  <a:lnTo>
                    <a:pt x="9486" y="22580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905" y="20510"/>
                  </a:lnTo>
                  <a:lnTo>
                    <a:pt x="5816" y="18783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84" y="22313"/>
                  </a:lnTo>
                  <a:lnTo>
                    <a:pt x="4787" y="23088"/>
                  </a:lnTo>
                  <a:lnTo>
                    <a:pt x="4140" y="22923"/>
                  </a:lnTo>
                  <a:lnTo>
                    <a:pt x="2667" y="23012"/>
                  </a:lnTo>
                  <a:lnTo>
                    <a:pt x="1193" y="23114"/>
                  </a:lnTo>
                  <a:lnTo>
                    <a:pt x="0" y="23545"/>
                  </a:lnTo>
                  <a:lnTo>
                    <a:pt x="50" y="24447"/>
                  </a:lnTo>
                  <a:lnTo>
                    <a:pt x="1257" y="24739"/>
                  </a:lnTo>
                  <a:lnTo>
                    <a:pt x="4216" y="24549"/>
                  </a:lnTo>
                  <a:lnTo>
                    <a:pt x="4876" y="24307"/>
                  </a:lnTo>
                  <a:lnTo>
                    <a:pt x="4737" y="25107"/>
                  </a:lnTo>
                  <a:lnTo>
                    <a:pt x="4813" y="26822"/>
                  </a:lnTo>
                  <a:lnTo>
                    <a:pt x="4902" y="28536"/>
                  </a:lnTo>
                  <a:lnTo>
                    <a:pt x="5283" y="29921"/>
                  </a:lnTo>
                  <a:lnTo>
                    <a:pt x="6057" y="29870"/>
                  </a:lnTo>
                  <a:lnTo>
                    <a:pt x="6299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89" y="24320"/>
                  </a:lnTo>
                  <a:lnTo>
                    <a:pt x="9563" y="24218"/>
                  </a:lnTo>
                  <a:lnTo>
                    <a:pt x="10744" y="23774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704" y="40373"/>
                  </a:lnTo>
                  <a:lnTo>
                    <a:pt x="24485" y="40081"/>
                  </a:lnTo>
                  <a:lnTo>
                    <a:pt x="21539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904" y="37998"/>
                  </a:lnTo>
                  <a:lnTo>
                    <a:pt x="20815" y="36283"/>
                  </a:lnTo>
                  <a:lnTo>
                    <a:pt x="20434" y="34899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14"/>
                  </a:lnTo>
                  <a:lnTo>
                    <a:pt x="19786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92" y="40601"/>
                  </a:lnTo>
                  <a:lnTo>
                    <a:pt x="15011" y="41046"/>
                  </a:lnTo>
                  <a:lnTo>
                    <a:pt x="15049" y="41948"/>
                  </a:lnTo>
                  <a:lnTo>
                    <a:pt x="16268" y="42240"/>
                  </a:lnTo>
                  <a:lnTo>
                    <a:pt x="19215" y="42049"/>
                  </a:lnTo>
                  <a:lnTo>
                    <a:pt x="19875" y="41808"/>
                  </a:lnTo>
                  <a:lnTo>
                    <a:pt x="19735" y="42608"/>
                  </a:lnTo>
                  <a:lnTo>
                    <a:pt x="19824" y="44323"/>
                  </a:lnTo>
                  <a:lnTo>
                    <a:pt x="19900" y="46037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06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88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35" y="6362"/>
                  </a:moveTo>
                  <a:lnTo>
                    <a:pt x="25984" y="5473"/>
                  </a:lnTo>
                  <a:lnTo>
                    <a:pt x="24777" y="5168"/>
                  </a:lnTo>
                  <a:lnTo>
                    <a:pt x="21818" y="5359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107" y="1371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57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507" y="7137"/>
                  </a:lnTo>
                  <a:lnTo>
                    <a:pt x="20154" y="6908"/>
                  </a:lnTo>
                  <a:lnTo>
                    <a:pt x="20027" y="7696"/>
                  </a:lnTo>
                  <a:lnTo>
                    <a:pt x="20104" y="9410"/>
                  </a:lnTo>
                  <a:lnTo>
                    <a:pt x="20193" y="11125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896"/>
                  </a:lnTo>
                  <a:lnTo>
                    <a:pt x="24841" y="6807"/>
                  </a:lnTo>
                  <a:lnTo>
                    <a:pt x="26035" y="6362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26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79"/>
                  </a:lnTo>
                  <a:lnTo>
                    <a:pt x="36410" y="22466"/>
                  </a:lnTo>
                  <a:lnTo>
                    <a:pt x="36322" y="20751"/>
                  </a:lnTo>
                  <a:lnTo>
                    <a:pt x="36245" y="19037"/>
                  </a:lnTo>
                  <a:lnTo>
                    <a:pt x="35864" y="17653"/>
                  </a:lnTo>
                  <a:lnTo>
                    <a:pt x="35090" y="17703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29"/>
                  </a:lnTo>
                  <a:lnTo>
                    <a:pt x="34569" y="23164"/>
                  </a:lnTo>
                  <a:lnTo>
                    <a:pt x="33096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80" y="24701"/>
                  </a:lnTo>
                  <a:lnTo>
                    <a:pt x="31686" y="24993"/>
                  </a:lnTo>
                  <a:lnTo>
                    <a:pt x="34645" y="24803"/>
                  </a:lnTo>
                  <a:lnTo>
                    <a:pt x="35293" y="24561"/>
                  </a:lnTo>
                  <a:lnTo>
                    <a:pt x="35166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02"/>
                  </a:lnTo>
                  <a:lnTo>
                    <a:pt x="36563" y="25260"/>
                  </a:lnTo>
                  <a:lnTo>
                    <a:pt x="36347" y="24498"/>
                  </a:lnTo>
                  <a:lnTo>
                    <a:pt x="37033" y="24650"/>
                  </a:lnTo>
                  <a:lnTo>
                    <a:pt x="38506" y="24561"/>
                  </a:lnTo>
                  <a:lnTo>
                    <a:pt x="39992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2" name="object 1012" descr=""/>
            <p:cNvSpPr/>
            <p:nvPr/>
          </p:nvSpPr>
          <p:spPr>
            <a:xfrm>
              <a:off x="4057941" y="825537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3" name="object 1013" descr=""/>
            <p:cNvSpPr/>
            <p:nvPr/>
          </p:nvSpPr>
          <p:spPr>
            <a:xfrm>
              <a:off x="4060380" y="8258117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50" y="24447"/>
                  </a:lnTo>
                  <a:lnTo>
                    <a:pt x="1257" y="24739"/>
                  </a:lnTo>
                  <a:lnTo>
                    <a:pt x="4216" y="24561"/>
                  </a:lnTo>
                  <a:lnTo>
                    <a:pt x="4864" y="24320"/>
                  </a:lnTo>
                  <a:lnTo>
                    <a:pt x="4737" y="25107"/>
                  </a:lnTo>
                  <a:lnTo>
                    <a:pt x="4813" y="26822"/>
                  </a:lnTo>
                  <a:lnTo>
                    <a:pt x="4902" y="28549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63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704" y="40373"/>
                  </a:lnTo>
                  <a:lnTo>
                    <a:pt x="24485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83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92" y="40614"/>
                  </a:lnTo>
                  <a:lnTo>
                    <a:pt x="14998" y="41046"/>
                  </a:lnTo>
                  <a:lnTo>
                    <a:pt x="15049" y="41948"/>
                  </a:lnTo>
                  <a:lnTo>
                    <a:pt x="16256" y="42240"/>
                  </a:lnTo>
                  <a:lnTo>
                    <a:pt x="19215" y="42049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44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59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80" y="11137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26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51"/>
                  </a:lnTo>
                  <a:lnTo>
                    <a:pt x="36233" y="19037"/>
                  </a:lnTo>
                  <a:lnTo>
                    <a:pt x="35864" y="17653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45" y="24803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60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4" name="object 1014" descr=""/>
            <p:cNvSpPr/>
            <p:nvPr/>
          </p:nvSpPr>
          <p:spPr>
            <a:xfrm>
              <a:off x="4105064" y="825537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5" name="object 1015" descr=""/>
            <p:cNvSpPr/>
            <p:nvPr/>
          </p:nvSpPr>
          <p:spPr>
            <a:xfrm>
              <a:off x="4107510" y="8258117"/>
              <a:ext cx="20955" cy="47625"/>
            </a:xfrm>
            <a:custGeom>
              <a:avLst/>
              <a:gdLst/>
              <a:ahLst/>
              <a:cxnLst/>
              <a:rect l="l" t="t" r="r" b="b"/>
              <a:pathLst>
                <a:path w="20954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27" y="22923"/>
                  </a:lnTo>
                  <a:lnTo>
                    <a:pt x="2654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38" y="24447"/>
                  </a:lnTo>
                  <a:lnTo>
                    <a:pt x="1257" y="24739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22"/>
                  </a:lnTo>
                  <a:lnTo>
                    <a:pt x="4889" y="28549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31" y="23787"/>
                  </a:lnTo>
                  <a:close/>
                </a:path>
                <a:path w="20954" h="47625">
                  <a:moveTo>
                    <a:pt x="20408" y="34912"/>
                  </a:moveTo>
                  <a:lnTo>
                    <a:pt x="19418" y="34912"/>
                  </a:lnTo>
                  <a:lnTo>
                    <a:pt x="19418" y="40500"/>
                  </a:lnTo>
                  <a:lnTo>
                    <a:pt x="19138" y="40424"/>
                  </a:lnTo>
                  <a:lnTo>
                    <a:pt x="17653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49"/>
                  </a:lnTo>
                  <a:lnTo>
                    <a:pt x="19723" y="41871"/>
                  </a:lnTo>
                  <a:lnTo>
                    <a:pt x="19723" y="47421"/>
                  </a:lnTo>
                  <a:lnTo>
                    <a:pt x="20408" y="47421"/>
                  </a:lnTo>
                  <a:lnTo>
                    <a:pt x="20408" y="41910"/>
                  </a:lnTo>
                  <a:lnTo>
                    <a:pt x="20408" y="41186"/>
                  </a:lnTo>
                  <a:lnTo>
                    <a:pt x="20408" y="40081"/>
                  </a:lnTo>
                  <a:lnTo>
                    <a:pt x="20408" y="34912"/>
                  </a:lnTo>
                  <a:close/>
                </a:path>
                <a:path w="20954" h="47625">
                  <a:moveTo>
                    <a:pt x="20408" y="0"/>
                  </a:moveTo>
                  <a:lnTo>
                    <a:pt x="19697" y="0"/>
                  </a:lnTo>
                  <a:lnTo>
                    <a:pt x="19697" y="5511"/>
                  </a:lnTo>
                  <a:lnTo>
                    <a:pt x="15278" y="5511"/>
                  </a:lnTo>
                  <a:lnTo>
                    <a:pt x="15278" y="7327"/>
                  </a:lnTo>
                  <a:lnTo>
                    <a:pt x="20015" y="7327"/>
                  </a:lnTo>
                  <a:lnTo>
                    <a:pt x="20015" y="12509"/>
                  </a:lnTo>
                  <a:lnTo>
                    <a:pt x="20408" y="12509"/>
                  </a:lnTo>
                  <a:lnTo>
                    <a:pt x="20408" y="7327"/>
                  </a:lnTo>
                  <a:lnTo>
                    <a:pt x="20408" y="6273"/>
                  </a:lnTo>
                  <a:lnTo>
                    <a:pt x="20408" y="5511"/>
                  </a:lnTo>
                  <a:lnTo>
                    <a:pt x="20408" y="0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6" name="object 1016" descr=""/>
            <p:cNvSpPr/>
            <p:nvPr/>
          </p:nvSpPr>
          <p:spPr>
            <a:xfrm>
              <a:off x="4012142" y="825537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7" name="object 1017" descr=""/>
            <p:cNvSpPr/>
            <p:nvPr/>
          </p:nvSpPr>
          <p:spPr>
            <a:xfrm>
              <a:off x="4014584" y="8258117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38" y="24447"/>
                  </a:lnTo>
                  <a:lnTo>
                    <a:pt x="1257" y="24739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22"/>
                  </a:lnTo>
                  <a:lnTo>
                    <a:pt x="4902" y="28549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692" y="40373"/>
                  </a:lnTo>
                  <a:lnTo>
                    <a:pt x="24485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83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15" y="42049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59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18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80" y="11137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12" y="7607"/>
                  </a:lnTo>
                  <a:lnTo>
                    <a:pt x="21196" y="6832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398" y="22479"/>
                  </a:lnTo>
                  <a:lnTo>
                    <a:pt x="36322" y="20751"/>
                  </a:lnTo>
                  <a:lnTo>
                    <a:pt x="36233" y="19037"/>
                  </a:lnTo>
                  <a:lnTo>
                    <a:pt x="35864" y="17653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60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8" name="object 1018" descr=""/>
            <p:cNvSpPr/>
            <p:nvPr/>
          </p:nvSpPr>
          <p:spPr>
            <a:xfrm>
              <a:off x="4081816" y="8219848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9" name="object 1019" descr=""/>
            <p:cNvSpPr/>
            <p:nvPr/>
          </p:nvSpPr>
          <p:spPr>
            <a:xfrm>
              <a:off x="4084256" y="8222595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74"/>
                  </a:moveTo>
                  <a:lnTo>
                    <a:pt x="10693" y="22885"/>
                  </a:lnTo>
                  <a:lnTo>
                    <a:pt x="9486" y="22580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83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50" y="24447"/>
                  </a:lnTo>
                  <a:lnTo>
                    <a:pt x="1257" y="24739"/>
                  </a:lnTo>
                  <a:lnTo>
                    <a:pt x="4216" y="24549"/>
                  </a:lnTo>
                  <a:lnTo>
                    <a:pt x="4864" y="24320"/>
                  </a:lnTo>
                  <a:lnTo>
                    <a:pt x="4737" y="25107"/>
                  </a:lnTo>
                  <a:lnTo>
                    <a:pt x="4813" y="26822"/>
                  </a:lnTo>
                  <a:lnTo>
                    <a:pt x="4902" y="28536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63" y="24218"/>
                  </a:lnTo>
                  <a:lnTo>
                    <a:pt x="10744" y="23774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704" y="40373"/>
                  </a:lnTo>
                  <a:lnTo>
                    <a:pt x="24485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7998"/>
                  </a:lnTo>
                  <a:lnTo>
                    <a:pt x="20815" y="36283"/>
                  </a:lnTo>
                  <a:lnTo>
                    <a:pt x="20434" y="34899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14"/>
                  </a:lnTo>
                  <a:lnTo>
                    <a:pt x="19786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79" y="40601"/>
                  </a:lnTo>
                  <a:lnTo>
                    <a:pt x="14998" y="41046"/>
                  </a:lnTo>
                  <a:lnTo>
                    <a:pt x="15049" y="41948"/>
                  </a:lnTo>
                  <a:lnTo>
                    <a:pt x="16256" y="42240"/>
                  </a:lnTo>
                  <a:lnTo>
                    <a:pt x="19215" y="42049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06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22" y="6362"/>
                  </a:moveTo>
                  <a:lnTo>
                    <a:pt x="25984" y="5473"/>
                  </a:lnTo>
                  <a:lnTo>
                    <a:pt x="24765" y="5168"/>
                  </a:lnTo>
                  <a:lnTo>
                    <a:pt x="21818" y="5359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71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494" y="7137"/>
                  </a:lnTo>
                  <a:lnTo>
                    <a:pt x="20154" y="6896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80" y="11125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896"/>
                  </a:lnTo>
                  <a:lnTo>
                    <a:pt x="24841" y="6807"/>
                  </a:lnTo>
                  <a:lnTo>
                    <a:pt x="26022" y="6362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26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79"/>
                  </a:lnTo>
                  <a:lnTo>
                    <a:pt x="36410" y="22466"/>
                  </a:lnTo>
                  <a:lnTo>
                    <a:pt x="36322" y="20751"/>
                  </a:lnTo>
                  <a:lnTo>
                    <a:pt x="36233" y="19037"/>
                  </a:lnTo>
                  <a:lnTo>
                    <a:pt x="35864" y="17653"/>
                  </a:lnTo>
                  <a:lnTo>
                    <a:pt x="35090" y="17703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29"/>
                  </a:lnTo>
                  <a:lnTo>
                    <a:pt x="34569" y="23164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02"/>
                  </a:lnTo>
                  <a:lnTo>
                    <a:pt x="36563" y="25260"/>
                  </a:lnTo>
                  <a:lnTo>
                    <a:pt x="36347" y="24498"/>
                  </a:lnTo>
                  <a:lnTo>
                    <a:pt x="37033" y="24650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0" name="object 1020" descr=""/>
            <p:cNvSpPr/>
            <p:nvPr/>
          </p:nvSpPr>
          <p:spPr>
            <a:xfrm>
              <a:off x="4128333" y="8219848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1" name="object 1021" descr=""/>
            <p:cNvSpPr/>
            <p:nvPr/>
          </p:nvSpPr>
          <p:spPr>
            <a:xfrm>
              <a:off x="4035300" y="814677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2" name="object 1022" descr=""/>
            <p:cNvSpPr/>
            <p:nvPr/>
          </p:nvSpPr>
          <p:spPr>
            <a:xfrm>
              <a:off x="4037736" y="8149520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74"/>
                  </a:moveTo>
                  <a:lnTo>
                    <a:pt x="10706" y="22885"/>
                  </a:lnTo>
                  <a:lnTo>
                    <a:pt x="9486" y="22580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905" y="20510"/>
                  </a:lnTo>
                  <a:lnTo>
                    <a:pt x="5816" y="18783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84" y="22313"/>
                  </a:lnTo>
                  <a:lnTo>
                    <a:pt x="4787" y="23088"/>
                  </a:lnTo>
                  <a:lnTo>
                    <a:pt x="4140" y="22923"/>
                  </a:lnTo>
                  <a:lnTo>
                    <a:pt x="2667" y="23012"/>
                  </a:lnTo>
                  <a:lnTo>
                    <a:pt x="1193" y="23114"/>
                  </a:lnTo>
                  <a:lnTo>
                    <a:pt x="0" y="23545"/>
                  </a:lnTo>
                  <a:lnTo>
                    <a:pt x="50" y="24447"/>
                  </a:lnTo>
                  <a:lnTo>
                    <a:pt x="1257" y="24739"/>
                  </a:lnTo>
                  <a:lnTo>
                    <a:pt x="4216" y="24549"/>
                  </a:lnTo>
                  <a:lnTo>
                    <a:pt x="4876" y="24307"/>
                  </a:lnTo>
                  <a:lnTo>
                    <a:pt x="4737" y="25107"/>
                  </a:lnTo>
                  <a:lnTo>
                    <a:pt x="4813" y="26822"/>
                  </a:lnTo>
                  <a:lnTo>
                    <a:pt x="4902" y="28536"/>
                  </a:lnTo>
                  <a:lnTo>
                    <a:pt x="5283" y="29921"/>
                  </a:lnTo>
                  <a:lnTo>
                    <a:pt x="6057" y="29870"/>
                  </a:lnTo>
                  <a:lnTo>
                    <a:pt x="6299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89" y="24307"/>
                  </a:lnTo>
                  <a:lnTo>
                    <a:pt x="9563" y="24218"/>
                  </a:lnTo>
                  <a:lnTo>
                    <a:pt x="10744" y="23774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704" y="40373"/>
                  </a:lnTo>
                  <a:lnTo>
                    <a:pt x="24485" y="40081"/>
                  </a:lnTo>
                  <a:lnTo>
                    <a:pt x="21539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904" y="37998"/>
                  </a:lnTo>
                  <a:lnTo>
                    <a:pt x="20815" y="36283"/>
                  </a:lnTo>
                  <a:lnTo>
                    <a:pt x="20434" y="34899"/>
                  </a:lnTo>
                  <a:lnTo>
                    <a:pt x="19659" y="34950"/>
                  </a:lnTo>
                  <a:lnTo>
                    <a:pt x="19418" y="36372"/>
                  </a:lnTo>
                  <a:lnTo>
                    <a:pt x="19583" y="39814"/>
                  </a:lnTo>
                  <a:lnTo>
                    <a:pt x="19786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92" y="40601"/>
                  </a:lnTo>
                  <a:lnTo>
                    <a:pt x="15011" y="41046"/>
                  </a:lnTo>
                  <a:lnTo>
                    <a:pt x="15049" y="41948"/>
                  </a:lnTo>
                  <a:lnTo>
                    <a:pt x="16268" y="42240"/>
                  </a:lnTo>
                  <a:lnTo>
                    <a:pt x="19215" y="42049"/>
                  </a:lnTo>
                  <a:lnTo>
                    <a:pt x="19875" y="41808"/>
                  </a:lnTo>
                  <a:lnTo>
                    <a:pt x="19735" y="42608"/>
                  </a:lnTo>
                  <a:lnTo>
                    <a:pt x="19824" y="44323"/>
                  </a:lnTo>
                  <a:lnTo>
                    <a:pt x="19900" y="46037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06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88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35" y="6362"/>
                  </a:moveTo>
                  <a:lnTo>
                    <a:pt x="25984" y="5461"/>
                  </a:lnTo>
                  <a:lnTo>
                    <a:pt x="24777" y="5168"/>
                  </a:lnTo>
                  <a:lnTo>
                    <a:pt x="21818" y="5359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107" y="1371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57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507" y="7137"/>
                  </a:lnTo>
                  <a:lnTo>
                    <a:pt x="20154" y="6908"/>
                  </a:lnTo>
                  <a:lnTo>
                    <a:pt x="20027" y="7696"/>
                  </a:lnTo>
                  <a:lnTo>
                    <a:pt x="20104" y="9410"/>
                  </a:lnTo>
                  <a:lnTo>
                    <a:pt x="20193" y="11125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896"/>
                  </a:lnTo>
                  <a:lnTo>
                    <a:pt x="24841" y="6807"/>
                  </a:lnTo>
                  <a:lnTo>
                    <a:pt x="26035" y="6362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26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79"/>
                  </a:lnTo>
                  <a:lnTo>
                    <a:pt x="36410" y="22466"/>
                  </a:lnTo>
                  <a:lnTo>
                    <a:pt x="36322" y="20751"/>
                  </a:lnTo>
                  <a:lnTo>
                    <a:pt x="36245" y="19037"/>
                  </a:lnTo>
                  <a:lnTo>
                    <a:pt x="35864" y="17653"/>
                  </a:lnTo>
                  <a:lnTo>
                    <a:pt x="35090" y="17703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29"/>
                  </a:lnTo>
                  <a:lnTo>
                    <a:pt x="34569" y="23164"/>
                  </a:lnTo>
                  <a:lnTo>
                    <a:pt x="33096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80" y="24701"/>
                  </a:lnTo>
                  <a:lnTo>
                    <a:pt x="31686" y="24993"/>
                  </a:lnTo>
                  <a:lnTo>
                    <a:pt x="34645" y="24803"/>
                  </a:lnTo>
                  <a:lnTo>
                    <a:pt x="35293" y="24561"/>
                  </a:lnTo>
                  <a:lnTo>
                    <a:pt x="35166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02"/>
                  </a:lnTo>
                  <a:lnTo>
                    <a:pt x="36563" y="25260"/>
                  </a:lnTo>
                  <a:lnTo>
                    <a:pt x="36347" y="24498"/>
                  </a:lnTo>
                  <a:lnTo>
                    <a:pt x="37033" y="24650"/>
                  </a:lnTo>
                  <a:lnTo>
                    <a:pt x="38506" y="24561"/>
                  </a:lnTo>
                  <a:lnTo>
                    <a:pt x="39992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3" name="object 1023" descr=""/>
            <p:cNvSpPr/>
            <p:nvPr/>
          </p:nvSpPr>
          <p:spPr>
            <a:xfrm>
              <a:off x="4057941" y="818229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4" name="object 1024" descr=""/>
            <p:cNvSpPr/>
            <p:nvPr/>
          </p:nvSpPr>
          <p:spPr>
            <a:xfrm>
              <a:off x="4060380" y="8185041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50" y="24447"/>
                  </a:lnTo>
                  <a:lnTo>
                    <a:pt x="1257" y="24739"/>
                  </a:lnTo>
                  <a:lnTo>
                    <a:pt x="4216" y="24561"/>
                  </a:lnTo>
                  <a:lnTo>
                    <a:pt x="4864" y="24320"/>
                  </a:lnTo>
                  <a:lnTo>
                    <a:pt x="4737" y="25107"/>
                  </a:lnTo>
                  <a:lnTo>
                    <a:pt x="4813" y="26822"/>
                  </a:lnTo>
                  <a:lnTo>
                    <a:pt x="4902" y="28549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63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704" y="40373"/>
                  </a:lnTo>
                  <a:lnTo>
                    <a:pt x="24485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83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92" y="40614"/>
                  </a:lnTo>
                  <a:lnTo>
                    <a:pt x="14998" y="41046"/>
                  </a:lnTo>
                  <a:lnTo>
                    <a:pt x="15049" y="41948"/>
                  </a:lnTo>
                  <a:lnTo>
                    <a:pt x="16256" y="42240"/>
                  </a:lnTo>
                  <a:lnTo>
                    <a:pt x="19215" y="42049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44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59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80" y="11137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26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51"/>
                  </a:lnTo>
                  <a:lnTo>
                    <a:pt x="36233" y="19037"/>
                  </a:lnTo>
                  <a:lnTo>
                    <a:pt x="35864" y="17653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45" y="24803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60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5" name="object 1025" descr=""/>
            <p:cNvSpPr/>
            <p:nvPr/>
          </p:nvSpPr>
          <p:spPr>
            <a:xfrm>
              <a:off x="4105064" y="818229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6" name="object 1026" descr=""/>
            <p:cNvSpPr/>
            <p:nvPr/>
          </p:nvSpPr>
          <p:spPr>
            <a:xfrm>
              <a:off x="4107510" y="8185041"/>
              <a:ext cx="20955" cy="47625"/>
            </a:xfrm>
            <a:custGeom>
              <a:avLst/>
              <a:gdLst/>
              <a:ahLst/>
              <a:cxnLst/>
              <a:rect l="l" t="t" r="r" b="b"/>
              <a:pathLst>
                <a:path w="20954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27" y="22923"/>
                  </a:lnTo>
                  <a:lnTo>
                    <a:pt x="2654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38" y="24447"/>
                  </a:lnTo>
                  <a:lnTo>
                    <a:pt x="1257" y="24739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22"/>
                  </a:lnTo>
                  <a:lnTo>
                    <a:pt x="4889" y="28549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31" y="23787"/>
                  </a:lnTo>
                  <a:close/>
                </a:path>
                <a:path w="20954" h="47625">
                  <a:moveTo>
                    <a:pt x="20408" y="34912"/>
                  </a:moveTo>
                  <a:lnTo>
                    <a:pt x="19418" y="34912"/>
                  </a:lnTo>
                  <a:lnTo>
                    <a:pt x="19418" y="40500"/>
                  </a:lnTo>
                  <a:lnTo>
                    <a:pt x="19138" y="40424"/>
                  </a:lnTo>
                  <a:lnTo>
                    <a:pt x="17653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49"/>
                  </a:lnTo>
                  <a:lnTo>
                    <a:pt x="19723" y="41871"/>
                  </a:lnTo>
                  <a:lnTo>
                    <a:pt x="19723" y="47421"/>
                  </a:lnTo>
                  <a:lnTo>
                    <a:pt x="20408" y="47421"/>
                  </a:lnTo>
                  <a:lnTo>
                    <a:pt x="20408" y="41910"/>
                  </a:lnTo>
                  <a:lnTo>
                    <a:pt x="20408" y="41186"/>
                  </a:lnTo>
                  <a:lnTo>
                    <a:pt x="20408" y="40081"/>
                  </a:lnTo>
                  <a:lnTo>
                    <a:pt x="20408" y="34912"/>
                  </a:lnTo>
                  <a:close/>
                </a:path>
                <a:path w="20954" h="47625">
                  <a:moveTo>
                    <a:pt x="20408" y="0"/>
                  </a:moveTo>
                  <a:lnTo>
                    <a:pt x="19697" y="0"/>
                  </a:lnTo>
                  <a:lnTo>
                    <a:pt x="19697" y="5511"/>
                  </a:lnTo>
                  <a:lnTo>
                    <a:pt x="15278" y="5511"/>
                  </a:lnTo>
                  <a:lnTo>
                    <a:pt x="15278" y="7327"/>
                  </a:lnTo>
                  <a:lnTo>
                    <a:pt x="20015" y="7327"/>
                  </a:lnTo>
                  <a:lnTo>
                    <a:pt x="20015" y="12509"/>
                  </a:lnTo>
                  <a:lnTo>
                    <a:pt x="20408" y="12509"/>
                  </a:lnTo>
                  <a:lnTo>
                    <a:pt x="20408" y="7327"/>
                  </a:lnTo>
                  <a:lnTo>
                    <a:pt x="20408" y="6273"/>
                  </a:lnTo>
                  <a:lnTo>
                    <a:pt x="20408" y="5511"/>
                  </a:lnTo>
                  <a:lnTo>
                    <a:pt x="20408" y="0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7" name="object 1027" descr=""/>
            <p:cNvSpPr/>
            <p:nvPr/>
          </p:nvSpPr>
          <p:spPr>
            <a:xfrm>
              <a:off x="4012142" y="818229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8" name="object 1028" descr=""/>
            <p:cNvSpPr/>
            <p:nvPr/>
          </p:nvSpPr>
          <p:spPr>
            <a:xfrm>
              <a:off x="4014584" y="8185041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38" y="24447"/>
                  </a:lnTo>
                  <a:lnTo>
                    <a:pt x="1257" y="24739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22"/>
                  </a:lnTo>
                  <a:lnTo>
                    <a:pt x="4902" y="28549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692" y="40373"/>
                  </a:lnTo>
                  <a:lnTo>
                    <a:pt x="24485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83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15" y="42049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59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18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80" y="11137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12" y="7607"/>
                  </a:lnTo>
                  <a:lnTo>
                    <a:pt x="21196" y="6832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398" y="22479"/>
                  </a:lnTo>
                  <a:lnTo>
                    <a:pt x="36322" y="20751"/>
                  </a:lnTo>
                  <a:lnTo>
                    <a:pt x="36233" y="19037"/>
                  </a:lnTo>
                  <a:lnTo>
                    <a:pt x="35864" y="17653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60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9" name="object 1029" descr=""/>
            <p:cNvSpPr/>
            <p:nvPr/>
          </p:nvSpPr>
          <p:spPr>
            <a:xfrm>
              <a:off x="4081816" y="814677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0" name="object 1030" descr=""/>
            <p:cNvSpPr/>
            <p:nvPr/>
          </p:nvSpPr>
          <p:spPr>
            <a:xfrm>
              <a:off x="4084256" y="8149520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74"/>
                  </a:moveTo>
                  <a:lnTo>
                    <a:pt x="10693" y="22885"/>
                  </a:lnTo>
                  <a:lnTo>
                    <a:pt x="9486" y="22580"/>
                  </a:lnTo>
                  <a:lnTo>
                    <a:pt x="6527" y="22771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83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13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12"/>
                  </a:lnTo>
                  <a:lnTo>
                    <a:pt x="1181" y="23114"/>
                  </a:lnTo>
                  <a:lnTo>
                    <a:pt x="0" y="23545"/>
                  </a:lnTo>
                  <a:lnTo>
                    <a:pt x="50" y="24447"/>
                  </a:lnTo>
                  <a:lnTo>
                    <a:pt x="1257" y="24739"/>
                  </a:lnTo>
                  <a:lnTo>
                    <a:pt x="4216" y="24549"/>
                  </a:lnTo>
                  <a:lnTo>
                    <a:pt x="4864" y="24320"/>
                  </a:lnTo>
                  <a:lnTo>
                    <a:pt x="4737" y="25107"/>
                  </a:lnTo>
                  <a:lnTo>
                    <a:pt x="4813" y="26822"/>
                  </a:lnTo>
                  <a:lnTo>
                    <a:pt x="4902" y="28536"/>
                  </a:lnTo>
                  <a:lnTo>
                    <a:pt x="5270" y="29921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07"/>
                  </a:lnTo>
                  <a:lnTo>
                    <a:pt x="9563" y="24218"/>
                  </a:lnTo>
                  <a:lnTo>
                    <a:pt x="10744" y="23774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704" y="40373"/>
                  </a:lnTo>
                  <a:lnTo>
                    <a:pt x="24485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7998"/>
                  </a:lnTo>
                  <a:lnTo>
                    <a:pt x="20815" y="36283"/>
                  </a:lnTo>
                  <a:lnTo>
                    <a:pt x="20434" y="34899"/>
                  </a:lnTo>
                  <a:lnTo>
                    <a:pt x="19659" y="34950"/>
                  </a:lnTo>
                  <a:lnTo>
                    <a:pt x="19418" y="36372"/>
                  </a:lnTo>
                  <a:lnTo>
                    <a:pt x="19583" y="39814"/>
                  </a:lnTo>
                  <a:lnTo>
                    <a:pt x="19786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79" y="40601"/>
                  </a:lnTo>
                  <a:lnTo>
                    <a:pt x="14998" y="41046"/>
                  </a:lnTo>
                  <a:lnTo>
                    <a:pt x="15049" y="41948"/>
                  </a:lnTo>
                  <a:lnTo>
                    <a:pt x="16256" y="42240"/>
                  </a:lnTo>
                  <a:lnTo>
                    <a:pt x="19215" y="42049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06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22" y="6362"/>
                  </a:moveTo>
                  <a:lnTo>
                    <a:pt x="25984" y="5461"/>
                  </a:lnTo>
                  <a:lnTo>
                    <a:pt x="24765" y="5168"/>
                  </a:lnTo>
                  <a:lnTo>
                    <a:pt x="21818" y="5359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71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494" y="7137"/>
                  </a:lnTo>
                  <a:lnTo>
                    <a:pt x="20154" y="6896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80" y="11125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896"/>
                  </a:lnTo>
                  <a:lnTo>
                    <a:pt x="24841" y="6807"/>
                  </a:lnTo>
                  <a:lnTo>
                    <a:pt x="26022" y="6362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26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79"/>
                  </a:lnTo>
                  <a:lnTo>
                    <a:pt x="36410" y="22466"/>
                  </a:lnTo>
                  <a:lnTo>
                    <a:pt x="36322" y="20751"/>
                  </a:lnTo>
                  <a:lnTo>
                    <a:pt x="36233" y="19037"/>
                  </a:lnTo>
                  <a:lnTo>
                    <a:pt x="35864" y="17653"/>
                  </a:lnTo>
                  <a:lnTo>
                    <a:pt x="35090" y="17703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29"/>
                  </a:lnTo>
                  <a:lnTo>
                    <a:pt x="34569" y="23164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02"/>
                  </a:lnTo>
                  <a:lnTo>
                    <a:pt x="36563" y="25260"/>
                  </a:lnTo>
                  <a:lnTo>
                    <a:pt x="36347" y="24498"/>
                  </a:lnTo>
                  <a:lnTo>
                    <a:pt x="37033" y="24650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1" name="object 1031" descr=""/>
            <p:cNvSpPr/>
            <p:nvPr/>
          </p:nvSpPr>
          <p:spPr>
            <a:xfrm>
              <a:off x="4128333" y="814677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2" name="object 1032" descr=""/>
            <p:cNvSpPr/>
            <p:nvPr/>
          </p:nvSpPr>
          <p:spPr>
            <a:xfrm>
              <a:off x="3891705" y="8366168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3" name="object 1033" descr=""/>
            <p:cNvSpPr/>
            <p:nvPr/>
          </p:nvSpPr>
          <p:spPr>
            <a:xfrm>
              <a:off x="3894150" y="836891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12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47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22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75"/>
                  </a:moveTo>
                  <a:lnTo>
                    <a:pt x="25692" y="40386"/>
                  </a:lnTo>
                  <a:lnTo>
                    <a:pt x="24472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02" y="36283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53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49"/>
                  </a:lnTo>
                  <a:lnTo>
                    <a:pt x="19862" y="41821"/>
                  </a:lnTo>
                  <a:lnTo>
                    <a:pt x="19723" y="42608"/>
                  </a:lnTo>
                  <a:lnTo>
                    <a:pt x="19812" y="44323"/>
                  </a:lnTo>
                  <a:lnTo>
                    <a:pt x="19888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49" y="41719"/>
                  </a:lnTo>
                  <a:lnTo>
                    <a:pt x="25730" y="41275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07" y="5638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62" y="4914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35" y="7327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091" y="9410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57" y="23025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22" y="20764"/>
                  </a:lnTo>
                  <a:lnTo>
                    <a:pt x="36233" y="19037"/>
                  </a:lnTo>
                  <a:lnTo>
                    <a:pt x="35852" y="17653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60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4" name="object 1034" descr=""/>
            <p:cNvSpPr/>
            <p:nvPr/>
          </p:nvSpPr>
          <p:spPr>
            <a:xfrm>
              <a:off x="3914346" y="8401692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5" name="object 1035" descr=""/>
            <p:cNvSpPr/>
            <p:nvPr/>
          </p:nvSpPr>
          <p:spPr>
            <a:xfrm>
              <a:off x="3916794" y="8404434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16" y="23050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22" y="17411"/>
                  </a:lnTo>
                  <a:lnTo>
                    <a:pt x="4648" y="17462"/>
                  </a:lnTo>
                  <a:lnTo>
                    <a:pt x="4406" y="18884"/>
                  </a:lnTo>
                  <a:lnTo>
                    <a:pt x="4572" y="22326"/>
                  </a:lnTo>
                  <a:lnTo>
                    <a:pt x="4762" y="23088"/>
                  </a:lnTo>
                  <a:lnTo>
                    <a:pt x="4127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21" y="25019"/>
                  </a:lnTo>
                  <a:lnTo>
                    <a:pt x="5905" y="24257"/>
                  </a:lnTo>
                  <a:lnTo>
                    <a:pt x="6591" y="24409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87"/>
                  </a:moveTo>
                  <a:lnTo>
                    <a:pt x="25692" y="40386"/>
                  </a:lnTo>
                  <a:lnTo>
                    <a:pt x="24472" y="40093"/>
                  </a:lnTo>
                  <a:lnTo>
                    <a:pt x="21526" y="40284"/>
                  </a:lnTo>
                  <a:lnTo>
                    <a:pt x="20828" y="40551"/>
                  </a:lnTo>
                  <a:lnTo>
                    <a:pt x="20967" y="39725"/>
                  </a:lnTo>
                  <a:lnTo>
                    <a:pt x="20891" y="38011"/>
                  </a:lnTo>
                  <a:lnTo>
                    <a:pt x="20802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26" y="40424"/>
                  </a:lnTo>
                  <a:lnTo>
                    <a:pt x="17653" y="40513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48"/>
                  </a:lnTo>
                  <a:lnTo>
                    <a:pt x="16256" y="42252"/>
                  </a:lnTo>
                  <a:lnTo>
                    <a:pt x="19202" y="42062"/>
                  </a:lnTo>
                  <a:lnTo>
                    <a:pt x="19862" y="41821"/>
                  </a:lnTo>
                  <a:lnTo>
                    <a:pt x="19723" y="42608"/>
                  </a:lnTo>
                  <a:lnTo>
                    <a:pt x="19812" y="44323"/>
                  </a:lnTo>
                  <a:lnTo>
                    <a:pt x="19888" y="46050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49" y="41719"/>
                  </a:lnTo>
                  <a:lnTo>
                    <a:pt x="25730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71" y="5473"/>
                  </a:lnTo>
                  <a:lnTo>
                    <a:pt x="24765" y="5181"/>
                  </a:lnTo>
                  <a:lnTo>
                    <a:pt x="21805" y="5372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70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50" y="4914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59" y="5702"/>
                  </a:lnTo>
                  <a:lnTo>
                    <a:pt x="15278" y="6146"/>
                  </a:lnTo>
                  <a:lnTo>
                    <a:pt x="15328" y="7048"/>
                  </a:lnTo>
                  <a:lnTo>
                    <a:pt x="16535" y="7340"/>
                  </a:lnTo>
                  <a:lnTo>
                    <a:pt x="19494" y="7150"/>
                  </a:lnTo>
                  <a:lnTo>
                    <a:pt x="20142" y="6908"/>
                  </a:lnTo>
                  <a:lnTo>
                    <a:pt x="20015" y="7696"/>
                  </a:lnTo>
                  <a:lnTo>
                    <a:pt x="20091" y="9423"/>
                  </a:lnTo>
                  <a:lnTo>
                    <a:pt x="20180" y="11137"/>
                  </a:lnTo>
                  <a:lnTo>
                    <a:pt x="20548" y="12522"/>
                  </a:lnTo>
                  <a:lnTo>
                    <a:pt x="21336" y="12471"/>
                  </a:lnTo>
                  <a:lnTo>
                    <a:pt x="21564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55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39"/>
                  </a:lnTo>
                  <a:lnTo>
                    <a:pt x="39903" y="22834"/>
                  </a:lnTo>
                  <a:lnTo>
                    <a:pt x="36944" y="23025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09" y="20764"/>
                  </a:lnTo>
                  <a:lnTo>
                    <a:pt x="36233" y="19050"/>
                  </a:lnTo>
                  <a:lnTo>
                    <a:pt x="35852" y="17665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16" y="23799"/>
                  </a:lnTo>
                  <a:lnTo>
                    <a:pt x="30467" y="24701"/>
                  </a:lnTo>
                  <a:lnTo>
                    <a:pt x="31673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29" y="27076"/>
                  </a:lnTo>
                  <a:lnTo>
                    <a:pt x="35318" y="28803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73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493" y="24574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6" name="object 1036" descr=""/>
            <p:cNvSpPr/>
            <p:nvPr/>
          </p:nvSpPr>
          <p:spPr>
            <a:xfrm>
              <a:off x="3961469" y="8401692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7" name="object 1037" descr=""/>
            <p:cNvSpPr/>
            <p:nvPr/>
          </p:nvSpPr>
          <p:spPr>
            <a:xfrm>
              <a:off x="3963911" y="8404434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692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48"/>
                  </a:lnTo>
                  <a:lnTo>
                    <a:pt x="16256" y="42252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50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20" y="5638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39"/>
                  </a:lnTo>
                  <a:lnTo>
                    <a:pt x="39903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398" y="22479"/>
                  </a:lnTo>
                  <a:lnTo>
                    <a:pt x="36322" y="20764"/>
                  </a:lnTo>
                  <a:lnTo>
                    <a:pt x="36233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803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8" name="object 1038" descr=""/>
            <p:cNvSpPr/>
            <p:nvPr/>
          </p:nvSpPr>
          <p:spPr>
            <a:xfrm>
              <a:off x="3884603" y="8401692"/>
              <a:ext cx="29845" cy="53975"/>
            </a:xfrm>
            <a:custGeom>
              <a:avLst/>
              <a:gdLst/>
              <a:ahLst/>
              <a:cxnLst/>
              <a:rect l="l" t="t" r="r" b="b"/>
              <a:pathLst>
                <a:path w="29845" h="53975">
                  <a:moveTo>
                    <a:pt x="29743" y="26711"/>
                  </a:moveTo>
                  <a:lnTo>
                    <a:pt x="6843" y="53422"/>
                  </a:lnTo>
                  <a:lnTo>
                    <a:pt x="0" y="45439"/>
                  </a:lnTo>
                </a:path>
                <a:path w="29845" h="53975">
                  <a:moveTo>
                    <a:pt x="0" y="7983"/>
                  </a:moveTo>
                  <a:lnTo>
                    <a:pt x="6843" y="0"/>
                  </a:lnTo>
                  <a:lnTo>
                    <a:pt x="29743" y="26711"/>
                  </a:lnTo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9" name="object 1039" descr=""/>
            <p:cNvSpPr/>
            <p:nvPr/>
          </p:nvSpPr>
          <p:spPr>
            <a:xfrm>
              <a:off x="3885996" y="8404434"/>
              <a:ext cx="26670" cy="47625"/>
            </a:xfrm>
            <a:custGeom>
              <a:avLst/>
              <a:gdLst/>
              <a:ahLst/>
              <a:cxnLst/>
              <a:rect l="l" t="t" r="r" b="b"/>
              <a:pathLst>
                <a:path w="26670" h="47625">
                  <a:moveTo>
                    <a:pt x="10731" y="41287"/>
                  </a:moveTo>
                  <a:lnTo>
                    <a:pt x="10693" y="40386"/>
                  </a:lnTo>
                  <a:lnTo>
                    <a:pt x="9474" y="40093"/>
                  </a:lnTo>
                  <a:lnTo>
                    <a:pt x="6527" y="40284"/>
                  </a:lnTo>
                  <a:lnTo>
                    <a:pt x="5816" y="40551"/>
                  </a:lnTo>
                  <a:lnTo>
                    <a:pt x="5969" y="39725"/>
                  </a:lnTo>
                  <a:lnTo>
                    <a:pt x="5892" y="38011"/>
                  </a:lnTo>
                  <a:lnTo>
                    <a:pt x="5803" y="36296"/>
                  </a:lnTo>
                  <a:lnTo>
                    <a:pt x="5422" y="34912"/>
                  </a:lnTo>
                  <a:lnTo>
                    <a:pt x="4648" y="34963"/>
                  </a:lnTo>
                  <a:lnTo>
                    <a:pt x="4406" y="36372"/>
                  </a:lnTo>
                  <a:lnTo>
                    <a:pt x="4572" y="39827"/>
                  </a:lnTo>
                  <a:lnTo>
                    <a:pt x="4762" y="40589"/>
                  </a:lnTo>
                  <a:lnTo>
                    <a:pt x="4127" y="40424"/>
                  </a:lnTo>
                  <a:lnTo>
                    <a:pt x="2654" y="40513"/>
                  </a:lnTo>
                  <a:lnTo>
                    <a:pt x="1181" y="40614"/>
                  </a:lnTo>
                  <a:lnTo>
                    <a:pt x="0" y="41059"/>
                  </a:lnTo>
                  <a:lnTo>
                    <a:pt x="38" y="41948"/>
                  </a:lnTo>
                  <a:lnTo>
                    <a:pt x="1244" y="42252"/>
                  </a:lnTo>
                  <a:lnTo>
                    <a:pt x="4203" y="42062"/>
                  </a:lnTo>
                  <a:lnTo>
                    <a:pt x="4864" y="41821"/>
                  </a:lnTo>
                  <a:lnTo>
                    <a:pt x="4724" y="42608"/>
                  </a:lnTo>
                  <a:lnTo>
                    <a:pt x="4800" y="44323"/>
                  </a:lnTo>
                  <a:lnTo>
                    <a:pt x="4889" y="46050"/>
                  </a:lnTo>
                  <a:lnTo>
                    <a:pt x="5270" y="47421"/>
                  </a:lnTo>
                  <a:lnTo>
                    <a:pt x="6045" y="47371"/>
                  </a:lnTo>
                  <a:lnTo>
                    <a:pt x="6286" y="45961"/>
                  </a:lnTo>
                  <a:lnTo>
                    <a:pt x="6121" y="42519"/>
                  </a:lnTo>
                  <a:lnTo>
                    <a:pt x="5905" y="41757"/>
                  </a:lnTo>
                  <a:lnTo>
                    <a:pt x="6591" y="41910"/>
                  </a:lnTo>
                  <a:lnTo>
                    <a:pt x="8077" y="41821"/>
                  </a:lnTo>
                  <a:lnTo>
                    <a:pt x="9550" y="41719"/>
                  </a:lnTo>
                  <a:lnTo>
                    <a:pt x="10731" y="41287"/>
                  </a:lnTo>
                  <a:close/>
                </a:path>
                <a:path w="26670" h="47625">
                  <a:moveTo>
                    <a:pt x="11023" y="6375"/>
                  </a:moveTo>
                  <a:lnTo>
                    <a:pt x="10972" y="5473"/>
                  </a:lnTo>
                  <a:lnTo>
                    <a:pt x="9766" y="5181"/>
                  </a:lnTo>
                  <a:lnTo>
                    <a:pt x="6807" y="5372"/>
                  </a:lnTo>
                  <a:lnTo>
                    <a:pt x="6108" y="5626"/>
                  </a:lnTo>
                  <a:lnTo>
                    <a:pt x="6261" y="4813"/>
                  </a:lnTo>
                  <a:lnTo>
                    <a:pt x="6172" y="3098"/>
                  </a:lnTo>
                  <a:lnTo>
                    <a:pt x="6083" y="1384"/>
                  </a:lnTo>
                  <a:lnTo>
                    <a:pt x="5715" y="0"/>
                  </a:lnTo>
                  <a:lnTo>
                    <a:pt x="4940" y="50"/>
                  </a:lnTo>
                  <a:lnTo>
                    <a:pt x="4699" y="1460"/>
                  </a:lnTo>
                  <a:lnTo>
                    <a:pt x="4851" y="4914"/>
                  </a:lnTo>
                  <a:lnTo>
                    <a:pt x="5054" y="5676"/>
                  </a:lnTo>
                  <a:lnTo>
                    <a:pt x="4419" y="5511"/>
                  </a:lnTo>
                  <a:lnTo>
                    <a:pt x="2933" y="5613"/>
                  </a:lnTo>
                  <a:lnTo>
                    <a:pt x="1460" y="5702"/>
                  </a:lnTo>
                  <a:lnTo>
                    <a:pt x="279" y="6146"/>
                  </a:lnTo>
                  <a:lnTo>
                    <a:pt x="317" y="7048"/>
                  </a:lnTo>
                  <a:lnTo>
                    <a:pt x="1536" y="7340"/>
                  </a:lnTo>
                  <a:lnTo>
                    <a:pt x="4483" y="7150"/>
                  </a:lnTo>
                  <a:lnTo>
                    <a:pt x="5143" y="6908"/>
                  </a:lnTo>
                  <a:lnTo>
                    <a:pt x="5003" y="7696"/>
                  </a:lnTo>
                  <a:lnTo>
                    <a:pt x="5092" y="9423"/>
                  </a:lnTo>
                  <a:lnTo>
                    <a:pt x="5181" y="11137"/>
                  </a:lnTo>
                  <a:lnTo>
                    <a:pt x="5549" y="12522"/>
                  </a:lnTo>
                  <a:lnTo>
                    <a:pt x="6324" y="12471"/>
                  </a:lnTo>
                  <a:lnTo>
                    <a:pt x="6565" y="11049"/>
                  </a:lnTo>
                  <a:lnTo>
                    <a:pt x="6413" y="7607"/>
                  </a:lnTo>
                  <a:lnTo>
                    <a:pt x="6197" y="6845"/>
                  </a:lnTo>
                  <a:lnTo>
                    <a:pt x="6883" y="6997"/>
                  </a:lnTo>
                  <a:lnTo>
                    <a:pt x="8356" y="6908"/>
                  </a:lnTo>
                  <a:lnTo>
                    <a:pt x="9829" y="6807"/>
                  </a:lnTo>
                  <a:lnTo>
                    <a:pt x="11023" y="6375"/>
                  </a:lnTo>
                  <a:close/>
                </a:path>
                <a:path w="26670" h="47625">
                  <a:moveTo>
                    <a:pt x="26162" y="24028"/>
                  </a:moveTo>
                  <a:lnTo>
                    <a:pt x="26111" y="23139"/>
                  </a:lnTo>
                  <a:lnTo>
                    <a:pt x="24904" y="22834"/>
                  </a:lnTo>
                  <a:lnTo>
                    <a:pt x="21945" y="23025"/>
                  </a:lnTo>
                  <a:lnTo>
                    <a:pt x="21247" y="23291"/>
                  </a:lnTo>
                  <a:lnTo>
                    <a:pt x="21399" y="22479"/>
                  </a:lnTo>
                  <a:lnTo>
                    <a:pt x="21310" y="20764"/>
                  </a:lnTo>
                  <a:lnTo>
                    <a:pt x="21234" y="19050"/>
                  </a:lnTo>
                  <a:lnTo>
                    <a:pt x="20853" y="17665"/>
                  </a:lnTo>
                  <a:lnTo>
                    <a:pt x="20078" y="17716"/>
                  </a:lnTo>
                  <a:lnTo>
                    <a:pt x="19837" y="19126"/>
                  </a:lnTo>
                  <a:lnTo>
                    <a:pt x="19989" y="22567"/>
                  </a:lnTo>
                  <a:lnTo>
                    <a:pt x="20193" y="23342"/>
                  </a:lnTo>
                  <a:lnTo>
                    <a:pt x="19558" y="23177"/>
                  </a:lnTo>
                  <a:lnTo>
                    <a:pt x="18084" y="23266"/>
                  </a:lnTo>
                  <a:lnTo>
                    <a:pt x="16598" y="23368"/>
                  </a:lnTo>
                  <a:lnTo>
                    <a:pt x="15417" y="23799"/>
                  </a:lnTo>
                  <a:lnTo>
                    <a:pt x="15468" y="24701"/>
                  </a:lnTo>
                  <a:lnTo>
                    <a:pt x="16675" y="24993"/>
                  </a:lnTo>
                  <a:lnTo>
                    <a:pt x="19634" y="24803"/>
                  </a:lnTo>
                  <a:lnTo>
                    <a:pt x="20281" y="24574"/>
                  </a:lnTo>
                  <a:lnTo>
                    <a:pt x="20142" y="25361"/>
                  </a:lnTo>
                  <a:lnTo>
                    <a:pt x="20231" y="27076"/>
                  </a:lnTo>
                  <a:lnTo>
                    <a:pt x="20320" y="28803"/>
                  </a:lnTo>
                  <a:lnTo>
                    <a:pt x="20688" y="30175"/>
                  </a:lnTo>
                  <a:lnTo>
                    <a:pt x="21463" y="30124"/>
                  </a:lnTo>
                  <a:lnTo>
                    <a:pt x="21704" y="28714"/>
                  </a:lnTo>
                  <a:lnTo>
                    <a:pt x="21551" y="25273"/>
                  </a:lnTo>
                  <a:lnTo>
                    <a:pt x="21336" y="24511"/>
                  </a:lnTo>
                  <a:lnTo>
                    <a:pt x="22021" y="24663"/>
                  </a:lnTo>
                  <a:lnTo>
                    <a:pt x="23495" y="24574"/>
                  </a:lnTo>
                  <a:lnTo>
                    <a:pt x="24968" y="24472"/>
                  </a:lnTo>
                  <a:lnTo>
                    <a:pt x="26162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0" name="object 1040" descr=""/>
            <p:cNvSpPr/>
            <p:nvPr/>
          </p:nvSpPr>
          <p:spPr>
            <a:xfrm>
              <a:off x="3938222" y="8366168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1" name="object 1041" descr=""/>
            <p:cNvSpPr/>
            <p:nvPr/>
          </p:nvSpPr>
          <p:spPr>
            <a:xfrm>
              <a:off x="3940670" y="836891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16" y="23050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22" y="17411"/>
                  </a:lnTo>
                  <a:lnTo>
                    <a:pt x="4648" y="17462"/>
                  </a:lnTo>
                  <a:lnTo>
                    <a:pt x="4406" y="18872"/>
                  </a:lnTo>
                  <a:lnTo>
                    <a:pt x="4572" y="22326"/>
                  </a:lnTo>
                  <a:lnTo>
                    <a:pt x="4762" y="23088"/>
                  </a:lnTo>
                  <a:lnTo>
                    <a:pt x="4127" y="22923"/>
                  </a:lnTo>
                  <a:lnTo>
                    <a:pt x="2654" y="23012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47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00" y="26822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21" y="25019"/>
                  </a:lnTo>
                  <a:lnTo>
                    <a:pt x="5905" y="24257"/>
                  </a:lnTo>
                  <a:lnTo>
                    <a:pt x="6591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75"/>
                  </a:moveTo>
                  <a:lnTo>
                    <a:pt x="25692" y="40386"/>
                  </a:lnTo>
                  <a:lnTo>
                    <a:pt x="24472" y="40081"/>
                  </a:lnTo>
                  <a:lnTo>
                    <a:pt x="21526" y="40271"/>
                  </a:lnTo>
                  <a:lnTo>
                    <a:pt x="20815" y="40538"/>
                  </a:lnTo>
                  <a:lnTo>
                    <a:pt x="20967" y="39725"/>
                  </a:lnTo>
                  <a:lnTo>
                    <a:pt x="20891" y="38011"/>
                  </a:lnTo>
                  <a:lnTo>
                    <a:pt x="20802" y="36283"/>
                  </a:lnTo>
                  <a:lnTo>
                    <a:pt x="20421" y="34912"/>
                  </a:lnTo>
                  <a:lnTo>
                    <a:pt x="19646" y="34963"/>
                  </a:lnTo>
                  <a:lnTo>
                    <a:pt x="19405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26" y="40424"/>
                  </a:lnTo>
                  <a:lnTo>
                    <a:pt x="17653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49"/>
                  </a:lnTo>
                  <a:lnTo>
                    <a:pt x="19862" y="41808"/>
                  </a:lnTo>
                  <a:lnTo>
                    <a:pt x="19723" y="42608"/>
                  </a:lnTo>
                  <a:lnTo>
                    <a:pt x="19812" y="44323"/>
                  </a:lnTo>
                  <a:lnTo>
                    <a:pt x="19888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20" y="42519"/>
                  </a:lnTo>
                  <a:lnTo>
                    <a:pt x="20904" y="41744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49" y="41719"/>
                  </a:lnTo>
                  <a:lnTo>
                    <a:pt x="25730" y="41275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71" y="5473"/>
                  </a:lnTo>
                  <a:lnTo>
                    <a:pt x="24765" y="5181"/>
                  </a:lnTo>
                  <a:lnTo>
                    <a:pt x="21805" y="5372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70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50" y="4914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00"/>
                  </a:lnTo>
                  <a:lnTo>
                    <a:pt x="16459" y="5702"/>
                  </a:lnTo>
                  <a:lnTo>
                    <a:pt x="15278" y="6134"/>
                  </a:lnTo>
                  <a:lnTo>
                    <a:pt x="15316" y="7035"/>
                  </a:lnTo>
                  <a:lnTo>
                    <a:pt x="16535" y="7327"/>
                  </a:lnTo>
                  <a:lnTo>
                    <a:pt x="19494" y="7150"/>
                  </a:lnTo>
                  <a:lnTo>
                    <a:pt x="20142" y="6908"/>
                  </a:lnTo>
                  <a:lnTo>
                    <a:pt x="20015" y="7696"/>
                  </a:lnTo>
                  <a:lnTo>
                    <a:pt x="20091" y="9410"/>
                  </a:lnTo>
                  <a:lnTo>
                    <a:pt x="20180" y="11137"/>
                  </a:lnTo>
                  <a:lnTo>
                    <a:pt x="20548" y="12522"/>
                  </a:lnTo>
                  <a:lnTo>
                    <a:pt x="21323" y="12458"/>
                  </a:lnTo>
                  <a:lnTo>
                    <a:pt x="21564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55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44" y="23025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09" y="20764"/>
                  </a:lnTo>
                  <a:lnTo>
                    <a:pt x="36233" y="19037"/>
                  </a:lnTo>
                  <a:lnTo>
                    <a:pt x="35852" y="17653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16" y="23799"/>
                  </a:lnTo>
                  <a:lnTo>
                    <a:pt x="30467" y="24701"/>
                  </a:lnTo>
                  <a:lnTo>
                    <a:pt x="31673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29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60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493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2" name="object 1042" descr=""/>
            <p:cNvSpPr/>
            <p:nvPr/>
          </p:nvSpPr>
          <p:spPr>
            <a:xfrm>
              <a:off x="3984739" y="8366168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3" name="object 1043" descr=""/>
            <p:cNvSpPr/>
            <p:nvPr/>
          </p:nvSpPr>
          <p:spPr>
            <a:xfrm>
              <a:off x="3987177" y="836891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706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12"/>
                  </a:lnTo>
                  <a:lnTo>
                    <a:pt x="1193" y="23114"/>
                  </a:lnTo>
                  <a:lnTo>
                    <a:pt x="0" y="23558"/>
                  </a:lnTo>
                  <a:lnTo>
                    <a:pt x="50" y="24447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20"/>
                  </a:lnTo>
                  <a:lnTo>
                    <a:pt x="4737" y="25107"/>
                  </a:lnTo>
                  <a:lnTo>
                    <a:pt x="4813" y="26822"/>
                  </a:lnTo>
                  <a:lnTo>
                    <a:pt x="4902" y="28549"/>
                  </a:lnTo>
                  <a:lnTo>
                    <a:pt x="5283" y="29933"/>
                  </a:lnTo>
                  <a:lnTo>
                    <a:pt x="6057" y="29870"/>
                  </a:lnTo>
                  <a:lnTo>
                    <a:pt x="6299" y="28460"/>
                  </a:lnTo>
                  <a:lnTo>
                    <a:pt x="6134" y="25019"/>
                  </a:lnTo>
                  <a:lnTo>
                    <a:pt x="5918" y="24244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63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704" y="40386"/>
                  </a:lnTo>
                  <a:lnTo>
                    <a:pt x="24485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904" y="38011"/>
                  </a:lnTo>
                  <a:lnTo>
                    <a:pt x="20815" y="36283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14"/>
                  </a:lnTo>
                  <a:lnTo>
                    <a:pt x="19786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92" y="40614"/>
                  </a:lnTo>
                  <a:lnTo>
                    <a:pt x="14998" y="41046"/>
                  </a:lnTo>
                  <a:lnTo>
                    <a:pt x="15049" y="41948"/>
                  </a:lnTo>
                  <a:lnTo>
                    <a:pt x="16256" y="42240"/>
                  </a:lnTo>
                  <a:lnTo>
                    <a:pt x="19215" y="42049"/>
                  </a:lnTo>
                  <a:lnTo>
                    <a:pt x="19875" y="41808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88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35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72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93" y="11137"/>
                  </a:lnTo>
                  <a:lnTo>
                    <a:pt x="20561" y="12522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35" y="6375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26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45" y="19037"/>
                  </a:lnTo>
                  <a:lnTo>
                    <a:pt x="35864" y="17653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96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45" y="24803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60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4" name="object 1044" descr=""/>
            <p:cNvSpPr/>
            <p:nvPr/>
          </p:nvSpPr>
          <p:spPr>
            <a:xfrm>
              <a:off x="3891705" y="8293092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5" name="object 1045" descr=""/>
            <p:cNvSpPr/>
            <p:nvPr/>
          </p:nvSpPr>
          <p:spPr>
            <a:xfrm>
              <a:off x="3894150" y="8295836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47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22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75"/>
                  </a:moveTo>
                  <a:lnTo>
                    <a:pt x="25692" y="40373"/>
                  </a:lnTo>
                  <a:lnTo>
                    <a:pt x="24472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02" y="36283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53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49"/>
                  </a:lnTo>
                  <a:lnTo>
                    <a:pt x="19862" y="41821"/>
                  </a:lnTo>
                  <a:lnTo>
                    <a:pt x="19723" y="42608"/>
                  </a:lnTo>
                  <a:lnTo>
                    <a:pt x="19812" y="44323"/>
                  </a:lnTo>
                  <a:lnTo>
                    <a:pt x="19888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49" y="41719"/>
                  </a:lnTo>
                  <a:lnTo>
                    <a:pt x="25730" y="41275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07" y="5638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18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35"/>
                  </a:lnTo>
                  <a:lnTo>
                    <a:pt x="16535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091" y="9410"/>
                  </a:lnTo>
                  <a:lnTo>
                    <a:pt x="20180" y="11137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57" y="23025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22" y="20764"/>
                  </a:lnTo>
                  <a:lnTo>
                    <a:pt x="36233" y="19037"/>
                  </a:lnTo>
                  <a:lnTo>
                    <a:pt x="35852" y="17653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60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6" name="object 1046" descr=""/>
            <p:cNvSpPr/>
            <p:nvPr/>
          </p:nvSpPr>
          <p:spPr>
            <a:xfrm>
              <a:off x="3914346" y="832861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7" name="object 1047" descr=""/>
            <p:cNvSpPr/>
            <p:nvPr/>
          </p:nvSpPr>
          <p:spPr>
            <a:xfrm>
              <a:off x="3916794" y="8331358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16" y="23050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22" y="17411"/>
                  </a:lnTo>
                  <a:lnTo>
                    <a:pt x="4648" y="17462"/>
                  </a:lnTo>
                  <a:lnTo>
                    <a:pt x="4406" y="18884"/>
                  </a:lnTo>
                  <a:lnTo>
                    <a:pt x="4572" y="22326"/>
                  </a:lnTo>
                  <a:lnTo>
                    <a:pt x="4762" y="23088"/>
                  </a:lnTo>
                  <a:lnTo>
                    <a:pt x="4127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21" y="25019"/>
                  </a:lnTo>
                  <a:lnTo>
                    <a:pt x="5905" y="24257"/>
                  </a:lnTo>
                  <a:lnTo>
                    <a:pt x="6591" y="24409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87"/>
                  </a:moveTo>
                  <a:lnTo>
                    <a:pt x="25692" y="40386"/>
                  </a:lnTo>
                  <a:lnTo>
                    <a:pt x="24472" y="40093"/>
                  </a:lnTo>
                  <a:lnTo>
                    <a:pt x="21526" y="40284"/>
                  </a:lnTo>
                  <a:lnTo>
                    <a:pt x="20828" y="40551"/>
                  </a:lnTo>
                  <a:lnTo>
                    <a:pt x="20967" y="39725"/>
                  </a:lnTo>
                  <a:lnTo>
                    <a:pt x="20891" y="38011"/>
                  </a:lnTo>
                  <a:lnTo>
                    <a:pt x="20802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26" y="40424"/>
                  </a:lnTo>
                  <a:lnTo>
                    <a:pt x="17653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62"/>
                  </a:lnTo>
                  <a:lnTo>
                    <a:pt x="19862" y="41821"/>
                  </a:lnTo>
                  <a:lnTo>
                    <a:pt x="19723" y="42608"/>
                  </a:lnTo>
                  <a:lnTo>
                    <a:pt x="19812" y="44323"/>
                  </a:lnTo>
                  <a:lnTo>
                    <a:pt x="19888" y="46050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49" y="41719"/>
                  </a:lnTo>
                  <a:lnTo>
                    <a:pt x="25730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71" y="5473"/>
                  </a:lnTo>
                  <a:lnTo>
                    <a:pt x="24765" y="5181"/>
                  </a:lnTo>
                  <a:lnTo>
                    <a:pt x="21805" y="5372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70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50" y="4914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59" y="5702"/>
                  </a:lnTo>
                  <a:lnTo>
                    <a:pt x="15278" y="6146"/>
                  </a:lnTo>
                  <a:lnTo>
                    <a:pt x="15328" y="7048"/>
                  </a:lnTo>
                  <a:lnTo>
                    <a:pt x="16535" y="7340"/>
                  </a:lnTo>
                  <a:lnTo>
                    <a:pt x="19494" y="7150"/>
                  </a:lnTo>
                  <a:lnTo>
                    <a:pt x="20142" y="6908"/>
                  </a:lnTo>
                  <a:lnTo>
                    <a:pt x="20015" y="7696"/>
                  </a:lnTo>
                  <a:lnTo>
                    <a:pt x="20091" y="9423"/>
                  </a:lnTo>
                  <a:lnTo>
                    <a:pt x="20180" y="11137"/>
                  </a:lnTo>
                  <a:lnTo>
                    <a:pt x="20548" y="12522"/>
                  </a:lnTo>
                  <a:lnTo>
                    <a:pt x="21336" y="12471"/>
                  </a:lnTo>
                  <a:lnTo>
                    <a:pt x="21564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55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39"/>
                  </a:lnTo>
                  <a:lnTo>
                    <a:pt x="39903" y="22834"/>
                  </a:lnTo>
                  <a:lnTo>
                    <a:pt x="36944" y="23025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09" y="20764"/>
                  </a:lnTo>
                  <a:lnTo>
                    <a:pt x="36233" y="19037"/>
                  </a:lnTo>
                  <a:lnTo>
                    <a:pt x="35852" y="17665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16" y="23799"/>
                  </a:lnTo>
                  <a:lnTo>
                    <a:pt x="30467" y="24701"/>
                  </a:lnTo>
                  <a:lnTo>
                    <a:pt x="31673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29" y="27076"/>
                  </a:lnTo>
                  <a:lnTo>
                    <a:pt x="35318" y="28803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73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493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8" name="object 1048" descr=""/>
            <p:cNvSpPr/>
            <p:nvPr/>
          </p:nvSpPr>
          <p:spPr>
            <a:xfrm>
              <a:off x="3961469" y="832861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9" name="object 1049" descr=""/>
            <p:cNvSpPr/>
            <p:nvPr/>
          </p:nvSpPr>
          <p:spPr>
            <a:xfrm>
              <a:off x="3963911" y="8331358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692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50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20" y="5638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39"/>
                  </a:lnTo>
                  <a:lnTo>
                    <a:pt x="39903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398" y="22479"/>
                  </a:lnTo>
                  <a:lnTo>
                    <a:pt x="36322" y="20764"/>
                  </a:lnTo>
                  <a:lnTo>
                    <a:pt x="36233" y="19037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803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0" name="object 1050" descr=""/>
            <p:cNvSpPr/>
            <p:nvPr/>
          </p:nvSpPr>
          <p:spPr>
            <a:xfrm>
              <a:off x="3884603" y="8328616"/>
              <a:ext cx="29845" cy="53975"/>
            </a:xfrm>
            <a:custGeom>
              <a:avLst/>
              <a:gdLst/>
              <a:ahLst/>
              <a:cxnLst/>
              <a:rect l="l" t="t" r="r" b="b"/>
              <a:pathLst>
                <a:path w="29845" h="53975">
                  <a:moveTo>
                    <a:pt x="29743" y="26711"/>
                  </a:moveTo>
                  <a:lnTo>
                    <a:pt x="6843" y="53422"/>
                  </a:lnTo>
                  <a:lnTo>
                    <a:pt x="0" y="45439"/>
                  </a:lnTo>
                </a:path>
                <a:path w="29845" h="53975">
                  <a:moveTo>
                    <a:pt x="0" y="7983"/>
                  </a:moveTo>
                  <a:lnTo>
                    <a:pt x="6843" y="0"/>
                  </a:lnTo>
                  <a:lnTo>
                    <a:pt x="29743" y="26711"/>
                  </a:lnTo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1" name="object 1051" descr=""/>
            <p:cNvSpPr/>
            <p:nvPr/>
          </p:nvSpPr>
          <p:spPr>
            <a:xfrm>
              <a:off x="3885996" y="8331358"/>
              <a:ext cx="26670" cy="47625"/>
            </a:xfrm>
            <a:custGeom>
              <a:avLst/>
              <a:gdLst/>
              <a:ahLst/>
              <a:cxnLst/>
              <a:rect l="l" t="t" r="r" b="b"/>
              <a:pathLst>
                <a:path w="26670" h="47625">
                  <a:moveTo>
                    <a:pt x="10731" y="41287"/>
                  </a:moveTo>
                  <a:lnTo>
                    <a:pt x="10693" y="40386"/>
                  </a:lnTo>
                  <a:lnTo>
                    <a:pt x="9474" y="40093"/>
                  </a:lnTo>
                  <a:lnTo>
                    <a:pt x="6527" y="40284"/>
                  </a:lnTo>
                  <a:lnTo>
                    <a:pt x="5816" y="40551"/>
                  </a:lnTo>
                  <a:lnTo>
                    <a:pt x="5969" y="39725"/>
                  </a:lnTo>
                  <a:lnTo>
                    <a:pt x="5892" y="38011"/>
                  </a:lnTo>
                  <a:lnTo>
                    <a:pt x="5803" y="36296"/>
                  </a:lnTo>
                  <a:lnTo>
                    <a:pt x="5422" y="34912"/>
                  </a:lnTo>
                  <a:lnTo>
                    <a:pt x="4648" y="34963"/>
                  </a:lnTo>
                  <a:lnTo>
                    <a:pt x="4406" y="36372"/>
                  </a:lnTo>
                  <a:lnTo>
                    <a:pt x="4572" y="39827"/>
                  </a:lnTo>
                  <a:lnTo>
                    <a:pt x="4762" y="40589"/>
                  </a:lnTo>
                  <a:lnTo>
                    <a:pt x="4127" y="40424"/>
                  </a:lnTo>
                  <a:lnTo>
                    <a:pt x="2654" y="40513"/>
                  </a:lnTo>
                  <a:lnTo>
                    <a:pt x="1181" y="40614"/>
                  </a:lnTo>
                  <a:lnTo>
                    <a:pt x="0" y="41046"/>
                  </a:lnTo>
                  <a:lnTo>
                    <a:pt x="38" y="41948"/>
                  </a:lnTo>
                  <a:lnTo>
                    <a:pt x="1244" y="42240"/>
                  </a:lnTo>
                  <a:lnTo>
                    <a:pt x="4203" y="42062"/>
                  </a:lnTo>
                  <a:lnTo>
                    <a:pt x="4864" y="41821"/>
                  </a:lnTo>
                  <a:lnTo>
                    <a:pt x="4724" y="42608"/>
                  </a:lnTo>
                  <a:lnTo>
                    <a:pt x="4800" y="44323"/>
                  </a:lnTo>
                  <a:lnTo>
                    <a:pt x="4889" y="46050"/>
                  </a:lnTo>
                  <a:lnTo>
                    <a:pt x="5270" y="47421"/>
                  </a:lnTo>
                  <a:lnTo>
                    <a:pt x="6045" y="47371"/>
                  </a:lnTo>
                  <a:lnTo>
                    <a:pt x="6286" y="45961"/>
                  </a:lnTo>
                  <a:lnTo>
                    <a:pt x="6121" y="42519"/>
                  </a:lnTo>
                  <a:lnTo>
                    <a:pt x="5905" y="41757"/>
                  </a:lnTo>
                  <a:lnTo>
                    <a:pt x="6591" y="41910"/>
                  </a:lnTo>
                  <a:lnTo>
                    <a:pt x="8077" y="41821"/>
                  </a:lnTo>
                  <a:lnTo>
                    <a:pt x="9550" y="41719"/>
                  </a:lnTo>
                  <a:lnTo>
                    <a:pt x="10731" y="41287"/>
                  </a:lnTo>
                  <a:close/>
                </a:path>
                <a:path w="26670" h="47625">
                  <a:moveTo>
                    <a:pt x="11023" y="6375"/>
                  </a:moveTo>
                  <a:lnTo>
                    <a:pt x="10972" y="5473"/>
                  </a:lnTo>
                  <a:lnTo>
                    <a:pt x="9766" y="5181"/>
                  </a:lnTo>
                  <a:lnTo>
                    <a:pt x="6807" y="5372"/>
                  </a:lnTo>
                  <a:lnTo>
                    <a:pt x="6108" y="5626"/>
                  </a:lnTo>
                  <a:lnTo>
                    <a:pt x="6261" y="4813"/>
                  </a:lnTo>
                  <a:lnTo>
                    <a:pt x="6172" y="3098"/>
                  </a:lnTo>
                  <a:lnTo>
                    <a:pt x="6083" y="1384"/>
                  </a:lnTo>
                  <a:lnTo>
                    <a:pt x="5715" y="0"/>
                  </a:lnTo>
                  <a:lnTo>
                    <a:pt x="4940" y="50"/>
                  </a:lnTo>
                  <a:lnTo>
                    <a:pt x="4699" y="1460"/>
                  </a:lnTo>
                  <a:lnTo>
                    <a:pt x="4851" y="4914"/>
                  </a:lnTo>
                  <a:lnTo>
                    <a:pt x="5054" y="5676"/>
                  </a:lnTo>
                  <a:lnTo>
                    <a:pt x="4419" y="5511"/>
                  </a:lnTo>
                  <a:lnTo>
                    <a:pt x="2933" y="5613"/>
                  </a:lnTo>
                  <a:lnTo>
                    <a:pt x="1460" y="5702"/>
                  </a:lnTo>
                  <a:lnTo>
                    <a:pt x="279" y="6146"/>
                  </a:lnTo>
                  <a:lnTo>
                    <a:pt x="317" y="7048"/>
                  </a:lnTo>
                  <a:lnTo>
                    <a:pt x="1536" y="7340"/>
                  </a:lnTo>
                  <a:lnTo>
                    <a:pt x="4483" y="7150"/>
                  </a:lnTo>
                  <a:lnTo>
                    <a:pt x="5143" y="6908"/>
                  </a:lnTo>
                  <a:lnTo>
                    <a:pt x="5003" y="7696"/>
                  </a:lnTo>
                  <a:lnTo>
                    <a:pt x="5092" y="9423"/>
                  </a:lnTo>
                  <a:lnTo>
                    <a:pt x="5181" y="11137"/>
                  </a:lnTo>
                  <a:lnTo>
                    <a:pt x="5549" y="12522"/>
                  </a:lnTo>
                  <a:lnTo>
                    <a:pt x="6324" y="12471"/>
                  </a:lnTo>
                  <a:lnTo>
                    <a:pt x="6565" y="11049"/>
                  </a:lnTo>
                  <a:lnTo>
                    <a:pt x="6413" y="7607"/>
                  </a:lnTo>
                  <a:lnTo>
                    <a:pt x="6197" y="6845"/>
                  </a:lnTo>
                  <a:lnTo>
                    <a:pt x="6883" y="6997"/>
                  </a:lnTo>
                  <a:lnTo>
                    <a:pt x="8356" y="6908"/>
                  </a:lnTo>
                  <a:lnTo>
                    <a:pt x="9829" y="6819"/>
                  </a:lnTo>
                  <a:lnTo>
                    <a:pt x="11023" y="6375"/>
                  </a:lnTo>
                  <a:close/>
                </a:path>
                <a:path w="26670" h="47625">
                  <a:moveTo>
                    <a:pt x="26162" y="24028"/>
                  </a:moveTo>
                  <a:lnTo>
                    <a:pt x="26111" y="23139"/>
                  </a:lnTo>
                  <a:lnTo>
                    <a:pt x="24904" y="22834"/>
                  </a:lnTo>
                  <a:lnTo>
                    <a:pt x="21945" y="23025"/>
                  </a:lnTo>
                  <a:lnTo>
                    <a:pt x="21247" y="23291"/>
                  </a:lnTo>
                  <a:lnTo>
                    <a:pt x="21399" y="22479"/>
                  </a:lnTo>
                  <a:lnTo>
                    <a:pt x="21310" y="20764"/>
                  </a:lnTo>
                  <a:lnTo>
                    <a:pt x="21234" y="19037"/>
                  </a:lnTo>
                  <a:lnTo>
                    <a:pt x="20853" y="17665"/>
                  </a:lnTo>
                  <a:lnTo>
                    <a:pt x="20078" y="17716"/>
                  </a:lnTo>
                  <a:lnTo>
                    <a:pt x="19837" y="19126"/>
                  </a:lnTo>
                  <a:lnTo>
                    <a:pt x="19989" y="22567"/>
                  </a:lnTo>
                  <a:lnTo>
                    <a:pt x="20193" y="23342"/>
                  </a:lnTo>
                  <a:lnTo>
                    <a:pt x="19558" y="23177"/>
                  </a:lnTo>
                  <a:lnTo>
                    <a:pt x="18084" y="23266"/>
                  </a:lnTo>
                  <a:lnTo>
                    <a:pt x="16598" y="23368"/>
                  </a:lnTo>
                  <a:lnTo>
                    <a:pt x="15417" y="23799"/>
                  </a:lnTo>
                  <a:lnTo>
                    <a:pt x="15468" y="24701"/>
                  </a:lnTo>
                  <a:lnTo>
                    <a:pt x="16675" y="24993"/>
                  </a:lnTo>
                  <a:lnTo>
                    <a:pt x="19634" y="24803"/>
                  </a:lnTo>
                  <a:lnTo>
                    <a:pt x="20281" y="24574"/>
                  </a:lnTo>
                  <a:lnTo>
                    <a:pt x="20142" y="25361"/>
                  </a:lnTo>
                  <a:lnTo>
                    <a:pt x="20231" y="27076"/>
                  </a:lnTo>
                  <a:lnTo>
                    <a:pt x="20320" y="28803"/>
                  </a:lnTo>
                  <a:lnTo>
                    <a:pt x="20688" y="30175"/>
                  </a:lnTo>
                  <a:lnTo>
                    <a:pt x="21463" y="30124"/>
                  </a:lnTo>
                  <a:lnTo>
                    <a:pt x="21704" y="28714"/>
                  </a:lnTo>
                  <a:lnTo>
                    <a:pt x="21551" y="25273"/>
                  </a:lnTo>
                  <a:lnTo>
                    <a:pt x="21336" y="24511"/>
                  </a:lnTo>
                  <a:lnTo>
                    <a:pt x="22021" y="24663"/>
                  </a:lnTo>
                  <a:lnTo>
                    <a:pt x="23495" y="24561"/>
                  </a:lnTo>
                  <a:lnTo>
                    <a:pt x="24968" y="24472"/>
                  </a:lnTo>
                  <a:lnTo>
                    <a:pt x="26162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2" name="object 1052" descr=""/>
            <p:cNvSpPr/>
            <p:nvPr/>
          </p:nvSpPr>
          <p:spPr>
            <a:xfrm>
              <a:off x="3938222" y="8293092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3" name="object 1053" descr=""/>
            <p:cNvSpPr/>
            <p:nvPr/>
          </p:nvSpPr>
          <p:spPr>
            <a:xfrm>
              <a:off x="3940670" y="8295836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16" y="23050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22" y="17411"/>
                  </a:lnTo>
                  <a:lnTo>
                    <a:pt x="4648" y="17462"/>
                  </a:lnTo>
                  <a:lnTo>
                    <a:pt x="4406" y="18872"/>
                  </a:lnTo>
                  <a:lnTo>
                    <a:pt x="4572" y="22326"/>
                  </a:lnTo>
                  <a:lnTo>
                    <a:pt x="4762" y="23088"/>
                  </a:lnTo>
                  <a:lnTo>
                    <a:pt x="4127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47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00" y="26822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21" y="25019"/>
                  </a:lnTo>
                  <a:lnTo>
                    <a:pt x="5905" y="24257"/>
                  </a:lnTo>
                  <a:lnTo>
                    <a:pt x="6591" y="24409"/>
                  </a:lnTo>
                  <a:lnTo>
                    <a:pt x="8077" y="24320"/>
                  </a:lnTo>
                  <a:lnTo>
                    <a:pt x="9550" y="24218"/>
                  </a:lnTo>
                  <a:lnTo>
                    <a:pt x="10731" y="23787"/>
                  </a:lnTo>
                  <a:close/>
                </a:path>
                <a:path w="41275" h="47625">
                  <a:moveTo>
                    <a:pt x="25730" y="41275"/>
                  </a:moveTo>
                  <a:lnTo>
                    <a:pt x="25692" y="40373"/>
                  </a:lnTo>
                  <a:lnTo>
                    <a:pt x="24472" y="40081"/>
                  </a:lnTo>
                  <a:lnTo>
                    <a:pt x="21526" y="40271"/>
                  </a:lnTo>
                  <a:lnTo>
                    <a:pt x="20815" y="40538"/>
                  </a:lnTo>
                  <a:lnTo>
                    <a:pt x="20967" y="39725"/>
                  </a:lnTo>
                  <a:lnTo>
                    <a:pt x="20891" y="38011"/>
                  </a:lnTo>
                  <a:lnTo>
                    <a:pt x="20802" y="36283"/>
                  </a:lnTo>
                  <a:lnTo>
                    <a:pt x="20421" y="34912"/>
                  </a:lnTo>
                  <a:lnTo>
                    <a:pt x="19646" y="34963"/>
                  </a:lnTo>
                  <a:lnTo>
                    <a:pt x="19405" y="36372"/>
                  </a:lnTo>
                  <a:lnTo>
                    <a:pt x="19570" y="39814"/>
                  </a:lnTo>
                  <a:lnTo>
                    <a:pt x="19773" y="40589"/>
                  </a:lnTo>
                  <a:lnTo>
                    <a:pt x="19126" y="40424"/>
                  </a:lnTo>
                  <a:lnTo>
                    <a:pt x="17653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49"/>
                  </a:lnTo>
                  <a:lnTo>
                    <a:pt x="19862" y="41808"/>
                  </a:lnTo>
                  <a:lnTo>
                    <a:pt x="19723" y="42608"/>
                  </a:lnTo>
                  <a:lnTo>
                    <a:pt x="19812" y="44323"/>
                  </a:lnTo>
                  <a:lnTo>
                    <a:pt x="19888" y="46037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20" y="42519"/>
                  </a:lnTo>
                  <a:lnTo>
                    <a:pt x="20904" y="41744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49" y="41719"/>
                  </a:lnTo>
                  <a:lnTo>
                    <a:pt x="25730" y="41275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71" y="5473"/>
                  </a:lnTo>
                  <a:lnTo>
                    <a:pt x="24765" y="5181"/>
                  </a:lnTo>
                  <a:lnTo>
                    <a:pt x="21805" y="5372"/>
                  </a:lnTo>
                  <a:lnTo>
                    <a:pt x="21107" y="5626"/>
                  </a:lnTo>
                  <a:lnTo>
                    <a:pt x="21259" y="4813"/>
                  </a:lnTo>
                  <a:lnTo>
                    <a:pt x="21170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50" y="4902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00"/>
                  </a:lnTo>
                  <a:lnTo>
                    <a:pt x="16459" y="5702"/>
                  </a:lnTo>
                  <a:lnTo>
                    <a:pt x="15278" y="6146"/>
                  </a:lnTo>
                  <a:lnTo>
                    <a:pt x="15316" y="7035"/>
                  </a:lnTo>
                  <a:lnTo>
                    <a:pt x="16535" y="7340"/>
                  </a:lnTo>
                  <a:lnTo>
                    <a:pt x="19494" y="7150"/>
                  </a:lnTo>
                  <a:lnTo>
                    <a:pt x="20142" y="6908"/>
                  </a:lnTo>
                  <a:lnTo>
                    <a:pt x="20015" y="7696"/>
                  </a:lnTo>
                  <a:lnTo>
                    <a:pt x="20091" y="9410"/>
                  </a:lnTo>
                  <a:lnTo>
                    <a:pt x="20180" y="11137"/>
                  </a:lnTo>
                  <a:lnTo>
                    <a:pt x="20548" y="12509"/>
                  </a:lnTo>
                  <a:lnTo>
                    <a:pt x="21323" y="12458"/>
                  </a:lnTo>
                  <a:lnTo>
                    <a:pt x="21564" y="11049"/>
                  </a:lnTo>
                  <a:lnTo>
                    <a:pt x="21412" y="7607"/>
                  </a:lnTo>
                  <a:lnTo>
                    <a:pt x="21196" y="6845"/>
                  </a:lnTo>
                  <a:lnTo>
                    <a:pt x="21882" y="6997"/>
                  </a:lnTo>
                  <a:lnTo>
                    <a:pt x="23355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26"/>
                  </a:lnTo>
                  <a:lnTo>
                    <a:pt x="39903" y="22834"/>
                  </a:lnTo>
                  <a:lnTo>
                    <a:pt x="36944" y="23025"/>
                  </a:lnTo>
                  <a:lnTo>
                    <a:pt x="36245" y="23291"/>
                  </a:lnTo>
                  <a:lnTo>
                    <a:pt x="36398" y="22479"/>
                  </a:lnTo>
                  <a:lnTo>
                    <a:pt x="36309" y="20764"/>
                  </a:lnTo>
                  <a:lnTo>
                    <a:pt x="36233" y="19037"/>
                  </a:lnTo>
                  <a:lnTo>
                    <a:pt x="35852" y="17653"/>
                  </a:lnTo>
                  <a:lnTo>
                    <a:pt x="35077" y="17716"/>
                  </a:lnTo>
                  <a:lnTo>
                    <a:pt x="34836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16" y="23799"/>
                  </a:lnTo>
                  <a:lnTo>
                    <a:pt x="30467" y="24701"/>
                  </a:lnTo>
                  <a:lnTo>
                    <a:pt x="31673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29" y="27076"/>
                  </a:lnTo>
                  <a:lnTo>
                    <a:pt x="35318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50" y="25260"/>
                  </a:lnTo>
                  <a:lnTo>
                    <a:pt x="36334" y="24511"/>
                  </a:lnTo>
                  <a:lnTo>
                    <a:pt x="37020" y="24663"/>
                  </a:lnTo>
                  <a:lnTo>
                    <a:pt x="38493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4" name="object 1054" descr=""/>
            <p:cNvSpPr/>
            <p:nvPr/>
          </p:nvSpPr>
          <p:spPr>
            <a:xfrm>
              <a:off x="3984739" y="8293092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5" name="object 1055" descr=""/>
            <p:cNvSpPr/>
            <p:nvPr/>
          </p:nvSpPr>
          <p:spPr>
            <a:xfrm>
              <a:off x="3987177" y="8295836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706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25"/>
                  </a:lnTo>
                  <a:lnTo>
                    <a:pt x="1193" y="23114"/>
                  </a:lnTo>
                  <a:lnTo>
                    <a:pt x="0" y="23558"/>
                  </a:lnTo>
                  <a:lnTo>
                    <a:pt x="50" y="24447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20"/>
                  </a:lnTo>
                  <a:lnTo>
                    <a:pt x="4737" y="25107"/>
                  </a:lnTo>
                  <a:lnTo>
                    <a:pt x="4813" y="26822"/>
                  </a:lnTo>
                  <a:lnTo>
                    <a:pt x="4902" y="28549"/>
                  </a:lnTo>
                  <a:lnTo>
                    <a:pt x="5283" y="29933"/>
                  </a:lnTo>
                  <a:lnTo>
                    <a:pt x="6057" y="29870"/>
                  </a:lnTo>
                  <a:lnTo>
                    <a:pt x="6299" y="28460"/>
                  </a:lnTo>
                  <a:lnTo>
                    <a:pt x="6134" y="25019"/>
                  </a:lnTo>
                  <a:lnTo>
                    <a:pt x="5918" y="24244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63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704" y="40373"/>
                  </a:lnTo>
                  <a:lnTo>
                    <a:pt x="24485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904" y="38011"/>
                  </a:lnTo>
                  <a:lnTo>
                    <a:pt x="20815" y="36283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14"/>
                  </a:lnTo>
                  <a:lnTo>
                    <a:pt x="19786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92" y="40614"/>
                  </a:lnTo>
                  <a:lnTo>
                    <a:pt x="14998" y="41046"/>
                  </a:lnTo>
                  <a:lnTo>
                    <a:pt x="15049" y="41948"/>
                  </a:lnTo>
                  <a:lnTo>
                    <a:pt x="16256" y="42240"/>
                  </a:lnTo>
                  <a:lnTo>
                    <a:pt x="19215" y="42049"/>
                  </a:lnTo>
                  <a:lnTo>
                    <a:pt x="19875" y="41808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88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35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72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35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93" y="11137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35" y="6375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26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45" y="19037"/>
                  </a:lnTo>
                  <a:lnTo>
                    <a:pt x="35864" y="17653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96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45" y="24803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60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6" name="object 1056" descr=""/>
            <p:cNvSpPr/>
            <p:nvPr/>
          </p:nvSpPr>
          <p:spPr>
            <a:xfrm>
              <a:off x="4035300" y="8366168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7" name="object 1057" descr=""/>
            <p:cNvSpPr/>
            <p:nvPr/>
          </p:nvSpPr>
          <p:spPr>
            <a:xfrm>
              <a:off x="4037736" y="836891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706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905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84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12"/>
                  </a:lnTo>
                  <a:lnTo>
                    <a:pt x="1193" y="23114"/>
                  </a:lnTo>
                  <a:lnTo>
                    <a:pt x="0" y="23558"/>
                  </a:lnTo>
                  <a:lnTo>
                    <a:pt x="50" y="24447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76" y="24320"/>
                  </a:lnTo>
                  <a:lnTo>
                    <a:pt x="4737" y="25107"/>
                  </a:lnTo>
                  <a:lnTo>
                    <a:pt x="4813" y="26822"/>
                  </a:lnTo>
                  <a:lnTo>
                    <a:pt x="4902" y="28549"/>
                  </a:lnTo>
                  <a:lnTo>
                    <a:pt x="5283" y="29933"/>
                  </a:lnTo>
                  <a:lnTo>
                    <a:pt x="6057" y="29870"/>
                  </a:lnTo>
                  <a:lnTo>
                    <a:pt x="6299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89" y="24320"/>
                  </a:lnTo>
                  <a:lnTo>
                    <a:pt x="9563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704" y="40386"/>
                  </a:lnTo>
                  <a:lnTo>
                    <a:pt x="24485" y="40081"/>
                  </a:lnTo>
                  <a:lnTo>
                    <a:pt x="21539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904" y="38011"/>
                  </a:lnTo>
                  <a:lnTo>
                    <a:pt x="20815" y="36283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14"/>
                  </a:lnTo>
                  <a:lnTo>
                    <a:pt x="19786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92" y="40614"/>
                  </a:lnTo>
                  <a:lnTo>
                    <a:pt x="15011" y="41046"/>
                  </a:lnTo>
                  <a:lnTo>
                    <a:pt x="15049" y="41948"/>
                  </a:lnTo>
                  <a:lnTo>
                    <a:pt x="16268" y="42240"/>
                  </a:lnTo>
                  <a:lnTo>
                    <a:pt x="19215" y="42049"/>
                  </a:lnTo>
                  <a:lnTo>
                    <a:pt x="19875" y="41808"/>
                  </a:lnTo>
                  <a:lnTo>
                    <a:pt x="19735" y="42608"/>
                  </a:lnTo>
                  <a:lnTo>
                    <a:pt x="19824" y="44323"/>
                  </a:lnTo>
                  <a:lnTo>
                    <a:pt x="19900" y="46037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88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35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72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107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57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507" y="7150"/>
                  </a:lnTo>
                  <a:lnTo>
                    <a:pt x="20154" y="6908"/>
                  </a:lnTo>
                  <a:lnTo>
                    <a:pt x="20027" y="7696"/>
                  </a:lnTo>
                  <a:lnTo>
                    <a:pt x="20104" y="9410"/>
                  </a:lnTo>
                  <a:lnTo>
                    <a:pt x="20193" y="11137"/>
                  </a:lnTo>
                  <a:lnTo>
                    <a:pt x="20561" y="12522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35" y="6375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26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45" y="19037"/>
                  </a:lnTo>
                  <a:lnTo>
                    <a:pt x="35864" y="17653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96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80" y="24701"/>
                  </a:lnTo>
                  <a:lnTo>
                    <a:pt x="31686" y="24993"/>
                  </a:lnTo>
                  <a:lnTo>
                    <a:pt x="34645" y="24803"/>
                  </a:lnTo>
                  <a:lnTo>
                    <a:pt x="35293" y="24574"/>
                  </a:lnTo>
                  <a:lnTo>
                    <a:pt x="35166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60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92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8" name="object 1058" descr=""/>
            <p:cNvSpPr/>
            <p:nvPr/>
          </p:nvSpPr>
          <p:spPr>
            <a:xfrm>
              <a:off x="4057941" y="8401692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9" name="object 1059" descr=""/>
            <p:cNvSpPr/>
            <p:nvPr/>
          </p:nvSpPr>
          <p:spPr>
            <a:xfrm>
              <a:off x="4060380" y="8404434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20"/>
                  </a:lnTo>
                  <a:lnTo>
                    <a:pt x="4737" y="25107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63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92" y="40614"/>
                  </a:lnTo>
                  <a:lnTo>
                    <a:pt x="14998" y="41059"/>
                  </a:lnTo>
                  <a:lnTo>
                    <a:pt x="15049" y="41948"/>
                  </a:lnTo>
                  <a:lnTo>
                    <a:pt x="16256" y="42252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50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44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72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39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33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45" y="24803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803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0" name="object 1060" descr=""/>
            <p:cNvSpPr/>
            <p:nvPr/>
          </p:nvSpPr>
          <p:spPr>
            <a:xfrm>
              <a:off x="4105064" y="8401692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1" name="object 1061" descr=""/>
            <p:cNvSpPr/>
            <p:nvPr/>
          </p:nvSpPr>
          <p:spPr>
            <a:xfrm>
              <a:off x="4107510" y="8404434"/>
              <a:ext cx="20955" cy="30480"/>
            </a:xfrm>
            <a:custGeom>
              <a:avLst/>
              <a:gdLst/>
              <a:ahLst/>
              <a:cxnLst/>
              <a:rect l="l" t="t" r="r" b="b"/>
              <a:pathLst>
                <a:path w="20954" h="30479">
                  <a:moveTo>
                    <a:pt x="10731" y="22593"/>
                  </a:moveTo>
                  <a:lnTo>
                    <a:pt x="5905" y="22593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24" y="22923"/>
                  </a:lnTo>
                  <a:lnTo>
                    <a:pt x="0" y="22923"/>
                  </a:lnTo>
                  <a:lnTo>
                    <a:pt x="0" y="23672"/>
                  </a:lnTo>
                  <a:lnTo>
                    <a:pt x="0" y="24752"/>
                  </a:lnTo>
                  <a:lnTo>
                    <a:pt x="4724" y="24752"/>
                  </a:lnTo>
                  <a:lnTo>
                    <a:pt x="4724" y="29933"/>
                  </a:lnTo>
                  <a:lnTo>
                    <a:pt x="5334" y="29933"/>
                  </a:lnTo>
                  <a:lnTo>
                    <a:pt x="5334" y="24752"/>
                  </a:lnTo>
                  <a:lnTo>
                    <a:pt x="5384" y="23672"/>
                  </a:lnTo>
                  <a:lnTo>
                    <a:pt x="10731" y="23672"/>
                  </a:lnTo>
                  <a:lnTo>
                    <a:pt x="10731" y="22593"/>
                  </a:lnTo>
                  <a:close/>
                </a:path>
                <a:path w="20954" h="30479">
                  <a:moveTo>
                    <a:pt x="20408" y="0"/>
                  </a:moveTo>
                  <a:lnTo>
                    <a:pt x="19697" y="0"/>
                  </a:lnTo>
                  <a:lnTo>
                    <a:pt x="19697" y="5511"/>
                  </a:lnTo>
                  <a:lnTo>
                    <a:pt x="15278" y="5511"/>
                  </a:lnTo>
                  <a:lnTo>
                    <a:pt x="15278" y="7340"/>
                  </a:lnTo>
                  <a:lnTo>
                    <a:pt x="20015" y="7340"/>
                  </a:lnTo>
                  <a:lnTo>
                    <a:pt x="20015" y="12522"/>
                  </a:lnTo>
                  <a:lnTo>
                    <a:pt x="20408" y="12522"/>
                  </a:lnTo>
                  <a:lnTo>
                    <a:pt x="20408" y="7340"/>
                  </a:lnTo>
                  <a:lnTo>
                    <a:pt x="20408" y="6286"/>
                  </a:lnTo>
                  <a:lnTo>
                    <a:pt x="20408" y="5511"/>
                  </a:lnTo>
                  <a:lnTo>
                    <a:pt x="20408" y="0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2" name="object 1062" descr=""/>
            <p:cNvSpPr/>
            <p:nvPr/>
          </p:nvSpPr>
          <p:spPr>
            <a:xfrm>
              <a:off x="4012142" y="8401692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3" name="object 1063" descr=""/>
            <p:cNvSpPr/>
            <p:nvPr/>
          </p:nvSpPr>
          <p:spPr>
            <a:xfrm>
              <a:off x="4014584" y="8404434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692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79" y="40614"/>
                  </a:lnTo>
                  <a:lnTo>
                    <a:pt x="14998" y="41059"/>
                  </a:lnTo>
                  <a:lnTo>
                    <a:pt x="15036" y="41948"/>
                  </a:lnTo>
                  <a:lnTo>
                    <a:pt x="16256" y="42252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50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07" y="5638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62" y="4914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49"/>
                  </a:lnTo>
                  <a:lnTo>
                    <a:pt x="21412" y="7607"/>
                  </a:lnTo>
                  <a:lnTo>
                    <a:pt x="21196" y="6832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39"/>
                  </a:lnTo>
                  <a:lnTo>
                    <a:pt x="39903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398" y="22479"/>
                  </a:lnTo>
                  <a:lnTo>
                    <a:pt x="36322" y="20764"/>
                  </a:lnTo>
                  <a:lnTo>
                    <a:pt x="36233" y="19050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803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74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4" name="object 1064" descr=""/>
            <p:cNvSpPr/>
            <p:nvPr/>
          </p:nvSpPr>
          <p:spPr>
            <a:xfrm>
              <a:off x="4081816" y="8366168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5" name="object 1065" descr=""/>
            <p:cNvSpPr/>
            <p:nvPr/>
          </p:nvSpPr>
          <p:spPr>
            <a:xfrm>
              <a:off x="4084256" y="836891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12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50" y="24447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20"/>
                  </a:lnTo>
                  <a:lnTo>
                    <a:pt x="4737" y="25107"/>
                  </a:lnTo>
                  <a:lnTo>
                    <a:pt x="4813" y="26822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63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704" y="40386"/>
                  </a:lnTo>
                  <a:lnTo>
                    <a:pt x="24485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83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14"/>
                  </a:lnTo>
                  <a:lnTo>
                    <a:pt x="19786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49" y="41948"/>
                  </a:lnTo>
                  <a:lnTo>
                    <a:pt x="16256" y="42240"/>
                  </a:lnTo>
                  <a:lnTo>
                    <a:pt x="19215" y="42049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44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34"/>
                  </a:lnTo>
                  <a:lnTo>
                    <a:pt x="15328" y="7035"/>
                  </a:lnTo>
                  <a:lnTo>
                    <a:pt x="16548" y="7327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26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33" y="19037"/>
                  </a:lnTo>
                  <a:lnTo>
                    <a:pt x="35864" y="17653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60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6" name="object 1066" descr=""/>
            <p:cNvSpPr/>
            <p:nvPr/>
          </p:nvSpPr>
          <p:spPr>
            <a:xfrm>
              <a:off x="4128333" y="8366168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7" name="object 1067" descr=""/>
            <p:cNvSpPr/>
            <p:nvPr/>
          </p:nvSpPr>
          <p:spPr>
            <a:xfrm>
              <a:off x="4035300" y="8293092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8" name="object 1068" descr=""/>
            <p:cNvSpPr/>
            <p:nvPr/>
          </p:nvSpPr>
          <p:spPr>
            <a:xfrm>
              <a:off x="4037736" y="8295836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706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905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84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25"/>
                  </a:lnTo>
                  <a:lnTo>
                    <a:pt x="1193" y="23114"/>
                  </a:lnTo>
                  <a:lnTo>
                    <a:pt x="0" y="23558"/>
                  </a:lnTo>
                  <a:lnTo>
                    <a:pt x="50" y="24447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76" y="24320"/>
                  </a:lnTo>
                  <a:lnTo>
                    <a:pt x="4737" y="25107"/>
                  </a:lnTo>
                  <a:lnTo>
                    <a:pt x="4813" y="26822"/>
                  </a:lnTo>
                  <a:lnTo>
                    <a:pt x="4902" y="28549"/>
                  </a:lnTo>
                  <a:lnTo>
                    <a:pt x="5283" y="29933"/>
                  </a:lnTo>
                  <a:lnTo>
                    <a:pt x="6057" y="29870"/>
                  </a:lnTo>
                  <a:lnTo>
                    <a:pt x="6299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89" y="24320"/>
                  </a:lnTo>
                  <a:lnTo>
                    <a:pt x="9563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704" y="40373"/>
                  </a:lnTo>
                  <a:lnTo>
                    <a:pt x="24485" y="40081"/>
                  </a:lnTo>
                  <a:lnTo>
                    <a:pt x="21539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904" y="38011"/>
                  </a:lnTo>
                  <a:lnTo>
                    <a:pt x="20815" y="36283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14"/>
                  </a:lnTo>
                  <a:lnTo>
                    <a:pt x="19786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92" y="40614"/>
                  </a:lnTo>
                  <a:lnTo>
                    <a:pt x="15011" y="41046"/>
                  </a:lnTo>
                  <a:lnTo>
                    <a:pt x="15049" y="41948"/>
                  </a:lnTo>
                  <a:lnTo>
                    <a:pt x="16268" y="42240"/>
                  </a:lnTo>
                  <a:lnTo>
                    <a:pt x="19215" y="42049"/>
                  </a:lnTo>
                  <a:lnTo>
                    <a:pt x="19875" y="41808"/>
                  </a:lnTo>
                  <a:lnTo>
                    <a:pt x="19735" y="42608"/>
                  </a:lnTo>
                  <a:lnTo>
                    <a:pt x="19824" y="44323"/>
                  </a:lnTo>
                  <a:lnTo>
                    <a:pt x="19900" y="46037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88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35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72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107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57" y="5600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35"/>
                  </a:lnTo>
                  <a:lnTo>
                    <a:pt x="16548" y="7340"/>
                  </a:lnTo>
                  <a:lnTo>
                    <a:pt x="19507" y="7150"/>
                  </a:lnTo>
                  <a:lnTo>
                    <a:pt x="20154" y="6908"/>
                  </a:lnTo>
                  <a:lnTo>
                    <a:pt x="20027" y="7696"/>
                  </a:lnTo>
                  <a:lnTo>
                    <a:pt x="20104" y="9410"/>
                  </a:lnTo>
                  <a:lnTo>
                    <a:pt x="20193" y="11137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35" y="6375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26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45" y="19037"/>
                  </a:lnTo>
                  <a:lnTo>
                    <a:pt x="35864" y="17653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96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80" y="24701"/>
                  </a:lnTo>
                  <a:lnTo>
                    <a:pt x="31686" y="24993"/>
                  </a:lnTo>
                  <a:lnTo>
                    <a:pt x="34645" y="24803"/>
                  </a:lnTo>
                  <a:lnTo>
                    <a:pt x="35293" y="24574"/>
                  </a:lnTo>
                  <a:lnTo>
                    <a:pt x="35166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60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92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9" name="object 1069" descr=""/>
            <p:cNvSpPr/>
            <p:nvPr/>
          </p:nvSpPr>
          <p:spPr>
            <a:xfrm>
              <a:off x="4057941" y="832861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0" name="object 1070" descr=""/>
            <p:cNvSpPr/>
            <p:nvPr/>
          </p:nvSpPr>
          <p:spPr>
            <a:xfrm>
              <a:off x="4060380" y="8331358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50" y="24460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20"/>
                  </a:lnTo>
                  <a:lnTo>
                    <a:pt x="4737" y="25107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63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704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92" y="40614"/>
                  </a:lnTo>
                  <a:lnTo>
                    <a:pt x="14998" y="41046"/>
                  </a:lnTo>
                  <a:lnTo>
                    <a:pt x="15049" y="41948"/>
                  </a:lnTo>
                  <a:lnTo>
                    <a:pt x="16256" y="42240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50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44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77" y="5181"/>
                  </a:lnTo>
                  <a:lnTo>
                    <a:pt x="21818" y="5372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14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39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33" y="19037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45" y="24803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803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1" name="object 1071" descr=""/>
            <p:cNvSpPr/>
            <p:nvPr/>
          </p:nvSpPr>
          <p:spPr>
            <a:xfrm>
              <a:off x="4105064" y="832861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2" name="object 1072" descr=""/>
            <p:cNvSpPr/>
            <p:nvPr/>
          </p:nvSpPr>
          <p:spPr>
            <a:xfrm>
              <a:off x="4107510" y="8331358"/>
              <a:ext cx="20955" cy="47625"/>
            </a:xfrm>
            <a:custGeom>
              <a:avLst/>
              <a:gdLst/>
              <a:ahLst/>
              <a:cxnLst/>
              <a:rect l="l" t="t" r="r" b="b"/>
              <a:pathLst>
                <a:path w="20954" h="47625">
                  <a:moveTo>
                    <a:pt x="10731" y="23787"/>
                  </a:moveTo>
                  <a:lnTo>
                    <a:pt x="10693" y="22885"/>
                  </a:lnTo>
                  <a:lnTo>
                    <a:pt x="9474" y="22593"/>
                  </a:lnTo>
                  <a:lnTo>
                    <a:pt x="6527" y="22783"/>
                  </a:lnTo>
                  <a:lnTo>
                    <a:pt x="5829" y="23050"/>
                  </a:lnTo>
                  <a:lnTo>
                    <a:pt x="5969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27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35"/>
                  </a:lnTo>
                  <a:lnTo>
                    <a:pt x="4889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31" y="23787"/>
                  </a:lnTo>
                  <a:close/>
                </a:path>
                <a:path w="20954" h="47625">
                  <a:moveTo>
                    <a:pt x="20408" y="34912"/>
                  </a:moveTo>
                  <a:lnTo>
                    <a:pt x="19418" y="34912"/>
                  </a:lnTo>
                  <a:lnTo>
                    <a:pt x="19418" y="40500"/>
                  </a:lnTo>
                  <a:lnTo>
                    <a:pt x="19138" y="40424"/>
                  </a:lnTo>
                  <a:lnTo>
                    <a:pt x="17653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02" y="42062"/>
                  </a:lnTo>
                  <a:lnTo>
                    <a:pt x="19723" y="41871"/>
                  </a:lnTo>
                  <a:lnTo>
                    <a:pt x="19723" y="47421"/>
                  </a:lnTo>
                  <a:lnTo>
                    <a:pt x="20408" y="47421"/>
                  </a:lnTo>
                  <a:lnTo>
                    <a:pt x="20408" y="41910"/>
                  </a:lnTo>
                  <a:lnTo>
                    <a:pt x="20408" y="41198"/>
                  </a:lnTo>
                  <a:lnTo>
                    <a:pt x="20408" y="40093"/>
                  </a:lnTo>
                  <a:lnTo>
                    <a:pt x="20408" y="34912"/>
                  </a:lnTo>
                  <a:close/>
                </a:path>
                <a:path w="20954" h="47625">
                  <a:moveTo>
                    <a:pt x="20408" y="0"/>
                  </a:moveTo>
                  <a:lnTo>
                    <a:pt x="19697" y="0"/>
                  </a:lnTo>
                  <a:lnTo>
                    <a:pt x="19697" y="5511"/>
                  </a:lnTo>
                  <a:lnTo>
                    <a:pt x="15278" y="5511"/>
                  </a:lnTo>
                  <a:lnTo>
                    <a:pt x="15278" y="7340"/>
                  </a:lnTo>
                  <a:lnTo>
                    <a:pt x="20015" y="7340"/>
                  </a:lnTo>
                  <a:lnTo>
                    <a:pt x="20015" y="12522"/>
                  </a:lnTo>
                  <a:lnTo>
                    <a:pt x="20408" y="12522"/>
                  </a:lnTo>
                  <a:lnTo>
                    <a:pt x="20408" y="7340"/>
                  </a:lnTo>
                  <a:lnTo>
                    <a:pt x="20408" y="6286"/>
                  </a:lnTo>
                  <a:lnTo>
                    <a:pt x="20408" y="5511"/>
                  </a:lnTo>
                  <a:lnTo>
                    <a:pt x="20408" y="0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3" name="object 1073" descr=""/>
            <p:cNvSpPr/>
            <p:nvPr/>
          </p:nvSpPr>
          <p:spPr>
            <a:xfrm>
              <a:off x="4012142" y="832861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4" name="object 1074" descr=""/>
            <p:cNvSpPr/>
            <p:nvPr/>
          </p:nvSpPr>
          <p:spPr>
            <a:xfrm>
              <a:off x="4014584" y="8331358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03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84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54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38" y="24460"/>
                  </a:lnTo>
                  <a:lnTo>
                    <a:pt x="1257" y="24752"/>
                  </a:lnTo>
                  <a:lnTo>
                    <a:pt x="4203" y="24561"/>
                  </a:lnTo>
                  <a:lnTo>
                    <a:pt x="4864" y="24320"/>
                  </a:lnTo>
                  <a:lnTo>
                    <a:pt x="4724" y="25107"/>
                  </a:lnTo>
                  <a:lnTo>
                    <a:pt x="4813" y="26835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83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50" y="24231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87"/>
                  </a:moveTo>
                  <a:lnTo>
                    <a:pt x="25692" y="40386"/>
                  </a:lnTo>
                  <a:lnTo>
                    <a:pt x="24485" y="40093"/>
                  </a:lnTo>
                  <a:lnTo>
                    <a:pt x="21526" y="40284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96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70" y="39827"/>
                  </a:lnTo>
                  <a:lnTo>
                    <a:pt x="19773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36" y="41948"/>
                  </a:lnTo>
                  <a:lnTo>
                    <a:pt x="16256" y="42240"/>
                  </a:lnTo>
                  <a:lnTo>
                    <a:pt x="19215" y="42062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50"/>
                  </a:lnTo>
                  <a:lnTo>
                    <a:pt x="20269" y="47421"/>
                  </a:lnTo>
                  <a:lnTo>
                    <a:pt x="21043" y="47371"/>
                  </a:lnTo>
                  <a:lnTo>
                    <a:pt x="21285" y="45961"/>
                  </a:lnTo>
                  <a:lnTo>
                    <a:pt x="21132" y="42519"/>
                  </a:lnTo>
                  <a:lnTo>
                    <a:pt x="20916" y="41757"/>
                  </a:lnTo>
                  <a:lnTo>
                    <a:pt x="21602" y="41910"/>
                  </a:lnTo>
                  <a:lnTo>
                    <a:pt x="23075" y="41821"/>
                  </a:lnTo>
                  <a:lnTo>
                    <a:pt x="24561" y="41719"/>
                  </a:lnTo>
                  <a:lnTo>
                    <a:pt x="25742" y="41287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07" y="5638"/>
                  </a:lnTo>
                  <a:lnTo>
                    <a:pt x="21259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13" y="0"/>
                  </a:lnTo>
                  <a:lnTo>
                    <a:pt x="19939" y="50"/>
                  </a:lnTo>
                  <a:lnTo>
                    <a:pt x="19697" y="1460"/>
                  </a:lnTo>
                  <a:lnTo>
                    <a:pt x="19862" y="4914"/>
                  </a:lnTo>
                  <a:lnTo>
                    <a:pt x="20053" y="5676"/>
                  </a:lnTo>
                  <a:lnTo>
                    <a:pt x="19418" y="5511"/>
                  </a:lnTo>
                  <a:lnTo>
                    <a:pt x="17945" y="5613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48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23"/>
                  </a:lnTo>
                  <a:lnTo>
                    <a:pt x="20180" y="11137"/>
                  </a:lnTo>
                  <a:lnTo>
                    <a:pt x="20561" y="12522"/>
                  </a:lnTo>
                  <a:lnTo>
                    <a:pt x="21336" y="12471"/>
                  </a:lnTo>
                  <a:lnTo>
                    <a:pt x="21577" y="11049"/>
                  </a:lnTo>
                  <a:lnTo>
                    <a:pt x="21412" y="7607"/>
                  </a:lnTo>
                  <a:lnTo>
                    <a:pt x="21196" y="6832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19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60" y="24028"/>
                  </a:moveTo>
                  <a:lnTo>
                    <a:pt x="41122" y="23139"/>
                  </a:lnTo>
                  <a:lnTo>
                    <a:pt x="39903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398" y="22479"/>
                  </a:lnTo>
                  <a:lnTo>
                    <a:pt x="36322" y="20764"/>
                  </a:lnTo>
                  <a:lnTo>
                    <a:pt x="36233" y="19037"/>
                  </a:lnTo>
                  <a:lnTo>
                    <a:pt x="35864" y="17665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56" y="23177"/>
                  </a:lnTo>
                  <a:lnTo>
                    <a:pt x="33083" y="23266"/>
                  </a:lnTo>
                  <a:lnTo>
                    <a:pt x="31610" y="23368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61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18" y="28803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73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60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5" name="object 1075" descr=""/>
            <p:cNvSpPr/>
            <p:nvPr/>
          </p:nvSpPr>
          <p:spPr>
            <a:xfrm>
              <a:off x="4081816" y="8293092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6" name="object 1076" descr=""/>
            <p:cNvSpPr/>
            <p:nvPr/>
          </p:nvSpPr>
          <p:spPr>
            <a:xfrm>
              <a:off x="4084256" y="8295836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87"/>
                  </a:moveTo>
                  <a:lnTo>
                    <a:pt x="10693" y="22885"/>
                  </a:lnTo>
                  <a:lnTo>
                    <a:pt x="9486" y="22593"/>
                  </a:lnTo>
                  <a:lnTo>
                    <a:pt x="6527" y="22783"/>
                  </a:lnTo>
                  <a:lnTo>
                    <a:pt x="5829" y="23037"/>
                  </a:lnTo>
                  <a:lnTo>
                    <a:pt x="5981" y="22225"/>
                  </a:lnTo>
                  <a:lnTo>
                    <a:pt x="5892" y="20510"/>
                  </a:lnTo>
                  <a:lnTo>
                    <a:pt x="5816" y="18796"/>
                  </a:lnTo>
                  <a:lnTo>
                    <a:pt x="5435" y="17411"/>
                  </a:lnTo>
                  <a:lnTo>
                    <a:pt x="4660" y="17462"/>
                  </a:lnTo>
                  <a:lnTo>
                    <a:pt x="4419" y="18872"/>
                  </a:lnTo>
                  <a:lnTo>
                    <a:pt x="4572" y="22326"/>
                  </a:lnTo>
                  <a:lnTo>
                    <a:pt x="4775" y="23088"/>
                  </a:lnTo>
                  <a:lnTo>
                    <a:pt x="4140" y="22923"/>
                  </a:lnTo>
                  <a:lnTo>
                    <a:pt x="2667" y="23025"/>
                  </a:lnTo>
                  <a:lnTo>
                    <a:pt x="1181" y="23114"/>
                  </a:lnTo>
                  <a:lnTo>
                    <a:pt x="0" y="23558"/>
                  </a:lnTo>
                  <a:lnTo>
                    <a:pt x="50" y="24447"/>
                  </a:lnTo>
                  <a:lnTo>
                    <a:pt x="1257" y="24752"/>
                  </a:lnTo>
                  <a:lnTo>
                    <a:pt x="4216" y="24561"/>
                  </a:lnTo>
                  <a:lnTo>
                    <a:pt x="4864" y="24320"/>
                  </a:lnTo>
                  <a:lnTo>
                    <a:pt x="4737" y="25107"/>
                  </a:lnTo>
                  <a:lnTo>
                    <a:pt x="4813" y="26822"/>
                  </a:lnTo>
                  <a:lnTo>
                    <a:pt x="4902" y="28549"/>
                  </a:lnTo>
                  <a:lnTo>
                    <a:pt x="5270" y="29933"/>
                  </a:lnTo>
                  <a:lnTo>
                    <a:pt x="6045" y="29870"/>
                  </a:lnTo>
                  <a:lnTo>
                    <a:pt x="6286" y="28460"/>
                  </a:lnTo>
                  <a:lnTo>
                    <a:pt x="6134" y="25019"/>
                  </a:lnTo>
                  <a:lnTo>
                    <a:pt x="5918" y="24257"/>
                  </a:lnTo>
                  <a:lnTo>
                    <a:pt x="6604" y="24409"/>
                  </a:lnTo>
                  <a:lnTo>
                    <a:pt x="8077" y="24320"/>
                  </a:lnTo>
                  <a:lnTo>
                    <a:pt x="9563" y="24218"/>
                  </a:lnTo>
                  <a:lnTo>
                    <a:pt x="10744" y="23787"/>
                  </a:lnTo>
                  <a:close/>
                </a:path>
                <a:path w="41275" h="47625">
                  <a:moveTo>
                    <a:pt x="25742" y="41275"/>
                  </a:moveTo>
                  <a:lnTo>
                    <a:pt x="25704" y="40373"/>
                  </a:lnTo>
                  <a:lnTo>
                    <a:pt x="24485" y="40081"/>
                  </a:lnTo>
                  <a:lnTo>
                    <a:pt x="21526" y="40271"/>
                  </a:lnTo>
                  <a:lnTo>
                    <a:pt x="20828" y="40538"/>
                  </a:lnTo>
                  <a:lnTo>
                    <a:pt x="20980" y="39725"/>
                  </a:lnTo>
                  <a:lnTo>
                    <a:pt x="20891" y="38011"/>
                  </a:lnTo>
                  <a:lnTo>
                    <a:pt x="20815" y="36283"/>
                  </a:lnTo>
                  <a:lnTo>
                    <a:pt x="20434" y="34912"/>
                  </a:lnTo>
                  <a:lnTo>
                    <a:pt x="19659" y="34963"/>
                  </a:lnTo>
                  <a:lnTo>
                    <a:pt x="19418" y="36372"/>
                  </a:lnTo>
                  <a:lnTo>
                    <a:pt x="19583" y="39814"/>
                  </a:lnTo>
                  <a:lnTo>
                    <a:pt x="19786" y="40589"/>
                  </a:lnTo>
                  <a:lnTo>
                    <a:pt x="19138" y="40424"/>
                  </a:lnTo>
                  <a:lnTo>
                    <a:pt x="17665" y="40513"/>
                  </a:lnTo>
                  <a:lnTo>
                    <a:pt x="16179" y="40614"/>
                  </a:lnTo>
                  <a:lnTo>
                    <a:pt x="14998" y="41046"/>
                  </a:lnTo>
                  <a:lnTo>
                    <a:pt x="15049" y="41948"/>
                  </a:lnTo>
                  <a:lnTo>
                    <a:pt x="16256" y="42240"/>
                  </a:lnTo>
                  <a:lnTo>
                    <a:pt x="19215" y="42049"/>
                  </a:lnTo>
                  <a:lnTo>
                    <a:pt x="19862" y="41821"/>
                  </a:lnTo>
                  <a:lnTo>
                    <a:pt x="19735" y="42608"/>
                  </a:lnTo>
                  <a:lnTo>
                    <a:pt x="19812" y="44323"/>
                  </a:lnTo>
                  <a:lnTo>
                    <a:pt x="19900" y="46037"/>
                  </a:lnTo>
                  <a:lnTo>
                    <a:pt x="20281" y="47421"/>
                  </a:lnTo>
                  <a:lnTo>
                    <a:pt x="21056" y="47371"/>
                  </a:lnTo>
                  <a:lnTo>
                    <a:pt x="21297" y="45961"/>
                  </a:lnTo>
                  <a:lnTo>
                    <a:pt x="21132" y="42519"/>
                  </a:lnTo>
                  <a:lnTo>
                    <a:pt x="20916" y="41744"/>
                  </a:lnTo>
                  <a:lnTo>
                    <a:pt x="21602" y="41910"/>
                  </a:lnTo>
                  <a:lnTo>
                    <a:pt x="23075" y="41808"/>
                  </a:lnTo>
                  <a:lnTo>
                    <a:pt x="24561" y="41719"/>
                  </a:lnTo>
                  <a:lnTo>
                    <a:pt x="25742" y="41275"/>
                  </a:lnTo>
                  <a:close/>
                </a:path>
                <a:path w="41275" h="47625">
                  <a:moveTo>
                    <a:pt x="26022" y="6375"/>
                  </a:moveTo>
                  <a:lnTo>
                    <a:pt x="25984" y="5473"/>
                  </a:lnTo>
                  <a:lnTo>
                    <a:pt x="24765" y="5181"/>
                  </a:lnTo>
                  <a:lnTo>
                    <a:pt x="21818" y="5372"/>
                  </a:lnTo>
                  <a:lnTo>
                    <a:pt x="21120" y="5626"/>
                  </a:lnTo>
                  <a:lnTo>
                    <a:pt x="21272" y="4813"/>
                  </a:lnTo>
                  <a:lnTo>
                    <a:pt x="21183" y="3098"/>
                  </a:lnTo>
                  <a:lnTo>
                    <a:pt x="21094" y="1384"/>
                  </a:lnTo>
                  <a:lnTo>
                    <a:pt x="20726" y="0"/>
                  </a:lnTo>
                  <a:lnTo>
                    <a:pt x="19951" y="50"/>
                  </a:lnTo>
                  <a:lnTo>
                    <a:pt x="19710" y="1460"/>
                  </a:lnTo>
                  <a:lnTo>
                    <a:pt x="19862" y="4902"/>
                  </a:lnTo>
                  <a:lnTo>
                    <a:pt x="20066" y="5676"/>
                  </a:lnTo>
                  <a:lnTo>
                    <a:pt x="19431" y="5511"/>
                  </a:lnTo>
                  <a:lnTo>
                    <a:pt x="17945" y="5600"/>
                  </a:lnTo>
                  <a:lnTo>
                    <a:pt x="16471" y="5702"/>
                  </a:lnTo>
                  <a:lnTo>
                    <a:pt x="15290" y="6146"/>
                  </a:lnTo>
                  <a:lnTo>
                    <a:pt x="15328" y="7035"/>
                  </a:lnTo>
                  <a:lnTo>
                    <a:pt x="16548" y="7340"/>
                  </a:lnTo>
                  <a:lnTo>
                    <a:pt x="19494" y="7150"/>
                  </a:lnTo>
                  <a:lnTo>
                    <a:pt x="20154" y="6908"/>
                  </a:lnTo>
                  <a:lnTo>
                    <a:pt x="20015" y="7696"/>
                  </a:lnTo>
                  <a:lnTo>
                    <a:pt x="20104" y="9410"/>
                  </a:lnTo>
                  <a:lnTo>
                    <a:pt x="20180" y="11137"/>
                  </a:lnTo>
                  <a:lnTo>
                    <a:pt x="20561" y="12509"/>
                  </a:lnTo>
                  <a:lnTo>
                    <a:pt x="21336" y="12458"/>
                  </a:lnTo>
                  <a:lnTo>
                    <a:pt x="21577" y="11049"/>
                  </a:lnTo>
                  <a:lnTo>
                    <a:pt x="21424" y="7607"/>
                  </a:lnTo>
                  <a:lnTo>
                    <a:pt x="21209" y="6845"/>
                  </a:lnTo>
                  <a:lnTo>
                    <a:pt x="21894" y="6997"/>
                  </a:lnTo>
                  <a:lnTo>
                    <a:pt x="23368" y="6908"/>
                  </a:lnTo>
                  <a:lnTo>
                    <a:pt x="24841" y="6807"/>
                  </a:lnTo>
                  <a:lnTo>
                    <a:pt x="26022" y="6375"/>
                  </a:lnTo>
                  <a:close/>
                </a:path>
                <a:path w="41275" h="47625">
                  <a:moveTo>
                    <a:pt x="41173" y="24028"/>
                  </a:moveTo>
                  <a:lnTo>
                    <a:pt x="41122" y="23126"/>
                  </a:lnTo>
                  <a:lnTo>
                    <a:pt x="39916" y="22834"/>
                  </a:lnTo>
                  <a:lnTo>
                    <a:pt x="36957" y="23025"/>
                  </a:lnTo>
                  <a:lnTo>
                    <a:pt x="36258" y="23291"/>
                  </a:lnTo>
                  <a:lnTo>
                    <a:pt x="36410" y="22479"/>
                  </a:lnTo>
                  <a:lnTo>
                    <a:pt x="36322" y="20764"/>
                  </a:lnTo>
                  <a:lnTo>
                    <a:pt x="36233" y="19037"/>
                  </a:lnTo>
                  <a:lnTo>
                    <a:pt x="35864" y="17653"/>
                  </a:lnTo>
                  <a:lnTo>
                    <a:pt x="35090" y="17716"/>
                  </a:lnTo>
                  <a:lnTo>
                    <a:pt x="34848" y="19126"/>
                  </a:lnTo>
                  <a:lnTo>
                    <a:pt x="35001" y="22567"/>
                  </a:lnTo>
                  <a:lnTo>
                    <a:pt x="35204" y="23342"/>
                  </a:lnTo>
                  <a:lnTo>
                    <a:pt x="34569" y="23177"/>
                  </a:lnTo>
                  <a:lnTo>
                    <a:pt x="33083" y="23266"/>
                  </a:lnTo>
                  <a:lnTo>
                    <a:pt x="31610" y="23355"/>
                  </a:lnTo>
                  <a:lnTo>
                    <a:pt x="30429" y="23799"/>
                  </a:lnTo>
                  <a:lnTo>
                    <a:pt x="30467" y="24701"/>
                  </a:lnTo>
                  <a:lnTo>
                    <a:pt x="31686" y="24993"/>
                  </a:lnTo>
                  <a:lnTo>
                    <a:pt x="34632" y="24803"/>
                  </a:lnTo>
                  <a:lnTo>
                    <a:pt x="35293" y="24574"/>
                  </a:lnTo>
                  <a:lnTo>
                    <a:pt x="35153" y="25361"/>
                  </a:lnTo>
                  <a:lnTo>
                    <a:pt x="35242" y="27076"/>
                  </a:lnTo>
                  <a:lnTo>
                    <a:pt x="35331" y="28790"/>
                  </a:lnTo>
                  <a:lnTo>
                    <a:pt x="35699" y="30175"/>
                  </a:lnTo>
                  <a:lnTo>
                    <a:pt x="36474" y="30124"/>
                  </a:lnTo>
                  <a:lnTo>
                    <a:pt x="36715" y="28714"/>
                  </a:lnTo>
                  <a:lnTo>
                    <a:pt x="36563" y="25260"/>
                  </a:lnTo>
                  <a:lnTo>
                    <a:pt x="36347" y="24511"/>
                  </a:lnTo>
                  <a:lnTo>
                    <a:pt x="37033" y="24663"/>
                  </a:lnTo>
                  <a:lnTo>
                    <a:pt x="38506" y="24561"/>
                  </a:lnTo>
                  <a:lnTo>
                    <a:pt x="39979" y="24472"/>
                  </a:lnTo>
                  <a:lnTo>
                    <a:pt x="41173" y="240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7" name="object 1077" descr=""/>
            <p:cNvSpPr/>
            <p:nvPr/>
          </p:nvSpPr>
          <p:spPr>
            <a:xfrm>
              <a:off x="4128333" y="8293092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45799" y="26711"/>
                  </a:moveTo>
                  <a:lnTo>
                    <a:pt x="22899" y="53422"/>
                  </a:lnTo>
                  <a:lnTo>
                    <a:pt x="0" y="26711"/>
                  </a:lnTo>
                  <a:lnTo>
                    <a:pt x="22899" y="0"/>
                  </a:lnTo>
                  <a:lnTo>
                    <a:pt x="45799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8" name="object 1078" descr=""/>
            <p:cNvSpPr/>
            <p:nvPr/>
          </p:nvSpPr>
          <p:spPr>
            <a:xfrm>
              <a:off x="5349674" y="6756645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9" name="object 1079" descr=""/>
            <p:cNvSpPr/>
            <p:nvPr/>
          </p:nvSpPr>
          <p:spPr>
            <a:xfrm>
              <a:off x="5351856" y="6759390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55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38" y="20751"/>
                  </a:lnTo>
                  <a:lnTo>
                    <a:pt x="4762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60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82" y="6134"/>
                  </a:moveTo>
                  <a:lnTo>
                    <a:pt x="24688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59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37" y="12458"/>
                  </a:lnTo>
                  <a:lnTo>
                    <a:pt x="20599" y="12509"/>
                  </a:lnTo>
                  <a:lnTo>
                    <a:pt x="20980" y="11137"/>
                  </a:lnTo>
                  <a:lnTo>
                    <a:pt x="21069" y="9410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25" y="7327"/>
                  </a:lnTo>
                  <a:lnTo>
                    <a:pt x="25831" y="7035"/>
                  </a:lnTo>
                  <a:lnTo>
                    <a:pt x="25882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58" y="36283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87" y="40081"/>
                  </a:lnTo>
                  <a:lnTo>
                    <a:pt x="15468" y="40373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33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41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18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28" y="29870"/>
                  </a:lnTo>
                  <a:lnTo>
                    <a:pt x="35890" y="29921"/>
                  </a:lnTo>
                  <a:lnTo>
                    <a:pt x="36271" y="28549"/>
                  </a:lnTo>
                  <a:lnTo>
                    <a:pt x="36347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47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0" name="object 1080" descr=""/>
            <p:cNvSpPr/>
            <p:nvPr/>
          </p:nvSpPr>
          <p:spPr>
            <a:xfrm>
              <a:off x="5327034" y="679217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1" name="object 1081" descr=""/>
            <p:cNvSpPr/>
            <p:nvPr/>
          </p:nvSpPr>
          <p:spPr>
            <a:xfrm>
              <a:off x="5329212" y="679491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37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38" y="23139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45" y="7696"/>
                  </a:lnTo>
                  <a:lnTo>
                    <a:pt x="21005" y="6908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34" y="40271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43" y="41744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50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23"/>
                  </a:lnTo>
                  <a:lnTo>
                    <a:pt x="36385" y="23088"/>
                  </a:lnTo>
                  <a:lnTo>
                    <a:pt x="36588" y="22326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31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2" name="object 1082" descr=""/>
            <p:cNvSpPr/>
            <p:nvPr/>
          </p:nvSpPr>
          <p:spPr>
            <a:xfrm>
              <a:off x="5279911" y="679217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3" name="object 1083" descr=""/>
            <p:cNvSpPr/>
            <p:nvPr/>
          </p:nvSpPr>
          <p:spPr>
            <a:xfrm>
              <a:off x="5282095" y="679491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65"/>
                  </a:lnTo>
                  <a:lnTo>
                    <a:pt x="4927" y="19037"/>
                  </a:lnTo>
                  <a:lnTo>
                    <a:pt x="4838" y="20764"/>
                  </a:lnTo>
                  <a:lnTo>
                    <a:pt x="4762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39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297" y="4914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40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792" y="6908"/>
                  </a:lnTo>
                  <a:lnTo>
                    <a:pt x="19265" y="6997"/>
                  </a:lnTo>
                  <a:lnTo>
                    <a:pt x="19951" y="6832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24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56" y="9423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75" y="40093"/>
                  </a:lnTo>
                  <a:lnTo>
                    <a:pt x="15468" y="40386"/>
                  </a:lnTo>
                  <a:lnTo>
                    <a:pt x="15417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50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58" y="28549"/>
                  </a:lnTo>
                  <a:lnTo>
                    <a:pt x="36347" y="26835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4" name="object 1084" descr=""/>
            <p:cNvSpPr/>
            <p:nvPr/>
          </p:nvSpPr>
          <p:spPr>
            <a:xfrm>
              <a:off x="5372833" y="6792170"/>
              <a:ext cx="29845" cy="53975"/>
            </a:xfrm>
            <a:custGeom>
              <a:avLst/>
              <a:gdLst/>
              <a:ahLst/>
              <a:cxnLst/>
              <a:rect l="l" t="t" r="r" b="b"/>
              <a:pathLst>
                <a:path w="29845" h="53975">
                  <a:moveTo>
                    <a:pt x="0" y="26711"/>
                  </a:moveTo>
                  <a:lnTo>
                    <a:pt x="22899" y="53422"/>
                  </a:lnTo>
                  <a:lnTo>
                    <a:pt x="29745" y="45437"/>
                  </a:lnTo>
                </a:path>
                <a:path w="29845" h="53975">
                  <a:moveTo>
                    <a:pt x="29745" y="7985"/>
                  </a:moveTo>
                  <a:lnTo>
                    <a:pt x="22899" y="0"/>
                  </a:lnTo>
                  <a:lnTo>
                    <a:pt x="0" y="26711"/>
                  </a:lnTo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5" name="object 1085" descr=""/>
            <p:cNvSpPr/>
            <p:nvPr/>
          </p:nvSpPr>
          <p:spPr>
            <a:xfrm>
              <a:off x="5375008" y="6794912"/>
              <a:ext cx="26670" cy="47625"/>
            </a:xfrm>
            <a:custGeom>
              <a:avLst/>
              <a:gdLst/>
              <a:ahLst/>
              <a:cxnLst/>
              <a:rect l="l" t="t" r="r" b="b"/>
              <a:pathLst>
                <a:path w="26670" h="47625">
                  <a:moveTo>
                    <a:pt x="10744" y="23799"/>
                  </a:moveTo>
                  <a:lnTo>
                    <a:pt x="9563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37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39"/>
                  </a:lnTo>
                  <a:lnTo>
                    <a:pt x="0" y="24028"/>
                  </a:lnTo>
                  <a:lnTo>
                    <a:pt x="1193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19" y="25361"/>
                  </a:lnTo>
                  <a:lnTo>
                    <a:pt x="5867" y="24574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26670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28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60"/>
                  </a:lnTo>
                  <a:lnTo>
                    <a:pt x="21209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51" y="6375"/>
                  </a:lnTo>
                  <a:lnTo>
                    <a:pt x="16332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93" y="11137"/>
                  </a:lnTo>
                  <a:lnTo>
                    <a:pt x="21069" y="9423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78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26670" h="47625">
                  <a:moveTo>
                    <a:pt x="26174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46" y="40271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97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50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17" y="42240"/>
                  </a:lnTo>
                  <a:lnTo>
                    <a:pt x="26123" y="41948"/>
                  </a:lnTo>
                  <a:lnTo>
                    <a:pt x="26174" y="41046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6" name="object 1086" descr=""/>
            <p:cNvSpPr/>
            <p:nvPr/>
          </p:nvSpPr>
          <p:spPr>
            <a:xfrm>
              <a:off x="5303158" y="6756645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7" name="object 1087" descr=""/>
            <p:cNvSpPr/>
            <p:nvPr/>
          </p:nvSpPr>
          <p:spPr>
            <a:xfrm>
              <a:off x="5305336" y="6759390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55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51"/>
                  </a:lnTo>
                  <a:lnTo>
                    <a:pt x="4762" y="22479"/>
                  </a:lnTo>
                  <a:lnTo>
                    <a:pt x="4889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60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34"/>
                  </a:moveTo>
                  <a:lnTo>
                    <a:pt x="24701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59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32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09"/>
                  </a:lnTo>
                  <a:lnTo>
                    <a:pt x="20980" y="11137"/>
                  </a:lnTo>
                  <a:lnTo>
                    <a:pt x="21069" y="9410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66" y="7150"/>
                  </a:lnTo>
                  <a:lnTo>
                    <a:pt x="24625" y="7327"/>
                  </a:lnTo>
                  <a:lnTo>
                    <a:pt x="25844" y="7035"/>
                  </a:lnTo>
                  <a:lnTo>
                    <a:pt x="25882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83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34" y="40271"/>
                  </a:lnTo>
                  <a:lnTo>
                    <a:pt x="16687" y="40081"/>
                  </a:lnTo>
                  <a:lnTo>
                    <a:pt x="15468" y="40373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33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31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71" y="28549"/>
                  </a:lnTo>
                  <a:lnTo>
                    <a:pt x="36360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47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8" name="object 1088" descr=""/>
            <p:cNvSpPr/>
            <p:nvPr/>
          </p:nvSpPr>
          <p:spPr>
            <a:xfrm>
              <a:off x="5256640" y="6756645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9" name="object 1089" descr=""/>
            <p:cNvSpPr/>
            <p:nvPr/>
          </p:nvSpPr>
          <p:spPr>
            <a:xfrm>
              <a:off x="5258816" y="6759390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55"/>
                  </a:lnTo>
                  <a:lnTo>
                    <a:pt x="8089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51"/>
                  </a:lnTo>
                  <a:lnTo>
                    <a:pt x="4762" y="22479"/>
                  </a:lnTo>
                  <a:lnTo>
                    <a:pt x="4889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26"/>
                  </a:lnTo>
                  <a:lnTo>
                    <a:pt x="0" y="24028"/>
                  </a:lnTo>
                  <a:lnTo>
                    <a:pt x="1193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60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19" y="25361"/>
                  </a:lnTo>
                  <a:lnTo>
                    <a:pt x="5867" y="24574"/>
                  </a:lnTo>
                  <a:lnTo>
                    <a:pt x="6540" y="24803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34"/>
                  </a:moveTo>
                  <a:lnTo>
                    <a:pt x="24701" y="5702"/>
                  </a:lnTo>
                  <a:lnTo>
                    <a:pt x="23228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59"/>
                  </a:lnTo>
                  <a:lnTo>
                    <a:pt x="16408" y="5181"/>
                  </a:lnTo>
                  <a:lnTo>
                    <a:pt x="15189" y="5473"/>
                  </a:lnTo>
                  <a:lnTo>
                    <a:pt x="15151" y="6375"/>
                  </a:lnTo>
                  <a:lnTo>
                    <a:pt x="16332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09"/>
                  </a:lnTo>
                  <a:lnTo>
                    <a:pt x="20993" y="11137"/>
                  </a:lnTo>
                  <a:lnTo>
                    <a:pt x="21069" y="9410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78" y="7150"/>
                  </a:lnTo>
                  <a:lnTo>
                    <a:pt x="24625" y="7327"/>
                  </a:lnTo>
                  <a:lnTo>
                    <a:pt x="25844" y="7035"/>
                  </a:lnTo>
                  <a:lnTo>
                    <a:pt x="25882" y="6134"/>
                  </a:lnTo>
                  <a:close/>
                </a:path>
                <a:path w="41275" h="47625">
                  <a:moveTo>
                    <a:pt x="26174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83"/>
                  </a:lnTo>
                  <a:lnTo>
                    <a:pt x="20281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46" y="40271"/>
                  </a:lnTo>
                  <a:lnTo>
                    <a:pt x="16687" y="40081"/>
                  </a:lnTo>
                  <a:lnTo>
                    <a:pt x="15468" y="40373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97" y="41808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17" y="42240"/>
                  </a:lnTo>
                  <a:lnTo>
                    <a:pt x="26123" y="41948"/>
                  </a:lnTo>
                  <a:lnTo>
                    <a:pt x="26174" y="41046"/>
                  </a:lnTo>
                  <a:close/>
                </a:path>
                <a:path w="41275" h="47625">
                  <a:moveTo>
                    <a:pt x="41173" y="23558"/>
                  </a:moveTo>
                  <a:lnTo>
                    <a:pt x="39992" y="23114"/>
                  </a:lnTo>
                  <a:lnTo>
                    <a:pt x="38506" y="23012"/>
                  </a:lnTo>
                  <a:lnTo>
                    <a:pt x="37033" y="22923"/>
                  </a:lnTo>
                  <a:lnTo>
                    <a:pt x="36385" y="23088"/>
                  </a:lnTo>
                  <a:lnTo>
                    <a:pt x="36601" y="22313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80" y="20510"/>
                  </a:lnTo>
                  <a:lnTo>
                    <a:pt x="35191" y="22225"/>
                  </a:lnTo>
                  <a:lnTo>
                    <a:pt x="35331" y="23037"/>
                  </a:lnTo>
                  <a:lnTo>
                    <a:pt x="34645" y="22783"/>
                  </a:lnTo>
                  <a:lnTo>
                    <a:pt x="31686" y="22593"/>
                  </a:lnTo>
                  <a:lnTo>
                    <a:pt x="30480" y="22885"/>
                  </a:lnTo>
                  <a:lnTo>
                    <a:pt x="30429" y="23787"/>
                  </a:lnTo>
                  <a:lnTo>
                    <a:pt x="31610" y="24218"/>
                  </a:lnTo>
                  <a:lnTo>
                    <a:pt x="33096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86" y="28460"/>
                  </a:lnTo>
                  <a:lnTo>
                    <a:pt x="35128" y="29870"/>
                  </a:lnTo>
                  <a:lnTo>
                    <a:pt x="35902" y="29921"/>
                  </a:lnTo>
                  <a:lnTo>
                    <a:pt x="36271" y="28549"/>
                  </a:lnTo>
                  <a:lnTo>
                    <a:pt x="36360" y="26822"/>
                  </a:lnTo>
                  <a:lnTo>
                    <a:pt x="36436" y="25107"/>
                  </a:lnTo>
                  <a:lnTo>
                    <a:pt x="36296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47"/>
                  </a:lnTo>
                  <a:lnTo>
                    <a:pt x="41173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0" name="object 1090" descr=""/>
            <p:cNvSpPr/>
            <p:nvPr/>
          </p:nvSpPr>
          <p:spPr>
            <a:xfrm>
              <a:off x="5349674" y="668356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1" name="object 1091" descr=""/>
            <p:cNvSpPr/>
            <p:nvPr/>
          </p:nvSpPr>
          <p:spPr>
            <a:xfrm>
              <a:off x="5351856" y="6686314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55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38" y="20751"/>
                  </a:lnTo>
                  <a:lnTo>
                    <a:pt x="4762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60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82" y="6134"/>
                  </a:moveTo>
                  <a:lnTo>
                    <a:pt x="24688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59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37" y="12458"/>
                  </a:lnTo>
                  <a:lnTo>
                    <a:pt x="20599" y="12509"/>
                  </a:lnTo>
                  <a:lnTo>
                    <a:pt x="20980" y="11137"/>
                  </a:lnTo>
                  <a:lnTo>
                    <a:pt x="21069" y="9410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25" y="7327"/>
                  </a:lnTo>
                  <a:lnTo>
                    <a:pt x="25831" y="7035"/>
                  </a:lnTo>
                  <a:lnTo>
                    <a:pt x="25882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58" y="36283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87" y="40081"/>
                  </a:lnTo>
                  <a:lnTo>
                    <a:pt x="15468" y="40386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45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33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18" y="23037"/>
                  </a:lnTo>
                  <a:lnTo>
                    <a:pt x="34632" y="22771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28" y="29870"/>
                  </a:lnTo>
                  <a:lnTo>
                    <a:pt x="35890" y="29921"/>
                  </a:lnTo>
                  <a:lnTo>
                    <a:pt x="36271" y="28549"/>
                  </a:lnTo>
                  <a:lnTo>
                    <a:pt x="36347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39"/>
                  </a:lnTo>
                  <a:lnTo>
                    <a:pt x="41122" y="24447"/>
                  </a:lnTo>
                  <a:lnTo>
                    <a:pt x="41160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2" name="object 1092" descr=""/>
            <p:cNvSpPr/>
            <p:nvPr/>
          </p:nvSpPr>
          <p:spPr>
            <a:xfrm>
              <a:off x="5327034" y="6719093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3" name="object 1093" descr=""/>
            <p:cNvSpPr/>
            <p:nvPr/>
          </p:nvSpPr>
          <p:spPr>
            <a:xfrm>
              <a:off x="5329212" y="6721836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37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38" y="23139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45" y="7696"/>
                  </a:lnTo>
                  <a:lnTo>
                    <a:pt x="21005" y="6908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34" y="40271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43" y="41744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50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23"/>
                  </a:lnTo>
                  <a:lnTo>
                    <a:pt x="36385" y="23088"/>
                  </a:lnTo>
                  <a:lnTo>
                    <a:pt x="36588" y="22326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31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4" name="object 1094" descr=""/>
            <p:cNvSpPr/>
            <p:nvPr/>
          </p:nvSpPr>
          <p:spPr>
            <a:xfrm>
              <a:off x="5279911" y="6719093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5" name="object 1095" descr=""/>
            <p:cNvSpPr/>
            <p:nvPr/>
          </p:nvSpPr>
          <p:spPr>
            <a:xfrm>
              <a:off x="5282095" y="6721836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65"/>
                  </a:lnTo>
                  <a:lnTo>
                    <a:pt x="4927" y="19037"/>
                  </a:lnTo>
                  <a:lnTo>
                    <a:pt x="4838" y="20764"/>
                  </a:lnTo>
                  <a:lnTo>
                    <a:pt x="4762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39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74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297" y="4914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40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792" y="6908"/>
                  </a:lnTo>
                  <a:lnTo>
                    <a:pt x="19265" y="6997"/>
                  </a:lnTo>
                  <a:lnTo>
                    <a:pt x="19951" y="6832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24" y="12458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56" y="9423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75" y="40093"/>
                  </a:lnTo>
                  <a:lnTo>
                    <a:pt x="15468" y="40386"/>
                  </a:lnTo>
                  <a:lnTo>
                    <a:pt x="15417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50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58" y="28549"/>
                  </a:lnTo>
                  <a:lnTo>
                    <a:pt x="36347" y="26835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6" name="object 1096" descr=""/>
            <p:cNvSpPr/>
            <p:nvPr/>
          </p:nvSpPr>
          <p:spPr>
            <a:xfrm>
              <a:off x="5372833" y="6719093"/>
              <a:ext cx="29845" cy="53975"/>
            </a:xfrm>
            <a:custGeom>
              <a:avLst/>
              <a:gdLst/>
              <a:ahLst/>
              <a:cxnLst/>
              <a:rect l="l" t="t" r="r" b="b"/>
              <a:pathLst>
                <a:path w="29845" h="53975">
                  <a:moveTo>
                    <a:pt x="0" y="26711"/>
                  </a:moveTo>
                  <a:lnTo>
                    <a:pt x="22899" y="53422"/>
                  </a:lnTo>
                  <a:lnTo>
                    <a:pt x="29745" y="45437"/>
                  </a:lnTo>
                </a:path>
                <a:path w="29845" h="53975">
                  <a:moveTo>
                    <a:pt x="29745" y="7985"/>
                  </a:moveTo>
                  <a:lnTo>
                    <a:pt x="22899" y="0"/>
                  </a:lnTo>
                  <a:lnTo>
                    <a:pt x="0" y="26711"/>
                  </a:lnTo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7" name="object 1097" descr=""/>
            <p:cNvSpPr/>
            <p:nvPr/>
          </p:nvSpPr>
          <p:spPr>
            <a:xfrm>
              <a:off x="5375008" y="6721836"/>
              <a:ext cx="26670" cy="47625"/>
            </a:xfrm>
            <a:custGeom>
              <a:avLst/>
              <a:gdLst/>
              <a:ahLst/>
              <a:cxnLst/>
              <a:rect l="l" t="t" r="r" b="b"/>
              <a:pathLst>
                <a:path w="26670" h="47625">
                  <a:moveTo>
                    <a:pt x="10744" y="23799"/>
                  </a:moveTo>
                  <a:lnTo>
                    <a:pt x="9563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37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39"/>
                  </a:lnTo>
                  <a:lnTo>
                    <a:pt x="0" y="24028"/>
                  </a:lnTo>
                  <a:lnTo>
                    <a:pt x="1193" y="24472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19" y="25361"/>
                  </a:lnTo>
                  <a:lnTo>
                    <a:pt x="5867" y="24574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26670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28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60"/>
                  </a:lnTo>
                  <a:lnTo>
                    <a:pt x="21209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51" y="6375"/>
                  </a:lnTo>
                  <a:lnTo>
                    <a:pt x="16332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22"/>
                  </a:lnTo>
                  <a:lnTo>
                    <a:pt x="20993" y="11137"/>
                  </a:lnTo>
                  <a:lnTo>
                    <a:pt x="21069" y="9423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78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26670" h="47625">
                  <a:moveTo>
                    <a:pt x="26174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46" y="40271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97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50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17" y="42240"/>
                  </a:lnTo>
                  <a:lnTo>
                    <a:pt x="26123" y="41948"/>
                  </a:lnTo>
                  <a:lnTo>
                    <a:pt x="26174" y="41046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8" name="object 1098" descr=""/>
            <p:cNvSpPr/>
            <p:nvPr/>
          </p:nvSpPr>
          <p:spPr>
            <a:xfrm>
              <a:off x="5303158" y="668356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9" name="object 1099" descr=""/>
            <p:cNvSpPr/>
            <p:nvPr/>
          </p:nvSpPr>
          <p:spPr>
            <a:xfrm>
              <a:off x="5305336" y="6686314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55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51"/>
                  </a:lnTo>
                  <a:lnTo>
                    <a:pt x="4762" y="22479"/>
                  </a:lnTo>
                  <a:lnTo>
                    <a:pt x="4889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60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34"/>
                  </a:moveTo>
                  <a:lnTo>
                    <a:pt x="24701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59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32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09"/>
                  </a:lnTo>
                  <a:lnTo>
                    <a:pt x="20980" y="11137"/>
                  </a:lnTo>
                  <a:lnTo>
                    <a:pt x="21069" y="9410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66" y="7150"/>
                  </a:lnTo>
                  <a:lnTo>
                    <a:pt x="24625" y="7327"/>
                  </a:lnTo>
                  <a:lnTo>
                    <a:pt x="25844" y="7035"/>
                  </a:lnTo>
                  <a:lnTo>
                    <a:pt x="25882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83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34" y="40271"/>
                  </a:lnTo>
                  <a:lnTo>
                    <a:pt x="16687" y="40081"/>
                  </a:lnTo>
                  <a:lnTo>
                    <a:pt x="15468" y="40386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45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33" y="22923"/>
                  </a:lnTo>
                  <a:lnTo>
                    <a:pt x="36385" y="23088"/>
                  </a:lnTo>
                  <a:lnTo>
                    <a:pt x="36588" y="22326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31" y="23037"/>
                  </a:lnTo>
                  <a:lnTo>
                    <a:pt x="34632" y="22771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71" y="28549"/>
                  </a:lnTo>
                  <a:lnTo>
                    <a:pt x="36360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39"/>
                  </a:lnTo>
                  <a:lnTo>
                    <a:pt x="41122" y="24447"/>
                  </a:lnTo>
                  <a:lnTo>
                    <a:pt x="41160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0" name="object 1100" descr=""/>
            <p:cNvSpPr/>
            <p:nvPr/>
          </p:nvSpPr>
          <p:spPr>
            <a:xfrm>
              <a:off x="5256640" y="668356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1" name="object 1101" descr=""/>
            <p:cNvSpPr/>
            <p:nvPr/>
          </p:nvSpPr>
          <p:spPr>
            <a:xfrm>
              <a:off x="5258816" y="6686314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55"/>
                  </a:lnTo>
                  <a:lnTo>
                    <a:pt x="8089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51"/>
                  </a:lnTo>
                  <a:lnTo>
                    <a:pt x="4762" y="22479"/>
                  </a:lnTo>
                  <a:lnTo>
                    <a:pt x="4889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26"/>
                  </a:lnTo>
                  <a:lnTo>
                    <a:pt x="0" y="24028"/>
                  </a:lnTo>
                  <a:lnTo>
                    <a:pt x="1193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60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19" y="25361"/>
                  </a:lnTo>
                  <a:lnTo>
                    <a:pt x="5867" y="24574"/>
                  </a:lnTo>
                  <a:lnTo>
                    <a:pt x="6540" y="24803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34"/>
                  </a:moveTo>
                  <a:lnTo>
                    <a:pt x="24701" y="5702"/>
                  </a:lnTo>
                  <a:lnTo>
                    <a:pt x="23228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59"/>
                  </a:lnTo>
                  <a:lnTo>
                    <a:pt x="16408" y="5181"/>
                  </a:lnTo>
                  <a:lnTo>
                    <a:pt x="15189" y="5473"/>
                  </a:lnTo>
                  <a:lnTo>
                    <a:pt x="15151" y="6375"/>
                  </a:lnTo>
                  <a:lnTo>
                    <a:pt x="16332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09"/>
                  </a:lnTo>
                  <a:lnTo>
                    <a:pt x="20993" y="11137"/>
                  </a:lnTo>
                  <a:lnTo>
                    <a:pt x="21069" y="9410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78" y="7150"/>
                  </a:lnTo>
                  <a:lnTo>
                    <a:pt x="24625" y="7327"/>
                  </a:lnTo>
                  <a:lnTo>
                    <a:pt x="25844" y="7035"/>
                  </a:lnTo>
                  <a:lnTo>
                    <a:pt x="25882" y="6134"/>
                  </a:lnTo>
                  <a:close/>
                </a:path>
                <a:path w="41275" h="47625">
                  <a:moveTo>
                    <a:pt x="26174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83"/>
                  </a:lnTo>
                  <a:lnTo>
                    <a:pt x="20281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46" y="40271"/>
                  </a:lnTo>
                  <a:lnTo>
                    <a:pt x="16687" y="40081"/>
                  </a:lnTo>
                  <a:lnTo>
                    <a:pt x="15468" y="40386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97" y="41808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17" y="42240"/>
                  </a:lnTo>
                  <a:lnTo>
                    <a:pt x="26123" y="41948"/>
                  </a:lnTo>
                  <a:lnTo>
                    <a:pt x="26174" y="41046"/>
                  </a:lnTo>
                  <a:close/>
                </a:path>
                <a:path w="41275" h="47625">
                  <a:moveTo>
                    <a:pt x="41173" y="23545"/>
                  </a:moveTo>
                  <a:lnTo>
                    <a:pt x="39992" y="23114"/>
                  </a:lnTo>
                  <a:lnTo>
                    <a:pt x="38506" y="23012"/>
                  </a:lnTo>
                  <a:lnTo>
                    <a:pt x="37033" y="22923"/>
                  </a:lnTo>
                  <a:lnTo>
                    <a:pt x="36385" y="23088"/>
                  </a:lnTo>
                  <a:lnTo>
                    <a:pt x="36601" y="22326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80" y="20510"/>
                  </a:lnTo>
                  <a:lnTo>
                    <a:pt x="35191" y="22225"/>
                  </a:lnTo>
                  <a:lnTo>
                    <a:pt x="35331" y="23037"/>
                  </a:lnTo>
                  <a:lnTo>
                    <a:pt x="34645" y="22771"/>
                  </a:lnTo>
                  <a:lnTo>
                    <a:pt x="31686" y="22593"/>
                  </a:lnTo>
                  <a:lnTo>
                    <a:pt x="30480" y="22885"/>
                  </a:lnTo>
                  <a:lnTo>
                    <a:pt x="30429" y="23787"/>
                  </a:lnTo>
                  <a:lnTo>
                    <a:pt x="31610" y="24218"/>
                  </a:lnTo>
                  <a:lnTo>
                    <a:pt x="33096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86" y="28460"/>
                  </a:lnTo>
                  <a:lnTo>
                    <a:pt x="35128" y="29870"/>
                  </a:lnTo>
                  <a:lnTo>
                    <a:pt x="35902" y="29921"/>
                  </a:lnTo>
                  <a:lnTo>
                    <a:pt x="36271" y="28549"/>
                  </a:lnTo>
                  <a:lnTo>
                    <a:pt x="36360" y="26822"/>
                  </a:lnTo>
                  <a:lnTo>
                    <a:pt x="36436" y="25107"/>
                  </a:lnTo>
                  <a:lnTo>
                    <a:pt x="36296" y="24320"/>
                  </a:lnTo>
                  <a:lnTo>
                    <a:pt x="36957" y="24561"/>
                  </a:lnTo>
                  <a:lnTo>
                    <a:pt x="39916" y="24739"/>
                  </a:lnTo>
                  <a:lnTo>
                    <a:pt x="41122" y="24447"/>
                  </a:lnTo>
                  <a:lnTo>
                    <a:pt x="41173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2" name="object 1102" descr=""/>
            <p:cNvSpPr/>
            <p:nvPr/>
          </p:nvSpPr>
          <p:spPr>
            <a:xfrm>
              <a:off x="5206081" y="6756645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3" name="object 1103" descr=""/>
            <p:cNvSpPr/>
            <p:nvPr/>
          </p:nvSpPr>
          <p:spPr>
            <a:xfrm>
              <a:off x="5208257" y="6759390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55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51"/>
                  </a:lnTo>
                  <a:lnTo>
                    <a:pt x="4762" y="22479"/>
                  </a:lnTo>
                  <a:lnTo>
                    <a:pt x="4889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60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34"/>
                  </a:moveTo>
                  <a:lnTo>
                    <a:pt x="24701" y="5702"/>
                  </a:lnTo>
                  <a:lnTo>
                    <a:pt x="23228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59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32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09"/>
                  </a:lnTo>
                  <a:lnTo>
                    <a:pt x="20980" y="11137"/>
                  </a:lnTo>
                  <a:lnTo>
                    <a:pt x="21069" y="9410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66" y="7150"/>
                  </a:lnTo>
                  <a:lnTo>
                    <a:pt x="24625" y="7327"/>
                  </a:lnTo>
                  <a:lnTo>
                    <a:pt x="25844" y="7035"/>
                  </a:lnTo>
                  <a:lnTo>
                    <a:pt x="25882" y="6134"/>
                  </a:lnTo>
                  <a:close/>
                </a:path>
                <a:path w="41275" h="47625">
                  <a:moveTo>
                    <a:pt x="26174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83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34" y="40271"/>
                  </a:lnTo>
                  <a:lnTo>
                    <a:pt x="16687" y="40081"/>
                  </a:lnTo>
                  <a:lnTo>
                    <a:pt x="15468" y="40373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17" y="42240"/>
                  </a:lnTo>
                  <a:lnTo>
                    <a:pt x="26123" y="41948"/>
                  </a:lnTo>
                  <a:lnTo>
                    <a:pt x="26174" y="41046"/>
                  </a:lnTo>
                  <a:close/>
                </a:path>
                <a:path w="41275" h="47625">
                  <a:moveTo>
                    <a:pt x="41173" y="23558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33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80" y="20510"/>
                  </a:lnTo>
                  <a:lnTo>
                    <a:pt x="35191" y="22225"/>
                  </a:lnTo>
                  <a:lnTo>
                    <a:pt x="35331" y="23037"/>
                  </a:lnTo>
                  <a:lnTo>
                    <a:pt x="34645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18"/>
                  </a:lnTo>
                  <a:lnTo>
                    <a:pt x="33096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71" y="28549"/>
                  </a:lnTo>
                  <a:lnTo>
                    <a:pt x="36360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47"/>
                  </a:lnTo>
                  <a:lnTo>
                    <a:pt x="41173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4" name="object 1104" descr=""/>
            <p:cNvSpPr/>
            <p:nvPr/>
          </p:nvSpPr>
          <p:spPr>
            <a:xfrm>
              <a:off x="5183439" y="679217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5" name="object 1105" descr=""/>
            <p:cNvSpPr/>
            <p:nvPr/>
          </p:nvSpPr>
          <p:spPr>
            <a:xfrm>
              <a:off x="5185626" y="679491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591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65"/>
                  </a:lnTo>
                  <a:lnTo>
                    <a:pt x="4927" y="19037"/>
                  </a:lnTo>
                  <a:lnTo>
                    <a:pt x="4838" y="20764"/>
                  </a:lnTo>
                  <a:lnTo>
                    <a:pt x="4749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44" y="22834"/>
                  </a:lnTo>
                  <a:lnTo>
                    <a:pt x="38" y="23139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29" y="5511"/>
                  </a:lnTo>
                  <a:lnTo>
                    <a:pt x="21082" y="5676"/>
                  </a:lnTo>
                  <a:lnTo>
                    <a:pt x="21297" y="4914"/>
                  </a:lnTo>
                  <a:lnTo>
                    <a:pt x="21450" y="1460"/>
                  </a:lnTo>
                  <a:lnTo>
                    <a:pt x="21209" y="50"/>
                  </a:lnTo>
                  <a:lnTo>
                    <a:pt x="20434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27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792" y="6908"/>
                  </a:lnTo>
                  <a:lnTo>
                    <a:pt x="19265" y="6997"/>
                  </a:lnTo>
                  <a:lnTo>
                    <a:pt x="19939" y="6845"/>
                  </a:lnTo>
                  <a:lnTo>
                    <a:pt x="19735" y="7607"/>
                  </a:lnTo>
                  <a:lnTo>
                    <a:pt x="19583" y="11049"/>
                  </a:lnTo>
                  <a:lnTo>
                    <a:pt x="19824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56" y="9423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495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75" y="40093"/>
                  </a:lnTo>
                  <a:lnTo>
                    <a:pt x="15455" y="40386"/>
                  </a:lnTo>
                  <a:lnTo>
                    <a:pt x="15417" y="41287"/>
                  </a:lnTo>
                  <a:lnTo>
                    <a:pt x="16598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44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50"/>
                  </a:lnTo>
                  <a:lnTo>
                    <a:pt x="21348" y="44323"/>
                  </a:lnTo>
                  <a:lnTo>
                    <a:pt x="21424" y="42608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40"/>
                  </a:lnTo>
                  <a:lnTo>
                    <a:pt x="26111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493" y="23025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44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597" y="24231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58" y="28549"/>
                  </a:lnTo>
                  <a:lnTo>
                    <a:pt x="36347" y="26835"/>
                  </a:lnTo>
                  <a:lnTo>
                    <a:pt x="36423" y="25107"/>
                  </a:lnTo>
                  <a:lnTo>
                    <a:pt x="36283" y="24320"/>
                  </a:lnTo>
                  <a:lnTo>
                    <a:pt x="36944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6" name="object 1106" descr=""/>
            <p:cNvSpPr/>
            <p:nvPr/>
          </p:nvSpPr>
          <p:spPr>
            <a:xfrm>
              <a:off x="5136316" y="679217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7" name="object 1107" descr=""/>
            <p:cNvSpPr/>
            <p:nvPr/>
          </p:nvSpPr>
          <p:spPr>
            <a:xfrm>
              <a:off x="5153926" y="6794912"/>
              <a:ext cx="55880" cy="47625"/>
            </a:xfrm>
            <a:custGeom>
              <a:avLst/>
              <a:gdLst/>
              <a:ahLst/>
              <a:cxnLst/>
              <a:rect l="l" t="t" r="r" b="b"/>
              <a:pathLst>
                <a:path w="55879" h="47625">
                  <a:moveTo>
                    <a:pt x="10452" y="5511"/>
                  </a:moveTo>
                  <a:lnTo>
                    <a:pt x="6032" y="5511"/>
                  </a:lnTo>
                  <a:lnTo>
                    <a:pt x="6032" y="0"/>
                  </a:lnTo>
                  <a:lnTo>
                    <a:pt x="5321" y="0"/>
                  </a:lnTo>
                  <a:lnTo>
                    <a:pt x="5321" y="12522"/>
                  </a:lnTo>
                  <a:lnTo>
                    <a:pt x="5715" y="12522"/>
                  </a:lnTo>
                  <a:lnTo>
                    <a:pt x="5715" y="7340"/>
                  </a:lnTo>
                  <a:lnTo>
                    <a:pt x="10452" y="7340"/>
                  </a:lnTo>
                  <a:lnTo>
                    <a:pt x="10452" y="5511"/>
                  </a:lnTo>
                  <a:close/>
                </a:path>
                <a:path w="55879" h="47625">
                  <a:moveTo>
                    <a:pt x="25730" y="23558"/>
                  </a:moveTo>
                  <a:lnTo>
                    <a:pt x="24549" y="23114"/>
                  </a:lnTo>
                  <a:lnTo>
                    <a:pt x="23075" y="23025"/>
                  </a:lnTo>
                  <a:lnTo>
                    <a:pt x="21602" y="22923"/>
                  </a:lnTo>
                  <a:lnTo>
                    <a:pt x="20955" y="23088"/>
                  </a:lnTo>
                  <a:lnTo>
                    <a:pt x="21158" y="22326"/>
                  </a:lnTo>
                  <a:lnTo>
                    <a:pt x="21323" y="18872"/>
                  </a:lnTo>
                  <a:lnTo>
                    <a:pt x="21082" y="17462"/>
                  </a:lnTo>
                  <a:lnTo>
                    <a:pt x="20307" y="17411"/>
                  </a:lnTo>
                  <a:lnTo>
                    <a:pt x="19926" y="18796"/>
                  </a:lnTo>
                  <a:lnTo>
                    <a:pt x="19837" y="20510"/>
                  </a:lnTo>
                  <a:lnTo>
                    <a:pt x="19761" y="22225"/>
                  </a:lnTo>
                  <a:lnTo>
                    <a:pt x="19900" y="23050"/>
                  </a:lnTo>
                  <a:lnTo>
                    <a:pt x="19202" y="22783"/>
                  </a:lnTo>
                  <a:lnTo>
                    <a:pt x="16256" y="22593"/>
                  </a:lnTo>
                  <a:lnTo>
                    <a:pt x="15036" y="22885"/>
                  </a:lnTo>
                  <a:lnTo>
                    <a:pt x="14998" y="23787"/>
                  </a:lnTo>
                  <a:lnTo>
                    <a:pt x="16179" y="24231"/>
                  </a:lnTo>
                  <a:lnTo>
                    <a:pt x="17653" y="24320"/>
                  </a:lnTo>
                  <a:lnTo>
                    <a:pt x="19126" y="24409"/>
                  </a:lnTo>
                  <a:lnTo>
                    <a:pt x="19812" y="24244"/>
                  </a:lnTo>
                  <a:lnTo>
                    <a:pt x="19608" y="25019"/>
                  </a:lnTo>
                  <a:lnTo>
                    <a:pt x="19443" y="28460"/>
                  </a:lnTo>
                  <a:lnTo>
                    <a:pt x="19685" y="29883"/>
                  </a:lnTo>
                  <a:lnTo>
                    <a:pt x="20459" y="29933"/>
                  </a:lnTo>
                  <a:lnTo>
                    <a:pt x="20840" y="28549"/>
                  </a:lnTo>
                  <a:lnTo>
                    <a:pt x="20916" y="26835"/>
                  </a:lnTo>
                  <a:lnTo>
                    <a:pt x="21005" y="25107"/>
                  </a:lnTo>
                  <a:lnTo>
                    <a:pt x="20853" y="24320"/>
                  </a:lnTo>
                  <a:lnTo>
                    <a:pt x="21526" y="24561"/>
                  </a:lnTo>
                  <a:lnTo>
                    <a:pt x="24472" y="24752"/>
                  </a:lnTo>
                  <a:lnTo>
                    <a:pt x="25692" y="24460"/>
                  </a:lnTo>
                  <a:lnTo>
                    <a:pt x="25730" y="23558"/>
                  </a:lnTo>
                  <a:close/>
                </a:path>
                <a:path w="55879" h="47625">
                  <a:moveTo>
                    <a:pt x="55384" y="40093"/>
                  </a:moveTo>
                  <a:lnTo>
                    <a:pt x="6311" y="40093"/>
                  </a:lnTo>
                  <a:lnTo>
                    <a:pt x="6311" y="34912"/>
                  </a:lnTo>
                  <a:lnTo>
                    <a:pt x="5321" y="34912"/>
                  </a:lnTo>
                  <a:lnTo>
                    <a:pt x="5321" y="40093"/>
                  </a:lnTo>
                  <a:lnTo>
                    <a:pt x="0" y="40093"/>
                  </a:lnTo>
                  <a:lnTo>
                    <a:pt x="0" y="41910"/>
                  </a:lnTo>
                  <a:lnTo>
                    <a:pt x="5321" y="41910"/>
                  </a:lnTo>
                  <a:lnTo>
                    <a:pt x="5321" y="47421"/>
                  </a:lnTo>
                  <a:lnTo>
                    <a:pt x="6007" y="47421"/>
                  </a:lnTo>
                  <a:lnTo>
                    <a:pt x="6007" y="41910"/>
                  </a:lnTo>
                  <a:lnTo>
                    <a:pt x="6527" y="42062"/>
                  </a:lnTo>
                  <a:lnTo>
                    <a:pt x="9474" y="42240"/>
                  </a:lnTo>
                  <a:lnTo>
                    <a:pt x="10693" y="41948"/>
                  </a:lnTo>
                  <a:lnTo>
                    <a:pt x="55384" y="41910"/>
                  </a:lnTo>
                  <a:lnTo>
                    <a:pt x="55384" y="40093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8" name="object 1108" descr=""/>
            <p:cNvSpPr/>
            <p:nvPr/>
          </p:nvSpPr>
          <p:spPr>
            <a:xfrm>
              <a:off x="5229238" y="679217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9" name="object 1109" descr=""/>
            <p:cNvSpPr/>
            <p:nvPr/>
          </p:nvSpPr>
          <p:spPr>
            <a:xfrm>
              <a:off x="5231422" y="679491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83" y="17716"/>
                  </a:lnTo>
                  <a:lnTo>
                    <a:pt x="5295" y="17665"/>
                  </a:lnTo>
                  <a:lnTo>
                    <a:pt x="4927" y="19037"/>
                  </a:lnTo>
                  <a:lnTo>
                    <a:pt x="4838" y="20764"/>
                  </a:lnTo>
                  <a:lnTo>
                    <a:pt x="4762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39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297" y="4914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40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792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24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75" y="40093"/>
                  </a:lnTo>
                  <a:lnTo>
                    <a:pt x="15468" y="40386"/>
                  </a:lnTo>
                  <a:lnTo>
                    <a:pt x="15417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50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47" y="26835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0" name="object 1110" descr=""/>
            <p:cNvSpPr/>
            <p:nvPr/>
          </p:nvSpPr>
          <p:spPr>
            <a:xfrm>
              <a:off x="5159564" y="6756645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1" name="object 1111" descr=""/>
            <p:cNvSpPr/>
            <p:nvPr/>
          </p:nvSpPr>
          <p:spPr>
            <a:xfrm>
              <a:off x="5161749" y="6759390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55"/>
                  </a:lnTo>
                  <a:lnTo>
                    <a:pt x="8077" y="23266"/>
                  </a:lnTo>
                  <a:lnTo>
                    <a:pt x="6591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53"/>
                  </a:lnTo>
                  <a:lnTo>
                    <a:pt x="4927" y="19037"/>
                  </a:lnTo>
                  <a:lnTo>
                    <a:pt x="4838" y="20751"/>
                  </a:lnTo>
                  <a:lnTo>
                    <a:pt x="4749" y="22479"/>
                  </a:lnTo>
                  <a:lnTo>
                    <a:pt x="4876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60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34"/>
                  </a:moveTo>
                  <a:lnTo>
                    <a:pt x="24688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02"/>
                  </a:lnTo>
                  <a:lnTo>
                    <a:pt x="21450" y="1460"/>
                  </a:lnTo>
                  <a:lnTo>
                    <a:pt x="21209" y="50"/>
                  </a:lnTo>
                  <a:lnTo>
                    <a:pt x="20434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27" y="5626"/>
                  </a:lnTo>
                  <a:lnTo>
                    <a:pt x="19342" y="5359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792" y="6908"/>
                  </a:lnTo>
                  <a:lnTo>
                    <a:pt x="19265" y="6997"/>
                  </a:lnTo>
                  <a:lnTo>
                    <a:pt x="19939" y="6845"/>
                  </a:lnTo>
                  <a:lnTo>
                    <a:pt x="19735" y="7607"/>
                  </a:lnTo>
                  <a:lnTo>
                    <a:pt x="19583" y="11049"/>
                  </a:lnTo>
                  <a:lnTo>
                    <a:pt x="19824" y="12458"/>
                  </a:lnTo>
                  <a:lnTo>
                    <a:pt x="20599" y="12509"/>
                  </a:lnTo>
                  <a:lnTo>
                    <a:pt x="20980" y="11137"/>
                  </a:lnTo>
                  <a:lnTo>
                    <a:pt x="21056" y="9410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27"/>
                  </a:lnTo>
                  <a:lnTo>
                    <a:pt x="25831" y="7035"/>
                  </a:lnTo>
                  <a:lnTo>
                    <a:pt x="25869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495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83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75" y="40081"/>
                  </a:lnTo>
                  <a:lnTo>
                    <a:pt x="15468" y="40373"/>
                  </a:lnTo>
                  <a:lnTo>
                    <a:pt x="15417" y="41275"/>
                  </a:lnTo>
                  <a:lnTo>
                    <a:pt x="16598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37"/>
                  </a:lnTo>
                  <a:lnTo>
                    <a:pt x="21348" y="44323"/>
                  </a:lnTo>
                  <a:lnTo>
                    <a:pt x="21424" y="42608"/>
                  </a:lnTo>
                  <a:lnTo>
                    <a:pt x="21285" y="41821"/>
                  </a:lnTo>
                  <a:lnTo>
                    <a:pt x="21945" y="42049"/>
                  </a:lnTo>
                  <a:lnTo>
                    <a:pt x="24904" y="42240"/>
                  </a:lnTo>
                  <a:lnTo>
                    <a:pt x="26111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493" y="23012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44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58" y="28549"/>
                  </a:lnTo>
                  <a:lnTo>
                    <a:pt x="36347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44" y="24561"/>
                  </a:lnTo>
                  <a:lnTo>
                    <a:pt x="39903" y="24752"/>
                  </a:lnTo>
                  <a:lnTo>
                    <a:pt x="41122" y="24447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2" name="object 1112" descr=""/>
            <p:cNvSpPr/>
            <p:nvPr/>
          </p:nvSpPr>
          <p:spPr>
            <a:xfrm>
              <a:off x="5113047" y="6756645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3" name="object 1113" descr=""/>
            <p:cNvSpPr/>
            <p:nvPr/>
          </p:nvSpPr>
          <p:spPr>
            <a:xfrm>
              <a:off x="5206081" y="668356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4" name="object 1114" descr=""/>
            <p:cNvSpPr/>
            <p:nvPr/>
          </p:nvSpPr>
          <p:spPr>
            <a:xfrm>
              <a:off x="5208257" y="6686314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55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51"/>
                  </a:lnTo>
                  <a:lnTo>
                    <a:pt x="4762" y="22479"/>
                  </a:lnTo>
                  <a:lnTo>
                    <a:pt x="4889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60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34"/>
                  </a:moveTo>
                  <a:lnTo>
                    <a:pt x="24701" y="5702"/>
                  </a:lnTo>
                  <a:lnTo>
                    <a:pt x="23228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59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32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09"/>
                  </a:lnTo>
                  <a:lnTo>
                    <a:pt x="20980" y="11137"/>
                  </a:lnTo>
                  <a:lnTo>
                    <a:pt x="21069" y="9410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66" y="7150"/>
                  </a:lnTo>
                  <a:lnTo>
                    <a:pt x="24625" y="7327"/>
                  </a:lnTo>
                  <a:lnTo>
                    <a:pt x="25844" y="7035"/>
                  </a:lnTo>
                  <a:lnTo>
                    <a:pt x="25882" y="6134"/>
                  </a:lnTo>
                  <a:close/>
                </a:path>
                <a:path w="41275" h="47625">
                  <a:moveTo>
                    <a:pt x="26174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83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34" y="40271"/>
                  </a:lnTo>
                  <a:lnTo>
                    <a:pt x="16687" y="40081"/>
                  </a:lnTo>
                  <a:lnTo>
                    <a:pt x="15468" y="40386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17" y="42240"/>
                  </a:lnTo>
                  <a:lnTo>
                    <a:pt x="26123" y="41948"/>
                  </a:lnTo>
                  <a:lnTo>
                    <a:pt x="26174" y="41046"/>
                  </a:lnTo>
                  <a:close/>
                </a:path>
                <a:path w="41275" h="47625">
                  <a:moveTo>
                    <a:pt x="41173" y="23545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33" y="22923"/>
                  </a:lnTo>
                  <a:lnTo>
                    <a:pt x="36385" y="23088"/>
                  </a:lnTo>
                  <a:lnTo>
                    <a:pt x="36588" y="22326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80" y="20510"/>
                  </a:lnTo>
                  <a:lnTo>
                    <a:pt x="35191" y="22225"/>
                  </a:lnTo>
                  <a:lnTo>
                    <a:pt x="35331" y="23037"/>
                  </a:lnTo>
                  <a:lnTo>
                    <a:pt x="34645" y="22771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18"/>
                  </a:lnTo>
                  <a:lnTo>
                    <a:pt x="33096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71" y="28549"/>
                  </a:lnTo>
                  <a:lnTo>
                    <a:pt x="36360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39"/>
                  </a:lnTo>
                  <a:lnTo>
                    <a:pt x="41122" y="24447"/>
                  </a:lnTo>
                  <a:lnTo>
                    <a:pt x="41173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5" name="object 1115" descr=""/>
            <p:cNvSpPr/>
            <p:nvPr/>
          </p:nvSpPr>
          <p:spPr>
            <a:xfrm>
              <a:off x="5183439" y="6719093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6" name="object 1116" descr=""/>
            <p:cNvSpPr/>
            <p:nvPr/>
          </p:nvSpPr>
          <p:spPr>
            <a:xfrm>
              <a:off x="5185626" y="6721836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591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65"/>
                  </a:lnTo>
                  <a:lnTo>
                    <a:pt x="4927" y="19037"/>
                  </a:lnTo>
                  <a:lnTo>
                    <a:pt x="4838" y="20764"/>
                  </a:lnTo>
                  <a:lnTo>
                    <a:pt x="4749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44" y="22834"/>
                  </a:lnTo>
                  <a:lnTo>
                    <a:pt x="38" y="23139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74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29" y="5511"/>
                  </a:lnTo>
                  <a:lnTo>
                    <a:pt x="21082" y="5676"/>
                  </a:lnTo>
                  <a:lnTo>
                    <a:pt x="21297" y="4914"/>
                  </a:lnTo>
                  <a:lnTo>
                    <a:pt x="21450" y="1460"/>
                  </a:lnTo>
                  <a:lnTo>
                    <a:pt x="21209" y="50"/>
                  </a:lnTo>
                  <a:lnTo>
                    <a:pt x="20434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27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792" y="6908"/>
                  </a:lnTo>
                  <a:lnTo>
                    <a:pt x="19265" y="6997"/>
                  </a:lnTo>
                  <a:lnTo>
                    <a:pt x="19939" y="6845"/>
                  </a:lnTo>
                  <a:lnTo>
                    <a:pt x="19735" y="7607"/>
                  </a:lnTo>
                  <a:lnTo>
                    <a:pt x="19583" y="11049"/>
                  </a:lnTo>
                  <a:lnTo>
                    <a:pt x="19824" y="12458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56" y="9423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495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75" y="40093"/>
                  </a:lnTo>
                  <a:lnTo>
                    <a:pt x="15455" y="40386"/>
                  </a:lnTo>
                  <a:lnTo>
                    <a:pt x="15417" y="41287"/>
                  </a:lnTo>
                  <a:lnTo>
                    <a:pt x="16598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44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50"/>
                  </a:lnTo>
                  <a:lnTo>
                    <a:pt x="21348" y="44323"/>
                  </a:lnTo>
                  <a:lnTo>
                    <a:pt x="21424" y="42608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40"/>
                  </a:lnTo>
                  <a:lnTo>
                    <a:pt x="26111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493" y="23025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44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597" y="24218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58" y="28549"/>
                  </a:lnTo>
                  <a:lnTo>
                    <a:pt x="36347" y="26835"/>
                  </a:lnTo>
                  <a:lnTo>
                    <a:pt x="36423" y="25107"/>
                  </a:lnTo>
                  <a:lnTo>
                    <a:pt x="36283" y="24320"/>
                  </a:lnTo>
                  <a:lnTo>
                    <a:pt x="36944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7" name="object 1117" descr=""/>
            <p:cNvSpPr/>
            <p:nvPr/>
          </p:nvSpPr>
          <p:spPr>
            <a:xfrm>
              <a:off x="5136316" y="6719093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8" name="object 1118" descr=""/>
            <p:cNvSpPr/>
            <p:nvPr/>
          </p:nvSpPr>
          <p:spPr>
            <a:xfrm>
              <a:off x="5153926" y="6721836"/>
              <a:ext cx="55880" cy="47625"/>
            </a:xfrm>
            <a:custGeom>
              <a:avLst/>
              <a:gdLst/>
              <a:ahLst/>
              <a:cxnLst/>
              <a:rect l="l" t="t" r="r" b="b"/>
              <a:pathLst>
                <a:path w="55879" h="47625">
                  <a:moveTo>
                    <a:pt x="10452" y="5511"/>
                  </a:moveTo>
                  <a:lnTo>
                    <a:pt x="6032" y="5511"/>
                  </a:lnTo>
                  <a:lnTo>
                    <a:pt x="6032" y="0"/>
                  </a:lnTo>
                  <a:lnTo>
                    <a:pt x="5321" y="0"/>
                  </a:lnTo>
                  <a:lnTo>
                    <a:pt x="5321" y="12522"/>
                  </a:lnTo>
                  <a:lnTo>
                    <a:pt x="5715" y="12522"/>
                  </a:lnTo>
                  <a:lnTo>
                    <a:pt x="5715" y="11950"/>
                  </a:lnTo>
                  <a:lnTo>
                    <a:pt x="5715" y="7340"/>
                  </a:lnTo>
                  <a:lnTo>
                    <a:pt x="10452" y="7340"/>
                  </a:lnTo>
                  <a:lnTo>
                    <a:pt x="10452" y="5511"/>
                  </a:lnTo>
                  <a:close/>
                </a:path>
                <a:path w="55879" h="47625">
                  <a:moveTo>
                    <a:pt x="25730" y="23558"/>
                  </a:moveTo>
                  <a:lnTo>
                    <a:pt x="24549" y="23114"/>
                  </a:lnTo>
                  <a:lnTo>
                    <a:pt x="23075" y="23025"/>
                  </a:lnTo>
                  <a:lnTo>
                    <a:pt x="21602" y="22923"/>
                  </a:lnTo>
                  <a:lnTo>
                    <a:pt x="20955" y="23088"/>
                  </a:lnTo>
                  <a:lnTo>
                    <a:pt x="21158" y="22326"/>
                  </a:lnTo>
                  <a:lnTo>
                    <a:pt x="21323" y="18872"/>
                  </a:lnTo>
                  <a:lnTo>
                    <a:pt x="21082" y="17462"/>
                  </a:lnTo>
                  <a:lnTo>
                    <a:pt x="20307" y="17411"/>
                  </a:lnTo>
                  <a:lnTo>
                    <a:pt x="19926" y="18796"/>
                  </a:lnTo>
                  <a:lnTo>
                    <a:pt x="19837" y="20510"/>
                  </a:lnTo>
                  <a:lnTo>
                    <a:pt x="19761" y="22225"/>
                  </a:lnTo>
                  <a:lnTo>
                    <a:pt x="19900" y="23050"/>
                  </a:lnTo>
                  <a:lnTo>
                    <a:pt x="19202" y="22783"/>
                  </a:lnTo>
                  <a:lnTo>
                    <a:pt x="16256" y="22593"/>
                  </a:lnTo>
                  <a:lnTo>
                    <a:pt x="15036" y="22885"/>
                  </a:lnTo>
                  <a:lnTo>
                    <a:pt x="14998" y="23787"/>
                  </a:lnTo>
                  <a:lnTo>
                    <a:pt x="16179" y="24218"/>
                  </a:lnTo>
                  <a:lnTo>
                    <a:pt x="17653" y="24320"/>
                  </a:lnTo>
                  <a:lnTo>
                    <a:pt x="19126" y="24409"/>
                  </a:lnTo>
                  <a:lnTo>
                    <a:pt x="19812" y="24244"/>
                  </a:lnTo>
                  <a:lnTo>
                    <a:pt x="19608" y="25019"/>
                  </a:lnTo>
                  <a:lnTo>
                    <a:pt x="19443" y="28460"/>
                  </a:lnTo>
                  <a:lnTo>
                    <a:pt x="19685" y="29883"/>
                  </a:lnTo>
                  <a:lnTo>
                    <a:pt x="20459" y="29933"/>
                  </a:lnTo>
                  <a:lnTo>
                    <a:pt x="20840" y="28549"/>
                  </a:lnTo>
                  <a:lnTo>
                    <a:pt x="20916" y="26835"/>
                  </a:lnTo>
                  <a:lnTo>
                    <a:pt x="21005" y="25107"/>
                  </a:lnTo>
                  <a:lnTo>
                    <a:pt x="20853" y="24320"/>
                  </a:lnTo>
                  <a:lnTo>
                    <a:pt x="21526" y="24561"/>
                  </a:lnTo>
                  <a:lnTo>
                    <a:pt x="24472" y="24752"/>
                  </a:lnTo>
                  <a:lnTo>
                    <a:pt x="25692" y="24460"/>
                  </a:lnTo>
                  <a:lnTo>
                    <a:pt x="25730" y="23558"/>
                  </a:lnTo>
                  <a:close/>
                </a:path>
                <a:path w="55879" h="47625">
                  <a:moveTo>
                    <a:pt x="55384" y="40093"/>
                  </a:moveTo>
                  <a:lnTo>
                    <a:pt x="6311" y="40093"/>
                  </a:lnTo>
                  <a:lnTo>
                    <a:pt x="6311" y="34912"/>
                  </a:lnTo>
                  <a:lnTo>
                    <a:pt x="5321" y="34912"/>
                  </a:lnTo>
                  <a:lnTo>
                    <a:pt x="5321" y="40093"/>
                  </a:lnTo>
                  <a:lnTo>
                    <a:pt x="0" y="40093"/>
                  </a:lnTo>
                  <a:lnTo>
                    <a:pt x="0" y="41910"/>
                  </a:lnTo>
                  <a:lnTo>
                    <a:pt x="5321" y="41910"/>
                  </a:lnTo>
                  <a:lnTo>
                    <a:pt x="5321" y="47421"/>
                  </a:lnTo>
                  <a:lnTo>
                    <a:pt x="6007" y="47421"/>
                  </a:lnTo>
                  <a:lnTo>
                    <a:pt x="6007" y="41910"/>
                  </a:lnTo>
                  <a:lnTo>
                    <a:pt x="6527" y="42062"/>
                  </a:lnTo>
                  <a:lnTo>
                    <a:pt x="9474" y="42240"/>
                  </a:lnTo>
                  <a:lnTo>
                    <a:pt x="10693" y="41948"/>
                  </a:lnTo>
                  <a:lnTo>
                    <a:pt x="55384" y="41910"/>
                  </a:lnTo>
                  <a:lnTo>
                    <a:pt x="55384" y="40093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9" name="object 1119" descr=""/>
            <p:cNvSpPr/>
            <p:nvPr/>
          </p:nvSpPr>
          <p:spPr>
            <a:xfrm>
              <a:off x="5229238" y="6719093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0" name="object 1120" descr=""/>
            <p:cNvSpPr/>
            <p:nvPr/>
          </p:nvSpPr>
          <p:spPr>
            <a:xfrm>
              <a:off x="5231422" y="6721836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83" y="17716"/>
                  </a:lnTo>
                  <a:lnTo>
                    <a:pt x="5295" y="17665"/>
                  </a:lnTo>
                  <a:lnTo>
                    <a:pt x="4927" y="19037"/>
                  </a:lnTo>
                  <a:lnTo>
                    <a:pt x="4838" y="20764"/>
                  </a:lnTo>
                  <a:lnTo>
                    <a:pt x="4762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39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74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297" y="4914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40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792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24" y="12458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75" y="40093"/>
                  </a:lnTo>
                  <a:lnTo>
                    <a:pt x="15468" y="40386"/>
                  </a:lnTo>
                  <a:lnTo>
                    <a:pt x="15417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50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47" y="26835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1" name="object 1121" descr=""/>
            <p:cNvSpPr/>
            <p:nvPr/>
          </p:nvSpPr>
          <p:spPr>
            <a:xfrm>
              <a:off x="5159564" y="668356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2" name="object 1122" descr=""/>
            <p:cNvSpPr/>
            <p:nvPr/>
          </p:nvSpPr>
          <p:spPr>
            <a:xfrm>
              <a:off x="5161749" y="6686314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55"/>
                  </a:lnTo>
                  <a:lnTo>
                    <a:pt x="8077" y="23266"/>
                  </a:lnTo>
                  <a:lnTo>
                    <a:pt x="6591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53"/>
                  </a:lnTo>
                  <a:lnTo>
                    <a:pt x="4927" y="19037"/>
                  </a:lnTo>
                  <a:lnTo>
                    <a:pt x="4838" y="20751"/>
                  </a:lnTo>
                  <a:lnTo>
                    <a:pt x="4749" y="22479"/>
                  </a:lnTo>
                  <a:lnTo>
                    <a:pt x="4876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60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34"/>
                  </a:moveTo>
                  <a:lnTo>
                    <a:pt x="24688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02"/>
                  </a:lnTo>
                  <a:lnTo>
                    <a:pt x="21450" y="1460"/>
                  </a:lnTo>
                  <a:lnTo>
                    <a:pt x="21209" y="50"/>
                  </a:lnTo>
                  <a:lnTo>
                    <a:pt x="20434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27" y="5626"/>
                  </a:lnTo>
                  <a:lnTo>
                    <a:pt x="19342" y="5359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792" y="6908"/>
                  </a:lnTo>
                  <a:lnTo>
                    <a:pt x="19265" y="6997"/>
                  </a:lnTo>
                  <a:lnTo>
                    <a:pt x="19939" y="6845"/>
                  </a:lnTo>
                  <a:lnTo>
                    <a:pt x="19735" y="7607"/>
                  </a:lnTo>
                  <a:lnTo>
                    <a:pt x="19583" y="11049"/>
                  </a:lnTo>
                  <a:lnTo>
                    <a:pt x="19824" y="12458"/>
                  </a:lnTo>
                  <a:lnTo>
                    <a:pt x="20599" y="12509"/>
                  </a:lnTo>
                  <a:lnTo>
                    <a:pt x="20980" y="11137"/>
                  </a:lnTo>
                  <a:lnTo>
                    <a:pt x="21056" y="9410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27"/>
                  </a:lnTo>
                  <a:lnTo>
                    <a:pt x="25831" y="7035"/>
                  </a:lnTo>
                  <a:lnTo>
                    <a:pt x="25869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495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83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75" y="40081"/>
                  </a:lnTo>
                  <a:lnTo>
                    <a:pt x="15468" y="40386"/>
                  </a:lnTo>
                  <a:lnTo>
                    <a:pt x="15417" y="41275"/>
                  </a:lnTo>
                  <a:lnTo>
                    <a:pt x="16598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37"/>
                  </a:lnTo>
                  <a:lnTo>
                    <a:pt x="21348" y="44323"/>
                  </a:lnTo>
                  <a:lnTo>
                    <a:pt x="21424" y="42608"/>
                  </a:lnTo>
                  <a:lnTo>
                    <a:pt x="21285" y="41821"/>
                  </a:lnTo>
                  <a:lnTo>
                    <a:pt x="21945" y="42049"/>
                  </a:lnTo>
                  <a:lnTo>
                    <a:pt x="24904" y="42240"/>
                  </a:lnTo>
                  <a:lnTo>
                    <a:pt x="26111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45"/>
                  </a:moveTo>
                  <a:lnTo>
                    <a:pt x="39979" y="23114"/>
                  </a:lnTo>
                  <a:lnTo>
                    <a:pt x="38493" y="23012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44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71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58" y="28549"/>
                  </a:lnTo>
                  <a:lnTo>
                    <a:pt x="36347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44" y="24561"/>
                  </a:lnTo>
                  <a:lnTo>
                    <a:pt x="39903" y="24739"/>
                  </a:lnTo>
                  <a:lnTo>
                    <a:pt x="41122" y="24447"/>
                  </a:lnTo>
                  <a:lnTo>
                    <a:pt x="41160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3" name="object 1123" descr=""/>
            <p:cNvSpPr/>
            <p:nvPr/>
          </p:nvSpPr>
          <p:spPr>
            <a:xfrm>
              <a:off x="5113047" y="668356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4" name="object 1124" descr=""/>
            <p:cNvSpPr/>
            <p:nvPr/>
          </p:nvSpPr>
          <p:spPr>
            <a:xfrm>
              <a:off x="5349674" y="6902965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5" name="object 1125" descr=""/>
            <p:cNvSpPr/>
            <p:nvPr/>
          </p:nvSpPr>
          <p:spPr>
            <a:xfrm>
              <a:off x="5351856" y="6905707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38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39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297" y="4914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37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31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50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18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28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47" y="26835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6" name="object 1126" descr=""/>
            <p:cNvSpPr/>
            <p:nvPr/>
          </p:nvSpPr>
          <p:spPr>
            <a:xfrm>
              <a:off x="5327034" y="693849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7" name="object 1127" descr=""/>
            <p:cNvSpPr/>
            <p:nvPr/>
          </p:nvSpPr>
          <p:spPr>
            <a:xfrm>
              <a:off x="5329212" y="6941229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812"/>
                  </a:moveTo>
                  <a:lnTo>
                    <a:pt x="9563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59" y="22580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37"/>
                  </a:lnTo>
                  <a:lnTo>
                    <a:pt x="1257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803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15"/>
                  </a:lnTo>
                  <a:lnTo>
                    <a:pt x="9486" y="25006"/>
                  </a:lnTo>
                  <a:lnTo>
                    <a:pt x="10693" y="24701"/>
                  </a:lnTo>
                  <a:lnTo>
                    <a:pt x="10744" y="23812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15" y="5613"/>
                  </a:lnTo>
                  <a:lnTo>
                    <a:pt x="21742" y="5524"/>
                  </a:lnTo>
                  <a:lnTo>
                    <a:pt x="21094" y="5689"/>
                  </a:lnTo>
                  <a:lnTo>
                    <a:pt x="21310" y="4914"/>
                  </a:lnTo>
                  <a:lnTo>
                    <a:pt x="21463" y="1473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26"/>
                  </a:lnTo>
                  <a:lnTo>
                    <a:pt x="20027" y="5638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805" y="6908"/>
                  </a:lnTo>
                  <a:lnTo>
                    <a:pt x="19278" y="7010"/>
                  </a:lnTo>
                  <a:lnTo>
                    <a:pt x="19951" y="6858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45" y="7708"/>
                  </a:lnTo>
                  <a:lnTo>
                    <a:pt x="21005" y="6921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34" y="40424"/>
                  </a:lnTo>
                  <a:lnTo>
                    <a:pt x="21386" y="40589"/>
                  </a:lnTo>
                  <a:lnTo>
                    <a:pt x="21590" y="39827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51"/>
                  </a:lnTo>
                  <a:lnTo>
                    <a:pt x="19634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43" y="41744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72" y="46050"/>
                  </a:lnTo>
                  <a:lnTo>
                    <a:pt x="21348" y="44335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04" y="42252"/>
                  </a:lnTo>
                  <a:lnTo>
                    <a:pt x="26123" y="41960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36"/>
                  </a:lnTo>
                  <a:lnTo>
                    <a:pt x="36372" y="23101"/>
                  </a:lnTo>
                  <a:lnTo>
                    <a:pt x="36588" y="22326"/>
                  </a:lnTo>
                  <a:lnTo>
                    <a:pt x="36753" y="18884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37"/>
                  </a:lnTo>
                  <a:lnTo>
                    <a:pt x="35318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69" y="24422"/>
                  </a:lnTo>
                  <a:lnTo>
                    <a:pt x="35242" y="24269"/>
                  </a:lnTo>
                  <a:lnTo>
                    <a:pt x="35039" y="25019"/>
                  </a:lnTo>
                  <a:lnTo>
                    <a:pt x="34874" y="28473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20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8" name="object 1128" descr=""/>
            <p:cNvSpPr/>
            <p:nvPr/>
          </p:nvSpPr>
          <p:spPr>
            <a:xfrm>
              <a:off x="5279911" y="693849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9" name="object 1129" descr=""/>
            <p:cNvSpPr/>
            <p:nvPr/>
          </p:nvSpPr>
          <p:spPr>
            <a:xfrm>
              <a:off x="5282095" y="6941229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812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80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65"/>
                  </a:lnTo>
                  <a:lnTo>
                    <a:pt x="4927" y="19050"/>
                  </a:lnTo>
                  <a:lnTo>
                    <a:pt x="4838" y="20764"/>
                  </a:lnTo>
                  <a:lnTo>
                    <a:pt x="4762" y="22479"/>
                  </a:lnTo>
                  <a:lnTo>
                    <a:pt x="4889" y="23304"/>
                  </a:lnTo>
                  <a:lnTo>
                    <a:pt x="4203" y="23037"/>
                  </a:lnTo>
                  <a:lnTo>
                    <a:pt x="1257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54" y="24574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803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15"/>
                  </a:lnTo>
                  <a:lnTo>
                    <a:pt x="9474" y="25006"/>
                  </a:lnTo>
                  <a:lnTo>
                    <a:pt x="10693" y="24701"/>
                  </a:lnTo>
                  <a:lnTo>
                    <a:pt x="10731" y="23812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24"/>
                  </a:lnTo>
                  <a:lnTo>
                    <a:pt x="21082" y="5689"/>
                  </a:lnTo>
                  <a:lnTo>
                    <a:pt x="21297" y="4914"/>
                  </a:lnTo>
                  <a:lnTo>
                    <a:pt x="21463" y="1473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26"/>
                  </a:lnTo>
                  <a:lnTo>
                    <a:pt x="20027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792" y="6908"/>
                  </a:lnTo>
                  <a:lnTo>
                    <a:pt x="19265" y="7010"/>
                  </a:lnTo>
                  <a:lnTo>
                    <a:pt x="19951" y="6858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24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56" y="9423"/>
                  </a:lnTo>
                  <a:lnTo>
                    <a:pt x="21145" y="7708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84"/>
                  </a:lnTo>
                  <a:lnTo>
                    <a:pt x="16675" y="40093"/>
                  </a:lnTo>
                  <a:lnTo>
                    <a:pt x="15468" y="40386"/>
                  </a:lnTo>
                  <a:lnTo>
                    <a:pt x="15417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59" y="46050"/>
                  </a:lnTo>
                  <a:lnTo>
                    <a:pt x="21348" y="44335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52"/>
                  </a:lnTo>
                  <a:lnTo>
                    <a:pt x="26123" y="41960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20" y="22936"/>
                  </a:lnTo>
                  <a:lnTo>
                    <a:pt x="36372" y="23101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79" y="22237"/>
                  </a:lnTo>
                  <a:lnTo>
                    <a:pt x="35306" y="23050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56" y="24422"/>
                  </a:lnTo>
                  <a:lnTo>
                    <a:pt x="35229" y="24269"/>
                  </a:lnTo>
                  <a:lnTo>
                    <a:pt x="35026" y="25019"/>
                  </a:lnTo>
                  <a:lnTo>
                    <a:pt x="34874" y="28473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58" y="28549"/>
                  </a:lnTo>
                  <a:lnTo>
                    <a:pt x="36347" y="26835"/>
                  </a:lnTo>
                  <a:lnTo>
                    <a:pt x="36436" y="25120"/>
                  </a:lnTo>
                  <a:lnTo>
                    <a:pt x="36283" y="24333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0" name="object 1130" descr=""/>
            <p:cNvSpPr/>
            <p:nvPr/>
          </p:nvSpPr>
          <p:spPr>
            <a:xfrm>
              <a:off x="5372833" y="6938490"/>
              <a:ext cx="29845" cy="53975"/>
            </a:xfrm>
            <a:custGeom>
              <a:avLst/>
              <a:gdLst/>
              <a:ahLst/>
              <a:cxnLst/>
              <a:rect l="l" t="t" r="r" b="b"/>
              <a:pathLst>
                <a:path w="29845" h="53975">
                  <a:moveTo>
                    <a:pt x="0" y="26711"/>
                  </a:moveTo>
                  <a:lnTo>
                    <a:pt x="22899" y="53422"/>
                  </a:lnTo>
                  <a:lnTo>
                    <a:pt x="29745" y="45437"/>
                  </a:lnTo>
                </a:path>
                <a:path w="29845" h="53975">
                  <a:moveTo>
                    <a:pt x="29745" y="7985"/>
                  </a:moveTo>
                  <a:lnTo>
                    <a:pt x="22899" y="0"/>
                  </a:lnTo>
                  <a:lnTo>
                    <a:pt x="0" y="26711"/>
                  </a:lnTo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1" name="object 1131" descr=""/>
            <p:cNvSpPr/>
            <p:nvPr/>
          </p:nvSpPr>
          <p:spPr>
            <a:xfrm>
              <a:off x="5375008" y="6941229"/>
              <a:ext cx="26670" cy="47625"/>
            </a:xfrm>
            <a:custGeom>
              <a:avLst/>
              <a:gdLst/>
              <a:ahLst/>
              <a:cxnLst/>
              <a:rect l="l" t="t" r="r" b="b"/>
              <a:pathLst>
                <a:path w="26670" h="47625">
                  <a:moveTo>
                    <a:pt x="10744" y="23812"/>
                  </a:moveTo>
                  <a:lnTo>
                    <a:pt x="9563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80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37"/>
                  </a:lnTo>
                  <a:lnTo>
                    <a:pt x="1257" y="22847"/>
                  </a:lnTo>
                  <a:lnTo>
                    <a:pt x="50" y="23139"/>
                  </a:lnTo>
                  <a:lnTo>
                    <a:pt x="0" y="24041"/>
                  </a:lnTo>
                  <a:lnTo>
                    <a:pt x="1193" y="24472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803"/>
                  </a:lnTo>
                  <a:lnTo>
                    <a:pt x="5930" y="27076"/>
                  </a:lnTo>
                  <a:lnTo>
                    <a:pt x="6019" y="25361"/>
                  </a:lnTo>
                  <a:lnTo>
                    <a:pt x="5867" y="24574"/>
                  </a:lnTo>
                  <a:lnTo>
                    <a:pt x="6527" y="24815"/>
                  </a:lnTo>
                  <a:lnTo>
                    <a:pt x="9486" y="25006"/>
                  </a:lnTo>
                  <a:lnTo>
                    <a:pt x="10706" y="24701"/>
                  </a:lnTo>
                  <a:lnTo>
                    <a:pt x="10744" y="23812"/>
                  </a:lnTo>
                  <a:close/>
                </a:path>
                <a:path w="26670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28" y="5613"/>
                  </a:lnTo>
                  <a:lnTo>
                    <a:pt x="21742" y="5524"/>
                  </a:lnTo>
                  <a:lnTo>
                    <a:pt x="21094" y="5689"/>
                  </a:lnTo>
                  <a:lnTo>
                    <a:pt x="21310" y="4914"/>
                  </a:lnTo>
                  <a:lnTo>
                    <a:pt x="21463" y="1473"/>
                  </a:lnTo>
                  <a:lnTo>
                    <a:pt x="21209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26"/>
                  </a:lnTo>
                  <a:lnTo>
                    <a:pt x="20027" y="5638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51" y="6375"/>
                  </a:lnTo>
                  <a:lnTo>
                    <a:pt x="16332" y="6819"/>
                  </a:lnTo>
                  <a:lnTo>
                    <a:pt x="17805" y="6908"/>
                  </a:lnTo>
                  <a:lnTo>
                    <a:pt x="19278" y="7010"/>
                  </a:lnTo>
                  <a:lnTo>
                    <a:pt x="19951" y="6858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93" y="11137"/>
                  </a:lnTo>
                  <a:lnTo>
                    <a:pt x="21069" y="9423"/>
                  </a:lnTo>
                  <a:lnTo>
                    <a:pt x="21158" y="7708"/>
                  </a:lnTo>
                  <a:lnTo>
                    <a:pt x="21005" y="6921"/>
                  </a:lnTo>
                  <a:lnTo>
                    <a:pt x="21678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26670" h="47625">
                  <a:moveTo>
                    <a:pt x="26174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34" y="40424"/>
                  </a:lnTo>
                  <a:lnTo>
                    <a:pt x="21386" y="40589"/>
                  </a:lnTo>
                  <a:lnTo>
                    <a:pt x="21590" y="39827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46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97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72" y="46050"/>
                  </a:lnTo>
                  <a:lnTo>
                    <a:pt x="21361" y="44335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17" y="42252"/>
                  </a:lnTo>
                  <a:lnTo>
                    <a:pt x="26123" y="41960"/>
                  </a:lnTo>
                  <a:lnTo>
                    <a:pt x="26174" y="41059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2" name="object 1132" descr=""/>
            <p:cNvSpPr/>
            <p:nvPr/>
          </p:nvSpPr>
          <p:spPr>
            <a:xfrm>
              <a:off x="5303158" y="6902965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3" name="object 1133" descr=""/>
            <p:cNvSpPr/>
            <p:nvPr/>
          </p:nvSpPr>
          <p:spPr>
            <a:xfrm>
              <a:off x="5305336" y="6905707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39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32" y="6819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86" y="40589"/>
                  </a:lnTo>
                  <a:lnTo>
                    <a:pt x="21590" y="39827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34" y="40271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50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23"/>
                  </a:lnTo>
                  <a:lnTo>
                    <a:pt x="36385" y="23088"/>
                  </a:lnTo>
                  <a:lnTo>
                    <a:pt x="36588" y="22326"/>
                  </a:lnTo>
                  <a:lnTo>
                    <a:pt x="36753" y="18884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31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4" name="object 1134" descr=""/>
            <p:cNvSpPr/>
            <p:nvPr/>
          </p:nvSpPr>
          <p:spPr>
            <a:xfrm>
              <a:off x="5256640" y="6902965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5" name="object 1135" descr=""/>
            <p:cNvSpPr/>
            <p:nvPr/>
          </p:nvSpPr>
          <p:spPr>
            <a:xfrm>
              <a:off x="5258816" y="6905707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68"/>
                  </a:lnTo>
                  <a:lnTo>
                    <a:pt x="8089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39"/>
                  </a:lnTo>
                  <a:lnTo>
                    <a:pt x="0" y="24028"/>
                  </a:lnTo>
                  <a:lnTo>
                    <a:pt x="1193" y="24472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19" y="25361"/>
                  </a:lnTo>
                  <a:lnTo>
                    <a:pt x="5867" y="24574"/>
                  </a:lnTo>
                  <a:lnTo>
                    <a:pt x="6540" y="24803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28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408" y="5181"/>
                  </a:lnTo>
                  <a:lnTo>
                    <a:pt x="15189" y="5473"/>
                  </a:lnTo>
                  <a:lnTo>
                    <a:pt x="15151" y="6375"/>
                  </a:lnTo>
                  <a:lnTo>
                    <a:pt x="16332" y="6819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93" y="11137"/>
                  </a:lnTo>
                  <a:lnTo>
                    <a:pt x="21069" y="9423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78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74" y="41059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86" y="40589"/>
                  </a:lnTo>
                  <a:lnTo>
                    <a:pt x="21590" y="39827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81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46" y="40271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97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50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17" y="42240"/>
                  </a:lnTo>
                  <a:lnTo>
                    <a:pt x="26123" y="41948"/>
                  </a:lnTo>
                  <a:lnTo>
                    <a:pt x="26174" y="41059"/>
                  </a:lnTo>
                  <a:close/>
                </a:path>
                <a:path w="41275" h="47625">
                  <a:moveTo>
                    <a:pt x="41173" y="23558"/>
                  </a:moveTo>
                  <a:lnTo>
                    <a:pt x="39992" y="23114"/>
                  </a:lnTo>
                  <a:lnTo>
                    <a:pt x="38506" y="23025"/>
                  </a:lnTo>
                  <a:lnTo>
                    <a:pt x="37033" y="22923"/>
                  </a:lnTo>
                  <a:lnTo>
                    <a:pt x="36385" y="23088"/>
                  </a:lnTo>
                  <a:lnTo>
                    <a:pt x="36601" y="22326"/>
                  </a:lnTo>
                  <a:lnTo>
                    <a:pt x="36753" y="18884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80" y="20510"/>
                  </a:lnTo>
                  <a:lnTo>
                    <a:pt x="35191" y="22225"/>
                  </a:lnTo>
                  <a:lnTo>
                    <a:pt x="35331" y="23037"/>
                  </a:lnTo>
                  <a:lnTo>
                    <a:pt x="34645" y="22783"/>
                  </a:lnTo>
                  <a:lnTo>
                    <a:pt x="31686" y="22593"/>
                  </a:lnTo>
                  <a:lnTo>
                    <a:pt x="30480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96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86" y="28460"/>
                  </a:lnTo>
                  <a:lnTo>
                    <a:pt x="35128" y="29883"/>
                  </a:lnTo>
                  <a:lnTo>
                    <a:pt x="35902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07"/>
                  </a:lnTo>
                  <a:lnTo>
                    <a:pt x="36296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73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6" name="object 1136" descr=""/>
            <p:cNvSpPr/>
            <p:nvPr/>
          </p:nvSpPr>
          <p:spPr>
            <a:xfrm>
              <a:off x="5349674" y="682988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7" name="object 1137" descr=""/>
            <p:cNvSpPr/>
            <p:nvPr/>
          </p:nvSpPr>
          <p:spPr>
            <a:xfrm>
              <a:off x="5351856" y="6832631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37"/>
                  </a:lnTo>
                  <a:lnTo>
                    <a:pt x="4838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03" y="23025"/>
                  </a:lnTo>
                  <a:lnTo>
                    <a:pt x="1257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54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15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297" y="4914"/>
                  </a:lnTo>
                  <a:lnTo>
                    <a:pt x="21463" y="1473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37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31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50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18" y="23037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28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47" y="26835"/>
                  </a:lnTo>
                  <a:lnTo>
                    <a:pt x="36436" y="25120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8" name="object 1138" descr=""/>
            <p:cNvSpPr/>
            <p:nvPr/>
          </p:nvSpPr>
          <p:spPr>
            <a:xfrm>
              <a:off x="5327034" y="686541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9" name="object 1139" descr=""/>
            <p:cNvSpPr/>
            <p:nvPr/>
          </p:nvSpPr>
          <p:spPr>
            <a:xfrm>
              <a:off x="5329212" y="686815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812"/>
                  </a:moveTo>
                  <a:lnTo>
                    <a:pt x="9563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59" y="22580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37"/>
                  </a:lnTo>
                  <a:lnTo>
                    <a:pt x="1257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86" y="30124"/>
                  </a:lnTo>
                  <a:lnTo>
                    <a:pt x="5461" y="30187"/>
                  </a:lnTo>
                  <a:lnTo>
                    <a:pt x="5842" y="28803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15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44" y="23812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73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27" y="5638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805" y="6908"/>
                  </a:lnTo>
                  <a:lnTo>
                    <a:pt x="19278" y="7010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45" y="7708"/>
                  </a:lnTo>
                  <a:lnTo>
                    <a:pt x="21005" y="6908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34" y="40424"/>
                  </a:lnTo>
                  <a:lnTo>
                    <a:pt x="21386" y="40589"/>
                  </a:lnTo>
                  <a:lnTo>
                    <a:pt x="21590" y="39827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51"/>
                  </a:lnTo>
                  <a:lnTo>
                    <a:pt x="19634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43" y="41744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72" y="46050"/>
                  </a:lnTo>
                  <a:lnTo>
                    <a:pt x="21348" y="44335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04" y="42252"/>
                  </a:lnTo>
                  <a:lnTo>
                    <a:pt x="26123" y="41960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53" y="18884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37"/>
                  </a:lnTo>
                  <a:lnTo>
                    <a:pt x="35331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69" y="24422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20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0" name="object 1140" descr=""/>
            <p:cNvSpPr/>
            <p:nvPr/>
          </p:nvSpPr>
          <p:spPr>
            <a:xfrm>
              <a:off x="5279911" y="686541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1" name="object 1141" descr=""/>
            <p:cNvSpPr/>
            <p:nvPr/>
          </p:nvSpPr>
          <p:spPr>
            <a:xfrm>
              <a:off x="5282095" y="686815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812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80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65"/>
                  </a:lnTo>
                  <a:lnTo>
                    <a:pt x="4927" y="19050"/>
                  </a:lnTo>
                  <a:lnTo>
                    <a:pt x="4838" y="20764"/>
                  </a:lnTo>
                  <a:lnTo>
                    <a:pt x="4762" y="22479"/>
                  </a:lnTo>
                  <a:lnTo>
                    <a:pt x="4889" y="23304"/>
                  </a:lnTo>
                  <a:lnTo>
                    <a:pt x="4203" y="23037"/>
                  </a:lnTo>
                  <a:lnTo>
                    <a:pt x="1257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54" y="24574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87"/>
                  </a:lnTo>
                  <a:lnTo>
                    <a:pt x="5842" y="28803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15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812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14"/>
                  </a:lnTo>
                  <a:lnTo>
                    <a:pt x="21463" y="1473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27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792" y="6908"/>
                  </a:lnTo>
                  <a:lnTo>
                    <a:pt x="19265" y="7010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24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56" y="9423"/>
                  </a:lnTo>
                  <a:lnTo>
                    <a:pt x="21145" y="7708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84"/>
                  </a:lnTo>
                  <a:lnTo>
                    <a:pt x="16675" y="40093"/>
                  </a:lnTo>
                  <a:lnTo>
                    <a:pt x="15468" y="40386"/>
                  </a:lnTo>
                  <a:lnTo>
                    <a:pt x="15417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59" y="46050"/>
                  </a:lnTo>
                  <a:lnTo>
                    <a:pt x="21348" y="44335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52"/>
                  </a:lnTo>
                  <a:lnTo>
                    <a:pt x="26123" y="41960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79" y="22237"/>
                  </a:lnTo>
                  <a:lnTo>
                    <a:pt x="35318" y="23050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56" y="24422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58" y="28549"/>
                  </a:lnTo>
                  <a:lnTo>
                    <a:pt x="36347" y="26835"/>
                  </a:lnTo>
                  <a:lnTo>
                    <a:pt x="36436" y="25120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2" name="object 1142" descr=""/>
            <p:cNvSpPr/>
            <p:nvPr/>
          </p:nvSpPr>
          <p:spPr>
            <a:xfrm>
              <a:off x="5372833" y="6865414"/>
              <a:ext cx="29845" cy="53975"/>
            </a:xfrm>
            <a:custGeom>
              <a:avLst/>
              <a:gdLst/>
              <a:ahLst/>
              <a:cxnLst/>
              <a:rect l="l" t="t" r="r" b="b"/>
              <a:pathLst>
                <a:path w="29845" h="53975">
                  <a:moveTo>
                    <a:pt x="0" y="26711"/>
                  </a:moveTo>
                  <a:lnTo>
                    <a:pt x="22899" y="53422"/>
                  </a:lnTo>
                  <a:lnTo>
                    <a:pt x="29745" y="45437"/>
                  </a:lnTo>
                </a:path>
                <a:path w="29845" h="53975">
                  <a:moveTo>
                    <a:pt x="29745" y="7985"/>
                  </a:moveTo>
                  <a:lnTo>
                    <a:pt x="22899" y="0"/>
                  </a:lnTo>
                  <a:lnTo>
                    <a:pt x="0" y="26711"/>
                  </a:lnTo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3" name="object 1143" descr=""/>
            <p:cNvSpPr/>
            <p:nvPr/>
          </p:nvSpPr>
          <p:spPr>
            <a:xfrm>
              <a:off x="5375008" y="6868153"/>
              <a:ext cx="26670" cy="47625"/>
            </a:xfrm>
            <a:custGeom>
              <a:avLst/>
              <a:gdLst/>
              <a:ahLst/>
              <a:cxnLst/>
              <a:rect l="l" t="t" r="r" b="b"/>
              <a:pathLst>
                <a:path w="26670" h="47625">
                  <a:moveTo>
                    <a:pt x="10744" y="23812"/>
                  </a:moveTo>
                  <a:lnTo>
                    <a:pt x="9563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80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37"/>
                  </a:lnTo>
                  <a:lnTo>
                    <a:pt x="1257" y="22847"/>
                  </a:lnTo>
                  <a:lnTo>
                    <a:pt x="50" y="23139"/>
                  </a:lnTo>
                  <a:lnTo>
                    <a:pt x="0" y="24041"/>
                  </a:lnTo>
                  <a:lnTo>
                    <a:pt x="1193" y="24472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87"/>
                  </a:lnTo>
                  <a:lnTo>
                    <a:pt x="5842" y="28803"/>
                  </a:lnTo>
                  <a:lnTo>
                    <a:pt x="5930" y="27076"/>
                  </a:lnTo>
                  <a:lnTo>
                    <a:pt x="6019" y="25361"/>
                  </a:lnTo>
                  <a:lnTo>
                    <a:pt x="5867" y="24574"/>
                  </a:lnTo>
                  <a:lnTo>
                    <a:pt x="6527" y="24815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812"/>
                  </a:lnTo>
                  <a:close/>
                </a:path>
                <a:path w="26670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28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73"/>
                  </a:lnTo>
                  <a:lnTo>
                    <a:pt x="21209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27" y="5638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51" y="6375"/>
                  </a:lnTo>
                  <a:lnTo>
                    <a:pt x="16332" y="6819"/>
                  </a:lnTo>
                  <a:lnTo>
                    <a:pt x="17805" y="6908"/>
                  </a:lnTo>
                  <a:lnTo>
                    <a:pt x="19278" y="7010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93" y="11137"/>
                  </a:lnTo>
                  <a:lnTo>
                    <a:pt x="21069" y="9423"/>
                  </a:lnTo>
                  <a:lnTo>
                    <a:pt x="21158" y="7708"/>
                  </a:lnTo>
                  <a:lnTo>
                    <a:pt x="21005" y="6908"/>
                  </a:lnTo>
                  <a:lnTo>
                    <a:pt x="21678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26670" h="47625">
                  <a:moveTo>
                    <a:pt x="26174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34" y="40424"/>
                  </a:lnTo>
                  <a:lnTo>
                    <a:pt x="21386" y="40589"/>
                  </a:lnTo>
                  <a:lnTo>
                    <a:pt x="21590" y="39827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46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97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72" y="46050"/>
                  </a:lnTo>
                  <a:lnTo>
                    <a:pt x="21361" y="44335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17" y="42252"/>
                  </a:lnTo>
                  <a:lnTo>
                    <a:pt x="26123" y="41960"/>
                  </a:lnTo>
                  <a:lnTo>
                    <a:pt x="26174" y="41059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4" name="object 1144" descr=""/>
            <p:cNvSpPr/>
            <p:nvPr/>
          </p:nvSpPr>
          <p:spPr>
            <a:xfrm>
              <a:off x="5303158" y="682988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5" name="object 1145" descr=""/>
            <p:cNvSpPr/>
            <p:nvPr/>
          </p:nvSpPr>
          <p:spPr>
            <a:xfrm>
              <a:off x="5305336" y="6832631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37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47"/>
                  </a:lnTo>
                  <a:lnTo>
                    <a:pt x="50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15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73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32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86" y="40589"/>
                  </a:lnTo>
                  <a:lnTo>
                    <a:pt x="21590" y="39827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51"/>
                  </a:lnTo>
                  <a:lnTo>
                    <a:pt x="19634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50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23"/>
                  </a:lnTo>
                  <a:lnTo>
                    <a:pt x="36385" y="23088"/>
                  </a:lnTo>
                  <a:lnTo>
                    <a:pt x="36588" y="22326"/>
                  </a:lnTo>
                  <a:lnTo>
                    <a:pt x="36753" y="18884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18" y="23037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20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6" name="object 1146" descr=""/>
            <p:cNvSpPr/>
            <p:nvPr/>
          </p:nvSpPr>
          <p:spPr>
            <a:xfrm>
              <a:off x="5256640" y="682988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7" name="object 1147" descr=""/>
            <p:cNvSpPr/>
            <p:nvPr/>
          </p:nvSpPr>
          <p:spPr>
            <a:xfrm>
              <a:off x="5258816" y="6832631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68"/>
                  </a:lnTo>
                  <a:lnTo>
                    <a:pt x="8089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37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47"/>
                  </a:lnTo>
                  <a:lnTo>
                    <a:pt x="50" y="23139"/>
                  </a:lnTo>
                  <a:lnTo>
                    <a:pt x="0" y="24041"/>
                  </a:lnTo>
                  <a:lnTo>
                    <a:pt x="1193" y="24472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19" y="25361"/>
                  </a:lnTo>
                  <a:lnTo>
                    <a:pt x="5867" y="24574"/>
                  </a:lnTo>
                  <a:lnTo>
                    <a:pt x="6540" y="24815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28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73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408" y="5181"/>
                  </a:lnTo>
                  <a:lnTo>
                    <a:pt x="15189" y="5473"/>
                  </a:lnTo>
                  <a:lnTo>
                    <a:pt x="15151" y="6375"/>
                  </a:lnTo>
                  <a:lnTo>
                    <a:pt x="16332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93" y="11137"/>
                  </a:lnTo>
                  <a:lnTo>
                    <a:pt x="21069" y="9423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78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74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86" y="40589"/>
                  </a:lnTo>
                  <a:lnTo>
                    <a:pt x="21590" y="39827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81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46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97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50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17" y="42240"/>
                  </a:lnTo>
                  <a:lnTo>
                    <a:pt x="26123" y="41948"/>
                  </a:lnTo>
                  <a:lnTo>
                    <a:pt x="26174" y="41046"/>
                  </a:lnTo>
                  <a:close/>
                </a:path>
                <a:path w="41275" h="47625">
                  <a:moveTo>
                    <a:pt x="41173" y="23558"/>
                  </a:moveTo>
                  <a:lnTo>
                    <a:pt x="39992" y="23114"/>
                  </a:lnTo>
                  <a:lnTo>
                    <a:pt x="38506" y="23025"/>
                  </a:lnTo>
                  <a:lnTo>
                    <a:pt x="37033" y="22923"/>
                  </a:lnTo>
                  <a:lnTo>
                    <a:pt x="36385" y="23088"/>
                  </a:lnTo>
                  <a:lnTo>
                    <a:pt x="36601" y="22326"/>
                  </a:lnTo>
                  <a:lnTo>
                    <a:pt x="36753" y="18884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80" y="20510"/>
                  </a:lnTo>
                  <a:lnTo>
                    <a:pt x="35191" y="22225"/>
                  </a:lnTo>
                  <a:lnTo>
                    <a:pt x="35318" y="23037"/>
                  </a:lnTo>
                  <a:lnTo>
                    <a:pt x="34645" y="22783"/>
                  </a:lnTo>
                  <a:lnTo>
                    <a:pt x="31686" y="22593"/>
                  </a:lnTo>
                  <a:lnTo>
                    <a:pt x="30480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96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86" y="28460"/>
                  </a:lnTo>
                  <a:lnTo>
                    <a:pt x="35128" y="29883"/>
                  </a:lnTo>
                  <a:lnTo>
                    <a:pt x="35902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20"/>
                  </a:lnTo>
                  <a:lnTo>
                    <a:pt x="36296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73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8" name="object 1148" descr=""/>
            <p:cNvSpPr/>
            <p:nvPr/>
          </p:nvSpPr>
          <p:spPr>
            <a:xfrm>
              <a:off x="5206081" y="6902965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9" name="object 1149" descr=""/>
            <p:cNvSpPr/>
            <p:nvPr/>
          </p:nvSpPr>
          <p:spPr>
            <a:xfrm>
              <a:off x="5208257" y="6905707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39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28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32" y="6819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74" y="41059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86" y="40589"/>
                  </a:lnTo>
                  <a:lnTo>
                    <a:pt x="21590" y="39827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34" y="40271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50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17" y="42240"/>
                  </a:lnTo>
                  <a:lnTo>
                    <a:pt x="26123" y="41948"/>
                  </a:lnTo>
                  <a:lnTo>
                    <a:pt x="26174" y="41059"/>
                  </a:lnTo>
                  <a:close/>
                </a:path>
                <a:path w="41275" h="47625">
                  <a:moveTo>
                    <a:pt x="41173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23"/>
                  </a:lnTo>
                  <a:lnTo>
                    <a:pt x="36385" y="23088"/>
                  </a:lnTo>
                  <a:lnTo>
                    <a:pt x="36588" y="22326"/>
                  </a:lnTo>
                  <a:lnTo>
                    <a:pt x="36753" y="18884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80" y="20510"/>
                  </a:lnTo>
                  <a:lnTo>
                    <a:pt x="35191" y="22225"/>
                  </a:lnTo>
                  <a:lnTo>
                    <a:pt x="35331" y="23037"/>
                  </a:lnTo>
                  <a:lnTo>
                    <a:pt x="34645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96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73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0" name="object 1150" descr=""/>
            <p:cNvSpPr/>
            <p:nvPr/>
          </p:nvSpPr>
          <p:spPr>
            <a:xfrm>
              <a:off x="5183439" y="693849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1" name="object 1151" descr=""/>
            <p:cNvSpPr/>
            <p:nvPr/>
          </p:nvSpPr>
          <p:spPr>
            <a:xfrm>
              <a:off x="5185626" y="6941229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812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591" y="23177"/>
                  </a:lnTo>
                  <a:lnTo>
                    <a:pt x="5943" y="23342"/>
                  </a:lnTo>
                  <a:lnTo>
                    <a:pt x="6159" y="22580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65"/>
                  </a:lnTo>
                  <a:lnTo>
                    <a:pt x="4927" y="19050"/>
                  </a:lnTo>
                  <a:lnTo>
                    <a:pt x="4838" y="20764"/>
                  </a:lnTo>
                  <a:lnTo>
                    <a:pt x="4749" y="22479"/>
                  </a:lnTo>
                  <a:lnTo>
                    <a:pt x="4889" y="23291"/>
                  </a:lnTo>
                  <a:lnTo>
                    <a:pt x="4203" y="23037"/>
                  </a:lnTo>
                  <a:lnTo>
                    <a:pt x="1244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54" y="24574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803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15"/>
                  </a:lnTo>
                  <a:lnTo>
                    <a:pt x="9474" y="25006"/>
                  </a:lnTo>
                  <a:lnTo>
                    <a:pt x="10693" y="24701"/>
                  </a:lnTo>
                  <a:lnTo>
                    <a:pt x="10731" y="23812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29" y="5524"/>
                  </a:lnTo>
                  <a:lnTo>
                    <a:pt x="21082" y="5689"/>
                  </a:lnTo>
                  <a:lnTo>
                    <a:pt x="21297" y="4914"/>
                  </a:lnTo>
                  <a:lnTo>
                    <a:pt x="21450" y="1473"/>
                  </a:lnTo>
                  <a:lnTo>
                    <a:pt x="21209" y="50"/>
                  </a:lnTo>
                  <a:lnTo>
                    <a:pt x="20434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26"/>
                  </a:lnTo>
                  <a:lnTo>
                    <a:pt x="20027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792" y="6908"/>
                  </a:lnTo>
                  <a:lnTo>
                    <a:pt x="19265" y="7010"/>
                  </a:lnTo>
                  <a:lnTo>
                    <a:pt x="19939" y="6858"/>
                  </a:lnTo>
                  <a:lnTo>
                    <a:pt x="19735" y="7607"/>
                  </a:lnTo>
                  <a:lnTo>
                    <a:pt x="19583" y="11049"/>
                  </a:lnTo>
                  <a:lnTo>
                    <a:pt x="19824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56" y="9423"/>
                  </a:lnTo>
                  <a:lnTo>
                    <a:pt x="21145" y="7708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495" y="40525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84"/>
                  </a:lnTo>
                  <a:lnTo>
                    <a:pt x="16675" y="40093"/>
                  </a:lnTo>
                  <a:lnTo>
                    <a:pt x="15455" y="40386"/>
                  </a:lnTo>
                  <a:lnTo>
                    <a:pt x="15417" y="41287"/>
                  </a:lnTo>
                  <a:lnTo>
                    <a:pt x="16598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44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59" y="46050"/>
                  </a:lnTo>
                  <a:lnTo>
                    <a:pt x="21348" y="44335"/>
                  </a:lnTo>
                  <a:lnTo>
                    <a:pt x="21424" y="42608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52"/>
                  </a:lnTo>
                  <a:lnTo>
                    <a:pt x="26111" y="41960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493" y="23025"/>
                  </a:lnTo>
                  <a:lnTo>
                    <a:pt x="37020" y="22936"/>
                  </a:lnTo>
                  <a:lnTo>
                    <a:pt x="36372" y="23101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44" y="18796"/>
                  </a:lnTo>
                  <a:lnTo>
                    <a:pt x="35267" y="20510"/>
                  </a:lnTo>
                  <a:lnTo>
                    <a:pt x="35179" y="22237"/>
                  </a:lnTo>
                  <a:lnTo>
                    <a:pt x="35306" y="23050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597" y="24231"/>
                  </a:lnTo>
                  <a:lnTo>
                    <a:pt x="33083" y="24320"/>
                  </a:lnTo>
                  <a:lnTo>
                    <a:pt x="34556" y="24422"/>
                  </a:lnTo>
                  <a:lnTo>
                    <a:pt x="35229" y="24269"/>
                  </a:lnTo>
                  <a:lnTo>
                    <a:pt x="35026" y="25019"/>
                  </a:lnTo>
                  <a:lnTo>
                    <a:pt x="34874" y="28473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58" y="28549"/>
                  </a:lnTo>
                  <a:lnTo>
                    <a:pt x="36347" y="26835"/>
                  </a:lnTo>
                  <a:lnTo>
                    <a:pt x="36423" y="25120"/>
                  </a:lnTo>
                  <a:lnTo>
                    <a:pt x="36283" y="24333"/>
                  </a:lnTo>
                  <a:lnTo>
                    <a:pt x="36944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2" name="object 1152" descr=""/>
            <p:cNvSpPr/>
            <p:nvPr/>
          </p:nvSpPr>
          <p:spPr>
            <a:xfrm>
              <a:off x="5136316" y="693849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3" name="object 1153" descr=""/>
            <p:cNvSpPr/>
            <p:nvPr/>
          </p:nvSpPr>
          <p:spPr>
            <a:xfrm>
              <a:off x="5153926" y="6941229"/>
              <a:ext cx="55880" cy="47625"/>
            </a:xfrm>
            <a:custGeom>
              <a:avLst/>
              <a:gdLst/>
              <a:ahLst/>
              <a:cxnLst/>
              <a:rect l="l" t="t" r="r" b="b"/>
              <a:pathLst>
                <a:path w="55879" h="47625">
                  <a:moveTo>
                    <a:pt x="10452" y="5524"/>
                  </a:moveTo>
                  <a:lnTo>
                    <a:pt x="6032" y="5524"/>
                  </a:lnTo>
                  <a:lnTo>
                    <a:pt x="6032" y="0"/>
                  </a:lnTo>
                  <a:lnTo>
                    <a:pt x="5321" y="0"/>
                  </a:lnTo>
                  <a:lnTo>
                    <a:pt x="5321" y="12522"/>
                  </a:lnTo>
                  <a:lnTo>
                    <a:pt x="5715" y="12522"/>
                  </a:lnTo>
                  <a:lnTo>
                    <a:pt x="5715" y="7340"/>
                  </a:lnTo>
                  <a:lnTo>
                    <a:pt x="10452" y="7340"/>
                  </a:lnTo>
                  <a:lnTo>
                    <a:pt x="10452" y="5524"/>
                  </a:lnTo>
                  <a:close/>
                </a:path>
                <a:path w="55879" h="47625">
                  <a:moveTo>
                    <a:pt x="25730" y="23558"/>
                  </a:moveTo>
                  <a:lnTo>
                    <a:pt x="24549" y="23114"/>
                  </a:lnTo>
                  <a:lnTo>
                    <a:pt x="23075" y="23025"/>
                  </a:lnTo>
                  <a:lnTo>
                    <a:pt x="21602" y="22936"/>
                  </a:lnTo>
                  <a:lnTo>
                    <a:pt x="20942" y="23101"/>
                  </a:lnTo>
                  <a:lnTo>
                    <a:pt x="21158" y="22326"/>
                  </a:lnTo>
                  <a:lnTo>
                    <a:pt x="21323" y="18884"/>
                  </a:lnTo>
                  <a:lnTo>
                    <a:pt x="21082" y="17462"/>
                  </a:lnTo>
                  <a:lnTo>
                    <a:pt x="20307" y="17411"/>
                  </a:lnTo>
                  <a:lnTo>
                    <a:pt x="19926" y="18796"/>
                  </a:lnTo>
                  <a:lnTo>
                    <a:pt x="19837" y="20510"/>
                  </a:lnTo>
                  <a:lnTo>
                    <a:pt x="19761" y="22237"/>
                  </a:lnTo>
                  <a:lnTo>
                    <a:pt x="19888" y="23050"/>
                  </a:lnTo>
                  <a:lnTo>
                    <a:pt x="19202" y="22783"/>
                  </a:lnTo>
                  <a:lnTo>
                    <a:pt x="16256" y="22593"/>
                  </a:lnTo>
                  <a:lnTo>
                    <a:pt x="15036" y="22885"/>
                  </a:lnTo>
                  <a:lnTo>
                    <a:pt x="14998" y="23787"/>
                  </a:lnTo>
                  <a:lnTo>
                    <a:pt x="16179" y="24231"/>
                  </a:lnTo>
                  <a:lnTo>
                    <a:pt x="17653" y="24320"/>
                  </a:lnTo>
                  <a:lnTo>
                    <a:pt x="19126" y="24422"/>
                  </a:lnTo>
                  <a:lnTo>
                    <a:pt x="19812" y="24269"/>
                  </a:lnTo>
                  <a:lnTo>
                    <a:pt x="19608" y="25019"/>
                  </a:lnTo>
                  <a:lnTo>
                    <a:pt x="19443" y="28473"/>
                  </a:lnTo>
                  <a:lnTo>
                    <a:pt x="19685" y="29883"/>
                  </a:lnTo>
                  <a:lnTo>
                    <a:pt x="20459" y="29933"/>
                  </a:lnTo>
                  <a:lnTo>
                    <a:pt x="20840" y="28549"/>
                  </a:lnTo>
                  <a:lnTo>
                    <a:pt x="20916" y="26835"/>
                  </a:lnTo>
                  <a:lnTo>
                    <a:pt x="21005" y="25120"/>
                  </a:lnTo>
                  <a:lnTo>
                    <a:pt x="20853" y="24320"/>
                  </a:lnTo>
                  <a:lnTo>
                    <a:pt x="21526" y="24561"/>
                  </a:lnTo>
                  <a:lnTo>
                    <a:pt x="24472" y="24752"/>
                  </a:lnTo>
                  <a:lnTo>
                    <a:pt x="25692" y="24460"/>
                  </a:lnTo>
                  <a:lnTo>
                    <a:pt x="25730" y="23558"/>
                  </a:lnTo>
                  <a:close/>
                </a:path>
                <a:path w="55879" h="47625">
                  <a:moveTo>
                    <a:pt x="55384" y="40093"/>
                  </a:moveTo>
                  <a:lnTo>
                    <a:pt x="6311" y="40093"/>
                  </a:lnTo>
                  <a:lnTo>
                    <a:pt x="6311" y="34912"/>
                  </a:lnTo>
                  <a:lnTo>
                    <a:pt x="5321" y="34912"/>
                  </a:lnTo>
                  <a:lnTo>
                    <a:pt x="5321" y="40093"/>
                  </a:lnTo>
                  <a:lnTo>
                    <a:pt x="0" y="40093"/>
                  </a:lnTo>
                  <a:lnTo>
                    <a:pt x="0" y="41910"/>
                  </a:lnTo>
                  <a:lnTo>
                    <a:pt x="5321" y="41910"/>
                  </a:lnTo>
                  <a:lnTo>
                    <a:pt x="5321" y="47434"/>
                  </a:lnTo>
                  <a:lnTo>
                    <a:pt x="6007" y="47434"/>
                  </a:lnTo>
                  <a:lnTo>
                    <a:pt x="6007" y="41910"/>
                  </a:lnTo>
                  <a:lnTo>
                    <a:pt x="6527" y="42062"/>
                  </a:lnTo>
                  <a:lnTo>
                    <a:pt x="9474" y="42252"/>
                  </a:lnTo>
                  <a:lnTo>
                    <a:pt x="10693" y="41960"/>
                  </a:lnTo>
                  <a:lnTo>
                    <a:pt x="55384" y="41910"/>
                  </a:lnTo>
                  <a:lnTo>
                    <a:pt x="55384" y="40093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4" name="object 1154" descr=""/>
            <p:cNvSpPr/>
            <p:nvPr/>
          </p:nvSpPr>
          <p:spPr>
            <a:xfrm>
              <a:off x="5229238" y="693849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5" name="object 1155" descr=""/>
            <p:cNvSpPr/>
            <p:nvPr/>
          </p:nvSpPr>
          <p:spPr>
            <a:xfrm>
              <a:off x="5231422" y="6941229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812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80"/>
                  </a:lnTo>
                  <a:lnTo>
                    <a:pt x="6311" y="19126"/>
                  </a:lnTo>
                  <a:lnTo>
                    <a:pt x="6083" y="17716"/>
                  </a:lnTo>
                  <a:lnTo>
                    <a:pt x="5295" y="17665"/>
                  </a:lnTo>
                  <a:lnTo>
                    <a:pt x="4927" y="19050"/>
                  </a:lnTo>
                  <a:lnTo>
                    <a:pt x="4838" y="20764"/>
                  </a:lnTo>
                  <a:lnTo>
                    <a:pt x="4762" y="22479"/>
                  </a:lnTo>
                  <a:lnTo>
                    <a:pt x="4889" y="23304"/>
                  </a:lnTo>
                  <a:lnTo>
                    <a:pt x="4203" y="23037"/>
                  </a:lnTo>
                  <a:lnTo>
                    <a:pt x="1257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54" y="24574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803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15"/>
                  </a:lnTo>
                  <a:lnTo>
                    <a:pt x="9474" y="25006"/>
                  </a:lnTo>
                  <a:lnTo>
                    <a:pt x="10693" y="24701"/>
                  </a:lnTo>
                  <a:lnTo>
                    <a:pt x="10731" y="23812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24"/>
                  </a:lnTo>
                  <a:lnTo>
                    <a:pt x="21082" y="5689"/>
                  </a:lnTo>
                  <a:lnTo>
                    <a:pt x="21297" y="4914"/>
                  </a:lnTo>
                  <a:lnTo>
                    <a:pt x="21463" y="1473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26"/>
                  </a:lnTo>
                  <a:lnTo>
                    <a:pt x="20027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792" y="6908"/>
                  </a:lnTo>
                  <a:lnTo>
                    <a:pt x="19278" y="7010"/>
                  </a:lnTo>
                  <a:lnTo>
                    <a:pt x="19951" y="6858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24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45" y="7708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84"/>
                  </a:lnTo>
                  <a:lnTo>
                    <a:pt x="16675" y="40093"/>
                  </a:lnTo>
                  <a:lnTo>
                    <a:pt x="15468" y="40386"/>
                  </a:lnTo>
                  <a:lnTo>
                    <a:pt x="15417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59" y="46050"/>
                  </a:lnTo>
                  <a:lnTo>
                    <a:pt x="21348" y="44335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52"/>
                  </a:lnTo>
                  <a:lnTo>
                    <a:pt x="26123" y="41960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20" y="22936"/>
                  </a:lnTo>
                  <a:lnTo>
                    <a:pt x="36372" y="23101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79" y="22237"/>
                  </a:lnTo>
                  <a:lnTo>
                    <a:pt x="35306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56" y="24422"/>
                  </a:lnTo>
                  <a:lnTo>
                    <a:pt x="35229" y="24269"/>
                  </a:lnTo>
                  <a:lnTo>
                    <a:pt x="35026" y="25019"/>
                  </a:lnTo>
                  <a:lnTo>
                    <a:pt x="34874" y="28473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47" y="26835"/>
                  </a:lnTo>
                  <a:lnTo>
                    <a:pt x="36436" y="25120"/>
                  </a:lnTo>
                  <a:lnTo>
                    <a:pt x="36283" y="24333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6" name="object 1156" descr=""/>
            <p:cNvSpPr/>
            <p:nvPr/>
          </p:nvSpPr>
          <p:spPr>
            <a:xfrm>
              <a:off x="5159564" y="6902965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7" name="object 1157" descr=""/>
            <p:cNvSpPr/>
            <p:nvPr/>
          </p:nvSpPr>
          <p:spPr>
            <a:xfrm>
              <a:off x="5161749" y="6905707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591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65"/>
                  </a:lnTo>
                  <a:lnTo>
                    <a:pt x="4927" y="19050"/>
                  </a:lnTo>
                  <a:lnTo>
                    <a:pt x="4838" y="20764"/>
                  </a:lnTo>
                  <a:lnTo>
                    <a:pt x="4749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39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74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14"/>
                  </a:lnTo>
                  <a:lnTo>
                    <a:pt x="21450" y="1460"/>
                  </a:lnTo>
                  <a:lnTo>
                    <a:pt x="21209" y="50"/>
                  </a:lnTo>
                  <a:lnTo>
                    <a:pt x="20434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27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792" y="6908"/>
                  </a:lnTo>
                  <a:lnTo>
                    <a:pt x="19265" y="6997"/>
                  </a:lnTo>
                  <a:lnTo>
                    <a:pt x="19939" y="6845"/>
                  </a:lnTo>
                  <a:lnTo>
                    <a:pt x="19735" y="7607"/>
                  </a:lnTo>
                  <a:lnTo>
                    <a:pt x="19583" y="11049"/>
                  </a:lnTo>
                  <a:lnTo>
                    <a:pt x="19824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56" y="9423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495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75" y="40093"/>
                  </a:lnTo>
                  <a:lnTo>
                    <a:pt x="15468" y="40386"/>
                  </a:lnTo>
                  <a:lnTo>
                    <a:pt x="15417" y="41287"/>
                  </a:lnTo>
                  <a:lnTo>
                    <a:pt x="16598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50"/>
                  </a:lnTo>
                  <a:lnTo>
                    <a:pt x="21348" y="44323"/>
                  </a:lnTo>
                  <a:lnTo>
                    <a:pt x="21424" y="42608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40"/>
                  </a:lnTo>
                  <a:lnTo>
                    <a:pt x="26111" y="41948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493" y="23025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44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58" y="28549"/>
                  </a:lnTo>
                  <a:lnTo>
                    <a:pt x="36347" y="26835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44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8" name="object 1158" descr=""/>
            <p:cNvSpPr/>
            <p:nvPr/>
          </p:nvSpPr>
          <p:spPr>
            <a:xfrm>
              <a:off x="5113047" y="6902965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9" name="object 1159" descr=""/>
            <p:cNvSpPr/>
            <p:nvPr/>
          </p:nvSpPr>
          <p:spPr>
            <a:xfrm>
              <a:off x="5206081" y="682988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0" name="object 1160" descr=""/>
            <p:cNvSpPr/>
            <p:nvPr/>
          </p:nvSpPr>
          <p:spPr>
            <a:xfrm>
              <a:off x="5208257" y="6832631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37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47"/>
                  </a:lnTo>
                  <a:lnTo>
                    <a:pt x="50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15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28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73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32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74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86" y="40589"/>
                  </a:lnTo>
                  <a:lnTo>
                    <a:pt x="21590" y="39827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51"/>
                  </a:lnTo>
                  <a:lnTo>
                    <a:pt x="19634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50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17" y="42240"/>
                  </a:lnTo>
                  <a:lnTo>
                    <a:pt x="26123" y="41948"/>
                  </a:lnTo>
                  <a:lnTo>
                    <a:pt x="26174" y="41046"/>
                  </a:lnTo>
                  <a:close/>
                </a:path>
                <a:path w="41275" h="47625">
                  <a:moveTo>
                    <a:pt x="41173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23"/>
                  </a:lnTo>
                  <a:lnTo>
                    <a:pt x="36385" y="23088"/>
                  </a:lnTo>
                  <a:lnTo>
                    <a:pt x="36588" y="22326"/>
                  </a:lnTo>
                  <a:lnTo>
                    <a:pt x="36753" y="18884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80" y="20510"/>
                  </a:lnTo>
                  <a:lnTo>
                    <a:pt x="35191" y="22225"/>
                  </a:lnTo>
                  <a:lnTo>
                    <a:pt x="35318" y="23037"/>
                  </a:lnTo>
                  <a:lnTo>
                    <a:pt x="34645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96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20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73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1" name="object 1161" descr=""/>
            <p:cNvSpPr/>
            <p:nvPr/>
          </p:nvSpPr>
          <p:spPr>
            <a:xfrm>
              <a:off x="5183439" y="686541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2" name="object 1162" descr=""/>
            <p:cNvSpPr/>
            <p:nvPr/>
          </p:nvSpPr>
          <p:spPr>
            <a:xfrm>
              <a:off x="5185626" y="686815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812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591" y="23177"/>
                  </a:lnTo>
                  <a:lnTo>
                    <a:pt x="5943" y="23342"/>
                  </a:lnTo>
                  <a:lnTo>
                    <a:pt x="6159" y="22580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65"/>
                  </a:lnTo>
                  <a:lnTo>
                    <a:pt x="4927" y="19050"/>
                  </a:lnTo>
                  <a:lnTo>
                    <a:pt x="4838" y="20764"/>
                  </a:lnTo>
                  <a:lnTo>
                    <a:pt x="4749" y="22479"/>
                  </a:lnTo>
                  <a:lnTo>
                    <a:pt x="4889" y="23291"/>
                  </a:lnTo>
                  <a:lnTo>
                    <a:pt x="4203" y="23037"/>
                  </a:lnTo>
                  <a:lnTo>
                    <a:pt x="1244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54" y="24574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87"/>
                  </a:lnTo>
                  <a:lnTo>
                    <a:pt x="5842" y="28803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15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812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29" y="5511"/>
                  </a:lnTo>
                  <a:lnTo>
                    <a:pt x="21082" y="5676"/>
                  </a:lnTo>
                  <a:lnTo>
                    <a:pt x="21297" y="4914"/>
                  </a:lnTo>
                  <a:lnTo>
                    <a:pt x="21450" y="1473"/>
                  </a:lnTo>
                  <a:lnTo>
                    <a:pt x="21209" y="50"/>
                  </a:lnTo>
                  <a:lnTo>
                    <a:pt x="20434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27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792" y="6908"/>
                  </a:lnTo>
                  <a:lnTo>
                    <a:pt x="19265" y="7010"/>
                  </a:lnTo>
                  <a:lnTo>
                    <a:pt x="19939" y="6845"/>
                  </a:lnTo>
                  <a:lnTo>
                    <a:pt x="19735" y="7607"/>
                  </a:lnTo>
                  <a:lnTo>
                    <a:pt x="19583" y="11049"/>
                  </a:lnTo>
                  <a:lnTo>
                    <a:pt x="19824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56" y="9423"/>
                  </a:lnTo>
                  <a:lnTo>
                    <a:pt x="21145" y="7708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495" y="40525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84"/>
                  </a:lnTo>
                  <a:lnTo>
                    <a:pt x="16675" y="40093"/>
                  </a:lnTo>
                  <a:lnTo>
                    <a:pt x="15455" y="40386"/>
                  </a:lnTo>
                  <a:lnTo>
                    <a:pt x="15417" y="41287"/>
                  </a:lnTo>
                  <a:lnTo>
                    <a:pt x="16598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44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59" y="46050"/>
                  </a:lnTo>
                  <a:lnTo>
                    <a:pt x="21348" y="44335"/>
                  </a:lnTo>
                  <a:lnTo>
                    <a:pt x="21424" y="42608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52"/>
                  </a:lnTo>
                  <a:lnTo>
                    <a:pt x="26111" y="41960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493" y="23025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44" y="18796"/>
                  </a:lnTo>
                  <a:lnTo>
                    <a:pt x="35267" y="20510"/>
                  </a:lnTo>
                  <a:lnTo>
                    <a:pt x="35179" y="22237"/>
                  </a:lnTo>
                  <a:lnTo>
                    <a:pt x="35318" y="23050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597" y="24231"/>
                  </a:lnTo>
                  <a:lnTo>
                    <a:pt x="33083" y="24320"/>
                  </a:lnTo>
                  <a:lnTo>
                    <a:pt x="34556" y="24422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58" y="28549"/>
                  </a:lnTo>
                  <a:lnTo>
                    <a:pt x="36347" y="26835"/>
                  </a:lnTo>
                  <a:lnTo>
                    <a:pt x="36423" y="25120"/>
                  </a:lnTo>
                  <a:lnTo>
                    <a:pt x="36283" y="24320"/>
                  </a:lnTo>
                  <a:lnTo>
                    <a:pt x="36944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3" name="object 1163" descr=""/>
            <p:cNvSpPr/>
            <p:nvPr/>
          </p:nvSpPr>
          <p:spPr>
            <a:xfrm>
              <a:off x="5136316" y="686541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4" name="object 1164" descr=""/>
            <p:cNvSpPr/>
            <p:nvPr/>
          </p:nvSpPr>
          <p:spPr>
            <a:xfrm>
              <a:off x="5153926" y="6868153"/>
              <a:ext cx="55880" cy="47625"/>
            </a:xfrm>
            <a:custGeom>
              <a:avLst/>
              <a:gdLst/>
              <a:ahLst/>
              <a:cxnLst/>
              <a:rect l="l" t="t" r="r" b="b"/>
              <a:pathLst>
                <a:path w="55879" h="47625">
                  <a:moveTo>
                    <a:pt x="10452" y="5511"/>
                  </a:moveTo>
                  <a:lnTo>
                    <a:pt x="6032" y="5511"/>
                  </a:lnTo>
                  <a:lnTo>
                    <a:pt x="6032" y="0"/>
                  </a:lnTo>
                  <a:lnTo>
                    <a:pt x="5321" y="0"/>
                  </a:lnTo>
                  <a:lnTo>
                    <a:pt x="5321" y="12522"/>
                  </a:lnTo>
                  <a:lnTo>
                    <a:pt x="5715" y="12522"/>
                  </a:lnTo>
                  <a:lnTo>
                    <a:pt x="5715" y="7340"/>
                  </a:lnTo>
                  <a:lnTo>
                    <a:pt x="10452" y="7340"/>
                  </a:lnTo>
                  <a:lnTo>
                    <a:pt x="10452" y="5511"/>
                  </a:lnTo>
                  <a:close/>
                </a:path>
                <a:path w="55879" h="47625">
                  <a:moveTo>
                    <a:pt x="25730" y="23558"/>
                  </a:moveTo>
                  <a:lnTo>
                    <a:pt x="24549" y="23114"/>
                  </a:lnTo>
                  <a:lnTo>
                    <a:pt x="23075" y="23025"/>
                  </a:lnTo>
                  <a:lnTo>
                    <a:pt x="21602" y="22923"/>
                  </a:lnTo>
                  <a:lnTo>
                    <a:pt x="20942" y="23088"/>
                  </a:lnTo>
                  <a:lnTo>
                    <a:pt x="21158" y="22326"/>
                  </a:lnTo>
                  <a:lnTo>
                    <a:pt x="21323" y="18884"/>
                  </a:lnTo>
                  <a:lnTo>
                    <a:pt x="21082" y="17462"/>
                  </a:lnTo>
                  <a:lnTo>
                    <a:pt x="20307" y="17411"/>
                  </a:lnTo>
                  <a:lnTo>
                    <a:pt x="19926" y="18796"/>
                  </a:lnTo>
                  <a:lnTo>
                    <a:pt x="19837" y="20510"/>
                  </a:lnTo>
                  <a:lnTo>
                    <a:pt x="19761" y="22237"/>
                  </a:lnTo>
                  <a:lnTo>
                    <a:pt x="19900" y="23050"/>
                  </a:lnTo>
                  <a:lnTo>
                    <a:pt x="19202" y="22783"/>
                  </a:lnTo>
                  <a:lnTo>
                    <a:pt x="16256" y="22593"/>
                  </a:lnTo>
                  <a:lnTo>
                    <a:pt x="15036" y="22885"/>
                  </a:lnTo>
                  <a:lnTo>
                    <a:pt x="14998" y="23787"/>
                  </a:lnTo>
                  <a:lnTo>
                    <a:pt x="16179" y="24231"/>
                  </a:lnTo>
                  <a:lnTo>
                    <a:pt x="17653" y="24320"/>
                  </a:lnTo>
                  <a:lnTo>
                    <a:pt x="19126" y="24422"/>
                  </a:lnTo>
                  <a:lnTo>
                    <a:pt x="19812" y="24257"/>
                  </a:lnTo>
                  <a:lnTo>
                    <a:pt x="19608" y="25019"/>
                  </a:lnTo>
                  <a:lnTo>
                    <a:pt x="19443" y="28460"/>
                  </a:lnTo>
                  <a:lnTo>
                    <a:pt x="19685" y="29883"/>
                  </a:lnTo>
                  <a:lnTo>
                    <a:pt x="20459" y="29933"/>
                  </a:lnTo>
                  <a:lnTo>
                    <a:pt x="20840" y="28549"/>
                  </a:lnTo>
                  <a:lnTo>
                    <a:pt x="20916" y="26835"/>
                  </a:lnTo>
                  <a:lnTo>
                    <a:pt x="21005" y="25120"/>
                  </a:lnTo>
                  <a:lnTo>
                    <a:pt x="20853" y="24320"/>
                  </a:lnTo>
                  <a:lnTo>
                    <a:pt x="21526" y="24561"/>
                  </a:lnTo>
                  <a:lnTo>
                    <a:pt x="24472" y="24752"/>
                  </a:lnTo>
                  <a:lnTo>
                    <a:pt x="25692" y="24460"/>
                  </a:lnTo>
                  <a:lnTo>
                    <a:pt x="25730" y="23558"/>
                  </a:lnTo>
                  <a:close/>
                </a:path>
                <a:path w="55879" h="47625">
                  <a:moveTo>
                    <a:pt x="55384" y="40093"/>
                  </a:moveTo>
                  <a:lnTo>
                    <a:pt x="6311" y="40093"/>
                  </a:lnTo>
                  <a:lnTo>
                    <a:pt x="6311" y="34912"/>
                  </a:lnTo>
                  <a:lnTo>
                    <a:pt x="5321" y="34912"/>
                  </a:lnTo>
                  <a:lnTo>
                    <a:pt x="5321" y="40093"/>
                  </a:lnTo>
                  <a:lnTo>
                    <a:pt x="0" y="40093"/>
                  </a:lnTo>
                  <a:lnTo>
                    <a:pt x="0" y="41910"/>
                  </a:lnTo>
                  <a:lnTo>
                    <a:pt x="5321" y="41910"/>
                  </a:lnTo>
                  <a:lnTo>
                    <a:pt x="5321" y="47434"/>
                  </a:lnTo>
                  <a:lnTo>
                    <a:pt x="6007" y="47434"/>
                  </a:lnTo>
                  <a:lnTo>
                    <a:pt x="6007" y="41910"/>
                  </a:lnTo>
                  <a:lnTo>
                    <a:pt x="6527" y="42062"/>
                  </a:lnTo>
                  <a:lnTo>
                    <a:pt x="9474" y="42252"/>
                  </a:lnTo>
                  <a:lnTo>
                    <a:pt x="10693" y="41960"/>
                  </a:lnTo>
                  <a:lnTo>
                    <a:pt x="55384" y="41910"/>
                  </a:lnTo>
                  <a:lnTo>
                    <a:pt x="55384" y="40093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5" name="object 1165" descr=""/>
            <p:cNvSpPr/>
            <p:nvPr/>
          </p:nvSpPr>
          <p:spPr>
            <a:xfrm>
              <a:off x="5229238" y="686541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6" name="object 1166" descr=""/>
            <p:cNvSpPr/>
            <p:nvPr/>
          </p:nvSpPr>
          <p:spPr>
            <a:xfrm>
              <a:off x="5231422" y="686815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812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80"/>
                  </a:lnTo>
                  <a:lnTo>
                    <a:pt x="6311" y="19126"/>
                  </a:lnTo>
                  <a:lnTo>
                    <a:pt x="6083" y="17716"/>
                  </a:lnTo>
                  <a:lnTo>
                    <a:pt x="5295" y="17665"/>
                  </a:lnTo>
                  <a:lnTo>
                    <a:pt x="4927" y="19050"/>
                  </a:lnTo>
                  <a:lnTo>
                    <a:pt x="4838" y="20764"/>
                  </a:lnTo>
                  <a:lnTo>
                    <a:pt x="4762" y="22479"/>
                  </a:lnTo>
                  <a:lnTo>
                    <a:pt x="4889" y="23304"/>
                  </a:lnTo>
                  <a:lnTo>
                    <a:pt x="4203" y="23037"/>
                  </a:lnTo>
                  <a:lnTo>
                    <a:pt x="1257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54" y="24574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87"/>
                  </a:lnTo>
                  <a:lnTo>
                    <a:pt x="5842" y="28803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15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812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14"/>
                  </a:lnTo>
                  <a:lnTo>
                    <a:pt x="21463" y="1473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27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792" y="6908"/>
                  </a:lnTo>
                  <a:lnTo>
                    <a:pt x="19278" y="7010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24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45" y="7708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84"/>
                  </a:lnTo>
                  <a:lnTo>
                    <a:pt x="16675" y="40093"/>
                  </a:lnTo>
                  <a:lnTo>
                    <a:pt x="15468" y="40386"/>
                  </a:lnTo>
                  <a:lnTo>
                    <a:pt x="15417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59" y="46050"/>
                  </a:lnTo>
                  <a:lnTo>
                    <a:pt x="21348" y="44335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52"/>
                  </a:lnTo>
                  <a:lnTo>
                    <a:pt x="26123" y="41960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79" y="22237"/>
                  </a:lnTo>
                  <a:lnTo>
                    <a:pt x="35318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56" y="24422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47" y="26835"/>
                  </a:lnTo>
                  <a:lnTo>
                    <a:pt x="36436" y="25120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7" name="object 1167" descr=""/>
            <p:cNvSpPr/>
            <p:nvPr/>
          </p:nvSpPr>
          <p:spPr>
            <a:xfrm>
              <a:off x="5159564" y="682988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8" name="object 1168" descr=""/>
            <p:cNvSpPr/>
            <p:nvPr/>
          </p:nvSpPr>
          <p:spPr>
            <a:xfrm>
              <a:off x="5161749" y="6832631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591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65"/>
                  </a:lnTo>
                  <a:lnTo>
                    <a:pt x="4927" y="19037"/>
                  </a:lnTo>
                  <a:lnTo>
                    <a:pt x="4838" y="20764"/>
                  </a:lnTo>
                  <a:lnTo>
                    <a:pt x="4749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57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54" y="24574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15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14"/>
                  </a:lnTo>
                  <a:lnTo>
                    <a:pt x="21450" y="1473"/>
                  </a:lnTo>
                  <a:lnTo>
                    <a:pt x="21209" y="50"/>
                  </a:lnTo>
                  <a:lnTo>
                    <a:pt x="20434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27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792" y="6908"/>
                  </a:lnTo>
                  <a:lnTo>
                    <a:pt x="19265" y="6997"/>
                  </a:lnTo>
                  <a:lnTo>
                    <a:pt x="19939" y="6845"/>
                  </a:lnTo>
                  <a:lnTo>
                    <a:pt x="19735" y="7607"/>
                  </a:lnTo>
                  <a:lnTo>
                    <a:pt x="19583" y="11049"/>
                  </a:lnTo>
                  <a:lnTo>
                    <a:pt x="19824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56" y="9423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495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84"/>
                  </a:lnTo>
                  <a:lnTo>
                    <a:pt x="16675" y="40093"/>
                  </a:lnTo>
                  <a:lnTo>
                    <a:pt x="15468" y="40386"/>
                  </a:lnTo>
                  <a:lnTo>
                    <a:pt x="15417" y="41287"/>
                  </a:lnTo>
                  <a:lnTo>
                    <a:pt x="16598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50"/>
                  </a:lnTo>
                  <a:lnTo>
                    <a:pt x="21348" y="44323"/>
                  </a:lnTo>
                  <a:lnTo>
                    <a:pt x="21424" y="42608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40"/>
                  </a:lnTo>
                  <a:lnTo>
                    <a:pt x="26111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493" y="23025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44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06" y="23037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58" y="28549"/>
                  </a:lnTo>
                  <a:lnTo>
                    <a:pt x="36347" y="26835"/>
                  </a:lnTo>
                  <a:lnTo>
                    <a:pt x="36436" y="25120"/>
                  </a:lnTo>
                  <a:lnTo>
                    <a:pt x="36283" y="24320"/>
                  </a:lnTo>
                  <a:lnTo>
                    <a:pt x="36944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9" name="object 1169" descr=""/>
            <p:cNvSpPr/>
            <p:nvPr/>
          </p:nvSpPr>
          <p:spPr>
            <a:xfrm>
              <a:off x="5113047" y="682988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0" name="object 1170" descr=""/>
            <p:cNvSpPr/>
            <p:nvPr/>
          </p:nvSpPr>
          <p:spPr>
            <a:xfrm>
              <a:off x="5349674" y="7049285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1" name="object 1171" descr=""/>
            <p:cNvSpPr/>
            <p:nvPr/>
          </p:nvSpPr>
          <p:spPr>
            <a:xfrm>
              <a:off x="5351856" y="7052024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812"/>
                  </a:moveTo>
                  <a:lnTo>
                    <a:pt x="9550" y="23368"/>
                  </a:lnTo>
                  <a:lnTo>
                    <a:pt x="8077" y="23279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59" y="22580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38" y="20764"/>
                  </a:lnTo>
                  <a:lnTo>
                    <a:pt x="4762" y="22479"/>
                  </a:lnTo>
                  <a:lnTo>
                    <a:pt x="4902" y="23304"/>
                  </a:lnTo>
                  <a:lnTo>
                    <a:pt x="4203" y="23037"/>
                  </a:lnTo>
                  <a:lnTo>
                    <a:pt x="1257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54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45" y="28714"/>
                  </a:lnTo>
                  <a:lnTo>
                    <a:pt x="4686" y="30137"/>
                  </a:lnTo>
                  <a:lnTo>
                    <a:pt x="5461" y="30187"/>
                  </a:lnTo>
                  <a:lnTo>
                    <a:pt x="5842" y="28803"/>
                  </a:lnTo>
                  <a:lnTo>
                    <a:pt x="5930" y="27089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15"/>
                  </a:lnTo>
                  <a:lnTo>
                    <a:pt x="9486" y="25006"/>
                  </a:lnTo>
                  <a:lnTo>
                    <a:pt x="10693" y="24714"/>
                  </a:lnTo>
                  <a:lnTo>
                    <a:pt x="10731" y="23812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24"/>
                  </a:lnTo>
                  <a:lnTo>
                    <a:pt x="21082" y="5689"/>
                  </a:lnTo>
                  <a:lnTo>
                    <a:pt x="21297" y="4914"/>
                  </a:lnTo>
                  <a:lnTo>
                    <a:pt x="21463" y="1473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26"/>
                  </a:lnTo>
                  <a:lnTo>
                    <a:pt x="20027" y="5638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805" y="6908"/>
                  </a:lnTo>
                  <a:lnTo>
                    <a:pt x="19278" y="7010"/>
                  </a:lnTo>
                  <a:lnTo>
                    <a:pt x="19951" y="6858"/>
                  </a:lnTo>
                  <a:lnTo>
                    <a:pt x="19748" y="7607"/>
                  </a:lnTo>
                  <a:lnTo>
                    <a:pt x="19583" y="11061"/>
                  </a:lnTo>
                  <a:lnTo>
                    <a:pt x="19837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45" y="7708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31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85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32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72" y="46050"/>
                  </a:lnTo>
                  <a:lnTo>
                    <a:pt x="21348" y="44335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04" y="42252"/>
                  </a:lnTo>
                  <a:lnTo>
                    <a:pt x="26123" y="41960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36"/>
                  </a:lnTo>
                  <a:lnTo>
                    <a:pt x="36372" y="23101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512" y="17475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37"/>
                  </a:lnTo>
                  <a:lnTo>
                    <a:pt x="35318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56" y="24422"/>
                  </a:lnTo>
                  <a:lnTo>
                    <a:pt x="35229" y="24269"/>
                  </a:lnTo>
                  <a:lnTo>
                    <a:pt x="35026" y="25019"/>
                  </a:lnTo>
                  <a:lnTo>
                    <a:pt x="34874" y="28473"/>
                  </a:lnTo>
                  <a:lnTo>
                    <a:pt x="35128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47" y="26835"/>
                  </a:lnTo>
                  <a:lnTo>
                    <a:pt x="36436" y="25120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2" name="object 1172" descr=""/>
            <p:cNvSpPr/>
            <p:nvPr/>
          </p:nvSpPr>
          <p:spPr>
            <a:xfrm>
              <a:off x="5327034" y="708481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3" name="object 1173" descr=""/>
            <p:cNvSpPr/>
            <p:nvPr/>
          </p:nvSpPr>
          <p:spPr>
            <a:xfrm>
              <a:off x="5329212" y="7087558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55"/>
                  </a:lnTo>
                  <a:lnTo>
                    <a:pt x="8077" y="23266"/>
                  </a:lnTo>
                  <a:lnTo>
                    <a:pt x="6604" y="23164"/>
                  </a:lnTo>
                  <a:lnTo>
                    <a:pt x="5956" y="23329"/>
                  </a:lnTo>
                  <a:lnTo>
                    <a:pt x="6159" y="22567"/>
                  </a:lnTo>
                  <a:lnTo>
                    <a:pt x="6324" y="19126"/>
                  </a:lnTo>
                  <a:lnTo>
                    <a:pt x="6083" y="17703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51"/>
                  </a:lnTo>
                  <a:lnTo>
                    <a:pt x="4762" y="22466"/>
                  </a:lnTo>
                  <a:lnTo>
                    <a:pt x="4889" y="23279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67" y="24561"/>
                  </a:lnTo>
                  <a:lnTo>
                    <a:pt x="4140" y="24650"/>
                  </a:lnTo>
                  <a:lnTo>
                    <a:pt x="4813" y="24498"/>
                  </a:lnTo>
                  <a:lnTo>
                    <a:pt x="4610" y="25260"/>
                  </a:lnTo>
                  <a:lnTo>
                    <a:pt x="4457" y="28702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61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34"/>
                  </a:moveTo>
                  <a:lnTo>
                    <a:pt x="24701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71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59"/>
                  </a:lnTo>
                  <a:lnTo>
                    <a:pt x="16395" y="5168"/>
                  </a:lnTo>
                  <a:lnTo>
                    <a:pt x="15189" y="5461"/>
                  </a:lnTo>
                  <a:lnTo>
                    <a:pt x="15138" y="6362"/>
                  </a:lnTo>
                  <a:lnTo>
                    <a:pt x="16319" y="6807"/>
                  </a:lnTo>
                  <a:lnTo>
                    <a:pt x="17805" y="6896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09"/>
                  </a:lnTo>
                  <a:lnTo>
                    <a:pt x="20980" y="11125"/>
                  </a:lnTo>
                  <a:lnTo>
                    <a:pt x="21069" y="9410"/>
                  </a:lnTo>
                  <a:lnTo>
                    <a:pt x="21145" y="7696"/>
                  </a:lnTo>
                  <a:lnTo>
                    <a:pt x="21005" y="6908"/>
                  </a:lnTo>
                  <a:lnTo>
                    <a:pt x="21666" y="7137"/>
                  </a:lnTo>
                  <a:lnTo>
                    <a:pt x="24625" y="7327"/>
                  </a:lnTo>
                  <a:lnTo>
                    <a:pt x="25844" y="7035"/>
                  </a:lnTo>
                  <a:lnTo>
                    <a:pt x="25882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01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50"/>
                  </a:lnTo>
                  <a:lnTo>
                    <a:pt x="20739" y="34899"/>
                  </a:lnTo>
                  <a:lnTo>
                    <a:pt x="20358" y="36283"/>
                  </a:lnTo>
                  <a:lnTo>
                    <a:pt x="20269" y="37998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34" y="40271"/>
                  </a:lnTo>
                  <a:lnTo>
                    <a:pt x="16687" y="40081"/>
                  </a:lnTo>
                  <a:lnTo>
                    <a:pt x="15468" y="40373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43" y="41757"/>
                  </a:lnTo>
                  <a:lnTo>
                    <a:pt x="20040" y="42506"/>
                  </a:lnTo>
                  <a:lnTo>
                    <a:pt x="19875" y="45948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45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33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83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31" y="23037"/>
                  </a:lnTo>
                  <a:lnTo>
                    <a:pt x="34632" y="22771"/>
                  </a:lnTo>
                  <a:lnTo>
                    <a:pt x="31686" y="22580"/>
                  </a:lnTo>
                  <a:lnTo>
                    <a:pt x="30467" y="22885"/>
                  </a:lnTo>
                  <a:lnTo>
                    <a:pt x="30429" y="23774"/>
                  </a:lnTo>
                  <a:lnTo>
                    <a:pt x="31610" y="24218"/>
                  </a:lnTo>
                  <a:lnTo>
                    <a:pt x="33083" y="24307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71" y="28536"/>
                  </a:lnTo>
                  <a:lnTo>
                    <a:pt x="36360" y="26822"/>
                  </a:lnTo>
                  <a:lnTo>
                    <a:pt x="36436" y="25107"/>
                  </a:lnTo>
                  <a:lnTo>
                    <a:pt x="36283" y="24307"/>
                  </a:lnTo>
                  <a:lnTo>
                    <a:pt x="36957" y="24549"/>
                  </a:lnTo>
                  <a:lnTo>
                    <a:pt x="39916" y="24739"/>
                  </a:lnTo>
                  <a:lnTo>
                    <a:pt x="41122" y="24447"/>
                  </a:lnTo>
                  <a:lnTo>
                    <a:pt x="41160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4" name="object 1174" descr=""/>
            <p:cNvSpPr/>
            <p:nvPr/>
          </p:nvSpPr>
          <p:spPr>
            <a:xfrm>
              <a:off x="5279911" y="708481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5" name="object 1175" descr=""/>
            <p:cNvSpPr/>
            <p:nvPr/>
          </p:nvSpPr>
          <p:spPr>
            <a:xfrm>
              <a:off x="5282095" y="7087558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55"/>
                  </a:lnTo>
                  <a:lnTo>
                    <a:pt x="8077" y="23266"/>
                  </a:lnTo>
                  <a:lnTo>
                    <a:pt x="6604" y="23164"/>
                  </a:lnTo>
                  <a:lnTo>
                    <a:pt x="5943" y="23329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03"/>
                  </a:lnTo>
                  <a:lnTo>
                    <a:pt x="5295" y="17653"/>
                  </a:lnTo>
                  <a:lnTo>
                    <a:pt x="4927" y="19037"/>
                  </a:lnTo>
                  <a:lnTo>
                    <a:pt x="4838" y="20751"/>
                  </a:lnTo>
                  <a:lnTo>
                    <a:pt x="4762" y="22466"/>
                  </a:lnTo>
                  <a:lnTo>
                    <a:pt x="4889" y="23279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50"/>
                  </a:lnTo>
                  <a:lnTo>
                    <a:pt x="4800" y="24498"/>
                  </a:lnTo>
                  <a:lnTo>
                    <a:pt x="4597" y="25260"/>
                  </a:lnTo>
                  <a:lnTo>
                    <a:pt x="4445" y="28702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34"/>
                  </a:moveTo>
                  <a:lnTo>
                    <a:pt x="24688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71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42" y="5359"/>
                  </a:lnTo>
                  <a:lnTo>
                    <a:pt x="16395" y="5168"/>
                  </a:lnTo>
                  <a:lnTo>
                    <a:pt x="15176" y="5461"/>
                  </a:lnTo>
                  <a:lnTo>
                    <a:pt x="15138" y="6362"/>
                  </a:lnTo>
                  <a:lnTo>
                    <a:pt x="16319" y="6807"/>
                  </a:lnTo>
                  <a:lnTo>
                    <a:pt x="17792" y="6896"/>
                  </a:lnTo>
                  <a:lnTo>
                    <a:pt x="19265" y="6997"/>
                  </a:lnTo>
                  <a:lnTo>
                    <a:pt x="19951" y="6832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24" y="12458"/>
                  </a:lnTo>
                  <a:lnTo>
                    <a:pt x="20599" y="12509"/>
                  </a:lnTo>
                  <a:lnTo>
                    <a:pt x="20980" y="11125"/>
                  </a:lnTo>
                  <a:lnTo>
                    <a:pt x="21056" y="9410"/>
                  </a:lnTo>
                  <a:lnTo>
                    <a:pt x="21145" y="7696"/>
                  </a:lnTo>
                  <a:lnTo>
                    <a:pt x="20993" y="6896"/>
                  </a:lnTo>
                  <a:lnTo>
                    <a:pt x="21666" y="7137"/>
                  </a:lnTo>
                  <a:lnTo>
                    <a:pt x="24612" y="7327"/>
                  </a:lnTo>
                  <a:lnTo>
                    <a:pt x="25831" y="7035"/>
                  </a:lnTo>
                  <a:lnTo>
                    <a:pt x="25869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01"/>
                  </a:lnTo>
                  <a:lnTo>
                    <a:pt x="23507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50"/>
                  </a:lnTo>
                  <a:lnTo>
                    <a:pt x="20726" y="34899"/>
                  </a:lnTo>
                  <a:lnTo>
                    <a:pt x="20345" y="36283"/>
                  </a:lnTo>
                  <a:lnTo>
                    <a:pt x="20269" y="37998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75" y="40081"/>
                  </a:lnTo>
                  <a:lnTo>
                    <a:pt x="15468" y="40373"/>
                  </a:lnTo>
                  <a:lnTo>
                    <a:pt x="15417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06"/>
                  </a:lnTo>
                  <a:lnTo>
                    <a:pt x="19875" y="45948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37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45" y="42049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45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56" y="18783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71"/>
                  </a:lnTo>
                  <a:lnTo>
                    <a:pt x="31673" y="22580"/>
                  </a:lnTo>
                  <a:lnTo>
                    <a:pt x="30467" y="22885"/>
                  </a:lnTo>
                  <a:lnTo>
                    <a:pt x="30416" y="23774"/>
                  </a:lnTo>
                  <a:lnTo>
                    <a:pt x="31610" y="24218"/>
                  </a:lnTo>
                  <a:lnTo>
                    <a:pt x="33083" y="24307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58" y="28536"/>
                  </a:lnTo>
                  <a:lnTo>
                    <a:pt x="36347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49"/>
                  </a:lnTo>
                  <a:lnTo>
                    <a:pt x="39903" y="24739"/>
                  </a:lnTo>
                  <a:lnTo>
                    <a:pt x="41122" y="24447"/>
                  </a:lnTo>
                  <a:lnTo>
                    <a:pt x="41160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6" name="object 1176" descr=""/>
            <p:cNvSpPr/>
            <p:nvPr/>
          </p:nvSpPr>
          <p:spPr>
            <a:xfrm>
              <a:off x="5372833" y="7084810"/>
              <a:ext cx="29845" cy="53975"/>
            </a:xfrm>
            <a:custGeom>
              <a:avLst/>
              <a:gdLst/>
              <a:ahLst/>
              <a:cxnLst/>
              <a:rect l="l" t="t" r="r" b="b"/>
              <a:pathLst>
                <a:path w="29845" h="53975">
                  <a:moveTo>
                    <a:pt x="0" y="26711"/>
                  </a:moveTo>
                  <a:lnTo>
                    <a:pt x="22899" y="53422"/>
                  </a:lnTo>
                  <a:lnTo>
                    <a:pt x="29745" y="45437"/>
                  </a:lnTo>
                </a:path>
                <a:path w="29845" h="53975">
                  <a:moveTo>
                    <a:pt x="29745" y="7985"/>
                  </a:moveTo>
                  <a:lnTo>
                    <a:pt x="22899" y="0"/>
                  </a:lnTo>
                  <a:lnTo>
                    <a:pt x="0" y="26711"/>
                  </a:lnTo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7" name="object 1177" descr=""/>
            <p:cNvSpPr/>
            <p:nvPr/>
          </p:nvSpPr>
          <p:spPr>
            <a:xfrm>
              <a:off x="5375008" y="7087558"/>
              <a:ext cx="26670" cy="47625"/>
            </a:xfrm>
            <a:custGeom>
              <a:avLst/>
              <a:gdLst/>
              <a:ahLst/>
              <a:cxnLst/>
              <a:rect l="l" t="t" r="r" b="b"/>
              <a:pathLst>
                <a:path w="26670" h="47625">
                  <a:moveTo>
                    <a:pt x="10744" y="23799"/>
                  </a:moveTo>
                  <a:lnTo>
                    <a:pt x="9563" y="23355"/>
                  </a:lnTo>
                  <a:lnTo>
                    <a:pt x="8077" y="23266"/>
                  </a:lnTo>
                  <a:lnTo>
                    <a:pt x="6604" y="23164"/>
                  </a:lnTo>
                  <a:lnTo>
                    <a:pt x="5956" y="23329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03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51"/>
                  </a:lnTo>
                  <a:lnTo>
                    <a:pt x="4762" y="22466"/>
                  </a:lnTo>
                  <a:lnTo>
                    <a:pt x="4889" y="23279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26"/>
                  </a:lnTo>
                  <a:lnTo>
                    <a:pt x="0" y="24028"/>
                  </a:lnTo>
                  <a:lnTo>
                    <a:pt x="1193" y="24472"/>
                  </a:lnTo>
                  <a:lnTo>
                    <a:pt x="2667" y="24561"/>
                  </a:lnTo>
                  <a:lnTo>
                    <a:pt x="4140" y="24650"/>
                  </a:lnTo>
                  <a:lnTo>
                    <a:pt x="4813" y="24498"/>
                  </a:lnTo>
                  <a:lnTo>
                    <a:pt x="4610" y="25260"/>
                  </a:lnTo>
                  <a:lnTo>
                    <a:pt x="4457" y="28702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19" y="25361"/>
                  </a:lnTo>
                  <a:lnTo>
                    <a:pt x="5867" y="24561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26670" h="47625">
                  <a:moveTo>
                    <a:pt x="25882" y="6134"/>
                  </a:moveTo>
                  <a:lnTo>
                    <a:pt x="24701" y="5702"/>
                  </a:lnTo>
                  <a:lnTo>
                    <a:pt x="23228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02"/>
                  </a:lnTo>
                  <a:lnTo>
                    <a:pt x="21463" y="1460"/>
                  </a:lnTo>
                  <a:lnTo>
                    <a:pt x="21209" y="50"/>
                  </a:lnTo>
                  <a:lnTo>
                    <a:pt x="20447" y="0"/>
                  </a:lnTo>
                  <a:lnTo>
                    <a:pt x="20078" y="1371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59"/>
                  </a:lnTo>
                  <a:lnTo>
                    <a:pt x="16395" y="5168"/>
                  </a:lnTo>
                  <a:lnTo>
                    <a:pt x="15189" y="5461"/>
                  </a:lnTo>
                  <a:lnTo>
                    <a:pt x="15151" y="6362"/>
                  </a:lnTo>
                  <a:lnTo>
                    <a:pt x="16332" y="6807"/>
                  </a:lnTo>
                  <a:lnTo>
                    <a:pt x="17805" y="6896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09"/>
                  </a:lnTo>
                  <a:lnTo>
                    <a:pt x="20993" y="11125"/>
                  </a:lnTo>
                  <a:lnTo>
                    <a:pt x="21069" y="9410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78" y="7137"/>
                  </a:lnTo>
                  <a:lnTo>
                    <a:pt x="24625" y="7327"/>
                  </a:lnTo>
                  <a:lnTo>
                    <a:pt x="25844" y="7035"/>
                  </a:lnTo>
                  <a:lnTo>
                    <a:pt x="25882" y="6134"/>
                  </a:lnTo>
                  <a:close/>
                </a:path>
                <a:path w="26670" h="47625">
                  <a:moveTo>
                    <a:pt x="26174" y="41046"/>
                  </a:moveTo>
                  <a:lnTo>
                    <a:pt x="24980" y="40601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50"/>
                  </a:lnTo>
                  <a:lnTo>
                    <a:pt x="20739" y="34899"/>
                  </a:lnTo>
                  <a:lnTo>
                    <a:pt x="20358" y="36283"/>
                  </a:lnTo>
                  <a:lnTo>
                    <a:pt x="20269" y="37998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46" y="40271"/>
                  </a:lnTo>
                  <a:lnTo>
                    <a:pt x="16687" y="40081"/>
                  </a:lnTo>
                  <a:lnTo>
                    <a:pt x="15468" y="40373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97" y="41808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06"/>
                  </a:lnTo>
                  <a:lnTo>
                    <a:pt x="19875" y="45948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17" y="42240"/>
                  </a:lnTo>
                  <a:lnTo>
                    <a:pt x="26123" y="41948"/>
                  </a:lnTo>
                  <a:lnTo>
                    <a:pt x="26174" y="41046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8" name="object 1178" descr=""/>
            <p:cNvSpPr/>
            <p:nvPr/>
          </p:nvSpPr>
          <p:spPr>
            <a:xfrm>
              <a:off x="5303158" y="7049285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9" name="object 1179" descr=""/>
            <p:cNvSpPr/>
            <p:nvPr/>
          </p:nvSpPr>
          <p:spPr>
            <a:xfrm>
              <a:off x="5305336" y="7052024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812"/>
                  </a:moveTo>
                  <a:lnTo>
                    <a:pt x="9563" y="23368"/>
                  </a:lnTo>
                  <a:lnTo>
                    <a:pt x="8077" y="23279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80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37"/>
                  </a:lnTo>
                  <a:lnTo>
                    <a:pt x="1257" y="22847"/>
                  </a:lnTo>
                  <a:lnTo>
                    <a:pt x="50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99" y="30137"/>
                  </a:lnTo>
                  <a:lnTo>
                    <a:pt x="5473" y="30187"/>
                  </a:lnTo>
                  <a:lnTo>
                    <a:pt x="5842" y="28803"/>
                  </a:lnTo>
                  <a:lnTo>
                    <a:pt x="5930" y="27089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15"/>
                  </a:lnTo>
                  <a:lnTo>
                    <a:pt x="9486" y="25006"/>
                  </a:lnTo>
                  <a:lnTo>
                    <a:pt x="10693" y="24714"/>
                  </a:lnTo>
                  <a:lnTo>
                    <a:pt x="10744" y="23812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15" y="5613"/>
                  </a:lnTo>
                  <a:lnTo>
                    <a:pt x="21742" y="5524"/>
                  </a:lnTo>
                  <a:lnTo>
                    <a:pt x="21094" y="5689"/>
                  </a:lnTo>
                  <a:lnTo>
                    <a:pt x="21310" y="4914"/>
                  </a:lnTo>
                  <a:lnTo>
                    <a:pt x="21463" y="1473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26"/>
                  </a:lnTo>
                  <a:lnTo>
                    <a:pt x="20027" y="5638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32" y="6819"/>
                  </a:lnTo>
                  <a:lnTo>
                    <a:pt x="17805" y="6908"/>
                  </a:lnTo>
                  <a:lnTo>
                    <a:pt x="19278" y="7010"/>
                  </a:lnTo>
                  <a:lnTo>
                    <a:pt x="19951" y="6858"/>
                  </a:lnTo>
                  <a:lnTo>
                    <a:pt x="19748" y="7607"/>
                  </a:lnTo>
                  <a:lnTo>
                    <a:pt x="19596" y="11061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58" y="7708"/>
                  </a:lnTo>
                  <a:lnTo>
                    <a:pt x="21005" y="6921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34" y="40424"/>
                  </a:lnTo>
                  <a:lnTo>
                    <a:pt x="21386" y="40589"/>
                  </a:lnTo>
                  <a:lnTo>
                    <a:pt x="21590" y="39827"/>
                  </a:lnTo>
                  <a:lnTo>
                    <a:pt x="21755" y="36385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51"/>
                  </a:lnTo>
                  <a:lnTo>
                    <a:pt x="19634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32"/>
                  </a:lnTo>
                  <a:lnTo>
                    <a:pt x="18084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72" y="46050"/>
                  </a:lnTo>
                  <a:lnTo>
                    <a:pt x="21361" y="44335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04" y="42252"/>
                  </a:lnTo>
                  <a:lnTo>
                    <a:pt x="26123" y="41960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36"/>
                  </a:lnTo>
                  <a:lnTo>
                    <a:pt x="36372" y="23101"/>
                  </a:lnTo>
                  <a:lnTo>
                    <a:pt x="36588" y="22326"/>
                  </a:lnTo>
                  <a:lnTo>
                    <a:pt x="36753" y="18884"/>
                  </a:lnTo>
                  <a:lnTo>
                    <a:pt x="36512" y="17475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37"/>
                  </a:lnTo>
                  <a:lnTo>
                    <a:pt x="35331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69" y="24422"/>
                  </a:lnTo>
                  <a:lnTo>
                    <a:pt x="35242" y="24269"/>
                  </a:lnTo>
                  <a:lnTo>
                    <a:pt x="35039" y="25019"/>
                  </a:lnTo>
                  <a:lnTo>
                    <a:pt x="34874" y="28473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20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0" name="object 1180" descr=""/>
            <p:cNvSpPr/>
            <p:nvPr/>
          </p:nvSpPr>
          <p:spPr>
            <a:xfrm>
              <a:off x="5256640" y="7049285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1" name="object 1181" descr=""/>
            <p:cNvSpPr/>
            <p:nvPr/>
          </p:nvSpPr>
          <p:spPr>
            <a:xfrm>
              <a:off x="5258816" y="7052024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812"/>
                  </a:moveTo>
                  <a:lnTo>
                    <a:pt x="9563" y="23368"/>
                  </a:lnTo>
                  <a:lnTo>
                    <a:pt x="8089" y="23279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80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37"/>
                  </a:lnTo>
                  <a:lnTo>
                    <a:pt x="1257" y="22847"/>
                  </a:lnTo>
                  <a:lnTo>
                    <a:pt x="50" y="23139"/>
                  </a:lnTo>
                  <a:lnTo>
                    <a:pt x="0" y="24041"/>
                  </a:lnTo>
                  <a:lnTo>
                    <a:pt x="1193" y="24472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99" y="30137"/>
                  </a:lnTo>
                  <a:lnTo>
                    <a:pt x="5473" y="30187"/>
                  </a:lnTo>
                  <a:lnTo>
                    <a:pt x="5842" y="28803"/>
                  </a:lnTo>
                  <a:lnTo>
                    <a:pt x="5930" y="27089"/>
                  </a:lnTo>
                  <a:lnTo>
                    <a:pt x="6019" y="25361"/>
                  </a:lnTo>
                  <a:lnTo>
                    <a:pt x="5867" y="24574"/>
                  </a:lnTo>
                  <a:lnTo>
                    <a:pt x="6540" y="24815"/>
                  </a:lnTo>
                  <a:lnTo>
                    <a:pt x="9486" y="25006"/>
                  </a:lnTo>
                  <a:lnTo>
                    <a:pt x="10706" y="24714"/>
                  </a:lnTo>
                  <a:lnTo>
                    <a:pt x="10744" y="23812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28" y="5613"/>
                  </a:lnTo>
                  <a:lnTo>
                    <a:pt x="21742" y="5524"/>
                  </a:lnTo>
                  <a:lnTo>
                    <a:pt x="21094" y="5689"/>
                  </a:lnTo>
                  <a:lnTo>
                    <a:pt x="21310" y="4914"/>
                  </a:lnTo>
                  <a:lnTo>
                    <a:pt x="21463" y="1473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26"/>
                  </a:lnTo>
                  <a:lnTo>
                    <a:pt x="20027" y="5638"/>
                  </a:lnTo>
                  <a:lnTo>
                    <a:pt x="19354" y="5372"/>
                  </a:lnTo>
                  <a:lnTo>
                    <a:pt x="16408" y="5181"/>
                  </a:lnTo>
                  <a:lnTo>
                    <a:pt x="15189" y="5473"/>
                  </a:lnTo>
                  <a:lnTo>
                    <a:pt x="15151" y="6375"/>
                  </a:lnTo>
                  <a:lnTo>
                    <a:pt x="16332" y="6819"/>
                  </a:lnTo>
                  <a:lnTo>
                    <a:pt x="17805" y="6908"/>
                  </a:lnTo>
                  <a:lnTo>
                    <a:pt x="19278" y="7010"/>
                  </a:lnTo>
                  <a:lnTo>
                    <a:pt x="19951" y="6858"/>
                  </a:lnTo>
                  <a:lnTo>
                    <a:pt x="19748" y="7607"/>
                  </a:lnTo>
                  <a:lnTo>
                    <a:pt x="19596" y="11061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93" y="11137"/>
                  </a:lnTo>
                  <a:lnTo>
                    <a:pt x="21069" y="9423"/>
                  </a:lnTo>
                  <a:lnTo>
                    <a:pt x="21158" y="7708"/>
                  </a:lnTo>
                  <a:lnTo>
                    <a:pt x="21005" y="6921"/>
                  </a:lnTo>
                  <a:lnTo>
                    <a:pt x="21678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74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34" y="40424"/>
                  </a:lnTo>
                  <a:lnTo>
                    <a:pt x="21386" y="40589"/>
                  </a:lnTo>
                  <a:lnTo>
                    <a:pt x="21590" y="39827"/>
                  </a:lnTo>
                  <a:lnTo>
                    <a:pt x="21755" y="36385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81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46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32"/>
                  </a:lnTo>
                  <a:lnTo>
                    <a:pt x="18097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72" y="46050"/>
                  </a:lnTo>
                  <a:lnTo>
                    <a:pt x="21361" y="44335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17" y="42252"/>
                  </a:lnTo>
                  <a:lnTo>
                    <a:pt x="26123" y="41960"/>
                  </a:lnTo>
                  <a:lnTo>
                    <a:pt x="26174" y="41059"/>
                  </a:lnTo>
                  <a:close/>
                </a:path>
                <a:path w="41275" h="47625">
                  <a:moveTo>
                    <a:pt x="41173" y="23558"/>
                  </a:moveTo>
                  <a:lnTo>
                    <a:pt x="39992" y="23114"/>
                  </a:lnTo>
                  <a:lnTo>
                    <a:pt x="38506" y="23025"/>
                  </a:lnTo>
                  <a:lnTo>
                    <a:pt x="37033" y="22936"/>
                  </a:lnTo>
                  <a:lnTo>
                    <a:pt x="36385" y="23101"/>
                  </a:lnTo>
                  <a:lnTo>
                    <a:pt x="36601" y="22326"/>
                  </a:lnTo>
                  <a:lnTo>
                    <a:pt x="36753" y="18884"/>
                  </a:lnTo>
                  <a:lnTo>
                    <a:pt x="36512" y="17475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80" y="20510"/>
                  </a:lnTo>
                  <a:lnTo>
                    <a:pt x="35191" y="22237"/>
                  </a:lnTo>
                  <a:lnTo>
                    <a:pt x="35331" y="23050"/>
                  </a:lnTo>
                  <a:lnTo>
                    <a:pt x="34645" y="22783"/>
                  </a:lnTo>
                  <a:lnTo>
                    <a:pt x="31686" y="22593"/>
                  </a:lnTo>
                  <a:lnTo>
                    <a:pt x="30480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96" y="24320"/>
                  </a:lnTo>
                  <a:lnTo>
                    <a:pt x="34569" y="24422"/>
                  </a:lnTo>
                  <a:lnTo>
                    <a:pt x="35242" y="24269"/>
                  </a:lnTo>
                  <a:lnTo>
                    <a:pt x="35039" y="25019"/>
                  </a:lnTo>
                  <a:lnTo>
                    <a:pt x="34886" y="28473"/>
                  </a:lnTo>
                  <a:lnTo>
                    <a:pt x="35128" y="29883"/>
                  </a:lnTo>
                  <a:lnTo>
                    <a:pt x="35902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20"/>
                  </a:lnTo>
                  <a:lnTo>
                    <a:pt x="36296" y="24333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73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2" name="object 1182" descr=""/>
            <p:cNvSpPr/>
            <p:nvPr/>
          </p:nvSpPr>
          <p:spPr>
            <a:xfrm>
              <a:off x="5349674" y="697620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3" name="object 1183" descr=""/>
            <p:cNvSpPr/>
            <p:nvPr/>
          </p:nvSpPr>
          <p:spPr>
            <a:xfrm>
              <a:off x="5351856" y="6978948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812"/>
                  </a:moveTo>
                  <a:lnTo>
                    <a:pt x="9550" y="23368"/>
                  </a:lnTo>
                  <a:lnTo>
                    <a:pt x="8077" y="23279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59" y="22580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38" y="20764"/>
                  </a:lnTo>
                  <a:lnTo>
                    <a:pt x="4762" y="22479"/>
                  </a:lnTo>
                  <a:lnTo>
                    <a:pt x="4902" y="23304"/>
                  </a:lnTo>
                  <a:lnTo>
                    <a:pt x="4203" y="23037"/>
                  </a:lnTo>
                  <a:lnTo>
                    <a:pt x="1257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54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87"/>
                  </a:lnTo>
                  <a:lnTo>
                    <a:pt x="5842" y="28803"/>
                  </a:lnTo>
                  <a:lnTo>
                    <a:pt x="5930" y="27089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15"/>
                  </a:lnTo>
                  <a:lnTo>
                    <a:pt x="9486" y="25006"/>
                  </a:lnTo>
                  <a:lnTo>
                    <a:pt x="10693" y="24701"/>
                  </a:lnTo>
                  <a:lnTo>
                    <a:pt x="10731" y="23812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24"/>
                  </a:lnTo>
                  <a:lnTo>
                    <a:pt x="21082" y="5689"/>
                  </a:lnTo>
                  <a:lnTo>
                    <a:pt x="21297" y="4914"/>
                  </a:lnTo>
                  <a:lnTo>
                    <a:pt x="21463" y="1473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26"/>
                  </a:lnTo>
                  <a:lnTo>
                    <a:pt x="20040" y="5638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805" y="6908"/>
                  </a:lnTo>
                  <a:lnTo>
                    <a:pt x="19278" y="7010"/>
                  </a:lnTo>
                  <a:lnTo>
                    <a:pt x="19951" y="6858"/>
                  </a:lnTo>
                  <a:lnTo>
                    <a:pt x="19748" y="7607"/>
                  </a:lnTo>
                  <a:lnTo>
                    <a:pt x="19583" y="11061"/>
                  </a:lnTo>
                  <a:lnTo>
                    <a:pt x="19837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45" y="7708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31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85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32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72" y="46050"/>
                  </a:lnTo>
                  <a:lnTo>
                    <a:pt x="21348" y="44335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04" y="42252"/>
                  </a:lnTo>
                  <a:lnTo>
                    <a:pt x="26123" y="41960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36"/>
                  </a:lnTo>
                  <a:lnTo>
                    <a:pt x="36372" y="23101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512" y="17475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37"/>
                  </a:lnTo>
                  <a:lnTo>
                    <a:pt x="35318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56" y="24422"/>
                  </a:lnTo>
                  <a:lnTo>
                    <a:pt x="35229" y="24269"/>
                  </a:lnTo>
                  <a:lnTo>
                    <a:pt x="35026" y="25019"/>
                  </a:lnTo>
                  <a:lnTo>
                    <a:pt x="34874" y="28473"/>
                  </a:lnTo>
                  <a:lnTo>
                    <a:pt x="35128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47" y="26835"/>
                  </a:lnTo>
                  <a:lnTo>
                    <a:pt x="36436" y="25120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4" name="object 1184" descr=""/>
            <p:cNvSpPr/>
            <p:nvPr/>
          </p:nvSpPr>
          <p:spPr>
            <a:xfrm>
              <a:off x="5327034" y="701173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5" name="object 1185" descr=""/>
            <p:cNvSpPr/>
            <p:nvPr/>
          </p:nvSpPr>
          <p:spPr>
            <a:xfrm>
              <a:off x="5329212" y="701448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55"/>
                  </a:lnTo>
                  <a:lnTo>
                    <a:pt x="8077" y="23266"/>
                  </a:lnTo>
                  <a:lnTo>
                    <a:pt x="6604" y="23164"/>
                  </a:lnTo>
                  <a:lnTo>
                    <a:pt x="5956" y="23329"/>
                  </a:lnTo>
                  <a:lnTo>
                    <a:pt x="6159" y="22567"/>
                  </a:lnTo>
                  <a:lnTo>
                    <a:pt x="6324" y="19126"/>
                  </a:lnTo>
                  <a:lnTo>
                    <a:pt x="6083" y="17703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51"/>
                  </a:lnTo>
                  <a:lnTo>
                    <a:pt x="4762" y="22466"/>
                  </a:lnTo>
                  <a:lnTo>
                    <a:pt x="4902" y="23279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67" y="24561"/>
                  </a:lnTo>
                  <a:lnTo>
                    <a:pt x="4140" y="24650"/>
                  </a:lnTo>
                  <a:lnTo>
                    <a:pt x="4813" y="24498"/>
                  </a:lnTo>
                  <a:lnTo>
                    <a:pt x="4610" y="25260"/>
                  </a:lnTo>
                  <a:lnTo>
                    <a:pt x="4457" y="28702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61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34"/>
                  </a:moveTo>
                  <a:lnTo>
                    <a:pt x="24701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71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59"/>
                  </a:lnTo>
                  <a:lnTo>
                    <a:pt x="16395" y="5168"/>
                  </a:lnTo>
                  <a:lnTo>
                    <a:pt x="15189" y="5461"/>
                  </a:lnTo>
                  <a:lnTo>
                    <a:pt x="15138" y="6362"/>
                  </a:lnTo>
                  <a:lnTo>
                    <a:pt x="16319" y="6807"/>
                  </a:lnTo>
                  <a:lnTo>
                    <a:pt x="17805" y="6896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594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09"/>
                  </a:lnTo>
                  <a:lnTo>
                    <a:pt x="20980" y="11125"/>
                  </a:lnTo>
                  <a:lnTo>
                    <a:pt x="21069" y="9410"/>
                  </a:lnTo>
                  <a:lnTo>
                    <a:pt x="21145" y="7696"/>
                  </a:lnTo>
                  <a:lnTo>
                    <a:pt x="21005" y="6908"/>
                  </a:lnTo>
                  <a:lnTo>
                    <a:pt x="21666" y="7137"/>
                  </a:lnTo>
                  <a:lnTo>
                    <a:pt x="24625" y="7327"/>
                  </a:lnTo>
                  <a:lnTo>
                    <a:pt x="25844" y="7035"/>
                  </a:lnTo>
                  <a:lnTo>
                    <a:pt x="25882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01"/>
                  </a:lnTo>
                  <a:lnTo>
                    <a:pt x="23507" y="40513"/>
                  </a:lnTo>
                  <a:lnTo>
                    <a:pt x="22034" y="40411"/>
                  </a:lnTo>
                  <a:lnTo>
                    <a:pt x="21374" y="40576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50"/>
                  </a:lnTo>
                  <a:lnTo>
                    <a:pt x="20739" y="34899"/>
                  </a:lnTo>
                  <a:lnTo>
                    <a:pt x="20358" y="36283"/>
                  </a:lnTo>
                  <a:lnTo>
                    <a:pt x="20269" y="37998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34" y="40271"/>
                  </a:lnTo>
                  <a:lnTo>
                    <a:pt x="16687" y="40081"/>
                  </a:lnTo>
                  <a:lnTo>
                    <a:pt x="15468" y="40373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43" y="41757"/>
                  </a:lnTo>
                  <a:lnTo>
                    <a:pt x="20040" y="42506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45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33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83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31" y="23037"/>
                  </a:lnTo>
                  <a:lnTo>
                    <a:pt x="34632" y="22771"/>
                  </a:lnTo>
                  <a:lnTo>
                    <a:pt x="31686" y="22580"/>
                  </a:lnTo>
                  <a:lnTo>
                    <a:pt x="30467" y="22872"/>
                  </a:lnTo>
                  <a:lnTo>
                    <a:pt x="30429" y="23774"/>
                  </a:lnTo>
                  <a:lnTo>
                    <a:pt x="31610" y="24218"/>
                  </a:lnTo>
                  <a:lnTo>
                    <a:pt x="33083" y="24307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71" y="28536"/>
                  </a:lnTo>
                  <a:lnTo>
                    <a:pt x="36360" y="26822"/>
                  </a:lnTo>
                  <a:lnTo>
                    <a:pt x="36436" y="25107"/>
                  </a:lnTo>
                  <a:lnTo>
                    <a:pt x="36283" y="24307"/>
                  </a:lnTo>
                  <a:lnTo>
                    <a:pt x="36957" y="24549"/>
                  </a:lnTo>
                  <a:lnTo>
                    <a:pt x="39916" y="24739"/>
                  </a:lnTo>
                  <a:lnTo>
                    <a:pt x="41122" y="24447"/>
                  </a:lnTo>
                  <a:lnTo>
                    <a:pt x="41160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6" name="object 1186" descr=""/>
            <p:cNvSpPr/>
            <p:nvPr/>
          </p:nvSpPr>
          <p:spPr>
            <a:xfrm>
              <a:off x="5279911" y="701173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7" name="object 1187" descr=""/>
            <p:cNvSpPr/>
            <p:nvPr/>
          </p:nvSpPr>
          <p:spPr>
            <a:xfrm>
              <a:off x="5282095" y="701448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55"/>
                  </a:lnTo>
                  <a:lnTo>
                    <a:pt x="8077" y="23266"/>
                  </a:lnTo>
                  <a:lnTo>
                    <a:pt x="6604" y="23164"/>
                  </a:lnTo>
                  <a:lnTo>
                    <a:pt x="5943" y="23329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03"/>
                  </a:lnTo>
                  <a:lnTo>
                    <a:pt x="5295" y="17653"/>
                  </a:lnTo>
                  <a:lnTo>
                    <a:pt x="4927" y="19037"/>
                  </a:lnTo>
                  <a:lnTo>
                    <a:pt x="4838" y="20751"/>
                  </a:lnTo>
                  <a:lnTo>
                    <a:pt x="4762" y="22466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50"/>
                  </a:lnTo>
                  <a:lnTo>
                    <a:pt x="4800" y="24498"/>
                  </a:lnTo>
                  <a:lnTo>
                    <a:pt x="4597" y="25260"/>
                  </a:lnTo>
                  <a:lnTo>
                    <a:pt x="4445" y="28702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34"/>
                  </a:moveTo>
                  <a:lnTo>
                    <a:pt x="24688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71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42" y="5359"/>
                  </a:lnTo>
                  <a:lnTo>
                    <a:pt x="16395" y="5168"/>
                  </a:lnTo>
                  <a:lnTo>
                    <a:pt x="15176" y="5461"/>
                  </a:lnTo>
                  <a:lnTo>
                    <a:pt x="15138" y="6362"/>
                  </a:lnTo>
                  <a:lnTo>
                    <a:pt x="16319" y="6807"/>
                  </a:lnTo>
                  <a:lnTo>
                    <a:pt x="17792" y="6896"/>
                  </a:lnTo>
                  <a:lnTo>
                    <a:pt x="19265" y="6997"/>
                  </a:lnTo>
                  <a:lnTo>
                    <a:pt x="19951" y="6845"/>
                  </a:lnTo>
                  <a:lnTo>
                    <a:pt x="19748" y="7594"/>
                  </a:lnTo>
                  <a:lnTo>
                    <a:pt x="19583" y="11049"/>
                  </a:lnTo>
                  <a:lnTo>
                    <a:pt x="19824" y="12458"/>
                  </a:lnTo>
                  <a:lnTo>
                    <a:pt x="20599" y="12509"/>
                  </a:lnTo>
                  <a:lnTo>
                    <a:pt x="20980" y="11125"/>
                  </a:lnTo>
                  <a:lnTo>
                    <a:pt x="21056" y="9410"/>
                  </a:lnTo>
                  <a:lnTo>
                    <a:pt x="21145" y="7696"/>
                  </a:lnTo>
                  <a:lnTo>
                    <a:pt x="20993" y="6896"/>
                  </a:lnTo>
                  <a:lnTo>
                    <a:pt x="21666" y="7137"/>
                  </a:lnTo>
                  <a:lnTo>
                    <a:pt x="24612" y="7327"/>
                  </a:lnTo>
                  <a:lnTo>
                    <a:pt x="25831" y="7035"/>
                  </a:lnTo>
                  <a:lnTo>
                    <a:pt x="25869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01"/>
                  </a:lnTo>
                  <a:lnTo>
                    <a:pt x="23507" y="40513"/>
                  </a:lnTo>
                  <a:lnTo>
                    <a:pt x="22021" y="40411"/>
                  </a:lnTo>
                  <a:lnTo>
                    <a:pt x="21374" y="40576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50"/>
                  </a:lnTo>
                  <a:lnTo>
                    <a:pt x="20726" y="34899"/>
                  </a:lnTo>
                  <a:lnTo>
                    <a:pt x="20345" y="36283"/>
                  </a:lnTo>
                  <a:lnTo>
                    <a:pt x="20269" y="37998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75" y="40081"/>
                  </a:lnTo>
                  <a:lnTo>
                    <a:pt x="15468" y="40373"/>
                  </a:lnTo>
                  <a:lnTo>
                    <a:pt x="15417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06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37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45" y="42049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45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56" y="18783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71"/>
                  </a:lnTo>
                  <a:lnTo>
                    <a:pt x="31673" y="22580"/>
                  </a:lnTo>
                  <a:lnTo>
                    <a:pt x="30467" y="22872"/>
                  </a:lnTo>
                  <a:lnTo>
                    <a:pt x="30416" y="23774"/>
                  </a:lnTo>
                  <a:lnTo>
                    <a:pt x="31610" y="24218"/>
                  </a:lnTo>
                  <a:lnTo>
                    <a:pt x="33083" y="24307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58" y="28536"/>
                  </a:lnTo>
                  <a:lnTo>
                    <a:pt x="36347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49"/>
                  </a:lnTo>
                  <a:lnTo>
                    <a:pt x="39903" y="24739"/>
                  </a:lnTo>
                  <a:lnTo>
                    <a:pt x="41122" y="24447"/>
                  </a:lnTo>
                  <a:lnTo>
                    <a:pt x="41160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8" name="object 1188" descr=""/>
            <p:cNvSpPr/>
            <p:nvPr/>
          </p:nvSpPr>
          <p:spPr>
            <a:xfrm>
              <a:off x="5372833" y="7011734"/>
              <a:ext cx="29845" cy="53975"/>
            </a:xfrm>
            <a:custGeom>
              <a:avLst/>
              <a:gdLst/>
              <a:ahLst/>
              <a:cxnLst/>
              <a:rect l="l" t="t" r="r" b="b"/>
              <a:pathLst>
                <a:path w="29845" h="53975">
                  <a:moveTo>
                    <a:pt x="0" y="26711"/>
                  </a:moveTo>
                  <a:lnTo>
                    <a:pt x="22899" y="53422"/>
                  </a:lnTo>
                  <a:lnTo>
                    <a:pt x="29745" y="45437"/>
                  </a:lnTo>
                </a:path>
                <a:path w="29845" h="53975">
                  <a:moveTo>
                    <a:pt x="29745" y="7985"/>
                  </a:moveTo>
                  <a:lnTo>
                    <a:pt x="22899" y="0"/>
                  </a:lnTo>
                  <a:lnTo>
                    <a:pt x="0" y="26711"/>
                  </a:lnTo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9" name="object 1189" descr=""/>
            <p:cNvSpPr/>
            <p:nvPr/>
          </p:nvSpPr>
          <p:spPr>
            <a:xfrm>
              <a:off x="5375008" y="7014482"/>
              <a:ext cx="26670" cy="47625"/>
            </a:xfrm>
            <a:custGeom>
              <a:avLst/>
              <a:gdLst/>
              <a:ahLst/>
              <a:cxnLst/>
              <a:rect l="l" t="t" r="r" b="b"/>
              <a:pathLst>
                <a:path w="26670" h="47625">
                  <a:moveTo>
                    <a:pt x="10744" y="23799"/>
                  </a:moveTo>
                  <a:lnTo>
                    <a:pt x="9563" y="23355"/>
                  </a:lnTo>
                  <a:lnTo>
                    <a:pt x="8077" y="23266"/>
                  </a:lnTo>
                  <a:lnTo>
                    <a:pt x="6604" y="23164"/>
                  </a:lnTo>
                  <a:lnTo>
                    <a:pt x="5956" y="23329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03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51"/>
                  </a:lnTo>
                  <a:lnTo>
                    <a:pt x="4762" y="22466"/>
                  </a:lnTo>
                  <a:lnTo>
                    <a:pt x="4902" y="23279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26"/>
                  </a:lnTo>
                  <a:lnTo>
                    <a:pt x="0" y="24028"/>
                  </a:lnTo>
                  <a:lnTo>
                    <a:pt x="1193" y="24472"/>
                  </a:lnTo>
                  <a:lnTo>
                    <a:pt x="2667" y="24561"/>
                  </a:lnTo>
                  <a:lnTo>
                    <a:pt x="4140" y="24650"/>
                  </a:lnTo>
                  <a:lnTo>
                    <a:pt x="4813" y="24498"/>
                  </a:lnTo>
                  <a:lnTo>
                    <a:pt x="4610" y="25260"/>
                  </a:lnTo>
                  <a:lnTo>
                    <a:pt x="4457" y="28702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19" y="25361"/>
                  </a:lnTo>
                  <a:lnTo>
                    <a:pt x="5867" y="24561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26670" h="47625">
                  <a:moveTo>
                    <a:pt x="25882" y="6134"/>
                  </a:moveTo>
                  <a:lnTo>
                    <a:pt x="24701" y="5702"/>
                  </a:lnTo>
                  <a:lnTo>
                    <a:pt x="23228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02"/>
                  </a:lnTo>
                  <a:lnTo>
                    <a:pt x="21463" y="1460"/>
                  </a:lnTo>
                  <a:lnTo>
                    <a:pt x="21209" y="50"/>
                  </a:lnTo>
                  <a:lnTo>
                    <a:pt x="20447" y="0"/>
                  </a:lnTo>
                  <a:lnTo>
                    <a:pt x="20078" y="1371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59"/>
                  </a:lnTo>
                  <a:lnTo>
                    <a:pt x="16395" y="5168"/>
                  </a:lnTo>
                  <a:lnTo>
                    <a:pt x="15189" y="5461"/>
                  </a:lnTo>
                  <a:lnTo>
                    <a:pt x="15151" y="6362"/>
                  </a:lnTo>
                  <a:lnTo>
                    <a:pt x="16332" y="6807"/>
                  </a:lnTo>
                  <a:lnTo>
                    <a:pt x="17805" y="6896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594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09"/>
                  </a:lnTo>
                  <a:lnTo>
                    <a:pt x="20993" y="11125"/>
                  </a:lnTo>
                  <a:lnTo>
                    <a:pt x="21069" y="9410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78" y="7137"/>
                  </a:lnTo>
                  <a:lnTo>
                    <a:pt x="24625" y="7327"/>
                  </a:lnTo>
                  <a:lnTo>
                    <a:pt x="25844" y="7035"/>
                  </a:lnTo>
                  <a:lnTo>
                    <a:pt x="25882" y="6134"/>
                  </a:lnTo>
                  <a:close/>
                </a:path>
                <a:path w="26670" h="47625">
                  <a:moveTo>
                    <a:pt x="26174" y="41046"/>
                  </a:moveTo>
                  <a:lnTo>
                    <a:pt x="24980" y="40601"/>
                  </a:lnTo>
                  <a:lnTo>
                    <a:pt x="23507" y="40513"/>
                  </a:lnTo>
                  <a:lnTo>
                    <a:pt x="22034" y="40411"/>
                  </a:lnTo>
                  <a:lnTo>
                    <a:pt x="21374" y="40576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50"/>
                  </a:lnTo>
                  <a:lnTo>
                    <a:pt x="20739" y="34899"/>
                  </a:lnTo>
                  <a:lnTo>
                    <a:pt x="20358" y="36283"/>
                  </a:lnTo>
                  <a:lnTo>
                    <a:pt x="20269" y="37998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46" y="40271"/>
                  </a:lnTo>
                  <a:lnTo>
                    <a:pt x="16687" y="40081"/>
                  </a:lnTo>
                  <a:lnTo>
                    <a:pt x="15468" y="40373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97" y="41808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06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17" y="42240"/>
                  </a:lnTo>
                  <a:lnTo>
                    <a:pt x="26123" y="41948"/>
                  </a:lnTo>
                  <a:lnTo>
                    <a:pt x="26174" y="41046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0" name="object 1190" descr=""/>
            <p:cNvSpPr/>
            <p:nvPr/>
          </p:nvSpPr>
          <p:spPr>
            <a:xfrm>
              <a:off x="5303158" y="697620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1" name="object 1191" descr=""/>
            <p:cNvSpPr/>
            <p:nvPr/>
          </p:nvSpPr>
          <p:spPr>
            <a:xfrm>
              <a:off x="5305336" y="6978948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812"/>
                  </a:moveTo>
                  <a:lnTo>
                    <a:pt x="9563" y="23368"/>
                  </a:lnTo>
                  <a:lnTo>
                    <a:pt x="8077" y="23279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80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37"/>
                  </a:lnTo>
                  <a:lnTo>
                    <a:pt x="1257" y="22847"/>
                  </a:lnTo>
                  <a:lnTo>
                    <a:pt x="50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87"/>
                  </a:lnTo>
                  <a:lnTo>
                    <a:pt x="5842" y="28803"/>
                  </a:lnTo>
                  <a:lnTo>
                    <a:pt x="5930" y="27089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15"/>
                  </a:lnTo>
                  <a:lnTo>
                    <a:pt x="9486" y="25006"/>
                  </a:lnTo>
                  <a:lnTo>
                    <a:pt x="10693" y="24701"/>
                  </a:lnTo>
                  <a:lnTo>
                    <a:pt x="10744" y="23812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15" y="5613"/>
                  </a:lnTo>
                  <a:lnTo>
                    <a:pt x="21742" y="5524"/>
                  </a:lnTo>
                  <a:lnTo>
                    <a:pt x="21094" y="5689"/>
                  </a:lnTo>
                  <a:lnTo>
                    <a:pt x="21310" y="4914"/>
                  </a:lnTo>
                  <a:lnTo>
                    <a:pt x="21463" y="1473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26"/>
                  </a:lnTo>
                  <a:lnTo>
                    <a:pt x="20040" y="5638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32" y="6819"/>
                  </a:lnTo>
                  <a:lnTo>
                    <a:pt x="17805" y="6908"/>
                  </a:lnTo>
                  <a:lnTo>
                    <a:pt x="19278" y="7010"/>
                  </a:lnTo>
                  <a:lnTo>
                    <a:pt x="19951" y="6858"/>
                  </a:lnTo>
                  <a:lnTo>
                    <a:pt x="19748" y="7607"/>
                  </a:lnTo>
                  <a:lnTo>
                    <a:pt x="19596" y="11061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58" y="7708"/>
                  </a:lnTo>
                  <a:lnTo>
                    <a:pt x="21005" y="6921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34" y="40424"/>
                  </a:lnTo>
                  <a:lnTo>
                    <a:pt x="21386" y="40589"/>
                  </a:lnTo>
                  <a:lnTo>
                    <a:pt x="21590" y="39827"/>
                  </a:lnTo>
                  <a:lnTo>
                    <a:pt x="21755" y="36385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51"/>
                  </a:lnTo>
                  <a:lnTo>
                    <a:pt x="19634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32"/>
                  </a:lnTo>
                  <a:lnTo>
                    <a:pt x="18084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72" y="46050"/>
                  </a:lnTo>
                  <a:lnTo>
                    <a:pt x="21361" y="44335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04" y="42252"/>
                  </a:lnTo>
                  <a:lnTo>
                    <a:pt x="26123" y="41960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36"/>
                  </a:lnTo>
                  <a:lnTo>
                    <a:pt x="36372" y="23101"/>
                  </a:lnTo>
                  <a:lnTo>
                    <a:pt x="36588" y="22326"/>
                  </a:lnTo>
                  <a:lnTo>
                    <a:pt x="36753" y="18884"/>
                  </a:lnTo>
                  <a:lnTo>
                    <a:pt x="36512" y="17475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37"/>
                  </a:lnTo>
                  <a:lnTo>
                    <a:pt x="35331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69" y="24422"/>
                  </a:lnTo>
                  <a:lnTo>
                    <a:pt x="35242" y="24269"/>
                  </a:lnTo>
                  <a:lnTo>
                    <a:pt x="35039" y="25019"/>
                  </a:lnTo>
                  <a:lnTo>
                    <a:pt x="34874" y="28473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20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2" name="object 1192" descr=""/>
            <p:cNvSpPr/>
            <p:nvPr/>
          </p:nvSpPr>
          <p:spPr>
            <a:xfrm>
              <a:off x="5256640" y="697620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3" name="object 1193" descr=""/>
            <p:cNvSpPr/>
            <p:nvPr/>
          </p:nvSpPr>
          <p:spPr>
            <a:xfrm>
              <a:off x="5258816" y="6978948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812"/>
                  </a:moveTo>
                  <a:lnTo>
                    <a:pt x="9563" y="23368"/>
                  </a:lnTo>
                  <a:lnTo>
                    <a:pt x="8089" y="23279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80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37"/>
                  </a:lnTo>
                  <a:lnTo>
                    <a:pt x="1257" y="22847"/>
                  </a:lnTo>
                  <a:lnTo>
                    <a:pt x="50" y="23139"/>
                  </a:lnTo>
                  <a:lnTo>
                    <a:pt x="0" y="24041"/>
                  </a:lnTo>
                  <a:lnTo>
                    <a:pt x="1193" y="24472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87"/>
                  </a:lnTo>
                  <a:lnTo>
                    <a:pt x="5842" y="28803"/>
                  </a:lnTo>
                  <a:lnTo>
                    <a:pt x="5930" y="27089"/>
                  </a:lnTo>
                  <a:lnTo>
                    <a:pt x="6019" y="25361"/>
                  </a:lnTo>
                  <a:lnTo>
                    <a:pt x="5867" y="24574"/>
                  </a:lnTo>
                  <a:lnTo>
                    <a:pt x="6540" y="24815"/>
                  </a:lnTo>
                  <a:lnTo>
                    <a:pt x="9486" y="25006"/>
                  </a:lnTo>
                  <a:lnTo>
                    <a:pt x="10706" y="24701"/>
                  </a:lnTo>
                  <a:lnTo>
                    <a:pt x="10744" y="23812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28" y="5613"/>
                  </a:lnTo>
                  <a:lnTo>
                    <a:pt x="21742" y="5524"/>
                  </a:lnTo>
                  <a:lnTo>
                    <a:pt x="21094" y="5689"/>
                  </a:lnTo>
                  <a:lnTo>
                    <a:pt x="21310" y="4914"/>
                  </a:lnTo>
                  <a:lnTo>
                    <a:pt x="21463" y="1473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26"/>
                  </a:lnTo>
                  <a:lnTo>
                    <a:pt x="20040" y="5638"/>
                  </a:lnTo>
                  <a:lnTo>
                    <a:pt x="19354" y="5372"/>
                  </a:lnTo>
                  <a:lnTo>
                    <a:pt x="16408" y="5181"/>
                  </a:lnTo>
                  <a:lnTo>
                    <a:pt x="15189" y="5473"/>
                  </a:lnTo>
                  <a:lnTo>
                    <a:pt x="15151" y="6375"/>
                  </a:lnTo>
                  <a:lnTo>
                    <a:pt x="16332" y="6819"/>
                  </a:lnTo>
                  <a:lnTo>
                    <a:pt x="17805" y="6908"/>
                  </a:lnTo>
                  <a:lnTo>
                    <a:pt x="19278" y="7010"/>
                  </a:lnTo>
                  <a:lnTo>
                    <a:pt x="19951" y="6858"/>
                  </a:lnTo>
                  <a:lnTo>
                    <a:pt x="19748" y="7607"/>
                  </a:lnTo>
                  <a:lnTo>
                    <a:pt x="19596" y="11061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93" y="11137"/>
                  </a:lnTo>
                  <a:lnTo>
                    <a:pt x="21069" y="9423"/>
                  </a:lnTo>
                  <a:lnTo>
                    <a:pt x="21158" y="7708"/>
                  </a:lnTo>
                  <a:lnTo>
                    <a:pt x="21005" y="6921"/>
                  </a:lnTo>
                  <a:lnTo>
                    <a:pt x="21678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74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34" y="40424"/>
                  </a:lnTo>
                  <a:lnTo>
                    <a:pt x="21386" y="40589"/>
                  </a:lnTo>
                  <a:lnTo>
                    <a:pt x="21590" y="39827"/>
                  </a:lnTo>
                  <a:lnTo>
                    <a:pt x="21755" y="36385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81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46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32"/>
                  </a:lnTo>
                  <a:lnTo>
                    <a:pt x="18097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72" y="46050"/>
                  </a:lnTo>
                  <a:lnTo>
                    <a:pt x="21361" y="44335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17" y="42252"/>
                  </a:lnTo>
                  <a:lnTo>
                    <a:pt x="26123" y="41960"/>
                  </a:lnTo>
                  <a:lnTo>
                    <a:pt x="26174" y="41059"/>
                  </a:lnTo>
                  <a:close/>
                </a:path>
                <a:path w="41275" h="47625">
                  <a:moveTo>
                    <a:pt x="41173" y="23558"/>
                  </a:moveTo>
                  <a:lnTo>
                    <a:pt x="39992" y="23114"/>
                  </a:lnTo>
                  <a:lnTo>
                    <a:pt x="38506" y="23025"/>
                  </a:lnTo>
                  <a:lnTo>
                    <a:pt x="37033" y="22936"/>
                  </a:lnTo>
                  <a:lnTo>
                    <a:pt x="36385" y="23101"/>
                  </a:lnTo>
                  <a:lnTo>
                    <a:pt x="36601" y="22326"/>
                  </a:lnTo>
                  <a:lnTo>
                    <a:pt x="36753" y="18884"/>
                  </a:lnTo>
                  <a:lnTo>
                    <a:pt x="36512" y="17475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80" y="20510"/>
                  </a:lnTo>
                  <a:lnTo>
                    <a:pt x="35191" y="22237"/>
                  </a:lnTo>
                  <a:lnTo>
                    <a:pt x="35331" y="23050"/>
                  </a:lnTo>
                  <a:lnTo>
                    <a:pt x="34645" y="22783"/>
                  </a:lnTo>
                  <a:lnTo>
                    <a:pt x="31686" y="22593"/>
                  </a:lnTo>
                  <a:lnTo>
                    <a:pt x="30480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96" y="24320"/>
                  </a:lnTo>
                  <a:lnTo>
                    <a:pt x="34569" y="24422"/>
                  </a:lnTo>
                  <a:lnTo>
                    <a:pt x="35242" y="24269"/>
                  </a:lnTo>
                  <a:lnTo>
                    <a:pt x="35039" y="25019"/>
                  </a:lnTo>
                  <a:lnTo>
                    <a:pt x="34886" y="28473"/>
                  </a:lnTo>
                  <a:lnTo>
                    <a:pt x="35128" y="29883"/>
                  </a:lnTo>
                  <a:lnTo>
                    <a:pt x="35902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20"/>
                  </a:lnTo>
                  <a:lnTo>
                    <a:pt x="36296" y="24333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73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4" name="object 1194" descr=""/>
            <p:cNvSpPr/>
            <p:nvPr/>
          </p:nvSpPr>
          <p:spPr>
            <a:xfrm>
              <a:off x="5206081" y="7049285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5" name="object 1195" descr=""/>
            <p:cNvSpPr/>
            <p:nvPr/>
          </p:nvSpPr>
          <p:spPr>
            <a:xfrm>
              <a:off x="5208257" y="7052024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812"/>
                  </a:moveTo>
                  <a:lnTo>
                    <a:pt x="9563" y="23368"/>
                  </a:lnTo>
                  <a:lnTo>
                    <a:pt x="8077" y="23279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80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37"/>
                  </a:lnTo>
                  <a:lnTo>
                    <a:pt x="1257" y="22847"/>
                  </a:lnTo>
                  <a:lnTo>
                    <a:pt x="50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99" y="30137"/>
                  </a:lnTo>
                  <a:lnTo>
                    <a:pt x="5473" y="30187"/>
                  </a:lnTo>
                  <a:lnTo>
                    <a:pt x="5842" y="28803"/>
                  </a:lnTo>
                  <a:lnTo>
                    <a:pt x="5930" y="27089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15"/>
                  </a:lnTo>
                  <a:lnTo>
                    <a:pt x="9486" y="25006"/>
                  </a:lnTo>
                  <a:lnTo>
                    <a:pt x="10706" y="24714"/>
                  </a:lnTo>
                  <a:lnTo>
                    <a:pt x="10744" y="23812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28" y="5613"/>
                  </a:lnTo>
                  <a:lnTo>
                    <a:pt x="21742" y="5524"/>
                  </a:lnTo>
                  <a:lnTo>
                    <a:pt x="21094" y="5689"/>
                  </a:lnTo>
                  <a:lnTo>
                    <a:pt x="21310" y="4914"/>
                  </a:lnTo>
                  <a:lnTo>
                    <a:pt x="21463" y="1473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26"/>
                  </a:lnTo>
                  <a:lnTo>
                    <a:pt x="20027" y="5638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32" y="6819"/>
                  </a:lnTo>
                  <a:lnTo>
                    <a:pt x="17805" y="6908"/>
                  </a:lnTo>
                  <a:lnTo>
                    <a:pt x="19278" y="7010"/>
                  </a:lnTo>
                  <a:lnTo>
                    <a:pt x="19951" y="6858"/>
                  </a:lnTo>
                  <a:lnTo>
                    <a:pt x="19748" y="7607"/>
                  </a:lnTo>
                  <a:lnTo>
                    <a:pt x="19596" y="11061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58" y="7708"/>
                  </a:lnTo>
                  <a:lnTo>
                    <a:pt x="21005" y="6921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74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34" y="40424"/>
                  </a:lnTo>
                  <a:lnTo>
                    <a:pt x="21386" y="40589"/>
                  </a:lnTo>
                  <a:lnTo>
                    <a:pt x="21590" y="39827"/>
                  </a:lnTo>
                  <a:lnTo>
                    <a:pt x="21755" y="36385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51"/>
                  </a:lnTo>
                  <a:lnTo>
                    <a:pt x="19634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32"/>
                  </a:lnTo>
                  <a:lnTo>
                    <a:pt x="18084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72" y="46050"/>
                  </a:lnTo>
                  <a:lnTo>
                    <a:pt x="21361" y="44335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17" y="42252"/>
                  </a:lnTo>
                  <a:lnTo>
                    <a:pt x="26123" y="41960"/>
                  </a:lnTo>
                  <a:lnTo>
                    <a:pt x="26174" y="41059"/>
                  </a:lnTo>
                  <a:close/>
                </a:path>
                <a:path w="41275" h="47625">
                  <a:moveTo>
                    <a:pt x="41173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36"/>
                  </a:lnTo>
                  <a:lnTo>
                    <a:pt x="36372" y="23101"/>
                  </a:lnTo>
                  <a:lnTo>
                    <a:pt x="36588" y="22326"/>
                  </a:lnTo>
                  <a:lnTo>
                    <a:pt x="36753" y="18884"/>
                  </a:lnTo>
                  <a:lnTo>
                    <a:pt x="36512" y="17475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80" y="20510"/>
                  </a:lnTo>
                  <a:lnTo>
                    <a:pt x="35191" y="22237"/>
                  </a:lnTo>
                  <a:lnTo>
                    <a:pt x="35331" y="23050"/>
                  </a:lnTo>
                  <a:lnTo>
                    <a:pt x="34645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96" y="24320"/>
                  </a:lnTo>
                  <a:lnTo>
                    <a:pt x="34569" y="24422"/>
                  </a:lnTo>
                  <a:lnTo>
                    <a:pt x="35242" y="24269"/>
                  </a:lnTo>
                  <a:lnTo>
                    <a:pt x="35039" y="25019"/>
                  </a:lnTo>
                  <a:lnTo>
                    <a:pt x="34874" y="28473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20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73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6" name="object 1196" descr=""/>
            <p:cNvSpPr/>
            <p:nvPr/>
          </p:nvSpPr>
          <p:spPr>
            <a:xfrm>
              <a:off x="5183439" y="708481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7" name="object 1197" descr=""/>
            <p:cNvSpPr/>
            <p:nvPr/>
          </p:nvSpPr>
          <p:spPr>
            <a:xfrm>
              <a:off x="5185626" y="7087558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55"/>
                  </a:lnTo>
                  <a:lnTo>
                    <a:pt x="8077" y="23266"/>
                  </a:lnTo>
                  <a:lnTo>
                    <a:pt x="6591" y="23164"/>
                  </a:lnTo>
                  <a:lnTo>
                    <a:pt x="5943" y="23329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03"/>
                  </a:lnTo>
                  <a:lnTo>
                    <a:pt x="5295" y="17653"/>
                  </a:lnTo>
                  <a:lnTo>
                    <a:pt x="4927" y="19037"/>
                  </a:lnTo>
                  <a:lnTo>
                    <a:pt x="4838" y="20751"/>
                  </a:lnTo>
                  <a:lnTo>
                    <a:pt x="4749" y="22466"/>
                  </a:lnTo>
                  <a:lnTo>
                    <a:pt x="4876" y="23279"/>
                  </a:lnTo>
                  <a:lnTo>
                    <a:pt x="4203" y="23025"/>
                  </a:lnTo>
                  <a:lnTo>
                    <a:pt x="1244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50"/>
                  </a:lnTo>
                  <a:lnTo>
                    <a:pt x="4800" y="24498"/>
                  </a:lnTo>
                  <a:lnTo>
                    <a:pt x="4597" y="25260"/>
                  </a:lnTo>
                  <a:lnTo>
                    <a:pt x="4445" y="28702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34"/>
                  </a:moveTo>
                  <a:lnTo>
                    <a:pt x="24688" y="5702"/>
                  </a:lnTo>
                  <a:lnTo>
                    <a:pt x="23215" y="5600"/>
                  </a:lnTo>
                  <a:lnTo>
                    <a:pt x="21729" y="5511"/>
                  </a:lnTo>
                  <a:lnTo>
                    <a:pt x="21082" y="5676"/>
                  </a:lnTo>
                  <a:lnTo>
                    <a:pt x="21297" y="4902"/>
                  </a:lnTo>
                  <a:lnTo>
                    <a:pt x="21450" y="1460"/>
                  </a:lnTo>
                  <a:lnTo>
                    <a:pt x="21209" y="50"/>
                  </a:lnTo>
                  <a:lnTo>
                    <a:pt x="20434" y="0"/>
                  </a:lnTo>
                  <a:lnTo>
                    <a:pt x="20066" y="1371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27" y="5626"/>
                  </a:lnTo>
                  <a:lnTo>
                    <a:pt x="19342" y="5359"/>
                  </a:lnTo>
                  <a:lnTo>
                    <a:pt x="16395" y="5168"/>
                  </a:lnTo>
                  <a:lnTo>
                    <a:pt x="15176" y="5461"/>
                  </a:lnTo>
                  <a:lnTo>
                    <a:pt x="15138" y="6362"/>
                  </a:lnTo>
                  <a:lnTo>
                    <a:pt x="16319" y="6807"/>
                  </a:lnTo>
                  <a:lnTo>
                    <a:pt x="17792" y="6896"/>
                  </a:lnTo>
                  <a:lnTo>
                    <a:pt x="19265" y="6997"/>
                  </a:lnTo>
                  <a:lnTo>
                    <a:pt x="19939" y="6845"/>
                  </a:lnTo>
                  <a:lnTo>
                    <a:pt x="19735" y="7607"/>
                  </a:lnTo>
                  <a:lnTo>
                    <a:pt x="19583" y="11049"/>
                  </a:lnTo>
                  <a:lnTo>
                    <a:pt x="19824" y="12458"/>
                  </a:lnTo>
                  <a:lnTo>
                    <a:pt x="20599" y="12509"/>
                  </a:lnTo>
                  <a:lnTo>
                    <a:pt x="20980" y="11125"/>
                  </a:lnTo>
                  <a:lnTo>
                    <a:pt x="21056" y="9410"/>
                  </a:lnTo>
                  <a:lnTo>
                    <a:pt x="21145" y="7696"/>
                  </a:lnTo>
                  <a:lnTo>
                    <a:pt x="20993" y="6896"/>
                  </a:lnTo>
                  <a:lnTo>
                    <a:pt x="21666" y="7137"/>
                  </a:lnTo>
                  <a:lnTo>
                    <a:pt x="24612" y="7327"/>
                  </a:lnTo>
                  <a:lnTo>
                    <a:pt x="25831" y="7035"/>
                  </a:lnTo>
                  <a:lnTo>
                    <a:pt x="25869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01"/>
                  </a:lnTo>
                  <a:lnTo>
                    <a:pt x="23495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50"/>
                  </a:lnTo>
                  <a:lnTo>
                    <a:pt x="20726" y="34899"/>
                  </a:lnTo>
                  <a:lnTo>
                    <a:pt x="20345" y="36283"/>
                  </a:lnTo>
                  <a:lnTo>
                    <a:pt x="20269" y="37998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75" y="40081"/>
                  </a:lnTo>
                  <a:lnTo>
                    <a:pt x="15455" y="40373"/>
                  </a:lnTo>
                  <a:lnTo>
                    <a:pt x="15417" y="41275"/>
                  </a:lnTo>
                  <a:lnTo>
                    <a:pt x="16598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06"/>
                  </a:lnTo>
                  <a:lnTo>
                    <a:pt x="19875" y="45948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37"/>
                  </a:lnTo>
                  <a:lnTo>
                    <a:pt x="21348" y="44323"/>
                  </a:lnTo>
                  <a:lnTo>
                    <a:pt x="21424" y="42608"/>
                  </a:lnTo>
                  <a:lnTo>
                    <a:pt x="21285" y="41821"/>
                  </a:lnTo>
                  <a:lnTo>
                    <a:pt x="21945" y="42049"/>
                  </a:lnTo>
                  <a:lnTo>
                    <a:pt x="24904" y="42240"/>
                  </a:lnTo>
                  <a:lnTo>
                    <a:pt x="26111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45"/>
                  </a:moveTo>
                  <a:lnTo>
                    <a:pt x="39979" y="23114"/>
                  </a:lnTo>
                  <a:lnTo>
                    <a:pt x="38493" y="23012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44" y="18783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71"/>
                  </a:lnTo>
                  <a:lnTo>
                    <a:pt x="31673" y="22580"/>
                  </a:lnTo>
                  <a:lnTo>
                    <a:pt x="30467" y="22885"/>
                  </a:lnTo>
                  <a:lnTo>
                    <a:pt x="30416" y="23774"/>
                  </a:lnTo>
                  <a:lnTo>
                    <a:pt x="31597" y="24218"/>
                  </a:lnTo>
                  <a:lnTo>
                    <a:pt x="33083" y="24307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58" y="28536"/>
                  </a:lnTo>
                  <a:lnTo>
                    <a:pt x="36347" y="26822"/>
                  </a:lnTo>
                  <a:lnTo>
                    <a:pt x="36423" y="25107"/>
                  </a:lnTo>
                  <a:lnTo>
                    <a:pt x="36283" y="24320"/>
                  </a:lnTo>
                  <a:lnTo>
                    <a:pt x="36944" y="24549"/>
                  </a:lnTo>
                  <a:lnTo>
                    <a:pt x="39903" y="24739"/>
                  </a:lnTo>
                  <a:lnTo>
                    <a:pt x="41122" y="24447"/>
                  </a:lnTo>
                  <a:lnTo>
                    <a:pt x="41160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8" name="object 1198" descr=""/>
            <p:cNvSpPr/>
            <p:nvPr/>
          </p:nvSpPr>
          <p:spPr>
            <a:xfrm>
              <a:off x="5136316" y="708481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9" name="object 1199" descr=""/>
            <p:cNvSpPr/>
            <p:nvPr/>
          </p:nvSpPr>
          <p:spPr>
            <a:xfrm>
              <a:off x="5153926" y="7087558"/>
              <a:ext cx="55880" cy="47625"/>
            </a:xfrm>
            <a:custGeom>
              <a:avLst/>
              <a:gdLst/>
              <a:ahLst/>
              <a:cxnLst/>
              <a:rect l="l" t="t" r="r" b="b"/>
              <a:pathLst>
                <a:path w="55879" h="47625">
                  <a:moveTo>
                    <a:pt x="10452" y="5511"/>
                  </a:moveTo>
                  <a:lnTo>
                    <a:pt x="6032" y="5511"/>
                  </a:lnTo>
                  <a:lnTo>
                    <a:pt x="6032" y="0"/>
                  </a:lnTo>
                  <a:lnTo>
                    <a:pt x="5321" y="0"/>
                  </a:lnTo>
                  <a:lnTo>
                    <a:pt x="5321" y="12509"/>
                  </a:lnTo>
                  <a:lnTo>
                    <a:pt x="5715" y="12509"/>
                  </a:lnTo>
                  <a:lnTo>
                    <a:pt x="5715" y="7327"/>
                  </a:lnTo>
                  <a:lnTo>
                    <a:pt x="10452" y="7327"/>
                  </a:lnTo>
                  <a:lnTo>
                    <a:pt x="10452" y="5511"/>
                  </a:lnTo>
                  <a:close/>
                </a:path>
                <a:path w="55879" h="47625">
                  <a:moveTo>
                    <a:pt x="25730" y="23545"/>
                  </a:moveTo>
                  <a:lnTo>
                    <a:pt x="24549" y="23114"/>
                  </a:lnTo>
                  <a:lnTo>
                    <a:pt x="23075" y="23012"/>
                  </a:lnTo>
                  <a:lnTo>
                    <a:pt x="21602" y="22923"/>
                  </a:lnTo>
                  <a:lnTo>
                    <a:pt x="20942" y="23088"/>
                  </a:lnTo>
                  <a:lnTo>
                    <a:pt x="21158" y="22313"/>
                  </a:lnTo>
                  <a:lnTo>
                    <a:pt x="21323" y="18872"/>
                  </a:lnTo>
                  <a:lnTo>
                    <a:pt x="21082" y="17462"/>
                  </a:lnTo>
                  <a:lnTo>
                    <a:pt x="20307" y="17411"/>
                  </a:lnTo>
                  <a:lnTo>
                    <a:pt x="19926" y="18783"/>
                  </a:lnTo>
                  <a:lnTo>
                    <a:pt x="19837" y="20510"/>
                  </a:lnTo>
                  <a:lnTo>
                    <a:pt x="19761" y="22225"/>
                  </a:lnTo>
                  <a:lnTo>
                    <a:pt x="19900" y="23037"/>
                  </a:lnTo>
                  <a:lnTo>
                    <a:pt x="19202" y="22771"/>
                  </a:lnTo>
                  <a:lnTo>
                    <a:pt x="16256" y="22580"/>
                  </a:lnTo>
                  <a:lnTo>
                    <a:pt x="15036" y="22885"/>
                  </a:lnTo>
                  <a:lnTo>
                    <a:pt x="14998" y="23774"/>
                  </a:lnTo>
                  <a:lnTo>
                    <a:pt x="16179" y="24218"/>
                  </a:lnTo>
                  <a:lnTo>
                    <a:pt x="17653" y="24307"/>
                  </a:lnTo>
                  <a:lnTo>
                    <a:pt x="19126" y="24409"/>
                  </a:lnTo>
                  <a:lnTo>
                    <a:pt x="19812" y="24244"/>
                  </a:lnTo>
                  <a:lnTo>
                    <a:pt x="19608" y="25019"/>
                  </a:lnTo>
                  <a:lnTo>
                    <a:pt x="19443" y="28460"/>
                  </a:lnTo>
                  <a:lnTo>
                    <a:pt x="19685" y="29870"/>
                  </a:lnTo>
                  <a:lnTo>
                    <a:pt x="20459" y="29921"/>
                  </a:lnTo>
                  <a:lnTo>
                    <a:pt x="20840" y="28536"/>
                  </a:lnTo>
                  <a:lnTo>
                    <a:pt x="20916" y="26822"/>
                  </a:lnTo>
                  <a:lnTo>
                    <a:pt x="21005" y="25107"/>
                  </a:lnTo>
                  <a:lnTo>
                    <a:pt x="20853" y="24307"/>
                  </a:lnTo>
                  <a:lnTo>
                    <a:pt x="21526" y="24549"/>
                  </a:lnTo>
                  <a:lnTo>
                    <a:pt x="24472" y="24739"/>
                  </a:lnTo>
                  <a:lnTo>
                    <a:pt x="25692" y="24447"/>
                  </a:lnTo>
                  <a:lnTo>
                    <a:pt x="25730" y="23545"/>
                  </a:lnTo>
                  <a:close/>
                </a:path>
                <a:path w="55879" h="47625">
                  <a:moveTo>
                    <a:pt x="55384" y="40081"/>
                  </a:moveTo>
                  <a:lnTo>
                    <a:pt x="6311" y="40081"/>
                  </a:lnTo>
                  <a:lnTo>
                    <a:pt x="6311" y="34899"/>
                  </a:lnTo>
                  <a:lnTo>
                    <a:pt x="5321" y="34899"/>
                  </a:lnTo>
                  <a:lnTo>
                    <a:pt x="5321" y="40081"/>
                  </a:lnTo>
                  <a:lnTo>
                    <a:pt x="0" y="40081"/>
                  </a:lnTo>
                  <a:lnTo>
                    <a:pt x="0" y="41910"/>
                  </a:lnTo>
                  <a:lnTo>
                    <a:pt x="5321" y="41910"/>
                  </a:lnTo>
                  <a:lnTo>
                    <a:pt x="5321" y="47421"/>
                  </a:lnTo>
                  <a:lnTo>
                    <a:pt x="6007" y="47421"/>
                  </a:lnTo>
                  <a:lnTo>
                    <a:pt x="6007" y="41910"/>
                  </a:lnTo>
                  <a:lnTo>
                    <a:pt x="6527" y="42049"/>
                  </a:lnTo>
                  <a:lnTo>
                    <a:pt x="9474" y="42240"/>
                  </a:lnTo>
                  <a:lnTo>
                    <a:pt x="10693" y="41948"/>
                  </a:lnTo>
                  <a:lnTo>
                    <a:pt x="55384" y="41910"/>
                  </a:lnTo>
                  <a:lnTo>
                    <a:pt x="55384" y="4008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0" name="object 1200" descr=""/>
            <p:cNvSpPr/>
            <p:nvPr/>
          </p:nvSpPr>
          <p:spPr>
            <a:xfrm>
              <a:off x="5229238" y="708481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1" name="object 1201" descr=""/>
            <p:cNvSpPr/>
            <p:nvPr/>
          </p:nvSpPr>
          <p:spPr>
            <a:xfrm>
              <a:off x="5231422" y="7087558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55"/>
                  </a:lnTo>
                  <a:lnTo>
                    <a:pt x="8077" y="23266"/>
                  </a:lnTo>
                  <a:lnTo>
                    <a:pt x="6604" y="23164"/>
                  </a:lnTo>
                  <a:lnTo>
                    <a:pt x="5943" y="23329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83" y="17703"/>
                  </a:lnTo>
                  <a:lnTo>
                    <a:pt x="5295" y="17653"/>
                  </a:lnTo>
                  <a:lnTo>
                    <a:pt x="4927" y="19037"/>
                  </a:lnTo>
                  <a:lnTo>
                    <a:pt x="4838" y="20751"/>
                  </a:lnTo>
                  <a:lnTo>
                    <a:pt x="4762" y="22466"/>
                  </a:lnTo>
                  <a:lnTo>
                    <a:pt x="4889" y="23279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50"/>
                  </a:lnTo>
                  <a:lnTo>
                    <a:pt x="4800" y="24498"/>
                  </a:lnTo>
                  <a:lnTo>
                    <a:pt x="4597" y="25260"/>
                  </a:lnTo>
                  <a:lnTo>
                    <a:pt x="4445" y="28702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34"/>
                  </a:moveTo>
                  <a:lnTo>
                    <a:pt x="24688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71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42" y="5359"/>
                  </a:lnTo>
                  <a:lnTo>
                    <a:pt x="16395" y="5168"/>
                  </a:lnTo>
                  <a:lnTo>
                    <a:pt x="15176" y="5461"/>
                  </a:lnTo>
                  <a:lnTo>
                    <a:pt x="15138" y="6362"/>
                  </a:lnTo>
                  <a:lnTo>
                    <a:pt x="16319" y="6807"/>
                  </a:lnTo>
                  <a:lnTo>
                    <a:pt x="17792" y="6896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24" y="12458"/>
                  </a:lnTo>
                  <a:lnTo>
                    <a:pt x="20599" y="12509"/>
                  </a:lnTo>
                  <a:lnTo>
                    <a:pt x="20980" y="11125"/>
                  </a:lnTo>
                  <a:lnTo>
                    <a:pt x="21069" y="9410"/>
                  </a:lnTo>
                  <a:lnTo>
                    <a:pt x="21145" y="7696"/>
                  </a:lnTo>
                  <a:lnTo>
                    <a:pt x="20993" y="6896"/>
                  </a:lnTo>
                  <a:lnTo>
                    <a:pt x="21666" y="7137"/>
                  </a:lnTo>
                  <a:lnTo>
                    <a:pt x="24612" y="7327"/>
                  </a:lnTo>
                  <a:lnTo>
                    <a:pt x="25831" y="7035"/>
                  </a:lnTo>
                  <a:lnTo>
                    <a:pt x="25869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01"/>
                  </a:lnTo>
                  <a:lnTo>
                    <a:pt x="23507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50"/>
                  </a:lnTo>
                  <a:lnTo>
                    <a:pt x="20726" y="34899"/>
                  </a:lnTo>
                  <a:lnTo>
                    <a:pt x="20358" y="36283"/>
                  </a:lnTo>
                  <a:lnTo>
                    <a:pt x="20269" y="37998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75" y="40081"/>
                  </a:lnTo>
                  <a:lnTo>
                    <a:pt x="15468" y="40373"/>
                  </a:lnTo>
                  <a:lnTo>
                    <a:pt x="15417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06"/>
                  </a:lnTo>
                  <a:lnTo>
                    <a:pt x="19875" y="45948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37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45" y="42049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45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56" y="18783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71"/>
                  </a:lnTo>
                  <a:lnTo>
                    <a:pt x="31686" y="22580"/>
                  </a:lnTo>
                  <a:lnTo>
                    <a:pt x="30467" y="22885"/>
                  </a:lnTo>
                  <a:lnTo>
                    <a:pt x="30429" y="23774"/>
                  </a:lnTo>
                  <a:lnTo>
                    <a:pt x="31610" y="24218"/>
                  </a:lnTo>
                  <a:lnTo>
                    <a:pt x="33083" y="24307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71" y="28536"/>
                  </a:lnTo>
                  <a:lnTo>
                    <a:pt x="36347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49"/>
                  </a:lnTo>
                  <a:lnTo>
                    <a:pt x="39903" y="24739"/>
                  </a:lnTo>
                  <a:lnTo>
                    <a:pt x="41122" y="24447"/>
                  </a:lnTo>
                  <a:lnTo>
                    <a:pt x="41160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2" name="object 1202" descr=""/>
            <p:cNvSpPr/>
            <p:nvPr/>
          </p:nvSpPr>
          <p:spPr>
            <a:xfrm>
              <a:off x="5159564" y="7049285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3" name="object 1203" descr=""/>
            <p:cNvSpPr/>
            <p:nvPr/>
          </p:nvSpPr>
          <p:spPr>
            <a:xfrm>
              <a:off x="5161749" y="7052024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812"/>
                  </a:moveTo>
                  <a:lnTo>
                    <a:pt x="9550" y="23368"/>
                  </a:lnTo>
                  <a:lnTo>
                    <a:pt x="8077" y="23279"/>
                  </a:lnTo>
                  <a:lnTo>
                    <a:pt x="6591" y="23177"/>
                  </a:lnTo>
                  <a:lnTo>
                    <a:pt x="5943" y="23342"/>
                  </a:lnTo>
                  <a:lnTo>
                    <a:pt x="6159" y="22580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65"/>
                  </a:lnTo>
                  <a:lnTo>
                    <a:pt x="4927" y="19050"/>
                  </a:lnTo>
                  <a:lnTo>
                    <a:pt x="4838" y="20764"/>
                  </a:lnTo>
                  <a:lnTo>
                    <a:pt x="4749" y="22479"/>
                  </a:lnTo>
                  <a:lnTo>
                    <a:pt x="4889" y="23291"/>
                  </a:lnTo>
                  <a:lnTo>
                    <a:pt x="4203" y="23037"/>
                  </a:lnTo>
                  <a:lnTo>
                    <a:pt x="1257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54" y="24574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37"/>
                  </a:lnTo>
                  <a:lnTo>
                    <a:pt x="5461" y="30187"/>
                  </a:lnTo>
                  <a:lnTo>
                    <a:pt x="5842" y="28803"/>
                  </a:lnTo>
                  <a:lnTo>
                    <a:pt x="5918" y="27089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15"/>
                  </a:lnTo>
                  <a:lnTo>
                    <a:pt x="9474" y="25006"/>
                  </a:lnTo>
                  <a:lnTo>
                    <a:pt x="10693" y="24714"/>
                  </a:lnTo>
                  <a:lnTo>
                    <a:pt x="10731" y="23812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24"/>
                  </a:lnTo>
                  <a:lnTo>
                    <a:pt x="21082" y="5689"/>
                  </a:lnTo>
                  <a:lnTo>
                    <a:pt x="21297" y="4914"/>
                  </a:lnTo>
                  <a:lnTo>
                    <a:pt x="21450" y="1473"/>
                  </a:lnTo>
                  <a:lnTo>
                    <a:pt x="21209" y="50"/>
                  </a:lnTo>
                  <a:lnTo>
                    <a:pt x="20434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26"/>
                  </a:lnTo>
                  <a:lnTo>
                    <a:pt x="20027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792" y="6908"/>
                  </a:lnTo>
                  <a:lnTo>
                    <a:pt x="19265" y="7010"/>
                  </a:lnTo>
                  <a:lnTo>
                    <a:pt x="19939" y="6858"/>
                  </a:lnTo>
                  <a:lnTo>
                    <a:pt x="19735" y="7607"/>
                  </a:lnTo>
                  <a:lnTo>
                    <a:pt x="19583" y="11061"/>
                  </a:lnTo>
                  <a:lnTo>
                    <a:pt x="19824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56" y="9423"/>
                  </a:lnTo>
                  <a:lnTo>
                    <a:pt x="21145" y="7708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495" y="40525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85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84"/>
                  </a:lnTo>
                  <a:lnTo>
                    <a:pt x="16675" y="40093"/>
                  </a:lnTo>
                  <a:lnTo>
                    <a:pt x="15468" y="40386"/>
                  </a:lnTo>
                  <a:lnTo>
                    <a:pt x="15417" y="41287"/>
                  </a:lnTo>
                  <a:lnTo>
                    <a:pt x="16598" y="41732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59" y="46050"/>
                  </a:lnTo>
                  <a:lnTo>
                    <a:pt x="21348" y="44335"/>
                  </a:lnTo>
                  <a:lnTo>
                    <a:pt x="21424" y="42608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52"/>
                  </a:lnTo>
                  <a:lnTo>
                    <a:pt x="26111" y="41960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493" y="23025"/>
                  </a:lnTo>
                  <a:lnTo>
                    <a:pt x="37020" y="22936"/>
                  </a:lnTo>
                  <a:lnTo>
                    <a:pt x="36372" y="23101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499" y="17475"/>
                  </a:lnTo>
                  <a:lnTo>
                    <a:pt x="35725" y="17411"/>
                  </a:lnTo>
                  <a:lnTo>
                    <a:pt x="35344" y="18796"/>
                  </a:lnTo>
                  <a:lnTo>
                    <a:pt x="35267" y="20510"/>
                  </a:lnTo>
                  <a:lnTo>
                    <a:pt x="35179" y="22237"/>
                  </a:lnTo>
                  <a:lnTo>
                    <a:pt x="35318" y="23050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56" y="24422"/>
                  </a:lnTo>
                  <a:lnTo>
                    <a:pt x="35229" y="24269"/>
                  </a:lnTo>
                  <a:lnTo>
                    <a:pt x="35026" y="25019"/>
                  </a:lnTo>
                  <a:lnTo>
                    <a:pt x="34874" y="28473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58" y="28549"/>
                  </a:lnTo>
                  <a:lnTo>
                    <a:pt x="36347" y="26835"/>
                  </a:lnTo>
                  <a:lnTo>
                    <a:pt x="36436" y="25120"/>
                  </a:lnTo>
                  <a:lnTo>
                    <a:pt x="36283" y="24333"/>
                  </a:lnTo>
                  <a:lnTo>
                    <a:pt x="36944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4" name="object 1204" descr=""/>
            <p:cNvSpPr/>
            <p:nvPr/>
          </p:nvSpPr>
          <p:spPr>
            <a:xfrm>
              <a:off x="5113047" y="7049285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5" name="object 1205" descr=""/>
            <p:cNvSpPr/>
            <p:nvPr/>
          </p:nvSpPr>
          <p:spPr>
            <a:xfrm>
              <a:off x="5206081" y="697620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6" name="object 1206" descr=""/>
            <p:cNvSpPr/>
            <p:nvPr/>
          </p:nvSpPr>
          <p:spPr>
            <a:xfrm>
              <a:off x="5208257" y="6978948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812"/>
                  </a:moveTo>
                  <a:lnTo>
                    <a:pt x="9563" y="23368"/>
                  </a:lnTo>
                  <a:lnTo>
                    <a:pt x="8077" y="23279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80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37"/>
                  </a:lnTo>
                  <a:lnTo>
                    <a:pt x="1257" y="22847"/>
                  </a:lnTo>
                  <a:lnTo>
                    <a:pt x="50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87"/>
                  </a:lnTo>
                  <a:lnTo>
                    <a:pt x="5842" y="28803"/>
                  </a:lnTo>
                  <a:lnTo>
                    <a:pt x="5930" y="27089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15"/>
                  </a:lnTo>
                  <a:lnTo>
                    <a:pt x="9486" y="25006"/>
                  </a:lnTo>
                  <a:lnTo>
                    <a:pt x="10706" y="24701"/>
                  </a:lnTo>
                  <a:lnTo>
                    <a:pt x="10744" y="23812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28" y="5613"/>
                  </a:lnTo>
                  <a:lnTo>
                    <a:pt x="21742" y="5524"/>
                  </a:lnTo>
                  <a:lnTo>
                    <a:pt x="21094" y="5689"/>
                  </a:lnTo>
                  <a:lnTo>
                    <a:pt x="21310" y="4914"/>
                  </a:lnTo>
                  <a:lnTo>
                    <a:pt x="21463" y="1473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26"/>
                  </a:lnTo>
                  <a:lnTo>
                    <a:pt x="20040" y="5638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32" y="6819"/>
                  </a:lnTo>
                  <a:lnTo>
                    <a:pt x="17805" y="6908"/>
                  </a:lnTo>
                  <a:lnTo>
                    <a:pt x="19278" y="7010"/>
                  </a:lnTo>
                  <a:lnTo>
                    <a:pt x="19951" y="6858"/>
                  </a:lnTo>
                  <a:lnTo>
                    <a:pt x="19748" y="7607"/>
                  </a:lnTo>
                  <a:lnTo>
                    <a:pt x="19596" y="11061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58" y="7708"/>
                  </a:lnTo>
                  <a:lnTo>
                    <a:pt x="21005" y="6921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74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34" y="40424"/>
                  </a:lnTo>
                  <a:lnTo>
                    <a:pt x="21386" y="40589"/>
                  </a:lnTo>
                  <a:lnTo>
                    <a:pt x="21590" y="39827"/>
                  </a:lnTo>
                  <a:lnTo>
                    <a:pt x="21755" y="36385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51"/>
                  </a:lnTo>
                  <a:lnTo>
                    <a:pt x="19634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32"/>
                  </a:lnTo>
                  <a:lnTo>
                    <a:pt x="18084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72" y="46050"/>
                  </a:lnTo>
                  <a:lnTo>
                    <a:pt x="21361" y="44335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17" y="42252"/>
                  </a:lnTo>
                  <a:lnTo>
                    <a:pt x="26123" y="41960"/>
                  </a:lnTo>
                  <a:lnTo>
                    <a:pt x="26174" y="41059"/>
                  </a:lnTo>
                  <a:close/>
                </a:path>
                <a:path w="41275" h="47625">
                  <a:moveTo>
                    <a:pt x="41173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36"/>
                  </a:lnTo>
                  <a:lnTo>
                    <a:pt x="36372" y="23101"/>
                  </a:lnTo>
                  <a:lnTo>
                    <a:pt x="36588" y="22326"/>
                  </a:lnTo>
                  <a:lnTo>
                    <a:pt x="36753" y="18884"/>
                  </a:lnTo>
                  <a:lnTo>
                    <a:pt x="36512" y="17475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80" y="20510"/>
                  </a:lnTo>
                  <a:lnTo>
                    <a:pt x="35191" y="22237"/>
                  </a:lnTo>
                  <a:lnTo>
                    <a:pt x="35331" y="23050"/>
                  </a:lnTo>
                  <a:lnTo>
                    <a:pt x="34645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96" y="24320"/>
                  </a:lnTo>
                  <a:lnTo>
                    <a:pt x="34569" y="24422"/>
                  </a:lnTo>
                  <a:lnTo>
                    <a:pt x="35242" y="24269"/>
                  </a:lnTo>
                  <a:lnTo>
                    <a:pt x="35039" y="25019"/>
                  </a:lnTo>
                  <a:lnTo>
                    <a:pt x="34874" y="28473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20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73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7" name="object 1207" descr=""/>
            <p:cNvSpPr/>
            <p:nvPr/>
          </p:nvSpPr>
          <p:spPr>
            <a:xfrm>
              <a:off x="5183439" y="701173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8" name="object 1208" descr=""/>
            <p:cNvSpPr/>
            <p:nvPr/>
          </p:nvSpPr>
          <p:spPr>
            <a:xfrm>
              <a:off x="5185626" y="701448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55"/>
                  </a:lnTo>
                  <a:lnTo>
                    <a:pt x="8077" y="23266"/>
                  </a:lnTo>
                  <a:lnTo>
                    <a:pt x="6591" y="23164"/>
                  </a:lnTo>
                  <a:lnTo>
                    <a:pt x="5943" y="23329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03"/>
                  </a:lnTo>
                  <a:lnTo>
                    <a:pt x="5295" y="17653"/>
                  </a:lnTo>
                  <a:lnTo>
                    <a:pt x="4927" y="19037"/>
                  </a:lnTo>
                  <a:lnTo>
                    <a:pt x="4838" y="20751"/>
                  </a:lnTo>
                  <a:lnTo>
                    <a:pt x="4749" y="22466"/>
                  </a:lnTo>
                  <a:lnTo>
                    <a:pt x="4889" y="23279"/>
                  </a:lnTo>
                  <a:lnTo>
                    <a:pt x="4203" y="23025"/>
                  </a:lnTo>
                  <a:lnTo>
                    <a:pt x="1244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50"/>
                  </a:lnTo>
                  <a:lnTo>
                    <a:pt x="4800" y="24498"/>
                  </a:lnTo>
                  <a:lnTo>
                    <a:pt x="4597" y="25260"/>
                  </a:lnTo>
                  <a:lnTo>
                    <a:pt x="4445" y="28702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34"/>
                  </a:moveTo>
                  <a:lnTo>
                    <a:pt x="24688" y="5702"/>
                  </a:lnTo>
                  <a:lnTo>
                    <a:pt x="23215" y="5600"/>
                  </a:lnTo>
                  <a:lnTo>
                    <a:pt x="21729" y="5511"/>
                  </a:lnTo>
                  <a:lnTo>
                    <a:pt x="21082" y="5676"/>
                  </a:lnTo>
                  <a:lnTo>
                    <a:pt x="21297" y="4902"/>
                  </a:lnTo>
                  <a:lnTo>
                    <a:pt x="21450" y="1460"/>
                  </a:lnTo>
                  <a:lnTo>
                    <a:pt x="21209" y="50"/>
                  </a:lnTo>
                  <a:lnTo>
                    <a:pt x="20434" y="0"/>
                  </a:lnTo>
                  <a:lnTo>
                    <a:pt x="20066" y="1371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27" y="5626"/>
                  </a:lnTo>
                  <a:lnTo>
                    <a:pt x="19342" y="5359"/>
                  </a:lnTo>
                  <a:lnTo>
                    <a:pt x="16395" y="5168"/>
                  </a:lnTo>
                  <a:lnTo>
                    <a:pt x="15176" y="5461"/>
                  </a:lnTo>
                  <a:lnTo>
                    <a:pt x="15138" y="6362"/>
                  </a:lnTo>
                  <a:lnTo>
                    <a:pt x="16319" y="6807"/>
                  </a:lnTo>
                  <a:lnTo>
                    <a:pt x="17792" y="6896"/>
                  </a:lnTo>
                  <a:lnTo>
                    <a:pt x="19265" y="6997"/>
                  </a:lnTo>
                  <a:lnTo>
                    <a:pt x="19939" y="6845"/>
                  </a:lnTo>
                  <a:lnTo>
                    <a:pt x="19735" y="7594"/>
                  </a:lnTo>
                  <a:lnTo>
                    <a:pt x="19583" y="11049"/>
                  </a:lnTo>
                  <a:lnTo>
                    <a:pt x="19824" y="12458"/>
                  </a:lnTo>
                  <a:lnTo>
                    <a:pt x="20599" y="12509"/>
                  </a:lnTo>
                  <a:lnTo>
                    <a:pt x="20980" y="11125"/>
                  </a:lnTo>
                  <a:lnTo>
                    <a:pt x="21056" y="9410"/>
                  </a:lnTo>
                  <a:lnTo>
                    <a:pt x="21145" y="7696"/>
                  </a:lnTo>
                  <a:lnTo>
                    <a:pt x="20993" y="6896"/>
                  </a:lnTo>
                  <a:lnTo>
                    <a:pt x="21666" y="7137"/>
                  </a:lnTo>
                  <a:lnTo>
                    <a:pt x="24612" y="7327"/>
                  </a:lnTo>
                  <a:lnTo>
                    <a:pt x="25831" y="7035"/>
                  </a:lnTo>
                  <a:lnTo>
                    <a:pt x="25869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01"/>
                  </a:lnTo>
                  <a:lnTo>
                    <a:pt x="23495" y="40513"/>
                  </a:lnTo>
                  <a:lnTo>
                    <a:pt x="22021" y="40411"/>
                  </a:lnTo>
                  <a:lnTo>
                    <a:pt x="21374" y="40576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50"/>
                  </a:lnTo>
                  <a:lnTo>
                    <a:pt x="20726" y="34899"/>
                  </a:lnTo>
                  <a:lnTo>
                    <a:pt x="20345" y="36283"/>
                  </a:lnTo>
                  <a:lnTo>
                    <a:pt x="20269" y="37998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75" y="40081"/>
                  </a:lnTo>
                  <a:lnTo>
                    <a:pt x="15455" y="40373"/>
                  </a:lnTo>
                  <a:lnTo>
                    <a:pt x="15417" y="41275"/>
                  </a:lnTo>
                  <a:lnTo>
                    <a:pt x="16598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06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37"/>
                  </a:lnTo>
                  <a:lnTo>
                    <a:pt x="21348" y="44323"/>
                  </a:lnTo>
                  <a:lnTo>
                    <a:pt x="21424" y="42608"/>
                  </a:lnTo>
                  <a:lnTo>
                    <a:pt x="21285" y="41808"/>
                  </a:lnTo>
                  <a:lnTo>
                    <a:pt x="21945" y="42049"/>
                  </a:lnTo>
                  <a:lnTo>
                    <a:pt x="24904" y="42240"/>
                  </a:lnTo>
                  <a:lnTo>
                    <a:pt x="26111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45"/>
                  </a:moveTo>
                  <a:lnTo>
                    <a:pt x="39979" y="23114"/>
                  </a:lnTo>
                  <a:lnTo>
                    <a:pt x="38493" y="23012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44" y="18783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71"/>
                  </a:lnTo>
                  <a:lnTo>
                    <a:pt x="31673" y="22580"/>
                  </a:lnTo>
                  <a:lnTo>
                    <a:pt x="30467" y="22872"/>
                  </a:lnTo>
                  <a:lnTo>
                    <a:pt x="30416" y="23774"/>
                  </a:lnTo>
                  <a:lnTo>
                    <a:pt x="31597" y="24218"/>
                  </a:lnTo>
                  <a:lnTo>
                    <a:pt x="33083" y="24307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58" y="28536"/>
                  </a:lnTo>
                  <a:lnTo>
                    <a:pt x="36347" y="26822"/>
                  </a:lnTo>
                  <a:lnTo>
                    <a:pt x="36423" y="25107"/>
                  </a:lnTo>
                  <a:lnTo>
                    <a:pt x="36283" y="24320"/>
                  </a:lnTo>
                  <a:lnTo>
                    <a:pt x="36944" y="24549"/>
                  </a:lnTo>
                  <a:lnTo>
                    <a:pt x="39903" y="24739"/>
                  </a:lnTo>
                  <a:lnTo>
                    <a:pt x="41122" y="24447"/>
                  </a:lnTo>
                  <a:lnTo>
                    <a:pt x="41160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9" name="object 1209" descr=""/>
            <p:cNvSpPr/>
            <p:nvPr/>
          </p:nvSpPr>
          <p:spPr>
            <a:xfrm>
              <a:off x="5136316" y="701173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0" name="object 1210" descr=""/>
            <p:cNvSpPr/>
            <p:nvPr/>
          </p:nvSpPr>
          <p:spPr>
            <a:xfrm>
              <a:off x="5153926" y="7014482"/>
              <a:ext cx="55880" cy="47625"/>
            </a:xfrm>
            <a:custGeom>
              <a:avLst/>
              <a:gdLst/>
              <a:ahLst/>
              <a:cxnLst/>
              <a:rect l="l" t="t" r="r" b="b"/>
              <a:pathLst>
                <a:path w="55879" h="47625">
                  <a:moveTo>
                    <a:pt x="10452" y="5511"/>
                  </a:moveTo>
                  <a:lnTo>
                    <a:pt x="6032" y="5511"/>
                  </a:lnTo>
                  <a:lnTo>
                    <a:pt x="6032" y="0"/>
                  </a:lnTo>
                  <a:lnTo>
                    <a:pt x="5321" y="0"/>
                  </a:lnTo>
                  <a:lnTo>
                    <a:pt x="5321" y="12509"/>
                  </a:lnTo>
                  <a:lnTo>
                    <a:pt x="5715" y="12509"/>
                  </a:lnTo>
                  <a:lnTo>
                    <a:pt x="5715" y="7327"/>
                  </a:lnTo>
                  <a:lnTo>
                    <a:pt x="10452" y="7327"/>
                  </a:lnTo>
                  <a:lnTo>
                    <a:pt x="10452" y="5511"/>
                  </a:lnTo>
                  <a:close/>
                </a:path>
                <a:path w="55879" h="47625">
                  <a:moveTo>
                    <a:pt x="25730" y="23545"/>
                  </a:moveTo>
                  <a:lnTo>
                    <a:pt x="24549" y="23114"/>
                  </a:lnTo>
                  <a:lnTo>
                    <a:pt x="23075" y="23012"/>
                  </a:lnTo>
                  <a:lnTo>
                    <a:pt x="21602" y="22923"/>
                  </a:lnTo>
                  <a:lnTo>
                    <a:pt x="20942" y="23088"/>
                  </a:lnTo>
                  <a:lnTo>
                    <a:pt x="21158" y="22313"/>
                  </a:lnTo>
                  <a:lnTo>
                    <a:pt x="21323" y="18872"/>
                  </a:lnTo>
                  <a:lnTo>
                    <a:pt x="21082" y="17462"/>
                  </a:lnTo>
                  <a:lnTo>
                    <a:pt x="20307" y="17411"/>
                  </a:lnTo>
                  <a:lnTo>
                    <a:pt x="19926" y="18783"/>
                  </a:lnTo>
                  <a:lnTo>
                    <a:pt x="19837" y="20510"/>
                  </a:lnTo>
                  <a:lnTo>
                    <a:pt x="19761" y="22225"/>
                  </a:lnTo>
                  <a:lnTo>
                    <a:pt x="19900" y="23037"/>
                  </a:lnTo>
                  <a:lnTo>
                    <a:pt x="19202" y="22771"/>
                  </a:lnTo>
                  <a:lnTo>
                    <a:pt x="16256" y="22580"/>
                  </a:lnTo>
                  <a:lnTo>
                    <a:pt x="15036" y="22872"/>
                  </a:lnTo>
                  <a:lnTo>
                    <a:pt x="14998" y="23774"/>
                  </a:lnTo>
                  <a:lnTo>
                    <a:pt x="16179" y="24218"/>
                  </a:lnTo>
                  <a:lnTo>
                    <a:pt x="17653" y="24307"/>
                  </a:lnTo>
                  <a:lnTo>
                    <a:pt x="19126" y="24409"/>
                  </a:lnTo>
                  <a:lnTo>
                    <a:pt x="19812" y="24244"/>
                  </a:lnTo>
                  <a:lnTo>
                    <a:pt x="19608" y="25019"/>
                  </a:lnTo>
                  <a:lnTo>
                    <a:pt x="19443" y="28460"/>
                  </a:lnTo>
                  <a:lnTo>
                    <a:pt x="19685" y="29870"/>
                  </a:lnTo>
                  <a:lnTo>
                    <a:pt x="20459" y="29921"/>
                  </a:lnTo>
                  <a:lnTo>
                    <a:pt x="20840" y="28536"/>
                  </a:lnTo>
                  <a:lnTo>
                    <a:pt x="20916" y="26822"/>
                  </a:lnTo>
                  <a:lnTo>
                    <a:pt x="21005" y="25107"/>
                  </a:lnTo>
                  <a:lnTo>
                    <a:pt x="20853" y="24307"/>
                  </a:lnTo>
                  <a:lnTo>
                    <a:pt x="21526" y="24549"/>
                  </a:lnTo>
                  <a:lnTo>
                    <a:pt x="24472" y="24739"/>
                  </a:lnTo>
                  <a:lnTo>
                    <a:pt x="25692" y="24447"/>
                  </a:lnTo>
                  <a:lnTo>
                    <a:pt x="25730" y="23545"/>
                  </a:lnTo>
                  <a:close/>
                </a:path>
                <a:path w="55879" h="47625">
                  <a:moveTo>
                    <a:pt x="55384" y="40081"/>
                  </a:moveTo>
                  <a:lnTo>
                    <a:pt x="6311" y="40081"/>
                  </a:lnTo>
                  <a:lnTo>
                    <a:pt x="6311" y="34899"/>
                  </a:lnTo>
                  <a:lnTo>
                    <a:pt x="5321" y="34899"/>
                  </a:lnTo>
                  <a:lnTo>
                    <a:pt x="5321" y="40081"/>
                  </a:lnTo>
                  <a:lnTo>
                    <a:pt x="0" y="40081"/>
                  </a:lnTo>
                  <a:lnTo>
                    <a:pt x="0" y="41910"/>
                  </a:lnTo>
                  <a:lnTo>
                    <a:pt x="5321" y="41910"/>
                  </a:lnTo>
                  <a:lnTo>
                    <a:pt x="5321" y="47421"/>
                  </a:lnTo>
                  <a:lnTo>
                    <a:pt x="6007" y="47421"/>
                  </a:lnTo>
                  <a:lnTo>
                    <a:pt x="6007" y="41910"/>
                  </a:lnTo>
                  <a:lnTo>
                    <a:pt x="6134" y="41910"/>
                  </a:lnTo>
                  <a:lnTo>
                    <a:pt x="6527" y="42049"/>
                  </a:lnTo>
                  <a:lnTo>
                    <a:pt x="9474" y="42240"/>
                  </a:lnTo>
                  <a:lnTo>
                    <a:pt x="10693" y="41948"/>
                  </a:lnTo>
                  <a:lnTo>
                    <a:pt x="55384" y="41910"/>
                  </a:lnTo>
                  <a:lnTo>
                    <a:pt x="55384" y="4008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1" name="object 1211" descr=""/>
            <p:cNvSpPr/>
            <p:nvPr/>
          </p:nvSpPr>
          <p:spPr>
            <a:xfrm>
              <a:off x="5229238" y="701173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2" name="object 1212" descr=""/>
            <p:cNvSpPr/>
            <p:nvPr/>
          </p:nvSpPr>
          <p:spPr>
            <a:xfrm>
              <a:off x="5231422" y="701448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55"/>
                  </a:lnTo>
                  <a:lnTo>
                    <a:pt x="8077" y="23266"/>
                  </a:lnTo>
                  <a:lnTo>
                    <a:pt x="6604" y="23164"/>
                  </a:lnTo>
                  <a:lnTo>
                    <a:pt x="5943" y="23329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83" y="17703"/>
                  </a:lnTo>
                  <a:lnTo>
                    <a:pt x="5295" y="17653"/>
                  </a:lnTo>
                  <a:lnTo>
                    <a:pt x="4927" y="19037"/>
                  </a:lnTo>
                  <a:lnTo>
                    <a:pt x="4838" y="20751"/>
                  </a:lnTo>
                  <a:lnTo>
                    <a:pt x="4762" y="22466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50"/>
                  </a:lnTo>
                  <a:lnTo>
                    <a:pt x="4800" y="24498"/>
                  </a:lnTo>
                  <a:lnTo>
                    <a:pt x="4597" y="25260"/>
                  </a:lnTo>
                  <a:lnTo>
                    <a:pt x="4445" y="28702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34"/>
                  </a:moveTo>
                  <a:lnTo>
                    <a:pt x="24688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71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42" y="5359"/>
                  </a:lnTo>
                  <a:lnTo>
                    <a:pt x="16395" y="5168"/>
                  </a:lnTo>
                  <a:lnTo>
                    <a:pt x="15176" y="5461"/>
                  </a:lnTo>
                  <a:lnTo>
                    <a:pt x="15138" y="6362"/>
                  </a:lnTo>
                  <a:lnTo>
                    <a:pt x="16319" y="6807"/>
                  </a:lnTo>
                  <a:lnTo>
                    <a:pt x="17792" y="6896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594"/>
                  </a:lnTo>
                  <a:lnTo>
                    <a:pt x="19583" y="11049"/>
                  </a:lnTo>
                  <a:lnTo>
                    <a:pt x="19824" y="12458"/>
                  </a:lnTo>
                  <a:lnTo>
                    <a:pt x="20599" y="12509"/>
                  </a:lnTo>
                  <a:lnTo>
                    <a:pt x="20980" y="11125"/>
                  </a:lnTo>
                  <a:lnTo>
                    <a:pt x="21069" y="9410"/>
                  </a:lnTo>
                  <a:lnTo>
                    <a:pt x="21145" y="7696"/>
                  </a:lnTo>
                  <a:lnTo>
                    <a:pt x="20993" y="6896"/>
                  </a:lnTo>
                  <a:lnTo>
                    <a:pt x="21666" y="7137"/>
                  </a:lnTo>
                  <a:lnTo>
                    <a:pt x="24612" y="7327"/>
                  </a:lnTo>
                  <a:lnTo>
                    <a:pt x="25831" y="7035"/>
                  </a:lnTo>
                  <a:lnTo>
                    <a:pt x="25869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01"/>
                  </a:lnTo>
                  <a:lnTo>
                    <a:pt x="23507" y="40513"/>
                  </a:lnTo>
                  <a:lnTo>
                    <a:pt x="22021" y="40411"/>
                  </a:lnTo>
                  <a:lnTo>
                    <a:pt x="21374" y="40576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50"/>
                  </a:lnTo>
                  <a:lnTo>
                    <a:pt x="20726" y="34899"/>
                  </a:lnTo>
                  <a:lnTo>
                    <a:pt x="20358" y="36283"/>
                  </a:lnTo>
                  <a:lnTo>
                    <a:pt x="20269" y="37998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75" y="40081"/>
                  </a:lnTo>
                  <a:lnTo>
                    <a:pt x="15468" y="40373"/>
                  </a:lnTo>
                  <a:lnTo>
                    <a:pt x="15417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06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37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45" y="42049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45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56" y="18783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71"/>
                  </a:lnTo>
                  <a:lnTo>
                    <a:pt x="31686" y="22580"/>
                  </a:lnTo>
                  <a:lnTo>
                    <a:pt x="30467" y="22872"/>
                  </a:lnTo>
                  <a:lnTo>
                    <a:pt x="30429" y="23774"/>
                  </a:lnTo>
                  <a:lnTo>
                    <a:pt x="31610" y="24218"/>
                  </a:lnTo>
                  <a:lnTo>
                    <a:pt x="33083" y="24307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71" y="28536"/>
                  </a:lnTo>
                  <a:lnTo>
                    <a:pt x="36347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49"/>
                  </a:lnTo>
                  <a:lnTo>
                    <a:pt x="39903" y="24739"/>
                  </a:lnTo>
                  <a:lnTo>
                    <a:pt x="41122" y="24447"/>
                  </a:lnTo>
                  <a:lnTo>
                    <a:pt x="41160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3" name="object 1213" descr=""/>
            <p:cNvSpPr/>
            <p:nvPr/>
          </p:nvSpPr>
          <p:spPr>
            <a:xfrm>
              <a:off x="5159564" y="697620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4" name="object 1214" descr=""/>
            <p:cNvSpPr/>
            <p:nvPr/>
          </p:nvSpPr>
          <p:spPr>
            <a:xfrm>
              <a:off x="5161749" y="6978948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812"/>
                  </a:moveTo>
                  <a:lnTo>
                    <a:pt x="9550" y="23368"/>
                  </a:lnTo>
                  <a:lnTo>
                    <a:pt x="8077" y="23279"/>
                  </a:lnTo>
                  <a:lnTo>
                    <a:pt x="6591" y="23177"/>
                  </a:lnTo>
                  <a:lnTo>
                    <a:pt x="5943" y="23342"/>
                  </a:lnTo>
                  <a:lnTo>
                    <a:pt x="6159" y="22580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65"/>
                  </a:lnTo>
                  <a:lnTo>
                    <a:pt x="4927" y="19050"/>
                  </a:lnTo>
                  <a:lnTo>
                    <a:pt x="4838" y="20764"/>
                  </a:lnTo>
                  <a:lnTo>
                    <a:pt x="4749" y="22479"/>
                  </a:lnTo>
                  <a:lnTo>
                    <a:pt x="4889" y="23291"/>
                  </a:lnTo>
                  <a:lnTo>
                    <a:pt x="4203" y="23037"/>
                  </a:lnTo>
                  <a:lnTo>
                    <a:pt x="1257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54" y="24574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87"/>
                  </a:lnTo>
                  <a:lnTo>
                    <a:pt x="5842" y="28803"/>
                  </a:lnTo>
                  <a:lnTo>
                    <a:pt x="5918" y="27089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15"/>
                  </a:lnTo>
                  <a:lnTo>
                    <a:pt x="9474" y="25006"/>
                  </a:lnTo>
                  <a:lnTo>
                    <a:pt x="10693" y="24701"/>
                  </a:lnTo>
                  <a:lnTo>
                    <a:pt x="10731" y="23812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24"/>
                  </a:lnTo>
                  <a:lnTo>
                    <a:pt x="21082" y="5689"/>
                  </a:lnTo>
                  <a:lnTo>
                    <a:pt x="21297" y="4914"/>
                  </a:lnTo>
                  <a:lnTo>
                    <a:pt x="21450" y="1473"/>
                  </a:lnTo>
                  <a:lnTo>
                    <a:pt x="21209" y="50"/>
                  </a:lnTo>
                  <a:lnTo>
                    <a:pt x="20434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26"/>
                  </a:lnTo>
                  <a:lnTo>
                    <a:pt x="20027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792" y="6908"/>
                  </a:lnTo>
                  <a:lnTo>
                    <a:pt x="19265" y="7010"/>
                  </a:lnTo>
                  <a:lnTo>
                    <a:pt x="19939" y="6858"/>
                  </a:lnTo>
                  <a:lnTo>
                    <a:pt x="19735" y="7607"/>
                  </a:lnTo>
                  <a:lnTo>
                    <a:pt x="19583" y="11061"/>
                  </a:lnTo>
                  <a:lnTo>
                    <a:pt x="19824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56" y="9423"/>
                  </a:lnTo>
                  <a:lnTo>
                    <a:pt x="21145" y="7708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495" y="40525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85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84"/>
                  </a:lnTo>
                  <a:lnTo>
                    <a:pt x="16675" y="40093"/>
                  </a:lnTo>
                  <a:lnTo>
                    <a:pt x="15468" y="40386"/>
                  </a:lnTo>
                  <a:lnTo>
                    <a:pt x="15417" y="41287"/>
                  </a:lnTo>
                  <a:lnTo>
                    <a:pt x="16598" y="41732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59" y="46050"/>
                  </a:lnTo>
                  <a:lnTo>
                    <a:pt x="21348" y="44335"/>
                  </a:lnTo>
                  <a:lnTo>
                    <a:pt x="21424" y="42608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52"/>
                  </a:lnTo>
                  <a:lnTo>
                    <a:pt x="26111" y="41960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493" y="23025"/>
                  </a:lnTo>
                  <a:lnTo>
                    <a:pt x="37020" y="22936"/>
                  </a:lnTo>
                  <a:lnTo>
                    <a:pt x="36372" y="23101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499" y="17475"/>
                  </a:lnTo>
                  <a:lnTo>
                    <a:pt x="35725" y="17411"/>
                  </a:lnTo>
                  <a:lnTo>
                    <a:pt x="35344" y="18796"/>
                  </a:lnTo>
                  <a:lnTo>
                    <a:pt x="35267" y="20510"/>
                  </a:lnTo>
                  <a:lnTo>
                    <a:pt x="35179" y="22237"/>
                  </a:lnTo>
                  <a:lnTo>
                    <a:pt x="35318" y="23050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56" y="24422"/>
                  </a:lnTo>
                  <a:lnTo>
                    <a:pt x="35229" y="24269"/>
                  </a:lnTo>
                  <a:lnTo>
                    <a:pt x="35026" y="25019"/>
                  </a:lnTo>
                  <a:lnTo>
                    <a:pt x="34874" y="28473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58" y="28549"/>
                  </a:lnTo>
                  <a:lnTo>
                    <a:pt x="36347" y="26835"/>
                  </a:lnTo>
                  <a:lnTo>
                    <a:pt x="36436" y="25120"/>
                  </a:lnTo>
                  <a:lnTo>
                    <a:pt x="36283" y="24333"/>
                  </a:lnTo>
                  <a:lnTo>
                    <a:pt x="36944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5" name="object 1215" descr=""/>
            <p:cNvSpPr/>
            <p:nvPr/>
          </p:nvSpPr>
          <p:spPr>
            <a:xfrm>
              <a:off x="5113047" y="697620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6" name="object 1216" descr=""/>
            <p:cNvSpPr/>
            <p:nvPr/>
          </p:nvSpPr>
          <p:spPr>
            <a:xfrm>
              <a:off x="5349674" y="719560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7" name="object 1217" descr=""/>
            <p:cNvSpPr/>
            <p:nvPr/>
          </p:nvSpPr>
          <p:spPr>
            <a:xfrm>
              <a:off x="5351856" y="719835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55"/>
                  </a:lnTo>
                  <a:lnTo>
                    <a:pt x="8077" y="23266"/>
                  </a:lnTo>
                  <a:lnTo>
                    <a:pt x="6604" y="23164"/>
                  </a:lnTo>
                  <a:lnTo>
                    <a:pt x="5956" y="23329"/>
                  </a:lnTo>
                  <a:lnTo>
                    <a:pt x="6159" y="22567"/>
                  </a:lnTo>
                  <a:lnTo>
                    <a:pt x="6324" y="19126"/>
                  </a:lnTo>
                  <a:lnTo>
                    <a:pt x="6083" y="17703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38" y="20751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40" y="24663"/>
                  </a:lnTo>
                  <a:lnTo>
                    <a:pt x="4813" y="24498"/>
                  </a:lnTo>
                  <a:lnTo>
                    <a:pt x="4610" y="25260"/>
                  </a:lnTo>
                  <a:lnTo>
                    <a:pt x="4445" y="28702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82" y="6134"/>
                  </a:moveTo>
                  <a:lnTo>
                    <a:pt x="24688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71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59"/>
                  </a:lnTo>
                  <a:lnTo>
                    <a:pt x="16395" y="5168"/>
                  </a:lnTo>
                  <a:lnTo>
                    <a:pt x="15176" y="5473"/>
                  </a:lnTo>
                  <a:lnTo>
                    <a:pt x="15138" y="6362"/>
                  </a:lnTo>
                  <a:lnTo>
                    <a:pt x="16319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37" y="12458"/>
                  </a:lnTo>
                  <a:lnTo>
                    <a:pt x="20599" y="12509"/>
                  </a:lnTo>
                  <a:lnTo>
                    <a:pt x="20980" y="11125"/>
                  </a:lnTo>
                  <a:lnTo>
                    <a:pt x="21069" y="9410"/>
                  </a:lnTo>
                  <a:lnTo>
                    <a:pt x="21145" y="7696"/>
                  </a:lnTo>
                  <a:lnTo>
                    <a:pt x="20993" y="6896"/>
                  </a:lnTo>
                  <a:lnTo>
                    <a:pt x="21666" y="7137"/>
                  </a:lnTo>
                  <a:lnTo>
                    <a:pt x="24625" y="7327"/>
                  </a:lnTo>
                  <a:lnTo>
                    <a:pt x="25831" y="7035"/>
                  </a:lnTo>
                  <a:lnTo>
                    <a:pt x="25882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01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899"/>
                  </a:lnTo>
                  <a:lnTo>
                    <a:pt x="20358" y="36283"/>
                  </a:lnTo>
                  <a:lnTo>
                    <a:pt x="20269" y="37998"/>
                  </a:lnTo>
                  <a:lnTo>
                    <a:pt x="20180" y="39725"/>
                  </a:lnTo>
                  <a:lnTo>
                    <a:pt x="20307" y="40538"/>
                  </a:lnTo>
                  <a:lnTo>
                    <a:pt x="19634" y="40271"/>
                  </a:lnTo>
                  <a:lnTo>
                    <a:pt x="16687" y="40081"/>
                  </a:lnTo>
                  <a:lnTo>
                    <a:pt x="15468" y="40373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06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45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33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41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18" y="23037"/>
                  </a:lnTo>
                  <a:lnTo>
                    <a:pt x="34632" y="22771"/>
                  </a:lnTo>
                  <a:lnTo>
                    <a:pt x="31686" y="22580"/>
                  </a:lnTo>
                  <a:lnTo>
                    <a:pt x="30467" y="22885"/>
                  </a:lnTo>
                  <a:lnTo>
                    <a:pt x="30429" y="23774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28" y="29870"/>
                  </a:lnTo>
                  <a:lnTo>
                    <a:pt x="35890" y="29921"/>
                  </a:lnTo>
                  <a:lnTo>
                    <a:pt x="36271" y="28536"/>
                  </a:lnTo>
                  <a:lnTo>
                    <a:pt x="36347" y="26822"/>
                  </a:lnTo>
                  <a:lnTo>
                    <a:pt x="36436" y="25107"/>
                  </a:lnTo>
                  <a:lnTo>
                    <a:pt x="36283" y="24307"/>
                  </a:lnTo>
                  <a:lnTo>
                    <a:pt x="36957" y="24549"/>
                  </a:lnTo>
                  <a:lnTo>
                    <a:pt x="39903" y="24739"/>
                  </a:lnTo>
                  <a:lnTo>
                    <a:pt x="41122" y="24447"/>
                  </a:lnTo>
                  <a:lnTo>
                    <a:pt x="41160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8" name="object 1218" descr=""/>
            <p:cNvSpPr/>
            <p:nvPr/>
          </p:nvSpPr>
          <p:spPr>
            <a:xfrm>
              <a:off x="5327034" y="723113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9" name="object 1219" descr=""/>
            <p:cNvSpPr/>
            <p:nvPr/>
          </p:nvSpPr>
          <p:spPr>
            <a:xfrm>
              <a:off x="5329212" y="7233875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55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51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60"/>
                  </a:lnTo>
                  <a:lnTo>
                    <a:pt x="4457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34"/>
                  </a:moveTo>
                  <a:lnTo>
                    <a:pt x="24701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09"/>
                  </a:lnTo>
                  <a:lnTo>
                    <a:pt x="20980" y="11137"/>
                  </a:lnTo>
                  <a:lnTo>
                    <a:pt x="21069" y="9410"/>
                  </a:lnTo>
                  <a:lnTo>
                    <a:pt x="21145" y="7696"/>
                  </a:lnTo>
                  <a:lnTo>
                    <a:pt x="21005" y="6908"/>
                  </a:lnTo>
                  <a:lnTo>
                    <a:pt x="21666" y="7150"/>
                  </a:lnTo>
                  <a:lnTo>
                    <a:pt x="24625" y="7327"/>
                  </a:lnTo>
                  <a:lnTo>
                    <a:pt x="25844" y="7035"/>
                  </a:lnTo>
                  <a:lnTo>
                    <a:pt x="25882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83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34" y="40271"/>
                  </a:lnTo>
                  <a:lnTo>
                    <a:pt x="16687" y="40081"/>
                  </a:lnTo>
                  <a:lnTo>
                    <a:pt x="15468" y="40386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43" y="41744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23"/>
                  </a:lnTo>
                  <a:lnTo>
                    <a:pt x="36385" y="23088"/>
                  </a:lnTo>
                  <a:lnTo>
                    <a:pt x="36588" y="22326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31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71" y="28549"/>
                  </a:lnTo>
                  <a:lnTo>
                    <a:pt x="36360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47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0" name="object 1220" descr=""/>
            <p:cNvSpPr/>
            <p:nvPr/>
          </p:nvSpPr>
          <p:spPr>
            <a:xfrm>
              <a:off x="5279911" y="723113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1" name="object 1221" descr=""/>
            <p:cNvSpPr/>
            <p:nvPr/>
          </p:nvSpPr>
          <p:spPr>
            <a:xfrm>
              <a:off x="5282095" y="7233875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55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53"/>
                  </a:lnTo>
                  <a:lnTo>
                    <a:pt x="4927" y="19037"/>
                  </a:lnTo>
                  <a:lnTo>
                    <a:pt x="4838" y="20751"/>
                  </a:lnTo>
                  <a:lnTo>
                    <a:pt x="4762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60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34"/>
                  </a:moveTo>
                  <a:lnTo>
                    <a:pt x="24688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40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792" y="6908"/>
                  </a:lnTo>
                  <a:lnTo>
                    <a:pt x="19265" y="6997"/>
                  </a:lnTo>
                  <a:lnTo>
                    <a:pt x="19951" y="6832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24" y="12458"/>
                  </a:lnTo>
                  <a:lnTo>
                    <a:pt x="20599" y="12509"/>
                  </a:lnTo>
                  <a:lnTo>
                    <a:pt x="20980" y="11137"/>
                  </a:lnTo>
                  <a:lnTo>
                    <a:pt x="21056" y="9410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27"/>
                  </a:lnTo>
                  <a:lnTo>
                    <a:pt x="25831" y="7035"/>
                  </a:lnTo>
                  <a:lnTo>
                    <a:pt x="25869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83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75" y="40081"/>
                  </a:lnTo>
                  <a:lnTo>
                    <a:pt x="15468" y="40386"/>
                  </a:lnTo>
                  <a:lnTo>
                    <a:pt x="15417" y="41275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37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45" y="42049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58" y="28549"/>
                  </a:lnTo>
                  <a:lnTo>
                    <a:pt x="36347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47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2" name="object 1222" descr=""/>
            <p:cNvSpPr/>
            <p:nvPr/>
          </p:nvSpPr>
          <p:spPr>
            <a:xfrm>
              <a:off x="5372833" y="7231130"/>
              <a:ext cx="29845" cy="53975"/>
            </a:xfrm>
            <a:custGeom>
              <a:avLst/>
              <a:gdLst/>
              <a:ahLst/>
              <a:cxnLst/>
              <a:rect l="l" t="t" r="r" b="b"/>
              <a:pathLst>
                <a:path w="29845" h="53975">
                  <a:moveTo>
                    <a:pt x="0" y="26711"/>
                  </a:moveTo>
                  <a:lnTo>
                    <a:pt x="22899" y="53422"/>
                  </a:lnTo>
                  <a:lnTo>
                    <a:pt x="29745" y="45437"/>
                  </a:lnTo>
                </a:path>
                <a:path w="29845" h="53975">
                  <a:moveTo>
                    <a:pt x="29745" y="7985"/>
                  </a:moveTo>
                  <a:lnTo>
                    <a:pt x="22899" y="0"/>
                  </a:lnTo>
                  <a:lnTo>
                    <a:pt x="0" y="26711"/>
                  </a:lnTo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3" name="object 1223" descr=""/>
            <p:cNvSpPr/>
            <p:nvPr/>
          </p:nvSpPr>
          <p:spPr>
            <a:xfrm>
              <a:off x="5375008" y="7233875"/>
              <a:ext cx="26670" cy="47625"/>
            </a:xfrm>
            <a:custGeom>
              <a:avLst/>
              <a:gdLst/>
              <a:ahLst/>
              <a:cxnLst/>
              <a:rect l="l" t="t" r="r" b="b"/>
              <a:pathLst>
                <a:path w="26670" h="47625">
                  <a:moveTo>
                    <a:pt x="10744" y="23799"/>
                  </a:moveTo>
                  <a:lnTo>
                    <a:pt x="9563" y="23355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51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26"/>
                  </a:lnTo>
                  <a:lnTo>
                    <a:pt x="0" y="24028"/>
                  </a:lnTo>
                  <a:lnTo>
                    <a:pt x="1193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60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19" y="25361"/>
                  </a:lnTo>
                  <a:lnTo>
                    <a:pt x="5867" y="24574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26670" h="47625">
                  <a:moveTo>
                    <a:pt x="25882" y="6134"/>
                  </a:moveTo>
                  <a:lnTo>
                    <a:pt x="24701" y="5702"/>
                  </a:lnTo>
                  <a:lnTo>
                    <a:pt x="23228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02"/>
                  </a:lnTo>
                  <a:lnTo>
                    <a:pt x="21463" y="1460"/>
                  </a:lnTo>
                  <a:lnTo>
                    <a:pt x="21209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51" y="6375"/>
                  </a:lnTo>
                  <a:lnTo>
                    <a:pt x="16332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09"/>
                  </a:lnTo>
                  <a:lnTo>
                    <a:pt x="20993" y="11137"/>
                  </a:lnTo>
                  <a:lnTo>
                    <a:pt x="21069" y="9410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78" y="7150"/>
                  </a:lnTo>
                  <a:lnTo>
                    <a:pt x="24625" y="7327"/>
                  </a:lnTo>
                  <a:lnTo>
                    <a:pt x="25844" y="7035"/>
                  </a:lnTo>
                  <a:lnTo>
                    <a:pt x="25882" y="6134"/>
                  </a:lnTo>
                  <a:close/>
                </a:path>
                <a:path w="26670" h="47625">
                  <a:moveTo>
                    <a:pt x="26174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83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46" y="40271"/>
                  </a:lnTo>
                  <a:lnTo>
                    <a:pt x="16687" y="40081"/>
                  </a:lnTo>
                  <a:lnTo>
                    <a:pt x="15468" y="40386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97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17" y="42240"/>
                  </a:lnTo>
                  <a:lnTo>
                    <a:pt x="26123" y="41948"/>
                  </a:lnTo>
                  <a:lnTo>
                    <a:pt x="26174" y="41046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4" name="object 1224" descr=""/>
            <p:cNvSpPr/>
            <p:nvPr/>
          </p:nvSpPr>
          <p:spPr>
            <a:xfrm>
              <a:off x="5303158" y="719560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5" name="object 1225" descr=""/>
            <p:cNvSpPr/>
            <p:nvPr/>
          </p:nvSpPr>
          <p:spPr>
            <a:xfrm>
              <a:off x="5305336" y="719835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55"/>
                  </a:lnTo>
                  <a:lnTo>
                    <a:pt x="8077" y="23266"/>
                  </a:lnTo>
                  <a:lnTo>
                    <a:pt x="6604" y="23164"/>
                  </a:lnTo>
                  <a:lnTo>
                    <a:pt x="5956" y="23329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03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51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498"/>
                  </a:lnTo>
                  <a:lnTo>
                    <a:pt x="4610" y="25260"/>
                  </a:lnTo>
                  <a:lnTo>
                    <a:pt x="4457" y="28702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61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34"/>
                  </a:moveTo>
                  <a:lnTo>
                    <a:pt x="24701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71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59"/>
                  </a:lnTo>
                  <a:lnTo>
                    <a:pt x="16395" y="5168"/>
                  </a:lnTo>
                  <a:lnTo>
                    <a:pt x="15189" y="5473"/>
                  </a:lnTo>
                  <a:lnTo>
                    <a:pt x="15138" y="6362"/>
                  </a:lnTo>
                  <a:lnTo>
                    <a:pt x="16332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09"/>
                  </a:lnTo>
                  <a:lnTo>
                    <a:pt x="20980" y="11125"/>
                  </a:lnTo>
                  <a:lnTo>
                    <a:pt x="21069" y="9410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66" y="7137"/>
                  </a:lnTo>
                  <a:lnTo>
                    <a:pt x="24625" y="7327"/>
                  </a:lnTo>
                  <a:lnTo>
                    <a:pt x="25844" y="7035"/>
                  </a:lnTo>
                  <a:lnTo>
                    <a:pt x="25882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01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899"/>
                  </a:lnTo>
                  <a:lnTo>
                    <a:pt x="20358" y="36283"/>
                  </a:lnTo>
                  <a:lnTo>
                    <a:pt x="20269" y="37998"/>
                  </a:lnTo>
                  <a:lnTo>
                    <a:pt x="20193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87" y="40081"/>
                  </a:lnTo>
                  <a:lnTo>
                    <a:pt x="15468" y="40373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06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45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33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31" y="23037"/>
                  </a:lnTo>
                  <a:lnTo>
                    <a:pt x="34632" y="22771"/>
                  </a:lnTo>
                  <a:lnTo>
                    <a:pt x="31686" y="22580"/>
                  </a:lnTo>
                  <a:lnTo>
                    <a:pt x="30467" y="22885"/>
                  </a:lnTo>
                  <a:lnTo>
                    <a:pt x="30429" y="23774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71" y="28536"/>
                  </a:lnTo>
                  <a:lnTo>
                    <a:pt x="36360" y="26822"/>
                  </a:lnTo>
                  <a:lnTo>
                    <a:pt x="36436" y="25107"/>
                  </a:lnTo>
                  <a:lnTo>
                    <a:pt x="36283" y="24307"/>
                  </a:lnTo>
                  <a:lnTo>
                    <a:pt x="36957" y="24549"/>
                  </a:lnTo>
                  <a:lnTo>
                    <a:pt x="39916" y="24739"/>
                  </a:lnTo>
                  <a:lnTo>
                    <a:pt x="41122" y="24447"/>
                  </a:lnTo>
                  <a:lnTo>
                    <a:pt x="41160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6" name="object 1226" descr=""/>
            <p:cNvSpPr/>
            <p:nvPr/>
          </p:nvSpPr>
          <p:spPr>
            <a:xfrm>
              <a:off x="5256640" y="719560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7" name="object 1227" descr=""/>
            <p:cNvSpPr/>
            <p:nvPr/>
          </p:nvSpPr>
          <p:spPr>
            <a:xfrm>
              <a:off x="5258816" y="719835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55"/>
                  </a:lnTo>
                  <a:lnTo>
                    <a:pt x="8089" y="23266"/>
                  </a:lnTo>
                  <a:lnTo>
                    <a:pt x="6604" y="23164"/>
                  </a:lnTo>
                  <a:lnTo>
                    <a:pt x="5956" y="23329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03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51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26"/>
                  </a:lnTo>
                  <a:lnTo>
                    <a:pt x="0" y="24028"/>
                  </a:lnTo>
                  <a:lnTo>
                    <a:pt x="1193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498"/>
                  </a:lnTo>
                  <a:lnTo>
                    <a:pt x="4610" y="25260"/>
                  </a:lnTo>
                  <a:lnTo>
                    <a:pt x="4457" y="28702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19" y="25361"/>
                  </a:lnTo>
                  <a:lnTo>
                    <a:pt x="5867" y="24561"/>
                  </a:lnTo>
                  <a:lnTo>
                    <a:pt x="6540" y="24803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34"/>
                  </a:moveTo>
                  <a:lnTo>
                    <a:pt x="24701" y="5702"/>
                  </a:lnTo>
                  <a:lnTo>
                    <a:pt x="23228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78" y="1371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59"/>
                  </a:lnTo>
                  <a:lnTo>
                    <a:pt x="16408" y="5168"/>
                  </a:lnTo>
                  <a:lnTo>
                    <a:pt x="15189" y="5473"/>
                  </a:lnTo>
                  <a:lnTo>
                    <a:pt x="15151" y="6362"/>
                  </a:lnTo>
                  <a:lnTo>
                    <a:pt x="16332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09"/>
                  </a:lnTo>
                  <a:lnTo>
                    <a:pt x="20993" y="11125"/>
                  </a:lnTo>
                  <a:lnTo>
                    <a:pt x="21069" y="9410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78" y="7137"/>
                  </a:lnTo>
                  <a:lnTo>
                    <a:pt x="24625" y="7327"/>
                  </a:lnTo>
                  <a:lnTo>
                    <a:pt x="25844" y="7035"/>
                  </a:lnTo>
                  <a:lnTo>
                    <a:pt x="25882" y="6134"/>
                  </a:lnTo>
                  <a:close/>
                </a:path>
                <a:path w="41275" h="47625">
                  <a:moveTo>
                    <a:pt x="26174" y="41046"/>
                  </a:moveTo>
                  <a:lnTo>
                    <a:pt x="24980" y="40601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899"/>
                  </a:lnTo>
                  <a:lnTo>
                    <a:pt x="20358" y="36283"/>
                  </a:lnTo>
                  <a:lnTo>
                    <a:pt x="20281" y="37998"/>
                  </a:lnTo>
                  <a:lnTo>
                    <a:pt x="20193" y="39725"/>
                  </a:lnTo>
                  <a:lnTo>
                    <a:pt x="20320" y="40538"/>
                  </a:lnTo>
                  <a:lnTo>
                    <a:pt x="19646" y="40271"/>
                  </a:lnTo>
                  <a:lnTo>
                    <a:pt x="16687" y="40081"/>
                  </a:lnTo>
                  <a:lnTo>
                    <a:pt x="15468" y="40373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97" y="41808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06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17" y="42240"/>
                  </a:lnTo>
                  <a:lnTo>
                    <a:pt x="26123" y="41948"/>
                  </a:lnTo>
                  <a:lnTo>
                    <a:pt x="26174" y="41046"/>
                  </a:lnTo>
                  <a:close/>
                </a:path>
                <a:path w="41275" h="47625">
                  <a:moveTo>
                    <a:pt x="41173" y="23545"/>
                  </a:moveTo>
                  <a:lnTo>
                    <a:pt x="39992" y="23114"/>
                  </a:lnTo>
                  <a:lnTo>
                    <a:pt x="38506" y="23012"/>
                  </a:lnTo>
                  <a:lnTo>
                    <a:pt x="37033" y="22923"/>
                  </a:lnTo>
                  <a:lnTo>
                    <a:pt x="36385" y="23088"/>
                  </a:lnTo>
                  <a:lnTo>
                    <a:pt x="36601" y="22313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80" y="20510"/>
                  </a:lnTo>
                  <a:lnTo>
                    <a:pt x="35191" y="22225"/>
                  </a:lnTo>
                  <a:lnTo>
                    <a:pt x="35331" y="23037"/>
                  </a:lnTo>
                  <a:lnTo>
                    <a:pt x="34645" y="22771"/>
                  </a:lnTo>
                  <a:lnTo>
                    <a:pt x="31686" y="22580"/>
                  </a:lnTo>
                  <a:lnTo>
                    <a:pt x="30480" y="22885"/>
                  </a:lnTo>
                  <a:lnTo>
                    <a:pt x="30429" y="23774"/>
                  </a:lnTo>
                  <a:lnTo>
                    <a:pt x="31610" y="24218"/>
                  </a:lnTo>
                  <a:lnTo>
                    <a:pt x="33096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86" y="28460"/>
                  </a:lnTo>
                  <a:lnTo>
                    <a:pt x="35128" y="29870"/>
                  </a:lnTo>
                  <a:lnTo>
                    <a:pt x="35902" y="29921"/>
                  </a:lnTo>
                  <a:lnTo>
                    <a:pt x="36271" y="28536"/>
                  </a:lnTo>
                  <a:lnTo>
                    <a:pt x="36360" y="26822"/>
                  </a:lnTo>
                  <a:lnTo>
                    <a:pt x="36436" y="25107"/>
                  </a:lnTo>
                  <a:lnTo>
                    <a:pt x="36296" y="24320"/>
                  </a:lnTo>
                  <a:lnTo>
                    <a:pt x="36957" y="24549"/>
                  </a:lnTo>
                  <a:lnTo>
                    <a:pt x="39916" y="24739"/>
                  </a:lnTo>
                  <a:lnTo>
                    <a:pt x="41122" y="24447"/>
                  </a:lnTo>
                  <a:lnTo>
                    <a:pt x="41173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8" name="object 1228" descr=""/>
            <p:cNvSpPr/>
            <p:nvPr/>
          </p:nvSpPr>
          <p:spPr>
            <a:xfrm>
              <a:off x="5349674" y="712252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9" name="object 1229" descr=""/>
            <p:cNvSpPr/>
            <p:nvPr/>
          </p:nvSpPr>
          <p:spPr>
            <a:xfrm>
              <a:off x="5351856" y="7125277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55"/>
                  </a:lnTo>
                  <a:lnTo>
                    <a:pt x="8077" y="23266"/>
                  </a:lnTo>
                  <a:lnTo>
                    <a:pt x="6604" y="23164"/>
                  </a:lnTo>
                  <a:lnTo>
                    <a:pt x="5943" y="23329"/>
                  </a:lnTo>
                  <a:lnTo>
                    <a:pt x="6159" y="22567"/>
                  </a:lnTo>
                  <a:lnTo>
                    <a:pt x="6324" y="19126"/>
                  </a:lnTo>
                  <a:lnTo>
                    <a:pt x="6083" y="17703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38" y="20751"/>
                  </a:lnTo>
                  <a:lnTo>
                    <a:pt x="4762" y="22466"/>
                  </a:lnTo>
                  <a:lnTo>
                    <a:pt x="4902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40" y="24663"/>
                  </a:lnTo>
                  <a:lnTo>
                    <a:pt x="4813" y="24498"/>
                  </a:lnTo>
                  <a:lnTo>
                    <a:pt x="4610" y="25260"/>
                  </a:lnTo>
                  <a:lnTo>
                    <a:pt x="4445" y="28702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82" y="6134"/>
                  </a:moveTo>
                  <a:lnTo>
                    <a:pt x="24688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71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59"/>
                  </a:lnTo>
                  <a:lnTo>
                    <a:pt x="16395" y="5168"/>
                  </a:lnTo>
                  <a:lnTo>
                    <a:pt x="15176" y="5473"/>
                  </a:lnTo>
                  <a:lnTo>
                    <a:pt x="15138" y="6362"/>
                  </a:lnTo>
                  <a:lnTo>
                    <a:pt x="16319" y="6807"/>
                  </a:lnTo>
                  <a:lnTo>
                    <a:pt x="17805" y="6896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37" y="12458"/>
                  </a:lnTo>
                  <a:lnTo>
                    <a:pt x="20599" y="12509"/>
                  </a:lnTo>
                  <a:lnTo>
                    <a:pt x="20980" y="11125"/>
                  </a:lnTo>
                  <a:lnTo>
                    <a:pt x="21069" y="9410"/>
                  </a:lnTo>
                  <a:lnTo>
                    <a:pt x="21145" y="7696"/>
                  </a:lnTo>
                  <a:lnTo>
                    <a:pt x="20993" y="6896"/>
                  </a:lnTo>
                  <a:lnTo>
                    <a:pt x="21666" y="7137"/>
                  </a:lnTo>
                  <a:lnTo>
                    <a:pt x="24625" y="7327"/>
                  </a:lnTo>
                  <a:lnTo>
                    <a:pt x="25831" y="7035"/>
                  </a:lnTo>
                  <a:lnTo>
                    <a:pt x="25882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01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899"/>
                  </a:lnTo>
                  <a:lnTo>
                    <a:pt x="20358" y="36283"/>
                  </a:lnTo>
                  <a:lnTo>
                    <a:pt x="20269" y="37998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87" y="40081"/>
                  </a:lnTo>
                  <a:lnTo>
                    <a:pt x="15468" y="40373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06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45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33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41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83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18" y="23037"/>
                  </a:lnTo>
                  <a:lnTo>
                    <a:pt x="34632" y="22771"/>
                  </a:lnTo>
                  <a:lnTo>
                    <a:pt x="31686" y="22580"/>
                  </a:lnTo>
                  <a:lnTo>
                    <a:pt x="30467" y="22885"/>
                  </a:lnTo>
                  <a:lnTo>
                    <a:pt x="30429" y="23774"/>
                  </a:lnTo>
                  <a:lnTo>
                    <a:pt x="31610" y="24218"/>
                  </a:lnTo>
                  <a:lnTo>
                    <a:pt x="33083" y="24307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28" y="29870"/>
                  </a:lnTo>
                  <a:lnTo>
                    <a:pt x="35890" y="29921"/>
                  </a:lnTo>
                  <a:lnTo>
                    <a:pt x="36271" y="28536"/>
                  </a:lnTo>
                  <a:lnTo>
                    <a:pt x="36347" y="26822"/>
                  </a:lnTo>
                  <a:lnTo>
                    <a:pt x="36436" y="25107"/>
                  </a:lnTo>
                  <a:lnTo>
                    <a:pt x="36283" y="24307"/>
                  </a:lnTo>
                  <a:lnTo>
                    <a:pt x="36957" y="24549"/>
                  </a:lnTo>
                  <a:lnTo>
                    <a:pt x="39903" y="24739"/>
                  </a:lnTo>
                  <a:lnTo>
                    <a:pt x="41122" y="24447"/>
                  </a:lnTo>
                  <a:lnTo>
                    <a:pt x="41160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0" name="object 1230" descr=""/>
            <p:cNvSpPr/>
            <p:nvPr/>
          </p:nvSpPr>
          <p:spPr>
            <a:xfrm>
              <a:off x="5327034" y="715805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1" name="object 1231" descr=""/>
            <p:cNvSpPr/>
            <p:nvPr/>
          </p:nvSpPr>
          <p:spPr>
            <a:xfrm>
              <a:off x="5329212" y="7160799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55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51"/>
                  </a:lnTo>
                  <a:lnTo>
                    <a:pt x="4762" y="22479"/>
                  </a:lnTo>
                  <a:lnTo>
                    <a:pt x="4889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60"/>
                  </a:lnTo>
                  <a:lnTo>
                    <a:pt x="4457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34"/>
                  </a:moveTo>
                  <a:lnTo>
                    <a:pt x="24701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59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09"/>
                  </a:lnTo>
                  <a:lnTo>
                    <a:pt x="20980" y="11137"/>
                  </a:lnTo>
                  <a:lnTo>
                    <a:pt x="21069" y="9410"/>
                  </a:lnTo>
                  <a:lnTo>
                    <a:pt x="21145" y="7696"/>
                  </a:lnTo>
                  <a:lnTo>
                    <a:pt x="21005" y="6908"/>
                  </a:lnTo>
                  <a:lnTo>
                    <a:pt x="21666" y="7150"/>
                  </a:lnTo>
                  <a:lnTo>
                    <a:pt x="24625" y="7327"/>
                  </a:lnTo>
                  <a:lnTo>
                    <a:pt x="25844" y="7035"/>
                  </a:lnTo>
                  <a:lnTo>
                    <a:pt x="25882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83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34" y="40271"/>
                  </a:lnTo>
                  <a:lnTo>
                    <a:pt x="16687" y="40081"/>
                  </a:lnTo>
                  <a:lnTo>
                    <a:pt x="15468" y="40386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43" y="41744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33" y="22923"/>
                  </a:lnTo>
                  <a:lnTo>
                    <a:pt x="36385" y="23088"/>
                  </a:lnTo>
                  <a:lnTo>
                    <a:pt x="36588" y="22326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31" y="23037"/>
                  </a:lnTo>
                  <a:lnTo>
                    <a:pt x="34632" y="22771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60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47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2" name="object 1232" descr=""/>
            <p:cNvSpPr/>
            <p:nvPr/>
          </p:nvSpPr>
          <p:spPr>
            <a:xfrm>
              <a:off x="5279911" y="715805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3" name="object 1233" descr=""/>
            <p:cNvSpPr/>
            <p:nvPr/>
          </p:nvSpPr>
          <p:spPr>
            <a:xfrm>
              <a:off x="5282095" y="7160799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55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53"/>
                  </a:lnTo>
                  <a:lnTo>
                    <a:pt x="4927" y="19037"/>
                  </a:lnTo>
                  <a:lnTo>
                    <a:pt x="4838" y="20751"/>
                  </a:lnTo>
                  <a:lnTo>
                    <a:pt x="4762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60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34"/>
                  </a:moveTo>
                  <a:lnTo>
                    <a:pt x="24688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297" y="4914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42" y="5359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792" y="6908"/>
                  </a:lnTo>
                  <a:lnTo>
                    <a:pt x="19265" y="6997"/>
                  </a:lnTo>
                  <a:lnTo>
                    <a:pt x="19951" y="6832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24" y="12458"/>
                  </a:lnTo>
                  <a:lnTo>
                    <a:pt x="20599" y="12509"/>
                  </a:lnTo>
                  <a:lnTo>
                    <a:pt x="20980" y="11137"/>
                  </a:lnTo>
                  <a:lnTo>
                    <a:pt x="21056" y="9410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27"/>
                  </a:lnTo>
                  <a:lnTo>
                    <a:pt x="25831" y="7035"/>
                  </a:lnTo>
                  <a:lnTo>
                    <a:pt x="25869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83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75" y="40081"/>
                  </a:lnTo>
                  <a:lnTo>
                    <a:pt x="15468" y="40386"/>
                  </a:lnTo>
                  <a:lnTo>
                    <a:pt x="15417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37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45" y="42049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71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33"/>
                  </a:lnTo>
                  <a:lnTo>
                    <a:pt x="36258" y="28549"/>
                  </a:lnTo>
                  <a:lnTo>
                    <a:pt x="36347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47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4" name="object 1234" descr=""/>
            <p:cNvSpPr/>
            <p:nvPr/>
          </p:nvSpPr>
          <p:spPr>
            <a:xfrm>
              <a:off x="5372833" y="7158054"/>
              <a:ext cx="29845" cy="53975"/>
            </a:xfrm>
            <a:custGeom>
              <a:avLst/>
              <a:gdLst/>
              <a:ahLst/>
              <a:cxnLst/>
              <a:rect l="l" t="t" r="r" b="b"/>
              <a:pathLst>
                <a:path w="29845" h="53975">
                  <a:moveTo>
                    <a:pt x="0" y="26711"/>
                  </a:moveTo>
                  <a:lnTo>
                    <a:pt x="22899" y="53422"/>
                  </a:lnTo>
                  <a:lnTo>
                    <a:pt x="29745" y="45437"/>
                  </a:lnTo>
                </a:path>
                <a:path w="29845" h="53975">
                  <a:moveTo>
                    <a:pt x="29745" y="7985"/>
                  </a:moveTo>
                  <a:lnTo>
                    <a:pt x="22899" y="0"/>
                  </a:lnTo>
                  <a:lnTo>
                    <a:pt x="0" y="26711"/>
                  </a:lnTo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5" name="object 1235" descr=""/>
            <p:cNvSpPr/>
            <p:nvPr/>
          </p:nvSpPr>
          <p:spPr>
            <a:xfrm>
              <a:off x="5375008" y="7160799"/>
              <a:ext cx="26670" cy="47625"/>
            </a:xfrm>
            <a:custGeom>
              <a:avLst/>
              <a:gdLst/>
              <a:ahLst/>
              <a:cxnLst/>
              <a:rect l="l" t="t" r="r" b="b"/>
              <a:pathLst>
                <a:path w="26670" h="47625">
                  <a:moveTo>
                    <a:pt x="10744" y="23799"/>
                  </a:moveTo>
                  <a:lnTo>
                    <a:pt x="9563" y="23355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51"/>
                  </a:lnTo>
                  <a:lnTo>
                    <a:pt x="4762" y="22479"/>
                  </a:lnTo>
                  <a:lnTo>
                    <a:pt x="4889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26"/>
                  </a:lnTo>
                  <a:lnTo>
                    <a:pt x="0" y="24028"/>
                  </a:lnTo>
                  <a:lnTo>
                    <a:pt x="1193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60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19" y="25361"/>
                  </a:lnTo>
                  <a:lnTo>
                    <a:pt x="5867" y="24574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26670" h="47625">
                  <a:moveTo>
                    <a:pt x="25882" y="6134"/>
                  </a:moveTo>
                  <a:lnTo>
                    <a:pt x="24701" y="5702"/>
                  </a:lnTo>
                  <a:lnTo>
                    <a:pt x="23228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60"/>
                  </a:lnTo>
                  <a:lnTo>
                    <a:pt x="21209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59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51" y="6375"/>
                  </a:lnTo>
                  <a:lnTo>
                    <a:pt x="16332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09"/>
                  </a:lnTo>
                  <a:lnTo>
                    <a:pt x="20993" y="11137"/>
                  </a:lnTo>
                  <a:lnTo>
                    <a:pt x="21069" y="9410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78" y="7150"/>
                  </a:lnTo>
                  <a:lnTo>
                    <a:pt x="24625" y="7327"/>
                  </a:lnTo>
                  <a:lnTo>
                    <a:pt x="25844" y="7035"/>
                  </a:lnTo>
                  <a:lnTo>
                    <a:pt x="25882" y="6134"/>
                  </a:lnTo>
                  <a:close/>
                </a:path>
                <a:path w="26670" h="47625">
                  <a:moveTo>
                    <a:pt x="26174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83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46" y="40271"/>
                  </a:lnTo>
                  <a:lnTo>
                    <a:pt x="16687" y="40081"/>
                  </a:lnTo>
                  <a:lnTo>
                    <a:pt x="15468" y="40386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97" y="41808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17" y="42240"/>
                  </a:lnTo>
                  <a:lnTo>
                    <a:pt x="26123" y="41948"/>
                  </a:lnTo>
                  <a:lnTo>
                    <a:pt x="26174" y="41046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6" name="object 1236" descr=""/>
            <p:cNvSpPr/>
            <p:nvPr/>
          </p:nvSpPr>
          <p:spPr>
            <a:xfrm>
              <a:off x="5303158" y="712252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7" name="object 1237" descr=""/>
            <p:cNvSpPr/>
            <p:nvPr/>
          </p:nvSpPr>
          <p:spPr>
            <a:xfrm>
              <a:off x="5305336" y="7125277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55"/>
                  </a:lnTo>
                  <a:lnTo>
                    <a:pt x="8077" y="23266"/>
                  </a:lnTo>
                  <a:lnTo>
                    <a:pt x="6604" y="23164"/>
                  </a:lnTo>
                  <a:lnTo>
                    <a:pt x="5956" y="23329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03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51"/>
                  </a:lnTo>
                  <a:lnTo>
                    <a:pt x="4762" y="22466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498"/>
                  </a:lnTo>
                  <a:lnTo>
                    <a:pt x="4610" y="25260"/>
                  </a:lnTo>
                  <a:lnTo>
                    <a:pt x="4457" y="28702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61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34"/>
                  </a:moveTo>
                  <a:lnTo>
                    <a:pt x="24701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71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59"/>
                  </a:lnTo>
                  <a:lnTo>
                    <a:pt x="16395" y="5168"/>
                  </a:lnTo>
                  <a:lnTo>
                    <a:pt x="15189" y="5473"/>
                  </a:lnTo>
                  <a:lnTo>
                    <a:pt x="15138" y="6362"/>
                  </a:lnTo>
                  <a:lnTo>
                    <a:pt x="16332" y="6807"/>
                  </a:lnTo>
                  <a:lnTo>
                    <a:pt x="17805" y="6896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09"/>
                  </a:lnTo>
                  <a:lnTo>
                    <a:pt x="20980" y="11125"/>
                  </a:lnTo>
                  <a:lnTo>
                    <a:pt x="21069" y="9410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66" y="7137"/>
                  </a:lnTo>
                  <a:lnTo>
                    <a:pt x="24625" y="7327"/>
                  </a:lnTo>
                  <a:lnTo>
                    <a:pt x="25844" y="7035"/>
                  </a:lnTo>
                  <a:lnTo>
                    <a:pt x="25882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01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899"/>
                  </a:lnTo>
                  <a:lnTo>
                    <a:pt x="20358" y="36283"/>
                  </a:lnTo>
                  <a:lnTo>
                    <a:pt x="20269" y="37998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34" y="40271"/>
                  </a:lnTo>
                  <a:lnTo>
                    <a:pt x="16687" y="40081"/>
                  </a:lnTo>
                  <a:lnTo>
                    <a:pt x="15468" y="40373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06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45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33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83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31" y="23037"/>
                  </a:lnTo>
                  <a:lnTo>
                    <a:pt x="34632" y="22771"/>
                  </a:lnTo>
                  <a:lnTo>
                    <a:pt x="31686" y="22580"/>
                  </a:lnTo>
                  <a:lnTo>
                    <a:pt x="30467" y="22885"/>
                  </a:lnTo>
                  <a:lnTo>
                    <a:pt x="30429" y="23774"/>
                  </a:lnTo>
                  <a:lnTo>
                    <a:pt x="31610" y="24218"/>
                  </a:lnTo>
                  <a:lnTo>
                    <a:pt x="33083" y="24307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71" y="28536"/>
                  </a:lnTo>
                  <a:lnTo>
                    <a:pt x="36360" y="26822"/>
                  </a:lnTo>
                  <a:lnTo>
                    <a:pt x="36436" y="25107"/>
                  </a:lnTo>
                  <a:lnTo>
                    <a:pt x="36283" y="24307"/>
                  </a:lnTo>
                  <a:lnTo>
                    <a:pt x="36957" y="24549"/>
                  </a:lnTo>
                  <a:lnTo>
                    <a:pt x="39916" y="24739"/>
                  </a:lnTo>
                  <a:lnTo>
                    <a:pt x="41122" y="24447"/>
                  </a:lnTo>
                  <a:lnTo>
                    <a:pt x="41160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8" name="object 1238" descr=""/>
            <p:cNvSpPr/>
            <p:nvPr/>
          </p:nvSpPr>
          <p:spPr>
            <a:xfrm>
              <a:off x="5256640" y="712252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9" name="object 1239" descr=""/>
            <p:cNvSpPr/>
            <p:nvPr/>
          </p:nvSpPr>
          <p:spPr>
            <a:xfrm>
              <a:off x="5258816" y="7125277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55"/>
                  </a:lnTo>
                  <a:lnTo>
                    <a:pt x="8089" y="23266"/>
                  </a:lnTo>
                  <a:lnTo>
                    <a:pt x="6604" y="23164"/>
                  </a:lnTo>
                  <a:lnTo>
                    <a:pt x="5956" y="23329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03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51"/>
                  </a:lnTo>
                  <a:lnTo>
                    <a:pt x="4762" y="22466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26"/>
                  </a:lnTo>
                  <a:lnTo>
                    <a:pt x="0" y="24028"/>
                  </a:lnTo>
                  <a:lnTo>
                    <a:pt x="1193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498"/>
                  </a:lnTo>
                  <a:lnTo>
                    <a:pt x="4610" y="25260"/>
                  </a:lnTo>
                  <a:lnTo>
                    <a:pt x="4457" y="28702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19" y="25361"/>
                  </a:lnTo>
                  <a:lnTo>
                    <a:pt x="5867" y="24561"/>
                  </a:lnTo>
                  <a:lnTo>
                    <a:pt x="6540" y="24803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34"/>
                  </a:moveTo>
                  <a:lnTo>
                    <a:pt x="24701" y="5702"/>
                  </a:lnTo>
                  <a:lnTo>
                    <a:pt x="23228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78" y="1371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59"/>
                  </a:lnTo>
                  <a:lnTo>
                    <a:pt x="16408" y="5168"/>
                  </a:lnTo>
                  <a:lnTo>
                    <a:pt x="15189" y="5473"/>
                  </a:lnTo>
                  <a:lnTo>
                    <a:pt x="15151" y="6362"/>
                  </a:lnTo>
                  <a:lnTo>
                    <a:pt x="16332" y="6807"/>
                  </a:lnTo>
                  <a:lnTo>
                    <a:pt x="17805" y="6896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09"/>
                  </a:lnTo>
                  <a:lnTo>
                    <a:pt x="20993" y="11125"/>
                  </a:lnTo>
                  <a:lnTo>
                    <a:pt x="21069" y="9410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78" y="7137"/>
                  </a:lnTo>
                  <a:lnTo>
                    <a:pt x="24625" y="7327"/>
                  </a:lnTo>
                  <a:lnTo>
                    <a:pt x="25844" y="7035"/>
                  </a:lnTo>
                  <a:lnTo>
                    <a:pt x="25882" y="6134"/>
                  </a:lnTo>
                  <a:close/>
                </a:path>
                <a:path w="41275" h="47625">
                  <a:moveTo>
                    <a:pt x="26174" y="41046"/>
                  </a:moveTo>
                  <a:lnTo>
                    <a:pt x="24980" y="40601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899"/>
                  </a:lnTo>
                  <a:lnTo>
                    <a:pt x="20358" y="36283"/>
                  </a:lnTo>
                  <a:lnTo>
                    <a:pt x="20281" y="37998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46" y="40271"/>
                  </a:lnTo>
                  <a:lnTo>
                    <a:pt x="16687" y="40081"/>
                  </a:lnTo>
                  <a:lnTo>
                    <a:pt x="15468" y="40373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97" y="41808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06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17" y="42240"/>
                  </a:lnTo>
                  <a:lnTo>
                    <a:pt x="26123" y="41948"/>
                  </a:lnTo>
                  <a:lnTo>
                    <a:pt x="26174" y="41046"/>
                  </a:lnTo>
                  <a:close/>
                </a:path>
                <a:path w="41275" h="47625">
                  <a:moveTo>
                    <a:pt x="41173" y="23545"/>
                  </a:moveTo>
                  <a:lnTo>
                    <a:pt x="39992" y="23114"/>
                  </a:lnTo>
                  <a:lnTo>
                    <a:pt x="38506" y="23012"/>
                  </a:lnTo>
                  <a:lnTo>
                    <a:pt x="37033" y="22923"/>
                  </a:lnTo>
                  <a:lnTo>
                    <a:pt x="36385" y="23088"/>
                  </a:lnTo>
                  <a:lnTo>
                    <a:pt x="36601" y="22313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83"/>
                  </a:lnTo>
                  <a:lnTo>
                    <a:pt x="35280" y="20510"/>
                  </a:lnTo>
                  <a:lnTo>
                    <a:pt x="35191" y="22225"/>
                  </a:lnTo>
                  <a:lnTo>
                    <a:pt x="35331" y="23037"/>
                  </a:lnTo>
                  <a:lnTo>
                    <a:pt x="34645" y="22771"/>
                  </a:lnTo>
                  <a:lnTo>
                    <a:pt x="31686" y="22580"/>
                  </a:lnTo>
                  <a:lnTo>
                    <a:pt x="30480" y="22885"/>
                  </a:lnTo>
                  <a:lnTo>
                    <a:pt x="30429" y="23774"/>
                  </a:lnTo>
                  <a:lnTo>
                    <a:pt x="31610" y="24218"/>
                  </a:lnTo>
                  <a:lnTo>
                    <a:pt x="33096" y="24307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86" y="28460"/>
                  </a:lnTo>
                  <a:lnTo>
                    <a:pt x="35128" y="29870"/>
                  </a:lnTo>
                  <a:lnTo>
                    <a:pt x="35902" y="29921"/>
                  </a:lnTo>
                  <a:lnTo>
                    <a:pt x="36271" y="28536"/>
                  </a:lnTo>
                  <a:lnTo>
                    <a:pt x="36360" y="26822"/>
                  </a:lnTo>
                  <a:lnTo>
                    <a:pt x="36436" y="25107"/>
                  </a:lnTo>
                  <a:lnTo>
                    <a:pt x="36296" y="24320"/>
                  </a:lnTo>
                  <a:lnTo>
                    <a:pt x="36957" y="24549"/>
                  </a:lnTo>
                  <a:lnTo>
                    <a:pt x="39916" y="24739"/>
                  </a:lnTo>
                  <a:lnTo>
                    <a:pt x="41122" y="24447"/>
                  </a:lnTo>
                  <a:lnTo>
                    <a:pt x="41173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0" name="object 1240" descr=""/>
            <p:cNvSpPr/>
            <p:nvPr/>
          </p:nvSpPr>
          <p:spPr>
            <a:xfrm>
              <a:off x="5206081" y="719560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1" name="object 1241" descr=""/>
            <p:cNvSpPr/>
            <p:nvPr/>
          </p:nvSpPr>
          <p:spPr>
            <a:xfrm>
              <a:off x="5208257" y="719835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55"/>
                  </a:lnTo>
                  <a:lnTo>
                    <a:pt x="8077" y="23266"/>
                  </a:lnTo>
                  <a:lnTo>
                    <a:pt x="6604" y="23164"/>
                  </a:lnTo>
                  <a:lnTo>
                    <a:pt x="5956" y="23329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03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51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498"/>
                  </a:lnTo>
                  <a:lnTo>
                    <a:pt x="4610" y="25260"/>
                  </a:lnTo>
                  <a:lnTo>
                    <a:pt x="4457" y="28702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61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34"/>
                  </a:moveTo>
                  <a:lnTo>
                    <a:pt x="24701" y="5702"/>
                  </a:lnTo>
                  <a:lnTo>
                    <a:pt x="23228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78" y="1371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59"/>
                  </a:lnTo>
                  <a:lnTo>
                    <a:pt x="16395" y="5168"/>
                  </a:lnTo>
                  <a:lnTo>
                    <a:pt x="15189" y="5473"/>
                  </a:lnTo>
                  <a:lnTo>
                    <a:pt x="15138" y="6362"/>
                  </a:lnTo>
                  <a:lnTo>
                    <a:pt x="16332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09"/>
                  </a:lnTo>
                  <a:lnTo>
                    <a:pt x="20980" y="11125"/>
                  </a:lnTo>
                  <a:lnTo>
                    <a:pt x="21069" y="9410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66" y="7137"/>
                  </a:lnTo>
                  <a:lnTo>
                    <a:pt x="24625" y="7327"/>
                  </a:lnTo>
                  <a:lnTo>
                    <a:pt x="25844" y="7035"/>
                  </a:lnTo>
                  <a:lnTo>
                    <a:pt x="25882" y="6134"/>
                  </a:lnTo>
                  <a:close/>
                </a:path>
                <a:path w="41275" h="47625">
                  <a:moveTo>
                    <a:pt x="26174" y="41046"/>
                  </a:moveTo>
                  <a:lnTo>
                    <a:pt x="24980" y="40601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899"/>
                  </a:lnTo>
                  <a:lnTo>
                    <a:pt x="20358" y="36283"/>
                  </a:lnTo>
                  <a:lnTo>
                    <a:pt x="20269" y="37998"/>
                  </a:lnTo>
                  <a:lnTo>
                    <a:pt x="20193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87" y="40081"/>
                  </a:lnTo>
                  <a:lnTo>
                    <a:pt x="15468" y="40373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06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17" y="42240"/>
                  </a:lnTo>
                  <a:lnTo>
                    <a:pt x="26123" y="41948"/>
                  </a:lnTo>
                  <a:lnTo>
                    <a:pt x="26174" y="41046"/>
                  </a:lnTo>
                  <a:close/>
                </a:path>
                <a:path w="41275" h="47625">
                  <a:moveTo>
                    <a:pt x="41173" y="23545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33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80" y="20510"/>
                  </a:lnTo>
                  <a:lnTo>
                    <a:pt x="35191" y="22225"/>
                  </a:lnTo>
                  <a:lnTo>
                    <a:pt x="35331" y="23037"/>
                  </a:lnTo>
                  <a:lnTo>
                    <a:pt x="34645" y="22771"/>
                  </a:lnTo>
                  <a:lnTo>
                    <a:pt x="31686" y="22580"/>
                  </a:lnTo>
                  <a:lnTo>
                    <a:pt x="30467" y="22885"/>
                  </a:lnTo>
                  <a:lnTo>
                    <a:pt x="30429" y="23774"/>
                  </a:lnTo>
                  <a:lnTo>
                    <a:pt x="31610" y="24218"/>
                  </a:lnTo>
                  <a:lnTo>
                    <a:pt x="33096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71" y="28536"/>
                  </a:lnTo>
                  <a:lnTo>
                    <a:pt x="36360" y="26822"/>
                  </a:lnTo>
                  <a:lnTo>
                    <a:pt x="36436" y="25107"/>
                  </a:lnTo>
                  <a:lnTo>
                    <a:pt x="36283" y="24307"/>
                  </a:lnTo>
                  <a:lnTo>
                    <a:pt x="36957" y="24549"/>
                  </a:lnTo>
                  <a:lnTo>
                    <a:pt x="39916" y="24739"/>
                  </a:lnTo>
                  <a:lnTo>
                    <a:pt x="41122" y="24447"/>
                  </a:lnTo>
                  <a:lnTo>
                    <a:pt x="41173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2" name="object 1242" descr=""/>
            <p:cNvSpPr/>
            <p:nvPr/>
          </p:nvSpPr>
          <p:spPr>
            <a:xfrm>
              <a:off x="5183439" y="723113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3" name="object 1243" descr=""/>
            <p:cNvSpPr/>
            <p:nvPr/>
          </p:nvSpPr>
          <p:spPr>
            <a:xfrm>
              <a:off x="5185626" y="7233875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55"/>
                  </a:lnTo>
                  <a:lnTo>
                    <a:pt x="8077" y="23266"/>
                  </a:lnTo>
                  <a:lnTo>
                    <a:pt x="6591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53"/>
                  </a:lnTo>
                  <a:lnTo>
                    <a:pt x="4927" y="19037"/>
                  </a:lnTo>
                  <a:lnTo>
                    <a:pt x="4838" y="20751"/>
                  </a:lnTo>
                  <a:lnTo>
                    <a:pt x="4749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44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60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34"/>
                  </a:moveTo>
                  <a:lnTo>
                    <a:pt x="24688" y="5702"/>
                  </a:lnTo>
                  <a:lnTo>
                    <a:pt x="23215" y="5600"/>
                  </a:lnTo>
                  <a:lnTo>
                    <a:pt x="21729" y="5511"/>
                  </a:lnTo>
                  <a:lnTo>
                    <a:pt x="21082" y="5676"/>
                  </a:lnTo>
                  <a:lnTo>
                    <a:pt x="21297" y="4902"/>
                  </a:lnTo>
                  <a:lnTo>
                    <a:pt x="21450" y="1460"/>
                  </a:lnTo>
                  <a:lnTo>
                    <a:pt x="21209" y="50"/>
                  </a:lnTo>
                  <a:lnTo>
                    <a:pt x="20434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27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792" y="6908"/>
                  </a:lnTo>
                  <a:lnTo>
                    <a:pt x="19265" y="6997"/>
                  </a:lnTo>
                  <a:lnTo>
                    <a:pt x="19939" y="6845"/>
                  </a:lnTo>
                  <a:lnTo>
                    <a:pt x="19735" y="7607"/>
                  </a:lnTo>
                  <a:lnTo>
                    <a:pt x="19583" y="11049"/>
                  </a:lnTo>
                  <a:lnTo>
                    <a:pt x="19824" y="12458"/>
                  </a:lnTo>
                  <a:lnTo>
                    <a:pt x="20599" y="12509"/>
                  </a:lnTo>
                  <a:lnTo>
                    <a:pt x="20980" y="11137"/>
                  </a:lnTo>
                  <a:lnTo>
                    <a:pt x="21056" y="9410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27"/>
                  </a:lnTo>
                  <a:lnTo>
                    <a:pt x="25831" y="7035"/>
                  </a:lnTo>
                  <a:lnTo>
                    <a:pt x="25869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495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83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75" y="40081"/>
                  </a:lnTo>
                  <a:lnTo>
                    <a:pt x="15455" y="40386"/>
                  </a:lnTo>
                  <a:lnTo>
                    <a:pt x="15417" y="41275"/>
                  </a:lnTo>
                  <a:lnTo>
                    <a:pt x="16598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44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37"/>
                  </a:lnTo>
                  <a:lnTo>
                    <a:pt x="21348" y="44323"/>
                  </a:lnTo>
                  <a:lnTo>
                    <a:pt x="21424" y="42608"/>
                  </a:lnTo>
                  <a:lnTo>
                    <a:pt x="21285" y="41821"/>
                  </a:lnTo>
                  <a:lnTo>
                    <a:pt x="21945" y="42049"/>
                  </a:lnTo>
                  <a:lnTo>
                    <a:pt x="24904" y="42240"/>
                  </a:lnTo>
                  <a:lnTo>
                    <a:pt x="26111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493" y="23025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44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597" y="24218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58" y="28549"/>
                  </a:lnTo>
                  <a:lnTo>
                    <a:pt x="36347" y="26822"/>
                  </a:lnTo>
                  <a:lnTo>
                    <a:pt x="36423" y="25107"/>
                  </a:lnTo>
                  <a:lnTo>
                    <a:pt x="36283" y="24320"/>
                  </a:lnTo>
                  <a:lnTo>
                    <a:pt x="36944" y="24561"/>
                  </a:lnTo>
                  <a:lnTo>
                    <a:pt x="39903" y="24752"/>
                  </a:lnTo>
                  <a:lnTo>
                    <a:pt x="41122" y="24447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4" name="object 1244" descr=""/>
            <p:cNvSpPr/>
            <p:nvPr/>
          </p:nvSpPr>
          <p:spPr>
            <a:xfrm>
              <a:off x="5136316" y="723113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5" name="object 1245" descr=""/>
            <p:cNvSpPr/>
            <p:nvPr/>
          </p:nvSpPr>
          <p:spPr>
            <a:xfrm>
              <a:off x="5153926" y="7233875"/>
              <a:ext cx="55880" cy="47625"/>
            </a:xfrm>
            <a:custGeom>
              <a:avLst/>
              <a:gdLst/>
              <a:ahLst/>
              <a:cxnLst/>
              <a:rect l="l" t="t" r="r" b="b"/>
              <a:pathLst>
                <a:path w="55879" h="47625">
                  <a:moveTo>
                    <a:pt x="10452" y="5511"/>
                  </a:moveTo>
                  <a:lnTo>
                    <a:pt x="6032" y="5511"/>
                  </a:lnTo>
                  <a:lnTo>
                    <a:pt x="6032" y="0"/>
                  </a:lnTo>
                  <a:lnTo>
                    <a:pt x="5321" y="0"/>
                  </a:lnTo>
                  <a:lnTo>
                    <a:pt x="5321" y="12509"/>
                  </a:lnTo>
                  <a:lnTo>
                    <a:pt x="5715" y="12509"/>
                  </a:lnTo>
                  <a:lnTo>
                    <a:pt x="5715" y="7327"/>
                  </a:lnTo>
                  <a:lnTo>
                    <a:pt x="10452" y="7327"/>
                  </a:lnTo>
                  <a:lnTo>
                    <a:pt x="10452" y="5511"/>
                  </a:lnTo>
                  <a:close/>
                </a:path>
                <a:path w="55879" h="47625">
                  <a:moveTo>
                    <a:pt x="25730" y="23558"/>
                  </a:moveTo>
                  <a:lnTo>
                    <a:pt x="24549" y="23114"/>
                  </a:lnTo>
                  <a:lnTo>
                    <a:pt x="23075" y="23025"/>
                  </a:lnTo>
                  <a:lnTo>
                    <a:pt x="21602" y="22923"/>
                  </a:lnTo>
                  <a:lnTo>
                    <a:pt x="20955" y="23088"/>
                  </a:lnTo>
                  <a:lnTo>
                    <a:pt x="21158" y="22326"/>
                  </a:lnTo>
                  <a:lnTo>
                    <a:pt x="21323" y="18872"/>
                  </a:lnTo>
                  <a:lnTo>
                    <a:pt x="21082" y="17462"/>
                  </a:lnTo>
                  <a:lnTo>
                    <a:pt x="20307" y="17411"/>
                  </a:lnTo>
                  <a:lnTo>
                    <a:pt x="19926" y="18796"/>
                  </a:lnTo>
                  <a:lnTo>
                    <a:pt x="19837" y="20510"/>
                  </a:lnTo>
                  <a:lnTo>
                    <a:pt x="19761" y="22225"/>
                  </a:lnTo>
                  <a:lnTo>
                    <a:pt x="19900" y="23050"/>
                  </a:lnTo>
                  <a:lnTo>
                    <a:pt x="19202" y="22783"/>
                  </a:lnTo>
                  <a:lnTo>
                    <a:pt x="16256" y="22593"/>
                  </a:lnTo>
                  <a:lnTo>
                    <a:pt x="15036" y="22885"/>
                  </a:lnTo>
                  <a:lnTo>
                    <a:pt x="14998" y="23787"/>
                  </a:lnTo>
                  <a:lnTo>
                    <a:pt x="16179" y="24218"/>
                  </a:lnTo>
                  <a:lnTo>
                    <a:pt x="17653" y="24320"/>
                  </a:lnTo>
                  <a:lnTo>
                    <a:pt x="19126" y="24409"/>
                  </a:lnTo>
                  <a:lnTo>
                    <a:pt x="19812" y="24244"/>
                  </a:lnTo>
                  <a:lnTo>
                    <a:pt x="19608" y="25019"/>
                  </a:lnTo>
                  <a:lnTo>
                    <a:pt x="19443" y="28460"/>
                  </a:lnTo>
                  <a:lnTo>
                    <a:pt x="19685" y="29870"/>
                  </a:lnTo>
                  <a:lnTo>
                    <a:pt x="20459" y="29921"/>
                  </a:lnTo>
                  <a:lnTo>
                    <a:pt x="20840" y="28549"/>
                  </a:lnTo>
                  <a:lnTo>
                    <a:pt x="20916" y="26822"/>
                  </a:lnTo>
                  <a:lnTo>
                    <a:pt x="21005" y="25107"/>
                  </a:lnTo>
                  <a:lnTo>
                    <a:pt x="20853" y="24320"/>
                  </a:lnTo>
                  <a:lnTo>
                    <a:pt x="21526" y="24561"/>
                  </a:lnTo>
                  <a:lnTo>
                    <a:pt x="24472" y="24752"/>
                  </a:lnTo>
                  <a:lnTo>
                    <a:pt x="25692" y="24447"/>
                  </a:lnTo>
                  <a:lnTo>
                    <a:pt x="25730" y="23558"/>
                  </a:lnTo>
                  <a:close/>
                </a:path>
                <a:path w="55879" h="47625">
                  <a:moveTo>
                    <a:pt x="55384" y="40081"/>
                  </a:moveTo>
                  <a:lnTo>
                    <a:pt x="6311" y="40081"/>
                  </a:lnTo>
                  <a:lnTo>
                    <a:pt x="6311" y="34912"/>
                  </a:lnTo>
                  <a:lnTo>
                    <a:pt x="5321" y="34912"/>
                  </a:lnTo>
                  <a:lnTo>
                    <a:pt x="5321" y="40081"/>
                  </a:lnTo>
                  <a:lnTo>
                    <a:pt x="0" y="40081"/>
                  </a:lnTo>
                  <a:lnTo>
                    <a:pt x="0" y="41910"/>
                  </a:lnTo>
                  <a:lnTo>
                    <a:pt x="5321" y="41910"/>
                  </a:lnTo>
                  <a:lnTo>
                    <a:pt x="5321" y="47421"/>
                  </a:lnTo>
                  <a:lnTo>
                    <a:pt x="6007" y="47421"/>
                  </a:lnTo>
                  <a:lnTo>
                    <a:pt x="6007" y="41910"/>
                  </a:lnTo>
                  <a:lnTo>
                    <a:pt x="6527" y="42049"/>
                  </a:lnTo>
                  <a:lnTo>
                    <a:pt x="9474" y="42240"/>
                  </a:lnTo>
                  <a:lnTo>
                    <a:pt x="10693" y="41948"/>
                  </a:lnTo>
                  <a:lnTo>
                    <a:pt x="55384" y="41910"/>
                  </a:lnTo>
                  <a:lnTo>
                    <a:pt x="55384" y="4008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6" name="object 1246" descr=""/>
            <p:cNvSpPr/>
            <p:nvPr/>
          </p:nvSpPr>
          <p:spPr>
            <a:xfrm>
              <a:off x="5229238" y="723113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7" name="object 1247" descr=""/>
            <p:cNvSpPr/>
            <p:nvPr/>
          </p:nvSpPr>
          <p:spPr>
            <a:xfrm>
              <a:off x="5231422" y="7233875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55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83" y="17716"/>
                  </a:lnTo>
                  <a:lnTo>
                    <a:pt x="5295" y="17653"/>
                  </a:lnTo>
                  <a:lnTo>
                    <a:pt x="4927" y="19037"/>
                  </a:lnTo>
                  <a:lnTo>
                    <a:pt x="4838" y="20751"/>
                  </a:lnTo>
                  <a:lnTo>
                    <a:pt x="4762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60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34"/>
                  </a:moveTo>
                  <a:lnTo>
                    <a:pt x="24688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40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792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24" y="12458"/>
                  </a:lnTo>
                  <a:lnTo>
                    <a:pt x="20599" y="12509"/>
                  </a:lnTo>
                  <a:lnTo>
                    <a:pt x="20980" y="11137"/>
                  </a:lnTo>
                  <a:lnTo>
                    <a:pt x="21069" y="9410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27"/>
                  </a:lnTo>
                  <a:lnTo>
                    <a:pt x="25831" y="7035"/>
                  </a:lnTo>
                  <a:lnTo>
                    <a:pt x="25869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58" y="36283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75" y="40081"/>
                  </a:lnTo>
                  <a:lnTo>
                    <a:pt x="15468" y="40386"/>
                  </a:lnTo>
                  <a:lnTo>
                    <a:pt x="15417" y="41275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37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45" y="42049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71" y="28549"/>
                  </a:lnTo>
                  <a:lnTo>
                    <a:pt x="36347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47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8" name="object 1248" descr=""/>
            <p:cNvSpPr/>
            <p:nvPr/>
          </p:nvSpPr>
          <p:spPr>
            <a:xfrm>
              <a:off x="5159564" y="719560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9" name="object 1249" descr=""/>
            <p:cNvSpPr/>
            <p:nvPr/>
          </p:nvSpPr>
          <p:spPr>
            <a:xfrm>
              <a:off x="5161749" y="719835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55"/>
                  </a:lnTo>
                  <a:lnTo>
                    <a:pt x="8077" y="23266"/>
                  </a:lnTo>
                  <a:lnTo>
                    <a:pt x="6591" y="23164"/>
                  </a:lnTo>
                  <a:lnTo>
                    <a:pt x="5943" y="23329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03"/>
                  </a:lnTo>
                  <a:lnTo>
                    <a:pt x="5295" y="17653"/>
                  </a:lnTo>
                  <a:lnTo>
                    <a:pt x="4927" y="19037"/>
                  </a:lnTo>
                  <a:lnTo>
                    <a:pt x="4838" y="20751"/>
                  </a:lnTo>
                  <a:lnTo>
                    <a:pt x="4749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63"/>
                  </a:lnTo>
                  <a:lnTo>
                    <a:pt x="4800" y="24498"/>
                  </a:lnTo>
                  <a:lnTo>
                    <a:pt x="4597" y="25260"/>
                  </a:lnTo>
                  <a:lnTo>
                    <a:pt x="4445" y="28702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34"/>
                  </a:moveTo>
                  <a:lnTo>
                    <a:pt x="24688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02"/>
                  </a:lnTo>
                  <a:lnTo>
                    <a:pt x="21450" y="1460"/>
                  </a:lnTo>
                  <a:lnTo>
                    <a:pt x="21209" y="50"/>
                  </a:lnTo>
                  <a:lnTo>
                    <a:pt x="20434" y="0"/>
                  </a:lnTo>
                  <a:lnTo>
                    <a:pt x="20066" y="1371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27" y="5626"/>
                  </a:lnTo>
                  <a:lnTo>
                    <a:pt x="19342" y="5359"/>
                  </a:lnTo>
                  <a:lnTo>
                    <a:pt x="16395" y="5168"/>
                  </a:lnTo>
                  <a:lnTo>
                    <a:pt x="15176" y="5473"/>
                  </a:lnTo>
                  <a:lnTo>
                    <a:pt x="15138" y="6362"/>
                  </a:lnTo>
                  <a:lnTo>
                    <a:pt x="16319" y="6807"/>
                  </a:lnTo>
                  <a:lnTo>
                    <a:pt x="17792" y="6908"/>
                  </a:lnTo>
                  <a:lnTo>
                    <a:pt x="19265" y="6997"/>
                  </a:lnTo>
                  <a:lnTo>
                    <a:pt x="19939" y="6845"/>
                  </a:lnTo>
                  <a:lnTo>
                    <a:pt x="19735" y="7607"/>
                  </a:lnTo>
                  <a:lnTo>
                    <a:pt x="19583" y="11049"/>
                  </a:lnTo>
                  <a:lnTo>
                    <a:pt x="19824" y="12458"/>
                  </a:lnTo>
                  <a:lnTo>
                    <a:pt x="20599" y="12509"/>
                  </a:lnTo>
                  <a:lnTo>
                    <a:pt x="20980" y="11125"/>
                  </a:lnTo>
                  <a:lnTo>
                    <a:pt x="21056" y="9410"/>
                  </a:lnTo>
                  <a:lnTo>
                    <a:pt x="21145" y="7696"/>
                  </a:lnTo>
                  <a:lnTo>
                    <a:pt x="20993" y="6896"/>
                  </a:lnTo>
                  <a:lnTo>
                    <a:pt x="21666" y="7137"/>
                  </a:lnTo>
                  <a:lnTo>
                    <a:pt x="24612" y="7327"/>
                  </a:lnTo>
                  <a:lnTo>
                    <a:pt x="25831" y="7035"/>
                  </a:lnTo>
                  <a:lnTo>
                    <a:pt x="25869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01"/>
                  </a:lnTo>
                  <a:lnTo>
                    <a:pt x="23495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899"/>
                  </a:lnTo>
                  <a:lnTo>
                    <a:pt x="20345" y="36283"/>
                  </a:lnTo>
                  <a:lnTo>
                    <a:pt x="20269" y="37998"/>
                  </a:lnTo>
                  <a:lnTo>
                    <a:pt x="20180" y="39725"/>
                  </a:lnTo>
                  <a:lnTo>
                    <a:pt x="20307" y="40538"/>
                  </a:lnTo>
                  <a:lnTo>
                    <a:pt x="19634" y="40271"/>
                  </a:lnTo>
                  <a:lnTo>
                    <a:pt x="16675" y="40081"/>
                  </a:lnTo>
                  <a:lnTo>
                    <a:pt x="15468" y="40373"/>
                  </a:lnTo>
                  <a:lnTo>
                    <a:pt x="15417" y="41275"/>
                  </a:lnTo>
                  <a:lnTo>
                    <a:pt x="16598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06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37"/>
                  </a:lnTo>
                  <a:lnTo>
                    <a:pt x="21348" y="44323"/>
                  </a:lnTo>
                  <a:lnTo>
                    <a:pt x="21424" y="42608"/>
                  </a:lnTo>
                  <a:lnTo>
                    <a:pt x="21285" y="41821"/>
                  </a:lnTo>
                  <a:lnTo>
                    <a:pt x="21945" y="42049"/>
                  </a:lnTo>
                  <a:lnTo>
                    <a:pt x="24904" y="42240"/>
                  </a:lnTo>
                  <a:lnTo>
                    <a:pt x="26111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45"/>
                  </a:moveTo>
                  <a:lnTo>
                    <a:pt x="39979" y="23114"/>
                  </a:lnTo>
                  <a:lnTo>
                    <a:pt x="38493" y="23012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44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71"/>
                  </a:lnTo>
                  <a:lnTo>
                    <a:pt x="31673" y="22580"/>
                  </a:lnTo>
                  <a:lnTo>
                    <a:pt x="30467" y="22885"/>
                  </a:lnTo>
                  <a:lnTo>
                    <a:pt x="30416" y="23774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58" y="28536"/>
                  </a:lnTo>
                  <a:lnTo>
                    <a:pt x="36347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44" y="24549"/>
                  </a:lnTo>
                  <a:lnTo>
                    <a:pt x="39903" y="24739"/>
                  </a:lnTo>
                  <a:lnTo>
                    <a:pt x="41122" y="24447"/>
                  </a:lnTo>
                  <a:lnTo>
                    <a:pt x="41160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0" name="object 1250" descr=""/>
            <p:cNvSpPr/>
            <p:nvPr/>
          </p:nvSpPr>
          <p:spPr>
            <a:xfrm>
              <a:off x="5113047" y="719560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1" name="object 1251" descr=""/>
            <p:cNvSpPr/>
            <p:nvPr/>
          </p:nvSpPr>
          <p:spPr>
            <a:xfrm>
              <a:off x="5206081" y="712252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2" name="object 1252" descr=""/>
            <p:cNvSpPr/>
            <p:nvPr/>
          </p:nvSpPr>
          <p:spPr>
            <a:xfrm>
              <a:off x="5208257" y="7125277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55"/>
                  </a:lnTo>
                  <a:lnTo>
                    <a:pt x="8077" y="23266"/>
                  </a:lnTo>
                  <a:lnTo>
                    <a:pt x="6604" y="23164"/>
                  </a:lnTo>
                  <a:lnTo>
                    <a:pt x="5956" y="23329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03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51"/>
                  </a:lnTo>
                  <a:lnTo>
                    <a:pt x="4762" y="22466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498"/>
                  </a:lnTo>
                  <a:lnTo>
                    <a:pt x="4610" y="25260"/>
                  </a:lnTo>
                  <a:lnTo>
                    <a:pt x="4457" y="28702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61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34"/>
                  </a:moveTo>
                  <a:lnTo>
                    <a:pt x="24701" y="5702"/>
                  </a:lnTo>
                  <a:lnTo>
                    <a:pt x="23228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78" y="1371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59"/>
                  </a:lnTo>
                  <a:lnTo>
                    <a:pt x="16395" y="5168"/>
                  </a:lnTo>
                  <a:lnTo>
                    <a:pt x="15189" y="5473"/>
                  </a:lnTo>
                  <a:lnTo>
                    <a:pt x="15138" y="6362"/>
                  </a:lnTo>
                  <a:lnTo>
                    <a:pt x="16332" y="6807"/>
                  </a:lnTo>
                  <a:lnTo>
                    <a:pt x="17805" y="6896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09"/>
                  </a:lnTo>
                  <a:lnTo>
                    <a:pt x="20980" y="11125"/>
                  </a:lnTo>
                  <a:lnTo>
                    <a:pt x="21069" y="9410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66" y="7137"/>
                  </a:lnTo>
                  <a:lnTo>
                    <a:pt x="24625" y="7327"/>
                  </a:lnTo>
                  <a:lnTo>
                    <a:pt x="25844" y="7035"/>
                  </a:lnTo>
                  <a:lnTo>
                    <a:pt x="25882" y="6134"/>
                  </a:lnTo>
                  <a:close/>
                </a:path>
                <a:path w="41275" h="47625">
                  <a:moveTo>
                    <a:pt x="26174" y="41046"/>
                  </a:moveTo>
                  <a:lnTo>
                    <a:pt x="24980" y="40601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899"/>
                  </a:lnTo>
                  <a:lnTo>
                    <a:pt x="20358" y="36283"/>
                  </a:lnTo>
                  <a:lnTo>
                    <a:pt x="20269" y="37998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34" y="40271"/>
                  </a:lnTo>
                  <a:lnTo>
                    <a:pt x="16687" y="40081"/>
                  </a:lnTo>
                  <a:lnTo>
                    <a:pt x="15468" y="40373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06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17" y="42240"/>
                  </a:lnTo>
                  <a:lnTo>
                    <a:pt x="26123" y="41948"/>
                  </a:lnTo>
                  <a:lnTo>
                    <a:pt x="26174" y="41046"/>
                  </a:lnTo>
                  <a:close/>
                </a:path>
                <a:path w="41275" h="47625">
                  <a:moveTo>
                    <a:pt x="41173" y="23545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33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83"/>
                  </a:lnTo>
                  <a:lnTo>
                    <a:pt x="35280" y="20510"/>
                  </a:lnTo>
                  <a:lnTo>
                    <a:pt x="35191" y="22225"/>
                  </a:lnTo>
                  <a:lnTo>
                    <a:pt x="35331" y="23037"/>
                  </a:lnTo>
                  <a:lnTo>
                    <a:pt x="34645" y="22771"/>
                  </a:lnTo>
                  <a:lnTo>
                    <a:pt x="31686" y="22580"/>
                  </a:lnTo>
                  <a:lnTo>
                    <a:pt x="30467" y="22885"/>
                  </a:lnTo>
                  <a:lnTo>
                    <a:pt x="30429" y="23774"/>
                  </a:lnTo>
                  <a:lnTo>
                    <a:pt x="31610" y="24218"/>
                  </a:lnTo>
                  <a:lnTo>
                    <a:pt x="33096" y="24307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71" y="28536"/>
                  </a:lnTo>
                  <a:lnTo>
                    <a:pt x="36360" y="26822"/>
                  </a:lnTo>
                  <a:lnTo>
                    <a:pt x="36436" y="25107"/>
                  </a:lnTo>
                  <a:lnTo>
                    <a:pt x="36283" y="24307"/>
                  </a:lnTo>
                  <a:lnTo>
                    <a:pt x="36957" y="24549"/>
                  </a:lnTo>
                  <a:lnTo>
                    <a:pt x="39916" y="24739"/>
                  </a:lnTo>
                  <a:lnTo>
                    <a:pt x="41122" y="24447"/>
                  </a:lnTo>
                  <a:lnTo>
                    <a:pt x="41173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3" name="object 1253" descr=""/>
            <p:cNvSpPr/>
            <p:nvPr/>
          </p:nvSpPr>
          <p:spPr>
            <a:xfrm>
              <a:off x="5183439" y="715805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4" name="object 1254" descr=""/>
            <p:cNvSpPr/>
            <p:nvPr/>
          </p:nvSpPr>
          <p:spPr>
            <a:xfrm>
              <a:off x="5185626" y="7160799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55"/>
                  </a:lnTo>
                  <a:lnTo>
                    <a:pt x="8077" y="23266"/>
                  </a:lnTo>
                  <a:lnTo>
                    <a:pt x="6591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53"/>
                  </a:lnTo>
                  <a:lnTo>
                    <a:pt x="4927" y="19037"/>
                  </a:lnTo>
                  <a:lnTo>
                    <a:pt x="4838" y="20751"/>
                  </a:lnTo>
                  <a:lnTo>
                    <a:pt x="4749" y="22479"/>
                  </a:lnTo>
                  <a:lnTo>
                    <a:pt x="4876" y="23291"/>
                  </a:lnTo>
                  <a:lnTo>
                    <a:pt x="4203" y="23025"/>
                  </a:lnTo>
                  <a:lnTo>
                    <a:pt x="1244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60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34"/>
                  </a:moveTo>
                  <a:lnTo>
                    <a:pt x="24688" y="5702"/>
                  </a:lnTo>
                  <a:lnTo>
                    <a:pt x="23215" y="5600"/>
                  </a:lnTo>
                  <a:lnTo>
                    <a:pt x="21729" y="5511"/>
                  </a:lnTo>
                  <a:lnTo>
                    <a:pt x="21082" y="5676"/>
                  </a:lnTo>
                  <a:lnTo>
                    <a:pt x="21297" y="4914"/>
                  </a:lnTo>
                  <a:lnTo>
                    <a:pt x="21450" y="1460"/>
                  </a:lnTo>
                  <a:lnTo>
                    <a:pt x="21209" y="50"/>
                  </a:lnTo>
                  <a:lnTo>
                    <a:pt x="20434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27" y="5626"/>
                  </a:lnTo>
                  <a:lnTo>
                    <a:pt x="19342" y="5359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792" y="6908"/>
                  </a:lnTo>
                  <a:lnTo>
                    <a:pt x="19265" y="6997"/>
                  </a:lnTo>
                  <a:lnTo>
                    <a:pt x="19939" y="6845"/>
                  </a:lnTo>
                  <a:lnTo>
                    <a:pt x="19735" y="7607"/>
                  </a:lnTo>
                  <a:lnTo>
                    <a:pt x="19583" y="11049"/>
                  </a:lnTo>
                  <a:lnTo>
                    <a:pt x="19824" y="12458"/>
                  </a:lnTo>
                  <a:lnTo>
                    <a:pt x="20599" y="12509"/>
                  </a:lnTo>
                  <a:lnTo>
                    <a:pt x="20980" y="11137"/>
                  </a:lnTo>
                  <a:lnTo>
                    <a:pt x="21056" y="9410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27"/>
                  </a:lnTo>
                  <a:lnTo>
                    <a:pt x="25831" y="7035"/>
                  </a:lnTo>
                  <a:lnTo>
                    <a:pt x="25869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495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83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75" y="40081"/>
                  </a:lnTo>
                  <a:lnTo>
                    <a:pt x="15455" y="40386"/>
                  </a:lnTo>
                  <a:lnTo>
                    <a:pt x="15417" y="41275"/>
                  </a:lnTo>
                  <a:lnTo>
                    <a:pt x="16598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31" y="41744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37"/>
                  </a:lnTo>
                  <a:lnTo>
                    <a:pt x="21348" y="44323"/>
                  </a:lnTo>
                  <a:lnTo>
                    <a:pt x="21424" y="42608"/>
                  </a:lnTo>
                  <a:lnTo>
                    <a:pt x="21285" y="41821"/>
                  </a:lnTo>
                  <a:lnTo>
                    <a:pt x="21945" y="42049"/>
                  </a:lnTo>
                  <a:lnTo>
                    <a:pt x="24904" y="42240"/>
                  </a:lnTo>
                  <a:lnTo>
                    <a:pt x="26111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493" y="23012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44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71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597" y="24218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33"/>
                  </a:lnTo>
                  <a:lnTo>
                    <a:pt x="36258" y="28549"/>
                  </a:lnTo>
                  <a:lnTo>
                    <a:pt x="36347" y="26822"/>
                  </a:lnTo>
                  <a:lnTo>
                    <a:pt x="36423" y="25107"/>
                  </a:lnTo>
                  <a:lnTo>
                    <a:pt x="36283" y="24320"/>
                  </a:lnTo>
                  <a:lnTo>
                    <a:pt x="36944" y="24561"/>
                  </a:lnTo>
                  <a:lnTo>
                    <a:pt x="39903" y="24752"/>
                  </a:lnTo>
                  <a:lnTo>
                    <a:pt x="41122" y="24447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5" name="object 1255" descr=""/>
            <p:cNvSpPr/>
            <p:nvPr/>
          </p:nvSpPr>
          <p:spPr>
            <a:xfrm>
              <a:off x="5136316" y="715805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6" name="object 1256" descr=""/>
            <p:cNvSpPr/>
            <p:nvPr/>
          </p:nvSpPr>
          <p:spPr>
            <a:xfrm>
              <a:off x="5153926" y="7160799"/>
              <a:ext cx="55880" cy="47625"/>
            </a:xfrm>
            <a:custGeom>
              <a:avLst/>
              <a:gdLst/>
              <a:ahLst/>
              <a:cxnLst/>
              <a:rect l="l" t="t" r="r" b="b"/>
              <a:pathLst>
                <a:path w="55879" h="47625">
                  <a:moveTo>
                    <a:pt x="10452" y="5511"/>
                  </a:moveTo>
                  <a:lnTo>
                    <a:pt x="6032" y="5511"/>
                  </a:lnTo>
                  <a:lnTo>
                    <a:pt x="6032" y="0"/>
                  </a:lnTo>
                  <a:lnTo>
                    <a:pt x="5321" y="0"/>
                  </a:lnTo>
                  <a:lnTo>
                    <a:pt x="5321" y="12509"/>
                  </a:lnTo>
                  <a:lnTo>
                    <a:pt x="5715" y="12509"/>
                  </a:lnTo>
                  <a:lnTo>
                    <a:pt x="5715" y="7327"/>
                  </a:lnTo>
                  <a:lnTo>
                    <a:pt x="10452" y="7327"/>
                  </a:lnTo>
                  <a:lnTo>
                    <a:pt x="10452" y="5511"/>
                  </a:lnTo>
                  <a:close/>
                </a:path>
                <a:path w="55879" h="47625">
                  <a:moveTo>
                    <a:pt x="25730" y="23558"/>
                  </a:moveTo>
                  <a:lnTo>
                    <a:pt x="24549" y="23114"/>
                  </a:lnTo>
                  <a:lnTo>
                    <a:pt x="23075" y="23012"/>
                  </a:lnTo>
                  <a:lnTo>
                    <a:pt x="21602" y="22923"/>
                  </a:lnTo>
                  <a:lnTo>
                    <a:pt x="20955" y="23088"/>
                  </a:lnTo>
                  <a:lnTo>
                    <a:pt x="21158" y="22326"/>
                  </a:lnTo>
                  <a:lnTo>
                    <a:pt x="21323" y="18872"/>
                  </a:lnTo>
                  <a:lnTo>
                    <a:pt x="21082" y="17462"/>
                  </a:lnTo>
                  <a:lnTo>
                    <a:pt x="20307" y="17411"/>
                  </a:lnTo>
                  <a:lnTo>
                    <a:pt x="19926" y="18796"/>
                  </a:lnTo>
                  <a:lnTo>
                    <a:pt x="19837" y="20510"/>
                  </a:lnTo>
                  <a:lnTo>
                    <a:pt x="19761" y="22225"/>
                  </a:lnTo>
                  <a:lnTo>
                    <a:pt x="19900" y="23037"/>
                  </a:lnTo>
                  <a:lnTo>
                    <a:pt x="19202" y="22771"/>
                  </a:lnTo>
                  <a:lnTo>
                    <a:pt x="16256" y="22593"/>
                  </a:lnTo>
                  <a:lnTo>
                    <a:pt x="15036" y="22885"/>
                  </a:lnTo>
                  <a:lnTo>
                    <a:pt x="14998" y="23787"/>
                  </a:lnTo>
                  <a:lnTo>
                    <a:pt x="16179" y="24218"/>
                  </a:lnTo>
                  <a:lnTo>
                    <a:pt x="17653" y="24320"/>
                  </a:lnTo>
                  <a:lnTo>
                    <a:pt x="19126" y="24409"/>
                  </a:lnTo>
                  <a:lnTo>
                    <a:pt x="19812" y="24244"/>
                  </a:lnTo>
                  <a:lnTo>
                    <a:pt x="19608" y="25019"/>
                  </a:lnTo>
                  <a:lnTo>
                    <a:pt x="19443" y="28460"/>
                  </a:lnTo>
                  <a:lnTo>
                    <a:pt x="19685" y="29870"/>
                  </a:lnTo>
                  <a:lnTo>
                    <a:pt x="20459" y="29933"/>
                  </a:lnTo>
                  <a:lnTo>
                    <a:pt x="20840" y="28549"/>
                  </a:lnTo>
                  <a:lnTo>
                    <a:pt x="20916" y="26822"/>
                  </a:lnTo>
                  <a:lnTo>
                    <a:pt x="21005" y="25107"/>
                  </a:lnTo>
                  <a:lnTo>
                    <a:pt x="20853" y="24320"/>
                  </a:lnTo>
                  <a:lnTo>
                    <a:pt x="21526" y="24561"/>
                  </a:lnTo>
                  <a:lnTo>
                    <a:pt x="24472" y="24752"/>
                  </a:lnTo>
                  <a:lnTo>
                    <a:pt x="25692" y="24447"/>
                  </a:lnTo>
                  <a:lnTo>
                    <a:pt x="25730" y="23558"/>
                  </a:lnTo>
                  <a:close/>
                </a:path>
                <a:path w="55879" h="47625">
                  <a:moveTo>
                    <a:pt x="55384" y="40081"/>
                  </a:moveTo>
                  <a:lnTo>
                    <a:pt x="6311" y="40081"/>
                  </a:lnTo>
                  <a:lnTo>
                    <a:pt x="6311" y="34912"/>
                  </a:lnTo>
                  <a:lnTo>
                    <a:pt x="5321" y="34912"/>
                  </a:lnTo>
                  <a:lnTo>
                    <a:pt x="5321" y="40081"/>
                  </a:lnTo>
                  <a:lnTo>
                    <a:pt x="0" y="40081"/>
                  </a:lnTo>
                  <a:lnTo>
                    <a:pt x="0" y="41910"/>
                  </a:lnTo>
                  <a:lnTo>
                    <a:pt x="5321" y="41910"/>
                  </a:lnTo>
                  <a:lnTo>
                    <a:pt x="5321" y="47421"/>
                  </a:lnTo>
                  <a:lnTo>
                    <a:pt x="6007" y="47421"/>
                  </a:lnTo>
                  <a:lnTo>
                    <a:pt x="6007" y="41910"/>
                  </a:lnTo>
                  <a:lnTo>
                    <a:pt x="6527" y="42049"/>
                  </a:lnTo>
                  <a:lnTo>
                    <a:pt x="9474" y="42240"/>
                  </a:lnTo>
                  <a:lnTo>
                    <a:pt x="10693" y="41948"/>
                  </a:lnTo>
                  <a:lnTo>
                    <a:pt x="55384" y="41910"/>
                  </a:lnTo>
                  <a:lnTo>
                    <a:pt x="55384" y="4008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7" name="object 1257" descr=""/>
            <p:cNvSpPr/>
            <p:nvPr/>
          </p:nvSpPr>
          <p:spPr>
            <a:xfrm>
              <a:off x="5229238" y="715805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8" name="object 1258" descr=""/>
            <p:cNvSpPr/>
            <p:nvPr/>
          </p:nvSpPr>
          <p:spPr>
            <a:xfrm>
              <a:off x="5231422" y="7160799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55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83" y="17716"/>
                  </a:lnTo>
                  <a:lnTo>
                    <a:pt x="5295" y="17653"/>
                  </a:lnTo>
                  <a:lnTo>
                    <a:pt x="4927" y="19037"/>
                  </a:lnTo>
                  <a:lnTo>
                    <a:pt x="4838" y="20751"/>
                  </a:lnTo>
                  <a:lnTo>
                    <a:pt x="4762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60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34"/>
                  </a:moveTo>
                  <a:lnTo>
                    <a:pt x="24688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297" y="4914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42" y="5359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792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24" y="12458"/>
                  </a:lnTo>
                  <a:lnTo>
                    <a:pt x="20599" y="12509"/>
                  </a:lnTo>
                  <a:lnTo>
                    <a:pt x="20980" y="11137"/>
                  </a:lnTo>
                  <a:lnTo>
                    <a:pt x="21069" y="9410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27"/>
                  </a:lnTo>
                  <a:lnTo>
                    <a:pt x="25831" y="7035"/>
                  </a:lnTo>
                  <a:lnTo>
                    <a:pt x="25869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58" y="36283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75" y="40081"/>
                  </a:lnTo>
                  <a:lnTo>
                    <a:pt x="15468" y="40386"/>
                  </a:lnTo>
                  <a:lnTo>
                    <a:pt x="15417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37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45" y="42049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71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47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47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9" name="object 1259" descr=""/>
            <p:cNvSpPr/>
            <p:nvPr/>
          </p:nvSpPr>
          <p:spPr>
            <a:xfrm>
              <a:off x="5159564" y="712252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0" name="object 1260" descr=""/>
            <p:cNvSpPr/>
            <p:nvPr/>
          </p:nvSpPr>
          <p:spPr>
            <a:xfrm>
              <a:off x="5161749" y="7125277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55"/>
                  </a:lnTo>
                  <a:lnTo>
                    <a:pt x="8077" y="23266"/>
                  </a:lnTo>
                  <a:lnTo>
                    <a:pt x="6591" y="23164"/>
                  </a:lnTo>
                  <a:lnTo>
                    <a:pt x="5943" y="23329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03"/>
                  </a:lnTo>
                  <a:lnTo>
                    <a:pt x="5295" y="17653"/>
                  </a:lnTo>
                  <a:lnTo>
                    <a:pt x="4927" y="19037"/>
                  </a:lnTo>
                  <a:lnTo>
                    <a:pt x="4838" y="20751"/>
                  </a:lnTo>
                  <a:lnTo>
                    <a:pt x="4749" y="22466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63"/>
                  </a:lnTo>
                  <a:lnTo>
                    <a:pt x="4800" y="24498"/>
                  </a:lnTo>
                  <a:lnTo>
                    <a:pt x="4597" y="25260"/>
                  </a:lnTo>
                  <a:lnTo>
                    <a:pt x="4445" y="28702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34"/>
                  </a:moveTo>
                  <a:lnTo>
                    <a:pt x="24688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02"/>
                  </a:lnTo>
                  <a:lnTo>
                    <a:pt x="21450" y="1460"/>
                  </a:lnTo>
                  <a:lnTo>
                    <a:pt x="21209" y="50"/>
                  </a:lnTo>
                  <a:lnTo>
                    <a:pt x="20434" y="0"/>
                  </a:lnTo>
                  <a:lnTo>
                    <a:pt x="20066" y="1371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27" y="5626"/>
                  </a:lnTo>
                  <a:lnTo>
                    <a:pt x="19342" y="5359"/>
                  </a:lnTo>
                  <a:lnTo>
                    <a:pt x="16395" y="5168"/>
                  </a:lnTo>
                  <a:lnTo>
                    <a:pt x="15176" y="5473"/>
                  </a:lnTo>
                  <a:lnTo>
                    <a:pt x="15138" y="6362"/>
                  </a:lnTo>
                  <a:lnTo>
                    <a:pt x="16319" y="6807"/>
                  </a:lnTo>
                  <a:lnTo>
                    <a:pt x="17792" y="6896"/>
                  </a:lnTo>
                  <a:lnTo>
                    <a:pt x="19265" y="6997"/>
                  </a:lnTo>
                  <a:lnTo>
                    <a:pt x="19939" y="6845"/>
                  </a:lnTo>
                  <a:lnTo>
                    <a:pt x="19735" y="7607"/>
                  </a:lnTo>
                  <a:lnTo>
                    <a:pt x="19583" y="11049"/>
                  </a:lnTo>
                  <a:lnTo>
                    <a:pt x="19824" y="12458"/>
                  </a:lnTo>
                  <a:lnTo>
                    <a:pt x="20599" y="12509"/>
                  </a:lnTo>
                  <a:lnTo>
                    <a:pt x="20980" y="11125"/>
                  </a:lnTo>
                  <a:lnTo>
                    <a:pt x="21056" y="9410"/>
                  </a:lnTo>
                  <a:lnTo>
                    <a:pt x="21145" y="7696"/>
                  </a:lnTo>
                  <a:lnTo>
                    <a:pt x="20993" y="6896"/>
                  </a:lnTo>
                  <a:lnTo>
                    <a:pt x="21666" y="7137"/>
                  </a:lnTo>
                  <a:lnTo>
                    <a:pt x="24612" y="7327"/>
                  </a:lnTo>
                  <a:lnTo>
                    <a:pt x="25831" y="7035"/>
                  </a:lnTo>
                  <a:lnTo>
                    <a:pt x="25869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01"/>
                  </a:lnTo>
                  <a:lnTo>
                    <a:pt x="23495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899"/>
                  </a:lnTo>
                  <a:lnTo>
                    <a:pt x="20345" y="36283"/>
                  </a:lnTo>
                  <a:lnTo>
                    <a:pt x="20269" y="37998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75" y="40081"/>
                  </a:lnTo>
                  <a:lnTo>
                    <a:pt x="15468" y="40373"/>
                  </a:lnTo>
                  <a:lnTo>
                    <a:pt x="15417" y="41275"/>
                  </a:lnTo>
                  <a:lnTo>
                    <a:pt x="16598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06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37"/>
                  </a:lnTo>
                  <a:lnTo>
                    <a:pt x="21348" y="44323"/>
                  </a:lnTo>
                  <a:lnTo>
                    <a:pt x="21424" y="42608"/>
                  </a:lnTo>
                  <a:lnTo>
                    <a:pt x="21285" y="41821"/>
                  </a:lnTo>
                  <a:lnTo>
                    <a:pt x="21945" y="42049"/>
                  </a:lnTo>
                  <a:lnTo>
                    <a:pt x="24904" y="42240"/>
                  </a:lnTo>
                  <a:lnTo>
                    <a:pt x="26111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45"/>
                  </a:moveTo>
                  <a:lnTo>
                    <a:pt x="39979" y="23114"/>
                  </a:lnTo>
                  <a:lnTo>
                    <a:pt x="38493" y="23012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44" y="18783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71"/>
                  </a:lnTo>
                  <a:lnTo>
                    <a:pt x="31673" y="22580"/>
                  </a:lnTo>
                  <a:lnTo>
                    <a:pt x="30467" y="22885"/>
                  </a:lnTo>
                  <a:lnTo>
                    <a:pt x="30416" y="23774"/>
                  </a:lnTo>
                  <a:lnTo>
                    <a:pt x="31610" y="24218"/>
                  </a:lnTo>
                  <a:lnTo>
                    <a:pt x="33083" y="24307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58" y="28536"/>
                  </a:lnTo>
                  <a:lnTo>
                    <a:pt x="36347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44" y="24549"/>
                  </a:lnTo>
                  <a:lnTo>
                    <a:pt x="39903" y="24739"/>
                  </a:lnTo>
                  <a:lnTo>
                    <a:pt x="41122" y="24447"/>
                  </a:lnTo>
                  <a:lnTo>
                    <a:pt x="41160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1" name="object 1261" descr=""/>
            <p:cNvSpPr/>
            <p:nvPr/>
          </p:nvSpPr>
          <p:spPr>
            <a:xfrm>
              <a:off x="5113047" y="712252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2" name="object 1262" descr=""/>
            <p:cNvSpPr/>
            <p:nvPr/>
          </p:nvSpPr>
          <p:spPr>
            <a:xfrm>
              <a:off x="5349674" y="734192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3" name="object 1263" descr=""/>
            <p:cNvSpPr/>
            <p:nvPr/>
          </p:nvSpPr>
          <p:spPr>
            <a:xfrm>
              <a:off x="5351856" y="7344670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37"/>
                  </a:lnTo>
                  <a:lnTo>
                    <a:pt x="4838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60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297" y="4914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37" y="12458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69" y="9410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31" y="7035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50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18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28" y="29870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47" y="26835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4" name="object 1264" descr=""/>
            <p:cNvSpPr/>
            <p:nvPr/>
          </p:nvSpPr>
          <p:spPr>
            <a:xfrm>
              <a:off x="5327034" y="737745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5" name="object 1265" descr=""/>
            <p:cNvSpPr/>
            <p:nvPr/>
          </p:nvSpPr>
          <p:spPr>
            <a:xfrm>
              <a:off x="5329212" y="738019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803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15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73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45" y="7696"/>
                  </a:lnTo>
                  <a:lnTo>
                    <a:pt x="21005" y="6908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86" y="40589"/>
                  </a:lnTo>
                  <a:lnTo>
                    <a:pt x="21590" y="39827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51"/>
                  </a:lnTo>
                  <a:lnTo>
                    <a:pt x="19634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43" y="41744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34"/>
                  </a:lnTo>
                  <a:lnTo>
                    <a:pt x="21272" y="46050"/>
                  </a:lnTo>
                  <a:lnTo>
                    <a:pt x="21348" y="44335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04" y="42252"/>
                  </a:lnTo>
                  <a:lnTo>
                    <a:pt x="26123" y="41948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23"/>
                  </a:lnTo>
                  <a:lnTo>
                    <a:pt x="36385" y="23088"/>
                  </a:lnTo>
                  <a:lnTo>
                    <a:pt x="36588" y="22326"/>
                  </a:lnTo>
                  <a:lnTo>
                    <a:pt x="36753" y="18884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31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20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6" name="object 1266" descr=""/>
            <p:cNvSpPr/>
            <p:nvPr/>
          </p:nvSpPr>
          <p:spPr>
            <a:xfrm>
              <a:off x="5279911" y="737745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7" name="object 1267" descr=""/>
            <p:cNvSpPr/>
            <p:nvPr/>
          </p:nvSpPr>
          <p:spPr>
            <a:xfrm>
              <a:off x="5282095" y="738019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65"/>
                  </a:lnTo>
                  <a:lnTo>
                    <a:pt x="4927" y="19050"/>
                  </a:lnTo>
                  <a:lnTo>
                    <a:pt x="4838" y="20764"/>
                  </a:lnTo>
                  <a:lnTo>
                    <a:pt x="4762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57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54" y="24574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803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15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297" y="4914"/>
                  </a:lnTo>
                  <a:lnTo>
                    <a:pt x="21463" y="1473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40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792" y="6908"/>
                  </a:lnTo>
                  <a:lnTo>
                    <a:pt x="19265" y="6997"/>
                  </a:lnTo>
                  <a:lnTo>
                    <a:pt x="19951" y="6832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24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56" y="9423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84"/>
                  </a:lnTo>
                  <a:lnTo>
                    <a:pt x="16675" y="40093"/>
                  </a:lnTo>
                  <a:lnTo>
                    <a:pt x="15468" y="40386"/>
                  </a:lnTo>
                  <a:lnTo>
                    <a:pt x="15417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34"/>
                  </a:lnTo>
                  <a:lnTo>
                    <a:pt x="21259" y="46050"/>
                  </a:lnTo>
                  <a:lnTo>
                    <a:pt x="21348" y="44335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52"/>
                  </a:lnTo>
                  <a:lnTo>
                    <a:pt x="26123" y="41948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58" y="28549"/>
                  </a:lnTo>
                  <a:lnTo>
                    <a:pt x="36347" y="26835"/>
                  </a:lnTo>
                  <a:lnTo>
                    <a:pt x="36436" y="25120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8" name="object 1268" descr=""/>
            <p:cNvSpPr/>
            <p:nvPr/>
          </p:nvSpPr>
          <p:spPr>
            <a:xfrm>
              <a:off x="5372833" y="7377450"/>
              <a:ext cx="29845" cy="53975"/>
            </a:xfrm>
            <a:custGeom>
              <a:avLst/>
              <a:gdLst/>
              <a:ahLst/>
              <a:cxnLst/>
              <a:rect l="l" t="t" r="r" b="b"/>
              <a:pathLst>
                <a:path w="29845" h="53975">
                  <a:moveTo>
                    <a:pt x="0" y="26711"/>
                  </a:moveTo>
                  <a:lnTo>
                    <a:pt x="22899" y="53422"/>
                  </a:lnTo>
                  <a:lnTo>
                    <a:pt x="29745" y="45437"/>
                  </a:lnTo>
                </a:path>
                <a:path w="29845" h="53975">
                  <a:moveTo>
                    <a:pt x="29745" y="7985"/>
                  </a:moveTo>
                  <a:lnTo>
                    <a:pt x="22899" y="0"/>
                  </a:lnTo>
                  <a:lnTo>
                    <a:pt x="0" y="26711"/>
                  </a:lnTo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9" name="object 1269" descr=""/>
            <p:cNvSpPr/>
            <p:nvPr/>
          </p:nvSpPr>
          <p:spPr>
            <a:xfrm>
              <a:off x="5375008" y="7380192"/>
              <a:ext cx="26670" cy="47625"/>
            </a:xfrm>
            <a:custGeom>
              <a:avLst/>
              <a:gdLst/>
              <a:ahLst/>
              <a:cxnLst/>
              <a:rect l="l" t="t" r="r" b="b"/>
              <a:pathLst>
                <a:path w="26670" h="47625">
                  <a:moveTo>
                    <a:pt x="10744" y="23799"/>
                  </a:moveTo>
                  <a:lnTo>
                    <a:pt x="9563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47"/>
                  </a:lnTo>
                  <a:lnTo>
                    <a:pt x="50" y="23139"/>
                  </a:lnTo>
                  <a:lnTo>
                    <a:pt x="0" y="24041"/>
                  </a:lnTo>
                  <a:lnTo>
                    <a:pt x="1193" y="24472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803"/>
                  </a:lnTo>
                  <a:lnTo>
                    <a:pt x="5930" y="27076"/>
                  </a:lnTo>
                  <a:lnTo>
                    <a:pt x="6019" y="25361"/>
                  </a:lnTo>
                  <a:lnTo>
                    <a:pt x="5867" y="24574"/>
                  </a:lnTo>
                  <a:lnTo>
                    <a:pt x="6527" y="24815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26670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28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73"/>
                  </a:lnTo>
                  <a:lnTo>
                    <a:pt x="21209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51" y="6375"/>
                  </a:lnTo>
                  <a:lnTo>
                    <a:pt x="16332" y="6819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93" y="11137"/>
                  </a:lnTo>
                  <a:lnTo>
                    <a:pt x="21069" y="9423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78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26670" h="47625">
                  <a:moveTo>
                    <a:pt x="26174" y="41059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86" y="40589"/>
                  </a:lnTo>
                  <a:lnTo>
                    <a:pt x="21590" y="39827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46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97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34"/>
                  </a:lnTo>
                  <a:lnTo>
                    <a:pt x="21272" y="46050"/>
                  </a:lnTo>
                  <a:lnTo>
                    <a:pt x="21361" y="44335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17" y="42252"/>
                  </a:lnTo>
                  <a:lnTo>
                    <a:pt x="26123" y="41948"/>
                  </a:lnTo>
                  <a:lnTo>
                    <a:pt x="26174" y="41059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0" name="object 1270" descr=""/>
            <p:cNvSpPr/>
            <p:nvPr/>
          </p:nvSpPr>
          <p:spPr>
            <a:xfrm>
              <a:off x="5303158" y="734192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1" name="object 1271" descr=""/>
            <p:cNvSpPr/>
            <p:nvPr/>
          </p:nvSpPr>
          <p:spPr>
            <a:xfrm>
              <a:off x="5305336" y="7344670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37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60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32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22"/>
                  </a:lnTo>
                  <a:lnTo>
                    <a:pt x="20980" y="11137"/>
                  </a:lnTo>
                  <a:lnTo>
                    <a:pt x="21069" y="9410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44" y="7035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34" y="40271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50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23"/>
                  </a:lnTo>
                  <a:lnTo>
                    <a:pt x="36385" y="23088"/>
                  </a:lnTo>
                  <a:lnTo>
                    <a:pt x="36588" y="22326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31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2" name="object 1272" descr=""/>
            <p:cNvSpPr/>
            <p:nvPr/>
          </p:nvSpPr>
          <p:spPr>
            <a:xfrm>
              <a:off x="5256640" y="734192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3" name="object 1273" descr=""/>
            <p:cNvSpPr/>
            <p:nvPr/>
          </p:nvSpPr>
          <p:spPr>
            <a:xfrm>
              <a:off x="5258816" y="7344670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68"/>
                  </a:lnTo>
                  <a:lnTo>
                    <a:pt x="8089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37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26"/>
                  </a:lnTo>
                  <a:lnTo>
                    <a:pt x="0" y="24028"/>
                  </a:lnTo>
                  <a:lnTo>
                    <a:pt x="1193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60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19" y="25361"/>
                  </a:lnTo>
                  <a:lnTo>
                    <a:pt x="5867" y="24574"/>
                  </a:lnTo>
                  <a:lnTo>
                    <a:pt x="6540" y="24803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28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408" y="5181"/>
                  </a:lnTo>
                  <a:lnTo>
                    <a:pt x="15189" y="5473"/>
                  </a:lnTo>
                  <a:lnTo>
                    <a:pt x="15151" y="6375"/>
                  </a:lnTo>
                  <a:lnTo>
                    <a:pt x="16332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22"/>
                  </a:lnTo>
                  <a:lnTo>
                    <a:pt x="20993" y="11137"/>
                  </a:lnTo>
                  <a:lnTo>
                    <a:pt x="21069" y="9410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78" y="7150"/>
                  </a:lnTo>
                  <a:lnTo>
                    <a:pt x="24625" y="7340"/>
                  </a:lnTo>
                  <a:lnTo>
                    <a:pt x="25844" y="7035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74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81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46" y="40271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97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50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17" y="42240"/>
                  </a:lnTo>
                  <a:lnTo>
                    <a:pt x="26123" y="41948"/>
                  </a:lnTo>
                  <a:lnTo>
                    <a:pt x="26174" y="41046"/>
                  </a:lnTo>
                  <a:close/>
                </a:path>
                <a:path w="41275" h="47625">
                  <a:moveTo>
                    <a:pt x="41173" y="23558"/>
                  </a:moveTo>
                  <a:lnTo>
                    <a:pt x="39992" y="23114"/>
                  </a:lnTo>
                  <a:lnTo>
                    <a:pt x="38506" y="23025"/>
                  </a:lnTo>
                  <a:lnTo>
                    <a:pt x="37033" y="22923"/>
                  </a:lnTo>
                  <a:lnTo>
                    <a:pt x="36385" y="23088"/>
                  </a:lnTo>
                  <a:lnTo>
                    <a:pt x="36601" y="22326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80" y="20510"/>
                  </a:lnTo>
                  <a:lnTo>
                    <a:pt x="35191" y="22225"/>
                  </a:lnTo>
                  <a:lnTo>
                    <a:pt x="35331" y="23037"/>
                  </a:lnTo>
                  <a:lnTo>
                    <a:pt x="34645" y="22783"/>
                  </a:lnTo>
                  <a:lnTo>
                    <a:pt x="31686" y="22593"/>
                  </a:lnTo>
                  <a:lnTo>
                    <a:pt x="30480" y="22885"/>
                  </a:lnTo>
                  <a:lnTo>
                    <a:pt x="30429" y="23787"/>
                  </a:lnTo>
                  <a:lnTo>
                    <a:pt x="31610" y="24218"/>
                  </a:lnTo>
                  <a:lnTo>
                    <a:pt x="33096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86" y="28460"/>
                  </a:lnTo>
                  <a:lnTo>
                    <a:pt x="35128" y="29870"/>
                  </a:lnTo>
                  <a:lnTo>
                    <a:pt x="35902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07"/>
                  </a:lnTo>
                  <a:lnTo>
                    <a:pt x="36296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73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4" name="object 1274" descr=""/>
            <p:cNvSpPr/>
            <p:nvPr/>
          </p:nvSpPr>
          <p:spPr>
            <a:xfrm>
              <a:off x="5349674" y="726884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5" name="object 1275" descr=""/>
            <p:cNvSpPr/>
            <p:nvPr/>
          </p:nvSpPr>
          <p:spPr>
            <a:xfrm>
              <a:off x="5351856" y="7271594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38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60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688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297" y="4914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37" y="12458"/>
                  </a:lnTo>
                  <a:lnTo>
                    <a:pt x="20599" y="12509"/>
                  </a:lnTo>
                  <a:lnTo>
                    <a:pt x="20980" y="11137"/>
                  </a:lnTo>
                  <a:lnTo>
                    <a:pt x="21069" y="9410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31" y="7035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58" y="36283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18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28" y="29870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47" y="26835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6" name="object 1276" descr=""/>
            <p:cNvSpPr/>
            <p:nvPr/>
          </p:nvSpPr>
          <p:spPr>
            <a:xfrm>
              <a:off x="5327034" y="730437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7" name="object 1277" descr=""/>
            <p:cNvSpPr/>
            <p:nvPr/>
          </p:nvSpPr>
          <p:spPr>
            <a:xfrm>
              <a:off x="5329212" y="7307116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803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15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73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27" y="5626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45" y="7696"/>
                  </a:lnTo>
                  <a:lnTo>
                    <a:pt x="21005" y="6908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34" y="40424"/>
                  </a:lnTo>
                  <a:lnTo>
                    <a:pt x="21386" y="40589"/>
                  </a:lnTo>
                  <a:lnTo>
                    <a:pt x="21590" y="39827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51"/>
                  </a:lnTo>
                  <a:lnTo>
                    <a:pt x="19634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43" y="41744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34"/>
                  </a:lnTo>
                  <a:lnTo>
                    <a:pt x="21272" y="46050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04" y="42252"/>
                  </a:lnTo>
                  <a:lnTo>
                    <a:pt x="26123" y="41948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23"/>
                  </a:lnTo>
                  <a:lnTo>
                    <a:pt x="36385" y="23088"/>
                  </a:lnTo>
                  <a:lnTo>
                    <a:pt x="36588" y="22326"/>
                  </a:lnTo>
                  <a:lnTo>
                    <a:pt x="36753" y="18884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31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20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8" name="object 1278" descr=""/>
            <p:cNvSpPr/>
            <p:nvPr/>
          </p:nvSpPr>
          <p:spPr>
            <a:xfrm>
              <a:off x="5279911" y="730437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9" name="object 1279" descr=""/>
            <p:cNvSpPr/>
            <p:nvPr/>
          </p:nvSpPr>
          <p:spPr>
            <a:xfrm>
              <a:off x="5282095" y="7307116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65"/>
                  </a:lnTo>
                  <a:lnTo>
                    <a:pt x="4927" y="19050"/>
                  </a:lnTo>
                  <a:lnTo>
                    <a:pt x="4838" y="20764"/>
                  </a:lnTo>
                  <a:lnTo>
                    <a:pt x="4762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57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54" y="24574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803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15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297" y="4914"/>
                  </a:lnTo>
                  <a:lnTo>
                    <a:pt x="21463" y="1473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27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792" y="6908"/>
                  </a:lnTo>
                  <a:lnTo>
                    <a:pt x="19265" y="6997"/>
                  </a:lnTo>
                  <a:lnTo>
                    <a:pt x="19951" y="6832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24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56" y="9423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84"/>
                  </a:lnTo>
                  <a:lnTo>
                    <a:pt x="16675" y="40093"/>
                  </a:lnTo>
                  <a:lnTo>
                    <a:pt x="15468" y="40386"/>
                  </a:lnTo>
                  <a:lnTo>
                    <a:pt x="15417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34"/>
                  </a:lnTo>
                  <a:lnTo>
                    <a:pt x="21259" y="46050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52"/>
                  </a:lnTo>
                  <a:lnTo>
                    <a:pt x="26123" y="41948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58" y="28549"/>
                  </a:lnTo>
                  <a:lnTo>
                    <a:pt x="36347" y="26835"/>
                  </a:lnTo>
                  <a:lnTo>
                    <a:pt x="36436" y="25120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0" name="object 1280" descr=""/>
            <p:cNvSpPr/>
            <p:nvPr/>
          </p:nvSpPr>
          <p:spPr>
            <a:xfrm>
              <a:off x="5372833" y="7304374"/>
              <a:ext cx="29845" cy="53975"/>
            </a:xfrm>
            <a:custGeom>
              <a:avLst/>
              <a:gdLst/>
              <a:ahLst/>
              <a:cxnLst/>
              <a:rect l="l" t="t" r="r" b="b"/>
              <a:pathLst>
                <a:path w="29845" h="53975">
                  <a:moveTo>
                    <a:pt x="0" y="26711"/>
                  </a:moveTo>
                  <a:lnTo>
                    <a:pt x="22899" y="53422"/>
                  </a:lnTo>
                  <a:lnTo>
                    <a:pt x="29745" y="45437"/>
                  </a:lnTo>
                </a:path>
                <a:path w="29845" h="53975">
                  <a:moveTo>
                    <a:pt x="29745" y="7985"/>
                  </a:moveTo>
                  <a:lnTo>
                    <a:pt x="22899" y="0"/>
                  </a:lnTo>
                  <a:lnTo>
                    <a:pt x="0" y="26711"/>
                  </a:lnTo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1" name="object 1281" descr=""/>
            <p:cNvSpPr/>
            <p:nvPr/>
          </p:nvSpPr>
          <p:spPr>
            <a:xfrm>
              <a:off x="5375008" y="7307116"/>
              <a:ext cx="26670" cy="47625"/>
            </a:xfrm>
            <a:custGeom>
              <a:avLst/>
              <a:gdLst/>
              <a:ahLst/>
              <a:cxnLst/>
              <a:rect l="l" t="t" r="r" b="b"/>
              <a:pathLst>
                <a:path w="26670" h="47625">
                  <a:moveTo>
                    <a:pt x="10744" y="23799"/>
                  </a:moveTo>
                  <a:lnTo>
                    <a:pt x="9563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47"/>
                  </a:lnTo>
                  <a:lnTo>
                    <a:pt x="50" y="23139"/>
                  </a:lnTo>
                  <a:lnTo>
                    <a:pt x="0" y="24041"/>
                  </a:lnTo>
                  <a:lnTo>
                    <a:pt x="1193" y="24472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803"/>
                  </a:lnTo>
                  <a:lnTo>
                    <a:pt x="5930" y="27076"/>
                  </a:lnTo>
                  <a:lnTo>
                    <a:pt x="6019" y="25361"/>
                  </a:lnTo>
                  <a:lnTo>
                    <a:pt x="5867" y="24574"/>
                  </a:lnTo>
                  <a:lnTo>
                    <a:pt x="6527" y="24815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26670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28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73"/>
                  </a:lnTo>
                  <a:lnTo>
                    <a:pt x="21209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27" y="5626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51" y="6375"/>
                  </a:lnTo>
                  <a:lnTo>
                    <a:pt x="16332" y="6819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93" y="11137"/>
                  </a:lnTo>
                  <a:lnTo>
                    <a:pt x="21069" y="9423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78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26670" h="47625">
                  <a:moveTo>
                    <a:pt x="26174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34" y="40424"/>
                  </a:lnTo>
                  <a:lnTo>
                    <a:pt x="21386" y="40589"/>
                  </a:lnTo>
                  <a:lnTo>
                    <a:pt x="21590" y="39827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46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97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34"/>
                  </a:lnTo>
                  <a:lnTo>
                    <a:pt x="21272" y="46050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17" y="42252"/>
                  </a:lnTo>
                  <a:lnTo>
                    <a:pt x="26123" y="41948"/>
                  </a:lnTo>
                  <a:lnTo>
                    <a:pt x="26174" y="41059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2" name="object 1282" descr=""/>
            <p:cNvSpPr/>
            <p:nvPr/>
          </p:nvSpPr>
          <p:spPr>
            <a:xfrm>
              <a:off x="5303158" y="726884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3" name="object 1283" descr=""/>
            <p:cNvSpPr/>
            <p:nvPr/>
          </p:nvSpPr>
          <p:spPr>
            <a:xfrm>
              <a:off x="5305336" y="7271594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60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32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09"/>
                  </a:lnTo>
                  <a:lnTo>
                    <a:pt x="20980" y="11137"/>
                  </a:lnTo>
                  <a:lnTo>
                    <a:pt x="21069" y="9410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44" y="7035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83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34" y="40271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23"/>
                  </a:lnTo>
                  <a:lnTo>
                    <a:pt x="36385" y="23088"/>
                  </a:lnTo>
                  <a:lnTo>
                    <a:pt x="36588" y="22326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31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4" name="object 1284" descr=""/>
            <p:cNvSpPr/>
            <p:nvPr/>
          </p:nvSpPr>
          <p:spPr>
            <a:xfrm>
              <a:off x="5256640" y="726884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5" name="object 1285" descr=""/>
            <p:cNvSpPr/>
            <p:nvPr/>
          </p:nvSpPr>
          <p:spPr>
            <a:xfrm>
              <a:off x="5258816" y="7271594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68"/>
                  </a:lnTo>
                  <a:lnTo>
                    <a:pt x="8089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26"/>
                  </a:lnTo>
                  <a:lnTo>
                    <a:pt x="0" y="24028"/>
                  </a:lnTo>
                  <a:lnTo>
                    <a:pt x="1193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60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19" y="25361"/>
                  </a:lnTo>
                  <a:lnTo>
                    <a:pt x="5867" y="24574"/>
                  </a:lnTo>
                  <a:lnTo>
                    <a:pt x="6540" y="24803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28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408" y="5181"/>
                  </a:lnTo>
                  <a:lnTo>
                    <a:pt x="15189" y="5473"/>
                  </a:lnTo>
                  <a:lnTo>
                    <a:pt x="15151" y="6375"/>
                  </a:lnTo>
                  <a:lnTo>
                    <a:pt x="16332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09"/>
                  </a:lnTo>
                  <a:lnTo>
                    <a:pt x="20993" y="11137"/>
                  </a:lnTo>
                  <a:lnTo>
                    <a:pt x="21069" y="9410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78" y="7150"/>
                  </a:lnTo>
                  <a:lnTo>
                    <a:pt x="24625" y="7340"/>
                  </a:lnTo>
                  <a:lnTo>
                    <a:pt x="25844" y="7035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74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83"/>
                  </a:lnTo>
                  <a:lnTo>
                    <a:pt x="20281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46" y="40271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97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17" y="42240"/>
                  </a:lnTo>
                  <a:lnTo>
                    <a:pt x="26123" y="41948"/>
                  </a:lnTo>
                  <a:lnTo>
                    <a:pt x="26174" y="41046"/>
                  </a:lnTo>
                  <a:close/>
                </a:path>
                <a:path w="41275" h="47625">
                  <a:moveTo>
                    <a:pt x="41173" y="23558"/>
                  </a:moveTo>
                  <a:lnTo>
                    <a:pt x="39992" y="23114"/>
                  </a:lnTo>
                  <a:lnTo>
                    <a:pt x="38506" y="23025"/>
                  </a:lnTo>
                  <a:lnTo>
                    <a:pt x="37033" y="22923"/>
                  </a:lnTo>
                  <a:lnTo>
                    <a:pt x="36385" y="23088"/>
                  </a:lnTo>
                  <a:lnTo>
                    <a:pt x="36601" y="22326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80" y="20510"/>
                  </a:lnTo>
                  <a:lnTo>
                    <a:pt x="35191" y="22225"/>
                  </a:lnTo>
                  <a:lnTo>
                    <a:pt x="35331" y="23037"/>
                  </a:lnTo>
                  <a:lnTo>
                    <a:pt x="34645" y="22783"/>
                  </a:lnTo>
                  <a:lnTo>
                    <a:pt x="31686" y="22593"/>
                  </a:lnTo>
                  <a:lnTo>
                    <a:pt x="30480" y="22885"/>
                  </a:lnTo>
                  <a:lnTo>
                    <a:pt x="30429" y="23787"/>
                  </a:lnTo>
                  <a:lnTo>
                    <a:pt x="31610" y="24218"/>
                  </a:lnTo>
                  <a:lnTo>
                    <a:pt x="33096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86" y="28460"/>
                  </a:lnTo>
                  <a:lnTo>
                    <a:pt x="35128" y="29870"/>
                  </a:lnTo>
                  <a:lnTo>
                    <a:pt x="35902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07"/>
                  </a:lnTo>
                  <a:lnTo>
                    <a:pt x="36296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73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6" name="object 1286" descr=""/>
            <p:cNvSpPr/>
            <p:nvPr/>
          </p:nvSpPr>
          <p:spPr>
            <a:xfrm>
              <a:off x="5206081" y="734192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7" name="object 1287" descr=""/>
            <p:cNvSpPr/>
            <p:nvPr/>
          </p:nvSpPr>
          <p:spPr>
            <a:xfrm>
              <a:off x="5208257" y="7344670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37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60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28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32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22"/>
                  </a:lnTo>
                  <a:lnTo>
                    <a:pt x="20980" y="11137"/>
                  </a:lnTo>
                  <a:lnTo>
                    <a:pt x="21069" y="9410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44" y="7035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74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34" y="40271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50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17" y="42240"/>
                  </a:lnTo>
                  <a:lnTo>
                    <a:pt x="26123" y="41948"/>
                  </a:lnTo>
                  <a:lnTo>
                    <a:pt x="26174" y="41046"/>
                  </a:lnTo>
                  <a:close/>
                </a:path>
                <a:path w="41275" h="47625">
                  <a:moveTo>
                    <a:pt x="41173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23"/>
                  </a:lnTo>
                  <a:lnTo>
                    <a:pt x="36385" y="23088"/>
                  </a:lnTo>
                  <a:lnTo>
                    <a:pt x="36588" y="22326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80" y="20510"/>
                  </a:lnTo>
                  <a:lnTo>
                    <a:pt x="35191" y="22225"/>
                  </a:lnTo>
                  <a:lnTo>
                    <a:pt x="35331" y="23037"/>
                  </a:lnTo>
                  <a:lnTo>
                    <a:pt x="34645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18"/>
                  </a:lnTo>
                  <a:lnTo>
                    <a:pt x="33096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73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8" name="object 1288" descr=""/>
            <p:cNvSpPr/>
            <p:nvPr/>
          </p:nvSpPr>
          <p:spPr>
            <a:xfrm>
              <a:off x="5183439" y="737745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9" name="object 1289" descr=""/>
            <p:cNvSpPr/>
            <p:nvPr/>
          </p:nvSpPr>
          <p:spPr>
            <a:xfrm>
              <a:off x="5185626" y="738019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591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65"/>
                  </a:lnTo>
                  <a:lnTo>
                    <a:pt x="4927" y="19050"/>
                  </a:lnTo>
                  <a:lnTo>
                    <a:pt x="4838" y="20764"/>
                  </a:lnTo>
                  <a:lnTo>
                    <a:pt x="4749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44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54" y="24574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803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15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29" y="5511"/>
                  </a:lnTo>
                  <a:lnTo>
                    <a:pt x="21082" y="5676"/>
                  </a:lnTo>
                  <a:lnTo>
                    <a:pt x="21297" y="4914"/>
                  </a:lnTo>
                  <a:lnTo>
                    <a:pt x="21450" y="1473"/>
                  </a:lnTo>
                  <a:lnTo>
                    <a:pt x="21209" y="50"/>
                  </a:lnTo>
                  <a:lnTo>
                    <a:pt x="20434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27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792" y="6908"/>
                  </a:lnTo>
                  <a:lnTo>
                    <a:pt x="19265" y="6997"/>
                  </a:lnTo>
                  <a:lnTo>
                    <a:pt x="19939" y="6845"/>
                  </a:lnTo>
                  <a:lnTo>
                    <a:pt x="19735" y="7607"/>
                  </a:lnTo>
                  <a:lnTo>
                    <a:pt x="19583" y="11049"/>
                  </a:lnTo>
                  <a:lnTo>
                    <a:pt x="19824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56" y="9423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495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84"/>
                  </a:lnTo>
                  <a:lnTo>
                    <a:pt x="16675" y="40093"/>
                  </a:lnTo>
                  <a:lnTo>
                    <a:pt x="15455" y="40386"/>
                  </a:lnTo>
                  <a:lnTo>
                    <a:pt x="15417" y="41287"/>
                  </a:lnTo>
                  <a:lnTo>
                    <a:pt x="16598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44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34"/>
                  </a:lnTo>
                  <a:lnTo>
                    <a:pt x="21259" y="46050"/>
                  </a:lnTo>
                  <a:lnTo>
                    <a:pt x="21348" y="44335"/>
                  </a:lnTo>
                  <a:lnTo>
                    <a:pt x="21424" y="42608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52"/>
                  </a:lnTo>
                  <a:lnTo>
                    <a:pt x="26111" y="41948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493" y="23025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44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597" y="24231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58" y="28549"/>
                  </a:lnTo>
                  <a:lnTo>
                    <a:pt x="36347" y="26835"/>
                  </a:lnTo>
                  <a:lnTo>
                    <a:pt x="36423" y="25120"/>
                  </a:lnTo>
                  <a:lnTo>
                    <a:pt x="36283" y="24320"/>
                  </a:lnTo>
                  <a:lnTo>
                    <a:pt x="36944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0" name="object 1290" descr=""/>
            <p:cNvSpPr/>
            <p:nvPr/>
          </p:nvSpPr>
          <p:spPr>
            <a:xfrm>
              <a:off x="5136316" y="737745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1" name="object 1291" descr=""/>
            <p:cNvSpPr/>
            <p:nvPr/>
          </p:nvSpPr>
          <p:spPr>
            <a:xfrm>
              <a:off x="5153926" y="7380192"/>
              <a:ext cx="55880" cy="47625"/>
            </a:xfrm>
            <a:custGeom>
              <a:avLst/>
              <a:gdLst/>
              <a:ahLst/>
              <a:cxnLst/>
              <a:rect l="l" t="t" r="r" b="b"/>
              <a:pathLst>
                <a:path w="55879" h="47625">
                  <a:moveTo>
                    <a:pt x="10452" y="5511"/>
                  </a:moveTo>
                  <a:lnTo>
                    <a:pt x="6032" y="5511"/>
                  </a:lnTo>
                  <a:lnTo>
                    <a:pt x="6032" y="0"/>
                  </a:lnTo>
                  <a:lnTo>
                    <a:pt x="5321" y="0"/>
                  </a:lnTo>
                  <a:lnTo>
                    <a:pt x="5321" y="12522"/>
                  </a:lnTo>
                  <a:lnTo>
                    <a:pt x="5715" y="12522"/>
                  </a:lnTo>
                  <a:lnTo>
                    <a:pt x="5715" y="7340"/>
                  </a:lnTo>
                  <a:lnTo>
                    <a:pt x="10452" y="7340"/>
                  </a:lnTo>
                  <a:lnTo>
                    <a:pt x="10452" y="5511"/>
                  </a:lnTo>
                  <a:close/>
                </a:path>
                <a:path w="55879" h="47625">
                  <a:moveTo>
                    <a:pt x="25730" y="23558"/>
                  </a:moveTo>
                  <a:lnTo>
                    <a:pt x="24549" y="23114"/>
                  </a:lnTo>
                  <a:lnTo>
                    <a:pt x="23075" y="23025"/>
                  </a:lnTo>
                  <a:lnTo>
                    <a:pt x="21602" y="22923"/>
                  </a:lnTo>
                  <a:lnTo>
                    <a:pt x="20955" y="23088"/>
                  </a:lnTo>
                  <a:lnTo>
                    <a:pt x="21158" y="22326"/>
                  </a:lnTo>
                  <a:lnTo>
                    <a:pt x="21323" y="18884"/>
                  </a:lnTo>
                  <a:lnTo>
                    <a:pt x="21082" y="17462"/>
                  </a:lnTo>
                  <a:lnTo>
                    <a:pt x="20307" y="17411"/>
                  </a:lnTo>
                  <a:lnTo>
                    <a:pt x="19926" y="18796"/>
                  </a:lnTo>
                  <a:lnTo>
                    <a:pt x="19837" y="20510"/>
                  </a:lnTo>
                  <a:lnTo>
                    <a:pt x="19761" y="22225"/>
                  </a:lnTo>
                  <a:lnTo>
                    <a:pt x="19900" y="23050"/>
                  </a:lnTo>
                  <a:lnTo>
                    <a:pt x="19202" y="22783"/>
                  </a:lnTo>
                  <a:lnTo>
                    <a:pt x="16256" y="22593"/>
                  </a:lnTo>
                  <a:lnTo>
                    <a:pt x="15036" y="22885"/>
                  </a:lnTo>
                  <a:lnTo>
                    <a:pt x="14998" y="23787"/>
                  </a:lnTo>
                  <a:lnTo>
                    <a:pt x="16179" y="24231"/>
                  </a:lnTo>
                  <a:lnTo>
                    <a:pt x="17653" y="24320"/>
                  </a:lnTo>
                  <a:lnTo>
                    <a:pt x="19126" y="24409"/>
                  </a:lnTo>
                  <a:lnTo>
                    <a:pt x="19812" y="24244"/>
                  </a:lnTo>
                  <a:lnTo>
                    <a:pt x="19608" y="25019"/>
                  </a:lnTo>
                  <a:lnTo>
                    <a:pt x="19443" y="28460"/>
                  </a:lnTo>
                  <a:lnTo>
                    <a:pt x="19685" y="29883"/>
                  </a:lnTo>
                  <a:lnTo>
                    <a:pt x="20459" y="29933"/>
                  </a:lnTo>
                  <a:lnTo>
                    <a:pt x="20840" y="28549"/>
                  </a:lnTo>
                  <a:lnTo>
                    <a:pt x="20916" y="26835"/>
                  </a:lnTo>
                  <a:lnTo>
                    <a:pt x="21005" y="25120"/>
                  </a:lnTo>
                  <a:lnTo>
                    <a:pt x="20853" y="24320"/>
                  </a:lnTo>
                  <a:lnTo>
                    <a:pt x="21526" y="24561"/>
                  </a:lnTo>
                  <a:lnTo>
                    <a:pt x="24472" y="24752"/>
                  </a:lnTo>
                  <a:lnTo>
                    <a:pt x="25692" y="24460"/>
                  </a:lnTo>
                  <a:lnTo>
                    <a:pt x="25730" y="23558"/>
                  </a:lnTo>
                  <a:close/>
                </a:path>
                <a:path w="55879" h="47625">
                  <a:moveTo>
                    <a:pt x="55384" y="40093"/>
                  </a:moveTo>
                  <a:lnTo>
                    <a:pt x="6311" y="40093"/>
                  </a:lnTo>
                  <a:lnTo>
                    <a:pt x="6311" y="34912"/>
                  </a:lnTo>
                  <a:lnTo>
                    <a:pt x="5321" y="34912"/>
                  </a:lnTo>
                  <a:lnTo>
                    <a:pt x="5321" y="40093"/>
                  </a:lnTo>
                  <a:lnTo>
                    <a:pt x="0" y="40093"/>
                  </a:lnTo>
                  <a:lnTo>
                    <a:pt x="0" y="41910"/>
                  </a:lnTo>
                  <a:lnTo>
                    <a:pt x="5321" y="41910"/>
                  </a:lnTo>
                  <a:lnTo>
                    <a:pt x="5321" y="47434"/>
                  </a:lnTo>
                  <a:lnTo>
                    <a:pt x="6007" y="47434"/>
                  </a:lnTo>
                  <a:lnTo>
                    <a:pt x="6007" y="41910"/>
                  </a:lnTo>
                  <a:lnTo>
                    <a:pt x="6527" y="42062"/>
                  </a:lnTo>
                  <a:lnTo>
                    <a:pt x="9474" y="42252"/>
                  </a:lnTo>
                  <a:lnTo>
                    <a:pt x="10693" y="41948"/>
                  </a:lnTo>
                  <a:lnTo>
                    <a:pt x="55384" y="41910"/>
                  </a:lnTo>
                  <a:lnTo>
                    <a:pt x="55384" y="40093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2" name="object 1292" descr=""/>
            <p:cNvSpPr/>
            <p:nvPr/>
          </p:nvSpPr>
          <p:spPr>
            <a:xfrm>
              <a:off x="5229238" y="737745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3" name="object 1293" descr=""/>
            <p:cNvSpPr/>
            <p:nvPr/>
          </p:nvSpPr>
          <p:spPr>
            <a:xfrm>
              <a:off x="5231422" y="738019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83" y="17716"/>
                  </a:lnTo>
                  <a:lnTo>
                    <a:pt x="5295" y="17665"/>
                  </a:lnTo>
                  <a:lnTo>
                    <a:pt x="4927" y="19050"/>
                  </a:lnTo>
                  <a:lnTo>
                    <a:pt x="4838" y="20764"/>
                  </a:lnTo>
                  <a:lnTo>
                    <a:pt x="4762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57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54" y="24574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803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15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297" y="4914"/>
                  </a:lnTo>
                  <a:lnTo>
                    <a:pt x="21463" y="1473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40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792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24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84"/>
                  </a:lnTo>
                  <a:lnTo>
                    <a:pt x="16675" y="40093"/>
                  </a:lnTo>
                  <a:lnTo>
                    <a:pt x="15468" y="40386"/>
                  </a:lnTo>
                  <a:lnTo>
                    <a:pt x="15417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34"/>
                  </a:lnTo>
                  <a:lnTo>
                    <a:pt x="21259" y="46050"/>
                  </a:lnTo>
                  <a:lnTo>
                    <a:pt x="21348" y="44335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52"/>
                  </a:lnTo>
                  <a:lnTo>
                    <a:pt x="26123" y="41948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47" y="26835"/>
                  </a:lnTo>
                  <a:lnTo>
                    <a:pt x="36436" y="25120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4" name="object 1294" descr=""/>
            <p:cNvSpPr/>
            <p:nvPr/>
          </p:nvSpPr>
          <p:spPr>
            <a:xfrm>
              <a:off x="5159564" y="734192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5" name="object 1295" descr=""/>
            <p:cNvSpPr/>
            <p:nvPr/>
          </p:nvSpPr>
          <p:spPr>
            <a:xfrm>
              <a:off x="5161749" y="7344670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591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65"/>
                  </a:lnTo>
                  <a:lnTo>
                    <a:pt x="4927" y="19037"/>
                  </a:lnTo>
                  <a:lnTo>
                    <a:pt x="4838" y="20764"/>
                  </a:lnTo>
                  <a:lnTo>
                    <a:pt x="4749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60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14"/>
                  </a:lnTo>
                  <a:lnTo>
                    <a:pt x="21450" y="1460"/>
                  </a:lnTo>
                  <a:lnTo>
                    <a:pt x="21209" y="50"/>
                  </a:lnTo>
                  <a:lnTo>
                    <a:pt x="20434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27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792" y="6908"/>
                  </a:lnTo>
                  <a:lnTo>
                    <a:pt x="19265" y="6997"/>
                  </a:lnTo>
                  <a:lnTo>
                    <a:pt x="19939" y="6845"/>
                  </a:lnTo>
                  <a:lnTo>
                    <a:pt x="19735" y="7607"/>
                  </a:lnTo>
                  <a:lnTo>
                    <a:pt x="19583" y="11049"/>
                  </a:lnTo>
                  <a:lnTo>
                    <a:pt x="19824" y="12458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56" y="9410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35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495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75" y="40093"/>
                  </a:lnTo>
                  <a:lnTo>
                    <a:pt x="15468" y="40386"/>
                  </a:lnTo>
                  <a:lnTo>
                    <a:pt x="15417" y="41287"/>
                  </a:lnTo>
                  <a:lnTo>
                    <a:pt x="16598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50"/>
                  </a:lnTo>
                  <a:lnTo>
                    <a:pt x="21348" y="44323"/>
                  </a:lnTo>
                  <a:lnTo>
                    <a:pt x="21424" y="42608"/>
                  </a:lnTo>
                  <a:lnTo>
                    <a:pt x="21285" y="41821"/>
                  </a:lnTo>
                  <a:lnTo>
                    <a:pt x="21945" y="42049"/>
                  </a:lnTo>
                  <a:lnTo>
                    <a:pt x="24904" y="42240"/>
                  </a:lnTo>
                  <a:lnTo>
                    <a:pt x="26111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493" y="23025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44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33"/>
                  </a:lnTo>
                  <a:lnTo>
                    <a:pt x="36258" y="28549"/>
                  </a:lnTo>
                  <a:lnTo>
                    <a:pt x="36347" y="26835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44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6" name="object 1296" descr=""/>
            <p:cNvSpPr/>
            <p:nvPr/>
          </p:nvSpPr>
          <p:spPr>
            <a:xfrm>
              <a:off x="5113047" y="734192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7" name="object 1297" descr=""/>
            <p:cNvSpPr/>
            <p:nvPr/>
          </p:nvSpPr>
          <p:spPr>
            <a:xfrm>
              <a:off x="5206081" y="726884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8" name="object 1298" descr=""/>
            <p:cNvSpPr/>
            <p:nvPr/>
          </p:nvSpPr>
          <p:spPr>
            <a:xfrm>
              <a:off x="5208257" y="7271594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60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28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32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09"/>
                  </a:lnTo>
                  <a:lnTo>
                    <a:pt x="20980" y="11137"/>
                  </a:lnTo>
                  <a:lnTo>
                    <a:pt x="21069" y="9410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44" y="7035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74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83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34" y="40271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17" y="42240"/>
                  </a:lnTo>
                  <a:lnTo>
                    <a:pt x="26123" y="41948"/>
                  </a:lnTo>
                  <a:lnTo>
                    <a:pt x="26174" y="41046"/>
                  </a:lnTo>
                  <a:close/>
                </a:path>
                <a:path w="41275" h="47625">
                  <a:moveTo>
                    <a:pt x="41173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23"/>
                  </a:lnTo>
                  <a:lnTo>
                    <a:pt x="36385" y="23088"/>
                  </a:lnTo>
                  <a:lnTo>
                    <a:pt x="36588" y="22326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80" y="20510"/>
                  </a:lnTo>
                  <a:lnTo>
                    <a:pt x="35191" y="22225"/>
                  </a:lnTo>
                  <a:lnTo>
                    <a:pt x="35331" y="23037"/>
                  </a:lnTo>
                  <a:lnTo>
                    <a:pt x="34645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18"/>
                  </a:lnTo>
                  <a:lnTo>
                    <a:pt x="33096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73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9" name="object 1299" descr=""/>
            <p:cNvSpPr/>
            <p:nvPr/>
          </p:nvSpPr>
          <p:spPr>
            <a:xfrm>
              <a:off x="5183439" y="730437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0" name="object 1300" descr=""/>
            <p:cNvSpPr/>
            <p:nvPr/>
          </p:nvSpPr>
          <p:spPr>
            <a:xfrm>
              <a:off x="5185626" y="7307116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591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65"/>
                  </a:lnTo>
                  <a:lnTo>
                    <a:pt x="4927" y="19050"/>
                  </a:lnTo>
                  <a:lnTo>
                    <a:pt x="4838" y="20764"/>
                  </a:lnTo>
                  <a:lnTo>
                    <a:pt x="4749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44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54" y="24574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803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15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29" y="5511"/>
                  </a:lnTo>
                  <a:lnTo>
                    <a:pt x="21082" y="5676"/>
                  </a:lnTo>
                  <a:lnTo>
                    <a:pt x="21297" y="4914"/>
                  </a:lnTo>
                  <a:lnTo>
                    <a:pt x="21450" y="1473"/>
                  </a:lnTo>
                  <a:lnTo>
                    <a:pt x="21209" y="50"/>
                  </a:lnTo>
                  <a:lnTo>
                    <a:pt x="20434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27" y="5626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792" y="6908"/>
                  </a:lnTo>
                  <a:lnTo>
                    <a:pt x="19265" y="6997"/>
                  </a:lnTo>
                  <a:lnTo>
                    <a:pt x="19939" y="6845"/>
                  </a:lnTo>
                  <a:lnTo>
                    <a:pt x="19735" y="7607"/>
                  </a:lnTo>
                  <a:lnTo>
                    <a:pt x="19583" y="11049"/>
                  </a:lnTo>
                  <a:lnTo>
                    <a:pt x="19824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56" y="9423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495" y="40525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84"/>
                  </a:lnTo>
                  <a:lnTo>
                    <a:pt x="16675" y="40093"/>
                  </a:lnTo>
                  <a:lnTo>
                    <a:pt x="15455" y="40386"/>
                  </a:lnTo>
                  <a:lnTo>
                    <a:pt x="15417" y="41287"/>
                  </a:lnTo>
                  <a:lnTo>
                    <a:pt x="16598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44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34"/>
                  </a:lnTo>
                  <a:lnTo>
                    <a:pt x="21259" y="46050"/>
                  </a:lnTo>
                  <a:lnTo>
                    <a:pt x="21348" y="44323"/>
                  </a:lnTo>
                  <a:lnTo>
                    <a:pt x="21424" y="42608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52"/>
                  </a:lnTo>
                  <a:lnTo>
                    <a:pt x="26111" y="41948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493" y="23025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44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597" y="24231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58" y="28549"/>
                  </a:lnTo>
                  <a:lnTo>
                    <a:pt x="36347" y="26835"/>
                  </a:lnTo>
                  <a:lnTo>
                    <a:pt x="36423" y="25120"/>
                  </a:lnTo>
                  <a:lnTo>
                    <a:pt x="36283" y="24320"/>
                  </a:lnTo>
                  <a:lnTo>
                    <a:pt x="36944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1" name="object 1301" descr=""/>
            <p:cNvSpPr/>
            <p:nvPr/>
          </p:nvSpPr>
          <p:spPr>
            <a:xfrm>
              <a:off x="5136316" y="730437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2" name="object 1302" descr=""/>
            <p:cNvSpPr/>
            <p:nvPr/>
          </p:nvSpPr>
          <p:spPr>
            <a:xfrm>
              <a:off x="5153926" y="7307116"/>
              <a:ext cx="55880" cy="47625"/>
            </a:xfrm>
            <a:custGeom>
              <a:avLst/>
              <a:gdLst/>
              <a:ahLst/>
              <a:cxnLst/>
              <a:rect l="l" t="t" r="r" b="b"/>
              <a:pathLst>
                <a:path w="55879" h="47625">
                  <a:moveTo>
                    <a:pt x="10452" y="5511"/>
                  </a:moveTo>
                  <a:lnTo>
                    <a:pt x="6032" y="5511"/>
                  </a:lnTo>
                  <a:lnTo>
                    <a:pt x="6032" y="0"/>
                  </a:lnTo>
                  <a:lnTo>
                    <a:pt x="5321" y="0"/>
                  </a:lnTo>
                  <a:lnTo>
                    <a:pt x="5321" y="12522"/>
                  </a:lnTo>
                  <a:lnTo>
                    <a:pt x="5715" y="12522"/>
                  </a:lnTo>
                  <a:lnTo>
                    <a:pt x="5715" y="7340"/>
                  </a:lnTo>
                  <a:lnTo>
                    <a:pt x="10452" y="7340"/>
                  </a:lnTo>
                  <a:lnTo>
                    <a:pt x="10452" y="5511"/>
                  </a:lnTo>
                  <a:close/>
                </a:path>
                <a:path w="55879" h="47625">
                  <a:moveTo>
                    <a:pt x="25730" y="23558"/>
                  </a:moveTo>
                  <a:lnTo>
                    <a:pt x="24549" y="23114"/>
                  </a:lnTo>
                  <a:lnTo>
                    <a:pt x="23075" y="23025"/>
                  </a:lnTo>
                  <a:lnTo>
                    <a:pt x="21602" y="22923"/>
                  </a:lnTo>
                  <a:lnTo>
                    <a:pt x="20955" y="23088"/>
                  </a:lnTo>
                  <a:lnTo>
                    <a:pt x="21158" y="22326"/>
                  </a:lnTo>
                  <a:lnTo>
                    <a:pt x="21323" y="18884"/>
                  </a:lnTo>
                  <a:lnTo>
                    <a:pt x="21082" y="17462"/>
                  </a:lnTo>
                  <a:lnTo>
                    <a:pt x="20307" y="17411"/>
                  </a:lnTo>
                  <a:lnTo>
                    <a:pt x="19926" y="18796"/>
                  </a:lnTo>
                  <a:lnTo>
                    <a:pt x="19837" y="20510"/>
                  </a:lnTo>
                  <a:lnTo>
                    <a:pt x="19761" y="22225"/>
                  </a:lnTo>
                  <a:lnTo>
                    <a:pt x="19900" y="23050"/>
                  </a:lnTo>
                  <a:lnTo>
                    <a:pt x="19202" y="22783"/>
                  </a:lnTo>
                  <a:lnTo>
                    <a:pt x="16256" y="22593"/>
                  </a:lnTo>
                  <a:lnTo>
                    <a:pt x="15036" y="22885"/>
                  </a:lnTo>
                  <a:lnTo>
                    <a:pt x="14998" y="23787"/>
                  </a:lnTo>
                  <a:lnTo>
                    <a:pt x="16179" y="24231"/>
                  </a:lnTo>
                  <a:lnTo>
                    <a:pt x="17653" y="24320"/>
                  </a:lnTo>
                  <a:lnTo>
                    <a:pt x="19126" y="24409"/>
                  </a:lnTo>
                  <a:lnTo>
                    <a:pt x="19812" y="24244"/>
                  </a:lnTo>
                  <a:lnTo>
                    <a:pt x="19608" y="25019"/>
                  </a:lnTo>
                  <a:lnTo>
                    <a:pt x="19443" y="28460"/>
                  </a:lnTo>
                  <a:lnTo>
                    <a:pt x="19685" y="29883"/>
                  </a:lnTo>
                  <a:lnTo>
                    <a:pt x="20459" y="29933"/>
                  </a:lnTo>
                  <a:lnTo>
                    <a:pt x="20840" y="28549"/>
                  </a:lnTo>
                  <a:lnTo>
                    <a:pt x="20916" y="26835"/>
                  </a:lnTo>
                  <a:lnTo>
                    <a:pt x="21005" y="25120"/>
                  </a:lnTo>
                  <a:lnTo>
                    <a:pt x="20853" y="24320"/>
                  </a:lnTo>
                  <a:lnTo>
                    <a:pt x="21526" y="24561"/>
                  </a:lnTo>
                  <a:lnTo>
                    <a:pt x="24472" y="24752"/>
                  </a:lnTo>
                  <a:lnTo>
                    <a:pt x="25692" y="24460"/>
                  </a:lnTo>
                  <a:lnTo>
                    <a:pt x="25730" y="23558"/>
                  </a:lnTo>
                  <a:close/>
                </a:path>
                <a:path w="55879" h="47625">
                  <a:moveTo>
                    <a:pt x="55384" y="40093"/>
                  </a:moveTo>
                  <a:lnTo>
                    <a:pt x="6311" y="40093"/>
                  </a:lnTo>
                  <a:lnTo>
                    <a:pt x="6311" y="34912"/>
                  </a:lnTo>
                  <a:lnTo>
                    <a:pt x="5321" y="34912"/>
                  </a:lnTo>
                  <a:lnTo>
                    <a:pt x="5321" y="40093"/>
                  </a:lnTo>
                  <a:lnTo>
                    <a:pt x="0" y="40093"/>
                  </a:lnTo>
                  <a:lnTo>
                    <a:pt x="0" y="41910"/>
                  </a:lnTo>
                  <a:lnTo>
                    <a:pt x="5321" y="41910"/>
                  </a:lnTo>
                  <a:lnTo>
                    <a:pt x="5321" y="47434"/>
                  </a:lnTo>
                  <a:lnTo>
                    <a:pt x="6007" y="47434"/>
                  </a:lnTo>
                  <a:lnTo>
                    <a:pt x="6007" y="41910"/>
                  </a:lnTo>
                  <a:lnTo>
                    <a:pt x="6527" y="42062"/>
                  </a:lnTo>
                  <a:lnTo>
                    <a:pt x="9474" y="42252"/>
                  </a:lnTo>
                  <a:lnTo>
                    <a:pt x="10693" y="41948"/>
                  </a:lnTo>
                  <a:lnTo>
                    <a:pt x="55384" y="41910"/>
                  </a:lnTo>
                  <a:lnTo>
                    <a:pt x="55384" y="40093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3" name="object 1303" descr=""/>
            <p:cNvSpPr/>
            <p:nvPr/>
          </p:nvSpPr>
          <p:spPr>
            <a:xfrm>
              <a:off x="5229238" y="730437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4" name="object 1304" descr=""/>
            <p:cNvSpPr/>
            <p:nvPr/>
          </p:nvSpPr>
          <p:spPr>
            <a:xfrm>
              <a:off x="5231422" y="7307116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83" y="17716"/>
                  </a:lnTo>
                  <a:lnTo>
                    <a:pt x="5295" y="17665"/>
                  </a:lnTo>
                  <a:lnTo>
                    <a:pt x="4927" y="19050"/>
                  </a:lnTo>
                  <a:lnTo>
                    <a:pt x="4838" y="20764"/>
                  </a:lnTo>
                  <a:lnTo>
                    <a:pt x="4762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57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54" y="24574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803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15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297" y="4914"/>
                  </a:lnTo>
                  <a:lnTo>
                    <a:pt x="21463" y="1473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27" y="5626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792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24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84"/>
                  </a:lnTo>
                  <a:lnTo>
                    <a:pt x="16675" y="40093"/>
                  </a:lnTo>
                  <a:lnTo>
                    <a:pt x="15468" y="40386"/>
                  </a:lnTo>
                  <a:lnTo>
                    <a:pt x="15417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34"/>
                  </a:lnTo>
                  <a:lnTo>
                    <a:pt x="21259" y="46050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52"/>
                  </a:lnTo>
                  <a:lnTo>
                    <a:pt x="26123" y="41948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47" y="26835"/>
                  </a:lnTo>
                  <a:lnTo>
                    <a:pt x="36436" y="25120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5" name="object 1305" descr=""/>
            <p:cNvSpPr/>
            <p:nvPr/>
          </p:nvSpPr>
          <p:spPr>
            <a:xfrm>
              <a:off x="5159564" y="726884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6" name="object 1306" descr=""/>
            <p:cNvSpPr/>
            <p:nvPr/>
          </p:nvSpPr>
          <p:spPr>
            <a:xfrm>
              <a:off x="5161749" y="7271594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591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53"/>
                  </a:lnTo>
                  <a:lnTo>
                    <a:pt x="4927" y="19037"/>
                  </a:lnTo>
                  <a:lnTo>
                    <a:pt x="4838" y="20764"/>
                  </a:lnTo>
                  <a:lnTo>
                    <a:pt x="4749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60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14"/>
                  </a:lnTo>
                  <a:lnTo>
                    <a:pt x="21450" y="1460"/>
                  </a:lnTo>
                  <a:lnTo>
                    <a:pt x="21209" y="50"/>
                  </a:lnTo>
                  <a:lnTo>
                    <a:pt x="20434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27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792" y="6908"/>
                  </a:lnTo>
                  <a:lnTo>
                    <a:pt x="19265" y="6997"/>
                  </a:lnTo>
                  <a:lnTo>
                    <a:pt x="19939" y="6845"/>
                  </a:lnTo>
                  <a:lnTo>
                    <a:pt x="19735" y="7607"/>
                  </a:lnTo>
                  <a:lnTo>
                    <a:pt x="19583" y="11049"/>
                  </a:lnTo>
                  <a:lnTo>
                    <a:pt x="19824" y="12458"/>
                  </a:lnTo>
                  <a:lnTo>
                    <a:pt x="20599" y="12509"/>
                  </a:lnTo>
                  <a:lnTo>
                    <a:pt x="20980" y="11137"/>
                  </a:lnTo>
                  <a:lnTo>
                    <a:pt x="21056" y="9410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35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495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83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75" y="40093"/>
                  </a:lnTo>
                  <a:lnTo>
                    <a:pt x="15468" y="40386"/>
                  </a:lnTo>
                  <a:lnTo>
                    <a:pt x="15417" y="41275"/>
                  </a:lnTo>
                  <a:lnTo>
                    <a:pt x="16598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37"/>
                  </a:lnTo>
                  <a:lnTo>
                    <a:pt x="21348" y="44323"/>
                  </a:lnTo>
                  <a:lnTo>
                    <a:pt x="21424" y="42608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40"/>
                  </a:lnTo>
                  <a:lnTo>
                    <a:pt x="26111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493" y="23025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44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33"/>
                  </a:lnTo>
                  <a:lnTo>
                    <a:pt x="36258" y="28549"/>
                  </a:lnTo>
                  <a:lnTo>
                    <a:pt x="36347" y="26835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44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7" name="object 1307" descr=""/>
            <p:cNvSpPr/>
            <p:nvPr/>
          </p:nvSpPr>
          <p:spPr>
            <a:xfrm>
              <a:off x="5113047" y="7268849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8" name="object 1308" descr=""/>
            <p:cNvSpPr/>
            <p:nvPr/>
          </p:nvSpPr>
          <p:spPr>
            <a:xfrm>
              <a:off x="5349674" y="748824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9" name="object 1309" descr=""/>
            <p:cNvSpPr/>
            <p:nvPr/>
          </p:nvSpPr>
          <p:spPr>
            <a:xfrm>
              <a:off x="5351856" y="7490986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812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38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03" y="23025"/>
                  </a:lnTo>
                  <a:lnTo>
                    <a:pt x="1257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54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803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15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31" y="23812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297" y="4914"/>
                  </a:lnTo>
                  <a:lnTo>
                    <a:pt x="21463" y="1473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37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45" y="7708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31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34"/>
                  </a:lnTo>
                  <a:lnTo>
                    <a:pt x="21272" y="46050"/>
                  </a:lnTo>
                  <a:lnTo>
                    <a:pt x="21348" y="44335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04" y="42252"/>
                  </a:lnTo>
                  <a:lnTo>
                    <a:pt x="26123" y="41948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37"/>
                  </a:lnTo>
                  <a:lnTo>
                    <a:pt x="35318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28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47" y="26835"/>
                  </a:lnTo>
                  <a:lnTo>
                    <a:pt x="36436" y="25120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0" name="object 1310" descr=""/>
            <p:cNvSpPr/>
            <p:nvPr/>
          </p:nvSpPr>
          <p:spPr>
            <a:xfrm>
              <a:off x="5327034" y="752377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1" name="object 1311" descr=""/>
            <p:cNvSpPr/>
            <p:nvPr/>
          </p:nvSpPr>
          <p:spPr>
            <a:xfrm>
              <a:off x="5329212" y="7526508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812"/>
                  </a:moveTo>
                  <a:lnTo>
                    <a:pt x="9563" y="23368"/>
                  </a:lnTo>
                  <a:lnTo>
                    <a:pt x="8077" y="23279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59" y="22580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37"/>
                  </a:lnTo>
                  <a:lnTo>
                    <a:pt x="1257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86" y="30137"/>
                  </a:lnTo>
                  <a:lnTo>
                    <a:pt x="5461" y="30187"/>
                  </a:lnTo>
                  <a:lnTo>
                    <a:pt x="5842" y="28803"/>
                  </a:lnTo>
                  <a:lnTo>
                    <a:pt x="5930" y="27089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15"/>
                  </a:lnTo>
                  <a:lnTo>
                    <a:pt x="9486" y="25006"/>
                  </a:lnTo>
                  <a:lnTo>
                    <a:pt x="10693" y="24714"/>
                  </a:lnTo>
                  <a:lnTo>
                    <a:pt x="10744" y="23812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15" y="5613"/>
                  </a:lnTo>
                  <a:lnTo>
                    <a:pt x="21742" y="5524"/>
                  </a:lnTo>
                  <a:lnTo>
                    <a:pt x="21094" y="5689"/>
                  </a:lnTo>
                  <a:lnTo>
                    <a:pt x="21310" y="4914"/>
                  </a:lnTo>
                  <a:lnTo>
                    <a:pt x="21463" y="1473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26"/>
                  </a:lnTo>
                  <a:lnTo>
                    <a:pt x="20040" y="5638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805" y="6908"/>
                  </a:lnTo>
                  <a:lnTo>
                    <a:pt x="19278" y="7010"/>
                  </a:lnTo>
                  <a:lnTo>
                    <a:pt x="19951" y="6858"/>
                  </a:lnTo>
                  <a:lnTo>
                    <a:pt x="19748" y="7607"/>
                  </a:lnTo>
                  <a:lnTo>
                    <a:pt x="19596" y="11061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45" y="7708"/>
                  </a:lnTo>
                  <a:lnTo>
                    <a:pt x="21005" y="6921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34" y="40424"/>
                  </a:lnTo>
                  <a:lnTo>
                    <a:pt x="21386" y="40589"/>
                  </a:lnTo>
                  <a:lnTo>
                    <a:pt x="21590" y="39827"/>
                  </a:lnTo>
                  <a:lnTo>
                    <a:pt x="21755" y="36385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51"/>
                  </a:lnTo>
                  <a:lnTo>
                    <a:pt x="19634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32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43" y="41744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72" y="46050"/>
                  </a:lnTo>
                  <a:lnTo>
                    <a:pt x="21348" y="44335"/>
                  </a:lnTo>
                  <a:lnTo>
                    <a:pt x="21437" y="42621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04" y="42252"/>
                  </a:lnTo>
                  <a:lnTo>
                    <a:pt x="26123" y="41960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36"/>
                  </a:lnTo>
                  <a:lnTo>
                    <a:pt x="36372" y="23101"/>
                  </a:lnTo>
                  <a:lnTo>
                    <a:pt x="36588" y="22326"/>
                  </a:lnTo>
                  <a:lnTo>
                    <a:pt x="36753" y="18884"/>
                  </a:lnTo>
                  <a:lnTo>
                    <a:pt x="36512" y="17475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23"/>
                  </a:lnTo>
                  <a:lnTo>
                    <a:pt x="35191" y="22237"/>
                  </a:lnTo>
                  <a:lnTo>
                    <a:pt x="35331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69" y="24422"/>
                  </a:lnTo>
                  <a:lnTo>
                    <a:pt x="35242" y="24269"/>
                  </a:lnTo>
                  <a:lnTo>
                    <a:pt x="35039" y="25019"/>
                  </a:lnTo>
                  <a:lnTo>
                    <a:pt x="34874" y="28473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20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2" name="object 1312" descr=""/>
            <p:cNvSpPr/>
            <p:nvPr/>
          </p:nvSpPr>
          <p:spPr>
            <a:xfrm>
              <a:off x="5279911" y="752377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3" name="object 1313" descr=""/>
            <p:cNvSpPr/>
            <p:nvPr/>
          </p:nvSpPr>
          <p:spPr>
            <a:xfrm>
              <a:off x="5282095" y="7526508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812"/>
                  </a:moveTo>
                  <a:lnTo>
                    <a:pt x="9550" y="23368"/>
                  </a:lnTo>
                  <a:lnTo>
                    <a:pt x="8077" y="23279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80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65"/>
                  </a:lnTo>
                  <a:lnTo>
                    <a:pt x="4927" y="19050"/>
                  </a:lnTo>
                  <a:lnTo>
                    <a:pt x="4838" y="20764"/>
                  </a:lnTo>
                  <a:lnTo>
                    <a:pt x="4762" y="22479"/>
                  </a:lnTo>
                  <a:lnTo>
                    <a:pt x="4889" y="23304"/>
                  </a:lnTo>
                  <a:lnTo>
                    <a:pt x="4203" y="23037"/>
                  </a:lnTo>
                  <a:lnTo>
                    <a:pt x="1257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54" y="24574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37"/>
                  </a:lnTo>
                  <a:lnTo>
                    <a:pt x="5461" y="30187"/>
                  </a:lnTo>
                  <a:lnTo>
                    <a:pt x="5842" y="28803"/>
                  </a:lnTo>
                  <a:lnTo>
                    <a:pt x="5918" y="27089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15"/>
                  </a:lnTo>
                  <a:lnTo>
                    <a:pt x="9474" y="25006"/>
                  </a:lnTo>
                  <a:lnTo>
                    <a:pt x="10693" y="24714"/>
                  </a:lnTo>
                  <a:lnTo>
                    <a:pt x="10731" y="23812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24"/>
                  </a:lnTo>
                  <a:lnTo>
                    <a:pt x="21082" y="5689"/>
                  </a:lnTo>
                  <a:lnTo>
                    <a:pt x="21297" y="4914"/>
                  </a:lnTo>
                  <a:lnTo>
                    <a:pt x="21463" y="1473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26"/>
                  </a:lnTo>
                  <a:lnTo>
                    <a:pt x="20040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792" y="6908"/>
                  </a:lnTo>
                  <a:lnTo>
                    <a:pt x="19265" y="7010"/>
                  </a:lnTo>
                  <a:lnTo>
                    <a:pt x="19951" y="6858"/>
                  </a:lnTo>
                  <a:lnTo>
                    <a:pt x="19748" y="7607"/>
                  </a:lnTo>
                  <a:lnTo>
                    <a:pt x="19583" y="11061"/>
                  </a:lnTo>
                  <a:lnTo>
                    <a:pt x="19824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56" y="9423"/>
                  </a:lnTo>
                  <a:lnTo>
                    <a:pt x="21145" y="7708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85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84"/>
                  </a:lnTo>
                  <a:lnTo>
                    <a:pt x="16675" y="40093"/>
                  </a:lnTo>
                  <a:lnTo>
                    <a:pt x="15468" y="40386"/>
                  </a:lnTo>
                  <a:lnTo>
                    <a:pt x="15417" y="41287"/>
                  </a:lnTo>
                  <a:lnTo>
                    <a:pt x="16611" y="41732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59" y="46050"/>
                  </a:lnTo>
                  <a:lnTo>
                    <a:pt x="21348" y="44335"/>
                  </a:lnTo>
                  <a:lnTo>
                    <a:pt x="21437" y="42621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52"/>
                  </a:lnTo>
                  <a:lnTo>
                    <a:pt x="26123" y="41960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20" y="22936"/>
                  </a:lnTo>
                  <a:lnTo>
                    <a:pt x="36372" y="23101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499" y="17475"/>
                  </a:lnTo>
                  <a:lnTo>
                    <a:pt x="35725" y="17411"/>
                  </a:lnTo>
                  <a:lnTo>
                    <a:pt x="35356" y="18796"/>
                  </a:lnTo>
                  <a:lnTo>
                    <a:pt x="35267" y="20523"/>
                  </a:lnTo>
                  <a:lnTo>
                    <a:pt x="35179" y="22237"/>
                  </a:lnTo>
                  <a:lnTo>
                    <a:pt x="35318" y="23050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56" y="24422"/>
                  </a:lnTo>
                  <a:lnTo>
                    <a:pt x="35229" y="24269"/>
                  </a:lnTo>
                  <a:lnTo>
                    <a:pt x="35026" y="25019"/>
                  </a:lnTo>
                  <a:lnTo>
                    <a:pt x="34874" y="28473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58" y="28549"/>
                  </a:lnTo>
                  <a:lnTo>
                    <a:pt x="36347" y="26835"/>
                  </a:lnTo>
                  <a:lnTo>
                    <a:pt x="36436" y="25120"/>
                  </a:lnTo>
                  <a:lnTo>
                    <a:pt x="36283" y="24333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4" name="object 1314" descr=""/>
            <p:cNvSpPr/>
            <p:nvPr/>
          </p:nvSpPr>
          <p:spPr>
            <a:xfrm>
              <a:off x="5372833" y="7523770"/>
              <a:ext cx="29845" cy="53975"/>
            </a:xfrm>
            <a:custGeom>
              <a:avLst/>
              <a:gdLst/>
              <a:ahLst/>
              <a:cxnLst/>
              <a:rect l="l" t="t" r="r" b="b"/>
              <a:pathLst>
                <a:path w="29845" h="53975">
                  <a:moveTo>
                    <a:pt x="0" y="26711"/>
                  </a:moveTo>
                  <a:lnTo>
                    <a:pt x="22899" y="53422"/>
                  </a:lnTo>
                  <a:lnTo>
                    <a:pt x="29745" y="45437"/>
                  </a:lnTo>
                </a:path>
                <a:path w="29845" h="53975">
                  <a:moveTo>
                    <a:pt x="29745" y="7985"/>
                  </a:moveTo>
                  <a:lnTo>
                    <a:pt x="22899" y="0"/>
                  </a:lnTo>
                  <a:lnTo>
                    <a:pt x="0" y="26711"/>
                  </a:lnTo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5" name="object 1315" descr=""/>
            <p:cNvSpPr/>
            <p:nvPr/>
          </p:nvSpPr>
          <p:spPr>
            <a:xfrm>
              <a:off x="5375008" y="7526508"/>
              <a:ext cx="26670" cy="47625"/>
            </a:xfrm>
            <a:custGeom>
              <a:avLst/>
              <a:gdLst/>
              <a:ahLst/>
              <a:cxnLst/>
              <a:rect l="l" t="t" r="r" b="b"/>
              <a:pathLst>
                <a:path w="26670" h="47625">
                  <a:moveTo>
                    <a:pt x="10744" y="23812"/>
                  </a:moveTo>
                  <a:lnTo>
                    <a:pt x="9563" y="23368"/>
                  </a:lnTo>
                  <a:lnTo>
                    <a:pt x="8077" y="23279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80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37"/>
                  </a:lnTo>
                  <a:lnTo>
                    <a:pt x="1257" y="22847"/>
                  </a:lnTo>
                  <a:lnTo>
                    <a:pt x="50" y="23139"/>
                  </a:lnTo>
                  <a:lnTo>
                    <a:pt x="0" y="24041"/>
                  </a:lnTo>
                  <a:lnTo>
                    <a:pt x="1193" y="24472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99" y="30137"/>
                  </a:lnTo>
                  <a:lnTo>
                    <a:pt x="5473" y="30187"/>
                  </a:lnTo>
                  <a:lnTo>
                    <a:pt x="5842" y="28803"/>
                  </a:lnTo>
                  <a:lnTo>
                    <a:pt x="5930" y="27089"/>
                  </a:lnTo>
                  <a:lnTo>
                    <a:pt x="6019" y="25361"/>
                  </a:lnTo>
                  <a:lnTo>
                    <a:pt x="5867" y="24574"/>
                  </a:lnTo>
                  <a:lnTo>
                    <a:pt x="6527" y="24815"/>
                  </a:lnTo>
                  <a:lnTo>
                    <a:pt x="9486" y="25006"/>
                  </a:lnTo>
                  <a:lnTo>
                    <a:pt x="10706" y="24714"/>
                  </a:lnTo>
                  <a:lnTo>
                    <a:pt x="10744" y="23812"/>
                  </a:lnTo>
                  <a:close/>
                </a:path>
                <a:path w="26670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28" y="5613"/>
                  </a:lnTo>
                  <a:lnTo>
                    <a:pt x="21742" y="5524"/>
                  </a:lnTo>
                  <a:lnTo>
                    <a:pt x="21094" y="5689"/>
                  </a:lnTo>
                  <a:lnTo>
                    <a:pt x="21310" y="4914"/>
                  </a:lnTo>
                  <a:lnTo>
                    <a:pt x="21463" y="1473"/>
                  </a:lnTo>
                  <a:lnTo>
                    <a:pt x="21209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26"/>
                  </a:lnTo>
                  <a:lnTo>
                    <a:pt x="20040" y="5638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51" y="6375"/>
                  </a:lnTo>
                  <a:lnTo>
                    <a:pt x="16332" y="6819"/>
                  </a:lnTo>
                  <a:lnTo>
                    <a:pt x="17805" y="6908"/>
                  </a:lnTo>
                  <a:lnTo>
                    <a:pt x="19278" y="7010"/>
                  </a:lnTo>
                  <a:lnTo>
                    <a:pt x="19951" y="6858"/>
                  </a:lnTo>
                  <a:lnTo>
                    <a:pt x="19748" y="7607"/>
                  </a:lnTo>
                  <a:lnTo>
                    <a:pt x="19596" y="11061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93" y="11137"/>
                  </a:lnTo>
                  <a:lnTo>
                    <a:pt x="21069" y="9423"/>
                  </a:lnTo>
                  <a:lnTo>
                    <a:pt x="21158" y="7708"/>
                  </a:lnTo>
                  <a:lnTo>
                    <a:pt x="21005" y="6921"/>
                  </a:lnTo>
                  <a:lnTo>
                    <a:pt x="21678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26670" h="47625">
                  <a:moveTo>
                    <a:pt x="26174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34" y="40424"/>
                  </a:lnTo>
                  <a:lnTo>
                    <a:pt x="21386" y="40589"/>
                  </a:lnTo>
                  <a:lnTo>
                    <a:pt x="21590" y="39827"/>
                  </a:lnTo>
                  <a:lnTo>
                    <a:pt x="21755" y="36385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46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32"/>
                  </a:lnTo>
                  <a:lnTo>
                    <a:pt x="18097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72" y="46050"/>
                  </a:lnTo>
                  <a:lnTo>
                    <a:pt x="21361" y="44335"/>
                  </a:lnTo>
                  <a:lnTo>
                    <a:pt x="21437" y="42621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17" y="42252"/>
                  </a:lnTo>
                  <a:lnTo>
                    <a:pt x="26123" y="41960"/>
                  </a:lnTo>
                  <a:lnTo>
                    <a:pt x="26174" y="41059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6" name="object 1316" descr=""/>
            <p:cNvSpPr/>
            <p:nvPr/>
          </p:nvSpPr>
          <p:spPr>
            <a:xfrm>
              <a:off x="5303158" y="748824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7" name="object 1317" descr=""/>
            <p:cNvSpPr/>
            <p:nvPr/>
          </p:nvSpPr>
          <p:spPr>
            <a:xfrm>
              <a:off x="5305336" y="7490986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812"/>
                  </a:moveTo>
                  <a:lnTo>
                    <a:pt x="9563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47"/>
                  </a:lnTo>
                  <a:lnTo>
                    <a:pt x="50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803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15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44" y="23812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73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32" y="6819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58" y="7708"/>
                  </a:lnTo>
                  <a:lnTo>
                    <a:pt x="21005" y="6908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34" y="40424"/>
                  </a:lnTo>
                  <a:lnTo>
                    <a:pt x="21386" y="40589"/>
                  </a:lnTo>
                  <a:lnTo>
                    <a:pt x="21590" y="39827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51"/>
                  </a:lnTo>
                  <a:lnTo>
                    <a:pt x="19634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34"/>
                  </a:lnTo>
                  <a:lnTo>
                    <a:pt x="21272" y="46050"/>
                  </a:lnTo>
                  <a:lnTo>
                    <a:pt x="21361" y="44335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04" y="42252"/>
                  </a:lnTo>
                  <a:lnTo>
                    <a:pt x="26123" y="41948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53" y="18884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37"/>
                  </a:lnTo>
                  <a:lnTo>
                    <a:pt x="35318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20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8" name="object 1318" descr=""/>
            <p:cNvSpPr/>
            <p:nvPr/>
          </p:nvSpPr>
          <p:spPr>
            <a:xfrm>
              <a:off x="5256640" y="748824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9" name="object 1319" descr=""/>
            <p:cNvSpPr/>
            <p:nvPr/>
          </p:nvSpPr>
          <p:spPr>
            <a:xfrm>
              <a:off x="5258816" y="7490986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812"/>
                  </a:moveTo>
                  <a:lnTo>
                    <a:pt x="9563" y="23368"/>
                  </a:lnTo>
                  <a:lnTo>
                    <a:pt x="8089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47"/>
                  </a:lnTo>
                  <a:lnTo>
                    <a:pt x="50" y="23139"/>
                  </a:lnTo>
                  <a:lnTo>
                    <a:pt x="0" y="24041"/>
                  </a:lnTo>
                  <a:lnTo>
                    <a:pt x="1193" y="24472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803"/>
                  </a:lnTo>
                  <a:lnTo>
                    <a:pt x="5930" y="27076"/>
                  </a:lnTo>
                  <a:lnTo>
                    <a:pt x="6019" y="25361"/>
                  </a:lnTo>
                  <a:lnTo>
                    <a:pt x="5867" y="24574"/>
                  </a:lnTo>
                  <a:lnTo>
                    <a:pt x="6540" y="24815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812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28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73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408" y="5181"/>
                  </a:lnTo>
                  <a:lnTo>
                    <a:pt x="15189" y="5473"/>
                  </a:lnTo>
                  <a:lnTo>
                    <a:pt x="15151" y="6375"/>
                  </a:lnTo>
                  <a:lnTo>
                    <a:pt x="16332" y="6819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93" y="11137"/>
                  </a:lnTo>
                  <a:lnTo>
                    <a:pt x="21069" y="9423"/>
                  </a:lnTo>
                  <a:lnTo>
                    <a:pt x="21158" y="7708"/>
                  </a:lnTo>
                  <a:lnTo>
                    <a:pt x="21005" y="6908"/>
                  </a:lnTo>
                  <a:lnTo>
                    <a:pt x="21678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74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34" y="40424"/>
                  </a:lnTo>
                  <a:lnTo>
                    <a:pt x="21386" y="40589"/>
                  </a:lnTo>
                  <a:lnTo>
                    <a:pt x="21590" y="39827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81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46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97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34"/>
                  </a:lnTo>
                  <a:lnTo>
                    <a:pt x="21272" y="46050"/>
                  </a:lnTo>
                  <a:lnTo>
                    <a:pt x="21361" y="44335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17" y="42252"/>
                  </a:lnTo>
                  <a:lnTo>
                    <a:pt x="26123" y="41948"/>
                  </a:lnTo>
                  <a:lnTo>
                    <a:pt x="26174" y="41059"/>
                  </a:lnTo>
                  <a:close/>
                </a:path>
                <a:path w="41275" h="47625">
                  <a:moveTo>
                    <a:pt x="41173" y="23558"/>
                  </a:moveTo>
                  <a:lnTo>
                    <a:pt x="39992" y="23114"/>
                  </a:lnTo>
                  <a:lnTo>
                    <a:pt x="38506" y="23025"/>
                  </a:lnTo>
                  <a:lnTo>
                    <a:pt x="37033" y="22923"/>
                  </a:lnTo>
                  <a:lnTo>
                    <a:pt x="36385" y="23088"/>
                  </a:lnTo>
                  <a:lnTo>
                    <a:pt x="36601" y="22326"/>
                  </a:lnTo>
                  <a:lnTo>
                    <a:pt x="36753" y="18884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80" y="20510"/>
                  </a:lnTo>
                  <a:lnTo>
                    <a:pt x="35191" y="22237"/>
                  </a:lnTo>
                  <a:lnTo>
                    <a:pt x="35318" y="23050"/>
                  </a:lnTo>
                  <a:lnTo>
                    <a:pt x="34645" y="22783"/>
                  </a:lnTo>
                  <a:lnTo>
                    <a:pt x="31686" y="22593"/>
                  </a:lnTo>
                  <a:lnTo>
                    <a:pt x="30480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96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86" y="28460"/>
                  </a:lnTo>
                  <a:lnTo>
                    <a:pt x="35128" y="29883"/>
                  </a:lnTo>
                  <a:lnTo>
                    <a:pt x="35902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20"/>
                  </a:lnTo>
                  <a:lnTo>
                    <a:pt x="36296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73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0" name="object 1320" descr=""/>
            <p:cNvSpPr/>
            <p:nvPr/>
          </p:nvSpPr>
          <p:spPr>
            <a:xfrm>
              <a:off x="5349674" y="741517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1" name="object 1321" descr=""/>
            <p:cNvSpPr/>
            <p:nvPr/>
          </p:nvSpPr>
          <p:spPr>
            <a:xfrm>
              <a:off x="5351856" y="7417911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59" y="22580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38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03" y="23025"/>
                  </a:lnTo>
                  <a:lnTo>
                    <a:pt x="1257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54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803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15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297" y="4914"/>
                  </a:lnTo>
                  <a:lnTo>
                    <a:pt x="21463" y="1473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37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45" y="7708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31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34"/>
                  </a:lnTo>
                  <a:lnTo>
                    <a:pt x="21272" y="46050"/>
                  </a:lnTo>
                  <a:lnTo>
                    <a:pt x="21348" y="44335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04" y="42252"/>
                  </a:lnTo>
                  <a:lnTo>
                    <a:pt x="26123" y="41960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18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56" y="24422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28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47" y="26835"/>
                  </a:lnTo>
                  <a:lnTo>
                    <a:pt x="36436" y="25120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2" name="object 1322" descr=""/>
            <p:cNvSpPr/>
            <p:nvPr/>
          </p:nvSpPr>
          <p:spPr>
            <a:xfrm>
              <a:off x="5327034" y="745069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3" name="object 1323" descr=""/>
            <p:cNvSpPr/>
            <p:nvPr/>
          </p:nvSpPr>
          <p:spPr>
            <a:xfrm>
              <a:off x="5329212" y="745343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812"/>
                  </a:moveTo>
                  <a:lnTo>
                    <a:pt x="9563" y="23368"/>
                  </a:lnTo>
                  <a:lnTo>
                    <a:pt x="8077" y="23279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59" y="22580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37"/>
                  </a:lnTo>
                  <a:lnTo>
                    <a:pt x="1257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86" y="30124"/>
                  </a:lnTo>
                  <a:lnTo>
                    <a:pt x="5461" y="30187"/>
                  </a:lnTo>
                  <a:lnTo>
                    <a:pt x="5842" y="28803"/>
                  </a:lnTo>
                  <a:lnTo>
                    <a:pt x="5930" y="27089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15"/>
                  </a:lnTo>
                  <a:lnTo>
                    <a:pt x="9486" y="25006"/>
                  </a:lnTo>
                  <a:lnTo>
                    <a:pt x="10693" y="24714"/>
                  </a:lnTo>
                  <a:lnTo>
                    <a:pt x="10744" y="23812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15" y="5613"/>
                  </a:lnTo>
                  <a:lnTo>
                    <a:pt x="21742" y="5524"/>
                  </a:lnTo>
                  <a:lnTo>
                    <a:pt x="21094" y="5689"/>
                  </a:lnTo>
                  <a:lnTo>
                    <a:pt x="21310" y="4914"/>
                  </a:lnTo>
                  <a:lnTo>
                    <a:pt x="21463" y="1473"/>
                  </a:lnTo>
                  <a:lnTo>
                    <a:pt x="21221" y="63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26"/>
                  </a:lnTo>
                  <a:lnTo>
                    <a:pt x="20027" y="5638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805" y="6908"/>
                  </a:lnTo>
                  <a:lnTo>
                    <a:pt x="19278" y="7010"/>
                  </a:lnTo>
                  <a:lnTo>
                    <a:pt x="19951" y="6858"/>
                  </a:lnTo>
                  <a:lnTo>
                    <a:pt x="19748" y="7607"/>
                  </a:lnTo>
                  <a:lnTo>
                    <a:pt x="19596" y="11061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45" y="7708"/>
                  </a:lnTo>
                  <a:lnTo>
                    <a:pt x="21005" y="6921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34" y="40424"/>
                  </a:lnTo>
                  <a:lnTo>
                    <a:pt x="21386" y="40589"/>
                  </a:lnTo>
                  <a:lnTo>
                    <a:pt x="21590" y="39827"/>
                  </a:lnTo>
                  <a:lnTo>
                    <a:pt x="21755" y="36385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20" y="40551"/>
                  </a:lnTo>
                  <a:lnTo>
                    <a:pt x="19634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32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43" y="41744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72" y="46050"/>
                  </a:lnTo>
                  <a:lnTo>
                    <a:pt x="21348" y="44335"/>
                  </a:lnTo>
                  <a:lnTo>
                    <a:pt x="21437" y="42621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04" y="42252"/>
                  </a:lnTo>
                  <a:lnTo>
                    <a:pt x="26123" y="41960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36"/>
                  </a:lnTo>
                  <a:lnTo>
                    <a:pt x="36372" y="23101"/>
                  </a:lnTo>
                  <a:lnTo>
                    <a:pt x="36588" y="22326"/>
                  </a:lnTo>
                  <a:lnTo>
                    <a:pt x="36753" y="18884"/>
                  </a:lnTo>
                  <a:lnTo>
                    <a:pt x="36512" y="17475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37"/>
                  </a:lnTo>
                  <a:lnTo>
                    <a:pt x="35331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69" y="24422"/>
                  </a:lnTo>
                  <a:lnTo>
                    <a:pt x="35242" y="24269"/>
                  </a:lnTo>
                  <a:lnTo>
                    <a:pt x="35039" y="25019"/>
                  </a:lnTo>
                  <a:lnTo>
                    <a:pt x="34874" y="28473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20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4" name="object 1324" descr=""/>
            <p:cNvSpPr/>
            <p:nvPr/>
          </p:nvSpPr>
          <p:spPr>
            <a:xfrm>
              <a:off x="5279911" y="745069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5" name="object 1325" descr=""/>
            <p:cNvSpPr/>
            <p:nvPr/>
          </p:nvSpPr>
          <p:spPr>
            <a:xfrm>
              <a:off x="5282095" y="745343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812"/>
                  </a:moveTo>
                  <a:lnTo>
                    <a:pt x="9550" y="23368"/>
                  </a:lnTo>
                  <a:lnTo>
                    <a:pt x="8077" y="23279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80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65"/>
                  </a:lnTo>
                  <a:lnTo>
                    <a:pt x="4927" y="19050"/>
                  </a:lnTo>
                  <a:lnTo>
                    <a:pt x="4838" y="20764"/>
                  </a:lnTo>
                  <a:lnTo>
                    <a:pt x="4762" y="22479"/>
                  </a:lnTo>
                  <a:lnTo>
                    <a:pt x="4889" y="23304"/>
                  </a:lnTo>
                  <a:lnTo>
                    <a:pt x="4203" y="23037"/>
                  </a:lnTo>
                  <a:lnTo>
                    <a:pt x="1257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54" y="24574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87"/>
                  </a:lnTo>
                  <a:lnTo>
                    <a:pt x="5842" y="28803"/>
                  </a:lnTo>
                  <a:lnTo>
                    <a:pt x="5918" y="27089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15"/>
                  </a:lnTo>
                  <a:lnTo>
                    <a:pt x="9474" y="25006"/>
                  </a:lnTo>
                  <a:lnTo>
                    <a:pt x="10693" y="24714"/>
                  </a:lnTo>
                  <a:lnTo>
                    <a:pt x="10731" y="23812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24"/>
                  </a:lnTo>
                  <a:lnTo>
                    <a:pt x="21082" y="5689"/>
                  </a:lnTo>
                  <a:lnTo>
                    <a:pt x="21297" y="4914"/>
                  </a:lnTo>
                  <a:lnTo>
                    <a:pt x="21463" y="1473"/>
                  </a:lnTo>
                  <a:lnTo>
                    <a:pt x="21221" y="63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26"/>
                  </a:lnTo>
                  <a:lnTo>
                    <a:pt x="20027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792" y="6908"/>
                  </a:lnTo>
                  <a:lnTo>
                    <a:pt x="19265" y="7010"/>
                  </a:lnTo>
                  <a:lnTo>
                    <a:pt x="19951" y="6858"/>
                  </a:lnTo>
                  <a:lnTo>
                    <a:pt x="19748" y="7607"/>
                  </a:lnTo>
                  <a:lnTo>
                    <a:pt x="19583" y="11061"/>
                  </a:lnTo>
                  <a:lnTo>
                    <a:pt x="19824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56" y="9423"/>
                  </a:lnTo>
                  <a:lnTo>
                    <a:pt x="21145" y="7708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85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07" y="40538"/>
                  </a:lnTo>
                  <a:lnTo>
                    <a:pt x="19634" y="40284"/>
                  </a:lnTo>
                  <a:lnTo>
                    <a:pt x="16675" y="40093"/>
                  </a:lnTo>
                  <a:lnTo>
                    <a:pt x="15468" y="40386"/>
                  </a:lnTo>
                  <a:lnTo>
                    <a:pt x="15417" y="41287"/>
                  </a:lnTo>
                  <a:lnTo>
                    <a:pt x="16611" y="41732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59" y="46050"/>
                  </a:lnTo>
                  <a:lnTo>
                    <a:pt x="21348" y="44335"/>
                  </a:lnTo>
                  <a:lnTo>
                    <a:pt x="21437" y="42621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52"/>
                  </a:lnTo>
                  <a:lnTo>
                    <a:pt x="26123" y="41960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20" y="22936"/>
                  </a:lnTo>
                  <a:lnTo>
                    <a:pt x="36372" y="23101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499" y="17475"/>
                  </a:lnTo>
                  <a:lnTo>
                    <a:pt x="35725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79" y="22237"/>
                  </a:lnTo>
                  <a:lnTo>
                    <a:pt x="35318" y="23050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56" y="24422"/>
                  </a:lnTo>
                  <a:lnTo>
                    <a:pt x="35229" y="24269"/>
                  </a:lnTo>
                  <a:lnTo>
                    <a:pt x="35026" y="25019"/>
                  </a:lnTo>
                  <a:lnTo>
                    <a:pt x="34874" y="28473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58" y="28549"/>
                  </a:lnTo>
                  <a:lnTo>
                    <a:pt x="36347" y="26835"/>
                  </a:lnTo>
                  <a:lnTo>
                    <a:pt x="36436" y="25120"/>
                  </a:lnTo>
                  <a:lnTo>
                    <a:pt x="36283" y="24333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6" name="object 1326" descr=""/>
            <p:cNvSpPr/>
            <p:nvPr/>
          </p:nvSpPr>
          <p:spPr>
            <a:xfrm>
              <a:off x="5372833" y="7450694"/>
              <a:ext cx="29845" cy="53975"/>
            </a:xfrm>
            <a:custGeom>
              <a:avLst/>
              <a:gdLst/>
              <a:ahLst/>
              <a:cxnLst/>
              <a:rect l="l" t="t" r="r" b="b"/>
              <a:pathLst>
                <a:path w="29845" h="53975">
                  <a:moveTo>
                    <a:pt x="0" y="26711"/>
                  </a:moveTo>
                  <a:lnTo>
                    <a:pt x="22899" y="53422"/>
                  </a:lnTo>
                  <a:lnTo>
                    <a:pt x="29745" y="45437"/>
                  </a:lnTo>
                </a:path>
                <a:path w="29845" h="53975">
                  <a:moveTo>
                    <a:pt x="29745" y="7985"/>
                  </a:moveTo>
                  <a:lnTo>
                    <a:pt x="22899" y="0"/>
                  </a:lnTo>
                  <a:lnTo>
                    <a:pt x="0" y="26711"/>
                  </a:lnTo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7" name="object 1327" descr=""/>
            <p:cNvSpPr/>
            <p:nvPr/>
          </p:nvSpPr>
          <p:spPr>
            <a:xfrm>
              <a:off x="5375008" y="7453433"/>
              <a:ext cx="26670" cy="47625"/>
            </a:xfrm>
            <a:custGeom>
              <a:avLst/>
              <a:gdLst/>
              <a:ahLst/>
              <a:cxnLst/>
              <a:rect l="l" t="t" r="r" b="b"/>
              <a:pathLst>
                <a:path w="26670" h="47625">
                  <a:moveTo>
                    <a:pt x="10744" y="23812"/>
                  </a:moveTo>
                  <a:lnTo>
                    <a:pt x="9563" y="23368"/>
                  </a:lnTo>
                  <a:lnTo>
                    <a:pt x="8077" y="23279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80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37"/>
                  </a:lnTo>
                  <a:lnTo>
                    <a:pt x="1257" y="22847"/>
                  </a:lnTo>
                  <a:lnTo>
                    <a:pt x="50" y="23139"/>
                  </a:lnTo>
                  <a:lnTo>
                    <a:pt x="0" y="24041"/>
                  </a:lnTo>
                  <a:lnTo>
                    <a:pt x="1193" y="24472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87"/>
                  </a:lnTo>
                  <a:lnTo>
                    <a:pt x="5842" y="28803"/>
                  </a:lnTo>
                  <a:lnTo>
                    <a:pt x="5930" y="27089"/>
                  </a:lnTo>
                  <a:lnTo>
                    <a:pt x="6019" y="25361"/>
                  </a:lnTo>
                  <a:lnTo>
                    <a:pt x="5867" y="24574"/>
                  </a:lnTo>
                  <a:lnTo>
                    <a:pt x="6527" y="24815"/>
                  </a:lnTo>
                  <a:lnTo>
                    <a:pt x="9486" y="25006"/>
                  </a:lnTo>
                  <a:lnTo>
                    <a:pt x="10706" y="24714"/>
                  </a:lnTo>
                  <a:lnTo>
                    <a:pt x="10744" y="23812"/>
                  </a:lnTo>
                  <a:close/>
                </a:path>
                <a:path w="26670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28" y="5613"/>
                  </a:lnTo>
                  <a:lnTo>
                    <a:pt x="21742" y="5524"/>
                  </a:lnTo>
                  <a:lnTo>
                    <a:pt x="21094" y="5689"/>
                  </a:lnTo>
                  <a:lnTo>
                    <a:pt x="21310" y="4914"/>
                  </a:lnTo>
                  <a:lnTo>
                    <a:pt x="21463" y="1473"/>
                  </a:lnTo>
                  <a:lnTo>
                    <a:pt x="21209" y="63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26"/>
                  </a:lnTo>
                  <a:lnTo>
                    <a:pt x="20027" y="5638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51" y="6375"/>
                  </a:lnTo>
                  <a:lnTo>
                    <a:pt x="16332" y="6819"/>
                  </a:lnTo>
                  <a:lnTo>
                    <a:pt x="17805" y="6908"/>
                  </a:lnTo>
                  <a:lnTo>
                    <a:pt x="19278" y="7010"/>
                  </a:lnTo>
                  <a:lnTo>
                    <a:pt x="19951" y="6858"/>
                  </a:lnTo>
                  <a:lnTo>
                    <a:pt x="19748" y="7607"/>
                  </a:lnTo>
                  <a:lnTo>
                    <a:pt x="19596" y="11061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93" y="11137"/>
                  </a:lnTo>
                  <a:lnTo>
                    <a:pt x="21069" y="9423"/>
                  </a:lnTo>
                  <a:lnTo>
                    <a:pt x="21158" y="7708"/>
                  </a:lnTo>
                  <a:lnTo>
                    <a:pt x="21005" y="6921"/>
                  </a:lnTo>
                  <a:lnTo>
                    <a:pt x="21678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26670" h="47625">
                  <a:moveTo>
                    <a:pt x="26174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34" y="40424"/>
                  </a:lnTo>
                  <a:lnTo>
                    <a:pt x="21386" y="40589"/>
                  </a:lnTo>
                  <a:lnTo>
                    <a:pt x="21590" y="39827"/>
                  </a:lnTo>
                  <a:lnTo>
                    <a:pt x="21755" y="36385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20" y="40538"/>
                  </a:lnTo>
                  <a:lnTo>
                    <a:pt x="19646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32"/>
                  </a:lnTo>
                  <a:lnTo>
                    <a:pt x="18097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72" y="46050"/>
                  </a:lnTo>
                  <a:lnTo>
                    <a:pt x="21361" y="44335"/>
                  </a:lnTo>
                  <a:lnTo>
                    <a:pt x="21437" y="42621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17" y="42252"/>
                  </a:lnTo>
                  <a:lnTo>
                    <a:pt x="26123" y="41960"/>
                  </a:lnTo>
                  <a:lnTo>
                    <a:pt x="26174" y="41059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8" name="object 1328" descr=""/>
            <p:cNvSpPr/>
            <p:nvPr/>
          </p:nvSpPr>
          <p:spPr>
            <a:xfrm>
              <a:off x="5303158" y="741517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9" name="object 1329" descr=""/>
            <p:cNvSpPr/>
            <p:nvPr/>
          </p:nvSpPr>
          <p:spPr>
            <a:xfrm>
              <a:off x="5305336" y="7417911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80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47"/>
                  </a:lnTo>
                  <a:lnTo>
                    <a:pt x="50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803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15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73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32" y="6819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58" y="7708"/>
                  </a:lnTo>
                  <a:lnTo>
                    <a:pt x="21005" y="6908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34" y="40424"/>
                  </a:lnTo>
                  <a:lnTo>
                    <a:pt x="21386" y="40589"/>
                  </a:lnTo>
                  <a:lnTo>
                    <a:pt x="21590" y="39827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51"/>
                  </a:lnTo>
                  <a:lnTo>
                    <a:pt x="19634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34"/>
                  </a:lnTo>
                  <a:lnTo>
                    <a:pt x="21272" y="46050"/>
                  </a:lnTo>
                  <a:lnTo>
                    <a:pt x="21361" y="44335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04" y="42252"/>
                  </a:lnTo>
                  <a:lnTo>
                    <a:pt x="26123" y="41960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53" y="18884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18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69" y="24422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20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0" name="object 1330" descr=""/>
            <p:cNvSpPr/>
            <p:nvPr/>
          </p:nvSpPr>
          <p:spPr>
            <a:xfrm>
              <a:off x="5256640" y="741517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1" name="object 1331" descr=""/>
            <p:cNvSpPr/>
            <p:nvPr/>
          </p:nvSpPr>
          <p:spPr>
            <a:xfrm>
              <a:off x="5258816" y="7417911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68"/>
                  </a:lnTo>
                  <a:lnTo>
                    <a:pt x="8089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80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47"/>
                  </a:lnTo>
                  <a:lnTo>
                    <a:pt x="50" y="23139"/>
                  </a:lnTo>
                  <a:lnTo>
                    <a:pt x="0" y="24041"/>
                  </a:lnTo>
                  <a:lnTo>
                    <a:pt x="1193" y="24472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803"/>
                  </a:lnTo>
                  <a:lnTo>
                    <a:pt x="5930" y="27076"/>
                  </a:lnTo>
                  <a:lnTo>
                    <a:pt x="6019" y="25361"/>
                  </a:lnTo>
                  <a:lnTo>
                    <a:pt x="5867" y="24574"/>
                  </a:lnTo>
                  <a:lnTo>
                    <a:pt x="6540" y="24815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28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73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408" y="5181"/>
                  </a:lnTo>
                  <a:lnTo>
                    <a:pt x="15189" y="5473"/>
                  </a:lnTo>
                  <a:lnTo>
                    <a:pt x="15151" y="6375"/>
                  </a:lnTo>
                  <a:lnTo>
                    <a:pt x="16332" y="6819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93" y="11137"/>
                  </a:lnTo>
                  <a:lnTo>
                    <a:pt x="21069" y="9423"/>
                  </a:lnTo>
                  <a:lnTo>
                    <a:pt x="21158" y="7708"/>
                  </a:lnTo>
                  <a:lnTo>
                    <a:pt x="21005" y="6908"/>
                  </a:lnTo>
                  <a:lnTo>
                    <a:pt x="21678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74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34" y="40424"/>
                  </a:lnTo>
                  <a:lnTo>
                    <a:pt x="21386" y="40589"/>
                  </a:lnTo>
                  <a:lnTo>
                    <a:pt x="21590" y="39827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81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46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97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34"/>
                  </a:lnTo>
                  <a:lnTo>
                    <a:pt x="21272" y="46050"/>
                  </a:lnTo>
                  <a:lnTo>
                    <a:pt x="21361" y="44335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17" y="42252"/>
                  </a:lnTo>
                  <a:lnTo>
                    <a:pt x="26123" y="41960"/>
                  </a:lnTo>
                  <a:lnTo>
                    <a:pt x="26174" y="41059"/>
                  </a:lnTo>
                  <a:close/>
                </a:path>
                <a:path w="41275" h="47625">
                  <a:moveTo>
                    <a:pt x="41173" y="23558"/>
                  </a:moveTo>
                  <a:lnTo>
                    <a:pt x="39992" y="23114"/>
                  </a:lnTo>
                  <a:lnTo>
                    <a:pt x="38506" y="23025"/>
                  </a:lnTo>
                  <a:lnTo>
                    <a:pt x="37033" y="22923"/>
                  </a:lnTo>
                  <a:lnTo>
                    <a:pt x="36385" y="23088"/>
                  </a:lnTo>
                  <a:lnTo>
                    <a:pt x="36601" y="22326"/>
                  </a:lnTo>
                  <a:lnTo>
                    <a:pt x="36753" y="18884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80" y="20510"/>
                  </a:lnTo>
                  <a:lnTo>
                    <a:pt x="35191" y="22225"/>
                  </a:lnTo>
                  <a:lnTo>
                    <a:pt x="35318" y="23050"/>
                  </a:lnTo>
                  <a:lnTo>
                    <a:pt x="34645" y="22783"/>
                  </a:lnTo>
                  <a:lnTo>
                    <a:pt x="31686" y="22593"/>
                  </a:lnTo>
                  <a:lnTo>
                    <a:pt x="30480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96" y="24320"/>
                  </a:lnTo>
                  <a:lnTo>
                    <a:pt x="34569" y="24422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86" y="28460"/>
                  </a:lnTo>
                  <a:lnTo>
                    <a:pt x="35128" y="29883"/>
                  </a:lnTo>
                  <a:lnTo>
                    <a:pt x="35902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20"/>
                  </a:lnTo>
                  <a:lnTo>
                    <a:pt x="36296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73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2" name="object 1332" descr=""/>
            <p:cNvSpPr/>
            <p:nvPr/>
          </p:nvSpPr>
          <p:spPr>
            <a:xfrm>
              <a:off x="5206081" y="748824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3" name="object 1333" descr=""/>
            <p:cNvSpPr/>
            <p:nvPr/>
          </p:nvSpPr>
          <p:spPr>
            <a:xfrm>
              <a:off x="5208257" y="7490986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812"/>
                  </a:moveTo>
                  <a:lnTo>
                    <a:pt x="9563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47"/>
                  </a:lnTo>
                  <a:lnTo>
                    <a:pt x="50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803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15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812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28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73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32" y="6819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58" y="7708"/>
                  </a:lnTo>
                  <a:lnTo>
                    <a:pt x="21005" y="6908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74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34" y="40424"/>
                  </a:lnTo>
                  <a:lnTo>
                    <a:pt x="21386" y="40589"/>
                  </a:lnTo>
                  <a:lnTo>
                    <a:pt x="21590" y="39827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51"/>
                  </a:lnTo>
                  <a:lnTo>
                    <a:pt x="19634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34"/>
                  </a:lnTo>
                  <a:lnTo>
                    <a:pt x="21272" y="46050"/>
                  </a:lnTo>
                  <a:lnTo>
                    <a:pt x="21361" y="44335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17" y="42252"/>
                  </a:lnTo>
                  <a:lnTo>
                    <a:pt x="26123" y="41948"/>
                  </a:lnTo>
                  <a:lnTo>
                    <a:pt x="26174" y="41059"/>
                  </a:lnTo>
                  <a:close/>
                </a:path>
                <a:path w="41275" h="47625">
                  <a:moveTo>
                    <a:pt x="41173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53" y="18884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80" y="20510"/>
                  </a:lnTo>
                  <a:lnTo>
                    <a:pt x="35191" y="22237"/>
                  </a:lnTo>
                  <a:lnTo>
                    <a:pt x="35318" y="23050"/>
                  </a:lnTo>
                  <a:lnTo>
                    <a:pt x="34645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96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20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73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4" name="object 1334" descr=""/>
            <p:cNvSpPr/>
            <p:nvPr/>
          </p:nvSpPr>
          <p:spPr>
            <a:xfrm>
              <a:off x="5183439" y="752377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5" name="object 1335" descr=""/>
            <p:cNvSpPr/>
            <p:nvPr/>
          </p:nvSpPr>
          <p:spPr>
            <a:xfrm>
              <a:off x="5185626" y="7526508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812"/>
                  </a:moveTo>
                  <a:lnTo>
                    <a:pt x="9550" y="23368"/>
                  </a:lnTo>
                  <a:lnTo>
                    <a:pt x="8077" y="23279"/>
                  </a:lnTo>
                  <a:lnTo>
                    <a:pt x="6591" y="23177"/>
                  </a:lnTo>
                  <a:lnTo>
                    <a:pt x="5943" y="23342"/>
                  </a:lnTo>
                  <a:lnTo>
                    <a:pt x="6159" y="22580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65"/>
                  </a:lnTo>
                  <a:lnTo>
                    <a:pt x="4927" y="19050"/>
                  </a:lnTo>
                  <a:lnTo>
                    <a:pt x="4838" y="20764"/>
                  </a:lnTo>
                  <a:lnTo>
                    <a:pt x="4749" y="22479"/>
                  </a:lnTo>
                  <a:lnTo>
                    <a:pt x="4889" y="23291"/>
                  </a:lnTo>
                  <a:lnTo>
                    <a:pt x="4203" y="23037"/>
                  </a:lnTo>
                  <a:lnTo>
                    <a:pt x="1244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54" y="24574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37"/>
                  </a:lnTo>
                  <a:lnTo>
                    <a:pt x="5461" y="30187"/>
                  </a:lnTo>
                  <a:lnTo>
                    <a:pt x="5842" y="28803"/>
                  </a:lnTo>
                  <a:lnTo>
                    <a:pt x="5918" y="27089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15"/>
                  </a:lnTo>
                  <a:lnTo>
                    <a:pt x="9474" y="25006"/>
                  </a:lnTo>
                  <a:lnTo>
                    <a:pt x="10693" y="24714"/>
                  </a:lnTo>
                  <a:lnTo>
                    <a:pt x="10731" y="23812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29" y="5524"/>
                  </a:lnTo>
                  <a:lnTo>
                    <a:pt x="21082" y="5689"/>
                  </a:lnTo>
                  <a:lnTo>
                    <a:pt x="21297" y="4914"/>
                  </a:lnTo>
                  <a:lnTo>
                    <a:pt x="21450" y="1473"/>
                  </a:lnTo>
                  <a:lnTo>
                    <a:pt x="21209" y="50"/>
                  </a:lnTo>
                  <a:lnTo>
                    <a:pt x="20434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26"/>
                  </a:lnTo>
                  <a:lnTo>
                    <a:pt x="20027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792" y="6908"/>
                  </a:lnTo>
                  <a:lnTo>
                    <a:pt x="19265" y="7010"/>
                  </a:lnTo>
                  <a:lnTo>
                    <a:pt x="19939" y="6858"/>
                  </a:lnTo>
                  <a:lnTo>
                    <a:pt x="19735" y="7607"/>
                  </a:lnTo>
                  <a:lnTo>
                    <a:pt x="19583" y="11061"/>
                  </a:lnTo>
                  <a:lnTo>
                    <a:pt x="19824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56" y="9423"/>
                  </a:lnTo>
                  <a:lnTo>
                    <a:pt x="21145" y="7708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495" y="40525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85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84"/>
                  </a:lnTo>
                  <a:lnTo>
                    <a:pt x="16675" y="40093"/>
                  </a:lnTo>
                  <a:lnTo>
                    <a:pt x="15455" y="40386"/>
                  </a:lnTo>
                  <a:lnTo>
                    <a:pt x="15417" y="41287"/>
                  </a:lnTo>
                  <a:lnTo>
                    <a:pt x="16598" y="41732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44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59" y="46050"/>
                  </a:lnTo>
                  <a:lnTo>
                    <a:pt x="21348" y="44335"/>
                  </a:lnTo>
                  <a:lnTo>
                    <a:pt x="21424" y="42621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52"/>
                  </a:lnTo>
                  <a:lnTo>
                    <a:pt x="26111" y="41960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493" y="23025"/>
                  </a:lnTo>
                  <a:lnTo>
                    <a:pt x="37020" y="22936"/>
                  </a:lnTo>
                  <a:lnTo>
                    <a:pt x="36372" y="23101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499" y="17475"/>
                  </a:lnTo>
                  <a:lnTo>
                    <a:pt x="35725" y="17411"/>
                  </a:lnTo>
                  <a:lnTo>
                    <a:pt x="35344" y="18796"/>
                  </a:lnTo>
                  <a:lnTo>
                    <a:pt x="35267" y="20523"/>
                  </a:lnTo>
                  <a:lnTo>
                    <a:pt x="35179" y="22237"/>
                  </a:lnTo>
                  <a:lnTo>
                    <a:pt x="35318" y="23050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597" y="24231"/>
                  </a:lnTo>
                  <a:lnTo>
                    <a:pt x="33083" y="24320"/>
                  </a:lnTo>
                  <a:lnTo>
                    <a:pt x="34556" y="24422"/>
                  </a:lnTo>
                  <a:lnTo>
                    <a:pt x="35229" y="24269"/>
                  </a:lnTo>
                  <a:lnTo>
                    <a:pt x="35026" y="25019"/>
                  </a:lnTo>
                  <a:lnTo>
                    <a:pt x="34874" y="28473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58" y="28549"/>
                  </a:lnTo>
                  <a:lnTo>
                    <a:pt x="36347" y="26835"/>
                  </a:lnTo>
                  <a:lnTo>
                    <a:pt x="36423" y="25120"/>
                  </a:lnTo>
                  <a:lnTo>
                    <a:pt x="36283" y="24333"/>
                  </a:lnTo>
                  <a:lnTo>
                    <a:pt x="36944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6" name="object 1336" descr=""/>
            <p:cNvSpPr/>
            <p:nvPr/>
          </p:nvSpPr>
          <p:spPr>
            <a:xfrm>
              <a:off x="5136316" y="752377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7" name="object 1337" descr=""/>
            <p:cNvSpPr/>
            <p:nvPr/>
          </p:nvSpPr>
          <p:spPr>
            <a:xfrm>
              <a:off x="5153926" y="7526508"/>
              <a:ext cx="55880" cy="47625"/>
            </a:xfrm>
            <a:custGeom>
              <a:avLst/>
              <a:gdLst/>
              <a:ahLst/>
              <a:cxnLst/>
              <a:rect l="l" t="t" r="r" b="b"/>
              <a:pathLst>
                <a:path w="55879" h="47625">
                  <a:moveTo>
                    <a:pt x="10452" y="5524"/>
                  </a:moveTo>
                  <a:lnTo>
                    <a:pt x="6032" y="5524"/>
                  </a:lnTo>
                  <a:lnTo>
                    <a:pt x="6032" y="0"/>
                  </a:lnTo>
                  <a:lnTo>
                    <a:pt x="5321" y="0"/>
                  </a:lnTo>
                  <a:lnTo>
                    <a:pt x="5321" y="12522"/>
                  </a:lnTo>
                  <a:lnTo>
                    <a:pt x="5715" y="12522"/>
                  </a:lnTo>
                  <a:lnTo>
                    <a:pt x="5715" y="7340"/>
                  </a:lnTo>
                  <a:lnTo>
                    <a:pt x="10452" y="7340"/>
                  </a:lnTo>
                  <a:lnTo>
                    <a:pt x="10452" y="5524"/>
                  </a:lnTo>
                  <a:close/>
                </a:path>
                <a:path w="55879" h="47625">
                  <a:moveTo>
                    <a:pt x="25730" y="23558"/>
                  </a:moveTo>
                  <a:lnTo>
                    <a:pt x="24549" y="23114"/>
                  </a:lnTo>
                  <a:lnTo>
                    <a:pt x="23075" y="23025"/>
                  </a:lnTo>
                  <a:lnTo>
                    <a:pt x="21602" y="22936"/>
                  </a:lnTo>
                  <a:lnTo>
                    <a:pt x="20942" y="23101"/>
                  </a:lnTo>
                  <a:lnTo>
                    <a:pt x="21158" y="22326"/>
                  </a:lnTo>
                  <a:lnTo>
                    <a:pt x="21323" y="18884"/>
                  </a:lnTo>
                  <a:lnTo>
                    <a:pt x="21082" y="17475"/>
                  </a:lnTo>
                  <a:lnTo>
                    <a:pt x="20307" y="17411"/>
                  </a:lnTo>
                  <a:lnTo>
                    <a:pt x="19926" y="18796"/>
                  </a:lnTo>
                  <a:lnTo>
                    <a:pt x="19837" y="20523"/>
                  </a:lnTo>
                  <a:lnTo>
                    <a:pt x="19761" y="22237"/>
                  </a:lnTo>
                  <a:lnTo>
                    <a:pt x="19900" y="23050"/>
                  </a:lnTo>
                  <a:lnTo>
                    <a:pt x="19202" y="22783"/>
                  </a:lnTo>
                  <a:lnTo>
                    <a:pt x="16256" y="22593"/>
                  </a:lnTo>
                  <a:lnTo>
                    <a:pt x="15036" y="22885"/>
                  </a:lnTo>
                  <a:lnTo>
                    <a:pt x="14998" y="23787"/>
                  </a:lnTo>
                  <a:lnTo>
                    <a:pt x="16179" y="24231"/>
                  </a:lnTo>
                  <a:lnTo>
                    <a:pt x="17653" y="24320"/>
                  </a:lnTo>
                  <a:lnTo>
                    <a:pt x="19126" y="24422"/>
                  </a:lnTo>
                  <a:lnTo>
                    <a:pt x="19812" y="24269"/>
                  </a:lnTo>
                  <a:lnTo>
                    <a:pt x="19608" y="25019"/>
                  </a:lnTo>
                  <a:lnTo>
                    <a:pt x="19443" y="28473"/>
                  </a:lnTo>
                  <a:lnTo>
                    <a:pt x="19685" y="29883"/>
                  </a:lnTo>
                  <a:lnTo>
                    <a:pt x="20459" y="29933"/>
                  </a:lnTo>
                  <a:lnTo>
                    <a:pt x="20840" y="28549"/>
                  </a:lnTo>
                  <a:lnTo>
                    <a:pt x="20916" y="26835"/>
                  </a:lnTo>
                  <a:lnTo>
                    <a:pt x="21005" y="25120"/>
                  </a:lnTo>
                  <a:lnTo>
                    <a:pt x="20853" y="24320"/>
                  </a:lnTo>
                  <a:lnTo>
                    <a:pt x="21526" y="24561"/>
                  </a:lnTo>
                  <a:lnTo>
                    <a:pt x="24472" y="24752"/>
                  </a:lnTo>
                  <a:lnTo>
                    <a:pt x="25692" y="24460"/>
                  </a:lnTo>
                  <a:lnTo>
                    <a:pt x="25730" y="23558"/>
                  </a:lnTo>
                  <a:close/>
                </a:path>
                <a:path w="55879" h="47625">
                  <a:moveTo>
                    <a:pt x="55384" y="40093"/>
                  </a:moveTo>
                  <a:lnTo>
                    <a:pt x="6311" y="40093"/>
                  </a:lnTo>
                  <a:lnTo>
                    <a:pt x="6311" y="34912"/>
                  </a:lnTo>
                  <a:lnTo>
                    <a:pt x="5321" y="34912"/>
                  </a:lnTo>
                  <a:lnTo>
                    <a:pt x="5321" y="40093"/>
                  </a:lnTo>
                  <a:lnTo>
                    <a:pt x="0" y="40093"/>
                  </a:lnTo>
                  <a:lnTo>
                    <a:pt x="0" y="41910"/>
                  </a:lnTo>
                  <a:lnTo>
                    <a:pt x="5321" y="41910"/>
                  </a:lnTo>
                  <a:lnTo>
                    <a:pt x="5321" y="47434"/>
                  </a:lnTo>
                  <a:lnTo>
                    <a:pt x="6007" y="47434"/>
                  </a:lnTo>
                  <a:lnTo>
                    <a:pt x="6007" y="41910"/>
                  </a:lnTo>
                  <a:lnTo>
                    <a:pt x="6527" y="42062"/>
                  </a:lnTo>
                  <a:lnTo>
                    <a:pt x="9474" y="42252"/>
                  </a:lnTo>
                  <a:lnTo>
                    <a:pt x="10693" y="41960"/>
                  </a:lnTo>
                  <a:lnTo>
                    <a:pt x="55384" y="41910"/>
                  </a:lnTo>
                  <a:lnTo>
                    <a:pt x="55384" y="40093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8" name="object 1338" descr=""/>
            <p:cNvSpPr/>
            <p:nvPr/>
          </p:nvSpPr>
          <p:spPr>
            <a:xfrm>
              <a:off x="5229238" y="7523770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9" name="object 1339" descr=""/>
            <p:cNvSpPr/>
            <p:nvPr/>
          </p:nvSpPr>
          <p:spPr>
            <a:xfrm>
              <a:off x="5231422" y="7526508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812"/>
                  </a:moveTo>
                  <a:lnTo>
                    <a:pt x="9550" y="23368"/>
                  </a:lnTo>
                  <a:lnTo>
                    <a:pt x="8077" y="23279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80"/>
                  </a:lnTo>
                  <a:lnTo>
                    <a:pt x="6311" y="19126"/>
                  </a:lnTo>
                  <a:lnTo>
                    <a:pt x="6083" y="17716"/>
                  </a:lnTo>
                  <a:lnTo>
                    <a:pt x="5295" y="17665"/>
                  </a:lnTo>
                  <a:lnTo>
                    <a:pt x="4927" y="19050"/>
                  </a:lnTo>
                  <a:lnTo>
                    <a:pt x="4838" y="20764"/>
                  </a:lnTo>
                  <a:lnTo>
                    <a:pt x="4762" y="22479"/>
                  </a:lnTo>
                  <a:lnTo>
                    <a:pt x="4889" y="23304"/>
                  </a:lnTo>
                  <a:lnTo>
                    <a:pt x="4203" y="23037"/>
                  </a:lnTo>
                  <a:lnTo>
                    <a:pt x="1257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54" y="24574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37"/>
                  </a:lnTo>
                  <a:lnTo>
                    <a:pt x="5461" y="30187"/>
                  </a:lnTo>
                  <a:lnTo>
                    <a:pt x="5842" y="28803"/>
                  </a:lnTo>
                  <a:lnTo>
                    <a:pt x="5918" y="27089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15"/>
                  </a:lnTo>
                  <a:lnTo>
                    <a:pt x="9474" y="25006"/>
                  </a:lnTo>
                  <a:lnTo>
                    <a:pt x="10693" y="24714"/>
                  </a:lnTo>
                  <a:lnTo>
                    <a:pt x="10731" y="23812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24"/>
                  </a:lnTo>
                  <a:lnTo>
                    <a:pt x="21082" y="5689"/>
                  </a:lnTo>
                  <a:lnTo>
                    <a:pt x="21297" y="4914"/>
                  </a:lnTo>
                  <a:lnTo>
                    <a:pt x="21463" y="1473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26"/>
                  </a:lnTo>
                  <a:lnTo>
                    <a:pt x="20040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792" y="6908"/>
                  </a:lnTo>
                  <a:lnTo>
                    <a:pt x="19278" y="7010"/>
                  </a:lnTo>
                  <a:lnTo>
                    <a:pt x="19951" y="6858"/>
                  </a:lnTo>
                  <a:lnTo>
                    <a:pt x="19748" y="7607"/>
                  </a:lnTo>
                  <a:lnTo>
                    <a:pt x="19583" y="11061"/>
                  </a:lnTo>
                  <a:lnTo>
                    <a:pt x="19824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45" y="7708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85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84"/>
                  </a:lnTo>
                  <a:lnTo>
                    <a:pt x="16675" y="40093"/>
                  </a:lnTo>
                  <a:lnTo>
                    <a:pt x="15468" y="40386"/>
                  </a:lnTo>
                  <a:lnTo>
                    <a:pt x="15417" y="41287"/>
                  </a:lnTo>
                  <a:lnTo>
                    <a:pt x="16611" y="41732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59" y="46050"/>
                  </a:lnTo>
                  <a:lnTo>
                    <a:pt x="21348" y="44335"/>
                  </a:lnTo>
                  <a:lnTo>
                    <a:pt x="21437" y="42621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52"/>
                  </a:lnTo>
                  <a:lnTo>
                    <a:pt x="26123" y="41960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20" y="22936"/>
                  </a:lnTo>
                  <a:lnTo>
                    <a:pt x="36372" y="23101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499" y="17475"/>
                  </a:lnTo>
                  <a:lnTo>
                    <a:pt x="35725" y="17411"/>
                  </a:lnTo>
                  <a:lnTo>
                    <a:pt x="35356" y="18796"/>
                  </a:lnTo>
                  <a:lnTo>
                    <a:pt x="35267" y="20523"/>
                  </a:lnTo>
                  <a:lnTo>
                    <a:pt x="35179" y="22237"/>
                  </a:lnTo>
                  <a:lnTo>
                    <a:pt x="35318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56" y="24422"/>
                  </a:lnTo>
                  <a:lnTo>
                    <a:pt x="35229" y="24269"/>
                  </a:lnTo>
                  <a:lnTo>
                    <a:pt x="35026" y="25019"/>
                  </a:lnTo>
                  <a:lnTo>
                    <a:pt x="34874" y="28473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47" y="26835"/>
                  </a:lnTo>
                  <a:lnTo>
                    <a:pt x="36436" y="25120"/>
                  </a:lnTo>
                  <a:lnTo>
                    <a:pt x="36283" y="24333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0" name="object 1340" descr=""/>
            <p:cNvSpPr/>
            <p:nvPr/>
          </p:nvSpPr>
          <p:spPr>
            <a:xfrm>
              <a:off x="5159564" y="748824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1" name="object 1341" descr=""/>
            <p:cNvSpPr/>
            <p:nvPr/>
          </p:nvSpPr>
          <p:spPr>
            <a:xfrm>
              <a:off x="5161749" y="7490986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812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591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65"/>
                  </a:lnTo>
                  <a:lnTo>
                    <a:pt x="4927" y="19050"/>
                  </a:lnTo>
                  <a:lnTo>
                    <a:pt x="4838" y="20764"/>
                  </a:lnTo>
                  <a:lnTo>
                    <a:pt x="4749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57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54" y="24574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803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15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812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14"/>
                  </a:lnTo>
                  <a:lnTo>
                    <a:pt x="21450" y="1473"/>
                  </a:lnTo>
                  <a:lnTo>
                    <a:pt x="21209" y="50"/>
                  </a:lnTo>
                  <a:lnTo>
                    <a:pt x="20434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27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792" y="6908"/>
                  </a:lnTo>
                  <a:lnTo>
                    <a:pt x="19265" y="6997"/>
                  </a:lnTo>
                  <a:lnTo>
                    <a:pt x="19939" y="6845"/>
                  </a:lnTo>
                  <a:lnTo>
                    <a:pt x="19735" y="7607"/>
                  </a:lnTo>
                  <a:lnTo>
                    <a:pt x="19583" y="11049"/>
                  </a:lnTo>
                  <a:lnTo>
                    <a:pt x="19824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56" y="9423"/>
                  </a:lnTo>
                  <a:lnTo>
                    <a:pt x="21145" y="7708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495" y="40525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84"/>
                  </a:lnTo>
                  <a:lnTo>
                    <a:pt x="16675" y="40093"/>
                  </a:lnTo>
                  <a:lnTo>
                    <a:pt x="15468" y="40386"/>
                  </a:lnTo>
                  <a:lnTo>
                    <a:pt x="15417" y="41287"/>
                  </a:lnTo>
                  <a:lnTo>
                    <a:pt x="16598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34"/>
                  </a:lnTo>
                  <a:lnTo>
                    <a:pt x="21259" y="46050"/>
                  </a:lnTo>
                  <a:lnTo>
                    <a:pt x="21348" y="44335"/>
                  </a:lnTo>
                  <a:lnTo>
                    <a:pt x="21424" y="42608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52"/>
                  </a:lnTo>
                  <a:lnTo>
                    <a:pt x="26111" y="41948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493" y="23025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44" y="18796"/>
                  </a:lnTo>
                  <a:lnTo>
                    <a:pt x="35267" y="20510"/>
                  </a:lnTo>
                  <a:lnTo>
                    <a:pt x="35179" y="22237"/>
                  </a:lnTo>
                  <a:lnTo>
                    <a:pt x="35306" y="23050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58" y="28549"/>
                  </a:lnTo>
                  <a:lnTo>
                    <a:pt x="36347" y="26835"/>
                  </a:lnTo>
                  <a:lnTo>
                    <a:pt x="36436" y="25120"/>
                  </a:lnTo>
                  <a:lnTo>
                    <a:pt x="36283" y="24320"/>
                  </a:lnTo>
                  <a:lnTo>
                    <a:pt x="36944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2" name="object 1342" descr=""/>
            <p:cNvSpPr/>
            <p:nvPr/>
          </p:nvSpPr>
          <p:spPr>
            <a:xfrm>
              <a:off x="5113047" y="748824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3" name="object 1343" descr=""/>
            <p:cNvSpPr/>
            <p:nvPr/>
          </p:nvSpPr>
          <p:spPr>
            <a:xfrm>
              <a:off x="5206081" y="741517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4" name="object 1344" descr=""/>
            <p:cNvSpPr/>
            <p:nvPr/>
          </p:nvSpPr>
          <p:spPr>
            <a:xfrm>
              <a:off x="5208257" y="7417911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80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47"/>
                  </a:lnTo>
                  <a:lnTo>
                    <a:pt x="50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803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15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28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73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32" y="6819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58" y="7708"/>
                  </a:lnTo>
                  <a:lnTo>
                    <a:pt x="21005" y="6908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74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34" y="40424"/>
                  </a:lnTo>
                  <a:lnTo>
                    <a:pt x="21386" y="40589"/>
                  </a:lnTo>
                  <a:lnTo>
                    <a:pt x="21590" y="39827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51"/>
                  </a:lnTo>
                  <a:lnTo>
                    <a:pt x="19634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34"/>
                  </a:lnTo>
                  <a:lnTo>
                    <a:pt x="21272" y="46050"/>
                  </a:lnTo>
                  <a:lnTo>
                    <a:pt x="21361" y="44335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17" y="42252"/>
                  </a:lnTo>
                  <a:lnTo>
                    <a:pt x="26123" y="41960"/>
                  </a:lnTo>
                  <a:lnTo>
                    <a:pt x="26174" y="41059"/>
                  </a:lnTo>
                  <a:close/>
                </a:path>
                <a:path w="41275" h="47625">
                  <a:moveTo>
                    <a:pt x="41173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53" y="18884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80" y="20510"/>
                  </a:lnTo>
                  <a:lnTo>
                    <a:pt x="35191" y="22225"/>
                  </a:lnTo>
                  <a:lnTo>
                    <a:pt x="35318" y="23050"/>
                  </a:lnTo>
                  <a:lnTo>
                    <a:pt x="34645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96" y="24320"/>
                  </a:lnTo>
                  <a:lnTo>
                    <a:pt x="34569" y="24422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20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73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5" name="object 1345" descr=""/>
            <p:cNvSpPr/>
            <p:nvPr/>
          </p:nvSpPr>
          <p:spPr>
            <a:xfrm>
              <a:off x="5183439" y="745069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6" name="object 1346" descr=""/>
            <p:cNvSpPr/>
            <p:nvPr/>
          </p:nvSpPr>
          <p:spPr>
            <a:xfrm>
              <a:off x="5185626" y="745343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812"/>
                  </a:moveTo>
                  <a:lnTo>
                    <a:pt x="9550" y="23368"/>
                  </a:lnTo>
                  <a:lnTo>
                    <a:pt x="8077" y="23279"/>
                  </a:lnTo>
                  <a:lnTo>
                    <a:pt x="6591" y="23177"/>
                  </a:lnTo>
                  <a:lnTo>
                    <a:pt x="5943" y="23342"/>
                  </a:lnTo>
                  <a:lnTo>
                    <a:pt x="6159" y="22580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65"/>
                  </a:lnTo>
                  <a:lnTo>
                    <a:pt x="4927" y="19050"/>
                  </a:lnTo>
                  <a:lnTo>
                    <a:pt x="4838" y="20764"/>
                  </a:lnTo>
                  <a:lnTo>
                    <a:pt x="4749" y="22479"/>
                  </a:lnTo>
                  <a:lnTo>
                    <a:pt x="4889" y="23291"/>
                  </a:lnTo>
                  <a:lnTo>
                    <a:pt x="4203" y="23037"/>
                  </a:lnTo>
                  <a:lnTo>
                    <a:pt x="1244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54" y="24574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87"/>
                  </a:lnTo>
                  <a:lnTo>
                    <a:pt x="5842" y="28803"/>
                  </a:lnTo>
                  <a:lnTo>
                    <a:pt x="5918" y="27089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15"/>
                  </a:lnTo>
                  <a:lnTo>
                    <a:pt x="9474" y="25006"/>
                  </a:lnTo>
                  <a:lnTo>
                    <a:pt x="10693" y="24714"/>
                  </a:lnTo>
                  <a:lnTo>
                    <a:pt x="10731" y="23812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29" y="5524"/>
                  </a:lnTo>
                  <a:lnTo>
                    <a:pt x="21082" y="5689"/>
                  </a:lnTo>
                  <a:lnTo>
                    <a:pt x="21297" y="4914"/>
                  </a:lnTo>
                  <a:lnTo>
                    <a:pt x="21450" y="1473"/>
                  </a:lnTo>
                  <a:lnTo>
                    <a:pt x="21209" y="63"/>
                  </a:lnTo>
                  <a:lnTo>
                    <a:pt x="20434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26"/>
                  </a:lnTo>
                  <a:lnTo>
                    <a:pt x="20027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792" y="6908"/>
                  </a:lnTo>
                  <a:lnTo>
                    <a:pt x="19265" y="7010"/>
                  </a:lnTo>
                  <a:lnTo>
                    <a:pt x="19939" y="6858"/>
                  </a:lnTo>
                  <a:lnTo>
                    <a:pt x="19735" y="7607"/>
                  </a:lnTo>
                  <a:lnTo>
                    <a:pt x="19583" y="11061"/>
                  </a:lnTo>
                  <a:lnTo>
                    <a:pt x="19824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56" y="9423"/>
                  </a:lnTo>
                  <a:lnTo>
                    <a:pt x="21145" y="7708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495" y="40525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85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07" y="40538"/>
                  </a:lnTo>
                  <a:lnTo>
                    <a:pt x="19634" y="40284"/>
                  </a:lnTo>
                  <a:lnTo>
                    <a:pt x="16675" y="40093"/>
                  </a:lnTo>
                  <a:lnTo>
                    <a:pt x="15455" y="40386"/>
                  </a:lnTo>
                  <a:lnTo>
                    <a:pt x="15417" y="41287"/>
                  </a:lnTo>
                  <a:lnTo>
                    <a:pt x="16598" y="41732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44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59" y="46050"/>
                  </a:lnTo>
                  <a:lnTo>
                    <a:pt x="21348" y="44335"/>
                  </a:lnTo>
                  <a:lnTo>
                    <a:pt x="21424" y="42621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52"/>
                  </a:lnTo>
                  <a:lnTo>
                    <a:pt x="26111" y="41960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493" y="23025"/>
                  </a:lnTo>
                  <a:lnTo>
                    <a:pt x="37020" y="22936"/>
                  </a:lnTo>
                  <a:lnTo>
                    <a:pt x="36372" y="23101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499" y="17475"/>
                  </a:lnTo>
                  <a:lnTo>
                    <a:pt x="35725" y="17411"/>
                  </a:lnTo>
                  <a:lnTo>
                    <a:pt x="35344" y="18796"/>
                  </a:lnTo>
                  <a:lnTo>
                    <a:pt x="35267" y="20510"/>
                  </a:lnTo>
                  <a:lnTo>
                    <a:pt x="35179" y="22237"/>
                  </a:lnTo>
                  <a:lnTo>
                    <a:pt x="35318" y="23050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597" y="24231"/>
                  </a:lnTo>
                  <a:lnTo>
                    <a:pt x="33083" y="24320"/>
                  </a:lnTo>
                  <a:lnTo>
                    <a:pt x="34556" y="24422"/>
                  </a:lnTo>
                  <a:lnTo>
                    <a:pt x="35229" y="24269"/>
                  </a:lnTo>
                  <a:lnTo>
                    <a:pt x="35026" y="25019"/>
                  </a:lnTo>
                  <a:lnTo>
                    <a:pt x="34874" y="28473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58" y="28549"/>
                  </a:lnTo>
                  <a:lnTo>
                    <a:pt x="36347" y="26835"/>
                  </a:lnTo>
                  <a:lnTo>
                    <a:pt x="36423" y="25120"/>
                  </a:lnTo>
                  <a:lnTo>
                    <a:pt x="36283" y="24333"/>
                  </a:lnTo>
                  <a:lnTo>
                    <a:pt x="36944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7" name="object 1347" descr=""/>
            <p:cNvSpPr/>
            <p:nvPr/>
          </p:nvSpPr>
          <p:spPr>
            <a:xfrm>
              <a:off x="5136316" y="745069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8" name="object 1348" descr=""/>
            <p:cNvSpPr/>
            <p:nvPr/>
          </p:nvSpPr>
          <p:spPr>
            <a:xfrm>
              <a:off x="5153926" y="7453433"/>
              <a:ext cx="55880" cy="47625"/>
            </a:xfrm>
            <a:custGeom>
              <a:avLst/>
              <a:gdLst/>
              <a:ahLst/>
              <a:cxnLst/>
              <a:rect l="l" t="t" r="r" b="b"/>
              <a:pathLst>
                <a:path w="55879" h="47625">
                  <a:moveTo>
                    <a:pt x="10452" y="5524"/>
                  </a:moveTo>
                  <a:lnTo>
                    <a:pt x="6032" y="5524"/>
                  </a:lnTo>
                  <a:lnTo>
                    <a:pt x="6032" y="0"/>
                  </a:lnTo>
                  <a:lnTo>
                    <a:pt x="5321" y="0"/>
                  </a:lnTo>
                  <a:lnTo>
                    <a:pt x="5321" y="12522"/>
                  </a:lnTo>
                  <a:lnTo>
                    <a:pt x="5715" y="12522"/>
                  </a:lnTo>
                  <a:lnTo>
                    <a:pt x="5715" y="7340"/>
                  </a:lnTo>
                  <a:lnTo>
                    <a:pt x="10452" y="7340"/>
                  </a:lnTo>
                  <a:lnTo>
                    <a:pt x="10452" y="5524"/>
                  </a:lnTo>
                  <a:close/>
                </a:path>
                <a:path w="55879" h="47625">
                  <a:moveTo>
                    <a:pt x="25730" y="23558"/>
                  </a:moveTo>
                  <a:lnTo>
                    <a:pt x="24549" y="23114"/>
                  </a:lnTo>
                  <a:lnTo>
                    <a:pt x="23075" y="23025"/>
                  </a:lnTo>
                  <a:lnTo>
                    <a:pt x="21602" y="22936"/>
                  </a:lnTo>
                  <a:lnTo>
                    <a:pt x="20942" y="23101"/>
                  </a:lnTo>
                  <a:lnTo>
                    <a:pt x="21158" y="22326"/>
                  </a:lnTo>
                  <a:lnTo>
                    <a:pt x="21323" y="18884"/>
                  </a:lnTo>
                  <a:lnTo>
                    <a:pt x="21082" y="17475"/>
                  </a:lnTo>
                  <a:lnTo>
                    <a:pt x="20307" y="17411"/>
                  </a:lnTo>
                  <a:lnTo>
                    <a:pt x="19926" y="18796"/>
                  </a:lnTo>
                  <a:lnTo>
                    <a:pt x="19837" y="20510"/>
                  </a:lnTo>
                  <a:lnTo>
                    <a:pt x="19761" y="22237"/>
                  </a:lnTo>
                  <a:lnTo>
                    <a:pt x="19900" y="23050"/>
                  </a:lnTo>
                  <a:lnTo>
                    <a:pt x="19202" y="22783"/>
                  </a:lnTo>
                  <a:lnTo>
                    <a:pt x="16256" y="22593"/>
                  </a:lnTo>
                  <a:lnTo>
                    <a:pt x="15036" y="22885"/>
                  </a:lnTo>
                  <a:lnTo>
                    <a:pt x="14998" y="23787"/>
                  </a:lnTo>
                  <a:lnTo>
                    <a:pt x="16179" y="24231"/>
                  </a:lnTo>
                  <a:lnTo>
                    <a:pt x="17653" y="24320"/>
                  </a:lnTo>
                  <a:lnTo>
                    <a:pt x="19126" y="24422"/>
                  </a:lnTo>
                  <a:lnTo>
                    <a:pt x="19812" y="24269"/>
                  </a:lnTo>
                  <a:lnTo>
                    <a:pt x="19608" y="25019"/>
                  </a:lnTo>
                  <a:lnTo>
                    <a:pt x="19443" y="28473"/>
                  </a:lnTo>
                  <a:lnTo>
                    <a:pt x="19685" y="29883"/>
                  </a:lnTo>
                  <a:lnTo>
                    <a:pt x="20459" y="29933"/>
                  </a:lnTo>
                  <a:lnTo>
                    <a:pt x="20840" y="28549"/>
                  </a:lnTo>
                  <a:lnTo>
                    <a:pt x="20916" y="26835"/>
                  </a:lnTo>
                  <a:lnTo>
                    <a:pt x="21005" y="25120"/>
                  </a:lnTo>
                  <a:lnTo>
                    <a:pt x="20853" y="24320"/>
                  </a:lnTo>
                  <a:lnTo>
                    <a:pt x="21526" y="24561"/>
                  </a:lnTo>
                  <a:lnTo>
                    <a:pt x="24472" y="24752"/>
                  </a:lnTo>
                  <a:lnTo>
                    <a:pt x="25692" y="24460"/>
                  </a:lnTo>
                  <a:lnTo>
                    <a:pt x="25730" y="23558"/>
                  </a:lnTo>
                  <a:close/>
                </a:path>
                <a:path w="55879" h="47625">
                  <a:moveTo>
                    <a:pt x="55384" y="40093"/>
                  </a:moveTo>
                  <a:lnTo>
                    <a:pt x="6311" y="40093"/>
                  </a:lnTo>
                  <a:lnTo>
                    <a:pt x="6311" y="34912"/>
                  </a:lnTo>
                  <a:lnTo>
                    <a:pt x="5321" y="34912"/>
                  </a:lnTo>
                  <a:lnTo>
                    <a:pt x="5321" y="40093"/>
                  </a:lnTo>
                  <a:lnTo>
                    <a:pt x="0" y="40093"/>
                  </a:lnTo>
                  <a:lnTo>
                    <a:pt x="0" y="41910"/>
                  </a:lnTo>
                  <a:lnTo>
                    <a:pt x="5321" y="41910"/>
                  </a:lnTo>
                  <a:lnTo>
                    <a:pt x="5321" y="47434"/>
                  </a:lnTo>
                  <a:lnTo>
                    <a:pt x="6007" y="47434"/>
                  </a:lnTo>
                  <a:lnTo>
                    <a:pt x="6007" y="41910"/>
                  </a:lnTo>
                  <a:lnTo>
                    <a:pt x="6527" y="42062"/>
                  </a:lnTo>
                  <a:lnTo>
                    <a:pt x="9474" y="42252"/>
                  </a:lnTo>
                  <a:lnTo>
                    <a:pt x="10693" y="41960"/>
                  </a:lnTo>
                  <a:lnTo>
                    <a:pt x="55384" y="41910"/>
                  </a:lnTo>
                  <a:lnTo>
                    <a:pt x="55384" y="40093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9" name="object 1349" descr=""/>
            <p:cNvSpPr/>
            <p:nvPr/>
          </p:nvSpPr>
          <p:spPr>
            <a:xfrm>
              <a:off x="5229238" y="745069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0" name="object 1350" descr=""/>
            <p:cNvSpPr/>
            <p:nvPr/>
          </p:nvSpPr>
          <p:spPr>
            <a:xfrm>
              <a:off x="5231422" y="745343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812"/>
                  </a:moveTo>
                  <a:lnTo>
                    <a:pt x="9550" y="23368"/>
                  </a:lnTo>
                  <a:lnTo>
                    <a:pt x="8077" y="23279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80"/>
                  </a:lnTo>
                  <a:lnTo>
                    <a:pt x="6311" y="19126"/>
                  </a:lnTo>
                  <a:lnTo>
                    <a:pt x="6083" y="17716"/>
                  </a:lnTo>
                  <a:lnTo>
                    <a:pt x="5295" y="17665"/>
                  </a:lnTo>
                  <a:lnTo>
                    <a:pt x="4927" y="19050"/>
                  </a:lnTo>
                  <a:lnTo>
                    <a:pt x="4838" y="20764"/>
                  </a:lnTo>
                  <a:lnTo>
                    <a:pt x="4762" y="22479"/>
                  </a:lnTo>
                  <a:lnTo>
                    <a:pt x="4889" y="23304"/>
                  </a:lnTo>
                  <a:lnTo>
                    <a:pt x="4203" y="23037"/>
                  </a:lnTo>
                  <a:lnTo>
                    <a:pt x="1257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54" y="24574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87"/>
                  </a:lnTo>
                  <a:lnTo>
                    <a:pt x="5842" y="28803"/>
                  </a:lnTo>
                  <a:lnTo>
                    <a:pt x="5918" y="27089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15"/>
                  </a:lnTo>
                  <a:lnTo>
                    <a:pt x="9474" y="25006"/>
                  </a:lnTo>
                  <a:lnTo>
                    <a:pt x="10693" y="24714"/>
                  </a:lnTo>
                  <a:lnTo>
                    <a:pt x="10731" y="23812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24"/>
                  </a:lnTo>
                  <a:lnTo>
                    <a:pt x="21082" y="5689"/>
                  </a:lnTo>
                  <a:lnTo>
                    <a:pt x="21297" y="4914"/>
                  </a:lnTo>
                  <a:lnTo>
                    <a:pt x="21463" y="1473"/>
                  </a:lnTo>
                  <a:lnTo>
                    <a:pt x="21221" y="63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26"/>
                  </a:lnTo>
                  <a:lnTo>
                    <a:pt x="20027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792" y="6908"/>
                  </a:lnTo>
                  <a:lnTo>
                    <a:pt x="19278" y="7010"/>
                  </a:lnTo>
                  <a:lnTo>
                    <a:pt x="19951" y="6858"/>
                  </a:lnTo>
                  <a:lnTo>
                    <a:pt x="19748" y="7607"/>
                  </a:lnTo>
                  <a:lnTo>
                    <a:pt x="19583" y="11061"/>
                  </a:lnTo>
                  <a:lnTo>
                    <a:pt x="19824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45" y="7708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85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07" y="40538"/>
                  </a:lnTo>
                  <a:lnTo>
                    <a:pt x="19634" y="40284"/>
                  </a:lnTo>
                  <a:lnTo>
                    <a:pt x="16675" y="40093"/>
                  </a:lnTo>
                  <a:lnTo>
                    <a:pt x="15468" y="40386"/>
                  </a:lnTo>
                  <a:lnTo>
                    <a:pt x="15417" y="41287"/>
                  </a:lnTo>
                  <a:lnTo>
                    <a:pt x="16611" y="41732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59" y="46050"/>
                  </a:lnTo>
                  <a:lnTo>
                    <a:pt x="21348" y="44335"/>
                  </a:lnTo>
                  <a:lnTo>
                    <a:pt x="21437" y="42621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52"/>
                  </a:lnTo>
                  <a:lnTo>
                    <a:pt x="26123" y="41960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20" y="22936"/>
                  </a:lnTo>
                  <a:lnTo>
                    <a:pt x="36372" y="23101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499" y="17475"/>
                  </a:lnTo>
                  <a:lnTo>
                    <a:pt x="35725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79" y="22237"/>
                  </a:lnTo>
                  <a:lnTo>
                    <a:pt x="35318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56" y="24422"/>
                  </a:lnTo>
                  <a:lnTo>
                    <a:pt x="35229" y="24269"/>
                  </a:lnTo>
                  <a:lnTo>
                    <a:pt x="35026" y="25019"/>
                  </a:lnTo>
                  <a:lnTo>
                    <a:pt x="34874" y="28473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47" y="26835"/>
                  </a:lnTo>
                  <a:lnTo>
                    <a:pt x="36436" y="25120"/>
                  </a:lnTo>
                  <a:lnTo>
                    <a:pt x="36283" y="24333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1" name="object 1351" descr=""/>
            <p:cNvSpPr/>
            <p:nvPr/>
          </p:nvSpPr>
          <p:spPr>
            <a:xfrm>
              <a:off x="5159564" y="741517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2" name="object 1352" descr=""/>
            <p:cNvSpPr/>
            <p:nvPr/>
          </p:nvSpPr>
          <p:spPr>
            <a:xfrm>
              <a:off x="5161749" y="7417911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591" y="23177"/>
                  </a:lnTo>
                  <a:lnTo>
                    <a:pt x="5943" y="23342"/>
                  </a:lnTo>
                  <a:lnTo>
                    <a:pt x="6159" y="22580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65"/>
                  </a:lnTo>
                  <a:lnTo>
                    <a:pt x="4927" y="19050"/>
                  </a:lnTo>
                  <a:lnTo>
                    <a:pt x="4838" y="20764"/>
                  </a:lnTo>
                  <a:lnTo>
                    <a:pt x="4749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57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54" y="24574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803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15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14"/>
                  </a:lnTo>
                  <a:lnTo>
                    <a:pt x="21450" y="1473"/>
                  </a:lnTo>
                  <a:lnTo>
                    <a:pt x="21209" y="50"/>
                  </a:lnTo>
                  <a:lnTo>
                    <a:pt x="20434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27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792" y="6908"/>
                  </a:lnTo>
                  <a:lnTo>
                    <a:pt x="19265" y="6997"/>
                  </a:lnTo>
                  <a:lnTo>
                    <a:pt x="19939" y="6845"/>
                  </a:lnTo>
                  <a:lnTo>
                    <a:pt x="19735" y="7607"/>
                  </a:lnTo>
                  <a:lnTo>
                    <a:pt x="19583" y="11049"/>
                  </a:lnTo>
                  <a:lnTo>
                    <a:pt x="19824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56" y="9423"/>
                  </a:lnTo>
                  <a:lnTo>
                    <a:pt x="21145" y="7708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495" y="40525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84"/>
                  </a:lnTo>
                  <a:lnTo>
                    <a:pt x="16675" y="40093"/>
                  </a:lnTo>
                  <a:lnTo>
                    <a:pt x="15468" y="40386"/>
                  </a:lnTo>
                  <a:lnTo>
                    <a:pt x="15417" y="41287"/>
                  </a:lnTo>
                  <a:lnTo>
                    <a:pt x="16598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34"/>
                  </a:lnTo>
                  <a:lnTo>
                    <a:pt x="21259" y="46050"/>
                  </a:lnTo>
                  <a:lnTo>
                    <a:pt x="21348" y="44335"/>
                  </a:lnTo>
                  <a:lnTo>
                    <a:pt x="21424" y="42608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52"/>
                  </a:lnTo>
                  <a:lnTo>
                    <a:pt x="26111" y="41960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493" y="23025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44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06" y="23050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56" y="24422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58" y="28549"/>
                  </a:lnTo>
                  <a:lnTo>
                    <a:pt x="36347" y="26835"/>
                  </a:lnTo>
                  <a:lnTo>
                    <a:pt x="36436" y="25120"/>
                  </a:lnTo>
                  <a:lnTo>
                    <a:pt x="36283" y="24320"/>
                  </a:lnTo>
                  <a:lnTo>
                    <a:pt x="36944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3" name="object 1353" descr=""/>
            <p:cNvSpPr/>
            <p:nvPr/>
          </p:nvSpPr>
          <p:spPr>
            <a:xfrm>
              <a:off x="5113047" y="741517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4" name="object 1354" descr=""/>
            <p:cNvSpPr/>
            <p:nvPr/>
          </p:nvSpPr>
          <p:spPr>
            <a:xfrm>
              <a:off x="5349674" y="763456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5" name="object 1355" descr=""/>
            <p:cNvSpPr/>
            <p:nvPr/>
          </p:nvSpPr>
          <p:spPr>
            <a:xfrm>
              <a:off x="5351856" y="763730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812"/>
                  </a:moveTo>
                  <a:lnTo>
                    <a:pt x="9550" y="23368"/>
                  </a:lnTo>
                  <a:lnTo>
                    <a:pt x="8077" y="23279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59" y="22580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38" y="20764"/>
                  </a:lnTo>
                  <a:lnTo>
                    <a:pt x="4762" y="22479"/>
                  </a:lnTo>
                  <a:lnTo>
                    <a:pt x="4902" y="23304"/>
                  </a:lnTo>
                  <a:lnTo>
                    <a:pt x="4203" y="23037"/>
                  </a:lnTo>
                  <a:lnTo>
                    <a:pt x="1257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85"/>
                  </a:lnTo>
                  <a:lnTo>
                    <a:pt x="2654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45" y="28714"/>
                  </a:lnTo>
                  <a:lnTo>
                    <a:pt x="4686" y="30137"/>
                  </a:lnTo>
                  <a:lnTo>
                    <a:pt x="5461" y="30187"/>
                  </a:lnTo>
                  <a:lnTo>
                    <a:pt x="5842" y="28803"/>
                  </a:lnTo>
                  <a:lnTo>
                    <a:pt x="5930" y="27089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15"/>
                  </a:lnTo>
                  <a:lnTo>
                    <a:pt x="9486" y="25006"/>
                  </a:lnTo>
                  <a:lnTo>
                    <a:pt x="10693" y="24714"/>
                  </a:lnTo>
                  <a:lnTo>
                    <a:pt x="10731" y="23812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688" y="5715"/>
                  </a:lnTo>
                  <a:lnTo>
                    <a:pt x="23215" y="5613"/>
                  </a:lnTo>
                  <a:lnTo>
                    <a:pt x="21742" y="5524"/>
                  </a:lnTo>
                  <a:lnTo>
                    <a:pt x="21082" y="5689"/>
                  </a:lnTo>
                  <a:lnTo>
                    <a:pt x="21297" y="4914"/>
                  </a:lnTo>
                  <a:lnTo>
                    <a:pt x="21463" y="1473"/>
                  </a:lnTo>
                  <a:lnTo>
                    <a:pt x="21221" y="63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111"/>
                  </a:lnTo>
                  <a:lnTo>
                    <a:pt x="19900" y="4826"/>
                  </a:lnTo>
                  <a:lnTo>
                    <a:pt x="20040" y="5638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805" y="6908"/>
                  </a:lnTo>
                  <a:lnTo>
                    <a:pt x="19278" y="7010"/>
                  </a:lnTo>
                  <a:lnTo>
                    <a:pt x="19951" y="6858"/>
                  </a:lnTo>
                  <a:lnTo>
                    <a:pt x="19748" y="7607"/>
                  </a:lnTo>
                  <a:lnTo>
                    <a:pt x="19583" y="11061"/>
                  </a:lnTo>
                  <a:lnTo>
                    <a:pt x="19837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45" y="7708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31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85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51"/>
                  </a:lnTo>
                  <a:lnTo>
                    <a:pt x="19634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32"/>
                  </a:lnTo>
                  <a:lnTo>
                    <a:pt x="18084" y="41821"/>
                  </a:lnTo>
                  <a:lnTo>
                    <a:pt x="19558" y="41922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72" y="46050"/>
                  </a:lnTo>
                  <a:lnTo>
                    <a:pt x="21348" y="44335"/>
                  </a:lnTo>
                  <a:lnTo>
                    <a:pt x="21437" y="42621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04" y="42252"/>
                  </a:lnTo>
                  <a:lnTo>
                    <a:pt x="26123" y="41960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26"/>
                  </a:lnTo>
                  <a:lnTo>
                    <a:pt x="38506" y="23025"/>
                  </a:lnTo>
                  <a:lnTo>
                    <a:pt x="37033" y="22936"/>
                  </a:lnTo>
                  <a:lnTo>
                    <a:pt x="36372" y="23101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512" y="17475"/>
                  </a:lnTo>
                  <a:lnTo>
                    <a:pt x="35737" y="17424"/>
                  </a:lnTo>
                  <a:lnTo>
                    <a:pt x="35356" y="18796"/>
                  </a:lnTo>
                  <a:lnTo>
                    <a:pt x="35267" y="20523"/>
                  </a:lnTo>
                  <a:lnTo>
                    <a:pt x="35191" y="22237"/>
                  </a:lnTo>
                  <a:lnTo>
                    <a:pt x="35318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56" y="24422"/>
                  </a:lnTo>
                  <a:lnTo>
                    <a:pt x="35229" y="24269"/>
                  </a:lnTo>
                  <a:lnTo>
                    <a:pt x="35026" y="25031"/>
                  </a:lnTo>
                  <a:lnTo>
                    <a:pt x="34874" y="28473"/>
                  </a:lnTo>
                  <a:lnTo>
                    <a:pt x="35128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47" y="26835"/>
                  </a:lnTo>
                  <a:lnTo>
                    <a:pt x="36436" y="25120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6" name="object 1356" descr=""/>
            <p:cNvSpPr/>
            <p:nvPr/>
          </p:nvSpPr>
          <p:spPr>
            <a:xfrm>
              <a:off x="5327034" y="767009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7" name="object 1357" descr=""/>
            <p:cNvSpPr/>
            <p:nvPr/>
          </p:nvSpPr>
          <p:spPr>
            <a:xfrm>
              <a:off x="5329212" y="7672838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55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24" y="19126"/>
                  </a:lnTo>
                  <a:lnTo>
                    <a:pt x="6083" y="17703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51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60"/>
                  </a:lnTo>
                  <a:lnTo>
                    <a:pt x="4457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34"/>
                  </a:moveTo>
                  <a:lnTo>
                    <a:pt x="24701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59"/>
                  </a:lnTo>
                  <a:lnTo>
                    <a:pt x="16395" y="5168"/>
                  </a:lnTo>
                  <a:lnTo>
                    <a:pt x="15189" y="5473"/>
                  </a:lnTo>
                  <a:lnTo>
                    <a:pt x="15138" y="6362"/>
                  </a:lnTo>
                  <a:lnTo>
                    <a:pt x="16319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09"/>
                  </a:lnTo>
                  <a:lnTo>
                    <a:pt x="20980" y="11125"/>
                  </a:lnTo>
                  <a:lnTo>
                    <a:pt x="21069" y="9410"/>
                  </a:lnTo>
                  <a:lnTo>
                    <a:pt x="21145" y="7696"/>
                  </a:lnTo>
                  <a:lnTo>
                    <a:pt x="21005" y="6908"/>
                  </a:lnTo>
                  <a:lnTo>
                    <a:pt x="21666" y="7137"/>
                  </a:lnTo>
                  <a:lnTo>
                    <a:pt x="24625" y="7327"/>
                  </a:lnTo>
                  <a:lnTo>
                    <a:pt x="25844" y="7035"/>
                  </a:lnTo>
                  <a:lnTo>
                    <a:pt x="25882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01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899"/>
                  </a:lnTo>
                  <a:lnTo>
                    <a:pt x="20358" y="36283"/>
                  </a:lnTo>
                  <a:lnTo>
                    <a:pt x="20269" y="37998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34" y="40271"/>
                  </a:lnTo>
                  <a:lnTo>
                    <a:pt x="16687" y="40081"/>
                  </a:lnTo>
                  <a:lnTo>
                    <a:pt x="15468" y="40373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43" y="41757"/>
                  </a:lnTo>
                  <a:lnTo>
                    <a:pt x="20040" y="42506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45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33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31" y="23037"/>
                  </a:lnTo>
                  <a:lnTo>
                    <a:pt x="34632" y="22771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71" y="28549"/>
                  </a:lnTo>
                  <a:lnTo>
                    <a:pt x="36360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39"/>
                  </a:lnTo>
                  <a:lnTo>
                    <a:pt x="41122" y="24447"/>
                  </a:lnTo>
                  <a:lnTo>
                    <a:pt x="41160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8" name="object 1358" descr=""/>
            <p:cNvSpPr/>
            <p:nvPr/>
          </p:nvSpPr>
          <p:spPr>
            <a:xfrm>
              <a:off x="5279911" y="767009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9" name="object 1359" descr=""/>
            <p:cNvSpPr/>
            <p:nvPr/>
          </p:nvSpPr>
          <p:spPr>
            <a:xfrm>
              <a:off x="5282095" y="7672838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55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03"/>
                  </a:lnTo>
                  <a:lnTo>
                    <a:pt x="5295" y="17653"/>
                  </a:lnTo>
                  <a:lnTo>
                    <a:pt x="4927" y="19037"/>
                  </a:lnTo>
                  <a:lnTo>
                    <a:pt x="4838" y="20751"/>
                  </a:lnTo>
                  <a:lnTo>
                    <a:pt x="4762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60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34"/>
                  </a:moveTo>
                  <a:lnTo>
                    <a:pt x="24688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42" y="5359"/>
                  </a:lnTo>
                  <a:lnTo>
                    <a:pt x="16395" y="5168"/>
                  </a:lnTo>
                  <a:lnTo>
                    <a:pt x="15176" y="5473"/>
                  </a:lnTo>
                  <a:lnTo>
                    <a:pt x="15138" y="6362"/>
                  </a:lnTo>
                  <a:lnTo>
                    <a:pt x="16319" y="6807"/>
                  </a:lnTo>
                  <a:lnTo>
                    <a:pt x="17792" y="6908"/>
                  </a:lnTo>
                  <a:lnTo>
                    <a:pt x="19265" y="6997"/>
                  </a:lnTo>
                  <a:lnTo>
                    <a:pt x="19951" y="6832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24" y="12458"/>
                  </a:lnTo>
                  <a:lnTo>
                    <a:pt x="20599" y="12509"/>
                  </a:lnTo>
                  <a:lnTo>
                    <a:pt x="20980" y="11125"/>
                  </a:lnTo>
                  <a:lnTo>
                    <a:pt x="21056" y="9410"/>
                  </a:lnTo>
                  <a:lnTo>
                    <a:pt x="21145" y="7696"/>
                  </a:lnTo>
                  <a:lnTo>
                    <a:pt x="20993" y="6896"/>
                  </a:lnTo>
                  <a:lnTo>
                    <a:pt x="21666" y="7137"/>
                  </a:lnTo>
                  <a:lnTo>
                    <a:pt x="24612" y="7327"/>
                  </a:lnTo>
                  <a:lnTo>
                    <a:pt x="25831" y="7035"/>
                  </a:lnTo>
                  <a:lnTo>
                    <a:pt x="25869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01"/>
                  </a:lnTo>
                  <a:lnTo>
                    <a:pt x="23507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899"/>
                  </a:lnTo>
                  <a:lnTo>
                    <a:pt x="20345" y="36283"/>
                  </a:lnTo>
                  <a:lnTo>
                    <a:pt x="20269" y="37998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75" y="40081"/>
                  </a:lnTo>
                  <a:lnTo>
                    <a:pt x="15468" y="40373"/>
                  </a:lnTo>
                  <a:lnTo>
                    <a:pt x="15417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06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37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45" y="42049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45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71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58" y="28549"/>
                  </a:lnTo>
                  <a:lnTo>
                    <a:pt x="36347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39"/>
                  </a:lnTo>
                  <a:lnTo>
                    <a:pt x="41122" y="24447"/>
                  </a:lnTo>
                  <a:lnTo>
                    <a:pt x="41160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0" name="object 1360" descr=""/>
            <p:cNvSpPr/>
            <p:nvPr/>
          </p:nvSpPr>
          <p:spPr>
            <a:xfrm>
              <a:off x="5372833" y="7670091"/>
              <a:ext cx="29845" cy="53975"/>
            </a:xfrm>
            <a:custGeom>
              <a:avLst/>
              <a:gdLst/>
              <a:ahLst/>
              <a:cxnLst/>
              <a:rect l="l" t="t" r="r" b="b"/>
              <a:pathLst>
                <a:path w="29845" h="53975">
                  <a:moveTo>
                    <a:pt x="0" y="26711"/>
                  </a:moveTo>
                  <a:lnTo>
                    <a:pt x="22899" y="53422"/>
                  </a:lnTo>
                  <a:lnTo>
                    <a:pt x="29745" y="45437"/>
                  </a:lnTo>
                </a:path>
                <a:path w="29845" h="53975">
                  <a:moveTo>
                    <a:pt x="29745" y="7985"/>
                  </a:moveTo>
                  <a:lnTo>
                    <a:pt x="22899" y="0"/>
                  </a:lnTo>
                  <a:lnTo>
                    <a:pt x="0" y="26711"/>
                  </a:lnTo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1" name="object 1361" descr=""/>
            <p:cNvSpPr/>
            <p:nvPr/>
          </p:nvSpPr>
          <p:spPr>
            <a:xfrm>
              <a:off x="5375008" y="7672838"/>
              <a:ext cx="26670" cy="47625"/>
            </a:xfrm>
            <a:custGeom>
              <a:avLst/>
              <a:gdLst/>
              <a:ahLst/>
              <a:cxnLst/>
              <a:rect l="l" t="t" r="r" b="b"/>
              <a:pathLst>
                <a:path w="26670" h="47625">
                  <a:moveTo>
                    <a:pt x="10744" y="23799"/>
                  </a:moveTo>
                  <a:lnTo>
                    <a:pt x="9563" y="23355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03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51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26"/>
                  </a:lnTo>
                  <a:lnTo>
                    <a:pt x="0" y="24028"/>
                  </a:lnTo>
                  <a:lnTo>
                    <a:pt x="1193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60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19" y="25361"/>
                  </a:lnTo>
                  <a:lnTo>
                    <a:pt x="5867" y="24574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26670" h="47625">
                  <a:moveTo>
                    <a:pt x="25882" y="6134"/>
                  </a:moveTo>
                  <a:lnTo>
                    <a:pt x="24701" y="5702"/>
                  </a:lnTo>
                  <a:lnTo>
                    <a:pt x="23228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02"/>
                  </a:lnTo>
                  <a:lnTo>
                    <a:pt x="21463" y="1460"/>
                  </a:lnTo>
                  <a:lnTo>
                    <a:pt x="21209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59"/>
                  </a:lnTo>
                  <a:lnTo>
                    <a:pt x="16395" y="5168"/>
                  </a:lnTo>
                  <a:lnTo>
                    <a:pt x="15189" y="5473"/>
                  </a:lnTo>
                  <a:lnTo>
                    <a:pt x="15151" y="6362"/>
                  </a:lnTo>
                  <a:lnTo>
                    <a:pt x="16332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09"/>
                  </a:lnTo>
                  <a:lnTo>
                    <a:pt x="20993" y="11125"/>
                  </a:lnTo>
                  <a:lnTo>
                    <a:pt x="21069" y="9410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78" y="7137"/>
                  </a:lnTo>
                  <a:lnTo>
                    <a:pt x="24625" y="7327"/>
                  </a:lnTo>
                  <a:lnTo>
                    <a:pt x="25844" y="7035"/>
                  </a:lnTo>
                  <a:lnTo>
                    <a:pt x="25882" y="6134"/>
                  </a:lnTo>
                  <a:close/>
                </a:path>
                <a:path w="26670" h="47625">
                  <a:moveTo>
                    <a:pt x="26174" y="41046"/>
                  </a:moveTo>
                  <a:lnTo>
                    <a:pt x="24980" y="40601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899"/>
                  </a:lnTo>
                  <a:lnTo>
                    <a:pt x="20358" y="36283"/>
                  </a:lnTo>
                  <a:lnTo>
                    <a:pt x="20269" y="37998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46" y="40271"/>
                  </a:lnTo>
                  <a:lnTo>
                    <a:pt x="16687" y="40081"/>
                  </a:lnTo>
                  <a:lnTo>
                    <a:pt x="15468" y="40373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97" y="41808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06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17" y="42240"/>
                  </a:lnTo>
                  <a:lnTo>
                    <a:pt x="26123" y="41948"/>
                  </a:lnTo>
                  <a:lnTo>
                    <a:pt x="26174" y="41046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2" name="object 1362" descr=""/>
            <p:cNvSpPr/>
            <p:nvPr/>
          </p:nvSpPr>
          <p:spPr>
            <a:xfrm>
              <a:off x="5303158" y="763456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3" name="object 1363" descr=""/>
            <p:cNvSpPr/>
            <p:nvPr/>
          </p:nvSpPr>
          <p:spPr>
            <a:xfrm>
              <a:off x="5305336" y="763730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812"/>
                  </a:moveTo>
                  <a:lnTo>
                    <a:pt x="9563" y="23368"/>
                  </a:lnTo>
                  <a:lnTo>
                    <a:pt x="8077" y="23279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80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37"/>
                  </a:lnTo>
                  <a:lnTo>
                    <a:pt x="1257" y="22847"/>
                  </a:lnTo>
                  <a:lnTo>
                    <a:pt x="50" y="23139"/>
                  </a:lnTo>
                  <a:lnTo>
                    <a:pt x="0" y="24041"/>
                  </a:lnTo>
                  <a:lnTo>
                    <a:pt x="1181" y="24485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99" y="30137"/>
                  </a:lnTo>
                  <a:lnTo>
                    <a:pt x="5473" y="30187"/>
                  </a:lnTo>
                  <a:lnTo>
                    <a:pt x="5842" y="28803"/>
                  </a:lnTo>
                  <a:lnTo>
                    <a:pt x="5930" y="27089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15"/>
                  </a:lnTo>
                  <a:lnTo>
                    <a:pt x="9486" y="25006"/>
                  </a:lnTo>
                  <a:lnTo>
                    <a:pt x="10693" y="24714"/>
                  </a:lnTo>
                  <a:lnTo>
                    <a:pt x="10744" y="23812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15"/>
                  </a:lnTo>
                  <a:lnTo>
                    <a:pt x="23215" y="5613"/>
                  </a:lnTo>
                  <a:lnTo>
                    <a:pt x="21742" y="5524"/>
                  </a:lnTo>
                  <a:lnTo>
                    <a:pt x="21094" y="5689"/>
                  </a:lnTo>
                  <a:lnTo>
                    <a:pt x="21310" y="4914"/>
                  </a:lnTo>
                  <a:lnTo>
                    <a:pt x="21463" y="1473"/>
                  </a:lnTo>
                  <a:lnTo>
                    <a:pt x="21221" y="63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111"/>
                  </a:lnTo>
                  <a:lnTo>
                    <a:pt x="19900" y="4826"/>
                  </a:lnTo>
                  <a:lnTo>
                    <a:pt x="20040" y="5638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32" y="6819"/>
                  </a:lnTo>
                  <a:lnTo>
                    <a:pt x="17805" y="6908"/>
                  </a:lnTo>
                  <a:lnTo>
                    <a:pt x="19278" y="7010"/>
                  </a:lnTo>
                  <a:lnTo>
                    <a:pt x="19951" y="6858"/>
                  </a:lnTo>
                  <a:lnTo>
                    <a:pt x="19748" y="7607"/>
                  </a:lnTo>
                  <a:lnTo>
                    <a:pt x="19596" y="11061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58" y="7708"/>
                  </a:lnTo>
                  <a:lnTo>
                    <a:pt x="21005" y="6921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55" y="36385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51"/>
                  </a:lnTo>
                  <a:lnTo>
                    <a:pt x="19634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32"/>
                  </a:lnTo>
                  <a:lnTo>
                    <a:pt x="18084" y="41821"/>
                  </a:lnTo>
                  <a:lnTo>
                    <a:pt x="19570" y="41922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72" y="46050"/>
                  </a:lnTo>
                  <a:lnTo>
                    <a:pt x="21361" y="44335"/>
                  </a:lnTo>
                  <a:lnTo>
                    <a:pt x="21437" y="42621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04" y="42252"/>
                  </a:lnTo>
                  <a:lnTo>
                    <a:pt x="26123" y="41960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26"/>
                  </a:lnTo>
                  <a:lnTo>
                    <a:pt x="38506" y="23025"/>
                  </a:lnTo>
                  <a:lnTo>
                    <a:pt x="37033" y="22936"/>
                  </a:lnTo>
                  <a:lnTo>
                    <a:pt x="36372" y="23101"/>
                  </a:lnTo>
                  <a:lnTo>
                    <a:pt x="36588" y="22326"/>
                  </a:lnTo>
                  <a:lnTo>
                    <a:pt x="36753" y="18884"/>
                  </a:lnTo>
                  <a:lnTo>
                    <a:pt x="36512" y="17475"/>
                  </a:lnTo>
                  <a:lnTo>
                    <a:pt x="35737" y="17424"/>
                  </a:lnTo>
                  <a:lnTo>
                    <a:pt x="35356" y="18796"/>
                  </a:lnTo>
                  <a:lnTo>
                    <a:pt x="35267" y="20523"/>
                  </a:lnTo>
                  <a:lnTo>
                    <a:pt x="35191" y="22237"/>
                  </a:lnTo>
                  <a:lnTo>
                    <a:pt x="35331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69" y="24422"/>
                  </a:lnTo>
                  <a:lnTo>
                    <a:pt x="35242" y="24269"/>
                  </a:lnTo>
                  <a:lnTo>
                    <a:pt x="35039" y="25031"/>
                  </a:lnTo>
                  <a:lnTo>
                    <a:pt x="34874" y="28473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20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4" name="object 1364" descr=""/>
            <p:cNvSpPr/>
            <p:nvPr/>
          </p:nvSpPr>
          <p:spPr>
            <a:xfrm>
              <a:off x="5256640" y="763456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5" name="object 1365" descr=""/>
            <p:cNvSpPr/>
            <p:nvPr/>
          </p:nvSpPr>
          <p:spPr>
            <a:xfrm>
              <a:off x="5258816" y="763730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812"/>
                  </a:moveTo>
                  <a:lnTo>
                    <a:pt x="9563" y="23368"/>
                  </a:lnTo>
                  <a:lnTo>
                    <a:pt x="8089" y="23279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80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37"/>
                  </a:lnTo>
                  <a:lnTo>
                    <a:pt x="1257" y="22847"/>
                  </a:lnTo>
                  <a:lnTo>
                    <a:pt x="50" y="23139"/>
                  </a:lnTo>
                  <a:lnTo>
                    <a:pt x="0" y="24041"/>
                  </a:lnTo>
                  <a:lnTo>
                    <a:pt x="1193" y="24485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99" y="30137"/>
                  </a:lnTo>
                  <a:lnTo>
                    <a:pt x="5473" y="30187"/>
                  </a:lnTo>
                  <a:lnTo>
                    <a:pt x="5842" y="28803"/>
                  </a:lnTo>
                  <a:lnTo>
                    <a:pt x="5930" y="27089"/>
                  </a:lnTo>
                  <a:lnTo>
                    <a:pt x="6019" y="25361"/>
                  </a:lnTo>
                  <a:lnTo>
                    <a:pt x="5867" y="24574"/>
                  </a:lnTo>
                  <a:lnTo>
                    <a:pt x="6540" y="24815"/>
                  </a:lnTo>
                  <a:lnTo>
                    <a:pt x="9486" y="25006"/>
                  </a:lnTo>
                  <a:lnTo>
                    <a:pt x="10706" y="24714"/>
                  </a:lnTo>
                  <a:lnTo>
                    <a:pt x="10744" y="23812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15"/>
                  </a:lnTo>
                  <a:lnTo>
                    <a:pt x="23228" y="5613"/>
                  </a:lnTo>
                  <a:lnTo>
                    <a:pt x="21742" y="5524"/>
                  </a:lnTo>
                  <a:lnTo>
                    <a:pt x="21094" y="5689"/>
                  </a:lnTo>
                  <a:lnTo>
                    <a:pt x="21310" y="4914"/>
                  </a:lnTo>
                  <a:lnTo>
                    <a:pt x="21463" y="1473"/>
                  </a:lnTo>
                  <a:lnTo>
                    <a:pt x="21221" y="63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111"/>
                  </a:lnTo>
                  <a:lnTo>
                    <a:pt x="19900" y="4826"/>
                  </a:lnTo>
                  <a:lnTo>
                    <a:pt x="20040" y="5638"/>
                  </a:lnTo>
                  <a:lnTo>
                    <a:pt x="19354" y="5372"/>
                  </a:lnTo>
                  <a:lnTo>
                    <a:pt x="16408" y="5181"/>
                  </a:lnTo>
                  <a:lnTo>
                    <a:pt x="15189" y="5473"/>
                  </a:lnTo>
                  <a:lnTo>
                    <a:pt x="15151" y="6375"/>
                  </a:lnTo>
                  <a:lnTo>
                    <a:pt x="16332" y="6819"/>
                  </a:lnTo>
                  <a:lnTo>
                    <a:pt x="17805" y="6908"/>
                  </a:lnTo>
                  <a:lnTo>
                    <a:pt x="19278" y="7010"/>
                  </a:lnTo>
                  <a:lnTo>
                    <a:pt x="19951" y="6858"/>
                  </a:lnTo>
                  <a:lnTo>
                    <a:pt x="19748" y="7607"/>
                  </a:lnTo>
                  <a:lnTo>
                    <a:pt x="19596" y="11061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93" y="11137"/>
                  </a:lnTo>
                  <a:lnTo>
                    <a:pt x="21069" y="9423"/>
                  </a:lnTo>
                  <a:lnTo>
                    <a:pt x="21158" y="7708"/>
                  </a:lnTo>
                  <a:lnTo>
                    <a:pt x="21005" y="6921"/>
                  </a:lnTo>
                  <a:lnTo>
                    <a:pt x="21678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74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55" y="36385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81" y="38011"/>
                  </a:lnTo>
                  <a:lnTo>
                    <a:pt x="20193" y="39725"/>
                  </a:lnTo>
                  <a:lnTo>
                    <a:pt x="20332" y="40551"/>
                  </a:lnTo>
                  <a:lnTo>
                    <a:pt x="19646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32"/>
                  </a:lnTo>
                  <a:lnTo>
                    <a:pt x="18097" y="41821"/>
                  </a:lnTo>
                  <a:lnTo>
                    <a:pt x="19570" y="41922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72" y="46050"/>
                  </a:lnTo>
                  <a:lnTo>
                    <a:pt x="21361" y="44335"/>
                  </a:lnTo>
                  <a:lnTo>
                    <a:pt x="21437" y="42621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17" y="42252"/>
                  </a:lnTo>
                  <a:lnTo>
                    <a:pt x="26123" y="41960"/>
                  </a:lnTo>
                  <a:lnTo>
                    <a:pt x="26174" y="41059"/>
                  </a:lnTo>
                  <a:close/>
                </a:path>
                <a:path w="41275" h="47625">
                  <a:moveTo>
                    <a:pt x="41173" y="23558"/>
                  </a:moveTo>
                  <a:lnTo>
                    <a:pt x="39992" y="23126"/>
                  </a:lnTo>
                  <a:lnTo>
                    <a:pt x="38506" y="23025"/>
                  </a:lnTo>
                  <a:lnTo>
                    <a:pt x="37033" y="22936"/>
                  </a:lnTo>
                  <a:lnTo>
                    <a:pt x="36385" y="23101"/>
                  </a:lnTo>
                  <a:lnTo>
                    <a:pt x="36601" y="22326"/>
                  </a:lnTo>
                  <a:lnTo>
                    <a:pt x="36753" y="18884"/>
                  </a:lnTo>
                  <a:lnTo>
                    <a:pt x="36512" y="17475"/>
                  </a:lnTo>
                  <a:lnTo>
                    <a:pt x="35737" y="17424"/>
                  </a:lnTo>
                  <a:lnTo>
                    <a:pt x="35356" y="18796"/>
                  </a:lnTo>
                  <a:lnTo>
                    <a:pt x="35280" y="20523"/>
                  </a:lnTo>
                  <a:lnTo>
                    <a:pt x="35191" y="22237"/>
                  </a:lnTo>
                  <a:lnTo>
                    <a:pt x="35331" y="23050"/>
                  </a:lnTo>
                  <a:lnTo>
                    <a:pt x="34645" y="22783"/>
                  </a:lnTo>
                  <a:lnTo>
                    <a:pt x="31686" y="22593"/>
                  </a:lnTo>
                  <a:lnTo>
                    <a:pt x="30480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96" y="24320"/>
                  </a:lnTo>
                  <a:lnTo>
                    <a:pt x="34569" y="24422"/>
                  </a:lnTo>
                  <a:lnTo>
                    <a:pt x="35242" y="24269"/>
                  </a:lnTo>
                  <a:lnTo>
                    <a:pt x="35039" y="25031"/>
                  </a:lnTo>
                  <a:lnTo>
                    <a:pt x="34886" y="28473"/>
                  </a:lnTo>
                  <a:lnTo>
                    <a:pt x="35128" y="29883"/>
                  </a:lnTo>
                  <a:lnTo>
                    <a:pt x="35902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20"/>
                  </a:lnTo>
                  <a:lnTo>
                    <a:pt x="36296" y="24333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73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6" name="object 1366" descr=""/>
            <p:cNvSpPr/>
            <p:nvPr/>
          </p:nvSpPr>
          <p:spPr>
            <a:xfrm>
              <a:off x="5349674" y="756149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7" name="object 1367" descr=""/>
            <p:cNvSpPr/>
            <p:nvPr/>
          </p:nvSpPr>
          <p:spPr>
            <a:xfrm>
              <a:off x="5351856" y="7564227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812"/>
                  </a:moveTo>
                  <a:lnTo>
                    <a:pt x="9550" y="23368"/>
                  </a:lnTo>
                  <a:lnTo>
                    <a:pt x="8077" y="23279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59" y="22580"/>
                  </a:lnTo>
                  <a:lnTo>
                    <a:pt x="6324" y="19138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38" y="20764"/>
                  </a:lnTo>
                  <a:lnTo>
                    <a:pt x="4762" y="22479"/>
                  </a:lnTo>
                  <a:lnTo>
                    <a:pt x="4902" y="23304"/>
                  </a:lnTo>
                  <a:lnTo>
                    <a:pt x="4203" y="23037"/>
                  </a:lnTo>
                  <a:lnTo>
                    <a:pt x="1257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85"/>
                  </a:lnTo>
                  <a:lnTo>
                    <a:pt x="2654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45" y="28714"/>
                  </a:lnTo>
                  <a:lnTo>
                    <a:pt x="4686" y="30137"/>
                  </a:lnTo>
                  <a:lnTo>
                    <a:pt x="5461" y="30187"/>
                  </a:lnTo>
                  <a:lnTo>
                    <a:pt x="5842" y="28803"/>
                  </a:lnTo>
                  <a:lnTo>
                    <a:pt x="5930" y="27089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15"/>
                  </a:lnTo>
                  <a:lnTo>
                    <a:pt x="9486" y="25006"/>
                  </a:lnTo>
                  <a:lnTo>
                    <a:pt x="10693" y="24714"/>
                  </a:lnTo>
                  <a:lnTo>
                    <a:pt x="10731" y="23812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24"/>
                  </a:lnTo>
                  <a:lnTo>
                    <a:pt x="21082" y="5689"/>
                  </a:lnTo>
                  <a:lnTo>
                    <a:pt x="21297" y="4914"/>
                  </a:lnTo>
                  <a:lnTo>
                    <a:pt x="21463" y="1473"/>
                  </a:lnTo>
                  <a:lnTo>
                    <a:pt x="21221" y="63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26"/>
                  </a:lnTo>
                  <a:lnTo>
                    <a:pt x="20040" y="5638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805" y="6908"/>
                  </a:lnTo>
                  <a:lnTo>
                    <a:pt x="19278" y="7010"/>
                  </a:lnTo>
                  <a:lnTo>
                    <a:pt x="19951" y="6858"/>
                  </a:lnTo>
                  <a:lnTo>
                    <a:pt x="19748" y="7607"/>
                  </a:lnTo>
                  <a:lnTo>
                    <a:pt x="19583" y="11061"/>
                  </a:lnTo>
                  <a:lnTo>
                    <a:pt x="19837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45" y="7708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31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85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80" y="39738"/>
                  </a:lnTo>
                  <a:lnTo>
                    <a:pt x="20320" y="40551"/>
                  </a:lnTo>
                  <a:lnTo>
                    <a:pt x="19634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32"/>
                  </a:lnTo>
                  <a:lnTo>
                    <a:pt x="18084" y="41821"/>
                  </a:lnTo>
                  <a:lnTo>
                    <a:pt x="19558" y="41922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74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72" y="46050"/>
                  </a:lnTo>
                  <a:lnTo>
                    <a:pt x="21348" y="44335"/>
                  </a:lnTo>
                  <a:lnTo>
                    <a:pt x="21437" y="42621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04" y="42252"/>
                  </a:lnTo>
                  <a:lnTo>
                    <a:pt x="26123" y="41960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36"/>
                  </a:lnTo>
                  <a:lnTo>
                    <a:pt x="36372" y="23101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512" y="17475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23"/>
                  </a:lnTo>
                  <a:lnTo>
                    <a:pt x="35191" y="22237"/>
                  </a:lnTo>
                  <a:lnTo>
                    <a:pt x="35318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56" y="24422"/>
                  </a:lnTo>
                  <a:lnTo>
                    <a:pt x="35229" y="24269"/>
                  </a:lnTo>
                  <a:lnTo>
                    <a:pt x="35026" y="25019"/>
                  </a:lnTo>
                  <a:lnTo>
                    <a:pt x="34874" y="28473"/>
                  </a:lnTo>
                  <a:lnTo>
                    <a:pt x="35128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47" y="26835"/>
                  </a:lnTo>
                  <a:lnTo>
                    <a:pt x="36436" y="25120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8" name="object 1368" descr=""/>
            <p:cNvSpPr/>
            <p:nvPr/>
          </p:nvSpPr>
          <p:spPr>
            <a:xfrm>
              <a:off x="5327034" y="759701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9" name="object 1369" descr=""/>
            <p:cNvSpPr/>
            <p:nvPr/>
          </p:nvSpPr>
          <p:spPr>
            <a:xfrm>
              <a:off x="5329212" y="759976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55"/>
                  </a:lnTo>
                  <a:lnTo>
                    <a:pt x="8077" y="23266"/>
                  </a:lnTo>
                  <a:lnTo>
                    <a:pt x="6604" y="23164"/>
                  </a:lnTo>
                  <a:lnTo>
                    <a:pt x="5943" y="23329"/>
                  </a:lnTo>
                  <a:lnTo>
                    <a:pt x="6159" y="22567"/>
                  </a:lnTo>
                  <a:lnTo>
                    <a:pt x="6324" y="19126"/>
                  </a:lnTo>
                  <a:lnTo>
                    <a:pt x="6083" y="17703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51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498"/>
                  </a:lnTo>
                  <a:lnTo>
                    <a:pt x="4610" y="25260"/>
                  </a:lnTo>
                  <a:lnTo>
                    <a:pt x="4457" y="28702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61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34"/>
                  </a:moveTo>
                  <a:lnTo>
                    <a:pt x="24701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71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59"/>
                  </a:lnTo>
                  <a:lnTo>
                    <a:pt x="16395" y="5168"/>
                  </a:lnTo>
                  <a:lnTo>
                    <a:pt x="15189" y="5473"/>
                  </a:lnTo>
                  <a:lnTo>
                    <a:pt x="15138" y="6362"/>
                  </a:lnTo>
                  <a:lnTo>
                    <a:pt x="16319" y="6807"/>
                  </a:lnTo>
                  <a:lnTo>
                    <a:pt x="17805" y="6896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09"/>
                  </a:lnTo>
                  <a:lnTo>
                    <a:pt x="20980" y="11125"/>
                  </a:lnTo>
                  <a:lnTo>
                    <a:pt x="21069" y="9410"/>
                  </a:lnTo>
                  <a:lnTo>
                    <a:pt x="21145" y="7696"/>
                  </a:lnTo>
                  <a:lnTo>
                    <a:pt x="21005" y="6908"/>
                  </a:lnTo>
                  <a:lnTo>
                    <a:pt x="21666" y="7137"/>
                  </a:lnTo>
                  <a:lnTo>
                    <a:pt x="24625" y="7327"/>
                  </a:lnTo>
                  <a:lnTo>
                    <a:pt x="25844" y="7035"/>
                  </a:lnTo>
                  <a:lnTo>
                    <a:pt x="25882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01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899"/>
                  </a:lnTo>
                  <a:lnTo>
                    <a:pt x="20358" y="36283"/>
                  </a:lnTo>
                  <a:lnTo>
                    <a:pt x="20269" y="37998"/>
                  </a:lnTo>
                  <a:lnTo>
                    <a:pt x="20193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87" y="40081"/>
                  </a:lnTo>
                  <a:lnTo>
                    <a:pt x="15468" y="40373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43" y="41757"/>
                  </a:lnTo>
                  <a:lnTo>
                    <a:pt x="20040" y="42506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45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33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31" y="23037"/>
                  </a:lnTo>
                  <a:lnTo>
                    <a:pt x="34632" y="22771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71" y="28549"/>
                  </a:lnTo>
                  <a:lnTo>
                    <a:pt x="36360" y="26822"/>
                  </a:lnTo>
                  <a:lnTo>
                    <a:pt x="36436" y="25107"/>
                  </a:lnTo>
                  <a:lnTo>
                    <a:pt x="36283" y="24307"/>
                  </a:lnTo>
                  <a:lnTo>
                    <a:pt x="36957" y="24549"/>
                  </a:lnTo>
                  <a:lnTo>
                    <a:pt x="39916" y="24739"/>
                  </a:lnTo>
                  <a:lnTo>
                    <a:pt x="41122" y="24447"/>
                  </a:lnTo>
                  <a:lnTo>
                    <a:pt x="41160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0" name="object 1370" descr=""/>
            <p:cNvSpPr/>
            <p:nvPr/>
          </p:nvSpPr>
          <p:spPr>
            <a:xfrm>
              <a:off x="5279911" y="759701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1" name="object 1371" descr=""/>
            <p:cNvSpPr/>
            <p:nvPr/>
          </p:nvSpPr>
          <p:spPr>
            <a:xfrm>
              <a:off x="5282095" y="759976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55"/>
                  </a:lnTo>
                  <a:lnTo>
                    <a:pt x="8077" y="23266"/>
                  </a:lnTo>
                  <a:lnTo>
                    <a:pt x="6604" y="23164"/>
                  </a:lnTo>
                  <a:lnTo>
                    <a:pt x="5943" y="23329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03"/>
                  </a:lnTo>
                  <a:lnTo>
                    <a:pt x="5295" y="17653"/>
                  </a:lnTo>
                  <a:lnTo>
                    <a:pt x="4927" y="19037"/>
                  </a:lnTo>
                  <a:lnTo>
                    <a:pt x="4838" y="20751"/>
                  </a:lnTo>
                  <a:lnTo>
                    <a:pt x="4762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63"/>
                  </a:lnTo>
                  <a:lnTo>
                    <a:pt x="4800" y="24498"/>
                  </a:lnTo>
                  <a:lnTo>
                    <a:pt x="4597" y="25260"/>
                  </a:lnTo>
                  <a:lnTo>
                    <a:pt x="4445" y="28702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34"/>
                  </a:moveTo>
                  <a:lnTo>
                    <a:pt x="24688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71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42" y="5359"/>
                  </a:lnTo>
                  <a:lnTo>
                    <a:pt x="16395" y="5168"/>
                  </a:lnTo>
                  <a:lnTo>
                    <a:pt x="15176" y="5473"/>
                  </a:lnTo>
                  <a:lnTo>
                    <a:pt x="15138" y="6362"/>
                  </a:lnTo>
                  <a:lnTo>
                    <a:pt x="16319" y="6807"/>
                  </a:lnTo>
                  <a:lnTo>
                    <a:pt x="17792" y="6896"/>
                  </a:lnTo>
                  <a:lnTo>
                    <a:pt x="19265" y="6997"/>
                  </a:lnTo>
                  <a:lnTo>
                    <a:pt x="19951" y="6832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24" y="12458"/>
                  </a:lnTo>
                  <a:lnTo>
                    <a:pt x="20599" y="12509"/>
                  </a:lnTo>
                  <a:lnTo>
                    <a:pt x="20980" y="11125"/>
                  </a:lnTo>
                  <a:lnTo>
                    <a:pt x="21056" y="9410"/>
                  </a:lnTo>
                  <a:lnTo>
                    <a:pt x="21145" y="7696"/>
                  </a:lnTo>
                  <a:lnTo>
                    <a:pt x="20993" y="6896"/>
                  </a:lnTo>
                  <a:lnTo>
                    <a:pt x="21666" y="7137"/>
                  </a:lnTo>
                  <a:lnTo>
                    <a:pt x="24612" y="7327"/>
                  </a:lnTo>
                  <a:lnTo>
                    <a:pt x="25831" y="7035"/>
                  </a:lnTo>
                  <a:lnTo>
                    <a:pt x="25869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01"/>
                  </a:lnTo>
                  <a:lnTo>
                    <a:pt x="23507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899"/>
                  </a:lnTo>
                  <a:lnTo>
                    <a:pt x="20345" y="36283"/>
                  </a:lnTo>
                  <a:lnTo>
                    <a:pt x="20269" y="37998"/>
                  </a:lnTo>
                  <a:lnTo>
                    <a:pt x="20180" y="39725"/>
                  </a:lnTo>
                  <a:lnTo>
                    <a:pt x="20307" y="40538"/>
                  </a:lnTo>
                  <a:lnTo>
                    <a:pt x="19634" y="40271"/>
                  </a:lnTo>
                  <a:lnTo>
                    <a:pt x="16675" y="40081"/>
                  </a:lnTo>
                  <a:lnTo>
                    <a:pt x="15468" y="40373"/>
                  </a:lnTo>
                  <a:lnTo>
                    <a:pt x="15417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06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37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45" y="42049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45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71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58" y="28549"/>
                  </a:lnTo>
                  <a:lnTo>
                    <a:pt x="36347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49"/>
                  </a:lnTo>
                  <a:lnTo>
                    <a:pt x="39903" y="24739"/>
                  </a:lnTo>
                  <a:lnTo>
                    <a:pt x="41122" y="24447"/>
                  </a:lnTo>
                  <a:lnTo>
                    <a:pt x="41160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2" name="object 1372" descr=""/>
            <p:cNvSpPr/>
            <p:nvPr/>
          </p:nvSpPr>
          <p:spPr>
            <a:xfrm>
              <a:off x="5372833" y="7597014"/>
              <a:ext cx="29845" cy="53975"/>
            </a:xfrm>
            <a:custGeom>
              <a:avLst/>
              <a:gdLst/>
              <a:ahLst/>
              <a:cxnLst/>
              <a:rect l="l" t="t" r="r" b="b"/>
              <a:pathLst>
                <a:path w="29845" h="53975">
                  <a:moveTo>
                    <a:pt x="0" y="26711"/>
                  </a:moveTo>
                  <a:lnTo>
                    <a:pt x="22899" y="53422"/>
                  </a:lnTo>
                  <a:lnTo>
                    <a:pt x="29745" y="45437"/>
                  </a:lnTo>
                </a:path>
                <a:path w="29845" h="53975">
                  <a:moveTo>
                    <a:pt x="29745" y="7985"/>
                  </a:moveTo>
                  <a:lnTo>
                    <a:pt x="22899" y="0"/>
                  </a:lnTo>
                  <a:lnTo>
                    <a:pt x="0" y="26711"/>
                  </a:lnTo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3" name="object 1373" descr=""/>
            <p:cNvSpPr/>
            <p:nvPr/>
          </p:nvSpPr>
          <p:spPr>
            <a:xfrm>
              <a:off x="5375008" y="7599762"/>
              <a:ext cx="26670" cy="47625"/>
            </a:xfrm>
            <a:custGeom>
              <a:avLst/>
              <a:gdLst/>
              <a:ahLst/>
              <a:cxnLst/>
              <a:rect l="l" t="t" r="r" b="b"/>
              <a:pathLst>
                <a:path w="26670" h="47625">
                  <a:moveTo>
                    <a:pt x="10744" y="23799"/>
                  </a:moveTo>
                  <a:lnTo>
                    <a:pt x="9563" y="23355"/>
                  </a:lnTo>
                  <a:lnTo>
                    <a:pt x="8077" y="23266"/>
                  </a:lnTo>
                  <a:lnTo>
                    <a:pt x="6604" y="23164"/>
                  </a:lnTo>
                  <a:lnTo>
                    <a:pt x="5956" y="23329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03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51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26"/>
                  </a:lnTo>
                  <a:lnTo>
                    <a:pt x="0" y="24028"/>
                  </a:lnTo>
                  <a:lnTo>
                    <a:pt x="1193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498"/>
                  </a:lnTo>
                  <a:lnTo>
                    <a:pt x="4610" y="25260"/>
                  </a:lnTo>
                  <a:lnTo>
                    <a:pt x="4457" y="28702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19" y="25361"/>
                  </a:lnTo>
                  <a:lnTo>
                    <a:pt x="5867" y="24561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26670" h="47625">
                  <a:moveTo>
                    <a:pt x="25882" y="6134"/>
                  </a:moveTo>
                  <a:lnTo>
                    <a:pt x="24701" y="5702"/>
                  </a:lnTo>
                  <a:lnTo>
                    <a:pt x="23228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02"/>
                  </a:lnTo>
                  <a:lnTo>
                    <a:pt x="21463" y="1460"/>
                  </a:lnTo>
                  <a:lnTo>
                    <a:pt x="21209" y="50"/>
                  </a:lnTo>
                  <a:lnTo>
                    <a:pt x="20447" y="0"/>
                  </a:lnTo>
                  <a:lnTo>
                    <a:pt x="20078" y="1371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59"/>
                  </a:lnTo>
                  <a:lnTo>
                    <a:pt x="16395" y="5168"/>
                  </a:lnTo>
                  <a:lnTo>
                    <a:pt x="15189" y="5473"/>
                  </a:lnTo>
                  <a:lnTo>
                    <a:pt x="15151" y="6362"/>
                  </a:lnTo>
                  <a:lnTo>
                    <a:pt x="16332" y="6807"/>
                  </a:lnTo>
                  <a:lnTo>
                    <a:pt x="17805" y="6896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09"/>
                  </a:lnTo>
                  <a:lnTo>
                    <a:pt x="20993" y="11125"/>
                  </a:lnTo>
                  <a:lnTo>
                    <a:pt x="21069" y="9410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78" y="7137"/>
                  </a:lnTo>
                  <a:lnTo>
                    <a:pt x="24625" y="7327"/>
                  </a:lnTo>
                  <a:lnTo>
                    <a:pt x="25844" y="7035"/>
                  </a:lnTo>
                  <a:lnTo>
                    <a:pt x="25882" y="6134"/>
                  </a:lnTo>
                  <a:close/>
                </a:path>
                <a:path w="26670" h="47625">
                  <a:moveTo>
                    <a:pt x="26174" y="41046"/>
                  </a:moveTo>
                  <a:lnTo>
                    <a:pt x="24980" y="40601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899"/>
                  </a:lnTo>
                  <a:lnTo>
                    <a:pt x="20358" y="36283"/>
                  </a:lnTo>
                  <a:lnTo>
                    <a:pt x="20269" y="37998"/>
                  </a:lnTo>
                  <a:lnTo>
                    <a:pt x="20193" y="39725"/>
                  </a:lnTo>
                  <a:lnTo>
                    <a:pt x="20320" y="40538"/>
                  </a:lnTo>
                  <a:lnTo>
                    <a:pt x="19646" y="40271"/>
                  </a:lnTo>
                  <a:lnTo>
                    <a:pt x="16687" y="40081"/>
                  </a:lnTo>
                  <a:lnTo>
                    <a:pt x="15468" y="40373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97" y="41808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06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17" y="42240"/>
                  </a:lnTo>
                  <a:lnTo>
                    <a:pt x="26123" y="41948"/>
                  </a:lnTo>
                  <a:lnTo>
                    <a:pt x="26174" y="41046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4" name="object 1374" descr=""/>
            <p:cNvSpPr/>
            <p:nvPr/>
          </p:nvSpPr>
          <p:spPr>
            <a:xfrm>
              <a:off x="5303158" y="756149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5" name="object 1375" descr=""/>
            <p:cNvSpPr/>
            <p:nvPr/>
          </p:nvSpPr>
          <p:spPr>
            <a:xfrm>
              <a:off x="5305336" y="7564227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812"/>
                  </a:moveTo>
                  <a:lnTo>
                    <a:pt x="9563" y="23368"/>
                  </a:lnTo>
                  <a:lnTo>
                    <a:pt x="8077" y="23279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80"/>
                  </a:lnTo>
                  <a:lnTo>
                    <a:pt x="6324" y="19138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37"/>
                  </a:lnTo>
                  <a:lnTo>
                    <a:pt x="1257" y="22847"/>
                  </a:lnTo>
                  <a:lnTo>
                    <a:pt x="50" y="23139"/>
                  </a:lnTo>
                  <a:lnTo>
                    <a:pt x="0" y="24041"/>
                  </a:lnTo>
                  <a:lnTo>
                    <a:pt x="1181" y="24485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99" y="30137"/>
                  </a:lnTo>
                  <a:lnTo>
                    <a:pt x="5473" y="30187"/>
                  </a:lnTo>
                  <a:lnTo>
                    <a:pt x="5842" y="28803"/>
                  </a:lnTo>
                  <a:lnTo>
                    <a:pt x="5930" y="27089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15"/>
                  </a:lnTo>
                  <a:lnTo>
                    <a:pt x="9486" y="25006"/>
                  </a:lnTo>
                  <a:lnTo>
                    <a:pt x="10693" y="24714"/>
                  </a:lnTo>
                  <a:lnTo>
                    <a:pt x="10744" y="23812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15" y="5613"/>
                  </a:lnTo>
                  <a:lnTo>
                    <a:pt x="21742" y="5524"/>
                  </a:lnTo>
                  <a:lnTo>
                    <a:pt x="21094" y="5689"/>
                  </a:lnTo>
                  <a:lnTo>
                    <a:pt x="21310" y="4914"/>
                  </a:lnTo>
                  <a:lnTo>
                    <a:pt x="21463" y="1473"/>
                  </a:lnTo>
                  <a:lnTo>
                    <a:pt x="21221" y="63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26"/>
                  </a:lnTo>
                  <a:lnTo>
                    <a:pt x="20040" y="5638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32" y="6819"/>
                  </a:lnTo>
                  <a:lnTo>
                    <a:pt x="17805" y="6908"/>
                  </a:lnTo>
                  <a:lnTo>
                    <a:pt x="19278" y="7010"/>
                  </a:lnTo>
                  <a:lnTo>
                    <a:pt x="19951" y="6858"/>
                  </a:lnTo>
                  <a:lnTo>
                    <a:pt x="19748" y="7607"/>
                  </a:lnTo>
                  <a:lnTo>
                    <a:pt x="19596" y="11061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58" y="7708"/>
                  </a:lnTo>
                  <a:lnTo>
                    <a:pt x="21005" y="6921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55" y="36385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38"/>
                  </a:lnTo>
                  <a:lnTo>
                    <a:pt x="20332" y="40551"/>
                  </a:lnTo>
                  <a:lnTo>
                    <a:pt x="19634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32"/>
                  </a:lnTo>
                  <a:lnTo>
                    <a:pt x="18084" y="41821"/>
                  </a:lnTo>
                  <a:lnTo>
                    <a:pt x="19570" y="41922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74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72" y="46050"/>
                  </a:lnTo>
                  <a:lnTo>
                    <a:pt x="21361" y="44335"/>
                  </a:lnTo>
                  <a:lnTo>
                    <a:pt x="21437" y="42621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04" y="42252"/>
                  </a:lnTo>
                  <a:lnTo>
                    <a:pt x="26123" y="41960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36"/>
                  </a:lnTo>
                  <a:lnTo>
                    <a:pt x="36372" y="23101"/>
                  </a:lnTo>
                  <a:lnTo>
                    <a:pt x="36588" y="22326"/>
                  </a:lnTo>
                  <a:lnTo>
                    <a:pt x="36753" y="18884"/>
                  </a:lnTo>
                  <a:lnTo>
                    <a:pt x="36512" y="17475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23"/>
                  </a:lnTo>
                  <a:lnTo>
                    <a:pt x="35191" y="22237"/>
                  </a:lnTo>
                  <a:lnTo>
                    <a:pt x="35318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69" y="24422"/>
                  </a:lnTo>
                  <a:lnTo>
                    <a:pt x="35242" y="24269"/>
                  </a:lnTo>
                  <a:lnTo>
                    <a:pt x="35039" y="25019"/>
                  </a:lnTo>
                  <a:lnTo>
                    <a:pt x="34874" y="28473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20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6" name="object 1376" descr=""/>
            <p:cNvSpPr/>
            <p:nvPr/>
          </p:nvSpPr>
          <p:spPr>
            <a:xfrm>
              <a:off x="5256640" y="756149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7" name="object 1377" descr=""/>
            <p:cNvSpPr/>
            <p:nvPr/>
          </p:nvSpPr>
          <p:spPr>
            <a:xfrm>
              <a:off x="5258816" y="7564227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812"/>
                  </a:moveTo>
                  <a:lnTo>
                    <a:pt x="9563" y="23368"/>
                  </a:lnTo>
                  <a:lnTo>
                    <a:pt x="8089" y="23279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80"/>
                  </a:lnTo>
                  <a:lnTo>
                    <a:pt x="6324" y="19138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37"/>
                  </a:lnTo>
                  <a:lnTo>
                    <a:pt x="1257" y="22847"/>
                  </a:lnTo>
                  <a:lnTo>
                    <a:pt x="50" y="23139"/>
                  </a:lnTo>
                  <a:lnTo>
                    <a:pt x="0" y="24041"/>
                  </a:lnTo>
                  <a:lnTo>
                    <a:pt x="1193" y="24485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99" y="30137"/>
                  </a:lnTo>
                  <a:lnTo>
                    <a:pt x="5473" y="30187"/>
                  </a:lnTo>
                  <a:lnTo>
                    <a:pt x="5842" y="28803"/>
                  </a:lnTo>
                  <a:lnTo>
                    <a:pt x="5930" y="27089"/>
                  </a:lnTo>
                  <a:lnTo>
                    <a:pt x="6019" y="25361"/>
                  </a:lnTo>
                  <a:lnTo>
                    <a:pt x="5867" y="24574"/>
                  </a:lnTo>
                  <a:lnTo>
                    <a:pt x="6540" y="24815"/>
                  </a:lnTo>
                  <a:lnTo>
                    <a:pt x="9486" y="25006"/>
                  </a:lnTo>
                  <a:lnTo>
                    <a:pt x="10706" y="24714"/>
                  </a:lnTo>
                  <a:lnTo>
                    <a:pt x="10744" y="23812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28" y="5613"/>
                  </a:lnTo>
                  <a:lnTo>
                    <a:pt x="21742" y="5524"/>
                  </a:lnTo>
                  <a:lnTo>
                    <a:pt x="21094" y="5689"/>
                  </a:lnTo>
                  <a:lnTo>
                    <a:pt x="21310" y="4914"/>
                  </a:lnTo>
                  <a:lnTo>
                    <a:pt x="21463" y="1473"/>
                  </a:lnTo>
                  <a:lnTo>
                    <a:pt x="21221" y="63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26"/>
                  </a:lnTo>
                  <a:lnTo>
                    <a:pt x="20040" y="5638"/>
                  </a:lnTo>
                  <a:lnTo>
                    <a:pt x="19354" y="5372"/>
                  </a:lnTo>
                  <a:lnTo>
                    <a:pt x="16408" y="5181"/>
                  </a:lnTo>
                  <a:lnTo>
                    <a:pt x="15189" y="5473"/>
                  </a:lnTo>
                  <a:lnTo>
                    <a:pt x="15151" y="6375"/>
                  </a:lnTo>
                  <a:lnTo>
                    <a:pt x="16332" y="6819"/>
                  </a:lnTo>
                  <a:lnTo>
                    <a:pt x="17805" y="6908"/>
                  </a:lnTo>
                  <a:lnTo>
                    <a:pt x="19278" y="7010"/>
                  </a:lnTo>
                  <a:lnTo>
                    <a:pt x="19951" y="6858"/>
                  </a:lnTo>
                  <a:lnTo>
                    <a:pt x="19748" y="7607"/>
                  </a:lnTo>
                  <a:lnTo>
                    <a:pt x="19596" y="11061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93" y="11137"/>
                  </a:lnTo>
                  <a:lnTo>
                    <a:pt x="21069" y="9423"/>
                  </a:lnTo>
                  <a:lnTo>
                    <a:pt x="21158" y="7708"/>
                  </a:lnTo>
                  <a:lnTo>
                    <a:pt x="21005" y="6921"/>
                  </a:lnTo>
                  <a:lnTo>
                    <a:pt x="21678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74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55" y="36385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81" y="38011"/>
                  </a:lnTo>
                  <a:lnTo>
                    <a:pt x="20193" y="39738"/>
                  </a:lnTo>
                  <a:lnTo>
                    <a:pt x="20332" y="40551"/>
                  </a:lnTo>
                  <a:lnTo>
                    <a:pt x="19646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32"/>
                  </a:lnTo>
                  <a:lnTo>
                    <a:pt x="18097" y="41821"/>
                  </a:lnTo>
                  <a:lnTo>
                    <a:pt x="19570" y="41922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74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72" y="46050"/>
                  </a:lnTo>
                  <a:lnTo>
                    <a:pt x="21361" y="44335"/>
                  </a:lnTo>
                  <a:lnTo>
                    <a:pt x="21437" y="42621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17" y="42252"/>
                  </a:lnTo>
                  <a:lnTo>
                    <a:pt x="26123" y="41960"/>
                  </a:lnTo>
                  <a:lnTo>
                    <a:pt x="26174" y="41059"/>
                  </a:lnTo>
                  <a:close/>
                </a:path>
                <a:path w="41275" h="47625">
                  <a:moveTo>
                    <a:pt x="41173" y="23558"/>
                  </a:moveTo>
                  <a:lnTo>
                    <a:pt x="39992" y="23114"/>
                  </a:lnTo>
                  <a:lnTo>
                    <a:pt x="38506" y="23025"/>
                  </a:lnTo>
                  <a:lnTo>
                    <a:pt x="37033" y="22936"/>
                  </a:lnTo>
                  <a:lnTo>
                    <a:pt x="36385" y="23101"/>
                  </a:lnTo>
                  <a:lnTo>
                    <a:pt x="36601" y="22326"/>
                  </a:lnTo>
                  <a:lnTo>
                    <a:pt x="36753" y="18884"/>
                  </a:lnTo>
                  <a:lnTo>
                    <a:pt x="36512" y="17475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80" y="20523"/>
                  </a:lnTo>
                  <a:lnTo>
                    <a:pt x="35191" y="22237"/>
                  </a:lnTo>
                  <a:lnTo>
                    <a:pt x="35318" y="23050"/>
                  </a:lnTo>
                  <a:lnTo>
                    <a:pt x="34645" y="22783"/>
                  </a:lnTo>
                  <a:lnTo>
                    <a:pt x="31686" y="22593"/>
                  </a:lnTo>
                  <a:lnTo>
                    <a:pt x="30480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96" y="24320"/>
                  </a:lnTo>
                  <a:lnTo>
                    <a:pt x="34569" y="24422"/>
                  </a:lnTo>
                  <a:lnTo>
                    <a:pt x="35242" y="24269"/>
                  </a:lnTo>
                  <a:lnTo>
                    <a:pt x="35039" y="25019"/>
                  </a:lnTo>
                  <a:lnTo>
                    <a:pt x="34886" y="28473"/>
                  </a:lnTo>
                  <a:lnTo>
                    <a:pt x="35128" y="29883"/>
                  </a:lnTo>
                  <a:lnTo>
                    <a:pt x="35902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20"/>
                  </a:lnTo>
                  <a:lnTo>
                    <a:pt x="36296" y="24333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73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8" name="object 1378" descr=""/>
            <p:cNvSpPr/>
            <p:nvPr/>
          </p:nvSpPr>
          <p:spPr>
            <a:xfrm>
              <a:off x="5206081" y="763456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9" name="object 1379" descr=""/>
            <p:cNvSpPr/>
            <p:nvPr/>
          </p:nvSpPr>
          <p:spPr>
            <a:xfrm>
              <a:off x="5208257" y="763730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812"/>
                  </a:moveTo>
                  <a:lnTo>
                    <a:pt x="9563" y="23368"/>
                  </a:lnTo>
                  <a:lnTo>
                    <a:pt x="8077" y="23279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80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37"/>
                  </a:lnTo>
                  <a:lnTo>
                    <a:pt x="1257" y="22847"/>
                  </a:lnTo>
                  <a:lnTo>
                    <a:pt x="50" y="23139"/>
                  </a:lnTo>
                  <a:lnTo>
                    <a:pt x="0" y="24041"/>
                  </a:lnTo>
                  <a:lnTo>
                    <a:pt x="1181" y="24485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99" y="30137"/>
                  </a:lnTo>
                  <a:lnTo>
                    <a:pt x="5473" y="30187"/>
                  </a:lnTo>
                  <a:lnTo>
                    <a:pt x="5842" y="28803"/>
                  </a:lnTo>
                  <a:lnTo>
                    <a:pt x="5930" y="27089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15"/>
                  </a:lnTo>
                  <a:lnTo>
                    <a:pt x="9486" y="25006"/>
                  </a:lnTo>
                  <a:lnTo>
                    <a:pt x="10706" y="24714"/>
                  </a:lnTo>
                  <a:lnTo>
                    <a:pt x="10744" y="23812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15"/>
                  </a:lnTo>
                  <a:lnTo>
                    <a:pt x="23228" y="5613"/>
                  </a:lnTo>
                  <a:lnTo>
                    <a:pt x="21742" y="5524"/>
                  </a:lnTo>
                  <a:lnTo>
                    <a:pt x="21094" y="5689"/>
                  </a:lnTo>
                  <a:lnTo>
                    <a:pt x="21310" y="4914"/>
                  </a:lnTo>
                  <a:lnTo>
                    <a:pt x="21463" y="1473"/>
                  </a:lnTo>
                  <a:lnTo>
                    <a:pt x="21221" y="63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111"/>
                  </a:lnTo>
                  <a:lnTo>
                    <a:pt x="19900" y="4826"/>
                  </a:lnTo>
                  <a:lnTo>
                    <a:pt x="20040" y="5638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32" y="6819"/>
                  </a:lnTo>
                  <a:lnTo>
                    <a:pt x="17805" y="6908"/>
                  </a:lnTo>
                  <a:lnTo>
                    <a:pt x="19278" y="7010"/>
                  </a:lnTo>
                  <a:lnTo>
                    <a:pt x="19951" y="6858"/>
                  </a:lnTo>
                  <a:lnTo>
                    <a:pt x="19748" y="7607"/>
                  </a:lnTo>
                  <a:lnTo>
                    <a:pt x="19596" y="11061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58" y="7708"/>
                  </a:lnTo>
                  <a:lnTo>
                    <a:pt x="21005" y="6921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74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55" y="36385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51"/>
                  </a:lnTo>
                  <a:lnTo>
                    <a:pt x="19634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32"/>
                  </a:lnTo>
                  <a:lnTo>
                    <a:pt x="18084" y="41821"/>
                  </a:lnTo>
                  <a:lnTo>
                    <a:pt x="19570" y="41922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72" y="46050"/>
                  </a:lnTo>
                  <a:lnTo>
                    <a:pt x="21361" y="44335"/>
                  </a:lnTo>
                  <a:lnTo>
                    <a:pt x="21437" y="42621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17" y="42252"/>
                  </a:lnTo>
                  <a:lnTo>
                    <a:pt x="26123" y="41960"/>
                  </a:lnTo>
                  <a:lnTo>
                    <a:pt x="26174" y="41059"/>
                  </a:lnTo>
                  <a:close/>
                </a:path>
                <a:path w="41275" h="47625">
                  <a:moveTo>
                    <a:pt x="41173" y="23558"/>
                  </a:moveTo>
                  <a:lnTo>
                    <a:pt x="39979" y="23126"/>
                  </a:lnTo>
                  <a:lnTo>
                    <a:pt x="38506" y="23025"/>
                  </a:lnTo>
                  <a:lnTo>
                    <a:pt x="37033" y="22936"/>
                  </a:lnTo>
                  <a:lnTo>
                    <a:pt x="36372" y="23101"/>
                  </a:lnTo>
                  <a:lnTo>
                    <a:pt x="36588" y="22326"/>
                  </a:lnTo>
                  <a:lnTo>
                    <a:pt x="36753" y="18884"/>
                  </a:lnTo>
                  <a:lnTo>
                    <a:pt x="36512" y="17475"/>
                  </a:lnTo>
                  <a:lnTo>
                    <a:pt x="35737" y="17424"/>
                  </a:lnTo>
                  <a:lnTo>
                    <a:pt x="35356" y="18796"/>
                  </a:lnTo>
                  <a:lnTo>
                    <a:pt x="35280" y="20523"/>
                  </a:lnTo>
                  <a:lnTo>
                    <a:pt x="35191" y="22237"/>
                  </a:lnTo>
                  <a:lnTo>
                    <a:pt x="35331" y="23050"/>
                  </a:lnTo>
                  <a:lnTo>
                    <a:pt x="34645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96" y="24320"/>
                  </a:lnTo>
                  <a:lnTo>
                    <a:pt x="34569" y="24422"/>
                  </a:lnTo>
                  <a:lnTo>
                    <a:pt x="35242" y="24269"/>
                  </a:lnTo>
                  <a:lnTo>
                    <a:pt x="35039" y="25031"/>
                  </a:lnTo>
                  <a:lnTo>
                    <a:pt x="34874" y="28473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20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73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0" name="object 1380" descr=""/>
            <p:cNvSpPr/>
            <p:nvPr/>
          </p:nvSpPr>
          <p:spPr>
            <a:xfrm>
              <a:off x="5183439" y="767009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1" name="object 1381" descr=""/>
            <p:cNvSpPr/>
            <p:nvPr/>
          </p:nvSpPr>
          <p:spPr>
            <a:xfrm>
              <a:off x="5185626" y="7672838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55"/>
                  </a:lnTo>
                  <a:lnTo>
                    <a:pt x="8077" y="23266"/>
                  </a:lnTo>
                  <a:lnTo>
                    <a:pt x="6591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03"/>
                  </a:lnTo>
                  <a:lnTo>
                    <a:pt x="5295" y="17653"/>
                  </a:lnTo>
                  <a:lnTo>
                    <a:pt x="4927" y="19037"/>
                  </a:lnTo>
                  <a:lnTo>
                    <a:pt x="4838" y="20751"/>
                  </a:lnTo>
                  <a:lnTo>
                    <a:pt x="4749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44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60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34"/>
                  </a:moveTo>
                  <a:lnTo>
                    <a:pt x="24688" y="5702"/>
                  </a:lnTo>
                  <a:lnTo>
                    <a:pt x="23215" y="5600"/>
                  </a:lnTo>
                  <a:lnTo>
                    <a:pt x="21729" y="5511"/>
                  </a:lnTo>
                  <a:lnTo>
                    <a:pt x="21082" y="5676"/>
                  </a:lnTo>
                  <a:lnTo>
                    <a:pt x="21297" y="4902"/>
                  </a:lnTo>
                  <a:lnTo>
                    <a:pt x="21450" y="1460"/>
                  </a:lnTo>
                  <a:lnTo>
                    <a:pt x="21209" y="50"/>
                  </a:lnTo>
                  <a:lnTo>
                    <a:pt x="20434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27" y="5626"/>
                  </a:lnTo>
                  <a:lnTo>
                    <a:pt x="19342" y="5359"/>
                  </a:lnTo>
                  <a:lnTo>
                    <a:pt x="16395" y="5168"/>
                  </a:lnTo>
                  <a:lnTo>
                    <a:pt x="15176" y="5473"/>
                  </a:lnTo>
                  <a:lnTo>
                    <a:pt x="15138" y="6362"/>
                  </a:lnTo>
                  <a:lnTo>
                    <a:pt x="16319" y="6807"/>
                  </a:lnTo>
                  <a:lnTo>
                    <a:pt x="17792" y="6908"/>
                  </a:lnTo>
                  <a:lnTo>
                    <a:pt x="19265" y="6997"/>
                  </a:lnTo>
                  <a:lnTo>
                    <a:pt x="19939" y="6845"/>
                  </a:lnTo>
                  <a:lnTo>
                    <a:pt x="19735" y="7607"/>
                  </a:lnTo>
                  <a:lnTo>
                    <a:pt x="19583" y="11049"/>
                  </a:lnTo>
                  <a:lnTo>
                    <a:pt x="19824" y="12458"/>
                  </a:lnTo>
                  <a:lnTo>
                    <a:pt x="20599" y="12509"/>
                  </a:lnTo>
                  <a:lnTo>
                    <a:pt x="20980" y="11125"/>
                  </a:lnTo>
                  <a:lnTo>
                    <a:pt x="21056" y="9410"/>
                  </a:lnTo>
                  <a:lnTo>
                    <a:pt x="21145" y="7696"/>
                  </a:lnTo>
                  <a:lnTo>
                    <a:pt x="20993" y="6896"/>
                  </a:lnTo>
                  <a:lnTo>
                    <a:pt x="21666" y="7137"/>
                  </a:lnTo>
                  <a:lnTo>
                    <a:pt x="24612" y="7327"/>
                  </a:lnTo>
                  <a:lnTo>
                    <a:pt x="25831" y="7035"/>
                  </a:lnTo>
                  <a:lnTo>
                    <a:pt x="25869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01"/>
                  </a:lnTo>
                  <a:lnTo>
                    <a:pt x="23495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899"/>
                  </a:lnTo>
                  <a:lnTo>
                    <a:pt x="20345" y="36283"/>
                  </a:lnTo>
                  <a:lnTo>
                    <a:pt x="20269" y="37998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75" y="40081"/>
                  </a:lnTo>
                  <a:lnTo>
                    <a:pt x="15455" y="40373"/>
                  </a:lnTo>
                  <a:lnTo>
                    <a:pt x="15417" y="41275"/>
                  </a:lnTo>
                  <a:lnTo>
                    <a:pt x="16598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06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37"/>
                  </a:lnTo>
                  <a:lnTo>
                    <a:pt x="21348" y="44323"/>
                  </a:lnTo>
                  <a:lnTo>
                    <a:pt x="21424" y="42608"/>
                  </a:lnTo>
                  <a:lnTo>
                    <a:pt x="21285" y="41821"/>
                  </a:lnTo>
                  <a:lnTo>
                    <a:pt x="21945" y="42049"/>
                  </a:lnTo>
                  <a:lnTo>
                    <a:pt x="24904" y="42240"/>
                  </a:lnTo>
                  <a:lnTo>
                    <a:pt x="26111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45"/>
                  </a:moveTo>
                  <a:lnTo>
                    <a:pt x="39979" y="23114"/>
                  </a:lnTo>
                  <a:lnTo>
                    <a:pt x="38493" y="23012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44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71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597" y="24218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58" y="28549"/>
                  </a:lnTo>
                  <a:lnTo>
                    <a:pt x="36347" y="26822"/>
                  </a:lnTo>
                  <a:lnTo>
                    <a:pt x="36423" y="25107"/>
                  </a:lnTo>
                  <a:lnTo>
                    <a:pt x="36283" y="24320"/>
                  </a:lnTo>
                  <a:lnTo>
                    <a:pt x="36944" y="24561"/>
                  </a:lnTo>
                  <a:lnTo>
                    <a:pt x="39903" y="24739"/>
                  </a:lnTo>
                  <a:lnTo>
                    <a:pt x="41122" y="24447"/>
                  </a:lnTo>
                  <a:lnTo>
                    <a:pt x="41160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2" name="object 1382" descr=""/>
            <p:cNvSpPr/>
            <p:nvPr/>
          </p:nvSpPr>
          <p:spPr>
            <a:xfrm>
              <a:off x="5136316" y="767009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3" name="object 1383" descr=""/>
            <p:cNvSpPr/>
            <p:nvPr/>
          </p:nvSpPr>
          <p:spPr>
            <a:xfrm>
              <a:off x="5153926" y="7672838"/>
              <a:ext cx="55880" cy="47625"/>
            </a:xfrm>
            <a:custGeom>
              <a:avLst/>
              <a:gdLst/>
              <a:ahLst/>
              <a:cxnLst/>
              <a:rect l="l" t="t" r="r" b="b"/>
              <a:pathLst>
                <a:path w="55879" h="47625">
                  <a:moveTo>
                    <a:pt x="10452" y="5511"/>
                  </a:moveTo>
                  <a:lnTo>
                    <a:pt x="6032" y="5511"/>
                  </a:lnTo>
                  <a:lnTo>
                    <a:pt x="6032" y="0"/>
                  </a:lnTo>
                  <a:lnTo>
                    <a:pt x="5321" y="0"/>
                  </a:lnTo>
                  <a:lnTo>
                    <a:pt x="5321" y="12509"/>
                  </a:lnTo>
                  <a:lnTo>
                    <a:pt x="5715" y="12509"/>
                  </a:lnTo>
                  <a:lnTo>
                    <a:pt x="5715" y="7327"/>
                  </a:lnTo>
                  <a:lnTo>
                    <a:pt x="10452" y="7327"/>
                  </a:lnTo>
                  <a:lnTo>
                    <a:pt x="10452" y="5511"/>
                  </a:lnTo>
                  <a:close/>
                </a:path>
                <a:path w="55879" h="47625">
                  <a:moveTo>
                    <a:pt x="25730" y="23545"/>
                  </a:moveTo>
                  <a:lnTo>
                    <a:pt x="24549" y="23114"/>
                  </a:lnTo>
                  <a:lnTo>
                    <a:pt x="23075" y="23012"/>
                  </a:lnTo>
                  <a:lnTo>
                    <a:pt x="21602" y="22923"/>
                  </a:lnTo>
                  <a:lnTo>
                    <a:pt x="20942" y="23088"/>
                  </a:lnTo>
                  <a:lnTo>
                    <a:pt x="21158" y="22313"/>
                  </a:lnTo>
                  <a:lnTo>
                    <a:pt x="21323" y="18872"/>
                  </a:lnTo>
                  <a:lnTo>
                    <a:pt x="21082" y="17462"/>
                  </a:lnTo>
                  <a:lnTo>
                    <a:pt x="20307" y="17411"/>
                  </a:lnTo>
                  <a:lnTo>
                    <a:pt x="19926" y="18796"/>
                  </a:lnTo>
                  <a:lnTo>
                    <a:pt x="19837" y="20510"/>
                  </a:lnTo>
                  <a:lnTo>
                    <a:pt x="19761" y="22225"/>
                  </a:lnTo>
                  <a:lnTo>
                    <a:pt x="19900" y="23037"/>
                  </a:lnTo>
                  <a:lnTo>
                    <a:pt x="19202" y="22771"/>
                  </a:lnTo>
                  <a:lnTo>
                    <a:pt x="16256" y="22593"/>
                  </a:lnTo>
                  <a:lnTo>
                    <a:pt x="15036" y="22885"/>
                  </a:lnTo>
                  <a:lnTo>
                    <a:pt x="14998" y="23787"/>
                  </a:lnTo>
                  <a:lnTo>
                    <a:pt x="16179" y="24218"/>
                  </a:lnTo>
                  <a:lnTo>
                    <a:pt x="17653" y="24320"/>
                  </a:lnTo>
                  <a:lnTo>
                    <a:pt x="19126" y="24409"/>
                  </a:lnTo>
                  <a:lnTo>
                    <a:pt x="19812" y="24244"/>
                  </a:lnTo>
                  <a:lnTo>
                    <a:pt x="19608" y="25019"/>
                  </a:lnTo>
                  <a:lnTo>
                    <a:pt x="19443" y="28460"/>
                  </a:lnTo>
                  <a:lnTo>
                    <a:pt x="19685" y="29870"/>
                  </a:lnTo>
                  <a:lnTo>
                    <a:pt x="20459" y="29921"/>
                  </a:lnTo>
                  <a:lnTo>
                    <a:pt x="20840" y="28549"/>
                  </a:lnTo>
                  <a:lnTo>
                    <a:pt x="20916" y="26822"/>
                  </a:lnTo>
                  <a:lnTo>
                    <a:pt x="21005" y="25107"/>
                  </a:lnTo>
                  <a:lnTo>
                    <a:pt x="20853" y="24320"/>
                  </a:lnTo>
                  <a:lnTo>
                    <a:pt x="21526" y="24561"/>
                  </a:lnTo>
                  <a:lnTo>
                    <a:pt x="24472" y="24739"/>
                  </a:lnTo>
                  <a:lnTo>
                    <a:pt x="25692" y="24447"/>
                  </a:lnTo>
                  <a:lnTo>
                    <a:pt x="25730" y="23545"/>
                  </a:lnTo>
                  <a:close/>
                </a:path>
                <a:path w="55879" h="47625">
                  <a:moveTo>
                    <a:pt x="55384" y="40081"/>
                  </a:moveTo>
                  <a:lnTo>
                    <a:pt x="6311" y="40081"/>
                  </a:lnTo>
                  <a:lnTo>
                    <a:pt x="6311" y="34899"/>
                  </a:lnTo>
                  <a:lnTo>
                    <a:pt x="5321" y="34899"/>
                  </a:lnTo>
                  <a:lnTo>
                    <a:pt x="5321" y="40081"/>
                  </a:lnTo>
                  <a:lnTo>
                    <a:pt x="0" y="40081"/>
                  </a:lnTo>
                  <a:lnTo>
                    <a:pt x="0" y="41910"/>
                  </a:lnTo>
                  <a:lnTo>
                    <a:pt x="5321" y="41910"/>
                  </a:lnTo>
                  <a:lnTo>
                    <a:pt x="5321" y="47421"/>
                  </a:lnTo>
                  <a:lnTo>
                    <a:pt x="6007" y="47421"/>
                  </a:lnTo>
                  <a:lnTo>
                    <a:pt x="6007" y="41910"/>
                  </a:lnTo>
                  <a:lnTo>
                    <a:pt x="6527" y="42049"/>
                  </a:lnTo>
                  <a:lnTo>
                    <a:pt x="9474" y="42240"/>
                  </a:lnTo>
                  <a:lnTo>
                    <a:pt x="10693" y="41948"/>
                  </a:lnTo>
                  <a:lnTo>
                    <a:pt x="55384" y="41910"/>
                  </a:lnTo>
                  <a:lnTo>
                    <a:pt x="55384" y="4008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4" name="object 1384" descr=""/>
            <p:cNvSpPr/>
            <p:nvPr/>
          </p:nvSpPr>
          <p:spPr>
            <a:xfrm>
              <a:off x="5229238" y="767009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5" name="object 1385" descr=""/>
            <p:cNvSpPr/>
            <p:nvPr/>
          </p:nvSpPr>
          <p:spPr>
            <a:xfrm>
              <a:off x="5231422" y="7672838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55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83" y="17703"/>
                  </a:lnTo>
                  <a:lnTo>
                    <a:pt x="5295" y="17653"/>
                  </a:lnTo>
                  <a:lnTo>
                    <a:pt x="4927" y="19037"/>
                  </a:lnTo>
                  <a:lnTo>
                    <a:pt x="4838" y="20751"/>
                  </a:lnTo>
                  <a:lnTo>
                    <a:pt x="4762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60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34"/>
                  </a:moveTo>
                  <a:lnTo>
                    <a:pt x="24688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42" y="5359"/>
                  </a:lnTo>
                  <a:lnTo>
                    <a:pt x="16395" y="5168"/>
                  </a:lnTo>
                  <a:lnTo>
                    <a:pt x="15176" y="5473"/>
                  </a:lnTo>
                  <a:lnTo>
                    <a:pt x="15138" y="6362"/>
                  </a:lnTo>
                  <a:lnTo>
                    <a:pt x="16319" y="6807"/>
                  </a:lnTo>
                  <a:lnTo>
                    <a:pt x="17792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24" y="12458"/>
                  </a:lnTo>
                  <a:lnTo>
                    <a:pt x="20599" y="12509"/>
                  </a:lnTo>
                  <a:lnTo>
                    <a:pt x="20980" y="11125"/>
                  </a:lnTo>
                  <a:lnTo>
                    <a:pt x="21069" y="9410"/>
                  </a:lnTo>
                  <a:lnTo>
                    <a:pt x="21145" y="7696"/>
                  </a:lnTo>
                  <a:lnTo>
                    <a:pt x="20993" y="6896"/>
                  </a:lnTo>
                  <a:lnTo>
                    <a:pt x="21666" y="7137"/>
                  </a:lnTo>
                  <a:lnTo>
                    <a:pt x="24612" y="7327"/>
                  </a:lnTo>
                  <a:lnTo>
                    <a:pt x="25831" y="7035"/>
                  </a:lnTo>
                  <a:lnTo>
                    <a:pt x="25869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01"/>
                  </a:lnTo>
                  <a:lnTo>
                    <a:pt x="23507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899"/>
                  </a:lnTo>
                  <a:lnTo>
                    <a:pt x="20358" y="36283"/>
                  </a:lnTo>
                  <a:lnTo>
                    <a:pt x="20269" y="37998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75" y="40081"/>
                  </a:lnTo>
                  <a:lnTo>
                    <a:pt x="15468" y="40373"/>
                  </a:lnTo>
                  <a:lnTo>
                    <a:pt x="15417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06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37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45" y="42049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45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71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71" y="28549"/>
                  </a:lnTo>
                  <a:lnTo>
                    <a:pt x="36347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39"/>
                  </a:lnTo>
                  <a:lnTo>
                    <a:pt x="41122" y="24447"/>
                  </a:lnTo>
                  <a:lnTo>
                    <a:pt x="41160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6" name="object 1386" descr=""/>
            <p:cNvSpPr/>
            <p:nvPr/>
          </p:nvSpPr>
          <p:spPr>
            <a:xfrm>
              <a:off x="5159564" y="763456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7" name="object 1387" descr=""/>
            <p:cNvSpPr/>
            <p:nvPr/>
          </p:nvSpPr>
          <p:spPr>
            <a:xfrm>
              <a:off x="5161749" y="763730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812"/>
                  </a:moveTo>
                  <a:lnTo>
                    <a:pt x="9550" y="23368"/>
                  </a:lnTo>
                  <a:lnTo>
                    <a:pt x="8077" y="23279"/>
                  </a:lnTo>
                  <a:lnTo>
                    <a:pt x="6591" y="23177"/>
                  </a:lnTo>
                  <a:lnTo>
                    <a:pt x="5943" y="23342"/>
                  </a:lnTo>
                  <a:lnTo>
                    <a:pt x="6159" y="22580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65"/>
                  </a:lnTo>
                  <a:lnTo>
                    <a:pt x="4927" y="19050"/>
                  </a:lnTo>
                  <a:lnTo>
                    <a:pt x="4838" y="20764"/>
                  </a:lnTo>
                  <a:lnTo>
                    <a:pt x="4749" y="22479"/>
                  </a:lnTo>
                  <a:lnTo>
                    <a:pt x="4889" y="23291"/>
                  </a:lnTo>
                  <a:lnTo>
                    <a:pt x="4203" y="23037"/>
                  </a:lnTo>
                  <a:lnTo>
                    <a:pt x="1257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85"/>
                  </a:lnTo>
                  <a:lnTo>
                    <a:pt x="2654" y="24574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37"/>
                  </a:lnTo>
                  <a:lnTo>
                    <a:pt x="5461" y="30187"/>
                  </a:lnTo>
                  <a:lnTo>
                    <a:pt x="5842" y="28803"/>
                  </a:lnTo>
                  <a:lnTo>
                    <a:pt x="5918" y="27089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15"/>
                  </a:lnTo>
                  <a:lnTo>
                    <a:pt x="9474" y="25006"/>
                  </a:lnTo>
                  <a:lnTo>
                    <a:pt x="10693" y="24714"/>
                  </a:lnTo>
                  <a:lnTo>
                    <a:pt x="10731" y="23812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15"/>
                  </a:lnTo>
                  <a:lnTo>
                    <a:pt x="23215" y="5613"/>
                  </a:lnTo>
                  <a:lnTo>
                    <a:pt x="21742" y="5524"/>
                  </a:lnTo>
                  <a:lnTo>
                    <a:pt x="21082" y="5689"/>
                  </a:lnTo>
                  <a:lnTo>
                    <a:pt x="21297" y="4914"/>
                  </a:lnTo>
                  <a:lnTo>
                    <a:pt x="21450" y="1473"/>
                  </a:lnTo>
                  <a:lnTo>
                    <a:pt x="21209" y="63"/>
                  </a:lnTo>
                  <a:lnTo>
                    <a:pt x="20434" y="0"/>
                  </a:lnTo>
                  <a:lnTo>
                    <a:pt x="20066" y="1384"/>
                  </a:lnTo>
                  <a:lnTo>
                    <a:pt x="19977" y="3111"/>
                  </a:lnTo>
                  <a:lnTo>
                    <a:pt x="19900" y="4826"/>
                  </a:lnTo>
                  <a:lnTo>
                    <a:pt x="20027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792" y="6908"/>
                  </a:lnTo>
                  <a:lnTo>
                    <a:pt x="19265" y="7010"/>
                  </a:lnTo>
                  <a:lnTo>
                    <a:pt x="19939" y="6858"/>
                  </a:lnTo>
                  <a:lnTo>
                    <a:pt x="19735" y="7607"/>
                  </a:lnTo>
                  <a:lnTo>
                    <a:pt x="19583" y="11061"/>
                  </a:lnTo>
                  <a:lnTo>
                    <a:pt x="19824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56" y="9423"/>
                  </a:lnTo>
                  <a:lnTo>
                    <a:pt x="21145" y="7708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495" y="40525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85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51"/>
                  </a:lnTo>
                  <a:lnTo>
                    <a:pt x="19634" y="40284"/>
                  </a:lnTo>
                  <a:lnTo>
                    <a:pt x="16675" y="40093"/>
                  </a:lnTo>
                  <a:lnTo>
                    <a:pt x="15468" y="40386"/>
                  </a:lnTo>
                  <a:lnTo>
                    <a:pt x="15417" y="41287"/>
                  </a:lnTo>
                  <a:lnTo>
                    <a:pt x="16598" y="41732"/>
                  </a:lnTo>
                  <a:lnTo>
                    <a:pt x="18084" y="41821"/>
                  </a:lnTo>
                  <a:lnTo>
                    <a:pt x="19558" y="41922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59" y="46050"/>
                  </a:lnTo>
                  <a:lnTo>
                    <a:pt x="21348" y="44335"/>
                  </a:lnTo>
                  <a:lnTo>
                    <a:pt x="21424" y="42621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52"/>
                  </a:lnTo>
                  <a:lnTo>
                    <a:pt x="26111" y="41960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26"/>
                  </a:lnTo>
                  <a:lnTo>
                    <a:pt x="38493" y="23025"/>
                  </a:lnTo>
                  <a:lnTo>
                    <a:pt x="37020" y="22936"/>
                  </a:lnTo>
                  <a:lnTo>
                    <a:pt x="36372" y="23101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499" y="17475"/>
                  </a:lnTo>
                  <a:lnTo>
                    <a:pt x="35725" y="17424"/>
                  </a:lnTo>
                  <a:lnTo>
                    <a:pt x="35344" y="18796"/>
                  </a:lnTo>
                  <a:lnTo>
                    <a:pt x="35267" y="20523"/>
                  </a:lnTo>
                  <a:lnTo>
                    <a:pt x="35179" y="22237"/>
                  </a:lnTo>
                  <a:lnTo>
                    <a:pt x="35318" y="23050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56" y="24422"/>
                  </a:lnTo>
                  <a:lnTo>
                    <a:pt x="35229" y="24269"/>
                  </a:lnTo>
                  <a:lnTo>
                    <a:pt x="35026" y="25031"/>
                  </a:lnTo>
                  <a:lnTo>
                    <a:pt x="34874" y="28473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58" y="28549"/>
                  </a:lnTo>
                  <a:lnTo>
                    <a:pt x="36347" y="26835"/>
                  </a:lnTo>
                  <a:lnTo>
                    <a:pt x="36436" y="25120"/>
                  </a:lnTo>
                  <a:lnTo>
                    <a:pt x="36283" y="24333"/>
                  </a:lnTo>
                  <a:lnTo>
                    <a:pt x="36944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8" name="object 1388" descr=""/>
            <p:cNvSpPr/>
            <p:nvPr/>
          </p:nvSpPr>
          <p:spPr>
            <a:xfrm>
              <a:off x="5113047" y="763456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9" name="object 1389" descr=""/>
            <p:cNvSpPr/>
            <p:nvPr/>
          </p:nvSpPr>
          <p:spPr>
            <a:xfrm>
              <a:off x="5206081" y="756149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0" name="object 1390" descr=""/>
            <p:cNvSpPr/>
            <p:nvPr/>
          </p:nvSpPr>
          <p:spPr>
            <a:xfrm>
              <a:off x="5208257" y="7564227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812"/>
                  </a:moveTo>
                  <a:lnTo>
                    <a:pt x="9563" y="23368"/>
                  </a:lnTo>
                  <a:lnTo>
                    <a:pt x="8077" y="23279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80"/>
                  </a:lnTo>
                  <a:lnTo>
                    <a:pt x="6324" y="19138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37"/>
                  </a:lnTo>
                  <a:lnTo>
                    <a:pt x="1257" y="22847"/>
                  </a:lnTo>
                  <a:lnTo>
                    <a:pt x="50" y="23139"/>
                  </a:lnTo>
                  <a:lnTo>
                    <a:pt x="0" y="24041"/>
                  </a:lnTo>
                  <a:lnTo>
                    <a:pt x="1181" y="24485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99" y="30137"/>
                  </a:lnTo>
                  <a:lnTo>
                    <a:pt x="5473" y="30187"/>
                  </a:lnTo>
                  <a:lnTo>
                    <a:pt x="5842" y="28803"/>
                  </a:lnTo>
                  <a:lnTo>
                    <a:pt x="5930" y="27089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15"/>
                  </a:lnTo>
                  <a:lnTo>
                    <a:pt x="9486" y="25006"/>
                  </a:lnTo>
                  <a:lnTo>
                    <a:pt x="10706" y="24714"/>
                  </a:lnTo>
                  <a:lnTo>
                    <a:pt x="10744" y="23812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28" y="5613"/>
                  </a:lnTo>
                  <a:lnTo>
                    <a:pt x="21742" y="5524"/>
                  </a:lnTo>
                  <a:lnTo>
                    <a:pt x="21094" y="5689"/>
                  </a:lnTo>
                  <a:lnTo>
                    <a:pt x="21310" y="4914"/>
                  </a:lnTo>
                  <a:lnTo>
                    <a:pt x="21463" y="1473"/>
                  </a:lnTo>
                  <a:lnTo>
                    <a:pt x="21221" y="63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26"/>
                  </a:lnTo>
                  <a:lnTo>
                    <a:pt x="20040" y="5638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32" y="6819"/>
                  </a:lnTo>
                  <a:lnTo>
                    <a:pt x="17805" y="6908"/>
                  </a:lnTo>
                  <a:lnTo>
                    <a:pt x="19278" y="7010"/>
                  </a:lnTo>
                  <a:lnTo>
                    <a:pt x="19951" y="6858"/>
                  </a:lnTo>
                  <a:lnTo>
                    <a:pt x="19748" y="7607"/>
                  </a:lnTo>
                  <a:lnTo>
                    <a:pt x="19596" y="11061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58" y="7708"/>
                  </a:lnTo>
                  <a:lnTo>
                    <a:pt x="21005" y="6921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74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55" y="36385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38"/>
                  </a:lnTo>
                  <a:lnTo>
                    <a:pt x="20332" y="40551"/>
                  </a:lnTo>
                  <a:lnTo>
                    <a:pt x="19634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32"/>
                  </a:lnTo>
                  <a:lnTo>
                    <a:pt x="18084" y="41821"/>
                  </a:lnTo>
                  <a:lnTo>
                    <a:pt x="19570" y="41922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74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72" y="46050"/>
                  </a:lnTo>
                  <a:lnTo>
                    <a:pt x="21361" y="44335"/>
                  </a:lnTo>
                  <a:lnTo>
                    <a:pt x="21437" y="42621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17" y="42252"/>
                  </a:lnTo>
                  <a:lnTo>
                    <a:pt x="26123" y="41960"/>
                  </a:lnTo>
                  <a:lnTo>
                    <a:pt x="26174" y="41059"/>
                  </a:lnTo>
                  <a:close/>
                </a:path>
                <a:path w="41275" h="47625">
                  <a:moveTo>
                    <a:pt x="41173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36"/>
                  </a:lnTo>
                  <a:lnTo>
                    <a:pt x="36372" y="23101"/>
                  </a:lnTo>
                  <a:lnTo>
                    <a:pt x="36588" y="22326"/>
                  </a:lnTo>
                  <a:lnTo>
                    <a:pt x="36753" y="18884"/>
                  </a:lnTo>
                  <a:lnTo>
                    <a:pt x="36512" y="17475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80" y="20523"/>
                  </a:lnTo>
                  <a:lnTo>
                    <a:pt x="35191" y="22237"/>
                  </a:lnTo>
                  <a:lnTo>
                    <a:pt x="35318" y="23050"/>
                  </a:lnTo>
                  <a:lnTo>
                    <a:pt x="34645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96" y="24320"/>
                  </a:lnTo>
                  <a:lnTo>
                    <a:pt x="34569" y="24422"/>
                  </a:lnTo>
                  <a:lnTo>
                    <a:pt x="35242" y="24269"/>
                  </a:lnTo>
                  <a:lnTo>
                    <a:pt x="35039" y="25019"/>
                  </a:lnTo>
                  <a:lnTo>
                    <a:pt x="34874" y="28473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20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73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1" name="object 1391" descr=""/>
            <p:cNvSpPr/>
            <p:nvPr/>
          </p:nvSpPr>
          <p:spPr>
            <a:xfrm>
              <a:off x="5183439" y="759701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2" name="object 1392" descr=""/>
            <p:cNvSpPr/>
            <p:nvPr/>
          </p:nvSpPr>
          <p:spPr>
            <a:xfrm>
              <a:off x="5185626" y="759976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55"/>
                  </a:lnTo>
                  <a:lnTo>
                    <a:pt x="8077" y="23266"/>
                  </a:lnTo>
                  <a:lnTo>
                    <a:pt x="6591" y="23164"/>
                  </a:lnTo>
                  <a:lnTo>
                    <a:pt x="5943" y="23329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03"/>
                  </a:lnTo>
                  <a:lnTo>
                    <a:pt x="5295" y="17653"/>
                  </a:lnTo>
                  <a:lnTo>
                    <a:pt x="4927" y="19037"/>
                  </a:lnTo>
                  <a:lnTo>
                    <a:pt x="4838" y="20751"/>
                  </a:lnTo>
                  <a:lnTo>
                    <a:pt x="4749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44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63"/>
                  </a:lnTo>
                  <a:lnTo>
                    <a:pt x="4800" y="24498"/>
                  </a:lnTo>
                  <a:lnTo>
                    <a:pt x="4597" y="25260"/>
                  </a:lnTo>
                  <a:lnTo>
                    <a:pt x="4445" y="28702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34"/>
                  </a:moveTo>
                  <a:lnTo>
                    <a:pt x="24688" y="5702"/>
                  </a:lnTo>
                  <a:lnTo>
                    <a:pt x="23215" y="5600"/>
                  </a:lnTo>
                  <a:lnTo>
                    <a:pt x="21729" y="5511"/>
                  </a:lnTo>
                  <a:lnTo>
                    <a:pt x="21082" y="5676"/>
                  </a:lnTo>
                  <a:lnTo>
                    <a:pt x="21297" y="4902"/>
                  </a:lnTo>
                  <a:lnTo>
                    <a:pt x="21450" y="1460"/>
                  </a:lnTo>
                  <a:lnTo>
                    <a:pt x="21209" y="50"/>
                  </a:lnTo>
                  <a:lnTo>
                    <a:pt x="20434" y="0"/>
                  </a:lnTo>
                  <a:lnTo>
                    <a:pt x="20066" y="1371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27" y="5626"/>
                  </a:lnTo>
                  <a:lnTo>
                    <a:pt x="19342" y="5359"/>
                  </a:lnTo>
                  <a:lnTo>
                    <a:pt x="16395" y="5168"/>
                  </a:lnTo>
                  <a:lnTo>
                    <a:pt x="15176" y="5473"/>
                  </a:lnTo>
                  <a:lnTo>
                    <a:pt x="15138" y="6362"/>
                  </a:lnTo>
                  <a:lnTo>
                    <a:pt x="16319" y="6807"/>
                  </a:lnTo>
                  <a:lnTo>
                    <a:pt x="17792" y="6896"/>
                  </a:lnTo>
                  <a:lnTo>
                    <a:pt x="19265" y="6997"/>
                  </a:lnTo>
                  <a:lnTo>
                    <a:pt x="19939" y="6845"/>
                  </a:lnTo>
                  <a:lnTo>
                    <a:pt x="19735" y="7607"/>
                  </a:lnTo>
                  <a:lnTo>
                    <a:pt x="19583" y="11049"/>
                  </a:lnTo>
                  <a:lnTo>
                    <a:pt x="19824" y="12458"/>
                  </a:lnTo>
                  <a:lnTo>
                    <a:pt x="20599" y="12509"/>
                  </a:lnTo>
                  <a:lnTo>
                    <a:pt x="20980" y="11125"/>
                  </a:lnTo>
                  <a:lnTo>
                    <a:pt x="21056" y="9410"/>
                  </a:lnTo>
                  <a:lnTo>
                    <a:pt x="21145" y="7696"/>
                  </a:lnTo>
                  <a:lnTo>
                    <a:pt x="20993" y="6896"/>
                  </a:lnTo>
                  <a:lnTo>
                    <a:pt x="21666" y="7137"/>
                  </a:lnTo>
                  <a:lnTo>
                    <a:pt x="24612" y="7327"/>
                  </a:lnTo>
                  <a:lnTo>
                    <a:pt x="25831" y="7035"/>
                  </a:lnTo>
                  <a:lnTo>
                    <a:pt x="25869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01"/>
                  </a:lnTo>
                  <a:lnTo>
                    <a:pt x="23495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899"/>
                  </a:lnTo>
                  <a:lnTo>
                    <a:pt x="20345" y="36283"/>
                  </a:lnTo>
                  <a:lnTo>
                    <a:pt x="20269" y="37998"/>
                  </a:lnTo>
                  <a:lnTo>
                    <a:pt x="20180" y="39725"/>
                  </a:lnTo>
                  <a:lnTo>
                    <a:pt x="20307" y="40538"/>
                  </a:lnTo>
                  <a:lnTo>
                    <a:pt x="19634" y="40271"/>
                  </a:lnTo>
                  <a:lnTo>
                    <a:pt x="16675" y="40081"/>
                  </a:lnTo>
                  <a:lnTo>
                    <a:pt x="15455" y="40373"/>
                  </a:lnTo>
                  <a:lnTo>
                    <a:pt x="15417" y="41275"/>
                  </a:lnTo>
                  <a:lnTo>
                    <a:pt x="16598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06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37"/>
                  </a:lnTo>
                  <a:lnTo>
                    <a:pt x="21348" y="44323"/>
                  </a:lnTo>
                  <a:lnTo>
                    <a:pt x="21424" y="42608"/>
                  </a:lnTo>
                  <a:lnTo>
                    <a:pt x="21285" y="41821"/>
                  </a:lnTo>
                  <a:lnTo>
                    <a:pt x="21945" y="42049"/>
                  </a:lnTo>
                  <a:lnTo>
                    <a:pt x="24904" y="42240"/>
                  </a:lnTo>
                  <a:lnTo>
                    <a:pt x="26111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45"/>
                  </a:moveTo>
                  <a:lnTo>
                    <a:pt x="39979" y="23114"/>
                  </a:lnTo>
                  <a:lnTo>
                    <a:pt x="38493" y="23012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44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71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597" y="24218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58" y="28549"/>
                  </a:lnTo>
                  <a:lnTo>
                    <a:pt x="36347" y="26822"/>
                  </a:lnTo>
                  <a:lnTo>
                    <a:pt x="36423" y="25107"/>
                  </a:lnTo>
                  <a:lnTo>
                    <a:pt x="36283" y="24320"/>
                  </a:lnTo>
                  <a:lnTo>
                    <a:pt x="36944" y="24549"/>
                  </a:lnTo>
                  <a:lnTo>
                    <a:pt x="39903" y="24739"/>
                  </a:lnTo>
                  <a:lnTo>
                    <a:pt x="41122" y="24447"/>
                  </a:lnTo>
                  <a:lnTo>
                    <a:pt x="41160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3" name="object 1393" descr=""/>
            <p:cNvSpPr/>
            <p:nvPr/>
          </p:nvSpPr>
          <p:spPr>
            <a:xfrm>
              <a:off x="5136316" y="759701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4" name="object 1394" descr=""/>
            <p:cNvSpPr/>
            <p:nvPr/>
          </p:nvSpPr>
          <p:spPr>
            <a:xfrm>
              <a:off x="5153926" y="7599762"/>
              <a:ext cx="55880" cy="47625"/>
            </a:xfrm>
            <a:custGeom>
              <a:avLst/>
              <a:gdLst/>
              <a:ahLst/>
              <a:cxnLst/>
              <a:rect l="l" t="t" r="r" b="b"/>
              <a:pathLst>
                <a:path w="55879" h="47625">
                  <a:moveTo>
                    <a:pt x="10452" y="5511"/>
                  </a:moveTo>
                  <a:lnTo>
                    <a:pt x="6032" y="5511"/>
                  </a:lnTo>
                  <a:lnTo>
                    <a:pt x="6032" y="0"/>
                  </a:lnTo>
                  <a:lnTo>
                    <a:pt x="5321" y="0"/>
                  </a:lnTo>
                  <a:lnTo>
                    <a:pt x="5321" y="12509"/>
                  </a:lnTo>
                  <a:lnTo>
                    <a:pt x="5715" y="12509"/>
                  </a:lnTo>
                  <a:lnTo>
                    <a:pt x="5715" y="7327"/>
                  </a:lnTo>
                  <a:lnTo>
                    <a:pt x="10452" y="7327"/>
                  </a:lnTo>
                  <a:lnTo>
                    <a:pt x="10452" y="5511"/>
                  </a:lnTo>
                  <a:close/>
                </a:path>
                <a:path w="55879" h="47625">
                  <a:moveTo>
                    <a:pt x="25730" y="23545"/>
                  </a:moveTo>
                  <a:lnTo>
                    <a:pt x="24549" y="23114"/>
                  </a:lnTo>
                  <a:lnTo>
                    <a:pt x="23075" y="23012"/>
                  </a:lnTo>
                  <a:lnTo>
                    <a:pt x="21602" y="22923"/>
                  </a:lnTo>
                  <a:lnTo>
                    <a:pt x="20942" y="23088"/>
                  </a:lnTo>
                  <a:lnTo>
                    <a:pt x="21158" y="22313"/>
                  </a:lnTo>
                  <a:lnTo>
                    <a:pt x="21323" y="18872"/>
                  </a:lnTo>
                  <a:lnTo>
                    <a:pt x="21082" y="17462"/>
                  </a:lnTo>
                  <a:lnTo>
                    <a:pt x="20307" y="17411"/>
                  </a:lnTo>
                  <a:lnTo>
                    <a:pt x="19926" y="18796"/>
                  </a:lnTo>
                  <a:lnTo>
                    <a:pt x="19837" y="20510"/>
                  </a:lnTo>
                  <a:lnTo>
                    <a:pt x="19761" y="22225"/>
                  </a:lnTo>
                  <a:lnTo>
                    <a:pt x="19900" y="23037"/>
                  </a:lnTo>
                  <a:lnTo>
                    <a:pt x="19202" y="22771"/>
                  </a:lnTo>
                  <a:lnTo>
                    <a:pt x="16256" y="22593"/>
                  </a:lnTo>
                  <a:lnTo>
                    <a:pt x="15036" y="22885"/>
                  </a:lnTo>
                  <a:lnTo>
                    <a:pt x="14998" y="23787"/>
                  </a:lnTo>
                  <a:lnTo>
                    <a:pt x="16179" y="24218"/>
                  </a:lnTo>
                  <a:lnTo>
                    <a:pt x="17653" y="24320"/>
                  </a:lnTo>
                  <a:lnTo>
                    <a:pt x="19126" y="24409"/>
                  </a:lnTo>
                  <a:lnTo>
                    <a:pt x="19812" y="24244"/>
                  </a:lnTo>
                  <a:lnTo>
                    <a:pt x="19608" y="25019"/>
                  </a:lnTo>
                  <a:lnTo>
                    <a:pt x="19443" y="28460"/>
                  </a:lnTo>
                  <a:lnTo>
                    <a:pt x="19685" y="29870"/>
                  </a:lnTo>
                  <a:lnTo>
                    <a:pt x="20459" y="29921"/>
                  </a:lnTo>
                  <a:lnTo>
                    <a:pt x="20840" y="28549"/>
                  </a:lnTo>
                  <a:lnTo>
                    <a:pt x="20916" y="26822"/>
                  </a:lnTo>
                  <a:lnTo>
                    <a:pt x="21005" y="25107"/>
                  </a:lnTo>
                  <a:lnTo>
                    <a:pt x="20853" y="24307"/>
                  </a:lnTo>
                  <a:lnTo>
                    <a:pt x="21526" y="24549"/>
                  </a:lnTo>
                  <a:lnTo>
                    <a:pt x="24472" y="24739"/>
                  </a:lnTo>
                  <a:lnTo>
                    <a:pt x="25692" y="24447"/>
                  </a:lnTo>
                  <a:lnTo>
                    <a:pt x="25730" y="23545"/>
                  </a:lnTo>
                  <a:close/>
                </a:path>
                <a:path w="55879" h="47625">
                  <a:moveTo>
                    <a:pt x="55384" y="40081"/>
                  </a:moveTo>
                  <a:lnTo>
                    <a:pt x="6311" y="40081"/>
                  </a:lnTo>
                  <a:lnTo>
                    <a:pt x="6311" y="34899"/>
                  </a:lnTo>
                  <a:lnTo>
                    <a:pt x="5321" y="34899"/>
                  </a:lnTo>
                  <a:lnTo>
                    <a:pt x="5321" y="40081"/>
                  </a:lnTo>
                  <a:lnTo>
                    <a:pt x="0" y="40081"/>
                  </a:lnTo>
                  <a:lnTo>
                    <a:pt x="0" y="41910"/>
                  </a:lnTo>
                  <a:lnTo>
                    <a:pt x="5321" y="41910"/>
                  </a:lnTo>
                  <a:lnTo>
                    <a:pt x="5321" y="47421"/>
                  </a:lnTo>
                  <a:lnTo>
                    <a:pt x="6007" y="47421"/>
                  </a:lnTo>
                  <a:lnTo>
                    <a:pt x="6007" y="41910"/>
                  </a:lnTo>
                  <a:lnTo>
                    <a:pt x="6527" y="42049"/>
                  </a:lnTo>
                  <a:lnTo>
                    <a:pt x="9474" y="42240"/>
                  </a:lnTo>
                  <a:lnTo>
                    <a:pt x="10693" y="41948"/>
                  </a:lnTo>
                  <a:lnTo>
                    <a:pt x="55384" y="41910"/>
                  </a:lnTo>
                  <a:lnTo>
                    <a:pt x="55384" y="4008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5" name="object 1395" descr=""/>
            <p:cNvSpPr/>
            <p:nvPr/>
          </p:nvSpPr>
          <p:spPr>
            <a:xfrm>
              <a:off x="5229238" y="7597014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6" name="object 1396" descr=""/>
            <p:cNvSpPr/>
            <p:nvPr/>
          </p:nvSpPr>
          <p:spPr>
            <a:xfrm>
              <a:off x="5231422" y="759976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55"/>
                  </a:lnTo>
                  <a:lnTo>
                    <a:pt x="8077" y="23266"/>
                  </a:lnTo>
                  <a:lnTo>
                    <a:pt x="6604" y="23164"/>
                  </a:lnTo>
                  <a:lnTo>
                    <a:pt x="5943" y="23329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83" y="17703"/>
                  </a:lnTo>
                  <a:lnTo>
                    <a:pt x="5295" y="17653"/>
                  </a:lnTo>
                  <a:lnTo>
                    <a:pt x="4927" y="19037"/>
                  </a:lnTo>
                  <a:lnTo>
                    <a:pt x="4838" y="20751"/>
                  </a:lnTo>
                  <a:lnTo>
                    <a:pt x="4762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63"/>
                  </a:lnTo>
                  <a:lnTo>
                    <a:pt x="4800" y="24498"/>
                  </a:lnTo>
                  <a:lnTo>
                    <a:pt x="4597" y="25260"/>
                  </a:lnTo>
                  <a:lnTo>
                    <a:pt x="4445" y="28702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34"/>
                  </a:moveTo>
                  <a:lnTo>
                    <a:pt x="24688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71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42" y="5359"/>
                  </a:lnTo>
                  <a:lnTo>
                    <a:pt x="16395" y="5168"/>
                  </a:lnTo>
                  <a:lnTo>
                    <a:pt x="15176" y="5473"/>
                  </a:lnTo>
                  <a:lnTo>
                    <a:pt x="15138" y="6362"/>
                  </a:lnTo>
                  <a:lnTo>
                    <a:pt x="16319" y="6807"/>
                  </a:lnTo>
                  <a:lnTo>
                    <a:pt x="17792" y="6896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24" y="12458"/>
                  </a:lnTo>
                  <a:lnTo>
                    <a:pt x="20599" y="12509"/>
                  </a:lnTo>
                  <a:lnTo>
                    <a:pt x="20980" y="11125"/>
                  </a:lnTo>
                  <a:lnTo>
                    <a:pt x="21069" y="9410"/>
                  </a:lnTo>
                  <a:lnTo>
                    <a:pt x="21145" y="7696"/>
                  </a:lnTo>
                  <a:lnTo>
                    <a:pt x="20993" y="6896"/>
                  </a:lnTo>
                  <a:lnTo>
                    <a:pt x="21666" y="7137"/>
                  </a:lnTo>
                  <a:lnTo>
                    <a:pt x="24612" y="7327"/>
                  </a:lnTo>
                  <a:lnTo>
                    <a:pt x="25831" y="7035"/>
                  </a:lnTo>
                  <a:lnTo>
                    <a:pt x="25869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01"/>
                  </a:lnTo>
                  <a:lnTo>
                    <a:pt x="23507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899"/>
                  </a:lnTo>
                  <a:lnTo>
                    <a:pt x="20358" y="36283"/>
                  </a:lnTo>
                  <a:lnTo>
                    <a:pt x="20269" y="37998"/>
                  </a:lnTo>
                  <a:lnTo>
                    <a:pt x="20180" y="39725"/>
                  </a:lnTo>
                  <a:lnTo>
                    <a:pt x="20307" y="40538"/>
                  </a:lnTo>
                  <a:lnTo>
                    <a:pt x="19634" y="40271"/>
                  </a:lnTo>
                  <a:lnTo>
                    <a:pt x="16675" y="40081"/>
                  </a:lnTo>
                  <a:lnTo>
                    <a:pt x="15468" y="40373"/>
                  </a:lnTo>
                  <a:lnTo>
                    <a:pt x="15417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06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37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45" y="42049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45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71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71" y="28549"/>
                  </a:lnTo>
                  <a:lnTo>
                    <a:pt x="36347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49"/>
                  </a:lnTo>
                  <a:lnTo>
                    <a:pt x="39903" y="24739"/>
                  </a:lnTo>
                  <a:lnTo>
                    <a:pt x="41122" y="24447"/>
                  </a:lnTo>
                  <a:lnTo>
                    <a:pt x="41160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7" name="object 1397" descr=""/>
            <p:cNvSpPr/>
            <p:nvPr/>
          </p:nvSpPr>
          <p:spPr>
            <a:xfrm>
              <a:off x="5159564" y="756149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8" name="object 1398" descr=""/>
            <p:cNvSpPr/>
            <p:nvPr/>
          </p:nvSpPr>
          <p:spPr>
            <a:xfrm>
              <a:off x="5161749" y="7564227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812"/>
                  </a:moveTo>
                  <a:lnTo>
                    <a:pt x="9550" y="23368"/>
                  </a:lnTo>
                  <a:lnTo>
                    <a:pt x="8077" y="23279"/>
                  </a:lnTo>
                  <a:lnTo>
                    <a:pt x="6591" y="23177"/>
                  </a:lnTo>
                  <a:lnTo>
                    <a:pt x="5943" y="23342"/>
                  </a:lnTo>
                  <a:lnTo>
                    <a:pt x="6159" y="22580"/>
                  </a:lnTo>
                  <a:lnTo>
                    <a:pt x="6311" y="19138"/>
                  </a:lnTo>
                  <a:lnTo>
                    <a:pt x="6070" y="17716"/>
                  </a:lnTo>
                  <a:lnTo>
                    <a:pt x="5295" y="17665"/>
                  </a:lnTo>
                  <a:lnTo>
                    <a:pt x="4927" y="19050"/>
                  </a:lnTo>
                  <a:lnTo>
                    <a:pt x="4838" y="20764"/>
                  </a:lnTo>
                  <a:lnTo>
                    <a:pt x="4749" y="22479"/>
                  </a:lnTo>
                  <a:lnTo>
                    <a:pt x="4889" y="23291"/>
                  </a:lnTo>
                  <a:lnTo>
                    <a:pt x="4203" y="23037"/>
                  </a:lnTo>
                  <a:lnTo>
                    <a:pt x="1257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85"/>
                  </a:lnTo>
                  <a:lnTo>
                    <a:pt x="2654" y="24574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37"/>
                  </a:lnTo>
                  <a:lnTo>
                    <a:pt x="5461" y="30187"/>
                  </a:lnTo>
                  <a:lnTo>
                    <a:pt x="5842" y="28803"/>
                  </a:lnTo>
                  <a:lnTo>
                    <a:pt x="5918" y="27089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15"/>
                  </a:lnTo>
                  <a:lnTo>
                    <a:pt x="9474" y="25006"/>
                  </a:lnTo>
                  <a:lnTo>
                    <a:pt x="10693" y="24714"/>
                  </a:lnTo>
                  <a:lnTo>
                    <a:pt x="10731" y="23812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24"/>
                  </a:lnTo>
                  <a:lnTo>
                    <a:pt x="21082" y="5689"/>
                  </a:lnTo>
                  <a:lnTo>
                    <a:pt x="21297" y="4914"/>
                  </a:lnTo>
                  <a:lnTo>
                    <a:pt x="21450" y="1473"/>
                  </a:lnTo>
                  <a:lnTo>
                    <a:pt x="21209" y="63"/>
                  </a:lnTo>
                  <a:lnTo>
                    <a:pt x="20434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26"/>
                  </a:lnTo>
                  <a:lnTo>
                    <a:pt x="20027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792" y="6908"/>
                  </a:lnTo>
                  <a:lnTo>
                    <a:pt x="19265" y="7010"/>
                  </a:lnTo>
                  <a:lnTo>
                    <a:pt x="19939" y="6858"/>
                  </a:lnTo>
                  <a:lnTo>
                    <a:pt x="19735" y="7607"/>
                  </a:lnTo>
                  <a:lnTo>
                    <a:pt x="19583" y="11061"/>
                  </a:lnTo>
                  <a:lnTo>
                    <a:pt x="19824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56" y="9423"/>
                  </a:lnTo>
                  <a:lnTo>
                    <a:pt x="21145" y="7708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495" y="40525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85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96"/>
                  </a:lnTo>
                  <a:lnTo>
                    <a:pt x="20269" y="38011"/>
                  </a:lnTo>
                  <a:lnTo>
                    <a:pt x="20180" y="39738"/>
                  </a:lnTo>
                  <a:lnTo>
                    <a:pt x="20320" y="40551"/>
                  </a:lnTo>
                  <a:lnTo>
                    <a:pt x="19634" y="40284"/>
                  </a:lnTo>
                  <a:lnTo>
                    <a:pt x="16675" y="40093"/>
                  </a:lnTo>
                  <a:lnTo>
                    <a:pt x="15468" y="40386"/>
                  </a:lnTo>
                  <a:lnTo>
                    <a:pt x="15417" y="41287"/>
                  </a:lnTo>
                  <a:lnTo>
                    <a:pt x="16598" y="41732"/>
                  </a:lnTo>
                  <a:lnTo>
                    <a:pt x="18084" y="41821"/>
                  </a:lnTo>
                  <a:lnTo>
                    <a:pt x="19558" y="41922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74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59" y="46050"/>
                  </a:lnTo>
                  <a:lnTo>
                    <a:pt x="21348" y="44335"/>
                  </a:lnTo>
                  <a:lnTo>
                    <a:pt x="21424" y="42621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52"/>
                  </a:lnTo>
                  <a:lnTo>
                    <a:pt x="26111" y="41960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493" y="23025"/>
                  </a:lnTo>
                  <a:lnTo>
                    <a:pt x="37020" y="22936"/>
                  </a:lnTo>
                  <a:lnTo>
                    <a:pt x="36372" y="23101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499" y="17475"/>
                  </a:lnTo>
                  <a:lnTo>
                    <a:pt x="35725" y="17411"/>
                  </a:lnTo>
                  <a:lnTo>
                    <a:pt x="35344" y="18796"/>
                  </a:lnTo>
                  <a:lnTo>
                    <a:pt x="35267" y="20523"/>
                  </a:lnTo>
                  <a:lnTo>
                    <a:pt x="35179" y="22237"/>
                  </a:lnTo>
                  <a:lnTo>
                    <a:pt x="35306" y="23050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56" y="24422"/>
                  </a:lnTo>
                  <a:lnTo>
                    <a:pt x="35229" y="24269"/>
                  </a:lnTo>
                  <a:lnTo>
                    <a:pt x="35026" y="25019"/>
                  </a:lnTo>
                  <a:lnTo>
                    <a:pt x="34874" y="28473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58" y="28549"/>
                  </a:lnTo>
                  <a:lnTo>
                    <a:pt x="36347" y="26835"/>
                  </a:lnTo>
                  <a:lnTo>
                    <a:pt x="36436" y="25120"/>
                  </a:lnTo>
                  <a:lnTo>
                    <a:pt x="36283" y="24333"/>
                  </a:lnTo>
                  <a:lnTo>
                    <a:pt x="36944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9" name="object 1399" descr=""/>
            <p:cNvSpPr/>
            <p:nvPr/>
          </p:nvSpPr>
          <p:spPr>
            <a:xfrm>
              <a:off x="5113047" y="756149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0" name="object 1400" descr=""/>
            <p:cNvSpPr/>
            <p:nvPr/>
          </p:nvSpPr>
          <p:spPr>
            <a:xfrm>
              <a:off x="5349674" y="778088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1" name="object 1401" descr=""/>
            <p:cNvSpPr/>
            <p:nvPr/>
          </p:nvSpPr>
          <p:spPr>
            <a:xfrm>
              <a:off x="5351856" y="778363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55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24" y="19126"/>
                  </a:lnTo>
                  <a:lnTo>
                    <a:pt x="6083" y="17703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38" y="20751"/>
                  </a:lnTo>
                  <a:lnTo>
                    <a:pt x="4762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60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82" y="6134"/>
                  </a:moveTo>
                  <a:lnTo>
                    <a:pt x="24688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59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37" y="12458"/>
                  </a:lnTo>
                  <a:lnTo>
                    <a:pt x="20599" y="12509"/>
                  </a:lnTo>
                  <a:lnTo>
                    <a:pt x="20980" y="11137"/>
                  </a:lnTo>
                  <a:lnTo>
                    <a:pt x="21069" y="9410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25" y="7327"/>
                  </a:lnTo>
                  <a:lnTo>
                    <a:pt x="25831" y="7035"/>
                  </a:lnTo>
                  <a:lnTo>
                    <a:pt x="25882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899"/>
                  </a:lnTo>
                  <a:lnTo>
                    <a:pt x="20358" y="36283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07" y="40538"/>
                  </a:lnTo>
                  <a:lnTo>
                    <a:pt x="19634" y="40271"/>
                  </a:lnTo>
                  <a:lnTo>
                    <a:pt x="16687" y="40081"/>
                  </a:lnTo>
                  <a:lnTo>
                    <a:pt x="15468" y="40373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06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45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33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41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18" y="23037"/>
                  </a:lnTo>
                  <a:lnTo>
                    <a:pt x="34632" y="22771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28" y="29870"/>
                  </a:lnTo>
                  <a:lnTo>
                    <a:pt x="35890" y="29921"/>
                  </a:lnTo>
                  <a:lnTo>
                    <a:pt x="36271" y="28549"/>
                  </a:lnTo>
                  <a:lnTo>
                    <a:pt x="36347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39"/>
                  </a:lnTo>
                  <a:lnTo>
                    <a:pt x="41122" y="24447"/>
                  </a:lnTo>
                  <a:lnTo>
                    <a:pt x="41160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2" name="object 1402" descr=""/>
            <p:cNvSpPr/>
            <p:nvPr/>
          </p:nvSpPr>
          <p:spPr>
            <a:xfrm>
              <a:off x="5327034" y="781641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3" name="object 1403" descr=""/>
            <p:cNvSpPr/>
            <p:nvPr/>
          </p:nvSpPr>
          <p:spPr>
            <a:xfrm>
              <a:off x="5329212" y="7819154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37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45" y="7696"/>
                  </a:lnTo>
                  <a:lnTo>
                    <a:pt x="21005" y="6908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34" y="40271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43" y="41744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50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23"/>
                  </a:lnTo>
                  <a:lnTo>
                    <a:pt x="36385" y="23088"/>
                  </a:lnTo>
                  <a:lnTo>
                    <a:pt x="36588" y="22326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31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4" name="object 1404" descr=""/>
            <p:cNvSpPr/>
            <p:nvPr/>
          </p:nvSpPr>
          <p:spPr>
            <a:xfrm>
              <a:off x="5279911" y="781641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5" name="object 1405" descr=""/>
            <p:cNvSpPr/>
            <p:nvPr/>
          </p:nvSpPr>
          <p:spPr>
            <a:xfrm>
              <a:off x="5282095" y="7819154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65"/>
                  </a:lnTo>
                  <a:lnTo>
                    <a:pt x="4927" y="19037"/>
                  </a:lnTo>
                  <a:lnTo>
                    <a:pt x="4838" y="20764"/>
                  </a:lnTo>
                  <a:lnTo>
                    <a:pt x="4762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297" y="4914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40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792" y="6908"/>
                  </a:lnTo>
                  <a:lnTo>
                    <a:pt x="19265" y="6997"/>
                  </a:lnTo>
                  <a:lnTo>
                    <a:pt x="19951" y="6832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24" y="12458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56" y="9423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75" y="40093"/>
                  </a:lnTo>
                  <a:lnTo>
                    <a:pt x="15468" y="40386"/>
                  </a:lnTo>
                  <a:lnTo>
                    <a:pt x="15417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50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58" y="28549"/>
                  </a:lnTo>
                  <a:lnTo>
                    <a:pt x="36347" y="26835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6" name="object 1406" descr=""/>
            <p:cNvSpPr/>
            <p:nvPr/>
          </p:nvSpPr>
          <p:spPr>
            <a:xfrm>
              <a:off x="5372833" y="7816411"/>
              <a:ext cx="29845" cy="53975"/>
            </a:xfrm>
            <a:custGeom>
              <a:avLst/>
              <a:gdLst/>
              <a:ahLst/>
              <a:cxnLst/>
              <a:rect l="l" t="t" r="r" b="b"/>
              <a:pathLst>
                <a:path w="29845" h="53975">
                  <a:moveTo>
                    <a:pt x="0" y="26711"/>
                  </a:moveTo>
                  <a:lnTo>
                    <a:pt x="22899" y="53422"/>
                  </a:lnTo>
                  <a:lnTo>
                    <a:pt x="29745" y="45437"/>
                  </a:lnTo>
                </a:path>
                <a:path w="29845" h="53975">
                  <a:moveTo>
                    <a:pt x="29745" y="7985"/>
                  </a:moveTo>
                  <a:lnTo>
                    <a:pt x="22899" y="0"/>
                  </a:lnTo>
                  <a:lnTo>
                    <a:pt x="0" y="26711"/>
                  </a:lnTo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7" name="object 1407" descr=""/>
            <p:cNvSpPr/>
            <p:nvPr/>
          </p:nvSpPr>
          <p:spPr>
            <a:xfrm>
              <a:off x="5375008" y="7819154"/>
              <a:ext cx="26670" cy="47625"/>
            </a:xfrm>
            <a:custGeom>
              <a:avLst/>
              <a:gdLst/>
              <a:ahLst/>
              <a:cxnLst/>
              <a:rect l="l" t="t" r="r" b="b"/>
              <a:pathLst>
                <a:path w="26670" h="47625">
                  <a:moveTo>
                    <a:pt x="10744" y="23799"/>
                  </a:moveTo>
                  <a:lnTo>
                    <a:pt x="9563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37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26"/>
                  </a:lnTo>
                  <a:lnTo>
                    <a:pt x="0" y="24028"/>
                  </a:lnTo>
                  <a:lnTo>
                    <a:pt x="1193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19" y="25361"/>
                  </a:lnTo>
                  <a:lnTo>
                    <a:pt x="5867" y="24574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26670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28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60"/>
                  </a:lnTo>
                  <a:lnTo>
                    <a:pt x="21209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51" y="6375"/>
                  </a:lnTo>
                  <a:lnTo>
                    <a:pt x="16332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22"/>
                  </a:lnTo>
                  <a:lnTo>
                    <a:pt x="20993" y="11137"/>
                  </a:lnTo>
                  <a:lnTo>
                    <a:pt x="21069" y="9423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78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26670" h="47625">
                  <a:moveTo>
                    <a:pt x="26174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46" y="40271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97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50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17" y="42240"/>
                  </a:lnTo>
                  <a:lnTo>
                    <a:pt x="26123" y="41948"/>
                  </a:lnTo>
                  <a:lnTo>
                    <a:pt x="26174" y="41046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8" name="object 1408" descr=""/>
            <p:cNvSpPr/>
            <p:nvPr/>
          </p:nvSpPr>
          <p:spPr>
            <a:xfrm>
              <a:off x="5303158" y="778088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9" name="object 1409" descr=""/>
            <p:cNvSpPr/>
            <p:nvPr/>
          </p:nvSpPr>
          <p:spPr>
            <a:xfrm>
              <a:off x="5305336" y="778363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55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03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51"/>
                  </a:lnTo>
                  <a:lnTo>
                    <a:pt x="4762" y="22479"/>
                  </a:lnTo>
                  <a:lnTo>
                    <a:pt x="4889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60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34"/>
                  </a:moveTo>
                  <a:lnTo>
                    <a:pt x="24701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59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32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09"/>
                  </a:lnTo>
                  <a:lnTo>
                    <a:pt x="20980" y="11137"/>
                  </a:lnTo>
                  <a:lnTo>
                    <a:pt x="21069" y="9410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66" y="7150"/>
                  </a:lnTo>
                  <a:lnTo>
                    <a:pt x="24625" y="7327"/>
                  </a:lnTo>
                  <a:lnTo>
                    <a:pt x="25844" y="7035"/>
                  </a:lnTo>
                  <a:lnTo>
                    <a:pt x="25882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899"/>
                  </a:lnTo>
                  <a:lnTo>
                    <a:pt x="20358" y="36283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87" y="40081"/>
                  </a:lnTo>
                  <a:lnTo>
                    <a:pt x="15468" y="40373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06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45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33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31" y="23037"/>
                  </a:lnTo>
                  <a:lnTo>
                    <a:pt x="34632" y="22771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71" y="28549"/>
                  </a:lnTo>
                  <a:lnTo>
                    <a:pt x="36360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39"/>
                  </a:lnTo>
                  <a:lnTo>
                    <a:pt x="41122" y="24447"/>
                  </a:lnTo>
                  <a:lnTo>
                    <a:pt x="41160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0" name="object 1410" descr=""/>
            <p:cNvSpPr/>
            <p:nvPr/>
          </p:nvSpPr>
          <p:spPr>
            <a:xfrm>
              <a:off x="5256640" y="778088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1" name="object 1411" descr=""/>
            <p:cNvSpPr/>
            <p:nvPr/>
          </p:nvSpPr>
          <p:spPr>
            <a:xfrm>
              <a:off x="5258816" y="778363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55"/>
                  </a:lnTo>
                  <a:lnTo>
                    <a:pt x="8089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03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51"/>
                  </a:lnTo>
                  <a:lnTo>
                    <a:pt x="4762" y="22479"/>
                  </a:lnTo>
                  <a:lnTo>
                    <a:pt x="4889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26"/>
                  </a:lnTo>
                  <a:lnTo>
                    <a:pt x="0" y="24028"/>
                  </a:lnTo>
                  <a:lnTo>
                    <a:pt x="1193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60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19" y="25361"/>
                  </a:lnTo>
                  <a:lnTo>
                    <a:pt x="5867" y="24574"/>
                  </a:lnTo>
                  <a:lnTo>
                    <a:pt x="6540" y="24803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34"/>
                  </a:moveTo>
                  <a:lnTo>
                    <a:pt x="24701" y="5702"/>
                  </a:lnTo>
                  <a:lnTo>
                    <a:pt x="23228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59"/>
                  </a:lnTo>
                  <a:lnTo>
                    <a:pt x="16408" y="5181"/>
                  </a:lnTo>
                  <a:lnTo>
                    <a:pt x="15189" y="5473"/>
                  </a:lnTo>
                  <a:lnTo>
                    <a:pt x="15151" y="6375"/>
                  </a:lnTo>
                  <a:lnTo>
                    <a:pt x="16332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09"/>
                  </a:lnTo>
                  <a:lnTo>
                    <a:pt x="20993" y="11137"/>
                  </a:lnTo>
                  <a:lnTo>
                    <a:pt x="21069" y="9410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78" y="7150"/>
                  </a:lnTo>
                  <a:lnTo>
                    <a:pt x="24625" y="7327"/>
                  </a:lnTo>
                  <a:lnTo>
                    <a:pt x="25844" y="7035"/>
                  </a:lnTo>
                  <a:lnTo>
                    <a:pt x="25882" y="6134"/>
                  </a:lnTo>
                  <a:close/>
                </a:path>
                <a:path w="41275" h="47625">
                  <a:moveTo>
                    <a:pt x="26174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899"/>
                  </a:lnTo>
                  <a:lnTo>
                    <a:pt x="20358" y="36283"/>
                  </a:lnTo>
                  <a:lnTo>
                    <a:pt x="20281" y="38011"/>
                  </a:lnTo>
                  <a:lnTo>
                    <a:pt x="20193" y="39725"/>
                  </a:lnTo>
                  <a:lnTo>
                    <a:pt x="20320" y="40538"/>
                  </a:lnTo>
                  <a:lnTo>
                    <a:pt x="19646" y="40271"/>
                  </a:lnTo>
                  <a:lnTo>
                    <a:pt x="16687" y="40081"/>
                  </a:lnTo>
                  <a:lnTo>
                    <a:pt x="15468" y="40373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97" y="41808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06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17" y="42240"/>
                  </a:lnTo>
                  <a:lnTo>
                    <a:pt x="26123" y="41948"/>
                  </a:lnTo>
                  <a:lnTo>
                    <a:pt x="26174" y="41046"/>
                  </a:lnTo>
                  <a:close/>
                </a:path>
                <a:path w="41275" h="47625">
                  <a:moveTo>
                    <a:pt x="41173" y="23545"/>
                  </a:moveTo>
                  <a:lnTo>
                    <a:pt x="39992" y="23114"/>
                  </a:lnTo>
                  <a:lnTo>
                    <a:pt x="38506" y="23012"/>
                  </a:lnTo>
                  <a:lnTo>
                    <a:pt x="37033" y="22923"/>
                  </a:lnTo>
                  <a:lnTo>
                    <a:pt x="36385" y="23088"/>
                  </a:lnTo>
                  <a:lnTo>
                    <a:pt x="36601" y="22313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80" y="20510"/>
                  </a:lnTo>
                  <a:lnTo>
                    <a:pt x="35191" y="22225"/>
                  </a:lnTo>
                  <a:lnTo>
                    <a:pt x="35331" y="23037"/>
                  </a:lnTo>
                  <a:lnTo>
                    <a:pt x="34645" y="22771"/>
                  </a:lnTo>
                  <a:lnTo>
                    <a:pt x="31686" y="22593"/>
                  </a:lnTo>
                  <a:lnTo>
                    <a:pt x="30480" y="22885"/>
                  </a:lnTo>
                  <a:lnTo>
                    <a:pt x="30429" y="23787"/>
                  </a:lnTo>
                  <a:lnTo>
                    <a:pt x="31610" y="24218"/>
                  </a:lnTo>
                  <a:lnTo>
                    <a:pt x="33096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86" y="28460"/>
                  </a:lnTo>
                  <a:lnTo>
                    <a:pt x="35128" y="29870"/>
                  </a:lnTo>
                  <a:lnTo>
                    <a:pt x="35902" y="29921"/>
                  </a:lnTo>
                  <a:lnTo>
                    <a:pt x="36271" y="28549"/>
                  </a:lnTo>
                  <a:lnTo>
                    <a:pt x="36360" y="26822"/>
                  </a:lnTo>
                  <a:lnTo>
                    <a:pt x="36436" y="25107"/>
                  </a:lnTo>
                  <a:lnTo>
                    <a:pt x="36296" y="24320"/>
                  </a:lnTo>
                  <a:lnTo>
                    <a:pt x="36957" y="24561"/>
                  </a:lnTo>
                  <a:lnTo>
                    <a:pt x="39916" y="24739"/>
                  </a:lnTo>
                  <a:lnTo>
                    <a:pt x="41122" y="24447"/>
                  </a:lnTo>
                  <a:lnTo>
                    <a:pt x="41173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2" name="object 1412" descr=""/>
            <p:cNvSpPr/>
            <p:nvPr/>
          </p:nvSpPr>
          <p:spPr>
            <a:xfrm>
              <a:off x="5349674" y="770781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3" name="object 1413" descr=""/>
            <p:cNvSpPr/>
            <p:nvPr/>
          </p:nvSpPr>
          <p:spPr>
            <a:xfrm>
              <a:off x="5351856" y="7710557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55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24" y="19126"/>
                  </a:lnTo>
                  <a:lnTo>
                    <a:pt x="6083" y="17703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38" y="20751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60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82" y="6134"/>
                  </a:moveTo>
                  <a:lnTo>
                    <a:pt x="24688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59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37" y="12458"/>
                  </a:lnTo>
                  <a:lnTo>
                    <a:pt x="20599" y="12509"/>
                  </a:lnTo>
                  <a:lnTo>
                    <a:pt x="20980" y="11137"/>
                  </a:lnTo>
                  <a:lnTo>
                    <a:pt x="21069" y="9410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25" y="7327"/>
                  </a:lnTo>
                  <a:lnTo>
                    <a:pt x="25831" y="7035"/>
                  </a:lnTo>
                  <a:lnTo>
                    <a:pt x="25882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58" y="36283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87" y="40081"/>
                  </a:lnTo>
                  <a:lnTo>
                    <a:pt x="15468" y="40373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45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33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41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18" y="23037"/>
                  </a:lnTo>
                  <a:lnTo>
                    <a:pt x="34632" y="22771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28" y="29870"/>
                  </a:lnTo>
                  <a:lnTo>
                    <a:pt x="35890" y="29921"/>
                  </a:lnTo>
                  <a:lnTo>
                    <a:pt x="36271" y="28549"/>
                  </a:lnTo>
                  <a:lnTo>
                    <a:pt x="36347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39"/>
                  </a:lnTo>
                  <a:lnTo>
                    <a:pt x="41122" y="24447"/>
                  </a:lnTo>
                  <a:lnTo>
                    <a:pt x="41160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4" name="object 1414" descr=""/>
            <p:cNvSpPr/>
            <p:nvPr/>
          </p:nvSpPr>
          <p:spPr>
            <a:xfrm>
              <a:off x="5327034" y="7743335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5" name="object 1415" descr=""/>
            <p:cNvSpPr/>
            <p:nvPr/>
          </p:nvSpPr>
          <p:spPr>
            <a:xfrm>
              <a:off x="5329212" y="7746079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37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60"/>
                  </a:lnTo>
                  <a:lnTo>
                    <a:pt x="4457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45" y="7696"/>
                  </a:lnTo>
                  <a:lnTo>
                    <a:pt x="21005" y="6908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44" y="7035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34" y="40271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43" y="41744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23"/>
                  </a:lnTo>
                  <a:lnTo>
                    <a:pt x="36385" y="23088"/>
                  </a:lnTo>
                  <a:lnTo>
                    <a:pt x="36588" y="22326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31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6" name="object 1416" descr=""/>
            <p:cNvSpPr/>
            <p:nvPr/>
          </p:nvSpPr>
          <p:spPr>
            <a:xfrm>
              <a:off x="5279911" y="7743335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7" name="object 1417" descr=""/>
            <p:cNvSpPr/>
            <p:nvPr/>
          </p:nvSpPr>
          <p:spPr>
            <a:xfrm>
              <a:off x="5282095" y="7746079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65"/>
                  </a:lnTo>
                  <a:lnTo>
                    <a:pt x="4927" y="19037"/>
                  </a:lnTo>
                  <a:lnTo>
                    <a:pt x="4838" y="20764"/>
                  </a:lnTo>
                  <a:lnTo>
                    <a:pt x="4762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60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297" y="4914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40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792" y="6908"/>
                  </a:lnTo>
                  <a:lnTo>
                    <a:pt x="19265" y="6997"/>
                  </a:lnTo>
                  <a:lnTo>
                    <a:pt x="19951" y="6832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24" y="12458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56" y="9423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35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75" y="40093"/>
                  </a:lnTo>
                  <a:lnTo>
                    <a:pt x="15468" y="40386"/>
                  </a:lnTo>
                  <a:lnTo>
                    <a:pt x="15417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37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58" y="28549"/>
                  </a:lnTo>
                  <a:lnTo>
                    <a:pt x="36347" y="26835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8" name="object 1418" descr=""/>
            <p:cNvSpPr/>
            <p:nvPr/>
          </p:nvSpPr>
          <p:spPr>
            <a:xfrm>
              <a:off x="5372833" y="7743335"/>
              <a:ext cx="29845" cy="53975"/>
            </a:xfrm>
            <a:custGeom>
              <a:avLst/>
              <a:gdLst/>
              <a:ahLst/>
              <a:cxnLst/>
              <a:rect l="l" t="t" r="r" b="b"/>
              <a:pathLst>
                <a:path w="29845" h="53975">
                  <a:moveTo>
                    <a:pt x="0" y="26711"/>
                  </a:moveTo>
                  <a:lnTo>
                    <a:pt x="22899" y="53422"/>
                  </a:lnTo>
                  <a:lnTo>
                    <a:pt x="29745" y="45437"/>
                  </a:lnTo>
                </a:path>
                <a:path w="29845" h="53975">
                  <a:moveTo>
                    <a:pt x="29745" y="7985"/>
                  </a:moveTo>
                  <a:lnTo>
                    <a:pt x="22899" y="0"/>
                  </a:lnTo>
                  <a:lnTo>
                    <a:pt x="0" y="26711"/>
                  </a:lnTo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9" name="object 1419" descr=""/>
            <p:cNvSpPr/>
            <p:nvPr/>
          </p:nvSpPr>
          <p:spPr>
            <a:xfrm>
              <a:off x="5375008" y="7746079"/>
              <a:ext cx="26670" cy="47625"/>
            </a:xfrm>
            <a:custGeom>
              <a:avLst/>
              <a:gdLst/>
              <a:ahLst/>
              <a:cxnLst/>
              <a:rect l="l" t="t" r="r" b="b"/>
              <a:pathLst>
                <a:path w="26670" h="47625">
                  <a:moveTo>
                    <a:pt x="10744" y="23799"/>
                  </a:moveTo>
                  <a:lnTo>
                    <a:pt x="9563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37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26"/>
                  </a:lnTo>
                  <a:lnTo>
                    <a:pt x="0" y="24028"/>
                  </a:lnTo>
                  <a:lnTo>
                    <a:pt x="1193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60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19" y="25361"/>
                  </a:lnTo>
                  <a:lnTo>
                    <a:pt x="5867" y="24574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26670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28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60"/>
                  </a:lnTo>
                  <a:lnTo>
                    <a:pt x="21209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51" y="6375"/>
                  </a:lnTo>
                  <a:lnTo>
                    <a:pt x="16332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22"/>
                  </a:lnTo>
                  <a:lnTo>
                    <a:pt x="20993" y="11137"/>
                  </a:lnTo>
                  <a:lnTo>
                    <a:pt x="21069" y="9423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78" y="7150"/>
                  </a:lnTo>
                  <a:lnTo>
                    <a:pt x="24625" y="7340"/>
                  </a:lnTo>
                  <a:lnTo>
                    <a:pt x="25844" y="7035"/>
                  </a:lnTo>
                  <a:lnTo>
                    <a:pt x="25882" y="6146"/>
                  </a:lnTo>
                  <a:close/>
                </a:path>
                <a:path w="26670" h="47625">
                  <a:moveTo>
                    <a:pt x="26174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46" y="40271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97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17" y="42240"/>
                  </a:lnTo>
                  <a:lnTo>
                    <a:pt x="26123" y="41948"/>
                  </a:lnTo>
                  <a:lnTo>
                    <a:pt x="26174" y="41046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0" name="object 1420" descr=""/>
            <p:cNvSpPr/>
            <p:nvPr/>
          </p:nvSpPr>
          <p:spPr>
            <a:xfrm>
              <a:off x="5303158" y="770781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1" name="object 1421" descr=""/>
            <p:cNvSpPr/>
            <p:nvPr/>
          </p:nvSpPr>
          <p:spPr>
            <a:xfrm>
              <a:off x="5305336" y="7710557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55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03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51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60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34"/>
                  </a:moveTo>
                  <a:lnTo>
                    <a:pt x="24701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59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32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09"/>
                  </a:lnTo>
                  <a:lnTo>
                    <a:pt x="20980" y="11137"/>
                  </a:lnTo>
                  <a:lnTo>
                    <a:pt x="21069" y="9410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66" y="7150"/>
                  </a:lnTo>
                  <a:lnTo>
                    <a:pt x="24625" y="7327"/>
                  </a:lnTo>
                  <a:lnTo>
                    <a:pt x="25844" y="7035"/>
                  </a:lnTo>
                  <a:lnTo>
                    <a:pt x="25882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83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34" y="40271"/>
                  </a:lnTo>
                  <a:lnTo>
                    <a:pt x="16687" y="40081"/>
                  </a:lnTo>
                  <a:lnTo>
                    <a:pt x="15468" y="40373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45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33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31" y="23037"/>
                  </a:lnTo>
                  <a:lnTo>
                    <a:pt x="34632" y="22771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71" y="28549"/>
                  </a:lnTo>
                  <a:lnTo>
                    <a:pt x="36360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39"/>
                  </a:lnTo>
                  <a:lnTo>
                    <a:pt x="41122" y="24447"/>
                  </a:lnTo>
                  <a:lnTo>
                    <a:pt x="41160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2" name="object 1422" descr=""/>
            <p:cNvSpPr/>
            <p:nvPr/>
          </p:nvSpPr>
          <p:spPr>
            <a:xfrm>
              <a:off x="5256640" y="770781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3" name="object 1423" descr=""/>
            <p:cNvSpPr/>
            <p:nvPr/>
          </p:nvSpPr>
          <p:spPr>
            <a:xfrm>
              <a:off x="5258816" y="7710557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55"/>
                  </a:lnTo>
                  <a:lnTo>
                    <a:pt x="8089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03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51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26"/>
                  </a:lnTo>
                  <a:lnTo>
                    <a:pt x="0" y="24028"/>
                  </a:lnTo>
                  <a:lnTo>
                    <a:pt x="1193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60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19" y="25361"/>
                  </a:lnTo>
                  <a:lnTo>
                    <a:pt x="5867" y="24574"/>
                  </a:lnTo>
                  <a:lnTo>
                    <a:pt x="6540" y="24803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34"/>
                  </a:moveTo>
                  <a:lnTo>
                    <a:pt x="24701" y="5702"/>
                  </a:lnTo>
                  <a:lnTo>
                    <a:pt x="23228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59"/>
                  </a:lnTo>
                  <a:lnTo>
                    <a:pt x="16408" y="5181"/>
                  </a:lnTo>
                  <a:lnTo>
                    <a:pt x="15189" y="5473"/>
                  </a:lnTo>
                  <a:lnTo>
                    <a:pt x="15151" y="6375"/>
                  </a:lnTo>
                  <a:lnTo>
                    <a:pt x="16332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09"/>
                  </a:lnTo>
                  <a:lnTo>
                    <a:pt x="20993" y="11137"/>
                  </a:lnTo>
                  <a:lnTo>
                    <a:pt x="21069" y="9410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78" y="7150"/>
                  </a:lnTo>
                  <a:lnTo>
                    <a:pt x="24625" y="7327"/>
                  </a:lnTo>
                  <a:lnTo>
                    <a:pt x="25844" y="7035"/>
                  </a:lnTo>
                  <a:lnTo>
                    <a:pt x="25882" y="6134"/>
                  </a:lnTo>
                  <a:close/>
                </a:path>
                <a:path w="41275" h="47625">
                  <a:moveTo>
                    <a:pt x="26174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83"/>
                  </a:lnTo>
                  <a:lnTo>
                    <a:pt x="20281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46" y="40271"/>
                  </a:lnTo>
                  <a:lnTo>
                    <a:pt x="16687" y="40081"/>
                  </a:lnTo>
                  <a:lnTo>
                    <a:pt x="15468" y="40373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97" y="41808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17" y="42240"/>
                  </a:lnTo>
                  <a:lnTo>
                    <a:pt x="26123" y="41948"/>
                  </a:lnTo>
                  <a:lnTo>
                    <a:pt x="26174" y="41046"/>
                  </a:lnTo>
                  <a:close/>
                </a:path>
                <a:path w="41275" h="47625">
                  <a:moveTo>
                    <a:pt x="41173" y="23545"/>
                  </a:moveTo>
                  <a:lnTo>
                    <a:pt x="39992" y="23114"/>
                  </a:lnTo>
                  <a:lnTo>
                    <a:pt x="38506" y="23012"/>
                  </a:lnTo>
                  <a:lnTo>
                    <a:pt x="37033" y="22923"/>
                  </a:lnTo>
                  <a:lnTo>
                    <a:pt x="36385" y="23088"/>
                  </a:lnTo>
                  <a:lnTo>
                    <a:pt x="36601" y="22313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80" y="20510"/>
                  </a:lnTo>
                  <a:lnTo>
                    <a:pt x="35191" y="22225"/>
                  </a:lnTo>
                  <a:lnTo>
                    <a:pt x="35331" y="23037"/>
                  </a:lnTo>
                  <a:lnTo>
                    <a:pt x="34645" y="22771"/>
                  </a:lnTo>
                  <a:lnTo>
                    <a:pt x="31686" y="22593"/>
                  </a:lnTo>
                  <a:lnTo>
                    <a:pt x="30480" y="22885"/>
                  </a:lnTo>
                  <a:lnTo>
                    <a:pt x="30429" y="23787"/>
                  </a:lnTo>
                  <a:lnTo>
                    <a:pt x="31610" y="24218"/>
                  </a:lnTo>
                  <a:lnTo>
                    <a:pt x="33096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86" y="28460"/>
                  </a:lnTo>
                  <a:lnTo>
                    <a:pt x="35128" y="29870"/>
                  </a:lnTo>
                  <a:lnTo>
                    <a:pt x="35902" y="29921"/>
                  </a:lnTo>
                  <a:lnTo>
                    <a:pt x="36271" y="28549"/>
                  </a:lnTo>
                  <a:lnTo>
                    <a:pt x="36360" y="26822"/>
                  </a:lnTo>
                  <a:lnTo>
                    <a:pt x="36436" y="25107"/>
                  </a:lnTo>
                  <a:lnTo>
                    <a:pt x="36296" y="24320"/>
                  </a:lnTo>
                  <a:lnTo>
                    <a:pt x="36957" y="24561"/>
                  </a:lnTo>
                  <a:lnTo>
                    <a:pt x="39916" y="24739"/>
                  </a:lnTo>
                  <a:lnTo>
                    <a:pt x="41122" y="24447"/>
                  </a:lnTo>
                  <a:lnTo>
                    <a:pt x="41173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4" name="object 1424" descr=""/>
            <p:cNvSpPr/>
            <p:nvPr/>
          </p:nvSpPr>
          <p:spPr>
            <a:xfrm>
              <a:off x="5206081" y="778088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5" name="object 1425" descr=""/>
            <p:cNvSpPr/>
            <p:nvPr/>
          </p:nvSpPr>
          <p:spPr>
            <a:xfrm>
              <a:off x="5208257" y="778363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55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03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51"/>
                  </a:lnTo>
                  <a:lnTo>
                    <a:pt x="4762" y="22479"/>
                  </a:lnTo>
                  <a:lnTo>
                    <a:pt x="4889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60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34"/>
                  </a:moveTo>
                  <a:lnTo>
                    <a:pt x="24701" y="5702"/>
                  </a:lnTo>
                  <a:lnTo>
                    <a:pt x="23228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59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32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09"/>
                  </a:lnTo>
                  <a:lnTo>
                    <a:pt x="20980" y="11137"/>
                  </a:lnTo>
                  <a:lnTo>
                    <a:pt x="21069" y="9410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66" y="7150"/>
                  </a:lnTo>
                  <a:lnTo>
                    <a:pt x="24625" y="7327"/>
                  </a:lnTo>
                  <a:lnTo>
                    <a:pt x="25844" y="7035"/>
                  </a:lnTo>
                  <a:lnTo>
                    <a:pt x="25882" y="6134"/>
                  </a:lnTo>
                  <a:close/>
                </a:path>
                <a:path w="41275" h="47625">
                  <a:moveTo>
                    <a:pt x="26174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899"/>
                  </a:lnTo>
                  <a:lnTo>
                    <a:pt x="20358" y="36283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87" y="40081"/>
                  </a:lnTo>
                  <a:lnTo>
                    <a:pt x="15468" y="40373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06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17" y="42240"/>
                  </a:lnTo>
                  <a:lnTo>
                    <a:pt x="26123" y="41948"/>
                  </a:lnTo>
                  <a:lnTo>
                    <a:pt x="26174" y="41046"/>
                  </a:lnTo>
                  <a:close/>
                </a:path>
                <a:path w="41275" h="47625">
                  <a:moveTo>
                    <a:pt x="41173" y="23545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33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80" y="20510"/>
                  </a:lnTo>
                  <a:lnTo>
                    <a:pt x="35191" y="22225"/>
                  </a:lnTo>
                  <a:lnTo>
                    <a:pt x="35331" y="23037"/>
                  </a:lnTo>
                  <a:lnTo>
                    <a:pt x="34645" y="22771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18"/>
                  </a:lnTo>
                  <a:lnTo>
                    <a:pt x="33096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71" y="28549"/>
                  </a:lnTo>
                  <a:lnTo>
                    <a:pt x="36360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39"/>
                  </a:lnTo>
                  <a:lnTo>
                    <a:pt x="41122" y="24447"/>
                  </a:lnTo>
                  <a:lnTo>
                    <a:pt x="41173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6" name="object 1426" descr=""/>
            <p:cNvSpPr/>
            <p:nvPr/>
          </p:nvSpPr>
          <p:spPr>
            <a:xfrm>
              <a:off x="5183439" y="781641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7" name="object 1427" descr=""/>
            <p:cNvSpPr/>
            <p:nvPr/>
          </p:nvSpPr>
          <p:spPr>
            <a:xfrm>
              <a:off x="5185626" y="7819154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591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65"/>
                  </a:lnTo>
                  <a:lnTo>
                    <a:pt x="4927" y="19037"/>
                  </a:lnTo>
                  <a:lnTo>
                    <a:pt x="4838" y="20764"/>
                  </a:lnTo>
                  <a:lnTo>
                    <a:pt x="4749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44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29" y="5511"/>
                  </a:lnTo>
                  <a:lnTo>
                    <a:pt x="21082" y="5676"/>
                  </a:lnTo>
                  <a:lnTo>
                    <a:pt x="21297" y="4914"/>
                  </a:lnTo>
                  <a:lnTo>
                    <a:pt x="21450" y="1460"/>
                  </a:lnTo>
                  <a:lnTo>
                    <a:pt x="21209" y="50"/>
                  </a:lnTo>
                  <a:lnTo>
                    <a:pt x="20434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27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792" y="6908"/>
                  </a:lnTo>
                  <a:lnTo>
                    <a:pt x="19265" y="6997"/>
                  </a:lnTo>
                  <a:lnTo>
                    <a:pt x="19939" y="6845"/>
                  </a:lnTo>
                  <a:lnTo>
                    <a:pt x="19735" y="7607"/>
                  </a:lnTo>
                  <a:lnTo>
                    <a:pt x="19583" y="11049"/>
                  </a:lnTo>
                  <a:lnTo>
                    <a:pt x="19824" y="12458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56" y="9423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495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75" y="40093"/>
                  </a:lnTo>
                  <a:lnTo>
                    <a:pt x="15455" y="40386"/>
                  </a:lnTo>
                  <a:lnTo>
                    <a:pt x="15417" y="41287"/>
                  </a:lnTo>
                  <a:lnTo>
                    <a:pt x="16598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44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50"/>
                  </a:lnTo>
                  <a:lnTo>
                    <a:pt x="21348" y="44323"/>
                  </a:lnTo>
                  <a:lnTo>
                    <a:pt x="21424" y="42608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40"/>
                  </a:lnTo>
                  <a:lnTo>
                    <a:pt x="26111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493" y="23025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44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597" y="24218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58" y="28549"/>
                  </a:lnTo>
                  <a:lnTo>
                    <a:pt x="36347" y="26835"/>
                  </a:lnTo>
                  <a:lnTo>
                    <a:pt x="36423" y="25107"/>
                  </a:lnTo>
                  <a:lnTo>
                    <a:pt x="36283" y="24320"/>
                  </a:lnTo>
                  <a:lnTo>
                    <a:pt x="36944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8" name="object 1428" descr=""/>
            <p:cNvSpPr/>
            <p:nvPr/>
          </p:nvSpPr>
          <p:spPr>
            <a:xfrm>
              <a:off x="5136316" y="781641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9" name="object 1429" descr=""/>
            <p:cNvSpPr/>
            <p:nvPr/>
          </p:nvSpPr>
          <p:spPr>
            <a:xfrm>
              <a:off x="5153926" y="7819154"/>
              <a:ext cx="55880" cy="47625"/>
            </a:xfrm>
            <a:custGeom>
              <a:avLst/>
              <a:gdLst/>
              <a:ahLst/>
              <a:cxnLst/>
              <a:rect l="l" t="t" r="r" b="b"/>
              <a:pathLst>
                <a:path w="55879" h="47625">
                  <a:moveTo>
                    <a:pt x="10452" y="5511"/>
                  </a:moveTo>
                  <a:lnTo>
                    <a:pt x="6032" y="5511"/>
                  </a:lnTo>
                  <a:lnTo>
                    <a:pt x="6032" y="0"/>
                  </a:lnTo>
                  <a:lnTo>
                    <a:pt x="5321" y="0"/>
                  </a:lnTo>
                  <a:lnTo>
                    <a:pt x="5321" y="12522"/>
                  </a:lnTo>
                  <a:lnTo>
                    <a:pt x="5715" y="12522"/>
                  </a:lnTo>
                  <a:lnTo>
                    <a:pt x="5715" y="7340"/>
                  </a:lnTo>
                  <a:lnTo>
                    <a:pt x="10452" y="7340"/>
                  </a:lnTo>
                  <a:lnTo>
                    <a:pt x="10452" y="5511"/>
                  </a:lnTo>
                  <a:close/>
                </a:path>
                <a:path w="55879" h="47625">
                  <a:moveTo>
                    <a:pt x="25730" y="23558"/>
                  </a:moveTo>
                  <a:lnTo>
                    <a:pt x="24549" y="23114"/>
                  </a:lnTo>
                  <a:lnTo>
                    <a:pt x="23075" y="23025"/>
                  </a:lnTo>
                  <a:lnTo>
                    <a:pt x="21602" y="22923"/>
                  </a:lnTo>
                  <a:lnTo>
                    <a:pt x="20955" y="23088"/>
                  </a:lnTo>
                  <a:lnTo>
                    <a:pt x="21158" y="22326"/>
                  </a:lnTo>
                  <a:lnTo>
                    <a:pt x="21323" y="18872"/>
                  </a:lnTo>
                  <a:lnTo>
                    <a:pt x="21082" y="17462"/>
                  </a:lnTo>
                  <a:lnTo>
                    <a:pt x="20307" y="17411"/>
                  </a:lnTo>
                  <a:lnTo>
                    <a:pt x="19926" y="18796"/>
                  </a:lnTo>
                  <a:lnTo>
                    <a:pt x="19837" y="20510"/>
                  </a:lnTo>
                  <a:lnTo>
                    <a:pt x="19761" y="22225"/>
                  </a:lnTo>
                  <a:lnTo>
                    <a:pt x="19900" y="23050"/>
                  </a:lnTo>
                  <a:lnTo>
                    <a:pt x="19202" y="22783"/>
                  </a:lnTo>
                  <a:lnTo>
                    <a:pt x="16256" y="22593"/>
                  </a:lnTo>
                  <a:lnTo>
                    <a:pt x="15036" y="22885"/>
                  </a:lnTo>
                  <a:lnTo>
                    <a:pt x="14998" y="23787"/>
                  </a:lnTo>
                  <a:lnTo>
                    <a:pt x="16179" y="24218"/>
                  </a:lnTo>
                  <a:lnTo>
                    <a:pt x="17653" y="24320"/>
                  </a:lnTo>
                  <a:lnTo>
                    <a:pt x="19126" y="24409"/>
                  </a:lnTo>
                  <a:lnTo>
                    <a:pt x="19812" y="24244"/>
                  </a:lnTo>
                  <a:lnTo>
                    <a:pt x="19608" y="25019"/>
                  </a:lnTo>
                  <a:lnTo>
                    <a:pt x="19443" y="28460"/>
                  </a:lnTo>
                  <a:lnTo>
                    <a:pt x="19685" y="29883"/>
                  </a:lnTo>
                  <a:lnTo>
                    <a:pt x="20459" y="29933"/>
                  </a:lnTo>
                  <a:lnTo>
                    <a:pt x="20840" y="28549"/>
                  </a:lnTo>
                  <a:lnTo>
                    <a:pt x="20916" y="26835"/>
                  </a:lnTo>
                  <a:lnTo>
                    <a:pt x="21005" y="25107"/>
                  </a:lnTo>
                  <a:lnTo>
                    <a:pt x="20853" y="24320"/>
                  </a:lnTo>
                  <a:lnTo>
                    <a:pt x="21526" y="24561"/>
                  </a:lnTo>
                  <a:lnTo>
                    <a:pt x="24472" y="24752"/>
                  </a:lnTo>
                  <a:lnTo>
                    <a:pt x="25692" y="24460"/>
                  </a:lnTo>
                  <a:lnTo>
                    <a:pt x="25730" y="23558"/>
                  </a:lnTo>
                  <a:close/>
                </a:path>
                <a:path w="55879" h="47625">
                  <a:moveTo>
                    <a:pt x="55384" y="40093"/>
                  </a:moveTo>
                  <a:lnTo>
                    <a:pt x="6311" y="40093"/>
                  </a:lnTo>
                  <a:lnTo>
                    <a:pt x="6311" y="34912"/>
                  </a:lnTo>
                  <a:lnTo>
                    <a:pt x="5321" y="34912"/>
                  </a:lnTo>
                  <a:lnTo>
                    <a:pt x="5321" y="40093"/>
                  </a:lnTo>
                  <a:lnTo>
                    <a:pt x="0" y="40093"/>
                  </a:lnTo>
                  <a:lnTo>
                    <a:pt x="0" y="41910"/>
                  </a:lnTo>
                  <a:lnTo>
                    <a:pt x="5321" y="41910"/>
                  </a:lnTo>
                  <a:lnTo>
                    <a:pt x="5321" y="47421"/>
                  </a:lnTo>
                  <a:lnTo>
                    <a:pt x="6007" y="47421"/>
                  </a:lnTo>
                  <a:lnTo>
                    <a:pt x="6007" y="41910"/>
                  </a:lnTo>
                  <a:lnTo>
                    <a:pt x="6527" y="42062"/>
                  </a:lnTo>
                  <a:lnTo>
                    <a:pt x="9474" y="42240"/>
                  </a:lnTo>
                  <a:lnTo>
                    <a:pt x="10693" y="41948"/>
                  </a:lnTo>
                  <a:lnTo>
                    <a:pt x="55384" y="41910"/>
                  </a:lnTo>
                  <a:lnTo>
                    <a:pt x="55384" y="40093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0" name="object 1430" descr=""/>
            <p:cNvSpPr/>
            <p:nvPr/>
          </p:nvSpPr>
          <p:spPr>
            <a:xfrm>
              <a:off x="5229238" y="781641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1" name="object 1431" descr=""/>
            <p:cNvSpPr/>
            <p:nvPr/>
          </p:nvSpPr>
          <p:spPr>
            <a:xfrm>
              <a:off x="5231422" y="7819154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83" y="17716"/>
                  </a:lnTo>
                  <a:lnTo>
                    <a:pt x="5295" y="17665"/>
                  </a:lnTo>
                  <a:lnTo>
                    <a:pt x="4927" y="19037"/>
                  </a:lnTo>
                  <a:lnTo>
                    <a:pt x="4838" y="20764"/>
                  </a:lnTo>
                  <a:lnTo>
                    <a:pt x="4762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297" y="4914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40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792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24" y="12458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75" y="40093"/>
                  </a:lnTo>
                  <a:lnTo>
                    <a:pt x="15468" y="40386"/>
                  </a:lnTo>
                  <a:lnTo>
                    <a:pt x="15417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50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47" y="26835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2" name="object 1432" descr=""/>
            <p:cNvSpPr/>
            <p:nvPr/>
          </p:nvSpPr>
          <p:spPr>
            <a:xfrm>
              <a:off x="5159564" y="778088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3" name="object 1433" descr=""/>
            <p:cNvSpPr/>
            <p:nvPr/>
          </p:nvSpPr>
          <p:spPr>
            <a:xfrm>
              <a:off x="5161749" y="778363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55"/>
                  </a:lnTo>
                  <a:lnTo>
                    <a:pt x="8077" y="23266"/>
                  </a:lnTo>
                  <a:lnTo>
                    <a:pt x="6591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03"/>
                  </a:lnTo>
                  <a:lnTo>
                    <a:pt x="5295" y="17653"/>
                  </a:lnTo>
                  <a:lnTo>
                    <a:pt x="4927" y="19037"/>
                  </a:lnTo>
                  <a:lnTo>
                    <a:pt x="4838" y="20751"/>
                  </a:lnTo>
                  <a:lnTo>
                    <a:pt x="4749" y="22479"/>
                  </a:lnTo>
                  <a:lnTo>
                    <a:pt x="4876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60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34"/>
                  </a:moveTo>
                  <a:lnTo>
                    <a:pt x="24688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02"/>
                  </a:lnTo>
                  <a:lnTo>
                    <a:pt x="21450" y="1460"/>
                  </a:lnTo>
                  <a:lnTo>
                    <a:pt x="21209" y="50"/>
                  </a:lnTo>
                  <a:lnTo>
                    <a:pt x="20434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27" y="5626"/>
                  </a:lnTo>
                  <a:lnTo>
                    <a:pt x="19342" y="5359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792" y="6908"/>
                  </a:lnTo>
                  <a:lnTo>
                    <a:pt x="19265" y="6997"/>
                  </a:lnTo>
                  <a:lnTo>
                    <a:pt x="19939" y="6845"/>
                  </a:lnTo>
                  <a:lnTo>
                    <a:pt x="19735" y="7607"/>
                  </a:lnTo>
                  <a:lnTo>
                    <a:pt x="19583" y="11049"/>
                  </a:lnTo>
                  <a:lnTo>
                    <a:pt x="19824" y="12458"/>
                  </a:lnTo>
                  <a:lnTo>
                    <a:pt x="20599" y="12509"/>
                  </a:lnTo>
                  <a:lnTo>
                    <a:pt x="20980" y="11137"/>
                  </a:lnTo>
                  <a:lnTo>
                    <a:pt x="21056" y="9410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27"/>
                  </a:lnTo>
                  <a:lnTo>
                    <a:pt x="25831" y="7035"/>
                  </a:lnTo>
                  <a:lnTo>
                    <a:pt x="25869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495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899"/>
                  </a:lnTo>
                  <a:lnTo>
                    <a:pt x="20345" y="36283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07" y="40538"/>
                  </a:lnTo>
                  <a:lnTo>
                    <a:pt x="19634" y="40271"/>
                  </a:lnTo>
                  <a:lnTo>
                    <a:pt x="16675" y="40081"/>
                  </a:lnTo>
                  <a:lnTo>
                    <a:pt x="15468" y="40373"/>
                  </a:lnTo>
                  <a:lnTo>
                    <a:pt x="15417" y="41275"/>
                  </a:lnTo>
                  <a:lnTo>
                    <a:pt x="16598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06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37"/>
                  </a:lnTo>
                  <a:lnTo>
                    <a:pt x="21348" y="44323"/>
                  </a:lnTo>
                  <a:lnTo>
                    <a:pt x="21424" y="42608"/>
                  </a:lnTo>
                  <a:lnTo>
                    <a:pt x="21285" y="41821"/>
                  </a:lnTo>
                  <a:lnTo>
                    <a:pt x="21945" y="42049"/>
                  </a:lnTo>
                  <a:lnTo>
                    <a:pt x="24904" y="42240"/>
                  </a:lnTo>
                  <a:lnTo>
                    <a:pt x="26111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45"/>
                  </a:moveTo>
                  <a:lnTo>
                    <a:pt x="39979" y="23114"/>
                  </a:lnTo>
                  <a:lnTo>
                    <a:pt x="38493" y="23012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44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71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58" y="28549"/>
                  </a:lnTo>
                  <a:lnTo>
                    <a:pt x="36347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44" y="24561"/>
                  </a:lnTo>
                  <a:lnTo>
                    <a:pt x="39903" y="24739"/>
                  </a:lnTo>
                  <a:lnTo>
                    <a:pt x="41122" y="24447"/>
                  </a:lnTo>
                  <a:lnTo>
                    <a:pt x="41160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4" name="object 1434" descr=""/>
            <p:cNvSpPr/>
            <p:nvPr/>
          </p:nvSpPr>
          <p:spPr>
            <a:xfrm>
              <a:off x="5113047" y="778088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5" name="object 1435" descr=""/>
            <p:cNvSpPr/>
            <p:nvPr/>
          </p:nvSpPr>
          <p:spPr>
            <a:xfrm>
              <a:off x="5206081" y="770781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6" name="object 1436" descr=""/>
            <p:cNvSpPr/>
            <p:nvPr/>
          </p:nvSpPr>
          <p:spPr>
            <a:xfrm>
              <a:off x="5208257" y="7710557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55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03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51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60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34"/>
                  </a:moveTo>
                  <a:lnTo>
                    <a:pt x="24701" y="5702"/>
                  </a:lnTo>
                  <a:lnTo>
                    <a:pt x="23228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59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32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09"/>
                  </a:lnTo>
                  <a:lnTo>
                    <a:pt x="20980" y="11137"/>
                  </a:lnTo>
                  <a:lnTo>
                    <a:pt x="21069" y="9410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66" y="7150"/>
                  </a:lnTo>
                  <a:lnTo>
                    <a:pt x="24625" y="7327"/>
                  </a:lnTo>
                  <a:lnTo>
                    <a:pt x="25844" y="7035"/>
                  </a:lnTo>
                  <a:lnTo>
                    <a:pt x="25882" y="6134"/>
                  </a:lnTo>
                  <a:close/>
                </a:path>
                <a:path w="41275" h="47625">
                  <a:moveTo>
                    <a:pt x="26174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83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34" y="40271"/>
                  </a:lnTo>
                  <a:lnTo>
                    <a:pt x="16687" y="40081"/>
                  </a:lnTo>
                  <a:lnTo>
                    <a:pt x="15468" y="40373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17" y="42240"/>
                  </a:lnTo>
                  <a:lnTo>
                    <a:pt x="26123" y="41948"/>
                  </a:lnTo>
                  <a:lnTo>
                    <a:pt x="26174" y="41046"/>
                  </a:lnTo>
                  <a:close/>
                </a:path>
                <a:path w="41275" h="47625">
                  <a:moveTo>
                    <a:pt x="41173" y="23545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33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80" y="20510"/>
                  </a:lnTo>
                  <a:lnTo>
                    <a:pt x="35191" y="22225"/>
                  </a:lnTo>
                  <a:lnTo>
                    <a:pt x="35331" y="23037"/>
                  </a:lnTo>
                  <a:lnTo>
                    <a:pt x="34645" y="22771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18"/>
                  </a:lnTo>
                  <a:lnTo>
                    <a:pt x="33096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71" y="28549"/>
                  </a:lnTo>
                  <a:lnTo>
                    <a:pt x="36360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39"/>
                  </a:lnTo>
                  <a:lnTo>
                    <a:pt x="41122" y="24447"/>
                  </a:lnTo>
                  <a:lnTo>
                    <a:pt x="41173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7" name="object 1437" descr=""/>
            <p:cNvSpPr/>
            <p:nvPr/>
          </p:nvSpPr>
          <p:spPr>
            <a:xfrm>
              <a:off x="5183439" y="7743335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8" name="object 1438" descr=""/>
            <p:cNvSpPr/>
            <p:nvPr/>
          </p:nvSpPr>
          <p:spPr>
            <a:xfrm>
              <a:off x="5185626" y="7746079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591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65"/>
                  </a:lnTo>
                  <a:lnTo>
                    <a:pt x="4927" y="19037"/>
                  </a:lnTo>
                  <a:lnTo>
                    <a:pt x="4838" y="20764"/>
                  </a:lnTo>
                  <a:lnTo>
                    <a:pt x="4749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44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60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29" y="5511"/>
                  </a:lnTo>
                  <a:lnTo>
                    <a:pt x="21082" y="5676"/>
                  </a:lnTo>
                  <a:lnTo>
                    <a:pt x="21297" y="4914"/>
                  </a:lnTo>
                  <a:lnTo>
                    <a:pt x="21450" y="1460"/>
                  </a:lnTo>
                  <a:lnTo>
                    <a:pt x="21209" y="50"/>
                  </a:lnTo>
                  <a:lnTo>
                    <a:pt x="20434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27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792" y="6908"/>
                  </a:lnTo>
                  <a:lnTo>
                    <a:pt x="19265" y="6997"/>
                  </a:lnTo>
                  <a:lnTo>
                    <a:pt x="19939" y="6845"/>
                  </a:lnTo>
                  <a:lnTo>
                    <a:pt x="19735" y="7607"/>
                  </a:lnTo>
                  <a:lnTo>
                    <a:pt x="19583" y="11049"/>
                  </a:lnTo>
                  <a:lnTo>
                    <a:pt x="19824" y="12458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56" y="9423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35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495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75" y="40093"/>
                  </a:lnTo>
                  <a:lnTo>
                    <a:pt x="15455" y="40386"/>
                  </a:lnTo>
                  <a:lnTo>
                    <a:pt x="15417" y="41287"/>
                  </a:lnTo>
                  <a:lnTo>
                    <a:pt x="16598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44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37"/>
                  </a:lnTo>
                  <a:lnTo>
                    <a:pt x="21348" y="44323"/>
                  </a:lnTo>
                  <a:lnTo>
                    <a:pt x="21424" y="42608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40"/>
                  </a:lnTo>
                  <a:lnTo>
                    <a:pt x="26111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493" y="23025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44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597" y="24218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58" y="28549"/>
                  </a:lnTo>
                  <a:lnTo>
                    <a:pt x="36347" y="26835"/>
                  </a:lnTo>
                  <a:lnTo>
                    <a:pt x="36423" y="25107"/>
                  </a:lnTo>
                  <a:lnTo>
                    <a:pt x="36283" y="24320"/>
                  </a:lnTo>
                  <a:lnTo>
                    <a:pt x="36944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9" name="object 1439" descr=""/>
            <p:cNvSpPr/>
            <p:nvPr/>
          </p:nvSpPr>
          <p:spPr>
            <a:xfrm>
              <a:off x="5136316" y="7743335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0" name="object 1440" descr=""/>
            <p:cNvSpPr/>
            <p:nvPr/>
          </p:nvSpPr>
          <p:spPr>
            <a:xfrm>
              <a:off x="5153926" y="7746079"/>
              <a:ext cx="55880" cy="47625"/>
            </a:xfrm>
            <a:custGeom>
              <a:avLst/>
              <a:gdLst/>
              <a:ahLst/>
              <a:cxnLst/>
              <a:rect l="l" t="t" r="r" b="b"/>
              <a:pathLst>
                <a:path w="55879" h="47625">
                  <a:moveTo>
                    <a:pt x="10452" y="5511"/>
                  </a:moveTo>
                  <a:lnTo>
                    <a:pt x="6032" y="5511"/>
                  </a:lnTo>
                  <a:lnTo>
                    <a:pt x="6032" y="0"/>
                  </a:lnTo>
                  <a:lnTo>
                    <a:pt x="5321" y="0"/>
                  </a:lnTo>
                  <a:lnTo>
                    <a:pt x="5321" y="12522"/>
                  </a:lnTo>
                  <a:lnTo>
                    <a:pt x="5715" y="12522"/>
                  </a:lnTo>
                  <a:lnTo>
                    <a:pt x="5715" y="7340"/>
                  </a:lnTo>
                  <a:lnTo>
                    <a:pt x="10452" y="7340"/>
                  </a:lnTo>
                  <a:lnTo>
                    <a:pt x="10452" y="5511"/>
                  </a:lnTo>
                  <a:close/>
                </a:path>
                <a:path w="55879" h="47625">
                  <a:moveTo>
                    <a:pt x="25730" y="23558"/>
                  </a:moveTo>
                  <a:lnTo>
                    <a:pt x="24549" y="23114"/>
                  </a:lnTo>
                  <a:lnTo>
                    <a:pt x="23075" y="23025"/>
                  </a:lnTo>
                  <a:lnTo>
                    <a:pt x="21602" y="22923"/>
                  </a:lnTo>
                  <a:lnTo>
                    <a:pt x="20955" y="23088"/>
                  </a:lnTo>
                  <a:lnTo>
                    <a:pt x="21158" y="22326"/>
                  </a:lnTo>
                  <a:lnTo>
                    <a:pt x="21323" y="18872"/>
                  </a:lnTo>
                  <a:lnTo>
                    <a:pt x="21082" y="17462"/>
                  </a:lnTo>
                  <a:lnTo>
                    <a:pt x="20307" y="17411"/>
                  </a:lnTo>
                  <a:lnTo>
                    <a:pt x="19926" y="18796"/>
                  </a:lnTo>
                  <a:lnTo>
                    <a:pt x="19837" y="20510"/>
                  </a:lnTo>
                  <a:lnTo>
                    <a:pt x="19761" y="22225"/>
                  </a:lnTo>
                  <a:lnTo>
                    <a:pt x="19900" y="23050"/>
                  </a:lnTo>
                  <a:lnTo>
                    <a:pt x="19202" y="22783"/>
                  </a:lnTo>
                  <a:lnTo>
                    <a:pt x="16256" y="22593"/>
                  </a:lnTo>
                  <a:lnTo>
                    <a:pt x="15036" y="22885"/>
                  </a:lnTo>
                  <a:lnTo>
                    <a:pt x="14998" y="23787"/>
                  </a:lnTo>
                  <a:lnTo>
                    <a:pt x="16179" y="24218"/>
                  </a:lnTo>
                  <a:lnTo>
                    <a:pt x="17653" y="24320"/>
                  </a:lnTo>
                  <a:lnTo>
                    <a:pt x="19126" y="24409"/>
                  </a:lnTo>
                  <a:lnTo>
                    <a:pt x="19812" y="24244"/>
                  </a:lnTo>
                  <a:lnTo>
                    <a:pt x="19608" y="25019"/>
                  </a:lnTo>
                  <a:lnTo>
                    <a:pt x="19443" y="28460"/>
                  </a:lnTo>
                  <a:lnTo>
                    <a:pt x="19685" y="29883"/>
                  </a:lnTo>
                  <a:lnTo>
                    <a:pt x="20459" y="29933"/>
                  </a:lnTo>
                  <a:lnTo>
                    <a:pt x="20840" y="28549"/>
                  </a:lnTo>
                  <a:lnTo>
                    <a:pt x="20916" y="26835"/>
                  </a:lnTo>
                  <a:lnTo>
                    <a:pt x="21005" y="25107"/>
                  </a:lnTo>
                  <a:lnTo>
                    <a:pt x="20853" y="24320"/>
                  </a:lnTo>
                  <a:lnTo>
                    <a:pt x="21526" y="24561"/>
                  </a:lnTo>
                  <a:lnTo>
                    <a:pt x="24472" y="24752"/>
                  </a:lnTo>
                  <a:lnTo>
                    <a:pt x="25692" y="24460"/>
                  </a:lnTo>
                  <a:lnTo>
                    <a:pt x="25730" y="23558"/>
                  </a:lnTo>
                  <a:close/>
                </a:path>
                <a:path w="55879" h="47625">
                  <a:moveTo>
                    <a:pt x="55384" y="40093"/>
                  </a:moveTo>
                  <a:lnTo>
                    <a:pt x="6311" y="40093"/>
                  </a:lnTo>
                  <a:lnTo>
                    <a:pt x="6311" y="34912"/>
                  </a:lnTo>
                  <a:lnTo>
                    <a:pt x="5321" y="34912"/>
                  </a:lnTo>
                  <a:lnTo>
                    <a:pt x="5321" y="40093"/>
                  </a:lnTo>
                  <a:lnTo>
                    <a:pt x="0" y="40093"/>
                  </a:lnTo>
                  <a:lnTo>
                    <a:pt x="0" y="41910"/>
                  </a:lnTo>
                  <a:lnTo>
                    <a:pt x="5321" y="41910"/>
                  </a:lnTo>
                  <a:lnTo>
                    <a:pt x="5321" y="47421"/>
                  </a:lnTo>
                  <a:lnTo>
                    <a:pt x="6007" y="47421"/>
                  </a:lnTo>
                  <a:lnTo>
                    <a:pt x="6007" y="41910"/>
                  </a:lnTo>
                  <a:lnTo>
                    <a:pt x="6527" y="42062"/>
                  </a:lnTo>
                  <a:lnTo>
                    <a:pt x="9474" y="42240"/>
                  </a:lnTo>
                  <a:lnTo>
                    <a:pt x="10693" y="41948"/>
                  </a:lnTo>
                  <a:lnTo>
                    <a:pt x="55384" y="41910"/>
                  </a:lnTo>
                  <a:lnTo>
                    <a:pt x="55384" y="40093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1" name="object 1441" descr=""/>
            <p:cNvSpPr/>
            <p:nvPr/>
          </p:nvSpPr>
          <p:spPr>
            <a:xfrm>
              <a:off x="5229238" y="7743335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2" name="object 1442" descr=""/>
            <p:cNvSpPr/>
            <p:nvPr/>
          </p:nvSpPr>
          <p:spPr>
            <a:xfrm>
              <a:off x="5231422" y="7746079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83" y="17716"/>
                  </a:lnTo>
                  <a:lnTo>
                    <a:pt x="5295" y="17665"/>
                  </a:lnTo>
                  <a:lnTo>
                    <a:pt x="4927" y="19037"/>
                  </a:lnTo>
                  <a:lnTo>
                    <a:pt x="4838" y="20764"/>
                  </a:lnTo>
                  <a:lnTo>
                    <a:pt x="4762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60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297" y="4914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40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792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24" y="12458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35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75" y="40093"/>
                  </a:lnTo>
                  <a:lnTo>
                    <a:pt x="15468" y="40386"/>
                  </a:lnTo>
                  <a:lnTo>
                    <a:pt x="15417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37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47" y="26835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3" name="object 1443" descr=""/>
            <p:cNvSpPr/>
            <p:nvPr/>
          </p:nvSpPr>
          <p:spPr>
            <a:xfrm>
              <a:off x="5159564" y="770781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4" name="object 1444" descr=""/>
            <p:cNvSpPr/>
            <p:nvPr/>
          </p:nvSpPr>
          <p:spPr>
            <a:xfrm>
              <a:off x="5161749" y="7710557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55"/>
                  </a:lnTo>
                  <a:lnTo>
                    <a:pt x="8077" y="23266"/>
                  </a:lnTo>
                  <a:lnTo>
                    <a:pt x="6591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03"/>
                  </a:lnTo>
                  <a:lnTo>
                    <a:pt x="5295" y="17653"/>
                  </a:lnTo>
                  <a:lnTo>
                    <a:pt x="4927" y="19037"/>
                  </a:lnTo>
                  <a:lnTo>
                    <a:pt x="4838" y="20751"/>
                  </a:lnTo>
                  <a:lnTo>
                    <a:pt x="4749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60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34"/>
                  </a:moveTo>
                  <a:lnTo>
                    <a:pt x="24688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02"/>
                  </a:lnTo>
                  <a:lnTo>
                    <a:pt x="21450" y="1460"/>
                  </a:lnTo>
                  <a:lnTo>
                    <a:pt x="21209" y="50"/>
                  </a:lnTo>
                  <a:lnTo>
                    <a:pt x="20434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27" y="5626"/>
                  </a:lnTo>
                  <a:lnTo>
                    <a:pt x="19342" y="5359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792" y="6908"/>
                  </a:lnTo>
                  <a:lnTo>
                    <a:pt x="19265" y="6997"/>
                  </a:lnTo>
                  <a:lnTo>
                    <a:pt x="19939" y="6845"/>
                  </a:lnTo>
                  <a:lnTo>
                    <a:pt x="19735" y="7607"/>
                  </a:lnTo>
                  <a:lnTo>
                    <a:pt x="19583" y="11049"/>
                  </a:lnTo>
                  <a:lnTo>
                    <a:pt x="19824" y="12458"/>
                  </a:lnTo>
                  <a:lnTo>
                    <a:pt x="20599" y="12509"/>
                  </a:lnTo>
                  <a:lnTo>
                    <a:pt x="20980" y="11137"/>
                  </a:lnTo>
                  <a:lnTo>
                    <a:pt x="21056" y="9410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27"/>
                  </a:lnTo>
                  <a:lnTo>
                    <a:pt x="25831" y="7035"/>
                  </a:lnTo>
                  <a:lnTo>
                    <a:pt x="25869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495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83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75" y="40081"/>
                  </a:lnTo>
                  <a:lnTo>
                    <a:pt x="15468" y="40373"/>
                  </a:lnTo>
                  <a:lnTo>
                    <a:pt x="15417" y="41275"/>
                  </a:lnTo>
                  <a:lnTo>
                    <a:pt x="16598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37"/>
                  </a:lnTo>
                  <a:lnTo>
                    <a:pt x="21348" y="44323"/>
                  </a:lnTo>
                  <a:lnTo>
                    <a:pt x="21424" y="42608"/>
                  </a:lnTo>
                  <a:lnTo>
                    <a:pt x="21285" y="41821"/>
                  </a:lnTo>
                  <a:lnTo>
                    <a:pt x="21945" y="42049"/>
                  </a:lnTo>
                  <a:lnTo>
                    <a:pt x="24904" y="42240"/>
                  </a:lnTo>
                  <a:lnTo>
                    <a:pt x="26111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45"/>
                  </a:moveTo>
                  <a:lnTo>
                    <a:pt x="39979" y="23114"/>
                  </a:lnTo>
                  <a:lnTo>
                    <a:pt x="38493" y="23012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44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71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58" y="28549"/>
                  </a:lnTo>
                  <a:lnTo>
                    <a:pt x="36347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44" y="24561"/>
                  </a:lnTo>
                  <a:lnTo>
                    <a:pt x="39903" y="24739"/>
                  </a:lnTo>
                  <a:lnTo>
                    <a:pt x="41122" y="24447"/>
                  </a:lnTo>
                  <a:lnTo>
                    <a:pt x="41160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5" name="object 1445" descr=""/>
            <p:cNvSpPr/>
            <p:nvPr/>
          </p:nvSpPr>
          <p:spPr>
            <a:xfrm>
              <a:off x="5113047" y="770781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6" name="object 1446" descr=""/>
            <p:cNvSpPr/>
            <p:nvPr/>
          </p:nvSpPr>
          <p:spPr>
            <a:xfrm>
              <a:off x="5349674" y="792720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7" name="object 1447" descr=""/>
            <p:cNvSpPr/>
            <p:nvPr/>
          </p:nvSpPr>
          <p:spPr>
            <a:xfrm>
              <a:off x="5351856" y="7929949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37"/>
                  </a:lnTo>
                  <a:lnTo>
                    <a:pt x="4838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39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297" y="4914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37" y="12458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31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50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18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28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47" y="26835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8" name="object 1448" descr=""/>
            <p:cNvSpPr/>
            <p:nvPr/>
          </p:nvSpPr>
          <p:spPr>
            <a:xfrm>
              <a:off x="5327034" y="796273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9" name="object 1449" descr=""/>
            <p:cNvSpPr/>
            <p:nvPr/>
          </p:nvSpPr>
          <p:spPr>
            <a:xfrm>
              <a:off x="5329212" y="7965471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812"/>
                  </a:moveTo>
                  <a:lnTo>
                    <a:pt x="9563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37"/>
                  </a:lnTo>
                  <a:lnTo>
                    <a:pt x="1257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803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15"/>
                  </a:lnTo>
                  <a:lnTo>
                    <a:pt x="9486" y="25006"/>
                  </a:lnTo>
                  <a:lnTo>
                    <a:pt x="10693" y="24701"/>
                  </a:lnTo>
                  <a:lnTo>
                    <a:pt x="10744" y="23812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73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26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45" y="7708"/>
                  </a:lnTo>
                  <a:lnTo>
                    <a:pt x="21005" y="6908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34" y="40424"/>
                  </a:lnTo>
                  <a:lnTo>
                    <a:pt x="21386" y="40589"/>
                  </a:lnTo>
                  <a:lnTo>
                    <a:pt x="21590" y="39827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51"/>
                  </a:lnTo>
                  <a:lnTo>
                    <a:pt x="19634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43" y="41744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72" y="46050"/>
                  </a:lnTo>
                  <a:lnTo>
                    <a:pt x="21348" y="44335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04" y="42252"/>
                  </a:lnTo>
                  <a:lnTo>
                    <a:pt x="26123" y="41960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53" y="18884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37"/>
                  </a:lnTo>
                  <a:lnTo>
                    <a:pt x="35331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69" y="24422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73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20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0" name="object 1450" descr=""/>
            <p:cNvSpPr/>
            <p:nvPr/>
          </p:nvSpPr>
          <p:spPr>
            <a:xfrm>
              <a:off x="5279911" y="796273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1" name="object 1451" descr=""/>
            <p:cNvSpPr/>
            <p:nvPr/>
          </p:nvSpPr>
          <p:spPr>
            <a:xfrm>
              <a:off x="5282095" y="7965471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812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65"/>
                  </a:lnTo>
                  <a:lnTo>
                    <a:pt x="4927" y="19050"/>
                  </a:lnTo>
                  <a:lnTo>
                    <a:pt x="4838" y="20764"/>
                  </a:lnTo>
                  <a:lnTo>
                    <a:pt x="4762" y="22479"/>
                  </a:lnTo>
                  <a:lnTo>
                    <a:pt x="4889" y="23304"/>
                  </a:lnTo>
                  <a:lnTo>
                    <a:pt x="4203" y="23037"/>
                  </a:lnTo>
                  <a:lnTo>
                    <a:pt x="1257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54" y="24574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803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15"/>
                  </a:lnTo>
                  <a:lnTo>
                    <a:pt x="9474" y="25006"/>
                  </a:lnTo>
                  <a:lnTo>
                    <a:pt x="10693" y="24701"/>
                  </a:lnTo>
                  <a:lnTo>
                    <a:pt x="10731" y="23812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14"/>
                  </a:lnTo>
                  <a:lnTo>
                    <a:pt x="21463" y="1473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26"/>
                  </a:lnTo>
                  <a:lnTo>
                    <a:pt x="20040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792" y="6908"/>
                  </a:lnTo>
                  <a:lnTo>
                    <a:pt x="19265" y="6997"/>
                  </a:lnTo>
                  <a:lnTo>
                    <a:pt x="19951" y="6832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24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56" y="9423"/>
                  </a:lnTo>
                  <a:lnTo>
                    <a:pt x="21145" y="7708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84"/>
                  </a:lnTo>
                  <a:lnTo>
                    <a:pt x="16675" y="40093"/>
                  </a:lnTo>
                  <a:lnTo>
                    <a:pt x="15468" y="40386"/>
                  </a:lnTo>
                  <a:lnTo>
                    <a:pt x="15417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59" y="46050"/>
                  </a:lnTo>
                  <a:lnTo>
                    <a:pt x="21348" y="44335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52"/>
                  </a:lnTo>
                  <a:lnTo>
                    <a:pt x="26123" y="41960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79" y="22237"/>
                  </a:lnTo>
                  <a:lnTo>
                    <a:pt x="35318" y="23050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56" y="24422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73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58" y="28549"/>
                  </a:lnTo>
                  <a:lnTo>
                    <a:pt x="36347" y="26835"/>
                  </a:lnTo>
                  <a:lnTo>
                    <a:pt x="36436" y="25120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2" name="object 1452" descr=""/>
            <p:cNvSpPr/>
            <p:nvPr/>
          </p:nvSpPr>
          <p:spPr>
            <a:xfrm>
              <a:off x="5372833" y="7962731"/>
              <a:ext cx="29845" cy="53975"/>
            </a:xfrm>
            <a:custGeom>
              <a:avLst/>
              <a:gdLst/>
              <a:ahLst/>
              <a:cxnLst/>
              <a:rect l="l" t="t" r="r" b="b"/>
              <a:pathLst>
                <a:path w="29845" h="53975">
                  <a:moveTo>
                    <a:pt x="0" y="26711"/>
                  </a:moveTo>
                  <a:lnTo>
                    <a:pt x="22899" y="53422"/>
                  </a:lnTo>
                  <a:lnTo>
                    <a:pt x="29745" y="45437"/>
                  </a:lnTo>
                </a:path>
                <a:path w="29845" h="53975">
                  <a:moveTo>
                    <a:pt x="29745" y="7985"/>
                  </a:moveTo>
                  <a:lnTo>
                    <a:pt x="22899" y="0"/>
                  </a:lnTo>
                  <a:lnTo>
                    <a:pt x="0" y="26711"/>
                  </a:lnTo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3" name="object 1453" descr=""/>
            <p:cNvSpPr/>
            <p:nvPr/>
          </p:nvSpPr>
          <p:spPr>
            <a:xfrm>
              <a:off x="5375008" y="7965471"/>
              <a:ext cx="26670" cy="47625"/>
            </a:xfrm>
            <a:custGeom>
              <a:avLst/>
              <a:gdLst/>
              <a:ahLst/>
              <a:cxnLst/>
              <a:rect l="l" t="t" r="r" b="b"/>
              <a:pathLst>
                <a:path w="26670" h="47625">
                  <a:moveTo>
                    <a:pt x="10744" y="23812"/>
                  </a:moveTo>
                  <a:lnTo>
                    <a:pt x="9563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37"/>
                  </a:lnTo>
                  <a:lnTo>
                    <a:pt x="1257" y="22847"/>
                  </a:lnTo>
                  <a:lnTo>
                    <a:pt x="50" y="23139"/>
                  </a:lnTo>
                  <a:lnTo>
                    <a:pt x="0" y="24041"/>
                  </a:lnTo>
                  <a:lnTo>
                    <a:pt x="1193" y="24472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803"/>
                  </a:lnTo>
                  <a:lnTo>
                    <a:pt x="5930" y="27076"/>
                  </a:lnTo>
                  <a:lnTo>
                    <a:pt x="6019" y="25361"/>
                  </a:lnTo>
                  <a:lnTo>
                    <a:pt x="5867" y="24574"/>
                  </a:lnTo>
                  <a:lnTo>
                    <a:pt x="6527" y="24815"/>
                  </a:lnTo>
                  <a:lnTo>
                    <a:pt x="9486" y="25006"/>
                  </a:lnTo>
                  <a:lnTo>
                    <a:pt x="10706" y="24701"/>
                  </a:lnTo>
                  <a:lnTo>
                    <a:pt x="10744" y="23812"/>
                  </a:lnTo>
                  <a:close/>
                </a:path>
                <a:path w="26670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28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73"/>
                  </a:lnTo>
                  <a:lnTo>
                    <a:pt x="21209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26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51" y="6375"/>
                  </a:lnTo>
                  <a:lnTo>
                    <a:pt x="16332" y="6819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93" y="11137"/>
                  </a:lnTo>
                  <a:lnTo>
                    <a:pt x="21069" y="9423"/>
                  </a:lnTo>
                  <a:lnTo>
                    <a:pt x="21158" y="7708"/>
                  </a:lnTo>
                  <a:lnTo>
                    <a:pt x="21005" y="6908"/>
                  </a:lnTo>
                  <a:lnTo>
                    <a:pt x="21678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26670" h="47625">
                  <a:moveTo>
                    <a:pt x="26174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34" y="40424"/>
                  </a:lnTo>
                  <a:lnTo>
                    <a:pt x="21386" y="40589"/>
                  </a:lnTo>
                  <a:lnTo>
                    <a:pt x="21590" y="39827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46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97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72" y="46050"/>
                  </a:lnTo>
                  <a:lnTo>
                    <a:pt x="21361" y="44335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17" y="42252"/>
                  </a:lnTo>
                  <a:lnTo>
                    <a:pt x="26123" y="41960"/>
                  </a:lnTo>
                  <a:lnTo>
                    <a:pt x="26174" y="41059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4" name="object 1454" descr=""/>
            <p:cNvSpPr/>
            <p:nvPr/>
          </p:nvSpPr>
          <p:spPr>
            <a:xfrm>
              <a:off x="5303158" y="792720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5" name="object 1455" descr=""/>
            <p:cNvSpPr/>
            <p:nvPr/>
          </p:nvSpPr>
          <p:spPr>
            <a:xfrm>
              <a:off x="5305336" y="7929949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37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39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32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86" y="40589"/>
                  </a:lnTo>
                  <a:lnTo>
                    <a:pt x="21590" y="39827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34" y="40271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50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23"/>
                  </a:lnTo>
                  <a:lnTo>
                    <a:pt x="36385" y="23088"/>
                  </a:lnTo>
                  <a:lnTo>
                    <a:pt x="36588" y="22326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31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6" name="object 1456" descr=""/>
            <p:cNvSpPr/>
            <p:nvPr/>
          </p:nvSpPr>
          <p:spPr>
            <a:xfrm>
              <a:off x="5256640" y="792720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7" name="object 1457" descr=""/>
            <p:cNvSpPr/>
            <p:nvPr/>
          </p:nvSpPr>
          <p:spPr>
            <a:xfrm>
              <a:off x="5258816" y="7929949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68"/>
                  </a:lnTo>
                  <a:lnTo>
                    <a:pt x="8089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37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39"/>
                  </a:lnTo>
                  <a:lnTo>
                    <a:pt x="0" y="24028"/>
                  </a:lnTo>
                  <a:lnTo>
                    <a:pt x="1193" y="24472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19" y="25361"/>
                  </a:lnTo>
                  <a:lnTo>
                    <a:pt x="5867" y="24574"/>
                  </a:lnTo>
                  <a:lnTo>
                    <a:pt x="6540" y="24803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28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408" y="5181"/>
                  </a:lnTo>
                  <a:lnTo>
                    <a:pt x="15189" y="5473"/>
                  </a:lnTo>
                  <a:lnTo>
                    <a:pt x="15151" y="6375"/>
                  </a:lnTo>
                  <a:lnTo>
                    <a:pt x="16332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22"/>
                  </a:lnTo>
                  <a:lnTo>
                    <a:pt x="20993" y="11137"/>
                  </a:lnTo>
                  <a:lnTo>
                    <a:pt x="21069" y="9423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78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74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86" y="40589"/>
                  </a:lnTo>
                  <a:lnTo>
                    <a:pt x="21590" y="39827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81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46" y="40271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97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50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17" y="42240"/>
                  </a:lnTo>
                  <a:lnTo>
                    <a:pt x="26123" y="41948"/>
                  </a:lnTo>
                  <a:lnTo>
                    <a:pt x="26174" y="41046"/>
                  </a:lnTo>
                  <a:close/>
                </a:path>
                <a:path w="41275" h="47625">
                  <a:moveTo>
                    <a:pt x="41173" y="23558"/>
                  </a:moveTo>
                  <a:lnTo>
                    <a:pt x="39992" y="23114"/>
                  </a:lnTo>
                  <a:lnTo>
                    <a:pt x="38506" y="23025"/>
                  </a:lnTo>
                  <a:lnTo>
                    <a:pt x="37033" y="22923"/>
                  </a:lnTo>
                  <a:lnTo>
                    <a:pt x="36385" y="23088"/>
                  </a:lnTo>
                  <a:lnTo>
                    <a:pt x="36601" y="22326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80" y="20510"/>
                  </a:lnTo>
                  <a:lnTo>
                    <a:pt x="35191" y="22225"/>
                  </a:lnTo>
                  <a:lnTo>
                    <a:pt x="35331" y="23037"/>
                  </a:lnTo>
                  <a:lnTo>
                    <a:pt x="34645" y="22783"/>
                  </a:lnTo>
                  <a:lnTo>
                    <a:pt x="31686" y="22593"/>
                  </a:lnTo>
                  <a:lnTo>
                    <a:pt x="30480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96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86" y="28460"/>
                  </a:lnTo>
                  <a:lnTo>
                    <a:pt x="35128" y="29883"/>
                  </a:lnTo>
                  <a:lnTo>
                    <a:pt x="35902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07"/>
                  </a:lnTo>
                  <a:lnTo>
                    <a:pt x="36296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73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8" name="object 1458" descr=""/>
            <p:cNvSpPr/>
            <p:nvPr/>
          </p:nvSpPr>
          <p:spPr>
            <a:xfrm>
              <a:off x="5349674" y="785413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9" name="object 1459" descr=""/>
            <p:cNvSpPr/>
            <p:nvPr/>
          </p:nvSpPr>
          <p:spPr>
            <a:xfrm>
              <a:off x="5351856" y="785687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37"/>
                  </a:lnTo>
                  <a:lnTo>
                    <a:pt x="4838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39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297" y="4914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37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31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50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18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28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47" y="26835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0" name="object 1460" descr=""/>
            <p:cNvSpPr/>
            <p:nvPr/>
          </p:nvSpPr>
          <p:spPr>
            <a:xfrm>
              <a:off x="5327034" y="788965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1" name="object 1461" descr=""/>
            <p:cNvSpPr/>
            <p:nvPr/>
          </p:nvSpPr>
          <p:spPr>
            <a:xfrm>
              <a:off x="5329212" y="7892395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59" y="22580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803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15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73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38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805" y="6908"/>
                  </a:lnTo>
                  <a:lnTo>
                    <a:pt x="19278" y="7010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45" y="7708"/>
                  </a:lnTo>
                  <a:lnTo>
                    <a:pt x="21005" y="6908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34" y="40424"/>
                  </a:lnTo>
                  <a:lnTo>
                    <a:pt x="21386" y="40589"/>
                  </a:lnTo>
                  <a:lnTo>
                    <a:pt x="21590" y="39827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51"/>
                  </a:lnTo>
                  <a:lnTo>
                    <a:pt x="19634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43" y="41744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72" y="46050"/>
                  </a:lnTo>
                  <a:lnTo>
                    <a:pt x="21348" y="44335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04" y="42252"/>
                  </a:lnTo>
                  <a:lnTo>
                    <a:pt x="26123" y="41960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23"/>
                  </a:lnTo>
                  <a:lnTo>
                    <a:pt x="36385" y="23088"/>
                  </a:lnTo>
                  <a:lnTo>
                    <a:pt x="36588" y="22326"/>
                  </a:lnTo>
                  <a:lnTo>
                    <a:pt x="36753" y="18884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18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69" y="24422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20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2" name="object 1462" descr=""/>
            <p:cNvSpPr/>
            <p:nvPr/>
          </p:nvSpPr>
          <p:spPr>
            <a:xfrm>
              <a:off x="5279911" y="788965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3" name="object 1463" descr=""/>
            <p:cNvSpPr/>
            <p:nvPr/>
          </p:nvSpPr>
          <p:spPr>
            <a:xfrm>
              <a:off x="5282095" y="7892395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80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65"/>
                  </a:lnTo>
                  <a:lnTo>
                    <a:pt x="4927" y="19050"/>
                  </a:lnTo>
                  <a:lnTo>
                    <a:pt x="4838" y="20764"/>
                  </a:lnTo>
                  <a:lnTo>
                    <a:pt x="4762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57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54" y="24574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803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15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297" y="4914"/>
                  </a:lnTo>
                  <a:lnTo>
                    <a:pt x="21463" y="1473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40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792" y="6908"/>
                  </a:lnTo>
                  <a:lnTo>
                    <a:pt x="19265" y="7010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24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56" y="9423"/>
                  </a:lnTo>
                  <a:lnTo>
                    <a:pt x="21145" y="7708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84"/>
                  </a:lnTo>
                  <a:lnTo>
                    <a:pt x="16675" y="40093"/>
                  </a:lnTo>
                  <a:lnTo>
                    <a:pt x="15468" y="40386"/>
                  </a:lnTo>
                  <a:lnTo>
                    <a:pt x="15417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59" y="46050"/>
                  </a:lnTo>
                  <a:lnTo>
                    <a:pt x="21348" y="44335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52"/>
                  </a:lnTo>
                  <a:lnTo>
                    <a:pt x="26123" y="41960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06" y="23050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56" y="24422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58" y="28549"/>
                  </a:lnTo>
                  <a:lnTo>
                    <a:pt x="36347" y="26835"/>
                  </a:lnTo>
                  <a:lnTo>
                    <a:pt x="36436" y="25120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4" name="object 1464" descr=""/>
            <p:cNvSpPr/>
            <p:nvPr/>
          </p:nvSpPr>
          <p:spPr>
            <a:xfrm>
              <a:off x="5372833" y="7889656"/>
              <a:ext cx="29845" cy="53975"/>
            </a:xfrm>
            <a:custGeom>
              <a:avLst/>
              <a:gdLst/>
              <a:ahLst/>
              <a:cxnLst/>
              <a:rect l="l" t="t" r="r" b="b"/>
              <a:pathLst>
                <a:path w="29845" h="53975">
                  <a:moveTo>
                    <a:pt x="0" y="26711"/>
                  </a:moveTo>
                  <a:lnTo>
                    <a:pt x="22899" y="53422"/>
                  </a:lnTo>
                  <a:lnTo>
                    <a:pt x="29745" y="45437"/>
                  </a:lnTo>
                </a:path>
                <a:path w="29845" h="53975">
                  <a:moveTo>
                    <a:pt x="29745" y="7985"/>
                  </a:moveTo>
                  <a:lnTo>
                    <a:pt x="22899" y="0"/>
                  </a:lnTo>
                  <a:lnTo>
                    <a:pt x="0" y="26711"/>
                  </a:lnTo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5" name="object 1465" descr=""/>
            <p:cNvSpPr/>
            <p:nvPr/>
          </p:nvSpPr>
          <p:spPr>
            <a:xfrm>
              <a:off x="5375008" y="7892395"/>
              <a:ext cx="26670" cy="47625"/>
            </a:xfrm>
            <a:custGeom>
              <a:avLst/>
              <a:gdLst/>
              <a:ahLst/>
              <a:cxnLst/>
              <a:rect l="l" t="t" r="r" b="b"/>
              <a:pathLst>
                <a:path w="26670" h="47625">
                  <a:moveTo>
                    <a:pt x="10744" y="23799"/>
                  </a:moveTo>
                  <a:lnTo>
                    <a:pt x="9563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80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47"/>
                  </a:lnTo>
                  <a:lnTo>
                    <a:pt x="50" y="23139"/>
                  </a:lnTo>
                  <a:lnTo>
                    <a:pt x="0" y="24041"/>
                  </a:lnTo>
                  <a:lnTo>
                    <a:pt x="1193" y="24472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803"/>
                  </a:lnTo>
                  <a:lnTo>
                    <a:pt x="5930" y="27076"/>
                  </a:lnTo>
                  <a:lnTo>
                    <a:pt x="6019" y="25361"/>
                  </a:lnTo>
                  <a:lnTo>
                    <a:pt x="5867" y="24574"/>
                  </a:lnTo>
                  <a:lnTo>
                    <a:pt x="6527" y="24815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26670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28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73"/>
                  </a:lnTo>
                  <a:lnTo>
                    <a:pt x="21209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38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51" y="6375"/>
                  </a:lnTo>
                  <a:lnTo>
                    <a:pt x="16332" y="6819"/>
                  </a:lnTo>
                  <a:lnTo>
                    <a:pt x="17805" y="6908"/>
                  </a:lnTo>
                  <a:lnTo>
                    <a:pt x="19278" y="7010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93" y="11137"/>
                  </a:lnTo>
                  <a:lnTo>
                    <a:pt x="21069" y="9423"/>
                  </a:lnTo>
                  <a:lnTo>
                    <a:pt x="21158" y="7708"/>
                  </a:lnTo>
                  <a:lnTo>
                    <a:pt x="21005" y="6908"/>
                  </a:lnTo>
                  <a:lnTo>
                    <a:pt x="21678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26670" h="47625">
                  <a:moveTo>
                    <a:pt x="26174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34" y="40424"/>
                  </a:lnTo>
                  <a:lnTo>
                    <a:pt x="21386" y="40589"/>
                  </a:lnTo>
                  <a:lnTo>
                    <a:pt x="21590" y="39827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46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97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72" y="46050"/>
                  </a:lnTo>
                  <a:lnTo>
                    <a:pt x="21361" y="44335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17" y="42252"/>
                  </a:lnTo>
                  <a:lnTo>
                    <a:pt x="26123" y="41960"/>
                  </a:lnTo>
                  <a:lnTo>
                    <a:pt x="26174" y="41059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6" name="object 1466" descr=""/>
            <p:cNvSpPr/>
            <p:nvPr/>
          </p:nvSpPr>
          <p:spPr>
            <a:xfrm>
              <a:off x="5303158" y="785413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7" name="object 1467" descr=""/>
            <p:cNvSpPr/>
            <p:nvPr/>
          </p:nvSpPr>
          <p:spPr>
            <a:xfrm>
              <a:off x="5305336" y="785687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37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39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32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51"/>
                  </a:lnTo>
                  <a:lnTo>
                    <a:pt x="19634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50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23"/>
                  </a:lnTo>
                  <a:lnTo>
                    <a:pt x="36385" y="23088"/>
                  </a:lnTo>
                  <a:lnTo>
                    <a:pt x="36588" y="22326"/>
                  </a:lnTo>
                  <a:lnTo>
                    <a:pt x="36753" y="18884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31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8" name="object 1468" descr=""/>
            <p:cNvSpPr/>
            <p:nvPr/>
          </p:nvSpPr>
          <p:spPr>
            <a:xfrm>
              <a:off x="5256640" y="785413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9" name="object 1469" descr=""/>
            <p:cNvSpPr/>
            <p:nvPr/>
          </p:nvSpPr>
          <p:spPr>
            <a:xfrm>
              <a:off x="5258816" y="785687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68"/>
                  </a:lnTo>
                  <a:lnTo>
                    <a:pt x="8089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37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39"/>
                  </a:lnTo>
                  <a:lnTo>
                    <a:pt x="0" y="24028"/>
                  </a:lnTo>
                  <a:lnTo>
                    <a:pt x="1193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19" y="25361"/>
                  </a:lnTo>
                  <a:lnTo>
                    <a:pt x="5867" y="24574"/>
                  </a:lnTo>
                  <a:lnTo>
                    <a:pt x="6540" y="24803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28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408" y="5181"/>
                  </a:lnTo>
                  <a:lnTo>
                    <a:pt x="15189" y="5473"/>
                  </a:lnTo>
                  <a:lnTo>
                    <a:pt x="15151" y="6375"/>
                  </a:lnTo>
                  <a:lnTo>
                    <a:pt x="16332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93" y="11137"/>
                  </a:lnTo>
                  <a:lnTo>
                    <a:pt x="21069" y="9423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78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74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81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46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97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50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17" y="42240"/>
                  </a:lnTo>
                  <a:lnTo>
                    <a:pt x="26123" y="41948"/>
                  </a:lnTo>
                  <a:lnTo>
                    <a:pt x="26174" y="41046"/>
                  </a:lnTo>
                  <a:close/>
                </a:path>
                <a:path w="41275" h="47625">
                  <a:moveTo>
                    <a:pt x="41173" y="23558"/>
                  </a:moveTo>
                  <a:lnTo>
                    <a:pt x="39992" y="23114"/>
                  </a:lnTo>
                  <a:lnTo>
                    <a:pt x="38506" y="23025"/>
                  </a:lnTo>
                  <a:lnTo>
                    <a:pt x="37033" y="22923"/>
                  </a:lnTo>
                  <a:lnTo>
                    <a:pt x="36385" y="23088"/>
                  </a:lnTo>
                  <a:lnTo>
                    <a:pt x="36601" y="22326"/>
                  </a:lnTo>
                  <a:lnTo>
                    <a:pt x="36753" y="18884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80" y="20510"/>
                  </a:lnTo>
                  <a:lnTo>
                    <a:pt x="35191" y="22225"/>
                  </a:lnTo>
                  <a:lnTo>
                    <a:pt x="35331" y="23037"/>
                  </a:lnTo>
                  <a:lnTo>
                    <a:pt x="34645" y="22783"/>
                  </a:lnTo>
                  <a:lnTo>
                    <a:pt x="31686" y="22593"/>
                  </a:lnTo>
                  <a:lnTo>
                    <a:pt x="30480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96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86" y="28460"/>
                  </a:lnTo>
                  <a:lnTo>
                    <a:pt x="35128" y="29883"/>
                  </a:lnTo>
                  <a:lnTo>
                    <a:pt x="35902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07"/>
                  </a:lnTo>
                  <a:lnTo>
                    <a:pt x="36296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73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0" name="object 1470" descr=""/>
            <p:cNvSpPr/>
            <p:nvPr/>
          </p:nvSpPr>
          <p:spPr>
            <a:xfrm>
              <a:off x="5206081" y="792720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1" name="object 1471" descr=""/>
            <p:cNvSpPr/>
            <p:nvPr/>
          </p:nvSpPr>
          <p:spPr>
            <a:xfrm>
              <a:off x="5208257" y="7929949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37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39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28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32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74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86" y="40589"/>
                  </a:lnTo>
                  <a:lnTo>
                    <a:pt x="21590" y="39827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34" y="40271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50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17" y="42240"/>
                  </a:lnTo>
                  <a:lnTo>
                    <a:pt x="26123" y="41948"/>
                  </a:lnTo>
                  <a:lnTo>
                    <a:pt x="26174" y="41046"/>
                  </a:lnTo>
                  <a:close/>
                </a:path>
                <a:path w="41275" h="47625">
                  <a:moveTo>
                    <a:pt x="41173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23"/>
                  </a:lnTo>
                  <a:lnTo>
                    <a:pt x="36385" y="23088"/>
                  </a:lnTo>
                  <a:lnTo>
                    <a:pt x="36588" y="22326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80" y="20510"/>
                  </a:lnTo>
                  <a:lnTo>
                    <a:pt x="35191" y="22225"/>
                  </a:lnTo>
                  <a:lnTo>
                    <a:pt x="35331" y="23037"/>
                  </a:lnTo>
                  <a:lnTo>
                    <a:pt x="34645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96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73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2" name="object 1472" descr=""/>
            <p:cNvSpPr/>
            <p:nvPr/>
          </p:nvSpPr>
          <p:spPr>
            <a:xfrm>
              <a:off x="5183439" y="796273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3" name="object 1473" descr=""/>
            <p:cNvSpPr/>
            <p:nvPr/>
          </p:nvSpPr>
          <p:spPr>
            <a:xfrm>
              <a:off x="5185626" y="7965471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812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591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65"/>
                  </a:lnTo>
                  <a:lnTo>
                    <a:pt x="4927" y="19050"/>
                  </a:lnTo>
                  <a:lnTo>
                    <a:pt x="4838" y="20764"/>
                  </a:lnTo>
                  <a:lnTo>
                    <a:pt x="4749" y="22479"/>
                  </a:lnTo>
                  <a:lnTo>
                    <a:pt x="4889" y="23291"/>
                  </a:lnTo>
                  <a:lnTo>
                    <a:pt x="4203" y="23037"/>
                  </a:lnTo>
                  <a:lnTo>
                    <a:pt x="1244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54" y="24574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803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15"/>
                  </a:lnTo>
                  <a:lnTo>
                    <a:pt x="9474" y="25006"/>
                  </a:lnTo>
                  <a:lnTo>
                    <a:pt x="10693" y="24701"/>
                  </a:lnTo>
                  <a:lnTo>
                    <a:pt x="10731" y="23812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29" y="5511"/>
                  </a:lnTo>
                  <a:lnTo>
                    <a:pt x="21082" y="5676"/>
                  </a:lnTo>
                  <a:lnTo>
                    <a:pt x="21297" y="4914"/>
                  </a:lnTo>
                  <a:lnTo>
                    <a:pt x="21450" y="1473"/>
                  </a:lnTo>
                  <a:lnTo>
                    <a:pt x="21209" y="50"/>
                  </a:lnTo>
                  <a:lnTo>
                    <a:pt x="20434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26"/>
                  </a:lnTo>
                  <a:lnTo>
                    <a:pt x="20027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792" y="6908"/>
                  </a:lnTo>
                  <a:lnTo>
                    <a:pt x="19265" y="6997"/>
                  </a:lnTo>
                  <a:lnTo>
                    <a:pt x="19939" y="6845"/>
                  </a:lnTo>
                  <a:lnTo>
                    <a:pt x="19735" y="7607"/>
                  </a:lnTo>
                  <a:lnTo>
                    <a:pt x="19583" y="11049"/>
                  </a:lnTo>
                  <a:lnTo>
                    <a:pt x="19824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56" y="9423"/>
                  </a:lnTo>
                  <a:lnTo>
                    <a:pt x="21145" y="7708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495" y="40525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84"/>
                  </a:lnTo>
                  <a:lnTo>
                    <a:pt x="16675" y="40093"/>
                  </a:lnTo>
                  <a:lnTo>
                    <a:pt x="15455" y="40386"/>
                  </a:lnTo>
                  <a:lnTo>
                    <a:pt x="15417" y="41287"/>
                  </a:lnTo>
                  <a:lnTo>
                    <a:pt x="16598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44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59" y="46050"/>
                  </a:lnTo>
                  <a:lnTo>
                    <a:pt x="21348" y="44335"/>
                  </a:lnTo>
                  <a:lnTo>
                    <a:pt x="21424" y="42608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52"/>
                  </a:lnTo>
                  <a:lnTo>
                    <a:pt x="26111" y="41960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493" y="23025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44" y="18796"/>
                  </a:lnTo>
                  <a:lnTo>
                    <a:pt x="35267" y="20510"/>
                  </a:lnTo>
                  <a:lnTo>
                    <a:pt x="35179" y="22237"/>
                  </a:lnTo>
                  <a:lnTo>
                    <a:pt x="35318" y="23050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597" y="24231"/>
                  </a:lnTo>
                  <a:lnTo>
                    <a:pt x="33083" y="24320"/>
                  </a:lnTo>
                  <a:lnTo>
                    <a:pt x="34556" y="24422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73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58" y="28549"/>
                  </a:lnTo>
                  <a:lnTo>
                    <a:pt x="36347" y="26835"/>
                  </a:lnTo>
                  <a:lnTo>
                    <a:pt x="36423" y="25120"/>
                  </a:lnTo>
                  <a:lnTo>
                    <a:pt x="36283" y="24320"/>
                  </a:lnTo>
                  <a:lnTo>
                    <a:pt x="36944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4" name="object 1474" descr=""/>
            <p:cNvSpPr/>
            <p:nvPr/>
          </p:nvSpPr>
          <p:spPr>
            <a:xfrm>
              <a:off x="5136316" y="796273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5" name="object 1475" descr=""/>
            <p:cNvSpPr/>
            <p:nvPr/>
          </p:nvSpPr>
          <p:spPr>
            <a:xfrm>
              <a:off x="5153926" y="7965471"/>
              <a:ext cx="55880" cy="47625"/>
            </a:xfrm>
            <a:custGeom>
              <a:avLst/>
              <a:gdLst/>
              <a:ahLst/>
              <a:cxnLst/>
              <a:rect l="l" t="t" r="r" b="b"/>
              <a:pathLst>
                <a:path w="55879" h="47625">
                  <a:moveTo>
                    <a:pt x="10452" y="5511"/>
                  </a:moveTo>
                  <a:lnTo>
                    <a:pt x="6032" y="5511"/>
                  </a:lnTo>
                  <a:lnTo>
                    <a:pt x="6032" y="0"/>
                  </a:lnTo>
                  <a:lnTo>
                    <a:pt x="5321" y="0"/>
                  </a:lnTo>
                  <a:lnTo>
                    <a:pt x="5321" y="12522"/>
                  </a:lnTo>
                  <a:lnTo>
                    <a:pt x="5715" y="12522"/>
                  </a:lnTo>
                  <a:lnTo>
                    <a:pt x="5715" y="7340"/>
                  </a:lnTo>
                  <a:lnTo>
                    <a:pt x="10452" y="7340"/>
                  </a:lnTo>
                  <a:lnTo>
                    <a:pt x="10452" y="5511"/>
                  </a:lnTo>
                  <a:close/>
                </a:path>
                <a:path w="55879" h="47625">
                  <a:moveTo>
                    <a:pt x="25730" y="23558"/>
                  </a:moveTo>
                  <a:lnTo>
                    <a:pt x="24549" y="23114"/>
                  </a:lnTo>
                  <a:lnTo>
                    <a:pt x="23075" y="23025"/>
                  </a:lnTo>
                  <a:lnTo>
                    <a:pt x="21602" y="22923"/>
                  </a:lnTo>
                  <a:lnTo>
                    <a:pt x="20942" y="23088"/>
                  </a:lnTo>
                  <a:lnTo>
                    <a:pt x="21158" y="22326"/>
                  </a:lnTo>
                  <a:lnTo>
                    <a:pt x="21323" y="18884"/>
                  </a:lnTo>
                  <a:lnTo>
                    <a:pt x="21082" y="17462"/>
                  </a:lnTo>
                  <a:lnTo>
                    <a:pt x="20307" y="17411"/>
                  </a:lnTo>
                  <a:lnTo>
                    <a:pt x="19926" y="18796"/>
                  </a:lnTo>
                  <a:lnTo>
                    <a:pt x="19837" y="20510"/>
                  </a:lnTo>
                  <a:lnTo>
                    <a:pt x="19761" y="22237"/>
                  </a:lnTo>
                  <a:lnTo>
                    <a:pt x="19900" y="23050"/>
                  </a:lnTo>
                  <a:lnTo>
                    <a:pt x="19202" y="22783"/>
                  </a:lnTo>
                  <a:lnTo>
                    <a:pt x="16256" y="22593"/>
                  </a:lnTo>
                  <a:lnTo>
                    <a:pt x="15036" y="22885"/>
                  </a:lnTo>
                  <a:lnTo>
                    <a:pt x="14998" y="23787"/>
                  </a:lnTo>
                  <a:lnTo>
                    <a:pt x="16179" y="24231"/>
                  </a:lnTo>
                  <a:lnTo>
                    <a:pt x="17653" y="24320"/>
                  </a:lnTo>
                  <a:lnTo>
                    <a:pt x="19126" y="24422"/>
                  </a:lnTo>
                  <a:lnTo>
                    <a:pt x="19812" y="24257"/>
                  </a:lnTo>
                  <a:lnTo>
                    <a:pt x="19608" y="25019"/>
                  </a:lnTo>
                  <a:lnTo>
                    <a:pt x="19443" y="28473"/>
                  </a:lnTo>
                  <a:lnTo>
                    <a:pt x="19685" y="29883"/>
                  </a:lnTo>
                  <a:lnTo>
                    <a:pt x="20459" y="29933"/>
                  </a:lnTo>
                  <a:lnTo>
                    <a:pt x="20840" y="28549"/>
                  </a:lnTo>
                  <a:lnTo>
                    <a:pt x="20916" y="26835"/>
                  </a:lnTo>
                  <a:lnTo>
                    <a:pt x="21005" y="25120"/>
                  </a:lnTo>
                  <a:lnTo>
                    <a:pt x="20853" y="24320"/>
                  </a:lnTo>
                  <a:lnTo>
                    <a:pt x="21526" y="24561"/>
                  </a:lnTo>
                  <a:lnTo>
                    <a:pt x="24472" y="24752"/>
                  </a:lnTo>
                  <a:lnTo>
                    <a:pt x="25692" y="24460"/>
                  </a:lnTo>
                  <a:lnTo>
                    <a:pt x="25730" y="23558"/>
                  </a:lnTo>
                  <a:close/>
                </a:path>
                <a:path w="55879" h="47625">
                  <a:moveTo>
                    <a:pt x="55384" y="40093"/>
                  </a:moveTo>
                  <a:lnTo>
                    <a:pt x="6311" y="40093"/>
                  </a:lnTo>
                  <a:lnTo>
                    <a:pt x="6311" y="34912"/>
                  </a:lnTo>
                  <a:lnTo>
                    <a:pt x="5321" y="34912"/>
                  </a:lnTo>
                  <a:lnTo>
                    <a:pt x="5321" y="40093"/>
                  </a:lnTo>
                  <a:lnTo>
                    <a:pt x="0" y="40093"/>
                  </a:lnTo>
                  <a:lnTo>
                    <a:pt x="0" y="41910"/>
                  </a:lnTo>
                  <a:lnTo>
                    <a:pt x="5321" y="41910"/>
                  </a:lnTo>
                  <a:lnTo>
                    <a:pt x="5321" y="47434"/>
                  </a:lnTo>
                  <a:lnTo>
                    <a:pt x="6007" y="47434"/>
                  </a:lnTo>
                  <a:lnTo>
                    <a:pt x="6007" y="41910"/>
                  </a:lnTo>
                  <a:lnTo>
                    <a:pt x="6527" y="42062"/>
                  </a:lnTo>
                  <a:lnTo>
                    <a:pt x="9474" y="42252"/>
                  </a:lnTo>
                  <a:lnTo>
                    <a:pt x="10693" y="41960"/>
                  </a:lnTo>
                  <a:lnTo>
                    <a:pt x="55384" y="41910"/>
                  </a:lnTo>
                  <a:lnTo>
                    <a:pt x="55384" y="40093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6" name="object 1476" descr=""/>
            <p:cNvSpPr/>
            <p:nvPr/>
          </p:nvSpPr>
          <p:spPr>
            <a:xfrm>
              <a:off x="5229238" y="796273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7" name="object 1477" descr=""/>
            <p:cNvSpPr/>
            <p:nvPr/>
          </p:nvSpPr>
          <p:spPr>
            <a:xfrm>
              <a:off x="5231422" y="7965471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812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83" y="17716"/>
                  </a:lnTo>
                  <a:lnTo>
                    <a:pt x="5295" y="17665"/>
                  </a:lnTo>
                  <a:lnTo>
                    <a:pt x="4927" y="19050"/>
                  </a:lnTo>
                  <a:lnTo>
                    <a:pt x="4838" y="20764"/>
                  </a:lnTo>
                  <a:lnTo>
                    <a:pt x="4762" y="22479"/>
                  </a:lnTo>
                  <a:lnTo>
                    <a:pt x="4889" y="23304"/>
                  </a:lnTo>
                  <a:lnTo>
                    <a:pt x="4203" y="23037"/>
                  </a:lnTo>
                  <a:lnTo>
                    <a:pt x="1257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54" y="24574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803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15"/>
                  </a:lnTo>
                  <a:lnTo>
                    <a:pt x="9474" y="25006"/>
                  </a:lnTo>
                  <a:lnTo>
                    <a:pt x="10693" y="24701"/>
                  </a:lnTo>
                  <a:lnTo>
                    <a:pt x="10731" y="23812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14"/>
                  </a:lnTo>
                  <a:lnTo>
                    <a:pt x="21463" y="1473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26"/>
                  </a:lnTo>
                  <a:lnTo>
                    <a:pt x="20040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792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24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45" y="7708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84"/>
                  </a:lnTo>
                  <a:lnTo>
                    <a:pt x="16675" y="40093"/>
                  </a:lnTo>
                  <a:lnTo>
                    <a:pt x="15468" y="40386"/>
                  </a:lnTo>
                  <a:lnTo>
                    <a:pt x="15417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59" y="46050"/>
                  </a:lnTo>
                  <a:lnTo>
                    <a:pt x="21348" y="44335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52"/>
                  </a:lnTo>
                  <a:lnTo>
                    <a:pt x="26123" y="41960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79" y="22237"/>
                  </a:lnTo>
                  <a:lnTo>
                    <a:pt x="35318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56" y="24422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73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47" y="26835"/>
                  </a:lnTo>
                  <a:lnTo>
                    <a:pt x="36436" y="25120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8" name="object 1478" descr=""/>
            <p:cNvSpPr/>
            <p:nvPr/>
          </p:nvSpPr>
          <p:spPr>
            <a:xfrm>
              <a:off x="5159564" y="792720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9" name="object 1479" descr=""/>
            <p:cNvSpPr/>
            <p:nvPr/>
          </p:nvSpPr>
          <p:spPr>
            <a:xfrm>
              <a:off x="5161749" y="7929949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591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65"/>
                  </a:lnTo>
                  <a:lnTo>
                    <a:pt x="4927" y="19037"/>
                  </a:lnTo>
                  <a:lnTo>
                    <a:pt x="4838" y="20764"/>
                  </a:lnTo>
                  <a:lnTo>
                    <a:pt x="4749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39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74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14"/>
                  </a:lnTo>
                  <a:lnTo>
                    <a:pt x="21450" y="1460"/>
                  </a:lnTo>
                  <a:lnTo>
                    <a:pt x="21209" y="50"/>
                  </a:lnTo>
                  <a:lnTo>
                    <a:pt x="20434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27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792" y="6908"/>
                  </a:lnTo>
                  <a:lnTo>
                    <a:pt x="19265" y="6997"/>
                  </a:lnTo>
                  <a:lnTo>
                    <a:pt x="19939" y="6845"/>
                  </a:lnTo>
                  <a:lnTo>
                    <a:pt x="19735" y="7607"/>
                  </a:lnTo>
                  <a:lnTo>
                    <a:pt x="19583" y="11049"/>
                  </a:lnTo>
                  <a:lnTo>
                    <a:pt x="19824" y="12458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56" y="9423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495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75" y="40093"/>
                  </a:lnTo>
                  <a:lnTo>
                    <a:pt x="15468" y="40386"/>
                  </a:lnTo>
                  <a:lnTo>
                    <a:pt x="15417" y="41287"/>
                  </a:lnTo>
                  <a:lnTo>
                    <a:pt x="16598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50"/>
                  </a:lnTo>
                  <a:lnTo>
                    <a:pt x="21348" y="44323"/>
                  </a:lnTo>
                  <a:lnTo>
                    <a:pt x="21424" y="42608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40"/>
                  </a:lnTo>
                  <a:lnTo>
                    <a:pt x="26111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493" y="23025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44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58" y="28549"/>
                  </a:lnTo>
                  <a:lnTo>
                    <a:pt x="36347" y="26835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44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0" name="object 1480" descr=""/>
            <p:cNvSpPr/>
            <p:nvPr/>
          </p:nvSpPr>
          <p:spPr>
            <a:xfrm>
              <a:off x="5113047" y="792720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1" name="object 1481" descr=""/>
            <p:cNvSpPr/>
            <p:nvPr/>
          </p:nvSpPr>
          <p:spPr>
            <a:xfrm>
              <a:off x="5206081" y="785413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2" name="object 1482" descr=""/>
            <p:cNvSpPr/>
            <p:nvPr/>
          </p:nvSpPr>
          <p:spPr>
            <a:xfrm>
              <a:off x="5208257" y="785687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37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39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28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32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74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51"/>
                  </a:lnTo>
                  <a:lnTo>
                    <a:pt x="19634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50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17" y="42240"/>
                  </a:lnTo>
                  <a:lnTo>
                    <a:pt x="26123" y="41948"/>
                  </a:lnTo>
                  <a:lnTo>
                    <a:pt x="26174" y="41046"/>
                  </a:lnTo>
                  <a:close/>
                </a:path>
                <a:path w="41275" h="47625">
                  <a:moveTo>
                    <a:pt x="41173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23"/>
                  </a:lnTo>
                  <a:lnTo>
                    <a:pt x="36385" y="23088"/>
                  </a:lnTo>
                  <a:lnTo>
                    <a:pt x="36588" y="22326"/>
                  </a:lnTo>
                  <a:lnTo>
                    <a:pt x="36753" y="18884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80" y="20510"/>
                  </a:lnTo>
                  <a:lnTo>
                    <a:pt x="35191" y="22225"/>
                  </a:lnTo>
                  <a:lnTo>
                    <a:pt x="35331" y="23037"/>
                  </a:lnTo>
                  <a:lnTo>
                    <a:pt x="34645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96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73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3" name="object 1483" descr=""/>
            <p:cNvSpPr/>
            <p:nvPr/>
          </p:nvSpPr>
          <p:spPr>
            <a:xfrm>
              <a:off x="5183439" y="788965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4" name="object 1484" descr=""/>
            <p:cNvSpPr/>
            <p:nvPr/>
          </p:nvSpPr>
          <p:spPr>
            <a:xfrm>
              <a:off x="5185626" y="7892395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591" y="23177"/>
                  </a:lnTo>
                  <a:lnTo>
                    <a:pt x="5943" y="23342"/>
                  </a:lnTo>
                  <a:lnTo>
                    <a:pt x="6159" y="22580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65"/>
                  </a:lnTo>
                  <a:lnTo>
                    <a:pt x="4927" y="19050"/>
                  </a:lnTo>
                  <a:lnTo>
                    <a:pt x="4838" y="20764"/>
                  </a:lnTo>
                  <a:lnTo>
                    <a:pt x="4749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44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54" y="24574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803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15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29" y="5511"/>
                  </a:lnTo>
                  <a:lnTo>
                    <a:pt x="21082" y="5676"/>
                  </a:lnTo>
                  <a:lnTo>
                    <a:pt x="21297" y="4914"/>
                  </a:lnTo>
                  <a:lnTo>
                    <a:pt x="21450" y="1473"/>
                  </a:lnTo>
                  <a:lnTo>
                    <a:pt x="21209" y="50"/>
                  </a:lnTo>
                  <a:lnTo>
                    <a:pt x="20434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27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792" y="6908"/>
                  </a:lnTo>
                  <a:lnTo>
                    <a:pt x="19265" y="7010"/>
                  </a:lnTo>
                  <a:lnTo>
                    <a:pt x="19939" y="6845"/>
                  </a:lnTo>
                  <a:lnTo>
                    <a:pt x="19735" y="7607"/>
                  </a:lnTo>
                  <a:lnTo>
                    <a:pt x="19583" y="11049"/>
                  </a:lnTo>
                  <a:lnTo>
                    <a:pt x="19824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56" y="9423"/>
                  </a:lnTo>
                  <a:lnTo>
                    <a:pt x="21145" y="7708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495" y="40525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84"/>
                  </a:lnTo>
                  <a:lnTo>
                    <a:pt x="16675" y="40093"/>
                  </a:lnTo>
                  <a:lnTo>
                    <a:pt x="15455" y="40386"/>
                  </a:lnTo>
                  <a:lnTo>
                    <a:pt x="15417" y="41287"/>
                  </a:lnTo>
                  <a:lnTo>
                    <a:pt x="16598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44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59" y="46050"/>
                  </a:lnTo>
                  <a:lnTo>
                    <a:pt x="21348" y="44335"/>
                  </a:lnTo>
                  <a:lnTo>
                    <a:pt x="21424" y="42608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52"/>
                  </a:lnTo>
                  <a:lnTo>
                    <a:pt x="26111" y="41960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493" y="23025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44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06" y="23050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597" y="24231"/>
                  </a:lnTo>
                  <a:lnTo>
                    <a:pt x="33083" y="24320"/>
                  </a:lnTo>
                  <a:lnTo>
                    <a:pt x="34556" y="24422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58" y="28549"/>
                  </a:lnTo>
                  <a:lnTo>
                    <a:pt x="36347" y="26835"/>
                  </a:lnTo>
                  <a:lnTo>
                    <a:pt x="36423" y="25120"/>
                  </a:lnTo>
                  <a:lnTo>
                    <a:pt x="36283" y="24320"/>
                  </a:lnTo>
                  <a:lnTo>
                    <a:pt x="36944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5" name="object 1485" descr=""/>
            <p:cNvSpPr/>
            <p:nvPr/>
          </p:nvSpPr>
          <p:spPr>
            <a:xfrm>
              <a:off x="5136316" y="788965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6" name="object 1486" descr=""/>
            <p:cNvSpPr/>
            <p:nvPr/>
          </p:nvSpPr>
          <p:spPr>
            <a:xfrm>
              <a:off x="5153926" y="7892395"/>
              <a:ext cx="55880" cy="47625"/>
            </a:xfrm>
            <a:custGeom>
              <a:avLst/>
              <a:gdLst/>
              <a:ahLst/>
              <a:cxnLst/>
              <a:rect l="l" t="t" r="r" b="b"/>
              <a:pathLst>
                <a:path w="55879" h="47625">
                  <a:moveTo>
                    <a:pt x="10452" y="5511"/>
                  </a:moveTo>
                  <a:lnTo>
                    <a:pt x="6032" y="5511"/>
                  </a:lnTo>
                  <a:lnTo>
                    <a:pt x="6032" y="0"/>
                  </a:lnTo>
                  <a:lnTo>
                    <a:pt x="5321" y="0"/>
                  </a:lnTo>
                  <a:lnTo>
                    <a:pt x="5321" y="12522"/>
                  </a:lnTo>
                  <a:lnTo>
                    <a:pt x="5715" y="12522"/>
                  </a:lnTo>
                  <a:lnTo>
                    <a:pt x="5715" y="7340"/>
                  </a:lnTo>
                  <a:lnTo>
                    <a:pt x="10452" y="7340"/>
                  </a:lnTo>
                  <a:lnTo>
                    <a:pt x="10452" y="5511"/>
                  </a:lnTo>
                  <a:close/>
                </a:path>
                <a:path w="55879" h="47625">
                  <a:moveTo>
                    <a:pt x="25730" y="23558"/>
                  </a:moveTo>
                  <a:lnTo>
                    <a:pt x="24549" y="23114"/>
                  </a:lnTo>
                  <a:lnTo>
                    <a:pt x="23075" y="23025"/>
                  </a:lnTo>
                  <a:lnTo>
                    <a:pt x="21602" y="22923"/>
                  </a:lnTo>
                  <a:lnTo>
                    <a:pt x="20955" y="23088"/>
                  </a:lnTo>
                  <a:lnTo>
                    <a:pt x="21158" y="22326"/>
                  </a:lnTo>
                  <a:lnTo>
                    <a:pt x="21323" y="18884"/>
                  </a:lnTo>
                  <a:lnTo>
                    <a:pt x="21082" y="17462"/>
                  </a:lnTo>
                  <a:lnTo>
                    <a:pt x="20307" y="17411"/>
                  </a:lnTo>
                  <a:lnTo>
                    <a:pt x="19926" y="18796"/>
                  </a:lnTo>
                  <a:lnTo>
                    <a:pt x="19837" y="20510"/>
                  </a:lnTo>
                  <a:lnTo>
                    <a:pt x="19761" y="22225"/>
                  </a:lnTo>
                  <a:lnTo>
                    <a:pt x="19888" y="23050"/>
                  </a:lnTo>
                  <a:lnTo>
                    <a:pt x="19202" y="22783"/>
                  </a:lnTo>
                  <a:lnTo>
                    <a:pt x="16256" y="22593"/>
                  </a:lnTo>
                  <a:lnTo>
                    <a:pt x="15036" y="22885"/>
                  </a:lnTo>
                  <a:lnTo>
                    <a:pt x="14998" y="23787"/>
                  </a:lnTo>
                  <a:lnTo>
                    <a:pt x="16179" y="24231"/>
                  </a:lnTo>
                  <a:lnTo>
                    <a:pt x="17653" y="24320"/>
                  </a:lnTo>
                  <a:lnTo>
                    <a:pt x="19126" y="24422"/>
                  </a:lnTo>
                  <a:lnTo>
                    <a:pt x="19812" y="24257"/>
                  </a:lnTo>
                  <a:lnTo>
                    <a:pt x="19608" y="25019"/>
                  </a:lnTo>
                  <a:lnTo>
                    <a:pt x="19443" y="28460"/>
                  </a:lnTo>
                  <a:lnTo>
                    <a:pt x="19685" y="29883"/>
                  </a:lnTo>
                  <a:lnTo>
                    <a:pt x="20459" y="29933"/>
                  </a:lnTo>
                  <a:lnTo>
                    <a:pt x="20840" y="28549"/>
                  </a:lnTo>
                  <a:lnTo>
                    <a:pt x="20916" y="26835"/>
                  </a:lnTo>
                  <a:lnTo>
                    <a:pt x="21005" y="25120"/>
                  </a:lnTo>
                  <a:lnTo>
                    <a:pt x="20853" y="24320"/>
                  </a:lnTo>
                  <a:lnTo>
                    <a:pt x="21526" y="24561"/>
                  </a:lnTo>
                  <a:lnTo>
                    <a:pt x="24472" y="24752"/>
                  </a:lnTo>
                  <a:lnTo>
                    <a:pt x="25692" y="24460"/>
                  </a:lnTo>
                  <a:lnTo>
                    <a:pt x="25730" y="23558"/>
                  </a:lnTo>
                  <a:close/>
                </a:path>
                <a:path w="55879" h="47625">
                  <a:moveTo>
                    <a:pt x="55384" y="40093"/>
                  </a:moveTo>
                  <a:lnTo>
                    <a:pt x="6311" y="40093"/>
                  </a:lnTo>
                  <a:lnTo>
                    <a:pt x="6311" y="34912"/>
                  </a:lnTo>
                  <a:lnTo>
                    <a:pt x="5321" y="34912"/>
                  </a:lnTo>
                  <a:lnTo>
                    <a:pt x="5321" y="40093"/>
                  </a:lnTo>
                  <a:lnTo>
                    <a:pt x="0" y="40093"/>
                  </a:lnTo>
                  <a:lnTo>
                    <a:pt x="0" y="41910"/>
                  </a:lnTo>
                  <a:lnTo>
                    <a:pt x="5321" y="41910"/>
                  </a:lnTo>
                  <a:lnTo>
                    <a:pt x="5321" y="47434"/>
                  </a:lnTo>
                  <a:lnTo>
                    <a:pt x="6007" y="47434"/>
                  </a:lnTo>
                  <a:lnTo>
                    <a:pt x="6007" y="41910"/>
                  </a:lnTo>
                  <a:lnTo>
                    <a:pt x="6527" y="42062"/>
                  </a:lnTo>
                  <a:lnTo>
                    <a:pt x="9474" y="42252"/>
                  </a:lnTo>
                  <a:lnTo>
                    <a:pt x="10693" y="41960"/>
                  </a:lnTo>
                  <a:lnTo>
                    <a:pt x="55384" y="41910"/>
                  </a:lnTo>
                  <a:lnTo>
                    <a:pt x="55384" y="40093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7" name="object 1487" descr=""/>
            <p:cNvSpPr/>
            <p:nvPr/>
          </p:nvSpPr>
          <p:spPr>
            <a:xfrm>
              <a:off x="5229238" y="788965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8" name="object 1488" descr=""/>
            <p:cNvSpPr/>
            <p:nvPr/>
          </p:nvSpPr>
          <p:spPr>
            <a:xfrm>
              <a:off x="5231422" y="7892395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80"/>
                  </a:lnTo>
                  <a:lnTo>
                    <a:pt x="6311" y="19126"/>
                  </a:lnTo>
                  <a:lnTo>
                    <a:pt x="6083" y="17716"/>
                  </a:lnTo>
                  <a:lnTo>
                    <a:pt x="5295" y="17665"/>
                  </a:lnTo>
                  <a:lnTo>
                    <a:pt x="4927" y="19050"/>
                  </a:lnTo>
                  <a:lnTo>
                    <a:pt x="4838" y="20764"/>
                  </a:lnTo>
                  <a:lnTo>
                    <a:pt x="4762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57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54" y="24574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803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15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297" y="4914"/>
                  </a:lnTo>
                  <a:lnTo>
                    <a:pt x="21463" y="1473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40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792" y="6908"/>
                  </a:lnTo>
                  <a:lnTo>
                    <a:pt x="19278" y="7010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24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45" y="7708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84"/>
                  </a:lnTo>
                  <a:lnTo>
                    <a:pt x="16675" y="40093"/>
                  </a:lnTo>
                  <a:lnTo>
                    <a:pt x="15468" y="40386"/>
                  </a:lnTo>
                  <a:lnTo>
                    <a:pt x="15417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59" y="46050"/>
                  </a:lnTo>
                  <a:lnTo>
                    <a:pt x="21348" y="44335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52"/>
                  </a:lnTo>
                  <a:lnTo>
                    <a:pt x="26123" y="41960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06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56" y="24422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47" y="26835"/>
                  </a:lnTo>
                  <a:lnTo>
                    <a:pt x="36436" y="25120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9" name="object 1489" descr=""/>
            <p:cNvSpPr/>
            <p:nvPr/>
          </p:nvSpPr>
          <p:spPr>
            <a:xfrm>
              <a:off x="5159564" y="785413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0" name="object 1490" descr=""/>
            <p:cNvSpPr/>
            <p:nvPr/>
          </p:nvSpPr>
          <p:spPr>
            <a:xfrm>
              <a:off x="5161749" y="7856873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591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65"/>
                  </a:lnTo>
                  <a:lnTo>
                    <a:pt x="4927" y="19037"/>
                  </a:lnTo>
                  <a:lnTo>
                    <a:pt x="4838" y="20764"/>
                  </a:lnTo>
                  <a:lnTo>
                    <a:pt x="4749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39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14"/>
                  </a:lnTo>
                  <a:lnTo>
                    <a:pt x="21450" y="1460"/>
                  </a:lnTo>
                  <a:lnTo>
                    <a:pt x="21209" y="50"/>
                  </a:lnTo>
                  <a:lnTo>
                    <a:pt x="20434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27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792" y="6908"/>
                  </a:lnTo>
                  <a:lnTo>
                    <a:pt x="19265" y="6997"/>
                  </a:lnTo>
                  <a:lnTo>
                    <a:pt x="19939" y="6845"/>
                  </a:lnTo>
                  <a:lnTo>
                    <a:pt x="19735" y="7607"/>
                  </a:lnTo>
                  <a:lnTo>
                    <a:pt x="19583" y="11049"/>
                  </a:lnTo>
                  <a:lnTo>
                    <a:pt x="19824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56" y="9423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495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84"/>
                  </a:lnTo>
                  <a:lnTo>
                    <a:pt x="16675" y="40093"/>
                  </a:lnTo>
                  <a:lnTo>
                    <a:pt x="15468" y="40386"/>
                  </a:lnTo>
                  <a:lnTo>
                    <a:pt x="15417" y="41287"/>
                  </a:lnTo>
                  <a:lnTo>
                    <a:pt x="16598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50"/>
                  </a:lnTo>
                  <a:lnTo>
                    <a:pt x="21348" y="44323"/>
                  </a:lnTo>
                  <a:lnTo>
                    <a:pt x="21424" y="42608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40"/>
                  </a:lnTo>
                  <a:lnTo>
                    <a:pt x="26111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493" y="23025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44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58" y="28549"/>
                  </a:lnTo>
                  <a:lnTo>
                    <a:pt x="36347" y="26835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44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1" name="object 1491" descr=""/>
            <p:cNvSpPr/>
            <p:nvPr/>
          </p:nvSpPr>
          <p:spPr>
            <a:xfrm>
              <a:off x="5113047" y="785413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2" name="object 1492" descr=""/>
            <p:cNvSpPr/>
            <p:nvPr/>
          </p:nvSpPr>
          <p:spPr>
            <a:xfrm>
              <a:off x="5349674" y="8073528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3" name="object 1493" descr=""/>
            <p:cNvSpPr/>
            <p:nvPr/>
          </p:nvSpPr>
          <p:spPr>
            <a:xfrm>
              <a:off x="5351856" y="8076266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812"/>
                  </a:moveTo>
                  <a:lnTo>
                    <a:pt x="9550" y="23368"/>
                  </a:lnTo>
                  <a:lnTo>
                    <a:pt x="8077" y="23279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59" y="22580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38" y="20764"/>
                  </a:lnTo>
                  <a:lnTo>
                    <a:pt x="4762" y="22479"/>
                  </a:lnTo>
                  <a:lnTo>
                    <a:pt x="4902" y="23304"/>
                  </a:lnTo>
                  <a:lnTo>
                    <a:pt x="4203" y="23037"/>
                  </a:lnTo>
                  <a:lnTo>
                    <a:pt x="1257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54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87"/>
                  </a:lnTo>
                  <a:lnTo>
                    <a:pt x="5842" y="28803"/>
                  </a:lnTo>
                  <a:lnTo>
                    <a:pt x="5930" y="27089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15"/>
                  </a:lnTo>
                  <a:lnTo>
                    <a:pt x="9486" y="25006"/>
                  </a:lnTo>
                  <a:lnTo>
                    <a:pt x="10693" y="24701"/>
                  </a:lnTo>
                  <a:lnTo>
                    <a:pt x="10731" y="23812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14"/>
                  </a:lnTo>
                  <a:lnTo>
                    <a:pt x="21463" y="1473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26"/>
                  </a:lnTo>
                  <a:lnTo>
                    <a:pt x="20040" y="5638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805" y="6908"/>
                  </a:lnTo>
                  <a:lnTo>
                    <a:pt x="19278" y="7010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83" y="11061"/>
                  </a:lnTo>
                  <a:lnTo>
                    <a:pt x="19837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45" y="7708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31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32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72" y="46050"/>
                  </a:lnTo>
                  <a:lnTo>
                    <a:pt x="21348" y="44335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04" y="42252"/>
                  </a:lnTo>
                  <a:lnTo>
                    <a:pt x="26123" y="41960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36"/>
                  </a:lnTo>
                  <a:lnTo>
                    <a:pt x="36372" y="23101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37"/>
                  </a:lnTo>
                  <a:lnTo>
                    <a:pt x="35318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56" y="24422"/>
                  </a:lnTo>
                  <a:lnTo>
                    <a:pt x="35229" y="24269"/>
                  </a:lnTo>
                  <a:lnTo>
                    <a:pt x="35026" y="25019"/>
                  </a:lnTo>
                  <a:lnTo>
                    <a:pt x="34874" y="28473"/>
                  </a:lnTo>
                  <a:lnTo>
                    <a:pt x="35128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47" y="26835"/>
                  </a:lnTo>
                  <a:lnTo>
                    <a:pt x="36436" y="25120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4" name="object 1494" descr=""/>
            <p:cNvSpPr/>
            <p:nvPr/>
          </p:nvSpPr>
          <p:spPr>
            <a:xfrm>
              <a:off x="5327034" y="810905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5" name="object 1495" descr=""/>
            <p:cNvSpPr/>
            <p:nvPr/>
          </p:nvSpPr>
          <p:spPr>
            <a:xfrm>
              <a:off x="5329212" y="8111800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55"/>
                  </a:lnTo>
                  <a:lnTo>
                    <a:pt x="8077" y="23266"/>
                  </a:lnTo>
                  <a:lnTo>
                    <a:pt x="6604" y="23164"/>
                  </a:lnTo>
                  <a:lnTo>
                    <a:pt x="5956" y="23329"/>
                  </a:lnTo>
                  <a:lnTo>
                    <a:pt x="6159" y="22567"/>
                  </a:lnTo>
                  <a:lnTo>
                    <a:pt x="6324" y="19126"/>
                  </a:lnTo>
                  <a:lnTo>
                    <a:pt x="6083" y="17703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51"/>
                  </a:lnTo>
                  <a:lnTo>
                    <a:pt x="4762" y="22466"/>
                  </a:lnTo>
                  <a:lnTo>
                    <a:pt x="4902" y="23279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67" y="24561"/>
                  </a:lnTo>
                  <a:lnTo>
                    <a:pt x="4140" y="24650"/>
                  </a:lnTo>
                  <a:lnTo>
                    <a:pt x="4813" y="24498"/>
                  </a:lnTo>
                  <a:lnTo>
                    <a:pt x="4610" y="25260"/>
                  </a:lnTo>
                  <a:lnTo>
                    <a:pt x="4457" y="28702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49"/>
                  </a:lnTo>
                  <a:lnTo>
                    <a:pt x="5867" y="24561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34"/>
                  </a:moveTo>
                  <a:lnTo>
                    <a:pt x="24701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71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27" y="5626"/>
                  </a:lnTo>
                  <a:lnTo>
                    <a:pt x="19354" y="5359"/>
                  </a:lnTo>
                  <a:lnTo>
                    <a:pt x="16395" y="5168"/>
                  </a:lnTo>
                  <a:lnTo>
                    <a:pt x="15189" y="5461"/>
                  </a:lnTo>
                  <a:lnTo>
                    <a:pt x="15138" y="6362"/>
                  </a:lnTo>
                  <a:lnTo>
                    <a:pt x="16319" y="6807"/>
                  </a:lnTo>
                  <a:lnTo>
                    <a:pt x="17805" y="6896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594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09"/>
                  </a:lnTo>
                  <a:lnTo>
                    <a:pt x="20980" y="11125"/>
                  </a:lnTo>
                  <a:lnTo>
                    <a:pt x="21069" y="9410"/>
                  </a:lnTo>
                  <a:lnTo>
                    <a:pt x="21145" y="7696"/>
                  </a:lnTo>
                  <a:lnTo>
                    <a:pt x="21005" y="6908"/>
                  </a:lnTo>
                  <a:lnTo>
                    <a:pt x="21666" y="7137"/>
                  </a:lnTo>
                  <a:lnTo>
                    <a:pt x="24625" y="7327"/>
                  </a:lnTo>
                  <a:lnTo>
                    <a:pt x="25844" y="7035"/>
                  </a:lnTo>
                  <a:lnTo>
                    <a:pt x="25882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01"/>
                  </a:lnTo>
                  <a:lnTo>
                    <a:pt x="23507" y="40513"/>
                  </a:lnTo>
                  <a:lnTo>
                    <a:pt x="22034" y="40411"/>
                  </a:lnTo>
                  <a:lnTo>
                    <a:pt x="21374" y="40576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50"/>
                  </a:lnTo>
                  <a:lnTo>
                    <a:pt x="20739" y="34899"/>
                  </a:lnTo>
                  <a:lnTo>
                    <a:pt x="20358" y="36283"/>
                  </a:lnTo>
                  <a:lnTo>
                    <a:pt x="20269" y="37998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34" y="40271"/>
                  </a:lnTo>
                  <a:lnTo>
                    <a:pt x="16687" y="40081"/>
                  </a:lnTo>
                  <a:lnTo>
                    <a:pt x="15468" y="40373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43" y="41744"/>
                  </a:lnTo>
                  <a:lnTo>
                    <a:pt x="20040" y="42506"/>
                  </a:lnTo>
                  <a:lnTo>
                    <a:pt x="19875" y="45948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45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33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83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31" y="23037"/>
                  </a:lnTo>
                  <a:lnTo>
                    <a:pt x="34632" y="22771"/>
                  </a:lnTo>
                  <a:lnTo>
                    <a:pt x="31686" y="22580"/>
                  </a:lnTo>
                  <a:lnTo>
                    <a:pt x="30467" y="22872"/>
                  </a:lnTo>
                  <a:lnTo>
                    <a:pt x="30429" y="23774"/>
                  </a:lnTo>
                  <a:lnTo>
                    <a:pt x="31610" y="24218"/>
                  </a:lnTo>
                  <a:lnTo>
                    <a:pt x="33083" y="24307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71" y="28536"/>
                  </a:lnTo>
                  <a:lnTo>
                    <a:pt x="36360" y="26822"/>
                  </a:lnTo>
                  <a:lnTo>
                    <a:pt x="36436" y="25107"/>
                  </a:lnTo>
                  <a:lnTo>
                    <a:pt x="36283" y="24307"/>
                  </a:lnTo>
                  <a:lnTo>
                    <a:pt x="36957" y="24549"/>
                  </a:lnTo>
                  <a:lnTo>
                    <a:pt x="39916" y="24739"/>
                  </a:lnTo>
                  <a:lnTo>
                    <a:pt x="41122" y="24447"/>
                  </a:lnTo>
                  <a:lnTo>
                    <a:pt x="41160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6" name="object 1496" descr=""/>
            <p:cNvSpPr/>
            <p:nvPr/>
          </p:nvSpPr>
          <p:spPr>
            <a:xfrm>
              <a:off x="5279911" y="810905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7" name="object 1497" descr=""/>
            <p:cNvSpPr/>
            <p:nvPr/>
          </p:nvSpPr>
          <p:spPr>
            <a:xfrm>
              <a:off x="5282095" y="8111800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55"/>
                  </a:lnTo>
                  <a:lnTo>
                    <a:pt x="8077" y="23266"/>
                  </a:lnTo>
                  <a:lnTo>
                    <a:pt x="6604" y="23164"/>
                  </a:lnTo>
                  <a:lnTo>
                    <a:pt x="5943" y="23329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03"/>
                  </a:lnTo>
                  <a:lnTo>
                    <a:pt x="5295" y="17653"/>
                  </a:lnTo>
                  <a:lnTo>
                    <a:pt x="4927" y="19037"/>
                  </a:lnTo>
                  <a:lnTo>
                    <a:pt x="4838" y="20751"/>
                  </a:lnTo>
                  <a:lnTo>
                    <a:pt x="4762" y="22466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50"/>
                  </a:lnTo>
                  <a:lnTo>
                    <a:pt x="4800" y="24498"/>
                  </a:lnTo>
                  <a:lnTo>
                    <a:pt x="4597" y="25260"/>
                  </a:lnTo>
                  <a:lnTo>
                    <a:pt x="4445" y="28702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49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34"/>
                  </a:moveTo>
                  <a:lnTo>
                    <a:pt x="24688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71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27" y="5626"/>
                  </a:lnTo>
                  <a:lnTo>
                    <a:pt x="19342" y="5359"/>
                  </a:lnTo>
                  <a:lnTo>
                    <a:pt x="16395" y="5168"/>
                  </a:lnTo>
                  <a:lnTo>
                    <a:pt x="15176" y="5461"/>
                  </a:lnTo>
                  <a:lnTo>
                    <a:pt x="15138" y="6362"/>
                  </a:lnTo>
                  <a:lnTo>
                    <a:pt x="16319" y="6807"/>
                  </a:lnTo>
                  <a:lnTo>
                    <a:pt x="17792" y="6896"/>
                  </a:lnTo>
                  <a:lnTo>
                    <a:pt x="19265" y="6997"/>
                  </a:lnTo>
                  <a:lnTo>
                    <a:pt x="19951" y="6845"/>
                  </a:lnTo>
                  <a:lnTo>
                    <a:pt x="19748" y="7594"/>
                  </a:lnTo>
                  <a:lnTo>
                    <a:pt x="19583" y="11049"/>
                  </a:lnTo>
                  <a:lnTo>
                    <a:pt x="19824" y="12458"/>
                  </a:lnTo>
                  <a:lnTo>
                    <a:pt x="20599" y="12509"/>
                  </a:lnTo>
                  <a:lnTo>
                    <a:pt x="20980" y="11125"/>
                  </a:lnTo>
                  <a:lnTo>
                    <a:pt x="21056" y="9410"/>
                  </a:lnTo>
                  <a:lnTo>
                    <a:pt x="21145" y="7696"/>
                  </a:lnTo>
                  <a:lnTo>
                    <a:pt x="20993" y="6896"/>
                  </a:lnTo>
                  <a:lnTo>
                    <a:pt x="21666" y="7137"/>
                  </a:lnTo>
                  <a:lnTo>
                    <a:pt x="24612" y="7327"/>
                  </a:lnTo>
                  <a:lnTo>
                    <a:pt x="25831" y="7035"/>
                  </a:lnTo>
                  <a:lnTo>
                    <a:pt x="25869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01"/>
                  </a:lnTo>
                  <a:lnTo>
                    <a:pt x="23507" y="40513"/>
                  </a:lnTo>
                  <a:lnTo>
                    <a:pt x="22021" y="40411"/>
                  </a:lnTo>
                  <a:lnTo>
                    <a:pt x="21374" y="40576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50"/>
                  </a:lnTo>
                  <a:lnTo>
                    <a:pt x="20726" y="34899"/>
                  </a:lnTo>
                  <a:lnTo>
                    <a:pt x="20345" y="36283"/>
                  </a:lnTo>
                  <a:lnTo>
                    <a:pt x="20269" y="37998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75" y="40081"/>
                  </a:lnTo>
                  <a:lnTo>
                    <a:pt x="15468" y="40373"/>
                  </a:lnTo>
                  <a:lnTo>
                    <a:pt x="15417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31" y="41744"/>
                  </a:lnTo>
                  <a:lnTo>
                    <a:pt x="20027" y="42506"/>
                  </a:lnTo>
                  <a:lnTo>
                    <a:pt x="19875" y="45948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37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45" y="42049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45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56" y="18783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71"/>
                  </a:lnTo>
                  <a:lnTo>
                    <a:pt x="31673" y="22580"/>
                  </a:lnTo>
                  <a:lnTo>
                    <a:pt x="30467" y="22872"/>
                  </a:lnTo>
                  <a:lnTo>
                    <a:pt x="30416" y="23774"/>
                  </a:lnTo>
                  <a:lnTo>
                    <a:pt x="31610" y="24218"/>
                  </a:lnTo>
                  <a:lnTo>
                    <a:pt x="33083" y="24307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58" y="28536"/>
                  </a:lnTo>
                  <a:lnTo>
                    <a:pt x="36347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49"/>
                  </a:lnTo>
                  <a:lnTo>
                    <a:pt x="39903" y="24739"/>
                  </a:lnTo>
                  <a:lnTo>
                    <a:pt x="41122" y="24447"/>
                  </a:lnTo>
                  <a:lnTo>
                    <a:pt x="41160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8" name="object 1498" descr=""/>
            <p:cNvSpPr/>
            <p:nvPr/>
          </p:nvSpPr>
          <p:spPr>
            <a:xfrm>
              <a:off x="5372833" y="8109051"/>
              <a:ext cx="29845" cy="53975"/>
            </a:xfrm>
            <a:custGeom>
              <a:avLst/>
              <a:gdLst/>
              <a:ahLst/>
              <a:cxnLst/>
              <a:rect l="l" t="t" r="r" b="b"/>
              <a:pathLst>
                <a:path w="29845" h="53975">
                  <a:moveTo>
                    <a:pt x="0" y="26711"/>
                  </a:moveTo>
                  <a:lnTo>
                    <a:pt x="22899" y="53422"/>
                  </a:lnTo>
                  <a:lnTo>
                    <a:pt x="29745" y="45437"/>
                  </a:lnTo>
                </a:path>
                <a:path w="29845" h="53975">
                  <a:moveTo>
                    <a:pt x="29745" y="7985"/>
                  </a:moveTo>
                  <a:lnTo>
                    <a:pt x="22899" y="0"/>
                  </a:lnTo>
                  <a:lnTo>
                    <a:pt x="0" y="26711"/>
                  </a:lnTo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9" name="object 1499" descr=""/>
            <p:cNvSpPr/>
            <p:nvPr/>
          </p:nvSpPr>
          <p:spPr>
            <a:xfrm>
              <a:off x="5375008" y="8111800"/>
              <a:ext cx="26670" cy="47625"/>
            </a:xfrm>
            <a:custGeom>
              <a:avLst/>
              <a:gdLst/>
              <a:ahLst/>
              <a:cxnLst/>
              <a:rect l="l" t="t" r="r" b="b"/>
              <a:pathLst>
                <a:path w="26670" h="47625">
                  <a:moveTo>
                    <a:pt x="10744" y="23799"/>
                  </a:moveTo>
                  <a:lnTo>
                    <a:pt x="9563" y="23355"/>
                  </a:lnTo>
                  <a:lnTo>
                    <a:pt x="8077" y="23266"/>
                  </a:lnTo>
                  <a:lnTo>
                    <a:pt x="6604" y="23164"/>
                  </a:lnTo>
                  <a:lnTo>
                    <a:pt x="5956" y="23329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03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51"/>
                  </a:lnTo>
                  <a:lnTo>
                    <a:pt x="4762" y="22466"/>
                  </a:lnTo>
                  <a:lnTo>
                    <a:pt x="4902" y="23279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26"/>
                  </a:lnTo>
                  <a:lnTo>
                    <a:pt x="0" y="24028"/>
                  </a:lnTo>
                  <a:lnTo>
                    <a:pt x="1193" y="24472"/>
                  </a:lnTo>
                  <a:lnTo>
                    <a:pt x="2667" y="24561"/>
                  </a:lnTo>
                  <a:lnTo>
                    <a:pt x="4140" y="24650"/>
                  </a:lnTo>
                  <a:lnTo>
                    <a:pt x="4813" y="24498"/>
                  </a:lnTo>
                  <a:lnTo>
                    <a:pt x="4610" y="25260"/>
                  </a:lnTo>
                  <a:lnTo>
                    <a:pt x="4457" y="28702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19" y="25349"/>
                  </a:lnTo>
                  <a:lnTo>
                    <a:pt x="5867" y="24561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26670" h="47625">
                  <a:moveTo>
                    <a:pt x="25882" y="6134"/>
                  </a:moveTo>
                  <a:lnTo>
                    <a:pt x="24701" y="5702"/>
                  </a:lnTo>
                  <a:lnTo>
                    <a:pt x="23228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02"/>
                  </a:lnTo>
                  <a:lnTo>
                    <a:pt x="21463" y="1460"/>
                  </a:lnTo>
                  <a:lnTo>
                    <a:pt x="21209" y="50"/>
                  </a:lnTo>
                  <a:lnTo>
                    <a:pt x="20447" y="0"/>
                  </a:lnTo>
                  <a:lnTo>
                    <a:pt x="20078" y="1371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27" y="5626"/>
                  </a:lnTo>
                  <a:lnTo>
                    <a:pt x="19354" y="5359"/>
                  </a:lnTo>
                  <a:lnTo>
                    <a:pt x="16395" y="5168"/>
                  </a:lnTo>
                  <a:lnTo>
                    <a:pt x="15189" y="5461"/>
                  </a:lnTo>
                  <a:lnTo>
                    <a:pt x="15151" y="6362"/>
                  </a:lnTo>
                  <a:lnTo>
                    <a:pt x="16332" y="6807"/>
                  </a:lnTo>
                  <a:lnTo>
                    <a:pt x="17805" y="6896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594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09"/>
                  </a:lnTo>
                  <a:lnTo>
                    <a:pt x="20993" y="11125"/>
                  </a:lnTo>
                  <a:lnTo>
                    <a:pt x="21069" y="9410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78" y="7137"/>
                  </a:lnTo>
                  <a:lnTo>
                    <a:pt x="24625" y="7327"/>
                  </a:lnTo>
                  <a:lnTo>
                    <a:pt x="25844" y="7035"/>
                  </a:lnTo>
                  <a:lnTo>
                    <a:pt x="25882" y="6134"/>
                  </a:lnTo>
                  <a:close/>
                </a:path>
                <a:path w="26670" h="47625">
                  <a:moveTo>
                    <a:pt x="26174" y="41046"/>
                  </a:moveTo>
                  <a:lnTo>
                    <a:pt x="24980" y="40601"/>
                  </a:lnTo>
                  <a:lnTo>
                    <a:pt x="23507" y="40513"/>
                  </a:lnTo>
                  <a:lnTo>
                    <a:pt x="22034" y="40411"/>
                  </a:lnTo>
                  <a:lnTo>
                    <a:pt x="21374" y="40576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50"/>
                  </a:lnTo>
                  <a:lnTo>
                    <a:pt x="20739" y="34899"/>
                  </a:lnTo>
                  <a:lnTo>
                    <a:pt x="20358" y="36283"/>
                  </a:lnTo>
                  <a:lnTo>
                    <a:pt x="20269" y="37998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46" y="40271"/>
                  </a:lnTo>
                  <a:lnTo>
                    <a:pt x="16687" y="40081"/>
                  </a:lnTo>
                  <a:lnTo>
                    <a:pt x="15468" y="40373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97" y="41808"/>
                  </a:lnTo>
                  <a:lnTo>
                    <a:pt x="19570" y="41910"/>
                  </a:lnTo>
                  <a:lnTo>
                    <a:pt x="20243" y="41744"/>
                  </a:lnTo>
                  <a:lnTo>
                    <a:pt x="20040" y="42506"/>
                  </a:lnTo>
                  <a:lnTo>
                    <a:pt x="19875" y="45948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17" y="42240"/>
                  </a:lnTo>
                  <a:lnTo>
                    <a:pt x="26123" y="41948"/>
                  </a:lnTo>
                  <a:lnTo>
                    <a:pt x="26174" y="41046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0" name="object 1500" descr=""/>
            <p:cNvSpPr/>
            <p:nvPr/>
          </p:nvSpPr>
          <p:spPr>
            <a:xfrm>
              <a:off x="5303158" y="8073528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1" name="object 1501" descr=""/>
            <p:cNvSpPr/>
            <p:nvPr/>
          </p:nvSpPr>
          <p:spPr>
            <a:xfrm>
              <a:off x="5305336" y="8076266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812"/>
                  </a:moveTo>
                  <a:lnTo>
                    <a:pt x="9563" y="23368"/>
                  </a:lnTo>
                  <a:lnTo>
                    <a:pt x="8077" y="23279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80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37"/>
                  </a:lnTo>
                  <a:lnTo>
                    <a:pt x="1257" y="22847"/>
                  </a:lnTo>
                  <a:lnTo>
                    <a:pt x="50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87"/>
                  </a:lnTo>
                  <a:lnTo>
                    <a:pt x="5842" y="28803"/>
                  </a:lnTo>
                  <a:lnTo>
                    <a:pt x="5930" y="27089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15"/>
                  </a:lnTo>
                  <a:lnTo>
                    <a:pt x="9486" y="25006"/>
                  </a:lnTo>
                  <a:lnTo>
                    <a:pt x="10693" y="24701"/>
                  </a:lnTo>
                  <a:lnTo>
                    <a:pt x="10744" y="23812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73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26"/>
                  </a:lnTo>
                  <a:lnTo>
                    <a:pt x="20040" y="5638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32" y="6819"/>
                  </a:lnTo>
                  <a:lnTo>
                    <a:pt x="17805" y="6908"/>
                  </a:lnTo>
                  <a:lnTo>
                    <a:pt x="19278" y="7010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61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58" y="7708"/>
                  </a:lnTo>
                  <a:lnTo>
                    <a:pt x="21005" y="6908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34" y="40424"/>
                  </a:lnTo>
                  <a:lnTo>
                    <a:pt x="21386" y="40589"/>
                  </a:lnTo>
                  <a:lnTo>
                    <a:pt x="21590" y="39827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51"/>
                  </a:lnTo>
                  <a:lnTo>
                    <a:pt x="19634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32"/>
                  </a:lnTo>
                  <a:lnTo>
                    <a:pt x="18084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72" y="46050"/>
                  </a:lnTo>
                  <a:lnTo>
                    <a:pt x="21361" y="44335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04" y="42252"/>
                  </a:lnTo>
                  <a:lnTo>
                    <a:pt x="26123" y="41960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36"/>
                  </a:lnTo>
                  <a:lnTo>
                    <a:pt x="36372" y="23101"/>
                  </a:lnTo>
                  <a:lnTo>
                    <a:pt x="36588" y="22326"/>
                  </a:lnTo>
                  <a:lnTo>
                    <a:pt x="36753" y="18884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37"/>
                  </a:lnTo>
                  <a:lnTo>
                    <a:pt x="35331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69" y="24422"/>
                  </a:lnTo>
                  <a:lnTo>
                    <a:pt x="35242" y="24269"/>
                  </a:lnTo>
                  <a:lnTo>
                    <a:pt x="35039" y="25019"/>
                  </a:lnTo>
                  <a:lnTo>
                    <a:pt x="34874" y="28473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20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2" name="object 1502" descr=""/>
            <p:cNvSpPr/>
            <p:nvPr/>
          </p:nvSpPr>
          <p:spPr>
            <a:xfrm>
              <a:off x="5256640" y="8073528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3" name="object 1503" descr=""/>
            <p:cNvSpPr/>
            <p:nvPr/>
          </p:nvSpPr>
          <p:spPr>
            <a:xfrm>
              <a:off x="5258816" y="8076266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812"/>
                  </a:moveTo>
                  <a:lnTo>
                    <a:pt x="9563" y="23368"/>
                  </a:lnTo>
                  <a:lnTo>
                    <a:pt x="8089" y="23279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80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37"/>
                  </a:lnTo>
                  <a:lnTo>
                    <a:pt x="1257" y="22847"/>
                  </a:lnTo>
                  <a:lnTo>
                    <a:pt x="50" y="23139"/>
                  </a:lnTo>
                  <a:lnTo>
                    <a:pt x="0" y="24041"/>
                  </a:lnTo>
                  <a:lnTo>
                    <a:pt x="1193" y="24472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87"/>
                  </a:lnTo>
                  <a:lnTo>
                    <a:pt x="5842" y="28803"/>
                  </a:lnTo>
                  <a:lnTo>
                    <a:pt x="5930" y="27089"/>
                  </a:lnTo>
                  <a:lnTo>
                    <a:pt x="6019" y="25361"/>
                  </a:lnTo>
                  <a:lnTo>
                    <a:pt x="5867" y="24574"/>
                  </a:lnTo>
                  <a:lnTo>
                    <a:pt x="6540" y="24815"/>
                  </a:lnTo>
                  <a:lnTo>
                    <a:pt x="9486" y="25006"/>
                  </a:lnTo>
                  <a:lnTo>
                    <a:pt x="10706" y="24701"/>
                  </a:lnTo>
                  <a:lnTo>
                    <a:pt x="10744" y="23812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28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73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26"/>
                  </a:lnTo>
                  <a:lnTo>
                    <a:pt x="20040" y="5638"/>
                  </a:lnTo>
                  <a:lnTo>
                    <a:pt x="19354" y="5372"/>
                  </a:lnTo>
                  <a:lnTo>
                    <a:pt x="16408" y="5181"/>
                  </a:lnTo>
                  <a:lnTo>
                    <a:pt x="15189" y="5473"/>
                  </a:lnTo>
                  <a:lnTo>
                    <a:pt x="15151" y="6375"/>
                  </a:lnTo>
                  <a:lnTo>
                    <a:pt x="16332" y="6819"/>
                  </a:lnTo>
                  <a:lnTo>
                    <a:pt x="17805" y="6908"/>
                  </a:lnTo>
                  <a:lnTo>
                    <a:pt x="19278" y="7010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61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93" y="11137"/>
                  </a:lnTo>
                  <a:lnTo>
                    <a:pt x="21069" y="9423"/>
                  </a:lnTo>
                  <a:lnTo>
                    <a:pt x="21158" y="7708"/>
                  </a:lnTo>
                  <a:lnTo>
                    <a:pt x="21005" y="6908"/>
                  </a:lnTo>
                  <a:lnTo>
                    <a:pt x="21678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74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34" y="40424"/>
                  </a:lnTo>
                  <a:lnTo>
                    <a:pt x="21386" y="40589"/>
                  </a:lnTo>
                  <a:lnTo>
                    <a:pt x="21590" y="39827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81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46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32"/>
                  </a:lnTo>
                  <a:lnTo>
                    <a:pt x="18097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72" y="46050"/>
                  </a:lnTo>
                  <a:lnTo>
                    <a:pt x="21361" y="44335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17" y="42252"/>
                  </a:lnTo>
                  <a:lnTo>
                    <a:pt x="26123" y="41960"/>
                  </a:lnTo>
                  <a:lnTo>
                    <a:pt x="26174" y="41059"/>
                  </a:lnTo>
                  <a:close/>
                </a:path>
                <a:path w="41275" h="47625">
                  <a:moveTo>
                    <a:pt x="41173" y="23558"/>
                  </a:moveTo>
                  <a:lnTo>
                    <a:pt x="39992" y="23114"/>
                  </a:lnTo>
                  <a:lnTo>
                    <a:pt x="38506" y="23025"/>
                  </a:lnTo>
                  <a:lnTo>
                    <a:pt x="37033" y="22936"/>
                  </a:lnTo>
                  <a:lnTo>
                    <a:pt x="36385" y="23101"/>
                  </a:lnTo>
                  <a:lnTo>
                    <a:pt x="36601" y="22326"/>
                  </a:lnTo>
                  <a:lnTo>
                    <a:pt x="36753" y="18884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80" y="20510"/>
                  </a:lnTo>
                  <a:lnTo>
                    <a:pt x="35191" y="22237"/>
                  </a:lnTo>
                  <a:lnTo>
                    <a:pt x="35331" y="23050"/>
                  </a:lnTo>
                  <a:lnTo>
                    <a:pt x="34645" y="22783"/>
                  </a:lnTo>
                  <a:lnTo>
                    <a:pt x="31686" y="22593"/>
                  </a:lnTo>
                  <a:lnTo>
                    <a:pt x="30480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96" y="24320"/>
                  </a:lnTo>
                  <a:lnTo>
                    <a:pt x="34569" y="24422"/>
                  </a:lnTo>
                  <a:lnTo>
                    <a:pt x="35242" y="24269"/>
                  </a:lnTo>
                  <a:lnTo>
                    <a:pt x="35039" y="25019"/>
                  </a:lnTo>
                  <a:lnTo>
                    <a:pt x="34886" y="28473"/>
                  </a:lnTo>
                  <a:lnTo>
                    <a:pt x="35128" y="29883"/>
                  </a:lnTo>
                  <a:lnTo>
                    <a:pt x="35902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20"/>
                  </a:lnTo>
                  <a:lnTo>
                    <a:pt x="36296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73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4" name="object 1504" descr=""/>
            <p:cNvSpPr/>
            <p:nvPr/>
          </p:nvSpPr>
          <p:spPr>
            <a:xfrm>
              <a:off x="5349674" y="800045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5" name="object 1505" descr=""/>
            <p:cNvSpPr/>
            <p:nvPr/>
          </p:nvSpPr>
          <p:spPr>
            <a:xfrm>
              <a:off x="5351856" y="8003190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812"/>
                  </a:moveTo>
                  <a:lnTo>
                    <a:pt x="9550" y="23368"/>
                  </a:lnTo>
                  <a:lnTo>
                    <a:pt x="8077" y="23279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59" y="22580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38" y="20764"/>
                  </a:lnTo>
                  <a:lnTo>
                    <a:pt x="4762" y="22479"/>
                  </a:lnTo>
                  <a:lnTo>
                    <a:pt x="4902" y="23304"/>
                  </a:lnTo>
                  <a:lnTo>
                    <a:pt x="4203" y="23037"/>
                  </a:lnTo>
                  <a:lnTo>
                    <a:pt x="1257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54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87"/>
                  </a:lnTo>
                  <a:lnTo>
                    <a:pt x="5842" y="28803"/>
                  </a:lnTo>
                  <a:lnTo>
                    <a:pt x="5930" y="27089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15"/>
                  </a:lnTo>
                  <a:lnTo>
                    <a:pt x="9486" y="25006"/>
                  </a:lnTo>
                  <a:lnTo>
                    <a:pt x="10693" y="24701"/>
                  </a:lnTo>
                  <a:lnTo>
                    <a:pt x="10731" y="23812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14"/>
                  </a:lnTo>
                  <a:lnTo>
                    <a:pt x="21463" y="1473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26"/>
                  </a:lnTo>
                  <a:lnTo>
                    <a:pt x="20027" y="5638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805" y="6908"/>
                  </a:lnTo>
                  <a:lnTo>
                    <a:pt x="19278" y="7010"/>
                  </a:lnTo>
                  <a:lnTo>
                    <a:pt x="19951" y="6858"/>
                  </a:lnTo>
                  <a:lnTo>
                    <a:pt x="19748" y="7607"/>
                  </a:lnTo>
                  <a:lnTo>
                    <a:pt x="19583" y="11061"/>
                  </a:lnTo>
                  <a:lnTo>
                    <a:pt x="19837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45" y="7708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31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85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32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72" y="46050"/>
                  </a:lnTo>
                  <a:lnTo>
                    <a:pt x="21348" y="44335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04" y="42252"/>
                  </a:lnTo>
                  <a:lnTo>
                    <a:pt x="26123" y="41960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36"/>
                  </a:lnTo>
                  <a:lnTo>
                    <a:pt x="36372" y="23101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37"/>
                  </a:lnTo>
                  <a:lnTo>
                    <a:pt x="35318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56" y="24422"/>
                  </a:lnTo>
                  <a:lnTo>
                    <a:pt x="35229" y="24269"/>
                  </a:lnTo>
                  <a:lnTo>
                    <a:pt x="35026" y="25019"/>
                  </a:lnTo>
                  <a:lnTo>
                    <a:pt x="34874" y="28473"/>
                  </a:lnTo>
                  <a:lnTo>
                    <a:pt x="35128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47" y="26835"/>
                  </a:lnTo>
                  <a:lnTo>
                    <a:pt x="36436" y="25120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6" name="object 1506" descr=""/>
            <p:cNvSpPr/>
            <p:nvPr/>
          </p:nvSpPr>
          <p:spPr>
            <a:xfrm>
              <a:off x="5327034" y="803597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7" name="object 1507" descr=""/>
            <p:cNvSpPr/>
            <p:nvPr/>
          </p:nvSpPr>
          <p:spPr>
            <a:xfrm>
              <a:off x="5329212" y="803871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812"/>
                  </a:moveTo>
                  <a:lnTo>
                    <a:pt x="9563" y="23368"/>
                  </a:lnTo>
                  <a:lnTo>
                    <a:pt x="8077" y="23279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59" y="22580"/>
                  </a:lnTo>
                  <a:lnTo>
                    <a:pt x="6324" y="19138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889" y="23291"/>
                  </a:lnTo>
                  <a:lnTo>
                    <a:pt x="4216" y="23037"/>
                  </a:lnTo>
                  <a:lnTo>
                    <a:pt x="1257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85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86" y="30137"/>
                  </a:lnTo>
                  <a:lnTo>
                    <a:pt x="5461" y="30187"/>
                  </a:lnTo>
                  <a:lnTo>
                    <a:pt x="5842" y="28803"/>
                  </a:lnTo>
                  <a:lnTo>
                    <a:pt x="5930" y="27089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15"/>
                  </a:lnTo>
                  <a:lnTo>
                    <a:pt x="9486" y="25006"/>
                  </a:lnTo>
                  <a:lnTo>
                    <a:pt x="10693" y="24714"/>
                  </a:lnTo>
                  <a:lnTo>
                    <a:pt x="10744" y="23812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15"/>
                  </a:lnTo>
                  <a:lnTo>
                    <a:pt x="23215" y="5613"/>
                  </a:lnTo>
                  <a:lnTo>
                    <a:pt x="21742" y="5524"/>
                  </a:lnTo>
                  <a:lnTo>
                    <a:pt x="21094" y="5689"/>
                  </a:lnTo>
                  <a:lnTo>
                    <a:pt x="21310" y="4914"/>
                  </a:lnTo>
                  <a:lnTo>
                    <a:pt x="21463" y="1473"/>
                  </a:lnTo>
                  <a:lnTo>
                    <a:pt x="21221" y="63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111"/>
                  </a:lnTo>
                  <a:lnTo>
                    <a:pt x="19900" y="4826"/>
                  </a:lnTo>
                  <a:lnTo>
                    <a:pt x="20040" y="5638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805" y="6908"/>
                  </a:lnTo>
                  <a:lnTo>
                    <a:pt x="19278" y="7010"/>
                  </a:lnTo>
                  <a:lnTo>
                    <a:pt x="19951" y="6858"/>
                  </a:lnTo>
                  <a:lnTo>
                    <a:pt x="19748" y="7607"/>
                  </a:lnTo>
                  <a:lnTo>
                    <a:pt x="19596" y="11061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45" y="7708"/>
                  </a:lnTo>
                  <a:lnTo>
                    <a:pt x="21005" y="6921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55" y="36385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38"/>
                  </a:lnTo>
                  <a:lnTo>
                    <a:pt x="20332" y="40551"/>
                  </a:lnTo>
                  <a:lnTo>
                    <a:pt x="19634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32"/>
                  </a:lnTo>
                  <a:lnTo>
                    <a:pt x="18084" y="41821"/>
                  </a:lnTo>
                  <a:lnTo>
                    <a:pt x="19558" y="41922"/>
                  </a:lnTo>
                  <a:lnTo>
                    <a:pt x="20243" y="41770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72" y="46050"/>
                  </a:lnTo>
                  <a:lnTo>
                    <a:pt x="21348" y="44335"/>
                  </a:lnTo>
                  <a:lnTo>
                    <a:pt x="21437" y="42621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04" y="42252"/>
                  </a:lnTo>
                  <a:lnTo>
                    <a:pt x="26123" y="41960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26"/>
                  </a:lnTo>
                  <a:lnTo>
                    <a:pt x="38506" y="23025"/>
                  </a:lnTo>
                  <a:lnTo>
                    <a:pt x="37033" y="22936"/>
                  </a:lnTo>
                  <a:lnTo>
                    <a:pt x="36372" y="23101"/>
                  </a:lnTo>
                  <a:lnTo>
                    <a:pt x="36588" y="22326"/>
                  </a:lnTo>
                  <a:lnTo>
                    <a:pt x="36753" y="18884"/>
                  </a:lnTo>
                  <a:lnTo>
                    <a:pt x="36512" y="17475"/>
                  </a:lnTo>
                  <a:lnTo>
                    <a:pt x="35737" y="17424"/>
                  </a:lnTo>
                  <a:lnTo>
                    <a:pt x="35356" y="18796"/>
                  </a:lnTo>
                  <a:lnTo>
                    <a:pt x="35267" y="20523"/>
                  </a:lnTo>
                  <a:lnTo>
                    <a:pt x="35191" y="22237"/>
                  </a:lnTo>
                  <a:lnTo>
                    <a:pt x="35331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69" y="24422"/>
                  </a:lnTo>
                  <a:lnTo>
                    <a:pt x="35242" y="24269"/>
                  </a:lnTo>
                  <a:lnTo>
                    <a:pt x="35039" y="25019"/>
                  </a:lnTo>
                  <a:lnTo>
                    <a:pt x="34874" y="28473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20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8" name="object 1508" descr=""/>
            <p:cNvSpPr/>
            <p:nvPr/>
          </p:nvSpPr>
          <p:spPr>
            <a:xfrm>
              <a:off x="5279911" y="803597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9" name="object 1509" descr=""/>
            <p:cNvSpPr/>
            <p:nvPr/>
          </p:nvSpPr>
          <p:spPr>
            <a:xfrm>
              <a:off x="5282095" y="803871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812"/>
                  </a:moveTo>
                  <a:lnTo>
                    <a:pt x="9550" y="23368"/>
                  </a:lnTo>
                  <a:lnTo>
                    <a:pt x="8077" y="23279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80"/>
                  </a:lnTo>
                  <a:lnTo>
                    <a:pt x="6311" y="19138"/>
                  </a:lnTo>
                  <a:lnTo>
                    <a:pt x="6070" y="17716"/>
                  </a:lnTo>
                  <a:lnTo>
                    <a:pt x="5295" y="17665"/>
                  </a:lnTo>
                  <a:lnTo>
                    <a:pt x="4927" y="19050"/>
                  </a:lnTo>
                  <a:lnTo>
                    <a:pt x="4838" y="20764"/>
                  </a:lnTo>
                  <a:lnTo>
                    <a:pt x="4762" y="22479"/>
                  </a:lnTo>
                  <a:lnTo>
                    <a:pt x="4889" y="23291"/>
                  </a:lnTo>
                  <a:lnTo>
                    <a:pt x="4203" y="23037"/>
                  </a:lnTo>
                  <a:lnTo>
                    <a:pt x="1257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85"/>
                  </a:lnTo>
                  <a:lnTo>
                    <a:pt x="2654" y="24574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37"/>
                  </a:lnTo>
                  <a:lnTo>
                    <a:pt x="5461" y="30187"/>
                  </a:lnTo>
                  <a:lnTo>
                    <a:pt x="5842" y="28803"/>
                  </a:lnTo>
                  <a:lnTo>
                    <a:pt x="5918" y="27089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15"/>
                  </a:lnTo>
                  <a:lnTo>
                    <a:pt x="9474" y="25006"/>
                  </a:lnTo>
                  <a:lnTo>
                    <a:pt x="10693" y="24714"/>
                  </a:lnTo>
                  <a:lnTo>
                    <a:pt x="10731" y="23812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15"/>
                  </a:lnTo>
                  <a:lnTo>
                    <a:pt x="23215" y="5613"/>
                  </a:lnTo>
                  <a:lnTo>
                    <a:pt x="21742" y="5524"/>
                  </a:lnTo>
                  <a:lnTo>
                    <a:pt x="21082" y="5689"/>
                  </a:lnTo>
                  <a:lnTo>
                    <a:pt x="21297" y="4914"/>
                  </a:lnTo>
                  <a:lnTo>
                    <a:pt x="21463" y="1473"/>
                  </a:lnTo>
                  <a:lnTo>
                    <a:pt x="21221" y="63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77" y="3111"/>
                  </a:lnTo>
                  <a:lnTo>
                    <a:pt x="19900" y="4826"/>
                  </a:lnTo>
                  <a:lnTo>
                    <a:pt x="20040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792" y="6908"/>
                  </a:lnTo>
                  <a:lnTo>
                    <a:pt x="19265" y="7010"/>
                  </a:lnTo>
                  <a:lnTo>
                    <a:pt x="19951" y="6858"/>
                  </a:lnTo>
                  <a:lnTo>
                    <a:pt x="19748" y="7607"/>
                  </a:lnTo>
                  <a:lnTo>
                    <a:pt x="19583" y="11061"/>
                  </a:lnTo>
                  <a:lnTo>
                    <a:pt x="19824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56" y="9423"/>
                  </a:lnTo>
                  <a:lnTo>
                    <a:pt x="21145" y="7708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85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96"/>
                  </a:lnTo>
                  <a:lnTo>
                    <a:pt x="20269" y="38011"/>
                  </a:lnTo>
                  <a:lnTo>
                    <a:pt x="20180" y="39738"/>
                  </a:lnTo>
                  <a:lnTo>
                    <a:pt x="20320" y="40551"/>
                  </a:lnTo>
                  <a:lnTo>
                    <a:pt x="19634" y="40284"/>
                  </a:lnTo>
                  <a:lnTo>
                    <a:pt x="16675" y="40093"/>
                  </a:lnTo>
                  <a:lnTo>
                    <a:pt x="15468" y="40386"/>
                  </a:lnTo>
                  <a:lnTo>
                    <a:pt x="15417" y="41287"/>
                  </a:lnTo>
                  <a:lnTo>
                    <a:pt x="16611" y="41732"/>
                  </a:lnTo>
                  <a:lnTo>
                    <a:pt x="18084" y="41821"/>
                  </a:lnTo>
                  <a:lnTo>
                    <a:pt x="19558" y="41922"/>
                  </a:lnTo>
                  <a:lnTo>
                    <a:pt x="20231" y="41770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59" y="46050"/>
                  </a:lnTo>
                  <a:lnTo>
                    <a:pt x="21348" y="44335"/>
                  </a:lnTo>
                  <a:lnTo>
                    <a:pt x="21437" y="42621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52"/>
                  </a:lnTo>
                  <a:lnTo>
                    <a:pt x="26123" y="41960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26"/>
                  </a:lnTo>
                  <a:lnTo>
                    <a:pt x="38506" y="23025"/>
                  </a:lnTo>
                  <a:lnTo>
                    <a:pt x="37020" y="22936"/>
                  </a:lnTo>
                  <a:lnTo>
                    <a:pt x="36372" y="23101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499" y="17475"/>
                  </a:lnTo>
                  <a:lnTo>
                    <a:pt x="35725" y="17424"/>
                  </a:lnTo>
                  <a:lnTo>
                    <a:pt x="35356" y="18796"/>
                  </a:lnTo>
                  <a:lnTo>
                    <a:pt x="35267" y="20523"/>
                  </a:lnTo>
                  <a:lnTo>
                    <a:pt x="35179" y="22237"/>
                  </a:lnTo>
                  <a:lnTo>
                    <a:pt x="35318" y="23050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56" y="24422"/>
                  </a:lnTo>
                  <a:lnTo>
                    <a:pt x="35229" y="24269"/>
                  </a:lnTo>
                  <a:lnTo>
                    <a:pt x="35026" y="25019"/>
                  </a:lnTo>
                  <a:lnTo>
                    <a:pt x="34874" y="28473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58" y="28549"/>
                  </a:lnTo>
                  <a:lnTo>
                    <a:pt x="36347" y="26835"/>
                  </a:lnTo>
                  <a:lnTo>
                    <a:pt x="36436" y="25120"/>
                  </a:lnTo>
                  <a:lnTo>
                    <a:pt x="36283" y="24333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0" name="object 1510" descr=""/>
            <p:cNvSpPr/>
            <p:nvPr/>
          </p:nvSpPr>
          <p:spPr>
            <a:xfrm>
              <a:off x="5372833" y="8035976"/>
              <a:ext cx="29845" cy="53975"/>
            </a:xfrm>
            <a:custGeom>
              <a:avLst/>
              <a:gdLst/>
              <a:ahLst/>
              <a:cxnLst/>
              <a:rect l="l" t="t" r="r" b="b"/>
              <a:pathLst>
                <a:path w="29845" h="53975">
                  <a:moveTo>
                    <a:pt x="0" y="26711"/>
                  </a:moveTo>
                  <a:lnTo>
                    <a:pt x="22899" y="53422"/>
                  </a:lnTo>
                  <a:lnTo>
                    <a:pt x="29745" y="45437"/>
                  </a:lnTo>
                </a:path>
                <a:path w="29845" h="53975">
                  <a:moveTo>
                    <a:pt x="29745" y="7985"/>
                  </a:moveTo>
                  <a:lnTo>
                    <a:pt x="22899" y="0"/>
                  </a:lnTo>
                  <a:lnTo>
                    <a:pt x="0" y="26711"/>
                  </a:lnTo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1" name="object 1511" descr=""/>
            <p:cNvSpPr/>
            <p:nvPr/>
          </p:nvSpPr>
          <p:spPr>
            <a:xfrm>
              <a:off x="5375008" y="8038712"/>
              <a:ext cx="26670" cy="47625"/>
            </a:xfrm>
            <a:custGeom>
              <a:avLst/>
              <a:gdLst/>
              <a:ahLst/>
              <a:cxnLst/>
              <a:rect l="l" t="t" r="r" b="b"/>
              <a:pathLst>
                <a:path w="26670" h="47625">
                  <a:moveTo>
                    <a:pt x="10744" y="23812"/>
                  </a:moveTo>
                  <a:lnTo>
                    <a:pt x="9563" y="23368"/>
                  </a:lnTo>
                  <a:lnTo>
                    <a:pt x="8077" y="23279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80"/>
                  </a:lnTo>
                  <a:lnTo>
                    <a:pt x="6324" y="19138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889" y="23291"/>
                  </a:lnTo>
                  <a:lnTo>
                    <a:pt x="4216" y="23037"/>
                  </a:lnTo>
                  <a:lnTo>
                    <a:pt x="1257" y="22847"/>
                  </a:lnTo>
                  <a:lnTo>
                    <a:pt x="50" y="23139"/>
                  </a:lnTo>
                  <a:lnTo>
                    <a:pt x="0" y="24041"/>
                  </a:lnTo>
                  <a:lnTo>
                    <a:pt x="1193" y="24485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99" y="30137"/>
                  </a:lnTo>
                  <a:lnTo>
                    <a:pt x="5473" y="30187"/>
                  </a:lnTo>
                  <a:lnTo>
                    <a:pt x="5842" y="28803"/>
                  </a:lnTo>
                  <a:lnTo>
                    <a:pt x="5930" y="27089"/>
                  </a:lnTo>
                  <a:lnTo>
                    <a:pt x="6019" y="25361"/>
                  </a:lnTo>
                  <a:lnTo>
                    <a:pt x="5867" y="24574"/>
                  </a:lnTo>
                  <a:lnTo>
                    <a:pt x="6527" y="24815"/>
                  </a:lnTo>
                  <a:lnTo>
                    <a:pt x="9486" y="25006"/>
                  </a:lnTo>
                  <a:lnTo>
                    <a:pt x="10706" y="24714"/>
                  </a:lnTo>
                  <a:lnTo>
                    <a:pt x="10744" y="23812"/>
                  </a:lnTo>
                  <a:close/>
                </a:path>
                <a:path w="26670" h="47625">
                  <a:moveTo>
                    <a:pt x="25882" y="6146"/>
                  </a:moveTo>
                  <a:lnTo>
                    <a:pt x="24701" y="5715"/>
                  </a:lnTo>
                  <a:lnTo>
                    <a:pt x="23228" y="5613"/>
                  </a:lnTo>
                  <a:lnTo>
                    <a:pt x="21742" y="5524"/>
                  </a:lnTo>
                  <a:lnTo>
                    <a:pt x="21094" y="5689"/>
                  </a:lnTo>
                  <a:lnTo>
                    <a:pt x="21310" y="4914"/>
                  </a:lnTo>
                  <a:lnTo>
                    <a:pt x="21463" y="1473"/>
                  </a:lnTo>
                  <a:lnTo>
                    <a:pt x="21209" y="63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111"/>
                  </a:lnTo>
                  <a:lnTo>
                    <a:pt x="19900" y="4826"/>
                  </a:lnTo>
                  <a:lnTo>
                    <a:pt x="20040" y="5638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51" y="6375"/>
                  </a:lnTo>
                  <a:lnTo>
                    <a:pt x="16332" y="6819"/>
                  </a:lnTo>
                  <a:lnTo>
                    <a:pt x="17805" y="6908"/>
                  </a:lnTo>
                  <a:lnTo>
                    <a:pt x="19278" y="7010"/>
                  </a:lnTo>
                  <a:lnTo>
                    <a:pt x="19951" y="6858"/>
                  </a:lnTo>
                  <a:lnTo>
                    <a:pt x="19748" y="7607"/>
                  </a:lnTo>
                  <a:lnTo>
                    <a:pt x="19596" y="11061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93" y="11137"/>
                  </a:lnTo>
                  <a:lnTo>
                    <a:pt x="21069" y="9423"/>
                  </a:lnTo>
                  <a:lnTo>
                    <a:pt x="21158" y="7708"/>
                  </a:lnTo>
                  <a:lnTo>
                    <a:pt x="21005" y="6921"/>
                  </a:lnTo>
                  <a:lnTo>
                    <a:pt x="21678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26670" h="47625">
                  <a:moveTo>
                    <a:pt x="26174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55" y="36385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38"/>
                  </a:lnTo>
                  <a:lnTo>
                    <a:pt x="20332" y="40551"/>
                  </a:lnTo>
                  <a:lnTo>
                    <a:pt x="19646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32"/>
                  </a:lnTo>
                  <a:lnTo>
                    <a:pt x="18097" y="41821"/>
                  </a:lnTo>
                  <a:lnTo>
                    <a:pt x="19570" y="41922"/>
                  </a:lnTo>
                  <a:lnTo>
                    <a:pt x="20243" y="41770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72" y="46050"/>
                  </a:lnTo>
                  <a:lnTo>
                    <a:pt x="21361" y="44335"/>
                  </a:lnTo>
                  <a:lnTo>
                    <a:pt x="21437" y="42621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17" y="42252"/>
                  </a:lnTo>
                  <a:lnTo>
                    <a:pt x="26123" y="41960"/>
                  </a:lnTo>
                  <a:lnTo>
                    <a:pt x="26174" y="41059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2" name="object 1512" descr=""/>
            <p:cNvSpPr/>
            <p:nvPr/>
          </p:nvSpPr>
          <p:spPr>
            <a:xfrm>
              <a:off x="5303158" y="800045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3" name="object 1513" descr=""/>
            <p:cNvSpPr/>
            <p:nvPr/>
          </p:nvSpPr>
          <p:spPr>
            <a:xfrm>
              <a:off x="5305336" y="8003190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812"/>
                  </a:moveTo>
                  <a:lnTo>
                    <a:pt x="9563" y="23368"/>
                  </a:lnTo>
                  <a:lnTo>
                    <a:pt x="8077" y="23279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80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37"/>
                  </a:lnTo>
                  <a:lnTo>
                    <a:pt x="1257" y="22847"/>
                  </a:lnTo>
                  <a:lnTo>
                    <a:pt x="50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87"/>
                  </a:lnTo>
                  <a:lnTo>
                    <a:pt x="5842" y="28803"/>
                  </a:lnTo>
                  <a:lnTo>
                    <a:pt x="5930" y="27089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15"/>
                  </a:lnTo>
                  <a:lnTo>
                    <a:pt x="9486" y="25006"/>
                  </a:lnTo>
                  <a:lnTo>
                    <a:pt x="10693" y="24701"/>
                  </a:lnTo>
                  <a:lnTo>
                    <a:pt x="10744" y="23812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73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26"/>
                  </a:lnTo>
                  <a:lnTo>
                    <a:pt x="20027" y="5638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32" y="6819"/>
                  </a:lnTo>
                  <a:lnTo>
                    <a:pt x="17805" y="6908"/>
                  </a:lnTo>
                  <a:lnTo>
                    <a:pt x="19278" y="7010"/>
                  </a:lnTo>
                  <a:lnTo>
                    <a:pt x="19951" y="6858"/>
                  </a:lnTo>
                  <a:lnTo>
                    <a:pt x="19748" y="7607"/>
                  </a:lnTo>
                  <a:lnTo>
                    <a:pt x="19596" y="11061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58" y="7708"/>
                  </a:lnTo>
                  <a:lnTo>
                    <a:pt x="21005" y="6908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34" y="40424"/>
                  </a:lnTo>
                  <a:lnTo>
                    <a:pt x="21386" y="40589"/>
                  </a:lnTo>
                  <a:lnTo>
                    <a:pt x="21590" y="39827"/>
                  </a:lnTo>
                  <a:lnTo>
                    <a:pt x="21755" y="36385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51"/>
                  </a:lnTo>
                  <a:lnTo>
                    <a:pt x="19634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32"/>
                  </a:lnTo>
                  <a:lnTo>
                    <a:pt x="18084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72" y="46050"/>
                  </a:lnTo>
                  <a:lnTo>
                    <a:pt x="21361" y="44335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04" y="42252"/>
                  </a:lnTo>
                  <a:lnTo>
                    <a:pt x="26123" y="41960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36"/>
                  </a:lnTo>
                  <a:lnTo>
                    <a:pt x="36372" y="23101"/>
                  </a:lnTo>
                  <a:lnTo>
                    <a:pt x="36588" y="22326"/>
                  </a:lnTo>
                  <a:lnTo>
                    <a:pt x="36753" y="18884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37"/>
                  </a:lnTo>
                  <a:lnTo>
                    <a:pt x="35331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69" y="24422"/>
                  </a:lnTo>
                  <a:lnTo>
                    <a:pt x="35242" y="24269"/>
                  </a:lnTo>
                  <a:lnTo>
                    <a:pt x="35039" y="25019"/>
                  </a:lnTo>
                  <a:lnTo>
                    <a:pt x="34874" y="28473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20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4" name="object 1514" descr=""/>
            <p:cNvSpPr/>
            <p:nvPr/>
          </p:nvSpPr>
          <p:spPr>
            <a:xfrm>
              <a:off x="5256640" y="800045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5" name="object 1515" descr=""/>
            <p:cNvSpPr/>
            <p:nvPr/>
          </p:nvSpPr>
          <p:spPr>
            <a:xfrm>
              <a:off x="5258816" y="8003190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812"/>
                  </a:moveTo>
                  <a:lnTo>
                    <a:pt x="9563" y="23368"/>
                  </a:lnTo>
                  <a:lnTo>
                    <a:pt x="8089" y="23279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80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37"/>
                  </a:lnTo>
                  <a:lnTo>
                    <a:pt x="1257" y="22847"/>
                  </a:lnTo>
                  <a:lnTo>
                    <a:pt x="50" y="23139"/>
                  </a:lnTo>
                  <a:lnTo>
                    <a:pt x="0" y="24041"/>
                  </a:lnTo>
                  <a:lnTo>
                    <a:pt x="1193" y="24472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87"/>
                  </a:lnTo>
                  <a:lnTo>
                    <a:pt x="5842" y="28803"/>
                  </a:lnTo>
                  <a:lnTo>
                    <a:pt x="5930" y="27089"/>
                  </a:lnTo>
                  <a:lnTo>
                    <a:pt x="6019" y="25361"/>
                  </a:lnTo>
                  <a:lnTo>
                    <a:pt x="5867" y="24574"/>
                  </a:lnTo>
                  <a:lnTo>
                    <a:pt x="6540" y="24815"/>
                  </a:lnTo>
                  <a:lnTo>
                    <a:pt x="9486" y="25006"/>
                  </a:lnTo>
                  <a:lnTo>
                    <a:pt x="10706" y="24701"/>
                  </a:lnTo>
                  <a:lnTo>
                    <a:pt x="10744" y="23812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28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73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26"/>
                  </a:lnTo>
                  <a:lnTo>
                    <a:pt x="20027" y="5638"/>
                  </a:lnTo>
                  <a:lnTo>
                    <a:pt x="19354" y="5372"/>
                  </a:lnTo>
                  <a:lnTo>
                    <a:pt x="16408" y="5181"/>
                  </a:lnTo>
                  <a:lnTo>
                    <a:pt x="15189" y="5473"/>
                  </a:lnTo>
                  <a:lnTo>
                    <a:pt x="15151" y="6375"/>
                  </a:lnTo>
                  <a:lnTo>
                    <a:pt x="16332" y="6819"/>
                  </a:lnTo>
                  <a:lnTo>
                    <a:pt x="17805" y="6908"/>
                  </a:lnTo>
                  <a:lnTo>
                    <a:pt x="19278" y="7010"/>
                  </a:lnTo>
                  <a:lnTo>
                    <a:pt x="19951" y="6858"/>
                  </a:lnTo>
                  <a:lnTo>
                    <a:pt x="19748" y="7607"/>
                  </a:lnTo>
                  <a:lnTo>
                    <a:pt x="19596" y="11061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93" y="11137"/>
                  </a:lnTo>
                  <a:lnTo>
                    <a:pt x="21069" y="9423"/>
                  </a:lnTo>
                  <a:lnTo>
                    <a:pt x="21158" y="7708"/>
                  </a:lnTo>
                  <a:lnTo>
                    <a:pt x="21005" y="6908"/>
                  </a:lnTo>
                  <a:lnTo>
                    <a:pt x="21678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74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34" y="40424"/>
                  </a:lnTo>
                  <a:lnTo>
                    <a:pt x="21386" y="40589"/>
                  </a:lnTo>
                  <a:lnTo>
                    <a:pt x="21590" y="39827"/>
                  </a:lnTo>
                  <a:lnTo>
                    <a:pt x="21755" y="36385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81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46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32"/>
                  </a:lnTo>
                  <a:lnTo>
                    <a:pt x="18097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72" y="46050"/>
                  </a:lnTo>
                  <a:lnTo>
                    <a:pt x="21361" y="44335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17" y="42252"/>
                  </a:lnTo>
                  <a:lnTo>
                    <a:pt x="26123" y="41960"/>
                  </a:lnTo>
                  <a:lnTo>
                    <a:pt x="26174" y="41059"/>
                  </a:lnTo>
                  <a:close/>
                </a:path>
                <a:path w="41275" h="47625">
                  <a:moveTo>
                    <a:pt x="41173" y="23558"/>
                  </a:moveTo>
                  <a:lnTo>
                    <a:pt x="39992" y="23114"/>
                  </a:lnTo>
                  <a:lnTo>
                    <a:pt x="38506" y="23025"/>
                  </a:lnTo>
                  <a:lnTo>
                    <a:pt x="37033" y="22936"/>
                  </a:lnTo>
                  <a:lnTo>
                    <a:pt x="36385" y="23101"/>
                  </a:lnTo>
                  <a:lnTo>
                    <a:pt x="36601" y="22326"/>
                  </a:lnTo>
                  <a:lnTo>
                    <a:pt x="36753" y="18884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80" y="20510"/>
                  </a:lnTo>
                  <a:lnTo>
                    <a:pt x="35191" y="22237"/>
                  </a:lnTo>
                  <a:lnTo>
                    <a:pt x="35331" y="23050"/>
                  </a:lnTo>
                  <a:lnTo>
                    <a:pt x="34645" y="22783"/>
                  </a:lnTo>
                  <a:lnTo>
                    <a:pt x="31686" y="22593"/>
                  </a:lnTo>
                  <a:lnTo>
                    <a:pt x="30480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96" y="24320"/>
                  </a:lnTo>
                  <a:lnTo>
                    <a:pt x="34569" y="24422"/>
                  </a:lnTo>
                  <a:lnTo>
                    <a:pt x="35242" y="24269"/>
                  </a:lnTo>
                  <a:lnTo>
                    <a:pt x="35039" y="25019"/>
                  </a:lnTo>
                  <a:lnTo>
                    <a:pt x="34886" y="28473"/>
                  </a:lnTo>
                  <a:lnTo>
                    <a:pt x="35128" y="29883"/>
                  </a:lnTo>
                  <a:lnTo>
                    <a:pt x="35902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20"/>
                  </a:lnTo>
                  <a:lnTo>
                    <a:pt x="36296" y="24333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73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6" name="object 1516" descr=""/>
            <p:cNvSpPr/>
            <p:nvPr/>
          </p:nvSpPr>
          <p:spPr>
            <a:xfrm>
              <a:off x="5206081" y="8073528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7" name="object 1517" descr=""/>
            <p:cNvSpPr/>
            <p:nvPr/>
          </p:nvSpPr>
          <p:spPr>
            <a:xfrm>
              <a:off x="5208257" y="8076266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812"/>
                  </a:moveTo>
                  <a:lnTo>
                    <a:pt x="9563" y="23368"/>
                  </a:lnTo>
                  <a:lnTo>
                    <a:pt x="8077" y="23279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80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37"/>
                  </a:lnTo>
                  <a:lnTo>
                    <a:pt x="1257" y="22847"/>
                  </a:lnTo>
                  <a:lnTo>
                    <a:pt x="50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87"/>
                  </a:lnTo>
                  <a:lnTo>
                    <a:pt x="5842" y="28803"/>
                  </a:lnTo>
                  <a:lnTo>
                    <a:pt x="5930" y="27089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15"/>
                  </a:lnTo>
                  <a:lnTo>
                    <a:pt x="9486" y="25006"/>
                  </a:lnTo>
                  <a:lnTo>
                    <a:pt x="10706" y="24701"/>
                  </a:lnTo>
                  <a:lnTo>
                    <a:pt x="10744" y="23812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28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73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26"/>
                  </a:lnTo>
                  <a:lnTo>
                    <a:pt x="20040" y="5638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32" y="6819"/>
                  </a:lnTo>
                  <a:lnTo>
                    <a:pt x="17805" y="6908"/>
                  </a:lnTo>
                  <a:lnTo>
                    <a:pt x="19278" y="7010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61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58" y="7708"/>
                  </a:lnTo>
                  <a:lnTo>
                    <a:pt x="21005" y="6908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74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34" y="40424"/>
                  </a:lnTo>
                  <a:lnTo>
                    <a:pt x="21386" y="40589"/>
                  </a:lnTo>
                  <a:lnTo>
                    <a:pt x="21590" y="39827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51"/>
                  </a:lnTo>
                  <a:lnTo>
                    <a:pt x="19634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32"/>
                  </a:lnTo>
                  <a:lnTo>
                    <a:pt x="18084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72" y="46050"/>
                  </a:lnTo>
                  <a:lnTo>
                    <a:pt x="21361" y="44335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17" y="42252"/>
                  </a:lnTo>
                  <a:lnTo>
                    <a:pt x="26123" y="41960"/>
                  </a:lnTo>
                  <a:lnTo>
                    <a:pt x="26174" y="41059"/>
                  </a:lnTo>
                  <a:close/>
                </a:path>
                <a:path w="41275" h="47625">
                  <a:moveTo>
                    <a:pt x="41173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36"/>
                  </a:lnTo>
                  <a:lnTo>
                    <a:pt x="36372" y="23101"/>
                  </a:lnTo>
                  <a:lnTo>
                    <a:pt x="36588" y="22326"/>
                  </a:lnTo>
                  <a:lnTo>
                    <a:pt x="36753" y="18884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80" y="20510"/>
                  </a:lnTo>
                  <a:lnTo>
                    <a:pt x="35191" y="22237"/>
                  </a:lnTo>
                  <a:lnTo>
                    <a:pt x="35331" y="23050"/>
                  </a:lnTo>
                  <a:lnTo>
                    <a:pt x="34645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96" y="24320"/>
                  </a:lnTo>
                  <a:lnTo>
                    <a:pt x="34569" y="24422"/>
                  </a:lnTo>
                  <a:lnTo>
                    <a:pt x="35242" y="24269"/>
                  </a:lnTo>
                  <a:lnTo>
                    <a:pt x="35039" y="25019"/>
                  </a:lnTo>
                  <a:lnTo>
                    <a:pt x="34874" y="28473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20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73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8" name="object 1518" descr=""/>
            <p:cNvSpPr/>
            <p:nvPr/>
          </p:nvSpPr>
          <p:spPr>
            <a:xfrm>
              <a:off x="5183439" y="810905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9" name="object 1519" descr=""/>
            <p:cNvSpPr/>
            <p:nvPr/>
          </p:nvSpPr>
          <p:spPr>
            <a:xfrm>
              <a:off x="5185626" y="8111800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55"/>
                  </a:lnTo>
                  <a:lnTo>
                    <a:pt x="8077" y="23266"/>
                  </a:lnTo>
                  <a:lnTo>
                    <a:pt x="6591" y="23164"/>
                  </a:lnTo>
                  <a:lnTo>
                    <a:pt x="5943" y="23329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03"/>
                  </a:lnTo>
                  <a:lnTo>
                    <a:pt x="5295" y="17653"/>
                  </a:lnTo>
                  <a:lnTo>
                    <a:pt x="4927" y="19037"/>
                  </a:lnTo>
                  <a:lnTo>
                    <a:pt x="4838" y="20751"/>
                  </a:lnTo>
                  <a:lnTo>
                    <a:pt x="4749" y="22466"/>
                  </a:lnTo>
                  <a:lnTo>
                    <a:pt x="4889" y="23279"/>
                  </a:lnTo>
                  <a:lnTo>
                    <a:pt x="4203" y="23025"/>
                  </a:lnTo>
                  <a:lnTo>
                    <a:pt x="1244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50"/>
                  </a:lnTo>
                  <a:lnTo>
                    <a:pt x="4800" y="24498"/>
                  </a:lnTo>
                  <a:lnTo>
                    <a:pt x="4597" y="25260"/>
                  </a:lnTo>
                  <a:lnTo>
                    <a:pt x="4445" y="28702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49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34"/>
                  </a:moveTo>
                  <a:lnTo>
                    <a:pt x="24688" y="5702"/>
                  </a:lnTo>
                  <a:lnTo>
                    <a:pt x="23215" y="5600"/>
                  </a:lnTo>
                  <a:lnTo>
                    <a:pt x="21729" y="5511"/>
                  </a:lnTo>
                  <a:lnTo>
                    <a:pt x="21082" y="5676"/>
                  </a:lnTo>
                  <a:lnTo>
                    <a:pt x="21297" y="4902"/>
                  </a:lnTo>
                  <a:lnTo>
                    <a:pt x="21450" y="1460"/>
                  </a:lnTo>
                  <a:lnTo>
                    <a:pt x="21209" y="50"/>
                  </a:lnTo>
                  <a:lnTo>
                    <a:pt x="20434" y="0"/>
                  </a:lnTo>
                  <a:lnTo>
                    <a:pt x="20066" y="1371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27" y="5626"/>
                  </a:lnTo>
                  <a:lnTo>
                    <a:pt x="19342" y="5359"/>
                  </a:lnTo>
                  <a:lnTo>
                    <a:pt x="16395" y="5168"/>
                  </a:lnTo>
                  <a:lnTo>
                    <a:pt x="15176" y="5461"/>
                  </a:lnTo>
                  <a:lnTo>
                    <a:pt x="15138" y="6362"/>
                  </a:lnTo>
                  <a:lnTo>
                    <a:pt x="16319" y="6807"/>
                  </a:lnTo>
                  <a:lnTo>
                    <a:pt x="17792" y="6896"/>
                  </a:lnTo>
                  <a:lnTo>
                    <a:pt x="19265" y="6997"/>
                  </a:lnTo>
                  <a:lnTo>
                    <a:pt x="19939" y="6845"/>
                  </a:lnTo>
                  <a:lnTo>
                    <a:pt x="19735" y="7594"/>
                  </a:lnTo>
                  <a:lnTo>
                    <a:pt x="19583" y="11049"/>
                  </a:lnTo>
                  <a:lnTo>
                    <a:pt x="19824" y="12458"/>
                  </a:lnTo>
                  <a:lnTo>
                    <a:pt x="20599" y="12509"/>
                  </a:lnTo>
                  <a:lnTo>
                    <a:pt x="20980" y="11125"/>
                  </a:lnTo>
                  <a:lnTo>
                    <a:pt x="21056" y="9410"/>
                  </a:lnTo>
                  <a:lnTo>
                    <a:pt x="21145" y="7696"/>
                  </a:lnTo>
                  <a:lnTo>
                    <a:pt x="20993" y="6896"/>
                  </a:lnTo>
                  <a:lnTo>
                    <a:pt x="21666" y="7137"/>
                  </a:lnTo>
                  <a:lnTo>
                    <a:pt x="24612" y="7327"/>
                  </a:lnTo>
                  <a:lnTo>
                    <a:pt x="25831" y="7035"/>
                  </a:lnTo>
                  <a:lnTo>
                    <a:pt x="25869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01"/>
                  </a:lnTo>
                  <a:lnTo>
                    <a:pt x="23495" y="40513"/>
                  </a:lnTo>
                  <a:lnTo>
                    <a:pt x="22021" y="40411"/>
                  </a:lnTo>
                  <a:lnTo>
                    <a:pt x="21374" y="40576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50"/>
                  </a:lnTo>
                  <a:lnTo>
                    <a:pt x="20726" y="34899"/>
                  </a:lnTo>
                  <a:lnTo>
                    <a:pt x="20345" y="36283"/>
                  </a:lnTo>
                  <a:lnTo>
                    <a:pt x="20269" y="37998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75" y="40081"/>
                  </a:lnTo>
                  <a:lnTo>
                    <a:pt x="15455" y="40373"/>
                  </a:lnTo>
                  <a:lnTo>
                    <a:pt x="15417" y="41275"/>
                  </a:lnTo>
                  <a:lnTo>
                    <a:pt x="16598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31" y="41744"/>
                  </a:lnTo>
                  <a:lnTo>
                    <a:pt x="20027" y="42506"/>
                  </a:lnTo>
                  <a:lnTo>
                    <a:pt x="19875" y="45948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37"/>
                  </a:lnTo>
                  <a:lnTo>
                    <a:pt x="21348" y="44323"/>
                  </a:lnTo>
                  <a:lnTo>
                    <a:pt x="21424" y="42608"/>
                  </a:lnTo>
                  <a:lnTo>
                    <a:pt x="21285" y="41808"/>
                  </a:lnTo>
                  <a:lnTo>
                    <a:pt x="21945" y="42049"/>
                  </a:lnTo>
                  <a:lnTo>
                    <a:pt x="24904" y="42240"/>
                  </a:lnTo>
                  <a:lnTo>
                    <a:pt x="26111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45"/>
                  </a:moveTo>
                  <a:lnTo>
                    <a:pt x="39979" y="23114"/>
                  </a:lnTo>
                  <a:lnTo>
                    <a:pt x="38493" y="23012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44" y="18783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71"/>
                  </a:lnTo>
                  <a:lnTo>
                    <a:pt x="31673" y="22580"/>
                  </a:lnTo>
                  <a:lnTo>
                    <a:pt x="30467" y="22872"/>
                  </a:lnTo>
                  <a:lnTo>
                    <a:pt x="30416" y="23774"/>
                  </a:lnTo>
                  <a:lnTo>
                    <a:pt x="31597" y="24218"/>
                  </a:lnTo>
                  <a:lnTo>
                    <a:pt x="33083" y="24307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58" y="28536"/>
                  </a:lnTo>
                  <a:lnTo>
                    <a:pt x="36347" y="26822"/>
                  </a:lnTo>
                  <a:lnTo>
                    <a:pt x="36423" y="25107"/>
                  </a:lnTo>
                  <a:lnTo>
                    <a:pt x="36283" y="24320"/>
                  </a:lnTo>
                  <a:lnTo>
                    <a:pt x="36944" y="24549"/>
                  </a:lnTo>
                  <a:lnTo>
                    <a:pt x="39903" y="24739"/>
                  </a:lnTo>
                  <a:lnTo>
                    <a:pt x="41122" y="24447"/>
                  </a:lnTo>
                  <a:lnTo>
                    <a:pt x="41160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0" name="object 1520" descr=""/>
            <p:cNvSpPr/>
            <p:nvPr/>
          </p:nvSpPr>
          <p:spPr>
            <a:xfrm>
              <a:off x="5136316" y="810905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1" name="object 1521" descr=""/>
            <p:cNvSpPr/>
            <p:nvPr/>
          </p:nvSpPr>
          <p:spPr>
            <a:xfrm>
              <a:off x="5153926" y="8111800"/>
              <a:ext cx="55880" cy="47625"/>
            </a:xfrm>
            <a:custGeom>
              <a:avLst/>
              <a:gdLst/>
              <a:ahLst/>
              <a:cxnLst/>
              <a:rect l="l" t="t" r="r" b="b"/>
              <a:pathLst>
                <a:path w="55879" h="47625">
                  <a:moveTo>
                    <a:pt x="10452" y="5511"/>
                  </a:moveTo>
                  <a:lnTo>
                    <a:pt x="6032" y="5511"/>
                  </a:lnTo>
                  <a:lnTo>
                    <a:pt x="6032" y="0"/>
                  </a:lnTo>
                  <a:lnTo>
                    <a:pt x="5321" y="0"/>
                  </a:lnTo>
                  <a:lnTo>
                    <a:pt x="5321" y="12509"/>
                  </a:lnTo>
                  <a:lnTo>
                    <a:pt x="5715" y="12509"/>
                  </a:lnTo>
                  <a:lnTo>
                    <a:pt x="5715" y="7327"/>
                  </a:lnTo>
                  <a:lnTo>
                    <a:pt x="10452" y="7327"/>
                  </a:lnTo>
                  <a:lnTo>
                    <a:pt x="10452" y="5511"/>
                  </a:lnTo>
                  <a:close/>
                </a:path>
                <a:path w="55879" h="47625">
                  <a:moveTo>
                    <a:pt x="25730" y="23545"/>
                  </a:moveTo>
                  <a:lnTo>
                    <a:pt x="24549" y="23114"/>
                  </a:lnTo>
                  <a:lnTo>
                    <a:pt x="23075" y="23012"/>
                  </a:lnTo>
                  <a:lnTo>
                    <a:pt x="21602" y="22923"/>
                  </a:lnTo>
                  <a:lnTo>
                    <a:pt x="20942" y="23088"/>
                  </a:lnTo>
                  <a:lnTo>
                    <a:pt x="21158" y="22313"/>
                  </a:lnTo>
                  <a:lnTo>
                    <a:pt x="21323" y="18872"/>
                  </a:lnTo>
                  <a:lnTo>
                    <a:pt x="21082" y="17462"/>
                  </a:lnTo>
                  <a:lnTo>
                    <a:pt x="20307" y="17411"/>
                  </a:lnTo>
                  <a:lnTo>
                    <a:pt x="19926" y="18783"/>
                  </a:lnTo>
                  <a:lnTo>
                    <a:pt x="19837" y="20510"/>
                  </a:lnTo>
                  <a:lnTo>
                    <a:pt x="19761" y="22225"/>
                  </a:lnTo>
                  <a:lnTo>
                    <a:pt x="19900" y="23037"/>
                  </a:lnTo>
                  <a:lnTo>
                    <a:pt x="19202" y="22771"/>
                  </a:lnTo>
                  <a:lnTo>
                    <a:pt x="16256" y="22580"/>
                  </a:lnTo>
                  <a:lnTo>
                    <a:pt x="15036" y="22872"/>
                  </a:lnTo>
                  <a:lnTo>
                    <a:pt x="14998" y="23774"/>
                  </a:lnTo>
                  <a:lnTo>
                    <a:pt x="16179" y="24218"/>
                  </a:lnTo>
                  <a:lnTo>
                    <a:pt x="17653" y="24307"/>
                  </a:lnTo>
                  <a:lnTo>
                    <a:pt x="19126" y="24409"/>
                  </a:lnTo>
                  <a:lnTo>
                    <a:pt x="19812" y="24244"/>
                  </a:lnTo>
                  <a:lnTo>
                    <a:pt x="19608" y="25019"/>
                  </a:lnTo>
                  <a:lnTo>
                    <a:pt x="19443" y="28460"/>
                  </a:lnTo>
                  <a:lnTo>
                    <a:pt x="19685" y="29870"/>
                  </a:lnTo>
                  <a:lnTo>
                    <a:pt x="20459" y="29921"/>
                  </a:lnTo>
                  <a:lnTo>
                    <a:pt x="20840" y="28536"/>
                  </a:lnTo>
                  <a:lnTo>
                    <a:pt x="20916" y="26822"/>
                  </a:lnTo>
                  <a:lnTo>
                    <a:pt x="21005" y="25107"/>
                  </a:lnTo>
                  <a:lnTo>
                    <a:pt x="20853" y="24307"/>
                  </a:lnTo>
                  <a:lnTo>
                    <a:pt x="21526" y="24549"/>
                  </a:lnTo>
                  <a:lnTo>
                    <a:pt x="24472" y="24739"/>
                  </a:lnTo>
                  <a:lnTo>
                    <a:pt x="25692" y="24447"/>
                  </a:lnTo>
                  <a:lnTo>
                    <a:pt x="25730" y="23545"/>
                  </a:lnTo>
                  <a:close/>
                </a:path>
                <a:path w="55879" h="47625">
                  <a:moveTo>
                    <a:pt x="55384" y="40081"/>
                  </a:moveTo>
                  <a:lnTo>
                    <a:pt x="6311" y="40081"/>
                  </a:lnTo>
                  <a:lnTo>
                    <a:pt x="6311" y="34899"/>
                  </a:lnTo>
                  <a:lnTo>
                    <a:pt x="5321" y="34899"/>
                  </a:lnTo>
                  <a:lnTo>
                    <a:pt x="5321" y="40081"/>
                  </a:lnTo>
                  <a:lnTo>
                    <a:pt x="0" y="40081"/>
                  </a:lnTo>
                  <a:lnTo>
                    <a:pt x="0" y="41910"/>
                  </a:lnTo>
                  <a:lnTo>
                    <a:pt x="5321" y="41910"/>
                  </a:lnTo>
                  <a:lnTo>
                    <a:pt x="5321" y="47421"/>
                  </a:lnTo>
                  <a:lnTo>
                    <a:pt x="6007" y="47421"/>
                  </a:lnTo>
                  <a:lnTo>
                    <a:pt x="6007" y="41910"/>
                  </a:lnTo>
                  <a:lnTo>
                    <a:pt x="6134" y="41910"/>
                  </a:lnTo>
                  <a:lnTo>
                    <a:pt x="6527" y="42049"/>
                  </a:lnTo>
                  <a:lnTo>
                    <a:pt x="9474" y="42240"/>
                  </a:lnTo>
                  <a:lnTo>
                    <a:pt x="10693" y="41948"/>
                  </a:lnTo>
                  <a:lnTo>
                    <a:pt x="55384" y="41910"/>
                  </a:lnTo>
                  <a:lnTo>
                    <a:pt x="55384" y="4008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2" name="object 1522" descr=""/>
            <p:cNvSpPr/>
            <p:nvPr/>
          </p:nvSpPr>
          <p:spPr>
            <a:xfrm>
              <a:off x="5229238" y="810905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3" name="object 1523" descr=""/>
            <p:cNvSpPr/>
            <p:nvPr/>
          </p:nvSpPr>
          <p:spPr>
            <a:xfrm>
              <a:off x="5231422" y="8111800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55"/>
                  </a:lnTo>
                  <a:lnTo>
                    <a:pt x="8077" y="23266"/>
                  </a:lnTo>
                  <a:lnTo>
                    <a:pt x="6604" y="23164"/>
                  </a:lnTo>
                  <a:lnTo>
                    <a:pt x="5943" y="23329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83" y="17703"/>
                  </a:lnTo>
                  <a:lnTo>
                    <a:pt x="5295" y="17653"/>
                  </a:lnTo>
                  <a:lnTo>
                    <a:pt x="4927" y="19037"/>
                  </a:lnTo>
                  <a:lnTo>
                    <a:pt x="4838" y="20751"/>
                  </a:lnTo>
                  <a:lnTo>
                    <a:pt x="4762" y="22466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50"/>
                  </a:lnTo>
                  <a:lnTo>
                    <a:pt x="4800" y="24498"/>
                  </a:lnTo>
                  <a:lnTo>
                    <a:pt x="4597" y="25260"/>
                  </a:lnTo>
                  <a:lnTo>
                    <a:pt x="4445" y="28702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49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34"/>
                  </a:moveTo>
                  <a:lnTo>
                    <a:pt x="24688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71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27" y="5626"/>
                  </a:lnTo>
                  <a:lnTo>
                    <a:pt x="19342" y="5359"/>
                  </a:lnTo>
                  <a:lnTo>
                    <a:pt x="16395" y="5168"/>
                  </a:lnTo>
                  <a:lnTo>
                    <a:pt x="15176" y="5461"/>
                  </a:lnTo>
                  <a:lnTo>
                    <a:pt x="15138" y="6362"/>
                  </a:lnTo>
                  <a:lnTo>
                    <a:pt x="16319" y="6807"/>
                  </a:lnTo>
                  <a:lnTo>
                    <a:pt x="17792" y="6896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594"/>
                  </a:lnTo>
                  <a:lnTo>
                    <a:pt x="19583" y="11049"/>
                  </a:lnTo>
                  <a:lnTo>
                    <a:pt x="19824" y="12458"/>
                  </a:lnTo>
                  <a:lnTo>
                    <a:pt x="20599" y="12509"/>
                  </a:lnTo>
                  <a:lnTo>
                    <a:pt x="20980" y="11125"/>
                  </a:lnTo>
                  <a:lnTo>
                    <a:pt x="21069" y="9410"/>
                  </a:lnTo>
                  <a:lnTo>
                    <a:pt x="21145" y="7696"/>
                  </a:lnTo>
                  <a:lnTo>
                    <a:pt x="20993" y="6896"/>
                  </a:lnTo>
                  <a:lnTo>
                    <a:pt x="21666" y="7137"/>
                  </a:lnTo>
                  <a:lnTo>
                    <a:pt x="24612" y="7327"/>
                  </a:lnTo>
                  <a:lnTo>
                    <a:pt x="25831" y="7035"/>
                  </a:lnTo>
                  <a:lnTo>
                    <a:pt x="25869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01"/>
                  </a:lnTo>
                  <a:lnTo>
                    <a:pt x="23507" y="40513"/>
                  </a:lnTo>
                  <a:lnTo>
                    <a:pt x="22021" y="40411"/>
                  </a:lnTo>
                  <a:lnTo>
                    <a:pt x="21374" y="40576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50"/>
                  </a:lnTo>
                  <a:lnTo>
                    <a:pt x="20726" y="34899"/>
                  </a:lnTo>
                  <a:lnTo>
                    <a:pt x="20358" y="36283"/>
                  </a:lnTo>
                  <a:lnTo>
                    <a:pt x="20269" y="37998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75" y="40081"/>
                  </a:lnTo>
                  <a:lnTo>
                    <a:pt x="15468" y="40373"/>
                  </a:lnTo>
                  <a:lnTo>
                    <a:pt x="15417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31" y="41744"/>
                  </a:lnTo>
                  <a:lnTo>
                    <a:pt x="20027" y="42506"/>
                  </a:lnTo>
                  <a:lnTo>
                    <a:pt x="19875" y="45948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37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45" y="42049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45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56" y="18783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71"/>
                  </a:lnTo>
                  <a:lnTo>
                    <a:pt x="31686" y="22580"/>
                  </a:lnTo>
                  <a:lnTo>
                    <a:pt x="30467" y="22872"/>
                  </a:lnTo>
                  <a:lnTo>
                    <a:pt x="30429" y="23774"/>
                  </a:lnTo>
                  <a:lnTo>
                    <a:pt x="31610" y="24218"/>
                  </a:lnTo>
                  <a:lnTo>
                    <a:pt x="33083" y="24307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71" y="28536"/>
                  </a:lnTo>
                  <a:lnTo>
                    <a:pt x="36347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49"/>
                  </a:lnTo>
                  <a:lnTo>
                    <a:pt x="39903" y="24739"/>
                  </a:lnTo>
                  <a:lnTo>
                    <a:pt x="41122" y="24447"/>
                  </a:lnTo>
                  <a:lnTo>
                    <a:pt x="41160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4" name="object 1524" descr=""/>
            <p:cNvSpPr/>
            <p:nvPr/>
          </p:nvSpPr>
          <p:spPr>
            <a:xfrm>
              <a:off x="5159564" y="8073528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5" name="object 1525" descr=""/>
            <p:cNvSpPr/>
            <p:nvPr/>
          </p:nvSpPr>
          <p:spPr>
            <a:xfrm>
              <a:off x="5161749" y="8076266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812"/>
                  </a:moveTo>
                  <a:lnTo>
                    <a:pt x="9550" y="23368"/>
                  </a:lnTo>
                  <a:lnTo>
                    <a:pt x="8077" y="23279"/>
                  </a:lnTo>
                  <a:lnTo>
                    <a:pt x="6591" y="23177"/>
                  </a:lnTo>
                  <a:lnTo>
                    <a:pt x="5943" y="23342"/>
                  </a:lnTo>
                  <a:lnTo>
                    <a:pt x="6159" y="22580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65"/>
                  </a:lnTo>
                  <a:lnTo>
                    <a:pt x="4927" y="19050"/>
                  </a:lnTo>
                  <a:lnTo>
                    <a:pt x="4838" y="20764"/>
                  </a:lnTo>
                  <a:lnTo>
                    <a:pt x="4749" y="22479"/>
                  </a:lnTo>
                  <a:lnTo>
                    <a:pt x="4889" y="23291"/>
                  </a:lnTo>
                  <a:lnTo>
                    <a:pt x="4203" y="23037"/>
                  </a:lnTo>
                  <a:lnTo>
                    <a:pt x="1257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54" y="24574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87"/>
                  </a:lnTo>
                  <a:lnTo>
                    <a:pt x="5842" y="28803"/>
                  </a:lnTo>
                  <a:lnTo>
                    <a:pt x="5918" y="27089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15"/>
                  </a:lnTo>
                  <a:lnTo>
                    <a:pt x="9474" y="25006"/>
                  </a:lnTo>
                  <a:lnTo>
                    <a:pt x="10693" y="24701"/>
                  </a:lnTo>
                  <a:lnTo>
                    <a:pt x="10731" y="23812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14"/>
                  </a:lnTo>
                  <a:lnTo>
                    <a:pt x="21450" y="1473"/>
                  </a:lnTo>
                  <a:lnTo>
                    <a:pt x="21209" y="50"/>
                  </a:lnTo>
                  <a:lnTo>
                    <a:pt x="20434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26"/>
                  </a:lnTo>
                  <a:lnTo>
                    <a:pt x="20027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792" y="6908"/>
                  </a:lnTo>
                  <a:lnTo>
                    <a:pt x="19265" y="7010"/>
                  </a:lnTo>
                  <a:lnTo>
                    <a:pt x="19939" y="6845"/>
                  </a:lnTo>
                  <a:lnTo>
                    <a:pt x="19735" y="7607"/>
                  </a:lnTo>
                  <a:lnTo>
                    <a:pt x="19583" y="11061"/>
                  </a:lnTo>
                  <a:lnTo>
                    <a:pt x="19824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56" y="9423"/>
                  </a:lnTo>
                  <a:lnTo>
                    <a:pt x="21145" y="7708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495" y="40525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84"/>
                  </a:lnTo>
                  <a:lnTo>
                    <a:pt x="16675" y="40093"/>
                  </a:lnTo>
                  <a:lnTo>
                    <a:pt x="15468" y="40386"/>
                  </a:lnTo>
                  <a:lnTo>
                    <a:pt x="15417" y="41287"/>
                  </a:lnTo>
                  <a:lnTo>
                    <a:pt x="16598" y="41732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59" y="46050"/>
                  </a:lnTo>
                  <a:lnTo>
                    <a:pt x="21348" y="44335"/>
                  </a:lnTo>
                  <a:lnTo>
                    <a:pt x="21424" y="42608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52"/>
                  </a:lnTo>
                  <a:lnTo>
                    <a:pt x="26111" y="41960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493" y="23025"/>
                  </a:lnTo>
                  <a:lnTo>
                    <a:pt x="37020" y="22936"/>
                  </a:lnTo>
                  <a:lnTo>
                    <a:pt x="36372" y="23101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44" y="18796"/>
                  </a:lnTo>
                  <a:lnTo>
                    <a:pt x="35267" y="20510"/>
                  </a:lnTo>
                  <a:lnTo>
                    <a:pt x="35179" y="22237"/>
                  </a:lnTo>
                  <a:lnTo>
                    <a:pt x="35318" y="23050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56" y="24422"/>
                  </a:lnTo>
                  <a:lnTo>
                    <a:pt x="35229" y="24269"/>
                  </a:lnTo>
                  <a:lnTo>
                    <a:pt x="35026" y="25019"/>
                  </a:lnTo>
                  <a:lnTo>
                    <a:pt x="34874" y="28473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58" y="28549"/>
                  </a:lnTo>
                  <a:lnTo>
                    <a:pt x="36347" y="26835"/>
                  </a:lnTo>
                  <a:lnTo>
                    <a:pt x="36436" y="25120"/>
                  </a:lnTo>
                  <a:lnTo>
                    <a:pt x="36283" y="24320"/>
                  </a:lnTo>
                  <a:lnTo>
                    <a:pt x="36944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6" name="object 1526" descr=""/>
            <p:cNvSpPr/>
            <p:nvPr/>
          </p:nvSpPr>
          <p:spPr>
            <a:xfrm>
              <a:off x="5113047" y="8073528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7" name="object 1527" descr=""/>
            <p:cNvSpPr/>
            <p:nvPr/>
          </p:nvSpPr>
          <p:spPr>
            <a:xfrm>
              <a:off x="5206081" y="800045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8" name="object 1528" descr=""/>
            <p:cNvSpPr/>
            <p:nvPr/>
          </p:nvSpPr>
          <p:spPr>
            <a:xfrm>
              <a:off x="5208257" y="8003190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812"/>
                  </a:moveTo>
                  <a:lnTo>
                    <a:pt x="9563" y="23368"/>
                  </a:lnTo>
                  <a:lnTo>
                    <a:pt x="8077" y="23279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80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37"/>
                  </a:lnTo>
                  <a:lnTo>
                    <a:pt x="1257" y="22847"/>
                  </a:lnTo>
                  <a:lnTo>
                    <a:pt x="50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87"/>
                  </a:lnTo>
                  <a:lnTo>
                    <a:pt x="5842" y="28803"/>
                  </a:lnTo>
                  <a:lnTo>
                    <a:pt x="5930" y="27089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15"/>
                  </a:lnTo>
                  <a:lnTo>
                    <a:pt x="9486" y="25006"/>
                  </a:lnTo>
                  <a:lnTo>
                    <a:pt x="10706" y="24701"/>
                  </a:lnTo>
                  <a:lnTo>
                    <a:pt x="10744" y="23812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28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73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26"/>
                  </a:lnTo>
                  <a:lnTo>
                    <a:pt x="20027" y="5638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32" y="6819"/>
                  </a:lnTo>
                  <a:lnTo>
                    <a:pt x="17805" y="6908"/>
                  </a:lnTo>
                  <a:lnTo>
                    <a:pt x="19278" y="7010"/>
                  </a:lnTo>
                  <a:lnTo>
                    <a:pt x="19951" y="6858"/>
                  </a:lnTo>
                  <a:lnTo>
                    <a:pt x="19748" y="7607"/>
                  </a:lnTo>
                  <a:lnTo>
                    <a:pt x="19596" y="11061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58" y="7708"/>
                  </a:lnTo>
                  <a:lnTo>
                    <a:pt x="21005" y="6908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74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34" y="40424"/>
                  </a:lnTo>
                  <a:lnTo>
                    <a:pt x="21386" y="40589"/>
                  </a:lnTo>
                  <a:lnTo>
                    <a:pt x="21590" y="39827"/>
                  </a:lnTo>
                  <a:lnTo>
                    <a:pt x="21755" y="36385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51"/>
                  </a:lnTo>
                  <a:lnTo>
                    <a:pt x="19634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32"/>
                  </a:lnTo>
                  <a:lnTo>
                    <a:pt x="18084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72" y="46050"/>
                  </a:lnTo>
                  <a:lnTo>
                    <a:pt x="21361" y="44335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17" y="42252"/>
                  </a:lnTo>
                  <a:lnTo>
                    <a:pt x="26123" y="41960"/>
                  </a:lnTo>
                  <a:lnTo>
                    <a:pt x="26174" y="41059"/>
                  </a:lnTo>
                  <a:close/>
                </a:path>
                <a:path w="41275" h="47625">
                  <a:moveTo>
                    <a:pt x="41173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36"/>
                  </a:lnTo>
                  <a:lnTo>
                    <a:pt x="36372" y="23101"/>
                  </a:lnTo>
                  <a:lnTo>
                    <a:pt x="36588" y="22326"/>
                  </a:lnTo>
                  <a:lnTo>
                    <a:pt x="36753" y="18884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80" y="20510"/>
                  </a:lnTo>
                  <a:lnTo>
                    <a:pt x="35191" y="22237"/>
                  </a:lnTo>
                  <a:lnTo>
                    <a:pt x="35331" y="23050"/>
                  </a:lnTo>
                  <a:lnTo>
                    <a:pt x="34645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96" y="24320"/>
                  </a:lnTo>
                  <a:lnTo>
                    <a:pt x="34569" y="24422"/>
                  </a:lnTo>
                  <a:lnTo>
                    <a:pt x="35242" y="24269"/>
                  </a:lnTo>
                  <a:lnTo>
                    <a:pt x="35039" y="25019"/>
                  </a:lnTo>
                  <a:lnTo>
                    <a:pt x="34874" y="28473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20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73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9" name="object 1529" descr=""/>
            <p:cNvSpPr/>
            <p:nvPr/>
          </p:nvSpPr>
          <p:spPr>
            <a:xfrm>
              <a:off x="5183439" y="803597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0" name="object 1530" descr=""/>
            <p:cNvSpPr/>
            <p:nvPr/>
          </p:nvSpPr>
          <p:spPr>
            <a:xfrm>
              <a:off x="5185626" y="803871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812"/>
                  </a:moveTo>
                  <a:lnTo>
                    <a:pt x="9550" y="23368"/>
                  </a:lnTo>
                  <a:lnTo>
                    <a:pt x="8077" y="23279"/>
                  </a:lnTo>
                  <a:lnTo>
                    <a:pt x="6591" y="23177"/>
                  </a:lnTo>
                  <a:lnTo>
                    <a:pt x="5943" y="23342"/>
                  </a:lnTo>
                  <a:lnTo>
                    <a:pt x="6159" y="22580"/>
                  </a:lnTo>
                  <a:lnTo>
                    <a:pt x="6311" y="19138"/>
                  </a:lnTo>
                  <a:lnTo>
                    <a:pt x="6070" y="17716"/>
                  </a:lnTo>
                  <a:lnTo>
                    <a:pt x="5295" y="17665"/>
                  </a:lnTo>
                  <a:lnTo>
                    <a:pt x="4927" y="19050"/>
                  </a:lnTo>
                  <a:lnTo>
                    <a:pt x="4838" y="20764"/>
                  </a:lnTo>
                  <a:lnTo>
                    <a:pt x="4749" y="22479"/>
                  </a:lnTo>
                  <a:lnTo>
                    <a:pt x="4876" y="23291"/>
                  </a:lnTo>
                  <a:lnTo>
                    <a:pt x="4203" y="23037"/>
                  </a:lnTo>
                  <a:lnTo>
                    <a:pt x="1244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85"/>
                  </a:lnTo>
                  <a:lnTo>
                    <a:pt x="2654" y="24574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37"/>
                  </a:lnTo>
                  <a:lnTo>
                    <a:pt x="5461" y="30187"/>
                  </a:lnTo>
                  <a:lnTo>
                    <a:pt x="5842" y="28803"/>
                  </a:lnTo>
                  <a:lnTo>
                    <a:pt x="5918" y="27089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15"/>
                  </a:lnTo>
                  <a:lnTo>
                    <a:pt x="9474" y="25006"/>
                  </a:lnTo>
                  <a:lnTo>
                    <a:pt x="10693" y="24714"/>
                  </a:lnTo>
                  <a:lnTo>
                    <a:pt x="10731" y="23812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15"/>
                  </a:lnTo>
                  <a:lnTo>
                    <a:pt x="23215" y="5613"/>
                  </a:lnTo>
                  <a:lnTo>
                    <a:pt x="21729" y="5524"/>
                  </a:lnTo>
                  <a:lnTo>
                    <a:pt x="21082" y="5689"/>
                  </a:lnTo>
                  <a:lnTo>
                    <a:pt x="21297" y="4914"/>
                  </a:lnTo>
                  <a:lnTo>
                    <a:pt x="21450" y="1473"/>
                  </a:lnTo>
                  <a:lnTo>
                    <a:pt x="21209" y="63"/>
                  </a:lnTo>
                  <a:lnTo>
                    <a:pt x="20434" y="0"/>
                  </a:lnTo>
                  <a:lnTo>
                    <a:pt x="20066" y="1384"/>
                  </a:lnTo>
                  <a:lnTo>
                    <a:pt x="19977" y="3111"/>
                  </a:lnTo>
                  <a:lnTo>
                    <a:pt x="19900" y="4826"/>
                  </a:lnTo>
                  <a:lnTo>
                    <a:pt x="20027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792" y="6908"/>
                  </a:lnTo>
                  <a:lnTo>
                    <a:pt x="19265" y="7010"/>
                  </a:lnTo>
                  <a:lnTo>
                    <a:pt x="19939" y="6858"/>
                  </a:lnTo>
                  <a:lnTo>
                    <a:pt x="19735" y="7607"/>
                  </a:lnTo>
                  <a:lnTo>
                    <a:pt x="19583" y="11061"/>
                  </a:lnTo>
                  <a:lnTo>
                    <a:pt x="19824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56" y="9423"/>
                  </a:lnTo>
                  <a:lnTo>
                    <a:pt x="21145" y="7708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495" y="40525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85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96"/>
                  </a:lnTo>
                  <a:lnTo>
                    <a:pt x="20269" y="38011"/>
                  </a:lnTo>
                  <a:lnTo>
                    <a:pt x="20180" y="39738"/>
                  </a:lnTo>
                  <a:lnTo>
                    <a:pt x="20320" y="40551"/>
                  </a:lnTo>
                  <a:lnTo>
                    <a:pt x="19634" y="40284"/>
                  </a:lnTo>
                  <a:lnTo>
                    <a:pt x="16675" y="40093"/>
                  </a:lnTo>
                  <a:lnTo>
                    <a:pt x="15455" y="40386"/>
                  </a:lnTo>
                  <a:lnTo>
                    <a:pt x="15417" y="41287"/>
                  </a:lnTo>
                  <a:lnTo>
                    <a:pt x="16598" y="41732"/>
                  </a:lnTo>
                  <a:lnTo>
                    <a:pt x="18084" y="41821"/>
                  </a:lnTo>
                  <a:lnTo>
                    <a:pt x="19558" y="41922"/>
                  </a:lnTo>
                  <a:lnTo>
                    <a:pt x="20231" y="41770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59" y="46050"/>
                  </a:lnTo>
                  <a:lnTo>
                    <a:pt x="21348" y="44335"/>
                  </a:lnTo>
                  <a:lnTo>
                    <a:pt x="21424" y="42621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52"/>
                  </a:lnTo>
                  <a:lnTo>
                    <a:pt x="26111" y="41960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26"/>
                  </a:lnTo>
                  <a:lnTo>
                    <a:pt x="38493" y="23025"/>
                  </a:lnTo>
                  <a:lnTo>
                    <a:pt x="37020" y="22936"/>
                  </a:lnTo>
                  <a:lnTo>
                    <a:pt x="36372" y="23101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499" y="17475"/>
                  </a:lnTo>
                  <a:lnTo>
                    <a:pt x="35725" y="17424"/>
                  </a:lnTo>
                  <a:lnTo>
                    <a:pt x="35344" y="18796"/>
                  </a:lnTo>
                  <a:lnTo>
                    <a:pt x="35267" y="20523"/>
                  </a:lnTo>
                  <a:lnTo>
                    <a:pt x="35179" y="22237"/>
                  </a:lnTo>
                  <a:lnTo>
                    <a:pt x="35318" y="23050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597" y="24231"/>
                  </a:lnTo>
                  <a:lnTo>
                    <a:pt x="33083" y="24320"/>
                  </a:lnTo>
                  <a:lnTo>
                    <a:pt x="34556" y="24422"/>
                  </a:lnTo>
                  <a:lnTo>
                    <a:pt x="35229" y="24269"/>
                  </a:lnTo>
                  <a:lnTo>
                    <a:pt x="35026" y="25019"/>
                  </a:lnTo>
                  <a:lnTo>
                    <a:pt x="34874" y="28473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58" y="28549"/>
                  </a:lnTo>
                  <a:lnTo>
                    <a:pt x="36347" y="26835"/>
                  </a:lnTo>
                  <a:lnTo>
                    <a:pt x="36423" y="25120"/>
                  </a:lnTo>
                  <a:lnTo>
                    <a:pt x="36283" y="24333"/>
                  </a:lnTo>
                  <a:lnTo>
                    <a:pt x="36944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1" name="object 1531" descr=""/>
            <p:cNvSpPr/>
            <p:nvPr/>
          </p:nvSpPr>
          <p:spPr>
            <a:xfrm>
              <a:off x="5136316" y="803597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2" name="object 1532" descr=""/>
            <p:cNvSpPr/>
            <p:nvPr/>
          </p:nvSpPr>
          <p:spPr>
            <a:xfrm>
              <a:off x="5153926" y="8038712"/>
              <a:ext cx="55880" cy="47625"/>
            </a:xfrm>
            <a:custGeom>
              <a:avLst/>
              <a:gdLst/>
              <a:ahLst/>
              <a:cxnLst/>
              <a:rect l="l" t="t" r="r" b="b"/>
              <a:pathLst>
                <a:path w="55879" h="47625">
                  <a:moveTo>
                    <a:pt x="10452" y="5524"/>
                  </a:moveTo>
                  <a:lnTo>
                    <a:pt x="6032" y="5524"/>
                  </a:lnTo>
                  <a:lnTo>
                    <a:pt x="6032" y="0"/>
                  </a:lnTo>
                  <a:lnTo>
                    <a:pt x="5321" y="0"/>
                  </a:lnTo>
                  <a:lnTo>
                    <a:pt x="5321" y="12522"/>
                  </a:lnTo>
                  <a:lnTo>
                    <a:pt x="5715" y="12522"/>
                  </a:lnTo>
                  <a:lnTo>
                    <a:pt x="5715" y="7340"/>
                  </a:lnTo>
                  <a:lnTo>
                    <a:pt x="10452" y="7340"/>
                  </a:lnTo>
                  <a:lnTo>
                    <a:pt x="10452" y="5524"/>
                  </a:lnTo>
                  <a:close/>
                </a:path>
                <a:path w="55879" h="47625">
                  <a:moveTo>
                    <a:pt x="25730" y="23558"/>
                  </a:moveTo>
                  <a:lnTo>
                    <a:pt x="24549" y="23126"/>
                  </a:lnTo>
                  <a:lnTo>
                    <a:pt x="23075" y="23025"/>
                  </a:lnTo>
                  <a:lnTo>
                    <a:pt x="21602" y="22936"/>
                  </a:lnTo>
                  <a:lnTo>
                    <a:pt x="20942" y="23101"/>
                  </a:lnTo>
                  <a:lnTo>
                    <a:pt x="21158" y="22326"/>
                  </a:lnTo>
                  <a:lnTo>
                    <a:pt x="21323" y="18884"/>
                  </a:lnTo>
                  <a:lnTo>
                    <a:pt x="21082" y="17475"/>
                  </a:lnTo>
                  <a:lnTo>
                    <a:pt x="20307" y="17424"/>
                  </a:lnTo>
                  <a:lnTo>
                    <a:pt x="19926" y="18796"/>
                  </a:lnTo>
                  <a:lnTo>
                    <a:pt x="19837" y="20523"/>
                  </a:lnTo>
                  <a:lnTo>
                    <a:pt x="19761" y="22237"/>
                  </a:lnTo>
                  <a:lnTo>
                    <a:pt x="19900" y="23050"/>
                  </a:lnTo>
                  <a:lnTo>
                    <a:pt x="19202" y="22783"/>
                  </a:lnTo>
                  <a:lnTo>
                    <a:pt x="16256" y="22593"/>
                  </a:lnTo>
                  <a:lnTo>
                    <a:pt x="15036" y="22885"/>
                  </a:lnTo>
                  <a:lnTo>
                    <a:pt x="14998" y="23787"/>
                  </a:lnTo>
                  <a:lnTo>
                    <a:pt x="16179" y="24231"/>
                  </a:lnTo>
                  <a:lnTo>
                    <a:pt x="17653" y="24320"/>
                  </a:lnTo>
                  <a:lnTo>
                    <a:pt x="19126" y="24422"/>
                  </a:lnTo>
                  <a:lnTo>
                    <a:pt x="19812" y="24269"/>
                  </a:lnTo>
                  <a:lnTo>
                    <a:pt x="19608" y="25019"/>
                  </a:lnTo>
                  <a:lnTo>
                    <a:pt x="19443" y="28473"/>
                  </a:lnTo>
                  <a:lnTo>
                    <a:pt x="19685" y="29883"/>
                  </a:lnTo>
                  <a:lnTo>
                    <a:pt x="20459" y="29933"/>
                  </a:lnTo>
                  <a:lnTo>
                    <a:pt x="20840" y="28549"/>
                  </a:lnTo>
                  <a:lnTo>
                    <a:pt x="20916" y="26835"/>
                  </a:lnTo>
                  <a:lnTo>
                    <a:pt x="21005" y="25120"/>
                  </a:lnTo>
                  <a:lnTo>
                    <a:pt x="20853" y="24320"/>
                  </a:lnTo>
                  <a:lnTo>
                    <a:pt x="21526" y="24561"/>
                  </a:lnTo>
                  <a:lnTo>
                    <a:pt x="24472" y="24752"/>
                  </a:lnTo>
                  <a:lnTo>
                    <a:pt x="25692" y="24460"/>
                  </a:lnTo>
                  <a:lnTo>
                    <a:pt x="25730" y="23558"/>
                  </a:lnTo>
                  <a:close/>
                </a:path>
                <a:path w="55879" h="47625">
                  <a:moveTo>
                    <a:pt x="55384" y="40093"/>
                  </a:moveTo>
                  <a:lnTo>
                    <a:pt x="6311" y="40093"/>
                  </a:lnTo>
                  <a:lnTo>
                    <a:pt x="6311" y="34912"/>
                  </a:lnTo>
                  <a:lnTo>
                    <a:pt x="5321" y="34912"/>
                  </a:lnTo>
                  <a:lnTo>
                    <a:pt x="5321" y="40093"/>
                  </a:lnTo>
                  <a:lnTo>
                    <a:pt x="0" y="40093"/>
                  </a:lnTo>
                  <a:lnTo>
                    <a:pt x="0" y="41922"/>
                  </a:lnTo>
                  <a:lnTo>
                    <a:pt x="5321" y="41922"/>
                  </a:lnTo>
                  <a:lnTo>
                    <a:pt x="5321" y="47434"/>
                  </a:lnTo>
                  <a:lnTo>
                    <a:pt x="6007" y="47434"/>
                  </a:lnTo>
                  <a:lnTo>
                    <a:pt x="6007" y="41922"/>
                  </a:lnTo>
                  <a:lnTo>
                    <a:pt x="6134" y="41922"/>
                  </a:lnTo>
                  <a:lnTo>
                    <a:pt x="6527" y="42062"/>
                  </a:lnTo>
                  <a:lnTo>
                    <a:pt x="9474" y="42252"/>
                  </a:lnTo>
                  <a:lnTo>
                    <a:pt x="10693" y="41960"/>
                  </a:lnTo>
                  <a:lnTo>
                    <a:pt x="55384" y="41922"/>
                  </a:lnTo>
                  <a:lnTo>
                    <a:pt x="55384" y="40093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3" name="object 1533" descr=""/>
            <p:cNvSpPr/>
            <p:nvPr/>
          </p:nvSpPr>
          <p:spPr>
            <a:xfrm>
              <a:off x="5229238" y="803597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4" name="object 1534" descr=""/>
            <p:cNvSpPr/>
            <p:nvPr/>
          </p:nvSpPr>
          <p:spPr>
            <a:xfrm>
              <a:off x="5231422" y="803871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812"/>
                  </a:moveTo>
                  <a:lnTo>
                    <a:pt x="9550" y="23368"/>
                  </a:lnTo>
                  <a:lnTo>
                    <a:pt x="8077" y="23279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80"/>
                  </a:lnTo>
                  <a:lnTo>
                    <a:pt x="6311" y="19138"/>
                  </a:lnTo>
                  <a:lnTo>
                    <a:pt x="6083" y="17716"/>
                  </a:lnTo>
                  <a:lnTo>
                    <a:pt x="5295" y="17665"/>
                  </a:lnTo>
                  <a:lnTo>
                    <a:pt x="4927" y="19050"/>
                  </a:lnTo>
                  <a:lnTo>
                    <a:pt x="4838" y="20764"/>
                  </a:lnTo>
                  <a:lnTo>
                    <a:pt x="4762" y="22479"/>
                  </a:lnTo>
                  <a:lnTo>
                    <a:pt x="4889" y="23291"/>
                  </a:lnTo>
                  <a:lnTo>
                    <a:pt x="4203" y="23037"/>
                  </a:lnTo>
                  <a:lnTo>
                    <a:pt x="1257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85"/>
                  </a:lnTo>
                  <a:lnTo>
                    <a:pt x="2654" y="24574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37"/>
                  </a:lnTo>
                  <a:lnTo>
                    <a:pt x="5461" y="30187"/>
                  </a:lnTo>
                  <a:lnTo>
                    <a:pt x="5842" y="28803"/>
                  </a:lnTo>
                  <a:lnTo>
                    <a:pt x="5918" y="27089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15"/>
                  </a:lnTo>
                  <a:lnTo>
                    <a:pt x="9474" y="25006"/>
                  </a:lnTo>
                  <a:lnTo>
                    <a:pt x="10693" y="24714"/>
                  </a:lnTo>
                  <a:lnTo>
                    <a:pt x="10731" y="23812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15"/>
                  </a:lnTo>
                  <a:lnTo>
                    <a:pt x="23215" y="5613"/>
                  </a:lnTo>
                  <a:lnTo>
                    <a:pt x="21742" y="5524"/>
                  </a:lnTo>
                  <a:lnTo>
                    <a:pt x="21082" y="5689"/>
                  </a:lnTo>
                  <a:lnTo>
                    <a:pt x="21297" y="4914"/>
                  </a:lnTo>
                  <a:lnTo>
                    <a:pt x="21463" y="1473"/>
                  </a:lnTo>
                  <a:lnTo>
                    <a:pt x="21221" y="63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77" y="3111"/>
                  </a:lnTo>
                  <a:lnTo>
                    <a:pt x="19900" y="4826"/>
                  </a:lnTo>
                  <a:lnTo>
                    <a:pt x="20040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792" y="6908"/>
                  </a:lnTo>
                  <a:lnTo>
                    <a:pt x="19278" y="7010"/>
                  </a:lnTo>
                  <a:lnTo>
                    <a:pt x="19951" y="6858"/>
                  </a:lnTo>
                  <a:lnTo>
                    <a:pt x="19748" y="7607"/>
                  </a:lnTo>
                  <a:lnTo>
                    <a:pt x="19583" y="11061"/>
                  </a:lnTo>
                  <a:lnTo>
                    <a:pt x="19824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45" y="7708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507" y="40525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85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80" y="39738"/>
                  </a:lnTo>
                  <a:lnTo>
                    <a:pt x="20320" y="40551"/>
                  </a:lnTo>
                  <a:lnTo>
                    <a:pt x="19634" y="40284"/>
                  </a:lnTo>
                  <a:lnTo>
                    <a:pt x="16675" y="40093"/>
                  </a:lnTo>
                  <a:lnTo>
                    <a:pt x="15468" y="40386"/>
                  </a:lnTo>
                  <a:lnTo>
                    <a:pt x="15417" y="41287"/>
                  </a:lnTo>
                  <a:lnTo>
                    <a:pt x="16611" y="41732"/>
                  </a:lnTo>
                  <a:lnTo>
                    <a:pt x="18084" y="41821"/>
                  </a:lnTo>
                  <a:lnTo>
                    <a:pt x="19558" y="41922"/>
                  </a:lnTo>
                  <a:lnTo>
                    <a:pt x="20231" y="41770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59" y="46050"/>
                  </a:lnTo>
                  <a:lnTo>
                    <a:pt x="21348" y="44335"/>
                  </a:lnTo>
                  <a:lnTo>
                    <a:pt x="21437" y="42621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52"/>
                  </a:lnTo>
                  <a:lnTo>
                    <a:pt x="26123" y="41960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26"/>
                  </a:lnTo>
                  <a:lnTo>
                    <a:pt x="38506" y="23025"/>
                  </a:lnTo>
                  <a:lnTo>
                    <a:pt x="37020" y="22936"/>
                  </a:lnTo>
                  <a:lnTo>
                    <a:pt x="36372" y="23101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499" y="17475"/>
                  </a:lnTo>
                  <a:lnTo>
                    <a:pt x="35725" y="17424"/>
                  </a:lnTo>
                  <a:lnTo>
                    <a:pt x="35356" y="18796"/>
                  </a:lnTo>
                  <a:lnTo>
                    <a:pt x="35267" y="20523"/>
                  </a:lnTo>
                  <a:lnTo>
                    <a:pt x="35179" y="22237"/>
                  </a:lnTo>
                  <a:lnTo>
                    <a:pt x="35318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56" y="24422"/>
                  </a:lnTo>
                  <a:lnTo>
                    <a:pt x="35229" y="24269"/>
                  </a:lnTo>
                  <a:lnTo>
                    <a:pt x="35026" y="25019"/>
                  </a:lnTo>
                  <a:lnTo>
                    <a:pt x="34874" y="28473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47" y="26835"/>
                  </a:lnTo>
                  <a:lnTo>
                    <a:pt x="36436" y="25120"/>
                  </a:lnTo>
                  <a:lnTo>
                    <a:pt x="36283" y="24333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5" name="object 1535" descr=""/>
            <p:cNvSpPr/>
            <p:nvPr/>
          </p:nvSpPr>
          <p:spPr>
            <a:xfrm>
              <a:off x="5159564" y="800045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6" name="object 1536" descr=""/>
            <p:cNvSpPr/>
            <p:nvPr/>
          </p:nvSpPr>
          <p:spPr>
            <a:xfrm>
              <a:off x="5161749" y="8003190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812"/>
                  </a:moveTo>
                  <a:lnTo>
                    <a:pt x="9550" y="23368"/>
                  </a:lnTo>
                  <a:lnTo>
                    <a:pt x="8077" y="23279"/>
                  </a:lnTo>
                  <a:lnTo>
                    <a:pt x="6591" y="23177"/>
                  </a:lnTo>
                  <a:lnTo>
                    <a:pt x="5943" y="23342"/>
                  </a:lnTo>
                  <a:lnTo>
                    <a:pt x="6159" y="22580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65"/>
                  </a:lnTo>
                  <a:lnTo>
                    <a:pt x="4927" y="19050"/>
                  </a:lnTo>
                  <a:lnTo>
                    <a:pt x="4838" y="20764"/>
                  </a:lnTo>
                  <a:lnTo>
                    <a:pt x="4749" y="22479"/>
                  </a:lnTo>
                  <a:lnTo>
                    <a:pt x="4889" y="23291"/>
                  </a:lnTo>
                  <a:lnTo>
                    <a:pt x="4203" y="23037"/>
                  </a:lnTo>
                  <a:lnTo>
                    <a:pt x="1257" y="22847"/>
                  </a:lnTo>
                  <a:lnTo>
                    <a:pt x="38" y="23139"/>
                  </a:lnTo>
                  <a:lnTo>
                    <a:pt x="0" y="24041"/>
                  </a:lnTo>
                  <a:lnTo>
                    <a:pt x="1181" y="24472"/>
                  </a:lnTo>
                  <a:lnTo>
                    <a:pt x="2654" y="24574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87"/>
                  </a:lnTo>
                  <a:lnTo>
                    <a:pt x="5842" y="28803"/>
                  </a:lnTo>
                  <a:lnTo>
                    <a:pt x="5918" y="27089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15"/>
                  </a:lnTo>
                  <a:lnTo>
                    <a:pt x="9474" y="25006"/>
                  </a:lnTo>
                  <a:lnTo>
                    <a:pt x="10693" y="24701"/>
                  </a:lnTo>
                  <a:lnTo>
                    <a:pt x="10731" y="23812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14"/>
                  </a:lnTo>
                  <a:lnTo>
                    <a:pt x="21450" y="1473"/>
                  </a:lnTo>
                  <a:lnTo>
                    <a:pt x="21209" y="50"/>
                  </a:lnTo>
                  <a:lnTo>
                    <a:pt x="20434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26"/>
                  </a:lnTo>
                  <a:lnTo>
                    <a:pt x="20027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792" y="6908"/>
                  </a:lnTo>
                  <a:lnTo>
                    <a:pt x="19265" y="7010"/>
                  </a:lnTo>
                  <a:lnTo>
                    <a:pt x="19939" y="6858"/>
                  </a:lnTo>
                  <a:lnTo>
                    <a:pt x="19735" y="7607"/>
                  </a:lnTo>
                  <a:lnTo>
                    <a:pt x="19583" y="11061"/>
                  </a:lnTo>
                  <a:lnTo>
                    <a:pt x="19824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56" y="9423"/>
                  </a:lnTo>
                  <a:lnTo>
                    <a:pt x="21145" y="7708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495" y="40525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85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84"/>
                  </a:lnTo>
                  <a:lnTo>
                    <a:pt x="16675" y="40093"/>
                  </a:lnTo>
                  <a:lnTo>
                    <a:pt x="15468" y="40386"/>
                  </a:lnTo>
                  <a:lnTo>
                    <a:pt x="15417" y="41287"/>
                  </a:lnTo>
                  <a:lnTo>
                    <a:pt x="16598" y="41732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83"/>
                  </a:lnTo>
                  <a:lnTo>
                    <a:pt x="20891" y="47434"/>
                  </a:lnTo>
                  <a:lnTo>
                    <a:pt x="21259" y="46050"/>
                  </a:lnTo>
                  <a:lnTo>
                    <a:pt x="21348" y="44335"/>
                  </a:lnTo>
                  <a:lnTo>
                    <a:pt x="21424" y="42608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52"/>
                  </a:lnTo>
                  <a:lnTo>
                    <a:pt x="26111" y="41960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493" y="23025"/>
                  </a:lnTo>
                  <a:lnTo>
                    <a:pt x="37020" y="22936"/>
                  </a:lnTo>
                  <a:lnTo>
                    <a:pt x="36372" y="23101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44" y="18796"/>
                  </a:lnTo>
                  <a:lnTo>
                    <a:pt x="35267" y="20510"/>
                  </a:lnTo>
                  <a:lnTo>
                    <a:pt x="35179" y="22237"/>
                  </a:lnTo>
                  <a:lnTo>
                    <a:pt x="35318" y="23050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56" y="24422"/>
                  </a:lnTo>
                  <a:lnTo>
                    <a:pt x="35229" y="24269"/>
                  </a:lnTo>
                  <a:lnTo>
                    <a:pt x="35026" y="25019"/>
                  </a:lnTo>
                  <a:lnTo>
                    <a:pt x="34874" y="28473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58" y="28549"/>
                  </a:lnTo>
                  <a:lnTo>
                    <a:pt x="36347" y="26835"/>
                  </a:lnTo>
                  <a:lnTo>
                    <a:pt x="36436" y="25120"/>
                  </a:lnTo>
                  <a:lnTo>
                    <a:pt x="36283" y="24333"/>
                  </a:lnTo>
                  <a:lnTo>
                    <a:pt x="36944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7" name="object 1537" descr=""/>
            <p:cNvSpPr/>
            <p:nvPr/>
          </p:nvSpPr>
          <p:spPr>
            <a:xfrm>
              <a:off x="5113047" y="800045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8" name="object 1538" descr=""/>
            <p:cNvSpPr/>
            <p:nvPr/>
          </p:nvSpPr>
          <p:spPr>
            <a:xfrm>
              <a:off x="5349674" y="8219848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9" name="object 1539" descr=""/>
            <p:cNvSpPr/>
            <p:nvPr/>
          </p:nvSpPr>
          <p:spPr>
            <a:xfrm>
              <a:off x="5351856" y="8222595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55"/>
                  </a:lnTo>
                  <a:lnTo>
                    <a:pt x="8077" y="23266"/>
                  </a:lnTo>
                  <a:lnTo>
                    <a:pt x="6604" y="23164"/>
                  </a:lnTo>
                  <a:lnTo>
                    <a:pt x="5956" y="23329"/>
                  </a:lnTo>
                  <a:lnTo>
                    <a:pt x="6159" y="22567"/>
                  </a:lnTo>
                  <a:lnTo>
                    <a:pt x="6324" y="19126"/>
                  </a:lnTo>
                  <a:lnTo>
                    <a:pt x="6083" y="17703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38" y="20751"/>
                  </a:lnTo>
                  <a:lnTo>
                    <a:pt x="4762" y="22466"/>
                  </a:lnTo>
                  <a:lnTo>
                    <a:pt x="4889" y="23279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40" y="24650"/>
                  </a:lnTo>
                  <a:lnTo>
                    <a:pt x="4813" y="24498"/>
                  </a:lnTo>
                  <a:lnTo>
                    <a:pt x="4610" y="25260"/>
                  </a:lnTo>
                  <a:lnTo>
                    <a:pt x="4445" y="28702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82" y="6134"/>
                  </a:moveTo>
                  <a:lnTo>
                    <a:pt x="24688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71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59"/>
                  </a:lnTo>
                  <a:lnTo>
                    <a:pt x="16395" y="5168"/>
                  </a:lnTo>
                  <a:lnTo>
                    <a:pt x="15176" y="5473"/>
                  </a:lnTo>
                  <a:lnTo>
                    <a:pt x="15138" y="6362"/>
                  </a:lnTo>
                  <a:lnTo>
                    <a:pt x="16319" y="6807"/>
                  </a:lnTo>
                  <a:lnTo>
                    <a:pt x="17805" y="6896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37" y="12458"/>
                  </a:lnTo>
                  <a:lnTo>
                    <a:pt x="20599" y="12509"/>
                  </a:lnTo>
                  <a:lnTo>
                    <a:pt x="20980" y="11125"/>
                  </a:lnTo>
                  <a:lnTo>
                    <a:pt x="21069" y="9410"/>
                  </a:lnTo>
                  <a:lnTo>
                    <a:pt x="21145" y="7696"/>
                  </a:lnTo>
                  <a:lnTo>
                    <a:pt x="20993" y="6896"/>
                  </a:lnTo>
                  <a:lnTo>
                    <a:pt x="21666" y="7137"/>
                  </a:lnTo>
                  <a:lnTo>
                    <a:pt x="24625" y="7327"/>
                  </a:lnTo>
                  <a:lnTo>
                    <a:pt x="25831" y="7035"/>
                  </a:lnTo>
                  <a:lnTo>
                    <a:pt x="25882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01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899"/>
                  </a:lnTo>
                  <a:lnTo>
                    <a:pt x="20358" y="36283"/>
                  </a:lnTo>
                  <a:lnTo>
                    <a:pt x="20269" y="37998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87" y="40081"/>
                  </a:lnTo>
                  <a:lnTo>
                    <a:pt x="15468" y="40373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06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45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33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41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83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18" y="23037"/>
                  </a:lnTo>
                  <a:lnTo>
                    <a:pt x="34632" y="22771"/>
                  </a:lnTo>
                  <a:lnTo>
                    <a:pt x="31686" y="22580"/>
                  </a:lnTo>
                  <a:lnTo>
                    <a:pt x="30467" y="22885"/>
                  </a:lnTo>
                  <a:lnTo>
                    <a:pt x="30429" y="23774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28" y="29870"/>
                  </a:lnTo>
                  <a:lnTo>
                    <a:pt x="35890" y="29921"/>
                  </a:lnTo>
                  <a:lnTo>
                    <a:pt x="36271" y="28536"/>
                  </a:lnTo>
                  <a:lnTo>
                    <a:pt x="36347" y="26822"/>
                  </a:lnTo>
                  <a:lnTo>
                    <a:pt x="36436" y="25107"/>
                  </a:lnTo>
                  <a:lnTo>
                    <a:pt x="36283" y="24307"/>
                  </a:lnTo>
                  <a:lnTo>
                    <a:pt x="36957" y="24549"/>
                  </a:lnTo>
                  <a:lnTo>
                    <a:pt x="39903" y="24739"/>
                  </a:lnTo>
                  <a:lnTo>
                    <a:pt x="41122" y="24447"/>
                  </a:lnTo>
                  <a:lnTo>
                    <a:pt x="41160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0" name="object 1540" descr=""/>
            <p:cNvSpPr/>
            <p:nvPr/>
          </p:nvSpPr>
          <p:spPr>
            <a:xfrm>
              <a:off x="5327034" y="825537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1" name="object 1541" descr=""/>
            <p:cNvSpPr/>
            <p:nvPr/>
          </p:nvSpPr>
          <p:spPr>
            <a:xfrm>
              <a:off x="5329212" y="8258117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55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51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60"/>
                  </a:lnTo>
                  <a:lnTo>
                    <a:pt x="4457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34"/>
                  </a:moveTo>
                  <a:lnTo>
                    <a:pt x="24701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59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09"/>
                  </a:lnTo>
                  <a:lnTo>
                    <a:pt x="20980" y="11137"/>
                  </a:lnTo>
                  <a:lnTo>
                    <a:pt x="21069" y="9410"/>
                  </a:lnTo>
                  <a:lnTo>
                    <a:pt x="21145" y="7696"/>
                  </a:lnTo>
                  <a:lnTo>
                    <a:pt x="21005" y="6908"/>
                  </a:lnTo>
                  <a:lnTo>
                    <a:pt x="21666" y="7150"/>
                  </a:lnTo>
                  <a:lnTo>
                    <a:pt x="24625" y="7327"/>
                  </a:lnTo>
                  <a:lnTo>
                    <a:pt x="25844" y="7035"/>
                  </a:lnTo>
                  <a:lnTo>
                    <a:pt x="25882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83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87" y="40081"/>
                  </a:lnTo>
                  <a:lnTo>
                    <a:pt x="15468" y="40373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45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33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31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71" y="28549"/>
                  </a:lnTo>
                  <a:lnTo>
                    <a:pt x="36360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39"/>
                  </a:lnTo>
                  <a:lnTo>
                    <a:pt x="41122" y="24447"/>
                  </a:lnTo>
                  <a:lnTo>
                    <a:pt x="41160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2" name="object 1542" descr=""/>
            <p:cNvSpPr/>
            <p:nvPr/>
          </p:nvSpPr>
          <p:spPr>
            <a:xfrm>
              <a:off x="5279911" y="825537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3" name="object 1543" descr=""/>
            <p:cNvSpPr/>
            <p:nvPr/>
          </p:nvSpPr>
          <p:spPr>
            <a:xfrm>
              <a:off x="5282095" y="8258117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55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53"/>
                  </a:lnTo>
                  <a:lnTo>
                    <a:pt x="4927" y="19037"/>
                  </a:lnTo>
                  <a:lnTo>
                    <a:pt x="4838" y="20751"/>
                  </a:lnTo>
                  <a:lnTo>
                    <a:pt x="4762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60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34"/>
                  </a:moveTo>
                  <a:lnTo>
                    <a:pt x="24688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42" y="5359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792" y="6908"/>
                  </a:lnTo>
                  <a:lnTo>
                    <a:pt x="19265" y="6997"/>
                  </a:lnTo>
                  <a:lnTo>
                    <a:pt x="19951" y="6832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24" y="12458"/>
                  </a:lnTo>
                  <a:lnTo>
                    <a:pt x="20599" y="12509"/>
                  </a:lnTo>
                  <a:lnTo>
                    <a:pt x="20980" y="11137"/>
                  </a:lnTo>
                  <a:lnTo>
                    <a:pt x="21056" y="9410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27"/>
                  </a:lnTo>
                  <a:lnTo>
                    <a:pt x="25831" y="7035"/>
                  </a:lnTo>
                  <a:lnTo>
                    <a:pt x="25869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83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07" y="40538"/>
                  </a:lnTo>
                  <a:lnTo>
                    <a:pt x="19634" y="40271"/>
                  </a:lnTo>
                  <a:lnTo>
                    <a:pt x="16675" y="40081"/>
                  </a:lnTo>
                  <a:lnTo>
                    <a:pt x="15468" y="40373"/>
                  </a:lnTo>
                  <a:lnTo>
                    <a:pt x="15417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37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45" y="42049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45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58" y="28549"/>
                  </a:lnTo>
                  <a:lnTo>
                    <a:pt x="36347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39"/>
                  </a:lnTo>
                  <a:lnTo>
                    <a:pt x="41122" y="24447"/>
                  </a:lnTo>
                  <a:lnTo>
                    <a:pt x="41160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4" name="object 1544" descr=""/>
            <p:cNvSpPr/>
            <p:nvPr/>
          </p:nvSpPr>
          <p:spPr>
            <a:xfrm>
              <a:off x="5372833" y="8255371"/>
              <a:ext cx="29845" cy="53975"/>
            </a:xfrm>
            <a:custGeom>
              <a:avLst/>
              <a:gdLst/>
              <a:ahLst/>
              <a:cxnLst/>
              <a:rect l="l" t="t" r="r" b="b"/>
              <a:pathLst>
                <a:path w="29845" h="53975">
                  <a:moveTo>
                    <a:pt x="0" y="26711"/>
                  </a:moveTo>
                  <a:lnTo>
                    <a:pt x="22899" y="53422"/>
                  </a:lnTo>
                  <a:lnTo>
                    <a:pt x="29745" y="45437"/>
                  </a:lnTo>
                </a:path>
                <a:path w="29845" h="53975">
                  <a:moveTo>
                    <a:pt x="29745" y="7985"/>
                  </a:moveTo>
                  <a:lnTo>
                    <a:pt x="22899" y="0"/>
                  </a:lnTo>
                  <a:lnTo>
                    <a:pt x="0" y="26711"/>
                  </a:lnTo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5" name="object 1545" descr=""/>
            <p:cNvSpPr/>
            <p:nvPr/>
          </p:nvSpPr>
          <p:spPr>
            <a:xfrm>
              <a:off x="5375008" y="8258117"/>
              <a:ext cx="26670" cy="47625"/>
            </a:xfrm>
            <a:custGeom>
              <a:avLst/>
              <a:gdLst/>
              <a:ahLst/>
              <a:cxnLst/>
              <a:rect l="l" t="t" r="r" b="b"/>
              <a:pathLst>
                <a:path w="26670" h="47625">
                  <a:moveTo>
                    <a:pt x="10744" y="23799"/>
                  </a:moveTo>
                  <a:lnTo>
                    <a:pt x="9563" y="23355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51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26"/>
                  </a:lnTo>
                  <a:lnTo>
                    <a:pt x="0" y="24028"/>
                  </a:lnTo>
                  <a:lnTo>
                    <a:pt x="1193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60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19" y="25361"/>
                  </a:lnTo>
                  <a:lnTo>
                    <a:pt x="5867" y="24574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26670" h="47625">
                  <a:moveTo>
                    <a:pt x="25882" y="6134"/>
                  </a:moveTo>
                  <a:lnTo>
                    <a:pt x="24701" y="5702"/>
                  </a:lnTo>
                  <a:lnTo>
                    <a:pt x="23228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02"/>
                  </a:lnTo>
                  <a:lnTo>
                    <a:pt x="21463" y="1460"/>
                  </a:lnTo>
                  <a:lnTo>
                    <a:pt x="21209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59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51" y="6375"/>
                  </a:lnTo>
                  <a:lnTo>
                    <a:pt x="16332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09"/>
                  </a:lnTo>
                  <a:lnTo>
                    <a:pt x="20993" y="11137"/>
                  </a:lnTo>
                  <a:lnTo>
                    <a:pt x="21069" y="9410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78" y="7150"/>
                  </a:lnTo>
                  <a:lnTo>
                    <a:pt x="24625" y="7327"/>
                  </a:lnTo>
                  <a:lnTo>
                    <a:pt x="25844" y="7035"/>
                  </a:lnTo>
                  <a:lnTo>
                    <a:pt x="25882" y="6134"/>
                  </a:lnTo>
                  <a:close/>
                </a:path>
                <a:path w="26670" h="47625">
                  <a:moveTo>
                    <a:pt x="26174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83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20" y="40538"/>
                  </a:lnTo>
                  <a:lnTo>
                    <a:pt x="19646" y="40271"/>
                  </a:lnTo>
                  <a:lnTo>
                    <a:pt x="16687" y="40081"/>
                  </a:lnTo>
                  <a:lnTo>
                    <a:pt x="15468" y="40373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97" y="41808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17" y="42240"/>
                  </a:lnTo>
                  <a:lnTo>
                    <a:pt x="26123" y="41948"/>
                  </a:lnTo>
                  <a:lnTo>
                    <a:pt x="26174" y="41046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6" name="object 1546" descr=""/>
            <p:cNvSpPr/>
            <p:nvPr/>
          </p:nvSpPr>
          <p:spPr>
            <a:xfrm>
              <a:off x="5303158" y="8219848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7" name="object 1547" descr=""/>
            <p:cNvSpPr/>
            <p:nvPr/>
          </p:nvSpPr>
          <p:spPr>
            <a:xfrm>
              <a:off x="5305336" y="8222595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55"/>
                  </a:lnTo>
                  <a:lnTo>
                    <a:pt x="8077" y="23266"/>
                  </a:lnTo>
                  <a:lnTo>
                    <a:pt x="6604" y="23164"/>
                  </a:lnTo>
                  <a:lnTo>
                    <a:pt x="5956" y="23329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03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51"/>
                  </a:lnTo>
                  <a:lnTo>
                    <a:pt x="4762" y="22466"/>
                  </a:lnTo>
                  <a:lnTo>
                    <a:pt x="4889" y="23279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67" y="24561"/>
                  </a:lnTo>
                  <a:lnTo>
                    <a:pt x="4140" y="24650"/>
                  </a:lnTo>
                  <a:lnTo>
                    <a:pt x="4813" y="24498"/>
                  </a:lnTo>
                  <a:lnTo>
                    <a:pt x="4610" y="25260"/>
                  </a:lnTo>
                  <a:lnTo>
                    <a:pt x="4457" y="28702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61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34"/>
                  </a:moveTo>
                  <a:lnTo>
                    <a:pt x="24701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71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59"/>
                  </a:lnTo>
                  <a:lnTo>
                    <a:pt x="16395" y="5168"/>
                  </a:lnTo>
                  <a:lnTo>
                    <a:pt x="15189" y="5473"/>
                  </a:lnTo>
                  <a:lnTo>
                    <a:pt x="15138" y="6362"/>
                  </a:lnTo>
                  <a:lnTo>
                    <a:pt x="16332" y="6807"/>
                  </a:lnTo>
                  <a:lnTo>
                    <a:pt x="17805" y="6896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09"/>
                  </a:lnTo>
                  <a:lnTo>
                    <a:pt x="20980" y="11125"/>
                  </a:lnTo>
                  <a:lnTo>
                    <a:pt x="21069" y="9410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66" y="7137"/>
                  </a:lnTo>
                  <a:lnTo>
                    <a:pt x="24625" y="7327"/>
                  </a:lnTo>
                  <a:lnTo>
                    <a:pt x="25844" y="7035"/>
                  </a:lnTo>
                  <a:lnTo>
                    <a:pt x="25882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01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899"/>
                  </a:lnTo>
                  <a:lnTo>
                    <a:pt x="20358" y="36283"/>
                  </a:lnTo>
                  <a:lnTo>
                    <a:pt x="20269" y="37998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34" y="40271"/>
                  </a:lnTo>
                  <a:lnTo>
                    <a:pt x="16687" y="40081"/>
                  </a:lnTo>
                  <a:lnTo>
                    <a:pt x="15468" y="40373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06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45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33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83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31" y="23037"/>
                  </a:lnTo>
                  <a:lnTo>
                    <a:pt x="34632" y="22771"/>
                  </a:lnTo>
                  <a:lnTo>
                    <a:pt x="31686" y="22580"/>
                  </a:lnTo>
                  <a:lnTo>
                    <a:pt x="30467" y="22885"/>
                  </a:lnTo>
                  <a:lnTo>
                    <a:pt x="30429" y="23774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71" y="28536"/>
                  </a:lnTo>
                  <a:lnTo>
                    <a:pt x="36360" y="26822"/>
                  </a:lnTo>
                  <a:lnTo>
                    <a:pt x="36436" y="25107"/>
                  </a:lnTo>
                  <a:lnTo>
                    <a:pt x="36283" y="24307"/>
                  </a:lnTo>
                  <a:lnTo>
                    <a:pt x="36957" y="24549"/>
                  </a:lnTo>
                  <a:lnTo>
                    <a:pt x="39916" y="24739"/>
                  </a:lnTo>
                  <a:lnTo>
                    <a:pt x="41122" y="24447"/>
                  </a:lnTo>
                  <a:lnTo>
                    <a:pt x="41160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8" name="object 1548" descr=""/>
            <p:cNvSpPr/>
            <p:nvPr/>
          </p:nvSpPr>
          <p:spPr>
            <a:xfrm>
              <a:off x="5256640" y="8219848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9" name="object 1549" descr=""/>
            <p:cNvSpPr/>
            <p:nvPr/>
          </p:nvSpPr>
          <p:spPr>
            <a:xfrm>
              <a:off x="5258816" y="8222595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55"/>
                  </a:lnTo>
                  <a:lnTo>
                    <a:pt x="8089" y="23266"/>
                  </a:lnTo>
                  <a:lnTo>
                    <a:pt x="6604" y="23164"/>
                  </a:lnTo>
                  <a:lnTo>
                    <a:pt x="5956" y="23329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03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51"/>
                  </a:lnTo>
                  <a:lnTo>
                    <a:pt x="4762" y="22466"/>
                  </a:lnTo>
                  <a:lnTo>
                    <a:pt x="4889" y="23279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26"/>
                  </a:lnTo>
                  <a:lnTo>
                    <a:pt x="0" y="24028"/>
                  </a:lnTo>
                  <a:lnTo>
                    <a:pt x="1193" y="24472"/>
                  </a:lnTo>
                  <a:lnTo>
                    <a:pt x="2667" y="24561"/>
                  </a:lnTo>
                  <a:lnTo>
                    <a:pt x="4140" y="24650"/>
                  </a:lnTo>
                  <a:lnTo>
                    <a:pt x="4813" y="24498"/>
                  </a:lnTo>
                  <a:lnTo>
                    <a:pt x="4610" y="25260"/>
                  </a:lnTo>
                  <a:lnTo>
                    <a:pt x="4457" y="28702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19" y="25361"/>
                  </a:lnTo>
                  <a:lnTo>
                    <a:pt x="5867" y="24561"/>
                  </a:lnTo>
                  <a:lnTo>
                    <a:pt x="6540" y="24803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34"/>
                  </a:moveTo>
                  <a:lnTo>
                    <a:pt x="24701" y="5702"/>
                  </a:lnTo>
                  <a:lnTo>
                    <a:pt x="23228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78" y="1371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59"/>
                  </a:lnTo>
                  <a:lnTo>
                    <a:pt x="16408" y="5168"/>
                  </a:lnTo>
                  <a:lnTo>
                    <a:pt x="15189" y="5473"/>
                  </a:lnTo>
                  <a:lnTo>
                    <a:pt x="15151" y="6362"/>
                  </a:lnTo>
                  <a:lnTo>
                    <a:pt x="16332" y="6807"/>
                  </a:lnTo>
                  <a:lnTo>
                    <a:pt x="17805" y="6896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09"/>
                  </a:lnTo>
                  <a:lnTo>
                    <a:pt x="20993" y="11125"/>
                  </a:lnTo>
                  <a:lnTo>
                    <a:pt x="21069" y="9410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78" y="7137"/>
                  </a:lnTo>
                  <a:lnTo>
                    <a:pt x="24625" y="7327"/>
                  </a:lnTo>
                  <a:lnTo>
                    <a:pt x="25844" y="7035"/>
                  </a:lnTo>
                  <a:lnTo>
                    <a:pt x="25882" y="6134"/>
                  </a:lnTo>
                  <a:close/>
                </a:path>
                <a:path w="41275" h="47625">
                  <a:moveTo>
                    <a:pt x="26174" y="41046"/>
                  </a:moveTo>
                  <a:lnTo>
                    <a:pt x="24980" y="40601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899"/>
                  </a:lnTo>
                  <a:lnTo>
                    <a:pt x="20358" y="36283"/>
                  </a:lnTo>
                  <a:lnTo>
                    <a:pt x="20281" y="37998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46" y="40271"/>
                  </a:lnTo>
                  <a:lnTo>
                    <a:pt x="16687" y="40081"/>
                  </a:lnTo>
                  <a:lnTo>
                    <a:pt x="15468" y="40373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97" y="41808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06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17" y="42240"/>
                  </a:lnTo>
                  <a:lnTo>
                    <a:pt x="26123" y="41948"/>
                  </a:lnTo>
                  <a:lnTo>
                    <a:pt x="26174" y="41046"/>
                  </a:lnTo>
                  <a:close/>
                </a:path>
                <a:path w="41275" h="47625">
                  <a:moveTo>
                    <a:pt x="41173" y="23545"/>
                  </a:moveTo>
                  <a:lnTo>
                    <a:pt x="39992" y="23114"/>
                  </a:lnTo>
                  <a:lnTo>
                    <a:pt x="38506" y="23012"/>
                  </a:lnTo>
                  <a:lnTo>
                    <a:pt x="37033" y="22923"/>
                  </a:lnTo>
                  <a:lnTo>
                    <a:pt x="36385" y="23088"/>
                  </a:lnTo>
                  <a:lnTo>
                    <a:pt x="36601" y="22313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83"/>
                  </a:lnTo>
                  <a:lnTo>
                    <a:pt x="35280" y="20510"/>
                  </a:lnTo>
                  <a:lnTo>
                    <a:pt x="35191" y="22225"/>
                  </a:lnTo>
                  <a:lnTo>
                    <a:pt x="35331" y="23037"/>
                  </a:lnTo>
                  <a:lnTo>
                    <a:pt x="34645" y="22771"/>
                  </a:lnTo>
                  <a:lnTo>
                    <a:pt x="31686" y="22580"/>
                  </a:lnTo>
                  <a:lnTo>
                    <a:pt x="30480" y="22885"/>
                  </a:lnTo>
                  <a:lnTo>
                    <a:pt x="30429" y="23774"/>
                  </a:lnTo>
                  <a:lnTo>
                    <a:pt x="31610" y="24218"/>
                  </a:lnTo>
                  <a:lnTo>
                    <a:pt x="33096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86" y="28460"/>
                  </a:lnTo>
                  <a:lnTo>
                    <a:pt x="35128" y="29870"/>
                  </a:lnTo>
                  <a:lnTo>
                    <a:pt x="35902" y="29921"/>
                  </a:lnTo>
                  <a:lnTo>
                    <a:pt x="36271" y="28536"/>
                  </a:lnTo>
                  <a:lnTo>
                    <a:pt x="36360" y="26822"/>
                  </a:lnTo>
                  <a:lnTo>
                    <a:pt x="36436" y="25107"/>
                  </a:lnTo>
                  <a:lnTo>
                    <a:pt x="36296" y="24320"/>
                  </a:lnTo>
                  <a:lnTo>
                    <a:pt x="36957" y="24549"/>
                  </a:lnTo>
                  <a:lnTo>
                    <a:pt x="39916" y="24739"/>
                  </a:lnTo>
                  <a:lnTo>
                    <a:pt x="41122" y="24447"/>
                  </a:lnTo>
                  <a:lnTo>
                    <a:pt x="41173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0" name="object 1550" descr=""/>
            <p:cNvSpPr/>
            <p:nvPr/>
          </p:nvSpPr>
          <p:spPr>
            <a:xfrm>
              <a:off x="5349674" y="814677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1" name="object 1551" descr=""/>
            <p:cNvSpPr/>
            <p:nvPr/>
          </p:nvSpPr>
          <p:spPr>
            <a:xfrm>
              <a:off x="5351856" y="8149520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55"/>
                  </a:lnTo>
                  <a:lnTo>
                    <a:pt x="8077" y="23266"/>
                  </a:lnTo>
                  <a:lnTo>
                    <a:pt x="6604" y="23164"/>
                  </a:lnTo>
                  <a:lnTo>
                    <a:pt x="5956" y="23329"/>
                  </a:lnTo>
                  <a:lnTo>
                    <a:pt x="6159" y="22567"/>
                  </a:lnTo>
                  <a:lnTo>
                    <a:pt x="6324" y="19126"/>
                  </a:lnTo>
                  <a:lnTo>
                    <a:pt x="6083" y="17703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38" y="20751"/>
                  </a:lnTo>
                  <a:lnTo>
                    <a:pt x="4762" y="22466"/>
                  </a:lnTo>
                  <a:lnTo>
                    <a:pt x="4902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40" y="24650"/>
                  </a:lnTo>
                  <a:lnTo>
                    <a:pt x="4813" y="24498"/>
                  </a:lnTo>
                  <a:lnTo>
                    <a:pt x="4610" y="25260"/>
                  </a:lnTo>
                  <a:lnTo>
                    <a:pt x="4445" y="28702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82" y="6134"/>
                  </a:moveTo>
                  <a:lnTo>
                    <a:pt x="24688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71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59"/>
                  </a:lnTo>
                  <a:lnTo>
                    <a:pt x="16395" y="5168"/>
                  </a:lnTo>
                  <a:lnTo>
                    <a:pt x="15176" y="5461"/>
                  </a:lnTo>
                  <a:lnTo>
                    <a:pt x="15138" y="6362"/>
                  </a:lnTo>
                  <a:lnTo>
                    <a:pt x="16319" y="6807"/>
                  </a:lnTo>
                  <a:lnTo>
                    <a:pt x="17805" y="6896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37" y="12458"/>
                  </a:lnTo>
                  <a:lnTo>
                    <a:pt x="20599" y="12509"/>
                  </a:lnTo>
                  <a:lnTo>
                    <a:pt x="20980" y="11125"/>
                  </a:lnTo>
                  <a:lnTo>
                    <a:pt x="21069" y="9410"/>
                  </a:lnTo>
                  <a:lnTo>
                    <a:pt x="21145" y="7696"/>
                  </a:lnTo>
                  <a:lnTo>
                    <a:pt x="20993" y="6896"/>
                  </a:lnTo>
                  <a:lnTo>
                    <a:pt x="21666" y="7137"/>
                  </a:lnTo>
                  <a:lnTo>
                    <a:pt x="24625" y="7327"/>
                  </a:lnTo>
                  <a:lnTo>
                    <a:pt x="25831" y="7035"/>
                  </a:lnTo>
                  <a:lnTo>
                    <a:pt x="25882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01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50"/>
                  </a:lnTo>
                  <a:lnTo>
                    <a:pt x="20726" y="34899"/>
                  </a:lnTo>
                  <a:lnTo>
                    <a:pt x="20358" y="36283"/>
                  </a:lnTo>
                  <a:lnTo>
                    <a:pt x="20269" y="37998"/>
                  </a:lnTo>
                  <a:lnTo>
                    <a:pt x="20180" y="39725"/>
                  </a:lnTo>
                  <a:lnTo>
                    <a:pt x="20307" y="40538"/>
                  </a:lnTo>
                  <a:lnTo>
                    <a:pt x="19634" y="40271"/>
                  </a:lnTo>
                  <a:lnTo>
                    <a:pt x="16687" y="40081"/>
                  </a:lnTo>
                  <a:lnTo>
                    <a:pt x="15468" y="40373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06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45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33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41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83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18" y="23037"/>
                  </a:lnTo>
                  <a:lnTo>
                    <a:pt x="34632" y="22771"/>
                  </a:lnTo>
                  <a:lnTo>
                    <a:pt x="31686" y="22580"/>
                  </a:lnTo>
                  <a:lnTo>
                    <a:pt x="30467" y="22885"/>
                  </a:lnTo>
                  <a:lnTo>
                    <a:pt x="30429" y="23774"/>
                  </a:lnTo>
                  <a:lnTo>
                    <a:pt x="31610" y="24218"/>
                  </a:lnTo>
                  <a:lnTo>
                    <a:pt x="33083" y="24307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28" y="29870"/>
                  </a:lnTo>
                  <a:lnTo>
                    <a:pt x="35890" y="29921"/>
                  </a:lnTo>
                  <a:lnTo>
                    <a:pt x="36271" y="28536"/>
                  </a:lnTo>
                  <a:lnTo>
                    <a:pt x="36347" y="26822"/>
                  </a:lnTo>
                  <a:lnTo>
                    <a:pt x="36436" y="25107"/>
                  </a:lnTo>
                  <a:lnTo>
                    <a:pt x="36283" y="24307"/>
                  </a:lnTo>
                  <a:lnTo>
                    <a:pt x="36957" y="24549"/>
                  </a:lnTo>
                  <a:lnTo>
                    <a:pt x="39903" y="24739"/>
                  </a:lnTo>
                  <a:lnTo>
                    <a:pt x="41122" y="24447"/>
                  </a:lnTo>
                  <a:lnTo>
                    <a:pt x="41160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2" name="object 1552" descr=""/>
            <p:cNvSpPr/>
            <p:nvPr/>
          </p:nvSpPr>
          <p:spPr>
            <a:xfrm>
              <a:off x="5327034" y="818229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3" name="object 1553" descr=""/>
            <p:cNvSpPr/>
            <p:nvPr/>
          </p:nvSpPr>
          <p:spPr>
            <a:xfrm>
              <a:off x="5329212" y="8185041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55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51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60"/>
                  </a:lnTo>
                  <a:lnTo>
                    <a:pt x="4457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34"/>
                  </a:moveTo>
                  <a:lnTo>
                    <a:pt x="24701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59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09"/>
                  </a:lnTo>
                  <a:lnTo>
                    <a:pt x="20980" y="11137"/>
                  </a:lnTo>
                  <a:lnTo>
                    <a:pt x="21069" y="9410"/>
                  </a:lnTo>
                  <a:lnTo>
                    <a:pt x="21145" y="7696"/>
                  </a:lnTo>
                  <a:lnTo>
                    <a:pt x="21005" y="6908"/>
                  </a:lnTo>
                  <a:lnTo>
                    <a:pt x="21666" y="7150"/>
                  </a:lnTo>
                  <a:lnTo>
                    <a:pt x="24625" y="7327"/>
                  </a:lnTo>
                  <a:lnTo>
                    <a:pt x="25844" y="7035"/>
                  </a:lnTo>
                  <a:lnTo>
                    <a:pt x="25882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83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34" y="40271"/>
                  </a:lnTo>
                  <a:lnTo>
                    <a:pt x="16687" y="40081"/>
                  </a:lnTo>
                  <a:lnTo>
                    <a:pt x="15468" y="40373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43" y="41744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45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33" y="22923"/>
                  </a:lnTo>
                  <a:lnTo>
                    <a:pt x="36385" y="23088"/>
                  </a:lnTo>
                  <a:lnTo>
                    <a:pt x="36588" y="22326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31" y="23037"/>
                  </a:lnTo>
                  <a:lnTo>
                    <a:pt x="34632" y="22771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71" y="28549"/>
                  </a:lnTo>
                  <a:lnTo>
                    <a:pt x="36360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39"/>
                  </a:lnTo>
                  <a:lnTo>
                    <a:pt x="41122" y="24447"/>
                  </a:lnTo>
                  <a:lnTo>
                    <a:pt x="41160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4" name="object 1554" descr=""/>
            <p:cNvSpPr/>
            <p:nvPr/>
          </p:nvSpPr>
          <p:spPr>
            <a:xfrm>
              <a:off x="5279911" y="818229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5" name="object 1555" descr=""/>
            <p:cNvSpPr/>
            <p:nvPr/>
          </p:nvSpPr>
          <p:spPr>
            <a:xfrm>
              <a:off x="5282095" y="8185041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55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53"/>
                  </a:lnTo>
                  <a:lnTo>
                    <a:pt x="4927" y="19037"/>
                  </a:lnTo>
                  <a:lnTo>
                    <a:pt x="4838" y="20751"/>
                  </a:lnTo>
                  <a:lnTo>
                    <a:pt x="4762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60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34"/>
                  </a:moveTo>
                  <a:lnTo>
                    <a:pt x="24688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42" y="5359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792" y="6908"/>
                  </a:lnTo>
                  <a:lnTo>
                    <a:pt x="19265" y="6997"/>
                  </a:lnTo>
                  <a:lnTo>
                    <a:pt x="19951" y="6832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24" y="12458"/>
                  </a:lnTo>
                  <a:lnTo>
                    <a:pt x="20599" y="12509"/>
                  </a:lnTo>
                  <a:lnTo>
                    <a:pt x="20980" y="11137"/>
                  </a:lnTo>
                  <a:lnTo>
                    <a:pt x="21056" y="9410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27"/>
                  </a:lnTo>
                  <a:lnTo>
                    <a:pt x="25831" y="7035"/>
                  </a:lnTo>
                  <a:lnTo>
                    <a:pt x="25869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83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75" y="40081"/>
                  </a:lnTo>
                  <a:lnTo>
                    <a:pt x="15468" y="40373"/>
                  </a:lnTo>
                  <a:lnTo>
                    <a:pt x="15417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37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45" y="42049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45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71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58" y="28549"/>
                  </a:lnTo>
                  <a:lnTo>
                    <a:pt x="36347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39"/>
                  </a:lnTo>
                  <a:lnTo>
                    <a:pt x="41122" y="24447"/>
                  </a:lnTo>
                  <a:lnTo>
                    <a:pt x="41160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6" name="object 1556" descr=""/>
            <p:cNvSpPr/>
            <p:nvPr/>
          </p:nvSpPr>
          <p:spPr>
            <a:xfrm>
              <a:off x="5372833" y="8182296"/>
              <a:ext cx="29845" cy="53975"/>
            </a:xfrm>
            <a:custGeom>
              <a:avLst/>
              <a:gdLst/>
              <a:ahLst/>
              <a:cxnLst/>
              <a:rect l="l" t="t" r="r" b="b"/>
              <a:pathLst>
                <a:path w="29845" h="53975">
                  <a:moveTo>
                    <a:pt x="0" y="26711"/>
                  </a:moveTo>
                  <a:lnTo>
                    <a:pt x="22899" y="53422"/>
                  </a:lnTo>
                  <a:lnTo>
                    <a:pt x="29745" y="45437"/>
                  </a:lnTo>
                </a:path>
                <a:path w="29845" h="53975">
                  <a:moveTo>
                    <a:pt x="29745" y="7985"/>
                  </a:moveTo>
                  <a:lnTo>
                    <a:pt x="22899" y="0"/>
                  </a:lnTo>
                  <a:lnTo>
                    <a:pt x="0" y="26711"/>
                  </a:lnTo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7" name="object 1557" descr=""/>
            <p:cNvSpPr/>
            <p:nvPr/>
          </p:nvSpPr>
          <p:spPr>
            <a:xfrm>
              <a:off x="5375008" y="8185041"/>
              <a:ext cx="26670" cy="47625"/>
            </a:xfrm>
            <a:custGeom>
              <a:avLst/>
              <a:gdLst/>
              <a:ahLst/>
              <a:cxnLst/>
              <a:rect l="l" t="t" r="r" b="b"/>
              <a:pathLst>
                <a:path w="26670" h="47625">
                  <a:moveTo>
                    <a:pt x="10744" y="23799"/>
                  </a:moveTo>
                  <a:lnTo>
                    <a:pt x="9563" y="23355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51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26"/>
                  </a:lnTo>
                  <a:lnTo>
                    <a:pt x="0" y="24028"/>
                  </a:lnTo>
                  <a:lnTo>
                    <a:pt x="1193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60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19" y="25361"/>
                  </a:lnTo>
                  <a:lnTo>
                    <a:pt x="5867" y="24574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26670" h="47625">
                  <a:moveTo>
                    <a:pt x="25882" y="6134"/>
                  </a:moveTo>
                  <a:lnTo>
                    <a:pt x="24701" y="5702"/>
                  </a:lnTo>
                  <a:lnTo>
                    <a:pt x="23228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02"/>
                  </a:lnTo>
                  <a:lnTo>
                    <a:pt x="21463" y="1460"/>
                  </a:lnTo>
                  <a:lnTo>
                    <a:pt x="21209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59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51" y="6375"/>
                  </a:lnTo>
                  <a:lnTo>
                    <a:pt x="16332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09"/>
                  </a:lnTo>
                  <a:lnTo>
                    <a:pt x="20993" y="11137"/>
                  </a:lnTo>
                  <a:lnTo>
                    <a:pt x="21069" y="9410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78" y="7150"/>
                  </a:lnTo>
                  <a:lnTo>
                    <a:pt x="24625" y="7327"/>
                  </a:lnTo>
                  <a:lnTo>
                    <a:pt x="25844" y="7035"/>
                  </a:lnTo>
                  <a:lnTo>
                    <a:pt x="25882" y="6134"/>
                  </a:lnTo>
                  <a:close/>
                </a:path>
                <a:path w="26670" h="47625">
                  <a:moveTo>
                    <a:pt x="26174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83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46" y="40271"/>
                  </a:lnTo>
                  <a:lnTo>
                    <a:pt x="16687" y="40081"/>
                  </a:lnTo>
                  <a:lnTo>
                    <a:pt x="15468" y="40373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97" y="41808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17" y="42240"/>
                  </a:lnTo>
                  <a:lnTo>
                    <a:pt x="26123" y="41948"/>
                  </a:lnTo>
                  <a:lnTo>
                    <a:pt x="26174" y="41046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8" name="object 1558" descr=""/>
            <p:cNvSpPr/>
            <p:nvPr/>
          </p:nvSpPr>
          <p:spPr>
            <a:xfrm>
              <a:off x="5303158" y="814677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9" name="object 1559" descr=""/>
            <p:cNvSpPr/>
            <p:nvPr/>
          </p:nvSpPr>
          <p:spPr>
            <a:xfrm>
              <a:off x="5305336" y="8149520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55"/>
                  </a:lnTo>
                  <a:lnTo>
                    <a:pt x="8077" y="23266"/>
                  </a:lnTo>
                  <a:lnTo>
                    <a:pt x="6604" y="23164"/>
                  </a:lnTo>
                  <a:lnTo>
                    <a:pt x="5956" y="23329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03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51"/>
                  </a:lnTo>
                  <a:lnTo>
                    <a:pt x="4762" y="22466"/>
                  </a:lnTo>
                  <a:lnTo>
                    <a:pt x="4902" y="23279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67" y="24561"/>
                  </a:lnTo>
                  <a:lnTo>
                    <a:pt x="4140" y="24650"/>
                  </a:lnTo>
                  <a:lnTo>
                    <a:pt x="4813" y="24498"/>
                  </a:lnTo>
                  <a:lnTo>
                    <a:pt x="4610" y="25260"/>
                  </a:lnTo>
                  <a:lnTo>
                    <a:pt x="4457" y="28702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61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34"/>
                  </a:moveTo>
                  <a:lnTo>
                    <a:pt x="24701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71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59"/>
                  </a:lnTo>
                  <a:lnTo>
                    <a:pt x="16395" y="5168"/>
                  </a:lnTo>
                  <a:lnTo>
                    <a:pt x="15189" y="5461"/>
                  </a:lnTo>
                  <a:lnTo>
                    <a:pt x="15138" y="6362"/>
                  </a:lnTo>
                  <a:lnTo>
                    <a:pt x="16332" y="6807"/>
                  </a:lnTo>
                  <a:lnTo>
                    <a:pt x="17805" y="6896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09"/>
                  </a:lnTo>
                  <a:lnTo>
                    <a:pt x="20980" y="11125"/>
                  </a:lnTo>
                  <a:lnTo>
                    <a:pt x="21069" y="9410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66" y="7137"/>
                  </a:lnTo>
                  <a:lnTo>
                    <a:pt x="24625" y="7327"/>
                  </a:lnTo>
                  <a:lnTo>
                    <a:pt x="25844" y="7035"/>
                  </a:lnTo>
                  <a:lnTo>
                    <a:pt x="25882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01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50"/>
                  </a:lnTo>
                  <a:lnTo>
                    <a:pt x="20739" y="34899"/>
                  </a:lnTo>
                  <a:lnTo>
                    <a:pt x="20358" y="36283"/>
                  </a:lnTo>
                  <a:lnTo>
                    <a:pt x="20269" y="37998"/>
                  </a:lnTo>
                  <a:lnTo>
                    <a:pt x="20193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87" y="40081"/>
                  </a:lnTo>
                  <a:lnTo>
                    <a:pt x="15468" y="40373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06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45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33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83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31" y="23037"/>
                  </a:lnTo>
                  <a:lnTo>
                    <a:pt x="34632" y="22771"/>
                  </a:lnTo>
                  <a:lnTo>
                    <a:pt x="31686" y="22580"/>
                  </a:lnTo>
                  <a:lnTo>
                    <a:pt x="30467" y="22885"/>
                  </a:lnTo>
                  <a:lnTo>
                    <a:pt x="30429" y="23774"/>
                  </a:lnTo>
                  <a:lnTo>
                    <a:pt x="31610" y="24218"/>
                  </a:lnTo>
                  <a:lnTo>
                    <a:pt x="33083" y="24307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71" y="28536"/>
                  </a:lnTo>
                  <a:lnTo>
                    <a:pt x="36360" y="26822"/>
                  </a:lnTo>
                  <a:lnTo>
                    <a:pt x="36436" y="25107"/>
                  </a:lnTo>
                  <a:lnTo>
                    <a:pt x="36283" y="24307"/>
                  </a:lnTo>
                  <a:lnTo>
                    <a:pt x="36957" y="24549"/>
                  </a:lnTo>
                  <a:lnTo>
                    <a:pt x="39916" y="24739"/>
                  </a:lnTo>
                  <a:lnTo>
                    <a:pt x="41122" y="24447"/>
                  </a:lnTo>
                  <a:lnTo>
                    <a:pt x="41160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0" name="object 1560" descr=""/>
            <p:cNvSpPr/>
            <p:nvPr/>
          </p:nvSpPr>
          <p:spPr>
            <a:xfrm>
              <a:off x="5256640" y="814677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1" name="object 1561" descr=""/>
            <p:cNvSpPr/>
            <p:nvPr/>
          </p:nvSpPr>
          <p:spPr>
            <a:xfrm>
              <a:off x="5258816" y="8149520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55"/>
                  </a:lnTo>
                  <a:lnTo>
                    <a:pt x="8089" y="23266"/>
                  </a:lnTo>
                  <a:lnTo>
                    <a:pt x="6604" y="23164"/>
                  </a:lnTo>
                  <a:lnTo>
                    <a:pt x="5956" y="23329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03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51"/>
                  </a:lnTo>
                  <a:lnTo>
                    <a:pt x="4762" y="22466"/>
                  </a:lnTo>
                  <a:lnTo>
                    <a:pt x="4902" y="23279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26"/>
                  </a:lnTo>
                  <a:lnTo>
                    <a:pt x="0" y="24028"/>
                  </a:lnTo>
                  <a:lnTo>
                    <a:pt x="1193" y="24472"/>
                  </a:lnTo>
                  <a:lnTo>
                    <a:pt x="2667" y="24561"/>
                  </a:lnTo>
                  <a:lnTo>
                    <a:pt x="4140" y="24650"/>
                  </a:lnTo>
                  <a:lnTo>
                    <a:pt x="4813" y="24498"/>
                  </a:lnTo>
                  <a:lnTo>
                    <a:pt x="4610" y="25260"/>
                  </a:lnTo>
                  <a:lnTo>
                    <a:pt x="4457" y="28702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19" y="25361"/>
                  </a:lnTo>
                  <a:lnTo>
                    <a:pt x="5867" y="24561"/>
                  </a:lnTo>
                  <a:lnTo>
                    <a:pt x="6540" y="24803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34"/>
                  </a:moveTo>
                  <a:lnTo>
                    <a:pt x="24701" y="5702"/>
                  </a:lnTo>
                  <a:lnTo>
                    <a:pt x="23228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78" y="1371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59"/>
                  </a:lnTo>
                  <a:lnTo>
                    <a:pt x="16408" y="5168"/>
                  </a:lnTo>
                  <a:lnTo>
                    <a:pt x="15189" y="5461"/>
                  </a:lnTo>
                  <a:lnTo>
                    <a:pt x="15151" y="6362"/>
                  </a:lnTo>
                  <a:lnTo>
                    <a:pt x="16332" y="6807"/>
                  </a:lnTo>
                  <a:lnTo>
                    <a:pt x="17805" y="6896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09"/>
                  </a:lnTo>
                  <a:lnTo>
                    <a:pt x="20993" y="11125"/>
                  </a:lnTo>
                  <a:lnTo>
                    <a:pt x="21069" y="9410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78" y="7137"/>
                  </a:lnTo>
                  <a:lnTo>
                    <a:pt x="24625" y="7327"/>
                  </a:lnTo>
                  <a:lnTo>
                    <a:pt x="25844" y="7035"/>
                  </a:lnTo>
                  <a:lnTo>
                    <a:pt x="25882" y="6134"/>
                  </a:lnTo>
                  <a:close/>
                </a:path>
                <a:path w="41275" h="47625">
                  <a:moveTo>
                    <a:pt x="26174" y="41046"/>
                  </a:moveTo>
                  <a:lnTo>
                    <a:pt x="24980" y="40601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50"/>
                  </a:lnTo>
                  <a:lnTo>
                    <a:pt x="20739" y="34899"/>
                  </a:lnTo>
                  <a:lnTo>
                    <a:pt x="20358" y="36283"/>
                  </a:lnTo>
                  <a:lnTo>
                    <a:pt x="20281" y="37998"/>
                  </a:lnTo>
                  <a:lnTo>
                    <a:pt x="20193" y="39725"/>
                  </a:lnTo>
                  <a:lnTo>
                    <a:pt x="20320" y="40538"/>
                  </a:lnTo>
                  <a:lnTo>
                    <a:pt x="19646" y="40271"/>
                  </a:lnTo>
                  <a:lnTo>
                    <a:pt x="16687" y="40081"/>
                  </a:lnTo>
                  <a:lnTo>
                    <a:pt x="15468" y="40373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97" y="41808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06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17" y="42240"/>
                  </a:lnTo>
                  <a:lnTo>
                    <a:pt x="26123" y="41948"/>
                  </a:lnTo>
                  <a:lnTo>
                    <a:pt x="26174" y="41046"/>
                  </a:lnTo>
                  <a:close/>
                </a:path>
                <a:path w="41275" h="47625">
                  <a:moveTo>
                    <a:pt x="41173" y="23545"/>
                  </a:moveTo>
                  <a:lnTo>
                    <a:pt x="39992" y="23114"/>
                  </a:lnTo>
                  <a:lnTo>
                    <a:pt x="38506" y="23012"/>
                  </a:lnTo>
                  <a:lnTo>
                    <a:pt x="37033" y="22923"/>
                  </a:lnTo>
                  <a:lnTo>
                    <a:pt x="36385" y="23088"/>
                  </a:lnTo>
                  <a:lnTo>
                    <a:pt x="36601" y="22313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83"/>
                  </a:lnTo>
                  <a:lnTo>
                    <a:pt x="35280" y="20510"/>
                  </a:lnTo>
                  <a:lnTo>
                    <a:pt x="35191" y="22225"/>
                  </a:lnTo>
                  <a:lnTo>
                    <a:pt x="35331" y="23037"/>
                  </a:lnTo>
                  <a:lnTo>
                    <a:pt x="34645" y="22771"/>
                  </a:lnTo>
                  <a:lnTo>
                    <a:pt x="31686" y="22580"/>
                  </a:lnTo>
                  <a:lnTo>
                    <a:pt x="30480" y="22885"/>
                  </a:lnTo>
                  <a:lnTo>
                    <a:pt x="30429" y="23774"/>
                  </a:lnTo>
                  <a:lnTo>
                    <a:pt x="31610" y="24218"/>
                  </a:lnTo>
                  <a:lnTo>
                    <a:pt x="33096" y="24307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86" y="28460"/>
                  </a:lnTo>
                  <a:lnTo>
                    <a:pt x="35128" y="29870"/>
                  </a:lnTo>
                  <a:lnTo>
                    <a:pt x="35902" y="29921"/>
                  </a:lnTo>
                  <a:lnTo>
                    <a:pt x="36271" y="28536"/>
                  </a:lnTo>
                  <a:lnTo>
                    <a:pt x="36360" y="26822"/>
                  </a:lnTo>
                  <a:lnTo>
                    <a:pt x="36436" y="25107"/>
                  </a:lnTo>
                  <a:lnTo>
                    <a:pt x="36296" y="24320"/>
                  </a:lnTo>
                  <a:lnTo>
                    <a:pt x="36957" y="24549"/>
                  </a:lnTo>
                  <a:lnTo>
                    <a:pt x="39916" y="24739"/>
                  </a:lnTo>
                  <a:lnTo>
                    <a:pt x="41122" y="24447"/>
                  </a:lnTo>
                  <a:lnTo>
                    <a:pt x="41173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2" name="object 1562" descr=""/>
            <p:cNvSpPr/>
            <p:nvPr/>
          </p:nvSpPr>
          <p:spPr>
            <a:xfrm>
              <a:off x="5206081" y="8219848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3" name="object 1563" descr=""/>
            <p:cNvSpPr/>
            <p:nvPr/>
          </p:nvSpPr>
          <p:spPr>
            <a:xfrm>
              <a:off x="5208257" y="8222595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55"/>
                  </a:lnTo>
                  <a:lnTo>
                    <a:pt x="8077" y="23266"/>
                  </a:lnTo>
                  <a:lnTo>
                    <a:pt x="6604" y="23164"/>
                  </a:lnTo>
                  <a:lnTo>
                    <a:pt x="5956" y="23329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03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51"/>
                  </a:lnTo>
                  <a:lnTo>
                    <a:pt x="4762" y="22466"/>
                  </a:lnTo>
                  <a:lnTo>
                    <a:pt x="4889" y="23279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67" y="24561"/>
                  </a:lnTo>
                  <a:lnTo>
                    <a:pt x="4140" y="24650"/>
                  </a:lnTo>
                  <a:lnTo>
                    <a:pt x="4813" y="24498"/>
                  </a:lnTo>
                  <a:lnTo>
                    <a:pt x="4610" y="25260"/>
                  </a:lnTo>
                  <a:lnTo>
                    <a:pt x="4457" y="28702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61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34"/>
                  </a:moveTo>
                  <a:lnTo>
                    <a:pt x="24701" y="5702"/>
                  </a:lnTo>
                  <a:lnTo>
                    <a:pt x="23228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78" y="1371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59"/>
                  </a:lnTo>
                  <a:lnTo>
                    <a:pt x="16395" y="5168"/>
                  </a:lnTo>
                  <a:lnTo>
                    <a:pt x="15189" y="5473"/>
                  </a:lnTo>
                  <a:lnTo>
                    <a:pt x="15138" y="6362"/>
                  </a:lnTo>
                  <a:lnTo>
                    <a:pt x="16332" y="6807"/>
                  </a:lnTo>
                  <a:lnTo>
                    <a:pt x="17805" y="6896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09"/>
                  </a:lnTo>
                  <a:lnTo>
                    <a:pt x="20980" y="11125"/>
                  </a:lnTo>
                  <a:lnTo>
                    <a:pt x="21069" y="9410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66" y="7137"/>
                  </a:lnTo>
                  <a:lnTo>
                    <a:pt x="24625" y="7327"/>
                  </a:lnTo>
                  <a:lnTo>
                    <a:pt x="25844" y="7035"/>
                  </a:lnTo>
                  <a:lnTo>
                    <a:pt x="25882" y="6134"/>
                  </a:lnTo>
                  <a:close/>
                </a:path>
                <a:path w="41275" h="47625">
                  <a:moveTo>
                    <a:pt x="26174" y="41046"/>
                  </a:moveTo>
                  <a:lnTo>
                    <a:pt x="24980" y="40601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899"/>
                  </a:lnTo>
                  <a:lnTo>
                    <a:pt x="20358" y="36283"/>
                  </a:lnTo>
                  <a:lnTo>
                    <a:pt x="20269" y="37998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34" y="40271"/>
                  </a:lnTo>
                  <a:lnTo>
                    <a:pt x="16687" y="40081"/>
                  </a:lnTo>
                  <a:lnTo>
                    <a:pt x="15468" y="40373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06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17" y="42240"/>
                  </a:lnTo>
                  <a:lnTo>
                    <a:pt x="26123" y="41948"/>
                  </a:lnTo>
                  <a:lnTo>
                    <a:pt x="26174" y="41046"/>
                  </a:lnTo>
                  <a:close/>
                </a:path>
                <a:path w="41275" h="47625">
                  <a:moveTo>
                    <a:pt x="41173" y="23545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33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83"/>
                  </a:lnTo>
                  <a:lnTo>
                    <a:pt x="35280" y="20510"/>
                  </a:lnTo>
                  <a:lnTo>
                    <a:pt x="35191" y="22225"/>
                  </a:lnTo>
                  <a:lnTo>
                    <a:pt x="35331" y="23037"/>
                  </a:lnTo>
                  <a:lnTo>
                    <a:pt x="34645" y="22771"/>
                  </a:lnTo>
                  <a:lnTo>
                    <a:pt x="31686" y="22580"/>
                  </a:lnTo>
                  <a:lnTo>
                    <a:pt x="30467" y="22885"/>
                  </a:lnTo>
                  <a:lnTo>
                    <a:pt x="30429" y="23774"/>
                  </a:lnTo>
                  <a:lnTo>
                    <a:pt x="31610" y="24218"/>
                  </a:lnTo>
                  <a:lnTo>
                    <a:pt x="33096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71" y="28536"/>
                  </a:lnTo>
                  <a:lnTo>
                    <a:pt x="36360" y="26822"/>
                  </a:lnTo>
                  <a:lnTo>
                    <a:pt x="36436" y="25107"/>
                  </a:lnTo>
                  <a:lnTo>
                    <a:pt x="36283" y="24307"/>
                  </a:lnTo>
                  <a:lnTo>
                    <a:pt x="36957" y="24549"/>
                  </a:lnTo>
                  <a:lnTo>
                    <a:pt x="39916" y="24739"/>
                  </a:lnTo>
                  <a:lnTo>
                    <a:pt x="41122" y="24447"/>
                  </a:lnTo>
                  <a:lnTo>
                    <a:pt x="41173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4" name="object 1564" descr=""/>
            <p:cNvSpPr/>
            <p:nvPr/>
          </p:nvSpPr>
          <p:spPr>
            <a:xfrm>
              <a:off x="5183439" y="825537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5" name="object 1565" descr=""/>
            <p:cNvSpPr/>
            <p:nvPr/>
          </p:nvSpPr>
          <p:spPr>
            <a:xfrm>
              <a:off x="5185626" y="8258117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55"/>
                  </a:lnTo>
                  <a:lnTo>
                    <a:pt x="8077" y="23266"/>
                  </a:lnTo>
                  <a:lnTo>
                    <a:pt x="6591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53"/>
                  </a:lnTo>
                  <a:lnTo>
                    <a:pt x="4927" y="19037"/>
                  </a:lnTo>
                  <a:lnTo>
                    <a:pt x="4838" y="20751"/>
                  </a:lnTo>
                  <a:lnTo>
                    <a:pt x="4749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44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60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34"/>
                  </a:moveTo>
                  <a:lnTo>
                    <a:pt x="24688" y="5702"/>
                  </a:lnTo>
                  <a:lnTo>
                    <a:pt x="23215" y="5600"/>
                  </a:lnTo>
                  <a:lnTo>
                    <a:pt x="21729" y="5511"/>
                  </a:lnTo>
                  <a:lnTo>
                    <a:pt x="21082" y="5676"/>
                  </a:lnTo>
                  <a:lnTo>
                    <a:pt x="21297" y="4902"/>
                  </a:lnTo>
                  <a:lnTo>
                    <a:pt x="21450" y="1460"/>
                  </a:lnTo>
                  <a:lnTo>
                    <a:pt x="21209" y="50"/>
                  </a:lnTo>
                  <a:lnTo>
                    <a:pt x="20434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27" y="5626"/>
                  </a:lnTo>
                  <a:lnTo>
                    <a:pt x="19342" y="5359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792" y="6908"/>
                  </a:lnTo>
                  <a:lnTo>
                    <a:pt x="19265" y="6997"/>
                  </a:lnTo>
                  <a:lnTo>
                    <a:pt x="19939" y="6845"/>
                  </a:lnTo>
                  <a:lnTo>
                    <a:pt x="19735" y="7607"/>
                  </a:lnTo>
                  <a:lnTo>
                    <a:pt x="19583" y="11049"/>
                  </a:lnTo>
                  <a:lnTo>
                    <a:pt x="19824" y="12458"/>
                  </a:lnTo>
                  <a:lnTo>
                    <a:pt x="20599" y="12509"/>
                  </a:lnTo>
                  <a:lnTo>
                    <a:pt x="20980" y="11137"/>
                  </a:lnTo>
                  <a:lnTo>
                    <a:pt x="21056" y="9410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27"/>
                  </a:lnTo>
                  <a:lnTo>
                    <a:pt x="25831" y="7035"/>
                  </a:lnTo>
                  <a:lnTo>
                    <a:pt x="25869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495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83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07" y="40538"/>
                  </a:lnTo>
                  <a:lnTo>
                    <a:pt x="19634" y="40271"/>
                  </a:lnTo>
                  <a:lnTo>
                    <a:pt x="16675" y="40081"/>
                  </a:lnTo>
                  <a:lnTo>
                    <a:pt x="15455" y="40373"/>
                  </a:lnTo>
                  <a:lnTo>
                    <a:pt x="15417" y="41275"/>
                  </a:lnTo>
                  <a:lnTo>
                    <a:pt x="16598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31" y="41744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37"/>
                  </a:lnTo>
                  <a:lnTo>
                    <a:pt x="21348" y="44323"/>
                  </a:lnTo>
                  <a:lnTo>
                    <a:pt x="21424" y="42608"/>
                  </a:lnTo>
                  <a:lnTo>
                    <a:pt x="21285" y="41821"/>
                  </a:lnTo>
                  <a:lnTo>
                    <a:pt x="21945" y="42049"/>
                  </a:lnTo>
                  <a:lnTo>
                    <a:pt x="24904" y="42240"/>
                  </a:lnTo>
                  <a:lnTo>
                    <a:pt x="26111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45"/>
                  </a:moveTo>
                  <a:lnTo>
                    <a:pt x="39979" y="23114"/>
                  </a:lnTo>
                  <a:lnTo>
                    <a:pt x="38493" y="23012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44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597" y="24218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58" y="28549"/>
                  </a:lnTo>
                  <a:lnTo>
                    <a:pt x="36347" y="26822"/>
                  </a:lnTo>
                  <a:lnTo>
                    <a:pt x="36423" y="25107"/>
                  </a:lnTo>
                  <a:lnTo>
                    <a:pt x="36283" y="24320"/>
                  </a:lnTo>
                  <a:lnTo>
                    <a:pt x="36944" y="24561"/>
                  </a:lnTo>
                  <a:lnTo>
                    <a:pt x="39903" y="24739"/>
                  </a:lnTo>
                  <a:lnTo>
                    <a:pt x="41122" y="24447"/>
                  </a:lnTo>
                  <a:lnTo>
                    <a:pt x="41160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6" name="object 1566" descr=""/>
            <p:cNvSpPr/>
            <p:nvPr/>
          </p:nvSpPr>
          <p:spPr>
            <a:xfrm>
              <a:off x="5136316" y="825537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7" name="object 1567" descr=""/>
            <p:cNvSpPr/>
            <p:nvPr/>
          </p:nvSpPr>
          <p:spPr>
            <a:xfrm>
              <a:off x="5153926" y="8258117"/>
              <a:ext cx="55880" cy="47625"/>
            </a:xfrm>
            <a:custGeom>
              <a:avLst/>
              <a:gdLst/>
              <a:ahLst/>
              <a:cxnLst/>
              <a:rect l="l" t="t" r="r" b="b"/>
              <a:pathLst>
                <a:path w="55879" h="47625">
                  <a:moveTo>
                    <a:pt x="10452" y="5511"/>
                  </a:moveTo>
                  <a:lnTo>
                    <a:pt x="6032" y="5511"/>
                  </a:lnTo>
                  <a:lnTo>
                    <a:pt x="6032" y="0"/>
                  </a:lnTo>
                  <a:lnTo>
                    <a:pt x="5321" y="0"/>
                  </a:lnTo>
                  <a:lnTo>
                    <a:pt x="5321" y="12509"/>
                  </a:lnTo>
                  <a:lnTo>
                    <a:pt x="5715" y="12509"/>
                  </a:lnTo>
                  <a:lnTo>
                    <a:pt x="5715" y="7327"/>
                  </a:lnTo>
                  <a:lnTo>
                    <a:pt x="10452" y="7327"/>
                  </a:lnTo>
                  <a:lnTo>
                    <a:pt x="10452" y="5511"/>
                  </a:lnTo>
                  <a:close/>
                </a:path>
                <a:path w="55879" h="47625">
                  <a:moveTo>
                    <a:pt x="25730" y="23545"/>
                  </a:moveTo>
                  <a:lnTo>
                    <a:pt x="24549" y="23114"/>
                  </a:lnTo>
                  <a:lnTo>
                    <a:pt x="23075" y="23012"/>
                  </a:lnTo>
                  <a:lnTo>
                    <a:pt x="21602" y="22923"/>
                  </a:lnTo>
                  <a:lnTo>
                    <a:pt x="20942" y="23088"/>
                  </a:lnTo>
                  <a:lnTo>
                    <a:pt x="21158" y="22313"/>
                  </a:lnTo>
                  <a:lnTo>
                    <a:pt x="21323" y="18872"/>
                  </a:lnTo>
                  <a:lnTo>
                    <a:pt x="21082" y="17462"/>
                  </a:lnTo>
                  <a:lnTo>
                    <a:pt x="20307" y="17411"/>
                  </a:lnTo>
                  <a:lnTo>
                    <a:pt x="19926" y="18796"/>
                  </a:lnTo>
                  <a:lnTo>
                    <a:pt x="19837" y="20510"/>
                  </a:lnTo>
                  <a:lnTo>
                    <a:pt x="19761" y="22225"/>
                  </a:lnTo>
                  <a:lnTo>
                    <a:pt x="19900" y="23050"/>
                  </a:lnTo>
                  <a:lnTo>
                    <a:pt x="19202" y="22783"/>
                  </a:lnTo>
                  <a:lnTo>
                    <a:pt x="16256" y="22593"/>
                  </a:lnTo>
                  <a:lnTo>
                    <a:pt x="15036" y="22885"/>
                  </a:lnTo>
                  <a:lnTo>
                    <a:pt x="14998" y="23787"/>
                  </a:lnTo>
                  <a:lnTo>
                    <a:pt x="16179" y="24218"/>
                  </a:lnTo>
                  <a:lnTo>
                    <a:pt x="17653" y="24320"/>
                  </a:lnTo>
                  <a:lnTo>
                    <a:pt x="19126" y="24409"/>
                  </a:lnTo>
                  <a:lnTo>
                    <a:pt x="19812" y="24244"/>
                  </a:lnTo>
                  <a:lnTo>
                    <a:pt x="19608" y="25019"/>
                  </a:lnTo>
                  <a:lnTo>
                    <a:pt x="19443" y="28460"/>
                  </a:lnTo>
                  <a:lnTo>
                    <a:pt x="19685" y="29870"/>
                  </a:lnTo>
                  <a:lnTo>
                    <a:pt x="20459" y="29921"/>
                  </a:lnTo>
                  <a:lnTo>
                    <a:pt x="20840" y="28549"/>
                  </a:lnTo>
                  <a:lnTo>
                    <a:pt x="20916" y="26822"/>
                  </a:lnTo>
                  <a:lnTo>
                    <a:pt x="21005" y="25107"/>
                  </a:lnTo>
                  <a:lnTo>
                    <a:pt x="20853" y="24320"/>
                  </a:lnTo>
                  <a:lnTo>
                    <a:pt x="21526" y="24561"/>
                  </a:lnTo>
                  <a:lnTo>
                    <a:pt x="24472" y="24739"/>
                  </a:lnTo>
                  <a:lnTo>
                    <a:pt x="25692" y="24447"/>
                  </a:lnTo>
                  <a:lnTo>
                    <a:pt x="25730" y="23545"/>
                  </a:lnTo>
                  <a:close/>
                </a:path>
                <a:path w="55879" h="47625">
                  <a:moveTo>
                    <a:pt x="55384" y="40081"/>
                  </a:moveTo>
                  <a:lnTo>
                    <a:pt x="6311" y="40081"/>
                  </a:lnTo>
                  <a:lnTo>
                    <a:pt x="6311" y="34912"/>
                  </a:lnTo>
                  <a:lnTo>
                    <a:pt x="5321" y="34912"/>
                  </a:lnTo>
                  <a:lnTo>
                    <a:pt x="5321" y="40081"/>
                  </a:lnTo>
                  <a:lnTo>
                    <a:pt x="0" y="40081"/>
                  </a:lnTo>
                  <a:lnTo>
                    <a:pt x="0" y="41910"/>
                  </a:lnTo>
                  <a:lnTo>
                    <a:pt x="5321" y="41910"/>
                  </a:lnTo>
                  <a:lnTo>
                    <a:pt x="5321" y="47421"/>
                  </a:lnTo>
                  <a:lnTo>
                    <a:pt x="6007" y="47421"/>
                  </a:lnTo>
                  <a:lnTo>
                    <a:pt x="6007" y="41910"/>
                  </a:lnTo>
                  <a:lnTo>
                    <a:pt x="6527" y="42049"/>
                  </a:lnTo>
                  <a:lnTo>
                    <a:pt x="9474" y="42240"/>
                  </a:lnTo>
                  <a:lnTo>
                    <a:pt x="10693" y="41948"/>
                  </a:lnTo>
                  <a:lnTo>
                    <a:pt x="55384" y="41910"/>
                  </a:lnTo>
                  <a:lnTo>
                    <a:pt x="55384" y="4008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8" name="object 1568" descr=""/>
            <p:cNvSpPr/>
            <p:nvPr/>
          </p:nvSpPr>
          <p:spPr>
            <a:xfrm>
              <a:off x="5229238" y="825537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9" name="object 1569" descr=""/>
            <p:cNvSpPr/>
            <p:nvPr/>
          </p:nvSpPr>
          <p:spPr>
            <a:xfrm>
              <a:off x="5231422" y="8258117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55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83" y="17716"/>
                  </a:lnTo>
                  <a:lnTo>
                    <a:pt x="5295" y="17653"/>
                  </a:lnTo>
                  <a:lnTo>
                    <a:pt x="4927" y="19037"/>
                  </a:lnTo>
                  <a:lnTo>
                    <a:pt x="4838" y="20751"/>
                  </a:lnTo>
                  <a:lnTo>
                    <a:pt x="4762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60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34"/>
                  </a:moveTo>
                  <a:lnTo>
                    <a:pt x="24688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42" y="5359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792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24" y="12458"/>
                  </a:lnTo>
                  <a:lnTo>
                    <a:pt x="20599" y="12509"/>
                  </a:lnTo>
                  <a:lnTo>
                    <a:pt x="20980" y="11137"/>
                  </a:lnTo>
                  <a:lnTo>
                    <a:pt x="21069" y="9410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27"/>
                  </a:lnTo>
                  <a:lnTo>
                    <a:pt x="25831" y="7035"/>
                  </a:lnTo>
                  <a:lnTo>
                    <a:pt x="25869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58" y="36283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07" y="40538"/>
                  </a:lnTo>
                  <a:lnTo>
                    <a:pt x="19634" y="40271"/>
                  </a:lnTo>
                  <a:lnTo>
                    <a:pt x="16675" y="40081"/>
                  </a:lnTo>
                  <a:lnTo>
                    <a:pt x="15468" y="40373"/>
                  </a:lnTo>
                  <a:lnTo>
                    <a:pt x="15417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37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45" y="42049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45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71" y="28549"/>
                  </a:lnTo>
                  <a:lnTo>
                    <a:pt x="36347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39"/>
                  </a:lnTo>
                  <a:lnTo>
                    <a:pt x="41122" y="24447"/>
                  </a:lnTo>
                  <a:lnTo>
                    <a:pt x="41160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0" name="object 1570" descr=""/>
            <p:cNvSpPr/>
            <p:nvPr/>
          </p:nvSpPr>
          <p:spPr>
            <a:xfrm>
              <a:off x="5159564" y="8219848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1" name="object 1571" descr=""/>
            <p:cNvSpPr/>
            <p:nvPr/>
          </p:nvSpPr>
          <p:spPr>
            <a:xfrm>
              <a:off x="5161749" y="8222595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55"/>
                  </a:lnTo>
                  <a:lnTo>
                    <a:pt x="8077" y="23266"/>
                  </a:lnTo>
                  <a:lnTo>
                    <a:pt x="6591" y="23164"/>
                  </a:lnTo>
                  <a:lnTo>
                    <a:pt x="5943" y="23329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03"/>
                  </a:lnTo>
                  <a:lnTo>
                    <a:pt x="5295" y="17653"/>
                  </a:lnTo>
                  <a:lnTo>
                    <a:pt x="4927" y="19037"/>
                  </a:lnTo>
                  <a:lnTo>
                    <a:pt x="4838" y="20751"/>
                  </a:lnTo>
                  <a:lnTo>
                    <a:pt x="4749" y="22466"/>
                  </a:lnTo>
                  <a:lnTo>
                    <a:pt x="4876" y="23279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50"/>
                  </a:lnTo>
                  <a:lnTo>
                    <a:pt x="4800" y="24498"/>
                  </a:lnTo>
                  <a:lnTo>
                    <a:pt x="4597" y="25260"/>
                  </a:lnTo>
                  <a:lnTo>
                    <a:pt x="4445" y="28702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34"/>
                  </a:moveTo>
                  <a:lnTo>
                    <a:pt x="24688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02"/>
                  </a:lnTo>
                  <a:lnTo>
                    <a:pt x="21450" y="1460"/>
                  </a:lnTo>
                  <a:lnTo>
                    <a:pt x="21209" y="50"/>
                  </a:lnTo>
                  <a:lnTo>
                    <a:pt x="20434" y="0"/>
                  </a:lnTo>
                  <a:lnTo>
                    <a:pt x="20066" y="1371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27" y="5626"/>
                  </a:lnTo>
                  <a:lnTo>
                    <a:pt x="19342" y="5359"/>
                  </a:lnTo>
                  <a:lnTo>
                    <a:pt x="16395" y="5168"/>
                  </a:lnTo>
                  <a:lnTo>
                    <a:pt x="15176" y="5473"/>
                  </a:lnTo>
                  <a:lnTo>
                    <a:pt x="15138" y="6362"/>
                  </a:lnTo>
                  <a:lnTo>
                    <a:pt x="16319" y="6807"/>
                  </a:lnTo>
                  <a:lnTo>
                    <a:pt x="17792" y="6896"/>
                  </a:lnTo>
                  <a:lnTo>
                    <a:pt x="19265" y="6997"/>
                  </a:lnTo>
                  <a:lnTo>
                    <a:pt x="19939" y="6845"/>
                  </a:lnTo>
                  <a:lnTo>
                    <a:pt x="19735" y="7607"/>
                  </a:lnTo>
                  <a:lnTo>
                    <a:pt x="19583" y="11049"/>
                  </a:lnTo>
                  <a:lnTo>
                    <a:pt x="19824" y="12458"/>
                  </a:lnTo>
                  <a:lnTo>
                    <a:pt x="20599" y="12509"/>
                  </a:lnTo>
                  <a:lnTo>
                    <a:pt x="20980" y="11125"/>
                  </a:lnTo>
                  <a:lnTo>
                    <a:pt x="21056" y="9410"/>
                  </a:lnTo>
                  <a:lnTo>
                    <a:pt x="21145" y="7696"/>
                  </a:lnTo>
                  <a:lnTo>
                    <a:pt x="20993" y="6896"/>
                  </a:lnTo>
                  <a:lnTo>
                    <a:pt x="21666" y="7137"/>
                  </a:lnTo>
                  <a:lnTo>
                    <a:pt x="24612" y="7327"/>
                  </a:lnTo>
                  <a:lnTo>
                    <a:pt x="25831" y="7035"/>
                  </a:lnTo>
                  <a:lnTo>
                    <a:pt x="25869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01"/>
                  </a:lnTo>
                  <a:lnTo>
                    <a:pt x="23495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899"/>
                  </a:lnTo>
                  <a:lnTo>
                    <a:pt x="20345" y="36283"/>
                  </a:lnTo>
                  <a:lnTo>
                    <a:pt x="20269" y="37998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75" y="40081"/>
                  </a:lnTo>
                  <a:lnTo>
                    <a:pt x="15468" y="40373"/>
                  </a:lnTo>
                  <a:lnTo>
                    <a:pt x="15417" y="41275"/>
                  </a:lnTo>
                  <a:lnTo>
                    <a:pt x="16598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06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37"/>
                  </a:lnTo>
                  <a:lnTo>
                    <a:pt x="21348" y="44323"/>
                  </a:lnTo>
                  <a:lnTo>
                    <a:pt x="21424" y="42608"/>
                  </a:lnTo>
                  <a:lnTo>
                    <a:pt x="21285" y="41821"/>
                  </a:lnTo>
                  <a:lnTo>
                    <a:pt x="21945" y="42049"/>
                  </a:lnTo>
                  <a:lnTo>
                    <a:pt x="24904" y="42240"/>
                  </a:lnTo>
                  <a:lnTo>
                    <a:pt x="26111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45"/>
                  </a:moveTo>
                  <a:lnTo>
                    <a:pt x="39979" y="23114"/>
                  </a:lnTo>
                  <a:lnTo>
                    <a:pt x="38493" y="23012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44" y="18783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71"/>
                  </a:lnTo>
                  <a:lnTo>
                    <a:pt x="31673" y="22580"/>
                  </a:lnTo>
                  <a:lnTo>
                    <a:pt x="30467" y="22885"/>
                  </a:lnTo>
                  <a:lnTo>
                    <a:pt x="30416" y="23774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58" y="28536"/>
                  </a:lnTo>
                  <a:lnTo>
                    <a:pt x="36347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44" y="24549"/>
                  </a:lnTo>
                  <a:lnTo>
                    <a:pt x="39903" y="24739"/>
                  </a:lnTo>
                  <a:lnTo>
                    <a:pt x="41122" y="24447"/>
                  </a:lnTo>
                  <a:lnTo>
                    <a:pt x="41160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2" name="object 1572" descr=""/>
            <p:cNvSpPr/>
            <p:nvPr/>
          </p:nvSpPr>
          <p:spPr>
            <a:xfrm>
              <a:off x="5113047" y="8219848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3" name="object 1573" descr=""/>
            <p:cNvSpPr/>
            <p:nvPr/>
          </p:nvSpPr>
          <p:spPr>
            <a:xfrm>
              <a:off x="5206081" y="814677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4" name="object 1574" descr=""/>
            <p:cNvSpPr/>
            <p:nvPr/>
          </p:nvSpPr>
          <p:spPr>
            <a:xfrm>
              <a:off x="5208257" y="8149520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55"/>
                  </a:lnTo>
                  <a:lnTo>
                    <a:pt x="8077" y="23266"/>
                  </a:lnTo>
                  <a:lnTo>
                    <a:pt x="6604" y="23164"/>
                  </a:lnTo>
                  <a:lnTo>
                    <a:pt x="5956" y="23329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03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51"/>
                  </a:lnTo>
                  <a:lnTo>
                    <a:pt x="4762" y="22466"/>
                  </a:lnTo>
                  <a:lnTo>
                    <a:pt x="4902" y="23279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67" y="24561"/>
                  </a:lnTo>
                  <a:lnTo>
                    <a:pt x="4140" y="24650"/>
                  </a:lnTo>
                  <a:lnTo>
                    <a:pt x="4813" y="24498"/>
                  </a:lnTo>
                  <a:lnTo>
                    <a:pt x="4610" y="25260"/>
                  </a:lnTo>
                  <a:lnTo>
                    <a:pt x="4457" y="28702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61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34"/>
                  </a:moveTo>
                  <a:lnTo>
                    <a:pt x="24701" y="5702"/>
                  </a:lnTo>
                  <a:lnTo>
                    <a:pt x="23228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78" y="1371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59"/>
                  </a:lnTo>
                  <a:lnTo>
                    <a:pt x="16395" y="5168"/>
                  </a:lnTo>
                  <a:lnTo>
                    <a:pt x="15189" y="5461"/>
                  </a:lnTo>
                  <a:lnTo>
                    <a:pt x="15138" y="6362"/>
                  </a:lnTo>
                  <a:lnTo>
                    <a:pt x="16332" y="6807"/>
                  </a:lnTo>
                  <a:lnTo>
                    <a:pt x="17805" y="6896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09"/>
                  </a:lnTo>
                  <a:lnTo>
                    <a:pt x="20980" y="11125"/>
                  </a:lnTo>
                  <a:lnTo>
                    <a:pt x="21069" y="9410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66" y="7137"/>
                  </a:lnTo>
                  <a:lnTo>
                    <a:pt x="24625" y="7327"/>
                  </a:lnTo>
                  <a:lnTo>
                    <a:pt x="25844" y="7035"/>
                  </a:lnTo>
                  <a:lnTo>
                    <a:pt x="25882" y="6134"/>
                  </a:lnTo>
                  <a:close/>
                </a:path>
                <a:path w="41275" h="47625">
                  <a:moveTo>
                    <a:pt x="26174" y="41046"/>
                  </a:moveTo>
                  <a:lnTo>
                    <a:pt x="24980" y="40601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50"/>
                  </a:lnTo>
                  <a:lnTo>
                    <a:pt x="20739" y="34899"/>
                  </a:lnTo>
                  <a:lnTo>
                    <a:pt x="20358" y="36283"/>
                  </a:lnTo>
                  <a:lnTo>
                    <a:pt x="20269" y="37998"/>
                  </a:lnTo>
                  <a:lnTo>
                    <a:pt x="20193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87" y="40081"/>
                  </a:lnTo>
                  <a:lnTo>
                    <a:pt x="15468" y="40373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06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17" y="42240"/>
                  </a:lnTo>
                  <a:lnTo>
                    <a:pt x="26123" y="41948"/>
                  </a:lnTo>
                  <a:lnTo>
                    <a:pt x="26174" y="41046"/>
                  </a:lnTo>
                  <a:close/>
                </a:path>
                <a:path w="41275" h="47625">
                  <a:moveTo>
                    <a:pt x="41173" y="23545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33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83"/>
                  </a:lnTo>
                  <a:lnTo>
                    <a:pt x="35280" y="20510"/>
                  </a:lnTo>
                  <a:lnTo>
                    <a:pt x="35191" y="22225"/>
                  </a:lnTo>
                  <a:lnTo>
                    <a:pt x="35331" y="23037"/>
                  </a:lnTo>
                  <a:lnTo>
                    <a:pt x="34645" y="22771"/>
                  </a:lnTo>
                  <a:lnTo>
                    <a:pt x="31686" y="22580"/>
                  </a:lnTo>
                  <a:lnTo>
                    <a:pt x="30467" y="22885"/>
                  </a:lnTo>
                  <a:lnTo>
                    <a:pt x="30429" y="23774"/>
                  </a:lnTo>
                  <a:lnTo>
                    <a:pt x="31610" y="24218"/>
                  </a:lnTo>
                  <a:lnTo>
                    <a:pt x="33096" y="24307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71" y="28536"/>
                  </a:lnTo>
                  <a:lnTo>
                    <a:pt x="36360" y="26822"/>
                  </a:lnTo>
                  <a:lnTo>
                    <a:pt x="36436" y="25107"/>
                  </a:lnTo>
                  <a:lnTo>
                    <a:pt x="36283" y="24307"/>
                  </a:lnTo>
                  <a:lnTo>
                    <a:pt x="36957" y="24549"/>
                  </a:lnTo>
                  <a:lnTo>
                    <a:pt x="39916" y="24739"/>
                  </a:lnTo>
                  <a:lnTo>
                    <a:pt x="41122" y="24447"/>
                  </a:lnTo>
                  <a:lnTo>
                    <a:pt x="41173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5" name="object 1575" descr=""/>
            <p:cNvSpPr/>
            <p:nvPr/>
          </p:nvSpPr>
          <p:spPr>
            <a:xfrm>
              <a:off x="5183439" y="818229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6" name="object 1576" descr=""/>
            <p:cNvSpPr/>
            <p:nvPr/>
          </p:nvSpPr>
          <p:spPr>
            <a:xfrm>
              <a:off x="5185626" y="8185041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55"/>
                  </a:lnTo>
                  <a:lnTo>
                    <a:pt x="8077" y="23266"/>
                  </a:lnTo>
                  <a:lnTo>
                    <a:pt x="6591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53"/>
                  </a:lnTo>
                  <a:lnTo>
                    <a:pt x="4927" y="19037"/>
                  </a:lnTo>
                  <a:lnTo>
                    <a:pt x="4838" y="20751"/>
                  </a:lnTo>
                  <a:lnTo>
                    <a:pt x="4749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44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60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34"/>
                  </a:moveTo>
                  <a:lnTo>
                    <a:pt x="24688" y="5702"/>
                  </a:lnTo>
                  <a:lnTo>
                    <a:pt x="23215" y="5600"/>
                  </a:lnTo>
                  <a:lnTo>
                    <a:pt x="21729" y="5511"/>
                  </a:lnTo>
                  <a:lnTo>
                    <a:pt x="21082" y="5676"/>
                  </a:lnTo>
                  <a:lnTo>
                    <a:pt x="21297" y="4902"/>
                  </a:lnTo>
                  <a:lnTo>
                    <a:pt x="21450" y="1460"/>
                  </a:lnTo>
                  <a:lnTo>
                    <a:pt x="21209" y="50"/>
                  </a:lnTo>
                  <a:lnTo>
                    <a:pt x="20434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27" y="5626"/>
                  </a:lnTo>
                  <a:lnTo>
                    <a:pt x="19342" y="5359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792" y="6908"/>
                  </a:lnTo>
                  <a:lnTo>
                    <a:pt x="19265" y="6997"/>
                  </a:lnTo>
                  <a:lnTo>
                    <a:pt x="19939" y="6845"/>
                  </a:lnTo>
                  <a:lnTo>
                    <a:pt x="19735" y="7607"/>
                  </a:lnTo>
                  <a:lnTo>
                    <a:pt x="19583" y="11049"/>
                  </a:lnTo>
                  <a:lnTo>
                    <a:pt x="19824" y="12458"/>
                  </a:lnTo>
                  <a:lnTo>
                    <a:pt x="20599" y="12509"/>
                  </a:lnTo>
                  <a:lnTo>
                    <a:pt x="20980" y="11137"/>
                  </a:lnTo>
                  <a:lnTo>
                    <a:pt x="21056" y="9410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27"/>
                  </a:lnTo>
                  <a:lnTo>
                    <a:pt x="25831" y="7035"/>
                  </a:lnTo>
                  <a:lnTo>
                    <a:pt x="25869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495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83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75" y="40081"/>
                  </a:lnTo>
                  <a:lnTo>
                    <a:pt x="15455" y="40373"/>
                  </a:lnTo>
                  <a:lnTo>
                    <a:pt x="15417" y="41275"/>
                  </a:lnTo>
                  <a:lnTo>
                    <a:pt x="16598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31" y="41744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37"/>
                  </a:lnTo>
                  <a:lnTo>
                    <a:pt x="21348" y="44323"/>
                  </a:lnTo>
                  <a:lnTo>
                    <a:pt x="21424" y="42608"/>
                  </a:lnTo>
                  <a:lnTo>
                    <a:pt x="21285" y="41821"/>
                  </a:lnTo>
                  <a:lnTo>
                    <a:pt x="21945" y="42049"/>
                  </a:lnTo>
                  <a:lnTo>
                    <a:pt x="24904" y="42240"/>
                  </a:lnTo>
                  <a:lnTo>
                    <a:pt x="26111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45"/>
                  </a:moveTo>
                  <a:lnTo>
                    <a:pt x="39979" y="23114"/>
                  </a:lnTo>
                  <a:lnTo>
                    <a:pt x="38493" y="23012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44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71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597" y="24218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58" y="28549"/>
                  </a:lnTo>
                  <a:lnTo>
                    <a:pt x="36347" y="26822"/>
                  </a:lnTo>
                  <a:lnTo>
                    <a:pt x="36423" y="25107"/>
                  </a:lnTo>
                  <a:lnTo>
                    <a:pt x="36283" y="24320"/>
                  </a:lnTo>
                  <a:lnTo>
                    <a:pt x="36944" y="24561"/>
                  </a:lnTo>
                  <a:lnTo>
                    <a:pt x="39903" y="24739"/>
                  </a:lnTo>
                  <a:lnTo>
                    <a:pt x="41122" y="24447"/>
                  </a:lnTo>
                  <a:lnTo>
                    <a:pt x="41160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7" name="object 1577" descr=""/>
            <p:cNvSpPr/>
            <p:nvPr/>
          </p:nvSpPr>
          <p:spPr>
            <a:xfrm>
              <a:off x="5136316" y="818229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8" name="object 1578" descr=""/>
            <p:cNvSpPr/>
            <p:nvPr/>
          </p:nvSpPr>
          <p:spPr>
            <a:xfrm>
              <a:off x="5153926" y="8185041"/>
              <a:ext cx="55880" cy="47625"/>
            </a:xfrm>
            <a:custGeom>
              <a:avLst/>
              <a:gdLst/>
              <a:ahLst/>
              <a:cxnLst/>
              <a:rect l="l" t="t" r="r" b="b"/>
              <a:pathLst>
                <a:path w="55879" h="47625">
                  <a:moveTo>
                    <a:pt x="10452" y="5511"/>
                  </a:moveTo>
                  <a:lnTo>
                    <a:pt x="6032" y="5511"/>
                  </a:lnTo>
                  <a:lnTo>
                    <a:pt x="6032" y="0"/>
                  </a:lnTo>
                  <a:lnTo>
                    <a:pt x="5321" y="0"/>
                  </a:lnTo>
                  <a:lnTo>
                    <a:pt x="5321" y="12509"/>
                  </a:lnTo>
                  <a:lnTo>
                    <a:pt x="5715" y="12509"/>
                  </a:lnTo>
                  <a:lnTo>
                    <a:pt x="5715" y="7327"/>
                  </a:lnTo>
                  <a:lnTo>
                    <a:pt x="10452" y="7327"/>
                  </a:lnTo>
                  <a:lnTo>
                    <a:pt x="10452" y="5511"/>
                  </a:lnTo>
                  <a:close/>
                </a:path>
                <a:path w="55879" h="47625">
                  <a:moveTo>
                    <a:pt x="25730" y="23545"/>
                  </a:moveTo>
                  <a:lnTo>
                    <a:pt x="24549" y="23114"/>
                  </a:lnTo>
                  <a:lnTo>
                    <a:pt x="23075" y="23012"/>
                  </a:lnTo>
                  <a:lnTo>
                    <a:pt x="21602" y="22923"/>
                  </a:lnTo>
                  <a:lnTo>
                    <a:pt x="20955" y="23088"/>
                  </a:lnTo>
                  <a:lnTo>
                    <a:pt x="21158" y="22326"/>
                  </a:lnTo>
                  <a:lnTo>
                    <a:pt x="21323" y="18872"/>
                  </a:lnTo>
                  <a:lnTo>
                    <a:pt x="21082" y="17462"/>
                  </a:lnTo>
                  <a:lnTo>
                    <a:pt x="20307" y="17411"/>
                  </a:lnTo>
                  <a:lnTo>
                    <a:pt x="19926" y="18796"/>
                  </a:lnTo>
                  <a:lnTo>
                    <a:pt x="19837" y="20510"/>
                  </a:lnTo>
                  <a:lnTo>
                    <a:pt x="19761" y="22225"/>
                  </a:lnTo>
                  <a:lnTo>
                    <a:pt x="19900" y="23037"/>
                  </a:lnTo>
                  <a:lnTo>
                    <a:pt x="19202" y="22771"/>
                  </a:lnTo>
                  <a:lnTo>
                    <a:pt x="16256" y="22593"/>
                  </a:lnTo>
                  <a:lnTo>
                    <a:pt x="15036" y="22885"/>
                  </a:lnTo>
                  <a:lnTo>
                    <a:pt x="14998" y="23787"/>
                  </a:lnTo>
                  <a:lnTo>
                    <a:pt x="16179" y="24218"/>
                  </a:lnTo>
                  <a:lnTo>
                    <a:pt x="17653" y="24320"/>
                  </a:lnTo>
                  <a:lnTo>
                    <a:pt x="19126" y="24409"/>
                  </a:lnTo>
                  <a:lnTo>
                    <a:pt x="19812" y="24244"/>
                  </a:lnTo>
                  <a:lnTo>
                    <a:pt x="19608" y="25019"/>
                  </a:lnTo>
                  <a:lnTo>
                    <a:pt x="19443" y="28460"/>
                  </a:lnTo>
                  <a:lnTo>
                    <a:pt x="19685" y="29870"/>
                  </a:lnTo>
                  <a:lnTo>
                    <a:pt x="20459" y="29921"/>
                  </a:lnTo>
                  <a:lnTo>
                    <a:pt x="20840" y="28549"/>
                  </a:lnTo>
                  <a:lnTo>
                    <a:pt x="20916" y="26822"/>
                  </a:lnTo>
                  <a:lnTo>
                    <a:pt x="21005" y="25107"/>
                  </a:lnTo>
                  <a:lnTo>
                    <a:pt x="20853" y="24320"/>
                  </a:lnTo>
                  <a:lnTo>
                    <a:pt x="21526" y="24561"/>
                  </a:lnTo>
                  <a:lnTo>
                    <a:pt x="24472" y="24739"/>
                  </a:lnTo>
                  <a:lnTo>
                    <a:pt x="25692" y="24447"/>
                  </a:lnTo>
                  <a:lnTo>
                    <a:pt x="25730" y="23545"/>
                  </a:lnTo>
                  <a:close/>
                </a:path>
                <a:path w="55879" h="47625">
                  <a:moveTo>
                    <a:pt x="55384" y="40081"/>
                  </a:moveTo>
                  <a:lnTo>
                    <a:pt x="6311" y="40081"/>
                  </a:lnTo>
                  <a:lnTo>
                    <a:pt x="6311" y="34912"/>
                  </a:lnTo>
                  <a:lnTo>
                    <a:pt x="5321" y="34912"/>
                  </a:lnTo>
                  <a:lnTo>
                    <a:pt x="5321" y="40081"/>
                  </a:lnTo>
                  <a:lnTo>
                    <a:pt x="0" y="40081"/>
                  </a:lnTo>
                  <a:lnTo>
                    <a:pt x="0" y="41910"/>
                  </a:lnTo>
                  <a:lnTo>
                    <a:pt x="5321" y="41910"/>
                  </a:lnTo>
                  <a:lnTo>
                    <a:pt x="5321" y="47421"/>
                  </a:lnTo>
                  <a:lnTo>
                    <a:pt x="6007" y="47421"/>
                  </a:lnTo>
                  <a:lnTo>
                    <a:pt x="6007" y="41910"/>
                  </a:lnTo>
                  <a:lnTo>
                    <a:pt x="6527" y="42049"/>
                  </a:lnTo>
                  <a:lnTo>
                    <a:pt x="9474" y="42240"/>
                  </a:lnTo>
                  <a:lnTo>
                    <a:pt x="10693" y="41948"/>
                  </a:lnTo>
                  <a:lnTo>
                    <a:pt x="55384" y="41910"/>
                  </a:lnTo>
                  <a:lnTo>
                    <a:pt x="55384" y="4008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9" name="object 1579" descr=""/>
            <p:cNvSpPr/>
            <p:nvPr/>
          </p:nvSpPr>
          <p:spPr>
            <a:xfrm>
              <a:off x="5229238" y="818229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0" name="object 1580" descr=""/>
            <p:cNvSpPr/>
            <p:nvPr/>
          </p:nvSpPr>
          <p:spPr>
            <a:xfrm>
              <a:off x="5231422" y="8185041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55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83" y="17716"/>
                  </a:lnTo>
                  <a:lnTo>
                    <a:pt x="5295" y="17653"/>
                  </a:lnTo>
                  <a:lnTo>
                    <a:pt x="4927" y="19037"/>
                  </a:lnTo>
                  <a:lnTo>
                    <a:pt x="4838" y="20751"/>
                  </a:lnTo>
                  <a:lnTo>
                    <a:pt x="4762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60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34"/>
                  </a:moveTo>
                  <a:lnTo>
                    <a:pt x="24688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42" y="5359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792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24" y="12458"/>
                  </a:lnTo>
                  <a:lnTo>
                    <a:pt x="20599" y="12509"/>
                  </a:lnTo>
                  <a:lnTo>
                    <a:pt x="20980" y="11137"/>
                  </a:lnTo>
                  <a:lnTo>
                    <a:pt x="21069" y="9410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27"/>
                  </a:lnTo>
                  <a:lnTo>
                    <a:pt x="25831" y="7035"/>
                  </a:lnTo>
                  <a:lnTo>
                    <a:pt x="25869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58" y="36283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75" y="40081"/>
                  </a:lnTo>
                  <a:lnTo>
                    <a:pt x="15468" y="40373"/>
                  </a:lnTo>
                  <a:lnTo>
                    <a:pt x="15417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37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45" y="42049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45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71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71" y="28549"/>
                  </a:lnTo>
                  <a:lnTo>
                    <a:pt x="36347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39"/>
                  </a:lnTo>
                  <a:lnTo>
                    <a:pt x="41122" y="24447"/>
                  </a:lnTo>
                  <a:lnTo>
                    <a:pt x="41160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1" name="object 1581" descr=""/>
            <p:cNvSpPr/>
            <p:nvPr/>
          </p:nvSpPr>
          <p:spPr>
            <a:xfrm>
              <a:off x="5159564" y="814677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2" name="object 1582" descr=""/>
            <p:cNvSpPr/>
            <p:nvPr/>
          </p:nvSpPr>
          <p:spPr>
            <a:xfrm>
              <a:off x="5161749" y="8149520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55"/>
                  </a:lnTo>
                  <a:lnTo>
                    <a:pt x="8077" y="23266"/>
                  </a:lnTo>
                  <a:lnTo>
                    <a:pt x="6591" y="23164"/>
                  </a:lnTo>
                  <a:lnTo>
                    <a:pt x="5943" y="23329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03"/>
                  </a:lnTo>
                  <a:lnTo>
                    <a:pt x="5295" y="17653"/>
                  </a:lnTo>
                  <a:lnTo>
                    <a:pt x="4927" y="19037"/>
                  </a:lnTo>
                  <a:lnTo>
                    <a:pt x="4838" y="20751"/>
                  </a:lnTo>
                  <a:lnTo>
                    <a:pt x="4749" y="22466"/>
                  </a:lnTo>
                  <a:lnTo>
                    <a:pt x="4889" y="23279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50"/>
                  </a:lnTo>
                  <a:lnTo>
                    <a:pt x="4800" y="24498"/>
                  </a:lnTo>
                  <a:lnTo>
                    <a:pt x="4597" y="25260"/>
                  </a:lnTo>
                  <a:lnTo>
                    <a:pt x="4445" y="28702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34"/>
                  </a:moveTo>
                  <a:lnTo>
                    <a:pt x="24688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02"/>
                  </a:lnTo>
                  <a:lnTo>
                    <a:pt x="21450" y="1460"/>
                  </a:lnTo>
                  <a:lnTo>
                    <a:pt x="21209" y="50"/>
                  </a:lnTo>
                  <a:lnTo>
                    <a:pt x="20434" y="0"/>
                  </a:lnTo>
                  <a:lnTo>
                    <a:pt x="20066" y="1371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27" y="5626"/>
                  </a:lnTo>
                  <a:lnTo>
                    <a:pt x="19342" y="5359"/>
                  </a:lnTo>
                  <a:lnTo>
                    <a:pt x="16395" y="5168"/>
                  </a:lnTo>
                  <a:lnTo>
                    <a:pt x="15176" y="5461"/>
                  </a:lnTo>
                  <a:lnTo>
                    <a:pt x="15138" y="6362"/>
                  </a:lnTo>
                  <a:lnTo>
                    <a:pt x="16319" y="6807"/>
                  </a:lnTo>
                  <a:lnTo>
                    <a:pt x="17792" y="6896"/>
                  </a:lnTo>
                  <a:lnTo>
                    <a:pt x="19265" y="6997"/>
                  </a:lnTo>
                  <a:lnTo>
                    <a:pt x="19939" y="6845"/>
                  </a:lnTo>
                  <a:lnTo>
                    <a:pt x="19735" y="7607"/>
                  </a:lnTo>
                  <a:lnTo>
                    <a:pt x="19583" y="11049"/>
                  </a:lnTo>
                  <a:lnTo>
                    <a:pt x="19824" y="12458"/>
                  </a:lnTo>
                  <a:lnTo>
                    <a:pt x="20599" y="12509"/>
                  </a:lnTo>
                  <a:lnTo>
                    <a:pt x="20980" y="11125"/>
                  </a:lnTo>
                  <a:lnTo>
                    <a:pt x="21056" y="9410"/>
                  </a:lnTo>
                  <a:lnTo>
                    <a:pt x="21145" y="7696"/>
                  </a:lnTo>
                  <a:lnTo>
                    <a:pt x="20993" y="6896"/>
                  </a:lnTo>
                  <a:lnTo>
                    <a:pt x="21666" y="7137"/>
                  </a:lnTo>
                  <a:lnTo>
                    <a:pt x="24612" y="7327"/>
                  </a:lnTo>
                  <a:lnTo>
                    <a:pt x="25831" y="7035"/>
                  </a:lnTo>
                  <a:lnTo>
                    <a:pt x="25869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01"/>
                  </a:lnTo>
                  <a:lnTo>
                    <a:pt x="23495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50"/>
                  </a:lnTo>
                  <a:lnTo>
                    <a:pt x="20726" y="34899"/>
                  </a:lnTo>
                  <a:lnTo>
                    <a:pt x="20345" y="36283"/>
                  </a:lnTo>
                  <a:lnTo>
                    <a:pt x="20269" y="37998"/>
                  </a:lnTo>
                  <a:lnTo>
                    <a:pt x="20180" y="39725"/>
                  </a:lnTo>
                  <a:lnTo>
                    <a:pt x="20307" y="40538"/>
                  </a:lnTo>
                  <a:lnTo>
                    <a:pt x="19634" y="40271"/>
                  </a:lnTo>
                  <a:lnTo>
                    <a:pt x="16675" y="40081"/>
                  </a:lnTo>
                  <a:lnTo>
                    <a:pt x="15468" y="40373"/>
                  </a:lnTo>
                  <a:lnTo>
                    <a:pt x="15417" y="41275"/>
                  </a:lnTo>
                  <a:lnTo>
                    <a:pt x="16598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06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37"/>
                  </a:lnTo>
                  <a:lnTo>
                    <a:pt x="21348" y="44323"/>
                  </a:lnTo>
                  <a:lnTo>
                    <a:pt x="21424" y="42608"/>
                  </a:lnTo>
                  <a:lnTo>
                    <a:pt x="21285" y="41821"/>
                  </a:lnTo>
                  <a:lnTo>
                    <a:pt x="21945" y="42049"/>
                  </a:lnTo>
                  <a:lnTo>
                    <a:pt x="24904" y="42240"/>
                  </a:lnTo>
                  <a:lnTo>
                    <a:pt x="26111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45"/>
                  </a:moveTo>
                  <a:lnTo>
                    <a:pt x="39979" y="23114"/>
                  </a:lnTo>
                  <a:lnTo>
                    <a:pt x="38493" y="23012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13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44" y="18783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71"/>
                  </a:lnTo>
                  <a:lnTo>
                    <a:pt x="31673" y="22580"/>
                  </a:lnTo>
                  <a:lnTo>
                    <a:pt x="30467" y="22885"/>
                  </a:lnTo>
                  <a:lnTo>
                    <a:pt x="30416" y="23774"/>
                  </a:lnTo>
                  <a:lnTo>
                    <a:pt x="31610" y="24218"/>
                  </a:lnTo>
                  <a:lnTo>
                    <a:pt x="33083" y="24307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21"/>
                  </a:lnTo>
                  <a:lnTo>
                    <a:pt x="36258" y="28536"/>
                  </a:lnTo>
                  <a:lnTo>
                    <a:pt x="36347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44" y="24549"/>
                  </a:lnTo>
                  <a:lnTo>
                    <a:pt x="39903" y="24739"/>
                  </a:lnTo>
                  <a:lnTo>
                    <a:pt x="41122" y="24447"/>
                  </a:lnTo>
                  <a:lnTo>
                    <a:pt x="41160" y="23545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3" name="object 1583" descr=""/>
            <p:cNvSpPr/>
            <p:nvPr/>
          </p:nvSpPr>
          <p:spPr>
            <a:xfrm>
              <a:off x="5113047" y="8146771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4" name="object 1584" descr=""/>
            <p:cNvSpPr/>
            <p:nvPr/>
          </p:nvSpPr>
          <p:spPr>
            <a:xfrm>
              <a:off x="5349674" y="8366168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5" name="object 1585" descr=""/>
            <p:cNvSpPr/>
            <p:nvPr/>
          </p:nvSpPr>
          <p:spPr>
            <a:xfrm>
              <a:off x="5351856" y="836891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38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60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82" y="6134"/>
                  </a:moveTo>
                  <a:lnTo>
                    <a:pt x="24688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297" y="4914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37" y="12458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69" y="9410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25" y="7327"/>
                  </a:lnTo>
                  <a:lnTo>
                    <a:pt x="25831" y="7035"/>
                  </a:lnTo>
                  <a:lnTo>
                    <a:pt x="25882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58" y="36283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87" y="40081"/>
                  </a:lnTo>
                  <a:lnTo>
                    <a:pt x="15468" y="40386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33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18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28" y="29870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47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47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6" name="object 1586" descr=""/>
            <p:cNvSpPr/>
            <p:nvPr/>
          </p:nvSpPr>
          <p:spPr>
            <a:xfrm>
              <a:off x="5327034" y="8401692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7" name="object 1587" descr=""/>
            <p:cNvSpPr/>
            <p:nvPr/>
          </p:nvSpPr>
          <p:spPr>
            <a:xfrm>
              <a:off x="5329212" y="8404434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38" y="23139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803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45" y="7696"/>
                  </a:lnTo>
                  <a:lnTo>
                    <a:pt x="21005" y="6908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86" y="40589"/>
                  </a:lnTo>
                  <a:lnTo>
                    <a:pt x="21590" y="39827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51"/>
                  </a:lnTo>
                  <a:lnTo>
                    <a:pt x="19634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43" y="41744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50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04" y="42252"/>
                  </a:lnTo>
                  <a:lnTo>
                    <a:pt x="26123" y="41948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23"/>
                  </a:lnTo>
                  <a:lnTo>
                    <a:pt x="36385" y="23088"/>
                  </a:lnTo>
                  <a:lnTo>
                    <a:pt x="36588" y="22326"/>
                  </a:lnTo>
                  <a:lnTo>
                    <a:pt x="36753" y="18884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31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8" name="object 1588" descr=""/>
            <p:cNvSpPr/>
            <p:nvPr/>
          </p:nvSpPr>
          <p:spPr>
            <a:xfrm>
              <a:off x="5279911" y="8401692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9" name="object 1589" descr=""/>
            <p:cNvSpPr/>
            <p:nvPr/>
          </p:nvSpPr>
          <p:spPr>
            <a:xfrm>
              <a:off x="5282095" y="8404434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65"/>
                  </a:lnTo>
                  <a:lnTo>
                    <a:pt x="4927" y="19050"/>
                  </a:lnTo>
                  <a:lnTo>
                    <a:pt x="4838" y="20764"/>
                  </a:lnTo>
                  <a:lnTo>
                    <a:pt x="4762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39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74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803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297" y="4914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40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792" y="6908"/>
                  </a:lnTo>
                  <a:lnTo>
                    <a:pt x="19265" y="6997"/>
                  </a:lnTo>
                  <a:lnTo>
                    <a:pt x="19951" y="6832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24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56" y="9423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84"/>
                  </a:lnTo>
                  <a:lnTo>
                    <a:pt x="16675" y="40093"/>
                  </a:lnTo>
                  <a:lnTo>
                    <a:pt x="15468" y="40386"/>
                  </a:lnTo>
                  <a:lnTo>
                    <a:pt x="15417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50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52"/>
                  </a:lnTo>
                  <a:lnTo>
                    <a:pt x="26123" y="41948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58" y="28549"/>
                  </a:lnTo>
                  <a:lnTo>
                    <a:pt x="36347" y="26835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0" name="object 1590" descr=""/>
            <p:cNvSpPr/>
            <p:nvPr/>
          </p:nvSpPr>
          <p:spPr>
            <a:xfrm>
              <a:off x="5372833" y="8401692"/>
              <a:ext cx="29845" cy="53975"/>
            </a:xfrm>
            <a:custGeom>
              <a:avLst/>
              <a:gdLst/>
              <a:ahLst/>
              <a:cxnLst/>
              <a:rect l="l" t="t" r="r" b="b"/>
              <a:pathLst>
                <a:path w="29845" h="53975">
                  <a:moveTo>
                    <a:pt x="0" y="26711"/>
                  </a:moveTo>
                  <a:lnTo>
                    <a:pt x="22899" y="53422"/>
                  </a:lnTo>
                  <a:lnTo>
                    <a:pt x="29745" y="45437"/>
                  </a:lnTo>
                </a:path>
                <a:path w="29845" h="53975">
                  <a:moveTo>
                    <a:pt x="29745" y="7985"/>
                  </a:moveTo>
                  <a:lnTo>
                    <a:pt x="22899" y="0"/>
                  </a:lnTo>
                  <a:lnTo>
                    <a:pt x="0" y="26711"/>
                  </a:lnTo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1" name="object 1591" descr=""/>
            <p:cNvSpPr/>
            <p:nvPr/>
          </p:nvSpPr>
          <p:spPr>
            <a:xfrm>
              <a:off x="5375008" y="8404434"/>
              <a:ext cx="26670" cy="47625"/>
            </a:xfrm>
            <a:custGeom>
              <a:avLst/>
              <a:gdLst/>
              <a:ahLst/>
              <a:cxnLst/>
              <a:rect l="l" t="t" r="r" b="b"/>
              <a:pathLst>
                <a:path w="26670" h="47625">
                  <a:moveTo>
                    <a:pt x="10744" y="23799"/>
                  </a:moveTo>
                  <a:lnTo>
                    <a:pt x="9563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50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39"/>
                  </a:lnTo>
                  <a:lnTo>
                    <a:pt x="0" y="24028"/>
                  </a:lnTo>
                  <a:lnTo>
                    <a:pt x="1193" y="24472"/>
                  </a:lnTo>
                  <a:lnTo>
                    <a:pt x="2667" y="24574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803"/>
                  </a:lnTo>
                  <a:lnTo>
                    <a:pt x="5930" y="27076"/>
                  </a:lnTo>
                  <a:lnTo>
                    <a:pt x="6019" y="25361"/>
                  </a:lnTo>
                  <a:lnTo>
                    <a:pt x="5867" y="24574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26670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28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60"/>
                  </a:lnTo>
                  <a:lnTo>
                    <a:pt x="21209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51" y="6375"/>
                  </a:lnTo>
                  <a:lnTo>
                    <a:pt x="16332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93" y="11137"/>
                  </a:lnTo>
                  <a:lnTo>
                    <a:pt x="21069" y="9423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78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26670" h="47625">
                  <a:moveTo>
                    <a:pt x="26174" y="41059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86" y="40589"/>
                  </a:lnTo>
                  <a:lnTo>
                    <a:pt x="21590" y="39827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46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97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50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17" y="42252"/>
                  </a:lnTo>
                  <a:lnTo>
                    <a:pt x="26123" y="41948"/>
                  </a:lnTo>
                  <a:lnTo>
                    <a:pt x="26174" y="41059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2" name="object 1592" descr=""/>
            <p:cNvSpPr/>
            <p:nvPr/>
          </p:nvSpPr>
          <p:spPr>
            <a:xfrm>
              <a:off x="5303158" y="8366168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3" name="object 1593" descr=""/>
            <p:cNvSpPr/>
            <p:nvPr/>
          </p:nvSpPr>
          <p:spPr>
            <a:xfrm>
              <a:off x="5305336" y="836891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60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34"/>
                  </a:moveTo>
                  <a:lnTo>
                    <a:pt x="24701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32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22"/>
                  </a:lnTo>
                  <a:lnTo>
                    <a:pt x="20980" y="11137"/>
                  </a:lnTo>
                  <a:lnTo>
                    <a:pt x="21069" y="9410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66" y="7150"/>
                  </a:lnTo>
                  <a:lnTo>
                    <a:pt x="24625" y="7327"/>
                  </a:lnTo>
                  <a:lnTo>
                    <a:pt x="25844" y="7035"/>
                  </a:lnTo>
                  <a:lnTo>
                    <a:pt x="25882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83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34" y="40271"/>
                  </a:lnTo>
                  <a:lnTo>
                    <a:pt x="16687" y="40081"/>
                  </a:lnTo>
                  <a:lnTo>
                    <a:pt x="15468" y="40386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33" y="22923"/>
                  </a:lnTo>
                  <a:lnTo>
                    <a:pt x="36385" y="23088"/>
                  </a:lnTo>
                  <a:lnTo>
                    <a:pt x="36588" y="22326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31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60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47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4" name="object 1594" descr=""/>
            <p:cNvSpPr/>
            <p:nvPr/>
          </p:nvSpPr>
          <p:spPr>
            <a:xfrm>
              <a:off x="5256640" y="8366168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5" name="object 1595" descr=""/>
            <p:cNvSpPr/>
            <p:nvPr/>
          </p:nvSpPr>
          <p:spPr>
            <a:xfrm>
              <a:off x="5258816" y="836891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68"/>
                  </a:lnTo>
                  <a:lnTo>
                    <a:pt x="8089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26"/>
                  </a:lnTo>
                  <a:lnTo>
                    <a:pt x="0" y="24028"/>
                  </a:lnTo>
                  <a:lnTo>
                    <a:pt x="1193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60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19" y="25361"/>
                  </a:lnTo>
                  <a:lnTo>
                    <a:pt x="5867" y="24574"/>
                  </a:lnTo>
                  <a:lnTo>
                    <a:pt x="6540" y="24803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34"/>
                  </a:moveTo>
                  <a:lnTo>
                    <a:pt x="24701" y="5702"/>
                  </a:lnTo>
                  <a:lnTo>
                    <a:pt x="23228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408" y="5181"/>
                  </a:lnTo>
                  <a:lnTo>
                    <a:pt x="15189" y="5473"/>
                  </a:lnTo>
                  <a:lnTo>
                    <a:pt x="15151" y="6375"/>
                  </a:lnTo>
                  <a:lnTo>
                    <a:pt x="16332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22"/>
                  </a:lnTo>
                  <a:lnTo>
                    <a:pt x="20993" y="11137"/>
                  </a:lnTo>
                  <a:lnTo>
                    <a:pt x="21069" y="9410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78" y="7150"/>
                  </a:lnTo>
                  <a:lnTo>
                    <a:pt x="24625" y="7327"/>
                  </a:lnTo>
                  <a:lnTo>
                    <a:pt x="25844" y="7035"/>
                  </a:lnTo>
                  <a:lnTo>
                    <a:pt x="25882" y="6134"/>
                  </a:lnTo>
                  <a:close/>
                </a:path>
                <a:path w="41275" h="47625">
                  <a:moveTo>
                    <a:pt x="26174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83"/>
                  </a:lnTo>
                  <a:lnTo>
                    <a:pt x="20281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46" y="40271"/>
                  </a:lnTo>
                  <a:lnTo>
                    <a:pt x="16687" y="40081"/>
                  </a:lnTo>
                  <a:lnTo>
                    <a:pt x="15468" y="40386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97" y="41808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17" y="42240"/>
                  </a:lnTo>
                  <a:lnTo>
                    <a:pt x="26123" y="41948"/>
                  </a:lnTo>
                  <a:lnTo>
                    <a:pt x="26174" y="41046"/>
                  </a:lnTo>
                  <a:close/>
                </a:path>
                <a:path w="41275" h="47625">
                  <a:moveTo>
                    <a:pt x="41173" y="23558"/>
                  </a:moveTo>
                  <a:lnTo>
                    <a:pt x="39992" y="23114"/>
                  </a:lnTo>
                  <a:lnTo>
                    <a:pt x="38506" y="23012"/>
                  </a:lnTo>
                  <a:lnTo>
                    <a:pt x="37033" y="22923"/>
                  </a:lnTo>
                  <a:lnTo>
                    <a:pt x="36385" y="23088"/>
                  </a:lnTo>
                  <a:lnTo>
                    <a:pt x="36601" y="22326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80" y="20510"/>
                  </a:lnTo>
                  <a:lnTo>
                    <a:pt x="35191" y="22225"/>
                  </a:lnTo>
                  <a:lnTo>
                    <a:pt x="35331" y="23037"/>
                  </a:lnTo>
                  <a:lnTo>
                    <a:pt x="34645" y="22783"/>
                  </a:lnTo>
                  <a:lnTo>
                    <a:pt x="31686" y="22593"/>
                  </a:lnTo>
                  <a:lnTo>
                    <a:pt x="30480" y="22885"/>
                  </a:lnTo>
                  <a:lnTo>
                    <a:pt x="30429" y="23787"/>
                  </a:lnTo>
                  <a:lnTo>
                    <a:pt x="31610" y="24218"/>
                  </a:lnTo>
                  <a:lnTo>
                    <a:pt x="33096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86" y="28460"/>
                  </a:lnTo>
                  <a:lnTo>
                    <a:pt x="35128" y="29870"/>
                  </a:lnTo>
                  <a:lnTo>
                    <a:pt x="35902" y="29933"/>
                  </a:lnTo>
                  <a:lnTo>
                    <a:pt x="36271" y="28549"/>
                  </a:lnTo>
                  <a:lnTo>
                    <a:pt x="36360" y="26822"/>
                  </a:lnTo>
                  <a:lnTo>
                    <a:pt x="36436" y="25107"/>
                  </a:lnTo>
                  <a:lnTo>
                    <a:pt x="36296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47"/>
                  </a:lnTo>
                  <a:lnTo>
                    <a:pt x="41173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6" name="object 1596" descr=""/>
            <p:cNvSpPr/>
            <p:nvPr/>
          </p:nvSpPr>
          <p:spPr>
            <a:xfrm>
              <a:off x="5349674" y="8293092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7" name="object 1597" descr=""/>
            <p:cNvSpPr/>
            <p:nvPr/>
          </p:nvSpPr>
          <p:spPr>
            <a:xfrm>
              <a:off x="5351856" y="8295836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55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38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60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688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37" y="12458"/>
                  </a:lnTo>
                  <a:lnTo>
                    <a:pt x="20599" y="12509"/>
                  </a:lnTo>
                  <a:lnTo>
                    <a:pt x="20980" y="11137"/>
                  </a:lnTo>
                  <a:lnTo>
                    <a:pt x="21069" y="9410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31" y="7035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58" y="36283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87" y="40081"/>
                  </a:lnTo>
                  <a:lnTo>
                    <a:pt x="15468" y="40373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18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28" y="29870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47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47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8" name="object 1598" descr=""/>
            <p:cNvSpPr/>
            <p:nvPr/>
          </p:nvSpPr>
          <p:spPr>
            <a:xfrm>
              <a:off x="5327034" y="832861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9" name="object 1599" descr=""/>
            <p:cNvSpPr/>
            <p:nvPr/>
          </p:nvSpPr>
          <p:spPr>
            <a:xfrm>
              <a:off x="5329212" y="8331358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37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38" y="23139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803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45" y="7696"/>
                  </a:lnTo>
                  <a:lnTo>
                    <a:pt x="21005" y="6908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86" y="40589"/>
                  </a:lnTo>
                  <a:lnTo>
                    <a:pt x="21590" y="39827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51"/>
                  </a:lnTo>
                  <a:lnTo>
                    <a:pt x="19634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43" y="41744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50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23"/>
                  </a:lnTo>
                  <a:lnTo>
                    <a:pt x="36385" y="23088"/>
                  </a:lnTo>
                  <a:lnTo>
                    <a:pt x="36588" y="22326"/>
                  </a:lnTo>
                  <a:lnTo>
                    <a:pt x="36753" y="18884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31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60" y="26835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0" name="object 1600" descr=""/>
            <p:cNvSpPr/>
            <p:nvPr/>
          </p:nvSpPr>
          <p:spPr>
            <a:xfrm>
              <a:off x="5279911" y="832861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1" name="object 1601" descr=""/>
            <p:cNvSpPr/>
            <p:nvPr/>
          </p:nvSpPr>
          <p:spPr>
            <a:xfrm>
              <a:off x="5282095" y="8331358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65"/>
                  </a:lnTo>
                  <a:lnTo>
                    <a:pt x="4927" y="19037"/>
                  </a:lnTo>
                  <a:lnTo>
                    <a:pt x="4838" y="20764"/>
                  </a:lnTo>
                  <a:lnTo>
                    <a:pt x="4762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39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803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297" y="4914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40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792" y="6908"/>
                  </a:lnTo>
                  <a:lnTo>
                    <a:pt x="19265" y="6997"/>
                  </a:lnTo>
                  <a:lnTo>
                    <a:pt x="19951" y="6832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24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56" y="9423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84"/>
                  </a:lnTo>
                  <a:lnTo>
                    <a:pt x="16675" y="40093"/>
                  </a:lnTo>
                  <a:lnTo>
                    <a:pt x="15468" y="40386"/>
                  </a:lnTo>
                  <a:lnTo>
                    <a:pt x="15417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50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58" y="28549"/>
                  </a:lnTo>
                  <a:lnTo>
                    <a:pt x="36347" y="26835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2" name="object 1602" descr=""/>
            <p:cNvSpPr/>
            <p:nvPr/>
          </p:nvSpPr>
          <p:spPr>
            <a:xfrm>
              <a:off x="5372833" y="8328616"/>
              <a:ext cx="29845" cy="53975"/>
            </a:xfrm>
            <a:custGeom>
              <a:avLst/>
              <a:gdLst/>
              <a:ahLst/>
              <a:cxnLst/>
              <a:rect l="l" t="t" r="r" b="b"/>
              <a:pathLst>
                <a:path w="29845" h="53975">
                  <a:moveTo>
                    <a:pt x="0" y="26711"/>
                  </a:moveTo>
                  <a:lnTo>
                    <a:pt x="22899" y="53422"/>
                  </a:lnTo>
                  <a:lnTo>
                    <a:pt x="29745" y="45437"/>
                  </a:lnTo>
                </a:path>
                <a:path w="29845" h="53975">
                  <a:moveTo>
                    <a:pt x="29745" y="7985"/>
                  </a:moveTo>
                  <a:lnTo>
                    <a:pt x="22899" y="0"/>
                  </a:lnTo>
                  <a:lnTo>
                    <a:pt x="0" y="26711"/>
                  </a:lnTo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3" name="object 1603" descr=""/>
            <p:cNvSpPr/>
            <p:nvPr/>
          </p:nvSpPr>
          <p:spPr>
            <a:xfrm>
              <a:off x="5375008" y="8331358"/>
              <a:ext cx="26670" cy="47625"/>
            </a:xfrm>
            <a:custGeom>
              <a:avLst/>
              <a:gdLst/>
              <a:ahLst/>
              <a:cxnLst/>
              <a:rect l="l" t="t" r="r" b="b"/>
              <a:pathLst>
                <a:path w="26670" h="47625">
                  <a:moveTo>
                    <a:pt x="10744" y="23799"/>
                  </a:moveTo>
                  <a:lnTo>
                    <a:pt x="9563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65"/>
                  </a:lnTo>
                  <a:lnTo>
                    <a:pt x="4927" y="19037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39"/>
                  </a:lnTo>
                  <a:lnTo>
                    <a:pt x="0" y="24028"/>
                  </a:lnTo>
                  <a:lnTo>
                    <a:pt x="1193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73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803"/>
                  </a:lnTo>
                  <a:lnTo>
                    <a:pt x="5930" y="27076"/>
                  </a:lnTo>
                  <a:lnTo>
                    <a:pt x="6019" y="25361"/>
                  </a:lnTo>
                  <a:lnTo>
                    <a:pt x="5867" y="24574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26670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28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60"/>
                  </a:lnTo>
                  <a:lnTo>
                    <a:pt x="21209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51" y="6375"/>
                  </a:lnTo>
                  <a:lnTo>
                    <a:pt x="16332" y="6819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71"/>
                  </a:lnTo>
                  <a:lnTo>
                    <a:pt x="20612" y="12522"/>
                  </a:lnTo>
                  <a:lnTo>
                    <a:pt x="20993" y="11137"/>
                  </a:lnTo>
                  <a:lnTo>
                    <a:pt x="21069" y="9423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78" y="7150"/>
                  </a:lnTo>
                  <a:lnTo>
                    <a:pt x="24625" y="7340"/>
                  </a:lnTo>
                  <a:lnTo>
                    <a:pt x="25844" y="7048"/>
                  </a:lnTo>
                  <a:lnTo>
                    <a:pt x="25882" y="6146"/>
                  </a:lnTo>
                  <a:close/>
                </a:path>
                <a:path w="26670" h="47625">
                  <a:moveTo>
                    <a:pt x="26174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86" y="40589"/>
                  </a:lnTo>
                  <a:lnTo>
                    <a:pt x="21590" y="39827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46" y="40284"/>
                  </a:lnTo>
                  <a:lnTo>
                    <a:pt x="16687" y="40093"/>
                  </a:lnTo>
                  <a:lnTo>
                    <a:pt x="15468" y="40386"/>
                  </a:lnTo>
                  <a:lnTo>
                    <a:pt x="15430" y="41287"/>
                  </a:lnTo>
                  <a:lnTo>
                    <a:pt x="16611" y="41719"/>
                  </a:lnTo>
                  <a:lnTo>
                    <a:pt x="18097" y="41821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50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58" y="42062"/>
                  </a:lnTo>
                  <a:lnTo>
                    <a:pt x="24917" y="42240"/>
                  </a:lnTo>
                  <a:lnTo>
                    <a:pt x="26123" y="41948"/>
                  </a:lnTo>
                  <a:lnTo>
                    <a:pt x="26174" y="41046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4" name="object 1604" descr=""/>
            <p:cNvSpPr/>
            <p:nvPr/>
          </p:nvSpPr>
          <p:spPr>
            <a:xfrm>
              <a:off x="5303158" y="8293092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5" name="object 1605" descr=""/>
            <p:cNvSpPr/>
            <p:nvPr/>
          </p:nvSpPr>
          <p:spPr>
            <a:xfrm>
              <a:off x="5305336" y="8295836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55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60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693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32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09"/>
                  </a:lnTo>
                  <a:lnTo>
                    <a:pt x="20980" y="11137"/>
                  </a:lnTo>
                  <a:lnTo>
                    <a:pt x="21069" y="9410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44" y="7035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83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34" y="40271"/>
                  </a:lnTo>
                  <a:lnTo>
                    <a:pt x="16687" y="40081"/>
                  </a:lnTo>
                  <a:lnTo>
                    <a:pt x="15468" y="40373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23"/>
                  </a:lnTo>
                  <a:lnTo>
                    <a:pt x="36385" y="23088"/>
                  </a:lnTo>
                  <a:lnTo>
                    <a:pt x="36588" y="22326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91" y="22225"/>
                  </a:lnTo>
                  <a:lnTo>
                    <a:pt x="35331" y="23050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60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47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6" name="object 1606" descr=""/>
            <p:cNvSpPr/>
            <p:nvPr/>
          </p:nvSpPr>
          <p:spPr>
            <a:xfrm>
              <a:off x="5256640" y="8293092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7" name="object 1607" descr=""/>
            <p:cNvSpPr/>
            <p:nvPr/>
          </p:nvSpPr>
          <p:spPr>
            <a:xfrm>
              <a:off x="5258816" y="8295836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55"/>
                  </a:lnTo>
                  <a:lnTo>
                    <a:pt x="8089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26"/>
                  </a:lnTo>
                  <a:lnTo>
                    <a:pt x="0" y="24028"/>
                  </a:lnTo>
                  <a:lnTo>
                    <a:pt x="1193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60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19" y="25361"/>
                  </a:lnTo>
                  <a:lnTo>
                    <a:pt x="5867" y="24574"/>
                  </a:lnTo>
                  <a:lnTo>
                    <a:pt x="6540" y="24803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28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408" y="5181"/>
                  </a:lnTo>
                  <a:lnTo>
                    <a:pt x="15189" y="5473"/>
                  </a:lnTo>
                  <a:lnTo>
                    <a:pt x="15151" y="6375"/>
                  </a:lnTo>
                  <a:lnTo>
                    <a:pt x="16332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09"/>
                  </a:lnTo>
                  <a:lnTo>
                    <a:pt x="20993" y="11137"/>
                  </a:lnTo>
                  <a:lnTo>
                    <a:pt x="21069" y="9410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78" y="7150"/>
                  </a:lnTo>
                  <a:lnTo>
                    <a:pt x="24625" y="7340"/>
                  </a:lnTo>
                  <a:lnTo>
                    <a:pt x="25844" y="7035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74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83"/>
                  </a:lnTo>
                  <a:lnTo>
                    <a:pt x="20281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46" y="40271"/>
                  </a:lnTo>
                  <a:lnTo>
                    <a:pt x="16687" y="40081"/>
                  </a:lnTo>
                  <a:lnTo>
                    <a:pt x="15468" y="40373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97" y="41808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17" y="42240"/>
                  </a:lnTo>
                  <a:lnTo>
                    <a:pt x="26123" y="41948"/>
                  </a:lnTo>
                  <a:lnTo>
                    <a:pt x="26174" y="41046"/>
                  </a:lnTo>
                  <a:close/>
                </a:path>
                <a:path w="41275" h="47625">
                  <a:moveTo>
                    <a:pt x="41173" y="23558"/>
                  </a:moveTo>
                  <a:lnTo>
                    <a:pt x="39992" y="23114"/>
                  </a:lnTo>
                  <a:lnTo>
                    <a:pt x="38506" y="23025"/>
                  </a:lnTo>
                  <a:lnTo>
                    <a:pt x="37033" y="22923"/>
                  </a:lnTo>
                  <a:lnTo>
                    <a:pt x="36385" y="23088"/>
                  </a:lnTo>
                  <a:lnTo>
                    <a:pt x="36601" y="22326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80" y="20510"/>
                  </a:lnTo>
                  <a:lnTo>
                    <a:pt x="35191" y="22225"/>
                  </a:lnTo>
                  <a:lnTo>
                    <a:pt x="35331" y="23037"/>
                  </a:lnTo>
                  <a:lnTo>
                    <a:pt x="34645" y="22783"/>
                  </a:lnTo>
                  <a:lnTo>
                    <a:pt x="31686" y="22593"/>
                  </a:lnTo>
                  <a:lnTo>
                    <a:pt x="30480" y="22885"/>
                  </a:lnTo>
                  <a:lnTo>
                    <a:pt x="30429" y="23787"/>
                  </a:lnTo>
                  <a:lnTo>
                    <a:pt x="31610" y="24218"/>
                  </a:lnTo>
                  <a:lnTo>
                    <a:pt x="33096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86" y="28460"/>
                  </a:lnTo>
                  <a:lnTo>
                    <a:pt x="35128" y="29870"/>
                  </a:lnTo>
                  <a:lnTo>
                    <a:pt x="35902" y="29933"/>
                  </a:lnTo>
                  <a:lnTo>
                    <a:pt x="36271" y="28549"/>
                  </a:lnTo>
                  <a:lnTo>
                    <a:pt x="36360" y="26822"/>
                  </a:lnTo>
                  <a:lnTo>
                    <a:pt x="36436" y="25107"/>
                  </a:lnTo>
                  <a:lnTo>
                    <a:pt x="36296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47"/>
                  </a:lnTo>
                  <a:lnTo>
                    <a:pt x="41173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8" name="object 1608" descr=""/>
            <p:cNvSpPr/>
            <p:nvPr/>
          </p:nvSpPr>
          <p:spPr>
            <a:xfrm>
              <a:off x="5206081" y="8366168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9" name="object 1609" descr=""/>
            <p:cNvSpPr/>
            <p:nvPr/>
          </p:nvSpPr>
          <p:spPr>
            <a:xfrm>
              <a:off x="5208257" y="836891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60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34"/>
                  </a:moveTo>
                  <a:lnTo>
                    <a:pt x="24701" y="5702"/>
                  </a:lnTo>
                  <a:lnTo>
                    <a:pt x="23228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14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32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22"/>
                  </a:lnTo>
                  <a:lnTo>
                    <a:pt x="20980" y="11137"/>
                  </a:lnTo>
                  <a:lnTo>
                    <a:pt x="21069" y="9410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66" y="7150"/>
                  </a:lnTo>
                  <a:lnTo>
                    <a:pt x="24625" y="7327"/>
                  </a:lnTo>
                  <a:lnTo>
                    <a:pt x="25844" y="7035"/>
                  </a:lnTo>
                  <a:lnTo>
                    <a:pt x="25882" y="6134"/>
                  </a:lnTo>
                  <a:close/>
                </a:path>
                <a:path w="41275" h="47625">
                  <a:moveTo>
                    <a:pt x="26174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83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34" y="40271"/>
                  </a:lnTo>
                  <a:lnTo>
                    <a:pt x="16687" y="40081"/>
                  </a:lnTo>
                  <a:lnTo>
                    <a:pt x="15468" y="40386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17" y="42240"/>
                  </a:lnTo>
                  <a:lnTo>
                    <a:pt x="26123" y="41948"/>
                  </a:lnTo>
                  <a:lnTo>
                    <a:pt x="26174" y="41046"/>
                  </a:lnTo>
                  <a:close/>
                </a:path>
                <a:path w="41275" h="47625">
                  <a:moveTo>
                    <a:pt x="41173" y="23558"/>
                  </a:moveTo>
                  <a:lnTo>
                    <a:pt x="39979" y="23114"/>
                  </a:lnTo>
                  <a:lnTo>
                    <a:pt x="38506" y="23012"/>
                  </a:lnTo>
                  <a:lnTo>
                    <a:pt x="37033" y="22923"/>
                  </a:lnTo>
                  <a:lnTo>
                    <a:pt x="36385" y="23088"/>
                  </a:lnTo>
                  <a:lnTo>
                    <a:pt x="36588" y="22326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80" y="20510"/>
                  </a:lnTo>
                  <a:lnTo>
                    <a:pt x="35191" y="22225"/>
                  </a:lnTo>
                  <a:lnTo>
                    <a:pt x="35331" y="23037"/>
                  </a:lnTo>
                  <a:lnTo>
                    <a:pt x="34645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18"/>
                  </a:lnTo>
                  <a:lnTo>
                    <a:pt x="33096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60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47"/>
                  </a:lnTo>
                  <a:lnTo>
                    <a:pt x="41173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0" name="object 1610" descr=""/>
            <p:cNvSpPr/>
            <p:nvPr/>
          </p:nvSpPr>
          <p:spPr>
            <a:xfrm>
              <a:off x="5183439" y="8401692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1" name="object 1611" descr=""/>
            <p:cNvSpPr/>
            <p:nvPr/>
          </p:nvSpPr>
          <p:spPr>
            <a:xfrm>
              <a:off x="5185626" y="8404434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591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65"/>
                  </a:lnTo>
                  <a:lnTo>
                    <a:pt x="4927" y="19050"/>
                  </a:lnTo>
                  <a:lnTo>
                    <a:pt x="4838" y="20764"/>
                  </a:lnTo>
                  <a:lnTo>
                    <a:pt x="4749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44" y="22834"/>
                  </a:lnTo>
                  <a:lnTo>
                    <a:pt x="38" y="23139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74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803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29" y="5511"/>
                  </a:lnTo>
                  <a:lnTo>
                    <a:pt x="21082" y="5676"/>
                  </a:lnTo>
                  <a:lnTo>
                    <a:pt x="21297" y="4914"/>
                  </a:lnTo>
                  <a:lnTo>
                    <a:pt x="21450" y="1460"/>
                  </a:lnTo>
                  <a:lnTo>
                    <a:pt x="21209" y="50"/>
                  </a:lnTo>
                  <a:lnTo>
                    <a:pt x="20434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27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792" y="6908"/>
                  </a:lnTo>
                  <a:lnTo>
                    <a:pt x="19265" y="6997"/>
                  </a:lnTo>
                  <a:lnTo>
                    <a:pt x="19939" y="6845"/>
                  </a:lnTo>
                  <a:lnTo>
                    <a:pt x="19735" y="7607"/>
                  </a:lnTo>
                  <a:lnTo>
                    <a:pt x="19583" y="11049"/>
                  </a:lnTo>
                  <a:lnTo>
                    <a:pt x="19824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56" y="9423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495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84"/>
                  </a:lnTo>
                  <a:lnTo>
                    <a:pt x="16675" y="40093"/>
                  </a:lnTo>
                  <a:lnTo>
                    <a:pt x="15455" y="40386"/>
                  </a:lnTo>
                  <a:lnTo>
                    <a:pt x="15417" y="41287"/>
                  </a:lnTo>
                  <a:lnTo>
                    <a:pt x="16598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44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50"/>
                  </a:lnTo>
                  <a:lnTo>
                    <a:pt x="21348" y="44323"/>
                  </a:lnTo>
                  <a:lnTo>
                    <a:pt x="21424" y="42608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52"/>
                  </a:lnTo>
                  <a:lnTo>
                    <a:pt x="26111" y="41948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493" y="23025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44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597" y="24231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58" y="28549"/>
                  </a:lnTo>
                  <a:lnTo>
                    <a:pt x="36347" y="26835"/>
                  </a:lnTo>
                  <a:lnTo>
                    <a:pt x="36423" y="25107"/>
                  </a:lnTo>
                  <a:lnTo>
                    <a:pt x="36283" y="24320"/>
                  </a:lnTo>
                  <a:lnTo>
                    <a:pt x="36944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2" name="object 1612" descr=""/>
            <p:cNvSpPr/>
            <p:nvPr/>
          </p:nvSpPr>
          <p:spPr>
            <a:xfrm>
              <a:off x="5136316" y="8401692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3" name="object 1613" descr=""/>
            <p:cNvSpPr/>
            <p:nvPr/>
          </p:nvSpPr>
          <p:spPr>
            <a:xfrm>
              <a:off x="5159248" y="8404434"/>
              <a:ext cx="50165" cy="41910"/>
            </a:xfrm>
            <a:custGeom>
              <a:avLst/>
              <a:gdLst/>
              <a:ahLst/>
              <a:cxnLst/>
              <a:rect l="l" t="t" r="r" b="b"/>
              <a:pathLst>
                <a:path w="50164" h="41909">
                  <a:moveTo>
                    <a:pt x="5130" y="5511"/>
                  </a:moveTo>
                  <a:lnTo>
                    <a:pt x="711" y="5511"/>
                  </a:lnTo>
                  <a:lnTo>
                    <a:pt x="711" y="0"/>
                  </a:lnTo>
                  <a:lnTo>
                    <a:pt x="0" y="0"/>
                  </a:lnTo>
                  <a:lnTo>
                    <a:pt x="0" y="12522"/>
                  </a:lnTo>
                  <a:lnTo>
                    <a:pt x="393" y="12522"/>
                  </a:lnTo>
                  <a:lnTo>
                    <a:pt x="393" y="7340"/>
                  </a:lnTo>
                  <a:lnTo>
                    <a:pt x="5130" y="7340"/>
                  </a:lnTo>
                  <a:lnTo>
                    <a:pt x="5130" y="5511"/>
                  </a:lnTo>
                  <a:close/>
                </a:path>
                <a:path w="50164" h="41909">
                  <a:moveTo>
                    <a:pt x="20408" y="22923"/>
                  </a:moveTo>
                  <a:lnTo>
                    <a:pt x="15671" y="22923"/>
                  </a:lnTo>
                  <a:lnTo>
                    <a:pt x="15836" y="22326"/>
                  </a:lnTo>
                  <a:lnTo>
                    <a:pt x="16002" y="18884"/>
                  </a:lnTo>
                  <a:lnTo>
                    <a:pt x="15760" y="17462"/>
                  </a:lnTo>
                  <a:lnTo>
                    <a:pt x="14986" y="17411"/>
                  </a:lnTo>
                  <a:lnTo>
                    <a:pt x="14605" y="18796"/>
                  </a:lnTo>
                  <a:lnTo>
                    <a:pt x="14516" y="20510"/>
                  </a:lnTo>
                  <a:lnTo>
                    <a:pt x="14439" y="22225"/>
                  </a:lnTo>
                  <a:lnTo>
                    <a:pt x="14503" y="22593"/>
                  </a:lnTo>
                  <a:lnTo>
                    <a:pt x="9677" y="22593"/>
                  </a:lnTo>
                  <a:lnTo>
                    <a:pt x="9677" y="23672"/>
                  </a:lnTo>
                  <a:lnTo>
                    <a:pt x="15024" y="23672"/>
                  </a:lnTo>
                  <a:lnTo>
                    <a:pt x="15024" y="24752"/>
                  </a:lnTo>
                  <a:lnTo>
                    <a:pt x="15074" y="29933"/>
                  </a:lnTo>
                  <a:lnTo>
                    <a:pt x="15684" y="29933"/>
                  </a:lnTo>
                  <a:lnTo>
                    <a:pt x="15684" y="24752"/>
                  </a:lnTo>
                  <a:lnTo>
                    <a:pt x="20408" y="24752"/>
                  </a:lnTo>
                  <a:lnTo>
                    <a:pt x="20408" y="23672"/>
                  </a:lnTo>
                  <a:lnTo>
                    <a:pt x="20408" y="22923"/>
                  </a:lnTo>
                  <a:close/>
                </a:path>
                <a:path w="50164" h="41909">
                  <a:moveTo>
                    <a:pt x="50063" y="40093"/>
                  </a:moveTo>
                  <a:lnTo>
                    <a:pt x="15074" y="40093"/>
                  </a:lnTo>
                  <a:lnTo>
                    <a:pt x="15074" y="41910"/>
                  </a:lnTo>
                  <a:lnTo>
                    <a:pt x="50063" y="41910"/>
                  </a:lnTo>
                  <a:lnTo>
                    <a:pt x="50063" y="40093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4" name="object 1614" descr=""/>
            <p:cNvSpPr/>
            <p:nvPr/>
          </p:nvSpPr>
          <p:spPr>
            <a:xfrm>
              <a:off x="5229238" y="8401692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5" name="object 1615" descr=""/>
            <p:cNvSpPr/>
            <p:nvPr/>
          </p:nvSpPr>
          <p:spPr>
            <a:xfrm>
              <a:off x="5231422" y="8404434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83" y="17716"/>
                  </a:lnTo>
                  <a:lnTo>
                    <a:pt x="5295" y="17665"/>
                  </a:lnTo>
                  <a:lnTo>
                    <a:pt x="4927" y="19050"/>
                  </a:lnTo>
                  <a:lnTo>
                    <a:pt x="4838" y="20764"/>
                  </a:lnTo>
                  <a:lnTo>
                    <a:pt x="4762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39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74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803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297" y="4914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40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792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24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59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84"/>
                  </a:lnTo>
                  <a:lnTo>
                    <a:pt x="16675" y="40093"/>
                  </a:lnTo>
                  <a:lnTo>
                    <a:pt x="15468" y="40386"/>
                  </a:lnTo>
                  <a:lnTo>
                    <a:pt x="15417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50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52"/>
                  </a:lnTo>
                  <a:lnTo>
                    <a:pt x="26123" y="41948"/>
                  </a:lnTo>
                  <a:lnTo>
                    <a:pt x="26162" y="41059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47" y="26835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6" name="object 1616" descr=""/>
            <p:cNvSpPr/>
            <p:nvPr/>
          </p:nvSpPr>
          <p:spPr>
            <a:xfrm>
              <a:off x="5159564" y="8366168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7" name="object 1617" descr=""/>
            <p:cNvSpPr/>
            <p:nvPr/>
          </p:nvSpPr>
          <p:spPr>
            <a:xfrm>
              <a:off x="5161749" y="836891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591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53"/>
                  </a:lnTo>
                  <a:lnTo>
                    <a:pt x="4927" y="19037"/>
                  </a:lnTo>
                  <a:lnTo>
                    <a:pt x="4838" y="20764"/>
                  </a:lnTo>
                  <a:lnTo>
                    <a:pt x="4749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60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34"/>
                  </a:moveTo>
                  <a:lnTo>
                    <a:pt x="24688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14"/>
                  </a:lnTo>
                  <a:lnTo>
                    <a:pt x="21450" y="1460"/>
                  </a:lnTo>
                  <a:lnTo>
                    <a:pt x="21209" y="50"/>
                  </a:lnTo>
                  <a:lnTo>
                    <a:pt x="20434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27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792" y="6908"/>
                  </a:lnTo>
                  <a:lnTo>
                    <a:pt x="19265" y="6997"/>
                  </a:lnTo>
                  <a:lnTo>
                    <a:pt x="19939" y="6845"/>
                  </a:lnTo>
                  <a:lnTo>
                    <a:pt x="19735" y="7607"/>
                  </a:lnTo>
                  <a:lnTo>
                    <a:pt x="19583" y="11049"/>
                  </a:lnTo>
                  <a:lnTo>
                    <a:pt x="19824" y="12458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56" y="9410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27"/>
                  </a:lnTo>
                  <a:lnTo>
                    <a:pt x="25831" y="7035"/>
                  </a:lnTo>
                  <a:lnTo>
                    <a:pt x="25869" y="6134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495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83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75" y="40081"/>
                  </a:lnTo>
                  <a:lnTo>
                    <a:pt x="15468" y="40386"/>
                  </a:lnTo>
                  <a:lnTo>
                    <a:pt x="15417" y="41275"/>
                  </a:lnTo>
                  <a:lnTo>
                    <a:pt x="16598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37"/>
                  </a:lnTo>
                  <a:lnTo>
                    <a:pt x="21348" y="44323"/>
                  </a:lnTo>
                  <a:lnTo>
                    <a:pt x="21424" y="42608"/>
                  </a:lnTo>
                  <a:lnTo>
                    <a:pt x="21285" y="41821"/>
                  </a:lnTo>
                  <a:lnTo>
                    <a:pt x="21945" y="42049"/>
                  </a:lnTo>
                  <a:lnTo>
                    <a:pt x="24904" y="42240"/>
                  </a:lnTo>
                  <a:lnTo>
                    <a:pt x="26111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493" y="23012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44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33"/>
                  </a:lnTo>
                  <a:lnTo>
                    <a:pt x="36258" y="28549"/>
                  </a:lnTo>
                  <a:lnTo>
                    <a:pt x="36347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44" y="24561"/>
                  </a:lnTo>
                  <a:lnTo>
                    <a:pt x="39903" y="24752"/>
                  </a:lnTo>
                  <a:lnTo>
                    <a:pt x="41122" y="24447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8" name="object 1618" descr=""/>
            <p:cNvSpPr/>
            <p:nvPr/>
          </p:nvSpPr>
          <p:spPr>
            <a:xfrm>
              <a:off x="5113047" y="8366168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9" name="object 1619" descr=""/>
            <p:cNvSpPr/>
            <p:nvPr/>
          </p:nvSpPr>
          <p:spPr>
            <a:xfrm>
              <a:off x="5206081" y="8293092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0" name="object 1620" descr=""/>
            <p:cNvSpPr/>
            <p:nvPr/>
          </p:nvSpPr>
          <p:spPr>
            <a:xfrm>
              <a:off x="5208257" y="8295836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44" y="23799"/>
                  </a:moveTo>
                  <a:lnTo>
                    <a:pt x="9563" y="23355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56" y="23342"/>
                  </a:lnTo>
                  <a:lnTo>
                    <a:pt x="6172" y="22567"/>
                  </a:lnTo>
                  <a:lnTo>
                    <a:pt x="6324" y="19126"/>
                  </a:lnTo>
                  <a:lnTo>
                    <a:pt x="6083" y="17716"/>
                  </a:lnTo>
                  <a:lnTo>
                    <a:pt x="5308" y="17653"/>
                  </a:lnTo>
                  <a:lnTo>
                    <a:pt x="4927" y="19037"/>
                  </a:lnTo>
                  <a:lnTo>
                    <a:pt x="4851" y="20764"/>
                  </a:lnTo>
                  <a:lnTo>
                    <a:pt x="4762" y="22479"/>
                  </a:lnTo>
                  <a:lnTo>
                    <a:pt x="4902" y="23291"/>
                  </a:lnTo>
                  <a:lnTo>
                    <a:pt x="4216" y="23025"/>
                  </a:lnTo>
                  <a:lnTo>
                    <a:pt x="1257" y="22834"/>
                  </a:lnTo>
                  <a:lnTo>
                    <a:pt x="50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67" y="24561"/>
                  </a:lnTo>
                  <a:lnTo>
                    <a:pt x="4140" y="24663"/>
                  </a:lnTo>
                  <a:lnTo>
                    <a:pt x="4813" y="24511"/>
                  </a:lnTo>
                  <a:lnTo>
                    <a:pt x="4610" y="25260"/>
                  </a:lnTo>
                  <a:lnTo>
                    <a:pt x="4457" y="28714"/>
                  </a:lnTo>
                  <a:lnTo>
                    <a:pt x="4699" y="30124"/>
                  </a:lnTo>
                  <a:lnTo>
                    <a:pt x="5473" y="30175"/>
                  </a:lnTo>
                  <a:lnTo>
                    <a:pt x="5842" y="28790"/>
                  </a:lnTo>
                  <a:lnTo>
                    <a:pt x="5930" y="27076"/>
                  </a:lnTo>
                  <a:lnTo>
                    <a:pt x="6007" y="25361"/>
                  </a:lnTo>
                  <a:lnTo>
                    <a:pt x="5867" y="24574"/>
                  </a:lnTo>
                  <a:lnTo>
                    <a:pt x="6527" y="24803"/>
                  </a:lnTo>
                  <a:lnTo>
                    <a:pt x="9486" y="24993"/>
                  </a:lnTo>
                  <a:lnTo>
                    <a:pt x="10706" y="24701"/>
                  </a:lnTo>
                  <a:lnTo>
                    <a:pt x="10744" y="23799"/>
                  </a:lnTo>
                  <a:close/>
                </a:path>
                <a:path w="41275" h="47625">
                  <a:moveTo>
                    <a:pt x="25882" y="6146"/>
                  </a:moveTo>
                  <a:lnTo>
                    <a:pt x="24701" y="5702"/>
                  </a:lnTo>
                  <a:lnTo>
                    <a:pt x="23228" y="5600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310" y="4902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78" y="1384"/>
                  </a:lnTo>
                  <a:lnTo>
                    <a:pt x="19989" y="3098"/>
                  </a:lnTo>
                  <a:lnTo>
                    <a:pt x="19900" y="4813"/>
                  </a:lnTo>
                  <a:lnTo>
                    <a:pt x="20040" y="5626"/>
                  </a:lnTo>
                  <a:lnTo>
                    <a:pt x="19354" y="5372"/>
                  </a:lnTo>
                  <a:lnTo>
                    <a:pt x="16395" y="5181"/>
                  </a:lnTo>
                  <a:lnTo>
                    <a:pt x="15189" y="5473"/>
                  </a:lnTo>
                  <a:lnTo>
                    <a:pt x="15138" y="6375"/>
                  </a:lnTo>
                  <a:lnTo>
                    <a:pt x="16332" y="6807"/>
                  </a:lnTo>
                  <a:lnTo>
                    <a:pt x="17805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96" y="11049"/>
                  </a:lnTo>
                  <a:lnTo>
                    <a:pt x="19837" y="12458"/>
                  </a:lnTo>
                  <a:lnTo>
                    <a:pt x="20612" y="12509"/>
                  </a:lnTo>
                  <a:lnTo>
                    <a:pt x="20980" y="11137"/>
                  </a:lnTo>
                  <a:lnTo>
                    <a:pt x="21069" y="9410"/>
                  </a:lnTo>
                  <a:lnTo>
                    <a:pt x="21158" y="7696"/>
                  </a:lnTo>
                  <a:lnTo>
                    <a:pt x="21005" y="6908"/>
                  </a:lnTo>
                  <a:lnTo>
                    <a:pt x="21666" y="7150"/>
                  </a:lnTo>
                  <a:lnTo>
                    <a:pt x="24625" y="7340"/>
                  </a:lnTo>
                  <a:lnTo>
                    <a:pt x="25844" y="7035"/>
                  </a:lnTo>
                  <a:lnTo>
                    <a:pt x="25882" y="6146"/>
                  </a:lnTo>
                  <a:close/>
                </a:path>
                <a:path w="41275" h="47625">
                  <a:moveTo>
                    <a:pt x="26174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34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55" y="36372"/>
                  </a:lnTo>
                  <a:lnTo>
                    <a:pt x="21513" y="34963"/>
                  </a:lnTo>
                  <a:lnTo>
                    <a:pt x="20739" y="34912"/>
                  </a:lnTo>
                  <a:lnTo>
                    <a:pt x="20358" y="36283"/>
                  </a:lnTo>
                  <a:lnTo>
                    <a:pt x="20269" y="38011"/>
                  </a:lnTo>
                  <a:lnTo>
                    <a:pt x="20193" y="39725"/>
                  </a:lnTo>
                  <a:lnTo>
                    <a:pt x="20332" y="40538"/>
                  </a:lnTo>
                  <a:lnTo>
                    <a:pt x="19634" y="40271"/>
                  </a:lnTo>
                  <a:lnTo>
                    <a:pt x="16687" y="40081"/>
                  </a:lnTo>
                  <a:lnTo>
                    <a:pt x="15468" y="40373"/>
                  </a:lnTo>
                  <a:lnTo>
                    <a:pt x="15430" y="41275"/>
                  </a:lnTo>
                  <a:lnTo>
                    <a:pt x="16611" y="41719"/>
                  </a:lnTo>
                  <a:lnTo>
                    <a:pt x="18084" y="41808"/>
                  </a:lnTo>
                  <a:lnTo>
                    <a:pt x="19570" y="41910"/>
                  </a:lnTo>
                  <a:lnTo>
                    <a:pt x="20243" y="41757"/>
                  </a:lnTo>
                  <a:lnTo>
                    <a:pt x="20040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72" y="46037"/>
                  </a:lnTo>
                  <a:lnTo>
                    <a:pt x="21361" y="44323"/>
                  </a:lnTo>
                  <a:lnTo>
                    <a:pt x="21437" y="42608"/>
                  </a:lnTo>
                  <a:lnTo>
                    <a:pt x="21285" y="41808"/>
                  </a:lnTo>
                  <a:lnTo>
                    <a:pt x="21958" y="42049"/>
                  </a:lnTo>
                  <a:lnTo>
                    <a:pt x="24917" y="42240"/>
                  </a:lnTo>
                  <a:lnTo>
                    <a:pt x="26123" y="41948"/>
                  </a:lnTo>
                  <a:lnTo>
                    <a:pt x="26174" y="41046"/>
                  </a:lnTo>
                  <a:close/>
                </a:path>
                <a:path w="41275" h="47625">
                  <a:moveTo>
                    <a:pt x="41173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33" y="22923"/>
                  </a:lnTo>
                  <a:lnTo>
                    <a:pt x="36385" y="23088"/>
                  </a:lnTo>
                  <a:lnTo>
                    <a:pt x="36588" y="22326"/>
                  </a:lnTo>
                  <a:lnTo>
                    <a:pt x="36753" y="18872"/>
                  </a:lnTo>
                  <a:lnTo>
                    <a:pt x="36512" y="17462"/>
                  </a:lnTo>
                  <a:lnTo>
                    <a:pt x="35737" y="17411"/>
                  </a:lnTo>
                  <a:lnTo>
                    <a:pt x="35356" y="18796"/>
                  </a:lnTo>
                  <a:lnTo>
                    <a:pt x="35280" y="20510"/>
                  </a:lnTo>
                  <a:lnTo>
                    <a:pt x="35191" y="22225"/>
                  </a:lnTo>
                  <a:lnTo>
                    <a:pt x="35331" y="23037"/>
                  </a:lnTo>
                  <a:lnTo>
                    <a:pt x="34645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18"/>
                  </a:lnTo>
                  <a:lnTo>
                    <a:pt x="33096" y="24320"/>
                  </a:lnTo>
                  <a:lnTo>
                    <a:pt x="34569" y="24409"/>
                  </a:lnTo>
                  <a:lnTo>
                    <a:pt x="35242" y="24257"/>
                  </a:lnTo>
                  <a:lnTo>
                    <a:pt x="35039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60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16" y="24752"/>
                  </a:lnTo>
                  <a:lnTo>
                    <a:pt x="41122" y="24447"/>
                  </a:lnTo>
                  <a:lnTo>
                    <a:pt x="41173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1" name="object 1621" descr=""/>
            <p:cNvSpPr/>
            <p:nvPr/>
          </p:nvSpPr>
          <p:spPr>
            <a:xfrm>
              <a:off x="5183439" y="832861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2" name="object 1622" descr=""/>
            <p:cNvSpPr/>
            <p:nvPr/>
          </p:nvSpPr>
          <p:spPr>
            <a:xfrm>
              <a:off x="5185626" y="8331358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591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65"/>
                  </a:lnTo>
                  <a:lnTo>
                    <a:pt x="4927" y="19037"/>
                  </a:lnTo>
                  <a:lnTo>
                    <a:pt x="4838" y="20764"/>
                  </a:lnTo>
                  <a:lnTo>
                    <a:pt x="4749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44" y="22834"/>
                  </a:lnTo>
                  <a:lnTo>
                    <a:pt x="38" y="23139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803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29" y="5511"/>
                  </a:lnTo>
                  <a:lnTo>
                    <a:pt x="21082" y="5676"/>
                  </a:lnTo>
                  <a:lnTo>
                    <a:pt x="21297" y="4914"/>
                  </a:lnTo>
                  <a:lnTo>
                    <a:pt x="21450" y="1460"/>
                  </a:lnTo>
                  <a:lnTo>
                    <a:pt x="21209" y="50"/>
                  </a:lnTo>
                  <a:lnTo>
                    <a:pt x="20434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27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792" y="6908"/>
                  </a:lnTo>
                  <a:lnTo>
                    <a:pt x="19265" y="6997"/>
                  </a:lnTo>
                  <a:lnTo>
                    <a:pt x="19939" y="6845"/>
                  </a:lnTo>
                  <a:lnTo>
                    <a:pt x="19735" y="7607"/>
                  </a:lnTo>
                  <a:lnTo>
                    <a:pt x="19583" y="11049"/>
                  </a:lnTo>
                  <a:lnTo>
                    <a:pt x="19824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56" y="9423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495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84"/>
                  </a:lnTo>
                  <a:lnTo>
                    <a:pt x="16675" y="40093"/>
                  </a:lnTo>
                  <a:lnTo>
                    <a:pt x="15455" y="40386"/>
                  </a:lnTo>
                  <a:lnTo>
                    <a:pt x="15417" y="41287"/>
                  </a:lnTo>
                  <a:lnTo>
                    <a:pt x="16598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44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50"/>
                  </a:lnTo>
                  <a:lnTo>
                    <a:pt x="21348" y="44323"/>
                  </a:lnTo>
                  <a:lnTo>
                    <a:pt x="21424" y="42608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40"/>
                  </a:lnTo>
                  <a:lnTo>
                    <a:pt x="26111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493" y="23025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44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597" y="24231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58" y="28549"/>
                  </a:lnTo>
                  <a:lnTo>
                    <a:pt x="36347" y="26835"/>
                  </a:lnTo>
                  <a:lnTo>
                    <a:pt x="36423" y="25107"/>
                  </a:lnTo>
                  <a:lnTo>
                    <a:pt x="36283" y="24320"/>
                  </a:lnTo>
                  <a:lnTo>
                    <a:pt x="36944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3" name="object 1623" descr=""/>
            <p:cNvSpPr/>
            <p:nvPr/>
          </p:nvSpPr>
          <p:spPr>
            <a:xfrm>
              <a:off x="5136316" y="832861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4" name="object 1624" descr=""/>
            <p:cNvSpPr/>
            <p:nvPr/>
          </p:nvSpPr>
          <p:spPr>
            <a:xfrm>
              <a:off x="5153926" y="8331358"/>
              <a:ext cx="55880" cy="47625"/>
            </a:xfrm>
            <a:custGeom>
              <a:avLst/>
              <a:gdLst/>
              <a:ahLst/>
              <a:cxnLst/>
              <a:rect l="l" t="t" r="r" b="b"/>
              <a:pathLst>
                <a:path w="55879" h="47625">
                  <a:moveTo>
                    <a:pt x="10452" y="5511"/>
                  </a:moveTo>
                  <a:lnTo>
                    <a:pt x="6032" y="5511"/>
                  </a:lnTo>
                  <a:lnTo>
                    <a:pt x="6032" y="0"/>
                  </a:lnTo>
                  <a:lnTo>
                    <a:pt x="5321" y="0"/>
                  </a:lnTo>
                  <a:lnTo>
                    <a:pt x="5321" y="12522"/>
                  </a:lnTo>
                  <a:lnTo>
                    <a:pt x="5715" y="12522"/>
                  </a:lnTo>
                  <a:lnTo>
                    <a:pt x="5715" y="7340"/>
                  </a:lnTo>
                  <a:lnTo>
                    <a:pt x="10452" y="7340"/>
                  </a:lnTo>
                  <a:lnTo>
                    <a:pt x="10452" y="5511"/>
                  </a:lnTo>
                  <a:close/>
                </a:path>
                <a:path w="55879" h="47625">
                  <a:moveTo>
                    <a:pt x="25730" y="23558"/>
                  </a:moveTo>
                  <a:lnTo>
                    <a:pt x="24549" y="23114"/>
                  </a:lnTo>
                  <a:lnTo>
                    <a:pt x="23075" y="23025"/>
                  </a:lnTo>
                  <a:lnTo>
                    <a:pt x="21602" y="22923"/>
                  </a:lnTo>
                  <a:lnTo>
                    <a:pt x="20955" y="23088"/>
                  </a:lnTo>
                  <a:lnTo>
                    <a:pt x="21158" y="22326"/>
                  </a:lnTo>
                  <a:lnTo>
                    <a:pt x="21323" y="18884"/>
                  </a:lnTo>
                  <a:lnTo>
                    <a:pt x="21082" y="17462"/>
                  </a:lnTo>
                  <a:lnTo>
                    <a:pt x="20307" y="17411"/>
                  </a:lnTo>
                  <a:lnTo>
                    <a:pt x="19926" y="18796"/>
                  </a:lnTo>
                  <a:lnTo>
                    <a:pt x="19837" y="20510"/>
                  </a:lnTo>
                  <a:lnTo>
                    <a:pt x="19761" y="22225"/>
                  </a:lnTo>
                  <a:lnTo>
                    <a:pt x="19900" y="23050"/>
                  </a:lnTo>
                  <a:lnTo>
                    <a:pt x="19202" y="22783"/>
                  </a:lnTo>
                  <a:lnTo>
                    <a:pt x="16256" y="22593"/>
                  </a:lnTo>
                  <a:lnTo>
                    <a:pt x="15036" y="22885"/>
                  </a:lnTo>
                  <a:lnTo>
                    <a:pt x="14998" y="23787"/>
                  </a:lnTo>
                  <a:lnTo>
                    <a:pt x="16179" y="24231"/>
                  </a:lnTo>
                  <a:lnTo>
                    <a:pt x="17653" y="24320"/>
                  </a:lnTo>
                  <a:lnTo>
                    <a:pt x="19126" y="24409"/>
                  </a:lnTo>
                  <a:lnTo>
                    <a:pt x="19812" y="24244"/>
                  </a:lnTo>
                  <a:lnTo>
                    <a:pt x="19608" y="25019"/>
                  </a:lnTo>
                  <a:lnTo>
                    <a:pt x="19443" y="28460"/>
                  </a:lnTo>
                  <a:lnTo>
                    <a:pt x="19685" y="29883"/>
                  </a:lnTo>
                  <a:lnTo>
                    <a:pt x="20459" y="29933"/>
                  </a:lnTo>
                  <a:lnTo>
                    <a:pt x="20840" y="28549"/>
                  </a:lnTo>
                  <a:lnTo>
                    <a:pt x="20916" y="26835"/>
                  </a:lnTo>
                  <a:lnTo>
                    <a:pt x="21005" y="25107"/>
                  </a:lnTo>
                  <a:lnTo>
                    <a:pt x="20853" y="24320"/>
                  </a:lnTo>
                  <a:lnTo>
                    <a:pt x="21526" y="24561"/>
                  </a:lnTo>
                  <a:lnTo>
                    <a:pt x="24472" y="24752"/>
                  </a:lnTo>
                  <a:lnTo>
                    <a:pt x="25692" y="24460"/>
                  </a:lnTo>
                  <a:lnTo>
                    <a:pt x="25730" y="23558"/>
                  </a:lnTo>
                  <a:close/>
                </a:path>
                <a:path w="55879" h="47625">
                  <a:moveTo>
                    <a:pt x="55384" y="40093"/>
                  </a:moveTo>
                  <a:lnTo>
                    <a:pt x="6311" y="40093"/>
                  </a:lnTo>
                  <a:lnTo>
                    <a:pt x="6311" y="34912"/>
                  </a:lnTo>
                  <a:lnTo>
                    <a:pt x="5321" y="34912"/>
                  </a:lnTo>
                  <a:lnTo>
                    <a:pt x="5321" y="40093"/>
                  </a:lnTo>
                  <a:lnTo>
                    <a:pt x="0" y="40093"/>
                  </a:lnTo>
                  <a:lnTo>
                    <a:pt x="0" y="41910"/>
                  </a:lnTo>
                  <a:lnTo>
                    <a:pt x="5321" y="41910"/>
                  </a:lnTo>
                  <a:lnTo>
                    <a:pt x="5321" y="47421"/>
                  </a:lnTo>
                  <a:lnTo>
                    <a:pt x="6007" y="47421"/>
                  </a:lnTo>
                  <a:lnTo>
                    <a:pt x="6007" y="41910"/>
                  </a:lnTo>
                  <a:lnTo>
                    <a:pt x="6527" y="42062"/>
                  </a:lnTo>
                  <a:lnTo>
                    <a:pt x="9474" y="42240"/>
                  </a:lnTo>
                  <a:lnTo>
                    <a:pt x="10693" y="41948"/>
                  </a:lnTo>
                  <a:lnTo>
                    <a:pt x="55384" y="41910"/>
                  </a:lnTo>
                  <a:lnTo>
                    <a:pt x="55384" y="40093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5" name="object 1625" descr=""/>
            <p:cNvSpPr/>
            <p:nvPr/>
          </p:nvSpPr>
          <p:spPr>
            <a:xfrm>
              <a:off x="5229238" y="8328616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6" name="object 1626" descr=""/>
            <p:cNvSpPr/>
            <p:nvPr/>
          </p:nvSpPr>
          <p:spPr>
            <a:xfrm>
              <a:off x="5231422" y="8331358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68"/>
                  </a:lnTo>
                  <a:lnTo>
                    <a:pt x="8077" y="23266"/>
                  </a:lnTo>
                  <a:lnTo>
                    <a:pt x="6604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83" y="17716"/>
                  </a:lnTo>
                  <a:lnTo>
                    <a:pt x="5295" y="17665"/>
                  </a:lnTo>
                  <a:lnTo>
                    <a:pt x="4927" y="19037"/>
                  </a:lnTo>
                  <a:lnTo>
                    <a:pt x="4838" y="20764"/>
                  </a:lnTo>
                  <a:lnTo>
                    <a:pt x="4762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39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73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803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61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13"/>
                  </a:lnTo>
                  <a:lnTo>
                    <a:pt x="21742" y="5511"/>
                  </a:lnTo>
                  <a:lnTo>
                    <a:pt x="21094" y="5676"/>
                  </a:lnTo>
                  <a:lnTo>
                    <a:pt x="21297" y="4914"/>
                  </a:lnTo>
                  <a:lnTo>
                    <a:pt x="21463" y="1460"/>
                  </a:lnTo>
                  <a:lnTo>
                    <a:pt x="21221" y="50"/>
                  </a:lnTo>
                  <a:lnTo>
                    <a:pt x="20447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40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19"/>
                  </a:lnTo>
                  <a:lnTo>
                    <a:pt x="17792" y="6908"/>
                  </a:lnTo>
                  <a:lnTo>
                    <a:pt x="19278" y="6997"/>
                  </a:lnTo>
                  <a:lnTo>
                    <a:pt x="19951" y="6845"/>
                  </a:lnTo>
                  <a:lnTo>
                    <a:pt x="19748" y="7607"/>
                  </a:lnTo>
                  <a:lnTo>
                    <a:pt x="19583" y="11049"/>
                  </a:lnTo>
                  <a:lnTo>
                    <a:pt x="19824" y="12471"/>
                  </a:lnTo>
                  <a:lnTo>
                    <a:pt x="20599" y="12522"/>
                  </a:lnTo>
                  <a:lnTo>
                    <a:pt x="20980" y="11137"/>
                  </a:lnTo>
                  <a:lnTo>
                    <a:pt x="21069" y="9423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48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507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27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58" y="36296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84"/>
                  </a:lnTo>
                  <a:lnTo>
                    <a:pt x="16675" y="40093"/>
                  </a:lnTo>
                  <a:lnTo>
                    <a:pt x="15468" y="40386"/>
                  </a:lnTo>
                  <a:lnTo>
                    <a:pt x="15417" y="41287"/>
                  </a:lnTo>
                  <a:lnTo>
                    <a:pt x="16611" y="41719"/>
                  </a:lnTo>
                  <a:lnTo>
                    <a:pt x="18084" y="41821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50"/>
                  </a:lnTo>
                  <a:lnTo>
                    <a:pt x="21348" y="44323"/>
                  </a:lnTo>
                  <a:lnTo>
                    <a:pt x="21437" y="42608"/>
                  </a:lnTo>
                  <a:lnTo>
                    <a:pt x="21285" y="41821"/>
                  </a:lnTo>
                  <a:lnTo>
                    <a:pt x="21945" y="42062"/>
                  </a:lnTo>
                  <a:lnTo>
                    <a:pt x="24904" y="42240"/>
                  </a:lnTo>
                  <a:lnTo>
                    <a:pt x="26123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506" y="23025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84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56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83"/>
                  </a:lnTo>
                  <a:lnTo>
                    <a:pt x="31686" y="22593"/>
                  </a:lnTo>
                  <a:lnTo>
                    <a:pt x="30467" y="22885"/>
                  </a:lnTo>
                  <a:lnTo>
                    <a:pt x="30429" y="23787"/>
                  </a:lnTo>
                  <a:lnTo>
                    <a:pt x="31610" y="24231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83"/>
                  </a:lnTo>
                  <a:lnTo>
                    <a:pt x="35890" y="29933"/>
                  </a:lnTo>
                  <a:lnTo>
                    <a:pt x="36271" y="28549"/>
                  </a:lnTo>
                  <a:lnTo>
                    <a:pt x="36347" y="26835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57" y="24561"/>
                  </a:lnTo>
                  <a:lnTo>
                    <a:pt x="39903" y="24752"/>
                  </a:lnTo>
                  <a:lnTo>
                    <a:pt x="41122" y="24460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7" name="object 1627" descr=""/>
            <p:cNvSpPr/>
            <p:nvPr/>
          </p:nvSpPr>
          <p:spPr>
            <a:xfrm>
              <a:off x="5159564" y="8293092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8" name="object 1628" descr=""/>
            <p:cNvSpPr/>
            <p:nvPr/>
          </p:nvSpPr>
          <p:spPr>
            <a:xfrm>
              <a:off x="5161749" y="8295836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10731" y="23799"/>
                  </a:moveTo>
                  <a:lnTo>
                    <a:pt x="9550" y="23355"/>
                  </a:lnTo>
                  <a:lnTo>
                    <a:pt x="8077" y="23266"/>
                  </a:lnTo>
                  <a:lnTo>
                    <a:pt x="6591" y="23177"/>
                  </a:lnTo>
                  <a:lnTo>
                    <a:pt x="5943" y="23342"/>
                  </a:lnTo>
                  <a:lnTo>
                    <a:pt x="6159" y="22567"/>
                  </a:lnTo>
                  <a:lnTo>
                    <a:pt x="6311" y="19126"/>
                  </a:lnTo>
                  <a:lnTo>
                    <a:pt x="6070" y="17716"/>
                  </a:lnTo>
                  <a:lnTo>
                    <a:pt x="5295" y="17653"/>
                  </a:lnTo>
                  <a:lnTo>
                    <a:pt x="4927" y="19037"/>
                  </a:lnTo>
                  <a:lnTo>
                    <a:pt x="4838" y="20764"/>
                  </a:lnTo>
                  <a:lnTo>
                    <a:pt x="4749" y="22479"/>
                  </a:lnTo>
                  <a:lnTo>
                    <a:pt x="4889" y="23291"/>
                  </a:lnTo>
                  <a:lnTo>
                    <a:pt x="4203" y="23025"/>
                  </a:lnTo>
                  <a:lnTo>
                    <a:pt x="1257" y="22834"/>
                  </a:lnTo>
                  <a:lnTo>
                    <a:pt x="38" y="23126"/>
                  </a:lnTo>
                  <a:lnTo>
                    <a:pt x="0" y="24028"/>
                  </a:lnTo>
                  <a:lnTo>
                    <a:pt x="1181" y="24472"/>
                  </a:lnTo>
                  <a:lnTo>
                    <a:pt x="2654" y="24561"/>
                  </a:lnTo>
                  <a:lnTo>
                    <a:pt x="4127" y="24663"/>
                  </a:lnTo>
                  <a:lnTo>
                    <a:pt x="4800" y="24511"/>
                  </a:lnTo>
                  <a:lnTo>
                    <a:pt x="4597" y="25260"/>
                  </a:lnTo>
                  <a:lnTo>
                    <a:pt x="4445" y="28714"/>
                  </a:lnTo>
                  <a:lnTo>
                    <a:pt x="4686" y="30124"/>
                  </a:lnTo>
                  <a:lnTo>
                    <a:pt x="5461" y="30175"/>
                  </a:lnTo>
                  <a:lnTo>
                    <a:pt x="5842" y="28790"/>
                  </a:lnTo>
                  <a:lnTo>
                    <a:pt x="5918" y="27076"/>
                  </a:lnTo>
                  <a:lnTo>
                    <a:pt x="6007" y="25361"/>
                  </a:lnTo>
                  <a:lnTo>
                    <a:pt x="5854" y="24574"/>
                  </a:lnTo>
                  <a:lnTo>
                    <a:pt x="6527" y="24803"/>
                  </a:lnTo>
                  <a:lnTo>
                    <a:pt x="9474" y="24993"/>
                  </a:lnTo>
                  <a:lnTo>
                    <a:pt x="10693" y="24701"/>
                  </a:lnTo>
                  <a:lnTo>
                    <a:pt x="10731" y="23799"/>
                  </a:lnTo>
                  <a:close/>
                </a:path>
                <a:path w="41275" h="47625">
                  <a:moveTo>
                    <a:pt x="25869" y="6146"/>
                  </a:moveTo>
                  <a:lnTo>
                    <a:pt x="24688" y="5702"/>
                  </a:lnTo>
                  <a:lnTo>
                    <a:pt x="23215" y="5600"/>
                  </a:lnTo>
                  <a:lnTo>
                    <a:pt x="21742" y="5511"/>
                  </a:lnTo>
                  <a:lnTo>
                    <a:pt x="21082" y="5676"/>
                  </a:lnTo>
                  <a:lnTo>
                    <a:pt x="21297" y="4902"/>
                  </a:lnTo>
                  <a:lnTo>
                    <a:pt x="21450" y="1460"/>
                  </a:lnTo>
                  <a:lnTo>
                    <a:pt x="21209" y="50"/>
                  </a:lnTo>
                  <a:lnTo>
                    <a:pt x="20434" y="0"/>
                  </a:lnTo>
                  <a:lnTo>
                    <a:pt x="20066" y="1384"/>
                  </a:lnTo>
                  <a:lnTo>
                    <a:pt x="19977" y="3098"/>
                  </a:lnTo>
                  <a:lnTo>
                    <a:pt x="19900" y="4813"/>
                  </a:lnTo>
                  <a:lnTo>
                    <a:pt x="20027" y="5638"/>
                  </a:lnTo>
                  <a:lnTo>
                    <a:pt x="19342" y="5372"/>
                  </a:lnTo>
                  <a:lnTo>
                    <a:pt x="16395" y="5181"/>
                  </a:lnTo>
                  <a:lnTo>
                    <a:pt x="15176" y="5473"/>
                  </a:lnTo>
                  <a:lnTo>
                    <a:pt x="15138" y="6375"/>
                  </a:lnTo>
                  <a:lnTo>
                    <a:pt x="16319" y="6807"/>
                  </a:lnTo>
                  <a:lnTo>
                    <a:pt x="17792" y="6908"/>
                  </a:lnTo>
                  <a:lnTo>
                    <a:pt x="19265" y="6997"/>
                  </a:lnTo>
                  <a:lnTo>
                    <a:pt x="19939" y="6845"/>
                  </a:lnTo>
                  <a:lnTo>
                    <a:pt x="19735" y="7607"/>
                  </a:lnTo>
                  <a:lnTo>
                    <a:pt x="19583" y="11049"/>
                  </a:lnTo>
                  <a:lnTo>
                    <a:pt x="19824" y="12458"/>
                  </a:lnTo>
                  <a:lnTo>
                    <a:pt x="20599" y="12509"/>
                  </a:lnTo>
                  <a:lnTo>
                    <a:pt x="20980" y="11137"/>
                  </a:lnTo>
                  <a:lnTo>
                    <a:pt x="21056" y="9410"/>
                  </a:lnTo>
                  <a:lnTo>
                    <a:pt x="21145" y="7696"/>
                  </a:lnTo>
                  <a:lnTo>
                    <a:pt x="20993" y="6908"/>
                  </a:lnTo>
                  <a:lnTo>
                    <a:pt x="21666" y="7150"/>
                  </a:lnTo>
                  <a:lnTo>
                    <a:pt x="24612" y="7340"/>
                  </a:lnTo>
                  <a:lnTo>
                    <a:pt x="25831" y="7035"/>
                  </a:lnTo>
                  <a:lnTo>
                    <a:pt x="25869" y="6146"/>
                  </a:lnTo>
                  <a:close/>
                </a:path>
                <a:path w="41275" h="47625">
                  <a:moveTo>
                    <a:pt x="26162" y="41046"/>
                  </a:moveTo>
                  <a:lnTo>
                    <a:pt x="24980" y="40614"/>
                  </a:lnTo>
                  <a:lnTo>
                    <a:pt x="23495" y="40513"/>
                  </a:lnTo>
                  <a:lnTo>
                    <a:pt x="22021" y="40424"/>
                  </a:lnTo>
                  <a:lnTo>
                    <a:pt x="21374" y="40589"/>
                  </a:lnTo>
                  <a:lnTo>
                    <a:pt x="21590" y="39814"/>
                  </a:lnTo>
                  <a:lnTo>
                    <a:pt x="21742" y="36372"/>
                  </a:lnTo>
                  <a:lnTo>
                    <a:pt x="21501" y="34963"/>
                  </a:lnTo>
                  <a:lnTo>
                    <a:pt x="20726" y="34912"/>
                  </a:lnTo>
                  <a:lnTo>
                    <a:pt x="20345" y="36283"/>
                  </a:lnTo>
                  <a:lnTo>
                    <a:pt x="20269" y="38011"/>
                  </a:lnTo>
                  <a:lnTo>
                    <a:pt x="20180" y="39725"/>
                  </a:lnTo>
                  <a:lnTo>
                    <a:pt x="20320" y="40538"/>
                  </a:lnTo>
                  <a:lnTo>
                    <a:pt x="19634" y="40271"/>
                  </a:lnTo>
                  <a:lnTo>
                    <a:pt x="16675" y="40081"/>
                  </a:lnTo>
                  <a:lnTo>
                    <a:pt x="15468" y="40373"/>
                  </a:lnTo>
                  <a:lnTo>
                    <a:pt x="15417" y="41275"/>
                  </a:lnTo>
                  <a:lnTo>
                    <a:pt x="16598" y="41719"/>
                  </a:lnTo>
                  <a:lnTo>
                    <a:pt x="18084" y="41808"/>
                  </a:lnTo>
                  <a:lnTo>
                    <a:pt x="19558" y="41910"/>
                  </a:lnTo>
                  <a:lnTo>
                    <a:pt x="20231" y="41757"/>
                  </a:lnTo>
                  <a:lnTo>
                    <a:pt x="20027" y="42519"/>
                  </a:lnTo>
                  <a:lnTo>
                    <a:pt x="19875" y="45961"/>
                  </a:lnTo>
                  <a:lnTo>
                    <a:pt x="20116" y="47371"/>
                  </a:lnTo>
                  <a:lnTo>
                    <a:pt x="20891" y="47421"/>
                  </a:lnTo>
                  <a:lnTo>
                    <a:pt x="21259" y="46037"/>
                  </a:lnTo>
                  <a:lnTo>
                    <a:pt x="21348" y="44323"/>
                  </a:lnTo>
                  <a:lnTo>
                    <a:pt x="21424" y="42608"/>
                  </a:lnTo>
                  <a:lnTo>
                    <a:pt x="21285" y="41821"/>
                  </a:lnTo>
                  <a:lnTo>
                    <a:pt x="21945" y="42049"/>
                  </a:lnTo>
                  <a:lnTo>
                    <a:pt x="24904" y="42240"/>
                  </a:lnTo>
                  <a:lnTo>
                    <a:pt x="26111" y="41948"/>
                  </a:lnTo>
                  <a:lnTo>
                    <a:pt x="26162" y="41046"/>
                  </a:lnTo>
                  <a:close/>
                </a:path>
                <a:path w="41275" h="47625">
                  <a:moveTo>
                    <a:pt x="41160" y="23558"/>
                  </a:moveTo>
                  <a:lnTo>
                    <a:pt x="39979" y="23114"/>
                  </a:lnTo>
                  <a:lnTo>
                    <a:pt x="38493" y="23025"/>
                  </a:lnTo>
                  <a:lnTo>
                    <a:pt x="37020" y="22923"/>
                  </a:lnTo>
                  <a:lnTo>
                    <a:pt x="36372" y="23088"/>
                  </a:lnTo>
                  <a:lnTo>
                    <a:pt x="36588" y="22326"/>
                  </a:lnTo>
                  <a:lnTo>
                    <a:pt x="36741" y="18872"/>
                  </a:lnTo>
                  <a:lnTo>
                    <a:pt x="36499" y="17462"/>
                  </a:lnTo>
                  <a:lnTo>
                    <a:pt x="35725" y="17411"/>
                  </a:lnTo>
                  <a:lnTo>
                    <a:pt x="35344" y="18796"/>
                  </a:lnTo>
                  <a:lnTo>
                    <a:pt x="35267" y="20510"/>
                  </a:lnTo>
                  <a:lnTo>
                    <a:pt x="35179" y="22225"/>
                  </a:lnTo>
                  <a:lnTo>
                    <a:pt x="35318" y="23037"/>
                  </a:lnTo>
                  <a:lnTo>
                    <a:pt x="34632" y="22783"/>
                  </a:lnTo>
                  <a:lnTo>
                    <a:pt x="31673" y="22593"/>
                  </a:lnTo>
                  <a:lnTo>
                    <a:pt x="30467" y="22885"/>
                  </a:lnTo>
                  <a:lnTo>
                    <a:pt x="30416" y="23787"/>
                  </a:lnTo>
                  <a:lnTo>
                    <a:pt x="31610" y="24218"/>
                  </a:lnTo>
                  <a:lnTo>
                    <a:pt x="33083" y="24320"/>
                  </a:lnTo>
                  <a:lnTo>
                    <a:pt x="34556" y="24409"/>
                  </a:lnTo>
                  <a:lnTo>
                    <a:pt x="35229" y="24257"/>
                  </a:lnTo>
                  <a:lnTo>
                    <a:pt x="35026" y="25019"/>
                  </a:lnTo>
                  <a:lnTo>
                    <a:pt x="34874" y="28460"/>
                  </a:lnTo>
                  <a:lnTo>
                    <a:pt x="35115" y="29870"/>
                  </a:lnTo>
                  <a:lnTo>
                    <a:pt x="35890" y="29933"/>
                  </a:lnTo>
                  <a:lnTo>
                    <a:pt x="36258" y="28549"/>
                  </a:lnTo>
                  <a:lnTo>
                    <a:pt x="36347" y="26822"/>
                  </a:lnTo>
                  <a:lnTo>
                    <a:pt x="36436" y="25107"/>
                  </a:lnTo>
                  <a:lnTo>
                    <a:pt x="36283" y="24320"/>
                  </a:lnTo>
                  <a:lnTo>
                    <a:pt x="36944" y="24561"/>
                  </a:lnTo>
                  <a:lnTo>
                    <a:pt x="39903" y="24752"/>
                  </a:lnTo>
                  <a:lnTo>
                    <a:pt x="41122" y="24447"/>
                  </a:lnTo>
                  <a:lnTo>
                    <a:pt x="41160" y="2355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9" name="object 1629" descr=""/>
            <p:cNvSpPr/>
            <p:nvPr/>
          </p:nvSpPr>
          <p:spPr>
            <a:xfrm>
              <a:off x="5113047" y="8293092"/>
              <a:ext cx="46355" cy="53975"/>
            </a:xfrm>
            <a:custGeom>
              <a:avLst/>
              <a:gdLst/>
              <a:ahLst/>
              <a:cxnLst/>
              <a:rect l="l" t="t" r="r" b="b"/>
              <a:pathLst>
                <a:path w="46354" h="53975">
                  <a:moveTo>
                    <a:pt x="0" y="26711"/>
                  </a:moveTo>
                  <a:lnTo>
                    <a:pt x="22899" y="53422"/>
                  </a:lnTo>
                  <a:lnTo>
                    <a:pt x="45799" y="26711"/>
                  </a:lnTo>
                  <a:lnTo>
                    <a:pt x="22899" y="0"/>
                  </a:lnTo>
                  <a:lnTo>
                    <a:pt x="0" y="26711"/>
                  </a:lnTo>
                  <a:close/>
                </a:path>
              </a:pathLst>
            </a:custGeom>
            <a:ln w="8376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630" name="object 1630" descr="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4679085" y="7978609"/>
              <a:ext cx="131817" cy="147293"/>
            </a:xfrm>
            <a:prstGeom prst="rect">
              <a:avLst/>
            </a:prstGeom>
          </p:spPr>
        </p:pic>
        <p:pic>
          <p:nvPicPr>
            <p:cNvPr id="1631" name="object 1631" descr="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4513570" y="7978609"/>
              <a:ext cx="131817" cy="147293"/>
            </a:xfrm>
            <a:prstGeom prst="rect">
              <a:avLst/>
            </a:prstGeom>
          </p:spPr>
        </p:pic>
        <p:sp>
          <p:nvSpPr>
            <p:cNvPr id="1632" name="object 1632" descr=""/>
            <p:cNvSpPr/>
            <p:nvPr/>
          </p:nvSpPr>
          <p:spPr>
            <a:xfrm>
              <a:off x="3934345" y="6831729"/>
              <a:ext cx="119380" cy="135890"/>
            </a:xfrm>
            <a:custGeom>
              <a:avLst/>
              <a:gdLst/>
              <a:ahLst/>
              <a:cxnLst/>
              <a:rect l="l" t="t" r="r" b="b"/>
              <a:pathLst>
                <a:path w="119379" h="135890">
                  <a:moveTo>
                    <a:pt x="118986" y="98171"/>
                  </a:moveTo>
                  <a:lnTo>
                    <a:pt x="114490" y="84416"/>
                  </a:lnTo>
                  <a:lnTo>
                    <a:pt x="104495" y="75641"/>
                  </a:lnTo>
                  <a:lnTo>
                    <a:pt x="105625" y="75044"/>
                  </a:lnTo>
                  <a:lnTo>
                    <a:pt x="107784" y="68364"/>
                  </a:lnTo>
                  <a:lnTo>
                    <a:pt x="106337" y="64630"/>
                  </a:lnTo>
                  <a:lnTo>
                    <a:pt x="99606" y="61836"/>
                  </a:lnTo>
                  <a:lnTo>
                    <a:pt x="100291" y="56718"/>
                  </a:lnTo>
                  <a:lnTo>
                    <a:pt x="76060" y="31483"/>
                  </a:lnTo>
                  <a:lnTo>
                    <a:pt x="78435" y="20320"/>
                  </a:lnTo>
                  <a:lnTo>
                    <a:pt x="80568" y="12103"/>
                  </a:lnTo>
                  <a:lnTo>
                    <a:pt x="82537" y="8178"/>
                  </a:lnTo>
                  <a:lnTo>
                    <a:pt x="85280" y="5715"/>
                  </a:lnTo>
                  <a:lnTo>
                    <a:pt x="89890" y="2197"/>
                  </a:lnTo>
                  <a:lnTo>
                    <a:pt x="75552" y="2997"/>
                  </a:lnTo>
                  <a:lnTo>
                    <a:pt x="72390" y="4546"/>
                  </a:lnTo>
                  <a:lnTo>
                    <a:pt x="78524" y="0"/>
                  </a:lnTo>
                  <a:lnTo>
                    <a:pt x="48996" y="0"/>
                  </a:lnTo>
                  <a:lnTo>
                    <a:pt x="43878" y="1346"/>
                  </a:lnTo>
                  <a:lnTo>
                    <a:pt x="46469" y="6388"/>
                  </a:lnTo>
                  <a:lnTo>
                    <a:pt x="32016" y="1308"/>
                  </a:lnTo>
                  <a:lnTo>
                    <a:pt x="32016" y="6350"/>
                  </a:lnTo>
                  <a:lnTo>
                    <a:pt x="39001" y="16941"/>
                  </a:lnTo>
                  <a:lnTo>
                    <a:pt x="42595" y="23190"/>
                  </a:lnTo>
                  <a:lnTo>
                    <a:pt x="43916" y="27571"/>
                  </a:lnTo>
                  <a:lnTo>
                    <a:pt x="44018" y="30530"/>
                  </a:lnTo>
                  <a:lnTo>
                    <a:pt x="38481" y="33324"/>
                  </a:lnTo>
                  <a:lnTo>
                    <a:pt x="30988" y="37820"/>
                  </a:lnTo>
                  <a:lnTo>
                    <a:pt x="24117" y="43599"/>
                  </a:lnTo>
                  <a:lnTo>
                    <a:pt x="19291" y="50088"/>
                  </a:lnTo>
                  <a:lnTo>
                    <a:pt x="17932" y="56718"/>
                  </a:lnTo>
                  <a:lnTo>
                    <a:pt x="18770" y="63131"/>
                  </a:lnTo>
                  <a:lnTo>
                    <a:pt x="18211" y="63347"/>
                  </a:lnTo>
                  <a:lnTo>
                    <a:pt x="10744" y="66890"/>
                  </a:lnTo>
                  <a:lnTo>
                    <a:pt x="9436" y="70688"/>
                  </a:lnTo>
                  <a:lnTo>
                    <a:pt x="11544" y="76428"/>
                  </a:lnTo>
                  <a:lnTo>
                    <a:pt x="13589" y="77901"/>
                  </a:lnTo>
                  <a:lnTo>
                    <a:pt x="4737" y="85737"/>
                  </a:lnTo>
                  <a:lnTo>
                    <a:pt x="0" y="99733"/>
                  </a:lnTo>
                  <a:lnTo>
                    <a:pt x="4737" y="113741"/>
                  </a:lnTo>
                  <a:lnTo>
                    <a:pt x="17653" y="125171"/>
                  </a:lnTo>
                  <a:lnTo>
                    <a:pt x="36804" y="132867"/>
                  </a:lnTo>
                  <a:lnTo>
                    <a:pt x="60248" y="135699"/>
                  </a:lnTo>
                  <a:lnTo>
                    <a:pt x="83464" y="132626"/>
                  </a:lnTo>
                  <a:lnTo>
                    <a:pt x="102095" y="124383"/>
                  </a:lnTo>
                  <a:lnTo>
                    <a:pt x="114490" y="112407"/>
                  </a:lnTo>
                  <a:lnTo>
                    <a:pt x="118986" y="98171"/>
                  </a:lnTo>
                  <a:close/>
                </a:path>
              </a:pathLst>
            </a:custGeom>
            <a:solidFill>
              <a:srgbClr val="52210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3" name="object 1633" descr=""/>
            <p:cNvSpPr/>
            <p:nvPr/>
          </p:nvSpPr>
          <p:spPr>
            <a:xfrm>
              <a:off x="3934345" y="6911803"/>
              <a:ext cx="120650" cy="91440"/>
            </a:xfrm>
            <a:custGeom>
              <a:avLst/>
              <a:gdLst/>
              <a:ahLst/>
              <a:cxnLst/>
              <a:rect l="l" t="t" r="r" b="b"/>
              <a:pathLst>
                <a:path w="120650" h="91440">
                  <a:moveTo>
                    <a:pt x="120497" y="11353"/>
                  </a:moveTo>
                  <a:lnTo>
                    <a:pt x="88912" y="0"/>
                  </a:lnTo>
                  <a:lnTo>
                    <a:pt x="30327" y="0"/>
                  </a:lnTo>
                  <a:lnTo>
                    <a:pt x="0" y="15278"/>
                  </a:lnTo>
                  <a:lnTo>
                    <a:pt x="25984" y="91059"/>
                  </a:lnTo>
                  <a:lnTo>
                    <a:pt x="43256" y="91059"/>
                  </a:lnTo>
                  <a:lnTo>
                    <a:pt x="74142" y="91059"/>
                  </a:lnTo>
                  <a:lnTo>
                    <a:pt x="95542" y="91059"/>
                  </a:lnTo>
                  <a:lnTo>
                    <a:pt x="120497" y="11353"/>
                  </a:lnTo>
                  <a:close/>
                </a:path>
              </a:pathLst>
            </a:custGeom>
            <a:solidFill>
              <a:srgbClr val="754B2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4" name="object 1634" descr=""/>
            <p:cNvSpPr/>
            <p:nvPr/>
          </p:nvSpPr>
          <p:spPr>
            <a:xfrm>
              <a:off x="3934345" y="6913124"/>
              <a:ext cx="120650" cy="90170"/>
            </a:xfrm>
            <a:custGeom>
              <a:avLst/>
              <a:gdLst/>
              <a:ahLst/>
              <a:cxnLst/>
              <a:rect l="l" t="t" r="r" b="b"/>
              <a:pathLst>
                <a:path w="120650" h="90170">
                  <a:moveTo>
                    <a:pt x="43256" y="89738"/>
                  </a:moveTo>
                  <a:lnTo>
                    <a:pt x="37388" y="47409"/>
                  </a:lnTo>
                  <a:lnTo>
                    <a:pt x="30238" y="0"/>
                  </a:lnTo>
                  <a:lnTo>
                    <a:pt x="0" y="14986"/>
                  </a:lnTo>
                  <a:lnTo>
                    <a:pt x="25996" y="89738"/>
                  </a:lnTo>
                  <a:lnTo>
                    <a:pt x="43256" y="89738"/>
                  </a:lnTo>
                  <a:close/>
                </a:path>
                <a:path w="120650" h="90170">
                  <a:moveTo>
                    <a:pt x="120497" y="14986"/>
                  </a:moveTo>
                  <a:lnTo>
                    <a:pt x="90271" y="0"/>
                  </a:lnTo>
                  <a:lnTo>
                    <a:pt x="83121" y="47409"/>
                  </a:lnTo>
                  <a:lnTo>
                    <a:pt x="77254" y="89738"/>
                  </a:lnTo>
                  <a:lnTo>
                    <a:pt x="94513" y="89738"/>
                  </a:lnTo>
                  <a:lnTo>
                    <a:pt x="120497" y="14986"/>
                  </a:lnTo>
                  <a:close/>
                </a:path>
              </a:pathLst>
            </a:custGeom>
            <a:solidFill>
              <a:srgbClr val="8A5E3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5" name="object 1635" descr=""/>
            <p:cNvSpPr/>
            <p:nvPr/>
          </p:nvSpPr>
          <p:spPr>
            <a:xfrm>
              <a:off x="3928605" y="6903472"/>
              <a:ext cx="130175" cy="167640"/>
            </a:xfrm>
            <a:custGeom>
              <a:avLst/>
              <a:gdLst/>
              <a:ahLst/>
              <a:cxnLst/>
              <a:rect l="l" t="t" r="r" b="b"/>
              <a:pathLst>
                <a:path w="130175" h="167640">
                  <a:moveTo>
                    <a:pt x="129667" y="13157"/>
                  </a:moveTo>
                  <a:lnTo>
                    <a:pt x="128778" y="11150"/>
                  </a:lnTo>
                  <a:lnTo>
                    <a:pt x="125552" y="9956"/>
                  </a:lnTo>
                  <a:lnTo>
                    <a:pt x="123837" y="11010"/>
                  </a:lnTo>
                  <a:lnTo>
                    <a:pt x="121805" y="18491"/>
                  </a:lnTo>
                  <a:lnTo>
                    <a:pt x="116090" y="16370"/>
                  </a:lnTo>
                  <a:lnTo>
                    <a:pt x="116090" y="33718"/>
                  </a:lnTo>
                  <a:lnTo>
                    <a:pt x="116090" y="35344"/>
                  </a:lnTo>
                  <a:lnTo>
                    <a:pt x="115976" y="38328"/>
                  </a:lnTo>
                  <a:lnTo>
                    <a:pt x="115963" y="40081"/>
                  </a:lnTo>
                  <a:lnTo>
                    <a:pt x="99695" y="100152"/>
                  </a:lnTo>
                  <a:lnTo>
                    <a:pt x="83997" y="100203"/>
                  </a:lnTo>
                  <a:lnTo>
                    <a:pt x="92100" y="38798"/>
                  </a:lnTo>
                  <a:lnTo>
                    <a:pt x="96304" y="38328"/>
                  </a:lnTo>
                  <a:lnTo>
                    <a:pt x="98856" y="35344"/>
                  </a:lnTo>
                  <a:lnTo>
                    <a:pt x="105994" y="19304"/>
                  </a:lnTo>
                  <a:lnTo>
                    <a:pt x="112356" y="21082"/>
                  </a:lnTo>
                  <a:lnTo>
                    <a:pt x="115455" y="25704"/>
                  </a:lnTo>
                  <a:lnTo>
                    <a:pt x="116090" y="33718"/>
                  </a:lnTo>
                  <a:lnTo>
                    <a:pt x="116090" y="16370"/>
                  </a:lnTo>
                  <a:lnTo>
                    <a:pt x="96050" y="8915"/>
                  </a:lnTo>
                  <a:lnTo>
                    <a:pt x="96913" y="2451"/>
                  </a:lnTo>
                  <a:lnTo>
                    <a:pt x="95770" y="622"/>
                  </a:lnTo>
                  <a:lnTo>
                    <a:pt x="92430" y="25"/>
                  </a:lnTo>
                  <a:lnTo>
                    <a:pt x="90868" y="1358"/>
                  </a:lnTo>
                  <a:lnTo>
                    <a:pt x="90233" y="6159"/>
                  </a:lnTo>
                  <a:lnTo>
                    <a:pt x="85902" y="6261"/>
                  </a:lnTo>
                  <a:lnTo>
                    <a:pt x="85902" y="38976"/>
                  </a:lnTo>
                  <a:lnTo>
                    <a:pt x="77825" y="100215"/>
                  </a:lnTo>
                  <a:lnTo>
                    <a:pt x="52044" y="100291"/>
                  </a:lnTo>
                  <a:lnTo>
                    <a:pt x="45847" y="57353"/>
                  </a:lnTo>
                  <a:lnTo>
                    <a:pt x="45847" y="100304"/>
                  </a:lnTo>
                  <a:lnTo>
                    <a:pt x="34226" y="100342"/>
                  </a:lnTo>
                  <a:lnTo>
                    <a:pt x="14846" y="41592"/>
                  </a:lnTo>
                  <a:lnTo>
                    <a:pt x="14617" y="35344"/>
                  </a:lnTo>
                  <a:lnTo>
                    <a:pt x="14617" y="33718"/>
                  </a:lnTo>
                  <a:lnTo>
                    <a:pt x="15265" y="25704"/>
                  </a:lnTo>
                  <a:lnTo>
                    <a:pt x="18351" y="21082"/>
                  </a:lnTo>
                  <a:lnTo>
                    <a:pt x="24726" y="19304"/>
                  </a:lnTo>
                  <a:lnTo>
                    <a:pt x="31851" y="35344"/>
                  </a:lnTo>
                  <a:lnTo>
                    <a:pt x="34404" y="38328"/>
                  </a:lnTo>
                  <a:lnTo>
                    <a:pt x="36944" y="38620"/>
                  </a:lnTo>
                  <a:lnTo>
                    <a:pt x="45847" y="100304"/>
                  </a:lnTo>
                  <a:lnTo>
                    <a:pt x="45847" y="57353"/>
                  </a:lnTo>
                  <a:lnTo>
                    <a:pt x="43167" y="38785"/>
                  </a:lnTo>
                  <a:lnTo>
                    <a:pt x="47218" y="36423"/>
                  </a:lnTo>
                  <a:lnTo>
                    <a:pt x="48171" y="35077"/>
                  </a:lnTo>
                  <a:lnTo>
                    <a:pt x="49911" y="27813"/>
                  </a:lnTo>
                  <a:lnTo>
                    <a:pt x="54152" y="14554"/>
                  </a:lnTo>
                  <a:lnTo>
                    <a:pt x="74091" y="14554"/>
                  </a:lnTo>
                  <a:lnTo>
                    <a:pt x="77914" y="26911"/>
                  </a:lnTo>
                  <a:lnTo>
                    <a:pt x="79400" y="33426"/>
                  </a:lnTo>
                  <a:lnTo>
                    <a:pt x="80175" y="34658"/>
                  </a:lnTo>
                  <a:lnTo>
                    <a:pt x="85902" y="38976"/>
                  </a:lnTo>
                  <a:lnTo>
                    <a:pt x="85902" y="6261"/>
                  </a:lnTo>
                  <a:lnTo>
                    <a:pt x="38633" y="7353"/>
                  </a:lnTo>
                  <a:lnTo>
                    <a:pt x="37769" y="1320"/>
                  </a:lnTo>
                  <a:lnTo>
                    <a:pt x="36207" y="0"/>
                  </a:lnTo>
                  <a:lnTo>
                    <a:pt x="32867" y="660"/>
                  </a:lnTo>
                  <a:lnTo>
                    <a:pt x="31750" y="2501"/>
                  </a:lnTo>
                  <a:lnTo>
                    <a:pt x="32766" y="9626"/>
                  </a:lnTo>
                  <a:lnTo>
                    <a:pt x="7416" y="19050"/>
                  </a:lnTo>
                  <a:lnTo>
                    <a:pt x="5702" y="13817"/>
                  </a:lnTo>
                  <a:lnTo>
                    <a:pt x="3937" y="12890"/>
                  </a:lnTo>
                  <a:lnTo>
                    <a:pt x="787" y="14300"/>
                  </a:lnTo>
                  <a:lnTo>
                    <a:pt x="0" y="16370"/>
                  </a:lnTo>
                  <a:lnTo>
                    <a:pt x="31127" y="110756"/>
                  </a:lnTo>
                  <a:lnTo>
                    <a:pt x="32283" y="111633"/>
                  </a:lnTo>
                  <a:lnTo>
                    <a:pt x="33515" y="111633"/>
                  </a:lnTo>
                  <a:lnTo>
                    <a:pt x="33883" y="111633"/>
                  </a:lnTo>
                  <a:lnTo>
                    <a:pt x="36182" y="110693"/>
                  </a:lnTo>
                  <a:lnTo>
                    <a:pt x="36969" y="108623"/>
                  </a:lnTo>
                  <a:lnTo>
                    <a:pt x="35598" y="104482"/>
                  </a:lnTo>
                  <a:lnTo>
                    <a:pt x="40411" y="110540"/>
                  </a:lnTo>
                  <a:lnTo>
                    <a:pt x="38354" y="112941"/>
                  </a:lnTo>
                  <a:lnTo>
                    <a:pt x="38354" y="118884"/>
                  </a:lnTo>
                  <a:lnTo>
                    <a:pt x="40436" y="121310"/>
                  </a:lnTo>
                  <a:lnTo>
                    <a:pt x="43954" y="121310"/>
                  </a:lnTo>
                  <a:lnTo>
                    <a:pt x="44538" y="138442"/>
                  </a:lnTo>
                  <a:lnTo>
                    <a:pt x="51981" y="147129"/>
                  </a:lnTo>
                  <a:lnTo>
                    <a:pt x="61112" y="154368"/>
                  </a:lnTo>
                  <a:lnTo>
                    <a:pt x="63779" y="163283"/>
                  </a:lnTo>
                  <a:lnTo>
                    <a:pt x="64846" y="167284"/>
                  </a:lnTo>
                  <a:lnTo>
                    <a:pt x="65913" y="163283"/>
                  </a:lnTo>
                  <a:lnTo>
                    <a:pt x="68580" y="154368"/>
                  </a:lnTo>
                  <a:lnTo>
                    <a:pt x="77711" y="147129"/>
                  </a:lnTo>
                  <a:lnTo>
                    <a:pt x="85166" y="138442"/>
                  </a:lnTo>
                  <a:lnTo>
                    <a:pt x="85725" y="121310"/>
                  </a:lnTo>
                  <a:lnTo>
                    <a:pt x="86461" y="121310"/>
                  </a:lnTo>
                  <a:lnTo>
                    <a:pt x="89001" y="121310"/>
                  </a:lnTo>
                  <a:lnTo>
                    <a:pt x="91084" y="118884"/>
                  </a:lnTo>
                  <a:lnTo>
                    <a:pt x="91084" y="112941"/>
                  </a:lnTo>
                  <a:lnTo>
                    <a:pt x="90652" y="112445"/>
                  </a:lnTo>
                  <a:lnTo>
                    <a:pt x="98691" y="103886"/>
                  </a:lnTo>
                  <a:lnTo>
                    <a:pt x="97345" y="108864"/>
                  </a:lnTo>
                  <a:lnTo>
                    <a:pt x="98234" y="110871"/>
                  </a:lnTo>
                  <a:lnTo>
                    <a:pt x="99847" y="111467"/>
                  </a:lnTo>
                  <a:lnTo>
                    <a:pt x="100774" y="111633"/>
                  </a:lnTo>
                  <a:lnTo>
                    <a:pt x="102069" y="111633"/>
                  </a:lnTo>
                  <a:lnTo>
                    <a:pt x="103276" y="110655"/>
                  </a:lnTo>
                  <a:lnTo>
                    <a:pt x="129667" y="13157"/>
                  </a:lnTo>
                  <a:close/>
                </a:path>
              </a:pathLst>
            </a:custGeom>
            <a:solidFill>
              <a:srgbClr val="52210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6" name="object 1636" descr=""/>
            <p:cNvSpPr/>
            <p:nvPr/>
          </p:nvSpPr>
          <p:spPr>
            <a:xfrm>
              <a:off x="3977335" y="6845179"/>
              <a:ext cx="32384" cy="12700"/>
            </a:xfrm>
            <a:custGeom>
              <a:avLst/>
              <a:gdLst/>
              <a:ahLst/>
              <a:cxnLst/>
              <a:rect l="l" t="t" r="r" b="b"/>
              <a:pathLst>
                <a:path w="32385" h="12700">
                  <a:moveTo>
                    <a:pt x="4991" y="6311"/>
                  </a:moveTo>
                  <a:lnTo>
                    <a:pt x="2501" y="3416"/>
                  </a:lnTo>
                  <a:lnTo>
                    <a:pt x="0" y="6311"/>
                  </a:lnTo>
                  <a:lnTo>
                    <a:pt x="2501" y="9207"/>
                  </a:lnTo>
                  <a:lnTo>
                    <a:pt x="4991" y="6311"/>
                  </a:lnTo>
                  <a:close/>
                </a:path>
                <a:path w="32385" h="12700">
                  <a:moveTo>
                    <a:pt x="7950" y="9512"/>
                  </a:moveTo>
                  <a:lnTo>
                    <a:pt x="5461" y="6616"/>
                  </a:lnTo>
                  <a:lnTo>
                    <a:pt x="2971" y="9512"/>
                  </a:lnTo>
                  <a:lnTo>
                    <a:pt x="5461" y="12407"/>
                  </a:lnTo>
                  <a:lnTo>
                    <a:pt x="7950" y="9512"/>
                  </a:lnTo>
                  <a:close/>
                </a:path>
                <a:path w="32385" h="12700">
                  <a:moveTo>
                    <a:pt x="7950" y="2895"/>
                  </a:moveTo>
                  <a:lnTo>
                    <a:pt x="5461" y="0"/>
                  </a:lnTo>
                  <a:lnTo>
                    <a:pt x="2971" y="2895"/>
                  </a:lnTo>
                  <a:lnTo>
                    <a:pt x="5461" y="5791"/>
                  </a:lnTo>
                  <a:lnTo>
                    <a:pt x="7950" y="2895"/>
                  </a:lnTo>
                  <a:close/>
                </a:path>
                <a:path w="32385" h="12700">
                  <a:moveTo>
                    <a:pt x="15659" y="6311"/>
                  </a:moveTo>
                  <a:lnTo>
                    <a:pt x="13169" y="3416"/>
                  </a:lnTo>
                  <a:lnTo>
                    <a:pt x="10782" y="6197"/>
                  </a:lnTo>
                  <a:lnTo>
                    <a:pt x="8394" y="3416"/>
                  </a:lnTo>
                  <a:lnTo>
                    <a:pt x="5892" y="6311"/>
                  </a:lnTo>
                  <a:lnTo>
                    <a:pt x="8394" y="9207"/>
                  </a:lnTo>
                  <a:lnTo>
                    <a:pt x="10782" y="6438"/>
                  </a:lnTo>
                  <a:lnTo>
                    <a:pt x="13169" y="9207"/>
                  </a:lnTo>
                  <a:lnTo>
                    <a:pt x="15659" y="6311"/>
                  </a:lnTo>
                  <a:close/>
                </a:path>
                <a:path w="32385" h="12700">
                  <a:moveTo>
                    <a:pt x="18630" y="9512"/>
                  </a:moveTo>
                  <a:lnTo>
                    <a:pt x="16141" y="6616"/>
                  </a:lnTo>
                  <a:lnTo>
                    <a:pt x="13639" y="9512"/>
                  </a:lnTo>
                  <a:lnTo>
                    <a:pt x="16141" y="12407"/>
                  </a:lnTo>
                  <a:lnTo>
                    <a:pt x="18630" y="9512"/>
                  </a:lnTo>
                  <a:close/>
                </a:path>
                <a:path w="32385" h="12700">
                  <a:moveTo>
                    <a:pt x="18630" y="2895"/>
                  </a:moveTo>
                  <a:lnTo>
                    <a:pt x="16141" y="0"/>
                  </a:lnTo>
                  <a:lnTo>
                    <a:pt x="13639" y="2895"/>
                  </a:lnTo>
                  <a:lnTo>
                    <a:pt x="16141" y="5791"/>
                  </a:lnTo>
                  <a:lnTo>
                    <a:pt x="18630" y="2895"/>
                  </a:lnTo>
                  <a:close/>
                </a:path>
                <a:path w="32385" h="12700">
                  <a:moveTo>
                    <a:pt x="26339" y="6311"/>
                  </a:moveTo>
                  <a:lnTo>
                    <a:pt x="23850" y="3416"/>
                  </a:lnTo>
                  <a:lnTo>
                    <a:pt x="21450" y="6197"/>
                  </a:lnTo>
                  <a:lnTo>
                    <a:pt x="19062" y="3416"/>
                  </a:lnTo>
                  <a:lnTo>
                    <a:pt x="16573" y="6311"/>
                  </a:lnTo>
                  <a:lnTo>
                    <a:pt x="19062" y="9207"/>
                  </a:lnTo>
                  <a:lnTo>
                    <a:pt x="21450" y="6438"/>
                  </a:lnTo>
                  <a:lnTo>
                    <a:pt x="23850" y="9207"/>
                  </a:lnTo>
                  <a:lnTo>
                    <a:pt x="26339" y="6311"/>
                  </a:lnTo>
                  <a:close/>
                </a:path>
                <a:path w="32385" h="12700">
                  <a:moveTo>
                    <a:pt x="29298" y="9512"/>
                  </a:moveTo>
                  <a:lnTo>
                    <a:pt x="26809" y="6616"/>
                  </a:lnTo>
                  <a:lnTo>
                    <a:pt x="24320" y="9512"/>
                  </a:lnTo>
                  <a:lnTo>
                    <a:pt x="26809" y="12407"/>
                  </a:lnTo>
                  <a:lnTo>
                    <a:pt x="29298" y="9512"/>
                  </a:lnTo>
                  <a:close/>
                </a:path>
                <a:path w="32385" h="12700">
                  <a:moveTo>
                    <a:pt x="29298" y="2895"/>
                  </a:moveTo>
                  <a:lnTo>
                    <a:pt x="26809" y="0"/>
                  </a:lnTo>
                  <a:lnTo>
                    <a:pt x="24320" y="2895"/>
                  </a:lnTo>
                  <a:lnTo>
                    <a:pt x="26809" y="5791"/>
                  </a:lnTo>
                  <a:lnTo>
                    <a:pt x="29298" y="2895"/>
                  </a:lnTo>
                  <a:close/>
                </a:path>
                <a:path w="32385" h="12700">
                  <a:moveTo>
                    <a:pt x="32232" y="6311"/>
                  </a:moveTo>
                  <a:lnTo>
                    <a:pt x="29743" y="3416"/>
                  </a:lnTo>
                  <a:lnTo>
                    <a:pt x="27241" y="6311"/>
                  </a:lnTo>
                  <a:lnTo>
                    <a:pt x="29743" y="9207"/>
                  </a:lnTo>
                  <a:lnTo>
                    <a:pt x="32232" y="6311"/>
                  </a:lnTo>
                  <a:close/>
                </a:path>
              </a:pathLst>
            </a:custGeom>
            <a:solidFill>
              <a:srgbClr val="461E0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7" name="object 1637" descr=""/>
            <p:cNvSpPr/>
            <p:nvPr/>
          </p:nvSpPr>
          <p:spPr>
            <a:xfrm>
              <a:off x="3968546" y="6874147"/>
              <a:ext cx="50165" cy="8890"/>
            </a:xfrm>
            <a:custGeom>
              <a:avLst/>
              <a:gdLst/>
              <a:ahLst/>
              <a:cxnLst/>
              <a:rect l="l" t="t" r="r" b="b"/>
              <a:pathLst>
                <a:path w="50164" h="8890">
                  <a:moveTo>
                    <a:pt x="4521" y="2705"/>
                  </a:moveTo>
                  <a:lnTo>
                    <a:pt x="4229" y="685"/>
                  </a:lnTo>
                  <a:lnTo>
                    <a:pt x="2387" y="0"/>
                  </a:lnTo>
                  <a:lnTo>
                    <a:pt x="1155" y="1460"/>
                  </a:lnTo>
                  <a:lnTo>
                    <a:pt x="0" y="5727"/>
                  </a:lnTo>
                  <a:lnTo>
                    <a:pt x="279" y="7747"/>
                  </a:lnTo>
                  <a:lnTo>
                    <a:pt x="2133" y="8432"/>
                  </a:lnTo>
                  <a:lnTo>
                    <a:pt x="3352" y="6972"/>
                  </a:lnTo>
                  <a:lnTo>
                    <a:pt x="3937" y="4838"/>
                  </a:lnTo>
                  <a:lnTo>
                    <a:pt x="4521" y="2705"/>
                  </a:lnTo>
                  <a:close/>
                </a:path>
                <a:path w="50164" h="8890">
                  <a:moveTo>
                    <a:pt x="14833" y="2349"/>
                  </a:moveTo>
                  <a:lnTo>
                    <a:pt x="14300" y="406"/>
                  </a:lnTo>
                  <a:lnTo>
                    <a:pt x="12382" y="12"/>
                  </a:lnTo>
                  <a:lnTo>
                    <a:pt x="11341" y="1663"/>
                  </a:lnTo>
                  <a:lnTo>
                    <a:pt x="10706" y="6096"/>
                  </a:lnTo>
                  <a:lnTo>
                    <a:pt x="11214" y="8039"/>
                  </a:lnTo>
                  <a:lnTo>
                    <a:pt x="13144" y="8420"/>
                  </a:lnTo>
                  <a:lnTo>
                    <a:pt x="14173" y="6769"/>
                  </a:lnTo>
                  <a:lnTo>
                    <a:pt x="14503" y="4559"/>
                  </a:lnTo>
                  <a:lnTo>
                    <a:pt x="14833" y="2349"/>
                  </a:lnTo>
                  <a:close/>
                </a:path>
                <a:path w="50164" h="8890">
                  <a:moveTo>
                    <a:pt x="25768" y="1930"/>
                  </a:moveTo>
                  <a:lnTo>
                    <a:pt x="24968" y="114"/>
                  </a:lnTo>
                  <a:lnTo>
                    <a:pt x="23025" y="114"/>
                  </a:lnTo>
                  <a:lnTo>
                    <a:pt x="22237" y="1930"/>
                  </a:lnTo>
                  <a:lnTo>
                    <a:pt x="22237" y="6413"/>
                  </a:lnTo>
                  <a:lnTo>
                    <a:pt x="23025" y="8242"/>
                  </a:lnTo>
                  <a:lnTo>
                    <a:pt x="24968" y="8242"/>
                  </a:lnTo>
                  <a:lnTo>
                    <a:pt x="25768" y="6413"/>
                  </a:lnTo>
                  <a:lnTo>
                    <a:pt x="25768" y="4178"/>
                  </a:lnTo>
                  <a:lnTo>
                    <a:pt x="25768" y="1930"/>
                  </a:lnTo>
                  <a:close/>
                </a:path>
                <a:path w="50164" h="8890">
                  <a:moveTo>
                    <a:pt x="37744" y="6096"/>
                  </a:moveTo>
                  <a:lnTo>
                    <a:pt x="37109" y="1663"/>
                  </a:lnTo>
                  <a:lnTo>
                    <a:pt x="36068" y="12"/>
                  </a:lnTo>
                  <a:lnTo>
                    <a:pt x="34137" y="406"/>
                  </a:lnTo>
                  <a:lnTo>
                    <a:pt x="33616" y="2349"/>
                  </a:lnTo>
                  <a:lnTo>
                    <a:pt x="33947" y="4559"/>
                  </a:lnTo>
                  <a:lnTo>
                    <a:pt x="34264" y="6769"/>
                  </a:lnTo>
                  <a:lnTo>
                    <a:pt x="35306" y="8420"/>
                  </a:lnTo>
                  <a:lnTo>
                    <a:pt x="37236" y="8039"/>
                  </a:lnTo>
                  <a:lnTo>
                    <a:pt x="37744" y="6096"/>
                  </a:lnTo>
                  <a:close/>
                </a:path>
                <a:path w="50164" h="8890">
                  <a:moveTo>
                    <a:pt x="49822" y="5727"/>
                  </a:moveTo>
                  <a:lnTo>
                    <a:pt x="48653" y="1460"/>
                  </a:lnTo>
                  <a:lnTo>
                    <a:pt x="47434" y="0"/>
                  </a:lnTo>
                  <a:lnTo>
                    <a:pt x="45567" y="685"/>
                  </a:lnTo>
                  <a:lnTo>
                    <a:pt x="45288" y="2705"/>
                  </a:lnTo>
                  <a:lnTo>
                    <a:pt x="45872" y="4838"/>
                  </a:lnTo>
                  <a:lnTo>
                    <a:pt x="46456" y="6972"/>
                  </a:lnTo>
                  <a:lnTo>
                    <a:pt x="47688" y="8432"/>
                  </a:lnTo>
                  <a:lnTo>
                    <a:pt x="49530" y="7747"/>
                  </a:lnTo>
                  <a:lnTo>
                    <a:pt x="49822" y="5727"/>
                  </a:lnTo>
                  <a:close/>
                </a:path>
              </a:pathLst>
            </a:custGeom>
            <a:solidFill>
              <a:srgbClr val="38170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8" name="object 1638" descr=""/>
            <p:cNvSpPr/>
            <p:nvPr/>
          </p:nvSpPr>
          <p:spPr>
            <a:xfrm>
              <a:off x="3990505" y="6679088"/>
              <a:ext cx="1348105" cy="288925"/>
            </a:xfrm>
            <a:custGeom>
              <a:avLst/>
              <a:gdLst/>
              <a:ahLst/>
              <a:cxnLst/>
              <a:rect l="l" t="t" r="r" b="b"/>
              <a:pathLst>
                <a:path w="1348104" h="288925">
                  <a:moveTo>
                    <a:pt x="5892" y="0"/>
                  </a:moveTo>
                  <a:lnTo>
                    <a:pt x="0" y="0"/>
                  </a:lnTo>
                  <a:lnTo>
                    <a:pt x="0" y="166077"/>
                  </a:lnTo>
                  <a:lnTo>
                    <a:pt x="5892" y="166077"/>
                  </a:lnTo>
                  <a:lnTo>
                    <a:pt x="5892" y="0"/>
                  </a:lnTo>
                  <a:close/>
                </a:path>
                <a:path w="1348104" h="288925">
                  <a:moveTo>
                    <a:pt x="1347914" y="250812"/>
                  </a:moveTo>
                  <a:lnTo>
                    <a:pt x="1343418" y="237058"/>
                  </a:lnTo>
                  <a:lnTo>
                    <a:pt x="1333436" y="228282"/>
                  </a:lnTo>
                  <a:lnTo>
                    <a:pt x="1334566" y="227685"/>
                  </a:lnTo>
                  <a:lnTo>
                    <a:pt x="1336725" y="221005"/>
                  </a:lnTo>
                  <a:lnTo>
                    <a:pt x="1335278" y="217271"/>
                  </a:lnTo>
                  <a:lnTo>
                    <a:pt x="1328534" y="214477"/>
                  </a:lnTo>
                  <a:lnTo>
                    <a:pt x="1329220" y="209359"/>
                  </a:lnTo>
                  <a:lnTo>
                    <a:pt x="1305001" y="184124"/>
                  </a:lnTo>
                  <a:lnTo>
                    <a:pt x="1307376" y="172961"/>
                  </a:lnTo>
                  <a:lnTo>
                    <a:pt x="1309509" y="164744"/>
                  </a:lnTo>
                  <a:lnTo>
                    <a:pt x="1311465" y="160820"/>
                  </a:lnTo>
                  <a:lnTo>
                    <a:pt x="1314221" y="158356"/>
                  </a:lnTo>
                  <a:lnTo>
                    <a:pt x="1318831" y="154838"/>
                  </a:lnTo>
                  <a:lnTo>
                    <a:pt x="1304480" y="155638"/>
                  </a:lnTo>
                  <a:lnTo>
                    <a:pt x="1301330" y="157187"/>
                  </a:lnTo>
                  <a:lnTo>
                    <a:pt x="1307452" y="152641"/>
                  </a:lnTo>
                  <a:lnTo>
                    <a:pt x="1277924" y="152641"/>
                  </a:lnTo>
                  <a:lnTo>
                    <a:pt x="1272806" y="153987"/>
                  </a:lnTo>
                  <a:lnTo>
                    <a:pt x="1275410" y="159029"/>
                  </a:lnTo>
                  <a:lnTo>
                    <a:pt x="1260957" y="153949"/>
                  </a:lnTo>
                  <a:lnTo>
                    <a:pt x="1260957" y="158991"/>
                  </a:lnTo>
                  <a:lnTo>
                    <a:pt x="1267942" y="169583"/>
                  </a:lnTo>
                  <a:lnTo>
                    <a:pt x="1271524" y="175831"/>
                  </a:lnTo>
                  <a:lnTo>
                    <a:pt x="1272844" y="180213"/>
                  </a:lnTo>
                  <a:lnTo>
                    <a:pt x="1272946" y="183184"/>
                  </a:lnTo>
                  <a:lnTo>
                    <a:pt x="1267409" y="185966"/>
                  </a:lnTo>
                  <a:lnTo>
                    <a:pt x="1259928" y="190461"/>
                  </a:lnTo>
                  <a:lnTo>
                    <a:pt x="1253058" y="196240"/>
                  </a:lnTo>
                  <a:lnTo>
                    <a:pt x="1248219" y="202730"/>
                  </a:lnTo>
                  <a:lnTo>
                    <a:pt x="1246873" y="209359"/>
                  </a:lnTo>
                  <a:lnTo>
                    <a:pt x="1247698" y="215773"/>
                  </a:lnTo>
                  <a:lnTo>
                    <a:pt x="1247140" y="215988"/>
                  </a:lnTo>
                  <a:lnTo>
                    <a:pt x="1239672" y="219532"/>
                  </a:lnTo>
                  <a:lnTo>
                    <a:pt x="1238364" y="223329"/>
                  </a:lnTo>
                  <a:lnTo>
                    <a:pt x="1240472" y="229069"/>
                  </a:lnTo>
                  <a:lnTo>
                    <a:pt x="1242517" y="230543"/>
                  </a:lnTo>
                  <a:lnTo>
                    <a:pt x="1233678" y="238379"/>
                  </a:lnTo>
                  <a:lnTo>
                    <a:pt x="1228940" y="252374"/>
                  </a:lnTo>
                  <a:lnTo>
                    <a:pt x="1233678" y="266382"/>
                  </a:lnTo>
                  <a:lnTo>
                    <a:pt x="1246581" y="277812"/>
                  </a:lnTo>
                  <a:lnTo>
                    <a:pt x="1265732" y="285508"/>
                  </a:lnTo>
                  <a:lnTo>
                    <a:pt x="1289189" y="288340"/>
                  </a:lnTo>
                  <a:lnTo>
                    <a:pt x="1312405" y="285267"/>
                  </a:lnTo>
                  <a:lnTo>
                    <a:pt x="1331036" y="277025"/>
                  </a:lnTo>
                  <a:lnTo>
                    <a:pt x="1343418" y="265049"/>
                  </a:lnTo>
                  <a:lnTo>
                    <a:pt x="1347914" y="250812"/>
                  </a:lnTo>
                  <a:close/>
                </a:path>
              </a:pathLst>
            </a:custGeom>
            <a:solidFill>
              <a:srgbClr val="52210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9" name="object 1639" descr=""/>
            <p:cNvSpPr/>
            <p:nvPr/>
          </p:nvSpPr>
          <p:spPr>
            <a:xfrm>
              <a:off x="5219446" y="6911803"/>
              <a:ext cx="120650" cy="91440"/>
            </a:xfrm>
            <a:custGeom>
              <a:avLst/>
              <a:gdLst/>
              <a:ahLst/>
              <a:cxnLst/>
              <a:rect l="l" t="t" r="r" b="b"/>
              <a:pathLst>
                <a:path w="120650" h="91440">
                  <a:moveTo>
                    <a:pt x="120497" y="11353"/>
                  </a:moveTo>
                  <a:lnTo>
                    <a:pt x="88900" y="0"/>
                  </a:lnTo>
                  <a:lnTo>
                    <a:pt x="30314" y="0"/>
                  </a:lnTo>
                  <a:lnTo>
                    <a:pt x="0" y="15278"/>
                  </a:lnTo>
                  <a:lnTo>
                    <a:pt x="25984" y="91059"/>
                  </a:lnTo>
                  <a:lnTo>
                    <a:pt x="43256" y="91059"/>
                  </a:lnTo>
                  <a:lnTo>
                    <a:pt x="74129" y="91059"/>
                  </a:lnTo>
                  <a:lnTo>
                    <a:pt x="95529" y="91059"/>
                  </a:lnTo>
                  <a:lnTo>
                    <a:pt x="120497" y="11353"/>
                  </a:lnTo>
                  <a:close/>
                </a:path>
              </a:pathLst>
            </a:custGeom>
            <a:solidFill>
              <a:srgbClr val="754B2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0" name="object 1640" descr=""/>
            <p:cNvSpPr/>
            <p:nvPr/>
          </p:nvSpPr>
          <p:spPr>
            <a:xfrm>
              <a:off x="5219446" y="6913124"/>
              <a:ext cx="120650" cy="90170"/>
            </a:xfrm>
            <a:custGeom>
              <a:avLst/>
              <a:gdLst/>
              <a:ahLst/>
              <a:cxnLst/>
              <a:rect l="l" t="t" r="r" b="b"/>
              <a:pathLst>
                <a:path w="120650" h="90170">
                  <a:moveTo>
                    <a:pt x="43256" y="89738"/>
                  </a:moveTo>
                  <a:lnTo>
                    <a:pt x="37376" y="47409"/>
                  </a:lnTo>
                  <a:lnTo>
                    <a:pt x="30226" y="0"/>
                  </a:lnTo>
                  <a:lnTo>
                    <a:pt x="0" y="14986"/>
                  </a:lnTo>
                  <a:lnTo>
                    <a:pt x="25984" y="89738"/>
                  </a:lnTo>
                  <a:lnTo>
                    <a:pt x="43256" y="89738"/>
                  </a:lnTo>
                  <a:close/>
                </a:path>
                <a:path w="120650" h="90170">
                  <a:moveTo>
                    <a:pt x="120497" y="14986"/>
                  </a:moveTo>
                  <a:lnTo>
                    <a:pt x="90271" y="0"/>
                  </a:lnTo>
                  <a:lnTo>
                    <a:pt x="83121" y="47409"/>
                  </a:lnTo>
                  <a:lnTo>
                    <a:pt x="77241" y="89738"/>
                  </a:lnTo>
                  <a:lnTo>
                    <a:pt x="94513" y="89738"/>
                  </a:lnTo>
                  <a:lnTo>
                    <a:pt x="120497" y="14986"/>
                  </a:lnTo>
                  <a:close/>
                </a:path>
              </a:pathLst>
            </a:custGeom>
            <a:solidFill>
              <a:srgbClr val="8A5E3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1" name="object 1641" descr=""/>
            <p:cNvSpPr/>
            <p:nvPr/>
          </p:nvSpPr>
          <p:spPr>
            <a:xfrm>
              <a:off x="5213693" y="6903472"/>
              <a:ext cx="130175" cy="167640"/>
            </a:xfrm>
            <a:custGeom>
              <a:avLst/>
              <a:gdLst/>
              <a:ahLst/>
              <a:cxnLst/>
              <a:rect l="l" t="t" r="r" b="b"/>
              <a:pathLst>
                <a:path w="130175" h="167640">
                  <a:moveTo>
                    <a:pt x="129679" y="13157"/>
                  </a:moveTo>
                  <a:lnTo>
                    <a:pt x="128790" y="11150"/>
                  </a:lnTo>
                  <a:lnTo>
                    <a:pt x="125564" y="9956"/>
                  </a:lnTo>
                  <a:lnTo>
                    <a:pt x="123837" y="11010"/>
                  </a:lnTo>
                  <a:lnTo>
                    <a:pt x="121805" y="18491"/>
                  </a:lnTo>
                  <a:lnTo>
                    <a:pt x="116103" y="16383"/>
                  </a:lnTo>
                  <a:lnTo>
                    <a:pt x="116103" y="33718"/>
                  </a:lnTo>
                  <a:lnTo>
                    <a:pt x="116103" y="35344"/>
                  </a:lnTo>
                  <a:lnTo>
                    <a:pt x="115989" y="38328"/>
                  </a:lnTo>
                  <a:lnTo>
                    <a:pt x="115976" y="40030"/>
                  </a:lnTo>
                  <a:lnTo>
                    <a:pt x="99695" y="100152"/>
                  </a:lnTo>
                  <a:lnTo>
                    <a:pt x="84010" y="100203"/>
                  </a:lnTo>
                  <a:lnTo>
                    <a:pt x="92113" y="38798"/>
                  </a:lnTo>
                  <a:lnTo>
                    <a:pt x="96316" y="38328"/>
                  </a:lnTo>
                  <a:lnTo>
                    <a:pt x="98869" y="35344"/>
                  </a:lnTo>
                  <a:lnTo>
                    <a:pt x="105994" y="19304"/>
                  </a:lnTo>
                  <a:lnTo>
                    <a:pt x="112369" y="21082"/>
                  </a:lnTo>
                  <a:lnTo>
                    <a:pt x="115455" y="25704"/>
                  </a:lnTo>
                  <a:lnTo>
                    <a:pt x="116103" y="33718"/>
                  </a:lnTo>
                  <a:lnTo>
                    <a:pt x="116103" y="16383"/>
                  </a:lnTo>
                  <a:lnTo>
                    <a:pt x="96062" y="8928"/>
                  </a:lnTo>
                  <a:lnTo>
                    <a:pt x="96926" y="2451"/>
                  </a:lnTo>
                  <a:lnTo>
                    <a:pt x="95770" y="622"/>
                  </a:lnTo>
                  <a:lnTo>
                    <a:pt x="92443" y="25"/>
                  </a:lnTo>
                  <a:lnTo>
                    <a:pt x="90868" y="1358"/>
                  </a:lnTo>
                  <a:lnTo>
                    <a:pt x="90233" y="6159"/>
                  </a:lnTo>
                  <a:lnTo>
                    <a:pt x="85902" y="6261"/>
                  </a:lnTo>
                  <a:lnTo>
                    <a:pt x="85902" y="38963"/>
                  </a:lnTo>
                  <a:lnTo>
                    <a:pt x="77825" y="100215"/>
                  </a:lnTo>
                  <a:lnTo>
                    <a:pt x="52057" y="100291"/>
                  </a:lnTo>
                  <a:lnTo>
                    <a:pt x="45847" y="57264"/>
                  </a:lnTo>
                  <a:lnTo>
                    <a:pt x="45847" y="100304"/>
                  </a:lnTo>
                  <a:lnTo>
                    <a:pt x="34226" y="100342"/>
                  </a:lnTo>
                  <a:lnTo>
                    <a:pt x="14846" y="41567"/>
                  </a:lnTo>
                  <a:lnTo>
                    <a:pt x="14630" y="35344"/>
                  </a:lnTo>
                  <a:lnTo>
                    <a:pt x="14630" y="33718"/>
                  </a:lnTo>
                  <a:lnTo>
                    <a:pt x="15265" y="25704"/>
                  </a:lnTo>
                  <a:lnTo>
                    <a:pt x="18364" y="21082"/>
                  </a:lnTo>
                  <a:lnTo>
                    <a:pt x="24726" y="19304"/>
                  </a:lnTo>
                  <a:lnTo>
                    <a:pt x="31864" y="35344"/>
                  </a:lnTo>
                  <a:lnTo>
                    <a:pt x="34417" y="38328"/>
                  </a:lnTo>
                  <a:lnTo>
                    <a:pt x="36944" y="38620"/>
                  </a:lnTo>
                  <a:lnTo>
                    <a:pt x="45847" y="100304"/>
                  </a:lnTo>
                  <a:lnTo>
                    <a:pt x="45847" y="57264"/>
                  </a:lnTo>
                  <a:lnTo>
                    <a:pt x="43180" y="38785"/>
                  </a:lnTo>
                  <a:lnTo>
                    <a:pt x="47218" y="36423"/>
                  </a:lnTo>
                  <a:lnTo>
                    <a:pt x="48171" y="35077"/>
                  </a:lnTo>
                  <a:lnTo>
                    <a:pt x="49911" y="27813"/>
                  </a:lnTo>
                  <a:lnTo>
                    <a:pt x="54152" y="14554"/>
                  </a:lnTo>
                  <a:lnTo>
                    <a:pt x="74104" y="14554"/>
                  </a:lnTo>
                  <a:lnTo>
                    <a:pt x="77927" y="26911"/>
                  </a:lnTo>
                  <a:lnTo>
                    <a:pt x="79400" y="33426"/>
                  </a:lnTo>
                  <a:lnTo>
                    <a:pt x="80175" y="34658"/>
                  </a:lnTo>
                  <a:lnTo>
                    <a:pt x="85902" y="38963"/>
                  </a:lnTo>
                  <a:lnTo>
                    <a:pt x="85902" y="6261"/>
                  </a:lnTo>
                  <a:lnTo>
                    <a:pt x="38646" y="7353"/>
                  </a:lnTo>
                  <a:lnTo>
                    <a:pt x="37782" y="1320"/>
                  </a:lnTo>
                  <a:lnTo>
                    <a:pt x="36207" y="0"/>
                  </a:lnTo>
                  <a:lnTo>
                    <a:pt x="32867" y="660"/>
                  </a:lnTo>
                  <a:lnTo>
                    <a:pt x="31750" y="2501"/>
                  </a:lnTo>
                  <a:lnTo>
                    <a:pt x="32766" y="9626"/>
                  </a:lnTo>
                  <a:lnTo>
                    <a:pt x="7429" y="19037"/>
                  </a:lnTo>
                  <a:lnTo>
                    <a:pt x="5715" y="13817"/>
                  </a:lnTo>
                  <a:lnTo>
                    <a:pt x="3937" y="12890"/>
                  </a:lnTo>
                  <a:lnTo>
                    <a:pt x="787" y="14300"/>
                  </a:lnTo>
                  <a:lnTo>
                    <a:pt x="0" y="16370"/>
                  </a:lnTo>
                  <a:lnTo>
                    <a:pt x="31127" y="110756"/>
                  </a:lnTo>
                  <a:lnTo>
                    <a:pt x="32296" y="111633"/>
                  </a:lnTo>
                  <a:lnTo>
                    <a:pt x="33515" y="111633"/>
                  </a:lnTo>
                  <a:lnTo>
                    <a:pt x="33883" y="111633"/>
                  </a:lnTo>
                  <a:lnTo>
                    <a:pt x="36195" y="110693"/>
                  </a:lnTo>
                  <a:lnTo>
                    <a:pt x="36969" y="108623"/>
                  </a:lnTo>
                  <a:lnTo>
                    <a:pt x="35598" y="104482"/>
                  </a:lnTo>
                  <a:lnTo>
                    <a:pt x="40411" y="110540"/>
                  </a:lnTo>
                  <a:lnTo>
                    <a:pt x="38354" y="112941"/>
                  </a:lnTo>
                  <a:lnTo>
                    <a:pt x="38354" y="118884"/>
                  </a:lnTo>
                  <a:lnTo>
                    <a:pt x="40436" y="121310"/>
                  </a:lnTo>
                  <a:lnTo>
                    <a:pt x="43967" y="121310"/>
                  </a:lnTo>
                  <a:lnTo>
                    <a:pt x="44538" y="138442"/>
                  </a:lnTo>
                  <a:lnTo>
                    <a:pt x="51981" y="147129"/>
                  </a:lnTo>
                  <a:lnTo>
                    <a:pt x="61112" y="154368"/>
                  </a:lnTo>
                  <a:lnTo>
                    <a:pt x="63792" y="163283"/>
                  </a:lnTo>
                  <a:lnTo>
                    <a:pt x="64858" y="167284"/>
                  </a:lnTo>
                  <a:lnTo>
                    <a:pt x="65925" y="163283"/>
                  </a:lnTo>
                  <a:lnTo>
                    <a:pt x="68592" y="154368"/>
                  </a:lnTo>
                  <a:lnTo>
                    <a:pt x="77724" y="147129"/>
                  </a:lnTo>
                  <a:lnTo>
                    <a:pt x="85166" y="138442"/>
                  </a:lnTo>
                  <a:lnTo>
                    <a:pt x="85725" y="121310"/>
                  </a:lnTo>
                  <a:lnTo>
                    <a:pt x="86474" y="121310"/>
                  </a:lnTo>
                  <a:lnTo>
                    <a:pt x="89014" y="121310"/>
                  </a:lnTo>
                  <a:lnTo>
                    <a:pt x="91097" y="118884"/>
                  </a:lnTo>
                  <a:lnTo>
                    <a:pt x="91097" y="112941"/>
                  </a:lnTo>
                  <a:lnTo>
                    <a:pt x="90652" y="112445"/>
                  </a:lnTo>
                  <a:lnTo>
                    <a:pt x="98691" y="103886"/>
                  </a:lnTo>
                  <a:lnTo>
                    <a:pt x="97345" y="108864"/>
                  </a:lnTo>
                  <a:lnTo>
                    <a:pt x="98247" y="110871"/>
                  </a:lnTo>
                  <a:lnTo>
                    <a:pt x="99860" y="111467"/>
                  </a:lnTo>
                  <a:lnTo>
                    <a:pt x="100774" y="111633"/>
                  </a:lnTo>
                  <a:lnTo>
                    <a:pt x="102069" y="111633"/>
                  </a:lnTo>
                  <a:lnTo>
                    <a:pt x="103276" y="110655"/>
                  </a:lnTo>
                  <a:lnTo>
                    <a:pt x="129679" y="13157"/>
                  </a:lnTo>
                  <a:close/>
                </a:path>
              </a:pathLst>
            </a:custGeom>
            <a:solidFill>
              <a:srgbClr val="52210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2" name="object 1642" descr=""/>
            <p:cNvSpPr/>
            <p:nvPr/>
          </p:nvSpPr>
          <p:spPr>
            <a:xfrm>
              <a:off x="5262435" y="6845179"/>
              <a:ext cx="32384" cy="12700"/>
            </a:xfrm>
            <a:custGeom>
              <a:avLst/>
              <a:gdLst/>
              <a:ahLst/>
              <a:cxnLst/>
              <a:rect l="l" t="t" r="r" b="b"/>
              <a:pathLst>
                <a:path w="32385" h="12700">
                  <a:moveTo>
                    <a:pt x="4978" y="6311"/>
                  </a:moveTo>
                  <a:lnTo>
                    <a:pt x="2489" y="3416"/>
                  </a:lnTo>
                  <a:lnTo>
                    <a:pt x="0" y="6311"/>
                  </a:lnTo>
                  <a:lnTo>
                    <a:pt x="2489" y="9207"/>
                  </a:lnTo>
                  <a:lnTo>
                    <a:pt x="4978" y="6311"/>
                  </a:lnTo>
                  <a:close/>
                </a:path>
                <a:path w="32385" h="12700">
                  <a:moveTo>
                    <a:pt x="7950" y="9512"/>
                  </a:moveTo>
                  <a:lnTo>
                    <a:pt x="5461" y="6616"/>
                  </a:lnTo>
                  <a:lnTo>
                    <a:pt x="2959" y="9512"/>
                  </a:lnTo>
                  <a:lnTo>
                    <a:pt x="5461" y="12407"/>
                  </a:lnTo>
                  <a:lnTo>
                    <a:pt x="7950" y="9512"/>
                  </a:lnTo>
                  <a:close/>
                </a:path>
                <a:path w="32385" h="12700">
                  <a:moveTo>
                    <a:pt x="7950" y="2895"/>
                  </a:moveTo>
                  <a:lnTo>
                    <a:pt x="5461" y="0"/>
                  </a:lnTo>
                  <a:lnTo>
                    <a:pt x="2959" y="2895"/>
                  </a:lnTo>
                  <a:lnTo>
                    <a:pt x="5461" y="5791"/>
                  </a:lnTo>
                  <a:lnTo>
                    <a:pt x="7950" y="2895"/>
                  </a:lnTo>
                  <a:close/>
                </a:path>
                <a:path w="32385" h="12700">
                  <a:moveTo>
                    <a:pt x="15659" y="6311"/>
                  </a:moveTo>
                  <a:lnTo>
                    <a:pt x="13169" y="3416"/>
                  </a:lnTo>
                  <a:lnTo>
                    <a:pt x="10769" y="6197"/>
                  </a:lnTo>
                  <a:lnTo>
                    <a:pt x="8382" y="3416"/>
                  </a:lnTo>
                  <a:lnTo>
                    <a:pt x="5892" y="6311"/>
                  </a:lnTo>
                  <a:lnTo>
                    <a:pt x="8382" y="9207"/>
                  </a:lnTo>
                  <a:lnTo>
                    <a:pt x="10769" y="6438"/>
                  </a:lnTo>
                  <a:lnTo>
                    <a:pt x="13169" y="9207"/>
                  </a:lnTo>
                  <a:lnTo>
                    <a:pt x="15659" y="6311"/>
                  </a:lnTo>
                  <a:close/>
                </a:path>
                <a:path w="32385" h="12700">
                  <a:moveTo>
                    <a:pt x="18618" y="9512"/>
                  </a:moveTo>
                  <a:lnTo>
                    <a:pt x="16129" y="6616"/>
                  </a:lnTo>
                  <a:lnTo>
                    <a:pt x="13639" y="9512"/>
                  </a:lnTo>
                  <a:lnTo>
                    <a:pt x="16129" y="12407"/>
                  </a:lnTo>
                  <a:lnTo>
                    <a:pt x="18618" y="9512"/>
                  </a:lnTo>
                  <a:close/>
                </a:path>
                <a:path w="32385" h="12700">
                  <a:moveTo>
                    <a:pt x="18618" y="2895"/>
                  </a:moveTo>
                  <a:lnTo>
                    <a:pt x="16129" y="0"/>
                  </a:lnTo>
                  <a:lnTo>
                    <a:pt x="13639" y="2895"/>
                  </a:lnTo>
                  <a:lnTo>
                    <a:pt x="16129" y="5791"/>
                  </a:lnTo>
                  <a:lnTo>
                    <a:pt x="18618" y="2895"/>
                  </a:lnTo>
                  <a:close/>
                </a:path>
                <a:path w="32385" h="12700">
                  <a:moveTo>
                    <a:pt x="26327" y="6311"/>
                  </a:moveTo>
                  <a:lnTo>
                    <a:pt x="23837" y="3416"/>
                  </a:lnTo>
                  <a:lnTo>
                    <a:pt x="21450" y="6197"/>
                  </a:lnTo>
                  <a:lnTo>
                    <a:pt x="19062" y="3416"/>
                  </a:lnTo>
                  <a:lnTo>
                    <a:pt x="16560" y="6311"/>
                  </a:lnTo>
                  <a:lnTo>
                    <a:pt x="19062" y="9207"/>
                  </a:lnTo>
                  <a:lnTo>
                    <a:pt x="21450" y="6438"/>
                  </a:lnTo>
                  <a:lnTo>
                    <a:pt x="23837" y="9207"/>
                  </a:lnTo>
                  <a:lnTo>
                    <a:pt x="26327" y="6311"/>
                  </a:lnTo>
                  <a:close/>
                </a:path>
                <a:path w="32385" h="12700">
                  <a:moveTo>
                    <a:pt x="29298" y="9512"/>
                  </a:moveTo>
                  <a:lnTo>
                    <a:pt x="26809" y="6616"/>
                  </a:lnTo>
                  <a:lnTo>
                    <a:pt x="24307" y="9512"/>
                  </a:lnTo>
                  <a:lnTo>
                    <a:pt x="26809" y="12407"/>
                  </a:lnTo>
                  <a:lnTo>
                    <a:pt x="29298" y="9512"/>
                  </a:lnTo>
                  <a:close/>
                </a:path>
                <a:path w="32385" h="12700">
                  <a:moveTo>
                    <a:pt x="29298" y="2895"/>
                  </a:moveTo>
                  <a:lnTo>
                    <a:pt x="26809" y="0"/>
                  </a:lnTo>
                  <a:lnTo>
                    <a:pt x="24307" y="2895"/>
                  </a:lnTo>
                  <a:lnTo>
                    <a:pt x="26809" y="5791"/>
                  </a:lnTo>
                  <a:lnTo>
                    <a:pt x="29298" y="2895"/>
                  </a:lnTo>
                  <a:close/>
                </a:path>
                <a:path w="32385" h="12700">
                  <a:moveTo>
                    <a:pt x="32219" y="6311"/>
                  </a:moveTo>
                  <a:lnTo>
                    <a:pt x="29730" y="3416"/>
                  </a:lnTo>
                  <a:lnTo>
                    <a:pt x="27241" y="6311"/>
                  </a:lnTo>
                  <a:lnTo>
                    <a:pt x="29730" y="9207"/>
                  </a:lnTo>
                  <a:lnTo>
                    <a:pt x="32219" y="6311"/>
                  </a:lnTo>
                  <a:close/>
                </a:path>
              </a:pathLst>
            </a:custGeom>
            <a:solidFill>
              <a:srgbClr val="461E0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3" name="object 1643" descr=""/>
            <p:cNvSpPr/>
            <p:nvPr/>
          </p:nvSpPr>
          <p:spPr>
            <a:xfrm>
              <a:off x="5253634" y="6874147"/>
              <a:ext cx="50165" cy="8890"/>
            </a:xfrm>
            <a:custGeom>
              <a:avLst/>
              <a:gdLst/>
              <a:ahLst/>
              <a:cxnLst/>
              <a:rect l="l" t="t" r="r" b="b"/>
              <a:pathLst>
                <a:path w="50164" h="8890">
                  <a:moveTo>
                    <a:pt x="4521" y="2705"/>
                  </a:moveTo>
                  <a:lnTo>
                    <a:pt x="4241" y="685"/>
                  </a:lnTo>
                  <a:lnTo>
                    <a:pt x="2387" y="0"/>
                  </a:lnTo>
                  <a:lnTo>
                    <a:pt x="1168" y="1460"/>
                  </a:lnTo>
                  <a:lnTo>
                    <a:pt x="0" y="5727"/>
                  </a:lnTo>
                  <a:lnTo>
                    <a:pt x="279" y="7747"/>
                  </a:lnTo>
                  <a:lnTo>
                    <a:pt x="2133" y="8432"/>
                  </a:lnTo>
                  <a:lnTo>
                    <a:pt x="3365" y="6972"/>
                  </a:lnTo>
                  <a:lnTo>
                    <a:pt x="3949" y="4838"/>
                  </a:lnTo>
                  <a:lnTo>
                    <a:pt x="4521" y="2705"/>
                  </a:lnTo>
                  <a:close/>
                </a:path>
                <a:path w="50164" h="8890">
                  <a:moveTo>
                    <a:pt x="14833" y="2349"/>
                  </a:moveTo>
                  <a:lnTo>
                    <a:pt x="14312" y="406"/>
                  </a:lnTo>
                  <a:lnTo>
                    <a:pt x="12382" y="12"/>
                  </a:lnTo>
                  <a:lnTo>
                    <a:pt x="11353" y="1663"/>
                  </a:lnTo>
                  <a:lnTo>
                    <a:pt x="10706" y="6096"/>
                  </a:lnTo>
                  <a:lnTo>
                    <a:pt x="11226" y="8039"/>
                  </a:lnTo>
                  <a:lnTo>
                    <a:pt x="13144" y="8420"/>
                  </a:lnTo>
                  <a:lnTo>
                    <a:pt x="14185" y="6769"/>
                  </a:lnTo>
                  <a:lnTo>
                    <a:pt x="14516" y="4559"/>
                  </a:lnTo>
                  <a:lnTo>
                    <a:pt x="14833" y="2349"/>
                  </a:lnTo>
                  <a:close/>
                </a:path>
                <a:path w="50164" h="8890">
                  <a:moveTo>
                    <a:pt x="25768" y="1930"/>
                  </a:moveTo>
                  <a:lnTo>
                    <a:pt x="24980" y="114"/>
                  </a:lnTo>
                  <a:lnTo>
                    <a:pt x="23025" y="114"/>
                  </a:lnTo>
                  <a:lnTo>
                    <a:pt x="22250" y="1930"/>
                  </a:lnTo>
                  <a:lnTo>
                    <a:pt x="22250" y="6413"/>
                  </a:lnTo>
                  <a:lnTo>
                    <a:pt x="23025" y="8242"/>
                  </a:lnTo>
                  <a:lnTo>
                    <a:pt x="24980" y="8242"/>
                  </a:lnTo>
                  <a:lnTo>
                    <a:pt x="25768" y="6413"/>
                  </a:lnTo>
                  <a:lnTo>
                    <a:pt x="25768" y="4178"/>
                  </a:lnTo>
                  <a:lnTo>
                    <a:pt x="25768" y="1930"/>
                  </a:lnTo>
                  <a:close/>
                </a:path>
                <a:path w="50164" h="8890">
                  <a:moveTo>
                    <a:pt x="37744" y="6096"/>
                  </a:moveTo>
                  <a:lnTo>
                    <a:pt x="37109" y="1663"/>
                  </a:lnTo>
                  <a:lnTo>
                    <a:pt x="36080" y="12"/>
                  </a:lnTo>
                  <a:lnTo>
                    <a:pt x="34150" y="406"/>
                  </a:lnTo>
                  <a:lnTo>
                    <a:pt x="33629" y="2349"/>
                  </a:lnTo>
                  <a:lnTo>
                    <a:pt x="33947" y="4559"/>
                  </a:lnTo>
                  <a:lnTo>
                    <a:pt x="34277" y="6769"/>
                  </a:lnTo>
                  <a:lnTo>
                    <a:pt x="35306" y="8420"/>
                  </a:lnTo>
                  <a:lnTo>
                    <a:pt x="37236" y="8039"/>
                  </a:lnTo>
                  <a:lnTo>
                    <a:pt x="37744" y="6096"/>
                  </a:lnTo>
                  <a:close/>
                </a:path>
                <a:path w="50164" h="8890">
                  <a:moveTo>
                    <a:pt x="49822" y="5727"/>
                  </a:moveTo>
                  <a:lnTo>
                    <a:pt x="48666" y="1460"/>
                  </a:lnTo>
                  <a:lnTo>
                    <a:pt x="47434" y="0"/>
                  </a:lnTo>
                  <a:lnTo>
                    <a:pt x="45567" y="685"/>
                  </a:lnTo>
                  <a:lnTo>
                    <a:pt x="45288" y="2705"/>
                  </a:lnTo>
                  <a:lnTo>
                    <a:pt x="45872" y="4838"/>
                  </a:lnTo>
                  <a:lnTo>
                    <a:pt x="46469" y="6972"/>
                  </a:lnTo>
                  <a:lnTo>
                    <a:pt x="47688" y="8432"/>
                  </a:lnTo>
                  <a:lnTo>
                    <a:pt x="49542" y="7747"/>
                  </a:lnTo>
                  <a:lnTo>
                    <a:pt x="49822" y="5727"/>
                  </a:lnTo>
                  <a:close/>
                </a:path>
              </a:pathLst>
            </a:custGeom>
            <a:solidFill>
              <a:srgbClr val="38170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4" name="object 1644" descr=""/>
            <p:cNvSpPr/>
            <p:nvPr/>
          </p:nvSpPr>
          <p:spPr>
            <a:xfrm>
              <a:off x="5275608" y="6679084"/>
              <a:ext cx="6350" cy="166370"/>
            </a:xfrm>
            <a:custGeom>
              <a:avLst/>
              <a:gdLst/>
              <a:ahLst/>
              <a:cxnLst/>
              <a:rect l="l" t="t" r="r" b="b"/>
              <a:pathLst>
                <a:path w="6350" h="166370">
                  <a:moveTo>
                    <a:pt x="0" y="166078"/>
                  </a:moveTo>
                  <a:lnTo>
                    <a:pt x="5895" y="166078"/>
                  </a:lnTo>
                  <a:lnTo>
                    <a:pt x="5895" y="0"/>
                  </a:lnTo>
                  <a:lnTo>
                    <a:pt x="0" y="0"/>
                  </a:lnTo>
                  <a:lnTo>
                    <a:pt x="0" y="166078"/>
                  </a:lnTo>
                  <a:close/>
                </a:path>
              </a:pathLst>
            </a:custGeom>
            <a:solidFill>
              <a:srgbClr val="52210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5" name="object 1645" descr=""/>
            <p:cNvSpPr/>
            <p:nvPr/>
          </p:nvSpPr>
          <p:spPr>
            <a:xfrm>
              <a:off x="3839464" y="6610029"/>
              <a:ext cx="1593850" cy="69215"/>
            </a:xfrm>
            <a:custGeom>
              <a:avLst/>
              <a:gdLst/>
              <a:ahLst/>
              <a:cxnLst/>
              <a:rect l="l" t="t" r="r" b="b"/>
              <a:pathLst>
                <a:path w="1593850" h="69215">
                  <a:moveTo>
                    <a:pt x="1593794" y="0"/>
                  </a:moveTo>
                  <a:lnTo>
                    <a:pt x="0" y="0"/>
                  </a:lnTo>
                  <a:lnTo>
                    <a:pt x="0" y="69055"/>
                  </a:lnTo>
                  <a:lnTo>
                    <a:pt x="1593794" y="69055"/>
                  </a:lnTo>
                  <a:lnTo>
                    <a:pt x="1593794" y="0"/>
                  </a:lnTo>
                  <a:close/>
                </a:path>
              </a:pathLst>
            </a:custGeom>
            <a:solidFill>
              <a:srgbClr val="E8B9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6" name="object 1646" descr=""/>
            <p:cNvSpPr/>
            <p:nvPr/>
          </p:nvSpPr>
          <p:spPr>
            <a:xfrm>
              <a:off x="3839464" y="6610029"/>
              <a:ext cx="1593850" cy="25400"/>
            </a:xfrm>
            <a:custGeom>
              <a:avLst/>
              <a:gdLst/>
              <a:ahLst/>
              <a:cxnLst/>
              <a:rect l="l" t="t" r="r" b="b"/>
              <a:pathLst>
                <a:path w="1593850" h="25400">
                  <a:moveTo>
                    <a:pt x="1593794" y="0"/>
                  </a:moveTo>
                  <a:lnTo>
                    <a:pt x="0" y="0"/>
                  </a:lnTo>
                  <a:lnTo>
                    <a:pt x="0" y="24795"/>
                  </a:lnTo>
                  <a:lnTo>
                    <a:pt x="1593794" y="24795"/>
                  </a:lnTo>
                  <a:lnTo>
                    <a:pt x="1593794" y="0"/>
                  </a:lnTo>
                  <a:close/>
                </a:path>
              </a:pathLst>
            </a:custGeom>
            <a:solidFill>
              <a:srgbClr val="F9C7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7" name="object 1647" descr=""/>
            <p:cNvSpPr/>
            <p:nvPr/>
          </p:nvSpPr>
          <p:spPr>
            <a:xfrm>
              <a:off x="3856405" y="8453648"/>
              <a:ext cx="256540" cy="177800"/>
            </a:xfrm>
            <a:custGeom>
              <a:avLst/>
              <a:gdLst/>
              <a:ahLst/>
              <a:cxnLst/>
              <a:rect l="l" t="t" r="r" b="b"/>
              <a:pathLst>
                <a:path w="256539" h="177800">
                  <a:moveTo>
                    <a:pt x="0" y="177198"/>
                  </a:moveTo>
                  <a:lnTo>
                    <a:pt x="256442" y="177198"/>
                  </a:lnTo>
                  <a:lnTo>
                    <a:pt x="256442" y="0"/>
                  </a:lnTo>
                  <a:lnTo>
                    <a:pt x="0" y="0"/>
                  </a:lnTo>
                  <a:lnTo>
                    <a:pt x="0" y="177198"/>
                  </a:lnTo>
                  <a:close/>
                </a:path>
              </a:pathLst>
            </a:custGeom>
            <a:solidFill>
              <a:srgbClr val="29805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8" name="object 1648" descr=""/>
            <p:cNvSpPr/>
            <p:nvPr/>
          </p:nvSpPr>
          <p:spPr>
            <a:xfrm>
              <a:off x="3856405" y="8500715"/>
              <a:ext cx="256540" cy="8890"/>
            </a:xfrm>
            <a:custGeom>
              <a:avLst/>
              <a:gdLst/>
              <a:ahLst/>
              <a:cxnLst/>
              <a:rect l="l" t="t" r="r" b="b"/>
              <a:pathLst>
                <a:path w="256539" h="8890">
                  <a:moveTo>
                    <a:pt x="0" y="8648"/>
                  </a:moveTo>
                  <a:lnTo>
                    <a:pt x="256442" y="8648"/>
                  </a:lnTo>
                  <a:lnTo>
                    <a:pt x="256442" y="0"/>
                  </a:lnTo>
                  <a:lnTo>
                    <a:pt x="0" y="0"/>
                  </a:lnTo>
                  <a:lnTo>
                    <a:pt x="0" y="8648"/>
                  </a:lnTo>
                  <a:close/>
                </a:path>
              </a:pathLst>
            </a:custGeom>
            <a:solidFill>
              <a:srgbClr val="428F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9" name="object 1649" descr=""/>
            <p:cNvSpPr/>
            <p:nvPr/>
          </p:nvSpPr>
          <p:spPr>
            <a:xfrm>
              <a:off x="5174334" y="8453648"/>
              <a:ext cx="256540" cy="177800"/>
            </a:xfrm>
            <a:custGeom>
              <a:avLst/>
              <a:gdLst/>
              <a:ahLst/>
              <a:cxnLst/>
              <a:rect l="l" t="t" r="r" b="b"/>
              <a:pathLst>
                <a:path w="256539" h="177800">
                  <a:moveTo>
                    <a:pt x="0" y="177198"/>
                  </a:moveTo>
                  <a:lnTo>
                    <a:pt x="256442" y="177198"/>
                  </a:lnTo>
                  <a:lnTo>
                    <a:pt x="256442" y="0"/>
                  </a:lnTo>
                  <a:lnTo>
                    <a:pt x="0" y="0"/>
                  </a:lnTo>
                  <a:lnTo>
                    <a:pt x="0" y="177198"/>
                  </a:lnTo>
                  <a:close/>
                </a:path>
              </a:pathLst>
            </a:custGeom>
            <a:solidFill>
              <a:srgbClr val="29805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0" name="object 1650" descr=""/>
            <p:cNvSpPr/>
            <p:nvPr/>
          </p:nvSpPr>
          <p:spPr>
            <a:xfrm>
              <a:off x="5174334" y="8500715"/>
              <a:ext cx="256540" cy="8890"/>
            </a:xfrm>
            <a:custGeom>
              <a:avLst/>
              <a:gdLst/>
              <a:ahLst/>
              <a:cxnLst/>
              <a:rect l="l" t="t" r="r" b="b"/>
              <a:pathLst>
                <a:path w="256539" h="8890">
                  <a:moveTo>
                    <a:pt x="0" y="8648"/>
                  </a:moveTo>
                  <a:lnTo>
                    <a:pt x="256442" y="8648"/>
                  </a:lnTo>
                  <a:lnTo>
                    <a:pt x="256442" y="0"/>
                  </a:lnTo>
                  <a:lnTo>
                    <a:pt x="0" y="0"/>
                  </a:lnTo>
                  <a:lnTo>
                    <a:pt x="0" y="8648"/>
                  </a:lnTo>
                  <a:close/>
                </a:path>
              </a:pathLst>
            </a:custGeom>
            <a:solidFill>
              <a:srgbClr val="428F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1" name="object 1651" descr=""/>
            <p:cNvSpPr/>
            <p:nvPr/>
          </p:nvSpPr>
          <p:spPr>
            <a:xfrm>
              <a:off x="4188333" y="7696028"/>
              <a:ext cx="911225" cy="724535"/>
            </a:xfrm>
            <a:custGeom>
              <a:avLst/>
              <a:gdLst/>
              <a:ahLst/>
              <a:cxnLst/>
              <a:rect l="l" t="t" r="r" b="b"/>
              <a:pathLst>
                <a:path w="911225" h="724534">
                  <a:moveTo>
                    <a:pt x="136207" y="717435"/>
                  </a:moveTo>
                  <a:lnTo>
                    <a:pt x="0" y="717435"/>
                  </a:lnTo>
                  <a:lnTo>
                    <a:pt x="0" y="724331"/>
                  </a:lnTo>
                  <a:lnTo>
                    <a:pt x="136207" y="724331"/>
                  </a:lnTo>
                  <a:lnTo>
                    <a:pt x="136207" y="717435"/>
                  </a:lnTo>
                  <a:close/>
                </a:path>
                <a:path w="911225" h="724534">
                  <a:moveTo>
                    <a:pt x="136207" y="672198"/>
                  </a:moveTo>
                  <a:lnTo>
                    <a:pt x="0" y="672198"/>
                  </a:lnTo>
                  <a:lnTo>
                    <a:pt x="0" y="679081"/>
                  </a:lnTo>
                  <a:lnTo>
                    <a:pt x="136207" y="679081"/>
                  </a:lnTo>
                  <a:lnTo>
                    <a:pt x="136207" y="672198"/>
                  </a:lnTo>
                  <a:close/>
                </a:path>
                <a:path w="911225" h="724534">
                  <a:moveTo>
                    <a:pt x="136207" y="626948"/>
                  </a:moveTo>
                  <a:lnTo>
                    <a:pt x="0" y="626948"/>
                  </a:lnTo>
                  <a:lnTo>
                    <a:pt x="0" y="633844"/>
                  </a:lnTo>
                  <a:lnTo>
                    <a:pt x="136207" y="633844"/>
                  </a:lnTo>
                  <a:lnTo>
                    <a:pt x="136207" y="626948"/>
                  </a:lnTo>
                  <a:close/>
                </a:path>
                <a:path w="911225" h="724534">
                  <a:moveTo>
                    <a:pt x="136207" y="581698"/>
                  </a:moveTo>
                  <a:lnTo>
                    <a:pt x="0" y="581698"/>
                  </a:lnTo>
                  <a:lnTo>
                    <a:pt x="0" y="588581"/>
                  </a:lnTo>
                  <a:lnTo>
                    <a:pt x="136207" y="588581"/>
                  </a:lnTo>
                  <a:lnTo>
                    <a:pt x="136207" y="581698"/>
                  </a:lnTo>
                  <a:close/>
                </a:path>
                <a:path w="911225" h="724534">
                  <a:moveTo>
                    <a:pt x="136207" y="536448"/>
                  </a:moveTo>
                  <a:lnTo>
                    <a:pt x="0" y="536448"/>
                  </a:lnTo>
                  <a:lnTo>
                    <a:pt x="0" y="543344"/>
                  </a:lnTo>
                  <a:lnTo>
                    <a:pt x="136207" y="543344"/>
                  </a:lnTo>
                  <a:lnTo>
                    <a:pt x="136207" y="536448"/>
                  </a:lnTo>
                  <a:close/>
                </a:path>
                <a:path w="911225" h="724534">
                  <a:moveTo>
                    <a:pt x="136207" y="491210"/>
                  </a:moveTo>
                  <a:lnTo>
                    <a:pt x="0" y="491210"/>
                  </a:lnTo>
                  <a:lnTo>
                    <a:pt x="0" y="498094"/>
                  </a:lnTo>
                  <a:lnTo>
                    <a:pt x="136207" y="498094"/>
                  </a:lnTo>
                  <a:lnTo>
                    <a:pt x="136207" y="491210"/>
                  </a:lnTo>
                  <a:close/>
                </a:path>
                <a:path w="911225" h="724534">
                  <a:moveTo>
                    <a:pt x="136207" y="445960"/>
                  </a:moveTo>
                  <a:lnTo>
                    <a:pt x="0" y="445960"/>
                  </a:lnTo>
                  <a:lnTo>
                    <a:pt x="0" y="452843"/>
                  </a:lnTo>
                  <a:lnTo>
                    <a:pt x="136207" y="452843"/>
                  </a:lnTo>
                  <a:lnTo>
                    <a:pt x="136207" y="445960"/>
                  </a:lnTo>
                  <a:close/>
                </a:path>
                <a:path w="911225" h="724534">
                  <a:moveTo>
                    <a:pt x="136207" y="400710"/>
                  </a:moveTo>
                  <a:lnTo>
                    <a:pt x="0" y="400710"/>
                  </a:lnTo>
                  <a:lnTo>
                    <a:pt x="0" y="407606"/>
                  </a:lnTo>
                  <a:lnTo>
                    <a:pt x="136207" y="407606"/>
                  </a:lnTo>
                  <a:lnTo>
                    <a:pt x="136207" y="400710"/>
                  </a:lnTo>
                  <a:close/>
                </a:path>
                <a:path w="911225" h="724534">
                  <a:moveTo>
                    <a:pt x="136207" y="355473"/>
                  </a:moveTo>
                  <a:lnTo>
                    <a:pt x="0" y="355473"/>
                  </a:lnTo>
                  <a:lnTo>
                    <a:pt x="0" y="362356"/>
                  </a:lnTo>
                  <a:lnTo>
                    <a:pt x="136207" y="362356"/>
                  </a:lnTo>
                  <a:lnTo>
                    <a:pt x="136207" y="355473"/>
                  </a:lnTo>
                  <a:close/>
                </a:path>
                <a:path w="911225" h="724534">
                  <a:moveTo>
                    <a:pt x="136207" y="310210"/>
                  </a:moveTo>
                  <a:lnTo>
                    <a:pt x="0" y="310210"/>
                  </a:lnTo>
                  <a:lnTo>
                    <a:pt x="0" y="317106"/>
                  </a:lnTo>
                  <a:lnTo>
                    <a:pt x="136207" y="317106"/>
                  </a:lnTo>
                  <a:lnTo>
                    <a:pt x="136207" y="310210"/>
                  </a:lnTo>
                  <a:close/>
                </a:path>
                <a:path w="911225" h="724534">
                  <a:moveTo>
                    <a:pt x="136207" y="264972"/>
                  </a:moveTo>
                  <a:lnTo>
                    <a:pt x="0" y="264972"/>
                  </a:lnTo>
                  <a:lnTo>
                    <a:pt x="0" y="271856"/>
                  </a:lnTo>
                  <a:lnTo>
                    <a:pt x="136207" y="271856"/>
                  </a:lnTo>
                  <a:lnTo>
                    <a:pt x="136207" y="264972"/>
                  </a:lnTo>
                  <a:close/>
                </a:path>
                <a:path w="911225" h="724534">
                  <a:moveTo>
                    <a:pt x="136207" y="219722"/>
                  </a:moveTo>
                  <a:lnTo>
                    <a:pt x="0" y="219722"/>
                  </a:lnTo>
                  <a:lnTo>
                    <a:pt x="0" y="226618"/>
                  </a:lnTo>
                  <a:lnTo>
                    <a:pt x="136207" y="226618"/>
                  </a:lnTo>
                  <a:lnTo>
                    <a:pt x="136207" y="219722"/>
                  </a:lnTo>
                  <a:close/>
                </a:path>
                <a:path w="911225" h="724534">
                  <a:moveTo>
                    <a:pt x="136207" y="174485"/>
                  </a:moveTo>
                  <a:lnTo>
                    <a:pt x="0" y="174485"/>
                  </a:lnTo>
                  <a:lnTo>
                    <a:pt x="0" y="181368"/>
                  </a:lnTo>
                  <a:lnTo>
                    <a:pt x="136207" y="181368"/>
                  </a:lnTo>
                  <a:lnTo>
                    <a:pt x="136207" y="174485"/>
                  </a:lnTo>
                  <a:close/>
                </a:path>
                <a:path w="911225" h="724534">
                  <a:moveTo>
                    <a:pt x="136207" y="129235"/>
                  </a:moveTo>
                  <a:lnTo>
                    <a:pt x="0" y="129235"/>
                  </a:lnTo>
                  <a:lnTo>
                    <a:pt x="0" y="136131"/>
                  </a:lnTo>
                  <a:lnTo>
                    <a:pt x="136207" y="136131"/>
                  </a:lnTo>
                  <a:lnTo>
                    <a:pt x="136207" y="129235"/>
                  </a:lnTo>
                  <a:close/>
                </a:path>
                <a:path w="911225" h="724534">
                  <a:moveTo>
                    <a:pt x="136207" y="83985"/>
                  </a:moveTo>
                  <a:lnTo>
                    <a:pt x="0" y="83985"/>
                  </a:lnTo>
                  <a:lnTo>
                    <a:pt x="0" y="90868"/>
                  </a:lnTo>
                  <a:lnTo>
                    <a:pt x="136207" y="90868"/>
                  </a:lnTo>
                  <a:lnTo>
                    <a:pt x="136207" y="83985"/>
                  </a:lnTo>
                  <a:close/>
                </a:path>
                <a:path w="911225" h="724534">
                  <a:moveTo>
                    <a:pt x="136207" y="38735"/>
                  </a:moveTo>
                  <a:lnTo>
                    <a:pt x="0" y="38735"/>
                  </a:lnTo>
                  <a:lnTo>
                    <a:pt x="0" y="45631"/>
                  </a:lnTo>
                  <a:lnTo>
                    <a:pt x="136207" y="45631"/>
                  </a:lnTo>
                  <a:lnTo>
                    <a:pt x="136207" y="38735"/>
                  </a:lnTo>
                  <a:close/>
                </a:path>
                <a:path w="911225" h="724534">
                  <a:moveTo>
                    <a:pt x="136499" y="0"/>
                  </a:moveTo>
                  <a:lnTo>
                    <a:pt x="292" y="0"/>
                  </a:lnTo>
                  <a:lnTo>
                    <a:pt x="292" y="6883"/>
                  </a:lnTo>
                  <a:lnTo>
                    <a:pt x="136499" y="6883"/>
                  </a:lnTo>
                  <a:lnTo>
                    <a:pt x="136499" y="0"/>
                  </a:lnTo>
                  <a:close/>
                </a:path>
                <a:path w="911225" h="724534">
                  <a:moveTo>
                    <a:pt x="910666" y="717435"/>
                  </a:moveTo>
                  <a:lnTo>
                    <a:pt x="774458" y="717435"/>
                  </a:lnTo>
                  <a:lnTo>
                    <a:pt x="774458" y="724331"/>
                  </a:lnTo>
                  <a:lnTo>
                    <a:pt x="910666" y="724331"/>
                  </a:lnTo>
                  <a:lnTo>
                    <a:pt x="910666" y="717435"/>
                  </a:lnTo>
                  <a:close/>
                </a:path>
                <a:path w="911225" h="724534">
                  <a:moveTo>
                    <a:pt x="910666" y="672198"/>
                  </a:moveTo>
                  <a:lnTo>
                    <a:pt x="774458" y="672198"/>
                  </a:lnTo>
                  <a:lnTo>
                    <a:pt x="774458" y="679081"/>
                  </a:lnTo>
                  <a:lnTo>
                    <a:pt x="910666" y="679081"/>
                  </a:lnTo>
                  <a:lnTo>
                    <a:pt x="910666" y="672198"/>
                  </a:lnTo>
                  <a:close/>
                </a:path>
                <a:path w="911225" h="724534">
                  <a:moveTo>
                    <a:pt x="910666" y="626948"/>
                  </a:moveTo>
                  <a:lnTo>
                    <a:pt x="774458" y="626948"/>
                  </a:lnTo>
                  <a:lnTo>
                    <a:pt x="774458" y="633844"/>
                  </a:lnTo>
                  <a:lnTo>
                    <a:pt x="910666" y="633844"/>
                  </a:lnTo>
                  <a:lnTo>
                    <a:pt x="910666" y="626948"/>
                  </a:lnTo>
                  <a:close/>
                </a:path>
                <a:path w="911225" h="724534">
                  <a:moveTo>
                    <a:pt x="910666" y="581698"/>
                  </a:moveTo>
                  <a:lnTo>
                    <a:pt x="774458" y="581698"/>
                  </a:lnTo>
                  <a:lnTo>
                    <a:pt x="774458" y="588581"/>
                  </a:lnTo>
                  <a:lnTo>
                    <a:pt x="910666" y="588581"/>
                  </a:lnTo>
                  <a:lnTo>
                    <a:pt x="910666" y="581698"/>
                  </a:lnTo>
                  <a:close/>
                </a:path>
                <a:path w="911225" h="724534">
                  <a:moveTo>
                    <a:pt x="910666" y="536448"/>
                  </a:moveTo>
                  <a:lnTo>
                    <a:pt x="774458" y="536448"/>
                  </a:lnTo>
                  <a:lnTo>
                    <a:pt x="774458" y="543344"/>
                  </a:lnTo>
                  <a:lnTo>
                    <a:pt x="910666" y="543344"/>
                  </a:lnTo>
                  <a:lnTo>
                    <a:pt x="910666" y="536448"/>
                  </a:lnTo>
                  <a:close/>
                </a:path>
                <a:path w="911225" h="724534">
                  <a:moveTo>
                    <a:pt x="910666" y="491210"/>
                  </a:moveTo>
                  <a:lnTo>
                    <a:pt x="774458" y="491210"/>
                  </a:lnTo>
                  <a:lnTo>
                    <a:pt x="774458" y="498094"/>
                  </a:lnTo>
                  <a:lnTo>
                    <a:pt x="910666" y="498094"/>
                  </a:lnTo>
                  <a:lnTo>
                    <a:pt x="910666" y="491210"/>
                  </a:lnTo>
                  <a:close/>
                </a:path>
                <a:path w="911225" h="724534">
                  <a:moveTo>
                    <a:pt x="910666" y="445960"/>
                  </a:moveTo>
                  <a:lnTo>
                    <a:pt x="774458" y="445960"/>
                  </a:lnTo>
                  <a:lnTo>
                    <a:pt x="774458" y="452843"/>
                  </a:lnTo>
                  <a:lnTo>
                    <a:pt x="910666" y="452843"/>
                  </a:lnTo>
                  <a:lnTo>
                    <a:pt x="910666" y="445960"/>
                  </a:lnTo>
                  <a:close/>
                </a:path>
                <a:path w="911225" h="724534">
                  <a:moveTo>
                    <a:pt x="910666" y="400710"/>
                  </a:moveTo>
                  <a:lnTo>
                    <a:pt x="774458" y="400710"/>
                  </a:lnTo>
                  <a:lnTo>
                    <a:pt x="774458" y="407606"/>
                  </a:lnTo>
                  <a:lnTo>
                    <a:pt x="910666" y="407606"/>
                  </a:lnTo>
                  <a:lnTo>
                    <a:pt x="910666" y="400710"/>
                  </a:lnTo>
                  <a:close/>
                </a:path>
                <a:path w="911225" h="724534">
                  <a:moveTo>
                    <a:pt x="910666" y="355473"/>
                  </a:moveTo>
                  <a:lnTo>
                    <a:pt x="774458" y="355473"/>
                  </a:lnTo>
                  <a:lnTo>
                    <a:pt x="774458" y="362356"/>
                  </a:lnTo>
                  <a:lnTo>
                    <a:pt x="910666" y="362356"/>
                  </a:lnTo>
                  <a:lnTo>
                    <a:pt x="910666" y="355473"/>
                  </a:lnTo>
                  <a:close/>
                </a:path>
                <a:path w="911225" h="724534">
                  <a:moveTo>
                    <a:pt x="910666" y="310210"/>
                  </a:moveTo>
                  <a:lnTo>
                    <a:pt x="774458" y="310210"/>
                  </a:lnTo>
                  <a:lnTo>
                    <a:pt x="774458" y="317106"/>
                  </a:lnTo>
                  <a:lnTo>
                    <a:pt x="910666" y="317106"/>
                  </a:lnTo>
                  <a:lnTo>
                    <a:pt x="910666" y="310210"/>
                  </a:lnTo>
                  <a:close/>
                </a:path>
                <a:path w="911225" h="724534">
                  <a:moveTo>
                    <a:pt x="910666" y="264972"/>
                  </a:moveTo>
                  <a:lnTo>
                    <a:pt x="774458" y="264972"/>
                  </a:lnTo>
                  <a:lnTo>
                    <a:pt x="774458" y="271856"/>
                  </a:lnTo>
                  <a:lnTo>
                    <a:pt x="910666" y="271856"/>
                  </a:lnTo>
                  <a:lnTo>
                    <a:pt x="910666" y="264972"/>
                  </a:lnTo>
                  <a:close/>
                </a:path>
                <a:path w="911225" h="724534">
                  <a:moveTo>
                    <a:pt x="910666" y="219722"/>
                  </a:moveTo>
                  <a:lnTo>
                    <a:pt x="774458" y="219722"/>
                  </a:lnTo>
                  <a:lnTo>
                    <a:pt x="774458" y="226618"/>
                  </a:lnTo>
                  <a:lnTo>
                    <a:pt x="910666" y="226618"/>
                  </a:lnTo>
                  <a:lnTo>
                    <a:pt x="910666" y="219722"/>
                  </a:lnTo>
                  <a:close/>
                </a:path>
                <a:path w="911225" h="724534">
                  <a:moveTo>
                    <a:pt x="910666" y="174485"/>
                  </a:moveTo>
                  <a:lnTo>
                    <a:pt x="774458" y="174485"/>
                  </a:lnTo>
                  <a:lnTo>
                    <a:pt x="774458" y="181368"/>
                  </a:lnTo>
                  <a:lnTo>
                    <a:pt x="910666" y="181368"/>
                  </a:lnTo>
                  <a:lnTo>
                    <a:pt x="910666" y="174485"/>
                  </a:lnTo>
                  <a:close/>
                </a:path>
                <a:path w="911225" h="724534">
                  <a:moveTo>
                    <a:pt x="910666" y="129235"/>
                  </a:moveTo>
                  <a:lnTo>
                    <a:pt x="774458" y="129235"/>
                  </a:lnTo>
                  <a:lnTo>
                    <a:pt x="774458" y="136131"/>
                  </a:lnTo>
                  <a:lnTo>
                    <a:pt x="910666" y="136131"/>
                  </a:lnTo>
                  <a:lnTo>
                    <a:pt x="910666" y="129235"/>
                  </a:lnTo>
                  <a:close/>
                </a:path>
                <a:path w="911225" h="724534">
                  <a:moveTo>
                    <a:pt x="910666" y="83985"/>
                  </a:moveTo>
                  <a:lnTo>
                    <a:pt x="774458" y="83985"/>
                  </a:lnTo>
                  <a:lnTo>
                    <a:pt x="774458" y="90868"/>
                  </a:lnTo>
                  <a:lnTo>
                    <a:pt x="910666" y="90868"/>
                  </a:lnTo>
                  <a:lnTo>
                    <a:pt x="910666" y="83985"/>
                  </a:lnTo>
                  <a:close/>
                </a:path>
                <a:path w="911225" h="724534">
                  <a:moveTo>
                    <a:pt x="910666" y="38735"/>
                  </a:moveTo>
                  <a:lnTo>
                    <a:pt x="774458" y="38735"/>
                  </a:lnTo>
                  <a:lnTo>
                    <a:pt x="774458" y="45631"/>
                  </a:lnTo>
                  <a:lnTo>
                    <a:pt x="910666" y="45631"/>
                  </a:lnTo>
                  <a:lnTo>
                    <a:pt x="910666" y="38735"/>
                  </a:lnTo>
                  <a:close/>
                </a:path>
                <a:path w="911225" h="724534">
                  <a:moveTo>
                    <a:pt x="910971" y="0"/>
                  </a:moveTo>
                  <a:lnTo>
                    <a:pt x="774763" y="0"/>
                  </a:lnTo>
                  <a:lnTo>
                    <a:pt x="774763" y="6883"/>
                  </a:lnTo>
                  <a:lnTo>
                    <a:pt x="910971" y="6883"/>
                  </a:lnTo>
                  <a:lnTo>
                    <a:pt x="910971" y="0"/>
                  </a:lnTo>
                  <a:close/>
                </a:path>
              </a:pathLst>
            </a:custGeom>
            <a:solidFill>
              <a:srgbClr val="E6B4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2" name="object 1652" descr=""/>
            <p:cNvSpPr/>
            <p:nvPr/>
          </p:nvSpPr>
          <p:spPr>
            <a:xfrm>
              <a:off x="4127919" y="6679088"/>
              <a:ext cx="1031875" cy="1749425"/>
            </a:xfrm>
            <a:custGeom>
              <a:avLst/>
              <a:gdLst/>
              <a:ahLst/>
              <a:cxnLst/>
              <a:rect l="l" t="t" r="r" b="b"/>
              <a:pathLst>
                <a:path w="1031875" h="1749425">
                  <a:moveTo>
                    <a:pt x="1031328" y="0"/>
                  </a:moveTo>
                  <a:lnTo>
                    <a:pt x="0" y="0"/>
                  </a:lnTo>
                  <a:lnTo>
                    <a:pt x="0" y="54698"/>
                  </a:lnTo>
                  <a:lnTo>
                    <a:pt x="0" y="69062"/>
                  </a:lnTo>
                  <a:lnTo>
                    <a:pt x="0" y="1749018"/>
                  </a:lnTo>
                  <a:lnTo>
                    <a:pt x="60706" y="1749018"/>
                  </a:lnTo>
                  <a:lnTo>
                    <a:pt x="60706" y="69062"/>
                  </a:lnTo>
                  <a:lnTo>
                    <a:pt x="970622" y="69062"/>
                  </a:lnTo>
                  <a:lnTo>
                    <a:pt x="970622" y="1749018"/>
                  </a:lnTo>
                  <a:lnTo>
                    <a:pt x="1031328" y="1749018"/>
                  </a:lnTo>
                  <a:lnTo>
                    <a:pt x="1031328" y="69062"/>
                  </a:lnTo>
                  <a:lnTo>
                    <a:pt x="1031328" y="54698"/>
                  </a:lnTo>
                  <a:lnTo>
                    <a:pt x="1031328" y="0"/>
                  </a:lnTo>
                  <a:close/>
                </a:path>
              </a:pathLst>
            </a:custGeom>
            <a:solidFill>
              <a:srgbClr val="FFCC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3" name="object 1653" descr=""/>
            <p:cNvSpPr/>
            <p:nvPr/>
          </p:nvSpPr>
          <p:spPr>
            <a:xfrm>
              <a:off x="4112848" y="8428099"/>
              <a:ext cx="90170" cy="203200"/>
            </a:xfrm>
            <a:custGeom>
              <a:avLst/>
              <a:gdLst/>
              <a:ahLst/>
              <a:cxnLst/>
              <a:rect l="l" t="t" r="r" b="b"/>
              <a:pathLst>
                <a:path w="90170" h="203200">
                  <a:moveTo>
                    <a:pt x="89704" y="0"/>
                  </a:moveTo>
                  <a:lnTo>
                    <a:pt x="0" y="0"/>
                  </a:lnTo>
                  <a:lnTo>
                    <a:pt x="0" y="202747"/>
                  </a:lnTo>
                  <a:lnTo>
                    <a:pt x="89704" y="202747"/>
                  </a:lnTo>
                  <a:lnTo>
                    <a:pt x="89704" y="0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4" name="object 1654" descr=""/>
            <p:cNvSpPr/>
            <p:nvPr/>
          </p:nvSpPr>
          <p:spPr>
            <a:xfrm>
              <a:off x="4112848" y="8481574"/>
              <a:ext cx="90170" cy="7620"/>
            </a:xfrm>
            <a:custGeom>
              <a:avLst/>
              <a:gdLst/>
              <a:ahLst/>
              <a:cxnLst/>
              <a:rect l="l" t="t" r="r" b="b"/>
              <a:pathLst>
                <a:path w="90170" h="7620">
                  <a:moveTo>
                    <a:pt x="89704" y="0"/>
                  </a:moveTo>
                  <a:lnTo>
                    <a:pt x="0" y="0"/>
                  </a:lnTo>
                  <a:lnTo>
                    <a:pt x="0" y="7381"/>
                  </a:lnTo>
                  <a:lnTo>
                    <a:pt x="89704" y="7381"/>
                  </a:lnTo>
                  <a:lnTo>
                    <a:pt x="89704" y="0"/>
                  </a:lnTo>
                  <a:close/>
                </a:path>
              </a:pathLst>
            </a:custGeom>
            <a:solidFill>
              <a:srgbClr val="4590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5" name="object 1655" descr=""/>
            <p:cNvSpPr/>
            <p:nvPr/>
          </p:nvSpPr>
          <p:spPr>
            <a:xfrm>
              <a:off x="5084630" y="8428099"/>
              <a:ext cx="90170" cy="203200"/>
            </a:xfrm>
            <a:custGeom>
              <a:avLst/>
              <a:gdLst/>
              <a:ahLst/>
              <a:cxnLst/>
              <a:rect l="l" t="t" r="r" b="b"/>
              <a:pathLst>
                <a:path w="90170" h="203200">
                  <a:moveTo>
                    <a:pt x="89704" y="0"/>
                  </a:moveTo>
                  <a:lnTo>
                    <a:pt x="0" y="0"/>
                  </a:lnTo>
                  <a:lnTo>
                    <a:pt x="0" y="202747"/>
                  </a:lnTo>
                  <a:lnTo>
                    <a:pt x="89704" y="202747"/>
                  </a:lnTo>
                  <a:lnTo>
                    <a:pt x="89704" y="0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6" name="object 1656" descr=""/>
            <p:cNvSpPr/>
            <p:nvPr/>
          </p:nvSpPr>
          <p:spPr>
            <a:xfrm>
              <a:off x="5084630" y="8481574"/>
              <a:ext cx="90170" cy="7620"/>
            </a:xfrm>
            <a:custGeom>
              <a:avLst/>
              <a:gdLst/>
              <a:ahLst/>
              <a:cxnLst/>
              <a:rect l="l" t="t" r="r" b="b"/>
              <a:pathLst>
                <a:path w="90170" h="7620">
                  <a:moveTo>
                    <a:pt x="89704" y="0"/>
                  </a:moveTo>
                  <a:lnTo>
                    <a:pt x="0" y="0"/>
                  </a:lnTo>
                  <a:lnTo>
                    <a:pt x="0" y="7381"/>
                  </a:lnTo>
                  <a:lnTo>
                    <a:pt x="89704" y="7381"/>
                  </a:lnTo>
                  <a:lnTo>
                    <a:pt x="89704" y="0"/>
                  </a:lnTo>
                  <a:close/>
                </a:path>
              </a:pathLst>
            </a:custGeom>
            <a:solidFill>
              <a:srgbClr val="45906B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657" name="object 1657" descr=""/>
          <p:cNvPicPr/>
          <p:nvPr/>
        </p:nvPicPr>
        <p:blipFill>
          <a:blip r:embed="rId46" cstate="print"/>
          <a:stretch>
            <a:fillRect/>
          </a:stretch>
        </p:blipFill>
        <p:spPr>
          <a:xfrm>
            <a:off x="15062820" y="6833153"/>
            <a:ext cx="120275" cy="381219"/>
          </a:xfrm>
          <a:prstGeom prst="rect">
            <a:avLst/>
          </a:prstGeom>
        </p:spPr>
      </p:pic>
      <p:pic>
        <p:nvPicPr>
          <p:cNvPr id="1658" name="object 1658" descr=""/>
          <p:cNvPicPr/>
          <p:nvPr/>
        </p:nvPicPr>
        <p:blipFill>
          <a:blip r:embed="rId47" cstate="print"/>
          <a:stretch>
            <a:fillRect/>
          </a:stretch>
        </p:blipFill>
        <p:spPr>
          <a:xfrm>
            <a:off x="14276762" y="6833153"/>
            <a:ext cx="120274" cy="381219"/>
          </a:xfrm>
          <a:prstGeom prst="rect">
            <a:avLst/>
          </a:prstGeom>
        </p:spPr>
      </p:pic>
      <p:grpSp>
        <p:nvGrpSpPr>
          <p:cNvPr id="1659" name="object 1659" descr=""/>
          <p:cNvGrpSpPr/>
          <p:nvPr/>
        </p:nvGrpSpPr>
        <p:grpSpPr>
          <a:xfrm>
            <a:off x="12874442" y="6139000"/>
            <a:ext cx="2886075" cy="2550160"/>
            <a:chOff x="12874442" y="6139000"/>
            <a:chExt cx="2886075" cy="2550160"/>
          </a:xfrm>
        </p:grpSpPr>
        <p:pic>
          <p:nvPicPr>
            <p:cNvPr id="1660" name="object 1660" descr="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13490703" y="6833153"/>
              <a:ext cx="120275" cy="381219"/>
            </a:xfrm>
            <a:prstGeom prst="rect">
              <a:avLst/>
            </a:prstGeom>
          </p:spPr>
        </p:pic>
        <p:sp>
          <p:nvSpPr>
            <p:cNvPr id="1661" name="object 1661" descr=""/>
            <p:cNvSpPr/>
            <p:nvPr/>
          </p:nvSpPr>
          <p:spPr>
            <a:xfrm>
              <a:off x="13173863" y="6511270"/>
              <a:ext cx="2287270" cy="817880"/>
            </a:xfrm>
            <a:custGeom>
              <a:avLst/>
              <a:gdLst/>
              <a:ahLst/>
              <a:cxnLst/>
              <a:rect l="l" t="t" r="r" b="b"/>
              <a:pathLst>
                <a:path w="2287269" h="817879">
                  <a:moveTo>
                    <a:pt x="2286635" y="0"/>
                  </a:moveTo>
                  <a:lnTo>
                    <a:pt x="0" y="0"/>
                  </a:lnTo>
                  <a:lnTo>
                    <a:pt x="0" y="758685"/>
                  </a:lnTo>
                  <a:lnTo>
                    <a:pt x="7518" y="744004"/>
                  </a:lnTo>
                  <a:lnTo>
                    <a:pt x="15417" y="729475"/>
                  </a:lnTo>
                  <a:lnTo>
                    <a:pt x="22212" y="714959"/>
                  </a:lnTo>
                  <a:lnTo>
                    <a:pt x="26403" y="700290"/>
                  </a:lnTo>
                  <a:lnTo>
                    <a:pt x="26568" y="675906"/>
                  </a:lnTo>
                  <a:lnTo>
                    <a:pt x="22771" y="650367"/>
                  </a:lnTo>
                  <a:lnTo>
                    <a:pt x="19824" y="625335"/>
                  </a:lnTo>
                  <a:lnTo>
                    <a:pt x="22618" y="602526"/>
                  </a:lnTo>
                  <a:lnTo>
                    <a:pt x="34340" y="583272"/>
                  </a:lnTo>
                  <a:lnTo>
                    <a:pt x="51422" y="567461"/>
                  </a:lnTo>
                  <a:lnTo>
                    <a:pt x="69303" y="552373"/>
                  </a:lnTo>
                  <a:lnTo>
                    <a:pt x="83502" y="535292"/>
                  </a:lnTo>
                  <a:lnTo>
                    <a:pt x="91821" y="512965"/>
                  </a:lnTo>
                  <a:lnTo>
                    <a:pt x="97015" y="487730"/>
                  </a:lnTo>
                  <a:lnTo>
                    <a:pt x="102971" y="463448"/>
                  </a:lnTo>
                  <a:lnTo>
                    <a:pt x="113525" y="443928"/>
                  </a:lnTo>
                  <a:lnTo>
                    <a:pt x="130911" y="432193"/>
                  </a:lnTo>
                  <a:lnTo>
                    <a:pt x="152006" y="426288"/>
                  </a:lnTo>
                  <a:lnTo>
                    <a:pt x="173761" y="421563"/>
                  </a:lnTo>
                  <a:lnTo>
                    <a:pt x="193065" y="413321"/>
                  </a:lnTo>
                  <a:lnTo>
                    <a:pt x="208915" y="397776"/>
                  </a:lnTo>
                  <a:lnTo>
                    <a:pt x="223367" y="378104"/>
                  </a:lnTo>
                  <a:lnTo>
                    <a:pt x="238315" y="359803"/>
                  </a:lnTo>
                  <a:lnTo>
                    <a:pt x="255701" y="348386"/>
                  </a:lnTo>
                  <a:lnTo>
                    <a:pt x="275348" y="347941"/>
                  </a:lnTo>
                  <a:lnTo>
                    <a:pt x="296062" y="354812"/>
                  </a:lnTo>
                  <a:lnTo>
                    <a:pt x="317144" y="363181"/>
                  </a:lnTo>
                  <a:lnTo>
                    <a:pt x="337858" y="367271"/>
                  </a:lnTo>
                  <a:lnTo>
                    <a:pt x="358571" y="363181"/>
                  </a:lnTo>
                  <a:lnTo>
                    <a:pt x="379641" y="354812"/>
                  </a:lnTo>
                  <a:lnTo>
                    <a:pt x="400354" y="347941"/>
                  </a:lnTo>
                  <a:lnTo>
                    <a:pt x="420014" y="348386"/>
                  </a:lnTo>
                  <a:lnTo>
                    <a:pt x="437388" y="359803"/>
                  </a:lnTo>
                  <a:lnTo>
                    <a:pt x="452335" y="378104"/>
                  </a:lnTo>
                  <a:lnTo>
                    <a:pt x="466788" y="397776"/>
                  </a:lnTo>
                  <a:lnTo>
                    <a:pt x="482638" y="413321"/>
                  </a:lnTo>
                  <a:lnTo>
                    <a:pt x="501942" y="421563"/>
                  </a:lnTo>
                  <a:lnTo>
                    <a:pt x="523684" y="426300"/>
                  </a:lnTo>
                  <a:lnTo>
                    <a:pt x="544791" y="432193"/>
                  </a:lnTo>
                  <a:lnTo>
                    <a:pt x="562178" y="443928"/>
                  </a:lnTo>
                  <a:lnTo>
                    <a:pt x="572731" y="463448"/>
                  </a:lnTo>
                  <a:lnTo>
                    <a:pt x="578675" y="487730"/>
                  </a:lnTo>
                  <a:lnTo>
                    <a:pt x="583882" y="512965"/>
                  </a:lnTo>
                  <a:lnTo>
                    <a:pt x="592201" y="535292"/>
                  </a:lnTo>
                  <a:lnTo>
                    <a:pt x="606386" y="552373"/>
                  </a:lnTo>
                  <a:lnTo>
                    <a:pt x="624281" y="567461"/>
                  </a:lnTo>
                  <a:lnTo>
                    <a:pt x="641350" y="583272"/>
                  </a:lnTo>
                  <a:lnTo>
                    <a:pt x="653072" y="602526"/>
                  </a:lnTo>
                  <a:lnTo>
                    <a:pt x="655878" y="625335"/>
                  </a:lnTo>
                  <a:lnTo>
                    <a:pt x="652945" y="650367"/>
                  </a:lnTo>
                  <a:lnTo>
                    <a:pt x="649135" y="675906"/>
                  </a:lnTo>
                  <a:lnTo>
                    <a:pt x="649300" y="700290"/>
                  </a:lnTo>
                  <a:lnTo>
                    <a:pt x="656704" y="722337"/>
                  </a:lnTo>
                  <a:lnTo>
                    <a:pt x="668286" y="744207"/>
                  </a:lnTo>
                  <a:lnTo>
                    <a:pt x="678967" y="766445"/>
                  </a:lnTo>
                  <a:lnTo>
                    <a:pt x="683666" y="789546"/>
                  </a:lnTo>
                  <a:lnTo>
                    <a:pt x="683158" y="796759"/>
                  </a:lnTo>
                  <a:lnTo>
                    <a:pt x="681774" y="803859"/>
                  </a:lnTo>
                  <a:lnTo>
                    <a:pt x="679627" y="810856"/>
                  </a:lnTo>
                  <a:lnTo>
                    <a:pt x="676871" y="817765"/>
                  </a:lnTo>
                  <a:lnTo>
                    <a:pt x="811923" y="817765"/>
                  </a:lnTo>
                  <a:lnTo>
                    <a:pt x="809167" y="810856"/>
                  </a:lnTo>
                  <a:lnTo>
                    <a:pt x="807021" y="803859"/>
                  </a:lnTo>
                  <a:lnTo>
                    <a:pt x="805624" y="796759"/>
                  </a:lnTo>
                  <a:lnTo>
                    <a:pt x="805129" y="789546"/>
                  </a:lnTo>
                  <a:lnTo>
                    <a:pt x="809828" y="766445"/>
                  </a:lnTo>
                  <a:lnTo>
                    <a:pt x="820508" y="744207"/>
                  </a:lnTo>
                  <a:lnTo>
                    <a:pt x="832091" y="722337"/>
                  </a:lnTo>
                  <a:lnTo>
                    <a:pt x="839508" y="700290"/>
                  </a:lnTo>
                  <a:lnTo>
                    <a:pt x="839673" y="675906"/>
                  </a:lnTo>
                  <a:lnTo>
                    <a:pt x="835863" y="650367"/>
                  </a:lnTo>
                  <a:lnTo>
                    <a:pt x="832929" y="625335"/>
                  </a:lnTo>
                  <a:lnTo>
                    <a:pt x="835723" y="602526"/>
                  </a:lnTo>
                  <a:lnTo>
                    <a:pt x="847445" y="583272"/>
                  </a:lnTo>
                  <a:lnTo>
                    <a:pt x="864514" y="567461"/>
                  </a:lnTo>
                  <a:lnTo>
                    <a:pt x="882408" y="552373"/>
                  </a:lnTo>
                  <a:lnTo>
                    <a:pt x="896607" y="535292"/>
                  </a:lnTo>
                  <a:lnTo>
                    <a:pt x="904925" y="512965"/>
                  </a:lnTo>
                  <a:lnTo>
                    <a:pt x="910120" y="487730"/>
                  </a:lnTo>
                  <a:lnTo>
                    <a:pt x="916076" y="463448"/>
                  </a:lnTo>
                  <a:lnTo>
                    <a:pt x="926642" y="443928"/>
                  </a:lnTo>
                  <a:lnTo>
                    <a:pt x="944016" y="432193"/>
                  </a:lnTo>
                  <a:lnTo>
                    <a:pt x="965111" y="426288"/>
                  </a:lnTo>
                  <a:lnTo>
                    <a:pt x="986866" y="421563"/>
                  </a:lnTo>
                  <a:lnTo>
                    <a:pt x="1006157" y="413321"/>
                  </a:lnTo>
                  <a:lnTo>
                    <a:pt x="1022019" y="397776"/>
                  </a:lnTo>
                  <a:lnTo>
                    <a:pt x="1036459" y="378104"/>
                  </a:lnTo>
                  <a:lnTo>
                    <a:pt x="1051407" y="359803"/>
                  </a:lnTo>
                  <a:lnTo>
                    <a:pt x="1068793" y="348386"/>
                  </a:lnTo>
                  <a:lnTo>
                    <a:pt x="1088440" y="347941"/>
                  </a:lnTo>
                  <a:lnTo>
                    <a:pt x="1109167" y="354812"/>
                  </a:lnTo>
                  <a:lnTo>
                    <a:pt x="1130236" y="363181"/>
                  </a:lnTo>
                  <a:lnTo>
                    <a:pt x="1150950" y="367271"/>
                  </a:lnTo>
                  <a:lnTo>
                    <a:pt x="1171663" y="363181"/>
                  </a:lnTo>
                  <a:lnTo>
                    <a:pt x="1192733" y="354812"/>
                  </a:lnTo>
                  <a:lnTo>
                    <a:pt x="1213459" y="347941"/>
                  </a:lnTo>
                  <a:lnTo>
                    <a:pt x="1233106" y="348386"/>
                  </a:lnTo>
                  <a:lnTo>
                    <a:pt x="1250492" y="359803"/>
                  </a:lnTo>
                  <a:lnTo>
                    <a:pt x="1265440" y="378104"/>
                  </a:lnTo>
                  <a:lnTo>
                    <a:pt x="1279880" y="397776"/>
                  </a:lnTo>
                  <a:lnTo>
                    <a:pt x="1295730" y="413321"/>
                  </a:lnTo>
                  <a:lnTo>
                    <a:pt x="1315046" y="421563"/>
                  </a:lnTo>
                  <a:lnTo>
                    <a:pt x="1336789" y="426300"/>
                  </a:lnTo>
                  <a:lnTo>
                    <a:pt x="1357884" y="432193"/>
                  </a:lnTo>
                  <a:lnTo>
                    <a:pt x="1375257" y="443928"/>
                  </a:lnTo>
                  <a:lnTo>
                    <a:pt x="1385824" y="463448"/>
                  </a:lnTo>
                  <a:lnTo>
                    <a:pt x="1391780" y="487730"/>
                  </a:lnTo>
                  <a:lnTo>
                    <a:pt x="1396987" y="512965"/>
                  </a:lnTo>
                  <a:lnTo>
                    <a:pt x="1405305" y="535292"/>
                  </a:lnTo>
                  <a:lnTo>
                    <a:pt x="1419491" y="552373"/>
                  </a:lnTo>
                  <a:lnTo>
                    <a:pt x="1437386" y="567461"/>
                  </a:lnTo>
                  <a:lnTo>
                    <a:pt x="1454454" y="583272"/>
                  </a:lnTo>
                  <a:lnTo>
                    <a:pt x="1466164" y="602526"/>
                  </a:lnTo>
                  <a:lnTo>
                    <a:pt x="1468970" y="625335"/>
                  </a:lnTo>
                  <a:lnTo>
                    <a:pt x="1466037" y="650367"/>
                  </a:lnTo>
                  <a:lnTo>
                    <a:pt x="1462227" y="675906"/>
                  </a:lnTo>
                  <a:lnTo>
                    <a:pt x="1462392" y="700290"/>
                  </a:lnTo>
                  <a:lnTo>
                    <a:pt x="1469796" y="722337"/>
                  </a:lnTo>
                  <a:lnTo>
                    <a:pt x="1481391" y="744207"/>
                  </a:lnTo>
                  <a:lnTo>
                    <a:pt x="1492072" y="766445"/>
                  </a:lnTo>
                  <a:lnTo>
                    <a:pt x="1496771" y="789546"/>
                  </a:lnTo>
                  <a:lnTo>
                    <a:pt x="1496275" y="796759"/>
                  </a:lnTo>
                  <a:lnTo>
                    <a:pt x="1494878" y="803859"/>
                  </a:lnTo>
                  <a:lnTo>
                    <a:pt x="1492732" y="810856"/>
                  </a:lnTo>
                  <a:lnTo>
                    <a:pt x="1489976" y="817765"/>
                  </a:lnTo>
                  <a:lnTo>
                    <a:pt x="1607769" y="817765"/>
                  </a:lnTo>
                  <a:lnTo>
                    <a:pt x="1605026" y="810856"/>
                  </a:lnTo>
                  <a:lnTo>
                    <a:pt x="1602879" y="803859"/>
                  </a:lnTo>
                  <a:lnTo>
                    <a:pt x="1601495" y="796759"/>
                  </a:lnTo>
                  <a:lnTo>
                    <a:pt x="1600987" y="789546"/>
                  </a:lnTo>
                  <a:lnTo>
                    <a:pt x="1605686" y="766432"/>
                  </a:lnTo>
                  <a:lnTo>
                    <a:pt x="1616367" y="744207"/>
                  </a:lnTo>
                  <a:lnTo>
                    <a:pt x="1627949" y="722337"/>
                  </a:lnTo>
                  <a:lnTo>
                    <a:pt x="1635353" y="700303"/>
                  </a:lnTo>
                  <a:lnTo>
                    <a:pt x="1635518" y="675919"/>
                  </a:lnTo>
                  <a:lnTo>
                    <a:pt x="1631708" y="650354"/>
                  </a:lnTo>
                  <a:lnTo>
                    <a:pt x="1628787" y="625335"/>
                  </a:lnTo>
                  <a:lnTo>
                    <a:pt x="1631581" y="602526"/>
                  </a:lnTo>
                  <a:lnTo>
                    <a:pt x="1643303" y="583285"/>
                  </a:lnTo>
                  <a:lnTo>
                    <a:pt x="1660372" y="567474"/>
                  </a:lnTo>
                  <a:lnTo>
                    <a:pt x="1678266" y="552373"/>
                  </a:lnTo>
                  <a:lnTo>
                    <a:pt x="1692452" y="535292"/>
                  </a:lnTo>
                  <a:lnTo>
                    <a:pt x="1700771" y="512965"/>
                  </a:lnTo>
                  <a:lnTo>
                    <a:pt x="1705978" y="487730"/>
                  </a:lnTo>
                  <a:lnTo>
                    <a:pt x="1711934" y="463448"/>
                  </a:lnTo>
                  <a:lnTo>
                    <a:pt x="1722488" y="443928"/>
                  </a:lnTo>
                  <a:lnTo>
                    <a:pt x="1739861" y="432193"/>
                  </a:lnTo>
                  <a:lnTo>
                    <a:pt x="1760969" y="426300"/>
                  </a:lnTo>
                  <a:lnTo>
                    <a:pt x="1782711" y="421563"/>
                  </a:lnTo>
                  <a:lnTo>
                    <a:pt x="1802015" y="413321"/>
                  </a:lnTo>
                  <a:lnTo>
                    <a:pt x="1817865" y="397764"/>
                  </a:lnTo>
                  <a:lnTo>
                    <a:pt x="1832317" y="378104"/>
                  </a:lnTo>
                  <a:lnTo>
                    <a:pt x="1847265" y="359803"/>
                  </a:lnTo>
                  <a:lnTo>
                    <a:pt x="1864639" y="348386"/>
                  </a:lnTo>
                  <a:lnTo>
                    <a:pt x="1884299" y="347941"/>
                  </a:lnTo>
                  <a:lnTo>
                    <a:pt x="1905025" y="354812"/>
                  </a:lnTo>
                  <a:lnTo>
                    <a:pt x="1926094" y="363181"/>
                  </a:lnTo>
                  <a:lnTo>
                    <a:pt x="1946808" y="367271"/>
                  </a:lnTo>
                  <a:lnTo>
                    <a:pt x="1967522" y="363181"/>
                  </a:lnTo>
                  <a:lnTo>
                    <a:pt x="1988591" y="354812"/>
                  </a:lnTo>
                  <a:lnTo>
                    <a:pt x="2009305" y="347941"/>
                  </a:lnTo>
                  <a:lnTo>
                    <a:pt x="2028964" y="348386"/>
                  </a:lnTo>
                  <a:lnTo>
                    <a:pt x="2046338" y="359803"/>
                  </a:lnTo>
                  <a:lnTo>
                    <a:pt x="2061298" y="378104"/>
                  </a:lnTo>
                  <a:lnTo>
                    <a:pt x="2075738" y="397764"/>
                  </a:lnTo>
                  <a:lnTo>
                    <a:pt x="2091601" y="413321"/>
                  </a:lnTo>
                  <a:lnTo>
                    <a:pt x="2110892" y="421563"/>
                  </a:lnTo>
                  <a:lnTo>
                    <a:pt x="2132647" y="426300"/>
                  </a:lnTo>
                  <a:lnTo>
                    <a:pt x="2153742" y="432193"/>
                  </a:lnTo>
                  <a:lnTo>
                    <a:pt x="2171128" y="443941"/>
                  </a:lnTo>
                  <a:lnTo>
                    <a:pt x="2181682" y="463448"/>
                  </a:lnTo>
                  <a:lnTo>
                    <a:pt x="2187625" y="487730"/>
                  </a:lnTo>
                  <a:lnTo>
                    <a:pt x="2192832" y="512965"/>
                  </a:lnTo>
                  <a:lnTo>
                    <a:pt x="2201151" y="535292"/>
                  </a:lnTo>
                  <a:lnTo>
                    <a:pt x="2215337" y="552373"/>
                  </a:lnTo>
                  <a:lnTo>
                    <a:pt x="2233231" y="567474"/>
                  </a:lnTo>
                  <a:lnTo>
                    <a:pt x="2250313" y="583285"/>
                  </a:lnTo>
                  <a:lnTo>
                    <a:pt x="2262035" y="602526"/>
                  </a:lnTo>
                  <a:lnTo>
                    <a:pt x="2264829" y="625335"/>
                  </a:lnTo>
                  <a:lnTo>
                    <a:pt x="2261895" y="650354"/>
                  </a:lnTo>
                  <a:lnTo>
                    <a:pt x="2258085" y="675919"/>
                  </a:lnTo>
                  <a:lnTo>
                    <a:pt x="2258250" y="700303"/>
                  </a:lnTo>
                  <a:lnTo>
                    <a:pt x="2262886" y="716076"/>
                  </a:lnTo>
                  <a:lnTo>
                    <a:pt x="2270404" y="731685"/>
                  </a:lnTo>
                  <a:lnTo>
                    <a:pt x="2278938" y="747331"/>
                  </a:lnTo>
                  <a:lnTo>
                    <a:pt x="2286635" y="763206"/>
                  </a:lnTo>
                  <a:lnTo>
                    <a:pt x="2286635" y="0"/>
                  </a:lnTo>
                  <a:close/>
                </a:path>
                <a:path w="2287269" h="817879">
                  <a:moveTo>
                    <a:pt x="2286647" y="815886"/>
                  </a:moveTo>
                  <a:lnTo>
                    <a:pt x="2286381" y="816508"/>
                  </a:lnTo>
                  <a:lnTo>
                    <a:pt x="2285835" y="817765"/>
                  </a:lnTo>
                  <a:lnTo>
                    <a:pt x="2286647" y="817765"/>
                  </a:lnTo>
                  <a:lnTo>
                    <a:pt x="2286647" y="815886"/>
                  </a:lnTo>
                  <a:close/>
                </a:path>
              </a:pathLst>
            </a:custGeom>
            <a:solidFill>
              <a:srgbClr val="ECB4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2" name="object 1662" descr=""/>
            <p:cNvSpPr/>
            <p:nvPr/>
          </p:nvSpPr>
          <p:spPr>
            <a:xfrm>
              <a:off x="13825754" y="7329023"/>
              <a:ext cx="183515" cy="1322705"/>
            </a:xfrm>
            <a:custGeom>
              <a:avLst/>
              <a:gdLst/>
              <a:ahLst/>
              <a:cxnLst/>
              <a:rect l="l" t="t" r="r" b="b"/>
              <a:pathLst>
                <a:path w="183515" h="1322704">
                  <a:moveTo>
                    <a:pt x="183019" y="1297990"/>
                  </a:moveTo>
                  <a:lnTo>
                    <a:pt x="181356" y="1288427"/>
                  </a:lnTo>
                  <a:lnTo>
                    <a:pt x="176809" y="1280591"/>
                  </a:lnTo>
                  <a:lnTo>
                    <a:pt x="170091" y="1275295"/>
                  </a:lnTo>
                  <a:lnTo>
                    <a:pt x="161899" y="1273352"/>
                  </a:lnTo>
                  <a:lnTo>
                    <a:pt x="159194" y="1273352"/>
                  </a:lnTo>
                  <a:lnTo>
                    <a:pt x="147789" y="40754"/>
                  </a:lnTo>
                  <a:lnTo>
                    <a:pt x="148094" y="40741"/>
                  </a:lnTo>
                  <a:lnTo>
                    <a:pt x="149377" y="32105"/>
                  </a:lnTo>
                  <a:lnTo>
                    <a:pt x="153009" y="25527"/>
                  </a:lnTo>
                  <a:lnTo>
                    <a:pt x="159651" y="21590"/>
                  </a:lnTo>
                  <a:lnTo>
                    <a:pt x="159753" y="0"/>
                  </a:lnTo>
                  <a:lnTo>
                    <a:pt x="24993" y="0"/>
                  </a:lnTo>
                  <a:lnTo>
                    <a:pt x="24993" y="21590"/>
                  </a:lnTo>
                  <a:lnTo>
                    <a:pt x="31724" y="25527"/>
                  </a:lnTo>
                  <a:lnTo>
                    <a:pt x="35356" y="32105"/>
                  </a:lnTo>
                  <a:lnTo>
                    <a:pt x="36639" y="40754"/>
                  </a:lnTo>
                  <a:lnTo>
                    <a:pt x="36842" y="40754"/>
                  </a:lnTo>
                  <a:lnTo>
                    <a:pt x="25438" y="1273352"/>
                  </a:lnTo>
                  <a:lnTo>
                    <a:pt x="21120" y="1273352"/>
                  </a:lnTo>
                  <a:lnTo>
                    <a:pt x="12915" y="1275295"/>
                  </a:lnTo>
                  <a:lnTo>
                    <a:pt x="6197" y="1280591"/>
                  </a:lnTo>
                  <a:lnTo>
                    <a:pt x="1663" y="1288427"/>
                  </a:lnTo>
                  <a:lnTo>
                    <a:pt x="0" y="1297990"/>
                  </a:lnTo>
                  <a:lnTo>
                    <a:pt x="1663" y="1307553"/>
                  </a:lnTo>
                  <a:lnTo>
                    <a:pt x="6197" y="1315389"/>
                  </a:lnTo>
                  <a:lnTo>
                    <a:pt x="12915" y="1320673"/>
                  </a:lnTo>
                  <a:lnTo>
                    <a:pt x="21120" y="1322628"/>
                  </a:lnTo>
                  <a:lnTo>
                    <a:pt x="24993" y="1322628"/>
                  </a:lnTo>
                  <a:lnTo>
                    <a:pt x="159651" y="1322628"/>
                  </a:lnTo>
                  <a:lnTo>
                    <a:pt x="161899" y="1322628"/>
                  </a:lnTo>
                  <a:lnTo>
                    <a:pt x="170091" y="1320673"/>
                  </a:lnTo>
                  <a:lnTo>
                    <a:pt x="176809" y="1315389"/>
                  </a:lnTo>
                  <a:lnTo>
                    <a:pt x="181356" y="1307553"/>
                  </a:lnTo>
                  <a:lnTo>
                    <a:pt x="183019" y="1297990"/>
                  </a:lnTo>
                  <a:close/>
                </a:path>
              </a:pathLst>
            </a:custGeom>
            <a:solidFill>
              <a:srgbClr val="F9C7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3" name="object 1663" descr=""/>
            <p:cNvSpPr/>
            <p:nvPr/>
          </p:nvSpPr>
          <p:spPr>
            <a:xfrm>
              <a:off x="13849026" y="7452796"/>
              <a:ext cx="136525" cy="33020"/>
            </a:xfrm>
            <a:custGeom>
              <a:avLst/>
              <a:gdLst/>
              <a:ahLst/>
              <a:cxnLst/>
              <a:rect l="l" t="t" r="r" b="b"/>
              <a:pathLst>
                <a:path w="136525" h="33020">
                  <a:moveTo>
                    <a:pt x="129095" y="0"/>
                  </a:moveTo>
                  <a:lnTo>
                    <a:pt x="7381" y="0"/>
                  </a:lnTo>
                  <a:lnTo>
                    <a:pt x="0" y="7392"/>
                  </a:lnTo>
                  <a:lnTo>
                    <a:pt x="0" y="25454"/>
                  </a:lnTo>
                  <a:lnTo>
                    <a:pt x="7381" y="32847"/>
                  </a:lnTo>
                  <a:lnTo>
                    <a:pt x="120059" y="32847"/>
                  </a:lnTo>
                  <a:lnTo>
                    <a:pt x="129095" y="32847"/>
                  </a:lnTo>
                  <a:lnTo>
                    <a:pt x="136477" y="25454"/>
                  </a:lnTo>
                  <a:lnTo>
                    <a:pt x="136477" y="7392"/>
                  </a:lnTo>
                  <a:lnTo>
                    <a:pt x="129095" y="0"/>
                  </a:lnTo>
                  <a:close/>
                </a:path>
              </a:pathLst>
            </a:custGeom>
            <a:solidFill>
              <a:srgbClr val="FFCC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4" name="object 1664" descr=""/>
            <p:cNvSpPr/>
            <p:nvPr/>
          </p:nvSpPr>
          <p:spPr>
            <a:xfrm>
              <a:off x="13806197" y="8652207"/>
              <a:ext cx="217804" cy="36830"/>
            </a:xfrm>
            <a:custGeom>
              <a:avLst/>
              <a:gdLst/>
              <a:ahLst/>
              <a:cxnLst/>
              <a:rect l="l" t="t" r="r" b="b"/>
              <a:pathLst>
                <a:path w="217805" h="36829">
                  <a:moveTo>
                    <a:pt x="217438" y="0"/>
                  </a:moveTo>
                  <a:lnTo>
                    <a:pt x="0" y="0"/>
                  </a:lnTo>
                  <a:lnTo>
                    <a:pt x="0" y="36491"/>
                  </a:lnTo>
                  <a:lnTo>
                    <a:pt x="217438" y="36491"/>
                  </a:lnTo>
                  <a:lnTo>
                    <a:pt x="217438" y="0"/>
                  </a:lnTo>
                  <a:close/>
                </a:path>
              </a:pathLst>
            </a:custGeom>
            <a:solidFill>
              <a:srgbClr val="F9C7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5" name="object 1665" descr=""/>
            <p:cNvSpPr/>
            <p:nvPr/>
          </p:nvSpPr>
          <p:spPr>
            <a:xfrm>
              <a:off x="13851206" y="8381619"/>
              <a:ext cx="133985" cy="220979"/>
            </a:xfrm>
            <a:custGeom>
              <a:avLst/>
              <a:gdLst/>
              <a:ahLst/>
              <a:cxnLst/>
              <a:rect l="l" t="t" r="r" b="b"/>
              <a:pathLst>
                <a:path w="133984" h="220979">
                  <a:moveTo>
                    <a:pt x="131703" y="0"/>
                  </a:moveTo>
                  <a:lnTo>
                    <a:pt x="2041" y="0"/>
                  </a:lnTo>
                  <a:lnTo>
                    <a:pt x="0" y="220757"/>
                  </a:lnTo>
                  <a:lnTo>
                    <a:pt x="133744" y="220757"/>
                  </a:lnTo>
                  <a:lnTo>
                    <a:pt x="131703" y="0"/>
                  </a:lnTo>
                  <a:close/>
                </a:path>
              </a:pathLst>
            </a:custGeom>
            <a:solidFill>
              <a:srgbClr val="29805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6" name="object 1666" descr=""/>
            <p:cNvSpPr/>
            <p:nvPr/>
          </p:nvSpPr>
          <p:spPr>
            <a:xfrm>
              <a:off x="13851459" y="8414759"/>
              <a:ext cx="60960" cy="160655"/>
            </a:xfrm>
            <a:custGeom>
              <a:avLst/>
              <a:gdLst/>
              <a:ahLst/>
              <a:cxnLst/>
              <a:rect l="l" t="t" r="r" b="b"/>
              <a:pathLst>
                <a:path w="60959" h="160654">
                  <a:moveTo>
                    <a:pt x="58127" y="0"/>
                  </a:moveTo>
                  <a:lnTo>
                    <a:pt x="1473" y="0"/>
                  </a:lnTo>
                  <a:lnTo>
                    <a:pt x="1130" y="36957"/>
                  </a:lnTo>
                  <a:lnTo>
                    <a:pt x="58127" y="36957"/>
                  </a:lnTo>
                  <a:lnTo>
                    <a:pt x="58127" y="0"/>
                  </a:lnTo>
                  <a:close/>
                </a:path>
                <a:path w="60959" h="160654">
                  <a:moveTo>
                    <a:pt x="60782" y="123177"/>
                  </a:moveTo>
                  <a:lnTo>
                    <a:pt x="342" y="123177"/>
                  </a:lnTo>
                  <a:lnTo>
                    <a:pt x="0" y="160121"/>
                  </a:lnTo>
                  <a:lnTo>
                    <a:pt x="60782" y="160121"/>
                  </a:lnTo>
                  <a:lnTo>
                    <a:pt x="60782" y="123177"/>
                  </a:lnTo>
                  <a:close/>
                </a:path>
              </a:pathLst>
            </a:custGeom>
            <a:solidFill>
              <a:srgbClr val="3687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7" name="object 1667" descr=""/>
            <p:cNvSpPr/>
            <p:nvPr/>
          </p:nvSpPr>
          <p:spPr>
            <a:xfrm>
              <a:off x="13852030" y="8451716"/>
              <a:ext cx="132080" cy="61594"/>
            </a:xfrm>
            <a:custGeom>
              <a:avLst/>
              <a:gdLst/>
              <a:ahLst/>
              <a:cxnLst/>
              <a:rect l="l" t="t" r="r" b="b"/>
              <a:pathLst>
                <a:path w="132080" h="61595">
                  <a:moveTo>
                    <a:pt x="17970" y="24638"/>
                  </a:moveTo>
                  <a:lnTo>
                    <a:pt x="330" y="24638"/>
                  </a:lnTo>
                  <a:lnTo>
                    <a:pt x="0" y="61595"/>
                  </a:lnTo>
                  <a:lnTo>
                    <a:pt x="17970" y="61595"/>
                  </a:lnTo>
                  <a:lnTo>
                    <a:pt x="17970" y="24638"/>
                  </a:lnTo>
                  <a:close/>
                </a:path>
                <a:path w="132080" h="61595">
                  <a:moveTo>
                    <a:pt x="131864" y="36957"/>
                  </a:moveTo>
                  <a:lnTo>
                    <a:pt x="131521" y="0"/>
                  </a:lnTo>
                  <a:lnTo>
                    <a:pt x="89230" y="0"/>
                  </a:lnTo>
                  <a:lnTo>
                    <a:pt x="89230" y="36957"/>
                  </a:lnTo>
                  <a:lnTo>
                    <a:pt x="131864" y="36957"/>
                  </a:lnTo>
                  <a:close/>
                </a:path>
              </a:pathLst>
            </a:custGeom>
            <a:solidFill>
              <a:srgbClr val="1D784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668" name="object 1668" descr="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13856793" y="7637887"/>
              <a:ext cx="122678" cy="392167"/>
            </a:xfrm>
            <a:prstGeom prst="rect">
              <a:avLst/>
            </a:prstGeom>
          </p:spPr>
        </p:pic>
        <p:sp>
          <p:nvSpPr>
            <p:cNvPr id="1669" name="object 1669" descr=""/>
            <p:cNvSpPr/>
            <p:nvPr/>
          </p:nvSpPr>
          <p:spPr>
            <a:xfrm>
              <a:off x="12874442" y="8581962"/>
              <a:ext cx="352425" cy="107314"/>
            </a:xfrm>
            <a:custGeom>
              <a:avLst/>
              <a:gdLst/>
              <a:ahLst/>
              <a:cxnLst/>
              <a:rect l="l" t="t" r="r" b="b"/>
              <a:pathLst>
                <a:path w="352425" h="107315">
                  <a:moveTo>
                    <a:pt x="245207" y="0"/>
                  </a:moveTo>
                  <a:lnTo>
                    <a:pt x="106740" y="0"/>
                  </a:lnTo>
                  <a:lnTo>
                    <a:pt x="65192" y="8388"/>
                  </a:lnTo>
                  <a:lnTo>
                    <a:pt x="31263" y="31263"/>
                  </a:lnTo>
                  <a:lnTo>
                    <a:pt x="8388" y="65192"/>
                  </a:lnTo>
                  <a:lnTo>
                    <a:pt x="0" y="106740"/>
                  </a:lnTo>
                  <a:lnTo>
                    <a:pt x="351947" y="106740"/>
                  </a:lnTo>
                  <a:lnTo>
                    <a:pt x="343559" y="65192"/>
                  </a:lnTo>
                  <a:lnTo>
                    <a:pt x="320683" y="31263"/>
                  </a:lnTo>
                  <a:lnTo>
                    <a:pt x="286755" y="8388"/>
                  </a:lnTo>
                  <a:lnTo>
                    <a:pt x="245207" y="0"/>
                  </a:lnTo>
                  <a:close/>
                </a:path>
              </a:pathLst>
            </a:custGeom>
            <a:solidFill>
              <a:srgbClr val="ECB4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0" name="object 1670" descr=""/>
            <p:cNvSpPr/>
            <p:nvPr/>
          </p:nvSpPr>
          <p:spPr>
            <a:xfrm>
              <a:off x="13955383" y="6793310"/>
              <a:ext cx="745490" cy="434975"/>
            </a:xfrm>
            <a:custGeom>
              <a:avLst/>
              <a:gdLst/>
              <a:ahLst/>
              <a:cxnLst/>
              <a:rect l="l" t="t" r="r" b="b"/>
              <a:pathLst>
                <a:path w="745490" h="434975">
                  <a:moveTo>
                    <a:pt x="0" y="434520"/>
                  </a:moveTo>
                  <a:lnTo>
                    <a:pt x="2506" y="383845"/>
                  </a:lnTo>
                  <a:lnTo>
                    <a:pt x="9837" y="334888"/>
                  </a:lnTo>
                  <a:lnTo>
                    <a:pt x="21715" y="287973"/>
                  </a:lnTo>
                  <a:lnTo>
                    <a:pt x="37860" y="243428"/>
                  </a:lnTo>
                  <a:lnTo>
                    <a:pt x="57992" y="201578"/>
                  </a:lnTo>
                  <a:lnTo>
                    <a:pt x="81832" y="162748"/>
                  </a:lnTo>
                  <a:lnTo>
                    <a:pt x="109101" y="127267"/>
                  </a:lnTo>
                  <a:lnTo>
                    <a:pt x="139518" y="95458"/>
                  </a:lnTo>
                  <a:lnTo>
                    <a:pt x="172805" y="67648"/>
                  </a:lnTo>
                  <a:lnTo>
                    <a:pt x="208682" y="44164"/>
                  </a:lnTo>
                  <a:lnTo>
                    <a:pt x="246870" y="25331"/>
                  </a:lnTo>
                  <a:lnTo>
                    <a:pt x="287088" y="11475"/>
                  </a:lnTo>
                  <a:lnTo>
                    <a:pt x="329059" y="2923"/>
                  </a:lnTo>
                  <a:lnTo>
                    <a:pt x="372501" y="0"/>
                  </a:lnTo>
                  <a:lnTo>
                    <a:pt x="415944" y="2923"/>
                  </a:lnTo>
                  <a:lnTo>
                    <a:pt x="457914" y="11475"/>
                  </a:lnTo>
                  <a:lnTo>
                    <a:pt x="498133" y="25331"/>
                  </a:lnTo>
                  <a:lnTo>
                    <a:pt x="536320" y="44164"/>
                  </a:lnTo>
                  <a:lnTo>
                    <a:pt x="572197" y="67648"/>
                  </a:lnTo>
                  <a:lnTo>
                    <a:pt x="605484" y="95458"/>
                  </a:lnTo>
                  <a:lnTo>
                    <a:pt x="635902" y="127267"/>
                  </a:lnTo>
                  <a:lnTo>
                    <a:pt x="663170" y="162748"/>
                  </a:lnTo>
                  <a:lnTo>
                    <a:pt x="687010" y="201578"/>
                  </a:lnTo>
                  <a:lnTo>
                    <a:pt x="707142" y="243428"/>
                  </a:lnTo>
                  <a:lnTo>
                    <a:pt x="723287" y="287973"/>
                  </a:lnTo>
                  <a:lnTo>
                    <a:pt x="735165" y="334888"/>
                  </a:lnTo>
                  <a:lnTo>
                    <a:pt x="742497" y="383845"/>
                  </a:lnTo>
                  <a:lnTo>
                    <a:pt x="745003" y="434520"/>
                  </a:lnTo>
                </a:path>
              </a:pathLst>
            </a:custGeom>
            <a:ln w="36208">
              <a:solidFill>
                <a:srgbClr val="FFD3A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1" name="object 1671" descr=""/>
            <p:cNvSpPr/>
            <p:nvPr/>
          </p:nvSpPr>
          <p:spPr>
            <a:xfrm>
              <a:off x="13151905" y="6793310"/>
              <a:ext cx="745490" cy="434975"/>
            </a:xfrm>
            <a:custGeom>
              <a:avLst/>
              <a:gdLst/>
              <a:ahLst/>
              <a:cxnLst/>
              <a:rect l="l" t="t" r="r" b="b"/>
              <a:pathLst>
                <a:path w="745490" h="434975">
                  <a:moveTo>
                    <a:pt x="0" y="434520"/>
                  </a:moveTo>
                  <a:lnTo>
                    <a:pt x="2506" y="383845"/>
                  </a:lnTo>
                  <a:lnTo>
                    <a:pt x="9838" y="334888"/>
                  </a:lnTo>
                  <a:lnTo>
                    <a:pt x="21716" y="287973"/>
                  </a:lnTo>
                  <a:lnTo>
                    <a:pt x="37862" y="243428"/>
                  </a:lnTo>
                  <a:lnTo>
                    <a:pt x="57995" y="201578"/>
                  </a:lnTo>
                  <a:lnTo>
                    <a:pt x="81836" y="162748"/>
                  </a:lnTo>
                  <a:lnTo>
                    <a:pt x="109105" y="127267"/>
                  </a:lnTo>
                  <a:lnTo>
                    <a:pt x="139523" y="95458"/>
                  </a:lnTo>
                  <a:lnTo>
                    <a:pt x="172810" y="67648"/>
                  </a:lnTo>
                  <a:lnTo>
                    <a:pt x="208687" y="44164"/>
                  </a:lnTo>
                  <a:lnTo>
                    <a:pt x="246874" y="25331"/>
                  </a:lnTo>
                  <a:lnTo>
                    <a:pt x="287092" y="11475"/>
                  </a:lnTo>
                  <a:lnTo>
                    <a:pt x="329061" y="2923"/>
                  </a:lnTo>
                  <a:lnTo>
                    <a:pt x="372501" y="0"/>
                  </a:lnTo>
                  <a:lnTo>
                    <a:pt x="415944" y="2923"/>
                  </a:lnTo>
                  <a:lnTo>
                    <a:pt x="457914" y="11475"/>
                  </a:lnTo>
                  <a:lnTo>
                    <a:pt x="498133" y="25331"/>
                  </a:lnTo>
                  <a:lnTo>
                    <a:pt x="536320" y="44164"/>
                  </a:lnTo>
                  <a:lnTo>
                    <a:pt x="572197" y="67648"/>
                  </a:lnTo>
                  <a:lnTo>
                    <a:pt x="605484" y="95458"/>
                  </a:lnTo>
                  <a:lnTo>
                    <a:pt x="635902" y="127267"/>
                  </a:lnTo>
                  <a:lnTo>
                    <a:pt x="663170" y="162748"/>
                  </a:lnTo>
                  <a:lnTo>
                    <a:pt x="687010" y="201578"/>
                  </a:lnTo>
                  <a:lnTo>
                    <a:pt x="707142" y="243428"/>
                  </a:lnTo>
                  <a:lnTo>
                    <a:pt x="723287" y="287973"/>
                  </a:lnTo>
                  <a:lnTo>
                    <a:pt x="735165" y="334888"/>
                  </a:lnTo>
                  <a:lnTo>
                    <a:pt x="742497" y="383845"/>
                  </a:lnTo>
                  <a:lnTo>
                    <a:pt x="745003" y="434520"/>
                  </a:lnTo>
                </a:path>
              </a:pathLst>
            </a:custGeom>
            <a:ln w="36208">
              <a:solidFill>
                <a:srgbClr val="FFD3A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2" name="object 1672" descr=""/>
            <p:cNvSpPr/>
            <p:nvPr/>
          </p:nvSpPr>
          <p:spPr>
            <a:xfrm>
              <a:off x="14747921" y="6793310"/>
              <a:ext cx="745490" cy="434975"/>
            </a:xfrm>
            <a:custGeom>
              <a:avLst/>
              <a:gdLst/>
              <a:ahLst/>
              <a:cxnLst/>
              <a:rect l="l" t="t" r="r" b="b"/>
              <a:pathLst>
                <a:path w="745490" h="434975">
                  <a:moveTo>
                    <a:pt x="0" y="434520"/>
                  </a:moveTo>
                  <a:lnTo>
                    <a:pt x="2506" y="383845"/>
                  </a:lnTo>
                  <a:lnTo>
                    <a:pt x="9837" y="334888"/>
                  </a:lnTo>
                  <a:lnTo>
                    <a:pt x="21715" y="287973"/>
                  </a:lnTo>
                  <a:lnTo>
                    <a:pt x="37860" y="243428"/>
                  </a:lnTo>
                  <a:lnTo>
                    <a:pt x="57992" y="201578"/>
                  </a:lnTo>
                  <a:lnTo>
                    <a:pt x="81832" y="162748"/>
                  </a:lnTo>
                  <a:lnTo>
                    <a:pt x="109101" y="127267"/>
                  </a:lnTo>
                  <a:lnTo>
                    <a:pt x="139518" y="95458"/>
                  </a:lnTo>
                  <a:lnTo>
                    <a:pt x="172805" y="67648"/>
                  </a:lnTo>
                  <a:lnTo>
                    <a:pt x="208682" y="44164"/>
                  </a:lnTo>
                  <a:lnTo>
                    <a:pt x="246870" y="25331"/>
                  </a:lnTo>
                  <a:lnTo>
                    <a:pt x="287088" y="11475"/>
                  </a:lnTo>
                  <a:lnTo>
                    <a:pt x="329059" y="2923"/>
                  </a:lnTo>
                  <a:lnTo>
                    <a:pt x="372501" y="0"/>
                  </a:lnTo>
                  <a:lnTo>
                    <a:pt x="415944" y="2923"/>
                  </a:lnTo>
                  <a:lnTo>
                    <a:pt x="457914" y="11475"/>
                  </a:lnTo>
                  <a:lnTo>
                    <a:pt x="498133" y="25331"/>
                  </a:lnTo>
                  <a:lnTo>
                    <a:pt x="536320" y="44164"/>
                  </a:lnTo>
                  <a:lnTo>
                    <a:pt x="572197" y="67648"/>
                  </a:lnTo>
                  <a:lnTo>
                    <a:pt x="605484" y="95458"/>
                  </a:lnTo>
                  <a:lnTo>
                    <a:pt x="635902" y="127267"/>
                  </a:lnTo>
                  <a:lnTo>
                    <a:pt x="663170" y="162748"/>
                  </a:lnTo>
                  <a:lnTo>
                    <a:pt x="687010" y="201578"/>
                  </a:lnTo>
                  <a:lnTo>
                    <a:pt x="707142" y="243428"/>
                  </a:lnTo>
                  <a:lnTo>
                    <a:pt x="723287" y="287973"/>
                  </a:lnTo>
                  <a:lnTo>
                    <a:pt x="735165" y="334888"/>
                  </a:lnTo>
                  <a:lnTo>
                    <a:pt x="742497" y="383845"/>
                  </a:lnTo>
                  <a:lnTo>
                    <a:pt x="745003" y="434520"/>
                  </a:lnTo>
                </a:path>
              </a:pathLst>
            </a:custGeom>
            <a:ln w="36208">
              <a:solidFill>
                <a:srgbClr val="FFD3A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3" name="object 1673" descr=""/>
            <p:cNvSpPr/>
            <p:nvPr/>
          </p:nvSpPr>
          <p:spPr>
            <a:xfrm>
              <a:off x="12926951" y="6511271"/>
              <a:ext cx="247015" cy="2178050"/>
            </a:xfrm>
            <a:custGeom>
              <a:avLst/>
              <a:gdLst/>
              <a:ahLst/>
              <a:cxnLst/>
              <a:rect l="l" t="t" r="r" b="b"/>
              <a:pathLst>
                <a:path w="247015" h="2178050">
                  <a:moveTo>
                    <a:pt x="246924" y="0"/>
                  </a:moveTo>
                  <a:lnTo>
                    <a:pt x="122446" y="0"/>
                  </a:lnTo>
                  <a:lnTo>
                    <a:pt x="100110" y="5135"/>
                  </a:lnTo>
                  <a:lnTo>
                    <a:pt x="81699" y="19195"/>
                  </a:lnTo>
                  <a:lnTo>
                    <a:pt x="69004" y="40163"/>
                  </a:lnTo>
                  <a:lnTo>
                    <a:pt x="63820" y="66018"/>
                  </a:lnTo>
                  <a:lnTo>
                    <a:pt x="0" y="2177431"/>
                  </a:lnTo>
                  <a:lnTo>
                    <a:pt x="246924" y="2177431"/>
                  </a:lnTo>
                  <a:lnTo>
                    <a:pt x="246924" y="0"/>
                  </a:lnTo>
                  <a:close/>
                </a:path>
              </a:pathLst>
            </a:custGeom>
            <a:solidFill>
              <a:srgbClr val="ECB47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674" name="object 1674" descr="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13852752" y="6932869"/>
              <a:ext cx="147671" cy="181647"/>
            </a:xfrm>
            <a:prstGeom prst="rect">
              <a:avLst/>
            </a:prstGeom>
          </p:spPr>
        </p:pic>
        <p:pic>
          <p:nvPicPr>
            <p:cNvPr id="1675" name="object 1675" descr="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13877217" y="7360492"/>
              <a:ext cx="80095" cy="98520"/>
            </a:xfrm>
            <a:prstGeom prst="rect">
              <a:avLst/>
            </a:prstGeom>
          </p:spPr>
        </p:pic>
        <p:sp>
          <p:nvSpPr>
            <p:cNvPr id="1676" name="object 1676" descr=""/>
            <p:cNvSpPr/>
            <p:nvPr/>
          </p:nvSpPr>
          <p:spPr>
            <a:xfrm>
              <a:off x="14633613" y="7329023"/>
              <a:ext cx="183515" cy="1322705"/>
            </a:xfrm>
            <a:custGeom>
              <a:avLst/>
              <a:gdLst/>
              <a:ahLst/>
              <a:cxnLst/>
              <a:rect l="l" t="t" r="r" b="b"/>
              <a:pathLst>
                <a:path w="183515" h="1322704">
                  <a:moveTo>
                    <a:pt x="183019" y="1297990"/>
                  </a:moveTo>
                  <a:lnTo>
                    <a:pt x="181356" y="1288427"/>
                  </a:lnTo>
                  <a:lnTo>
                    <a:pt x="176809" y="1280591"/>
                  </a:lnTo>
                  <a:lnTo>
                    <a:pt x="170091" y="1275295"/>
                  </a:lnTo>
                  <a:lnTo>
                    <a:pt x="161899" y="1273352"/>
                  </a:lnTo>
                  <a:lnTo>
                    <a:pt x="159194" y="1273352"/>
                  </a:lnTo>
                  <a:lnTo>
                    <a:pt x="147789" y="40754"/>
                  </a:lnTo>
                  <a:lnTo>
                    <a:pt x="148082" y="40741"/>
                  </a:lnTo>
                  <a:lnTo>
                    <a:pt x="149377" y="32105"/>
                  </a:lnTo>
                  <a:lnTo>
                    <a:pt x="153009" y="25527"/>
                  </a:lnTo>
                  <a:lnTo>
                    <a:pt x="159651" y="21590"/>
                  </a:lnTo>
                  <a:lnTo>
                    <a:pt x="159753" y="0"/>
                  </a:lnTo>
                  <a:lnTo>
                    <a:pt x="24993" y="0"/>
                  </a:lnTo>
                  <a:lnTo>
                    <a:pt x="24993" y="21590"/>
                  </a:lnTo>
                  <a:lnTo>
                    <a:pt x="31724" y="25527"/>
                  </a:lnTo>
                  <a:lnTo>
                    <a:pt x="35356" y="32105"/>
                  </a:lnTo>
                  <a:lnTo>
                    <a:pt x="36639" y="40754"/>
                  </a:lnTo>
                  <a:lnTo>
                    <a:pt x="36842" y="40754"/>
                  </a:lnTo>
                  <a:lnTo>
                    <a:pt x="25438" y="1273352"/>
                  </a:lnTo>
                  <a:lnTo>
                    <a:pt x="21120" y="1273352"/>
                  </a:lnTo>
                  <a:lnTo>
                    <a:pt x="12915" y="1275295"/>
                  </a:lnTo>
                  <a:lnTo>
                    <a:pt x="6197" y="1280591"/>
                  </a:lnTo>
                  <a:lnTo>
                    <a:pt x="1663" y="1288427"/>
                  </a:lnTo>
                  <a:lnTo>
                    <a:pt x="0" y="1297990"/>
                  </a:lnTo>
                  <a:lnTo>
                    <a:pt x="1663" y="1307553"/>
                  </a:lnTo>
                  <a:lnTo>
                    <a:pt x="6197" y="1315389"/>
                  </a:lnTo>
                  <a:lnTo>
                    <a:pt x="12915" y="1320673"/>
                  </a:lnTo>
                  <a:lnTo>
                    <a:pt x="21120" y="1322628"/>
                  </a:lnTo>
                  <a:lnTo>
                    <a:pt x="24993" y="1322628"/>
                  </a:lnTo>
                  <a:lnTo>
                    <a:pt x="159651" y="1322628"/>
                  </a:lnTo>
                  <a:lnTo>
                    <a:pt x="161899" y="1322628"/>
                  </a:lnTo>
                  <a:lnTo>
                    <a:pt x="170091" y="1320673"/>
                  </a:lnTo>
                  <a:lnTo>
                    <a:pt x="176809" y="1315389"/>
                  </a:lnTo>
                  <a:lnTo>
                    <a:pt x="181356" y="1307553"/>
                  </a:lnTo>
                  <a:lnTo>
                    <a:pt x="183019" y="1297990"/>
                  </a:lnTo>
                  <a:close/>
                </a:path>
              </a:pathLst>
            </a:custGeom>
            <a:solidFill>
              <a:srgbClr val="F9C7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7" name="object 1677" descr=""/>
            <p:cNvSpPr/>
            <p:nvPr/>
          </p:nvSpPr>
          <p:spPr>
            <a:xfrm>
              <a:off x="14656884" y="7452796"/>
              <a:ext cx="136525" cy="33020"/>
            </a:xfrm>
            <a:custGeom>
              <a:avLst/>
              <a:gdLst/>
              <a:ahLst/>
              <a:cxnLst/>
              <a:rect l="l" t="t" r="r" b="b"/>
              <a:pathLst>
                <a:path w="136525" h="33020">
                  <a:moveTo>
                    <a:pt x="129095" y="0"/>
                  </a:moveTo>
                  <a:lnTo>
                    <a:pt x="7392" y="0"/>
                  </a:lnTo>
                  <a:lnTo>
                    <a:pt x="0" y="7392"/>
                  </a:lnTo>
                  <a:lnTo>
                    <a:pt x="0" y="25454"/>
                  </a:lnTo>
                  <a:lnTo>
                    <a:pt x="7392" y="32847"/>
                  </a:lnTo>
                  <a:lnTo>
                    <a:pt x="120059" y="32847"/>
                  </a:lnTo>
                  <a:lnTo>
                    <a:pt x="129095" y="32847"/>
                  </a:lnTo>
                  <a:lnTo>
                    <a:pt x="136477" y="25454"/>
                  </a:lnTo>
                  <a:lnTo>
                    <a:pt x="136477" y="7392"/>
                  </a:lnTo>
                  <a:lnTo>
                    <a:pt x="129095" y="0"/>
                  </a:lnTo>
                  <a:close/>
                </a:path>
              </a:pathLst>
            </a:custGeom>
            <a:solidFill>
              <a:srgbClr val="FFCC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8" name="object 1678" descr=""/>
            <p:cNvSpPr/>
            <p:nvPr/>
          </p:nvSpPr>
          <p:spPr>
            <a:xfrm>
              <a:off x="14614057" y="8652207"/>
              <a:ext cx="217804" cy="36830"/>
            </a:xfrm>
            <a:custGeom>
              <a:avLst/>
              <a:gdLst/>
              <a:ahLst/>
              <a:cxnLst/>
              <a:rect l="l" t="t" r="r" b="b"/>
              <a:pathLst>
                <a:path w="217805" h="36829">
                  <a:moveTo>
                    <a:pt x="217438" y="0"/>
                  </a:moveTo>
                  <a:lnTo>
                    <a:pt x="0" y="0"/>
                  </a:lnTo>
                  <a:lnTo>
                    <a:pt x="0" y="36491"/>
                  </a:lnTo>
                  <a:lnTo>
                    <a:pt x="217438" y="36491"/>
                  </a:lnTo>
                  <a:lnTo>
                    <a:pt x="217438" y="0"/>
                  </a:lnTo>
                  <a:close/>
                </a:path>
              </a:pathLst>
            </a:custGeom>
            <a:solidFill>
              <a:srgbClr val="F9C7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9" name="object 1679" descr=""/>
            <p:cNvSpPr/>
            <p:nvPr/>
          </p:nvSpPr>
          <p:spPr>
            <a:xfrm>
              <a:off x="14659056" y="8381619"/>
              <a:ext cx="133985" cy="220979"/>
            </a:xfrm>
            <a:custGeom>
              <a:avLst/>
              <a:gdLst/>
              <a:ahLst/>
              <a:cxnLst/>
              <a:rect l="l" t="t" r="r" b="b"/>
              <a:pathLst>
                <a:path w="133984" h="220979">
                  <a:moveTo>
                    <a:pt x="131713" y="0"/>
                  </a:moveTo>
                  <a:lnTo>
                    <a:pt x="2041" y="0"/>
                  </a:lnTo>
                  <a:lnTo>
                    <a:pt x="0" y="220757"/>
                  </a:lnTo>
                  <a:lnTo>
                    <a:pt x="133754" y="220757"/>
                  </a:lnTo>
                  <a:lnTo>
                    <a:pt x="131713" y="0"/>
                  </a:lnTo>
                  <a:close/>
                </a:path>
              </a:pathLst>
            </a:custGeom>
            <a:solidFill>
              <a:srgbClr val="29805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0" name="object 1680" descr=""/>
            <p:cNvSpPr/>
            <p:nvPr/>
          </p:nvSpPr>
          <p:spPr>
            <a:xfrm>
              <a:off x="14659306" y="8414759"/>
              <a:ext cx="60960" cy="160655"/>
            </a:xfrm>
            <a:custGeom>
              <a:avLst/>
              <a:gdLst/>
              <a:ahLst/>
              <a:cxnLst/>
              <a:rect l="l" t="t" r="r" b="b"/>
              <a:pathLst>
                <a:path w="60959" h="160654">
                  <a:moveTo>
                    <a:pt x="58140" y="0"/>
                  </a:moveTo>
                  <a:lnTo>
                    <a:pt x="1485" y="0"/>
                  </a:lnTo>
                  <a:lnTo>
                    <a:pt x="1143" y="36957"/>
                  </a:lnTo>
                  <a:lnTo>
                    <a:pt x="58140" y="36957"/>
                  </a:lnTo>
                  <a:lnTo>
                    <a:pt x="58140" y="0"/>
                  </a:lnTo>
                  <a:close/>
                </a:path>
                <a:path w="60959" h="160654">
                  <a:moveTo>
                    <a:pt x="60794" y="123177"/>
                  </a:moveTo>
                  <a:lnTo>
                    <a:pt x="342" y="123177"/>
                  </a:lnTo>
                  <a:lnTo>
                    <a:pt x="0" y="160121"/>
                  </a:lnTo>
                  <a:lnTo>
                    <a:pt x="60794" y="160121"/>
                  </a:lnTo>
                  <a:lnTo>
                    <a:pt x="60794" y="123177"/>
                  </a:lnTo>
                  <a:close/>
                </a:path>
              </a:pathLst>
            </a:custGeom>
            <a:solidFill>
              <a:srgbClr val="3687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1" name="object 1681" descr=""/>
            <p:cNvSpPr/>
            <p:nvPr/>
          </p:nvSpPr>
          <p:spPr>
            <a:xfrm>
              <a:off x="14659877" y="8451716"/>
              <a:ext cx="132080" cy="61594"/>
            </a:xfrm>
            <a:custGeom>
              <a:avLst/>
              <a:gdLst/>
              <a:ahLst/>
              <a:cxnLst/>
              <a:rect l="l" t="t" r="r" b="b"/>
              <a:pathLst>
                <a:path w="132080" h="61595">
                  <a:moveTo>
                    <a:pt x="17983" y="24638"/>
                  </a:moveTo>
                  <a:lnTo>
                    <a:pt x="342" y="24638"/>
                  </a:lnTo>
                  <a:lnTo>
                    <a:pt x="0" y="61595"/>
                  </a:lnTo>
                  <a:lnTo>
                    <a:pt x="17983" y="61595"/>
                  </a:lnTo>
                  <a:lnTo>
                    <a:pt x="17983" y="24638"/>
                  </a:lnTo>
                  <a:close/>
                </a:path>
                <a:path w="132080" h="61595">
                  <a:moveTo>
                    <a:pt x="131876" y="36957"/>
                  </a:moveTo>
                  <a:lnTo>
                    <a:pt x="131533" y="0"/>
                  </a:lnTo>
                  <a:lnTo>
                    <a:pt x="89255" y="0"/>
                  </a:lnTo>
                  <a:lnTo>
                    <a:pt x="89255" y="36957"/>
                  </a:lnTo>
                  <a:lnTo>
                    <a:pt x="131876" y="36957"/>
                  </a:lnTo>
                  <a:close/>
                </a:path>
              </a:pathLst>
            </a:custGeom>
            <a:solidFill>
              <a:srgbClr val="1D784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682" name="object 1682" descr="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14664644" y="7637887"/>
              <a:ext cx="122688" cy="392167"/>
            </a:xfrm>
            <a:prstGeom prst="rect">
              <a:avLst/>
            </a:prstGeom>
          </p:spPr>
        </p:pic>
        <p:sp>
          <p:nvSpPr>
            <p:cNvPr id="1683" name="object 1683" descr=""/>
            <p:cNvSpPr/>
            <p:nvPr/>
          </p:nvSpPr>
          <p:spPr>
            <a:xfrm>
              <a:off x="14691290" y="7366706"/>
              <a:ext cx="67945" cy="86360"/>
            </a:xfrm>
            <a:custGeom>
              <a:avLst/>
              <a:gdLst/>
              <a:ahLst/>
              <a:cxnLst/>
              <a:rect l="l" t="t" r="r" b="b"/>
              <a:pathLst>
                <a:path w="67944" h="86359">
                  <a:moveTo>
                    <a:pt x="33555" y="86091"/>
                  </a:moveTo>
                  <a:lnTo>
                    <a:pt x="27144" y="74400"/>
                  </a:lnTo>
                  <a:lnTo>
                    <a:pt x="23853" y="66932"/>
                  </a:lnTo>
                  <a:lnTo>
                    <a:pt x="22640" y="60473"/>
                  </a:lnTo>
                  <a:lnTo>
                    <a:pt x="22466" y="51809"/>
                  </a:lnTo>
                  <a:lnTo>
                    <a:pt x="22466" y="37360"/>
                  </a:lnTo>
                  <a:lnTo>
                    <a:pt x="33555" y="29349"/>
                  </a:lnTo>
                  <a:lnTo>
                    <a:pt x="20458" y="33233"/>
                  </a:lnTo>
                  <a:lnTo>
                    <a:pt x="12889" y="34111"/>
                  </a:lnTo>
                  <a:lnTo>
                    <a:pt x="7965" y="31608"/>
                  </a:lnTo>
                  <a:lnTo>
                    <a:pt x="2802" y="25350"/>
                  </a:lnTo>
                  <a:lnTo>
                    <a:pt x="0" y="15690"/>
                  </a:lnTo>
                  <a:lnTo>
                    <a:pt x="2488" y="5905"/>
                  </a:lnTo>
                  <a:lnTo>
                    <a:pt x="7906" y="0"/>
                  </a:lnTo>
                  <a:lnTo>
                    <a:pt x="13891" y="1978"/>
                  </a:lnTo>
                  <a:lnTo>
                    <a:pt x="21199" y="11664"/>
                  </a:lnTo>
                  <a:lnTo>
                    <a:pt x="12153" y="15329"/>
                  </a:lnTo>
                </a:path>
                <a:path w="67944" h="86359">
                  <a:moveTo>
                    <a:pt x="33555" y="86091"/>
                  </a:moveTo>
                  <a:lnTo>
                    <a:pt x="40287" y="74400"/>
                  </a:lnTo>
                  <a:lnTo>
                    <a:pt x="43743" y="66932"/>
                  </a:lnTo>
                  <a:lnTo>
                    <a:pt x="45017" y="60473"/>
                  </a:lnTo>
                  <a:lnTo>
                    <a:pt x="45199" y="51809"/>
                  </a:lnTo>
                  <a:lnTo>
                    <a:pt x="45199" y="37360"/>
                  </a:lnTo>
                  <a:lnTo>
                    <a:pt x="34110" y="29349"/>
                  </a:lnTo>
                  <a:lnTo>
                    <a:pt x="47207" y="33233"/>
                  </a:lnTo>
                  <a:lnTo>
                    <a:pt x="54776" y="34111"/>
                  </a:lnTo>
                  <a:lnTo>
                    <a:pt x="59700" y="31608"/>
                  </a:lnTo>
                  <a:lnTo>
                    <a:pt x="64863" y="25350"/>
                  </a:lnTo>
                  <a:lnTo>
                    <a:pt x="67666" y="15690"/>
                  </a:lnTo>
                  <a:lnTo>
                    <a:pt x="65177" y="5905"/>
                  </a:lnTo>
                  <a:lnTo>
                    <a:pt x="59759" y="0"/>
                  </a:lnTo>
                  <a:lnTo>
                    <a:pt x="53774" y="1978"/>
                  </a:lnTo>
                  <a:lnTo>
                    <a:pt x="46466" y="11664"/>
                  </a:lnTo>
                  <a:lnTo>
                    <a:pt x="55513" y="15329"/>
                  </a:lnTo>
                </a:path>
              </a:pathLst>
            </a:custGeom>
            <a:ln w="12428">
              <a:solidFill>
                <a:srgbClr val="1D784B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684" name="object 1684" descr="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14649451" y="6932869"/>
              <a:ext cx="147675" cy="181647"/>
            </a:xfrm>
            <a:prstGeom prst="rect">
              <a:avLst/>
            </a:prstGeom>
          </p:spPr>
        </p:pic>
        <p:pic>
          <p:nvPicPr>
            <p:cNvPr id="1685" name="object 1685" descr="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13173956" y="6554302"/>
              <a:ext cx="365999" cy="431235"/>
            </a:xfrm>
            <a:prstGeom prst="rect">
              <a:avLst/>
            </a:prstGeom>
          </p:spPr>
        </p:pic>
        <p:pic>
          <p:nvPicPr>
            <p:cNvPr id="1686" name="object 1686" descr="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14073670" y="6524435"/>
              <a:ext cx="508116" cy="313570"/>
            </a:xfrm>
            <a:prstGeom prst="rect">
              <a:avLst/>
            </a:prstGeom>
          </p:spPr>
        </p:pic>
        <p:sp>
          <p:nvSpPr>
            <p:cNvPr id="1687" name="object 1687" descr=""/>
            <p:cNvSpPr/>
            <p:nvPr/>
          </p:nvSpPr>
          <p:spPr>
            <a:xfrm>
              <a:off x="12930183" y="8361200"/>
              <a:ext cx="243840" cy="220979"/>
            </a:xfrm>
            <a:custGeom>
              <a:avLst/>
              <a:gdLst/>
              <a:ahLst/>
              <a:cxnLst/>
              <a:rect l="l" t="t" r="r" b="b"/>
              <a:pathLst>
                <a:path w="243840" h="220979">
                  <a:moveTo>
                    <a:pt x="243687" y="0"/>
                  </a:moveTo>
                  <a:lnTo>
                    <a:pt x="6672" y="0"/>
                  </a:lnTo>
                  <a:lnTo>
                    <a:pt x="0" y="220757"/>
                  </a:lnTo>
                  <a:lnTo>
                    <a:pt x="243687" y="220757"/>
                  </a:lnTo>
                  <a:lnTo>
                    <a:pt x="243687" y="0"/>
                  </a:lnTo>
                  <a:close/>
                </a:path>
              </a:pathLst>
            </a:custGeom>
            <a:solidFill>
              <a:srgbClr val="29805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8" name="object 1688" descr=""/>
            <p:cNvSpPr/>
            <p:nvPr/>
          </p:nvSpPr>
          <p:spPr>
            <a:xfrm>
              <a:off x="12952578" y="8394363"/>
              <a:ext cx="221615" cy="160655"/>
            </a:xfrm>
            <a:custGeom>
              <a:avLst/>
              <a:gdLst/>
              <a:ahLst/>
              <a:cxnLst/>
              <a:rect l="l" t="t" r="r" b="b"/>
              <a:pathLst>
                <a:path w="221615" h="160654">
                  <a:moveTo>
                    <a:pt x="63360" y="0"/>
                  </a:moveTo>
                  <a:lnTo>
                    <a:pt x="0" y="0"/>
                  </a:lnTo>
                  <a:lnTo>
                    <a:pt x="0" y="36944"/>
                  </a:lnTo>
                  <a:lnTo>
                    <a:pt x="63360" y="36944"/>
                  </a:lnTo>
                  <a:lnTo>
                    <a:pt x="63360" y="0"/>
                  </a:lnTo>
                  <a:close/>
                </a:path>
                <a:path w="221615" h="160654">
                  <a:moveTo>
                    <a:pt x="65989" y="123164"/>
                  </a:moveTo>
                  <a:lnTo>
                    <a:pt x="2641" y="123164"/>
                  </a:lnTo>
                  <a:lnTo>
                    <a:pt x="2641" y="160121"/>
                  </a:lnTo>
                  <a:lnTo>
                    <a:pt x="65989" y="160121"/>
                  </a:lnTo>
                  <a:lnTo>
                    <a:pt x="65989" y="123164"/>
                  </a:lnTo>
                  <a:close/>
                </a:path>
                <a:path w="221615" h="160654">
                  <a:moveTo>
                    <a:pt x="221284" y="0"/>
                  </a:moveTo>
                  <a:lnTo>
                    <a:pt x="174218" y="0"/>
                  </a:lnTo>
                  <a:lnTo>
                    <a:pt x="174218" y="36944"/>
                  </a:lnTo>
                  <a:lnTo>
                    <a:pt x="221284" y="36944"/>
                  </a:lnTo>
                  <a:lnTo>
                    <a:pt x="221284" y="0"/>
                  </a:lnTo>
                  <a:close/>
                </a:path>
              </a:pathLst>
            </a:custGeom>
            <a:solidFill>
              <a:srgbClr val="3687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9" name="object 1689" descr=""/>
            <p:cNvSpPr/>
            <p:nvPr/>
          </p:nvSpPr>
          <p:spPr>
            <a:xfrm>
              <a:off x="12932868" y="8431307"/>
              <a:ext cx="226060" cy="111125"/>
            </a:xfrm>
            <a:custGeom>
              <a:avLst/>
              <a:gdLst/>
              <a:ahLst/>
              <a:cxnLst/>
              <a:rect l="l" t="t" r="r" b="b"/>
              <a:pathLst>
                <a:path w="226059" h="111125">
                  <a:moveTo>
                    <a:pt x="43459" y="24638"/>
                  </a:moveTo>
                  <a:lnTo>
                    <a:pt x="1117" y="24638"/>
                  </a:lnTo>
                  <a:lnTo>
                    <a:pt x="0" y="61595"/>
                  </a:lnTo>
                  <a:lnTo>
                    <a:pt x="43459" y="61595"/>
                  </a:lnTo>
                  <a:lnTo>
                    <a:pt x="43459" y="24638"/>
                  </a:lnTo>
                  <a:close/>
                </a:path>
                <a:path w="226059" h="111125">
                  <a:moveTo>
                    <a:pt x="178104" y="0"/>
                  </a:moveTo>
                  <a:lnTo>
                    <a:pt x="114744" y="0"/>
                  </a:lnTo>
                  <a:lnTo>
                    <a:pt x="114744" y="36957"/>
                  </a:lnTo>
                  <a:lnTo>
                    <a:pt x="178104" y="36957"/>
                  </a:lnTo>
                  <a:lnTo>
                    <a:pt x="178104" y="0"/>
                  </a:lnTo>
                  <a:close/>
                </a:path>
                <a:path w="226059" h="111125">
                  <a:moveTo>
                    <a:pt x="225602" y="73901"/>
                  </a:moveTo>
                  <a:lnTo>
                    <a:pt x="162242" y="73901"/>
                  </a:lnTo>
                  <a:lnTo>
                    <a:pt x="162242" y="110858"/>
                  </a:lnTo>
                  <a:lnTo>
                    <a:pt x="225602" y="110858"/>
                  </a:lnTo>
                  <a:lnTo>
                    <a:pt x="225602" y="73901"/>
                  </a:lnTo>
                  <a:close/>
                </a:path>
              </a:pathLst>
            </a:custGeom>
            <a:solidFill>
              <a:srgbClr val="1D784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0" name="object 1690" descr=""/>
            <p:cNvSpPr/>
            <p:nvPr/>
          </p:nvSpPr>
          <p:spPr>
            <a:xfrm>
              <a:off x="12968267" y="7274776"/>
              <a:ext cx="73660" cy="88900"/>
            </a:xfrm>
            <a:custGeom>
              <a:avLst/>
              <a:gdLst/>
              <a:ahLst/>
              <a:cxnLst/>
              <a:rect l="l" t="t" r="r" b="b"/>
              <a:pathLst>
                <a:path w="73659" h="88900">
                  <a:moveTo>
                    <a:pt x="73376" y="44229"/>
                  </a:moveTo>
                  <a:lnTo>
                    <a:pt x="35461" y="88447"/>
                  </a:lnTo>
                  <a:lnTo>
                    <a:pt x="0" y="47079"/>
                  </a:lnTo>
                </a:path>
                <a:path w="73659" h="88900">
                  <a:moveTo>
                    <a:pt x="178" y="41169"/>
                  </a:moveTo>
                  <a:lnTo>
                    <a:pt x="35461" y="0"/>
                  </a:lnTo>
                  <a:lnTo>
                    <a:pt x="73376" y="44229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1" name="object 1691" descr=""/>
            <p:cNvSpPr/>
            <p:nvPr/>
          </p:nvSpPr>
          <p:spPr>
            <a:xfrm>
              <a:off x="12969875" y="7279315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382"/>
                  </a:moveTo>
                  <a:lnTo>
                    <a:pt x="17691" y="37884"/>
                  </a:lnTo>
                  <a:lnTo>
                    <a:pt x="15684" y="37401"/>
                  </a:lnTo>
                  <a:lnTo>
                    <a:pt x="10795" y="37706"/>
                  </a:lnTo>
                  <a:lnTo>
                    <a:pt x="9639" y="38150"/>
                  </a:lnTo>
                  <a:lnTo>
                    <a:pt x="9880" y="36804"/>
                  </a:lnTo>
                  <a:lnTo>
                    <a:pt x="9753" y="33959"/>
                  </a:lnTo>
                  <a:lnTo>
                    <a:pt x="9613" y="31115"/>
                  </a:lnTo>
                  <a:lnTo>
                    <a:pt x="8991" y="28829"/>
                  </a:lnTo>
                  <a:lnTo>
                    <a:pt x="7708" y="28917"/>
                  </a:lnTo>
                  <a:lnTo>
                    <a:pt x="7302" y="31254"/>
                  </a:lnTo>
                  <a:lnTo>
                    <a:pt x="7556" y="36957"/>
                  </a:lnTo>
                  <a:lnTo>
                    <a:pt x="7899" y="38227"/>
                  </a:lnTo>
                  <a:lnTo>
                    <a:pt x="6832" y="37960"/>
                  </a:lnTo>
                  <a:lnTo>
                    <a:pt x="4394" y="38112"/>
                  </a:lnTo>
                  <a:lnTo>
                    <a:pt x="1955" y="38277"/>
                  </a:lnTo>
                  <a:lnTo>
                    <a:pt x="0" y="38989"/>
                  </a:lnTo>
                  <a:lnTo>
                    <a:pt x="76" y="40487"/>
                  </a:lnTo>
                  <a:lnTo>
                    <a:pt x="2082" y="40970"/>
                  </a:lnTo>
                  <a:lnTo>
                    <a:pt x="6959" y="40665"/>
                  </a:lnTo>
                  <a:lnTo>
                    <a:pt x="8051" y="40259"/>
                  </a:lnTo>
                  <a:lnTo>
                    <a:pt x="7823" y="41579"/>
                  </a:lnTo>
                  <a:lnTo>
                    <a:pt x="7962" y="44424"/>
                  </a:lnTo>
                  <a:lnTo>
                    <a:pt x="8089" y="47269"/>
                  </a:lnTo>
                  <a:lnTo>
                    <a:pt x="8712" y="49555"/>
                  </a:lnTo>
                  <a:lnTo>
                    <a:pt x="9994" y="49466"/>
                  </a:lnTo>
                  <a:lnTo>
                    <a:pt x="10414" y="47129"/>
                  </a:lnTo>
                  <a:lnTo>
                    <a:pt x="10147" y="41427"/>
                  </a:lnTo>
                  <a:lnTo>
                    <a:pt x="9791" y="40157"/>
                  </a:lnTo>
                  <a:lnTo>
                    <a:pt x="10922" y="40424"/>
                  </a:lnTo>
                  <a:lnTo>
                    <a:pt x="13360" y="40259"/>
                  </a:lnTo>
                  <a:lnTo>
                    <a:pt x="15811" y="40106"/>
                  </a:lnTo>
                  <a:lnTo>
                    <a:pt x="17767" y="39382"/>
                  </a:lnTo>
                  <a:close/>
                </a:path>
                <a:path w="68580" h="78740">
                  <a:moveTo>
                    <a:pt x="42595" y="68351"/>
                  </a:moveTo>
                  <a:lnTo>
                    <a:pt x="42519" y="66852"/>
                  </a:lnTo>
                  <a:lnTo>
                    <a:pt x="40513" y="66370"/>
                  </a:lnTo>
                  <a:lnTo>
                    <a:pt x="35636" y="66675"/>
                  </a:lnTo>
                  <a:lnTo>
                    <a:pt x="34480" y="67119"/>
                  </a:lnTo>
                  <a:lnTo>
                    <a:pt x="34721" y="65773"/>
                  </a:lnTo>
                  <a:lnTo>
                    <a:pt x="34582" y="62928"/>
                  </a:lnTo>
                  <a:lnTo>
                    <a:pt x="34442" y="60083"/>
                  </a:lnTo>
                  <a:lnTo>
                    <a:pt x="33832" y="57797"/>
                  </a:lnTo>
                  <a:lnTo>
                    <a:pt x="32537" y="57886"/>
                  </a:lnTo>
                  <a:lnTo>
                    <a:pt x="32131" y="60223"/>
                  </a:lnTo>
                  <a:lnTo>
                    <a:pt x="32397" y="65925"/>
                  </a:lnTo>
                  <a:lnTo>
                    <a:pt x="32740" y="67195"/>
                  </a:lnTo>
                  <a:lnTo>
                    <a:pt x="31673" y="66929"/>
                  </a:lnTo>
                  <a:lnTo>
                    <a:pt x="29222" y="67081"/>
                  </a:lnTo>
                  <a:lnTo>
                    <a:pt x="26784" y="67246"/>
                  </a:lnTo>
                  <a:lnTo>
                    <a:pt x="24828" y="67957"/>
                  </a:lnTo>
                  <a:lnTo>
                    <a:pt x="24904" y="69456"/>
                  </a:lnTo>
                  <a:lnTo>
                    <a:pt x="26911" y="69938"/>
                  </a:lnTo>
                  <a:lnTo>
                    <a:pt x="31788" y="69634"/>
                  </a:lnTo>
                  <a:lnTo>
                    <a:pt x="32880" y="69240"/>
                  </a:lnTo>
                  <a:lnTo>
                    <a:pt x="32651" y="70548"/>
                  </a:lnTo>
                  <a:lnTo>
                    <a:pt x="32791" y="73393"/>
                  </a:lnTo>
                  <a:lnTo>
                    <a:pt x="32918" y="76238"/>
                  </a:lnTo>
                  <a:lnTo>
                    <a:pt x="33540" y="78524"/>
                  </a:lnTo>
                  <a:lnTo>
                    <a:pt x="34836" y="78435"/>
                  </a:lnTo>
                  <a:lnTo>
                    <a:pt x="35242" y="76098"/>
                  </a:lnTo>
                  <a:lnTo>
                    <a:pt x="34975" y="70396"/>
                  </a:lnTo>
                  <a:lnTo>
                    <a:pt x="34620" y="69126"/>
                  </a:lnTo>
                  <a:lnTo>
                    <a:pt x="35763" y="69392"/>
                  </a:lnTo>
                  <a:lnTo>
                    <a:pt x="38201" y="69227"/>
                  </a:lnTo>
                  <a:lnTo>
                    <a:pt x="40640" y="69075"/>
                  </a:lnTo>
                  <a:lnTo>
                    <a:pt x="42595" y="68351"/>
                  </a:lnTo>
                  <a:close/>
                </a:path>
                <a:path w="68580" h="78740">
                  <a:moveTo>
                    <a:pt x="43078" y="10553"/>
                  </a:moveTo>
                  <a:lnTo>
                    <a:pt x="43002" y="9067"/>
                  </a:lnTo>
                  <a:lnTo>
                    <a:pt x="40982" y="8585"/>
                  </a:lnTo>
                  <a:lnTo>
                    <a:pt x="36106" y="8890"/>
                  </a:lnTo>
                  <a:lnTo>
                    <a:pt x="34950" y="9321"/>
                  </a:lnTo>
                  <a:lnTo>
                    <a:pt x="35191" y="7988"/>
                  </a:lnTo>
                  <a:lnTo>
                    <a:pt x="35052" y="5130"/>
                  </a:lnTo>
                  <a:lnTo>
                    <a:pt x="34925" y="2286"/>
                  </a:lnTo>
                  <a:lnTo>
                    <a:pt x="34302" y="0"/>
                  </a:lnTo>
                  <a:lnTo>
                    <a:pt x="33020" y="88"/>
                  </a:lnTo>
                  <a:lnTo>
                    <a:pt x="32600" y="2438"/>
                  </a:lnTo>
                  <a:lnTo>
                    <a:pt x="32867" y="8128"/>
                  </a:lnTo>
                  <a:lnTo>
                    <a:pt x="33210" y="9398"/>
                  </a:lnTo>
                  <a:lnTo>
                    <a:pt x="32143" y="9131"/>
                  </a:lnTo>
                  <a:lnTo>
                    <a:pt x="29705" y="9283"/>
                  </a:lnTo>
                  <a:lnTo>
                    <a:pt x="27266" y="9448"/>
                  </a:lnTo>
                  <a:lnTo>
                    <a:pt x="25298" y="10172"/>
                  </a:lnTo>
                  <a:lnTo>
                    <a:pt x="25374" y="11671"/>
                  </a:lnTo>
                  <a:lnTo>
                    <a:pt x="27393" y="12141"/>
                  </a:lnTo>
                  <a:lnTo>
                    <a:pt x="32270" y="11849"/>
                  </a:lnTo>
                  <a:lnTo>
                    <a:pt x="33362" y="11442"/>
                  </a:lnTo>
                  <a:lnTo>
                    <a:pt x="33134" y="12750"/>
                  </a:lnTo>
                  <a:lnTo>
                    <a:pt x="33261" y="15595"/>
                  </a:lnTo>
                  <a:lnTo>
                    <a:pt x="33388" y="18440"/>
                  </a:lnTo>
                  <a:lnTo>
                    <a:pt x="34023" y="20726"/>
                  </a:lnTo>
                  <a:lnTo>
                    <a:pt x="35306" y="20637"/>
                  </a:lnTo>
                  <a:lnTo>
                    <a:pt x="35712" y="18300"/>
                  </a:lnTo>
                  <a:lnTo>
                    <a:pt x="35458" y="12598"/>
                  </a:lnTo>
                  <a:lnTo>
                    <a:pt x="35102" y="11328"/>
                  </a:lnTo>
                  <a:lnTo>
                    <a:pt x="36233" y="11595"/>
                  </a:lnTo>
                  <a:lnTo>
                    <a:pt x="38671" y="11442"/>
                  </a:lnTo>
                  <a:lnTo>
                    <a:pt x="41109" y="11277"/>
                  </a:lnTo>
                  <a:lnTo>
                    <a:pt x="43078" y="10553"/>
                  </a:lnTo>
                  <a:close/>
                </a:path>
                <a:path w="68580" h="78740">
                  <a:moveTo>
                    <a:pt x="68135" y="39801"/>
                  </a:moveTo>
                  <a:lnTo>
                    <a:pt x="68059" y="38303"/>
                  </a:lnTo>
                  <a:lnTo>
                    <a:pt x="66052" y="37820"/>
                  </a:lnTo>
                  <a:lnTo>
                    <a:pt x="61175" y="38125"/>
                  </a:lnTo>
                  <a:lnTo>
                    <a:pt x="60020" y="38569"/>
                  </a:lnTo>
                  <a:lnTo>
                    <a:pt x="60261" y="37223"/>
                  </a:lnTo>
                  <a:lnTo>
                    <a:pt x="60121" y="34378"/>
                  </a:lnTo>
                  <a:lnTo>
                    <a:pt x="59994" y="31521"/>
                  </a:lnTo>
                  <a:lnTo>
                    <a:pt x="59372" y="29248"/>
                  </a:lnTo>
                  <a:lnTo>
                    <a:pt x="58077" y="29324"/>
                  </a:lnTo>
                  <a:lnTo>
                    <a:pt x="57670" y="31673"/>
                  </a:lnTo>
                  <a:lnTo>
                    <a:pt x="57937" y="37363"/>
                  </a:lnTo>
                  <a:lnTo>
                    <a:pt x="58280" y="38633"/>
                  </a:lnTo>
                  <a:lnTo>
                    <a:pt x="57213" y="38366"/>
                  </a:lnTo>
                  <a:lnTo>
                    <a:pt x="54775" y="38531"/>
                  </a:lnTo>
                  <a:lnTo>
                    <a:pt x="52324" y="38684"/>
                  </a:lnTo>
                  <a:lnTo>
                    <a:pt x="50368" y="39408"/>
                  </a:lnTo>
                  <a:lnTo>
                    <a:pt x="50444" y="40906"/>
                  </a:lnTo>
                  <a:lnTo>
                    <a:pt x="52451" y="41389"/>
                  </a:lnTo>
                  <a:lnTo>
                    <a:pt x="57340" y="41084"/>
                  </a:lnTo>
                  <a:lnTo>
                    <a:pt x="58420" y="40678"/>
                  </a:lnTo>
                  <a:lnTo>
                    <a:pt x="58191" y="41986"/>
                  </a:lnTo>
                  <a:lnTo>
                    <a:pt x="58331" y="44831"/>
                  </a:lnTo>
                  <a:lnTo>
                    <a:pt x="58470" y="47688"/>
                  </a:lnTo>
                  <a:lnTo>
                    <a:pt x="59080" y="49961"/>
                  </a:lnTo>
                  <a:lnTo>
                    <a:pt x="60375" y="49885"/>
                  </a:lnTo>
                  <a:lnTo>
                    <a:pt x="60782" y="47536"/>
                  </a:lnTo>
                  <a:lnTo>
                    <a:pt x="60515" y="41833"/>
                  </a:lnTo>
                  <a:lnTo>
                    <a:pt x="60159" y="40563"/>
                  </a:lnTo>
                  <a:lnTo>
                    <a:pt x="61302" y="40830"/>
                  </a:lnTo>
                  <a:lnTo>
                    <a:pt x="63741" y="40678"/>
                  </a:lnTo>
                  <a:lnTo>
                    <a:pt x="66179" y="40525"/>
                  </a:lnTo>
                  <a:lnTo>
                    <a:pt x="68135" y="398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2" name="object 1692" descr=""/>
            <p:cNvSpPr/>
            <p:nvPr/>
          </p:nvSpPr>
          <p:spPr>
            <a:xfrm>
              <a:off x="13003309" y="7333599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75819" y="44218"/>
                  </a:moveTo>
                  <a:lnTo>
                    <a:pt x="37904" y="88447"/>
                  </a:lnTo>
                  <a:lnTo>
                    <a:pt x="0" y="44218"/>
                  </a:lnTo>
                  <a:lnTo>
                    <a:pt x="37904" y="0"/>
                  </a:lnTo>
                  <a:lnTo>
                    <a:pt x="75819" y="4421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3" name="object 1693" descr=""/>
            <p:cNvSpPr/>
            <p:nvPr/>
          </p:nvSpPr>
          <p:spPr>
            <a:xfrm>
              <a:off x="13007353" y="7338129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382"/>
                  </a:moveTo>
                  <a:lnTo>
                    <a:pt x="17703" y="37884"/>
                  </a:lnTo>
                  <a:lnTo>
                    <a:pt x="15684" y="37414"/>
                  </a:lnTo>
                  <a:lnTo>
                    <a:pt x="10807" y="37706"/>
                  </a:lnTo>
                  <a:lnTo>
                    <a:pt x="9652" y="38150"/>
                  </a:lnTo>
                  <a:lnTo>
                    <a:pt x="9893" y="36804"/>
                  </a:lnTo>
                  <a:lnTo>
                    <a:pt x="9753" y="33959"/>
                  </a:lnTo>
                  <a:lnTo>
                    <a:pt x="9626" y="31115"/>
                  </a:lnTo>
                  <a:lnTo>
                    <a:pt x="9004" y="28829"/>
                  </a:lnTo>
                  <a:lnTo>
                    <a:pt x="7708" y="28917"/>
                  </a:lnTo>
                  <a:lnTo>
                    <a:pt x="7302" y="31254"/>
                  </a:lnTo>
                  <a:lnTo>
                    <a:pt x="7569" y="36957"/>
                  </a:lnTo>
                  <a:lnTo>
                    <a:pt x="7912" y="38227"/>
                  </a:lnTo>
                  <a:lnTo>
                    <a:pt x="6845" y="37960"/>
                  </a:lnTo>
                  <a:lnTo>
                    <a:pt x="4406" y="38112"/>
                  </a:lnTo>
                  <a:lnTo>
                    <a:pt x="1968" y="38277"/>
                  </a:lnTo>
                  <a:lnTo>
                    <a:pt x="0" y="39001"/>
                  </a:lnTo>
                  <a:lnTo>
                    <a:pt x="76" y="40487"/>
                  </a:lnTo>
                  <a:lnTo>
                    <a:pt x="2082" y="40970"/>
                  </a:lnTo>
                  <a:lnTo>
                    <a:pt x="6972" y="40665"/>
                  </a:lnTo>
                  <a:lnTo>
                    <a:pt x="8051" y="40271"/>
                  </a:lnTo>
                  <a:lnTo>
                    <a:pt x="7823" y="41579"/>
                  </a:lnTo>
                  <a:lnTo>
                    <a:pt x="7962" y="44424"/>
                  </a:lnTo>
                  <a:lnTo>
                    <a:pt x="8102" y="47269"/>
                  </a:lnTo>
                  <a:lnTo>
                    <a:pt x="8724" y="49555"/>
                  </a:lnTo>
                  <a:lnTo>
                    <a:pt x="10007" y="49466"/>
                  </a:lnTo>
                  <a:lnTo>
                    <a:pt x="10414" y="47129"/>
                  </a:lnTo>
                  <a:lnTo>
                    <a:pt x="10147" y="41427"/>
                  </a:lnTo>
                  <a:lnTo>
                    <a:pt x="9791" y="40157"/>
                  </a:lnTo>
                  <a:lnTo>
                    <a:pt x="10934" y="40424"/>
                  </a:lnTo>
                  <a:lnTo>
                    <a:pt x="13373" y="40271"/>
                  </a:lnTo>
                  <a:lnTo>
                    <a:pt x="15811" y="40106"/>
                  </a:lnTo>
                  <a:lnTo>
                    <a:pt x="17767" y="39382"/>
                  </a:lnTo>
                  <a:close/>
                </a:path>
                <a:path w="68580" h="78740">
                  <a:moveTo>
                    <a:pt x="42608" y="68351"/>
                  </a:moveTo>
                  <a:lnTo>
                    <a:pt x="42532" y="66852"/>
                  </a:lnTo>
                  <a:lnTo>
                    <a:pt x="40525" y="66370"/>
                  </a:lnTo>
                  <a:lnTo>
                    <a:pt x="35636" y="66675"/>
                  </a:lnTo>
                  <a:lnTo>
                    <a:pt x="34480" y="67119"/>
                  </a:lnTo>
                  <a:lnTo>
                    <a:pt x="34721" y="65773"/>
                  </a:lnTo>
                  <a:lnTo>
                    <a:pt x="34582" y="62928"/>
                  </a:lnTo>
                  <a:lnTo>
                    <a:pt x="34467" y="60083"/>
                  </a:lnTo>
                  <a:lnTo>
                    <a:pt x="33832" y="57797"/>
                  </a:lnTo>
                  <a:lnTo>
                    <a:pt x="32550" y="57886"/>
                  </a:lnTo>
                  <a:lnTo>
                    <a:pt x="32143" y="60223"/>
                  </a:lnTo>
                  <a:lnTo>
                    <a:pt x="32397" y="65925"/>
                  </a:lnTo>
                  <a:lnTo>
                    <a:pt x="32740" y="67195"/>
                  </a:lnTo>
                  <a:lnTo>
                    <a:pt x="31673" y="66929"/>
                  </a:lnTo>
                  <a:lnTo>
                    <a:pt x="29235" y="67081"/>
                  </a:lnTo>
                  <a:lnTo>
                    <a:pt x="26797" y="67246"/>
                  </a:lnTo>
                  <a:lnTo>
                    <a:pt x="24841" y="67957"/>
                  </a:lnTo>
                  <a:lnTo>
                    <a:pt x="24917" y="69456"/>
                  </a:lnTo>
                  <a:lnTo>
                    <a:pt x="26924" y="69938"/>
                  </a:lnTo>
                  <a:lnTo>
                    <a:pt x="31800" y="69634"/>
                  </a:lnTo>
                  <a:lnTo>
                    <a:pt x="32893" y="69227"/>
                  </a:lnTo>
                  <a:lnTo>
                    <a:pt x="32664" y="70548"/>
                  </a:lnTo>
                  <a:lnTo>
                    <a:pt x="32804" y="73393"/>
                  </a:lnTo>
                  <a:lnTo>
                    <a:pt x="32931" y="76238"/>
                  </a:lnTo>
                  <a:lnTo>
                    <a:pt x="33553" y="78524"/>
                  </a:lnTo>
                  <a:lnTo>
                    <a:pt x="34836" y="78435"/>
                  </a:lnTo>
                  <a:lnTo>
                    <a:pt x="35255" y="76098"/>
                  </a:lnTo>
                  <a:lnTo>
                    <a:pt x="34988" y="70396"/>
                  </a:lnTo>
                  <a:lnTo>
                    <a:pt x="34632" y="69126"/>
                  </a:lnTo>
                  <a:lnTo>
                    <a:pt x="35763" y="69392"/>
                  </a:lnTo>
                  <a:lnTo>
                    <a:pt x="38201" y="69240"/>
                  </a:lnTo>
                  <a:lnTo>
                    <a:pt x="40640" y="69075"/>
                  </a:lnTo>
                  <a:lnTo>
                    <a:pt x="42608" y="68351"/>
                  </a:lnTo>
                  <a:close/>
                </a:path>
                <a:path w="68580" h="78740">
                  <a:moveTo>
                    <a:pt x="43078" y="10553"/>
                  </a:moveTo>
                  <a:lnTo>
                    <a:pt x="43002" y="9055"/>
                  </a:lnTo>
                  <a:lnTo>
                    <a:pt x="40995" y="8585"/>
                  </a:lnTo>
                  <a:lnTo>
                    <a:pt x="36118" y="8877"/>
                  </a:lnTo>
                  <a:lnTo>
                    <a:pt x="34963" y="9321"/>
                  </a:lnTo>
                  <a:lnTo>
                    <a:pt x="35204" y="7988"/>
                  </a:lnTo>
                  <a:lnTo>
                    <a:pt x="35064" y="5130"/>
                  </a:lnTo>
                  <a:lnTo>
                    <a:pt x="34925" y="2286"/>
                  </a:lnTo>
                  <a:lnTo>
                    <a:pt x="34302" y="0"/>
                  </a:lnTo>
                  <a:lnTo>
                    <a:pt x="33020" y="88"/>
                  </a:lnTo>
                  <a:lnTo>
                    <a:pt x="32613" y="2438"/>
                  </a:lnTo>
                  <a:lnTo>
                    <a:pt x="32880" y="8128"/>
                  </a:lnTo>
                  <a:lnTo>
                    <a:pt x="33223" y="9398"/>
                  </a:lnTo>
                  <a:lnTo>
                    <a:pt x="32143" y="9131"/>
                  </a:lnTo>
                  <a:lnTo>
                    <a:pt x="29705" y="9283"/>
                  </a:lnTo>
                  <a:lnTo>
                    <a:pt x="27266" y="9448"/>
                  </a:lnTo>
                  <a:lnTo>
                    <a:pt x="25311" y="10172"/>
                  </a:lnTo>
                  <a:lnTo>
                    <a:pt x="25387" y="11671"/>
                  </a:lnTo>
                  <a:lnTo>
                    <a:pt x="27393" y="12141"/>
                  </a:lnTo>
                  <a:lnTo>
                    <a:pt x="32270" y="11849"/>
                  </a:lnTo>
                  <a:lnTo>
                    <a:pt x="33362" y="11442"/>
                  </a:lnTo>
                  <a:lnTo>
                    <a:pt x="33134" y="12750"/>
                  </a:lnTo>
                  <a:lnTo>
                    <a:pt x="33274" y="15595"/>
                  </a:lnTo>
                  <a:lnTo>
                    <a:pt x="33413" y="18440"/>
                  </a:lnTo>
                  <a:lnTo>
                    <a:pt x="34023" y="20726"/>
                  </a:lnTo>
                  <a:lnTo>
                    <a:pt x="35318" y="20637"/>
                  </a:lnTo>
                  <a:lnTo>
                    <a:pt x="35725" y="18300"/>
                  </a:lnTo>
                  <a:lnTo>
                    <a:pt x="35458" y="12598"/>
                  </a:lnTo>
                  <a:lnTo>
                    <a:pt x="35102" y="11328"/>
                  </a:lnTo>
                  <a:lnTo>
                    <a:pt x="36245" y="11595"/>
                  </a:lnTo>
                  <a:lnTo>
                    <a:pt x="38684" y="11442"/>
                  </a:lnTo>
                  <a:lnTo>
                    <a:pt x="41122" y="11277"/>
                  </a:lnTo>
                  <a:lnTo>
                    <a:pt x="43078" y="10553"/>
                  </a:lnTo>
                  <a:close/>
                </a:path>
                <a:path w="68580" h="78740">
                  <a:moveTo>
                    <a:pt x="68148" y="39801"/>
                  </a:moveTo>
                  <a:lnTo>
                    <a:pt x="68072" y="38303"/>
                  </a:lnTo>
                  <a:lnTo>
                    <a:pt x="66065" y="37820"/>
                  </a:lnTo>
                  <a:lnTo>
                    <a:pt x="61175" y="38125"/>
                  </a:lnTo>
                  <a:lnTo>
                    <a:pt x="60020" y="38557"/>
                  </a:lnTo>
                  <a:lnTo>
                    <a:pt x="60261" y="37223"/>
                  </a:lnTo>
                  <a:lnTo>
                    <a:pt x="60134" y="34378"/>
                  </a:lnTo>
                  <a:lnTo>
                    <a:pt x="59994" y="31521"/>
                  </a:lnTo>
                  <a:lnTo>
                    <a:pt x="59372" y="29248"/>
                  </a:lnTo>
                  <a:lnTo>
                    <a:pt x="58089" y="29324"/>
                  </a:lnTo>
                  <a:lnTo>
                    <a:pt x="57683" y="31673"/>
                  </a:lnTo>
                  <a:lnTo>
                    <a:pt x="57937" y="37363"/>
                  </a:lnTo>
                  <a:lnTo>
                    <a:pt x="58280" y="38633"/>
                  </a:lnTo>
                  <a:lnTo>
                    <a:pt x="57213" y="38366"/>
                  </a:lnTo>
                  <a:lnTo>
                    <a:pt x="54775" y="38531"/>
                  </a:lnTo>
                  <a:lnTo>
                    <a:pt x="52336" y="38684"/>
                  </a:lnTo>
                  <a:lnTo>
                    <a:pt x="50380" y="39408"/>
                  </a:lnTo>
                  <a:lnTo>
                    <a:pt x="50457" y="40906"/>
                  </a:lnTo>
                  <a:lnTo>
                    <a:pt x="52463" y="41389"/>
                  </a:lnTo>
                  <a:lnTo>
                    <a:pt x="57340" y="41084"/>
                  </a:lnTo>
                  <a:lnTo>
                    <a:pt x="58432" y="40678"/>
                  </a:lnTo>
                  <a:lnTo>
                    <a:pt x="58216" y="41986"/>
                  </a:lnTo>
                  <a:lnTo>
                    <a:pt x="58343" y="44831"/>
                  </a:lnTo>
                  <a:lnTo>
                    <a:pt x="58470" y="47688"/>
                  </a:lnTo>
                  <a:lnTo>
                    <a:pt x="59093" y="49961"/>
                  </a:lnTo>
                  <a:lnTo>
                    <a:pt x="60375" y="49885"/>
                  </a:lnTo>
                  <a:lnTo>
                    <a:pt x="60794" y="47536"/>
                  </a:lnTo>
                  <a:lnTo>
                    <a:pt x="60528" y="41846"/>
                  </a:lnTo>
                  <a:lnTo>
                    <a:pt x="60159" y="40563"/>
                  </a:lnTo>
                  <a:lnTo>
                    <a:pt x="61302" y="40830"/>
                  </a:lnTo>
                  <a:lnTo>
                    <a:pt x="63741" y="40678"/>
                  </a:lnTo>
                  <a:lnTo>
                    <a:pt x="66192" y="40525"/>
                  </a:lnTo>
                  <a:lnTo>
                    <a:pt x="68148" y="398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4" name="object 1694" descr=""/>
            <p:cNvSpPr/>
            <p:nvPr/>
          </p:nvSpPr>
          <p:spPr>
            <a:xfrm>
              <a:off x="13081324" y="7333599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75819" y="44218"/>
                  </a:moveTo>
                  <a:lnTo>
                    <a:pt x="37904" y="88447"/>
                  </a:lnTo>
                  <a:lnTo>
                    <a:pt x="0" y="44218"/>
                  </a:lnTo>
                  <a:lnTo>
                    <a:pt x="37904" y="0"/>
                  </a:lnTo>
                  <a:lnTo>
                    <a:pt x="75819" y="4421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5" name="object 1695" descr=""/>
            <p:cNvSpPr/>
            <p:nvPr/>
          </p:nvSpPr>
          <p:spPr>
            <a:xfrm>
              <a:off x="13085369" y="7338129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382"/>
                  </a:moveTo>
                  <a:lnTo>
                    <a:pt x="17691" y="37884"/>
                  </a:lnTo>
                  <a:lnTo>
                    <a:pt x="15684" y="37414"/>
                  </a:lnTo>
                  <a:lnTo>
                    <a:pt x="10807" y="37706"/>
                  </a:lnTo>
                  <a:lnTo>
                    <a:pt x="9652" y="38150"/>
                  </a:lnTo>
                  <a:lnTo>
                    <a:pt x="9893" y="36804"/>
                  </a:lnTo>
                  <a:lnTo>
                    <a:pt x="9753" y="33959"/>
                  </a:lnTo>
                  <a:lnTo>
                    <a:pt x="9613" y="31115"/>
                  </a:lnTo>
                  <a:lnTo>
                    <a:pt x="9004" y="28829"/>
                  </a:lnTo>
                  <a:lnTo>
                    <a:pt x="7708" y="28917"/>
                  </a:lnTo>
                  <a:lnTo>
                    <a:pt x="7302" y="31254"/>
                  </a:lnTo>
                  <a:lnTo>
                    <a:pt x="7569" y="36957"/>
                  </a:lnTo>
                  <a:lnTo>
                    <a:pt x="7912" y="38227"/>
                  </a:lnTo>
                  <a:lnTo>
                    <a:pt x="6845" y="37960"/>
                  </a:lnTo>
                  <a:lnTo>
                    <a:pt x="4406" y="38112"/>
                  </a:lnTo>
                  <a:lnTo>
                    <a:pt x="1955" y="38277"/>
                  </a:lnTo>
                  <a:lnTo>
                    <a:pt x="0" y="39001"/>
                  </a:lnTo>
                  <a:lnTo>
                    <a:pt x="76" y="40487"/>
                  </a:lnTo>
                  <a:lnTo>
                    <a:pt x="2082" y="40970"/>
                  </a:lnTo>
                  <a:lnTo>
                    <a:pt x="6972" y="40665"/>
                  </a:lnTo>
                  <a:lnTo>
                    <a:pt x="8051" y="40271"/>
                  </a:lnTo>
                  <a:lnTo>
                    <a:pt x="7823" y="41579"/>
                  </a:lnTo>
                  <a:lnTo>
                    <a:pt x="7962" y="44424"/>
                  </a:lnTo>
                  <a:lnTo>
                    <a:pt x="8089" y="47269"/>
                  </a:lnTo>
                  <a:lnTo>
                    <a:pt x="8724" y="49555"/>
                  </a:lnTo>
                  <a:lnTo>
                    <a:pt x="10007" y="49466"/>
                  </a:lnTo>
                  <a:lnTo>
                    <a:pt x="10414" y="47129"/>
                  </a:lnTo>
                  <a:lnTo>
                    <a:pt x="10160" y="41427"/>
                  </a:lnTo>
                  <a:lnTo>
                    <a:pt x="9804" y="40157"/>
                  </a:lnTo>
                  <a:lnTo>
                    <a:pt x="10934" y="40424"/>
                  </a:lnTo>
                  <a:lnTo>
                    <a:pt x="13373" y="40271"/>
                  </a:lnTo>
                  <a:lnTo>
                    <a:pt x="15811" y="40106"/>
                  </a:lnTo>
                  <a:lnTo>
                    <a:pt x="17767" y="39382"/>
                  </a:lnTo>
                  <a:close/>
                </a:path>
                <a:path w="68580" h="78740">
                  <a:moveTo>
                    <a:pt x="42608" y="68351"/>
                  </a:moveTo>
                  <a:lnTo>
                    <a:pt x="42532" y="66852"/>
                  </a:lnTo>
                  <a:lnTo>
                    <a:pt x="40525" y="66370"/>
                  </a:lnTo>
                  <a:lnTo>
                    <a:pt x="35636" y="66675"/>
                  </a:lnTo>
                  <a:lnTo>
                    <a:pt x="34480" y="67119"/>
                  </a:lnTo>
                  <a:lnTo>
                    <a:pt x="34721" y="65773"/>
                  </a:lnTo>
                  <a:lnTo>
                    <a:pt x="34594" y="62928"/>
                  </a:lnTo>
                  <a:lnTo>
                    <a:pt x="34455" y="60083"/>
                  </a:lnTo>
                  <a:lnTo>
                    <a:pt x="33832" y="57797"/>
                  </a:lnTo>
                  <a:lnTo>
                    <a:pt x="32550" y="57886"/>
                  </a:lnTo>
                  <a:lnTo>
                    <a:pt x="32143" y="60223"/>
                  </a:lnTo>
                  <a:lnTo>
                    <a:pt x="32397" y="65925"/>
                  </a:lnTo>
                  <a:lnTo>
                    <a:pt x="32740" y="67195"/>
                  </a:lnTo>
                  <a:lnTo>
                    <a:pt x="31673" y="66929"/>
                  </a:lnTo>
                  <a:lnTo>
                    <a:pt x="29235" y="67081"/>
                  </a:lnTo>
                  <a:lnTo>
                    <a:pt x="26797" y="67246"/>
                  </a:lnTo>
                  <a:lnTo>
                    <a:pt x="24841" y="67957"/>
                  </a:lnTo>
                  <a:lnTo>
                    <a:pt x="24904" y="69456"/>
                  </a:lnTo>
                  <a:lnTo>
                    <a:pt x="26924" y="69938"/>
                  </a:lnTo>
                  <a:lnTo>
                    <a:pt x="31800" y="69634"/>
                  </a:lnTo>
                  <a:lnTo>
                    <a:pt x="32905" y="69227"/>
                  </a:lnTo>
                  <a:lnTo>
                    <a:pt x="32677" y="70548"/>
                  </a:lnTo>
                  <a:lnTo>
                    <a:pt x="32804" y="73393"/>
                  </a:lnTo>
                  <a:lnTo>
                    <a:pt x="32931" y="76238"/>
                  </a:lnTo>
                  <a:lnTo>
                    <a:pt x="33553" y="78524"/>
                  </a:lnTo>
                  <a:lnTo>
                    <a:pt x="34836" y="78435"/>
                  </a:lnTo>
                  <a:lnTo>
                    <a:pt x="35242" y="76098"/>
                  </a:lnTo>
                  <a:lnTo>
                    <a:pt x="34988" y="70396"/>
                  </a:lnTo>
                  <a:lnTo>
                    <a:pt x="34632" y="69126"/>
                  </a:lnTo>
                  <a:lnTo>
                    <a:pt x="35763" y="69392"/>
                  </a:lnTo>
                  <a:lnTo>
                    <a:pt x="38201" y="69240"/>
                  </a:lnTo>
                  <a:lnTo>
                    <a:pt x="40640" y="69075"/>
                  </a:lnTo>
                  <a:lnTo>
                    <a:pt x="42608" y="68351"/>
                  </a:lnTo>
                  <a:close/>
                </a:path>
                <a:path w="68580" h="78740">
                  <a:moveTo>
                    <a:pt x="43078" y="10553"/>
                  </a:moveTo>
                  <a:lnTo>
                    <a:pt x="43002" y="9055"/>
                  </a:lnTo>
                  <a:lnTo>
                    <a:pt x="40995" y="8585"/>
                  </a:lnTo>
                  <a:lnTo>
                    <a:pt x="36118" y="8877"/>
                  </a:lnTo>
                  <a:lnTo>
                    <a:pt x="34963" y="9321"/>
                  </a:lnTo>
                  <a:lnTo>
                    <a:pt x="35204" y="7988"/>
                  </a:lnTo>
                  <a:lnTo>
                    <a:pt x="35064" y="5130"/>
                  </a:lnTo>
                  <a:lnTo>
                    <a:pt x="34937" y="2286"/>
                  </a:lnTo>
                  <a:lnTo>
                    <a:pt x="34302" y="0"/>
                  </a:lnTo>
                  <a:lnTo>
                    <a:pt x="33020" y="88"/>
                  </a:lnTo>
                  <a:lnTo>
                    <a:pt x="32613" y="2438"/>
                  </a:lnTo>
                  <a:lnTo>
                    <a:pt x="32867" y="8128"/>
                  </a:lnTo>
                  <a:lnTo>
                    <a:pt x="33210" y="9398"/>
                  </a:lnTo>
                  <a:lnTo>
                    <a:pt x="32143" y="9131"/>
                  </a:lnTo>
                  <a:lnTo>
                    <a:pt x="29705" y="9283"/>
                  </a:lnTo>
                  <a:lnTo>
                    <a:pt x="27266" y="9448"/>
                  </a:lnTo>
                  <a:lnTo>
                    <a:pt x="25311" y="10172"/>
                  </a:lnTo>
                  <a:lnTo>
                    <a:pt x="25387" y="11671"/>
                  </a:lnTo>
                  <a:lnTo>
                    <a:pt x="27393" y="12141"/>
                  </a:lnTo>
                  <a:lnTo>
                    <a:pt x="32270" y="11849"/>
                  </a:lnTo>
                  <a:lnTo>
                    <a:pt x="33362" y="11442"/>
                  </a:lnTo>
                  <a:lnTo>
                    <a:pt x="33134" y="12750"/>
                  </a:lnTo>
                  <a:lnTo>
                    <a:pt x="33274" y="15595"/>
                  </a:lnTo>
                  <a:lnTo>
                    <a:pt x="33413" y="18440"/>
                  </a:lnTo>
                  <a:lnTo>
                    <a:pt x="34023" y="20726"/>
                  </a:lnTo>
                  <a:lnTo>
                    <a:pt x="35318" y="20637"/>
                  </a:lnTo>
                  <a:lnTo>
                    <a:pt x="35725" y="18300"/>
                  </a:lnTo>
                  <a:lnTo>
                    <a:pt x="35458" y="12598"/>
                  </a:lnTo>
                  <a:lnTo>
                    <a:pt x="35102" y="11328"/>
                  </a:lnTo>
                  <a:lnTo>
                    <a:pt x="36245" y="11595"/>
                  </a:lnTo>
                  <a:lnTo>
                    <a:pt x="38684" y="11442"/>
                  </a:lnTo>
                  <a:lnTo>
                    <a:pt x="41122" y="11277"/>
                  </a:lnTo>
                  <a:lnTo>
                    <a:pt x="43078" y="10553"/>
                  </a:lnTo>
                  <a:close/>
                </a:path>
                <a:path w="68580" h="78740">
                  <a:moveTo>
                    <a:pt x="68148" y="39801"/>
                  </a:moveTo>
                  <a:lnTo>
                    <a:pt x="68072" y="38303"/>
                  </a:lnTo>
                  <a:lnTo>
                    <a:pt x="66065" y="37820"/>
                  </a:lnTo>
                  <a:lnTo>
                    <a:pt x="61175" y="38125"/>
                  </a:lnTo>
                  <a:lnTo>
                    <a:pt x="60020" y="38557"/>
                  </a:lnTo>
                  <a:lnTo>
                    <a:pt x="60261" y="37223"/>
                  </a:lnTo>
                  <a:lnTo>
                    <a:pt x="60134" y="34378"/>
                  </a:lnTo>
                  <a:lnTo>
                    <a:pt x="59994" y="31521"/>
                  </a:lnTo>
                  <a:lnTo>
                    <a:pt x="59372" y="29248"/>
                  </a:lnTo>
                  <a:lnTo>
                    <a:pt x="58089" y="29324"/>
                  </a:lnTo>
                  <a:lnTo>
                    <a:pt x="57683" y="31673"/>
                  </a:lnTo>
                  <a:lnTo>
                    <a:pt x="57937" y="37363"/>
                  </a:lnTo>
                  <a:lnTo>
                    <a:pt x="58280" y="38633"/>
                  </a:lnTo>
                  <a:lnTo>
                    <a:pt x="57213" y="38366"/>
                  </a:lnTo>
                  <a:lnTo>
                    <a:pt x="54775" y="38531"/>
                  </a:lnTo>
                  <a:lnTo>
                    <a:pt x="52336" y="38684"/>
                  </a:lnTo>
                  <a:lnTo>
                    <a:pt x="50380" y="39408"/>
                  </a:lnTo>
                  <a:lnTo>
                    <a:pt x="50457" y="40906"/>
                  </a:lnTo>
                  <a:lnTo>
                    <a:pt x="52463" y="41389"/>
                  </a:lnTo>
                  <a:lnTo>
                    <a:pt x="57340" y="41084"/>
                  </a:lnTo>
                  <a:lnTo>
                    <a:pt x="58432" y="40678"/>
                  </a:lnTo>
                  <a:lnTo>
                    <a:pt x="58204" y="41986"/>
                  </a:lnTo>
                  <a:lnTo>
                    <a:pt x="58343" y="44831"/>
                  </a:lnTo>
                  <a:lnTo>
                    <a:pt x="58470" y="47688"/>
                  </a:lnTo>
                  <a:lnTo>
                    <a:pt x="59093" y="49961"/>
                  </a:lnTo>
                  <a:lnTo>
                    <a:pt x="60375" y="49885"/>
                  </a:lnTo>
                  <a:lnTo>
                    <a:pt x="60794" y="47536"/>
                  </a:lnTo>
                  <a:lnTo>
                    <a:pt x="60528" y="41846"/>
                  </a:lnTo>
                  <a:lnTo>
                    <a:pt x="60159" y="40563"/>
                  </a:lnTo>
                  <a:lnTo>
                    <a:pt x="61302" y="40830"/>
                  </a:lnTo>
                  <a:lnTo>
                    <a:pt x="63741" y="40678"/>
                  </a:lnTo>
                  <a:lnTo>
                    <a:pt x="66179" y="40525"/>
                  </a:lnTo>
                  <a:lnTo>
                    <a:pt x="68148" y="398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6" name="object 1696" descr=""/>
            <p:cNvSpPr/>
            <p:nvPr/>
          </p:nvSpPr>
          <p:spPr>
            <a:xfrm>
              <a:off x="12965244" y="7336441"/>
              <a:ext cx="38100" cy="85725"/>
            </a:xfrm>
            <a:custGeom>
              <a:avLst/>
              <a:gdLst/>
              <a:ahLst/>
              <a:cxnLst/>
              <a:rect l="l" t="t" r="r" b="b"/>
              <a:pathLst>
                <a:path w="38100" h="85725">
                  <a:moveTo>
                    <a:pt x="38060" y="41376"/>
                  </a:moveTo>
                  <a:lnTo>
                    <a:pt x="145" y="85605"/>
                  </a:lnTo>
                  <a:lnTo>
                    <a:pt x="0" y="85436"/>
                  </a:lnTo>
                </a:path>
                <a:path w="38100" h="85725">
                  <a:moveTo>
                    <a:pt x="2582" y="0"/>
                  </a:moveTo>
                  <a:lnTo>
                    <a:pt x="38060" y="41376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7" name="object 1697" descr=""/>
            <p:cNvSpPr/>
            <p:nvPr/>
          </p:nvSpPr>
          <p:spPr>
            <a:xfrm>
              <a:off x="12965392" y="7346714"/>
              <a:ext cx="34290" cy="70485"/>
            </a:xfrm>
            <a:custGeom>
              <a:avLst/>
              <a:gdLst/>
              <a:ahLst/>
              <a:cxnLst/>
              <a:rect l="l" t="t" r="r" b="b"/>
              <a:pathLst>
                <a:path w="34290" h="70484">
                  <a:moveTo>
                    <a:pt x="8737" y="59766"/>
                  </a:moveTo>
                  <a:lnTo>
                    <a:pt x="8674" y="58267"/>
                  </a:lnTo>
                  <a:lnTo>
                    <a:pt x="6654" y="57785"/>
                  </a:lnTo>
                  <a:lnTo>
                    <a:pt x="1778" y="58089"/>
                  </a:lnTo>
                  <a:lnTo>
                    <a:pt x="622" y="58534"/>
                  </a:lnTo>
                  <a:lnTo>
                    <a:pt x="863" y="57188"/>
                  </a:lnTo>
                  <a:lnTo>
                    <a:pt x="584" y="51498"/>
                  </a:lnTo>
                  <a:lnTo>
                    <a:pt x="342" y="58635"/>
                  </a:lnTo>
                  <a:lnTo>
                    <a:pt x="304" y="59728"/>
                  </a:lnTo>
                  <a:lnTo>
                    <a:pt x="0" y="69913"/>
                  </a:lnTo>
                  <a:lnTo>
                    <a:pt x="977" y="69850"/>
                  </a:lnTo>
                  <a:lnTo>
                    <a:pt x="1384" y="67513"/>
                  </a:lnTo>
                  <a:lnTo>
                    <a:pt x="1130" y="61810"/>
                  </a:lnTo>
                  <a:lnTo>
                    <a:pt x="774" y="60540"/>
                  </a:lnTo>
                  <a:lnTo>
                    <a:pt x="1905" y="60807"/>
                  </a:lnTo>
                  <a:lnTo>
                    <a:pt x="6781" y="60490"/>
                  </a:lnTo>
                  <a:lnTo>
                    <a:pt x="8737" y="59766"/>
                  </a:lnTo>
                  <a:close/>
                </a:path>
                <a:path w="34290" h="70484">
                  <a:moveTo>
                    <a:pt x="9220" y="1968"/>
                  </a:moveTo>
                  <a:lnTo>
                    <a:pt x="9144" y="469"/>
                  </a:lnTo>
                  <a:lnTo>
                    <a:pt x="7137" y="0"/>
                  </a:lnTo>
                  <a:lnTo>
                    <a:pt x="2247" y="292"/>
                  </a:lnTo>
                  <a:lnTo>
                    <a:pt x="2108" y="355"/>
                  </a:lnTo>
                  <a:lnTo>
                    <a:pt x="2032" y="2921"/>
                  </a:lnTo>
                  <a:lnTo>
                    <a:pt x="2374" y="3009"/>
                  </a:lnTo>
                  <a:lnTo>
                    <a:pt x="7264" y="2692"/>
                  </a:lnTo>
                  <a:lnTo>
                    <a:pt x="9220" y="1968"/>
                  </a:lnTo>
                  <a:close/>
                </a:path>
                <a:path w="34290" h="70484">
                  <a:moveTo>
                    <a:pt x="34277" y="31216"/>
                  </a:moveTo>
                  <a:lnTo>
                    <a:pt x="34213" y="29718"/>
                  </a:lnTo>
                  <a:lnTo>
                    <a:pt x="32194" y="29235"/>
                  </a:lnTo>
                  <a:lnTo>
                    <a:pt x="27317" y="29540"/>
                  </a:lnTo>
                  <a:lnTo>
                    <a:pt x="26162" y="29972"/>
                  </a:lnTo>
                  <a:lnTo>
                    <a:pt x="26403" y="28638"/>
                  </a:lnTo>
                  <a:lnTo>
                    <a:pt x="26263" y="25793"/>
                  </a:lnTo>
                  <a:lnTo>
                    <a:pt x="26123" y="22936"/>
                  </a:lnTo>
                  <a:lnTo>
                    <a:pt x="25514" y="20662"/>
                  </a:lnTo>
                  <a:lnTo>
                    <a:pt x="24218" y="20739"/>
                  </a:lnTo>
                  <a:lnTo>
                    <a:pt x="23812" y="23088"/>
                  </a:lnTo>
                  <a:lnTo>
                    <a:pt x="24079" y="28778"/>
                  </a:lnTo>
                  <a:lnTo>
                    <a:pt x="24422" y="30048"/>
                  </a:lnTo>
                  <a:lnTo>
                    <a:pt x="23355" y="29781"/>
                  </a:lnTo>
                  <a:lnTo>
                    <a:pt x="20916" y="29946"/>
                  </a:lnTo>
                  <a:lnTo>
                    <a:pt x="18465" y="30099"/>
                  </a:lnTo>
                  <a:lnTo>
                    <a:pt x="16510" y="30822"/>
                  </a:lnTo>
                  <a:lnTo>
                    <a:pt x="16586" y="32321"/>
                  </a:lnTo>
                  <a:lnTo>
                    <a:pt x="18592" y="32804"/>
                  </a:lnTo>
                  <a:lnTo>
                    <a:pt x="23482" y="32499"/>
                  </a:lnTo>
                  <a:lnTo>
                    <a:pt x="24574" y="32092"/>
                  </a:lnTo>
                  <a:lnTo>
                    <a:pt x="24345" y="33401"/>
                  </a:lnTo>
                  <a:lnTo>
                    <a:pt x="24472" y="36245"/>
                  </a:lnTo>
                  <a:lnTo>
                    <a:pt x="24612" y="39103"/>
                  </a:lnTo>
                  <a:lnTo>
                    <a:pt x="25234" y="41376"/>
                  </a:lnTo>
                  <a:lnTo>
                    <a:pt x="26517" y="41300"/>
                  </a:lnTo>
                  <a:lnTo>
                    <a:pt x="26924" y="38950"/>
                  </a:lnTo>
                  <a:lnTo>
                    <a:pt x="26670" y="33261"/>
                  </a:lnTo>
                  <a:lnTo>
                    <a:pt x="26301" y="31978"/>
                  </a:lnTo>
                  <a:lnTo>
                    <a:pt x="27444" y="32245"/>
                  </a:lnTo>
                  <a:lnTo>
                    <a:pt x="29883" y="32092"/>
                  </a:lnTo>
                  <a:lnTo>
                    <a:pt x="32321" y="31940"/>
                  </a:lnTo>
                  <a:lnTo>
                    <a:pt x="34277" y="31216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8" name="object 1698" descr=""/>
            <p:cNvSpPr/>
            <p:nvPr/>
          </p:nvSpPr>
          <p:spPr>
            <a:xfrm>
              <a:off x="13042837" y="7274776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75819" y="44229"/>
                  </a:moveTo>
                  <a:lnTo>
                    <a:pt x="37904" y="88447"/>
                  </a:lnTo>
                  <a:lnTo>
                    <a:pt x="0" y="44229"/>
                  </a:lnTo>
                  <a:lnTo>
                    <a:pt x="37904" y="0"/>
                  </a:lnTo>
                  <a:lnTo>
                    <a:pt x="75819" y="44229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9" name="object 1699" descr=""/>
            <p:cNvSpPr/>
            <p:nvPr/>
          </p:nvSpPr>
          <p:spPr>
            <a:xfrm>
              <a:off x="13046888" y="7279315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382"/>
                  </a:moveTo>
                  <a:lnTo>
                    <a:pt x="17691" y="37884"/>
                  </a:lnTo>
                  <a:lnTo>
                    <a:pt x="15684" y="37401"/>
                  </a:lnTo>
                  <a:lnTo>
                    <a:pt x="10795" y="37706"/>
                  </a:lnTo>
                  <a:lnTo>
                    <a:pt x="9639" y="38150"/>
                  </a:lnTo>
                  <a:lnTo>
                    <a:pt x="9880" y="36804"/>
                  </a:lnTo>
                  <a:lnTo>
                    <a:pt x="9753" y="33959"/>
                  </a:lnTo>
                  <a:lnTo>
                    <a:pt x="9613" y="31115"/>
                  </a:lnTo>
                  <a:lnTo>
                    <a:pt x="8991" y="28829"/>
                  </a:lnTo>
                  <a:lnTo>
                    <a:pt x="7708" y="28917"/>
                  </a:lnTo>
                  <a:lnTo>
                    <a:pt x="7302" y="31254"/>
                  </a:lnTo>
                  <a:lnTo>
                    <a:pt x="7556" y="36957"/>
                  </a:lnTo>
                  <a:lnTo>
                    <a:pt x="7899" y="38227"/>
                  </a:lnTo>
                  <a:lnTo>
                    <a:pt x="6832" y="37960"/>
                  </a:lnTo>
                  <a:lnTo>
                    <a:pt x="4394" y="38112"/>
                  </a:lnTo>
                  <a:lnTo>
                    <a:pt x="1955" y="38277"/>
                  </a:lnTo>
                  <a:lnTo>
                    <a:pt x="0" y="38989"/>
                  </a:lnTo>
                  <a:lnTo>
                    <a:pt x="76" y="40487"/>
                  </a:lnTo>
                  <a:lnTo>
                    <a:pt x="2082" y="40970"/>
                  </a:lnTo>
                  <a:lnTo>
                    <a:pt x="6959" y="40665"/>
                  </a:lnTo>
                  <a:lnTo>
                    <a:pt x="8051" y="40259"/>
                  </a:lnTo>
                  <a:lnTo>
                    <a:pt x="7823" y="41579"/>
                  </a:lnTo>
                  <a:lnTo>
                    <a:pt x="7962" y="44424"/>
                  </a:lnTo>
                  <a:lnTo>
                    <a:pt x="8089" y="47269"/>
                  </a:lnTo>
                  <a:lnTo>
                    <a:pt x="8712" y="49555"/>
                  </a:lnTo>
                  <a:lnTo>
                    <a:pt x="9994" y="49466"/>
                  </a:lnTo>
                  <a:lnTo>
                    <a:pt x="10414" y="47129"/>
                  </a:lnTo>
                  <a:lnTo>
                    <a:pt x="10147" y="41427"/>
                  </a:lnTo>
                  <a:lnTo>
                    <a:pt x="9791" y="40157"/>
                  </a:lnTo>
                  <a:lnTo>
                    <a:pt x="10922" y="40424"/>
                  </a:lnTo>
                  <a:lnTo>
                    <a:pt x="13360" y="40259"/>
                  </a:lnTo>
                  <a:lnTo>
                    <a:pt x="15811" y="40106"/>
                  </a:lnTo>
                  <a:lnTo>
                    <a:pt x="17767" y="39382"/>
                  </a:lnTo>
                  <a:close/>
                </a:path>
                <a:path w="68580" h="78740">
                  <a:moveTo>
                    <a:pt x="42595" y="68351"/>
                  </a:moveTo>
                  <a:lnTo>
                    <a:pt x="42519" y="66852"/>
                  </a:lnTo>
                  <a:lnTo>
                    <a:pt x="40513" y="66370"/>
                  </a:lnTo>
                  <a:lnTo>
                    <a:pt x="35636" y="66675"/>
                  </a:lnTo>
                  <a:lnTo>
                    <a:pt x="34480" y="67119"/>
                  </a:lnTo>
                  <a:lnTo>
                    <a:pt x="34721" y="65773"/>
                  </a:lnTo>
                  <a:lnTo>
                    <a:pt x="34582" y="62928"/>
                  </a:lnTo>
                  <a:lnTo>
                    <a:pt x="34455" y="60083"/>
                  </a:lnTo>
                  <a:lnTo>
                    <a:pt x="33832" y="57797"/>
                  </a:lnTo>
                  <a:lnTo>
                    <a:pt x="32537" y="57886"/>
                  </a:lnTo>
                  <a:lnTo>
                    <a:pt x="32131" y="60223"/>
                  </a:lnTo>
                  <a:lnTo>
                    <a:pt x="32397" y="65925"/>
                  </a:lnTo>
                  <a:lnTo>
                    <a:pt x="32740" y="67195"/>
                  </a:lnTo>
                  <a:lnTo>
                    <a:pt x="31673" y="66929"/>
                  </a:lnTo>
                  <a:lnTo>
                    <a:pt x="29222" y="67081"/>
                  </a:lnTo>
                  <a:lnTo>
                    <a:pt x="26784" y="67246"/>
                  </a:lnTo>
                  <a:lnTo>
                    <a:pt x="24828" y="67957"/>
                  </a:lnTo>
                  <a:lnTo>
                    <a:pt x="24904" y="69456"/>
                  </a:lnTo>
                  <a:lnTo>
                    <a:pt x="26911" y="69938"/>
                  </a:lnTo>
                  <a:lnTo>
                    <a:pt x="31788" y="69634"/>
                  </a:lnTo>
                  <a:lnTo>
                    <a:pt x="32880" y="69240"/>
                  </a:lnTo>
                  <a:lnTo>
                    <a:pt x="32651" y="70548"/>
                  </a:lnTo>
                  <a:lnTo>
                    <a:pt x="32791" y="73393"/>
                  </a:lnTo>
                  <a:lnTo>
                    <a:pt x="32931" y="76238"/>
                  </a:lnTo>
                  <a:lnTo>
                    <a:pt x="33540" y="78524"/>
                  </a:lnTo>
                  <a:lnTo>
                    <a:pt x="34836" y="78435"/>
                  </a:lnTo>
                  <a:lnTo>
                    <a:pt x="35242" y="76098"/>
                  </a:lnTo>
                  <a:lnTo>
                    <a:pt x="34975" y="70396"/>
                  </a:lnTo>
                  <a:lnTo>
                    <a:pt x="34620" y="69126"/>
                  </a:lnTo>
                  <a:lnTo>
                    <a:pt x="35763" y="69392"/>
                  </a:lnTo>
                  <a:lnTo>
                    <a:pt x="38201" y="69227"/>
                  </a:lnTo>
                  <a:lnTo>
                    <a:pt x="40640" y="69075"/>
                  </a:lnTo>
                  <a:lnTo>
                    <a:pt x="42595" y="68351"/>
                  </a:lnTo>
                  <a:close/>
                </a:path>
                <a:path w="68580" h="78740">
                  <a:moveTo>
                    <a:pt x="43065" y="10553"/>
                  </a:moveTo>
                  <a:lnTo>
                    <a:pt x="43002" y="9067"/>
                  </a:lnTo>
                  <a:lnTo>
                    <a:pt x="40982" y="8585"/>
                  </a:lnTo>
                  <a:lnTo>
                    <a:pt x="36106" y="8890"/>
                  </a:lnTo>
                  <a:lnTo>
                    <a:pt x="34937" y="9321"/>
                  </a:lnTo>
                  <a:lnTo>
                    <a:pt x="35179" y="7988"/>
                  </a:lnTo>
                  <a:lnTo>
                    <a:pt x="35052" y="5130"/>
                  </a:lnTo>
                  <a:lnTo>
                    <a:pt x="34925" y="2286"/>
                  </a:lnTo>
                  <a:lnTo>
                    <a:pt x="34302" y="0"/>
                  </a:lnTo>
                  <a:lnTo>
                    <a:pt x="33020" y="88"/>
                  </a:lnTo>
                  <a:lnTo>
                    <a:pt x="32600" y="2438"/>
                  </a:lnTo>
                  <a:lnTo>
                    <a:pt x="32867" y="8128"/>
                  </a:lnTo>
                  <a:lnTo>
                    <a:pt x="33210" y="9398"/>
                  </a:lnTo>
                  <a:lnTo>
                    <a:pt x="32143" y="9131"/>
                  </a:lnTo>
                  <a:lnTo>
                    <a:pt x="29705" y="9283"/>
                  </a:lnTo>
                  <a:lnTo>
                    <a:pt x="27266" y="9448"/>
                  </a:lnTo>
                  <a:lnTo>
                    <a:pt x="25298" y="10172"/>
                  </a:lnTo>
                  <a:lnTo>
                    <a:pt x="25374" y="11671"/>
                  </a:lnTo>
                  <a:lnTo>
                    <a:pt x="27393" y="12141"/>
                  </a:lnTo>
                  <a:lnTo>
                    <a:pt x="32270" y="11849"/>
                  </a:lnTo>
                  <a:lnTo>
                    <a:pt x="33362" y="11442"/>
                  </a:lnTo>
                  <a:lnTo>
                    <a:pt x="33134" y="12750"/>
                  </a:lnTo>
                  <a:lnTo>
                    <a:pt x="33261" y="15595"/>
                  </a:lnTo>
                  <a:lnTo>
                    <a:pt x="33401" y="18440"/>
                  </a:lnTo>
                  <a:lnTo>
                    <a:pt x="34023" y="20726"/>
                  </a:lnTo>
                  <a:lnTo>
                    <a:pt x="35306" y="20637"/>
                  </a:lnTo>
                  <a:lnTo>
                    <a:pt x="35712" y="18300"/>
                  </a:lnTo>
                  <a:lnTo>
                    <a:pt x="35458" y="12598"/>
                  </a:lnTo>
                  <a:lnTo>
                    <a:pt x="35102" y="11328"/>
                  </a:lnTo>
                  <a:lnTo>
                    <a:pt x="36233" y="11595"/>
                  </a:lnTo>
                  <a:lnTo>
                    <a:pt x="38671" y="11442"/>
                  </a:lnTo>
                  <a:lnTo>
                    <a:pt x="41109" y="11277"/>
                  </a:lnTo>
                  <a:lnTo>
                    <a:pt x="43065" y="10553"/>
                  </a:lnTo>
                  <a:close/>
                </a:path>
                <a:path w="68580" h="78740">
                  <a:moveTo>
                    <a:pt x="68135" y="39801"/>
                  </a:moveTo>
                  <a:lnTo>
                    <a:pt x="68059" y="38303"/>
                  </a:lnTo>
                  <a:lnTo>
                    <a:pt x="66052" y="37820"/>
                  </a:lnTo>
                  <a:lnTo>
                    <a:pt x="61175" y="38125"/>
                  </a:lnTo>
                  <a:lnTo>
                    <a:pt x="60020" y="38569"/>
                  </a:lnTo>
                  <a:lnTo>
                    <a:pt x="60261" y="37223"/>
                  </a:lnTo>
                  <a:lnTo>
                    <a:pt x="60121" y="34378"/>
                  </a:lnTo>
                  <a:lnTo>
                    <a:pt x="59982" y="31521"/>
                  </a:lnTo>
                  <a:lnTo>
                    <a:pt x="59372" y="29248"/>
                  </a:lnTo>
                  <a:lnTo>
                    <a:pt x="58077" y="29324"/>
                  </a:lnTo>
                  <a:lnTo>
                    <a:pt x="57670" y="31673"/>
                  </a:lnTo>
                  <a:lnTo>
                    <a:pt x="57937" y="37363"/>
                  </a:lnTo>
                  <a:lnTo>
                    <a:pt x="58280" y="38633"/>
                  </a:lnTo>
                  <a:lnTo>
                    <a:pt x="57213" y="38366"/>
                  </a:lnTo>
                  <a:lnTo>
                    <a:pt x="54762" y="38531"/>
                  </a:lnTo>
                  <a:lnTo>
                    <a:pt x="52324" y="38684"/>
                  </a:lnTo>
                  <a:lnTo>
                    <a:pt x="50368" y="39408"/>
                  </a:lnTo>
                  <a:lnTo>
                    <a:pt x="50444" y="40906"/>
                  </a:lnTo>
                  <a:lnTo>
                    <a:pt x="52451" y="41389"/>
                  </a:lnTo>
                  <a:lnTo>
                    <a:pt x="57327" y="41084"/>
                  </a:lnTo>
                  <a:lnTo>
                    <a:pt x="58420" y="40678"/>
                  </a:lnTo>
                  <a:lnTo>
                    <a:pt x="58191" y="41986"/>
                  </a:lnTo>
                  <a:lnTo>
                    <a:pt x="58331" y="44831"/>
                  </a:lnTo>
                  <a:lnTo>
                    <a:pt x="58470" y="47688"/>
                  </a:lnTo>
                  <a:lnTo>
                    <a:pt x="59093" y="49961"/>
                  </a:lnTo>
                  <a:lnTo>
                    <a:pt x="60375" y="49885"/>
                  </a:lnTo>
                  <a:lnTo>
                    <a:pt x="60782" y="47536"/>
                  </a:lnTo>
                  <a:lnTo>
                    <a:pt x="60515" y="41833"/>
                  </a:lnTo>
                  <a:lnTo>
                    <a:pt x="60159" y="40563"/>
                  </a:lnTo>
                  <a:lnTo>
                    <a:pt x="61302" y="40830"/>
                  </a:lnTo>
                  <a:lnTo>
                    <a:pt x="63741" y="40678"/>
                  </a:lnTo>
                  <a:lnTo>
                    <a:pt x="66179" y="40525"/>
                  </a:lnTo>
                  <a:lnTo>
                    <a:pt x="68135" y="398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0" name="object 1700" descr=""/>
            <p:cNvSpPr/>
            <p:nvPr/>
          </p:nvSpPr>
          <p:spPr>
            <a:xfrm>
              <a:off x="13119848" y="7274776"/>
              <a:ext cx="54610" cy="88900"/>
            </a:xfrm>
            <a:custGeom>
              <a:avLst/>
              <a:gdLst/>
              <a:ahLst/>
              <a:cxnLst/>
              <a:rect l="l" t="t" r="r" b="b"/>
              <a:pathLst>
                <a:path w="54609" h="88900">
                  <a:moveTo>
                    <a:pt x="54022" y="69650"/>
                  </a:moveTo>
                  <a:lnTo>
                    <a:pt x="37904" y="88447"/>
                  </a:lnTo>
                  <a:lnTo>
                    <a:pt x="0" y="44229"/>
                  </a:lnTo>
                  <a:lnTo>
                    <a:pt x="37904" y="0"/>
                  </a:lnTo>
                  <a:lnTo>
                    <a:pt x="54022" y="18801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1" name="object 1701" descr=""/>
            <p:cNvSpPr/>
            <p:nvPr/>
          </p:nvSpPr>
          <p:spPr>
            <a:xfrm>
              <a:off x="13123901" y="7279315"/>
              <a:ext cx="43180" cy="78740"/>
            </a:xfrm>
            <a:custGeom>
              <a:avLst/>
              <a:gdLst/>
              <a:ahLst/>
              <a:cxnLst/>
              <a:rect l="l" t="t" r="r" b="b"/>
              <a:pathLst>
                <a:path w="43180" h="78740">
                  <a:moveTo>
                    <a:pt x="17767" y="39382"/>
                  </a:moveTo>
                  <a:lnTo>
                    <a:pt x="17691" y="37884"/>
                  </a:lnTo>
                  <a:lnTo>
                    <a:pt x="15684" y="37401"/>
                  </a:lnTo>
                  <a:lnTo>
                    <a:pt x="10795" y="37706"/>
                  </a:lnTo>
                  <a:lnTo>
                    <a:pt x="9639" y="38150"/>
                  </a:lnTo>
                  <a:lnTo>
                    <a:pt x="9880" y="36804"/>
                  </a:lnTo>
                  <a:lnTo>
                    <a:pt x="9753" y="33959"/>
                  </a:lnTo>
                  <a:lnTo>
                    <a:pt x="9613" y="31115"/>
                  </a:lnTo>
                  <a:lnTo>
                    <a:pt x="8991" y="28829"/>
                  </a:lnTo>
                  <a:lnTo>
                    <a:pt x="7708" y="28917"/>
                  </a:lnTo>
                  <a:lnTo>
                    <a:pt x="7302" y="31254"/>
                  </a:lnTo>
                  <a:lnTo>
                    <a:pt x="7556" y="36957"/>
                  </a:lnTo>
                  <a:lnTo>
                    <a:pt x="7899" y="38227"/>
                  </a:lnTo>
                  <a:lnTo>
                    <a:pt x="6832" y="37960"/>
                  </a:lnTo>
                  <a:lnTo>
                    <a:pt x="4394" y="38112"/>
                  </a:lnTo>
                  <a:lnTo>
                    <a:pt x="1955" y="38277"/>
                  </a:lnTo>
                  <a:lnTo>
                    <a:pt x="0" y="38989"/>
                  </a:lnTo>
                  <a:lnTo>
                    <a:pt x="76" y="40487"/>
                  </a:lnTo>
                  <a:lnTo>
                    <a:pt x="2082" y="40970"/>
                  </a:lnTo>
                  <a:lnTo>
                    <a:pt x="6959" y="40665"/>
                  </a:lnTo>
                  <a:lnTo>
                    <a:pt x="8051" y="40259"/>
                  </a:lnTo>
                  <a:lnTo>
                    <a:pt x="7823" y="41579"/>
                  </a:lnTo>
                  <a:lnTo>
                    <a:pt x="7962" y="44424"/>
                  </a:lnTo>
                  <a:lnTo>
                    <a:pt x="8089" y="47269"/>
                  </a:lnTo>
                  <a:lnTo>
                    <a:pt x="8712" y="49555"/>
                  </a:lnTo>
                  <a:lnTo>
                    <a:pt x="9994" y="49466"/>
                  </a:lnTo>
                  <a:lnTo>
                    <a:pt x="10414" y="47129"/>
                  </a:lnTo>
                  <a:lnTo>
                    <a:pt x="10147" y="41427"/>
                  </a:lnTo>
                  <a:lnTo>
                    <a:pt x="9791" y="40157"/>
                  </a:lnTo>
                  <a:lnTo>
                    <a:pt x="10922" y="40424"/>
                  </a:lnTo>
                  <a:lnTo>
                    <a:pt x="13360" y="40259"/>
                  </a:lnTo>
                  <a:lnTo>
                    <a:pt x="15798" y="40106"/>
                  </a:lnTo>
                  <a:lnTo>
                    <a:pt x="17767" y="39382"/>
                  </a:lnTo>
                  <a:close/>
                </a:path>
                <a:path w="43180" h="78740">
                  <a:moveTo>
                    <a:pt x="42595" y="68351"/>
                  </a:moveTo>
                  <a:lnTo>
                    <a:pt x="42519" y="66852"/>
                  </a:lnTo>
                  <a:lnTo>
                    <a:pt x="40513" y="66370"/>
                  </a:lnTo>
                  <a:lnTo>
                    <a:pt x="35636" y="66675"/>
                  </a:lnTo>
                  <a:lnTo>
                    <a:pt x="34480" y="67119"/>
                  </a:lnTo>
                  <a:lnTo>
                    <a:pt x="34721" y="65773"/>
                  </a:lnTo>
                  <a:lnTo>
                    <a:pt x="34582" y="62928"/>
                  </a:lnTo>
                  <a:lnTo>
                    <a:pt x="34442" y="60083"/>
                  </a:lnTo>
                  <a:lnTo>
                    <a:pt x="33832" y="57797"/>
                  </a:lnTo>
                  <a:lnTo>
                    <a:pt x="32537" y="57886"/>
                  </a:lnTo>
                  <a:lnTo>
                    <a:pt x="32131" y="60223"/>
                  </a:lnTo>
                  <a:lnTo>
                    <a:pt x="32397" y="65925"/>
                  </a:lnTo>
                  <a:lnTo>
                    <a:pt x="32740" y="67195"/>
                  </a:lnTo>
                  <a:lnTo>
                    <a:pt x="31673" y="66929"/>
                  </a:lnTo>
                  <a:lnTo>
                    <a:pt x="29222" y="67081"/>
                  </a:lnTo>
                  <a:lnTo>
                    <a:pt x="26784" y="67246"/>
                  </a:lnTo>
                  <a:lnTo>
                    <a:pt x="24828" y="67957"/>
                  </a:lnTo>
                  <a:lnTo>
                    <a:pt x="24904" y="69456"/>
                  </a:lnTo>
                  <a:lnTo>
                    <a:pt x="26911" y="69938"/>
                  </a:lnTo>
                  <a:lnTo>
                    <a:pt x="31788" y="69634"/>
                  </a:lnTo>
                  <a:lnTo>
                    <a:pt x="32880" y="69240"/>
                  </a:lnTo>
                  <a:lnTo>
                    <a:pt x="32651" y="70548"/>
                  </a:lnTo>
                  <a:lnTo>
                    <a:pt x="32791" y="73393"/>
                  </a:lnTo>
                  <a:lnTo>
                    <a:pt x="32931" y="76238"/>
                  </a:lnTo>
                  <a:lnTo>
                    <a:pt x="33540" y="78524"/>
                  </a:lnTo>
                  <a:lnTo>
                    <a:pt x="34836" y="78435"/>
                  </a:lnTo>
                  <a:lnTo>
                    <a:pt x="35242" y="76098"/>
                  </a:lnTo>
                  <a:lnTo>
                    <a:pt x="34975" y="70396"/>
                  </a:lnTo>
                  <a:lnTo>
                    <a:pt x="34620" y="69126"/>
                  </a:lnTo>
                  <a:lnTo>
                    <a:pt x="35763" y="69392"/>
                  </a:lnTo>
                  <a:lnTo>
                    <a:pt x="38201" y="69227"/>
                  </a:lnTo>
                  <a:lnTo>
                    <a:pt x="40640" y="69075"/>
                  </a:lnTo>
                  <a:lnTo>
                    <a:pt x="42595" y="68351"/>
                  </a:lnTo>
                  <a:close/>
                </a:path>
                <a:path w="43180" h="78740">
                  <a:moveTo>
                    <a:pt x="43065" y="10553"/>
                  </a:moveTo>
                  <a:lnTo>
                    <a:pt x="43002" y="9067"/>
                  </a:lnTo>
                  <a:lnTo>
                    <a:pt x="40982" y="8585"/>
                  </a:lnTo>
                  <a:lnTo>
                    <a:pt x="36106" y="8890"/>
                  </a:lnTo>
                  <a:lnTo>
                    <a:pt x="34950" y="9321"/>
                  </a:lnTo>
                  <a:lnTo>
                    <a:pt x="35191" y="7988"/>
                  </a:lnTo>
                  <a:lnTo>
                    <a:pt x="35052" y="5130"/>
                  </a:lnTo>
                  <a:lnTo>
                    <a:pt x="34925" y="2286"/>
                  </a:lnTo>
                  <a:lnTo>
                    <a:pt x="34302" y="0"/>
                  </a:lnTo>
                  <a:lnTo>
                    <a:pt x="33020" y="88"/>
                  </a:lnTo>
                  <a:lnTo>
                    <a:pt x="32600" y="2438"/>
                  </a:lnTo>
                  <a:lnTo>
                    <a:pt x="32867" y="8128"/>
                  </a:lnTo>
                  <a:lnTo>
                    <a:pt x="33210" y="9398"/>
                  </a:lnTo>
                  <a:lnTo>
                    <a:pt x="32143" y="9131"/>
                  </a:lnTo>
                  <a:lnTo>
                    <a:pt x="29705" y="9283"/>
                  </a:lnTo>
                  <a:lnTo>
                    <a:pt x="27266" y="9448"/>
                  </a:lnTo>
                  <a:lnTo>
                    <a:pt x="25298" y="10172"/>
                  </a:lnTo>
                  <a:lnTo>
                    <a:pt x="25374" y="11671"/>
                  </a:lnTo>
                  <a:lnTo>
                    <a:pt x="27393" y="12141"/>
                  </a:lnTo>
                  <a:lnTo>
                    <a:pt x="32270" y="11849"/>
                  </a:lnTo>
                  <a:lnTo>
                    <a:pt x="33362" y="11442"/>
                  </a:lnTo>
                  <a:lnTo>
                    <a:pt x="33134" y="12750"/>
                  </a:lnTo>
                  <a:lnTo>
                    <a:pt x="33261" y="15595"/>
                  </a:lnTo>
                  <a:lnTo>
                    <a:pt x="33388" y="18440"/>
                  </a:lnTo>
                  <a:lnTo>
                    <a:pt x="34023" y="20726"/>
                  </a:lnTo>
                  <a:lnTo>
                    <a:pt x="35306" y="20637"/>
                  </a:lnTo>
                  <a:lnTo>
                    <a:pt x="35712" y="18300"/>
                  </a:lnTo>
                  <a:lnTo>
                    <a:pt x="35458" y="12598"/>
                  </a:lnTo>
                  <a:lnTo>
                    <a:pt x="35102" y="11328"/>
                  </a:lnTo>
                  <a:lnTo>
                    <a:pt x="36233" y="11595"/>
                  </a:lnTo>
                  <a:lnTo>
                    <a:pt x="38671" y="11442"/>
                  </a:lnTo>
                  <a:lnTo>
                    <a:pt x="41109" y="11277"/>
                  </a:lnTo>
                  <a:lnTo>
                    <a:pt x="43065" y="10553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2" name="object 1702" descr=""/>
            <p:cNvSpPr/>
            <p:nvPr/>
          </p:nvSpPr>
          <p:spPr>
            <a:xfrm>
              <a:off x="12965824" y="7393172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75819" y="44229"/>
                  </a:moveTo>
                  <a:lnTo>
                    <a:pt x="37904" y="88447"/>
                  </a:lnTo>
                  <a:lnTo>
                    <a:pt x="0" y="44229"/>
                  </a:lnTo>
                  <a:lnTo>
                    <a:pt x="37904" y="0"/>
                  </a:lnTo>
                  <a:lnTo>
                    <a:pt x="75819" y="44229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3" name="object 1703" descr=""/>
            <p:cNvSpPr/>
            <p:nvPr/>
          </p:nvSpPr>
          <p:spPr>
            <a:xfrm>
              <a:off x="12969875" y="7397718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382"/>
                  </a:moveTo>
                  <a:lnTo>
                    <a:pt x="17691" y="37884"/>
                  </a:lnTo>
                  <a:lnTo>
                    <a:pt x="15684" y="37401"/>
                  </a:lnTo>
                  <a:lnTo>
                    <a:pt x="10795" y="37706"/>
                  </a:lnTo>
                  <a:lnTo>
                    <a:pt x="9639" y="38150"/>
                  </a:lnTo>
                  <a:lnTo>
                    <a:pt x="9880" y="36804"/>
                  </a:lnTo>
                  <a:lnTo>
                    <a:pt x="9753" y="33959"/>
                  </a:lnTo>
                  <a:lnTo>
                    <a:pt x="9613" y="31102"/>
                  </a:lnTo>
                  <a:lnTo>
                    <a:pt x="8991" y="28829"/>
                  </a:lnTo>
                  <a:lnTo>
                    <a:pt x="7708" y="28905"/>
                  </a:lnTo>
                  <a:lnTo>
                    <a:pt x="7302" y="31254"/>
                  </a:lnTo>
                  <a:lnTo>
                    <a:pt x="7556" y="36957"/>
                  </a:lnTo>
                  <a:lnTo>
                    <a:pt x="7899" y="38214"/>
                  </a:lnTo>
                  <a:lnTo>
                    <a:pt x="6832" y="37947"/>
                  </a:lnTo>
                  <a:lnTo>
                    <a:pt x="4394" y="38112"/>
                  </a:lnTo>
                  <a:lnTo>
                    <a:pt x="1955" y="38265"/>
                  </a:lnTo>
                  <a:lnTo>
                    <a:pt x="0" y="38989"/>
                  </a:lnTo>
                  <a:lnTo>
                    <a:pt x="76" y="40487"/>
                  </a:lnTo>
                  <a:lnTo>
                    <a:pt x="2082" y="40970"/>
                  </a:lnTo>
                  <a:lnTo>
                    <a:pt x="6959" y="40665"/>
                  </a:lnTo>
                  <a:lnTo>
                    <a:pt x="8051" y="40259"/>
                  </a:lnTo>
                  <a:lnTo>
                    <a:pt x="7823" y="41567"/>
                  </a:lnTo>
                  <a:lnTo>
                    <a:pt x="7962" y="44411"/>
                  </a:lnTo>
                  <a:lnTo>
                    <a:pt x="8089" y="47269"/>
                  </a:lnTo>
                  <a:lnTo>
                    <a:pt x="8712" y="49542"/>
                  </a:lnTo>
                  <a:lnTo>
                    <a:pt x="9994" y="49466"/>
                  </a:lnTo>
                  <a:lnTo>
                    <a:pt x="10414" y="47117"/>
                  </a:lnTo>
                  <a:lnTo>
                    <a:pt x="10147" y="41427"/>
                  </a:lnTo>
                  <a:lnTo>
                    <a:pt x="9791" y="40144"/>
                  </a:lnTo>
                  <a:lnTo>
                    <a:pt x="10922" y="40411"/>
                  </a:lnTo>
                  <a:lnTo>
                    <a:pt x="13360" y="40259"/>
                  </a:lnTo>
                  <a:lnTo>
                    <a:pt x="15811" y="40106"/>
                  </a:lnTo>
                  <a:lnTo>
                    <a:pt x="17767" y="39382"/>
                  </a:lnTo>
                  <a:close/>
                </a:path>
                <a:path w="68580" h="78740">
                  <a:moveTo>
                    <a:pt x="42595" y="68351"/>
                  </a:moveTo>
                  <a:lnTo>
                    <a:pt x="42519" y="66852"/>
                  </a:lnTo>
                  <a:lnTo>
                    <a:pt x="40513" y="66370"/>
                  </a:lnTo>
                  <a:lnTo>
                    <a:pt x="35636" y="66675"/>
                  </a:lnTo>
                  <a:lnTo>
                    <a:pt x="34480" y="67119"/>
                  </a:lnTo>
                  <a:lnTo>
                    <a:pt x="34721" y="65773"/>
                  </a:lnTo>
                  <a:lnTo>
                    <a:pt x="34582" y="62928"/>
                  </a:lnTo>
                  <a:lnTo>
                    <a:pt x="34442" y="60071"/>
                  </a:lnTo>
                  <a:lnTo>
                    <a:pt x="33832" y="57797"/>
                  </a:lnTo>
                  <a:lnTo>
                    <a:pt x="32537" y="57873"/>
                  </a:lnTo>
                  <a:lnTo>
                    <a:pt x="32131" y="60223"/>
                  </a:lnTo>
                  <a:lnTo>
                    <a:pt x="32397" y="65913"/>
                  </a:lnTo>
                  <a:lnTo>
                    <a:pt x="32740" y="67183"/>
                  </a:lnTo>
                  <a:lnTo>
                    <a:pt x="31673" y="66916"/>
                  </a:lnTo>
                  <a:lnTo>
                    <a:pt x="29222" y="67081"/>
                  </a:lnTo>
                  <a:lnTo>
                    <a:pt x="26784" y="67233"/>
                  </a:lnTo>
                  <a:lnTo>
                    <a:pt x="24828" y="67957"/>
                  </a:lnTo>
                  <a:lnTo>
                    <a:pt x="24904" y="69456"/>
                  </a:lnTo>
                  <a:lnTo>
                    <a:pt x="26911" y="69938"/>
                  </a:lnTo>
                  <a:lnTo>
                    <a:pt x="31788" y="69634"/>
                  </a:lnTo>
                  <a:lnTo>
                    <a:pt x="32880" y="69227"/>
                  </a:lnTo>
                  <a:lnTo>
                    <a:pt x="32651" y="70535"/>
                  </a:lnTo>
                  <a:lnTo>
                    <a:pt x="32791" y="73380"/>
                  </a:lnTo>
                  <a:lnTo>
                    <a:pt x="32918" y="76238"/>
                  </a:lnTo>
                  <a:lnTo>
                    <a:pt x="33540" y="78511"/>
                  </a:lnTo>
                  <a:lnTo>
                    <a:pt x="34836" y="78435"/>
                  </a:lnTo>
                  <a:lnTo>
                    <a:pt x="35242" y="76085"/>
                  </a:lnTo>
                  <a:lnTo>
                    <a:pt x="34975" y="70396"/>
                  </a:lnTo>
                  <a:lnTo>
                    <a:pt x="34620" y="69113"/>
                  </a:lnTo>
                  <a:lnTo>
                    <a:pt x="35763" y="69380"/>
                  </a:lnTo>
                  <a:lnTo>
                    <a:pt x="38201" y="69227"/>
                  </a:lnTo>
                  <a:lnTo>
                    <a:pt x="40640" y="69075"/>
                  </a:lnTo>
                  <a:lnTo>
                    <a:pt x="42595" y="68351"/>
                  </a:lnTo>
                  <a:close/>
                </a:path>
                <a:path w="68580" h="78740">
                  <a:moveTo>
                    <a:pt x="43078" y="10553"/>
                  </a:moveTo>
                  <a:lnTo>
                    <a:pt x="43002" y="9055"/>
                  </a:lnTo>
                  <a:lnTo>
                    <a:pt x="40982" y="8572"/>
                  </a:lnTo>
                  <a:lnTo>
                    <a:pt x="36106" y="8877"/>
                  </a:lnTo>
                  <a:lnTo>
                    <a:pt x="34950" y="9321"/>
                  </a:lnTo>
                  <a:lnTo>
                    <a:pt x="35191" y="7975"/>
                  </a:lnTo>
                  <a:lnTo>
                    <a:pt x="35052" y="5130"/>
                  </a:lnTo>
                  <a:lnTo>
                    <a:pt x="34925" y="2286"/>
                  </a:lnTo>
                  <a:lnTo>
                    <a:pt x="34302" y="0"/>
                  </a:lnTo>
                  <a:lnTo>
                    <a:pt x="33020" y="76"/>
                  </a:lnTo>
                  <a:lnTo>
                    <a:pt x="32600" y="2425"/>
                  </a:lnTo>
                  <a:lnTo>
                    <a:pt x="32867" y="8128"/>
                  </a:lnTo>
                  <a:lnTo>
                    <a:pt x="33210" y="9385"/>
                  </a:lnTo>
                  <a:lnTo>
                    <a:pt x="32143" y="9131"/>
                  </a:lnTo>
                  <a:lnTo>
                    <a:pt x="29705" y="9283"/>
                  </a:lnTo>
                  <a:lnTo>
                    <a:pt x="27266" y="9436"/>
                  </a:lnTo>
                  <a:lnTo>
                    <a:pt x="25298" y="10160"/>
                  </a:lnTo>
                  <a:lnTo>
                    <a:pt x="25374" y="11658"/>
                  </a:lnTo>
                  <a:lnTo>
                    <a:pt x="27393" y="12141"/>
                  </a:lnTo>
                  <a:lnTo>
                    <a:pt x="32270" y="11836"/>
                  </a:lnTo>
                  <a:lnTo>
                    <a:pt x="33362" y="11430"/>
                  </a:lnTo>
                  <a:lnTo>
                    <a:pt x="33134" y="12738"/>
                  </a:lnTo>
                  <a:lnTo>
                    <a:pt x="33261" y="15595"/>
                  </a:lnTo>
                  <a:lnTo>
                    <a:pt x="33388" y="18440"/>
                  </a:lnTo>
                  <a:lnTo>
                    <a:pt x="34023" y="20726"/>
                  </a:lnTo>
                  <a:lnTo>
                    <a:pt x="35306" y="20637"/>
                  </a:lnTo>
                  <a:lnTo>
                    <a:pt x="35712" y="18288"/>
                  </a:lnTo>
                  <a:lnTo>
                    <a:pt x="35458" y="12598"/>
                  </a:lnTo>
                  <a:lnTo>
                    <a:pt x="35102" y="11328"/>
                  </a:lnTo>
                  <a:lnTo>
                    <a:pt x="36233" y="11595"/>
                  </a:lnTo>
                  <a:lnTo>
                    <a:pt x="38671" y="11430"/>
                  </a:lnTo>
                  <a:lnTo>
                    <a:pt x="41109" y="11277"/>
                  </a:lnTo>
                  <a:lnTo>
                    <a:pt x="43078" y="10553"/>
                  </a:lnTo>
                  <a:close/>
                </a:path>
                <a:path w="68580" h="78740">
                  <a:moveTo>
                    <a:pt x="68135" y="39789"/>
                  </a:moveTo>
                  <a:lnTo>
                    <a:pt x="68059" y="38290"/>
                  </a:lnTo>
                  <a:lnTo>
                    <a:pt x="66052" y="37807"/>
                  </a:lnTo>
                  <a:lnTo>
                    <a:pt x="61175" y="38112"/>
                  </a:lnTo>
                  <a:lnTo>
                    <a:pt x="60020" y="38557"/>
                  </a:lnTo>
                  <a:lnTo>
                    <a:pt x="60261" y="37211"/>
                  </a:lnTo>
                  <a:lnTo>
                    <a:pt x="60121" y="34366"/>
                  </a:lnTo>
                  <a:lnTo>
                    <a:pt x="59994" y="31521"/>
                  </a:lnTo>
                  <a:lnTo>
                    <a:pt x="59372" y="29235"/>
                  </a:lnTo>
                  <a:lnTo>
                    <a:pt x="58077" y="29324"/>
                  </a:lnTo>
                  <a:lnTo>
                    <a:pt x="57670" y="31661"/>
                  </a:lnTo>
                  <a:lnTo>
                    <a:pt x="57937" y="37363"/>
                  </a:lnTo>
                  <a:lnTo>
                    <a:pt x="58280" y="38633"/>
                  </a:lnTo>
                  <a:lnTo>
                    <a:pt x="57213" y="38366"/>
                  </a:lnTo>
                  <a:lnTo>
                    <a:pt x="54775" y="38519"/>
                  </a:lnTo>
                  <a:lnTo>
                    <a:pt x="52324" y="38684"/>
                  </a:lnTo>
                  <a:lnTo>
                    <a:pt x="50368" y="39395"/>
                  </a:lnTo>
                  <a:lnTo>
                    <a:pt x="50444" y="40894"/>
                  </a:lnTo>
                  <a:lnTo>
                    <a:pt x="52451" y="41376"/>
                  </a:lnTo>
                  <a:lnTo>
                    <a:pt x="57340" y="41071"/>
                  </a:lnTo>
                  <a:lnTo>
                    <a:pt x="58420" y="40678"/>
                  </a:lnTo>
                  <a:lnTo>
                    <a:pt x="58191" y="41986"/>
                  </a:lnTo>
                  <a:lnTo>
                    <a:pt x="58331" y="44831"/>
                  </a:lnTo>
                  <a:lnTo>
                    <a:pt x="58470" y="47675"/>
                  </a:lnTo>
                  <a:lnTo>
                    <a:pt x="59080" y="49961"/>
                  </a:lnTo>
                  <a:lnTo>
                    <a:pt x="60375" y="49872"/>
                  </a:lnTo>
                  <a:lnTo>
                    <a:pt x="60782" y="47536"/>
                  </a:lnTo>
                  <a:lnTo>
                    <a:pt x="60515" y="41833"/>
                  </a:lnTo>
                  <a:lnTo>
                    <a:pt x="60159" y="40563"/>
                  </a:lnTo>
                  <a:lnTo>
                    <a:pt x="61302" y="40830"/>
                  </a:lnTo>
                  <a:lnTo>
                    <a:pt x="63741" y="40665"/>
                  </a:lnTo>
                  <a:lnTo>
                    <a:pt x="66179" y="40513"/>
                  </a:lnTo>
                  <a:lnTo>
                    <a:pt x="68135" y="39789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4" name="object 1704" descr=""/>
            <p:cNvSpPr/>
            <p:nvPr/>
          </p:nvSpPr>
          <p:spPr>
            <a:xfrm>
              <a:off x="13003309" y="7451985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75819" y="44229"/>
                  </a:moveTo>
                  <a:lnTo>
                    <a:pt x="37904" y="88447"/>
                  </a:lnTo>
                  <a:lnTo>
                    <a:pt x="0" y="44229"/>
                  </a:lnTo>
                  <a:lnTo>
                    <a:pt x="37904" y="0"/>
                  </a:lnTo>
                  <a:lnTo>
                    <a:pt x="75819" y="44229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5" name="object 1705" descr=""/>
            <p:cNvSpPr/>
            <p:nvPr/>
          </p:nvSpPr>
          <p:spPr>
            <a:xfrm>
              <a:off x="13007353" y="7456531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382"/>
                  </a:moveTo>
                  <a:lnTo>
                    <a:pt x="17703" y="37884"/>
                  </a:lnTo>
                  <a:lnTo>
                    <a:pt x="15684" y="37401"/>
                  </a:lnTo>
                  <a:lnTo>
                    <a:pt x="10807" y="37706"/>
                  </a:lnTo>
                  <a:lnTo>
                    <a:pt x="9652" y="38150"/>
                  </a:lnTo>
                  <a:lnTo>
                    <a:pt x="9893" y="36804"/>
                  </a:lnTo>
                  <a:lnTo>
                    <a:pt x="9753" y="33959"/>
                  </a:lnTo>
                  <a:lnTo>
                    <a:pt x="9626" y="31102"/>
                  </a:lnTo>
                  <a:lnTo>
                    <a:pt x="9004" y="28829"/>
                  </a:lnTo>
                  <a:lnTo>
                    <a:pt x="7708" y="28905"/>
                  </a:lnTo>
                  <a:lnTo>
                    <a:pt x="7302" y="31254"/>
                  </a:lnTo>
                  <a:lnTo>
                    <a:pt x="7569" y="36957"/>
                  </a:lnTo>
                  <a:lnTo>
                    <a:pt x="7899" y="38214"/>
                  </a:lnTo>
                  <a:lnTo>
                    <a:pt x="6845" y="37947"/>
                  </a:lnTo>
                  <a:lnTo>
                    <a:pt x="4406" y="38112"/>
                  </a:lnTo>
                  <a:lnTo>
                    <a:pt x="1968" y="38265"/>
                  </a:lnTo>
                  <a:lnTo>
                    <a:pt x="0" y="38989"/>
                  </a:lnTo>
                  <a:lnTo>
                    <a:pt x="76" y="40487"/>
                  </a:lnTo>
                  <a:lnTo>
                    <a:pt x="2082" y="40970"/>
                  </a:lnTo>
                  <a:lnTo>
                    <a:pt x="6972" y="40665"/>
                  </a:lnTo>
                  <a:lnTo>
                    <a:pt x="8051" y="40259"/>
                  </a:lnTo>
                  <a:lnTo>
                    <a:pt x="7823" y="41567"/>
                  </a:lnTo>
                  <a:lnTo>
                    <a:pt x="7962" y="44411"/>
                  </a:lnTo>
                  <a:lnTo>
                    <a:pt x="8102" y="47269"/>
                  </a:lnTo>
                  <a:lnTo>
                    <a:pt x="8724" y="49542"/>
                  </a:lnTo>
                  <a:lnTo>
                    <a:pt x="10007" y="49466"/>
                  </a:lnTo>
                  <a:lnTo>
                    <a:pt x="10414" y="47117"/>
                  </a:lnTo>
                  <a:lnTo>
                    <a:pt x="10147" y="41427"/>
                  </a:lnTo>
                  <a:lnTo>
                    <a:pt x="9791" y="40157"/>
                  </a:lnTo>
                  <a:lnTo>
                    <a:pt x="10934" y="40411"/>
                  </a:lnTo>
                  <a:lnTo>
                    <a:pt x="13373" y="40259"/>
                  </a:lnTo>
                  <a:lnTo>
                    <a:pt x="15811" y="40106"/>
                  </a:lnTo>
                  <a:lnTo>
                    <a:pt x="17767" y="39382"/>
                  </a:lnTo>
                  <a:close/>
                </a:path>
                <a:path w="68580" h="78740">
                  <a:moveTo>
                    <a:pt x="42608" y="68351"/>
                  </a:moveTo>
                  <a:lnTo>
                    <a:pt x="42532" y="66852"/>
                  </a:lnTo>
                  <a:lnTo>
                    <a:pt x="40525" y="66370"/>
                  </a:lnTo>
                  <a:lnTo>
                    <a:pt x="35636" y="66675"/>
                  </a:lnTo>
                  <a:lnTo>
                    <a:pt x="34480" y="67119"/>
                  </a:lnTo>
                  <a:lnTo>
                    <a:pt x="34721" y="65773"/>
                  </a:lnTo>
                  <a:lnTo>
                    <a:pt x="34582" y="62928"/>
                  </a:lnTo>
                  <a:lnTo>
                    <a:pt x="34467" y="60071"/>
                  </a:lnTo>
                  <a:lnTo>
                    <a:pt x="33832" y="57797"/>
                  </a:lnTo>
                  <a:lnTo>
                    <a:pt x="32550" y="57873"/>
                  </a:lnTo>
                  <a:lnTo>
                    <a:pt x="32143" y="60223"/>
                  </a:lnTo>
                  <a:lnTo>
                    <a:pt x="32397" y="65913"/>
                  </a:lnTo>
                  <a:lnTo>
                    <a:pt x="32740" y="67183"/>
                  </a:lnTo>
                  <a:lnTo>
                    <a:pt x="31673" y="66916"/>
                  </a:lnTo>
                  <a:lnTo>
                    <a:pt x="29235" y="67081"/>
                  </a:lnTo>
                  <a:lnTo>
                    <a:pt x="26797" y="67233"/>
                  </a:lnTo>
                  <a:lnTo>
                    <a:pt x="24841" y="67957"/>
                  </a:lnTo>
                  <a:lnTo>
                    <a:pt x="24917" y="69456"/>
                  </a:lnTo>
                  <a:lnTo>
                    <a:pt x="26924" y="69938"/>
                  </a:lnTo>
                  <a:lnTo>
                    <a:pt x="31800" y="69634"/>
                  </a:lnTo>
                  <a:lnTo>
                    <a:pt x="32893" y="69227"/>
                  </a:lnTo>
                  <a:lnTo>
                    <a:pt x="32664" y="70535"/>
                  </a:lnTo>
                  <a:lnTo>
                    <a:pt x="32804" y="73380"/>
                  </a:lnTo>
                  <a:lnTo>
                    <a:pt x="32931" y="76238"/>
                  </a:lnTo>
                  <a:lnTo>
                    <a:pt x="33553" y="78511"/>
                  </a:lnTo>
                  <a:lnTo>
                    <a:pt x="34836" y="78435"/>
                  </a:lnTo>
                  <a:lnTo>
                    <a:pt x="35255" y="76085"/>
                  </a:lnTo>
                  <a:lnTo>
                    <a:pt x="34988" y="70396"/>
                  </a:lnTo>
                  <a:lnTo>
                    <a:pt x="34620" y="69126"/>
                  </a:lnTo>
                  <a:lnTo>
                    <a:pt x="35763" y="69380"/>
                  </a:lnTo>
                  <a:lnTo>
                    <a:pt x="38201" y="69227"/>
                  </a:lnTo>
                  <a:lnTo>
                    <a:pt x="40640" y="69075"/>
                  </a:lnTo>
                  <a:lnTo>
                    <a:pt x="42608" y="68351"/>
                  </a:lnTo>
                  <a:close/>
                </a:path>
                <a:path w="68580" h="78740">
                  <a:moveTo>
                    <a:pt x="43078" y="10553"/>
                  </a:moveTo>
                  <a:lnTo>
                    <a:pt x="43002" y="9055"/>
                  </a:lnTo>
                  <a:lnTo>
                    <a:pt x="40995" y="8572"/>
                  </a:lnTo>
                  <a:lnTo>
                    <a:pt x="36118" y="8877"/>
                  </a:lnTo>
                  <a:lnTo>
                    <a:pt x="34963" y="9321"/>
                  </a:lnTo>
                  <a:lnTo>
                    <a:pt x="35204" y="7975"/>
                  </a:lnTo>
                  <a:lnTo>
                    <a:pt x="35064" y="5130"/>
                  </a:lnTo>
                  <a:lnTo>
                    <a:pt x="34925" y="2286"/>
                  </a:lnTo>
                  <a:lnTo>
                    <a:pt x="34302" y="0"/>
                  </a:lnTo>
                  <a:lnTo>
                    <a:pt x="33020" y="76"/>
                  </a:lnTo>
                  <a:lnTo>
                    <a:pt x="32613" y="2425"/>
                  </a:lnTo>
                  <a:lnTo>
                    <a:pt x="32880" y="8128"/>
                  </a:lnTo>
                  <a:lnTo>
                    <a:pt x="33210" y="9385"/>
                  </a:lnTo>
                  <a:lnTo>
                    <a:pt x="32143" y="9118"/>
                  </a:lnTo>
                  <a:lnTo>
                    <a:pt x="29705" y="9283"/>
                  </a:lnTo>
                  <a:lnTo>
                    <a:pt x="27266" y="9436"/>
                  </a:lnTo>
                  <a:lnTo>
                    <a:pt x="25311" y="10160"/>
                  </a:lnTo>
                  <a:lnTo>
                    <a:pt x="25387" y="11658"/>
                  </a:lnTo>
                  <a:lnTo>
                    <a:pt x="27393" y="12141"/>
                  </a:lnTo>
                  <a:lnTo>
                    <a:pt x="32270" y="11836"/>
                  </a:lnTo>
                  <a:lnTo>
                    <a:pt x="33362" y="11430"/>
                  </a:lnTo>
                  <a:lnTo>
                    <a:pt x="33134" y="12738"/>
                  </a:lnTo>
                  <a:lnTo>
                    <a:pt x="33274" y="15595"/>
                  </a:lnTo>
                  <a:lnTo>
                    <a:pt x="33413" y="18440"/>
                  </a:lnTo>
                  <a:lnTo>
                    <a:pt x="34023" y="20726"/>
                  </a:lnTo>
                  <a:lnTo>
                    <a:pt x="35318" y="20637"/>
                  </a:lnTo>
                  <a:lnTo>
                    <a:pt x="35725" y="18288"/>
                  </a:lnTo>
                  <a:lnTo>
                    <a:pt x="35458" y="12598"/>
                  </a:lnTo>
                  <a:lnTo>
                    <a:pt x="35102" y="11328"/>
                  </a:lnTo>
                  <a:lnTo>
                    <a:pt x="36245" y="11595"/>
                  </a:lnTo>
                  <a:lnTo>
                    <a:pt x="38684" y="11430"/>
                  </a:lnTo>
                  <a:lnTo>
                    <a:pt x="41122" y="11277"/>
                  </a:lnTo>
                  <a:lnTo>
                    <a:pt x="43078" y="10553"/>
                  </a:lnTo>
                  <a:close/>
                </a:path>
                <a:path w="68580" h="78740">
                  <a:moveTo>
                    <a:pt x="68148" y="39789"/>
                  </a:moveTo>
                  <a:lnTo>
                    <a:pt x="68072" y="38290"/>
                  </a:lnTo>
                  <a:lnTo>
                    <a:pt x="66065" y="37807"/>
                  </a:lnTo>
                  <a:lnTo>
                    <a:pt x="61175" y="38112"/>
                  </a:lnTo>
                  <a:lnTo>
                    <a:pt x="60020" y="38557"/>
                  </a:lnTo>
                  <a:lnTo>
                    <a:pt x="60261" y="37211"/>
                  </a:lnTo>
                  <a:lnTo>
                    <a:pt x="60134" y="34366"/>
                  </a:lnTo>
                  <a:lnTo>
                    <a:pt x="59994" y="31521"/>
                  </a:lnTo>
                  <a:lnTo>
                    <a:pt x="59372" y="29235"/>
                  </a:lnTo>
                  <a:lnTo>
                    <a:pt x="58089" y="29324"/>
                  </a:lnTo>
                  <a:lnTo>
                    <a:pt x="57683" y="31661"/>
                  </a:lnTo>
                  <a:lnTo>
                    <a:pt x="57937" y="37363"/>
                  </a:lnTo>
                  <a:lnTo>
                    <a:pt x="58280" y="38633"/>
                  </a:lnTo>
                  <a:lnTo>
                    <a:pt x="57213" y="38366"/>
                  </a:lnTo>
                  <a:lnTo>
                    <a:pt x="54775" y="38519"/>
                  </a:lnTo>
                  <a:lnTo>
                    <a:pt x="52336" y="38684"/>
                  </a:lnTo>
                  <a:lnTo>
                    <a:pt x="50380" y="39395"/>
                  </a:lnTo>
                  <a:lnTo>
                    <a:pt x="50457" y="40894"/>
                  </a:lnTo>
                  <a:lnTo>
                    <a:pt x="52463" y="41376"/>
                  </a:lnTo>
                  <a:lnTo>
                    <a:pt x="57340" y="41071"/>
                  </a:lnTo>
                  <a:lnTo>
                    <a:pt x="58445" y="40665"/>
                  </a:lnTo>
                  <a:lnTo>
                    <a:pt x="58216" y="41986"/>
                  </a:lnTo>
                  <a:lnTo>
                    <a:pt x="58343" y="44831"/>
                  </a:lnTo>
                  <a:lnTo>
                    <a:pt x="58470" y="47675"/>
                  </a:lnTo>
                  <a:lnTo>
                    <a:pt x="59093" y="49961"/>
                  </a:lnTo>
                  <a:lnTo>
                    <a:pt x="60375" y="49872"/>
                  </a:lnTo>
                  <a:lnTo>
                    <a:pt x="60794" y="47523"/>
                  </a:lnTo>
                  <a:lnTo>
                    <a:pt x="60528" y="41833"/>
                  </a:lnTo>
                  <a:lnTo>
                    <a:pt x="60172" y="40563"/>
                  </a:lnTo>
                  <a:lnTo>
                    <a:pt x="61302" y="40830"/>
                  </a:lnTo>
                  <a:lnTo>
                    <a:pt x="63741" y="40665"/>
                  </a:lnTo>
                  <a:lnTo>
                    <a:pt x="66192" y="40513"/>
                  </a:lnTo>
                  <a:lnTo>
                    <a:pt x="68148" y="39789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6" name="object 1706" descr=""/>
            <p:cNvSpPr/>
            <p:nvPr/>
          </p:nvSpPr>
          <p:spPr>
            <a:xfrm>
              <a:off x="13081324" y="7451985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75819" y="44229"/>
                  </a:moveTo>
                  <a:lnTo>
                    <a:pt x="37904" y="88447"/>
                  </a:lnTo>
                  <a:lnTo>
                    <a:pt x="0" y="44229"/>
                  </a:lnTo>
                  <a:lnTo>
                    <a:pt x="37904" y="0"/>
                  </a:lnTo>
                  <a:lnTo>
                    <a:pt x="75819" y="44229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7" name="object 1707" descr=""/>
            <p:cNvSpPr/>
            <p:nvPr/>
          </p:nvSpPr>
          <p:spPr>
            <a:xfrm>
              <a:off x="13085369" y="7456531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382"/>
                  </a:moveTo>
                  <a:lnTo>
                    <a:pt x="17691" y="37884"/>
                  </a:lnTo>
                  <a:lnTo>
                    <a:pt x="15684" y="37401"/>
                  </a:lnTo>
                  <a:lnTo>
                    <a:pt x="10807" y="37706"/>
                  </a:lnTo>
                  <a:lnTo>
                    <a:pt x="9652" y="38150"/>
                  </a:lnTo>
                  <a:lnTo>
                    <a:pt x="9893" y="36804"/>
                  </a:lnTo>
                  <a:lnTo>
                    <a:pt x="9753" y="33959"/>
                  </a:lnTo>
                  <a:lnTo>
                    <a:pt x="9613" y="31102"/>
                  </a:lnTo>
                  <a:lnTo>
                    <a:pt x="9004" y="28829"/>
                  </a:lnTo>
                  <a:lnTo>
                    <a:pt x="7708" y="28905"/>
                  </a:lnTo>
                  <a:lnTo>
                    <a:pt x="7302" y="31254"/>
                  </a:lnTo>
                  <a:lnTo>
                    <a:pt x="7569" y="36957"/>
                  </a:lnTo>
                  <a:lnTo>
                    <a:pt x="7899" y="38214"/>
                  </a:lnTo>
                  <a:lnTo>
                    <a:pt x="6845" y="37947"/>
                  </a:lnTo>
                  <a:lnTo>
                    <a:pt x="4406" y="38112"/>
                  </a:lnTo>
                  <a:lnTo>
                    <a:pt x="1955" y="38265"/>
                  </a:lnTo>
                  <a:lnTo>
                    <a:pt x="0" y="38989"/>
                  </a:lnTo>
                  <a:lnTo>
                    <a:pt x="76" y="40487"/>
                  </a:lnTo>
                  <a:lnTo>
                    <a:pt x="2082" y="40970"/>
                  </a:lnTo>
                  <a:lnTo>
                    <a:pt x="6972" y="40665"/>
                  </a:lnTo>
                  <a:lnTo>
                    <a:pt x="8051" y="40259"/>
                  </a:lnTo>
                  <a:lnTo>
                    <a:pt x="7823" y="41567"/>
                  </a:lnTo>
                  <a:lnTo>
                    <a:pt x="7962" y="44411"/>
                  </a:lnTo>
                  <a:lnTo>
                    <a:pt x="8089" y="47269"/>
                  </a:lnTo>
                  <a:lnTo>
                    <a:pt x="8724" y="49542"/>
                  </a:lnTo>
                  <a:lnTo>
                    <a:pt x="10007" y="49466"/>
                  </a:lnTo>
                  <a:lnTo>
                    <a:pt x="10414" y="47117"/>
                  </a:lnTo>
                  <a:lnTo>
                    <a:pt x="10160" y="41427"/>
                  </a:lnTo>
                  <a:lnTo>
                    <a:pt x="9791" y="40157"/>
                  </a:lnTo>
                  <a:lnTo>
                    <a:pt x="10934" y="40411"/>
                  </a:lnTo>
                  <a:lnTo>
                    <a:pt x="13373" y="40259"/>
                  </a:lnTo>
                  <a:lnTo>
                    <a:pt x="15811" y="40106"/>
                  </a:lnTo>
                  <a:lnTo>
                    <a:pt x="17767" y="39382"/>
                  </a:lnTo>
                  <a:close/>
                </a:path>
                <a:path w="68580" h="78740">
                  <a:moveTo>
                    <a:pt x="42608" y="68351"/>
                  </a:moveTo>
                  <a:lnTo>
                    <a:pt x="42532" y="66852"/>
                  </a:lnTo>
                  <a:lnTo>
                    <a:pt x="40525" y="66370"/>
                  </a:lnTo>
                  <a:lnTo>
                    <a:pt x="35636" y="66675"/>
                  </a:lnTo>
                  <a:lnTo>
                    <a:pt x="34480" y="67119"/>
                  </a:lnTo>
                  <a:lnTo>
                    <a:pt x="34721" y="65773"/>
                  </a:lnTo>
                  <a:lnTo>
                    <a:pt x="34594" y="62928"/>
                  </a:lnTo>
                  <a:lnTo>
                    <a:pt x="34455" y="60071"/>
                  </a:lnTo>
                  <a:lnTo>
                    <a:pt x="33832" y="57797"/>
                  </a:lnTo>
                  <a:lnTo>
                    <a:pt x="32550" y="57873"/>
                  </a:lnTo>
                  <a:lnTo>
                    <a:pt x="32143" y="60223"/>
                  </a:lnTo>
                  <a:lnTo>
                    <a:pt x="32397" y="65913"/>
                  </a:lnTo>
                  <a:lnTo>
                    <a:pt x="32740" y="67183"/>
                  </a:lnTo>
                  <a:lnTo>
                    <a:pt x="31673" y="66916"/>
                  </a:lnTo>
                  <a:lnTo>
                    <a:pt x="29235" y="67081"/>
                  </a:lnTo>
                  <a:lnTo>
                    <a:pt x="26797" y="67233"/>
                  </a:lnTo>
                  <a:lnTo>
                    <a:pt x="24841" y="67957"/>
                  </a:lnTo>
                  <a:lnTo>
                    <a:pt x="24904" y="69456"/>
                  </a:lnTo>
                  <a:lnTo>
                    <a:pt x="26924" y="69938"/>
                  </a:lnTo>
                  <a:lnTo>
                    <a:pt x="31800" y="69634"/>
                  </a:lnTo>
                  <a:lnTo>
                    <a:pt x="32893" y="69227"/>
                  </a:lnTo>
                  <a:lnTo>
                    <a:pt x="32677" y="70535"/>
                  </a:lnTo>
                  <a:lnTo>
                    <a:pt x="32804" y="73380"/>
                  </a:lnTo>
                  <a:lnTo>
                    <a:pt x="32931" y="76238"/>
                  </a:lnTo>
                  <a:lnTo>
                    <a:pt x="33553" y="78511"/>
                  </a:lnTo>
                  <a:lnTo>
                    <a:pt x="34836" y="78435"/>
                  </a:lnTo>
                  <a:lnTo>
                    <a:pt x="35242" y="76085"/>
                  </a:lnTo>
                  <a:lnTo>
                    <a:pt x="34988" y="70396"/>
                  </a:lnTo>
                  <a:lnTo>
                    <a:pt x="34620" y="69126"/>
                  </a:lnTo>
                  <a:lnTo>
                    <a:pt x="35763" y="69380"/>
                  </a:lnTo>
                  <a:lnTo>
                    <a:pt x="38201" y="69227"/>
                  </a:lnTo>
                  <a:lnTo>
                    <a:pt x="40640" y="69075"/>
                  </a:lnTo>
                  <a:lnTo>
                    <a:pt x="42608" y="68351"/>
                  </a:lnTo>
                  <a:close/>
                </a:path>
                <a:path w="68580" h="78740">
                  <a:moveTo>
                    <a:pt x="43078" y="10553"/>
                  </a:moveTo>
                  <a:lnTo>
                    <a:pt x="43002" y="9055"/>
                  </a:lnTo>
                  <a:lnTo>
                    <a:pt x="40995" y="8572"/>
                  </a:lnTo>
                  <a:lnTo>
                    <a:pt x="36118" y="8877"/>
                  </a:lnTo>
                  <a:lnTo>
                    <a:pt x="34963" y="9321"/>
                  </a:lnTo>
                  <a:lnTo>
                    <a:pt x="35204" y="7975"/>
                  </a:lnTo>
                  <a:lnTo>
                    <a:pt x="35064" y="5130"/>
                  </a:lnTo>
                  <a:lnTo>
                    <a:pt x="34937" y="2286"/>
                  </a:lnTo>
                  <a:lnTo>
                    <a:pt x="34302" y="0"/>
                  </a:lnTo>
                  <a:lnTo>
                    <a:pt x="33020" y="76"/>
                  </a:lnTo>
                  <a:lnTo>
                    <a:pt x="32613" y="2425"/>
                  </a:lnTo>
                  <a:lnTo>
                    <a:pt x="32867" y="8128"/>
                  </a:lnTo>
                  <a:lnTo>
                    <a:pt x="33210" y="9385"/>
                  </a:lnTo>
                  <a:lnTo>
                    <a:pt x="32143" y="9118"/>
                  </a:lnTo>
                  <a:lnTo>
                    <a:pt x="29705" y="9283"/>
                  </a:lnTo>
                  <a:lnTo>
                    <a:pt x="27266" y="9436"/>
                  </a:lnTo>
                  <a:lnTo>
                    <a:pt x="25311" y="10160"/>
                  </a:lnTo>
                  <a:lnTo>
                    <a:pt x="25387" y="11658"/>
                  </a:lnTo>
                  <a:lnTo>
                    <a:pt x="27393" y="12141"/>
                  </a:lnTo>
                  <a:lnTo>
                    <a:pt x="32270" y="11836"/>
                  </a:lnTo>
                  <a:lnTo>
                    <a:pt x="33362" y="11430"/>
                  </a:lnTo>
                  <a:lnTo>
                    <a:pt x="33134" y="12738"/>
                  </a:lnTo>
                  <a:lnTo>
                    <a:pt x="33274" y="15595"/>
                  </a:lnTo>
                  <a:lnTo>
                    <a:pt x="33413" y="18440"/>
                  </a:lnTo>
                  <a:lnTo>
                    <a:pt x="34023" y="20726"/>
                  </a:lnTo>
                  <a:lnTo>
                    <a:pt x="35318" y="20637"/>
                  </a:lnTo>
                  <a:lnTo>
                    <a:pt x="35725" y="18288"/>
                  </a:lnTo>
                  <a:lnTo>
                    <a:pt x="35458" y="12598"/>
                  </a:lnTo>
                  <a:lnTo>
                    <a:pt x="35102" y="11328"/>
                  </a:lnTo>
                  <a:lnTo>
                    <a:pt x="36245" y="11595"/>
                  </a:lnTo>
                  <a:lnTo>
                    <a:pt x="38684" y="11430"/>
                  </a:lnTo>
                  <a:lnTo>
                    <a:pt x="41122" y="11277"/>
                  </a:lnTo>
                  <a:lnTo>
                    <a:pt x="43078" y="10553"/>
                  </a:lnTo>
                  <a:close/>
                </a:path>
                <a:path w="68580" h="78740">
                  <a:moveTo>
                    <a:pt x="68148" y="39789"/>
                  </a:moveTo>
                  <a:lnTo>
                    <a:pt x="68072" y="38290"/>
                  </a:lnTo>
                  <a:lnTo>
                    <a:pt x="66065" y="37807"/>
                  </a:lnTo>
                  <a:lnTo>
                    <a:pt x="61175" y="38112"/>
                  </a:lnTo>
                  <a:lnTo>
                    <a:pt x="60020" y="38557"/>
                  </a:lnTo>
                  <a:lnTo>
                    <a:pt x="60261" y="37211"/>
                  </a:lnTo>
                  <a:lnTo>
                    <a:pt x="60134" y="34366"/>
                  </a:lnTo>
                  <a:lnTo>
                    <a:pt x="59994" y="31521"/>
                  </a:lnTo>
                  <a:lnTo>
                    <a:pt x="59372" y="29235"/>
                  </a:lnTo>
                  <a:lnTo>
                    <a:pt x="58089" y="29324"/>
                  </a:lnTo>
                  <a:lnTo>
                    <a:pt x="57683" y="31661"/>
                  </a:lnTo>
                  <a:lnTo>
                    <a:pt x="57937" y="37363"/>
                  </a:lnTo>
                  <a:lnTo>
                    <a:pt x="58280" y="38633"/>
                  </a:lnTo>
                  <a:lnTo>
                    <a:pt x="57213" y="38366"/>
                  </a:lnTo>
                  <a:lnTo>
                    <a:pt x="54775" y="38519"/>
                  </a:lnTo>
                  <a:lnTo>
                    <a:pt x="52336" y="38684"/>
                  </a:lnTo>
                  <a:lnTo>
                    <a:pt x="50380" y="39395"/>
                  </a:lnTo>
                  <a:lnTo>
                    <a:pt x="50457" y="40894"/>
                  </a:lnTo>
                  <a:lnTo>
                    <a:pt x="52463" y="41376"/>
                  </a:lnTo>
                  <a:lnTo>
                    <a:pt x="57340" y="41071"/>
                  </a:lnTo>
                  <a:lnTo>
                    <a:pt x="58432" y="40665"/>
                  </a:lnTo>
                  <a:lnTo>
                    <a:pt x="58204" y="41986"/>
                  </a:lnTo>
                  <a:lnTo>
                    <a:pt x="58343" y="44831"/>
                  </a:lnTo>
                  <a:lnTo>
                    <a:pt x="58470" y="47675"/>
                  </a:lnTo>
                  <a:lnTo>
                    <a:pt x="59093" y="49961"/>
                  </a:lnTo>
                  <a:lnTo>
                    <a:pt x="60375" y="49872"/>
                  </a:lnTo>
                  <a:lnTo>
                    <a:pt x="60794" y="47523"/>
                  </a:lnTo>
                  <a:lnTo>
                    <a:pt x="60528" y="41833"/>
                  </a:lnTo>
                  <a:lnTo>
                    <a:pt x="60172" y="40563"/>
                  </a:lnTo>
                  <a:lnTo>
                    <a:pt x="61302" y="40830"/>
                  </a:lnTo>
                  <a:lnTo>
                    <a:pt x="63741" y="40665"/>
                  </a:lnTo>
                  <a:lnTo>
                    <a:pt x="66179" y="40513"/>
                  </a:lnTo>
                  <a:lnTo>
                    <a:pt x="68148" y="39789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8" name="object 1708" descr=""/>
            <p:cNvSpPr/>
            <p:nvPr/>
          </p:nvSpPr>
          <p:spPr>
            <a:xfrm>
              <a:off x="12961788" y="7451985"/>
              <a:ext cx="41910" cy="88900"/>
            </a:xfrm>
            <a:custGeom>
              <a:avLst/>
              <a:gdLst/>
              <a:ahLst/>
              <a:cxnLst/>
              <a:rect l="l" t="t" r="r" b="b"/>
              <a:pathLst>
                <a:path w="41909" h="88900">
                  <a:moveTo>
                    <a:pt x="41516" y="44229"/>
                  </a:moveTo>
                  <a:lnTo>
                    <a:pt x="3601" y="88447"/>
                  </a:lnTo>
                  <a:lnTo>
                    <a:pt x="0" y="84246"/>
                  </a:lnTo>
                </a:path>
                <a:path w="41909" h="88900">
                  <a:moveTo>
                    <a:pt x="2507" y="1276"/>
                  </a:moveTo>
                  <a:lnTo>
                    <a:pt x="3601" y="0"/>
                  </a:lnTo>
                  <a:lnTo>
                    <a:pt x="41516" y="44229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9" name="object 1709" descr=""/>
            <p:cNvSpPr/>
            <p:nvPr/>
          </p:nvSpPr>
          <p:spPr>
            <a:xfrm>
              <a:off x="12962090" y="7456531"/>
              <a:ext cx="38100" cy="78740"/>
            </a:xfrm>
            <a:custGeom>
              <a:avLst/>
              <a:gdLst/>
              <a:ahLst/>
              <a:cxnLst/>
              <a:rect l="l" t="t" r="r" b="b"/>
              <a:pathLst>
                <a:path w="38100" h="78740">
                  <a:moveTo>
                    <a:pt x="12039" y="68351"/>
                  </a:moveTo>
                  <a:lnTo>
                    <a:pt x="11976" y="66852"/>
                  </a:lnTo>
                  <a:lnTo>
                    <a:pt x="9956" y="66370"/>
                  </a:lnTo>
                  <a:lnTo>
                    <a:pt x="5080" y="66675"/>
                  </a:lnTo>
                  <a:lnTo>
                    <a:pt x="3924" y="67119"/>
                  </a:lnTo>
                  <a:lnTo>
                    <a:pt x="4165" y="65773"/>
                  </a:lnTo>
                  <a:lnTo>
                    <a:pt x="4025" y="62928"/>
                  </a:lnTo>
                  <a:lnTo>
                    <a:pt x="3886" y="60071"/>
                  </a:lnTo>
                  <a:lnTo>
                    <a:pt x="3276" y="57797"/>
                  </a:lnTo>
                  <a:lnTo>
                    <a:pt x="1981" y="57873"/>
                  </a:lnTo>
                  <a:lnTo>
                    <a:pt x="1574" y="60223"/>
                  </a:lnTo>
                  <a:lnTo>
                    <a:pt x="1841" y="65913"/>
                  </a:lnTo>
                  <a:lnTo>
                    <a:pt x="2184" y="67183"/>
                  </a:lnTo>
                  <a:lnTo>
                    <a:pt x="1117" y="66916"/>
                  </a:lnTo>
                  <a:lnTo>
                    <a:pt x="76" y="66992"/>
                  </a:lnTo>
                  <a:lnTo>
                    <a:pt x="0" y="69710"/>
                  </a:lnTo>
                  <a:lnTo>
                    <a:pt x="1244" y="69634"/>
                  </a:lnTo>
                  <a:lnTo>
                    <a:pt x="2324" y="69227"/>
                  </a:lnTo>
                  <a:lnTo>
                    <a:pt x="2108" y="70535"/>
                  </a:lnTo>
                  <a:lnTo>
                    <a:pt x="2235" y="73380"/>
                  </a:lnTo>
                  <a:lnTo>
                    <a:pt x="2374" y="76238"/>
                  </a:lnTo>
                  <a:lnTo>
                    <a:pt x="2997" y="78511"/>
                  </a:lnTo>
                  <a:lnTo>
                    <a:pt x="4279" y="78435"/>
                  </a:lnTo>
                  <a:lnTo>
                    <a:pt x="4686" y="76085"/>
                  </a:lnTo>
                  <a:lnTo>
                    <a:pt x="4432" y="70396"/>
                  </a:lnTo>
                  <a:lnTo>
                    <a:pt x="4064" y="69126"/>
                  </a:lnTo>
                  <a:lnTo>
                    <a:pt x="5207" y="69380"/>
                  </a:lnTo>
                  <a:lnTo>
                    <a:pt x="7645" y="69227"/>
                  </a:lnTo>
                  <a:lnTo>
                    <a:pt x="10083" y="69075"/>
                  </a:lnTo>
                  <a:lnTo>
                    <a:pt x="12039" y="68351"/>
                  </a:lnTo>
                  <a:close/>
                </a:path>
                <a:path w="38100" h="78740">
                  <a:moveTo>
                    <a:pt x="12522" y="10553"/>
                  </a:moveTo>
                  <a:lnTo>
                    <a:pt x="12446" y="9055"/>
                  </a:lnTo>
                  <a:lnTo>
                    <a:pt x="10439" y="8572"/>
                  </a:lnTo>
                  <a:lnTo>
                    <a:pt x="5549" y="8877"/>
                  </a:lnTo>
                  <a:lnTo>
                    <a:pt x="4394" y="9321"/>
                  </a:lnTo>
                  <a:lnTo>
                    <a:pt x="4635" y="7975"/>
                  </a:lnTo>
                  <a:lnTo>
                    <a:pt x="4495" y="5130"/>
                  </a:lnTo>
                  <a:lnTo>
                    <a:pt x="4381" y="2286"/>
                  </a:lnTo>
                  <a:lnTo>
                    <a:pt x="3746" y="0"/>
                  </a:lnTo>
                  <a:lnTo>
                    <a:pt x="2463" y="76"/>
                  </a:lnTo>
                  <a:lnTo>
                    <a:pt x="2057" y="2425"/>
                  </a:lnTo>
                  <a:lnTo>
                    <a:pt x="2311" y="8128"/>
                  </a:lnTo>
                  <a:lnTo>
                    <a:pt x="2654" y="9385"/>
                  </a:lnTo>
                  <a:lnTo>
                    <a:pt x="1828" y="9182"/>
                  </a:lnTo>
                  <a:lnTo>
                    <a:pt x="1739" y="11823"/>
                  </a:lnTo>
                  <a:lnTo>
                    <a:pt x="2806" y="11430"/>
                  </a:lnTo>
                  <a:lnTo>
                    <a:pt x="2578" y="12738"/>
                  </a:lnTo>
                  <a:lnTo>
                    <a:pt x="2717" y="15595"/>
                  </a:lnTo>
                  <a:lnTo>
                    <a:pt x="2844" y="18440"/>
                  </a:lnTo>
                  <a:lnTo>
                    <a:pt x="3467" y="20726"/>
                  </a:lnTo>
                  <a:lnTo>
                    <a:pt x="4749" y="20637"/>
                  </a:lnTo>
                  <a:lnTo>
                    <a:pt x="5156" y="18288"/>
                  </a:lnTo>
                  <a:lnTo>
                    <a:pt x="4902" y="12598"/>
                  </a:lnTo>
                  <a:lnTo>
                    <a:pt x="4546" y="11328"/>
                  </a:lnTo>
                  <a:lnTo>
                    <a:pt x="5676" y="11595"/>
                  </a:lnTo>
                  <a:lnTo>
                    <a:pt x="8115" y="11430"/>
                  </a:lnTo>
                  <a:lnTo>
                    <a:pt x="10566" y="11277"/>
                  </a:lnTo>
                  <a:lnTo>
                    <a:pt x="12522" y="10553"/>
                  </a:lnTo>
                  <a:close/>
                </a:path>
                <a:path w="38100" h="78740">
                  <a:moveTo>
                    <a:pt x="37579" y="39789"/>
                  </a:moveTo>
                  <a:lnTo>
                    <a:pt x="37515" y="38290"/>
                  </a:lnTo>
                  <a:lnTo>
                    <a:pt x="35496" y="37807"/>
                  </a:lnTo>
                  <a:lnTo>
                    <a:pt x="30619" y="38112"/>
                  </a:lnTo>
                  <a:lnTo>
                    <a:pt x="29464" y="38557"/>
                  </a:lnTo>
                  <a:lnTo>
                    <a:pt x="29705" y="37211"/>
                  </a:lnTo>
                  <a:lnTo>
                    <a:pt x="29565" y="34366"/>
                  </a:lnTo>
                  <a:lnTo>
                    <a:pt x="29425" y="31521"/>
                  </a:lnTo>
                  <a:lnTo>
                    <a:pt x="28816" y="29235"/>
                  </a:lnTo>
                  <a:lnTo>
                    <a:pt x="27520" y="29324"/>
                  </a:lnTo>
                  <a:lnTo>
                    <a:pt x="27114" y="31661"/>
                  </a:lnTo>
                  <a:lnTo>
                    <a:pt x="27381" y="37363"/>
                  </a:lnTo>
                  <a:lnTo>
                    <a:pt x="27724" y="38633"/>
                  </a:lnTo>
                  <a:lnTo>
                    <a:pt x="26657" y="38366"/>
                  </a:lnTo>
                  <a:lnTo>
                    <a:pt x="24218" y="38519"/>
                  </a:lnTo>
                  <a:lnTo>
                    <a:pt x="21767" y="38684"/>
                  </a:lnTo>
                  <a:lnTo>
                    <a:pt x="19812" y="39395"/>
                  </a:lnTo>
                  <a:lnTo>
                    <a:pt x="19888" y="40894"/>
                  </a:lnTo>
                  <a:lnTo>
                    <a:pt x="21894" y="41376"/>
                  </a:lnTo>
                  <a:lnTo>
                    <a:pt x="26784" y="41071"/>
                  </a:lnTo>
                  <a:lnTo>
                    <a:pt x="27876" y="40665"/>
                  </a:lnTo>
                  <a:lnTo>
                    <a:pt x="27647" y="41986"/>
                  </a:lnTo>
                  <a:lnTo>
                    <a:pt x="27774" y="44831"/>
                  </a:lnTo>
                  <a:lnTo>
                    <a:pt x="27914" y="47675"/>
                  </a:lnTo>
                  <a:lnTo>
                    <a:pt x="28536" y="49961"/>
                  </a:lnTo>
                  <a:lnTo>
                    <a:pt x="29819" y="49872"/>
                  </a:lnTo>
                  <a:lnTo>
                    <a:pt x="30226" y="47523"/>
                  </a:lnTo>
                  <a:lnTo>
                    <a:pt x="29972" y="41833"/>
                  </a:lnTo>
                  <a:lnTo>
                    <a:pt x="29616" y="40563"/>
                  </a:lnTo>
                  <a:lnTo>
                    <a:pt x="30746" y="40830"/>
                  </a:lnTo>
                  <a:lnTo>
                    <a:pt x="33185" y="40665"/>
                  </a:lnTo>
                  <a:lnTo>
                    <a:pt x="35623" y="40513"/>
                  </a:lnTo>
                  <a:lnTo>
                    <a:pt x="37579" y="39789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0" name="object 1710" descr=""/>
            <p:cNvSpPr/>
            <p:nvPr/>
          </p:nvSpPr>
          <p:spPr>
            <a:xfrm>
              <a:off x="13042837" y="7393172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75819" y="44229"/>
                  </a:moveTo>
                  <a:lnTo>
                    <a:pt x="37904" y="88447"/>
                  </a:lnTo>
                  <a:lnTo>
                    <a:pt x="0" y="44229"/>
                  </a:lnTo>
                  <a:lnTo>
                    <a:pt x="37904" y="0"/>
                  </a:lnTo>
                  <a:lnTo>
                    <a:pt x="75819" y="44229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1" name="object 1711" descr=""/>
            <p:cNvSpPr/>
            <p:nvPr/>
          </p:nvSpPr>
          <p:spPr>
            <a:xfrm>
              <a:off x="13046888" y="7397718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382"/>
                  </a:moveTo>
                  <a:lnTo>
                    <a:pt x="17691" y="37884"/>
                  </a:lnTo>
                  <a:lnTo>
                    <a:pt x="15684" y="37401"/>
                  </a:lnTo>
                  <a:lnTo>
                    <a:pt x="10795" y="37706"/>
                  </a:lnTo>
                  <a:lnTo>
                    <a:pt x="9639" y="38150"/>
                  </a:lnTo>
                  <a:lnTo>
                    <a:pt x="9880" y="36804"/>
                  </a:lnTo>
                  <a:lnTo>
                    <a:pt x="9753" y="33959"/>
                  </a:lnTo>
                  <a:lnTo>
                    <a:pt x="9613" y="31102"/>
                  </a:lnTo>
                  <a:lnTo>
                    <a:pt x="8991" y="28829"/>
                  </a:lnTo>
                  <a:lnTo>
                    <a:pt x="7708" y="28905"/>
                  </a:lnTo>
                  <a:lnTo>
                    <a:pt x="7302" y="31254"/>
                  </a:lnTo>
                  <a:lnTo>
                    <a:pt x="7556" y="36957"/>
                  </a:lnTo>
                  <a:lnTo>
                    <a:pt x="7899" y="38214"/>
                  </a:lnTo>
                  <a:lnTo>
                    <a:pt x="6832" y="37947"/>
                  </a:lnTo>
                  <a:lnTo>
                    <a:pt x="4394" y="38112"/>
                  </a:lnTo>
                  <a:lnTo>
                    <a:pt x="1955" y="38265"/>
                  </a:lnTo>
                  <a:lnTo>
                    <a:pt x="0" y="38989"/>
                  </a:lnTo>
                  <a:lnTo>
                    <a:pt x="76" y="40487"/>
                  </a:lnTo>
                  <a:lnTo>
                    <a:pt x="2082" y="40970"/>
                  </a:lnTo>
                  <a:lnTo>
                    <a:pt x="6959" y="40665"/>
                  </a:lnTo>
                  <a:lnTo>
                    <a:pt x="8051" y="40259"/>
                  </a:lnTo>
                  <a:lnTo>
                    <a:pt x="7823" y="41567"/>
                  </a:lnTo>
                  <a:lnTo>
                    <a:pt x="7962" y="44411"/>
                  </a:lnTo>
                  <a:lnTo>
                    <a:pt x="8089" y="47269"/>
                  </a:lnTo>
                  <a:lnTo>
                    <a:pt x="8712" y="49542"/>
                  </a:lnTo>
                  <a:lnTo>
                    <a:pt x="9994" y="49466"/>
                  </a:lnTo>
                  <a:lnTo>
                    <a:pt x="10414" y="47117"/>
                  </a:lnTo>
                  <a:lnTo>
                    <a:pt x="10147" y="41427"/>
                  </a:lnTo>
                  <a:lnTo>
                    <a:pt x="9791" y="40144"/>
                  </a:lnTo>
                  <a:lnTo>
                    <a:pt x="10922" y="40411"/>
                  </a:lnTo>
                  <a:lnTo>
                    <a:pt x="13360" y="40259"/>
                  </a:lnTo>
                  <a:lnTo>
                    <a:pt x="15811" y="40106"/>
                  </a:lnTo>
                  <a:lnTo>
                    <a:pt x="17767" y="39382"/>
                  </a:lnTo>
                  <a:close/>
                </a:path>
                <a:path w="68580" h="78740">
                  <a:moveTo>
                    <a:pt x="42595" y="68351"/>
                  </a:moveTo>
                  <a:lnTo>
                    <a:pt x="42519" y="66852"/>
                  </a:lnTo>
                  <a:lnTo>
                    <a:pt x="40513" y="66370"/>
                  </a:lnTo>
                  <a:lnTo>
                    <a:pt x="35636" y="66675"/>
                  </a:lnTo>
                  <a:lnTo>
                    <a:pt x="34480" y="67119"/>
                  </a:lnTo>
                  <a:lnTo>
                    <a:pt x="34721" y="65773"/>
                  </a:lnTo>
                  <a:lnTo>
                    <a:pt x="34582" y="62928"/>
                  </a:lnTo>
                  <a:lnTo>
                    <a:pt x="34455" y="60071"/>
                  </a:lnTo>
                  <a:lnTo>
                    <a:pt x="33832" y="57797"/>
                  </a:lnTo>
                  <a:lnTo>
                    <a:pt x="32537" y="57873"/>
                  </a:lnTo>
                  <a:lnTo>
                    <a:pt x="32131" y="60223"/>
                  </a:lnTo>
                  <a:lnTo>
                    <a:pt x="32397" y="65913"/>
                  </a:lnTo>
                  <a:lnTo>
                    <a:pt x="32740" y="67183"/>
                  </a:lnTo>
                  <a:lnTo>
                    <a:pt x="31673" y="66916"/>
                  </a:lnTo>
                  <a:lnTo>
                    <a:pt x="29222" y="67081"/>
                  </a:lnTo>
                  <a:lnTo>
                    <a:pt x="26784" y="67233"/>
                  </a:lnTo>
                  <a:lnTo>
                    <a:pt x="24828" y="67957"/>
                  </a:lnTo>
                  <a:lnTo>
                    <a:pt x="24904" y="69456"/>
                  </a:lnTo>
                  <a:lnTo>
                    <a:pt x="26911" y="69938"/>
                  </a:lnTo>
                  <a:lnTo>
                    <a:pt x="31788" y="69634"/>
                  </a:lnTo>
                  <a:lnTo>
                    <a:pt x="32880" y="69227"/>
                  </a:lnTo>
                  <a:lnTo>
                    <a:pt x="32651" y="70535"/>
                  </a:lnTo>
                  <a:lnTo>
                    <a:pt x="32791" y="73380"/>
                  </a:lnTo>
                  <a:lnTo>
                    <a:pt x="32931" y="76238"/>
                  </a:lnTo>
                  <a:lnTo>
                    <a:pt x="33540" y="78511"/>
                  </a:lnTo>
                  <a:lnTo>
                    <a:pt x="34836" y="78435"/>
                  </a:lnTo>
                  <a:lnTo>
                    <a:pt x="35242" y="76085"/>
                  </a:lnTo>
                  <a:lnTo>
                    <a:pt x="34975" y="70396"/>
                  </a:lnTo>
                  <a:lnTo>
                    <a:pt x="34620" y="69113"/>
                  </a:lnTo>
                  <a:lnTo>
                    <a:pt x="35763" y="69380"/>
                  </a:lnTo>
                  <a:lnTo>
                    <a:pt x="38201" y="69227"/>
                  </a:lnTo>
                  <a:lnTo>
                    <a:pt x="40640" y="69075"/>
                  </a:lnTo>
                  <a:lnTo>
                    <a:pt x="42595" y="68351"/>
                  </a:lnTo>
                  <a:close/>
                </a:path>
                <a:path w="68580" h="78740">
                  <a:moveTo>
                    <a:pt x="43065" y="10553"/>
                  </a:moveTo>
                  <a:lnTo>
                    <a:pt x="43002" y="9055"/>
                  </a:lnTo>
                  <a:lnTo>
                    <a:pt x="40982" y="8572"/>
                  </a:lnTo>
                  <a:lnTo>
                    <a:pt x="36106" y="8877"/>
                  </a:lnTo>
                  <a:lnTo>
                    <a:pt x="34937" y="9321"/>
                  </a:lnTo>
                  <a:lnTo>
                    <a:pt x="35179" y="7975"/>
                  </a:lnTo>
                  <a:lnTo>
                    <a:pt x="35052" y="5130"/>
                  </a:lnTo>
                  <a:lnTo>
                    <a:pt x="34925" y="2286"/>
                  </a:lnTo>
                  <a:lnTo>
                    <a:pt x="34302" y="0"/>
                  </a:lnTo>
                  <a:lnTo>
                    <a:pt x="33020" y="76"/>
                  </a:lnTo>
                  <a:lnTo>
                    <a:pt x="32600" y="2425"/>
                  </a:lnTo>
                  <a:lnTo>
                    <a:pt x="32867" y="8128"/>
                  </a:lnTo>
                  <a:lnTo>
                    <a:pt x="33210" y="9385"/>
                  </a:lnTo>
                  <a:lnTo>
                    <a:pt x="32143" y="9131"/>
                  </a:lnTo>
                  <a:lnTo>
                    <a:pt x="29705" y="9283"/>
                  </a:lnTo>
                  <a:lnTo>
                    <a:pt x="27266" y="9436"/>
                  </a:lnTo>
                  <a:lnTo>
                    <a:pt x="25298" y="10160"/>
                  </a:lnTo>
                  <a:lnTo>
                    <a:pt x="25374" y="11658"/>
                  </a:lnTo>
                  <a:lnTo>
                    <a:pt x="27393" y="12141"/>
                  </a:lnTo>
                  <a:lnTo>
                    <a:pt x="32270" y="11836"/>
                  </a:lnTo>
                  <a:lnTo>
                    <a:pt x="33362" y="11430"/>
                  </a:lnTo>
                  <a:lnTo>
                    <a:pt x="33134" y="12738"/>
                  </a:lnTo>
                  <a:lnTo>
                    <a:pt x="33261" y="15595"/>
                  </a:lnTo>
                  <a:lnTo>
                    <a:pt x="33401" y="18440"/>
                  </a:lnTo>
                  <a:lnTo>
                    <a:pt x="34023" y="20726"/>
                  </a:lnTo>
                  <a:lnTo>
                    <a:pt x="35306" y="20637"/>
                  </a:lnTo>
                  <a:lnTo>
                    <a:pt x="35712" y="18288"/>
                  </a:lnTo>
                  <a:lnTo>
                    <a:pt x="35458" y="12598"/>
                  </a:lnTo>
                  <a:lnTo>
                    <a:pt x="35102" y="11328"/>
                  </a:lnTo>
                  <a:lnTo>
                    <a:pt x="36233" y="11595"/>
                  </a:lnTo>
                  <a:lnTo>
                    <a:pt x="38671" y="11430"/>
                  </a:lnTo>
                  <a:lnTo>
                    <a:pt x="41109" y="11277"/>
                  </a:lnTo>
                  <a:lnTo>
                    <a:pt x="43065" y="10553"/>
                  </a:lnTo>
                  <a:close/>
                </a:path>
                <a:path w="68580" h="78740">
                  <a:moveTo>
                    <a:pt x="68135" y="39789"/>
                  </a:moveTo>
                  <a:lnTo>
                    <a:pt x="68059" y="38290"/>
                  </a:lnTo>
                  <a:lnTo>
                    <a:pt x="66052" y="37807"/>
                  </a:lnTo>
                  <a:lnTo>
                    <a:pt x="61175" y="38112"/>
                  </a:lnTo>
                  <a:lnTo>
                    <a:pt x="60020" y="38557"/>
                  </a:lnTo>
                  <a:lnTo>
                    <a:pt x="60261" y="37211"/>
                  </a:lnTo>
                  <a:lnTo>
                    <a:pt x="60121" y="34366"/>
                  </a:lnTo>
                  <a:lnTo>
                    <a:pt x="59982" y="31521"/>
                  </a:lnTo>
                  <a:lnTo>
                    <a:pt x="59372" y="29235"/>
                  </a:lnTo>
                  <a:lnTo>
                    <a:pt x="58077" y="29324"/>
                  </a:lnTo>
                  <a:lnTo>
                    <a:pt x="57670" y="31661"/>
                  </a:lnTo>
                  <a:lnTo>
                    <a:pt x="57937" y="37363"/>
                  </a:lnTo>
                  <a:lnTo>
                    <a:pt x="58280" y="38633"/>
                  </a:lnTo>
                  <a:lnTo>
                    <a:pt x="57213" y="38366"/>
                  </a:lnTo>
                  <a:lnTo>
                    <a:pt x="54762" y="38519"/>
                  </a:lnTo>
                  <a:lnTo>
                    <a:pt x="52324" y="38684"/>
                  </a:lnTo>
                  <a:lnTo>
                    <a:pt x="50368" y="39395"/>
                  </a:lnTo>
                  <a:lnTo>
                    <a:pt x="50444" y="40894"/>
                  </a:lnTo>
                  <a:lnTo>
                    <a:pt x="52451" y="41376"/>
                  </a:lnTo>
                  <a:lnTo>
                    <a:pt x="57327" y="41071"/>
                  </a:lnTo>
                  <a:lnTo>
                    <a:pt x="58420" y="40678"/>
                  </a:lnTo>
                  <a:lnTo>
                    <a:pt x="58191" y="41986"/>
                  </a:lnTo>
                  <a:lnTo>
                    <a:pt x="58331" y="44831"/>
                  </a:lnTo>
                  <a:lnTo>
                    <a:pt x="58470" y="47675"/>
                  </a:lnTo>
                  <a:lnTo>
                    <a:pt x="59093" y="49961"/>
                  </a:lnTo>
                  <a:lnTo>
                    <a:pt x="60375" y="49872"/>
                  </a:lnTo>
                  <a:lnTo>
                    <a:pt x="60782" y="47536"/>
                  </a:lnTo>
                  <a:lnTo>
                    <a:pt x="60515" y="41833"/>
                  </a:lnTo>
                  <a:lnTo>
                    <a:pt x="60159" y="40563"/>
                  </a:lnTo>
                  <a:lnTo>
                    <a:pt x="61302" y="40830"/>
                  </a:lnTo>
                  <a:lnTo>
                    <a:pt x="63741" y="40665"/>
                  </a:lnTo>
                  <a:lnTo>
                    <a:pt x="66179" y="40513"/>
                  </a:lnTo>
                  <a:lnTo>
                    <a:pt x="68135" y="39789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2" name="object 1712" descr=""/>
            <p:cNvSpPr/>
            <p:nvPr/>
          </p:nvSpPr>
          <p:spPr>
            <a:xfrm>
              <a:off x="13119848" y="7393172"/>
              <a:ext cx="54610" cy="88900"/>
            </a:xfrm>
            <a:custGeom>
              <a:avLst/>
              <a:gdLst/>
              <a:ahLst/>
              <a:cxnLst/>
              <a:rect l="l" t="t" r="r" b="b"/>
              <a:pathLst>
                <a:path w="54609" h="88900">
                  <a:moveTo>
                    <a:pt x="54022" y="69650"/>
                  </a:moveTo>
                  <a:lnTo>
                    <a:pt x="37904" y="88447"/>
                  </a:lnTo>
                  <a:lnTo>
                    <a:pt x="0" y="44229"/>
                  </a:lnTo>
                  <a:lnTo>
                    <a:pt x="37904" y="0"/>
                  </a:lnTo>
                  <a:lnTo>
                    <a:pt x="54022" y="18801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3" name="object 1713" descr=""/>
            <p:cNvSpPr/>
            <p:nvPr/>
          </p:nvSpPr>
          <p:spPr>
            <a:xfrm>
              <a:off x="13123901" y="7397718"/>
              <a:ext cx="43180" cy="78740"/>
            </a:xfrm>
            <a:custGeom>
              <a:avLst/>
              <a:gdLst/>
              <a:ahLst/>
              <a:cxnLst/>
              <a:rect l="l" t="t" r="r" b="b"/>
              <a:pathLst>
                <a:path w="43180" h="78740">
                  <a:moveTo>
                    <a:pt x="17767" y="39382"/>
                  </a:moveTo>
                  <a:lnTo>
                    <a:pt x="17691" y="37884"/>
                  </a:lnTo>
                  <a:lnTo>
                    <a:pt x="15684" y="37401"/>
                  </a:lnTo>
                  <a:lnTo>
                    <a:pt x="10795" y="37706"/>
                  </a:lnTo>
                  <a:lnTo>
                    <a:pt x="9639" y="38150"/>
                  </a:lnTo>
                  <a:lnTo>
                    <a:pt x="9880" y="36804"/>
                  </a:lnTo>
                  <a:lnTo>
                    <a:pt x="9753" y="33959"/>
                  </a:lnTo>
                  <a:lnTo>
                    <a:pt x="9613" y="31102"/>
                  </a:lnTo>
                  <a:lnTo>
                    <a:pt x="8991" y="28829"/>
                  </a:lnTo>
                  <a:lnTo>
                    <a:pt x="7708" y="28905"/>
                  </a:lnTo>
                  <a:lnTo>
                    <a:pt x="7302" y="31254"/>
                  </a:lnTo>
                  <a:lnTo>
                    <a:pt x="7556" y="36957"/>
                  </a:lnTo>
                  <a:lnTo>
                    <a:pt x="7899" y="38214"/>
                  </a:lnTo>
                  <a:lnTo>
                    <a:pt x="6832" y="37947"/>
                  </a:lnTo>
                  <a:lnTo>
                    <a:pt x="4394" y="38112"/>
                  </a:lnTo>
                  <a:lnTo>
                    <a:pt x="1955" y="38265"/>
                  </a:lnTo>
                  <a:lnTo>
                    <a:pt x="0" y="38989"/>
                  </a:lnTo>
                  <a:lnTo>
                    <a:pt x="76" y="40487"/>
                  </a:lnTo>
                  <a:lnTo>
                    <a:pt x="2082" y="40970"/>
                  </a:lnTo>
                  <a:lnTo>
                    <a:pt x="6959" y="40665"/>
                  </a:lnTo>
                  <a:lnTo>
                    <a:pt x="8051" y="40259"/>
                  </a:lnTo>
                  <a:lnTo>
                    <a:pt x="7823" y="41567"/>
                  </a:lnTo>
                  <a:lnTo>
                    <a:pt x="7962" y="44411"/>
                  </a:lnTo>
                  <a:lnTo>
                    <a:pt x="8089" y="47269"/>
                  </a:lnTo>
                  <a:lnTo>
                    <a:pt x="8712" y="49542"/>
                  </a:lnTo>
                  <a:lnTo>
                    <a:pt x="9994" y="49466"/>
                  </a:lnTo>
                  <a:lnTo>
                    <a:pt x="10414" y="47117"/>
                  </a:lnTo>
                  <a:lnTo>
                    <a:pt x="10147" y="41427"/>
                  </a:lnTo>
                  <a:lnTo>
                    <a:pt x="9779" y="40144"/>
                  </a:lnTo>
                  <a:lnTo>
                    <a:pt x="10922" y="40411"/>
                  </a:lnTo>
                  <a:lnTo>
                    <a:pt x="13360" y="40259"/>
                  </a:lnTo>
                  <a:lnTo>
                    <a:pt x="15798" y="40106"/>
                  </a:lnTo>
                  <a:lnTo>
                    <a:pt x="17767" y="39382"/>
                  </a:lnTo>
                  <a:close/>
                </a:path>
                <a:path w="43180" h="78740">
                  <a:moveTo>
                    <a:pt x="42595" y="68351"/>
                  </a:moveTo>
                  <a:lnTo>
                    <a:pt x="42519" y="66852"/>
                  </a:lnTo>
                  <a:lnTo>
                    <a:pt x="40513" y="66370"/>
                  </a:lnTo>
                  <a:lnTo>
                    <a:pt x="35636" y="66675"/>
                  </a:lnTo>
                  <a:lnTo>
                    <a:pt x="34480" y="67119"/>
                  </a:lnTo>
                  <a:lnTo>
                    <a:pt x="34721" y="65773"/>
                  </a:lnTo>
                  <a:lnTo>
                    <a:pt x="34582" y="62928"/>
                  </a:lnTo>
                  <a:lnTo>
                    <a:pt x="34442" y="60071"/>
                  </a:lnTo>
                  <a:lnTo>
                    <a:pt x="33832" y="57797"/>
                  </a:lnTo>
                  <a:lnTo>
                    <a:pt x="32537" y="57873"/>
                  </a:lnTo>
                  <a:lnTo>
                    <a:pt x="32131" y="60223"/>
                  </a:lnTo>
                  <a:lnTo>
                    <a:pt x="32397" y="65913"/>
                  </a:lnTo>
                  <a:lnTo>
                    <a:pt x="32740" y="67183"/>
                  </a:lnTo>
                  <a:lnTo>
                    <a:pt x="31673" y="66916"/>
                  </a:lnTo>
                  <a:lnTo>
                    <a:pt x="29222" y="67081"/>
                  </a:lnTo>
                  <a:lnTo>
                    <a:pt x="26784" y="67233"/>
                  </a:lnTo>
                  <a:lnTo>
                    <a:pt x="24828" y="67957"/>
                  </a:lnTo>
                  <a:lnTo>
                    <a:pt x="24904" y="69456"/>
                  </a:lnTo>
                  <a:lnTo>
                    <a:pt x="26911" y="69938"/>
                  </a:lnTo>
                  <a:lnTo>
                    <a:pt x="31788" y="69634"/>
                  </a:lnTo>
                  <a:lnTo>
                    <a:pt x="32880" y="69227"/>
                  </a:lnTo>
                  <a:lnTo>
                    <a:pt x="32651" y="70535"/>
                  </a:lnTo>
                  <a:lnTo>
                    <a:pt x="32791" y="73380"/>
                  </a:lnTo>
                  <a:lnTo>
                    <a:pt x="32931" y="76238"/>
                  </a:lnTo>
                  <a:lnTo>
                    <a:pt x="33540" y="78511"/>
                  </a:lnTo>
                  <a:lnTo>
                    <a:pt x="34836" y="78435"/>
                  </a:lnTo>
                  <a:lnTo>
                    <a:pt x="35242" y="76085"/>
                  </a:lnTo>
                  <a:lnTo>
                    <a:pt x="34975" y="70396"/>
                  </a:lnTo>
                  <a:lnTo>
                    <a:pt x="34620" y="69113"/>
                  </a:lnTo>
                  <a:lnTo>
                    <a:pt x="35763" y="69380"/>
                  </a:lnTo>
                  <a:lnTo>
                    <a:pt x="38201" y="69227"/>
                  </a:lnTo>
                  <a:lnTo>
                    <a:pt x="40640" y="69075"/>
                  </a:lnTo>
                  <a:lnTo>
                    <a:pt x="42595" y="68351"/>
                  </a:lnTo>
                  <a:close/>
                </a:path>
                <a:path w="43180" h="78740">
                  <a:moveTo>
                    <a:pt x="43065" y="10553"/>
                  </a:moveTo>
                  <a:lnTo>
                    <a:pt x="43002" y="9055"/>
                  </a:lnTo>
                  <a:lnTo>
                    <a:pt x="40982" y="8572"/>
                  </a:lnTo>
                  <a:lnTo>
                    <a:pt x="36106" y="8877"/>
                  </a:lnTo>
                  <a:lnTo>
                    <a:pt x="34950" y="9321"/>
                  </a:lnTo>
                  <a:lnTo>
                    <a:pt x="35191" y="7975"/>
                  </a:lnTo>
                  <a:lnTo>
                    <a:pt x="35052" y="5130"/>
                  </a:lnTo>
                  <a:lnTo>
                    <a:pt x="34925" y="2286"/>
                  </a:lnTo>
                  <a:lnTo>
                    <a:pt x="34302" y="0"/>
                  </a:lnTo>
                  <a:lnTo>
                    <a:pt x="33020" y="76"/>
                  </a:lnTo>
                  <a:lnTo>
                    <a:pt x="32600" y="2425"/>
                  </a:lnTo>
                  <a:lnTo>
                    <a:pt x="32867" y="8128"/>
                  </a:lnTo>
                  <a:lnTo>
                    <a:pt x="33210" y="9385"/>
                  </a:lnTo>
                  <a:lnTo>
                    <a:pt x="32143" y="9131"/>
                  </a:lnTo>
                  <a:lnTo>
                    <a:pt x="29705" y="9283"/>
                  </a:lnTo>
                  <a:lnTo>
                    <a:pt x="27266" y="9436"/>
                  </a:lnTo>
                  <a:lnTo>
                    <a:pt x="25298" y="10160"/>
                  </a:lnTo>
                  <a:lnTo>
                    <a:pt x="25374" y="11658"/>
                  </a:lnTo>
                  <a:lnTo>
                    <a:pt x="27393" y="12141"/>
                  </a:lnTo>
                  <a:lnTo>
                    <a:pt x="32270" y="11836"/>
                  </a:lnTo>
                  <a:lnTo>
                    <a:pt x="33362" y="11430"/>
                  </a:lnTo>
                  <a:lnTo>
                    <a:pt x="33134" y="12738"/>
                  </a:lnTo>
                  <a:lnTo>
                    <a:pt x="33261" y="15595"/>
                  </a:lnTo>
                  <a:lnTo>
                    <a:pt x="33388" y="18440"/>
                  </a:lnTo>
                  <a:lnTo>
                    <a:pt x="34023" y="20726"/>
                  </a:lnTo>
                  <a:lnTo>
                    <a:pt x="35306" y="20637"/>
                  </a:lnTo>
                  <a:lnTo>
                    <a:pt x="35712" y="18288"/>
                  </a:lnTo>
                  <a:lnTo>
                    <a:pt x="35458" y="12598"/>
                  </a:lnTo>
                  <a:lnTo>
                    <a:pt x="35102" y="11328"/>
                  </a:lnTo>
                  <a:lnTo>
                    <a:pt x="36233" y="11595"/>
                  </a:lnTo>
                  <a:lnTo>
                    <a:pt x="38671" y="11430"/>
                  </a:lnTo>
                  <a:lnTo>
                    <a:pt x="41109" y="11277"/>
                  </a:lnTo>
                  <a:lnTo>
                    <a:pt x="43065" y="10553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4" name="object 1714" descr=""/>
            <p:cNvSpPr/>
            <p:nvPr/>
          </p:nvSpPr>
          <p:spPr>
            <a:xfrm>
              <a:off x="12965824" y="7511578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75819" y="44218"/>
                  </a:moveTo>
                  <a:lnTo>
                    <a:pt x="37904" y="88437"/>
                  </a:lnTo>
                  <a:lnTo>
                    <a:pt x="0" y="44218"/>
                  </a:lnTo>
                  <a:lnTo>
                    <a:pt x="37904" y="0"/>
                  </a:lnTo>
                  <a:lnTo>
                    <a:pt x="75819" y="4421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5" name="object 1715" descr=""/>
            <p:cNvSpPr/>
            <p:nvPr/>
          </p:nvSpPr>
          <p:spPr>
            <a:xfrm>
              <a:off x="12969875" y="7516107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382"/>
                  </a:moveTo>
                  <a:lnTo>
                    <a:pt x="17691" y="37884"/>
                  </a:lnTo>
                  <a:lnTo>
                    <a:pt x="15684" y="37414"/>
                  </a:lnTo>
                  <a:lnTo>
                    <a:pt x="10795" y="37706"/>
                  </a:lnTo>
                  <a:lnTo>
                    <a:pt x="9639" y="38150"/>
                  </a:lnTo>
                  <a:lnTo>
                    <a:pt x="9880" y="36817"/>
                  </a:lnTo>
                  <a:lnTo>
                    <a:pt x="9753" y="33959"/>
                  </a:lnTo>
                  <a:lnTo>
                    <a:pt x="9613" y="31115"/>
                  </a:lnTo>
                  <a:lnTo>
                    <a:pt x="8991" y="28829"/>
                  </a:lnTo>
                  <a:lnTo>
                    <a:pt x="7708" y="28917"/>
                  </a:lnTo>
                  <a:lnTo>
                    <a:pt x="7302" y="31267"/>
                  </a:lnTo>
                  <a:lnTo>
                    <a:pt x="7556" y="36957"/>
                  </a:lnTo>
                  <a:lnTo>
                    <a:pt x="7899" y="38227"/>
                  </a:lnTo>
                  <a:lnTo>
                    <a:pt x="6832" y="37960"/>
                  </a:lnTo>
                  <a:lnTo>
                    <a:pt x="4394" y="38112"/>
                  </a:lnTo>
                  <a:lnTo>
                    <a:pt x="1955" y="38277"/>
                  </a:lnTo>
                  <a:lnTo>
                    <a:pt x="0" y="39001"/>
                  </a:lnTo>
                  <a:lnTo>
                    <a:pt x="76" y="40487"/>
                  </a:lnTo>
                  <a:lnTo>
                    <a:pt x="2082" y="40970"/>
                  </a:lnTo>
                  <a:lnTo>
                    <a:pt x="6959" y="40678"/>
                  </a:lnTo>
                  <a:lnTo>
                    <a:pt x="8051" y="40271"/>
                  </a:lnTo>
                  <a:lnTo>
                    <a:pt x="7823" y="41579"/>
                  </a:lnTo>
                  <a:lnTo>
                    <a:pt x="7962" y="44424"/>
                  </a:lnTo>
                  <a:lnTo>
                    <a:pt x="8089" y="47269"/>
                  </a:lnTo>
                  <a:lnTo>
                    <a:pt x="8712" y="49555"/>
                  </a:lnTo>
                  <a:lnTo>
                    <a:pt x="9994" y="49466"/>
                  </a:lnTo>
                  <a:lnTo>
                    <a:pt x="10414" y="47129"/>
                  </a:lnTo>
                  <a:lnTo>
                    <a:pt x="10147" y="41427"/>
                  </a:lnTo>
                  <a:lnTo>
                    <a:pt x="9791" y="40157"/>
                  </a:lnTo>
                  <a:lnTo>
                    <a:pt x="10922" y="40424"/>
                  </a:lnTo>
                  <a:lnTo>
                    <a:pt x="13360" y="40271"/>
                  </a:lnTo>
                  <a:lnTo>
                    <a:pt x="15811" y="40106"/>
                  </a:lnTo>
                  <a:lnTo>
                    <a:pt x="17767" y="39382"/>
                  </a:lnTo>
                  <a:close/>
                </a:path>
                <a:path w="68580" h="78740">
                  <a:moveTo>
                    <a:pt x="42595" y="68351"/>
                  </a:moveTo>
                  <a:lnTo>
                    <a:pt x="42519" y="66852"/>
                  </a:lnTo>
                  <a:lnTo>
                    <a:pt x="40513" y="66370"/>
                  </a:lnTo>
                  <a:lnTo>
                    <a:pt x="35636" y="66675"/>
                  </a:lnTo>
                  <a:lnTo>
                    <a:pt x="34480" y="67119"/>
                  </a:lnTo>
                  <a:lnTo>
                    <a:pt x="34721" y="65773"/>
                  </a:lnTo>
                  <a:lnTo>
                    <a:pt x="34582" y="62928"/>
                  </a:lnTo>
                  <a:lnTo>
                    <a:pt x="34442" y="60083"/>
                  </a:lnTo>
                  <a:lnTo>
                    <a:pt x="33832" y="57797"/>
                  </a:lnTo>
                  <a:lnTo>
                    <a:pt x="32537" y="57886"/>
                  </a:lnTo>
                  <a:lnTo>
                    <a:pt x="32131" y="60223"/>
                  </a:lnTo>
                  <a:lnTo>
                    <a:pt x="32397" y="65925"/>
                  </a:lnTo>
                  <a:lnTo>
                    <a:pt x="32740" y="67195"/>
                  </a:lnTo>
                  <a:lnTo>
                    <a:pt x="31673" y="66929"/>
                  </a:lnTo>
                  <a:lnTo>
                    <a:pt x="29222" y="67081"/>
                  </a:lnTo>
                  <a:lnTo>
                    <a:pt x="26784" y="67246"/>
                  </a:lnTo>
                  <a:lnTo>
                    <a:pt x="24828" y="67970"/>
                  </a:lnTo>
                  <a:lnTo>
                    <a:pt x="24904" y="69456"/>
                  </a:lnTo>
                  <a:lnTo>
                    <a:pt x="26911" y="69938"/>
                  </a:lnTo>
                  <a:lnTo>
                    <a:pt x="31788" y="69634"/>
                  </a:lnTo>
                  <a:lnTo>
                    <a:pt x="32880" y="69240"/>
                  </a:lnTo>
                  <a:lnTo>
                    <a:pt x="32651" y="70548"/>
                  </a:lnTo>
                  <a:lnTo>
                    <a:pt x="32791" y="73393"/>
                  </a:lnTo>
                  <a:lnTo>
                    <a:pt x="32918" y="76238"/>
                  </a:lnTo>
                  <a:lnTo>
                    <a:pt x="33540" y="78524"/>
                  </a:lnTo>
                  <a:lnTo>
                    <a:pt x="34836" y="78435"/>
                  </a:lnTo>
                  <a:lnTo>
                    <a:pt x="35242" y="76098"/>
                  </a:lnTo>
                  <a:lnTo>
                    <a:pt x="34975" y="70396"/>
                  </a:lnTo>
                  <a:lnTo>
                    <a:pt x="34620" y="69126"/>
                  </a:lnTo>
                  <a:lnTo>
                    <a:pt x="35763" y="69392"/>
                  </a:lnTo>
                  <a:lnTo>
                    <a:pt x="38201" y="69240"/>
                  </a:lnTo>
                  <a:lnTo>
                    <a:pt x="40640" y="69075"/>
                  </a:lnTo>
                  <a:lnTo>
                    <a:pt x="42595" y="68351"/>
                  </a:lnTo>
                  <a:close/>
                </a:path>
                <a:path w="68580" h="78740">
                  <a:moveTo>
                    <a:pt x="43078" y="10553"/>
                  </a:moveTo>
                  <a:lnTo>
                    <a:pt x="43002" y="9067"/>
                  </a:lnTo>
                  <a:lnTo>
                    <a:pt x="40982" y="8585"/>
                  </a:lnTo>
                  <a:lnTo>
                    <a:pt x="36106" y="8890"/>
                  </a:lnTo>
                  <a:lnTo>
                    <a:pt x="34950" y="9321"/>
                  </a:lnTo>
                  <a:lnTo>
                    <a:pt x="35191" y="7988"/>
                  </a:lnTo>
                  <a:lnTo>
                    <a:pt x="35052" y="5130"/>
                  </a:lnTo>
                  <a:lnTo>
                    <a:pt x="34925" y="2286"/>
                  </a:lnTo>
                  <a:lnTo>
                    <a:pt x="34302" y="0"/>
                  </a:lnTo>
                  <a:lnTo>
                    <a:pt x="33020" y="88"/>
                  </a:lnTo>
                  <a:lnTo>
                    <a:pt x="32600" y="2438"/>
                  </a:lnTo>
                  <a:lnTo>
                    <a:pt x="32867" y="8128"/>
                  </a:lnTo>
                  <a:lnTo>
                    <a:pt x="33210" y="9398"/>
                  </a:lnTo>
                  <a:lnTo>
                    <a:pt x="32143" y="9131"/>
                  </a:lnTo>
                  <a:lnTo>
                    <a:pt x="29705" y="9283"/>
                  </a:lnTo>
                  <a:lnTo>
                    <a:pt x="27266" y="9448"/>
                  </a:lnTo>
                  <a:lnTo>
                    <a:pt x="25298" y="10172"/>
                  </a:lnTo>
                  <a:lnTo>
                    <a:pt x="25374" y="11671"/>
                  </a:lnTo>
                  <a:lnTo>
                    <a:pt x="27393" y="12153"/>
                  </a:lnTo>
                  <a:lnTo>
                    <a:pt x="32270" y="11849"/>
                  </a:lnTo>
                  <a:lnTo>
                    <a:pt x="33362" y="11442"/>
                  </a:lnTo>
                  <a:lnTo>
                    <a:pt x="33134" y="12750"/>
                  </a:lnTo>
                  <a:lnTo>
                    <a:pt x="33261" y="15595"/>
                  </a:lnTo>
                  <a:lnTo>
                    <a:pt x="33388" y="18440"/>
                  </a:lnTo>
                  <a:lnTo>
                    <a:pt x="34023" y="20726"/>
                  </a:lnTo>
                  <a:lnTo>
                    <a:pt x="35306" y="20637"/>
                  </a:lnTo>
                  <a:lnTo>
                    <a:pt x="35712" y="18300"/>
                  </a:lnTo>
                  <a:lnTo>
                    <a:pt x="35458" y="12598"/>
                  </a:lnTo>
                  <a:lnTo>
                    <a:pt x="35090" y="11328"/>
                  </a:lnTo>
                  <a:lnTo>
                    <a:pt x="36233" y="11595"/>
                  </a:lnTo>
                  <a:lnTo>
                    <a:pt x="38671" y="11442"/>
                  </a:lnTo>
                  <a:lnTo>
                    <a:pt x="41109" y="11277"/>
                  </a:lnTo>
                  <a:lnTo>
                    <a:pt x="43078" y="10553"/>
                  </a:lnTo>
                  <a:close/>
                </a:path>
                <a:path w="68580" h="78740">
                  <a:moveTo>
                    <a:pt x="68135" y="39801"/>
                  </a:moveTo>
                  <a:lnTo>
                    <a:pt x="68059" y="38303"/>
                  </a:lnTo>
                  <a:lnTo>
                    <a:pt x="66052" y="37820"/>
                  </a:lnTo>
                  <a:lnTo>
                    <a:pt x="61175" y="38125"/>
                  </a:lnTo>
                  <a:lnTo>
                    <a:pt x="60020" y="38569"/>
                  </a:lnTo>
                  <a:lnTo>
                    <a:pt x="60261" y="37223"/>
                  </a:lnTo>
                  <a:lnTo>
                    <a:pt x="60121" y="34378"/>
                  </a:lnTo>
                  <a:lnTo>
                    <a:pt x="59994" y="31521"/>
                  </a:lnTo>
                  <a:lnTo>
                    <a:pt x="59372" y="29248"/>
                  </a:lnTo>
                  <a:lnTo>
                    <a:pt x="58077" y="29324"/>
                  </a:lnTo>
                  <a:lnTo>
                    <a:pt x="57670" y="31673"/>
                  </a:lnTo>
                  <a:lnTo>
                    <a:pt x="57937" y="37363"/>
                  </a:lnTo>
                  <a:lnTo>
                    <a:pt x="58280" y="38633"/>
                  </a:lnTo>
                  <a:lnTo>
                    <a:pt x="57213" y="38366"/>
                  </a:lnTo>
                  <a:lnTo>
                    <a:pt x="54775" y="38531"/>
                  </a:lnTo>
                  <a:lnTo>
                    <a:pt x="52324" y="38684"/>
                  </a:lnTo>
                  <a:lnTo>
                    <a:pt x="50368" y="39408"/>
                  </a:lnTo>
                  <a:lnTo>
                    <a:pt x="50444" y="40906"/>
                  </a:lnTo>
                  <a:lnTo>
                    <a:pt x="52451" y="41389"/>
                  </a:lnTo>
                  <a:lnTo>
                    <a:pt x="57340" y="41084"/>
                  </a:lnTo>
                  <a:lnTo>
                    <a:pt x="58420" y="40678"/>
                  </a:lnTo>
                  <a:lnTo>
                    <a:pt x="58191" y="41986"/>
                  </a:lnTo>
                  <a:lnTo>
                    <a:pt x="58331" y="44831"/>
                  </a:lnTo>
                  <a:lnTo>
                    <a:pt x="58470" y="47688"/>
                  </a:lnTo>
                  <a:lnTo>
                    <a:pt x="59080" y="49961"/>
                  </a:lnTo>
                  <a:lnTo>
                    <a:pt x="60375" y="49885"/>
                  </a:lnTo>
                  <a:lnTo>
                    <a:pt x="60782" y="47536"/>
                  </a:lnTo>
                  <a:lnTo>
                    <a:pt x="60515" y="41846"/>
                  </a:lnTo>
                  <a:lnTo>
                    <a:pt x="60159" y="40563"/>
                  </a:lnTo>
                  <a:lnTo>
                    <a:pt x="61302" y="40830"/>
                  </a:lnTo>
                  <a:lnTo>
                    <a:pt x="63741" y="40678"/>
                  </a:lnTo>
                  <a:lnTo>
                    <a:pt x="66179" y="40525"/>
                  </a:lnTo>
                  <a:lnTo>
                    <a:pt x="68135" y="398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6" name="object 1716" descr=""/>
            <p:cNvSpPr/>
            <p:nvPr/>
          </p:nvSpPr>
          <p:spPr>
            <a:xfrm>
              <a:off x="13003309" y="7570382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75819" y="44229"/>
                  </a:moveTo>
                  <a:lnTo>
                    <a:pt x="37904" y="88447"/>
                  </a:lnTo>
                  <a:lnTo>
                    <a:pt x="0" y="44229"/>
                  </a:lnTo>
                  <a:lnTo>
                    <a:pt x="37904" y="0"/>
                  </a:lnTo>
                  <a:lnTo>
                    <a:pt x="75819" y="44229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7" name="object 1717" descr=""/>
            <p:cNvSpPr/>
            <p:nvPr/>
          </p:nvSpPr>
          <p:spPr>
            <a:xfrm>
              <a:off x="13007353" y="7574921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382"/>
                  </a:moveTo>
                  <a:lnTo>
                    <a:pt x="17703" y="37884"/>
                  </a:lnTo>
                  <a:lnTo>
                    <a:pt x="15684" y="37414"/>
                  </a:lnTo>
                  <a:lnTo>
                    <a:pt x="10807" y="37706"/>
                  </a:lnTo>
                  <a:lnTo>
                    <a:pt x="9652" y="38150"/>
                  </a:lnTo>
                  <a:lnTo>
                    <a:pt x="9893" y="36804"/>
                  </a:lnTo>
                  <a:lnTo>
                    <a:pt x="9753" y="33959"/>
                  </a:lnTo>
                  <a:lnTo>
                    <a:pt x="9626" y="31115"/>
                  </a:lnTo>
                  <a:lnTo>
                    <a:pt x="9004" y="28829"/>
                  </a:lnTo>
                  <a:lnTo>
                    <a:pt x="7708" y="28917"/>
                  </a:lnTo>
                  <a:lnTo>
                    <a:pt x="7302" y="31254"/>
                  </a:lnTo>
                  <a:lnTo>
                    <a:pt x="7569" y="36957"/>
                  </a:lnTo>
                  <a:lnTo>
                    <a:pt x="7912" y="38227"/>
                  </a:lnTo>
                  <a:lnTo>
                    <a:pt x="6845" y="37960"/>
                  </a:lnTo>
                  <a:lnTo>
                    <a:pt x="4406" y="38112"/>
                  </a:lnTo>
                  <a:lnTo>
                    <a:pt x="1968" y="38277"/>
                  </a:lnTo>
                  <a:lnTo>
                    <a:pt x="0" y="39001"/>
                  </a:lnTo>
                  <a:lnTo>
                    <a:pt x="76" y="40500"/>
                  </a:lnTo>
                  <a:lnTo>
                    <a:pt x="2082" y="40970"/>
                  </a:lnTo>
                  <a:lnTo>
                    <a:pt x="6972" y="40678"/>
                  </a:lnTo>
                  <a:lnTo>
                    <a:pt x="8051" y="40271"/>
                  </a:lnTo>
                  <a:lnTo>
                    <a:pt x="7823" y="41579"/>
                  </a:lnTo>
                  <a:lnTo>
                    <a:pt x="7962" y="44424"/>
                  </a:lnTo>
                  <a:lnTo>
                    <a:pt x="8102" y="47269"/>
                  </a:lnTo>
                  <a:lnTo>
                    <a:pt x="8724" y="49555"/>
                  </a:lnTo>
                  <a:lnTo>
                    <a:pt x="10007" y="49466"/>
                  </a:lnTo>
                  <a:lnTo>
                    <a:pt x="10414" y="47129"/>
                  </a:lnTo>
                  <a:lnTo>
                    <a:pt x="10147" y="41427"/>
                  </a:lnTo>
                  <a:lnTo>
                    <a:pt x="9791" y="40157"/>
                  </a:lnTo>
                  <a:lnTo>
                    <a:pt x="10934" y="40424"/>
                  </a:lnTo>
                  <a:lnTo>
                    <a:pt x="13373" y="40271"/>
                  </a:lnTo>
                  <a:lnTo>
                    <a:pt x="15811" y="40106"/>
                  </a:lnTo>
                  <a:lnTo>
                    <a:pt x="17767" y="39382"/>
                  </a:lnTo>
                  <a:close/>
                </a:path>
                <a:path w="68580" h="78740">
                  <a:moveTo>
                    <a:pt x="42608" y="68351"/>
                  </a:moveTo>
                  <a:lnTo>
                    <a:pt x="42532" y="66852"/>
                  </a:lnTo>
                  <a:lnTo>
                    <a:pt x="40525" y="66370"/>
                  </a:lnTo>
                  <a:lnTo>
                    <a:pt x="35636" y="66675"/>
                  </a:lnTo>
                  <a:lnTo>
                    <a:pt x="34480" y="67119"/>
                  </a:lnTo>
                  <a:lnTo>
                    <a:pt x="34721" y="65773"/>
                  </a:lnTo>
                  <a:lnTo>
                    <a:pt x="34582" y="62928"/>
                  </a:lnTo>
                  <a:lnTo>
                    <a:pt x="34467" y="60083"/>
                  </a:lnTo>
                  <a:lnTo>
                    <a:pt x="33832" y="57797"/>
                  </a:lnTo>
                  <a:lnTo>
                    <a:pt x="32550" y="57886"/>
                  </a:lnTo>
                  <a:lnTo>
                    <a:pt x="32143" y="60223"/>
                  </a:lnTo>
                  <a:lnTo>
                    <a:pt x="32397" y="65925"/>
                  </a:lnTo>
                  <a:lnTo>
                    <a:pt x="32740" y="67195"/>
                  </a:lnTo>
                  <a:lnTo>
                    <a:pt x="31673" y="66929"/>
                  </a:lnTo>
                  <a:lnTo>
                    <a:pt x="29235" y="67081"/>
                  </a:lnTo>
                  <a:lnTo>
                    <a:pt x="26797" y="67246"/>
                  </a:lnTo>
                  <a:lnTo>
                    <a:pt x="24841" y="67970"/>
                  </a:lnTo>
                  <a:lnTo>
                    <a:pt x="24917" y="69456"/>
                  </a:lnTo>
                  <a:lnTo>
                    <a:pt x="26924" y="69938"/>
                  </a:lnTo>
                  <a:lnTo>
                    <a:pt x="31800" y="69634"/>
                  </a:lnTo>
                  <a:lnTo>
                    <a:pt x="32893" y="69227"/>
                  </a:lnTo>
                  <a:lnTo>
                    <a:pt x="32664" y="70548"/>
                  </a:lnTo>
                  <a:lnTo>
                    <a:pt x="32804" y="73393"/>
                  </a:lnTo>
                  <a:lnTo>
                    <a:pt x="32931" y="76238"/>
                  </a:lnTo>
                  <a:lnTo>
                    <a:pt x="33553" y="78524"/>
                  </a:lnTo>
                  <a:lnTo>
                    <a:pt x="34836" y="78435"/>
                  </a:lnTo>
                  <a:lnTo>
                    <a:pt x="35255" y="76098"/>
                  </a:lnTo>
                  <a:lnTo>
                    <a:pt x="34988" y="70396"/>
                  </a:lnTo>
                  <a:lnTo>
                    <a:pt x="34632" y="69126"/>
                  </a:lnTo>
                  <a:lnTo>
                    <a:pt x="35763" y="69392"/>
                  </a:lnTo>
                  <a:lnTo>
                    <a:pt x="38201" y="69240"/>
                  </a:lnTo>
                  <a:lnTo>
                    <a:pt x="40640" y="69075"/>
                  </a:lnTo>
                  <a:lnTo>
                    <a:pt x="42608" y="68351"/>
                  </a:lnTo>
                  <a:close/>
                </a:path>
                <a:path w="68580" h="78740">
                  <a:moveTo>
                    <a:pt x="43078" y="10553"/>
                  </a:moveTo>
                  <a:lnTo>
                    <a:pt x="43002" y="9067"/>
                  </a:lnTo>
                  <a:lnTo>
                    <a:pt x="40995" y="8585"/>
                  </a:lnTo>
                  <a:lnTo>
                    <a:pt x="36118" y="8890"/>
                  </a:lnTo>
                  <a:lnTo>
                    <a:pt x="34963" y="9321"/>
                  </a:lnTo>
                  <a:lnTo>
                    <a:pt x="35204" y="7988"/>
                  </a:lnTo>
                  <a:lnTo>
                    <a:pt x="35064" y="5130"/>
                  </a:lnTo>
                  <a:lnTo>
                    <a:pt x="34925" y="2286"/>
                  </a:lnTo>
                  <a:lnTo>
                    <a:pt x="34302" y="0"/>
                  </a:lnTo>
                  <a:lnTo>
                    <a:pt x="33020" y="88"/>
                  </a:lnTo>
                  <a:lnTo>
                    <a:pt x="32613" y="2438"/>
                  </a:lnTo>
                  <a:lnTo>
                    <a:pt x="32880" y="8128"/>
                  </a:lnTo>
                  <a:lnTo>
                    <a:pt x="33223" y="9398"/>
                  </a:lnTo>
                  <a:lnTo>
                    <a:pt x="32143" y="9131"/>
                  </a:lnTo>
                  <a:lnTo>
                    <a:pt x="29705" y="9283"/>
                  </a:lnTo>
                  <a:lnTo>
                    <a:pt x="27266" y="9448"/>
                  </a:lnTo>
                  <a:lnTo>
                    <a:pt x="25311" y="10172"/>
                  </a:lnTo>
                  <a:lnTo>
                    <a:pt x="25387" y="11671"/>
                  </a:lnTo>
                  <a:lnTo>
                    <a:pt x="27393" y="12153"/>
                  </a:lnTo>
                  <a:lnTo>
                    <a:pt x="32270" y="11849"/>
                  </a:lnTo>
                  <a:lnTo>
                    <a:pt x="33362" y="11442"/>
                  </a:lnTo>
                  <a:lnTo>
                    <a:pt x="33134" y="12750"/>
                  </a:lnTo>
                  <a:lnTo>
                    <a:pt x="33274" y="15595"/>
                  </a:lnTo>
                  <a:lnTo>
                    <a:pt x="33413" y="18440"/>
                  </a:lnTo>
                  <a:lnTo>
                    <a:pt x="34023" y="20726"/>
                  </a:lnTo>
                  <a:lnTo>
                    <a:pt x="35318" y="20637"/>
                  </a:lnTo>
                  <a:lnTo>
                    <a:pt x="35725" y="18300"/>
                  </a:lnTo>
                  <a:lnTo>
                    <a:pt x="35458" y="12598"/>
                  </a:lnTo>
                  <a:lnTo>
                    <a:pt x="35102" y="11328"/>
                  </a:lnTo>
                  <a:lnTo>
                    <a:pt x="36245" y="11595"/>
                  </a:lnTo>
                  <a:lnTo>
                    <a:pt x="38684" y="11442"/>
                  </a:lnTo>
                  <a:lnTo>
                    <a:pt x="41122" y="11277"/>
                  </a:lnTo>
                  <a:lnTo>
                    <a:pt x="43078" y="10553"/>
                  </a:lnTo>
                  <a:close/>
                </a:path>
                <a:path w="68580" h="78740">
                  <a:moveTo>
                    <a:pt x="68148" y="39801"/>
                  </a:moveTo>
                  <a:lnTo>
                    <a:pt x="68072" y="38303"/>
                  </a:lnTo>
                  <a:lnTo>
                    <a:pt x="66065" y="37820"/>
                  </a:lnTo>
                  <a:lnTo>
                    <a:pt x="61175" y="38125"/>
                  </a:lnTo>
                  <a:lnTo>
                    <a:pt x="60020" y="38569"/>
                  </a:lnTo>
                  <a:lnTo>
                    <a:pt x="60261" y="37223"/>
                  </a:lnTo>
                  <a:lnTo>
                    <a:pt x="60134" y="34378"/>
                  </a:lnTo>
                  <a:lnTo>
                    <a:pt x="59994" y="31521"/>
                  </a:lnTo>
                  <a:lnTo>
                    <a:pt x="59372" y="29248"/>
                  </a:lnTo>
                  <a:lnTo>
                    <a:pt x="58089" y="29324"/>
                  </a:lnTo>
                  <a:lnTo>
                    <a:pt x="57683" y="31673"/>
                  </a:lnTo>
                  <a:lnTo>
                    <a:pt x="57937" y="37363"/>
                  </a:lnTo>
                  <a:lnTo>
                    <a:pt x="58280" y="38633"/>
                  </a:lnTo>
                  <a:lnTo>
                    <a:pt x="57213" y="38366"/>
                  </a:lnTo>
                  <a:lnTo>
                    <a:pt x="54775" y="38531"/>
                  </a:lnTo>
                  <a:lnTo>
                    <a:pt x="52336" y="38684"/>
                  </a:lnTo>
                  <a:lnTo>
                    <a:pt x="50380" y="39408"/>
                  </a:lnTo>
                  <a:lnTo>
                    <a:pt x="50457" y="40906"/>
                  </a:lnTo>
                  <a:lnTo>
                    <a:pt x="52463" y="41389"/>
                  </a:lnTo>
                  <a:lnTo>
                    <a:pt x="57340" y="41084"/>
                  </a:lnTo>
                  <a:lnTo>
                    <a:pt x="58432" y="40678"/>
                  </a:lnTo>
                  <a:lnTo>
                    <a:pt x="58216" y="41986"/>
                  </a:lnTo>
                  <a:lnTo>
                    <a:pt x="58343" y="44831"/>
                  </a:lnTo>
                  <a:lnTo>
                    <a:pt x="58470" y="47688"/>
                  </a:lnTo>
                  <a:lnTo>
                    <a:pt x="59093" y="49961"/>
                  </a:lnTo>
                  <a:lnTo>
                    <a:pt x="60375" y="49885"/>
                  </a:lnTo>
                  <a:lnTo>
                    <a:pt x="60794" y="47536"/>
                  </a:lnTo>
                  <a:lnTo>
                    <a:pt x="60528" y="41846"/>
                  </a:lnTo>
                  <a:lnTo>
                    <a:pt x="60159" y="40563"/>
                  </a:lnTo>
                  <a:lnTo>
                    <a:pt x="61302" y="40830"/>
                  </a:lnTo>
                  <a:lnTo>
                    <a:pt x="63741" y="40678"/>
                  </a:lnTo>
                  <a:lnTo>
                    <a:pt x="66192" y="40525"/>
                  </a:lnTo>
                  <a:lnTo>
                    <a:pt x="68148" y="398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8" name="object 1718" descr=""/>
            <p:cNvSpPr/>
            <p:nvPr/>
          </p:nvSpPr>
          <p:spPr>
            <a:xfrm>
              <a:off x="13081324" y="7570382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75819" y="44229"/>
                  </a:moveTo>
                  <a:lnTo>
                    <a:pt x="37904" y="88447"/>
                  </a:lnTo>
                  <a:lnTo>
                    <a:pt x="0" y="44229"/>
                  </a:lnTo>
                  <a:lnTo>
                    <a:pt x="37904" y="0"/>
                  </a:lnTo>
                  <a:lnTo>
                    <a:pt x="75819" y="44229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9" name="object 1719" descr=""/>
            <p:cNvSpPr/>
            <p:nvPr/>
          </p:nvSpPr>
          <p:spPr>
            <a:xfrm>
              <a:off x="13085369" y="7574921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382"/>
                  </a:moveTo>
                  <a:lnTo>
                    <a:pt x="17691" y="37884"/>
                  </a:lnTo>
                  <a:lnTo>
                    <a:pt x="15684" y="37414"/>
                  </a:lnTo>
                  <a:lnTo>
                    <a:pt x="10807" y="37706"/>
                  </a:lnTo>
                  <a:lnTo>
                    <a:pt x="9652" y="38150"/>
                  </a:lnTo>
                  <a:lnTo>
                    <a:pt x="9893" y="36804"/>
                  </a:lnTo>
                  <a:lnTo>
                    <a:pt x="9753" y="33959"/>
                  </a:lnTo>
                  <a:lnTo>
                    <a:pt x="9613" y="31115"/>
                  </a:lnTo>
                  <a:lnTo>
                    <a:pt x="9004" y="28829"/>
                  </a:lnTo>
                  <a:lnTo>
                    <a:pt x="7708" y="28917"/>
                  </a:lnTo>
                  <a:lnTo>
                    <a:pt x="7302" y="31254"/>
                  </a:lnTo>
                  <a:lnTo>
                    <a:pt x="7569" y="36957"/>
                  </a:lnTo>
                  <a:lnTo>
                    <a:pt x="7912" y="38227"/>
                  </a:lnTo>
                  <a:lnTo>
                    <a:pt x="6845" y="37960"/>
                  </a:lnTo>
                  <a:lnTo>
                    <a:pt x="4406" y="38112"/>
                  </a:lnTo>
                  <a:lnTo>
                    <a:pt x="1955" y="38277"/>
                  </a:lnTo>
                  <a:lnTo>
                    <a:pt x="0" y="39001"/>
                  </a:lnTo>
                  <a:lnTo>
                    <a:pt x="76" y="40500"/>
                  </a:lnTo>
                  <a:lnTo>
                    <a:pt x="2082" y="40970"/>
                  </a:lnTo>
                  <a:lnTo>
                    <a:pt x="6972" y="40678"/>
                  </a:lnTo>
                  <a:lnTo>
                    <a:pt x="8051" y="40271"/>
                  </a:lnTo>
                  <a:lnTo>
                    <a:pt x="7823" y="41579"/>
                  </a:lnTo>
                  <a:lnTo>
                    <a:pt x="7962" y="44424"/>
                  </a:lnTo>
                  <a:lnTo>
                    <a:pt x="8089" y="47269"/>
                  </a:lnTo>
                  <a:lnTo>
                    <a:pt x="8724" y="49555"/>
                  </a:lnTo>
                  <a:lnTo>
                    <a:pt x="10007" y="49466"/>
                  </a:lnTo>
                  <a:lnTo>
                    <a:pt x="10414" y="47129"/>
                  </a:lnTo>
                  <a:lnTo>
                    <a:pt x="10160" y="41427"/>
                  </a:lnTo>
                  <a:lnTo>
                    <a:pt x="9804" y="40157"/>
                  </a:lnTo>
                  <a:lnTo>
                    <a:pt x="10934" y="40424"/>
                  </a:lnTo>
                  <a:lnTo>
                    <a:pt x="13373" y="40271"/>
                  </a:lnTo>
                  <a:lnTo>
                    <a:pt x="15811" y="40106"/>
                  </a:lnTo>
                  <a:lnTo>
                    <a:pt x="17767" y="39382"/>
                  </a:lnTo>
                  <a:close/>
                </a:path>
                <a:path w="68580" h="78740">
                  <a:moveTo>
                    <a:pt x="42608" y="68351"/>
                  </a:moveTo>
                  <a:lnTo>
                    <a:pt x="42532" y="66852"/>
                  </a:lnTo>
                  <a:lnTo>
                    <a:pt x="40525" y="66370"/>
                  </a:lnTo>
                  <a:lnTo>
                    <a:pt x="35636" y="66675"/>
                  </a:lnTo>
                  <a:lnTo>
                    <a:pt x="34480" y="67119"/>
                  </a:lnTo>
                  <a:lnTo>
                    <a:pt x="34721" y="65773"/>
                  </a:lnTo>
                  <a:lnTo>
                    <a:pt x="34594" y="62928"/>
                  </a:lnTo>
                  <a:lnTo>
                    <a:pt x="34455" y="60083"/>
                  </a:lnTo>
                  <a:lnTo>
                    <a:pt x="33832" y="57797"/>
                  </a:lnTo>
                  <a:lnTo>
                    <a:pt x="32550" y="57886"/>
                  </a:lnTo>
                  <a:lnTo>
                    <a:pt x="32143" y="60223"/>
                  </a:lnTo>
                  <a:lnTo>
                    <a:pt x="32397" y="65925"/>
                  </a:lnTo>
                  <a:lnTo>
                    <a:pt x="32740" y="67195"/>
                  </a:lnTo>
                  <a:lnTo>
                    <a:pt x="31673" y="66929"/>
                  </a:lnTo>
                  <a:lnTo>
                    <a:pt x="29235" y="67081"/>
                  </a:lnTo>
                  <a:lnTo>
                    <a:pt x="26797" y="67246"/>
                  </a:lnTo>
                  <a:lnTo>
                    <a:pt x="24841" y="67970"/>
                  </a:lnTo>
                  <a:lnTo>
                    <a:pt x="24904" y="69456"/>
                  </a:lnTo>
                  <a:lnTo>
                    <a:pt x="26924" y="69938"/>
                  </a:lnTo>
                  <a:lnTo>
                    <a:pt x="31800" y="69634"/>
                  </a:lnTo>
                  <a:lnTo>
                    <a:pt x="32905" y="69227"/>
                  </a:lnTo>
                  <a:lnTo>
                    <a:pt x="32677" y="70548"/>
                  </a:lnTo>
                  <a:lnTo>
                    <a:pt x="32804" y="73393"/>
                  </a:lnTo>
                  <a:lnTo>
                    <a:pt x="32931" y="76238"/>
                  </a:lnTo>
                  <a:lnTo>
                    <a:pt x="33553" y="78524"/>
                  </a:lnTo>
                  <a:lnTo>
                    <a:pt x="34836" y="78435"/>
                  </a:lnTo>
                  <a:lnTo>
                    <a:pt x="35242" y="76098"/>
                  </a:lnTo>
                  <a:lnTo>
                    <a:pt x="34988" y="70396"/>
                  </a:lnTo>
                  <a:lnTo>
                    <a:pt x="34632" y="69126"/>
                  </a:lnTo>
                  <a:lnTo>
                    <a:pt x="35763" y="69392"/>
                  </a:lnTo>
                  <a:lnTo>
                    <a:pt x="38201" y="69240"/>
                  </a:lnTo>
                  <a:lnTo>
                    <a:pt x="40640" y="69075"/>
                  </a:lnTo>
                  <a:lnTo>
                    <a:pt x="42608" y="68351"/>
                  </a:lnTo>
                  <a:close/>
                </a:path>
                <a:path w="68580" h="78740">
                  <a:moveTo>
                    <a:pt x="43078" y="10553"/>
                  </a:moveTo>
                  <a:lnTo>
                    <a:pt x="43002" y="9067"/>
                  </a:lnTo>
                  <a:lnTo>
                    <a:pt x="40995" y="8585"/>
                  </a:lnTo>
                  <a:lnTo>
                    <a:pt x="36118" y="8890"/>
                  </a:lnTo>
                  <a:lnTo>
                    <a:pt x="34963" y="9321"/>
                  </a:lnTo>
                  <a:lnTo>
                    <a:pt x="35204" y="7988"/>
                  </a:lnTo>
                  <a:lnTo>
                    <a:pt x="35064" y="5130"/>
                  </a:lnTo>
                  <a:lnTo>
                    <a:pt x="34937" y="2286"/>
                  </a:lnTo>
                  <a:lnTo>
                    <a:pt x="34302" y="0"/>
                  </a:lnTo>
                  <a:lnTo>
                    <a:pt x="33020" y="88"/>
                  </a:lnTo>
                  <a:lnTo>
                    <a:pt x="32613" y="2438"/>
                  </a:lnTo>
                  <a:lnTo>
                    <a:pt x="32867" y="8128"/>
                  </a:lnTo>
                  <a:lnTo>
                    <a:pt x="33210" y="9398"/>
                  </a:lnTo>
                  <a:lnTo>
                    <a:pt x="32143" y="9131"/>
                  </a:lnTo>
                  <a:lnTo>
                    <a:pt x="29705" y="9283"/>
                  </a:lnTo>
                  <a:lnTo>
                    <a:pt x="27266" y="9448"/>
                  </a:lnTo>
                  <a:lnTo>
                    <a:pt x="25311" y="10172"/>
                  </a:lnTo>
                  <a:lnTo>
                    <a:pt x="25387" y="11671"/>
                  </a:lnTo>
                  <a:lnTo>
                    <a:pt x="27393" y="12153"/>
                  </a:lnTo>
                  <a:lnTo>
                    <a:pt x="32270" y="11849"/>
                  </a:lnTo>
                  <a:lnTo>
                    <a:pt x="33362" y="11442"/>
                  </a:lnTo>
                  <a:lnTo>
                    <a:pt x="33134" y="12750"/>
                  </a:lnTo>
                  <a:lnTo>
                    <a:pt x="33274" y="15595"/>
                  </a:lnTo>
                  <a:lnTo>
                    <a:pt x="33413" y="18440"/>
                  </a:lnTo>
                  <a:lnTo>
                    <a:pt x="34023" y="20726"/>
                  </a:lnTo>
                  <a:lnTo>
                    <a:pt x="35318" y="20637"/>
                  </a:lnTo>
                  <a:lnTo>
                    <a:pt x="35725" y="18300"/>
                  </a:lnTo>
                  <a:lnTo>
                    <a:pt x="35458" y="12598"/>
                  </a:lnTo>
                  <a:lnTo>
                    <a:pt x="35102" y="11328"/>
                  </a:lnTo>
                  <a:lnTo>
                    <a:pt x="36245" y="11595"/>
                  </a:lnTo>
                  <a:lnTo>
                    <a:pt x="38684" y="11442"/>
                  </a:lnTo>
                  <a:lnTo>
                    <a:pt x="41122" y="11277"/>
                  </a:lnTo>
                  <a:lnTo>
                    <a:pt x="43078" y="10553"/>
                  </a:lnTo>
                  <a:close/>
                </a:path>
                <a:path w="68580" h="78740">
                  <a:moveTo>
                    <a:pt x="68148" y="39801"/>
                  </a:moveTo>
                  <a:lnTo>
                    <a:pt x="68072" y="38303"/>
                  </a:lnTo>
                  <a:lnTo>
                    <a:pt x="66065" y="37820"/>
                  </a:lnTo>
                  <a:lnTo>
                    <a:pt x="61175" y="38125"/>
                  </a:lnTo>
                  <a:lnTo>
                    <a:pt x="60020" y="38569"/>
                  </a:lnTo>
                  <a:lnTo>
                    <a:pt x="60261" y="37223"/>
                  </a:lnTo>
                  <a:lnTo>
                    <a:pt x="60134" y="34378"/>
                  </a:lnTo>
                  <a:lnTo>
                    <a:pt x="59994" y="31521"/>
                  </a:lnTo>
                  <a:lnTo>
                    <a:pt x="59372" y="29248"/>
                  </a:lnTo>
                  <a:lnTo>
                    <a:pt x="58089" y="29324"/>
                  </a:lnTo>
                  <a:lnTo>
                    <a:pt x="57683" y="31673"/>
                  </a:lnTo>
                  <a:lnTo>
                    <a:pt x="57937" y="37363"/>
                  </a:lnTo>
                  <a:lnTo>
                    <a:pt x="58280" y="38633"/>
                  </a:lnTo>
                  <a:lnTo>
                    <a:pt x="57213" y="38366"/>
                  </a:lnTo>
                  <a:lnTo>
                    <a:pt x="54775" y="38531"/>
                  </a:lnTo>
                  <a:lnTo>
                    <a:pt x="52336" y="38684"/>
                  </a:lnTo>
                  <a:lnTo>
                    <a:pt x="50380" y="39408"/>
                  </a:lnTo>
                  <a:lnTo>
                    <a:pt x="50457" y="40906"/>
                  </a:lnTo>
                  <a:lnTo>
                    <a:pt x="52463" y="41389"/>
                  </a:lnTo>
                  <a:lnTo>
                    <a:pt x="57340" y="41084"/>
                  </a:lnTo>
                  <a:lnTo>
                    <a:pt x="58432" y="40678"/>
                  </a:lnTo>
                  <a:lnTo>
                    <a:pt x="58204" y="41986"/>
                  </a:lnTo>
                  <a:lnTo>
                    <a:pt x="58343" y="44831"/>
                  </a:lnTo>
                  <a:lnTo>
                    <a:pt x="58470" y="47688"/>
                  </a:lnTo>
                  <a:lnTo>
                    <a:pt x="59093" y="49961"/>
                  </a:lnTo>
                  <a:lnTo>
                    <a:pt x="60375" y="49885"/>
                  </a:lnTo>
                  <a:lnTo>
                    <a:pt x="60794" y="47536"/>
                  </a:lnTo>
                  <a:lnTo>
                    <a:pt x="60528" y="41846"/>
                  </a:lnTo>
                  <a:lnTo>
                    <a:pt x="60159" y="40563"/>
                  </a:lnTo>
                  <a:lnTo>
                    <a:pt x="61302" y="40830"/>
                  </a:lnTo>
                  <a:lnTo>
                    <a:pt x="63741" y="40678"/>
                  </a:lnTo>
                  <a:lnTo>
                    <a:pt x="66179" y="40525"/>
                  </a:lnTo>
                  <a:lnTo>
                    <a:pt x="68148" y="398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0" name="object 1720" descr=""/>
            <p:cNvSpPr/>
            <p:nvPr/>
          </p:nvSpPr>
          <p:spPr>
            <a:xfrm>
              <a:off x="12958331" y="7570382"/>
              <a:ext cx="45085" cy="88900"/>
            </a:xfrm>
            <a:custGeom>
              <a:avLst/>
              <a:gdLst/>
              <a:ahLst/>
              <a:cxnLst/>
              <a:rect l="l" t="t" r="r" b="b"/>
              <a:pathLst>
                <a:path w="45084" h="88900">
                  <a:moveTo>
                    <a:pt x="44973" y="44229"/>
                  </a:moveTo>
                  <a:lnTo>
                    <a:pt x="7057" y="88447"/>
                  </a:lnTo>
                  <a:lnTo>
                    <a:pt x="0" y="80213"/>
                  </a:lnTo>
                </a:path>
                <a:path w="45084" h="88900">
                  <a:moveTo>
                    <a:pt x="2254" y="5604"/>
                  </a:moveTo>
                  <a:lnTo>
                    <a:pt x="7057" y="0"/>
                  </a:lnTo>
                  <a:lnTo>
                    <a:pt x="44973" y="44229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1" name="object 1721" descr=""/>
            <p:cNvSpPr/>
            <p:nvPr/>
          </p:nvSpPr>
          <p:spPr>
            <a:xfrm>
              <a:off x="12958496" y="7574921"/>
              <a:ext cx="41275" cy="78740"/>
            </a:xfrm>
            <a:custGeom>
              <a:avLst/>
              <a:gdLst/>
              <a:ahLst/>
              <a:cxnLst/>
              <a:rect l="l" t="t" r="r" b="b"/>
              <a:pathLst>
                <a:path w="41275" h="78740">
                  <a:moveTo>
                    <a:pt x="15633" y="68351"/>
                  </a:moveTo>
                  <a:lnTo>
                    <a:pt x="15570" y="66852"/>
                  </a:lnTo>
                  <a:lnTo>
                    <a:pt x="13550" y="66370"/>
                  </a:lnTo>
                  <a:lnTo>
                    <a:pt x="8674" y="66675"/>
                  </a:lnTo>
                  <a:lnTo>
                    <a:pt x="7518" y="67119"/>
                  </a:lnTo>
                  <a:lnTo>
                    <a:pt x="7759" y="65773"/>
                  </a:lnTo>
                  <a:lnTo>
                    <a:pt x="7620" y="62928"/>
                  </a:lnTo>
                  <a:lnTo>
                    <a:pt x="7480" y="60083"/>
                  </a:lnTo>
                  <a:lnTo>
                    <a:pt x="6870" y="57797"/>
                  </a:lnTo>
                  <a:lnTo>
                    <a:pt x="5575" y="57886"/>
                  </a:lnTo>
                  <a:lnTo>
                    <a:pt x="5168" y="60223"/>
                  </a:lnTo>
                  <a:lnTo>
                    <a:pt x="5435" y="65925"/>
                  </a:lnTo>
                  <a:lnTo>
                    <a:pt x="5778" y="67195"/>
                  </a:lnTo>
                  <a:lnTo>
                    <a:pt x="4711" y="66929"/>
                  </a:lnTo>
                  <a:lnTo>
                    <a:pt x="88" y="67221"/>
                  </a:lnTo>
                  <a:lnTo>
                    <a:pt x="0" y="69938"/>
                  </a:lnTo>
                  <a:lnTo>
                    <a:pt x="4838" y="69634"/>
                  </a:lnTo>
                  <a:lnTo>
                    <a:pt x="5918" y="69240"/>
                  </a:lnTo>
                  <a:lnTo>
                    <a:pt x="5702" y="70548"/>
                  </a:lnTo>
                  <a:lnTo>
                    <a:pt x="5829" y="73393"/>
                  </a:lnTo>
                  <a:lnTo>
                    <a:pt x="5969" y="76238"/>
                  </a:lnTo>
                  <a:lnTo>
                    <a:pt x="6591" y="78524"/>
                  </a:lnTo>
                  <a:lnTo>
                    <a:pt x="7874" y="78435"/>
                  </a:lnTo>
                  <a:lnTo>
                    <a:pt x="8280" y="76098"/>
                  </a:lnTo>
                  <a:lnTo>
                    <a:pt x="8026" y="70396"/>
                  </a:lnTo>
                  <a:lnTo>
                    <a:pt x="7670" y="69126"/>
                  </a:lnTo>
                  <a:lnTo>
                    <a:pt x="8801" y="69392"/>
                  </a:lnTo>
                  <a:lnTo>
                    <a:pt x="11239" y="69240"/>
                  </a:lnTo>
                  <a:lnTo>
                    <a:pt x="13677" y="69075"/>
                  </a:lnTo>
                  <a:lnTo>
                    <a:pt x="15633" y="68351"/>
                  </a:lnTo>
                  <a:close/>
                </a:path>
                <a:path w="41275" h="78740">
                  <a:moveTo>
                    <a:pt x="16116" y="10553"/>
                  </a:moveTo>
                  <a:lnTo>
                    <a:pt x="16040" y="9067"/>
                  </a:lnTo>
                  <a:lnTo>
                    <a:pt x="14033" y="8585"/>
                  </a:lnTo>
                  <a:lnTo>
                    <a:pt x="9144" y="8890"/>
                  </a:lnTo>
                  <a:lnTo>
                    <a:pt x="7988" y="9321"/>
                  </a:lnTo>
                  <a:lnTo>
                    <a:pt x="8229" y="7988"/>
                  </a:lnTo>
                  <a:lnTo>
                    <a:pt x="8089" y="5130"/>
                  </a:lnTo>
                  <a:lnTo>
                    <a:pt x="7975" y="2286"/>
                  </a:lnTo>
                  <a:lnTo>
                    <a:pt x="7340" y="0"/>
                  </a:lnTo>
                  <a:lnTo>
                    <a:pt x="6057" y="88"/>
                  </a:lnTo>
                  <a:lnTo>
                    <a:pt x="5651" y="2438"/>
                  </a:lnTo>
                  <a:lnTo>
                    <a:pt x="5905" y="8128"/>
                  </a:lnTo>
                  <a:lnTo>
                    <a:pt x="6248" y="9398"/>
                  </a:lnTo>
                  <a:lnTo>
                    <a:pt x="5181" y="9131"/>
                  </a:lnTo>
                  <a:lnTo>
                    <a:pt x="1828" y="9347"/>
                  </a:lnTo>
                  <a:lnTo>
                    <a:pt x="1752" y="12065"/>
                  </a:lnTo>
                  <a:lnTo>
                    <a:pt x="5308" y="11849"/>
                  </a:lnTo>
                  <a:lnTo>
                    <a:pt x="6400" y="11442"/>
                  </a:lnTo>
                  <a:lnTo>
                    <a:pt x="6172" y="12750"/>
                  </a:lnTo>
                  <a:lnTo>
                    <a:pt x="6311" y="15595"/>
                  </a:lnTo>
                  <a:lnTo>
                    <a:pt x="6438" y="18440"/>
                  </a:lnTo>
                  <a:lnTo>
                    <a:pt x="7061" y="20726"/>
                  </a:lnTo>
                  <a:lnTo>
                    <a:pt x="8343" y="20637"/>
                  </a:lnTo>
                  <a:lnTo>
                    <a:pt x="8750" y="18300"/>
                  </a:lnTo>
                  <a:lnTo>
                    <a:pt x="8496" y="12598"/>
                  </a:lnTo>
                  <a:lnTo>
                    <a:pt x="8128" y="11328"/>
                  </a:lnTo>
                  <a:lnTo>
                    <a:pt x="9271" y="11595"/>
                  </a:lnTo>
                  <a:lnTo>
                    <a:pt x="11709" y="11442"/>
                  </a:lnTo>
                  <a:lnTo>
                    <a:pt x="14160" y="11277"/>
                  </a:lnTo>
                  <a:lnTo>
                    <a:pt x="16116" y="10553"/>
                  </a:lnTo>
                  <a:close/>
                </a:path>
                <a:path w="41275" h="78740">
                  <a:moveTo>
                    <a:pt x="41173" y="39801"/>
                  </a:moveTo>
                  <a:lnTo>
                    <a:pt x="41109" y="38303"/>
                  </a:lnTo>
                  <a:lnTo>
                    <a:pt x="39090" y="37820"/>
                  </a:lnTo>
                  <a:lnTo>
                    <a:pt x="34213" y="38125"/>
                  </a:lnTo>
                  <a:lnTo>
                    <a:pt x="33058" y="38569"/>
                  </a:lnTo>
                  <a:lnTo>
                    <a:pt x="33299" y="37223"/>
                  </a:lnTo>
                  <a:lnTo>
                    <a:pt x="33159" y="34378"/>
                  </a:lnTo>
                  <a:lnTo>
                    <a:pt x="33020" y="31521"/>
                  </a:lnTo>
                  <a:lnTo>
                    <a:pt x="32410" y="29248"/>
                  </a:lnTo>
                  <a:lnTo>
                    <a:pt x="31115" y="29324"/>
                  </a:lnTo>
                  <a:lnTo>
                    <a:pt x="30708" y="31673"/>
                  </a:lnTo>
                  <a:lnTo>
                    <a:pt x="30975" y="37363"/>
                  </a:lnTo>
                  <a:lnTo>
                    <a:pt x="31318" y="38633"/>
                  </a:lnTo>
                  <a:lnTo>
                    <a:pt x="30251" y="38366"/>
                  </a:lnTo>
                  <a:lnTo>
                    <a:pt x="27813" y="38531"/>
                  </a:lnTo>
                  <a:lnTo>
                    <a:pt x="25361" y="38684"/>
                  </a:lnTo>
                  <a:lnTo>
                    <a:pt x="23406" y="39408"/>
                  </a:lnTo>
                  <a:lnTo>
                    <a:pt x="23482" y="40906"/>
                  </a:lnTo>
                  <a:lnTo>
                    <a:pt x="25488" y="41389"/>
                  </a:lnTo>
                  <a:lnTo>
                    <a:pt x="30378" y="41084"/>
                  </a:lnTo>
                  <a:lnTo>
                    <a:pt x="31470" y="40678"/>
                  </a:lnTo>
                  <a:lnTo>
                    <a:pt x="31242" y="41986"/>
                  </a:lnTo>
                  <a:lnTo>
                    <a:pt x="31369" y="44831"/>
                  </a:lnTo>
                  <a:lnTo>
                    <a:pt x="31508" y="47688"/>
                  </a:lnTo>
                  <a:lnTo>
                    <a:pt x="32131" y="49961"/>
                  </a:lnTo>
                  <a:lnTo>
                    <a:pt x="33413" y="49885"/>
                  </a:lnTo>
                  <a:lnTo>
                    <a:pt x="33820" y="47536"/>
                  </a:lnTo>
                  <a:lnTo>
                    <a:pt x="33566" y="41846"/>
                  </a:lnTo>
                  <a:lnTo>
                    <a:pt x="33197" y="40563"/>
                  </a:lnTo>
                  <a:lnTo>
                    <a:pt x="34340" y="40830"/>
                  </a:lnTo>
                  <a:lnTo>
                    <a:pt x="36779" y="40678"/>
                  </a:lnTo>
                  <a:lnTo>
                    <a:pt x="39217" y="40525"/>
                  </a:lnTo>
                  <a:lnTo>
                    <a:pt x="41173" y="398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2" name="object 1722" descr=""/>
            <p:cNvSpPr/>
            <p:nvPr/>
          </p:nvSpPr>
          <p:spPr>
            <a:xfrm>
              <a:off x="13042837" y="7511578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75819" y="44218"/>
                  </a:moveTo>
                  <a:lnTo>
                    <a:pt x="37904" y="88437"/>
                  </a:lnTo>
                  <a:lnTo>
                    <a:pt x="0" y="44218"/>
                  </a:lnTo>
                  <a:lnTo>
                    <a:pt x="37904" y="0"/>
                  </a:lnTo>
                  <a:lnTo>
                    <a:pt x="75819" y="4421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3" name="object 1723" descr=""/>
            <p:cNvSpPr/>
            <p:nvPr/>
          </p:nvSpPr>
          <p:spPr>
            <a:xfrm>
              <a:off x="13046888" y="7516107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382"/>
                  </a:moveTo>
                  <a:lnTo>
                    <a:pt x="17691" y="37884"/>
                  </a:lnTo>
                  <a:lnTo>
                    <a:pt x="15684" y="37414"/>
                  </a:lnTo>
                  <a:lnTo>
                    <a:pt x="10795" y="37706"/>
                  </a:lnTo>
                  <a:lnTo>
                    <a:pt x="9639" y="38150"/>
                  </a:lnTo>
                  <a:lnTo>
                    <a:pt x="9880" y="36817"/>
                  </a:lnTo>
                  <a:lnTo>
                    <a:pt x="9753" y="33959"/>
                  </a:lnTo>
                  <a:lnTo>
                    <a:pt x="9613" y="31115"/>
                  </a:lnTo>
                  <a:lnTo>
                    <a:pt x="8991" y="28829"/>
                  </a:lnTo>
                  <a:lnTo>
                    <a:pt x="7708" y="28917"/>
                  </a:lnTo>
                  <a:lnTo>
                    <a:pt x="7302" y="31267"/>
                  </a:lnTo>
                  <a:lnTo>
                    <a:pt x="7556" y="36957"/>
                  </a:lnTo>
                  <a:lnTo>
                    <a:pt x="7899" y="38227"/>
                  </a:lnTo>
                  <a:lnTo>
                    <a:pt x="6832" y="37960"/>
                  </a:lnTo>
                  <a:lnTo>
                    <a:pt x="4394" y="38112"/>
                  </a:lnTo>
                  <a:lnTo>
                    <a:pt x="1955" y="38277"/>
                  </a:lnTo>
                  <a:lnTo>
                    <a:pt x="0" y="39001"/>
                  </a:lnTo>
                  <a:lnTo>
                    <a:pt x="76" y="40487"/>
                  </a:lnTo>
                  <a:lnTo>
                    <a:pt x="2082" y="40970"/>
                  </a:lnTo>
                  <a:lnTo>
                    <a:pt x="6959" y="40678"/>
                  </a:lnTo>
                  <a:lnTo>
                    <a:pt x="8051" y="40271"/>
                  </a:lnTo>
                  <a:lnTo>
                    <a:pt x="7823" y="41579"/>
                  </a:lnTo>
                  <a:lnTo>
                    <a:pt x="7962" y="44424"/>
                  </a:lnTo>
                  <a:lnTo>
                    <a:pt x="8089" y="47269"/>
                  </a:lnTo>
                  <a:lnTo>
                    <a:pt x="8712" y="49555"/>
                  </a:lnTo>
                  <a:lnTo>
                    <a:pt x="9994" y="49466"/>
                  </a:lnTo>
                  <a:lnTo>
                    <a:pt x="10414" y="47129"/>
                  </a:lnTo>
                  <a:lnTo>
                    <a:pt x="10147" y="41427"/>
                  </a:lnTo>
                  <a:lnTo>
                    <a:pt x="9791" y="40157"/>
                  </a:lnTo>
                  <a:lnTo>
                    <a:pt x="10922" y="40424"/>
                  </a:lnTo>
                  <a:lnTo>
                    <a:pt x="13360" y="40271"/>
                  </a:lnTo>
                  <a:lnTo>
                    <a:pt x="15811" y="40106"/>
                  </a:lnTo>
                  <a:lnTo>
                    <a:pt x="17767" y="39382"/>
                  </a:lnTo>
                  <a:close/>
                </a:path>
                <a:path w="68580" h="78740">
                  <a:moveTo>
                    <a:pt x="42595" y="68351"/>
                  </a:moveTo>
                  <a:lnTo>
                    <a:pt x="42519" y="66852"/>
                  </a:lnTo>
                  <a:lnTo>
                    <a:pt x="40513" y="66370"/>
                  </a:lnTo>
                  <a:lnTo>
                    <a:pt x="35636" y="66675"/>
                  </a:lnTo>
                  <a:lnTo>
                    <a:pt x="34480" y="67119"/>
                  </a:lnTo>
                  <a:lnTo>
                    <a:pt x="34721" y="65773"/>
                  </a:lnTo>
                  <a:lnTo>
                    <a:pt x="34582" y="62928"/>
                  </a:lnTo>
                  <a:lnTo>
                    <a:pt x="34455" y="60083"/>
                  </a:lnTo>
                  <a:lnTo>
                    <a:pt x="33832" y="57797"/>
                  </a:lnTo>
                  <a:lnTo>
                    <a:pt x="32537" y="57886"/>
                  </a:lnTo>
                  <a:lnTo>
                    <a:pt x="32131" y="60223"/>
                  </a:lnTo>
                  <a:lnTo>
                    <a:pt x="32397" y="65925"/>
                  </a:lnTo>
                  <a:lnTo>
                    <a:pt x="32740" y="67195"/>
                  </a:lnTo>
                  <a:lnTo>
                    <a:pt x="31673" y="66929"/>
                  </a:lnTo>
                  <a:lnTo>
                    <a:pt x="29222" y="67081"/>
                  </a:lnTo>
                  <a:lnTo>
                    <a:pt x="26784" y="67246"/>
                  </a:lnTo>
                  <a:lnTo>
                    <a:pt x="24828" y="67970"/>
                  </a:lnTo>
                  <a:lnTo>
                    <a:pt x="24904" y="69456"/>
                  </a:lnTo>
                  <a:lnTo>
                    <a:pt x="26911" y="69938"/>
                  </a:lnTo>
                  <a:lnTo>
                    <a:pt x="31788" y="69634"/>
                  </a:lnTo>
                  <a:lnTo>
                    <a:pt x="32880" y="69240"/>
                  </a:lnTo>
                  <a:lnTo>
                    <a:pt x="32651" y="70548"/>
                  </a:lnTo>
                  <a:lnTo>
                    <a:pt x="32791" y="73393"/>
                  </a:lnTo>
                  <a:lnTo>
                    <a:pt x="32931" y="76238"/>
                  </a:lnTo>
                  <a:lnTo>
                    <a:pt x="33540" y="78524"/>
                  </a:lnTo>
                  <a:lnTo>
                    <a:pt x="34836" y="78435"/>
                  </a:lnTo>
                  <a:lnTo>
                    <a:pt x="35242" y="76098"/>
                  </a:lnTo>
                  <a:lnTo>
                    <a:pt x="34975" y="70396"/>
                  </a:lnTo>
                  <a:lnTo>
                    <a:pt x="34620" y="69126"/>
                  </a:lnTo>
                  <a:lnTo>
                    <a:pt x="35763" y="69392"/>
                  </a:lnTo>
                  <a:lnTo>
                    <a:pt x="38201" y="69240"/>
                  </a:lnTo>
                  <a:lnTo>
                    <a:pt x="40640" y="69075"/>
                  </a:lnTo>
                  <a:lnTo>
                    <a:pt x="42595" y="68351"/>
                  </a:lnTo>
                  <a:close/>
                </a:path>
                <a:path w="68580" h="78740">
                  <a:moveTo>
                    <a:pt x="43065" y="10553"/>
                  </a:moveTo>
                  <a:lnTo>
                    <a:pt x="43002" y="9067"/>
                  </a:lnTo>
                  <a:lnTo>
                    <a:pt x="40982" y="8585"/>
                  </a:lnTo>
                  <a:lnTo>
                    <a:pt x="36106" y="8890"/>
                  </a:lnTo>
                  <a:lnTo>
                    <a:pt x="34937" y="9321"/>
                  </a:lnTo>
                  <a:lnTo>
                    <a:pt x="35179" y="7988"/>
                  </a:lnTo>
                  <a:lnTo>
                    <a:pt x="35052" y="5130"/>
                  </a:lnTo>
                  <a:lnTo>
                    <a:pt x="34925" y="2286"/>
                  </a:lnTo>
                  <a:lnTo>
                    <a:pt x="34302" y="0"/>
                  </a:lnTo>
                  <a:lnTo>
                    <a:pt x="33020" y="88"/>
                  </a:lnTo>
                  <a:lnTo>
                    <a:pt x="32600" y="2438"/>
                  </a:lnTo>
                  <a:lnTo>
                    <a:pt x="32867" y="8128"/>
                  </a:lnTo>
                  <a:lnTo>
                    <a:pt x="33210" y="9398"/>
                  </a:lnTo>
                  <a:lnTo>
                    <a:pt x="32143" y="9131"/>
                  </a:lnTo>
                  <a:lnTo>
                    <a:pt x="29705" y="9283"/>
                  </a:lnTo>
                  <a:lnTo>
                    <a:pt x="27266" y="9448"/>
                  </a:lnTo>
                  <a:lnTo>
                    <a:pt x="25298" y="10172"/>
                  </a:lnTo>
                  <a:lnTo>
                    <a:pt x="25374" y="11671"/>
                  </a:lnTo>
                  <a:lnTo>
                    <a:pt x="27393" y="12153"/>
                  </a:lnTo>
                  <a:lnTo>
                    <a:pt x="32270" y="11849"/>
                  </a:lnTo>
                  <a:lnTo>
                    <a:pt x="33362" y="11442"/>
                  </a:lnTo>
                  <a:lnTo>
                    <a:pt x="33134" y="12750"/>
                  </a:lnTo>
                  <a:lnTo>
                    <a:pt x="33261" y="15595"/>
                  </a:lnTo>
                  <a:lnTo>
                    <a:pt x="33401" y="18440"/>
                  </a:lnTo>
                  <a:lnTo>
                    <a:pt x="34023" y="20726"/>
                  </a:lnTo>
                  <a:lnTo>
                    <a:pt x="35306" y="20637"/>
                  </a:lnTo>
                  <a:lnTo>
                    <a:pt x="35712" y="18300"/>
                  </a:lnTo>
                  <a:lnTo>
                    <a:pt x="35458" y="12598"/>
                  </a:lnTo>
                  <a:lnTo>
                    <a:pt x="35090" y="11328"/>
                  </a:lnTo>
                  <a:lnTo>
                    <a:pt x="36233" y="11595"/>
                  </a:lnTo>
                  <a:lnTo>
                    <a:pt x="38671" y="11442"/>
                  </a:lnTo>
                  <a:lnTo>
                    <a:pt x="41109" y="11277"/>
                  </a:lnTo>
                  <a:lnTo>
                    <a:pt x="43065" y="10553"/>
                  </a:lnTo>
                  <a:close/>
                </a:path>
                <a:path w="68580" h="78740">
                  <a:moveTo>
                    <a:pt x="68135" y="39801"/>
                  </a:moveTo>
                  <a:lnTo>
                    <a:pt x="68059" y="38303"/>
                  </a:lnTo>
                  <a:lnTo>
                    <a:pt x="66052" y="37820"/>
                  </a:lnTo>
                  <a:lnTo>
                    <a:pt x="61175" y="38125"/>
                  </a:lnTo>
                  <a:lnTo>
                    <a:pt x="60020" y="38569"/>
                  </a:lnTo>
                  <a:lnTo>
                    <a:pt x="60261" y="37223"/>
                  </a:lnTo>
                  <a:lnTo>
                    <a:pt x="60121" y="34378"/>
                  </a:lnTo>
                  <a:lnTo>
                    <a:pt x="59982" y="31521"/>
                  </a:lnTo>
                  <a:lnTo>
                    <a:pt x="59372" y="29248"/>
                  </a:lnTo>
                  <a:lnTo>
                    <a:pt x="58077" y="29324"/>
                  </a:lnTo>
                  <a:lnTo>
                    <a:pt x="57670" y="31673"/>
                  </a:lnTo>
                  <a:lnTo>
                    <a:pt x="57937" y="37363"/>
                  </a:lnTo>
                  <a:lnTo>
                    <a:pt x="58280" y="38633"/>
                  </a:lnTo>
                  <a:lnTo>
                    <a:pt x="57213" y="38366"/>
                  </a:lnTo>
                  <a:lnTo>
                    <a:pt x="54762" y="38531"/>
                  </a:lnTo>
                  <a:lnTo>
                    <a:pt x="52324" y="38684"/>
                  </a:lnTo>
                  <a:lnTo>
                    <a:pt x="50368" y="39408"/>
                  </a:lnTo>
                  <a:lnTo>
                    <a:pt x="50444" y="40906"/>
                  </a:lnTo>
                  <a:lnTo>
                    <a:pt x="52451" y="41389"/>
                  </a:lnTo>
                  <a:lnTo>
                    <a:pt x="57327" y="41084"/>
                  </a:lnTo>
                  <a:lnTo>
                    <a:pt x="58420" y="40678"/>
                  </a:lnTo>
                  <a:lnTo>
                    <a:pt x="58191" y="41986"/>
                  </a:lnTo>
                  <a:lnTo>
                    <a:pt x="58331" y="44831"/>
                  </a:lnTo>
                  <a:lnTo>
                    <a:pt x="58470" y="47688"/>
                  </a:lnTo>
                  <a:lnTo>
                    <a:pt x="59093" y="49961"/>
                  </a:lnTo>
                  <a:lnTo>
                    <a:pt x="60375" y="49885"/>
                  </a:lnTo>
                  <a:lnTo>
                    <a:pt x="60782" y="47536"/>
                  </a:lnTo>
                  <a:lnTo>
                    <a:pt x="60515" y="41846"/>
                  </a:lnTo>
                  <a:lnTo>
                    <a:pt x="60159" y="40563"/>
                  </a:lnTo>
                  <a:lnTo>
                    <a:pt x="61302" y="40830"/>
                  </a:lnTo>
                  <a:lnTo>
                    <a:pt x="63741" y="40678"/>
                  </a:lnTo>
                  <a:lnTo>
                    <a:pt x="66179" y="40525"/>
                  </a:lnTo>
                  <a:lnTo>
                    <a:pt x="68135" y="398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4" name="object 1724" descr=""/>
            <p:cNvSpPr/>
            <p:nvPr/>
          </p:nvSpPr>
          <p:spPr>
            <a:xfrm>
              <a:off x="13119848" y="7511578"/>
              <a:ext cx="54610" cy="88900"/>
            </a:xfrm>
            <a:custGeom>
              <a:avLst/>
              <a:gdLst/>
              <a:ahLst/>
              <a:cxnLst/>
              <a:rect l="l" t="t" r="r" b="b"/>
              <a:pathLst>
                <a:path w="54609" h="88900">
                  <a:moveTo>
                    <a:pt x="54022" y="69640"/>
                  </a:moveTo>
                  <a:lnTo>
                    <a:pt x="37904" y="88437"/>
                  </a:lnTo>
                  <a:lnTo>
                    <a:pt x="0" y="44218"/>
                  </a:lnTo>
                  <a:lnTo>
                    <a:pt x="37904" y="0"/>
                  </a:lnTo>
                  <a:lnTo>
                    <a:pt x="54022" y="18797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5" name="object 1725" descr=""/>
            <p:cNvSpPr/>
            <p:nvPr/>
          </p:nvSpPr>
          <p:spPr>
            <a:xfrm>
              <a:off x="13123901" y="7516107"/>
              <a:ext cx="43180" cy="78740"/>
            </a:xfrm>
            <a:custGeom>
              <a:avLst/>
              <a:gdLst/>
              <a:ahLst/>
              <a:cxnLst/>
              <a:rect l="l" t="t" r="r" b="b"/>
              <a:pathLst>
                <a:path w="43180" h="78740">
                  <a:moveTo>
                    <a:pt x="17767" y="39382"/>
                  </a:moveTo>
                  <a:lnTo>
                    <a:pt x="17691" y="37884"/>
                  </a:lnTo>
                  <a:lnTo>
                    <a:pt x="15684" y="37414"/>
                  </a:lnTo>
                  <a:lnTo>
                    <a:pt x="10795" y="37706"/>
                  </a:lnTo>
                  <a:lnTo>
                    <a:pt x="9639" y="38150"/>
                  </a:lnTo>
                  <a:lnTo>
                    <a:pt x="9880" y="36817"/>
                  </a:lnTo>
                  <a:lnTo>
                    <a:pt x="9753" y="33959"/>
                  </a:lnTo>
                  <a:lnTo>
                    <a:pt x="9613" y="31115"/>
                  </a:lnTo>
                  <a:lnTo>
                    <a:pt x="8991" y="28829"/>
                  </a:lnTo>
                  <a:lnTo>
                    <a:pt x="7708" y="28917"/>
                  </a:lnTo>
                  <a:lnTo>
                    <a:pt x="7302" y="31267"/>
                  </a:lnTo>
                  <a:lnTo>
                    <a:pt x="7556" y="36957"/>
                  </a:lnTo>
                  <a:lnTo>
                    <a:pt x="7899" y="38227"/>
                  </a:lnTo>
                  <a:lnTo>
                    <a:pt x="6832" y="37960"/>
                  </a:lnTo>
                  <a:lnTo>
                    <a:pt x="4394" y="38112"/>
                  </a:lnTo>
                  <a:lnTo>
                    <a:pt x="1955" y="38277"/>
                  </a:lnTo>
                  <a:lnTo>
                    <a:pt x="0" y="39001"/>
                  </a:lnTo>
                  <a:lnTo>
                    <a:pt x="76" y="40487"/>
                  </a:lnTo>
                  <a:lnTo>
                    <a:pt x="2082" y="40970"/>
                  </a:lnTo>
                  <a:lnTo>
                    <a:pt x="6959" y="40678"/>
                  </a:lnTo>
                  <a:lnTo>
                    <a:pt x="8051" y="40271"/>
                  </a:lnTo>
                  <a:lnTo>
                    <a:pt x="7823" y="41579"/>
                  </a:lnTo>
                  <a:lnTo>
                    <a:pt x="7962" y="44424"/>
                  </a:lnTo>
                  <a:lnTo>
                    <a:pt x="8089" y="47269"/>
                  </a:lnTo>
                  <a:lnTo>
                    <a:pt x="8712" y="49555"/>
                  </a:lnTo>
                  <a:lnTo>
                    <a:pt x="9994" y="49466"/>
                  </a:lnTo>
                  <a:lnTo>
                    <a:pt x="10414" y="47129"/>
                  </a:lnTo>
                  <a:lnTo>
                    <a:pt x="10147" y="41427"/>
                  </a:lnTo>
                  <a:lnTo>
                    <a:pt x="9791" y="40157"/>
                  </a:lnTo>
                  <a:lnTo>
                    <a:pt x="10922" y="40424"/>
                  </a:lnTo>
                  <a:lnTo>
                    <a:pt x="13360" y="40271"/>
                  </a:lnTo>
                  <a:lnTo>
                    <a:pt x="15798" y="40106"/>
                  </a:lnTo>
                  <a:lnTo>
                    <a:pt x="17767" y="39382"/>
                  </a:lnTo>
                  <a:close/>
                </a:path>
                <a:path w="43180" h="78740">
                  <a:moveTo>
                    <a:pt x="42595" y="68351"/>
                  </a:moveTo>
                  <a:lnTo>
                    <a:pt x="42519" y="66852"/>
                  </a:lnTo>
                  <a:lnTo>
                    <a:pt x="40513" y="66370"/>
                  </a:lnTo>
                  <a:lnTo>
                    <a:pt x="35636" y="66675"/>
                  </a:lnTo>
                  <a:lnTo>
                    <a:pt x="34480" y="67119"/>
                  </a:lnTo>
                  <a:lnTo>
                    <a:pt x="34721" y="65773"/>
                  </a:lnTo>
                  <a:lnTo>
                    <a:pt x="34582" y="62928"/>
                  </a:lnTo>
                  <a:lnTo>
                    <a:pt x="34442" y="60083"/>
                  </a:lnTo>
                  <a:lnTo>
                    <a:pt x="33832" y="57797"/>
                  </a:lnTo>
                  <a:lnTo>
                    <a:pt x="32537" y="57886"/>
                  </a:lnTo>
                  <a:lnTo>
                    <a:pt x="32131" y="60223"/>
                  </a:lnTo>
                  <a:lnTo>
                    <a:pt x="32397" y="65925"/>
                  </a:lnTo>
                  <a:lnTo>
                    <a:pt x="32740" y="67195"/>
                  </a:lnTo>
                  <a:lnTo>
                    <a:pt x="31673" y="66929"/>
                  </a:lnTo>
                  <a:lnTo>
                    <a:pt x="29222" y="67081"/>
                  </a:lnTo>
                  <a:lnTo>
                    <a:pt x="26784" y="67246"/>
                  </a:lnTo>
                  <a:lnTo>
                    <a:pt x="24828" y="67970"/>
                  </a:lnTo>
                  <a:lnTo>
                    <a:pt x="24904" y="69456"/>
                  </a:lnTo>
                  <a:lnTo>
                    <a:pt x="26911" y="69938"/>
                  </a:lnTo>
                  <a:lnTo>
                    <a:pt x="31788" y="69634"/>
                  </a:lnTo>
                  <a:lnTo>
                    <a:pt x="32880" y="69240"/>
                  </a:lnTo>
                  <a:lnTo>
                    <a:pt x="32651" y="70548"/>
                  </a:lnTo>
                  <a:lnTo>
                    <a:pt x="32791" y="73393"/>
                  </a:lnTo>
                  <a:lnTo>
                    <a:pt x="32931" y="76238"/>
                  </a:lnTo>
                  <a:lnTo>
                    <a:pt x="33540" y="78524"/>
                  </a:lnTo>
                  <a:lnTo>
                    <a:pt x="34836" y="78435"/>
                  </a:lnTo>
                  <a:lnTo>
                    <a:pt x="35242" y="76098"/>
                  </a:lnTo>
                  <a:lnTo>
                    <a:pt x="34975" y="70396"/>
                  </a:lnTo>
                  <a:lnTo>
                    <a:pt x="34620" y="69126"/>
                  </a:lnTo>
                  <a:lnTo>
                    <a:pt x="35763" y="69392"/>
                  </a:lnTo>
                  <a:lnTo>
                    <a:pt x="38201" y="69240"/>
                  </a:lnTo>
                  <a:lnTo>
                    <a:pt x="40640" y="69075"/>
                  </a:lnTo>
                  <a:lnTo>
                    <a:pt x="42595" y="68351"/>
                  </a:lnTo>
                  <a:close/>
                </a:path>
                <a:path w="43180" h="78740">
                  <a:moveTo>
                    <a:pt x="43065" y="10553"/>
                  </a:moveTo>
                  <a:lnTo>
                    <a:pt x="43002" y="9067"/>
                  </a:lnTo>
                  <a:lnTo>
                    <a:pt x="40982" y="8585"/>
                  </a:lnTo>
                  <a:lnTo>
                    <a:pt x="36106" y="8890"/>
                  </a:lnTo>
                  <a:lnTo>
                    <a:pt x="34950" y="9321"/>
                  </a:lnTo>
                  <a:lnTo>
                    <a:pt x="35191" y="7988"/>
                  </a:lnTo>
                  <a:lnTo>
                    <a:pt x="35052" y="5130"/>
                  </a:lnTo>
                  <a:lnTo>
                    <a:pt x="34925" y="2286"/>
                  </a:lnTo>
                  <a:lnTo>
                    <a:pt x="34302" y="0"/>
                  </a:lnTo>
                  <a:lnTo>
                    <a:pt x="33020" y="88"/>
                  </a:lnTo>
                  <a:lnTo>
                    <a:pt x="32600" y="2438"/>
                  </a:lnTo>
                  <a:lnTo>
                    <a:pt x="32867" y="8128"/>
                  </a:lnTo>
                  <a:lnTo>
                    <a:pt x="33210" y="9398"/>
                  </a:lnTo>
                  <a:lnTo>
                    <a:pt x="32143" y="9131"/>
                  </a:lnTo>
                  <a:lnTo>
                    <a:pt x="29705" y="9283"/>
                  </a:lnTo>
                  <a:lnTo>
                    <a:pt x="27266" y="9448"/>
                  </a:lnTo>
                  <a:lnTo>
                    <a:pt x="25298" y="10172"/>
                  </a:lnTo>
                  <a:lnTo>
                    <a:pt x="25374" y="11671"/>
                  </a:lnTo>
                  <a:lnTo>
                    <a:pt x="27393" y="12153"/>
                  </a:lnTo>
                  <a:lnTo>
                    <a:pt x="32270" y="11849"/>
                  </a:lnTo>
                  <a:lnTo>
                    <a:pt x="33362" y="11442"/>
                  </a:lnTo>
                  <a:lnTo>
                    <a:pt x="33134" y="12750"/>
                  </a:lnTo>
                  <a:lnTo>
                    <a:pt x="33261" y="15595"/>
                  </a:lnTo>
                  <a:lnTo>
                    <a:pt x="33388" y="18440"/>
                  </a:lnTo>
                  <a:lnTo>
                    <a:pt x="34023" y="20726"/>
                  </a:lnTo>
                  <a:lnTo>
                    <a:pt x="35306" y="20637"/>
                  </a:lnTo>
                  <a:lnTo>
                    <a:pt x="35712" y="18300"/>
                  </a:lnTo>
                  <a:lnTo>
                    <a:pt x="35458" y="12598"/>
                  </a:lnTo>
                  <a:lnTo>
                    <a:pt x="35090" y="11328"/>
                  </a:lnTo>
                  <a:lnTo>
                    <a:pt x="36233" y="11595"/>
                  </a:lnTo>
                  <a:lnTo>
                    <a:pt x="38671" y="11442"/>
                  </a:lnTo>
                  <a:lnTo>
                    <a:pt x="41109" y="11277"/>
                  </a:lnTo>
                  <a:lnTo>
                    <a:pt x="43065" y="10553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6" name="object 1726" descr=""/>
            <p:cNvSpPr/>
            <p:nvPr/>
          </p:nvSpPr>
          <p:spPr>
            <a:xfrm>
              <a:off x="12965824" y="7634287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75819" y="44229"/>
                  </a:moveTo>
                  <a:lnTo>
                    <a:pt x="37904" y="88447"/>
                  </a:lnTo>
                  <a:lnTo>
                    <a:pt x="0" y="44229"/>
                  </a:lnTo>
                  <a:lnTo>
                    <a:pt x="37904" y="0"/>
                  </a:lnTo>
                  <a:lnTo>
                    <a:pt x="75819" y="44229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7" name="object 1727" descr=""/>
            <p:cNvSpPr/>
            <p:nvPr/>
          </p:nvSpPr>
          <p:spPr>
            <a:xfrm>
              <a:off x="12969875" y="7638827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382"/>
                  </a:moveTo>
                  <a:lnTo>
                    <a:pt x="17691" y="37884"/>
                  </a:lnTo>
                  <a:lnTo>
                    <a:pt x="15684" y="37401"/>
                  </a:lnTo>
                  <a:lnTo>
                    <a:pt x="10795" y="37706"/>
                  </a:lnTo>
                  <a:lnTo>
                    <a:pt x="9639" y="38150"/>
                  </a:lnTo>
                  <a:lnTo>
                    <a:pt x="9880" y="36804"/>
                  </a:lnTo>
                  <a:lnTo>
                    <a:pt x="9753" y="33959"/>
                  </a:lnTo>
                  <a:lnTo>
                    <a:pt x="9613" y="31115"/>
                  </a:lnTo>
                  <a:lnTo>
                    <a:pt x="8991" y="28829"/>
                  </a:lnTo>
                  <a:lnTo>
                    <a:pt x="7708" y="28917"/>
                  </a:lnTo>
                  <a:lnTo>
                    <a:pt x="7302" y="31254"/>
                  </a:lnTo>
                  <a:lnTo>
                    <a:pt x="7556" y="36957"/>
                  </a:lnTo>
                  <a:lnTo>
                    <a:pt x="7899" y="38227"/>
                  </a:lnTo>
                  <a:lnTo>
                    <a:pt x="6832" y="37960"/>
                  </a:lnTo>
                  <a:lnTo>
                    <a:pt x="4394" y="38112"/>
                  </a:lnTo>
                  <a:lnTo>
                    <a:pt x="1955" y="38277"/>
                  </a:lnTo>
                  <a:lnTo>
                    <a:pt x="0" y="39001"/>
                  </a:lnTo>
                  <a:lnTo>
                    <a:pt x="76" y="40487"/>
                  </a:lnTo>
                  <a:lnTo>
                    <a:pt x="2082" y="40970"/>
                  </a:lnTo>
                  <a:lnTo>
                    <a:pt x="6959" y="40665"/>
                  </a:lnTo>
                  <a:lnTo>
                    <a:pt x="8051" y="40259"/>
                  </a:lnTo>
                  <a:lnTo>
                    <a:pt x="7823" y="41579"/>
                  </a:lnTo>
                  <a:lnTo>
                    <a:pt x="7962" y="44424"/>
                  </a:lnTo>
                  <a:lnTo>
                    <a:pt x="8089" y="47269"/>
                  </a:lnTo>
                  <a:lnTo>
                    <a:pt x="8712" y="49555"/>
                  </a:lnTo>
                  <a:lnTo>
                    <a:pt x="9994" y="49466"/>
                  </a:lnTo>
                  <a:lnTo>
                    <a:pt x="10414" y="47129"/>
                  </a:lnTo>
                  <a:lnTo>
                    <a:pt x="10147" y="41427"/>
                  </a:lnTo>
                  <a:lnTo>
                    <a:pt x="9791" y="40157"/>
                  </a:lnTo>
                  <a:lnTo>
                    <a:pt x="10922" y="40424"/>
                  </a:lnTo>
                  <a:lnTo>
                    <a:pt x="13360" y="40271"/>
                  </a:lnTo>
                  <a:lnTo>
                    <a:pt x="15811" y="40106"/>
                  </a:lnTo>
                  <a:lnTo>
                    <a:pt x="17767" y="39382"/>
                  </a:lnTo>
                  <a:close/>
                </a:path>
                <a:path w="68580" h="78740">
                  <a:moveTo>
                    <a:pt x="42595" y="68351"/>
                  </a:moveTo>
                  <a:lnTo>
                    <a:pt x="42519" y="66852"/>
                  </a:lnTo>
                  <a:lnTo>
                    <a:pt x="40513" y="66370"/>
                  </a:lnTo>
                  <a:lnTo>
                    <a:pt x="35636" y="66675"/>
                  </a:lnTo>
                  <a:lnTo>
                    <a:pt x="34480" y="67119"/>
                  </a:lnTo>
                  <a:lnTo>
                    <a:pt x="34721" y="65773"/>
                  </a:lnTo>
                  <a:lnTo>
                    <a:pt x="34582" y="62928"/>
                  </a:lnTo>
                  <a:lnTo>
                    <a:pt x="34442" y="60083"/>
                  </a:lnTo>
                  <a:lnTo>
                    <a:pt x="33832" y="57797"/>
                  </a:lnTo>
                  <a:lnTo>
                    <a:pt x="32537" y="57886"/>
                  </a:lnTo>
                  <a:lnTo>
                    <a:pt x="32131" y="60223"/>
                  </a:lnTo>
                  <a:lnTo>
                    <a:pt x="32397" y="65925"/>
                  </a:lnTo>
                  <a:lnTo>
                    <a:pt x="32740" y="67195"/>
                  </a:lnTo>
                  <a:lnTo>
                    <a:pt x="31673" y="66929"/>
                  </a:lnTo>
                  <a:lnTo>
                    <a:pt x="29222" y="67081"/>
                  </a:lnTo>
                  <a:lnTo>
                    <a:pt x="26784" y="67246"/>
                  </a:lnTo>
                  <a:lnTo>
                    <a:pt x="24828" y="67957"/>
                  </a:lnTo>
                  <a:lnTo>
                    <a:pt x="24904" y="69456"/>
                  </a:lnTo>
                  <a:lnTo>
                    <a:pt x="26911" y="69938"/>
                  </a:lnTo>
                  <a:lnTo>
                    <a:pt x="31788" y="69634"/>
                  </a:lnTo>
                  <a:lnTo>
                    <a:pt x="32880" y="69240"/>
                  </a:lnTo>
                  <a:lnTo>
                    <a:pt x="32651" y="70548"/>
                  </a:lnTo>
                  <a:lnTo>
                    <a:pt x="32791" y="73393"/>
                  </a:lnTo>
                  <a:lnTo>
                    <a:pt x="32918" y="76238"/>
                  </a:lnTo>
                  <a:lnTo>
                    <a:pt x="33540" y="78524"/>
                  </a:lnTo>
                  <a:lnTo>
                    <a:pt x="34836" y="78435"/>
                  </a:lnTo>
                  <a:lnTo>
                    <a:pt x="35242" y="76098"/>
                  </a:lnTo>
                  <a:lnTo>
                    <a:pt x="34975" y="70396"/>
                  </a:lnTo>
                  <a:lnTo>
                    <a:pt x="34620" y="69126"/>
                  </a:lnTo>
                  <a:lnTo>
                    <a:pt x="35763" y="69392"/>
                  </a:lnTo>
                  <a:lnTo>
                    <a:pt x="38201" y="69227"/>
                  </a:lnTo>
                  <a:lnTo>
                    <a:pt x="40640" y="69075"/>
                  </a:lnTo>
                  <a:lnTo>
                    <a:pt x="42595" y="68351"/>
                  </a:lnTo>
                  <a:close/>
                </a:path>
                <a:path w="68580" h="78740">
                  <a:moveTo>
                    <a:pt x="43078" y="10553"/>
                  </a:moveTo>
                  <a:lnTo>
                    <a:pt x="43002" y="9067"/>
                  </a:lnTo>
                  <a:lnTo>
                    <a:pt x="40982" y="8585"/>
                  </a:lnTo>
                  <a:lnTo>
                    <a:pt x="36106" y="8890"/>
                  </a:lnTo>
                  <a:lnTo>
                    <a:pt x="34950" y="9321"/>
                  </a:lnTo>
                  <a:lnTo>
                    <a:pt x="35191" y="7988"/>
                  </a:lnTo>
                  <a:lnTo>
                    <a:pt x="35052" y="5130"/>
                  </a:lnTo>
                  <a:lnTo>
                    <a:pt x="34925" y="2286"/>
                  </a:lnTo>
                  <a:lnTo>
                    <a:pt x="34302" y="0"/>
                  </a:lnTo>
                  <a:lnTo>
                    <a:pt x="33020" y="88"/>
                  </a:lnTo>
                  <a:lnTo>
                    <a:pt x="32600" y="2438"/>
                  </a:lnTo>
                  <a:lnTo>
                    <a:pt x="32867" y="8128"/>
                  </a:lnTo>
                  <a:lnTo>
                    <a:pt x="33210" y="9398"/>
                  </a:lnTo>
                  <a:lnTo>
                    <a:pt x="32143" y="9131"/>
                  </a:lnTo>
                  <a:lnTo>
                    <a:pt x="29705" y="9283"/>
                  </a:lnTo>
                  <a:lnTo>
                    <a:pt x="27266" y="9448"/>
                  </a:lnTo>
                  <a:lnTo>
                    <a:pt x="25298" y="10172"/>
                  </a:lnTo>
                  <a:lnTo>
                    <a:pt x="25374" y="11671"/>
                  </a:lnTo>
                  <a:lnTo>
                    <a:pt x="27393" y="12153"/>
                  </a:lnTo>
                  <a:lnTo>
                    <a:pt x="32270" y="11849"/>
                  </a:lnTo>
                  <a:lnTo>
                    <a:pt x="33362" y="11442"/>
                  </a:lnTo>
                  <a:lnTo>
                    <a:pt x="33134" y="12750"/>
                  </a:lnTo>
                  <a:lnTo>
                    <a:pt x="33261" y="15595"/>
                  </a:lnTo>
                  <a:lnTo>
                    <a:pt x="33388" y="18440"/>
                  </a:lnTo>
                  <a:lnTo>
                    <a:pt x="34023" y="20726"/>
                  </a:lnTo>
                  <a:lnTo>
                    <a:pt x="35306" y="20637"/>
                  </a:lnTo>
                  <a:lnTo>
                    <a:pt x="35712" y="18300"/>
                  </a:lnTo>
                  <a:lnTo>
                    <a:pt x="35458" y="12598"/>
                  </a:lnTo>
                  <a:lnTo>
                    <a:pt x="35102" y="11328"/>
                  </a:lnTo>
                  <a:lnTo>
                    <a:pt x="36233" y="11595"/>
                  </a:lnTo>
                  <a:lnTo>
                    <a:pt x="38671" y="11442"/>
                  </a:lnTo>
                  <a:lnTo>
                    <a:pt x="41109" y="11277"/>
                  </a:lnTo>
                  <a:lnTo>
                    <a:pt x="43078" y="10553"/>
                  </a:lnTo>
                  <a:close/>
                </a:path>
                <a:path w="68580" h="78740">
                  <a:moveTo>
                    <a:pt x="68135" y="39801"/>
                  </a:moveTo>
                  <a:lnTo>
                    <a:pt x="68059" y="38303"/>
                  </a:lnTo>
                  <a:lnTo>
                    <a:pt x="66052" y="37820"/>
                  </a:lnTo>
                  <a:lnTo>
                    <a:pt x="61175" y="38125"/>
                  </a:lnTo>
                  <a:lnTo>
                    <a:pt x="60020" y="38569"/>
                  </a:lnTo>
                  <a:lnTo>
                    <a:pt x="60261" y="37223"/>
                  </a:lnTo>
                  <a:lnTo>
                    <a:pt x="60121" y="34378"/>
                  </a:lnTo>
                  <a:lnTo>
                    <a:pt x="59994" y="31521"/>
                  </a:lnTo>
                  <a:lnTo>
                    <a:pt x="59372" y="29248"/>
                  </a:lnTo>
                  <a:lnTo>
                    <a:pt x="58077" y="29324"/>
                  </a:lnTo>
                  <a:lnTo>
                    <a:pt x="57670" y="31673"/>
                  </a:lnTo>
                  <a:lnTo>
                    <a:pt x="57937" y="37363"/>
                  </a:lnTo>
                  <a:lnTo>
                    <a:pt x="58280" y="38633"/>
                  </a:lnTo>
                  <a:lnTo>
                    <a:pt x="57213" y="38366"/>
                  </a:lnTo>
                  <a:lnTo>
                    <a:pt x="54775" y="38531"/>
                  </a:lnTo>
                  <a:lnTo>
                    <a:pt x="52324" y="38684"/>
                  </a:lnTo>
                  <a:lnTo>
                    <a:pt x="50368" y="39408"/>
                  </a:lnTo>
                  <a:lnTo>
                    <a:pt x="50444" y="40906"/>
                  </a:lnTo>
                  <a:lnTo>
                    <a:pt x="52451" y="41389"/>
                  </a:lnTo>
                  <a:lnTo>
                    <a:pt x="57340" y="41084"/>
                  </a:lnTo>
                  <a:lnTo>
                    <a:pt x="58420" y="40678"/>
                  </a:lnTo>
                  <a:lnTo>
                    <a:pt x="58191" y="41986"/>
                  </a:lnTo>
                  <a:lnTo>
                    <a:pt x="58331" y="44831"/>
                  </a:lnTo>
                  <a:lnTo>
                    <a:pt x="58470" y="47688"/>
                  </a:lnTo>
                  <a:lnTo>
                    <a:pt x="59080" y="49961"/>
                  </a:lnTo>
                  <a:lnTo>
                    <a:pt x="60375" y="49885"/>
                  </a:lnTo>
                  <a:lnTo>
                    <a:pt x="60782" y="47536"/>
                  </a:lnTo>
                  <a:lnTo>
                    <a:pt x="60515" y="41846"/>
                  </a:lnTo>
                  <a:lnTo>
                    <a:pt x="60159" y="40563"/>
                  </a:lnTo>
                  <a:lnTo>
                    <a:pt x="61302" y="40830"/>
                  </a:lnTo>
                  <a:lnTo>
                    <a:pt x="63741" y="40678"/>
                  </a:lnTo>
                  <a:lnTo>
                    <a:pt x="66179" y="40525"/>
                  </a:lnTo>
                  <a:lnTo>
                    <a:pt x="68135" y="398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8" name="object 1728" descr=""/>
            <p:cNvSpPr/>
            <p:nvPr/>
          </p:nvSpPr>
          <p:spPr>
            <a:xfrm>
              <a:off x="13003309" y="7693111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75819" y="44218"/>
                  </a:moveTo>
                  <a:lnTo>
                    <a:pt x="37904" y="88447"/>
                  </a:lnTo>
                  <a:lnTo>
                    <a:pt x="0" y="44218"/>
                  </a:lnTo>
                  <a:lnTo>
                    <a:pt x="37904" y="0"/>
                  </a:lnTo>
                  <a:lnTo>
                    <a:pt x="75819" y="4421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9" name="object 1729" descr=""/>
            <p:cNvSpPr/>
            <p:nvPr/>
          </p:nvSpPr>
          <p:spPr>
            <a:xfrm>
              <a:off x="13007353" y="7697641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382"/>
                  </a:moveTo>
                  <a:lnTo>
                    <a:pt x="17703" y="37884"/>
                  </a:lnTo>
                  <a:lnTo>
                    <a:pt x="15684" y="37414"/>
                  </a:lnTo>
                  <a:lnTo>
                    <a:pt x="10807" y="37706"/>
                  </a:lnTo>
                  <a:lnTo>
                    <a:pt x="9652" y="38150"/>
                  </a:lnTo>
                  <a:lnTo>
                    <a:pt x="9893" y="36804"/>
                  </a:lnTo>
                  <a:lnTo>
                    <a:pt x="9753" y="33959"/>
                  </a:lnTo>
                  <a:lnTo>
                    <a:pt x="9626" y="31115"/>
                  </a:lnTo>
                  <a:lnTo>
                    <a:pt x="9004" y="28829"/>
                  </a:lnTo>
                  <a:lnTo>
                    <a:pt x="7708" y="28917"/>
                  </a:lnTo>
                  <a:lnTo>
                    <a:pt x="7302" y="31254"/>
                  </a:lnTo>
                  <a:lnTo>
                    <a:pt x="7569" y="36957"/>
                  </a:lnTo>
                  <a:lnTo>
                    <a:pt x="7912" y="38227"/>
                  </a:lnTo>
                  <a:lnTo>
                    <a:pt x="6845" y="37960"/>
                  </a:lnTo>
                  <a:lnTo>
                    <a:pt x="4406" y="38112"/>
                  </a:lnTo>
                  <a:lnTo>
                    <a:pt x="1968" y="38277"/>
                  </a:lnTo>
                  <a:lnTo>
                    <a:pt x="0" y="38989"/>
                  </a:lnTo>
                  <a:lnTo>
                    <a:pt x="76" y="40487"/>
                  </a:lnTo>
                  <a:lnTo>
                    <a:pt x="2082" y="40970"/>
                  </a:lnTo>
                  <a:lnTo>
                    <a:pt x="6972" y="40665"/>
                  </a:lnTo>
                  <a:lnTo>
                    <a:pt x="8051" y="40271"/>
                  </a:lnTo>
                  <a:lnTo>
                    <a:pt x="7823" y="41579"/>
                  </a:lnTo>
                  <a:lnTo>
                    <a:pt x="7962" y="44424"/>
                  </a:lnTo>
                  <a:lnTo>
                    <a:pt x="8102" y="47269"/>
                  </a:lnTo>
                  <a:lnTo>
                    <a:pt x="8724" y="49555"/>
                  </a:lnTo>
                  <a:lnTo>
                    <a:pt x="10007" y="49466"/>
                  </a:lnTo>
                  <a:lnTo>
                    <a:pt x="10414" y="47129"/>
                  </a:lnTo>
                  <a:lnTo>
                    <a:pt x="10147" y="41427"/>
                  </a:lnTo>
                  <a:lnTo>
                    <a:pt x="9791" y="40157"/>
                  </a:lnTo>
                  <a:lnTo>
                    <a:pt x="10934" y="40424"/>
                  </a:lnTo>
                  <a:lnTo>
                    <a:pt x="13373" y="40271"/>
                  </a:lnTo>
                  <a:lnTo>
                    <a:pt x="15811" y="40106"/>
                  </a:lnTo>
                  <a:lnTo>
                    <a:pt x="17767" y="39382"/>
                  </a:lnTo>
                  <a:close/>
                </a:path>
                <a:path w="68580" h="78740">
                  <a:moveTo>
                    <a:pt x="42608" y="68351"/>
                  </a:moveTo>
                  <a:lnTo>
                    <a:pt x="42532" y="66852"/>
                  </a:lnTo>
                  <a:lnTo>
                    <a:pt x="40525" y="66370"/>
                  </a:lnTo>
                  <a:lnTo>
                    <a:pt x="35636" y="66675"/>
                  </a:lnTo>
                  <a:lnTo>
                    <a:pt x="34480" y="67119"/>
                  </a:lnTo>
                  <a:lnTo>
                    <a:pt x="34721" y="65773"/>
                  </a:lnTo>
                  <a:lnTo>
                    <a:pt x="34582" y="62928"/>
                  </a:lnTo>
                  <a:lnTo>
                    <a:pt x="34467" y="60083"/>
                  </a:lnTo>
                  <a:lnTo>
                    <a:pt x="33832" y="57797"/>
                  </a:lnTo>
                  <a:lnTo>
                    <a:pt x="32550" y="57886"/>
                  </a:lnTo>
                  <a:lnTo>
                    <a:pt x="32143" y="60223"/>
                  </a:lnTo>
                  <a:lnTo>
                    <a:pt x="32397" y="65925"/>
                  </a:lnTo>
                  <a:lnTo>
                    <a:pt x="32740" y="67195"/>
                  </a:lnTo>
                  <a:lnTo>
                    <a:pt x="31673" y="66929"/>
                  </a:lnTo>
                  <a:lnTo>
                    <a:pt x="29235" y="67081"/>
                  </a:lnTo>
                  <a:lnTo>
                    <a:pt x="26797" y="67246"/>
                  </a:lnTo>
                  <a:lnTo>
                    <a:pt x="24841" y="67970"/>
                  </a:lnTo>
                  <a:lnTo>
                    <a:pt x="24917" y="69456"/>
                  </a:lnTo>
                  <a:lnTo>
                    <a:pt x="26924" y="69938"/>
                  </a:lnTo>
                  <a:lnTo>
                    <a:pt x="31800" y="69634"/>
                  </a:lnTo>
                  <a:lnTo>
                    <a:pt x="32893" y="69227"/>
                  </a:lnTo>
                  <a:lnTo>
                    <a:pt x="32664" y="70548"/>
                  </a:lnTo>
                  <a:lnTo>
                    <a:pt x="32804" y="73393"/>
                  </a:lnTo>
                  <a:lnTo>
                    <a:pt x="32931" y="76238"/>
                  </a:lnTo>
                  <a:lnTo>
                    <a:pt x="33553" y="78524"/>
                  </a:lnTo>
                  <a:lnTo>
                    <a:pt x="34836" y="78435"/>
                  </a:lnTo>
                  <a:lnTo>
                    <a:pt x="35255" y="76098"/>
                  </a:lnTo>
                  <a:lnTo>
                    <a:pt x="34988" y="70396"/>
                  </a:lnTo>
                  <a:lnTo>
                    <a:pt x="34632" y="69126"/>
                  </a:lnTo>
                  <a:lnTo>
                    <a:pt x="35763" y="69392"/>
                  </a:lnTo>
                  <a:lnTo>
                    <a:pt x="38201" y="69240"/>
                  </a:lnTo>
                  <a:lnTo>
                    <a:pt x="40640" y="69075"/>
                  </a:lnTo>
                  <a:lnTo>
                    <a:pt x="42608" y="68351"/>
                  </a:lnTo>
                  <a:close/>
                </a:path>
                <a:path w="68580" h="78740">
                  <a:moveTo>
                    <a:pt x="43078" y="10553"/>
                  </a:moveTo>
                  <a:lnTo>
                    <a:pt x="43002" y="9067"/>
                  </a:lnTo>
                  <a:lnTo>
                    <a:pt x="40995" y="8585"/>
                  </a:lnTo>
                  <a:lnTo>
                    <a:pt x="36118" y="8890"/>
                  </a:lnTo>
                  <a:lnTo>
                    <a:pt x="34963" y="9321"/>
                  </a:lnTo>
                  <a:lnTo>
                    <a:pt x="35204" y="7988"/>
                  </a:lnTo>
                  <a:lnTo>
                    <a:pt x="35064" y="5130"/>
                  </a:lnTo>
                  <a:lnTo>
                    <a:pt x="34925" y="2286"/>
                  </a:lnTo>
                  <a:lnTo>
                    <a:pt x="34302" y="0"/>
                  </a:lnTo>
                  <a:lnTo>
                    <a:pt x="33020" y="88"/>
                  </a:lnTo>
                  <a:lnTo>
                    <a:pt x="32613" y="2438"/>
                  </a:lnTo>
                  <a:lnTo>
                    <a:pt x="32880" y="8128"/>
                  </a:lnTo>
                  <a:lnTo>
                    <a:pt x="33223" y="9398"/>
                  </a:lnTo>
                  <a:lnTo>
                    <a:pt x="32143" y="9131"/>
                  </a:lnTo>
                  <a:lnTo>
                    <a:pt x="29705" y="9283"/>
                  </a:lnTo>
                  <a:lnTo>
                    <a:pt x="27266" y="9448"/>
                  </a:lnTo>
                  <a:lnTo>
                    <a:pt x="25311" y="10172"/>
                  </a:lnTo>
                  <a:lnTo>
                    <a:pt x="25387" y="11671"/>
                  </a:lnTo>
                  <a:lnTo>
                    <a:pt x="27393" y="12141"/>
                  </a:lnTo>
                  <a:lnTo>
                    <a:pt x="32270" y="11849"/>
                  </a:lnTo>
                  <a:lnTo>
                    <a:pt x="33362" y="11442"/>
                  </a:lnTo>
                  <a:lnTo>
                    <a:pt x="33134" y="12750"/>
                  </a:lnTo>
                  <a:lnTo>
                    <a:pt x="33274" y="15595"/>
                  </a:lnTo>
                  <a:lnTo>
                    <a:pt x="33413" y="18440"/>
                  </a:lnTo>
                  <a:lnTo>
                    <a:pt x="34023" y="20726"/>
                  </a:lnTo>
                  <a:lnTo>
                    <a:pt x="35318" y="20637"/>
                  </a:lnTo>
                  <a:lnTo>
                    <a:pt x="35725" y="18300"/>
                  </a:lnTo>
                  <a:lnTo>
                    <a:pt x="35458" y="12598"/>
                  </a:lnTo>
                  <a:lnTo>
                    <a:pt x="35102" y="11328"/>
                  </a:lnTo>
                  <a:lnTo>
                    <a:pt x="36245" y="11595"/>
                  </a:lnTo>
                  <a:lnTo>
                    <a:pt x="38684" y="11442"/>
                  </a:lnTo>
                  <a:lnTo>
                    <a:pt x="41122" y="11277"/>
                  </a:lnTo>
                  <a:lnTo>
                    <a:pt x="43078" y="10553"/>
                  </a:lnTo>
                  <a:close/>
                </a:path>
                <a:path w="68580" h="78740">
                  <a:moveTo>
                    <a:pt x="68148" y="39801"/>
                  </a:moveTo>
                  <a:lnTo>
                    <a:pt x="68072" y="38303"/>
                  </a:lnTo>
                  <a:lnTo>
                    <a:pt x="66065" y="37820"/>
                  </a:lnTo>
                  <a:lnTo>
                    <a:pt x="61175" y="38125"/>
                  </a:lnTo>
                  <a:lnTo>
                    <a:pt x="60020" y="38557"/>
                  </a:lnTo>
                  <a:lnTo>
                    <a:pt x="60261" y="37223"/>
                  </a:lnTo>
                  <a:lnTo>
                    <a:pt x="60134" y="34378"/>
                  </a:lnTo>
                  <a:lnTo>
                    <a:pt x="59994" y="31521"/>
                  </a:lnTo>
                  <a:lnTo>
                    <a:pt x="59372" y="29248"/>
                  </a:lnTo>
                  <a:lnTo>
                    <a:pt x="58089" y="29324"/>
                  </a:lnTo>
                  <a:lnTo>
                    <a:pt x="57683" y="31673"/>
                  </a:lnTo>
                  <a:lnTo>
                    <a:pt x="57937" y="37363"/>
                  </a:lnTo>
                  <a:lnTo>
                    <a:pt x="58280" y="38633"/>
                  </a:lnTo>
                  <a:lnTo>
                    <a:pt x="57213" y="38366"/>
                  </a:lnTo>
                  <a:lnTo>
                    <a:pt x="54775" y="38531"/>
                  </a:lnTo>
                  <a:lnTo>
                    <a:pt x="52336" y="38684"/>
                  </a:lnTo>
                  <a:lnTo>
                    <a:pt x="50380" y="39408"/>
                  </a:lnTo>
                  <a:lnTo>
                    <a:pt x="50457" y="40906"/>
                  </a:lnTo>
                  <a:lnTo>
                    <a:pt x="52463" y="41389"/>
                  </a:lnTo>
                  <a:lnTo>
                    <a:pt x="57340" y="41084"/>
                  </a:lnTo>
                  <a:lnTo>
                    <a:pt x="58432" y="40678"/>
                  </a:lnTo>
                  <a:lnTo>
                    <a:pt x="58216" y="41986"/>
                  </a:lnTo>
                  <a:lnTo>
                    <a:pt x="58343" y="44831"/>
                  </a:lnTo>
                  <a:lnTo>
                    <a:pt x="58470" y="47688"/>
                  </a:lnTo>
                  <a:lnTo>
                    <a:pt x="59093" y="49961"/>
                  </a:lnTo>
                  <a:lnTo>
                    <a:pt x="60375" y="49885"/>
                  </a:lnTo>
                  <a:lnTo>
                    <a:pt x="60794" y="47536"/>
                  </a:lnTo>
                  <a:lnTo>
                    <a:pt x="60528" y="41846"/>
                  </a:lnTo>
                  <a:lnTo>
                    <a:pt x="60159" y="40563"/>
                  </a:lnTo>
                  <a:lnTo>
                    <a:pt x="61302" y="40830"/>
                  </a:lnTo>
                  <a:lnTo>
                    <a:pt x="63741" y="40678"/>
                  </a:lnTo>
                  <a:lnTo>
                    <a:pt x="66192" y="40525"/>
                  </a:lnTo>
                  <a:lnTo>
                    <a:pt x="68148" y="398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0" name="object 1730" descr=""/>
            <p:cNvSpPr/>
            <p:nvPr/>
          </p:nvSpPr>
          <p:spPr>
            <a:xfrm>
              <a:off x="13081324" y="7693111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75819" y="44218"/>
                  </a:moveTo>
                  <a:lnTo>
                    <a:pt x="37904" y="88447"/>
                  </a:lnTo>
                  <a:lnTo>
                    <a:pt x="0" y="44218"/>
                  </a:lnTo>
                  <a:lnTo>
                    <a:pt x="37904" y="0"/>
                  </a:lnTo>
                  <a:lnTo>
                    <a:pt x="75819" y="4421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1" name="object 1731" descr=""/>
            <p:cNvSpPr/>
            <p:nvPr/>
          </p:nvSpPr>
          <p:spPr>
            <a:xfrm>
              <a:off x="13085369" y="7697641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382"/>
                  </a:moveTo>
                  <a:lnTo>
                    <a:pt x="17691" y="37884"/>
                  </a:lnTo>
                  <a:lnTo>
                    <a:pt x="15684" y="37414"/>
                  </a:lnTo>
                  <a:lnTo>
                    <a:pt x="10807" y="37706"/>
                  </a:lnTo>
                  <a:lnTo>
                    <a:pt x="9652" y="38150"/>
                  </a:lnTo>
                  <a:lnTo>
                    <a:pt x="9893" y="36804"/>
                  </a:lnTo>
                  <a:lnTo>
                    <a:pt x="9753" y="33959"/>
                  </a:lnTo>
                  <a:lnTo>
                    <a:pt x="9613" y="31115"/>
                  </a:lnTo>
                  <a:lnTo>
                    <a:pt x="9004" y="28829"/>
                  </a:lnTo>
                  <a:lnTo>
                    <a:pt x="7708" y="28917"/>
                  </a:lnTo>
                  <a:lnTo>
                    <a:pt x="7302" y="31254"/>
                  </a:lnTo>
                  <a:lnTo>
                    <a:pt x="7569" y="36957"/>
                  </a:lnTo>
                  <a:lnTo>
                    <a:pt x="7912" y="38227"/>
                  </a:lnTo>
                  <a:lnTo>
                    <a:pt x="6845" y="37960"/>
                  </a:lnTo>
                  <a:lnTo>
                    <a:pt x="4406" y="38112"/>
                  </a:lnTo>
                  <a:lnTo>
                    <a:pt x="1955" y="38277"/>
                  </a:lnTo>
                  <a:lnTo>
                    <a:pt x="0" y="38989"/>
                  </a:lnTo>
                  <a:lnTo>
                    <a:pt x="76" y="40487"/>
                  </a:lnTo>
                  <a:lnTo>
                    <a:pt x="2082" y="40970"/>
                  </a:lnTo>
                  <a:lnTo>
                    <a:pt x="6972" y="40665"/>
                  </a:lnTo>
                  <a:lnTo>
                    <a:pt x="8051" y="40271"/>
                  </a:lnTo>
                  <a:lnTo>
                    <a:pt x="7823" y="41579"/>
                  </a:lnTo>
                  <a:lnTo>
                    <a:pt x="7962" y="44424"/>
                  </a:lnTo>
                  <a:lnTo>
                    <a:pt x="8089" y="47269"/>
                  </a:lnTo>
                  <a:lnTo>
                    <a:pt x="8724" y="49555"/>
                  </a:lnTo>
                  <a:lnTo>
                    <a:pt x="10007" y="49466"/>
                  </a:lnTo>
                  <a:lnTo>
                    <a:pt x="10414" y="47129"/>
                  </a:lnTo>
                  <a:lnTo>
                    <a:pt x="10160" y="41427"/>
                  </a:lnTo>
                  <a:lnTo>
                    <a:pt x="9804" y="40157"/>
                  </a:lnTo>
                  <a:lnTo>
                    <a:pt x="10934" y="40424"/>
                  </a:lnTo>
                  <a:lnTo>
                    <a:pt x="13373" y="40271"/>
                  </a:lnTo>
                  <a:lnTo>
                    <a:pt x="15811" y="40106"/>
                  </a:lnTo>
                  <a:lnTo>
                    <a:pt x="17767" y="39382"/>
                  </a:lnTo>
                  <a:close/>
                </a:path>
                <a:path w="68580" h="78740">
                  <a:moveTo>
                    <a:pt x="42608" y="68351"/>
                  </a:moveTo>
                  <a:lnTo>
                    <a:pt x="42532" y="66852"/>
                  </a:lnTo>
                  <a:lnTo>
                    <a:pt x="40525" y="66370"/>
                  </a:lnTo>
                  <a:lnTo>
                    <a:pt x="35636" y="66675"/>
                  </a:lnTo>
                  <a:lnTo>
                    <a:pt x="34480" y="67119"/>
                  </a:lnTo>
                  <a:lnTo>
                    <a:pt x="34721" y="65773"/>
                  </a:lnTo>
                  <a:lnTo>
                    <a:pt x="34594" y="62928"/>
                  </a:lnTo>
                  <a:lnTo>
                    <a:pt x="34455" y="60083"/>
                  </a:lnTo>
                  <a:lnTo>
                    <a:pt x="33832" y="57797"/>
                  </a:lnTo>
                  <a:lnTo>
                    <a:pt x="32550" y="57886"/>
                  </a:lnTo>
                  <a:lnTo>
                    <a:pt x="32143" y="60223"/>
                  </a:lnTo>
                  <a:lnTo>
                    <a:pt x="32397" y="65925"/>
                  </a:lnTo>
                  <a:lnTo>
                    <a:pt x="32740" y="67195"/>
                  </a:lnTo>
                  <a:lnTo>
                    <a:pt x="31673" y="66929"/>
                  </a:lnTo>
                  <a:lnTo>
                    <a:pt x="29235" y="67081"/>
                  </a:lnTo>
                  <a:lnTo>
                    <a:pt x="26797" y="67246"/>
                  </a:lnTo>
                  <a:lnTo>
                    <a:pt x="24841" y="67970"/>
                  </a:lnTo>
                  <a:lnTo>
                    <a:pt x="24904" y="69456"/>
                  </a:lnTo>
                  <a:lnTo>
                    <a:pt x="26924" y="69938"/>
                  </a:lnTo>
                  <a:lnTo>
                    <a:pt x="31800" y="69634"/>
                  </a:lnTo>
                  <a:lnTo>
                    <a:pt x="32905" y="69227"/>
                  </a:lnTo>
                  <a:lnTo>
                    <a:pt x="32677" y="70548"/>
                  </a:lnTo>
                  <a:lnTo>
                    <a:pt x="32804" y="73393"/>
                  </a:lnTo>
                  <a:lnTo>
                    <a:pt x="32931" y="76238"/>
                  </a:lnTo>
                  <a:lnTo>
                    <a:pt x="33553" y="78524"/>
                  </a:lnTo>
                  <a:lnTo>
                    <a:pt x="34836" y="78435"/>
                  </a:lnTo>
                  <a:lnTo>
                    <a:pt x="35242" y="76098"/>
                  </a:lnTo>
                  <a:lnTo>
                    <a:pt x="34988" y="70396"/>
                  </a:lnTo>
                  <a:lnTo>
                    <a:pt x="34632" y="69126"/>
                  </a:lnTo>
                  <a:lnTo>
                    <a:pt x="35763" y="69392"/>
                  </a:lnTo>
                  <a:lnTo>
                    <a:pt x="38201" y="69240"/>
                  </a:lnTo>
                  <a:lnTo>
                    <a:pt x="40640" y="69075"/>
                  </a:lnTo>
                  <a:lnTo>
                    <a:pt x="42608" y="68351"/>
                  </a:lnTo>
                  <a:close/>
                </a:path>
                <a:path w="68580" h="78740">
                  <a:moveTo>
                    <a:pt x="43078" y="10553"/>
                  </a:moveTo>
                  <a:lnTo>
                    <a:pt x="43002" y="9067"/>
                  </a:lnTo>
                  <a:lnTo>
                    <a:pt x="40995" y="8585"/>
                  </a:lnTo>
                  <a:lnTo>
                    <a:pt x="36118" y="8890"/>
                  </a:lnTo>
                  <a:lnTo>
                    <a:pt x="34963" y="9321"/>
                  </a:lnTo>
                  <a:lnTo>
                    <a:pt x="35204" y="7988"/>
                  </a:lnTo>
                  <a:lnTo>
                    <a:pt x="35064" y="5130"/>
                  </a:lnTo>
                  <a:lnTo>
                    <a:pt x="34937" y="2286"/>
                  </a:lnTo>
                  <a:lnTo>
                    <a:pt x="34302" y="0"/>
                  </a:lnTo>
                  <a:lnTo>
                    <a:pt x="33020" y="88"/>
                  </a:lnTo>
                  <a:lnTo>
                    <a:pt x="32613" y="2438"/>
                  </a:lnTo>
                  <a:lnTo>
                    <a:pt x="32867" y="8128"/>
                  </a:lnTo>
                  <a:lnTo>
                    <a:pt x="33210" y="9398"/>
                  </a:lnTo>
                  <a:lnTo>
                    <a:pt x="32143" y="9131"/>
                  </a:lnTo>
                  <a:lnTo>
                    <a:pt x="29705" y="9283"/>
                  </a:lnTo>
                  <a:lnTo>
                    <a:pt x="27266" y="9448"/>
                  </a:lnTo>
                  <a:lnTo>
                    <a:pt x="25311" y="10172"/>
                  </a:lnTo>
                  <a:lnTo>
                    <a:pt x="25387" y="11671"/>
                  </a:lnTo>
                  <a:lnTo>
                    <a:pt x="27393" y="12141"/>
                  </a:lnTo>
                  <a:lnTo>
                    <a:pt x="32270" y="11849"/>
                  </a:lnTo>
                  <a:lnTo>
                    <a:pt x="33362" y="11442"/>
                  </a:lnTo>
                  <a:lnTo>
                    <a:pt x="33134" y="12750"/>
                  </a:lnTo>
                  <a:lnTo>
                    <a:pt x="33274" y="15595"/>
                  </a:lnTo>
                  <a:lnTo>
                    <a:pt x="33413" y="18440"/>
                  </a:lnTo>
                  <a:lnTo>
                    <a:pt x="34023" y="20726"/>
                  </a:lnTo>
                  <a:lnTo>
                    <a:pt x="35318" y="20637"/>
                  </a:lnTo>
                  <a:lnTo>
                    <a:pt x="35725" y="18300"/>
                  </a:lnTo>
                  <a:lnTo>
                    <a:pt x="35458" y="12598"/>
                  </a:lnTo>
                  <a:lnTo>
                    <a:pt x="35102" y="11328"/>
                  </a:lnTo>
                  <a:lnTo>
                    <a:pt x="36245" y="11595"/>
                  </a:lnTo>
                  <a:lnTo>
                    <a:pt x="38684" y="11442"/>
                  </a:lnTo>
                  <a:lnTo>
                    <a:pt x="41122" y="11277"/>
                  </a:lnTo>
                  <a:lnTo>
                    <a:pt x="43078" y="10553"/>
                  </a:lnTo>
                  <a:close/>
                </a:path>
                <a:path w="68580" h="78740">
                  <a:moveTo>
                    <a:pt x="68148" y="39801"/>
                  </a:moveTo>
                  <a:lnTo>
                    <a:pt x="68072" y="38303"/>
                  </a:lnTo>
                  <a:lnTo>
                    <a:pt x="66065" y="37820"/>
                  </a:lnTo>
                  <a:lnTo>
                    <a:pt x="61175" y="38125"/>
                  </a:lnTo>
                  <a:lnTo>
                    <a:pt x="60020" y="38557"/>
                  </a:lnTo>
                  <a:lnTo>
                    <a:pt x="60261" y="37223"/>
                  </a:lnTo>
                  <a:lnTo>
                    <a:pt x="60134" y="34378"/>
                  </a:lnTo>
                  <a:lnTo>
                    <a:pt x="59994" y="31521"/>
                  </a:lnTo>
                  <a:lnTo>
                    <a:pt x="59372" y="29248"/>
                  </a:lnTo>
                  <a:lnTo>
                    <a:pt x="58089" y="29324"/>
                  </a:lnTo>
                  <a:lnTo>
                    <a:pt x="57683" y="31673"/>
                  </a:lnTo>
                  <a:lnTo>
                    <a:pt x="57937" y="37363"/>
                  </a:lnTo>
                  <a:lnTo>
                    <a:pt x="58280" y="38633"/>
                  </a:lnTo>
                  <a:lnTo>
                    <a:pt x="57213" y="38366"/>
                  </a:lnTo>
                  <a:lnTo>
                    <a:pt x="54775" y="38531"/>
                  </a:lnTo>
                  <a:lnTo>
                    <a:pt x="52336" y="38684"/>
                  </a:lnTo>
                  <a:lnTo>
                    <a:pt x="50380" y="39408"/>
                  </a:lnTo>
                  <a:lnTo>
                    <a:pt x="50457" y="40906"/>
                  </a:lnTo>
                  <a:lnTo>
                    <a:pt x="52463" y="41389"/>
                  </a:lnTo>
                  <a:lnTo>
                    <a:pt x="57340" y="41084"/>
                  </a:lnTo>
                  <a:lnTo>
                    <a:pt x="58432" y="40678"/>
                  </a:lnTo>
                  <a:lnTo>
                    <a:pt x="58204" y="41986"/>
                  </a:lnTo>
                  <a:lnTo>
                    <a:pt x="58343" y="44831"/>
                  </a:lnTo>
                  <a:lnTo>
                    <a:pt x="58470" y="47688"/>
                  </a:lnTo>
                  <a:lnTo>
                    <a:pt x="59093" y="49961"/>
                  </a:lnTo>
                  <a:lnTo>
                    <a:pt x="60375" y="49885"/>
                  </a:lnTo>
                  <a:lnTo>
                    <a:pt x="60794" y="47536"/>
                  </a:lnTo>
                  <a:lnTo>
                    <a:pt x="60528" y="41846"/>
                  </a:lnTo>
                  <a:lnTo>
                    <a:pt x="60159" y="40563"/>
                  </a:lnTo>
                  <a:lnTo>
                    <a:pt x="61302" y="40830"/>
                  </a:lnTo>
                  <a:lnTo>
                    <a:pt x="63741" y="40678"/>
                  </a:lnTo>
                  <a:lnTo>
                    <a:pt x="66179" y="40525"/>
                  </a:lnTo>
                  <a:lnTo>
                    <a:pt x="68148" y="398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2" name="object 1732" descr=""/>
            <p:cNvSpPr/>
            <p:nvPr/>
          </p:nvSpPr>
          <p:spPr>
            <a:xfrm>
              <a:off x="12954748" y="7693111"/>
              <a:ext cx="48895" cy="88900"/>
            </a:xfrm>
            <a:custGeom>
              <a:avLst/>
              <a:gdLst/>
              <a:ahLst/>
              <a:cxnLst/>
              <a:rect l="l" t="t" r="r" b="b"/>
              <a:pathLst>
                <a:path w="48895" h="88900">
                  <a:moveTo>
                    <a:pt x="48555" y="44218"/>
                  </a:moveTo>
                  <a:lnTo>
                    <a:pt x="10640" y="88447"/>
                  </a:lnTo>
                  <a:lnTo>
                    <a:pt x="0" y="76031"/>
                  </a:lnTo>
                </a:path>
                <a:path w="48895" h="88900">
                  <a:moveTo>
                    <a:pt x="1993" y="10088"/>
                  </a:moveTo>
                  <a:lnTo>
                    <a:pt x="10640" y="0"/>
                  </a:lnTo>
                  <a:lnTo>
                    <a:pt x="48555" y="4421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3" name="object 1733" descr=""/>
            <p:cNvSpPr/>
            <p:nvPr/>
          </p:nvSpPr>
          <p:spPr>
            <a:xfrm>
              <a:off x="12956363" y="7697641"/>
              <a:ext cx="43815" cy="78740"/>
            </a:xfrm>
            <a:custGeom>
              <a:avLst/>
              <a:gdLst/>
              <a:ahLst/>
              <a:cxnLst/>
              <a:rect l="l" t="t" r="r" b="b"/>
              <a:pathLst>
                <a:path w="43815" h="78740">
                  <a:moveTo>
                    <a:pt x="17767" y="68351"/>
                  </a:moveTo>
                  <a:lnTo>
                    <a:pt x="17703" y="66852"/>
                  </a:lnTo>
                  <a:lnTo>
                    <a:pt x="15684" y="66370"/>
                  </a:lnTo>
                  <a:lnTo>
                    <a:pt x="10807" y="66675"/>
                  </a:lnTo>
                  <a:lnTo>
                    <a:pt x="9652" y="67119"/>
                  </a:lnTo>
                  <a:lnTo>
                    <a:pt x="9893" y="65773"/>
                  </a:lnTo>
                  <a:lnTo>
                    <a:pt x="9753" y="62928"/>
                  </a:lnTo>
                  <a:lnTo>
                    <a:pt x="9613" y="60083"/>
                  </a:lnTo>
                  <a:lnTo>
                    <a:pt x="9004" y="57797"/>
                  </a:lnTo>
                  <a:lnTo>
                    <a:pt x="7708" y="57886"/>
                  </a:lnTo>
                  <a:lnTo>
                    <a:pt x="7302" y="60223"/>
                  </a:lnTo>
                  <a:lnTo>
                    <a:pt x="7569" y="65925"/>
                  </a:lnTo>
                  <a:lnTo>
                    <a:pt x="7912" y="67195"/>
                  </a:lnTo>
                  <a:lnTo>
                    <a:pt x="6845" y="66929"/>
                  </a:lnTo>
                  <a:lnTo>
                    <a:pt x="4406" y="67081"/>
                  </a:lnTo>
                  <a:lnTo>
                    <a:pt x="1968" y="67246"/>
                  </a:lnTo>
                  <a:lnTo>
                    <a:pt x="0" y="67970"/>
                  </a:lnTo>
                  <a:lnTo>
                    <a:pt x="76" y="69456"/>
                  </a:lnTo>
                  <a:lnTo>
                    <a:pt x="2082" y="69938"/>
                  </a:lnTo>
                  <a:lnTo>
                    <a:pt x="6972" y="69634"/>
                  </a:lnTo>
                  <a:lnTo>
                    <a:pt x="8051" y="69240"/>
                  </a:lnTo>
                  <a:lnTo>
                    <a:pt x="7835" y="70548"/>
                  </a:lnTo>
                  <a:lnTo>
                    <a:pt x="7962" y="73393"/>
                  </a:lnTo>
                  <a:lnTo>
                    <a:pt x="8102" y="76238"/>
                  </a:lnTo>
                  <a:lnTo>
                    <a:pt x="8724" y="78524"/>
                  </a:lnTo>
                  <a:lnTo>
                    <a:pt x="10007" y="78435"/>
                  </a:lnTo>
                  <a:lnTo>
                    <a:pt x="10414" y="76098"/>
                  </a:lnTo>
                  <a:lnTo>
                    <a:pt x="10160" y="70396"/>
                  </a:lnTo>
                  <a:lnTo>
                    <a:pt x="9804" y="69126"/>
                  </a:lnTo>
                  <a:lnTo>
                    <a:pt x="10934" y="69392"/>
                  </a:lnTo>
                  <a:lnTo>
                    <a:pt x="13373" y="69240"/>
                  </a:lnTo>
                  <a:lnTo>
                    <a:pt x="15811" y="69075"/>
                  </a:lnTo>
                  <a:lnTo>
                    <a:pt x="17767" y="68351"/>
                  </a:lnTo>
                  <a:close/>
                </a:path>
                <a:path w="43815" h="78740">
                  <a:moveTo>
                    <a:pt x="18249" y="10553"/>
                  </a:moveTo>
                  <a:lnTo>
                    <a:pt x="18173" y="9067"/>
                  </a:lnTo>
                  <a:lnTo>
                    <a:pt x="16167" y="8585"/>
                  </a:lnTo>
                  <a:lnTo>
                    <a:pt x="11277" y="8890"/>
                  </a:lnTo>
                  <a:lnTo>
                    <a:pt x="10121" y="9321"/>
                  </a:lnTo>
                  <a:lnTo>
                    <a:pt x="10363" y="7988"/>
                  </a:lnTo>
                  <a:lnTo>
                    <a:pt x="10223" y="5130"/>
                  </a:lnTo>
                  <a:lnTo>
                    <a:pt x="10109" y="2286"/>
                  </a:lnTo>
                  <a:lnTo>
                    <a:pt x="9474" y="0"/>
                  </a:lnTo>
                  <a:lnTo>
                    <a:pt x="8191" y="88"/>
                  </a:lnTo>
                  <a:lnTo>
                    <a:pt x="7785" y="2438"/>
                  </a:lnTo>
                  <a:lnTo>
                    <a:pt x="8039" y="8128"/>
                  </a:lnTo>
                  <a:lnTo>
                    <a:pt x="8382" y="9398"/>
                  </a:lnTo>
                  <a:lnTo>
                    <a:pt x="7315" y="9131"/>
                  </a:lnTo>
                  <a:lnTo>
                    <a:pt x="4876" y="9283"/>
                  </a:lnTo>
                  <a:lnTo>
                    <a:pt x="2438" y="9448"/>
                  </a:lnTo>
                  <a:lnTo>
                    <a:pt x="482" y="10172"/>
                  </a:lnTo>
                  <a:lnTo>
                    <a:pt x="546" y="11671"/>
                  </a:lnTo>
                  <a:lnTo>
                    <a:pt x="2565" y="12141"/>
                  </a:lnTo>
                  <a:lnTo>
                    <a:pt x="7442" y="11849"/>
                  </a:lnTo>
                  <a:lnTo>
                    <a:pt x="8534" y="11442"/>
                  </a:lnTo>
                  <a:lnTo>
                    <a:pt x="8305" y="12750"/>
                  </a:lnTo>
                  <a:lnTo>
                    <a:pt x="8445" y="15595"/>
                  </a:lnTo>
                  <a:lnTo>
                    <a:pt x="8572" y="18440"/>
                  </a:lnTo>
                  <a:lnTo>
                    <a:pt x="9194" y="20726"/>
                  </a:lnTo>
                  <a:lnTo>
                    <a:pt x="10477" y="20637"/>
                  </a:lnTo>
                  <a:lnTo>
                    <a:pt x="10883" y="18300"/>
                  </a:lnTo>
                  <a:lnTo>
                    <a:pt x="10629" y="12598"/>
                  </a:lnTo>
                  <a:lnTo>
                    <a:pt x="10274" y="11328"/>
                  </a:lnTo>
                  <a:lnTo>
                    <a:pt x="11404" y="11595"/>
                  </a:lnTo>
                  <a:lnTo>
                    <a:pt x="13843" y="11442"/>
                  </a:lnTo>
                  <a:lnTo>
                    <a:pt x="16294" y="11277"/>
                  </a:lnTo>
                  <a:lnTo>
                    <a:pt x="18249" y="10553"/>
                  </a:lnTo>
                  <a:close/>
                </a:path>
                <a:path w="43815" h="78740">
                  <a:moveTo>
                    <a:pt x="43307" y="39801"/>
                  </a:moveTo>
                  <a:lnTo>
                    <a:pt x="43243" y="38303"/>
                  </a:lnTo>
                  <a:lnTo>
                    <a:pt x="41224" y="37820"/>
                  </a:lnTo>
                  <a:lnTo>
                    <a:pt x="36347" y="38125"/>
                  </a:lnTo>
                  <a:lnTo>
                    <a:pt x="35191" y="38557"/>
                  </a:lnTo>
                  <a:lnTo>
                    <a:pt x="35433" y="37223"/>
                  </a:lnTo>
                  <a:lnTo>
                    <a:pt x="35293" y="34378"/>
                  </a:lnTo>
                  <a:lnTo>
                    <a:pt x="35153" y="31521"/>
                  </a:lnTo>
                  <a:lnTo>
                    <a:pt x="34544" y="29248"/>
                  </a:lnTo>
                  <a:lnTo>
                    <a:pt x="33248" y="29324"/>
                  </a:lnTo>
                  <a:lnTo>
                    <a:pt x="32842" y="31673"/>
                  </a:lnTo>
                  <a:lnTo>
                    <a:pt x="33108" y="37363"/>
                  </a:lnTo>
                  <a:lnTo>
                    <a:pt x="33451" y="38633"/>
                  </a:lnTo>
                  <a:lnTo>
                    <a:pt x="32385" y="38366"/>
                  </a:lnTo>
                  <a:lnTo>
                    <a:pt x="29946" y="38531"/>
                  </a:lnTo>
                  <a:lnTo>
                    <a:pt x="27495" y="38684"/>
                  </a:lnTo>
                  <a:lnTo>
                    <a:pt x="25539" y="39408"/>
                  </a:lnTo>
                  <a:lnTo>
                    <a:pt x="25615" y="40906"/>
                  </a:lnTo>
                  <a:lnTo>
                    <a:pt x="27622" y="41389"/>
                  </a:lnTo>
                  <a:lnTo>
                    <a:pt x="32512" y="41084"/>
                  </a:lnTo>
                  <a:lnTo>
                    <a:pt x="33604" y="40678"/>
                  </a:lnTo>
                  <a:lnTo>
                    <a:pt x="33375" y="41986"/>
                  </a:lnTo>
                  <a:lnTo>
                    <a:pt x="33502" y="44831"/>
                  </a:lnTo>
                  <a:lnTo>
                    <a:pt x="33642" y="47688"/>
                  </a:lnTo>
                  <a:lnTo>
                    <a:pt x="34264" y="49961"/>
                  </a:lnTo>
                  <a:lnTo>
                    <a:pt x="35547" y="49885"/>
                  </a:lnTo>
                  <a:lnTo>
                    <a:pt x="35953" y="47536"/>
                  </a:lnTo>
                  <a:lnTo>
                    <a:pt x="35699" y="41846"/>
                  </a:lnTo>
                  <a:lnTo>
                    <a:pt x="35331" y="40563"/>
                  </a:lnTo>
                  <a:lnTo>
                    <a:pt x="36474" y="40830"/>
                  </a:lnTo>
                  <a:lnTo>
                    <a:pt x="38912" y="40678"/>
                  </a:lnTo>
                  <a:lnTo>
                    <a:pt x="41351" y="40525"/>
                  </a:lnTo>
                  <a:lnTo>
                    <a:pt x="43307" y="398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4" name="object 1734" descr=""/>
            <p:cNvSpPr/>
            <p:nvPr/>
          </p:nvSpPr>
          <p:spPr>
            <a:xfrm>
              <a:off x="13042837" y="7634287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75819" y="44229"/>
                  </a:moveTo>
                  <a:lnTo>
                    <a:pt x="37904" y="88447"/>
                  </a:lnTo>
                  <a:lnTo>
                    <a:pt x="0" y="44229"/>
                  </a:lnTo>
                  <a:lnTo>
                    <a:pt x="37904" y="0"/>
                  </a:lnTo>
                  <a:lnTo>
                    <a:pt x="75819" y="44229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5" name="object 1735" descr=""/>
            <p:cNvSpPr/>
            <p:nvPr/>
          </p:nvSpPr>
          <p:spPr>
            <a:xfrm>
              <a:off x="13046888" y="7638827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382"/>
                  </a:moveTo>
                  <a:lnTo>
                    <a:pt x="17691" y="37884"/>
                  </a:lnTo>
                  <a:lnTo>
                    <a:pt x="15684" y="37401"/>
                  </a:lnTo>
                  <a:lnTo>
                    <a:pt x="10795" y="37706"/>
                  </a:lnTo>
                  <a:lnTo>
                    <a:pt x="9639" y="38150"/>
                  </a:lnTo>
                  <a:lnTo>
                    <a:pt x="9880" y="36804"/>
                  </a:lnTo>
                  <a:lnTo>
                    <a:pt x="9753" y="33959"/>
                  </a:lnTo>
                  <a:lnTo>
                    <a:pt x="9613" y="31115"/>
                  </a:lnTo>
                  <a:lnTo>
                    <a:pt x="8991" y="28829"/>
                  </a:lnTo>
                  <a:lnTo>
                    <a:pt x="7708" y="28917"/>
                  </a:lnTo>
                  <a:lnTo>
                    <a:pt x="7302" y="31254"/>
                  </a:lnTo>
                  <a:lnTo>
                    <a:pt x="7556" y="36957"/>
                  </a:lnTo>
                  <a:lnTo>
                    <a:pt x="7899" y="38227"/>
                  </a:lnTo>
                  <a:lnTo>
                    <a:pt x="6832" y="37960"/>
                  </a:lnTo>
                  <a:lnTo>
                    <a:pt x="4394" y="38112"/>
                  </a:lnTo>
                  <a:lnTo>
                    <a:pt x="1955" y="38277"/>
                  </a:lnTo>
                  <a:lnTo>
                    <a:pt x="0" y="39001"/>
                  </a:lnTo>
                  <a:lnTo>
                    <a:pt x="76" y="40487"/>
                  </a:lnTo>
                  <a:lnTo>
                    <a:pt x="2082" y="40970"/>
                  </a:lnTo>
                  <a:lnTo>
                    <a:pt x="6959" y="40665"/>
                  </a:lnTo>
                  <a:lnTo>
                    <a:pt x="8051" y="40259"/>
                  </a:lnTo>
                  <a:lnTo>
                    <a:pt x="7823" y="41579"/>
                  </a:lnTo>
                  <a:lnTo>
                    <a:pt x="7962" y="44424"/>
                  </a:lnTo>
                  <a:lnTo>
                    <a:pt x="8089" y="47269"/>
                  </a:lnTo>
                  <a:lnTo>
                    <a:pt x="8712" y="49555"/>
                  </a:lnTo>
                  <a:lnTo>
                    <a:pt x="9994" y="49466"/>
                  </a:lnTo>
                  <a:lnTo>
                    <a:pt x="10414" y="47129"/>
                  </a:lnTo>
                  <a:lnTo>
                    <a:pt x="10147" y="41427"/>
                  </a:lnTo>
                  <a:lnTo>
                    <a:pt x="9791" y="40157"/>
                  </a:lnTo>
                  <a:lnTo>
                    <a:pt x="10922" y="40424"/>
                  </a:lnTo>
                  <a:lnTo>
                    <a:pt x="13360" y="40271"/>
                  </a:lnTo>
                  <a:lnTo>
                    <a:pt x="15811" y="40106"/>
                  </a:lnTo>
                  <a:lnTo>
                    <a:pt x="17767" y="39382"/>
                  </a:lnTo>
                  <a:close/>
                </a:path>
                <a:path w="68580" h="78740">
                  <a:moveTo>
                    <a:pt x="42595" y="68351"/>
                  </a:moveTo>
                  <a:lnTo>
                    <a:pt x="42519" y="66852"/>
                  </a:lnTo>
                  <a:lnTo>
                    <a:pt x="40513" y="66370"/>
                  </a:lnTo>
                  <a:lnTo>
                    <a:pt x="35636" y="66675"/>
                  </a:lnTo>
                  <a:lnTo>
                    <a:pt x="34480" y="67119"/>
                  </a:lnTo>
                  <a:lnTo>
                    <a:pt x="34721" y="65773"/>
                  </a:lnTo>
                  <a:lnTo>
                    <a:pt x="34582" y="62928"/>
                  </a:lnTo>
                  <a:lnTo>
                    <a:pt x="34455" y="60083"/>
                  </a:lnTo>
                  <a:lnTo>
                    <a:pt x="33832" y="57797"/>
                  </a:lnTo>
                  <a:lnTo>
                    <a:pt x="32537" y="57886"/>
                  </a:lnTo>
                  <a:lnTo>
                    <a:pt x="32131" y="60223"/>
                  </a:lnTo>
                  <a:lnTo>
                    <a:pt x="32397" y="65925"/>
                  </a:lnTo>
                  <a:lnTo>
                    <a:pt x="32740" y="67195"/>
                  </a:lnTo>
                  <a:lnTo>
                    <a:pt x="31673" y="66929"/>
                  </a:lnTo>
                  <a:lnTo>
                    <a:pt x="29222" y="67081"/>
                  </a:lnTo>
                  <a:lnTo>
                    <a:pt x="26784" y="67246"/>
                  </a:lnTo>
                  <a:lnTo>
                    <a:pt x="24828" y="67957"/>
                  </a:lnTo>
                  <a:lnTo>
                    <a:pt x="24904" y="69456"/>
                  </a:lnTo>
                  <a:lnTo>
                    <a:pt x="26911" y="69938"/>
                  </a:lnTo>
                  <a:lnTo>
                    <a:pt x="31788" y="69634"/>
                  </a:lnTo>
                  <a:lnTo>
                    <a:pt x="32880" y="69240"/>
                  </a:lnTo>
                  <a:lnTo>
                    <a:pt x="32651" y="70548"/>
                  </a:lnTo>
                  <a:lnTo>
                    <a:pt x="32791" y="73393"/>
                  </a:lnTo>
                  <a:lnTo>
                    <a:pt x="32931" y="76238"/>
                  </a:lnTo>
                  <a:lnTo>
                    <a:pt x="33540" y="78524"/>
                  </a:lnTo>
                  <a:lnTo>
                    <a:pt x="34836" y="78435"/>
                  </a:lnTo>
                  <a:lnTo>
                    <a:pt x="35242" y="76098"/>
                  </a:lnTo>
                  <a:lnTo>
                    <a:pt x="34975" y="70396"/>
                  </a:lnTo>
                  <a:lnTo>
                    <a:pt x="34620" y="69126"/>
                  </a:lnTo>
                  <a:lnTo>
                    <a:pt x="35763" y="69392"/>
                  </a:lnTo>
                  <a:lnTo>
                    <a:pt x="38201" y="69227"/>
                  </a:lnTo>
                  <a:lnTo>
                    <a:pt x="40640" y="69075"/>
                  </a:lnTo>
                  <a:lnTo>
                    <a:pt x="42595" y="68351"/>
                  </a:lnTo>
                  <a:close/>
                </a:path>
                <a:path w="68580" h="78740">
                  <a:moveTo>
                    <a:pt x="43065" y="10553"/>
                  </a:moveTo>
                  <a:lnTo>
                    <a:pt x="43002" y="9067"/>
                  </a:lnTo>
                  <a:lnTo>
                    <a:pt x="40982" y="8585"/>
                  </a:lnTo>
                  <a:lnTo>
                    <a:pt x="36106" y="8890"/>
                  </a:lnTo>
                  <a:lnTo>
                    <a:pt x="34937" y="9321"/>
                  </a:lnTo>
                  <a:lnTo>
                    <a:pt x="35179" y="7988"/>
                  </a:lnTo>
                  <a:lnTo>
                    <a:pt x="35052" y="5130"/>
                  </a:lnTo>
                  <a:lnTo>
                    <a:pt x="34925" y="2286"/>
                  </a:lnTo>
                  <a:lnTo>
                    <a:pt x="34302" y="0"/>
                  </a:lnTo>
                  <a:lnTo>
                    <a:pt x="33020" y="88"/>
                  </a:lnTo>
                  <a:lnTo>
                    <a:pt x="32600" y="2438"/>
                  </a:lnTo>
                  <a:lnTo>
                    <a:pt x="32867" y="8128"/>
                  </a:lnTo>
                  <a:lnTo>
                    <a:pt x="33210" y="9398"/>
                  </a:lnTo>
                  <a:lnTo>
                    <a:pt x="32143" y="9131"/>
                  </a:lnTo>
                  <a:lnTo>
                    <a:pt x="29705" y="9283"/>
                  </a:lnTo>
                  <a:lnTo>
                    <a:pt x="27266" y="9448"/>
                  </a:lnTo>
                  <a:lnTo>
                    <a:pt x="25298" y="10172"/>
                  </a:lnTo>
                  <a:lnTo>
                    <a:pt x="25374" y="11671"/>
                  </a:lnTo>
                  <a:lnTo>
                    <a:pt x="27393" y="12153"/>
                  </a:lnTo>
                  <a:lnTo>
                    <a:pt x="32270" y="11849"/>
                  </a:lnTo>
                  <a:lnTo>
                    <a:pt x="33362" y="11442"/>
                  </a:lnTo>
                  <a:lnTo>
                    <a:pt x="33134" y="12750"/>
                  </a:lnTo>
                  <a:lnTo>
                    <a:pt x="33261" y="15595"/>
                  </a:lnTo>
                  <a:lnTo>
                    <a:pt x="33401" y="18440"/>
                  </a:lnTo>
                  <a:lnTo>
                    <a:pt x="34023" y="20726"/>
                  </a:lnTo>
                  <a:lnTo>
                    <a:pt x="35306" y="20637"/>
                  </a:lnTo>
                  <a:lnTo>
                    <a:pt x="35712" y="18300"/>
                  </a:lnTo>
                  <a:lnTo>
                    <a:pt x="35458" y="12598"/>
                  </a:lnTo>
                  <a:lnTo>
                    <a:pt x="35102" y="11328"/>
                  </a:lnTo>
                  <a:lnTo>
                    <a:pt x="36233" y="11595"/>
                  </a:lnTo>
                  <a:lnTo>
                    <a:pt x="38671" y="11442"/>
                  </a:lnTo>
                  <a:lnTo>
                    <a:pt x="41109" y="11277"/>
                  </a:lnTo>
                  <a:lnTo>
                    <a:pt x="43065" y="10553"/>
                  </a:lnTo>
                  <a:close/>
                </a:path>
                <a:path w="68580" h="78740">
                  <a:moveTo>
                    <a:pt x="68135" y="39801"/>
                  </a:moveTo>
                  <a:lnTo>
                    <a:pt x="68059" y="38303"/>
                  </a:lnTo>
                  <a:lnTo>
                    <a:pt x="66052" y="37820"/>
                  </a:lnTo>
                  <a:lnTo>
                    <a:pt x="61175" y="38125"/>
                  </a:lnTo>
                  <a:lnTo>
                    <a:pt x="60020" y="38569"/>
                  </a:lnTo>
                  <a:lnTo>
                    <a:pt x="60261" y="37223"/>
                  </a:lnTo>
                  <a:lnTo>
                    <a:pt x="60121" y="34378"/>
                  </a:lnTo>
                  <a:lnTo>
                    <a:pt x="59982" y="31521"/>
                  </a:lnTo>
                  <a:lnTo>
                    <a:pt x="59372" y="29248"/>
                  </a:lnTo>
                  <a:lnTo>
                    <a:pt x="58077" y="29324"/>
                  </a:lnTo>
                  <a:lnTo>
                    <a:pt x="57670" y="31673"/>
                  </a:lnTo>
                  <a:lnTo>
                    <a:pt x="57937" y="37363"/>
                  </a:lnTo>
                  <a:lnTo>
                    <a:pt x="58280" y="38633"/>
                  </a:lnTo>
                  <a:lnTo>
                    <a:pt x="57213" y="38366"/>
                  </a:lnTo>
                  <a:lnTo>
                    <a:pt x="54762" y="38531"/>
                  </a:lnTo>
                  <a:lnTo>
                    <a:pt x="52324" y="38684"/>
                  </a:lnTo>
                  <a:lnTo>
                    <a:pt x="50368" y="39408"/>
                  </a:lnTo>
                  <a:lnTo>
                    <a:pt x="50444" y="40906"/>
                  </a:lnTo>
                  <a:lnTo>
                    <a:pt x="52451" y="41389"/>
                  </a:lnTo>
                  <a:lnTo>
                    <a:pt x="57327" y="41084"/>
                  </a:lnTo>
                  <a:lnTo>
                    <a:pt x="58420" y="40678"/>
                  </a:lnTo>
                  <a:lnTo>
                    <a:pt x="58191" y="41986"/>
                  </a:lnTo>
                  <a:lnTo>
                    <a:pt x="58331" y="44831"/>
                  </a:lnTo>
                  <a:lnTo>
                    <a:pt x="58470" y="47688"/>
                  </a:lnTo>
                  <a:lnTo>
                    <a:pt x="59093" y="49961"/>
                  </a:lnTo>
                  <a:lnTo>
                    <a:pt x="60375" y="49885"/>
                  </a:lnTo>
                  <a:lnTo>
                    <a:pt x="60782" y="47536"/>
                  </a:lnTo>
                  <a:lnTo>
                    <a:pt x="60515" y="41846"/>
                  </a:lnTo>
                  <a:lnTo>
                    <a:pt x="60159" y="40563"/>
                  </a:lnTo>
                  <a:lnTo>
                    <a:pt x="61302" y="40830"/>
                  </a:lnTo>
                  <a:lnTo>
                    <a:pt x="63741" y="40678"/>
                  </a:lnTo>
                  <a:lnTo>
                    <a:pt x="66179" y="40525"/>
                  </a:lnTo>
                  <a:lnTo>
                    <a:pt x="68135" y="398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6" name="object 1736" descr=""/>
            <p:cNvSpPr/>
            <p:nvPr/>
          </p:nvSpPr>
          <p:spPr>
            <a:xfrm>
              <a:off x="13119848" y="7634287"/>
              <a:ext cx="54610" cy="88900"/>
            </a:xfrm>
            <a:custGeom>
              <a:avLst/>
              <a:gdLst/>
              <a:ahLst/>
              <a:cxnLst/>
              <a:rect l="l" t="t" r="r" b="b"/>
              <a:pathLst>
                <a:path w="54609" h="88900">
                  <a:moveTo>
                    <a:pt x="54022" y="69650"/>
                  </a:moveTo>
                  <a:lnTo>
                    <a:pt x="37904" y="88447"/>
                  </a:lnTo>
                  <a:lnTo>
                    <a:pt x="0" y="44229"/>
                  </a:lnTo>
                  <a:lnTo>
                    <a:pt x="37904" y="0"/>
                  </a:lnTo>
                  <a:lnTo>
                    <a:pt x="54022" y="18801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7" name="object 1737" descr=""/>
            <p:cNvSpPr/>
            <p:nvPr/>
          </p:nvSpPr>
          <p:spPr>
            <a:xfrm>
              <a:off x="13123901" y="7638827"/>
              <a:ext cx="43180" cy="78740"/>
            </a:xfrm>
            <a:custGeom>
              <a:avLst/>
              <a:gdLst/>
              <a:ahLst/>
              <a:cxnLst/>
              <a:rect l="l" t="t" r="r" b="b"/>
              <a:pathLst>
                <a:path w="43180" h="78740">
                  <a:moveTo>
                    <a:pt x="17767" y="39382"/>
                  </a:moveTo>
                  <a:lnTo>
                    <a:pt x="17691" y="37884"/>
                  </a:lnTo>
                  <a:lnTo>
                    <a:pt x="15684" y="37401"/>
                  </a:lnTo>
                  <a:lnTo>
                    <a:pt x="10795" y="37706"/>
                  </a:lnTo>
                  <a:lnTo>
                    <a:pt x="9639" y="38150"/>
                  </a:lnTo>
                  <a:lnTo>
                    <a:pt x="9880" y="36804"/>
                  </a:lnTo>
                  <a:lnTo>
                    <a:pt x="9753" y="33959"/>
                  </a:lnTo>
                  <a:lnTo>
                    <a:pt x="9613" y="31115"/>
                  </a:lnTo>
                  <a:lnTo>
                    <a:pt x="8991" y="28829"/>
                  </a:lnTo>
                  <a:lnTo>
                    <a:pt x="7708" y="28917"/>
                  </a:lnTo>
                  <a:lnTo>
                    <a:pt x="7302" y="31254"/>
                  </a:lnTo>
                  <a:lnTo>
                    <a:pt x="7556" y="36957"/>
                  </a:lnTo>
                  <a:lnTo>
                    <a:pt x="7899" y="38227"/>
                  </a:lnTo>
                  <a:lnTo>
                    <a:pt x="6832" y="37960"/>
                  </a:lnTo>
                  <a:lnTo>
                    <a:pt x="4394" y="38112"/>
                  </a:lnTo>
                  <a:lnTo>
                    <a:pt x="1955" y="38277"/>
                  </a:lnTo>
                  <a:lnTo>
                    <a:pt x="0" y="39001"/>
                  </a:lnTo>
                  <a:lnTo>
                    <a:pt x="76" y="40487"/>
                  </a:lnTo>
                  <a:lnTo>
                    <a:pt x="2082" y="40970"/>
                  </a:lnTo>
                  <a:lnTo>
                    <a:pt x="6959" y="40665"/>
                  </a:lnTo>
                  <a:lnTo>
                    <a:pt x="8051" y="40259"/>
                  </a:lnTo>
                  <a:lnTo>
                    <a:pt x="7823" y="41579"/>
                  </a:lnTo>
                  <a:lnTo>
                    <a:pt x="7962" y="44424"/>
                  </a:lnTo>
                  <a:lnTo>
                    <a:pt x="8089" y="47269"/>
                  </a:lnTo>
                  <a:lnTo>
                    <a:pt x="8712" y="49555"/>
                  </a:lnTo>
                  <a:lnTo>
                    <a:pt x="9994" y="49466"/>
                  </a:lnTo>
                  <a:lnTo>
                    <a:pt x="10414" y="47129"/>
                  </a:lnTo>
                  <a:lnTo>
                    <a:pt x="10147" y="41427"/>
                  </a:lnTo>
                  <a:lnTo>
                    <a:pt x="9791" y="40157"/>
                  </a:lnTo>
                  <a:lnTo>
                    <a:pt x="10922" y="40424"/>
                  </a:lnTo>
                  <a:lnTo>
                    <a:pt x="13360" y="40271"/>
                  </a:lnTo>
                  <a:lnTo>
                    <a:pt x="15798" y="40106"/>
                  </a:lnTo>
                  <a:lnTo>
                    <a:pt x="17767" y="39382"/>
                  </a:lnTo>
                  <a:close/>
                </a:path>
                <a:path w="43180" h="78740">
                  <a:moveTo>
                    <a:pt x="42595" y="68351"/>
                  </a:moveTo>
                  <a:lnTo>
                    <a:pt x="42519" y="66852"/>
                  </a:lnTo>
                  <a:lnTo>
                    <a:pt x="40513" y="66370"/>
                  </a:lnTo>
                  <a:lnTo>
                    <a:pt x="35636" y="66675"/>
                  </a:lnTo>
                  <a:lnTo>
                    <a:pt x="34480" y="67119"/>
                  </a:lnTo>
                  <a:lnTo>
                    <a:pt x="34721" y="65773"/>
                  </a:lnTo>
                  <a:lnTo>
                    <a:pt x="34582" y="62928"/>
                  </a:lnTo>
                  <a:lnTo>
                    <a:pt x="34442" y="60083"/>
                  </a:lnTo>
                  <a:lnTo>
                    <a:pt x="33832" y="57797"/>
                  </a:lnTo>
                  <a:lnTo>
                    <a:pt x="32537" y="57886"/>
                  </a:lnTo>
                  <a:lnTo>
                    <a:pt x="32131" y="60223"/>
                  </a:lnTo>
                  <a:lnTo>
                    <a:pt x="32397" y="65925"/>
                  </a:lnTo>
                  <a:lnTo>
                    <a:pt x="32740" y="67195"/>
                  </a:lnTo>
                  <a:lnTo>
                    <a:pt x="31673" y="66929"/>
                  </a:lnTo>
                  <a:lnTo>
                    <a:pt x="29222" y="67081"/>
                  </a:lnTo>
                  <a:lnTo>
                    <a:pt x="26784" y="67246"/>
                  </a:lnTo>
                  <a:lnTo>
                    <a:pt x="24828" y="67957"/>
                  </a:lnTo>
                  <a:lnTo>
                    <a:pt x="24904" y="69456"/>
                  </a:lnTo>
                  <a:lnTo>
                    <a:pt x="26911" y="69938"/>
                  </a:lnTo>
                  <a:lnTo>
                    <a:pt x="31788" y="69634"/>
                  </a:lnTo>
                  <a:lnTo>
                    <a:pt x="32880" y="69240"/>
                  </a:lnTo>
                  <a:lnTo>
                    <a:pt x="32651" y="70548"/>
                  </a:lnTo>
                  <a:lnTo>
                    <a:pt x="32791" y="73393"/>
                  </a:lnTo>
                  <a:lnTo>
                    <a:pt x="32931" y="76238"/>
                  </a:lnTo>
                  <a:lnTo>
                    <a:pt x="33540" y="78524"/>
                  </a:lnTo>
                  <a:lnTo>
                    <a:pt x="34836" y="78435"/>
                  </a:lnTo>
                  <a:lnTo>
                    <a:pt x="35242" y="76098"/>
                  </a:lnTo>
                  <a:lnTo>
                    <a:pt x="34975" y="70396"/>
                  </a:lnTo>
                  <a:lnTo>
                    <a:pt x="34620" y="69126"/>
                  </a:lnTo>
                  <a:lnTo>
                    <a:pt x="35763" y="69392"/>
                  </a:lnTo>
                  <a:lnTo>
                    <a:pt x="38201" y="69227"/>
                  </a:lnTo>
                  <a:lnTo>
                    <a:pt x="40640" y="69075"/>
                  </a:lnTo>
                  <a:lnTo>
                    <a:pt x="42595" y="68351"/>
                  </a:lnTo>
                  <a:close/>
                </a:path>
                <a:path w="43180" h="78740">
                  <a:moveTo>
                    <a:pt x="43065" y="10553"/>
                  </a:moveTo>
                  <a:lnTo>
                    <a:pt x="43002" y="9067"/>
                  </a:lnTo>
                  <a:lnTo>
                    <a:pt x="40982" y="8585"/>
                  </a:lnTo>
                  <a:lnTo>
                    <a:pt x="36106" y="8890"/>
                  </a:lnTo>
                  <a:lnTo>
                    <a:pt x="34950" y="9321"/>
                  </a:lnTo>
                  <a:lnTo>
                    <a:pt x="35191" y="7988"/>
                  </a:lnTo>
                  <a:lnTo>
                    <a:pt x="35052" y="5130"/>
                  </a:lnTo>
                  <a:lnTo>
                    <a:pt x="34925" y="2286"/>
                  </a:lnTo>
                  <a:lnTo>
                    <a:pt x="34302" y="0"/>
                  </a:lnTo>
                  <a:lnTo>
                    <a:pt x="33020" y="88"/>
                  </a:lnTo>
                  <a:lnTo>
                    <a:pt x="32600" y="2438"/>
                  </a:lnTo>
                  <a:lnTo>
                    <a:pt x="32867" y="8128"/>
                  </a:lnTo>
                  <a:lnTo>
                    <a:pt x="33210" y="9398"/>
                  </a:lnTo>
                  <a:lnTo>
                    <a:pt x="32143" y="9131"/>
                  </a:lnTo>
                  <a:lnTo>
                    <a:pt x="29705" y="9283"/>
                  </a:lnTo>
                  <a:lnTo>
                    <a:pt x="27266" y="9448"/>
                  </a:lnTo>
                  <a:lnTo>
                    <a:pt x="25298" y="10172"/>
                  </a:lnTo>
                  <a:lnTo>
                    <a:pt x="25374" y="11671"/>
                  </a:lnTo>
                  <a:lnTo>
                    <a:pt x="27393" y="12153"/>
                  </a:lnTo>
                  <a:lnTo>
                    <a:pt x="32270" y="11849"/>
                  </a:lnTo>
                  <a:lnTo>
                    <a:pt x="33362" y="11442"/>
                  </a:lnTo>
                  <a:lnTo>
                    <a:pt x="33134" y="12750"/>
                  </a:lnTo>
                  <a:lnTo>
                    <a:pt x="33261" y="15595"/>
                  </a:lnTo>
                  <a:lnTo>
                    <a:pt x="33388" y="18440"/>
                  </a:lnTo>
                  <a:lnTo>
                    <a:pt x="34023" y="20726"/>
                  </a:lnTo>
                  <a:lnTo>
                    <a:pt x="35306" y="20637"/>
                  </a:lnTo>
                  <a:lnTo>
                    <a:pt x="35712" y="18300"/>
                  </a:lnTo>
                  <a:lnTo>
                    <a:pt x="35458" y="12598"/>
                  </a:lnTo>
                  <a:lnTo>
                    <a:pt x="35102" y="11328"/>
                  </a:lnTo>
                  <a:lnTo>
                    <a:pt x="36233" y="11595"/>
                  </a:lnTo>
                  <a:lnTo>
                    <a:pt x="38671" y="11442"/>
                  </a:lnTo>
                  <a:lnTo>
                    <a:pt x="41109" y="11277"/>
                  </a:lnTo>
                  <a:lnTo>
                    <a:pt x="43065" y="10553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8" name="object 1738" descr=""/>
            <p:cNvSpPr/>
            <p:nvPr/>
          </p:nvSpPr>
          <p:spPr>
            <a:xfrm>
              <a:off x="12965824" y="7752684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75819" y="44229"/>
                  </a:moveTo>
                  <a:lnTo>
                    <a:pt x="37904" y="88447"/>
                  </a:lnTo>
                  <a:lnTo>
                    <a:pt x="0" y="44229"/>
                  </a:lnTo>
                  <a:lnTo>
                    <a:pt x="37904" y="0"/>
                  </a:lnTo>
                  <a:lnTo>
                    <a:pt x="75819" y="44229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9" name="object 1739" descr=""/>
            <p:cNvSpPr/>
            <p:nvPr/>
          </p:nvSpPr>
          <p:spPr>
            <a:xfrm>
              <a:off x="12969875" y="7757229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382"/>
                  </a:moveTo>
                  <a:lnTo>
                    <a:pt x="17691" y="37884"/>
                  </a:lnTo>
                  <a:lnTo>
                    <a:pt x="15684" y="37401"/>
                  </a:lnTo>
                  <a:lnTo>
                    <a:pt x="10795" y="37706"/>
                  </a:lnTo>
                  <a:lnTo>
                    <a:pt x="9639" y="38150"/>
                  </a:lnTo>
                  <a:lnTo>
                    <a:pt x="9880" y="36804"/>
                  </a:lnTo>
                  <a:lnTo>
                    <a:pt x="9753" y="33959"/>
                  </a:lnTo>
                  <a:lnTo>
                    <a:pt x="9613" y="31102"/>
                  </a:lnTo>
                  <a:lnTo>
                    <a:pt x="8991" y="28829"/>
                  </a:lnTo>
                  <a:lnTo>
                    <a:pt x="7708" y="28905"/>
                  </a:lnTo>
                  <a:lnTo>
                    <a:pt x="7302" y="31254"/>
                  </a:lnTo>
                  <a:lnTo>
                    <a:pt x="7556" y="36957"/>
                  </a:lnTo>
                  <a:lnTo>
                    <a:pt x="7899" y="38214"/>
                  </a:lnTo>
                  <a:lnTo>
                    <a:pt x="6832" y="37947"/>
                  </a:lnTo>
                  <a:lnTo>
                    <a:pt x="4394" y="38112"/>
                  </a:lnTo>
                  <a:lnTo>
                    <a:pt x="1955" y="38265"/>
                  </a:lnTo>
                  <a:lnTo>
                    <a:pt x="0" y="38989"/>
                  </a:lnTo>
                  <a:lnTo>
                    <a:pt x="76" y="40487"/>
                  </a:lnTo>
                  <a:lnTo>
                    <a:pt x="2082" y="40970"/>
                  </a:lnTo>
                  <a:lnTo>
                    <a:pt x="6959" y="40665"/>
                  </a:lnTo>
                  <a:lnTo>
                    <a:pt x="8051" y="40259"/>
                  </a:lnTo>
                  <a:lnTo>
                    <a:pt x="7823" y="41567"/>
                  </a:lnTo>
                  <a:lnTo>
                    <a:pt x="7962" y="44411"/>
                  </a:lnTo>
                  <a:lnTo>
                    <a:pt x="8089" y="47269"/>
                  </a:lnTo>
                  <a:lnTo>
                    <a:pt x="8712" y="49542"/>
                  </a:lnTo>
                  <a:lnTo>
                    <a:pt x="9994" y="49466"/>
                  </a:lnTo>
                  <a:lnTo>
                    <a:pt x="10414" y="47117"/>
                  </a:lnTo>
                  <a:lnTo>
                    <a:pt x="10147" y="41427"/>
                  </a:lnTo>
                  <a:lnTo>
                    <a:pt x="9791" y="40157"/>
                  </a:lnTo>
                  <a:lnTo>
                    <a:pt x="10922" y="40411"/>
                  </a:lnTo>
                  <a:lnTo>
                    <a:pt x="13360" y="40259"/>
                  </a:lnTo>
                  <a:lnTo>
                    <a:pt x="15811" y="40106"/>
                  </a:lnTo>
                  <a:lnTo>
                    <a:pt x="17767" y="39382"/>
                  </a:lnTo>
                  <a:close/>
                </a:path>
                <a:path w="68580" h="78740">
                  <a:moveTo>
                    <a:pt x="42595" y="68351"/>
                  </a:moveTo>
                  <a:lnTo>
                    <a:pt x="42519" y="66852"/>
                  </a:lnTo>
                  <a:lnTo>
                    <a:pt x="40513" y="66370"/>
                  </a:lnTo>
                  <a:lnTo>
                    <a:pt x="35636" y="66675"/>
                  </a:lnTo>
                  <a:lnTo>
                    <a:pt x="34480" y="67119"/>
                  </a:lnTo>
                  <a:lnTo>
                    <a:pt x="34721" y="65773"/>
                  </a:lnTo>
                  <a:lnTo>
                    <a:pt x="34582" y="62928"/>
                  </a:lnTo>
                  <a:lnTo>
                    <a:pt x="34442" y="60071"/>
                  </a:lnTo>
                  <a:lnTo>
                    <a:pt x="33832" y="57797"/>
                  </a:lnTo>
                  <a:lnTo>
                    <a:pt x="32537" y="57873"/>
                  </a:lnTo>
                  <a:lnTo>
                    <a:pt x="32131" y="60223"/>
                  </a:lnTo>
                  <a:lnTo>
                    <a:pt x="32397" y="65913"/>
                  </a:lnTo>
                  <a:lnTo>
                    <a:pt x="32740" y="67183"/>
                  </a:lnTo>
                  <a:lnTo>
                    <a:pt x="31673" y="66916"/>
                  </a:lnTo>
                  <a:lnTo>
                    <a:pt x="29222" y="67081"/>
                  </a:lnTo>
                  <a:lnTo>
                    <a:pt x="26784" y="67233"/>
                  </a:lnTo>
                  <a:lnTo>
                    <a:pt x="24828" y="67957"/>
                  </a:lnTo>
                  <a:lnTo>
                    <a:pt x="24904" y="69456"/>
                  </a:lnTo>
                  <a:lnTo>
                    <a:pt x="26911" y="69938"/>
                  </a:lnTo>
                  <a:lnTo>
                    <a:pt x="31788" y="69634"/>
                  </a:lnTo>
                  <a:lnTo>
                    <a:pt x="32880" y="69227"/>
                  </a:lnTo>
                  <a:lnTo>
                    <a:pt x="32651" y="70535"/>
                  </a:lnTo>
                  <a:lnTo>
                    <a:pt x="32791" y="73380"/>
                  </a:lnTo>
                  <a:lnTo>
                    <a:pt x="32918" y="76238"/>
                  </a:lnTo>
                  <a:lnTo>
                    <a:pt x="33540" y="78511"/>
                  </a:lnTo>
                  <a:lnTo>
                    <a:pt x="34836" y="78435"/>
                  </a:lnTo>
                  <a:lnTo>
                    <a:pt x="35242" y="76085"/>
                  </a:lnTo>
                  <a:lnTo>
                    <a:pt x="34975" y="70396"/>
                  </a:lnTo>
                  <a:lnTo>
                    <a:pt x="34620" y="69113"/>
                  </a:lnTo>
                  <a:lnTo>
                    <a:pt x="35763" y="69380"/>
                  </a:lnTo>
                  <a:lnTo>
                    <a:pt x="38201" y="69227"/>
                  </a:lnTo>
                  <a:lnTo>
                    <a:pt x="40640" y="69075"/>
                  </a:lnTo>
                  <a:lnTo>
                    <a:pt x="42595" y="68351"/>
                  </a:lnTo>
                  <a:close/>
                </a:path>
                <a:path w="68580" h="78740">
                  <a:moveTo>
                    <a:pt x="43078" y="10553"/>
                  </a:moveTo>
                  <a:lnTo>
                    <a:pt x="43002" y="9055"/>
                  </a:lnTo>
                  <a:lnTo>
                    <a:pt x="40982" y="8572"/>
                  </a:lnTo>
                  <a:lnTo>
                    <a:pt x="36106" y="8877"/>
                  </a:lnTo>
                  <a:lnTo>
                    <a:pt x="34950" y="9321"/>
                  </a:lnTo>
                  <a:lnTo>
                    <a:pt x="35191" y="7975"/>
                  </a:lnTo>
                  <a:lnTo>
                    <a:pt x="35052" y="5130"/>
                  </a:lnTo>
                  <a:lnTo>
                    <a:pt x="34925" y="2286"/>
                  </a:lnTo>
                  <a:lnTo>
                    <a:pt x="34302" y="0"/>
                  </a:lnTo>
                  <a:lnTo>
                    <a:pt x="33020" y="76"/>
                  </a:lnTo>
                  <a:lnTo>
                    <a:pt x="32600" y="2425"/>
                  </a:lnTo>
                  <a:lnTo>
                    <a:pt x="32867" y="8128"/>
                  </a:lnTo>
                  <a:lnTo>
                    <a:pt x="33210" y="9385"/>
                  </a:lnTo>
                  <a:lnTo>
                    <a:pt x="32143" y="9131"/>
                  </a:lnTo>
                  <a:lnTo>
                    <a:pt x="29705" y="9283"/>
                  </a:lnTo>
                  <a:lnTo>
                    <a:pt x="27266" y="9436"/>
                  </a:lnTo>
                  <a:lnTo>
                    <a:pt x="25298" y="10160"/>
                  </a:lnTo>
                  <a:lnTo>
                    <a:pt x="25374" y="11658"/>
                  </a:lnTo>
                  <a:lnTo>
                    <a:pt x="27393" y="12141"/>
                  </a:lnTo>
                  <a:lnTo>
                    <a:pt x="32270" y="11836"/>
                  </a:lnTo>
                  <a:lnTo>
                    <a:pt x="33362" y="11430"/>
                  </a:lnTo>
                  <a:lnTo>
                    <a:pt x="33134" y="12738"/>
                  </a:lnTo>
                  <a:lnTo>
                    <a:pt x="33261" y="15595"/>
                  </a:lnTo>
                  <a:lnTo>
                    <a:pt x="33388" y="18440"/>
                  </a:lnTo>
                  <a:lnTo>
                    <a:pt x="34023" y="20726"/>
                  </a:lnTo>
                  <a:lnTo>
                    <a:pt x="35306" y="20637"/>
                  </a:lnTo>
                  <a:lnTo>
                    <a:pt x="35712" y="18288"/>
                  </a:lnTo>
                  <a:lnTo>
                    <a:pt x="35458" y="12598"/>
                  </a:lnTo>
                  <a:lnTo>
                    <a:pt x="35102" y="11328"/>
                  </a:lnTo>
                  <a:lnTo>
                    <a:pt x="36233" y="11595"/>
                  </a:lnTo>
                  <a:lnTo>
                    <a:pt x="38671" y="11430"/>
                  </a:lnTo>
                  <a:lnTo>
                    <a:pt x="41109" y="11277"/>
                  </a:lnTo>
                  <a:lnTo>
                    <a:pt x="43078" y="10553"/>
                  </a:lnTo>
                  <a:close/>
                </a:path>
                <a:path w="68580" h="78740">
                  <a:moveTo>
                    <a:pt x="68135" y="39789"/>
                  </a:moveTo>
                  <a:lnTo>
                    <a:pt x="68059" y="38290"/>
                  </a:lnTo>
                  <a:lnTo>
                    <a:pt x="66052" y="37807"/>
                  </a:lnTo>
                  <a:lnTo>
                    <a:pt x="61175" y="38112"/>
                  </a:lnTo>
                  <a:lnTo>
                    <a:pt x="60020" y="38557"/>
                  </a:lnTo>
                  <a:lnTo>
                    <a:pt x="60261" y="37211"/>
                  </a:lnTo>
                  <a:lnTo>
                    <a:pt x="60121" y="34366"/>
                  </a:lnTo>
                  <a:lnTo>
                    <a:pt x="59994" y="31521"/>
                  </a:lnTo>
                  <a:lnTo>
                    <a:pt x="59372" y="29235"/>
                  </a:lnTo>
                  <a:lnTo>
                    <a:pt x="58077" y="29324"/>
                  </a:lnTo>
                  <a:lnTo>
                    <a:pt x="57670" y="31661"/>
                  </a:lnTo>
                  <a:lnTo>
                    <a:pt x="57937" y="37363"/>
                  </a:lnTo>
                  <a:lnTo>
                    <a:pt x="58280" y="38633"/>
                  </a:lnTo>
                  <a:lnTo>
                    <a:pt x="57213" y="38366"/>
                  </a:lnTo>
                  <a:lnTo>
                    <a:pt x="54775" y="38519"/>
                  </a:lnTo>
                  <a:lnTo>
                    <a:pt x="52324" y="38684"/>
                  </a:lnTo>
                  <a:lnTo>
                    <a:pt x="50368" y="39395"/>
                  </a:lnTo>
                  <a:lnTo>
                    <a:pt x="50444" y="40894"/>
                  </a:lnTo>
                  <a:lnTo>
                    <a:pt x="52451" y="41376"/>
                  </a:lnTo>
                  <a:lnTo>
                    <a:pt x="57340" y="41071"/>
                  </a:lnTo>
                  <a:lnTo>
                    <a:pt x="58420" y="40678"/>
                  </a:lnTo>
                  <a:lnTo>
                    <a:pt x="58191" y="41986"/>
                  </a:lnTo>
                  <a:lnTo>
                    <a:pt x="58331" y="44831"/>
                  </a:lnTo>
                  <a:lnTo>
                    <a:pt x="58470" y="47675"/>
                  </a:lnTo>
                  <a:lnTo>
                    <a:pt x="59080" y="49961"/>
                  </a:lnTo>
                  <a:lnTo>
                    <a:pt x="60375" y="49872"/>
                  </a:lnTo>
                  <a:lnTo>
                    <a:pt x="60782" y="47536"/>
                  </a:lnTo>
                  <a:lnTo>
                    <a:pt x="60515" y="41833"/>
                  </a:lnTo>
                  <a:lnTo>
                    <a:pt x="60159" y="40563"/>
                  </a:lnTo>
                  <a:lnTo>
                    <a:pt x="61302" y="40830"/>
                  </a:lnTo>
                  <a:lnTo>
                    <a:pt x="63741" y="40665"/>
                  </a:lnTo>
                  <a:lnTo>
                    <a:pt x="66179" y="40513"/>
                  </a:lnTo>
                  <a:lnTo>
                    <a:pt x="68135" y="39789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0" name="object 1740" descr=""/>
            <p:cNvSpPr/>
            <p:nvPr/>
          </p:nvSpPr>
          <p:spPr>
            <a:xfrm>
              <a:off x="13003309" y="7811498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75819" y="44229"/>
                  </a:moveTo>
                  <a:lnTo>
                    <a:pt x="37904" y="88458"/>
                  </a:lnTo>
                  <a:lnTo>
                    <a:pt x="0" y="44229"/>
                  </a:lnTo>
                  <a:lnTo>
                    <a:pt x="37904" y="0"/>
                  </a:lnTo>
                  <a:lnTo>
                    <a:pt x="75819" y="44229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1" name="object 1741" descr=""/>
            <p:cNvSpPr/>
            <p:nvPr/>
          </p:nvSpPr>
          <p:spPr>
            <a:xfrm>
              <a:off x="13007353" y="7816043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382"/>
                  </a:moveTo>
                  <a:lnTo>
                    <a:pt x="17703" y="37884"/>
                  </a:lnTo>
                  <a:lnTo>
                    <a:pt x="15684" y="37401"/>
                  </a:lnTo>
                  <a:lnTo>
                    <a:pt x="10807" y="37706"/>
                  </a:lnTo>
                  <a:lnTo>
                    <a:pt x="9652" y="38150"/>
                  </a:lnTo>
                  <a:lnTo>
                    <a:pt x="9893" y="36804"/>
                  </a:lnTo>
                  <a:lnTo>
                    <a:pt x="9753" y="33959"/>
                  </a:lnTo>
                  <a:lnTo>
                    <a:pt x="9626" y="31102"/>
                  </a:lnTo>
                  <a:lnTo>
                    <a:pt x="9004" y="28829"/>
                  </a:lnTo>
                  <a:lnTo>
                    <a:pt x="7708" y="28905"/>
                  </a:lnTo>
                  <a:lnTo>
                    <a:pt x="7302" y="31254"/>
                  </a:lnTo>
                  <a:lnTo>
                    <a:pt x="7569" y="36957"/>
                  </a:lnTo>
                  <a:lnTo>
                    <a:pt x="7899" y="38214"/>
                  </a:lnTo>
                  <a:lnTo>
                    <a:pt x="6845" y="37947"/>
                  </a:lnTo>
                  <a:lnTo>
                    <a:pt x="4406" y="38112"/>
                  </a:lnTo>
                  <a:lnTo>
                    <a:pt x="1968" y="38265"/>
                  </a:lnTo>
                  <a:lnTo>
                    <a:pt x="0" y="38989"/>
                  </a:lnTo>
                  <a:lnTo>
                    <a:pt x="76" y="40487"/>
                  </a:lnTo>
                  <a:lnTo>
                    <a:pt x="2082" y="40970"/>
                  </a:lnTo>
                  <a:lnTo>
                    <a:pt x="6972" y="40665"/>
                  </a:lnTo>
                  <a:lnTo>
                    <a:pt x="8051" y="40259"/>
                  </a:lnTo>
                  <a:lnTo>
                    <a:pt x="7823" y="41567"/>
                  </a:lnTo>
                  <a:lnTo>
                    <a:pt x="7962" y="44411"/>
                  </a:lnTo>
                  <a:lnTo>
                    <a:pt x="8102" y="47269"/>
                  </a:lnTo>
                  <a:lnTo>
                    <a:pt x="8724" y="49542"/>
                  </a:lnTo>
                  <a:lnTo>
                    <a:pt x="10007" y="49466"/>
                  </a:lnTo>
                  <a:lnTo>
                    <a:pt x="10414" y="47117"/>
                  </a:lnTo>
                  <a:lnTo>
                    <a:pt x="10147" y="41427"/>
                  </a:lnTo>
                  <a:lnTo>
                    <a:pt x="9791" y="40157"/>
                  </a:lnTo>
                  <a:lnTo>
                    <a:pt x="10934" y="40411"/>
                  </a:lnTo>
                  <a:lnTo>
                    <a:pt x="13373" y="40259"/>
                  </a:lnTo>
                  <a:lnTo>
                    <a:pt x="15811" y="40106"/>
                  </a:lnTo>
                  <a:lnTo>
                    <a:pt x="17767" y="39382"/>
                  </a:lnTo>
                  <a:close/>
                </a:path>
                <a:path w="68580" h="78740">
                  <a:moveTo>
                    <a:pt x="42608" y="68351"/>
                  </a:moveTo>
                  <a:lnTo>
                    <a:pt x="42532" y="66852"/>
                  </a:lnTo>
                  <a:lnTo>
                    <a:pt x="40525" y="66370"/>
                  </a:lnTo>
                  <a:lnTo>
                    <a:pt x="35636" y="66675"/>
                  </a:lnTo>
                  <a:lnTo>
                    <a:pt x="34480" y="67119"/>
                  </a:lnTo>
                  <a:lnTo>
                    <a:pt x="34721" y="65773"/>
                  </a:lnTo>
                  <a:lnTo>
                    <a:pt x="34582" y="62928"/>
                  </a:lnTo>
                  <a:lnTo>
                    <a:pt x="34467" y="60071"/>
                  </a:lnTo>
                  <a:lnTo>
                    <a:pt x="33832" y="57797"/>
                  </a:lnTo>
                  <a:lnTo>
                    <a:pt x="32550" y="57873"/>
                  </a:lnTo>
                  <a:lnTo>
                    <a:pt x="32143" y="60223"/>
                  </a:lnTo>
                  <a:lnTo>
                    <a:pt x="32397" y="65913"/>
                  </a:lnTo>
                  <a:lnTo>
                    <a:pt x="32740" y="67183"/>
                  </a:lnTo>
                  <a:lnTo>
                    <a:pt x="31673" y="66916"/>
                  </a:lnTo>
                  <a:lnTo>
                    <a:pt x="29235" y="67081"/>
                  </a:lnTo>
                  <a:lnTo>
                    <a:pt x="26797" y="67233"/>
                  </a:lnTo>
                  <a:lnTo>
                    <a:pt x="24841" y="67957"/>
                  </a:lnTo>
                  <a:lnTo>
                    <a:pt x="24917" y="69456"/>
                  </a:lnTo>
                  <a:lnTo>
                    <a:pt x="26924" y="69938"/>
                  </a:lnTo>
                  <a:lnTo>
                    <a:pt x="31800" y="69634"/>
                  </a:lnTo>
                  <a:lnTo>
                    <a:pt x="32893" y="69227"/>
                  </a:lnTo>
                  <a:lnTo>
                    <a:pt x="32664" y="70535"/>
                  </a:lnTo>
                  <a:lnTo>
                    <a:pt x="32804" y="73380"/>
                  </a:lnTo>
                  <a:lnTo>
                    <a:pt x="32931" y="76238"/>
                  </a:lnTo>
                  <a:lnTo>
                    <a:pt x="33553" y="78511"/>
                  </a:lnTo>
                  <a:lnTo>
                    <a:pt x="34836" y="78435"/>
                  </a:lnTo>
                  <a:lnTo>
                    <a:pt x="35255" y="76085"/>
                  </a:lnTo>
                  <a:lnTo>
                    <a:pt x="34988" y="70396"/>
                  </a:lnTo>
                  <a:lnTo>
                    <a:pt x="34620" y="69126"/>
                  </a:lnTo>
                  <a:lnTo>
                    <a:pt x="35763" y="69380"/>
                  </a:lnTo>
                  <a:lnTo>
                    <a:pt x="38201" y="69227"/>
                  </a:lnTo>
                  <a:lnTo>
                    <a:pt x="40640" y="69075"/>
                  </a:lnTo>
                  <a:lnTo>
                    <a:pt x="42608" y="68351"/>
                  </a:lnTo>
                  <a:close/>
                </a:path>
                <a:path w="68580" h="78740">
                  <a:moveTo>
                    <a:pt x="43078" y="10553"/>
                  </a:moveTo>
                  <a:lnTo>
                    <a:pt x="43002" y="9055"/>
                  </a:lnTo>
                  <a:lnTo>
                    <a:pt x="40995" y="8572"/>
                  </a:lnTo>
                  <a:lnTo>
                    <a:pt x="36118" y="8877"/>
                  </a:lnTo>
                  <a:lnTo>
                    <a:pt x="34963" y="9321"/>
                  </a:lnTo>
                  <a:lnTo>
                    <a:pt x="35204" y="7975"/>
                  </a:lnTo>
                  <a:lnTo>
                    <a:pt x="35064" y="5130"/>
                  </a:lnTo>
                  <a:lnTo>
                    <a:pt x="34925" y="2286"/>
                  </a:lnTo>
                  <a:lnTo>
                    <a:pt x="34302" y="0"/>
                  </a:lnTo>
                  <a:lnTo>
                    <a:pt x="33020" y="76"/>
                  </a:lnTo>
                  <a:lnTo>
                    <a:pt x="32613" y="2425"/>
                  </a:lnTo>
                  <a:lnTo>
                    <a:pt x="32880" y="8128"/>
                  </a:lnTo>
                  <a:lnTo>
                    <a:pt x="33223" y="9385"/>
                  </a:lnTo>
                  <a:lnTo>
                    <a:pt x="32143" y="9131"/>
                  </a:lnTo>
                  <a:lnTo>
                    <a:pt x="29705" y="9283"/>
                  </a:lnTo>
                  <a:lnTo>
                    <a:pt x="27266" y="9436"/>
                  </a:lnTo>
                  <a:lnTo>
                    <a:pt x="25311" y="10160"/>
                  </a:lnTo>
                  <a:lnTo>
                    <a:pt x="25387" y="11658"/>
                  </a:lnTo>
                  <a:lnTo>
                    <a:pt x="27393" y="12141"/>
                  </a:lnTo>
                  <a:lnTo>
                    <a:pt x="32270" y="11836"/>
                  </a:lnTo>
                  <a:lnTo>
                    <a:pt x="33362" y="11430"/>
                  </a:lnTo>
                  <a:lnTo>
                    <a:pt x="33134" y="12738"/>
                  </a:lnTo>
                  <a:lnTo>
                    <a:pt x="33274" y="15595"/>
                  </a:lnTo>
                  <a:lnTo>
                    <a:pt x="33413" y="18440"/>
                  </a:lnTo>
                  <a:lnTo>
                    <a:pt x="34023" y="20726"/>
                  </a:lnTo>
                  <a:lnTo>
                    <a:pt x="35318" y="20637"/>
                  </a:lnTo>
                  <a:lnTo>
                    <a:pt x="35725" y="18288"/>
                  </a:lnTo>
                  <a:lnTo>
                    <a:pt x="35458" y="12598"/>
                  </a:lnTo>
                  <a:lnTo>
                    <a:pt x="35102" y="11328"/>
                  </a:lnTo>
                  <a:lnTo>
                    <a:pt x="36245" y="11595"/>
                  </a:lnTo>
                  <a:lnTo>
                    <a:pt x="38684" y="11430"/>
                  </a:lnTo>
                  <a:lnTo>
                    <a:pt x="41122" y="11277"/>
                  </a:lnTo>
                  <a:lnTo>
                    <a:pt x="43078" y="10553"/>
                  </a:lnTo>
                  <a:close/>
                </a:path>
                <a:path w="68580" h="78740">
                  <a:moveTo>
                    <a:pt x="68148" y="39789"/>
                  </a:moveTo>
                  <a:lnTo>
                    <a:pt x="68072" y="38290"/>
                  </a:lnTo>
                  <a:lnTo>
                    <a:pt x="66065" y="37807"/>
                  </a:lnTo>
                  <a:lnTo>
                    <a:pt x="61175" y="38112"/>
                  </a:lnTo>
                  <a:lnTo>
                    <a:pt x="60020" y="38557"/>
                  </a:lnTo>
                  <a:lnTo>
                    <a:pt x="60261" y="37211"/>
                  </a:lnTo>
                  <a:lnTo>
                    <a:pt x="60134" y="34366"/>
                  </a:lnTo>
                  <a:lnTo>
                    <a:pt x="59994" y="31521"/>
                  </a:lnTo>
                  <a:lnTo>
                    <a:pt x="59372" y="29235"/>
                  </a:lnTo>
                  <a:lnTo>
                    <a:pt x="58089" y="29324"/>
                  </a:lnTo>
                  <a:lnTo>
                    <a:pt x="57683" y="31661"/>
                  </a:lnTo>
                  <a:lnTo>
                    <a:pt x="57937" y="37363"/>
                  </a:lnTo>
                  <a:lnTo>
                    <a:pt x="58280" y="38633"/>
                  </a:lnTo>
                  <a:lnTo>
                    <a:pt x="57213" y="38366"/>
                  </a:lnTo>
                  <a:lnTo>
                    <a:pt x="54775" y="38519"/>
                  </a:lnTo>
                  <a:lnTo>
                    <a:pt x="52336" y="38684"/>
                  </a:lnTo>
                  <a:lnTo>
                    <a:pt x="50380" y="39395"/>
                  </a:lnTo>
                  <a:lnTo>
                    <a:pt x="50457" y="40894"/>
                  </a:lnTo>
                  <a:lnTo>
                    <a:pt x="52463" y="41376"/>
                  </a:lnTo>
                  <a:lnTo>
                    <a:pt x="57340" y="41071"/>
                  </a:lnTo>
                  <a:lnTo>
                    <a:pt x="58445" y="40665"/>
                  </a:lnTo>
                  <a:lnTo>
                    <a:pt x="58216" y="41986"/>
                  </a:lnTo>
                  <a:lnTo>
                    <a:pt x="58343" y="44831"/>
                  </a:lnTo>
                  <a:lnTo>
                    <a:pt x="58470" y="47675"/>
                  </a:lnTo>
                  <a:lnTo>
                    <a:pt x="59093" y="49961"/>
                  </a:lnTo>
                  <a:lnTo>
                    <a:pt x="60375" y="49872"/>
                  </a:lnTo>
                  <a:lnTo>
                    <a:pt x="60794" y="47536"/>
                  </a:lnTo>
                  <a:lnTo>
                    <a:pt x="60528" y="41833"/>
                  </a:lnTo>
                  <a:lnTo>
                    <a:pt x="60172" y="40563"/>
                  </a:lnTo>
                  <a:lnTo>
                    <a:pt x="61302" y="40830"/>
                  </a:lnTo>
                  <a:lnTo>
                    <a:pt x="63741" y="40665"/>
                  </a:lnTo>
                  <a:lnTo>
                    <a:pt x="66192" y="40513"/>
                  </a:lnTo>
                  <a:lnTo>
                    <a:pt x="68148" y="39789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2" name="object 1742" descr=""/>
            <p:cNvSpPr/>
            <p:nvPr/>
          </p:nvSpPr>
          <p:spPr>
            <a:xfrm>
              <a:off x="13081324" y="7811498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75819" y="44229"/>
                  </a:moveTo>
                  <a:lnTo>
                    <a:pt x="37904" y="88458"/>
                  </a:lnTo>
                  <a:lnTo>
                    <a:pt x="0" y="44229"/>
                  </a:lnTo>
                  <a:lnTo>
                    <a:pt x="37904" y="0"/>
                  </a:lnTo>
                  <a:lnTo>
                    <a:pt x="75819" y="44229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3" name="object 1743" descr=""/>
            <p:cNvSpPr/>
            <p:nvPr/>
          </p:nvSpPr>
          <p:spPr>
            <a:xfrm>
              <a:off x="13085369" y="7816043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382"/>
                  </a:moveTo>
                  <a:lnTo>
                    <a:pt x="17691" y="37884"/>
                  </a:lnTo>
                  <a:lnTo>
                    <a:pt x="15684" y="37401"/>
                  </a:lnTo>
                  <a:lnTo>
                    <a:pt x="10807" y="37706"/>
                  </a:lnTo>
                  <a:lnTo>
                    <a:pt x="9652" y="38150"/>
                  </a:lnTo>
                  <a:lnTo>
                    <a:pt x="9893" y="36804"/>
                  </a:lnTo>
                  <a:lnTo>
                    <a:pt x="9753" y="33959"/>
                  </a:lnTo>
                  <a:lnTo>
                    <a:pt x="9613" y="31102"/>
                  </a:lnTo>
                  <a:lnTo>
                    <a:pt x="9004" y="28829"/>
                  </a:lnTo>
                  <a:lnTo>
                    <a:pt x="7708" y="28905"/>
                  </a:lnTo>
                  <a:lnTo>
                    <a:pt x="7302" y="31254"/>
                  </a:lnTo>
                  <a:lnTo>
                    <a:pt x="7569" y="36957"/>
                  </a:lnTo>
                  <a:lnTo>
                    <a:pt x="7899" y="38214"/>
                  </a:lnTo>
                  <a:lnTo>
                    <a:pt x="6845" y="37947"/>
                  </a:lnTo>
                  <a:lnTo>
                    <a:pt x="4406" y="38112"/>
                  </a:lnTo>
                  <a:lnTo>
                    <a:pt x="1955" y="38265"/>
                  </a:lnTo>
                  <a:lnTo>
                    <a:pt x="0" y="38989"/>
                  </a:lnTo>
                  <a:lnTo>
                    <a:pt x="76" y="40487"/>
                  </a:lnTo>
                  <a:lnTo>
                    <a:pt x="2082" y="40970"/>
                  </a:lnTo>
                  <a:lnTo>
                    <a:pt x="6972" y="40665"/>
                  </a:lnTo>
                  <a:lnTo>
                    <a:pt x="8051" y="40259"/>
                  </a:lnTo>
                  <a:lnTo>
                    <a:pt x="7823" y="41567"/>
                  </a:lnTo>
                  <a:lnTo>
                    <a:pt x="7962" y="44411"/>
                  </a:lnTo>
                  <a:lnTo>
                    <a:pt x="8089" y="47269"/>
                  </a:lnTo>
                  <a:lnTo>
                    <a:pt x="8724" y="49542"/>
                  </a:lnTo>
                  <a:lnTo>
                    <a:pt x="10007" y="49466"/>
                  </a:lnTo>
                  <a:lnTo>
                    <a:pt x="10414" y="47117"/>
                  </a:lnTo>
                  <a:lnTo>
                    <a:pt x="10160" y="41427"/>
                  </a:lnTo>
                  <a:lnTo>
                    <a:pt x="9791" y="40157"/>
                  </a:lnTo>
                  <a:lnTo>
                    <a:pt x="10934" y="40411"/>
                  </a:lnTo>
                  <a:lnTo>
                    <a:pt x="13373" y="40259"/>
                  </a:lnTo>
                  <a:lnTo>
                    <a:pt x="15811" y="40106"/>
                  </a:lnTo>
                  <a:lnTo>
                    <a:pt x="17767" y="39382"/>
                  </a:lnTo>
                  <a:close/>
                </a:path>
                <a:path w="68580" h="78740">
                  <a:moveTo>
                    <a:pt x="42608" y="68351"/>
                  </a:moveTo>
                  <a:lnTo>
                    <a:pt x="42532" y="66852"/>
                  </a:lnTo>
                  <a:lnTo>
                    <a:pt x="40525" y="66370"/>
                  </a:lnTo>
                  <a:lnTo>
                    <a:pt x="35636" y="66675"/>
                  </a:lnTo>
                  <a:lnTo>
                    <a:pt x="34480" y="67119"/>
                  </a:lnTo>
                  <a:lnTo>
                    <a:pt x="34721" y="65773"/>
                  </a:lnTo>
                  <a:lnTo>
                    <a:pt x="34594" y="62928"/>
                  </a:lnTo>
                  <a:lnTo>
                    <a:pt x="34455" y="60071"/>
                  </a:lnTo>
                  <a:lnTo>
                    <a:pt x="33832" y="57797"/>
                  </a:lnTo>
                  <a:lnTo>
                    <a:pt x="32550" y="57873"/>
                  </a:lnTo>
                  <a:lnTo>
                    <a:pt x="32143" y="60223"/>
                  </a:lnTo>
                  <a:lnTo>
                    <a:pt x="32397" y="65913"/>
                  </a:lnTo>
                  <a:lnTo>
                    <a:pt x="32740" y="67183"/>
                  </a:lnTo>
                  <a:lnTo>
                    <a:pt x="31673" y="66916"/>
                  </a:lnTo>
                  <a:lnTo>
                    <a:pt x="29235" y="67081"/>
                  </a:lnTo>
                  <a:lnTo>
                    <a:pt x="26797" y="67233"/>
                  </a:lnTo>
                  <a:lnTo>
                    <a:pt x="24841" y="67957"/>
                  </a:lnTo>
                  <a:lnTo>
                    <a:pt x="24904" y="69456"/>
                  </a:lnTo>
                  <a:lnTo>
                    <a:pt x="26924" y="69938"/>
                  </a:lnTo>
                  <a:lnTo>
                    <a:pt x="31800" y="69634"/>
                  </a:lnTo>
                  <a:lnTo>
                    <a:pt x="32893" y="69227"/>
                  </a:lnTo>
                  <a:lnTo>
                    <a:pt x="32677" y="70535"/>
                  </a:lnTo>
                  <a:lnTo>
                    <a:pt x="32804" y="73380"/>
                  </a:lnTo>
                  <a:lnTo>
                    <a:pt x="32931" y="76238"/>
                  </a:lnTo>
                  <a:lnTo>
                    <a:pt x="33553" y="78511"/>
                  </a:lnTo>
                  <a:lnTo>
                    <a:pt x="34836" y="78435"/>
                  </a:lnTo>
                  <a:lnTo>
                    <a:pt x="35242" y="76085"/>
                  </a:lnTo>
                  <a:lnTo>
                    <a:pt x="34988" y="70396"/>
                  </a:lnTo>
                  <a:lnTo>
                    <a:pt x="34620" y="69126"/>
                  </a:lnTo>
                  <a:lnTo>
                    <a:pt x="35763" y="69380"/>
                  </a:lnTo>
                  <a:lnTo>
                    <a:pt x="38201" y="69227"/>
                  </a:lnTo>
                  <a:lnTo>
                    <a:pt x="40640" y="69075"/>
                  </a:lnTo>
                  <a:lnTo>
                    <a:pt x="42608" y="68351"/>
                  </a:lnTo>
                  <a:close/>
                </a:path>
                <a:path w="68580" h="78740">
                  <a:moveTo>
                    <a:pt x="43078" y="10553"/>
                  </a:moveTo>
                  <a:lnTo>
                    <a:pt x="43002" y="9055"/>
                  </a:lnTo>
                  <a:lnTo>
                    <a:pt x="40995" y="8572"/>
                  </a:lnTo>
                  <a:lnTo>
                    <a:pt x="36118" y="8877"/>
                  </a:lnTo>
                  <a:lnTo>
                    <a:pt x="34963" y="9321"/>
                  </a:lnTo>
                  <a:lnTo>
                    <a:pt x="35204" y="7975"/>
                  </a:lnTo>
                  <a:lnTo>
                    <a:pt x="35064" y="5130"/>
                  </a:lnTo>
                  <a:lnTo>
                    <a:pt x="34937" y="2286"/>
                  </a:lnTo>
                  <a:lnTo>
                    <a:pt x="34302" y="0"/>
                  </a:lnTo>
                  <a:lnTo>
                    <a:pt x="33020" y="76"/>
                  </a:lnTo>
                  <a:lnTo>
                    <a:pt x="32613" y="2425"/>
                  </a:lnTo>
                  <a:lnTo>
                    <a:pt x="32867" y="8128"/>
                  </a:lnTo>
                  <a:lnTo>
                    <a:pt x="33210" y="9385"/>
                  </a:lnTo>
                  <a:lnTo>
                    <a:pt x="32143" y="9131"/>
                  </a:lnTo>
                  <a:lnTo>
                    <a:pt x="29705" y="9283"/>
                  </a:lnTo>
                  <a:lnTo>
                    <a:pt x="27266" y="9436"/>
                  </a:lnTo>
                  <a:lnTo>
                    <a:pt x="25311" y="10160"/>
                  </a:lnTo>
                  <a:lnTo>
                    <a:pt x="25387" y="11658"/>
                  </a:lnTo>
                  <a:lnTo>
                    <a:pt x="27393" y="12141"/>
                  </a:lnTo>
                  <a:lnTo>
                    <a:pt x="32270" y="11836"/>
                  </a:lnTo>
                  <a:lnTo>
                    <a:pt x="33362" y="11430"/>
                  </a:lnTo>
                  <a:lnTo>
                    <a:pt x="33134" y="12738"/>
                  </a:lnTo>
                  <a:lnTo>
                    <a:pt x="33274" y="15595"/>
                  </a:lnTo>
                  <a:lnTo>
                    <a:pt x="33413" y="18440"/>
                  </a:lnTo>
                  <a:lnTo>
                    <a:pt x="34023" y="20726"/>
                  </a:lnTo>
                  <a:lnTo>
                    <a:pt x="35318" y="20637"/>
                  </a:lnTo>
                  <a:lnTo>
                    <a:pt x="35725" y="18288"/>
                  </a:lnTo>
                  <a:lnTo>
                    <a:pt x="35458" y="12598"/>
                  </a:lnTo>
                  <a:lnTo>
                    <a:pt x="35102" y="11328"/>
                  </a:lnTo>
                  <a:lnTo>
                    <a:pt x="36245" y="11595"/>
                  </a:lnTo>
                  <a:lnTo>
                    <a:pt x="38684" y="11430"/>
                  </a:lnTo>
                  <a:lnTo>
                    <a:pt x="41122" y="11277"/>
                  </a:lnTo>
                  <a:lnTo>
                    <a:pt x="43078" y="10553"/>
                  </a:lnTo>
                  <a:close/>
                </a:path>
                <a:path w="68580" h="78740">
                  <a:moveTo>
                    <a:pt x="68148" y="39789"/>
                  </a:moveTo>
                  <a:lnTo>
                    <a:pt x="68072" y="38290"/>
                  </a:lnTo>
                  <a:lnTo>
                    <a:pt x="66065" y="37807"/>
                  </a:lnTo>
                  <a:lnTo>
                    <a:pt x="61175" y="38112"/>
                  </a:lnTo>
                  <a:lnTo>
                    <a:pt x="60020" y="38557"/>
                  </a:lnTo>
                  <a:lnTo>
                    <a:pt x="60261" y="37211"/>
                  </a:lnTo>
                  <a:lnTo>
                    <a:pt x="60134" y="34366"/>
                  </a:lnTo>
                  <a:lnTo>
                    <a:pt x="59994" y="31521"/>
                  </a:lnTo>
                  <a:lnTo>
                    <a:pt x="59372" y="29235"/>
                  </a:lnTo>
                  <a:lnTo>
                    <a:pt x="58089" y="29324"/>
                  </a:lnTo>
                  <a:lnTo>
                    <a:pt x="57683" y="31661"/>
                  </a:lnTo>
                  <a:lnTo>
                    <a:pt x="57937" y="37363"/>
                  </a:lnTo>
                  <a:lnTo>
                    <a:pt x="58280" y="38633"/>
                  </a:lnTo>
                  <a:lnTo>
                    <a:pt x="57213" y="38366"/>
                  </a:lnTo>
                  <a:lnTo>
                    <a:pt x="54775" y="38519"/>
                  </a:lnTo>
                  <a:lnTo>
                    <a:pt x="52336" y="38684"/>
                  </a:lnTo>
                  <a:lnTo>
                    <a:pt x="50380" y="39395"/>
                  </a:lnTo>
                  <a:lnTo>
                    <a:pt x="50457" y="40894"/>
                  </a:lnTo>
                  <a:lnTo>
                    <a:pt x="52463" y="41376"/>
                  </a:lnTo>
                  <a:lnTo>
                    <a:pt x="57340" y="41071"/>
                  </a:lnTo>
                  <a:lnTo>
                    <a:pt x="58432" y="40665"/>
                  </a:lnTo>
                  <a:lnTo>
                    <a:pt x="58204" y="41986"/>
                  </a:lnTo>
                  <a:lnTo>
                    <a:pt x="58343" y="44831"/>
                  </a:lnTo>
                  <a:lnTo>
                    <a:pt x="58470" y="47675"/>
                  </a:lnTo>
                  <a:lnTo>
                    <a:pt x="59093" y="49961"/>
                  </a:lnTo>
                  <a:lnTo>
                    <a:pt x="60375" y="49872"/>
                  </a:lnTo>
                  <a:lnTo>
                    <a:pt x="60794" y="47536"/>
                  </a:lnTo>
                  <a:lnTo>
                    <a:pt x="60528" y="41833"/>
                  </a:lnTo>
                  <a:lnTo>
                    <a:pt x="60172" y="40563"/>
                  </a:lnTo>
                  <a:lnTo>
                    <a:pt x="61302" y="40830"/>
                  </a:lnTo>
                  <a:lnTo>
                    <a:pt x="63741" y="40665"/>
                  </a:lnTo>
                  <a:lnTo>
                    <a:pt x="66179" y="40513"/>
                  </a:lnTo>
                  <a:lnTo>
                    <a:pt x="68148" y="39789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4" name="object 1744" descr=""/>
            <p:cNvSpPr/>
            <p:nvPr/>
          </p:nvSpPr>
          <p:spPr>
            <a:xfrm>
              <a:off x="12951292" y="7811498"/>
              <a:ext cx="52069" cy="88900"/>
            </a:xfrm>
            <a:custGeom>
              <a:avLst/>
              <a:gdLst/>
              <a:ahLst/>
              <a:cxnLst/>
              <a:rect l="l" t="t" r="r" b="b"/>
              <a:pathLst>
                <a:path w="52070" h="88900">
                  <a:moveTo>
                    <a:pt x="52012" y="44229"/>
                  </a:moveTo>
                  <a:lnTo>
                    <a:pt x="14097" y="88458"/>
                  </a:lnTo>
                  <a:lnTo>
                    <a:pt x="0" y="72008"/>
                  </a:lnTo>
                </a:path>
                <a:path w="52070" h="88900">
                  <a:moveTo>
                    <a:pt x="1740" y="14418"/>
                  </a:moveTo>
                  <a:lnTo>
                    <a:pt x="14097" y="0"/>
                  </a:lnTo>
                  <a:lnTo>
                    <a:pt x="52012" y="44229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5" name="object 1745" descr=""/>
            <p:cNvSpPr/>
            <p:nvPr/>
          </p:nvSpPr>
          <p:spPr>
            <a:xfrm>
              <a:off x="12956363" y="7816043"/>
              <a:ext cx="43815" cy="78740"/>
            </a:xfrm>
            <a:custGeom>
              <a:avLst/>
              <a:gdLst/>
              <a:ahLst/>
              <a:cxnLst/>
              <a:rect l="l" t="t" r="r" b="b"/>
              <a:pathLst>
                <a:path w="43815" h="78740">
                  <a:moveTo>
                    <a:pt x="17767" y="68351"/>
                  </a:moveTo>
                  <a:lnTo>
                    <a:pt x="17703" y="66852"/>
                  </a:lnTo>
                  <a:lnTo>
                    <a:pt x="15684" y="66370"/>
                  </a:lnTo>
                  <a:lnTo>
                    <a:pt x="10807" y="66675"/>
                  </a:lnTo>
                  <a:lnTo>
                    <a:pt x="9652" y="67119"/>
                  </a:lnTo>
                  <a:lnTo>
                    <a:pt x="9893" y="65773"/>
                  </a:lnTo>
                  <a:lnTo>
                    <a:pt x="9753" y="62928"/>
                  </a:lnTo>
                  <a:lnTo>
                    <a:pt x="9613" y="60071"/>
                  </a:lnTo>
                  <a:lnTo>
                    <a:pt x="9004" y="57797"/>
                  </a:lnTo>
                  <a:lnTo>
                    <a:pt x="7708" y="57873"/>
                  </a:lnTo>
                  <a:lnTo>
                    <a:pt x="7302" y="60223"/>
                  </a:lnTo>
                  <a:lnTo>
                    <a:pt x="7569" y="65913"/>
                  </a:lnTo>
                  <a:lnTo>
                    <a:pt x="7912" y="67183"/>
                  </a:lnTo>
                  <a:lnTo>
                    <a:pt x="6845" y="66916"/>
                  </a:lnTo>
                  <a:lnTo>
                    <a:pt x="4406" y="67081"/>
                  </a:lnTo>
                  <a:lnTo>
                    <a:pt x="1968" y="67233"/>
                  </a:lnTo>
                  <a:lnTo>
                    <a:pt x="0" y="67957"/>
                  </a:lnTo>
                  <a:lnTo>
                    <a:pt x="76" y="69456"/>
                  </a:lnTo>
                  <a:lnTo>
                    <a:pt x="2082" y="69938"/>
                  </a:lnTo>
                  <a:lnTo>
                    <a:pt x="6972" y="69634"/>
                  </a:lnTo>
                  <a:lnTo>
                    <a:pt x="8051" y="69227"/>
                  </a:lnTo>
                  <a:lnTo>
                    <a:pt x="7835" y="70535"/>
                  </a:lnTo>
                  <a:lnTo>
                    <a:pt x="7962" y="73380"/>
                  </a:lnTo>
                  <a:lnTo>
                    <a:pt x="8102" y="76238"/>
                  </a:lnTo>
                  <a:lnTo>
                    <a:pt x="8724" y="78511"/>
                  </a:lnTo>
                  <a:lnTo>
                    <a:pt x="10007" y="78435"/>
                  </a:lnTo>
                  <a:lnTo>
                    <a:pt x="10414" y="76085"/>
                  </a:lnTo>
                  <a:lnTo>
                    <a:pt x="10160" y="70396"/>
                  </a:lnTo>
                  <a:lnTo>
                    <a:pt x="9791" y="69126"/>
                  </a:lnTo>
                  <a:lnTo>
                    <a:pt x="10934" y="69380"/>
                  </a:lnTo>
                  <a:lnTo>
                    <a:pt x="13373" y="69227"/>
                  </a:lnTo>
                  <a:lnTo>
                    <a:pt x="15811" y="69075"/>
                  </a:lnTo>
                  <a:lnTo>
                    <a:pt x="17767" y="68351"/>
                  </a:lnTo>
                  <a:close/>
                </a:path>
                <a:path w="43815" h="78740">
                  <a:moveTo>
                    <a:pt x="18249" y="10553"/>
                  </a:moveTo>
                  <a:lnTo>
                    <a:pt x="18173" y="9055"/>
                  </a:lnTo>
                  <a:lnTo>
                    <a:pt x="16167" y="8572"/>
                  </a:lnTo>
                  <a:lnTo>
                    <a:pt x="11277" y="8877"/>
                  </a:lnTo>
                  <a:lnTo>
                    <a:pt x="10121" y="9321"/>
                  </a:lnTo>
                  <a:lnTo>
                    <a:pt x="10363" y="7975"/>
                  </a:lnTo>
                  <a:lnTo>
                    <a:pt x="10223" y="5130"/>
                  </a:lnTo>
                  <a:lnTo>
                    <a:pt x="10109" y="2286"/>
                  </a:lnTo>
                  <a:lnTo>
                    <a:pt x="9474" y="0"/>
                  </a:lnTo>
                  <a:lnTo>
                    <a:pt x="8191" y="76"/>
                  </a:lnTo>
                  <a:lnTo>
                    <a:pt x="7785" y="2425"/>
                  </a:lnTo>
                  <a:lnTo>
                    <a:pt x="8039" y="8128"/>
                  </a:lnTo>
                  <a:lnTo>
                    <a:pt x="8382" y="9385"/>
                  </a:lnTo>
                  <a:lnTo>
                    <a:pt x="7315" y="9131"/>
                  </a:lnTo>
                  <a:lnTo>
                    <a:pt x="4876" y="9283"/>
                  </a:lnTo>
                  <a:lnTo>
                    <a:pt x="2438" y="9436"/>
                  </a:lnTo>
                  <a:lnTo>
                    <a:pt x="482" y="10160"/>
                  </a:lnTo>
                  <a:lnTo>
                    <a:pt x="546" y="11658"/>
                  </a:lnTo>
                  <a:lnTo>
                    <a:pt x="2565" y="12141"/>
                  </a:lnTo>
                  <a:lnTo>
                    <a:pt x="7442" y="11836"/>
                  </a:lnTo>
                  <a:lnTo>
                    <a:pt x="8534" y="11430"/>
                  </a:lnTo>
                  <a:lnTo>
                    <a:pt x="8305" y="12738"/>
                  </a:lnTo>
                  <a:lnTo>
                    <a:pt x="8445" y="15595"/>
                  </a:lnTo>
                  <a:lnTo>
                    <a:pt x="8572" y="18440"/>
                  </a:lnTo>
                  <a:lnTo>
                    <a:pt x="9194" y="20726"/>
                  </a:lnTo>
                  <a:lnTo>
                    <a:pt x="10477" y="20637"/>
                  </a:lnTo>
                  <a:lnTo>
                    <a:pt x="10883" y="18288"/>
                  </a:lnTo>
                  <a:lnTo>
                    <a:pt x="10629" y="12598"/>
                  </a:lnTo>
                  <a:lnTo>
                    <a:pt x="10274" y="11328"/>
                  </a:lnTo>
                  <a:lnTo>
                    <a:pt x="11404" y="11595"/>
                  </a:lnTo>
                  <a:lnTo>
                    <a:pt x="13843" y="11430"/>
                  </a:lnTo>
                  <a:lnTo>
                    <a:pt x="16294" y="11277"/>
                  </a:lnTo>
                  <a:lnTo>
                    <a:pt x="18249" y="10553"/>
                  </a:lnTo>
                  <a:close/>
                </a:path>
                <a:path w="43815" h="78740">
                  <a:moveTo>
                    <a:pt x="43307" y="39789"/>
                  </a:moveTo>
                  <a:lnTo>
                    <a:pt x="43243" y="38290"/>
                  </a:lnTo>
                  <a:lnTo>
                    <a:pt x="41224" y="37807"/>
                  </a:lnTo>
                  <a:lnTo>
                    <a:pt x="36347" y="38112"/>
                  </a:lnTo>
                  <a:lnTo>
                    <a:pt x="35191" y="38557"/>
                  </a:lnTo>
                  <a:lnTo>
                    <a:pt x="35433" y="37211"/>
                  </a:lnTo>
                  <a:lnTo>
                    <a:pt x="35293" y="34366"/>
                  </a:lnTo>
                  <a:lnTo>
                    <a:pt x="35153" y="31521"/>
                  </a:lnTo>
                  <a:lnTo>
                    <a:pt x="34544" y="29235"/>
                  </a:lnTo>
                  <a:lnTo>
                    <a:pt x="33248" y="29324"/>
                  </a:lnTo>
                  <a:lnTo>
                    <a:pt x="32842" y="31661"/>
                  </a:lnTo>
                  <a:lnTo>
                    <a:pt x="33108" y="37363"/>
                  </a:lnTo>
                  <a:lnTo>
                    <a:pt x="33451" y="38633"/>
                  </a:lnTo>
                  <a:lnTo>
                    <a:pt x="32385" y="38366"/>
                  </a:lnTo>
                  <a:lnTo>
                    <a:pt x="29946" y="38519"/>
                  </a:lnTo>
                  <a:lnTo>
                    <a:pt x="27495" y="38684"/>
                  </a:lnTo>
                  <a:lnTo>
                    <a:pt x="25539" y="39395"/>
                  </a:lnTo>
                  <a:lnTo>
                    <a:pt x="25615" y="40894"/>
                  </a:lnTo>
                  <a:lnTo>
                    <a:pt x="27622" y="41376"/>
                  </a:lnTo>
                  <a:lnTo>
                    <a:pt x="32512" y="41071"/>
                  </a:lnTo>
                  <a:lnTo>
                    <a:pt x="33604" y="40665"/>
                  </a:lnTo>
                  <a:lnTo>
                    <a:pt x="33375" y="41986"/>
                  </a:lnTo>
                  <a:lnTo>
                    <a:pt x="33502" y="44831"/>
                  </a:lnTo>
                  <a:lnTo>
                    <a:pt x="33642" y="47675"/>
                  </a:lnTo>
                  <a:lnTo>
                    <a:pt x="34264" y="49961"/>
                  </a:lnTo>
                  <a:lnTo>
                    <a:pt x="35547" y="49872"/>
                  </a:lnTo>
                  <a:lnTo>
                    <a:pt x="35953" y="47536"/>
                  </a:lnTo>
                  <a:lnTo>
                    <a:pt x="35699" y="41833"/>
                  </a:lnTo>
                  <a:lnTo>
                    <a:pt x="35344" y="40563"/>
                  </a:lnTo>
                  <a:lnTo>
                    <a:pt x="36474" y="40830"/>
                  </a:lnTo>
                  <a:lnTo>
                    <a:pt x="38912" y="40665"/>
                  </a:lnTo>
                  <a:lnTo>
                    <a:pt x="41351" y="40513"/>
                  </a:lnTo>
                  <a:lnTo>
                    <a:pt x="43307" y="39789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6" name="object 1746" descr=""/>
            <p:cNvSpPr/>
            <p:nvPr/>
          </p:nvSpPr>
          <p:spPr>
            <a:xfrm>
              <a:off x="13042837" y="7752684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75819" y="44229"/>
                  </a:moveTo>
                  <a:lnTo>
                    <a:pt x="37904" y="88447"/>
                  </a:lnTo>
                  <a:lnTo>
                    <a:pt x="0" y="44229"/>
                  </a:lnTo>
                  <a:lnTo>
                    <a:pt x="37904" y="0"/>
                  </a:lnTo>
                  <a:lnTo>
                    <a:pt x="75819" y="44229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7" name="object 1747" descr=""/>
            <p:cNvSpPr/>
            <p:nvPr/>
          </p:nvSpPr>
          <p:spPr>
            <a:xfrm>
              <a:off x="13046888" y="7757229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382"/>
                  </a:moveTo>
                  <a:lnTo>
                    <a:pt x="17691" y="37884"/>
                  </a:lnTo>
                  <a:lnTo>
                    <a:pt x="15684" y="37401"/>
                  </a:lnTo>
                  <a:lnTo>
                    <a:pt x="10795" y="37706"/>
                  </a:lnTo>
                  <a:lnTo>
                    <a:pt x="9639" y="38150"/>
                  </a:lnTo>
                  <a:lnTo>
                    <a:pt x="9880" y="36804"/>
                  </a:lnTo>
                  <a:lnTo>
                    <a:pt x="9753" y="33959"/>
                  </a:lnTo>
                  <a:lnTo>
                    <a:pt x="9613" y="31102"/>
                  </a:lnTo>
                  <a:lnTo>
                    <a:pt x="8991" y="28829"/>
                  </a:lnTo>
                  <a:lnTo>
                    <a:pt x="7708" y="28905"/>
                  </a:lnTo>
                  <a:lnTo>
                    <a:pt x="7302" y="31254"/>
                  </a:lnTo>
                  <a:lnTo>
                    <a:pt x="7556" y="36957"/>
                  </a:lnTo>
                  <a:lnTo>
                    <a:pt x="7899" y="38214"/>
                  </a:lnTo>
                  <a:lnTo>
                    <a:pt x="6832" y="37947"/>
                  </a:lnTo>
                  <a:lnTo>
                    <a:pt x="4394" y="38112"/>
                  </a:lnTo>
                  <a:lnTo>
                    <a:pt x="1955" y="38265"/>
                  </a:lnTo>
                  <a:lnTo>
                    <a:pt x="0" y="38989"/>
                  </a:lnTo>
                  <a:lnTo>
                    <a:pt x="76" y="40487"/>
                  </a:lnTo>
                  <a:lnTo>
                    <a:pt x="2082" y="40970"/>
                  </a:lnTo>
                  <a:lnTo>
                    <a:pt x="6959" y="40665"/>
                  </a:lnTo>
                  <a:lnTo>
                    <a:pt x="8051" y="40259"/>
                  </a:lnTo>
                  <a:lnTo>
                    <a:pt x="7823" y="41567"/>
                  </a:lnTo>
                  <a:lnTo>
                    <a:pt x="7962" y="44411"/>
                  </a:lnTo>
                  <a:lnTo>
                    <a:pt x="8089" y="47269"/>
                  </a:lnTo>
                  <a:lnTo>
                    <a:pt x="8712" y="49542"/>
                  </a:lnTo>
                  <a:lnTo>
                    <a:pt x="9994" y="49466"/>
                  </a:lnTo>
                  <a:lnTo>
                    <a:pt x="10414" y="47117"/>
                  </a:lnTo>
                  <a:lnTo>
                    <a:pt x="10147" y="41427"/>
                  </a:lnTo>
                  <a:lnTo>
                    <a:pt x="9791" y="40157"/>
                  </a:lnTo>
                  <a:lnTo>
                    <a:pt x="10922" y="40411"/>
                  </a:lnTo>
                  <a:lnTo>
                    <a:pt x="13360" y="40259"/>
                  </a:lnTo>
                  <a:lnTo>
                    <a:pt x="15811" y="40106"/>
                  </a:lnTo>
                  <a:lnTo>
                    <a:pt x="17767" y="39382"/>
                  </a:lnTo>
                  <a:close/>
                </a:path>
                <a:path w="68580" h="78740">
                  <a:moveTo>
                    <a:pt x="42595" y="68351"/>
                  </a:moveTo>
                  <a:lnTo>
                    <a:pt x="42519" y="66852"/>
                  </a:lnTo>
                  <a:lnTo>
                    <a:pt x="40513" y="66370"/>
                  </a:lnTo>
                  <a:lnTo>
                    <a:pt x="35636" y="66675"/>
                  </a:lnTo>
                  <a:lnTo>
                    <a:pt x="34480" y="67119"/>
                  </a:lnTo>
                  <a:lnTo>
                    <a:pt x="34721" y="65773"/>
                  </a:lnTo>
                  <a:lnTo>
                    <a:pt x="34582" y="62928"/>
                  </a:lnTo>
                  <a:lnTo>
                    <a:pt x="34455" y="60071"/>
                  </a:lnTo>
                  <a:lnTo>
                    <a:pt x="33832" y="57797"/>
                  </a:lnTo>
                  <a:lnTo>
                    <a:pt x="32537" y="57873"/>
                  </a:lnTo>
                  <a:lnTo>
                    <a:pt x="32131" y="60223"/>
                  </a:lnTo>
                  <a:lnTo>
                    <a:pt x="32397" y="65913"/>
                  </a:lnTo>
                  <a:lnTo>
                    <a:pt x="32740" y="67183"/>
                  </a:lnTo>
                  <a:lnTo>
                    <a:pt x="31673" y="66916"/>
                  </a:lnTo>
                  <a:lnTo>
                    <a:pt x="29222" y="67081"/>
                  </a:lnTo>
                  <a:lnTo>
                    <a:pt x="26784" y="67233"/>
                  </a:lnTo>
                  <a:lnTo>
                    <a:pt x="24828" y="67957"/>
                  </a:lnTo>
                  <a:lnTo>
                    <a:pt x="24904" y="69456"/>
                  </a:lnTo>
                  <a:lnTo>
                    <a:pt x="26911" y="69938"/>
                  </a:lnTo>
                  <a:lnTo>
                    <a:pt x="31788" y="69634"/>
                  </a:lnTo>
                  <a:lnTo>
                    <a:pt x="32880" y="69227"/>
                  </a:lnTo>
                  <a:lnTo>
                    <a:pt x="32651" y="70535"/>
                  </a:lnTo>
                  <a:lnTo>
                    <a:pt x="32791" y="73380"/>
                  </a:lnTo>
                  <a:lnTo>
                    <a:pt x="32931" y="76238"/>
                  </a:lnTo>
                  <a:lnTo>
                    <a:pt x="33540" y="78511"/>
                  </a:lnTo>
                  <a:lnTo>
                    <a:pt x="34836" y="78435"/>
                  </a:lnTo>
                  <a:lnTo>
                    <a:pt x="35242" y="76085"/>
                  </a:lnTo>
                  <a:lnTo>
                    <a:pt x="34975" y="70396"/>
                  </a:lnTo>
                  <a:lnTo>
                    <a:pt x="34620" y="69113"/>
                  </a:lnTo>
                  <a:lnTo>
                    <a:pt x="35763" y="69380"/>
                  </a:lnTo>
                  <a:lnTo>
                    <a:pt x="38201" y="69227"/>
                  </a:lnTo>
                  <a:lnTo>
                    <a:pt x="40640" y="69075"/>
                  </a:lnTo>
                  <a:lnTo>
                    <a:pt x="42595" y="68351"/>
                  </a:lnTo>
                  <a:close/>
                </a:path>
                <a:path w="68580" h="78740">
                  <a:moveTo>
                    <a:pt x="43065" y="10553"/>
                  </a:moveTo>
                  <a:lnTo>
                    <a:pt x="43002" y="9055"/>
                  </a:lnTo>
                  <a:lnTo>
                    <a:pt x="40982" y="8572"/>
                  </a:lnTo>
                  <a:lnTo>
                    <a:pt x="36106" y="8877"/>
                  </a:lnTo>
                  <a:lnTo>
                    <a:pt x="34937" y="9321"/>
                  </a:lnTo>
                  <a:lnTo>
                    <a:pt x="35179" y="7975"/>
                  </a:lnTo>
                  <a:lnTo>
                    <a:pt x="35052" y="5130"/>
                  </a:lnTo>
                  <a:lnTo>
                    <a:pt x="34925" y="2286"/>
                  </a:lnTo>
                  <a:lnTo>
                    <a:pt x="34302" y="0"/>
                  </a:lnTo>
                  <a:lnTo>
                    <a:pt x="33020" y="76"/>
                  </a:lnTo>
                  <a:lnTo>
                    <a:pt x="32600" y="2425"/>
                  </a:lnTo>
                  <a:lnTo>
                    <a:pt x="32867" y="8128"/>
                  </a:lnTo>
                  <a:lnTo>
                    <a:pt x="33210" y="9385"/>
                  </a:lnTo>
                  <a:lnTo>
                    <a:pt x="32143" y="9131"/>
                  </a:lnTo>
                  <a:lnTo>
                    <a:pt x="29705" y="9283"/>
                  </a:lnTo>
                  <a:lnTo>
                    <a:pt x="27266" y="9436"/>
                  </a:lnTo>
                  <a:lnTo>
                    <a:pt x="25298" y="10160"/>
                  </a:lnTo>
                  <a:lnTo>
                    <a:pt x="25374" y="11658"/>
                  </a:lnTo>
                  <a:lnTo>
                    <a:pt x="27393" y="12141"/>
                  </a:lnTo>
                  <a:lnTo>
                    <a:pt x="32270" y="11836"/>
                  </a:lnTo>
                  <a:lnTo>
                    <a:pt x="33362" y="11430"/>
                  </a:lnTo>
                  <a:lnTo>
                    <a:pt x="33134" y="12738"/>
                  </a:lnTo>
                  <a:lnTo>
                    <a:pt x="33261" y="15595"/>
                  </a:lnTo>
                  <a:lnTo>
                    <a:pt x="33401" y="18440"/>
                  </a:lnTo>
                  <a:lnTo>
                    <a:pt x="34023" y="20726"/>
                  </a:lnTo>
                  <a:lnTo>
                    <a:pt x="35306" y="20637"/>
                  </a:lnTo>
                  <a:lnTo>
                    <a:pt x="35712" y="18288"/>
                  </a:lnTo>
                  <a:lnTo>
                    <a:pt x="35458" y="12598"/>
                  </a:lnTo>
                  <a:lnTo>
                    <a:pt x="35102" y="11328"/>
                  </a:lnTo>
                  <a:lnTo>
                    <a:pt x="36233" y="11595"/>
                  </a:lnTo>
                  <a:lnTo>
                    <a:pt x="38671" y="11430"/>
                  </a:lnTo>
                  <a:lnTo>
                    <a:pt x="41109" y="11277"/>
                  </a:lnTo>
                  <a:lnTo>
                    <a:pt x="43065" y="10553"/>
                  </a:lnTo>
                  <a:close/>
                </a:path>
                <a:path w="68580" h="78740">
                  <a:moveTo>
                    <a:pt x="68135" y="39789"/>
                  </a:moveTo>
                  <a:lnTo>
                    <a:pt x="68059" y="38290"/>
                  </a:lnTo>
                  <a:lnTo>
                    <a:pt x="66052" y="37807"/>
                  </a:lnTo>
                  <a:lnTo>
                    <a:pt x="61175" y="38112"/>
                  </a:lnTo>
                  <a:lnTo>
                    <a:pt x="60020" y="38557"/>
                  </a:lnTo>
                  <a:lnTo>
                    <a:pt x="60261" y="37211"/>
                  </a:lnTo>
                  <a:lnTo>
                    <a:pt x="60121" y="34366"/>
                  </a:lnTo>
                  <a:lnTo>
                    <a:pt x="59982" y="31521"/>
                  </a:lnTo>
                  <a:lnTo>
                    <a:pt x="59372" y="29235"/>
                  </a:lnTo>
                  <a:lnTo>
                    <a:pt x="58077" y="29324"/>
                  </a:lnTo>
                  <a:lnTo>
                    <a:pt x="57670" y="31661"/>
                  </a:lnTo>
                  <a:lnTo>
                    <a:pt x="57937" y="37363"/>
                  </a:lnTo>
                  <a:lnTo>
                    <a:pt x="58280" y="38633"/>
                  </a:lnTo>
                  <a:lnTo>
                    <a:pt x="57213" y="38366"/>
                  </a:lnTo>
                  <a:lnTo>
                    <a:pt x="54762" y="38519"/>
                  </a:lnTo>
                  <a:lnTo>
                    <a:pt x="52324" y="38684"/>
                  </a:lnTo>
                  <a:lnTo>
                    <a:pt x="50368" y="39395"/>
                  </a:lnTo>
                  <a:lnTo>
                    <a:pt x="50444" y="40894"/>
                  </a:lnTo>
                  <a:lnTo>
                    <a:pt x="52451" y="41376"/>
                  </a:lnTo>
                  <a:lnTo>
                    <a:pt x="57327" y="41071"/>
                  </a:lnTo>
                  <a:lnTo>
                    <a:pt x="58420" y="40678"/>
                  </a:lnTo>
                  <a:lnTo>
                    <a:pt x="58191" y="41986"/>
                  </a:lnTo>
                  <a:lnTo>
                    <a:pt x="58331" y="44831"/>
                  </a:lnTo>
                  <a:lnTo>
                    <a:pt x="58470" y="47675"/>
                  </a:lnTo>
                  <a:lnTo>
                    <a:pt x="59093" y="49961"/>
                  </a:lnTo>
                  <a:lnTo>
                    <a:pt x="60375" y="49872"/>
                  </a:lnTo>
                  <a:lnTo>
                    <a:pt x="60782" y="47536"/>
                  </a:lnTo>
                  <a:lnTo>
                    <a:pt x="60515" y="41833"/>
                  </a:lnTo>
                  <a:lnTo>
                    <a:pt x="60159" y="40563"/>
                  </a:lnTo>
                  <a:lnTo>
                    <a:pt x="61302" y="40830"/>
                  </a:lnTo>
                  <a:lnTo>
                    <a:pt x="63741" y="40665"/>
                  </a:lnTo>
                  <a:lnTo>
                    <a:pt x="66179" y="40513"/>
                  </a:lnTo>
                  <a:lnTo>
                    <a:pt x="68135" y="39789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8" name="object 1748" descr=""/>
            <p:cNvSpPr/>
            <p:nvPr/>
          </p:nvSpPr>
          <p:spPr>
            <a:xfrm>
              <a:off x="13119848" y="7752684"/>
              <a:ext cx="54610" cy="88900"/>
            </a:xfrm>
            <a:custGeom>
              <a:avLst/>
              <a:gdLst/>
              <a:ahLst/>
              <a:cxnLst/>
              <a:rect l="l" t="t" r="r" b="b"/>
              <a:pathLst>
                <a:path w="54609" h="88900">
                  <a:moveTo>
                    <a:pt x="54022" y="69650"/>
                  </a:moveTo>
                  <a:lnTo>
                    <a:pt x="37904" y="88447"/>
                  </a:lnTo>
                  <a:lnTo>
                    <a:pt x="0" y="44229"/>
                  </a:lnTo>
                  <a:lnTo>
                    <a:pt x="37904" y="0"/>
                  </a:lnTo>
                  <a:lnTo>
                    <a:pt x="54022" y="18801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9" name="object 1749" descr=""/>
            <p:cNvSpPr/>
            <p:nvPr/>
          </p:nvSpPr>
          <p:spPr>
            <a:xfrm>
              <a:off x="13123901" y="7757229"/>
              <a:ext cx="43180" cy="78740"/>
            </a:xfrm>
            <a:custGeom>
              <a:avLst/>
              <a:gdLst/>
              <a:ahLst/>
              <a:cxnLst/>
              <a:rect l="l" t="t" r="r" b="b"/>
              <a:pathLst>
                <a:path w="43180" h="78740">
                  <a:moveTo>
                    <a:pt x="17767" y="39382"/>
                  </a:moveTo>
                  <a:lnTo>
                    <a:pt x="17691" y="37884"/>
                  </a:lnTo>
                  <a:lnTo>
                    <a:pt x="15684" y="37401"/>
                  </a:lnTo>
                  <a:lnTo>
                    <a:pt x="10795" y="37706"/>
                  </a:lnTo>
                  <a:lnTo>
                    <a:pt x="9639" y="38150"/>
                  </a:lnTo>
                  <a:lnTo>
                    <a:pt x="9880" y="36804"/>
                  </a:lnTo>
                  <a:lnTo>
                    <a:pt x="9753" y="33959"/>
                  </a:lnTo>
                  <a:lnTo>
                    <a:pt x="9613" y="31102"/>
                  </a:lnTo>
                  <a:lnTo>
                    <a:pt x="8991" y="28829"/>
                  </a:lnTo>
                  <a:lnTo>
                    <a:pt x="7708" y="28905"/>
                  </a:lnTo>
                  <a:lnTo>
                    <a:pt x="7302" y="31254"/>
                  </a:lnTo>
                  <a:lnTo>
                    <a:pt x="7556" y="36957"/>
                  </a:lnTo>
                  <a:lnTo>
                    <a:pt x="7899" y="38214"/>
                  </a:lnTo>
                  <a:lnTo>
                    <a:pt x="6832" y="37947"/>
                  </a:lnTo>
                  <a:lnTo>
                    <a:pt x="4394" y="38112"/>
                  </a:lnTo>
                  <a:lnTo>
                    <a:pt x="1955" y="38265"/>
                  </a:lnTo>
                  <a:lnTo>
                    <a:pt x="0" y="38989"/>
                  </a:lnTo>
                  <a:lnTo>
                    <a:pt x="76" y="40487"/>
                  </a:lnTo>
                  <a:lnTo>
                    <a:pt x="2082" y="40970"/>
                  </a:lnTo>
                  <a:lnTo>
                    <a:pt x="6959" y="40665"/>
                  </a:lnTo>
                  <a:lnTo>
                    <a:pt x="8051" y="40259"/>
                  </a:lnTo>
                  <a:lnTo>
                    <a:pt x="7823" y="41567"/>
                  </a:lnTo>
                  <a:lnTo>
                    <a:pt x="7962" y="44411"/>
                  </a:lnTo>
                  <a:lnTo>
                    <a:pt x="8089" y="47269"/>
                  </a:lnTo>
                  <a:lnTo>
                    <a:pt x="8712" y="49542"/>
                  </a:lnTo>
                  <a:lnTo>
                    <a:pt x="9994" y="49466"/>
                  </a:lnTo>
                  <a:lnTo>
                    <a:pt x="10414" y="47117"/>
                  </a:lnTo>
                  <a:lnTo>
                    <a:pt x="10147" y="41427"/>
                  </a:lnTo>
                  <a:lnTo>
                    <a:pt x="9779" y="40157"/>
                  </a:lnTo>
                  <a:lnTo>
                    <a:pt x="10922" y="40411"/>
                  </a:lnTo>
                  <a:lnTo>
                    <a:pt x="13360" y="40259"/>
                  </a:lnTo>
                  <a:lnTo>
                    <a:pt x="15798" y="40106"/>
                  </a:lnTo>
                  <a:lnTo>
                    <a:pt x="17767" y="39382"/>
                  </a:lnTo>
                  <a:close/>
                </a:path>
                <a:path w="43180" h="78740">
                  <a:moveTo>
                    <a:pt x="42595" y="68351"/>
                  </a:moveTo>
                  <a:lnTo>
                    <a:pt x="42519" y="66852"/>
                  </a:lnTo>
                  <a:lnTo>
                    <a:pt x="40513" y="66370"/>
                  </a:lnTo>
                  <a:lnTo>
                    <a:pt x="35636" y="66675"/>
                  </a:lnTo>
                  <a:lnTo>
                    <a:pt x="34480" y="67119"/>
                  </a:lnTo>
                  <a:lnTo>
                    <a:pt x="34721" y="65773"/>
                  </a:lnTo>
                  <a:lnTo>
                    <a:pt x="34582" y="62928"/>
                  </a:lnTo>
                  <a:lnTo>
                    <a:pt x="34442" y="60071"/>
                  </a:lnTo>
                  <a:lnTo>
                    <a:pt x="33832" y="57797"/>
                  </a:lnTo>
                  <a:lnTo>
                    <a:pt x="32537" y="57873"/>
                  </a:lnTo>
                  <a:lnTo>
                    <a:pt x="32131" y="60223"/>
                  </a:lnTo>
                  <a:lnTo>
                    <a:pt x="32397" y="65913"/>
                  </a:lnTo>
                  <a:lnTo>
                    <a:pt x="32740" y="67183"/>
                  </a:lnTo>
                  <a:lnTo>
                    <a:pt x="31673" y="66916"/>
                  </a:lnTo>
                  <a:lnTo>
                    <a:pt x="29222" y="67081"/>
                  </a:lnTo>
                  <a:lnTo>
                    <a:pt x="26784" y="67233"/>
                  </a:lnTo>
                  <a:lnTo>
                    <a:pt x="24828" y="67957"/>
                  </a:lnTo>
                  <a:lnTo>
                    <a:pt x="24904" y="69456"/>
                  </a:lnTo>
                  <a:lnTo>
                    <a:pt x="26911" y="69938"/>
                  </a:lnTo>
                  <a:lnTo>
                    <a:pt x="31788" y="69634"/>
                  </a:lnTo>
                  <a:lnTo>
                    <a:pt x="32880" y="69227"/>
                  </a:lnTo>
                  <a:lnTo>
                    <a:pt x="32651" y="70535"/>
                  </a:lnTo>
                  <a:lnTo>
                    <a:pt x="32791" y="73380"/>
                  </a:lnTo>
                  <a:lnTo>
                    <a:pt x="32931" y="76238"/>
                  </a:lnTo>
                  <a:lnTo>
                    <a:pt x="33540" y="78511"/>
                  </a:lnTo>
                  <a:lnTo>
                    <a:pt x="34836" y="78435"/>
                  </a:lnTo>
                  <a:lnTo>
                    <a:pt x="35242" y="76085"/>
                  </a:lnTo>
                  <a:lnTo>
                    <a:pt x="34975" y="70396"/>
                  </a:lnTo>
                  <a:lnTo>
                    <a:pt x="34620" y="69113"/>
                  </a:lnTo>
                  <a:lnTo>
                    <a:pt x="35763" y="69380"/>
                  </a:lnTo>
                  <a:lnTo>
                    <a:pt x="38201" y="69227"/>
                  </a:lnTo>
                  <a:lnTo>
                    <a:pt x="40640" y="69075"/>
                  </a:lnTo>
                  <a:lnTo>
                    <a:pt x="42595" y="68351"/>
                  </a:lnTo>
                  <a:close/>
                </a:path>
                <a:path w="43180" h="78740">
                  <a:moveTo>
                    <a:pt x="43065" y="10553"/>
                  </a:moveTo>
                  <a:lnTo>
                    <a:pt x="43002" y="9055"/>
                  </a:lnTo>
                  <a:lnTo>
                    <a:pt x="40982" y="8572"/>
                  </a:lnTo>
                  <a:lnTo>
                    <a:pt x="36106" y="8877"/>
                  </a:lnTo>
                  <a:lnTo>
                    <a:pt x="34950" y="9321"/>
                  </a:lnTo>
                  <a:lnTo>
                    <a:pt x="35191" y="7975"/>
                  </a:lnTo>
                  <a:lnTo>
                    <a:pt x="35052" y="5130"/>
                  </a:lnTo>
                  <a:lnTo>
                    <a:pt x="34925" y="2286"/>
                  </a:lnTo>
                  <a:lnTo>
                    <a:pt x="34302" y="0"/>
                  </a:lnTo>
                  <a:lnTo>
                    <a:pt x="33020" y="76"/>
                  </a:lnTo>
                  <a:lnTo>
                    <a:pt x="32600" y="2425"/>
                  </a:lnTo>
                  <a:lnTo>
                    <a:pt x="32867" y="8128"/>
                  </a:lnTo>
                  <a:lnTo>
                    <a:pt x="33210" y="9385"/>
                  </a:lnTo>
                  <a:lnTo>
                    <a:pt x="32143" y="9131"/>
                  </a:lnTo>
                  <a:lnTo>
                    <a:pt x="29705" y="9283"/>
                  </a:lnTo>
                  <a:lnTo>
                    <a:pt x="27266" y="9436"/>
                  </a:lnTo>
                  <a:lnTo>
                    <a:pt x="25298" y="10160"/>
                  </a:lnTo>
                  <a:lnTo>
                    <a:pt x="25374" y="11658"/>
                  </a:lnTo>
                  <a:lnTo>
                    <a:pt x="27393" y="12141"/>
                  </a:lnTo>
                  <a:lnTo>
                    <a:pt x="32270" y="11836"/>
                  </a:lnTo>
                  <a:lnTo>
                    <a:pt x="33362" y="11430"/>
                  </a:lnTo>
                  <a:lnTo>
                    <a:pt x="33134" y="12738"/>
                  </a:lnTo>
                  <a:lnTo>
                    <a:pt x="33261" y="15595"/>
                  </a:lnTo>
                  <a:lnTo>
                    <a:pt x="33388" y="18440"/>
                  </a:lnTo>
                  <a:lnTo>
                    <a:pt x="34023" y="20726"/>
                  </a:lnTo>
                  <a:lnTo>
                    <a:pt x="35306" y="20637"/>
                  </a:lnTo>
                  <a:lnTo>
                    <a:pt x="35712" y="18288"/>
                  </a:lnTo>
                  <a:lnTo>
                    <a:pt x="35458" y="12598"/>
                  </a:lnTo>
                  <a:lnTo>
                    <a:pt x="35102" y="11328"/>
                  </a:lnTo>
                  <a:lnTo>
                    <a:pt x="36233" y="11595"/>
                  </a:lnTo>
                  <a:lnTo>
                    <a:pt x="38671" y="11430"/>
                  </a:lnTo>
                  <a:lnTo>
                    <a:pt x="41109" y="11277"/>
                  </a:lnTo>
                  <a:lnTo>
                    <a:pt x="43065" y="10553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0" name="object 1750" descr=""/>
            <p:cNvSpPr/>
            <p:nvPr/>
          </p:nvSpPr>
          <p:spPr>
            <a:xfrm>
              <a:off x="12965824" y="7871091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75819" y="44218"/>
                  </a:moveTo>
                  <a:lnTo>
                    <a:pt x="37904" y="88447"/>
                  </a:lnTo>
                  <a:lnTo>
                    <a:pt x="0" y="44218"/>
                  </a:lnTo>
                  <a:lnTo>
                    <a:pt x="37904" y="0"/>
                  </a:lnTo>
                  <a:lnTo>
                    <a:pt x="75819" y="4421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1" name="object 1751" descr=""/>
            <p:cNvSpPr/>
            <p:nvPr/>
          </p:nvSpPr>
          <p:spPr>
            <a:xfrm>
              <a:off x="12969875" y="7875619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382"/>
                  </a:moveTo>
                  <a:lnTo>
                    <a:pt x="17691" y="37884"/>
                  </a:lnTo>
                  <a:lnTo>
                    <a:pt x="15684" y="37414"/>
                  </a:lnTo>
                  <a:lnTo>
                    <a:pt x="10795" y="37706"/>
                  </a:lnTo>
                  <a:lnTo>
                    <a:pt x="9639" y="38150"/>
                  </a:lnTo>
                  <a:lnTo>
                    <a:pt x="9880" y="36817"/>
                  </a:lnTo>
                  <a:lnTo>
                    <a:pt x="9753" y="33959"/>
                  </a:lnTo>
                  <a:lnTo>
                    <a:pt x="9613" y="31115"/>
                  </a:lnTo>
                  <a:lnTo>
                    <a:pt x="8991" y="28829"/>
                  </a:lnTo>
                  <a:lnTo>
                    <a:pt x="7708" y="28917"/>
                  </a:lnTo>
                  <a:lnTo>
                    <a:pt x="7302" y="31267"/>
                  </a:lnTo>
                  <a:lnTo>
                    <a:pt x="7556" y="36957"/>
                  </a:lnTo>
                  <a:lnTo>
                    <a:pt x="7899" y="38227"/>
                  </a:lnTo>
                  <a:lnTo>
                    <a:pt x="6832" y="37960"/>
                  </a:lnTo>
                  <a:lnTo>
                    <a:pt x="4394" y="38112"/>
                  </a:lnTo>
                  <a:lnTo>
                    <a:pt x="1955" y="38277"/>
                  </a:lnTo>
                  <a:lnTo>
                    <a:pt x="0" y="39001"/>
                  </a:lnTo>
                  <a:lnTo>
                    <a:pt x="76" y="40487"/>
                  </a:lnTo>
                  <a:lnTo>
                    <a:pt x="2082" y="40970"/>
                  </a:lnTo>
                  <a:lnTo>
                    <a:pt x="6959" y="40678"/>
                  </a:lnTo>
                  <a:lnTo>
                    <a:pt x="8051" y="40271"/>
                  </a:lnTo>
                  <a:lnTo>
                    <a:pt x="7823" y="41579"/>
                  </a:lnTo>
                  <a:lnTo>
                    <a:pt x="7962" y="44424"/>
                  </a:lnTo>
                  <a:lnTo>
                    <a:pt x="8089" y="47269"/>
                  </a:lnTo>
                  <a:lnTo>
                    <a:pt x="8712" y="49555"/>
                  </a:lnTo>
                  <a:lnTo>
                    <a:pt x="9994" y="49466"/>
                  </a:lnTo>
                  <a:lnTo>
                    <a:pt x="10414" y="47129"/>
                  </a:lnTo>
                  <a:lnTo>
                    <a:pt x="10147" y="41427"/>
                  </a:lnTo>
                  <a:lnTo>
                    <a:pt x="9791" y="40157"/>
                  </a:lnTo>
                  <a:lnTo>
                    <a:pt x="10922" y="40424"/>
                  </a:lnTo>
                  <a:lnTo>
                    <a:pt x="13360" y="40271"/>
                  </a:lnTo>
                  <a:lnTo>
                    <a:pt x="15811" y="40106"/>
                  </a:lnTo>
                  <a:lnTo>
                    <a:pt x="17767" y="39382"/>
                  </a:lnTo>
                  <a:close/>
                </a:path>
                <a:path w="68580" h="78740">
                  <a:moveTo>
                    <a:pt x="42595" y="68351"/>
                  </a:moveTo>
                  <a:lnTo>
                    <a:pt x="42519" y="66852"/>
                  </a:lnTo>
                  <a:lnTo>
                    <a:pt x="40513" y="66382"/>
                  </a:lnTo>
                  <a:lnTo>
                    <a:pt x="35636" y="66675"/>
                  </a:lnTo>
                  <a:lnTo>
                    <a:pt x="34480" y="67119"/>
                  </a:lnTo>
                  <a:lnTo>
                    <a:pt x="34721" y="65786"/>
                  </a:lnTo>
                  <a:lnTo>
                    <a:pt x="34582" y="62928"/>
                  </a:lnTo>
                  <a:lnTo>
                    <a:pt x="34442" y="60083"/>
                  </a:lnTo>
                  <a:lnTo>
                    <a:pt x="33832" y="57797"/>
                  </a:lnTo>
                  <a:lnTo>
                    <a:pt x="32537" y="57886"/>
                  </a:lnTo>
                  <a:lnTo>
                    <a:pt x="32131" y="60236"/>
                  </a:lnTo>
                  <a:lnTo>
                    <a:pt x="32397" y="65925"/>
                  </a:lnTo>
                  <a:lnTo>
                    <a:pt x="32740" y="67195"/>
                  </a:lnTo>
                  <a:lnTo>
                    <a:pt x="31673" y="66929"/>
                  </a:lnTo>
                  <a:lnTo>
                    <a:pt x="29222" y="67081"/>
                  </a:lnTo>
                  <a:lnTo>
                    <a:pt x="26784" y="67246"/>
                  </a:lnTo>
                  <a:lnTo>
                    <a:pt x="24828" y="67970"/>
                  </a:lnTo>
                  <a:lnTo>
                    <a:pt x="24904" y="69456"/>
                  </a:lnTo>
                  <a:lnTo>
                    <a:pt x="26911" y="69938"/>
                  </a:lnTo>
                  <a:lnTo>
                    <a:pt x="31788" y="69646"/>
                  </a:lnTo>
                  <a:lnTo>
                    <a:pt x="32880" y="69240"/>
                  </a:lnTo>
                  <a:lnTo>
                    <a:pt x="32651" y="70548"/>
                  </a:lnTo>
                  <a:lnTo>
                    <a:pt x="32791" y="73393"/>
                  </a:lnTo>
                  <a:lnTo>
                    <a:pt x="32918" y="76238"/>
                  </a:lnTo>
                  <a:lnTo>
                    <a:pt x="33540" y="78524"/>
                  </a:lnTo>
                  <a:lnTo>
                    <a:pt x="34836" y="78435"/>
                  </a:lnTo>
                  <a:lnTo>
                    <a:pt x="35242" y="76098"/>
                  </a:lnTo>
                  <a:lnTo>
                    <a:pt x="34975" y="70396"/>
                  </a:lnTo>
                  <a:lnTo>
                    <a:pt x="34620" y="69126"/>
                  </a:lnTo>
                  <a:lnTo>
                    <a:pt x="35763" y="69392"/>
                  </a:lnTo>
                  <a:lnTo>
                    <a:pt x="38201" y="69240"/>
                  </a:lnTo>
                  <a:lnTo>
                    <a:pt x="40640" y="69075"/>
                  </a:lnTo>
                  <a:lnTo>
                    <a:pt x="42595" y="68351"/>
                  </a:lnTo>
                  <a:close/>
                </a:path>
                <a:path w="68580" h="78740">
                  <a:moveTo>
                    <a:pt x="43078" y="10566"/>
                  </a:moveTo>
                  <a:lnTo>
                    <a:pt x="43002" y="9067"/>
                  </a:lnTo>
                  <a:lnTo>
                    <a:pt x="40982" y="8585"/>
                  </a:lnTo>
                  <a:lnTo>
                    <a:pt x="36106" y="8890"/>
                  </a:lnTo>
                  <a:lnTo>
                    <a:pt x="34950" y="9321"/>
                  </a:lnTo>
                  <a:lnTo>
                    <a:pt x="35191" y="7988"/>
                  </a:lnTo>
                  <a:lnTo>
                    <a:pt x="35052" y="5130"/>
                  </a:lnTo>
                  <a:lnTo>
                    <a:pt x="34925" y="2286"/>
                  </a:lnTo>
                  <a:lnTo>
                    <a:pt x="34302" y="0"/>
                  </a:lnTo>
                  <a:lnTo>
                    <a:pt x="33020" y="88"/>
                  </a:lnTo>
                  <a:lnTo>
                    <a:pt x="32600" y="2438"/>
                  </a:lnTo>
                  <a:lnTo>
                    <a:pt x="32867" y="8128"/>
                  </a:lnTo>
                  <a:lnTo>
                    <a:pt x="33210" y="9398"/>
                  </a:lnTo>
                  <a:lnTo>
                    <a:pt x="32143" y="9131"/>
                  </a:lnTo>
                  <a:lnTo>
                    <a:pt x="29705" y="9283"/>
                  </a:lnTo>
                  <a:lnTo>
                    <a:pt x="27266" y="9448"/>
                  </a:lnTo>
                  <a:lnTo>
                    <a:pt x="25298" y="10172"/>
                  </a:lnTo>
                  <a:lnTo>
                    <a:pt x="25374" y="11671"/>
                  </a:lnTo>
                  <a:lnTo>
                    <a:pt x="27393" y="12153"/>
                  </a:lnTo>
                  <a:lnTo>
                    <a:pt x="32270" y="11849"/>
                  </a:lnTo>
                  <a:lnTo>
                    <a:pt x="33362" y="11442"/>
                  </a:lnTo>
                  <a:lnTo>
                    <a:pt x="33134" y="12750"/>
                  </a:lnTo>
                  <a:lnTo>
                    <a:pt x="33261" y="15595"/>
                  </a:lnTo>
                  <a:lnTo>
                    <a:pt x="33388" y="18440"/>
                  </a:lnTo>
                  <a:lnTo>
                    <a:pt x="34023" y="20726"/>
                  </a:lnTo>
                  <a:lnTo>
                    <a:pt x="35306" y="20650"/>
                  </a:lnTo>
                  <a:lnTo>
                    <a:pt x="35712" y="18300"/>
                  </a:lnTo>
                  <a:lnTo>
                    <a:pt x="35458" y="12598"/>
                  </a:lnTo>
                  <a:lnTo>
                    <a:pt x="35090" y="11328"/>
                  </a:lnTo>
                  <a:lnTo>
                    <a:pt x="36233" y="11595"/>
                  </a:lnTo>
                  <a:lnTo>
                    <a:pt x="38671" y="11442"/>
                  </a:lnTo>
                  <a:lnTo>
                    <a:pt x="41109" y="11277"/>
                  </a:lnTo>
                  <a:lnTo>
                    <a:pt x="43078" y="10566"/>
                  </a:lnTo>
                  <a:close/>
                </a:path>
                <a:path w="68580" h="78740">
                  <a:moveTo>
                    <a:pt x="68135" y="39801"/>
                  </a:moveTo>
                  <a:lnTo>
                    <a:pt x="68059" y="38303"/>
                  </a:lnTo>
                  <a:lnTo>
                    <a:pt x="66052" y="37820"/>
                  </a:lnTo>
                  <a:lnTo>
                    <a:pt x="61175" y="38125"/>
                  </a:lnTo>
                  <a:lnTo>
                    <a:pt x="60020" y="38569"/>
                  </a:lnTo>
                  <a:lnTo>
                    <a:pt x="60261" y="37223"/>
                  </a:lnTo>
                  <a:lnTo>
                    <a:pt x="60121" y="34378"/>
                  </a:lnTo>
                  <a:lnTo>
                    <a:pt x="59994" y="31521"/>
                  </a:lnTo>
                  <a:lnTo>
                    <a:pt x="59372" y="29248"/>
                  </a:lnTo>
                  <a:lnTo>
                    <a:pt x="58077" y="29324"/>
                  </a:lnTo>
                  <a:lnTo>
                    <a:pt x="57670" y="31673"/>
                  </a:lnTo>
                  <a:lnTo>
                    <a:pt x="57937" y="37363"/>
                  </a:lnTo>
                  <a:lnTo>
                    <a:pt x="58280" y="38633"/>
                  </a:lnTo>
                  <a:lnTo>
                    <a:pt x="57213" y="38366"/>
                  </a:lnTo>
                  <a:lnTo>
                    <a:pt x="54775" y="38531"/>
                  </a:lnTo>
                  <a:lnTo>
                    <a:pt x="52324" y="38684"/>
                  </a:lnTo>
                  <a:lnTo>
                    <a:pt x="50368" y="39408"/>
                  </a:lnTo>
                  <a:lnTo>
                    <a:pt x="50444" y="40906"/>
                  </a:lnTo>
                  <a:lnTo>
                    <a:pt x="52451" y="41389"/>
                  </a:lnTo>
                  <a:lnTo>
                    <a:pt x="57340" y="41084"/>
                  </a:lnTo>
                  <a:lnTo>
                    <a:pt x="58420" y="40678"/>
                  </a:lnTo>
                  <a:lnTo>
                    <a:pt x="58191" y="41986"/>
                  </a:lnTo>
                  <a:lnTo>
                    <a:pt x="58331" y="44831"/>
                  </a:lnTo>
                  <a:lnTo>
                    <a:pt x="58470" y="47688"/>
                  </a:lnTo>
                  <a:lnTo>
                    <a:pt x="59080" y="49961"/>
                  </a:lnTo>
                  <a:lnTo>
                    <a:pt x="60375" y="49885"/>
                  </a:lnTo>
                  <a:lnTo>
                    <a:pt x="60782" y="47536"/>
                  </a:lnTo>
                  <a:lnTo>
                    <a:pt x="60515" y="41846"/>
                  </a:lnTo>
                  <a:lnTo>
                    <a:pt x="60159" y="40576"/>
                  </a:lnTo>
                  <a:lnTo>
                    <a:pt x="61302" y="40830"/>
                  </a:lnTo>
                  <a:lnTo>
                    <a:pt x="63741" y="40678"/>
                  </a:lnTo>
                  <a:lnTo>
                    <a:pt x="66179" y="40525"/>
                  </a:lnTo>
                  <a:lnTo>
                    <a:pt x="68135" y="398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2" name="object 1752" descr=""/>
            <p:cNvSpPr/>
            <p:nvPr/>
          </p:nvSpPr>
          <p:spPr>
            <a:xfrm>
              <a:off x="13003309" y="7929904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75819" y="44218"/>
                  </a:moveTo>
                  <a:lnTo>
                    <a:pt x="37904" y="88447"/>
                  </a:lnTo>
                  <a:lnTo>
                    <a:pt x="0" y="44218"/>
                  </a:lnTo>
                  <a:lnTo>
                    <a:pt x="37904" y="0"/>
                  </a:lnTo>
                  <a:lnTo>
                    <a:pt x="75819" y="4421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3" name="object 1753" descr=""/>
            <p:cNvSpPr/>
            <p:nvPr/>
          </p:nvSpPr>
          <p:spPr>
            <a:xfrm>
              <a:off x="13007353" y="7934432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382"/>
                  </a:moveTo>
                  <a:lnTo>
                    <a:pt x="17703" y="37884"/>
                  </a:lnTo>
                  <a:lnTo>
                    <a:pt x="15684" y="37414"/>
                  </a:lnTo>
                  <a:lnTo>
                    <a:pt x="10807" y="37706"/>
                  </a:lnTo>
                  <a:lnTo>
                    <a:pt x="9652" y="38150"/>
                  </a:lnTo>
                  <a:lnTo>
                    <a:pt x="9893" y="36804"/>
                  </a:lnTo>
                  <a:lnTo>
                    <a:pt x="9753" y="33959"/>
                  </a:lnTo>
                  <a:lnTo>
                    <a:pt x="9626" y="31115"/>
                  </a:lnTo>
                  <a:lnTo>
                    <a:pt x="9004" y="28829"/>
                  </a:lnTo>
                  <a:lnTo>
                    <a:pt x="7708" y="28917"/>
                  </a:lnTo>
                  <a:lnTo>
                    <a:pt x="7302" y="31254"/>
                  </a:lnTo>
                  <a:lnTo>
                    <a:pt x="7569" y="36957"/>
                  </a:lnTo>
                  <a:lnTo>
                    <a:pt x="7912" y="38227"/>
                  </a:lnTo>
                  <a:lnTo>
                    <a:pt x="6845" y="37960"/>
                  </a:lnTo>
                  <a:lnTo>
                    <a:pt x="4406" y="38112"/>
                  </a:lnTo>
                  <a:lnTo>
                    <a:pt x="1968" y="38277"/>
                  </a:lnTo>
                  <a:lnTo>
                    <a:pt x="0" y="39001"/>
                  </a:lnTo>
                  <a:lnTo>
                    <a:pt x="76" y="40500"/>
                  </a:lnTo>
                  <a:lnTo>
                    <a:pt x="2082" y="40970"/>
                  </a:lnTo>
                  <a:lnTo>
                    <a:pt x="6972" y="40678"/>
                  </a:lnTo>
                  <a:lnTo>
                    <a:pt x="8051" y="40271"/>
                  </a:lnTo>
                  <a:lnTo>
                    <a:pt x="7823" y="41579"/>
                  </a:lnTo>
                  <a:lnTo>
                    <a:pt x="7962" y="44424"/>
                  </a:lnTo>
                  <a:lnTo>
                    <a:pt x="8102" y="47269"/>
                  </a:lnTo>
                  <a:lnTo>
                    <a:pt x="8724" y="49555"/>
                  </a:lnTo>
                  <a:lnTo>
                    <a:pt x="10007" y="49466"/>
                  </a:lnTo>
                  <a:lnTo>
                    <a:pt x="10414" y="47129"/>
                  </a:lnTo>
                  <a:lnTo>
                    <a:pt x="10147" y="41427"/>
                  </a:lnTo>
                  <a:lnTo>
                    <a:pt x="9791" y="40157"/>
                  </a:lnTo>
                  <a:lnTo>
                    <a:pt x="10934" y="40424"/>
                  </a:lnTo>
                  <a:lnTo>
                    <a:pt x="13373" y="40271"/>
                  </a:lnTo>
                  <a:lnTo>
                    <a:pt x="15811" y="40106"/>
                  </a:lnTo>
                  <a:lnTo>
                    <a:pt x="17767" y="39382"/>
                  </a:lnTo>
                  <a:close/>
                </a:path>
                <a:path w="68580" h="78740">
                  <a:moveTo>
                    <a:pt x="42608" y="68351"/>
                  </a:moveTo>
                  <a:lnTo>
                    <a:pt x="42532" y="66852"/>
                  </a:lnTo>
                  <a:lnTo>
                    <a:pt x="40525" y="66382"/>
                  </a:lnTo>
                  <a:lnTo>
                    <a:pt x="35636" y="66675"/>
                  </a:lnTo>
                  <a:lnTo>
                    <a:pt x="34480" y="67119"/>
                  </a:lnTo>
                  <a:lnTo>
                    <a:pt x="34721" y="65773"/>
                  </a:lnTo>
                  <a:lnTo>
                    <a:pt x="34582" y="62928"/>
                  </a:lnTo>
                  <a:lnTo>
                    <a:pt x="34467" y="60083"/>
                  </a:lnTo>
                  <a:lnTo>
                    <a:pt x="33832" y="57797"/>
                  </a:lnTo>
                  <a:lnTo>
                    <a:pt x="32550" y="57886"/>
                  </a:lnTo>
                  <a:lnTo>
                    <a:pt x="32143" y="60223"/>
                  </a:lnTo>
                  <a:lnTo>
                    <a:pt x="32397" y="65925"/>
                  </a:lnTo>
                  <a:lnTo>
                    <a:pt x="32740" y="67195"/>
                  </a:lnTo>
                  <a:lnTo>
                    <a:pt x="31673" y="66929"/>
                  </a:lnTo>
                  <a:lnTo>
                    <a:pt x="29235" y="67081"/>
                  </a:lnTo>
                  <a:lnTo>
                    <a:pt x="26797" y="67246"/>
                  </a:lnTo>
                  <a:lnTo>
                    <a:pt x="24841" y="67970"/>
                  </a:lnTo>
                  <a:lnTo>
                    <a:pt x="24917" y="69456"/>
                  </a:lnTo>
                  <a:lnTo>
                    <a:pt x="26924" y="69938"/>
                  </a:lnTo>
                  <a:lnTo>
                    <a:pt x="31800" y="69634"/>
                  </a:lnTo>
                  <a:lnTo>
                    <a:pt x="32893" y="69227"/>
                  </a:lnTo>
                  <a:lnTo>
                    <a:pt x="32664" y="70548"/>
                  </a:lnTo>
                  <a:lnTo>
                    <a:pt x="32804" y="73393"/>
                  </a:lnTo>
                  <a:lnTo>
                    <a:pt x="32931" y="76238"/>
                  </a:lnTo>
                  <a:lnTo>
                    <a:pt x="33553" y="78524"/>
                  </a:lnTo>
                  <a:lnTo>
                    <a:pt x="34836" y="78435"/>
                  </a:lnTo>
                  <a:lnTo>
                    <a:pt x="35255" y="76098"/>
                  </a:lnTo>
                  <a:lnTo>
                    <a:pt x="34988" y="70396"/>
                  </a:lnTo>
                  <a:lnTo>
                    <a:pt x="34632" y="69126"/>
                  </a:lnTo>
                  <a:lnTo>
                    <a:pt x="35763" y="69392"/>
                  </a:lnTo>
                  <a:lnTo>
                    <a:pt x="38201" y="69240"/>
                  </a:lnTo>
                  <a:lnTo>
                    <a:pt x="40640" y="69075"/>
                  </a:lnTo>
                  <a:lnTo>
                    <a:pt x="42608" y="68351"/>
                  </a:lnTo>
                  <a:close/>
                </a:path>
                <a:path w="68580" h="78740">
                  <a:moveTo>
                    <a:pt x="43078" y="10553"/>
                  </a:moveTo>
                  <a:lnTo>
                    <a:pt x="43002" y="9067"/>
                  </a:lnTo>
                  <a:lnTo>
                    <a:pt x="40995" y="8585"/>
                  </a:lnTo>
                  <a:lnTo>
                    <a:pt x="36118" y="8890"/>
                  </a:lnTo>
                  <a:lnTo>
                    <a:pt x="34963" y="9321"/>
                  </a:lnTo>
                  <a:lnTo>
                    <a:pt x="35204" y="7988"/>
                  </a:lnTo>
                  <a:lnTo>
                    <a:pt x="35064" y="5130"/>
                  </a:lnTo>
                  <a:lnTo>
                    <a:pt x="34925" y="2286"/>
                  </a:lnTo>
                  <a:lnTo>
                    <a:pt x="34302" y="0"/>
                  </a:lnTo>
                  <a:lnTo>
                    <a:pt x="33020" y="88"/>
                  </a:lnTo>
                  <a:lnTo>
                    <a:pt x="32613" y="2438"/>
                  </a:lnTo>
                  <a:lnTo>
                    <a:pt x="32880" y="8128"/>
                  </a:lnTo>
                  <a:lnTo>
                    <a:pt x="33223" y="9398"/>
                  </a:lnTo>
                  <a:lnTo>
                    <a:pt x="32143" y="9131"/>
                  </a:lnTo>
                  <a:lnTo>
                    <a:pt x="29705" y="9283"/>
                  </a:lnTo>
                  <a:lnTo>
                    <a:pt x="27266" y="9448"/>
                  </a:lnTo>
                  <a:lnTo>
                    <a:pt x="25311" y="10172"/>
                  </a:lnTo>
                  <a:lnTo>
                    <a:pt x="25387" y="11671"/>
                  </a:lnTo>
                  <a:lnTo>
                    <a:pt x="27393" y="12153"/>
                  </a:lnTo>
                  <a:lnTo>
                    <a:pt x="32270" y="11849"/>
                  </a:lnTo>
                  <a:lnTo>
                    <a:pt x="33362" y="11442"/>
                  </a:lnTo>
                  <a:lnTo>
                    <a:pt x="33134" y="12750"/>
                  </a:lnTo>
                  <a:lnTo>
                    <a:pt x="33274" y="15595"/>
                  </a:lnTo>
                  <a:lnTo>
                    <a:pt x="33413" y="18440"/>
                  </a:lnTo>
                  <a:lnTo>
                    <a:pt x="34023" y="20726"/>
                  </a:lnTo>
                  <a:lnTo>
                    <a:pt x="35318" y="20637"/>
                  </a:lnTo>
                  <a:lnTo>
                    <a:pt x="35725" y="18300"/>
                  </a:lnTo>
                  <a:lnTo>
                    <a:pt x="35458" y="12598"/>
                  </a:lnTo>
                  <a:lnTo>
                    <a:pt x="35102" y="11328"/>
                  </a:lnTo>
                  <a:lnTo>
                    <a:pt x="36245" y="11595"/>
                  </a:lnTo>
                  <a:lnTo>
                    <a:pt x="38684" y="11442"/>
                  </a:lnTo>
                  <a:lnTo>
                    <a:pt x="41122" y="11277"/>
                  </a:lnTo>
                  <a:lnTo>
                    <a:pt x="43078" y="10553"/>
                  </a:lnTo>
                  <a:close/>
                </a:path>
                <a:path w="68580" h="78740">
                  <a:moveTo>
                    <a:pt x="68148" y="39801"/>
                  </a:moveTo>
                  <a:lnTo>
                    <a:pt x="68072" y="38303"/>
                  </a:lnTo>
                  <a:lnTo>
                    <a:pt x="66065" y="37820"/>
                  </a:lnTo>
                  <a:lnTo>
                    <a:pt x="61175" y="38125"/>
                  </a:lnTo>
                  <a:lnTo>
                    <a:pt x="60020" y="38569"/>
                  </a:lnTo>
                  <a:lnTo>
                    <a:pt x="60261" y="37223"/>
                  </a:lnTo>
                  <a:lnTo>
                    <a:pt x="60134" y="34378"/>
                  </a:lnTo>
                  <a:lnTo>
                    <a:pt x="59994" y="31521"/>
                  </a:lnTo>
                  <a:lnTo>
                    <a:pt x="59372" y="29248"/>
                  </a:lnTo>
                  <a:lnTo>
                    <a:pt x="58089" y="29324"/>
                  </a:lnTo>
                  <a:lnTo>
                    <a:pt x="57683" y="31673"/>
                  </a:lnTo>
                  <a:lnTo>
                    <a:pt x="57937" y="37363"/>
                  </a:lnTo>
                  <a:lnTo>
                    <a:pt x="58280" y="38633"/>
                  </a:lnTo>
                  <a:lnTo>
                    <a:pt x="57213" y="38366"/>
                  </a:lnTo>
                  <a:lnTo>
                    <a:pt x="54775" y="38531"/>
                  </a:lnTo>
                  <a:lnTo>
                    <a:pt x="52336" y="38684"/>
                  </a:lnTo>
                  <a:lnTo>
                    <a:pt x="50380" y="39408"/>
                  </a:lnTo>
                  <a:lnTo>
                    <a:pt x="50457" y="40906"/>
                  </a:lnTo>
                  <a:lnTo>
                    <a:pt x="52463" y="41389"/>
                  </a:lnTo>
                  <a:lnTo>
                    <a:pt x="57340" y="41084"/>
                  </a:lnTo>
                  <a:lnTo>
                    <a:pt x="58432" y="40678"/>
                  </a:lnTo>
                  <a:lnTo>
                    <a:pt x="58216" y="41986"/>
                  </a:lnTo>
                  <a:lnTo>
                    <a:pt x="58343" y="44831"/>
                  </a:lnTo>
                  <a:lnTo>
                    <a:pt x="58470" y="47688"/>
                  </a:lnTo>
                  <a:lnTo>
                    <a:pt x="59093" y="49961"/>
                  </a:lnTo>
                  <a:lnTo>
                    <a:pt x="60375" y="49885"/>
                  </a:lnTo>
                  <a:lnTo>
                    <a:pt x="60794" y="47536"/>
                  </a:lnTo>
                  <a:lnTo>
                    <a:pt x="60528" y="41846"/>
                  </a:lnTo>
                  <a:lnTo>
                    <a:pt x="60159" y="40563"/>
                  </a:lnTo>
                  <a:lnTo>
                    <a:pt x="61302" y="40830"/>
                  </a:lnTo>
                  <a:lnTo>
                    <a:pt x="63741" y="40678"/>
                  </a:lnTo>
                  <a:lnTo>
                    <a:pt x="66192" y="40525"/>
                  </a:lnTo>
                  <a:lnTo>
                    <a:pt x="68148" y="398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4" name="object 1754" descr=""/>
            <p:cNvSpPr/>
            <p:nvPr/>
          </p:nvSpPr>
          <p:spPr>
            <a:xfrm>
              <a:off x="13081324" y="7929904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75819" y="44218"/>
                  </a:moveTo>
                  <a:lnTo>
                    <a:pt x="37904" y="88447"/>
                  </a:lnTo>
                  <a:lnTo>
                    <a:pt x="0" y="44218"/>
                  </a:lnTo>
                  <a:lnTo>
                    <a:pt x="37904" y="0"/>
                  </a:lnTo>
                  <a:lnTo>
                    <a:pt x="75819" y="4421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5" name="object 1755" descr=""/>
            <p:cNvSpPr/>
            <p:nvPr/>
          </p:nvSpPr>
          <p:spPr>
            <a:xfrm>
              <a:off x="13085369" y="7934432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382"/>
                  </a:moveTo>
                  <a:lnTo>
                    <a:pt x="17691" y="37884"/>
                  </a:lnTo>
                  <a:lnTo>
                    <a:pt x="15684" y="37414"/>
                  </a:lnTo>
                  <a:lnTo>
                    <a:pt x="10807" y="37706"/>
                  </a:lnTo>
                  <a:lnTo>
                    <a:pt x="9652" y="38150"/>
                  </a:lnTo>
                  <a:lnTo>
                    <a:pt x="9893" y="36804"/>
                  </a:lnTo>
                  <a:lnTo>
                    <a:pt x="9753" y="33959"/>
                  </a:lnTo>
                  <a:lnTo>
                    <a:pt x="9613" y="31115"/>
                  </a:lnTo>
                  <a:lnTo>
                    <a:pt x="9004" y="28829"/>
                  </a:lnTo>
                  <a:lnTo>
                    <a:pt x="7708" y="28917"/>
                  </a:lnTo>
                  <a:lnTo>
                    <a:pt x="7302" y="31254"/>
                  </a:lnTo>
                  <a:lnTo>
                    <a:pt x="7569" y="36957"/>
                  </a:lnTo>
                  <a:lnTo>
                    <a:pt x="7912" y="38227"/>
                  </a:lnTo>
                  <a:lnTo>
                    <a:pt x="6845" y="37960"/>
                  </a:lnTo>
                  <a:lnTo>
                    <a:pt x="4406" y="38112"/>
                  </a:lnTo>
                  <a:lnTo>
                    <a:pt x="1955" y="38277"/>
                  </a:lnTo>
                  <a:lnTo>
                    <a:pt x="0" y="39001"/>
                  </a:lnTo>
                  <a:lnTo>
                    <a:pt x="76" y="40500"/>
                  </a:lnTo>
                  <a:lnTo>
                    <a:pt x="2082" y="40970"/>
                  </a:lnTo>
                  <a:lnTo>
                    <a:pt x="6972" y="40678"/>
                  </a:lnTo>
                  <a:lnTo>
                    <a:pt x="8051" y="40271"/>
                  </a:lnTo>
                  <a:lnTo>
                    <a:pt x="7823" y="41579"/>
                  </a:lnTo>
                  <a:lnTo>
                    <a:pt x="7962" y="44424"/>
                  </a:lnTo>
                  <a:lnTo>
                    <a:pt x="8089" y="47269"/>
                  </a:lnTo>
                  <a:lnTo>
                    <a:pt x="8724" y="49555"/>
                  </a:lnTo>
                  <a:lnTo>
                    <a:pt x="10007" y="49466"/>
                  </a:lnTo>
                  <a:lnTo>
                    <a:pt x="10414" y="47129"/>
                  </a:lnTo>
                  <a:lnTo>
                    <a:pt x="10160" y="41427"/>
                  </a:lnTo>
                  <a:lnTo>
                    <a:pt x="9804" y="40157"/>
                  </a:lnTo>
                  <a:lnTo>
                    <a:pt x="10934" y="40424"/>
                  </a:lnTo>
                  <a:lnTo>
                    <a:pt x="13373" y="40271"/>
                  </a:lnTo>
                  <a:lnTo>
                    <a:pt x="15811" y="40106"/>
                  </a:lnTo>
                  <a:lnTo>
                    <a:pt x="17767" y="39382"/>
                  </a:lnTo>
                  <a:close/>
                </a:path>
                <a:path w="68580" h="78740">
                  <a:moveTo>
                    <a:pt x="42608" y="68351"/>
                  </a:moveTo>
                  <a:lnTo>
                    <a:pt x="42532" y="66852"/>
                  </a:lnTo>
                  <a:lnTo>
                    <a:pt x="40525" y="66382"/>
                  </a:lnTo>
                  <a:lnTo>
                    <a:pt x="35636" y="66675"/>
                  </a:lnTo>
                  <a:lnTo>
                    <a:pt x="34480" y="67119"/>
                  </a:lnTo>
                  <a:lnTo>
                    <a:pt x="34721" y="65773"/>
                  </a:lnTo>
                  <a:lnTo>
                    <a:pt x="34594" y="62928"/>
                  </a:lnTo>
                  <a:lnTo>
                    <a:pt x="34455" y="60083"/>
                  </a:lnTo>
                  <a:lnTo>
                    <a:pt x="33832" y="57797"/>
                  </a:lnTo>
                  <a:lnTo>
                    <a:pt x="32550" y="57886"/>
                  </a:lnTo>
                  <a:lnTo>
                    <a:pt x="32143" y="60223"/>
                  </a:lnTo>
                  <a:lnTo>
                    <a:pt x="32397" y="65925"/>
                  </a:lnTo>
                  <a:lnTo>
                    <a:pt x="32740" y="67195"/>
                  </a:lnTo>
                  <a:lnTo>
                    <a:pt x="31673" y="66929"/>
                  </a:lnTo>
                  <a:lnTo>
                    <a:pt x="29235" y="67081"/>
                  </a:lnTo>
                  <a:lnTo>
                    <a:pt x="26797" y="67246"/>
                  </a:lnTo>
                  <a:lnTo>
                    <a:pt x="24841" y="67970"/>
                  </a:lnTo>
                  <a:lnTo>
                    <a:pt x="24904" y="69456"/>
                  </a:lnTo>
                  <a:lnTo>
                    <a:pt x="26924" y="69938"/>
                  </a:lnTo>
                  <a:lnTo>
                    <a:pt x="31800" y="69634"/>
                  </a:lnTo>
                  <a:lnTo>
                    <a:pt x="32905" y="69227"/>
                  </a:lnTo>
                  <a:lnTo>
                    <a:pt x="32677" y="70548"/>
                  </a:lnTo>
                  <a:lnTo>
                    <a:pt x="32804" y="73393"/>
                  </a:lnTo>
                  <a:lnTo>
                    <a:pt x="32931" y="76238"/>
                  </a:lnTo>
                  <a:lnTo>
                    <a:pt x="33553" y="78524"/>
                  </a:lnTo>
                  <a:lnTo>
                    <a:pt x="34836" y="78435"/>
                  </a:lnTo>
                  <a:lnTo>
                    <a:pt x="35242" y="76098"/>
                  </a:lnTo>
                  <a:lnTo>
                    <a:pt x="34988" y="70396"/>
                  </a:lnTo>
                  <a:lnTo>
                    <a:pt x="34632" y="69126"/>
                  </a:lnTo>
                  <a:lnTo>
                    <a:pt x="35763" y="69392"/>
                  </a:lnTo>
                  <a:lnTo>
                    <a:pt x="38201" y="69240"/>
                  </a:lnTo>
                  <a:lnTo>
                    <a:pt x="40640" y="69075"/>
                  </a:lnTo>
                  <a:lnTo>
                    <a:pt x="42608" y="68351"/>
                  </a:lnTo>
                  <a:close/>
                </a:path>
                <a:path w="68580" h="78740">
                  <a:moveTo>
                    <a:pt x="43078" y="10553"/>
                  </a:moveTo>
                  <a:lnTo>
                    <a:pt x="43002" y="9067"/>
                  </a:lnTo>
                  <a:lnTo>
                    <a:pt x="40995" y="8585"/>
                  </a:lnTo>
                  <a:lnTo>
                    <a:pt x="36118" y="8890"/>
                  </a:lnTo>
                  <a:lnTo>
                    <a:pt x="34963" y="9321"/>
                  </a:lnTo>
                  <a:lnTo>
                    <a:pt x="35204" y="7988"/>
                  </a:lnTo>
                  <a:lnTo>
                    <a:pt x="35064" y="5130"/>
                  </a:lnTo>
                  <a:lnTo>
                    <a:pt x="34937" y="2286"/>
                  </a:lnTo>
                  <a:lnTo>
                    <a:pt x="34302" y="0"/>
                  </a:lnTo>
                  <a:lnTo>
                    <a:pt x="33020" y="88"/>
                  </a:lnTo>
                  <a:lnTo>
                    <a:pt x="32613" y="2438"/>
                  </a:lnTo>
                  <a:lnTo>
                    <a:pt x="32867" y="8128"/>
                  </a:lnTo>
                  <a:lnTo>
                    <a:pt x="33210" y="9398"/>
                  </a:lnTo>
                  <a:lnTo>
                    <a:pt x="32143" y="9131"/>
                  </a:lnTo>
                  <a:lnTo>
                    <a:pt x="29705" y="9283"/>
                  </a:lnTo>
                  <a:lnTo>
                    <a:pt x="27266" y="9448"/>
                  </a:lnTo>
                  <a:lnTo>
                    <a:pt x="25311" y="10172"/>
                  </a:lnTo>
                  <a:lnTo>
                    <a:pt x="25387" y="11671"/>
                  </a:lnTo>
                  <a:lnTo>
                    <a:pt x="27393" y="12153"/>
                  </a:lnTo>
                  <a:lnTo>
                    <a:pt x="32270" y="11849"/>
                  </a:lnTo>
                  <a:lnTo>
                    <a:pt x="33362" y="11442"/>
                  </a:lnTo>
                  <a:lnTo>
                    <a:pt x="33134" y="12750"/>
                  </a:lnTo>
                  <a:lnTo>
                    <a:pt x="33274" y="15595"/>
                  </a:lnTo>
                  <a:lnTo>
                    <a:pt x="33413" y="18440"/>
                  </a:lnTo>
                  <a:lnTo>
                    <a:pt x="34023" y="20726"/>
                  </a:lnTo>
                  <a:lnTo>
                    <a:pt x="35318" y="20637"/>
                  </a:lnTo>
                  <a:lnTo>
                    <a:pt x="35725" y="18300"/>
                  </a:lnTo>
                  <a:lnTo>
                    <a:pt x="35458" y="12598"/>
                  </a:lnTo>
                  <a:lnTo>
                    <a:pt x="35102" y="11328"/>
                  </a:lnTo>
                  <a:lnTo>
                    <a:pt x="36245" y="11595"/>
                  </a:lnTo>
                  <a:lnTo>
                    <a:pt x="38684" y="11442"/>
                  </a:lnTo>
                  <a:lnTo>
                    <a:pt x="41122" y="11277"/>
                  </a:lnTo>
                  <a:lnTo>
                    <a:pt x="43078" y="10553"/>
                  </a:lnTo>
                  <a:close/>
                </a:path>
                <a:path w="68580" h="78740">
                  <a:moveTo>
                    <a:pt x="68148" y="39801"/>
                  </a:moveTo>
                  <a:lnTo>
                    <a:pt x="68072" y="38303"/>
                  </a:lnTo>
                  <a:lnTo>
                    <a:pt x="66065" y="37820"/>
                  </a:lnTo>
                  <a:lnTo>
                    <a:pt x="61175" y="38125"/>
                  </a:lnTo>
                  <a:lnTo>
                    <a:pt x="60020" y="38569"/>
                  </a:lnTo>
                  <a:lnTo>
                    <a:pt x="60261" y="37223"/>
                  </a:lnTo>
                  <a:lnTo>
                    <a:pt x="60134" y="34378"/>
                  </a:lnTo>
                  <a:lnTo>
                    <a:pt x="59994" y="31521"/>
                  </a:lnTo>
                  <a:lnTo>
                    <a:pt x="59372" y="29248"/>
                  </a:lnTo>
                  <a:lnTo>
                    <a:pt x="58089" y="29324"/>
                  </a:lnTo>
                  <a:lnTo>
                    <a:pt x="57683" y="31673"/>
                  </a:lnTo>
                  <a:lnTo>
                    <a:pt x="57937" y="37363"/>
                  </a:lnTo>
                  <a:lnTo>
                    <a:pt x="58280" y="38633"/>
                  </a:lnTo>
                  <a:lnTo>
                    <a:pt x="57213" y="38366"/>
                  </a:lnTo>
                  <a:lnTo>
                    <a:pt x="54775" y="38531"/>
                  </a:lnTo>
                  <a:lnTo>
                    <a:pt x="52336" y="38684"/>
                  </a:lnTo>
                  <a:lnTo>
                    <a:pt x="50380" y="39408"/>
                  </a:lnTo>
                  <a:lnTo>
                    <a:pt x="50457" y="40906"/>
                  </a:lnTo>
                  <a:lnTo>
                    <a:pt x="52463" y="41389"/>
                  </a:lnTo>
                  <a:lnTo>
                    <a:pt x="57340" y="41084"/>
                  </a:lnTo>
                  <a:lnTo>
                    <a:pt x="58432" y="40678"/>
                  </a:lnTo>
                  <a:lnTo>
                    <a:pt x="58204" y="41986"/>
                  </a:lnTo>
                  <a:lnTo>
                    <a:pt x="58343" y="44831"/>
                  </a:lnTo>
                  <a:lnTo>
                    <a:pt x="58470" y="47688"/>
                  </a:lnTo>
                  <a:lnTo>
                    <a:pt x="59093" y="49961"/>
                  </a:lnTo>
                  <a:lnTo>
                    <a:pt x="60375" y="49885"/>
                  </a:lnTo>
                  <a:lnTo>
                    <a:pt x="60794" y="47536"/>
                  </a:lnTo>
                  <a:lnTo>
                    <a:pt x="60528" y="41846"/>
                  </a:lnTo>
                  <a:lnTo>
                    <a:pt x="60159" y="40563"/>
                  </a:lnTo>
                  <a:lnTo>
                    <a:pt x="61302" y="40830"/>
                  </a:lnTo>
                  <a:lnTo>
                    <a:pt x="63741" y="40678"/>
                  </a:lnTo>
                  <a:lnTo>
                    <a:pt x="66179" y="40525"/>
                  </a:lnTo>
                  <a:lnTo>
                    <a:pt x="68148" y="398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6" name="object 1756" descr=""/>
            <p:cNvSpPr/>
            <p:nvPr/>
          </p:nvSpPr>
          <p:spPr>
            <a:xfrm>
              <a:off x="12947836" y="7929904"/>
              <a:ext cx="55880" cy="88900"/>
            </a:xfrm>
            <a:custGeom>
              <a:avLst/>
              <a:gdLst/>
              <a:ahLst/>
              <a:cxnLst/>
              <a:rect l="l" t="t" r="r" b="b"/>
              <a:pathLst>
                <a:path w="55879" h="88900">
                  <a:moveTo>
                    <a:pt x="55468" y="44218"/>
                  </a:moveTo>
                  <a:lnTo>
                    <a:pt x="17553" y="88447"/>
                  </a:lnTo>
                  <a:lnTo>
                    <a:pt x="0" y="67964"/>
                  </a:lnTo>
                </a:path>
                <a:path w="55879" h="88900">
                  <a:moveTo>
                    <a:pt x="1487" y="18742"/>
                  </a:moveTo>
                  <a:lnTo>
                    <a:pt x="17553" y="0"/>
                  </a:lnTo>
                  <a:lnTo>
                    <a:pt x="55468" y="4421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7" name="object 1757" descr=""/>
            <p:cNvSpPr/>
            <p:nvPr/>
          </p:nvSpPr>
          <p:spPr>
            <a:xfrm>
              <a:off x="12948552" y="7934432"/>
              <a:ext cx="51435" cy="78740"/>
            </a:xfrm>
            <a:custGeom>
              <a:avLst/>
              <a:gdLst/>
              <a:ahLst/>
              <a:cxnLst/>
              <a:rect l="l" t="t" r="r" b="b"/>
              <a:pathLst>
                <a:path w="51434" h="78740">
                  <a:moveTo>
                    <a:pt x="749" y="39382"/>
                  </a:moveTo>
                  <a:lnTo>
                    <a:pt x="673" y="37884"/>
                  </a:lnTo>
                  <a:lnTo>
                    <a:pt x="50" y="37744"/>
                  </a:lnTo>
                  <a:lnTo>
                    <a:pt x="0" y="39662"/>
                  </a:lnTo>
                  <a:lnTo>
                    <a:pt x="749" y="39382"/>
                  </a:lnTo>
                  <a:close/>
                </a:path>
                <a:path w="51434" h="78740">
                  <a:moveTo>
                    <a:pt x="25577" y="68351"/>
                  </a:moveTo>
                  <a:lnTo>
                    <a:pt x="25514" y="66852"/>
                  </a:lnTo>
                  <a:lnTo>
                    <a:pt x="23495" y="66382"/>
                  </a:lnTo>
                  <a:lnTo>
                    <a:pt x="18618" y="66675"/>
                  </a:lnTo>
                  <a:lnTo>
                    <a:pt x="17462" y="67119"/>
                  </a:lnTo>
                  <a:lnTo>
                    <a:pt x="17703" y="65773"/>
                  </a:lnTo>
                  <a:lnTo>
                    <a:pt x="17564" y="62928"/>
                  </a:lnTo>
                  <a:lnTo>
                    <a:pt x="17424" y="60083"/>
                  </a:lnTo>
                  <a:lnTo>
                    <a:pt x="16814" y="57797"/>
                  </a:lnTo>
                  <a:lnTo>
                    <a:pt x="15519" y="57886"/>
                  </a:lnTo>
                  <a:lnTo>
                    <a:pt x="15113" y="60223"/>
                  </a:lnTo>
                  <a:lnTo>
                    <a:pt x="15379" y="65925"/>
                  </a:lnTo>
                  <a:lnTo>
                    <a:pt x="15722" y="67195"/>
                  </a:lnTo>
                  <a:lnTo>
                    <a:pt x="14655" y="66929"/>
                  </a:lnTo>
                  <a:lnTo>
                    <a:pt x="12217" y="67081"/>
                  </a:lnTo>
                  <a:lnTo>
                    <a:pt x="9779" y="67246"/>
                  </a:lnTo>
                  <a:lnTo>
                    <a:pt x="7810" y="67970"/>
                  </a:lnTo>
                  <a:lnTo>
                    <a:pt x="7886" y="69456"/>
                  </a:lnTo>
                  <a:lnTo>
                    <a:pt x="9893" y="69938"/>
                  </a:lnTo>
                  <a:lnTo>
                    <a:pt x="14782" y="69634"/>
                  </a:lnTo>
                  <a:lnTo>
                    <a:pt x="15862" y="69240"/>
                  </a:lnTo>
                  <a:lnTo>
                    <a:pt x="15646" y="70548"/>
                  </a:lnTo>
                  <a:lnTo>
                    <a:pt x="15773" y="73393"/>
                  </a:lnTo>
                  <a:lnTo>
                    <a:pt x="15913" y="76238"/>
                  </a:lnTo>
                  <a:lnTo>
                    <a:pt x="16535" y="78524"/>
                  </a:lnTo>
                  <a:lnTo>
                    <a:pt x="17818" y="78435"/>
                  </a:lnTo>
                  <a:lnTo>
                    <a:pt x="18224" y="76098"/>
                  </a:lnTo>
                  <a:lnTo>
                    <a:pt x="17970" y="70396"/>
                  </a:lnTo>
                  <a:lnTo>
                    <a:pt x="17614" y="69126"/>
                  </a:lnTo>
                  <a:lnTo>
                    <a:pt x="18745" y="69392"/>
                  </a:lnTo>
                  <a:lnTo>
                    <a:pt x="21183" y="69240"/>
                  </a:lnTo>
                  <a:lnTo>
                    <a:pt x="23622" y="69075"/>
                  </a:lnTo>
                  <a:lnTo>
                    <a:pt x="25577" y="68351"/>
                  </a:lnTo>
                  <a:close/>
                </a:path>
                <a:path w="51434" h="78740">
                  <a:moveTo>
                    <a:pt x="26060" y="10553"/>
                  </a:moveTo>
                  <a:lnTo>
                    <a:pt x="25984" y="9067"/>
                  </a:lnTo>
                  <a:lnTo>
                    <a:pt x="23977" y="8585"/>
                  </a:lnTo>
                  <a:lnTo>
                    <a:pt x="19088" y="8890"/>
                  </a:lnTo>
                  <a:lnTo>
                    <a:pt x="17932" y="9321"/>
                  </a:lnTo>
                  <a:lnTo>
                    <a:pt x="18173" y="7988"/>
                  </a:lnTo>
                  <a:lnTo>
                    <a:pt x="18034" y="5130"/>
                  </a:lnTo>
                  <a:lnTo>
                    <a:pt x="17919" y="2286"/>
                  </a:lnTo>
                  <a:lnTo>
                    <a:pt x="17284" y="0"/>
                  </a:lnTo>
                  <a:lnTo>
                    <a:pt x="16002" y="88"/>
                  </a:lnTo>
                  <a:lnTo>
                    <a:pt x="15595" y="2438"/>
                  </a:lnTo>
                  <a:lnTo>
                    <a:pt x="15849" y="8128"/>
                  </a:lnTo>
                  <a:lnTo>
                    <a:pt x="16192" y="9398"/>
                  </a:lnTo>
                  <a:lnTo>
                    <a:pt x="15125" y="9131"/>
                  </a:lnTo>
                  <a:lnTo>
                    <a:pt x="12687" y="9283"/>
                  </a:lnTo>
                  <a:lnTo>
                    <a:pt x="10248" y="9448"/>
                  </a:lnTo>
                  <a:lnTo>
                    <a:pt x="8293" y="10172"/>
                  </a:lnTo>
                  <a:lnTo>
                    <a:pt x="8356" y="11671"/>
                  </a:lnTo>
                  <a:lnTo>
                    <a:pt x="10375" y="12153"/>
                  </a:lnTo>
                  <a:lnTo>
                    <a:pt x="15252" y="11849"/>
                  </a:lnTo>
                  <a:lnTo>
                    <a:pt x="16344" y="11442"/>
                  </a:lnTo>
                  <a:lnTo>
                    <a:pt x="16116" y="12750"/>
                  </a:lnTo>
                  <a:lnTo>
                    <a:pt x="16256" y="15595"/>
                  </a:lnTo>
                  <a:lnTo>
                    <a:pt x="16383" y="18440"/>
                  </a:lnTo>
                  <a:lnTo>
                    <a:pt x="17005" y="20726"/>
                  </a:lnTo>
                  <a:lnTo>
                    <a:pt x="18288" y="20637"/>
                  </a:lnTo>
                  <a:lnTo>
                    <a:pt x="18694" y="18300"/>
                  </a:lnTo>
                  <a:lnTo>
                    <a:pt x="18440" y="12598"/>
                  </a:lnTo>
                  <a:lnTo>
                    <a:pt x="18072" y="11328"/>
                  </a:lnTo>
                  <a:lnTo>
                    <a:pt x="19215" y="11595"/>
                  </a:lnTo>
                  <a:lnTo>
                    <a:pt x="21653" y="11442"/>
                  </a:lnTo>
                  <a:lnTo>
                    <a:pt x="24104" y="11277"/>
                  </a:lnTo>
                  <a:lnTo>
                    <a:pt x="26060" y="10553"/>
                  </a:lnTo>
                  <a:close/>
                </a:path>
                <a:path w="51434" h="78740">
                  <a:moveTo>
                    <a:pt x="51117" y="39801"/>
                  </a:moveTo>
                  <a:lnTo>
                    <a:pt x="51054" y="38303"/>
                  </a:lnTo>
                  <a:lnTo>
                    <a:pt x="49034" y="37820"/>
                  </a:lnTo>
                  <a:lnTo>
                    <a:pt x="44157" y="38125"/>
                  </a:lnTo>
                  <a:lnTo>
                    <a:pt x="43002" y="38569"/>
                  </a:lnTo>
                  <a:lnTo>
                    <a:pt x="43243" y="37223"/>
                  </a:lnTo>
                  <a:lnTo>
                    <a:pt x="43103" y="34378"/>
                  </a:lnTo>
                  <a:lnTo>
                    <a:pt x="42964" y="31521"/>
                  </a:lnTo>
                  <a:lnTo>
                    <a:pt x="42354" y="29248"/>
                  </a:lnTo>
                  <a:lnTo>
                    <a:pt x="41059" y="29324"/>
                  </a:lnTo>
                  <a:lnTo>
                    <a:pt x="40652" y="31673"/>
                  </a:lnTo>
                  <a:lnTo>
                    <a:pt x="40919" y="37363"/>
                  </a:lnTo>
                  <a:lnTo>
                    <a:pt x="41262" y="38633"/>
                  </a:lnTo>
                  <a:lnTo>
                    <a:pt x="40195" y="38366"/>
                  </a:lnTo>
                  <a:lnTo>
                    <a:pt x="37757" y="38531"/>
                  </a:lnTo>
                  <a:lnTo>
                    <a:pt x="35306" y="38684"/>
                  </a:lnTo>
                  <a:lnTo>
                    <a:pt x="33350" y="39408"/>
                  </a:lnTo>
                  <a:lnTo>
                    <a:pt x="33426" y="40906"/>
                  </a:lnTo>
                  <a:lnTo>
                    <a:pt x="35433" y="41389"/>
                  </a:lnTo>
                  <a:lnTo>
                    <a:pt x="40322" y="41084"/>
                  </a:lnTo>
                  <a:lnTo>
                    <a:pt x="41414" y="40678"/>
                  </a:lnTo>
                  <a:lnTo>
                    <a:pt x="41186" y="41986"/>
                  </a:lnTo>
                  <a:lnTo>
                    <a:pt x="41313" y="44831"/>
                  </a:lnTo>
                  <a:lnTo>
                    <a:pt x="41452" y="47688"/>
                  </a:lnTo>
                  <a:lnTo>
                    <a:pt x="42075" y="49961"/>
                  </a:lnTo>
                  <a:lnTo>
                    <a:pt x="43357" y="49885"/>
                  </a:lnTo>
                  <a:lnTo>
                    <a:pt x="43764" y="47536"/>
                  </a:lnTo>
                  <a:lnTo>
                    <a:pt x="43510" y="41846"/>
                  </a:lnTo>
                  <a:lnTo>
                    <a:pt x="43141" y="40563"/>
                  </a:lnTo>
                  <a:lnTo>
                    <a:pt x="44284" y="40830"/>
                  </a:lnTo>
                  <a:lnTo>
                    <a:pt x="46723" y="40678"/>
                  </a:lnTo>
                  <a:lnTo>
                    <a:pt x="49161" y="40525"/>
                  </a:lnTo>
                  <a:lnTo>
                    <a:pt x="51117" y="398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8" name="object 1758" descr=""/>
            <p:cNvSpPr/>
            <p:nvPr/>
          </p:nvSpPr>
          <p:spPr>
            <a:xfrm>
              <a:off x="13042837" y="7871091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75819" y="44218"/>
                  </a:moveTo>
                  <a:lnTo>
                    <a:pt x="37904" y="88447"/>
                  </a:lnTo>
                  <a:lnTo>
                    <a:pt x="0" y="44218"/>
                  </a:lnTo>
                  <a:lnTo>
                    <a:pt x="37904" y="0"/>
                  </a:lnTo>
                  <a:lnTo>
                    <a:pt x="75819" y="4421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9" name="object 1759" descr=""/>
            <p:cNvSpPr/>
            <p:nvPr/>
          </p:nvSpPr>
          <p:spPr>
            <a:xfrm>
              <a:off x="13046888" y="7875619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382"/>
                  </a:moveTo>
                  <a:lnTo>
                    <a:pt x="17691" y="37884"/>
                  </a:lnTo>
                  <a:lnTo>
                    <a:pt x="15684" y="37414"/>
                  </a:lnTo>
                  <a:lnTo>
                    <a:pt x="10795" y="37706"/>
                  </a:lnTo>
                  <a:lnTo>
                    <a:pt x="9639" y="38150"/>
                  </a:lnTo>
                  <a:lnTo>
                    <a:pt x="9880" y="36817"/>
                  </a:lnTo>
                  <a:lnTo>
                    <a:pt x="9753" y="33959"/>
                  </a:lnTo>
                  <a:lnTo>
                    <a:pt x="9613" y="31115"/>
                  </a:lnTo>
                  <a:lnTo>
                    <a:pt x="8991" y="28829"/>
                  </a:lnTo>
                  <a:lnTo>
                    <a:pt x="7708" y="28917"/>
                  </a:lnTo>
                  <a:lnTo>
                    <a:pt x="7302" y="31267"/>
                  </a:lnTo>
                  <a:lnTo>
                    <a:pt x="7556" y="36957"/>
                  </a:lnTo>
                  <a:lnTo>
                    <a:pt x="7899" y="38227"/>
                  </a:lnTo>
                  <a:lnTo>
                    <a:pt x="6832" y="37960"/>
                  </a:lnTo>
                  <a:lnTo>
                    <a:pt x="4394" y="38112"/>
                  </a:lnTo>
                  <a:lnTo>
                    <a:pt x="1955" y="38277"/>
                  </a:lnTo>
                  <a:lnTo>
                    <a:pt x="0" y="39001"/>
                  </a:lnTo>
                  <a:lnTo>
                    <a:pt x="76" y="40487"/>
                  </a:lnTo>
                  <a:lnTo>
                    <a:pt x="2082" y="40970"/>
                  </a:lnTo>
                  <a:lnTo>
                    <a:pt x="6959" y="40678"/>
                  </a:lnTo>
                  <a:lnTo>
                    <a:pt x="8051" y="40271"/>
                  </a:lnTo>
                  <a:lnTo>
                    <a:pt x="7823" y="41579"/>
                  </a:lnTo>
                  <a:lnTo>
                    <a:pt x="7962" y="44424"/>
                  </a:lnTo>
                  <a:lnTo>
                    <a:pt x="8089" y="47269"/>
                  </a:lnTo>
                  <a:lnTo>
                    <a:pt x="8712" y="49555"/>
                  </a:lnTo>
                  <a:lnTo>
                    <a:pt x="9994" y="49466"/>
                  </a:lnTo>
                  <a:lnTo>
                    <a:pt x="10414" y="47129"/>
                  </a:lnTo>
                  <a:lnTo>
                    <a:pt x="10147" y="41427"/>
                  </a:lnTo>
                  <a:lnTo>
                    <a:pt x="9791" y="40157"/>
                  </a:lnTo>
                  <a:lnTo>
                    <a:pt x="10922" y="40424"/>
                  </a:lnTo>
                  <a:lnTo>
                    <a:pt x="13360" y="40271"/>
                  </a:lnTo>
                  <a:lnTo>
                    <a:pt x="15811" y="40106"/>
                  </a:lnTo>
                  <a:lnTo>
                    <a:pt x="17767" y="39382"/>
                  </a:lnTo>
                  <a:close/>
                </a:path>
                <a:path w="68580" h="78740">
                  <a:moveTo>
                    <a:pt x="42595" y="68351"/>
                  </a:moveTo>
                  <a:lnTo>
                    <a:pt x="42519" y="66852"/>
                  </a:lnTo>
                  <a:lnTo>
                    <a:pt x="40513" y="66382"/>
                  </a:lnTo>
                  <a:lnTo>
                    <a:pt x="35636" y="66675"/>
                  </a:lnTo>
                  <a:lnTo>
                    <a:pt x="34480" y="67119"/>
                  </a:lnTo>
                  <a:lnTo>
                    <a:pt x="34721" y="65786"/>
                  </a:lnTo>
                  <a:lnTo>
                    <a:pt x="34582" y="62928"/>
                  </a:lnTo>
                  <a:lnTo>
                    <a:pt x="34455" y="60083"/>
                  </a:lnTo>
                  <a:lnTo>
                    <a:pt x="33832" y="57797"/>
                  </a:lnTo>
                  <a:lnTo>
                    <a:pt x="32537" y="57886"/>
                  </a:lnTo>
                  <a:lnTo>
                    <a:pt x="32131" y="60236"/>
                  </a:lnTo>
                  <a:lnTo>
                    <a:pt x="32397" y="65925"/>
                  </a:lnTo>
                  <a:lnTo>
                    <a:pt x="32740" y="67195"/>
                  </a:lnTo>
                  <a:lnTo>
                    <a:pt x="31673" y="66929"/>
                  </a:lnTo>
                  <a:lnTo>
                    <a:pt x="29222" y="67081"/>
                  </a:lnTo>
                  <a:lnTo>
                    <a:pt x="26784" y="67246"/>
                  </a:lnTo>
                  <a:lnTo>
                    <a:pt x="24828" y="67970"/>
                  </a:lnTo>
                  <a:lnTo>
                    <a:pt x="24904" y="69456"/>
                  </a:lnTo>
                  <a:lnTo>
                    <a:pt x="26911" y="69938"/>
                  </a:lnTo>
                  <a:lnTo>
                    <a:pt x="31788" y="69646"/>
                  </a:lnTo>
                  <a:lnTo>
                    <a:pt x="32880" y="69240"/>
                  </a:lnTo>
                  <a:lnTo>
                    <a:pt x="32651" y="70548"/>
                  </a:lnTo>
                  <a:lnTo>
                    <a:pt x="32791" y="73393"/>
                  </a:lnTo>
                  <a:lnTo>
                    <a:pt x="32931" y="76238"/>
                  </a:lnTo>
                  <a:lnTo>
                    <a:pt x="33540" y="78524"/>
                  </a:lnTo>
                  <a:lnTo>
                    <a:pt x="34836" y="78435"/>
                  </a:lnTo>
                  <a:lnTo>
                    <a:pt x="35242" y="76098"/>
                  </a:lnTo>
                  <a:lnTo>
                    <a:pt x="34975" y="70396"/>
                  </a:lnTo>
                  <a:lnTo>
                    <a:pt x="34620" y="69126"/>
                  </a:lnTo>
                  <a:lnTo>
                    <a:pt x="35763" y="69392"/>
                  </a:lnTo>
                  <a:lnTo>
                    <a:pt x="38201" y="69240"/>
                  </a:lnTo>
                  <a:lnTo>
                    <a:pt x="40640" y="69075"/>
                  </a:lnTo>
                  <a:lnTo>
                    <a:pt x="42595" y="68351"/>
                  </a:lnTo>
                  <a:close/>
                </a:path>
                <a:path w="68580" h="78740">
                  <a:moveTo>
                    <a:pt x="43065" y="10566"/>
                  </a:moveTo>
                  <a:lnTo>
                    <a:pt x="43002" y="9067"/>
                  </a:lnTo>
                  <a:lnTo>
                    <a:pt x="40982" y="8585"/>
                  </a:lnTo>
                  <a:lnTo>
                    <a:pt x="36106" y="8890"/>
                  </a:lnTo>
                  <a:lnTo>
                    <a:pt x="34937" y="9321"/>
                  </a:lnTo>
                  <a:lnTo>
                    <a:pt x="35179" y="7988"/>
                  </a:lnTo>
                  <a:lnTo>
                    <a:pt x="35052" y="5130"/>
                  </a:lnTo>
                  <a:lnTo>
                    <a:pt x="34925" y="2286"/>
                  </a:lnTo>
                  <a:lnTo>
                    <a:pt x="34302" y="0"/>
                  </a:lnTo>
                  <a:lnTo>
                    <a:pt x="33020" y="88"/>
                  </a:lnTo>
                  <a:lnTo>
                    <a:pt x="32600" y="2438"/>
                  </a:lnTo>
                  <a:lnTo>
                    <a:pt x="32867" y="8128"/>
                  </a:lnTo>
                  <a:lnTo>
                    <a:pt x="33210" y="9398"/>
                  </a:lnTo>
                  <a:lnTo>
                    <a:pt x="32143" y="9131"/>
                  </a:lnTo>
                  <a:lnTo>
                    <a:pt x="29705" y="9283"/>
                  </a:lnTo>
                  <a:lnTo>
                    <a:pt x="27266" y="9448"/>
                  </a:lnTo>
                  <a:lnTo>
                    <a:pt x="25298" y="10172"/>
                  </a:lnTo>
                  <a:lnTo>
                    <a:pt x="25374" y="11671"/>
                  </a:lnTo>
                  <a:lnTo>
                    <a:pt x="27393" y="12153"/>
                  </a:lnTo>
                  <a:lnTo>
                    <a:pt x="32270" y="11849"/>
                  </a:lnTo>
                  <a:lnTo>
                    <a:pt x="33362" y="11442"/>
                  </a:lnTo>
                  <a:lnTo>
                    <a:pt x="33134" y="12750"/>
                  </a:lnTo>
                  <a:lnTo>
                    <a:pt x="33261" y="15595"/>
                  </a:lnTo>
                  <a:lnTo>
                    <a:pt x="33401" y="18440"/>
                  </a:lnTo>
                  <a:lnTo>
                    <a:pt x="34023" y="20726"/>
                  </a:lnTo>
                  <a:lnTo>
                    <a:pt x="35306" y="20650"/>
                  </a:lnTo>
                  <a:lnTo>
                    <a:pt x="35712" y="18300"/>
                  </a:lnTo>
                  <a:lnTo>
                    <a:pt x="35458" y="12598"/>
                  </a:lnTo>
                  <a:lnTo>
                    <a:pt x="35090" y="11328"/>
                  </a:lnTo>
                  <a:lnTo>
                    <a:pt x="36233" y="11595"/>
                  </a:lnTo>
                  <a:lnTo>
                    <a:pt x="38671" y="11442"/>
                  </a:lnTo>
                  <a:lnTo>
                    <a:pt x="41109" y="11277"/>
                  </a:lnTo>
                  <a:lnTo>
                    <a:pt x="43065" y="10566"/>
                  </a:lnTo>
                  <a:close/>
                </a:path>
                <a:path w="68580" h="78740">
                  <a:moveTo>
                    <a:pt x="68135" y="39801"/>
                  </a:moveTo>
                  <a:lnTo>
                    <a:pt x="68059" y="38303"/>
                  </a:lnTo>
                  <a:lnTo>
                    <a:pt x="66052" y="37820"/>
                  </a:lnTo>
                  <a:lnTo>
                    <a:pt x="61175" y="38125"/>
                  </a:lnTo>
                  <a:lnTo>
                    <a:pt x="60020" y="38569"/>
                  </a:lnTo>
                  <a:lnTo>
                    <a:pt x="60261" y="37223"/>
                  </a:lnTo>
                  <a:lnTo>
                    <a:pt x="60121" y="34378"/>
                  </a:lnTo>
                  <a:lnTo>
                    <a:pt x="59982" y="31521"/>
                  </a:lnTo>
                  <a:lnTo>
                    <a:pt x="59372" y="29248"/>
                  </a:lnTo>
                  <a:lnTo>
                    <a:pt x="58077" y="29324"/>
                  </a:lnTo>
                  <a:lnTo>
                    <a:pt x="57670" y="31673"/>
                  </a:lnTo>
                  <a:lnTo>
                    <a:pt x="57937" y="37363"/>
                  </a:lnTo>
                  <a:lnTo>
                    <a:pt x="58280" y="38633"/>
                  </a:lnTo>
                  <a:lnTo>
                    <a:pt x="57213" y="38366"/>
                  </a:lnTo>
                  <a:lnTo>
                    <a:pt x="54762" y="38531"/>
                  </a:lnTo>
                  <a:lnTo>
                    <a:pt x="52324" y="38684"/>
                  </a:lnTo>
                  <a:lnTo>
                    <a:pt x="50368" y="39408"/>
                  </a:lnTo>
                  <a:lnTo>
                    <a:pt x="50444" y="40906"/>
                  </a:lnTo>
                  <a:lnTo>
                    <a:pt x="52451" y="41389"/>
                  </a:lnTo>
                  <a:lnTo>
                    <a:pt x="57327" y="41084"/>
                  </a:lnTo>
                  <a:lnTo>
                    <a:pt x="58420" y="40678"/>
                  </a:lnTo>
                  <a:lnTo>
                    <a:pt x="58191" y="41986"/>
                  </a:lnTo>
                  <a:lnTo>
                    <a:pt x="58331" y="44831"/>
                  </a:lnTo>
                  <a:lnTo>
                    <a:pt x="58470" y="47688"/>
                  </a:lnTo>
                  <a:lnTo>
                    <a:pt x="59093" y="49961"/>
                  </a:lnTo>
                  <a:lnTo>
                    <a:pt x="60375" y="49885"/>
                  </a:lnTo>
                  <a:lnTo>
                    <a:pt x="60782" y="47536"/>
                  </a:lnTo>
                  <a:lnTo>
                    <a:pt x="60515" y="41846"/>
                  </a:lnTo>
                  <a:lnTo>
                    <a:pt x="60159" y="40576"/>
                  </a:lnTo>
                  <a:lnTo>
                    <a:pt x="61302" y="40830"/>
                  </a:lnTo>
                  <a:lnTo>
                    <a:pt x="63741" y="40678"/>
                  </a:lnTo>
                  <a:lnTo>
                    <a:pt x="66179" y="40525"/>
                  </a:lnTo>
                  <a:lnTo>
                    <a:pt x="68135" y="398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0" name="object 1760" descr=""/>
            <p:cNvSpPr/>
            <p:nvPr/>
          </p:nvSpPr>
          <p:spPr>
            <a:xfrm>
              <a:off x="13119848" y="7871091"/>
              <a:ext cx="54610" cy="88900"/>
            </a:xfrm>
            <a:custGeom>
              <a:avLst/>
              <a:gdLst/>
              <a:ahLst/>
              <a:cxnLst/>
              <a:rect l="l" t="t" r="r" b="b"/>
              <a:pathLst>
                <a:path w="54609" h="88900">
                  <a:moveTo>
                    <a:pt x="54022" y="69646"/>
                  </a:moveTo>
                  <a:lnTo>
                    <a:pt x="37904" y="88447"/>
                  </a:lnTo>
                  <a:lnTo>
                    <a:pt x="0" y="44218"/>
                  </a:lnTo>
                  <a:lnTo>
                    <a:pt x="37904" y="0"/>
                  </a:lnTo>
                  <a:lnTo>
                    <a:pt x="54022" y="18797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1" name="object 1761" descr=""/>
            <p:cNvSpPr/>
            <p:nvPr/>
          </p:nvSpPr>
          <p:spPr>
            <a:xfrm>
              <a:off x="13123901" y="7875619"/>
              <a:ext cx="43180" cy="78740"/>
            </a:xfrm>
            <a:custGeom>
              <a:avLst/>
              <a:gdLst/>
              <a:ahLst/>
              <a:cxnLst/>
              <a:rect l="l" t="t" r="r" b="b"/>
              <a:pathLst>
                <a:path w="43180" h="78740">
                  <a:moveTo>
                    <a:pt x="17767" y="39382"/>
                  </a:moveTo>
                  <a:lnTo>
                    <a:pt x="17691" y="37884"/>
                  </a:lnTo>
                  <a:lnTo>
                    <a:pt x="15684" y="37414"/>
                  </a:lnTo>
                  <a:lnTo>
                    <a:pt x="10795" y="37706"/>
                  </a:lnTo>
                  <a:lnTo>
                    <a:pt x="9639" y="38150"/>
                  </a:lnTo>
                  <a:lnTo>
                    <a:pt x="9880" y="36817"/>
                  </a:lnTo>
                  <a:lnTo>
                    <a:pt x="9753" y="33959"/>
                  </a:lnTo>
                  <a:lnTo>
                    <a:pt x="9613" y="31115"/>
                  </a:lnTo>
                  <a:lnTo>
                    <a:pt x="8991" y="28829"/>
                  </a:lnTo>
                  <a:lnTo>
                    <a:pt x="7708" y="28917"/>
                  </a:lnTo>
                  <a:lnTo>
                    <a:pt x="7302" y="31267"/>
                  </a:lnTo>
                  <a:lnTo>
                    <a:pt x="7556" y="36957"/>
                  </a:lnTo>
                  <a:lnTo>
                    <a:pt x="7899" y="38227"/>
                  </a:lnTo>
                  <a:lnTo>
                    <a:pt x="6832" y="37960"/>
                  </a:lnTo>
                  <a:lnTo>
                    <a:pt x="4394" y="38112"/>
                  </a:lnTo>
                  <a:lnTo>
                    <a:pt x="1955" y="38277"/>
                  </a:lnTo>
                  <a:lnTo>
                    <a:pt x="0" y="39001"/>
                  </a:lnTo>
                  <a:lnTo>
                    <a:pt x="76" y="40487"/>
                  </a:lnTo>
                  <a:lnTo>
                    <a:pt x="2082" y="40970"/>
                  </a:lnTo>
                  <a:lnTo>
                    <a:pt x="6959" y="40678"/>
                  </a:lnTo>
                  <a:lnTo>
                    <a:pt x="8051" y="40271"/>
                  </a:lnTo>
                  <a:lnTo>
                    <a:pt x="7823" y="41579"/>
                  </a:lnTo>
                  <a:lnTo>
                    <a:pt x="7962" y="44424"/>
                  </a:lnTo>
                  <a:lnTo>
                    <a:pt x="8089" y="47269"/>
                  </a:lnTo>
                  <a:lnTo>
                    <a:pt x="8712" y="49555"/>
                  </a:lnTo>
                  <a:lnTo>
                    <a:pt x="9994" y="49466"/>
                  </a:lnTo>
                  <a:lnTo>
                    <a:pt x="10414" y="47129"/>
                  </a:lnTo>
                  <a:lnTo>
                    <a:pt x="10147" y="41427"/>
                  </a:lnTo>
                  <a:lnTo>
                    <a:pt x="9791" y="40157"/>
                  </a:lnTo>
                  <a:lnTo>
                    <a:pt x="10922" y="40424"/>
                  </a:lnTo>
                  <a:lnTo>
                    <a:pt x="13360" y="40271"/>
                  </a:lnTo>
                  <a:lnTo>
                    <a:pt x="15798" y="40106"/>
                  </a:lnTo>
                  <a:lnTo>
                    <a:pt x="17767" y="39382"/>
                  </a:lnTo>
                  <a:close/>
                </a:path>
                <a:path w="43180" h="78740">
                  <a:moveTo>
                    <a:pt x="42595" y="68351"/>
                  </a:moveTo>
                  <a:lnTo>
                    <a:pt x="42519" y="66852"/>
                  </a:lnTo>
                  <a:lnTo>
                    <a:pt x="40513" y="66382"/>
                  </a:lnTo>
                  <a:lnTo>
                    <a:pt x="35636" y="66675"/>
                  </a:lnTo>
                  <a:lnTo>
                    <a:pt x="34480" y="67119"/>
                  </a:lnTo>
                  <a:lnTo>
                    <a:pt x="34721" y="65786"/>
                  </a:lnTo>
                  <a:lnTo>
                    <a:pt x="34582" y="62928"/>
                  </a:lnTo>
                  <a:lnTo>
                    <a:pt x="34442" y="60083"/>
                  </a:lnTo>
                  <a:lnTo>
                    <a:pt x="33832" y="57797"/>
                  </a:lnTo>
                  <a:lnTo>
                    <a:pt x="32537" y="57886"/>
                  </a:lnTo>
                  <a:lnTo>
                    <a:pt x="32131" y="60236"/>
                  </a:lnTo>
                  <a:lnTo>
                    <a:pt x="32397" y="65925"/>
                  </a:lnTo>
                  <a:lnTo>
                    <a:pt x="32740" y="67195"/>
                  </a:lnTo>
                  <a:lnTo>
                    <a:pt x="31673" y="66929"/>
                  </a:lnTo>
                  <a:lnTo>
                    <a:pt x="29222" y="67081"/>
                  </a:lnTo>
                  <a:lnTo>
                    <a:pt x="26784" y="67246"/>
                  </a:lnTo>
                  <a:lnTo>
                    <a:pt x="24828" y="67970"/>
                  </a:lnTo>
                  <a:lnTo>
                    <a:pt x="24904" y="69456"/>
                  </a:lnTo>
                  <a:lnTo>
                    <a:pt x="26911" y="69938"/>
                  </a:lnTo>
                  <a:lnTo>
                    <a:pt x="31788" y="69646"/>
                  </a:lnTo>
                  <a:lnTo>
                    <a:pt x="32880" y="69240"/>
                  </a:lnTo>
                  <a:lnTo>
                    <a:pt x="32651" y="70548"/>
                  </a:lnTo>
                  <a:lnTo>
                    <a:pt x="32791" y="73393"/>
                  </a:lnTo>
                  <a:lnTo>
                    <a:pt x="32931" y="76238"/>
                  </a:lnTo>
                  <a:lnTo>
                    <a:pt x="33540" y="78524"/>
                  </a:lnTo>
                  <a:lnTo>
                    <a:pt x="34836" y="78435"/>
                  </a:lnTo>
                  <a:lnTo>
                    <a:pt x="35242" y="76098"/>
                  </a:lnTo>
                  <a:lnTo>
                    <a:pt x="34975" y="70396"/>
                  </a:lnTo>
                  <a:lnTo>
                    <a:pt x="34620" y="69126"/>
                  </a:lnTo>
                  <a:lnTo>
                    <a:pt x="35763" y="69392"/>
                  </a:lnTo>
                  <a:lnTo>
                    <a:pt x="38201" y="69240"/>
                  </a:lnTo>
                  <a:lnTo>
                    <a:pt x="40640" y="69075"/>
                  </a:lnTo>
                  <a:lnTo>
                    <a:pt x="42595" y="68351"/>
                  </a:lnTo>
                  <a:close/>
                </a:path>
                <a:path w="43180" h="78740">
                  <a:moveTo>
                    <a:pt x="43065" y="10566"/>
                  </a:moveTo>
                  <a:lnTo>
                    <a:pt x="43002" y="9067"/>
                  </a:lnTo>
                  <a:lnTo>
                    <a:pt x="40982" y="8585"/>
                  </a:lnTo>
                  <a:lnTo>
                    <a:pt x="36106" y="8890"/>
                  </a:lnTo>
                  <a:lnTo>
                    <a:pt x="34950" y="9321"/>
                  </a:lnTo>
                  <a:lnTo>
                    <a:pt x="35191" y="7988"/>
                  </a:lnTo>
                  <a:lnTo>
                    <a:pt x="35052" y="5130"/>
                  </a:lnTo>
                  <a:lnTo>
                    <a:pt x="34925" y="2286"/>
                  </a:lnTo>
                  <a:lnTo>
                    <a:pt x="34302" y="0"/>
                  </a:lnTo>
                  <a:lnTo>
                    <a:pt x="33020" y="88"/>
                  </a:lnTo>
                  <a:lnTo>
                    <a:pt x="32600" y="2438"/>
                  </a:lnTo>
                  <a:lnTo>
                    <a:pt x="32867" y="8128"/>
                  </a:lnTo>
                  <a:lnTo>
                    <a:pt x="33210" y="9398"/>
                  </a:lnTo>
                  <a:lnTo>
                    <a:pt x="32143" y="9131"/>
                  </a:lnTo>
                  <a:lnTo>
                    <a:pt x="29705" y="9283"/>
                  </a:lnTo>
                  <a:lnTo>
                    <a:pt x="27266" y="9448"/>
                  </a:lnTo>
                  <a:lnTo>
                    <a:pt x="25298" y="10172"/>
                  </a:lnTo>
                  <a:lnTo>
                    <a:pt x="25374" y="11671"/>
                  </a:lnTo>
                  <a:lnTo>
                    <a:pt x="27393" y="12153"/>
                  </a:lnTo>
                  <a:lnTo>
                    <a:pt x="32270" y="11849"/>
                  </a:lnTo>
                  <a:lnTo>
                    <a:pt x="33362" y="11442"/>
                  </a:lnTo>
                  <a:lnTo>
                    <a:pt x="33134" y="12750"/>
                  </a:lnTo>
                  <a:lnTo>
                    <a:pt x="33261" y="15595"/>
                  </a:lnTo>
                  <a:lnTo>
                    <a:pt x="33388" y="18440"/>
                  </a:lnTo>
                  <a:lnTo>
                    <a:pt x="34023" y="20726"/>
                  </a:lnTo>
                  <a:lnTo>
                    <a:pt x="35306" y="20650"/>
                  </a:lnTo>
                  <a:lnTo>
                    <a:pt x="35712" y="18300"/>
                  </a:lnTo>
                  <a:lnTo>
                    <a:pt x="35458" y="12598"/>
                  </a:lnTo>
                  <a:lnTo>
                    <a:pt x="35090" y="11328"/>
                  </a:lnTo>
                  <a:lnTo>
                    <a:pt x="36233" y="11595"/>
                  </a:lnTo>
                  <a:lnTo>
                    <a:pt x="38671" y="11442"/>
                  </a:lnTo>
                  <a:lnTo>
                    <a:pt x="41109" y="11277"/>
                  </a:lnTo>
                  <a:lnTo>
                    <a:pt x="43065" y="10566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2" name="object 1762" descr=""/>
            <p:cNvSpPr/>
            <p:nvPr/>
          </p:nvSpPr>
          <p:spPr>
            <a:xfrm>
              <a:off x="12965824" y="7993799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75819" y="44229"/>
                  </a:moveTo>
                  <a:lnTo>
                    <a:pt x="37904" y="88447"/>
                  </a:lnTo>
                  <a:lnTo>
                    <a:pt x="0" y="44229"/>
                  </a:lnTo>
                  <a:lnTo>
                    <a:pt x="37904" y="0"/>
                  </a:lnTo>
                  <a:lnTo>
                    <a:pt x="75819" y="44229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3" name="object 1763" descr=""/>
            <p:cNvSpPr/>
            <p:nvPr/>
          </p:nvSpPr>
          <p:spPr>
            <a:xfrm>
              <a:off x="12969875" y="7998339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382"/>
                  </a:moveTo>
                  <a:lnTo>
                    <a:pt x="17691" y="37884"/>
                  </a:lnTo>
                  <a:lnTo>
                    <a:pt x="15684" y="37401"/>
                  </a:lnTo>
                  <a:lnTo>
                    <a:pt x="10795" y="37706"/>
                  </a:lnTo>
                  <a:lnTo>
                    <a:pt x="9639" y="38150"/>
                  </a:lnTo>
                  <a:lnTo>
                    <a:pt x="9880" y="36804"/>
                  </a:lnTo>
                  <a:lnTo>
                    <a:pt x="9753" y="33959"/>
                  </a:lnTo>
                  <a:lnTo>
                    <a:pt x="9613" y="31115"/>
                  </a:lnTo>
                  <a:lnTo>
                    <a:pt x="8991" y="28829"/>
                  </a:lnTo>
                  <a:lnTo>
                    <a:pt x="7708" y="28917"/>
                  </a:lnTo>
                  <a:lnTo>
                    <a:pt x="7302" y="31267"/>
                  </a:lnTo>
                  <a:lnTo>
                    <a:pt x="7556" y="36957"/>
                  </a:lnTo>
                  <a:lnTo>
                    <a:pt x="7899" y="38227"/>
                  </a:lnTo>
                  <a:lnTo>
                    <a:pt x="6832" y="37960"/>
                  </a:lnTo>
                  <a:lnTo>
                    <a:pt x="4394" y="38112"/>
                  </a:lnTo>
                  <a:lnTo>
                    <a:pt x="1955" y="38277"/>
                  </a:lnTo>
                  <a:lnTo>
                    <a:pt x="0" y="39001"/>
                  </a:lnTo>
                  <a:lnTo>
                    <a:pt x="76" y="40487"/>
                  </a:lnTo>
                  <a:lnTo>
                    <a:pt x="2082" y="40970"/>
                  </a:lnTo>
                  <a:lnTo>
                    <a:pt x="6959" y="40665"/>
                  </a:lnTo>
                  <a:lnTo>
                    <a:pt x="8051" y="40259"/>
                  </a:lnTo>
                  <a:lnTo>
                    <a:pt x="7823" y="41579"/>
                  </a:lnTo>
                  <a:lnTo>
                    <a:pt x="7962" y="44424"/>
                  </a:lnTo>
                  <a:lnTo>
                    <a:pt x="8089" y="47269"/>
                  </a:lnTo>
                  <a:lnTo>
                    <a:pt x="8712" y="49555"/>
                  </a:lnTo>
                  <a:lnTo>
                    <a:pt x="9994" y="49466"/>
                  </a:lnTo>
                  <a:lnTo>
                    <a:pt x="10414" y="47129"/>
                  </a:lnTo>
                  <a:lnTo>
                    <a:pt x="10147" y="41427"/>
                  </a:lnTo>
                  <a:lnTo>
                    <a:pt x="9791" y="40157"/>
                  </a:lnTo>
                  <a:lnTo>
                    <a:pt x="10922" y="40424"/>
                  </a:lnTo>
                  <a:lnTo>
                    <a:pt x="13360" y="40271"/>
                  </a:lnTo>
                  <a:lnTo>
                    <a:pt x="15811" y="40106"/>
                  </a:lnTo>
                  <a:lnTo>
                    <a:pt x="17767" y="39382"/>
                  </a:lnTo>
                  <a:close/>
                </a:path>
                <a:path w="68580" h="78740">
                  <a:moveTo>
                    <a:pt x="42595" y="68351"/>
                  </a:moveTo>
                  <a:lnTo>
                    <a:pt x="42519" y="66852"/>
                  </a:lnTo>
                  <a:lnTo>
                    <a:pt x="40513" y="66370"/>
                  </a:lnTo>
                  <a:lnTo>
                    <a:pt x="35636" y="66675"/>
                  </a:lnTo>
                  <a:lnTo>
                    <a:pt x="34480" y="67119"/>
                  </a:lnTo>
                  <a:lnTo>
                    <a:pt x="34721" y="65773"/>
                  </a:lnTo>
                  <a:lnTo>
                    <a:pt x="34582" y="62928"/>
                  </a:lnTo>
                  <a:lnTo>
                    <a:pt x="34442" y="60083"/>
                  </a:lnTo>
                  <a:lnTo>
                    <a:pt x="33832" y="57797"/>
                  </a:lnTo>
                  <a:lnTo>
                    <a:pt x="32537" y="57886"/>
                  </a:lnTo>
                  <a:lnTo>
                    <a:pt x="32131" y="60223"/>
                  </a:lnTo>
                  <a:lnTo>
                    <a:pt x="32397" y="65925"/>
                  </a:lnTo>
                  <a:lnTo>
                    <a:pt x="32740" y="67195"/>
                  </a:lnTo>
                  <a:lnTo>
                    <a:pt x="31673" y="66929"/>
                  </a:lnTo>
                  <a:lnTo>
                    <a:pt x="29222" y="67081"/>
                  </a:lnTo>
                  <a:lnTo>
                    <a:pt x="26784" y="67246"/>
                  </a:lnTo>
                  <a:lnTo>
                    <a:pt x="24828" y="67957"/>
                  </a:lnTo>
                  <a:lnTo>
                    <a:pt x="24904" y="69456"/>
                  </a:lnTo>
                  <a:lnTo>
                    <a:pt x="26911" y="69938"/>
                  </a:lnTo>
                  <a:lnTo>
                    <a:pt x="31788" y="69634"/>
                  </a:lnTo>
                  <a:lnTo>
                    <a:pt x="32880" y="69240"/>
                  </a:lnTo>
                  <a:lnTo>
                    <a:pt x="32651" y="70548"/>
                  </a:lnTo>
                  <a:lnTo>
                    <a:pt x="32791" y="73393"/>
                  </a:lnTo>
                  <a:lnTo>
                    <a:pt x="32918" y="76238"/>
                  </a:lnTo>
                  <a:lnTo>
                    <a:pt x="33540" y="78524"/>
                  </a:lnTo>
                  <a:lnTo>
                    <a:pt x="34836" y="78435"/>
                  </a:lnTo>
                  <a:lnTo>
                    <a:pt x="35242" y="76098"/>
                  </a:lnTo>
                  <a:lnTo>
                    <a:pt x="34975" y="70396"/>
                  </a:lnTo>
                  <a:lnTo>
                    <a:pt x="34620" y="69126"/>
                  </a:lnTo>
                  <a:lnTo>
                    <a:pt x="35763" y="69392"/>
                  </a:lnTo>
                  <a:lnTo>
                    <a:pt x="38201" y="69227"/>
                  </a:lnTo>
                  <a:lnTo>
                    <a:pt x="40640" y="69075"/>
                  </a:lnTo>
                  <a:lnTo>
                    <a:pt x="42595" y="68351"/>
                  </a:lnTo>
                  <a:close/>
                </a:path>
                <a:path w="68580" h="78740">
                  <a:moveTo>
                    <a:pt x="43078" y="10553"/>
                  </a:moveTo>
                  <a:lnTo>
                    <a:pt x="43002" y="9067"/>
                  </a:lnTo>
                  <a:lnTo>
                    <a:pt x="40982" y="8585"/>
                  </a:lnTo>
                  <a:lnTo>
                    <a:pt x="36106" y="8890"/>
                  </a:lnTo>
                  <a:lnTo>
                    <a:pt x="34950" y="9321"/>
                  </a:lnTo>
                  <a:lnTo>
                    <a:pt x="35191" y="7988"/>
                  </a:lnTo>
                  <a:lnTo>
                    <a:pt x="35052" y="5130"/>
                  </a:lnTo>
                  <a:lnTo>
                    <a:pt x="34925" y="2286"/>
                  </a:lnTo>
                  <a:lnTo>
                    <a:pt x="34302" y="0"/>
                  </a:lnTo>
                  <a:lnTo>
                    <a:pt x="33020" y="88"/>
                  </a:lnTo>
                  <a:lnTo>
                    <a:pt x="32600" y="2438"/>
                  </a:lnTo>
                  <a:lnTo>
                    <a:pt x="32867" y="8128"/>
                  </a:lnTo>
                  <a:lnTo>
                    <a:pt x="33210" y="9398"/>
                  </a:lnTo>
                  <a:lnTo>
                    <a:pt x="32143" y="9131"/>
                  </a:lnTo>
                  <a:lnTo>
                    <a:pt x="29705" y="9283"/>
                  </a:lnTo>
                  <a:lnTo>
                    <a:pt x="27266" y="9448"/>
                  </a:lnTo>
                  <a:lnTo>
                    <a:pt x="25298" y="10172"/>
                  </a:lnTo>
                  <a:lnTo>
                    <a:pt x="25374" y="11671"/>
                  </a:lnTo>
                  <a:lnTo>
                    <a:pt x="27393" y="12153"/>
                  </a:lnTo>
                  <a:lnTo>
                    <a:pt x="32270" y="11849"/>
                  </a:lnTo>
                  <a:lnTo>
                    <a:pt x="33362" y="11442"/>
                  </a:lnTo>
                  <a:lnTo>
                    <a:pt x="33134" y="12750"/>
                  </a:lnTo>
                  <a:lnTo>
                    <a:pt x="33261" y="15595"/>
                  </a:lnTo>
                  <a:lnTo>
                    <a:pt x="33388" y="18440"/>
                  </a:lnTo>
                  <a:lnTo>
                    <a:pt x="34023" y="20726"/>
                  </a:lnTo>
                  <a:lnTo>
                    <a:pt x="35306" y="20637"/>
                  </a:lnTo>
                  <a:lnTo>
                    <a:pt x="35712" y="18300"/>
                  </a:lnTo>
                  <a:lnTo>
                    <a:pt x="35458" y="12598"/>
                  </a:lnTo>
                  <a:lnTo>
                    <a:pt x="35102" y="11328"/>
                  </a:lnTo>
                  <a:lnTo>
                    <a:pt x="36233" y="11595"/>
                  </a:lnTo>
                  <a:lnTo>
                    <a:pt x="38671" y="11442"/>
                  </a:lnTo>
                  <a:lnTo>
                    <a:pt x="41109" y="11277"/>
                  </a:lnTo>
                  <a:lnTo>
                    <a:pt x="43078" y="10553"/>
                  </a:lnTo>
                  <a:close/>
                </a:path>
                <a:path w="68580" h="78740">
                  <a:moveTo>
                    <a:pt x="68135" y="39801"/>
                  </a:moveTo>
                  <a:lnTo>
                    <a:pt x="68059" y="38303"/>
                  </a:lnTo>
                  <a:lnTo>
                    <a:pt x="66052" y="37820"/>
                  </a:lnTo>
                  <a:lnTo>
                    <a:pt x="61175" y="38125"/>
                  </a:lnTo>
                  <a:lnTo>
                    <a:pt x="60020" y="38569"/>
                  </a:lnTo>
                  <a:lnTo>
                    <a:pt x="60261" y="37223"/>
                  </a:lnTo>
                  <a:lnTo>
                    <a:pt x="60121" y="34378"/>
                  </a:lnTo>
                  <a:lnTo>
                    <a:pt x="59994" y="31521"/>
                  </a:lnTo>
                  <a:lnTo>
                    <a:pt x="59372" y="29248"/>
                  </a:lnTo>
                  <a:lnTo>
                    <a:pt x="58077" y="29324"/>
                  </a:lnTo>
                  <a:lnTo>
                    <a:pt x="57670" y="31673"/>
                  </a:lnTo>
                  <a:lnTo>
                    <a:pt x="57937" y="37363"/>
                  </a:lnTo>
                  <a:lnTo>
                    <a:pt x="58280" y="38633"/>
                  </a:lnTo>
                  <a:lnTo>
                    <a:pt x="57213" y="38366"/>
                  </a:lnTo>
                  <a:lnTo>
                    <a:pt x="54775" y="38531"/>
                  </a:lnTo>
                  <a:lnTo>
                    <a:pt x="52324" y="38684"/>
                  </a:lnTo>
                  <a:lnTo>
                    <a:pt x="50368" y="39408"/>
                  </a:lnTo>
                  <a:lnTo>
                    <a:pt x="50444" y="40906"/>
                  </a:lnTo>
                  <a:lnTo>
                    <a:pt x="52451" y="41389"/>
                  </a:lnTo>
                  <a:lnTo>
                    <a:pt x="57340" y="41084"/>
                  </a:lnTo>
                  <a:lnTo>
                    <a:pt x="58420" y="40678"/>
                  </a:lnTo>
                  <a:lnTo>
                    <a:pt x="58191" y="41986"/>
                  </a:lnTo>
                  <a:lnTo>
                    <a:pt x="58331" y="44831"/>
                  </a:lnTo>
                  <a:lnTo>
                    <a:pt x="58470" y="47688"/>
                  </a:lnTo>
                  <a:lnTo>
                    <a:pt x="59080" y="49961"/>
                  </a:lnTo>
                  <a:lnTo>
                    <a:pt x="60375" y="49885"/>
                  </a:lnTo>
                  <a:lnTo>
                    <a:pt x="60782" y="47536"/>
                  </a:lnTo>
                  <a:lnTo>
                    <a:pt x="60515" y="41846"/>
                  </a:lnTo>
                  <a:lnTo>
                    <a:pt x="60159" y="40563"/>
                  </a:lnTo>
                  <a:lnTo>
                    <a:pt x="61302" y="40830"/>
                  </a:lnTo>
                  <a:lnTo>
                    <a:pt x="63741" y="40678"/>
                  </a:lnTo>
                  <a:lnTo>
                    <a:pt x="66179" y="40525"/>
                  </a:lnTo>
                  <a:lnTo>
                    <a:pt x="68135" y="398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4" name="object 1764" descr=""/>
            <p:cNvSpPr/>
            <p:nvPr/>
          </p:nvSpPr>
          <p:spPr>
            <a:xfrm>
              <a:off x="13003309" y="8052623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75819" y="44218"/>
                  </a:moveTo>
                  <a:lnTo>
                    <a:pt x="37904" y="88447"/>
                  </a:lnTo>
                  <a:lnTo>
                    <a:pt x="0" y="44218"/>
                  </a:lnTo>
                  <a:lnTo>
                    <a:pt x="37904" y="0"/>
                  </a:lnTo>
                  <a:lnTo>
                    <a:pt x="75819" y="4421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5" name="object 1765" descr=""/>
            <p:cNvSpPr/>
            <p:nvPr/>
          </p:nvSpPr>
          <p:spPr>
            <a:xfrm>
              <a:off x="13007353" y="8057152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382"/>
                  </a:moveTo>
                  <a:lnTo>
                    <a:pt x="17703" y="37884"/>
                  </a:lnTo>
                  <a:lnTo>
                    <a:pt x="15684" y="37414"/>
                  </a:lnTo>
                  <a:lnTo>
                    <a:pt x="10807" y="37706"/>
                  </a:lnTo>
                  <a:lnTo>
                    <a:pt x="9652" y="38150"/>
                  </a:lnTo>
                  <a:lnTo>
                    <a:pt x="9893" y="36804"/>
                  </a:lnTo>
                  <a:lnTo>
                    <a:pt x="9753" y="33959"/>
                  </a:lnTo>
                  <a:lnTo>
                    <a:pt x="9626" y="31115"/>
                  </a:lnTo>
                  <a:lnTo>
                    <a:pt x="9004" y="28829"/>
                  </a:lnTo>
                  <a:lnTo>
                    <a:pt x="7708" y="28917"/>
                  </a:lnTo>
                  <a:lnTo>
                    <a:pt x="7302" y="31254"/>
                  </a:lnTo>
                  <a:lnTo>
                    <a:pt x="7569" y="36957"/>
                  </a:lnTo>
                  <a:lnTo>
                    <a:pt x="7912" y="38227"/>
                  </a:lnTo>
                  <a:lnTo>
                    <a:pt x="6845" y="37960"/>
                  </a:lnTo>
                  <a:lnTo>
                    <a:pt x="4406" y="38112"/>
                  </a:lnTo>
                  <a:lnTo>
                    <a:pt x="1968" y="38277"/>
                  </a:lnTo>
                  <a:lnTo>
                    <a:pt x="0" y="39001"/>
                  </a:lnTo>
                  <a:lnTo>
                    <a:pt x="76" y="40487"/>
                  </a:lnTo>
                  <a:lnTo>
                    <a:pt x="2082" y="40970"/>
                  </a:lnTo>
                  <a:lnTo>
                    <a:pt x="6972" y="40665"/>
                  </a:lnTo>
                  <a:lnTo>
                    <a:pt x="8051" y="40271"/>
                  </a:lnTo>
                  <a:lnTo>
                    <a:pt x="7823" y="41579"/>
                  </a:lnTo>
                  <a:lnTo>
                    <a:pt x="7962" y="44424"/>
                  </a:lnTo>
                  <a:lnTo>
                    <a:pt x="8102" y="47269"/>
                  </a:lnTo>
                  <a:lnTo>
                    <a:pt x="8724" y="49555"/>
                  </a:lnTo>
                  <a:lnTo>
                    <a:pt x="10007" y="49466"/>
                  </a:lnTo>
                  <a:lnTo>
                    <a:pt x="10414" y="47129"/>
                  </a:lnTo>
                  <a:lnTo>
                    <a:pt x="10147" y="41427"/>
                  </a:lnTo>
                  <a:lnTo>
                    <a:pt x="9791" y="40157"/>
                  </a:lnTo>
                  <a:lnTo>
                    <a:pt x="10934" y="40424"/>
                  </a:lnTo>
                  <a:lnTo>
                    <a:pt x="13373" y="40271"/>
                  </a:lnTo>
                  <a:lnTo>
                    <a:pt x="15811" y="40106"/>
                  </a:lnTo>
                  <a:lnTo>
                    <a:pt x="17767" y="39382"/>
                  </a:lnTo>
                  <a:close/>
                </a:path>
                <a:path w="68580" h="78740">
                  <a:moveTo>
                    <a:pt x="42608" y="68351"/>
                  </a:moveTo>
                  <a:lnTo>
                    <a:pt x="42532" y="66852"/>
                  </a:lnTo>
                  <a:lnTo>
                    <a:pt x="40525" y="66370"/>
                  </a:lnTo>
                  <a:lnTo>
                    <a:pt x="35636" y="66675"/>
                  </a:lnTo>
                  <a:lnTo>
                    <a:pt x="34480" y="67119"/>
                  </a:lnTo>
                  <a:lnTo>
                    <a:pt x="34721" y="65773"/>
                  </a:lnTo>
                  <a:lnTo>
                    <a:pt x="34582" y="62928"/>
                  </a:lnTo>
                  <a:lnTo>
                    <a:pt x="34467" y="60083"/>
                  </a:lnTo>
                  <a:lnTo>
                    <a:pt x="33832" y="57797"/>
                  </a:lnTo>
                  <a:lnTo>
                    <a:pt x="32550" y="57886"/>
                  </a:lnTo>
                  <a:lnTo>
                    <a:pt x="32143" y="60223"/>
                  </a:lnTo>
                  <a:lnTo>
                    <a:pt x="32397" y="65925"/>
                  </a:lnTo>
                  <a:lnTo>
                    <a:pt x="32740" y="67195"/>
                  </a:lnTo>
                  <a:lnTo>
                    <a:pt x="31673" y="66929"/>
                  </a:lnTo>
                  <a:lnTo>
                    <a:pt x="29235" y="67081"/>
                  </a:lnTo>
                  <a:lnTo>
                    <a:pt x="26797" y="67246"/>
                  </a:lnTo>
                  <a:lnTo>
                    <a:pt x="24841" y="67970"/>
                  </a:lnTo>
                  <a:lnTo>
                    <a:pt x="24917" y="69456"/>
                  </a:lnTo>
                  <a:lnTo>
                    <a:pt x="26924" y="69938"/>
                  </a:lnTo>
                  <a:lnTo>
                    <a:pt x="31800" y="69634"/>
                  </a:lnTo>
                  <a:lnTo>
                    <a:pt x="32893" y="69227"/>
                  </a:lnTo>
                  <a:lnTo>
                    <a:pt x="32664" y="70548"/>
                  </a:lnTo>
                  <a:lnTo>
                    <a:pt x="32804" y="73393"/>
                  </a:lnTo>
                  <a:lnTo>
                    <a:pt x="32931" y="76238"/>
                  </a:lnTo>
                  <a:lnTo>
                    <a:pt x="33553" y="78524"/>
                  </a:lnTo>
                  <a:lnTo>
                    <a:pt x="34836" y="78435"/>
                  </a:lnTo>
                  <a:lnTo>
                    <a:pt x="35255" y="76098"/>
                  </a:lnTo>
                  <a:lnTo>
                    <a:pt x="34988" y="70396"/>
                  </a:lnTo>
                  <a:lnTo>
                    <a:pt x="34632" y="69126"/>
                  </a:lnTo>
                  <a:lnTo>
                    <a:pt x="35763" y="69392"/>
                  </a:lnTo>
                  <a:lnTo>
                    <a:pt x="38201" y="69240"/>
                  </a:lnTo>
                  <a:lnTo>
                    <a:pt x="40640" y="69075"/>
                  </a:lnTo>
                  <a:lnTo>
                    <a:pt x="42608" y="68351"/>
                  </a:lnTo>
                  <a:close/>
                </a:path>
                <a:path w="68580" h="78740">
                  <a:moveTo>
                    <a:pt x="43078" y="10553"/>
                  </a:moveTo>
                  <a:lnTo>
                    <a:pt x="43002" y="9067"/>
                  </a:lnTo>
                  <a:lnTo>
                    <a:pt x="40995" y="8585"/>
                  </a:lnTo>
                  <a:lnTo>
                    <a:pt x="36118" y="8890"/>
                  </a:lnTo>
                  <a:lnTo>
                    <a:pt x="34963" y="9321"/>
                  </a:lnTo>
                  <a:lnTo>
                    <a:pt x="35204" y="7988"/>
                  </a:lnTo>
                  <a:lnTo>
                    <a:pt x="35064" y="5130"/>
                  </a:lnTo>
                  <a:lnTo>
                    <a:pt x="34925" y="2286"/>
                  </a:lnTo>
                  <a:lnTo>
                    <a:pt x="34302" y="0"/>
                  </a:lnTo>
                  <a:lnTo>
                    <a:pt x="33020" y="88"/>
                  </a:lnTo>
                  <a:lnTo>
                    <a:pt x="32613" y="2438"/>
                  </a:lnTo>
                  <a:lnTo>
                    <a:pt x="32880" y="8128"/>
                  </a:lnTo>
                  <a:lnTo>
                    <a:pt x="33223" y="9398"/>
                  </a:lnTo>
                  <a:lnTo>
                    <a:pt x="32143" y="9131"/>
                  </a:lnTo>
                  <a:lnTo>
                    <a:pt x="29705" y="9283"/>
                  </a:lnTo>
                  <a:lnTo>
                    <a:pt x="27266" y="9448"/>
                  </a:lnTo>
                  <a:lnTo>
                    <a:pt x="25311" y="10172"/>
                  </a:lnTo>
                  <a:lnTo>
                    <a:pt x="25387" y="11671"/>
                  </a:lnTo>
                  <a:lnTo>
                    <a:pt x="27393" y="12141"/>
                  </a:lnTo>
                  <a:lnTo>
                    <a:pt x="32270" y="11849"/>
                  </a:lnTo>
                  <a:lnTo>
                    <a:pt x="33362" y="11442"/>
                  </a:lnTo>
                  <a:lnTo>
                    <a:pt x="33134" y="12750"/>
                  </a:lnTo>
                  <a:lnTo>
                    <a:pt x="33274" y="15595"/>
                  </a:lnTo>
                  <a:lnTo>
                    <a:pt x="33413" y="18440"/>
                  </a:lnTo>
                  <a:lnTo>
                    <a:pt x="34023" y="20726"/>
                  </a:lnTo>
                  <a:lnTo>
                    <a:pt x="35318" y="20637"/>
                  </a:lnTo>
                  <a:lnTo>
                    <a:pt x="35725" y="18300"/>
                  </a:lnTo>
                  <a:lnTo>
                    <a:pt x="35458" y="12598"/>
                  </a:lnTo>
                  <a:lnTo>
                    <a:pt x="35102" y="11328"/>
                  </a:lnTo>
                  <a:lnTo>
                    <a:pt x="36245" y="11595"/>
                  </a:lnTo>
                  <a:lnTo>
                    <a:pt x="38684" y="11442"/>
                  </a:lnTo>
                  <a:lnTo>
                    <a:pt x="41122" y="11277"/>
                  </a:lnTo>
                  <a:lnTo>
                    <a:pt x="43078" y="10553"/>
                  </a:lnTo>
                  <a:close/>
                </a:path>
                <a:path w="68580" h="78740">
                  <a:moveTo>
                    <a:pt x="68148" y="39801"/>
                  </a:moveTo>
                  <a:lnTo>
                    <a:pt x="68072" y="38303"/>
                  </a:lnTo>
                  <a:lnTo>
                    <a:pt x="66065" y="37820"/>
                  </a:lnTo>
                  <a:lnTo>
                    <a:pt x="61175" y="38125"/>
                  </a:lnTo>
                  <a:lnTo>
                    <a:pt x="60020" y="38569"/>
                  </a:lnTo>
                  <a:lnTo>
                    <a:pt x="60261" y="37223"/>
                  </a:lnTo>
                  <a:lnTo>
                    <a:pt x="60134" y="34378"/>
                  </a:lnTo>
                  <a:lnTo>
                    <a:pt x="59994" y="31521"/>
                  </a:lnTo>
                  <a:lnTo>
                    <a:pt x="59372" y="29248"/>
                  </a:lnTo>
                  <a:lnTo>
                    <a:pt x="58089" y="29324"/>
                  </a:lnTo>
                  <a:lnTo>
                    <a:pt x="57683" y="31673"/>
                  </a:lnTo>
                  <a:lnTo>
                    <a:pt x="57937" y="37363"/>
                  </a:lnTo>
                  <a:lnTo>
                    <a:pt x="58280" y="38633"/>
                  </a:lnTo>
                  <a:lnTo>
                    <a:pt x="57213" y="38366"/>
                  </a:lnTo>
                  <a:lnTo>
                    <a:pt x="54775" y="38531"/>
                  </a:lnTo>
                  <a:lnTo>
                    <a:pt x="52336" y="38684"/>
                  </a:lnTo>
                  <a:lnTo>
                    <a:pt x="50380" y="39408"/>
                  </a:lnTo>
                  <a:lnTo>
                    <a:pt x="50457" y="40906"/>
                  </a:lnTo>
                  <a:lnTo>
                    <a:pt x="52463" y="41389"/>
                  </a:lnTo>
                  <a:lnTo>
                    <a:pt x="57340" y="41084"/>
                  </a:lnTo>
                  <a:lnTo>
                    <a:pt x="58432" y="40678"/>
                  </a:lnTo>
                  <a:lnTo>
                    <a:pt x="58216" y="41986"/>
                  </a:lnTo>
                  <a:lnTo>
                    <a:pt x="58343" y="44831"/>
                  </a:lnTo>
                  <a:lnTo>
                    <a:pt x="58470" y="47688"/>
                  </a:lnTo>
                  <a:lnTo>
                    <a:pt x="59093" y="49961"/>
                  </a:lnTo>
                  <a:lnTo>
                    <a:pt x="60375" y="49885"/>
                  </a:lnTo>
                  <a:lnTo>
                    <a:pt x="60794" y="47536"/>
                  </a:lnTo>
                  <a:lnTo>
                    <a:pt x="60528" y="41846"/>
                  </a:lnTo>
                  <a:lnTo>
                    <a:pt x="60159" y="40563"/>
                  </a:lnTo>
                  <a:lnTo>
                    <a:pt x="61302" y="40830"/>
                  </a:lnTo>
                  <a:lnTo>
                    <a:pt x="63741" y="40678"/>
                  </a:lnTo>
                  <a:lnTo>
                    <a:pt x="66192" y="40525"/>
                  </a:lnTo>
                  <a:lnTo>
                    <a:pt x="68148" y="398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6" name="object 1766" descr=""/>
            <p:cNvSpPr/>
            <p:nvPr/>
          </p:nvSpPr>
          <p:spPr>
            <a:xfrm>
              <a:off x="13081324" y="8052623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75819" y="44218"/>
                  </a:moveTo>
                  <a:lnTo>
                    <a:pt x="37904" y="88447"/>
                  </a:lnTo>
                  <a:lnTo>
                    <a:pt x="0" y="44218"/>
                  </a:lnTo>
                  <a:lnTo>
                    <a:pt x="37904" y="0"/>
                  </a:lnTo>
                  <a:lnTo>
                    <a:pt x="75819" y="4421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7" name="object 1767" descr=""/>
            <p:cNvSpPr/>
            <p:nvPr/>
          </p:nvSpPr>
          <p:spPr>
            <a:xfrm>
              <a:off x="13085369" y="8057152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382"/>
                  </a:moveTo>
                  <a:lnTo>
                    <a:pt x="17691" y="37884"/>
                  </a:lnTo>
                  <a:lnTo>
                    <a:pt x="15684" y="37414"/>
                  </a:lnTo>
                  <a:lnTo>
                    <a:pt x="10807" y="37706"/>
                  </a:lnTo>
                  <a:lnTo>
                    <a:pt x="9652" y="38150"/>
                  </a:lnTo>
                  <a:lnTo>
                    <a:pt x="9893" y="36804"/>
                  </a:lnTo>
                  <a:lnTo>
                    <a:pt x="9753" y="33959"/>
                  </a:lnTo>
                  <a:lnTo>
                    <a:pt x="9613" y="31115"/>
                  </a:lnTo>
                  <a:lnTo>
                    <a:pt x="9004" y="28829"/>
                  </a:lnTo>
                  <a:lnTo>
                    <a:pt x="7708" y="28917"/>
                  </a:lnTo>
                  <a:lnTo>
                    <a:pt x="7302" y="31254"/>
                  </a:lnTo>
                  <a:lnTo>
                    <a:pt x="7569" y="36957"/>
                  </a:lnTo>
                  <a:lnTo>
                    <a:pt x="7912" y="38227"/>
                  </a:lnTo>
                  <a:lnTo>
                    <a:pt x="6845" y="37960"/>
                  </a:lnTo>
                  <a:lnTo>
                    <a:pt x="4406" y="38112"/>
                  </a:lnTo>
                  <a:lnTo>
                    <a:pt x="1955" y="38277"/>
                  </a:lnTo>
                  <a:lnTo>
                    <a:pt x="0" y="39001"/>
                  </a:lnTo>
                  <a:lnTo>
                    <a:pt x="76" y="40487"/>
                  </a:lnTo>
                  <a:lnTo>
                    <a:pt x="2082" y="40970"/>
                  </a:lnTo>
                  <a:lnTo>
                    <a:pt x="6972" y="40665"/>
                  </a:lnTo>
                  <a:lnTo>
                    <a:pt x="8051" y="40271"/>
                  </a:lnTo>
                  <a:lnTo>
                    <a:pt x="7823" y="41579"/>
                  </a:lnTo>
                  <a:lnTo>
                    <a:pt x="7962" y="44424"/>
                  </a:lnTo>
                  <a:lnTo>
                    <a:pt x="8089" y="47269"/>
                  </a:lnTo>
                  <a:lnTo>
                    <a:pt x="8724" y="49555"/>
                  </a:lnTo>
                  <a:lnTo>
                    <a:pt x="10007" y="49466"/>
                  </a:lnTo>
                  <a:lnTo>
                    <a:pt x="10414" y="47129"/>
                  </a:lnTo>
                  <a:lnTo>
                    <a:pt x="10160" y="41427"/>
                  </a:lnTo>
                  <a:lnTo>
                    <a:pt x="9804" y="40157"/>
                  </a:lnTo>
                  <a:lnTo>
                    <a:pt x="10934" y="40424"/>
                  </a:lnTo>
                  <a:lnTo>
                    <a:pt x="13373" y="40271"/>
                  </a:lnTo>
                  <a:lnTo>
                    <a:pt x="15811" y="40106"/>
                  </a:lnTo>
                  <a:lnTo>
                    <a:pt x="17767" y="39382"/>
                  </a:lnTo>
                  <a:close/>
                </a:path>
                <a:path w="68580" h="78740">
                  <a:moveTo>
                    <a:pt x="42608" y="68351"/>
                  </a:moveTo>
                  <a:lnTo>
                    <a:pt x="42532" y="66852"/>
                  </a:lnTo>
                  <a:lnTo>
                    <a:pt x="40525" y="66370"/>
                  </a:lnTo>
                  <a:lnTo>
                    <a:pt x="35636" y="66675"/>
                  </a:lnTo>
                  <a:lnTo>
                    <a:pt x="34480" y="67119"/>
                  </a:lnTo>
                  <a:lnTo>
                    <a:pt x="34721" y="65773"/>
                  </a:lnTo>
                  <a:lnTo>
                    <a:pt x="34594" y="62928"/>
                  </a:lnTo>
                  <a:lnTo>
                    <a:pt x="34455" y="60083"/>
                  </a:lnTo>
                  <a:lnTo>
                    <a:pt x="33832" y="57797"/>
                  </a:lnTo>
                  <a:lnTo>
                    <a:pt x="32550" y="57886"/>
                  </a:lnTo>
                  <a:lnTo>
                    <a:pt x="32143" y="60223"/>
                  </a:lnTo>
                  <a:lnTo>
                    <a:pt x="32397" y="65925"/>
                  </a:lnTo>
                  <a:lnTo>
                    <a:pt x="32740" y="67195"/>
                  </a:lnTo>
                  <a:lnTo>
                    <a:pt x="31673" y="66929"/>
                  </a:lnTo>
                  <a:lnTo>
                    <a:pt x="29235" y="67081"/>
                  </a:lnTo>
                  <a:lnTo>
                    <a:pt x="26797" y="67246"/>
                  </a:lnTo>
                  <a:lnTo>
                    <a:pt x="24841" y="67970"/>
                  </a:lnTo>
                  <a:lnTo>
                    <a:pt x="24904" y="69456"/>
                  </a:lnTo>
                  <a:lnTo>
                    <a:pt x="26924" y="69938"/>
                  </a:lnTo>
                  <a:lnTo>
                    <a:pt x="31800" y="69634"/>
                  </a:lnTo>
                  <a:lnTo>
                    <a:pt x="32905" y="69227"/>
                  </a:lnTo>
                  <a:lnTo>
                    <a:pt x="32677" y="70548"/>
                  </a:lnTo>
                  <a:lnTo>
                    <a:pt x="32804" y="73393"/>
                  </a:lnTo>
                  <a:lnTo>
                    <a:pt x="32931" y="76238"/>
                  </a:lnTo>
                  <a:lnTo>
                    <a:pt x="33553" y="78524"/>
                  </a:lnTo>
                  <a:lnTo>
                    <a:pt x="34836" y="78435"/>
                  </a:lnTo>
                  <a:lnTo>
                    <a:pt x="35242" y="76098"/>
                  </a:lnTo>
                  <a:lnTo>
                    <a:pt x="34988" y="70396"/>
                  </a:lnTo>
                  <a:lnTo>
                    <a:pt x="34632" y="69126"/>
                  </a:lnTo>
                  <a:lnTo>
                    <a:pt x="35763" y="69392"/>
                  </a:lnTo>
                  <a:lnTo>
                    <a:pt x="38201" y="69240"/>
                  </a:lnTo>
                  <a:lnTo>
                    <a:pt x="40640" y="69075"/>
                  </a:lnTo>
                  <a:lnTo>
                    <a:pt x="42608" y="68351"/>
                  </a:lnTo>
                  <a:close/>
                </a:path>
                <a:path w="68580" h="78740">
                  <a:moveTo>
                    <a:pt x="43078" y="10553"/>
                  </a:moveTo>
                  <a:lnTo>
                    <a:pt x="43002" y="9067"/>
                  </a:lnTo>
                  <a:lnTo>
                    <a:pt x="40995" y="8585"/>
                  </a:lnTo>
                  <a:lnTo>
                    <a:pt x="36118" y="8890"/>
                  </a:lnTo>
                  <a:lnTo>
                    <a:pt x="34963" y="9321"/>
                  </a:lnTo>
                  <a:lnTo>
                    <a:pt x="35204" y="7988"/>
                  </a:lnTo>
                  <a:lnTo>
                    <a:pt x="35064" y="5130"/>
                  </a:lnTo>
                  <a:lnTo>
                    <a:pt x="34937" y="2286"/>
                  </a:lnTo>
                  <a:lnTo>
                    <a:pt x="34302" y="0"/>
                  </a:lnTo>
                  <a:lnTo>
                    <a:pt x="33020" y="88"/>
                  </a:lnTo>
                  <a:lnTo>
                    <a:pt x="32613" y="2438"/>
                  </a:lnTo>
                  <a:lnTo>
                    <a:pt x="32867" y="8128"/>
                  </a:lnTo>
                  <a:lnTo>
                    <a:pt x="33210" y="9398"/>
                  </a:lnTo>
                  <a:lnTo>
                    <a:pt x="32143" y="9131"/>
                  </a:lnTo>
                  <a:lnTo>
                    <a:pt x="29705" y="9283"/>
                  </a:lnTo>
                  <a:lnTo>
                    <a:pt x="27266" y="9448"/>
                  </a:lnTo>
                  <a:lnTo>
                    <a:pt x="25311" y="10172"/>
                  </a:lnTo>
                  <a:lnTo>
                    <a:pt x="25387" y="11671"/>
                  </a:lnTo>
                  <a:lnTo>
                    <a:pt x="27393" y="12141"/>
                  </a:lnTo>
                  <a:lnTo>
                    <a:pt x="32270" y="11849"/>
                  </a:lnTo>
                  <a:lnTo>
                    <a:pt x="33362" y="11442"/>
                  </a:lnTo>
                  <a:lnTo>
                    <a:pt x="33134" y="12750"/>
                  </a:lnTo>
                  <a:lnTo>
                    <a:pt x="33274" y="15595"/>
                  </a:lnTo>
                  <a:lnTo>
                    <a:pt x="33413" y="18440"/>
                  </a:lnTo>
                  <a:lnTo>
                    <a:pt x="34023" y="20726"/>
                  </a:lnTo>
                  <a:lnTo>
                    <a:pt x="35318" y="20637"/>
                  </a:lnTo>
                  <a:lnTo>
                    <a:pt x="35725" y="18300"/>
                  </a:lnTo>
                  <a:lnTo>
                    <a:pt x="35458" y="12598"/>
                  </a:lnTo>
                  <a:lnTo>
                    <a:pt x="35102" y="11328"/>
                  </a:lnTo>
                  <a:lnTo>
                    <a:pt x="36245" y="11595"/>
                  </a:lnTo>
                  <a:lnTo>
                    <a:pt x="38684" y="11442"/>
                  </a:lnTo>
                  <a:lnTo>
                    <a:pt x="41122" y="11277"/>
                  </a:lnTo>
                  <a:lnTo>
                    <a:pt x="43078" y="10553"/>
                  </a:lnTo>
                  <a:close/>
                </a:path>
                <a:path w="68580" h="78740">
                  <a:moveTo>
                    <a:pt x="68148" y="39801"/>
                  </a:moveTo>
                  <a:lnTo>
                    <a:pt x="68072" y="38303"/>
                  </a:lnTo>
                  <a:lnTo>
                    <a:pt x="66065" y="37820"/>
                  </a:lnTo>
                  <a:lnTo>
                    <a:pt x="61175" y="38125"/>
                  </a:lnTo>
                  <a:lnTo>
                    <a:pt x="60020" y="38569"/>
                  </a:lnTo>
                  <a:lnTo>
                    <a:pt x="60261" y="37223"/>
                  </a:lnTo>
                  <a:lnTo>
                    <a:pt x="60134" y="34378"/>
                  </a:lnTo>
                  <a:lnTo>
                    <a:pt x="59994" y="31521"/>
                  </a:lnTo>
                  <a:lnTo>
                    <a:pt x="59372" y="29248"/>
                  </a:lnTo>
                  <a:lnTo>
                    <a:pt x="58089" y="29324"/>
                  </a:lnTo>
                  <a:lnTo>
                    <a:pt x="57683" y="31673"/>
                  </a:lnTo>
                  <a:lnTo>
                    <a:pt x="57937" y="37363"/>
                  </a:lnTo>
                  <a:lnTo>
                    <a:pt x="58280" y="38633"/>
                  </a:lnTo>
                  <a:lnTo>
                    <a:pt x="57213" y="38366"/>
                  </a:lnTo>
                  <a:lnTo>
                    <a:pt x="54775" y="38531"/>
                  </a:lnTo>
                  <a:lnTo>
                    <a:pt x="52336" y="38684"/>
                  </a:lnTo>
                  <a:lnTo>
                    <a:pt x="50380" y="39408"/>
                  </a:lnTo>
                  <a:lnTo>
                    <a:pt x="50457" y="40906"/>
                  </a:lnTo>
                  <a:lnTo>
                    <a:pt x="52463" y="41389"/>
                  </a:lnTo>
                  <a:lnTo>
                    <a:pt x="57340" y="41084"/>
                  </a:lnTo>
                  <a:lnTo>
                    <a:pt x="58432" y="40678"/>
                  </a:lnTo>
                  <a:lnTo>
                    <a:pt x="58204" y="41986"/>
                  </a:lnTo>
                  <a:lnTo>
                    <a:pt x="58343" y="44831"/>
                  </a:lnTo>
                  <a:lnTo>
                    <a:pt x="58470" y="47688"/>
                  </a:lnTo>
                  <a:lnTo>
                    <a:pt x="59093" y="49961"/>
                  </a:lnTo>
                  <a:lnTo>
                    <a:pt x="60375" y="49885"/>
                  </a:lnTo>
                  <a:lnTo>
                    <a:pt x="60794" y="47536"/>
                  </a:lnTo>
                  <a:lnTo>
                    <a:pt x="60528" y="41846"/>
                  </a:lnTo>
                  <a:lnTo>
                    <a:pt x="60159" y="40563"/>
                  </a:lnTo>
                  <a:lnTo>
                    <a:pt x="61302" y="40830"/>
                  </a:lnTo>
                  <a:lnTo>
                    <a:pt x="63741" y="40678"/>
                  </a:lnTo>
                  <a:lnTo>
                    <a:pt x="66179" y="40525"/>
                  </a:lnTo>
                  <a:lnTo>
                    <a:pt x="68148" y="398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8" name="object 1768" descr=""/>
            <p:cNvSpPr/>
            <p:nvPr/>
          </p:nvSpPr>
          <p:spPr>
            <a:xfrm>
              <a:off x="12944253" y="8052623"/>
              <a:ext cx="59055" cy="88900"/>
            </a:xfrm>
            <a:custGeom>
              <a:avLst/>
              <a:gdLst/>
              <a:ahLst/>
              <a:cxnLst/>
              <a:rect l="l" t="t" r="r" b="b"/>
              <a:pathLst>
                <a:path w="59054" h="88900">
                  <a:moveTo>
                    <a:pt x="59051" y="44218"/>
                  </a:moveTo>
                  <a:lnTo>
                    <a:pt x="21136" y="88447"/>
                  </a:lnTo>
                  <a:lnTo>
                    <a:pt x="0" y="63784"/>
                  </a:lnTo>
                </a:path>
                <a:path w="59054" h="88900">
                  <a:moveTo>
                    <a:pt x="1225" y="23227"/>
                  </a:moveTo>
                  <a:lnTo>
                    <a:pt x="21136" y="0"/>
                  </a:lnTo>
                  <a:lnTo>
                    <a:pt x="59051" y="4421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9" name="object 1769" descr=""/>
            <p:cNvSpPr/>
            <p:nvPr/>
          </p:nvSpPr>
          <p:spPr>
            <a:xfrm>
              <a:off x="12944818" y="8057152"/>
              <a:ext cx="55244" cy="78740"/>
            </a:xfrm>
            <a:custGeom>
              <a:avLst/>
              <a:gdLst/>
              <a:ahLst/>
              <a:cxnLst/>
              <a:rect l="l" t="t" r="r" b="b"/>
              <a:pathLst>
                <a:path w="55245" h="78740">
                  <a:moveTo>
                    <a:pt x="4483" y="39382"/>
                  </a:moveTo>
                  <a:lnTo>
                    <a:pt x="4406" y="37884"/>
                  </a:lnTo>
                  <a:lnTo>
                    <a:pt x="2400" y="37414"/>
                  </a:lnTo>
                  <a:lnTo>
                    <a:pt x="88" y="37553"/>
                  </a:lnTo>
                  <a:lnTo>
                    <a:pt x="0" y="40271"/>
                  </a:lnTo>
                  <a:lnTo>
                    <a:pt x="2527" y="40106"/>
                  </a:lnTo>
                  <a:lnTo>
                    <a:pt x="4483" y="39382"/>
                  </a:lnTo>
                  <a:close/>
                </a:path>
                <a:path w="55245" h="78740">
                  <a:moveTo>
                    <a:pt x="29311" y="68351"/>
                  </a:moveTo>
                  <a:lnTo>
                    <a:pt x="29248" y="66852"/>
                  </a:lnTo>
                  <a:lnTo>
                    <a:pt x="27228" y="66370"/>
                  </a:lnTo>
                  <a:lnTo>
                    <a:pt x="22352" y="66675"/>
                  </a:lnTo>
                  <a:lnTo>
                    <a:pt x="21196" y="67119"/>
                  </a:lnTo>
                  <a:lnTo>
                    <a:pt x="21437" y="65773"/>
                  </a:lnTo>
                  <a:lnTo>
                    <a:pt x="21297" y="62928"/>
                  </a:lnTo>
                  <a:lnTo>
                    <a:pt x="21158" y="60083"/>
                  </a:lnTo>
                  <a:lnTo>
                    <a:pt x="20548" y="57797"/>
                  </a:lnTo>
                  <a:lnTo>
                    <a:pt x="19253" y="57886"/>
                  </a:lnTo>
                  <a:lnTo>
                    <a:pt x="18846" y="60223"/>
                  </a:lnTo>
                  <a:lnTo>
                    <a:pt x="19113" y="65925"/>
                  </a:lnTo>
                  <a:lnTo>
                    <a:pt x="19456" y="67195"/>
                  </a:lnTo>
                  <a:lnTo>
                    <a:pt x="18389" y="66929"/>
                  </a:lnTo>
                  <a:lnTo>
                    <a:pt x="15951" y="67081"/>
                  </a:lnTo>
                  <a:lnTo>
                    <a:pt x="13512" y="67246"/>
                  </a:lnTo>
                  <a:lnTo>
                    <a:pt x="11544" y="67970"/>
                  </a:lnTo>
                  <a:lnTo>
                    <a:pt x="11620" y="69456"/>
                  </a:lnTo>
                  <a:lnTo>
                    <a:pt x="13627" y="69938"/>
                  </a:lnTo>
                  <a:lnTo>
                    <a:pt x="18516" y="69634"/>
                  </a:lnTo>
                  <a:lnTo>
                    <a:pt x="19596" y="69240"/>
                  </a:lnTo>
                  <a:lnTo>
                    <a:pt x="19380" y="70548"/>
                  </a:lnTo>
                  <a:lnTo>
                    <a:pt x="19507" y="73393"/>
                  </a:lnTo>
                  <a:lnTo>
                    <a:pt x="19646" y="76238"/>
                  </a:lnTo>
                  <a:lnTo>
                    <a:pt x="20269" y="78524"/>
                  </a:lnTo>
                  <a:lnTo>
                    <a:pt x="21551" y="78435"/>
                  </a:lnTo>
                  <a:lnTo>
                    <a:pt x="21958" y="76098"/>
                  </a:lnTo>
                  <a:lnTo>
                    <a:pt x="21704" y="70396"/>
                  </a:lnTo>
                  <a:lnTo>
                    <a:pt x="21348" y="69126"/>
                  </a:lnTo>
                  <a:lnTo>
                    <a:pt x="22479" y="69392"/>
                  </a:lnTo>
                  <a:lnTo>
                    <a:pt x="24917" y="69240"/>
                  </a:lnTo>
                  <a:lnTo>
                    <a:pt x="27355" y="69075"/>
                  </a:lnTo>
                  <a:lnTo>
                    <a:pt x="29311" y="68351"/>
                  </a:lnTo>
                  <a:close/>
                </a:path>
                <a:path w="55245" h="78740">
                  <a:moveTo>
                    <a:pt x="29794" y="10553"/>
                  </a:moveTo>
                  <a:lnTo>
                    <a:pt x="29718" y="9067"/>
                  </a:lnTo>
                  <a:lnTo>
                    <a:pt x="27711" y="8585"/>
                  </a:lnTo>
                  <a:lnTo>
                    <a:pt x="22821" y="8890"/>
                  </a:lnTo>
                  <a:lnTo>
                    <a:pt x="21666" y="9321"/>
                  </a:lnTo>
                  <a:lnTo>
                    <a:pt x="21907" y="7988"/>
                  </a:lnTo>
                  <a:lnTo>
                    <a:pt x="21767" y="5130"/>
                  </a:lnTo>
                  <a:lnTo>
                    <a:pt x="21653" y="2286"/>
                  </a:lnTo>
                  <a:lnTo>
                    <a:pt x="21018" y="0"/>
                  </a:lnTo>
                  <a:lnTo>
                    <a:pt x="19735" y="88"/>
                  </a:lnTo>
                  <a:lnTo>
                    <a:pt x="19329" y="2438"/>
                  </a:lnTo>
                  <a:lnTo>
                    <a:pt x="19583" y="8128"/>
                  </a:lnTo>
                  <a:lnTo>
                    <a:pt x="19926" y="9398"/>
                  </a:lnTo>
                  <a:lnTo>
                    <a:pt x="18859" y="9131"/>
                  </a:lnTo>
                  <a:lnTo>
                    <a:pt x="16421" y="9283"/>
                  </a:lnTo>
                  <a:lnTo>
                    <a:pt x="13982" y="9448"/>
                  </a:lnTo>
                  <a:lnTo>
                    <a:pt x="12026" y="10172"/>
                  </a:lnTo>
                  <a:lnTo>
                    <a:pt x="12090" y="11671"/>
                  </a:lnTo>
                  <a:lnTo>
                    <a:pt x="14109" y="12141"/>
                  </a:lnTo>
                  <a:lnTo>
                    <a:pt x="18986" y="11849"/>
                  </a:lnTo>
                  <a:lnTo>
                    <a:pt x="20078" y="11442"/>
                  </a:lnTo>
                  <a:lnTo>
                    <a:pt x="19850" y="12750"/>
                  </a:lnTo>
                  <a:lnTo>
                    <a:pt x="19989" y="15595"/>
                  </a:lnTo>
                  <a:lnTo>
                    <a:pt x="20116" y="18440"/>
                  </a:lnTo>
                  <a:lnTo>
                    <a:pt x="20739" y="20726"/>
                  </a:lnTo>
                  <a:lnTo>
                    <a:pt x="22021" y="20637"/>
                  </a:lnTo>
                  <a:lnTo>
                    <a:pt x="22428" y="18300"/>
                  </a:lnTo>
                  <a:lnTo>
                    <a:pt x="22174" y="12598"/>
                  </a:lnTo>
                  <a:lnTo>
                    <a:pt x="21818" y="11328"/>
                  </a:lnTo>
                  <a:lnTo>
                    <a:pt x="22948" y="11595"/>
                  </a:lnTo>
                  <a:lnTo>
                    <a:pt x="25387" y="11442"/>
                  </a:lnTo>
                  <a:lnTo>
                    <a:pt x="27838" y="11277"/>
                  </a:lnTo>
                  <a:lnTo>
                    <a:pt x="29794" y="10553"/>
                  </a:lnTo>
                  <a:close/>
                </a:path>
                <a:path w="55245" h="78740">
                  <a:moveTo>
                    <a:pt x="54851" y="39801"/>
                  </a:moveTo>
                  <a:lnTo>
                    <a:pt x="54787" y="38303"/>
                  </a:lnTo>
                  <a:lnTo>
                    <a:pt x="52768" y="37820"/>
                  </a:lnTo>
                  <a:lnTo>
                    <a:pt x="47891" y="38125"/>
                  </a:lnTo>
                  <a:lnTo>
                    <a:pt x="46736" y="38569"/>
                  </a:lnTo>
                  <a:lnTo>
                    <a:pt x="46977" y="37223"/>
                  </a:lnTo>
                  <a:lnTo>
                    <a:pt x="46837" y="34378"/>
                  </a:lnTo>
                  <a:lnTo>
                    <a:pt x="46697" y="31521"/>
                  </a:lnTo>
                  <a:lnTo>
                    <a:pt x="46088" y="29248"/>
                  </a:lnTo>
                  <a:lnTo>
                    <a:pt x="44792" y="29324"/>
                  </a:lnTo>
                  <a:lnTo>
                    <a:pt x="44386" y="31673"/>
                  </a:lnTo>
                  <a:lnTo>
                    <a:pt x="44653" y="37363"/>
                  </a:lnTo>
                  <a:lnTo>
                    <a:pt x="44996" y="38633"/>
                  </a:lnTo>
                  <a:lnTo>
                    <a:pt x="43929" y="38366"/>
                  </a:lnTo>
                  <a:lnTo>
                    <a:pt x="41490" y="38531"/>
                  </a:lnTo>
                  <a:lnTo>
                    <a:pt x="39039" y="38684"/>
                  </a:lnTo>
                  <a:lnTo>
                    <a:pt x="37084" y="39408"/>
                  </a:lnTo>
                  <a:lnTo>
                    <a:pt x="37160" y="40906"/>
                  </a:lnTo>
                  <a:lnTo>
                    <a:pt x="39166" y="41389"/>
                  </a:lnTo>
                  <a:lnTo>
                    <a:pt x="44056" y="41084"/>
                  </a:lnTo>
                  <a:lnTo>
                    <a:pt x="45148" y="40678"/>
                  </a:lnTo>
                  <a:lnTo>
                    <a:pt x="44919" y="41986"/>
                  </a:lnTo>
                  <a:lnTo>
                    <a:pt x="45046" y="44831"/>
                  </a:lnTo>
                  <a:lnTo>
                    <a:pt x="45186" y="47688"/>
                  </a:lnTo>
                  <a:lnTo>
                    <a:pt x="45808" y="49961"/>
                  </a:lnTo>
                  <a:lnTo>
                    <a:pt x="47091" y="49885"/>
                  </a:lnTo>
                  <a:lnTo>
                    <a:pt x="47498" y="47536"/>
                  </a:lnTo>
                  <a:lnTo>
                    <a:pt x="47244" y="41846"/>
                  </a:lnTo>
                  <a:lnTo>
                    <a:pt x="46875" y="40563"/>
                  </a:lnTo>
                  <a:lnTo>
                    <a:pt x="48018" y="40830"/>
                  </a:lnTo>
                  <a:lnTo>
                    <a:pt x="50457" y="40678"/>
                  </a:lnTo>
                  <a:lnTo>
                    <a:pt x="52895" y="40525"/>
                  </a:lnTo>
                  <a:lnTo>
                    <a:pt x="54851" y="398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0" name="object 1770" descr=""/>
            <p:cNvSpPr/>
            <p:nvPr/>
          </p:nvSpPr>
          <p:spPr>
            <a:xfrm>
              <a:off x="13042837" y="7993799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75819" y="44229"/>
                  </a:moveTo>
                  <a:lnTo>
                    <a:pt x="37904" y="88447"/>
                  </a:lnTo>
                  <a:lnTo>
                    <a:pt x="0" y="44229"/>
                  </a:lnTo>
                  <a:lnTo>
                    <a:pt x="37904" y="0"/>
                  </a:lnTo>
                  <a:lnTo>
                    <a:pt x="75819" y="44229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1" name="object 1771" descr=""/>
            <p:cNvSpPr/>
            <p:nvPr/>
          </p:nvSpPr>
          <p:spPr>
            <a:xfrm>
              <a:off x="13046888" y="7998339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382"/>
                  </a:moveTo>
                  <a:lnTo>
                    <a:pt x="17691" y="37884"/>
                  </a:lnTo>
                  <a:lnTo>
                    <a:pt x="15684" y="37401"/>
                  </a:lnTo>
                  <a:lnTo>
                    <a:pt x="10795" y="37706"/>
                  </a:lnTo>
                  <a:lnTo>
                    <a:pt x="9639" y="38150"/>
                  </a:lnTo>
                  <a:lnTo>
                    <a:pt x="9880" y="36804"/>
                  </a:lnTo>
                  <a:lnTo>
                    <a:pt x="9753" y="33959"/>
                  </a:lnTo>
                  <a:lnTo>
                    <a:pt x="9613" y="31115"/>
                  </a:lnTo>
                  <a:lnTo>
                    <a:pt x="8991" y="28829"/>
                  </a:lnTo>
                  <a:lnTo>
                    <a:pt x="7708" y="28917"/>
                  </a:lnTo>
                  <a:lnTo>
                    <a:pt x="7302" y="31267"/>
                  </a:lnTo>
                  <a:lnTo>
                    <a:pt x="7556" y="36957"/>
                  </a:lnTo>
                  <a:lnTo>
                    <a:pt x="7899" y="38227"/>
                  </a:lnTo>
                  <a:lnTo>
                    <a:pt x="6832" y="37960"/>
                  </a:lnTo>
                  <a:lnTo>
                    <a:pt x="4394" y="38112"/>
                  </a:lnTo>
                  <a:lnTo>
                    <a:pt x="1955" y="38277"/>
                  </a:lnTo>
                  <a:lnTo>
                    <a:pt x="0" y="39001"/>
                  </a:lnTo>
                  <a:lnTo>
                    <a:pt x="76" y="40487"/>
                  </a:lnTo>
                  <a:lnTo>
                    <a:pt x="2082" y="40970"/>
                  </a:lnTo>
                  <a:lnTo>
                    <a:pt x="6959" y="40665"/>
                  </a:lnTo>
                  <a:lnTo>
                    <a:pt x="8051" y="40259"/>
                  </a:lnTo>
                  <a:lnTo>
                    <a:pt x="7823" y="41579"/>
                  </a:lnTo>
                  <a:lnTo>
                    <a:pt x="7962" y="44424"/>
                  </a:lnTo>
                  <a:lnTo>
                    <a:pt x="8089" y="47269"/>
                  </a:lnTo>
                  <a:lnTo>
                    <a:pt x="8712" y="49555"/>
                  </a:lnTo>
                  <a:lnTo>
                    <a:pt x="9994" y="49466"/>
                  </a:lnTo>
                  <a:lnTo>
                    <a:pt x="10414" y="47129"/>
                  </a:lnTo>
                  <a:lnTo>
                    <a:pt x="10147" y="41427"/>
                  </a:lnTo>
                  <a:lnTo>
                    <a:pt x="9791" y="40157"/>
                  </a:lnTo>
                  <a:lnTo>
                    <a:pt x="10922" y="40424"/>
                  </a:lnTo>
                  <a:lnTo>
                    <a:pt x="13360" y="40271"/>
                  </a:lnTo>
                  <a:lnTo>
                    <a:pt x="15811" y="40106"/>
                  </a:lnTo>
                  <a:lnTo>
                    <a:pt x="17767" y="39382"/>
                  </a:lnTo>
                  <a:close/>
                </a:path>
                <a:path w="68580" h="78740">
                  <a:moveTo>
                    <a:pt x="42595" y="68351"/>
                  </a:moveTo>
                  <a:lnTo>
                    <a:pt x="42519" y="66852"/>
                  </a:lnTo>
                  <a:lnTo>
                    <a:pt x="40513" y="66370"/>
                  </a:lnTo>
                  <a:lnTo>
                    <a:pt x="35636" y="66675"/>
                  </a:lnTo>
                  <a:lnTo>
                    <a:pt x="34480" y="67119"/>
                  </a:lnTo>
                  <a:lnTo>
                    <a:pt x="34721" y="65773"/>
                  </a:lnTo>
                  <a:lnTo>
                    <a:pt x="34582" y="62928"/>
                  </a:lnTo>
                  <a:lnTo>
                    <a:pt x="34455" y="60083"/>
                  </a:lnTo>
                  <a:lnTo>
                    <a:pt x="33832" y="57797"/>
                  </a:lnTo>
                  <a:lnTo>
                    <a:pt x="32537" y="57886"/>
                  </a:lnTo>
                  <a:lnTo>
                    <a:pt x="32131" y="60223"/>
                  </a:lnTo>
                  <a:lnTo>
                    <a:pt x="32397" y="65925"/>
                  </a:lnTo>
                  <a:lnTo>
                    <a:pt x="32740" y="67195"/>
                  </a:lnTo>
                  <a:lnTo>
                    <a:pt x="31673" y="66929"/>
                  </a:lnTo>
                  <a:lnTo>
                    <a:pt x="29222" y="67081"/>
                  </a:lnTo>
                  <a:lnTo>
                    <a:pt x="26784" y="67246"/>
                  </a:lnTo>
                  <a:lnTo>
                    <a:pt x="24828" y="67957"/>
                  </a:lnTo>
                  <a:lnTo>
                    <a:pt x="24904" y="69456"/>
                  </a:lnTo>
                  <a:lnTo>
                    <a:pt x="26911" y="69938"/>
                  </a:lnTo>
                  <a:lnTo>
                    <a:pt x="31788" y="69634"/>
                  </a:lnTo>
                  <a:lnTo>
                    <a:pt x="32880" y="69240"/>
                  </a:lnTo>
                  <a:lnTo>
                    <a:pt x="32651" y="70548"/>
                  </a:lnTo>
                  <a:lnTo>
                    <a:pt x="32791" y="73393"/>
                  </a:lnTo>
                  <a:lnTo>
                    <a:pt x="32931" y="76238"/>
                  </a:lnTo>
                  <a:lnTo>
                    <a:pt x="33540" y="78524"/>
                  </a:lnTo>
                  <a:lnTo>
                    <a:pt x="34836" y="78435"/>
                  </a:lnTo>
                  <a:lnTo>
                    <a:pt x="35242" y="76098"/>
                  </a:lnTo>
                  <a:lnTo>
                    <a:pt x="34975" y="70396"/>
                  </a:lnTo>
                  <a:lnTo>
                    <a:pt x="34620" y="69126"/>
                  </a:lnTo>
                  <a:lnTo>
                    <a:pt x="35763" y="69392"/>
                  </a:lnTo>
                  <a:lnTo>
                    <a:pt x="38201" y="69227"/>
                  </a:lnTo>
                  <a:lnTo>
                    <a:pt x="40640" y="69075"/>
                  </a:lnTo>
                  <a:lnTo>
                    <a:pt x="42595" y="68351"/>
                  </a:lnTo>
                  <a:close/>
                </a:path>
                <a:path w="68580" h="78740">
                  <a:moveTo>
                    <a:pt x="43065" y="10553"/>
                  </a:moveTo>
                  <a:lnTo>
                    <a:pt x="43002" y="9067"/>
                  </a:lnTo>
                  <a:lnTo>
                    <a:pt x="40982" y="8585"/>
                  </a:lnTo>
                  <a:lnTo>
                    <a:pt x="36106" y="8890"/>
                  </a:lnTo>
                  <a:lnTo>
                    <a:pt x="34937" y="9321"/>
                  </a:lnTo>
                  <a:lnTo>
                    <a:pt x="35179" y="7988"/>
                  </a:lnTo>
                  <a:lnTo>
                    <a:pt x="35052" y="5130"/>
                  </a:lnTo>
                  <a:lnTo>
                    <a:pt x="34925" y="2286"/>
                  </a:lnTo>
                  <a:lnTo>
                    <a:pt x="34302" y="0"/>
                  </a:lnTo>
                  <a:lnTo>
                    <a:pt x="33020" y="88"/>
                  </a:lnTo>
                  <a:lnTo>
                    <a:pt x="32600" y="2438"/>
                  </a:lnTo>
                  <a:lnTo>
                    <a:pt x="32867" y="8128"/>
                  </a:lnTo>
                  <a:lnTo>
                    <a:pt x="33210" y="9398"/>
                  </a:lnTo>
                  <a:lnTo>
                    <a:pt x="32143" y="9131"/>
                  </a:lnTo>
                  <a:lnTo>
                    <a:pt x="29705" y="9283"/>
                  </a:lnTo>
                  <a:lnTo>
                    <a:pt x="27266" y="9448"/>
                  </a:lnTo>
                  <a:lnTo>
                    <a:pt x="25298" y="10172"/>
                  </a:lnTo>
                  <a:lnTo>
                    <a:pt x="25374" y="11671"/>
                  </a:lnTo>
                  <a:lnTo>
                    <a:pt x="27393" y="12153"/>
                  </a:lnTo>
                  <a:lnTo>
                    <a:pt x="32270" y="11849"/>
                  </a:lnTo>
                  <a:lnTo>
                    <a:pt x="33362" y="11442"/>
                  </a:lnTo>
                  <a:lnTo>
                    <a:pt x="33134" y="12750"/>
                  </a:lnTo>
                  <a:lnTo>
                    <a:pt x="33261" y="15595"/>
                  </a:lnTo>
                  <a:lnTo>
                    <a:pt x="33401" y="18440"/>
                  </a:lnTo>
                  <a:lnTo>
                    <a:pt x="34023" y="20726"/>
                  </a:lnTo>
                  <a:lnTo>
                    <a:pt x="35306" y="20637"/>
                  </a:lnTo>
                  <a:lnTo>
                    <a:pt x="35712" y="18300"/>
                  </a:lnTo>
                  <a:lnTo>
                    <a:pt x="35458" y="12598"/>
                  </a:lnTo>
                  <a:lnTo>
                    <a:pt x="35102" y="11328"/>
                  </a:lnTo>
                  <a:lnTo>
                    <a:pt x="36233" y="11595"/>
                  </a:lnTo>
                  <a:lnTo>
                    <a:pt x="38671" y="11442"/>
                  </a:lnTo>
                  <a:lnTo>
                    <a:pt x="41109" y="11277"/>
                  </a:lnTo>
                  <a:lnTo>
                    <a:pt x="43065" y="10553"/>
                  </a:lnTo>
                  <a:close/>
                </a:path>
                <a:path w="68580" h="78740">
                  <a:moveTo>
                    <a:pt x="68135" y="39801"/>
                  </a:moveTo>
                  <a:lnTo>
                    <a:pt x="68059" y="38303"/>
                  </a:lnTo>
                  <a:lnTo>
                    <a:pt x="66052" y="37820"/>
                  </a:lnTo>
                  <a:lnTo>
                    <a:pt x="61175" y="38125"/>
                  </a:lnTo>
                  <a:lnTo>
                    <a:pt x="60020" y="38569"/>
                  </a:lnTo>
                  <a:lnTo>
                    <a:pt x="60261" y="37223"/>
                  </a:lnTo>
                  <a:lnTo>
                    <a:pt x="60121" y="34378"/>
                  </a:lnTo>
                  <a:lnTo>
                    <a:pt x="59982" y="31521"/>
                  </a:lnTo>
                  <a:lnTo>
                    <a:pt x="59372" y="29248"/>
                  </a:lnTo>
                  <a:lnTo>
                    <a:pt x="58077" y="29324"/>
                  </a:lnTo>
                  <a:lnTo>
                    <a:pt x="57670" y="31673"/>
                  </a:lnTo>
                  <a:lnTo>
                    <a:pt x="57937" y="37363"/>
                  </a:lnTo>
                  <a:lnTo>
                    <a:pt x="58280" y="38633"/>
                  </a:lnTo>
                  <a:lnTo>
                    <a:pt x="57213" y="38366"/>
                  </a:lnTo>
                  <a:lnTo>
                    <a:pt x="54762" y="38531"/>
                  </a:lnTo>
                  <a:lnTo>
                    <a:pt x="52324" y="38684"/>
                  </a:lnTo>
                  <a:lnTo>
                    <a:pt x="50368" y="39408"/>
                  </a:lnTo>
                  <a:lnTo>
                    <a:pt x="50444" y="40906"/>
                  </a:lnTo>
                  <a:lnTo>
                    <a:pt x="52451" y="41389"/>
                  </a:lnTo>
                  <a:lnTo>
                    <a:pt x="57327" y="41084"/>
                  </a:lnTo>
                  <a:lnTo>
                    <a:pt x="58420" y="40678"/>
                  </a:lnTo>
                  <a:lnTo>
                    <a:pt x="58191" y="41986"/>
                  </a:lnTo>
                  <a:lnTo>
                    <a:pt x="58331" y="44831"/>
                  </a:lnTo>
                  <a:lnTo>
                    <a:pt x="58470" y="47688"/>
                  </a:lnTo>
                  <a:lnTo>
                    <a:pt x="59093" y="49961"/>
                  </a:lnTo>
                  <a:lnTo>
                    <a:pt x="60375" y="49885"/>
                  </a:lnTo>
                  <a:lnTo>
                    <a:pt x="60782" y="47536"/>
                  </a:lnTo>
                  <a:lnTo>
                    <a:pt x="60515" y="41846"/>
                  </a:lnTo>
                  <a:lnTo>
                    <a:pt x="60159" y="40563"/>
                  </a:lnTo>
                  <a:lnTo>
                    <a:pt x="61302" y="40830"/>
                  </a:lnTo>
                  <a:lnTo>
                    <a:pt x="63741" y="40678"/>
                  </a:lnTo>
                  <a:lnTo>
                    <a:pt x="66179" y="40525"/>
                  </a:lnTo>
                  <a:lnTo>
                    <a:pt x="68135" y="398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2" name="object 1772" descr=""/>
            <p:cNvSpPr/>
            <p:nvPr/>
          </p:nvSpPr>
          <p:spPr>
            <a:xfrm>
              <a:off x="13119848" y="7993799"/>
              <a:ext cx="54610" cy="88900"/>
            </a:xfrm>
            <a:custGeom>
              <a:avLst/>
              <a:gdLst/>
              <a:ahLst/>
              <a:cxnLst/>
              <a:rect l="l" t="t" r="r" b="b"/>
              <a:pathLst>
                <a:path w="54609" h="88900">
                  <a:moveTo>
                    <a:pt x="54022" y="69650"/>
                  </a:moveTo>
                  <a:lnTo>
                    <a:pt x="37904" y="88447"/>
                  </a:lnTo>
                  <a:lnTo>
                    <a:pt x="0" y="44229"/>
                  </a:lnTo>
                  <a:lnTo>
                    <a:pt x="37904" y="0"/>
                  </a:lnTo>
                  <a:lnTo>
                    <a:pt x="54022" y="18801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3" name="object 1773" descr=""/>
            <p:cNvSpPr/>
            <p:nvPr/>
          </p:nvSpPr>
          <p:spPr>
            <a:xfrm>
              <a:off x="13123901" y="7998339"/>
              <a:ext cx="43180" cy="78740"/>
            </a:xfrm>
            <a:custGeom>
              <a:avLst/>
              <a:gdLst/>
              <a:ahLst/>
              <a:cxnLst/>
              <a:rect l="l" t="t" r="r" b="b"/>
              <a:pathLst>
                <a:path w="43180" h="78740">
                  <a:moveTo>
                    <a:pt x="17767" y="39382"/>
                  </a:moveTo>
                  <a:lnTo>
                    <a:pt x="17691" y="37884"/>
                  </a:lnTo>
                  <a:lnTo>
                    <a:pt x="15684" y="37401"/>
                  </a:lnTo>
                  <a:lnTo>
                    <a:pt x="10795" y="37706"/>
                  </a:lnTo>
                  <a:lnTo>
                    <a:pt x="9639" y="38150"/>
                  </a:lnTo>
                  <a:lnTo>
                    <a:pt x="9880" y="36804"/>
                  </a:lnTo>
                  <a:lnTo>
                    <a:pt x="9753" y="33959"/>
                  </a:lnTo>
                  <a:lnTo>
                    <a:pt x="9613" y="31115"/>
                  </a:lnTo>
                  <a:lnTo>
                    <a:pt x="8991" y="28829"/>
                  </a:lnTo>
                  <a:lnTo>
                    <a:pt x="7708" y="28917"/>
                  </a:lnTo>
                  <a:lnTo>
                    <a:pt x="7302" y="31267"/>
                  </a:lnTo>
                  <a:lnTo>
                    <a:pt x="7556" y="36957"/>
                  </a:lnTo>
                  <a:lnTo>
                    <a:pt x="7899" y="38227"/>
                  </a:lnTo>
                  <a:lnTo>
                    <a:pt x="6832" y="37960"/>
                  </a:lnTo>
                  <a:lnTo>
                    <a:pt x="4394" y="38112"/>
                  </a:lnTo>
                  <a:lnTo>
                    <a:pt x="1955" y="38277"/>
                  </a:lnTo>
                  <a:lnTo>
                    <a:pt x="0" y="39001"/>
                  </a:lnTo>
                  <a:lnTo>
                    <a:pt x="76" y="40487"/>
                  </a:lnTo>
                  <a:lnTo>
                    <a:pt x="2082" y="40970"/>
                  </a:lnTo>
                  <a:lnTo>
                    <a:pt x="6959" y="40665"/>
                  </a:lnTo>
                  <a:lnTo>
                    <a:pt x="8051" y="40259"/>
                  </a:lnTo>
                  <a:lnTo>
                    <a:pt x="7823" y="41579"/>
                  </a:lnTo>
                  <a:lnTo>
                    <a:pt x="7962" y="44424"/>
                  </a:lnTo>
                  <a:lnTo>
                    <a:pt x="8089" y="47269"/>
                  </a:lnTo>
                  <a:lnTo>
                    <a:pt x="8712" y="49555"/>
                  </a:lnTo>
                  <a:lnTo>
                    <a:pt x="9994" y="49466"/>
                  </a:lnTo>
                  <a:lnTo>
                    <a:pt x="10414" y="47129"/>
                  </a:lnTo>
                  <a:lnTo>
                    <a:pt x="10147" y="41427"/>
                  </a:lnTo>
                  <a:lnTo>
                    <a:pt x="9791" y="40157"/>
                  </a:lnTo>
                  <a:lnTo>
                    <a:pt x="10922" y="40424"/>
                  </a:lnTo>
                  <a:lnTo>
                    <a:pt x="13360" y="40271"/>
                  </a:lnTo>
                  <a:lnTo>
                    <a:pt x="15798" y="40106"/>
                  </a:lnTo>
                  <a:lnTo>
                    <a:pt x="17767" y="39382"/>
                  </a:lnTo>
                  <a:close/>
                </a:path>
                <a:path w="43180" h="78740">
                  <a:moveTo>
                    <a:pt x="42595" y="68351"/>
                  </a:moveTo>
                  <a:lnTo>
                    <a:pt x="42519" y="66852"/>
                  </a:lnTo>
                  <a:lnTo>
                    <a:pt x="40513" y="66370"/>
                  </a:lnTo>
                  <a:lnTo>
                    <a:pt x="35636" y="66675"/>
                  </a:lnTo>
                  <a:lnTo>
                    <a:pt x="34480" y="67119"/>
                  </a:lnTo>
                  <a:lnTo>
                    <a:pt x="34721" y="65773"/>
                  </a:lnTo>
                  <a:lnTo>
                    <a:pt x="34582" y="62928"/>
                  </a:lnTo>
                  <a:lnTo>
                    <a:pt x="34442" y="60083"/>
                  </a:lnTo>
                  <a:lnTo>
                    <a:pt x="33832" y="57797"/>
                  </a:lnTo>
                  <a:lnTo>
                    <a:pt x="32537" y="57886"/>
                  </a:lnTo>
                  <a:lnTo>
                    <a:pt x="32131" y="60223"/>
                  </a:lnTo>
                  <a:lnTo>
                    <a:pt x="32397" y="65925"/>
                  </a:lnTo>
                  <a:lnTo>
                    <a:pt x="32740" y="67195"/>
                  </a:lnTo>
                  <a:lnTo>
                    <a:pt x="31673" y="66929"/>
                  </a:lnTo>
                  <a:lnTo>
                    <a:pt x="29222" y="67081"/>
                  </a:lnTo>
                  <a:lnTo>
                    <a:pt x="26784" y="67246"/>
                  </a:lnTo>
                  <a:lnTo>
                    <a:pt x="24828" y="67957"/>
                  </a:lnTo>
                  <a:lnTo>
                    <a:pt x="24904" y="69456"/>
                  </a:lnTo>
                  <a:lnTo>
                    <a:pt x="26911" y="69938"/>
                  </a:lnTo>
                  <a:lnTo>
                    <a:pt x="31788" y="69634"/>
                  </a:lnTo>
                  <a:lnTo>
                    <a:pt x="32880" y="69240"/>
                  </a:lnTo>
                  <a:lnTo>
                    <a:pt x="32651" y="70548"/>
                  </a:lnTo>
                  <a:lnTo>
                    <a:pt x="32791" y="73393"/>
                  </a:lnTo>
                  <a:lnTo>
                    <a:pt x="32931" y="76238"/>
                  </a:lnTo>
                  <a:lnTo>
                    <a:pt x="33540" y="78524"/>
                  </a:lnTo>
                  <a:lnTo>
                    <a:pt x="34836" y="78435"/>
                  </a:lnTo>
                  <a:lnTo>
                    <a:pt x="35242" y="76098"/>
                  </a:lnTo>
                  <a:lnTo>
                    <a:pt x="34975" y="70396"/>
                  </a:lnTo>
                  <a:lnTo>
                    <a:pt x="34620" y="69126"/>
                  </a:lnTo>
                  <a:lnTo>
                    <a:pt x="35763" y="69392"/>
                  </a:lnTo>
                  <a:lnTo>
                    <a:pt x="38201" y="69227"/>
                  </a:lnTo>
                  <a:lnTo>
                    <a:pt x="40640" y="69075"/>
                  </a:lnTo>
                  <a:lnTo>
                    <a:pt x="42595" y="68351"/>
                  </a:lnTo>
                  <a:close/>
                </a:path>
                <a:path w="43180" h="78740">
                  <a:moveTo>
                    <a:pt x="43065" y="10553"/>
                  </a:moveTo>
                  <a:lnTo>
                    <a:pt x="43002" y="9067"/>
                  </a:lnTo>
                  <a:lnTo>
                    <a:pt x="40982" y="8585"/>
                  </a:lnTo>
                  <a:lnTo>
                    <a:pt x="36106" y="8890"/>
                  </a:lnTo>
                  <a:lnTo>
                    <a:pt x="34950" y="9321"/>
                  </a:lnTo>
                  <a:lnTo>
                    <a:pt x="35191" y="7988"/>
                  </a:lnTo>
                  <a:lnTo>
                    <a:pt x="35052" y="5130"/>
                  </a:lnTo>
                  <a:lnTo>
                    <a:pt x="34925" y="2286"/>
                  </a:lnTo>
                  <a:lnTo>
                    <a:pt x="34302" y="0"/>
                  </a:lnTo>
                  <a:lnTo>
                    <a:pt x="33020" y="88"/>
                  </a:lnTo>
                  <a:lnTo>
                    <a:pt x="32600" y="2438"/>
                  </a:lnTo>
                  <a:lnTo>
                    <a:pt x="32867" y="8128"/>
                  </a:lnTo>
                  <a:lnTo>
                    <a:pt x="33210" y="9398"/>
                  </a:lnTo>
                  <a:lnTo>
                    <a:pt x="32143" y="9131"/>
                  </a:lnTo>
                  <a:lnTo>
                    <a:pt x="29705" y="9283"/>
                  </a:lnTo>
                  <a:lnTo>
                    <a:pt x="27266" y="9448"/>
                  </a:lnTo>
                  <a:lnTo>
                    <a:pt x="25298" y="10172"/>
                  </a:lnTo>
                  <a:lnTo>
                    <a:pt x="25374" y="11671"/>
                  </a:lnTo>
                  <a:lnTo>
                    <a:pt x="27393" y="12153"/>
                  </a:lnTo>
                  <a:lnTo>
                    <a:pt x="32270" y="11849"/>
                  </a:lnTo>
                  <a:lnTo>
                    <a:pt x="33362" y="11442"/>
                  </a:lnTo>
                  <a:lnTo>
                    <a:pt x="33134" y="12750"/>
                  </a:lnTo>
                  <a:lnTo>
                    <a:pt x="33261" y="15595"/>
                  </a:lnTo>
                  <a:lnTo>
                    <a:pt x="33388" y="18440"/>
                  </a:lnTo>
                  <a:lnTo>
                    <a:pt x="34023" y="20726"/>
                  </a:lnTo>
                  <a:lnTo>
                    <a:pt x="35306" y="20637"/>
                  </a:lnTo>
                  <a:lnTo>
                    <a:pt x="35712" y="18300"/>
                  </a:lnTo>
                  <a:lnTo>
                    <a:pt x="35458" y="12598"/>
                  </a:lnTo>
                  <a:lnTo>
                    <a:pt x="35102" y="11328"/>
                  </a:lnTo>
                  <a:lnTo>
                    <a:pt x="36233" y="11595"/>
                  </a:lnTo>
                  <a:lnTo>
                    <a:pt x="38671" y="11442"/>
                  </a:lnTo>
                  <a:lnTo>
                    <a:pt x="41109" y="11277"/>
                  </a:lnTo>
                  <a:lnTo>
                    <a:pt x="43065" y="10553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4" name="object 1774" descr=""/>
            <p:cNvSpPr/>
            <p:nvPr/>
          </p:nvSpPr>
          <p:spPr>
            <a:xfrm>
              <a:off x="12965824" y="8112206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75819" y="44218"/>
                  </a:moveTo>
                  <a:lnTo>
                    <a:pt x="37904" y="88437"/>
                  </a:lnTo>
                  <a:lnTo>
                    <a:pt x="0" y="44218"/>
                  </a:lnTo>
                  <a:lnTo>
                    <a:pt x="37904" y="0"/>
                  </a:lnTo>
                  <a:lnTo>
                    <a:pt x="75819" y="4421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5" name="object 1775" descr=""/>
            <p:cNvSpPr/>
            <p:nvPr/>
          </p:nvSpPr>
          <p:spPr>
            <a:xfrm>
              <a:off x="12969875" y="8116741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382"/>
                  </a:moveTo>
                  <a:lnTo>
                    <a:pt x="17691" y="37884"/>
                  </a:lnTo>
                  <a:lnTo>
                    <a:pt x="15684" y="37401"/>
                  </a:lnTo>
                  <a:lnTo>
                    <a:pt x="10795" y="37706"/>
                  </a:lnTo>
                  <a:lnTo>
                    <a:pt x="9639" y="38150"/>
                  </a:lnTo>
                  <a:lnTo>
                    <a:pt x="9880" y="36804"/>
                  </a:lnTo>
                  <a:lnTo>
                    <a:pt x="9753" y="33959"/>
                  </a:lnTo>
                  <a:lnTo>
                    <a:pt x="9613" y="31102"/>
                  </a:lnTo>
                  <a:lnTo>
                    <a:pt x="8991" y="28829"/>
                  </a:lnTo>
                  <a:lnTo>
                    <a:pt x="7708" y="28905"/>
                  </a:lnTo>
                  <a:lnTo>
                    <a:pt x="7302" y="31254"/>
                  </a:lnTo>
                  <a:lnTo>
                    <a:pt x="7556" y="36957"/>
                  </a:lnTo>
                  <a:lnTo>
                    <a:pt x="7899" y="38214"/>
                  </a:lnTo>
                  <a:lnTo>
                    <a:pt x="6832" y="37947"/>
                  </a:lnTo>
                  <a:lnTo>
                    <a:pt x="4394" y="38112"/>
                  </a:lnTo>
                  <a:lnTo>
                    <a:pt x="1955" y="38265"/>
                  </a:lnTo>
                  <a:lnTo>
                    <a:pt x="0" y="38989"/>
                  </a:lnTo>
                  <a:lnTo>
                    <a:pt x="76" y="40487"/>
                  </a:lnTo>
                  <a:lnTo>
                    <a:pt x="2082" y="40970"/>
                  </a:lnTo>
                  <a:lnTo>
                    <a:pt x="6959" y="40665"/>
                  </a:lnTo>
                  <a:lnTo>
                    <a:pt x="8051" y="40259"/>
                  </a:lnTo>
                  <a:lnTo>
                    <a:pt x="7823" y="41567"/>
                  </a:lnTo>
                  <a:lnTo>
                    <a:pt x="7962" y="44411"/>
                  </a:lnTo>
                  <a:lnTo>
                    <a:pt x="8089" y="47269"/>
                  </a:lnTo>
                  <a:lnTo>
                    <a:pt x="8712" y="49542"/>
                  </a:lnTo>
                  <a:lnTo>
                    <a:pt x="9994" y="49466"/>
                  </a:lnTo>
                  <a:lnTo>
                    <a:pt x="10414" y="47117"/>
                  </a:lnTo>
                  <a:lnTo>
                    <a:pt x="10147" y="41427"/>
                  </a:lnTo>
                  <a:lnTo>
                    <a:pt x="9791" y="40157"/>
                  </a:lnTo>
                  <a:lnTo>
                    <a:pt x="10922" y="40411"/>
                  </a:lnTo>
                  <a:lnTo>
                    <a:pt x="13360" y="40259"/>
                  </a:lnTo>
                  <a:lnTo>
                    <a:pt x="15811" y="40106"/>
                  </a:lnTo>
                  <a:lnTo>
                    <a:pt x="17767" y="39382"/>
                  </a:lnTo>
                  <a:close/>
                </a:path>
                <a:path w="68580" h="78740">
                  <a:moveTo>
                    <a:pt x="42595" y="68351"/>
                  </a:moveTo>
                  <a:lnTo>
                    <a:pt x="42519" y="66852"/>
                  </a:lnTo>
                  <a:lnTo>
                    <a:pt x="40513" y="66370"/>
                  </a:lnTo>
                  <a:lnTo>
                    <a:pt x="35636" y="66675"/>
                  </a:lnTo>
                  <a:lnTo>
                    <a:pt x="34480" y="67119"/>
                  </a:lnTo>
                  <a:lnTo>
                    <a:pt x="34721" y="65773"/>
                  </a:lnTo>
                  <a:lnTo>
                    <a:pt x="34582" y="62928"/>
                  </a:lnTo>
                  <a:lnTo>
                    <a:pt x="34442" y="60071"/>
                  </a:lnTo>
                  <a:lnTo>
                    <a:pt x="33832" y="57797"/>
                  </a:lnTo>
                  <a:lnTo>
                    <a:pt x="32537" y="57873"/>
                  </a:lnTo>
                  <a:lnTo>
                    <a:pt x="32131" y="60223"/>
                  </a:lnTo>
                  <a:lnTo>
                    <a:pt x="32397" y="65925"/>
                  </a:lnTo>
                  <a:lnTo>
                    <a:pt x="32727" y="67183"/>
                  </a:lnTo>
                  <a:lnTo>
                    <a:pt x="31673" y="66916"/>
                  </a:lnTo>
                  <a:lnTo>
                    <a:pt x="29222" y="67081"/>
                  </a:lnTo>
                  <a:lnTo>
                    <a:pt x="26784" y="67233"/>
                  </a:lnTo>
                  <a:lnTo>
                    <a:pt x="24828" y="67957"/>
                  </a:lnTo>
                  <a:lnTo>
                    <a:pt x="24904" y="69456"/>
                  </a:lnTo>
                  <a:lnTo>
                    <a:pt x="26911" y="69938"/>
                  </a:lnTo>
                  <a:lnTo>
                    <a:pt x="31788" y="69634"/>
                  </a:lnTo>
                  <a:lnTo>
                    <a:pt x="32880" y="69227"/>
                  </a:lnTo>
                  <a:lnTo>
                    <a:pt x="32651" y="70535"/>
                  </a:lnTo>
                  <a:lnTo>
                    <a:pt x="32791" y="73380"/>
                  </a:lnTo>
                  <a:lnTo>
                    <a:pt x="32918" y="76238"/>
                  </a:lnTo>
                  <a:lnTo>
                    <a:pt x="33540" y="78511"/>
                  </a:lnTo>
                  <a:lnTo>
                    <a:pt x="34836" y="78435"/>
                  </a:lnTo>
                  <a:lnTo>
                    <a:pt x="35242" y="76085"/>
                  </a:lnTo>
                  <a:lnTo>
                    <a:pt x="34975" y="70396"/>
                  </a:lnTo>
                  <a:lnTo>
                    <a:pt x="34620" y="69126"/>
                  </a:lnTo>
                  <a:lnTo>
                    <a:pt x="35763" y="69380"/>
                  </a:lnTo>
                  <a:lnTo>
                    <a:pt x="38201" y="69227"/>
                  </a:lnTo>
                  <a:lnTo>
                    <a:pt x="40640" y="69075"/>
                  </a:lnTo>
                  <a:lnTo>
                    <a:pt x="42595" y="68351"/>
                  </a:lnTo>
                  <a:close/>
                </a:path>
                <a:path w="68580" h="78740">
                  <a:moveTo>
                    <a:pt x="43078" y="10553"/>
                  </a:moveTo>
                  <a:lnTo>
                    <a:pt x="43002" y="9055"/>
                  </a:lnTo>
                  <a:lnTo>
                    <a:pt x="40982" y="8572"/>
                  </a:lnTo>
                  <a:lnTo>
                    <a:pt x="36106" y="8877"/>
                  </a:lnTo>
                  <a:lnTo>
                    <a:pt x="34950" y="9321"/>
                  </a:lnTo>
                  <a:lnTo>
                    <a:pt x="35191" y="7975"/>
                  </a:lnTo>
                  <a:lnTo>
                    <a:pt x="35052" y="5130"/>
                  </a:lnTo>
                  <a:lnTo>
                    <a:pt x="34925" y="2286"/>
                  </a:lnTo>
                  <a:lnTo>
                    <a:pt x="34302" y="0"/>
                  </a:lnTo>
                  <a:lnTo>
                    <a:pt x="33020" y="88"/>
                  </a:lnTo>
                  <a:lnTo>
                    <a:pt x="32600" y="2425"/>
                  </a:lnTo>
                  <a:lnTo>
                    <a:pt x="32867" y="8128"/>
                  </a:lnTo>
                  <a:lnTo>
                    <a:pt x="33210" y="9385"/>
                  </a:lnTo>
                  <a:lnTo>
                    <a:pt x="32143" y="9131"/>
                  </a:lnTo>
                  <a:lnTo>
                    <a:pt x="29705" y="9283"/>
                  </a:lnTo>
                  <a:lnTo>
                    <a:pt x="27266" y="9436"/>
                  </a:lnTo>
                  <a:lnTo>
                    <a:pt x="25298" y="10160"/>
                  </a:lnTo>
                  <a:lnTo>
                    <a:pt x="25374" y="11658"/>
                  </a:lnTo>
                  <a:lnTo>
                    <a:pt x="27393" y="12141"/>
                  </a:lnTo>
                  <a:lnTo>
                    <a:pt x="32270" y="11836"/>
                  </a:lnTo>
                  <a:lnTo>
                    <a:pt x="33362" y="11430"/>
                  </a:lnTo>
                  <a:lnTo>
                    <a:pt x="33134" y="12738"/>
                  </a:lnTo>
                  <a:lnTo>
                    <a:pt x="33261" y="15595"/>
                  </a:lnTo>
                  <a:lnTo>
                    <a:pt x="33388" y="18440"/>
                  </a:lnTo>
                  <a:lnTo>
                    <a:pt x="34023" y="20726"/>
                  </a:lnTo>
                  <a:lnTo>
                    <a:pt x="35306" y="20637"/>
                  </a:lnTo>
                  <a:lnTo>
                    <a:pt x="35712" y="18288"/>
                  </a:lnTo>
                  <a:lnTo>
                    <a:pt x="35458" y="12598"/>
                  </a:lnTo>
                  <a:lnTo>
                    <a:pt x="35102" y="11328"/>
                  </a:lnTo>
                  <a:lnTo>
                    <a:pt x="36233" y="11595"/>
                  </a:lnTo>
                  <a:lnTo>
                    <a:pt x="38671" y="11430"/>
                  </a:lnTo>
                  <a:lnTo>
                    <a:pt x="41109" y="11277"/>
                  </a:lnTo>
                  <a:lnTo>
                    <a:pt x="43078" y="10553"/>
                  </a:lnTo>
                  <a:close/>
                </a:path>
                <a:path w="68580" h="78740">
                  <a:moveTo>
                    <a:pt x="68135" y="39789"/>
                  </a:moveTo>
                  <a:lnTo>
                    <a:pt x="68059" y="38290"/>
                  </a:lnTo>
                  <a:lnTo>
                    <a:pt x="66052" y="37807"/>
                  </a:lnTo>
                  <a:lnTo>
                    <a:pt x="61175" y="38112"/>
                  </a:lnTo>
                  <a:lnTo>
                    <a:pt x="60020" y="38557"/>
                  </a:lnTo>
                  <a:lnTo>
                    <a:pt x="60261" y="37211"/>
                  </a:lnTo>
                  <a:lnTo>
                    <a:pt x="60121" y="34366"/>
                  </a:lnTo>
                  <a:lnTo>
                    <a:pt x="59994" y="31521"/>
                  </a:lnTo>
                  <a:lnTo>
                    <a:pt x="59372" y="29235"/>
                  </a:lnTo>
                  <a:lnTo>
                    <a:pt x="58077" y="29324"/>
                  </a:lnTo>
                  <a:lnTo>
                    <a:pt x="57670" y="31661"/>
                  </a:lnTo>
                  <a:lnTo>
                    <a:pt x="57937" y="37363"/>
                  </a:lnTo>
                  <a:lnTo>
                    <a:pt x="58280" y="38633"/>
                  </a:lnTo>
                  <a:lnTo>
                    <a:pt x="57213" y="38366"/>
                  </a:lnTo>
                  <a:lnTo>
                    <a:pt x="54775" y="38519"/>
                  </a:lnTo>
                  <a:lnTo>
                    <a:pt x="52324" y="38684"/>
                  </a:lnTo>
                  <a:lnTo>
                    <a:pt x="50368" y="39395"/>
                  </a:lnTo>
                  <a:lnTo>
                    <a:pt x="50444" y="40894"/>
                  </a:lnTo>
                  <a:lnTo>
                    <a:pt x="52451" y="41376"/>
                  </a:lnTo>
                  <a:lnTo>
                    <a:pt x="57340" y="41071"/>
                  </a:lnTo>
                  <a:lnTo>
                    <a:pt x="58420" y="40678"/>
                  </a:lnTo>
                  <a:lnTo>
                    <a:pt x="58191" y="41986"/>
                  </a:lnTo>
                  <a:lnTo>
                    <a:pt x="58331" y="44831"/>
                  </a:lnTo>
                  <a:lnTo>
                    <a:pt x="58470" y="47675"/>
                  </a:lnTo>
                  <a:lnTo>
                    <a:pt x="59080" y="49961"/>
                  </a:lnTo>
                  <a:lnTo>
                    <a:pt x="60375" y="49872"/>
                  </a:lnTo>
                  <a:lnTo>
                    <a:pt x="60782" y="47536"/>
                  </a:lnTo>
                  <a:lnTo>
                    <a:pt x="60515" y="41833"/>
                  </a:lnTo>
                  <a:lnTo>
                    <a:pt x="60159" y="40563"/>
                  </a:lnTo>
                  <a:lnTo>
                    <a:pt x="61302" y="40830"/>
                  </a:lnTo>
                  <a:lnTo>
                    <a:pt x="63741" y="40678"/>
                  </a:lnTo>
                  <a:lnTo>
                    <a:pt x="66179" y="40513"/>
                  </a:lnTo>
                  <a:lnTo>
                    <a:pt x="68135" y="39789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6" name="object 1776" descr=""/>
            <p:cNvSpPr/>
            <p:nvPr/>
          </p:nvSpPr>
          <p:spPr>
            <a:xfrm>
              <a:off x="13003309" y="8171020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75819" y="44218"/>
                  </a:moveTo>
                  <a:lnTo>
                    <a:pt x="37904" y="88447"/>
                  </a:lnTo>
                  <a:lnTo>
                    <a:pt x="0" y="44218"/>
                  </a:lnTo>
                  <a:lnTo>
                    <a:pt x="37904" y="0"/>
                  </a:lnTo>
                  <a:lnTo>
                    <a:pt x="75819" y="4421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7" name="object 1777" descr=""/>
            <p:cNvSpPr/>
            <p:nvPr/>
          </p:nvSpPr>
          <p:spPr>
            <a:xfrm>
              <a:off x="13007353" y="8175554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382"/>
                  </a:moveTo>
                  <a:lnTo>
                    <a:pt x="17703" y="37884"/>
                  </a:lnTo>
                  <a:lnTo>
                    <a:pt x="15684" y="37401"/>
                  </a:lnTo>
                  <a:lnTo>
                    <a:pt x="10807" y="37706"/>
                  </a:lnTo>
                  <a:lnTo>
                    <a:pt x="9652" y="38150"/>
                  </a:lnTo>
                  <a:lnTo>
                    <a:pt x="9893" y="36804"/>
                  </a:lnTo>
                  <a:lnTo>
                    <a:pt x="9753" y="33959"/>
                  </a:lnTo>
                  <a:lnTo>
                    <a:pt x="9626" y="31102"/>
                  </a:lnTo>
                  <a:lnTo>
                    <a:pt x="9004" y="28829"/>
                  </a:lnTo>
                  <a:lnTo>
                    <a:pt x="7708" y="28905"/>
                  </a:lnTo>
                  <a:lnTo>
                    <a:pt x="7302" y="31254"/>
                  </a:lnTo>
                  <a:lnTo>
                    <a:pt x="7569" y="36957"/>
                  </a:lnTo>
                  <a:lnTo>
                    <a:pt x="7899" y="38214"/>
                  </a:lnTo>
                  <a:lnTo>
                    <a:pt x="6845" y="37947"/>
                  </a:lnTo>
                  <a:lnTo>
                    <a:pt x="4406" y="38112"/>
                  </a:lnTo>
                  <a:lnTo>
                    <a:pt x="1968" y="38265"/>
                  </a:lnTo>
                  <a:lnTo>
                    <a:pt x="0" y="38989"/>
                  </a:lnTo>
                  <a:lnTo>
                    <a:pt x="76" y="40487"/>
                  </a:lnTo>
                  <a:lnTo>
                    <a:pt x="2082" y="40970"/>
                  </a:lnTo>
                  <a:lnTo>
                    <a:pt x="6972" y="40665"/>
                  </a:lnTo>
                  <a:lnTo>
                    <a:pt x="8051" y="40259"/>
                  </a:lnTo>
                  <a:lnTo>
                    <a:pt x="7823" y="41567"/>
                  </a:lnTo>
                  <a:lnTo>
                    <a:pt x="7962" y="44411"/>
                  </a:lnTo>
                  <a:lnTo>
                    <a:pt x="8102" y="47269"/>
                  </a:lnTo>
                  <a:lnTo>
                    <a:pt x="8724" y="49542"/>
                  </a:lnTo>
                  <a:lnTo>
                    <a:pt x="10007" y="49466"/>
                  </a:lnTo>
                  <a:lnTo>
                    <a:pt x="10414" y="47117"/>
                  </a:lnTo>
                  <a:lnTo>
                    <a:pt x="10147" y="41427"/>
                  </a:lnTo>
                  <a:lnTo>
                    <a:pt x="9791" y="40144"/>
                  </a:lnTo>
                  <a:lnTo>
                    <a:pt x="10934" y="40411"/>
                  </a:lnTo>
                  <a:lnTo>
                    <a:pt x="13373" y="40259"/>
                  </a:lnTo>
                  <a:lnTo>
                    <a:pt x="15811" y="40106"/>
                  </a:lnTo>
                  <a:lnTo>
                    <a:pt x="17767" y="39382"/>
                  </a:lnTo>
                  <a:close/>
                </a:path>
                <a:path w="68580" h="78740">
                  <a:moveTo>
                    <a:pt x="42608" y="68351"/>
                  </a:moveTo>
                  <a:lnTo>
                    <a:pt x="42532" y="66852"/>
                  </a:lnTo>
                  <a:lnTo>
                    <a:pt x="40525" y="66370"/>
                  </a:lnTo>
                  <a:lnTo>
                    <a:pt x="35636" y="66675"/>
                  </a:lnTo>
                  <a:lnTo>
                    <a:pt x="34480" y="67119"/>
                  </a:lnTo>
                  <a:lnTo>
                    <a:pt x="34721" y="65773"/>
                  </a:lnTo>
                  <a:lnTo>
                    <a:pt x="34582" y="62928"/>
                  </a:lnTo>
                  <a:lnTo>
                    <a:pt x="34467" y="60071"/>
                  </a:lnTo>
                  <a:lnTo>
                    <a:pt x="33832" y="57797"/>
                  </a:lnTo>
                  <a:lnTo>
                    <a:pt x="32550" y="57873"/>
                  </a:lnTo>
                  <a:lnTo>
                    <a:pt x="32143" y="60223"/>
                  </a:lnTo>
                  <a:lnTo>
                    <a:pt x="32397" y="65925"/>
                  </a:lnTo>
                  <a:lnTo>
                    <a:pt x="32740" y="67183"/>
                  </a:lnTo>
                  <a:lnTo>
                    <a:pt x="31673" y="66916"/>
                  </a:lnTo>
                  <a:lnTo>
                    <a:pt x="29235" y="67081"/>
                  </a:lnTo>
                  <a:lnTo>
                    <a:pt x="26797" y="67233"/>
                  </a:lnTo>
                  <a:lnTo>
                    <a:pt x="24841" y="67957"/>
                  </a:lnTo>
                  <a:lnTo>
                    <a:pt x="24917" y="69456"/>
                  </a:lnTo>
                  <a:lnTo>
                    <a:pt x="26924" y="69938"/>
                  </a:lnTo>
                  <a:lnTo>
                    <a:pt x="31800" y="69634"/>
                  </a:lnTo>
                  <a:lnTo>
                    <a:pt x="32893" y="69227"/>
                  </a:lnTo>
                  <a:lnTo>
                    <a:pt x="32664" y="70535"/>
                  </a:lnTo>
                  <a:lnTo>
                    <a:pt x="32804" y="73380"/>
                  </a:lnTo>
                  <a:lnTo>
                    <a:pt x="32931" y="76238"/>
                  </a:lnTo>
                  <a:lnTo>
                    <a:pt x="33553" y="78511"/>
                  </a:lnTo>
                  <a:lnTo>
                    <a:pt x="34836" y="78435"/>
                  </a:lnTo>
                  <a:lnTo>
                    <a:pt x="35255" y="76085"/>
                  </a:lnTo>
                  <a:lnTo>
                    <a:pt x="34988" y="70396"/>
                  </a:lnTo>
                  <a:lnTo>
                    <a:pt x="34620" y="69126"/>
                  </a:lnTo>
                  <a:lnTo>
                    <a:pt x="35763" y="69380"/>
                  </a:lnTo>
                  <a:lnTo>
                    <a:pt x="38201" y="69227"/>
                  </a:lnTo>
                  <a:lnTo>
                    <a:pt x="40640" y="69075"/>
                  </a:lnTo>
                  <a:lnTo>
                    <a:pt x="42608" y="68351"/>
                  </a:lnTo>
                  <a:close/>
                </a:path>
                <a:path w="68580" h="78740">
                  <a:moveTo>
                    <a:pt x="43078" y="10553"/>
                  </a:moveTo>
                  <a:lnTo>
                    <a:pt x="43002" y="9055"/>
                  </a:lnTo>
                  <a:lnTo>
                    <a:pt x="40995" y="8572"/>
                  </a:lnTo>
                  <a:lnTo>
                    <a:pt x="36118" y="8877"/>
                  </a:lnTo>
                  <a:lnTo>
                    <a:pt x="34963" y="9321"/>
                  </a:lnTo>
                  <a:lnTo>
                    <a:pt x="35204" y="7975"/>
                  </a:lnTo>
                  <a:lnTo>
                    <a:pt x="35064" y="5130"/>
                  </a:lnTo>
                  <a:lnTo>
                    <a:pt x="34925" y="2286"/>
                  </a:lnTo>
                  <a:lnTo>
                    <a:pt x="34302" y="0"/>
                  </a:lnTo>
                  <a:lnTo>
                    <a:pt x="33020" y="76"/>
                  </a:lnTo>
                  <a:lnTo>
                    <a:pt x="32613" y="2425"/>
                  </a:lnTo>
                  <a:lnTo>
                    <a:pt x="32880" y="8128"/>
                  </a:lnTo>
                  <a:lnTo>
                    <a:pt x="33223" y="9385"/>
                  </a:lnTo>
                  <a:lnTo>
                    <a:pt x="32143" y="9131"/>
                  </a:lnTo>
                  <a:lnTo>
                    <a:pt x="29705" y="9283"/>
                  </a:lnTo>
                  <a:lnTo>
                    <a:pt x="27266" y="9436"/>
                  </a:lnTo>
                  <a:lnTo>
                    <a:pt x="25311" y="10160"/>
                  </a:lnTo>
                  <a:lnTo>
                    <a:pt x="25387" y="11658"/>
                  </a:lnTo>
                  <a:lnTo>
                    <a:pt x="27393" y="12141"/>
                  </a:lnTo>
                  <a:lnTo>
                    <a:pt x="32270" y="11836"/>
                  </a:lnTo>
                  <a:lnTo>
                    <a:pt x="33362" y="11430"/>
                  </a:lnTo>
                  <a:lnTo>
                    <a:pt x="33134" y="12738"/>
                  </a:lnTo>
                  <a:lnTo>
                    <a:pt x="33274" y="15595"/>
                  </a:lnTo>
                  <a:lnTo>
                    <a:pt x="33413" y="18440"/>
                  </a:lnTo>
                  <a:lnTo>
                    <a:pt x="34023" y="20726"/>
                  </a:lnTo>
                  <a:lnTo>
                    <a:pt x="35318" y="20637"/>
                  </a:lnTo>
                  <a:lnTo>
                    <a:pt x="35725" y="18288"/>
                  </a:lnTo>
                  <a:lnTo>
                    <a:pt x="35458" y="12598"/>
                  </a:lnTo>
                  <a:lnTo>
                    <a:pt x="35102" y="11328"/>
                  </a:lnTo>
                  <a:lnTo>
                    <a:pt x="36245" y="11595"/>
                  </a:lnTo>
                  <a:lnTo>
                    <a:pt x="38684" y="11430"/>
                  </a:lnTo>
                  <a:lnTo>
                    <a:pt x="41122" y="11277"/>
                  </a:lnTo>
                  <a:lnTo>
                    <a:pt x="43078" y="10553"/>
                  </a:lnTo>
                  <a:close/>
                </a:path>
                <a:path w="68580" h="78740">
                  <a:moveTo>
                    <a:pt x="68148" y="39789"/>
                  </a:moveTo>
                  <a:lnTo>
                    <a:pt x="68072" y="38290"/>
                  </a:lnTo>
                  <a:lnTo>
                    <a:pt x="66065" y="37807"/>
                  </a:lnTo>
                  <a:lnTo>
                    <a:pt x="61175" y="38112"/>
                  </a:lnTo>
                  <a:lnTo>
                    <a:pt x="60020" y="38557"/>
                  </a:lnTo>
                  <a:lnTo>
                    <a:pt x="60261" y="37211"/>
                  </a:lnTo>
                  <a:lnTo>
                    <a:pt x="60134" y="34366"/>
                  </a:lnTo>
                  <a:lnTo>
                    <a:pt x="59994" y="31521"/>
                  </a:lnTo>
                  <a:lnTo>
                    <a:pt x="59372" y="29235"/>
                  </a:lnTo>
                  <a:lnTo>
                    <a:pt x="58089" y="29324"/>
                  </a:lnTo>
                  <a:lnTo>
                    <a:pt x="57683" y="31661"/>
                  </a:lnTo>
                  <a:lnTo>
                    <a:pt x="57937" y="37363"/>
                  </a:lnTo>
                  <a:lnTo>
                    <a:pt x="58280" y="38633"/>
                  </a:lnTo>
                  <a:lnTo>
                    <a:pt x="57213" y="38366"/>
                  </a:lnTo>
                  <a:lnTo>
                    <a:pt x="54775" y="38519"/>
                  </a:lnTo>
                  <a:lnTo>
                    <a:pt x="52336" y="38684"/>
                  </a:lnTo>
                  <a:lnTo>
                    <a:pt x="50380" y="39408"/>
                  </a:lnTo>
                  <a:lnTo>
                    <a:pt x="50457" y="40894"/>
                  </a:lnTo>
                  <a:lnTo>
                    <a:pt x="52463" y="41376"/>
                  </a:lnTo>
                  <a:lnTo>
                    <a:pt x="57340" y="41071"/>
                  </a:lnTo>
                  <a:lnTo>
                    <a:pt x="58445" y="40665"/>
                  </a:lnTo>
                  <a:lnTo>
                    <a:pt x="58216" y="41986"/>
                  </a:lnTo>
                  <a:lnTo>
                    <a:pt x="58343" y="44831"/>
                  </a:lnTo>
                  <a:lnTo>
                    <a:pt x="58470" y="47675"/>
                  </a:lnTo>
                  <a:lnTo>
                    <a:pt x="59093" y="49961"/>
                  </a:lnTo>
                  <a:lnTo>
                    <a:pt x="60375" y="49872"/>
                  </a:lnTo>
                  <a:lnTo>
                    <a:pt x="60794" y="47536"/>
                  </a:lnTo>
                  <a:lnTo>
                    <a:pt x="60528" y="41833"/>
                  </a:lnTo>
                  <a:lnTo>
                    <a:pt x="60172" y="40563"/>
                  </a:lnTo>
                  <a:lnTo>
                    <a:pt x="61302" y="40830"/>
                  </a:lnTo>
                  <a:lnTo>
                    <a:pt x="63741" y="40665"/>
                  </a:lnTo>
                  <a:lnTo>
                    <a:pt x="66192" y="40513"/>
                  </a:lnTo>
                  <a:lnTo>
                    <a:pt x="68148" y="39789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8" name="object 1778" descr=""/>
            <p:cNvSpPr/>
            <p:nvPr/>
          </p:nvSpPr>
          <p:spPr>
            <a:xfrm>
              <a:off x="13081324" y="8171020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75819" y="44218"/>
                  </a:moveTo>
                  <a:lnTo>
                    <a:pt x="37904" y="88447"/>
                  </a:lnTo>
                  <a:lnTo>
                    <a:pt x="0" y="44218"/>
                  </a:lnTo>
                  <a:lnTo>
                    <a:pt x="37904" y="0"/>
                  </a:lnTo>
                  <a:lnTo>
                    <a:pt x="75819" y="4421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9" name="object 1779" descr=""/>
            <p:cNvSpPr/>
            <p:nvPr/>
          </p:nvSpPr>
          <p:spPr>
            <a:xfrm>
              <a:off x="13085369" y="8175554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382"/>
                  </a:moveTo>
                  <a:lnTo>
                    <a:pt x="17691" y="37884"/>
                  </a:lnTo>
                  <a:lnTo>
                    <a:pt x="15684" y="37401"/>
                  </a:lnTo>
                  <a:lnTo>
                    <a:pt x="10807" y="37706"/>
                  </a:lnTo>
                  <a:lnTo>
                    <a:pt x="9652" y="38150"/>
                  </a:lnTo>
                  <a:lnTo>
                    <a:pt x="9893" y="36804"/>
                  </a:lnTo>
                  <a:lnTo>
                    <a:pt x="9753" y="33959"/>
                  </a:lnTo>
                  <a:lnTo>
                    <a:pt x="9613" y="31102"/>
                  </a:lnTo>
                  <a:lnTo>
                    <a:pt x="9004" y="28829"/>
                  </a:lnTo>
                  <a:lnTo>
                    <a:pt x="7708" y="28905"/>
                  </a:lnTo>
                  <a:lnTo>
                    <a:pt x="7302" y="31254"/>
                  </a:lnTo>
                  <a:lnTo>
                    <a:pt x="7569" y="36957"/>
                  </a:lnTo>
                  <a:lnTo>
                    <a:pt x="7899" y="38214"/>
                  </a:lnTo>
                  <a:lnTo>
                    <a:pt x="6845" y="37947"/>
                  </a:lnTo>
                  <a:lnTo>
                    <a:pt x="4406" y="38112"/>
                  </a:lnTo>
                  <a:lnTo>
                    <a:pt x="1955" y="38265"/>
                  </a:lnTo>
                  <a:lnTo>
                    <a:pt x="0" y="38989"/>
                  </a:lnTo>
                  <a:lnTo>
                    <a:pt x="76" y="40487"/>
                  </a:lnTo>
                  <a:lnTo>
                    <a:pt x="2082" y="40970"/>
                  </a:lnTo>
                  <a:lnTo>
                    <a:pt x="6972" y="40665"/>
                  </a:lnTo>
                  <a:lnTo>
                    <a:pt x="8051" y="40259"/>
                  </a:lnTo>
                  <a:lnTo>
                    <a:pt x="7823" y="41567"/>
                  </a:lnTo>
                  <a:lnTo>
                    <a:pt x="7962" y="44411"/>
                  </a:lnTo>
                  <a:lnTo>
                    <a:pt x="8089" y="47269"/>
                  </a:lnTo>
                  <a:lnTo>
                    <a:pt x="8724" y="49542"/>
                  </a:lnTo>
                  <a:lnTo>
                    <a:pt x="10007" y="49466"/>
                  </a:lnTo>
                  <a:lnTo>
                    <a:pt x="10414" y="47117"/>
                  </a:lnTo>
                  <a:lnTo>
                    <a:pt x="10160" y="41427"/>
                  </a:lnTo>
                  <a:lnTo>
                    <a:pt x="9791" y="40144"/>
                  </a:lnTo>
                  <a:lnTo>
                    <a:pt x="10934" y="40411"/>
                  </a:lnTo>
                  <a:lnTo>
                    <a:pt x="13373" y="40259"/>
                  </a:lnTo>
                  <a:lnTo>
                    <a:pt x="15811" y="40106"/>
                  </a:lnTo>
                  <a:lnTo>
                    <a:pt x="17767" y="39382"/>
                  </a:lnTo>
                  <a:close/>
                </a:path>
                <a:path w="68580" h="78740">
                  <a:moveTo>
                    <a:pt x="42608" y="68351"/>
                  </a:moveTo>
                  <a:lnTo>
                    <a:pt x="42532" y="66852"/>
                  </a:lnTo>
                  <a:lnTo>
                    <a:pt x="40525" y="66370"/>
                  </a:lnTo>
                  <a:lnTo>
                    <a:pt x="35636" y="66675"/>
                  </a:lnTo>
                  <a:lnTo>
                    <a:pt x="34480" y="67119"/>
                  </a:lnTo>
                  <a:lnTo>
                    <a:pt x="34721" y="65773"/>
                  </a:lnTo>
                  <a:lnTo>
                    <a:pt x="34594" y="62928"/>
                  </a:lnTo>
                  <a:lnTo>
                    <a:pt x="34455" y="60071"/>
                  </a:lnTo>
                  <a:lnTo>
                    <a:pt x="33832" y="57797"/>
                  </a:lnTo>
                  <a:lnTo>
                    <a:pt x="32550" y="57873"/>
                  </a:lnTo>
                  <a:lnTo>
                    <a:pt x="32143" y="60223"/>
                  </a:lnTo>
                  <a:lnTo>
                    <a:pt x="32397" y="65925"/>
                  </a:lnTo>
                  <a:lnTo>
                    <a:pt x="32740" y="67183"/>
                  </a:lnTo>
                  <a:lnTo>
                    <a:pt x="31673" y="66916"/>
                  </a:lnTo>
                  <a:lnTo>
                    <a:pt x="29235" y="67081"/>
                  </a:lnTo>
                  <a:lnTo>
                    <a:pt x="26797" y="67233"/>
                  </a:lnTo>
                  <a:lnTo>
                    <a:pt x="24841" y="67957"/>
                  </a:lnTo>
                  <a:lnTo>
                    <a:pt x="24904" y="69456"/>
                  </a:lnTo>
                  <a:lnTo>
                    <a:pt x="26924" y="69938"/>
                  </a:lnTo>
                  <a:lnTo>
                    <a:pt x="31800" y="69634"/>
                  </a:lnTo>
                  <a:lnTo>
                    <a:pt x="32893" y="69227"/>
                  </a:lnTo>
                  <a:lnTo>
                    <a:pt x="32677" y="70535"/>
                  </a:lnTo>
                  <a:lnTo>
                    <a:pt x="32804" y="73380"/>
                  </a:lnTo>
                  <a:lnTo>
                    <a:pt x="32931" y="76238"/>
                  </a:lnTo>
                  <a:lnTo>
                    <a:pt x="33553" y="78511"/>
                  </a:lnTo>
                  <a:lnTo>
                    <a:pt x="34836" y="78435"/>
                  </a:lnTo>
                  <a:lnTo>
                    <a:pt x="35242" y="76085"/>
                  </a:lnTo>
                  <a:lnTo>
                    <a:pt x="34988" y="70396"/>
                  </a:lnTo>
                  <a:lnTo>
                    <a:pt x="34620" y="69126"/>
                  </a:lnTo>
                  <a:lnTo>
                    <a:pt x="35763" y="69380"/>
                  </a:lnTo>
                  <a:lnTo>
                    <a:pt x="38201" y="69227"/>
                  </a:lnTo>
                  <a:lnTo>
                    <a:pt x="40640" y="69075"/>
                  </a:lnTo>
                  <a:lnTo>
                    <a:pt x="42608" y="68351"/>
                  </a:lnTo>
                  <a:close/>
                </a:path>
                <a:path w="68580" h="78740">
                  <a:moveTo>
                    <a:pt x="43078" y="10553"/>
                  </a:moveTo>
                  <a:lnTo>
                    <a:pt x="43002" y="9055"/>
                  </a:lnTo>
                  <a:lnTo>
                    <a:pt x="40995" y="8572"/>
                  </a:lnTo>
                  <a:lnTo>
                    <a:pt x="36118" y="8877"/>
                  </a:lnTo>
                  <a:lnTo>
                    <a:pt x="34963" y="9321"/>
                  </a:lnTo>
                  <a:lnTo>
                    <a:pt x="35204" y="7975"/>
                  </a:lnTo>
                  <a:lnTo>
                    <a:pt x="35064" y="5130"/>
                  </a:lnTo>
                  <a:lnTo>
                    <a:pt x="34937" y="2286"/>
                  </a:lnTo>
                  <a:lnTo>
                    <a:pt x="34302" y="0"/>
                  </a:lnTo>
                  <a:lnTo>
                    <a:pt x="33020" y="76"/>
                  </a:lnTo>
                  <a:lnTo>
                    <a:pt x="32613" y="2425"/>
                  </a:lnTo>
                  <a:lnTo>
                    <a:pt x="32867" y="8128"/>
                  </a:lnTo>
                  <a:lnTo>
                    <a:pt x="33210" y="9385"/>
                  </a:lnTo>
                  <a:lnTo>
                    <a:pt x="32143" y="9131"/>
                  </a:lnTo>
                  <a:lnTo>
                    <a:pt x="29705" y="9283"/>
                  </a:lnTo>
                  <a:lnTo>
                    <a:pt x="27266" y="9436"/>
                  </a:lnTo>
                  <a:lnTo>
                    <a:pt x="25311" y="10160"/>
                  </a:lnTo>
                  <a:lnTo>
                    <a:pt x="25387" y="11658"/>
                  </a:lnTo>
                  <a:lnTo>
                    <a:pt x="27393" y="12141"/>
                  </a:lnTo>
                  <a:lnTo>
                    <a:pt x="32270" y="11836"/>
                  </a:lnTo>
                  <a:lnTo>
                    <a:pt x="33362" y="11430"/>
                  </a:lnTo>
                  <a:lnTo>
                    <a:pt x="33134" y="12738"/>
                  </a:lnTo>
                  <a:lnTo>
                    <a:pt x="33274" y="15595"/>
                  </a:lnTo>
                  <a:lnTo>
                    <a:pt x="33413" y="18440"/>
                  </a:lnTo>
                  <a:lnTo>
                    <a:pt x="34023" y="20726"/>
                  </a:lnTo>
                  <a:lnTo>
                    <a:pt x="35318" y="20637"/>
                  </a:lnTo>
                  <a:lnTo>
                    <a:pt x="35725" y="18288"/>
                  </a:lnTo>
                  <a:lnTo>
                    <a:pt x="35458" y="12598"/>
                  </a:lnTo>
                  <a:lnTo>
                    <a:pt x="35102" y="11328"/>
                  </a:lnTo>
                  <a:lnTo>
                    <a:pt x="36245" y="11595"/>
                  </a:lnTo>
                  <a:lnTo>
                    <a:pt x="38684" y="11430"/>
                  </a:lnTo>
                  <a:lnTo>
                    <a:pt x="41122" y="11277"/>
                  </a:lnTo>
                  <a:lnTo>
                    <a:pt x="43078" y="10553"/>
                  </a:lnTo>
                  <a:close/>
                </a:path>
                <a:path w="68580" h="78740">
                  <a:moveTo>
                    <a:pt x="68148" y="39789"/>
                  </a:moveTo>
                  <a:lnTo>
                    <a:pt x="68072" y="38290"/>
                  </a:lnTo>
                  <a:lnTo>
                    <a:pt x="66065" y="37807"/>
                  </a:lnTo>
                  <a:lnTo>
                    <a:pt x="61175" y="38112"/>
                  </a:lnTo>
                  <a:lnTo>
                    <a:pt x="60020" y="38557"/>
                  </a:lnTo>
                  <a:lnTo>
                    <a:pt x="60261" y="37211"/>
                  </a:lnTo>
                  <a:lnTo>
                    <a:pt x="60134" y="34366"/>
                  </a:lnTo>
                  <a:lnTo>
                    <a:pt x="59994" y="31521"/>
                  </a:lnTo>
                  <a:lnTo>
                    <a:pt x="59372" y="29235"/>
                  </a:lnTo>
                  <a:lnTo>
                    <a:pt x="58089" y="29324"/>
                  </a:lnTo>
                  <a:lnTo>
                    <a:pt x="57683" y="31661"/>
                  </a:lnTo>
                  <a:lnTo>
                    <a:pt x="57937" y="37363"/>
                  </a:lnTo>
                  <a:lnTo>
                    <a:pt x="58280" y="38633"/>
                  </a:lnTo>
                  <a:lnTo>
                    <a:pt x="57213" y="38366"/>
                  </a:lnTo>
                  <a:lnTo>
                    <a:pt x="54775" y="38519"/>
                  </a:lnTo>
                  <a:lnTo>
                    <a:pt x="52336" y="38684"/>
                  </a:lnTo>
                  <a:lnTo>
                    <a:pt x="50380" y="39408"/>
                  </a:lnTo>
                  <a:lnTo>
                    <a:pt x="50457" y="40894"/>
                  </a:lnTo>
                  <a:lnTo>
                    <a:pt x="52463" y="41376"/>
                  </a:lnTo>
                  <a:lnTo>
                    <a:pt x="57340" y="41071"/>
                  </a:lnTo>
                  <a:lnTo>
                    <a:pt x="58432" y="40665"/>
                  </a:lnTo>
                  <a:lnTo>
                    <a:pt x="58204" y="41986"/>
                  </a:lnTo>
                  <a:lnTo>
                    <a:pt x="58343" y="44831"/>
                  </a:lnTo>
                  <a:lnTo>
                    <a:pt x="58470" y="47675"/>
                  </a:lnTo>
                  <a:lnTo>
                    <a:pt x="59093" y="49961"/>
                  </a:lnTo>
                  <a:lnTo>
                    <a:pt x="60375" y="49872"/>
                  </a:lnTo>
                  <a:lnTo>
                    <a:pt x="60794" y="47536"/>
                  </a:lnTo>
                  <a:lnTo>
                    <a:pt x="60528" y="41833"/>
                  </a:lnTo>
                  <a:lnTo>
                    <a:pt x="60172" y="40563"/>
                  </a:lnTo>
                  <a:lnTo>
                    <a:pt x="61302" y="40830"/>
                  </a:lnTo>
                  <a:lnTo>
                    <a:pt x="63741" y="40665"/>
                  </a:lnTo>
                  <a:lnTo>
                    <a:pt x="66179" y="40513"/>
                  </a:lnTo>
                  <a:lnTo>
                    <a:pt x="68148" y="39789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0" name="object 1780" descr=""/>
            <p:cNvSpPr/>
            <p:nvPr/>
          </p:nvSpPr>
          <p:spPr>
            <a:xfrm>
              <a:off x="12940796" y="8171020"/>
              <a:ext cx="62865" cy="88900"/>
            </a:xfrm>
            <a:custGeom>
              <a:avLst/>
              <a:gdLst/>
              <a:ahLst/>
              <a:cxnLst/>
              <a:rect l="l" t="t" r="r" b="b"/>
              <a:pathLst>
                <a:path w="62865" h="88900">
                  <a:moveTo>
                    <a:pt x="62507" y="44218"/>
                  </a:moveTo>
                  <a:lnTo>
                    <a:pt x="24592" y="88447"/>
                  </a:lnTo>
                  <a:lnTo>
                    <a:pt x="0" y="59751"/>
                  </a:lnTo>
                </a:path>
                <a:path w="62865" h="88900">
                  <a:moveTo>
                    <a:pt x="973" y="27554"/>
                  </a:moveTo>
                  <a:lnTo>
                    <a:pt x="24592" y="0"/>
                  </a:lnTo>
                  <a:lnTo>
                    <a:pt x="62507" y="4421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1" name="object 1781" descr=""/>
            <p:cNvSpPr/>
            <p:nvPr/>
          </p:nvSpPr>
          <p:spPr>
            <a:xfrm>
              <a:off x="12940970" y="8175554"/>
              <a:ext cx="59055" cy="78740"/>
            </a:xfrm>
            <a:custGeom>
              <a:avLst/>
              <a:gdLst/>
              <a:ahLst/>
              <a:cxnLst/>
              <a:rect l="l" t="t" r="r" b="b"/>
              <a:pathLst>
                <a:path w="59054" h="78740">
                  <a:moveTo>
                    <a:pt x="8331" y="39382"/>
                  </a:moveTo>
                  <a:lnTo>
                    <a:pt x="8255" y="37884"/>
                  </a:lnTo>
                  <a:lnTo>
                    <a:pt x="6248" y="37401"/>
                  </a:lnTo>
                  <a:lnTo>
                    <a:pt x="1371" y="37706"/>
                  </a:lnTo>
                  <a:lnTo>
                    <a:pt x="342" y="38087"/>
                  </a:lnTo>
                  <a:lnTo>
                    <a:pt x="279" y="39865"/>
                  </a:lnTo>
                  <a:lnTo>
                    <a:pt x="0" y="49504"/>
                  </a:lnTo>
                  <a:lnTo>
                    <a:pt x="571" y="49466"/>
                  </a:lnTo>
                  <a:lnTo>
                    <a:pt x="977" y="47117"/>
                  </a:lnTo>
                  <a:lnTo>
                    <a:pt x="711" y="41427"/>
                  </a:lnTo>
                  <a:lnTo>
                    <a:pt x="342" y="40144"/>
                  </a:lnTo>
                  <a:lnTo>
                    <a:pt x="1498" y="40411"/>
                  </a:lnTo>
                  <a:lnTo>
                    <a:pt x="6375" y="40106"/>
                  </a:lnTo>
                  <a:lnTo>
                    <a:pt x="8331" y="39382"/>
                  </a:lnTo>
                  <a:close/>
                </a:path>
                <a:path w="59054" h="78740">
                  <a:moveTo>
                    <a:pt x="33159" y="68351"/>
                  </a:moveTo>
                  <a:lnTo>
                    <a:pt x="33096" y="66852"/>
                  </a:lnTo>
                  <a:lnTo>
                    <a:pt x="31076" y="66370"/>
                  </a:lnTo>
                  <a:lnTo>
                    <a:pt x="26200" y="66675"/>
                  </a:lnTo>
                  <a:lnTo>
                    <a:pt x="25044" y="67119"/>
                  </a:lnTo>
                  <a:lnTo>
                    <a:pt x="25285" y="65773"/>
                  </a:lnTo>
                  <a:lnTo>
                    <a:pt x="25146" y="62928"/>
                  </a:lnTo>
                  <a:lnTo>
                    <a:pt x="25006" y="60071"/>
                  </a:lnTo>
                  <a:lnTo>
                    <a:pt x="24396" y="57797"/>
                  </a:lnTo>
                  <a:lnTo>
                    <a:pt x="23101" y="57873"/>
                  </a:lnTo>
                  <a:lnTo>
                    <a:pt x="22694" y="60223"/>
                  </a:lnTo>
                  <a:lnTo>
                    <a:pt x="22961" y="65925"/>
                  </a:lnTo>
                  <a:lnTo>
                    <a:pt x="23291" y="67183"/>
                  </a:lnTo>
                  <a:lnTo>
                    <a:pt x="22237" y="66916"/>
                  </a:lnTo>
                  <a:lnTo>
                    <a:pt x="19799" y="67081"/>
                  </a:lnTo>
                  <a:lnTo>
                    <a:pt x="17360" y="67233"/>
                  </a:lnTo>
                  <a:lnTo>
                    <a:pt x="15392" y="67957"/>
                  </a:lnTo>
                  <a:lnTo>
                    <a:pt x="15468" y="69456"/>
                  </a:lnTo>
                  <a:lnTo>
                    <a:pt x="17475" y="69938"/>
                  </a:lnTo>
                  <a:lnTo>
                    <a:pt x="22364" y="69634"/>
                  </a:lnTo>
                  <a:lnTo>
                    <a:pt x="23444" y="69227"/>
                  </a:lnTo>
                  <a:lnTo>
                    <a:pt x="23228" y="70535"/>
                  </a:lnTo>
                  <a:lnTo>
                    <a:pt x="23355" y="73380"/>
                  </a:lnTo>
                  <a:lnTo>
                    <a:pt x="23495" y="76238"/>
                  </a:lnTo>
                  <a:lnTo>
                    <a:pt x="24117" y="78511"/>
                  </a:lnTo>
                  <a:lnTo>
                    <a:pt x="25400" y="78435"/>
                  </a:lnTo>
                  <a:lnTo>
                    <a:pt x="25806" y="76085"/>
                  </a:lnTo>
                  <a:lnTo>
                    <a:pt x="25552" y="70396"/>
                  </a:lnTo>
                  <a:lnTo>
                    <a:pt x="25184" y="69126"/>
                  </a:lnTo>
                  <a:lnTo>
                    <a:pt x="26327" y="69380"/>
                  </a:lnTo>
                  <a:lnTo>
                    <a:pt x="28765" y="69227"/>
                  </a:lnTo>
                  <a:lnTo>
                    <a:pt x="31203" y="69075"/>
                  </a:lnTo>
                  <a:lnTo>
                    <a:pt x="33159" y="68351"/>
                  </a:lnTo>
                  <a:close/>
                </a:path>
                <a:path w="59054" h="78740">
                  <a:moveTo>
                    <a:pt x="33642" y="10553"/>
                  </a:moveTo>
                  <a:lnTo>
                    <a:pt x="33566" y="9055"/>
                  </a:lnTo>
                  <a:lnTo>
                    <a:pt x="31559" y="8572"/>
                  </a:lnTo>
                  <a:lnTo>
                    <a:pt x="26670" y="8877"/>
                  </a:lnTo>
                  <a:lnTo>
                    <a:pt x="25514" y="9321"/>
                  </a:lnTo>
                  <a:lnTo>
                    <a:pt x="25755" y="7975"/>
                  </a:lnTo>
                  <a:lnTo>
                    <a:pt x="25615" y="5130"/>
                  </a:lnTo>
                  <a:lnTo>
                    <a:pt x="25501" y="2286"/>
                  </a:lnTo>
                  <a:lnTo>
                    <a:pt x="24866" y="0"/>
                  </a:lnTo>
                  <a:lnTo>
                    <a:pt x="23583" y="76"/>
                  </a:lnTo>
                  <a:lnTo>
                    <a:pt x="23177" y="2425"/>
                  </a:lnTo>
                  <a:lnTo>
                    <a:pt x="23431" y="8128"/>
                  </a:lnTo>
                  <a:lnTo>
                    <a:pt x="23774" y="9385"/>
                  </a:lnTo>
                  <a:lnTo>
                    <a:pt x="22707" y="9131"/>
                  </a:lnTo>
                  <a:lnTo>
                    <a:pt x="20269" y="9283"/>
                  </a:lnTo>
                  <a:lnTo>
                    <a:pt x="17830" y="9436"/>
                  </a:lnTo>
                  <a:lnTo>
                    <a:pt x="15875" y="10160"/>
                  </a:lnTo>
                  <a:lnTo>
                    <a:pt x="15938" y="11658"/>
                  </a:lnTo>
                  <a:lnTo>
                    <a:pt x="17957" y="12141"/>
                  </a:lnTo>
                  <a:lnTo>
                    <a:pt x="22834" y="11836"/>
                  </a:lnTo>
                  <a:lnTo>
                    <a:pt x="23926" y="11430"/>
                  </a:lnTo>
                  <a:lnTo>
                    <a:pt x="23698" y="12738"/>
                  </a:lnTo>
                  <a:lnTo>
                    <a:pt x="23837" y="15595"/>
                  </a:lnTo>
                  <a:lnTo>
                    <a:pt x="23964" y="18440"/>
                  </a:lnTo>
                  <a:lnTo>
                    <a:pt x="24587" y="20726"/>
                  </a:lnTo>
                  <a:lnTo>
                    <a:pt x="25869" y="20637"/>
                  </a:lnTo>
                  <a:lnTo>
                    <a:pt x="26276" y="18288"/>
                  </a:lnTo>
                  <a:lnTo>
                    <a:pt x="26022" y="12598"/>
                  </a:lnTo>
                  <a:lnTo>
                    <a:pt x="25666" y="11328"/>
                  </a:lnTo>
                  <a:lnTo>
                    <a:pt x="26797" y="11595"/>
                  </a:lnTo>
                  <a:lnTo>
                    <a:pt x="29235" y="11430"/>
                  </a:lnTo>
                  <a:lnTo>
                    <a:pt x="31686" y="11277"/>
                  </a:lnTo>
                  <a:lnTo>
                    <a:pt x="33642" y="10553"/>
                  </a:lnTo>
                  <a:close/>
                </a:path>
                <a:path w="59054" h="78740">
                  <a:moveTo>
                    <a:pt x="58699" y="39789"/>
                  </a:moveTo>
                  <a:lnTo>
                    <a:pt x="58635" y="38290"/>
                  </a:lnTo>
                  <a:lnTo>
                    <a:pt x="56616" y="37807"/>
                  </a:lnTo>
                  <a:lnTo>
                    <a:pt x="51739" y="38112"/>
                  </a:lnTo>
                  <a:lnTo>
                    <a:pt x="50584" y="38557"/>
                  </a:lnTo>
                  <a:lnTo>
                    <a:pt x="50825" y="37211"/>
                  </a:lnTo>
                  <a:lnTo>
                    <a:pt x="50685" y="34366"/>
                  </a:lnTo>
                  <a:lnTo>
                    <a:pt x="50546" y="31521"/>
                  </a:lnTo>
                  <a:lnTo>
                    <a:pt x="49936" y="29235"/>
                  </a:lnTo>
                  <a:lnTo>
                    <a:pt x="48641" y="29324"/>
                  </a:lnTo>
                  <a:lnTo>
                    <a:pt x="48234" y="31661"/>
                  </a:lnTo>
                  <a:lnTo>
                    <a:pt x="48501" y="37363"/>
                  </a:lnTo>
                  <a:lnTo>
                    <a:pt x="48844" y="38633"/>
                  </a:lnTo>
                  <a:lnTo>
                    <a:pt x="47777" y="38366"/>
                  </a:lnTo>
                  <a:lnTo>
                    <a:pt x="45339" y="38519"/>
                  </a:lnTo>
                  <a:lnTo>
                    <a:pt x="42887" y="38684"/>
                  </a:lnTo>
                  <a:lnTo>
                    <a:pt x="40932" y="39408"/>
                  </a:lnTo>
                  <a:lnTo>
                    <a:pt x="41008" y="40894"/>
                  </a:lnTo>
                  <a:lnTo>
                    <a:pt x="43014" y="41376"/>
                  </a:lnTo>
                  <a:lnTo>
                    <a:pt x="47904" y="41071"/>
                  </a:lnTo>
                  <a:lnTo>
                    <a:pt x="48996" y="40665"/>
                  </a:lnTo>
                  <a:lnTo>
                    <a:pt x="48768" y="41986"/>
                  </a:lnTo>
                  <a:lnTo>
                    <a:pt x="48895" y="44831"/>
                  </a:lnTo>
                  <a:lnTo>
                    <a:pt x="49034" y="47675"/>
                  </a:lnTo>
                  <a:lnTo>
                    <a:pt x="49657" y="49961"/>
                  </a:lnTo>
                  <a:lnTo>
                    <a:pt x="50939" y="49872"/>
                  </a:lnTo>
                  <a:lnTo>
                    <a:pt x="51346" y="47536"/>
                  </a:lnTo>
                  <a:lnTo>
                    <a:pt x="51092" y="41833"/>
                  </a:lnTo>
                  <a:lnTo>
                    <a:pt x="50736" y="40563"/>
                  </a:lnTo>
                  <a:lnTo>
                    <a:pt x="51866" y="40830"/>
                  </a:lnTo>
                  <a:lnTo>
                    <a:pt x="54305" y="40665"/>
                  </a:lnTo>
                  <a:lnTo>
                    <a:pt x="56743" y="40513"/>
                  </a:lnTo>
                  <a:lnTo>
                    <a:pt x="58699" y="39789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2" name="object 1782" descr=""/>
            <p:cNvSpPr/>
            <p:nvPr/>
          </p:nvSpPr>
          <p:spPr>
            <a:xfrm>
              <a:off x="13042837" y="8112206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75819" y="44218"/>
                  </a:moveTo>
                  <a:lnTo>
                    <a:pt x="37904" y="88437"/>
                  </a:lnTo>
                  <a:lnTo>
                    <a:pt x="0" y="44218"/>
                  </a:lnTo>
                  <a:lnTo>
                    <a:pt x="37904" y="0"/>
                  </a:lnTo>
                  <a:lnTo>
                    <a:pt x="75819" y="4421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3" name="object 1783" descr=""/>
            <p:cNvSpPr/>
            <p:nvPr/>
          </p:nvSpPr>
          <p:spPr>
            <a:xfrm>
              <a:off x="13046888" y="8116741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382"/>
                  </a:moveTo>
                  <a:lnTo>
                    <a:pt x="17691" y="37884"/>
                  </a:lnTo>
                  <a:lnTo>
                    <a:pt x="15684" y="37401"/>
                  </a:lnTo>
                  <a:lnTo>
                    <a:pt x="10795" y="37706"/>
                  </a:lnTo>
                  <a:lnTo>
                    <a:pt x="9639" y="38150"/>
                  </a:lnTo>
                  <a:lnTo>
                    <a:pt x="9880" y="36804"/>
                  </a:lnTo>
                  <a:lnTo>
                    <a:pt x="9753" y="33959"/>
                  </a:lnTo>
                  <a:lnTo>
                    <a:pt x="9613" y="31102"/>
                  </a:lnTo>
                  <a:lnTo>
                    <a:pt x="8991" y="28829"/>
                  </a:lnTo>
                  <a:lnTo>
                    <a:pt x="7708" y="28905"/>
                  </a:lnTo>
                  <a:lnTo>
                    <a:pt x="7302" y="31254"/>
                  </a:lnTo>
                  <a:lnTo>
                    <a:pt x="7556" y="36957"/>
                  </a:lnTo>
                  <a:lnTo>
                    <a:pt x="7899" y="38214"/>
                  </a:lnTo>
                  <a:lnTo>
                    <a:pt x="6832" y="37947"/>
                  </a:lnTo>
                  <a:lnTo>
                    <a:pt x="4394" y="38112"/>
                  </a:lnTo>
                  <a:lnTo>
                    <a:pt x="1955" y="38265"/>
                  </a:lnTo>
                  <a:lnTo>
                    <a:pt x="0" y="38989"/>
                  </a:lnTo>
                  <a:lnTo>
                    <a:pt x="76" y="40487"/>
                  </a:lnTo>
                  <a:lnTo>
                    <a:pt x="2082" y="40970"/>
                  </a:lnTo>
                  <a:lnTo>
                    <a:pt x="6959" y="40665"/>
                  </a:lnTo>
                  <a:lnTo>
                    <a:pt x="8051" y="40259"/>
                  </a:lnTo>
                  <a:lnTo>
                    <a:pt x="7823" y="41567"/>
                  </a:lnTo>
                  <a:lnTo>
                    <a:pt x="7962" y="44411"/>
                  </a:lnTo>
                  <a:lnTo>
                    <a:pt x="8089" y="47269"/>
                  </a:lnTo>
                  <a:lnTo>
                    <a:pt x="8712" y="49542"/>
                  </a:lnTo>
                  <a:lnTo>
                    <a:pt x="9994" y="49466"/>
                  </a:lnTo>
                  <a:lnTo>
                    <a:pt x="10414" y="47117"/>
                  </a:lnTo>
                  <a:lnTo>
                    <a:pt x="10147" y="41427"/>
                  </a:lnTo>
                  <a:lnTo>
                    <a:pt x="9791" y="40157"/>
                  </a:lnTo>
                  <a:lnTo>
                    <a:pt x="10922" y="40411"/>
                  </a:lnTo>
                  <a:lnTo>
                    <a:pt x="13360" y="40259"/>
                  </a:lnTo>
                  <a:lnTo>
                    <a:pt x="15811" y="40106"/>
                  </a:lnTo>
                  <a:lnTo>
                    <a:pt x="17767" y="39382"/>
                  </a:lnTo>
                  <a:close/>
                </a:path>
                <a:path w="68580" h="78740">
                  <a:moveTo>
                    <a:pt x="42595" y="68351"/>
                  </a:moveTo>
                  <a:lnTo>
                    <a:pt x="42519" y="66852"/>
                  </a:lnTo>
                  <a:lnTo>
                    <a:pt x="40513" y="66370"/>
                  </a:lnTo>
                  <a:lnTo>
                    <a:pt x="35636" y="66675"/>
                  </a:lnTo>
                  <a:lnTo>
                    <a:pt x="34480" y="67119"/>
                  </a:lnTo>
                  <a:lnTo>
                    <a:pt x="34721" y="65773"/>
                  </a:lnTo>
                  <a:lnTo>
                    <a:pt x="34582" y="62928"/>
                  </a:lnTo>
                  <a:lnTo>
                    <a:pt x="34455" y="60071"/>
                  </a:lnTo>
                  <a:lnTo>
                    <a:pt x="33832" y="57797"/>
                  </a:lnTo>
                  <a:lnTo>
                    <a:pt x="32537" y="57873"/>
                  </a:lnTo>
                  <a:lnTo>
                    <a:pt x="32131" y="60223"/>
                  </a:lnTo>
                  <a:lnTo>
                    <a:pt x="32397" y="65925"/>
                  </a:lnTo>
                  <a:lnTo>
                    <a:pt x="32727" y="67183"/>
                  </a:lnTo>
                  <a:lnTo>
                    <a:pt x="31673" y="66916"/>
                  </a:lnTo>
                  <a:lnTo>
                    <a:pt x="29222" y="67081"/>
                  </a:lnTo>
                  <a:lnTo>
                    <a:pt x="26784" y="67233"/>
                  </a:lnTo>
                  <a:lnTo>
                    <a:pt x="24828" y="67957"/>
                  </a:lnTo>
                  <a:lnTo>
                    <a:pt x="24904" y="69456"/>
                  </a:lnTo>
                  <a:lnTo>
                    <a:pt x="26911" y="69938"/>
                  </a:lnTo>
                  <a:lnTo>
                    <a:pt x="31788" y="69634"/>
                  </a:lnTo>
                  <a:lnTo>
                    <a:pt x="32880" y="69227"/>
                  </a:lnTo>
                  <a:lnTo>
                    <a:pt x="32651" y="70535"/>
                  </a:lnTo>
                  <a:lnTo>
                    <a:pt x="32791" y="73380"/>
                  </a:lnTo>
                  <a:lnTo>
                    <a:pt x="32931" y="76238"/>
                  </a:lnTo>
                  <a:lnTo>
                    <a:pt x="33540" y="78511"/>
                  </a:lnTo>
                  <a:lnTo>
                    <a:pt x="34836" y="78435"/>
                  </a:lnTo>
                  <a:lnTo>
                    <a:pt x="35242" y="76085"/>
                  </a:lnTo>
                  <a:lnTo>
                    <a:pt x="34975" y="70396"/>
                  </a:lnTo>
                  <a:lnTo>
                    <a:pt x="34620" y="69126"/>
                  </a:lnTo>
                  <a:lnTo>
                    <a:pt x="35763" y="69380"/>
                  </a:lnTo>
                  <a:lnTo>
                    <a:pt x="38201" y="69227"/>
                  </a:lnTo>
                  <a:lnTo>
                    <a:pt x="40640" y="69075"/>
                  </a:lnTo>
                  <a:lnTo>
                    <a:pt x="42595" y="68351"/>
                  </a:lnTo>
                  <a:close/>
                </a:path>
                <a:path w="68580" h="78740">
                  <a:moveTo>
                    <a:pt x="43065" y="10553"/>
                  </a:moveTo>
                  <a:lnTo>
                    <a:pt x="43002" y="9055"/>
                  </a:lnTo>
                  <a:lnTo>
                    <a:pt x="40982" y="8572"/>
                  </a:lnTo>
                  <a:lnTo>
                    <a:pt x="36106" y="8877"/>
                  </a:lnTo>
                  <a:lnTo>
                    <a:pt x="34937" y="9321"/>
                  </a:lnTo>
                  <a:lnTo>
                    <a:pt x="35179" y="7975"/>
                  </a:lnTo>
                  <a:lnTo>
                    <a:pt x="35052" y="5130"/>
                  </a:lnTo>
                  <a:lnTo>
                    <a:pt x="34925" y="2286"/>
                  </a:lnTo>
                  <a:lnTo>
                    <a:pt x="34302" y="0"/>
                  </a:lnTo>
                  <a:lnTo>
                    <a:pt x="33020" y="88"/>
                  </a:lnTo>
                  <a:lnTo>
                    <a:pt x="32600" y="2425"/>
                  </a:lnTo>
                  <a:lnTo>
                    <a:pt x="32867" y="8128"/>
                  </a:lnTo>
                  <a:lnTo>
                    <a:pt x="33210" y="9385"/>
                  </a:lnTo>
                  <a:lnTo>
                    <a:pt x="32143" y="9131"/>
                  </a:lnTo>
                  <a:lnTo>
                    <a:pt x="29705" y="9283"/>
                  </a:lnTo>
                  <a:lnTo>
                    <a:pt x="27266" y="9436"/>
                  </a:lnTo>
                  <a:lnTo>
                    <a:pt x="25298" y="10160"/>
                  </a:lnTo>
                  <a:lnTo>
                    <a:pt x="25374" y="11658"/>
                  </a:lnTo>
                  <a:lnTo>
                    <a:pt x="27393" y="12141"/>
                  </a:lnTo>
                  <a:lnTo>
                    <a:pt x="32270" y="11836"/>
                  </a:lnTo>
                  <a:lnTo>
                    <a:pt x="33362" y="11430"/>
                  </a:lnTo>
                  <a:lnTo>
                    <a:pt x="33134" y="12738"/>
                  </a:lnTo>
                  <a:lnTo>
                    <a:pt x="33261" y="15595"/>
                  </a:lnTo>
                  <a:lnTo>
                    <a:pt x="33401" y="18440"/>
                  </a:lnTo>
                  <a:lnTo>
                    <a:pt x="34023" y="20726"/>
                  </a:lnTo>
                  <a:lnTo>
                    <a:pt x="35306" y="20637"/>
                  </a:lnTo>
                  <a:lnTo>
                    <a:pt x="35712" y="18288"/>
                  </a:lnTo>
                  <a:lnTo>
                    <a:pt x="35458" y="12598"/>
                  </a:lnTo>
                  <a:lnTo>
                    <a:pt x="35102" y="11328"/>
                  </a:lnTo>
                  <a:lnTo>
                    <a:pt x="36233" y="11595"/>
                  </a:lnTo>
                  <a:lnTo>
                    <a:pt x="38671" y="11430"/>
                  </a:lnTo>
                  <a:lnTo>
                    <a:pt x="41109" y="11277"/>
                  </a:lnTo>
                  <a:lnTo>
                    <a:pt x="43065" y="10553"/>
                  </a:lnTo>
                  <a:close/>
                </a:path>
                <a:path w="68580" h="78740">
                  <a:moveTo>
                    <a:pt x="68135" y="39789"/>
                  </a:moveTo>
                  <a:lnTo>
                    <a:pt x="68059" y="38290"/>
                  </a:lnTo>
                  <a:lnTo>
                    <a:pt x="66052" y="37807"/>
                  </a:lnTo>
                  <a:lnTo>
                    <a:pt x="61175" y="38112"/>
                  </a:lnTo>
                  <a:lnTo>
                    <a:pt x="60020" y="38557"/>
                  </a:lnTo>
                  <a:lnTo>
                    <a:pt x="60261" y="37211"/>
                  </a:lnTo>
                  <a:lnTo>
                    <a:pt x="60121" y="34366"/>
                  </a:lnTo>
                  <a:lnTo>
                    <a:pt x="59982" y="31521"/>
                  </a:lnTo>
                  <a:lnTo>
                    <a:pt x="59372" y="29235"/>
                  </a:lnTo>
                  <a:lnTo>
                    <a:pt x="58077" y="29324"/>
                  </a:lnTo>
                  <a:lnTo>
                    <a:pt x="57670" y="31661"/>
                  </a:lnTo>
                  <a:lnTo>
                    <a:pt x="57937" y="37363"/>
                  </a:lnTo>
                  <a:lnTo>
                    <a:pt x="58280" y="38633"/>
                  </a:lnTo>
                  <a:lnTo>
                    <a:pt x="57213" y="38366"/>
                  </a:lnTo>
                  <a:lnTo>
                    <a:pt x="54762" y="38519"/>
                  </a:lnTo>
                  <a:lnTo>
                    <a:pt x="52324" y="38684"/>
                  </a:lnTo>
                  <a:lnTo>
                    <a:pt x="50368" y="39395"/>
                  </a:lnTo>
                  <a:lnTo>
                    <a:pt x="50444" y="40894"/>
                  </a:lnTo>
                  <a:lnTo>
                    <a:pt x="52451" y="41376"/>
                  </a:lnTo>
                  <a:lnTo>
                    <a:pt x="57327" y="41071"/>
                  </a:lnTo>
                  <a:lnTo>
                    <a:pt x="58420" y="40678"/>
                  </a:lnTo>
                  <a:lnTo>
                    <a:pt x="58191" y="41986"/>
                  </a:lnTo>
                  <a:lnTo>
                    <a:pt x="58331" y="44831"/>
                  </a:lnTo>
                  <a:lnTo>
                    <a:pt x="58470" y="47675"/>
                  </a:lnTo>
                  <a:lnTo>
                    <a:pt x="59093" y="49961"/>
                  </a:lnTo>
                  <a:lnTo>
                    <a:pt x="60375" y="49872"/>
                  </a:lnTo>
                  <a:lnTo>
                    <a:pt x="60782" y="47536"/>
                  </a:lnTo>
                  <a:lnTo>
                    <a:pt x="60515" y="41833"/>
                  </a:lnTo>
                  <a:lnTo>
                    <a:pt x="60159" y="40563"/>
                  </a:lnTo>
                  <a:lnTo>
                    <a:pt x="61302" y="40830"/>
                  </a:lnTo>
                  <a:lnTo>
                    <a:pt x="63741" y="40678"/>
                  </a:lnTo>
                  <a:lnTo>
                    <a:pt x="66179" y="40513"/>
                  </a:lnTo>
                  <a:lnTo>
                    <a:pt x="68135" y="39789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4" name="object 1784" descr=""/>
            <p:cNvSpPr/>
            <p:nvPr/>
          </p:nvSpPr>
          <p:spPr>
            <a:xfrm>
              <a:off x="13119848" y="8112206"/>
              <a:ext cx="54610" cy="88900"/>
            </a:xfrm>
            <a:custGeom>
              <a:avLst/>
              <a:gdLst/>
              <a:ahLst/>
              <a:cxnLst/>
              <a:rect l="l" t="t" r="r" b="b"/>
              <a:pathLst>
                <a:path w="54609" h="88900">
                  <a:moveTo>
                    <a:pt x="54022" y="69640"/>
                  </a:moveTo>
                  <a:lnTo>
                    <a:pt x="37904" y="88437"/>
                  </a:lnTo>
                  <a:lnTo>
                    <a:pt x="0" y="44218"/>
                  </a:lnTo>
                  <a:lnTo>
                    <a:pt x="37904" y="0"/>
                  </a:lnTo>
                  <a:lnTo>
                    <a:pt x="54022" y="18797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5" name="object 1785" descr=""/>
            <p:cNvSpPr/>
            <p:nvPr/>
          </p:nvSpPr>
          <p:spPr>
            <a:xfrm>
              <a:off x="13123901" y="8116741"/>
              <a:ext cx="43180" cy="78740"/>
            </a:xfrm>
            <a:custGeom>
              <a:avLst/>
              <a:gdLst/>
              <a:ahLst/>
              <a:cxnLst/>
              <a:rect l="l" t="t" r="r" b="b"/>
              <a:pathLst>
                <a:path w="43180" h="78740">
                  <a:moveTo>
                    <a:pt x="17767" y="39382"/>
                  </a:moveTo>
                  <a:lnTo>
                    <a:pt x="17691" y="37884"/>
                  </a:lnTo>
                  <a:lnTo>
                    <a:pt x="15684" y="37401"/>
                  </a:lnTo>
                  <a:lnTo>
                    <a:pt x="10795" y="37706"/>
                  </a:lnTo>
                  <a:lnTo>
                    <a:pt x="9639" y="38150"/>
                  </a:lnTo>
                  <a:lnTo>
                    <a:pt x="9880" y="36804"/>
                  </a:lnTo>
                  <a:lnTo>
                    <a:pt x="9753" y="33959"/>
                  </a:lnTo>
                  <a:lnTo>
                    <a:pt x="9613" y="31102"/>
                  </a:lnTo>
                  <a:lnTo>
                    <a:pt x="8991" y="28829"/>
                  </a:lnTo>
                  <a:lnTo>
                    <a:pt x="7708" y="28905"/>
                  </a:lnTo>
                  <a:lnTo>
                    <a:pt x="7302" y="31254"/>
                  </a:lnTo>
                  <a:lnTo>
                    <a:pt x="7556" y="36957"/>
                  </a:lnTo>
                  <a:lnTo>
                    <a:pt x="7899" y="38214"/>
                  </a:lnTo>
                  <a:lnTo>
                    <a:pt x="6832" y="37947"/>
                  </a:lnTo>
                  <a:lnTo>
                    <a:pt x="4394" y="38112"/>
                  </a:lnTo>
                  <a:lnTo>
                    <a:pt x="1955" y="38265"/>
                  </a:lnTo>
                  <a:lnTo>
                    <a:pt x="0" y="38989"/>
                  </a:lnTo>
                  <a:lnTo>
                    <a:pt x="76" y="40487"/>
                  </a:lnTo>
                  <a:lnTo>
                    <a:pt x="2082" y="40970"/>
                  </a:lnTo>
                  <a:lnTo>
                    <a:pt x="6959" y="40665"/>
                  </a:lnTo>
                  <a:lnTo>
                    <a:pt x="8051" y="40259"/>
                  </a:lnTo>
                  <a:lnTo>
                    <a:pt x="7823" y="41567"/>
                  </a:lnTo>
                  <a:lnTo>
                    <a:pt x="7962" y="44411"/>
                  </a:lnTo>
                  <a:lnTo>
                    <a:pt x="8089" y="47269"/>
                  </a:lnTo>
                  <a:lnTo>
                    <a:pt x="8712" y="49542"/>
                  </a:lnTo>
                  <a:lnTo>
                    <a:pt x="9994" y="49466"/>
                  </a:lnTo>
                  <a:lnTo>
                    <a:pt x="10414" y="47117"/>
                  </a:lnTo>
                  <a:lnTo>
                    <a:pt x="10147" y="41427"/>
                  </a:lnTo>
                  <a:lnTo>
                    <a:pt x="9779" y="40157"/>
                  </a:lnTo>
                  <a:lnTo>
                    <a:pt x="10922" y="40411"/>
                  </a:lnTo>
                  <a:lnTo>
                    <a:pt x="13360" y="40259"/>
                  </a:lnTo>
                  <a:lnTo>
                    <a:pt x="15798" y="40106"/>
                  </a:lnTo>
                  <a:lnTo>
                    <a:pt x="17767" y="39382"/>
                  </a:lnTo>
                  <a:close/>
                </a:path>
                <a:path w="43180" h="78740">
                  <a:moveTo>
                    <a:pt x="42595" y="68351"/>
                  </a:moveTo>
                  <a:lnTo>
                    <a:pt x="42519" y="66852"/>
                  </a:lnTo>
                  <a:lnTo>
                    <a:pt x="40513" y="66370"/>
                  </a:lnTo>
                  <a:lnTo>
                    <a:pt x="35636" y="66675"/>
                  </a:lnTo>
                  <a:lnTo>
                    <a:pt x="34480" y="67119"/>
                  </a:lnTo>
                  <a:lnTo>
                    <a:pt x="34721" y="65773"/>
                  </a:lnTo>
                  <a:lnTo>
                    <a:pt x="34582" y="62928"/>
                  </a:lnTo>
                  <a:lnTo>
                    <a:pt x="34442" y="60071"/>
                  </a:lnTo>
                  <a:lnTo>
                    <a:pt x="33832" y="57797"/>
                  </a:lnTo>
                  <a:lnTo>
                    <a:pt x="32537" y="57873"/>
                  </a:lnTo>
                  <a:lnTo>
                    <a:pt x="32131" y="60223"/>
                  </a:lnTo>
                  <a:lnTo>
                    <a:pt x="32397" y="65925"/>
                  </a:lnTo>
                  <a:lnTo>
                    <a:pt x="32727" y="67183"/>
                  </a:lnTo>
                  <a:lnTo>
                    <a:pt x="31673" y="66916"/>
                  </a:lnTo>
                  <a:lnTo>
                    <a:pt x="29222" y="67081"/>
                  </a:lnTo>
                  <a:lnTo>
                    <a:pt x="26784" y="67233"/>
                  </a:lnTo>
                  <a:lnTo>
                    <a:pt x="24828" y="67957"/>
                  </a:lnTo>
                  <a:lnTo>
                    <a:pt x="24904" y="69456"/>
                  </a:lnTo>
                  <a:lnTo>
                    <a:pt x="26911" y="69938"/>
                  </a:lnTo>
                  <a:lnTo>
                    <a:pt x="31788" y="69634"/>
                  </a:lnTo>
                  <a:lnTo>
                    <a:pt x="32880" y="69227"/>
                  </a:lnTo>
                  <a:lnTo>
                    <a:pt x="32651" y="70535"/>
                  </a:lnTo>
                  <a:lnTo>
                    <a:pt x="32791" y="73380"/>
                  </a:lnTo>
                  <a:lnTo>
                    <a:pt x="32931" y="76238"/>
                  </a:lnTo>
                  <a:lnTo>
                    <a:pt x="33540" y="78511"/>
                  </a:lnTo>
                  <a:lnTo>
                    <a:pt x="34836" y="78435"/>
                  </a:lnTo>
                  <a:lnTo>
                    <a:pt x="35242" y="76085"/>
                  </a:lnTo>
                  <a:lnTo>
                    <a:pt x="34975" y="70396"/>
                  </a:lnTo>
                  <a:lnTo>
                    <a:pt x="34620" y="69126"/>
                  </a:lnTo>
                  <a:lnTo>
                    <a:pt x="35763" y="69380"/>
                  </a:lnTo>
                  <a:lnTo>
                    <a:pt x="38201" y="69227"/>
                  </a:lnTo>
                  <a:lnTo>
                    <a:pt x="40640" y="69075"/>
                  </a:lnTo>
                  <a:lnTo>
                    <a:pt x="42595" y="68351"/>
                  </a:lnTo>
                  <a:close/>
                </a:path>
                <a:path w="43180" h="78740">
                  <a:moveTo>
                    <a:pt x="43065" y="10553"/>
                  </a:moveTo>
                  <a:lnTo>
                    <a:pt x="43002" y="9055"/>
                  </a:lnTo>
                  <a:lnTo>
                    <a:pt x="40982" y="8572"/>
                  </a:lnTo>
                  <a:lnTo>
                    <a:pt x="36106" y="8877"/>
                  </a:lnTo>
                  <a:lnTo>
                    <a:pt x="34950" y="9321"/>
                  </a:lnTo>
                  <a:lnTo>
                    <a:pt x="35191" y="7975"/>
                  </a:lnTo>
                  <a:lnTo>
                    <a:pt x="35052" y="5130"/>
                  </a:lnTo>
                  <a:lnTo>
                    <a:pt x="34925" y="2286"/>
                  </a:lnTo>
                  <a:lnTo>
                    <a:pt x="34302" y="0"/>
                  </a:lnTo>
                  <a:lnTo>
                    <a:pt x="33020" y="88"/>
                  </a:lnTo>
                  <a:lnTo>
                    <a:pt x="32600" y="2425"/>
                  </a:lnTo>
                  <a:lnTo>
                    <a:pt x="32867" y="8128"/>
                  </a:lnTo>
                  <a:lnTo>
                    <a:pt x="33210" y="9385"/>
                  </a:lnTo>
                  <a:lnTo>
                    <a:pt x="32143" y="9131"/>
                  </a:lnTo>
                  <a:lnTo>
                    <a:pt x="29705" y="9283"/>
                  </a:lnTo>
                  <a:lnTo>
                    <a:pt x="27266" y="9436"/>
                  </a:lnTo>
                  <a:lnTo>
                    <a:pt x="25298" y="10160"/>
                  </a:lnTo>
                  <a:lnTo>
                    <a:pt x="25374" y="11658"/>
                  </a:lnTo>
                  <a:lnTo>
                    <a:pt x="27393" y="12141"/>
                  </a:lnTo>
                  <a:lnTo>
                    <a:pt x="32270" y="11836"/>
                  </a:lnTo>
                  <a:lnTo>
                    <a:pt x="33362" y="11430"/>
                  </a:lnTo>
                  <a:lnTo>
                    <a:pt x="33134" y="12738"/>
                  </a:lnTo>
                  <a:lnTo>
                    <a:pt x="33261" y="15595"/>
                  </a:lnTo>
                  <a:lnTo>
                    <a:pt x="33388" y="18440"/>
                  </a:lnTo>
                  <a:lnTo>
                    <a:pt x="34023" y="20726"/>
                  </a:lnTo>
                  <a:lnTo>
                    <a:pt x="35306" y="20637"/>
                  </a:lnTo>
                  <a:lnTo>
                    <a:pt x="35712" y="18288"/>
                  </a:lnTo>
                  <a:lnTo>
                    <a:pt x="35458" y="12598"/>
                  </a:lnTo>
                  <a:lnTo>
                    <a:pt x="35102" y="11328"/>
                  </a:lnTo>
                  <a:lnTo>
                    <a:pt x="36233" y="11595"/>
                  </a:lnTo>
                  <a:lnTo>
                    <a:pt x="38671" y="11430"/>
                  </a:lnTo>
                  <a:lnTo>
                    <a:pt x="41109" y="11277"/>
                  </a:lnTo>
                  <a:lnTo>
                    <a:pt x="43065" y="10553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6" name="object 1786" descr=""/>
            <p:cNvSpPr/>
            <p:nvPr/>
          </p:nvSpPr>
          <p:spPr>
            <a:xfrm>
              <a:off x="12965824" y="8230602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75819" y="44218"/>
                  </a:moveTo>
                  <a:lnTo>
                    <a:pt x="37904" y="88447"/>
                  </a:lnTo>
                  <a:lnTo>
                    <a:pt x="0" y="44218"/>
                  </a:lnTo>
                  <a:lnTo>
                    <a:pt x="37904" y="0"/>
                  </a:lnTo>
                  <a:lnTo>
                    <a:pt x="75819" y="4421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7" name="object 1787" descr=""/>
            <p:cNvSpPr/>
            <p:nvPr/>
          </p:nvSpPr>
          <p:spPr>
            <a:xfrm>
              <a:off x="12969875" y="8235130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382"/>
                  </a:moveTo>
                  <a:lnTo>
                    <a:pt x="17691" y="37884"/>
                  </a:lnTo>
                  <a:lnTo>
                    <a:pt x="15684" y="37414"/>
                  </a:lnTo>
                  <a:lnTo>
                    <a:pt x="10795" y="37706"/>
                  </a:lnTo>
                  <a:lnTo>
                    <a:pt x="9639" y="38150"/>
                  </a:lnTo>
                  <a:lnTo>
                    <a:pt x="9880" y="36817"/>
                  </a:lnTo>
                  <a:lnTo>
                    <a:pt x="9753" y="33959"/>
                  </a:lnTo>
                  <a:lnTo>
                    <a:pt x="9613" y="31115"/>
                  </a:lnTo>
                  <a:lnTo>
                    <a:pt x="8991" y="28829"/>
                  </a:lnTo>
                  <a:lnTo>
                    <a:pt x="7708" y="28917"/>
                  </a:lnTo>
                  <a:lnTo>
                    <a:pt x="7302" y="31267"/>
                  </a:lnTo>
                  <a:lnTo>
                    <a:pt x="7556" y="36957"/>
                  </a:lnTo>
                  <a:lnTo>
                    <a:pt x="7899" y="38227"/>
                  </a:lnTo>
                  <a:lnTo>
                    <a:pt x="6832" y="37960"/>
                  </a:lnTo>
                  <a:lnTo>
                    <a:pt x="4394" y="38112"/>
                  </a:lnTo>
                  <a:lnTo>
                    <a:pt x="1955" y="38277"/>
                  </a:lnTo>
                  <a:lnTo>
                    <a:pt x="0" y="39001"/>
                  </a:lnTo>
                  <a:lnTo>
                    <a:pt x="76" y="40500"/>
                  </a:lnTo>
                  <a:lnTo>
                    <a:pt x="2082" y="40970"/>
                  </a:lnTo>
                  <a:lnTo>
                    <a:pt x="6959" y="40678"/>
                  </a:lnTo>
                  <a:lnTo>
                    <a:pt x="8051" y="40271"/>
                  </a:lnTo>
                  <a:lnTo>
                    <a:pt x="7823" y="41579"/>
                  </a:lnTo>
                  <a:lnTo>
                    <a:pt x="7962" y="44424"/>
                  </a:lnTo>
                  <a:lnTo>
                    <a:pt x="8089" y="47269"/>
                  </a:lnTo>
                  <a:lnTo>
                    <a:pt x="8712" y="49555"/>
                  </a:lnTo>
                  <a:lnTo>
                    <a:pt x="9994" y="49466"/>
                  </a:lnTo>
                  <a:lnTo>
                    <a:pt x="10414" y="47129"/>
                  </a:lnTo>
                  <a:lnTo>
                    <a:pt x="10147" y="41427"/>
                  </a:lnTo>
                  <a:lnTo>
                    <a:pt x="9791" y="40157"/>
                  </a:lnTo>
                  <a:lnTo>
                    <a:pt x="10922" y="40424"/>
                  </a:lnTo>
                  <a:lnTo>
                    <a:pt x="13360" y="40271"/>
                  </a:lnTo>
                  <a:lnTo>
                    <a:pt x="15811" y="40106"/>
                  </a:lnTo>
                  <a:lnTo>
                    <a:pt x="17767" y="39382"/>
                  </a:lnTo>
                  <a:close/>
                </a:path>
                <a:path w="68580" h="78740">
                  <a:moveTo>
                    <a:pt x="42595" y="68351"/>
                  </a:moveTo>
                  <a:lnTo>
                    <a:pt x="42519" y="66852"/>
                  </a:lnTo>
                  <a:lnTo>
                    <a:pt x="40513" y="66382"/>
                  </a:lnTo>
                  <a:lnTo>
                    <a:pt x="35636" y="66675"/>
                  </a:lnTo>
                  <a:lnTo>
                    <a:pt x="34480" y="67119"/>
                  </a:lnTo>
                  <a:lnTo>
                    <a:pt x="34721" y="65786"/>
                  </a:lnTo>
                  <a:lnTo>
                    <a:pt x="34582" y="62928"/>
                  </a:lnTo>
                  <a:lnTo>
                    <a:pt x="34442" y="60083"/>
                  </a:lnTo>
                  <a:lnTo>
                    <a:pt x="33832" y="57797"/>
                  </a:lnTo>
                  <a:lnTo>
                    <a:pt x="32537" y="57886"/>
                  </a:lnTo>
                  <a:lnTo>
                    <a:pt x="32131" y="60236"/>
                  </a:lnTo>
                  <a:lnTo>
                    <a:pt x="32397" y="65925"/>
                  </a:lnTo>
                  <a:lnTo>
                    <a:pt x="32740" y="67195"/>
                  </a:lnTo>
                  <a:lnTo>
                    <a:pt x="31673" y="66929"/>
                  </a:lnTo>
                  <a:lnTo>
                    <a:pt x="29222" y="67081"/>
                  </a:lnTo>
                  <a:lnTo>
                    <a:pt x="26784" y="67246"/>
                  </a:lnTo>
                  <a:lnTo>
                    <a:pt x="24828" y="67970"/>
                  </a:lnTo>
                  <a:lnTo>
                    <a:pt x="24904" y="69456"/>
                  </a:lnTo>
                  <a:lnTo>
                    <a:pt x="26911" y="69938"/>
                  </a:lnTo>
                  <a:lnTo>
                    <a:pt x="31788" y="69646"/>
                  </a:lnTo>
                  <a:lnTo>
                    <a:pt x="32880" y="69240"/>
                  </a:lnTo>
                  <a:lnTo>
                    <a:pt x="32651" y="70548"/>
                  </a:lnTo>
                  <a:lnTo>
                    <a:pt x="32791" y="73393"/>
                  </a:lnTo>
                  <a:lnTo>
                    <a:pt x="32918" y="76238"/>
                  </a:lnTo>
                  <a:lnTo>
                    <a:pt x="33540" y="78524"/>
                  </a:lnTo>
                  <a:lnTo>
                    <a:pt x="34836" y="78435"/>
                  </a:lnTo>
                  <a:lnTo>
                    <a:pt x="35242" y="76098"/>
                  </a:lnTo>
                  <a:lnTo>
                    <a:pt x="34975" y="70396"/>
                  </a:lnTo>
                  <a:lnTo>
                    <a:pt x="34620" y="69126"/>
                  </a:lnTo>
                  <a:lnTo>
                    <a:pt x="35763" y="69392"/>
                  </a:lnTo>
                  <a:lnTo>
                    <a:pt x="38201" y="69240"/>
                  </a:lnTo>
                  <a:lnTo>
                    <a:pt x="40640" y="69075"/>
                  </a:lnTo>
                  <a:lnTo>
                    <a:pt x="42595" y="68351"/>
                  </a:lnTo>
                  <a:close/>
                </a:path>
                <a:path w="68580" h="78740">
                  <a:moveTo>
                    <a:pt x="43078" y="10566"/>
                  </a:moveTo>
                  <a:lnTo>
                    <a:pt x="43002" y="9067"/>
                  </a:lnTo>
                  <a:lnTo>
                    <a:pt x="40982" y="8585"/>
                  </a:lnTo>
                  <a:lnTo>
                    <a:pt x="36106" y="8890"/>
                  </a:lnTo>
                  <a:lnTo>
                    <a:pt x="34950" y="9321"/>
                  </a:lnTo>
                  <a:lnTo>
                    <a:pt x="35191" y="7988"/>
                  </a:lnTo>
                  <a:lnTo>
                    <a:pt x="35052" y="5130"/>
                  </a:lnTo>
                  <a:lnTo>
                    <a:pt x="34925" y="2286"/>
                  </a:lnTo>
                  <a:lnTo>
                    <a:pt x="34302" y="0"/>
                  </a:lnTo>
                  <a:lnTo>
                    <a:pt x="33020" y="88"/>
                  </a:lnTo>
                  <a:lnTo>
                    <a:pt x="32600" y="2438"/>
                  </a:lnTo>
                  <a:lnTo>
                    <a:pt x="32867" y="8128"/>
                  </a:lnTo>
                  <a:lnTo>
                    <a:pt x="33210" y="9398"/>
                  </a:lnTo>
                  <a:lnTo>
                    <a:pt x="32143" y="9131"/>
                  </a:lnTo>
                  <a:lnTo>
                    <a:pt x="29705" y="9283"/>
                  </a:lnTo>
                  <a:lnTo>
                    <a:pt x="27266" y="9448"/>
                  </a:lnTo>
                  <a:lnTo>
                    <a:pt x="25298" y="10172"/>
                  </a:lnTo>
                  <a:lnTo>
                    <a:pt x="25374" y="11671"/>
                  </a:lnTo>
                  <a:lnTo>
                    <a:pt x="27393" y="12153"/>
                  </a:lnTo>
                  <a:lnTo>
                    <a:pt x="32270" y="11849"/>
                  </a:lnTo>
                  <a:lnTo>
                    <a:pt x="33362" y="11442"/>
                  </a:lnTo>
                  <a:lnTo>
                    <a:pt x="33134" y="12750"/>
                  </a:lnTo>
                  <a:lnTo>
                    <a:pt x="33261" y="15595"/>
                  </a:lnTo>
                  <a:lnTo>
                    <a:pt x="33388" y="18440"/>
                  </a:lnTo>
                  <a:lnTo>
                    <a:pt x="34023" y="20726"/>
                  </a:lnTo>
                  <a:lnTo>
                    <a:pt x="35306" y="20650"/>
                  </a:lnTo>
                  <a:lnTo>
                    <a:pt x="35712" y="18300"/>
                  </a:lnTo>
                  <a:lnTo>
                    <a:pt x="35458" y="12598"/>
                  </a:lnTo>
                  <a:lnTo>
                    <a:pt x="35090" y="11328"/>
                  </a:lnTo>
                  <a:lnTo>
                    <a:pt x="36233" y="11595"/>
                  </a:lnTo>
                  <a:lnTo>
                    <a:pt x="38671" y="11442"/>
                  </a:lnTo>
                  <a:lnTo>
                    <a:pt x="41109" y="11277"/>
                  </a:lnTo>
                  <a:lnTo>
                    <a:pt x="43078" y="10566"/>
                  </a:lnTo>
                  <a:close/>
                </a:path>
                <a:path w="68580" h="78740">
                  <a:moveTo>
                    <a:pt x="68135" y="39801"/>
                  </a:moveTo>
                  <a:lnTo>
                    <a:pt x="68059" y="38303"/>
                  </a:lnTo>
                  <a:lnTo>
                    <a:pt x="66052" y="37820"/>
                  </a:lnTo>
                  <a:lnTo>
                    <a:pt x="61175" y="38125"/>
                  </a:lnTo>
                  <a:lnTo>
                    <a:pt x="60020" y="38569"/>
                  </a:lnTo>
                  <a:lnTo>
                    <a:pt x="60261" y="37223"/>
                  </a:lnTo>
                  <a:lnTo>
                    <a:pt x="60121" y="34378"/>
                  </a:lnTo>
                  <a:lnTo>
                    <a:pt x="59994" y="31521"/>
                  </a:lnTo>
                  <a:lnTo>
                    <a:pt x="59372" y="29248"/>
                  </a:lnTo>
                  <a:lnTo>
                    <a:pt x="58077" y="29324"/>
                  </a:lnTo>
                  <a:lnTo>
                    <a:pt x="57670" y="31673"/>
                  </a:lnTo>
                  <a:lnTo>
                    <a:pt x="57937" y="37363"/>
                  </a:lnTo>
                  <a:lnTo>
                    <a:pt x="58280" y="38633"/>
                  </a:lnTo>
                  <a:lnTo>
                    <a:pt x="57213" y="38366"/>
                  </a:lnTo>
                  <a:lnTo>
                    <a:pt x="54775" y="38531"/>
                  </a:lnTo>
                  <a:lnTo>
                    <a:pt x="52324" y="38684"/>
                  </a:lnTo>
                  <a:lnTo>
                    <a:pt x="50368" y="39408"/>
                  </a:lnTo>
                  <a:lnTo>
                    <a:pt x="50444" y="40906"/>
                  </a:lnTo>
                  <a:lnTo>
                    <a:pt x="52451" y="41389"/>
                  </a:lnTo>
                  <a:lnTo>
                    <a:pt x="57340" y="41084"/>
                  </a:lnTo>
                  <a:lnTo>
                    <a:pt x="58420" y="40678"/>
                  </a:lnTo>
                  <a:lnTo>
                    <a:pt x="58191" y="41986"/>
                  </a:lnTo>
                  <a:lnTo>
                    <a:pt x="58331" y="44831"/>
                  </a:lnTo>
                  <a:lnTo>
                    <a:pt x="58470" y="47688"/>
                  </a:lnTo>
                  <a:lnTo>
                    <a:pt x="59080" y="49961"/>
                  </a:lnTo>
                  <a:lnTo>
                    <a:pt x="60375" y="49885"/>
                  </a:lnTo>
                  <a:lnTo>
                    <a:pt x="60782" y="47536"/>
                  </a:lnTo>
                  <a:lnTo>
                    <a:pt x="60515" y="41846"/>
                  </a:lnTo>
                  <a:lnTo>
                    <a:pt x="60159" y="40576"/>
                  </a:lnTo>
                  <a:lnTo>
                    <a:pt x="61302" y="40830"/>
                  </a:lnTo>
                  <a:lnTo>
                    <a:pt x="63741" y="40678"/>
                  </a:lnTo>
                  <a:lnTo>
                    <a:pt x="66179" y="40525"/>
                  </a:lnTo>
                  <a:lnTo>
                    <a:pt x="68135" y="398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8" name="object 1788" descr=""/>
            <p:cNvSpPr/>
            <p:nvPr/>
          </p:nvSpPr>
          <p:spPr>
            <a:xfrm>
              <a:off x="13003309" y="8289415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75819" y="44218"/>
                  </a:moveTo>
                  <a:lnTo>
                    <a:pt x="37904" y="88447"/>
                  </a:lnTo>
                  <a:lnTo>
                    <a:pt x="0" y="44218"/>
                  </a:lnTo>
                  <a:lnTo>
                    <a:pt x="37904" y="0"/>
                  </a:lnTo>
                  <a:lnTo>
                    <a:pt x="75819" y="4421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9" name="object 1789" descr=""/>
            <p:cNvSpPr/>
            <p:nvPr/>
          </p:nvSpPr>
          <p:spPr>
            <a:xfrm>
              <a:off x="13007353" y="8293944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382"/>
                  </a:moveTo>
                  <a:lnTo>
                    <a:pt x="17703" y="37884"/>
                  </a:lnTo>
                  <a:lnTo>
                    <a:pt x="15684" y="37414"/>
                  </a:lnTo>
                  <a:lnTo>
                    <a:pt x="10807" y="37706"/>
                  </a:lnTo>
                  <a:lnTo>
                    <a:pt x="9652" y="38150"/>
                  </a:lnTo>
                  <a:lnTo>
                    <a:pt x="9893" y="36817"/>
                  </a:lnTo>
                  <a:lnTo>
                    <a:pt x="9753" y="33959"/>
                  </a:lnTo>
                  <a:lnTo>
                    <a:pt x="9626" y="31115"/>
                  </a:lnTo>
                  <a:lnTo>
                    <a:pt x="9004" y="28829"/>
                  </a:lnTo>
                  <a:lnTo>
                    <a:pt x="7708" y="28917"/>
                  </a:lnTo>
                  <a:lnTo>
                    <a:pt x="7302" y="31267"/>
                  </a:lnTo>
                  <a:lnTo>
                    <a:pt x="7569" y="36957"/>
                  </a:lnTo>
                  <a:lnTo>
                    <a:pt x="7912" y="38227"/>
                  </a:lnTo>
                  <a:lnTo>
                    <a:pt x="6845" y="37960"/>
                  </a:lnTo>
                  <a:lnTo>
                    <a:pt x="4406" y="38112"/>
                  </a:lnTo>
                  <a:lnTo>
                    <a:pt x="1968" y="38277"/>
                  </a:lnTo>
                  <a:lnTo>
                    <a:pt x="0" y="39001"/>
                  </a:lnTo>
                  <a:lnTo>
                    <a:pt x="76" y="40487"/>
                  </a:lnTo>
                  <a:lnTo>
                    <a:pt x="2082" y="40970"/>
                  </a:lnTo>
                  <a:lnTo>
                    <a:pt x="6972" y="40678"/>
                  </a:lnTo>
                  <a:lnTo>
                    <a:pt x="8051" y="40271"/>
                  </a:lnTo>
                  <a:lnTo>
                    <a:pt x="7823" y="41579"/>
                  </a:lnTo>
                  <a:lnTo>
                    <a:pt x="7962" y="44424"/>
                  </a:lnTo>
                  <a:lnTo>
                    <a:pt x="8102" y="47269"/>
                  </a:lnTo>
                  <a:lnTo>
                    <a:pt x="8724" y="49555"/>
                  </a:lnTo>
                  <a:lnTo>
                    <a:pt x="10007" y="49466"/>
                  </a:lnTo>
                  <a:lnTo>
                    <a:pt x="10414" y="47129"/>
                  </a:lnTo>
                  <a:lnTo>
                    <a:pt x="10147" y="41427"/>
                  </a:lnTo>
                  <a:lnTo>
                    <a:pt x="9791" y="40157"/>
                  </a:lnTo>
                  <a:lnTo>
                    <a:pt x="10934" y="40424"/>
                  </a:lnTo>
                  <a:lnTo>
                    <a:pt x="13373" y="40271"/>
                  </a:lnTo>
                  <a:lnTo>
                    <a:pt x="15811" y="40106"/>
                  </a:lnTo>
                  <a:lnTo>
                    <a:pt x="17767" y="39382"/>
                  </a:lnTo>
                  <a:close/>
                </a:path>
                <a:path w="68580" h="78740">
                  <a:moveTo>
                    <a:pt x="42608" y="68351"/>
                  </a:moveTo>
                  <a:lnTo>
                    <a:pt x="42532" y="66852"/>
                  </a:lnTo>
                  <a:lnTo>
                    <a:pt x="40525" y="66382"/>
                  </a:lnTo>
                  <a:lnTo>
                    <a:pt x="35636" y="66675"/>
                  </a:lnTo>
                  <a:lnTo>
                    <a:pt x="34480" y="67119"/>
                  </a:lnTo>
                  <a:lnTo>
                    <a:pt x="34721" y="65773"/>
                  </a:lnTo>
                  <a:lnTo>
                    <a:pt x="34582" y="62928"/>
                  </a:lnTo>
                  <a:lnTo>
                    <a:pt x="34467" y="60083"/>
                  </a:lnTo>
                  <a:lnTo>
                    <a:pt x="33832" y="57797"/>
                  </a:lnTo>
                  <a:lnTo>
                    <a:pt x="32550" y="57886"/>
                  </a:lnTo>
                  <a:lnTo>
                    <a:pt x="32143" y="60223"/>
                  </a:lnTo>
                  <a:lnTo>
                    <a:pt x="32397" y="65925"/>
                  </a:lnTo>
                  <a:lnTo>
                    <a:pt x="32740" y="67195"/>
                  </a:lnTo>
                  <a:lnTo>
                    <a:pt x="31673" y="66929"/>
                  </a:lnTo>
                  <a:lnTo>
                    <a:pt x="29235" y="67081"/>
                  </a:lnTo>
                  <a:lnTo>
                    <a:pt x="26797" y="67246"/>
                  </a:lnTo>
                  <a:lnTo>
                    <a:pt x="24841" y="67970"/>
                  </a:lnTo>
                  <a:lnTo>
                    <a:pt x="24917" y="69456"/>
                  </a:lnTo>
                  <a:lnTo>
                    <a:pt x="26924" y="69938"/>
                  </a:lnTo>
                  <a:lnTo>
                    <a:pt x="31800" y="69634"/>
                  </a:lnTo>
                  <a:lnTo>
                    <a:pt x="32893" y="69227"/>
                  </a:lnTo>
                  <a:lnTo>
                    <a:pt x="32664" y="70548"/>
                  </a:lnTo>
                  <a:lnTo>
                    <a:pt x="32804" y="73393"/>
                  </a:lnTo>
                  <a:lnTo>
                    <a:pt x="32931" y="76238"/>
                  </a:lnTo>
                  <a:lnTo>
                    <a:pt x="33553" y="78524"/>
                  </a:lnTo>
                  <a:lnTo>
                    <a:pt x="34836" y="78435"/>
                  </a:lnTo>
                  <a:lnTo>
                    <a:pt x="35255" y="76098"/>
                  </a:lnTo>
                  <a:lnTo>
                    <a:pt x="34988" y="70396"/>
                  </a:lnTo>
                  <a:lnTo>
                    <a:pt x="34632" y="69126"/>
                  </a:lnTo>
                  <a:lnTo>
                    <a:pt x="35763" y="69392"/>
                  </a:lnTo>
                  <a:lnTo>
                    <a:pt x="38201" y="69240"/>
                  </a:lnTo>
                  <a:lnTo>
                    <a:pt x="40640" y="69075"/>
                  </a:lnTo>
                  <a:lnTo>
                    <a:pt x="42608" y="68351"/>
                  </a:lnTo>
                  <a:close/>
                </a:path>
                <a:path w="68580" h="78740">
                  <a:moveTo>
                    <a:pt x="43078" y="10553"/>
                  </a:moveTo>
                  <a:lnTo>
                    <a:pt x="43002" y="9067"/>
                  </a:lnTo>
                  <a:lnTo>
                    <a:pt x="40995" y="8585"/>
                  </a:lnTo>
                  <a:lnTo>
                    <a:pt x="36118" y="8890"/>
                  </a:lnTo>
                  <a:lnTo>
                    <a:pt x="34963" y="9321"/>
                  </a:lnTo>
                  <a:lnTo>
                    <a:pt x="35204" y="7988"/>
                  </a:lnTo>
                  <a:lnTo>
                    <a:pt x="35064" y="5130"/>
                  </a:lnTo>
                  <a:lnTo>
                    <a:pt x="34925" y="2286"/>
                  </a:lnTo>
                  <a:lnTo>
                    <a:pt x="34302" y="0"/>
                  </a:lnTo>
                  <a:lnTo>
                    <a:pt x="33020" y="88"/>
                  </a:lnTo>
                  <a:lnTo>
                    <a:pt x="32613" y="2438"/>
                  </a:lnTo>
                  <a:lnTo>
                    <a:pt x="32880" y="8128"/>
                  </a:lnTo>
                  <a:lnTo>
                    <a:pt x="33223" y="9398"/>
                  </a:lnTo>
                  <a:lnTo>
                    <a:pt x="32143" y="9131"/>
                  </a:lnTo>
                  <a:lnTo>
                    <a:pt x="29705" y="9283"/>
                  </a:lnTo>
                  <a:lnTo>
                    <a:pt x="27266" y="9448"/>
                  </a:lnTo>
                  <a:lnTo>
                    <a:pt x="25311" y="10172"/>
                  </a:lnTo>
                  <a:lnTo>
                    <a:pt x="25387" y="11671"/>
                  </a:lnTo>
                  <a:lnTo>
                    <a:pt x="27393" y="12153"/>
                  </a:lnTo>
                  <a:lnTo>
                    <a:pt x="32270" y="11849"/>
                  </a:lnTo>
                  <a:lnTo>
                    <a:pt x="33362" y="11442"/>
                  </a:lnTo>
                  <a:lnTo>
                    <a:pt x="33134" y="12750"/>
                  </a:lnTo>
                  <a:lnTo>
                    <a:pt x="33274" y="15595"/>
                  </a:lnTo>
                  <a:lnTo>
                    <a:pt x="33413" y="18440"/>
                  </a:lnTo>
                  <a:lnTo>
                    <a:pt x="34023" y="20726"/>
                  </a:lnTo>
                  <a:lnTo>
                    <a:pt x="35318" y="20637"/>
                  </a:lnTo>
                  <a:lnTo>
                    <a:pt x="35725" y="18300"/>
                  </a:lnTo>
                  <a:lnTo>
                    <a:pt x="35458" y="12598"/>
                  </a:lnTo>
                  <a:lnTo>
                    <a:pt x="35102" y="11328"/>
                  </a:lnTo>
                  <a:lnTo>
                    <a:pt x="36245" y="11595"/>
                  </a:lnTo>
                  <a:lnTo>
                    <a:pt x="38684" y="11442"/>
                  </a:lnTo>
                  <a:lnTo>
                    <a:pt x="41122" y="11277"/>
                  </a:lnTo>
                  <a:lnTo>
                    <a:pt x="43078" y="10553"/>
                  </a:lnTo>
                  <a:close/>
                </a:path>
                <a:path w="68580" h="78740">
                  <a:moveTo>
                    <a:pt x="68148" y="39801"/>
                  </a:moveTo>
                  <a:lnTo>
                    <a:pt x="68072" y="38303"/>
                  </a:lnTo>
                  <a:lnTo>
                    <a:pt x="66065" y="37820"/>
                  </a:lnTo>
                  <a:lnTo>
                    <a:pt x="61175" y="38125"/>
                  </a:lnTo>
                  <a:lnTo>
                    <a:pt x="60020" y="38569"/>
                  </a:lnTo>
                  <a:lnTo>
                    <a:pt x="60261" y="37223"/>
                  </a:lnTo>
                  <a:lnTo>
                    <a:pt x="60134" y="34378"/>
                  </a:lnTo>
                  <a:lnTo>
                    <a:pt x="59994" y="31521"/>
                  </a:lnTo>
                  <a:lnTo>
                    <a:pt x="59372" y="29248"/>
                  </a:lnTo>
                  <a:lnTo>
                    <a:pt x="58089" y="29324"/>
                  </a:lnTo>
                  <a:lnTo>
                    <a:pt x="57683" y="31673"/>
                  </a:lnTo>
                  <a:lnTo>
                    <a:pt x="57937" y="37363"/>
                  </a:lnTo>
                  <a:lnTo>
                    <a:pt x="58280" y="38633"/>
                  </a:lnTo>
                  <a:lnTo>
                    <a:pt x="57213" y="38366"/>
                  </a:lnTo>
                  <a:lnTo>
                    <a:pt x="54775" y="38531"/>
                  </a:lnTo>
                  <a:lnTo>
                    <a:pt x="52336" y="38684"/>
                  </a:lnTo>
                  <a:lnTo>
                    <a:pt x="50380" y="39408"/>
                  </a:lnTo>
                  <a:lnTo>
                    <a:pt x="50457" y="40906"/>
                  </a:lnTo>
                  <a:lnTo>
                    <a:pt x="52463" y="41389"/>
                  </a:lnTo>
                  <a:lnTo>
                    <a:pt x="57340" y="41084"/>
                  </a:lnTo>
                  <a:lnTo>
                    <a:pt x="58432" y="40678"/>
                  </a:lnTo>
                  <a:lnTo>
                    <a:pt x="58216" y="41986"/>
                  </a:lnTo>
                  <a:lnTo>
                    <a:pt x="58343" y="44831"/>
                  </a:lnTo>
                  <a:lnTo>
                    <a:pt x="58470" y="47688"/>
                  </a:lnTo>
                  <a:lnTo>
                    <a:pt x="59093" y="49961"/>
                  </a:lnTo>
                  <a:lnTo>
                    <a:pt x="60375" y="49885"/>
                  </a:lnTo>
                  <a:lnTo>
                    <a:pt x="60794" y="47536"/>
                  </a:lnTo>
                  <a:lnTo>
                    <a:pt x="60528" y="41846"/>
                  </a:lnTo>
                  <a:lnTo>
                    <a:pt x="60159" y="40563"/>
                  </a:lnTo>
                  <a:lnTo>
                    <a:pt x="61302" y="40830"/>
                  </a:lnTo>
                  <a:lnTo>
                    <a:pt x="63741" y="40678"/>
                  </a:lnTo>
                  <a:lnTo>
                    <a:pt x="66192" y="40525"/>
                  </a:lnTo>
                  <a:lnTo>
                    <a:pt x="68148" y="398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0" name="object 1790" descr=""/>
            <p:cNvSpPr/>
            <p:nvPr/>
          </p:nvSpPr>
          <p:spPr>
            <a:xfrm>
              <a:off x="13081324" y="8289415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75819" y="44218"/>
                  </a:moveTo>
                  <a:lnTo>
                    <a:pt x="37904" y="88447"/>
                  </a:lnTo>
                  <a:lnTo>
                    <a:pt x="0" y="44218"/>
                  </a:lnTo>
                  <a:lnTo>
                    <a:pt x="37904" y="0"/>
                  </a:lnTo>
                  <a:lnTo>
                    <a:pt x="75819" y="4421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1" name="object 1791" descr=""/>
            <p:cNvSpPr/>
            <p:nvPr/>
          </p:nvSpPr>
          <p:spPr>
            <a:xfrm>
              <a:off x="13085369" y="8293944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382"/>
                  </a:moveTo>
                  <a:lnTo>
                    <a:pt x="17691" y="37884"/>
                  </a:lnTo>
                  <a:lnTo>
                    <a:pt x="15684" y="37414"/>
                  </a:lnTo>
                  <a:lnTo>
                    <a:pt x="10807" y="37706"/>
                  </a:lnTo>
                  <a:lnTo>
                    <a:pt x="9652" y="38150"/>
                  </a:lnTo>
                  <a:lnTo>
                    <a:pt x="9893" y="36817"/>
                  </a:lnTo>
                  <a:lnTo>
                    <a:pt x="9753" y="33959"/>
                  </a:lnTo>
                  <a:lnTo>
                    <a:pt x="9613" y="31115"/>
                  </a:lnTo>
                  <a:lnTo>
                    <a:pt x="9004" y="28829"/>
                  </a:lnTo>
                  <a:lnTo>
                    <a:pt x="7708" y="28917"/>
                  </a:lnTo>
                  <a:lnTo>
                    <a:pt x="7302" y="31267"/>
                  </a:lnTo>
                  <a:lnTo>
                    <a:pt x="7569" y="36957"/>
                  </a:lnTo>
                  <a:lnTo>
                    <a:pt x="7912" y="38227"/>
                  </a:lnTo>
                  <a:lnTo>
                    <a:pt x="6845" y="37960"/>
                  </a:lnTo>
                  <a:lnTo>
                    <a:pt x="4406" y="38112"/>
                  </a:lnTo>
                  <a:lnTo>
                    <a:pt x="1955" y="38277"/>
                  </a:lnTo>
                  <a:lnTo>
                    <a:pt x="0" y="39001"/>
                  </a:lnTo>
                  <a:lnTo>
                    <a:pt x="76" y="40487"/>
                  </a:lnTo>
                  <a:lnTo>
                    <a:pt x="2082" y="40970"/>
                  </a:lnTo>
                  <a:lnTo>
                    <a:pt x="6972" y="40678"/>
                  </a:lnTo>
                  <a:lnTo>
                    <a:pt x="8051" y="40271"/>
                  </a:lnTo>
                  <a:lnTo>
                    <a:pt x="7823" y="41579"/>
                  </a:lnTo>
                  <a:lnTo>
                    <a:pt x="7962" y="44424"/>
                  </a:lnTo>
                  <a:lnTo>
                    <a:pt x="8089" y="47269"/>
                  </a:lnTo>
                  <a:lnTo>
                    <a:pt x="8724" y="49555"/>
                  </a:lnTo>
                  <a:lnTo>
                    <a:pt x="10007" y="49466"/>
                  </a:lnTo>
                  <a:lnTo>
                    <a:pt x="10414" y="47129"/>
                  </a:lnTo>
                  <a:lnTo>
                    <a:pt x="10160" y="41427"/>
                  </a:lnTo>
                  <a:lnTo>
                    <a:pt x="9804" y="40157"/>
                  </a:lnTo>
                  <a:lnTo>
                    <a:pt x="10934" y="40424"/>
                  </a:lnTo>
                  <a:lnTo>
                    <a:pt x="13373" y="40271"/>
                  </a:lnTo>
                  <a:lnTo>
                    <a:pt x="15811" y="40106"/>
                  </a:lnTo>
                  <a:lnTo>
                    <a:pt x="17767" y="39382"/>
                  </a:lnTo>
                  <a:close/>
                </a:path>
                <a:path w="68580" h="78740">
                  <a:moveTo>
                    <a:pt x="42608" y="68351"/>
                  </a:moveTo>
                  <a:lnTo>
                    <a:pt x="42532" y="66852"/>
                  </a:lnTo>
                  <a:lnTo>
                    <a:pt x="40525" y="66382"/>
                  </a:lnTo>
                  <a:lnTo>
                    <a:pt x="35636" y="66675"/>
                  </a:lnTo>
                  <a:lnTo>
                    <a:pt x="34480" y="67119"/>
                  </a:lnTo>
                  <a:lnTo>
                    <a:pt x="34721" y="65773"/>
                  </a:lnTo>
                  <a:lnTo>
                    <a:pt x="34594" y="62928"/>
                  </a:lnTo>
                  <a:lnTo>
                    <a:pt x="34455" y="60083"/>
                  </a:lnTo>
                  <a:lnTo>
                    <a:pt x="33832" y="57797"/>
                  </a:lnTo>
                  <a:lnTo>
                    <a:pt x="32550" y="57886"/>
                  </a:lnTo>
                  <a:lnTo>
                    <a:pt x="32143" y="60223"/>
                  </a:lnTo>
                  <a:lnTo>
                    <a:pt x="32397" y="65925"/>
                  </a:lnTo>
                  <a:lnTo>
                    <a:pt x="32740" y="67195"/>
                  </a:lnTo>
                  <a:lnTo>
                    <a:pt x="31673" y="66929"/>
                  </a:lnTo>
                  <a:lnTo>
                    <a:pt x="29235" y="67081"/>
                  </a:lnTo>
                  <a:lnTo>
                    <a:pt x="26797" y="67246"/>
                  </a:lnTo>
                  <a:lnTo>
                    <a:pt x="24841" y="67970"/>
                  </a:lnTo>
                  <a:lnTo>
                    <a:pt x="24904" y="69456"/>
                  </a:lnTo>
                  <a:lnTo>
                    <a:pt x="26924" y="69938"/>
                  </a:lnTo>
                  <a:lnTo>
                    <a:pt x="31800" y="69634"/>
                  </a:lnTo>
                  <a:lnTo>
                    <a:pt x="32905" y="69227"/>
                  </a:lnTo>
                  <a:lnTo>
                    <a:pt x="32677" y="70548"/>
                  </a:lnTo>
                  <a:lnTo>
                    <a:pt x="32804" y="73393"/>
                  </a:lnTo>
                  <a:lnTo>
                    <a:pt x="32931" y="76238"/>
                  </a:lnTo>
                  <a:lnTo>
                    <a:pt x="33553" y="78524"/>
                  </a:lnTo>
                  <a:lnTo>
                    <a:pt x="34836" y="78435"/>
                  </a:lnTo>
                  <a:lnTo>
                    <a:pt x="35242" y="76098"/>
                  </a:lnTo>
                  <a:lnTo>
                    <a:pt x="34988" y="70396"/>
                  </a:lnTo>
                  <a:lnTo>
                    <a:pt x="34632" y="69126"/>
                  </a:lnTo>
                  <a:lnTo>
                    <a:pt x="35763" y="69392"/>
                  </a:lnTo>
                  <a:lnTo>
                    <a:pt x="38201" y="69240"/>
                  </a:lnTo>
                  <a:lnTo>
                    <a:pt x="40640" y="69075"/>
                  </a:lnTo>
                  <a:lnTo>
                    <a:pt x="42608" y="68351"/>
                  </a:lnTo>
                  <a:close/>
                </a:path>
                <a:path w="68580" h="78740">
                  <a:moveTo>
                    <a:pt x="43078" y="10553"/>
                  </a:moveTo>
                  <a:lnTo>
                    <a:pt x="43002" y="9067"/>
                  </a:lnTo>
                  <a:lnTo>
                    <a:pt x="40995" y="8585"/>
                  </a:lnTo>
                  <a:lnTo>
                    <a:pt x="36118" y="8890"/>
                  </a:lnTo>
                  <a:lnTo>
                    <a:pt x="34963" y="9321"/>
                  </a:lnTo>
                  <a:lnTo>
                    <a:pt x="35204" y="7988"/>
                  </a:lnTo>
                  <a:lnTo>
                    <a:pt x="35064" y="5130"/>
                  </a:lnTo>
                  <a:lnTo>
                    <a:pt x="34937" y="2286"/>
                  </a:lnTo>
                  <a:lnTo>
                    <a:pt x="34302" y="0"/>
                  </a:lnTo>
                  <a:lnTo>
                    <a:pt x="33020" y="88"/>
                  </a:lnTo>
                  <a:lnTo>
                    <a:pt x="32613" y="2438"/>
                  </a:lnTo>
                  <a:lnTo>
                    <a:pt x="32867" y="8128"/>
                  </a:lnTo>
                  <a:lnTo>
                    <a:pt x="33210" y="9398"/>
                  </a:lnTo>
                  <a:lnTo>
                    <a:pt x="32143" y="9131"/>
                  </a:lnTo>
                  <a:lnTo>
                    <a:pt x="29705" y="9283"/>
                  </a:lnTo>
                  <a:lnTo>
                    <a:pt x="27266" y="9448"/>
                  </a:lnTo>
                  <a:lnTo>
                    <a:pt x="25311" y="10172"/>
                  </a:lnTo>
                  <a:lnTo>
                    <a:pt x="25387" y="11671"/>
                  </a:lnTo>
                  <a:lnTo>
                    <a:pt x="27393" y="12153"/>
                  </a:lnTo>
                  <a:lnTo>
                    <a:pt x="32270" y="11849"/>
                  </a:lnTo>
                  <a:lnTo>
                    <a:pt x="33362" y="11442"/>
                  </a:lnTo>
                  <a:lnTo>
                    <a:pt x="33134" y="12750"/>
                  </a:lnTo>
                  <a:lnTo>
                    <a:pt x="33274" y="15595"/>
                  </a:lnTo>
                  <a:lnTo>
                    <a:pt x="33413" y="18440"/>
                  </a:lnTo>
                  <a:lnTo>
                    <a:pt x="34023" y="20726"/>
                  </a:lnTo>
                  <a:lnTo>
                    <a:pt x="35318" y="20637"/>
                  </a:lnTo>
                  <a:lnTo>
                    <a:pt x="35725" y="18300"/>
                  </a:lnTo>
                  <a:lnTo>
                    <a:pt x="35458" y="12598"/>
                  </a:lnTo>
                  <a:lnTo>
                    <a:pt x="35102" y="11328"/>
                  </a:lnTo>
                  <a:lnTo>
                    <a:pt x="36245" y="11595"/>
                  </a:lnTo>
                  <a:lnTo>
                    <a:pt x="38684" y="11442"/>
                  </a:lnTo>
                  <a:lnTo>
                    <a:pt x="41122" y="11277"/>
                  </a:lnTo>
                  <a:lnTo>
                    <a:pt x="43078" y="10553"/>
                  </a:lnTo>
                  <a:close/>
                </a:path>
                <a:path w="68580" h="78740">
                  <a:moveTo>
                    <a:pt x="68148" y="39801"/>
                  </a:moveTo>
                  <a:lnTo>
                    <a:pt x="68072" y="38303"/>
                  </a:lnTo>
                  <a:lnTo>
                    <a:pt x="66065" y="37820"/>
                  </a:lnTo>
                  <a:lnTo>
                    <a:pt x="61175" y="38125"/>
                  </a:lnTo>
                  <a:lnTo>
                    <a:pt x="60020" y="38569"/>
                  </a:lnTo>
                  <a:lnTo>
                    <a:pt x="60261" y="37223"/>
                  </a:lnTo>
                  <a:lnTo>
                    <a:pt x="60134" y="34378"/>
                  </a:lnTo>
                  <a:lnTo>
                    <a:pt x="59994" y="31521"/>
                  </a:lnTo>
                  <a:lnTo>
                    <a:pt x="59372" y="29248"/>
                  </a:lnTo>
                  <a:lnTo>
                    <a:pt x="58089" y="29324"/>
                  </a:lnTo>
                  <a:lnTo>
                    <a:pt x="57683" y="31673"/>
                  </a:lnTo>
                  <a:lnTo>
                    <a:pt x="57937" y="37363"/>
                  </a:lnTo>
                  <a:lnTo>
                    <a:pt x="58280" y="38633"/>
                  </a:lnTo>
                  <a:lnTo>
                    <a:pt x="57213" y="38366"/>
                  </a:lnTo>
                  <a:lnTo>
                    <a:pt x="54775" y="38531"/>
                  </a:lnTo>
                  <a:lnTo>
                    <a:pt x="52336" y="38684"/>
                  </a:lnTo>
                  <a:lnTo>
                    <a:pt x="50380" y="39408"/>
                  </a:lnTo>
                  <a:lnTo>
                    <a:pt x="50457" y="40906"/>
                  </a:lnTo>
                  <a:lnTo>
                    <a:pt x="52463" y="41389"/>
                  </a:lnTo>
                  <a:lnTo>
                    <a:pt x="57340" y="41084"/>
                  </a:lnTo>
                  <a:lnTo>
                    <a:pt x="58432" y="40678"/>
                  </a:lnTo>
                  <a:lnTo>
                    <a:pt x="58204" y="41986"/>
                  </a:lnTo>
                  <a:lnTo>
                    <a:pt x="58343" y="44831"/>
                  </a:lnTo>
                  <a:lnTo>
                    <a:pt x="58470" y="47688"/>
                  </a:lnTo>
                  <a:lnTo>
                    <a:pt x="59093" y="49961"/>
                  </a:lnTo>
                  <a:lnTo>
                    <a:pt x="60375" y="49885"/>
                  </a:lnTo>
                  <a:lnTo>
                    <a:pt x="60794" y="47536"/>
                  </a:lnTo>
                  <a:lnTo>
                    <a:pt x="60528" y="41846"/>
                  </a:lnTo>
                  <a:lnTo>
                    <a:pt x="60159" y="40563"/>
                  </a:lnTo>
                  <a:lnTo>
                    <a:pt x="61302" y="40830"/>
                  </a:lnTo>
                  <a:lnTo>
                    <a:pt x="63741" y="40678"/>
                  </a:lnTo>
                  <a:lnTo>
                    <a:pt x="66179" y="40525"/>
                  </a:lnTo>
                  <a:lnTo>
                    <a:pt x="68148" y="398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2" name="object 1792" descr=""/>
            <p:cNvSpPr/>
            <p:nvPr/>
          </p:nvSpPr>
          <p:spPr>
            <a:xfrm>
              <a:off x="12937340" y="8289415"/>
              <a:ext cx="66040" cy="88900"/>
            </a:xfrm>
            <a:custGeom>
              <a:avLst/>
              <a:gdLst/>
              <a:ahLst/>
              <a:cxnLst/>
              <a:rect l="l" t="t" r="r" b="b"/>
              <a:pathLst>
                <a:path w="66040" h="88900">
                  <a:moveTo>
                    <a:pt x="65964" y="44218"/>
                  </a:moveTo>
                  <a:lnTo>
                    <a:pt x="28049" y="88447"/>
                  </a:lnTo>
                  <a:lnTo>
                    <a:pt x="0" y="55718"/>
                  </a:lnTo>
                </a:path>
                <a:path w="66040" h="88900">
                  <a:moveTo>
                    <a:pt x="720" y="31881"/>
                  </a:moveTo>
                  <a:lnTo>
                    <a:pt x="28049" y="0"/>
                  </a:lnTo>
                  <a:lnTo>
                    <a:pt x="65964" y="4421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3" name="object 1793" descr=""/>
            <p:cNvSpPr/>
            <p:nvPr/>
          </p:nvSpPr>
          <p:spPr>
            <a:xfrm>
              <a:off x="12937655" y="8293944"/>
              <a:ext cx="62230" cy="78740"/>
            </a:xfrm>
            <a:custGeom>
              <a:avLst/>
              <a:gdLst/>
              <a:ahLst/>
              <a:cxnLst/>
              <a:rect l="l" t="t" r="r" b="b"/>
              <a:pathLst>
                <a:path w="62229" h="78740">
                  <a:moveTo>
                    <a:pt x="11645" y="39382"/>
                  </a:moveTo>
                  <a:lnTo>
                    <a:pt x="11569" y="37884"/>
                  </a:lnTo>
                  <a:lnTo>
                    <a:pt x="9563" y="37414"/>
                  </a:lnTo>
                  <a:lnTo>
                    <a:pt x="4686" y="37706"/>
                  </a:lnTo>
                  <a:lnTo>
                    <a:pt x="3517" y="38150"/>
                  </a:lnTo>
                  <a:lnTo>
                    <a:pt x="3759" y="36817"/>
                  </a:lnTo>
                  <a:lnTo>
                    <a:pt x="3632" y="33959"/>
                  </a:lnTo>
                  <a:lnTo>
                    <a:pt x="3492" y="31115"/>
                  </a:lnTo>
                  <a:lnTo>
                    <a:pt x="2870" y="28829"/>
                  </a:lnTo>
                  <a:lnTo>
                    <a:pt x="1587" y="28917"/>
                  </a:lnTo>
                  <a:lnTo>
                    <a:pt x="1181" y="31267"/>
                  </a:lnTo>
                  <a:lnTo>
                    <a:pt x="1435" y="36957"/>
                  </a:lnTo>
                  <a:lnTo>
                    <a:pt x="1778" y="38227"/>
                  </a:lnTo>
                  <a:lnTo>
                    <a:pt x="711" y="37960"/>
                  </a:lnTo>
                  <a:lnTo>
                    <a:pt x="76" y="37998"/>
                  </a:lnTo>
                  <a:lnTo>
                    <a:pt x="0" y="40728"/>
                  </a:lnTo>
                  <a:lnTo>
                    <a:pt x="838" y="40678"/>
                  </a:lnTo>
                  <a:lnTo>
                    <a:pt x="1930" y="40271"/>
                  </a:lnTo>
                  <a:lnTo>
                    <a:pt x="1714" y="41579"/>
                  </a:lnTo>
                  <a:lnTo>
                    <a:pt x="1841" y="44424"/>
                  </a:lnTo>
                  <a:lnTo>
                    <a:pt x="1981" y="47269"/>
                  </a:lnTo>
                  <a:lnTo>
                    <a:pt x="2590" y="49555"/>
                  </a:lnTo>
                  <a:lnTo>
                    <a:pt x="3886" y="49466"/>
                  </a:lnTo>
                  <a:lnTo>
                    <a:pt x="4292" y="47129"/>
                  </a:lnTo>
                  <a:lnTo>
                    <a:pt x="4025" y="41427"/>
                  </a:lnTo>
                  <a:lnTo>
                    <a:pt x="3670" y="40157"/>
                  </a:lnTo>
                  <a:lnTo>
                    <a:pt x="4813" y="40424"/>
                  </a:lnTo>
                  <a:lnTo>
                    <a:pt x="7251" y="40271"/>
                  </a:lnTo>
                  <a:lnTo>
                    <a:pt x="9690" y="40106"/>
                  </a:lnTo>
                  <a:lnTo>
                    <a:pt x="11645" y="39382"/>
                  </a:lnTo>
                  <a:close/>
                </a:path>
                <a:path w="62229" h="78740">
                  <a:moveTo>
                    <a:pt x="36474" y="68351"/>
                  </a:moveTo>
                  <a:lnTo>
                    <a:pt x="36410" y="66852"/>
                  </a:lnTo>
                  <a:lnTo>
                    <a:pt x="34391" y="66382"/>
                  </a:lnTo>
                  <a:lnTo>
                    <a:pt x="29514" y="66675"/>
                  </a:lnTo>
                  <a:lnTo>
                    <a:pt x="28359" y="67119"/>
                  </a:lnTo>
                  <a:lnTo>
                    <a:pt x="28600" y="65773"/>
                  </a:lnTo>
                  <a:lnTo>
                    <a:pt x="28460" y="62928"/>
                  </a:lnTo>
                  <a:lnTo>
                    <a:pt x="28321" y="60083"/>
                  </a:lnTo>
                  <a:lnTo>
                    <a:pt x="27711" y="57797"/>
                  </a:lnTo>
                  <a:lnTo>
                    <a:pt x="26416" y="57886"/>
                  </a:lnTo>
                  <a:lnTo>
                    <a:pt x="26009" y="60223"/>
                  </a:lnTo>
                  <a:lnTo>
                    <a:pt x="26276" y="65925"/>
                  </a:lnTo>
                  <a:lnTo>
                    <a:pt x="26619" y="67195"/>
                  </a:lnTo>
                  <a:lnTo>
                    <a:pt x="25552" y="66929"/>
                  </a:lnTo>
                  <a:lnTo>
                    <a:pt x="23114" y="67081"/>
                  </a:lnTo>
                  <a:lnTo>
                    <a:pt x="20675" y="67246"/>
                  </a:lnTo>
                  <a:lnTo>
                    <a:pt x="18707" y="67970"/>
                  </a:lnTo>
                  <a:lnTo>
                    <a:pt x="18783" y="69456"/>
                  </a:lnTo>
                  <a:lnTo>
                    <a:pt x="20789" y="69938"/>
                  </a:lnTo>
                  <a:lnTo>
                    <a:pt x="25679" y="69634"/>
                  </a:lnTo>
                  <a:lnTo>
                    <a:pt x="26758" y="69240"/>
                  </a:lnTo>
                  <a:lnTo>
                    <a:pt x="26543" y="70548"/>
                  </a:lnTo>
                  <a:lnTo>
                    <a:pt x="26670" y="73393"/>
                  </a:lnTo>
                  <a:lnTo>
                    <a:pt x="26809" y="76238"/>
                  </a:lnTo>
                  <a:lnTo>
                    <a:pt x="27432" y="78524"/>
                  </a:lnTo>
                  <a:lnTo>
                    <a:pt x="28714" y="78435"/>
                  </a:lnTo>
                  <a:lnTo>
                    <a:pt x="29121" y="76098"/>
                  </a:lnTo>
                  <a:lnTo>
                    <a:pt x="28867" y="70396"/>
                  </a:lnTo>
                  <a:lnTo>
                    <a:pt x="28511" y="69126"/>
                  </a:lnTo>
                  <a:lnTo>
                    <a:pt x="29641" y="69392"/>
                  </a:lnTo>
                  <a:lnTo>
                    <a:pt x="32080" y="69240"/>
                  </a:lnTo>
                  <a:lnTo>
                    <a:pt x="34518" y="69075"/>
                  </a:lnTo>
                  <a:lnTo>
                    <a:pt x="36474" y="68351"/>
                  </a:lnTo>
                  <a:close/>
                </a:path>
                <a:path w="62229" h="78740">
                  <a:moveTo>
                    <a:pt x="36957" y="10553"/>
                  </a:moveTo>
                  <a:lnTo>
                    <a:pt x="36880" y="9067"/>
                  </a:lnTo>
                  <a:lnTo>
                    <a:pt x="34874" y="8585"/>
                  </a:lnTo>
                  <a:lnTo>
                    <a:pt x="29984" y="8890"/>
                  </a:lnTo>
                  <a:lnTo>
                    <a:pt x="28829" y="9321"/>
                  </a:lnTo>
                  <a:lnTo>
                    <a:pt x="29070" y="7988"/>
                  </a:lnTo>
                  <a:lnTo>
                    <a:pt x="28930" y="5130"/>
                  </a:lnTo>
                  <a:lnTo>
                    <a:pt x="28816" y="2286"/>
                  </a:lnTo>
                  <a:lnTo>
                    <a:pt x="28181" y="0"/>
                  </a:lnTo>
                  <a:lnTo>
                    <a:pt x="26898" y="88"/>
                  </a:lnTo>
                  <a:lnTo>
                    <a:pt x="26492" y="2438"/>
                  </a:lnTo>
                  <a:lnTo>
                    <a:pt x="26746" y="8128"/>
                  </a:lnTo>
                  <a:lnTo>
                    <a:pt x="27089" y="9398"/>
                  </a:lnTo>
                  <a:lnTo>
                    <a:pt x="26022" y="9131"/>
                  </a:lnTo>
                  <a:lnTo>
                    <a:pt x="23583" y="9283"/>
                  </a:lnTo>
                  <a:lnTo>
                    <a:pt x="21145" y="9448"/>
                  </a:lnTo>
                  <a:lnTo>
                    <a:pt x="19189" y="10172"/>
                  </a:lnTo>
                  <a:lnTo>
                    <a:pt x="19253" y="11671"/>
                  </a:lnTo>
                  <a:lnTo>
                    <a:pt x="21272" y="12153"/>
                  </a:lnTo>
                  <a:lnTo>
                    <a:pt x="26149" y="11849"/>
                  </a:lnTo>
                  <a:lnTo>
                    <a:pt x="27241" y="11442"/>
                  </a:lnTo>
                  <a:lnTo>
                    <a:pt x="27012" y="12750"/>
                  </a:lnTo>
                  <a:lnTo>
                    <a:pt x="27152" y="15595"/>
                  </a:lnTo>
                  <a:lnTo>
                    <a:pt x="27279" y="18440"/>
                  </a:lnTo>
                  <a:lnTo>
                    <a:pt x="27901" y="20726"/>
                  </a:lnTo>
                  <a:lnTo>
                    <a:pt x="29184" y="20637"/>
                  </a:lnTo>
                  <a:lnTo>
                    <a:pt x="29591" y="18300"/>
                  </a:lnTo>
                  <a:lnTo>
                    <a:pt x="29337" y="12598"/>
                  </a:lnTo>
                  <a:lnTo>
                    <a:pt x="28968" y="11328"/>
                  </a:lnTo>
                  <a:lnTo>
                    <a:pt x="30111" y="11595"/>
                  </a:lnTo>
                  <a:lnTo>
                    <a:pt x="32550" y="11442"/>
                  </a:lnTo>
                  <a:lnTo>
                    <a:pt x="35001" y="11277"/>
                  </a:lnTo>
                  <a:lnTo>
                    <a:pt x="36957" y="10553"/>
                  </a:lnTo>
                  <a:close/>
                </a:path>
                <a:path w="62229" h="78740">
                  <a:moveTo>
                    <a:pt x="62014" y="39801"/>
                  </a:moveTo>
                  <a:lnTo>
                    <a:pt x="61950" y="38303"/>
                  </a:lnTo>
                  <a:lnTo>
                    <a:pt x="59931" y="37820"/>
                  </a:lnTo>
                  <a:lnTo>
                    <a:pt x="55054" y="38125"/>
                  </a:lnTo>
                  <a:lnTo>
                    <a:pt x="53898" y="38569"/>
                  </a:lnTo>
                  <a:lnTo>
                    <a:pt x="54140" y="37223"/>
                  </a:lnTo>
                  <a:lnTo>
                    <a:pt x="54000" y="34378"/>
                  </a:lnTo>
                  <a:lnTo>
                    <a:pt x="53860" y="31521"/>
                  </a:lnTo>
                  <a:lnTo>
                    <a:pt x="53251" y="29248"/>
                  </a:lnTo>
                  <a:lnTo>
                    <a:pt x="51955" y="29324"/>
                  </a:lnTo>
                  <a:lnTo>
                    <a:pt x="51549" y="31673"/>
                  </a:lnTo>
                  <a:lnTo>
                    <a:pt x="51816" y="37363"/>
                  </a:lnTo>
                  <a:lnTo>
                    <a:pt x="52158" y="38633"/>
                  </a:lnTo>
                  <a:lnTo>
                    <a:pt x="51092" y="38366"/>
                  </a:lnTo>
                  <a:lnTo>
                    <a:pt x="48653" y="38531"/>
                  </a:lnTo>
                  <a:lnTo>
                    <a:pt x="46202" y="38684"/>
                  </a:lnTo>
                  <a:lnTo>
                    <a:pt x="44246" y="39408"/>
                  </a:lnTo>
                  <a:lnTo>
                    <a:pt x="44323" y="40906"/>
                  </a:lnTo>
                  <a:lnTo>
                    <a:pt x="46329" y="41389"/>
                  </a:lnTo>
                  <a:lnTo>
                    <a:pt x="51219" y="41084"/>
                  </a:lnTo>
                  <a:lnTo>
                    <a:pt x="52311" y="40678"/>
                  </a:lnTo>
                  <a:lnTo>
                    <a:pt x="52082" y="41986"/>
                  </a:lnTo>
                  <a:lnTo>
                    <a:pt x="52209" y="44831"/>
                  </a:lnTo>
                  <a:lnTo>
                    <a:pt x="52349" y="47688"/>
                  </a:lnTo>
                  <a:lnTo>
                    <a:pt x="52971" y="49961"/>
                  </a:lnTo>
                  <a:lnTo>
                    <a:pt x="54254" y="49885"/>
                  </a:lnTo>
                  <a:lnTo>
                    <a:pt x="54660" y="47536"/>
                  </a:lnTo>
                  <a:lnTo>
                    <a:pt x="54406" y="41846"/>
                  </a:lnTo>
                  <a:lnTo>
                    <a:pt x="54038" y="40563"/>
                  </a:lnTo>
                  <a:lnTo>
                    <a:pt x="55181" y="40830"/>
                  </a:lnTo>
                  <a:lnTo>
                    <a:pt x="57619" y="40678"/>
                  </a:lnTo>
                  <a:lnTo>
                    <a:pt x="60058" y="40525"/>
                  </a:lnTo>
                  <a:lnTo>
                    <a:pt x="62014" y="398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4" name="object 1794" descr=""/>
            <p:cNvSpPr/>
            <p:nvPr/>
          </p:nvSpPr>
          <p:spPr>
            <a:xfrm>
              <a:off x="13042837" y="8230602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75819" y="44218"/>
                  </a:moveTo>
                  <a:lnTo>
                    <a:pt x="37904" y="88447"/>
                  </a:lnTo>
                  <a:lnTo>
                    <a:pt x="0" y="44218"/>
                  </a:lnTo>
                  <a:lnTo>
                    <a:pt x="37904" y="0"/>
                  </a:lnTo>
                  <a:lnTo>
                    <a:pt x="75819" y="4421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5" name="object 1795" descr=""/>
            <p:cNvSpPr/>
            <p:nvPr/>
          </p:nvSpPr>
          <p:spPr>
            <a:xfrm>
              <a:off x="13046888" y="8235130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382"/>
                  </a:moveTo>
                  <a:lnTo>
                    <a:pt x="17691" y="37884"/>
                  </a:lnTo>
                  <a:lnTo>
                    <a:pt x="15684" y="37414"/>
                  </a:lnTo>
                  <a:lnTo>
                    <a:pt x="10795" y="37706"/>
                  </a:lnTo>
                  <a:lnTo>
                    <a:pt x="9639" y="38150"/>
                  </a:lnTo>
                  <a:lnTo>
                    <a:pt x="9880" y="36817"/>
                  </a:lnTo>
                  <a:lnTo>
                    <a:pt x="9753" y="33959"/>
                  </a:lnTo>
                  <a:lnTo>
                    <a:pt x="9613" y="31115"/>
                  </a:lnTo>
                  <a:lnTo>
                    <a:pt x="8991" y="28829"/>
                  </a:lnTo>
                  <a:lnTo>
                    <a:pt x="7708" y="28917"/>
                  </a:lnTo>
                  <a:lnTo>
                    <a:pt x="7302" y="31267"/>
                  </a:lnTo>
                  <a:lnTo>
                    <a:pt x="7556" y="36957"/>
                  </a:lnTo>
                  <a:lnTo>
                    <a:pt x="7899" y="38227"/>
                  </a:lnTo>
                  <a:lnTo>
                    <a:pt x="6832" y="37960"/>
                  </a:lnTo>
                  <a:lnTo>
                    <a:pt x="4394" y="38112"/>
                  </a:lnTo>
                  <a:lnTo>
                    <a:pt x="1955" y="38277"/>
                  </a:lnTo>
                  <a:lnTo>
                    <a:pt x="0" y="39001"/>
                  </a:lnTo>
                  <a:lnTo>
                    <a:pt x="76" y="40500"/>
                  </a:lnTo>
                  <a:lnTo>
                    <a:pt x="2082" y="40970"/>
                  </a:lnTo>
                  <a:lnTo>
                    <a:pt x="6959" y="40678"/>
                  </a:lnTo>
                  <a:lnTo>
                    <a:pt x="8051" y="40271"/>
                  </a:lnTo>
                  <a:lnTo>
                    <a:pt x="7823" y="41579"/>
                  </a:lnTo>
                  <a:lnTo>
                    <a:pt x="7962" y="44424"/>
                  </a:lnTo>
                  <a:lnTo>
                    <a:pt x="8089" y="47269"/>
                  </a:lnTo>
                  <a:lnTo>
                    <a:pt x="8712" y="49555"/>
                  </a:lnTo>
                  <a:lnTo>
                    <a:pt x="9994" y="49466"/>
                  </a:lnTo>
                  <a:lnTo>
                    <a:pt x="10414" y="47129"/>
                  </a:lnTo>
                  <a:lnTo>
                    <a:pt x="10147" y="41427"/>
                  </a:lnTo>
                  <a:lnTo>
                    <a:pt x="9791" y="40157"/>
                  </a:lnTo>
                  <a:lnTo>
                    <a:pt x="10922" y="40424"/>
                  </a:lnTo>
                  <a:lnTo>
                    <a:pt x="13360" y="40271"/>
                  </a:lnTo>
                  <a:lnTo>
                    <a:pt x="15811" y="40106"/>
                  </a:lnTo>
                  <a:lnTo>
                    <a:pt x="17767" y="39382"/>
                  </a:lnTo>
                  <a:close/>
                </a:path>
                <a:path w="68580" h="78740">
                  <a:moveTo>
                    <a:pt x="42595" y="68351"/>
                  </a:moveTo>
                  <a:lnTo>
                    <a:pt x="42519" y="66852"/>
                  </a:lnTo>
                  <a:lnTo>
                    <a:pt x="40513" y="66382"/>
                  </a:lnTo>
                  <a:lnTo>
                    <a:pt x="35636" y="66675"/>
                  </a:lnTo>
                  <a:lnTo>
                    <a:pt x="34480" y="67119"/>
                  </a:lnTo>
                  <a:lnTo>
                    <a:pt x="34721" y="65786"/>
                  </a:lnTo>
                  <a:lnTo>
                    <a:pt x="34582" y="62928"/>
                  </a:lnTo>
                  <a:lnTo>
                    <a:pt x="34455" y="60083"/>
                  </a:lnTo>
                  <a:lnTo>
                    <a:pt x="33832" y="57797"/>
                  </a:lnTo>
                  <a:lnTo>
                    <a:pt x="32537" y="57886"/>
                  </a:lnTo>
                  <a:lnTo>
                    <a:pt x="32131" y="60236"/>
                  </a:lnTo>
                  <a:lnTo>
                    <a:pt x="32397" y="65925"/>
                  </a:lnTo>
                  <a:lnTo>
                    <a:pt x="32740" y="67195"/>
                  </a:lnTo>
                  <a:lnTo>
                    <a:pt x="31673" y="66929"/>
                  </a:lnTo>
                  <a:lnTo>
                    <a:pt x="29222" y="67081"/>
                  </a:lnTo>
                  <a:lnTo>
                    <a:pt x="26784" y="67246"/>
                  </a:lnTo>
                  <a:lnTo>
                    <a:pt x="24828" y="67970"/>
                  </a:lnTo>
                  <a:lnTo>
                    <a:pt x="24904" y="69456"/>
                  </a:lnTo>
                  <a:lnTo>
                    <a:pt x="26911" y="69938"/>
                  </a:lnTo>
                  <a:lnTo>
                    <a:pt x="31788" y="69646"/>
                  </a:lnTo>
                  <a:lnTo>
                    <a:pt x="32880" y="69240"/>
                  </a:lnTo>
                  <a:lnTo>
                    <a:pt x="32651" y="70548"/>
                  </a:lnTo>
                  <a:lnTo>
                    <a:pt x="32791" y="73393"/>
                  </a:lnTo>
                  <a:lnTo>
                    <a:pt x="32931" y="76238"/>
                  </a:lnTo>
                  <a:lnTo>
                    <a:pt x="33540" y="78524"/>
                  </a:lnTo>
                  <a:lnTo>
                    <a:pt x="34836" y="78435"/>
                  </a:lnTo>
                  <a:lnTo>
                    <a:pt x="35242" y="76098"/>
                  </a:lnTo>
                  <a:lnTo>
                    <a:pt x="34975" y="70396"/>
                  </a:lnTo>
                  <a:lnTo>
                    <a:pt x="34620" y="69126"/>
                  </a:lnTo>
                  <a:lnTo>
                    <a:pt x="35763" y="69392"/>
                  </a:lnTo>
                  <a:lnTo>
                    <a:pt x="38201" y="69240"/>
                  </a:lnTo>
                  <a:lnTo>
                    <a:pt x="40640" y="69075"/>
                  </a:lnTo>
                  <a:lnTo>
                    <a:pt x="42595" y="68351"/>
                  </a:lnTo>
                  <a:close/>
                </a:path>
                <a:path w="68580" h="78740">
                  <a:moveTo>
                    <a:pt x="43065" y="10566"/>
                  </a:moveTo>
                  <a:lnTo>
                    <a:pt x="43002" y="9067"/>
                  </a:lnTo>
                  <a:lnTo>
                    <a:pt x="40982" y="8585"/>
                  </a:lnTo>
                  <a:lnTo>
                    <a:pt x="36106" y="8890"/>
                  </a:lnTo>
                  <a:lnTo>
                    <a:pt x="34937" y="9321"/>
                  </a:lnTo>
                  <a:lnTo>
                    <a:pt x="35179" y="7988"/>
                  </a:lnTo>
                  <a:lnTo>
                    <a:pt x="35052" y="5130"/>
                  </a:lnTo>
                  <a:lnTo>
                    <a:pt x="34925" y="2286"/>
                  </a:lnTo>
                  <a:lnTo>
                    <a:pt x="34302" y="0"/>
                  </a:lnTo>
                  <a:lnTo>
                    <a:pt x="33020" y="88"/>
                  </a:lnTo>
                  <a:lnTo>
                    <a:pt x="32600" y="2438"/>
                  </a:lnTo>
                  <a:lnTo>
                    <a:pt x="32867" y="8128"/>
                  </a:lnTo>
                  <a:lnTo>
                    <a:pt x="33210" y="9398"/>
                  </a:lnTo>
                  <a:lnTo>
                    <a:pt x="32143" y="9131"/>
                  </a:lnTo>
                  <a:lnTo>
                    <a:pt x="29705" y="9283"/>
                  </a:lnTo>
                  <a:lnTo>
                    <a:pt x="27266" y="9448"/>
                  </a:lnTo>
                  <a:lnTo>
                    <a:pt x="25298" y="10172"/>
                  </a:lnTo>
                  <a:lnTo>
                    <a:pt x="25374" y="11671"/>
                  </a:lnTo>
                  <a:lnTo>
                    <a:pt x="27393" y="12153"/>
                  </a:lnTo>
                  <a:lnTo>
                    <a:pt x="32270" y="11849"/>
                  </a:lnTo>
                  <a:lnTo>
                    <a:pt x="33362" y="11442"/>
                  </a:lnTo>
                  <a:lnTo>
                    <a:pt x="33134" y="12750"/>
                  </a:lnTo>
                  <a:lnTo>
                    <a:pt x="33261" y="15595"/>
                  </a:lnTo>
                  <a:lnTo>
                    <a:pt x="33401" y="18440"/>
                  </a:lnTo>
                  <a:lnTo>
                    <a:pt x="34023" y="20726"/>
                  </a:lnTo>
                  <a:lnTo>
                    <a:pt x="35306" y="20650"/>
                  </a:lnTo>
                  <a:lnTo>
                    <a:pt x="35712" y="18300"/>
                  </a:lnTo>
                  <a:lnTo>
                    <a:pt x="35458" y="12598"/>
                  </a:lnTo>
                  <a:lnTo>
                    <a:pt x="35090" y="11328"/>
                  </a:lnTo>
                  <a:lnTo>
                    <a:pt x="36233" y="11595"/>
                  </a:lnTo>
                  <a:lnTo>
                    <a:pt x="38671" y="11442"/>
                  </a:lnTo>
                  <a:lnTo>
                    <a:pt x="41109" y="11277"/>
                  </a:lnTo>
                  <a:lnTo>
                    <a:pt x="43065" y="10566"/>
                  </a:lnTo>
                  <a:close/>
                </a:path>
                <a:path w="68580" h="78740">
                  <a:moveTo>
                    <a:pt x="68135" y="39801"/>
                  </a:moveTo>
                  <a:lnTo>
                    <a:pt x="68059" y="38303"/>
                  </a:lnTo>
                  <a:lnTo>
                    <a:pt x="66052" y="37820"/>
                  </a:lnTo>
                  <a:lnTo>
                    <a:pt x="61175" y="38125"/>
                  </a:lnTo>
                  <a:lnTo>
                    <a:pt x="60020" y="38569"/>
                  </a:lnTo>
                  <a:lnTo>
                    <a:pt x="60261" y="37223"/>
                  </a:lnTo>
                  <a:lnTo>
                    <a:pt x="60121" y="34378"/>
                  </a:lnTo>
                  <a:lnTo>
                    <a:pt x="59982" y="31521"/>
                  </a:lnTo>
                  <a:lnTo>
                    <a:pt x="59372" y="29248"/>
                  </a:lnTo>
                  <a:lnTo>
                    <a:pt x="58077" y="29324"/>
                  </a:lnTo>
                  <a:lnTo>
                    <a:pt x="57670" y="31673"/>
                  </a:lnTo>
                  <a:lnTo>
                    <a:pt x="57937" y="37363"/>
                  </a:lnTo>
                  <a:lnTo>
                    <a:pt x="58280" y="38633"/>
                  </a:lnTo>
                  <a:lnTo>
                    <a:pt x="57213" y="38366"/>
                  </a:lnTo>
                  <a:lnTo>
                    <a:pt x="54762" y="38531"/>
                  </a:lnTo>
                  <a:lnTo>
                    <a:pt x="52324" y="38684"/>
                  </a:lnTo>
                  <a:lnTo>
                    <a:pt x="50368" y="39408"/>
                  </a:lnTo>
                  <a:lnTo>
                    <a:pt x="50444" y="40906"/>
                  </a:lnTo>
                  <a:lnTo>
                    <a:pt x="52451" y="41389"/>
                  </a:lnTo>
                  <a:lnTo>
                    <a:pt x="57327" y="41084"/>
                  </a:lnTo>
                  <a:lnTo>
                    <a:pt x="58420" y="40678"/>
                  </a:lnTo>
                  <a:lnTo>
                    <a:pt x="58191" y="41986"/>
                  </a:lnTo>
                  <a:lnTo>
                    <a:pt x="58331" y="44831"/>
                  </a:lnTo>
                  <a:lnTo>
                    <a:pt x="58470" y="47688"/>
                  </a:lnTo>
                  <a:lnTo>
                    <a:pt x="59093" y="49961"/>
                  </a:lnTo>
                  <a:lnTo>
                    <a:pt x="60375" y="49885"/>
                  </a:lnTo>
                  <a:lnTo>
                    <a:pt x="60782" y="47536"/>
                  </a:lnTo>
                  <a:lnTo>
                    <a:pt x="60515" y="41846"/>
                  </a:lnTo>
                  <a:lnTo>
                    <a:pt x="60159" y="40576"/>
                  </a:lnTo>
                  <a:lnTo>
                    <a:pt x="61302" y="40830"/>
                  </a:lnTo>
                  <a:lnTo>
                    <a:pt x="63741" y="40678"/>
                  </a:lnTo>
                  <a:lnTo>
                    <a:pt x="66179" y="40525"/>
                  </a:lnTo>
                  <a:lnTo>
                    <a:pt x="68135" y="398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6" name="object 1796" descr=""/>
            <p:cNvSpPr/>
            <p:nvPr/>
          </p:nvSpPr>
          <p:spPr>
            <a:xfrm>
              <a:off x="13119848" y="8230602"/>
              <a:ext cx="54610" cy="88900"/>
            </a:xfrm>
            <a:custGeom>
              <a:avLst/>
              <a:gdLst/>
              <a:ahLst/>
              <a:cxnLst/>
              <a:rect l="l" t="t" r="r" b="b"/>
              <a:pathLst>
                <a:path w="54609" h="88900">
                  <a:moveTo>
                    <a:pt x="54022" y="69646"/>
                  </a:moveTo>
                  <a:lnTo>
                    <a:pt x="37904" y="88447"/>
                  </a:lnTo>
                  <a:lnTo>
                    <a:pt x="0" y="44218"/>
                  </a:lnTo>
                  <a:lnTo>
                    <a:pt x="37904" y="0"/>
                  </a:lnTo>
                  <a:lnTo>
                    <a:pt x="54022" y="18797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7" name="object 1797" descr=""/>
            <p:cNvSpPr/>
            <p:nvPr/>
          </p:nvSpPr>
          <p:spPr>
            <a:xfrm>
              <a:off x="13123901" y="8235130"/>
              <a:ext cx="43180" cy="78740"/>
            </a:xfrm>
            <a:custGeom>
              <a:avLst/>
              <a:gdLst/>
              <a:ahLst/>
              <a:cxnLst/>
              <a:rect l="l" t="t" r="r" b="b"/>
              <a:pathLst>
                <a:path w="43180" h="78740">
                  <a:moveTo>
                    <a:pt x="17767" y="39382"/>
                  </a:moveTo>
                  <a:lnTo>
                    <a:pt x="17691" y="37884"/>
                  </a:lnTo>
                  <a:lnTo>
                    <a:pt x="15684" y="37414"/>
                  </a:lnTo>
                  <a:lnTo>
                    <a:pt x="10795" y="37706"/>
                  </a:lnTo>
                  <a:lnTo>
                    <a:pt x="9639" y="38150"/>
                  </a:lnTo>
                  <a:lnTo>
                    <a:pt x="9880" y="36817"/>
                  </a:lnTo>
                  <a:lnTo>
                    <a:pt x="9753" y="33959"/>
                  </a:lnTo>
                  <a:lnTo>
                    <a:pt x="9613" y="31115"/>
                  </a:lnTo>
                  <a:lnTo>
                    <a:pt x="8991" y="28829"/>
                  </a:lnTo>
                  <a:lnTo>
                    <a:pt x="7708" y="28917"/>
                  </a:lnTo>
                  <a:lnTo>
                    <a:pt x="7302" y="31267"/>
                  </a:lnTo>
                  <a:lnTo>
                    <a:pt x="7556" y="36957"/>
                  </a:lnTo>
                  <a:lnTo>
                    <a:pt x="7899" y="38227"/>
                  </a:lnTo>
                  <a:lnTo>
                    <a:pt x="6832" y="37960"/>
                  </a:lnTo>
                  <a:lnTo>
                    <a:pt x="4394" y="38112"/>
                  </a:lnTo>
                  <a:lnTo>
                    <a:pt x="1955" y="38277"/>
                  </a:lnTo>
                  <a:lnTo>
                    <a:pt x="0" y="39001"/>
                  </a:lnTo>
                  <a:lnTo>
                    <a:pt x="76" y="40500"/>
                  </a:lnTo>
                  <a:lnTo>
                    <a:pt x="2082" y="40970"/>
                  </a:lnTo>
                  <a:lnTo>
                    <a:pt x="6959" y="40678"/>
                  </a:lnTo>
                  <a:lnTo>
                    <a:pt x="8051" y="40271"/>
                  </a:lnTo>
                  <a:lnTo>
                    <a:pt x="7823" y="41579"/>
                  </a:lnTo>
                  <a:lnTo>
                    <a:pt x="7962" y="44424"/>
                  </a:lnTo>
                  <a:lnTo>
                    <a:pt x="8089" y="47269"/>
                  </a:lnTo>
                  <a:lnTo>
                    <a:pt x="8712" y="49555"/>
                  </a:lnTo>
                  <a:lnTo>
                    <a:pt x="9994" y="49466"/>
                  </a:lnTo>
                  <a:lnTo>
                    <a:pt x="10414" y="47129"/>
                  </a:lnTo>
                  <a:lnTo>
                    <a:pt x="10147" y="41427"/>
                  </a:lnTo>
                  <a:lnTo>
                    <a:pt x="9791" y="40157"/>
                  </a:lnTo>
                  <a:lnTo>
                    <a:pt x="10922" y="40424"/>
                  </a:lnTo>
                  <a:lnTo>
                    <a:pt x="13360" y="40271"/>
                  </a:lnTo>
                  <a:lnTo>
                    <a:pt x="15798" y="40106"/>
                  </a:lnTo>
                  <a:lnTo>
                    <a:pt x="17767" y="39382"/>
                  </a:lnTo>
                  <a:close/>
                </a:path>
                <a:path w="43180" h="78740">
                  <a:moveTo>
                    <a:pt x="42595" y="68351"/>
                  </a:moveTo>
                  <a:lnTo>
                    <a:pt x="42519" y="66852"/>
                  </a:lnTo>
                  <a:lnTo>
                    <a:pt x="40513" y="66382"/>
                  </a:lnTo>
                  <a:lnTo>
                    <a:pt x="35636" y="66675"/>
                  </a:lnTo>
                  <a:lnTo>
                    <a:pt x="34480" y="67119"/>
                  </a:lnTo>
                  <a:lnTo>
                    <a:pt x="34721" y="65786"/>
                  </a:lnTo>
                  <a:lnTo>
                    <a:pt x="34582" y="62928"/>
                  </a:lnTo>
                  <a:lnTo>
                    <a:pt x="34442" y="60083"/>
                  </a:lnTo>
                  <a:lnTo>
                    <a:pt x="33832" y="57797"/>
                  </a:lnTo>
                  <a:lnTo>
                    <a:pt x="32537" y="57886"/>
                  </a:lnTo>
                  <a:lnTo>
                    <a:pt x="32131" y="60236"/>
                  </a:lnTo>
                  <a:lnTo>
                    <a:pt x="32397" y="65925"/>
                  </a:lnTo>
                  <a:lnTo>
                    <a:pt x="32740" y="67195"/>
                  </a:lnTo>
                  <a:lnTo>
                    <a:pt x="31673" y="66929"/>
                  </a:lnTo>
                  <a:lnTo>
                    <a:pt x="29222" y="67081"/>
                  </a:lnTo>
                  <a:lnTo>
                    <a:pt x="26784" y="67246"/>
                  </a:lnTo>
                  <a:lnTo>
                    <a:pt x="24828" y="67970"/>
                  </a:lnTo>
                  <a:lnTo>
                    <a:pt x="24904" y="69456"/>
                  </a:lnTo>
                  <a:lnTo>
                    <a:pt x="26911" y="69938"/>
                  </a:lnTo>
                  <a:lnTo>
                    <a:pt x="31788" y="69646"/>
                  </a:lnTo>
                  <a:lnTo>
                    <a:pt x="32880" y="69240"/>
                  </a:lnTo>
                  <a:lnTo>
                    <a:pt x="32651" y="70548"/>
                  </a:lnTo>
                  <a:lnTo>
                    <a:pt x="32791" y="73393"/>
                  </a:lnTo>
                  <a:lnTo>
                    <a:pt x="32931" y="76238"/>
                  </a:lnTo>
                  <a:lnTo>
                    <a:pt x="33540" y="78524"/>
                  </a:lnTo>
                  <a:lnTo>
                    <a:pt x="34836" y="78435"/>
                  </a:lnTo>
                  <a:lnTo>
                    <a:pt x="35242" y="76098"/>
                  </a:lnTo>
                  <a:lnTo>
                    <a:pt x="34975" y="70396"/>
                  </a:lnTo>
                  <a:lnTo>
                    <a:pt x="34620" y="69126"/>
                  </a:lnTo>
                  <a:lnTo>
                    <a:pt x="35763" y="69392"/>
                  </a:lnTo>
                  <a:lnTo>
                    <a:pt x="38201" y="69240"/>
                  </a:lnTo>
                  <a:lnTo>
                    <a:pt x="40640" y="69075"/>
                  </a:lnTo>
                  <a:lnTo>
                    <a:pt x="42595" y="68351"/>
                  </a:lnTo>
                  <a:close/>
                </a:path>
                <a:path w="43180" h="78740">
                  <a:moveTo>
                    <a:pt x="43065" y="10566"/>
                  </a:moveTo>
                  <a:lnTo>
                    <a:pt x="43002" y="9067"/>
                  </a:lnTo>
                  <a:lnTo>
                    <a:pt x="40982" y="8585"/>
                  </a:lnTo>
                  <a:lnTo>
                    <a:pt x="36106" y="8890"/>
                  </a:lnTo>
                  <a:lnTo>
                    <a:pt x="34950" y="9321"/>
                  </a:lnTo>
                  <a:lnTo>
                    <a:pt x="35191" y="7988"/>
                  </a:lnTo>
                  <a:lnTo>
                    <a:pt x="35052" y="5130"/>
                  </a:lnTo>
                  <a:lnTo>
                    <a:pt x="34925" y="2286"/>
                  </a:lnTo>
                  <a:lnTo>
                    <a:pt x="34302" y="0"/>
                  </a:lnTo>
                  <a:lnTo>
                    <a:pt x="33020" y="88"/>
                  </a:lnTo>
                  <a:lnTo>
                    <a:pt x="32600" y="2438"/>
                  </a:lnTo>
                  <a:lnTo>
                    <a:pt x="32867" y="8128"/>
                  </a:lnTo>
                  <a:lnTo>
                    <a:pt x="33210" y="9398"/>
                  </a:lnTo>
                  <a:lnTo>
                    <a:pt x="32143" y="9131"/>
                  </a:lnTo>
                  <a:lnTo>
                    <a:pt x="29705" y="9283"/>
                  </a:lnTo>
                  <a:lnTo>
                    <a:pt x="27266" y="9448"/>
                  </a:lnTo>
                  <a:lnTo>
                    <a:pt x="25298" y="10172"/>
                  </a:lnTo>
                  <a:lnTo>
                    <a:pt x="25374" y="11671"/>
                  </a:lnTo>
                  <a:lnTo>
                    <a:pt x="27393" y="12153"/>
                  </a:lnTo>
                  <a:lnTo>
                    <a:pt x="32270" y="11849"/>
                  </a:lnTo>
                  <a:lnTo>
                    <a:pt x="33362" y="11442"/>
                  </a:lnTo>
                  <a:lnTo>
                    <a:pt x="33134" y="12750"/>
                  </a:lnTo>
                  <a:lnTo>
                    <a:pt x="33261" y="15595"/>
                  </a:lnTo>
                  <a:lnTo>
                    <a:pt x="33388" y="18440"/>
                  </a:lnTo>
                  <a:lnTo>
                    <a:pt x="34023" y="20726"/>
                  </a:lnTo>
                  <a:lnTo>
                    <a:pt x="35306" y="20650"/>
                  </a:lnTo>
                  <a:lnTo>
                    <a:pt x="35712" y="18300"/>
                  </a:lnTo>
                  <a:lnTo>
                    <a:pt x="35458" y="12598"/>
                  </a:lnTo>
                  <a:lnTo>
                    <a:pt x="35090" y="11328"/>
                  </a:lnTo>
                  <a:lnTo>
                    <a:pt x="36233" y="11595"/>
                  </a:lnTo>
                  <a:lnTo>
                    <a:pt x="38671" y="11442"/>
                  </a:lnTo>
                  <a:lnTo>
                    <a:pt x="41109" y="11277"/>
                  </a:lnTo>
                  <a:lnTo>
                    <a:pt x="43065" y="10566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8" name="object 1798" descr=""/>
            <p:cNvSpPr/>
            <p:nvPr/>
          </p:nvSpPr>
          <p:spPr>
            <a:xfrm>
              <a:off x="15408555" y="6511283"/>
              <a:ext cx="352425" cy="2178050"/>
            </a:xfrm>
            <a:custGeom>
              <a:avLst/>
              <a:gdLst/>
              <a:ahLst/>
              <a:cxnLst/>
              <a:rect l="l" t="t" r="r" b="b"/>
              <a:pathLst>
                <a:path w="352425" h="2178050">
                  <a:moveTo>
                    <a:pt x="351942" y="2177427"/>
                  </a:moveTo>
                  <a:lnTo>
                    <a:pt x="343560" y="2135873"/>
                  </a:lnTo>
                  <a:lnTo>
                    <a:pt x="320687" y="2101951"/>
                  </a:lnTo>
                  <a:lnTo>
                    <a:pt x="296659" y="2085771"/>
                  </a:lnTo>
                  <a:lnTo>
                    <a:pt x="235623" y="66014"/>
                  </a:lnTo>
                  <a:lnTo>
                    <a:pt x="230428" y="40157"/>
                  </a:lnTo>
                  <a:lnTo>
                    <a:pt x="217741" y="19189"/>
                  </a:lnTo>
                  <a:lnTo>
                    <a:pt x="199326" y="5130"/>
                  </a:lnTo>
                  <a:lnTo>
                    <a:pt x="176987" y="0"/>
                  </a:lnTo>
                  <a:lnTo>
                    <a:pt x="52514" y="0"/>
                  </a:lnTo>
                  <a:lnTo>
                    <a:pt x="52514" y="2087626"/>
                  </a:lnTo>
                  <a:lnTo>
                    <a:pt x="31267" y="2101951"/>
                  </a:lnTo>
                  <a:lnTo>
                    <a:pt x="8394" y="2135873"/>
                  </a:lnTo>
                  <a:lnTo>
                    <a:pt x="0" y="2177427"/>
                  </a:lnTo>
                  <a:lnTo>
                    <a:pt x="52514" y="2177427"/>
                  </a:lnTo>
                  <a:lnTo>
                    <a:pt x="299440" y="2177427"/>
                  </a:lnTo>
                  <a:lnTo>
                    <a:pt x="351942" y="2177427"/>
                  </a:lnTo>
                  <a:close/>
                </a:path>
              </a:pathLst>
            </a:custGeom>
            <a:solidFill>
              <a:srgbClr val="ECB4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9" name="object 1799" descr=""/>
            <p:cNvSpPr/>
            <p:nvPr/>
          </p:nvSpPr>
          <p:spPr>
            <a:xfrm>
              <a:off x="15461079" y="8361200"/>
              <a:ext cx="243840" cy="220979"/>
            </a:xfrm>
            <a:custGeom>
              <a:avLst/>
              <a:gdLst/>
              <a:ahLst/>
              <a:cxnLst/>
              <a:rect l="l" t="t" r="r" b="b"/>
              <a:pathLst>
                <a:path w="243840" h="220979">
                  <a:moveTo>
                    <a:pt x="237015" y="0"/>
                  </a:moveTo>
                  <a:lnTo>
                    <a:pt x="0" y="0"/>
                  </a:lnTo>
                  <a:lnTo>
                    <a:pt x="0" y="220757"/>
                  </a:lnTo>
                  <a:lnTo>
                    <a:pt x="243687" y="220757"/>
                  </a:lnTo>
                  <a:lnTo>
                    <a:pt x="237015" y="0"/>
                  </a:lnTo>
                  <a:close/>
                </a:path>
              </a:pathLst>
            </a:custGeom>
            <a:solidFill>
              <a:srgbClr val="29805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0" name="object 1800" descr=""/>
            <p:cNvSpPr/>
            <p:nvPr/>
          </p:nvSpPr>
          <p:spPr>
            <a:xfrm>
              <a:off x="15461069" y="8394363"/>
              <a:ext cx="221615" cy="160655"/>
            </a:xfrm>
            <a:custGeom>
              <a:avLst/>
              <a:gdLst/>
              <a:ahLst/>
              <a:cxnLst/>
              <a:rect l="l" t="t" r="r" b="b"/>
              <a:pathLst>
                <a:path w="221615" h="160654">
                  <a:moveTo>
                    <a:pt x="47066" y="0"/>
                  </a:moveTo>
                  <a:lnTo>
                    <a:pt x="0" y="0"/>
                  </a:lnTo>
                  <a:lnTo>
                    <a:pt x="0" y="36944"/>
                  </a:lnTo>
                  <a:lnTo>
                    <a:pt x="47066" y="36944"/>
                  </a:lnTo>
                  <a:lnTo>
                    <a:pt x="47066" y="0"/>
                  </a:lnTo>
                  <a:close/>
                </a:path>
                <a:path w="221615" h="160654">
                  <a:moveTo>
                    <a:pt x="218655" y="123164"/>
                  </a:moveTo>
                  <a:lnTo>
                    <a:pt x="155295" y="123164"/>
                  </a:lnTo>
                  <a:lnTo>
                    <a:pt x="155295" y="160121"/>
                  </a:lnTo>
                  <a:lnTo>
                    <a:pt x="218655" y="160121"/>
                  </a:lnTo>
                  <a:lnTo>
                    <a:pt x="218655" y="123164"/>
                  </a:lnTo>
                  <a:close/>
                </a:path>
                <a:path w="221615" h="160654">
                  <a:moveTo>
                    <a:pt x="221297" y="0"/>
                  </a:moveTo>
                  <a:lnTo>
                    <a:pt x="157937" y="0"/>
                  </a:lnTo>
                  <a:lnTo>
                    <a:pt x="157937" y="36944"/>
                  </a:lnTo>
                  <a:lnTo>
                    <a:pt x="221297" y="36944"/>
                  </a:lnTo>
                  <a:lnTo>
                    <a:pt x="221297" y="0"/>
                  </a:lnTo>
                  <a:close/>
                </a:path>
              </a:pathLst>
            </a:custGeom>
            <a:solidFill>
              <a:srgbClr val="3687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1" name="object 1801" descr=""/>
            <p:cNvSpPr/>
            <p:nvPr/>
          </p:nvSpPr>
          <p:spPr>
            <a:xfrm>
              <a:off x="15476462" y="8431307"/>
              <a:ext cx="226060" cy="111125"/>
            </a:xfrm>
            <a:custGeom>
              <a:avLst/>
              <a:gdLst/>
              <a:ahLst/>
              <a:cxnLst/>
              <a:rect l="l" t="t" r="r" b="b"/>
              <a:pathLst>
                <a:path w="226059" h="111125">
                  <a:moveTo>
                    <a:pt x="63360" y="73901"/>
                  </a:moveTo>
                  <a:lnTo>
                    <a:pt x="0" y="73901"/>
                  </a:lnTo>
                  <a:lnTo>
                    <a:pt x="0" y="110858"/>
                  </a:lnTo>
                  <a:lnTo>
                    <a:pt x="63360" y="110858"/>
                  </a:lnTo>
                  <a:lnTo>
                    <a:pt x="63360" y="73901"/>
                  </a:lnTo>
                  <a:close/>
                </a:path>
                <a:path w="226059" h="111125">
                  <a:moveTo>
                    <a:pt x="110871" y="0"/>
                  </a:moveTo>
                  <a:lnTo>
                    <a:pt x="47510" y="0"/>
                  </a:lnTo>
                  <a:lnTo>
                    <a:pt x="47510" y="36957"/>
                  </a:lnTo>
                  <a:lnTo>
                    <a:pt x="110871" y="36957"/>
                  </a:lnTo>
                  <a:lnTo>
                    <a:pt x="110871" y="0"/>
                  </a:lnTo>
                  <a:close/>
                </a:path>
                <a:path w="226059" h="111125">
                  <a:moveTo>
                    <a:pt x="225602" y="61595"/>
                  </a:moveTo>
                  <a:lnTo>
                    <a:pt x="224485" y="24638"/>
                  </a:lnTo>
                  <a:lnTo>
                    <a:pt x="182143" y="24638"/>
                  </a:lnTo>
                  <a:lnTo>
                    <a:pt x="182143" y="61595"/>
                  </a:lnTo>
                  <a:lnTo>
                    <a:pt x="225602" y="61595"/>
                  </a:lnTo>
                  <a:close/>
                </a:path>
              </a:pathLst>
            </a:custGeom>
            <a:solidFill>
              <a:srgbClr val="1D784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2" name="object 1802" descr=""/>
            <p:cNvSpPr/>
            <p:nvPr/>
          </p:nvSpPr>
          <p:spPr>
            <a:xfrm>
              <a:off x="15593306" y="7274776"/>
              <a:ext cx="73660" cy="88900"/>
            </a:xfrm>
            <a:custGeom>
              <a:avLst/>
              <a:gdLst/>
              <a:ahLst/>
              <a:cxnLst/>
              <a:rect l="l" t="t" r="r" b="b"/>
              <a:pathLst>
                <a:path w="73659" h="88900">
                  <a:moveTo>
                    <a:pt x="0" y="44229"/>
                  </a:moveTo>
                  <a:lnTo>
                    <a:pt x="37915" y="88447"/>
                  </a:lnTo>
                  <a:lnTo>
                    <a:pt x="73374" y="47081"/>
                  </a:lnTo>
                </a:path>
                <a:path w="73659" h="88900">
                  <a:moveTo>
                    <a:pt x="73195" y="41167"/>
                  </a:moveTo>
                  <a:lnTo>
                    <a:pt x="37915" y="0"/>
                  </a:lnTo>
                  <a:lnTo>
                    <a:pt x="0" y="44229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3" name="object 1803" descr=""/>
            <p:cNvSpPr/>
            <p:nvPr/>
          </p:nvSpPr>
          <p:spPr>
            <a:xfrm>
              <a:off x="15596921" y="7279315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408"/>
                  </a:moveTo>
                  <a:lnTo>
                    <a:pt x="15811" y="38684"/>
                  </a:lnTo>
                  <a:lnTo>
                    <a:pt x="13373" y="38531"/>
                  </a:lnTo>
                  <a:lnTo>
                    <a:pt x="10934" y="38366"/>
                  </a:lnTo>
                  <a:lnTo>
                    <a:pt x="9855" y="38633"/>
                  </a:lnTo>
                  <a:lnTo>
                    <a:pt x="10210" y="37363"/>
                  </a:lnTo>
                  <a:lnTo>
                    <a:pt x="10464" y="31673"/>
                  </a:lnTo>
                  <a:lnTo>
                    <a:pt x="10058" y="29324"/>
                  </a:lnTo>
                  <a:lnTo>
                    <a:pt x="8775" y="29248"/>
                  </a:lnTo>
                  <a:lnTo>
                    <a:pt x="8153" y="31521"/>
                  </a:lnTo>
                  <a:lnTo>
                    <a:pt x="8013" y="34378"/>
                  </a:lnTo>
                  <a:lnTo>
                    <a:pt x="7899" y="37223"/>
                  </a:lnTo>
                  <a:lnTo>
                    <a:pt x="8115" y="38569"/>
                  </a:lnTo>
                  <a:lnTo>
                    <a:pt x="6972" y="38125"/>
                  </a:lnTo>
                  <a:lnTo>
                    <a:pt x="2082" y="37820"/>
                  </a:lnTo>
                  <a:lnTo>
                    <a:pt x="76" y="38303"/>
                  </a:lnTo>
                  <a:lnTo>
                    <a:pt x="0" y="39801"/>
                  </a:lnTo>
                  <a:lnTo>
                    <a:pt x="1968" y="40525"/>
                  </a:lnTo>
                  <a:lnTo>
                    <a:pt x="4406" y="40678"/>
                  </a:lnTo>
                  <a:lnTo>
                    <a:pt x="6845" y="40830"/>
                  </a:lnTo>
                  <a:lnTo>
                    <a:pt x="7975" y="40563"/>
                  </a:lnTo>
                  <a:lnTo>
                    <a:pt x="7620" y="41833"/>
                  </a:lnTo>
                  <a:lnTo>
                    <a:pt x="7366" y="47536"/>
                  </a:lnTo>
                  <a:lnTo>
                    <a:pt x="7772" y="49885"/>
                  </a:lnTo>
                  <a:lnTo>
                    <a:pt x="9055" y="49961"/>
                  </a:lnTo>
                  <a:lnTo>
                    <a:pt x="9677" y="47688"/>
                  </a:lnTo>
                  <a:lnTo>
                    <a:pt x="9804" y="44831"/>
                  </a:lnTo>
                  <a:lnTo>
                    <a:pt x="9944" y="41986"/>
                  </a:lnTo>
                  <a:lnTo>
                    <a:pt x="9702" y="40678"/>
                  </a:lnTo>
                  <a:lnTo>
                    <a:pt x="10807" y="41084"/>
                  </a:lnTo>
                  <a:lnTo>
                    <a:pt x="15684" y="41389"/>
                  </a:lnTo>
                  <a:lnTo>
                    <a:pt x="17703" y="40906"/>
                  </a:lnTo>
                  <a:lnTo>
                    <a:pt x="17767" y="39408"/>
                  </a:lnTo>
                  <a:close/>
                </a:path>
                <a:path w="68580" h="78740">
                  <a:moveTo>
                    <a:pt x="42837" y="10172"/>
                  </a:moveTo>
                  <a:lnTo>
                    <a:pt x="40881" y="9448"/>
                  </a:lnTo>
                  <a:lnTo>
                    <a:pt x="38442" y="9283"/>
                  </a:lnTo>
                  <a:lnTo>
                    <a:pt x="36004" y="9131"/>
                  </a:lnTo>
                  <a:lnTo>
                    <a:pt x="34925" y="9398"/>
                  </a:lnTo>
                  <a:lnTo>
                    <a:pt x="35280" y="8128"/>
                  </a:lnTo>
                  <a:lnTo>
                    <a:pt x="35534" y="2438"/>
                  </a:lnTo>
                  <a:lnTo>
                    <a:pt x="35128" y="88"/>
                  </a:lnTo>
                  <a:lnTo>
                    <a:pt x="33845" y="0"/>
                  </a:lnTo>
                  <a:lnTo>
                    <a:pt x="33223" y="2286"/>
                  </a:lnTo>
                  <a:lnTo>
                    <a:pt x="33083" y="5130"/>
                  </a:lnTo>
                  <a:lnTo>
                    <a:pt x="32943" y="7988"/>
                  </a:lnTo>
                  <a:lnTo>
                    <a:pt x="33172" y="9321"/>
                  </a:lnTo>
                  <a:lnTo>
                    <a:pt x="32029" y="8890"/>
                  </a:lnTo>
                  <a:lnTo>
                    <a:pt x="27152" y="8585"/>
                  </a:lnTo>
                  <a:lnTo>
                    <a:pt x="25146" y="9067"/>
                  </a:lnTo>
                  <a:lnTo>
                    <a:pt x="25069" y="10553"/>
                  </a:lnTo>
                  <a:lnTo>
                    <a:pt x="27025" y="11277"/>
                  </a:lnTo>
                  <a:lnTo>
                    <a:pt x="29464" y="11442"/>
                  </a:lnTo>
                  <a:lnTo>
                    <a:pt x="31902" y="11595"/>
                  </a:lnTo>
                  <a:lnTo>
                    <a:pt x="33032" y="11328"/>
                  </a:lnTo>
                  <a:lnTo>
                    <a:pt x="32689" y="12598"/>
                  </a:lnTo>
                  <a:lnTo>
                    <a:pt x="32423" y="18300"/>
                  </a:lnTo>
                  <a:lnTo>
                    <a:pt x="32829" y="20637"/>
                  </a:lnTo>
                  <a:lnTo>
                    <a:pt x="34124" y="20726"/>
                  </a:lnTo>
                  <a:lnTo>
                    <a:pt x="34747" y="18440"/>
                  </a:lnTo>
                  <a:lnTo>
                    <a:pt x="34874" y="15595"/>
                  </a:lnTo>
                  <a:lnTo>
                    <a:pt x="35013" y="12750"/>
                  </a:lnTo>
                  <a:lnTo>
                    <a:pt x="34772" y="11442"/>
                  </a:lnTo>
                  <a:lnTo>
                    <a:pt x="35877" y="11849"/>
                  </a:lnTo>
                  <a:lnTo>
                    <a:pt x="40754" y="12141"/>
                  </a:lnTo>
                  <a:lnTo>
                    <a:pt x="42760" y="11671"/>
                  </a:lnTo>
                  <a:lnTo>
                    <a:pt x="42837" y="10172"/>
                  </a:lnTo>
                  <a:close/>
                </a:path>
                <a:path w="68580" h="78740">
                  <a:moveTo>
                    <a:pt x="43307" y="67957"/>
                  </a:moveTo>
                  <a:lnTo>
                    <a:pt x="41351" y="67246"/>
                  </a:lnTo>
                  <a:lnTo>
                    <a:pt x="38912" y="67081"/>
                  </a:lnTo>
                  <a:lnTo>
                    <a:pt x="36474" y="66929"/>
                  </a:lnTo>
                  <a:lnTo>
                    <a:pt x="35394" y="67195"/>
                  </a:lnTo>
                  <a:lnTo>
                    <a:pt x="35750" y="65925"/>
                  </a:lnTo>
                  <a:lnTo>
                    <a:pt x="36004" y="60223"/>
                  </a:lnTo>
                  <a:lnTo>
                    <a:pt x="35598" y="57886"/>
                  </a:lnTo>
                  <a:lnTo>
                    <a:pt x="34315" y="57797"/>
                  </a:lnTo>
                  <a:lnTo>
                    <a:pt x="33693" y="60083"/>
                  </a:lnTo>
                  <a:lnTo>
                    <a:pt x="33566" y="62928"/>
                  </a:lnTo>
                  <a:lnTo>
                    <a:pt x="33426" y="65773"/>
                  </a:lnTo>
                  <a:lnTo>
                    <a:pt x="33655" y="67119"/>
                  </a:lnTo>
                  <a:lnTo>
                    <a:pt x="32512" y="66675"/>
                  </a:lnTo>
                  <a:lnTo>
                    <a:pt x="27622" y="66370"/>
                  </a:lnTo>
                  <a:lnTo>
                    <a:pt x="25615" y="66852"/>
                  </a:lnTo>
                  <a:lnTo>
                    <a:pt x="25539" y="68351"/>
                  </a:lnTo>
                  <a:lnTo>
                    <a:pt x="27508" y="69075"/>
                  </a:lnTo>
                  <a:lnTo>
                    <a:pt x="29946" y="69227"/>
                  </a:lnTo>
                  <a:lnTo>
                    <a:pt x="32385" y="69392"/>
                  </a:lnTo>
                  <a:lnTo>
                    <a:pt x="33515" y="69126"/>
                  </a:lnTo>
                  <a:lnTo>
                    <a:pt x="33159" y="70396"/>
                  </a:lnTo>
                  <a:lnTo>
                    <a:pt x="32905" y="76098"/>
                  </a:lnTo>
                  <a:lnTo>
                    <a:pt x="33312" y="78435"/>
                  </a:lnTo>
                  <a:lnTo>
                    <a:pt x="34594" y="78524"/>
                  </a:lnTo>
                  <a:lnTo>
                    <a:pt x="35217" y="76238"/>
                  </a:lnTo>
                  <a:lnTo>
                    <a:pt x="35344" y="73393"/>
                  </a:lnTo>
                  <a:lnTo>
                    <a:pt x="35483" y="70548"/>
                  </a:lnTo>
                  <a:lnTo>
                    <a:pt x="35242" y="69227"/>
                  </a:lnTo>
                  <a:lnTo>
                    <a:pt x="36347" y="69634"/>
                  </a:lnTo>
                  <a:lnTo>
                    <a:pt x="41224" y="69938"/>
                  </a:lnTo>
                  <a:lnTo>
                    <a:pt x="43243" y="69456"/>
                  </a:lnTo>
                  <a:lnTo>
                    <a:pt x="43307" y="67957"/>
                  </a:lnTo>
                  <a:close/>
                </a:path>
                <a:path w="68580" h="78740">
                  <a:moveTo>
                    <a:pt x="68148" y="38989"/>
                  </a:moveTo>
                  <a:lnTo>
                    <a:pt x="66192" y="38277"/>
                  </a:lnTo>
                  <a:lnTo>
                    <a:pt x="63741" y="38112"/>
                  </a:lnTo>
                  <a:lnTo>
                    <a:pt x="61302" y="37960"/>
                  </a:lnTo>
                  <a:lnTo>
                    <a:pt x="60223" y="38227"/>
                  </a:lnTo>
                  <a:lnTo>
                    <a:pt x="60579" y="36957"/>
                  </a:lnTo>
                  <a:lnTo>
                    <a:pt x="60845" y="31254"/>
                  </a:lnTo>
                  <a:lnTo>
                    <a:pt x="60439" y="28917"/>
                  </a:lnTo>
                  <a:lnTo>
                    <a:pt x="59143" y="28829"/>
                  </a:lnTo>
                  <a:lnTo>
                    <a:pt x="58534" y="31115"/>
                  </a:lnTo>
                  <a:lnTo>
                    <a:pt x="58394" y="33959"/>
                  </a:lnTo>
                  <a:lnTo>
                    <a:pt x="58254" y="36804"/>
                  </a:lnTo>
                  <a:lnTo>
                    <a:pt x="58483" y="38138"/>
                  </a:lnTo>
                  <a:lnTo>
                    <a:pt x="57340" y="37706"/>
                  </a:lnTo>
                  <a:lnTo>
                    <a:pt x="52463" y="37401"/>
                  </a:lnTo>
                  <a:lnTo>
                    <a:pt x="50457" y="37884"/>
                  </a:lnTo>
                  <a:lnTo>
                    <a:pt x="50380" y="39382"/>
                  </a:lnTo>
                  <a:lnTo>
                    <a:pt x="52336" y="40106"/>
                  </a:lnTo>
                  <a:lnTo>
                    <a:pt x="54775" y="40259"/>
                  </a:lnTo>
                  <a:lnTo>
                    <a:pt x="57213" y="40424"/>
                  </a:lnTo>
                  <a:lnTo>
                    <a:pt x="58343" y="40157"/>
                  </a:lnTo>
                  <a:lnTo>
                    <a:pt x="58000" y="41427"/>
                  </a:lnTo>
                  <a:lnTo>
                    <a:pt x="57734" y="47129"/>
                  </a:lnTo>
                  <a:lnTo>
                    <a:pt x="58140" y="49466"/>
                  </a:lnTo>
                  <a:lnTo>
                    <a:pt x="59436" y="49555"/>
                  </a:lnTo>
                  <a:lnTo>
                    <a:pt x="60045" y="47269"/>
                  </a:lnTo>
                  <a:lnTo>
                    <a:pt x="60185" y="44424"/>
                  </a:lnTo>
                  <a:lnTo>
                    <a:pt x="60325" y="41579"/>
                  </a:lnTo>
                  <a:lnTo>
                    <a:pt x="60083" y="40271"/>
                  </a:lnTo>
                  <a:lnTo>
                    <a:pt x="61175" y="40665"/>
                  </a:lnTo>
                  <a:lnTo>
                    <a:pt x="66065" y="40970"/>
                  </a:lnTo>
                  <a:lnTo>
                    <a:pt x="68072" y="40487"/>
                  </a:lnTo>
                  <a:lnTo>
                    <a:pt x="68148" y="38989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4" name="object 1804" descr=""/>
            <p:cNvSpPr/>
            <p:nvPr/>
          </p:nvSpPr>
          <p:spPr>
            <a:xfrm>
              <a:off x="15555822" y="7333599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0" y="44218"/>
                  </a:moveTo>
                  <a:lnTo>
                    <a:pt x="37915" y="88447"/>
                  </a:lnTo>
                  <a:lnTo>
                    <a:pt x="75819" y="44218"/>
                  </a:lnTo>
                  <a:lnTo>
                    <a:pt x="37915" y="0"/>
                  </a:lnTo>
                  <a:lnTo>
                    <a:pt x="0" y="4421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5" name="object 1805" descr=""/>
            <p:cNvSpPr/>
            <p:nvPr/>
          </p:nvSpPr>
          <p:spPr>
            <a:xfrm>
              <a:off x="15559444" y="7338129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408"/>
                  </a:moveTo>
                  <a:lnTo>
                    <a:pt x="15811" y="38684"/>
                  </a:lnTo>
                  <a:lnTo>
                    <a:pt x="13373" y="38531"/>
                  </a:lnTo>
                  <a:lnTo>
                    <a:pt x="10922" y="38366"/>
                  </a:lnTo>
                  <a:lnTo>
                    <a:pt x="9842" y="38633"/>
                  </a:lnTo>
                  <a:lnTo>
                    <a:pt x="10198" y="37363"/>
                  </a:lnTo>
                  <a:lnTo>
                    <a:pt x="10464" y="31673"/>
                  </a:lnTo>
                  <a:lnTo>
                    <a:pt x="10058" y="29324"/>
                  </a:lnTo>
                  <a:lnTo>
                    <a:pt x="8763" y="29248"/>
                  </a:lnTo>
                  <a:lnTo>
                    <a:pt x="8153" y="31521"/>
                  </a:lnTo>
                  <a:lnTo>
                    <a:pt x="8013" y="34378"/>
                  </a:lnTo>
                  <a:lnTo>
                    <a:pt x="7874" y="37223"/>
                  </a:lnTo>
                  <a:lnTo>
                    <a:pt x="8102" y="38557"/>
                  </a:lnTo>
                  <a:lnTo>
                    <a:pt x="6959" y="38125"/>
                  </a:lnTo>
                  <a:lnTo>
                    <a:pt x="2082" y="37820"/>
                  </a:lnTo>
                  <a:lnTo>
                    <a:pt x="76" y="38303"/>
                  </a:lnTo>
                  <a:lnTo>
                    <a:pt x="0" y="39801"/>
                  </a:lnTo>
                  <a:lnTo>
                    <a:pt x="1955" y="40525"/>
                  </a:lnTo>
                  <a:lnTo>
                    <a:pt x="4394" y="40678"/>
                  </a:lnTo>
                  <a:lnTo>
                    <a:pt x="6832" y="40830"/>
                  </a:lnTo>
                  <a:lnTo>
                    <a:pt x="7962" y="40563"/>
                  </a:lnTo>
                  <a:lnTo>
                    <a:pt x="7620" y="41846"/>
                  </a:lnTo>
                  <a:lnTo>
                    <a:pt x="7353" y="47536"/>
                  </a:lnTo>
                  <a:lnTo>
                    <a:pt x="7759" y="49885"/>
                  </a:lnTo>
                  <a:lnTo>
                    <a:pt x="9042" y="49961"/>
                  </a:lnTo>
                  <a:lnTo>
                    <a:pt x="9664" y="47688"/>
                  </a:lnTo>
                  <a:lnTo>
                    <a:pt x="9804" y="44831"/>
                  </a:lnTo>
                  <a:lnTo>
                    <a:pt x="9944" y="41986"/>
                  </a:lnTo>
                  <a:lnTo>
                    <a:pt x="9702" y="40678"/>
                  </a:lnTo>
                  <a:lnTo>
                    <a:pt x="10807" y="41084"/>
                  </a:lnTo>
                  <a:lnTo>
                    <a:pt x="15684" y="41389"/>
                  </a:lnTo>
                  <a:lnTo>
                    <a:pt x="17691" y="40906"/>
                  </a:lnTo>
                  <a:lnTo>
                    <a:pt x="17767" y="39408"/>
                  </a:lnTo>
                  <a:close/>
                </a:path>
                <a:path w="68580" h="78740">
                  <a:moveTo>
                    <a:pt x="42824" y="10172"/>
                  </a:moveTo>
                  <a:lnTo>
                    <a:pt x="40868" y="9448"/>
                  </a:lnTo>
                  <a:lnTo>
                    <a:pt x="38430" y="9283"/>
                  </a:lnTo>
                  <a:lnTo>
                    <a:pt x="35991" y="9131"/>
                  </a:lnTo>
                  <a:lnTo>
                    <a:pt x="34912" y="9398"/>
                  </a:lnTo>
                  <a:lnTo>
                    <a:pt x="35267" y="8128"/>
                  </a:lnTo>
                  <a:lnTo>
                    <a:pt x="35521" y="2438"/>
                  </a:lnTo>
                  <a:lnTo>
                    <a:pt x="35115" y="88"/>
                  </a:lnTo>
                  <a:lnTo>
                    <a:pt x="33832" y="0"/>
                  </a:lnTo>
                  <a:lnTo>
                    <a:pt x="33210" y="2286"/>
                  </a:lnTo>
                  <a:lnTo>
                    <a:pt x="33083" y="5130"/>
                  </a:lnTo>
                  <a:lnTo>
                    <a:pt x="32956" y="7988"/>
                  </a:lnTo>
                  <a:lnTo>
                    <a:pt x="33185" y="9321"/>
                  </a:lnTo>
                  <a:lnTo>
                    <a:pt x="32029" y="8877"/>
                  </a:lnTo>
                  <a:lnTo>
                    <a:pt x="27152" y="8585"/>
                  </a:lnTo>
                  <a:lnTo>
                    <a:pt x="25133" y="9055"/>
                  </a:lnTo>
                  <a:lnTo>
                    <a:pt x="25069" y="10553"/>
                  </a:lnTo>
                  <a:lnTo>
                    <a:pt x="27025" y="11277"/>
                  </a:lnTo>
                  <a:lnTo>
                    <a:pt x="29464" y="11442"/>
                  </a:lnTo>
                  <a:lnTo>
                    <a:pt x="31902" y="11595"/>
                  </a:lnTo>
                  <a:lnTo>
                    <a:pt x="33032" y="11328"/>
                  </a:lnTo>
                  <a:lnTo>
                    <a:pt x="32677" y="12598"/>
                  </a:lnTo>
                  <a:lnTo>
                    <a:pt x="32423" y="18300"/>
                  </a:lnTo>
                  <a:lnTo>
                    <a:pt x="32829" y="20637"/>
                  </a:lnTo>
                  <a:lnTo>
                    <a:pt x="34112" y="20726"/>
                  </a:lnTo>
                  <a:lnTo>
                    <a:pt x="34734" y="18440"/>
                  </a:lnTo>
                  <a:lnTo>
                    <a:pt x="34874" y="15595"/>
                  </a:lnTo>
                  <a:lnTo>
                    <a:pt x="35001" y="12750"/>
                  </a:lnTo>
                  <a:lnTo>
                    <a:pt x="34759" y="11442"/>
                  </a:lnTo>
                  <a:lnTo>
                    <a:pt x="35864" y="11849"/>
                  </a:lnTo>
                  <a:lnTo>
                    <a:pt x="40741" y="12141"/>
                  </a:lnTo>
                  <a:lnTo>
                    <a:pt x="42760" y="11671"/>
                  </a:lnTo>
                  <a:lnTo>
                    <a:pt x="42824" y="10172"/>
                  </a:lnTo>
                  <a:close/>
                </a:path>
                <a:path w="68580" h="78740">
                  <a:moveTo>
                    <a:pt x="43307" y="67957"/>
                  </a:moveTo>
                  <a:lnTo>
                    <a:pt x="41351" y="67246"/>
                  </a:lnTo>
                  <a:lnTo>
                    <a:pt x="38912" y="67081"/>
                  </a:lnTo>
                  <a:lnTo>
                    <a:pt x="36461" y="66929"/>
                  </a:lnTo>
                  <a:lnTo>
                    <a:pt x="35382" y="67195"/>
                  </a:lnTo>
                  <a:lnTo>
                    <a:pt x="35737" y="65925"/>
                  </a:lnTo>
                  <a:lnTo>
                    <a:pt x="36004" y="60223"/>
                  </a:lnTo>
                  <a:lnTo>
                    <a:pt x="35598" y="57886"/>
                  </a:lnTo>
                  <a:lnTo>
                    <a:pt x="34302" y="57797"/>
                  </a:lnTo>
                  <a:lnTo>
                    <a:pt x="33693" y="60083"/>
                  </a:lnTo>
                  <a:lnTo>
                    <a:pt x="33553" y="62928"/>
                  </a:lnTo>
                  <a:lnTo>
                    <a:pt x="33426" y="65773"/>
                  </a:lnTo>
                  <a:lnTo>
                    <a:pt x="33642" y="67119"/>
                  </a:lnTo>
                  <a:lnTo>
                    <a:pt x="32499" y="66675"/>
                  </a:lnTo>
                  <a:lnTo>
                    <a:pt x="27622" y="66370"/>
                  </a:lnTo>
                  <a:lnTo>
                    <a:pt x="25615" y="66852"/>
                  </a:lnTo>
                  <a:lnTo>
                    <a:pt x="25539" y="68351"/>
                  </a:lnTo>
                  <a:lnTo>
                    <a:pt x="27495" y="69075"/>
                  </a:lnTo>
                  <a:lnTo>
                    <a:pt x="29933" y="69240"/>
                  </a:lnTo>
                  <a:lnTo>
                    <a:pt x="32372" y="69392"/>
                  </a:lnTo>
                  <a:lnTo>
                    <a:pt x="33502" y="69126"/>
                  </a:lnTo>
                  <a:lnTo>
                    <a:pt x="33159" y="70396"/>
                  </a:lnTo>
                  <a:lnTo>
                    <a:pt x="32893" y="76098"/>
                  </a:lnTo>
                  <a:lnTo>
                    <a:pt x="33299" y="78435"/>
                  </a:lnTo>
                  <a:lnTo>
                    <a:pt x="34594" y="78524"/>
                  </a:lnTo>
                  <a:lnTo>
                    <a:pt x="35204" y="76238"/>
                  </a:lnTo>
                  <a:lnTo>
                    <a:pt x="35344" y="73393"/>
                  </a:lnTo>
                  <a:lnTo>
                    <a:pt x="35483" y="70548"/>
                  </a:lnTo>
                  <a:lnTo>
                    <a:pt x="35242" y="69240"/>
                  </a:lnTo>
                  <a:lnTo>
                    <a:pt x="36347" y="69634"/>
                  </a:lnTo>
                  <a:lnTo>
                    <a:pt x="41224" y="69938"/>
                  </a:lnTo>
                  <a:lnTo>
                    <a:pt x="43230" y="69456"/>
                  </a:lnTo>
                  <a:lnTo>
                    <a:pt x="43307" y="67957"/>
                  </a:lnTo>
                  <a:close/>
                </a:path>
                <a:path w="68580" h="78740">
                  <a:moveTo>
                    <a:pt x="68135" y="39001"/>
                  </a:moveTo>
                  <a:lnTo>
                    <a:pt x="66179" y="38277"/>
                  </a:lnTo>
                  <a:lnTo>
                    <a:pt x="63741" y="38112"/>
                  </a:lnTo>
                  <a:lnTo>
                    <a:pt x="61302" y="37960"/>
                  </a:lnTo>
                  <a:lnTo>
                    <a:pt x="60223" y="38227"/>
                  </a:lnTo>
                  <a:lnTo>
                    <a:pt x="60579" y="36957"/>
                  </a:lnTo>
                  <a:lnTo>
                    <a:pt x="60833" y="31254"/>
                  </a:lnTo>
                  <a:lnTo>
                    <a:pt x="60426" y="28917"/>
                  </a:lnTo>
                  <a:lnTo>
                    <a:pt x="59143" y="28829"/>
                  </a:lnTo>
                  <a:lnTo>
                    <a:pt x="58521" y="31115"/>
                  </a:lnTo>
                  <a:lnTo>
                    <a:pt x="58381" y="33959"/>
                  </a:lnTo>
                  <a:lnTo>
                    <a:pt x="58254" y="36804"/>
                  </a:lnTo>
                  <a:lnTo>
                    <a:pt x="58483" y="38150"/>
                  </a:lnTo>
                  <a:lnTo>
                    <a:pt x="57327" y="37706"/>
                  </a:lnTo>
                  <a:lnTo>
                    <a:pt x="52451" y="37414"/>
                  </a:lnTo>
                  <a:lnTo>
                    <a:pt x="50444" y="37884"/>
                  </a:lnTo>
                  <a:lnTo>
                    <a:pt x="50368" y="39382"/>
                  </a:lnTo>
                  <a:lnTo>
                    <a:pt x="52324" y="40106"/>
                  </a:lnTo>
                  <a:lnTo>
                    <a:pt x="54762" y="40271"/>
                  </a:lnTo>
                  <a:lnTo>
                    <a:pt x="57213" y="40424"/>
                  </a:lnTo>
                  <a:lnTo>
                    <a:pt x="58331" y="40157"/>
                  </a:lnTo>
                  <a:lnTo>
                    <a:pt x="57988" y="41427"/>
                  </a:lnTo>
                  <a:lnTo>
                    <a:pt x="57721" y="47129"/>
                  </a:lnTo>
                  <a:lnTo>
                    <a:pt x="58140" y="49466"/>
                  </a:lnTo>
                  <a:lnTo>
                    <a:pt x="59423" y="49555"/>
                  </a:lnTo>
                  <a:lnTo>
                    <a:pt x="60045" y="47269"/>
                  </a:lnTo>
                  <a:lnTo>
                    <a:pt x="60172" y="44424"/>
                  </a:lnTo>
                  <a:lnTo>
                    <a:pt x="60312" y="41579"/>
                  </a:lnTo>
                  <a:lnTo>
                    <a:pt x="60071" y="40259"/>
                  </a:lnTo>
                  <a:lnTo>
                    <a:pt x="61175" y="40665"/>
                  </a:lnTo>
                  <a:lnTo>
                    <a:pt x="66052" y="40970"/>
                  </a:lnTo>
                  <a:lnTo>
                    <a:pt x="68059" y="40487"/>
                  </a:lnTo>
                  <a:lnTo>
                    <a:pt x="68135" y="390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6" name="object 1806" descr=""/>
            <p:cNvSpPr/>
            <p:nvPr/>
          </p:nvSpPr>
          <p:spPr>
            <a:xfrm>
              <a:off x="15477806" y="7333599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0" y="44218"/>
                  </a:moveTo>
                  <a:lnTo>
                    <a:pt x="37915" y="88447"/>
                  </a:lnTo>
                  <a:lnTo>
                    <a:pt x="75819" y="44218"/>
                  </a:lnTo>
                  <a:lnTo>
                    <a:pt x="37915" y="0"/>
                  </a:lnTo>
                  <a:lnTo>
                    <a:pt x="0" y="4421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7" name="object 1807" descr=""/>
            <p:cNvSpPr/>
            <p:nvPr/>
          </p:nvSpPr>
          <p:spPr>
            <a:xfrm>
              <a:off x="15481427" y="7338129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408"/>
                  </a:moveTo>
                  <a:lnTo>
                    <a:pt x="15811" y="38684"/>
                  </a:lnTo>
                  <a:lnTo>
                    <a:pt x="13373" y="38531"/>
                  </a:lnTo>
                  <a:lnTo>
                    <a:pt x="10934" y="38366"/>
                  </a:lnTo>
                  <a:lnTo>
                    <a:pt x="9842" y="38633"/>
                  </a:lnTo>
                  <a:lnTo>
                    <a:pt x="10198" y="37363"/>
                  </a:lnTo>
                  <a:lnTo>
                    <a:pt x="10464" y="31673"/>
                  </a:lnTo>
                  <a:lnTo>
                    <a:pt x="10058" y="29324"/>
                  </a:lnTo>
                  <a:lnTo>
                    <a:pt x="8763" y="29248"/>
                  </a:lnTo>
                  <a:lnTo>
                    <a:pt x="8140" y="31521"/>
                  </a:lnTo>
                  <a:lnTo>
                    <a:pt x="8013" y="34378"/>
                  </a:lnTo>
                  <a:lnTo>
                    <a:pt x="7874" y="37223"/>
                  </a:lnTo>
                  <a:lnTo>
                    <a:pt x="8102" y="38557"/>
                  </a:lnTo>
                  <a:lnTo>
                    <a:pt x="6959" y="38125"/>
                  </a:lnTo>
                  <a:lnTo>
                    <a:pt x="2082" y="37820"/>
                  </a:lnTo>
                  <a:lnTo>
                    <a:pt x="76" y="38303"/>
                  </a:lnTo>
                  <a:lnTo>
                    <a:pt x="0" y="39801"/>
                  </a:lnTo>
                  <a:lnTo>
                    <a:pt x="1955" y="40525"/>
                  </a:lnTo>
                  <a:lnTo>
                    <a:pt x="4394" y="40678"/>
                  </a:lnTo>
                  <a:lnTo>
                    <a:pt x="6832" y="40830"/>
                  </a:lnTo>
                  <a:lnTo>
                    <a:pt x="7962" y="40563"/>
                  </a:lnTo>
                  <a:lnTo>
                    <a:pt x="7620" y="41846"/>
                  </a:lnTo>
                  <a:lnTo>
                    <a:pt x="7353" y="47536"/>
                  </a:lnTo>
                  <a:lnTo>
                    <a:pt x="7759" y="49885"/>
                  </a:lnTo>
                  <a:lnTo>
                    <a:pt x="9055" y="49961"/>
                  </a:lnTo>
                  <a:lnTo>
                    <a:pt x="9664" y="47688"/>
                  </a:lnTo>
                  <a:lnTo>
                    <a:pt x="9804" y="44831"/>
                  </a:lnTo>
                  <a:lnTo>
                    <a:pt x="9944" y="41986"/>
                  </a:lnTo>
                  <a:lnTo>
                    <a:pt x="9702" y="40678"/>
                  </a:lnTo>
                  <a:lnTo>
                    <a:pt x="10807" y="41084"/>
                  </a:lnTo>
                  <a:lnTo>
                    <a:pt x="15684" y="41389"/>
                  </a:lnTo>
                  <a:lnTo>
                    <a:pt x="17691" y="40906"/>
                  </a:lnTo>
                  <a:lnTo>
                    <a:pt x="17767" y="39408"/>
                  </a:lnTo>
                  <a:close/>
                </a:path>
                <a:path w="68580" h="78740">
                  <a:moveTo>
                    <a:pt x="42837" y="10172"/>
                  </a:moveTo>
                  <a:lnTo>
                    <a:pt x="40868" y="9448"/>
                  </a:lnTo>
                  <a:lnTo>
                    <a:pt x="38430" y="9283"/>
                  </a:lnTo>
                  <a:lnTo>
                    <a:pt x="35991" y="9131"/>
                  </a:lnTo>
                  <a:lnTo>
                    <a:pt x="34912" y="9398"/>
                  </a:lnTo>
                  <a:lnTo>
                    <a:pt x="35267" y="8128"/>
                  </a:lnTo>
                  <a:lnTo>
                    <a:pt x="35534" y="2438"/>
                  </a:lnTo>
                  <a:lnTo>
                    <a:pt x="35115" y="88"/>
                  </a:lnTo>
                  <a:lnTo>
                    <a:pt x="33832" y="0"/>
                  </a:lnTo>
                  <a:lnTo>
                    <a:pt x="33210" y="2286"/>
                  </a:lnTo>
                  <a:lnTo>
                    <a:pt x="33083" y="5130"/>
                  </a:lnTo>
                  <a:lnTo>
                    <a:pt x="32943" y="7988"/>
                  </a:lnTo>
                  <a:lnTo>
                    <a:pt x="33172" y="9321"/>
                  </a:lnTo>
                  <a:lnTo>
                    <a:pt x="32029" y="8877"/>
                  </a:lnTo>
                  <a:lnTo>
                    <a:pt x="27152" y="8585"/>
                  </a:lnTo>
                  <a:lnTo>
                    <a:pt x="25133" y="9055"/>
                  </a:lnTo>
                  <a:lnTo>
                    <a:pt x="25069" y="10553"/>
                  </a:lnTo>
                  <a:lnTo>
                    <a:pt x="27025" y="11277"/>
                  </a:lnTo>
                  <a:lnTo>
                    <a:pt x="29464" y="11442"/>
                  </a:lnTo>
                  <a:lnTo>
                    <a:pt x="31902" y="11595"/>
                  </a:lnTo>
                  <a:lnTo>
                    <a:pt x="33032" y="11328"/>
                  </a:lnTo>
                  <a:lnTo>
                    <a:pt x="32677" y="12598"/>
                  </a:lnTo>
                  <a:lnTo>
                    <a:pt x="32423" y="18300"/>
                  </a:lnTo>
                  <a:lnTo>
                    <a:pt x="32829" y="20637"/>
                  </a:lnTo>
                  <a:lnTo>
                    <a:pt x="34112" y="20726"/>
                  </a:lnTo>
                  <a:lnTo>
                    <a:pt x="34734" y="18440"/>
                  </a:lnTo>
                  <a:lnTo>
                    <a:pt x="34874" y="15595"/>
                  </a:lnTo>
                  <a:lnTo>
                    <a:pt x="35001" y="12750"/>
                  </a:lnTo>
                  <a:lnTo>
                    <a:pt x="34759" y="11442"/>
                  </a:lnTo>
                  <a:lnTo>
                    <a:pt x="35864" y="11849"/>
                  </a:lnTo>
                  <a:lnTo>
                    <a:pt x="40741" y="12141"/>
                  </a:lnTo>
                  <a:lnTo>
                    <a:pt x="42760" y="11671"/>
                  </a:lnTo>
                  <a:lnTo>
                    <a:pt x="42837" y="10172"/>
                  </a:lnTo>
                  <a:close/>
                </a:path>
                <a:path w="68580" h="78740">
                  <a:moveTo>
                    <a:pt x="43307" y="67957"/>
                  </a:moveTo>
                  <a:lnTo>
                    <a:pt x="41351" y="67246"/>
                  </a:lnTo>
                  <a:lnTo>
                    <a:pt x="38912" y="67081"/>
                  </a:lnTo>
                  <a:lnTo>
                    <a:pt x="36474" y="66929"/>
                  </a:lnTo>
                  <a:lnTo>
                    <a:pt x="35382" y="67195"/>
                  </a:lnTo>
                  <a:lnTo>
                    <a:pt x="35737" y="65925"/>
                  </a:lnTo>
                  <a:lnTo>
                    <a:pt x="36004" y="60223"/>
                  </a:lnTo>
                  <a:lnTo>
                    <a:pt x="35598" y="57886"/>
                  </a:lnTo>
                  <a:lnTo>
                    <a:pt x="34302" y="57797"/>
                  </a:lnTo>
                  <a:lnTo>
                    <a:pt x="33693" y="60083"/>
                  </a:lnTo>
                  <a:lnTo>
                    <a:pt x="33553" y="62928"/>
                  </a:lnTo>
                  <a:lnTo>
                    <a:pt x="33413" y="65773"/>
                  </a:lnTo>
                  <a:lnTo>
                    <a:pt x="33642" y="67106"/>
                  </a:lnTo>
                  <a:lnTo>
                    <a:pt x="32499" y="66675"/>
                  </a:lnTo>
                  <a:lnTo>
                    <a:pt x="27622" y="66370"/>
                  </a:lnTo>
                  <a:lnTo>
                    <a:pt x="25615" y="66852"/>
                  </a:lnTo>
                  <a:lnTo>
                    <a:pt x="25539" y="68351"/>
                  </a:lnTo>
                  <a:lnTo>
                    <a:pt x="27495" y="69075"/>
                  </a:lnTo>
                  <a:lnTo>
                    <a:pt x="29933" y="69240"/>
                  </a:lnTo>
                  <a:lnTo>
                    <a:pt x="32372" y="69392"/>
                  </a:lnTo>
                  <a:lnTo>
                    <a:pt x="33502" y="69126"/>
                  </a:lnTo>
                  <a:lnTo>
                    <a:pt x="33159" y="70396"/>
                  </a:lnTo>
                  <a:lnTo>
                    <a:pt x="32893" y="76098"/>
                  </a:lnTo>
                  <a:lnTo>
                    <a:pt x="33299" y="78435"/>
                  </a:lnTo>
                  <a:lnTo>
                    <a:pt x="34594" y="78524"/>
                  </a:lnTo>
                  <a:lnTo>
                    <a:pt x="35217" y="76238"/>
                  </a:lnTo>
                  <a:lnTo>
                    <a:pt x="35344" y="73393"/>
                  </a:lnTo>
                  <a:lnTo>
                    <a:pt x="35483" y="70548"/>
                  </a:lnTo>
                  <a:lnTo>
                    <a:pt x="35242" y="69240"/>
                  </a:lnTo>
                  <a:lnTo>
                    <a:pt x="36347" y="69634"/>
                  </a:lnTo>
                  <a:lnTo>
                    <a:pt x="41224" y="69938"/>
                  </a:lnTo>
                  <a:lnTo>
                    <a:pt x="43230" y="69456"/>
                  </a:lnTo>
                  <a:lnTo>
                    <a:pt x="43307" y="67957"/>
                  </a:lnTo>
                  <a:close/>
                </a:path>
                <a:path w="68580" h="78740">
                  <a:moveTo>
                    <a:pt x="68135" y="39001"/>
                  </a:moveTo>
                  <a:lnTo>
                    <a:pt x="66179" y="38277"/>
                  </a:lnTo>
                  <a:lnTo>
                    <a:pt x="63741" y="38112"/>
                  </a:lnTo>
                  <a:lnTo>
                    <a:pt x="61302" y="37960"/>
                  </a:lnTo>
                  <a:lnTo>
                    <a:pt x="60223" y="38227"/>
                  </a:lnTo>
                  <a:lnTo>
                    <a:pt x="60579" y="36957"/>
                  </a:lnTo>
                  <a:lnTo>
                    <a:pt x="60833" y="31254"/>
                  </a:lnTo>
                  <a:lnTo>
                    <a:pt x="60426" y="28917"/>
                  </a:lnTo>
                  <a:lnTo>
                    <a:pt x="59143" y="28829"/>
                  </a:lnTo>
                  <a:lnTo>
                    <a:pt x="58521" y="31115"/>
                  </a:lnTo>
                  <a:lnTo>
                    <a:pt x="58381" y="33959"/>
                  </a:lnTo>
                  <a:lnTo>
                    <a:pt x="58254" y="36804"/>
                  </a:lnTo>
                  <a:lnTo>
                    <a:pt x="58483" y="38138"/>
                  </a:lnTo>
                  <a:lnTo>
                    <a:pt x="57340" y="37706"/>
                  </a:lnTo>
                  <a:lnTo>
                    <a:pt x="52451" y="37414"/>
                  </a:lnTo>
                  <a:lnTo>
                    <a:pt x="50444" y="37884"/>
                  </a:lnTo>
                  <a:lnTo>
                    <a:pt x="50368" y="39382"/>
                  </a:lnTo>
                  <a:lnTo>
                    <a:pt x="52336" y="40106"/>
                  </a:lnTo>
                  <a:lnTo>
                    <a:pt x="54775" y="40271"/>
                  </a:lnTo>
                  <a:lnTo>
                    <a:pt x="57213" y="40424"/>
                  </a:lnTo>
                  <a:lnTo>
                    <a:pt x="58331" y="40157"/>
                  </a:lnTo>
                  <a:lnTo>
                    <a:pt x="57988" y="41427"/>
                  </a:lnTo>
                  <a:lnTo>
                    <a:pt x="57721" y="47129"/>
                  </a:lnTo>
                  <a:lnTo>
                    <a:pt x="58140" y="49466"/>
                  </a:lnTo>
                  <a:lnTo>
                    <a:pt x="59423" y="49555"/>
                  </a:lnTo>
                  <a:lnTo>
                    <a:pt x="60045" y="47269"/>
                  </a:lnTo>
                  <a:lnTo>
                    <a:pt x="60172" y="44424"/>
                  </a:lnTo>
                  <a:lnTo>
                    <a:pt x="60299" y="41579"/>
                  </a:lnTo>
                  <a:lnTo>
                    <a:pt x="60058" y="40259"/>
                  </a:lnTo>
                  <a:lnTo>
                    <a:pt x="61175" y="40665"/>
                  </a:lnTo>
                  <a:lnTo>
                    <a:pt x="66052" y="40970"/>
                  </a:lnTo>
                  <a:lnTo>
                    <a:pt x="68072" y="40487"/>
                  </a:lnTo>
                  <a:lnTo>
                    <a:pt x="68135" y="390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8" name="object 1808" descr=""/>
            <p:cNvSpPr/>
            <p:nvPr/>
          </p:nvSpPr>
          <p:spPr>
            <a:xfrm>
              <a:off x="15631646" y="7336442"/>
              <a:ext cx="38100" cy="85725"/>
            </a:xfrm>
            <a:custGeom>
              <a:avLst/>
              <a:gdLst/>
              <a:ahLst/>
              <a:cxnLst/>
              <a:rect l="l" t="t" r="r" b="b"/>
              <a:pathLst>
                <a:path w="38100" h="85725">
                  <a:moveTo>
                    <a:pt x="0" y="41375"/>
                  </a:moveTo>
                  <a:lnTo>
                    <a:pt x="37915" y="85604"/>
                  </a:lnTo>
                  <a:lnTo>
                    <a:pt x="38059" y="85436"/>
                  </a:lnTo>
                </a:path>
                <a:path w="38100" h="85725">
                  <a:moveTo>
                    <a:pt x="35477" y="0"/>
                  </a:moveTo>
                  <a:lnTo>
                    <a:pt x="0" y="41375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9" name="object 1809" descr=""/>
            <p:cNvSpPr/>
            <p:nvPr/>
          </p:nvSpPr>
          <p:spPr>
            <a:xfrm>
              <a:off x="15635263" y="7346714"/>
              <a:ext cx="34290" cy="70485"/>
            </a:xfrm>
            <a:custGeom>
              <a:avLst/>
              <a:gdLst/>
              <a:ahLst/>
              <a:cxnLst/>
              <a:rect l="l" t="t" r="r" b="b"/>
              <a:pathLst>
                <a:path w="34290" h="70484">
                  <a:moveTo>
                    <a:pt x="17767" y="30822"/>
                  </a:moveTo>
                  <a:lnTo>
                    <a:pt x="15811" y="30099"/>
                  </a:lnTo>
                  <a:lnTo>
                    <a:pt x="13373" y="29946"/>
                  </a:lnTo>
                  <a:lnTo>
                    <a:pt x="10934" y="29781"/>
                  </a:lnTo>
                  <a:lnTo>
                    <a:pt x="9855" y="30048"/>
                  </a:lnTo>
                  <a:lnTo>
                    <a:pt x="10210" y="28778"/>
                  </a:lnTo>
                  <a:lnTo>
                    <a:pt x="10464" y="23088"/>
                  </a:lnTo>
                  <a:lnTo>
                    <a:pt x="10058" y="20739"/>
                  </a:lnTo>
                  <a:lnTo>
                    <a:pt x="8775" y="20662"/>
                  </a:lnTo>
                  <a:lnTo>
                    <a:pt x="8140" y="22936"/>
                  </a:lnTo>
                  <a:lnTo>
                    <a:pt x="8013" y="25793"/>
                  </a:lnTo>
                  <a:lnTo>
                    <a:pt x="7886" y="28638"/>
                  </a:lnTo>
                  <a:lnTo>
                    <a:pt x="8115" y="29972"/>
                  </a:lnTo>
                  <a:lnTo>
                    <a:pt x="6972" y="29540"/>
                  </a:lnTo>
                  <a:lnTo>
                    <a:pt x="2082" y="29235"/>
                  </a:lnTo>
                  <a:lnTo>
                    <a:pt x="76" y="29718"/>
                  </a:lnTo>
                  <a:lnTo>
                    <a:pt x="0" y="31216"/>
                  </a:lnTo>
                  <a:lnTo>
                    <a:pt x="1955" y="31940"/>
                  </a:lnTo>
                  <a:lnTo>
                    <a:pt x="4406" y="32092"/>
                  </a:lnTo>
                  <a:lnTo>
                    <a:pt x="6845" y="32245"/>
                  </a:lnTo>
                  <a:lnTo>
                    <a:pt x="7962" y="31978"/>
                  </a:lnTo>
                  <a:lnTo>
                    <a:pt x="7620" y="33261"/>
                  </a:lnTo>
                  <a:lnTo>
                    <a:pt x="7353" y="38950"/>
                  </a:lnTo>
                  <a:lnTo>
                    <a:pt x="7772" y="41300"/>
                  </a:lnTo>
                  <a:lnTo>
                    <a:pt x="9055" y="41376"/>
                  </a:lnTo>
                  <a:lnTo>
                    <a:pt x="9677" y="39103"/>
                  </a:lnTo>
                  <a:lnTo>
                    <a:pt x="9804" y="36245"/>
                  </a:lnTo>
                  <a:lnTo>
                    <a:pt x="9944" y="33401"/>
                  </a:lnTo>
                  <a:lnTo>
                    <a:pt x="9702" y="32092"/>
                  </a:lnTo>
                  <a:lnTo>
                    <a:pt x="10807" y="32499"/>
                  </a:lnTo>
                  <a:lnTo>
                    <a:pt x="15684" y="32804"/>
                  </a:lnTo>
                  <a:lnTo>
                    <a:pt x="17691" y="32321"/>
                  </a:lnTo>
                  <a:lnTo>
                    <a:pt x="17767" y="30822"/>
                  </a:lnTo>
                  <a:close/>
                </a:path>
                <a:path w="34290" h="70484">
                  <a:moveTo>
                    <a:pt x="32258" y="2921"/>
                  </a:moveTo>
                  <a:lnTo>
                    <a:pt x="32169" y="355"/>
                  </a:lnTo>
                  <a:lnTo>
                    <a:pt x="32029" y="292"/>
                  </a:lnTo>
                  <a:lnTo>
                    <a:pt x="27152" y="0"/>
                  </a:lnTo>
                  <a:lnTo>
                    <a:pt x="25146" y="469"/>
                  </a:lnTo>
                  <a:lnTo>
                    <a:pt x="25069" y="1968"/>
                  </a:lnTo>
                  <a:lnTo>
                    <a:pt x="27025" y="2692"/>
                  </a:lnTo>
                  <a:lnTo>
                    <a:pt x="31902" y="3009"/>
                  </a:lnTo>
                  <a:lnTo>
                    <a:pt x="32258" y="2921"/>
                  </a:lnTo>
                  <a:close/>
                </a:path>
                <a:path w="34290" h="70484">
                  <a:moveTo>
                    <a:pt x="32461" y="9956"/>
                  </a:moveTo>
                  <a:lnTo>
                    <a:pt x="32448" y="9245"/>
                  </a:lnTo>
                  <a:lnTo>
                    <a:pt x="32423" y="9715"/>
                  </a:lnTo>
                  <a:lnTo>
                    <a:pt x="32461" y="9956"/>
                  </a:lnTo>
                  <a:close/>
                </a:path>
                <a:path w="34290" h="70484">
                  <a:moveTo>
                    <a:pt x="34277" y="69913"/>
                  </a:moveTo>
                  <a:lnTo>
                    <a:pt x="33985" y="60426"/>
                  </a:lnTo>
                  <a:lnTo>
                    <a:pt x="33959" y="59842"/>
                  </a:lnTo>
                  <a:lnTo>
                    <a:pt x="33959" y="59550"/>
                  </a:lnTo>
                  <a:lnTo>
                    <a:pt x="33934" y="58623"/>
                  </a:lnTo>
                  <a:lnTo>
                    <a:pt x="33718" y="51409"/>
                  </a:lnTo>
                  <a:lnTo>
                    <a:pt x="33426" y="57188"/>
                  </a:lnTo>
                  <a:lnTo>
                    <a:pt x="33655" y="58521"/>
                  </a:lnTo>
                  <a:lnTo>
                    <a:pt x="32512" y="58089"/>
                  </a:lnTo>
                  <a:lnTo>
                    <a:pt x="27622" y="57785"/>
                  </a:lnTo>
                  <a:lnTo>
                    <a:pt x="25615" y="58267"/>
                  </a:lnTo>
                  <a:lnTo>
                    <a:pt x="25539" y="59766"/>
                  </a:lnTo>
                  <a:lnTo>
                    <a:pt x="27495" y="60490"/>
                  </a:lnTo>
                  <a:lnTo>
                    <a:pt x="32385" y="60807"/>
                  </a:lnTo>
                  <a:lnTo>
                    <a:pt x="33502" y="60540"/>
                  </a:lnTo>
                  <a:lnTo>
                    <a:pt x="33159" y="61810"/>
                  </a:lnTo>
                  <a:lnTo>
                    <a:pt x="32893" y="67513"/>
                  </a:lnTo>
                  <a:lnTo>
                    <a:pt x="33312" y="69850"/>
                  </a:lnTo>
                  <a:lnTo>
                    <a:pt x="34277" y="69913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0" name="object 1810" descr=""/>
            <p:cNvSpPr/>
            <p:nvPr/>
          </p:nvSpPr>
          <p:spPr>
            <a:xfrm>
              <a:off x="15516294" y="7274776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0" y="44229"/>
                  </a:moveTo>
                  <a:lnTo>
                    <a:pt x="37915" y="88447"/>
                  </a:lnTo>
                  <a:lnTo>
                    <a:pt x="75819" y="44229"/>
                  </a:lnTo>
                  <a:lnTo>
                    <a:pt x="37915" y="0"/>
                  </a:lnTo>
                  <a:lnTo>
                    <a:pt x="0" y="44229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1" name="object 1811" descr=""/>
            <p:cNvSpPr/>
            <p:nvPr/>
          </p:nvSpPr>
          <p:spPr>
            <a:xfrm>
              <a:off x="15519908" y="7279315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408"/>
                  </a:moveTo>
                  <a:lnTo>
                    <a:pt x="15811" y="38684"/>
                  </a:lnTo>
                  <a:lnTo>
                    <a:pt x="13373" y="38531"/>
                  </a:lnTo>
                  <a:lnTo>
                    <a:pt x="10934" y="38366"/>
                  </a:lnTo>
                  <a:lnTo>
                    <a:pt x="9855" y="38633"/>
                  </a:lnTo>
                  <a:lnTo>
                    <a:pt x="10210" y="37363"/>
                  </a:lnTo>
                  <a:lnTo>
                    <a:pt x="10464" y="31673"/>
                  </a:lnTo>
                  <a:lnTo>
                    <a:pt x="10058" y="29324"/>
                  </a:lnTo>
                  <a:lnTo>
                    <a:pt x="8775" y="29248"/>
                  </a:lnTo>
                  <a:lnTo>
                    <a:pt x="8153" y="31521"/>
                  </a:lnTo>
                  <a:lnTo>
                    <a:pt x="8026" y="34378"/>
                  </a:lnTo>
                  <a:lnTo>
                    <a:pt x="7886" y="37223"/>
                  </a:lnTo>
                  <a:lnTo>
                    <a:pt x="8115" y="38557"/>
                  </a:lnTo>
                  <a:lnTo>
                    <a:pt x="6972" y="38125"/>
                  </a:lnTo>
                  <a:lnTo>
                    <a:pt x="2082" y="37820"/>
                  </a:lnTo>
                  <a:lnTo>
                    <a:pt x="76" y="38303"/>
                  </a:lnTo>
                  <a:lnTo>
                    <a:pt x="0" y="39801"/>
                  </a:lnTo>
                  <a:lnTo>
                    <a:pt x="1968" y="40525"/>
                  </a:lnTo>
                  <a:lnTo>
                    <a:pt x="4406" y="40678"/>
                  </a:lnTo>
                  <a:lnTo>
                    <a:pt x="6845" y="40830"/>
                  </a:lnTo>
                  <a:lnTo>
                    <a:pt x="7975" y="40563"/>
                  </a:lnTo>
                  <a:lnTo>
                    <a:pt x="7620" y="41833"/>
                  </a:lnTo>
                  <a:lnTo>
                    <a:pt x="7353" y="47536"/>
                  </a:lnTo>
                  <a:lnTo>
                    <a:pt x="7772" y="49885"/>
                  </a:lnTo>
                  <a:lnTo>
                    <a:pt x="9055" y="49961"/>
                  </a:lnTo>
                  <a:lnTo>
                    <a:pt x="9677" y="47688"/>
                  </a:lnTo>
                  <a:lnTo>
                    <a:pt x="9804" y="44831"/>
                  </a:lnTo>
                  <a:lnTo>
                    <a:pt x="9944" y="41986"/>
                  </a:lnTo>
                  <a:lnTo>
                    <a:pt x="9702" y="40678"/>
                  </a:lnTo>
                  <a:lnTo>
                    <a:pt x="10807" y="41084"/>
                  </a:lnTo>
                  <a:lnTo>
                    <a:pt x="15684" y="41389"/>
                  </a:lnTo>
                  <a:lnTo>
                    <a:pt x="17691" y="40906"/>
                  </a:lnTo>
                  <a:lnTo>
                    <a:pt x="17767" y="39408"/>
                  </a:lnTo>
                  <a:close/>
                </a:path>
                <a:path w="68580" h="78740">
                  <a:moveTo>
                    <a:pt x="42837" y="10172"/>
                  </a:moveTo>
                  <a:lnTo>
                    <a:pt x="40881" y="9448"/>
                  </a:lnTo>
                  <a:lnTo>
                    <a:pt x="38442" y="9283"/>
                  </a:lnTo>
                  <a:lnTo>
                    <a:pt x="36004" y="9131"/>
                  </a:lnTo>
                  <a:lnTo>
                    <a:pt x="34912" y="9398"/>
                  </a:lnTo>
                  <a:lnTo>
                    <a:pt x="35267" y="8128"/>
                  </a:lnTo>
                  <a:lnTo>
                    <a:pt x="35534" y="2438"/>
                  </a:lnTo>
                  <a:lnTo>
                    <a:pt x="35128" y="88"/>
                  </a:lnTo>
                  <a:lnTo>
                    <a:pt x="33845" y="0"/>
                  </a:lnTo>
                  <a:lnTo>
                    <a:pt x="33223" y="2286"/>
                  </a:lnTo>
                  <a:lnTo>
                    <a:pt x="33083" y="5130"/>
                  </a:lnTo>
                  <a:lnTo>
                    <a:pt x="32956" y="7988"/>
                  </a:lnTo>
                  <a:lnTo>
                    <a:pt x="33172" y="9321"/>
                  </a:lnTo>
                  <a:lnTo>
                    <a:pt x="32029" y="8890"/>
                  </a:lnTo>
                  <a:lnTo>
                    <a:pt x="27152" y="8585"/>
                  </a:lnTo>
                  <a:lnTo>
                    <a:pt x="25146" y="9067"/>
                  </a:lnTo>
                  <a:lnTo>
                    <a:pt x="25069" y="10553"/>
                  </a:lnTo>
                  <a:lnTo>
                    <a:pt x="27025" y="11277"/>
                  </a:lnTo>
                  <a:lnTo>
                    <a:pt x="29464" y="11442"/>
                  </a:lnTo>
                  <a:lnTo>
                    <a:pt x="31902" y="11595"/>
                  </a:lnTo>
                  <a:lnTo>
                    <a:pt x="33032" y="11328"/>
                  </a:lnTo>
                  <a:lnTo>
                    <a:pt x="32689" y="12598"/>
                  </a:lnTo>
                  <a:lnTo>
                    <a:pt x="32423" y="18300"/>
                  </a:lnTo>
                  <a:lnTo>
                    <a:pt x="32829" y="20637"/>
                  </a:lnTo>
                  <a:lnTo>
                    <a:pt x="34124" y="20726"/>
                  </a:lnTo>
                  <a:lnTo>
                    <a:pt x="34734" y="18440"/>
                  </a:lnTo>
                  <a:lnTo>
                    <a:pt x="34874" y="15595"/>
                  </a:lnTo>
                  <a:lnTo>
                    <a:pt x="35001" y="12750"/>
                  </a:lnTo>
                  <a:lnTo>
                    <a:pt x="34772" y="11442"/>
                  </a:lnTo>
                  <a:lnTo>
                    <a:pt x="35877" y="11849"/>
                  </a:lnTo>
                  <a:lnTo>
                    <a:pt x="40754" y="12141"/>
                  </a:lnTo>
                  <a:lnTo>
                    <a:pt x="42760" y="11671"/>
                  </a:lnTo>
                  <a:lnTo>
                    <a:pt x="42837" y="10172"/>
                  </a:lnTo>
                  <a:close/>
                </a:path>
                <a:path w="68580" h="78740">
                  <a:moveTo>
                    <a:pt x="43307" y="67957"/>
                  </a:moveTo>
                  <a:lnTo>
                    <a:pt x="41351" y="67246"/>
                  </a:lnTo>
                  <a:lnTo>
                    <a:pt x="38912" y="67081"/>
                  </a:lnTo>
                  <a:lnTo>
                    <a:pt x="36474" y="66929"/>
                  </a:lnTo>
                  <a:lnTo>
                    <a:pt x="35394" y="67195"/>
                  </a:lnTo>
                  <a:lnTo>
                    <a:pt x="35750" y="65925"/>
                  </a:lnTo>
                  <a:lnTo>
                    <a:pt x="36004" y="60223"/>
                  </a:lnTo>
                  <a:lnTo>
                    <a:pt x="35598" y="57886"/>
                  </a:lnTo>
                  <a:lnTo>
                    <a:pt x="34315" y="57797"/>
                  </a:lnTo>
                  <a:lnTo>
                    <a:pt x="33693" y="60083"/>
                  </a:lnTo>
                  <a:lnTo>
                    <a:pt x="33566" y="62928"/>
                  </a:lnTo>
                  <a:lnTo>
                    <a:pt x="33426" y="65773"/>
                  </a:lnTo>
                  <a:lnTo>
                    <a:pt x="33655" y="67119"/>
                  </a:lnTo>
                  <a:lnTo>
                    <a:pt x="32512" y="66675"/>
                  </a:lnTo>
                  <a:lnTo>
                    <a:pt x="27622" y="66370"/>
                  </a:lnTo>
                  <a:lnTo>
                    <a:pt x="25615" y="66852"/>
                  </a:lnTo>
                  <a:lnTo>
                    <a:pt x="25539" y="68351"/>
                  </a:lnTo>
                  <a:lnTo>
                    <a:pt x="27508" y="69075"/>
                  </a:lnTo>
                  <a:lnTo>
                    <a:pt x="29946" y="69227"/>
                  </a:lnTo>
                  <a:lnTo>
                    <a:pt x="32385" y="69392"/>
                  </a:lnTo>
                  <a:lnTo>
                    <a:pt x="33515" y="69126"/>
                  </a:lnTo>
                  <a:lnTo>
                    <a:pt x="33159" y="70396"/>
                  </a:lnTo>
                  <a:lnTo>
                    <a:pt x="32893" y="76098"/>
                  </a:lnTo>
                  <a:lnTo>
                    <a:pt x="33312" y="78435"/>
                  </a:lnTo>
                  <a:lnTo>
                    <a:pt x="34594" y="78524"/>
                  </a:lnTo>
                  <a:lnTo>
                    <a:pt x="35229" y="76238"/>
                  </a:lnTo>
                  <a:lnTo>
                    <a:pt x="35344" y="73393"/>
                  </a:lnTo>
                  <a:lnTo>
                    <a:pt x="35483" y="70548"/>
                  </a:lnTo>
                  <a:lnTo>
                    <a:pt x="35242" y="69227"/>
                  </a:lnTo>
                  <a:lnTo>
                    <a:pt x="36347" y="69634"/>
                  </a:lnTo>
                  <a:lnTo>
                    <a:pt x="41224" y="69938"/>
                  </a:lnTo>
                  <a:lnTo>
                    <a:pt x="43243" y="69456"/>
                  </a:lnTo>
                  <a:lnTo>
                    <a:pt x="43307" y="67957"/>
                  </a:lnTo>
                  <a:close/>
                </a:path>
                <a:path w="68580" h="78740">
                  <a:moveTo>
                    <a:pt x="68148" y="38989"/>
                  </a:moveTo>
                  <a:lnTo>
                    <a:pt x="66192" y="38277"/>
                  </a:lnTo>
                  <a:lnTo>
                    <a:pt x="63741" y="38112"/>
                  </a:lnTo>
                  <a:lnTo>
                    <a:pt x="61302" y="37960"/>
                  </a:lnTo>
                  <a:lnTo>
                    <a:pt x="60223" y="38227"/>
                  </a:lnTo>
                  <a:lnTo>
                    <a:pt x="60579" y="36957"/>
                  </a:lnTo>
                  <a:lnTo>
                    <a:pt x="60845" y="31254"/>
                  </a:lnTo>
                  <a:lnTo>
                    <a:pt x="60439" y="28917"/>
                  </a:lnTo>
                  <a:lnTo>
                    <a:pt x="59143" y="28829"/>
                  </a:lnTo>
                  <a:lnTo>
                    <a:pt x="58534" y="31115"/>
                  </a:lnTo>
                  <a:lnTo>
                    <a:pt x="58394" y="33959"/>
                  </a:lnTo>
                  <a:lnTo>
                    <a:pt x="58254" y="36804"/>
                  </a:lnTo>
                  <a:lnTo>
                    <a:pt x="58483" y="38138"/>
                  </a:lnTo>
                  <a:lnTo>
                    <a:pt x="57340" y="37706"/>
                  </a:lnTo>
                  <a:lnTo>
                    <a:pt x="52463" y="37401"/>
                  </a:lnTo>
                  <a:lnTo>
                    <a:pt x="50457" y="37884"/>
                  </a:lnTo>
                  <a:lnTo>
                    <a:pt x="50380" y="39382"/>
                  </a:lnTo>
                  <a:lnTo>
                    <a:pt x="52336" y="40106"/>
                  </a:lnTo>
                  <a:lnTo>
                    <a:pt x="54775" y="40259"/>
                  </a:lnTo>
                  <a:lnTo>
                    <a:pt x="57213" y="40424"/>
                  </a:lnTo>
                  <a:lnTo>
                    <a:pt x="58343" y="40157"/>
                  </a:lnTo>
                  <a:lnTo>
                    <a:pt x="58000" y="41427"/>
                  </a:lnTo>
                  <a:lnTo>
                    <a:pt x="57734" y="47129"/>
                  </a:lnTo>
                  <a:lnTo>
                    <a:pt x="58140" y="49466"/>
                  </a:lnTo>
                  <a:lnTo>
                    <a:pt x="59423" y="49555"/>
                  </a:lnTo>
                  <a:lnTo>
                    <a:pt x="60058" y="47269"/>
                  </a:lnTo>
                  <a:lnTo>
                    <a:pt x="60185" y="44424"/>
                  </a:lnTo>
                  <a:lnTo>
                    <a:pt x="60325" y="41579"/>
                  </a:lnTo>
                  <a:lnTo>
                    <a:pt x="60083" y="40271"/>
                  </a:lnTo>
                  <a:lnTo>
                    <a:pt x="61175" y="40665"/>
                  </a:lnTo>
                  <a:lnTo>
                    <a:pt x="66065" y="40970"/>
                  </a:lnTo>
                  <a:lnTo>
                    <a:pt x="68072" y="40487"/>
                  </a:lnTo>
                  <a:lnTo>
                    <a:pt x="68148" y="38989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2" name="object 1812" descr=""/>
            <p:cNvSpPr/>
            <p:nvPr/>
          </p:nvSpPr>
          <p:spPr>
            <a:xfrm>
              <a:off x="15461078" y="7274776"/>
              <a:ext cx="54610" cy="88900"/>
            </a:xfrm>
            <a:custGeom>
              <a:avLst/>
              <a:gdLst/>
              <a:ahLst/>
              <a:cxnLst/>
              <a:rect l="l" t="t" r="r" b="b"/>
              <a:pathLst>
                <a:path w="54609" h="88900">
                  <a:moveTo>
                    <a:pt x="0" y="69649"/>
                  </a:moveTo>
                  <a:lnTo>
                    <a:pt x="16118" y="88447"/>
                  </a:lnTo>
                  <a:lnTo>
                    <a:pt x="54023" y="44229"/>
                  </a:lnTo>
                  <a:lnTo>
                    <a:pt x="16118" y="0"/>
                  </a:lnTo>
                  <a:lnTo>
                    <a:pt x="0" y="18802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3" name="object 1813" descr=""/>
            <p:cNvSpPr/>
            <p:nvPr/>
          </p:nvSpPr>
          <p:spPr>
            <a:xfrm>
              <a:off x="15467965" y="7279315"/>
              <a:ext cx="43180" cy="78740"/>
            </a:xfrm>
            <a:custGeom>
              <a:avLst/>
              <a:gdLst/>
              <a:ahLst/>
              <a:cxnLst/>
              <a:rect l="l" t="t" r="r" b="b"/>
              <a:pathLst>
                <a:path w="43180" h="78740">
                  <a:moveTo>
                    <a:pt x="17767" y="10172"/>
                  </a:moveTo>
                  <a:lnTo>
                    <a:pt x="15811" y="9448"/>
                  </a:lnTo>
                  <a:lnTo>
                    <a:pt x="13373" y="9283"/>
                  </a:lnTo>
                  <a:lnTo>
                    <a:pt x="10934" y="9131"/>
                  </a:lnTo>
                  <a:lnTo>
                    <a:pt x="9855" y="9398"/>
                  </a:lnTo>
                  <a:lnTo>
                    <a:pt x="10210" y="8128"/>
                  </a:lnTo>
                  <a:lnTo>
                    <a:pt x="10464" y="2438"/>
                  </a:lnTo>
                  <a:lnTo>
                    <a:pt x="10058" y="88"/>
                  </a:lnTo>
                  <a:lnTo>
                    <a:pt x="8775" y="0"/>
                  </a:lnTo>
                  <a:lnTo>
                    <a:pt x="8153" y="2286"/>
                  </a:lnTo>
                  <a:lnTo>
                    <a:pt x="8013" y="5130"/>
                  </a:lnTo>
                  <a:lnTo>
                    <a:pt x="7874" y="7988"/>
                  </a:lnTo>
                  <a:lnTo>
                    <a:pt x="8102" y="9321"/>
                  </a:lnTo>
                  <a:lnTo>
                    <a:pt x="6959" y="8890"/>
                  </a:lnTo>
                  <a:lnTo>
                    <a:pt x="2082" y="8585"/>
                  </a:lnTo>
                  <a:lnTo>
                    <a:pt x="76" y="9067"/>
                  </a:lnTo>
                  <a:lnTo>
                    <a:pt x="0" y="10553"/>
                  </a:lnTo>
                  <a:lnTo>
                    <a:pt x="1955" y="11277"/>
                  </a:lnTo>
                  <a:lnTo>
                    <a:pt x="4394" y="11442"/>
                  </a:lnTo>
                  <a:lnTo>
                    <a:pt x="6845" y="11595"/>
                  </a:lnTo>
                  <a:lnTo>
                    <a:pt x="7962" y="11328"/>
                  </a:lnTo>
                  <a:lnTo>
                    <a:pt x="7620" y="12598"/>
                  </a:lnTo>
                  <a:lnTo>
                    <a:pt x="7353" y="18300"/>
                  </a:lnTo>
                  <a:lnTo>
                    <a:pt x="7759" y="20637"/>
                  </a:lnTo>
                  <a:lnTo>
                    <a:pt x="9055" y="20726"/>
                  </a:lnTo>
                  <a:lnTo>
                    <a:pt x="9664" y="18440"/>
                  </a:lnTo>
                  <a:lnTo>
                    <a:pt x="9804" y="15595"/>
                  </a:lnTo>
                  <a:lnTo>
                    <a:pt x="9944" y="12750"/>
                  </a:lnTo>
                  <a:lnTo>
                    <a:pt x="9702" y="11442"/>
                  </a:lnTo>
                  <a:lnTo>
                    <a:pt x="10807" y="11849"/>
                  </a:lnTo>
                  <a:lnTo>
                    <a:pt x="15684" y="12141"/>
                  </a:lnTo>
                  <a:lnTo>
                    <a:pt x="17691" y="11671"/>
                  </a:lnTo>
                  <a:lnTo>
                    <a:pt x="17767" y="10172"/>
                  </a:lnTo>
                  <a:close/>
                </a:path>
                <a:path w="43180" h="78740">
                  <a:moveTo>
                    <a:pt x="18237" y="67957"/>
                  </a:moveTo>
                  <a:lnTo>
                    <a:pt x="16281" y="67246"/>
                  </a:lnTo>
                  <a:lnTo>
                    <a:pt x="13843" y="67081"/>
                  </a:lnTo>
                  <a:lnTo>
                    <a:pt x="11404" y="66929"/>
                  </a:lnTo>
                  <a:lnTo>
                    <a:pt x="10325" y="67195"/>
                  </a:lnTo>
                  <a:lnTo>
                    <a:pt x="10680" y="65925"/>
                  </a:lnTo>
                  <a:lnTo>
                    <a:pt x="10934" y="60223"/>
                  </a:lnTo>
                  <a:lnTo>
                    <a:pt x="10528" y="57886"/>
                  </a:lnTo>
                  <a:lnTo>
                    <a:pt x="9245" y="57797"/>
                  </a:lnTo>
                  <a:lnTo>
                    <a:pt x="8623" y="60083"/>
                  </a:lnTo>
                  <a:lnTo>
                    <a:pt x="8483" y="62928"/>
                  </a:lnTo>
                  <a:lnTo>
                    <a:pt x="8369" y="65773"/>
                  </a:lnTo>
                  <a:lnTo>
                    <a:pt x="8597" y="67119"/>
                  </a:lnTo>
                  <a:lnTo>
                    <a:pt x="7442" y="66675"/>
                  </a:lnTo>
                  <a:lnTo>
                    <a:pt x="2565" y="66370"/>
                  </a:lnTo>
                  <a:lnTo>
                    <a:pt x="546" y="66852"/>
                  </a:lnTo>
                  <a:lnTo>
                    <a:pt x="469" y="68351"/>
                  </a:lnTo>
                  <a:lnTo>
                    <a:pt x="2438" y="69075"/>
                  </a:lnTo>
                  <a:lnTo>
                    <a:pt x="4876" y="69227"/>
                  </a:lnTo>
                  <a:lnTo>
                    <a:pt x="7315" y="69392"/>
                  </a:lnTo>
                  <a:lnTo>
                    <a:pt x="8445" y="69126"/>
                  </a:lnTo>
                  <a:lnTo>
                    <a:pt x="8089" y="70396"/>
                  </a:lnTo>
                  <a:lnTo>
                    <a:pt x="7835" y="76098"/>
                  </a:lnTo>
                  <a:lnTo>
                    <a:pt x="8242" y="78435"/>
                  </a:lnTo>
                  <a:lnTo>
                    <a:pt x="9525" y="78524"/>
                  </a:lnTo>
                  <a:lnTo>
                    <a:pt x="10147" y="76238"/>
                  </a:lnTo>
                  <a:lnTo>
                    <a:pt x="10274" y="73393"/>
                  </a:lnTo>
                  <a:lnTo>
                    <a:pt x="10414" y="70548"/>
                  </a:lnTo>
                  <a:lnTo>
                    <a:pt x="10172" y="69227"/>
                  </a:lnTo>
                  <a:lnTo>
                    <a:pt x="11277" y="69634"/>
                  </a:lnTo>
                  <a:lnTo>
                    <a:pt x="16154" y="69938"/>
                  </a:lnTo>
                  <a:lnTo>
                    <a:pt x="18173" y="69456"/>
                  </a:lnTo>
                  <a:lnTo>
                    <a:pt x="18237" y="67957"/>
                  </a:lnTo>
                  <a:close/>
                </a:path>
                <a:path w="43180" h="78740">
                  <a:moveTo>
                    <a:pt x="43078" y="38989"/>
                  </a:moveTo>
                  <a:lnTo>
                    <a:pt x="41122" y="38277"/>
                  </a:lnTo>
                  <a:lnTo>
                    <a:pt x="38684" y="38112"/>
                  </a:lnTo>
                  <a:lnTo>
                    <a:pt x="36233" y="37960"/>
                  </a:lnTo>
                  <a:lnTo>
                    <a:pt x="35153" y="38227"/>
                  </a:lnTo>
                  <a:lnTo>
                    <a:pt x="35509" y="36957"/>
                  </a:lnTo>
                  <a:lnTo>
                    <a:pt x="35775" y="31254"/>
                  </a:lnTo>
                  <a:lnTo>
                    <a:pt x="35369" y="28917"/>
                  </a:lnTo>
                  <a:lnTo>
                    <a:pt x="34074" y="28829"/>
                  </a:lnTo>
                  <a:lnTo>
                    <a:pt x="33451" y="31115"/>
                  </a:lnTo>
                  <a:lnTo>
                    <a:pt x="33324" y="33959"/>
                  </a:lnTo>
                  <a:lnTo>
                    <a:pt x="33185" y="36804"/>
                  </a:lnTo>
                  <a:lnTo>
                    <a:pt x="33413" y="38138"/>
                  </a:lnTo>
                  <a:lnTo>
                    <a:pt x="32270" y="37706"/>
                  </a:lnTo>
                  <a:lnTo>
                    <a:pt x="27393" y="37401"/>
                  </a:lnTo>
                  <a:lnTo>
                    <a:pt x="25387" y="37884"/>
                  </a:lnTo>
                  <a:lnTo>
                    <a:pt x="25311" y="39382"/>
                  </a:lnTo>
                  <a:lnTo>
                    <a:pt x="27266" y="40106"/>
                  </a:lnTo>
                  <a:lnTo>
                    <a:pt x="29705" y="40259"/>
                  </a:lnTo>
                  <a:lnTo>
                    <a:pt x="32143" y="40424"/>
                  </a:lnTo>
                  <a:lnTo>
                    <a:pt x="33274" y="40157"/>
                  </a:lnTo>
                  <a:lnTo>
                    <a:pt x="32931" y="41427"/>
                  </a:lnTo>
                  <a:lnTo>
                    <a:pt x="32664" y="47129"/>
                  </a:lnTo>
                  <a:lnTo>
                    <a:pt x="33070" y="49466"/>
                  </a:lnTo>
                  <a:lnTo>
                    <a:pt x="34353" y="49555"/>
                  </a:lnTo>
                  <a:lnTo>
                    <a:pt x="34975" y="47269"/>
                  </a:lnTo>
                  <a:lnTo>
                    <a:pt x="35115" y="44424"/>
                  </a:lnTo>
                  <a:lnTo>
                    <a:pt x="35255" y="41579"/>
                  </a:lnTo>
                  <a:lnTo>
                    <a:pt x="35013" y="40271"/>
                  </a:lnTo>
                  <a:lnTo>
                    <a:pt x="36118" y="40665"/>
                  </a:lnTo>
                  <a:lnTo>
                    <a:pt x="40995" y="40970"/>
                  </a:lnTo>
                  <a:lnTo>
                    <a:pt x="43002" y="40487"/>
                  </a:lnTo>
                  <a:lnTo>
                    <a:pt x="43078" y="38989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4" name="object 1814" descr=""/>
            <p:cNvSpPr/>
            <p:nvPr/>
          </p:nvSpPr>
          <p:spPr>
            <a:xfrm>
              <a:off x="15593306" y="7393172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0" y="44229"/>
                  </a:moveTo>
                  <a:lnTo>
                    <a:pt x="37915" y="88447"/>
                  </a:lnTo>
                  <a:lnTo>
                    <a:pt x="75819" y="44229"/>
                  </a:lnTo>
                  <a:lnTo>
                    <a:pt x="37915" y="0"/>
                  </a:lnTo>
                  <a:lnTo>
                    <a:pt x="0" y="44229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5" name="object 1815" descr=""/>
            <p:cNvSpPr/>
            <p:nvPr/>
          </p:nvSpPr>
          <p:spPr>
            <a:xfrm>
              <a:off x="15596921" y="7397718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395"/>
                  </a:moveTo>
                  <a:lnTo>
                    <a:pt x="15811" y="38684"/>
                  </a:lnTo>
                  <a:lnTo>
                    <a:pt x="13373" y="38519"/>
                  </a:lnTo>
                  <a:lnTo>
                    <a:pt x="10934" y="38366"/>
                  </a:lnTo>
                  <a:lnTo>
                    <a:pt x="9855" y="38633"/>
                  </a:lnTo>
                  <a:lnTo>
                    <a:pt x="10210" y="37363"/>
                  </a:lnTo>
                  <a:lnTo>
                    <a:pt x="10464" y="31661"/>
                  </a:lnTo>
                  <a:lnTo>
                    <a:pt x="10058" y="29324"/>
                  </a:lnTo>
                  <a:lnTo>
                    <a:pt x="8775" y="29235"/>
                  </a:lnTo>
                  <a:lnTo>
                    <a:pt x="8153" y="31521"/>
                  </a:lnTo>
                  <a:lnTo>
                    <a:pt x="8013" y="34366"/>
                  </a:lnTo>
                  <a:lnTo>
                    <a:pt x="7899" y="37211"/>
                  </a:lnTo>
                  <a:lnTo>
                    <a:pt x="8115" y="38557"/>
                  </a:lnTo>
                  <a:lnTo>
                    <a:pt x="6972" y="38112"/>
                  </a:lnTo>
                  <a:lnTo>
                    <a:pt x="2082" y="37807"/>
                  </a:lnTo>
                  <a:lnTo>
                    <a:pt x="76" y="38290"/>
                  </a:lnTo>
                  <a:lnTo>
                    <a:pt x="0" y="39789"/>
                  </a:lnTo>
                  <a:lnTo>
                    <a:pt x="1968" y="40513"/>
                  </a:lnTo>
                  <a:lnTo>
                    <a:pt x="4406" y="40665"/>
                  </a:lnTo>
                  <a:lnTo>
                    <a:pt x="6845" y="40830"/>
                  </a:lnTo>
                  <a:lnTo>
                    <a:pt x="7962" y="40563"/>
                  </a:lnTo>
                  <a:lnTo>
                    <a:pt x="7620" y="41833"/>
                  </a:lnTo>
                  <a:lnTo>
                    <a:pt x="7366" y="47536"/>
                  </a:lnTo>
                  <a:lnTo>
                    <a:pt x="7772" y="49872"/>
                  </a:lnTo>
                  <a:lnTo>
                    <a:pt x="9055" y="49961"/>
                  </a:lnTo>
                  <a:lnTo>
                    <a:pt x="9677" y="47675"/>
                  </a:lnTo>
                  <a:lnTo>
                    <a:pt x="9804" y="44831"/>
                  </a:lnTo>
                  <a:lnTo>
                    <a:pt x="9944" y="41986"/>
                  </a:lnTo>
                  <a:lnTo>
                    <a:pt x="9702" y="40665"/>
                  </a:lnTo>
                  <a:lnTo>
                    <a:pt x="10807" y="41071"/>
                  </a:lnTo>
                  <a:lnTo>
                    <a:pt x="15684" y="41376"/>
                  </a:lnTo>
                  <a:lnTo>
                    <a:pt x="17703" y="40894"/>
                  </a:lnTo>
                  <a:lnTo>
                    <a:pt x="17767" y="39395"/>
                  </a:lnTo>
                  <a:close/>
                </a:path>
                <a:path w="68580" h="78740">
                  <a:moveTo>
                    <a:pt x="42837" y="10160"/>
                  </a:moveTo>
                  <a:lnTo>
                    <a:pt x="40881" y="9436"/>
                  </a:lnTo>
                  <a:lnTo>
                    <a:pt x="38442" y="9283"/>
                  </a:lnTo>
                  <a:lnTo>
                    <a:pt x="36004" y="9131"/>
                  </a:lnTo>
                  <a:lnTo>
                    <a:pt x="34925" y="9385"/>
                  </a:lnTo>
                  <a:lnTo>
                    <a:pt x="35280" y="8128"/>
                  </a:lnTo>
                  <a:lnTo>
                    <a:pt x="35534" y="2425"/>
                  </a:lnTo>
                  <a:lnTo>
                    <a:pt x="35128" y="76"/>
                  </a:lnTo>
                  <a:lnTo>
                    <a:pt x="33845" y="0"/>
                  </a:lnTo>
                  <a:lnTo>
                    <a:pt x="33223" y="2286"/>
                  </a:lnTo>
                  <a:lnTo>
                    <a:pt x="33083" y="5130"/>
                  </a:lnTo>
                  <a:lnTo>
                    <a:pt x="32943" y="7975"/>
                  </a:lnTo>
                  <a:lnTo>
                    <a:pt x="33172" y="9309"/>
                  </a:lnTo>
                  <a:lnTo>
                    <a:pt x="32029" y="8877"/>
                  </a:lnTo>
                  <a:lnTo>
                    <a:pt x="27152" y="8572"/>
                  </a:lnTo>
                  <a:lnTo>
                    <a:pt x="25146" y="9055"/>
                  </a:lnTo>
                  <a:lnTo>
                    <a:pt x="25069" y="10553"/>
                  </a:lnTo>
                  <a:lnTo>
                    <a:pt x="27025" y="11277"/>
                  </a:lnTo>
                  <a:lnTo>
                    <a:pt x="29464" y="11430"/>
                  </a:lnTo>
                  <a:lnTo>
                    <a:pt x="31902" y="11595"/>
                  </a:lnTo>
                  <a:lnTo>
                    <a:pt x="33032" y="11328"/>
                  </a:lnTo>
                  <a:lnTo>
                    <a:pt x="32689" y="12598"/>
                  </a:lnTo>
                  <a:lnTo>
                    <a:pt x="32423" y="18288"/>
                  </a:lnTo>
                  <a:lnTo>
                    <a:pt x="32829" y="20637"/>
                  </a:lnTo>
                  <a:lnTo>
                    <a:pt x="34124" y="20726"/>
                  </a:lnTo>
                  <a:lnTo>
                    <a:pt x="34747" y="18440"/>
                  </a:lnTo>
                  <a:lnTo>
                    <a:pt x="34874" y="15595"/>
                  </a:lnTo>
                  <a:lnTo>
                    <a:pt x="35013" y="12738"/>
                  </a:lnTo>
                  <a:lnTo>
                    <a:pt x="34772" y="11430"/>
                  </a:lnTo>
                  <a:lnTo>
                    <a:pt x="35877" y="11836"/>
                  </a:lnTo>
                  <a:lnTo>
                    <a:pt x="40754" y="12141"/>
                  </a:lnTo>
                  <a:lnTo>
                    <a:pt x="42760" y="11658"/>
                  </a:lnTo>
                  <a:lnTo>
                    <a:pt x="42837" y="10160"/>
                  </a:lnTo>
                  <a:close/>
                </a:path>
                <a:path w="68580" h="78740">
                  <a:moveTo>
                    <a:pt x="43307" y="67957"/>
                  </a:moveTo>
                  <a:lnTo>
                    <a:pt x="41351" y="67233"/>
                  </a:lnTo>
                  <a:lnTo>
                    <a:pt x="38912" y="67081"/>
                  </a:lnTo>
                  <a:lnTo>
                    <a:pt x="36474" y="66916"/>
                  </a:lnTo>
                  <a:lnTo>
                    <a:pt x="35394" y="67183"/>
                  </a:lnTo>
                  <a:lnTo>
                    <a:pt x="35750" y="65913"/>
                  </a:lnTo>
                  <a:lnTo>
                    <a:pt x="36004" y="60223"/>
                  </a:lnTo>
                  <a:lnTo>
                    <a:pt x="35598" y="57873"/>
                  </a:lnTo>
                  <a:lnTo>
                    <a:pt x="34315" y="57797"/>
                  </a:lnTo>
                  <a:lnTo>
                    <a:pt x="33693" y="60071"/>
                  </a:lnTo>
                  <a:lnTo>
                    <a:pt x="33566" y="62928"/>
                  </a:lnTo>
                  <a:lnTo>
                    <a:pt x="33426" y="65773"/>
                  </a:lnTo>
                  <a:lnTo>
                    <a:pt x="33655" y="67106"/>
                  </a:lnTo>
                  <a:lnTo>
                    <a:pt x="32512" y="66675"/>
                  </a:lnTo>
                  <a:lnTo>
                    <a:pt x="27622" y="66370"/>
                  </a:lnTo>
                  <a:lnTo>
                    <a:pt x="25615" y="66852"/>
                  </a:lnTo>
                  <a:lnTo>
                    <a:pt x="25539" y="68351"/>
                  </a:lnTo>
                  <a:lnTo>
                    <a:pt x="27508" y="69075"/>
                  </a:lnTo>
                  <a:lnTo>
                    <a:pt x="29946" y="69227"/>
                  </a:lnTo>
                  <a:lnTo>
                    <a:pt x="32385" y="69380"/>
                  </a:lnTo>
                  <a:lnTo>
                    <a:pt x="33515" y="69113"/>
                  </a:lnTo>
                  <a:lnTo>
                    <a:pt x="33159" y="70396"/>
                  </a:lnTo>
                  <a:lnTo>
                    <a:pt x="32905" y="76085"/>
                  </a:lnTo>
                  <a:lnTo>
                    <a:pt x="33312" y="78435"/>
                  </a:lnTo>
                  <a:lnTo>
                    <a:pt x="34594" y="78511"/>
                  </a:lnTo>
                  <a:lnTo>
                    <a:pt x="35217" y="76238"/>
                  </a:lnTo>
                  <a:lnTo>
                    <a:pt x="35344" y="73380"/>
                  </a:lnTo>
                  <a:lnTo>
                    <a:pt x="35483" y="70535"/>
                  </a:lnTo>
                  <a:lnTo>
                    <a:pt x="35242" y="69227"/>
                  </a:lnTo>
                  <a:lnTo>
                    <a:pt x="36347" y="69634"/>
                  </a:lnTo>
                  <a:lnTo>
                    <a:pt x="41224" y="69938"/>
                  </a:lnTo>
                  <a:lnTo>
                    <a:pt x="43243" y="69456"/>
                  </a:lnTo>
                  <a:lnTo>
                    <a:pt x="43307" y="67957"/>
                  </a:lnTo>
                  <a:close/>
                </a:path>
                <a:path w="68580" h="78740">
                  <a:moveTo>
                    <a:pt x="68148" y="38989"/>
                  </a:moveTo>
                  <a:lnTo>
                    <a:pt x="66192" y="38265"/>
                  </a:lnTo>
                  <a:lnTo>
                    <a:pt x="63741" y="38112"/>
                  </a:lnTo>
                  <a:lnTo>
                    <a:pt x="61302" y="37947"/>
                  </a:lnTo>
                  <a:lnTo>
                    <a:pt x="60236" y="38214"/>
                  </a:lnTo>
                  <a:lnTo>
                    <a:pt x="60579" y="36957"/>
                  </a:lnTo>
                  <a:lnTo>
                    <a:pt x="60845" y="31254"/>
                  </a:lnTo>
                  <a:lnTo>
                    <a:pt x="60439" y="28905"/>
                  </a:lnTo>
                  <a:lnTo>
                    <a:pt x="59143" y="28829"/>
                  </a:lnTo>
                  <a:lnTo>
                    <a:pt x="58534" y="31102"/>
                  </a:lnTo>
                  <a:lnTo>
                    <a:pt x="58394" y="33959"/>
                  </a:lnTo>
                  <a:lnTo>
                    <a:pt x="58254" y="36804"/>
                  </a:lnTo>
                  <a:lnTo>
                    <a:pt x="58483" y="38138"/>
                  </a:lnTo>
                  <a:lnTo>
                    <a:pt x="57340" y="37706"/>
                  </a:lnTo>
                  <a:lnTo>
                    <a:pt x="52463" y="37401"/>
                  </a:lnTo>
                  <a:lnTo>
                    <a:pt x="50457" y="37884"/>
                  </a:lnTo>
                  <a:lnTo>
                    <a:pt x="50380" y="39382"/>
                  </a:lnTo>
                  <a:lnTo>
                    <a:pt x="52336" y="40106"/>
                  </a:lnTo>
                  <a:lnTo>
                    <a:pt x="54775" y="40259"/>
                  </a:lnTo>
                  <a:lnTo>
                    <a:pt x="57213" y="40411"/>
                  </a:lnTo>
                  <a:lnTo>
                    <a:pt x="58343" y="40144"/>
                  </a:lnTo>
                  <a:lnTo>
                    <a:pt x="58000" y="41427"/>
                  </a:lnTo>
                  <a:lnTo>
                    <a:pt x="57734" y="47117"/>
                  </a:lnTo>
                  <a:lnTo>
                    <a:pt x="58140" y="49466"/>
                  </a:lnTo>
                  <a:lnTo>
                    <a:pt x="59436" y="49542"/>
                  </a:lnTo>
                  <a:lnTo>
                    <a:pt x="60045" y="47269"/>
                  </a:lnTo>
                  <a:lnTo>
                    <a:pt x="60185" y="44411"/>
                  </a:lnTo>
                  <a:lnTo>
                    <a:pt x="60325" y="41567"/>
                  </a:lnTo>
                  <a:lnTo>
                    <a:pt x="60083" y="40259"/>
                  </a:lnTo>
                  <a:lnTo>
                    <a:pt x="61175" y="40665"/>
                  </a:lnTo>
                  <a:lnTo>
                    <a:pt x="66065" y="40970"/>
                  </a:lnTo>
                  <a:lnTo>
                    <a:pt x="68072" y="40487"/>
                  </a:lnTo>
                  <a:lnTo>
                    <a:pt x="68148" y="38989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6" name="object 1816" descr=""/>
            <p:cNvSpPr/>
            <p:nvPr/>
          </p:nvSpPr>
          <p:spPr>
            <a:xfrm>
              <a:off x="15555822" y="7451985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0" y="44229"/>
                  </a:moveTo>
                  <a:lnTo>
                    <a:pt x="37915" y="88447"/>
                  </a:lnTo>
                  <a:lnTo>
                    <a:pt x="75819" y="44229"/>
                  </a:lnTo>
                  <a:lnTo>
                    <a:pt x="37915" y="0"/>
                  </a:lnTo>
                  <a:lnTo>
                    <a:pt x="0" y="44229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7" name="object 1817" descr=""/>
            <p:cNvSpPr/>
            <p:nvPr/>
          </p:nvSpPr>
          <p:spPr>
            <a:xfrm>
              <a:off x="15559444" y="7456531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395"/>
                  </a:moveTo>
                  <a:lnTo>
                    <a:pt x="15811" y="38684"/>
                  </a:lnTo>
                  <a:lnTo>
                    <a:pt x="13373" y="38519"/>
                  </a:lnTo>
                  <a:lnTo>
                    <a:pt x="10922" y="38366"/>
                  </a:lnTo>
                  <a:lnTo>
                    <a:pt x="9842" y="38633"/>
                  </a:lnTo>
                  <a:lnTo>
                    <a:pt x="10198" y="37363"/>
                  </a:lnTo>
                  <a:lnTo>
                    <a:pt x="10464" y="31661"/>
                  </a:lnTo>
                  <a:lnTo>
                    <a:pt x="10058" y="29324"/>
                  </a:lnTo>
                  <a:lnTo>
                    <a:pt x="8763" y="29235"/>
                  </a:lnTo>
                  <a:lnTo>
                    <a:pt x="8153" y="31521"/>
                  </a:lnTo>
                  <a:lnTo>
                    <a:pt x="8013" y="34366"/>
                  </a:lnTo>
                  <a:lnTo>
                    <a:pt x="7874" y="37211"/>
                  </a:lnTo>
                  <a:lnTo>
                    <a:pt x="8102" y="38544"/>
                  </a:lnTo>
                  <a:lnTo>
                    <a:pt x="6959" y="38112"/>
                  </a:lnTo>
                  <a:lnTo>
                    <a:pt x="2082" y="37807"/>
                  </a:lnTo>
                  <a:lnTo>
                    <a:pt x="76" y="38290"/>
                  </a:lnTo>
                  <a:lnTo>
                    <a:pt x="0" y="39789"/>
                  </a:lnTo>
                  <a:lnTo>
                    <a:pt x="1955" y="40513"/>
                  </a:lnTo>
                  <a:lnTo>
                    <a:pt x="4394" y="40665"/>
                  </a:lnTo>
                  <a:lnTo>
                    <a:pt x="6832" y="40830"/>
                  </a:lnTo>
                  <a:lnTo>
                    <a:pt x="7962" y="40563"/>
                  </a:lnTo>
                  <a:lnTo>
                    <a:pt x="7620" y="41833"/>
                  </a:lnTo>
                  <a:lnTo>
                    <a:pt x="7353" y="47523"/>
                  </a:lnTo>
                  <a:lnTo>
                    <a:pt x="7759" y="49872"/>
                  </a:lnTo>
                  <a:lnTo>
                    <a:pt x="9042" y="49961"/>
                  </a:lnTo>
                  <a:lnTo>
                    <a:pt x="9664" y="47675"/>
                  </a:lnTo>
                  <a:lnTo>
                    <a:pt x="9804" y="44831"/>
                  </a:lnTo>
                  <a:lnTo>
                    <a:pt x="9944" y="41986"/>
                  </a:lnTo>
                  <a:lnTo>
                    <a:pt x="9702" y="40678"/>
                  </a:lnTo>
                  <a:lnTo>
                    <a:pt x="10807" y="41071"/>
                  </a:lnTo>
                  <a:lnTo>
                    <a:pt x="15684" y="41376"/>
                  </a:lnTo>
                  <a:lnTo>
                    <a:pt x="17691" y="40894"/>
                  </a:lnTo>
                  <a:lnTo>
                    <a:pt x="17767" y="39395"/>
                  </a:lnTo>
                  <a:close/>
                </a:path>
                <a:path w="68580" h="78740">
                  <a:moveTo>
                    <a:pt x="42824" y="10160"/>
                  </a:moveTo>
                  <a:lnTo>
                    <a:pt x="40868" y="9436"/>
                  </a:lnTo>
                  <a:lnTo>
                    <a:pt x="38430" y="9283"/>
                  </a:lnTo>
                  <a:lnTo>
                    <a:pt x="35991" y="9118"/>
                  </a:lnTo>
                  <a:lnTo>
                    <a:pt x="34912" y="9385"/>
                  </a:lnTo>
                  <a:lnTo>
                    <a:pt x="35267" y="8128"/>
                  </a:lnTo>
                  <a:lnTo>
                    <a:pt x="35521" y="2425"/>
                  </a:lnTo>
                  <a:lnTo>
                    <a:pt x="35115" y="76"/>
                  </a:lnTo>
                  <a:lnTo>
                    <a:pt x="33832" y="0"/>
                  </a:lnTo>
                  <a:lnTo>
                    <a:pt x="33210" y="2286"/>
                  </a:lnTo>
                  <a:lnTo>
                    <a:pt x="33083" y="5130"/>
                  </a:lnTo>
                  <a:lnTo>
                    <a:pt x="32956" y="7975"/>
                  </a:lnTo>
                  <a:lnTo>
                    <a:pt x="33172" y="9321"/>
                  </a:lnTo>
                  <a:lnTo>
                    <a:pt x="32029" y="8877"/>
                  </a:lnTo>
                  <a:lnTo>
                    <a:pt x="27152" y="8572"/>
                  </a:lnTo>
                  <a:lnTo>
                    <a:pt x="25133" y="9055"/>
                  </a:lnTo>
                  <a:lnTo>
                    <a:pt x="25069" y="10553"/>
                  </a:lnTo>
                  <a:lnTo>
                    <a:pt x="27025" y="11277"/>
                  </a:lnTo>
                  <a:lnTo>
                    <a:pt x="29464" y="11430"/>
                  </a:lnTo>
                  <a:lnTo>
                    <a:pt x="31902" y="11595"/>
                  </a:lnTo>
                  <a:lnTo>
                    <a:pt x="33020" y="11328"/>
                  </a:lnTo>
                  <a:lnTo>
                    <a:pt x="32677" y="12598"/>
                  </a:lnTo>
                  <a:lnTo>
                    <a:pt x="32423" y="18288"/>
                  </a:lnTo>
                  <a:lnTo>
                    <a:pt x="32829" y="20637"/>
                  </a:lnTo>
                  <a:lnTo>
                    <a:pt x="34112" y="20726"/>
                  </a:lnTo>
                  <a:lnTo>
                    <a:pt x="34734" y="18440"/>
                  </a:lnTo>
                  <a:lnTo>
                    <a:pt x="34874" y="15595"/>
                  </a:lnTo>
                  <a:lnTo>
                    <a:pt x="35001" y="12738"/>
                  </a:lnTo>
                  <a:lnTo>
                    <a:pt x="34759" y="11430"/>
                  </a:lnTo>
                  <a:lnTo>
                    <a:pt x="35864" y="11836"/>
                  </a:lnTo>
                  <a:lnTo>
                    <a:pt x="40741" y="12141"/>
                  </a:lnTo>
                  <a:lnTo>
                    <a:pt x="42760" y="11658"/>
                  </a:lnTo>
                  <a:lnTo>
                    <a:pt x="42824" y="10160"/>
                  </a:lnTo>
                  <a:close/>
                </a:path>
                <a:path w="68580" h="78740">
                  <a:moveTo>
                    <a:pt x="43307" y="67957"/>
                  </a:moveTo>
                  <a:lnTo>
                    <a:pt x="41351" y="67233"/>
                  </a:lnTo>
                  <a:lnTo>
                    <a:pt x="38912" y="67081"/>
                  </a:lnTo>
                  <a:lnTo>
                    <a:pt x="36461" y="66916"/>
                  </a:lnTo>
                  <a:lnTo>
                    <a:pt x="35382" y="67183"/>
                  </a:lnTo>
                  <a:lnTo>
                    <a:pt x="35737" y="65913"/>
                  </a:lnTo>
                  <a:lnTo>
                    <a:pt x="36004" y="60223"/>
                  </a:lnTo>
                  <a:lnTo>
                    <a:pt x="35598" y="57873"/>
                  </a:lnTo>
                  <a:lnTo>
                    <a:pt x="34302" y="57797"/>
                  </a:lnTo>
                  <a:lnTo>
                    <a:pt x="33693" y="60071"/>
                  </a:lnTo>
                  <a:lnTo>
                    <a:pt x="33553" y="62928"/>
                  </a:lnTo>
                  <a:lnTo>
                    <a:pt x="33426" y="65773"/>
                  </a:lnTo>
                  <a:lnTo>
                    <a:pt x="33642" y="67119"/>
                  </a:lnTo>
                  <a:lnTo>
                    <a:pt x="32499" y="66675"/>
                  </a:lnTo>
                  <a:lnTo>
                    <a:pt x="27622" y="66370"/>
                  </a:lnTo>
                  <a:lnTo>
                    <a:pt x="25615" y="66852"/>
                  </a:lnTo>
                  <a:lnTo>
                    <a:pt x="25539" y="68351"/>
                  </a:lnTo>
                  <a:lnTo>
                    <a:pt x="27495" y="69075"/>
                  </a:lnTo>
                  <a:lnTo>
                    <a:pt x="29933" y="69227"/>
                  </a:lnTo>
                  <a:lnTo>
                    <a:pt x="32372" y="69380"/>
                  </a:lnTo>
                  <a:lnTo>
                    <a:pt x="33502" y="69126"/>
                  </a:lnTo>
                  <a:lnTo>
                    <a:pt x="33159" y="70396"/>
                  </a:lnTo>
                  <a:lnTo>
                    <a:pt x="32893" y="76085"/>
                  </a:lnTo>
                  <a:lnTo>
                    <a:pt x="33299" y="78435"/>
                  </a:lnTo>
                  <a:lnTo>
                    <a:pt x="34594" y="78511"/>
                  </a:lnTo>
                  <a:lnTo>
                    <a:pt x="35204" y="76238"/>
                  </a:lnTo>
                  <a:lnTo>
                    <a:pt x="35344" y="73380"/>
                  </a:lnTo>
                  <a:lnTo>
                    <a:pt x="35483" y="70535"/>
                  </a:lnTo>
                  <a:lnTo>
                    <a:pt x="35242" y="69227"/>
                  </a:lnTo>
                  <a:lnTo>
                    <a:pt x="36347" y="69634"/>
                  </a:lnTo>
                  <a:lnTo>
                    <a:pt x="41224" y="69938"/>
                  </a:lnTo>
                  <a:lnTo>
                    <a:pt x="43230" y="69456"/>
                  </a:lnTo>
                  <a:lnTo>
                    <a:pt x="43307" y="67957"/>
                  </a:lnTo>
                  <a:close/>
                </a:path>
                <a:path w="68580" h="78740">
                  <a:moveTo>
                    <a:pt x="68135" y="38989"/>
                  </a:moveTo>
                  <a:lnTo>
                    <a:pt x="66179" y="38265"/>
                  </a:lnTo>
                  <a:lnTo>
                    <a:pt x="63741" y="38112"/>
                  </a:lnTo>
                  <a:lnTo>
                    <a:pt x="61302" y="37947"/>
                  </a:lnTo>
                  <a:lnTo>
                    <a:pt x="60223" y="38214"/>
                  </a:lnTo>
                  <a:lnTo>
                    <a:pt x="60579" y="36957"/>
                  </a:lnTo>
                  <a:lnTo>
                    <a:pt x="60833" y="31254"/>
                  </a:lnTo>
                  <a:lnTo>
                    <a:pt x="60426" y="28905"/>
                  </a:lnTo>
                  <a:lnTo>
                    <a:pt x="59143" y="28829"/>
                  </a:lnTo>
                  <a:lnTo>
                    <a:pt x="58521" y="31102"/>
                  </a:lnTo>
                  <a:lnTo>
                    <a:pt x="58381" y="33959"/>
                  </a:lnTo>
                  <a:lnTo>
                    <a:pt x="58254" y="36804"/>
                  </a:lnTo>
                  <a:lnTo>
                    <a:pt x="58483" y="38150"/>
                  </a:lnTo>
                  <a:lnTo>
                    <a:pt x="57327" y="37706"/>
                  </a:lnTo>
                  <a:lnTo>
                    <a:pt x="52451" y="37401"/>
                  </a:lnTo>
                  <a:lnTo>
                    <a:pt x="50444" y="37884"/>
                  </a:lnTo>
                  <a:lnTo>
                    <a:pt x="50368" y="39382"/>
                  </a:lnTo>
                  <a:lnTo>
                    <a:pt x="52324" y="40106"/>
                  </a:lnTo>
                  <a:lnTo>
                    <a:pt x="54762" y="40259"/>
                  </a:lnTo>
                  <a:lnTo>
                    <a:pt x="57213" y="40411"/>
                  </a:lnTo>
                  <a:lnTo>
                    <a:pt x="58331" y="40157"/>
                  </a:lnTo>
                  <a:lnTo>
                    <a:pt x="57988" y="41427"/>
                  </a:lnTo>
                  <a:lnTo>
                    <a:pt x="57721" y="47117"/>
                  </a:lnTo>
                  <a:lnTo>
                    <a:pt x="58140" y="49466"/>
                  </a:lnTo>
                  <a:lnTo>
                    <a:pt x="59423" y="49542"/>
                  </a:lnTo>
                  <a:lnTo>
                    <a:pt x="60045" y="47269"/>
                  </a:lnTo>
                  <a:lnTo>
                    <a:pt x="60172" y="44411"/>
                  </a:lnTo>
                  <a:lnTo>
                    <a:pt x="60312" y="41567"/>
                  </a:lnTo>
                  <a:lnTo>
                    <a:pt x="60071" y="40259"/>
                  </a:lnTo>
                  <a:lnTo>
                    <a:pt x="61175" y="40665"/>
                  </a:lnTo>
                  <a:lnTo>
                    <a:pt x="66052" y="40970"/>
                  </a:lnTo>
                  <a:lnTo>
                    <a:pt x="68059" y="40487"/>
                  </a:lnTo>
                  <a:lnTo>
                    <a:pt x="68135" y="38989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8" name="object 1818" descr=""/>
            <p:cNvSpPr/>
            <p:nvPr/>
          </p:nvSpPr>
          <p:spPr>
            <a:xfrm>
              <a:off x="15477806" y="7451985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0" y="44229"/>
                  </a:moveTo>
                  <a:lnTo>
                    <a:pt x="37915" y="88447"/>
                  </a:lnTo>
                  <a:lnTo>
                    <a:pt x="75819" y="44229"/>
                  </a:lnTo>
                  <a:lnTo>
                    <a:pt x="37915" y="0"/>
                  </a:lnTo>
                  <a:lnTo>
                    <a:pt x="0" y="44229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9" name="object 1819" descr=""/>
            <p:cNvSpPr/>
            <p:nvPr/>
          </p:nvSpPr>
          <p:spPr>
            <a:xfrm>
              <a:off x="15481427" y="7456531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395"/>
                  </a:moveTo>
                  <a:lnTo>
                    <a:pt x="15811" y="38684"/>
                  </a:lnTo>
                  <a:lnTo>
                    <a:pt x="13373" y="38519"/>
                  </a:lnTo>
                  <a:lnTo>
                    <a:pt x="10934" y="38366"/>
                  </a:lnTo>
                  <a:lnTo>
                    <a:pt x="9842" y="38633"/>
                  </a:lnTo>
                  <a:lnTo>
                    <a:pt x="10198" y="37363"/>
                  </a:lnTo>
                  <a:lnTo>
                    <a:pt x="10464" y="31661"/>
                  </a:lnTo>
                  <a:lnTo>
                    <a:pt x="10058" y="29324"/>
                  </a:lnTo>
                  <a:lnTo>
                    <a:pt x="8763" y="29235"/>
                  </a:lnTo>
                  <a:lnTo>
                    <a:pt x="8140" y="31521"/>
                  </a:lnTo>
                  <a:lnTo>
                    <a:pt x="8013" y="34366"/>
                  </a:lnTo>
                  <a:lnTo>
                    <a:pt x="7874" y="37211"/>
                  </a:lnTo>
                  <a:lnTo>
                    <a:pt x="8102" y="38544"/>
                  </a:lnTo>
                  <a:lnTo>
                    <a:pt x="6959" y="38112"/>
                  </a:lnTo>
                  <a:lnTo>
                    <a:pt x="2082" y="37807"/>
                  </a:lnTo>
                  <a:lnTo>
                    <a:pt x="76" y="38290"/>
                  </a:lnTo>
                  <a:lnTo>
                    <a:pt x="0" y="39789"/>
                  </a:lnTo>
                  <a:lnTo>
                    <a:pt x="1955" y="40513"/>
                  </a:lnTo>
                  <a:lnTo>
                    <a:pt x="4394" y="40665"/>
                  </a:lnTo>
                  <a:lnTo>
                    <a:pt x="6832" y="40830"/>
                  </a:lnTo>
                  <a:lnTo>
                    <a:pt x="7962" y="40563"/>
                  </a:lnTo>
                  <a:lnTo>
                    <a:pt x="7620" y="41833"/>
                  </a:lnTo>
                  <a:lnTo>
                    <a:pt x="7353" y="47523"/>
                  </a:lnTo>
                  <a:lnTo>
                    <a:pt x="7759" y="49872"/>
                  </a:lnTo>
                  <a:lnTo>
                    <a:pt x="9055" y="49961"/>
                  </a:lnTo>
                  <a:lnTo>
                    <a:pt x="9664" y="47675"/>
                  </a:lnTo>
                  <a:lnTo>
                    <a:pt x="9804" y="44831"/>
                  </a:lnTo>
                  <a:lnTo>
                    <a:pt x="9944" y="41986"/>
                  </a:lnTo>
                  <a:lnTo>
                    <a:pt x="9702" y="40678"/>
                  </a:lnTo>
                  <a:lnTo>
                    <a:pt x="10807" y="41071"/>
                  </a:lnTo>
                  <a:lnTo>
                    <a:pt x="15684" y="41376"/>
                  </a:lnTo>
                  <a:lnTo>
                    <a:pt x="17691" y="40894"/>
                  </a:lnTo>
                  <a:lnTo>
                    <a:pt x="17767" y="39395"/>
                  </a:lnTo>
                  <a:close/>
                </a:path>
                <a:path w="68580" h="78740">
                  <a:moveTo>
                    <a:pt x="42837" y="10160"/>
                  </a:moveTo>
                  <a:lnTo>
                    <a:pt x="40868" y="9436"/>
                  </a:lnTo>
                  <a:lnTo>
                    <a:pt x="38430" y="9283"/>
                  </a:lnTo>
                  <a:lnTo>
                    <a:pt x="35991" y="9118"/>
                  </a:lnTo>
                  <a:lnTo>
                    <a:pt x="34912" y="9385"/>
                  </a:lnTo>
                  <a:lnTo>
                    <a:pt x="35267" y="8128"/>
                  </a:lnTo>
                  <a:lnTo>
                    <a:pt x="35534" y="2425"/>
                  </a:lnTo>
                  <a:lnTo>
                    <a:pt x="35115" y="76"/>
                  </a:lnTo>
                  <a:lnTo>
                    <a:pt x="33832" y="0"/>
                  </a:lnTo>
                  <a:lnTo>
                    <a:pt x="33210" y="2286"/>
                  </a:lnTo>
                  <a:lnTo>
                    <a:pt x="33083" y="5130"/>
                  </a:lnTo>
                  <a:lnTo>
                    <a:pt x="32943" y="7975"/>
                  </a:lnTo>
                  <a:lnTo>
                    <a:pt x="33172" y="9309"/>
                  </a:lnTo>
                  <a:lnTo>
                    <a:pt x="32029" y="8877"/>
                  </a:lnTo>
                  <a:lnTo>
                    <a:pt x="27152" y="8572"/>
                  </a:lnTo>
                  <a:lnTo>
                    <a:pt x="25133" y="9055"/>
                  </a:lnTo>
                  <a:lnTo>
                    <a:pt x="25069" y="10553"/>
                  </a:lnTo>
                  <a:lnTo>
                    <a:pt x="27025" y="11277"/>
                  </a:lnTo>
                  <a:lnTo>
                    <a:pt x="29464" y="11430"/>
                  </a:lnTo>
                  <a:lnTo>
                    <a:pt x="31902" y="11595"/>
                  </a:lnTo>
                  <a:lnTo>
                    <a:pt x="33020" y="11328"/>
                  </a:lnTo>
                  <a:lnTo>
                    <a:pt x="32677" y="12598"/>
                  </a:lnTo>
                  <a:lnTo>
                    <a:pt x="32423" y="18288"/>
                  </a:lnTo>
                  <a:lnTo>
                    <a:pt x="32829" y="20637"/>
                  </a:lnTo>
                  <a:lnTo>
                    <a:pt x="34112" y="20726"/>
                  </a:lnTo>
                  <a:lnTo>
                    <a:pt x="34734" y="18440"/>
                  </a:lnTo>
                  <a:lnTo>
                    <a:pt x="34874" y="15595"/>
                  </a:lnTo>
                  <a:lnTo>
                    <a:pt x="35001" y="12738"/>
                  </a:lnTo>
                  <a:lnTo>
                    <a:pt x="34759" y="11430"/>
                  </a:lnTo>
                  <a:lnTo>
                    <a:pt x="35864" y="11836"/>
                  </a:lnTo>
                  <a:lnTo>
                    <a:pt x="40741" y="12141"/>
                  </a:lnTo>
                  <a:lnTo>
                    <a:pt x="42760" y="11658"/>
                  </a:lnTo>
                  <a:lnTo>
                    <a:pt x="42837" y="10160"/>
                  </a:lnTo>
                  <a:close/>
                </a:path>
                <a:path w="68580" h="78740">
                  <a:moveTo>
                    <a:pt x="43307" y="67957"/>
                  </a:moveTo>
                  <a:lnTo>
                    <a:pt x="41351" y="67233"/>
                  </a:lnTo>
                  <a:lnTo>
                    <a:pt x="38912" y="67081"/>
                  </a:lnTo>
                  <a:lnTo>
                    <a:pt x="36474" y="66916"/>
                  </a:lnTo>
                  <a:lnTo>
                    <a:pt x="35382" y="67183"/>
                  </a:lnTo>
                  <a:lnTo>
                    <a:pt x="35737" y="65913"/>
                  </a:lnTo>
                  <a:lnTo>
                    <a:pt x="36004" y="60223"/>
                  </a:lnTo>
                  <a:lnTo>
                    <a:pt x="35598" y="57873"/>
                  </a:lnTo>
                  <a:lnTo>
                    <a:pt x="34302" y="57797"/>
                  </a:lnTo>
                  <a:lnTo>
                    <a:pt x="33693" y="60071"/>
                  </a:lnTo>
                  <a:lnTo>
                    <a:pt x="33553" y="62928"/>
                  </a:lnTo>
                  <a:lnTo>
                    <a:pt x="33413" y="65773"/>
                  </a:lnTo>
                  <a:lnTo>
                    <a:pt x="33642" y="67106"/>
                  </a:lnTo>
                  <a:lnTo>
                    <a:pt x="32499" y="66675"/>
                  </a:lnTo>
                  <a:lnTo>
                    <a:pt x="27622" y="66370"/>
                  </a:lnTo>
                  <a:lnTo>
                    <a:pt x="25615" y="66852"/>
                  </a:lnTo>
                  <a:lnTo>
                    <a:pt x="25539" y="68351"/>
                  </a:lnTo>
                  <a:lnTo>
                    <a:pt x="27495" y="69075"/>
                  </a:lnTo>
                  <a:lnTo>
                    <a:pt x="29933" y="69227"/>
                  </a:lnTo>
                  <a:lnTo>
                    <a:pt x="32372" y="69380"/>
                  </a:lnTo>
                  <a:lnTo>
                    <a:pt x="33502" y="69126"/>
                  </a:lnTo>
                  <a:lnTo>
                    <a:pt x="33159" y="70396"/>
                  </a:lnTo>
                  <a:lnTo>
                    <a:pt x="32893" y="76085"/>
                  </a:lnTo>
                  <a:lnTo>
                    <a:pt x="33299" y="78435"/>
                  </a:lnTo>
                  <a:lnTo>
                    <a:pt x="34594" y="78511"/>
                  </a:lnTo>
                  <a:lnTo>
                    <a:pt x="35217" y="76238"/>
                  </a:lnTo>
                  <a:lnTo>
                    <a:pt x="35344" y="73380"/>
                  </a:lnTo>
                  <a:lnTo>
                    <a:pt x="35483" y="70535"/>
                  </a:lnTo>
                  <a:lnTo>
                    <a:pt x="35242" y="69227"/>
                  </a:lnTo>
                  <a:lnTo>
                    <a:pt x="36347" y="69634"/>
                  </a:lnTo>
                  <a:lnTo>
                    <a:pt x="41224" y="69938"/>
                  </a:lnTo>
                  <a:lnTo>
                    <a:pt x="43230" y="69456"/>
                  </a:lnTo>
                  <a:lnTo>
                    <a:pt x="43307" y="67957"/>
                  </a:lnTo>
                  <a:close/>
                </a:path>
                <a:path w="68580" h="78740">
                  <a:moveTo>
                    <a:pt x="68135" y="38989"/>
                  </a:moveTo>
                  <a:lnTo>
                    <a:pt x="66179" y="38265"/>
                  </a:lnTo>
                  <a:lnTo>
                    <a:pt x="63741" y="38112"/>
                  </a:lnTo>
                  <a:lnTo>
                    <a:pt x="61302" y="37947"/>
                  </a:lnTo>
                  <a:lnTo>
                    <a:pt x="60223" y="38214"/>
                  </a:lnTo>
                  <a:lnTo>
                    <a:pt x="60579" y="36957"/>
                  </a:lnTo>
                  <a:lnTo>
                    <a:pt x="60833" y="31254"/>
                  </a:lnTo>
                  <a:lnTo>
                    <a:pt x="60426" y="28905"/>
                  </a:lnTo>
                  <a:lnTo>
                    <a:pt x="59143" y="28829"/>
                  </a:lnTo>
                  <a:lnTo>
                    <a:pt x="58521" y="31102"/>
                  </a:lnTo>
                  <a:lnTo>
                    <a:pt x="58381" y="33959"/>
                  </a:lnTo>
                  <a:lnTo>
                    <a:pt x="58254" y="36804"/>
                  </a:lnTo>
                  <a:lnTo>
                    <a:pt x="58483" y="38138"/>
                  </a:lnTo>
                  <a:lnTo>
                    <a:pt x="57340" y="37706"/>
                  </a:lnTo>
                  <a:lnTo>
                    <a:pt x="52451" y="37401"/>
                  </a:lnTo>
                  <a:lnTo>
                    <a:pt x="50444" y="37884"/>
                  </a:lnTo>
                  <a:lnTo>
                    <a:pt x="50368" y="39382"/>
                  </a:lnTo>
                  <a:lnTo>
                    <a:pt x="52336" y="40106"/>
                  </a:lnTo>
                  <a:lnTo>
                    <a:pt x="54775" y="40259"/>
                  </a:lnTo>
                  <a:lnTo>
                    <a:pt x="57213" y="40411"/>
                  </a:lnTo>
                  <a:lnTo>
                    <a:pt x="58343" y="40157"/>
                  </a:lnTo>
                  <a:lnTo>
                    <a:pt x="57988" y="41427"/>
                  </a:lnTo>
                  <a:lnTo>
                    <a:pt x="57721" y="47117"/>
                  </a:lnTo>
                  <a:lnTo>
                    <a:pt x="58140" y="49466"/>
                  </a:lnTo>
                  <a:lnTo>
                    <a:pt x="59423" y="49542"/>
                  </a:lnTo>
                  <a:lnTo>
                    <a:pt x="60045" y="47269"/>
                  </a:lnTo>
                  <a:lnTo>
                    <a:pt x="60172" y="44411"/>
                  </a:lnTo>
                  <a:lnTo>
                    <a:pt x="60299" y="41567"/>
                  </a:lnTo>
                  <a:lnTo>
                    <a:pt x="60071" y="40259"/>
                  </a:lnTo>
                  <a:lnTo>
                    <a:pt x="61175" y="40665"/>
                  </a:lnTo>
                  <a:lnTo>
                    <a:pt x="66052" y="40970"/>
                  </a:lnTo>
                  <a:lnTo>
                    <a:pt x="68072" y="40487"/>
                  </a:lnTo>
                  <a:lnTo>
                    <a:pt x="68135" y="38989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0" name="object 1820" descr=""/>
            <p:cNvSpPr/>
            <p:nvPr/>
          </p:nvSpPr>
          <p:spPr>
            <a:xfrm>
              <a:off x="15631646" y="7451985"/>
              <a:ext cx="41910" cy="88900"/>
            </a:xfrm>
            <a:custGeom>
              <a:avLst/>
              <a:gdLst/>
              <a:ahLst/>
              <a:cxnLst/>
              <a:rect l="l" t="t" r="r" b="b"/>
              <a:pathLst>
                <a:path w="41909" h="88900">
                  <a:moveTo>
                    <a:pt x="0" y="44229"/>
                  </a:moveTo>
                  <a:lnTo>
                    <a:pt x="37915" y="88447"/>
                  </a:lnTo>
                  <a:lnTo>
                    <a:pt x="41515" y="84247"/>
                  </a:lnTo>
                </a:path>
                <a:path w="41909" h="88900">
                  <a:moveTo>
                    <a:pt x="39007" y="1275"/>
                  </a:moveTo>
                  <a:lnTo>
                    <a:pt x="37915" y="0"/>
                  </a:lnTo>
                  <a:lnTo>
                    <a:pt x="0" y="44229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1" name="object 1821" descr=""/>
            <p:cNvSpPr/>
            <p:nvPr/>
          </p:nvSpPr>
          <p:spPr>
            <a:xfrm>
              <a:off x="15635263" y="7456531"/>
              <a:ext cx="38100" cy="78740"/>
            </a:xfrm>
            <a:custGeom>
              <a:avLst/>
              <a:gdLst/>
              <a:ahLst/>
              <a:cxnLst/>
              <a:rect l="l" t="t" r="r" b="b"/>
              <a:pathLst>
                <a:path w="38100" h="78740">
                  <a:moveTo>
                    <a:pt x="17767" y="39395"/>
                  </a:moveTo>
                  <a:lnTo>
                    <a:pt x="15811" y="38684"/>
                  </a:lnTo>
                  <a:lnTo>
                    <a:pt x="13373" y="38519"/>
                  </a:lnTo>
                  <a:lnTo>
                    <a:pt x="10934" y="38366"/>
                  </a:lnTo>
                  <a:lnTo>
                    <a:pt x="9855" y="38633"/>
                  </a:lnTo>
                  <a:lnTo>
                    <a:pt x="10210" y="37363"/>
                  </a:lnTo>
                  <a:lnTo>
                    <a:pt x="10464" y="31661"/>
                  </a:lnTo>
                  <a:lnTo>
                    <a:pt x="10058" y="29324"/>
                  </a:lnTo>
                  <a:lnTo>
                    <a:pt x="8775" y="29235"/>
                  </a:lnTo>
                  <a:lnTo>
                    <a:pt x="8140" y="31521"/>
                  </a:lnTo>
                  <a:lnTo>
                    <a:pt x="8013" y="34366"/>
                  </a:lnTo>
                  <a:lnTo>
                    <a:pt x="7886" y="37211"/>
                  </a:lnTo>
                  <a:lnTo>
                    <a:pt x="8115" y="38544"/>
                  </a:lnTo>
                  <a:lnTo>
                    <a:pt x="6972" y="38112"/>
                  </a:lnTo>
                  <a:lnTo>
                    <a:pt x="2082" y="37807"/>
                  </a:lnTo>
                  <a:lnTo>
                    <a:pt x="76" y="38290"/>
                  </a:lnTo>
                  <a:lnTo>
                    <a:pt x="0" y="39789"/>
                  </a:lnTo>
                  <a:lnTo>
                    <a:pt x="1955" y="40513"/>
                  </a:lnTo>
                  <a:lnTo>
                    <a:pt x="4406" y="40665"/>
                  </a:lnTo>
                  <a:lnTo>
                    <a:pt x="6845" y="40830"/>
                  </a:lnTo>
                  <a:lnTo>
                    <a:pt x="7962" y="40563"/>
                  </a:lnTo>
                  <a:lnTo>
                    <a:pt x="7620" y="41833"/>
                  </a:lnTo>
                  <a:lnTo>
                    <a:pt x="7353" y="47523"/>
                  </a:lnTo>
                  <a:lnTo>
                    <a:pt x="7772" y="49872"/>
                  </a:lnTo>
                  <a:lnTo>
                    <a:pt x="9055" y="49961"/>
                  </a:lnTo>
                  <a:lnTo>
                    <a:pt x="9677" y="47675"/>
                  </a:lnTo>
                  <a:lnTo>
                    <a:pt x="9804" y="44831"/>
                  </a:lnTo>
                  <a:lnTo>
                    <a:pt x="9944" y="41986"/>
                  </a:lnTo>
                  <a:lnTo>
                    <a:pt x="9702" y="40665"/>
                  </a:lnTo>
                  <a:lnTo>
                    <a:pt x="10807" y="41071"/>
                  </a:lnTo>
                  <a:lnTo>
                    <a:pt x="15684" y="41376"/>
                  </a:lnTo>
                  <a:lnTo>
                    <a:pt x="17691" y="40894"/>
                  </a:lnTo>
                  <a:lnTo>
                    <a:pt x="17767" y="39395"/>
                  </a:lnTo>
                  <a:close/>
                </a:path>
                <a:path w="38100" h="78740">
                  <a:moveTo>
                    <a:pt x="35839" y="11823"/>
                  </a:moveTo>
                  <a:lnTo>
                    <a:pt x="35763" y="9182"/>
                  </a:lnTo>
                  <a:lnTo>
                    <a:pt x="34925" y="9385"/>
                  </a:lnTo>
                  <a:lnTo>
                    <a:pt x="35267" y="8128"/>
                  </a:lnTo>
                  <a:lnTo>
                    <a:pt x="35534" y="2425"/>
                  </a:lnTo>
                  <a:lnTo>
                    <a:pt x="35128" y="76"/>
                  </a:lnTo>
                  <a:lnTo>
                    <a:pt x="33832" y="0"/>
                  </a:lnTo>
                  <a:lnTo>
                    <a:pt x="33223" y="2286"/>
                  </a:lnTo>
                  <a:lnTo>
                    <a:pt x="33083" y="5130"/>
                  </a:lnTo>
                  <a:lnTo>
                    <a:pt x="32943" y="7975"/>
                  </a:lnTo>
                  <a:lnTo>
                    <a:pt x="33172" y="9309"/>
                  </a:lnTo>
                  <a:lnTo>
                    <a:pt x="32029" y="8877"/>
                  </a:lnTo>
                  <a:lnTo>
                    <a:pt x="27152" y="8572"/>
                  </a:lnTo>
                  <a:lnTo>
                    <a:pt x="25146" y="9055"/>
                  </a:lnTo>
                  <a:lnTo>
                    <a:pt x="25069" y="10553"/>
                  </a:lnTo>
                  <a:lnTo>
                    <a:pt x="27025" y="11277"/>
                  </a:lnTo>
                  <a:lnTo>
                    <a:pt x="29464" y="11430"/>
                  </a:lnTo>
                  <a:lnTo>
                    <a:pt x="31902" y="11595"/>
                  </a:lnTo>
                  <a:lnTo>
                    <a:pt x="33032" y="11328"/>
                  </a:lnTo>
                  <a:lnTo>
                    <a:pt x="32689" y="12598"/>
                  </a:lnTo>
                  <a:lnTo>
                    <a:pt x="32423" y="18288"/>
                  </a:lnTo>
                  <a:lnTo>
                    <a:pt x="32829" y="20637"/>
                  </a:lnTo>
                  <a:lnTo>
                    <a:pt x="34124" y="20726"/>
                  </a:lnTo>
                  <a:lnTo>
                    <a:pt x="34734" y="18440"/>
                  </a:lnTo>
                  <a:lnTo>
                    <a:pt x="34874" y="15595"/>
                  </a:lnTo>
                  <a:lnTo>
                    <a:pt x="35001" y="12738"/>
                  </a:lnTo>
                  <a:lnTo>
                    <a:pt x="34772" y="11430"/>
                  </a:lnTo>
                  <a:lnTo>
                    <a:pt x="35839" y="11823"/>
                  </a:lnTo>
                  <a:close/>
                </a:path>
                <a:path w="38100" h="78740">
                  <a:moveTo>
                    <a:pt x="37592" y="69710"/>
                  </a:moveTo>
                  <a:lnTo>
                    <a:pt x="37503" y="66992"/>
                  </a:lnTo>
                  <a:lnTo>
                    <a:pt x="36474" y="66916"/>
                  </a:lnTo>
                  <a:lnTo>
                    <a:pt x="35394" y="67183"/>
                  </a:lnTo>
                  <a:lnTo>
                    <a:pt x="35750" y="65913"/>
                  </a:lnTo>
                  <a:lnTo>
                    <a:pt x="36004" y="60223"/>
                  </a:lnTo>
                  <a:lnTo>
                    <a:pt x="35598" y="57873"/>
                  </a:lnTo>
                  <a:lnTo>
                    <a:pt x="34315" y="57797"/>
                  </a:lnTo>
                  <a:lnTo>
                    <a:pt x="33693" y="60071"/>
                  </a:lnTo>
                  <a:lnTo>
                    <a:pt x="33553" y="62928"/>
                  </a:lnTo>
                  <a:lnTo>
                    <a:pt x="33426" y="65773"/>
                  </a:lnTo>
                  <a:lnTo>
                    <a:pt x="33655" y="67106"/>
                  </a:lnTo>
                  <a:lnTo>
                    <a:pt x="32512" y="66675"/>
                  </a:lnTo>
                  <a:lnTo>
                    <a:pt x="27622" y="66370"/>
                  </a:lnTo>
                  <a:lnTo>
                    <a:pt x="25615" y="66852"/>
                  </a:lnTo>
                  <a:lnTo>
                    <a:pt x="25539" y="68351"/>
                  </a:lnTo>
                  <a:lnTo>
                    <a:pt x="27495" y="69075"/>
                  </a:lnTo>
                  <a:lnTo>
                    <a:pt x="29946" y="69227"/>
                  </a:lnTo>
                  <a:lnTo>
                    <a:pt x="32385" y="69380"/>
                  </a:lnTo>
                  <a:lnTo>
                    <a:pt x="33502" y="69126"/>
                  </a:lnTo>
                  <a:lnTo>
                    <a:pt x="33159" y="70396"/>
                  </a:lnTo>
                  <a:lnTo>
                    <a:pt x="32893" y="76085"/>
                  </a:lnTo>
                  <a:lnTo>
                    <a:pt x="33312" y="78435"/>
                  </a:lnTo>
                  <a:lnTo>
                    <a:pt x="34594" y="78511"/>
                  </a:lnTo>
                  <a:lnTo>
                    <a:pt x="35217" y="76238"/>
                  </a:lnTo>
                  <a:lnTo>
                    <a:pt x="35344" y="73380"/>
                  </a:lnTo>
                  <a:lnTo>
                    <a:pt x="35483" y="70535"/>
                  </a:lnTo>
                  <a:lnTo>
                    <a:pt x="35242" y="69227"/>
                  </a:lnTo>
                  <a:lnTo>
                    <a:pt x="36347" y="69634"/>
                  </a:lnTo>
                  <a:lnTo>
                    <a:pt x="37592" y="69710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2" name="object 1822" descr=""/>
            <p:cNvSpPr/>
            <p:nvPr/>
          </p:nvSpPr>
          <p:spPr>
            <a:xfrm>
              <a:off x="15516294" y="7393172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0" y="44229"/>
                  </a:moveTo>
                  <a:lnTo>
                    <a:pt x="37915" y="88447"/>
                  </a:lnTo>
                  <a:lnTo>
                    <a:pt x="75819" y="44229"/>
                  </a:lnTo>
                  <a:lnTo>
                    <a:pt x="37915" y="0"/>
                  </a:lnTo>
                  <a:lnTo>
                    <a:pt x="0" y="44229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3" name="object 1823" descr=""/>
            <p:cNvSpPr/>
            <p:nvPr/>
          </p:nvSpPr>
          <p:spPr>
            <a:xfrm>
              <a:off x="15519908" y="7397718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395"/>
                  </a:moveTo>
                  <a:lnTo>
                    <a:pt x="15811" y="38684"/>
                  </a:lnTo>
                  <a:lnTo>
                    <a:pt x="13373" y="38519"/>
                  </a:lnTo>
                  <a:lnTo>
                    <a:pt x="10934" y="38366"/>
                  </a:lnTo>
                  <a:lnTo>
                    <a:pt x="9855" y="38633"/>
                  </a:lnTo>
                  <a:lnTo>
                    <a:pt x="10210" y="37363"/>
                  </a:lnTo>
                  <a:lnTo>
                    <a:pt x="10464" y="31661"/>
                  </a:lnTo>
                  <a:lnTo>
                    <a:pt x="10058" y="29324"/>
                  </a:lnTo>
                  <a:lnTo>
                    <a:pt x="8775" y="29235"/>
                  </a:lnTo>
                  <a:lnTo>
                    <a:pt x="8153" y="31521"/>
                  </a:lnTo>
                  <a:lnTo>
                    <a:pt x="8026" y="34366"/>
                  </a:lnTo>
                  <a:lnTo>
                    <a:pt x="7886" y="37211"/>
                  </a:lnTo>
                  <a:lnTo>
                    <a:pt x="8115" y="38544"/>
                  </a:lnTo>
                  <a:lnTo>
                    <a:pt x="6972" y="38112"/>
                  </a:lnTo>
                  <a:lnTo>
                    <a:pt x="2082" y="37807"/>
                  </a:lnTo>
                  <a:lnTo>
                    <a:pt x="76" y="38290"/>
                  </a:lnTo>
                  <a:lnTo>
                    <a:pt x="0" y="39789"/>
                  </a:lnTo>
                  <a:lnTo>
                    <a:pt x="1968" y="40513"/>
                  </a:lnTo>
                  <a:lnTo>
                    <a:pt x="4406" y="40665"/>
                  </a:lnTo>
                  <a:lnTo>
                    <a:pt x="6845" y="40830"/>
                  </a:lnTo>
                  <a:lnTo>
                    <a:pt x="7962" y="40563"/>
                  </a:lnTo>
                  <a:lnTo>
                    <a:pt x="7620" y="41833"/>
                  </a:lnTo>
                  <a:lnTo>
                    <a:pt x="7353" y="47536"/>
                  </a:lnTo>
                  <a:lnTo>
                    <a:pt x="7772" y="49872"/>
                  </a:lnTo>
                  <a:lnTo>
                    <a:pt x="9055" y="49961"/>
                  </a:lnTo>
                  <a:lnTo>
                    <a:pt x="9677" y="47675"/>
                  </a:lnTo>
                  <a:lnTo>
                    <a:pt x="9804" y="44831"/>
                  </a:lnTo>
                  <a:lnTo>
                    <a:pt x="9944" y="41986"/>
                  </a:lnTo>
                  <a:lnTo>
                    <a:pt x="9702" y="40665"/>
                  </a:lnTo>
                  <a:lnTo>
                    <a:pt x="10807" y="41071"/>
                  </a:lnTo>
                  <a:lnTo>
                    <a:pt x="15684" y="41376"/>
                  </a:lnTo>
                  <a:lnTo>
                    <a:pt x="17691" y="40894"/>
                  </a:lnTo>
                  <a:lnTo>
                    <a:pt x="17767" y="39395"/>
                  </a:lnTo>
                  <a:close/>
                </a:path>
                <a:path w="68580" h="78740">
                  <a:moveTo>
                    <a:pt x="42837" y="10160"/>
                  </a:moveTo>
                  <a:lnTo>
                    <a:pt x="40881" y="9436"/>
                  </a:lnTo>
                  <a:lnTo>
                    <a:pt x="38442" y="9283"/>
                  </a:lnTo>
                  <a:lnTo>
                    <a:pt x="36004" y="9131"/>
                  </a:lnTo>
                  <a:lnTo>
                    <a:pt x="34912" y="9385"/>
                  </a:lnTo>
                  <a:lnTo>
                    <a:pt x="35267" y="8128"/>
                  </a:lnTo>
                  <a:lnTo>
                    <a:pt x="35534" y="2425"/>
                  </a:lnTo>
                  <a:lnTo>
                    <a:pt x="35128" y="76"/>
                  </a:lnTo>
                  <a:lnTo>
                    <a:pt x="33845" y="0"/>
                  </a:lnTo>
                  <a:lnTo>
                    <a:pt x="33223" y="2286"/>
                  </a:lnTo>
                  <a:lnTo>
                    <a:pt x="33083" y="5130"/>
                  </a:lnTo>
                  <a:lnTo>
                    <a:pt x="32956" y="7975"/>
                  </a:lnTo>
                  <a:lnTo>
                    <a:pt x="33172" y="9321"/>
                  </a:lnTo>
                  <a:lnTo>
                    <a:pt x="32029" y="8877"/>
                  </a:lnTo>
                  <a:lnTo>
                    <a:pt x="27152" y="8572"/>
                  </a:lnTo>
                  <a:lnTo>
                    <a:pt x="25146" y="9055"/>
                  </a:lnTo>
                  <a:lnTo>
                    <a:pt x="25069" y="10553"/>
                  </a:lnTo>
                  <a:lnTo>
                    <a:pt x="27025" y="11277"/>
                  </a:lnTo>
                  <a:lnTo>
                    <a:pt x="29464" y="11430"/>
                  </a:lnTo>
                  <a:lnTo>
                    <a:pt x="31902" y="11595"/>
                  </a:lnTo>
                  <a:lnTo>
                    <a:pt x="33032" y="11328"/>
                  </a:lnTo>
                  <a:lnTo>
                    <a:pt x="32689" y="12598"/>
                  </a:lnTo>
                  <a:lnTo>
                    <a:pt x="32423" y="18288"/>
                  </a:lnTo>
                  <a:lnTo>
                    <a:pt x="32829" y="20637"/>
                  </a:lnTo>
                  <a:lnTo>
                    <a:pt x="34124" y="20726"/>
                  </a:lnTo>
                  <a:lnTo>
                    <a:pt x="34734" y="18440"/>
                  </a:lnTo>
                  <a:lnTo>
                    <a:pt x="34874" y="15595"/>
                  </a:lnTo>
                  <a:lnTo>
                    <a:pt x="35001" y="12738"/>
                  </a:lnTo>
                  <a:lnTo>
                    <a:pt x="34759" y="11430"/>
                  </a:lnTo>
                  <a:lnTo>
                    <a:pt x="35877" y="11836"/>
                  </a:lnTo>
                  <a:lnTo>
                    <a:pt x="40754" y="12141"/>
                  </a:lnTo>
                  <a:lnTo>
                    <a:pt x="42760" y="11658"/>
                  </a:lnTo>
                  <a:lnTo>
                    <a:pt x="42837" y="10160"/>
                  </a:lnTo>
                  <a:close/>
                </a:path>
                <a:path w="68580" h="78740">
                  <a:moveTo>
                    <a:pt x="43307" y="67957"/>
                  </a:moveTo>
                  <a:lnTo>
                    <a:pt x="41351" y="67233"/>
                  </a:lnTo>
                  <a:lnTo>
                    <a:pt x="38912" y="67081"/>
                  </a:lnTo>
                  <a:lnTo>
                    <a:pt x="36474" y="66916"/>
                  </a:lnTo>
                  <a:lnTo>
                    <a:pt x="35394" y="67183"/>
                  </a:lnTo>
                  <a:lnTo>
                    <a:pt x="35750" y="65913"/>
                  </a:lnTo>
                  <a:lnTo>
                    <a:pt x="36004" y="60223"/>
                  </a:lnTo>
                  <a:lnTo>
                    <a:pt x="35598" y="57873"/>
                  </a:lnTo>
                  <a:lnTo>
                    <a:pt x="34315" y="57797"/>
                  </a:lnTo>
                  <a:lnTo>
                    <a:pt x="33693" y="60071"/>
                  </a:lnTo>
                  <a:lnTo>
                    <a:pt x="33566" y="62928"/>
                  </a:lnTo>
                  <a:lnTo>
                    <a:pt x="33426" y="65773"/>
                  </a:lnTo>
                  <a:lnTo>
                    <a:pt x="33655" y="67106"/>
                  </a:lnTo>
                  <a:lnTo>
                    <a:pt x="32512" y="66675"/>
                  </a:lnTo>
                  <a:lnTo>
                    <a:pt x="27622" y="66370"/>
                  </a:lnTo>
                  <a:lnTo>
                    <a:pt x="25615" y="66852"/>
                  </a:lnTo>
                  <a:lnTo>
                    <a:pt x="25539" y="68351"/>
                  </a:lnTo>
                  <a:lnTo>
                    <a:pt x="27508" y="69075"/>
                  </a:lnTo>
                  <a:lnTo>
                    <a:pt x="29946" y="69227"/>
                  </a:lnTo>
                  <a:lnTo>
                    <a:pt x="32385" y="69380"/>
                  </a:lnTo>
                  <a:lnTo>
                    <a:pt x="33515" y="69113"/>
                  </a:lnTo>
                  <a:lnTo>
                    <a:pt x="33159" y="70396"/>
                  </a:lnTo>
                  <a:lnTo>
                    <a:pt x="32893" y="76085"/>
                  </a:lnTo>
                  <a:lnTo>
                    <a:pt x="33312" y="78435"/>
                  </a:lnTo>
                  <a:lnTo>
                    <a:pt x="34594" y="78511"/>
                  </a:lnTo>
                  <a:lnTo>
                    <a:pt x="35229" y="76238"/>
                  </a:lnTo>
                  <a:lnTo>
                    <a:pt x="35344" y="73380"/>
                  </a:lnTo>
                  <a:lnTo>
                    <a:pt x="35483" y="70535"/>
                  </a:lnTo>
                  <a:lnTo>
                    <a:pt x="35242" y="69227"/>
                  </a:lnTo>
                  <a:lnTo>
                    <a:pt x="36347" y="69634"/>
                  </a:lnTo>
                  <a:lnTo>
                    <a:pt x="41224" y="69938"/>
                  </a:lnTo>
                  <a:lnTo>
                    <a:pt x="43243" y="69456"/>
                  </a:lnTo>
                  <a:lnTo>
                    <a:pt x="43307" y="67957"/>
                  </a:lnTo>
                  <a:close/>
                </a:path>
                <a:path w="68580" h="78740">
                  <a:moveTo>
                    <a:pt x="68148" y="38989"/>
                  </a:moveTo>
                  <a:lnTo>
                    <a:pt x="66192" y="38265"/>
                  </a:lnTo>
                  <a:lnTo>
                    <a:pt x="63741" y="38112"/>
                  </a:lnTo>
                  <a:lnTo>
                    <a:pt x="61302" y="37947"/>
                  </a:lnTo>
                  <a:lnTo>
                    <a:pt x="60236" y="38214"/>
                  </a:lnTo>
                  <a:lnTo>
                    <a:pt x="60579" y="36957"/>
                  </a:lnTo>
                  <a:lnTo>
                    <a:pt x="60845" y="31254"/>
                  </a:lnTo>
                  <a:lnTo>
                    <a:pt x="60439" y="28905"/>
                  </a:lnTo>
                  <a:lnTo>
                    <a:pt x="59143" y="28829"/>
                  </a:lnTo>
                  <a:lnTo>
                    <a:pt x="58534" y="31102"/>
                  </a:lnTo>
                  <a:lnTo>
                    <a:pt x="58394" y="33959"/>
                  </a:lnTo>
                  <a:lnTo>
                    <a:pt x="58254" y="36804"/>
                  </a:lnTo>
                  <a:lnTo>
                    <a:pt x="58483" y="38138"/>
                  </a:lnTo>
                  <a:lnTo>
                    <a:pt x="57340" y="37706"/>
                  </a:lnTo>
                  <a:lnTo>
                    <a:pt x="52463" y="37401"/>
                  </a:lnTo>
                  <a:lnTo>
                    <a:pt x="50457" y="37884"/>
                  </a:lnTo>
                  <a:lnTo>
                    <a:pt x="50380" y="39382"/>
                  </a:lnTo>
                  <a:lnTo>
                    <a:pt x="52336" y="40106"/>
                  </a:lnTo>
                  <a:lnTo>
                    <a:pt x="54775" y="40259"/>
                  </a:lnTo>
                  <a:lnTo>
                    <a:pt x="57213" y="40411"/>
                  </a:lnTo>
                  <a:lnTo>
                    <a:pt x="58343" y="40144"/>
                  </a:lnTo>
                  <a:lnTo>
                    <a:pt x="58000" y="41427"/>
                  </a:lnTo>
                  <a:lnTo>
                    <a:pt x="57734" y="47117"/>
                  </a:lnTo>
                  <a:lnTo>
                    <a:pt x="58140" y="49466"/>
                  </a:lnTo>
                  <a:lnTo>
                    <a:pt x="59423" y="49542"/>
                  </a:lnTo>
                  <a:lnTo>
                    <a:pt x="60058" y="47269"/>
                  </a:lnTo>
                  <a:lnTo>
                    <a:pt x="60185" y="44411"/>
                  </a:lnTo>
                  <a:lnTo>
                    <a:pt x="60325" y="41567"/>
                  </a:lnTo>
                  <a:lnTo>
                    <a:pt x="60083" y="40259"/>
                  </a:lnTo>
                  <a:lnTo>
                    <a:pt x="61175" y="40665"/>
                  </a:lnTo>
                  <a:lnTo>
                    <a:pt x="66065" y="40970"/>
                  </a:lnTo>
                  <a:lnTo>
                    <a:pt x="68072" y="40487"/>
                  </a:lnTo>
                  <a:lnTo>
                    <a:pt x="68148" y="38989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4" name="object 1824" descr=""/>
            <p:cNvSpPr/>
            <p:nvPr/>
          </p:nvSpPr>
          <p:spPr>
            <a:xfrm>
              <a:off x="15461078" y="7393172"/>
              <a:ext cx="54610" cy="88900"/>
            </a:xfrm>
            <a:custGeom>
              <a:avLst/>
              <a:gdLst/>
              <a:ahLst/>
              <a:cxnLst/>
              <a:rect l="l" t="t" r="r" b="b"/>
              <a:pathLst>
                <a:path w="54609" h="88900">
                  <a:moveTo>
                    <a:pt x="0" y="69649"/>
                  </a:moveTo>
                  <a:lnTo>
                    <a:pt x="16118" y="88447"/>
                  </a:lnTo>
                  <a:lnTo>
                    <a:pt x="54023" y="44229"/>
                  </a:lnTo>
                  <a:lnTo>
                    <a:pt x="16118" y="0"/>
                  </a:lnTo>
                  <a:lnTo>
                    <a:pt x="0" y="18802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5" name="object 1825" descr=""/>
            <p:cNvSpPr/>
            <p:nvPr/>
          </p:nvSpPr>
          <p:spPr>
            <a:xfrm>
              <a:off x="15467965" y="7397718"/>
              <a:ext cx="43180" cy="78740"/>
            </a:xfrm>
            <a:custGeom>
              <a:avLst/>
              <a:gdLst/>
              <a:ahLst/>
              <a:cxnLst/>
              <a:rect l="l" t="t" r="r" b="b"/>
              <a:pathLst>
                <a:path w="43180" h="78740">
                  <a:moveTo>
                    <a:pt x="17767" y="10160"/>
                  </a:moveTo>
                  <a:lnTo>
                    <a:pt x="15811" y="9436"/>
                  </a:lnTo>
                  <a:lnTo>
                    <a:pt x="13373" y="9283"/>
                  </a:lnTo>
                  <a:lnTo>
                    <a:pt x="10934" y="9131"/>
                  </a:lnTo>
                  <a:lnTo>
                    <a:pt x="9855" y="9385"/>
                  </a:lnTo>
                  <a:lnTo>
                    <a:pt x="10210" y="8128"/>
                  </a:lnTo>
                  <a:lnTo>
                    <a:pt x="10464" y="2425"/>
                  </a:lnTo>
                  <a:lnTo>
                    <a:pt x="10058" y="76"/>
                  </a:lnTo>
                  <a:lnTo>
                    <a:pt x="8775" y="0"/>
                  </a:lnTo>
                  <a:lnTo>
                    <a:pt x="8153" y="2286"/>
                  </a:lnTo>
                  <a:lnTo>
                    <a:pt x="8013" y="5130"/>
                  </a:lnTo>
                  <a:lnTo>
                    <a:pt x="7874" y="7975"/>
                  </a:lnTo>
                  <a:lnTo>
                    <a:pt x="8102" y="9309"/>
                  </a:lnTo>
                  <a:lnTo>
                    <a:pt x="6959" y="8877"/>
                  </a:lnTo>
                  <a:lnTo>
                    <a:pt x="2082" y="8572"/>
                  </a:lnTo>
                  <a:lnTo>
                    <a:pt x="76" y="9055"/>
                  </a:lnTo>
                  <a:lnTo>
                    <a:pt x="0" y="10553"/>
                  </a:lnTo>
                  <a:lnTo>
                    <a:pt x="1955" y="11277"/>
                  </a:lnTo>
                  <a:lnTo>
                    <a:pt x="4394" y="11430"/>
                  </a:lnTo>
                  <a:lnTo>
                    <a:pt x="6845" y="11595"/>
                  </a:lnTo>
                  <a:lnTo>
                    <a:pt x="7962" y="11328"/>
                  </a:lnTo>
                  <a:lnTo>
                    <a:pt x="7620" y="12598"/>
                  </a:lnTo>
                  <a:lnTo>
                    <a:pt x="7353" y="18288"/>
                  </a:lnTo>
                  <a:lnTo>
                    <a:pt x="7759" y="20637"/>
                  </a:lnTo>
                  <a:lnTo>
                    <a:pt x="9055" y="20726"/>
                  </a:lnTo>
                  <a:lnTo>
                    <a:pt x="9664" y="18440"/>
                  </a:lnTo>
                  <a:lnTo>
                    <a:pt x="9804" y="15595"/>
                  </a:lnTo>
                  <a:lnTo>
                    <a:pt x="9944" y="12738"/>
                  </a:lnTo>
                  <a:lnTo>
                    <a:pt x="9702" y="11430"/>
                  </a:lnTo>
                  <a:lnTo>
                    <a:pt x="10807" y="11836"/>
                  </a:lnTo>
                  <a:lnTo>
                    <a:pt x="15684" y="12141"/>
                  </a:lnTo>
                  <a:lnTo>
                    <a:pt x="17691" y="11658"/>
                  </a:lnTo>
                  <a:lnTo>
                    <a:pt x="17767" y="10160"/>
                  </a:lnTo>
                  <a:close/>
                </a:path>
                <a:path w="43180" h="78740">
                  <a:moveTo>
                    <a:pt x="18237" y="67957"/>
                  </a:moveTo>
                  <a:lnTo>
                    <a:pt x="16281" y="67233"/>
                  </a:lnTo>
                  <a:lnTo>
                    <a:pt x="13843" y="67081"/>
                  </a:lnTo>
                  <a:lnTo>
                    <a:pt x="11404" y="66916"/>
                  </a:lnTo>
                  <a:lnTo>
                    <a:pt x="10325" y="67183"/>
                  </a:lnTo>
                  <a:lnTo>
                    <a:pt x="10680" y="65913"/>
                  </a:lnTo>
                  <a:lnTo>
                    <a:pt x="10934" y="60223"/>
                  </a:lnTo>
                  <a:lnTo>
                    <a:pt x="10528" y="57873"/>
                  </a:lnTo>
                  <a:lnTo>
                    <a:pt x="9245" y="57797"/>
                  </a:lnTo>
                  <a:lnTo>
                    <a:pt x="8623" y="60071"/>
                  </a:lnTo>
                  <a:lnTo>
                    <a:pt x="8483" y="62928"/>
                  </a:lnTo>
                  <a:lnTo>
                    <a:pt x="8369" y="65773"/>
                  </a:lnTo>
                  <a:lnTo>
                    <a:pt x="8585" y="67119"/>
                  </a:lnTo>
                  <a:lnTo>
                    <a:pt x="7442" y="66675"/>
                  </a:lnTo>
                  <a:lnTo>
                    <a:pt x="2565" y="66370"/>
                  </a:lnTo>
                  <a:lnTo>
                    <a:pt x="546" y="66852"/>
                  </a:lnTo>
                  <a:lnTo>
                    <a:pt x="469" y="68351"/>
                  </a:lnTo>
                  <a:lnTo>
                    <a:pt x="2438" y="69075"/>
                  </a:lnTo>
                  <a:lnTo>
                    <a:pt x="4876" y="69227"/>
                  </a:lnTo>
                  <a:lnTo>
                    <a:pt x="7315" y="69380"/>
                  </a:lnTo>
                  <a:lnTo>
                    <a:pt x="8445" y="69113"/>
                  </a:lnTo>
                  <a:lnTo>
                    <a:pt x="8089" y="70396"/>
                  </a:lnTo>
                  <a:lnTo>
                    <a:pt x="7835" y="76085"/>
                  </a:lnTo>
                  <a:lnTo>
                    <a:pt x="8242" y="78435"/>
                  </a:lnTo>
                  <a:lnTo>
                    <a:pt x="9525" y="78511"/>
                  </a:lnTo>
                  <a:lnTo>
                    <a:pt x="10147" y="76238"/>
                  </a:lnTo>
                  <a:lnTo>
                    <a:pt x="10274" y="73380"/>
                  </a:lnTo>
                  <a:lnTo>
                    <a:pt x="10414" y="70535"/>
                  </a:lnTo>
                  <a:lnTo>
                    <a:pt x="10172" y="69227"/>
                  </a:lnTo>
                  <a:lnTo>
                    <a:pt x="11277" y="69634"/>
                  </a:lnTo>
                  <a:lnTo>
                    <a:pt x="16154" y="69938"/>
                  </a:lnTo>
                  <a:lnTo>
                    <a:pt x="18173" y="69456"/>
                  </a:lnTo>
                  <a:lnTo>
                    <a:pt x="18237" y="67957"/>
                  </a:lnTo>
                  <a:close/>
                </a:path>
                <a:path w="43180" h="78740">
                  <a:moveTo>
                    <a:pt x="43078" y="38989"/>
                  </a:moveTo>
                  <a:lnTo>
                    <a:pt x="41122" y="38265"/>
                  </a:lnTo>
                  <a:lnTo>
                    <a:pt x="38684" y="38112"/>
                  </a:lnTo>
                  <a:lnTo>
                    <a:pt x="36233" y="37947"/>
                  </a:lnTo>
                  <a:lnTo>
                    <a:pt x="35166" y="38214"/>
                  </a:lnTo>
                  <a:lnTo>
                    <a:pt x="35509" y="36957"/>
                  </a:lnTo>
                  <a:lnTo>
                    <a:pt x="35775" y="31254"/>
                  </a:lnTo>
                  <a:lnTo>
                    <a:pt x="35369" y="28905"/>
                  </a:lnTo>
                  <a:lnTo>
                    <a:pt x="34074" y="28829"/>
                  </a:lnTo>
                  <a:lnTo>
                    <a:pt x="33451" y="31102"/>
                  </a:lnTo>
                  <a:lnTo>
                    <a:pt x="33324" y="33959"/>
                  </a:lnTo>
                  <a:lnTo>
                    <a:pt x="33185" y="36804"/>
                  </a:lnTo>
                  <a:lnTo>
                    <a:pt x="33413" y="38138"/>
                  </a:lnTo>
                  <a:lnTo>
                    <a:pt x="32270" y="37706"/>
                  </a:lnTo>
                  <a:lnTo>
                    <a:pt x="27393" y="37401"/>
                  </a:lnTo>
                  <a:lnTo>
                    <a:pt x="25387" y="37884"/>
                  </a:lnTo>
                  <a:lnTo>
                    <a:pt x="25311" y="39382"/>
                  </a:lnTo>
                  <a:lnTo>
                    <a:pt x="27266" y="40106"/>
                  </a:lnTo>
                  <a:lnTo>
                    <a:pt x="29705" y="40259"/>
                  </a:lnTo>
                  <a:lnTo>
                    <a:pt x="32143" y="40411"/>
                  </a:lnTo>
                  <a:lnTo>
                    <a:pt x="33274" y="40144"/>
                  </a:lnTo>
                  <a:lnTo>
                    <a:pt x="32931" y="41427"/>
                  </a:lnTo>
                  <a:lnTo>
                    <a:pt x="32664" y="47117"/>
                  </a:lnTo>
                  <a:lnTo>
                    <a:pt x="33070" y="49466"/>
                  </a:lnTo>
                  <a:lnTo>
                    <a:pt x="34353" y="49542"/>
                  </a:lnTo>
                  <a:lnTo>
                    <a:pt x="34975" y="47269"/>
                  </a:lnTo>
                  <a:lnTo>
                    <a:pt x="35115" y="44411"/>
                  </a:lnTo>
                  <a:lnTo>
                    <a:pt x="35255" y="41567"/>
                  </a:lnTo>
                  <a:lnTo>
                    <a:pt x="35013" y="40259"/>
                  </a:lnTo>
                  <a:lnTo>
                    <a:pt x="36118" y="40665"/>
                  </a:lnTo>
                  <a:lnTo>
                    <a:pt x="40995" y="40970"/>
                  </a:lnTo>
                  <a:lnTo>
                    <a:pt x="43002" y="40487"/>
                  </a:lnTo>
                  <a:lnTo>
                    <a:pt x="43078" y="38989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6" name="object 1826" descr=""/>
            <p:cNvSpPr/>
            <p:nvPr/>
          </p:nvSpPr>
          <p:spPr>
            <a:xfrm>
              <a:off x="15593306" y="7511578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0" y="44218"/>
                  </a:moveTo>
                  <a:lnTo>
                    <a:pt x="37915" y="88437"/>
                  </a:lnTo>
                  <a:lnTo>
                    <a:pt x="75819" y="44218"/>
                  </a:lnTo>
                  <a:lnTo>
                    <a:pt x="37915" y="0"/>
                  </a:lnTo>
                  <a:lnTo>
                    <a:pt x="0" y="4421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7" name="object 1827" descr=""/>
            <p:cNvSpPr/>
            <p:nvPr/>
          </p:nvSpPr>
          <p:spPr>
            <a:xfrm>
              <a:off x="15596921" y="7516107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408"/>
                  </a:moveTo>
                  <a:lnTo>
                    <a:pt x="15811" y="38684"/>
                  </a:lnTo>
                  <a:lnTo>
                    <a:pt x="13373" y="38531"/>
                  </a:lnTo>
                  <a:lnTo>
                    <a:pt x="10934" y="38366"/>
                  </a:lnTo>
                  <a:lnTo>
                    <a:pt x="9855" y="38633"/>
                  </a:lnTo>
                  <a:lnTo>
                    <a:pt x="10210" y="37363"/>
                  </a:lnTo>
                  <a:lnTo>
                    <a:pt x="10464" y="31673"/>
                  </a:lnTo>
                  <a:lnTo>
                    <a:pt x="10058" y="29324"/>
                  </a:lnTo>
                  <a:lnTo>
                    <a:pt x="8775" y="29248"/>
                  </a:lnTo>
                  <a:lnTo>
                    <a:pt x="8153" y="31521"/>
                  </a:lnTo>
                  <a:lnTo>
                    <a:pt x="8013" y="34378"/>
                  </a:lnTo>
                  <a:lnTo>
                    <a:pt x="7899" y="37223"/>
                  </a:lnTo>
                  <a:lnTo>
                    <a:pt x="8115" y="38569"/>
                  </a:lnTo>
                  <a:lnTo>
                    <a:pt x="6972" y="38125"/>
                  </a:lnTo>
                  <a:lnTo>
                    <a:pt x="2082" y="37820"/>
                  </a:lnTo>
                  <a:lnTo>
                    <a:pt x="76" y="38303"/>
                  </a:lnTo>
                  <a:lnTo>
                    <a:pt x="0" y="39801"/>
                  </a:lnTo>
                  <a:lnTo>
                    <a:pt x="1968" y="40525"/>
                  </a:lnTo>
                  <a:lnTo>
                    <a:pt x="4406" y="40678"/>
                  </a:lnTo>
                  <a:lnTo>
                    <a:pt x="6845" y="40830"/>
                  </a:lnTo>
                  <a:lnTo>
                    <a:pt x="7975" y="40563"/>
                  </a:lnTo>
                  <a:lnTo>
                    <a:pt x="7620" y="41846"/>
                  </a:lnTo>
                  <a:lnTo>
                    <a:pt x="7366" y="47536"/>
                  </a:lnTo>
                  <a:lnTo>
                    <a:pt x="7772" y="49885"/>
                  </a:lnTo>
                  <a:lnTo>
                    <a:pt x="9055" y="49961"/>
                  </a:lnTo>
                  <a:lnTo>
                    <a:pt x="9677" y="47688"/>
                  </a:lnTo>
                  <a:lnTo>
                    <a:pt x="9804" y="44831"/>
                  </a:lnTo>
                  <a:lnTo>
                    <a:pt x="9944" y="41986"/>
                  </a:lnTo>
                  <a:lnTo>
                    <a:pt x="9702" y="40678"/>
                  </a:lnTo>
                  <a:lnTo>
                    <a:pt x="10807" y="41084"/>
                  </a:lnTo>
                  <a:lnTo>
                    <a:pt x="15684" y="41389"/>
                  </a:lnTo>
                  <a:lnTo>
                    <a:pt x="17703" y="40906"/>
                  </a:lnTo>
                  <a:lnTo>
                    <a:pt x="17767" y="39408"/>
                  </a:lnTo>
                  <a:close/>
                </a:path>
                <a:path w="68580" h="78740">
                  <a:moveTo>
                    <a:pt x="42837" y="10172"/>
                  </a:moveTo>
                  <a:lnTo>
                    <a:pt x="40881" y="9448"/>
                  </a:lnTo>
                  <a:lnTo>
                    <a:pt x="38442" y="9283"/>
                  </a:lnTo>
                  <a:lnTo>
                    <a:pt x="36004" y="9131"/>
                  </a:lnTo>
                  <a:lnTo>
                    <a:pt x="34925" y="9398"/>
                  </a:lnTo>
                  <a:lnTo>
                    <a:pt x="35280" y="8128"/>
                  </a:lnTo>
                  <a:lnTo>
                    <a:pt x="35534" y="2438"/>
                  </a:lnTo>
                  <a:lnTo>
                    <a:pt x="35128" y="88"/>
                  </a:lnTo>
                  <a:lnTo>
                    <a:pt x="33845" y="0"/>
                  </a:lnTo>
                  <a:lnTo>
                    <a:pt x="33223" y="2286"/>
                  </a:lnTo>
                  <a:lnTo>
                    <a:pt x="33083" y="5130"/>
                  </a:lnTo>
                  <a:lnTo>
                    <a:pt x="32943" y="7988"/>
                  </a:lnTo>
                  <a:lnTo>
                    <a:pt x="33172" y="9321"/>
                  </a:lnTo>
                  <a:lnTo>
                    <a:pt x="32029" y="8890"/>
                  </a:lnTo>
                  <a:lnTo>
                    <a:pt x="27152" y="8585"/>
                  </a:lnTo>
                  <a:lnTo>
                    <a:pt x="25146" y="9067"/>
                  </a:lnTo>
                  <a:lnTo>
                    <a:pt x="25069" y="10553"/>
                  </a:lnTo>
                  <a:lnTo>
                    <a:pt x="27025" y="11277"/>
                  </a:lnTo>
                  <a:lnTo>
                    <a:pt x="29464" y="11442"/>
                  </a:lnTo>
                  <a:lnTo>
                    <a:pt x="31902" y="11595"/>
                  </a:lnTo>
                  <a:lnTo>
                    <a:pt x="33032" y="11328"/>
                  </a:lnTo>
                  <a:lnTo>
                    <a:pt x="32689" y="12598"/>
                  </a:lnTo>
                  <a:lnTo>
                    <a:pt x="32423" y="18300"/>
                  </a:lnTo>
                  <a:lnTo>
                    <a:pt x="32829" y="20637"/>
                  </a:lnTo>
                  <a:lnTo>
                    <a:pt x="34124" y="20726"/>
                  </a:lnTo>
                  <a:lnTo>
                    <a:pt x="34747" y="18440"/>
                  </a:lnTo>
                  <a:lnTo>
                    <a:pt x="34874" y="15595"/>
                  </a:lnTo>
                  <a:lnTo>
                    <a:pt x="35013" y="12750"/>
                  </a:lnTo>
                  <a:lnTo>
                    <a:pt x="34772" y="11442"/>
                  </a:lnTo>
                  <a:lnTo>
                    <a:pt x="35877" y="11849"/>
                  </a:lnTo>
                  <a:lnTo>
                    <a:pt x="40754" y="12153"/>
                  </a:lnTo>
                  <a:lnTo>
                    <a:pt x="42760" y="11671"/>
                  </a:lnTo>
                  <a:lnTo>
                    <a:pt x="42837" y="10172"/>
                  </a:lnTo>
                  <a:close/>
                </a:path>
                <a:path w="68580" h="78740">
                  <a:moveTo>
                    <a:pt x="43307" y="67970"/>
                  </a:moveTo>
                  <a:lnTo>
                    <a:pt x="41351" y="67246"/>
                  </a:lnTo>
                  <a:lnTo>
                    <a:pt x="38912" y="67081"/>
                  </a:lnTo>
                  <a:lnTo>
                    <a:pt x="36474" y="66929"/>
                  </a:lnTo>
                  <a:lnTo>
                    <a:pt x="35394" y="67195"/>
                  </a:lnTo>
                  <a:lnTo>
                    <a:pt x="35750" y="65925"/>
                  </a:lnTo>
                  <a:lnTo>
                    <a:pt x="36004" y="60223"/>
                  </a:lnTo>
                  <a:lnTo>
                    <a:pt x="35598" y="57886"/>
                  </a:lnTo>
                  <a:lnTo>
                    <a:pt x="34315" y="57797"/>
                  </a:lnTo>
                  <a:lnTo>
                    <a:pt x="33693" y="60083"/>
                  </a:lnTo>
                  <a:lnTo>
                    <a:pt x="33566" y="62928"/>
                  </a:lnTo>
                  <a:lnTo>
                    <a:pt x="33426" y="65773"/>
                  </a:lnTo>
                  <a:lnTo>
                    <a:pt x="33655" y="67106"/>
                  </a:lnTo>
                  <a:lnTo>
                    <a:pt x="32512" y="66675"/>
                  </a:lnTo>
                  <a:lnTo>
                    <a:pt x="27622" y="66370"/>
                  </a:lnTo>
                  <a:lnTo>
                    <a:pt x="25615" y="66852"/>
                  </a:lnTo>
                  <a:lnTo>
                    <a:pt x="25539" y="68351"/>
                  </a:lnTo>
                  <a:lnTo>
                    <a:pt x="27508" y="69075"/>
                  </a:lnTo>
                  <a:lnTo>
                    <a:pt x="29946" y="69240"/>
                  </a:lnTo>
                  <a:lnTo>
                    <a:pt x="32385" y="69392"/>
                  </a:lnTo>
                  <a:lnTo>
                    <a:pt x="33502" y="69126"/>
                  </a:lnTo>
                  <a:lnTo>
                    <a:pt x="33159" y="70396"/>
                  </a:lnTo>
                  <a:lnTo>
                    <a:pt x="32905" y="76098"/>
                  </a:lnTo>
                  <a:lnTo>
                    <a:pt x="33312" y="78435"/>
                  </a:lnTo>
                  <a:lnTo>
                    <a:pt x="34594" y="78524"/>
                  </a:lnTo>
                  <a:lnTo>
                    <a:pt x="35217" y="76238"/>
                  </a:lnTo>
                  <a:lnTo>
                    <a:pt x="35344" y="73393"/>
                  </a:lnTo>
                  <a:lnTo>
                    <a:pt x="35483" y="70548"/>
                  </a:lnTo>
                  <a:lnTo>
                    <a:pt x="35242" y="69227"/>
                  </a:lnTo>
                  <a:lnTo>
                    <a:pt x="36347" y="69634"/>
                  </a:lnTo>
                  <a:lnTo>
                    <a:pt x="41224" y="69938"/>
                  </a:lnTo>
                  <a:lnTo>
                    <a:pt x="43243" y="69456"/>
                  </a:lnTo>
                  <a:lnTo>
                    <a:pt x="43307" y="67970"/>
                  </a:lnTo>
                  <a:close/>
                </a:path>
                <a:path w="68580" h="78740">
                  <a:moveTo>
                    <a:pt x="68148" y="39001"/>
                  </a:moveTo>
                  <a:lnTo>
                    <a:pt x="66192" y="38277"/>
                  </a:lnTo>
                  <a:lnTo>
                    <a:pt x="63741" y="38112"/>
                  </a:lnTo>
                  <a:lnTo>
                    <a:pt x="61302" y="37960"/>
                  </a:lnTo>
                  <a:lnTo>
                    <a:pt x="60223" y="38227"/>
                  </a:lnTo>
                  <a:lnTo>
                    <a:pt x="60579" y="36957"/>
                  </a:lnTo>
                  <a:lnTo>
                    <a:pt x="60845" y="31267"/>
                  </a:lnTo>
                  <a:lnTo>
                    <a:pt x="60439" y="28917"/>
                  </a:lnTo>
                  <a:lnTo>
                    <a:pt x="59143" y="28829"/>
                  </a:lnTo>
                  <a:lnTo>
                    <a:pt x="58534" y="31115"/>
                  </a:lnTo>
                  <a:lnTo>
                    <a:pt x="58394" y="33959"/>
                  </a:lnTo>
                  <a:lnTo>
                    <a:pt x="58254" y="36817"/>
                  </a:lnTo>
                  <a:lnTo>
                    <a:pt x="58483" y="38138"/>
                  </a:lnTo>
                  <a:lnTo>
                    <a:pt x="57340" y="37706"/>
                  </a:lnTo>
                  <a:lnTo>
                    <a:pt x="52463" y="37414"/>
                  </a:lnTo>
                  <a:lnTo>
                    <a:pt x="50457" y="37884"/>
                  </a:lnTo>
                  <a:lnTo>
                    <a:pt x="50380" y="39382"/>
                  </a:lnTo>
                  <a:lnTo>
                    <a:pt x="52336" y="40106"/>
                  </a:lnTo>
                  <a:lnTo>
                    <a:pt x="54775" y="40271"/>
                  </a:lnTo>
                  <a:lnTo>
                    <a:pt x="57213" y="40424"/>
                  </a:lnTo>
                  <a:lnTo>
                    <a:pt x="58343" y="40157"/>
                  </a:lnTo>
                  <a:lnTo>
                    <a:pt x="58000" y="41427"/>
                  </a:lnTo>
                  <a:lnTo>
                    <a:pt x="57734" y="47129"/>
                  </a:lnTo>
                  <a:lnTo>
                    <a:pt x="58140" y="49466"/>
                  </a:lnTo>
                  <a:lnTo>
                    <a:pt x="59436" y="49555"/>
                  </a:lnTo>
                  <a:lnTo>
                    <a:pt x="60045" y="47269"/>
                  </a:lnTo>
                  <a:lnTo>
                    <a:pt x="60185" y="44424"/>
                  </a:lnTo>
                  <a:lnTo>
                    <a:pt x="60325" y="41579"/>
                  </a:lnTo>
                  <a:lnTo>
                    <a:pt x="60083" y="40271"/>
                  </a:lnTo>
                  <a:lnTo>
                    <a:pt x="61175" y="40678"/>
                  </a:lnTo>
                  <a:lnTo>
                    <a:pt x="66065" y="40970"/>
                  </a:lnTo>
                  <a:lnTo>
                    <a:pt x="68072" y="40487"/>
                  </a:lnTo>
                  <a:lnTo>
                    <a:pt x="68148" y="390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8" name="object 1828" descr=""/>
            <p:cNvSpPr/>
            <p:nvPr/>
          </p:nvSpPr>
          <p:spPr>
            <a:xfrm>
              <a:off x="15555822" y="7570382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0" y="44229"/>
                  </a:moveTo>
                  <a:lnTo>
                    <a:pt x="37915" y="88447"/>
                  </a:lnTo>
                  <a:lnTo>
                    <a:pt x="75819" y="44229"/>
                  </a:lnTo>
                  <a:lnTo>
                    <a:pt x="37915" y="0"/>
                  </a:lnTo>
                  <a:lnTo>
                    <a:pt x="0" y="44229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9" name="object 1829" descr=""/>
            <p:cNvSpPr/>
            <p:nvPr/>
          </p:nvSpPr>
          <p:spPr>
            <a:xfrm>
              <a:off x="15559444" y="7574921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408"/>
                  </a:moveTo>
                  <a:lnTo>
                    <a:pt x="15811" y="38684"/>
                  </a:lnTo>
                  <a:lnTo>
                    <a:pt x="13373" y="38531"/>
                  </a:lnTo>
                  <a:lnTo>
                    <a:pt x="10922" y="38366"/>
                  </a:lnTo>
                  <a:lnTo>
                    <a:pt x="9842" y="38633"/>
                  </a:lnTo>
                  <a:lnTo>
                    <a:pt x="10198" y="37363"/>
                  </a:lnTo>
                  <a:lnTo>
                    <a:pt x="10464" y="31673"/>
                  </a:lnTo>
                  <a:lnTo>
                    <a:pt x="10058" y="29324"/>
                  </a:lnTo>
                  <a:lnTo>
                    <a:pt x="8763" y="29248"/>
                  </a:lnTo>
                  <a:lnTo>
                    <a:pt x="8153" y="31521"/>
                  </a:lnTo>
                  <a:lnTo>
                    <a:pt x="8013" y="34378"/>
                  </a:lnTo>
                  <a:lnTo>
                    <a:pt x="7874" y="37223"/>
                  </a:lnTo>
                  <a:lnTo>
                    <a:pt x="8102" y="38557"/>
                  </a:lnTo>
                  <a:lnTo>
                    <a:pt x="6959" y="38125"/>
                  </a:lnTo>
                  <a:lnTo>
                    <a:pt x="2082" y="37820"/>
                  </a:lnTo>
                  <a:lnTo>
                    <a:pt x="76" y="38303"/>
                  </a:lnTo>
                  <a:lnTo>
                    <a:pt x="0" y="39801"/>
                  </a:lnTo>
                  <a:lnTo>
                    <a:pt x="1955" y="40525"/>
                  </a:lnTo>
                  <a:lnTo>
                    <a:pt x="4394" y="40678"/>
                  </a:lnTo>
                  <a:lnTo>
                    <a:pt x="6832" y="40830"/>
                  </a:lnTo>
                  <a:lnTo>
                    <a:pt x="7962" y="40563"/>
                  </a:lnTo>
                  <a:lnTo>
                    <a:pt x="7620" y="41846"/>
                  </a:lnTo>
                  <a:lnTo>
                    <a:pt x="7353" y="47536"/>
                  </a:lnTo>
                  <a:lnTo>
                    <a:pt x="7759" y="49885"/>
                  </a:lnTo>
                  <a:lnTo>
                    <a:pt x="9042" y="49961"/>
                  </a:lnTo>
                  <a:lnTo>
                    <a:pt x="9664" y="47688"/>
                  </a:lnTo>
                  <a:lnTo>
                    <a:pt x="9804" y="44831"/>
                  </a:lnTo>
                  <a:lnTo>
                    <a:pt x="9944" y="41986"/>
                  </a:lnTo>
                  <a:lnTo>
                    <a:pt x="9702" y="40678"/>
                  </a:lnTo>
                  <a:lnTo>
                    <a:pt x="10807" y="41084"/>
                  </a:lnTo>
                  <a:lnTo>
                    <a:pt x="15684" y="41389"/>
                  </a:lnTo>
                  <a:lnTo>
                    <a:pt x="17691" y="40906"/>
                  </a:lnTo>
                  <a:lnTo>
                    <a:pt x="17767" y="39408"/>
                  </a:lnTo>
                  <a:close/>
                </a:path>
                <a:path w="68580" h="78740">
                  <a:moveTo>
                    <a:pt x="42824" y="10172"/>
                  </a:moveTo>
                  <a:lnTo>
                    <a:pt x="40868" y="9448"/>
                  </a:lnTo>
                  <a:lnTo>
                    <a:pt x="38430" y="9283"/>
                  </a:lnTo>
                  <a:lnTo>
                    <a:pt x="35991" y="9131"/>
                  </a:lnTo>
                  <a:lnTo>
                    <a:pt x="34912" y="9398"/>
                  </a:lnTo>
                  <a:lnTo>
                    <a:pt x="35267" y="8128"/>
                  </a:lnTo>
                  <a:lnTo>
                    <a:pt x="35521" y="2438"/>
                  </a:lnTo>
                  <a:lnTo>
                    <a:pt x="35115" y="88"/>
                  </a:lnTo>
                  <a:lnTo>
                    <a:pt x="33832" y="0"/>
                  </a:lnTo>
                  <a:lnTo>
                    <a:pt x="33210" y="2286"/>
                  </a:lnTo>
                  <a:lnTo>
                    <a:pt x="33083" y="5130"/>
                  </a:lnTo>
                  <a:lnTo>
                    <a:pt x="32956" y="7988"/>
                  </a:lnTo>
                  <a:lnTo>
                    <a:pt x="33185" y="9321"/>
                  </a:lnTo>
                  <a:lnTo>
                    <a:pt x="32029" y="8890"/>
                  </a:lnTo>
                  <a:lnTo>
                    <a:pt x="27152" y="8585"/>
                  </a:lnTo>
                  <a:lnTo>
                    <a:pt x="25133" y="9067"/>
                  </a:lnTo>
                  <a:lnTo>
                    <a:pt x="25069" y="10553"/>
                  </a:lnTo>
                  <a:lnTo>
                    <a:pt x="27025" y="11277"/>
                  </a:lnTo>
                  <a:lnTo>
                    <a:pt x="29464" y="11442"/>
                  </a:lnTo>
                  <a:lnTo>
                    <a:pt x="31902" y="11595"/>
                  </a:lnTo>
                  <a:lnTo>
                    <a:pt x="33032" y="11328"/>
                  </a:lnTo>
                  <a:lnTo>
                    <a:pt x="32677" y="12598"/>
                  </a:lnTo>
                  <a:lnTo>
                    <a:pt x="32423" y="18300"/>
                  </a:lnTo>
                  <a:lnTo>
                    <a:pt x="32829" y="20637"/>
                  </a:lnTo>
                  <a:lnTo>
                    <a:pt x="34112" y="20726"/>
                  </a:lnTo>
                  <a:lnTo>
                    <a:pt x="34734" y="18440"/>
                  </a:lnTo>
                  <a:lnTo>
                    <a:pt x="34874" y="15595"/>
                  </a:lnTo>
                  <a:lnTo>
                    <a:pt x="35001" y="12750"/>
                  </a:lnTo>
                  <a:lnTo>
                    <a:pt x="34759" y="11442"/>
                  </a:lnTo>
                  <a:lnTo>
                    <a:pt x="35864" y="11849"/>
                  </a:lnTo>
                  <a:lnTo>
                    <a:pt x="40741" y="12153"/>
                  </a:lnTo>
                  <a:lnTo>
                    <a:pt x="42760" y="11671"/>
                  </a:lnTo>
                  <a:lnTo>
                    <a:pt x="42824" y="10172"/>
                  </a:lnTo>
                  <a:close/>
                </a:path>
                <a:path w="68580" h="78740">
                  <a:moveTo>
                    <a:pt x="43307" y="67970"/>
                  </a:moveTo>
                  <a:lnTo>
                    <a:pt x="41351" y="67246"/>
                  </a:lnTo>
                  <a:lnTo>
                    <a:pt x="38912" y="67081"/>
                  </a:lnTo>
                  <a:lnTo>
                    <a:pt x="36461" y="66929"/>
                  </a:lnTo>
                  <a:lnTo>
                    <a:pt x="35382" y="67195"/>
                  </a:lnTo>
                  <a:lnTo>
                    <a:pt x="35737" y="65925"/>
                  </a:lnTo>
                  <a:lnTo>
                    <a:pt x="36004" y="60223"/>
                  </a:lnTo>
                  <a:lnTo>
                    <a:pt x="35598" y="57886"/>
                  </a:lnTo>
                  <a:lnTo>
                    <a:pt x="34302" y="57797"/>
                  </a:lnTo>
                  <a:lnTo>
                    <a:pt x="33693" y="60083"/>
                  </a:lnTo>
                  <a:lnTo>
                    <a:pt x="33553" y="62928"/>
                  </a:lnTo>
                  <a:lnTo>
                    <a:pt x="33426" y="65773"/>
                  </a:lnTo>
                  <a:lnTo>
                    <a:pt x="33642" y="67119"/>
                  </a:lnTo>
                  <a:lnTo>
                    <a:pt x="32499" y="66675"/>
                  </a:lnTo>
                  <a:lnTo>
                    <a:pt x="27622" y="66370"/>
                  </a:lnTo>
                  <a:lnTo>
                    <a:pt x="25615" y="66852"/>
                  </a:lnTo>
                  <a:lnTo>
                    <a:pt x="25539" y="68351"/>
                  </a:lnTo>
                  <a:lnTo>
                    <a:pt x="27495" y="69075"/>
                  </a:lnTo>
                  <a:lnTo>
                    <a:pt x="29933" y="69240"/>
                  </a:lnTo>
                  <a:lnTo>
                    <a:pt x="32372" y="69392"/>
                  </a:lnTo>
                  <a:lnTo>
                    <a:pt x="33502" y="69126"/>
                  </a:lnTo>
                  <a:lnTo>
                    <a:pt x="33159" y="70396"/>
                  </a:lnTo>
                  <a:lnTo>
                    <a:pt x="32893" y="76098"/>
                  </a:lnTo>
                  <a:lnTo>
                    <a:pt x="33299" y="78435"/>
                  </a:lnTo>
                  <a:lnTo>
                    <a:pt x="34594" y="78524"/>
                  </a:lnTo>
                  <a:lnTo>
                    <a:pt x="35204" y="76238"/>
                  </a:lnTo>
                  <a:lnTo>
                    <a:pt x="35344" y="73393"/>
                  </a:lnTo>
                  <a:lnTo>
                    <a:pt x="35483" y="70548"/>
                  </a:lnTo>
                  <a:lnTo>
                    <a:pt x="35242" y="69240"/>
                  </a:lnTo>
                  <a:lnTo>
                    <a:pt x="36347" y="69634"/>
                  </a:lnTo>
                  <a:lnTo>
                    <a:pt x="41224" y="69938"/>
                  </a:lnTo>
                  <a:lnTo>
                    <a:pt x="43230" y="69456"/>
                  </a:lnTo>
                  <a:lnTo>
                    <a:pt x="43307" y="67970"/>
                  </a:lnTo>
                  <a:close/>
                </a:path>
                <a:path w="68580" h="78740">
                  <a:moveTo>
                    <a:pt x="68135" y="39001"/>
                  </a:moveTo>
                  <a:lnTo>
                    <a:pt x="66179" y="38277"/>
                  </a:lnTo>
                  <a:lnTo>
                    <a:pt x="63741" y="38112"/>
                  </a:lnTo>
                  <a:lnTo>
                    <a:pt x="61302" y="37960"/>
                  </a:lnTo>
                  <a:lnTo>
                    <a:pt x="60223" y="38227"/>
                  </a:lnTo>
                  <a:lnTo>
                    <a:pt x="60579" y="36957"/>
                  </a:lnTo>
                  <a:lnTo>
                    <a:pt x="60833" y="31254"/>
                  </a:lnTo>
                  <a:lnTo>
                    <a:pt x="60426" y="28917"/>
                  </a:lnTo>
                  <a:lnTo>
                    <a:pt x="59143" y="28829"/>
                  </a:lnTo>
                  <a:lnTo>
                    <a:pt x="58521" y="31115"/>
                  </a:lnTo>
                  <a:lnTo>
                    <a:pt x="58381" y="33959"/>
                  </a:lnTo>
                  <a:lnTo>
                    <a:pt x="58254" y="36804"/>
                  </a:lnTo>
                  <a:lnTo>
                    <a:pt x="58483" y="38150"/>
                  </a:lnTo>
                  <a:lnTo>
                    <a:pt x="57327" y="37706"/>
                  </a:lnTo>
                  <a:lnTo>
                    <a:pt x="52451" y="37414"/>
                  </a:lnTo>
                  <a:lnTo>
                    <a:pt x="50444" y="37884"/>
                  </a:lnTo>
                  <a:lnTo>
                    <a:pt x="50368" y="39382"/>
                  </a:lnTo>
                  <a:lnTo>
                    <a:pt x="52324" y="40106"/>
                  </a:lnTo>
                  <a:lnTo>
                    <a:pt x="54762" y="40271"/>
                  </a:lnTo>
                  <a:lnTo>
                    <a:pt x="57213" y="40424"/>
                  </a:lnTo>
                  <a:lnTo>
                    <a:pt x="58331" y="40157"/>
                  </a:lnTo>
                  <a:lnTo>
                    <a:pt x="57988" y="41427"/>
                  </a:lnTo>
                  <a:lnTo>
                    <a:pt x="57721" y="47129"/>
                  </a:lnTo>
                  <a:lnTo>
                    <a:pt x="58140" y="49466"/>
                  </a:lnTo>
                  <a:lnTo>
                    <a:pt x="59423" y="49555"/>
                  </a:lnTo>
                  <a:lnTo>
                    <a:pt x="60045" y="47269"/>
                  </a:lnTo>
                  <a:lnTo>
                    <a:pt x="60172" y="44424"/>
                  </a:lnTo>
                  <a:lnTo>
                    <a:pt x="60312" y="41579"/>
                  </a:lnTo>
                  <a:lnTo>
                    <a:pt x="60071" y="40271"/>
                  </a:lnTo>
                  <a:lnTo>
                    <a:pt x="61175" y="40678"/>
                  </a:lnTo>
                  <a:lnTo>
                    <a:pt x="66052" y="40970"/>
                  </a:lnTo>
                  <a:lnTo>
                    <a:pt x="68059" y="40500"/>
                  </a:lnTo>
                  <a:lnTo>
                    <a:pt x="68135" y="390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0" name="object 1830" descr=""/>
            <p:cNvSpPr/>
            <p:nvPr/>
          </p:nvSpPr>
          <p:spPr>
            <a:xfrm>
              <a:off x="15477806" y="7570382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0" y="44229"/>
                  </a:moveTo>
                  <a:lnTo>
                    <a:pt x="37915" y="88447"/>
                  </a:lnTo>
                  <a:lnTo>
                    <a:pt x="75819" y="44229"/>
                  </a:lnTo>
                  <a:lnTo>
                    <a:pt x="37915" y="0"/>
                  </a:lnTo>
                  <a:lnTo>
                    <a:pt x="0" y="44229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1" name="object 1831" descr=""/>
            <p:cNvSpPr/>
            <p:nvPr/>
          </p:nvSpPr>
          <p:spPr>
            <a:xfrm>
              <a:off x="15481427" y="7574921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408"/>
                  </a:moveTo>
                  <a:lnTo>
                    <a:pt x="15811" y="38684"/>
                  </a:lnTo>
                  <a:lnTo>
                    <a:pt x="13373" y="38531"/>
                  </a:lnTo>
                  <a:lnTo>
                    <a:pt x="10934" y="38366"/>
                  </a:lnTo>
                  <a:lnTo>
                    <a:pt x="9842" y="38633"/>
                  </a:lnTo>
                  <a:lnTo>
                    <a:pt x="10198" y="37363"/>
                  </a:lnTo>
                  <a:lnTo>
                    <a:pt x="10464" y="31673"/>
                  </a:lnTo>
                  <a:lnTo>
                    <a:pt x="10058" y="29324"/>
                  </a:lnTo>
                  <a:lnTo>
                    <a:pt x="8763" y="29248"/>
                  </a:lnTo>
                  <a:lnTo>
                    <a:pt x="8140" y="31521"/>
                  </a:lnTo>
                  <a:lnTo>
                    <a:pt x="8013" y="34378"/>
                  </a:lnTo>
                  <a:lnTo>
                    <a:pt x="7874" y="37223"/>
                  </a:lnTo>
                  <a:lnTo>
                    <a:pt x="8102" y="38557"/>
                  </a:lnTo>
                  <a:lnTo>
                    <a:pt x="6959" y="38125"/>
                  </a:lnTo>
                  <a:lnTo>
                    <a:pt x="2082" y="37820"/>
                  </a:lnTo>
                  <a:lnTo>
                    <a:pt x="76" y="38303"/>
                  </a:lnTo>
                  <a:lnTo>
                    <a:pt x="0" y="39801"/>
                  </a:lnTo>
                  <a:lnTo>
                    <a:pt x="1955" y="40525"/>
                  </a:lnTo>
                  <a:lnTo>
                    <a:pt x="4394" y="40678"/>
                  </a:lnTo>
                  <a:lnTo>
                    <a:pt x="6832" y="40830"/>
                  </a:lnTo>
                  <a:lnTo>
                    <a:pt x="7962" y="40563"/>
                  </a:lnTo>
                  <a:lnTo>
                    <a:pt x="7620" y="41846"/>
                  </a:lnTo>
                  <a:lnTo>
                    <a:pt x="7353" y="47536"/>
                  </a:lnTo>
                  <a:lnTo>
                    <a:pt x="7759" y="49885"/>
                  </a:lnTo>
                  <a:lnTo>
                    <a:pt x="9055" y="49961"/>
                  </a:lnTo>
                  <a:lnTo>
                    <a:pt x="9664" y="47688"/>
                  </a:lnTo>
                  <a:lnTo>
                    <a:pt x="9804" y="44831"/>
                  </a:lnTo>
                  <a:lnTo>
                    <a:pt x="9944" y="41986"/>
                  </a:lnTo>
                  <a:lnTo>
                    <a:pt x="9702" y="40678"/>
                  </a:lnTo>
                  <a:lnTo>
                    <a:pt x="10807" y="41084"/>
                  </a:lnTo>
                  <a:lnTo>
                    <a:pt x="15684" y="41389"/>
                  </a:lnTo>
                  <a:lnTo>
                    <a:pt x="17691" y="40906"/>
                  </a:lnTo>
                  <a:lnTo>
                    <a:pt x="17767" y="39408"/>
                  </a:lnTo>
                  <a:close/>
                </a:path>
                <a:path w="68580" h="78740">
                  <a:moveTo>
                    <a:pt x="42837" y="10172"/>
                  </a:moveTo>
                  <a:lnTo>
                    <a:pt x="40868" y="9448"/>
                  </a:lnTo>
                  <a:lnTo>
                    <a:pt x="38430" y="9283"/>
                  </a:lnTo>
                  <a:lnTo>
                    <a:pt x="35991" y="9131"/>
                  </a:lnTo>
                  <a:lnTo>
                    <a:pt x="34912" y="9398"/>
                  </a:lnTo>
                  <a:lnTo>
                    <a:pt x="35267" y="8128"/>
                  </a:lnTo>
                  <a:lnTo>
                    <a:pt x="35534" y="2438"/>
                  </a:lnTo>
                  <a:lnTo>
                    <a:pt x="35115" y="88"/>
                  </a:lnTo>
                  <a:lnTo>
                    <a:pt x="33832" y="0"/>
                  </a:lnTo>
                  <a:lnTo>
                    <a:pt x="33210" y="2286"/>
                  </a:lnTo>
                  <a:lnTo>
                    <a:pt x="33083" y="5130"/>
                  </a:lnTo>
                  <a:lnTo>
                    <a:pt x="32943" y="7988"/>
                  </a:lnTo>
                  <a:lnTo>
                    <a:pt x="33172" y="9321"/>
                  </a:lnTo>
                  <a:lnTo>
                    <a:pt x="32029" y="8890"/>
                  </a:lnTo>
                  <a:lnTo>
                    <a:pt x="27152" y="8585"/>
                  </a:lnTo>
                  <a:lnTo>
                    <a:pt x="25133" y="9067"/>
                  </a:lnTo>
                  <a:lnTo>
                    <a:pt x="25069" y="10553"/>
                  </a:lnTo>
                  <a:lnTo>
                    <a:pt x="27025" y="11277"/>
                  </a:lnTo>
                  <a:lnTo>
                    <a:pt x="29464" y="11442"/>
                  </a:lnTo>
                  <a:lnTo>
                    <a:pt x="31902" y="11595"/>
                  </a:lnTo>
                  <a:lnTo>
                    <a:pt x="33032" y="11328"/>
                  </a:lnTo>
                  <a:lnTo>
                    <a:pt x="32677" y="12598"/>
                  </a:lnTo>
                  <a:lnTo>
                    <a:pt x="32423" y="18300"/>
                  </a:lnTo>
                  <a:lnTo>
                    <a:pt x="32829" y="20637"/>
                  </a:lnTo>
                  <a:lnTo>
                    <a:pt x="34112" y="20726"/>
                  </a:lnTo>
                  <a:lnTo>
                    <a:pt x="34734" y="18440"/>
                  </a:lnTo>
                  <a:lnTo>
                    <a:pt x="34874" y="15595"/>
                  </a:lnTo>
                  <a:lnTo>
                    <a:pt x="35001" y="12750"/>
                  </a:lnTo>
                  <a:lnTo>
                    <a:pt x="34759" y="11442"/>
                  </a:lnTo>
                  <a:lnTo>
                    <a:pt x="35864" y="11849"/>
                  </a:lnTo>
                  <a:lnTo>
                    <a:pt x="40741" y="12153"/>
                  </a:lnTo>
                  <a:lnTo>
                    <a:pt x="42760" y="11671"/>
                  </a:lnTo>
                  <a:lnTo>
                    <a:pt x="42837" y="10172"/>
                  </a:lnTo>
                  <a:close/>
                </a:path>
                <a:path w="68580" h="78740">
                  <a:moveTo>
                    <a:pt x="43307" y="67970"/>
                  </a:moveTo>
                  <a:lnTo>
                    <a:pt x="41351" y="67246"/>
                  </a:lnTo>
                  <a:lnTo>
                    <a:pt x="38912" y="67081"/>
                  </a:lnTo>
                  <a:lnTo>
                    <a:pt x="36474" y="66929"/>
                  </a:lnTo>
                  <a:lnTo>
                    <a:pt x="35382" y="67195"/>
                  </a:lnTo>
                  <a:lnTo>
                    <a:pt x="35737" y="65925"/>
                  </a:lnTo>
                  <a:lnTo>
                    <a:pt x="36004" y="60223"/>
                  </a:lnTo>
                  <a:lnTo>
                    <a:pt x="35598" y="57886"/>
                  </a:lnTo>
                  <a:lnTo>
                    <a:pt x="34302" y="57797"/>
                  </a:lnTo>
                  <a:lnTo>
                    <a:pt x="33693" y="60083"/>
                  </a:lnTo>
                  <a:lnTo>
                    <a:pt x="33553" y="62928"/>
                  </a:lnTo>
                  <a:lnTo>
                    <a:pt x="33413" y="65773"/>
                  </a:lnTo>
                  <a:lnTo>
                    <a:pt x="33642" y="67106"/>
                  </a:lnTo>
                  <a:lnTo>
                    <a:pt x="32499" y="66675"/>
                  </a:lnTo>
                  <a:lnTo>
                    <a:pt x="27622" y="66370"/>
                  </a:lnTo>
                  <a:lnTo>
                    <a:pt x="25615" y="66852"/>
                  </a:lnTo>
                  <a:lnTo>
                    <a:pt x="25539" y="68351"/>
                  </a:lnTo>
                  <a:lnTo>
                    <a:pt x="27495" y="69075"/>
                  </a:lnTo>
                  <a:lnTo>
                    <a:pt x="29933" y="69240"/>
                  </a:lnTo>
                  <a:lnTo>
                    <a:pt x="32372" y="69392"/>
                  </a:lnTo>
                  <a:lnTo>
                    <a:pt x="33502" y="69126"/>
                  </a:lnTo>
                  <a:lnTo>
                    <a:pt x="33159" y="70396"/>
                  </a:lnTo>
                  <a:lnTo>
                    <a:pt x="32893" y="76098"/>
                  </a:lnTo>
                  <a:lnTo>
                    <a:pt x="33299" y="78435"/>
                  </a:lnTo>
                  <a:lnTo>
                    <a:pt x="34594" y="78524"/>
                  </a:lnTo>
                  <a:lnTo>
                    <a:pt x="35217" y="76238"/>
                  </a:lnTo>
                  <a:lnTo>
                    <a:pt x="35344" y="73393"/>
                  </a:lnTo>
                  <a:lnTo>
                    <a:pt x="35483" y="70548"/>
                  </a:lnTo>
                  <a:lnTo>
                    <a:pt x="35242" y="69240"/>
                  </a:lnTo>
                  <a:lnTo>
                    <a:pt x="36347" y="69634"/>
                  </a:lnTo>
                  <a:lnTo>
                    <a:pt x="41224" y="69938"/>
                  </a:lnTo>
                  <a:lnTo>
                    <a:pt x="43230" y="69456"/>
                  </a:lnTo>
                  <a:lnTo>
                    <a:pt x="43307" y="67970"/>
                  </a:lnTo>
                  <a:close/>
                </a:path>
                <a:path w="68580" h="78740">
                  <a:moveTo>
                    <a:pt x="68135" y="39001"/>
                  </a:moveTo>
                  <a:lnTo>
                    <a:pt x="66179" y="38277"/>
                  </a:lnTo>
                  <a:lnTo>
                    <a:pt x="63741" y="38112"/>
                  </a:lnTo>
                  <a:lnTo>
                    <a:pt x="61302" y="37960"/>
                  </a:lnTo>
                  <a:lnTo>
                    <a:pt x="60223" y="38227"/>
                  </a:lnTo>
                  <a:lnTo>
                    <a:pt x="60579" y="36957"/>
                  </a:lnTo>
                  <a:lnTo>
                    <a:pt x="60833" y="31254"/>
                  </a:lnTo>
                  <a:lnTo>
                    <a:pt x="60426" y="28917"/>
                  </a:lnTo>
                  <a:lnTo>
                    <a:pt x="59143" y="28829"/>
                  </a:lnTo>
                  <a:lnTo>
                    <a:pt x="58521" y="31115"/>
                  </a:lnTo>
                  <a:lnTo>
                    <a:pt x="58381" y="33959"/>
                  </a:lnTo>
                  <a:lnTo>
                    <a:pt x="58254" y="36804"/>
                  </a:lnTo>
                  <a:lnTo>
                    <a:pt x="58483" y="38138"/>
                  </a:lnTo>
                  <a:lnTo>
                    <a:pt x="57340" y="37706"/>
                  </a:lnTo>
                  <a:lnTo>
                    <a:pt x="52451" y="37414"/>
                  </a:lnTo>
                  <a:lnTo>
                    <a:pt x="50444" y="37884"/>
                  </a:lnTo>
                  <a:lnTo>
                    <a:pt x="50368" y="39382"/>
                  </a:lnTo>
                  <a:lnTo>
                    <a:pt x="52336" y="40106"/>
                  </a:lnTo>
                  <a:lnTo>
                    <a:pt x="54775" y="40271"/>
                  </a:lnTo>
                  <a:lnTo>
                    <a:pt x="57213" y="40424"/>
                  </a:lnTo>
                  <a:lnTo>
                    <a:pt x="58331" y="40157"/>
                  </a:lnTo>
                  <a:lnTo>
                    <a:pt x="57988" y="41427"/>
                  </a:lnTo>
                  <a:lnTo>
                    <a:pt x="57721" y="47129"/>
                  </a:lnTo>
                  <a:lnTo>
                    <a:pt x="58140" y="49466"/>
                  </a:lnTo>
                  <a:lnTo>
                    <a:pt x="59423" y="49555"/>
                  </a:lnTo>
                  <a:lnTo>
                    <a:pt x="60045" y="47269"/>
                  </a:lnTo>
                  <a:lnTo>
                    <a:pt x="60172" y="44424"/>
                  </a:lnTo>
                  <a:lnTo>
                    <a:pt x="60299" y="41579"/>
                  </a:lnTo>
                  <a:lnTo>
                    <a:pt x="60071" y="40271"/>
                  </a:lnTo>
                  <a:lnTo>
                    <a:pt x="61175" y="40678"/>
                  </a:lnTo>
                  <a:lnTo>
                    <a:pt x="66052" y="40970"/>
                  </a:lnTo>
                  <a:lnTo>
                    <a:pt x="68072" y="40500"/>
                  </a:lnTo>
                  <a:lnTo>
                    <a:pt x="68135" y="390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2" name="object 1832" descr=""/>
            <p:cNvSpPr/>
            <p:nvPr/>
          </p:nvSpPr>
          <p:spPr>
            <a:xfrm>
              <a:off x="15631646" y="7570382"/>
              <a:ext cx="45085" cy="88900"/>
            </a:xfrm>
            <a:custGeom>
              <a:avLst/>
              <a:gdLst/>
              <a:ahLst/>
              <a:cxnLst/>
              <a:rect l="l" t="t" r="r" b="b"/>
              <a:pathLst>
                <a:path w="45084" h="88900">
                  <a:moveTo>
                    <a:pt x="0" y="44229"/>
                  </a:moveTo>
                  <a:lnTo>
                    <a:pt x="37915" y="88447"/>
                  </a:lnTo>
                  <a:lnTo>
                    <a:pt x="44972" y="80215"/>
                  </a:lnTo>
                </a:path>
                <a:path w="45084" h="88900">
                  <a:moveTo>
                    <a:pt x="42717" y="5603"/>
                  </a:moveTo>
                  <a:lnTo>
                    <a:pt x="37915" y="0"/>
                  </a:lnTo>
                  <a:lnTo>
                    <a:pt x="0" y="44229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3" name="object 1833" descr=""/>
            <p:cNvSpPr/>
            <p:nvPr/>
          </p:nvSpPr>
          <p:spPr>
            <a:xfrm>
              <a:off x="15635263" y="7574921"/>
              <a:ext cx="41275" cy="78740"/>
            </a:xfrm>
            <a:custGeom>
              <a:avLst/>
              <a:gdLst/>
              <a:ahLst/>
              <a:cxnLst/>
              <a:rect l="l" t="t" r="r" b="b"/>
              <a:pathLst>
                <a:path w="41275" h="78740">
                  <a:moveTo>
                    <a:pt x="17767" y="39408"/>
                  </a:moveTo>
                  <a:lnTo>
                    <a:pt x="15811" y="38684"/>
                  </a:lnTo>
                  <a:lnTo>
                    <a:pt x="13373" y="38531"/>
                  </a:lnTo>
                  <a:lnTo>
                    <a:pt x="10934" y="38366"/>
                  </a:lnTo>
                  <a:lnTo>
                    <a:pt x="9855" y="38633"/>
                  </a:lnTo>
                  <a:lnTo>
                    <a:pt x="10210" y="37363"/>
                  </a:lnTo>
                  <a:lnTo>
                    <a:pt x="10464" y="31673"/>
                  </a:lnTo>
                  <a:lnTo>
                    <a:pt x="10058" y="29324"/>
                  </a:lnTo>
                  <a:lnTo>
                    <a:pt x="8775" y="29248"/>
                  </a:lnTo>
                  <a:lnTo>
                    <a:pt x="8140" y="31521"/>
                  </a:lnTo>
                  <a:lnTo>
                    <a:pt x="8013" y="34378"/>
                  </a:lnTo>
                  <a:lnTo>
                    <a:pt x="7886" y="37223"/>
                  </a:lnTo>
                  <a:lnTo>
                    <a:pt x="8115" y="38557"/>
                  </a:lnTo>
                  <a:lnTo>
                    <a:pt x="6972" y="38125"/>
                  </a:lnTo>
                  <a:lnTo>
                    <a:pt x="2082" y="37820"/>
                  </a:lnTo>
                  <a:lnTo>
                    <a:pt x="76" y="38303"/>
                  </a:lnTo>
                  <a:lnTo>
                    <a:pt x="0" y="39801"/>
                  </a:lnTo>
                  <a:lnTo>
                    <a:pt x="1955" y="40525"/>
                  </a:lnTo>
                  <a:lnTo>
                    <a:pt x="4406" y="40678"/>
                  </a:lnTo>
                  <a:lnTo>
                    <a:pt x="6845" y="40830"/>
                  </a:lnTo>
                  <a:lnTo>
                    <a:pt x="7962" y="40563"/>
                  </a:lnTo>
                  <a:lnTo>
                    <a:pt x="7620" y="41846"/>
                  </a:lnTo>
                  <a:lnTo>
                    <a:pt x="7353" y="47536"/>
                  </a:lnTo>
                  <a:lnTo>
                    <a:pt x="7772" y="49885"/>
                  </a:lnTo>
                  <a:lnTo>
                    <a:pt x="9055" y="49961"/>
                  </a:lnTo>
                  <a:lnTo>
                    <a:pt x="9677" y="47688"/>
                  </a:lnTo>
                  <a:lnTo>
                    <a:pt x="9804" y="44831"/>
                  </a:lnTo>
                  <a:lnTo>
                    <a:pt x="9944" y="41986"/>
                  </a:lnTo>
                  <a:lnTo>
                    <a:pt x="9702" y="40678"/>
                  </a:lnTo>
                  <a:lnTo>
                    <a:pt x="10807" y="41084"/>
                  </a:lnTo>
                  <a:lnTo>
                    <a:pt x="15684" y="41389"/>
                  </a:lnTo>
                  <a:lnTo>
                    <a:pt x="17691" y="40906"/>
                  </a:lnTo>
                  <a:lnTo>
                    <a:pt x="17767" y="39408"/>
                  </a:lnTo>
                  <a:close/>
                </a:path>
                <a:path w="41275" h="78740">
                  <a:moveTo>
                    <a:pt x="39420" y="12065"/>
                  </a:moveTo>
                  <a:lnTo>
                    <a:pt x="39344" y="9347"/>
                  </a:lnTo>
                  <a:lnTo>
                    <a:pt x="35991" y="9131"/>
                  </a:lnTo>
                  <a:lnTo>
                    <a:pt x="34912" y="9398"/>
                  </a:lnTo>
                  <a:lnTo>
                    <a:pt x="35267" y="8128"/>
                  </a:lnTo>
                  <a:lnTo>
                    <a:pt x="35534" y="2438"/>
                  </a:lnTo>
                  <a:lnTo>
                    <a:pt x="35128" y="88"/>
                  </a:lnTo>
                  <a:lnTo>
                    <a:pt x="33832" y="0"/>
                  </a:lnTo>
                  <a:lnTo>
                    <a:pt x="33223" y="2286"/>
                  </a:lnTo>
                  <a:lnTo>
                    <a:pt x="33083" y="5130"/>
                  </a:lnTo>
                  <a:lnTo>
                    <a:pt x="32943" y="7988"/>
                  </a:lnTo>
                  <a:lnTo>
                    <a:pt x="33172" y="9321"/>
                  </a:lnTo>
                  <a:lnTo>
                    <a:pt x="32029" y="8890"/>
                  </a:lnTo>
                  <a:lnTo>
                    <a:pt x="27152" y="8585"/>
                  </a:lnTo>
                  <a:lnTo>
                    <a:pt x="25146" y="9067"/>
                  </a:lnTo>
                  <a:lnTo>
                    <a:pt x="25069" y="10553"/>
                  </a:lnTo>
                  <a:lnTo>
                    <a:pt x="27025" y="11277"/>
                  </a:lnTo>
                  <a:lnTo>
                    <a:pt x="29464" y="11442"/>
                  </a:lnTo>
                  <a:lnTo>
                    <a:pt x="31902" y="11595"/>
                  </a:lnTo>
                  <a:lnTo>
                    <a:pt x="33032" y="11328"/>
                  </a:lnTo>
                  <a:lnTo>
                    <a:pt x="32689" y="12598"/>
                  </a:lnTo>
                  <a:lnTo>
                    <a:pt x="32423" y="18300"/>
                  </a:lnTo>
                  <a:lnTo>
                    <a:pt x="32829" y="20637"/>
                  </a:lnTo>
                  <a:lnTo>
                    <a:pt x="34124" y="20726"/>
                  </a:lnTo>
                  <a:lnTo>
                    <a:pt x="34734" y="18440"/>
                  </a:lnTo>
                  <a:lnTo>
                    <a:pt x="34874" y="15595"/>
                  </a:lnTo>
                  <a:lnTo>
                    <a:pt x="35001" y="12750"/>
                  </a:lnTo>
                  <a:lnTo>
                    <a:pt x="34772" y="11442"/>
                  </a:lnTo>
                  <a:lnTo>
                    <a:pt x="35877" y="11849"/>
                  </a:lnTo>
                  <a:lnTo>
                    <a:pt x="39420" y="12065"/>
                  </a:lnTo>
                  <a:close/>
                </a:path>
                <a:path w="41275" h="78740">
                  <a:moveTo>
                    <a:pt x="41173" y="69938"/>
                  </a:moveTo>
                  <a:lnTo>
                    <a:pt x="41097" y="67221"/>
                  </a:lnTo>
                  <a:lnTo>
                    <a:pt x="36474" y="66929"/>
                  </a:lnTo>
                  <a:lnTo>
                    <a:pt x="35394" y="67195"/>
                  </a:lnTo>
                  <a:lnTo>
                    <a:pt x="35750" y="65925"/>
                  </a:lnTo>
                  <a:lnTo>
                    <a:pt x="36004" y="60223"/>
                  </a:lnTo>
                  <a:lnTo>
                    <a:pt x="35598" y="57886"/>
                  </a:lnTo>
                  <a:lnTo>
                    <a:pt x="34315" y="57797"/>
                  </a:lnTo>
                  <a:lnTo>
                    <a:pt x="33693" y="60083"/>
                  </a:lnTo>
                  <a:lnTo>
                    <a:pt x="33553" y="62928"/>
                  </a:lnTo>
                  <a:lnTo>
                    <a:pt x="33426" y="65773"/>
                  </a:lnTo>
                  <a:lnTo>
                    <a:pt x="33655" y="67106"/>
                  </a:lnTo>
                  <a:lnTo>
                    <a:pt x="32512" y="66675"/>
                  </a:lnTo>
                  <a:lnTo>
                    <a:pt x="27622" y="66370"/>
                  </a:lnTo>
                  <a:lnTo>
                    <a:pt x="25615" y="66852"/>
                  </a:lnTo>
                  <a:lnTo>
                    <a:pt x="25539" y="68351"/>
                  </a:lnTo>
                  <a:lnTo>
                    <a:pt x="27495" y="69075"/>
                  </a:lnTo>
                  <a:lnTo>
                    <a:pt x="29946" y="69240"/>
                  </a:lnTo>
                  <a:lnTo>
                    <a:pt x="32385" y="69392"/>
                  </a:lnTo>
                  <a:lnTo>
                    <a:pt x="33502" y="69126"/>
                  </a:lnTo>
                  <a:lnTo>
                    <a:pt x="33159" y="70396"/>
                  </a:lnTo>
                  <a:lnTo>
                    <a:pt x="32893" y="76098"/>
                  </a:lnTo>
                  <a:lnTo>
                    <a:pt x="33312" y="78435"/>
                  </a:lnTo>
                  <a:lnTo>
                    <a:pt x="34594" y="78524"/>
                  </a:lnTo>
                  <a:lnTo>
                    <a:pt x="35217" y="76238"/>
                  </a:lnTo>
                  <a:lnTo>
                    <a:pt x="35344" y="73393"/>
                  </a:lnTo>
                  <a:lnTo>
                    <a:pt x="35483" y="70548"/>
                  </a:lnTo>
                  <a:lnTo>
                    <a:pt x="35242" y="69227"/>
                  </a:lnTo>
                  <a:lnTo>
                    <a:pt x="36347" y="69634"/>
                  </a:lnTo>
                  <a:lnTo>
                    <a:pt x="41173" y="6993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4" name="object 1834" descr=""/>
            <p:cNvSpPr/>
            <p:nvPr/>
          </p:nvSpPr>
          <p:spPr>
            <a:xfrm>
              <a:off x="15516294" y="7511578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0" y="44218"/>
                  </a:moveTo>
                  <a:lnTo>
                    <a:pt x="37915" y="88437"/>
                  </a:lnTo>
                  <a:lnTo>
                    <a:pt x="75819" y="44218"/>
                  </a:lnTo>
                  <a:lnTo>
                    <a:pt x="37915" y="0"/>
                  </a:lnTo>
                  <a:lnTo>
                    <a:pt x="0" y="4421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5" name="object 1835" descr=""/>
            <p:cNvSpPr/>
            <p:nvPr/>
          </p:nvSpPr>
          <p:spPr>
            <a:xfrm>
              <a:off x="15519908" y="7516107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408"/>
                  </a:moveTo>
                  <a:lnTo>
                    <a:pt x="15811" y="38684"/>
                  </a:lnTo>
                  <a:lnTo>
                    <a:pt x="13373" y="38531"/>
                  </a:lnTo>
                  <a:lnTo>
                    <a:pt x="10934" y="38366"/>
                  </a:lnTo>
                  <a:lnTo>
                    <a:pt x="9855" y="38633"/>
                  </a:lnTo>
                  <a:lnTo>
                    <a:pt x="10210" y="37363"/>
                  </a:lnTo>
                  <a:lnTo>
                    <a:pt x="10464" y="31673"/>
                  </a:lnTo>
                  <a:lnTo>
                    <a:pt x="10058" y="29324"/>
                  </a:lnTo>
                  <a:lnTo>
                    <a:pt x="8775" y="29248"/>
                  </a:lnTo>
                  <a:lnTo>
                    <a:pt x="8153" y="31521"/>
                  </a:lnTo>
                  <a:lnTo>
                    <a:pt x="8026" y="34378"/>
                  </a:lnTo>
                  <a:lnTo>
                    <a:pt x="7886" y="37223"/>
                  </a:lnTo>
                  <a:lnTo>
                    <a:pt x="8115" y="38557"/>
                  </a:lnTo>
                  <a:lnTo>
                    <a:pt x="6972" y="38125"/>
                  </a:lnTo>
                  <a:lnTo>
                    <a:pt x="2082" y="37820"/>
                  </a:lnTo>
                  <a:lnTo>
                    <a:pt x="76" y="38303"/>
                  </a:lnTo>
                  <a:lnTo>
                    <a:pt x="0" y="39801"/>
                  </a:lnTo>
                  <a:lnTo>
                    <a:pt x="1968" y="40525"/>
                  </a:lnTo>
                  <a:lnTo>
                    <a:pt x="4406" y="40678"/>
                  </a:lnTo>
                  <a:lnTo>
                    <a:pt x="6845" y="40830"/>
                  </a:lnTo>
                  <a:lnTo>
                    <a:pt x="7975" y="40563"/>
                  </a:lnTo>
                  <a:lnTo>
                    <a:pt x="7620" y="41846"/>
                  </a:lnTo>
                  <a:lnTo>
                    <a:pt x="7353" y="47536"/>
                  </a:lnTo>
                  <a:lnTo>
                    <a:pt x="7772" y="49885"/>
                  </a:lnTo>
                  <a:lnTo>
                    <a:pt x="9055" y="49961"/>
                  </a:lnTo>
                  <a:lnTo>
                    <a:pt x="9677" y="47688"/>
                  </a:lnTo>
                  <a:lnTo>
                    <a:pt x="9804" y="44831"/>
                  </a:lnTo>
                  <a:lnTo>
                    <a:pt x="9944" y="41986"/>
                  </a:lnTo>
                  <a:lnTo>
                    <a:pt x="9702" y="40678"/>
                  </a:lnTo>
                  <a:lnTo>
                    <a:pt x="10807" y="41084"/>
                  </a:lnTo>
                  <a:lnTo>
                    <a:pt x="15684" y="41389"/>
                  </a:lnTo>
                  <a:lnTo>
                    <a:pt x="17691" y="40906"/>
                  </a:lnTo>
                  <a:lnTo>
                    <a:pt x="17767" y="39408"/>
                  </a:lnTo>
                  <a:close/>
                </a:path>
                <a:path w="68580" h="78740">
                  <a:moveTo>
                    <a:pt x="42837" y="10172"/>
                  </a:moveTo>
                  <a:lnTo>
                    <a:pt x="40881" y="9448"/>
                  </a:lnTo>
                  <a:lnTo>
                    <a:pt x="38442" y="9283"/>
                  </a:lnTo>
                  <a:lnTo>
                    <a:pt x="36004" y="9131"/>
                  </a:lnTo>
                  <a:lnTo>
                    <a:pt x="34912" y="9398"/>
                  </a:lnTo>
                  <a:lnTo>
                    <a:pt x="35267" y="8128"/>
                  </a:lnTo>
                  <a:lnTo>
                    <a:pt x="35534" y="2438"/>
                  </a:lnTo>
                  <a:lnTo>
                    <a:pt x="35128" y="88"/>
                  </a:lnTo>
                  <a:lnTo>
                    <a:pt x="33845" y="0"/>
                  </a:lnTo>
                  <a:lnTo>
                    <a:pt x="33223" y="2286"/>
                  </a:lnTo>
                  <a:lnTo>
                    <a:pt x="33083" y="5130"/>
                  </a:lnTo>
                  <a:lnTo>
                    <a:pt x="32956" y="7988"/>
                  </a:lnTo>
                  <a:lnTo>
                    <a:pt x="33185" y="9321"/>
                  </a:lnTo>
                  <a:lnTo>
                    <a:pt x="32029" y="8890"/>
                  </a:lnTo>
                  <a:lnTo>
                    <a:pt x="27152" y="8585"/>
                  </a:lnTo>
                  <a:lnTo>
                    <a:pt x="25146" y="9067"/>
                  </a:lnTo>
                  <a:lnTo>
                    <a:pt x="25069" y="10553"/>
                  </a:lnTo>
                  <a:lnTo>
                    <a:pt x="27025" y="11277"/>
                  </a:lnTo>
                  <a:lnTo>
                    <a:pt x="29464" y="11442"/>
                  </a:lnTo>
                  <a:lnTo>
                    <a:pt x="31902" y="11595"/>
                  </a:lnTo>
                  <a:lnTo>
                    <a:pt x="33032" y="11328"/>
                  </a:lnTo>
                  <a:lnTo>
                    <a:pt x="32689" y="12598"/>
                  </a:lnTo>
                  <a:lnTo>
                    <a:pt x="32423" y="18300"/>
                  </a:lnTo>
                  <a:lnTo>
                    <a:pt x="32829" y="20637"/>
                  </a:lnTo>
                  <a:lnTo>
                    <a:pt x="34124" y="20726"/>
                  </a:lnTo>
                  <a:lnTo>
                    <a:pt x="34734" y="18440"/>
                  </a:lnTo>
                  <a:lnTo>
                    <a:pt x="34874" y="15595"/>
                  </a:lnTo>
                  <a:lnTo>
                    <a:pt x="35001" y="12750"/>
                  </a:lnTo>
                  <a:lnTo>
                    <a:pt x="34772" y="11442"/>
                  </a:lnTo>
                  <a:lnTo>
                    <a:pt x="35877" y="11849"/>
                  </a:lnTo>
                  <a:lnTo>
                    <a:pt x="40754" y="12153"/>
                  </a:lnTo>
                  <a:lnTo>
                    <a:pt x="42760" y="11671"/>
                  </a:lnTo>
                  <a:lnTo>
                    <a:pt x="42837" y="10172"/>
                  </a:lnTo>
                  <a:close/>
                </a:path>
                <a:path w="68580" h="78740">
                  <a:moveTo>
                    <a:pt x="43307" y="67970"/>
                  </a:moveTo>
                  <a:lnTo>
                    <a:pt x="41351" y="67246"/>
                  </a:lnTo>
                  <a:lnTo>
                    <a:pt x="38912" y="67081"/>
                  </a:lnTo>
                  <a:lnTo>
                    <a:pt x="36474" y="66929"/>
                  </a:lnTo>
                  <a:lnTo>
                    <a:pt x="35394" y="67195"/>
                  </a:lnTo>
                  <a:lnTo>
                    <a:pt x="35750" y="65925"/>
                  </a:lnTo>
                  <a:lnTo>
                    <a:pt x="36004" y="60223"/>
                  </a:lnTo>
                  <a:lnTo>
                    <a:pt x="35598" y="57886"/>
                  </a:lnTo>
                  <a:lnTo>
                    <a:pt x="34315" y="57797"/>
                  </a:lnTo>
                  <a:lnTo>
                    <a:pt x="33693" y="60083"/>
                  </a:lnTo>
                  <a:lnTo>
                    <a:pt x="33566" y="62928"/>
                  </a:lnTo>
                  <a:lnTo>
                    <a:pt x="33426" y="65773"/>
                  </a:lnTo>
                  <a:lnTo>
                    <a:pt x="33655" y="67106"/>
                  </a:lnTo>
                  <a:lnTo>
                    <a:pt x="32512" y="66675"/>
                  </a:lnTo>
                  <a:lnTo>
                    <a:pt x="27622" y="66370"/>
                  </a:lnTo>
                  <a:lnTo>
                    <a:pt x="25615" y="66852"/>
                  </a:lnTo>
                  <a:lnTo>
                    <a:pt x="25539" y="68351"/>
                  </a:lnTo>
                  <a:lnTo>
                    <a:pt x="27508" y="69075"/>
                  </a:lnTo>
                  <a:lnTo>
                    <a:pt x="29946" y="69240"/>
                  </a:lnTo>
                  <a:lnTo>
                    <a:pt x="32385" y="69392"/>
                  </a:lnTo>
                  <a:lnTo>
                    <a:pt x="33502" y="69126"/>
                  </a:lnTo>
                  <a:lnTo>
                    <a:pt x="33159" y="70396"/>
                  </a:lnTo>
                  <a:lnTo>
                    <a:pt x="32893" y="76098"/>
                  </a:lnTo>
                  <a:lnTo>
                    <a:pt x="33312" y="78435"/>
                  </a:lnTo>
                  <a:lnTo>
                    <a:pt x="34594" y="78524"/>
                  </a:lnTo>
                  <a:lnTo>
                    <a:pt x="35229" y="76238"/>
                  </a:lnTo>
                  <a:lnTo>
                    <a:pt x="35344" y="73393"/>
                  </a:lnTo>
                  <a:lnTo>
                    <a:pt x="35483" y="70548"/>
                  </a:lnTo>
                  <a:lnTo>
                    <a:pt x="35242" y="69227"/>
                  </a:lnTo>
                  <a:lnTo>
                    <a:pt x="36347" y="69634"/>
                  </a:lnTo>
                  <a:lnTo>
                    <a:pt x="41224" y="69938"/>
                  </a:lnTo>
                  <a:lnTo>
                    <a:pt x="43243" y="69456"/>
                  </a:lnTo>
                  <a:lnTo>
                    <a:pt x="43307" y="67970"/>
                  </a:lnTo>
                  <a:close/>
                </a:path>
                <a:path w="68580" h="78740">
                  <a:moveTo>
                    <a:pt x="68148" y="39001"/>
                  </a:moveTo>
                  <a:lnTo>
                    <a:pt x="66192" y="38277"/>
                  </a:lnTo>
                  <a:lnTo>
                    <a:pt x="63741" y="38112"/>
                  </a:lnTo>
                  <a:lnTo>
                    <a:pt x="61302" y="37960"/>
                  </a:lnTo>
                  <a:lnTo>
                    <a:pt x="60223" y="38227"/>
                  </a:lnTo>
                  <a:lnTo>
                    <a:pt x="60579" y="36957"/>
                  </a:lnTo>
                  <a:lnTo>
                    <a:pt x="60845" y="31267"/>
                  </a:lnTo>
                  <a:lnTo>
                    <a:pt x="60439" y="28917"/>
                  </a:lnTo>
                  <a:lnTo>
                    <a:pt x="59143" y="28829"/>
                  </a:lnTo>
                  <a:lnTo>
                    <a:pt x="58534" y="31115"/>
                  </a:lnTo>
                  <a:lnTo>
                    <a:pt x="58394" y="33959"/>
                  </a:lnTo>
                  <a:lnTo>
                    <a:pt x="58254" y="36817"/>
                  </a:lnTo>
                  <a:lnTo>
                    <a:pt x="58483" y="38138"/>
                  </a:lnTo>
                  <a:lnTo>
                    <a:pt x="57340" y="37706"/>
                  </a:lnTo>
                  <a:lnTo>
                    <a:pt x="52463" y="37414"/>
                  </a:lnTo>
                  <a:lnTo>
                    <a:pt x="50457" y="37884"/>
                  </a:lnTo>
                  <a:lnTo>
                    <a:pt x="50380" y="39382"/>
                  </a:lnTo>
                  <a:lnTo>
                    <a:pt x="52336" y="40106"/>
                  </a:lnTo>
                  <a:lnTo>
                    <a:pt x="54775" y="40271"/>
                  </a:lnTo>
                  <a:lnTo>
                    <a:pt x="57213" y="40424"/>
                  </a:lnTo>
                  <a:lnTo>
                    <a:pt x="58343" y="40157"/>
                  </a:lnTo>
                  <a:lnTo>
                    <a:pt x="58000" y="41427"/>
                  </a:lnTo>
                  <a:lnTo>
                    <a:pt x="57734" y="47129"/>
                  </a:lnTo>
                  <a:lnTo>
                    <a:pt x="58140" y="49466"/>
                  </a:lnTo>
                  <a:lnTo>
                    <a:pt x="59423" y="49555"/>
                  </a:lnTo>
                  <a:lnTo>
                    <a:pt x="60058" y="47269"/>
                  </a:lnTo>
                  <a:lnTo>
                    <a:pt x="60185" y="44424"/>
                  </a:lnTo>
                  <a:lnTo>
                    <a:pt x="60325" y="41579"/>
                  </a:lnTo>
                  <a:lnTo>
                    <a:pt x="60083" y="40271"/>
                  </a:lnTo>
                  <a:lnTo>
                    <a:pt x="61175" y="40678"/>
                  </a:lnTo>
                  <a:lnTo>
                    <a:pt x="66065" y="40970"/>
                  </a:lnTo>
                  <a:lnTo>
                    <a:pt x="68072" y="40487"/>
                  </a:lnTo>
                  <a:lnTo>
                    <a:pt x="68148" y="390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6" name="object 1836" descr=""/>
            <p:cNvSpPr/>
            <p:nvPr/>
          </p:nvSpPr>
          <p:spPr>
            <a:xfrm>
              <a:off x="15461078" y="7511578"/>
              <a:ext cx="54610" cy="88900"/>
            </a:xfrm>
            <a:custGeom>
              <a:avLst/>
              <a:gdLst/>
              <a:ahLst/>
              <a:cxnLst/>
              <a:rect l="l" t="t" r="r" b="b"/>
              <a:pathLst>
                <a:path w="54609" h="88900">
                  <a:moveTo>
                    <a:pt x="0" y="69638"/>
                  </a:moveTo>
                  <a:lnTo>
                    <a:pt x="16118" y="88437"/>
                  </a:lnTo>
                  <a:lnTo>
                    <a:pt x="54023" y="44218"/>
                  </a:lnTo>
                  <a:lnTo>
                    <a:pt x="16118" y="0"/>
                  </a:lnTo>
                  <a:lnTo>
                    <a:pt x="0" y="1879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7" name="object 1837" descr=""/>
            <p:cNvSpPr/>
            <p:nvPr/>
          </p:nvSpPr>
          <p:spPr>
            <a:xfrm>
              <a:off x="15467965" y="7516107"/>
              <a:ext cx="43180" cy="78740"/>
            </a:xfrm>
            <a:custGeom>
              <a:avLst/>
              <a:gdLst/>
              <a:ahLst/>
              <a:cxnLst/>
              <a:rect l="l" t="t" r="r" b="b"/>
              <a:pathLst>
                <a:path w="43180" h="78740">
                  <a:moveTo>
                    <a:pt x="17767" y="10172"/>
                  </a:moveTo>
                  <a:lnTo>
                    <a:pt x="15811" y="9448"/>
                  </a:lnTo>
                  <a:lnTo>
                    <a:pt x="13373" y="9283"/>
                  </a:lnTo>
                  <a:lnTo>
                    <a:pt x="10934" y="9131"/>
                  </a:lnTo>
                  <a:lnTo>
                    <a:pt x="9855" y="9398"/>
                  </a:lnTo>
                  <a:lnTo>
                    <a:pt x="10210" y="8128"/>
                  </a:lnTo>
                  <a:lnTo>
                    <a:pt x="10464" y="2438"/>
                  </a:lnTo>
                  <a:lnTo>
                    <a:pt x="10058" y="88"/>
                  </a:lnTo>
                  <a:lnTo>
                    <a:pt x="8775" y="0"/>
                  </a:lnTo>
                  <a:lnTo>
                    <a:pt x="8153" y="2286"/>
                  </a:lnTo>
                  <a:lnTo>
                    <a:pt x="8013" y="5130"/>
                  </a:lnTo>
                  <a:lnTo>
                    <a:pt x="7874" y="7988"/>
                  </a:lnTo>
                  <a:lnTo>
                    <a:pt x="8102" y="9321"/>
                  </a:lnTo>
                  <a:lnTo>
                    <a:pt x="6959" y="8890"/>
                  </a:lnTo>
                  <a:lnTo>
                    <a:pt x="2082" y="8585"/>
                  </a:lnTo>
                  <a:lnTo>
                    <a:pt x="76" y="9067"/>
                  </a:lnTo>
                  <a:lnTo>
                    <a:pt x="0" y="10553"/>
                  </a:lnTo>
                  <a:lnTo>
                    <a:pt x="1955" y="11277"/>
                  </a:lnTo>
                  <a:lnTo>
                    <a:pt x="4394" y="11442"/>
                  </a:lnTo>
                  <a:lnTo>
                    <a:pt x="6845" y="11595"/>
                  </a:lnTo>
                  <a:lnTo>
                    <a:pt x="7962" y="11328"/>
                  </a:lnTo>
                  <a:lnTo>
                    <a:pt x="7620" y="12598"/>
                  </a:lnTo>
                  <a:lnTo>
                    <a:pt x="7353" y="18300"/>
                  </a:lnTo>
                  <a:lnTo>
                    <a:pt x="7759" y="20637"/>
                  </a:lnTo>
                  <a:lnTo>
                    <a:pt x="9055" y="20726"/>
                  </a:lnTo>
                  <a:lnTo>
                    <a:pt x="9664" y="18440"/>
                  </a:lnTo>
                  <a:lnTo>
                    <a:pt x="9804" y="15595"/>
                  </a:lnTo>
                  <a:lnTo>
                    <a:pt x="9944" y="12750"/>
                  </a:lnTo>
                  <a:lnTo>
                    <a:pt x="9702" y="11442"/>
                  </a:lnTo>
                  <a:lnTo>
                    <a:pt x="10807" y="11849"/>
                  </a:lnTo>
                  <a:lnTo>
                    <a:pt x="15684" y="12153"/>
                  </a:lnTo>
                  <a:lnTo>
                    <a:pt x="17691" y="11671"/>
                  </a:lnTo>
                  <a:lnTo>
                    <a:pt x="17767" y="10172"/>
                  </a:lnTo>
                  <a:close/>
                </a:path>
                <a:path w="43180" h="78740">
                  <a:moveTo>
                    <a:pt x="18237" y="67970"/>
                  </a:moveTo>
                  <a:lnTo>
                    <a:pt x="16281" y="67246"/>
                  </a:lnTo>
                  <a:lnTo>
                    <a:pt x="13843" y="67081"/>
                  </a:lnTo>
                  <a:lnTo>
                    <a:pt x="11404" y="66929"/>
                  </a:lnTo>
                  <a:lnTo>
                    <a:pt x="10325" y="67195"/>
                  </a:lnTo>
                  <a:lnTo>
                    <a:pt x="10680" y="65925"/>
                  </a:lnTo>
                  <a:lnTo>
                    <a:pt x="10934" y="60223"/>
                  </a:lnTo>
                  <a:lnTo>
                    <a:pt x="10528" y="57886"/>
                  </a:lnTo>
                  <a:lnTo>
                    <a:pt x="9245" y="57797"/>
                  </a:lnTo>
                  <a:lnTo>
                    <a:pt x="8623" y="60083"/>
                  </a:lnTo>
                  <a:lnTo>
                    <a:pt x="8483" y="62928"/>
                  </a:lnTo>
                  <a:lnTo>
                    <a:pt x="8369" y="65773"/>
                  </a:lnTo>
                  <a:lnTo>
                    <a:pt x="8585" y="67119"/>
                  </a:lnTo>
                  <a:lnTo>
                    <a:pt x="7442" y="66675"/>
                  </a:lnTo>
                  <a:lnTo>
                    <a:pt x="2565" y="66370"/>
                  </a:lnTo>
                  <a:lnTo>
                    <a:pt x="546" y="66852"/>
                  </a:lnTo>
                  <a:lnTo>
                    <a:pt x="469" y="68351"/>
                  </a:lnTo>
                  <a:lnTo>
                    <a:pt x="2438" y="69075"/>
                  </a:lnTo>
                  <a:lnTo>
                    <a:pt x="4876" y="69240"/>
                  </a:lnTo>
                  <a:lnTo>
                    <a:pt x="7315" y="69392"/>
                  </a:lnTo>
                  <a:lnTo>
                    <a:pt x="8432" y="69126"/>
                  </a:lnTo>
                  <a:lnTo>
                    <a:pt x="8089" y="70396"/>
                  </a:lnTo>
                  <a:lnTo>
                    <a:pt x="7835" y="76098"/>
                  </a:lnTo>
                  <a:lnTo>
                    <a:pt x="8242" y="78435"/>
                  </a:lnTo>
                  <a:lnTo>
                    <a:pt x="9525" y="78524"/>
                  </a:lnTo>
                  <a:lnTo>
                    <a:pt x="10147" y="76238"/>
                  </a:lnTo>
                  <a:lnTo>
                    <a:pt x="10274" y="73393"/>
                  </a:lnTo>
                  <a:lnTo>
                    <a:pt x="10414" y="70548"/>
                  </a:lnTo>
                  <a:lnTo>
                    <a:pt x="10172" y="69227"/>
                  </a:lnTo>
                  <a:lnTo>
                    <a:pt x="11277" y="69634"/>
                  </a:lnTo>
                  <a:lnTo>
                    <a:pt x="16154" y="69938"/>
                  </a:lnTo>
                  <a:lnTo>
                    <a:pt x="18173" y="69456"/>
                  </a:lnTo>
                  <a:lnTo>
                    <a:pt x="18237" y="67970"/>
                  </a:lnTo>
                  <a:close/>
                </a:path>
                <a:path w="43180" h="78740">
                  <a:moveTo>
                    <a:pt x="43078" y="39001"/>
                  </a:moveTo>
                  <a:lnTo>
                    <a:pt x="41122" y="38277"/>
                  </a:lnTo>
                  <a:lnTo>
                    <a:pt x="38684" y="38112"/>
                  </a:lnTo>
                  <a:lnTo>
                    <a:pt x="36233" y="37960"/>
                  </a:lnTo>
                  <a:lnTo>
                    <a:pt x="35153" y="38227"/>
                  </a:lnTo>
                  <a:lnTo>
                    <a:pt x="35509" y="36957"/>
                  </a:lnTo>
                  <a:lnTo>
                    <a:pt x="35775" y="31267"/>
                  </a:lnTo>
                  <a:lnTo>
                    <a:pt x="35369" y="28917"/>
                  </a:lnTo>
                  <a:lnTo>
                    <a:pt x="34074" y="28829"/>
                  </a:lnTo>
                  <a:lnTo>
                    <a:pt x="33451" y="31115"/>
                  </a:lnTo>
                  <a:lnTo>
                    <a:pt x="33324" y="33959"/>
                  </a:lnTo>
                  <a:lnTo>
                    <a:pt x="33185" y="36817"/>
                  </a:lnTo>
                  <a:lnTo>
                    <a:pt x="33413" y="38138"/>
                  </a:lnTo>
                  <a:lnTo>
                    <a:pt x="32270" y="37706"/>
                  </a:lnTo>
                  <a:lnTo>
                    <a:pt x="27393" y="37414"/>
                  </a:lnTo>
                  <a:lnTo>
                    <a:pt x="25387" y="37884"/>
                  </a:lnTo>
                  <a:lnTo>
                    <a:pt x="25311" y="39382"/>
                  </a:lnTo>
                  <a:lnTo>
                    <a:pt x="27266" y="40106"/>
                  </a:lnTo>
                  <a:lnTo>
                    <a:pt x="29705" y="40271"/>
                  </a:lnTo>
                  <a:lnTo>
                    <a:pt x="32143" y="40424"/>
                  </a:lnTo>
                  <a:lnTo>
                    <a:pt x="33274" y="40157"/>
                  </a:lnTo>
                  <a:lnTo>
                    <a:pt x="32931" y="41427"/>
                  </a:lnTo>
                  <a:lnTo>
                    <a:pt x="32664" y="47129"/>
                  </a:lnTo>
                  <a:lnTo>
                    <a:pt x="33070" y="49466"/>
                  </a:lnTo>
                  <a:lnTo>
                    <a:pt x="34353" y="49555"/>
                  </a:lnTo>
                  <a:lnTo>
                    <a:pt x="34975" y="47269"/>
                  </a:lnTo>
                  <a:lnTo>
                    <a:pt x="35115" y="44424"/>
                  </a:lnTo>
                  <a:lnTo>
                    <a:pt x="35255" y="41579"/>
                  </a:lnTo>
                  <a:lnTo>
                    <a:pt x="35013" y="40271"/>
                  </a:lnTo>
                  <a:lnTo>
                    <a:pt x="36118" y="40678"/>
                  </a:lnTo>
                  <a:lnTo>
                    <a:pt x="40995" y="40970"/>
                  </a:lnTo>
                  <a:lnTo>
                    <a:pt x="43002" y="40487"/>
                  </a:lnTo>
                  <a:lnTo>
                    <a:pt x="43078" y="390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8" name="object 1838" descr=""/>
            <p:cNvSpPr/>
            <p:nvPr/>
          </p:nvSpPr>
          <p:spPr>
            <a:xfrm>
              <a:off x="15593306" y="7634287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0" y="44229"/>
                  </a:moveTo>
                  <a:lnTo>
                    <a:pt x="37915" y="88447"/>
                  </a:lnTo>
                  <a:lnTo>
                    <a:pt x="75819" y="44229"/>
                  </a:lnTo>
                  <a:lnTo>
                    <a:pt x="37915" y="0"/>
                  </a:lnTo>
                  <a:lnTo>
                    <a:pt x="0" y="44229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9" name="object 1839" descr=""/>
            <p:cNvSpPr/>
            <p:nvPr/>
          </p:nvSpPr>
          <p:spPr>
            <a:xfrm>
              <a:off x="15596921" y="7638827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408"/>
                  </a:moveTo>
                  <a:lnTo>
                    <a:pt x="15811" y="38684"/>
                  </a:lnTo>
                  <a:lnTo>
                    <a:pt x="13373" y="38531"/>
                  </a:lnTo>
                  <a:lnTo>
                    <a:pt x="10934" y="38366"/>
                  </a:lnTo>
                  <a:lnTo>
                    <a:pt x="9855" y="38633"/>
                  </a:lnTo>
                  <a:lnTo>
                    <a:pt x="10210" y="37363"/>
                  </a:lnTo>
                  <a:lnTo>
                    <a:pt x="10464" y="31673"/>
                  </a:lnTo>
                  <a:lnTo>
                    <a:pt x="10058" y="29324"/>
                  </a:lnTo>
                  <a:lnTo>
                    <a:pt x="8775" y="29248"/>
                  </a:lnTo>
                  <a:lnTo>
                    <a:pt x="8153" y="31521"/>
                  </a:lnTo>
                  <a:lnTo>
                    <a:pt x="8013" y="34378"/>
                  </a:lnTo>
                  <a:lnTo>
                    <a:pt x="7899" y="37223"/>
                  </a:lnTo>
                  <a:lnTo>
                    <a:pt x="8128" y="38569"/>
                  </a:lnTo>
                  <a:lnTo>
                    <a:pt x="6972" y="38125"/>
                  </a:lnTo>
                  <a:lnTo>
                    <a:pt x="2082" y="37820"/>
                  </a:lnTo>
                  <a:lnTo>
                    <a:pt x="76" y="38303"/>
                  </a:lnTo>
                  <a:lnTo>
                    <a:pt x="0" y="39801"/>
                  </a:lnTo>
                  <a:lnTo>
                    <a:pt x="1968" y="40525"/>
                  </a:lnTo>
                  <a:lnTo>
                    <a:pt x="4406" y="40678"/>
                  </a:lnTo>
                  <a:lnTo>
                    <a:pt x="6845" y="40830"/>
                  </a:lnTo>
                  <a:lnTo>
                    <a:pt x="7975" y="40563"/>
                  </a:lnTo>
                  <a:lnTo>
                    <a:pt x="7620" y="41846"/>
                  </a:lnTo>
                  <a:lnTo>
                    <a:pt x="7366" y="47536"/>
                  </a:lnTo>
                  <a:lnTo>
                    <a:pt x="7772" y="49885"/>
                  </a:lnTo>
                  <a:lnTo>
                    <a:pt x="9055" y="49961"/>
                  </a:lnTo>
                  <a:lnTo>
                    <a:pt x="9677" y="47688"/>
                  </a:lnTo>
                  <a:lnTo>
                    <a:pt x="9804" y="44831"/>
                  </a:lnTo>
                  <a:lnTo>
                    <a:pt x="9944" y="41986"/>
                  </a:lnTo>
                  <a:lnTo>
                    <a:pt x="9702" y="40678"/>
                  </a:lnTo>
                  <a:lnTo>
                    <a:pt x="10807" y="41084"/>
                  </a:lnTo>
                  <a:lnTo>
                    <a:pt x="15684" y="41389"/>
                  </a:lnTo>
                  <a:lnTo>
                    <a:pt x="17703" y="40906"/>
                  </a:lnTo>
                  <a:lnTo>
                    <a:pt x="17767" y="39408"/>
                  </a:lnTo>
                  <a:close/>
                </a:path>
                <a:path w="68580" h="78740">
                  <a:moveTo>
                    <a:pt x="42837" y="10172"/>
                  </a:moveTo>
                  <a:lnTo>
                    <a:pt x="40881" y="9448"/>
                  </a:lnTo>
                  <a:lnTo>
                    <a:pt x="38442" y="9283"/>
                  </a:lnTo>
                  <a:lnTo>
                    <a:pt x="36004" y="9131"/>
                  </a:lnTo>
                  <a:lnTo>
                    <a:pt x="34925" y="9398"/>
                  </a:lnTo>
                  <a:lnTo>
                    <a:pt x="35280" y="8128"/>
                  </a:lnTo>
                  <a:lnTo>
                    <a:pt x="35534" y="2438"/>
                  </a:lnTo>
                  <a:lnTo>
                    <a:pt x="35128" y="88"/>
                  </a:lnTo>
                  <a:lnTo>
                    <a:pt x="33845" y="0"/>
                  </a:lnTo>
                  <a:lnTo>
                    <a:pt x="33223" y="2286"/>
                  </a:lnTo>
                  <a:lnTo>
                    <a:pt x="33083" y="5130"/>
                  </a:lnTo>
                  <a:lnTo>
                    <a:pt x="32943" y="7988"/>
                  </a:lnTo>
                  <a:lnTo>
                    <a:pt x="33172" y="9321"/>
                  </a:lnTo>
                  <a:lnTo>
                    <a:pt x="32029" y="8890"/>
                  </a:lnTo>
                  <a:lnTo>
                    <a:pt x="27152" y="8585"/>
                  </a:lnTo>
                  <a:lnTo>
                    <a:pt x="25146" y="9067"/>
                  </a:lnTo>
                  <a:lnTo>
                    <a:pt x="25069" y="10553"/>
                  </a:lnTo>
                  <a:lnTo>
                    <a:pt x="27025" y="11277"/>
                  </a:lnTo>
                  <a:lnTo>
                    <a:pt x="29464" y="11442"/>
                  </a:lnTo>
                  <a:lnTo>
                    <a:pt x="31902" y="11595"/>
                  </a:lnTo>
                  <a:lnTo>
                    <a:pt x="33032" y="11328"/>
                  </a:lnTo>
                  <a:lnTo>
                    <a:pt x="32689" y="12598"/>
                  </a:lnTo>
                  <a:lnTo>
                    <a:pt x="32423" y="18300"/>
                  </a:lnTo>
                  <a:lnTo>
                    <a:pt x="32829" y="20637"/>
                  </a:lnTo>
                  <a:lnTo>
                    <a:pt x="34124" y="20726"/>
                  </a:lnTo>
                  <a:lnTo>
                    <a:pt x="34747" y="18440"/>
                  </a:lnTo>
                  <a:lnTo>
                    <a:pt x="34874" y="15595"/>
                  </a:lnTo>
                  <a:lnTo>
                    <a:pt x="35013" y="12750"/>
                  </a:lnTo>
                  <a:lnTo>
                    <a:pt x="34772" y="11442"/>
                  </a:lnTo>
                  <a:lnTo>
                    <a:pt x="35877" y="11849"/>
                  </a:lnTo>
                  <a:lnTo>
                    <a:pt x="40754" y="12153"/>
                  </a:lnTo>
                  <a:lnTo>
                    <a:pt x="42760" y="11671"/>
                  </a:lnTo>
                  <a:lnTo>
                    <a:pt x="42837" y="10172"/>
                  </a:lnTo>
                  <a:close/>
                </a:path>
                <a:path w="68580" h="78740">
                  <a:moveTo>
                    <a:pt x="43307" y="67957"/>
                  </a:moveTo>
                  <a:lnTo>
                    <a:pt x="41351" y="67246"/>
                  </a:lnTo>
                  <a:lnTo>
                    <a:pt x="38912" y="67081"/>
                  </a:lnTo>
                  <a:lnTo>
                    <a:pt x="36474" y="66929"/>
                  </a:lnTo>
                  <a:lnTo>
                    <a:pt x="35394" y="67195"/>
                  </a:lnTo>
                  <a:lnTo>
                    <a:pt x="35750" y="65925"/>
                  </a:lnTo>
                  <a:lnTo>
                    <a:pt x="36004" y="60223"/>
                  </a:lnTo>
                  <a:lnTo>
                    <a:pt x="35598" y="57886"/>
                  </a:lnTo>
                  <a:lnTo>
                    <a:pt x="34315" y="57797"/>
                  </a:lnTo>
                  <a:lnTo>
                    <a:pt x="33693" y="60083"/>
                  </a:lnTo>
                  <a:lnTo>
                    <a:pt x="33566" y="62928"/>
                  </a:lnTo>
                  <a:lnTo>
                    <a:pt x="33426" y="65773"/>
                  </a:lnTo>
                  <a:lnTo>
                    <a:pt x="33655" y="67106"/>
                  </a:lnTo>
                  <a:lnTo>
                    <a:pt x="32512" y="66675"/>
                  </a:lnTo>
                  <a:lnTo>
                    <a:pt x="27622" y="66370"/>
                  </a:lnTo>
                  <a:lnTo>
                    <a:pt x="25615" y="66852"/>
                  </a:lnTo>
                  <a:lnTo>
                    <a:pt x="25539" y="68351"/>
                  </a:lnTo>
                  <a:lnTo>
                    <a:pt x="27508" y="69075"/>
                  </a:lnTo>
                  <a:lnTo>
                    <a:pt x="29946" y="69227"/>
                  </a:lnTo>
                  <a:lnTo>
                    <a:pt x="32385" y="69392"/>
                  </a:lnTo>
                  <a:lnTo>
                    <a:pt x="33502" y="69126"/>
                  </a:lnTo>
                  <a:lnTo>
                    <a:pt x="33159" y="70396"/>
                  </a:lnTo>
                  <a:lnTo>
                    <a:pt x="32905" y="76098"/>
                  </a:lnTo>
                  <a:lnTo>
                    <a:pt x="33312" y="78435"/>
                  </a:lnTo>
                  <a:lnTo>
                    <a:pt x="34594" y="78524"/>
                  </a:lnTo>
                  <a:lnTo>
                    <a:pt x="35217" y="76238"/>
                  </a:lnTo>
                  <a:lnTo>
                    <a:pt x="35344" y="73393"/>
                  </a:lnTo>
                  <a:lnTo>
                    <a:pt x="35483" y="70548"/>
                  </a:lnTo>
                  <a:lnTo>
                    <a:pt x="35242" y="69227"/>
                  </a:lnTo>
                  <a:lnTo>
                    <a:pt x="36347" y="69634"/>
                  </a:lnTo>
                  <a:lnTo>
                    <a:pt x="41224" y="69938"/>
                  </a:lnTo>
                  <a:lnTo>
                    <a:pt x="43243" y="69456"/>
                  </a:lnTo>
                  <a:lnTo>
                    <a:pt x="43307" y="67957"/>
                  </a:lnTo>
                  <a:close/>
                </a:path>
                <a:path w="68580" h="78740">
                  <a:moveTo>
                    <a:pt x="68148" y="39001"/>
                  </a:moveTo>
                  <a:lnTo>
                    <a:pt x="66192" y="38277"/>
                  </a:lnTo>
                  <a:lnTo>
                    <a:pt x="63741" y="38112"/>
                  </a:lnTo>
                  <a:lnTo>
                    <a:pt x="61302" y="37960"/>
                  </a:lnTo>
                  <a:lnTo>
                    <a:pt x="60223" y="38227"/>
                  </a:lnTo>
                  <a:lnTo>
                    <a:pt x="60579" y="36957"/>
                  </a:lnTo>
                  <a:lnTo>
                    <a:pt x="60845" y="31254"/>
                  </a:lnTo>
                  <a:lnTo>
                    <a:pt x="60439" y="28917"/>
                  </a:lnTo>
                  <a:lnTo>
                    <a:pt x="59143" y="28829"/>
                  </a:lnTo>
                  <a:lnTo>
                    <a:pt x="58534" y="31115"/>
                  </a:lnTo>
                  <a:lnTo>
                    <a:pt x="58394" y="33959"/>
                  </a:lnTo>
                  <a:lnTo>
                    <a:pt x="58254" y="36804"/>
                  </a:lnTo>
                  <a:lnTo>
                    <a:pt x="58483" y="38138"/>
                  </a:lnTo>
                  <a:lnTo>
                    <a:pt x="57340" y="37706"/>
                  </a:lnTo>
                  <a:lnTo>
                    <a:pt x="52463" y="37401"/>
                  </a:lnTo>
                  <a:lnTo>
                    <a:pt x="50457" y="37884"/>
                  </a:lnTo>
                  <a:lnTo>
                    <a:pt x="50380" y="39382"/>
                  </a:lnTo>
                  <a:lnTo>
                    <a:pt x="52336" y="40106"/>
                  </a:lnTo>
                  <a:lnTo>
                    <a:pt x="54775" y="40271"/>
                  </a:lnTo>
                  <a:lnTo>
                    <a:pt x="57213" y="40424"/>
                  </a:lnTo>
                  <a:lnTo>
                    <a:pt x="58343" y="40157"/>
                  </a:lnTo>
                  <a:lnTo>
                    <a:pt x="58000" y="41427"/>
                  </a:lnTo>
                  <a:lnTo>
                    <a:pt x="57734" y="47129"/>
                  </a:lnTo>
                  <a:lnTo>
                    <a:pt x="58140" y="49466"/>
                  </a:lnTo>
                  <a:lnTo>
                    <a:pt x="59436" y="49555"/>
                  </a:lnTo>
                  <a:lnTo>
                    <a:pt x="60045" y="47269"/>
                  </a:lnTo>
                  <a:lnTo>
                    <a:pt x="60185" y="44424"/>
                  </a:lnTo>
                  <a:lnTo>
                    <a:pt x="60325" y="41579"/>
                  </a:lnTo>
                  <a:lnTo>
                    <a:pt x="60083" y="40271"/>
                  </a:lnTo>
                  <a:lnTo>
                    <a:pt x="61175" y="40665"/>
                  </a:lnTo>
                  <a:lnTo>
                    <a:pt x="66065" y="40970"/>
                  </a:lnTo>
                  <a:lnTo>
                    <a:pt x="68072" y="40487"/>
                  </a:lnTo>
                  <a:lnTo>
                    <a:pt x="68148" y="390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0" name="object 1840" descr=""/>
            <p:cNvSpPr/>
            <p:nvPr/>
          </p:nvSpPr>
          <p:spPr>
            <a:xfrm>
              <a:off x="15555822" y="7693111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0" y="44218"/>
                  </a:moveTo>
                  <a:lnTo>
                    <a:pt x="37915" y="88447"/>
                  </a:lnTo>
                  <a:lnTo>
                    <a:pt x="75819" y="44218"/>
                  </a:lnTo>
                  <a:lnTo>
                    <a:pt x="37915" y="0"/>
                  </a:lnTo>
                  <a:lnTo>
                    <a:pt x="0" y="4421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1" name="object 1841" descr=""/>
            <p:cNvSpPr/>
            <p:nvPr/>
          </p:nvSpPr>
          <p:spPr>
            <a:xfrm>
              <a:off x="15559444" y="7697641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408"/>
                  </a:moveTo>
                  <a:lnTo>
                    <a:pt x="15811" y="38684"/>
                  </a:lnTo>
                  <a:lnTo>
                    <a:pt x="13373" y="38531"/>
                  </a:lnTo>
                  <a:lnTo>
                    <a:pt x="10922" y="38366"/>
                  </a:lnTo>
                  <a:lnTo>
                    <a:pt x="9842" y="38633"/>
                  </a:lnTo>
                  <a:lnTo>
                    <a:pt x="10198" y="37363"/>
                  </a:lnTo>
                  <a:lnTo>
                    <a:pt x="10464" y="31673"/>
                  </a:lnTo>
                  <a:lnTo>
                    <a:pt x="10058" y="29324"/>
                  </a:lnTo>
                  <a:lnTo>
                    <a:pt x="8763" y="29248"/>
                  </a:lnTo>
                  <a:lnTo>
                    <a:pt x="8153" y="31521"/>
                  </a:lnTo>
                  <a:lnTo>
                    <a:pt x="8013" y="34378"/>
                  </a:lnTo>
                  <a:lnTo>
                    <a:pt x="7874" y="37223"/>
                  </a:lnTo>
                  <a:lnTo>
                    <a:pt x="8102" y="38557"/>
                  </a:lnTo>
                  <a:lnTo>
                    <a:pt x="6959" y="38125"/>
                  </a:lnTo>
                  <a:lnTo>
                    <a:pt x="2082" y="37820"/>
                  </a:lnTo>
                  <a:lnTo>
                    <a:pt x="76" y="38303"/>
                  </a:lnTo>
                  <a:lnTo>
                    <a:pt x="0" y="39801"/>
                  </a:lnTo>
                  <a:lnTo>
                    <a:pt x="1955" y="40525"/>
                  </a:lnTo>
                  <a:lnTo>
                    <a:pt x="4394" y="40678"/>
                  </a:lnTo>
                  <a:lnTo>
                    <a:pt x="6832" y="40830"/>
                  </a:lnTo>
                  <a:lnTo>
                    <a:pt x="7962" y="40563"/>
                  </a:lnTo>
                  <a:lnTo>
                    <a:pt x="7620" y="41846"/>
                  </a:lnTo>
                  <a:lnTo>
                    <a:pt x="7353" y="47536"/>
                  </a:lnTo>
                  <a:lnTo>
                    <a:pt x="7759" y="49885"/>
                  </a:lnTo>
                  <a:lnTo>
                    <a:pt x="9042" y="49961"/>
                  </a:lnTo>
                  <a:lnTo>
                    <a:pt x="9664" y="47688"/>
                  </a:lnTo>
                  <a:lnTo>
                    <a:pt x="9804" y="44831"/>
                  </a:lnTo>
                  <a:lnTo>
                    <a:pt x="9944" y="41986"/>
                  </a:lnTo>
                  <a:lnTo>
                    <a:pt x="9702" y="40678"/>
                  </a:lnTo>
                  <a:lnTo>
                    <a:pt x="10807" y="41084"/>
                  </a:lnTo>
                  <a:lnTo>
                    <a:pt x="15684" y="41389"/>
                  </a:lnTo>
                  <a:lnTo>
                    <a:pt x="17691" y="40906"/>
                  </a:lnTo>
                  <a:lnTo>
                    <a:pt x="17767" y="39408"/>
                  </a:lnTo>
                  <a:close/>
                </a:path>
                <a:path w="68580" h="78740">
                  <a:moveTo>
                    <a:pt x="42824" y="10172"/>
                  </a:moveTo>
                  <a:lnTo>
                    <a:pt x="40868" y="9448"/>
                  </a:lnTo>
                  <a:lnTo>
                    <a:pt x="38430" y="9283"/>
                  </a:lnTo>
                  <a:lnTo>
                    <a:pt x="35991" y="9131"/>
                  </a:lnTo>
                  <a:lnTo>
                    <a:pt x="34912" y="9398"/>
                  </a:lnTo>
                  <a:lnTo>
                    <a:pt x="35267" y="8128"/>
                  </a:lnTo>
                  <a:lnTo>
                    <a:pt x="35521" y="2438"/>
                  </a:lnTo>
                  <a:lnTo>
                    <a:pt x="35115" y="88"/>
                  </a:lnTo>
                  <a:lnTo>
                    <a:pt x="33832" y="0"/>
                  </a:lnTo>
                  <a:lnTo>
                    <a:pt x="33210" y="2286"/>
                  </a:lnTo>
                  <a:lnTo>
                    <a:pt x="33083" y="5130"/>
                  </a:lnTo>
                  <a:lnTo>
                    <a:pt x="32956" y="7988"/>
                  </a:lnTo>
                  <a:lnTo>
                    <a:pt x="33172" y="9321"/>
                  </a:lnTo>
                  <a:lnTo>
                    <a:pt x="32029" y="8890"/>
                  </a:lnTo>
                  <a:lnTo>
                    <a:pt x="27152" y="8585"/>
                  </a:lnTo>
                  <a:lnTo>
                    <a:pt x="25133" y="9067"/>
                  </a:lnTo>
                  <a:lnTo>
                    <a:pt x="25069" y="10553"/>
                  </a:lnTo>
                  <a:lnTo>
                    <a:pt x="27025" y="11277"/>
                  </a:lnTo>
                  <a:lnTo>
                    <a:pt x="29464" y="11442"/>
                  </a:lnTo>
                  <a:lnTo>
                    <a:pt x="31902" y="11595"/>
                  </a:lnTo>
                  <a:lnTo>
                    <a:pt x="33020" y="11328"/>
                  </a:lnTo>
                  <a:lnTo>
                    <a:pt x="32677" y="12598"/>
                  </a:lnTo>
                  <a:lnTo>
                    <a:pt x="32423" y="18300"/>
                  </a:lnTo>
                  <a:lnTo>
                    <a:pt x="32829" y="20637"/>
                  </a:lnTo>
                  <a:lnTo>
                    <a:pt x="34112" y="20726"/>
                  </a:lnTo>
                  <a:lnTo>
                    <a:pt x="34734" y="18440"/>
                  </a:lnTo>
                  <a:lnTo>
                    <a:pt x="34874" y="15595"/>
                  </a:lnTo>
                  <a:lnTo>
                    <a:pt x="35001" y="12750"/>
                  </a:lnTo>
                  <a:lnTo>
                    <a:pt x="34759" y="11442"/>
                  </a:lnTo>
                  <a:lnTo>
                    <a:pt x="35864" y="11849"/>
                  </a:lnTo>
                  <a:lnTo>
                    <a:pt x="40741" y="12141"/>
                  </a:lnTo>
                  <a:lnTo>
                    <a:pt x="42760" y="11671"/>
                  </a:lnTo>
                  <a:lnTo>
                    <a:pt x="42824" y="10172"/>
                  </a:lnTo>
                  <a:close/>
                </a:path>
                <a:path w="68580" h="78740">
                  <a:moveTo>
                    <a:pt x="43307" y="67970"/>
                  </a:moveTo>
                  <a:lnTo>
                    <a:pt x="41351" y="67246"/>
                  </a:lnTo>
                  <a:lnTo>
                    <a:pt x="38912" y="67081"/>
                  </a:lnTo>
                  <a:lnTo>
                    <a:pt x="36461" y="66929"/>
                  </a:lnTo>
                  <a:lnTo>
                    <a:pt x="35382" y="67195"/>
                  </a:lnTo>
                  <a:lnTo>
                    <a:pt x="35737" y="65925"/>
                  </a:lnTo>
                  <a:lnTo>
                    <a:pt x="36004" y="60223"/>
                  </a:lnTo>
                  <a:lnTo>
                    <a:pt x="35598" y="57886"/>
                  </a:lnTo>
                  <a:lnTo>
                    <a:pt x="34302" y="57797"/>
                  </a:lnTo>
                  <a:lnTo>
                    <a:pt x="33693" y="60083"/>
                  </a:lnTo>
                  <a:lnTo>
                    <a:pt x="33553" y="62928"/>
                  </a:lnTo>
                  <a:lnTo>
                    <a:pt x="33426" y="65773"/>
                  </a:lnTo>
                  <a:lnTo>
                    <a:pt x="33642" y="67119"/>
                  </a:lnTo>
                  <a:lnTo>
                    <a:pt x="32499" y="66675"/>
                  </a:lnTo>
                  <a:lnTo>
                    <a:pt x="27622" y="66370"/>
                  </a:lnTo>
                  <a:lnTo>
                    <a:pt x="25615" y="66852"/>
                  </a:lnTo>
                  <a:lnTo>
                    <a:pt x="25539" y="68351"/>
                  </a:lnTo>
                  <a:lnTo>
                    <a:pt x="27495" y="69075"/>
                  </a:lnTo>
                  <a:lnTo>
                    <a:pt x="29933" y="69240"/>
                  </a:lnTo>
                  <a:lnTo>
                    <a:pt x="32372" y="69392"/>
                  </a:lnTo>
                  <a:lnTo>
                    <a:pt x="33502" y="69126"/>
                  </a:lnTo>
                  <a:lnTo>
                    <a:pt x="33159" y="70396"/>
                  </a:lnTo>
                  <a:lnTo>
                    <a:pt x="32893" y="76098"/>
                  </a:lnTo>
                  <a:lnTo>
                    <a:pt x="33299" y="78435"/>
                  </a:lnTo>
                  <a:lnTo>
                    <a:pt x="34594" y="78524"/>
                  </a:lnTo>
                  <a:lnTo>
                    <a:pt x="35204" y="76238"/>
                  </a:lnTo>
                  <a:lnTo>
                    <a:pt x="35344" y="73393"/>
                  </a:lnTo>
                  <a:lnTo>
                    <a:pt x="35483" y="70548"/>
                  </a:lnTo>
                  <a:lnTo>
                    <a:pt x="35242" y="69240"/>
                  </a:lnTo>
                  <a:lnTo>
                    <a:pt x="36347" y="69634"/>
                  </a:lnTo>
                  <a:lnTo>
                    <a:pt x="41224" y="69938"/>
                  </a:lnTo>
                  <a:lnTo>
                    <a:pt x="43230" y="69456"/>
                  </a:lnTo>
                  <a:lnTo>
                    <a:pt x="43307" y="67970"/>
                  </a:lnTo>
                  <a:close/>
                </a:path>
                <a:path w="68580" h="78740">
                  <a:moveTo>
                    <a:pt x="68135" y="38989"/>
                  </a:moveTo>
                  <a:lnTo>
                    <a:pt x="66179" y="38277"/>
                  </a:lnTo>
                  <a:lnTo>
                    <a:pt x="63741" y="38112"/>
                  </a:lnTo>
                  <a:lnTo>
                    <a:pt x="61302" y="37960"/>
                  </a:lnTo>
                  <a:lnTo>
                    <a:pt x="60223" y="38227"/>
                  </a:lnTo>
                  <a:lnTo>
                    <a:pt x="60579" y="36957"/>
                  </a:lnTo>
                  <a:lnTo>
                    <a:pt x="60833" y="31254"/>
                  </a:lnTo>
                  <a:lnTo>
                    <a:pt x="60426" y="28917"/>
                  </a:lnTo>
                  <a:lnTo>
                    <a:pt x="59143" y="28829"/>
                  </a:lnTo>
                  <a:lnTo>
                    <a:pt x="58521" y="31115"/>
                  </a:lnTo>
                  <a:lnTo>
                    <a:pt x="58381" y="33959"/>
                  </a:lnTo>
                  <a:lnTo>
                    <a:pt x="58254" y="36804"/>
                  </a:lnTo>
                  <a:lnTo>
                    <a:pt x="58483" y="38150"/>
                  </a:lnTo>
                  <a:lnTo>
                    <a:pt x="57327" y="37706"/>
                  </a:lnTo>
                  <a:lnTo>
                    <a:pt x="52451" y="37414"/>
                  </a:lnTo>
                  <a:lnTo>
                    <a:pt x="50444" y="37884"/>
                  </a:lnTo>
                  <a:lnTo>
                    <a:pt x="50368" y="39382"/>
                  </a:lnTo>
                  <a:lnTo>
                    <a:pt x="52324" y="40106"/>
                  </a:lnTo>
                  <a:lnTo>
                    <a:pt x="54762" y="40271"/>
                  </a:lnTo>
                  <a:lnTo>
                    <a:pt x="57213" y="40424"/>
                  </a:lnTo>
                  <a:lnTo>
                    <a:pt x="58331" y="40157"/>
                  </a:lnTo>
                  <a:lnTo>
                    <a:pt x="57988" y="41427"/>
                  </a:lnTo>
                  <a:lnTo>
                    <a:pt x="57721" y="47129"/>
                  </a:lnTo>
                  <a:lnTo>
                    <a:pt x="58140" y="49466"/>
                  </a:lnTo>
                  <a:lnTo>
                    <a:pt x="59423" y="49555"/>
                  </a:lnTo>
                  <a:lnTo>
                    <a:pt x="60045" y="47269"/>
                  </a:lnTo>
                  <a:lnTo>
                    <a:pt x="60172" y="44424"/>
                  </a:lnTo>
                  <a:lnTo>
                    <a:pt x="60312" y="41579"/>
                  </a:lnTo>
                  <a:lnTo>
                    <a:pt x="60071" y="40259"/>
                  </a:lnTo>
                  <a:lnTo>
                    <a:pt x="61175" y="40665"/>
                  </a:lnTo>
                  <a:lnTo>
                    <a:pt x="66052" y="40970"/>
                  </a:lnTo>
                  <a:lnTo>
                    <a:pt x="68059" y="40487"/>
                  </a:lnTo>
                  <a:lnTo>
                    <a:pt x="68135" y="38989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2" name="object 1842" descr=""/>
            <p:cNvSpPr/>
            <p:nvPr/>
          </p:nvSpPr>
          <p:spPr>
            <a:xfrm>
              <a:off x="15477806" y="7693111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0" y="44218"/>
                  </a:moveTo>
                  <a:lnTo>
                    <a:pt x="37915" y="88447"/>
                  </a:lnTo>
                  <a:lnTo>
                    <a:pt x="75819" y="44218"/>
                  </a:lnTo>
                  <a:lnTo>
                    <a:pt x="37915" y="0"/>
                  </a:lnTo>
                  <a:lnTo>
                    <a:pt x="0" y="4421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3" name="object 1843" descr=""/>
            <p:cNvSpPr/>
            <p:nvPr/>
          </p:nvSpPr>
          <p:spPr>
            <a:xfrm>
              <a:off x="15481427" y="7697641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408"/>
                  </a:moveTo>
                  <a:lnTo>
                    <a:pt x="15811" y="38684"/>
                  </a:lnTo>
                  <a:lnTo>
                    <a:pt x="13373" y="38531"/>
                  </a:lnTo>
                  <a:lnTo>
                    <a:pt x="10934" y="38366"/>
                  </a:lnTo>
                  <a:lnTo>
                    <a:pt x="9842" y="38633"/>
                  </a:lnTo>
                  <a:lnTo>
                    <a:pt x="10198" y="37363"/>
                  </a:lnTo>
                  <a:lnTo>
                    <a:pt x="10464" y="31673"/>
                  </a:lnTo>
                  <a:lnTo>
                    <a:pt x="10058" y="29324"/>
                  </a:lnTo>
                  <a:lnTo>
                    <a:pt x="8763" y="29248"/>
                  </a:lnTo>
                  <a:lnTo>
                    <a:pt x="8140" y="31521"/>
                  </a:lnTo>
                  <a:lnTo>
                    <a:pt x="8013" y="34378"/>
                  </a:lnTo>
                  <a:lnTo>
                    <a:pt x="7874" y="37223"/>
                  </a:lnTo>
                  <a:lnTo>
                    <a:pt x="8102" y="38557"/>
                  </a:lnTo>
                  <a:lnTo>
                    <a:pt x="6959" y="38125"/>
                  </a:lnTo>
                  <a:lnTo>
                    <a:pt x="2082" y="37820"/>
                  </a:lnTo>
                  <a:lnTo>
                    <a:pt x="76" y="38303"/>
                  </a:lnTo>
                  <a:lnTo>
                    <a:pt x="0" y="39801"/>
                  </a:lnTo>
                  <a:lnTo>
                    <a:pt x="1955" y="40525"/>
                  </a:lnTo>
                  <a:lnTo>
                    <a:pt x="4394" y="40678"/>
                  </a:lnTo>
                  <a:lnTo>
                    <a:pt x="6832" y="40830"/>
                  </a:lnTo>
                  <a:lnTo>
                    <a:pt x="7962" y="40563"/>
                  </a:lnTo>
                  <a:lnTo>
                    <a:pt x="7620" y="41846"/>
                  </a:lnTo>
                  <a:lnTo>
                    <a:pt x="7353" y="47536"/>
                  </a:lnTo>
                  <a:lnTo>
                    <a:pt x="7759" y="49885"/>
                  </a:lnTo>
                  <a:lnTo>
                    <a:pt x="9055" y="49961"/>
                  </a:lnTo>
                  <a:lnTo>
                    <a:pt x="9664" y="47688"/>
                  </a:lnTo>
                  <a:lnTo>
                    <a:pt x="9804" y="44831"/>
                  </a:lnTo>
                  <a:lnTo>
                    <a:pt x="9944" y="41986"/>
                  </a:lnTo>
                  <a:lnTo>
                    <a:pt x="9702" y="40678"/>
                  </a:lnTo>
                  <a:lnTo>
                    <a:pt x="10807" y="41084"/>
                  </a:lnTo>
                  <a:lnTo>
                    <a:pt x="15684" y="41389"/>
                  </a:lnTo>
                  <a:lnTo>
                    <a:pt x="17691" y="40906"/>
                  </a:lnTo>
                  <a:lnTo>
                    <a:pt x="17767" y="39408"/>
                  </a:lnTo>
                  <a:close/>
                </a:path>
                <a:path w="68580" h="78740">
                  <a:moveTo>
                    <a:pt x="42837" y="10172"/>
                  </a:moveTo>
                  <a:lnTo>
                    <a:pt x="40868" y="9448"/>
                  </a:lnTo>
                  <a:lnTo>
                    <a:pt x="38430" y="9283"/>
                  </a:lnTo>
                  <a:lnTo>
                    <a:pt x="35991" y="9131"/>
                  </a:lnTo>
                  <a:lnTo>
                    <a:pt x="34912" y="9398"/>
                  </a:lnTo>
                  <a:lnTo>
                    <a:pt x="35267" y="8128"/>
                  </a:lnTo>
                  <a:lnTo>
                    <a:pt x="35534" y="2438"/>
                  </a:lnTo>
                  <a:lnTo>
                    <a:pt x="35115" y="88"/>
                  </a:lnTo>
                  <a:lnTo>
                    <a:pt x="33832" y="0"/>
                  </a:lnTo>
                  <a:lnTo>
                    <a:pt x="33210" y="2286"/>
                  </a:lnTo>
                  <a:lnTo>
                    <a:pt x="33083" y="5130"/>
                  </a:lnTo>
                  <a:lnTo>
                    <a:pt x="32943" y="7988"/>
                  </a:lnTo>
                  <a:lnTo>
                    <a:pt x="33172" y="9321"/>
                  </a:lnTo>
                  <a:lnTo>
                    <a:pt x="32029" y="8890"/>
                  </a:lnTo>
                  <a:lnTo>
                    <a:pt x="27152" y="8585"/>
                  </a:lnTo>
                  <a:lnTo>
                    <a:pt x="25133" y="9067"/>
                  </a:lnTo>
                  <a:lnTo>
                    <a:pt x="25069" y="10553"/>
                  </a:lnTo>
                  <a:lnTo>
                    <a:pt x="27025" y="11277"/>
                  </a:lnTo>
                  <a:lnTo>
                    <a:pt x="29464" y="11442"/>
                  </a:lnTo>
                  <a:lnTo>
                    <a:pt x="31902" y="11595"/>
                  </a:lnTo>
                  <a:lnTo>
                    <a:pt x="33020" y="11328"/>
                  </a:lnTo>
                  <a:lnTo>
                    <a:pt x="32677" y="12598"/>
                  </a:lnTo>
                  <a:lnTo>
                    <a:pt x="32423" y="18300"/>
                  </a:lnTo>
                  <a:lnTo>
                    <a:pt x="32829" y="20637"/>
                  </a:lnTo>
                  <a:lnTo>
                    <a:pt x="34112" y="20726"/>
                  </a:lnTo>
                  <a:lnTo>
                    <a:pt x="34734" y="18440"/>
                  </a:lnTo>
                  <a:lnTo>
                    <a:pt x="34874" y="15595"/>
                  </a:lnTo>
                  <a:lnTo>
                    <a:pt x="35001" y="12750"/>
                  </a:lnTo>
                  <a:lnTo>
                    <a:pt x="34759" y="11442"/>
                  </a:lnTo>
                  <a:lnTo>
                    <a:pt x="35864" y="11849"/>
                  </a:lnTo>
                  <a:lnTo>
                    <a:pt x="40741" y="12141"/>
                  </a:lnTo>
                  <a:lnTo>
                    <a:pt x="42760" y="11671"/>
                  </a:lnTo>
                  <a:lnTo>
                    <a:pt x="42837" y="10172"/>
                  </a:lnTo>
                  <a:close/>
                </a:path>
                <a:path w="68580" h="78740">
                  <a:moveTo>
                    <a:pt x="43307" y="67970"/>
                  </a:moveTo>
                  <a:lnTo>
                    <a:pt x="41351" y="67246"/>
                  </a:lnTo>
                  <a:lnTo>
                    <a:pt x="38912" y="67081"/>
                  </a:lnTo>
                  <a:lnTo>
                    <a:pt x="36474" y="66929"/>
                  </a:lnTo>
                  <a:lnTo>
                    <a:pt x="35382" y="67195"/>
                  </a:lnTo>
                  <a:lnTo>
                    <a:pt x="35737" y="65925"/>
                  </a:lnTo>
                  <a:lnTo>
                    <a:pt x="36004" y="60223"/>
                  </a:lnTo>
                  <a:lnTo>
                    <a:pt x="35598" y="57886"/>
                  </a:lnTo>
                  <a:lnTo>
                    <a:pt x="34302" y="57797"/>
                  </a:lnTo>
                  <a:lnTo>
                    <a:pt x="33693" y="60083"/>
                  </a:lnTo>
                  <a:lnTo>
                    <a:pt x="33553" y="62928"/>
                  </a:lnTo>
                  <a:lnTo>
                    <a:pt x="33413" y="65773"/>
                  </a:lnTo>
                  <a:lnTo>
                    <a:pt x="33642" y="67106"/>
                  </a:lnTo>
                  <a:lnTo>
                    <a:pt x="32499" y="66675"/>
                  </a:lnTo>
                  <a:lnTo>
                    <a:pt x="27622" y="66370"/>
                  </a:lnTo>
                  <a:lnTo>
                    <a:pt x="25615" y="66852"/>
                  </a:lnTo>
                  <a:lnTo>
                    <a:pt x="25539" y="68351"/>
                  </a:lnTo>
                  <a:lnTo>
                    <a:pt x="27495" y="69075"/>
                  </a:lnTo>
                  <a:lnTo>
                    <a:pt x="29933" y="69240"/>
                  </a:lnTo>
                  <a:lnTo>
                    <a:pt x="32372" y="69392"/>
                  </a:lnTo>
                  <a:lnTo>
                    <a:pt x="33502" y="69126"/>
                  </a:lnTo>
                  <a:lnTo>
                    <a:pt x="33159" y="70396"/>
                  </a:lnTo>
                  <a:lnTo>
                    <a:pt x="32893" y="76098"/>
                  </a:lnTo>
                  <a:lnTo>
                    <a:pt x="33299" y="78435"/>
                  </a:lnTo>
                  <a:lnTo>
                    <a:pt x="34594" y="78524"/>
                  </a:lnTo>
                  <a:lnTo>
                    <a:pt x="35217" y="76238"/>
                  </a:lnTo>
                  <a:lnTo>
                    <a:pt x="35344" y="73393"/>
                  </a:lnTo>
                  <a:lnTo>
                    <a:pt x="35483" y="70548"/>
                  </a:lnTo>
                  <a:lnTo>
                    <a:pt x="35242" y="69240"/>
                  </a:lnTo>
                  <a:lnTo>
                    <a:pt x="36347" y="69634"/>
                  </a:lnTo>
                  <a:lnTo>
                    <a:pt x="41224" y="69938"/>
                  </a:lnTo>
                  <a:lnTo>
                    <a:pt x="43230" y="69456"/>
                  </a:lnTo>
                  <a:lnTo>
                    <a:pt x="43307" y="67970"/>
                  </a:lnTo>
                  <a:close/>
                </a:path>
                <a:path w="68580" h="78740">
                  <a:moveTo>
                    <a:pt x="68135" y="38989"/>
                  </a:moveTo>
                  <a:lnTo>
                    <a:pt x="66179" y="38277"/>
                  </a:lnTo>
                  <a:lnTo>
                    <a:pt x="63741" y="38112"/>
                  </a:lnTo>
                  <a:lnTo>
                    <a:pt x="61302" y="37960"/>
                  </a:lnTo>
                  <a:lnTo>
                    <a:pt x="60223" y="38227"/>
                  </a:lnTo>
                  <a:lnTo>
                    <a:pt x="60579" y="36957"/>
                  </a:lnTo>
                  <a:lnTo>
                    <a:pt x="60833" y="31254"/>
                  </a:lnTo>
                  <a:lnTo>
                    <a:pt x="60426" y="28917"/>
                  </a:lnTo>
                  <a:lnTo>
                    <a:pt x="59143" y="28829"/>
                  </a:lnTo>
                  <a:lnTo>
                    <a:pt x="58521" y="31115"/>
                  </a:lnTo>
                  <a:lnTo>
                    <a:pt x="58381" y="33959"/>
                  </a:lnTo>
                  <a:lnTo>
                    <a:pt x="58254" y="36804"/>
                  </a:lnTo>
                  <a:lnTo>
                    <a:pt x="58483" y="38138"/>
                  </a:lnTo>
                  <a:lnTo>
                    <a:pt x="57340" y="37706"/>
                  </a:lnTo>
                  <a:lnTo>
                    <a:pt x="52451" y="37414"/>
                  </a:lnTo>
                  <a:lnTo>
                    <a:pt x="50444" y="37884"/>
                  </a:lnTo>
                  <a:lnTo>
                    <a:pt x="50368" y="39382"/>
                  </a:lnTo>
                  <a:lnTo>
                    <a:pt x="52336" y="40106"/>
                  </a:lnTo>
                  <a:lnTo>
                    <a:pt x="54775" y="40271"/>
                  </a:lnTo>
                  <a:lnTo>
                    <a:pt x="57213" y="40424"/>
                  </a:lnTo>
                  <a:lnTo>
                    <a:pt x="58331" y="40157"/>
                  </a:lnTo>
                  <a:lnTo>
                    <a:pt x="57988" y="41427"/>
                  </a:lnTo>
                  <a:lnTo>
                    <a:pt x="57721" y="47129"/>
                  </a:lnTo>
                  <a:lnTo>
                    <a:pt x="58140" y="49466"/>
                  </a:lnTo>
                  <a:lnTo>
                    <a:pt x="59423" y="49555"/>
                  </a:lnTo>
                  <a:lnTo>
                    <a:pt x="60045" y="47269"/>
                  </a:lnTo>
                  <a:lnTo>
                    <a:pt x="60172" y="44424"/>
                  </a:lnTo>
                  <a:lnTo>
                    <a:pt x="60299" y="41579"/>
                  </a:lnTo>
                  <a:lnTo>
                    <a:pt x="60058" y="40259"/>
                  </a:lnTo>
                  <a:lnTo>
                    <a:pt x="61175" y="40665"/>
                  </a:lnTo>
                  <a:lnTo>
                    <a:pt x="66052" y="40970"/>
                  </a:lnTo>
                  <a:lnTo>
                    <a:pt x="68072" y="40487"/>
                  </a:lnTo>
                  <a:lnTo>
                    <a:pt x="68135" y="38989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4" name="object 1844" descr=""/>
            <p:cNvSpPr/>
            <p:nvPr/>
          </p:nvSpPr>
          <p:spPr>
            <a:xfrm>
              <a:off x="15631646" y="7693111"/>
              <a:ext cx="48895" cy="88900"/>
            </a:xfrm>
            <a:custGeom>
              <a:avLst/>
              <a:gdLst/>
              <a:ahLst/>
              <a:cxnLst/>
              <a:rect l="l" t="t" r="r" b="b"/>
              <a:pathLst>
                <a:path w="48894" h="88900">
                  <a:moveTo>
                    <a:pt x="0" y="44218"/>
                  </a:moveTo>
                  <a:lnTo>
                    <a:pt x="37915" y="88447"/>
                  </a:lnTo>
                  <a:lnTo>
                    <a:pt x="48554" y="76032"/>
                  </a:lnTo>
                </a:path>
                <a:path w="48894" h="88900">
                  <a:moveTo>
                    <a:pt x="46561" y="10087"/>
                  </a:moveTo>
                  <a:lnTo>
                    <a:pt x="37915" y="0"/>
                  </a:lnTo>
                  <a:lnTo>
                    <a:pt x="0" y="4421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5" name="object 1845" descr=""/>
            <p:cNvSpPr/>
            <p:nvPr/>
          </p:nvSpPr>
          <p:spPr>
            <a:xfrm>
              <a:off x="15635263" y="7697641"/>
              <a:ext cx="43815" cy="78740"/>
            </a:xfrm>
            <a:custGeom>
              <a:avLst/>
              <a:gdLst/>
              <a:ahLst/>
              <a:cxnLst/>
              <a:rect l="l" t="t" r="r" b="b"/>
              <a:pathLst>
                <a:path w="43815" h="78740">
                  <a:moveTo>
                    <a:pt x="17767" y="39408"/>
                  </a:moveTo>
                  <a:lnTo>
                    <a:pt x="15811" y="38684"/>
                  </a:lnTo>
                  <a:lnTo>
                    <a:pt x="13373" y="38531"/>
                  </a:lnTo>
                  <a:lnTo>
                    <a:pt x="10934" y="38366"/>
                  </a:lnTo>
                  <a:lnTo>
                    <a:pt x="9855" y="38633"/>
                  </a:lnTo>
                  <a:lnTo>
                    <a:pt x="10210" y="37363"/>
                  </a:lnTo>
                  <a:lnTo>
                    <a:pt x="10464" y="31673"/>
                  </a:lnTo>
                  <a:lnTo>
                    <a:pt x="10058" y="29324"/>
                  </a:lnTo>
                  <a:lnTo>
                    <a:pt x="8775" y="29248"/>
                  </a:lnTo>
                  <a:lnTo>
                    <a:pt x="8140" y="31521"/>
                  </a:lnTo>
                  <a:lnTo>
                    <a:pt x="8013" y="34378"/>
                  </a:lnTo>
                  <a:lnTo>
                    <a:pt x="7886" y="37223"/>
                  </a:lnTo>
                  <a:lnTo>
                    <a:pt x="8115" y="38557"/>
                  </a:lnTo>
                  <a:lnTo>
                    <a:pt x="6972" y="38125"/>
                  </a:lnTo>
                  <a:lnTo>
                    <a:pt x="2082" y="37820"/>
                  </a:lnTo>
                  <a:lnTo>
                    <a:pt x="76" y="38303"/>
                  </a:lnTo>
                  <a:lnTo>
                    <a:pt x="0" y="39801"/>
                  </a:lnTo>
                  <a:lnTo>
                    <a:pt x="1955" y="40525"/>
                  </a:lnTo>
                  <a:lnTo>
                    <a:pt x="4406" y="40678"/>
                  </a:lnTo>
                  <a:lnTo>
                    <a:pt x="6845" y="40830"/>
                  </a:lnTo>
                  <a:lnTo>
                    <a:pt x="7962" y="40563"/>
                  </a:lnTo>
                  <a:lnTo>
                    <a:pt x="7620" y="41846"/>
                  </a:lnTo>
                  <a:lnTo>
                    <a:pt x="7353" y="47536"/>
                  </a:lnTo>
                  <a:lnTo>
                    <a:pt x="7772" y="49885"/>
                  </a:lnTo>
                  <a:lnTo>
                    <a:pt x="9055" y="49961"/>
                  </a:lnTo>
                  <a:lnTo>
                    <a:pt x="9677" y="47688"/>
                  </a:lnTo>
                  <a:lnTo>
                    <a:pt x="9804" y="44831"/>
                  </a:lnTo>
                  <a:lnTo>
                    <a:pt x="9944" y="41986"/>
                  </a:lnTo>
                  <a:lnTo>
                    <a:pt x="9702" y="40678"/>
                  </a:lnTo>
                  <a:lnTo>
                    <a:pt x="10807" y="41084"/>
                  </a:lnTo>
                  <a:lnTo>
                    <a:pt x="15684" y="41389"/>
                  </a:lnTo>
                  <a:lnTo>
                    <a:pt x="17691" y="40906"/>
                  </a:lnTo>
                  <a:lnTo>
                    <a:pt x="17767" y="39408"/>
                  </a:lnTo>
                  <a:close/>
                </a:path>
                <a:path w="43815" h="78740">
                  <a:moveTo>
                    <a:pt x="42837" y="10172"/>
                  </a:moveTo>
                  <a:lnTo>
                    <a:pt x="40881" y="9448"/>
                  </a:lnTo>
                  <a:lnTo>
                    <a:pt x="38442" y="9283"/>
                  </a:lnTo>
                  <a:lnTo>
                    <a:pt x="35991" y="9131"/>
                  </a:lnTo>
                  <a:lnTo>
                    <a:pt x="34912" y="9398"/>
                  </a:lnTo>
                  <a:lnTo>
                    <a:pt x="35267" y="8128"/>
                  </a:lnTo>
                  <a:lnTo>
                    <a:pt x="35534" y="2438"/>
                  </a:lnTo>
                  <a:lnTo>
                    <a:pt x="35128" y="88"/>
                  </a:lnTo>
                  <a:lnTo>
                    <a:pt x="33832" y="0"/>
                  </a:lnTo>
                  <a:lnTo>
                    <a:pt x="33223" y="2286"/>
                  </a:lnTo>
                  <a:lnTo>
                    <a:pt x="33083" y="5130"/>
                  </a:lnTo>
                  <a:lnTo>
                    <a:pt x="32943" y="7988"/>
                  </a:lnTo>
                  <a:lnTo>
                    <a:pt x="33172" y="9321"/>
                  </a:lnTo>
                  <a:lnTo>
                    <a:pt x="32029" y="8890"/>
                  </a:lnTo>
                  <a:lnTo>
                    <a:pt x="27152" y="8585"/>
                  </a:lnTo>
                  <a:lnTo>
                    <a:pt x="25146" y="9067"/>
                  </a:lnTo>
                  <a:lnTo>
                    <a:pt x="25069" y="10553"/>
                  </a:lnTo>
                  <a:lnTo>
                    <a:pt x="27025" y="11277"/>
                  </a:lnTo>
                  <a:lnTo>
                    <a:pt x="29464" y="11442"/>
                  </a:lnTo>
                  <a:lnTo>
                    <a:pt x="31902" y="11595"/>
                  </a:lnTo>
                  <a:lnTo>
                    <a:pt x="33032" y="11328"/>
                  </a:lnTo>
                  <a:lnTo>
                    <a:pt x="32689" y="12598"/>
                  </a:lnTo>
                  <a:lnTo>
                    <a:pt x="32423" y="18300"/>
                  </a:lnTo>
                  <a:lnTo>
                    <a:pt x="32829" y="20637"/>
                  </a:lnTo>
                  <a:lnTo>
                    <a:pt x="34124" y="20726"/>
                  </a:lnTo>
                  <a:lnTo>
                    <a:pt x="34734" y="18440"/>
                  </a:lnTo>
                  <a:lnTo>
                    <a:pt x="34874" y="15595"/>
                  </a:lnTo>
                  <a:lnTo>
                    <a:pt x="35001" y="12750"/>
                  </a:lnTo>
                  <a:lnTo>
                    <a:pt x="34772" y="11442"/>
                  </a:lnTo>
                  <a:lnTo>
                    <a:pt x="35877" y="11849"/>
                  </a:lnTo>
                  <a:lnTo>
                    <a:pt x="40754" y="12141"/>
                  </a:lnTo>
                  <a:lnTo>
                    <a:pt x="42760" y="11671"/>
                  </a:lnTo>
                  <a:lnTo>
                    <a:pt x="42837" y="10172"/>
                  </a:lnTo>
                  <a:close/>
                </a:path>
                <a:path w="43815" h="78740">
                  <a:moveTo>
                    <a:pt x="43307" y="67970"/>
                  </a:moveTo>
                  <a:lnTo>
                    <a:pt x="41351" y="67246"/>
                  </a:lnTo>
                  <a:lnTo>
                    <a:pt x="38912" y="67081"/>
                  </a:lnTo>
                  <a:lnTo>
                    <a:pt x="36474" y="66929"/>
                  </a:lnTo>
                  <a:lnTo>
                    <a:pt x="35394" y="67195"/>
                  </a:lnTo>
                  <a:lnTo>
                    <a:pt x="35750" y="65925"/>
                  </a:lnTo>
                  <a:lnTo>
                    <a:pt x="36004" y="60223"/>
                  </a:lnTo>
                  <a:lnTo>
                    <a:pt x="35598" y="57886"/>
                  </a:lnTo>
                  <a:lnTo>
                    <a:pt x="34315" y="57797"/>
                  </a:lnTo>
                  <a:lnTo>
                    <a:pt x="33693" y="60083"/>
                  </a:lnTo>
                  <a:lnTo>
                    <a:pt x="33553" y="62928"/>
                  </a:lnTo>
                  <a:lnTo>
                    <a:pt x="33426" y="65773"/>
                  </a:lnTo>
                  <a:lnTo>
                    <a:pt x="33655" y="67106"/>
                  </a:lnTo>
                  <a:lnTo>
                    <a:pt x="32512" y="66675"/>
                  </a:lnTo>
                  <a:lnTo>
                    <a:pt x="27622" y="66370"/>
                  </a:lnTo>
                  <a:lnTo>
                    <a:pt x="25615" y="66852"/>
                  </a:lnTo>
                  <a:lnTo>
                    <a:pt x="25539" y="68351"/>
                  </a:lnTo>
                  <a:lnTo>
                    <a:pt x="27495" y="69075"/>
                  </a:lnTo>
                  <a:lnTo>
                    <a:pt x="29946" y="69240"/>
                  </a:lnTo>
                  <a:lnTo>
                    <a:pt x="32385" y="69392"/>
                  </a:lnTo>
                  <a:lnTo>
                    <a:pt x="33502" y="69126"/>
                  </a:lnTo>
                  <a:lnTo>
                    <a:pt x="33159" y="70396"/>
                  </a:lnTo>
                  <a:lnTo>
                    <a:pt x="32893" y="76098"/>
                  </a:lnTo>
                  <a:lnTo>
                    <a:pt x="33312" y="78435"/>
                  </a:lnTo>
                  <a:lnTo>
                    <a:pt x="34594" y="78524"/>
                  </a:lnTo>
                  <a:lnTo>
                    <a:pt x="35217" y="76238"/>
                  </a:lnTo>
                  <a:lnTo>
                    <a:pt x="35344" y="73393"/>
                  </a:lnTo>
                  <a:lnTo>
                    <a:pt x="35483" y="70548"/>
                  </a:lnTo>
                  <a:lnTo>
                    <a:pt x="35242" y="69227"/>
                  </a:lnTo>
                  <a:lnTo>
                    <a:pt x="36347" y="69634"/>
                  </a:lnTo>
                  <a:lnTo>
                    <a:pt x="41224" y="69938"/>
                  </a:lnTo>
                  <a:lnTo>
                    <a:pt x="43230" y="69456"/>
                  </a:lnTo>
                  <a:lnTo>
                    <a:pt x="43307" y="67970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6" name="object 1846" descr=""/>
            <p:cNvSpPr/>
            <p:nvPr/>
          </p:nvSpPr>
          <p:spPr>
            <a:xfrm>
              <a:off x="15516294" y="7634287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0" y="44229"/>
                  </a:moveTo>
                  <a:lnTo>
                    <a:pt x="37915" y="88447"/>
                  </a:lnTo>
                  <a:lnTo>
                    <a:pt x="75819" y="44229"/>
                  </a:lnTo>
                  <a:lnTo>
                    <a:pt x="37915" y="0"/>
                  </a:lnTo>
                  <a:lnTo>
                    <a:pt x="0" y="44229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7" name="object 1847" descr=""/>
            <p:cNvSpPr/>
            <p:nvPr/>
          </p:nvSpPr>
          <p:spPr>
            <a:xfrm>
              <a:off x="15519908" y="7638827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408"/>
                  </a:moveTo>
                  <a:lnTo>
                    <a:pt x="15811" y="38684"/>
                  </a:lnTo>
                  <a:lnTo>
                    <a:pt x="13373" y="38531"/>
                  </a:lnTo>
                  <a:lnTo>
                    <a:pt x="10934" y="38366"/>
                  </a:lnTo>
                  <a:lnTo>
                    <a:pt x="9855" y="38633"/>
                  </a:lnTo>
                  <a:lnTo>
                    <a:pt x="10210" y="37363"/>
                  </a:lnTo>
                  <a:lnTo>
                    <a:pt x="10464" y="31673"/>
                  </a:lnTo>
                  <a:lnTo>
                    <a:pt x="10058" y="29324"/>
                  </a:lnTo>
                  <a:lnTo>
                    <a:pt x="8775" y="29248"/>
                  </a:lnTo>
                  <a:lnTo>
                    <a:pt x="8153" y="31521"/>
                  </a:lnTo>
                  <a:lnTo>
                    <a:pt x="8026" y="34378"/>
                  </a:lnTo>
                  <a:lnTo>
                    <a:pt x="7886" y="37223"/>
                  </a:lnTo>
                  <a:lnTo>
                    <a:pt x="8115" y="38569"/>
                  </a:lnTo>
                  <a:lnTo>
                    <a:pt x="6972" y="38125"/>
                  </a:lnTo>
                  <a:lnTo>
                    <a:pt x="2082" y="37820"/>
                  </a:lnTo>
                  <a:lnTo>
                    <a:pt x="76" y="38303"/>
                  </a:lnTo>
                  <a:lnTo>
                    <a:pt x="0" y="39801"/>
                  </a:lnTo>
                  <a:lnTo>
                    <a:pt x="1968" y="40525"/>
                  </a:lnTo>
                  <a:lnTo>
                    <a:pt x="4406" y="40678"/>
                  </a:lnTo>
                  <a:lnTo>
                    <a:pt x="6845" y="40830"/>
                  </a:lnTo>
                  <a:lnTo>
                    <a:pt x="7975" y="40563"/>
                  </a:lnTo>
                  <a:lnTo>
                    <a:pt x="7620" y="41846"/>
                  </a:lnTo>
                  <a:lnTo>
                    <a:pt x="7353" y="47536"/>
                  </a:lnTo>
                  <a:lnTo>
                    <a:pt x="7772" y="49885"/>
                  </a:lnTo>
                  <a:lnTo>
                    <a:pt x="9055" y="49961"/>
                  </a:lnTo>
                  <a:lnTo>
                    <a:pt x="9677" y="47688"/>
                  </a:lnTo>
                  <a:lnTo>
                    <a:pt x="9804" y="44831"/>
                  </a:lnTo>
                  <a:lnTo>
                    <a:pt x="9944" y="41986"/>
                  </a:lnTo>
                  <a:lnTo>
                    <a:pt x="9702" y="40678"/>
                  </a:lnTo>
                  <a:lnTo>
                    <a:pt x="10807" y="41084"/>
                  </a:lnTo>
                  <a:lnTo>
                    <a:pt x="15684" y="41389"/>
                  </a:lnTo>
                  <a:lnTo>
                    <a:pt x="17691" y="40906"/>
                  </a:lnTo>
                  <a:lnTo>
                    <a:pt x="17767" y="39408"/>
                  </a:lnTo>
                  <a:close/>
                </a:path>
                <a:path w="68580" h="78740">
                  <a:moveTo>
                    <a:pt x="42837" y="10172"/>
                  </a:moveTo>
                  <a:lnTo>
                    <a:pt x="40881" y="9448"/>
                  </a:lnTo>
                  <a:lnTo>
                    <a:pt x="38442" y="9283"/>
                  </a:lnTo>
                  <a:lnTo>
                    <a:pt x="36004" y="9131"/>
                  </a:lnTo>
                  <a:lnTo>
                    <a:pt x="34912" y="9398"/>
                  </a:lnTo>
                  <a:lnTo>
                    <a:pt x="35267" y="8128"/>
                  </a:lnTo>
                  <a:lnTo>
                    <a:pt x="35534" y="2438"/>
                  </a:lnTo>
                  <a:lnTo>
                    <a:pt x="35128" y="88"/>
                  </a:lnTo>
                  <a:lnTo>
                    <a:pt x="33845" y="0"/>
                  </a:lnTo>
                  <a:lnTo>
                    <a:pt x="33223" y="2286"/>
                  </a:lnTo>
                  <a:lnTo>
                    <a:pt x="33083" y="5130"/>
                  </a:lnTo>
                  <a:lnTo>
                    <a:pt x="32956" y="7988"/>
                  </a:lnTo>
                  <a:lnTo>
                    <a:pt x="33172" y="9321"/>
                  </a:lnTo>
                  <a:lnTo>
                    <a:pt x="32029" y="8890"/>
                  </a:lnTo>
                  <a:lnTo>
                    <a:pt x="27152" y="8585"/>
                  </a:lnTo>
                  <a:lnTo>
                    <a:pt x="25146" y="9067"/>
                  </a:lnTo>
                  <a:lnTo>
                    <a:pt x="25069" y="10553"/>
                  </a:lnTo>
                  <a:lnTo>
                    <a:pt x="27025" y="11277"/>
                  </a:lnTo>
                  <a:lnTo>
                    <a:pt x="29464" y="11442"/>
                  </a:lnTo>
                  <a:lnTo>
                    <a:pt x="31902" y="11595"/>
                  </a:lnTo>
                  <a:lnTo>
                    <a:pt x="33032" y="11328"/>
                  </a:lnTo>
                  <a:lnTo>
                    <a:pt x="32689" y="12598"/>
                  </a:lnTo>
                  <a:lnTo>
                    <a:pt x="32423" y="18300"/>
                  </a:lnTo>
                  <a:lnTo>
                    <a:pt x="32829" y="20637"/>
                  </a:lnTo>
                  <a:lnTo>
                    <a:pt x="34124" y="20726"/>
                  </a:lnTo>
                  <a:lnTo>
                    <a:pt x="34734" y="18440"/>
                  </a:lnTo>
                  <a:lnTo>
                    <a:pt x="34874" y="15595"/>
                  </a:lnTo>
                  <a:lnTo>
                    <a:pt x="35001" y="12750"/>
                  </a:lnTo>
                  <a:lnTo>
                    <a:pt x="34772" y="11442"/>
                  </a:lnTo>
                  <a:lnTo>
                    <a:pt x="35877" y="11849"/>
                  </a:lnTo>
                  <a:lnTo>
                    <a:pt x="40754" y="12153"/>
                  </a:lnTo>
                  <a:lnTo>
                    <a:pt x="42760" y="11671"/>
                  </a:lnTo>
                  <a:lnTo>
                    <a:pt x="42837" y="10172"/>
                  </a:lnTo>
                  <a:close/>
                </a:path>
                <a:path w="68580" h="78740">
                  <a:moveTo>
                    <a:pt x="43307" y="67957"/>
                  </a:moveTo>
                  <a:lnTo>
                    <a:pt x="41351" y="67246"/>
                  </a:lnTo>
                  <a:lnTo>
                    <a:pt x="38912" y="67081"/>
                  </a:lnTo>
                  <a:lnTo>
                    <a:pt x="36474" y="66929"/>
                  </a:lnTo>
                  <a:lnTo>
                    <a:pt x="35394" y="67195"/>
                  </a:lnTo>
                  <a:lnTo>
                    <a:pt x="35750" y="65925"/>
                  </a:lnTo>
                  <a:lnTo>
                    <a:pt x="36004" y="60223"/>
                  </a:lnTo>
                  <a:lnTo>
                    <a:pt x="35598" y="57886"/>
                  </a:lnTo>
                  <a:lnTo>
                    <a:pt x="34315" y="57797"/>
                  </a:lnTo>
                  <a:lnTo>
                    <a:pt x="33693" y="60083"/>
                  </a:lnTo>
                  <a:lnTo>
                    <a:pt x="33566" y="62928"/>
                  </a:lnTo>
                  <a:lnTo>
                    <a:pt x="33426" y="65773"/>
                  </a:lnTo>
                  <a:lnTo>
                    <a:pt x="33655" y="67106"/>
                  </a:lnTo>
                  <a:lnTo>
                    <a:pt x="32512" y="66675"/>
                  </a:lnTo>
                  <a:lnTo>
                    <a:pt x="27622" y="66370"/>
                  </a:lnTo>
                  <a:lnTo>
                    <a:pt x="25615" y="66852"/>
                  </a:lnTo>
                  <a:lnTo>
                    <a:pt x="25539" y="68351"/>
                  </a:lnTo>
                  <a:lnTo>
                    <a:pt x="27508" y="69075"/>
                  </a:lnTo>
                  <a:lnTo>
                    <a:pt x="29946" y="69227"/>
                  </a:lnTo>
                  <a:lnTo>
                    <a:pt x="32385" y="69392"/>
                  </a:lnTo>
                  <a:lnTo>
                    <a:pt x="33502" y="69126"/>
                  </a:lnTo>
                  <a:lnTo>
                    <a:pt x="33159" y="70396"/>
                  </a:lnTo>
                  <a:lnTo>
                    <a:pt x="32893" y="76098"/>
                  </a:lnTo>
                  <a:lnTo>
                    <a:pt x="33312" y="78435"/>
                  </a:lnTo>
                  <a:lnTo>
                    <a:pt x="34594" y="78524"/>
                  </a:lnTo>
                  <a:lnTo>
                    <a:pt x="35229" y="76238"/>
                  </a:lnTo>
                  <a:lnTo>
                    <a:pt x="35344" y="73393"/>
                  </a:lnTo>
                  <a:lnTo>
                    <a:pt x="35483" y="70548"/>
                  </a:lnTo>
                  <a:lnTo>
                    <a:pt x="35242" y="69227"/>
                  </a:lnTo>
                  <a:lnTo>
                    <a:pt x="36347" y="69634"/>
                  </a:lnTo>
                  <a:lnTo>
                    <a:pt x="41224" y="69938"/>
                  </a:lnTo>
                  <a:lnTo>
                    <a:pt x="43243" y="69456"/>
                  </a:lnTo>
                  <a:lnTo>
                    <a:pt x="43307" y="67957"/>
                  </a:lnTo>
                  <a:close/>
                </a:path>
                <a:path w="68580" h="78740">
                  <a:moveTo>
                    <a:pt x="68148" y="39001"/>
                  </a:moveTo>
                  <a:lnTo>
                    <a:pt x="66192" y="38277"/>
                  </a:lnTo>
                  <a:lnTo>
                    <a:pt x="63741" y="38112"/>
                  </a:lnTo>
                  <a:lnTo>
                    <a:pt x="61302" y="37960"/>
                  </a:lnTo>
                  <a:lnTo>
                    <a:pt x="60223" y="38227"/>
                  </a:lnTo>
                  <a:lnTo>
                    <a:pt x="60579" y="36957"/>
                  </a:lnTo>
                  <a:lnTo>
                    <a:pt x="60845" y="31254"/>
                  </a:lnTo>
                  <a:lnTo>
                    <a:pt x="60439" y="28917"/>
                  </a:lnTo>
                  <a:lnTo>
                    <a:pt x="59143" y="28829"/>
                  </a:lnTo>
                  <a:lnTo>
                    <a:pt x="58534" y="31115"/>
                  </a:lnTo>
                  <a:lnTo>
                    <a:pt x="58394" y="33959"/>
                  </a:lnTo>
                  <a:lnTo>
                    <a:pt x="58254" y="36804"/>
                  </a:lnTo>
                  <a:lnTo>
                    <a:pt x="58483" y="38138"/>
                  </a:lnTo>
                  <a:lnTo>
                    <a:pt x="57340" y="37706"/>
                  </a:lnTo>
                  <a:lnTo>
                    <a:pt x="52463" y="37401"/>
                  </a:lnTo>
                  <a:lnTo>
                    <a:pt x="50457" y="37884"/>
                  </a:lnTo>
                  <a:lnTo>
                    <a:pt x="50380" y="39382"/>
                  </a:lnTo>
                  <a:lnTo>
                    <a:pt x="52336" y="40106"/>
                  </a:lnTo>
                  <a:lnTo>
                    <a:pt x="54775" y="40271"/>
                  </a:lnTo>
                  <a:lnTo>
                    <a:pt x="57213" y="40424"/>
                  </a:lnTo>
                  <a:lnTo>
                    <a:pt x="58343" y="40157"/>
                  </a:lnTo>
                  <a:lnTo>
                    <a:pt x="58000" y="41427"/>
                  </a:lnTo>
                  <a:lnTo>
                    <a:pt x="57734" y="47129"/>
                  </a:lnTo>
                  <a:lnTo>
                    <a:pt x="58140" y="49466"/>
                  </a:lnTo>
                  <a:lnTo>
                    <a:pt x="59423" y="49555"/>
                  </a:lnTo>
                  <a:lnTo>
                    <a:pt x="60058" y="47269"/>
                  </a:lnTo>
                  <a:lnTo>
                    <a:pt x="60185" y="44424"/>
                  </a:lnTo>
                  <a:lnTo>
                    <a:pt x="60325" y="41579"/>
                  </a:lnTo>
                  <a:lnTo>
                    <a:pt x="60083" y="40271"/>
                  </a:lnTo>
                  <a:lnTo>
                    <a:pt x="61175" y="40665"/>
                  </a:lnTo>
                  <a:lnTo>
                    <a:pt x="66065" y="40970"/>
                  </a:lnTo>
                  <a:lnTo>
                    <a:pt x="68072" y="40487"/>
                  </a:lnTo>
                  <a:lnTo>
                    <a:pt x="68148" y="390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8" name="object 1848" descr=""/>
            <p:cNvSpPr/>
            <p:nvPr/>
          </p:nvSpPr>
          <p:spPr>
            <a:xfrm>
              <a:off x="15461078" y="7634287"/>
              <a:ext cx="54610" cy="88900"/>
            </a:xfrm>
            <a:custGeom>
              <a:avLst/>
              <a:gdLst/>
              <a:ahLst/>
              <a:cxnLst/>
              <a:rect l="l" t="t" r="r" b="b"/>
              <a:pathLst>
                <a:path w="54609" h="88900">
                  <a:moveTo>
                    <a:pt x="0" y="69649"/>
                  </a:moveTo>
                  <a:lnTo>
                    <a:pt x="16118" y="88447"/>
                  </a:lnTo>
                  <a:lnTo>
                    <a:pt x="54023" y="44229"/>
                  </a:lnTo>
                  <a:lnTo>
                    <a:pt x="16118" y="0"/>
                  </a:lnTo>
                  <a:lnTo>
                    <a:pt x="0" y="18802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9" name="object 1849" descr=""/>
            <p:cNvSpPr/>
            <p:nvPr/>
          </p:nvSpPr>
          <p:spPr>
            <a:xfrm>
              <a:off x="15467965" y="7638827"/>
              <a:ext cx="43180" cy="78740"/>
            </a:xfrm>
            <a:custGeom>
              <a:avLst/>
              <a:gdLst/>
              <a:ahLst/>
              <a:cxnLst/>
              <a:rect l="l" t="t" r="r" b="b"/>
              <a:pathLst>
                <a:path w="43180" h="78740">
                  <a:moveTo>
                    <a:pt x="17767" y="10172"/>
                  </a:moveTo>
                  <a:lnTo>
                    <a:pt x="15811" y="9448"/>
                  </a:lnTo>
                  <a:lnTo>
                    <a:pt x="13373" y="9283"/>
                  </a:lnTo>
                  <a:lnTo>
                    <a:pt x="10934" y="9131"/>
                  </a:lnTo>
                  <a:lnTo>
                    <a:pt x="9855" y="9398"/>
                  </a:lnTo>
                  <a:lnTo>
                    <a:pt x="10210" y="8128"/>
                  </a:lnTo>
                  <a:lnTo>
                    <a:pt x="10464" y="2438"/>
                  </a:lnTo>
                  <a:lnTo>
                    <a:pt x="10058" y="88"/>
                  </a:lnTo>
                  <a:lnTo>
                    <a:pt x="8775" y="0"/>
                  </a:lnTo>
                  <a:lnTo>
                    <a:pt x="8153" y="2286"/>
                  </a:lnTo>
                  <a:lnTo>
                    <a:pt x="8013" y="5130"/>
                  </a:lnTo>
                  <a:lnTo>
                    <a:pt x="7874" y="7988"/>
                  </a:lnTo>
                  <a:lnTo>
                    <a:pt x="8102" y="9321"/>
                  </a:lnTo>
                  <a:lnTo>
                    <a:pt x="6959" y="8890"/>
                  </a:lnTo>
                  <a:lnTo>
                    <a:pt x="2082" y="8585"/>
                  </a:lnTo>
                  <a:lnTo>
                    <a:pt x="76" y="9067"/>
                  </a:lnTo>
                  <a:lnTo>
                    <a:pt x="0" y="10553"/>
                  </a:lnTo>
                  <a:lnTo>
                    <a:pt x="1955" y="11277"/>
                  </a:lnTo>
                  <a:lnTo>
                    <a:pt x="4394" y="11442"/>
                  </a:lnTo>
                  <a:lnTo>
                    <a:pt x="6845" y="11595"/>
                  </a:lnTo>
                  <a:lnTo>
                    <a:pt x="7962" y="11328"/>
                  </a:lnTo>
                  <a:lnTo>
                    <a:pt x="7620" y="12598"/>
                  </a:lnTo>
                  <a:lnTo>
                    <a:pt x="7353" y="18300"/>
                  </a:lnTo>
                  <a:lnTo>
                    <a:pt x="7759" y="20637"/>
                  </a:lnTo>
                  <a:lnTo>
                    <a:pt x="9055" y="20726"/>
                  </a:lnTo>
                  <a:lnTo>
                    <a:pt x="9664" y="18440"/>
                  </a:lnTo>
                  <a:lnTo>
                    <a:pt x="9804" y="15595"/>
                  </a:lnTo>
                  <a:lnTo>
                    <a:pt x="9944" y="12750"/>
                  </a:lnTo>
                  <a:lnTo>
                    <a:pt x="9702" y="11442"/>
                  </a:lnTo>
                  <a:lnTo>
                    <a:pt x="10807" y="11849"/>
                  </a:lnTo>
                  <a:lnTo>
                    <a:pt x="15684" y="12153"/>
                  </a:lnTo>
                  <a:lnTo>
                    <a:pt x="17691" y="11671"/>
                  </a:lnTo>
                  <a:lnTo>
                    <a:pt x="17767" y="10172"/>
                  </a:lnTo>
                  <a:close/>
                </a:path>
                <a:path w="43180" h="78740">
                  <a:moveTo>
                    <a:pt x="18237" y="67957"/>
                  </a:moveTo>
                  <a:lnTo>
                    <a:pt x="16281" y="67246"/>
                  </a:lnTo>
                  <a:lnTo>
                    <a:pt x="13843" y="67081"/>
                  </a:lnTo>
                  <a:lnTo>
                    <a:pt x="11404" y="66929"/>
                  </a:lnTo>
                  <a:lnTo>
                    <a:pt x="10325" y="67195"/>
                  </a:lnTo>
                  <a:lnTo>
                    <a:pt x="10680" y="65925"/>
                  </a:lnTo>
                  <a:lnTo>
                    <a:pt x="10934" y="60223"/>
                  </a:lnTo>
                  <a:lnTo>
                    <a:pt x="10528" y="57886"/>
                  </a:lnTo>
                  <a:lnTo>
                    <a:pt x="9245" y="57797"/>
                  </a:lnTo>
                  <a:lnTo>
                    <a:pt x="8623" y="60083"/>
                  </a:lnTo>
                  <a:lnTo>
                    <a:pt x="8483" y="62928"/>
                  </a:lnTo>
                  <a:lnTo>
                    <a:pt x="8369" y="65773"/>
                  </a:lnTo>
                  <a:lnTo>
                    <a:pt x="8585" y="67119"/>
                  </a:lnTo>
                  <a:lnTo>
                    <a:pt x="7442" y="66675"/>
                  </a:lnTo>
                  <a:lnTo>
                    <a:pt x="2565" y="66370"/>
                  </a:lnTo>
                  <a:lnTo>
                    <a:pt x="546" y="66852"/>
                  </a:lnTo>
                  <a:lnTo>
                    <a:pt x="469" y="68351"/>
                  </a:lnTo>
                  <a:lnTo>
                    <a:pt x="2438" y="69075"/>
                  </a:lnTo>
                  <a:lnTo>
                    <a:pt x="4876" y="69227"/>
                  </a:lnTo>
                  <a:lnTo>
                    <a:pt x="7315" y="69392"/>
                  </a:lnTo>
                  <a:lnTo>
                    <a:pt x="8432" y="69126"/>
                  </a:lnTo>
                  <a:lnTo>
                    <a:pt x="8089" y="70396"/>
                  </a:lnTo>
                  <a:lnTo>
                    <a:pt x="7835" y="76098"/>
                  </a:lnTo>
                  <a:lnTo>
                    <a:pt x="8242" y="78435"/>
                  </a:lnTo>
                  <a:lnTo>
                    <a:pt x="9525" y="78524"/>
                  </a:lnTo>
                  <a:lnTo>
                    <a:pt x="10147" y="76238"/>
                  </a:lnTo>
                  <a:lnTo>
                    <a:pt x="10274" y="73393"/>
                  </a:lnTo>
                  <a:lnTo>
                    <a:pt x="10414" y="70548"/>
                  </a:lnTo>
                  <a:lnTo>
                    <a:pt x="10172" y="69227"/>
                  </a:lnTo>
                  <a:lnTo>
                    <a:pt x="11277" y="69634"/>
                  </a:lnTo>
                  <a:lnTo>
                    <a:pt x="16154" y="69938"/>
                  </a:lnTo>
                  <a:lnTo>
                    <a:pt x="18173" y="69456"/>
                  </a:lnTo>
                  <a:lnTo>
                    <a:pt x="18237" y="67957"/>
                  </a:lnTo>
                  <a:close/>
                </a:path>
                <a:path w="43180" h="78740">
                  <a:moveTo>
                    <a:pt x="43078" y="39001"/>
                  </a:moveTo>
                  <a:lnTo>
                    <a:pt x="41122" y="38277"/>
                  </a:lnTo>
                  <a:lnTo>
                    <a:pt x="38684" y="38112"/>
                  </a:lnTo>
                  <a:lnTo>
                    <a:pt x="36233" y="37960"/>
                  </a:lnTo>
                  <a:lnTo>
                    <a:pt x="35153" y="38227"/>
                  </a:lnTo>
                  <a:lnTo>
                    <a:pt x="35509" y="36957"/>
                  </a:lnTo>
                  <a:lnTo>
                    <a:pt x="35775" y="31254"/>
                  </a:lnTo>
                  <a:lnTo>
                    <a:pt x="35369" y="28917"/>
                  </a:lnTo>
                  <a:lnTo>
                    <a:pt x="34074" y="28829"/>
                  </a:lnTo>
                  <a:lnTo>
                    <a:pt x="33451" y="31115"/>
                  </a:lnTo>
                  <a:lnTo>
                    <a:pt x="33324" y="33959"/>
                  </a:lnTo>
                  <a:lnTo>
                    <a:pt x="33185" y="36804"/>
                  </a:lnTo>
                  <a:lnTo>
                    <a:pt x="33413" y="38138"/>
                  </a:lnTo>
                  <a:lnTo>
                    <a:pt x="32270" y="37706"/>
                  </a:lnTo>
                  <a:lnTo>
                    <a:pt x="27393" y="37401"/>
                  </a:lnTo>
                  <a:lnTo>
                    <a:pt x="25387" y="37884"/>
                  </a:lnTo>
                  <a:lnTo>
                    <a:pt x="25311" y="39382"/>
                  </a:lnTo>
                  <a:lnTo>
                    <a:pt x="27266" y="40106"/>
                  </a:lnTo>
                  <a:lnTo>
                    <a:pt x="29705" y="40271"/>
                  </a:lnTo>
                  <a:lnTo>
                    <a:pt x="32143" y="40424"/>
                  </a:lnTo>
                  <a:lnTo>
                    <a:pt x="33274" y="40157"/>
                  </a:lnTo>
                  <a:lnTo>
                    <a:pt x="32931" y="41427"/>
                  </a:lnTo>
                  <a:lnTo>
                    <a:pt x="32664" y="47129"/>
                  </a:lnTo>
                  <a:lnTo>
                    <a:pt x="33070" y="49466"/>
                  </a:lnTo>
                  <a:lnTo>
                    <a:pt x="34353" y="49555"/>
                  </a:lnTo>
                  <a:lnTo>
                    <a:pt x="34975" y="47269"/>
                  </a:lnTo>
                  <a:lnTo>
                    <a:pt x="35115" y="44424"/>
                  </a:lnTo>
                  <a:lnTo>
                    <a:pt x="35255" y="41579"/>
                  </a:lnTo>
                  <a:lnTo>
                    <a:pt x="35013" y="40271"/>
                  </a:lnTo>
                  <a:lnTo>
                    <a:pt x="36118" y="40665"/>
                  </a:lnTo>
                  <a:lnTo>
                    <a:pt x="40995" y="40970"/>
                  </a:lnTo>
                  <a:lnTo>
                    <a:pt x="43002" y="40487"/>
                  </a:lnTo>
                  <a:lnTo>
                    <a:pt x="43078" y="390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0" name="object 1850" descr=""/>
            <p:cNvSpPr/>
            <p:nvPr/>
          </p:nvSpPr>
          <p:spPr>
            <a:xfrm>
              <a:off x="15593306" y="7752684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0" y="44229"/>
                  </a:moveTo>
                  <a:lnTo>
                    <a:pt x="37915" y="88447"/>
                  </a:lnTo>
                  <a:lnTo>
                    <a:pt x="75819" y="44229"/>
                  </a:lnTo>
                  <a:lnTo>
                    <a:pt x="37915" y="0"/>
                  </a:lnTo>
                  <a:lnTo>
                    <a:pt x="0" y="44229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1" name="object 1851" descr=""/>
            <p:cNvSpPr/>
            <p:nvPr/>
          </p:nvSpPr>
          <p:spPr>
            <a:xfrm>
              <a:off x="15596921" y="7757229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395"/>
                  </a:moveTo>
                  <a:lnTo>
                    <a:pt x="15811" y="38684"/>
                  </a:lnTo>
                  <a:lnTo>
                    <a:pt x="13373" y="38519"/>
                  </a:lnTo>
                  <a:lnTo>
                    <a:pt x="10934" y="38366"/>
                  </a:lnTo>
                  <a:lnTo>
                    <a:pt x="9855" y="38633"/>
                  </a:lnTo>
                  <a:lnTo>
                    <a:pt x="10210" y="37363"/>
                  </a:lnTo>
                  <a:lnTo>
                    <a:pt x="10464" y="31661"/>
                  </a:lnTo>
                  <a:lnTo>
                    <a:pt x="10058" y="29324"/>
                  </a:lnTo>
                  <a:lnTo>
                    <a:pt x="8775" y="29235"/>
                  </a:lnTo>
                  <a:lnTo>
                    <a:pt x="8153" y="31521"/>
                  </a:lnTo>
                  <a:lnTo>
                    <a:pt x="8013" y="34366"/>
                  </a:lnTo>
                  <a:lnTo>
                    <a:pt x="7899" y="37211"/>
                  </a:lnTo>
                  <a:lnTo>
                    <a:pt x="8115" y="38557"/>
                  </a:lnTo>
                  <a:lnTo>
                    <a:pt x="6972" y="38112"/>
                  </a:lnTo>
                  <a:lnTo>
                    <a:pt x="2082" y="37807"/>
                  </a:lnTo>
                  <a:lnTo>
                    <a:pt x="76" y="38290"/>
                  </a:lnTo>
                  <a:lnTo>
                    <a:pt x="0" y="39789"/>
                  </a:lnTo>
                  <a:lnTo>
                    <a:pt x="1968" y="40513"/>
                  </a:lnTo>
                  <a:lnTo>
                    <a:pt x="4406" y="40665"/>
                  </a:lnTo>
                  <a:lnTo>
                    <a:pt x="6845" y="40830"/>
                  </a:lnTo>
                  <a:lnTo>
                    <a:pt x="7962" y="40563"/>
                  </a:lnTo>
                  <a:lnTo>
                    <a:pt x="7620" y="41833"/>
                  </a:lnTo>
                  <a:lnTo>
                    <a:pt x="7366" y="47536"/>
                  </a:lnTo>
                  <a:lnTo>
                    <a:pt x="7772" y="49872"/>
                  </a:lnTo>
                  <a:lnTo>
                    <a:pt x="9055" y="49961"/>
                  </a:lnTo>
                  <a:lnTo>
                    <a:pt x="9677" y="47675"/>
                  </a:lnTo>
                  <a:lnTo>
                    <a:pt x="9804" y="44831"/>
                  </a:lnTo>
                  <a:lnTo>
                    <a:pt x="9944" y="41986"/>
                  </a:lnTo>
                  <a:lnTo>
                    <a:pt x="9702" y="40665"/>
                  </a:lnTo>
                  <a:lnTo>
                    <a:pt x="10807" y="41071"/>
                  </a:lnTo>
                  <a:lnTo>
                    <a:pt x="15684" y="41376"/>
                  </a:lnTo>
                  <a:lnTo>
                    <a:pt x="17703" y="40894"/>
                  </a:lnTo>
                  <a:lnTo>
                    <a:pt x="17767" y="39395"/>
                  </a:lnTo>
                  <a:close/>
                </a:path>
                <a:path w="68580" h="78740">
                  <a:moveTo>
                    <a:pt x="42837" y="10160"/>
                  </a:moveTo>
                  <a:lnTo>
                    <a:pt x="40881" y="9436"/>
                  </a:lnTo>
                  <a:lnTo>
                    <a:pt x="38442" y="9283"/>
                  </a:lnTo>
                  <a:lnTo>
                    <a:pt x="36004" y="9131"/>
                  </a:lnTo>
                  <a:lnTo>
                    <a:pt x="34925" y="9385"/>
                  </a:lnTo>
                  <a:lnTo>
                    <a:pt x="35280" y="8128"/>
                  </a:lnTo>
                  <a:lnTo>
                    <a:pt x="35534" y="2425"/>
                  </a:lnTo>
                  <a:lnTo>
                    <a:pt x="35128" y="76"/>
                  </a:lnTo>
                  <a:lnTo>
                    <a:pt x="33845" y="0"/>
                  </a:lnTo>
                  <a:lnTo>
                    <a:pt x="33223" y="2286"/>
                  </a:lnTo>
                  <a:lnTo>
                    <a:pt x="33083" y="5130"/>
                  </a:lnTo>
                  <a:lnTo>
                    <a:pt x="32943" y="7975"/>
                  </a:lnTo>
                  <a:lnTo>
                    <a:pt x="33172" y="9309"/>
                  </a:lnTo>
                  <a:lnTo>
                    <a:pt x="32029" y="8877"/>
                  </a:lnTo>
                  <a:lnTo>
                    <a:pt x="27152" y="8572"/>
                  </a:lnTo>
                  <a:lnTo>
                    <a:pt x="25146" y="9055"/>
                  </a:lnTo>
                  <a:lnTo>
                    <a:pt x="25069" y="10553"/>
                  </a:lnTo>
                  <a:lnTo>
                    <a:pt x="27025" y="11277"/>
                  </a:lnTo>
                  <a:lnTo>
                    <a:pt x="29464" y="11430"/>
                  </a:lnTo>
                  <a:lnTo>
                    <a:pt x="31902" y="11595"/>
                  </a:lnTo>
                  <a:lnTo>
                    <a:pt x="33032" y="11328"/>
                  </a:lnTo>
                  <a:lnTo>
                    <a:pt x="32689" y="12598"/>
                  </a:lnTo>
                  <a:lnTo>
                    <a:pt x="32423" y="18288"/>
                  </a:lnTo>
                  <a:lnTo>
                    <a:pt x="32829" y="20637"/>
                  </a:lnTo>
                  <a:lnTo>
                    <a:pt x="34124" y="20726"/>
                  </a:lnTo>
                  <a:lnTo>
                    <a:pt x="34747" y="18440"/>
                  </a:lnTo>
                  <a:lnTo>
                    <a:pt x="34874" y="15595"/>
                  </a:lnTo>
                  <a:lnTo>
                    <a:pt x="35013" y="12738"/>
                  </a:lnTo>
                  <a:lnTo>
                    <a:pt x="34772" y="11430"/>
                  </a:lnTo>
                  <a:lnTo>
                    <a:pt x="35877" y="11836"/>
                  </a:lnTo>
                  <a:lnTo>
                    <a:pt x="40754" y="12141"/>
                  </a:lnTo>
                  <a:lnTo>
                    <a:pt x="42760" y="11658"/>
                  </a:lnTo>
                  <a:lnTo>
                    <a:pt x="42837" y="10160"/>
                  </a:lnTo>
                  <a:close/>
                </a:path>
                <a:path w="68580" h="78740">
                  <a:moveTo>
                    <a:pt x="43307" y="67957"/>
                  </a:moveTo>
                  <a:lnTo>
                    <a:pt x="41351" y="67233"/>
                  </a:lnTo>
                  <a:lnTo>
                    <a:pt x="38912" y="67081"/>
                  </a:lnTo>
                  <a:lnTo>
                    <a:pt x="36474" y="66916"/>
                  </a:lnTo>
                  <a:lnTo>
                    <a:pt x="35394" y="67183"/>
                  </a:lnTo>
                  <a:lnTo>
                    <a:pt x="35750" y="65913"/>
                  </a:lnTo>
                  <a:lnTo>
                    <a:pt x="36004" y="60223"/>
                  </a:lnTo>
                  <a:lnTo>
                    <a:pt x="35598" y="57873"/>
                  </a:lnTo>
                  <a:lnTo>
                    <a:pt x="34315" y="57797"/>
                  </a:lnTo>
                  <a:lnTo>
                    <a:pt x="33693" y="60071"/>
                  </a:lnTo>
                  <a:lnTo>
                    <a:pt x="33566" y="62928"/>
                  </a:lnTo>
                  <a:lnTo>
                    <a:pt x="33426" y="65773"/>
                  </a:lnTo>
                  <a:lnTo>
                    <a:pt x="33655" y="67106"/>
                  </a:lnTo>
                  <a:lnTo>
                    <a:pt x="32512" y="66675"/>
                  </a:lnTo>
                  <a:lnTo>
                    <a:pt x="27622" y="66370"/>
                  </a:lnTo>
                  <a:lnTo>
                    <a:pt x="25615" y="66852"/>
                  </a:lnTo>
                  <a:lnTo>
                    <a:pt x="25539" y="68351"/>
                  </a:lnTo>
                  <a:lnTo>
                    <a:pt x="27508" y="69075"/>
                  </a:lnTo>
                  <a:lnTo>
                    <a:pt x="29946" y="69227"/>
                  </a:lnTo>
                  <a:lnTo>
                    <a:pt x="32385" y="69380"/>
                  </a:lnTo>
                  <a:lnTo>
                    <a:pt x="33515" y="69113"/>
                  </a:lnTo>
                  <a:lnTo>
                    <a:pt x="33159" y="70396"/>
                  </a:lnTo>
                  <a:lnTo>
                    <a:pt x="32905" y="76085"/>
                  </a:lnTo>
                  <a:lnTo>
                    <a:pt x="33312" y="78435"/>
                  </a:lnTo>
                  <a:lnTo>
                    <a:pt x="34594" y="78511"/>
                  </a:lnTo>
                  <a:lnTo>
                    <a:pt x="35217" y="76238"/>
                  </a:lnTo>
                  <a:lnTo>
                    <a:pt x="35344" y="73380"/>
                  </a:lnTo>
                  <a:lnTo>
                    <a:pt x="35483" y="70535"/>
                  </a:lnTo>
                  <a:lnTo>
                    <a:pt x="35242" y="69227"/>
                  </a:lnTo>
                  <a:lnTo>
                    <a:pt x="36347" y="69634"/>
                  </a:lnTo>
                  <a:lnTo>
                    <a:pt x="41224" y="69938"/>
                  </a:lnTo>
                  <a:lnTo>
                    <a:pt x="43243" y="69456"/>
                  </a:lnTo>
                  <a:lnTo>
                    <a:pt x="43307" y="67957"/>
                  </a:lnTo>
                  <a:close/>
                </a:path>
                <a:path w="68580" h="78740">
                  <a:moveTo>
                    <a:pt x="68148" y="38989"/>
                  </a:moveTo>
                  <a:lnTo>
                    <a:pt x="66192" y="38265"/>
                  </a:lnTo>
                  <a:lnTo>
                    <a:pt x="63741" y="38112"/>
                  </a:lnTo>
                  <a:lnTo>
                    <a:pt x="61302" y="37947"/>
                  </a:lnTo>
                  <a:lnTo>
                    <a:pt x="60236" y="38214"/>
                  </a:lnTo>
                  <a:lnTo>
                    <a:pt x="60579" y="36957"/>
                  </a:lnTo>
                  <a:lnTo>
                    <a:pt x="60845" y="31254"/>
                  </a:lnTo>
                  <a:lnTo>
                    <a:pt x="60439" y="28905"/>
                  </a:lnTo>
                  <a:lnTo>
                    <a:pt x="59143" y="28829"/>
                  </a:lnTo>
                  <a:lnTo>
                    <a:pt x="58534" y="31102"/>
                  </a:lnTo>
                  <a:lnTo>
                    <a:pt x="58394" y="33959"/>
                  </a:lnTo>
                  <a:lnTo>
                    <a:pt x="58254" y="36804"/>
                  </a:lnTo>
                  <a:lnTo>
                    <a:pt x="58483" y="38138"/>
                  </a:lnTo>
                  <a:lnTo>
                    <a:pt x="57340" y="37706"/>
                  </a:lnTo>
                  <a:lnTo>
                    <a:pt x="52463" y="37401"/>
                  </a:lnTo>
                  <a:lnTo>
                    <a:pt x="50457" y="37884"/>
                  </a:lnTo>
                  <a:lnTo>
                    <a:pt x="50380" y="39382"/>
                  </a:lnTo>
                  <a:lnTo>
                    <a:pt x="52336" y="40106"/>
                  </a:lnTo>
                  <a:lnTo>
                    <a:pt x="54775" y="40259"/>
                  </a:lnTo>
                  <a:lnTo>
                    <a:pt x="57213" y="40411"/>
                  </a:lnTo>
                  <a:lnTo>
                    <a:pt x="58343" y="40157"/>
                  </a:lnTo>
                  <a:lnTo>
                    <a:pt x="58000" y="41427"/>
                  </a:lnTo>
                  <a:lnTo>
                    <a:pt x="57734" y="47117"/>
                  </a:lnTo>
                  <a:lnTo>
                    <a:pt x="58140" y="49466"/>
                  </a:lnTo>
                  <a:lnTo>
                    <a:pt x="59436" y="49542"/>
                  </a:lnTo>
                  <a:lnTo>
                    <a:pt x="60045" y="47269"/>
                  </a:lnTo>
                  <a:lnTo>
                    <a:pt x="60185" y="44411"/>
                  </a:lnTo>
                  <a:lnTo>
                    <a:pt x="60325" y="41567"/>
                  </a:lnTo>
                  <a:lnTo>
                    <a:pt x="60083" y="40259"/>
                  </a:lnTo>
                  <a:lnTo>
                    <a:pt x="61175" y="40665"/>
                  </a:lnTo>
                  <a:lnTo>
                    <a:pt x="66065" y="40970"/>
                  </a:lnTo>
                  <a:lnTo>
                    <a:pt x="68072" y="40487"/>
                  </a:lnTo>
                  <a:lnTo>
                    <a:pt x="68148" y="38989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2" name="object 1852" descr=""/>
            <p:cNvSpPr/>
            <p:nvPr/>
          </p:nvSpPr>
          <p:spPr>
            <a:xfrm>
              <a:off x="15555822" y="7811498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0" y="44229"/>
                  </a:moveTo>
                  <a:lnTo>
                    <a:pt x="37915" y="88458"/>
                  </a:lnTo>
                  <a:lnTo>
                    <a:pt x="75819" y="44229"/>
                  </a:lnTo>
                  <a:lnTo>
                    <a:pt x="37915" y="0"/>
                  </a:lnTo>
                  <a:lnTo>
                    <a:pt x="0" y="44229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3" name="object 1853" descr=""/>
            <p:cNvSpPr/>
            <p:nvPr/>
          </p:nvSpPr>
          <p:spPr>
            <a:xfrm>
              <a:off x="15559444" y="7816043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395"/>
                  </a:moveTo>
                  <a:lnTo>
                    <a:pt x="15811" y="38684"/>
                  </a:lnTo>
                  <a:lnTo>
                    <a:pt x="13373" y="38519"/>
                  </a:lnTo>
                  <a:lnTo>
                    <a:pt x="10922" y="38366"/>
                  </a:lnTo>
                  <a:lnTo>
                    <a:pt x="9842" y="38633"/>
                  </a:lnTo>
                  <a:lnTo>
                    <a:pt x="10198" y="37363"/>
                  </a:lnTo>
                  <a:lnTo>
                    <a:pt x="10464" y="31661"/>
                  </a:lnTo>
                  <a:lnTo>
                    <a:pt x="10058" y="29324"/>
                  </a:lnTo>
                  <a:lnTo>
                    <a:pt x="8763" y="29235"/>
                  </a:lnTo>
                  <a:lnTo>
                    <a:pt x="8153" y="31521"/>
                  </a:lnTo>
                  <a:lnTo>
                    <a:pt x="8013" y="34366"/>
                  </a:lnTo>
                  <a:lnTo>
                    <a:pt x="7874" y="37211"/>
                  </a:lnTo>
                  <a:lnTo>
                    <a:pt x="8102" y="38544"/>
                  </a:lnTo>
                  <a:lnTo>
                    <a:pt x="6959" y="38112"/>
                  </a:lnTo>
                  <a:lnTo>
                    <a:pt x="2082" y="37807"/>
                  </a:lnTo>
                  <a:lnTo>
                    <a:pt x="76" y="38290"/>
                  </a:lnTo>
                  <a:lnTo>
                    <a:pt x="0" y="39789"/>
                  </a:lnTo>
                  <a:lnTo>
                    <a:pt x="1955" y="40513"/>
                  </a:lnTo>
                  <a:lnTo>
                    <a:pt x="4394" y="40665"/>
                  </a:lnTo>
                  <a:lnTo>
                    <a:pt x="6832" y="40830"/>
                  </a:lnTo>
                  <a:lnTo>
                    <a:pt x="7962" y="40563"/>
                  </a:lnTo>
                  <a:lnTo>
                    <a:pt x="7620" y="41833"/>
                  </a:lnTo>
                  <a:lnTo>
                    <a:pt x="7353" y="47536"/>
                  </a:lnTo>
                  <a:lnTo>
                    <a:pt x="7759" y="49872"/>
                  </a:lnTo>
                  <a:lnTo>
                    <a:pt x="9042" y="49961"/>
                  </a:lnTo>
                  <a:lnTo>
                    <a:pt x="9664" y="47675"/>
                  </a:lnTo>
                  <a:lnTo>
                    <a:pt x="9804" y="44831"/>
                  </a:lnTo>
                  <a:lnTo>
                    <a:pt x="9944" y="41986"/>
                  </a:lnTo>
                  <a:lnTo>
                    <a:pt x="9702" y="40678"/>
                  </a:lnTo>
                  <a:lnTo>
                    <a:pt x="10807" y="41071"/>
                  </a:lnTo>
                  <a:lnTo>
                    <a:pt x="15684" y="41376"/>
                  </a:lnTo>
                  <a:lnTo>
                    <a:pt x="17691" y="40894"/>
                  </a:lnTo>
                  <a:lnTo>
                    <a:pt x="17767" y="39395"/>
                  </a:lnTo>
                  <a:close/>
                </a:path>
                <a:path w="68580" h="78740">
                  <a:moveTo>
                    <a:pt x="42824" y="10160"/>
                  </a:moveTo>
                  <a:lnTo>
                    <a:pt x="40868" y="9436"/>
                  </a:lnTo>
                  <a:lnTo>
                    <a:pt x="38430" y="9283"/>
                  </a:lnTo>
                  <a:lnTo>
                    <a:pt x="35991" y="9131"/>
                  </a:lnTo>
                  <a:lnTo>
                    <a:pt x="34912" y="9385"/>
                  </a:lnTo>
                  <a:lnTo>
                    <a:pt x="35267" y="8128"/>
                  </a:lnTo>
                  <a:lnTo>
                    <a:pt x="35521" y="2425"/>
                  </a:lnTo>
                  <a:lnTo>
                    <a:pt x="35115" y="76"/>
                  </a:lnTo>
                  <a:lnTo>
                    <a:pt x="33832" y="0"/>
                  </a:lnTo>
                  <a:lnTo>
                    <a:pt x="33210" y="2286"/>
                  </a:lnTo>
                  <a:lnTo>
                    <a:pt x="33083" y="5130"/>
                  </a:lnTo>
                  <a:lnTo>
                    <a:pt x="32956" y="7975"/>
                  </a:lnTo>
                  <a:lnTo>
                    <a:pt x="33172" y="9321"/>
                  </a:lnTo>
                  <a:lnTo>
                    <a:pt x="32029" y="8877"/>
                  </a:lnTo>
                  <a:lnTo>
                    <a:pt x="27152" y="8572"/>
                  </a:lnTo>
                  <a:lnTo>
                    <a:pt x="25133" y="9055"/>
                  </a:lnTo>
                  <a:lnTo>
                    <a:pt x="25069" y="10553"/>
                  </a:lnTo>
                  <a:lnTo>
                    <a:pt x="27025" y="11277"/>
                  </a:lnTo>
                  <a:lnTo>
                    <a:pt x="29464" y="11430"/>
                  </a:lnTo>
                  <a:lnTo>
                    <a:pt x="31902" y="11595"/>
                  </a:lnTo>
                  <a:lnTo>
                    <a:pt x="33020" y="11328"/>
                  </a:lnTo>
                  <a:lnTo>
                    <a:pt x="32677" y="12598"/>
                  </a:lnTo>
                  <a:lnTo>
                    <a:pt x="32423" y="18288"/>
                  </a:lnTo>
                  <a:lnTo>
                    <a:pt x="32829" y="20637"/>
                  </a:lnTo>
                  <a:lnTo>
                    <a:pt x="34112" y="20726"/>
                  </a:lnTo>
                  <a:lnTo>
                    <a:pt x="34734" y="18440"/>
                  </a:lnTo>
                  <a:lnTo>
                    <a:pt x="34874" y="15595"/>
                  </a:lnTo>
                  <a:lnTo>
                    <a:pt x="35001" y="12738"/>
                  </a:lnTo>
                  <a:lnTo>
                    <a:pt x="34759" y="11430"/>
                  </a:lnTo>
                  <a:lnTo>
                    <a:pt x="35864" y="11836"/>
                  </a:lnTo>
                  <a:lnTo>
                    <a:pt x="40741" y="12141"/>
                  </a:lnTo>
                  <a:lnTo>
                    <a:pt x="42760" y="11658"/>
                  </a:lnTo>
                  <a:lnTo>
                    <a:pt x="42824" y="10160"/>
                  </a:lnTo>
                  <a:close/>
                </a:path>
                <a:path w="68580" h="78740">
                  <a:moveTo>
                    <a:pt x="43307" y="67957"/>
                  </a:moveTo>
                  <a:lnTo>
                    <a:pt x="41351" y="67233"/>
                  </a:lnTo>
                  <a:lnTo>
                    <a:pt x="38912" y="67081"/>
                  </a:lnTo>
                  <a:lnTo>
                    <a:pt x="36461" y="66916"/>
                  </a:lnTo>
                  <a:lnTo>
                    <a:pt x="35382" y="67183"/>
                  </a:lnTo>
                  <a:lnTo>
                    <a:pt x="35737" y="65913"/>
                  </a:lnTo>
                  <a:lnTo>
                    <a:pt x="36004" y="60223"/>
                  </a:lnTo>
                  <a:lnTo>
                    <a:pt x="35598" y="57873"/>
                  </a:lnTo>
                  <a:lnTo>
                    <a:pt x="34302" y="57797"/>
                  </a:lnTo>
                  <a:lnTo>
                    <a:pt x="33693" y="60071"/>
                  </a:lnTo>
                  <a:lnTo>
                    <a:pt x="33553" y="62928"/>
                  </a:lnTo>
                  <a:lnTo>
                    <a:pt x="33426" y="65773"/>
                  </a:lnTo>
                  <a:lnTo>
                    <a:pt x="33642" y="67119"/>
                  </a:lnTo>
                  <a:lnTo>
                    <a:pt x="32499" y="66675"/>
                  </a:lnTo>
                  <a:lnTo>
                    <a:pt x="27622" y="66370"/>
                  </a:lnTo>
                  <a:lnTo>
                    <a:pt x="25615" y="66852"/>
                  </a:lnTo>
                  <a:lnTo>
                    <a:pt x="25539" y="68351"/>
                  </a:lnTo>
                  <a:lnTo>
                    <a:pt x="27495" y="69075"/>
                  </a:lnTo>
                  <a:lnTo>
                    <a:pt x="29933" y="69227"/>
                  </a:lnTo>
                  <a:lnTo>
                    <a:pt x="32372" y="69380"/>
                  </a:lnTo>
                  <a:lnTo>
                    <a:pt x="33502" y="69126"/>
                  </a:lnTo>
                  <a:lnTo>
                    <a:pt x="33159" y="70396"/>
                  </a:lnTo>
                  <a:lnTo>
                    <a:pt x="32893" y="76085"/>
                  </a:lnTo>
                  <a:lnTo>
                    <a:pt x="33299" y="78435"/>
                  </a:lnTo>
                  <a:lnTo>
                    <a:pt x="34594" y="78511"/>
                  </a:lnTo>
                  <a:lnTo>
                    <a:pt x="35204" y="76238"/>
                  </a:lnTo>
                  <a:lnTo>
                    <a:pt x="35344" y="73380"/>
                  </a:lnTo>
                  <a:lnTo>
                    <a:pt x="35483" y="70535"/>
                  </a:lnTo>
                  <a:lnTo>
                    <a:pt x="35242" y="69227"/>
                  </a:lnTo>
                  <a:lnTo>
                    <a:pt x="36347" y="69634"/>
                  </a:lnTo>
                  <a:lnTo>
                    <a:pt x="41224" y="69938"/>
                  </a:lnTo>
                  <a:lnTo>
                    <a:pt x="43230" y="69456"/>
                  </a:lnTo>
                  <a:lnTo>
                    <a:pt x="43307" y="67957"/>
                  </a:lnTo>
                  <a:close/>
                </a:path>
                <a:path w="68580" h="78740">
                  <a:moveTo>
                    <a:pt x="68135" y="38989"/>
                  </a:moveTo>
                  <a:lnTo>
                    <a:pt x="66179" y="38265"/>
                  </a:lnTo>
                  <a:lnTo>
                    <a:pt x="63741" y="38112"/>
                  </a:lnTo>
                  <a:lnTo>
                    <a:pt x="61302" y="37947"/>
                  </a:lnTo>
                  <a:lnTo>
                    <a:pt x="60223" y="38214"/>
                  </a:lnTo>
                  <a:lnTo>
                    <a:pt x="60579" y="36957"/>
                  </a:lnTo>
                  <a:lnTo>
                    <a:pt x="60833" y="31254"/>
                  </a:lnTo>
                  <a:lnTo>
                    <a:pt x="60426" y="28905"/>
                  </a:lnTo>
                  <a:lnTo>
                    <a:pt x="59143" y="28829"/>
                  </a:lnTo>
                  <a:lnTo>
                    <a:pt x="58521" y="31102"/>
                  </a:lnTo>
                  <a:lnTo>
                    <a:pt x="58381" y="33959"/>
                  </a:lnTo>
                  <a:lnTo>
                    <a:pt x="58254" y="36804"/>
                  </a:lnTo>
                  <a:lnTo>
                    <a:pt x="58483" y="38150"/>
                  </a:lnTo>
                  <a:lnTo>
                    <a:pt x="57327" y="37706"/>
                  </a:lnTo>
                  <a:lnTo>
                    <a:pt x="52451" y="37401"/>
                  </a:lnTo>
                  <a:lnTo>
                    <a:pt x="50444" y="37884"/>
                  </a:lnTo>
                  <a:lnTo>
                    <a:pt x="50368" y="39382"/>
                  </a:lnTo>
                  <a:lnTo>
                    <a:pt x="52324" y="40106"/>
                  </a:lnTo>
                  <a:lnTo>
                    <a:pt x="54762" y="40259"/>
                  </a:lnTo>
                  <a:lnTo>
                    <a:pt x="57213" y="40411"/>
                  </a:lnTo>
                  <a:lnTo>
                    <a:pt x="58331" y="40157"/>
                  </a:lnTo>
                  <a:lnTo>
                    <a:pt x="57988" y="41427"/>
                  </a:lnTo>
                  <a:lnTo>
                    <a:pt x="57721" y="47117"/>
                  </a:lnTo>
                  <a:lnTo>
                    <a:pt x="58140" y="49466"/>
                  </a:lnTo>
                  <a:lnTo>
                    <a:pt x="59423" y="49542"/>
                  </a:lnTo>
                  <a:lnTo>
                    <a:pt x="60045" y="47269"/>
                  </a:lnTo>
                  <a:lnTo>
                    <a:pt x="60172" y="44411"/>
                  </a:lnTo>
                  <a:lnTo>
                    <a:pt x="60312" y="41567"/>
                  </a:lnTo>
                  <a:lnTo>
                    <a:pt x="60071" y="40259"/>
                  </a:lnTo>
                  <a:lnTo>
                    <a:pt x="61175" y="40665"/>
                  </a:lnTo>
                  <a:lnTo>
                    <a:pt x="66052" y="40970"/>
                  </a:lnTo>
                  <a:lnTo>
                    <a:pt x="68059" y="40487"/>
                  </a:lnTo>
                  <a:lnTo>
                    <a:pt x="68135" y="38989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4" name="object 1854" descr=""/>
            <p:cNvSpPr/>
            <p:nvPr/>
          </p:nvSpPr>
          <p:spPr>
            <a:xfrm>
              <a:off x="15477806" y="7811498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0" y="44229"/>
                  </a:moveTo>
                  <a:lnTo>
                    <a:pt x="37915" y="88458"/>
                  </a:lnTo>
                  <a:lnTo>
                    <a:pt x="75819" y="44229"/>
                  </a:lnTo>
                  <a:lnTo>
                    <a:pt x="37915" y="0"/>
                  </a:lnTo>
                  <a:lnTo>
                    <a:pt x="0" y="44229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5" name="object 1855" descr=""/>
            <p:cNvSpPr/>
            <p:nvPr/>
          </p:nvSpPr>
          <p:spPr>
            <a:xfrm>
              <a:off x="15481427" y="7816043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395"/>
                  </a:moveTo>
                  <a:lnTo>
                    <a:pt x="15811" y="38684"/>
                  </a:lnTo>
                  <a:lnTo>
                    <a:pt x="13373" y="38519"/>
                  </a:lnTo>
                  <a:lnTo>
                    <a:pt x="10934" y="38366"/>
                  </a:lnTo>
                  <a:lnTo>
                    <a:pt x="9842" y="38633"/>
                  </a:lnTo>
                  <a:lnTo>
                    <a:pt x="10198" y="37363"/>
                  </a:lnTo>
                  <a:lnTo>
                    <a:pt x="10464" y="31661"/>
                  </a:lnTo>
                  <a:lnTo>
                    <a:pt x="10058" y="29324"/>
                  </a:lnTo>
                  <a:lnTo>
                    <a:pt x="8763" y="29235"/>
                  </a:lnTo>
                  <a:lnTo>
                    <a:pt x="8140" y="31521"/>
                  </a:lnTo>
                  <a:lnTo>
                    <a:pt x="8013" y="34366"/>
                  </a:lnTo>
                  <a:lnTo>
                    <a:pt x="7874" y="37211"/>
                  </a:lnTo>
                  <a:lnTo>
                    <a:pt x="8102" y="38544"/>
                  </a:lnTo>
                  <a:lnTo>
                    <a:pt x="6959" y="38112"/>
                  </a:lnTo>
                  <a:lnTo>
                    <a:pt x="2082" y="37807"/>
                  </a:lnTo>
                  <a:lnTo>
                    <a:pt x="76" y="38290"/>
                  </a:lnTo>
                  <a:lnTo>
                    <a:pt x="0" y="39789"/>
                  </a:lnTo>
                  <a:lnTo>
                    <a:pt x="1955" y="40513"/>
                  </a:lnTo>
                  <a:lnTo>
                    <a:pt x="4394" y="40665"/>
                  </a:lnTo>
                  <a:lnTo>
                    <a:pt x="6832" y="40830"/>
                  </a:lnTo>
                  <a:lnTo>
                    <a:pt x="7962" y="40563"/>
                  </a:lnTo>
                  <a:lnTo>
                    <a:pt x="7620" y="41833"/>
                  </a:lnTo>
                  <a:lnTo>
                    <a:pt x="7353" y="47536"/>
                  </a:lnTo>
                  <a:lnTo>
                    <a:pt x="7759" y="49872"/>
                  </a:lnTo>
                  <a:lnTo>
                    <a:pt x="9055" y="49961"/>
                  </a:lnTo>
                  <a:lnTo>
                    <a:pt x="9664" y="47675"/>
                  </a:lnTo>
                  <a:lnTo>
                    <a:pt x="9804" y="44831"/>
                  </a:lnTo>
                  <a:lnTo>
                    <a:pt x="9944" y="41986"/>
                  </a:lnTo>
                  <a:lnTo>
                    <a:pt x="9702" y="40678"/>
                  </a:lnTo>
                  <a:lnTo>
                    <a:pt x="10807" y="41071"/>
                  </a:lnTo>
                  <a:lnTo>
                    <a:pt x="15684" y="41376"/>
                  </a:lnTo>
                  <a:lnTo>
                    <a:pt x="17691" y="40894"/>
                  </a:lnTo>
                  <a:lnTo>
                    <a:pt x="17767" y="39395"/>
                  </a:lnTo>
                  <a:close/>
                </a:path>
                <a:path w="68580" h="78740">
                  <a:moveTo>
                    <a:pt x="42837" y="10160"/>
                  </a:moveTo>
                  <a:lnTo>
                    <a:pt x="40868" y="9436"/>
                  </a:lnTo>
                  <a:lnTo>
                    <a:pt x="38430" y="9283"/>
                  </a:lnTo>
                  <a:lnTo>
                    <a:pt x="35991" y="9131"/>
                  </a:lnTo>
                  <a:lnTo>
                    <a:pt x="34912" y="9385"/>
                  </a:lnTo>
                  <a:lnTo>
                    <a:pt x="35267" y="8128"/>
                  </a:lnTo>
                  <a:lnTo>
                    <a:pt x="35534" y="2425"/>
                  </a:lnTo>
                  <a:lnTo>
                    <a:pt x="35115" y="76"/>
                  </a:lnTo>
                  <a:lnTo>
                    <a:pt x="33832" y="0"/>
                  </a:lnTo>
                  <a:lnTo>
                    <a:pt x="33210" y="2286"/>
                  </a:lnTo>
                  <a:lnTo>
                    <a:pt x="33083" y="5130"/>
                  </a:lnTo>
                  <a:lnTo>
                    <a:pt x="32943" y="7975"/>
                  </a:lnTo>
                  <a:lnTo>
                    <a:pt x="33172" y="9309"/>
                  </a:lnTo>
                  <a:lnTo>
                    <a:pt x="32029" y="8877"/>
                  </a:lnTo>
                  <a:lnTo>
                    <a:pt x="27152" y="8572"/>
                  </a:lnTo>
                  <a:lnTo>
                    <a:pt x="25133" y="9055"/>
                  </a:lnTo>
                  <a:lnTo>
                    <a:pt x="25069" y="10553"/>
                  </a:lnTo>
                  <a:lnTo>
                    <a:pt x="27025" y="11277"/>
                  </a:lnTo>
                  <a:lnTo>
                    <a:pt x="29464" y="11430"/>
                  </a:lnTo>
                  <a:lnTo>
                    <a:pt x="31902" y="11595"/>
                  </a:lnTo>
                  <a:lnTo>
                    <a:pt x="33020" y="11328"/>
                  </a:lnTo>
                  <a:lnTo>
                    <a:pt x="32677" y="12598"/>
                  </a:lnTo>
                  <a:lnTo>
                    <a:pt x="32423" y="18288"/>
                  </a:lnTo>
                  <a:lnTo>
                    <a:pt x="32829" y="20637"/>
                  </a:lnTo>
                  <a:lnTo>
                    <a:pt x="34112" y="20726"/>
                  </a:lnTo>
                  <a:lnTo>
                    <a:pt x="34734" y="18440"/>
                  </a:lnTo>
                  <a:lnTo>
                    <a:pt x="34874" y="15595"/>
                  </a:lnTo>
                  <a:lnTo>
                    <a:pt x="35001" y="12738"/>
                  </a:lnTo>
                  <a:lnTo>
                    <a:pt x="34759" y="11430"/>
                  </a:lnTo>
                  <a:lnTo>
                    <a:pt x="35864" y="11836"/>
                  </a:lnTo>
                  <a:lnTo>
                    <a:pt x="40741" y="12141"/>
                  </a:lnTo>
                  <a:lnTo>
                    <a:pt x="42760" y="11658"/>
                  </a:lnTo>
                  <a:lnTo>
                    <a:pt x="42837" y="10160"/>
                  </a:lnTo>
                  <a:close/>
                </a:path>
                <a:path w="68580" h="78740">
                  <a:moveTo>
                    <a:pt x="43307" y="67957"/>
                  </a:moveTo>
                  <a:lnTo>
                    <a:pt x="41351" y="67233"/>
                  </a:lnTo>
                  <a:lnTo>
                    <a:pt x="38912" y="67081"/>
                  </a:lnTo>
                  <a:lnTo>
                    <a:pt x="36474" y="66916"/>
                  </a:lnTo>
                  <a:lnTo>
                    <a:pt x="35382" y="67183"/>
                  </a:lnTo>
                  <a:lnTo>
                    <a:pt x="35737" y="65913"/>
                  </a:lnTo>
                  <a:lnTo>
                    <a:pt x="36004" y="60223"/>
                  </a:lnTo>
                  <a:lnTo>
                    <a:pt x="35598" y="57873"/>
                  </a:lnTo>
                  <a:lnTo>
                    <a:pt x="34302" y="57797"/>
                  </a:lnTo>
                  <a:lnTo>
                    <a:pt x="33693" y="60071"/>
                  </a:lnTo>
                  <a:lnTo>
                    <a:pt x="33553" y="62928"/>
                  </a:lnTo>
                  <a:lnTo>
                    <a:pt x="33413" y="65773"/>
                  </a:lnTo>
                  <a:lnTo>
                    <a:pt x="33642" y="67106"/>
                  </a:lnTo>
                  <a:lnTo>
                    <a:pt x="32499" y="66675"/>
                  </a:lnTo>
                  <a:lnTo>
                    <a:pt x="27622" y="66370"/>
                  </a:lnTo>
                  <a:lnTo>
                    <a:pt x="25615" y="66852"/>
                  </a:lnTo>
                  <a:lnTo>
                    <a:pt x="25539" y="68351"/>
                  </a:lnTo>
                  <a:lnTo>
                    <a:pt x="27495" y="69075"/>
                  </a:lnTo>
                  <a:lnTo>
                    <a:pt x="29933" y="69227"/>
                  </a:lnTo>
                  <a:lnTo>
                    <a:pt x="32372" y="69380"/>
                  </a:lnTo>
                  <a:lnTo>
                    <a:pt x="33502" y="69126"/>
                  </a:lnTo>
                  <a:lnTo>
                    <a:pt x="33159" y="70396"/>
                  </a:lnTo>
                  <a:lnTo>
                    <a:pt x="32893" y="76085"/>
                  </a:lnTo>
                  <a:lnTo>
                    <a:pt x="33299" y="78435"/>
                  </a:lnTo>
                  <a:lnTo>
                    <a:pt x="34594" y="78511"/>
                  </a:lnTo>
                  <a:lnTo>
                    <a:pt x="35217" y="76238"/>
                  </a:lnTo>
                  <a:lnTo>
                    <a:pt x="35344" y="73380"/>
                  </a:lnTo>
                  <a:lnTo>
                    <a:pt x="35483" y="70535"/>
                  </a:lnTo>
                  <a:lnTo>
                    <a:pt x="35242" y="69227"/>
                  </a:lnTo>
                  <a:lnTo>
                    <a:pt x="36347" y="69634"/>
                  </a:lnTo>
                  <a:lnTo>
                    <a:pt x="41224" y="69938"/>
                  </a:lnTo>
                  <a:lnTo>
                    <a:pt x="43230" y="69456"/>
                  </a:lnTo>
                  <a:lnTo>
                    <a:pt x="43307" y="67957"/>
                  </a:lnTo>
                  <a:close/>
                </a:path>
                <a:path w="68580" h="78740">
                  <a:moveTo>
                    <a:pt x="68135" y="38989"/>
                  </a:moveTo>
                  <a:lnTo>
                    <a:pt x="66179" y="38265"/>
                  </a:lnTo>
                  <a:lnTo>
                    <a:pt x="63741" y="38112"/>
                  </a:lnTo>
                  <a:lnTo>
                    <a:pt x="61302" y="37947"/>
                  </a:lnTo>
                  <a:lnTo>
                    <a:pt x="60223" y="38214"/>
                  </a:lnTo>
                  <a:lnTo>
                    <a:pt x="60579" y="36957"/>
                  </a:lnTo>
                  <a:lnTo>
                    <a:pt x="60833" y="31254"/>
                  </a:lnTo>
                  <a:lnTo>
                    <a:pt x="60426" y="28905"/>
                  </a:lnTo>
                  <a:lnTo>
                    <a:pt x="59143" y="28829"/>
                  </a:lnTo>
                  <a:lnTo>
                    <a:pt x="58521" y="31102"/>
                  </a:lnTo>
                  <a:lnTo>
                    <a:pt x="58381" y="33959"/>
                  </a:lnTo>
                  <a:lnTo>
                    <a:pt x="58254" y="36804"/>
                  </a:lnTo>
                  <a:lnTo>
                    <a:pt x="58483" y="38138"/>
                  </a:lnTo>
                  <a:lnTo>
                    <a:pt x="57340" y="37706"/>
                  </a:lnTo>
                  <a:lnTo>
                    <a:pt x="52451" y="37401"/>
                  </a:lnTo>
                  <a:lnTo>
                    <a:pt x="50444" y="37884"/>
                  </a:lnTo>
                  <a:lnTo>
                    <a:pt x="50368" y="39382"/>
                  </a:lnTo>
                  <a:lnTo>
                    <a:pt x="52336" y="40106"/>
                  </a:lnTo>
                  <a:lnTo>
                    <a:pt x="54775" y="40259"/>
                  </a:lnTo>
                  <a:lnTo>
                    <a:pt x="57213" y="40411"/>
                  </a:lnTo>
                  <a:lnTo>
                    <a:pt x="58343" y="40157"/>
                  </a:lnTo>
                  <a:lnTo>
                    <a:pt x="57988" y="41427"/>
                  </a:lnTo>
                  <a:lnTo>
                    <a:pt x="57721" y="47117"/>
                  </a:lnTo>
                  <a:lnTo>
                    <a:pt x="58140" y="49466"/>
                  </a:lnTo>
                  <a:lnTo>
                    <a:pt x="59423" y="49542"/>
                  </a:lnTo>
                  <a:lnTo>
                    <a:pt x="60045" y="47269"/>
                  </a:lnTo>
                  <a:lnTo>
                    <a:pt x="60172" y="44411"/>
                  </a:lnTo>
                  <a:lnTo>
                    <a:pt x="60299" y="41567"/>
                  </a:lnTo>
                  <a:lnTo>
                    <a:pt x="60058" y="40259"/>
                  </a:lnTo>
                  <a:lnTo>
                    <a:pt x="61175" y="40665"/>
                  </a:lnTo>
                  <a:lnTo>
                    <a:pt x="66052" y="40970"/>
                  </a:lnTo>
                  <a:lnTo>
                    <a:pt x="68072" y="40487"/>
                  </a:lnTo>
                  <a:lnTo>
                    <a:pt x="68135" y="38989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6" name="object 1856" descr=""/>
            <p:cNvSpPr/>
            <p:nvPr/>
          </p:nvSpPr>
          <p:spPr>
            <a:xfrm>
              <a:off x="15631646" y="7811498"/>
              <a:ext cx="52069" cy="88900"/>
            </a:xfrm>
            <a:custGeom>
              <a:avLst/>
              <a:gdLst/>
              <a:ahLst/>
              <a:cxnLst/>
              <a:rect l="l" t="t" r="r" b="b"/>
              <a:pathLst>
                <a:path w="52069" h="88900">
                  <a:moveTo>
                    <a:pt x="0" y="44229"/>
                  </a:moveTo>
                  <a:lnTo>
                    <a:pt x="37915" y="88458"/>
                  </a:lnTo>
                  <a:lnTo>
                    <a:pt x="52011" y="72009"/>
                  </a:lnTo>
                </a:path>
                <a:path w="52069" h="88900">
                  <a:moveTo>
                    <a:pt x="50270" y="14417"/>
                  </a:moveTo>
                  <a:lnTo>
                    <a:pt x="37915" y="0"/>
                  </a:lnTo>
                  <a:lnTo>
                    <a:pt x="0" y="44229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7" name="object 1857" descr=""/>
            <p:cNvSpPr/>
            <p:nvPr/>
          </p:nvSpPr>
          <p:spPr>
            <a:xfrm>
              <a:off x="15635263" y="7816043"/>
              <a:ext cx="43815" cy="78740"/>
            </a:xfrm>
            <a:custGeom>
              <a:avLst/>
              <a:gdLst/>
              <a:ahLst/>
              <a:cxnLst/>
              <a:rect l="l" t="t" r="r" b="b"/>
              <a:pathLst>
                <a:path w="43815" h="78740">
                  <a:moveTo>
                    <a:pt x="17767" y="39395"/>
                  </a:moveTo>
                  <a:lnTo>
                    <a:pt x="15811" y="38684"/>
                  </a:lnTo>
                  <a:lnTo>
                    <a:pt x="13373" y="38519"/>
                  </a:lnTo>
                  <a:lnTo>
                    <a:pt x="10934" y="38366"/>
                  </a:lnTo>
                  <a:lnTo>
                    <a:pt x="9855" y="38633"/>
                  </a:lnTo>
                  <a:lnTo>
                    <a:pt x="10210" y="37363"/>
                  </a:lnTo>
                  <a:lnTo>
                    <a:pt x="10464" y="31661"/>
                  </a:lnTo>
                  <a:lnTo>
                    <a:pt x="10058" y="29324"/>
                  </a:lnTo>
                  <a:lnTo>
                    <a:pt x="8775" y="29235"/>
                  </a:lnTo>
                  <a:lnTo>
                    <a:pt x="8140" y="31521"/>
                  </a:lnTo>
                  <a:lnTo>
                    <a:pt x="8013" y="34366"/>
                  </a:lnTo>
                  <a:lnTo>
                    <a:pt x="7886" y="37211"/>
                  </a:lnTo>
                  <a:lnTo>
                    <a:pt x="8115" y="38544"/>
                  </a:lnTo>
                  <a:lnTo>
                    <a:pt x="6972" y="38112"/>
                  </a:lnTo>
                  <a:lnTo>
                    <a:pt x="2082" y="37807"/>
                  </a:lnTo>
                  <a:lnTo>
                    <a:pt x="76" y="38290"/>
                  </a:lnTo>
                  <a:lnTo>
                    <a:pt x="0" y="39789"/>
                  </a:lnTo>
                  <a:lnTo>
                    <a:pt x="1955" y="40513"/>
                  </a:lnTo>
                  <a:lnTo>
                    <a:pt x="4406" y="40665"/>
                  </a:lnTo>
                  <a:lnTo>
                    <a:pt x="6845" y="40830"/>
                  </a:lnTo>
                  <a:lnTo>
                    <a:pt x="7962" y="40563"/>
                  </a:lnTo>
                  <a:lnTo>
                    <a:pt x="7620" y="41833"/>
                  </a:lnTo>
                  <a:lnTo>
                    <a:pt x="7353" y="47536"/>
                  </a:lnTo>
                  <a:lnTo>
                    <a:pt x="7772" y="49872"/>
                  </a:lnTo>
                  <a:lnTo>
                    <a:pt x="9055" y="49961"/>
                  </a:lnTo>
                  <a:lnTo>
                    <a:pt x="9677" y="47675"/>
                  </a:lnTo>
                  <a:lnTo>
                    <a:pt x="9804" y="44831"/>
                  </a:lnTo>
                  <a:lnTo>
                    <a:pt x="9944" y="41986"/>
                  </a:lnTo>
                  <a:lnTo>
                    <a:pt x="9702" y="40665"/>
                  </a:lnTo>
                  <a:lnTo>
                    <a:pt x="10807" y="41071"/>
                  </a:lnTo>
                  <a:lnTo>
                    <a:pt x="15684" y="41376"/>
                  </a:lnTo>
                  <a:lnTo>
                    <a:pt x="17691" y="40894"/>
                  </a:lnTo>
                  <a:lnTo>
                    <a:pt x="17767" y="39395"/>
                  </a:lnTo>
                  <a:close/>
                </a:path>
                <a:path w="43815" h="78740">
                  <a:moveTo>
                    <a:pt x="42837" y="10160"/>
                  </a:moveTo>
                  <a:lnTo>
                    <a:pt x="40881" y="9436"/>
                  </a:lnTo>
                  <a:lnTo>
                    <a:pt x="38442" y="9283"/>
                  </a:lnTo>
                  <a:lnTo>
                    <a:pt x="35991" y="9131"/>
                  </a:lnTo>
                  <a:lnTo>
                    <a:pt x="34912" y="9385"/>
                  </a:lnTo>
                  <a:lnTo>
                    <a:pt x="35267" y="8128"/>
                  </a:lnTo>
                  <a:lnTo>
                    <a:pt x="35534" y="2425"/>
                  </a:lnTo>
                  <a:lnTo>
                    <a:pt x="35128" y="76"/>
                  </a:lnTo>
                  <a:lnTo>
                    <a:pt x="33832" y="0"/>
                  </a:lnTo>
                  <a:lnTo>
                    <a:pt x="33223" y="2286"/>
                  </a:lnTo>
                  <a:lnTo>
                    <a:pt x="33083" y="5130"/>
                  </a:lnTo>
                  <a:lnTo>
                    <a:pt x="32943" y="7975"/>
                  </a:lnTo>
                  <a:lnTo>
                    <a:pt x="33172" y="9309"/>
                  </a:lnTo>
                  <a:lnTo>
                    <a:pt x="32029" y="8877"/>
                  </a:lnTo>
                  <a:lnTo>
                    <a:pt x="27152" y="8572"/>
                  </a:lnTo>
                  <a:lnTo>
                    <a:pt x="25146" y="9055"/>
                  </a:lnTo>
                  <a:lnTo>
                    <a:pt x="25069" y="10553"/>
                  </a:lnTo>
                  <a:lnTo>
                    <a:pt x="27025" y="11277"/>
                  </a:lnTo>
                  <a:lnTo>
                    <a:pt x="29464" y="11430"/>
                  </a:lnTo>
                  <a:lnTo>
                    <a:pt x="31902" y="11595"/>
                  </a:lnTo>
                  <a:lnTo>
                    <a:pt x="33032" y="11328"/>
                  </a:lnTo>
                  <a:lnTo>
                    <a:pt x="32689" y="12598"/>
                  </a:lnTo>
                  <a:lnTo>
                    <a:pt x="32423" y="18288"/>
                  </a:lnTo>
                  <a:lnTo>
                    <a:pt x="32829" y="20637"/>
                  </a:lnTo>
                  <a:lnTo>
                    <a:pt x="34124" y="20726"/>
                  </a:lnTo>
                  <a:lnTo>
                    <a:pt x="34734" y="18440"/>
                  </a:lnTo>
                  <a:lnTo>
                    <a:pt x="34874" y="15595"/>
                  </a:lnTo>
                  <a:lnTo>
                    <a:pt x="35001" y="12738"/>
                  </a:lnTo>
                  <a:lnTo>
                    <a:pt x="34759" y="11430"/>
                  </a:lnTo>
                  <a:lnTo>
                    <a:pt x="35877" y="11836"/>
                  </a:lnTo>
                  <a:lnTo>
                    <a:pt x="40754" y="12141"/>
                  </a:lnTo>
                  <a:lnTo>
                    <a:pt x="42760" y="11658"/>
                  </a:lnTo>
                  <a:lnTo>
                    <a:pt x="42837" y="10160"/>
                  </a:lnTo>
                  <a:close/>
                </a:path>
                <a:path w="43815" h="78740">
                  <a:moveTo>
                    <a:pt x="43307" y="67957"/>
                  </a:moveTo>
                  <a:lnTo>
                    <a:pt x="41351" y="67233"/>
                  </a:lnTo>
                  <a:lnTo>
                    <a:pt x="38912" y="67081"/>
                  </a:lnTo>
                  <a:lnTo>
                    <a:pt x="36474" y="66916"/>
                  </a:lnTo>
                  <a:lnTo>
                    <a:pt x="35394" y="67183"/>
                  </a:lnTo>
                  <a:lnTo>
                    <a:pt x="35750" y="65913"/>
                  </a:lnTo>
                  <a:lnTo>
                    <a:pt x="36004" y="60223"/>
                  </a:lnTo>
                  <a:lnTo>
                    <a:pt x="35598" y="57873"/>
                  </a:lnTo>
                  <a:lnTo>
                    <a:pt x="34315" y="57797"/>
                  </a:lnTo>
                  <a:lnTo>
                    <a:pt x="33693" y="60071"/>
                  </a:lnTo>
                  <a:lnTo>
                    <a:pt x="33553" y="62928"/>
                  </a:lnTo>
                  <a:lnTo>
                    <a:pt x="33426" y="65773"/>
                  </a:lnTo>
                  <a:lnTo>
                    <a:pt x="33655" y="67106"/>
                  </a:lnTo>
                  <a:lnTo>
                    <a:pt x="32512" y="66675"/>
                  </a:lnTo>
                  <a:lnTo>
                    <a:pt x="27622" y="66370"/>
                  </a:lnTo>
                  <a:lnTo>
                    <a:pt x="25615" y="66852"/>
                  </a:lnTo>
                  <a:lnTo>
                    <a:pt x="25539" y="68351"/>
                  </a:lnTo>
                  <a:lnTo>
                    <a:pt x="27495" y="69075"/>
                  </a:lnTo>
                  <a:lnTo>
                    <a:pt x="29946" y="69227"/>
                  </a:lnTo>
                  <a:lnTo>
                    <a:pt x="32385" y="69380"/>
                  </a:lnTo>
                  <a:lnTo>
                    <a:pt x="33502" y="69126"/>
                  </a:lnTo>
                  <a:lnTo>
                    <a:pt x="33159" y="70396"/>
                  </a:lnTo>
                  <a:lnTo>
                    <a:pt x="32893" y="76085"/>
                  </a:lnTo>
                  <a:lnTo>
                    <a:pt x="33312" y="78435"/>
                  </a:lnTo>
                  <a:lnTo>
                    <a:pt x="34594" y="78511"/>
                  </a:lnTo>
                  <a:lnTo>
                    <a:pt x="35217" y="76238"/>
                  </a:lnTo>
                  <a:lnTo>
                    <a:pt x="35344" y="73380"/>
                  </a:lnTo>
                  <a:lnTo>
                    <a:pt x="35483" y="70535"/>
                  </a:lnTo>
                  <a:lnTo>
                    <a:pt x="35242" y="69227"/>
                  </a:lnTo>
                  <a:lnTo>
                    <a:pt x="36347" y="69634"/>
                  </a:lnTo>
                  <a:lnTo>
                    <a:pt x="41224" y="69938"/>
                  </a:lnTo>
                  <a:lnTo>
                    <a:pt x="43230" y="69456"/>
                  </a:lnTo>
                  <a:lnTo>
                    <a:pt x="43307" y="67957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8" name="object 1858" descr=""/>
            <p:cNvSpPr/>
            <p:nvPr/>
          </p:nvSpPr>
          <p:spPr>
            <a:xfrm>
              <a:off x="15516294" y="7752684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0" y="44229"/>
                  </a:moveTo>
                  <a:lnTo>
                    <a:pt x="37915" y="88447"/>
                  </a:lnTo>
                  <a:lnTo>
                    <a:pt x="75819" y="44229"/>
                  </a:lnTo>
                  <a:lnTo>
                    <a:pt x="37915" y="0"/>
                  </a:lnTo>
                  <a:lnTo>
                    <a:pt x="0" y="44229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9" name="object 1859" descr=""/>
            <p:cNvSpPr/>
            <p:nvPr/>
          </p:nvSpPr>
          <p:spPr>
            <a:xfrm>
              <a:off x="15519908" y="7757229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395"/>
                  </a:moveTo>
                  <a:lnTo>
                    <a:pt x="15811" y="38684"/>
                  </a:lnTo>
                  <a:lnTo>
                    <a:pt x="13373" y="38519"/>
                  </a:lnTo>
                  <a:lnTo>
                    <a:pt x="10934" y="38366"/>
                  </a:lnTo>
                  <a:lnTo>
                    <a:pt x="9855" y="38633"/>
                  </a:lnTo>
                  <a:lnTo>
                    <a:pt x="10210" y="37363"/>
                  </a:lnTo>
                  <a:lnTo>
                    <a:pt x="10464" y="31661"/>
                  </a:lnTo>
                  <a:lnTo>
                    <a:pt x="10058" y="29324"/>
                  </a:lnTo>
                  <a:lnTo>
                    <a:pt x="8775" y="29235"/>
                  </a:lnTo>
                  <a:lnTo>
                    <a:pt x="8153" y="31521"/>
                  </a:lnTo>
                  <a:lnTo>
                    <a:pt x="8026" y="34366"/>
                  </a:lnTo>
                  <a:lnTo>
                    <a:pt x="7886" y="37211"/>
                  </a:lnTo>
                  <a:lnTo>
                    <a:pt x="8115" y="38544"/>
                  </a:lnTo>
                  <a:lnTo>
                    <a:pt x="6972" y="38112"/>
                  </a:lnTo>
                  <a:lnTo>
                    <a:pt x="2082" y="37807"/>
                  </a:lnTo>
                  <a:lnTo>
                    <a:pt x="76" y="38290"/>
                  </a:lnTo>
                  <a:lnTo>
                    <a:pt x="0" y="39789"/>
                  </a:lnTo>
                  <a:lnTo>
                    <a:pt x="1968" y="40513"/>
                  </a:lnTo>
                  <a:lnTo>
                    <a:pt x="4406" y="40665"/>
                  </a:lnTo>
                  <a:lnTo>
                    <a:pt x="6845" y="40830"/>
                  </a:lnTo>
                  <a:lnTo>
                    <a:pt x="7962" y="40563"/>
                  </a:lnTo>
                  <a:lnTo>
                    <a:pt x="7620" y="41833"/>
                  </a:lnTo>
                  <a:lnTo>
                    <a:pt x="7353" y="47536"/>
                  </a:lnTo>
                  <a:lnTo>
                    <a:pt x="7772" y="49872"/>
                  </a:lnTo>
                  <a:lnTo>
                    <a:pt x="9055" y="49961"/>
                  </a:lnTo>
                  <a:lnTo>
                    <a:pt x="9677" y="47675"/>
                  </a:lnTo>
                  <a:lnTo>
                    <a:pt x="9804" y="44831"/>
                  </a:lnTo>
                  <a:lnTo>
                    <a:pt x="9944" y="41986"/>
                  </a:lnTo>
                  <a:lnTo>
                    <a:pt x="9702" y="40665"/>
                  </a:lnTo>
                  <a:lnTo>
                    <a:pt x="10807" y="41071"/>
                  </a:lnTo>
                  <a:lnTo>
                    <a:pt x="15684" y="41376"/>
                  </a:lnTo>
                  <a:lnTo>
                    <a:pt x="17691" y="40894"/>
                  </a:lnTo>
                  <a:lnTo>
                    <a:pt x="17767" y="39395"/>
                  </a:lnTo>
                  <a:close/>
                </a:path>
                <a:path w="68580" h="78740">
                  <a:moveTo>
                    <a:pt x="42837" y="10160"/>
                  </a:moveTo>
                  <a:lnTo>
                    <a:pt x="40881" y="9436"/>
                  </a:lnTo>
                  <a:lnTo>
                    <a:pt x="38442" y="9283"/>
                  </a:lnTo>
                  <a:lnTo>
                    <a:pt x="36004" y="9131"/>
                  </a:lnTo>
                  <a:lnTo>
                    <a:pt x="34912" y="9385"/>
                  </a:lnTo>
                  <a:lnTo>
                    <a:pt x="35267" y="8128"/>
                  </a:lnTo>
                  <a:lnTo>
                    <a:pt x="35534" y="2425"/>
                  </a:lnTo>
                  <a:lnTo>
                    <a:pt x="35128" y="76"/>
                  </a:lnTo>
                  <a:lnTo>
                    <a:pt x="33845" y="0"/>
                  </a:lnTo>
                  <a:lnTo>
                    <a:pt x="33223" y="2286"/>
                  </a:lnTo>
                  <a:lnTo>
                    <a:pt x="33083" y="5130"/>
                  </a:lnTo>
                  <a:lnTo>
                    <a:pt x="32956" y="7975"/>
                  </a:lnTo>
                  <a:lnTo>
                    <a:pt x="33172" y="9321"/>
                  </a:lnTo>
                  <a:lnTo>
                    <a:pt x="32029" y="8877"/>
                  </a:lnTo>
                  <a:lnTo>
                    <a:pt x="27152" y="8572"/>
                  </a:lnTo>
                  <a:lnTo>
                    <a:pt x="25146" y="9055"/>
                  </a:lnTo>
                  <a:lnTo>
                    <a:pt x="25069" y="10553"/>
                  </a:lnTo>
                  <a:lnTo>
                    <a:pt x="27025" y="11277"/>
                  </a:lnTo>
                  <a:lnTo>
                    <a:pt x="29464" y="11430"/>
                  </a:lnTo>
                  <a:lnTo>
                    <a:pt x="31902" y="11595"/>
                  </a:lnTo>
                  <a:lnTo>
                    <a:pt x="33032" y="11328"/>
                  </a:lnTo>
                  <a:lnTo>
                    <a:pt x="32689" y="12598"/>
                  </a:lnTo>
                  <a:lnTo>
                    <a:pt x="32423" y="18288"/>
                  </a:lnTo>
                  <a:lnTo>
                    <a:pt x="32829" y="20637"/>
                  </a:lnTo>
                  <a:lnTo>
                    <a:pt x="34124" y="20726"/>
                  </a:lnTo>
                  <a:lnTo>
                    <a:pt x="34734" y="18440"/>
                  </a:lnTo>
                  <a:lnTo>
                    <a:pt x="34874" y="15595"/>
                  </a:lnTo>
                  <a:lnTo>
                    <a:pt x="35001" y="12738"/>
                  </a:lnTo>
                  <a:lnTo>
                    <a:pt x="34759" y="11430"/>
                  </a:lnTo>
                  <a:lnTo>
                    <a:pt x="35877" y="11836"/>
                  </a:lnTo>
                  <a:lnTo>
                    <a:pt x="40754" y="12141"/>
                  </a:lnTo>
                  <a:lnTo>
                    <a:pt x="42760" y="11658"/>
                  </a:lnTo>
                  <a:lnTo>
                    <a:pt x="42837" y="10160"/>
                  </a:lnTo>
                  <a:close/>
                </a:path>
                <a:path w="68580" h="78740">
                  <a:moveTo>
                    <a:pt x="43307" y="67957"/>
                  </a:moveTo>
                  <a:lnTo>
                    <a:pt x="41351" y="67233"/>
                  </a:lnTo>
                  <a:lnTo>
                    <a:pt x="38912" y="67081"/>
                  </a:lnTo>
                  <a:lnTo>
                    <a:pt x="36474" y="66916"/>
                  </a:lnTo>
                  <a:lnTo>
                    <a:pt x="35394" y="67183"/>
                  </a:lnTo>
                  <a:lnTo>
                    <a:pt x="35750" y="65913"/>
                  </a:lnTo>
                  <a:lnTo>
                    <a:pt x="36004" y="60223"/>
                  </a:lnTo>
                  <a:lnTo>
                    <a:pt x="35598" y="57873"/>
                  </a:lnTo>
                  <a:lnTo>
                    <a:pt x="34315" y="57797"/>
                  </a:lnTo>
                  <a:lnTo>
                    <a:pt x="33693" y="60071"/>
                  </a:lnTo>
                  <a:lnTo>
                    <a:pt x="33566" y="62928"/>
                  </a:lnTo>
                  <a:lnTo>
                    <a:pt x="33426" y="65773"/>
                  </a:lnTo>
                  <a:lnTo>
                    <a:pt x="33655" y="67106"/>
                  </a:lnTo>
                  <a:lnTo>
                    <a:pt x="32512" y="66675"/>
                  </a:lnTo>
                  <a:lnTo>
                    <a:pt x="27622" y="66370"/>
                  </a:lnTo>
                  <a:lnTo>
                    <a:pt x="25615" y="66852"/>
                  </a:lnTo>
                  <a:lnTo>
                    <a:pt x="25539" y="68351"/>
                  </a:lnTo>
                  <a:lnTo>
                    <a:pt x="27508" y="69075"/>
                  </a:lnTo>
                  <a:lnTo>
                    <a:pt x="29946" y="69227"/>
                  </a:lnTo>
                  <a:lnTo>
                    <a:pt x="32385" y="69380"/>
                  </a:lnTo>
                  <a:lnTo>
                    <a:pt x="33515" y="69113"/>
                  </a:lnTo>
                  <a:lnTo>
                    <a:pt x="33159" y="70396"/>
                  </a:lnTo>
                  <a:lnTo>
                    <a:pt x="32893" y="76085"/>
                  </a:lnTo>
                  <a:lnTo>
                    <a:pt x="33312" y="78435"/>
                  </a:lnTo>
                  <a:lnTo>
                    <a:pt x="34594" y="78511"/>
                  </a:lnTo>
                  <a:lnTo>
                    <a:pt x="35229" y="76238"/>
                  </a:lnTo>
                  <a:lnTo>
                    <a:pt x="35344" y="73380"/>
                  </a:lnTo>
                  <a:lnTo>
                    <a:pt x="35483" y="70535"/>
                  </a:lnTo>
                  <a:lnTo>
                    <a:pt x="35242" y="69227"/>
                  </a:lnTo>
                  <a:lnTo>
                    <a:pt x="36347" y="69634"/>
                  </a:lnTo>
                  <a:lnTo>
                    <a:pt x="41224" y="69938"/>
                  </a:lnTo>
                  <a:lnTo>
                    <a:pt x="43243" y="69456"/>
                  </a:lnTo>
                  <a:lnTo>
                    <a:pt x="43307" y="67957"/>
                  </a:lnTo>
                  <a:close/>
                </a:path>
                <a:path w="68580" h="78740">
                  <a:moveTo>
                    <a:pt x="68148" y="38989"/>
                  </a:moveTo>
                  <a:lnTo>
                    <a:pt x="66192" y="38265"/>
                  </a:lnTo>
                  <a:lnTo>
                    <a:pt x="63741" y="38112"/>
                  </a:lnTo>
                  <a:lnTo>
                    <a:pt x="61302" y="37947"/>
                  </a:lnTo>
                  <a:lnTo>
                    <a:pt x="60236" y="38214"/>
                  </a:lnTo>
                  <a:lnTo>
                    <a:pt x="60579" y="36957"/>
                  </a:lnTo>
                  <a:lnTo>
                    <a:pt x="60845" y="31254"/>
                  </a:lnTo>
                  <a:lnTo>
                    <a:pt x="60439" y="28905"/>
                  </a:lnTo>
                  <a:lnTo>
                    <a:pt x="59143" y="28829"/>
                  </a:lnTo>
                  <a:lnTo>
                    <a:pt x="58534" y="31102"/>
                  </a:lnTo>
                  <a:lnTo>
                    <a:pt x="58394" y="33959"/>
                  </a:lnTo>
                  <a:lnTo>
                    <a:pt x="58254" y="36804"/>
                  </a:lnTo>
                  <a:lnTo>
                    <a:pt x="58483" y="38138"/>
                  </a:lnTo>
                  <a:lnTo>
                    <a:pt x="57340" y="37706"/>
                  </a:lnTo>
                  <a:lnTo>
                    <a:pt x="52463" y="37401"/>
                  </a:lnTo>
                  <a:lnTo>
                    <a:pt x="50457" y="37884"/>
                  </a:lnTo>
                  <a:lnTo>
                    <a:pt x="50380" y="39382"/>
                  </a:lnTo>
                  <a:lnTo>
                    <a:pt x="52336" y="40106"/>
                  </a:lnTo>
                  <a:lnTo>
                    <a:pt x="54775" y="40259"/>
                  </a:lnTo>
                  <a:lnTo>
                    <a:pt x="57213" y="40411"/>
                  </a:lnTo>
                  <a:lnTo>
                    <a:pt x="58343" y="40157"/>
                  </a:lnTo>
                  <a:lnTo>
                    <a:pt x="58000" y="41427"/>
                  </a:lnTo>
                  <a:lnTo>
                    <a:pt x="57734" y="47117"/>
                  </a:lnTo>
                  <a:lnTo>
                    <a:pt x="58140" y="49466"/>
                  </a:lnTo>
                  <a:lnTo>
                    <a:pt x="59423" y="49542"/>
                  </a:lnTo>
                  <a:lnTo>
                    <a:pt x="60058" y="47269"/>
                  </a:lnTo>
                  <a:lnTo>
                    <a:pt x="60185" y="44411"/>
                  </a:lnTo>
                  <a:lnTo>
                    <a:pt x="60325" y="41567"/>
                  </a:lnTo>
                  <a:lnTo>
                    <a:pt x="60083" y="40259"/>
                  </a:lnTo>
                  <a:lnTo>
                    <a:pt x="61175" y="40665"/>
                  </a:lnTo>
                  <a:lnTo>
                    <a:pt x="66065" y="40970"/>
                  </a:lnTo>
                  <a:lnTo>
                    <a:pt x="68072" y="40487"/>
                  </a:lnTo>
                  <a:lnTo>
                    <a:pt x="68148" y="38989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0" name="object 1860" descr=""/>
            <p:cNvSpPr/>
            <p:nvPr/>
          </p:nvSpPr>
          <p:spPr>
            <a:xfrm>
              <a:off x="15461078" y="7752684"/>
              <a:ext cx="54610" cy="88900"/>
            </a:xfrm>
            <a:custGeom>
              <a:avLst/>
              <a:gdLst/>
              <a:ahLst/>
              <a:cxnLst/>
              <a:rect l="l" t="t" r="r" b="b"/>
              <a:pathLst>
                <a:path w="54609" h="88900">
                  <a:moveTo>
                    <a:pt x="0" y="69649"/>
                  </a:moveTo>
                  <a:lnTo>
                    <a:pt x="16118" y="88447"/>
                  </a:lnTo>
                  <a:lnTo>
                    <a:pt x="54023" y="44229"/>
                  </a:lnTo>
                  <a:lnTo>
                    <a:pt x="16118" y="0"/>
                  </a:lnTo>
                  <a:lnTo>
                    <a:pt x="0" y="18802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1" name="object 1861" descr=""/>
            <p:cNvSpPr/>
            <p:nvPr/>
          </p:nvSpPr>
          <p:spPr>
            <a:xfrm>
              <a:off x="15467965" y="7757229"/>
              <a:ext cx="43180" cy="78740"/>
            </a:xfrm>
            <a:custGeom>
              <a:avLst/>
              <a:gdLst/>
              <a:ahLst/>
              <a:cxnLst/>
              <a:rect l="l" t="t" r="r" b="b"/>
              <a:pathLst>
                <a:path w="43180" h="78740">
                  <a:moveTo>
                    <a:pt x="17767" y="10160"/>
                  </a:moveTo>
                  <a:lnTo>
                    <a:pt x="15811" y="9436"/>
                  </a:lnTo>
                  <a:lnTo>
                    <a:pt x="13373" y="9283"/>
                  </a:lnTo>
                  <a:lnTo>
                    <a:pt x="10934" y="9131"/>
                  </a:lnTo>
                  <a:lnTo>
                    <a:pt x="9855" y="9385"/>
                  </a:lnTo>
                  <a:lnTo>
                    <a:pt x="10210" y="8128"/>
                  </a:lnTo>
                  <a:lnTo>
                    <a:pt x="10464" y="2425"/>
                  </a:lnTo>
                  <a:lnTo>
                    <a:pt x="10058" y="76"/>
                  </a:lnTo>
                  <a:lnTo>
                    <a:pt x="8775" y="0"/>
                  </a:lnTo>
                  <a:lnTo>
                    <a:pt x="8153" y="2286"/>
                  </a:lnTo>
                  <a:lnTo>
                    <a:pt x="8013" y="5130"/>
                  </a:lnTo>
                  <a:lnTo>
                    <a:pt x="7874" y="7975"/>
                  </a:lnTo>
                  <a:lnTo>
                    <a:pt x="8102" y="9309"/>
                  </a:lnTo>
                  <a:lnTo>
                    <a:pt x="6959" y="8877"/>
                  </a:lnTo>
                  <a:lnTo>
                    <a:pt x="2082" y="8572"/>
                  </a:lnTo>
                  <a:lnTo>
                    <a:pt x="76" y="9055"/>
                  </a:lnTo>
                  <a:lnTo>
                    <a:pt x="0" y="10553"/>
                  </a:lnTo>
                  <a:lnTo>
                    <a:pt x="1955" y="11277"/>
                  </a:lnTo>
                  <a:lnTo>
                    <a:pt x="4394" y="11430"/>
                  </a:lnTo>
                  <a:lnTo>
                    <a:pt x="6845" y="11595"/>
                  </a:lnTo>
                  <a:lnTo>
                    <a:pt x="7962" y="11328"/>
                  </a:lnTo>
                  <a:lnTo>
                    <a:pt x="7620" y="12598"/>
                  </a:lnTo>
                  <a:lnTo>
                    <a:pt x="7353" y="18288"/>
                  </a:lnTo>
                  <a:lnTo>
                    <a:pt x="7759" y="20637"/>
                  </a:lnTo>
                  <a:lnTo>
                    <a:pt x="9055" y="20726"/>
                  </a:lnTo>
                  <a:lnTo>
                    <a:pt x="9664" y="18440"/>
                  </a:lnTo>
                  <a:lnTo>
                    <a:pt x="9804" y="15595"/>
                  </a:lnTo>
                  <a:lnTo>
                    <a:pt x="9944" y="12738"/>
                  </a:lnTo>
                  <a:lnTo>
                    <a:pt x="9702" y="11430"/>
                  </a:lnTo>
                  <a:lnTo>
                    <a:pt x="10807" y="11836"/>
                  </a:lnTo>
                  <a:lnTo>
                    <a:pt x="15684" y="12141"/>
                  </a:lnTo>
                  <a:lnTo>
                    <a:pt x="17691" y="11658"/>
                  </a:lnTo>
                  <a:lnTo>
                    <a:pt x="17767" y="10160"/>
                  </a:lnTo>
                  <a:close/>
                </a:path>
                <a:path w="43180" h="78740">
                  <a:moveTo>
                    <a:pt x="18237" y="67957"/>
                  </a:moveTo>
                  <a:lnTo>
                    <a:pt x="16281" y="67233"/>
                  </a:lnTo>
                  <a:lnTo>
                    <a:pt x="13843" y="67081"/>
                  </a:lnTo>
                  <a:lnTo>
                    <a:pt x="11404" y="66916"/>
                  </a:lnTo>
                  <a:lnTo>
                    <a:pt x="10325" y="67183"/>
                  </a:lnTo>
                  <a:lnTo>
                    <a:pt x="10680" y="65913"/>
                  </a:lnTo>
                  <a:lnTo>
                    <a:pt x="10934" y="60223"/>
                  </a:lnTo>
                  <a:lnTo>
                    <a:pt x="10528" y="57873"/>
                  </a:lnTo>
                  <a:lnTo>
                    <a:pt x="9245" y="57797"/>
                  </a:lnTo>
                  <a:lnTo>
                    <a:pt x="8623" y="60071"/>
                  </a:lnTo>
                  <a:lnTo>
                    <a:pt x="8483" y="62928"/>
                  </a:lnTo>
                  <a:lnTo>
                    <a:pt x="8369" y="65773"/>
                  </a:lnTo>
                  <a:lnTo>
                    <a:pt x="8585" y="67119"/>
                  </a:lnTo>
                  <a:lnTo>
                    <a:pt x="7442" y="66675"/>
                  </a:lnTo>
                  <a:lnTo>
                    <a:pt x="2565" y="66370"/>
                  </a:lnTo>
                  <a:lnTo>
                    <a:pt x="546" y="66852"/>
                  </a:lnTo>
                  <a:lnTo>
                    <a:pt x="469" y="68351"/>
                  </a:lnTo>
                  <a:lnTo>
                    <a:pt x="2438" y="69075"/>
                  </a:lnTo>
                  <a:lnTo>
                    <a:pt x="4876" y="69227"/>
                  </a:lnTo>
                  <a:lnTo>
                    <a:pt x="7315" y="69380"/>
                  </a:lnTo>
                  <a:lnTo>
                    <a:pt x="8445" y="69113"/>
                  </a:lnTo>
                  <a:lnTo>
                    <a:pt x="8089" y="70396"/>
                  </a:lnTo>
                  <a:lnTo>
                    <a:pt x="7835" y="76085"/>
                  </a:lnTo>
                  <a:lnTo>
                    <a:pt x="8242" y="78435"/>
                  </a:lnTo>
                  <a:lnTo>
                    <a:pt x="9525" y="78511"/>
                  </a:lnTo>
                  <a:lnTo>
                    <a:pt x="10147" y="76238"/>
                  </a:lnTo>
                  <a:lnTo>
                    <a:pt x="10274" y="73380"/>
                  </a:lnTo>
                  <a:lnTo>
                    <a:pt x="10414" y="70535"/>
                  </a:lnTo>
                  <a:lnTo>
                    <a:pt x="10172" y="69227"/>
                  </a:lnTo>
                  <a:lnTo>
                    <a:pt x="11277" y="69634"/>
                  </a:lnTo>
                  <a:lnTo>
                    <a:pt x="16154" y="69938"/>
                  </a:lnTo>
                  <a:lnTo>
                    <a:pt x="18173" y="69456"/>
                  </a:lnTo>
                  <a:lnTo>
                    <a:pt x="18237" y="67957"/>
                  </a:lnTo>
                  <a:close/>
                </a:path>
                <a:path w="43180" h="78740">
                  <a:moveTo>
                    <a:pt x="43078" y="38989"/>
                  </a:moveTo>
                  <a:lnTo>
                    <a:pt x="41122" y="38265"/>
                  </a:lnTo>
                  <a:lnTo>
                    <a:pt x="38684" y="38112"/>
                  </a:lnTo>
                  <a:lnTo>
                    <a:pt x="36233" y="37947"/>
                  </a:lnTo>
                  <a:lnTo>
                    <a:pt x="35166" y="38214"/>
                  </a:lnTo>
                  <a:lnTo>
                    <a:pt x="35509" y="36957"/>
                  </a:lnTo>
                  <a:lnTo>
                    <a:pt x="35775" y="31254"/>
                  </a:lnTo>
                  <a:lnTo>
                    <a:pt x="35369" y="28905"/>
                  </a:lnTo>
                  <a:lnTo>
                    <a:pt x="34074" y="28829"/>
                  </a:lnTo>
                  <a:lnTo>
                    <a:pt x="33451" y="31102"/>
                  </a:lnTo>
                  <a:lnTo>
                    <a:pt x="33324" y="33959"/>
                  </a:lnTo>
                  <a:lnTo>
                    <a:pt x="33185" y="36804"/>
                  </a:lnTo>
                  <a:lnTo>
                    <a:pt x="33413" y="38138"/>
                  </a:lnTo>
                  <a:lnTo>
                    <a:pt x="32270" y="37706"/>
                  </a:lnTo>
                  <a:lnTo>
                    <a:pt x="27393" y="37401"/>
                  </a:lnTo>
                  <a:lnTo>
                    <a:pt x="25387" y="37884"/>
                  </a:lnTo>
                  <a:lnTo>
                    <a:pt x="25311" y="39382"/>
                  </a:lnTo>
                  <a:lnTo>
                    <a:pt x="27266" y="40106"/>
                  </a:lnTo>
                  <a:lnTo>
                    <a:pt x="29705" y="40259"/>
                  </a:lnTo>
                  <a:lnTo>
                    <a:pt x="32143" y="40411"/>
                  </a:lnTo>
                  <a:lnTo>
                    <a:pt x="33274" y="40157"/>
                  </a:lnTo>
                  <a:lnTo>
                    <a:pt x="32931" y="41427"/>
                  </a:lnTo>
                  <a:lnTo>
                    <a:pt x="32664" y="47117"/>
                  </a:lnTo>
                  <a:lnTo>
                    <a:pt x="33070" y="49466"/>
                  </a:lnTo>
                  <a:lnTo>
                    <a:pt x="34353" y="49542"/>
                  </a:lnTo>
                  <a:lnTo>
                    <a:pt x="34975" y="47269"/>
                  </a:lnTo>
                  <a:lnTo>
                    <a:pt x="35115" y="44411"/>
                  </a:lnTo>
                  <a:lnTo>
                    <a:pt x="35255" y="41567"/>
                  </a:lnTo>
                  <a:lnTo>
                    <a:pt x="35013" y="40259"/>
                  </a:lnTo>
                  <a:lnTo>
                    <a:pt x="36118" y="40665"/>
                  </a:lnTo>
                  <a:lnTo>
                    <a:pt x="40995" y="40970"/>
                  </a:lnTo>
                  <a:lnTo>
                    <a:pt x="43002" y="40487"/>
                  </a:lnTo>
                  <a:lnTo>
                    <a:pt x="43078" y="38989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2" name="object 1862" descr=""/>
            <p:cNvSpPr/>
            <p:nvPr/>
          </p:nvSpPr>
          <p:spPr>
            <a:xfrm>
              <a:off x="15593306" y="7871091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0" y="44218"/>
                  </a:moveTo>
                  <a:lnTo>
                    <a:pt x="37915" y="88447"/>
                  </a:lnTo>
                  <a:lnTo>
                    <a:pt x="75819" y="44218"/>
                  </a:lnTo>
                  <a:lnTo>
                    <a:pt x="37915" y="0"/>
                  </a:lnTo>
                  <a:lnTo>
                    <a:pt x="0" y="4421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3" name="object 1863" descr=""/>
            <p:cNvSpPr/>
            <p:nvPr/>
          </p:nvSpPr>
          <p:spPr>
            <a:xfrm>
              <a:off x="15596921" y="7875619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408"/>
                  </a:moveTo>
                  <a:lnTo>
                    <a:pt x="15811" y="38684"/>
                  </a:lnTo>
                  <a:lnTo>
                    <a:pt x="13373" y="38531"/>
                  </a:lnTo>
                  <a:lnTo>
                    <a:pt x="10934" y="38366"/>
                  </a:lnTo>
                  <a:lnTo>
                    <a:pt x="9855" y="38633"/>
                  </a:lnTo>
                  <a:lnTo>
                    <a:pt x="10210" y="37363"/>
                  </a:lnTo>
                  <a:lnTo>
                    <a:pt x="10464" y="31673"/>
                  </a:lnTo>
                  <a:lnTo>
                    <a:pt x="10058" y="29324"/>
                  </a:lnTo>
                  <a:lnTo>
                    <a:pt x="8775" y="29248"/>
                  </a:lnTo>
                  <a:lnTo>
                    <a:pt x="8153" y="31521"/>
                  </a:lnTo>
                  <a:lnTo>
                    <a:pt x="8013" y="34378"/>
                  </a:lnTo>
                  <a:lnTo>
                    <a:pt x="7899" y="37223"/>
                  </a:lnTo>
                  <a:lnTo>
                    <a:pt x="8115" y="38569"/>
                  </a:lnTo>
                  <a:lnTo>
                    <a:pt x="6972" y="38125"/>
                  </a:lnTo>
                  <a:lnTo>
                    <a:pt x="2082" y="37820"/>
                  </a:lnTo>
                  <a:lnTo>
                    <a:pt x="76" y="38303"/>
                  </a:lnTo>
                  <a:lnTo>
                    <a:pt x="0" y="39801"/>
                  </a:lnTo>
                  <a:lnTo>
                    <a:pt x="1968" y="40525"/>
                  </a:lnTo>
                  <a:lnTo>
                    <a:pt x="4406" y="40678"/>
                  </a:lnTo>
                  <a:lnTo>
                    <a:pt x="6845" y="40830"/>
                  </a:lnTo>
                  <a:lnTo>
                    <a:pt x="7975" y="40576"/>
                  </a:lnTo>
                  <a:lnTo>
                    <a:pt x="7620" y="41846"/>
                  </a:lnTo>
                  <a:lnTo>
                    <a:pt x="7366" y="47536"/>
                  </a:lnTo>
                  <a:lnTo>
                    <a:pt x="7772" y="49885"/>
                  </a:lnTo>
                  <a:lnTo>
                    <a:pt x="9055" y="49961"/>
                  </a:lnTo>
                  <a:lnTo>
                    <a:pt x="9677" y="47688"/>
                  </a:lnTo>
                  <a:lnTo>
                    <a:pt x="9804" y="44831"/>
                  </a:lnTo>
                  <a:lnTo>
                    <a:pt x="9944" y="41986"/>
                  </a:lnTo>
                  <a:lnTo>
                    <a:pt x="9702" y="40678"/>
                  </a:lnTo>
                  <a:lnTo>
                    <a:pt x="10807" y="41084"/>
                  </a:lnTo>
                  <a:lnTo>
                    <a:pt x="15684" y="41389"/>
                  </a:lnTo>
                  <a:lnTo>
                    <a:pt x="17703" y="40906"/>
                  </a:lnTo>
                  <a:lnTo>
                    <a:pt x="17767" y="39408"/>
                  </a:lnTo>
                  <a:close/>
                </a:path>
                <a:path w="68580" h="78740">
                  <a:moveTo>
                    <a:pt x="42837" y="10172"/>
                  </a:moveTo>
                  <a:lnTo>
                    <a:pt x="40881" y="9448"/>
                  </a:lnTo>
                  <a:lnTo>
                    <a:pt x="38442" y="9283"/>
                  </a:lnTo>
                  <a:lnTo>
                    <a:pt x="36004" y="9131"/>
                  </a:lnTo>
                  <a:lnTo>
                    <a:pt x="34925" y="9398"/>
                  </a:lnTo>
                  <a:lnTo>
                    <a:pt x="35280" y="8128"/>
                  </a:lnTo>
                  <a:lnTo>
                    <a:pt x="35534" y="2438"/>
                  </a:lnTo>
                  <a:lnTo>
                    <a:pt x="35128" y="88"/>
                  </a:lnTo>
                  <a:lnTo>
                    <a:pt x="33845" y="0"/>
                  </a:lnTo>
                  <a:lnTo>
                    <a:pt x="33223" y="2286"/>
                  </a:lnTo>
                  <a:lnTo>
                    <a:pt x="33083" y="5130"/>
                  </a:lnTo>
                  <a:lnTo>
                    <a:pt x="32943" y="7988"/>
                  </a:lnTo>
                  <a:lnTo>
                    <a:pt x="33172" y="9321"/>
                  </a:lnTo>
                  <a:lnTo>
                    <a:pt x="32029" y="8890"/>
                  </a:lnTo>
                  <a:lnTo>
                    <a:pt x="27152" y="8585"/>
                  </a:lnTo>
                  <a:lnTo>
                    <a:pt x="25146" y="9067"/>
                  </a:lnTo>
                  <a:lnTo>
                    <a:pt x="25069" y="10566"/>
                  </a:lnTo>
                  <a:lnTo>
                    <a:pt x="27025" y="11277"/>
                  </a:lnTo>
                  <a:lnTo>
                    <a:pt x="29464" y="11442"/>
                  </a:lnTo>
                  <a:lnTo>
                    <a:pt x="31902" y="11595"/>
                  </a:lnTo>
                  <a:lnTo>
                    <a:pt x="33032" y="11328"/>
                  </a:lnTo>
                  <a:lnTo>
                    <a:pt x="32689" y="12598"/>
                  </a:lnTo>
                  <a:lnTo>
                    <a:pt x="32423" y="18300"/>
                  </a:lnTo>
                  <a:lnTo>
                    <a:pt x="32829" y="20650"/>
                  </a:lnTo>
                  <a:lnTo>
                    <a:pt x="34124" y="20726"/>
                  </a:lnTo>
                  <a:lnTo>
                    <a:pt x="34747" y="18440"/>
                  </a:lnTo>
                  <a:lnTo>
                    <a:pt x="34874" y="15595"/>
                  </a:lnTo>
                  <a:lnTo>
                    <a:pt x="35013" y="12750"/>
                  </a:lnTo>
                  <a:lnTo>
                    <a:pt x="34772" y="11442"/>
                  </a:lnTo>
                  <a:lnTo>
                    <a:pt x="35877" y="11849"/>
                  </a:lnTo>
                  <a:lnTo>
                    <a:pt x="40754" y="12153"/>
                  </a:lnTo>
                  <a:lnTo>
                    <a:pt x="42760" y="11671"/>
                  </a:lnTo>
                  <a:lnTo>
                    <a:pt x="42837" y="10172"/>
                  </a:lnTo>
                  <a:close/>
                </a:path>
                <a:path w="68580" h="78740">
                  <a:moveTo>
                    <a:pt x="43307" y="67970"/>
                  </a:moveTo>
                  <a:lnTo>
                    <a:pt x="41351" y="67246"/>
                  </a:lnTo>
                  <a:lnTo>
                    <a:pt x="38912" y="67081"/>
                  </a:lnTo>
                  <a:lnTo>
                    <a:pt x="36474" y="66929"/>
                  </a:lnTo>
                  <a:lnTo>
                    <a:pt x="35394" y="67195"/>
                  </a:lnTo>
                  <a:lnTo>
                    <a:pt x="35750" y="65925"/>
                  </a:lnTo>
                  <a:lnTo>
                    <a:pt x="36004" y="60236"/>
                  </a:lnTo>
                  <a:lnTo>
                    <a:pt x="35598" y="57886"/>
                  </a:lnTo>
                  <a:lnTo>
                    <a:pt x="34315" y="57797"/>
                  </a:lnTo>
                  <a:lnTo>
                    <a:pt x="33693" y="60083"/>
                  </a:lnTo>
                  <a:lnTo>
                    <a:pt x="33566" y="62928"/>
                  </a:lnTo>
                  <a:lnTo>
                    <a:pt x="33426" y="65786"/>
                  </a:lnTo>
                  <a:lnTo>
                    <a:pt x="33655" y="67106"/>
                  </a:lnTo>
                  <a:lnTo>
                    <a:pt x="32512" y="66675"/>
                  </a:lnTo>
                  <a:lnTo>
                    <a:pt x="27622" y="66382"/>
                  </a:lnTo>
                  <a:lnTo>
                    <a:pt x="25615" y="66852"/>
                  </a:lnTo>
                  <a:lnTo>
                    <a:pt x="25539" y="68351"/>
                  </a:lnTo>
                  <a:lnTo>
                    <a:pt x="27508" y="69075"/>
                  </a:lnTo>
                  <a:lnTo>
                    <a:pt x="29946" y="69240"/>
                  </a:lnTo>
                  <a:lnTo>
                    <a:pt x="32385" y="69392"/>
                  </a:lnTo>
                  <a:lnTo>
                    <a:pt x="33502" y="69126"/>
                  </a:lnTo>
                  <a:lnTo>
                    <a:pt x="33159" y="70396"/>
                  </a:lnTo>
                  <a:lnTo>
                    <a:pt x="32905" y="76098"/>
                  </a:lnTo>
                  <a:lnTo>
                    <a:pt x="33312" y="78435"/>
                  </a:lnTo>
                  <a:lnTo>
                    <a:pt x="34594" y="78524"/>
                  </a:lnTo>
                  <a:lnTo>
                    <a:pt x="35217" y="76238"/>
                  </a:lnTo>
                  <a:lnTo>
                    <a:pt x="35344" y="73393"/>
                  </a:lnTo>
                  <a:lnTo>
                    <a:pt x="35483" y="70548"/>
                  </a:lnTo>
                  <a:lnTo>
                    <a:pt x="35242" y="69240"/>
                  </a:lnTo>
                  <a:lnTo>
                    <a:pt x="36347" y="69646"/>
                  </a:lnTo>
                  <a:lnTo>
                    <a:pt x="41224" y="69938"/>
                  </a:lnTo>
                  <a:lnTo>
                    <a:pt x="43243" y="69456"/>
                  </a:lnTo>
                  <a:lnTo>
                    <a:pt x="43307" y="67970"/>
                  </a:lnTo>
                  <a:close/>
                </a:path>
                <a:path w="68580" h="78740">
                  <a:moveTo>
                    <a:pt x="68148" y="39001"/>
                  </a:moveTo>
                  <a:lnTo>
                    <a:pt x="66192" y="38277"/>
                  </a:lnTo>
                  <a:lnTo>
                    <a:pt x="63741" y="38112"/>
                  </a:lnTo>
                  <a:lnTo>
                    <a:pt x="61302" y="37960"/>
                  </a:lnTo>
                  <a:lnTo>
                    <a:pt x="60223" y="38227"/>
                  </a:lnTo>
                  <a:lnTo>
                    <a:pt x="60579" y="36957"/>
                  </a:lnTo>
                  <a:lnTo>
                    <a:pt x="60845" y="31267"/>
                  </a:lnTo>
                  <a:lnTo>
                    <a:pt x="60439" y="28917"/>
                  </a:lnTo>
                  <a:lnTo>
                    <a:pt x="59143" y="28829"/>
                  </a:lnTo>
                  <a:lnTo>
                    <a:pt x="58534" y="31115"/>
                  </a:lnTo>
                  <a:lnTo>
                    <a:pt x="58394" y="33959"/>
                  </a:lnTo>
                  <a:lnTo>
                    <a:pt x="58254" y="36817"/>
                  </a:lnTo>
                  <a:lnTo>
                    <a:pt x="58483" y="38138"/>
                  </a:lnTo>
                  <a:lnTo>
                    <a:pt x="57340" y="37706"/>
                  </a:lnTo>
                  <a:lnTo>
                    <a:pt x="52463" y="37414"/>
                  </a:lnTo>
                  <a:lnTo>
                    <a:pt x="50457" y="37884"/>
                  </a:lnTo>
                  <a:lnTo>
                    <a:pt x="50380" y="39382"/>
                  </a:lnTo>
                  <a:lnTo>
                    <a:pt x="52336" y="40106"/>
                  </a:lnTo>
                  <a:lnTo>
                    <a:pt x="54775" y="40271"/>
                  </a:lnTo>
                  <a:lnTo>
                    <a:pt x="57213" y="40424"/>
                  </a:lnTo>
                  <a:lnTo>
                    <a:pt x="58343" y="40157"/>
                  </a:lnTo>
                  <a:lnTo>
                    <a:pt x="58000" y="41427"/>
                  </a:lnTo>
                  <a:lnTo>
                    <a:pt x="57734" y="47129"/>
                  </a:lnTo>
                  <a:lnTo>
                    <a:pt x="58140" y="49466"/>
                  </a:lnTo>
                  <a:lnTo>
                    <a:pt x="59436" y="49555"/>
                  </a:lnTo>
                  <a:lnTo>
                    <a:pt x="60045" y="47269"/>
                  </a:lnTo>
                  <a:lnTo>
                    <a:pt x="60185" y="44424"/>
                  </a:lnTo>
                  <a:lnTo>
                    <a:pt x="60325" y="41579"/>
                  </a:lnTo>
                  <a:lnTo>
                    <a:pt x="60083" y="40271"/>
                  </a:lnTo>
                  <a:lnTo>
                    <a:pt x="61175" y="40678"/>
                  </a:lnTo>
                  <a:lnTo>
                    <a:pt x="66065" y="40970"/>
                  </a:lnTo>
                  <a:lnTo>
                    <a:pt x="68072" y="40487"/>
                  </a:lnTo>
                  <a:lnTo>
                    <a:pt x="68148" y="390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4" name="object 1864" descr=""/>
            <p:cNvSpPr/>
            <p:nvPr/>
          </p:nvSpPr>
          <p:spPr>
            <a:xfrm>
              <a:off x="15555822" y="7929904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0" y="44218"/>
                  </a:moveTo>
                  <a:lnTo>
                    <a:pt x="37915" y="88447"/>
                  </a:lnTo>
                  <a:lnTo>
                    <a:pt x="75819" y="44218"/>
                  </a:lnTo>
                  <a:lnTo>
                    <a:pt x="37915" y="0"/>
                  </a:lnTo>
                  <a:lnTo>
                    <a:pt x="0" y="4421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5" name="object 1865" descr=""/>
            <p:cNvSpPr/>
            <p:nvPr/>
          </p:nvSpPr>
          <p:spPr>
            <a:xfrm>
              <a:off x="15559444" y="7934432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408"/>
                  </a:moveTo>
                  <a:lnTo>
                    <a:pt x="15811" y="38684"/>
                  </a:lnTo>
                  <a:lnTo>
                    <a:pt x="13373" y="38531"/>
                  </a:lnTo>
                  <a:lnTo>
                    <a:pt x="10922" y="38366"/>
                  </a:lnTo>
                  <a:lnTo>
                    <a:pt x="9842" y="38633"/>
                  </a:lnTo>
                  <a:lnTo>
                    <a:pt x="10198" y="37363"/>
                  </a:lnTo>
                  <a:lnTo>
                    <a:pt x="10464" y="31673"/>
                  </a:lnTo>
                  <a:lnTo>
                    <a:pt x="10058" y="29324"/>
                  </a:lnTo>
                  <a:lnTo>
                    <a:pt x="8763" y="29248"/>
                  </a:lnTo>
                  <a:lnTo>
                    <a:pt x="8153" y="31521"/>
                  </a:lnTo>
                  <a:lnTo>
                    <a:pt x="8013" y="34378"/>
                  </a:lnTo>
                  <a:lnTo>
                    <a:pt x="7874" y="37223"/>
                  </a:lnTo>
                  <a:lnTo>
                    <a:pt x="8102" y="38557"/>
                  </a:lnTo>
                  <a:lnTo>
                    <a:pt x="6959" y="38125"/>
                  </a:lnTo>
                  <a:lnTo>
                    <a:pt x="2082" y="37820"/>
                  </a:lnTo>
                  <a:lnTo>
                    <a:pt x="76" y="38303"/>
                  </a:lnTo>
                  <a:lnTo>
                    <a:pt x="0" y="39801"/>
                  </a:lnTo>
                  <a:lnTo>
                    <a:pt x="1955" y="40525"/>
                  </a:lnTo>
                  <a:lnTo>
                    <a:pt x="4394" y="40678"/>
                  </a:lnTo>
                  <a:lnTo>
                    <a:pt x="6832" y="40830"/>
                  </a:lnTo>
                  <a:lnTo>
                    <a:pt x="7962" y="40563"/>
                  </a:lnTo>
                  <a:lnTo>
                    <a:pt x="7620" y="41846"/>
                  </a:lnTo>
                  <a:lnTo>
                    <a:pt x="7353" y="47536"/>
                  </a:lnTo>
                  <a:lnTo>
                    <a:pt x="7759" y="49885"/>
                  </a:lnTo>
                  <a:lnTo>
                    <a:pt x="9042" y="49961"/>
                  </a:lnTo>
                  <a:lnTo>
                    <a:pt x="9664" y="47688"/>
                  </a:lnTo>
                  <a:lnTo>
                    <a:pt x="9804" y="44831"/>
                  </a:lnTo>
                  <a:lnTo>
                    <a:pt x="9944" y="41986"/>
                  </a:lnTo>
                  <a:lnTo>
                    <a:pt x="9702" y="40678"/>
                  </a:lnTo>
                  <a:lnTo>
                    <a:pt x="10807" y="41084"/>
                  </a:lnTo>
                  <a:lnTo>
                    <a:pt x="15684" y="41389"/>
                  </a:lnTo>
                  <a:lnTo>
                    <a:pt x="17691" y="40906"/>
                  </a:lnTo>
                  <a:lnTo>
                    <a:pt x="17767" y="39408"/>
                  </a:lnTo>
                  <a:close/>
                </a:path>
                <a:path w="68580" h="78740">
                  <a:moveTo>
                    <a:pt x="42824" y="10172"/>
                  </a:moveTo>
                  <a:lnTo>
                    <a:pt x="40868" y="9448"/>
                  </a:lnTo>
                  <a:lnTo>
                    <a:pt x="38430" y="9283"/>
                  </a:lnTo>
                  <a:lnTo>
                    <a:pt x="35991" y="9131"/>
                  </a:lnTo>
                  <a:lnTo>
                    <a:pt x="34912" y="9398"/>
                  </a:lnTo>
                  <a:lnTo>
                    <a:pt x="35267" y="8128"/>
                  </a:lnTo>
                  <a:lnTo>
                    <a:pt x="35521" y="2438"/>
                  </a:lnTo>
                  <a:lnTo>
                    <a:pt x="35115" y="88"/>
                  </a:lnTo>
                  <a:lnTo>
                    <a:pt x="33832" y="0"/>
                  </a:lnTo>
                  <a:lnTo>
                    <a:pt x="33210" y="2286"/>
                  </a:lnTo>
                  <a:lnTo>
                    <a:pt x="33083" y="5130"/>
                  </a:lnTo>
                  <a:lnTo>
                    <a:pt x="32956" y="7988"/>
                  </a:lnTo>
                  <a:lnTo>
                    <a:pt x="33185" y="9321"/>
                  </a:lnTo>
                  <a:lnTo>
                    <a:pt x="32029" y="8890"/>
                  </a:lnTo>
                  <a:lnTo>
                    <a:pt x="27152" y="8585"/>
                  </a:lnTo>
                  <a:lnTo>
                    <a:pt x="25133" y="9067"/>
                  </a:lnTo>
                  <a:lnTo>
                    <a:pt x="25069" y="10553"/>
                  </a:lnTo>
                  <a:lnTo>
                    <a:pt x="27025" y="11277"/>
                  </a:lnTo>
                  <a:lnTo>
                    <a:pt x="29464" y="11442"/>
                  </a:lnTo>
                  <a:lnTo>
                    <a:pt x="31902" y="11595"/>
                  </a:lnTo>
                  <a:lnTo>
                    <a:pt x="33032" y="11328"/>
                  </a:lnTo>
                  <a:lnTo>
                    <a:pt x="32677" y="12598"/>
                  </a:lnTo>
                  <a:lnTo>
                    <a:pt x="32423" y="18300"/>
                  </a:lnTo>
                  <a:lnTo>
                    <a:pt x="32829" y="20637"/>
                  </a:lnTo>
                  <a:lnTo>
                    <a:pt x="34112" y="20726"/>
                  </a:lnTo>
                  <a:lnTo>
                    <a:pt x="34734" y="18440"/>
                  </a:lnTo>
                  <a:lnTo>
                    <a:pt x="34874" y="15595"/>
                  </a:lnTo>
                  <a:lnTo>
                    <a:pt x="35001" y="12750"/>
                  </a:lnTo>
                  <a:lnTo>
                    <a:pt x="34759" y="11442"/>
                  </a:lnTo>
                  <a:lnTo>
                    <a:pt x="35864" y="11849"/>
                  </a:lnTo>
                  <a:lnTo>
                    <a:pt x="40741" y="12153"/>
                  </a:lnTo>
                  <a:lnTo>
                    <a:pt x="42760" y="11671"/>
                  </a:lnTo>
                  <a:lnTo>
                    <a:pt x="42824" y="10172"/>
                  </a:lnTo>
                  <a:close/>
                </a:path>
                <a:path w="68580" h="78740">
                  <a:moveTo>
                    <a:pt x="43307" y="67970"/>
                  </a:moveTo>
                  <a:lnTo>
                    <a:pt x="41351" y="67246"/>
                  </a:lnTo>
                  <a:lnTo>
                    <a:pt x="38912" y="67081"/>
                  </a:lnTo>
                  <a:lnTo>
                    <a:pt x="36461" y="66929"/>
                  </a:lnTo>
                  <a:lnTo>
                    <a:pt x="35382" y="67195"/>
                  </a:lnTo>
                  <a:lnTo>
                    <a:pt x="35737" y="65925"/>
                  </a:lnTo>
                  <a:lnTo>
                    <a:pt x="36004" y="60223"/>
                  </a:lnTo>
                  <a:lnTo>
                    <a:pt x="35598" y="57886"/>
                  </a:lnTo>
                  <a:lnTo>
                    <a:pt x="34302" y="57797"/>
                  </a:lnTo>
                  <a:lnTo>
                    <a:pt x="33693" y="60083"/>
                  </a:lnTo>
                  <a:lnTo>
                    <a:pt x="33553" y="62928"/>
                  </a:lnTo>
                  <a:lnTo>
                    <a:pt x="33426" y="65773"/>
                  </a:lnTo>
                  <a:lnTo>
                    <a:pt x="33642" y="67119"/>
                  </a:lnTo>
                  <a:lnTo>
                    <a:pt x="32499" y="66675"/>
                  </a:lnTo>
                  <a:lnTo>
                    <a:pt x="27622" y="66382"/>
                  </a:lnTo>
                  <a:lnTo>
                    <a:pt x="25615" y="66852"/>
                  </a:lnTo>
                  <a:lnTo>
                    <a:pt x="25539" y="68351"/>
                  </a:lnTo>
                  <a:lnTo>
                    <a:pt x="27495" y="69075"/>
                  </a:lnTo>
                  <a:lnTo>
                    <a:pt x="29933" y="69240"/>
                  </a:lnTo>
                  <a:lnTo>
                    <a:pt x="32372" y="69392"/>
                  </a:lnTo>
                  <a:lnTo>
                    <a:pt x="33502" y="69126"/>
                  </a:lnTo>
                  <a:lnTo>
                    <a:pt x="33159" y="70396"/>
                  </a:lnTo>
                  <a:lnTo>
                    <a:pt x="32893" y="76098"/>
                  </a:lnTo>
                  <a:lnTo>
                    <a:pt x="33299" y="78435"/>
                  </a:lnTo>
                  <a:lnTo>
                    <a:pt x="34594" y="78524"/>
                  </a:lnTo>
                  <a:lnTo>
                    <a:pt x="35204" y="76238"/>
                  </a:lnTo>
                  <a:lnTo>
                    <a:pt x="35344" y="73393"/>
                  </a:lnTo>
                  <a:lnTo>
                    <a:pt x="35483" y="70548"/>
                  </a:lnTo>
                  <a:lnTo>
                    <a:pt x="35242" y="69240"/>
                  </a:lnTo>
                  <a:lnTo>
                    <a:pt x="36347" y="69634"/>
                  </a:lnTo>
                  <a:lnTo>
                    <a:pt x="41224" y="69938"/>
                  </a:lnTo>
                  <a:lnTo>
                    <a:pt x="43230" y="69456"/>
                  </a:lnTo>
                  <a:lnTo>
                    <a:pt x="43307" y="67970"/>
                  </a:lnTo>
                  <a:close/>
                </a:path>
                <a:path w="68580" h="78740">
                  <a:moveTo>
                    <a:pt x="68135" y="39001"/>
                  </a:moveTo>
                  <a:lnTo>
                    <a:pt x="66179" y="38277"/>
                  </a:lnTo>
                  <a:lnTo>
                    <a:pt x="63741" y="38112"/>
                  </a:lnTo>
                  <a:lnTo>
                    <a:pt x="61302" y="37960"/>
                  </a:lnTo>
                  <a:lnTo>
                    <a:pt x="60223" y="38227"/>
                  </a:lnTo>
                  <a:lnTo>
                    <a:pt x="60579" y="36957"/>
                  </a:lnTo>
                  <a:lnTo>
                    <a:pt x="60833" y="31254"/>
                  </a:lnTo>
                  <a:lnTo>
                    <a:pt x="60426" y="28917"/>
                  </a:lnTo>
                  <a:lnTo>
                    <a:pt x="59143" y="28829"/>
                  </a:lnTo>
                  <a:lnTo>
                    <a:pt x="58521" y="31115"/>
                  </a:lnTo>
                  <a:lnTo>
                    <a:pt x="58381" y="33959"/>
                  </a:lnTo>
                  <a:lnTo>
                    <a:pt x="58254" y="36804"/>
                  </a:lnTo>
                  <a:lnTo>
                    <a:pt x="58483" y="38150"/>
                  </a:lnTo>
                  <a:lnTo>
                    <a:pt x="57327" y="37706"/>
                  </a:lnTo>
                  <a:lnTo>
                    <a:pt x="52451" y="37414"/>
                  </a:lnTo>
                  <a:lnTo>
                    <a:pt x="50444" y="37884"/>
                  </a:lnTo>
                  <a:lnTo>
                    <a:pt x="50368" y="39382"/>
                  </a:lnTo>
                  <a:lnTo>
                    <a:pt x="52324" y="40106"/>
                  </a:lnTo>
                  <a:lnTo>
                    <a:pt x="54762" y="40271"/>
                  </a:lnTo>
                  <a:lnTo>
                    <a:pt x="57213" y="40424"/>
                  </a:lnTo>
                  <a:lnTo>
                    <a:pt x="58331" y="40157"/>
                  </a:lnTo>
                  <a:lnTo>
                    <a:pt x="57988" y="41427"/>
                  </a:lnTo>
                  <a:lnTo>
                    <a:pt x="57721" y="47129"/>
                  </a:lnTo>
                  <a:lnTo>
                    <a:pt x="58140" y="49466"/>
                  </a:lnTo>
                  <a:lnTo>
                    <a:pt x="59423" y="49555"/>
                  </a:lnTo>
                  <a:lnTo>
                    <a:pt x="60045" y="47269"/>
                  </a:lnTo>
                  <a:lnTo>
                    <a:pt x="60172" y="44424"/>
                  </a:lnTo>
                  <a:lnTo>
                    <a:pt x="60312" y="41579"/>
                  </a:lnTo>
                  <a:lnTo>
                    <a:pt x="60071" y="40271"/>
                  </a:lnTo>
                  <a:lnTo>
                    <a:pt x="61175" y="40678"/>
                  </a:lnTo>
                  <a:lnTo>
                    <a:pt x="66052" y="40970"/>
                  </a:lnTo>
                  <a:lnTo>
                    <a:pt x="68059" y="40500"/>
                  </a:lnTo>
                  <a:lnTo>
                    <a:pt x="68135" y="390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6" name="object 1866" descr=""/>
            <p:cNvSpPr/>
            <p:nvPr/>
          </p:nvSpPr>
          <p:spPr>
            <a:xfrm>
              <a:off x="15477806" y="7929904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0" y="44218"/>
                  </a:moveTo>
                  <a:lnTo>
                    <a:pt x="37915" y="88447"/>
                  </a:lnTo>
                  <a:lnTo>
                    <a:pt x="75819" y="44218"/>
                  </a:lnTo>
                  <a:lnTo>
                    <a:pt x="37915" y="0"/>
                  </a:lnTo>
                  <a:lnTo>
                    <a:pt x="0" y="4421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7" name="object 1867" descr=""/>
            <p:cNvSpPr/>
            <p:nvPr/>
          </p:nvSpPr>
          <p:spPr>
            <a:xfrm>
              <a:off x="15481427" y="7934432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408"/>
                  </a:moveTo>
                  <a:lnTo>
                    <a:pt x="15811" y="38684"/>
                  </a:lnTo>
                  <a:lnTo>
                    <a:pt x="13373" y="38531"/>
                  </a:lnTo>
                  <a:lnTo>
                    <a:pt x="10934" y="38366"/>
                  </a:lnTo>
                  <a:lnTo>
                    <a:pt x="9842" y="38633"/>
                  </a:lnTo>
                  <a:lnTo>
                    <a:pt x="10198" y="37363"/>
                  </a:lnTo>
                  <a:lnTo>
                    <a:pt x="10464" y="31673"/>
                  </a:lnTo>
                  <a:lnTo>
                    <a:pt x="10058" y="29324"/>
                  </a:lnTo>
                  <a:lnTo>
                    <a:pt x="8763" y="29248"/>
                  </a:lnTo>
                  <a:lnTo>
                    <a:pt x="8140" y="31521"/>
                  </a:lnTo>
                  <a:lnTo>
                    <a:pt x="8013" y="34378"/>
                  </a:lnTo>
                  <a:lnTo>
                    <a:pt x="7874" y="37223"/>
                  </a:lnTo>
                  <a:lnTo>
                    <a:pt x="8102" y="38557"/>
                  </a:lnTo>
                  <a:lnTo>
                    <a:pt x="6959" y="38125"/>
                  </a:lnTo>
                  <a:lnTo>
                    <a:pt x="2082" y="37820"/>
                  </a:lnTo>
                  <a:lnTo>
                    <a:pt x="76" y="38303"/>
                  </a:lnTo>
                  <a:lnTo>
                    <a:pt x="0" y="39801"/>
                  </a:lnTo>
                  <a:lnTo>
                    <a:pt x="1955" y="40525"/>
                  </a:lnTo>
                  <a:lnTo>
                    <a:pt x="4394" y="40678"/>
                  </a:lnTo>
                  <a:lnTo>
                    <a:pt x="6832" y="40830"/>
                  </a:lnTo>
                  <a:lnTo>
                    <a:pt x="7962" y="40563"/>
                  </a:lnTo>
                  <a:lnTo>
                    <a:pt x="7620" y="41846"/>
                  </a:lnTo>
                  <a:lnTo>
                    <a:pt x="7353" y="47536"/>
                  </a:lnTo>
                  <a:lnTo>
                    <a:pt x="7759" y="49885"/>
                  </a:lnTo>
                  <a:lnTo>
                    <a:pt x="9055" y="49961"/>
                  </a:lnTo>
                  <a:lnTo>
                    <a:pt x="9664" y="47688"/>
                  </a:lnTo>
                  <a:lnTo>
                    <a:pt x="9804" y="44831"/>
                  </a:lnTo>
                  <a:lnTo>
                    <a:pt x="9944" y="41986"/>
                  </a:lnTo>
                  <a:lnTo>
                    <a:pt x="9702" y="40678"/>
                  </a:lnTo>
                  <a:lnTo>
                    <a:pt x="10807" y="41084"/>
                  </a:lnTo>
                  <a:lnTo>
                    <a:pt x="15684" y="41389"/>
                  </a:lnTo>
                  <a:lnTo>
                    <a:pt x="17691" y="40906"/>
                  </a:lnTo>
                  <a:lnTo>
                    <a:pt x="17767" y="39408"/>
                  </a:lnTo>
                  <a:close/>
                </a:path>
                <a:path w="68580" h="78740">
                  <a:moveTo>
                    <a:pt x="42837" y="10172"/>
                  </a:moveTo>
                  <a:lnTo>
                    <a:pt x="40868" y="9448"/>
                  </a:lnTo>
                  <a:lnTo>
                    <a:pt x="38430" y="9283"/>
                  </a:lnTo>
                  <a:lnTo>
                    <a:pt x="35991" y="9131"/>
                  </a:lnTo>
                  <a:lnTo>
                    <a:pt x="34912" y="9398"/>
                  </a:lnTo>
                  <a:lnTo>
                    <a:pt x="35267" y="8128"/>
                  </a:lnTo>
                  <a:lnTo>
                    <a:pt x="35534" y="2438"/>
                  </a:lnTo>
                  <a:lnTo>
                    <a:pt x="35115" y="88"/>
                  </a:lnTo>
                  <a:lnTo>
                    <a:pt x="33832" y="0"/>
                  </a:lnTo>
                  <a:lnTo>
                    <a:pt x="33210" y="2286"/>
                  </a:lnTo>
                  <a:lnTo>
                    <a:pt x="33083" y="5130"/>
                  </a:lnTo>
                  <a:lnTo>
                    <a:pt x="32943" y="7988"/>
                  </a:lnTo>
                  <a:lnTo>
                    <a:pt x="33172" y="9321"/>
                  </a:lnTo>
                  <a:lnTo>
                    <a:pt x="32029" y="8890"/>
                  </a:lnTo>
                  <a:lnTo>
                    <a:pt x="27152" y="8585"/>
                  </a:lnTo>
                  <a:lnTo>
                    <a:pt x="25133" y="9067"/>
                  </a:lnTo>
                  <a:lnTo>
                    <a:pt x="25069" y="10553"/>
                  </a:lnTo>
                  <a:lnTo>
                    <a:pt x="27025" y="11277"/>
                  </a:lnTo>
                  <a:lnTo>
                    <a:pt x="29464" y="11442"/>
                  </a:lnTo>
                  <a:lnTo>
                    <a:pt x="31902" y="11595"/>
                  </a:lnTo>
                  <a:lnTo>
                    <a:pt x="33032" y="11328"/>
                  </a:lnTo>
                  <a:lnTo>
                    <a:pt x="32677" y="12598"/>
                  </a:lnTo>
                  <a:lnTo>
                    <a:pt x="32423" y="18300"/>
                  </a:lnTo>
                  <a:lnTo>
                    <a:pt x="32829" y="20637"/>
                  </a:lnTo>
                  <a:lnTo>
                    <a:pt x="34112" y="20726"/>
                  </a:lnTo>
                  <a:lnTo>
                    <a:pt x="34734" y="18440"/>
                  </a:lnTo>
                  <a:lnTo>
                    <a:pt x="34874" y="15595"/>
                  </a:lnTo>
                  <a:lnTo>
                    <a:pt x="35001" y="12750"/>
                  </a:lnTo>
                  <a:lnTo>
                    <a:pt x="34759" y="11442"/>
                  </a:lnTo>
                  <a:lnTo>
                    <a:pt x="35864" y="11849"/>
                  </a:lnTo>
                  <a:lnTo>
                    <a:pt x="40741" y="12153"/>
                  </a:lnTo>
                  <a:lnTo>
                    <a:pt x="42760" y="11671"/>
                  </a:lnTo>
                  <a:lnTo>
                    <a:pt x="42837" y="10172"/>
                  </a:lnTo>
                  <a:close/>
                </a:path>
                <a:path w="68580" h="78740">
                  <a:moveTo>
                    <a:pt x="43307" y="67970"/>
                  </a:moveTo>
                  <a:lnTo>
                    <a:pt x="41351" y="67246"/>
                  </a:lnTo>
                  <a:lnTo>
                    <a:pt x="38912" y="67081"/>
                  </a:lnTo>
                  <a:lnTo>
                    <a:pt x="36474" y="66929"/>
                  </a:lnTo>
                  <a:lnTo>
                    <a:pt x="35382" y="67195"/>
                  </a:lnTo>
                  <a:lnTo>
                    <a:pt x="35737" y="65925"/>
                  </a:lnTo>
                  <a:lnTo>
                    <a:pt x="36004" y="60223"/>
                  </a:lnTo>
                  <a:lnTo>
                    <a:pt x="35598" y="57886"/>
                  </a:lnTo>
                  <a:lnTo>
                    <a:pt x="34302" y="57797"/>
                  </a:lnTo>
                  <a:lnTo>
                    <a:pt x="33693" y="60083"/>
                  </a:lnTo>
                  <a:lnTo>
                    <a:pt x="33553" y="62928"/>
                  </a:lnTo>
                  <a:lnTo>
                    <a:pt x="33413" y="65773"/>
                  </a:lnTo>
                  <a:lnTo>
                    <a:pt x="33642" y="67106"/>
                  </a:lnTo>
                  <a:lnTo>
                    <a:pt x="32499" y="66675"/>
                  </a:lnTo>
                  <a:lnTo>
                    <a:pt x="27622" y="66382"/>
                  </a:lnTo>
                  <a:lnTo>
                    <a:pt x="25615" y="66852"/>
                  </a:lnTo>
                  <a:lnTo>
                    <a:pt x="25539" y="68351"/>
                  </a:lnTo>
                  <a:lnTo>
                    <a:pt x="27495" y="69075"/>
                  </a:lnTo>
                  <a:lnTo>
                    <a:pt x="29933" y="69240"/>
                  </a:lnTo>
                  <a:lnTo>
                    <a:pt x="32372" y="69392"/>
                  </a:lnTo>
                  <a:lnTo>
                    <a:pt x="33502" y="69126"/>
                  </a:lnTo>
                  <a:lnTo>
                    <a:pt x="33159" y="70396"/>
                  </a:lnTo>
                  <a:lnTo>
                    <a:pt x="32893" y="76098"/>
                  </a:lnTo>
                  <a:lnTo>
                    <a:pt x="33299" y="78435"/>
                  </a:lnTo>
                  <a:lnTo>
                    <a:pt x="34594" y="78524"/>
                  </a:lnTo>
                  <a:lnTo>
                    <a:pt x="35217" y="76238"/>
                  </a:lnTo>
                  <a:lnTo>
                    <a:pt x="35344" y="73393"/>
                  </a:lnTo>
                  <a:lnTo>
                    <a:pt x="35483" y="70548"/>
                  </a:lnTo>
                  <a:lnTo>
                    <a:pt x="35242" y="69240"/>
                  </a:lnTo>
                  <a:lnTo>
                    <a:pt x="36347" y="69634"/>
                  </a:lnTo>
                  <a:lnTo>
                    <a:pt x="41224" y="69938"/>
                  </a:lnTo>
                  <a:lnTo>
                    <a:pt x="43230" y="69456"/>
                  </a:lnTo>
                  <a:lnTo>
                    <a:pt x="43307" y="67970"/>
                  </a:lnTo>
                  <a:close/>
                </a:path>
                <a:path w="68580" h="78740">
                  <a:moveTo>
                    <a:pt x="68135" y="39001"/>
                  </a:moveTo>
                  <a:lnTo>
                    <a:pt x="66179" y="38277"/>
                  </a:lnTo>
                  <a:lnTo>
                    <a:pt x="63741" y="38112"/>
                  </a:lnTo>
                  <a:lnTo>
                    <a:pt x="61302" y="37960"/>
                  </a:lnTo>
                  <a:lnTo>
                    <a:pt x="60223" y="38227"/>
                  </a:lnTo>
                  <a:lnTo>
                    <a:pt x="60579" y="36957"/>
                  </a:lnTo>
                  <a:lnTo>
                    <a:pt x="60833" y="31254"/>
                  </a:lnTo>
                  <a:lnTo>
                    <a:pt x="60426" y="28917"/>
                  </a:lnTo>
                  <a:lnTo>
                    <a:pt x="59143" y="28829"/>
                  </a:lnTo>
                  <a:lnTo>
                    <a:pt x="58521" y="31115"/>
                  </a:lnTo>
                  <a:lnTo>
                    <a:pt x="58381" y="33959"/>
                  </a:lnTo>
                  <a:lnTo>
                    <a:pt x="58254" y="36804"/>
                  </a:lnTo>
                  <a:lnTo>
                    <a:pt x="58483" y="38138"/>
                  </a:lnTo>
                  <a:lnTo>
                    <a:pt x="57340" y="37706"/>
                  </a:lnTo>
                  <a:lnTo>
                    <a:pt x="52451" y="37414"/>
                  </a:lnTo>
                  <a:lnTo>
                    <a:pt x="50444" y="37884"/>
                  </a:lnTo>
                  <a:lnTo>
                    <a:pt x="50368" y="39382"/>
                  </a:lnTo>
                  <a:lnTo>
                    <a:pt x="52336" y="40106"/>
                  </a:lnTo>
                  <a:lnTo>
                    <a:pt x="54775" y="40271"/>
                  </a:lnTo>
                  <a:lnTo>
                    <a:pt x="57213" y="40424"/>
                  </a:lnTo>
                  <a:lnTo>
                    <a:pt x="58331" y="40157"/>
                  </a:lnTo>
                  <a:lnTo>
                    <a:pt x="57988" y="41427"/>
                  </a:lnTo>
                  <a:lnTo>
                    <a:pt x="57721" y="47129"/>
                  </a:lnTo>
                  <a:lnTo>
                    <a:pt x="58140" y="49466"/>
                  </a:lnTo>
                  <a:lnTo>
                    <a:pt x="59423" y="49555"/>
                  </a:lnTo>
                  <a:lnTo>
                    <a:pt x="60045" y="47269"/>
                  </a:lnTo>
                  <a:lnTo>
                    <a:pt x="60172" y="44424"/>
                  </a:lnTo>
                  <a:lnTo>
                    <a:pt x="60299" y="41579"/>
                  </a:lnTo>
                  <a:lnTo>
                    <a:pt x="60071" y="40271"/>
                  </a:lnTo>
                  <a:lnTo>
                    <a:pt x="61175" y="40678"/>
                  </a:lnTo>
                  <a:lnTo>
                    <a:pt x="66052" y="40970"/>
                  </a:lnTo>
                  <a:lnTo>
                    <a:pt x="68072" y="40500"/>
                  </a:lnTo>
                  <a:lnTo>
                    <a:pt x="68135" y="390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8" name="object 1868" descr=""/>
            <p:cNvSpPr/>
            <p:nvPr/>
          </p:nvSpPr>
          <p:spPr>
            <a:xfrm>
              <a:off x="15631646" y="7929904"/>
              <a:ext cx="55880" cy="88900"/>
            </a:xfrm>
            <a:custGeom>
              <a:avLst/>
              <a:gdLst/>
              <a:ahLst/>
              <a:cxnLst/>
              <a:rect l="l" t="t" r="r" b="b"/>
              <a:pathLst>
                <a:path w="55880" h="88900">
                  <a:moveTo>
                    <a:pt x="0" y="44218"/>
                  </a:moveTo>
                  <a:lnTo>
                    <a:pt x="37915" y="88447"/>
                  </a:lnTo>
                  <a:lnTo>
                    <a:pt x="55467" y="67966"/>
                  </a:lnTo>
                </a:path>
                <a:path w="55880" h="88900">
                  <a:moveTo>
                    <a:pt x="53980" y="18741"/>
                  </a:moveTo>
                  <a:lnTo>
                    <a:pt x="37915" y="0"/>
                  </a:lnTo>
                  <a:lnTo>
                    <a:pt x="0" y="4421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9" name="object 1869" descr=""/>
            <p:cNvSpPr/>
            <p:nvPr/>
          </p:nvSpPr>
          <p:spPr>
            <a:xfrm>
              <a:off x="15635263" y="7934432"/>
              <a:ext cx="51435" cy="78740"/>
            </a:xfrm>
            <a:custGeom>
              <a:avLst/>
              <a:gdLst/>
              <a:ahLst/>
              <a:cxnLst/>
              <a:rect l="l" t="t" r="r" b="b"/>
              <a:pathLst>
                <a:path w="51434" h="78740">
                  <a:moveTo>
                    <a:pt x="17767" y="39408"/>
                  </a:moveTo>
                  <a:lnTo>
                    <a:pt x="15811" y="38684"/>
                  </a:lnTo>
                  <a:lnTo>
                    <a:pt x="13373" y="38531"/>
                  </a:lnTo>
                  <a:lnTo>
                    <a:pt x="10934" y="38366"/>
                  </a:lnTo>
                  <a:lnTo>
                    <a:pt x="9855" y="38633"/>
                  </a:lnTo>
                  <a:lnTo>
                    <a:pt x="10210" y="37363"/>
                  </a:lnTo>
                  <a:lnTo>
                    <a:pt x="10464" y="31673"/>
                  </a:lnTo>
                  <a:lnTo>
                    <a:pt x="10058" y="29324"/>
                  </a:lnTo>
                  <a:lnTo>
                    <a:pt x="8775" y="29248"/>
                  </a:lnTo>
                  <a:lnTo>
                    <a:pt x="8140" y="31521"/>
                  </a:lnTo>
                  <a:lnTo>
                    <a:pt x="8013" y="34378"/>
                  </a:lnTo>
                  <a:lnTo>
                    <a:pt x="7886" y="37223"/>
                  </a:lnTo>
                  <a:lnTo>
                    <a:pt x="8115" y="38557"/>
                  </a:lnTo>
                  <a:lnTo>
                    <a:pt x="6972" y="38125"/>
                  </a:lnTo>
                  <a:lnTo>
                    <a:pt x="2082" y="37820"/>
                  </a:lnTo>
                  <a:lnTo>
                    <a:pt x="76" y="38303"/>
                  </a:lnTo>
                  <a:lnTo>
                    <a:pt x="0" y="39801"/>
                  </a:lnTo>
                  <a:lnTo>
                    <a:pt x="1955" y="40525"/>
                  </a:lnTo>
                  <a:lnTo>
                    <a:pt x="4406" y="40678"/>
                  </a:lnTo>
                  <a:lnTo>
                    <a:pt x="6845" y="40830"/>
                  </a:lnTo>
                  <a:lnTo>
                    <a:pt x="7962" y="40563"/>
                  </a:lnTo>
                  <a:lnTo>
                    <a:pt x="7620" y="41846"/>
                  </a:lnTo>
                  <a:lnTo>
                    <a:pt x="7353" y="47536"/>
                  </a:lnTo>
                  <a:lnTo>
                    <a:pt x="7772" y="49885"/>
                  </a:lnTo>
                  <a:lnTo>
                    <a:pt x="9055" y="49961"/>
                  </a:lnTo>
                  <a:lnTo>
                    <a:pt x="9677" y="47688"/>
                  </a:lnTo>
                  <a:lnTo>
                    <a:pt x="9804" y="44831"/>
                  </a:lnTo>
                  <a:lnTo>
                    <a:pt x="9944" y="41986"/>
                  </a:lnTo>
                  <a:lnTo>
                    <a:pt x="9702" y="40678"/>
                  </a:lnTo>
                  <a:lnTo>
                    <a:pt x="10807" y="41084"/>
                  </a:lnTo>
                  <a:lnTo>
                    <a:pt x="15684" y="41389"/>
                  </a:lnTo>
                  <a:lnTo>
                    <a:pt x="17691" y="40906"/>
                  </a:lnTo>
                  <a:lnTo>
                    <a:pt x="17767" y="39408"/>
                  </a:lnTo>
                  <a:close/>
                </a:path>
                <a:path w="51434" h="78740">
                  <a:moveTo>
                    <a:pt x="42837" y="10172"/>
                  </a:moveTo>
                  <a:lnTo>
                    <a:pt x="40881" y="9448"/>
                  </a:lnTo>
                  <a:lnTo>
                    <a:pt x="38442" y="9283"/>
                  </a:lnTo>
                  <a:lnTo>
                    <a:pt x="35991" y="9131"/>
                  </a:lnTo>
                  <a:lnTo>
                    <a:pt x="34912" y="9398"/>
                  </a:lnTo>
                  <a:lnTo>
                    <a:pt x="35267" y="8128"/>
                  </a:lnTo>
                  <a:lnTo>
                    <a:pt x="35534" y="2438"/>
                  </a:lnTo>
                  <a:lnTo>
                    <a:pt x="35128" y="88"/>
                  </a:lnTo>
                  <a:lnTo>
                    <a:pt x="33832" y="0"/>
                  </a:lnTo>
                  <a:lnTo>
                    <a:pt x="33223" y="2286"/>
                  </a:lnTo>
                  <a:lnTo>
                    <a:pt x="33083" y="5130"/>
                  </a:lnTo>
                  <a:lnTo>
                    <a:pt x="32943" y="7988"/>
                  </a:lnTo>
                  <a:lnTo>
                    <a:pt x="33172" y="9321"/>
                  </a:lnTo>
                  <a:lnTo>
                    <a:pt x="32029" y="8890"/>
                  </a:lnTo>
                  <a:lnTo>
                    <a:pt x="27152" y="8585"/>
                  </a:lnTo>
                  <a:lnTo>
                    <a:pt x="25146" y="9067"/>
                  </a:lnTo>
                  <a:lnTo>
                    <a:pt x="25069" y="10553"/>
                  </a:lnTo>
                  <a:lnTo>
                    <a:pt x="27025" y="11277"/>
                  </a:lnTo>
                  <a:lnTo>
                    <a:pt x="29464" y="11442"/>
                  </a:lnTo>
                  <a:lnTo>
                    <a:pt x="31902" y="11595"/>
                  </a:lnTo>
                  <a:lnTo>
                    <a:pt x="33032" y="11328"/>
                  </a:lnTo>
                  <a:lnTo>
                    <a:pt x="32689" y="12598"/>
                  </a:lnTo>
                  <a:lnTo>
                    <a:pt x="32423" y="18300"/>
                  </a:lnTo>
                  <a:lnTo>
                    <a:pt x="32829" y="20637"/>
                  </a:lnTo>
                  <a:lnTo>
                    <a:pt x="34124" y="20726"/>
                  </a:lnTo>
                  <a:lnTo>
                    <a:pt x="34734" y="18440"/>
                  </a:lnTo>
                  <a:lnTo>
                    <a:pt x="34874" y="15595"/>
                  </a:lnTo>
                  <a:lnTo>
                    <a:pt x="35001" y="12750"/>
                  </a:lnTo>
                  <a:lnTo>
                    <a:pt x="34772" y="11442"/>
                  </a:lnTo>
                  <a:lnTo>
                    <a:pt x="35877" y="11849"/>
                  </a:lnTo>
                  <a:lnTo>
                    <a:pt x="40754" y="12153"/>
                  </a:lnTo>
                  <a:lnTo>
                    <a:pt x="42760" y="11671"/>
                  </a:lnTo>
                  <a:lnTo>
                    <a:pt x="42837" y="10172"/>
                  </a:lnTo>
                  <a:close/>
                </a:path>
                <a:path w="51434" h="78740">
                  <a:moveTo>
                    <a:pt x="43307" y="67970"/>
                  </a:moveTo>
                  <a:lnTo>
                    <a:pt x="41351" y="67246"/>
                  </a:lnTo>
                  <a:lnTo>
                    <a:pt x="38912" y="67081"/>
                  </a:lnTo>
                  <a:lnTo>
                    <a:pt x="36474" y="66929"/>
                  </a:lnTo>
                  <a:lnTo>
                    <a:pt x="35394" y="67195"/>
                  </a:lnTo>
                  <a:lnTo>
                    <a:pt x="35750" y="65925"/>
                  </a:lnTo>
                  <a:lnTo>
                    <a:pt x="36004" y="60223"/>
                  </a:lnTo>
                  <a:lnTo>
                    <a:pt x="35598" y="57886"/>
                  </a:lnTo>
                  <a:lnTo>
                    <a:pt x="34315" y="57797"/>
                  </a:lnTo>
                  <a:lnTo>
                    <a:pt x="33693" y="60083"/>
                  </a:lnTo>
                  <a:lnTo>
                    <a:pt x="33553" y="62928"/>
                  </a:lnTo>
                  <a:lnTo>
                    <a:pt x="33426" y="65773"/>
                  </a:lnTo>
                  <a:lnTo>
                    <a:pt x="33655" y="67106"/>
                  </a:lnTo>
                  <a:lnTo>
                    <a:pt x="32512" y="66675"/>
                  </a:lnTo>
                  <a:lnTo>
                    <a:pt x="27622" y="66382"/>
                  </a:lnTo>
                  <a:lnTo>
                    <a:pt x="25615" y="66852"/>
                  </a:lnTo>
                  <a:lnTo>
                    <a:pt x="25539" y="68351"/>
                  </a:lnTo>
                  <a:lnTo>
                    <a:pt x="27495" y="69075"/>
                  </a:lnTo>
                  <a:lnTo>
                    <a:pt x="29946" y="69240"/>
                  </a:lnTo>
                  <a:lnTo>
                    <a:pt x="32385" y="69392"/>
                  </a:lnTo>
                  <a:lnTo>
                    <a:pt x="33502" y="69126"/>
                  </a:lnTo>
                  <a:lnTo>
                    <a:pt x="33159" y="70396"/>
                  </a:lnTo>
                  <a:lnTo>
                    <a:pt x="32893" y="76098"/>
                  </a:lnTo>
                  <a:lnTo>
                    <a:pt x="33312" y="78435"/>
                  </a:lnTo>
                  <a:lnTo>
                    <a:pt x="34594" y="78524"/>
                  </a:lnTo>
                  <a:lnTo>
                    <a:pt x="35217" y="76238"/>
                  </a:lnTo>
                  <a:lnTo>
                    <a:pt x="35344" y="73393"/>
                  </a:lnTo>
                  <a:lnTo>
                    <a:pt x="35483" y="70548"/>
                  </a:lnTo>
                  <a:lnTo>
                    <a:pt x="35242" y="69227"/>
                  </a:lnTo>
                  <a:lnTo>
                    <a:pt x="36347" y="69634"/>
                  </a:lnTo>
                  <a:lnTo>
                    <a:pt x="41224" y="69938"/>
                  </a:lnTo>
                  <a:lnTo>
                    <a:pt x="43230" y="69456"/>
                  </a:lnTo>
                  <a:lnTo>
                    <a:pt x="43307" y="67970"/>
                  </a:lnTo>
                  <a:close/>
                </a:path>
                <a:path w="51434" h="78740">
                  <a:moveTo>
                    <a:pt x="51130" y="39662"/>
                  </a:moveTo>
                  <a:lnTo>
                    <a:pt x="51066" y="37744"/>
                  </a:lnTo>
                  <a:lnTo>
                    <a:pt x="50444" y="37884"/>
                  </a:lnTo>
                  <a:lnTo>
                    <a:pt x="50406" y="38633"/>
                  </a:lnTo>
                  <a:lnTo>
                    <a:pt x="50380" y="39382"/>
                  </a:lnTo>
                  <a:lnTo>
                    <a:pt x="51130" y="39662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0" name="object 1870" descr=""/>
            <p:cNvSpPr/>
            <p:nvPr/>
          </p:nvSpPr>
          <p:spPr>
            <a:xfrm>
              <a:off x="15516294" y="7871091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0" y="44218"/>
                  </a:moveTo>
                  <a:lnTo>
                    <a:pt x="37915" y="88447"/>
                  </a:lnTo>
                  <a:lnTo>
                    <a:pt x="75819" y="44218"/>
                  </a:lnTo>
                  <a:lnTo>
                    <a:pt x="37915" y="0"/>
                  </a:lnTo>
                  <a:lnTo>
                    <a:pt x="0" y="4421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1" name="object 1871" descr=""/>
            <p:cNvSpPr/>
            <p:nvPr/>
          </p:nvSpPr>
          <p:spPr>
            <a:xfrm>
              <a:off x="15519908" y="7875619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408"/>
                  </a:moveTo>
                  <a:lnTo>
                    <a:pt x="15811" y="38684"/>
                  </a:lnTo>
                  <a:lnTo>
                    <a:pt x="13373" y="38531"/>
                  </a:lnTo>
                  <a:lnTo>
                    <a:pt x="10934" y="38366"/>
                  </a:lnTo>
                  <a:lnTo>
                    <a:pt x="9855" y="38633"/>
                  </a:lnTo>
                  <a:lnTo>
                    <a:pt x="10210" y="37363"/>
                  </a:lnTo>
                  <a:lnTo>
                    <a:pt x="10464" y="31673"/>
                  </a:lnTo>
                  <a:lnTo>
                    <a:pt x="10058" y="29324"/>
                  </a:lnTo>
                  <a:lnTo>
                    <a:pt x="8775" y="29248"/>
                  </a:lnTo>
                  <a:lnTo>
                    <a:pt x="8153" y="31521"/>
                  </a:lnTo>
                  <a:lnTo>
                    <a:pt x="8026" y="34378"/>
                  </a:lnTo>
                  <a:lnTo>
                    <a:pt x="7886" y="37223"/>
                  </a:lnTo>
                  <a:lnTo>
                    <a:pt x="8115" y="38557"/>
                  </a:lnTo>
                  <a:lnTo>
                    <a:pt x="6972" y="38125"/>
                  </a:lnTo>
                  <a:lnTo>
                    <a:pt x="2082" y="37820"/>
                  </a:lnTo>
                  <a:lnTo>
                    <a:pt x="76" y="38303"/>
                  </a:lnTo>
                  <a:lnTo>
                    <a:pt x="0" y="39801"/>
                  </a:lnTo>
                  <a:lnTo>
                    <a:pt x="1968" y="40525"/>
                  </a:lnTo>
                  <a:lnTo>
                    <a:pt x="4406" y="40678"/>
                  </a:lnTo>
                  <a:lnTo>
                    <a:pt x="6845" y="40830"/>
                  </a:lnTo>
                  <a:lnTo>
                    <a:pt x="7975" y="40576"/>
                  </a:lnTo>
                  <a:lnTo>
                    <a:pt x="7620" y="41846"/>
                  </a:lnTo>
                  <a:lnTo>
                    <a:pt x="7353" y="47536"/>
                  </a:lnTo>
                  <a:lnTo>
                    <a:pt x="7772" y="49885"/>
                  </a:lnTo>
                  <a:lnTo>
                    <a:pt x="9055" y="49961"/>
                  </a:lnTo>
                  <a:lnTo>
                    <a:pt x="9677" y="47688"/>
                  </a:lnTo>
                  <a:lnTo>
                    <a:pt x="9804" y="44831"/>
                  </a:lnTo>
                  <a:lnTo>
                    <a:pt x="9944" y="41986"/>
                  </a:lnTo>
                  <a:lnTo>
                    <a:pt x="9702" y="40678"/>
                  </a:lnTo>
                  <a:lnTo>
                    <a:pt x="10807" y="41084"/>
                  </a:lnTo>
                  <a:lnTo>
                    <a:pt x="15684" y="41389"/>
                  </a:lnTo>
                  <a:lnTo>
                    <a:pt x="17691" y="40906"/>
                  </a:lnTo>
                  <a:lnTo>
                    <a:pt x="17767" y="39408"/>
                  </a:lnTo>
                  <a:close/>
                </a:path>
                <a:path w="68580" h="78740">
                  <a:moveTo>
                    <a:pt x="42837" y="10172"/>
                  </a:moveTo>
                  <a:lnTo>
                    <a:pt x="40881" y="9448"/>
                  </a:lnTo>
                  <a:lnTo>
                    <a:pt x="38442" y="9283"/>
                  </a:lnTo>
                  <a:lnTo>
                    <a:pt x="36004" y="9131"/>
                  </a:lnTo>
                  <a:lnTo>
                    <a:pt x="34912" y="9398"/>
                  </a:lnTo>
                  <a:lnTo>
                    <a:pt x="35267" y="8128"/>
                  </a:lnTo>
                  <a:lnTo>
                    <a:pt x="35534" y="2438"/>
                  </a:lnTo>
                  <a:lnTo>
                    <a:pt x="35128" y="88"/>
                  </a:lnTo>
                  <a:lnTo>
                    <a:pt x="33845" y="0"/>
                  </a:lnTo>
                  <a:lnTo>
                    <a:pt x="33223" y="2286"/>
                  </a:lnTo>
                  <a:lnTo>
                    <a:pt x="33083" y="5130"/>
                  </a:lnTo>
                  <a:lnTo>
                    <a:pt x="32956" y="7988"/>
                  </a:lnTo>
                  <a:lnTo>
                    <a:pt x="33185" y="9321"/>
                  </a:lnTo>
                  <a:lnTo>
                    <a:pt x="32029" y="8890"/>
                  </a:lnTo>
                  <a:lnTo>
                    <a:pt x="27152" y="8585"/>
                  </a:lnTo>
                  <a:lnTo>
                    <a:pt x="25146" y="9067"/>
                  </a:lnTo>
                  <a:lnTo>
                    <a:pt x="25069" y="10566"/>
                  </a:lnTo>
                  <a:lnTo>
                    <a:pt x="27025" y="11277"/>
                  </a:lnTo>
                  <a:lnTo>
                    <a:pt x="29464" y="11442"/>
                  </a:lnTo>
                  <a:lnTo>
                    <a:pt x="31902" y="11595"/>
                  </a:lnTo>
                  <a:lnTo>
                    <a:pt x="33032" y="11328"/>
                  </a:lnTo>
                  <a:lnTo>
                    <a:pt x="32689" y="12598"/>
                  </a:lnTo>
                  <a:lnTo>
                    <a:pt x="32423" y="18300"/>
                  </a:lnTo>
                  <a:lnTo>
                    <a:pt x="32829" y="20650"/>
                  </a:lnTo>
                  <a:lnTo>
                    <a:pt x="34124" y="20726"/>
                  </a:lnTo>
                  <a:lnTo>
                    <a:pt x="34734" y="18440"/>
                  </a:lnTo>
                  <a:lnTo>
                    <a:pt x="34874" y="15595"/>
                  </a:lnTo>
                  <a:lnTo>
                    <a:pt x="35001" y="12750"/>
                  </a:lnTo>
                  <a:lnTo>
                    <a:pt x="34772" y="11442"/>
                  </a:lnTo>
                  <a:lnTo>
                    <a:pt x="35877" y="11849"/>
                  </a:lnTo>
                  <a:lnTo>
                    <a:pt x="40754" y="12153"/>
                  </a:lnTo>
                  <a:lnTo>
                    <a:pt x="42760" y="11671"/>
                  </a:lnTo>
                  <a:lnTo>
                    <a:pt x="42837" y="10172"/>
                  </a:lnTo>
                  <a:close/>
                </a:path>
                <a:path w="68580" h="78740">
                  <a:moveTo>
                    <a:pt x="43307" y="67970"/>
                  </a:moveTo>
                  <a:lnTo>
                    <a:pt x="41351" y="67246"/>
                  </a:lnTo>
                  <a:lnTo>
                    <a:pt x="38912" y="67081"/>
                  </a:lnTo>
                  <a:lnTo>
                    <a:pt x="36474" y="66929"/>
                  </a:lnTo>
                  <a:lnTo>
                    <a:pt x="35394" y="67195"/>
                  </a:lnTo>
                  <a:lnTo>
                    <a:pt x="35750" y="65925"/>
                  </a:lnTo>
                  <a:lnTo>
                    <a:pt x="36004" y="60236"/>
                  </a:lnTo>
                  <a:lnTo>
                    <a:pt x="35598" y="57886"/>
                  </a:lnTo>
                  <a:lnTo>
                    <a:pt x="34315" y="57797"/>
                  </a:lnTo>
                  <a:lnTo>
                    <a:pt x="33693" y="60083"/>
                  </a:lnTo>
                  <a:lnTo>
                    <a:pt x="33566" y="62928"/>
                  </a:lnTo>
                  <a:lnTo>
                    <a:pt x="33426" y="65786"/>
                  </a:lnTo>
                  <a:lnTo>
                    <a:pt x="33655" y="67106"/>
                  </a:lnTo>
                  <a:lnTo>
                    <a:pt x="32512" y="66675"/>
                  </a:lnTo>
                  <a:lnTo>
                    <a:pt x="27622" y="66382"/>
                  </a:lnTo>
                  <a:lnTo>
                    <a:pt x="25615" y="66852"/>
                  </a:lnTo>
                  <a:lnTo>
                    <a:pt x="25539" y="68351"/>
                  </a:lnTo>
                  <a:lnTo>
                    <a:pt x="27508" y="69075"/>
                  </a:lnTo>
                  <a:lnTo>
                    <a:pt x="29946" y="69240"/>
                  </a:lnTo>
                  <a:lnTo>
                    <a:pt x="32385" y="69392"/>
                  </a:lnTo>
                  <a:lnTo>
                    <a:pt x="33502" y="69126"/>
                  </a:lnTo>
                  <a:lnTo>
                    <a:pt x="33159" y="70396"/>
                  </a:lnTo>
                  <a:lnTo>
                    <a:pt x="32893" y="76098"/>
                  </a:lnTo>
                  <a:lnTo>
                    <a:pt x="33312" y="78435"/>
                  </a:lnTo>
                  <a:lnTo>
                    <a:pt x="34594" y="78524"/>
                  </a:lnTo>
                  <a:lnTo>
                    <a:pt x="35229" y="76238"/>
                  </a:lnTo>
                  <a:lnTo>
                    <a:pt x="35344" y="73393"/>
                  </a:lnTo>
                  <a:lnTo>
                    <a:pt x="35483" y="70548"/>
                  </a:lnTo>
                  <a:lnTo>
                    <a:pt x="35242" y="69240"/>
                  </a:lnTo>
                  <a:lnTo>
                    <a:pt x="36347" y="69646"/>
                  </a:lnTo>
                  <a:lnTo>
                    <a:pt x="41224" y="69938"/>
                  </a:lnTo>
                  <a:lnTo>
                    <a:pt x="43243" y="69456"/>
                  </a:lnTo>
                  <a:lnTo>
                    <a:pt x="43307" y="67970"/>
                  </a:lnTo>
                  <a:close/>
                </a:path>
                <a:path w="68580" h="78740">
                  <a:moveTo>
                    <a:pt x="68148" y="39001"/>
                  </a:moveTo>
                  <a:lnTo>
                    <a:pt x="66192" y="38277"/>
                  </a:lnTo>
                  <a:lnTo>
                    <a:pt x="63741" y="38112"/>
                  </a:lnTo>
                  <a:lnTo>
                    <a:pt x="61302" y="37960"/>
                  </a:lnTo>
                  <a:lnTo>
                    <a:pt x="60223" y="38227"/>
                  </a:lnTo>
                  <a:lnTo>
                    <a:pt x="60579" y="36957"/>
                  </a:lnTo>
                  <a:lnTo>
                    <a:pt x="60845" y="31267"/>
                  </a:lnTo>
                  <a:lnTo>
                    <a:pt x="60439" y="28917"/>
                  </a:lnTo>
                  <a:lnTo>
                    <a:pt x="59143" y="28829"/>
                  </a:lnTo>
                  <a:lnTo>
                    <a:pt x="58534" y="31115"/>
                  </a:lnTo>
                  <a:lnTo>
                    <a:pt x="58394" y="33959"/>
                  </a:lnTo>
                  <a:lnTo>
                    <a:pt x="58254" y="36817"/>
                  </a:lnTo>
                  <a:lnTo>
                    <a:pt x="58483" y="38138"/>
                  </a:lnTo>
                  <a:lnTo>
                    <a:pt x="57340" y="37706"/>
                  </a:lnTo>
                  <a:lnTo>
                    <a:pt x="52463" y="37414"/>
                  </a:lnTo>
                  <a:lnTo>
                    <a:pt x="50457" y="37884"/>
                  </a:lnTo>
                  <a:lnTo>
                    <a:pt x="50380" y="39382"/>
                  </a:lnTo>
                  <a:lnTo>
                    <a:pt x="52336" y="40106"/>
                  </a:lnTo>
                  <a:lnTo>
                    <a:pt x="54775" y="40271"/>
                  </a:lnTo>
                  <a:lnTo>
                    <a:pt x="57213" y="40424"/>
                  </a:lnTo>
                  <a:lnTo>
                    <a:pt x="58343" y="40157"/>
                  </a:lnTo>
                  <a:lnTo>
                    <a:pt x="58000" y="41427"/>
                  </a:lnTo>
                  <a:lnTo>
                    <a:pt x="57734" y="47129"/>
                  </a:lnTo>
                  <a:lnTo>
                    <a:pt x="58140" y="49466"/>
                  </a:lnTo>
                  <a:lnTo>
                    <a:pt x="59423" y="49555"/>
                  </a:lnTo>
                  <a:lnTo>
                    <a:pt x="60058" y="47269"/>
                  </a:lnTo>
                  <a:lnTo>
                    <a:pt x="60185" y="44424"/>
                  </a:lnTo>
                  <a:lnTo>
                    <a:pt x="60325" y="41579"/>
                  </a:lnTo>
                  <a:lnTo>
                    <a:pt x="60083" y="40271"/>
                  </a:lnTo>
                  <a:lnTo>
                    <a:pt x="61175" y="40678"/>
                  </a:lnTo>
                  <a:lnTo>
                    <a:pt x="66065" y="40970"/>
                  </a:lnTo>
                  <a:lnTo>
                    <a:pt x="68072" y="40487"/>
                  </a:lnTo>
                  <a:lnTo>
                    <a:pt x="68148" y="390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2" name="object 1872" descr=""/>
            <p:cNvSpPr/>
            <p:nvPr/>
          </p:nvSpPr>
          <p:spPr>
            <a:xfrm>
              <a:off x="15461078" y="7871091"/>
              <a:ext cx="54610" cy="88900"/>
            </a:xfrm>
            <a:custGeom>
              <a:avLst/>
              <a:gdLst/>
              <a:ahLst/>
              <a:cxnLst/>
              <a:rect l="l" t="t" r="r" b="b"/>
              <a:pathLst>
                <a:path w="54609" h="88900">
                  <a:moveTo>
                    <a:pt x="0" y="69644"/>
                  </a:moveTo>
                  <a:lnTo>
                    <a:pt x="16118" y="88447"/>
                  </a:lnTo>
                  <a:lnTo>
                    <a:pt x="54023" y="44218"/>
                  </a:lnTo>
                  <a:lnTo>
                    <a:pt x="16118" y="0"/>
                  </a:lnTo>
                  <a:lnTo>
                    <a:pt x="0" y="1879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3" name="object 1873" descr=""/>
            <p:cNvSpPr/>
            <p:nvPr/>
          </p:nvSpPr>
          <p:spPr>
            <a:xfrm>
              <a:off x="15467965" y="7875619"/>
              <a:ext cx="43180" cy="78740"/>
            </a:xfrm>
            <a:custGeom>
              <a:avLst/>
              <a:gdLst/>
              <a:ahLst/>
              <a:cxnLst/>
              <a:rect l="l" t="t" r="r" b="b"/>
              <a:pathLst>
                <a:path w="43180" h="78740">
                  <a:moveTo>
                    <a:pt x="17767" y="10172"/>
                  </a:moveTo>
                  <a:lnTo>
                    <a:pt x="15811" y="9448"/>
                  </a:lnTo>
                  <a:lnTo>
                    <a:pt x="13373" y="9283"/>
                  </a:lnTo>
                  <a:lnTo>
                    <a:pt x="10934" y="9131"/>
                  </a:lnTo>
                  <a:lnTo>
                    <a:pt x="9855" y="9398"/>
                  </a:lnTo>
                  <a:lnTo>
                    <a:pt x="10210" y="8128"/>
                  </a:lnTo>
                  <a:lnTo>
                    <a:pt x="10464" y="2438"/>
                  </a:lnTo>
                  <a:lnTo>
                    <a:pt x="10058" y="88"/>
                  </a:lnTo>
                  <a:lnTo>
                    <a:pt x="8775" y="0"/>
                  </a:lnTo>
                  <a:lnTo>
                    <a:pt x="8153" y="2286"/>
                  </a:lnTo>
                  <a:lnTo>
                    <a:pt x="8013" y="5130"/>
                  </a:lnTo>
                  <a:lnTo>
                    <a:pt x="7874" y="7988"/>
                  </a:lnTo>
                  <a:lnTo>
                    <a:pt x="8102" y="9321"/>
                  </a:lnTo>
                  <a:lnTo>
                    <a:pt x="6959" y="8890"/>
                  </a:lnTo>
                  <a:lnTo>
                    <a:pt x="2082" y="8585"/>
                  </a:lnTo>
                  <a:lnTo>
                    <a:pt x="76" y="9067"/>
                  </a:lnTo>
                  <a:lnTo>
                    <a:pt x="0" y="10566"/>
                  </a:lnTo>
                  <a:lnTo>
                    <a:pt x="1955" y="11277"/>
                  </a:lnTo>
                  <a:lnTo>
                    <a:pt x="4394" y="11442"/>
                  </a:lnTo>
                  <a:lnTo>
                    <a:pt x="6845" y="11595"/>
                  </a:lnTo>
                  <a:lnTo>
                    <a:pt x="7962" y="11328"/>
                  </a:lnTo>
                  <a:lnTo>
                    <a:pt x="7620" y="12598"/>
                  </a:lnTo>
                  <a:lnTo>
                    <a:pt x="7353" y="18300"/>
                  </a:lnTo>
                  <a:lnTo>
                    <a:pt x="7759" y="20650"/>
                  </a:lnTo>
                  <a:lnTo>
                    <a:pt x="9055" y="20726"/>
                  </a:lnTo>
                  <a:lnTo>
                    <a:pt x="9664" y="18440"/>
                  </a:lnTo>
                  <a:lnTo>
                    <a:pt x="9804" y="15595"/>
                  </a:lnTo>
                  <a:lnTo>
                    <a:pt x="9944" y="12750"/>
                  </a:lnTo>
                  <a:lnTo>
                    <a:pt x="9702" y="11442"/>
                  </a:lnTo>
                  <a:lnTo>
                    <a:pt x="10807" y="11849"/>
                  </a:lnTo>
                  <a:lnTo>
                    <a:pt x="15684" y="12153"/>
                  </a:lnTo>
                  <a:lnTo>
                    <a:pt x="17691" y="11671"/>
                  </a:lnTo>
                  <a:lnTo>
                    <a:pt x="17767" y="10172"/>
                  </a:lnTo>
                  <a:close/>
                </a:path>
                <a:path w="43180" h="78740">
                  <a:moveTo>
                    <a:pt x="18237" y="67970"/>
                  </a:moveTo>
                  <a:lnTo>
                    <a:pt x="16281" y="67246"/>
                  </a:lnTo>
                  <a:lnTo>
                    <a:pt x="13843" y="67081"/>
                  </a:lnTo>
                  <a:lnTo>
                    <a:pt x="11404" y="66929"/>
                  </a:lnTo>
                  <a:lnTo>
                    <a:pt x="10325" y="67195"/>
                  </a:lnTo>
                  <a:lnTo>
                    <a:pt x="10680" y="65925"/>
                  </a:lnTo>
                  <a:lnTo>
                    <a:pt x="10934" y="60236"/>
                  </a:lnTo>
                  <a:lnTo>
                    <a:pt x="10528" y="57886"/>
                  </a:lnTo>
                  <a:lnTo>
                    <a:pt x="9245" y="57797"/>
                  </a:lnTo>
                  <a:lnTo>
                    <a:pt x="8623" y="60083"/>
                  </a:lnTo>
                  <a:lnTo>
                    <a:pt x="8483" y="62928"/>
                  </a:lnTo>
                  <a:lnTo>
                    <a:pt x="8369" y="65786"/>
                  </a:lnTo>
                  <a:lnTo>
                    <a:pt x="8585" y="67119"/>
                  </a:lnTo>
                  <a:lnTo>
                    <a:pt x="7442" y="66675"/>
                  </a:lnTo>
                  <a:lnTo>
                    <a:pt x="2565" y="66382"/>
                  </a:lnTo>
                  <a:lnTo>
                    <a:pt x="546" y="66852"/>
                  </a:lnTo>
                  <a:lnTo>
                    <a:pt x="469" y="68351"/>
                  </a:lnTo>
                  <a:lnTo>
                    <a:pt x="2438" y="69075"/>
                  </a:lnTo>
                  <a:lnTo>
                    <a:pt x="4876" y="69240"/>
                  </a:lnTo>
                  <a:lnTo>
                    <a:pt x="7315" y="69392"/>
                  </a:lnTo>
                  <a:lnTo>
                    <a:pt x="8432" y="69126"/>
                  </a:lnTo>
                  <a:lnTo>
                    <a:pt x="8089" y="70396"/>
                  </a:lnTo>
                  <a:lnTo>
                    <a:pt x="7835" y="76098"/>
                  </a:lnTo>
                  <a:lnTo>
                    <a:pt x="8242" y="78435"/>
                  </a:lnTo>
                  <a:lnTo>
                    <a:pt x="9525" y="78524"/>
                  </a:lnTo>
                  <a:lnTo>
                    <a:pt x="10147" y="76238"/>
                  </a:lnTo>
                  <a:lnTo>
                    <a:pt x="10274" y="73393"/>
                  </a:lnTo>
                  <a:lnTo>
                    <a:pt x="10414" y="70548"/>
                  </a:lnTo>
                  <a:lnTo>
                    <a:pt x="10172" y="69240"/>
                  </a:lnTo>
                  <a:lnTo>
                    <a:pt x="11277" y="69646"/>
                  </a:lnTo>
                  <a:lnTo>
                    <a:pt x="16154" y="69938"/>
                  </a:lnTo>
                  <a:lnTo>
                    <a:pt x="18173" y="69456"/>
                  </a:lnTo>
                  <a:lnTo>
                    <a:pt x="18237" y="67970"/>
                  </a:lnTo>
                  <a:close/>
                </a:path>
                <a:path w="43180" h="78740">
                  <a:moveTo>
                    <a:pt x="43078" y="39001"/>
                  </a:moveTo>
                  <a:lnTo>
                    <a:pt x="41122" y="38277"/>
                  </a:lnTo>
                  <a:lnTo>
                    <a:pt x="38684" y="38112"/>
                  </a:lnTo>
                  <a:lnTo>
                    <a:pt x="36233" y="37960"/>
                  </a:lnTo>
                  <a:lnTo>
                    <a:pt x="35153" y="38227"/>
                  </a:lnTo>
                  <a:lnTo>
                    <a:pt x="35509" y="36957"/>
                  </a:lnTo>
                  <a:lnTo>
                    <a:pt x="35775" y="31267"/>
                  </a:lnTo>
                  <a:lnTo>
                    <a:pt x="35369" y="28917"/>
                  </a:lnTo>
                  <a:lnTo>
                    <a:pt x="34074" y="28829"/>
                  </a:lnTo>
                  <a:lnTo>
                    <a:pt x="33451" y="31115"/>
                  </a:lnTo>
                  <a:lnTo>
                    <a:pt x="33324" y="33959"/>
                  </a:lnTo>
                  <a:lnTo>
                    <a:pt x="33185" y="36817"/>
                  </a:lnTo>
                  <a:lnTo>
                    <a:pt x="33413" y="38138"/>
                  </a:lnTo>
                  <a:lnTo>
                    <a:pt x="32270" y="37706"/>
                  </a:lnTo>
                  <a:lnTo>
                    <a:pt x="27393" y="37414"/>
                  </a:lnTo>
                  <a:lnTo>
                    <a:pt x="25387" y="37884"/>
                  </a:lnTo>
                  <a:lnTo>
                    <a:pt x="25311" y="39382"/>
                  </a:lnTo>
                  <a:lnTo>
                    <a:pt x="27266" y="40106"/>
                  </a:lnTo>
                  <a:lnTo>
                    <a:pt x="29705" y="40271"/>
                  </a:lnTo>
                  <a:lnTo>
                    <a:pt x="32143" y="40424"/>
                  </a:lnTo>
                  <a:lnTo>
                    <a:pt x="33274" y="40157"/>
                  </a:lnTo>
                  <a:lnTo>
                    <a:pt x="32931" y="41427"/>
                  </a:lnTo>
                  <a:lnTo>
                    <a:pt x="32664" y="47129"/>
                  </a:lnTo>
                  <a:lnTo>
                    <a:pt x="33070" y="49466"/>
                  </a:lnTo>
                  <a:lnTo>
                    <a:pt x="34353" y="49555"/>
                  </a:lnTo>
                  <a:lnTo>
                    <a:pt x="34975" y="47269"/>
                  </a:lnTo>
                  <a:lnTo>
                    <a:pt x="35115" y="44424"/>
                  </a:lnTo>
                  <a:lnTo>
                    <a:pt x="35255" y="41579"/>
                  </a:lnTo>
                  <a:lnTo>
                    <a:pt x="35013" y="40271"/>
                  </a:lnTo>
                  <a:lnTo>
                    <a:pt x="36118" y="40678"/>
                  </a:lnTo>
                  <a:lnTo>
                    <a:pt x="40995" y="40970"/>
                  </a:lnTo>
                  <a:lnTo>
                    <a:pt x="43002" y="40487"/>
                  </a:lnTo>
                  <a:lnTo>
                    <a:pt x="43078" y="390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4" name="object 1874" descr=""/>
            <p:cNvSpPr/>
            <p:nvPr/>
          </p:nvSpPr>
          <p:spPr>
            <a:xfrm>
              <a:off x="15593306" y="7993799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0" y="44229"/>
                  </a:moveTo>
                  <a:lnTo>
                    <a:pt x="37915" y="88447"/>
                  </a:lnTo>
                  <a:lnTo>
                    <a:pt x="75819" y="44229"/>
                  </a:lnTo>
                  <a:lnTo>
                    <a:pt x="37915" y="0"/>
                  </a:lnTo>
                  <a:lnTo>
                    <a:pt x="0" y="44229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5" name="object 1875" descr=""/>
            <p:cNvSpPr/>
            <p:nvPr/>
          </p:nvSpPr>
          <p:spPr>
            <a:xfrm>
              <a:off x="15596921" y="7998339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408"/>
                  </a:moveTo>
                  <a:lnTo>
                    <a:pt x="15811" y="38684"/>
                  </a:lnTo>
                  <a:lnTo>
                    <a:pt x="13373" y="38531"/>
                  </a:lnTo>
                  <a:lnTo>
                    <a:pt x="10934" y="38366"/>
                  </a:lnTo>
                  <a:lnTo>
                    <a:pt x="9855" y="38633"/>
                  </a:lnTo>
                  <a:lnTo>
                    <a:pt x="10210" y="37363"/>
                  </a:lnTo>
                  <a:lnTo>
                    <a:pt x="10464" y="31673"/>
                  </a:lnTo>
                  <a:lnTo>
                    <a:pt x="10058" y="29324"/>
                  </a:lnTo>
                  <a:lnTo>
                    <a:pt x="8775" y="29248"/>
                  </a:lnTo>
                  <a:lnTo>
                    <a:pt x="8153" y="31521"/>
                  </a:lnTo>
                  <a:lnTo>
                    <a:pt x="8013" y="34378"/>
                  </a:lnTo>
                  <a:lnTo>
                    <a:pt x="7899" y="37223"/>
                  </a:lnTo>
                  <a:lnTo>
                    <a:pt x="8115" y="38569"/>
                  </a:lnTo>
                  <a:lnTo>
                    <a:pt x="6972" y="38125"/>
                  </a:lnTo>
                  <a:lnTo>
                    <a:pt x="2082" y="37820"/>
                  </a:lnTo>
                  <a:lnTo>
                    <a:pt x="76" y="38303"/>
                  </a:lnTo>
                  <a:lnTo>
                    <a:pt x="0" y="39801"/>
                  </a:lnTo>
                  <a:lnTo>
                    <a:pt x="1968" y="40525"/>
                  </a:lnTo>
                  <a:lnTo>
                    <a:pt x="4406" y="40678"/>
                  </a:lnTo>
                  <a:lnTo>
                    <a:pt x="6845" y="40830"/>
                  </a:lnTo>
                  <a:lnTo>
                    <a:pt x="7975" y="40563"/>
                  </a:lnTo>
                  <a:lnTo>
                    <a:pt x="7620" y="41846"/>
                  </a:lnTo>
                  <a:lnTo>
                    <a:pt x="7366" y="47536"/>
                  </a:lnTo>
                  <a:lnTo>
                    <a:pt x="7772" y="49885"/>
                  </a:lnTo>
                  <a:lnTo>
                    <a:pt x="9055" y="49961"/>
                  </a:lnTo>
                  <a:lnTo>
                    <a:pt x="9677" y="47688"/>
                  </a:lnTo>
                  <a:lnTo>
                    <a:pt x="9804" y="44831"/>
                  </a:lnTo>
                  <a:lnTo>
                    <a:pt x="9944" y="41986"/>
                  </a:lnTo>
                  <a:lnTo>
                    <a:pt x="9702" y="40678"/>
                  </a:lnTo>
                  <a:lnTo>
                    <a:pt x="10807" y="41084"/>
                  </a:lnTo>
                  <a:lnTo>
                    <a:pt x="15684" y="41389"/>
                  </a:lnTo>
                  <a:lnTo>
                    <a:pt x="17703" y="40906"/>
                  </a:lnTo>
                  <a:lnTo>
                    <a:pt x="17767" y="39408"/>
                  </a:lnTo>
                  <a:close/>
                </a:path>
                <a:path w="68580" h="78740">
                  <a:moveTo>
                    <a:pt x="42837" y="10172"/>
                  </a:moveTo>
                  <a:lnTo>
                    <a:pt x="40881" y="9448"/>
                  </a:lnTo>
                  <a:lnTo>
                    <a:pt x="38442" y="9283"/>
                  </a:lnTo>
                  <a:lnTo>
                    <a:pt x="36004" y="9131"/>
                  </a:lnTo>
                  <a:lnTo>
                    <a:pt x="34925" y="9398"/>
                  </a:lnTo>
                  <a:lnTo>
                    <a:pt x="35280" y="8128"/>
                  </a:lnTo>
                  <a:lnTo>
                    <a:pt x="35534" y="2438"/>
                  </a:lnTo>
                  <a:lnTo>
                    <a:pt x="35128" y="88"/>
                  </a:lnTo>
                  <a:lnTo>
                    <a:pt x="33845" y="0"/>
                  </a:lnTo>
                  <a:lnTo>
                    <a:pt x="33223" y="2286"/>
                  </a:lnTo>
                  <a:lnTo>
                    <a:pt x="33083" y="5130"/>
                  </a:lnTo>
                  <a:lnTo>
                    <a:pt x="32943" y="7988"/>
                  </a:lnTo>
                  <a:lnTo>
                    <a:pt x="33172" y="9321"/>
                  </a:lnTo>
                  <a:lnTo>
                    <a:pt x="32029" y="8890"/>
                  </a:lnTo>
                  <a:lnTo>
                    <a:pt x="27152" y="8585"/>
                  </a:lnTo>
                  <a:lnTo>
                    <a:pt x="25146" y="9067"/>
                  </a:lnTo>
                  <a:lnTo>
                    <a:pt x="25069" y="10553"/>
                  </a:lnTo>
                  <a:lnTo>
                    <a:pt x="27025" y="11277"/>
                  </a:lnTo>
                  <a:lnTo>
                    <a:pt x="29464" y="11442"/>
                  </a:lnTo>
                  <a:lnTo>
                    <a:pt x="31902" y="11595"/>
                  </a:lnTo>
                  <a:lnTo>
                    <a:pt x="33032" y="11328"/>
                  </a:lnTo>
                  <a:lnTo>
                    <a:pt x="32689" y="12598"/>
                  </a:lnTo>
                  <a:lnTo>
                    <a:pt x="32423" y="18300"/>
                  </a:lnTo>
                  <a:lnTo>
                    <a:pt x="32829" y="20637"/>
                  </a:lnTo>
                  <a:lnTo>
                    <a:pt x="34124" y="20726"/>
                  </a:lnTo>
                  <a:lnTo>
                    <a:pt x="34747" y="18440"/>
                  </a:lnTo>
                  <a:lnTo>
                    <a:pt x="34874" y="15595"/>
                  </a:lnTo>
                  <a:lnTo>
                    <a:pt x="35013" y="12750"/>
                  </a:lnTo>
                  <a:lnTo>
                    <a:pt x="34772" y="11442"/>
                  </a:lnTo>
                  <a:lnTo>
                    <a:pt x="35877" y="11849"/>
                  </a:lnTo>
                  <a:lnTo>
                    <a:pt x="40754" y="12153"/>
                  </a:lnTo>
                  <a:lnTo>
                    <a:pt x="42760" y="11671"/>
                  </a:lnTo>
                  <a:lnTo>
                    <a:pt x="42837" y="10172"/>
                  </a:lnTo>
                  <a:close/>
                </a:path>
                <a:path w="68580" h="78740">
                  <a:moveTo>
                    <a:pt x="43307" y="67957"/>
                  </a:moveTo>
                  <a:lnTo>
                    <a:pt x="41351" y="67246"/>
                  </a:lnTo>
                  <a:lnTo>
                    <a:pt x="38912" y="67081"/>
                  </a:lnTo>
                  <a:lnTo>
                    <a:pt x="36474" y="66929"/>
                  </a:lnTo>
                  <a:lnTo>
                    <a:pt x="35394" y="67195"/>
                  </a:lnTo>
                  <a:lnTo>
                    <a:pt x="35750" y="65925"/>
                  </a:lnTo>
                  <a:lnTo>
                    <a:pt x="36004" y="60223"/>
                  </a:lnTo>
                  <a:lnTo>
                    <a:pt x="35598" y="57886"/>
                  </a:lnTo>
                  <a:lnTo>
                    <a:pt x="34315" y="57797"/>
                  </a:lnTo>
                  <a:lnTo>
                    <a:pt x="33693" y="60083"/>
                  </a:lnTo>
                  <a:lnTo>
                    <a:pt x="33566" y="62928"/>
                  </a:lnTo>
                  <a:lnTo>
                    <a:pt x="33426" y="65773"/>
                  </a:lnTo>
                  <a:lnTo>
                    <a:pt x="33655" y="67106"/>
                  </a:lnTo>
                  <a:lnTo>
                    <a:pt x="32512" y="66675"/>
                  </a:lnTo>
                  <a:lnTo>
                    <a:pt x="27622" y="66370"/>
                  </a:lnTo>
                  <a:lnTo>
                    <a:pt x="25615" y="66852"/>
                  </a:lnTo>
                  <a:lnTo>
                    <a:pt x="25539" y="68351"/>
                  </a:lnTo>
                  <a:lnTo>
                    <a:pt x="27508" y="69075"/>
                  </a:lnTo>
                  <a:lnTo>
                    <a:pt x="29946" y="69227"/>
                  </a:lnTo>
                  <a:lnTo>
                    <a:pt x="32385" y="69392"/>
                  </a:lnTo>
                  <a:lnTo>
                    <a:pt x="33502" y="69126"/>
                  </a:lnTo>
                  <a:lnTo>
                    <a:pt x="33159" y="70396"/>
                  </a:lnTo>
                  <a:lnTo>
                    <a:pt x="32905" y="76098"/>
                  </a:lnTo>
                  <a:lnTo>
                    <a:pt x="33312" y="78435"/>
                  </a:lnTo>
                  <a:lnTo>
                    <a:pt x="34594" y="78524"/>
                  </a:lnTo>
                  <a:lnTo>
                    <a:pt x="35217" y="76238"/>
                  </a:lnTo>
                  <a:lnTo>
                    <a:pt x="35344" y="73393"/>
                  </a:lnTo>
                  <a:lnTo>
                    <a:pt x="35483" y="70548"/>
                  </a:lnTo>
                  <a:lnTo>
                    <a:pt x="35242" y="69227"/>
                  </a:lnTo>
                  <a:lnTo>
                    <a:pt x="36347" y="69634"/>
                  </a:lnTo>
                  <a:lnTo>
                    <a:pt x="41224" y="69938"/>
                  </a:lnTo>
                  <a:lnTo>
                    <a:pt x="43243" y="69456"/>
                  </a:lnTo>
                  <a:lnTo>
                    <a:pt x="43307" y="67957"/>
                  </a:lnTo>
                  <a:close/>
                </a:path>
                <a:path w="68580" h="78740">
                  <a:moveTo>
                    <a:pt x="68148" y="39001"/>
                  </a:moveTo>
                  <a:lnTo>
                    <a:pt x="66192" y="38277"/>
                  </a:lnTo>
                  <a:lnTo>
                    <a:pt x="63741" y="38112"/>
                  </a:lnTo>
                  <a:lnTo>
                    <a:pt x="61302" y="37960"/>
                  </a:lnTo>
                  <a:lnTo>
                    <a:pt x="60223" y="38227"/>
                  </a:lnTo>
                  <a:lnTo>
                    <a:pt x="60579" y="36957"/>
                  </a:lnTo>
                  <a:lnTo>
                    <a:pt x="60845" y="31267"/>
                  </a:lnTo>
                  <a:lnTo>
                    <a:pt x="60439" y="28917"/>
                  </a:lnTo>
                  <a:lnTo>
                    <a:pt x="59143" y="28829"/>
                  </a:lnTo>
                  <a:lnTo>
                    <a:pt x="58534" y="31115"/>
                  </a:lnTo>
                  <a:lnTo>
                    <a:pt x="58394" y="33959"/>
                  </a:lnTo>
                  <a:lnTo>
                    <a:pt x="58254" y="36804"/>
                  </a:lnTo>
                  <a:lnTo>
                    <a:pt x="58483" y="38138"/>
                  </a:lnTo>
                  <a:lnTo>
                    <a:pt x="57340" y="37706"/>
                  </a:lnTo>
                  <a:lnTo>
                    <a:pt x="52463" y="37401"/>
                  </a:lnTo>
                  <a:lnTo>
                    <a:pt x="50457" y="37884"/>
                  </a:lnTo>
                  <a:lnTo>
                    <a:pt x="50380" y="39382"/>
                  </a:lnTo>
                  <a:lnTo>
                    <a:pt x="52336" y="40106"/>
                  </a:lnTo>
                  <a:lnTo>
                    <a:pt x="54775" y="40271"/>
                  </a:lnTo>
                  <a:lnTo>
                    <a:pt x="57213" y="40424"/>
                  </a:lnTo>
                  <a:lnTo>
                    <a:pt x="58343" y="40157"/>
                  </a:lnTo>
                  <a:lnTo>
                    <a:pt x="58000" y="41427"/>
                  </a:lnTo>
                  <a:lnTo>
                    <a:pt x="57734" y="47129"/>
                  </a:lnTo>
                  <a:lnTo>
                    <a:pt x="58140" y="49466"/>
                  </a:lnTo>
                  <a:lnTo>
                    <a:pt x="59436" y="49555"/>
                  </a:lnTo>
                  <a:lnTo>
                    <a:pt x="60045" y="47269"/>
                  </a:lnTo>
                  <a:lnTo>
                    <a:pt x="60185" y="44424"/>
                  </a:lnTo>
                  <a:lnTo>
                    <a:pt x="60325" y="41579"/>
                  </a:lnTo>
                  <a:lnTo>
                    <a:pt x="60083" y="40271"/>
                  </a:lnTo>
                  <a:lnTo>
                    <a:pt x="61175" y="40665"/>
                  </a:lnTo>
                  <a:lnTo>
                    <a:pt x="66065" y="40970"/>
                  </a:lnTo>
                  <a:lnTo>
                    <a:pt x="68072" y="40487"/>
                  </a:lnTo>
                  <a:lnTo>
                    <a:pt x="68148" y="390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6" name="object 1876" descr=""/>
            <p:cNvSpPr/>
            <p:nvPr/>
          </p:nvSpPr>
          <p:spPr>
            <a:xfrm>
              <a:off x="15555822" y="8052623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0" y="44218"/>
                  </a:moveTo>
                  <a:lnTo>
                    <a:pt x="37915" y="88447"/>
                  </a:lnTo>
                  <a:lnTo>
                    <a:pt x="75819" y="44218"/>
                  </a:lnTo>
                  <a:lnTo>
                    <a:pt x="37915" y="0"/>
                  </a:lnTo>
                  <a:lnTo>
                    <a:pt x="0" y="4421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7" name="object 1877" descr=""/>
            <p:cNvSpPr/>
            <p:nvPr/>
          </p:nvSpPr>
          <p:spPr>
            <a:xfrm>
              <a:off x="15559444" y="8057152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408"/>
                  </a:moveTo>
                  <a:lnTo>
                    <a:pt x="15811" y="38684"/>
                  </a:lnTo>
                  <a:lnTo>
                    <a:pt x="13373" y="38531"/>
                  </a:lnTo>
                  <a:lnTo>
                    <a:pt x="10922" y="38366"/>
                  </a:lnTo>
                  <a:lnTo>
                    <a:pt x="9842" y="38633"/>
                  </a:lnTo>
                  <a:lnTo>
                    <a:pt x="10198" y="37363"/>
                  </a:lnTo>
                  <a:lnTo>
                    <a:pt x="10464" y="31673"/>
                  </a:lnTo>
                  <a:lnTo>
                    <a:pt x="10058" y="29324"/>
                  </a:lnTo>
                  <a:lnTo>
                    <a:pt x="8763" y="29248"/>
                  </a:lnTo>
                  <a:lnTo>
                    <a:pt x="8153" y="31521"/>
                  </a:lnTo>
                  <a:lnTo>
                    <a:pt x="8013" y="34378"/>
                  </a:lnTo>
                  <a:lnTo>
                    <a:pt x="7874" y="37223"/>
                  </a:lnTo>
                  <a:lnTo>
                    <a:pt x="8102" y="38557"/>
                  </a:lnTo>
                  <a:lnTo>
                    <a:pt x="6959" y="38125"/>
                  </a:lnTo>
                  <a:lnTo>
                    <a:pt x="2082" y="37820"/>
                  </a:lnTo>
                  <a:lnTo>
                    <a:pt x="76" y="38303"/>
                  </a:lnTo>
                  <a:lnTo>
                    <a:pt x="0" y="39801"/>
                  </a:lnTo>
                  <a:lnTo>
                    <a:pt x="1955" y="40525"/>
                  </a:lnTo>
                  <a:lnTo>
                    <a:pt x="4394" y="40678"/>
                  </a:lnTo>
                  <a:lnTo>
                    <a:pt x="6832" y="40830"/>
                  </a:lnTo>
                  <a:lnTo>
                    <a:pt x="7962" y="40563"/>
                  </a:lnTo>
                  <a:lnTo>
                    <a:pt x="7620" y="41846"/>
                  </a:lnTo>
                  <a:lnTo>
                    <a:pt x="7353" y="47536"/>
                  </a:lnTo>
                  <a:lnTo>
                    <a:pt x="7759" y="49885"/>
                  </a:lnTo>
                  <a:lnTo>
                    <a:pt x="9042" y="49961"/>
                  </a:lnTo>
                  <a:lnTo>
                    <a:pt x="9664" y="47688"/>
                  </a:lnTo>
                  <a:lnTo>
                    <a:pt x="9804" y="44831"/>
                  </a:lnTo>
                  <a:lnTo>
                    <a:pt x="9944" y="41986"/>
                  </a:lnTo>
                  <a:lnTo>
                    <a:pt x="9702" y="40678"/>
                  </a:lnTo>
                  <a:lnTo>
                    <a:pt x="10807" y="41084"/>
                  </a:lnTo>
                  <a:lnTo>
                    <a:pt x="15684" y="41389"/>
                  </a:lnTo>
                  <a:lnTo>
                    <a:pt x="17691" y="40906"/>
                  </a:lnTo>
                  <a:lnTo>
                    <a:pt x="17767" y="39408"/>
                  </a:lnTo>
                  <a:close/>
                </a:path>
                <a:path w="68580" h="78740">
                  <a:moveTo>
                    <a:pt x="42824" y="10172"/>
                  </a:moveTo>
                  <a:lnTo>
                    <a:pt x="40868" y="9448"/>
                  </a:lnTo>
                  <a:lnTo>
                    <a:pt x="38430" y="9283"/>
                  </a:lnTo>
                  <a:lnTo>
                    <a:pt x="35991" y="9131"/>
                  </a:lnTo>
                  <a:lnTo>
                    <a:pt x="34912" y="9398"/>
                  </a:lnTo>
                  <a:lnTo>
                    <a:pt x="35267" y="8128"/>
                  </a:lnTo>
                  <a:lnTo>
                    <a:pt x="35521" y="2438"/>
                  </a:lnTo>
                  <a:lnTo>
                    <a:pt x="35115" y="88"/>
                  </a:lnTo>
                  <a:lnTo>
                    <a:pt x="33832" y="0"/>
                  </a:lnTo>
                  <a:lnTo>
                    <a:pt x="33210" y="2286"/>
                  </a:lnTo>
                  <a:lnTo>
                    <a:pt x="33083" y="5130"/>
                  </a:lnTo>
                  <a:lnTo>
                    <a:pt x="32956" y="7988"/>
                  </a:lnTo>
                  <a:lnTo>
                    <a:pt x="33172" y="9321"/>
                  </a:lnTo>
                  <a:lnTo>
                    <a:pt x="32029" y="8890"/>
                  </a:lnTo>
                  <a:lnTo>
                    <a:pt x="27152" y="8585"/>
                  </a:lnTo>
                  <a:lnTo>
                    <a:pt x="25133" y="9067"/>
                  </a:lnTo>
                  <a:lnTo>
                    <a:pt x="25069" y="10553"/>
                  </a:lnTo>
                  <a:lnTo>
                    <a:pt x="27025" y="11277"/>
                  </a:lnTo>
                  <a:lnTo>
                    <a:pt x="29464" y="11442"/>
                  </a:lnTo>
                  <a:lnTo>
                    <a:pt x="31902" y="11595"/>
                  </a:lnTo>
                  <a:lnTo>
                    <a:pt x="33020" y="11328"/>
                  </a:lnTo>
                  <a:lnTo>
                    <a:pt x="32677" y="12598"/>
                  </a:lnTo>
                  <a:lnTo>
                    <a:pt x="32423" y="18300"/>
                  </a:lnTo>
                  <a:lnTo>
                    <a:pt x="32829" y="20637"/>
                  </a:lnTo>
                  <a:lnTo>
                    <a:pt x="34112" y="20726"/>
                  </a:lnTo>
                  <a:lnTo>
                    <a:pt x="34734" y="18440"/>
                  </a:lnTo>
                  <a:lnTo>
                    <a:pt x="34874" y="15595"/>
                  </a:lnTo>
                  <a:lnTo>
                    <a:pt x="35001" y="12750"/>
                  </a:lnTo>
                  <a:lnTo>
                    <a:pt x="34759" y="11442"/>
                  </a:lnTo>
                  <a:lnTo>
                    <a:pt x="35864" y="11849"/>
                  </a:lnTo>
                  <a:lnTo>
                    <a:pt x="40741" y="12141"/>
                  </a:lnTo>
                  <a:lnTo>
                    <a:pt x="42760" y="11671"/>
                  </a:lnTo>
                  <a:lnTo>
                    <a:pt x="42824" y="10172"/>
                  </a:lnTo>
                  <a:close/>
                </a:path>
                <a:path w="68580" h="78740">
                  <a:moveTo>
                    <a:pt x="43307" y="67970"/>
                  </a:moveTo>
                  <a:lnTo>
                    <a:pt x="41351" y="67246"/>
                  </a:lnTo>
                  <a:lnTo>
                    <a:pt x="38912" y="67081"/>
                  </a:lnTo>
                  <a:lnTo>
                    <a:pt x="36461" y="66929"/>
                  </a:lnTo>
                  <a:lnTo>
                    <a:pt x="35382" y="67195"/>
                  </a:lnTo>
                  <a:lnTo>
                    <a:pt x="35737" y="65925"/>
                  </a:lnTo>
                  <a:lnTo>
                    <a:pt x="36004" y="60223"/>
                  </a:lnTo>
                  <a:lnTo>
                    <a:pt x="35598" y="57886"/>
                  </a:lnTo>
                  <a:lnTo>
                    <a:pt x="34302" y="57797"/>
                  </a:lnTo>
                  <a:lnTo>
                    <a:pt x="33693" y="60083"/>
                  </a:lnTo>
                  <a:lnTo>
                    <a:pt x="33553" y="62928"/>
                  </a:lnTo>
                  <a:lnTo>
                    <a:pt x="33426" y="65773"/>
                  </a:lnTo>
                  <a:lnTo>
                    <a:pt x="33642" y="67119"/>
                  </a:lnTo>
                  <a:lnTo>
                    <a:pt x="32499" y="66675"/>
                  </a:lnTo>
                  <a:lnTo>
                    <a:pt x="27622" y="66370"/>
                  </a:lnTo>
                  <a:lnTo>
                    <a:pt x="25615" y="66852"/>
                  </a:lnTo>
                  <a:lnTo>
                    <a:pt x="25539" y="68351"/>
                  </a:lnTo>
                  <a:lnTo>
                    <a:pt x="27495" y="69075"/>
                  </a:lnTo>
                  <a:lnTo>
                    <a:pt x="29933" y="69240"/>
                  </a:lnTo>
                  <a:lnTo>
                    <a:pt x="32372" y="69392"/>
                  </a:lnTo>
                  <a:lnTo>
                    <a:pt x="33502" y="69126"/>
                  </a:lnTo>
                  <a:lnTo>
                    <a:pt x="33159" y="70396"/>
                  </a:lnTo>
                  <a:lnTo>
                    <a:pt x="32893" y="76098"/>
                  </a:lnTo>
                  <a:lnTo>
                    <a:pt x="33299" y="78435"/>
                  </a:lnTo>
                  <a:lnTo>
                    <a:pt x="34594" y="78524"/>
                  </a:lnTo>
                  <a:lnTo>
                    <a:pt x="35204" y="76238"/>
                  </a:lnTo>
                  <a:lnTo>
                    <a:pt x="35344" y="73393"/>
                  </a:lnTo>
                  <a:lnTo>
                    <a:pt x="35483" y="70548"/>
                  </a:lnTo>
                  <a:lnTo>
                    <a:pt x="35242" y="69240"/>
                  </a:lnTo>
                  <a:lnTo>
                    <a:pt x="36347" y="69634"/>
                  </a:lnTo>
                  <a:lnTo>
                    <a:pt x="41224" y="69938"/>
                  </a:lnTo>
                  <a:lnTo>
                    <a:pt x="43230" y="69456"/>
                  </a:lnTo>
                  <a:lnTo>
                    <a:pt x="43307" y="67970"/>
                  </a:lnTo>
                  <a:close/>
                </a:path>
                <a:path w="68580" h="78740">
                  <a:moveTo>
                    <a:pt x="68135" y="39001"/>
                  </a:moveTo>
                  <a:lnTo>
                    <a:pt x="66179" y="38277"/>
                  </a:lnTo>
                  <a:lnTo>
                    <a:pt x="63741" y="38112"/>
                  </a:lnTo>
                  <a:lnTo>
                    <a:pt x="61302" y="37960"/>
                  </a:lnTo>
                  <a:lnTo>
                    <a:pt x="60223" y="38227"/>
                  </a:lnTo>
                  <a:lnTo>
                    <a:pt x="60579" y="36957"/>
                  </a:lnTo>
                  <a:lnTo>
                    <a:pt x="60833" y="31254"/>
                  </a:lnTo>
                  <a:lnTo>
                    <a:pt x="60426" y="28917"/>
                  </a:lnTo>
                  <a:lnTo>
                    <a:pt x="59143" y="28829"/>
                  </a:lnTo>
                  <a:lnTo>
                    <a:pt x="58521" y="31115"/>
                  </a:lnTo>
                  <a:lnTo>
                    <a:pt x="58381" y="33959"/>
                  </a:lnTo>
                  <a:lnTo>
                    <a:pt x="58254" y="36804"/>
                  </a:lnTo>
                  <a:lnTo>
                    <a:pt x="58483" y="38150"/>
                  </a:lnTo>
                  <a:lnTo>
                    <a:pt x="57327" y="37706"/>
                  </a:lnTo>
                  <a:lnTo>
                    <a:pt x="52451" y="37414"/>
                  </a:lnTo>
                  <a:lnTo>
                    <a:pt x="50444" y="37884"/>
                  </a:lnTo>
                  <a:lnTo>
                    <a:pt x="50368" y="39382"/>
                  </a:lnTo>
                  <a:lnTo>
                    <a:pt x="52324" y="40106"/>
                  </a:lnTo>
                  <a:lnTo>
                    <a:pt x="54762" y="40271"/>
                  </a:lnTo>
                  <a:lnTo>
                    <a:pt x="57213" y="40424"/>
                  </a:lnTo>
                  <a:lnTo>
                    <a:pt x="58331" y="40157"/>
                  </a:lnTo>
                  <a:lnTo>
                    <a:pt x="57988" y="41427"/>
                  </a:lnTo>
                  <a:lnTo>
                    <a:pt x="57721" y="47129"/>
                  </a:lnTo>
                  <a:lnTo>
                    <a:pt x="58140" y="49466"/>
                  </a:lnTo>
                  <a:lnTo>
                    <a:pt x="59423" y="49555"/>
                  </a:lnTo>
                  <a:lnTo>
                    <a:pt x="60045" y="47269"/>
                  </a:lnTo>
                  <a:lnTo>
                    <a:pt x="60172" y="44424"/>
                  </a:lnTo>
                  <a:lnTo>
                    <a:pt x="60312" y="41579"/>
                  </a:lnTo>
                  <a:lnTo>
                    <a:pt x="60071" y="40259"/>
                  </a:lnTo>
                  <a:lnTo>
                    <a:pt x="61175" y="40665"/>
                  </a:lnTo>
                  <a:lnTo>
                    <a:pt x="66052" y="40970"/>
                  </a:lnTo>
                  <a:lnTo>
                    <a:pt x="68059" y="40487"/>
                  </a:lnTo>
                  <a:lnTo>
                    <a:pt x="68135" y="390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8" name="object 1878" descr=""/>
            <p:cNvSpPr/>
            <p:nvPr/>
          </p:nvSpPr>
          <p:spPr>
            <a:xfrm>
              <a:off x="15477806" y="8052623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0" y="44218"/>
                  </a:moveTo>
                  <a:lnTo>
                    <a:pt x="37915" y="88447"/>
                  </a:lnTo>
                  <a:lnTo>
                    <a:pt x="75819" y="44218"/>
                  </a:lnTo>
                  <a:lnTo>
                    <a:pt x="37915" y="0"/>
                  </a:lnTo>
                  <a:lnTo>
                    <a:pt x="0" y="4421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9" name="object 1879" descr=""/>
            <p:cNvSpPr/>
            <p:nvPr/>
          </p:nvSpPr>
          <p:spPr>
            <a:xfrm>
              <a:off x="15481427" y="8057152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408"/>
                  </a:moveTo>
                  <a:lnTo>
                    <a:pt x="15811" y="38684"/>
                  </a:lnTo>
                  <a:lnTo>
                    <a:pt x="13373" y="38531"/>
                  </a:lnTo>
                  <a:lnTo>
                    <a:pt x="10934" y="38366"/>
                  </a:lnTo>
                  <a:lnTo>
                    <a:pt x="9842" y="38633"/>
                  </a:lnTo>
                  <a:lnTo>
                    <a:pt x="10198" y="37363"/>
                  </a:lnTo>
                  <a:lnTo>
                    <a:pt x="10464" y="31673"/>
                  </a:lnTo>
                  <a:lnTo>
                    <a:pt x="10058" y="29324"/>
                  </a:lnTo>
                  <a:lnTo>
                    <a:pt x="8763" y="29248"/>
                  </a:lnTo>
                  <a:lnTo>
                    <a:pt x="8140" y="31521"/>
                  </a:lnTo>
                  <a:lnTo>
                    <a:pt x="8013" y="34378"/>
                  </a:lnTo>
                  <a:lnTo>
                    <a:pt x="7874" y="37223"/>
                  </a:lnTo>
                  <a:lnTo>
                    <a:pt x="8102" y="38557"/>
                  </a:lnTo>
                  <a:lnTo>
                    <a:pt x="6959" y="38125"/>
                  </a:lnTo>
                  <a:lnTo>
                    <a:pt x="2082" y="37820"/>
                  </a:lnTo>
                  <a:lnTo>
                    <a:pt x="76" y="38303"/>
                  </a:lnTo>
                  <a:lnTo>
                    <a:pt x="0" y="39801"/>
                  </a:lnTo>
                  <a:lnTo>
                    <a:pt x="1955" y="40525"/>
                  </a:lnTo>
                  <a:lnTo>
                    <a:pt x="4394" y="40678"/>
                  </a:lnTo>
                  <a:lnTo>
                    <a:pt x="6832" y="40830"/>
                  </a:lnTo>
                  <a:lnTo>
                    <a:pt x="7962" y="40563"/>
                  </a:lnTo>
                  <a:lnTo>
                    <a:pt x="7620" y="41846"/>
                  </a:lnTo>
                  <a:lnTo>
                    <a:pt x="7353" y="47536"/>
                  </a:lnTo>
                  <a:lnTo>
                    <a:pt x="7759" y="49885"/>
                  </a:lnTo>
                  <a:lnTo>
                    <a:pt x="9055" y="49961"/>
                  </a:lnTo>
                  <a:lnTo>
                    <a:pt x="9664" y="47688"/>
                  </a:lnTo>
                  <a:lnTo>
                    <a:pt x="9804" y="44831"/>
                  </a:lnTo>
                  <a:lnTo>
                    <a:pt x="9944" y="41986"/>
                  </a:lnTo>
                  <a:lnTo>
                    <a:pt x="9702" y="40678"/>
                  </a:lnTo>
                  <a:lnTo>
                    <a:pt x="10807" y="41084"/>
                  </a:lnTo>
                  <a:lnTo>
                    <a:pt x="15684" y="41389"/>
                  </a:lnTo>
                  <a:lnTo>
                    <a:pt x="17691" y="40906"/>
                  </a:lnTo>
                  <a:lnTo>
                    <a:pt x="17767" y="39408"/>
                  </a:lnTo>
                  <a:close/>
                </a:path>
                <a:path w="68580" h="78740">
                  <a:moveTo>
                    <a:pt x="42837" y="10172"/>
                  </a:moveTo>
                  <a:lnTo>
                    <a:pt x="40868" y="9448"/>
                  </a:lnTo>
                  <a:lnTo>
                    <a:pt x="38430" y="9283"/>
                  </a:lnTo>
                  <a:lnTo>
                    <a:pt x="35991" y="9131"/>
                  </a:lnTo>
                  <a:lnTo>
                    <a:pt x="34912" y="9398"/>
                  </a:lnTo>
                  <a:lnTo>
                    <a:pt x="35267" y="8128"/>
                  </a:lnTo>
                  <a:lnTo>
                    <a:pt x="35534" y="2438"/>
                  </a:lnTo>
                  <a:lnTo>
                    <a:pt x="35115" y="88"/>
                  </a:lnTo>
                  <a:lnTo>
                    <a:pt x="33832" y="0"/>
                  </a:lnTo>
                  <a:lnTo>
                    <a:pt x="33210" y="2286"/>
                  </a:lnTo>
                  <a:lnTo>
                    <a:pt x="33083" y="5130"/>
                  </a:lnTo>
                  <a:lnTo>
                    <a:pt x="32943" y="7988"/>
                  </a:lnTo>
                  <a:lnTo>
                    <a:pt x="33172" y="9321"/>
                  </a:lnTo>
                  <a:lnTo>
                    <a:pt x="32029" y="8890"/>
                  </a:lnTo>
                  <a:lnTo>
                    <a:pt x="27152" y="8585"/>
                  </a:lnTo>
                  <a:lnTo>
                    <a:pt x="25133" y="9067"/>
                  </a:lnTo>
                  <a:lnTo>
                    <a:pt x="25069" y="10553"/>
                  </a:lnTo>
                  <a:lnTo>
                    <a:pt x="27025" y="11277"/>
                  </a:lnTo>
                  <a:lnTo>
                    <a:pt x="29464" y="11442"/>
                  </a:lnTo>
                  <a:lnTo>
                    <a:pt x="31902" y="11595"/>
                  </a:lnTo>
                  <a:lnTo>
                    <a:pt x="33020" y="11328"/>
                  </a:lnTo>
                  <a:lnTo>
                    <a:pt x="32677" y="12598"/>
                  </a:lnTo>
                  <a:lnTo>
                    <a:pt x="32423" y="18300"/>
                  </a:lnTo>
                  <a:lnTo>
                    <a:pt x="32829" y="20637"/>
                  </a:lnTo>
                  <a:lnTo>
                    <a:pt x="34112" y="20726"/>
                  </a:lnTo>
                  <a:lnTo>
                    <a:pt x="34734" y="18440"/>
                  </a:lnTo>
                  <a:lnTo>
                    <a:pt x="34874" y="15595"/>
                  </a:lnTo>
                  <a:lnTo>
                    <a:pt x="35001" y="12750"/>
                  </a:lnTo>
                  <a:lnTo>
                    <a:pt x="34759" y="11442"/>
                  </a:lnTo>
                  <a:lnTo>
                    <a:pt x="35864" y="11849"/>
                  </a:lnTo>
                  <a:lnTo>
                    <a:pt x="40741" y="12141"/>
                  </a:lnTo>
                  <a:lnTo>
                    <a:pt x="42760" y="11671"/>
                  </a:lnTo>
                  <a:lnTo>
                    <a:pt x="42837" y="10172"/>
                  </a:lnTo>
                  <a:close/>
                </a:path>
                <a:path w="68580" h="78740">
                  <a:moveTo>
                    <a:pt x="43307" y="67970"/>
                  </a:moveTo>
                  <a:lnTo>
                    <a:pt x="41351" y="67246"/>
                  </a:lnTo>
                  <a:lnTo>
                    <a:pt x="38912" y="67081"/>
                  </a:lnTo>
                  <a:lnTo>
                    <a:pt x="36474" y="66929"/>
                  </a:lnTo>
                  <a:lnTo>
                    <a:pt x="35382" y="67195"/>
                  </a:lnTo>
                  <a:lnTo>
                    <a:pt x="35737" y="65925"/>
                  </a:lnTo>
                  <a:lnTo>
                    <a:pt x="36004" y="60223"/>
                  </a:lnTo>
                  <a:lnTo>
                    <a:pt x="35598" y="57886"/>
                  </a:lnTo>
                  <a:lnTo>
                    <a:pt x="34302" y="57797"/>
                  </a:lnTo>
                  <a:lnTo>
                    <a:pt x="33693" y="60083"/>
                  </a:lnTo>
                  <a:lnTo>
                    <a:pt x="33553" y="62928"/>
                  </a:lnTo>
                  <a:lnTo>
                    <a:pt x="33413" y="65773"/>
                  </a:lnTo>
                  <a:lnTo>
                    <a:pt x="33642" y="67106"/>
                  </a:lnTo>
                  <a:lnTo>
                    <a:pt x="32499" y="66675"/>
                  </a:lnTo>
                  <a:lnTo>
                    <a:pt x="27622" y="66370"/>
                  </a:lnTo>
                  <a:lnTo>
                    <a:pt x="25615" y="66852"/>
                  </a:lnTo>
                  <a:lnTo>
                    <a:pt x="25539" y="68351"/>
                  </a:lnTo>
                  <a:lnTo>
                    <a:pt x="27495" y="69075"/>
                  </a:lnTo>
                  <a:lnTo>
                    <a:pt x="29933" y="69240"/>
                  </a:lnTo>
                  <a:lnTo>
                    <a:pt x="32372" y="69392"/>
                  </a:lnTo>
                  <a:lnTo>
                    <a:pt x="33502" y="69126"/>
                  </a:lnTo>
                  <a:lnTo>
                    <a:pt x="33159" y="70396"/>
                  </a:lnTo>
                  <a:lnTo>
                    <a:pt x="32893" y="76098"/>
                  </a:lnTo>
                  <a:lnTo>
                    <a:pt x="33299" y="78435"/>
                  </a:lnTo>
                  <a:lnTo>
                    <a:pt x="34594" y="78524"/>
                  </a:lnTo>
                  <a:lnTo>
                    <a:pt x="35217" y="76238"/>
                  </a:lnTo>
                  <a:lnTo>
                    <a:pt x="35344" y="73393"/>
                  </a:lnTo>
                  <a:lnTo>
                    <a:pt x="35483" y="70548"/>
                  </a:lnTo>
                  <a:lnTo>
                    <a:pt x="35242" y="69240"/>
                  </a:lnTo>
                  <a:lnTo>
                    <a:pt x="36347" y="69634"/>
                  </a:lnTo>
                  <a:lnTo>
                    <a:pt x="41224" y="69938"/>
                  </a:lnTo>
                  <a:lnTo>
                    <a:pt x="43230" y="69456"/>
                  </a:lnTo>
                  <a:lnTo>
                    <a:pt x="43307" y="67970"/>
                  </a:lnTo>
                  <a:close/>
                </a:path>
                <a:path w="68580" h="78740">
                  <a:moveTo>
                    <a:pt x="68135" y="39001"/>
                  </a:moveTo>
                  <a:lnTo>
                    <a:pt x="66179" y="38277"/>
                  </a:lnTo>
                  <a:lnTo>
                    <a:pt x="63741" y="38112"/>
                  </a:lnTo>
                  <a:lnTo>
                    <a:pt x="61302" y="37960"/>
                  </a:lnTo>
                  <a:lnTo>
                    <a:pt x="60223" y="38227"/>
                  </a:lnTo>
                  <a:lnTo>
                    <a:pt x="60579" y="36957"/>
                  </a:lnTo>
                  <a:lnTo>
                    <a:pt x="60833" y="31254"/>
                  </a:lnTo>
                  <a:lnTo>
                    <a:pt x="60426" y="28917"/>
                  </a:lnTo>
                  <a:lnTo>
                    <a:pt x="59143" y="28829"/>
                  </a:lnTo>
                  <a:lnTo>
                    <a:pt x="58521" y="31115"/>
                  </a:lnTo>
                  <a:lnTo>
                    <a:pt x="58381" y="33959"/>
                  </a:lnTo>
                  <a:lnTo>
                    <a:pt x="58254" y="36804"/>
                  </a:lnTo>
                  <a:lnTo>
                    <a:pt x="58483" y="38138"/>
                  </a:lnTo>
                  <a:lnTo>
                    <a:pt x="57340" y="37706"/>
                  </a:lnTo>
                  <a:lnTo>
                    <a:pt x="52451" y="37414"/>
                  </a:lnTo>
                  <a:lnTo>
                    <a:pt x="50444" y="37884"/>
                  </a:lnTo>
                  <a:lnTo>
                    <a:pt x="50368" y="39382"/>
                  </a:lnTo>
                  <a:lnTo>
                    <a:pt x="52336" y="40106"/>
                  </a:lnTo>
                  <a:lnTo>
                    <a:pt x="54775" y="40271"/>
                  </a:lnTo>
                  <a:lnTo>
                    <a:pt x="57213" y="40424"/>
                  </a:lnTo>
                  <a:lnTo>
                    <a:pt x="58331" y="40157"/>
                  </a:lnTo>
                  <a:lnTo>
                    <a:pt x="57988" y="41427"/>
                  </a:lnTo>
                  <a:lnTo>
                    <a:pt x="57721" y="47129"/>
                  </a:lnTo>
                  <a:lnTo>
                    <a:pt x="58140" y="49466"/>
                  </a:lnTo>
                  <a:lnTo>
                    <a:pt x="59423" y="49555"/>
                  </a:lnTo>
                  <a:lnTo>
                    <a:pt x="60045" y="47269"/>
                  </a:lnTo>
                  <a:lnTo>
                    <a:pt x="60172" y="44424"/>
                  </a:lnTo>
                  <a:lnTo>
                    <a:pt x="60299" y="41579"/>
                  </a:lnTo>
                  <a:lnTo>
                    <a:pt x="60058" y="40259"/>
                  </a:lnTo>
                  <a:lnTo>
                    <a:pt x="61175" y="40665"/>
                  </a:lnTo>
                  <a:lnTo>
                    <a:pt x="66052" y="40970"/>
                  </a:lnTo>
                  <a:lnTo>
                    <a:pt x="68072" y="40487"/>
                  </a:lnTo>
                  <a:lnTo>
                    <a:pt x="68135" y="390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0" name="object 1880" descr=""/>
            <p:cNvSpPr/>
            <p:nvPr/>
          </p:nvSpPr>
          <p:spPr>
            <a:xfrm>
              <a:off x="15631646" y="8052623"/>
              <a:ext cx="59055" cy="88900"/>
            </a:xfrm>
            <a:custGeom>
              <a:avLst/>
              <a:gdLst/>
              <a:ahLst/>
              <a:cxnLst/>
              <a:rect l="l" t="t" r="r" b="b"/>
              <a:pathLst>
                <a:path w="59055" h="88900">
                  <a:moveTo>
                    <a:pt x="0" y="44218"/>
                  </a:moveTo>
                  <a:lnTo>
                    <a:pt x="37915" y="88447"/>
                  </a:lnTo>
                  <a:lnTo>
                    <a:pt x="59050" y="63785"/>
                  </a:lnTo>
                </a:path>
                <a:path w="59055" h="88900">
                  <a:moveTo>
                    <a:pt x="57824" y="23226"/>
                  </a:moveTo>
                  <a:lnTo>
                    <a:pt x="37915" y="0"/>
                  </a:lnTo>
                  <a:lnTo>
                    <a:pt x="0" y="4421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1" name="object 1881" descr=""/>
            <p:cNvSpPr/>
            <p:nvPr/>
          </p:nvSpPr>
          <p:spPr>
            <a:xfrm>
              <a:off x="15635263" y="8057152"/>
              <a:ext cx="55244" cy="78740"/>
            </a:xfrm>
            <a:custGeom>
              <a:avLst/>
              <a:gdLst/>
              <a:ahLst/>
              <a:cxnLst/>
              <a:rect l="l" t="t" r="r" b="b"/>
              <a:pathLst>
                <a:path w="55244" h="78740">
                  <a:moveTo>
                    <a:pt x="17767" y="39408"/>
                  </a:moveTo>
                  <a:lnTo>
                    <a:pt x="15811" y="38684"/>
                  </a:lnTo>
                  <a:lnTo>
                    <a:pt x="13373" y="38531"/>
                  </a:lnTo>
                  <a:lnTo>
                    <a:pt x="10934" y="38366"/>
                  </a:lnTo>
                  <a:lnTo>
                    <a:pt x="9855" y="38633"/>
                  </a:lnTo>
                  <a:lnTo>
                    <a:pt x="10210" y="37363"/>
                  </a:lnTo>
                  <a:lnTo>
                    <a:pt x="10464" y="31673"/>
                  </a:lnTo>
                  <a:lnTo>
                    <a:pt x="10058" y="29324"/>
                  </a:lnTo>
                  <a:lnTo>
                    <a:pt x="8775" y="29248"/>
                  </a:lnTo>
                  <a:lnTo>
                    <a:pt x="8140" y="31521"/>
                  </a:lnTo>
                  <a:lnTo>
                    <a:pt x="8013" y="34378"/>
                  </a:lnTo>
                  <a:lnTo>
                    <a:pt x="7886" y="37223"/>
                  </a:lnTo>
                  <a:lnTo>
                    <a:pt x="8115" y="38557"/>
                  </a:lnTo>
                  <a:lnTo>
                    <a:pt x="6972" y="38125"/>
                  </a:lnTo>
                  <a:lnTo>
                    <a:pt x="2082" y="37820"/>
                  </a:lnTo>
                  <a:lnTo>
                    <a:pt x="76" y="38303"/>
                  </a:lnTo>
                  <a:lnTo>
                    <a:pt x="0" y="39801"/>
                  </a:lnTo>
                  <a:lnTo>
                    <a:pt x="1955" y="40525"/>
                  </a:lnTo>
                  <a:lnTo>
                    <a:pt x="4406" y="40678"/>
                  </a:lnTo>
                  <a:lnTo>
                    <a:pt x="6845" y="40830"/>
                  </a:lnTo>
                  <a:lnTo>
                    <a:pt x="7962" y="40563"/>
                  </a:lnTo>
                  <a:lnTo>
                    <a:pt x="7620" y="41846"/>
                  </a:lnTo>
                  <a:lnTo>
                    <a:pt x="7353" y="47536"/>
                  </a:lnTo>
                  <a:lnTo>
                    <a:pt x="7772" y="49885"/>
                  </a:lnTo>
                  <a:lnTo>
                    <a:pt x="9055" y="49961"/>
                  </a:lnTo>
                  <a:lnTo>
                    <a:pt x="9677" y="47688"/>
                  </a:lnTo>
                  <a:lnTo>
                    <a:pt x="9804" y="44831"/>
                  </a:lnTo>
                  <a:lnTo>
                    <a:pt x="9944" y="41986"/>
                  </a:lnTo>
                  <a:lnTo>
                    <a:pt x="9702" y="40678"/>
                  </a:lnTo>
                  <a:lnTo>
                    <a:pt x="10807" y="41084"/>
                  </a:lnTo>
                  <a:lnTo>
                    <a:pt x="15684" y="41389"/>
                  </a:lnTo>
                  <a:lnTo>
                    <a:pt x="17691" y="40906"/>
                  </a:lnTo>
                  <a:lnTo>
                    <a:pt x="17767" y="39408"/>
                  </a:lnTo>
                  <a:close/>
                </a:path>
                <a:path w="55244" h="78740">
                  <a:moveTo>
                    <a:pt x="42837" y="10172"/>
                  </a:moveTo>
                  <a:lnTo>
                    <a:pt x="40881" y="9448"/>
                  </a:lnTo>
                  <a:lnTo>
                    <a:pt x="38442" y="9283"/>
                  </a:lnTo>
                  <a:lnTo>
                    <a:pt x="35991" y="9131"/>
                  </a:lnTo>
                  <a:lnTo>
                    <a:pt x="34912" y="9398"/>
                  </a:lnTo>
                  <a:lnTo>
                    <a:pt x="35267" y="8128"/>
                  </a:lnTo>
                  <a:lnTo>
                    <a:pt x="35534" y="2438"/>
                  </a:lnTo>
                  <a:lnTo>
                    <a:pt x="35128" y="88"/>
                  </a:lnTo>
                  <a:lnTo>
                    <a:pt x="33832" y="0"/>
                  </a:lnTo>
                  <a:lnTo>
                    <a:pt x="33223" y="2286"/>
                  </a:lnTo>
                  <a:lnTo>
                    <a:pt x="33083" y="5130"/>
                  </a:lnTo>
                  <a:lnTo>
                    <a:pt x="32943" y="7988"/>
                  </a:lnTo>
                  <a:lnTo>
                    <a:pt x="33172" y="9321"/>
                  </a:lnTo>
                  <a:lnTo>
                    <a:pt x="32029" y="8890"/>
                  </a:lnTo>
                  <a:lnTo>
                    <a:pt x="27152" y="8585"/>
                  </a:lnTo>
                  <a:lnTo>
                    <a:pt x="25146" y="9067"/>
                  </a:lnTo>
                  <a:lnTo>
                    <a:pt x="25069" y="10553"/>
                  </a:lnTo>
                  <a:lnTo>
                    <a:pt x="27025" y="11277"/>
                  </a:lnTo>
                  <a:lnTo>
                    <a:pt x="29464" y="11442"/>
                  </a:lnTo>
                  <a:lnTo>
                    <a:pt x="31902" y="11595"/>
                  </a:lnTo>
                  <a:lnTo>
                    <a:pt x="33032" y="11328"/>
                  </a:lnTo>
                  <a:lnTo>
                    <a:pt x="32689" y="12598"/>
                  </a:lnTo>
                  <a:lnTo>
                    <a:pt x="32423" y="18300"/>
                  </a:lnTo>
                  <a:lnTo>
                    <a:pt x="32829" y="20637"/>
                  </a:lnTo>
                  <a:lnTo>
                    <a:pt x="34124" y="20726"/>
                  </a:lnTo>
                  <a:lnTo>
                    <a:pt x="34734" y="18440"/>
                  </a:lnTo>
                  <a:lnTo>
                    <a:pt x="34874" y="15595"/>
                  </a:lnTo>
                  <a:lnTo>
                    <a:pt x="35001" y="12750"/>
                  </a:lnTo>
                  <a:lnTo>
                    <a:pt x="34772" y="11442"/>
                  </a:lnTo>
                  <a:lnTo>
                    <a:pt x="35877" y="11849"/>
                  </a:lnTo>
                  <a:lnTo>
                    <a:pt x="40754" y="12141"/>
                  </a:lnTo>
                  <a:lnTo>
                    <a:pt x="42760" y="11671"/>
                  </a:lnTo>
                  <a:lnTo>
                    <a:pt x="42837" y="10172"/>
                  </a:lnTo>
                  <a:close/>
                </a:path>
                <a:path w="55244" h="78740">
                  <a:moveTo>
                    <a:pt x="43307" y="67970"/>
                  </a:moveTo>
                  <a:lnTo>
                    <a:pt x="41351" y="67246"/>
                  </a:lnTo>
                  <a:lnTo>
                    <a:pt x="38912" y="67081"/>
                  </a:lnTo>
                  <a:lnTo>
                    <a:pt x="36474" y="66929"/>
                  </a:lnTo>
                  <a:lnTo>
                    <a:pt x="35394" y="67195"/>
                  </a:lnTo>
                  <a:lnTo>
                    <a:pt x="35750" y="65925"/>
                  </a:lnTo>
                  <a:lnTo>
                    <a:pt x="36004" y="60223"/>
                  </a:lnTo>
                  <a:lnTo>
                    <a:pt x="35598" y="57886"/>
                  </a:lnTo>
                  <a:lnTo>
                    <a:pt x="34315" y="57797"/>
                  </a:lnTo>
                  <a:lnTo>
                    <a:pt x="33693" y="60083"/>
                  </a:lnTo>
                  <a:lnTo>
                    <a:pt x="33553" y="62928"/>
                  </a:lnTo>
                  <a:lnTo>
                    <a:pt x="33426" y="65773"/>
                  </a:lnTo>
                  <a:lnTo>
                    <a:pt x="33655" y="67106"/>
                  </a:lnTo>
                  <a:lnTo>
                    <a:pt x="32512" y="66675"/>
                  </a:lnTo>
                  <a:lnTo>
                    <a:pt x="27622" y="66370"/>
                  </a:lnTo>
                  <a:lnTo>
                    <a:pt x="25615" y="66852"/>
                  </a:lnTo>
                  <a:lnTo>
                    <a:pt x="25539" y="68351"/>
                  </a:lnTo>
                  <a:lnTo>
                    <a:pt x="27495" y="69075"/>
                  </a:lnTo>
                  <a:lnTo>
                    <a:pt x="29946" y="69240"/>
                  </a:lnTo>
                  <a:lnTo>
                    <a:pt x="32385" y="69392"/>
                  </a:lnTo>
                  <a:lnTo>
                    <a:pt x="33502" y="69126"/>
                  </a:lnTo>
                  <a:lnTo>
                    <a:pt x="33159" y="70396"/>
                  </a:lnTo>
                  <a:lnTo>
                    <a:pt x="32893" y="76098"/>
                  </a:lnTo>
                  <a:lnTo>
                    <a:pt x="33312" y="78435"/>
                  </a:lnTo>
                  <a:lnTo>
                    <a:pt x="34594" y="78524"/>
                  </a:lnTo>
                  <a:lnTo>
                    <a:pt x="35217" y="76238"/>
                  </a:lnTo>
                  <a:lnTo>
                    <a:pt x="35344" y="73393"/>
                  </a:lnTo>
                  <a:lnTo>
                    <a:pt x="35483" y="70548"/>
                  </a:lnTo>
                  <a:lnTo>
                    <a:pt x="35242" y="69227"/>
                  </a:lnTo>
                  <a:lnTo>
                    <a:pt x="36347" y="69634"/>
                  </a:lnTo>
                  <a:lnTo>
                    <a:pt x="41224" y="69938"/>
                  </a:lnTo>
                  <a:lnTo>
                    <a:pt x="43230" y="69456"/>
                  </a:lnTo>
                  <a:lnTo>
                    <a:pt x="43307" y="67970"/>
                  </a:lnTo>
                  <a:close/>
                </a:path>
                <a:path w="55244" h="78740">
                  <a:moveTo>
                    <a:pt x="54851" y="40271"/>
                  </a:moveTo>
                  <a:lnTo>
                    <a:pt x="54775" y="37553"/>
                  </a:lnTo>
                  <a:lnTo>
                    <a:pt x="52463" y="37414"/>
                  </a:lnTo>
                  <a:lnTo>
                    <a:pt x="50444" y="37884"/>
                  </a:lnTo>
                  <a:lnTo>
                    <a:pt x="50380" y="39382"/>
                  </a:lnTo>
                  <a:lnTo>
                    <a:pt x="52336" y="40106"/>
                  </a:lnTo>
                  <a:lnTo>
                    <a:pt x="54851" y="4027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2" name="object 1882" descr=""/>
            <p:cNvSpPr/>
            <p:nvPr/>
          </p:nvSpPr>
          <p:spPr>
            <a:xfrm>
              <a:off x="15516294" y="7993799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0" y="44229"/>
                  </a:moveTo>
                  <a:lnTo>
                    <a:pt x="37915" y="88447"/>
                  </a:lnTo>
                  <a:lnTo>
                    <a:pt x="75819" y="44229"/>
                  </a:lnTo>
                  <a:lnTo>
                    <a:pt x="37915" y="0"/>
                  </a:lnTo>
                  <a:lnTo>
                    <a:pt x="0" y="44229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3" name="object 1883" descr=""/>
            <p:cNvSpPr/>
            <p:nvPr/>
          </p:nvSpPr>
          <p:spPr>
            <a:xfrm>
              <a:off x="15519908" y="7998339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408"/>
                  </a:moveTo>
                  <a:lnTo>
                    <a:pt x="15811" y="38684"/>
                  </a:lnTo>
                  <a:lnTo>
                    <a:pt x="13373" y="38531"/>
                  </a:lnTo>
                  <a:lnTo>
                    <a:pt x="10934" y="38366"/>
                  </a:lnTo>
                  <a:lnTo>
                    <a:pt x="9855" y="38633"/>
                  </a:lnTo>
                  <a:lnTo>
                    <a:pt x="10210" y="37363"/>
                  </a:lnTo>
                  <a:lnTo>
                    <a:pt x="10464" y="31673"/>
                  </a:lnTo>
                  <a:lnTo>
                    <a:pt x="10058" y="29324"/>
                  </a:lnTo>
                  <a:lnTo>
                    <a:pt x="8775" y="29248"/>
                  </a:lnTo>
                  <a:lnTo>
                    <a:pt x="8153" y="31521"/>
                  </a:lnTo>
                  <a:lnTo>
                    <a:pt x="8026" y="34378"/>
                  </a:lnTo>
                  <a:lnTo>
                    <a:pt x="7886" y="37223"/>
                  </a:lnTo>
                  <a:lnTo>
                    <a:pt x="8115" y="38557"/>
                  </a:lnTo>
                  <a:lnTo>
                    <a:pt x="6972" y="38125"/>
                  </a:lnTo>
                  <a:lnTo>
                    <a:pt x="2082" y="37820"/>
                  </a:lnTo>
                  <a:lnTo>
                    <a:pt x="76" y="38303"/>
                  </a:lnTo>
                  <a:lnTo>
                    <a:pt x="0" y="39801"/>
                  </a:lnTo>
                  <a:lnTo>
                    <a:pt x="1968" y="40525"/>
                  </a:lnTo>
                  <a:lnTo>
                    <a:pt x="4406" y="40678"/>
                  </a:lnTo>
                  <a:lnTo>
                    <a:pt x="6845" y="40830"/>
                  </a:lnTo>
                  <a:lnTo>
                    <a:pt x="7975" y="40563"/>
                  </a:lnTo>
                  <a:lnTo>
                    <a:pt x="7620" y="41846"/>
                  </a:lnTo>
                  <a:lnTo>
                    <a:pt x="7353" y="47536"/>
                  </a:lnTo>
                  <a:lnTo>
                    <a:pt x="7772" y="49885"/>
                  </a:lnTo>
                  <a:lnTo>
                    <a:pt x="9055" y="49961"/>
                  </a:lnTo>
                  <a:lnTo>
                    <a:pt x="9677" y="47688"/>
                  </a:lnTo>
                  <a:lnTo>
                    <a:pt x="9804" y="44831"/>
                  </a:lnTo>
                  <a:lnTo>
                    <a:pt x="9944" y="41986"/>
                  </a:lnTo>
                  <a:lnTo>
                    <a:pt x="9702" y="40678"/>
                  </a:lnTo>
                  <a:lnTo>
                    <a:pt x="10807" y="41084"/>
                  </a:lnTo>
                  <a:lnTo>
                    <a:pt x="15684" y="41389"/>
                  </a:lnTo>
                  <a:lnTo>
                    <a:pt x="17691" y="40906"/>
                  </a:lnTo>
                  <a:lnTo>
                    <a:pt x="17767" y="39408"/>
                  </a:lnTo>
                  <a:close/>
                </a:path>
                <a:path w="68580" h="78740">
                  <a:moveTo>
                    <a:pt x="42837" y="10172"/>
                  </a:moveTo>
                  <a:lnTo>
                    <a:pt x="40881" y="9448"/>
                  </a:lnTo>
                  <a:lnTo>
                    <a:pt x="38442" y="9283"/>
                  </a:lnTo>
                  <a:lnTo>
                    <a:pt x="36004" y="9131"/>
                  </a:lnTo>
                  <a:lnTo>
                    <a:pt x="34912" y="9398"/>
                  </a:lnTo>
                  <a:lnTo>
                    <a:pt x="35267" y="8128"/>
                  </a:lnTo>
                  <a:lnTo>
                    <a:pt x="35534" y="2438"/>
                  </a:lnTo>
                  <a:lnTo>
                    <a:pt x="35128" y="88"/>
                  </a:lnTo>
                  <a:lnTo>
                    <a:pt x="33845" y="0"/>
                  </a:lnTo>
                  <a:lnTo>
                    <a:pt x="33223" y="2286"/>
                  </a:lnTo>
                  <a:lnTo>
                    <a:pt x="33083" y="5130"/>
                  </a:lnTo>
                  <a:lnTo>
                    <a:pt x="32956" y="7988"/>
                  </a:lnTo>
                  <a:lnTo>
                    <a:pt x="33172" y="9321"/>
                  </a:lnTo>
                  <a:lnTo>
                    <a:pt x="32029" y="8890"/>
                  </a:lnTo>
                  <a:lnTo>
                    <a:pt x="27152" y="8585"/>
                  </a:lnTo>
                  <a:lnTo>
                    <a:pt x="25146" y="9067"/>
                  </a:lnTo>
                  <a:lnTo>
                    <a:pt x="25069" y="10553"/>
                  </a:lnTo>
                  <a:lnTo>
                    <a:pt x="27025" y="11277"/>
                  </a:lnTo>
                  <a:lnTo>
                    <a:pt x="29464" y="11442"/>
                  </a:lnTo>
                  <a:lnTo>
                    <a:pt x="31902" y="11595"/>
                  </a:lnTo>
                  <a:lnTo>
                    <a:pt x="33032" y="11328"/>
                  </a:lnTo>
                  <a:lnTo>
                    <a:pt x="32689" y="12598"/>
                  </a:lnTo>
                  <a:lnTo>
                    <a:pt x="32423" y="18300"/>
                  </a:lnTo>
                  <a:lnTo>
                    <a:pt x="32829" y="20637"/>
                  </a:lnTo>
                  <a:lnTo>
                    <a:pt x="34124" y="20726"/>
                  </a:lnTo>
                  <a:lnTo>
                    <a:pt x="34734" y="18440"/>
                  </a:lnTo>
                  <a:lnTo>
                    <a:pt x="34874" y="15595"/>
                  </a:lnTo>
                  <a:lnTo>
                    <a:pt x="35001" y="12750"/>
                  </a:lnTo>
                  <a:lnTo>
                    <a:pt x="34772" y="11442"/>
                  </a:lnTo>
                  <a:lnTo>
                    <a:pt x="35877" y="11849"/>
                  </a:lnTo>
                  <a:lnTo>
                    <a:pt x="40754" y="12153"/>
                  </a:lnTo>
                  <a:lnTo>
                    <a:pt x="42760" y="11671"/>
                  </a:lnTo>
                  <a:lnTo>
                    <a:pt x="42837" y="10172"/>
                  </a:lnTo>
                  <a:close/>
                </a:path>
                <a:path w="68580" h="78740">
                  <a:moveTo>
                    <a:pt x="43307" y="67957"/>
                  </a:moveTo>
                  <a:lnTo>
                    <a:pt x="41351" y="67246"/>
                  </a:lnTo>
                  <a:lnTo>
                    <a:pt x="38912" y="67081"/>
                  </a:lnTo>
                  <a:lnTo>
                    <a:pt x="36474" y="66929"/>
                  </a:lnTo>
                  <a:lnTo>
                    <a:pt x="35394" y="67195"/>
                  </a:lnTo>
                  <a:lnTo>
                    <a:pt x="35750" y="65925"/>
                  </a:lnTo>
                  <a:lnTo>
                    <a:pt x="36004" y="60223"/>
                  </a:lnTo>
                  <a:lnTo>
                    <a:pt x="35598" y="57886"/>
                  </a:lnTo>
                  <a:lnTo>
                    <a:pt x="34315" y="57797"/>
                  </a:lnTo>
                  <a:lnTo>
                    <a:pt x="33693" y="60083"/>
                  </a:lnTo>
                  <a:lnTo>
                    <a:pt x="33566" y="62928"/>
                  </a:lnTo>
                  <a:lnTo>
                    <a:pt x="33426" y="65773"/>
                  </a:lnTo>
                  <a:lnTo>
                    <a:pt x="33655" y="67106"/>
                  </a:lnTo>
                  <a:lnTo>
                    <a:pt x="32512" y="66675"/>
                  </a:lnTo>
                  <a:lnTo>
                    <a:pt x="27622" y="66370"/>
                  </a:lnTo>
                  <a:lnTo>
                    <a:pt x="25615" y="66852"/>
                  </a:lnTo>
                  <a:lnTo>
                    <a:pt x="25539" y="68351"/>
                  </a:lnTo>
                  <a:lnTo>
                    <a:pt x="27508" y="69075"/>
                  </a:lnTo>
                  <a:lnTo>
                    <a:pt x="29946" y="69227"/>
                  </a:lnTo>
                  <a:lnTo>
                    <a:pt x="32385" y="69392"/>
                  </a:lnTo>
                  <a:lnTo>
                    <a:pt x="33502" y="69126"/>
                  </a:lnTo>
                  <a:lnTo>
                    <a:pt x="33159" y="70396"/>
                  </a:lnTo>
                  <a:lnTo>
                    <a:pt x="32893" y="76098"/>
                  </a:lnTo>
                  <a:lnTo>
                    <a:pt x="33312" y="78435"/>
                  </a:lnTo>
                  <a:lnTo>
                    <a:pt x="34594" y="78524"/>
                  </a:lnTo>
                  <a:lnTo>
                    <a:pt x="35229" y="76238"/>
                  </a:lnTo>
                  <a:lnTo>
                    <a:pt x="35344" y="73393"/>
                  </a:lnTo>
                  <a:lnTo>
                    <a:pt x="35483" y="70548"/>
                  </a:lnTo>
                  <a:lnTo>
                    <a:pt x="35242" y="69227"/>
                  </a:lnTo>
                  <a:lnTo>
                    <a:pt x="36347" y="69634"/>
                  </a:lnTo>
                  <a:lnTo>
                    <a:pt x="41224" y="69938"/>
                  </a:lnTo>
                  <a:lnTo>
                    <a:pt x="43243" y="69456"/>
                  </a:lnTo>
                  <a:lnTo>
                    <a:pt x="43307" y="67957"/>
                  </a:lnTo>
                  <a:close/>
                </a:path>
                <a:path w="68580" h="78740">
                  <a:moveTo>
                    <a:pt x="68148" y="39001"/>
                  </a:moveTo>
                  <a:lnTo>
                    <a:pt x="66192" y="38277"/>
                  </a:lnTo>
                  <a:lnTo>
                    <a:pt x="63741" y="38112"/>
                  </a:lnTo>
                  <a:lnTo>
                    <a:pt x="61302" y="37960"/>
                  </a:lnTo>
                  <a:lnTo>
                    <a:pt x="60223" y="38227"/>
                  </a:lnTo>
                  <a:lnTo>
                    <a:pt x="60579" y="36957"/>
                  </a:lnTo>
                  <a:lnTo>
                    <a:pt x="60845" y="31267"/>
                  </a:lnTo>
                  <a:lnTo>
                    <a:pt x="60439" y="28917"/>
                  </a:lnTo>
                  <a:lnTo>
                    <a:pt x="59143" y="28829"/>
                  </a:lnTo>
                  <a:lnTo>
                    <a:pt x="58534" y="31115"/>
                  </a:lnTo>
                  <a:lnTo>
                    <a:pt x="58394" y="33959"/>
                  </a:lnTo>
                  <a:lnTo>
                    <a:pt x="58254" y="36804"/>
                  </a:lnTo>
                  <a:lnTo>
                    <a:pt x="58483" y="38138"/>
                  </a:lnTo>
                  <a:lnTo>
                    <a:pt x="57340" y="37706"/>
                  </a:lnTo>
                  <a:lnTo>
                    <a:pt x="52463" y="37401"/>
                  </a:lnTo>
                  <a:lnTo>
                    <a:pt x="50457" y="37884"/>
                  </a:lnTo>
                  <a:lnTo>
                    <a:pt x="50380" y="39382"/>
                  </a:lnTo>
                  <a:lnTo>
                    <a:pt x="52336" y="40106"/>
                  </a:lnTo>
                  <a:lnTo>
                    <a:pt x="54775" y="40271"/>
                  </a:lnTo>
                  <a:lnTo>
                    <a:pt x="57213" y="40424"/>
                  </a:lnTo>
                  <a:lnTo>
                    <a:pt x="58343" y="40157"/>
                  </a:lnTo>
                  <a:lnTo>
                    <a:pt x="58000" y="41427"/>
                  </a:lnTo>
                  <a:lnTo>
                    <a:pt x="57734" y="47129"/>
                  </a:lnTo>
                  <a:lnTo>
                    <a:pt x="58140" y="49466"/>
                  </a:lnTo>
                  <a:lnTo>
                    <a:pt x="59423" y="49555"/>
                  </a:lnTo>
                  <a:lnTo>
                    <a:pt x="60058" y="47269"/>
                  </a:lnTo>
                  <a:lnTo>
                    <a:pt x="60185" y="44424"/>
                  </a:lnTo>
                  <a:lnTo>
                    <a:pt x="60325" y="41579"/>
                  </a:lnTo>
                  <a:lnTo>
                    <a:pt x="60083" y="40271"/>
                  </a:lnTo>
                  <a:lnTo>
                    <a:pt x="61175" y="40665"/>
                  </a:lnTo>
                  <a:lnTo>
                    <a:pt x="66065" y="40970"/>
                  </a:lnTo>
                  <a:lnTo>
                    <a:pt x="68072" y="40487"/>
                  </a:lnTo>
                  <a:lnTo>
                    <a:pt x="68148" y="390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4" name="object 1884" descr=""/>
            <p:cNvSpPr/>
            <p:nvPr/>
          </p:nvSpPr>
          <p:spPr>
            <a:xfrm>
              <a:off x="15461078" y="7993799"/>
              <a:ext cx="54610" cy="88900"/>
            </a:xfrm>
            <a:custGeom>
              <a:avLst/>
              <a:gdLst/>
              <a:ahLst/>
              <a:cxnLst/>
              <a:rect l="l" t="t" r="r" b="b"/>
              <a:pathLst>
                <a:path w="54609" h="88900">
                  <a:moveTo>
                    <a:pt x="0" y="69649"/>
                  </a:moveTo>
                  <a:lnTo>
                    <a:pt x="16118" y="88447"/>
                  </a:lnTo>
                  <a:lnTo>
                    <a:pt x="54023" y="44229"/>
                  </a:lnTo>
                  <a:lnTo>
                    <a:pt x="16118" y="0"/>
                  </a:lnTo>
                  <a:lnTo>
                    <a:pt x="0" y="18802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5" name="object 1885" descr=""/>
            <p:cNvSpPr/>
            <p:nvPr/>
          </p:nvSpPr>
          <p:spPr>
            <a:xfrm>
              <a:off x="15467965" y="7998339"/>
              <a:ext cx="43180" cy="78740"/>
            </a:xfrm>
            <a:custGeom>
              <a:avLst/>
              <a:gdLst/>
              <a:ahLst/>
              <a:cxnLst/>
              <a:rect l="l" t="t" r="r" b="b"/>
              <a:pathLst>
                <a:path w="43180" h="78740">
                  <a:moveTo>
                    <a:pt x="17767" y="10172"/>
                  </a:moveTo>
                  <a:lnTo>
                    <a:pt x="15811" y="9448"/>
                  </a:lnTo>
                  <a:lnTo>
                    <a:pt x="13373" y="9283"/>
                  </a:lnTo>
                  <a:lnTo>
                    <a:pt x="10934" y="9131"/>
                  </a:lnTo>
                  <a:lnTo>
                    <a:pt x="9855" y="9398"/>
                  </a:lnTo>
                  <a:lnTo>
                    <a:pt x="10210" y="8128"/>
                  </a:lnTo>
                  <a:lnTo>
                    <a:pt x="10464" y="2438"/>
                  </a:lnTo>
                  <a:lnTo>
                    <a:pt x="10058" y="88"/>
                  </a:lnTo>
                  <a:lnTo>
                    <a:pt x="8775" y="0"/>
                  </a:lnTo>
                  <a:lnTo>
                    <a:pt x="8153" y="2286"/>
                  </a:lnTo>
                  <a:lnTo>
                    <a:pt x="8013" y="5130"/>
                  </a:lnTo>
                  <a:lnTo>
                    <a:pt x="7874" y="7988"/>
                  </a:lnTo>
                  <a:lnTo>
                    <a:pt x="8102" y="9321"/>
                  </a:lnTo>
                  <a:lnTo>
                    <a:pt x="6959" y="8890"/>
                  </a:lnTo>
                  <a:lnTo>
                    <a:pt x="2082" y="8585"/>
                  </a:lnTo>
                  <a:lnTo>
                    <a:pt x="76" y="9067"/>
                  </a:lnTo>
                  <a:lnTo>
                    <a:pt x="0" y="10553"/>
                  </a:lnTo>
                  <a:lnTo>
                    <a:pt x="1955" y="11277"/>
                  </a:lnTo>
                  <a:lnTo>
                    <a:pt x="4394" y="11442"/>
                  </a:lnTo>
                  <a:lnTo>
                    <a:pt x="6845" y="11595"/>
                  </a:lnTo>
                  <a:lnTo>
                    <a:pt x="7962" y="11328"/>
                  </a:lnTo>
                  <a:lnTo>
                    <a:pt x="7620" y="12598"/>
                  </a:lnTo>
                  <a:lnTo>
                    <a:pt x="7353" y="18300"/>
                  </a:lnTo>
                  <a:lnTo>
                    <a:pt x="7759" y="20637"/>
                  </a:lnTo>
                  <a:lnTo>
                    <a:pt x="9055" y="20726"/>
                  </a:lnTo>
                  <a:lnTo>
                    <a:pt x="9664" y="18440"/>
                  </a:lnTo>
                  <a:lnTo>
                    <a:pt x="9804" y="15595"/>
                  </a:lnTo>
                  <a:lnTo>
                    <a:pt x="9944" y="12750"/>
                  </a:lnTo>
                  <a:lnTo>
                    <a:pt x="9702" y="11442"/>
                  </a:lnTo>
                  <a:lnTo>
                    <a:pt x="10807" y="11849"/>
                  </a:lnTo>
                  <a:lnTo>
                    <a:pt x="15684" y="12153"/>
                  </a:lnTo>
                  <a:lnTo>
                    <a:pt x="17691" y="11671"/>
                  </a:lnTo>
                  <a:lnTo>
                    <a:pt x="17767" y="10172"/>
                  </a:lnTo>
                  <a:close/>
                </a:path>
                <a:path w="43180" h="78740">
                  <a:moveTo>
                    <a:pt x="18237" y="67957"/>
                  </a:moveTo>
                  <a:lnTo>
                    <a:pt x="16281" y="67246"/>
                  </a:lnTo>
                  <a:lnTo>
                    <a:pt x="13843" y="67081"/>
                  </a:lnTo>
                  <a:lnTo>
                    <a:pt x="11404" y="66929"/>
                  </a:lnTo>
                  <a:lnTo>
                    <a:pt x="10325" y="67195"/>
                  </a:lnTo>
                  <a:lnTo>
                    <a:pt x="10680" y="65925"/>
                  </a:lnTo>
                  <a:lnTo>
                    <a:pt x="10934" y="60223"/>
                  </a:lnTo>
                  <a:lnTo>
                    <a:pt x="10528" y="57886"/>
                  </a:lnTo>
                  <a:lnTo>
                    <a:pt x="9245" y="57797"/>
                  </a:lnTo>
                  <a:lnTo>
                    <a:pt x="8623" y="60083"/>
                  </a:lnTo>
                  <a:lnTo>
                    <a:pt x="8483" y="62928"/>
                  </a:lnTo>
                  <a:lnTo>
                    <a:pt x="8369" y="65773"/>
                  </a:lnTo>
                  <a:lnTo>
                    <a:pt x="8585" y="67119"/>
                  </a:lnTo>
                  <a:lnTo>
                    <a:pt x="7442" y="66675"/>
                  </a:lnTo>
                  <a:lnTo>
                    <a:pt x="2565" y="66370"/>
                  </a:lnTo>
                  <a:lnTo>
                    <a:pt x="546" y="66852"/>
                  </a:lnTo>
                  <a:lnTo>
                    <a:pt x="469" y="68351"/>
                  </a:lnTo>
                  <a:lnTo>
                    <a:pt x="2438" y="69075"/>
                  </a:lnTo>
                  <a:lnTo>
                    <a:pt x="4876" y="69227"/>
                  </a:lnTo>
                  <a:lnTo>
                    <a:pt x="7315" y="69392"/>
                  </a:lnTo>
                  <a:lnTo>
                    <a:pt x="8432" y="69126"/>
                  </a:lnTo>
                  <a:lnTo>
                    <a:pt x="8089" y="70396"/>
                  </a:lnTo>
                  <a:lnTo>
                    <a:pt x="7835" y="76098"/>
                  </a:lnTo>
                  <a:lnTo>
                    <a:pt x="8242" y="78435"/>
                  </a:lnTo>
                  <a:lnTo>
                    <a:pt x="9525" y="78524"/>
                  </a:lnTo>
                  <a:lnTo>
                    <a:pt x="10147" y="76238"/>
                  </a:lnTo>
                  <a:lnTo>
                    <a:pt x="10274" y="73393"/>
                  </a:lnTo>
                  <a:lnTo>
                    <a:pt x="10414" y="70548"/>
                  </a:lnTo>
                  <a:lnTo>
                    <a:pt x="10172" y="69227"/>
                  </a:lnTo>
                  <a:lnTo>
                    <a:pt x="11277" y="69634"/>
                  </a:lnTo>
                  <a:lnTo>
                    <a:pt x="16154" y="69938"/>
                  </a:lnTo>
                  <a:lnTo>
                    <a:pt x="18173" y="69456"/>
                  </a:lnTo>
                  <a:lnTo>
                    <a:pt x="18237" y="67957"/>
                  </a:lnTo>
                  <a:close/>
                </a:path>
                <a:path w="43180" h="78740">
                  <a:moveTo>
                    <a:pt x="43078" y="39001"/>
                  </a:moveTo>
                  <a:lnTo>
                    <a:pt x="41122" y="38277"/>
                  </a:lnTo>
                  <a:lnTo>
                    <a:pt x="38684" y="38112"/>
                  </a:lnTo>
                  <a:lnTo>
                    <a:pt x="36233" y="37960"/>
                  </a:lnTo>
                  <a:lnTo>
                    <a:pt x="35153" y="38227"/>
                  </a:lnTo>
                  <a:lnTo>
                    <a:pt x="35509" y="36957"/>
                  </a:lnTo>
                  <a:lnTo>
                    <a:pt x="35775" y="31267"/>
                  </a:lnTo>
                  <a:lnTo>
                    <a:pt x="35369" y="28917"/>
                  </a:lnTo>
                  <a:lnTo>
                    <a:pt x="34074" y="28829"/>
                  </a:lnTo>
                  <a:lnTo>
                    <a:pt x="33451" y="31115"/>
                  </a:lnTo>
                  <a:lnTo>
                    <a:pt x="33324" y="33959"/>
                  </a:lnTo>
                  <a:lnTo>
                    <a:pt x="33185" y="36804"/>
                  </a:lnTo>
                  <a:lnTo>
                    <a:pt x="33413" y="38138"/>
                  </a:lnTo>
                  <a:lnTo>
                    <a:pt x="32270" y="37706"/>
                  </a:lnTo>
                  <a:lnTo>
                    <a:pt x="27393" y="37401"/>
                  </a:lnTo>
                  <a:lnTo>
                    <a:pt x="25387" y="37884"/>
                  </a:lnTo>
                  <a:lnTo>
                    <a:pt x="25311" y="39382"/>
                  </a:lnTo>
                  <a:lnTo>
                    <a:pt x="27266" y="40106"/>
                  </a:lnTo>
                  <a:lnTo>
                    <a:pt x="29705" y="40271"/>
                  </a:lnTo>
                  <a:lnTo>
                    <a:pt x="32143" y="40424"/>
                  </a:lnTo>
                  <a:lnTo>
                    <a:pt x="33274" y="40157"/>
                  </a:lnTo>
                  <a:lnTo>
                    <a:pt x="32931" y="41427"/>
                  </a:lnTo>
                  <a:lnTo>
                    <a:pt x="32664" y="47129"/>
                  </a:lnTo>
                  <a:lnTo>
                    <a:pt x="33070" y="49466"/>
                  </a:lnTo>
                  <a:lnTo>
                    <a:pt x="34353" y="49555"/>
                  </a:lnTo>
                  <a:lnTo>
                    <a:pt x="34975" y="47269"/>
                  </a:lnTo>
                  <a:lnTo>
                    <a:pt x="35115" y="44424"/>
                  </a:lnTo>
                  <a:lnTo>
                    <a:pt x="35255" y="41579"/>
                  </a:lnTo>
                  <a:lnTo>
                    <a:pt x="35013" y="40271"/>
                  </a:lnTo>
                  <a:lnTo>
                    <a:pt x="36118" y="40665"/>
                  </a:lnTo>
                  <a:lnTo>
                    <a:pt x="40995" y="40970"/>
                  </a:lnTo>
                  <a:lnTo>
                    <a:pt x="43002" y="40487"/>
                  </a:lnTo>
                  <a:lnTo>
                    <a:pt x="43078" y="390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6" name="object 1886" descr=""/>
            <p:cNvSpPr/>
            <p:nvPr/>
          </p:nvSpPr>
          <p:spPr>
            <a:xfrm>
              <a:off x="15593306" y="8112206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0" y="44218"/>
                  </a:moveTo>
                  <a:lnTo>
                    <a:pt x="37915" y="88437"/>
                  </a:lnTo>
                  <a:lnTo>
                    <a:pt x="75819" y="44218"/>
                  </a:lnTo>
                  <a:lnTo>
                    <a:pt x="37915" y="0"/>
                  </a:lnTo>
                  <a:lnTo>
                    <a:pt x="0" y="4421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7" name="object 1887" descr=""/>
            <p:cNvSpPr/>
            <p:nvPr/>
          </p:nvSpPr>
          <p:spPr>
            <a:xfrm>
              <a:off x="15596921" y="8116741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395"/>
                  </a:moveTo>
                  <a:lnTo>
                    <a:pt x="15811" y="38684"/>
                  </a:lnTo>
                  <a:lnTo>
                    <a:pt x="13373" y="38519"/>
                  </a:lnTo>
                  <a:lnTo>
                    <a:pt x="10934" y="38366"/>
                  </a:lnTo>
                  <a:lnTo>
                    <a:pt x="9855" y="38633"/>
                  </a:lnTo>
                  <a:lnTo>
                    <a:pt x="10210" y="37363"/>
                  </a:lnTo>
                  <a:lnTo>
                    <a:pt x="10464" y="31661"/>
                  </a:lnTo>
                  <a:lnTo>
                    <a:pt x="10058" y="29324"/>
                  </a:lnTo>
                  <a:lnTo>
                    <a:pt x="8775" y="29235"/>
                  </a:lnTo>
                  <a:lnTo>
                    <a:pt x="8153" y="31521"/>
                  </a:lnTo>
                  <a:lnTo>
                    <a:pt x="8013" y="34366"/>
                  </a:lnTo>
                  <a:lnTo>
                    <a:pt x="7899" y="37211"/>
                  </a:lnTo>
                  <a:lnTo>
                    <a:pt x="8115" y="38557"/>
                  </a:lnTo>
                  <a:lnTo>
                    <a:pt x="6972" y="38112"/>
                  </a:lnTo>
                  <a:lnTo>
                    <a:pt x="2082" y="37807"/>
                  </a:lnTo>
                  <a:lnTo>
                    <a:pt x="76" y="38290"/>
                  </a:lnTo>
                  <a:lnTo>
                    <a:pt x="0" y="39789"/>
                  </a:lnTo>
                  <a:lnTo>
                    <a:pt x="1968" y="40513"/>
                  </a:lnTo>
                  <a:lnTo>
                    <a:pt x="4406" y="40678"/>
                  </a:lnTo>
                  <a:lnTo>
                    <a:pt x="6845" y="40830"/>
                  </a:lnTo>
                  <a:lnTo>
                    <a:pt x="7962" y="40563"/>
                  </a:lnTo>
                  <a:lnTo>
                    <a:pt x="7620" y="41833"/>
                  </a:lnTo>
                  <a:lnTo>
                    <a:pt x="7366" y="47536"/>
                  </a:lnTo>
                  <a:lnTo>
                    <a:pt x="7772" y="49872"/>
                  </a:lnTo>
                  <a:lnTo>
                    <a:pt x="9055" y="49961"/>
                  </a:lnTo>
                  <a:lnTo>
                    <a:pt x="9677" y="47675"/>
                  </a:lnTo>
                  <a:lnTo>
                    <a:pt x="9804" y="44831"/>
                  </a:lnTo>
                  <a:lnTo>
                    <a:pt x="9944" y="41986"/>
                  </a:lnTo>
                  <a:lnTo>
                    <a:pt x="9702" y="40665"/>
                  </a:lnTo>
                  <a:lnTo>
                    <a:pt x="10807" y="41071"/>
                  </a:lnTo>
                  <a:lnTo>
                    <a:pt x="15684" y="41376"/>
                  </a:lnTo>
                  <a:lnTo>
                    <a:pt x="17703" y="40894"/>
                  </a:lnTo>
                  <a:lnTo>
                    <a:pt x="17767" y="39395"/>
                  </a:lnTo>
                  <a:close/>
                </a:path>
                <a:path w="68580" h="78740">
                  <a:moveTo>
                    <a:pt x="42837" y="10160"/>
                  </a:moveTo>
                  <a:lnTo>
                    <a:pt x="40881" y="9436"/>
                  </a:lnTo>
                  <a:lnTo>
                    <a:pt x="38442" y="9283"/>
                  </a:lnTo>
                  <a:lnTo>
                    <a:pt x="36004" y="9131"/>
                  </a:lnTo>
                  <a:lnTo>
                    <a:pt x="34925" y="9385"/>
                  </a:lnTo>
                  <a:lnTo>
                    <a:pt x="35280" y="8128"/>
                  </a:lnTo>
                  <a:lnTo>
                    <a:pt x="35534" y="2425"/>
                  </a:lnTo>
                  <a:lnTo>
                    <a:pt x="35128" y="88"/>
                  </a:lnTo>
                  <a:lnTo>
                    <a:pt x="33845" y="0"/>
                  </a:lnTo>
                  <a:lnTo>
                    <a:pt x="33223" y="2286"/>
                  </a:lnTo>
                  <a:lnTo>
                    <a:pt x="33083" y="5130"/>
                  </a:lnTo>
                  <a:lnTo>
                    <a:pt x="32943" y="7975"/>
                  </a:lnTo>
                  <a:lnTo>
                    <a:pt x="33172" y="9309"/>
                  </a:lnTo>
                  <a:lnTo>
                    <a:pt x="32029" y="8877"/>
                  </a:lnTo>
                  <a:lnTo>
                    <a:pt x="27152" y="8572"/>
                  </a:lnTo>
                  <a:lnTo>
                    <a:pt x="25146" y="9055"/>
                  </a:lnTo>
                  <a:lnTo>
                    <a:pt x="25069" y="10553"/>
                  </a:lnTo>
                  <a:lnTo>
                    <a:pt x="27025" y="11277"/>
                  </a:lnTo>
                  <a:lnTo>
                    <a:pt x="29464" y="11430"/>
                  </a:lnTo>
                  <a:lnTo>
                    <a:pt x="31902" y="11595"/>
                  </a:lnTo>
                  <a:lnTo>
                    <a:pt x="33032" y="11328"/>
                  </a:lnTo>
                  <a:lnTo>
                    <a:pt x="32689" y="12598"/>
                  </a:lnTo>
                  <a:lnTo>
                    <a:pt x="32423" y="18288"/>
                  </a:lnTo>
                  <a:lnTo>
                    <a:pt x="32829" y="20637"/>
                  </a:lnTo>
                  <a:lnTo>
                    <a:pt x="34124" y="20726"/>
                  </a:lnTo>
                  <a:lnTo>
                    <a:pt x="34747" y="18440"/>
                  </a:lnTo>
                  <a:lnTo>
                    <a:pt x="34874" y="15595"/>
                  </a:lnTo>
                  <a:lnTo>
                    <a:pt x="35013" y="12738"/>
                  </a:lnTo>
                  <a:lnTo>
                    <a:pt x="34772" y="11430"/>
                  </a:lnTo>
                  <a:lnTo>
                    <a:pt x="35877" y="11836"/>
                  </a:lnTo>
                  <a:lnTo>
                    <a:pt x="40754" y="12141"/>
                  </a:lnTo>
                  <a:lnTo>
                    <a:pt x="42760" y="11658"/>
                  </a:lnTo>
                  <a:lnTo>
                    <a:pt x="42837" y="10160"/>
                  </a:lnTo>
                  <a:close/>
                </a:path>
                <a:path w="68580" h="78740">
                  <a:moveTo>
                    <a:pt x="43307" y="67957"/>
                  </a:moveTo>
                  <a:lnTo>
                    <a:pt x="41351" y="67233"/>
                  </a:lnTo>
                  <a:lnTo>
                    <a:pt x="38912" y="67081"/>
                  </a:lnTo>
                  <a:lnTo>
                    <a:pt x="36474" y="66916"/>
                  </a:lnTo>
                  <a:lnTo>
                    <a:pt x="35394" y="67183"/>
                  </a:lnTo>
                  <a:lnTo>
                    <a:pt x="35750" y="65925"/>
                  </a:lnTo>
                  <a:lnTo>
                    <a:pt x="36004" y="60223"/>
                  </a:lnTo>
                  <a:lnTo>
                    <a:pt x="35598" y="57873"/>
                  </a:lnTo>
                  <a:lnTo>
                    <a:pt x="34315" y="57797"/>
                  </a:lnTo>
                  <a:lnTo>
                    <a:pt x="33693" y="60071"/>
                  </a:lnTo>
                  <a:lnTo>
                    <a:pt x="33566" y="62928"/>
                  </a:lnTo>
                  <a:lnTo>
                    <a:pt x="33426" y="65773"/>
                  </a:lnTo>
                  <a:lnTo>
                    <a:pt x="33655" y="67106"/>
                  </a:lnTo>
                  <a:lnTo>
                    <a:pt x="32512" y="66675"/>
                  </a:lnTo>
                  <a:lnTo>
                    <a:pt x="27622" y="66370"/>
                  </a:lnTo>
                  <a:lnTo>
                    <a:pt x="25615" y="66852"/>
                  </a:lnTo>
                  <a:lnTo>
                    <a:pt x="25539" y="68351"/>
                  </a:lnTo>
                  <a:lnTo>
                    <a:pt x="27508" y="69075"/>
                  </a:lnTo>
                  <a:lnTo>
                    <a:pt x="29946" y="69227"/>
                  </a:lnTo>
                  <a:lnTo>
                    <a:pt x="32385" y="69380"/>
                  </a:lnTo>
                  <a:lnTo>
                    <a:pt x="33515" y="69126"/>
                  </a:lnTo>
                  <a:lnTo>
                    <a:pt x="33159" y="70396"/>
                  </a:lnTo>
                  <a:lnTo>
                    <a:pt x="32905" y="76085"/>
                  </a:lnTo>
                  <a:lnTo>
                    <a:pt x="33312" y="78435"/>
                  </a:lnTo>
                  <a:lnTo>
                    <a:pt x="34594" y="78511"/>
                  </a:lnTo>
                  <a:lnTo>
                    <a:pt x="35217" y="76238"/>
                  </a:lnTo>
                  <a:lnTo>
                    <a:pt x="35344" y="73380"/>
                  </a:lnTo>
                  <a:lnTo>
                    <a:pt x="35483" y="70535"/>
                  </a:lnTo>
                  <a:lnTo>
                    <a:pt x="35242" y="69227"/>
                  </a:lnTo>
                  <a:lnTo>
                    <a:pt x="36347" y="69634"/>
                  </a:lnTo>
                  <a:lnTo>
                    <a:pt x="41224" y="69938"/>
                  </a:lnTo>
                  <a:lnTo>
                    <a:pt x="43243" y="69456"/>
                  </a:lnTo>
                  <a:lnTo>
                    <a:pt x="43307" y="67957"/>
                  </a:lnTo>
                  <a:close/>
                </a:path>
                <a:path w="68580" h="78740">
                  <a:moveTo>
                    <a:pt x="68148" y="38989"/>
                  </a:moveTo>
                  <a:lnTo>
                    <a:pt x="66192" y="38265"/>
                  </a:lnTo>
                  <a:lnTo>
                    <a:pt x="63741" y="38112"/>
                  </a:lnTo>
                  <a:lnTo>
                    <a:pt x="61302" y="37947"/>
                  </a:lnTo>
                  <a:lnTo>
                    <a:pt x="60236" y="38214"/>
                  </a:lnTo>
                  <a:lnTo>
                    <a:pt x="60579" y="36957"/>
                  </a:lnTo>
                  <a:lnTo>
                    <a:pt x="60845" y="31254"/>
                  </a:lnTo>
                  <a:lnTo>
                    <a:pt x="60439" y="28905"/>
                  </a:lnTo>
                  <a:lnTo>
                    <a:pt x="59143" y="28829"/>
                  </a:lnTo>
                  <a:lnTo>
                    <a:pt x="58534" y="31102"/>
                  </a:lnTo>
                  <a:lnTo>
                    <a:pt x="58394" y="33959"/>
                  </a:lnTo>
                  <a:lnTo>
                    <a:pt x="58254" y="36804"/>
                  </a:lnTo>
                  <a:lnTo>
                    <a:pt x="58483" y="38150"/>
                  </a:lnTo>
                  <a:lnTo>
                    <a:pt x="57340" y="37706"/>
                  </a:lnTo>
                  <a:lnTo>
                    <a:pt x="52463" y="37401"/>
                  </a:lnTo>
                  <a:lnTo>
                    <a:pt x="50457" y="37884"/>
                  </a:lnTo>
                  <a:lnTo>
                    <a:pt x="50380" y="39382"/>
                  </a:lnTo>
                  <a:lnTo>
                    <a:pt x="52336" y="40106"/>
                  </a:lnTo>
                  <a:lnTo>
                    <a:pt x="54775" y="40259"/>
                  </a:lnTo>
                  <a:lnTo>
                    <a:pt x="57213" y="40411"/>
                  </a:lnTo>
                  <a:lnTo>
                    <a:pt x="58343" y="40157"/>
                  </a:lnTo>
                  <a:lnTo>
                    <a:pt x="58000" y="41427"/>
                  </a:lnTo>
                  <a:lnTo>
                    <a:pt x="57734" y="47117"/>
                  </a:lnTo>
                  <a:lnTo>
                    <a:pt x="58140" y="49466"/>
                  </a:lnTo>
                  <a:lnTo>
                    <a:pt x="59436" y="49542"/>
                  </a:lnTo>
                  <a:lnTo>
                    <a:pt x="60045" y="47269"/>
                  </a:lnTo>
                  <a:lnTo>
                    <a:pt x="60185" y="44411"/>
                  </a:lnTo>
                  <a:lnTo>
                    <a:pt x="60325" y="41567"/>
                  </a:lnTo>
                  <a:lnTo>
                    <a:pt x="60083" y="40259"/>
                  </a:lnTo>
                  <a:lnTo>
                    <a:pt x="61175" y="40665"/>
                  </a:lnTo>
                  <a:lnTo>
                    <a:pt x="66065" y="40970"/>
                  </a:lnTo>
                  <a:lnTo>
                    <a:pt x="68072" y="40487"/>
                  </a:lnTo>
                  <a:lnTo>
                    <a:pt x="68148" y="38989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8" name="object 1888" descr=""/>
            <p:cNvSpPr/>
            <p:nvPr/>
          </p:nvSpPr>
          <p:spPr>
            <a:xfrm>
              <a:off x="15555822" y="8171020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0" y="44218"/>
                  </a:moveTo>
                  <a:lnTo>
                    <a:pt x="37915" y="88447"/>
                  </a:lnTo>
                  <a:lnTo>
                    <a:pt x="75819" y="44218"/>
                  </a:lnTo>
                  <a:lnTo>
                    <a:pt x="37915" y="0"/>
                  </a:lnTo>
                  <a:lnTo>
                    <a:pt x="0" y="4421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9" name="object 1889" descr=""/>
            <p:cNvSpPr/>
            <p:nvPr/>
          </p:nvSpPr>
          <p:spPr>
            <a:xfrm>
              <a:off x="15559444" y="8175554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408"/>
                  </a:moveTo>
                  <a:lnTo>
                    <a:pt x="15811" y="38684"/>
                  </a:lnTo>
                  <a:lnTo>
                    <a:pt x="13373" y="38519"/>
                  </a:lnTo>
                  <a:lnTo>
                    <a:pt x="10922" y="38366"/>
                  </a:lnTo>
                  <a:lnTo>
                    <a:pt x="9842" y="38633"/>
                  </a:lnTo>
                  <a:lnTo>
                    <a:pt x="10198" y="37363"/>
                  </a:lnTo>
                  <a:lnTo>
                    <a:pt x="10464" y="31661"/>
                  </a:lnTo>
                  <a:lnTo>
                    <a:pt x="10058" y="29324"/>
                  </a:lnTo>
                  <a:lnTo>
                    <a:pt x="8763" y="29235"/>
                  </a:lnTo>
                  <a:lnTo>
                    <a:pt x="8153" y="31521"/>
                  </a:lnTo>
                  <a:lnTo>
                    <a:pt x="8013" y="34366"/>
                  </a:lnTo>
                  <a:lnTo>
                    <a:pt x="7874" y="37211"/>
                  </a:lnTo>
                  <a:lnTo>
                    <a:pt x="8102" y="38544"/>
                  </a:lnTo>
                  <a:lnTo>
                    <a:pt x="6959" y="38112"/>
                  </a:lnTo>
                  <a:lnTo>
                    <a:pt x="2082" y="37807"/>
                  </a:lnTo>
                  <a:lnTo>
                    <a:pt x="76" y="38290"/>
                  </a:lnTo>
                  <a:lnTo>
                    <a:pt x="0" y="39789"/>
                  </a:lnTo>
                  <a:lnTo>
                    <a:pt x="1955" y="40513"/>
                  </a:lnTo>
                  <a:lnTo>
                    <a:pt x="4394" y="40665"/>
                  </a:lnTo>
                  <a:lnTo>
                    <a:pt x="6832" y="40830"/>
                  </a:lnTo>
                  <a:lnTo>
                    <a:pt x="7962" y="40563"/>
                  </a:lnTo>
                  <a:lnTo>
                    <a:pt x="7620" y="41833"/>
                  </a:lnTo>
                  <a:lnTo>
                    <a:pt x="7353" y="47536"/>
                  </a:lnTo>
                  <a:lnTo>
                    <a:pt x="7759" y="49872"/>
                  </a:lnTo>
                  <a:lnTo>
                    <a:pt x="9042" y="49961"/>
                  </a:lnTo>
                  <a:lnTo>
                    <a:pt x="9664" y="47675"/>
                  </a:lnTo>
                  <a:lnTo>
                    <a:pt x="9804" y="44831"/>
                  </a:lnTo>
                  <a:lnTo>
                    <a:pt x="9944" y="41986"/>
                  </a:lnTo>
                  <a:lnTo>
                    <a:pt x="9702" y="40678"/>
                  </a:lnTo>
                  <a:lnTo>
                    <a:pt x="10807" y="41071"/>
                  </a:lnTo>
                  <a:lnTo>
                    <a:pt x="15684" y="41376"/>
                  </a:lnTo>
                  <a:lnTo>
                    <a:pt x="17691" y="40894"/>
                  </a:lnTo>
                  <a:lnTo>
                    <a:pt x="17767" y="39408"/>
                  </a:lnTo>
                  <a:close/>
                </a:path>
                <a:path w="68580" h="78740">
                  <a:moveTo>
                    <a:pt x="42824" y="10160"/>
                  </a:moveTo>
                  <a:lnTo>
                    <a:pt x="40868" y="9436"/>
                  </a:lnTo>
                  <a:lnTo>
                    <a:pt x="38430" y="9283"/>
                  </a:lnTo>
                  <a:lnTo>
                    <a:pt x="35991" y="9131"/>
                  </a:lnTo>
                  <a:lnTo>
                    <a:pt x="34912" y="9385"/>
                  </a:lnTo>
                  <a:lnTo>
                    <a:pt x="35267" y="8128"/>
                  </a:lnTo>
                  <a:lnTo>
                    <a:pt x="35521" y="2425"/>
                  </a:lnTo>
                  <a:lnTo>
                    <a:pt x="35115" y="76"/>
                  </a:lnTo>
                  <a:lnTo>
                    <a:pt x="33832" y="0"/>
                  </a:lnTo>
                  <a:lnTo>
                    <a:pt x="33210" y="2286"/>
                  </a:lnTo>
                  <a:lnTo>
                    <a:pt x="33083" y="5130"/>
                  </a:lnTo>
                  <a:lnTo>
                    <a:pt x="32956" y="7975"/>
                  </a:lnTo>
                  <a:lnTo>
                    <a:pt x="33172" y="9321"/>
                  </a:lnTo>
                  <a:lnTo>
                    <a:pt x="32029" y="8877"/>
                  </a:lnTo>
                  <a:lnTo>
                    <a:pt x="27152" y="8572"/>
                  </a:lnTo>
                  <a:lnTo>
                    <a:pt x="25133" y="9055"/>
                  </a:lnTo>
                  <a:lnTo>
                    <a:pt x="25069" y="10553"/>
                  </a:lnTo>
                  <a:lnTo>
                    <a:pt x="27025" y="11277"/>
                  </a:lnTo>
                  <a:lnTo>
                    <a:pt x="29464" y="11430"/>
                  </a:lnTo>
                  <a:lnTo>
                    <a:pt x="31902" y="11595"/>
                  </a:lnTo>
                  <a:lnTo>
                    <a:pt x="33020" y="11328"/>
                  </a:lnTo>
                  <a:lnTo>
                    <a:pt x="32677" y="12598"/>
                  </a:lnTo>
                  <a:lnTo>
                    <a:pt x="32423" y="18288"/>
                  </a:lnTo>
                  <a:lnTo>
                    <a:pt x="32829" y="20637"/>
                  </a:lnTo>
                  <a:lnTo>
                    <a:pt x="34112" y="20726"/>
                  </a:lnTo>
                  <a:lnTo>
                    <a:pt x="34734" y="18440"/>
                  </a:lnTo>
                  <a:lnTo>
                    <a:pt x="34874" y="15595"/>
                  </a:lnTo>
                  <a:lnTo>
                    <a:pt x="35001" y="12738"/>
                  </a:lnTo>
                  <a:lnTo>
                    <a:pt x="34759" y="11430"/>
                  </a:lnTo>
                  <a:lnTo>
                    <a:pt x="35864" y="11836"/>
                  </a:lnTo>
                  <a:lnTo>
                    <a:pt x="40741" y="12141"/>
                  </a:lnTo>
                  <a:lnTo>
                    <a:pt x="42760" y="11658"/>
                  </a:lnTo>
                  <a:lnTo>
                    <a:pt x="42824" y="10160"/>
                  </a:lnTo>
                  <a:close/>
                </a:path>
                <a:path w="68580" h="78740">
                  <a:moveTo>
                    <a:pt x="43307" y="67957"/>
                  </a:moveTo>
                  <a:lnTo>
                    <a:pt x="41351" y="67233"/>
                  </a:lnTo>
                  <a:lnTo>
                    <a:pt x="38912" y="67081"/>
                  </a:lnTo>
                  <a:lnTo>
                    <a:pt x="36461" y="66916"/>
                  </a:lnTo>
                  <a:lnTo>
                    <a:pt x="35394" y="67183"/>
                  </a:lnTo>
                  <a:lnTo>
                    <a:pt x="35737" y="65925"/>
                  </a:lnTo>
                  <a:lnTo>
                    <a:pt x="36004" y="60223"/>
                  </a:lnTo>
                  <a:lnTo>
                    <a:pt x="35598" y="57873"/>
                  </a:lnTo>
                  <a:lnTo>
                    <a:pt x="34302" y="57797"/>
                  </a:lnTo>
                  <a:lnTo>
                    <a:pt x="33693" y="60071"/>
                  </a:lnTo>
                  <a:lnTo>
                    <a:pt x="33553" y="62928"/>
                  </a:lnTo>
                  <a:lnTo>
                    <a:pt x="33426" y="65773"/>
                  </a:lnTo>
                  <a:lnTo>
                    <a:pt x="33642" y="67119"/>
                  </a:lnTo>
                  <a:lnTo>
                    <a:pt x="32499" y="66675"/>
                  </a:lnTo>
                  <a:lnTo>
                    <a:pt x="27622" y="66370"/>
                  </a:lnTo>
                  <a:lnTo>
                    <a:pt x="25615" y="66852"/>
                  </a:lnTo>
                  <a:lnTo>
                    <a:pt x="25539" y="68351"/>
                  </a:lnTo>
                  <a:lnTo>
                    <a:pt x="27495" y="69075"/>
                  </a:lnTo>
                  <a:lnTo>
                    <a:pt x="29933" y="69227"/>
                  </a:lnTo>
                  <a:lnTo>
                    <a:pt x="32372" y="69380"/>
                  </a:lnTo>
                  <a:lnTo>
                    <a:pt x="33502" y="69126"/>
                  </a:lnTo>
                  <a:lnTo>
                    <a:pt x="33159" y="70396"/>
                  </a:lnTo>
                  <a:lnTo>
                    <a:pt x="32893" y="76085"/>
                  </a:lnTo>
                  <a:lnTo>
                    <a:pt x="33299" y="78435"/>
                  </a:lnTo>
                  <a:lnTo>
                    <a:pt x="34594" y="78511"/>
                  </a:lnTo>
                  <a:lnTo>
                    <a:pt x="35204" y="76238"/>
                  </a:lnTo>
                  <a:lnTo>
                    <a:pt x="35344" y="73380"/>
                  </a:lnTo>
                  <a:lnTo>
                    <a:pt x="35483" y="70535"/>
                  </a:lnTo>
                  <a:lnTo>
                    <a:pt x="35242" y="69227"/>
                  </a:lnTo>
                  <a:lnTo>
                    <a:pt x="36347" y="69634"/>
                  </a:lnTo>
                  <a:lnTo>
                    <a:pt x="41224" y="69938"/>
                  </a:lnTo>
                  <a:lnTo>
                    <a:pt x="43230" y="69456"/>
                  </a:lnTo>
                  <a:lnTo>
                    <a:pt x="43307" y="67957"/>
                  </a:lnTo>
                  <a:close/>
                </a:path>
                <a:path w="68580" h="78740">
                  <a:moveTo>
                    <a:pt x="68135" y="38989"/>
                  </a:moveTo>
                  <a:lnTo>
                    <a:pt x="66179" y="38265"/>
                  </a:lnTo>
                  <a:lnTo>
                    <a:pt x="63741" y="38112"/>
                  </a:lnTo>
                  <a:lnTo>
                    <a:pt x="61302" y="37947"/>
                  </a:lnTo>
                  <a:lnTo>
                    <a:pt x="60223" y="38214"/>
                  </a:lnTo>
                  <a:lnTo>
                    <a:pt x="60579" y="36957"/>
                  </a:lnTo>
                  <a:lnTo>
                    <a:pt x="60833" y="31254"/>
                  </a:lnTo>
                  <a:lnTo>
                    <a:pt x="60426" y="28905"/>
                  </a:lnTo>
                  <a:lnTo>
                    <a:pt x="59143" y="28829"/>
                  </a:lnTo>
                  <a:lnTo>
                    <a:pt x="58521" y="31102"/>
                  </a:lnTo>
                  <a:lnTo>
                    <a:pt x="58381" y="33959"/>
                  </a:lnTo>
                  <a:lnTo>
                    <a:pt x="58254" y="36804"/>
                  </a:lnTo>
                  <a:lnTo>
                    <a:pt x="58483" y="38150"/>
                  </a:lnTo>
                  <a:lnTo>
                    <a:pt x="57327" y="37706"/>
                  </a:lnTo>
                  <a:lnTo>
                    <a:pt x="52451" y="37401"/>
                  </a:lnTo>
                  <a:lnTo>
                    <a:pt x="50444" y="37884"/>
                  </a:lnTo>
                  <a:lnTo>
                    <a:pt x="50368" y="39382"/>
                  </a:lnTo>
                  <a:lnTo>
                    <a:pt x="52324" y="40106"/>
                  </a:lnTo>
                  <a:lnTo>
                    <a:pt x="54762" y="40259"/>
                  </a:lnTo>
                  <a:lnTo>
                    <a:pt x="57213" y="40411"/>
                  </a:lnTo>
                  <a:lnTo>
                    <a:pt x="58331" y="40144"/>
                  </a:lnTo>
                  <a:lnTo>
                    <a:pt x="57988" y="41427"/>
                  </a:lnTo>
                  <a:lnTo>
                    <a:pt x="57721" y="47117"/>
                  </a:lnTo>
                  <a:lnTo>
                    <a:pt x="58140" y="49466"/>
                  </a:lnTo>
                  <a:lnTo>
                    <a:pt x="59423" y="49542"/>
                  </a:lnTo>
                  <a:lnTo>
                    <a:pt x="60045" y="47269"/>
                  </a:lnTo>
                  <a:lnTo>
                    <a:pt x="60172" y="44411"/>
                  </a:lnTo>
                  <a:lnTo>
                    <a:pt x="60312" y="41567"/>
                  </a:lnTo>
                  <a:lnTo>
                    <a:pt x="60071" y="40259"/>
                  </a:lnTo>
                  <a:lnTo>
                    <a:pt x="61175" y="40665"/>
                  </a:lnTo>
                  <a:lnTo>
                    <a:pt x="66052" y="40970"/>
                  </a:lnTo>
                  <a:lnTo>
                    <a:pt x="68059" y="40487"/>
                  </a:lnTo>
                  <a:lnTo>
                    <a:pt x="68135" y="38989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0" name="object 1890" descr=""/>
            <p:cNvSpPr/>
            <p:nvPr/>
          </p:nvSpPr>
          <p:spPr>
            <a:xfrm>
              <a:off x="15477806" y="8171020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0" y="44218"/>
                  </a:moveTo>
                  <a:lnTo>
                    <a:pt x="37915" y="88447"/>
                  </a:lnTo>
                  <a:lnTo>
                    <a:pt x="75819" y="44218"/>
                  </a:lnTo>
                  <a:lnTo>
                    <a:pt x="37915" y="0"/>
                  </a:lnTo>
                  <a:lnTo>
                    <a:pt x="0" y="4421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1" name="object 1891" descr=""/>
            <p:cNvSpPr/>
            <p:nvPr/>
          </p:nvSpPr>
          <p:spPr>
            <a:xfrm>
              <a:off x="15481427" y="8175554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408"/>
                  </a:moveTo>
                  <a:lnTo>
                    <a:pt x="15811" y="38684"/>
                  </a:lnTo>
                  <a:lnTo>
                    <a:pt x="13373" y="38519"/>
                  </a:lnTo>
                  <a:lnTo>
                    <a:pt x="10934" y="38366"/>
                  </a:lnTo>
                  <a:lnTo>
                    <a:pt x="9842" y="38633"/>
                  </a:lnTo>
                  <a:lnTo>
                    <a:pt x="10198" y="37363"/>
                  </a:lnTo>
                  <a:lnTo>
                    <a:pt x="10464" y="31661"/>
                  </a:lnTo>
                  <a:lnTo>
                    <a:pt x="10058" y="29324"/>
                  </a:lnTo>
                  <a:lnTo>
                    <a:pt x="8763" y="29235"/>
                  </a:lnTo>
                  <a:lnTo>
                    <a:pt x="8140" y="31521"/>
                  </a:lnTo>
                  <a:lnTo>
                    <a:pt x="8013" y="34366"/>
                  </a:lnTo>
                  <a:lnTo>
                    <a:pt x="7874" y="37211"/>
                  </a:lnTo>
                  <a:lnTo>
                    <a:pt x="8102" y="38544"/>
                  </a:lnTo>
                  <a:lnTo>
                    <a:pt x="6959" y="38112"/>
                  </a:lnTo>
                  <a:lnTo>
                    <a:pt x="2082" y="37807"/>
                  </a:lnTo>
                  <a:lnTo>
                    <a:pt x="76" y="38290"/>
                  </a:lnTo>
                  <a:lnTo>
                    <a:pt x="0" y="39789"/>
                  </a:lnTo>
                  <a:lnTo>
                    <a:pt x="1955" y="40513"/>
                  </a:lnTo>
                  <a:lnTo>
                    <a:pt x="4394" y="40665"/>
                  </a:lnTo>
                  <a:lnTo>
                    <a:pt x="6832" y="40830"/>
                  </a:lnTo>
                  <a:lnTo>
                    <a:pt x="7962" y="40563"/>
                  </a:lnTo>
                  <a:lnTo>
                    <a:pt x="7620" y="41833"/>
                  </a:lnTo>
                  <a:lnTo>
                    <a:pt x="7353" y="47536"/>
                  </a:lnTo>
                  <a:lnTo>
                    <a:pt x="7759" y="49872"/>
                  </a:lnTo>
                  <a:lnTo>
                    <a:pt x="9055" y="49961"/>
                  </a:lnTo>
                  <a:lnTo>
                    <a:pt x="9664" y="47675"/>
                  </a:lnTo>
                  <a:lnTo>
                    <a:pt x="9804" y="44831"/>
                  </a:lnTo>
                  <a:lnTo>
                    <a:pt x="9944" y="41986"/>
                  </a:lnTo>
                  <a:lnTo>
                    <a:pt x="9702" y="40678"/>
                  </a:lnTo>
                  <a:lnTo>
                    <a:pt x="10807" y="41071"/>
                  </a:lnTo>
                  <a:lnTo>
                    <a:pt x="15684" y="41376"/>
                  </a:lnTo>
                  <a:lnTo>
                    <a:pt x="17691" y="40894"/>
                  </a:lnTo>
                  <a:lnTo>
                    <a:pt x="17767" y="39408"/>
                  </a:lnTo>
                  <a:close/>
                </a:path>
                <a:path w="68580" h="78740">
                  <a:moveTo>
                    <a:pt x="42837" y="10160"/>
                  </a:moveTo>
                  <a:lnTo>
                    <a:pt x="40868" y="9436"/>
                  </a:lnTo>
                  <a:lnTo>
                    <a:pt x="38430" y="9283"/>
                  </a:lnTo>
                  <a:lnTo>
                    <a:pt x="35991" y="9131"/>
                  </a:lnTo>
                  <a:lnTo>
                    <a:pt x="34912" y="9385"/>
                  </a:lnTo>
                  <a:lnTo>
                    <a:pt x="35267" y="8128"/>
                  </a:lnTo>
                  <a:lnTo>
                    <a:pt x="35534" y="2425"/>
                  </a:lnTo>
                  <a:lnTo>
                    <a:pt x="35115" y="76"/>
                  </a:lnTo>
                  <a:lnTo>
                    <a:pt x="33832" y="0"/>
                  </a:lnTo>
                  <a:lnTo>
                    <a:pt x="33210" y="2286"/>
                  </a:lnTo>
                  <a:lnTo>
                    <a:pt x="33083" y="5130"/>
                  </a:lnTo>
                  <a:lnTo>
                    <a:pt x="32943" y="7975"/>
                  </a:lnTo>
                  <a:lnTo>
                    <a:pt x="33172" y="9309"/>
                  </a:lnTo>
                  <a:lnTo>
                    <a:pt x="32029" y="8877"/>
                  </a:lnTo>
                  <a:lnTo>
                    <a:pt x="27152" y="8572"/>
                  </a:lnTo>
                  <a:lnTo>
                    <a:pt x="25133" y="9055"/>
                  </a:lnTo>
                  <a:lnTo>
                    <a:pt x="25069" y="10553"/>
                  </a:lnTo>
                  <a:lnTo>
                    <a:pt x="27025" y="11277"/>
                  </a:lnTo>
                  <a:lnTo>
                    <a:pt x="29464" y="11430"/>
                  </a:lnTo>
                  <a:lnTo>
                    <a:pt x="31902" y="11595"/>
                  </a:lnTo>
                  <a:lnTo>
                    <a:pt x="33020" y="11328"/>
                  </a:lnTo>
                  <a:lnTo>
                    <a:pt x="32677" y="12598"/>
                  </a:lnTo>
                  <a:lnTo>
                    <a:pt x="32423" y="18288"/>
                  </a:lnTo>
                  <a:lnTo>
                    <a:pt x="32829" y="20637"/>
                  </a:lnTo>
                  <a:lnTo>
                    <a:pt x="34112" y="20726"/>
                  </a:lnTo>
                  <a:lnTo>
                    <a:pt x="34734" y="18440"/>
                  </a:lnTo>
                  <a:lnTo>
                    <a:pt x="34874" y="15595"/>
                  </a:lnTo>
                  <a:lnTo>
                    <a:pt x="35001" y="12738"/>
                  </a:lnTo>
                  <a:lnTo>
                    <a:pt x="34759" y="11430"/>
                  </a:lnTo>
                  <a:lnTo>
                    <a:pt x="35864" y="11836"/>
                  </a:lnTo>
                  <a:lnTo>
                    <a:pt x="40741" y="12141"/>
                  </a:lnTo>
                  <a:lnTo>
                    <a:pt x="42760" y="11658"/>
                  </a:lnTo>
                  <a:lnTo>
                    <a:pt x="42837" y="10160"/>
                  </a:lnTo>
                  <a:close/>
                </a:path>
                <a:path w="68580" h="78740">
                  <a:moveTo>
                    <a:pt x="43307" y="67957"/>
                  </a:moveTo>
                  <a:lnTo>
                    <a:pt x="41351" y="67233"/>
                  </a:lnTo>
                  <a:lnTo>
                    <a:pt x="38912" y="67081"/>
                  </a:lnTo>
                  <a:lnTo>
                    <a:pt x="36474" y="66916"/>
                  </a:lnTo>
                  <a:lnTo>
                    <a:pt x="35394" y="67183"/>
                  </a:lnTo>
                  <a:lnTo>
                    <a:pt x="35737" y="65925"/>
                  </a:lnTo>
                  <a:lnTo>
                    <a:pt x="36004" y="60223"/>
                  </a:lnTo>
                  <a:lnTo>
                    <a:pt x="35598" y="57873"/>
                  </a:lnTo>
                  <a:lnTo>
                    <a:pt x="34302" y="57797"/>
                  </a:lnTo>
                  <a:lnTo>
                    <a:pt x="33693" y="60071"/>
                  </a:lnTo>
                  <a:lnTo>
                    <a:pt x="33553" y="62928"/>
                  </a:lnTo>
                  <a:lnTo>
                    <a:pt x="33413" y="65773"/>
                  </a:lnTo>
                  <a:lnTo>
                    <a:pt x="33642" y="67106"/>
                  </a:lnTo>
                  <a:lnTo>
                    <a:pt x="32499" y="66675"/>
                  </a:lnTo>
                  <a:lnTo>
                    <a:pt x="27622" y="66370"/>
                  </a:lnTo>
                  <a:lnTo>
                    <a:pt x="25615" y="66852"/>
                  </a:lnTo>
                  <a:lnTo>
                    <a:pt x="25539" y="68351"/>
                  </a:lnTo>
                  <a:lnTo>
                    <a:pt x="27495" y="69075"/>
                  </a:lnTo>
                  <a:lnTo>
                    <a:pt x="29933" y="69227"/>
                  </a:lnTo>
                  <a:lnTo>
                    <a:pt x="32372" y="69380"/>
                  </a:lnTo>
                  <a:lnTo>
                    <a:pt x="33502" y="69126"/>
                  </a:lnTo>
                  <a:lnTo>
                    <a:pt x="33159" y="70396"/>
                  </a:lnTo>
                  <a:lnTo>
                    <a:pt x="32893" y="76085"/>
                  </a:lnTo>
                  <a:lnTo>
                    <a:pt x="33299" y="78435"/>
                  </a:lnTo>
                  <a:lnTo>
                    <a:pt x="34594" y="78511"/>
                  </a:lnTo>
                  <a:lnTo>
                    <a:pt x="35217" y="76238"/>
                  </a:lnTo>
                  <a:lnTo>
                    <a:pt x="35344" y="73380"/>
                  </a:lnTo>
                  <a:lnTo>
                    <a:pt x="35483" y="70535"/>
                  </a:lnTo>
                  <a:lnTo>
                    <a:pt x="35242" y="69227"/>
                  </a:lnTo>
                  <a:lnTo>
                    <a:pt x="36347" y="69634"/>
                  </a:lnTo>
                  <a:lnTo>
                    <a:pt x="41224" y="69938"/>
                  </a:lnTo>
                  <a:lnTo>
                    <a:pt x="43230" y="69456"/>
                  </a:lnTo>
                  <a:lnTo>
                    <a:pt x="43307" y="67957"/>
                  </a:lnTo>
                  <a:close/>
                </a:path>
                <a:path w="68580" h="78740">
                  <a:moveTo>
                    <a:pt x="68135" y="38989"/>
                  </a:moveTo>
                  <a:lnTo>
                    <a:pt x="66179" y="38265"/>
                  </a:lnTo>
                  <a:lnTo>
                    <a:pt x="63741" y="38112"/>
                  </a:lnTo>
                  <a:lnTo>
                    <a:pt x="61302" y="37947"/>
                  </a:lnTo>
                  <a:lnTo>
                    <a:pt x="60223" y="38214"/>
                  </a:lnTo>
                  <a:lnTo>
                    <a:pt x="60579" y="36957"/>
                  </a:lnTo>
                  <a:lnTo>
                    <a:pt x="60833" y="31254"/>
                  </a:lnTo>
                  <a:lnTo>
                    <a:pt x="60426" y="28905"/>
                  </a:lnTo>
                  <a:lnTo>
                    <a:pt x="59143" y="28829"/>
                  </a:lnTo>
                  <a:lnTo>
                    <a:pt x="58521" y="31102"/>
                  </a:lnTo>
                  <a:lnTo>
                    <a:pt x="58381" y="33959"/>
                  </a:lnTo>
                  <a:lnTo>
                    <a:pt x="58254" y="36804"/>
                  </a:lnTo>
                  <a:lnTo>
                    <a:pt x="58483" y="38138"/>
                  </a:lnTo>
                  <a:lnTo>
                    <a:pt x="57340" y="37706"/>
                  </a:lnTo>
                  <a:lnTo>
                    <a:pt x="52451" y="37401"/>
                  </a:lnTo>
                  <a:lnTo>
                    <a:pt x="50444" y="37884"/>
                  </a:lnTo>
                  <a:lnTo>
                    <a:pt x="50368" y="39382"/>
                  </a:lnTo>
                  <a:lnTo>
                    <a:pt x="52336" y="40106"/>
                  </a:lnTo>
                  <a:lnTo>
                    <a:pt x="54775" y="40259"/>
                  </a:lnTo>
                  <a:lnTo>
                    <a:pt x="57213" y="40411"/>
                  </a:lnTo>
                  <a:lnTo>
                    <a:pt x="58343" y="40144"/>
                  </a:lnTo>
                  <a:lnTo>
                    <a:pt x="57988" y="41427"/>
                  </a:lnTo>
                  <a:lnTo>
                    <a:pt x="57721" y="47117"/>
                  </a:lnTo>
                  <a:lnTo>
                    <a:pt x="58140" y="49466"/>
                  </a:lnTo>
                  <a:lnTo>
                    <a:pt x="59423" y="49542"/>
                  </a:lnTo>
                  <a:lnTo>
                    <a:pt x="60045" y="47269"/>
                  </a:lnTo>
                  <a:lnTo>
                    <a:pt x="60172" y="44411"/>
                  </a:lnTo>
                  <a:lnTo>
                    <a:pt x="60299" y="41567"/>
                  </a:lnTo>
                  <a:lnTo>
                    <a:pt x="60058" y="40259"/>
                  </a:lnTo>
                  <a:lnTo>
                    <a:pt x="61175" y="40665"/>
                  </a:lnTo>
                  <a:lnTo>
                    <a:pt x="66052" y="40970"/>
                  </a:lnTo>
                  <a:lnTo>
                    <a:pt x="68072" y="40487"/>
                  </a:lnTo>
                  <a:lnTo>
                    <a:pt x="68135" y="38989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2" name="object 1892" descr=""/>
            <p:cNvSpPr/>
            <p:nvPr/>
          </p:nvSpPr>
          <p:spPr>
            <a:xfrm>
              <a:off x="15631646" y="8171020"/>
              <a:ext cx="62865" cy="88900"/>
            </a:xfrm>
            <a:custGeom>
              <a:avLst/>
              <a:gdLst/>
              <a:ahLst/>
              <a:cxnLst/>
              <a:rect l="l" t="t" r="r" b="b"/>
              <a:pathLst>
                <a:path w="62865" h="88900">
                  <a:moveTo>
                    <a:pt x="0" y="44218"/>
                  </a:moveTo>
                  <a:lnTo>
                    <a:pt x="37915" y="88447"/>
                  </a:lnTo>
                  <a:lnTo>
                    <a:pt x="62507" y="59752"/>
                  </a:lnTo>
                </a:path>
                <a:path w="62865" h="88900">
                  <a:moveTo>
                    <a:pt x="61533" y="27553"/>
                  </a:moveTo>
                  <a:lnTo>
                    <a:pt x="37915" y="0"/>
                  </a:lnTo>
                  <a:lnTo>
                    <a:pt x="0" y="4421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3" name="object 1893" descr=""/>
            <p:cNvSpPr/>
            <p:nvPr/>
          </p:nvSpPr>
          <p:spPr>
            <a:xfrm>
              <a:off x="15635263" y="8175554"/>
              <a:ext cx="59055" cy="78740"/>
            </a:xfrm>
            <a:custGeom>
              <a:avLst/>
              <a:gdLst/>
              <a:ahLst/>
              <a:cxnLst/>
              <a:rect l="l" t="t" r="r" b="b"/>
              <a:pathLst>
                <a:path w="59055" h="78740">
                  <a:moveTo>
                    <a:pt x="17767" y="39408"/>
                  </a:moveTo>
                  <a:lnTo>
                    <a:pt x="15811" y="38684"/>
                  </a:lnTo>
                  <a:lnTo>
                    <a:pt x="13373" y="38519"/>
                  </a:lnTo>
                  <a:lnTo>
                    <a:pt x="10934" y="38366"/>
                  </a:lnTo>
                  <a:lnTo>
                    <a:pt x="9855" y="38633"/>
                  </a:lnTo>
                  <a:lnTo>
                    <a:pt x="10210" y="37363"/>
                  </a:lnTo>
                  <a:lnTo>
                    <a:pt x="10464" y="31661"/>
                  </a:lnTo>
                  <a:lnTo>
                    <a:pt x="10058" y="29324"/>
                  </a:lnTo>
                  <a:lnTo>
                    <a:pt x="8775" y="29235"/>
                  </a:lnTo>
                  <a:lnTo>
                    <a:pt x="8140" y="31521"/>
                  </a:lnTo>
                  <a:lnTo>
                    <a:pt x="8013" y="34366"/>
                  </a:lnTo>
                  <a:lnTo>
                    <a:pt x="7886" y="37211"/>
                  </a:lnTo>
                  <a:lnTo>
                    <a:pt x="8115" y="38544"/>
                  </a:lnTo>
                  <a:lnTo>
                    <a:pt x="6972" y="38112"/>
                  </a:lnTo>
                  <a:lnTo>
                    <a:pt x="2082" y="37807"/>
                  </a:lnTo>
                  <a:lnTo>
                    <a:pt x="76" y="38290"/>
                  </a:lnTo>
                  <a:lnTo>
                    <a:pt x="0" y="39789"/>
                  </a:lnTo>
                  <a:lnTo>
                    <a:pt x="1955" y="40513"/>
                  </a:lnTo>
                  <a:lnTo>
                    <a:pt x="4406" y="40665"/>
                  </a:lnTo>
                  <a:lnTo>
                    <a:pt x="6845" y="40830"/>
                  </a:lnTo>
                  <a:lnTo>
                    <a:pt x="7962" y="40563"/>
                  </a:lnTo>
                  <a:lnTo>
                    <a:pt x="7620" y="41833"/>
                  </a:lnTo>
                  <a:lnTo>
                    <a:pt x="7353" y="47536"/>
                  </a:lnTo>
                  <a:lnTo>
                    <a:pt x="7772" y="49872"/>
                  </a:lnTo>
                  <a:lnTo>
                    <a:pt x="9055" y="49961"/>
                  </a:lnTo>
                  <a:lnTo>
                    <a:pt x="9677" y="47675"/>
                  </a:lnTo>
                  <a:lnTo>
                    <a:pt x="9804" y="44831"/>
                  </a:lnTo>
                  <a:lnTo>
                    <a:pt x="9944" y="41986"/>
                  </a:lnTo>
                  <a:lnTo>
                    <a:pt x="9702" y="40665"/>
                  </a:lnTo>
                  <a:lnTo>
                    <a:pt x="10807" y="41071"/>
                  </a:lnTo>
                  <a:lnTo>
                    <a:pt x="15684" y="41376"/>
                  </a:lnTo>
                  <a:lnTo>
                    <a:pt x="17691" y="40894"/>
                  </a:lnTo>
                  <a:lnTo>
                    <a:pt x="17767" y="39408"/>
                  </a:lnTo>
                  <a:close/>
                </a:path>
                <a:path w="59055" h="78740">
                  <a:moveTo>
                    <a:pt x="42837" y="10160"/>
                  </a:moveTo>
                  <a:lnTo>
                    <a:pt x="40881" y="9436"/>
                  </a:lnTo>
                  <a:lnTo>
                    <a:pt x="38442" y="9283"/>
                  </a:lnTo>
                  <a:lnTo>
                    <a:pt x="35991" y="9131"/>
                  </a:lnTo>
                  <a:lnTo>
                    <a:pt x="34912" y="9385"/>
                  </a:lnTo>
                  <a:lnTo>
                    <a:pt x="35267" y="8128"/>
                  </a:lnTo>
                  <a:lnTo>
                    <a:pt x="35534" y="2425"/>
                  </a:lnTo>
                  <a:lnTo>
                    <a:pt x="35128" y="76"/>
                  </a:lnTo>
                  <a:lnTo>
                    <a:pt x="33832" y="0"/>
                  </a:lnTo>
                  <a:lnTo>
                    <a:pt x="33223" y="2286"/>
                  </a:lnTo>
                  <a:lnTo>
                    <a:pt x="33083" y="5130"/>
                  </a:lnTo>
                  <a:lnTo>
                    <a:pt x="32943" y="7975"/>
                  </a:lnTo>
                  <a:lnTo>
                    <a:pt x="33172" y="9309"/>
                  </a:lnTo>
                  <a:lnTo>
                    <a:pt x="32029" y="8877"/>
                  </a:lnTo>
                  <a:lnTo>
                    <a:pt x="27152" y="8572"/>
                  </a:lnTo>
                  <a:lnTo>
                    <a:pt x="25146" y="9055"/>
                  </a:lnTo>
                  <a:lnTo>
                    <a:pt x="25069" y="10553"/>
                  </a:lnTo>
                  <a:lnTo>
                    <a:pt x="27025" y="11277"/>
                  </a:lnTo>
                  <a:lnTo>
                    <a:pt x="29464" y="11430"/>
                  </a:lnTo>
                  <a:lnTo>
                    <a:pt x="31902" y="11595"/>
                  </a:lnTo>
                  <a:lnTo>
                    <a:pt x="33032" y="11328"/>
                  </a:lnTo>
                  <a:lnTo>
                    <a:pt x="32689" y="12598"/>
                  </a:lnTo>
                  <a:lnTo>
                    <a:pt x="32423" y="18288"/>
                  </a:lnTo>
                  <a:lnTo>
                    <a:pt x="32829" y="20637"/>
                  </a:lnTo>
                  <a:lnTo>
                    <a:pt x="34124" y="20726"/>
                  </a:lnTo>
                  <a:lnTo>
                    <a:pt x="34734" y="18440"/>
                  </a:lnTo>
                  <a:lnTo>
                    <a:pt x="34874" y="15595"/>
                  </a:lnTo>
                  <a:lnTo>
                    <a:pt x="35001" y="12738"/>
                  </a:lnTo>
                  <a:lnTo>
                    <a:pt x="34759" y="11430"/>
                  </a:lnTo>
                  <a:lnTo>
                    <a:pt x="35877" y="11836"/>
                  </a:lnTo>
                  <a:lnTo>
                    <a:pt x="40754" y="12141"/>
                  </a:lnTo>
                  <a:lnTo>
                    <a:pt x="42760" y="11658"/>
                  </a:lnTo>
                  <a:lnTo>
                    <a:pt x="42837" y="10160"/>
                  </a:lnTo>
                  <a:close/>
                </a:path>
                <a:path w="59055" h="78740">
                  <a:moveTo>
                    <a:pt x="43307" y="67957"/>
                  </a:moveTo>
                  <a:lnTo>
                    <a:pt x="41351" y="67233"/>
                  </a:lnTo>
                  <a:lnTo>
                    <a:pt x="38912" y="67081"/>
                  </a:lnTo>
                  <a:lnTo>
                    <a:pt x="36474" y="66916"/>
                  </a:lnTo>
                  <a:lnTo>
                    <a:pt x="35394" y="67183"/>
                  </a:lnTo>
                  <a:lnTo>
                    <a:pt x="35750" y="65925"/>
                  </a:lnTo>
                  <a:lnTo>
                    <a:pt x="36004" y="60223"/>
                  </a:lnTo>
                  <a:lnTo>
                    <a:pt x="35598" y="57873"/>
                  </a:lnTo>
                  <a:lnTo>
                    <a:pt x="34315" y="57797"/>
                  </a:lnTo>
                  <a:lnTo>
                    <a:pt x="33693" y="60071"/>
                  </a:lnTo>
                  <a:lnTo>
                    <a:pt x="33553" y="62928"/>
                  </a:lnTo>
                  <a:lnTo>
                    <a:pt x="33426" y="65773"/>
                  </a:lnTo>
                  <a:lnTo>
                    <a:pt x="33655" y="67106"/>
                  </a:lnTo>
                  <a:lnTo>
                    <a:pt x="32512" y="66675"/>
                  </a:lnTo>
                  <a:lnTo>
                    <a:pt x="27622" y="66370"/>
                  </a:lnTo>
                  <a:lnTo>
                    <a:pt x="25615" y="66852"/>
                  </a:lnTo>
                  <a:lnTo>
                    <a:pt x="25539" y="68351"/>
                  </a:lnTo>
                  <a:lnTo>
                    <a:pt x="27495" y="69075"/>
                  </a:lnTo>
                  <a:lnTo>
                    <a:pt x="29946" y="69227"/>
                  </a:lnTo>
                  <a:lnTo>
                    <a:pt x="32385" y="69380"/>
                  </a:lnTo>
                  <a:lnTo>
                    <a:pt x="33502" y="69126"/>
                  </a:lnTo>
                  <a:lnTo>
                    <a:pt x="33159" y="70396"/>
                  </a:lnTo>
                  <a:lnTo>
                    <a:pt x="32893" y="76085"/>
                  </a:lnTo>
                  <a:lnTo>
                    <a:pt x="33312" y="78435"/>
                  </a:lnTo>
                  <a:lnTo>
                    <a:pt x="34594" y="78511"/>
                  </a:lnTo>
                  <a:lnTo>
                    <a:pt x="35217" y="76238"/>
                  </a:lnTo>
                  <a:lnTo>
                    <a:pt x="35344" y="73380"/>
                  </a:lnTo>
                  <a:lnTo>
                    <a:pt x="35483" y="70535"/>
                  </a:lnTo>
                  <a:lnTo>
                    <a:pt x="35242" y="69227"/>
                  </a:lnTo>
                  <a:lnTo>
                    <a:pt x="36347" y="69634"/>
                  </a:lnTo>
                  <a:lnTo>
                    <a:pt x="41224" y="69938"/>
                  </a:lnTo>
                  <a:lnTo>
                    <a:pt x="43230" y="69456"/>
                  </a:lnTo>
                  <a:lnTo>
                    <a:pt x="43307" y="67957"/>
                  </a:lnTo>
                  <a:close/>
                </a:path>
                <a:path w="59055" h="78740">
                  <a:moveTo>
                    <a:pt x="58343" y="37287"/>
                  </a:moveTo>
                  <a:lnTo>
                    <a:pt x="58305" y="35890"/>
                  </a:lnTo>
                  <a:lnTo>
                    <a:pt x="58254" y="36804"/>
                  </a:lnTo>
                  <a:lnTo>
                    <a:pt x="58343" y="37287"/>
                  </a:lnTo>
                  <a:close/>
                </a:path>
                <a:path w="59055" h="78740">
                  <a:moveTo>
                    <a:pt x="58712" y="49504"/>
                  </a:moveTo>
                  <a:lnTo>
                    <a:pt x="58420" y="40144"/>
                  </a:lnTo>
                  <a:lnTo>
                    <a:pt x="58420" y="39878"/>
                  </a:lnTo>
                  <a:lnTo>
                    <a:pt x="58369" y="38087"/>
                  </a:lnTo>
                  <a:lnTo>
                    <a:pt x="57340" y="37706"/>
                  </a:lnTo>
                  <a:lnTo>
                    <a:pt x="52463" y="37401"/>
                  </a:lnTo>
                  <a:lnTo>
                    <a:pt x="50444" y="37884"/>
                  </a:lnTo>
                  <a:lnTo>
                    <a:pt x="50380" y="39382"/>
                  </a:lnTo>
                  <a:lnTo>
                    <a:pt x="52336" y="40106"/>
                  </a:lnTo>
                  <a:lnTo>
                    <a:pt x="57213" y="40411"/>
                  </a:lnTo>
                  <a:lnTo>
                    <a:pt x="58331" y="40157"/>
                  </a:lnTo>
                  <a:lnTo>
                    <a:pt x="57988" y="41427"/>
                  </a:lnTo>
                  <a:lnTo>
                    <a:pt x="57734" y="47117"/>
                  </a:lnTo>
                  <a:lnTo>
                    <a:pt x="58140" y="49466"/>
                  </a:lnTo>
                  <a:lnTo>
                    <a:pt x="58712" y="49504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4" name="object 1894" descr=""/>
            <p:cNvSpPr/>
            <p:nvPr/>
          </p:nvSpPr>
          <p:spPr>
            <a:xfrm>
              <a:off x="15516294" y="8112206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0" y="44218"/>
                  </a:moveTo>
                  <a:lnTo>
                    <a:pt x="37915" y="88437"/>
                  </a:lnTo>
                  <a:lnTo>
                    <a:pt x="75819" y="44218"/>
                  </a:lnTo>
                  <a:lnTo>
                    <a:pt x="37915" y="0"/>
                  </a:lnTo>
                  <a:lnTo>
                    <a:pt x="0" y="4421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5" name="object 1895" descr=""/>
            <p:cNvSpPr/>
            <p:nvPr/>
          </p:nvSpPr>
          <p:spPr>
            <a:xfrm>
              <a:off x="15519908" y="8116741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395"/>
                  </a:moveTo>
                  <a:lnTo>
                    <a:pt x="15811" y="38684"/>
                  </a:lnTo>
                  <a:lnTo>
                    <a:pt x="13373" y="38519"/>
                  </a:lnTo>
                  <a:lnTo>
                    <a:pt x="10934" y="38366"/>
                  </a:lnTo>
                  <a:lnTo>
                    <a:pt x="9855" y="38633"/>
                  </a:lnTo>
                  <a:lnTo>
                    <a:pt x="10210" y="37363"/>
                  </a:lnTo>
                  <a:lnTo>
                    <a:pt x="10464" y="31661"/>
                  </a:lnTo>
                  <a:lnTo>
                    <a:pt x="10058" y="29324"/>
                  </a:lnTo>
                  <a:lnTo>
                    <a:pt x="8775" y="29235"/>
                  </a:lnTo>
                  <a:lnTo>
                    <a:pt x="8153" y="31521"/>
                  </a:lnTo>
                  <a:lnTo>
                    <a:pt x="8026" y="34366"/>
                  </a:lnTo>
                  <a:lnTo>
                    <a:pt x="7886" y="37211"/>
                  </a:lnTo>
                  <a:lnTo>
                    <a:pt x="8115" y="38544"/>
                  </a:lnTo>
                  <a:lnTo>
                    <a:pt x="6972" y="38112"/>
                  </a:lnTo>
                  <a:lnTo>
                    <a:pt x="2082" y="37807"/>
                  </a:lnTo>
                  <a:lnTo>
                    <a:pt x="76" y="38290"/>
                  </a:lnTo>
                  <a:lnTo>
                    <a:pt x="0" y="39789"/>
                  </a:lnTo>
                  <a:lnTo>
                    <a:pt x="1968" y="40513"/>
                  </a:lnTo>
                  <a:lnTo>
                    <a:pt x="4406" y="40678"/>
                  </a:lnTo>
                  <a:lnTo>
                    <a:pt x="6845" y="40830"/>
                  </a:lnTo>
                  <a:lnTo>
                    <a:pt x="7962" y="40563"/>
                  </a:lnTo>
                  <a:lnTo>
                    <a:pt x="7620" y="41833"/>
                  </a:lnTo>
                  <a:lnTo>
                    <a:pt x="7353" y="47536"/>
                  </a:lnTo>
                  <a:lnTo>
                    <a:pt x="7772" y="49872"/>
                  </a:lnTo>
                  <a:lnTo>
                    <a:pt x="9055" y="49961"/>
                  </a:lnTo>
                  <a:lnTo>
                    <a:pt x="9677" y="47675"/>
                  </a:lnTo>
                  <a:lnTo>
                    <a:pt x="9804" y="44831"/>
                  </a:lnTo>
                  <a:lnTo>
                    <a:pt x="9944" y="41986"/>
                  </a:lnTo>
                  <a:lnTo>
                    <a:pt x="9702" y="40665"/>
                  </a:lnTo>
                  <a:lnTo>
                    <a:pt x="10807" y="41071"/>
                  </a:lnTo>
                  <a:lnTo>
                    <a:pt x="15684" y="41376"/>
                  </a:lnTo>
                  <a:lnTo>
                    <a:pt x="17691" y="40894"/>
                  </a:lnTo>
                  <a:lnTo>
                    <a:pt x="17767" y="39395"/>
                  </a:lnTo>
                  <a:close/>
                </a:path>
                <a:path w="68580" h="78740">
                  <a:moveTo>
                    <a:pt x="42837" y="10160"/>
                  </a:moveTo>
                  <a:lnTo>
                    <a:pt x="40881" y="9436"/>
                  </a:lnTo>
                  <a:lnTo>
                    <a:pt x="38442" y="9283"/>
                  </a:lnTo>
                  <a:lnTo>
                    <a:pt x="36004" y="9131"/>
                  </a:lnTo>
                  <a:lnTo>
                    <a:pt x="34912" y="9385"/>
                  </a:lnTo>
                  <a:lnTo>
                    <a:pt x="35267" y="8128"/>
                  </a:lnTo>
                  <a:lnTo>
                    <a:pt x="35534" y="2425"/>
                  </a:lnTo>
                  <a:lnTo>
                    <a:pt x="35128" y="88"/>
                  </a:lnTo>
                  <a:lnTo>
                    <a:pt x="33845" y="0"/>
                  </a:lnTo>
                  <a:lnTo>
                    <a:pt x="33223" y="2286"/>
                  </a:lnTo>
                  <a:lnTo>
                    <a:pt x="33083" y="5130"/>
                  </a:lnTo>
                  <a:lnTo>
                    <a:pt x="32956" y="7975"/>
                  </a:lnTo>
                  <a:lnTo>
                    <a:pt x="33172" y="9321"/>
                  </a:lnTo>
                  <a:lnTo>
                    <a:pt x="32029" y="8877"/>
                  </a:lnTo>
                  <a:lnTo>
                    <a:pt x="27152" y="8572"/>
                  </a:lnTo>
                  <a:lnTo>
                    <a:pt x="25146" y="9055"/>
                  </a:lnTo>
                  <a:lnTo>
                    <a:pt x="25069" y="10553"/>
                  </a:lnTo>
                  <a:lnTo>
                    <a:pt x="27025" y="11277"/>
                  </a:lnTo>
                  <a:lnTo>
                    <a:pt x="29464" y="11430"/>
                  </a:lnTo>
                  <a:lnTo>
                    <a:pt x="31902" y="11595"/>
                  </a:lnTo>
                  <a:lnTo>
                    <a:pt x="33032" y="11328"/>
                  </a:lnTo>
                  <a:lnTo>
                    <a:pt x="32689" y="12598"/>
                  </a:lnTo>
                  <a:lnTo>
                    <a:pt x="32423" y="18288"/>
                  </a:lnTo>
                  <a:lnTo>
                    <a:pt x="32829" y="20637"/>
                  </a:lnTo>
                  <a:lnTo>
                    <a:pt x="34124" y="20726"/>
                  </a:lnTo>
                  <a:lnTo>
                    <a:pt x="34734" y="18440"/>
                  </a:lnTo>
                  <a:lnTo>
                    <a:pt x="34874" y="15595"/>
                  </a:lnTo>
                  <a:lnTo>
                    <a:pt x="35001" y="12738"/>
                  </a:lnTo>
                  <a:lnTo>
                    <a:pt x="34759" y="11430"/>
                  </a:lnTo>
                  <a:lnTo>
                    <a:pt x="35877" y="11836"/>
                  </a:lnTo>
                  <a:lnTo>
                    <a:pt x="40754" y="12141"/>
                  </a:lnTo>
                  <a:lnTo>
                    <a:pt x="42760" y="11658"/>
                  </a:lnTo>
                  <a:lnTo>
                    <a:pt x="42837" y="10160"/>
                  </a:lnTo>
                  <a:close/>
                </a:path>
                <a:path w="68580" h="78740">
                  <a:moveTo>
                    <a:pt x="43307" y="67957"/>
                  </a:moveTo>
                  <a:lnTo>
                    <a:pt x="41351" y="67233"/>
                  </a:lnTo>
                  <a:lnTo>
                    <a:pt x="38912" y="67081"/>
                  </a:lnTo>
                  <a:lnTo>
                    <a:pt x="36474" y="66916"/>
                  </a:lnTo>
                  <a:lnTo>
                    <a:pt x="35394" y="67183"/>
                  </a:lnTo>
                  <a:lnTo>
                    <a:pt x="35750" y="65925"/>
                  </a:lnTo>
                  <a:lnTo>
                    <a:pt x="36004" y="60223"/>
                  </a:lnTo>
                  <a:lnTo>
                    <a:pt x="35598" y="57873"/>
                  </a:lnTo>
                  <a:lnTo>
                    <a:pt x="34315" y="57797"/>
                  </a:lnTo>
                  <a:lnTo>
                    <a:pt x="33693" y="60071"/>
                  </a:lnTo>
                  <a:lnTo>
                    <a:pt x="33566" y="62928"/>
                  </a:lnTo>
                  <a:lnTo>
                    <a:pt x="33426" y="65773"/>
                  </a:lnTo>
                  <a:lnTo>
                    <a:pt x="33655" y="67106"/>
                  </a:lnTo>
                  <a:lnTo>
                    <a:pt x="32512" y="66675"/>
                  </a:lnTo>
                  <a:lnTo>
                    <a:pt x="27622" y="66370"/>
                  </a:lnTo>
                  <a:lnTo>
                    <a:pt x="25615" y="66852"/>
                  </a:lnTo>
                  <a:lnTo>
                    <a:pt x="25539" y="68351"/>
                  </a:lnTo>
                  <a:lnTo>
                    <a:pt x="27508" y="69075"/>
                  </a:lnTo>
                  <a:lnTo>
                    <a:pt x="29946" y="69227"/>
                  </a:lnTo>
                  <a:lnTo>
                    <a:pt x="32385" y="69380"/>
                  </a:lnTo>
                  <a:lnTo>
                    <a:pt x="33515" y="69126"/>
                  </a:lnTo>
                  <a:lnTo>
                    <a:pt x="33159" y="70396"/>
                  </a:lnTo>
                  <a:lnTo>
                    <a:pt x="32893" y="76085"/>
                  </a:lnTo>
                  <a:lnTo>
                    <a:pt x="33312" y="78435"/>
                  </a:lnTo>
                  <a:lnTo>
                    <a:pt x="34594" y="78511"/>
                  </a:lnTo>
                  <a:lnTo>
                    <a:pt x="35229" y="76238"/>
                  </a:lnTo>
                  <a:lnTo>
                    <a:pt x="35344" y="73380"/>
                  </a:lnTo>
                  <a:lnTo>
                    <a:pt x="35483" y="70535"/>
                  </a:lnTo>
                  <a:lnTo>
                    <a:pt x="35242" y="69227"/>
                  </a:lnTo>
                  <a:lnTo>
                    <a:pt x="36347" y="69634"/>
                  </a:lnTo>
                  <a:lnTo>
                    <a:pt x="41224" y="69938"/>
                  </a:lnTo>
                  <a:lnTo>
                    <a:pt x="43243" y="69456"/>
                  </a:lnTo>
                  <a:lnTo>
                    <a:pt x="43307" y="67957"/>
                  </a:lnTo>
                  <a:close/>
                </a:path>
                <a:path w="68580" h="78740">
                  <a:moveTo>
                    <a:pt x="68148" y="38989"/>
                  </a:moveTo>
                  <a:lnTo>
                    <a:pt x="66192" y="38265"/>
                  </a:lnTo>
                  <a:lnTo>
                    <a:pt x="63741" y="38112"/>
                  </a:lnTo>
                  <a:lnTo>
                    <a:pt x="61302" y="37947"/>
                  </a:lnTo>
                  <a:lnTo>
                    <a:pt x="60236" y="38214"/>
                  </a:lnTo>
                  <a:lnTo>
                    <a:pt x="60579" y="36957"/>
                  </a:lnTo>
                  <a:lnTo>
                    <a:pt x="60845" y="31254"/>
                  </a:lnTo>
                  <a:lnTo>
                    <a:pt x="60439" y="28905"/>
                  </a:lnTo>
                  <a:lnTo>
                    <a:pt x="59143" y="28829"/>
                  </a:lnTo>
                  <a:lnTo>
                    <a:pt x="58534" y="31102"/>
                  </a:lnTo>
                  <a:lnTo>
                    <a:pt x="58394" y="33959"/>
                  </a:lnTo>
                  <a:lnTo>
                    <a:pt x="58254" y="36804"/>
                  </a:lnTo>
                  <a:lnTo>
                    <a:pt x="58483" y="38150"/>
                  </a:lnTo>
                  <a:lnTo>
                    <a:pt x="57340" y="37706"/>
                  </a:lnTo>
                  <a:lnTo>
                    <a:pt x="52463" y="37401"/>
                  </a:lnTo>
                  <a:lnTo>
                    <a:pt x="50457" y="37884"/>
                  </a:lnTo>
                  <a:lnTo>
                    <a:pt x="50380" y="39382"/>
                  </a:lnTo>
                  <a:lnTo>
                    <a:pt x="52336" y="40106"/>
                  </a:lnTo>
                  <a:lnTo>
                    <a:pt x="54775" y="40259"/>
                  </a:lnTo>
                  <a:lnTo>
                    <a:pt x="57213" y="40411"/>
                  </a:lnTo>
                  <a:lnTo>
                    <a:pt x="58343" y="40157"/>
                  </a:lnTo>
                  <a:lnTo>
                    <a:pt x="58000" y="41427"/>
                  </a:lnTo>
                  <a:lnTo>
                    <a:pt x="57734" y="47117"/>
                  </a:lnTo>
                  <a:lnTo>
                    <a:pt x="58140" y="49466"/>
                  </a:lnTo>
                  <a:lnTo>
                    <a:pt x="59423" y="49542"/>
                  </a:lnTo>
                  <a:lnTo>
                    <a:pt x="60058" y="47269"/>
                  </a:lnTo>
                  <a:lnTo>
                    <a:pt x="60185" y="44411"/>
                  </a:lnTo>
                  <a:lnTo>
                    <a:pt x="60325" y="41567"/>
                  </a:lnTo>
                  <a:lnTo>
                    <a:pt x="60083" y="40259"/>
                  </a:lnTo>
                  <a:lnTo>
                    <a:pt x="61175" y="40665"/>
                  </a:lnTo>
                  <a:lnTo>
                    <a:pt x="66065" y="40970"/>
                  </a:lnTo>
                  <a:lnTo>
                    <a:pt x="68072" y="40487"/>
                  </a:lnTo>
                  <a:lnTo>
                    <a:pt x="68148" y="38989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6" name="object 1896" descr=""/>
            <p:cNvSpPr/>
            <p:nvPr/>
          </p:nvSpPr>
          <p:spPr>
            <a:xfrm>
              <a:off x="15461078" y="8112206"/>
              <a:ext cx="54610" cy="88900"/>
            </a:xfrm>
            <a:custGeom>
              <a:avLst/>
              <a:gdLst/>
              <a:ahLst/>
              <a:cxnLst/>
              <a:rect l="l" t="t" r="r" b="b"/>
              <a:pathLst>
                <a:path w="54609" h="88900">
                  <a:moveTo>
                    <a:pt x="0" y="69638"/>
                  </a:moveTo>
                  <a:lnTo>
                    <a:pt x="16118" y="88437"/>
                  </a:lnTo>
                  <a:lnTo>
                    <a:pt x="54023" y="44218"/>
                  </a:lnTo>
                  <a:lnTo>
                    <a:pt x="16118" y="0"/>
                  </a:lnTo>
                  <a:lnTo>
                    <a:pt x="0" y="1879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7" name="object 1897" descr=""/>
            <p:cNvSpPr/>
            <p:nvPr/>
          </p:nvSpPr>
          <p:spPr>
            <a:xfrm>
              <a:off x="15467965" y="8116741"/>
              <a:ext cx="43180" cy="78740"/>
            </a:xfrm>
            <a:custGeom>
              <a:avLst/>
              <a:gdLst/>
              <a:ahLst/>
              <a:cxnLst/>
              <a:rect l="l" t="t" r="r" b="b"/>
              <a:pathLst>
                <a:path w="43180" h="78740">
                  <a:moveTo>
                    <a:pt x="17767" y="10160"/>
                  </a:moveTo>
                  <a:lnTo>
                    <a:pt x="15811" y="9436"/>
                  </a:lnTo>
                  <a:lnTo>
                    <a:pt x="13373" y="9283"/>
                  </a:lnTo>
                  <a:lnTo>
                    <a:pt x="10934" y="9131"/>
                  </a:lnTo>
                  <a:lnTo>
                    <a:pt x="9855" y="9385"/>
                  </a:lnTo>
                  <a:lnTo>
                    <a:pt x="10210" y="8128"/>
                  </a:lnTo>
                  <a:lnTo>
                    <a:pt x="10464" y="2425"/>
                  </a:lnTo>
                  <a:lnTo>
                    <a:pt x="10058" y="88"/>
                  </a:lnTo>
                  <a:lnTo>
                    <a:pt x="8775" y="0"/>
                  </a:lnTo>
                  <a:lnTo>
                    <a:pt x="8153" y="2286"/>
                  </a:lnTo>
                  <a:lnTo>
                    <a:pt x="8013" y="5130"/>
                  </a:lnTo>
                  <a:lnTo>
                    <a:pt x="7874" y="7975"/>
                  </a:lnTo>
                  <a:lnTo>
                    <a:pt x="8102" y="9309"/>
                  </a:lnTo>
                  <a:lnTo>
                    <a:pt x="6959" y="8877"/>
                  </a:lnTo>
                  <a:lnTo>
                    <a:pt x="2082" y="8572"/>
                  </a:lnTo>
                  <a:lnTo>
                    <a:pt x="76" y="9055"/>
                  </a:lnTo>
                  <a:lnTo>
                    <a:pt x="0" y="10553"/>
                  </a:lnTo>
                  <a:lnTo>
                    <a:pt x="1955" y="11277"/>
                  </a:lnTo>
                  <a:lnTo>
                    <a:pt x="4394" y="11430"/>
                  </a:lnTo>
                  <a:lnTo>
                    <a:pt x="6845" y="11595"/>
                  </a:lnTo>
                  <a:lnTo>
                    <a:pt x="7962" y="11328"/>
                  </a:lnTo>
                  <a:lnTo>
                    <a:pt x="7620" y="12598"/>
                  </a:lnTo>
                  <a:lnTo>
                    <a:pt x="7353" y="18288"/>
                  </a:lnTo>
                  <a:lnTo>
                    <a:pt x="7759" y="20637"/>
                  </a:lnTo>
                  <a:lnTo>
                    <a:pt x="9055" y="20726"/>
                  </a:lnTo>
                  <a:lnTo>
                    <a:pt x="9664" y="18440"/>
                  </a:lnTo>
                  <a:lnTo>
                    <a:pt x="9804" y="15595"/>
                  </a:lnTo>
                  <a:lnTo>
                    <a:pt x="9944" y="12738"/>
                  </a:lnTo>
                  <a:lnTo>
                    <a:pt x="9702" y="11430"/>
                  </a:lnTo>
                  <a:lnTo>
                    <a:pt x="10807" y="11836"/>
                  </a:lnTo>
                  <a:lnTo>
                    <a:pt x="15684" y="12141"/>
                  </a:lnTo>
                  <a:lnTo>
                    <a:pt x="17691" y="11658"/>
                  </a:lnTo>
                  <a:lnTo>
                    <a:pt x="17767" y="10160"/>
                  </a:lnTo>
                  <a:close/>
                </a:path>
                <a:path w="43180" h="78740">
                  <a:moveTo>
                    <a:pt x="18237" y="67957"/>
                  </a:moveTo>
                  <a:lnTo>
                    <a:pt x="16281" y="67233"/>
                  </a:lnTo>
                  <a:lnTo>
                    <a:pt x="13843" y="67081"/>
                  </a:lnTo>
                  <a:lnTo>
                    <a:pt x="11404" y="66916"/>
                  </a:lnTo>
                  <a:lnTo>
                    <a:pt x="10325" y="67183"/>
                  </a:lnTo>
                  <a:lnTo>
                    <a:pt x="10680" y="65925"/>
                  </a:lnTo>
                  <a:lnTo>
                    <a:pt x="10934" y="60223"/>
                  </a:lnTo>
                  <a:lnTo>
                    <a:pt x="10528" y="57873"/>
                  </a:lnTo>
                  <a:lnTo>
                    <a:pt x="9245" y="57797"/>
                  </a:lnTo>
                  <a:lnTo>
                    <a:pt x="8623" y="60071"/>
                  </a:lnTo>
                  <a:lnTo>
                    <a:pt x="8483" y="62928"/>
                  </a:lnTo>
                  <a:lnTo>
                    <a:pt x="8369" y="65773"/>
                  </a:lnTo>
                  <a:lnTo>
                    <a:pt x="8585" y="67119"/>
                  </a:lnTo>
                  <a:lnTo>
                    <a:pt x="7442" y="66675"/>
                  </a:lnTo>
                  <a:lnTo>
                    <a:pt x="2565" y="66370"/>
                  </a:lnTo>
                  <a:lnTo>
                    <a:pt x="546" y="66852"/>
                  </a:lnTo>
                  <a:lnTo>
                    <a:pt x="469" y="68351"/>
                  </a:lnTo>
                  <a:lnTo>
                    <a:pt x="2438" y="69075"/>
                  </a:lnTo>
                  <a:lnTo>
                    <a:pt x="4876" y="69227"/>
                  </a:lnTo>
                  <a:lnTo>
                    <a:pt x="7315" y="69380"/>
                  </a:lnTo>
                  <a:lnTo>
                    <a:pt x="8445" y="69126"/>
                  </a:lnTo>
                  <a:lnTo>
                    <a:pt x="8089" y="70396"/>
                  </a:lnTo>
                  <a:lnTo>
                    <a:pt x="7835" y="76085"/>
                  </a:lnTo>
                  <a:lnTo>
                    <a:pt x="8242" y="78435"/>
                  </a:lnTo>
                  <a:lnTo>
                    <a:pt x="9525" y="78511"/>
                  </a:lnTo>
                  <a:lnTo>
                    <a:pt x="10147" y="76238"/>
                  </a:lnTo>
                  <a:lnTo>
                    <a:pt x="10274" y="73380"/>
                  </a:lnTo>
                  <a:lnTo>
                    <a:pt x="10414" y="70535"/>
                  </a:lnTo>
                  <a:lnTo>
                    <a:pt x="10172" y="69227"/>
                  </a:lnTo>
                  <a:lnTo>
                    <a:pt x="11277" y="69634"/>
                  </a:lnTo>
                  <a:lnTo>
                    <a:pt x="16154" y="69938"/>
                  </a:lnTo>
                  <a:lnTo>
                    <a:pt x="18173" y="69456"/>
                  </a:lnTo>
                  <a:lnTo>
                    <a:pt x="18237" y="67957"/>
                  </a:lnTo>
                  <a:close/>
                </a:path>
                <a:path w="43180" h="78740">
                  <a:moveTo>
                    <a:pt x="43078" y="38989"/>
                  </a:moveTo>
                  <a:lnTo>
                    <a:pt x="41122" y="38265"/>
                  </a:lnTo>
                  <a:lnTo>
                    <a:pt x="38684" y="38112"/>
                  </a:lnTo>
                  <a:lnTo>
                    <a:pt x="36233" y="37947"/>
                  </a:lnTo>
                  <a:lnTo>
                    <a:pt x="35166" y="38214"/>
                  </a:lnTo>
                  <a:lnTo>
                    <a:pt x="35509" y="36957"/>
                  </a:lnTo>
                  <a:lnTo>
                    <a:pt x="35775" y="31254"/>
                  </a:lnTo>
                  <a:lnTo>
                    <a:pt x="35369" y="28905"/>
                  </a:lnTo>
                  <a:lnTo>
                    <a:pt x="34074" y="28829"/>
                  </a:lnTo>
                  <a:lnTo>
                    <a:pt x="33451" y="31102"/>
                  </a:lnTo>
                  <a:lnTo>
                    <a:pt x="33324" y="33959"/>
                  </a:lnTo>
                  <a:lnTo>
                    <a:pt x="33185" y="36804"/>
                  </a:lnTo>
                  <a:lnTo>
                    <a:pt x="33413" y="38150"/>
                  </a:lnTo>
                  <a:lnTo>
                    <a:pt x="32270" y="37706"/>
                  </a:lnTo>
                  <a:lnTo>
                    <a:pt x="27393" y="37401"/>
                  </a:lnTo>
                  <a:lnTo>
                    <a:pt x="25387" y="37884"/>
                  </a:lnTo>
                  <a:lnTo>
                    <a:pt x="25311" y="39382"/>
                  </a:lnTo>
                  <a:lnTo>
                    <a:pt x="27266" y="40106"/>
                  </a:lnTo>
                  <a:lnTo>
                    <a:pt x="29705" y="40259"/>
                  </a:lnTo>
                  <a:lnTo>
                    <a:pt x="32143" y="40411"/>
                  </a:lnTo>
                  <a:lnTo>
                    <a:pt x="33274" y="40157"/>
                  </a:lnTo>
                  <a:lnTo>
                    <a:pt x="32931" y="41427"/>
                  </a:lnTo>
                  <a:lnTo>
                    <a:pt x="32664" y="47117"/>
                  </a:lnTo>
                  <a:lnTo>
                    <a:pt x="33070" y="49466"/>
                  </a:lnTo>
                  <a:lnTo>
                    <a:pt x="34353" y="49542"/>
                  </a:lnTo>
                  <a:lnTo>
                    <a:pt x="34975" y="47269"/>
                  </a:lnTo>
                  <a:lnTo>
                    <a:pt x="35115" y="44411"/>
                  </a:lnTo>
                  <a:lnTo>
                    <a:pt x="35255" y="41567"/>
                  </a:lnTo>
                  <a:lnTo>
                    <a:pt x="35013" y="40259"/>
                  </a:lnTo>
                  <a:lnTo>
                    <a:pt x="36118" y="40665"/>
                  </a:lnTo>
                  <a:lnTo>
                    <a:pt x="40995" y="40970"/>
                  </a:lnTo>
                  <a:lnTo>
                    <a:pt x="43002" y="40487"/>
                  </a:lnTo>
                  <a:lnTo>
                    <a:pt x="43078" y="38989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8" name="object 1898" descr=""/>
            <p:cNvSpPr/>
            <p:nvPr/>
          </p:nvSpPr>
          <p:spPr>
            <a:xfrm>
              <a:off x="15593306" y="8230602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0" y="44218"/>
                  </a:moveTo>
                  <a:lnTo>
                    <a:pt x="37915" y="88447"/>
                  </a:lnTo>
                  <a:lnTo>
                    <a:pt x="75819" y="44218"/>
                  </a:lnTo>
                  <a:lnTo>
                    <a:pt x="37915" y="0"/>
                  </a:lnTo>
                  <a:lnTo>
                    <a:pt x="0" y="4421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9" name="object 1899" descr=""/>
            <p:cNvSpPr/>
            <p:nvPr/>
          </p:nvSpPr>
          <p:spPr>
            <a:xfrm>
              <a:off x="15596921" y="8235130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408"/>
                  </a:moveTo>
                  <a:lnTo>
                    <a:pt x="15811" y="38684"/>
                  </a:lnTo>
                  <a:lnTo>
                    <a:pt x="13373" y="38531"/>
                  </a:lnTo>
                  <a:lnTo>
                    <a:pt x="10934" y="38366"/>
                  </a:lnTo>
                  <a:lnTo>
                    <a:pt x="9855" y="38633"/>
                  </a:lnTo>
                  <a:lnTo>
                    <a:pt x="10210" y="37363"/>
                  </a:lnTo>
                  <a:lnTo>
                    <a:pt x="10464" y="31673"/>
                  </a:lnTo>
                  <a:lnTo>
                    <a:pt x="10058" y="29324"/>
                  </a:lnTo>
                  <a:lnTo>
                    <a:pt x="8775" y="29248"/>
                  </a:lnTo>
                  <a:lnTo>
                    <a:pt x="8153" y="31521"/>
                  </a:lnTo>
                  <a:lnTo>
                    <a:pt x="8013" y="34378"/>
                  </a:lnTo>
                  <a:lnTo>
                    <a:pt x="7899" y="37223"/>
                  </a:lnTo>
                  <a:lnTo>
                    <a:pt x="8115" y="38569"/>
                  </a:lnTo>
                  <a:lnTo>
                    <a:pt x="6972" y="38125"/>
                  </a:lnTo>
                  <a:lnTo>
                    <a:pt x="2082" y="37820"/>
                  </a:lnTo>
                  <a:lnTo>
                    <a:pt x="76" y="38303"/>
                  </a:lnTo>
                  <a:lnTo>
                    <a:pt x="0" y="39801"/>
                  </a:lnTo>
                  <a:lnTo>
                    <a:pt x="1968" y="40525"/>
                  </a:lnTo>
                  <a:lnTo>
                    <a:pt x="4406" y="40678"/>
                  </a:lnTo>
                  <a:lnTo>
                    <a:pt x="6845" y="40830"/>
                  </a:lnTo>
                  <a:lnTo>
                    <a:pt x="7975" y="40576"/>
                  </a:lnTo>
                  <a:lnTo>
                    <a:pt x="7620" y="41846"/>
                  </a:lnTo>
                  <a:lnTo>
                    <a:pt x="7366" y="47536"/>
                  </a:lnTo>
                  <a:lnTo>
                    <a:pt x="7772" y="49885"/>
                  </a:lnTo>
                  <a:lnTo>
                    <a:pt x="9055" y="49961"/>
                  </a:lnTo>
                  <a:lnTo>
                    <a:pt x="9677" y="47688"/>
                  </a:lnTo>
                  <a:lnTo>
                    <a:pt x="9804" y="44831"/>
                  </a:lnTo>
                  <a:lnTo>
                    <a:pt x="9944" y="41986"/>
                  </a:lnTo>
                  <a:lnTo>
                    <a:pt x="9702" y="40678"/>
                  </a:lnTo>
                  <a:lnTo>
                    <a:pt x="10807" y="41084"/>
                  </a:lnTo>
                  <a:lnTo>
                    <a:pt x="15684" y="41389"/>
                  </a:lnTo>
                  <a:lnTo>
                    <a:pt x="17703" y="40906"/>
                  </a:lnTo>
                  <a:lnTo>
                    <a:pt x="17767" y="39408"/>
                  </a:lnTo>
                  <a:close/>
                </a:path>
                <a:path w="68580" h="78740">
                  <a:moveTo>
                    <a:pt x="42837" y="10172"/>
                  </a:moveTo>
                  <a:lnTo>
                    <a:pt x="40881" y="9448"/>
                  </a:lnTo>
                  <a:lnTo>
                    <a:pt x="38442" y="9283"/>
                  </a:lnTo>
                  <a:lnTo>
                    <a:pt x="36004" y="9131"/>
                  </a:lnTo>
                  <a:lnTo>
                    <a:pt x="34925" y="9398"/>
                  </a:lnTo>
                  <a:lnTo>
                    <a:pt x="35280" y="8128"/>
                  </a:lnTo>
                  <a:lnTo>
                    <a:pt x="35534" y="2438"/>
                  </a:lnTo>
                  <a:lnTo>
                    <a:pt x="35128" y="88"/>
                  </a:lnTo>
                  <a:lnTo>
                    <a:pt x="33845" y="0"/>
                  </a:lnTo>
                  <a:lnTo>
                    <a:pt x="33223" y="2286"/>
                  </a:lnTo>
                  <a:lnTo>
                    <a:pt x="33083" y="5130"/>
                  </a:lnTo>
                  <a:lnTo>
                    <a:pt x="32943" y="7988"/>
                  </a:lnTo>
                  <a:lnTo>
                    <a:pt x="33172" y="9321"/>
                  </a:lnTo>
                  <a:lnTo>
                    <a:pt x="32029" y="8890"/>
                  </a:lnTo>
                  <a:lnTo>
                    <a:pt x="27152" y="8585"/>
                  </a:lnTo>
                  <a:lnTo>
                    <a:pt x="25146" y="9067"/>
                  </a:lnTo>
                  <a:lnTo>
                    <a:pt x="25069" y="10566"/>
                  </a:lnTo>
                  <a:lnTo>
                    <a:pt x="27025" y="11277"/>
                  </a:lnTo>
                  <a:lnTo>
                    <a:pt x="29464" y="11442"/>
                  </a:lnTo>
                  <a:lnTo>
                    <a:pt x="31902" y="11595"/>
                  </a:lnTo>
                  <a:lnTo>
                    <a:pt x="33032" y="11328"/>
                  </a:lnTo>
                  <a:lnTo>
                    <a:pt x="32689" y="12598"/>
                  </a:lnTo>
                  <a:lnTo>
                    <a:pt x="32423" y="18300"/>
                  </a:lnTo>
                  <a:lnTo>
                    <a:pt x="32829" y="20650"/>
                  </a:lnTo>
                  <a:lnTo>
                    <a:pt x="34124" y="20726"/>
                  </a:lnTo>
                  <a:lnTo>
                    <a:pt x="34747" y="18440"/>
                  </a:lnTo>
                  <a:lnTo>
                    <a:pt x="34874" y="15595"/>
                  </a:lnTo>
                  <a:lnTo>
                    <a:pt x="35013" y="12750"/>
                  </a:lnTo>
                  <a:lnTo>
                    <a:pt x="34772" y="11442"/>
                  </a:lnTo>
                  <a:lnTo>
                    <a:pt x="35877" y="11849"/>
                  </a:lnTo>
                  <a:lnTo>
                    <a:pt x="40754" y="12153"/>
                  </a:lnTo>
                  <a:lnTo>
                    <a:pt x="42760" y="11671"/>
                  </a:lnTo>
                  <a:lnTo>
                    <a:pt x="42837" y="10172"/>
                  </a:lnTo>
                  <a:close/>
                </a:path>
                <a:path w="68580" h="78740">
                  <a:moveTo>
                    <a:pt x="43307" y="67970"/>
                  </a:moveTo>
                  <a:lnTo>
                    <a:pt x="41351" y="67246"/>
                  </a:lnTo>
                  <a:lnTo>
                    <a:pt x="38912" y="67081"/>
                  </a:lnTo>
                  <a:lnTo>
                    <a:pt x="36474" y="66929"/>
                  </a:lnTo>
                  <a:lnTo>
                    <a:pt x="35394" y="67195"/>
                  </a:lnTo>
                  <a:lnTo>
                    <a:pt x="35750" y="65925"/>
                  </a:lnTo>
                  <a:lnTo>
                    <a:pt x="36004" y="60236"/>
                  </a:lnTo>
                  <a:lnTo>
                    <a:pt x="35598" y="57886"/>
                  </a:lnTo>
                  <a:lnTo>
                    <a:pt x="34315" y="57797"/>
                  </a:lnTo>
                  <a:lnTo>
                    <a:pt x="33693" y="60083"/>
                  </a:lnTo>
                  <a:lnTo>
                    <a:pt x="33566" y="62928"/>
                  </a:lnTo>
                  <a:lnTo>
                    <a:pt x="33426" y="65786"/>
                  </a:lnTo>
                  <a:lnTo>
                    <a:pt x="33655" y="67106"/>
                  </a:lnTo>
                  <a:lnTo>
                    <a:pt x="32512" y="66675"/>
                  </a:lnTo>
                  <a:lnTo>
                    <a:pt x="27622" y="66382"/>
                  </a:lnTo>
                  <a:lnTo>
                    <a:pt x="25615" y="66852"/>
                  </a:lnTo>
                  <a:lnTo>
                    <a:pt x="25539" y="68351"/>
                  </a:lnTo>
                  <a:lnTo>
                    <a:pt x="27508" y="69075"/>
                  </a:lnTo>
                  <a:lnTo>
                    <a:pt x="29946" y="69240"/>
                  </a:lnTo>
                  <a:lnTo>
                    <a:pt x="32385" y="69392"/>
                  </a:lnTo>
                  <a:lnTo>
                    <a:pt x="33502" y="69126"/>
                  </a:lnTo>
                  <a:lnTo>
                    <a:pt x="33159" y="70396"/>
                  </a:lnTo>
                  <a:lnTo>
                    <a:pt x="32905" y="76098"/>
                  </a:lnTo>
                  <a:lnTo>
                    <a:pt x="33312" y="78435"/>
                  </a:lnTo>
                  <a:lnTo>
                    <a:pt x="34594" y="78524"/>
                  </a:lnTo>
                  <a:lnTo>
                    <a:pt x="35217" y="76238"/>
                  </a:lnTo>
                  <a:lnTo>
                    <a:pt x="35344" y="73393"/>
                  </a:lnTo>
                  <a:lnTo>
                    <a:pt x="35483" y="70548"/>
                  </a:lnTo>
                  <a:lnTo>
                    <a:pt x="35242" y="69240"/>
                  </a:lnTo>
                  <a:lnTo>
                    <a:pt x="36347" y="69646"/>
                  </a:lnTo>
                  <a:lnTo>
                    <a:pt x="41224" y="69938"/>
                  </a:lnTo>
                  <a:lnTo>
                    <a:pt x="43243" y="69456"/>
                  </a:lnTo>
                  <a:lnTo>
                    <a:pt x="43307" y="67970"/>
                  </a:lnTo>
                  <a:close/>
                </a:path>
                <a:path w="68580" h="78740">
                  <a:moveTo>
                    <a:pt x="68148" y="39001"/>
                  </a:moveTo>
                  <a:lnTo>
                    <a:pt x="66192" y="38277"/>
                  </a:lnTo>
                  <a:lnTo>
                    <a:pt x="63741" y="38112"/>
                  </a:lnTo>
                  <a:lnTo>
                    <a:pt x="61302" y="37960"/>
                  </a:lnTo>
                  <a:lnTo>
                    <a:pt x="60223" y="38227"/>
                  </a:lnTo>
                  <a:lnTo>
                    <a:pt x="60579" y="36957"/>
                  </a:lnTo>
                  <a:lnTo>
                    <a:pt x="60845" y="31267"/>
                  </a:lnTo>
                  <a:lnTo>
                    <a:pt x="60439" y="28917"/>
                  </a:lnTo>
                  <a:lnTo>
                    <a:pt x="59143" y="28829"/>
                  </a:lnTo>
                  <a:lnTo>
                    <a:pt x="58534" y="31115"/>
                  </a:lnTo>
                  <a:lnTo>
                    <a:pt x="58394" y="33959"/>
                  </a:lnTo>
                  <a:lnTo>
                    <a:pt x="58254" y="36817"/>
                  </a:lnTo>
                  <a:lnTo>
                    <a:pt x="58483" y="38138"/>
                  </a:lnTo>
                  <a:lnTo>
                    <a:pt x="57340" y="37706"/>
                  </a:lnTo>
                  <a:lnTo>
                    <a:pt x="52463" y="37414"/>
                  </a:lnTo>
                  <a:lnTo>
                    <a:pt x="50457" y="37884"/>
                  </a:lnTo>
                  <a:lnTo>
                    <a:pt x="50380" y="39382"/>
                  </a:lnTo>
                  <a:lnTo>
                    <a:pt x="52336" y="40106"/>
                  </a:lnTo>
                  <a:lnTo>
                    <a:pt x="54775" y="40271"/>
                  </a:lnTo>
                  <a:lnTo>
                    <a:pt x="57213" y="40424"/>
                  </a:lnTo>
                  <a:lnTo>
                    <a:pt x="58343" y="40157"/>
                  </a:lnTo>
                  <a:lnTo>
                    <a:pt x="58000" y="41427"/>
                  </a:lnTo>
                  <a:lnTo>
                    <a:pt x="57734" y="47129"/>
                  </a:lnTo>
                  <a:lnTo>
                    <a:pt x="58140" y="49466"/>
                  </a:lnTo>
                  <a:lnTo>
                    <a:pt x="59436" y="49555"/>
                  </a:lnTo>
                  <a:lnTo>
                    <a:pt x="60045" y="47269"/>
                  </a:lnTo>
                  <a:lnTo>
                    <a:pt x="60185" y="44424"/>
                  </a:lnTo>
                  <a:lnTo>
                    <a:pt x="60325" y="41579"/>
                  </a:lnTo>
                  <a:lnTo>
                    <a:pt x="60083" y="40271"/>
                  </a:lnTo>
                  <a:lnTo>
                    <a:pt x="61175" y="40678"/>
                  </a:lnTo>
                  <a:lnTo>
                    <a:pt x="66065" y="40970"/>
                  </a:lnTo>
                  <a:lnTo>
                    <a:pt x="68072" y="40500"/>
                  </a:lnTo>
                  <a:lnTo>
                    <a:pt x="68148" y="390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0" name="object 1900" descr=""/>
            <p:cNvSpPr/>
            <p:nvPr/>
          </p:nvSpPr>
          <p:spPr>
            <a:xfrm>
              <a:off x="15555822" y="8289415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0" y="44218"/>
                  </a:moveTo>
                  <a:lnTo>
                    <a:pt x="37915" y="88447"/>
                  </a:lnTo>
                  <a:lnTo>
                    <a:pt x="75819" y="44218"/>
                  </a:lnTo>
                  <a:lnTo>
                    <a:pt x="37915" y="0"/>
                  </a:lnTo>
                  <a:lnTo>
                    <a:pt x="0" y="4421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1" name="object 1901" descr=""/>
            <p:cNvSpPr/>
            <p:nvPr/>
          </p:nvSpPr>
          <p:spPr>
            <a:xfrm>
              <a:off x="15559444" y="8293944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408"/>
                  </a:moveTo>
                  <a:lnTo>
                    <a:pt x="15811" y="38684"/>
                  </a:lnTo>
                  <a:lnTo>
                    <a:pt x="13373" y="38531"/>
                  </a:lnTo>
                  <a:lnTo>
                    <a:pt x="10922" y="38366"/>
                  </a:lnTo>
                  <a:lnTo>
                    <a:pt x="9842" y="38633"/>
                  </a:lnTo>
                  <a:lnTo>
                    <a:pt x="10198" y="37363"/>
                  </a:lnTo>
                  <a:lnTo>
                    <a:pt x="10464" y="31673"/>
                  </a:lnTo>
                  <a:lnTo>
                    <a:pt x="10058" y="29324"/>
                  </a:lnTo>
                  <a:lnTo>
                    <a:pt x="8763" y="29248"/>
                  </a:lnTo>
                  <a:lnTo>
                    <a:pt x="8153" y="31521"/>
                  </a:lnTo>
                  <a:lnTo>
                    <a:pt x="8013" y="34378"/>
                  </a:lnTo>
                  <a:lnTo>
                    <a:pt x="7874" y="37223"/>
                  </a:lnTo>
                  <a:lnTo>
                    <a:pt x="8102" y="38557"/>
                  </a:lnTo>
                  <a:lnTo>
                    <a:pt x="6959" y="38125"/>
                  </a:lnTo>
                  <a:lnTo>
                    <a:pt x="2082" y="37820"/>
                  </a:lnTo>
                  <a:lnTo>
                    <a:pt x="76" y="38303"/>
                  </a:lnTo>
                  <a:lnTo>
                    <a:pt x="0" y="39801"/>
                  </a:lnTo>
                  <a:lnTo>
                    <a:pt x="1955" y="40525"/>
                  </a:lnTo>
                  <a:lnTo>
                    <a:pt x="4394" y="40678"/>
                  </a:lnTo>
                  <a:lnTo>
                    <a:pt x="6832" y="40830"/>
                  </a:lnTo>
                  <a:lnTo>
                    <a:pt x="7962" y="40563"/>
                  </a:lnTo>
                  <a:lnTo>
                    <a:pt x="7620" y="41846"/>
                  </a:lnTo>
                  <a:lnTo>
                    <a:pt x="7353" y="47536"/>
                  </a:lnTo>
                  <a:lnTo>
                    <a:pt x="7759" y="49885"/>
                  </a:lnTo>
                  <a:lnTo>
                    <a:pt x="9042" y="49961"/>
                  </a:lnTo>
                  <a:lnTo>
                    <a:pt x="9664" y="47688"/>
                  </a:lnTo>
                  <a:lnTo>
                    <a:pt x="9804" y="44831"/>
                  </a:lnTo>
                  <a:lnTo>
                    <a:pt x="9944" y="41986"/>
                  </a:lnTo>
                  <a:lnTo>
                    <a:pt x="9702" y="40678"/>
                  </a:lnTo>
                  <a:lnTo>
                    <a:pt x="10807" y="41084"/>
                  </a:lnTo>
                  <a:lnTo>
                    <a:pt x="15684" y="41389"/>
                  </a:lnTo>
                  <a:lnTo>
                    <a:pt x="17691" y="40906"/>
                  </a:lnTo>
                  <a:lnTo>
                    <a:pt x="17767" y="39408"/>
                  </a:lnTo>
                  <a:close/>
                </a:path>
                <a:path w="68580" h="78740">
                  <a:moveTo>
                    <a:pt x="42824" y="10172"/>
                  </a:moveTo>
                  <a:lnTo>
                    <a:pt x="40868" y="9448"/>
                  </a:lnTo>
                  <a:lnTo>
                    <a:pt x="38430" y="9283"/>
                  </a:lnTo>
                  <a:lnTo>
                    <a:pt x="35991" y="9131"/>
                  </a:lnTo>
                  <a:lnTo>
                    <a:pt x="34912" y="9398"/>
                  </a:lnTo>
                  <a:lnTo>
                    <a:pt x="35267" y="8128"/>
                  </a:lnTo>
                  <a:lnTo>
                    <a:pt x="35521" y="2438"/>
                  </a:lnTo>
                  <a:lnTo>
                    <a:pt x="35115" y="88"/>
                  </a:lnTo>
                  <a:lnTo>
                    <a:pt x="33832" y="0"/>
                  </a:lnTo>
                  <a:lnTo>
                    <a:pt x="33210" y="2286"/>
                  </a:lnTo>
                  <a:lnTo>
                    <a:pt x="33083" y="5130"/>
                  </a:lnTo>
                  <a:lnTo>
                    <a:pt x="32956" y="7988"/>
                  </a:lnTo>
                  <a:lnTo>
                    <a:pt x="33185" y="9321"/>
                  </a:lnTo>
                  <a:lnTo>
                    <a:pt x="32029" y="8890"/>
                  </a:lnTo>
                  <a:lnTo>
                    <a:pt x="27152" y="8585"/>
                  </a:lnTo>
                  <a:lnTo>
                    <a:pt x="25133" y="9067"/>
                  </a:lnTo>
                  <a:lnTo>
                    <a:pt x="25069" y="10553"/>
                  </a:lnTo>
                  <a:lnTo>
                    <a:pt x="27025" y="11277"/>
                  </a:lnTo>
                  <a:lnTo>
                    <a:pt x="29464" y="11442"/>
                  </a:lnTo>
                  <a:lnTo>
                    <a:pt x="31902" y="11595"/>
                  </a:lnTo>
                  <a:lnTo>
                    <a:pt x="33032" y="11328"/>
                  </a:lnTo>
                  <a:lnTo>
                    <a:pt x="32677" y="12598"/>
                  </a:lnTo>
                  <a:lnTo>
                    <a:pt x="32423" y="18300"/>
                  </a:lnTo>
                  <a:lnTo>
                    <a:pt x="32829" y="20637"/>
                  </a:lnTo>
                  <a:lnTo>
                    <a:pt x="34112" y="20726"/>
                  </a:lnTo>
                  <a:lnTo>
                    <a:pt x="34734" y="18440"/>
                  </a:lnTo>
                  <a:lnTo>
                    <a:pt x="34874" y="15595"/>
                  </a:lnTo>
                  <a:lnTo>
                    <a:pt x="35001" y="12750"/>
                  </a:lnTo>
                  <a:lnTo>
                    <a:pt x="34759" y="11442"/>
                  </a:lnTo>
                  <a:lnTo>
                    <a:pt x="35864" y="11849"/>
                  </a:lnTo>
                  <a:lnTo>
                    <a:pt x="40741" y="12153"/>
                  </a:lnTo>
                  <a:lnTo>
                    <a:pt x="42760" y="11671"/>
                  </a:lnTo>
                  <a:lnTo>
                    <a:pt x="42824" y="10172"/>
                  </a:lnTo>
                  <a:close/>
                </a:path>
                <a:path w="68580" h="78740">
                  <a:moveTo>
                    <a:pt x="43307" y="67970"/>
                  </a:moveTo>
                  <a:lnTo>
                    <a:pt x="41351" y="67246"/>
                  </a:lnTo>
                  <a:lnTo>
                    <a:pt x="38912" y="67081"/>
                  </a:lnTo>
                  <a:lnTo>
                    <a:pt x="36461" y="66929"/>
                  </a:lnTo>
                  <a:lnTo>
                    <a:pt x="35382" y="67195"/>
                  </a:lnTo>
                  <a:lnTo>
                    <a:pt x="35737" y="65925"/>
                  </a:lnTo>
                  <a:lnTo>
                    <a:pt x="36004" y="60223"/>
                  </a:lnTo>
                  <a:lnTo>
                    <a:pt x="35598" y="57886"/>
                  </a:lnTo>
                  <a:lnTo>
                    <a:pt x="34302" y="57797"/>
                  </a:lnTo>
                  <a:lnTo>
                    <a:pt x="33693" y="60083"/>
                  </a:lnTo>
                  <a:lnTo>
                    <a:pt x="33553" y="62928"/>
                  </a:lnTo>
                  <a:lnTo>
                    <a:pt x="33426" y="65773"/>
                  </a:lnTo>
                  <a:lnTo>
                    <a:pt x="33642" y="67119"/>
                  </a:lnTo>
                  <a:lnTo>
                    <a:pt x="32499" y="66675"/>
                  </a:lnTo>
                  <a:lnTo>
                    <a:pt x="27622" y="66382"/>
                  </a:lnTo>
                  <a:lnTo>
                    <a:pt x="25615" y="66852"/>
                  </a:lnTo>
                  <a:lnTo>
                    <a:pt x="25539" y="68351"/>
                  </a:lnTo>
                  <a:lnTo>
                    <a:pt x="27495" y="69075"/>
                  </a:lnTo>
                  <a:lnTo>
                    <a:pt x="29933" y="69240"/>
                  </a:lnTo>
                  <a:lnTo>
                    <a:pt x="32372" y="69392"/>
                  </a:lnTo>
                  <a:lnTo>
                    <a:pt x="33502" y="69126"/>
                  </a:lnTo>
                  <a:lnTo>
                    <a:pt x="33159" y="70396"/>
                  </a:lnTo>
                  <a:lnTo>
                    <a:pt x="32893" y="76098"/>
                  </a:lnTo>
                  <a:lnTo>
                    <a:pt x="33299" y="78435"/>
                  </a:lnTo>
                  <a:lnTo>
                    <a:pt x="34594" y="78524"/>
                  </a:lnTo>
                  <a:lnTo>
                    <a:pt x="35204" y="76238"/>
                  </a:lnTo>
                  <a:lnTo>
                    <a:pt x="35344" y="73393"/>
                  </a:lnTo>
                  <a:lnTo>
                    <a:pt x="35483" y="70548"/>
                  </a:lnTo>
                  <a:lnTo>
                    <a:pt x="35242" y="69240"/>
                  </a:lnTo>
                  <a:lnTo>
                    <a:pt x="36347" y="69634"/>
                  </a:lnTo>
                  <a:lnTo>
                    <a:pt x="41224" y="69938"/>
                  </a:lnTo>
                  <a:lnTo>
                    <a:pt x="43230" y="69456"/>
                  </a:lnTo>
                  <a:lnTo>
                    <a:pt x="43307" y="67970"/>
                  </a:lnTo>
                  <a:close/>
                </a:path>
                <a:path w="68580" h="78740">
                  <a:moveTo>
                    <a:pt x="68135" y="39001"/>
                  </a:moveTo>
                  <a:lnTo>
                    <a:pt x="66179" y="38277"/>
                  </a:lnTo>
                  <a:lnTo>
                    <a:pt x="63741" y="38112"/>
                  </a:lnTo>
                  <a:lnTo>
                    <a:pt x="61302" y="37960"/>
                  </a:lnTo>
                  <a:lnTo>
                    <a:pt x="60223" y="38227"/>
                  </a:lnTo>
                  <a:lnTo>
                    <a:pt x="60579" y="36957"/>
                  </a:lnTo>
                  <a:lnTo>
                    <a:pt x="60833" y="31267"/>
                  </a:lnTo>
                  <a:lnTo>
                    <a:pt x="60426" y="28917"/>
                  </a:lnTo>
                  <a:lnTo>
                    <a:pt x="59143" y="28829"/>
                  </a:lnTo>
                  <a:lnTo>
                    <a:pt x="58521" y="31115"/>
                  </a:lnTo>
                  <a:lnTo>
                    <a:pt x="58381" y="33959"/>
                  </a:lnTo>
                  <a:lnTo>
                    <a:pt x="58254" y="36817"/>
                  </a:lnTo>
                  <a:lnTo>
                    <a:pt x="58483" y="38150"/>
                  </a:lnTo>
                  <a:lnTo>
                    <a:pt x="57327" y="37706"/>
                  </a:lnTo>
                  <a:lnTo>
                    <a:pt x="52451" y="37414"/>
                  </a:lnTo>
                  <a:lnTo>
                    <a:pt x="50444" y="37884"/>
                  </a:lnTo>
                  <a:lnTo>
                    <a:pt x="50368" y="39382"/>
                  </a:lnTo>
                  <a:lnTo>
                    <a:pt x="52324" y="40106"/>
                  </a:lnTo>
                  <a:lnTo>
                    <a:pt x="54762" y="40271"/>
                  </a:lnTo>
                  <a:lnTo>
                    <a:pt x="57213" y="40424"/>
                  </a:lnTo>
                  <a:lnTo>
                    <a:pt x="58331" y="40157"/>
                  </a:lnTo>
                  <a:lnTo>
                    <a:pt x="57988" y="41427"/>
                  </a:lnTo>
                  <a:lnTo>
                    <a:pt x="57721" y="47129"/>
                  </a:lnTo>
                  <a:lnTo>
                    <a:pt x="58140" y="49466"/>
                  </a:lnTo>
                  <a:lnTo>
                    <a:pt x="59423" y="49555"/>
                  </a:lnTo>
                  <a:lnTo>
                    <a:pt x="60045" y="47269"/>
                  </a:lnTo>
                  <a:lnTo>
                    <a:pt x="60172" y="44424"/>
                  </a:lnTo>
                  <a:lnTo>
                    <a:pt x="60312" y="41579"/>
                  </a:lnTo>
                  <a:lnTo>
                    <a:pt x="60071" y="40271"/>
                  </a:lnTo>
                  <a:lnTo>
                    <a:pt x="61175" y="40678"/>
                  </a:lnTo>
                  <a:lnTo>
                    <a:pt x="66052" y="40970"/>
                  </a:lnTo>
                  <a:lnTo>
                    <a:pt x="68059" y="40487"/>
                  </a:lnTo>
                  <a:lnTo>
                    <a:pt x="68135" y="390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2" name="object 1902" descr=""/>
            <p:cNvSpPr/>
            <p:nvPr/>
          </p:nvSpPr>
          <p:spPr>
            <a:xfrm>
              <a:off x="15477806" y="8289415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0" y="44218"/>
                  </a:moveTo>
                  <a:lnTo>
                    <a:pt x="37915" y="88447"/>
                  </a:lnTo>
                  <a:lnTo>
                    <a:pt x="75819" y="44218"/>
                  </a:lnTo>
                  <a:lnTo>
                    <a:pt x="37915" y="0"/>
                  </a:lnTo>
                  <a:lnTo>
                    <a:pt x="0" y="4421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3" name="object 1903" descr=""/>
            <p:cNvSpPr/>
            <p:nvPr/>
          </p:nvSpPr>
          <p:spPr>
            <a:xfrm>
              <a:off x="15481427" y="8293944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408"/>
                  </a:moveTo>
                  <a:lnTo>
                    <a:pt x="15811" y="38684"/>
                  </a:lnTo>
                  <a:lnTo>
                    <a:pt x="13373" y="38531"/>
                  </a:lnTo>
                  <a:lnTo>
                    <a:pt x="10934" y="38366"/>
                  </a:lnTo>
                  <a:lnTo>
                    <a:pt x="9842" y="38633"/>
                  </a:lnTo>
                  <a:lnTo>
                    <a:pt x="10198" y="37363"/>
                  </a:lnTo>
                  <a:lnTo>
                    <a:pt x="10464" y="31673"/>
                  </a:lnTo>
                  <a:lnTo>
                    <a:pt x="10058" y="29324"/>
                  </a:lnTo>
                  <a:lnTo>
                    <a:pt x="8763" y="29248"/>
                  </a:lnTo>
                  <a:lnTo>
                    <a:pt x="8140" y="31521"/>
                  </a:lnTo>
                  <a:lnTo>
                    <a:pt x="8013" y="34378"/>
                  </a:lnTo>
                  <a:lnTo>
                    <a:pt x="7874" y="37223"/>
                  </a:lnTo>
                  <a:lnTo>
                    <a:pt x="8102" y="38557"/>
                  </a:lnTo>
                  <a:lnTo>
                    <a:pt x="6959" y="38125"/>
                  </a:lnTo>
                  <a:lnTo>
                    <a:pt x="2082" y="37820"/>
                  </a:lnTo>
                  <a:lnTo>
                    <a:pt x="76" y="38303"/>
                  </a:lnTo>
                  <a:lnTo>
                    <a:pt x="0" y="39801"/>
                  </a:lnTo>
                  <a:lnTo>
                    <a:pt x="1955" y="40525"/>
                  </a:lnTo>
                  <a:lnTo>
                    <a:pt x="4394" y="40678"/>
                  </a:lnTo>
                  <a:lnTo>
                    <a:pt x="6832" y="40830"/>
                  </a:lnTo>
                  <a:lnTo>
                    <a:pt x="7962" y="40563"/>
                  </a:lnTo>
                  <a:lnTo>
                    <a:pt x="7620" y="41846"/>
                  </a:lnTo>
                  <a:lnTo>
                    <a:pt x="7353" y="47536"/>
                  </a:lnTo>
                  <a:lnTo>
                    <a:pt x="7759" y="49885"/>
                  </a:lnTo>
                  <a:lnTo>
                    <a:pt x="9055" y="49961"/>
                  </a:lnTo>
                  <a:lnTo>
                    <a:pt x="9664" y="47688"/>
                  </a:lnTo>
                  <a:lnTo>
                    <a:pt x="9804" y="44831"/>
                  </a:lnTo>
                  <a:lnTo>
                    <a:pt x="9944" y="41986"/>
                  </a:lnTo>
                  <a:lnTo>
                    <a:pt x="9702" y="40678"/>
                  </a:lnTo>
                  <a:lnTo>
                    <a:pt x="10807" y="41084"/>
                  </a:lnTo>
                  <a:lnTo>
                    <a:pt x="15684" y="41389"/>
                  </a:lnTo>
                  <a:lnTo>
                    <a:pt x="17691" y="40906"/>
                  </a:lnTo>
                  <a:lnTo>
                    <a:pt x="17767" y="39408"/>
                  </a:lnTo>
                  <a:close/>
                </a:path>
                <a:path w="68580" h="78740">
                  <a:moveTo>
                    <a:pt x="42837" y="10172"/>
                  </a:moveTo>
                  <a:lnTo>
                    <a:pt x="40868" y="9448"/>
                  </a:lnTo>
                  <a:lnTo>
                    <a:pt x="38430" y="9283"/>
                  </a:lnTo>
                  <a:lnTo>
                    <a:pt x="35991" y="9131"/>
                  </a:lnTo>
                  <a:lnTo>
                    <a:pt x="34912" y="9398"/>
                  </a:lnTo>
                  <a:lnTo>
                    <a:pt x="35267" y="8128"/>
                  </a:lnTo>
                  <a:lnTo>
                    <a:pt x="35534" y="2438"/>
                  </a:lnTo>
                  <a:lnTo>
                    <a:pt x="35115" y="88"/>
                  </a:lnTo>
                  <a:lnTo>
                    <a:pt x="33832" y="0"/>
                  </a:lnTo>
                  <a:lnTo>
                    <a:pt x="33210" y="2286"/>
                  </a:lnTo>
                  <a:lnTo>
                    <a:pt x="33083" y="5130"/>
                  </a:lnTo>
                  <a:lnTo>
                    <a:pt x="32943" y="7988"/>
                  </a:lnTo>
                  <a:lnTo>
                    <a:pt x="33172" y="9321"/>
                  </a:lnTo>
                  <a:lnTo>
                    <a:pt x="32029" y="8890"/>
                  </a:lnTo>
                  <a:lnTo>
                    <a:pt x="27152" y="8585"/>
                  </a:lnTo>
                  <a:lnTo>
                    <a:pt x="25133" y="9067"/>
                  </a:lnTo>
                  <a:lnTo>
                    <a:pt x="25069" y="10553"/>
                  </a:lnTo>
                  <a:lnTo>
                    <a:pt x="27025" y="11277"/>
                  </a:lnTo>
                  <a:lnTo>
                    <a:pt x="29464" y="11442"/>
                  </a:lnTo>
                  <a:lnTo>
                    <a:pt x="31902" y="11595"/>
                  </a:lnTo>
                  <a:lnTo>
                    <a:pt x="33032" y="11328"/>
                  </a:lnTo>
                  <a:lnTo>
                    <a:pt x="32677" y="12598"/>
                  </a:lnTo>
                  <a:lnTo>
                    <a:pt x="32423" y="18300"/>
                  </a:lnTo>
                  <a:lnTo>
                    <a:pt x="32829" y="20637"/>
                  </a:lnTo>
                  <a:lnTo>
                    <a:pt x="34112" y="20726"/>
                  </a:lnTo>
                  <a:lnTo>
                    <a:pt x="34734" y="18440"/>
                  </a:lnTo>
                  <a:lnTo>
                    <a:pt x="34874" y="15595"/>
                  </a:lnTo>
                  <a:lnTo>
                    <a:pt x="35001" y="12750"/>
                  </a:lnTo>
                  <a:lnTo>
                    <a:pt x="34759" y="11442"/>
                  </a:lnTo>
                  <a:lnTo>
                    <a:pt x="35864" y="11849"/>
                  </a:lnTo>
                  <a:lnTo>
                    <a:pt x="40741" y="12153"/>
                  </a:lnTo>
                  <a:lnTo>
                    <a:pt x="42760" y="11671"/>
                  </a:lnTo>
                  <a:lnTo>
                    <a:pt x="42837" y="10172"/>
                  </a:lnTo>
                  <a:close/>
                </a:path>
                <a:path w="68580" h="78740">
                  <a:moveTo>
                    <a:pt x="43307" y="67970"/>
                  </a:moveTo>
                  <a:lnTo>
                    <a:pt x="41351" y="67246"/>
                  </a:lnTo>
                  <a:lnTo>
                    <a:pt x="38912" y="67081"/>
                  </a:lnTo>
                  <a:lnTo>
                    <a:pt x="36474" y="66929"/>
                  </a:lnTo>
                  <a:lnTo>
                    <a:pt x="35382" y="67195"/>
                  </a:lnTo>
                  <a:lnTo>
                    <a:pt x="35737" y="65925"/>
                  </a:lnTo>
                  <a:lnTo>
                    <a:pt x="36004" y="60223"/>
                  </a:lnTo>
                  <a:lnTo>
                    <a:pt x="35598" y="57886"/>
                  </a:lnTo>
                  <a:lnTo>
                    <a:pt x="34302" y="57797"/>
                  </a:lnTo>
                  <a:lnTo>
                    <a:pt x="33693" y="60083"/>
                  </a:lnTo>
                  <a:lnTo>
                    <a:pt x="33553" y="62928"/>
                  </a:lnTo>
                  <a:lnTo>
                    <a:pt x="33413" y="65773"/>
                  </a:lnTo>
                  <a:lnTo>
                    <a:pt x="33642" y="67106"/>
                  </a:lnTo>
                  <a:lnTo>
                    <a:pt x="32499" y="66675"/>
                  </a:lnTo>
                  <a:lnTo>
                    <a:pt x="27622" y="66382"/>
                  </a:lnTo>
                  <a:lnTo>
                    <a:pt x="25615" y="66852"/>
                  </a:lnTo>
                  <a:lnTo>
                    <a:pt x="25539" y="68351"/>
                  </a:lnTo>
                  <a:lnTo>
                    <a:pt x="27495" y="69075"/>
                  </a:lnTo>
                  <a:lnTo>
                    <a:pt x="29933" y="69240"/>
                  </a:lnTo>
                  <a:lnTo>
                    <a:pt x="32372" y="69392"/>
                  </a:lnTo>
                  <a:lnTo>
                    <a:pt x="33502" y="69126"/>
                  </a:lnTo>
                  <a:lnTo>
                    <a:pt x="33159" y="70396"/>
                  </a:lnTo>
                  <a:lnTo>
                    <a:pt x="32893" y="76098"/>
                  </a:lnTo>
                  <a:lnTo>
                    <a:pt x="33299" y="78435"/>
                  </a:lnTo>
                  <a:lnTo>
                    <a:pt x="34594" y="78524"/>
                  </a:lnTo>
                  <a:lnTo>
                    <a:pt x="35217" y="76238"/>
                  </a:lnTo>
                  <a:lnTo>
                    <a:pt x="35344" y="73393"/>
                  </a:lnTo>
                  <a:lnTo>
                    <a:pt x="35483" y="70548"/>
                  </a:lnTo>
                  <a:lnTo>
                    <a:pt x="35242" y="69240"/>
                  </a:lnTo>
                  <a:lnTo>
                    <a:pt x="36347" y="69634"/>
                  </a:lnTo>
                  <a:lnTo>
                    <a:pt x="41224" y="69938"/>
                  </a:lnTo>
                  <a:lnTo>
                    <a:pt x="43230" y="69456"/>
                  </a:lnTo>
                  <a:lnTo>
                    <a:pt x="43307" y="67970"/>
                  </a:lnTo>
                  <a:close/>
                </a:path>
                <a:path w="68580" h="78740">
                  <a:moveTo>
                    <a:pt x="68135" y="39001"/>
                  </a:moveTo>
                  <a:lnTo>
                    <a:pt x="66179" y="38277"/>
                  </a:lnTo>
                  <a:lnTo>
                    <a:pt x="63741" y="38112"/>
                  </a:lnTo>
                  <a:lnTo>
                    <a:pt x="61302" y="37960"/>
                  </a:lnTo>
                  <a:lnTo>
                    <a:pt x="60223" y="38227"/>
                  </a:lnTo>
                  <a:lnTo>
                    <a:pt x="60579" y="36957"/>
                  </a:lnTo>
                  <a:lnTo>
                    <a:pt x="60833" y="31267"/>
                  </a:lnTo>
                  <a:lnTo>
                    <a:pt x="60426" y="28917"/>
                  </a:lnTo>
                  <a:lnTo>
                    <a:pt x="59143" y="28829"/>
                  </a:lnTo>
                  <a:lnTo>
                    <a:pt x="58521" y="31115"/>
                  </a:lnTo>
                  <a:lnTo>
                    <a:pt x="58381" y="33959"/>
                  </a:lnTo>
                  <a:lnTo>
                    <a:pt x="58254" y="36817"/>
                  </a:lnTo>
                  <a:lnTo>
                    <a:pt x="58483" y="38138"/>
                  </a:lnTo>
                  <a:lnTo>
                    <a:pt x="57340" y="37706"/>
                  </a:lnTo>
                  <a:lnTo>
                    <a:pt x="52451" y="37414"/>
                  </a:lnTo>
                  <a:lnTo>
                    <a:pt x="50444" y="37884"/>
                  </a:lnTo>
                  <a:lnTo>
                    <a:pt x="50368" y="39382"/>
                  </a:lnTo>
                  <a:lnTo>
                    <a:pt x="52336" y="40106"/>
                  </a:lnTo>
                  <a:lnTo>
                    <a:pt x="54775" y="40271"/>
                  </a:lnTo>
                  <a:lnTo>
                    <a:pt x="57213" y="40424"/>
                  </a:lnTo>
                  <a:lnTo>
                    <a:pt x="58331" y="40157"/>
                  </a:lnTo>
                  <a:lnTo>
                    <a:pt x="57988" y="41427"/>
                  </a:lnTo>
                  <a:lnTo>
                    <a:pt x="57721" y="47129"/>
                  </a:lnTo>
                  <a:lnTo>
                    <a:pt x="58140" y="49466"/>
                  </a:lnTo>
                  <a:lnTo>
                    <a:pt x="59423" y="49555"/>
                  </a:lnTo>
                  <a:lnTo>
                    <a:pt x="60045" y="47269"/>
                  </a:lnTo>
                  <a:lnTo>
                    <a:pt x="60172" y="44424"/>
                  </a:lnTo>
                  <a:lnTo>
                    <a:pt x="60299" y="41579"/>
                  </a:lnTo>
                  <a:lnTo>
                    <a:pt x="60071" y="40271"/>
                  </a:lnTo>
                  <a:lnTo>
                    <a:pt x="61175" y="40678"/>
                  </a:lnTo>
                  <a:lnTo>
                    <a:pt x="66052" y="40970"/>
                  </a:lnTo>
                  <a:lnTo>
                    <a:pt x="68072" y="40487"/>
                  </a:lnTo>
                  <a:lnTo>
                    <a:pt x="68135" y="390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4" name="object 1904" descr=""/>
            <p:cNvSpPr/>
            <p:nvPr/>
          </p:nvSpPr>
          <p:spPr>
            <a:xfrm>
              <a:off x="15631646" y="8289415"/>
              <a:ext cx="66040" cy="88900"/>
            </a:xfrm>
            <a:custGeom>
              <a:avLst/>
              <a:gdLst/>
              <a:ahLst/>
              <a:cxnLst/>
              <a:rect l="l" t="t" r="r" b="b"/>
              <a:pathLst>
                <a:path w="66040" h="88900">
                  <a:moveTo>
                    <a:pt x="0" y="44218"/>
                  </a:moveTo>
                  <a:lnTo>
                    <a:pt x="37915" y="88447"/>
                  </a:lnTo>
                  <a:lnTo>
                    <a:pt x="65963" y="55719"/>
                  </a:lnTo>
                </a:path>
                <a:path w="66040" h="88900">
                  <a:moveTo>
                    <a:pt x="65242" y="31879"/>
                  </a:moveTo>
                  <a:lnTo>
                    <a:pt x="37915" y="0"/>
                  </a:lnTo>
                  <a:lnTo>
                    <a:pt x="0" y="4421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5" name="object 1905" descr=""/>
            <p:cNvSpPr/>
            <p:nvPr/>
          </p:nvSpPr>
          <p:spPr>
            <a:xfrm>
              <a:off x="15635263" y="8293944"/>
              <a:ext cx="62230" cy="78740"/>
            </a:xfrm>
            <a:custGeom>
              <a:avLst/>
              <a:gdLst/>
              <a:ahLst/>
              <a:cxnLst/>
              <a:rect l="l" t="t" r="r" b="b"/>
              <a:pathLst>
                <a:path w="62230" h="78740">
                  <a:moveTo>
                    <a:pt x="17767" y="39408"/>
                  </a:moveTo>
                  <a:lnTo>
                    <a:pt x="15811" y="38684"/>
                  </a:lnTo>
                  <a:lnTo>
                    <a:pt x="13373" y="38531"/>
                  </a:lnTo>
                  <a:lnTo>
                    <a:pt x="10934" y="38366"/>
                  </a:lnTo>
                  <a:lnTo>
                    <a:pt x="9855" y="38633"/>
                  </a:lnTo>
                  <a:lnTo>
                    <a:pt x="10210" y="37363"/>
                  </a:lnTo>
                  <a:lnTo>
                    <a:pt x="10464" y="31673"/>
                  </a:lnTo>
                  <a:lnTo>
                    <a:pt x="10058" y="29324"/>
                  </a:lnTo>
                  <a:lnTo>
                    <a:pt x="8775" y="29248"/>
                  </a:lnTo>
                  <a:lnTo>
                    <a:pt x="8140" y="31521"/>
                  </a:lnTo>
                  <a:lnTo>
                    <a:pt x="8013" y="34378"/>
                  </a:lnTo>
                  <a:lnTo>
                    <a:pt x="7886" y="37223"/>
                  </a:lnTo>
                  <a:lnTo>
                    <a:pt x="8115" y="38557"/>
                  </a:lnTo>
                  <a:lnTo>
                    <a:pt x="6972" y="38125"/>
                  </a:lnTo>
                  <a:lnTo>
                    <a:pt x="2082" y="37820"/>
                  </a:lnTo>
                  <a:lnTo>
                    <a:pt x="76" y="38303"/>
                  </a:lnTo>
                  <a:lnTo>
                    <a:pt x="0" y="39801"/>
                  </a:lnTo>
                  <a:lnTo>
                    <a:pt x="1955" y="40525"/>
                  </a:lnTo>
                  <a:lnTo>
                    <a:pt x="4406" y="40678"/>
                  </a:lnTo>
                  <a:lnTo>
                    <a:pt x="6845" y="40830"/>
                  </a:lnTo>
                  <a:lnTo>
                    <a:pt x="7962" y="40563"/>
                  </a:lnTo>
                  <a:lnTo>
                    <a:pt x="7620" y="41846"/>
                  </a:lnTo>
                  <a:lnTo>
                    <a:pt x="7353" y="47536"/>
                  </a:lnTo>
                  <a:lnTo>
                    <a:pt x="7772" y="49885"/>
                  </a:lnTo>
                  <a:lnTo>
                    <a:pt x="9055" y="49961"/>
                  </a:lnTo>
                  <a:lnTo>
                    <a:pt x="9677" y="47688"/>
                  </a:lnTo>
                  <a:lnTo>
                    <a:pt x="9804" y="44831"/>
                  </a:lnTo>
                  <a:lnTo>
                    <a:pt x="9944" y="41986"/>
                  </a:lnTo>
                  <a:lnTo>
                    <a:pt x="9702" y="40678"/>
                  </a:lnTo>
                  <a:lnTo>
                    <a:pt x="10807" y="41084"/>
                  </a:lnTo>
                  <a:lnTo>
                    <a:pt x="15684" y="41389"/>
                  </a:lnTo>
                  <a:lnTo>
                    <a:pt x="17691" y="40906"/>
                  </a:lnTo>
                  <a:lnTo>
                    <a:pt x="17767" y="39408"/>
                  </a:lnTo>
                  <a:close/>
                </a:path>
                <a:path w="62230" h="78740">
                  <a:moveTo>
                    <a:pt x="42837" y="10172"/>
                  </a:moveTo>
                  <a:lnTo>
                    <a:pt x="40881" y="9448"/>
                  </a:lnTo>
                  <a:lnTo>
                    <a:pt x="38442" y="9283"/>
                  </a:lnTo>
                  <a:lnTo>
                    <a:pt x="35991" y="9131"/>
                  </a:lnTo>
                  <a:lnTo>
                    <a:pt x="34912" y="9398"/>
                  </a:lnTo>
                  <a:lnTo>
                    <a:pt x="35267" y="8128"/>
                  </a:lnTo>
                  <a:lnTo>
                    <a:pt x="35534" y="2438"/>
                  </a:lnTo>
                  <a:lnTo>
                    <a:pt x="35128" y="88"/>
                  </a:lnTo>
                  <a:lnTo>
                    <a:pt x="33832" y="0"/>
                  </a:lnTo>
                  <a:lnTo>
                    <a:pt x="33223" y="2286"/>
                  </a:lnTo>
                  <a:lnTo>
                    <a:pt x="33083" y="5130"/>
                  </a:lnTo>
                  <a:lnTo>
                    <a:pt x="32943" y="7988"/>
                  </a:lnTo>
                  <a:lnTo>
                    <a:pt x="33172" y="9321"/>
                  </a:lnTo>
                  <a:lnTo>
                    <a:pt x="32029" y="8890"/>
                  </a:lnTo>
                  <a:lnTo>
                    <a:pt x="27152" y="8585"/>
                  </a:lnTo>
                  <a:lnTo>
                    <a:pt x="25146" y="9067"/>
                  </a:lnTo>
                  <a:lnTo>
                    <a:pt x="25069" y="10553"/>
                  </a:lnTo>
                  <a:lnTo>
                    <a:pt x="27025" y="11277"/>
                  </a:lnTo>
                  <a:lnTo>
                    <a:pt x="29464" y="11442"/>
                  </a:lnTo>
                  <a:lnTo>
                    <a:pt x="31902" y="11595"/>
                  </a:lnTo>
                  <a:lnTo>
                    <a:pt x="33032" y="11328"/>
                  </a:lnTo>
                  <a:lnTo>
                    <a:pt x="32689" y="12598"/>
                  </a:lnTo>
                  <a:lnTo>
                    <a:pt x="32423" y="18300"/>
                  </a:lnTo>
                  <a:lnTo>
                    <a:pt x="32829" y="20637"/>
                  </a:lnTo>
                  <a:lnTo>
                    <a:pt x="34124" y="20726"/>
                  </a:lnTo>
                  <a:lnTo>
                    <a:pt x="34734" y="18440"/>
                  </a:lnTo>
                  <a:lnTo>
                    <a:pt x="34874" y="15595"/>
                  </a:lnTo>
                  <a:lnTo>
                    <a:pt x="35001" y="12750"/>
                  </a:lnTo>
                  <a:lnTo>
                    <a:pt x="34772" y="11442"/>
                  </a:lnTo>
                  <a:lnTo>
                    <a:pt x="35877" y="11849"/>
                  </a:lnTo>
                  <a:lnTo>
                    <a:pt x="40754" y="12153"/>
                  </a:lnTo>
                  <a:lnTo>
                    <a:pt x="42760" y="11671"/>
                  </a:lnTo>
                  <a:lnTo>
                    <a:pt x="42837" y="10172"/>
                  </a:lnTo>
                  <a:close/>
                </a:path>
                <a:path w="62230" h="78740">
                  <a:moveTo>
                    <a:pt x="43307" y="67970"/>
                  </a:moveTo>
                  <a:lnTo>
                    <a:pt x="41351" y="67246"/>
                  </a:lnTo>
                  <a:lnTo>
                    <a:pt x="38912" y="67081"/>
                  </a:lnTo>
                  <a:lnTo>
                    <a:pt x="36474" y="66929"/>
                  </a:lnTo>
                  <a:lnTo>
                    <a:pt x="35394" y="67195"/>
                  </a:lnTo>
                  <a:lnTo>
                    <a:pt x="35750" y="65925"/>
                  </a:lnTo>
                  <a:lnTo>
                    <a:pt x="36004" y="60223"/>
                  </a:lnTo>
                  <a:lnTo>
                    <a:pt x="35598" y="57886"/>
                  </a:lnTo>
                  <a:lnTo>
                    <a:pt x="34315" y="57797"/>
                  </a:lnTo>
                  <a:lnTo>
                    <a:pt x="33693" y="60083"/>
                  </a:lnTo>
                  <a:lnTo>
                    <a:pt x="33553" y="62928"/>
                  </a:lnTo>
                  <a:lnTo>
                    <a:pt x="33426" y="65773"/>
                  </a:lnTo>
                  <a:lnTo>
                    <a:pt x="33655" y="67106"/>
                  </a:lnTo>
                  <a:lnTo>
                    <a:pt x="32512" y="66675"/>
                  </a:lnTo>
                  <a:lnTo>
                    <a:pt x="27622" y="66382"/>
                  </a:lnTo>
                  <a:lnTo>
                    <a:pt x="25615" y="66852"/>
                  </a:lnTo>
                  <a:lnTo>
                    <a:pt x="25539" y="68351"/>
                  </a:lnTo>
                  <a:lnTo>
                    <a:pt x="27495" y="69075"/>
                  </a:lnTo>
                  <a:lnTo>
                    <a:pt x="29946" y="69240"/>
                  </a:lnTo>
                  <a:lnTo>
                    <a:pt x="32385" y="69392"/>
                  </a:lnTo>
                  <a:lnTo>
                    <a:pt x="33502" y="69126"/>
                  </a:lnTo>
                  <a:lnTo>
                    <a:pt x="33159" y="70396"/>
                  </a:lnTo>
                  <a:lnTo>
                    <a:pt x="32893" y="76098"/>
                  </a:lnTo>
                  <a:lnTo>
                    <a:pt x="33312" y="78435"/>
                  </a:lnTo>
                  <a:lnTo>
                    <a:pt x="34594" y="78524"/>
                  </a:lnTo>
                  <a:lnTo>
                    <a:pt x="35217" y="76238"/>
                  </a:lnTo>
                  <a:lnTo>
                    <a:pt x="35344" y="73393"/>
                  </a:lnTo>
                  <a:lnTo>
                    <a:pt x="35483" y="70548"/>
                  </a:lnTo>
                  <a:lnTo>
                    <a:pt x="35242" y="69227"/>
                  </a:lnTo>
                  <a:lnTo>
                    <a:pt x="36347" y="69634"/>
                  </a:lnTo>
                  <a:lnTo>
                    <a:pt x="41224" y="69938"/>
                  </a:lnTo>
                  <a:lnTo>
                    <a:pt x="43230" y="69456"/>
                  </a:lnTo>
                  <a:lnTo>
                    <a:pt x="43307" y="67970"/>
                  </a:lnTo>
                  <a:close/>
                </a:path>
                <a:path w="62230" h="78740">
                  <a:moveTo>
                    <a:pt x="62026" y="40728"/>
                  </a:moveTo>
                  <a:lnTo>
                    <a:pt x="61937" y="37998"/>
                  </a:lnTo>
                  <a:lnTo>
                    <a:pt x="61302" y="37960"/>
                  </a:lnTo>
                  <a:lnTo>
                    <a:pt x="60223" y="38227"/>
                  </a:lnTo>
                  <a:lnTo>
                    <a:pt x="60579" y="36957"/>
                  </a:lnTo>
                  <a:lnTo>
                    <a:pt x="60845" y="31267"/>
                  </a:lnTo>
                  <a:lnTo>
                    <a:pt x="60439" y="28917"/>
                  </a:lnTo>
                  <a:lnTo>
                    <a:pt x="59143" y="28829"/>
                  </a:lnTo>
                  <a:lnTo>
                    <a:pt x="58534" y="31115"/>
                  </a:lnTo>
                  <a:lnTo>
                    <a:pt x="58394" y="33959"/>
                  </a:lnTo>
                  <a:lnTo>
                    <a:pt x="58254" y="36817"/>
                  </a:lnTo>
                  <a:lnTo>
                    <a:pt x="58483" y="38138"/>
                  </a:lnTo>
                  <a:lnTo>
                    <a:pt x="57340" y="37706"/>
                  </a:lnTo>
                  <a:lnTo>
                    <a:pt x="52463" y="37414"/>
                  </a:lnTo>
                  <a:lnTo>
                    <a:pt x="50444" y="37884"/>
                  </a:lnTo>
                  <a:lnTo>
                    <a:pt x="50380" y="39382"/>
                  </a:lnTo>
                  <a:lnTo>
                    <a:pt x="52336" y="40106"/>
                  </a:lnTo>
                  <a:lnTo>
                    <a:pt x="54775" y="40271"/>
                  </a:lnTo>
                  <a:lnTo>
                    <a:pt x="57213" y="40424"/>
                  </a:lnTo>
                  <a:lnTo>
                    <a:pt x="58331" y="40157"/>
                  </a:lnTo>
                  <a:lnTo>
                    <a:pt x="57988" y="41427"/>
                  </a:lnTo>
                  <a:lnTo>
                    <a:pt x="57734" y="47129"/>
                  </a:lnTo>
                  <a:lnTo>
                    <a:pt x="58140" y="49466"/>
                  </a:lnTo>
                  <a:lnTo>
                    <a:pt x="59423" y="49555"/>
                  </a:lnTo>
                  <a:lnTo>
                    <a:pt x="60045" y="47269"/>
                  </a:lnTo>
                  <a:lnTo>
                    <a:pt x="60185" y="44424"/>
                  </a:lnTo>
                  <a:lnTo>
                    <a:pt x="60312" y="41579"/>
                  </a:lnTo>
                  <a:lnTo>
                    <a:pt x="60083" y="40271"/>
                  </a:lnTo>
                  <a:lnTo>
                    <a:pt x="61175" y="40678"/>
                  </a:lnTo>
                  <a:lnTo>
                    <a:pt x="62026" y="40728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6" name="object 1906" descr=""/>
            <p:cNvSpPr/>
            <p:nvPr/>
          </p:nvSpPr>
          <p:spPr>
            <a:xfrm>
              <a:off x="15516294" y="8230602"/>
              <a:ext cx="76200" cy="88900"/>
            </a:xfrm>
            <a:custGeom>
              <a:avLst/>
              <a:gdLst/>
              <a:ahLst/>
              <a:cxnLst/>
              <a:rect l="l" t="t" r="r" b="b"/>
              <a:pathLst>
                <a:path w="76200" h="88900">
                  <a:moveTo>
                    <a:pt x="0" y="44218"/>
                  </a:moveTo>
                  <a:lnTo>
                    <a:pt x="37915" y="88447"/>
                  </a:lnTo>
                  <a:lnTo>
                    <a:pt x="75819" y="44218"/>
                  </a:lnTo>
                  <a:lnTo>
                    <a:pt x="37915" y="0"/>
                  </a:lnTo>
                  <a:lnTo>
                    <a:pt x="0" y="4421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7" name="object 1907" descr=""/>
            <p:cNvSpPr/>
            <p:nvPr/>
          </p:nvSpPr>
          <p:spPr>
            <a:xfrm>
              <a:off x="15519908" y="8235130"/>
              <a:ext cx="68580" cy="78740"/>
            </a:xfrm>
            <a:custGeom>
              <a:avLst/>
              <a:gdLst/>
              <a:ahLst/>
              <a:cxnLst/>
              <a:rect l="l" t="t" r="r" b="b"/>
              <a:pathLst>
                <a:path w="68580" h="78740">
                  <a:moveTo>
                    <a:pt x="17767" y="39408"/>
                  </a:moveTo>
                  <a:lnTo>
                    <a:pt x="15811" y="38684"/>
                  </a:lnTo>
                  <a:lnTo>
                    <a:pt x="13373" y="38531"/>
                  </a:lnTo>
                  <a:lnTo>
                    <a:pt x="10934" y="38366"/>
                  </a:lnTo>
                  <a:lnTo>
                    <a:pt x="9855" y="38633"/>
                  </a:lnTo>
                  <a:lnTo>
                    <a:pt x="10210" y="37363"/>
                  </a:lnTo>
                  <a:lnTo>
                    <a:pt x="10464" y="31673"/>
                  </a:lnTo>
                  <a:lnTo>
                    <a:pt x="10058" y="29324"/>
                  </a:lnTo>
                  <a:lnTo>
                    <a:pt x="8775" y="29248"/>
                  </a:lnTo>
                  <a:lnTo>
                    <a:pt x="8153" y="31521"/>
                  </a:lnTo>
                  <a:lnTo>
                    <a:pt x="8026" y="34378"/>
                  </a:lnTo>
                  <a:lnTo>
                    <a:pt x="7886" y="37223"/>
                  </a:lnTo>
                  <a:lnTo>
                    <a:pt x="8115" y="38557"/>
                  </a:lnTo>
                  <a:lnTo>
                    <a:pt x="6972" y="38125"/>
                  </a:lnTo>
                  <a:lnTo>
                    <a:pt x="2082" y="37820"/>
                  </a:lnTo>
                  <a:lnTo>
                    <a:pt x="76" y="38303"/>
                  </a:lnTo>
                  <a:lnTo>
                    <a:pt x="0" y="39801"/>
                  </a:lnTo>
                  <a:lnTo>
                    <a:pt x="1968" y="40525"/>
                  </a:lnTo>
                  <a:lnTo>
                    <a:pt x="4406" y="40678"/>
                  </a:lnTo>
                  <a:lnTo>
                    <a:pt x="6845" y="40830"/>
                  </a:lnTo>
                  <a:lnTo>
                    <a:pt x="7975" y="40576"/>
                  </a:lnTo>
                  <a:lnTo>
                    <a:pt x="7620" y="41846"/>
                  </a:lnTo>
                  <a:lnTo>
                    <a:pt x="7353" y="47536"/>
                  </a:lnTo>
                  <a:lnTo>
                    <a:pt x="7772" y="49885"/>
                  </a:lnTo>
                  <a:lnTo>
                    <a:pt x="9055" y="49961"/>
                  </a:lnTo>
                  <a:lnTo>
                    <a:pt x="9677" y="47688"/>
                  </a:lnTo>
                  <a:lnTo>
                    <a:pt x="9804" y="44831"/>
                  </a:lnTo>
                  <a:lnTo>
                    <a:pt x="9944" y="41986"/>
                  </a:lnTo>
                  <a:lnTo>
                    <a:pt x="9702" y="40678"/>
                  </a:lnTo>
                  <a:lnTo>
                    <a:pt x="10807" y="41084"/>
                  </a:lnTo>
                  <a:lnTo>
                    <a:pt x="15684" y="41389"/>
                  </a:lnTo>
                  <a:lnTo>
                    <a:pt x="17691" y="40906"/>
                  </a:lnTo>
                  <a:lnTo>
                    <a:pt x="17767" y="39408"/>
                  </a:lnTo>
                  <a:close/>
                </a:path>
                <a:path w="68580" h="78740">
                  <a:moveTo>
                    <a:pt x="42837" y="10172"/>
                  </a:moveTo>
                  <a:lnTo>
                    <a:pt x="40881" y="9448"/>
                  </a:lnTo>
                  <a:lnTo>
                    <a:pt x="38442" y="9283"/>
                  </a:lnTo>
                  <a:lnTo>
                    <a:pt x="36004" y="9131"/>
                  </a:lnTo>
                  <a:lnTo>
                    <a:pt x="34912" y="9398"/>
                  </a:lnTo>
                  <a:lnTo>
                    <a:pt x="35267" y="8128"/>
                  </a:lnTo>
                  <a:lnTo>
                    <a:pt x="35534" y="2438"/>
                  </a:lnTo>
                  <a:lnTo>
                    <a:pt x="35128" y="88"/>
                  </a:lnTo>
                  <a:lnTo>
                    <a:pt x="33845" y="0"/>
                  </a:lnTo>
                  <a:lnTo>
                    <a:pt x="33223" y="2286"/>
                  </a:lnTo>
                  <a:lnTo>
                    <a:pt x="33083" y="5130"/>
                  </a:lnTo>
                  <a:lnTo>
                    <a:pt x="32956" y="7988"/>
                  </a:lnTo>
                  <a:lnTo>
                    <a:pt x="33185" y="9321"/>
                  </a:lnTo>
                  <a:lnTo>
                    <a:pt x="32029" y="8890"/>
                  </a:lnTo>
                  <a:lnTo>
                    <a:pt x="27152" y="8585"/>
                  </a:lnTo>
                  <a:lnTo>
                    <a:pt x="25146" y="9067"/>
                  </a:lnTo>
                  <a:lnTo>
                    <a:pt x="25069" y="10566"/>
                  </a:lnTo>
                  <a:lnTo>
                    <a:pt x="27025" y="11277"/>
                  </a:lnTo>
                  <a:lnTo>
                    <a:pt x="29464" y="11442"/>
                  </a:lnTo>
                  <a:lnTo>
                    <a:pt x="31902" y="11595"/>
                  </a:lnTo>
                  <a:lnTo>
                    <a:pt x="33032" y="11328"/>
                  </a:lnTo>
                  <a:lnTo>
                    <a:pt x="32689" y="12598"/>
                  </a:lnTo>
                  <a:lnTo>
                    <a:pt x="32423" y="18300"/>
                  </a:lnTo>
                  <a:lnTo>
                    <a:pt x="32829" y="20650"/>
                  </a:lnTo>
                  <a:lnTo>
                    <a:pt x="34124" y="20726"/>
                  </a:lnTo>
                  <a:lnTo>
                    <a:pt x="34734" y="18440"/>
                  </a:lnTo>
                  <a:lnTo>
                    <a:pt x="34874" y="15595"/>
                  </a:lnTo>
                  <a:lnTo>
                    <a:pt x="35001" y="12750"/>
                  </a:lnTo>
                  <a:lnTo>
                    <a:pt x="34772" y="11442"/>
                  </a:lnTo>
                  <a:lnTo>
                    <a:pt x="35877" y="11849"/>
                  </a:lnTo>
                  <a:lnTo>
                    <a:pt x="40754" y="12153"/>
                  </a:lnTo>
                  <a:lnTo>
                    <a:pt x="42760" y="11671"/>
                  </a:lnTo>
                  <a:lnTo>
                    <a:pt x="42837" y="10172"/>
                  </a:lnTo>
                  <a:close/>
                </a:path>
                <a:path w="68580" h="78740">
                  <a:moveTo>
                    <a:pt x="43307" y="67970"/>
                  </a:moveTo>
                  <a:lnTo>
                    <a:pt x="41351" y="67246"/>
                  </a:lnTo>
                  <a:lnTo>
                    <a:pt x="38912" y="67081"/>
                  </a:lnTo>
                  <a:lnTo>
                    <a:pt x="36474" y="66929"/>
                  </a:lnTo>
                  <a:lnTo>
                    <a:pt x="35394" y="67195"/>
                  </a:lnTo>
                  <a:lnTo>
                    <a:pt x="35750" y="65925"/>
                  </a:lnTo>
                  <a:lnTo>
                    <a:pt x="36004" y="60236"/>
                  </a:lnTo>
                  <a:lnTo>
                    <a:pt x="35598" y="57886"/>
                  </a:lnTo>
                  <a:lnTo>
                    <a:pt x="34315" y="57797"/>
                  </a:lnTo>
                  <a:lnTo>
                    <a:pt x="33693" y="60083"/>
                  </a:lnTo>
                  <a:lnTo>
                    <a:pt x="33566" y="62928"/>
                  </a:lnTo>
                  <a:lnTo>
                    <a:pt x="33426" y="65786"/>
                  </a:lnTo>
                  <a:lnTo>
                    <a:pt x="33655" y="67106"/>
                  </a:lnTo>
                  <a:lnTo>
                    <a:pt x="32512" y="66675"/>
                  </a:lnTo>
                  <a:lnTo>
                    <a:pt x="27622" y="66382"/>
                  </a:lnTo>
                  <a:lnTo>
                    <a:pt x="25615" y="66852"/>
                  </a:lnTo>
                  <a:lnTo>
                    <a:pt x="25539" y="68351"/>
                  </a:lnTo>
                  <a:lnTo>
                    <a:pt x="27508" y="69075"/>
                  </a:lnTo>
                  <a:lnTo>
                    <a:pt x="29946" y="69240"/>
                  </a:lnTo>
                  <a:lnTo>
                    <a:pt x="32385" y="69392"/>
                  </a:lnTo>
                  <a:lnTo>
                    <a:pt x="33502" y="69126"/>
                  </a:lnTo>
                  <a:lnTo>
                    <a:pt x="33159" y="70396"/>
                  </a:lnTo>
                  <a:lnTo>
                    <a:pt x="32893" y="76098"/>
                  </a:lnTo>
                  <a:lnTo>
                    <a:pt x="33312" y="78435"/>
                  </a:lnTo>
                  <a:lnTo>
                    <a:pt x="34594" y="78524"/>
                  </a:lnTo>
                  <a:lnTo>
                    <a:pt x="35229" y="76238"/>
                  </a:lnTo>
                  <a:lnTo>
                    <a:pt x="35344" y="73393"/>
                  </a:lnTo>
                  <a:lnTo>
                    <a:pt x="35483" y="70548"/>
                  </a:lnTo>
                  <a:lnTo>
                    <a:pt x="35242" y="69240"/>
                  </a:lnTo>
                  <a:lnTo>
                    <a:pt x="36347" y="69646"/>
                  </a:lnTo>
                  <a:lnTo>
                    <a:pt x="41224" y="69938"/>
                  </a:lnTo>
                  <a:lnTo>
                    <a:pt x="43243" y="69456"/>
                  </a:lnTo>
                  <a:lnTo>
                    <a:pt x="43307" y="67970"/>
                  </a:lnTo>
                  <a:close/>
                </a:path>
                <a:path w="68580" h="78740">
                  <a:moveTo>
                    <a:pt x="68148" y="39001"/>
                  </a:moveTo>
                  <a:lnTo>
                    <a:pt x="66192" y="38277"/>
                  </a:lnTo>
                  <a:lnTo>
                    <a:pt x="63741" y="38112"/>
                  </a:lnTo>
                  <a:lnTo>
                    <a:pt x="61302" y="37960"/>
                  </a:lnTo>
                  <a:lnTo>
                    <a:pt x="60223" y="38227"/>
                  </a:lnTo>
                  <a:lnTo>
                    <a:pt x="60579" y="36957"/>
                  </a:lnTo>
                  <a:lnTo>
                    <a:pt x="60845" y="31267"/>
                  </a:lnTo>
                  <a:lnTo>
                    <a:pt x="60439" y="28917"/>
                  </a:lnTo>
                  <a:lnTo>
                    <a:pt x="59143" y="28829"/>
                  </a:lnTo>
                  <a:lnTo>
                    <a:pt x="58534" y="31115"/>
                  </a:lnTo>
                  <a:lnTo>
                    <a:pt x="58394" y="33959"/>
                  </a:lnTo>
                  <a:lnTo>
                    <a:pt x="58254" y="36817"/>
                  </a:lnTo>
                  <a:lnTo>
                    <a:pt x="58483" y="38138"/>
                  </a:lnTo>
                  <a:lnTo>
                    <a:pt x="57340" y="37706"/>
                  </a:lnTo>
                  <a:lnTo>
                    <a:pt x="52463" y="37414"/>
                  </a:lnTo>
                  <a:lnTo>
                    <a:pt x="50457" y="37884"/>
                  </a:lnTo>
                  <a:lnTo>
                    <a:pt x="50380" y="39382"/>
                  </a:lnTo>
                  <a:lnTo>
                    <a:pt x="52336" y="40106"/>
                  </a:lnTo>
                  <a:lnTo>
                    <a:pt x="54775" y="40271"/>
                  </a:lnTo>
                  <a:lnTo>
                    <a:pt x="57213" y="40424"/>
                  </a:lnTo>
                  <a:lnTo>
                    <a:pt x="58343" y="40157"/>
                  </a:lnTo>
                  <a:lnTo>
                    <a:pt x="58000" y="41427"/>
                  </a:lnTo>
                  <a:lnTo>
                    <a:pt x="57734" y="47129"/>
                  </a:lnTo>
                  <a:lnTo>
                    <a:pt x="58140" y="49466"/>
                  </a:lnTo>
                  <a:lnTo>
                    <a:pt x="59423" y="49555"/>
                  </a:lnTo>
                  <a:lnTo>
                    <a:pt x="60058" y="47269"/>
                  </a:lnTo>
                  <a:lnTo>
                    <a:pt x="60185" y="44424"/>
                  </a:lnTo>
                  <a:lnTo>
                    <a:pt x="60325" y="41579"/>
                  </a:lnTo>
                  <a:lnTo>
                    <a:pt x="60083" y="40271"/>
                  </a:lnTo>
                  <a:lnTo>
                    <a:pt x="61175" y="40678"/>
                  </a:lnTo>
                  <a:lnTo>
                    <a:pt x="66065" y="40970"/>
                  </a:lnTo>
                  <a:lnTo>
                    <a:pt x="68072" y="40500"/>
                  </a:lnTo>
                  <a:lnTo>
                    <a:pt x="68148" y="390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8" name="object 1908" descr=""/>
            <p:cNvSpPr/>
            <p:nvPr/>
          </p:nvSpPr>
          <p:spPr>
            <a:xfrm>
              <a:off x="15461078" y="8230602"/>
              <a:ext cx="54610" cy="88900"/>
            </a:xfrm>
            <a:custGeom>
              <a:avLst/>
              <a:gdLst/>
              <a:ahLst/>
              <a:cxnLst/>
              <a:rect l="l" t="t" r="r" b="b"/>
              <a:pathLst>
                <a:path w="54609" h="88900">
                  <a:moveTo>
                    <a:pt x="0" y="69644"/>
                  </a:moveTo>
                  <a:lnTo>
                    <a:pt x="16118" y="88447"/>
                  </a:lnTo>
                  <a:lnTo>
                    <a:pt x="54023" y="44218"/>
                  </a:lnTo>
                  <a:lnTo>
                    <a:pt x="16118" y="0"/>
                  </a:lnTo>
                  <a:lnTo>
                    <a:pt x="0" y="18798"/>
                  </a:lnTo>
                </a:path>
              </a:pathLst>
            </a:custGeom>
            <a:ln w="12669">
              <a:solidFill>
                <a:srgbClr val="CF8A5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9" name="object 1909" descr=""/>
            <p:cNvSpPr/>
            <p:nvPr/>
          </p:nvSpPr>
          <p:spPr>
            <a:xfrm>
              <a:off x="15467965" y="8235130"/>
              <a:ext cx="43180" cy="78740"/>
            </a:xfrm>
            <a:custGeom>
              <a:avLst/>
              <a:gdLst/>
              <a:ahLst/>
              <a:cxnLst/>
              <a:rect l="l" t="t" r="r" b="b"/>
              <a:pathLst>
                <a:path w="43180" h="78740">
                  <a:moveTo>
                    <a:pt x="17767" y="10172"/>
                  </a:moveTo>
                  <a:lnTo>
                    <a:pt x="15811" y="9448"/>
                  </a:lnTo>
                  <a:lnTo>
                    <a:pt x="13373" y="9283"/>
                  </a:lnTo>
                  <a:lnTo>
                    <a:pt x="10934" y="9131"/>
                  </a:lnTo>
                  <a:lnTo>
                    <a:pt x="9855" y="9398"/>
                  </a:lnTo>
                  <a:lnTo>
                    <a:pt x="10210" y="8128"/>
                  </a:lnTo>
                  <a:lnTo>
                    <a:pt x="10464" y="2438"/>
                  </a:lnTo>
                  <a:lnTo>
                    <a:pt x="10058" y="88"/>
                  </a:lnTo>
                  <a:lnTo>
                    <a:pt x="8775" y="0"/>
                  </a:lnTo>
                  <a:lnTo>
                    <a:pt x="8153" y="2286"/>
                  </a:lnTo>
                  <a:lnTo>
                    <a:pt x="8013" y="5130"/>
                  </a:lnTo>
                  <a:lnTo>
                    <a:pt x="7874" y="7988"/>
                  </a:lnTo>
                  <a:lnTo>
                    <a:pt x="8102" y="9321"/>
                  </a:lnTo>
                  <a:lnTo>
                    <a:pt x="6959" y="8890"/>
                  </a:lnTo>
                  <a:lnTo>
                    <a:pt x="2082" y="8585"/>
                  </a:lnTo>
                  <a:lnTo>
                    <a:pt x="76" y="9067"/>
                  </a:lnTo>
                  <a:lnTo>
                    <a:pt x="0" y="10566"/>
                  </a:lnTo>
                  <a:lnTo>
                    <a:pt x="1955" y="11277"/>
                  </a:lnTo>
                  <a:lnTo>
                    <a:pt x="4394" y="11442"/>
                  </a:lnTo>
                  <a:lnTo>
                    <a:pt x="6845" y="11595"/>
                  </a:lnTo>
                  <a:lnTo>
                    <a:pt x="7962" y="11328"/>
                  </a:lnTo>
                  <a:lnTo>
                    <a:pt x="7620" y="12598"/>
                  </a:lnTo>
                  <a:lnTo>
                    <a:pt x="7353" y="18300"/>
                  </a:lnTo>
                  <a:lnTo>
                    <a:pt x="7759" y="20650"/>
                  </a:lnTo>
                  <a:lnTo>
                    <a:pt x="9055" y="20726"/>
                  </a:lnTo>
                  <a:lnTo>
                    <a:pt x="9664" y="18440"/>
                  </a:lnTo>
                  <a:lnTo>
                    <a:pt x="9804" y="15595"/>
                  </a:lnTo>
                  <a:lnTo>
                    <a:pt x="9944" y="12750"/>
                  </a:lnTo>
                  <a:lnTo>
                    <a:pt x="9702" y="11442"/>
                  </a:lnTo>
                  <a:lnTo>
                    <a:pt x="10807" y="11849"/>
                  </a:lnTo>
                  <a:lnTo>
                    <a:pt x="15684" y="12153"/>
                  </a:lnTo>
                  <a:lnTo>
                    <a:pt x="17691" y="11671"/>
                  </a:lnTo>
                  <a:lnTo>
                    <a:pt x="17767" y="10172"/>
                  </a:lnTo>
                  <a:close/>
                </a:path>
                <a:path w="43180" h="78740">
                  <a:moveTo>
                    <a:pt x="18237" y="67970"/>
                  </a:moveTo>
                  <a:lnTo>
                    <a:pt x="16281" y="67246"/>
                  </a:lnTo>
                  <a:lnTo>
                    <a:pt x="13843" y="67081"/>
                  </a:lnTo>
                  <a:lnTo>
                    <a:pt x="11404" y="66929"/>
                  </a:lnTo>
                  <a:lnTo>
                    <a:pt x="10325" y="67195"/>
                  </a:lnTo>
                  <a:lnTo>
                    <a:pt x="10680" y="65925"/>
                  </a:lnTo>
                  <a:lnTo>
                    <a:pt x="10934" y="60236"/>
                  </a:lnTo>
                  <a:lnTo>
                    <a:pt x="10528" y="57886"/>
                  </a:lnTo>
                  <a:lnTo>
                    <a:pt x="9245" y="57797"/>
                  </a:lnTo>
                  <a:lnTo>
                    <a:pt x="8623" y="60083"/>
                  </a:lnTo>
                  <a:lnTo>
                    <a:pt x="8483" y="62928"/>
                  </a:lnTo>
                  <a:lnTo>
                    <a:pt x="8369" y="65786"/>
                  </a:lnTo>
                  <a:lnTo>
                    <a:pt x="8585" y="67119"/>
                  </a:lnTo>
                  <a:lnTo>
                    <a:pt x="7442" y="66675"/>
                  </a:lnTo>
                  <a:lnTo>
                    <a:pt x="2565" y="66382"/>
                  </a:lnTo>
                  <a:lnTo>
                    <a:pt x="546" y="66852"/>
                  </a:lnTo>
                  <a:lnTo>
                    <a:pt x="469" y="68351"/>
                  </a:lnTo>
                  <a:lnTo>
                    <a:pt x="2438" y="69075"/>
                  </a:lnTo>
                  <a:lnTo>
                    <a:pt x="4876" y="69240"/>
                  </a:lnTo>
                  <a:lnTo>
                    <a:pt x="7315" y="69392"/>
                  </a:lnTo>
                  <a:lnTo>
                    <a:pt x="8432" y="69126"/>
                  </a:lnTo>
                  <a:lnTo>
                    <a:pt x="8089" y="70396"/>
                  </a:lnTo>
                  <a:lnTo>
                    <a:pt x="7835" y="76098"/>
                  </a:lnTo>
                  <a:lnTo>
                    <a:pt x="8242" y="78435"/>
                  </a:lnTo>
                  <a:lnTo>
                    <a:pt x="9525" y="78524"/>
                  </a:lnTo>
                  <a:lnTo>
                    <a:pt x="10147" y="76238"/>
                  </a:lnTo>
                  <a:lnTo>
                    <a:pt x="10274" y="73393"/>
                  </a:lnTo>
                  <a:lnTo>
                    <a:pt x="10414" y="70548"/>
                  </a:lnTo>
                  <a:lnTo>
                    <a:pt x="10172" y="69240"/>
                  </a:lnTo>
                  <a:lnTo>
                    <a:pt x="11277" y="69646"/>
                  </a:lnTo>
                  <a:lnTo>
                    <a:pt x="16154" y="69938"/>
                  </a:lnTo>
                  <a:lnTo>
                    <a:pt x="18173" y="69456"/>
                  </a:lnTo>
                  <a:lnTo>
                    <a:pt x="18237" y="67970"/>
                  </a:lnTo>
                  <a:close/>
                </a:path>
                <a:path w="43180" h="78740">
                  <a:moveTo>
                    <a:pt x="43078" y="39001"/>
                  </a:moveTo>
                  <a:lnTo>
                    <a:pt x="41122" y="38277"/>
                  </a:lnTo>
                  <a:lnTo>
                    <a:pt x="38684" y="38112"/>
                  </a:lnTo>
                  <a:lnTo>
                    <a:pt x="36233" y="37960"/>
                  </a:lnTo>
                  <a:lnTo>
                    <a:pt x="35153" y="38227"/>
                  </a:lnTo>
                  <a:lnTo>
                    <a:pt x="35509" y="36957"/>
                  </a:lnTo>
                  <a:lnTo>
                    <a:pt x="35775" y="31267"/>
                  </a:lnTo>
                  <a:lnTo>
                    <a:pt x="35369" y="28917"/>
                  </a:lnTo>
                  <a:lnTo>
                    <a:pt x="34074" y="28829"/>
                  </a:lnTo>
                  <a:lnTo>
                    <a:pt x="33451" y="31115"/>
                  </a:lnTo>
                  <a:lnTo>
                    <a:pt x="33324" y="33959"/>
                  </a:lnTo>
                  <a:lnTo>
                    <a:pt x="33185" y="36817"/>
                  </a:lnTo>
                  <a:lnTo>
                    <a:pt x="33413" y="38138"/>
                  </a:lnTo>
                  <a:lnTo>
                    <a:pt x="32270" y="37706"/>
                  </a:lnTo>
                  <a:lnTo>
                    <a:pt x="27393" y="37414"/>
                  </a:lnTo>
                  <a:lnTo>
                    <a:pt x="25387" y="37884"/>
                  </a:lnTo>
                  <a:lnTo>
                    <a:pt x="25311" y="39382"/>
                  </a:lnTo>
                  <a:lnTo>
                    <a:pt x="27266" y="40106"/>
                  </a:lnTo>
                  <a:lnTo>
                    <a:pt x="29705" y="40271"/>
                  </a:lnTo>
                  <a:lnTo>
                    <a:pt x="32143" y="40424"/>
                  </a:lnTo>
                  <a:lnTo>
                    <a:pt x="33274" y="40157"/>
                  </a:lnTo>
                  <a:lnTo>
                    <a:pt x="32931" y="41427"/>
                  </a:lnTo>
                  <a:lnTo>
                    <a:pt x="32664" y="47129"/>
                  </a:lnTo>
                  <a:lnTo>
                    <a:pt x="33070" y="49466"/>
                  </a:lnTo>
                  <a:lnTo>
                    <a:pt x="34353" y="49555"/>
                  </a:lnTo>
                  <a:lnTo>
                    <a:pt x="34975" y="47269"/>
                  </a:lnTo>
                  <a:lnTo>
                    <a:pt x="35115" y="44424"/>
                  </a:lnTo>
                  <a:lnTo>
                    <a:pt x="35255" y="41579"/>
                  </a:lnTo>
                  <a:lnTo>
                    <a:pt x="35013" y="40271"/>
                  </a:lnTo>
                  <a:lnTo>
                    <a:pt x="36118" y="40678"/>
                  </a:lnTo>
                  <a:lnTo>
                    <a:pt x="40995" y="40970"/>
                  </a:lnTo>
                  <a:lnTo>
                    <a:pt x="43002" y="40500"/>
                  </a:lnTo>
                  <a:lnTo>
                    <a:pt x="43078" y="39001"/>
                  </a:lnTo>
                  <a:close/>
                </a:path>
              </a:pathLst>
            </a:custGeom>
            <a:solidFill>
              <a:srgbClr val="CF8A52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910" name="object 1910" descr="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13846708" y="6649231"/>
              <a:ext cx="171860" cy="205142"/>
            </a:xfrm>
            <a:prstGeom prst="rect">
              <a:avLst/>
            </a:prstGeom>
          </p:spPr>
        </p:pic>
        <p:pic>
          <p:nvPicPr>
            <p:cNvPr id="1911" name="object 1911" descr="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14637711" y="6649231"/>
              <a:ext cx="171860" cy="205142"/>
            </a:xfrm>
            <a:prstGeom prst="rect">
              <a:avLst/>
            </a:prstGeom>
          </p:spPr>
        </p:pic>
        <p:pic>
          <p:nvPicPr>
            <p:cNvPr id="1912" name="object 1912" descr="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15103845" y="6554299"/>
              <a:ext cx="366006" cy="431241"/>
            </a:xfrm>
            <a:prstGeom prst="rect">
              <a:avLst/>
            </a:prstGeom>
          </p:spPr>
        </p:pic>
        <p:sp>
          <p:nvSpPr>
            <p:cNvPr id="1913" name="object 1913" descr=""/>
            <p:cNvSpPr/>
            <p:nvPr/>
          </p:nvSpPr>
          <p:spPr>
            <a:xfrm>
              <a:off x="13589113" y="6139000"/>
              <a:ext cx="1490980" cy="386080"/>
            </a:xfrm>
            <a:custGeom>
              <a:avLst/>
              <a:gdLst/>
              <a:ahLst/>
              <a:cxnLst/>
              <a:rect l="l" t="t" r="r" b="b"/>
              <a:pathLst>
                <a:path w="1490980" h="386079">
                  <a:moveTo>
                    <a:pt x="745317" y="0"/>
                  </a:moveTo>
                  <a:lnTo>
                    <a:pt x="637913" y="29081"/>
                  </a:lnTo>
                  <a:lnTo>
                    <a:pt x="557670" y="93059"/>
                  </a:lnTo>
                  <a:lnTo>
                    <a:pt x="507435" y="157038"/>
                  </a:lnTo>
                  <a:lnTo>
                    <a:pt x="490058" y="186119"/>
                  </a:lnTo>
                  <a:lnTo>
                    <a:pt x="446721" y="170296"/>
                  </a:lnTo>
                  <a:lnTo>
                    <a:pt x="416139" y="162170"/>
                  </a:lnTo>
                  <a:lnTo>
                    <a:pt x="383790" y="159176"/>
                  </a:lnTo>
                  <a:lnTo>
                    <a:pt x="335152" y="158749"/>
                  </a:lnTo>
                  <a:lnTo>
                    <a:pt x="190739" y="192111"/>
                  </a:lnTo>
                  <a:lnTo>
                    <a:pt x="85757" y="265510"/>
                  </a:lnTo>
                  <a:lnTo>
                    <a:pt x="21685" y="338908"/>
                  </a:lnTo>
                  <a:lnTo>
                    <a:pt x="0" y="372271"/>
                  </a:lnTo>
                  <a:lnTo>
                    <a:pt x="745317" y="385590"/>
                  </a:lnTo>
                  <a:lnTo>
                    <a:pt x="1490635" y="372271"/>
                  </a:lnTo>
                  <a:lnTo>
                    <a:pt x="1419608" y="248828"/>
                  </a:lnTo>
                  <a:lnTo>
                    <a:pt x="1361022" y="185439"/>
                  </a:lnTo>
                  <a:lnTo>
                    <a:pt x="1283457" y="162085"/>
                  </a:lnTo>
                  <a:lnTo>
                    <a:pt x="1155493" y="158749"/>
                  </a:lnTo>
                  <a:lnTo>
                    <a:pt x="1096626" y="163025"/>
                  </a:lnTo>
                  <a:lnTo>
                    <a:pt x="1047228" y="172434"/>
                  </a:lnTo>
                  <a:lnTo>
                    <a:pt x="1013236" y="181843"/>
                  </a:lnTo>
                  <a:lnTo>
                    <a:pt x="1000587" y="186119"/>
                  </a:lnTo>
                  <a:lnTo>
                    <a:pt x="943042" y="78519"/>
                  </a:lnTo>
                  <a:lnTo>
                    <a:pt x="897269" y="23264"/>
                  </a:lnTo>
                  <a:lnTo>
                    <a:pt x="839338" y="2908"/>
                  </a:lnTo>
                  <a:lnTo>
                    <a:pt x="745317" y="0"/>
                  </a:lnTo>
                  <a:close/>
                </a:path>
              </a:pathLst>
            </a:custGeom>
            <a:solidFill>
              <a:srgbClr val="ECB4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4" name="object 1914" descr=""/>
            <p:cNvSpPr/>
            <p:nvPr/>
          </p:nvSpPr>
          <p:spPr>
            <a:xfrm>
              <a:off x="13648363" y="6219776"/>
              <a:ext cx="1383665" cy="305435"/>
            </a:xfrm>
            <a:custGeom>
              <a:avLst/>
              <a:gdLst/>
              <a:ahLst/>
              <a:cxnLst/>
              <a:rect l="l" t="t" r="r" b="b"/>
              <a:pathLst>
                <a:path w="1383665" h="305434">
                  <a:moveTo>
                    <a:pt x="1383193" y="305090"/>
                  </a:moveTo>
                  <a:lnTo>
                    <a:pt x="1326861" y="248704"/>
                  </a:lnTo>
                  <a:lnTo>
                    <a:pt x="1290863" y="221213"/>
                  </a:lnTo>
                  <a:lnTo>
                    <a:pt x="1249734" y="196637"/>
                  </a:lnTo>
                  <a:lnTo>
                    <a:pt x="1203542" y="176811"/>
                  </a:lnTo>
                  <a:lnTo>
                    <a:pt x="1152354" y="163570"/>
                  </a:lnTo>
                  <a:lnTo>
                    <a:pt x="1096238" y="158749"/>
                  </a:lnTo>
                  <a:lnTo>
                    <a:pt x="1037371" y="163025"/>
                  </a:lnTo>
                  <a:lnTo>
                    <a:pt x="987973" y="172434"/>
                  </a:lnTo>
                  <a:lnTo>
                    <a:pt x="953982" y="181843"/>
                  </a:lnTo>
                  <a:lnTo>
                    <a:pt x="941332" y="186119"/>
                  </a:lnTo>
                  <a:lnTo>
                    <a:pt x="883787" y="78519"/>
                  </a:lnTo>
                  <a:lnTo>
                    <a:pt x="838016" y="23264"/>
                  </a:lnTo>
                  <a:lnTo>
                    <a:pt x="780088" y="2908"/>
                  </a:lnTo>
                  <a:lnTo>
                    <a:pt x="686073" y="0"/>
                  </a:lnTo>
                  <a:lnTo>
                    <a:pt x="578663" y="29081"/>
                  </a:lnTo>
                  <a:lnTo>
                    <a:pt x="498416" y="93059"/>
                  </a:lnTo>
                  <a:lnTo>
                    <a:pt x="448181" y="157038"/>
                  </a:lnTo>
                  <a:lnTo>
                    <a:pt x="430803" y="186119"/>
                  </a:lnTo>
                  <a:lnTo>
                    <a:pt x="387466" y="170296"/>
                  </a:lnTo>
                  <a:lnTo>
                    <a:pt x="356884" y="162170"/>
                  </a:lnTo>
                  <a:lnTo>
                    <a:pt x="324535" y="159176"/>
                  </a:lnTo>
                  <a:lnTo>
                    <a:pt x="275897" y="158749"/>
                  </a:lnTo>
                  <a:lnTo>
                    <a:pt x="214959" y="164446"/>
                  </a:lnTo>
                  <a:lnTo>
                    <a:pt x="159885" y="179955"/>
                  </a:lnTo>
                  <a:lnTo>
                    <a:pt x="110764" y="202896"/>
                  </a:lnTo>
                  <a:lnTo>
                    <a:pt x="67684" y="230894"/>
                  </a:lnTo>
                  <a:lnTo>
                    <a:pt x="30733" y="261569"/>
                  </a:lnTo>
                  <a:lnTo>
                    <a:pt x="0" y="292546"/>
                  </a:lnTo>
                </a:path>
              </a:pathLst>
            </a:custGeom>
            <a:ln w="36208">
              <a:solidFill>
                <a:srgbClr val="FFD3A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915" name="object 1915" descr="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14248506" y="6269752"/>
              <a:ext cx="171859" cy="205142"/>
            </a:xfrm>
            <a:prstGeom prst="rect">
              <a:avLst/>
            </a:prstGeom>
          </p:spPr>
        </p:pic>
      </p:grpSp>
      <p:sp>
        <p:nvSpPr>
          <p:cNvPr id="1916" name="object 1916" descr=""/>
          <p:cNvSpPr/>
          <p:nvPr/>
        </p:nvSpPr>
        <p:spPr>
          <a:xfrm>
            <a:off x="17082506" y="6441060"/>
            <a:ext cx="462280" cy="1804670"/>
          </a:xfrm>
          <a:custGeom>
            <a:avLst/>
            <a:gdLst/>
            <a:ahLst/>
            <a:cxnLst/>
            <a:rect l="l" t="t" r="r" b="b"/>
            <a:pathLst>
              <a:path w="462280" h="1804670">
                <a:moveTo>
                  <a:pt x="0" y="1804248"/>
                </a:moveTo>
                <a:lnTo>
                  <a:pt x="461891" y="1804248"/>
                </a:lnTo>
                <a:lnTo>
                  <a:pt x="461891" y="0"/>
                </a:lnTo>
                <a:lnTo>
                  <a:pt x="0" y="0"/>
                </a:lnTo>
                <a:lnTo>
                  <a:pt x="0" y="1804248"/>
                </a:lnTo>
                <a:close/>
              </a:path>
            </a:pathLst>
          </a:custGeom>
          <a:solidFill>
            <a:srgbClr val="F5D1A1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917" name="object 1917" descr=""/>
          <p:cNvGrpSpPr/>
          <p:nvPr/>
        </p:nvGrpSpPr>
        <p:grpSpPr>
          <a:xfrm>
            <a:off x="16985169" y="6188921"/>
            <a:ext cx="2195195" cy="2457450"/>
            <a:chOff x="16985169" y="6188921"/>
            <a:chExt cx="2195195" cy="2457450"/>
          </a:xfrm>
        </p:grpSpPr>
        <p:sp>
          <p:nvSpPr>
            <p:cNvPr id="1918" name="object 1918" descr=""/>
            <p:cNvSpPr/>
            <p:nvPr/>
          </p:nvSpPr>
          <p:spPr>
            <a:xfrm>
              <a:off x="18615454" y="6441060"/>
              <a:ext cx="460375" cy="2202815"/>
            </a:xfrm>
            <a:custGeom>
              <a:avLst/>
              <a:gdLst/>
              <a:ahLst/>
              <a:cxnLst/>
              <a:rect l="l" t="t" r="r" b="b"/>
              <a:pathLst>
                <a:path w="460375" h="2202815">
                  <a:moveTo>
                    <a:pt x="0" y="2202791"/>
                  </a:moveTo>
                  <a:lnTo>
                    <a:pt x="460268" y="2202791"/>
                  </a:lnTo>
                  <a:lnTo>
                    <a:pt x="460268" y="0"/>
                  </a:lnTo>
                  <a:lnTo>
                    <a:pt x="0" y="0"/>
                  </a:lnTo>
                  <a:lnTo>
                    <a:pt x="0" y="2202791"/>
                  </a:lnTo>
                  <a:close/>
                </a:path>
              </a:pathLst>
            </a:custGeom>
            <a:solidFill>
              <a:srgbClr val="F5D1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9" name="object 1919" descr=""/>
            <p:cNvSpPr/>
            <p:nvPr/>
          </p:nvSpPr>
          <p:spPr>
            <a:xfrm>
              <a:off x="18738676" y="6516147"/>
              <a:ext cx="77470" cy="86360"/>
            </a:xfrm>
            <a:custGeom>
              <a:avLst/>
              <a:gdLst/>
              <a:ahLst/>
              <a:cxnLst/>
              <a:rect l="l" t="t" r="r" b="b"/>
              <a:pathLst>
                <a:path w="77469" h="86359">
                  <a:moveTo>
                    <a:pt x="77086" y="0"/>
                  </a:moveTo>
                  <a:lnTo>
                    <a:pt x="0" y="0"/>
                  </a:lnTo>
                  <a:lnTo>
                    <a:pt x="0" y="85829"/>
                  </a:lnTo>
                  <a:lnTo>
                    <a:pt x="77086" y="85829"/>
                  </a:lnTo>
                  <a:lnTo>
                    <a:pt x="77086" y="0"/>
                  </a:lnTo>
                  <a:close/>
                </a:path>
              </a:pathLst>
            </a:custGeom>
            <a:solidFill>
              <a:srgbClr val="7C7A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0" name="object 1920" descr=""/>
            <p:cNvSpPr/>
            <p:nvPr/>
          </p:nvSpPr>
          <p:spPr>
            <a:xfrm>
              <a:off x="18929885" y="6531706"/>
              <a:ext cx="77470" cy="86360"/>
            </a:xfrm>
            <a:custGeom>
              <a:avLst/>
              <a:gdLst/>
              <a:ahLst/>
              <a:cxnLst/>
              <a:rect l="l" t="t" r="r" b="b"/>
              <a:pathLst>
                <a:path w="77469" h="86359">
                  <a:moveTo>
                    <a:pt x="77086" y="0"/>
                  </a:moveTo>
                  <a:lnTo>
                    <a:pt x="0" y="0"/>
                  </a:lnTo>
                  <a:lnTo>
                    <a:pt x="0" y="85829"/>
                  </a:lnTo>
                  <a:lnTo>
                    <a:pt x="77086" y="85829"/>
                  </a:lnTo>
                  <a:lnTo>
                    <a:pt x="77086" y="0"/>
                  </a:lnTo>
                  <a:close/>
                </a:path>
              </a:pathLst>
            </a:custGeom>
            <a:solidFill>
              <a:srgbClr val="77C9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1" name="object 1921" descr=""/>
            <p:cNvSpPr/>
            <p:nvPr/>
          </p:nvSpPr>
          <p:spPr>
            <a:xfrm>
              <a:off x="18826212" y="6617536"/>
              <a:ext cx="77470" cy="86360"/>
            </a:xfrm>
            <a:custGeom>
              <a:avLst/>
              <a:gdLst/>
              <a:ahLst/>
              <a:cxnLst/>
              <a:rect l="l" t="t" r="r" b="b"/>
              <a:pathLst>
                <a:path w="77469" h="86359">
                  <a:moveTo>
                    <a:pt x="77086" y="0"/>
                  </a:moveTo>
                  <a:lnTo>
                    <a:pt x="0" y="0"/>
                  </a:lnTo>
                  <a:lnTo>
                    <a:pt x="0" y="85829"/>
                  </a:lnTo>
                  <a:lnTo>
                    <a:pt x="77086" y="85829"/>
                  </a:lnTo>
                  <a:lnTo>
                    <a:pt x="77086" y="0"/>
                  </a:lnTo>
                  <a:close/>
                </a:path>
              </a:pathLst>
            </a:custGeom>
            <a:solidFill>
              <a:srgbClr val="DEAE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2" name="object 1922" descr=""/>
            <p:cNvSpPr/>
            <p:nvPr/>
          </p:nvSpPr>
          <p:spPr>
            <a:xfrm>
              <a:off x="17544398" y="6188921"/>
              <a:ext cx="1071245" cy="2456180"/>
            </a:xfrm>
            <a:custGeom>
              <a:avLst/>
              <a:gdLst/>
              <a:ahLst/>
              <a:cxnLst/>
              <a:rect l="l" t="t" r="r" b="b"/>
              <a:pathLst>
                <a:path w="1071244" h="2456179">
                  <a:moveTo>
                    <a:pt x="1071056" y="0"/>
                  </a:moveTo>
                  <a:lnTo>
                    <a:pt x="0" y="0"/>
                  </a:lnTo>
                  <a:lnTo>
                    <a:pt x="0" y="2456071"/>
                  </a:lnTo>
                  <a:lnTo>
                    <a:pt x="1071056" y="2456071"/>
                  </a:lnTo>
                  <a:lnTo>
                    <a:pt x="1071056" y="0"/>
                  </a:lnTo>
                  <a:close/>
                </a:path>
              </a:pathLst>
            </a:custGeom>
            <a:solidFill>
              <a:srgbClr val="EFBC8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3" name="object 1923" descr=""/>
            <p:cNvSpPr/>
            <p:nvPr/>
          </p:nvSpPr>
          <p:spPr>
            <a:xfrm>
              <a:off x="17597129" y="6245338"/>
              <a:ext cx="965835" cy="1007744"/>
            </a:xfrm>
            <a:custGeom>
              <a:avLst/>
              <a:gdLst/>
              <a:ahLst/>
              <a:cxnLst/>
              <a:rect l="l" t="t" r="r" b="b"/>
              <a:pathLst>
                <a:path w="965834" h="1007745">
                  <a:moveTo>
                    <a:pt x="965593" y="0"/>
                  </a:moveTo>
                  <a:lnTo>
                    <a:pt x="0" y="0"/>
                  </a:lnTo>
                  <a:lnTo>
                    <a:pt x="0" y="1007183"/>
                  </a:lnTo>
                  <a:lnTo>
                    <a:pt x="965593" y="1007183"/>
                  </a:lnTo>
                  <a:lnTo>
                    <a:pt x="965593" y="0"/>
                  </a:lnTo>
                  <a:close/>
                </a:path>
              </a:pathLst>
            </a:custGeom>
            <a:solidFill>
              <a:srgbClr val="E6B5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4" name="object 1924" descr=""/>
            <p:cNvSpPr/>
            <p:nvPr/>
          </p:nvSpPr>
          <p:spPr>
            <a:xfrm>
              <a:off x="17595414" y="6687239"/>
              <a:ext cx="969010" cy="895350"/>
            </a:xfrm>
            <a:custGeom>
              <a:avLst/>
              <a:gdLst/>
              <a:ahLst/>
              <a:cxnLst/>
              <a:rect l="l" t="t" r="r" b="b"/>
              <a:pathLst>
                <a:path w="969009" h="895350">
                  <a:moveTo>
                    <a:pt x="484226" y="0"/>
                  </a:moveTo>
                  <a:lnTo>
                    <a:pt x="436060" y="18096"/>
                  </a:lnTo>
                  <a:lnTo>
                    <a:pt x="390073" y="40838"/>
                  </a:lnTo>
                  <a:lnTo>
                    <a:pt x="346328" y="67556"/>
                  </a:lnTo>
                  <a:lnTo>
                    <a:pt x="304885" y="97582"/>
                  </a:lnTo>
                  <a:lnTo>
                    <a:pt x="265809" y="130248"/>
                  </a:lnTo>
                  <a:lnTo>
                    <a:pt x="229160" y="164887"/>
                  </a:lnTo>
                  <a:lnTo>
                    <a:pt x="195002" y="200830"/>
                  </a:lnTo>
                  <a:lnTo>
                    <a:pt x="163396" y="237409"/>
                  </a:lnTo>
                  <a:lnTo>
                    <a:pt x="134405" y="273955"/>
                  </a:lnTo>
                  <a:lnTo>
                    <a:pt x="108092" y="309801"/>
                  </a:lnTo>
                  <a:lnTo>
                    <a:pt x="84518" y="344279"/>
                  </a:lnTo>
                  <a:lnTo>
                    <a:pt x="63746" y="376721"/>
                  </a:lnTo>
                  <a:lnTo>
                    <a:pt x="38412" y="424300"/>
                  </a:lnTo>
                  <a:lnTo>
                    <a:pt x="19225" y="475103"/>
                  </a:lnTo>
                  <a:lnTo>
                    <a:pt x="6363" y="528344"/>
                  </a:lnTo>
                  <a:lnTo>
                    <a:pt x="0" y="583238"/>
                  </a:lnTo>
                  <a:lnTo>
                    <a:pt x="0" y="895145"/>
                  </a:lnTo>
                  <a:lnTo>
                    <a:pt x="968902" y="895145"/>
                  </a:lnTo>
                  <a:lnTo>
                    <a:pt x="968902" y="604913"/>
                  </a:lnTo>
                  <a:lnTo>
                    <a:pt x="966202" y="556275"/>
                  </a:lnTo>
                  <a:lnTo>
                    <a:pt x="958230" y="508608"/>
                  </a:lnTo>
                  <a:lnTo>
                    <a:pt x="945183" y="462441"/>
                  </a:lnTo>
                  <a:lnTo>
                    <a:pt x="927256" y="418302"/>
                  </a:lnTo>
                  <a:lnTo>
                    <a:pt x="904642" y="376721"/>
                  </a:lnTo>
                  <a:lnTo>
                    <a:pt x="883871" y="344279"/>
                  </a:lnTo>
                  <a:lnTo>
                    <a:pt x="860301" y="309801"/>
                  </a:lnTo>
                  <a:lnTo>
                    <a:pt x="833993" y="273955"/>
                  </a:lnTo>
                  <a:lnTo>
                    <a:pt x="805009" y="237409"/>
                  </a:lnTo>
                  <a:lnTo>
                    <a:pt x="773410" y="200830"/>
                  </a:lnTo>
                  <a:lnTo>
                    <a:pt x="739260" y="164887"/>
                  </a:lnTo>
                  <a:lnTo>
                    <a:pt x="702619" y="130248"/>
                  </a:lnTo>
                  <a:lnTo>
                    <a:pt x="663550" y="97582"/>
                  </a:lnTo>
                  <a:lnTo>
                    <a:pt x="622114" y="67556"/>
                  </a:lnTo>
                  <a:lnTo>
                    <a:pt x="578373" y="40838"/>
                  </a:lnTo>
                  <a:lnTo>
                    <a:pt x="532390" y="18096"/>
                  </a:lnTo>
                  <a:lnTo>
                    <a:pt x="484226" y="0"/>
                  </a:lnTo>
                  <a:close/>
                </a:path>
              </a:pathLst>
            </a:custGeom>
            <a:solidFill>
              <a:srgbClr val="3687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5" name="object 1925" descr=""/>
            <p:cNvSpPr/>
            <p:nvPr/>
          </p:nvSpPr>
          <p:spPr>
            <a:xfrm>
              <a:off x="17595834" y="6774852"/>
              <a:ext cx="967105" cy="1869439"/>
            </a:xfrm>
            <a:custGeom>
              <a:avLst/>
              <a:gdLst/>
              <a:ahLst/>
              <a:cxnLst/>
              <a:rect l="l" t="t" r="r" b="b"/>
              <a:pathLst>
                <a:path w="967105" h="1869440">
                  <a:moveTo>
                    <a:pt x="483807" y="0"/>
                  </a:moveTo>
                  <a:lnTo>
                    <a:pt x="435658" y="18096"/>
                  </a:lnTo>
                  <a:lnTo>
                    <a:pt x="389718" y="40838"/>
                  </a:lnTo>
                  <a:lnTo>
                    <a:pt x="346043" y="67556"/>
                  </a:lnTo>
                  <a:lnTo>
                    <a:pt x="304689" y="97582"/>
                  </a:lnTo>
                  <a:lnTo>
                    <a:pt x="265713" y="130248"/>
                  </a:lnTo>
                  <a:lnTo>
                    <a:pt x="229171" y="164887"/>
                  </a:lnTo>
                  <a:lnTo>
                    <a:pt x="195119" y="200830"/>
                  </a:lnTo>
                  <a:lnTo>
                    <a:pt x="163613" y="237409"/>
                  </a:lnTo>
                  <a:lnTo>
                    <a:pt x="134711" y="273955"/>
                  </a:lnTo>
                  <a:lnTo>
                    <a:pt x="108468" y="309801"/>
                  </a:lnTo>
                  <a:lnTo>
                    <a:pt x="84941" y="344279"/>
                  </a:lnTo>
                  <a:lnTo>
                    <a:pt x="64186" y="376721"/>
                  </a:lnTo>
                  <a:lnTo>
                    <a:pt x="41655" y="418302"/>
                  </a:lnTo>
                  <a:lnTo>
                    <a:pt x="23925" y="462441"/>
                  </a:lnTo>
                  <a:lnTo>
                    <a:pt x="11113" y="508608"/>
                  </a:lnTo>
                  <a:lnTo>
                    <a:pt x="3340" y="556275"/>
                  </a:lnTo>
                  <a:lnTo>
                    <a:pt x="722" y="604913"/>
                  </a:lnTo>
                  <a:lnTo>
                    <a:pt x="0" y="1869000"/>
                  </a:lnTo>
                  <a:lnTo>
                    <a:pt x="966180" y="1869000"/>
                  </a:lnTo>
                  <a:lnTo>
                    <a:pt x="966892" y="604913"/>
                  </a:lnTo>
                  <a:lnTo>
                    <a:pt x="964273" y="556275"/>
                  </a:lnTo>
                  <a:lnTo>
                    <a:pt x="956497" y="508608"/>
                  </a:lnTo>
                  <a:lnTo>
                    <a:pt x="943684" y="462441"/>
                  </a:lnTo>
                  <a:lnTo>
                    <a:pt x="925954" y="418302"/>
                  </a:lnTo>
                  <a:lnTo>
                    <a:pt x="903427" y="376721"/>
                  </a:lnTo>
                  <a:lnTo>
                    <a:pt x="882672" y="344279"/>
                  </a:lnTo>
                  <a:lnTo>
                    <a:pt x="859145" y="309801"/>
                  </a:lnTo>
                  <a:lnTo>
                    <a:pt x="832902" y="273955"/>
                  </a:lnTo>
                  <a:lnTo>
                    <a:pt x="804000" y="237409"/>
                  </a:lnTo>
                  <a:lnTo>
                    <a:pt x="772495" y="200830"/>
                  </a:lnTo>
                  <a:lnTo>
                    <a:pt x="738443" y="164887"/>
                  </a:lnTo>
                  <a:lnTo>
                    <a:pt x="701901" y="130248"/>
                  </a:lnTo>
                  <a:lnTo>
                    <a:pt x="662924" y="97582"/>
                  </a:lnTo>
                  <a:lnTo>
                    <a:pt x="621571" y="67556"/>
                  </a:lnTo>
                  <a:lnTo>
                    <a:pt x="577895" y="40838"/>
                  </a:lnTo>
                  <a:lnTo>
                    <a:pt x="531955" y="18096"/>
                  </a:lnTo>
                  <a:lnTo>
                    <a:pt x="483807" y="0"/>
                  </a:lnTo>
                  <a:close/>
                </a:path>
              </a:pathLst>
            </a:custGeom>
            <a:solidFill>
              <a:srgbClr val="896C4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6" name="object 1926" descr=""/>
            <p:cNvSpPr/>
            <p:nvPr/>
          </p:nvSpPr>
          <p:spPr>
            <a:xfrm>
              <a:off x="17596553" y="7826871"/>
              <a:ext cx="967105" cy="60325"/>
            </a:xfrm>
            <a:custGeom>
              <a:avLst/>
              <a:gdLst/>
              <a:ahLst/>
              <a:cxnLst/>
              <a:rect l="l" t="t" r="r" b="b"/>
              <a:pathLst>
                <a:path w="967105" h="60325">
                  <a:moveTo>
                    <a:pt x="966682" y="0"/>
                  </a:moveTo>
                  <a:lnTo>
                    <a:pt x="0" y="0"/>
                  </a:lnTo>
                  <a:lnTo>
                    <a:pt x="0" y="60322"/>
                  </a:lnTo>
                  <a:lnTo>
                    <a:pt x="966682" y="60322"/>
                  </a:lnTo>
                  <a:lnTo>
                    <a:pt x="966682" y="0"/>
                  </a:lnTo>
                  <a:close/>
                </a:path>
              </a:pathLst>
            </a:custGeom>
            <a:solidFill>
              <a:srgbClr val="1CA45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7" name="object 1927" descr=""/>
            <p:cNvSpPr/>
            <p:nvPr/>
          </p:nvSpPr>
          <p:spPr>
            <a:xfrm>
              <a:off x="17082504" y="8245316"/>
              <a:ext cx="2000250" cy="99695"/>
            </a:xfrm>
            <a:custGeom>
              <a:avLst/>
              <a:gdLst/>
              <a:ahLst/>
              <a:cxnLst/>
              <a:rect l="l" t="t" r="r" b="b"/>
              <a:pathLst>
                <a:path w="2000250" h="99695">
                  <a:moveTo>
                    <a:pt x="461899" y="0"/>
                  </a:moveTo>
                  <a:lnTo>
                    <a:pt x="0" y="0"/>
                  </a:lnTo>
                  <a:lnTo>
                    <a:pt x="0" y="99339"/>
                  </a:lnTo>
                  <a:lnTo>
                    <a:pt x="461899" y="99339"/>
                  </a:lnTo>
                  <a:lnTo>
                    <a:pt x="461899" y="0"/>
                  </a:lnTo>
                  <a:close/>
                </a:path>
                <a:path w="2000250" h="99695">
                  <a:moveTo>
                    <a:pt x="2000135" y="0"/>
                  </a:moveTo>
                  <a:lnTo>
                    <a:pt x="1538236" y="0"/>
                  </a:lnTo>
                  <a:lnTo>
                    <a:pt x="1538236" y="99339"/>
                  </a:lnTo>
                  <a:lnTo>
                    <a:pt x="2000135" y="99339"/>
                  </a:lnTo>
                  <a:lnTo>
                    <a:pt x="2000135" y="0"/>
                  </a:lnTo>
                  <a:close/>
                </a:path>
              </a:pathLst>
            </a:custGeom>
            <a:solidFill>
              <a:srgbClr val="896C4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8" name="object 1928" descr=""/>
            <p:cNvSpPr/>
            <p:nvPr/>
          </p:nvSpPr>
          <p:spPr>
            <a:xfrm>
              <a:off x="17140337" y="8083554"/>
              <a:ext cx="69850" cy="85090"/>
            </a:xfrm>
            <a:custGeom>
              <a:avLst/>
              <a:gdLst/>
              <a:ahLst/>
              <a:cxnLst/>
              <a:rect l="l" t="t" r="r" b="b"/>
              <a:pathLst>
                <a:path w="69850" h="85090">
                  <a:moveTo>
                    <a:pt x="69537" y="0"/>
                  </a:moveTo>
                  <a:lnTo>
                    <a:pt x="0" y="0"/>
                  </a:lnTo>
                  <a:lnTo>
                    <a:pt x="0" y="84992"/>
                  </a:lnTo>
                  <a:lnTo>
                    <a:pt x="69537" y="84992"/>
                  </a:lnTo>
                  <a:lnTo>
                    <a:pt x="69537" y="0"/>
                  </a:lnTo>
                  <a:close/>
                </a:path>
              </a:pathLst>
            </a:custGeom>
            <a:solidFill>
              <a:srgbClr val="7C7A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9" name="object 1929" descr=""/>
            <p:cNvSpPr/>
            <p:nvPr/>
          </p:nvSpPr>
          <p:spPr>
            <a:xfrm>
              <a:off x="17152944" y="7872754"/>
              <a:ext cx="69850" cy="85090"/>
            </a:xfrm>
            <a:custGeom>
              <a:avLst/>
              <a:gdLst/>
              <a:ahLst/>
              <a:cxnLst/>
              <a:rect l="l" t="t" r="r" b="b"/>
              <a:pathLst>
                <a:path w="69850" h="85090">
                  <a:moveTo>
                    <a:pt x="69537" y="0"/>
                  </a:moveTo>
                  <a:lnTo>
                    <a:pt x="0" y="0"/>
                  </a:lnTo>
                  <a:lnTo>
                    <a:pt x="0" y="84992"/>
                  </a:lnTo>
                  <a:lnTo>
                    <a:pt x="69537" y="84992"/>
                  </a:lnTo>
                  <a:lnTo>
                    <a:pt x="69537" y="0"/>
                  </a:lnTo>
                  <a:close/>
                </a:path>
              </a:pathLst>
            </a:custGeom>
            <a:solidFill>
              <a:srgbClr val="77C9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0" name="object 1930" descr=""/>
            <p:cNvSpPr/>
            <p:nvPr/>
          </p:nvSpPr>
          <p:spPr>
            <a:xfrm>
              <a:off x="17222481" y="7987044"/>
              <a:ext cx="69850" cy="85090"/>
            </a:xfrm>
            <a:custGeom>
              <a:avLst/>
              <a:gdLst/>
              <a:ahLst/>
              <a:cxnLst/>
              <a:rect l="l" t="t" r="r" b="b"/>
              <a:pathLst>
                <a:path w="69850" h="85090">
                  <a:moveTo>
                    <a:pt x="69537" y="0"/>
                  </a:moveTo>
                  <a:lnTo>
                    <a:pt x="0" y="0"/>
                  </a:lnTo>
                  <a:lnTo>
                    <a:pt x="0" y="84992"/>
                  </a:lnTo>
                  <a:lnTo>
                    <a:pt x="69537" y="84992"/>
                  </a:lnTo>
                  <a:lnTo>
                    <a:pt x="69537" y="0"/>
                  </a:lnTo>
                  <a:close/>
                </a:path>
              </a:pathLst>
            </a:custGeom>
            <a:solidFill>
              <a:srgbClr val="DEAE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1" name="object 1931" descr=""/>
            <p:cNvSpPr/>
            <p:nvPr/>
          </p:nvSpPr>
          <p:spPr>
            <a:xfrm>
              <a:off x="17336614" y="7645306"/>
              <a:ext cx="64769" cy="78740"/>
            </a:xfrm>
            <a:custGeom>
              <a:avLst/>
              <a:gdLst/>
              <a:ahLst/>
              <a:cxnLst/>
              <a:rect l="l" t="t" r="r" b="b"/>
              <a:pathLst>
                <a:path w="64769" h="78740">
                  <a:moveTo>
                    <a:pt x="64416" y="0"/>
                  </a:moveTo>
                  <a:lnTo>
                    <a:pt x="0" y="0"/>
                  </a:lnTo>
                  <a:lnTo>
                    <a:pt x="0" y="78730"/>
                  </a:lnTo>
                  <a:lnTo>
                    <a:pt x="64416" y="78730"/>
                  </a:lnTo>
                  <a:lnTo>
                    <a:pt x="64416" y="0"/>
                  </a:lnTo>
                  <a:close/>
                </a:path>
              </a:pathLst>
            </a:custGeom>
            <a:solidFill>
              <a:srgbClr val="7C7A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2" name="object 1932" descr=""/>
            <p:cNvSpPr/>
            <p:nvPr/>
          </p:nvSpPr>
          <p:spPr>
            <a:xfrm>
              <a:off x="17348299" y="7450034"/>
              <a:ext cx="64769" cy="78740"/>
            </a:xfrm>
            <a:custGeom>
              <a:avLst/>
              <a:gdLst/>
              <a:ahLst/>
              <a:cxnLst/>
              <a:rect l="l" t="t" r="r" b="b"/>
              <a:pathLst>
                <a:path w="64769" h="78740">
                  <a:moveTo>
                    <a:pt x="64416" y="0"/>
                  </a:moveTo>
                  <a:lnTo>
                    <a:pt x="0" y="0"/>
                  </a:lnTo>
                  <a:lnTo>
                    <a:pt x="0" y="78730"/>
                  </a:lnTo>
                  <a:lnTo>
                    <a:pt x="64416" y="78730"/>
                  </a:lnTo>
                  <a:lnTo>
                    <a:pt x="64416" y="0"/>
                  </a:lnTo>
                  <a:close/>
                </a:path>
              </a:pathLst>
            </a:custGeom>
            <a:solidFill>
              <a:srgbClr val="77C9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3" name="object 1933" descr=""/>
            <p:cNvSpPr/>
            <p:nvPr/>
          </p:nvSpPr>
          <p:spPr>
            <a:xfrm>
              <a:off x="17412716" y="7555906"/>
              <a:ext cx="64769" cy="78740"/>
            </a:xfrm>
            <a:custGeom>
              <a:avLst/>
              <a:gdLst/>
              <a:ahLst/>
              <a:cxnLst/>
              <a:rect l="l" t="t" r="r" b="b"/>
              <a:pathLst>
                <a:path w="64769" h="78740">
                  <a:moveTo>
                    <a:pt x="64416" y="0"/>
                  </a:moveTo>
                  <a:lnTo>
                    <a:pt x="0" y="0"/>
                  </a:lnTo>
                  <a:lnTo>
                    <a:pt x="0" y="78730"/>
                  </a:lnTo>
                  <a:lnTo>
                    <a:pt x="64416" y="78730"/>
                  </a:lnTo>
                  <a:lnTo>
                    <a:pt x="64416" y="0"/>
                  </a:lnTo>
                  <a:close/>
                </a:path>
              </a:pathLst>
            </a:custGeom>
            <a:solidFill>
              <a:srgbClr val="DEAE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4" name="object 1934" descr=""/>
            <p:cNvSpPr/>
            <p:nvPr/>
          </p:nvSpPr>
          <p:spPr>
            <a:xfrm>
              <a:off x="18659505" y="7622458"/>
              <a:ext cx="73660" cy="90170"/>
            </a:xfrm>
            <a:custGeom>
              <a:avLst/>
              <a:gdLst/>
              <a:ahLst/>
              <a:cxnLst/>
              <a:rect l="l" t="t" r="r" b="b"/>
              <a:pathLst>
                <a:path w="73659" h="90170">
                  <a:moveTo>
                    <a:pt x="73578" y="0"/>
                  </a:moveTo>
                  <a:lnTo>
                    <a:pt x="0" y="0"/>
                  </a:lnTo>
                  <a:lnTo>
                    <a:pt x="0" y="89923"/>
                  </a:lnTo>
                  <a:lnTo>
                    <a:pt x="73578" y="89923"/>
                  </a:lnTo>
                  <a:lnTo>
                    <a:pt x="73578" y="0"/>
                  </a:lnTo>
                  <a:close/>
                </a:path>
              </a:pathLst>
            </a:custGeom>
            <a:solidFill>
              <a:srgbClr val="7C7A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5" name="object 1935" descr=""/>
            <p:cNvSpPr/>
            <p:nvPr/>
          </p:nvSpPr>
          <p:spPr>
            <a:xfrm>
              <a:off x="18672845" y="7399429"/>
              <a:ext cx="73660" cy="90170"/>
            </a:xfrm>
            <a:custGeom>
              <a:avLst/>
              <a:gdLst/>
              <a:ahLst/>
              <a:cxnLst/>
              <a:rect l="l" t="t" r="r" b="b"/>
              <a:pathLst>
                <a:path w="73659" h="90170">
                  <a:moveTo>
                    <a:pt x="73578" y="0"/>
                  </a:moveTo>
                  <a:lnTo>
                    <a:pt x="0" y="0"/>
                  </a:lnTo>
                  <a:lnTo>
                    <a:pt x="0" y="89923"/>
                  </a:lnTo>
                  <a:lnTo>
                    <a:pt x="73578" y="89923"/>
                  </a:lnTo>
                  <a:lnTo>
                    <a:pt x="73578" y="0"/>
                  </a:lnTo>
                  <a:close/>
                </a:path>
              </a:pathLst>
            </a:custGeom>
            <a:solidFill>
              <a:srgbClr val="77C9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6" name="object 1936" descr=""/>
            <p:cNvSpPr/>
            <p:nvPr/>
          </p:nvSpPr>
          <p:spPr>
            <a:xfrm>
              <a:off x="18746424" y="7520346"/>
              <a:ext cx="73660" cy="90170"/>
            </a:xfrm>
            <a:custGeom>
              <a:avLst/>
              <a:gdLst/>
              <a:ahLst/>
              <a:cxnLst/>
              <a:rect l="l" t="t" r="r" b="b"/>
              <a:pathLst>
                <a:path w="73659" h="90170">
                  <a:moveTo>
                    <a:pt x="73578" y="0"/>
                  </a:moveTo>
                  <a:lnTo>
                    <a:pt x="0" y="0"/>
                  </a:lnTo>
                  <a:lnTo>
                    <a:pt x="0" y="89923"/>
                  </a:lnTo>
                  <a:lnTo>
                    <a:pt x="73578" y="89923"/>
                  </a:lnTo>
                  <a:lnTo>
                    <a:pt x="73578" y="0"/>
                  </a:lnTo>
                  <a:close/>
                </a:path>
              </a:pathLst>
            </a:custGeom>
            <a:solidFill>
              <a:srgbClr val="DEAE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7" name="object 1937" descr=""/>
            <p:cNvSpPr/>
            <p:nvPr/>
          </p:nvSpPr>
          <p:spPr>
            <a:xfrm>
              <a:off x="18859478" y="7319086"/>
              <a:ext cx="73660" cy="90170"/>
            </a:xfrm>
            <a:custGeom>
              <a:avLst/>
              <a:gdLst/>
              <a:ahLst/>
              <a:cxnLst/>
              <a:rect l="l" t="t" r="r" b="b"/>
              <a:pathLst>
                <a:path w="73659" h="90170">
                  <a:moveTo>
                    <a:pt x="73578" y="0"/>
                  </a:moveTo>
                  <a:lnTo>
                    <a:pt x="0" y="0"/>
                  </a:lnTo>
                  <a:lnTo>
                    <a:pt x="0" y="89923"/>
                  </a:lnTo>
                  <a:lnTo>
                    <a:pt x="73578" y="89923"/>
                  </a:lnTo>
                  <a:lnTo>
                    <a:pt x="73578" y="0"/>
                  </a:lnTo>
                  <a:close/>
                </a:path>
              </a:pathLst>
            </a:custGeom>
            <a:solidFill>
              <a:srgbClr val="7C7A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8" name="object 1938" descr=""/>
            <p:cNvSpPr/>
            <p:nvPr/>
          </p:nvSpPr>
          <p:spPr>
            <a:xfrm>
              <a:off x="18872818" y="7096045"/>
              <a:ext cx="73660" cy="90170"/>
            </a:xfrm>
            <a:custGeom>
              <a:avLst/>
              <a:gdLst/>
              <a:ahLst/>
              <a:cxnLst/>
              <a:rect l="l" t="t" r="r" b="b"/>
              <a:pathLst>
                <a:path w="73659" h="90170">
                  <a:moveTo>
                    <a:pt x="73578" y="0"/>
                  </a:moveTo>
                  <a:lnTo>
                    <a:pt x="0" y="0"/>
                  </a:lnTo>
                  <a:lnTo>
                    <a:pt x="0" y="89923"/>
                  </a:lnTo>
                  <a:lnTo>
                    <a:pt x="73578" y="89923"/>
                  </a:lnTo>
                  <a:lnTo>
                    <a:pt x="73578" y="0"/>
                  </a:lnTo>
                  <a:close/>
                </a:path>
              </a:pathLst>
            </a:custGeom>
            <a:solidFill>
              <a:srgbClr val="77C9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9" name="object 1939" descr=""/>
            <p:cNvSpPr/>
            <p:nvPr/>
          </p:nvSpPr>
          <p:spPr>
            <a:xfrm>
              <a:off x="18946397" y="7216963"/>
              <a:ext cx="73660" cy="90170"/>
            </a:xfrm>
            <a:custGeom>
              <a:avLst/>
              <a:gdLst/>
              <a:ahLst/>
              <a:cxnLst/>
              <a:rect l="l" t="t" r="r" b="b"/>
              <a:pathLst>
                <a:path w="73659" h="90170">
                  <a:moveTo>
                    <a:pt x="73578" y="0"/>
                  </a:moveTo>
                  <a:lnTo>
                    <a:pt x="0" y="0"/>
                  </a:lnTo>
                  <a:lnTo>
                    <a:pt x="0" y="89923"/>
                  </a:lnTo>
                  <a:lnTo>
                    <a:pt x="73578" y="89923"/>
                  </a:lnTo>
                  <a:lnTo>
                    <a:pt x="73578" y="0"/>
                  </a:lnTo>
                  <a:close/>
                </a:path>
              </a:pathLst>
            </a:custGeom>
            <a:solidFill>
              <a:srgbClr val="DEAE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0" name="object 1940" descr=""/>
            <p:cNvSpPr/>
            <p:nvPr/>
          </p:nvSpPr>
          <p:spPr>
            <a:xfrm>
              <a:off x="18698059" y="8108569"/>
              <a:ext cx="73660" cy="90170"/>
            </a:xfrm>
            <a:custGeom>
              <a:avLst/>
              <a:gdLst/>
              <a:ahLst/>
              <a:cxnLst/>
              <a:rect l="l" t="t" r="r" b="b"/>
              <a:pathLst>
                <a:path w="73659" h="90170">
                  <a:moveTo>
                    <a:pt x="73578" y="0"/>
                  </a:moveTo>
                  <a:lnTo>
                    <a:pt x="0" y="0"/>
                  </a:lnTo>
                  <a:lnTo>
                    <a:pt x="0" y="89923"/>
                  </a:lnTo>
                  <a:lnTo>
                    <a:pt x="73578" y="89923"/>
                  </a:lnTo>
                  <a:lnTo>
                    <a:pt x="73578" y="0"/>
                  </a:lnTo>
                  <a:close/>
                </a:path>
              </a:pathLst>
            </a:custGeom>
            <a:solidFill>
              <a:srgbClr val="7C7A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1" name="object 1941" descr=""/>
            <p:cNvSpPr/>
            <p:nvPr/>
          </p:nvSpPr>
          <p:spPr>
            <a:xfrm>
              <a:off x="18711389" y="7885529"/>
              <a:ext cx="73660" cy="90170"/>
            </a:xfrm>
            <a:custGeom>
              <a:avLst/>
              <a:gdLst/>
              <a:ahLst/>
              <a:cxnLst/>
              <a:rect l="l" t="t" r="r" b="b"/>
              <a:pathLst>
                <a:path w="73659" h="90170">
                  <a:moveTo>
                    <a:pt x="73578" y="0"/>
                  </a:moveTo>
                  <a:lnTo>
                    <a:pt x="0" y="0"/>
                  </a:lnTo>
                  <a:lnTo>
                    <a:pt x="0" y="89923"/>
                  </a:lnTo>
                  <a:lnTo>
                    <a:pt x="73578" y="89923"/>
                  </a:lnTo>
                  <a:lnTo>
                    <a:pt x="73578" y="0"/>
                  </a:lnTo>
                  <a:close/>
                </a:path>
              </a:pathLst>
            </a:custGeom>
            <a:solidFill>
              <a:srgbClr val="77C9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2" name="object 1942" descr=""/>
            <p:cNvSpPr/>
            <p:nvPr/>
          </p:nvSpPr>
          <p:spPr>
            <a:xfrm>
              <a:off x="18784968" y="8006447"/>
              <a:ext cx="73660" cy="90170"/>
            </a:xfrm>
            <a:custGeom>
              <a:avLst/>
              <a:gdLst/>
              <a:ahLst/>
              <a:cxnLst/>
              <a:rect l="l" t="t" r="r" b="b"/>
              <a:pathLst>
                <a:path w="73659" h="90170">
                  <a:moveTo>
                    <a:pt x="73578" y="0"/>
                  </a:moveTo>
                  <a:lnTo>
                    <a:pt x="0" y="0"/>
                  </a:lnTo>
                  <a:lnTo>
                    <a:pt x="0" y="89923"/>
                  </a:lnTo>
                  <a:lnTo>
                    <a:pt x="73578" y="89923"/>
                  </a:lnTo>
                  <a:lnTo>
                    <a:pt x="73578" y="0"/>
                  </a:lnTo>
                  <a:close/>
                </a:path>
              </a:pathLst>
            </a:custGeom>
            <a:solidFill>
              <a:srgbClr val="DEAE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3" name="object 1943" descr=""/>
            <p:cNvSpPr/>
            <p:nvPr/>
          </p:nvSpPr>
          <p:spPr>
            <a:xfrm>
              <a:off x="17128369" y="7381942"/>
              <a:ext cx="74930" cy="91440"/>
            </a:xfrm>
            <a:custGeom>
              <a:avLst/>
              <a:gdLst/>
              <a:ahLst/>
              <a:cxnLst/>
              <a:rect l="l" t="t" r="r" b="b"/>
              <a:pathLst>
                <a:path w="74930" h="91440">
                  <a:moveTo>
                    <a:pt x="74332" y="0"/>
                  </a:moveTo>
                  <a:lnTo>
                    <a:pt x="0" y="0"/>
                  </a:lnTo>
                  <a:lnTo>
                    <a:pt x="0" y="90845"/>
                  </a:lnTo>
                  <a:lnTo>
                    <a:pt x="74332" y="90845"/>
                  </a:lnTo>
                  <a:lnTo>
                    <a:pt x="74332" y="0"/>
                  </a:lnTo>
                  <a:close/>
                </a:path>
              </a:pathLst>
            </a:custGeom>
            <a:solidFill>
              <a:srgbClr val="7C7A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4" name="object 1944" descr=""/>
            <p:cNvSpPr/>
            <p:nvPr/>
          </p:nvSpPr>
          <p:spPr>
            <a:xfrm>
              <a:off x="17141845" y="7156619"/>
              <a:ext cx="74930" cy="91440"/>
            </a:xfrm>
            <a:custGeom>
              <a:avLst/>
              <a:gdLst/>
              <a:ahLst/>
              <a:cxnLst/>
              <a:rect l="l" t="t" r="r" b="b"/>
              <a:pathLst>
                <a:path w="74930" h="91440">
                  <a:moveTo>
                    <a:pt x="74332" y="0"/>
                  </a:moveTo>
                  <a:lnTo>
                    <a:pt x="0" y="0"/>
                  </a:lnTo>
                  <a:lnTo>
                    <a:pt x="0" y="90845"/>
                  </a:lnTo>
                  <a:lnTo>
                    <a:pt x="74332" y="90845"/>
                  </a:lnTo>
                  <a:lnTo>
                    <a:pt x="74332" y="0"/>
                  </a:lnTo>
                  <a:close/>
                </a:path>
              </a:pathLst>
            </a:custGeom>
            <a:solidFill>
              <a:srgbClr val="77C9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5" name="object 1945" descr=""/>
            <p:cNvSpPr/>
            <p:nvPr/>
          </p:nvSpPr>
          <p:spPr>
            <a:xfrm>
              <a:off x="17182491" y="7278795"/>
              <a:ext cx="108585" cy="310515"/>
            </a:xfrm>
            <a:custGeom>
              <a:avLst/>
              <a:gdLst/>
              <a:ahLst/>
              <a:cxnLst/>
              <a:rect l="l" t="t" r="r" b="b"/>
              <a:pathLst>
                <a:path w="108584" h="310515">
                  <a:moveTo>
                    <a:pt x="74333" y="219417"/>
                  </a:moveTo>
                  <a:lnTo>
                    <a:pt x="0" y="219417"/>
                  </a:lnTo>
                  <a:lnTo>
                    <a:pt x="0" y="310273"/>
                  </a:lnTo>
                  <a:lnTo>
                    <a:pt x="74333" y="310273"/>
                  </a:lnTo>
                  <a:lnTo>
                    <a:pt x="74333" y="219417"/>
                  </a:lnTo>
                  <a:close/>
                </a:path>
                <a:path w="108584" h="310515">
                  <a:moveTo>
                    <a:pt x="108013" y="0"/>
                  </a:moveTo>
                  <a:lnTo>
                    <a:pt x="33680" y="0"/>
                  </a:lnTo>
                  <a:lnTo>
                    <a:pt x="33680" y="90843"/>
                  </a:lnTo>
                  <a:lnTo>
                    <a:pt x="108013" y="90843"/>
                  </a:lnTo>
                  <a:lnTo>
                    <a:pt x="108013" y="0"/>
                  </a:lnTo>
                  <a:close/>
                </a:path>
              </a:pathLst>
            </a:custGeom>
            <a:solidFill>
              <a:srgbClr val="DEAE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6" name="object 1946" descr=""/>
            <p:cNvSpPr/>
            <p:nvPr/>
          </p:nvSpPr>
          <p:spPr>
            <a:xfrm>
              <a:off x="17309107" y="7057073"/>
              <a:ext cx="81915" cy="99695"/>
            </a:xfrm>
            <a:custGeom>
              <a:avLst/>
              <a:gdLst/>
              <a:ahLst/>
              <a:cxnLst/>
              <a:rect l="l" t="t" r="r" b="b"/>
              <a:pathLst>
                <a:path w="81915" h="99695">
                  <a:moveTo>
                    <a:pt x="81442" y="0"/>
                  </a:moveTo>
                  <a:lnTo>
                    <a:pt x="0" y="0"/>
                  </a:lnTo>
                  <a:lnTo>
                    <a:pt x="0" y="99536"/>
                  </a:lnTo>
                  <a:lnTo>
                    <a:pt x="81442" y="99536"/>
                  </a:lnTo>
                  <a:lnTo>
                    <a:pt x="81442" y="0"/>
                  </a:lnTo>
                  <a:close/>
                </a:path>
              </a:pathLst>
            </a:custGeom>
            <a:solidFill>
              <a:srgbClr val="7C7A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7" name="object 1947" descr=""/>
            <p:cNvSpPr/>
            <p:nvPr/>
          </p:nvSpPr>
          <p:spPr>
            <a:xfrm>
              <a:off x="17323855" y="6810215"/>
              <a:ext cx="81915" cy="99695"/>
            </a:xfrm>
            <a:custGeom>
              <a:avLst/>
              <a:gdLst/>
              <a:ahLst/>
              <a:cxnLst/>
              <a:rect l="l" t="t" r="r" b="b"/>
              <a:pathLst>
                <a:path w="81915" h="99695">
                  <a:moveTo>
                    <a:pt x="81445" y="0"/>
                  </a:moveTo>
                  <a:lnTo>
                    <a:pt x="0" y="0"/>
                  </a:lnTo>
                  <a:lnTo>
                    <a:pt x="0" y="34861"/>
                  </a:lnTo>
                  <a:lnTo>
                    <a:pt x="0" y="99542"/>
                  </a:lnTo>
                  <a:lnTo>
                    <a:pt x="81445" y="99542"/>
                  </a:lnTo>
                  <a:lnTo>
                    <a:pt x="81445" y="34861"/>
                  </a:lnTo>
                  <a:lnTo>
                    <a:pt x="81445" y="0"/>
                  </a:lnTo>
                  <a:close/>
                </a:path>
              </a:pathLst>
            </a:custGeom>
            <a:solidFill>
              <a:srgbClr val="77C9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8" name="object 1948" descr=""/>
            <p:cNvSpPr/>
            <p:nvPr/>
          </p:nvSpPr>
          <p:spPr>
            <a:xfrm>
              <a:off x="17405303" y="6944050"/>
              <a:ext cx="81915" cy="99695"/>
            </a:xfrm>
            <a:custGeom>
              <a:avLst/>
              <a:gdLst/>
              <a:ahLst/>
              <a:cxnLst/>
              <a:rect l="l" t="t" r="r" b="b"/>
              <a:pathLst>
                <a:path w="81915" h="99695">
                  <a:moveTo>
                    <a:pt x="81442" y="0"/>
                  </a:moveTo>
                  <a:lnTo>
                    <a:pt x="0" y="0"/>
                  </a:lnTo>
                  <a:lnTo>
                    <a:pt x="0" y="99536"/>
                  </a:lnTo>
                  <a:lnTo>
                    <a:pt x="81442" y="99536"/>
                  </a:lnTo>
                  <a:lnTo>
                    <a:pt x="81442" y="0"/>
                  </a:lnTo>
                  <a:close/>
                </a:path>
              </a:pathLst>
            </a:custGeom>
            <a:solidFill>
              <a:srgbClr val="DEAE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9" name="object 1949" descr=""/>
            <p:cNvSpPr/>
            <p:nvPr/>
          </p:nvSpPr>
          <p:spPr>
            <a:xfrm>
              <a:off x="18689630" y="6980855"/>
              <a:ext cx="73660" cy="90170"/>
            </a:xfrm>
            <a:custGeom>
              <a:avLst/>
              <a:gdLst/>
              <a:ahLst/>
              <a:cxnLst/>
              <a:rect l="l" t="t" r="r" b="b"/>
              <a:pathLst>
                <a:path w="73659" h="90170">
                  <a:moveTo>
                    <a:pt x="73578" y="0"/>
                  </a:moveTo>
                  <a:lnTo>
                    <a:pt x="0" y="0"/>
                  </a:lnTo>
                  <a:lnTo>
                    <a:pt x="0" y="89923"/>
                  </a:lnTo>
                  <a:lnTo>
                    <a:pt x="73578" y="89923"/>
                  </a:lnTo>
                  <a:lnTo>
                    <a:pt x="73578" y="0"/>
                  </a:lnTo>
                  <a:close/>
                </a:path>
              </a:pathLst>
            </a:custGeom>
            <a:solidFill>
              <a:srgbClr val="7C7A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0" name="object 1950" descr=""/>
            <p:cNvSpPr/>
            <p:nvPr/>
          </p:nvSpPr>
          <p:spPr>
            <a:xfrm>
              <a:off x="18702970" y="6757825"/>
              <a:ext cx="73660" cy="90170"/>
            </a:xfrm>
            <a:custGeom>
              <a:avLst/>
              <a:gdLst/>
              <a:ahLst/>
              <a:cxnLst/>
              <a:rect l="l" t="t" r="r" b="b"/>
              <a:pathLst>
                <a:path w="73659" h="90170">
                  <a:moveTo>
                    <a:pt x="73578" y="0"/>
                  </a:moveTo>
                  <a:lnTo>
                    <a:pt x="0" y="0"/>
                  </a:lnTo>
                  <a:lnTo>
                    <a:pt x="0" y="89923"/>
                  </a:lnTo>
                  <a:lnTo>
                    <a:pt x="73578" y="89923"/>
                  </a:lnTo>
                  <a:lnTo>
                    <a:pt x="73578" y="0"/>
                  </a:lnTo>
                  <a:close/>
                </a:path>
              </a:pathLst>
            </a:custGeom>
            <a:solidFill>
              <a:srgbClr val="77C9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1" name="object 1951" descr=""/>
            <p:cNvSpPr/>
            <p:nvPr/>
          </p:nvSpPr>
          <p:spPr>
            <a:xfrm>
              <a:off x="18776549" y="6878743"/>
              <a:ext cx="73660" cy="90170"/>
            </a:xfrm>
            <a:custGeom>
              <a:avLst/>
              <a:gdLst/>
              <a:ahLst/>
              <a:cxnLst/>
              <a:rect l="l" t="t" r="r" b="b"/>
              <a:pathLst>
                <a:path w="73659" h="90170">
                  <a:moveTo>
                    <a:pt x="73578" y="0"/>
                  </a:moveTo>
                  <a:lnTo>
                    <a:pt x="0" y="0"/>
                  </a:lnTo>
                  <a:lnTo>
                    <a:pt x="0" y="89923"/>
                  </a:lnTo>
                  <a:lnTo>
                    <a:pt x="73578" y="89923"/>
                  </a:lnTo>
                  <a:lnTo>
                    <a:pt x="73578" y="0"/>
                  </a:lnTo>
                  <a:close/>
                </a:path>
              </a:pathLst>
            </a:custGeom>
            <a:solidFill>
              <a:srgbClr val="DEAE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2" name="object 1952" descr=""/>
            <p:cNvSpPr/>
            <p:nvPr/>
          </p:nvSpPr>
          <p:spPr>
            <a:xfrm>
              <a:off x="17263202" y="6749019"/>
              <a:ext cx="78740" cy="96520"/>
            </a:xfrm>
            <a:custGeom>
              <a:avLst/>
              <a:gdLst/>
              <a:ahLst/>
              <a:cxnLst/>
              <a:rect l="l" t="t" r="r" b="b"/>
              <a:pathLst>
                <a:path w="78740" h="96520">
                  <a:moveTo>
                    <a:pt x="78594" y="0"/>
                  </a:moveTo>
                  <a:lnTo>
                    <a:pt x="0" y="0"/>
                  </a:lnTo>
                  <a:lnTo>
                    <a:pt x="0" y="96049"/>
                  </a:lnTo>
                  <a:lnTo>
                    <a:pt x="78594" y="96049"/>
                  </a:lnTo>
                  <a:lnTo>
                    <a:pt x="78594" y="0"/>
                  </a:lnTo>
                  <a:close/>
                </a:path>
              </a:pathLst>
            </a:custGeom>
            <a:solidFill>
              <a:srgbClr val="7C7A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3" name="object 1953" descr=""/>
            <p:cNvSpPr/>
            <p:nvPr/>
          </p:nvSpPr>
          <p:spPr>
            <a:xfrm>
              <a:off x="17277449" y="6373983"/>
              <a:ext cx="1071245" cy="394970"/>
            </a:xfrm>
            <a:custGeom>
              <a:avLst/>
              <a:gdLst/>
              <a:ahLst/>
              <a:cxnLst/>
              <a:rect l="l" t="t" r="r" b="b"/>
              <a:pathLst>
                <a:path w="1071244" h="394970">
                  <a:moveTo>
                    <a:pt x="78587" y="136804"/>
                  </a:moveTo>
                  <a:lnTo>
                    <a:pt x="0" y="136804"/>
                  </a:lnTo>
                  <a:lnTo>
                    <a:pt x="0" y="232854"/>
                  </a:lnTo>
                  <a:lnTo>
                    <a:pt x="78587" y="232854"/>
                  </a:lnTo>
                  <a:lnTo>
                    <a:pt x="78587" y="136804"/>
                  </a:lnTo>
                  <a:close/>
                </a:path>
                <a:path w="1071244" h="394970">
                  <a:moveTo>
                    <a:pt x="500126" y="0"/>
                  </a:moveTo>
                  <a:lnTo>
                    <a:pt x="421538" y="0"/>
                  </a:lnTo>
                  <a:lnTo>
                    <a:pt x="421538" y="96050"/>
                  </a:lnTo>
                  <a:lnTo>
                    <a:pt x="500126" y="96050"/>
                  </a:lnTo>
                  <a:lnTo>
                    <a:pt x="500126" y="0"/>
                  </a:lnTo>
                  <a:close/>
                </a:path>
                <a:path w="1071244" h="394970">
                  <a:moveTo>
                    <a:pt x="901357" y="147294"/>
                  </a:moveTo>
                  <a:lnTo>
                    <a:pt x="822756" y="147294"/>
                  </a:lnTo>
                  <a:lnTo>
                    <a:pt x="822756" y="243344"/>
                  </a:lnTo>
                  <a:lnTo>
                    <a:pt x="901357" y="243344"/>
                  </a:lnTo>
                  <a:lnTo>
                    <a:pt x="901357" y="147294"/>
                  </a:lnTo>
                  <a:close/>
                </a:path>
                <a:path w="1071244" h="394970">
                  <a:moveTo>
                    <a:pt x="1070648" y="298513"/>
                  </a:moveTo>
                  <a:lnTo>
                    <a:pt x="992047" y="298513"/>
                  </a:lnTo>
                  <a:lnTo>
                    <a:pt x="992047" y="394563"/>
                  </a:lnTo>
                  <a:lnTo>
                    <a:pt x="1070648" y="394563"/>
                  </a:lnTo>
                  <a:lnTo>
                    <a:pt x="1070648" y="298513"/>
                  </a:lnTo>
                  <a:close/>
                </a:path>
              </a:pathLst>
            </a:custGeom>
            <a:solidFill>
              <a:srgbClr val="77C9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4" name="object 1954" descr=""/>
            <p:cNvSpPr/>
            <p:nvPr/>
          </p:nvSpPr>
          <p:spPr>
            <a:xfrm>
              <a:off x="17356037" y="6639944"/>
              <a:ext cx="78740" cy="96520"/>
            </a:xfrm>
            <a:custGeom>
              <a:avLst/>
              <a:gdLst/>
              <a:ahLst/>
              <a:cxnLst/>
              <a:rect l="l" t="t" r="r" b="b"/>
              <a:pathLst>
                <a:path w="78740" h="96520">
                  <a:moveTo>
                    <a:pt x="78594" y="0"/>
                  </a:moveTo>
                  <a:lnTo>
                    <a:pt x="0" y="0"/>
                  </a:lnTo>
                  <a:lnTo>
                    <a:pt x="0" y="96049"/>
                  </a:lnTo>
                  <a:lnTo>
                    <a:pt x="78594" y="96049"/>
                  </a:lnTo>
                  <a:lnTo>
                    <a:pt x="78594" y="0"/>
                  </a:lnTo>
                  <a:close/>
                </a:path>
              </a:pathLst>
            </a:custGeom>
            <a:solidFill>
              <a:srgbClr val="DEAE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5" name="object 1955" descr=""/>
            <p:cNvSpPr/>
            <p:nvPr/>
          </p:nvSpPr>
          <p:spPr>
            <a:xfrm>
              <a:off x="17435641" y="6371227"/>
              <a:ext cx="905510" cy="238760"/>
            </a:xfrm>
            <a:custGeom>
              <a:avLst/>
              <a:gdLst/>
              <a:ahLst/>
              <a:cxnLst/>
              <a:rect l="l" t="t" r="r" b="b"/>
              <a:pathLst>
                <a:path w="905509" h="238759">
                  <a:moveTo>
                    <a:pt x="81445" y="118554"/>
                  </a:moveTo>
                  <a:lnTo>
                    <a:pt x="0" y="118554"/>
                  </a:lnTo>
                  <a:lnTo>
                    <a:pt x="0" y="209232"/>
                  </a:lnTo>
                  <a:lnTo>
                    <a:pt x="81445" y="209232"/>
                  </a:lnTo>
                  <a:lnTo>
                    <a:pt x="81445" y="118554"/>
                  </a:lnTo>
                  <a:close/>
                </a:path>
                <a:path w="905509" h="238759">
                  <a:moveTo>
                    <a:pt x="493331" y="147853"/>
                  </a:moveTo>
                  <a:lnTo>
                    <a:pt x="411899" y="147853"/>
                  </a:lnTo>
                  <a:lnTo>
                    <a:pt x="411899" y="238518"/>
                  </a:lnTo>
                  <a:lnTo>
                    <a:pt x="493331" y="238518"/>
                  </a:lnTo>
                  <a:lnTo>
                    <a:pt x="493331" y="147853"/>
                  </a:lnTo>
                  <a:close/>
                </a:path>
                <a:path w="905509" h="238759">
                  <a:moveTo>
                    <a:pt x="905103" y="0"/>
                  </a:moveTo>
                  <a:lnTo>
                    <a:pt x="823658" y="0"/>
                  </a:lnTo>
                  <a:lnTo>
                    <a:pt x="823658" y="90665"/>
                  </a:lnTo>
                  <a:lnTo>
                    <a:pt x="905103" y="90665"/>
                  </a:lnTo>
                  <a:lnTo>
                    <a:pt x="905103" y="0"/>
                  </a:lnTo>
                  <a:close/>
                </a:path>
              </a:pathLst>
            </a:custGeom>
            <a:solidFill>
              <a:srgbClr val="7C7A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6" name="object 1956" descr=""/>
            <p:cNvSpPr/>
            <p:nvPr/>
          </p:nvSpPr>
          <p:spPr>
            <a:xfrm>
              <a:off x="17713999" y="6373386"/>
              <a:ext cx="343535" cy="424815"/>
            </a:xfrm>
            <a:custGeom>
              <a:avLst/>
              <a:gdLst/>
              <a:ahLst/>
              <a:cxnLst/>
              <a:rect l="l" t="t" r="r" b="b"/>
              <a:pathLst>
                <a:path w="343534" h="424815">
                  <a:moveTo>
                    <a:pt x="81445" y="333629"/>
                  </a:moveTo>
                  <a:lnTo>
                    <a:pt x="0" y="333629"/>
                  </a:lnTo>
                  <a:lnTo>
                    <a:pt x="0" y="424294"/>
                  </a:lnTo>
                  <a:lnTo>
                    <a:pt x="81445" y="424294"/>
                  </a:lnTo>
                  <a:lnTo>
                    <a:pt x="81445" y="333629"/>
                  </a:lnTo>
                  <a:close/>
                </a:path>
                <a:path w="343534" h="424815">
                  <a:moveTo>
                    <a:pt x="343065" y="0"/>
                  </a:moveTo>
                  <a:lnTo>
                    <a:pt x="261620" y="0"/>
                  </a:lnTo>
                  <a:lnTo>
                    <a:pt x="261620" y="90678"/>
                  </a:lnTo>
                  <a:lnTo>
                    <a:pt x="343065" y="90678"/>
                  </a:lnTo>
                  <a:lnTo>
                    <a:pt x="343065" y="0"/>
                  </a:lnTo>
                  <a:close/>
                </a:path>
              </a:pathLst>
            </a:custGeom>
            <a:solidFill>
              <a:srgbClr val="EFBC8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7" name="object 1957" descr=""/>
            <p:cNvSpPr/>
            <p:nvPr/>
          </p:nvSpPr>
          <p:spPr>
            <a:xfrm>
              <a:off x="18876651" y="6964855"/>
              <a:ext cx="77470" cy="86360"/>
            </a:xfrm>
            <a:custGeom>
              <a:avLst/>
              <a:gdLst/>
              <a:ahLst/>
              <a:cxnLst/>
              <a:rect l="l" t="t" r="r" b="b"/>
              <a:pathLst>
                <a:path w="77469" h="86359">
                  <a:moveTo>
                    <a:pt x="77086" y="0"/>
                  </a:moveTo>
                  <a:lnTo>
                    <a:pt x="0" y="0"/>
                  </a:lnTo>
                  <a:lnTo>
                    <a:pt x="0" y="85829"/>
                  </a:lnTo>
                  <a:lnTo>
                    <a:pt x="77086" y="85829"/>
                  </a:lnTo>
                  <a:lnTo>
                    <a:pt x="77086" y="0"/>
                  </a:lnTo>
                  <a:close/>
                </a:path>
              </a:pathLst>
            </a:custGeom>
            <a:solidFill>
              <a:srgbClr val="7C7A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8" name="object 1958" descr=""/>
            <p:cNvSpPr/>
            <p:nvPr/>
          </p:nvSpPr>
          <p:spPr>
            <a:xfrm>
              <a:off x="17425722" y="6740111"/>
              <a:ext cx="1596390" cy="1412875"/>
            </a:xfrm>
            <a:custGeom>
              <a:avLst/>
              <a:gdLst/>
              <a:ahLst/>
              <a:cxnLst/>
              <a:rect l="l" t="t" r="r" b="b"/>
              <a:pathLst>
                <a:path w="1596390" h="1412875">
                  <a:moveTo>
                    <a:pt x="61023" y="1344815"/>
                  </a:moveTo>
                  <a:lnTo>
                    <a:pt x="0" y="1344815"/>
                  </a:lnTo>
                  <a:lnTo>
                    <a:pt x="0" y="1412760"/>
                  </a:lnTo>
                  <a:lnTo>
                    <a:pt x="61023" y="1412760"/>
                  </a:lnTo>
                  <a:lnTo>
                    <a:pt x="61023" y="1344815"/>
                  </a:lnTo>
                  <a:close/>
                </a:path>
                <a:path w="1596390" h="1412875">
                  <a:moveTo>
                    <a:pt x="1535303" y="0"/>
                  </a:moveTo>
                  <a:lnTo>
                    <a:pt x="1431861" y="0"/>
                  </a:lnTo>
                  <a:lnTo>
                    <a:pt x="1431861" y="115150"/>
                  </a:lnTo>
                  <a:lnTo>
                    <a:pt x="1535303" y="115150"/>
                  </a:lnTo>
                  <a:lnTo>
                    <a:pt x="1535303" y="0"/>
                  </a:lnTo>
                  <a:close/>
                </a:path>
                <a:path w="1596390" h="1412875">
                  <a:moveTo>
                    <a:pt x="1564792" y="1301902"/>
                  </a:moveTo>
                  <a:lnTo>
                    <a:pt x="1487703" y="1301902"/>
                  </a:lnTo>
                  <a:lnTo>
                    <a:pt x="1487703" y="1387729"/>
                  </a:lnTo>
                  <a:lnTo>
                    <a:pt x="1564792" y="1387729"/>
                  </a:lnTo>
                  <a:lnTo>
                    <a:pt x="1564792" y="1301902"/>
                  </a:lnTo>
                  <a:close/>
                </a:path>
                <a:path w="1596390" h="1412875">
                  <a:moveTo>
                    <a:pt x="1596009" y="772896"/>
                  </a:moveTo>
                  <a:lnTo>
                    <a:pt x="1518920" y="772896"/>
                  </a:lnTo>
                  <a:lnTo>
                    <a:pt x="1518920" y="858723"/>
                  </a:lnTo>
                  <a:lnTo>
                    <a:pt x="1596009" y="858723"/>
                  </a:lnTo>
                  <a:lnTo>
                    <a:pt x="1596009" y="772896"/>
                  </a:lnTo>
                  <a:close/>
                </a:path>
              </a:pathLst>
            </a:custGeom>
            <a:solidFill>
              <a:srgbClr val="77C9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9" name="object 1959" descr=""/>
            <p:cNvSpPr/>
            <p:nvPr/>
          </p:nvSpPr>
          <p:spPr>
            <a:xfrm>
              <a:off x="18659514" y="7201121"/>
              <a:ext cx="280670" cy="589915"/>
            </a:xfrm>
            <a:custGeom>
              <a:avLst/>
              <a:gdLst/>
              <a:ahLst/>
              <a:cxnLst/>
              <a:rect l="l" t="t" r="r" b="b"/>
              <a:pathLst>
                <a:path w="280669" h="589915">
                  <a:moveTo>
                    <a:pt x="77089" y="0"/>
                  </a:moveTo>
                  <a:lnTo>
                    <a:pt x="0" y="0"/>
                  </a:lnTo>
                  <a:lnTo>
                    <a:pt x="0" y="85839"/>
                  </a:lnTo>
                  <a:lnTo>
                    <a:pt x="77089" y="85839"/>
                  </a:lnTo>
                  <a:lnTo>
                    <a:pt x="77089" y="0"/>
                  </a:lnTo>
                  <a:close/>
                </a:path>
                <a:path w="280669" h="589915">
                  <a:moveTo>
                    <a:pt x="280212" y="503910"/>
                  </a:moveTo>
                  <a:lnTo>
                    <a:pt x="203123" y="503910"/>
                  </a:lnTo>
                  <a:lnTo>
                    <a:pt x="203123" y="589737"/>
                  </a:lnTo>
                  <a:lnTo>
                    <a:pt x="280212" y="589737"/>
                  </a:lnTo>
                  <a:lnTo>
                    <a:pt x="280212" y="503910"/>
                  </a:lnTo>
                  <a:close/>
                </a:path>
              </a:pathLst>
            </a:custGeom>
            <a:solidFill>
              <a:srgbClr val="DEAE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0" name="object 1960" descr=""/>
            <p:cNvSpPr/>
            <p:nvPr/>
          </p:nvSpPr>
          <p:spPr>
            <a:xfrm>
              <a:off x="17746610" y="7358745"/>
              <a:ext cx="165100" cy="294005"/>
            </a:xfrm>
            <a:custGeom>
              <a:avLst/>
              <a:gdLst/>
              <a:ahLst/>
              <a:cxnLst/>
              <a:rect l="l" t="t" r="r" b="b"/>
              <a:pathLst>
                <a:path w="165100" h="294004">
                  <a:moveTo>
                    <a:pt x="82363" y="0"/>
                  </a:moveTo>
                  <a:lnTo>
                    <a:pt x="38950" y="26144"/>
                  </a:lnTo>
                  <a:lnTo>
                    <a:pt x="10826" y="59725"/>
                  </a:lnTo>
                  <a:lnTo>
                    <a:pt x="0" y="95902"/>
                  </a:lnTo>
                  <a:lnTo>
                    <a:pt x="0" y="293676"/>
                  </a:lnTo>
                  <a:lnTo>
                    <a:pt x="164727" y="293676"/>
                  </a:lnTo>
                  <a:lnTo>
                    <a:pt x="164727" y="95902"/>
                  </a:lnTo>
                  <a:lnTo>
                    <a:pt x="141879" y="43436"/>
                  </a:lnTo>
                  <a:lnTo>
                    <a:pt x="105852" y="10711"/>
                  </a:lnTo>
                  <a:lnTo>
                    <a:pt x="82363" y="0"/>
                  </a:lnTo>
                  <a:close/>
                </a:path>
              </a:pathLst>
            </a:custGeom>
            <a:solidFill>
              <a:srgbClr val="5C473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1" name="object 1961" descr=""/>
            <p:cNvSpPr/>
            <p:nvPr/>
          </p:nvSpPr>
          <p:spPr>
            <a:xfrm>
              <a:off x="17184017" y="6579366"/>
              <a:ext cx="230504" cy="410845"/>
            </a:xfrm>
            <a:custGeom>
              <a:avLst/>
              <a:gdLst/>
              <a:ahLst/>
              <a:cxnLst/>
              <a:rect l="l" t="t" r="r" b="b"/>
              <a:pathLst>
                <a:path w="230505" h="410845">
                  <a:moveTo>
                    <a:pt x="115190" y="0"/>
                  </a:moveTo>
                  <a:lnTo>
                    <a:pt x="54472" y="36565"/>
                  </a:lnTo>
                  <a:lnTo>
                    <a:pt x="15130" y="83536"/>
                  </a:lnTo>
                  <a:lnTo>
                    <a:pt x="972" y="120692"/>
                  </a:lnTo>
                  <a:lnTo>
                    <a:pt x="0" y="134142"/>
                  </a:lnTo>
                  <a:lnTo>
                    <a:pt x="0" y="410751"/>
                  </a:lnTo>
                  <a:lnTo>
                    <a:pt x="230380" y="410751"/>
                  </a:lnTo>
                  <a:lnTo>
                    <a:pt x="230380" y="134142"/>
                  </a:lnTo>
                  <a:lnTo>
                    <a:pt x="221788" y="95160"/>
                  </a:lnTo>
                  <a:lnTo>
                    <a:pt x="198431" y="60749"/>
                  </a:lnTo>
                  <a:lnTo>
                    <a:pt x="148040" y="14983"/>
                  </a:lnTo>
                  <a:lnTo>
                    <a:pt x="115190" y="0"/>
                  </a:lnTo>
                  <a:close/>
                </a:path>
              </a:pathLst>
            </a:custGeom>
            <a:solidFill>
              <a:srgbClr val="896C4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2" name="object 1962" descr=""/>
            <p:cNvSpPr/>
            <p:nvPr/>
          </p:nvSpPr>
          <p:spPr>
            <a:xfrm>
              <a:off x="17258792" y="6579370"/>
              <a:ext cx="156210" cy="410845"/>
            </a:xfrm>
            <a:custGeom>
              <a:avLst/>
              <a:gdLst/>
              <a:ahLst/>
              <a:cxnLst/>
              <a:rect l="l" t="t" r="r" b="b"/>
              <a:pathLst>
                <a:path w="156209" h="410845">
                  <a:moveTo>
                    <a:pt x="40417" y="0"/>
                  </a:moveTo>
                  <a:lnTo>
                    <a:pt x="29605" y="3743"/>
                  </a:lnTo>
                  <a:lnTo>
                    <a:pt x="19258" y="8404"/>
                  </a:lnTo>
                  <a:lnTo>
                    <a:pt x="9386" y="13860"/>
                  </a:lnTo>
                  <a:lnTo>
                    <a:pt x="0" y="19988"/>
                  </a:lnTo>
                  <a:lnTo>
                    <a:pt x="18794" y="35161"/>
                  </a:lnTo>
                  <a:lnTo>
                    <a:pt x="35080" y="51672"/>
                  </a:lnTo>
                  <a:lnTo>
                    <a:pt x="59652" y="83536"/>
                  </a:lnTo>
                  <a:lnTo>
                    <a:pt x="73819" y="120687"/>
                  </a:lnTo>
                  <a:lnTo>
                    <a:pt x="74793" y="134142"/>
                  </a:lnTo>
                  <a:lnTo>
                    <a:pt x="74793" y="410751"/>
                  </a:lnTo>
                  <a:lnTo>
                    <a:pt x="155607" y="410751"/>
                  </a:lnTo>
                  <a:lnTo>
                    <a:pt x="155607" y="134142"/>
                  </a:lnTo>
                  <a:lnTo>
                    <a:pt x="154635" y="120687"/>
                  </a:lnTo>
                  <a:lnTo>
                    <a:pt x="140477" y="83536"/>
                  </a:lnTo>
                  <a:lnTo>
                    <a:pt x="101135" y="36561"/>
                  </a:lnTo>
                  <a:lnTo>
                    <a:pt x="73268" y="14978"/>
                  </a:lnTo>
                  <a:lnTo>
                    <a:pt x="40417" y="0"/>
                  </a:lnTo>
                  <a:close/>
                </a:path>
              </a:pathLst>
            </a:custGeom>
            <a:solidFill>
              <a:srgbClr val="5C473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3" name="object 1963" descr=""/>
            <p:cNvSpPr/>
            <p:nvPr/>
          </p:nvSpPr>
          <p:spPr>
            <a:xfrm>
              <a:off x="17184017" y="7561172"/>
              <a:ext cx="230504" cy="410845"/>
            </a:xfrm>
            <a:custGeom>
              <a:avLst/>
              <a:gdLst/>
              <a:ahLst/>
              <a:cxnLst/>
              <a:rect l="l" t="t" r="r" b="b"/>
              <a:pathLst>
                <a:path w="230505" h="410845">
                  <a:moveTo>
                    <a:pt x="115190" y="0"/>
                  </a:moveTo>
                  <a:lnTo>
                    <a:pt x="54472" y="36565"/>
                  </a:lnTo>
                  <a:lnTo>
                    <a:pt x="15130" y="83536"/>
                  </a:lnTo>
                  <a:lnTo>
                    <a:pt x="972" y="120692"/>
                  </a:lnTo>
                  <a:lnTo>
                    <a:pt x="0" y="134142"/>
                  </a:lnTo>
                  <a:lnTo>
                    <a:pt x="0" y="410751"/>
                  </a:lnTo>
                  <a:lnTo>
                    <a:pt x="230380" y="410751"/>
                  </a:lnTo>
                  <a:lnTo>
                    <a:pt x="230380" y="134142"/>
                  </a:lnTo>
                  <a:lnTo>
                    <a:pt x="221788" y="95160"/>
                  </a:lnTo>
                  <a:lnTo>
                    <a:pt x="198431" y="60749"/>
                  </a:lnTo>
                  <a:lnTo>
                    <a:pt x="148040" y="14983"/>
                  </a:lnTo>
                  <a:lnTo>
                    <a:pt x="115190" y="0"/>
                  </a:lnTo>
                  <a:close/>
                </a:path>
              </a:pathLst>
            </a:custGeom>
            <a:solidFill>
              <a:srgbClr val="896C4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4" name="object 1964" descr=""/>
            <p:cNvSpPr/>
            <p:nvPr/>
          </p:nvSpPr>
          <p:spPr>
            <a:xfrm>
              <a:off x="17258792" y="7561177"/>
              <a:ext cx="156210" cy="410845"/>
            </a:xfrm>
            <a:custGeom>
              <a:avLst/>
              <a:gdLst/>
              <a:ahLst/>
              <a:cxnLst/>
              <a:rect l="l" t="t" r="r" b="b"/>
              <a:pathLst>
                <a:path w="156209" h="410845">
                  <a:moveTo>
                    <a:pt x="40417" y="0"/>
                  </a:moveTo>
                  <a:lnTo>
                    <a:pt x="29605" y="3743"/>
                  </a:lnTo>
                  <a:lnTo>
                    <a:pt x="19258" y="8404"/>
                  </a:lnTo>
                  <a:lnTo>
                    <a:pt x="9386" y="13860"/>
                  </a:lnTo>
                  <a:lnTo>
                    <a:pt x="0" y="19988"/>
                  </a:lnTo>
                  <a:lnTo>
                    <a:pt x="18794" y="35161"/>
                  </a:lnTo>
                  <a:lnTo>
                    <a:pt x="35080" y="51672"/>
                  </a:lnTo>
                  <a:lnTo>
                    <a:pt x="59652" y="83536"/>
                  </a:lnTo>
                  <a:lnTo>
                    <a:pt x="73819" y="120687"/>
                  </a:lnTo>
                  <a:lnTo>
                    <a:pt x="74793" y="134142"/>
                  </a:lnTo>
                  <a:lnTo>
                    <a:pt x="74793" y="410751"/>
                  </a:lnTo>
                  <a:lnTo>
                    <a:pt x="155607" y="410751"/>
                  </a:lnTo>
                  <a:lnTo>
                    <a:pt x="155607" y="134142"/>
                  </a:lnTo>
                  <a:lnTo>
                    <a:pt x="154635" y="120687"/>
                  </a:lnTo>
                  <a:lnTo>
                    <a:pt x="140477" y="83536"/>
                  </a:lnTo>
                  <a:lnTo>
                    <a:pt x="101135" y="36561"/>
                  </a:lnTo>
                  <a:lnTo>
                    <a:pt x="73268" y="14978"/>
                  </a:lnTo>
                  <a:lnTo>
                    <a:pt x="40417" y="0"/>
                  </a:lnTo>
                  <a:close/>
                </a:path>
              </a:pathLst>
            </a:custGeom>
            <a:solidFill>
              <a:srgbClr val="5C473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5" name="object 1965" descr=""/>
            <p:cNvSpPr/>
            <p:nvPr/>
          </p:nvSpPr>
          <p:spPr>
            <a:xfrm>
              <a:off x="18726426" y="6579366"/>
              <a:ext cx="230504" cy="410845"/>
            </a:xfrm>
            <a:custGeom>
              <a:avLst/>
              <a:gdLst/>
              <a:ahLst/>
              <a:cxnLst/>
              <a:rect l="l" t="t" r="r" b="b"/>
              <a:pathLst>
                <a:path w="230505" h="410845">
                  <a:moveTo>
                    <a:pt x="115190" y="0"/>
                  </a:moveTo>
                  <a:lnTo>
                    <a:pt x="54472" y="36565"/>
                  </a:lnTo>
                  <a:lnTo>
                    <a:pt x="15130" y="83536"/>
                  </a:lnTo>
                  <a:lnTo>
                    <a:pt x="972" y="120692"/>
                  </a:lnTo>
                  <a:lnTo>
                    <a:pt x="0" y="134142"/>
                  </a:lnTo>
                  <a:lnTo>
                    <a:pt x="0" y="410751"/>
                  </a:lnTo>
                  <a:lnTo>
                    <a:pt x="230380" y="410751"/>
                  </a:lnTo>
                  <a:lnTo>
                    <a:pt x="230380" y="134142"/>
                  </a:lnTo>
                  <a:lnTo>
                    <a:pt x="221788" y="95160"/>
                  </a:lnTo>
                  <a:lnTo>
                    <a:pt x="198431" y="60749"/>
                  </a:lnTo>
                  <a:lnTo>
                    <a:pt x="148040" y="14983"/>
                  </a:lnTo>
                  <a:lnTo>
                    <a:pt x="115190" y="0"/>
                  </a:lnTo>
                  <a:close/>
                </a:path>
              </a:pathLst>
            </a:custGeom>
            <a:solidFill>
              <a:srgbClr val="896C4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6" name="object 1966" descr=""/>
            <p:cNvSpPr/>
            <p:nvPr/>
          </p:nvSpPr>
          <p:spPr>
            <a:xfrm>
              <a:off x="18801200" y="6579370"/>
              <a:ext cx="156210" cy="410845"/>
            </a:xfrm>
            <a:custGeom>
              <a:avLst/>
              <a:gdLst/>
              <a:ahLst/>
              <a:cxnLst/>
              <a:rect l="l" t="t" r="r" b="b"/>
              <a:pathLst>
                <a:path w="156209" h="410845">
                  <a:moveTo>
                    <a:pt x="40417" y="0"/>
                  </a:moveTo>
                  <a:lnTo>
                    <a:pt x="29605" y="3743"/>
                  </a:lnTo>
                  <a:lnTo>
                    <a:pt x="19258" y="8404"/>
                  </a:lnTo>
                  <a:lnTo>
                    <a:pt x="9386" y="13860"/>
                  </a:lnTo>
                  <a:lnTo>
                    <a:pt x="0" y="19988"/>
                  </a:lnTo>
                  <a:lnTo>
                    <a:pt x="18794" y="35161"/>
                  </a:lnTo>
                  <a:lnTo>
                    <a:pt x="35080" y="51672"/>
                  </a:lnTo>
                  <a:lnTo>
                    <a:pt x="59652" y="83536"/>
                  </a:lnTo>
                  <a:lnTo>
                    <a:pt x="73819" y="120687"/>
                  </a:lnTo>
                  <a:lnTo>
                    <a:pt x="74793" y="134142"/>
                  </a:lnTo>
                  <a:lnTo>
                    <a:pt x="74793" y="410751"/>
                  </a:lnTo>
                  <a:lnTo>
                    <a:pt x="155607" y="410751"/>
                  </a:lnTo>
                  <a:lnTo>
                    <a:pt x="155607" y="134142"/>
                  </a:lnTo>
                  <a:lnTo>
                    <a:pt x="154635" y="120687"/>
                  </a:lnTo>
                  <a:lnTo>
                    <a:pt x="140477" y="83536"/>
                  </a:lnTo>
                  <a:lnTo>
                    <a:pt x="101135" y="36561"/>
                  </a:lnTo>
                  <a:lnTo>
                    <a:pt x="73268" y="14978"/>
                  </a:lnTo>
                  <a:lnTo>
                    <a:pt x="40417" y="0"/>
                  </a:lnTo>
                  <a:close/>
                </a:path>
              </a:pathLst>
            </a:custGeom>
            <a:solidFill>
              <a:srgbClr val="5C473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7" name="object 1967" descr=""/>
            <p:cNvSpPr/>
            <p:nvPr/>
          </p:nvSpPr>
          <p:spPr>
            <a:xfrm>
              <a:off x="18726426" y="7561172"/>
              <a:ext cx="230504" cy="410845"/>
            </a:xfrm>
            <a:custGeom>
              <a:avLst/>
              <a:gdLst/>
              <a:ahLst/>
              <a:cxnLst/>
              <a:rect l="l" t="t" r="r" b="b"/>
              <a:pathLst>
                <a:path w="230505" h="410845">
                  <a:moveTo>
                    <a:pt x="115190" y="0"/>
                  </a:moveTo>
                  <a:lnTo>
                    <a:pt x="54472" y="36565"/>
                  </a:lnTo>
                  <a:lnTo>
                    <a:pt x="15130" y="83536"/>
                  </a:lnTo>
                  <a:lnTo>
                    <a:pt x="972" y="120692"/>
                  </a:lnTo>
                  <a:lnTo>
                    <a:pt x="0" y="134142"/>
                  </a:lnTo>
                  <a:lnTo>
                    <a:pt x="0" y="410751"/>
                  </a:lnTo>
                  <a:lnTo>
                    <a:pt x="230380" y="410751"/>
                  </a:lnTo>
                  <a:lnTo>
                    <a:pt x="230380" y="134142"/>
                  </a:lnTo>
                  <a:lnTo>
                    <a:pt x="221788" y="95160"/>
                  </a:lnTo>
                  <a:lnTo>
                    <a:pt x="198431" y="60749"/>
                  </a:lnTo>
                  <a:lnTo>
                    <a:pt x="148040" y="14983"/>
                  </a:lnTo>
                  <a:lnTo>
                    <a:pt x="115190" y="0"/>
                  </a:lnTo>
                  <a:close/>
                </a:path>
              </a:pathLst>
            </a:custGeom>
            <a:solidFill>
              <a:srgbClr val="896C4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8" name="object 1968" descr=""/>
            <p:cNvSpPr/>
            <p:nvPr/>
          </p:nvSpPr>
          <p:spPr>
            <a:xfrm>
              <a:off x="17996549" y="7358754"/>
              <a:ext cx="960755" cy="613410"/>
            </a:xfrm>
            <a:custGeom>
              <a:avLst/>
              <a:gdLst/>
              <a:ahLst/>
              <a:cxnLst/>
              <a:rect l="l" t="t" r="r" b="b"/>
              <a:pathLst>
                <a:path w="960755" h="613409">
                  <a:moveTo>
                    <a:pt x="164731" y="95897"/>
                  </a:moveTo>
                  <a:lnTo>
                    <a:pt x="141884" y="43434"/>
                  </a:lnTo>
                  <a:lnTo>
                    <a:pt x="105854" y="10706"/>
                  </a:lnTo>
                  <a:lnTo>
                    <a:pt x="82372" y="0"/>
                  </a:lnTo>
                  <a:lnTo>
                    <a:pt x="58877" y="10706"/>
                  </a:lnTo>
                  <a:lnTo>
                    <a:pt x="22847" y="43434"/>
                  </a:lnTo>
                  <a:lnTo>
                    <a:pt x="2768" y="76936"/>
                  </a:lnTo>
                  <a:lnTo>
                    <a:pt x="0" y="95897"/>
                  </a:lnTo>
                  <a:lnTo>
                    <a:pt x="0" y="293674"/>
                  </a:lnTo>
                  <a:lnTo>
                    <a:pt x="164731" y="293674"/>
                  </a:lnTo>
                  <a:lnTo>
                    <a:pt x="164731" y="95897"/>
                  </a:lnTo>
                  <a:close/>
                </a:path>
                <a:path w="960755" h="613409">
                  <a:moveTo>
                    <a:pt x="960247" y="336575"/>
                  </a:moveTo>
                  <a:lnTo>
                    <a:pt x="951661" y="297586"/>
                  </a:lnTo>
                  <a:lnTo>
                    <a:pt x="928306" y="263182"/>
                  </a:lnTo>
                  <a:lnTo>
                    <a:pt x="877912" y="217411"/>
                  </a:lnTo>
                  <a:lnTo>
                    <a:pt x="845058" y="202425"/>
                  </a:lnTo>
                  <a:lnTo>
                    <a:pt x="834250" y="206171"/>
                  </a:lnTo>
                  <a:lnTo>
                    <a:pt x="823899" y="210832"/>
                  </a:lnTo>
                  <a:lnTo>
                    <a:pt x="814031" y="216293"/>
                  </a:lnTo>
                  <a:lnTo>
                    <a:pt x="804646" y="222415"/>
                  </a:lnTo>
                  <a:lnTo>
                    <a:pt x="823442" y="237591"/>
                  </a:lnTo>
                  <a:lnTo>
                    <a:pt x="839724" y="254101"/>
                  </a:lnTo>
                  <a:lnTo>
                    <a:pt x="864298" y="285965"/>
                  </a:lnTo>
                  <a:lnTo>
                    <a:pt x="878459" y="323113"/>
                  </a:lnTo>
                  <a:lnTo>
                    <a:pt x="879436" y="336575"/>
                  </a:lnTo>
                  <a:lnTo>
                    <a:pt x="879436" y="613181"/>
                  </a:lnTo>
                  <a:lnTo>
                    <a:pt x="960247" y="613181"/>
                  </a:lnTo>
                  <a:lnTo>
                    <a:pt x="960247" y="336575"/>
                  </a:lnTo>
                  <a:close/>
                </a:path>
              </a:pathLst>
            </a:custGeom>
            <a:solidFill>
              <a:srgbClr val="5C473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9" name="object 1969" descr=""/>
            <p:cNvSpPr/>
            <p:nvPr/>
          </p:nvSpPr>
          <p:spPr>
            <a:xfrm>
              <a:off x="17788828" y="7358754"/>
              <a:ext cx="622935" cy="1285240"/>
            </a:xfrm>
            <a:custGeom>
              <a:avLst/>
              <a:gdLst/>
              <a:ahLst/>
              <a:cxnLst/>
              <a:rect l="l" t="t" r="r" b="b"/>
              <a:pathLst>
                <a:path w="622934" h="1285240">
                  <a:moveTo>
                    <a:pt x="580186" y="814959"/>
                  </a:moveTo>
                  <a:lnTo>
                    <a:pt x="570471" y="769874"/>
                  </a:lnTo>
                  <a:lnTo>
                    <a:pt x="542074" y="728954"/>
                  </a:lnTo>
                  <a:lnTo>
                    <a:pt x="482358" y="676440"/>
                  </a:lnTo>
                  <a:lnTo>
                    <a:pt x="443001" y="649109"/>
                  </a:lnTo>
                  <a:lnTo>
                    <a:pt x="397649" y="623735"/>
                  </a:lnTo>
                  <a:lnTo>
                    <a:pt x="346595" y="602348"/>
                  </a:lnTo>
                  <a:lnTo>
                    <a:pt x="290093" y="586955"/>
                  </a:lnTo>
                  <a:lnTo>
                    <a:pt x="233591" y="602348"/>
                  </a:lnTo>
                  <a:lnTo>
                    <a:pt x="182524" y="623735"/>
                  </a:lnTo>
                  <a:lnTo>
                    <a:pt x="137172" y="649109"/>
                  </a:lnTo>
                  <a:lnTo>
                    <a:pt x="97815" y="676440"/>
                  </a:lnTo>
                  <a:lnTo>
                    <a:pt x="64693" y="703732"/>
                  </a:lnTo>
                  <a:lnTo>
                    <a:pt x="21640" y="748703"/>
                  </a:lnTo>
                  <a:lnTo>
                    <a:pt x="2451" y="792099"/>
                  </a:lnTo>
                  <a:lnTo>
                    <a:pt x="0" y="814959"/>
                  </a:lnTo>
                  <a:lnTo>
                    <a:pt x="0" y="1285100"/>
                  </a:lnTo>
                  <a:lnTo>
                    <a:pt x="580186" y="1285100"/>
                  </a:lnTo>
                  <a:lnTo>
                    <a:pt x="580186" y="814959"/>
                  </a:lnTo>
                  <a:close/>
                </a:path>
                <a:path w="622934" h="1285240">
                  <a:moveTo>
                    <a:pt x="622401" y="95897"/>
                  </a:moveTo>
                  <a:lnTo>
                    <a:pt x="599554" y="43434"/>
                  </a:lnTo>
                  <a:lnTo>
                    <a:pt x="563524" y="10706"/>
                  </a:lnTo>
                  <a:lnTo>
                    <a:pt x="540042" y="0"/>
                  </a:lnTo>
                  <a:lnTo>
                    <a:pt x="516547" y="10706"/>
                  </a:lnTo>
                  <a:lnTo>
                    <a:pt x="480529" y="43434"/>
                  </a:lnTo>
                  <a:lnTo>
                    <a:pt x="460438" y="76936"/>
                  </a:lnTo>
                  <a:lnTo>
                    <a:pt x="457669" y="95897"/>
                  </a:lnTo>
                  <a:lnTo>
                    <a:pt x="457669" y="293674"/>
                  </a:lnTo>
                  <a:lnTo>
                    <a:pt x="622401" y="293674"/>
                  </a:lnTo>
                  <a:lnTo>
                    <a:pt x="622401" y="95897"/>
                  </a:lnTo>
                  <a:close/>
                </a:path>
              </a:pathLst>
            </a:custGeom>
            <a:solidFill>
              <a:srgbClr val="45362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0" name="object 1970" descr=""/>
            <p:cNvSpPr/>
            <p:nvPr/>
          </p:nvSpPr>
          <p:spPr>
            <a:xfrm>
              <a:off x="17602478" y="6775426"/>
              <a:ext cx="960755" cy="1870710"/>
            </a:xfrm>
            <a:custGeom>
              <a:avLst/>
              <a:gdLst/>
              <a:ahLst/>
              <a:cxnLst/>
              <a:rect l="l" t="t" r="r" b="b"/>
              <a:pathLst>
                <a:path w="960755" h="1870709">
                  <a:moveTo>
                    <a:pt x="476226" y="0"/>
                  </a:moveTo>
                  <a:lnTo>
                    <a:pt x="428086" y="18118"/>
                  </a:lnTo>
                  <a:lnTo>
                    <a:pt x="382172" y="40878"/>
                  </a:lnTo>
                  <a:lnTo>
                    <a:pt x="338536" y="67611"/>
                  </a:lnTo>
                  <a:lnTo>
                    <a:pt x="297230" y="97652"/>
                  </a:lnTo>
                  <a:lnTo>
                    <a:pt x="258309" y="130333"/>
                  </a:lnTo>
                  <a:lnTo>
                    <a:pt x="221825" y="164987"/>
                  </a:lnTo>
                  <a:lnTo>
                    <a:pt x="187832" y="200946"/>
                  </a:lnTo>
                  <a:lnTo>
                    <a:pt x="156381" y="237544"/>
                  </a:lnTo>
                  <a:lnTo>
                    <a:pt x="127528" y="274114"/>
                  </a:lnTo>
                  <a:lnTo>
                    <a:pt x="101324" y="309989"/>
                  </a:lnTo>
                  <a:lnTo>
                    <a:pt x="77822" y="344500"/>
                  </a:lnTo>
                  <a:lnTo>
                    <a:pt x="57076" y="376983"/>
                  </a:lnTo>
                  <a:lnTo>
                    <a:pt x="37321" y="412884"/>
                  </a:lnTo>
                  <a:lnTo>
                    <a:pt x="21203" y="450732"/>
                  </a:lnTo>
                  <a:lnTo>
                    <a:pt x="8753" y="490210"/>
                  </a:lnTo>
                  <a:lnTo>
                    <a:pt x="0" y="530999"/>
                  </a:lnTo>
                  <a:lnTo>
                    <a:pt x="28797" y="554810"/>
                  </a:lnTo>
                  <a:lnTo>
                    <a:pt x="59556" y="580778"/>
                  </a:lnTo>
                  <a:lnTo>
                    <a:pt x="92003" y="608771"/>
                  </a:lnTo>
                  <a:lnTo>
                    <a:pt x="125867" y="638658"/>
                  </a:lnTo>
                  <a:lnTo>
                    <a:pt x="160873" y="670307"/>
                  </a:lnTo>
                  <a:lnTo>
                    <a:pt x="196750" y="703586"/>
                  </a:lnTo>
                  <a:lnTo>
                    <a:pt x="233226" y="738364"/>
                  </a:lnTo>
                  <a:lnTo>
                    <a:pt x="270027" y="774508"/>
                  </a:lnTo>
                  <a:lnTo>
                    <a:pt x="306881" y="811887"/>
                  </a:lnTo>
                  <a:lnTo>
                    <a:pt x="343516" y="850369"/>
                  </a:lnTo>
                  <a:lnTo>
                    <a:pt x="379658" y="889823"/>
                  </a:lnTo>
                  <a:lnTo>
                    <a:pt x="415036" y="930115"/>
                  </a:lnTo>
                  <a:lnTo>
                    <a:pt x="449377" y="971116"/>
                  </a:lnTo>
                  <a:lnTo>
                    <a:pt x="482408" y="1012693"/>
                  </a:lnTo>
                  <a:lnTo>
                    <a:pt x="513857" y="1054713"/>
                  </a:lnTo>
                  <a:lnTo>
                    <a:pt x="543452" y="1097046"/>
                  </a:lnTo>
                  <a:lnTo>
                    <a:pt x="570918" y="1139560"/>
                  </a:lnTo>
                  <a:lnTo>
                    <a:pt x="595985" y="1182123"/>
                  </a:lnTo>
                  <a:lnTo>
                    <a:pt x="618379" y="1224602"/>
                  </a:lnTo>
                  <a:lnTo>
                    <a:pt x="637828" y="1266867"/>
                  </a:lnTo>
                  <a:lnTo>
                    <a:pt x="654060" y="1308786"/>
                  </a:lnTo>
                  <a:lnTo>
                    <a:pt x="666801" y="1350226"/>
                  </a:lnTo>
                  <a:lnTo>
                    <a:pt x="675780" y="1391057"/>
                  </a:lnTo>
                  <a:lnTo>
                    <a:pt x="684085" y="1440971"/>
                  </a:lnTo>
                  <a:lnTo>
                    <a:pt x="691761" y="1490995"/>
                  </a:lnTo>
                  <a:lnTo>
                    <a:pt x="698798" y="1540925"/>
                  </a:lnTo>
                  <a:lnTo>
                    <a:pt x="705186" y="1590556"/>
                  </a:lnTo>
                  <a:lnTo>
                    <a:pt x="710916" y="1639685"/>
                  </a:lnTo>
                  <a:lnTo>
                    <a:pt x="715978" y="1688109"/>
                  </a:lnTo>
                  <a:lnTo>
                    <a:pt x="720362" y="1735624"/>
                  </a:lnTo>
                  <a:lnTo>
                    <a:pt x="724058" y="1782025"/>
                  </a:lnTo>
                  <a:lnTo>
                    <a:pt x="727057" y="1827111"/>
                  </a:lnTo>
                  <a:lnTo>
                    <a:pt x="729349" y="1870676"/>
                  </a:lnTo>
                  <a:lnTo>
                    <a:pt x="960756" y="1870676"/>
                  </a:lnTo>
                  <a:lnTo>
                    <a:pt x="956504" y="607520"/>
                  </a:lnTo>
                  <a:lnTo>
                    <a:pt x="954081" y="558694"/>
                  </a:lnTo>
                  <a:lnTo>
                    <a:pt x="946770" y="510673"/>
                  </a:lnTo>
                  <a:lnTo>
                    <a:pt x="934512" y="464099"/>
                  </a:lnTo>
                  <a:lnTo>
                    <a:pt x="917246" y="419612"/>
                  </a:lnTo>
                  <a:lnTo>
                    <a:pt x="894915" y="377852"/>
                  </a:lnTo>
                  <a:lnTo>
                    <a:pt x="874178" y="345350"/>
                  </a:lnTo>
                  <a:lnTo>
                    <a:pt x="850702" y="310790"/>
                  </a:lnTo>
                  <a:lnTo>
                    <a:pt x="824535" y="274843"/>
                  </a:lnTo>
                  <a:lnTo>
                    <a:pt x="795729" y="238183"/>
                  </a:lnTo>
                  <a:lnTo>
                    <a:pt x="764333" y="201484"/>
                  </a:lnTo>
                  <a:lnTo>
                    <a:pt x="730396" y="165417"/>
                  </a:lnTo>
                  <a:lnTo>
                    <a:pt x="693969" y="130657"/>
                  </a:lnTo>
                  <a:lnTo>
                    <a:pt x="655102" y="97875"/>
                  </a:lnTo>
                  <a:lnTo>
                    <a:pt x="613844" y="67746"/>
                  </a:lnTo>
                  <a:lnTo>
                    <a:pt x="570245" y="40941"/>
                  </a:lnTo>
                  <a:lnTo>
                    <a:pt x="524356" y="18135"/>
                  </a:lnTo>
                  <a:lnTo>
                    <a:pt x="476226" y="0"/>
                  </a:lnTo>
                  <a:close/>
                </a:path>
              </a:pathLst>
            </a:custGeom>
            <a:solidFill>
              <a:srgbClr val="423424">
                <a:alpha val="66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1" name="object 1971" descr=""/>
            <p:cNvSpPr/>
            <p:nvPr/>
          </p:nvSpPr>
          <p:spPr>
            <a:xfrm>
              <a:off x="16985159" y="8344655"/>
              <a:ext cx="2195195" cy="300355"/>
            </a:xfrm>
            <a:custGeom>
              <a:avLst/>
              <a:gdLst/>
              <a:ahLst/>
              <a:cxnLst/>
              <a:rect l="l" t="t" r="r" b="b"/>
              <a:pathLst>
                <a:path w="2195194" h="300354">
                  <a:moveTo>
                    <a:pt x="559244" y="0"/>
                  </a:moveTo>
                  <a:lnTo>
                    <a:pt x="0" y="0"/>
                  </a:lnTo>
                  <a:lnTo>
                    <a:pt x="0" y="300342"/>
                  </a:lnTo>
                  <a:lnTo>
                    <a:pt x="559244" y="300342"/>
                  </a:lnTo>
                  <a:lnTo>
                    <a:pt x="559244" y="0"/>
                  </a:lnTo>
                  <a:close/>
                </a:path>
                <a:path w="2195194" h="300354">
                  <a:moveTo>
                    <a:pt x="2194801" y="0"/>
                  </a:moveTo>
                  <a:lnTo>
                    <a:pt x="1635582" y="0"/>
                  </a:lnTo>
                  <a:lnTo>
                    <a:pt x="1635582" y="300342"/>
                  </a:lnTo>
                  <a:lnTo>
                    <a:pt x="2194801" y="300342"/>
                  </a:lnTo>
                  <a:lnTo>
                    <a:pt x="2194801" y="0"/>
                  </a:lnTo>
                  <a:close/>
                </a:path>
              </a:pathLst>
            </a:custGeom>
            <a:solidFill>
              <a:srgbClr val="EFBC83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72" name="object 1972" descr=""/>
          <p:cNvGrpSpPr/>
          <p:nvPr/>
        </p:nvGrpSpPr>
        <p:grpSpPr>
          <a:xfrm>
            <a:off x="945730" y="6223417"/>
            <a:ext cx="2044064" cy="2438400"/>
            <a:chOff x="945730" y="6223417"/>
            <a:chExt cx="2044064" cy="2438400"/>
          </a:xfrm>
        </p:grpSpPr>
        <p:sp>
          <p:nvSpPr>
            <p:cNvPr id="1973" name="object 1973" descr=""/>
            <p:cNvSpPr/>
            <p:nvPr/>
          </p:nvSpPr>
          <p:spPr>
            <a:xfrm>
              <a:off x="1038958" y="6617370"/>
              <a:ext cx="1864995" cy="2042160"/>
            </a:xfrm>
            <a:custGeom>
              <a:avLst/>
              <a:gdLst/>
              <a:ahLst/>
              <a:cxnLst/>
              <a:rect l="l" t="t" r="r" b="b"/>
              <a:pathLst>
                <a:path w="1864995" h="2042159">
                  <a:moveTo>
                    <a:pt x="1864519" y="0"/>
                  </a:moveTo>
                  <a:lnTo>
                    <a:pt x="0" y="0"/>
                  </a:lnTo>
                  <a:lnTo>
                    <a:pt x="0" y="2041969"/>
                  </a:lnTo>
                  <a:lnTo>
                    <a:pt x="421421" y="2041969"/>
                  </a:lnTo>
                  <a:lnTo>
                    <a:pt x="420684" y="2010233"/>
                  </a:lnTo>
                  <a:lnTo>
                    <a:pt x="420395" y="1974421"/>
                  </a:lnTo>
                  <a:lnTo>
                    <a:pt x="420950" y="1920197"/>
                  </a:lnTo>
                  <a:lnTo>
                    <a:pt x="422601" y="1867160"/>
                  </a:lnTo>
                  <a:lnTo>
                    <a:pt x="425323" y="1815092"/>
                  </a:lnTo>
                  <a:lnTo>
                    <a:pt x="429093" y="1763779"/>
                  </a:lnTo>
                  <a:lnTo>
                    <a:pt x="433887" y="1713006"/>
                  </a:lnTo>
                  <a:lnTo>
                    <a:pt x="439682" y="1662556"/>
                  </a:lnTo>
                  <a:lnTo>
                    <a:pt x="448475" y="1599127"/>
                  </a:lnTo>
                  <a:lnTo>
                    <a:pt x="458799" y="1537294"/>
                  </a:lnTo>
                  <a:lnTo>
                    <a:pt x="470604" y="1477171"/>
                  </a:lnTo>
                  <a:lnTo>
                    <a:pt x="483839" y="1418873"/>
                  </a:lnTo>
                  <a:lnTo>
                    <a:pt x="498455" y="1362512"/>
                  </a:lnTo>
                  <a:lnTo>
                    <a:pt x="514401" y="1308202"/>
                  </a:lnTo>
                  <a:lnTo>
                    <a:pt x="531626" y="1256058"/>
                  </a:lnTo>
                  <a:lnTo>
                    <a:pt x="550081" y="1206193"/>
                  </a:lnTo>
                  <a:lnTo>
                    <a:pt x="569715" y="1158721"/>
                  </a:lnTo>
                  <a:lnTo>
                    <a:pt x="590478" y="1113755"/>
                  </a:lnTo>
                  <a:lnTo>
                    <a:pt x="612319" y="1071409"/>
                  </a:lnTo>
                  <a:lnTo>
                    <a:pt x="635188" y="1031797"/>
                  </a:lnTo>
                  <a:lnTo>
                    <a:pt x="659036" y="995033"/>
                  </a:lnTo>
                  <a:lnTo>
                    <a:pt x="683811" y="961231"/>
                  </a:lnTo>
                  <a:lnTo>
                    <a:pt x="709463" y="930503"/>
                  </a:lnTo>
                  <a:lnTo>
                    <a:pt x="735941" y="902965"/>
                  </a:lnTo>
                  <a:lnTo>
                    <a:pt x="791179" y="857910"/>
                  </a:lnTo>
                  <a:lnTo>
                    <a:pt x="849120" y="826976"/>
                  </a:lnTo>
                  <a:lnTo>
                    <a:pt x="909363" y="811073"/>
                  </a:lnTo>
                  <a:lnTo>
                    <a:pt x="940222" y="809043"/>
                  </a:lnTo>
                  <a:lnTo>
                    <a:pt x="971360" y="811099"/>
                  </a:lnTo>
                  <a:lnTo>
                    <a:pt x="1032129" y="827202"/>
                  </a:lnTo>
                  <a:lnTo>
                    <a:pt x="1090546" y="858526"/>
                  </a:lnTo>
                  <a:lnTo>
                    <a:pt x="1146199" y="904151"/>
                  </a:lnTo>
                  <a:lnTo>
                    <a:pt x="1172859" y="932040"/>
                  </a:lnTo>
                  <a:lnTo>
                    <a:pt x="1198673" y="963158"/>
                  </a:lnTo>
                  <a:lnTo>
                    <a:pt x="1223590" y="997393"/>
                  </a:lnTo>
                  <a:lnTo>
                    <a:pt x="1247557" y="1034627"/>
                  </a:lnTo>
                  <a:lnTo>
                    <a:pt x="1270524" y="1074747"/>
                  </a:lnTo>
                  <a:lnTo>
                    <a:pt x="1292438" y="1117637"/>
                  </a:lnTo>
                  <a:lnTo>
                    <a:pt x="1313248" y="1163183"/>
                  </a:lnTo>
                  <a:lnTo>
                    <a:pt x="1332902" y="1211269"/>
                  </a:lnTo>
                  <a:lnTo>
                    <a:pt x="1351349" y="1261781"/>
                  </a:lnTo>
                  <a:lnTo>
                    <a:pt x="1368538" y="1314603"/>
                  </a:lnTo>
                  <a:lnTo>
                    <a:pt x="1384416" y="1369620"/>
                  </a:lnTo>
                  <a:lnTo>
                    <a:pt x="1398932" y="1426718"/>
                  </a:lnTo>
                  <a:lnTo>
                    <a:pt x="1412034" y="1485782"/>
                  </a:lnTo>
                  <a:lnTo>
                    <a:pt x="1423671" y="1546696"/>
                  </a:lnTo>
                  <a:lnTo>
                    <a:pt x="1433791" y="1609346"/>
                  </a:lnTo>
                  <a:lnTo>
                    <a:pt x="1442343" y="1673616"/>
                  </a:lnTo>
                  <a:lnTo>
                    <a:pt x="1449275" y="1739392"/>
                  </a:lnTo>
                  <a:lnTo>
                    <a:pt x="1453112" y="1785517"/>
                  </a:lnTo>
                  <a:lnTo>
                    <a:pt x="1456122" y="1831903"/>
                  </a:lnTo>
                  <a:lnTo>
                    <a:pt x="1458288" y="1878754"/>
                  </a:lnTo>
                  <a:lnTo>
                    <a:pt x="1459599" y="1926275"/>
                  </a:lnTo>
                  <a:lnTo>
                    <a:pt x="1460039" y="1974672"/>
                  </a:lnTo>
                  <a:lnTo>
                    <a:pt x="1459773" y="2010358"/>
                  </a:lnTo>
                  <a:lnTo>
                    <a:pt x="1459013" y="2041969"/>
                  </a:lnTo>
                  <a:lnTo>
                    <a:pt x="1864519" y="2041969"/>
                  </a:lnTo>
                  <a:lnTo>
                    <a:pt x="1864519" y="0"/>
                  </a:lnTo>
                  <a:close/>
                </a:path>
              </a:pathLst>
            </a:custGeom>
            <a:solidFill>
              <a:srgbClr val="F5D1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4" name="object 1974" descr=""/>
            <p:cNvSpPr/>
            <p:nvPr/>
          </p:nvSpPr>
          <p:spPr>
            <a:xfrm>
              <a:off x="945718" y="6806545"/>
              <a:ext cx="2044064" cy="1854200"/>
            </a:xfrm>
            <a:custGeom>
              <a:avLst/>
              <a:gdLst/>
              <a:ahLst/>
              <a:cxnLst/>
              <a:rect l="l" t="t" r="r" b="b"/>
              <a:pathLst>
                <a:path w="2044064" h="1854200">
                  <a:moveTo>
                    <a:pt x="204622" y="1355521"/>
                  </a:moveTo>
                  <a:lnTo>
                    <a:pt x="91097" y="1355521"/>
                  </a:lnTo>
                  <a:lnTo>
                    <a:pt x="91097" y="1440116"/>
                  </a:lnTo>
                  <a:lnTo>
                    <a:pt x="204622" y="1440116"/>
                  </a:lnTo>
                  <a:lnTo>
                    <a:pt x="204622" y="1355521"/>
                  </a:lnTo>
                  <a:close/>
                </a:path>
                <a:path w="2044064" h="1854200">
                  <a:moveTo>
                    <a:pt x="246532" y="42303"/>
                  </a:moveTo>
                  <a:lnTo>
                    <a:pt x="92202" y="42303"/>
                  </a:lnTo>
                  <a:lnTo>
                    <a:pt x="92202" y="126898"/>
                  </a:lnTo>
                  <a:lnTo>
                    <a:pt x="246532" y="126898"/>
                  </a:lnTo>
                  <a:lnTo>
                    <a:pt x="246532" y="42303"/>
                  </a:lnTo>
                  <a:close/>
                </a:path>
                <a:path w="2044064" h="1854200">
                  <a:moveTo>
                    <a:pt x="421119" y="746556"/>
                  </a:moveTo>
                  <a:lnTo>
                    <a:pt x="247205" y="746556"/>
                  </a:lnTo>
                  <a:lnTo>
                    <a:pt x="247205" y="831164"/>
                  </a:lnTo>
                  <a:lnTo>
                    <a:pt x="421119" y="831164"/>
                  </a:lnTo>
                  <a:lnTo>
                    <a:pt x="421119" y="746556"/>
                  </a:lnTo>
                  <a:close/>
                </a:path>
                <a:path w="2044064" h="1854200">
                  <a:moveTo>
                    <a:pt x="514654" y="1560791"/>
                  </a:moveTo>
                  <a:lnTo>
                    <a:pt x="0" y="1560791"/>
                  </a:lnTo>
                  <a:lnTo>
                    <a:pt x="0" y="1853806"/>
                  </a:lnTo>
                  <a:lnTo>
                    <a:pt x="514654" y="1853806"/>
                  </a:lnTo>
                  <a:lnTo>
                    <a:pt x="514654" y="1560791"/>
                  </a:lnTo>
                  <a:close/>
                </a:path>
                <a:path w="2044064" h="1854200">
                  <a:moveTo>
                    <a:pt x="853770" y="263398"/>
                  </a:moveTo>
                  <a:lnTo>
                    <a:pt x="679843" y="263398"/>
                  </a:lnTo>
                  <a:lnTo>
                    <a:pt x="679843" y="348005"/>
                  </a:lnTo>
                  <a:lnTo>
                    <a:pt x="853770" y="348005"/>
                  </a:lnTo>
                  <a:lnTo>
                    <a:pt x="853770" y="263398"/>
                  </a:lnTo>
                  <a:close/>
                </a:path>
                <a:path w="2044064" h="1854200">
                  <a:moveTo>
                    <a:pt x="1003681" y="0"/>
                  </a:moveTo>
                  <a:lnTo>
                    <a:pt x="829754" y="0"/>
                  </a:lnTo>
                  <a:lnTo>
                    <a:pt x="829754" y="84607"/>
                  </a:lnTo>
                  <a:lnTo>
                    <a:pt x="1003681" y="84607"/>
                  </a:lnTo>
                  <a:lnTo>
                    <a:pt x="1003681" y="0"/>
                  </a:lnTo>
                  <a:close/>
                </a:path>
                <a:path w="2044064" h="1854200">
                  <a:moveTo>
                    <a:pt x="1121143" y="376288"/>
                  </a:moveTo>
                  <a:lnTo>
                    <a:pt x="947216" y="376288"/>
                  </a:lnTo>
                  <a:lnTo>
                    <a:pt x="947216" y="460895"/>
                  </a:lnTo>
                  <a:lnTo>
                    <a:pt x="1121143" y="460895"/>
                  </a:lnTo>
                  <a:lnTo>
                    <a:pt x="1121143" y="376288"/>
                  </a:lnTo>
                  <a:close/>
                </a:path>
                <a:path w="2044064" h="1854200">
                  <a:moveTo>
                    <a:pt x="1525943" y="221094"/>
                  </a:moveTo>
                  <a:lnTo>
                    <a:pt x="1352029" y="221094"/>
                  </a:lnTo>
                  <a:lnTo>
                    <a:pt x="1352029" y="305701"/>
                  </a:lnTo>
                  <a:lnTo>
                    <a:pt x="1525943" y="305701"/>
                  </a:lnTo>
                  <a:lnTo>
                    <a:pt x="1525943" y="221094"/>
                  </a:lnTo>
                  <a:close/>
                </a:path>
                <a:path w="2044064" h="1854200">
                  <a:moveTo>
                    <a:pt x="1747037" y="637260"/>
                  </a:moveTo>
                  <a:lnTo>
                    <a:pt x="1573110" y="637260"/>
                  </a:lnTo>
                  <a:lnTo>
                    <a:pt x="1573110" y="721855"/>
                  </a:lnTo>
                  <a:lnTo>
                    <a:pt x="1747037" y="721855"/>
                  </a:lnTo>
                  <a:lnTo>
                    <a:pt x="1747037" y="637260"/>
                  </a:lnTo>
                  <a:close/>
                </a:path>
                <a:path w="2044064" h="1854200">
                  <a:moveTo>
                    <a:pt x="1874291" y="849757"/>
                  </a:moveTo>
                  <a:lnTo>
                    <a:pt x="1700377" y="849757"/>
                  </a:lnTo>
                  <a:lnTo>
                    <a:pt x="1700377" y="934364"/>
                  </a:lnTo>
                  <a:lnTo>
                    <a:pt x="1874291" y="934364"/>
                  </a:lnTo>
                  <a:lnTo>
                    <a:pt x="1874291" y="849757"/>
                  </a:lnTo>
                  <a:close/>
                </a:path>
                <a:path w="2044064" h="1854200">
                  <a:moveTo>
                    <a:pt x="1874291" y="123952"/>
                  </a:moveTo>
                  <a:lnTo>
                    <a:pt x="1700377" y="123952"/>
                  </a:lnTo>
                  <a:lnTo>
                    <a:pt x="1700377" y="208559"/>
                  </a:lnTo>
                  <a:lnTo>
                    <a:pt x="1874291" y="208559"/>
                  </a:lnTo>
                  <a:lnTo>
                    <a:pt x="1874291" y="123952"/>
                  </a:lnTo>
                  <a:close/>
                </a:path>
                <a:path w="2044064" h="1854200">
                  <a:moveTo>
                    <a:pt x="1958314" y="1313218"/>
                  </a:moveTo>
                  <a:lnTo>
                    <a:pt x="1844789" y="1313218"/>
                  </a:lnTo>
                  <a:lnTo>
                    <a:pt x="1844789" y="1397812"/>
                  </a:lnTo>
                  <a:lnTo>
                    <a:pt x="1958314" y="1397812"/>
                  </a:lnTo>
                  <a:lnTo>
                    <a:pt x="1958314" y="1313218"/>
                  </a:lnTo>
                  <a:close/>
                </a:path>
                <a:path w="2044064" h="1854200">
                  <a:moveTo>
                    <a:pt x="2044001" y="1560791"/>
                  </a:moveTo>
                  <a:lnTo>
                    <a:pt x="1474711" y="1560791"/>
                  </a:lnTo>
                  <a:lnTo>
                    <a:pt x="1474711" y="1853806"/>
                  </a:lnTo>
                  <a:lnTo>
                    <a:pt x="2044001" y="1853806"/>
                  </a:lnTo>
                  <a:lnTo>
                    <a:pt x="2044001" y="1560791"/>
                  </a:lnTo>
                  <a:close/>
                </a:path>
              </a:pathLst>
            </a:custGeom>
            <a:solidFill>
              <a:srgbClr val="FFDE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5" name="object 1975" descr=""/>
            <p:cNvSpPr/>
            <p:nvPr/>
          </p:nvSpPr>
          <p:spPr>
            <a:xfrm>
              <a:off x="1037926" y="6363879"/>
              <a:ext cx="532130" cy="334010"/>
            </a:xfrm>
            <a:custGeom>
              <a:avLst/>
              <a:gdLst/>
              <a:ahLst/>
              <a:cxnLst/>
              <a:rect l="l" t="t" r="r" b="b"/>
              <a:pathLst>
                <a:path w="532130" h="334009">
                  <a:moveTo>
                    <a:pt x="531910" y="0"/>
                  </a:moveTo>
                  <a:lnTo>
                    <a:pt x="0" y="0"/>
                  </a:lnTo>
                  <a:lnTo>
                    <a:pt x="0" y="333895"/>
                  </a:lnTo>
                  <a:lnTo>
                    <a:pt x="531910" y="333895"/>
                  </a:lnTo>
                  <a:lnTo>
                    <a:pt x="531910" y="0"/>
                  </a:lnTo>
                  <a:close/>
                </a:path>
              </a:pathLst>
            </a:custGeom>
            <a:solidFill>
              <a:srgbClr val="F5D1A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976" name="object 1976" descr="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1271237" y="6499459"/>
              <a:ext cx="65296" cy="184392"/>
            </a:xfrm>
            <a:prstGeom prst="rect">
              <a:avLst/>
            </a:prstGeom>
          </p:spPr>
        </p:pic>
        <p:pic>
          <p:nvPicPr>
            <p:cNvPr id="1977" name="object 1977" descr="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1037929" y="6223417"/>
              <a:ext cx="134739" cy="140466"/>
            </a:xfrm>
            <a:prstGeom prst="rect">
              <a:avLst/>
            </a:prstGeom>
          </p:spPr>
        </p:pic>
        <p:pic>
          <p:nvPicPr>
            <p:cNvPr id="1978" name="object 1978" descr="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1236514" y="6223417"/>
              <a:ext cx="134739" cy="140466"/>
            </a:xfrm>
            <a:prstGeom prst="rect">
              <a:avLst/>
            </a:prstGeom>
          </p:spPr>
        </p:pic>
        <p:pic>
          <p:nvPicPr>
            <p:cNvPr id="1979" name="object 1979" descr="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1435099" y="6223417"/>
              <a:ext cx="134739" cy="140466"/>
            </a:xfrm>
            <a:prstGeom prst="rect">
              <a:avLst/>
            </a:prstGeom>
          </p:spPr>
        </p:pic>
        <p:sp>
          <p:nvSpPr>
            <p:cNvPr id="1980" name="object 1980" descr=""/>
            <p:cNvSpPr/>
            <p:nvPr/>
          </p:nvSpPr>
          <p:spPr>
            <a:xfrm>
              <a:off x="2367383" y="6363879"/>
              <a:ext cx="532130" cy="334010"/>
            </a:xfrm>
            <a:custGeom>
              <a:avLst/>
              <a:gdLst/>
              <a:ahLst/>
              <a:cxnLst/>
              <a:rect l="l" t="t" r="r" b="b"/>
              <a:pathLst>
                <a:path w="532130" h="334009">
                  <a:moveTo>
                    <a:pt x="531910" y="0"/>
                  </a:moveTo>
                  <a:lnTo>
                    <a:pt x="0" y="0"/>
                  </a:lnTo>
                  <a:lnTo>
                    <a:pt x="0" y="333895"/>
                  </a:lnTo>
                  <a:lnTo>
                    <a:pt x="531910" y="333895"/>
                  </a:lnTo>
                  <a:lnTo>
                    <a:pt x="531910" y="0"/>
                  </a:lnTo>
                  <a:close/>
                </a:path>
              </a:pathLst>
            </a:custGeom>
            <a:solidFill>
              <a:srgbClr val="F5D1A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981" name="object 1981" descr="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2600686" y="6499459"/>
              <a:ext cx="65296" cy="184392"/>
            </a:xfrm>
            <a:prstGeom prst="rect">
              <a:avLst/>
            </a:prstGeom>
          </p:spPr>
        </p:pic>
        <p:pic>
          <p:nvPicPr>
            <p:cNvPr id="1982" name="object 1982" descr="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2367378" y="6223417"/>
              <a:ext cx="134739" cy="140466"/>
            </a:xfrm>
            <a:prstGeom prst="rect">
              <a:avLst/>
            </a:prstGeom>
          </p:spPr>
        </p:pic>
        <p:pic>
          <p:nvPicPr>
            <p:cNvPr id="1983" name="object 1983" descr="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2565963" y="6223417"/>
              <a:ext cx="134739" cy="140466"/>
            </a:xfrm>
            <a:prstGeom prst="rect">
              <a:avLst/>
            </a:prstGeom>
          </p:spPr>
        </p:pic>
        <p:pic>
          <p:nvPicPr>
            <p:cNvPr id="1984" name="object 1984" descr="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2764549" y="6223417"/>
              <a:ext cx="134739" cy="140466"/>
            </a:xfrm>
            <a:prstGeom prst="rect">
              <a:avLst/>
            </a:prstGeom>
          </p:spPr>
        </p:pic>
        <p:sp>
          <p:nvSpPr>
            <p:cNvPr id="1985" name="object 1985" descr=""/>
            <p:cNvSpPr/>
            <p:nvPr/>
          </p:nvSpPr>
          <p:spPr>
            <a:xfrm>
              <a:off x="1971218" y="7428095"/>
              <a:ext cx="528320" cy="1231265"/>
            </a:xfrm>
            <a:custGeom>
              <a:avLst/>
              <a:gdLst/>
              <a:ahLst/>
              <a:cxnLst/>
              <a:rect l="l" t="t" r="r" b="b"/>
              <a:pathLst>
                <a:path w="528319" h="1231265">
                  <a:moveTo>
                    <a:pt x="4272" y="0"/>
                  </a:moveTo>
                  <a:lnTo>
                    <a:pt x="0" y="20"/>
                  </a:lnTo>
                  <a:lnTo>
                    <a:pt x="0" y="1231239"/>
                  </a:lnTo>
                  <a:lnTo>
                    <a:pt x="526748" y="1231239"/>
                  </a:lnTo>
                  <a:lnTo>
                    <a:pt x="527193" y="1216147"/>
                  </a:lnTo>
                  <a:lnTo>
                    <a:pt x="527517" y="1199629"/>
                  </a:lnTo>
                  <a:lnTo>
                    <a:pt x="527717" y="1182093"/>
                  </a:lnTo>
                  <a:lnTo>
                    <a:pt x="527784" y="1163943"/>
                  </a:lnTo>
                  <a:lnTo>
                    <a:pt x="527344" y="1115896"/>
                  </a:lnTo>
                  <a:lnTo>
                    <a:pt x="526031" y="1069208"/>
                  </a:lnTo>
                  <a:lnTo>
                    <a:pt x="523863" y="1023351"/>
                  </a:lnTo>
                  <a:lnTo>
                    <a:pt x="520854" y="977799"/>
                  </a:lnTo>
                  <a:lnTo>
                    <a:pt x="517020" y="932023"/>
                  </a:lnTo>
                  <a:lnTo>
                    <a:pt x="510070" y="866239"/>
                  </a:lnTo>
                  <a:lnTo>
                    <a:pt x="501464" y="801945"/>
                  </a:lnTo>
                  <a:lnTo>
                    <a:pt x="491258" y="739256"/>
                  </a:lnTo>
                  <a:lnTo>
                    <a:pt x="479506" y="678290"/>
                  </a:lnTo>
                  <a:lnTo>
                    <a:pt x="466263" y="619163"/>
                  </a:lnTo>
                  <a:lnTo>
                    <a:pt x="451584" y="561991"/>
                  </a:lnTo>
                  <a:lnTo>
                    <a:pt x="435524" y="506890"/>
                  </a:lnTo>
                  <a:lnTo>
                    <a:pt x="418137" y="453978"/>
                  </a:lnTo>
                  <a:lnTo>
                    <a:pt x="399478" y="403371"/>
                  </a:lnTo>
                  <a:lnTo>
                    <a:pt x="379603" y="355185"/>
                  </a:lnTo>
                  <a:lnTo>
                    <a:pt x="358566" y="309536"/>
                  </a:lnTo>
                  <a:lnTo>
                    <a:pt x="336421" y="266541"/>
                  </a:lnTo>
                  <a:lnTo>
                    <a:pt x="313224" y="226317"/>
                  </a:lnTo>
                  <a:lnTo>
                    <a:pt x="289030" y="188979"/>
                  </a:lnTo>
                  <a:lnTo>
                    <a:pt x="263892" y="154645"/>
                  </a:lnTo>
                  <a:lnTo>
                    <a:pt x="237867" y="123431"/>
                  </a:lnTo>
                  <a:lnTo>
                    <a:pt x="211008" y="95452"/>
                  </a:lnTo>
                  <a:lnTo>
                    <a:pt x="155010" y="49670"/>
                  </a:lnTo>
                  <a:lnTo>
                    <a:pt x="96337" y="18230"/>
                  </a:lnTo>
                  <a:lnTo>
                    <a:pt x="35428" y="2064"/>
                  </a:lnTo>
                  <a:lnTo>
                    <a:pt x="4272" y="0"/>
                  </a:lnTo>
                  <a:close/>
                </a:path>
              </a:pathLst>
            </a:custGeom>
            <a:solidFill>
              <a:srgbClr val="83582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6" name="object 1986" descr=""/>
            <p:cNvSpPr/>
            <p:nvPr/>
          </p:nvSpPr>
          <p:spPr>
            <a:xfrm>
              <a:off x="2056701" y="7444225"/>
              <a:ext cx="285115" cy="1215390"/>
            </a:xfrm>
            <a:custGeom>
              <a:avLst/>
              <a:gdLst/>
              <a:ahLst/>
              <a:cxnLst/>
              <a:rect l="l" t="t" r="r" b="b"/>
              <a:pathLst>
                <a:path w="285114" h="1215390">
                  <a:moveTo>
                    <a:pt x="93637" y="50076"/>
                  </a:moveTo>
                  <a:lnTo>
                    <a:pt x="48679" y="21488"/>
                  </a:lnTo>
                  <a:lnTo>
                    <a:pt x="5791" y="1130"/>
                  </a:lnTo>
                  <a:lnTo>
                    <a:pt x="0" y="0"/>
                  </a:lnTo>
                  <a:lnTo>
                    <a:pt x="0" y="1215123"/>
                  </a:lnTo>
                  <a:lnTo>
                    <a:pt x="93637" y="1215123"/>
                  </a:lnTo>
                  <a:lnTo>
                    <a:pt x="93637" y="50076"/>
                  </a:lnTo>
                  <a:close/>
                </a:path>
                <a:path w="285114" h="1215390">
                  <a:moveTo>
                    <a:pt x="284975" y="316522"/>
                  </a:moveTo>
                  <a:lnTo>
                    <a:pt x="263601" y="276428"/>
                  </a:lnTo>
                  <a:lnTo>
                    <a:pt x="242227" y="238582"/>
                  </a:lnTo>
                  <a:lnTo>
                    <a:pt x="220853" y="203022"/>
                  </a:lnTo>
                  <a:lnTo>
                    <a:pt x="199478" y="169799"/>
                  </a:lnTo>
                  <a:lnTo>
                    <a:pt x="199478" y="1215123"/>
                  </a:lnTo>
                  <a:lnTo>
                    <a:pt x="284975" y="1215123"/>
                  </a:lnTo>
                  <a:lnTo>
                    <a:pt x="284975" y="316522"/>
                  </a:lnTo>
                  <a:close/>
                </a:path>
              </a:pathLst>
            </a:custGeom>
            <a:solidFill>
              <a:srgbClr val="976D3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7" name="object 1987" descr=""/>
            <p:cNvSpPr/>
            <p:nvPr/>
          </p:nvSpPr>
          <p:spPr>
            <a:xfrm>
              <a:off x="1453721" y="7428095"/>
              <a:ext cx="517525" cy="1231265"/>
            </a:xfrm>
            <a:custGeom>
              <a:avLst/>
              <a:gdLst/>
              <a:ahLst/>
              <a:cxnLst/>
              <a:rect l="l" t="t" r="r" b="b"/>
              <a:pathLst>
                <a:path w="517525" h="1231265">
                  <a:moveTo>
                    <a:pt x="517492" y="0"/>
                  </a:moveTo>
                  <a:lnTo>
                    <a:pt x="456276" y="8180"/>
                  </a:lnTo>
                  <a:lnTo>
                    <a:pt x="397079" y="32099"/>
                  </a:lnTo>
                  <a:lnTo>
                    <a:pt x="340328" y="70827"/>
                  </a:lnTo>
                  <a:lnTo>
                    <a:pt x="286450" y="123431"/>
                  </a:lnTo>
                  <a:lnTo>
                    <a:pt x="260723" y="154645"/>
                  </a:lnTo>
                  <a:lnTo>
                    <a:pt x="235873" y="188979"/>
                  </a:lnTo>
                  <a:lnTo>
                    <a:pt x="211957" y="226317"/>
                  </a:lnTo>
                  <a:lnTo>
                    <a:pt x="189025" y="266541"/>
                  </a:lnTo>
                  <a:lnTo>
                    <a:pt x="167133" y="309536"/>
                  </a:lnTo>
                  <a:lnTo>
                    <a:pt x="146333" y="355185"/>
                  </a:lnTo>
                  <a:lnTo>
                    <a:pt x="126679" y="403371"/>
                  </a:lnTo>
                  <a:lnTo>
                    <a:pt x="108224" y="453978"/>
                  </a:lnTo>
                  <a:lnTo>
                    <a:pt x="91022" y="506890"/>
                  </a:lnTo>
                  <a:lnTo>
                    <a:pt x="75127" y="561991"/>
                  </a:lnTo>
                  <a:lnTo>
                    <a:pt x="60591" y="619163"/>
                  </a:lnTo>
                  <a:lnTo>
                    <a:pt x="47468" y="678290"/>
                  </a:lnTo>
                  <a:lnTo>
                    <a:pt x="35812" y="739256"/>
                  </a:lnTo>
                  <a:lnTo>
                    <a:pt x="25676" y="801945"/>
                  </a:lnTo>
                  <a:lnTo>
                    <a:pt x="17113" y="866239"/>
                  </a:lnTo>
                  <a:lnTo>
                    <a:pt x="10177" y="932023"/>
                  </a:lnTo>
                  <a:lnTo>
                    <a:pt x="6405" y="977799"/>
                  </a:lnTo>
                  <a:lnTo>
                    <a:pt x="3541" y="1023351"/>
                  </a:lnTo>
                  <a:lnTo>
                    <a:pt x="1547" y="1069208"/>
                  </a:lnTo>
                  <a:lnTo>
                    <a:pt x="379" y="1115896"/>
                  </a:lnTo>
                  <a:lnTo>
                    <a:pt x="0" y="1163943"/>
                  </a:lnTo>
                  <a:lnTo>
                    <a:pt x="156" y="1182093"/>
                  </a:lnTo>
                  <a:lnTo>
                    <a:pt x="549" y="1199629"/>
                  </a:lnTo>
                  <a:lnTo>
                    <a:pt x="1602" y="1231239"/>
                  </a:lnTo>
                  <a:lnTo>
                    <a:pt x="517492" y="1231239"/>
                  </a:lnTo>
                  <a:lnTo>
                    <a:pt x="517492" y="0"/>
                  </a:lnTo>
                  <a:close/>
                </a:path>
              </a:pathLst>
            </a:custGeom>
            <a:solidFill>
              <a:srgbClr val="83582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8" name="object 1988" descr=""/>
            <p:cNvSpPr/>
            <p:nvPr/>
          </p:nvSpPr>
          <p:spPr>
            <a:xfrm>
              <a:off x="1608886" y="7444225"/>
              <a:ext cx="285115" cy="1215390"/>
            </a:xfrm>
            <a:custGeom>
              <a:avLst/>
              <a:gdLst/>
              <a:ahLst/>
              <a:cxnLst/>
              <a:rect l="l" t="t" r="r" b="b"/>
              <a:pathLst>
                <a:path w="285114" h="1215390">
                  <a:moveTo>
                    <a:pt x="77355" y="169799"/>
                  </a:moveTo>
                  <a:lnTo>
                    <a:pt x="35623" y="238582"/>
                  </a:lnTo>
                  <a:lnTo>
                    <a:pt x="15519" y="276428"/>
                  </a:lnTo>
                  <a:lnTo>
                    <a:pt x="0" y="316522"/>
                  </a:lnTo>
                  <a:lnTo>
                    <a:pt x="0" y="1215123"/>
                  </a:lnTo>
                  <a:lnTo>
                    <a:pt x="77355" y="1215123"/>
                  </a:lnTo>
                  <a:lnTo>
                    <a:pt x="77355" y="169799"/>
                  </a:lnTo>
                  <a:close/>
                </a:path>
                <a:path w="285114" h="1215390">
                  <a:moveTo>
                    <a:pt x="284975" y="0"/>
                  </a:moveTo>
                  <a:lnTo>
                    <a:pt x="231711" y="21488"/>
                  </a:lnTo>
                  <a:lnTo>
                    <a:pt x="191338" y="50076"/>
                  </a:lnTo>
                  <a:lnTo>
                    <a:pt x="191338" y="1215123"/>
                  </a:lnTo>
                  <a:lnTo>
                    <a:pt x="284975" y="1215123"/>
                  </a:lnTo>
                  <a:lnTo>
                    <a:pt x="284975" y="0"/>
                  </a:lnTo>
                  <a:close/>
                </a:path>
              </a:pathLst>
            </a:custGeom>
            <a:solidFill>
              <a:srgbClr val="976D3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9" name="object 1989" descr=""/>
            <p:cNvSpPr/>
            <p:nvPr/>
          </p:nvSpPr>
          <p:spPr>
            <a:xfrm>
              <a:off x="1480832" y="7808156"/>
              <a:ext cx="1047750" cy="697865"/>
            </a:xfrm>
            <a:custGeom>
              <a:avLst/>
              <a:gdLst/>
              <a:ahLst/>
              <a:cxnLst/>
              <a:rect l="l" t="t" r="r" b="b"/>
              <a:pathLst>
                <a:path w="1047750" h="697865">
                  <a:moveTo>
                    <a:pt x="971562" y="0"/>
                  </a:moveTo>
                  <a:lnTo>
                    <a:pt x="75907" y="0"/>
                  </a:lnTo>
                  <a:lnTo>
                    <a:pt x="75907" y="35407"/>
                  </a:lnTo>
                  <a:lnTo>
                    <a:pt x="971562" y="35407"/>
                  </a:lnTo>
                  <a:lnTo>
                    <a:pt x="971562" y="0"/>
                  </a:lnTo>
                  <a:close/>
                </a:path>
                <a:path w="1047750" h="697865">
                  <a:moveTo>
                    <a:pt x="1018159" y="353910"/>
                  </a:moveTo>
                  <a:lnTo>
                    <a:pt x="29324" y="353910"/>
                  </a:lnTo>
                  <a:lnTo>
                    <a:pt x="29324" y="389318"/>
                  </a:lnTo>
                  <a:lnTo>
                    <a:pt x="1018159" y="389318"/>
                  </a:lnTo>
                  <a:lnTo>
                    <a:pt x="1018159" y="353910"/>
                  </a:lnTo>
                  <a:close/>
                </a:path>
                <a:path w="1047750" h="697865">
                  <a:moveTo>
                    <a:pt x="1047470" y="661835"/>
                  </a:moveTo>
                  <a:lnTo>
                    <a:pt x="0" y="661835"/>
                  </a:lnTo>
                  <a:lnTo>
                    <a:pt x="0" y="697242"/>
                  </a:lnTo>
                  <a:lnTo>
                    <a:pt x="1047470" y="697242"/>
                  </a:lnTo>
                  <a:lnTo>
                    <a:pt x="1047470" y="661835"/>
                  </a:lnTo>
                  <a:close/>
                </a:path>
              </a:pathLst>
            </a:custGeom>
            <a:solidFill>
              <a:srgbClr val="6D492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0" name="object 1990" descr=""/>
            <p:cNvSpPr/>
            <p:nvPr/>
          </p:nvSpPr>
          <p:spPr>
            <a:xfrm>
              <a:off x="1404857" y="7365363"/>
              <a:ext cx="1151255" cy="1296670"/>
            </a:xfrm>
            <a:custGeom>
              <a:avLst/>
              <a:gdLst/>
              <a:ahLst/>
              <a:cxnLst/>
              <a:rect l="l" t="t" r="r" b="b"/>
              <a:pathLst>
                <a:path w="1151255" h="1296670">
                  <a:moveTo>
                    <a:pt x="573535" y="0"/>
                  </a:moveTo>
                  <a:lnTo>
                    <a:pt x="522356" y="3977"/>
                  </a:lnTo>
                  <a:lnTo>
                    <a:pt x="473242" y="14173"/>
                  </a:lnTo>
                  <a:lnTo>
                    <a:pt x="426245" y="30573"/>
                  </a:lnTo>
                  <a:lnTo>
                    <a:pt x="381415" y="53159"/>
                  </a:lnTo>
                  <a:lnTo>
                    <a:pt x="338802" y="81915"/>
                  </a:lnTo>
                  <a:lnTo>
                    <a:pt x="298458" y="116824"/>
                  </a:lnTo>
                  <a:lnTo>
                    <a:pt x="260434" y="157869"/>
                  </a:lnTo>
                  <a:lnTo>
                    <a:pt x="226531" y="202483"/>
                  </a:lnTo>
                  <a:lnTo>
                    <a:pt x="195683" y="251050"/>
                  </a:lnTo>
                  <a:lnTo>
                    <a:pt x="167747" y="303062"/>
                  </a:lnTo>
                  <a:lnTo>
                    <a:pt x="142580" y="358014"/>
                  </a:lnTo>
                  <a:lnTo>
                    <a:pt x="120039" y="415399"/>
                  </a:lnTo>
                  <a:lnTo>
                    <a:pt x="99982" y="474710"/>
                  </a:lnTo>
                  <a:lnTo>
                    <a:pt x="82266" y="535440"/>
                  </a:lnTo>
                  <a:lnTo>
                    <a:pt x="66747" y="597082"/>
                  </a:lnTo>
                  <a:lnTo>
                    <a:pt x="53284" y="659130"/>
                  </a:lnTo>
                  <a:lnTo>
                    <a:pt x="41734" y="721077"/>
                  </a:lnTo>
                  <a:lnTo>
                    <a:pt x="31953" y="782416"/>
                  </a:lnTo>
                  <a:lnTo>
                    <a:pt x="23799" y="842641"/>
                  </a:lnTo>
                  <a:lnTo>
                    <a:pt x="17129" y="901245"/>
                  </a:lnTo>
                  <a:lnTo>
                    <a:pt x="11800" y="957721"/>
                  </a:lnTo>
                  <a:lnTo>
                    <a:pt x="7670" y="1011563"/>
                  </a:lnTo>
                  <a:lnTo>
                    <a:pt x="4596" y="1062263"/>
                  </a:lnTo>
                  <a:lnTo>
                    <a:pt x="2434" y="1109315"/>
                  </a:lnTo>
                  <a:lnTo>
                    <a:pt x="1043" y="1152212"/>
                  </a:lnTo>
                  <a:lnTo>
                    <a:pt x="279" y="1190448"/>
                  </a:lnTo>
                  <a:lnTo>
                    <a:pt x="0" y="1223516"/>
                  </a:lnTo>
                  <a:lnTo>
                    <a:pt x="62" y="1250909"/>
                  </a:lnTo>
                  <a:lnTo>
                    <a:pt x="323" y="1272120"/>
                  </a:lnTo>
                  <a:lnTo>
                    <a:pt x="872" y="1293971"/>
                  </a:lnTo>
                  <a:lnTo>
                    <a:pt x="109853" y="1293971"/>
                  </a:lnTo>
                  <a:lnTo>
                    <a:pt x="109275" y="1253799"/>
                  </a:lnTo>
                  <a:lnTo>
                    <a:pt x="109318" y="1225191"/>
                  </a:lnTo>
                  <a:lnTo>
                    <a:pt x="110759" y="1149140"/>
                  </a:lnTo>
                  <a:lnTo>
                    <a:pt x="112491" y="1103027"/>
                  </a:lnTo>
                  <a:lnTo>
                    <a:pt x="115121" y="1052410"/>
                  </a:lnTo>
                  <a:lnTo>
                    <a:pt x="118816" y="997953"/>
                  </a:lnTo>
                  <a:lnTo>
                    <a:pt x="123743" y="940322"/>
                  </a:lnTo>
                  <a:lnTo>
                    <a:pt x="130069" y="880182"/>
                  </a:lnTo>
                  <a:lnTo>
                    <a:pt x="137962" y="818199"/>
                  </a:lnTo>
                  <a:lnTo>
                    <a:pt x="147588" y="755036"/>
                  </a:lnTo>
                  <a:lnTo>
                    <a:pt x="159114" y="691361"/>
                  </a:lnTo>
                  <a:lnTo>
                    <a:pt x="172709" y="627837"/>
                  </a:lnTo>
                  <a:lnTo>
                    <a:pt x="188539" y="565131"/>
                  </a:lnTo>
                  <a:lnTo>
                    <a:pt x="206770" y="503907"/>
                  </a:lnTo>
                  <a:lnTo>
                    <a:pt x="227572" y="444830"/>
                  </a:lnTo>
                  <a:lnTo>
                    <a:pt x="251109" y="388566"/>
                  </a:lnTo>
                  <a:lnTo>
                    <a:pt x="277551" y="335779"/>
                  </a:lnTo>
                  <a:lnTo>
                    <a:pt x="307064" y="287136"/>
                  </a:lnTo>
                  <a:lnTo>
                    <a:pt x="339814" y="243301"/>
                  </a:lnTo>
                  <a:lnTo>
                    <a:pt x="373686" y="207234"/>
                  </a:lnTo>
                  <a:lnTo>
                    <a:pt x="409532" y="177787"/>
                  </a:lnTo>
                  <a:lnTo>
                    <a:pt x="447476" y="154872"/>
                  </a:lnTo>
                  <a:lnTo>
                    <a:pt x="487639" y="138397"/>
                  </a:lnTo>
                  <a:lnTo>
                    <a:pt x="530145" y="128275"/>
                  </a:lnTo>
                  <a:lnTo>
                    <a:pt x="575116" y="124415"/>
                  </a:lnTo>
                  <a:lnTo>
                    <a:pt x="622643" y="126910"/>
                  </a:lnTo>
                  <a:lnTo>
                    <a:pt x="667436" y="136120"/>
                  </a:lnTo>
                  <a:lnTo>
                    <a:pt x="709603" y="152097"/>
                  </a:lnTo>
                  <a:lnTo>
                    <a:pt x="749252" y="174896"/>
                  </a:lnTo>
                  <a:lnTo>
                    <a:pt x="786493" y="204571"/>
                  </a:lnTo>
                  <a:lnTo>
                    <a:pt x="821433" y="241175"/>
                  </a:lnTo>
                  <a:lnTo>
                    <a:pt x="852791" y="282685"/>
                  </a:lnTo>
                  <a:lnTo>
                    <a:pt x="881047" y="328695"/>
                  </a:lnTo>
                  <a:lnTo>
                    <a:pt x="906358" y="378619"/>
                  </a:lnTo>
                  <a:lnTo>
                    <a:pt x="928884" y="431872"/>
                  </a:lnTo>
                  <a:lnTo>
                    <a:pt x="948783" y="487866"/>
                  </a:lnTo>
                  <a:lnTo>
                    <a:pt x="966215" y="546016"/>
                  </a:lnTo>
                  <a:lnTo>
                    <a:pt x="981338" y="605735"/>
                  </a:lnTo>
                  <a:lnTo>
                    <a:pt x="994310" y="666437"/>
                  </a:lnTo>
                  <a:lnTo>
                    <a:pt x="1005292" y="727536"/>
                  </a:lnTo>
                  <a:lnTo>
                    <a:pt x="1014441" y="788445"/>
                  </a:lnTo>
                  <a:lnTo>
                    <a:pt x="1021916" y="848578"/>
                  </a:lnTo>
                  <a:lnTo>
                    <a:pt x="1027877" y="907349"/>
                  </a:lnTo>
                  <a:lnTo>
                    <a:pt x="1032482" y="964171"/>
                  </a:lnTo>
                  <a:lnTo>
                    <a:pt x="1035889" y="1018459"/>
                  </a:lnTo>
                  <a:lnTo>
                    <a:pt x="1038259" y="1069625"/>
                  </a:lnTo>
                  <a:lnTo>
                    <a:pt x="1039748" y="1117084"/>
                  </a:lnTo>
                  <a:lnTo>
                    <a:pt x="1040518" y="1160250"/>
                  </a:lnTo>
                  <a:lnTo>
                    <a:pt x="1040725" y="1198535"/>
                  </a:lnTo>
                  <a:lnTo>
                    <a:pt x="1040529" y="1231354"/>
                  </a:lnTo>
                  <a:lnTo>
                    <a:pt x="1040089" y="1258121"/>
                  </a:lnTo>
                  <a:lnTo>
                    <a:pt x="1039564" y="1278249"/>
                  </a:lnTo>
                  <a:lnTo>
                    <a:pt x="1038892" y="1296243"/>
                  </a:lnTo>
                  <a:lnTo>
                    <a:pt x="1148407" y="1294976"/>
                  </a:lnTo>
                  <a:lnTo>
                    <a:pt x="1149889" y="1253294"/>
                  </a:lnTo>
                  <a:lnTo>
                    <a:pt x="1150403" y="1227380"/>
                  </a:lnTo>
                  <a:lnTo>
                    <a:pt x="1150701" y="1196202"/>
                  </a:lnTo>
                  <a:lnTo>
                    <a:pt x="1150644" y="1160206"/>
                  </a:lnTo>
                  <a:lnTo>
                    <a:pt x="1150096" y="1119839"/>
                  </a:lnTo>
                  <a:lnTo>
                    <a:pt x="1148922" y="1075547"/>
                  </a:lnTo>
                  <a:lnTo>
                    <a:pt x="1146983" y="1027779"/>
                  </a:lnTo>
                  <a:lnTo>
                    <a:pt x="1144143" y="976981"/>
                  </a:lnTo>
                  <a:lnTo>
                    <a:pt x="1140267" y="923599"/>
                  </a:lnTo>
                  <a:lnTo>
                    <a:pt x="1135216" y="868080"/>
                  </a:lnTo>
                  <a:lnTo>
                    <a:pt x="1128855" y="810873"/>
                  </a:lnTo>
                  <a:lnTo>
                    <a:pt x="1121046" y="752422"/>
                  </a:lnTo>
                  <a:lnTo>
                    <a:pt x="1111653" y="693177"/>
                  </a:lnTo>
                  <a:lnTo>
                    <a:pt x="1100540" y="633582"/>
                  </a:lnTo>
                  <a:lnTo>
                    <a:pt x="1087569" y="574086"/>
                  </a:lnTo>
                  <a:lnTo>
                    <a:pt x="1072604" y="515135"/>
                  </a:lnTo>
                  <a:lnTo>
                    <a:pt x="1055509" y="457176"/>
                  </a:lnTo>
                  <a:lnTo>
                    <a:pt x="1036146" y="400656"/>
                  </a:lnTo>
                  <a:lnTo>
                    <a:pt x="1014380" y="346021"/>
                  </a:lnTo>
                  <a:lnTo>
                    <a:pt x="990073" y="293720"/>
                  </a:lnTo>
                  <a:lnTo>
                    <a:pt x="963088" y="244199"/>
                  </a:lnTo>
                  <a:lnTo>
                    <a:pt x="933290" y="197904"/>
                  </a:lnTo>
                  <a:lnTo>
                    <a:pt x="900541" y="155283"/>
                  </a:lnTo>
                  <a:lnTo>
                    <a:pt x="866314" y="118353"/>
                  </a:lnTo>
                  <a:lnTo>
                    <a:pt x="830107" y="86380"/>
                  </a:lnTo>
                  <a:lnTo>
                    <a:pt x="791959" y="59388"/>
                  </a:lnTo>
                  <a:lnTo>
                    <a:pt x="751912" y="37402"/>
                  </a:lnTo>
                  <a:lnTo>
                    <a:pt x="710005" y="20445"/>
                  </a:lnTo>
                  <a:lnTo>
                    <a:pt x="666280" y="8542"/>
                  </a:lnTo>
                  <a:lnTo>
                    <a:pt x="620776" y="1719"/>
                  </a:lnTo>
                  <a:lnTo>
                    <a:pt x="573535" y="0"/>
                  </a:lnTo>
                  <a:close/>
                </a:path>
              </a:pathLst>
            </a:custGeom>
            <a:solidFill>
              <a:srgbClr val="FFDEB3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91" name="object 1991" descr=""/>
          <p:cNvGrpSpPr/>
          <p:nvPr/>
        </p:nvGrpSpPr>
        <p:grpSpPr>
          <a:xfrm>
            <a:off x="3618549" y="2113202"/>
            <a:ext cx="2921635" cy="2695575"/>
            <a:chOff x="3618549" y="2113202"/>
            <a:chExt cx="2921635" cy="2695575"/>
          </a:xfrm>
        </p:grpSpPr>
        <p:sp>
          <p:nvSpPr>
            <p:cNvPr id="1992" name="object 1992" descr=""/>
            <p:cNvSpPr/>
            <p:nvPr/>
          </p:nvSpPr>
          <p:spPr>
            <a:xfrm>
              <a:off x="3618547" y="2217438"/>
              <a:ext cx="2921635" cy="2591435"/>
            </a:xfrm>
            <a:custGeom>
              <a:avLst/>
              <a:gdLst/>
              <a:ahLst/>
              <a:cxnLst/>
              <a:rect l="l" t="t" r="r" b="b"/>
              <a:pathLst>
                <a:path w="2921634" h="2591435">
                  <a:moveTo>
                    <a:pt x="2921216" y="558660"/>
                  </a:moveTo>
                  <a:lnTo>
                    <a:pt x="2394381" y="558660"/>
                  </a:lnTo>
                  <a:lnTo>
                    <a:pt x="2394381" y="662889"/>
                  </a:lnTo>
                  <a:lnTo>
                    <a:pt x="2301735" y="662889"/>
                  </a:lnTo>
                  <a:lnTo>
                    <a:pt x="2301735" y="558660"/>
                  </a:lnTo>
                  <a:lnTo>
                    <a:pt x="2301735" y="0"/>
                  </a:lnTo>
                  <a:lnTo>
                    <a:pt x="526834" y="0"/>
                  </a:lnTo>
                  <a:lnTo>
                    <a:pt x="526834" y="558660"/>
                  </a:lnTo>
                  <a:lnTo>
                    <a:pt x="0" y="558660"/>
                  </a:lnTo>
                  <a:lnTo>
                    <a:pt x="0" y="662889"/>
                  </a:lnTo>
                  <a:lnTo>
                    <a:pt x="0" y="2591295"/>
                  </a:lnTo>
                  <a:lnTo>
                    <a:pt x="526834" y="2591295"/>
                  </a:lnTo>
                  <a:lnTo>
                    <a:pt x="2394381" y="2591295"/>
                  </a:lnTo>
                  <a:lnTo>
                    <a:pt x="2921216" y="2591295"/>
                  </a:lnTo>
                  <a:lnTo>
                    <a:pt x="2921216" y="662889"/>
                  </a:lnTo>
                  <a:lnTo>
                    <a:pt x="2921216" y="558660"/>
                  </a:lnTo>
                  <a:close/>
                </a:path>
              </a:pathLst>
            </a:custGeom>
            <a:solidFill>
              <a:srgbClr val="FFDE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3" name="object 1993" descr=""/>
            <p:cNvSpPr/>
            <p:nvPr/>
          </p:nvSpPr>
          <p:spPr>
            <a:xfrm>
              <a:off x="4414253" y="3057310"/>
              <a:ext cx="1330325" cy="1751964"/>
            </a:xfrm>
            <a:custGeom>
              <a:avLst/>
              <a:gdLst/>
              <a:ahLst/>
              <a:cxnLst/>
              <a:rect l="l" t="t" r="r" b="b"/>
              <a:pathLst>
                <a:path w="1330325" h="1751964">
                  <a:moveTo>
                    <a:pt x="1329812" y="0"/>
                  </a:moveTo>
                  <a:lnTo>
                    <a:pt x="0" y="0"/>
                  </a:lnTo>
                  <a:lnTo>
                    <a:pt x="0" y="1751412"/>
                  </a:lnTo>
                  <a:lnTo>
                    <a:pt x="1329812" y="1751412"/>
                  </a:lnTo>
                  <a:lnTo>
                    <a:pt x="1329812" y="0"/>
                  </a:lnTo>
                  <a:close/>
                </a:path>
              </a:pathLst>
            </a:custGeom>
            <a:solidFill>
              <a:srgbClr val="FFF3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4" name="object 1994" descr=""/>
            <p:cNvSpPr/>
            <p:nvPr/>
          </p:nvSpPr>
          <p:spPr>
            <a:xfrm>
              <a:off x="4486921" y="3138480"/>
              <a:ext cx="1184910" cy="1670685"/>
            </a:xfrm>
            <a:custGeom>
              <a:avLst/>
              <a:gdLst/>
              <a:ahLst/>
              <a:cxnLst/>
              <a:rect l="l" t="t" r="r" b="b"/>
              <a:pathLst>
                <a:path w="1184910" h="1670685">
                  <a:moveTo>
                    <a:pt x="1184477" y="0"/>
                  </a:moveTo>
                  <a:lnTo>
                    <a:pt x="0" y="0"/>
                  </a:lnTo>
                  <a:lnTo>
                    <a:pt x="0" y="1670242"/>
                  </a:lnTo>
                  <a:lnTo>
                    <a:pt x="1184477" y="1670242"/>
                  </a:lnTo>
                  <a:lnTo>
                    <a:pt x="1184477" y="0"/>
                  </a:lnTo>
                  <a:close/>
                </a:path>
              </a:pathLst>
            </a:custGeom>
            <a:solidFill>
              <a:srgbClr val="FFE9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5" name="object 1995" descr=""/>
            <p:cNvSpPr/>
            <p:nvPr/>
          </p:nvSpPr>
          <p:spPr>
            <a:xfrm>
              <a:off x="4666454" y="3505054"/>
              <a:ext cx="825500" cy="1304290"/>
            </a:xfrm>
            <a:custGeom>
              <a:avLst/>
              <a:gdLst/>
              <a:ahLst/>
              <a:cxnLst/>
              <a:rect l="l" t="t" r="r" b="b"/>
              <a:pathLst>
                <a:path w="825500" h="1304289">
                  <a:moveTo>
                    <a:pt x="412706" y="0"/>
                  </a:moveTo>
                  <a:lnTo>
                    <a:pt x="323347" y="24048"/>
                  </a:lnTo>
                  <a:lnTo>
                    <a:pt x="272493" y="45100"/>
                  </a:lnTo>
                  <a:lnTo>
                    <a:pt x="225558" y="68289"/>
                  </a:lnTo>
                  <a:lnTo>
                    <a:pt x="182672" y="93463"/>
                  </a:lnTo>
                  <a:lnTo>
                    <a:pt x="143964" y="120469"/>
                  </a:lnTo>
                  <a:lnTo>
                    <a:pt x="109566" y="149157"/>
                  </a:lnTo>
                  <a:lnTo>
                    <a:pt x="79607" y="179372"/>
                  </a:lnTo>
                  <a:lnTo>
                    <a:pt x="54218" y="210964"/>
                  </a:lnTo>
                  <a:lnTo>
                    <a:pt x="24413" y="289917"/>
                  </a:lnTo>
                  <a:lnTo>
                    <a:pt x="13821" y="342587"/>
                  </a:lnTo>
                  <a:lnTo>
                    <a:pt x="6182" y="396164"/>
                  </a:lnTo>
                  <a:lnTo>
                    <a:pt x="1555" y="444730"/>
                  </a:lnTo>
                  <a:lnTo>
                    <a:pt x="0" y="482370"/>
                  </a:lnTo>
                  <a:lnTo>
                    <a:pt x="0" y="1303674"/>
                  </a:lnTo>
                  <a:lnTo>
                    <a:pt x="825419" y="1303674"/>
                  </a:lnTo>
                  <a:lnTo>
                    <a:pt x="825419" y="482370"/>
                  </a:lnTo>
                  <a:lnTo>
                    <a:pt x="819237" y="396164"/>
                  </a:lnTo>
                  <a:lnTo>
                    <a:pt x="811598" y="342587"/>
                  </a:lnTo>
                  <a:lnTo>
                    <a:pt x="801006" y="289917"/>
                  </a:lnTo>
                  <a:lnTo>
                    <a:pt x="787521" y="244070"/>
                  </a:lnTo>
                  <a:lnTo>
                    <a:pt x="745812" y="179372"/>
                  </a:lnTo>
                  <a:lnTo>
                    <a:pt x="715853" y="149157"/>
                  </a:lnTo>
                  <a:lnTo>
                    <a:pt x="681455" y="120469"/>
                  </a:lnTo>
                  <a:lnTo>
                    <a:pt x="642747" y="93463"/>
                  </a:lnTo>
                  <a:lnTo>
                    <a:pt x="599860" y="68289"/>
                  </a:lnTo>
                  <a:lnTo>
                    <a:pt x="552925" y="45100"/>
                  </a:lnTo>
                  <a:lnTo>
                    <a:pt x="502072" y="24048"/>
                  </a:lnTo>
                  <a:lnTo>
                    <a:pt x="447431" y="5285"/>
                  </a:lnTo>
                  <a:lnTo>
                    <a:pt x="412706" y="0"/>
                  </a:lnTo>
                  <a:close/>
                </a:path>
              </a:pathLst>
            </a:custGeom>
            <a:solidFill>
              <a:srgbClr val="896C4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6" name="object 1996" descr=""/>
            <p:cNvSpPr/>
            <p:nvPr/>
          </p:nvSpPr>
          <p:spPr>
            <a:xfrm>
              <a:off x="4666454" y="3650607"/>
              <a:ext cx="825500" cy="1010919"/>
            </a:xfrm>
            <a:custGeom>
              <a:avLst/>
              <a:gdLst/>
              <a:ahLst/>
              <a:cxnLst/>
              <a:rect l="l" t="t" r="r" b="b"/>
              <a:pathLst>
                <a:path w="825500" h="1010920">
                  <a:moveTo>
                    <a:pt x="412709" y="0"/>
                  </a:moveTo>
                  <a:lnTo>
                    <a:pt x="323347" y="25796"/>
                  </a:lnTo>
                  <a:lnTo>
                    <a:pt x="272493" y="48381"/>
                  </a:lnTo>
                  <a:lnTo>
                    <a:pt x="225558" y="73259"/>
                  </a:lnTo>
                  <a:lnTo>
                    <a:pt x="182672" y="100267"/>
                  </a:lnTo>
                  <a:lnTo>
                    <a:pt x="143964" y="129243"/>
                  </a:lnTo>
                  <a:lnTo>
                    <a:pt x="109566" y="160021"/>
                  </a:lnTo>
                  <a:lnTo>
                    <a:pt x="79607" y="192439"/>
                  </a:lnTo>
                  <a:lnTo>
                    <a:pt x="54218" y="226333"/>
                  </a:lnTo>
                  <a:lnTo>
                    <a:pt x="37898" y="261852"/>
                  </a:lnTo>
                  <a:lnTo>
                    <a:pt x="24413" y="311037"/>
                  </a:lnTo>
                  <a:lnTo>
                    <a:pt x="13821" y="367542"/>
                  </a:lnTo>
                  <a:lnTo>
                    <a:pt x="6182" y="425020"/>
                  </a:lnTo>
                  <a:lnTo>
                    <a:pt x="1555" y="477124"/>
                  </a:lnTo>
                  <a:lnTo>
                    <a:pt x="0" y="517507"/>
                  </a:lnTo>
                  <a:lnTo>
                    <a:pt x="0" y="1010854"/>
                  </a:lnTo>
                  <a:lnTo>
                    <a:pt x="825419" y="1010854"/>
                  </a:lnTo>
                  <a:lnTo>
                    <a:pt x="825419" y="517507"/>
                  </a:lnTo>
                  <a:lnTo>
                    <a:pt x="823864" y="477124"/>
                  </a:lnTo>
                  <a:lnTo>
                    <a:pt x="819237" y="425020"/>
                  </a:lnTo>
                  <a:lnTo>
                    <a:pt x="811598" y="367542"/>
                  </a:lnTo>
                  <a:lnTo>
                    <a:pt x="801006" y="311037"/>
                  </a:lnTo>
                  <a:lnTo>
                    <a:pt x="787521" y="261852"/>
                  </a:lnTo>
                  <a:lnTo>
                    <a:pt x="771201" y="226333"/>
                  </a:lnTo>
                  <a:lnTo>
                    <a:pt x="745812" y="192439"/>
                  </a:lnTo>
                  <a:lnTo>
                    <a:pt x="715853" y="160021"/>
                  </a:lnTo>
                  <a:lnTo>
                    <a:pt x="681455" y="129243"/>
                  </a:lnTo>
                  <a:lnTo>
                    <a:pt x="642747" y="100267"/>
                  </a:lnTo>
                  <a:lnTo>
                    <a:pt x="599860" y="73259"/>
                  </a:lnTo>
                  <a:lnTo>
                    <a:pt x="552925" y="48381"/>
                  </a:lnTo>
                  <a:lnTo>
                    <a:pt x="502072" y="25796"/>
                  </a:lnTo>
                  <a:lnTo>
                    <a:pt x="447431" y="5669"/>
                  </a:lnTo>
                  <a:lnTo>
                    <a:pt x="412709" y="0"/>
                  </a:lnTo>
                  <a:close/>
                </a:path>
              </a:pathLst>
            </a:custGeom>
            <a:solidFill>
              <a:srgbClr val="009A4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7" name="object 1997" descr=""/>
            <p:cNvSpPr/>
            <p:nvPr/>
          </p:nvSpPr>
          <p:spPr>
            <a:xfrm>
              <a:off x="4666454" y="3797876"/>
              <a:ext cx="825500" cy="1010919"/>
            </a:xfrm>
            <a:custGeom>
              <a:avLst/>
              <a:gdLst/>
              <a:ahLst/>
              <a:cxnLst/>
              <a:rect l="l" t="t" r="r" b="b"/>
              <a:pathLst>
                <a:path w="825500" h="1010920">
                  <a:moveTo>
                    <a:pt x="412709" y="0"/>
                  </a:moveTo>
                  <a:lnTo>
                    <a:pt x="323347" y="25796"/>
                  </a:lnTo>
                  <a:lnTo>
                    <a:pt x="272493" y="48381"/>
                  </a:lnTo>
                  <a:lnTo>
                    <a:pt x="225558" y="73259"/>
                  </a:lnTo>
                  <a:lnTo>
                    <a:pt x="182672" y="100267"/>
                  </a:lnTo>
                  <a:lnTo>
                    <a:pt x="143964" y="129243"/>
                  </a:lnTo>
                  <a:lnTo>
                    <a:pt x="109566" y="160021"/>
                  </a:lnTo>
                  <a:lnTo>
                    <a:pt x="79607" y="192439"/>
                  </a:lnTo>
                  <a:lnTo>
                    <a:pt x="54218" y="226333"/>
                  </a:lnTo>
                  <a:lnTo>
                    <a:pt x="37898" y="261852"/>
                  </a:lnTo>
                  <a:lnTo>
                    <a:pt x="24413" y="311039"/>
                  </a:lnTo>
                  <a:lnTo>
                    <a:pt x="13821" y="367546"/>
                  </a:lnTo>
                  <a:lnTo>
                    <a:pt x="6182" y="425025"/>
                  </a:lnTo>
                  <a:lnTo>
                    <a:pt x="1555" y="477128"/>
                  </a:lnTo>
                  <a:lnTo>
                    <a:pt x="0" y="517507"/>
                  </a:lnTo>
                  <a:lnTo>
                    <a:pt x="0" y="1010854"/>
                  </a:lnTo>
                  <a:lnTo>
                    <a:pt x="825419" y="1010854"/>
                  </a:lnTo>
                  <a:lnTo>
                    <a:pt x="825419" y="517507"/>
                  </a:lnTo>
                  <a:lnTo>
                    <a:pt x="823864" y="477128"/>
                  </a:lnTo>
                  <a:lnTo>
                    <a:pt x="819237" y="425025"/>
                  </a:lnTo>
                  <a:lnTo>
                    <a:pt x="811598" y="367546"/>
                  </a:lnTo>
                  <a:lnTo>
                    <a:pt x="801006" y="311039"/>
                  </a:lnTo>
                  <a:lnTo>
                    <a:pt x="787521" y="261852"/>
                  </a:lnTo>
                  <a:lnTo>
                    <a:pt x="771201" y="226333"/>
                  </a:lnTo>
                  <a:lnTo>
                    <a:pt x="745812" y="192439"/>
                  </a:lnTo>
                  <a:lnTo>
                    <a:pt x="715853" y="160021"/>
                  </a:lnTo>
                  <a:lnTo>
                    <a:pt x="681455" y="129243"/>
                  </a:lnTo>
                  <a:lnTo>
                    <a:pt x="642747" y="100267"/>
                  </a:lnTo>
                  <a:lnTo>
                    <a:pt x="599860" y="73259"/>
                  </a:lnTo>
                  <a:lnTo>
                    <a:pt x="552925" y="48381"/>
                  </a:lnTo>
                  <a:lnTo>
                    <a:pt x="502072" y="25796"/>
                  </a:lnTo>
                  <a:lnTo>
                    <a:pt x="447431" y="5669"/>
                  </a:lnTo>
                  <a:lnTo>
                    <a:pt x="412709" y="0"/>
                  </a:lnTo>
                  <a:close/>
                </a:path>
              </a:pathLst>
            </a:custGeom>
            <a:solidFill>
              <a:srgbClr val="735B3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8" name="object 1998" descr=""/>
            <p:cNvSpPr/>
            <p:nvPr/>
          </p:nvSpPr>
          <p:spPr>
            <a:xfrm>
              <a:off x="3961376" y="3083016"/>
              <a:ext cx="160020" cy="280035"/>
            </a:xfrm>
            <a:custGeom>
              <a:avLst/>
              <a:gdLst/>
              <a:ahLst/>
              <a:cxnLst/>
              <a:rect l="l" t="t" r="r" b="b"/>
              <a:pathLst>
                <a:path w="160020" h="280035">
                  <a:moveTo>
                    <a:pt x="159900" y="0"/>
                  </a:moveTo>
                  <a:lnTo>
                    <a:pt x="0" y="0"/>
                  </a:lnTo>
                  <a:lnTo>
                    <a:pt x="0" y="279782"/>
                  </a:lnTo>
                  <a:lnTo>
                    <a:pt x="159900" y="279782"/>
                  </a:lnTo>
                  <a:lnTo>
                    <a:pt x="159900" y="0"/>
                  </a:lnTo>
                  <a:close/>
                </a:path>
              </a:pathLst>
            </a:custGeom>
            <a:solidFill>
              <a:srgbClr val="7175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9" name="object 1999" descr=""/>
            <p:cNvSpPr/>
            <p:nvPr/>
          </p:nvSpPr>
          <p:spPr>
            <a:xfrm>
              <a:off x="3961371" y="3057327"/>
              <a:ext cx="160020" cy="306070"/>
            </a:xfrm>
            <a:custGeom>
              <a:avLst/>
              <a:gdLst/>
              <a:ahLst/>
              <a:cxnLst/>
              <a:rect l="l" t="t" r="r" b="b"/>
              <a:pathLst>
                <a:path w="160020" h="306070">
                  <a:moveTo>
                    <a:pt x="159905" y="100126"/>
                  </a:moveTo>
                  <a:lnTo>
                    <a:pt x="85712" y="100126"/>
                  </a:lnTo>
                  <a:lnTo>
                    <a:pt x="85712" y="0"/>
                  </a:lnTo>
                  <a:lnTo>
                    <a:pt x="74180" y="0"/>
                  </a:lnTo>
                  <a:lnTo>
                    <a:pt x="74180" y="100126"/>
                  </a:lnTo>
                  <a:lnTo>
                    <a:pt x="0" y="100126"/>
                  </a:lnTo>
                  <a:lnTo>
                    <a:pt x="0" y="112687"/>
                  </a:lnTo>
                  <a:lnTo>
                    <a:pt x="74180" y="112687"/>
                  </a:lnTo>
                  <a:lnTo>
                    <a:pt x="74180" y="170078"/>
                  </a:lnTo>
                  <a:lnTo>
                    <a:pt x="0" y="170078"/>
                  </a:lnTo>
                  <a:lnTo>
                    <a:pt x="0" y="182626"/>
                  </a:lnTo>
                  <a:lnTo>
                    <a:pt x="74180" y="182626"/>
                  </a:lnTo>
                  <a:lnTo>
                    <a:pt x="74180" y="240017"/>
                  </a:lnTo>
                  <a:lnTo>
                    <a:pt x="0" y="240017"/>
                  </a:lnTo>
                  <a:lnTo>
                    <a:pt x="0" y="252577"/>
                  </a:lnTo>
                  <a:lnTo>
                    <a:pt x="74180" y="252577"/>
                  </a:lnTo>
                  <a:lnTo>
                    <a:pt x="74180" y="305473"/>
                  </a:lnTo>
                  <a:lnTo>
                    <a:pt x="85712" y="305473"/>
                  </a:lnTo>
                  <a:lnTo>
                    <a:pt x="85712" y="252577"/>
                  </a:lnTo>
                  <a:lnTo>
                    <a:pt x="159905" y="252577"/>
                  </a:lnTo>
                  <a:lnTo>
                    <a:pt x="159905" y="240017"/>
                  </a:lnTo>
                  <a:lnTo>
                    <a:pt x="85712" y="240017"/>
                  </a:lnTo>
                  <a:lnTo>
                    <a:pt x="85712" y="182626"/>
                  </a:lnTo>
                  <a:lnTo>
                    <a:pt x="159905" y="182626"/>
                  </a:lnTo>
                  <a:lnTo>
                    <a:pt x="159905" y="170078"/>
                  </a:lnTo>
                  <a:lnTo>
                    <a:pt x="85712" y="170078"/>
                  </a:lnTo>
                  <a:lnTo>
                    <a:pt x="85712" y="112687"/>
                  </a:lnTo>
                  <a:lnTo>
                    <a:pt x="159905" y="112687"/>
                  </a:lnTo>
                  <a:lnTo>
                    <a:pt x="159905" y="100126"/>
                  </a:lnTo>
                  <a:close/>
                </a:path>
              </a:pathLst>
            </a:custGeom>
            <a:solidFill>
              <a:srgbClr val="6B6B6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000" name="object 2000" descr="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3937289" y="2977419"/>
              <a:ext cx="208077" cy="105588"/>
            </a:xfrm>
            <a:prstGeom prst="rect">
              <a:avLst/>
            </a:prstGeom>
          </p:spPr>
        </p:pic>
        <p:sp>
          <p:nvSpPr>
            <p:cNvPr id="2001" name="object 2001" descr=""/>
            <p:cNvSpPr/>
            <p:nvPr/>
          </p:nvSpPr>
          <p:spPr>
            <a:xfrm>
              <a:off x="3937293" y="3362798"/>
              <a:ext cx="208279" cy="70485"/>
            </a:xfrm>
            <a:custGeom>
              <a:avLst/>
              <a:gdLst/>
              <a:ahLst/>
              <a:cxnLst/>
              <a:rect l="l" t="t" r="r" b="b"/>
              <a:pathLst>
                <a:path w="208279" h="70485">
                  <a:moveTo>
                    <a:pt x="208077" y="0"/>
                  </a:moveTo>
                  <a:lnTo>
                    <a:pt x="0" y="0"/>
                  </a:lnTo>
                  <a:lnTo>
                    <a:pt x="0" y="70228"/>
                  </a:lnTo>
                  <a:lnTo>
                    <a:pt x="208077" y="70228"/>
                  </a:lnTo>
                  <a:lnTo>
                    <a:pt x="208077" y="0"/>
                  </a:lnTo>
                  <a:close/>
                </a:path>
              </a:pathLst>
            </a:custGeom>
            <a:solidFill>
              <a:srgbClr val="FFE9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2" name="object 2002" descr=""/>
            <p:cNvSpPr/>
            <p:nvPr/>
          </p:nvSpPr>
          <p:spPr>
            <a:xfrm>
              <a:off x="6037051" y="3016086"/>
              <a:ext cx="160020" cy="280035"/>
            </a:xfrm>
            <a:custGeom>
              <a:avLst/>
              <a:gdLst/>
              <a:ahLst/>
              <a:cxnLst/>
              <a:rect l="l" t="t" r="r" b="b"/>
              <a:pathLst>
                <a:path w="160020" h="280035">
                  <a:moveTo>
                    <a:pt x="159900" y="0"/>
                  </a:moveTo>
                  <a:lnTo>
                    <a:pt x="0" y="0"/>
                  </a:lnTo>
                  <a:lnTo>
                    <a:pt x="0" y="279782"/>
                  </a:lnTo>
                  <a:lnTo>
                    <a:pt x="159900" y="279782"/>
                  </a:lnTo>
                  <a:lnTo>
                    <a:pt x="159900" y="0"/>
                  </a:lnTo>
                  <a:close/>
                </a:path>
              </a:pathLst>
            </a:custGeom>
            <a:solidFill>
              <a:srgbClr val="7175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3" name="object 2003" descr=""/>
            <p:cNvSpPr/>
            <p:nvPr/>
          </p:nvSpPr>
          <p:spPr>
            <a:xfrm>
              <a:off x="6037047" y="2990398"/>
              <a:ext cx="160020" cy="306070"/>
            </a:xfrm>
            <a:custGeom>
              <a:avLst/>
              <a:gdLst/>
              <a:ahLst/>
              <a:cxnLst/>
              <a:rect l="l" t="t" r="r" b="b"/>
              <a:pathLst>
                <a:path w="160020" h="306070">
                  <a:moveTo>
                    <a:pt x="159905" y="100126"/>
                  </a:moveTo>
                  <a:lnTo>
                    <a:pt x="85712" y="100126"/>
                  </a:lnTo>
                  <a:lnTo>
                    <a:pt x="85712" y="0"/>
                  </a:lnTo>
                  <a:lnTo>
                    <a:pt x="74180" y="0"/>
                  </a:lnTo>
                  <a:lnTo>
                    <a:pt x="74180" y="100126"/>
                  </a:lnTo>
                  <a:lnTo>
                    <a:pt x="0" y="100126"/>
                  </a:lnTo>
                  <a:lnTo>
                    <a:pt x="0" y="112687"/>
                  </a:lnTo>
                  <a:lnTo>
                    <a:pt x="74180" y="112687"/>
                  </a:lnTo>
                  <a:lnTo>
                    <a:pt x="74180" y="170078"/>
                  </a:lnTo>
                  <a:lnTo>
                    <a:pt x="0" y="170078"/>
                  </a:lnTo>
                  <a:lnTo>
                    <a:pt x="0" y="182626"/>
                  </a:lnTo>
                  <a:lnTo>
                    <a:pt x="74180" y="182626"/>
                  </a:lnTo>
                  <a:lnTo>
                    <a:pt x="74180" y="240017"/>
                  </a:lnTo>
                  <a:lnTo>
                    <a:pt x="0" y="240017"/>
                  </a:lnTo>
                  <a:lnTo>
                    <a:pt x="0" y="252577"/>
                  </a:lnTo>
                  <a:lnTo>
                    <a:pt x="74180" y="252577"/>
                  </a:lnTo>
                  <a:lnTo>
                    <a:pt x="74180" y="305473"/>
                  </a:lnTo>
                  <a:lnTo>
                    <a:pt x="85712" y="305473"/>
                  </a:lnTo>
                  <a:lnTo>
                    <a:pt x="85712" y="252577"/>
                  </a:lnTo>
                  <a:lnTo>
                    <a:pt x="159905" y="252577"/>
                  </a:lnTo>
                  <a:lnTo>
                    <a:pt x="159905" y="240017"/>
                  </a:lnTo>
                  <a:lnTo>
                    <a:pt x="85712" y="240017"/>
                  </a:lnTo>
                  <a:lnTo>
                    <a:pt x="85712" y="182626"/>
                  </a:lnTo>
                  <a:lnTo>
                    <a:pt x="159905" y="182626"/>
                  </a:lnTo>
                  <a:lnTo>
                    <a:pt x="159905" y="170078"/>
                  </a:lnTo>
                  <a:lnTo>
                    <a:pt x="85712" y="170078"/>
                  </a:lnTo>
                  <a:lnTo>
                    <a:pt x="85712" y="112687"/>
                  </a:lnTo>
                  <a:lnTo>
                    <a:pt x="159905" y="112687"/>
                  </a:lnTo>
                  <a:lnTo>
                    <a:pt x="159905" y="100126"/>
                  </a:lnTo>
                  <a:close/>
                </a:path>
              </a:pathLst>
            </a:custGeom>
            <a:solidFill>
              <a:srgbClr val="6B6B6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004" name="object 2004" descr="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6012963" y="2910490"/>
              <a:ext cx="208077" cy="105588"/>
            </a:xfrm>
            <a:prstGeom prst="rect">
              <a:avLst/>
            </a:prstGeom>
          </p:spPr>
        </p:pic>
        <p:sp>
          <p:nvSpPr>
            <p:cNvPr id="2005" name="object 2005" descr=""/>
            <p:cNvSpPr/>
            <p:nvPr/>
          </p:nvSpPr>
          <p:spPr>
            <a:xfrm>
              <a:off x="3775570" y="3295871"/>
              <a:ext cx="2446020" cy="1228090"/>
            </a:xfrm>
            <a:custGeom>
              <a:avLst/>
              <a:gdLst/>
              <a:ahLst/>
              <a:cxnLst/>
              <a:rect l="l" t="t" r="r" b="b"/>
              <a:pathLst>
                <a:path w="2446020" h="1228089">
                  <a:moveTo>
                    <a:pt x="531507" y="864133"/>
                  </a:moveTo>
                  <a:lnTo>
                    <a:pt x="529259" y="815987"/>
                  </a:lnTo>
                  <a:lnTo>
                    <a:pt x="522605" y="753681"/>
                  </a:lnTo>
                  <a:lnTo>
                    <a:pt x="511670" y="692988"/>
                  </a:lnTo>
                  <a:lnTo>
                    <a:pt x="496582" y="649681"/>
                  </a:lnTo>
                  <a:lnTo>
                    <a:pt x="453834" y="593090"/>
                  </a:lnTo>
                  <a:lnTo>
                    <a:pt x="395630" y="543306"/>
                  </a:lnTo>
                  <a:lnTo>
                    <a:pt x="354533" y="520357"/>
                  </a:lnTo>
                  <a:lnTo>
                    <a:pt x="310794" y="506590"/>
                  </a:lnTo>
                  <a:lnTo>
                    <a:pt x="265747" y="502005"/>
                  </a:lnTo>
                  <a:lnTo>
                    <a:pt x="220700" y="506590"/>
                  </a:lnTo>
                  <a:lnTo>
                    <a:pt x="176974" y="520357"/>
                  </a:lnTo>
                  <a:lnTo>
                    <a:pt x="135864" y="543306"/>
                  </a:lnTo>
                  <a:lnTo>
                    <a:pt x="104902" y="567245"/>
                  </a:lnTo>
                  <a:lnTo>
                    <a:pt x="54292" y="620636"/>
                  </a:lnTo>
                  <a:lnTo>
                    <a:pt x="19837" y="692988"/>
                  </a:lnTo>
                  <a:lnTo>
                    <a:pt x="8902" y="753681"/>
                  </a:lnTo>
                  <a:lnTo>
                    <a:pt x="2247" y="815987"/>
                  </a:lnTo>
                  <a:lnTo>
                    <a:pt x="0" y="864133"/>
                  </a:lnTo>
                  <a:lnTo>
                    <a:pt x="0" y="1227493"/>
                  </a:lnTo>
                  <a:lnTo>
                    <a:pt x="531507" y="1227493"/>
                  </a:lnTo>
                  <a:lnTo>
                    <a:pt x="531507" y="864133"/>
                  </a:lnTo>
                  <a:close/>
                </a:path>
                <a:path w="2446020" h="1228089">
                  <a:moveTo>
                    <a:pt x="2445474" y="0"/>
                  </a:moveTo>
                  <a:lnTo>
                    <a:pt x="2237397" y="0"/>
                  </a:lnTo>
                  <a:lnTo>
                    <a:pt x="2237397" y="70231"/>
                  </a:lnTo>
                  <a:lnTo>
                    <a:pt x="2445474" y="70231"/>
                  </a:lnTo>
                  <a:lnTo>
                    <a:pt x="2445474" y="0"/>
                  </a:lnTo>
                  <a:close/>
                </a:path>
              </a:pathLst>
            </a:custGeom>
            <a:solidFill>
              <a:srgbClr val="FFE9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6" name="object 2006" descr=""/>
            <p:cNvSpPr/>
            <p:nvPr/>
          </p:nvSpPr>
          <p:spPr>
            <a:xfrm>
              <a:off x="3821148" y="3868874"/>
              <a:ext cx="440690" cy="654685"/>
            </a:xfrm>
            <a:custGeom>
              <a:avLst/>
              <a:gdLst/>
              <a:ahLst/>
              <a:cxnLst/>
              <a:rect l="l" t="t" r="r" b="b"/>
              <a:pathLst>
                <a:path w="440689" h="654685">
                  <a:moveTo>
                    <a:pt x="242642" y="0"/>
                  </a:moveTo>
                  <a:lnTo>
                    <a:pt x="197717" y="0"/>
                  </a:lnTo>
                  <a:lnTo>
                    <a:pt x="153731" y="11949"/>
                  </a:lnTo>
                  <a:lnTo>
                    <a:pt x="112562" y="35848"/>
                  </a:lnTo>
                  <a:lnTo>
                    <a:pt x="64344" y="80857"/>
                  </a:lnTo>
                  <a:lnTo>
                    <a:pt x="28920" y="132023"/>
                  </a:lnTo>
                  <a:lnTo>
                    <a:pt x="16428" y="171183"/>
                  </a:lnTo>
                  <a:lnTo>
                    <a:pt x="7372" y="226064"/>
                  </a:lnTo>
                  <a:lnTo>
                    <a:pt x="1861" y="282403"/>
                  </a:lnTo>
                  <a:lnTo>
                    <a:pt x="0" y="325933"/>
                  </a:lnTo>
                  <a:lnTo>
                    <a:pt x="0" y="654488"/>
                  </a:lnTo>
                  <a:lnTo>
                    <a:pt x="440363" y="654488"/>
                  </a:lnTo>
                  <a:lnTo>
                    <a:pt x="440363" y="325933"/>
                  </a:lnTo>
                  <a:lnTo>
                    <a:pt x="438502" y="282403"/>
                  </a:lnTo>
                  <a:lnTo>
                    <a:pt x="432989" y="226064"/>
                  </a:lnTo>
                  <a:lnTo>
                    <a:pt x="423930" y="171183"/>
                  </a:lnTo>
                  <a:lnTo>
                    <a:pt x="411432" y="132023"/>
                  </a:lnTo>
                  <a:lnTo>
                    <a:pt x="376008" y="80857"/>
                  </a:lnTo>
                  <a:lnTo>
                    <a:pt x="327791" y="35848"/>
                  </a:lnTo>
                  <a:lnTo>
                    <a:pt x="286627" y="11949"/>
                  </a:lnTo>
                  <a:lnTo>
                    <a:pt x="242642" y="0"/>
                  </a:lnTo>
                  <a:close/>
                </a:path>
              </a:pathLst>
            </a:custGeom>
            <a:solidFill>
              <a:srgbClr val="C2A9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7" name="object 2007" descr=""/>
            <p:cNvSpPr/>
            <p:nvPr/>
          </p:nvSpPr>
          <p:spPr>
            <a:xfrm>
              <a:off x="3906281" y="4024649"/>
              <a:ext cx="270510" cy="499109"/>
            </a:xfrm>
            <a:custGeom>
              <a:avLst/>
              <a:gdLst/>
              <a:ahLst/>
              <a:cxnLst/>
              <a:rect l="l" t="t" r="r" b="b"/>
              <a:pathLst>
                <a:path w="270510" h="499110">
                  <a:moveTo>
                    <a:pt x="135043" y="0"/>
                  </a:moveTo>
                  <a:lnTo>
                    <a:pt x="101210" y="18191"/>
                  </a:lnTo>
                  <a:lnTo>
                    <a:pt x="72509" y="44397"/>
                  </a:lnTo>
                  <a:lnTo>
                    <a:pt x="31988" y="101431"/>
                  </a:lnTo>
                  <a:lnTo>
                    <a:pt x="17409" y="146539"/>
                  </a:lnTo>
                  <a:lnTo>
                    <a:pt x="16407" y="162874"/>
                  </a:lnTo>
                  <a:lnTo>
                    <a:pt x="16407" y="183659"/>
                  </a:lnTo>
                  <a:lnTo>
                    <a:pt x="0" y="183659"/>
                  </a:lnTo>
                  <a:lnTo>
                    <a:pt x="0" y="498717"/>
                  </a:lnTo>
                  <a:lnTo>
                    <a:pt x="270086" y="498717"/>
                  </a:lnTo>
                  <a:lnTo>
                    <a:pt x="270086" y="183659"/>
                  </a:lnTo>
                  <a:lnTo>
                    <a:pt x="253688" y="183659"/>
                  </a:lnTo>
                  <a:lnTo>
                    <a:pt x="253688" y="162874"/>
                  </a:lnTo>
                  <a:lnTo>
                    <a:pt x="244836" y="115540"/>
                  </a:lnTo>
                  <a:lnTo>
                    <a:pt x="220784" y="73763"/>
                  </a:lnTo>
                  <a:lnTo>
                    <a:pt x="168881" y="18191"/>
                  </a:lnTo>
                  <a:lnTo>
                    <a:pt x="135043" y="0"/>
                  </a:lnTo>
                  <a:close/>
                </a:path>
              </a:pathLst>
            </a:custGeom>
            <a:solidFill>
              <a:srgbClr val="896C4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8" name="object 2008" descr=""/>
            <p:cNvSpPr/>
            <p:nvPr/>
          </p:nvSpPr>
          <p:spPr>
            <a:xfrm>
              <a:off x="3966236" y="3868339"/>
              <a:ext cx="295275" cy="655320"/>
            </a:xfrm>
            <a:custGeom>
              <a:avLst/>
              <a:gdLst/>
              <a:ahLst/>
              <a:cxnLst/>
              <a:rect l="l" t="t" r="r" b="b"/>
              <a:pathLst>
                <a:path w="295275" h="655320">
                  <a:moveTo>
                    <a:pt x="93006" y="0"/>
                  </a:moveTo>
                  <a:lnTo>
                    <a:pt x="45827" y="1597"/>
                  </a:lnTo>
                  <a:lnTo>
                    <a:pt x="0" y="16386"/>
                  </a:lnTo>
                  <a:lnTo>
                    <a:pt x="8359" y="20675"/>
                  </a:lnTo>
                  <a:lnTo>
                    <a:pt x="16575" y="25436"/>
                  </a:lnTo>
                  <a:lnTo>
                    <a:pt x="58178" y="58033"/>
                  </a:lnTo>
                  <a:lnTo>
                    <a:pt x="100108" y="106296"/>
                  </a:lnTo>
                  <a:lnTo>
                    <a:pt x="128662" y="171716"/>
                  </a:lnTo>
                  <a:lnTo>
                    <a:pt x="137720" y="226599"/>
                  </a:lnTo>
                  <a:lnTo>
                    <a:pt x="143233" y="282940"/>
                  </a:lnTo>
                  <a:lnTo>
                    <a:pt x="145095" y="326471"/>
                  </a:lnTo>
                  <a:lnTo>
                    <a:pt x="145095" y="655027"/>
                  </a:lnTo>
                  <a:lnTo>
                    <a:pt x="295268" y="655027"/>
                  </a:lnTo>
                  <a:lnTo>
                    <a:pt x="295268" y="326471"/>
                  </a:lnTo>
                  <a:lnTo>
                    <a:pt x="293407" y="282940"/>
                  </a:lnTo>
                  <a:lnTo>
                    <a:pt x="287895" y="226599"/>
                  </a:lnTo>
                  <a:lnTo>
                    <a:pt x="278840" y="171716"/>
                  </a:lnTo>
                  <a:lnTo>
                    <a:pt x="266347" y="132561"/>
                  </a:lnTo>
                  <a:lnTo>
                    <a:pt x="230923" y="81395"/>
                  </a:lnTo>
                  <a:lnTo>
                    <a:pt x="182706" y="36386"/>
                  </a:lnTo>
                  <a:lnTo>
                    <a:pt x="139358" y="11595"/>
                  </a:lnTo>
                  <a:lnTo>
                    <a:pt x="93006" y="0"/>
                  </a:lnTo>
                  <a:close/>
                </a:path>
              </a:pathLst>
            </a:custGeom>
            <a:solidFill>
              <a:srgbClr val="423424">
                <a:alpha val="66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9" name="object 2009" descr=""/>
            <p:cNvSpPr/>
            <p:nvPr/>
          </p:nvSpPr>
          <p:spPr>
            <a:xfrm>
              <a:off x="5851253" y="3797872"/>
              <a:ext cx="532130" cy="725805"/>
            </a:xfrm>
            <a:custGeom>
              <a:avLst/>
              <a:gdLst/>
              <a:ahLst/>
              <a:cxnLst/>
              <a:rect l="l" t="t" r="r" b="b"/>
              <a:pathLst>
                <a:path w="532129" h="725804">
                  <a:moveTo>
                    <a:pt x="265749" y="0"/>
                  </a:moveTo>
                  <a:lnTo>
                    <a:pt x="220703" y="4588"/>
                  </a:lnTo>
                  <a:lnTo>
                    <a:pt x="176969" y="18355"/>
                  </a:lnTo>
                  <a:lnTo>
                    <a:pt x="135859" y="41299"/>
                  </a:lnTo>
                  <a:lnTo>
                    <a:pt x="104899" y="65243"/>
                  </a:lnTo>
                  <a:lnTo>
                    <a:pt x="54290" y="118623"/>
                  </a:lnTo>
                  <a:lnTo>
                    <a:pt x="19829" y="190976"/>
                  </a:lnTo>
                  <a:lnTo>
                    <a:pt x="8898" y="251672"/>
                  </a:lnTo>
                  <a:lnTo>
                    <a:pt x="2246" y="313982"/>
                  </a:lnTo>
                  <a:lnTo>
                    <a:pt x="0" y="362127"/>
                  </a:lnTo>
                  <a:lnTo>
                    <a:pt x="0" y="725488"/>
                  </a:lnTo>
                  <a:lnTo>
                    <a:pt x="531502" y="725488"/>
                  </a:lnTo>
                  <a:lnTo>
                    <a:pt x="531502" y="362127"/>
                  </a:lnTo>
                  <a:lnTo>
                    <a:pt x="529255" y="313982"/>
                  </a:lnTo>
                  <a:lnTo>
                    <a:pt x="522601" y="251672"/>
                  </a:lnTo>
                  <a:lnTo>
                    <a:pt x="511667" y="190976"/>
                  </a:lnTo>
                  <a:lnTo>
                    <a:pt x="496581" y="147673"/>
                  </a:lnTo>
                  <a:lnTo>
                    <a:pt x="453830" y="91082"/>
                  </a:lnTo>
                  <a:lnTo>
                    <a:pt x="395631" y="41299"/>
                  </a:lnTo>
                  <a:lnTo>
                    <a:pt x="354526" y="18355"/>
                  </a:lnTo>
                  <a:lnTo>
                    <a:pt x="310794" y="4588"/>
                  </a:lnTo>
                  <a:lnTo>
                    <a:pt x="265749" y="0"/>
                  </a:lnTo>
                  <a:close/>
                </a:path>
              </a:pathLst>
            </a:custGeom>
            <a:solidFill>
              <a:srgbClr val="FFE9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0" name="object 2010" descr=""/>
            <p:cNvSpPr/>
            <p:nvPr/>
          </p:nvSpPr>
          <p:spPr>
            <a:xfrm>
              <a:off x="5896822" y="3868874"/>
              <a:ext cx="440690" cy="654685"/>
            </a:xfrm>
            <a:custGeom>
              <a:avLst/>
              <a:gdLst/>
              <a:ahLst/>
              <a:cxnLst/>
              <a:rect l="l" t="t" r="r" b="b"/>
              <a:pathLst>
                <a:path w="440689" h="654685">
                  <a:moveTo>
                    <a:pt x="242642" y="0"/>
                  </a:moveTo>
                  <a:lnTo>
                    <a:pt x="197717" y="0"/>
                  </a:lnTo>
                  <a:lnTo>
                    <a:pt x="153731" y="11949"/>
                  </a:lnTo>
                  <a:lnTo>
                    <a:pt x="112562" y="35848"/>
                  </a:lnTo>
                  <a:lnTo>
                    <a:pt x="64344" y="80857"/>
                  </a:lnTo>
                  <a:lnTo>
                    <a:pt x="28920" y="132023"/>
                  </a:lnTo>
                  <a:lnTo>
                    <a:pt x="16428" y="171183"/>
                  </a:lnTo>
                  <a:lnTo>
                    <a:pt x="7372" y="226064"/>
                  </a:lnTo>
                  <a:lnTo>
                    <a:pt x="1861" y="282403"/>
                  </a:lnTo>
                  <a:lnTo>
                    <a:pt x="0" y="325933"/>
                  </a:lnTo>
                  <a:lnTo>
                    <a:pt x="0" y="654488"/>
                  </a:lnTo>
                  <a:lnTo>
                    <a:pt x="440363" y="654488"/>
                  </a:lnTo>
                  <a:lnTo>
                    <a:pt x="440363" y="325933"/>
                  </a:lnTo>
                  <a:lnTo>
                    <a:pt x="438502" y="282403"/>
                  </a:lnTo>
                  <a:lnTo>
                    <a:pt x="432989" y="226064"/>
                  </a:lnTo>
                  <a:lnTo>
                    <a:pt x="423930" y="171183"/>
                  </a:lnTo>
                  <a:lnTo>
                    <a:pt x="411432" y="132023"/>
                  </a:lnTo>
                  <a:lnTo>
                    <a:pt x="376008" y="80857"/>
                  </a:lnTo>
                  <a:lnTo>
                    <a:pt x="327791" y="35848"/>
                  </a:lnTo>
                  <a:lnTo>
                    <a:pt x="286627" y="11949"/>
                  </a:lnTo>
                  <a:lnTo>
                    <a:pt x="242642" y="0"/>
                  </a:lnTo>
                  <a:close/>
                </a:path>
              </a:pathLst>
            </a:custGeom>
            <a:solidFill>
              <a:srgbClr val="C2A9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1" name="object 2011" descr=""/>
            <p:cNvSpPr/>
            <p:nvPr/>
          </p:nvSpPr>
          <p:spPr>
            <a:xfrm>
              <a:off x="5981956" y="4024649"/>
              <a:ext cx="270510" cy="499109"/>
            </a:xfrm>
            <a:custGeom>
              <a:avLst/>
              <a:gdLst/>
              <a:ahLst/>
              <a:cxnLst/>
              <a:rect l="l" t="t" r="r" b="b"/>
              <a:pathLst>
                <a:path w="270510" h="499110">
                  <a:moveTo>
                    <a:pt x="135043" y="0"/>
                  </a:moveTo>
                  <a:lnTo>
                    <a:pt x="101209" y="18191"/>
                  </a:lnTo>
                  <a:lnTo>
                    <a:pt x="72505" y="44397"/>
                  </a:lnTo>
                  <a:lnTo>
                    <a:pt x="31988" y="101431"/>
                  </a:lnTo>
                  <a:lnTo>
                    <a:pt x="17409" y="146539"/>
                  </a:lnTo>
                  <a:lnTo>
                    <a:pt x="16407" y="162874"/>
                  </a:lnTo>
                  <a:lnTo>
                    <a:pt x="16407" y="183659"/>
                  </a:lnTo>
                  <a:lnTo>
                    <a:pt x="0" y="183659"/>
                  </a:lnTo>
                  <a:lnTo>
                    <a:pt x="0" y="498717"/>
                  </a:lnTo>
                  <a:lnTo>
                    <a:pt x="270086" y="498717"/>
                  </a:lnTo>
                  <a:lnTo>
                    <a:pt x="270086" y="183659"/>
                  </a:lnTo>
                  <a:lnTo>
                    <a:pt x="253688" y="183659"/>
                  </a:lnTo>
                  <a:lnTo>
                    <a:pt x="253688" y="162874"/>
                  </a:lnTo>
                  <a:lnTo>
                    <a:pt x="244836" y="115540"/>
                  </a:lnTo>
                  <a:lnTo>
                    <a:pt x="220783" y="73763"/>
                  </a:lnTo>
                  <a:lnTo>
                    <a:pt x="168876" y="18191"/>
                  </a:lnTo>
                  <a:lnTo>
                    <a:pt x="135043" y="0"/>
                  </a:lnTo>
                  <a:close/>
                </a:path>
              </a:pathLst>
            </a:custGeom>
            <a:solidFill>
              <a:srgbClr val="896C4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2" name="object 2012" descr=""/>
            <p:cNvSpPr/>
            <p:nvPr/>
          </p:nvSpPr>
          <p:spPr>
            <a:xfrm>
              <a:off x="6041910" y="3868339"/>
              <a:ext cx="295275" cy="655320"/>
            </a:xfrm>
            <a:custGeom>
              <a:avLst/>
              <a:gdLst/>
              <a:ahLst/>
              <a:cxnLst/>
              <a:rect l="l" t="t" r="r" b="b"/>
              <a:pathLst>
                <a:path w="295275" h="655320">
                  <a:moveTo>
                    <a:pt x="93006" y="0"/>
                  </a:moveTo>
                  <a:lnTo>
                    <a:pt x="45827" y="1597"/>
                  </a:lnTo>
                  <a:lnTo>
                    <a:pt x="0" y="16386"/>
                  </a:lnTo>
                  <a:lnTo>
                    <a:pt x="8359" y="20675"/>
                  </a:lnTo>
                  <a:lnTo>
                    <a:pt x="16575" y="25436"/>
                  </a:lnTo>
                  <a:lnTo>
                    <a:pt x="58178" y="58033"/>
                  </a:lnTo>
                  <a:lnTo>
                    <a:pt x="100108" y="106296"/>
                  </a:lnTo>
                  <a:lnTo>
                    <a:pt x="128662" y="171716"/>
                  </a:lnTo>
                  <a:lnTo>
                    <a:pt x="137720" y="226599"/>
                  </a:lnTo>
                  <a:lnTo>
                    <a:pt x="143233" y="282940"/>
                  </a:lnTo>
                  <a:lnTo>
                    <a:pt x="145095" y="326471"/>
                  </a:lnTo>
                  <a:lnTo>
                    <a:pt x="145095" y="655027"/>
                  </a:lnTo>
                  <a:lnTo>
                    <a:pt x="295268" y="655027"/>
                  </a:lnTo>
                  <a:lnTo>
                    <a:pt x="295268" y="326471"/>
                  </a:lnTo>
                  <a:lnTo>
                    <a:pt x="293407" y="282940"/>
                  </a:lnTo>
                  <a:lnTo>
                    <a:pt x="287895" y="226599"/>
                  </a:lnTo>
                  <a:lnTo>
                    <a:pt x="278840" y="171716"/>
                  </a:lnTo>
                  <a:lnTo>
                    <a:pt x="266347" y="132561"/>
                  </a:lnTo>
                  <a:lnTo>
                    <a:pt x="230923" y="81395"/>
                  </a:lnTo>
                  <a:lnTo>
                    <a:pt x="182706" y="36386"/>
                  </a:lnTo>
                  <a:lnTo>
                    <a:pt x="139358" y="11595"/>
                  </a:lnTo>
                  <a:lnTo>
                    <a:pt x="93006" y="0"/>
                  </a:lnTo>
                  <a:close/>
                </a:path>
              </a:pathLst>
            </a:custGeom>
            <a:solidFill>
              <a:srgbClr val="423424">
                <a:alpha val="66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3" name="object 2013" descr=""/>
            <p:cNvSpPr/>
            <p:nvPr/>
          </p:nvSpPr>
          <p:spPr>
            <a:xfrm>
              <a:off x="4904838" y="2341865"/>
              <a:ext cx="349250" cy="612140"/>
            </a:xfrm>
            <a:custGeom>
              <a:avLst/>
              <a:gdLst/>
              <a:ahLst/>
              <a:cxnLst/>
              <a:rect l="l" t="t" r="r" b="b"/>
              <a:pathLst>
                <a:path w="349250" h="612139">
                  <a:moveTo>
                    <a:pt x="174329" y="0"/>
                  </a:moveTo>
                  <a:lnTo>
                    <a:pt x="127985" y="6227"/>
                  </a:lnTo>
                  <a:lnTo>
                    <a:pt x="86342" y="23800"/>
                  </a:lnTo>
                  <a:lnTo>
                    <a:pt x="51059" y="51058"/>
                  </a:lnTo>
                  <a:lnTo>
                    <a:pt x="23801" y="86339"/>
                  </a:lnTo>
                  <a:lnTo>
                    <a:pt x="6227" y="127979"/>
                  </a:lnTo>
                  <a:lnTo>
                    <a:pt x="0" y="174319"/>
                  </a:lnTo>
                  <a:lnTo>
                    <a:pt x="0" y="611866"/>
                  </a:lnTo>
                  <a:lnTo>
                    <a:pt x="348649" y="611866"/>
                  </a:lnTo>
                  <a:lnTo>
                    <a:pt x="348649" y="174319"/>
                  </a:lnTo>
                  <a:lnTo>
                    <a:pt x="342421" y="127979"/>
                  </a:lnTo>
                  <a:lnTo>
                    <a:pt x="324848" y="86339"/>
                  </a:lnTo>
                  <a:lnTo>
                    <a:pt x="297590" y="51058"/>
                  </a:lnTo>
                  <a:lnTo>
                    <a:pt x="262310" y="23800"/>
                  </a:lnTo>
                  <a:lnTo>
                    <a:pt x="220669" y="6227"/>
                  </a:lnTo>
                  <a:lnTo>
                    <a:pt x="174329" y="0"/>
                  </a:lnTo>
                  <a:close/>
                </a:path>
              </a:pathLst>
            </a:custGeom>
            <a:solidFill>
              <a:srgbClr val="FFE9C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014" name="object 2014" descr="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4962218" y="2679336"/>
              <a:ext cx="89683" cy="180141"/>
            </a:xfrm>
            <a:prstGeom prst="rect">
              <a:avLst/>
            </a:prstGeom>
          </p:spPr>
        </p:pic>
        <p:pic>
          <p:nvPicPr>
            <p:cNvPr id="2015" name="object 2015" descr="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5102189" y="2679336"/>
              <a:ext cx="89683" cy="180141"/>
            </a:xfrm>
            <a:prstGeom prst="rect">
              <a:avLst/>
            </a:prstGeom>
          </p:spPr>
        </p:pic>
        <p:pic>
          <p:nvPicPr>
            <p:cNvPr id="2016" name="object 2016" descr=""/>
            <p:cNvPicPr/>
            <p:nvPr/>
          </p:nvPicPr>
          <p:blipFill>
            <a:blip r:embed="rId65" cstate="print"/>
            <a:stretch>
              <a:fillRect/>
            </a:stretch>
          </p:blipFill>
          <p:spPr>
            <a:xfrm>
              <a:off x="5013895" y="2412706"/>
              <a:ext cx="132959" cy="147492"/>
            </a:xfrm>
            <a:prstGeom prst="rect">
              <a:avLst/>
            </a:prstGeom>
          </p:spPr>
        </p:pic>
        <p:sp>
          <p:nvSpPr>
            <p:cNvPr id="2017" name="object 2017" descr=""/>
            <p:cNvSpPr/>
            <p:nvPr/>
          </p:nvSpPr>
          <p:spPr>
            <a:xfrm>
              <a:off x="4454220" y="3174955"/>
              <a:ext cx="1279525" cy="1459865"/>
            </a:xfrm>
            <a:custGeom>
              <a:avLst/>
              <a:gdLst/>
              <a:ahLst/>
              <a:cxnLst/>
              <a:rect l="l" t="t" r="r" b="b"/>
              <a:pathLst>
                <a:path w="1279525" h="1459864">
                  <a:moveTo>
                    <a:pt x="76492" y="820839"/>
                  </a:moveTo>
                  <a:lnTo>
                    <a:pt x="0" y="820839"/>
                  </a:lnTo>
                  <a:lnTo>
                    <a:pt x="0" y="854125"/>
                  </a:lnTo>
                  <a:lnTo>
                    <a:pt x="76492" y="854125"/>
                  </a:lnTo>
                  <a:lnTo>
                    <a:pt x="76492" y="820839"/>
                  </a:lnTo>
                  <a:close/>
                </a:path>
                <a:path w="1279525" h="1459864">
                  <a:moveTo>
                    <a:pt x="109194" y="1426057"/>
                  </a:moveTo>
                  <a:lnTo>
                    <a:pt x="32689" y="1426057"/>
                  </a:lnTo>
                  <a:lnTo>
                    <a:pt x="32689" y="1459344"/>
                  </a:lnTo>
                  <a:lnTo>
                    <a:pt x="109194" y="1459344"/>
                  </a:lnTo>
                  <a:lnTo>
                    <a:pt x="109194" y="1426057"/>
                  </a:lnTo>
                  <a:close/>
                </a:path>
                <a:path w="1279525" h="1459864">
                  <a:moveTo>
                    <a:pt x="130949" y="743191"/>
                  </a:moveTo>
                  <a:lnTo>
                    <a:pt x="54457" y="743191"/>
                  </a:lnTo>
                  <a:lnTo>
                    <a:pt x="54457" y="776465"/>
                  </a:lnTo>
                  <a:lnTo>
                    <a:pt x="130949" y="776465"/>
                  </a:lnTo>
                  <a:lnTo>
                    <a:pt x="130949" y="743191"/>
                  </a:lnTo>
                  <a:close/>
                </a:path>
                <a:path w="1279525" h="1459864">
                  <a:moveTo>
                    <a:pt x="163652" y="1348409"/>
                  </a:moveTo>
                  <a:lnTo>
                    <a:pt x="87147" y="1348409"/>
                  </a:lnTo>
                  <a:lnTo>
                    <a:pt x="87147" y="1381683"/>
                  </a:lnTo>
                  <a:lnTo>
                    <a:pt x="163652" y="1381683"/>
                  </a:lnTo>
                  <a:lnTo>
                    <a:pt x="163652" y="1348409"/>
                  </a:lnTo>
                  <a:close/>
                </a:path>
                <a:path w="1279525" h="1459864">
                  <a:moveTo>
                    <a:pt x="178917" y="785660"/>
                  </a:moveTo>
                  <a:lnTo>
                    <a:pt x="102425" y="785660"/>
                  </a:lnTo>
                  <a:lnTo>
                    <a:pt x="102425" y="818934"/>
                  </a:lnTo>
                  <a:lnTo>
                    <a:pt x="178917" y="818934"/>
                  </a:lnTo>
                  <a:lnTo>
                    <a:pt x="178917" y="785660"/>
                  </a:lnTo>
                  <a:close/>
                </a:path>
                <a:path w="1279525" h="1459864">
                  <a:moveTo>
                    <a:pt x="211620" y="1390878"/>
                  </a:moveTo>
                  <a:lnTo>
                    <a:pt x="135115" y="1390878"/>
                  </a:lnTo>
                  <a:lnTo>
                    <a:pt x="135115" y="1424152"/>
                  </a:lnTo>
                  <a:lnTo>
                    <a:pt x="211620" y="1424152"/>
                  </a:lnTo>
                  <a:lnTo>
                    <a:pt x="211620" y="1390878"/>
                  </a:lnTo>
                  <a:close/>
                </a:path>
                <a:path w="1279525" h="1459864">
                  <a:moveTo>
                    <a:pt x="288734" y="143103"/>
                  </a:moveTo>
                  <a:lnTo>
                    <a:pt x="212229" y="143103"/>
                  </a:lnTo>
                  <a:lnTo>
                    <a:pt x="212229" y="176377"/>
                  </a:lnTo>
                  <a:lnTo>
                    <a:pt x="288734" y="176377"/>
                  </a:lnTo>
                  <a:lnTo>
                    <a:pt x="288734" y="143103"/>
                  </a:lnTo>
                  <a:close/>
                </a:path>
                <a:path w="1279525" h="1459864">
                  <a:moveTo>
                    <a:pt x="343192" y="65443"/>
                  </a:moveTo>
                  <a:lnTo>
                    <a:pt x="266687" y="65443"/>
                  </a:lnTo>
                  <a:lnTo>
                    <a:pt x="266687" y="98717"/>
                  </a:lnTo>
                  <a:lnTo>
                    <a:pt x="343192" y="98717"/>
                  </a:lnTo>
                  <a:lnTo>
                    <a:pt x="343192" y="65443"/>
                  </a:lnTo>
                  <a:close/>
                </a:path>
                <a:path w="1279525" h="1459864">
                  <a:moveTo>
                    <a:pt x="391160" y="107924"/>
                  </a:moveTo>
                  <a:lnTo>
                    <a:pt x="314655" y="107924"/>
                  </a:lnTo>
                  <a:lnTo>
                    <a:pt x="314655" y="141198"/>
                  </a:lnTo>
                  <a:lnTo>
                    <a:pt x="391160" y="141198"/>
                  </a:lnTo>
                  <a:lnTo>
                    <a:pt x="391160" y="107924"/>
                  </a:lnTo>
                  <a:close/>
                </a:path>
                <a:path w="1279525" h="1459864">
                  <a:moveTo>
                    <a:pt x="549757" y="210032"/>
                  </a:moveTo>
                  <a:lnTo>
                    <a:pt x="473252" y="210032"/>
                  </a:lnTo>
                  <a:lnTo>
                    <a:pt x="473252" y="243319"/>
                  </a:lnTo>
                  <a:lnTo>
                    <a:pt x="549757" y="243319"/>
                  </a:lnTo>
                  <a:lnTo>
                    <a:pt x="549757" y="210032"/>
                  </a:lnTo>
                  <a:close/>
                </a:path>
                <a:path w="1279525" h="1459864">
                  <a:moveTo>
                    <a:pt x="604215" y="132372"/>
                  </a:moveTo>
                  <a:lnTo>
                    <a:pt x="527710" y="132372"/>
                  </a:lnTo>
                  <a:lnTo>
                    <a:pt x="527710" y="165646"/>
                  </a:lnTo>
                  <a:lnTo>
                    <a:pt x="604215" y="165646"/>
                  </a:lnTo>
                  <a:lnTo>
                    <a:pt x="604215" y="132372"/>
                  </a:lnTo>
                  <a:close/>
                </a:path>
                <a:path w="1279525" h="1459864">
                  <a:moveTo>
                    <a:pt x="652183" y="174853"/>
                  </a:moveTo>
                  <a:lnTo>
                    <a:pt x="575678" y="174853"/>
                  </a:lnTo>
                  <a:lnTo>
                    <a:pt x="575678" y="208127"/>
                  </a:lnTo>
                  <a:lnTo>
                    <a:pt x="652183" y="208127"/>
                  </a:lnTo>
                  <a:lnTo>
                    <a:pt x="652183" y="174853"/>
                  </a:lnTo>
                  <a:close/>
                </a:path>
                <a:path w="1279525" h="1459864">
                  <a:moveTo>
                    <a:pt x="935228" y="77647"/>
                  </a:moveTo>
                  <a:lnTo>
                    <a:pt x="858723" y="77647"/>
                  </a:lnTo>
                  <a:lnTo>
                    <a:pt x="858723" y="110934"/>
                  </a:lnTo>
                  <a:lnTo>
                    <a:pt x="935228" y="110934"/>
                  </a:lnTo>
                  <a:lnTo>
                    <a:pt x="935228" y="77647"/>
                  </a:lnTo>
                  <a:close/>
                </a:path>
                <a:path w="1279525" h="1459864">
                  <a:moveTo>
                    <a:pt x="989672" y="0"/>
                  </a:moveTo>
                  <a:lnTo>
                    <a:pt x="913168" y="0"/>
                  </a:lnTo>
                  <a:lnTo>
                    <a:pt x="913168" y="33274"/>
                  </a:lnTo>
                  <a:lnTo>
                    <a:pt x="989672" y="33274"/>
                  </a:lnTo>
                  <a:lnTo>
                    <a:pt x="989672" y="0"/>
                  </a:lnTo>
                  <a:close/>
                </a:path>
                <a:path w="1279525" h="1459864">
                  <a:moveTo>
                    <a:pt x="1024674" y="330949"/>
                  </a:moveTo>
                  <a:lnTo>
                    <a:pt x="948169" y="330949"/>
                  </a:lnTo>
                  <a:lnTo>
                    <a:pt x="948169" y="364236"/>
                  </a:lnTo>
                  <a:lnTo>
                    <a:pt x="1024674" y="364236"/>
                  </a:lnTo>
                  <a:lnTo>
                    <a:pt x="1024674" y="330949"/>
                  </a:lnTo>
                  <a:close/>
                </a:path>
                <a:path w="1279525" h="1459864">
                  <a:moveTo>
                    <a:pt x="1037653" y="42468"/>
                  </a:moveTo>
                  <a:lnTo>
                    <a:pt x="961148" y="42468"/>
                  </a:lnTo>
                  <a:lnTo>
                    <a:pt x="961148" y="75742"/>
                  </a:lnTo>
                  <a:lnTo>
                    <a:pt x="1037653" y="75742"/>
                  </a:lnTo>
                  <a:lnTo>
                    <a:pt x="1037653" y="42468"/>
                  </a:lnTo>
                  <a:close/>
                </a:path>
                <a:path w="1279525" h="1459864">
                  <a:moveTo>
                    <a:pt x="1079131" y="253301"/>
                  </a:moveTo>
                  <a:lnTo>
                    <a:pt x="1002639" y="253301"/>
                  </a:lnTo>
                  <a:lnTo>
                    <a:pt x="1002639" y="286575"/>
                  </a:lnTo>
                  <a:lnTo>
                    <a:pt x="1079131" y="286575"/>
                  </a:lnTo>
                  <a:lnTo>
                    <a:pt x="1079131" y="253301"/>
                  </a:lnTo>
                  <a:close/>
                </a:path>
                <a:path w="1279525" h="1459864">
                  <a:moveTo>
                    <a:pt x="1127099" y="295770"/>
                  </a:moveTo>
                  <a:lnTo>
                    <a:pt x="1050594" y="295770"/>
                  </a:lnTo>
                  <a:lnTo>
                    <a:pt x="1050594" y="329044"/>
                  </a:lnTo>
                  <a:lnTo>
                    <a:pt x="1127099" y="329044"/>
                  </a:lnTo>
                  <a:lnTo>
                    <a:pt x="1127099" y="295770"/>
                  </a:lnTo>
                  <a:close/>
                </a:path>
                <a:path w="1279525" h="1459864">
                  <a:moveTo>
                    <a:pt x="1152994" y="726554"/>
                  </a:moveTo>
                  <a:lnTo>
                    <a:pt x="1076490" y="726554"/>
                  </a:lnTo>
                  <a:lnTo>
                    <a:pt x="1076490" y="759828"/>
                  </a:lnTo>
                  <a:lnTo>
                    <a:pt x="1152994" y="759828"/>
                  </a:lnTo>
                  <a:lnTo>
                    <a:pt x="1152994" y="726554"/>
                  </a:lnTo>
                  <a:close/>
                </a:path>
                <a:path w="1279525" h="1459864">
                  <a:moveTo>
                    <a:pt x="1204214" y="1274152"/>
                  </a:moveTo>
                  <a:lnTo>
                    <a:pt x="1127709" y="1274152"/>
                  </a:lnTo>
                  <a:lnTo>
                    <a:pt x="1127709" y="1307426"/>
                  </a:lnTo>
                  <a:lnTo>
                    <a:pt x="1204214" y="1307426"/>
                  </a:lnTo>
                  <a:lnTo>
                    <a:pt x="1204214" y="1274152"/>
                  </a:lnTo>
                  <a:close/>
                </a:path>
                <a:path w="1279525" h="1459864">
                  <a:moveTo>
                    <a:pt x="1207452" y="648893"/>
                  </a:moveTo>
                  <a:lnTo>
                    <a:pt x="1130960" y="648893"/>
                  </a:lnTo>
                  <a:lnTo>
                    <a:pt x="1130960" y="682167"/>
                  </a:lnTo>
                  <a:lnTo>
                    <a:pt x="1207452" y="682167"/>
                  </a:lnTo>
                  <a:lnTo>
                    <a:pt x="1207452" y="648893"/>
                  </a:lnTo>
                  <a:close/>
                </a:path>
                <a:path w="1279525" h="1459864">
                  <a:moveTo>
                    <a:pt x="1255420" y="691375"/>
                  </a:moveTo>
                  <a:lnTo>
                    <a:pt x="1178928" y="691375"/>
                  </a:lnTo>
                  <a:lnTo>
                    <a:pt x="1178928" y="724649"/>
                  </a:lnTo>
                  <a:lnTo>
                    <a:pt x="1255420" y="724649"/>
                  </a:lnTo>
                  <a:lnTo>
                    <a:pt x="1255420" y="691375"/>
                  </a:lnTo>
                  <a:close/>
                </a:path>
                <a:path w="1279525" h="1459864">
                  <a:moveTo>
                    <a:pt x="1258671" y="1196492"/>
                  </a:moveTo>
                  <a:lnTo>
                    <a:pt x="1182166" y="1196492"/>
                  </a:lnTo>
                  <a:lnTo>
                    <a:pt x="1182166" y="1229779"/>
                  </a:lnTo>
                  <a:lnTo>
                    <a:pt x="1258671" y="1229779"/>
                  </a:lnTo>
                  <a:lnTo>
                    <a:pt x="1258671" y="1196492"/>
                  </a:lnTo>
                  <a:close/>
                </a:path>
                <a:path w="1279525" h="1459864">
                  <a:moveTo>
                    <a:pt x="1278940" y="1238973"/>
                  </a:moveTo>
                  <a:lnTo>
                    <a:pt x="1230134" y="1238973"/>
                  </a:lnTo>
                  <a:lnTo>
                    <a:pt x="1230134" y="1272247"/>
                  </a:lnTo>
                  <a:lnTo>
                    <a:pt x="1278940" y="1272247"/>
                  </a:lnTo>
                  <a:lnTo>
                    <a:pt x="1278940" y="1238973"/>
                  </a:lnTo>
                  <a:close/>
                </a:path>
              </a:pathLst>
            </a:custGeom>
            <a:solidFill>
              <a:srgbClr val="FFF3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8" name="object 2018" descr=""/>
            <p:cNvSpPr/>
            <p:nvPr/>
          </p:nvSpPr>
          <p:spPr>
            <a:xfrm>
              <a:off x="4900037" y="3505051"/>
              <a:ext cx="592455" cy="1304290"/>
            </a:xfrm>
            <a:custGeom>
              <a:avLst/>
              <a:gdLst/>
              <a:ahLst/>
              <a:cxnLst/>
              <a:rect l="l" t="t" r="r" b="b"/>
              <a:pathLst>
                <a:path w="592454" h="1304289">
                  <a:moveTo>
                    <a:pt x="179129" y="0"/>
                  </a:moveTo>
                  <a:lnTo>
                    <a:pt x="105455" y="18288"/>
                  </a:lnTo>
                  <a:lnTo>
                    <a:pt x="68377" y="32451"/>
                  </a:lnTo>
                  <a:lnTo>
                    <a:pt x="33212" y="47726"/>
                  </a:lnTo>
                  <a:lnTo>
                    <a:pt x="0" y="64055"/>
                  </a:lnTo>
                  <a:lnTo>
                    <a:pt x="45078" y="89806"/>
                  </a:lnTo>
                  <a:lnTo>
                    <a:pt x="85702" y="117540"/>
                  </a:lnTo>
                  <a:lnTo>
                    <a:pt x="121723" y="147091"/>
                  </a:lnTo>
                  <a:lnTo>
                    <a:pt x="152994" y="178291"/>
                  </a:lnTo>
                  <a:lnTo>
                    <a:pt x="179366" y="210972"/>
                  </a:lnTo>
                  <a:lnTo>
                    <a:pt x="209171" y="289925"/>
                  </a:lnTo>
                  <a:lnTo>
                    <a:pt x="219762" y="342595"/>
                  </a:lnTo>
                  <a:lnTo>
                    <a:pt x="227402" y="396172"/>
                  </a:lnTo>
                  <a:lnTo>
                    <a:pt x="232029" y="444738"/>
                  </a:lnTo>
                  <a:lnTo>
                    <a:pt x="233584" y="482377"/>
                  </a:lnTo>
                  <a:lnTo>
                    <a:pt x="233584" y="1303672"/>
                  </a:lnTo>
                  <a:lnTo>
                    <a:pt x="591835" y="1303672"/>
                  </a:lnTo>
                  <a:lnTo>
                    <a:pt x="591835" y="482377"/>
                  </a:lnTo>
                  <a:lnTo>
                    <a:pt x="590279" y="444738"/>
                  </a:lnTo>
                  <a:lnTo>
                    <a:pt x="585652" y="396172"/>
                  </a:lnTo>
                  <a:lnTo>
                    <a:pt x="578013" y="342595"/>
                  </a:lnTo>
                  <a:lnTo>
                    <a:pt x="567421" y="289925"/>
                  </a:lnTo>
                  <a:lnTo>
                    <a:pt x="553936" y="244078"/>
                  </a:lnTo>
                  <a:lnTo>
                    <a:pt x="512227" y="179380"/>
                  </a:lnTo>
                  <a:lnTo>
                    <a:pt x="482269" y="149163"/>
                  </a:lnTo>
                  <a:lnTo>
                    <a:pt x="447870" y="120474"/>
                  </a:lnTo>
                  <a:lnTo>
                    <a:pt x="409162" y="93467"/>
                  </a:lnTo>
                  <a:lnTo>
                    <a:pt x="366276" y="68292"/>
                  </a:lnTo>
                  <a:lnTo>
                    <a:pt x="319341" y="45103"/>
                  </a:lnTo>
                  <a:lnTo>
                    <a:pt x="268488" y="24052"/>
                  </a:lnTo>
                  <a:lnTo>
                    <a:pt x="213846" y="5293"/>
                  </a:lnTo>
                  <a:lnTo>
                    <a:pt x="196622" y="1323"/>
                  </a:lnTo>
                  <a:lnTo>
                    <a:pt x="179129" y="0"/>
                  </a:lnTo>
                  <a:close/>
                </a:path>
              </a:pathLst>
            </a:custGeom>
            <a:solidFill>
              <a:srgbClr val="423424">
                <a:alpha val="66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9" name="object 2019" descr=""/>
            <p:cNvSpPr/>
            <p:nvPr/>
          </p:nvSpPr>
          <p:spPr>
            <a:xfrm>
              <a:off x="3618547" y="2113209"/>
              <a:ext cx="2921635" cy="767715"/>
            </a:xfrm>
            <a:custGeom>
              <a:avLst/>
              <a:gdLst/>
              <a:ahLst/>
              <a:cxnLst/>
              <a:rect l="l" t="t" r="r" b="b"/>
              <a:pathLst>
                <a:path w="2921634" h="767714">
                  <a:moveTo>
                    <a:pt x="2921216" y="662889"/>
                  </a:moveTo>
                  <a:lnTo>
                    <a:pt x="2394381" y="662889"/>
                  </a:lnTo>
                  <a:lnTo>
                    <a:pt x="2394381" y="104228"/>
                  </a:lnTo>
                  <a:lnTo>
                    <a:pt x="2394381" y="45504"/>
                  </a:lnTo>
                  <a:lnTo>
                    <a:pt x="2394381" y="0"/>
                  </a:lnTo>
                  <a:lnTo>
                    <a:pt x="526834" y="0"/>
                  </a:lnTo>
                  <a:lnTo>
                    <a:pt x="526834" y="45504"/>
                  </a:lnTo>
                  <a:lnTo>
                    <a:pt x="526834" y="104228"/>
                  </a:lnTo>
                  <a:lnTo>
                    <a:pt x="526834" y="662889"/>
                  </a:lnTo>
                  <a:lnTo>
                    <a:pt x="0" y="662889"/>
                  </a:lnTo>
                  <a:lnTo>
                    <a:pt x="0" y="767118"/>
                  </a:lnTo>
                  <a:lnTo>
                    <a:pt x="526834" y="767118"/>
                  </a:lnTo>
                  <a:lnTo>
                    <a:pt x="608584" y="767118"/>
                  </a:lnTo>
                  <a:lnTo>
                    <a:pt x="619480" y="767118"/>
                  </a:lnTo>
                  <a:lnTo>
                    <a:pt x="619480" y="104228"/>
                  </a:lnTo>
                  <a:lnTo>
                    <a:pt x="2301735" y="104228"/>
                  </a:lnTo>
                  <a:lnTo>
                    <a:pt x="2301735" y="767118"/>
                  </a:lnTo>
                  <a:lnTo>
                    <a:pt x="2312632" y="767118"/>
                  </a:lnTo>
                  <a:lnTo>
                    <a:pt x="2394381" y="767118"/>
                  </a:lnTo>
                  <a:lnTo>
                    <a:pt x="2921216" y="767118"/>
                  </a:lnTo>
                  <a:lnTo>
                    <a:pt x="2921216" y="662889"/>
                  </a:lnTo>
                  <a:close/>
                </a:path>
              </a:pathLst>
            </a:custGeom>
            <a:solidFill>
              <a:srgbClr val="FFE9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0" name="object 2020" descr=""/>
            <p:cNvSpPr/>
            <p:nvPr/>
          </p:nvSpPr>
          <p:spPr>
            <a:xfrm>
              <a:off x="4148328" y="2113209"/>
              <a:ext cx="1818005" cy="104775"/>
            </a:xfrm>
            <a:custGeom>
              <a:avLst/>
              <a:gdLst/>
              <a:ahLst/>
              <a:cxnLst/>
              <a:rect l="l" t="t" r="r" b="b"/>
              <a:pathLst>
                <a:path w="1818004" h="104775">
                  <a:moveTo>
                    <a:pt x="46050" y="0"/>
                  </a:moveTo>
                  <a:lnTo>
                    <a:pt x="0" y="0"/>
                  </a:lnTo>
                  <a:lnTo>
                    <a:pt x="0" y="104228"/>
                  </a:lnTo>
                  <a:lnTo>
                    <a:pt x="46050" y="104228"/>
                  </a:lnTo>
                  <a:lnTo>
                    <a:pt x="46050" y="0"/>
                  </a:lnTo>
                  <a:close/>
                </a:path>
                <a:path w="1818004" h="104775">
                  <a:moveTo>
                    <a:pt x="197358" y="0"/>
                  </a:moveTo>
                  <a:lnTo>
                    <a:pt x="151307" y="0"/>
                  </a:lnTo>
                  <a:lnTo>
                    <a:pt x="151307" y="104228"/>
                  </a:lnTo>
                  <a:lnTo>
                    <a:pt x="197358" y="104228"/>
                  </a:lnTo>
                  <a:lnTo>
                    <a:pt x="197358" y="0"/>
                  </a:lnTo>
                  <a:close/>
                </a:path>
                <a:path w="1818004" h="104775">
                  <a:moveTo>
                    <a:pt x="348653" y="0"/>
                  </a:moveTo>
                  <a:lnTo>
                    <a:pt x="302602" y="0"/>
                  </a:lnTo>
                  <a:lnTo>
                    <a:pt x="302602" y="104228"/>
                  </a:lnTo>
                  <a:lnTo>
                    <a:pt x="348653" y="104228"/>
                  </a:lnTo>
                  <a:lnTo>
                    <a:pt x="348653" y="0"/>
                  </a:lnTo>
                  <a:close/>
                </a:path>
                <a:path w="1818004" h="104775">
                  <a:moveTo>
                    <a:pt x="499948" y="0"/>
                  </a:moveTo>
                  <a:lnTo>
                    <a:pt x="453898" y="0"/>
                  </a:lnTo>
                  <a:lnTo>
                    <a:pt x="453898" y="104228"/>
                  </a:lnTo>
                  <a:lnTo>
                    <a:pt x="499948" y="104228"/>
                  </a:lnTo>
                  <a:lnTo>
                    <a:pt x="499948" y="0"/>
                  </a:lnTo>
                  <a:close/>
                </a:path>
                <a:path w="1818004" h="104775">
                  <a:moveTo>
                    <a:pt x="651256" y="0"/>
                  </a:moveTo>
                  <a:lnTo>
                    <a:pt x="605205" y="0"/>
                  </a:lnTo>
                  <a:lnTo>
                    <a:pt x="605205" y="104228"/>
                  </a:lnTo>
                  <a:lnTo>
                    <a:pt x="651256" y="104228"/>
                  </a:lnTo>
                  <a:lnTo>
                    <a:pt x="651256" y="0"/>
                  </a:lnTo>
                  <a:close/>
                </a:path>
                <a:path w="1818004" h="104775">
                  <a:moveTo>
                    <a:pt x="802551" y="0"/>
                  </a:moveTo>
                  <a:lnTo>
                    <a:pt x="756500" y="0"/>
                  </a:lnTo>
                  <a:lnTo>
                    <a:pt x="756500" y="104228"/>
                  </a:lnTo>
                  <a:lnTo>
                    <a:pt x="802551" y="104228"/>
                  </a:lnTo>
                  <a:lnTo>
                    <a:pt x="802551" y="0"/>
                  </a:lnTo>
                  <a:close/>
                </a:path>
                <a:path w="1818004" h="104775">
                  <a:moveTo>
                    <a:pt x="953858" y="0"/>
                  </a:moveTo>
                  <a:lnTo>
                    <a:pt x="907808" y="0"/>
                  </a:lnTo>
                  <a:lnTo>
                    <a:pt x="907808" y="104228"/>
                  </a:lnTo>
                  <a:lnTo>
                    <a:pt x="953858" y="104228"/>
                  </a:lnTo>
                  <a:lnTo>
                    <a:pt x="953858" y="0"/>
                  </a:lnTo>
                  <a:close/>
                </a:path>
                <a:path w="1818004" h="104775">
                  <a:moveTo>
                    <a:pt x="1128179" y="0"/>
                  </a:moveTo>
                  <a:lnTo>
                    <a:pt x="1082128" y="0"/>
                  </a:lnTo>
                  <a:lnTo>
                    <a:pt x="1082128" y="104228"/>
                  </a:lnTo>
                  <a:lnTo>
                    <a:pt x="1128179" y="104228"/>
                  </a:lnTo>
                  <a:lnTo>
                    <a:pt x="1128179" y="0"/>
                  </a:lnTo>
                  <a:close/>
                </a:path>
                <a:path w="1818004" h="104775">
                  <a:moveTo>
                    <a:pt x="1302499" y="0"/>
                  </a:moveTo>
                  <a:lnTo>
                    <a:pt x="1256449" y="0"/>
                  </a:lnTo>
                  <a:lnTo>
                    <a:pt x="1256449" y="104228"/>
                  </a:lnTo>
                  <a:lnTo>
                    <a:pt x="1302499" y="104228"/>
                  </a:lnTo>
                  <a:lnTo>
                    <a:pt x="1302499" y="0"/>
                  </a:lnTo>
                  <a:close/>
                </a:path>
                <a:path w="1818004" h="104775">
                  <a:moveTo>
                    <a:pt x="1476819" y="0"/>
                  </a:moveTo>
                  <a:lnTo>
                    <a:pt x="1430769" y="0"/>
                  </a:lnTo>
                  <a:lnTo>
                    <a:pt x="1430769" y="104228"/>
                  </a:lnTo>
                  <a:lnTo>
                    <a:pt x="1476819" y="104228"/>
                  </a:lnTo>
                  <a:lnTo>
                    <a:pt x="1476819" y="0"/>
                  </a:lnTo>
                  <a:close/>
                </a:path>
                <a:path w="1818004" h="104775">
                  <a:moveTo>
                    <a:pt x="1651139" y="0"/>
                  </a:moveTo>
                  <a:lnTo>
                    <a:pt x="1605089" y="0"/>
                  </a:lnTo>
                  <a:lnTo>
                    <a:pt x="1605089" y="104228"/>
                  </a:lnTo>
                  <a:lnTo>
                    <a:pt x="1651139" y="104228"/>
                  </a:lnTo>
                  <a:lnTo>
                    <a:pt x="1651139" y="0"/>
                  </a:lnTo>
                  <a:close/>
                </a:path>
                <a:path w="1818004" h="104775">
                  <a:moveTo>
                    <a:pt x="1817992" y="0"/>
                  </a:moveTo>
                  <a:lnTo>
                    <a:pt x="1771942" y="0"/>
                  </a:lnTo>
                  <a:lnTo>
                    <a:pt x="1771942" y="104228"/>
                  </a:lnTo>
                  <a:lnTo>
                    <a:pt x="1817992" y="104228"/>
                  </a:lnTo>
                  <a:lnTo>
                    <a:pt x="1817992" y="0"/>
                  </a:lnTo>
                  <a:close/>
                </a:path>
              </a:pathLst>
            </a:custGeom>
            <a:solidFill>
              <a:srgbClr val="54BB81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21" name="object 2021" descr=""/>
          <p:cNvGrpSpPr/>
          <p:nvPr/>
        </p:nvGrpSpPr>
        <p:grpSpPr>
          <a:xfrm>
            <a:off x="6401093" y="5898490"/>
            <a:ext cx="3181985" cy="2763520"/>
            <a:chOff x="6401093" y="5898490"/>
            <a:chExt cx="3181985" cy="2763520"/>
          </a:xfrm>
        </p:grpSpPr>
        <p:sp>
          <p:nvSpPr>
            <p:cNvPr id="2022" name="object 2022" descr=""/>
            <p:cNvSpPr/>
            <p:nvPr/>
          </p:nvSpPr>
          <p:spPr>
            <a:xfrm>
              <a:off x="7127443" y="5898902"/>
              <a:ext cx="1724025" cy="2597150"/>
            </a:xfrm>
            <a:custGeom>
              <a:avLst/>
              <a:gdLst/>
              <a:ahLst/>
              <a:cxnLst/>
              <a:rect l="l" t="t" r="r" b="b"/>
              <a:pathLst>
                <a:path w="1724025" h="2597150">
                  <a:moveTo>
                    <a:pt x="1723453" y="21590"/>
                  </a:moveTo>
                  <a:lnTo>
                    <a:pt x="873658" y="21590"/>
                  </a:lnTo>
                  <a:lnTo>
                    <a:pt x="873658" y="0"/>
                  </a:lnTo>
                  <a:lnTo>
                    <a:pt x="0" y="0"/>
                  </a:lnTo>
                  <a:lnTo>
                    <a:pt x="0" y="21590"/>
                  </a:lnTo>
                  <a:lnTo>
                    <a:pt x="0" y="2586990"/>
                  </a:lnTo>
                  <a:lnTo>
                    <a:pt x="0" y="2597150"/>
                  </a:lnTo>
                  <a:lnTo>
                    <a:pt x="873658" y="2597150"/>
                  </a:lnTo>
                  <a:lnTo>
                    <a:pt x="873658" y="2586990"/>
                  </a:lnTo>
                  <a:lnTo>
                    <a:pt x="1723453" y="2586990"/>
                  </a:lnTo>
                  <a:lnTo>
                    <a:pt x="1723453" y="21590"/>
                  </a:lnTo>
                  <a:close/>
                </a:path>
              </a:pathLst>
            </a:custGeom>
            <a:solidFill>
              <a:srgbClr val="F0D7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3" name="object 2023" descr=""/>
            <p:cNvSpPr/>
            <p:nvPr/>
          </p:nvSpPr>
          <p:spPr>
            <a:xfrm>
              <a:off x="7175995" y="5959278"/>
              <a:ext cx="310515" cy="204470"/>
            </a:xfrm>
            <a:custGeom>
              <a:avLst/>
              <a:gdLst/>
              <a:ahLst/>
              <a:cxnLst/>
              <a:rect l="l" t="t" r="r" b="b"/>
              <a:pathLst>
                <a:path w="310515" h="204470">
                  <a:moveTo>
                    <a:pt x="259956" y="63347"/>
                  </a:moveTo>
                  <a:lnTo>
                    <a:pt x="250825" y="52705"/>
                  </a:lnTo>
                  <a:lnTo>
                    <a:pt x="250825" y="63347"/>
                  </a:lnTo>
                  <a:lnTo>
                    <a:pt x="205651" y="116039"/>
                  </a:lnTo>
                  <a:lnTo>
                    <a:pt x="161378" y="64401"/>
                  </a:lnTo>
                  <a:lnTo>
                    <a:pt x="163969" y="65024"/>
                  </a:lnTo>
                  <a:lnTo>
                    <a:pt x="170370" y="64630"/>
                  </a:lnTo>
                  <a:lnTo>
                    <a:pt x="172935" y="63665"/>
                  </a:lnTo>
                  <a:lnTo>
                    <a:pt x="172885" y="62699"/>
                  </a:lnTo>
                  <a:lnTo>
                    <a:pt x="173659" y="62636"/>
                  </a:lnTo>
                  <a:lnTo>
                    <a:pt x="174193" y="59563"/>
                  </a:lnTo>
                  <a:lnTo>
                    <a:pt x="174028" y="55829"/>
                  </a:lnTo>
                  <a:lnTo>
                    <a:pt x="173863" y="52082"/>
                  </a:lnTo>
                  <a:lnTo>
                    <a:pt x="173037" y="49098"/>
                  </a:lnTo>
                  <a:lnTo>
                    <a:pt x="172669" y="49123"/>
                  </a:lnTo>
                  <a:lnTo>
                    <a:pt x="205651" y="10655"/>
                  </a:lnTo>
                  <a:lnTo>
                    <a:pt x="250825" y="63347"/>
                  </a:lnTo>
                  <a:lnTo>
                    <a:pt x="250825" y="52705"/>
                  </a:lnTo>
                  <a:lnTo>
                    <a:pt x="214782" y="10655"/>
                  </a:lnTo>
                  <a:lnTo>
                    <a:pt x="205651" y="0"/>
                  </a:lnTo>
                  <a:lnTo>
                    <a:pt x="171602" y="39725"/>
                  </a:lnTo>
                  <a:lnTo>
                    <a:pt x="171602" y="61417"/>
                  </a:lnTo>
                  <a:lnTo>
                    <a:pt x="170205" y="61074"/>
                  </a:lnTo>
                  <a:lnTo>
                    <a:pt x="167005" y="61277"/>
                  </a:lnTo>
                  <a:lnTo>
                    <a:pt x="163804" y="61468"/>
                  </a:lnTo>
                  <a:lnTo>
                    <a:pt x="161315" y="62420"/>
                  </a:lnTo>
                  <a:lnTo>
                    <a:pt x="161315" y="64338"/>
                  </a:lnTo>
                  <a:lnTo>
                    <a:pt x="160477" y="63347"/>
                  </a:lnTo>
                  <a:lnTo>
                    <a:pt x="161239" y="62458"/>
                  </a:lnTo>
                  <a:lnTo>
                    <a:pt x="161315" y="64338"/>
                  </a:lnTo>
                  <a:lnTo>
                    <a:pt x="161315" y="62420"/>
                  </a:lnTo>
                  <a:lnTo>
                    <a:pt x="171030" y="51041"/>
                  </a:lnTo>
                  <a:lnTo>
                    <a:pt x="170815" y="52273"/>
                  </a:lnTo>
                  <a:lnTo>
                    <a:pt x="171157" y="59753"/>
                  </a:lnTo>
                  <a:lnTo>
                    <a:pt x="171602" y="61417"/>
                  </a:lnTo>
                  <a:lnTo>
                    <a:pt x="171602" y="39725"/>
                  </a:lnTo>
                  <a:lnTo>
                    <a:pt x="155130" y="58928"/>
                  </a:lnTo>
                  <a:lnTo>
                    <a:pt x="149783" y="52692"/>
                  </a:lnTo>
                  <a:lnTo>
                    <a:pt x="149783" y="63347"/>
                  </a:lnTo>
                  <a:lnTo>
                    <a:pt x="139661" y="75145"/>
                  </a:lnTo>
                  <a:lnTo>
                    <a:pt x="139941" y="73634"/>
                  </a:lnTo>
                  <a:lnTo>
                    <a:pt x="139598" y="66167"/>
                  </a:lnTo>
                  <a:lnTo>
                    <a:pt x="139141" y="64490"/>
                  </a:lnTo>
                  <a:lnTo>
                    <a:pt x="140614" y="64833"/>
                  </a:lnTo>
                  <a:lnTo>
                    <a:pt x="143827" y="64630"/>
                  </a:lnTo>
                  <a:lnTo>
                    <a:pt x="147027" y="64439"/>
                  </a:lnTo>
                  <a:lnTo>
                    <a:pt x="149593" y="63474"/>
                  </a:lnTo>
                  <a:lnTo>
                    <a:pt x="149567" y="63106"/>
                  </a:lnTo>
                  <a:lnTo>
                    <a:pt x="149783" y="63347"/>
                  </a:lnTo>
                  <a:lnTo>
                    <a:pt x="149783" y="52692"/>
                  </a:lnTo>
                  <a:lnTo>
                    <a:pt x="147878" y="50469"/>
                  </a:lnTo>
                  <a:lnTo>
                    <a:pt x="147878" y="61137"/>
                  </a:lnTo>
                  <a:lnTo>
                    <a:pt x="146862" y="60883"/>
                  </a:lnTo>
                  <a:lnTo>
                    <a:pt x="140449" y="61290"/>
                  </a:lnTo>
                  <a:lnTo>
                    <a:pt x="138938" y="61861"/>
                  </a:lnTo>
                  <a:lnTo>
                    <a:pt x="139242" y="60096"/>
                  </a:lnTo>
                  <a:lnTo>
                    <a:pt x="139077" y="56362"/>
                  </a:lnTo>
                  <a:lnTo>
                    <a:pt x="138912" y="52628"/>
                  </a:lnTo>
                  <a:lnTo>
                    <a:pt x="138264" y="50330"/>
                  </a:lnTo>
                  <a:lnTo>
                    <a:pt x="138264" y="76784"/>
                  </a:lnTo>
                  <a:lnTo>
                    <a:pt x="104609" y="116039"/>
                  </a:lnTo>
                  <a:lnTo>
                    <a:pt x="92925" y="102412"/>
                  </a:lnTo>
                  <a:lnTo>
                    <a:pt x="95504" y="103022"/>
                  </a:lnTo>
                  <a:lnTo>
                    <a:pt x="101917" y="102628"/>
                  </a:lnTo>
                  <a:lnTo>
                    <a:pt x="103352" y="102095"/>
                  </a:lnTo>
                  <a:lnTo>
                    <a:pt x="103060" y="103809"/>
                  </a:lnTo>
                  <a:lnTo>
                    <a:pt x="103225" y="107556"/>
                  </a:lnTo>
                  <a:lnTo>
                    <a:pt x="103390" y="111290"/>
                  </a:lnTo>
                  <a:lnTo>
                    <a:pt x="104216" y="114274"/>
                  </a:lnTo>
                  <a:lnTo>
                    <a:pt x="105892" y="114173"/>
                  </a:lnTo>
                  <a:lnTo>
                    <a:pt x="106438" y="111099"/>
                  </a:lnTo>
                  <a:lnTo>
                    <a:pt x="106095" y="103632"/>
                  </a:lnTo>
                  <a:lnTo>
                    <a:pt x="105625" y="101955"/>
                  </a:lnTo>
                  <a:lnTo>
                    <a:pt x="107111" y="102298"/>
                  </a:lnTo>
                  <a:lnTo>
                    <a:pt x="110312" y="102095"/>
                  </a:lnTo>
                  <a:lnTo>
                    <a:pt x="113525" y="101904"/>
                  </a:lnTo>
                  <a:lnTo>
                    <a:pt x="116090" y="100939"/>
                  </a:lnTo>
                  <a:lnTo>
                    <a:pt x="115989" y="98983"/>
                  </a:lnTo>
                  <a:lnTo>
                    <a:pt x="113347" y="98348"/>
                  </a:lnTo>
                  <a:lnTo>
                    <a:pt x="106946" y="98755"/>
                  </a:lnTo>
                  <a:lnTo>
                    <a:pt x="105435" y="99326"/>
                  </a:lnTo>
                  <a:lnTo>
                    <a:pt x="105740" y="97574"/>
                  </a:lnTo>
                  <a:lnTo>
                    <a:pt x="105575" y="93827"/>
                  </a:lnTo>
                  <a:lnTo>
                    <a:pt x="105410" y="90093"/>
                  </a:lnTo>
                  <a:lnTo>
                    <a:pt x="104571" y="87109"/>
                  </a:lnTo>
                  <a:lnTo>
                    <a:pt x="102895" y="87210"/>
                  </a:lnTo>
                  <a:lnTo>
                    <a:pt x="102362" y="90284"/>
                  </a:lnTo>
                  <a:lnTo>
                    <a:pt x="102704" y="97751"/>
                  </a:lnTo>
                  <a:lnTo>
                    <a:pt x="103149" y="99428"/>
                  </a:lnTo>
                  <a:lnTo>
                    <a:pt x="101752" y="99085"/>
                  </a:lnTo>
                  <a:lnTo>
                    <a:pt x="98552" y="99275"/>
                  </a:lnTo>
                  <a:lnTo>
                    <a:pt x="95338" y="99479"/>
                  </a:lnTo>
                  <a:lnTo>
                    <a:pt x="92773" y="100444"/>
                  </a:lnTo>
                  <a:lnTo>
                    <a:pt x="92862" y="102362"/>
                  </a:lnTo>
                  <a:lnTo>
                    <a:pt x="60337" y="64401"/>
                  </a:lnTo>
                  <a:lnTo>
                    <a:pt x="62928" y="65024"/>
                  </a:lnTo>
                  <a:lnTo>
                    <a:pt x="69342" y="64630"/>
                  </a:lnTo>
                  <a:lnTo>
                    <a:pt x="70764" y="64096"/>
                  </a:lnTo>
                  <a:lnTo>
                    <a:pt x="70472" y="65811"/>
                  </a:lnTo>
                  <a:lnTo>
                    <a:pt x="70637" y="69545"/>
                  </a:lnTo>
                  <a:lnTo>
                    <a:pt x="70815" y="73291"/>
                  </a:lnTo>
                  <a:lnTo>
                    <a:pt x="71640" y="76276"/>
                  </a:lnTo>
                  <a:lnTo>
                    <a:pt x="73317" y="76161"/>
                  </a:lnTo>
                  <a:lnTo>
                    <a:pt x="73850" y="73101"/>
                  </a:lnTo>
                  <a:lnTo>
                    <a:pt x="73507" y="65620"/>
                  </a:lnTo>
                  <a:lnTo>
                    <a:pt x="73050" y="63944"/>
                  </a:lnTo>
                  <a:lnTo>
                    <a:pt x="74536" y="64287"/>
                  </a:lnTo>
                  <a:lnTo>
                    <a:pt x="77736" y="64096"/>
                  </a:lnTo>
                  <a:lnTo>
                    <a:pt x="80937" y="63893"/>
                  </a:lnTo>
                  <a:lnTo>
                    <a:pt x="83502" y="62928"/>
                  </a:lnTo>
                  <a:lnTo>
                    <a:pt x="83413" y="60972"/>
                  </a:lnTo>
                  <a:lnTo>
                    <a:pt x="80772" y="60350"/>
                  </a:lnTo>
                  <a:lnTo>
                    <a:pt x="74358" y="60744"/>
                  </a:lnTo>
                  <a:lnTo>
                    <a:pt x="72847" y="61315"/>
                  </a:lnTo>
                  <a:lnTo>
                    <a:pt x="73152" y="59563"/>
                  </a:lnTo>
                  <a:lnTo>
                    <a:pt x="72986" y="55829"/>
                  </a:lnTo>
                  <a:lnTo>
                    <a:pt x="72821" y="52082"/>
                  </a:lnTo>
                  <a:lnTo>
                    <a:pt x="71996" y="49098"/>
                  </a:lnTo>
                  <a:lnTo>
                    <a:pt x="71628" y="49123"/>
                  </a:lnTo>
                  <a:lnTo>
                    <a:pt x="103390" y="12077"/>
                  </a:lnTo>
                  <a:lnTo>
                    <a:pt x="102984" y="14452"/>
                  </a:lnTo>
                  <a:lnTo>
                    <a:pt x="103327" y="21932"/>
                  </a:lnTo>
                  <a:lnTo>
                    <a:pt x="103771" y="23596"/>
                  </a:lnTo>
                  <a:lnTo>
                    <a:pt x="102374" y="23253"/>
                  </a:lnTo>
                  <a:lnTo>
                    <a:pt x="99174" y="23456"/>
                  </a:lnTo>
                  <a:lnTo>
                    <a:pt x="95961" y="23647"/>
                  </a:lnTo>
                  <a:lnTo>
                    <a:pt x="93395" y="24612"/>
                  </a:lnTo>
                  <a:lnTo>
                    <a:pt x="93497" y="26568"/>
                  </a:lnTo>
                  <a:lnTo>
                    <a:pt x="96126" y="27203"/>
                  </a:lnTo>
                  <a:lnTo>
                    <a:pt x="102539" y="26809"/>
                  </a:lnTo>
                  <a:lnTo>
                    <a:pt x="103974" y="26276"/>
                  </a:lnTo>
                  <a:lnTo>
                    <a:pt x="103682" y="27990"/>
                  </a:lnTo>
                  <a:lnTo>
                    <a:pt x="103847" y="31724"/>
                  </a:lnTo>
                  <a:lnTo>
                    <a:pt x="104013" y="35471"/>
                  </a:lnTo>
                  <a:lnTo>
                    <a:pt x="104838" y="38455"/>
                  </a:lnTo>
                  <a:lnTo>
                    <a:pt x="106514" y="38341"/>
                  </a:lnTo>
                  <a:lnTo>
                    <a:pt x="107061" y="35280"/>
                  </a:lnTo>
                  <a:lnTo>
                    <a:pt x="106718" y="27800"/>
                  </a:lnTo>
                  <a:lnTo>
                    <a:pt x="106248" y="26136"/>
                  </a:lnTo>
                  <a:lnTo>
                    <a:pt x="107734" y="26479"/>
                  </a:lnTo>
                  <a:lnTo>
                    <a:pt x="110934" y="26276"/>
                  </a:lnTo>
                  <a:lnTo>
                    <a:pt x="114147" y="26073"/>
                  </a:lnTo>
                  <a:lnTo>
                    <a:pt x="116713" y="25107"/>
                  </a:lnTo>
                  <a:lnTo>
                    <a:pt x="116687" y="24777"/>
                  </a:lnTo>
                  <a:lnTo>
                    <a:pt x="138036" y="49657"/>
                  </a:lnTo>
                  <a:lnTo>
                    <a:pt x="136410" y="49745"/>
                  </a:lnTo>
                  <a:lnTo>
                    <a:pt x="135864" y="52819"/>
                  </a:lnTo>
                  <a:lnTo>
                    <a:pt x="136207" y="60286"/>
                  </a:lnTo>
                  <a:lnTo>
                    <a:pt x="136652" y="61963"/>
                  </a:lnTo>
                  <a:lnTo>
                    <a:pt x="135255" y="61620"/>
                  </a:lnTo>
                  <a:lnTo>
                    <a:pt x="132054" y="61810"/>
                  </a:lnTo>
                  <a:lnTo>
                    <a:pt x="128854" y="62014"/>
                  </a:lnTo>
                  <a:lnTo>
                    <a:pt x="126288" y="62979"/>
                  </a:lnTo>
                  <a:lnTo>
                    <a:pt x="126377" y="64935"/>
                  </a:lnTo>
                  <a:lnTo>
                    <a:pt x="129019" y="65557"/>
                  </a:lnTo>
                  <a:lnTo>
                    <a:pt x="135420" y="65163"/>
                  </a:lnTo>
                  <a:lnTo>
                    <a:pt x="136855" y="64630"/>
                  </a:lnTo>
                  <a:lnTo>
                    <a:pt x="136563" y="66344"/>
                  </a:lnTo>
                  <a:lnTo>
                    <a:pt x="136728" y="70091"/>
                  </a:lnTo>
                  <a:lnTo>
                    <a:pt x="136893" y="73825"/>
                  </a:lnTo>
                  <a:lnTo>
                    <a:pt x="137718" y="76809"/>
                  </a:lnTo>
                  <a:lnTo>
                    <a:pt x="138264" y="76784"/>
                  </a:lnTo>
                  <a:lnTo>
                    <a:pt x="138264" y="50330"/>
                  </a:lnTo>
                  <a:lnTo>
                    <a:pt x="138099" y="49733"/>
                  </a:lnTo>
                  <a:lnTo>
                    <a:pt x="147878" y="61137"/>
                  </a:lnTo>
                  <a:lnTo>
                    <a:pt x="147878" y="50469"/>
                  </a:lnTo>
                  <a:lnTo>
                    <a:pt x="114973" y="12077"/>
                  </a:lnTo>
                  <a:lnTo>
                    <a:pt x="114973" y="22771"/>
                  </a:lnTo>
                  <a:lnTo>
                    <a:pt x="113969" y="22529"/>
                  </a:lnTo>
                  <a:lnTo>
                    <a:pt x="107569" y="22923"/>
                  </a:lnTo>
                  <a:lnTo>
                    <a:pt x="106057" y="23495"/>
                  </a:lnTo>
                  <a:lnTo>
                    <a:pt x="106362" y="21742"/>
                  </a:lnTo>
                  <a:lnTo>
                    <a:pt x="106197" y="18008"/>
                  </a:lnTo>
                  <a:lnTo>
                    <a:pt x="106019" y="14262"/>
                  </a:lnTo>
                  <a:lnTo>
                    <a:pt x="105206" y="11366"/>
                  </a:lnTo>
                  <a:lnTo>
                    <a:pt x="114973" y="22771"/>
                  </a:lnTo>
                  <a:lnTo>
                    <a:pt x="114973" y="12077"/>
                  </a:lnTo>
                  <a:lnTo>
                    <a:pt x="113753" y="10655"/>
                  </a:lnTo>
                  <a:lnTo>
                    <a:pt x="105143" y="622"/>
                  </a:lnTo>
                  <a:lnTo>
                    <a:pt x="105143" y="11290"/>
                  </a:lnTo>
                  <a:lnTo>
                    <a:pt x="104000" y="11366"/>
                  </a:lnTo>
                  <a:lnTo>
                    <a:pt x="104609" y="10655"/>
                  </a:lnTo>
                  <a:lnTo>
                    <a:pt x="105143" y="11290"/>
                  </a:lnTo>
                  <a:lnTo>
                    <a:pt x="105143" y="622"/>
                  </a:lnTo>
                  <a:lnTo>
                    <a:pt x="104609" y="0"/>
                  </a:lnTo>
                  <a:lnTo>
                    <a:pt x="70561" y="39725"/>
                  </a:lnTo>
                  <a:lnTo>
                    <a:pt x="70561" y="61417"/>
                  </a:lnTo>
                  <a:lnTo>
                    <a:pt x="69164" y="61074"/>
                  </a:lnTo>
                  <a:lnTo>
                    <a:pt x="65963" y="61277"/>
                  </a:lnTo>
                  <a:lnTo>
                    <a:pt x="62763" y="61468"/>
                  </a:lnTo>
                  <a:lnTo>
                    <a:pt x="60274" y="62420"/>
                  </a:lnTo>
                  <a:lnTo>
                    <a:pt x="60274" y="64338"/>
                  </a:lnTo>
                  <a:lnTo>
                    <a:pt x="59436" y="63347"/>
                  </a:lnTo>
                  <a:lnTo>
                    <a:pt x="60198" y="62458"/>
                  </a:lnTo>
                  <a:lnTo>
                    <a:pt x="60274" y="64338"/>
                  </a:lnTo>
                  <a:lnTo>
                    <a:pt x="60274" y="62420"/>
                  </a:lnTo>
                  <a:lnTo>
                    <a:pt x="69989" y="51041"/>
                  </a:lnTo>
                  <a:lnTo>
                    <a:pt x="69773" y="52273"/>
                  </a:lnTo>
                  <a:lnTo>
                    <a:pt x="70116" y="59753"/>
                  </a:lnTo>
                  <a:lnTo>
                    <a:pt x="70561" y="61417"/>
                  </a:lnTo>
                  <a:lnTo>
                    <a:pt x="70561" y="39725"/>
                  </a:lnTo>
                  <a:lnTo>
                    <a:pt x="50304" y="63347"/>
                  </a:lnTo>
                  <a:lnTo>
                    <a:pt x="104609" y="126695"/>
                  </a:lnTo>
                  <a:lnTo>
                    <a:pt x="113753" y="116039"/>
                  </a:lnTo>
                  <a:lnTo>
                    <a:pt x="155130" y="67779"/>
                  </a:lnTo>
                  <a:lnTo>
                    <a:pt x="205651" y="126695"/>
                  </a:lnTo>
                  <a:lnTo>
                    <a:pt x="214782" y="116039"/>
                  </a:lnTo>
                  <a:lnTo>
                    <a:pt x="259956" y="63347"/>
                  </a:lnTo>
                  <a:close/>
                </a:path>
                <a:path w="310515" h="204470">
                  <a:moveTo>
                    <a:pt x="310451" y="140512"/>
                  </a:moveTo>
                  <a:lnTo>
                    <a:pt x="301320" y="129870"/>
                  </a:lnTo>
                  <a:lnTo>
                    <a:pt x="301320" y="140512"/>
                  </a:lnTo>
                  <a:lnTo>
                    <a:pt x="291198" y="152311"/>
                  </a:lnTo>
                  <a:lnTo>
                    <a:pt x="291477" y="150799"/>
                  </a:lnTo>
                  <a:lnTo>
                    <a:pt x="291134" y="143319"/>
                  </a:lnTo>
                  <a:lnTo>
                    <a:pt x="290664" y="141643"/>
                  </a:lnTo>
                  <a:lnTo>
                    <a:pt x="292150" y="141998"/>
                  </a:lnTo>
                  <a:lnTo>
                    <a:pt x="295351" y="141795"/>
                  </a:lnTo>
                  <a:lnTo>
                    <a:pt x="298564" y="141592"/>
                  </a:lnTo>
                  <a:lnTo>
                    <a:pt x="301129" y="140639"/>
                  </a:lnTo>
                  <a:lnTo>
                    <a:pt x="301104" y="140271"/>
                  </a:lnTo>
                  <a:lnTo>
                    <a:pt x="301320" y="140512"/>
                  </a:lnTo>
                  <a:lnTo>
                    <a:pt x="301320" y="129870"/>
                  </a:lnTo>
                  <a:lnTo>
                    <a:pt x="299402" y="127635"/>
                  </a:lnTo>
                  <a:lnTo>
                    <a:pt x="299402" y="138303"/>
                  </a:lnTo>
                  <a:lnTo>
                    <a:pt x="298386" y="138049"/>
                  </a:lnTo>
                  <a:lnTo>
                    <a:pt x="291985" y="138442"/>
                  </a:lnTo>
                  <a:lnTo>
                    <a:pt x="290474" y="139014"/>
                  </a:lnTo>
                  <a:lnTo>
                    <a:pt x="290779" y="137261"/>
                  </a:lnTo>
                  <a:lnTo>
                    <a:pt x="290614" y="133527"/>
                  </a:lnTo>
                  <a:lnTo>
                    <a:pt x="290436" y="129781"/>
                  </a:lnTo>
                  <a:lnTo>
                    <a:pt x="289801" y="127520"/>
                  </a:lnTo>
                  <a:lnTo>
                    <a:pt x="289801" y="153949"/>
                  </a:lnTo>
                  <a:lnTo>
                    <a:pt x="256146" y="193192"/>
                  </a:lnTo>
                  <a:lnTo>
                    <a:pt x="244462" y="179590"/>
                  </a:lnTo>
                  <a:lnTo>
                    <a:pt x="247040" y="180187"/>
                  </a:lnTo>
                  <a:lnTo>
                    <a:pt x="253453" y="179793"/>
                  </a:lnTo>
                  <a:lnTo>
                    <a:pt x="254876" y="179260"/>
                  </a:lnTo>
                  <a:lnTo>
                    <a:pt x="254584" y="180975"/>
                  </a:lnTo>
                  <a:lnTo>
                    <a:pt x="254749" y="184708"/>
                  </a:lnTo>
                  <a:lnTo>
                    <a:pt x="254927" y="188455"/>
                  </a:lnTo>
                  <a:lnTo>
                    <a:pt x="255752" y="191439"/>
                  </a:lnTo>
                  <a:lnTo>
                    <a:pt x="257429" y="191338"/>
                  </a:lnTo>
                  <a:lnTo>
                    <a:pt x="257975" y="188264"/>
                  </a:lnTo>
                  <a:lnTo>
                    <a:pt x="257619" y="180784"/>
                  </a:lnTo>
                  <a:lnTo>
                    <a:pt x="257162" y="179108"/>
                  </a:lnTo>
                  <a:lnTo>
                    <a:pt x="258648" y="179463"/>
                  </a:lnTo>
                  <a:lnTo>
                    <a:pt x="261848" y="179260"/>
                  </a:lnTo>
                  <a:lnTo>
                    <a:pt x="265049" y="179057"/>
                  </a:lnTo>
                  <a:lnTo>
                    <a:pt x="267614" y="178092"/>
                  </a:lnTo>
                  <a:lnTo>
                    <a:pt x="267525" y="176136"/>
                  </a:lnTo>
                  <a:lnTo>
                    <a:pt x="264883" y="175514"/>
                  </a:lnTo>
                  <a:lnTo>
                    <a:pt x="258470" y="175907"/>
                  </a:lnTo>
                  <a:lnTo>
                    <a:pt x="256959" y="176479"/>
                  </a:lnTo>
                  <a:lnTo>
                    <a:pt x="257276" y="174726"/>
                  </a:lnTo>
                  <a:lnTo>
                    <a:pt x="257098" y="170992"/>
                  </a:lnTo>
                  <a:lnTo>
                    <a:pt x="256933" y="167246"/>
                  </a:lnTo>
                  <a:lnTo>
                    <a:pt x="256108" y="164261"/>
                  </a:lnTo>
                  <a:lnTo>
                    <a:pt x="254431" y="164376"/>
                  </a:lnTo>
                  <a:lnTo>
                    <a:pt x="253885" y="167436"/>
                  </a:lnTo>
                  <a:lnTo>
                    <a:pt x="254228" y="174917"/>
                  </a:lnTo>
                  <a:lnTo>
                    <a:pt x="254673" y="176580"/>
                  </a:lnTo>
                  <a:lnTo>
                    <a:pt x="253276" y="176237"/>
                  </a:lnTo>
                  <a:lnTo>
                    <a:pt x="250075" y="176441"/>
                  </a:lnTo>
                  <a:lnTo>
                    <a:pt x="246875" y="176644"/>
                  </a:lnTo>
                  <a:lnTo>
                    <a:pt x="244309" y="177596"/>
                  </a:lnTo>
                  <a:lnTo>
                    <a:pt x="244386" y="179501"/>
                  </a:lnTo>
                  <a:lnTo>
                    <a:pt x="211874" y="141579"/>
                  </a:lnTo>
                  <a:lnTo>
                    <a:pt x="214464" y="142189"/>
                  </a:lnTo>
                  <a:lnTo>
                    <a:pt x="220865" y="141782"/>
                  </a:lnTo>
                  <a:lnTo>
                    <a:pt x="222300" y="141249"/>
                  </a:lnTo>
                  <a:lnTo>
                    <a:pt x="222008" y="142976"/>
                  </a:lnTo>
                  <a:lnTo>
                    <a:pt x="222173" y="146710"/>
                  </a:lnTo>
                  <a:lnTo>
                    <a:pt x="222338" y="150444"/>
                  </a:lnTo>
                  <a:lnTo>
                    <a:pt x="223164" y="153428"/>
                  </a:lnTo>
                  <a:lnTo>
                    <a:pt x="224840" y="153327"/>
                  </a:lnTo>
                  <a:lnTo>
                    <a:pt x="225386" y="150253"/>
                  </a:lnTo>
                  <a:lnTo>
                    <a:pt x="225044" y="142786"/>
                  </a:lnTo>
                  <a:lnTo>
                    <a:pt x="224586" y="141109"/>
                  </a:lnTo>
                  <a:lnTo>
                    <a:pt x="226060" y="141452"/>
                  </a:lnTo>
                  <a:lnTo>
                    <a:pt x="229273" y="141249"/>
                  </a:lnTo>
                  <a:lnTo>
                    <a:pt x="232473" y="141058"/>
                  </a:lnTo>
                  <a:lnTo>
                    <a:pt x="235038" y="140093"/>
                  </a:lnTo>
                  <a:lnTo>
                    <a:pt x="234937" y="138137"/>
                  </a:lnTo>
                  <a:lnTo>
                    <a:pt x="232308" y="137502"/>
                  </a:lnTo>
                  <a:lnTo>
                    <a:pt x="225894" y="137909"/>
                  </a:lnTo>
                  <a:lnTo>
                    <a:pt x="224383" y="138480"/>
                  </a:lnTo>
                  <a:lnTo>
                    <a:pt x="224688" y="136728"/>
                  </a:lnTo>
                  <a:lnTo>
                    <a:pt x="224523" y="132981"/>
                  </a:lnTo>
                  <a:lnTo>
                    <a:pt x="224358" y="129247"/>
                  </a:lnTo>
                  <a:lnTo>
                    <a:pt x="223532" y="126263"/>
                  </a:lnTo>
                  <a:lnTo>
                    <a:pt x="223164" y="126288"/>
                  </a:lnTo>
                  <a:lnTo>
                    <a:pt x="254927" y="89242"/>
                  </a:lnTo>
                  <a:lnTo>
                    <a:pt x="254508" y="91617"/>
                  </a:lnTo>
                  <a:lnTo>
                    <a:pt x="254850" y="99085"/>
                  </a:lnTo>
                  <a:lnTo>
                    <a:pt x="255308" y="100761"/>
                  </a:lnTo>
                  <a:lnTo>
                    <a:pt x="253898" y="100418"/>
                  </a:lnTo>
                  <a:lnTo>
                    <a:pt x="250698" y="100609"/>
                  </a:lnTo>
                  <a:lnTo>
                    <a:pt x="247497" y="100812"/>
                  </a:lnTo>
                  <a:lnTo>
                    <a:pt x="244932" y="101777"/>
                  </a:lnTo>
                  <a:lnTo>
                    <a:pt x="245021" y="103733"/>
                  </a:lnTo>
                  <a:lnTo>
                    <a:pt x="247662" y="104368"/>
                  </a:lnTo>
                  <a:lnTo>
                    <a:pt x="254076" y="103962"/>
                  </a:lnTo>
                  <a:lnTo>
                    <a:pt x="255498" y="103428"/>
                  </a:lnTo>
                  <a:lnTo>
                    <a:pt x="255206" y="105156"/>
                  </a:lnTo>
                  <a:lnTo>
                    <a:pt x="255371" y="108889"/>
                  </a:lnTo>
                  <a:lnTo>
                    <a:pt x="255549" y="112623"/>
                  </a:lnTo>
                  <a:lnTo>
                    <a:pt x="256374" y="115608"/>
                  </a:lnTo>
                  <a:lnTo>
                    <a:pt x="258051" y="115506"/>
                  </a:lnTo>
                  <a:lnTo>
                    <a:pt x="258584" y="112445"/>
                  </a:lnTo>
                  <a:lnTo>
                    <a:pt x="258241" y="104965"/>
                  </a:lnTo>
                  <a:lnTo>
                    <a:pt x="257784" y="103289"/>
                  </a:lnTo>
                  <a:lnTo>
                    <a:pt x="259270" y="103632"/>
                  </a:lnTo>
                  <a:lnTo>
                    <a:pt x="262470" y="103428"/>
                  </a:lnTo>
                  <a:lnTo>
                    <a:pt x="265671" y="103238"/>
                  </a:lnTo>
                  <a:lnTo>
                    <a:pt x="268236" y="102273"/>
                  </a:lnTo>
                  <a:lnTo>
                    <a:pt x="268211" y="101930"/>
                  </a:lnTo>
                  <a:lnTo>
                    <a:pt x="289560" y="126809"/>
                  </a:lnTo>
                  <a:lnTo>
                    <a:pt x="287934" y="126911"/>
                  </a:lnTo>
                  <a:lnTo>
                    <a:pt x="287401" y="129971"/>
                  </a:lnTo>
                  <a:lnTo>
                    <a:pt x="287743" y="137452"/>
                  </a:lnTo>
                  <a:lnTo>
                    <a:pt x="288188" y="139115"/>
                  </a:lnTo>
                  <a:lnTo>
                    <a:pt x="286791" y="138772"/>
                  </a:lnTo>
                  <a:lnTo>
                    <a:pt x="283591" y="138976"/>
                  </a:lnTo>
                  <a:lnTo>
                    <a:pt x="280377" y="139179"/>
                  </a:lnTo>
                  <a:lnTo>
                    <a:pt x="277812" y="140131"/>
                  </a:lnTo>
                  <a:lnTo>
                    <a:pt x="277914" y="142100"/>
                  </a:lnTo>
                  <a:lnTo>
                    <a:pt x="280555" y="142722"/>
                  </a:lnTo>
                  <a:lnTo>
                    <a:pt x="286956" y="142328"/>
                  </a:lnTo>
                  <a:lnTo>
                    <a:pt x="288391" y="141795"/>
                  </a:lnTo>
                  <a:lnTo>
                    <a:pt x="288099" y="143510"/>
                  </a:lnTo>
                  <a:lnTo>
                    <a:pt x="288264" y="147243"/>
                  </a:lnTo>
                  <a:lnTo>
                    <a:pt x="288429" y="150990"/>
                  </a:lnTo>
                  <a:lnTo>
                    <a:pt x="289255" y="153974"/>
                  </a:lnTo>
                  <a:lnTo>
                    <a:pt x="289801" y="153949"/>
                  </a:lnTo>
                  <a:lnTo>
                    <a:pt x="289801" y="127520"/>
                  </a:lnTo>
                  <a:lnTo>
                    <a:pt x="289623" y="126885"/>
                  </a:lnTo>
                  <a:lnTo>
                    <a:pt x="299402" y="138303"/>
                  </a:lnTo>
                  <a:lnTo>
                    <a:pt x="299402" y="127635"/>
                  </a:lnTo>
                  <a:lnTo>
                    <a:pt x="266509" y="89268"/>
                  </a:lnTo>
                  <a:lnTo>
                    <a:pt x="266509" y="99923"/>
                  </a:lnTo>
                  <a:lnTo>
                    <a:pt x="265506" y="99682"/>
                  </a:lnTo>
                  <a:lnTo>
                    <a:pt x="259092" y="100088"/>
                  </a:lnTo>
                  <a:lnTo>
                    <a:pt x="257581" y="100660"/>
                  </a:lnTo>
                  <a:lnTo>
                    <a:pt x="257886" y="98907"/>
                  </a:lnTo>
                  <a:lnTo>
                    <a:pt x="257721" y="95161"/>
                  </a:lnTo>
                  <a:lnTo>
                    <a:pt x="257556" y="91427"/>
                  </a:lnTo>
                  <a:lnTo>
                    <a:pt x="256743" y="88531"/>
                  </a:lnTo>
                  <a:lnTo>
                    <a:pt x="266509" y="99923"/>
                  </a:lnTo>
                  <a:lnTo>
                    <a:pt x="266509" y="89268"/>
                  </a:lnTo>
                  <a:lnTo>
                    <a:pt x="265277" y="87820"/>
                  </a:lnTo>
                  <a:lnTo>
                    <a:pt x="256679" y="77787"/>
                  </a:lnTo>
                  <a:lnTo>
                    <a:pt x="256679" y="88455"/>
                  </a:lnTo>
                  <a:lnTo>
                    <a:pt x="255549" y="88519"/>
                  </a:lnTo>
                  <a:lnTo>
                    <a:pt x="256146" y="87820"/>
                  </a:lnTo>
                  <a:lnTo>
                    <a:pt x="256679" y="88455"/>
                  </a:lnTo>
                  <a:lnTo>
                    <a:pt x="256679" y="77787"/>
                  </a:lnTo>
                  <a:lnTo>
                    <a:pt x="256146" y="77152"/>
                  </a:lnTo>
                  <a:lnTo>
                    <a:pt x="222097" y="116878"/>
                  </a:lnTo>
                  <a:lnTo>
                    <a:pt x="222097" y="138582"/>
                  </a:lnTo>
                  <a:lnTo>
                    <a:pt x="220700" y="138239"/>
                  </a:lnTo>
                  <a:lnTo>
                    <a:pt x="217500" y="138430"/>
                  </a:lnTo>
                  <a:lnTo>
                    <a:pt x="214287" y="138633"/>
                  </a:lnTo>
                  <a:lnTo>
                    <a:pt x="211810" y="139573"/>
                  </a:lnTo>
                  <a:lnTo>
                    <a:pt x="211810" y="141503"/>
                  </a:lnTo>
                  <a:lnTo>
                    <a:pt x="210972" y="140512"/>
                  </a:lnTo>
                  <a:lnTo>
                    <a:pt x="211721" y="139649"/>
                  </a:lnTo>
                  <a:lnTo>
                    <a:pt x="211810" y="141503"/>
                  </a:lnTo>
                  <a:lnTo>
                    <a:pt x="211810" y="139573"/>
                  </a:lnTo>
                  <a:lnTo>
                    <a:pt x="221526" y="128206"/>
                  </a:lnTo>
                  <a:lnTo>
                    <a:pt x="221310" y="129438"/>
                  </a:lnTo>
                  <a:lnTo>
                    <a:pt x="221653" y="136906"/>
                  </a:lnTo>
                  <a:lnTo>
                    <a:pt x="222097" y="138582"/>
                  </a:lnTo>
                  <a:lnTo>
                    <a:pt x="222097" y="116878"/>
                  </a:lnTo>
                  <a:lnTo>
                    <a:pt x="204952" y="136867"/>
                  </a:lnTo>
                  <a:lnTo>
                    <a:pt x="198958" y="129882"/>
                  </a:lnTo>
                  <a:lnTo>
                    <a:pt x="198958" y="140512"/>
                  </a:lnTo>
                  <a:lnTo>
                    <a:pt x="188861" y="152298"/>
                  </a:lnTo>
                  <a:lnTo>
                    <a:pt x="189128" y="150799"/>
                  </a:lnTo>
                  <a:lnTo>
                    <a:pt x="188772" y="143319"/>
                  </a:lnTo>
                  <a:lnTo>
                    <a:pt x="188315" y="141643"/>
                  </a:lnTo>
                  <a:lnTo>
                    <a:pt x="189801" y="141998"/>
                  </a:lnTo>
                  <a:lnTo>
                    <a:pt x="193001" y="141795"/>
                  </a:lnTo>
                  <a:lnTo>
                    <a:pt x="196202" y="141592"/>
                  </a:lnTo>
                  <a:lnTo>
                    <a:pt x="198767" y="140639"/>
                  </a:lnTo>
                  <a:lnTo>
                    <a:pt x="198742" y="140271"/>
                  </a:lnTo>
                  <a:lnTo>
                    <a:pt x="198958" y="140512"/>
                  </a:lnTo>
                  <a:lnTo>
                    <a:pt x="198958" y="129882"/>
                  </a:lnTo>
                  <a:lnTo>
                    <a:pt x="197040" y="127635"/>
                  </a:lnTo>
                  <a:lnTo>
                    <a:pt x="197040" y="138290"/>
                  </a:lnTo>
                  <a:lnTo>
                    <a:pt x="196037" y="138049"/>
                  </a:lnTo>
                  <a:lnTo>
                    <a:pt x="189636" y="138442"/>
                  </a:lnTo>
                  <a:lnTo>
                    <a:pt x="188112" y="139026"/>
                  </a:lnTo>
                  <a:lnTo>
                    <a:pt x="188417" y="137261"/>
                  </a:lnTo>
                  <a:lnTo>
                    <a:pt x="188252" y="133527"/>
                  </a:lnTo>
                  <a:lnTo>
                    <a:pt x="188087" y="129781"/>
                  </a:lnTo>
                  <a:lnTo>
                    <a:pt x="187439" y="127457"/>
                  </a:lnTo>
                  <a:lnTo>
                    <a:pt x="187439" y="153949"/>
                  </a:lnTo>
                  <a:lnTo>
                    <a:pt x="153797" y="193192"/>
                  </a:lnTo>
                  <a:lnTo>
                    <a:pt x="142113" y="179590"/>
                  </a:lnTo>
                  <a:lnTo>
                    <a:pt x="144691" y="180187"/>
                  </a:lnTo>
                  <a:lnTo>
                    <a:pt x="151091" y="179793"/>
                  </a:lnTo>
                  <a:lnTo>
                    <a:pt x="152527" y="179260"/>
                  </a:lnTo>
                  <a:lnTo>
                    <a:pt x="152234" y="180975"/>
                  </a:lnTo>
                  <a:lnTo>
                    <a:pt x="152400" y="184708"/>
                  </a:lnTo>
                  <a:lnTo>
                    <a:pt x="152565" y="188455"/>
                  </a:lnTo>
                  <a:lnTo>
                    <a:pt x="153390" y="191439"/>
                  </a:lnTo>
                  <a:lnTo>
                    <a:pt x="155067" y="191338"/>
                  </a:lnTo>
                  <a:lnTo>
                    <a:pt x="155613" y="188264"/>
                  </a:lnTo>
                  <a:lnTo>
                    <a:pt x="155270" y="180784"/>
                  </a:lnTo>
                  <a:lnTo>
                    <a:pt x="154813" y="179108"/>
                  </a:lnTo>
                  <a:lnTo>
                    <a:pt x="156286" y="179463"/>
                  </a:lnTo>
                  <a:lnTo>
                    <a:pt x="159499" y="179260"/>
                  </a:lnTo>
                  <a:lnTo>
                    <a:pt x="162699" y="179057"/>
                  </a:lnTo>
                  <a:lnTo>
                    <a:pt x="165265" y="178092"/>
                  </a:lnTo>
                  <a:lnTo>
                    <a:pt x="165163" y="176136"/>
                  </a:lnTo>
                  <a:lnTo>
                    <a:pt x="162534" y="175514"/>
                  </a:lnTo>
                  <a:lnTo>
                    <a:pt x="156121" y="175907"/>
                  </a:lnTo>
                  <a:lnTo>
                    <a:pt x="154609" y="176479"/>
                  </a:lnTo>
                  <a:lnTo>
                    <a:pt x="154914" y="174726"/>
                  </a:lnTo>
                  <a:lnTo>
                    <a:pt x="154749" y="170992"/>
                  </a:lnTo>
                  <a:lnTo>
                    <a:pt x="154584" y="167246"/>
                  </a:lnTo>
                  <a:lnTo>
                    <a:pt x="153758" y="164261"/>
                  </a:lnTo>
                  <a:lnTo>
                    <a:pt x="152082" y="164376"/>
                  </a:lnTo>
                  <a:lnTo>
                    <a:pt x="151536" y="167436"/>
                  </a:lnTo>
                  <a:lnTo>
                    <a:pt x="151879" y="174917"/>
                  </a:lnTo>
                  <a:lnTo>
                    <a:pt x="152323" y="176580"/>
                  </a:lnTo>
                  <a:lnTo>
                    <a:pt x="150926" y="176237"/>
                  </a:lnTo>
                  <a:lnTo>
                    <a:pt x="147726" y="176441"/>
                  </a:lnTo>
                  <a:lnTo>
                    <a:pt x="144526" y="176644"/>
                  </a:lnTo>
                  <a:lnTo>
                    <a:pt x="141960" y="177596"/>
                  </a:lnTo>
                  <a:lnTo>
                    <a:pt x="142036" y="179501"/>
                  </a:lnTo>
                  <a:lnTo>
                    <a:pt x="109524" y="141579"/>
                  </a:lnTo>
                  <a:lnTo>
                    <a:pt x="112102" y="142189"/>
                  </a:lnTo>
                  <a:lnTo>
                    <a:pt x="118516" y="141782"/>
                  </a:lnTo>
                  <a:lnTo>
                    <a:pt x="119951" y="141249"/>
                  </a:lnTo>
                  <a:lnTo>
                    <a:pt x="119646" y="142976"/>
                  </a:lnTo>
                  <a:lnTo>
                    <a:pt x="119824" y="146710"/>
                  </a:lnTo>
                  <a:lnTo>
                    <a:pt x="119989" y="150444"/>
                  </a:lnTo>
                  <a:lnTo>
                    <a:pt x="120815" y="153428"/>
                  </a:lnTo>
                  <a:lnTo>
                    <a:pt x="122491" y="153327"/>
                  </a:lnTo>
                  <a:lnTo>
                    <a:pt x="123037" y="150253"/>
                  </a:lnTo>
                  <a:lnTo>
                    <a:pt x="122694" y="142786"/>
                  </a:lnTo>
                  <a:lnTo>
                    <a:pt x="122224" y="141109"/>
                  </a:lnTo>
                  <a:lnTo>
                    <a:pt x="123710" y="141452"/>
                  </a:lnTo>
                  <a:lnTo>
                    <a:pt x="126911" y="141249"/>
                  </a:lnTo>
                  <a:lnTo>
                    <a:pt x="130111" y="141058"/>
                  </a:lnTo>
                  <a:lnTo>
                    <a:pt x="132676" y="140093"/>
                  </a:lnTo>
                  <a:lnTo>
                    <a:pt x="132588" y="138137"/>
                  </a:lnTo>
                  <a:lnTo>
                    <a:pt x="129946" y="137502"/>
                  </a:lnTo>
                  <a:lnTo>
                    <a:pt x="123545" y="137909"/>
                  </a:lnTo>
                  <a:lnTo>
                    <a:pt x="122034" y="138480"/>
                  </a:lnTo>
                  <a:lnTo>
                    <a:pt x="122339" y="136728"/>
                  </a:lnTo>
                  <a:lnTo>
                    <a:pt x="122174" y="132981"/>
                  </a:lnTo>
                  <a:lnTo>
                    <a:pt x="121996" y="129247"/>
                  </a:lnTo>
                  <a:lnTo>
                    <a:pt x="121170" y="126263"/>
                  </a:lnTo>
                  <a:lnTo>
                    <a:pt x="120815" y="126288"/>
                  </a:lnTo>
                  <a:lnTo>
                    <a:pt x="152577" y="89242"/>
                  </a:lnTo>
                  <a:lnTo>
                    <a:pt x="152158" y="91617"/>
                  </a:lnTo>
                  <a:lnTo>
                    <a:pt x="152501" y="99085"/>
                  </a:lnTo>
                  <a:lnTo>
                    <a:pt x="152946" y="100761"/>
                  </a:lnTo>
                  <a:lnTo>
                    <a:pt x="151549" y="100418"/>
                  </a:lnTo>
                  <a:lnTo>
                    <a:pt x="148348" y="100609"/>
                  </a:lnTo>
                  <a:lnTo>
                    <a:pt x="145148" y="100812"/>
                  </a:lnTo>
                  <a:lnTo>
                    <a:pt x="142582" y="101777"/>
                  </a:lnTo>
                  <a:lnTo>
                    <a:pt x="142671" y="103733"/>
                  </a:lnTo>
                  <a:lnTo>
                    <a:pt x="145313" y="104368"/>
                  </a:lnTo>
                  <a:lnTo>
                    <a:pt x="151714" y="103962"/>
                  </a:lnTo>
                  <a:lnTo>
                    <a:pt x="153149" y="103428"/>
                  </a:lnTo>
                  <a:lnTo>
                    <a:pt x="152857" y="105156"/>
                  </a:lnTo>
                  <a:lnTo>
                    <a:pt x="153022" y="108889"/>
                  </a:lnTo>
                  <a:lnTo>
                    <a:pt x="153187" y="112623"/>
                  </a:lnTo>
                  <a:lnTo>
                    <a:pt x="154012" y="115608"/>
                  </a:lnTo>
                  <a:lnTo>
                    <a:pt x="155689" y="115506"/>
                  </a:lnTo>
                  <a:lnTo>
                    <a:pt x="156235" y="112445"/>
                  </a:lnTo>
                  <a:lnTo>
                    <a:pt x="155892" y="104965"/>
                  </a:lnTo>
                  <a:lnTo>
                    <a:pt x="155435" y="103289"/>
                  </a:lnTo>
                  <a:lnTo>
                    <a:pt x="156908" y="103632"/>
                  </a:lnTo>
                  <a:lnTo>
                    <a:pt x="160121" y="103428"/>
                  </a:lnTo>
                  <a:lnTo>
                    <a:pt x="163322" y="103238"/>
                  </a:lnTo>
                  <a:lnTo>
                    <a:pt x="165887" y="102273"/>
                  </a:lnTo>
                  <a:lnTo>
                    <a:pt x="165862" y="101930"/>
                  </a:lnTo>
                  <a:lnTo>
                    <a:pt x="187198" y="126809"/>
                  </a:lnTo>
                  <a:lnTo>
                    <a:pt x="185585" y="126911"/>
                  </a:lnTo>
                  <a:lnTo>
                    <a:pt x="185039" y="129971"/>
                  </a:lnTo>
                  <a:lnTo>
                    <a:pt x="185381" y="137452"/>
                  </a:lnTo>
                  <a:lnTo>
                    <a:pt x="185826" y="139115"/>
                  </a:lnTo>
                  <a:lnTo>
                    <a:pt x="184442" y="138772"/>
                  </a:lnTo>
                  <a:lnTo>
                    <a:pt x="181229" y="138976"/>
                  </a:lnTo>
                  <a:lnTo>
                    <a:pt x="178028" y="139179"/>
                  </a:lnTo>
                  <a:lnTo>
                    <a:pt x="175463" y="140131"/>
                  </a:lnTo>
                  <a:lnTo>
                    <a:pt x="175552" y="142100"/>
                  </a:lnTo>
                  <a:lnTo>
                    <a:pt x="178193" y="142722"/>
                  </a:lnTo>
                  <a:lnTo>
                    <a:pt x="184607" y="142328"/>
                  </a:lnTo>
                  <a:lnTo>
                    <a:pt x="186029" y="141795"/>
                  </a:lnTo>
                  <a:lnTo>
                    <a:pt x="185737" y="143510"/>
                  </a:lnTo>
                  <a:lnTo>
                    <a:pt x="185902" y="147243"/>
                  </a:lnTo>
                  <a:lnTo>
                    <a:pt x="186080" y="150990"/>
                  </a:lnTo>
                  <a:lnTo>
                    <a:pt x="186905" y="153974"/>
                  </a:lnTo>
                  <a:lnTo>
                    <a:pt x="187439" y="153949"/>
                  </a:lnTo>
                  <a:lnTo>
                    <a:pt x="187439" y="127457"/>
                  </a:lnTo>
                  <a:lnTo>
                    <a:pt x="187286" y="126898"/>
                  </a:lnTo>
                  <a:lnTo>
                    <a:pt x="197040" y="138290"/>
                  </a:lnTo>
                  <a:lnTo>
                    <a:pt x="197040" y="127635"/>
                  </a:lnTo>
                  <a:lnTo>
                    <a:pt x="164147" y="89255"/>
                  </a:lnTo>
                  <a:lnTo>
                    <a:pt x="164147" y="99936"/>
                  </a:lnTo>
                  <a:lnTo>
                    <a:pt x="163156" y="99682"/>
                  </a:lnTo>
                  <a:lnTo>
                    <a:pt x="156743" y="100088"/>
                  </a:lnTo>
                  <a:lnTo>
                    <a:pt x="155232" y="100660"/>
                  </a:lnTo>
                  <a:lnTo>
                    <a:pt x="155536" y="98907"/>
                  </a:lnTo>
                  <a:lnTo>
                    <a:pt x="155371" y="95161"/>
                  </a:lnTo>
                  <a:lnTo>
                    <a:pt x="155206" y="91427"/>
                  </a:lnTo>
                  <a:lnTo>
                    <a:pt x="154393" y="88531"/>
                  </a:lnTo>
                  <a:lnTo>
                    <a:pt x="164147" y="99936"/>
                  </a:lnTo>
                  <a:lnTo>
                    <a:pt x="164147" y="89255"/>
                  </a:lnTo>
                  <a:lnTo>
                    <a:pt x="162928" y="87820"/>
                  </a:lnTo>
                  <a:lnTo>
                    <a:pt x="154330" y="77787"/>
                  </a:lnTo>
                  <a:lnTo>
                    <a:pt x="154330" y="88455"/>
                  </a:lnTo>
                  <a:lnTo>
                    <a:pt x="153200" y="88519"/>
                  </a:lnTo>
                  <a:lnTo>
                    <a:pt x="153797" y="87820"/>
                  </a:lnTo>
                  <a:lnTo>
                    <a:pt x="154330" y="88455"/>
                  </a:lnTo>
                  <a:lnTo>
                    <a:pt x="154330" y="77787"/>
                  </a:lnTo>
                  <a:lnTo>
                    <a:pt x="153797" y="77152"/>
                  </a:lnTo>
                  <a:lnTo>
                    <a:pt x="119748" y="116878"/>
                  </a:lnTo>
                  <a:lnTo>
                    <a:pt x="119748" y="138582"/>
                  </a:lnTo>
                  <a:lnTo>
                    <a:pt x="118351" y="138239"/>
                  </a:lnTo>
                  <a:lnTo>
                    <a:pt x="115138" y="138430"/>
                  </a:lnTo>
                  <a:lnTo>
                    <a:pt x="111937" y="138633"/>
                  </a:lnTo>
                  <a:lnTo>
                    <a:pt x="109461" y="139573"/>
                  </a:lnTo>
                  <a:lnTo>
                    <a:pt x="109461" y="141503"/>
                  </a:lnTo>
                  <a:lnTo>
                    <a:pt x="108623" y="140512"/>
                  </a:lnTo>
                  <a:lnTo>
                    <a:pt x="109372" y="139649"/>
                  </a:lnTo>
                  <a:lnTo>
                    <a:pt x="109461" y="141503"/>
                  </a:lnTo>
                  <a:lnTo>
                    <a:pt x="109461" y="139573"/>
                  </a:lnTo>
                  <a:lnTo>
                    <a:pt x="119164" y="128219"/>
                  </a:lnTo>
                  <a:lnTo>
                    <a:pt x="118948" y="129438"/>
                  </a:lnTo>
                  <a:lnTo>
                    <a:pt x="119303" y="136906"/>
                  </a:lnTo>
                  <a:lnTo>
                    <a:pt x="119748" y="138582"/>
                  </a:lnTo>
                  <a:lnTo>
                    <a:pt x="119748" y="116878"/>
                  </a:lnTo>
                  <a:lnTo>
                    <a:pt x="104038" y="135191"/>
                  </a:lnTo>
                  <a:lnTo>
                    <a:pt x="99479" y="129882"/>
                  </a:lnTo>
                  <a:lnTo>
                    <a:pt x="99479" y="140512"/>
                  </a:lnTo>
                  <a:lnTo>
                    <a:pt x="89382" y="152311"/>
                  </a:lnTo>
                  <a:lnTo>
                    <a:pt x="89649" y="150799"/>
                  </a:lnTo>
                  <a:lnTo>
                    <a:pt x="89293" y="143319"/>
                  </a:lnTo>
                  <a:lnTo>
                    <a:pt x="88836" y="141643"/>
                  </a:lnTo>
                  <a:lnTo>
                    <a:pt x="90322" y="141998"/>
                  </a:lnTo>
                  <a:lnTo>
                    <a:pt x="93522" y="141795"/>
                  </a:lnTo>
                  <a:lnTo>
                    <a:pt x="96723" y="141592"/>
                  </a:lnTo>
                  <a:lnTo>
                    <a:pt x="99288" y="140639"/>
                  </a:lnTo>
                  <a:lnTo>
                    <a:pt x="99263" y="140271"/>
                  </a:lnTo>
                  <a:lnTo>
                    <a:pt x="99479" y="140512"/>
                  </a:lnTo>
                  <a:lnTo>
                    <a:pt x="99479" y="129882"/>
                  </a:lnTo>
                  <a:lnTo>
                    <a:pt x="97561" y="127635"/>
                  </a:lnTo>
                  <a:lnTo>
                    <a:pt x="97561" y="138290"/>
                  </a:lnTo>
                  <a:lnTo>
                    <a:pt x="96558" y="138049"/>
                  </a:lnTo>
                  <a:lnTo>
                    <a:pt x="90157" y="138442"/>
                  </a:lnTo>
                  <a:lnTo>
                    <a:pt x="88646" y="139014"/>
                  </a:lnTo>
                  <a:lnTo>
                    <a:pt x="88950" y="137261"/>
                  </a:lnTo>
                  <a:lnTo>
                    <a:pt x="88773" y="133527"/>
                  </a:lnTo>
                  <a:lnTo>
                    <a:pt x="88607" y="129781"/>
                  </a:lnTo>
                  <a:lnTo>
                    <a:pt x="87972" y="127495"/>
                  </a:lnTo>
                  <a:lnTo>
                    <a:pt x="87972" y="153949"/>
                  </a:lnTo>
                  <a:lnTo>
                    <a:pt x="54317" y="193192"/>
                  </a:lnTo>
                  <a:lnTo>
                    <a:pt x="42633" y="179590"/>
                  </a:lnTo>
                  <a:lnTo>
                    <a:pt x="45212" y="180187"/>
                  </a:lnTo>
                  <a:lnTo>
                    <a:pt x="51625" y="179793"/>
                  </a:lnTo>
                  <a:lnTo>
                    <a:pt x="53047" y="179260"/>
                  </a:lnTo>
                  <a:lnTo>
                    <a:pt x="52755" y="180975"/>
                  </a:lnTo>
                  <a:lnTo>
                    <a:pt x="52920" y="184708"/>
                  </a:lnTo>
                  <a:lnTo>
                    <a:pt x="53086" y="188455"/>
                  </a:lnTo>
                  <a:lnTo>
                    <a:pt x="53911" y="191439"/>
                  </a:lnTo>
                  <a:lnTo>
                    <a:pt x="55587" y="191338"/>
                  </a:lnTo>
                  <a:lnTo>
                    <a:pt x="56134" y="188264"/>
                  </a:lnTo>
                  <a:lnTo>
                    <a:pt x="55791" y="180784"/>
                  </a:lnTo>
                  <a:lnTo>
                    <a:pt x="55333" y="179108"/>
                  </a:lnTo>
                  <a:lnTo>
                    <a:pt x="56807" y="179463"/>
                  </a:lnTo>
                  <a:lnTo>
                    <a:pt x="60020" y="179260"/>
                  </a:lnTo>
                  <a:lnTo>
                    <a:pt x="63220" y="179057"/>
                  </a:lnTo>
                  <a:lnTo>
                    <a:pt x="65786" y="178092"/>
                  </a:lnTo>
                  <a:lnTo>
                    <a:pt x="65697" y="176136"/>
                  </a:lnTo>
                  <a:lnTo>
                    <a:pt x="63055" y="175514"/>
                  </a:lnTo>
                  <a:lnTo>
                    <a:pt x="56642" y="175907"/>
                  </a:lnTo>
                  <a:lnTo>
                    <a:pt x="55130" y="176479"/>
                  </a:lnTo>
                  <a:lnTo>
                    <a:pt x="55435" y="174726"/>
                  </a:lnTo>
                  <a:lnTo>
                    <a:pt x="55270" y="170992"/>
                  </a:lnTo>
                  <a:lnTo>
                    <a:pt x="55105" y="167246"/>
                  </a:lnTo>
                  <a:lnTo>
                    <a:pt x="54279" y="164261"/>
                  </a:lnTo>
                  <a:lnTo>
                    <a:pt x="52603" y="164376"/>
                  </a:lnTo>
                  <a:lnTo>
                    <a:pt x="52057" y="167436"/>
                  </a:lnTo>
                  <a:lnTo>
                    <a:pt x="52400" y="174917"/>
                  </a:lnTo>
                  <a:lnTo>
                    <a:pt x="52844" y="176580"/>
                  </a:lnTo>
                  <a:lnTo>
                    <a:pt x="51447" y="176237"/>
                  </a:lnTo>
                  <a:lnTo>
                    <a:pt x="48247" y="176441"/>
                  </a:lnTo>
                  <a:lnTo>
                    <a:pt x="45046" y="176644"/>
                  </a:lnTo>
                  <a:lnTo>
                    <a:pt x="42481" y="177596"/>
                  </a:lnTo>
                  <a:lnTo>
                    <a:pt x="42557" y="179501"/>
                  </a:lnTo>
                  <a:lnTo>
                    <a:pt x="10045" y="141579"/>
                  </a:lnTo>
                  <a:lnTo>
                    <a:pt x="12623" y="142189"/>
                  </a:lnTo>
                  <a:lnTo>
                    <a:pt x="19037" y="141782"/>
                  </a:lnTo>
                  <a:lnTo>
                    <a:pt x="20472" y="141249"/>
                  </a:lnTo>
                  <a:lnTo>
                    <a:pt x="20180" y="142976"/>
                  </a:lnTo>
                  <a:lnTo>
                    <a:pt x="20345" y="146710"/>
                  </a:lnTo>
                  <a:lnTo>
                    <a:pt x="20510" y="150444"/>
                  </a:lnTo>
                  <a:lnTo>
                    <a:pt x="21336" y="153428"/>
                  </a:lnTo>
                  <a:lnTo>
                    <a:pt x="23012" y="153327"/>
                  </a:lnTo>
                  <a:lnTo>
                    <a:pt x="23558" y="150253"/>
                  </a:lnTo>
                  <a:lnTo>
                    <a:pt x="23215" y="142786"/>
                  </a:lnTo>
                  <a:lnTo>
                    <a:pt x="22745" y="141109"/>
                  </a:lnTo>
                  <a:lnTo>
                    <a:pt x="24231" y="141452"/>
                  </a:lnTo>
                  <a:lnTo>
                    <a:pt x="27432" y="141249"/>
                  </a:lnTo>
                  <a:lnTo>
                    <a:pt x="30645" y="141058"/>
                  </a:lnTo>
                  <a:lnTo>
                    <a:pt x="33210" y="140093"/>
                  </a:lnTo>
                  <a:lnTo>
                    <a:pt x="33108" y="138137"/>
                  </a:lnTo>
                  <a:lnTo>
                    <a:pt x="30467" y="137502"/>
                  </a:lnTo>
                  <a:lnTo>
                    <a:pt x="24066" y="137909"/>
                  </a:lnTo>
                  <a:lnTo>
                    <a:pt x="22555" y="138480"/>
                  </a:lnTo>
                  <a:lnTo>
                    <a:pt x="22860" y="136728"/>
                  </a:lnTo>
                  <a:lnTo>
                    <a:pt x="22694" y="132981"/>
                  </a:lnTo>
                  <a:lnTo>
                    <a:pt x="22517" y="129247"/>
                  </a:lnTo>
                  <a:lnTo>
                    <a:pt x="21691" y="126263"/>
                  </a:lnTo>
                  <a:lnTo>
                    <a:pt x="21336" y="126288"/>
                  </a:lnTo>
                  <a:lnTo>
                    <a:pt x="53098" y="89242"/>
                  </a:lnTo>
                  <a:lnTo>
                    <a:pt x="52679" y="91617"/>
                  </a:lnTo>
                  <a:lnTo>
                    <a:pt x="53022" y="99085"/>
                  </a:lnTo>
                  <a:lnTo>
                    <a:pt x="53467" y="100761"/>
                  </a:lnTo>
                  <a:lnTo>
                    <a:pt x="52070" y="100418"/>
                  </a:lnTo>
                  <a:lnTo>
                    <a:pt x="48869" y="100609"/>
                  </a:lnTo>
                  <a:lnTo>
                    <a:pt x="45669" y="100812"/>
                  </a:lnTo>
                  <a:lnTo>
                    <a:pt x="43103" y="101777"/>
                  </a:lnTo>
                  <a:lnTo>
                    <a:pt x="43192" y="103733"/>
                  </a:lnTo>
                  <a:lnTo>
                    <a:pt x="45834" y="104368"/>
                  </a:lnTo>
                  <a:lnTo>
                    <a:pt x="52235" y="103962"/>
                  </a:lnTo>
                  <a:lnTo>
                    <a:pt x="53670" y="103428"/>
                  </a:lnTo>
                  <a:lnTo>
                    <a:pt x="53378" y="105156"/>
                  </a:lnTo>
                  <a:lnTo>
                    <a:pt x="53543" y="108889"/>
                  </a:lnTo>
                  <a:lnTo>
                    <a:pt x="53708" y="112623"/>
                  </a:lnTo>
                  <a:lnTo>
                    <a:pt x="54533" y="115608"/>
                  </a:lnTo>
                  <a:lnTo>
                    <a:pt x="56210" y="115506"/>
                  </a:lnTo>
                  <a:lnTo>
                    <a:pt x="56756" y="112445"/>
                  </a:lnTo>
                  <a:lnTo>
                    <a:pt x="56413" y="104965"/>
                  </a:lnTo>
                  <a:lnTo>
                    <a:pt x="55956" y="103289"/>
                  </a:lnTo>
                  <a:lnTo>
                    <a:pt x="57429" y="103632"/>
                  </a:lnTo>
                  <a:lnTo>
                    <a:pt x="60642" y="103428"/>
                  </a:lnTo>
                  <a:lnTo>
                    <a:pt x="63842" y="103238"/>
                  </a:lnTo>
                  <a:lnTo>
                    <a:pt x="66408" y="102273"/>
                  </a:lnTo>
                  <a:lnTo>
                    <a:pt x="66382" y="101930"/>
                  </a:lnTo>
                  <a:lnTo>
                    <a:pt x="87718" y="126809"/>
                  </a:lnTo>
                  <a:lnTo>
                    <a:pt x="86106" y="126911"/>
                  </a:lnTo>
                  <a:lnTo>
                    <a:pt x="85559" y="129971"/>
                  </a:lnTo>
                  <a:lnTo>
                    <a:pt x="85915" y="137452"/>
                  </a:lnTo>
                  <a:lnTo>
                    <a:pt x="86360" y="139115"/>
                  </a:lnTo>
                  <a:lnTo>
                    <a:pt x="84963" y="138772"/>
                  </a:lnTo>
                  <a:lnTo>
                    <a:pt x="81749" y="138976"/>
                  </a:lnTo>
                  <a:lnTo>
                    <a:pt x="78549" y="139179"/>
                  </a:lnTo>
                  <a:lnTo>
                    <a:pt x="75984" y="140131"/>
                  </a:lnTo>
                  <a:lnTo>
                    <a:pt x="76073" y="142100"/>
                  </a:lnTo>
                  <a:lnTo>
                    <a:pt x="78714" y="142722"/>
                  </a:lnTo>
                  <a:lnTo>
                    <a:pt x="85128" y="142328"/>
                  </a:lnTo>
                  <a:lnTo>
                    <a:pt x="86550" y="141795"/>
                  </a:lnTo>
                  <a:lnTo>
                    <a:pt x="86258" y="143510"/>
                  </a:lnTo>
                  <a:lnTo>
                    <a:pt x="86423" y="147243"/>
                  </a:lnTo>
                  <a:lnTo>
                    <a:pt x="86601" y="150990"/>
                  </a:lnTo>
                  <a:lnTo>
                    <a:pt x="87426" y="153974"/>
                  </a:lnTo>
                  <a:lnTo>
                    <a:pt x="87972" y="153949"/>
                  </a:lnTo>
                  <a:lnTo>
                    <a:pt x="87972" y="127495"/>
                  </a:lnTo>
                  <a:lnTo>
                    <a:pt x="87807" y="126898"/>
                  </a:lnTo>
                  <a:lnTo>
                    <a:pt x="97561" y="138290"/>
                  </a:lnTo>
                  <a:lnTo>
                    <a:pt x="97561" y="127635"/>
                  </a:lnTo>
                  <a:lnTo>
                    <a:pt x="64668" y="89255"/>
                  </a:lnTo>
                  <a:lnTo>
                    <a:pt x="64668" y="99923"/>
                  </a:lnTo>
                  <a:lnTo>
                    <a:pt x="63677" y="99682"/>
                  </a:lnTo>
                  <a:lnTo>
                    <a:pt x="57264" y="100088"/>
                  </a:lnTo>
                  <a:lnTo>
                    <a:pt x="55753" y="100660"/>
                  </a:lnTo>
                  <a:lnTo>
                    <a:pt x="56057" y="98907"/>
                  </a:lnTo>
                  <a:lnTo>
                    <a:pt x="55892" y="95161"/>
                  </a:lnTo>
                  <a:lnTo>
                    <a:pt x="55714" y="91427"/>
                  </a:lnTo>
                  <a:lnTo>
                    <a:pt x="54914" y="88531"/>
                  </a:lnTo>
                  <a:lnTo>
                    <a:pt x="64668" y="99923"/>
                  </a:lnTo>
                  <a:lnTo>
                    <a:pt x="64668" y="89255"/>
                  </a:lnTo>
                  <a:lnTo>
                    <a:pt x="63449" y="87820"/>
                  </a:lnTo>
                  <a:lnTo>
                    <a:pt x="54851" y="77787"/>
                  </a:lnTo>
                  <a:lnTo>
                    <a:pt x="54851" y="88455"/>
                  </a:lnTo>
                  <a:lnTo>
                    <a:pt x="53721" y="88519"/>
                  </a:lnTo>
                  <a:lnTo>
                    <a:pt x="54317" y="87820"/>
                  </a:lnTo>
                  <a:lnTo>
                    <a:pt x="54851" y="88455"/>
                  </a:lnTo>
                  <a:lnTo>
                    <a:pt x="54851" y="77787"/>
                  </a:lnTo>
                  <a:lnTo>
                    <a:pt x="54317" y="77152"/>
                  </a:lnTo>
                  <a:lnTo>
                    <a:pt x="20269" y="116878"/>
                  </a:lnTo>
                  <a:lnTo>
                    <a:pt x="20269" y="138582"/>
                  </a:lnTo>
                  <a:lnTo>
                    <a:pt x="18872" y="138239"/>
                  </a:lnTo>
                  <a:lnTo>
                    <a:pt x="15671" y="138430"/>
                  </a:lnTo>
                  <a:lnTo>
                    <a:pt x="12458" y="138633"/>
                  </a:lnTo>
                  <a:lnTo>
                    <a:pt x="9982" y="139573"/>
                  </a:lnTo>
                  <a:lnTo>
                    <a:pt x="9982" y="141503"/>
                  </a:lnTo>
                  <a:lnTo>
                    <a:pt x="9144" y="140512"/>
                  </a:lnTo>
                  <a:lnTo>
                    <a:pt x="9893" y="139636"/>
                  </a:lnTo>
                  <a:lnTo>
                    <a:pt x="9982" y="141503"/>
                  </a:lnTo>
                  <a:lnTo>
                    <a:pt x="9982" y="139573"/>
                  </a:lnTo>
                  <a:lnTo>
                    <a:pt x="19685" y="128206"/>
                  </a:lnTo>
                  <a:lnTo>
                    <a:pt x="19481" y="129438"/>
                  </a:lnTo>
                  <a:lnTo>
                    <a:pt x="19824" y="136906"/>
                  </a:lnTo>
                  <a:lnTo>
                    <a:pt x="20269" y="138582"/>
                  </a:lnTo>
                  <a:lnTo>
                    <a:pt x="20269" y="116878"/>
                  </a:lnTo>
                  <a:lnTo>
                    <a:pt x="0" y="140512"/>
                  </a:lnTo>
                  <a:lnTo>
                    <a:pt x="54317" y="203860"/>
                  </a:lnTo>
                  <a:lnTo>
                    <a:pt x="63449" y="193192"/>
                  </a:lnTo>
                  <a:lnTo>
                    <a:pt x="104038" y="145846"/>
                  </a:lnTo>
                  <a:lnTo>
                    <a:pt x="153797" y="203860"/>
                  </a:lnTo>
                  <a:lnTo>
                    <a:pt x="162928" y="193192"/>
                  </a:lnTo>
                  <a:lnTo>
                    <a:pt x="204952" y="144170"/>
                  </a:lnTo>
                  <a:lnTo>
                    <a:pt x="256146" y="203860"/>
                  </a:lnTo>
                  <a:lnTo>
                    <a:pt x="265277" y="193192"/>
                  </a:lnTo>
                  <a:lnTo>
                    <a:pt x="310451" y="140512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4" name="object 2024" descr=""/>
            <p:cNvSpPr/>
            <p:nvPr/>
          </p:nvSpPr>
          <p:spPr>
            <a:xfrm>
              <a:off x="7226300" y="5959278"/>
              <a:ext cx="311150" cy="359410"/>
            </a:xfrm>
            <a:custGeom>
              <a:avLst/>
              <a:gdLst/>
              <a:ahLst/>
              <a:cxnLst/>
              <a:rect l="l" t="t" r="r" b="b"/>
              <a:pathLst>
                <a:path w="311150" h="359410">
                  <a:moveTo>
                    <a:pt x="108623" y="218681"/>
                  </a:moveTo>
                  <a:lnTo>
                    <a:pt x="99479" y="208026"/>
                  </a:lnTo>
                  <a:lnTo>
                    <a:pt x="99479" y="218681"/>
                  </a:lnTo>
                  <a:lnTo>
                    <a:pt x="89357" y="230479"/>
                  </a:lnTo>
                  <a:lnTo>
                    <a:pt x="89636" y="228968"/>
                  </a:lnTo>
                  <a:lnTo>
                    <a:pt x="89293" y="221488"/>
                  </a:lnTo>
                  <a:lnTo>
                    <a:pt x="88836" y="219811"/>
                  </a:lnTo>
                  <a:lnTo>
                    <a:pt x="90309" y="220167"/>
                  </a:lnTo>
                  <a:lnTo>
                    <a:pt x="93522" y="219964"/>
                  </a:lnTo>
                  <a:lnTo>
                    <a:pt x="96723" y="219760"/>
                  </a:lnTo>
                  <a:lnTo>
                    <a:pt x="99288" y="218808"/>
                  </a:lnTo>
                  <a:lnTo>
                    <a:pt x="99263" y="218440"/>
                  </a:lnTo>
                  <a:lnTo>
                    <a:pt x="99479" y="218681"/>
                  </a:lnTo>
                  <a:lnTo>
                    <a:pt x="99479" y="208026"/>
                  </a:lnTo>
                  <a:lnTo>
                    <a:pt x="97561" y="205790"/>
                  </a:lnTo>
                  <a:lnTo>
                    <a:pt x="97561" y="216458"/>
                  </a:lnTo>
                  <a:lnTo>
                    <a:pt x="96558" y="216217"/>
                  </a:lnTo>
                  <a:lnTo>
                    <a:pt x="90144" y="216611"/>
                  </a:lnTo>
                  <a:lnTo>
                    <a:pt x="88633" y="217182"/>
                  </a:lnTo>
                  <a:lnTo>
                    <a:pt x="88938" y="215430"/>
                  </a:lnTo>
                  <a:lnTo>
                    <a:pt x="88773" y="211696"/>
                  </a:lnTo>
                  <a:lnTo>
                    <a:pt x="88607" y="207962"/>
                  </a:lnTo>
                  <a:lnTo>
                    <a:pt x="87960" y="205663"/>
                  </a:lnTo>
                  <a:lnTo>
                    <a:pt x="87960" y="232117"/>
                  </a:lnTo>
                  <a:lnTo>
                    <a:pt x="54305" y="271360"/>
                  </a:lnTo>
                  <a:lnTo>
                    <a:pt x="42621" y="257759"/>
                  </a:lnTo>
                  <a:lnTo>
                    <a:pt x="45199" y="258356"/>
                  </a:lnTo>
                  <a:lnTo>
                    <a:pt x="51612" y="257962"/>
                  </a:lnTo>
                  <a:lnTo>
                    <a:pt x="53047" y="257429"/>
                  </a:lnTo>
                  <a:lnTo>
                    <a:pt x="52755" y="259143"/>
                  </a:lnTo>
                  <a:lnTo>
                    <a:pt x="52920" y="262890"/>
                  </a:lnTo>
                  <a:lnTo>
                    <a:pt x="53086" y="266623"/>
                  </a:lnTo>
                  <a:lnTo>
                    <a:pt x="53911" y="269608"/>
                  </a:lnTo>
                  <a:lnTo>
                    <a:pt x="55587" y="269506"/>
                  </a:lnTo>
                  <a:lnTo>
                    <a:pt x="56134" y="266433"/>
                  </a:lnTo>
                  <a:lnTo>
                    <a:pt x="55791" y="258953"/>
                  </a:lnTo>
                  <a:lnTo>
                    <a:pt x="55321" y="257276"/>
                  </a:lnTo>
                  <a:lnTo>
                    <a:pt x="56807" y="257632"/>
                  </a:lnTo>
                  <a:lnTo>
                    <a:pt x="60007" y="257429"/>
                  </a:lnTo>
                  <a:lnTo>
                    <a:pt x="63220" y="257225"/>
                  </a:lnTo>
                  <a:lnTo>
                    <a:pt x="65786" y="256273"/>
                  </a:lnTo>
                  <a:lnTo>
                    <a:pt x="65684" y="254304"/>
                  </a:lnTo>
                  <a:lnTo>
                    <a:pt x="63042" y="253682"/>
                  </a:lnTo>
                  <a:lnTo>
                    <a:pt x="56642" y="254076"/>
                  </a:lnTo>
                  <a:lnTo>
                    <a:pt x="55130" y="254647"/>
                  </a:lnTo>
                  <a:lnTo>
                    <a:pt x="55435" y="252895"/>
                  </a:lnTo>
                  <a:lnTo>
                    <a:pt x="55270" y="249161"/>
                  </a:lnTo>
                  <a:lnTo>
                    <a:pt x="55105" y="245427"/>
                  </a:lnTo>
                  <a:lnTo>
                    <a:pt x="54267" y="242443"/>
                  </a:lnTo>
                  <a:lnTo>
                    <a:pt x="52590" y="242544"/>
                  </a:lnTo>
                  <a:lnTo>
                    <a:pt x="52057" y="245605"/>
                  </a:lnTo>
                  <a:lnTo>
                    <a:pt x="52400" y="253085"/>
                  </a:lnTo>
                  <a:lnTo>
                    <a:pt x="52844" y="254749"/>
                  </a:lnTo>
                  <a:lnTo>
                    <a:pt x="51447" y="254406"/>
                  </a:lnTo>
                  <a:lnTo>
                    <a:pt x="48247" y="254609"/>
                  </a:lnTo>
                  <a:lnTo>
                    <a:pt x="45034" y="254812"/>
                  </a:lnTo>
                  <a:lnTo>
                    <a:pt x="42468" y="255778"/>
                  </a:lnTo>
                  <a:lnTo>
                    <a:pt x="42557" y="257683"/>
                  </a:lnTo>
                  <a:lnTo>
                    <a:pt x="10033" y="219748"/>
                  </a:lnTo>
                  <a:lnTo>
                    <a:pt x="12623" y="220357"/>
                  </a:lnTo>
                  <a:lnTo>
                    <a:pt x="19037" y="219951"/>
                  </a:lnTo>
                  <a:lnTo>
                    <a:pt x="20459" y="219417"/>
                  </a:lnTo>
                  <a:lnTo>
                    <a:pt x="20167" y="221145"/>
                  </a:lnTo>
                  <a:lnTo>
                    <a:pt x="20332" y="224878"/>
                  </a:lnTo>
                  <a:lnTo>
                    <a:pt x="20510" y="228612"/>
                  </a:lnTo>
                  <a:lnTo>
                    <a:pt x="21336" y="231597"/>
                  </a:lnTo>
                  <a:lnTo>
                    <a:pt x="23012" y="231495"/>
                  </a:lnTo>
                  <a:lnTo>
                    <a:pt x="23545" y="228434"/>
                  </a:lnTo>
                  <a:lnTo>
                    <a:pt x="23202" y="220954"/>
                  </a:lnTo>
                  <a:lnTo>
                    <a:pt x="22745" y="219278"/>
                  </a:lnTo>
                  <a:lnTo>
                    <a:pt x="24231" y="219621"/>
                  </a:lnTo>
                  <a:lnTo>
                    <a:pt x="27432" y="219430"/>
                  </a:lnTo>
                  <a:lnTo>
                    <a:pt x="30632" y="219227"/>
                  </a:lnTo>
                  <a:lnTo>
                    <a:pt x="33197" y="218262"/>
                  </a:lnTo>
                  <a:lnTo>
                    <a:pt x="33108" y="216306"/>
                  </a:lnTo>
                  <a:lnTo>
                    <a:pt x="30467" y="215671"/>
                  </a:lnTo>
                  <a:lnTo>
                    <a:pt x="24053" y="216077"/>
                  </a:lnTo>
                  <a:lnTo>
                    <a:pt x="22542" y="216649"/>
                  </a:lnTo>
                  <a:lnTo>
                    <a:pt x="22847" y="214896"/>
                  </a:lnTo>
                  <a:lnTo>
                    <a:pt x="22682" y="211150"/>
                  </a:lnTo>
                  <a:lnTo>
                    <a:pt x="22517" y="207416"/>
                  </a:lnTo>
                  <a:lnTo>
                    <a:pt x="21691" y="204431"/>
                  </a:lnTo>
                  <a:lnTo>
                    <a:pt x="21323" y="204457"/>
                  </a:lnTo>
                  <a:lnTo>
                    <a:pt x="53086" y="167411"/>
                  </a:lnTo>
                  <a:lnTo>
                    <a:pt x="52679" y="169786"/>
                  </a:lnTo>
                  <a:lnTo>
                    <a:pt x="53022" y="177266"/>
                  </a:lnTo>
                  <a:lnTo>
                    <a:pt x="53467" y="178930"/>
                  </a:lnTo>
                  <a:lnTo>
                    <a:pt x="52070" y="178587"/>
                  </a:lnTo>
                  <a:lnTo>
                    <a:pt x="48869" y="178790"/>
                  </a:lnTo>
                  <a:lnTo>
                    <a:pt x="45656" y="178981"/>
                  </a:lnTo>
                  <a:lnTo>
                    <a:pt x="43091" y="179946"/>
                  </a:lnTo>
                  <a:lnTo>
                    <a:pt x="43192" y="181902"/>
                  </a:lnTo>
                  <a:lnTo>
                    <a:pt x="45821" y="182537"/>
                  </a:lnTo>
                  <a:lnTo>
                    <a:pt x="52235" y="182130"/>
                  </a:lnTo>
                  <a:lnTo>
                    <a:pt x="53670" y="181597"/>
                  </a:lnTo>
                  <a:lnTo>
                    <a:pt x="53378" y="183324"/>
                  </a:lnTo>
                  <a:lnTo>
                    <a:pt x="53543" y="187058"/>
                  </a:lnTo>
                  <a:lnTo>
                    <a:pt x="53708" y="190792"/>
                  </a:lnTo>
                  <a:lnTo>
                    <a:pt x="54533" y="193776"/>
                  </a:lnTo>
                  <a:lnTo>
                    <a:pt x="56210" y="193675"/>
                  </a:lnTo>
                  <a:lnTo>
                    <a:pt x="56756" y="190614"/>
                  </a:lnTo>
                  <a:lnTo>
                    <a:pt x="56413" y="183134"/>
                  </a:lnTo>
                  <a:lnTo>
                    <a:pt x="55943" y="181457"/>
                  </a:lnTo>
                  <a:lnTo>
                    <a:pt x="57429" y="181800"/>
                  </a:lnTo>
                  <a:lnTo>
                    <a:pt x="60629" y="181610"/>
                  </a:lnTo>
                  <a:lnTo>
                    <a:pt x="63842" y="181406"/>
                  </a:lnTo>
                  <a:lnTo>
                    <a:pt x="66408" y="180441"/>
                  </a:lnTo>
                  <a:lnTo>
                    <a:pt x="66382" y="180111"/>
                  </a:lnTo>
                  <a:lnTo>
                    <a:pt x="87731" y="204990"/>
                  </a:lnTo>
                  <a:lnTo>
                    <a:pt x="86106" y="205079"/>
                  </a:lnTo>
                  <a:lnTo>
                    <a:pt x="85559" y="208140"/>
                  </a:lnTo>
                  <a:lnTo>
                    <a:pt x="85902" y="215620"/>
                  </a:lnTo>
                  <a:lnTo>
                    <a:pt x="86347" y="217284"/>
                  </a:lnTo>
                  <a:lnTo>
                    <a:pt x="84950" y="216941"/>
                  </a:lnTo>
                  <a:lnTo>
                    <a:pt x="81749" y="217144"/>
                  </a:lnTo>
                  <a:lnTo>
                    <a:pt x="78549" y="217347"/>
                  </a:lnTo>
                  <a:lnTo>
                    <a:pt x="75984" y="218300"/>
                  </a:lnTo>
                  <a:lnTo>
                    <a:pt x="76073" y="220268"/>
                  </a:lnTo>
                  <a:lnTo>
                    <a:pt x="78714" y="220891"/>
                  </a:lnTo>
                  <a:lnTo>
                    <a:pt x="85115" y="220497"/>
                  </a:lnTo>
                  <a:lnTo>
                    <a:pt x="86550" y="219964"/>
                  </a:lnTo>
                  <a:lnTo>
                    <a:pt x="86258" y="221678"/>
                  </a:lnTo>
                  <a:lnTo>
                    <a:pt x="86423" y="225425"/>
                  </a:lnTo>
                  <a:lnTo>
                    <a:pt x="86588" y="229158"/>
                  </a:lnTo>
                  <a:lnTo>
                    <a:pt x="87414" y="232143"/>
                  </a:lnTo>
                  <a:lnTo>
                    <a:pt x="87960" y="232117"/>
                  </a:lnTo>
                  <a:lnTo>
                    <a:pt x="87960" y="205663"/>
                  </a:lnTo>
                  <a:lnTo>
                    <a:pt x="87795" y="205066"/>
                  </a:lnTo>
                  <a:lnTo>
                    <a:pt x="97561" y="216458"/>
                  </a:lnTo>
                  <a:lnTo>
                    <a:pt x="97561" y="205790"/>
                  </a:lnTo>
                  <a:lnTo>
                    <a:pt x="64668" y="167411"/>
                  </a:lnTo>
                  <a:lnTo>
                    <a:pt x="64668" y="178104"/>
                  </a:lnTo>
                  <a:lnTo>
                    <a:pt x="63665" y="177850"/>
                  </a:lnTo>
                  <a:lnTo>
                    <a:pt x="57264" y="178257"/>
                  </a:lnTo>
                  <a:lnTo>
                    <a:pt x="55753" y="178828"/>
                  </a:lnTo>
                  <a:lnTo>
                    <a:pt x="56057" y="177076"/>
                  </a:lnTo>
                  <a:lnTo>
                    <a:pt x="55892" y="173329"/>
                  </a:lnTo>
                  <a:lnTo>
                    <a:pt x="55714" y="169595"/>
                  </a:lnTo>
                  <a:lnTo>
                    <a:pt x="54902" y="166700"/>
                  </a:lnTo>
                  <a:lnTo>
                    <a:pt x="64668" y="178104"/>
                  </a:lnTo>
                  <a:lnTo>
                    <a:pt x="64668" y="167411"/>
                  </a:lnTo>
                  <a:lnTo>
                    <a:pt x="63449" y="165989"/>
                  </a:lnTo>
                  <a:lnTo>
                    <a:pt x="54838" y="155956"/>
                  </a:lnTo>
                  <a:lnTo>
                    <a:pt x="54838" y="166624"/>
                  </a:lnTo>
                  <a:lnTo>
                    <a:pt x="53708" y="166687"/>
                  </a:lnTo>
                  <a:lnTo>
                    <a:pt x="54305" y="165989"/>
                  </a:lnTo>
                  <a:lnTo>
                    <a:pt x="54838" y="166624"/>
                  </a:lnTo>
                  <a:lnTo>
                    <a:pt x="54838" y="155956"/>
                  </a:lnTo>
                  <a:lnTo>
                    <a:pt x="54305" y="155333"/>
                  </a:lnTo>
                  <a:lnTo>
                    <a:pt x="20256" y="195059"/>
                  </a:lnTo>
                  <a:lnTo>
                    <a:pt x="20256" y="216750"/>
                  </a:lnTo>
                  <a:lnTo>
                    <a:pt x="18859" y="216408"/>
                  </a:lnTo>
                  <a:lnTo>
                    <a:pt x="15659" y="216598"/>
                  </a:lnTo>
                  <a:lnTo>
                    <a:pt x="12458" y="216801"/>
                  </a:lnTo>
                  <a:lnTo>
                    <a:pt x="9969" y="217754"/>
                  </a:lnTo>
                  <a:lnTo>
                    <a:pt x="9969" y="219671"/>
                  </a:lnTo>
                  <a:lnTo>
                    <a:pt x="9131" y="218681"/>
                  </a:lnTo>
                  <a:lnTo>
                    <a:pt x="9893" y="217792"/>
                  </a:lnTo>
                  <a:lnTo>
                    <a:pt x="9969" y="219671"/>
                  </a:lnTo>
                  <a:lnTo>
                    <a:pt x="9969" y="217754"/>
                  </a:lnTo>
                  <a:lnTo>
                    <a:pt x="19685" y="206375"/>
                  </a:lnTo>
                  <a:lnTo>
                    <a:pt x="19469" y="207606"/>
                  </a:lnTo>
                  <a:lnTo>
                    <a:pt x="19812" y="215087"/>
                  </a:lnTo>
                  <a:lnTo>
                    <a:pt x="20256" y="216750"/>
                  </a:lnTo>
                  <a:lnTo>
                    <a:pt x="20256" y="195059"/>
                  </a:lnTo>
                  <a:lnTo>
                    <a:pt x="0" y="218681"/>
                  </a:lnTo>
                  <a:lnTo>
                    <a:pt x="54305" y="282028"/>
                  </a:lnTo>
                  <a:lnTo>
                    <a:pt x="63449" y="271360"/>
                  </a:lnTo>
                  <a:lnTo>
                    <a:pt x="108623" y="218681"/>
                  </a:lnTo>
                  <a:close/>
                </a:path>
                <a:path w="311150" h="359410">
                  <a:moveTo>
                    <a:pt x="134239" y="62928"/>
                  </a:moveTo>
                  <a:lnTo>
                    <a:pt x="134150" y="60972"/>
                  </a:lnTo>
                  <a:lnTo>
                    <a:pt x="131508" y="60350"/>
                  </a:lnTo>
                  <a:lnTo>
                    <a:pt x="125095" y="60744"/>
                  </a:lnTo>
                  <a:lnTo>
                    <a:pt x="122542" y="61709"/>
                  </a:lnTo>
                  <a:lnTo>
                    <a:pt x="119900" y="61074"/>
                  </a:lnTo>
                  <a:lnTo>
                    <a:pt x="116700" y="61277"/>
                  </a:lnTo>
                  <a:lnTo>
                    <a:pt x="113499" y="61468"/>
                  </a:lnTo>
                  <a:lnTo>
                    <a:pt x="110934" y="62433"/>
                  </a:lnTo>
                  <a:lnTo>
                    <a:pt x="111023" y="64389"/>
                  </a:lnTo>
                  <a:lnTo>
                    <a:pt x="113665" y="65024"/>
                  </a:lnTo>
                  <a:lnTo>
                    <a:pt x="120065" y="64630"/>
                  </a:lnTo>
                  <a:lnTo>
                    <a:pt x="121500" y="64096"/>
                  </a:lnTo>
                  <a:lnTo>
                    <a:pt x="121208" y="65811"/>
                  </a:lnTo>
                  <a:lnTo>
                    <a:pt x="121373" y="69545"/>
                  </a:lnTo>
                  <a:lnTo>
                    <a:pt x="121539" y="73291"/>
                  </a:lnTo>
                  <a:lnTo>
                    <a:pt x="122364" y="76276"/>
                  </a:lnTo>
                  <a:lnTo>
                    <a:pt x="124040" y="76161"/>
                  </a:lnTo>
                  <a:lnTo>
                    <a:pt x="124587" y="73101"/>
                  </a:lnTo>
                  <a:lnTo>
                    <a:pt x="124244" y="65620"/>
                  </a:lnTo>
                  <a:lnTo>
                    <a:pt x="123786" y="63944"/>
                  </a:lnTo>
                  <a:lnTo>
                    <a:pt x="125260" y="64287"/>
                  </a:lnTo>
                  <a:lnTo>
                    <a:pt x="128473" y="64096"/>
                  </a:lnTo>
                  <a:lnTo>
                    <a:pt x="131673" y="63893"/>
                  </a:lnTo>
                  <a:lnTo>
                    <a:pt x="134239" y="62928"/>
                  </a:lnTo>
                  <a:close/>
                </a:path>
                <a:path w="311150" h="359410">
                  <a:moveTo>
                    <a:pt x="166814" y="100939"/>
                  </a:moveTo>
                  <a:lnTo>
                    <a:pt x="166725" y="98983"/>
                  </a:lnTo>
                  <a:lnTo>
                    <a:pt x="164084" y="98348"/>
                  </a:lnTo>
                  <a:lnTo>
                    <a:pt x="157683" y="98755"/>
                  </a:lnTo>
                  <a:lnTo>
                    <a:pt x="156171" y="99326"/>
                  </a:lnTo>
                  <a:lnTo>
                    <a:pt x="156476" y="97574"/>
                  </a:lnTo>
                  <a:lnTo>
                    <a:pt x="156298" y="93827"/>
                  </a:lnTo>
                  <a:lnTo>
                    <a:pt x="156133" y="90093"/>
                  </a:lnTo>
                  <a:lnTo>
                    <a:pt x="155308" y="87109"/>
                  </a:lnTo>
                  <a:lnTo>
                    <a:pt x="153631" y="87210"/>
                  </a:lnTo>
                  <a:lnTo>
                    <a:pt x="153085" y="90284"/>
                  </a:lnTo>
                  <a:lnTo>
                    <a:pt x="153428" y="97751"/>
                  </a:lnTo>
                  <a:lnTo>
                    <a:pt x="153885" y="99428"/>
                  </a:lnTo>
                  <a:lnTo>
                    <a:pt x="152488" y="99085"/>
                  </a:lnTo>
                  <a:lnTo>
                    <a:pt x="149275" y="99275"/>
                  </a:lnTo>
                  <a:lnTo>
                    <a:pt x="146075" y="99479"/>
                  </a:lnTo>
                  <a:lnTo>
                    <a:pt x="143510" y="100444"/>
                  </a:lnTo>
                  <a:lnTo>
                    <a:pt x="143611" y="102400"/>
                  </a:lnTo>
                  <a:lnTo>
                    <a:pt x="146240" y="103022"/>
                  </a:lnTo>
                  <a:lnTo>
                    <a:pt x="152654" y="102628"/>
                  </a:lnTo>
                  <a:lnTo>
                    <a:pt x="154076" y="102095"/>
                  </a:lnTo>
                  <a:lnTo>
                    <a:pt x="153784" y="103809"/>
                  </a:lnTo>
                  <a:lnTo>
                    <a:pt x="153949" y="107556"/>
                  </a:lnTo>
                  <a:lnTo>
                    <a:pt x="154127" y="111290"/>
                  </a:lnTo>
                  <a:lnTo>
                    <a:pt x="154952" y="114274"/>
                  </a:lnTo>
                  <a:lnTo>
                    <a:pt x="156629" y="114173"/>
                  </a:lnTo>
                  <a:lnTo>
                    <a:pt x="157175" y="111099"/>
                  </a:lnTo>
                  <a:lnTo>
                    <a:pt x="156819" y="103632"/>
                  </a:lnTo>
                  <a:lnTo>
                    <a:pt x="156362" y="101955"/>
                  </a:lnTo>
                  <a:lnTo>
                    <a:pt x="157848" y="102298"/>
                  </a:lnTo>
                  <a:lnTo>
                    <a:pt x="161048" y="102095"/>
                  </a:lnTo>
                  <a:lnTo>
                    <a:pt x="164249" y="101904"/>
                  </a:lnTo>
                  <a:lnTo>
                    <a:pt x="166814" y="100939"/>
                  </a:lnTo>
                  <a:close/>
                </a:path>
                <a:path w="311150" h="359410">
                  <a:moveTo>
                    <a:pt x="167436" y="25107"/>
                  </a:moveTo>
                  <a:lnTo>
                    <a:pt x="167347" y="23152"/>
                  </a:lnTo>
                  <a:lnTo>
                    <a:pt x="164706" y="22529"/>
                  </a:lnTo>
                  <a:lnTo>
                    <a:pt x="158305" y="22923"/>
                  </a:lnTo>
                  <a:lnTo>
                    <a:pt x="156781" y="23495"/>
                  </a:lnTo>
                  <a:lnTo>
                    <a:pt x="157099" y="21742"/>
                  </a:lnTo>
                  <a:lnTo>
                    <a:pt x="156921" y="18008"/>
                  </a:lnTo>
                  <a:lnTo>
                    <a:pt x="156756" y="14262"/>
                  </a:lnTo>
                  <a:lnTo>
                    <a:pt x="155930" y="11277"/>
                  </a:lnTo>
                  <a:lnTo>
                    <a:pt x="154254" y="11391"/>
                  </a:lnTo>
                  <a:lnTo>
                    <a:pt x="153708" y="14452"/>
                  </a:lnTo>
                  <a:lnTo>
                    <a:pt x="154051" y="21932"/>
                  </a:lnTo>
                  <a:lnTo>
                    <a:pt x="154495" y="23596"/>
                  </a:lnTo>
                  <a:lnTo>
                    <a:pt x="153111" y="23253"/>
                  </a:lnTo>
                  <a:lnTo>
                    <a:pt x="149898" y="23456"/>
                  </a:lnTo>
                  <a:lnTo>
                    <a:pt x="146697" y="23647"/>
                  </a:lnTo>
                  <a:lnTo>
                    <a:pt x="144132" y="24612"/>
                  </a:lnTo>
                  <a:lnTo>
                    <a:pt x="144221" y="26568"/>
                  </a:lnTo>
                  <a:lnTo>
                    <a:pt x="146862" y="27203"/>
                  </a:lnTo>
                  <a:lnTo>
                    <a:pt x="153276" y="26809"/>
                  </a:lnTo>
                  <a:lnTo>
                    <a:pt x="154698" y="26276"/>
                  </a:lnTo>
                  <a:lnTo>
                    <a:pt x="154406" y="27990"/>
                  </a:lnTo>
                  <a:lnTo>
                    <a:pt x="154571" y="31724"/>
                  </a:lnTo>
                  <a:lnTo>
                    <a:pt x="154749" y="35471"/>
                  </a:lnTo>
                  <a:lnTo>
                    <a:pt x="155575" y="38455"/>
                  </a:lnTo>
                  <a:lnTo>
                    <a:pt x="157251" y="38341"/>
                  </a:lnTo>
                  <a:lnTo>
                    <a:pt x="157797" y="35280"/>
                  </a:lnTo>
                  <a:lnTo>
                    <a:pt x="157441" y="27800"/>
                  </a:lnTo>
                  <a:lnTo>
                    <a:pt x="156984" y="26123"/>
                  </a:lnTo>
                  <a:lnTo>
                    <a:pt x="158470" y="26479"/>
                  </a:lnTo>
                  <a:lnTo>
                    <a:pt x="161671" y="26276"/>
                  </a:lnTo>
                  <a:lnTo>
                    <a:pt x="164871" y="26073"/>
                  </a:lnTo>
                  <a:lnTo>
                    <a:pt x="167436" y="25107"/>
                  </a:lnTo>
                  <a:close/>
                </a:path>
                <a:path w="311150" h="359410">
                  <a:moveTo>
                    <a:pt x="200329" y="63474"/>
                  </a:moveTo>
                  <a:lnTo>
                    <a:pt x="200228" y="61518"/>
                  </a:lnTo>
                  <a:lnTo>
                    <a:pt x="197599" y="60883"/>
                  </a:lnTo>
                  <a:lnTo>
                    <a:pt x="191185" y="61290"/>
                  </a:lnTo>
                  <a:lnTo>
                    <a:pt x="189674" y="61861"/>
                  </a:lnTo>
                  <a:lnTo>
                    <a:pt x="189979" y="60096"/>
                  </a:lnTo>
                  <a:lnTo>
                    <a:pt x="189814" y="56362"/>
                  </a:lnTo>
                  <a:lnTo>
                    <a:pt x="189649" y="52628"/>
                  </a:lnTo>
                  <a:lnTo>
                    <a:pt x="188810" y="49644"/>
                  </a:lnTo>
                  <a:lnTo>
                    <a:pt x="187134" y="49745"/>
                  </a:lnTo>
                  <a:lnTo>
                    <a:pt x="186601" y="52819"/>
                  </a:lnTo>
                  <a:lnTo>
                    <a:pt x="186944" y="60286"/>
                  </a:lnTo>
                  <a:lnTo>
                    <a:pt x="187388" y="61963"/>
                  </a:lnTo>
                  <a:lnTo>
                    <a:pt x="185991" y="61620"/>
                  </a:lnTo>
                  <a:lnTo>
                    <a:pt x="182791" y="61810"/>
                  </a:lnTo>
                  <a:lnTo>
                    <a:pt x="179578" y="62014"/>
                  </a:lnTo>
                  <a:lnTo>
                    <a:pt x="177012" y="62979"/>
                  </a:lnTo>
                  <a:lnTo>
                    <a:pt x="177114" y="64935"/>
                  </a:lnTo>
                  <a:lnTo>
                    <a:pt x="179755" y="65557"/>
                  </a:lnTo>
                  <a:lnTo>
                    <a:pt x="186156" y="65163"/>
                  </a:lnTo>
                  <a:lnTo>
                    <a:pt x="187591" y="64630"/>
                  </a:lnTo>
                  <a:lnTo>
                    <a:pt x="187299" y="66344"/>
                  </a:lnTo>
                  <a:lnTo>
                    <a:pt x="187464" y="70091"/>
                  </a:lnTo>
                  <a:lnTo>
                    <a:pt x="187629" y="73825"/>
                  </a:lnTo>
                  <a:lnTo>
                    <a:pt x="188455" y="76809"/>
                  </a:lnTo>
                  <a:lnTo>
                    <a:pt x="190131" y="76708"/>
                  </a:lnTo>
                  <a:lnTo>
                    <a:pt x="190677" y="73634"/>
                  </a:lnTo>
                  <a:lnTo>
                    <a:pt x="190334" y="66167"/>
                  </a:lnTo>
                  <a:lnTo>
                    <a:pt x="189865" y="64490"/>
                  </a:lnTo>
                  <a:lnTo>
                    <a:pt x="191350" y="64833"/>
                  </a:lnTo>
                  <a:lnTo>
                    <a:pt x="194551" y="64630"/>
                  </a:lnTo>
                  <a:lnTo>
                    <a:pt x="197764" y="64439"/>
                  </a:lnTo>
                  <a:lnTo>
                    <a:pt x="200329" y="63474"/>
                  </a:lnTo>
                  <a:close/>
                </a:path>
                <a:path w="311150" h="359410">
                  <a:moveTo>
                    <a:pt x="260146" y="295833"/>
                  </a:moveTo>
                  <a:lnTo>
                    <a:pt x="251015" y="285191"/>
                  </a:lnTo>
                  <a:lnTo>
                    <a:pt x="251015" y="295833"/>
                  </a:lnTo>
                  <a:lnTo>
                    <a:pt x="205841" y="348526"/>
                  </a:lnTo>
                  <a:lnTo>
                    <a:pt x="161582" y="296913"/>
                  </a:lnTo>
                  <a:lnTo>
                    <a:pt x="164160" y="297510"/>
                  </a:lnTo>
                  <a:lnTo>
                    <a:pt x="170561" y="297116"/>
                  </a:lnTo>
                  <a:lnTo>
                    <a:pt x="171996" y="296583"/>
                  </a:lnTo>
                  <a:lnTo>
                    <a:pt x="171704" y="298297"/>
                  </a:lnTo>
                  <a:lnTo>
                    <a:pt x="171869" y="302044"/>
                  </a:lnTo>
                  <a:lnTo>
                    <a:pt x="172034" y="305777"/>
                  </a:lnTo>
                  <a:lnTo>
                    <a:pt x="172859" y="308762"/>
                  </a:lnTo>
                  <a:lnTo>
                    <a:pt x="174536" y="308660"/>
                  </a:lnTo>
                  <a:lnTo>
                    <a:pt x="175082" y="305587"/>
                  </a:lnTo>
                  <a:lnTo>
                    <a:pt x="174739" y="298119"/>
                  </a:lnTo>
                  <a:lnTo>
                    <a:pt x="174282" y="296443"/>
                  </a:lnTo>
                  <a:lnTo>
                    <a:pt x="175755" y="296786"/>
                  </a:lnTo>
                  <a:lnTo>
                    <a:pt x="178968" y="296583"/>
                  </a:lnTo>
                  <a:lnTo>
                    <a:pt x="182168" y="296392"/>
                  </a:lnTo>
                  <a:lnTo>
                    <a:pt x="184734" y="295427"/>
                  </a:lnTo>
                  <a:lnTo>
                    <a:pt x="184632" y="293471"/>
                  </a:lnTo>
                  <a:lnTo>
                    <a:pt x="182003" y="292836"/>
                  </a:lnTo>
                  <a:lnTo>
                    <a:pt x="175590" y="293230"/>
                  </a:lnTo>
                  <a:lnTo>
                    <a:pt x="174078" y="293801"/>
                  </a:lnTo>
                  <a:lnTo>
                    <a:pt x="174383" y="292049"/>
                  </a:lnTo>
                  <a:lnTo>
                    <a:pt x="174218" y="288315"/>
                  </a:lnTo>
                  <a:lnTo>
                    <a:pt x="174053" y="284581"/>
                  </a:lnTo>
                  <a:lnTo>
                    <a:pt x="173228" y="281597"/>
                  </a:lnTo>
                  <a:lnTo>
                    <a:pt x="172847" y="281622"/>
                  </a:lnTo>
                  <a:lnTo>
                    <a:pt x="205841" y="243154"/>
                  </a:lnTo>
                  <a:lnTo>
                    <a:pt x="251015" y="295833"/>
                  </a:lnTo>
                  <a:lnTo>
                    <a:pt x="251015" y="285191"/>
                  </a:lnTo>
                  <a:lnTo>
                    <a:pt x="214972" y="243154"/>
                  </a:lnTo>
                  <a:lnTo>
                    <a:pt x="205841" y="232486"/>
                  </a:lnTo>
                  <a:lnTo>
                    <a:pt x="171792" y="272199"/>
                  </a:lnTo>
                  <a:lnTo>
                    <a:pt x="171792" y="293916"/>
                  </a:lnTo>
                  <a:lnTo>
                    <a:pt x="170395" y="293573"/>
                  </a:lnTo>
                  <a:lnTo>
                    <a:pt x="167195" y="293763"/>
                  </a:lnTo>
                  <a:lnTo>
                    <a:pt x="163982" y="293966"/>
                  </a:lnTo>
                  <a:lnTo>
                    <a:pt x="161505" y="294906"/>
                  </a:lnTo>
                  <a:lnTo>
                    <a:pt x="161505" y="296824"/>
                  </a:lnTo>
                  <a:lnTo>
                    <a:pt x="160667" y="295833"/>
                  </a:lnTo>
                  <a:lnTo>
                    <a:pt x="161417" y="294970"/>
                  </a:lnTo>
                  <a:lnTo>
                    <a:pt x="161505" y="296824"/>
                  </a:lnTo>
                  <a:lnTo>
                    <a:pt x="161505" y="294906"/>
                  </a:lnTo>
                  <a:lnTo>
                    <a:pt x="171221" y="283527"/>
                  </a:lnTo>
                  <a:lnTo>
                    <a:pt x="171005" y="284772"/>
                  </a:lnTo>
                  <a:lnTo>
                    <a:pt x="171348" y="292239"/>
                  </a:lnTo>
                  <a:lnTo>
                    <a:pt x="171792" y="293916"/>
                  </a:lnTo>
                  <a:lnTo>
                    <a:pt x="171792" y="272199"/>
                  </a:lnTo>
                  <a:lnTo>
                    <a:pt x="154647" y="292188"/>
                  </a:lnTo>
                  <a:lnTo>
                    <a:pt x="148653" y="285203"/>
                  </a:lnTo>
                  <a:lnTo>
                    <a:pt x="148653" y="295833"/>
                  </a:lnTo>
                  <a:lnTo>
                    <a:pt x="138557" y="307619"/>
                  </a:lnTo>
                  <a:lnTo>
                    <a:pt x="138823" y="306133"/>
                  </a:lnTo>
                  <a:lnTo>
                    <a:pt x="138468" y="298653"/>
                  </a:lnTo>
                  <a:lnTo>
                    <a:pt x="138010" y="296976"/>
                  </a:lnTo>
                  <a:lnTo>
                    <a:pt x="139496" y="297319"/>
                  </a:lnTo>
                  <a:lnTo>
                    <a:pt x="142697" y="297129"/>
                  </a:lnTo>
                  <a:lnTo>
                    <a:pt x="145897" y="296926"/>
                  </a:lnTo>
                  <a:lnTo>
                    <a:pt x="148463" y="295960"/>
                  </a:lnTo>
                  <a:lnTo>
                    <a:pt x="148437" y="295592"/>
                  </a:lnTo>
                  <a:lnTo>
                    <a:pt x="148653" y="295833"/>
                  </a:lnTo>
                  <a:lnTo>
                    <a:pt x="148653" y="285203"/>
                  </a:lnTo>
                  <a:lnTo>
                    <a:pt x="146748" y="282981"/>
                  </a:lnTo>
                  <a:lnTo>
                    <a:pt x="146748" y="293636"/>
                  </a:lnTo>
                  <a:lnTo>
                    <a:pt x="145732" y="293382"/>
                  </a:lnTo>
                  <a:lnTo>
                    <a:pt x="139331" y="293776"/>
                  </a:lnTo>
                  <a:lnTo>
                    <a:pt x="137807" y="294360"/>
                  </a:lnTo>
                  <a:lnTo>
                    <a:pt x="138112" y="292595"/>
                  </a:lnTo>
                  <a:lnTo>
                    <a:pt x="137947" y="288861"/>
                  </a:lnTo>
                  <a:lnTo>
                    <a:pt x="137782" y="285115"/>
                  </a:lnTo>
                  <a:lnTo>
                    <a:pt x="137134" y="282816"/>
                  </a:lnTo>
                  <a:lnTo>
                    <a:pt x="137134" y="309283"/>
                  </a:lnTo>
                  <a:lnTo>
                    <a:pt x="103492" y="348526"/>
                  </a:lnTo>
                  <a:lnTo>
                    <a:pt x="91808" y="334911"/>
                  </a:lnTo>
                  <a:lnTo>
                    <a:pt x="94386" y="335521"/>
                  </a:lnTo>
                  <a:lnTo>
                    <a:pt x="100787" y="335114"/>
                  </a:lnTo>
                  <a:lnTo>
                    <a:pt x="102222" y="334581"/>
                  </a:lnTo>
                  <a:lnTo>
                    <a:pt x="101930" y="336308"/>
                  </a:lnTo>
                  <a:lnTo>
                    <a:pt x="102095" y="340042"/>
                  </a:lnTo>
                  <a:lnTo>
                    <a:pt x="102260" y="343789"/>
                  </a:lnTo>
                  <a:lnTo>
                    <a:pt x="103085" y="346773"/>
                  </a:lnTo>
                  <a:lnTo>
                    <a:pt x="104762" y="346659"/>
                  </a:lnTo>
                  <a:lnTo>
                    <a:pt x="105308" y="343598"/>
                  </a:lnTo>
                  <a:lnTo>
                    <a:pt x="104965" y="336118"/>
                  </a:lnTo>
                  <a:lnTo>
                    <a:pt x="104508" y="334441"/>
                  </a:lnTo>
                  <a:lnTo>
                    <a:pt x="105981" y="334784"/>
                  </a:lnTo>
                  <a:lnTo>
                    <a:pt x="109194" y="334594"/>
                  </a:lnTo>
                  <a:lnTo>
                    <a:pt x="112395" y="334391"/>
                  </a:lnTo>
                  <a:lnTo>
                    <a:pt x="114960" y="333425"/>
                  </a:lnTo>
                  <a:lnTo>
                    <a:pt x="114858" y="331470"/>
                  </a:lnTo>
                  <a:lnTo>
                    <a:pt x="112229" y="330847"/>
                  </a:lnTo>
                  <a:lnTo>
                    <a:pt x="105816" y="331241"/>
                  </a:lnTo>
                  <a:lnTo>
                    <a:pt x="104305" y="331812"/>
                  </a:lnTo>
                  <a:lnTo>
                    <a:pt x="104609" y="330060"/>
                  </a:lnTo>
                  <a:lnTo>
                    <a:pt x="104444" y="326326"/>
                  </a:lnTo>
                  <a:lnTo>
                    <a:pt x="104279" y="322580"/>
                  </a:lnTo>
                  <a:lnTo>
                    <a:pt x="103454" y="319595"/>
                  </a:lnTo>
                  <a:lnTo>
                    <a:pt x="101777" y="319709"/>
                  </a:lnTo>
                  <a:lnTo>
                    <a:pt x="101231" y="322770"/>
                  </a:lnTo>
                  <a:lnTo>
                    <a:pt x="101574" y="330250"/>
                  </a:lnTo>
                  <a:lnTo>
                    <a:pt x="102019" y="331901"/>
                  </a:lnTo>
                  <a:lnTo>
                    <a:pt x="100622" y="331571"/>
                  </a:lnTo>
                  <a:lnTo>
                    <a:pt x="97421" y="331774"/>
                  </a:lnTo>
                  <a:lnTo>
                    <a:pt x="94221" y="331965"/>
                  </a:lnTo>
                  <a:lnTo>
                    <a:pt x="91655" y="332930"/>
                  </a:lnTo>
                  <a:lnTo>
                    <a:pt x="91732" y="334835"/>
                  </a:lnTo>
                  <a:lnTo>
                    <a:pt x="59232" y="296913"/>
                  </a:lnTo>
                  <a:lnTo>
                    <a:pt x="61798" y="297510"/>
                  </a:lnTo>
                  <a:lnTo>
                    <a:pt x="68211" y="297116"/>
                  </a:lnTo>
                  <a:lnTo>
                    <a:pt x="69646" y="296583"/>
                  </a:lnTo>
                  <a:lnTo>
                    <a:pt x="69342" y="298297"/>
                  </a:lnTo>
                  <a:lnTo>
                    <a:pt x="69519" y="302044"/>
                  </a:lnTo>
                  <a:lnTo>
                    <a:pt x="69684" y="305777"/>
                  </a:lnTo>
                  <a:lnTo>
                    <a:pt x="70510" y="308762"/>
                  </a:lnTo>
                  <a:lnTo>
                    <a:pt x="72186" y="308660"/>
                  </a:lnTo>
                  <a:lnTo>
                    <a:pt x="72732" y="305587"/>
                  </a:lnTo>
                  <a:lnTo>
                    <a:pt x="72390" y="298119"/>
                  </a:lnTo>
                  <a:lnTo>
                    <a:pt x="71920" y="296443"/>
                  </a:lnTo>
                  <a:lnTo>
                    <a:pt x="73406" y="296786"/>
                  </a:lnTo>
                  <a:lnTo>
                    <a:pt x="76606" y="296583"/>
                  </a:lnTo>
                  <a:lnTo>
                    <a:pt x="79806" y="296392"/>
                  </a:lnTo>
                  <a:lnTo>
                    <a:pt x="82372" y="295427"/>
                  </a:lnTo>
                  <a:lnTo>
                    <a:pt x="82283" y="293471"/>
                  </a:lnTo>
                  <a:lnTo>
                    <a:pt x="79641" y="292836"/>
                  </a:lnTo>
                  <a:lnTo>
                    <a:pt x="73240" y="293230"/>
                  </a:lnTo>
                  <a:lnTo>
                    <a:pt x="71729" y="293801"/>
                  </a:lnTo>
                  <a:lnTo>
                    <a:pt x="72034" y="292049"/>
                  </a:lnTo>
                  <a:lnTo>
                    <a:pt x="71869" y="288315"/>
                  </a:lnTo>
                  <a:lnTo>
                    <a:pt x="71691" y="284581"/>
                  </a:lnTo>
                  <a:lnTo>
                    <a:pt x="70866" y="281597"/>
                  </a:lnTo>
                  <a:lnTo>
                    <a:pt x="70497" y="281622"/>
                  </a:lnTo>
                  <a:lnTo>
                    <a:pt x="102273" y="244576"/>
                  </a:lnTo>
                  <a:lnTo>
                    <a:pt x="101854" y="246951"/>
                  </a:lnTo>
                  <a:lnTo>
                    <a:pt x="102196" y="254419"/>
                  </a:lnTo>
                  <a:lnTo>
                    <a:pt x="102641" y="256095"/>
                  </a:lnTo>
                  <a:lnTo>
                    <a:pt x="101244" y="255752"/>
                  </a:lnTo>
                  <a:lnTo>
                    <a:pt x="98044" y="255943"/>
                  </a:lnTo>
                  <a:lnTo>
                    <a:pt x="94843" y="256146"/>
                  </a:lnTo>
                  <a:lnTo>
                    <a:pt x="92278" y="257111"/>
                  </a:lnTo>
                  <a:lnTo>
                    <a:pt x="92367" y="259067"/>
                  </a:lnTo>
                  <a:lnTo>
                    <a:pt x="95008" y="259689"/>
                  </a:lnTo>
                  <a:lnTo>
                    <a:pt x="101409" y="259295"/>
                  </a:lnTo>
                  <a:lnTo>
                    <a:pt x="102844" y="258762"/>
                  </a:lnTo>
                  <a:lnTo>
                    <a:pt x="102552" y="260477"/>
                  </a:lnTo>
                  <a:lnTo>
                    <a:pt x="102717" y="264223"/>
                  </a:lnTo>
                  <a:lnTo>
                    <a:pt x="102882" y="267957"/>
                  </a:lnTo>
                  <a:lnTo>
                    <a:pt x="103708" y="270941"/>
                  </a:lnTo>
                  <a:lnTo>
                    <a:pt x="105384" y="270840"/>
                  </a:lnTo>
                  <a:lnTo>
                    <a:pt x="105930" y="267766"/>
                  </a:lnTo>
                  <a:lnTo>
                    <a:pt x="105587" y="260299"/>
                  </a:lnTo>
                  <a:lnTo>
                    <a:pt x="105117" y="258610"/>
                  </a:lnTo>
                  <a:lnTo>
                    <a:pt x="106603" y="258965"/>
                  </a:lnTo>
                  <a:lnTo>
                    <a:pt x="109816" y="258762"/>
                  </a:lnTo>
                  <a:lnTo>
                    <a:pt x="113017" y="258572"/>
                  </a:lnTo>
                  <a:lnTo>
                    <a:pt x="115582" y="257606"/>
                  </a:lnTo>
                  <a:lnTo>
                    <a:pt x="115557" y="257251"/>
                  </a:lnTo>
                  <a:lnTo>
                    <a:pt x="136906" y="282143"/>
                  </a:lnTo>
                  <a:lnTo>
                    <a:pt x="135280" y="282244"/>
                  </a:lnTo>
                  <a:lnTo>
                    <a:pt x="134734" y="285305"/>
                  </a:lnTo>
                  <a:lnTo>
                    <a:pt x="135077" y="292785"/>
                  </a:lnTo>
                  <a:lnTo>
                    <a:pt x="135521" y="294436"/>
                  </a:lnTo>
                  <a:lnTo>
                    <a:pt x="134137" y="294106"/>
                  </a:lnTo>
                  <a:lnTo>
                    <a:pt x="130924" y="294309"/>
                  </a:lnTo>
                  <a:lnTo>
                    <a:pt x="127723" y="294500"/>
                  </a:lnTo>
                  <a:lnTo>
                    <a:pt x="125158" y="295465"/>
                  </a:lnTo>
                  <a:lnTo>
                    <a:pt x="125247" y="297421"/>
                  </a:lnTo>
                  <a:lnTo>
                    <a:pt x="127889" y="298056"/>
                  </a:lnTo>
                  <a:lnTo>
                    <a:pt x="134302" y="297649"/>
                  </a:lnTo>
                  <a:lnTo>
                    <a:pt x="135724" y="297116"/>
                  </a:lnTo>
                  <a:lnTo>
                    <a:pt x="135432" y="298843"/>
                  </a:lnTo>
                  <a:lnTo>
                    <a:pt x="135597" y="302577"/>
                  </a:lnTo>
                  <a:lnTo>
                    <a:pt x="135775" y="306324"/>
                  </a:lnTo>
                  <a:lnTo>
                    <a:pt x="136601" y="309308"/>
                  </a:lnTo>
                  <a:lnTo>
                    <a:pt x="137134" y="309283"/>
                  </a:lnTo>
                  <a:lnTo>
                    <a:pt x="137134" y="282816"/>
                  </a:lnTo>
                  <a:lnTo>
                    <a:pt x="136969" y="282219"/>
                  </a:lnTo>
                  <a:lnTo>
                    <a:pt x="146748" y="293636"/>
                  </a:lnTo>
                  <a:lnTo>
                    <a:pt x="146748" y="282981"/>
                  </a:lnTo>
                  <a:lnTo>
                    <a:pt x="113855" y="244602"/>
                  </a:lnTo>
                  <a:lnTo>
                    <a:pt x="113855" y="255270"/>
                  </a:lnTo>
                  <a:lnTo>
                    <a:pt x="112852" y="255016"/>
                  </a:lnTo>
                  <a:lnTo>
                    <a:pt x="106438" y="255409"/>
                  </a:lnTo>
                  <a:lnTo>
                    <a:pt x="104927" y="255981"/>
                  </a:lnTo>
                  <a:lnTo>
                    <a:pt x="105232" y="254228"/>
                  </a:lnTo>
                  <a:lnTo>
                    <a:pt x="105067" y="250494"/>
                  </a:lnTo>
                  <a:lnTo>
                    <a:pt x="104902" y="246761"/>
                  </a:lnTo>
                  <a:lnTo>
                    <a:pt x="104089" y="243865"/>
                  </a:lnTo>
                  <a:lnTo>
                    <a:pt x="113855" y="255270"/>
                  </a:lnTo>
                  <a:lnTo>
                    <a:pt x="113855" y="244602"/>
                  </a:lnTo>
                  <a:lnTo>
                    <a:pt x="112623" y="243154"/>
                  </a:lnTo>
                  <a:lnTo>
                    <a:pt x="104025" y="233121"/>
                  </a:lnTo>
                  <a:lnTo>
                    <a:pt x="104025" y="243789"/>
                  </a:lnTo>
                  <a:lnTo>
                    <a:pt x="102895" y="243852"/>
                  </a:lnTo>
                  <a:lnTo>
                    <a:pt x="103492" y="243154"/>
                  </a:lnTo>
                  <a:lnTo>
                    <a:pt x="104025" y="243789"/>
                  </a:lnTo>
                  <a:lnTo>
                    <a:pt x="104025" y="233121"/>
                  </a:lnTo>
                  <a:lnTo>
                    <a:pt x="103492" y="232486"/>
                  </a:lnTo>
                  <a:lnTo>
                    <a:pt x="69443" y="272199"/>
                  </a:lnTo>
                  <a:lnTo>
                    <a:pt x="69443" y="293916"/>
                  </a:lnTo>
                  <a:lnTo>
                    <a:pt x="68046" y="293573"/>
                  </a:lnTo>
                  <a:lnTo>
                    <a:pt x="64833" y="293763"/>
                  </a:lnTo>
                  <a:lnTo>
                    <a:pt x="61633" y="293966"/>
                  </a:lnTo>
                  <a:lnTo>
                    <a:pt x="59156" y="294906"/>
                  </a:lnTo>
                  <a:lnTo>
                    <a:pt x="59156" y="296824"/>
                  </a:lnTo>
                  <a:lnTo>
                    <a:pt x="58318" y="295833"/>
                  </a:lnTo>
                  <a:lnTo>
                    <a:pt x="59067" y="294970"/>
                  </a:lnTo>
                  <a:lnTo>
                    <a:pt x="59156" y="296824"/>
                  </a:lnTo>
                  <a:lnTo>
                    <a:pt x="59156" y="294906"/>
                  </a:lnTo>
                  <a:lnTo>
                    <a:pt x="68859" y="283540"/>
                  </a:lnTo>
                  <a:lnTo>
                    <a:pt x="68643" y="284772"/>
                  </a:lnTo>
                  <a:lnTo>
                    <a:pt x="68999" y="292239"/>
                  </a:lnTo>
                  <a:lnTo>
                    <a:pt x="69443" y="293916"/>
                  </a:lnTo>
                  <a:lnTo>
                    <a:pt x="69443" y="272199"/>
                  </a:lnTo>
                  <a:lnTo>
                    <a:pt x="49174" y="295833"/>
                  </a:lnTo>
                  <a:lnTo>
                    <a:pt x="103492" y="359194"/>
                  </a:lnTo>
                  <a:lnTo>
                    <a:pt x="112623" y="348526"/>
                  </a:lnTo>
                  <a:lnTo>
                    <a:pt x="154647" y="299491"/>
                  </a:lnTo>
                  <a:lnTo>
                    <a:pt x="205841" y="359194"/>
                  </a:lnTo>
                  <a:lnTo>
                    <a:pt x="214972" y="348526"/>
                  </a:lnTo>
                  <a:lnTo>
                    <a:pt x="260146" y="295833"/>
                  </a:lnTo>
                  <a:close/>
                </a:path>
                <a:path w="311150" h="359410">
                  <a:moveTo>
                    <a:pt x="310680" y="63347"/>
                  </a:moveTo>
                  <a:lnTo>
                    <a:pt x="301548" y="52705"/>
                  </a:lnTo>
                  <a:lnTo>
                    <a:pt x="301548" y="63347"/>
                  </a:lnTo>
                  <a:lnTo>
                    <a:pt x="291452" y="75133"/>
                  </a:lnTo>
                  <a:lnTo>
                    <a:pt x="291719" y="73634"/>
                  </a:lnTo>
                  <a:lnTo>
                    <a:pt x="291363" y="66167"/>
                  </a:lnTo>
                  <a:lnTo>
                    <a:pt x="290906" y="64490"/>
                  </a:lnTo>
                  <a:lnTo>
                    <a:pt x="292392" y="64833"/>
                  </a:lnTo>
                  <a:lnTo>
                    <a:pt x="295592" y="64630"/>
                  </a:lnTo>
                  <a:lnTo>
                    <a:pt x="298792" y="64439"/>
                  </a:lnTo>
                  <a:lnTo>
                    <a:pt x="301358" y="63474"/>
                  </a:lnTo>
                  <a:lnTo>
                    <a:pt x="301332" y="63106"/>
                  </a:lnTo>
                  <a:lnTo>
                    <a:pt x="301548" y="63347"/>
                  </a:lnTo>
                  <a:lnTo>
                    <a:pt x="301548" y="52705"/>
                  </a:lnTo>
                  <a:lnTo>
                    <a:pt x="299643" y="50482"/>
                  </a:lnTo>
                  <a:lnTo>
                    <a:pt x="299643" y="61137"/>
                  </a:lnTo>
                  <a:lnTo>
                    <a:pt x="298627" y="60883"/>
                  </a:lnTo>
                  <a:lnTo>
                    <a:pt x="292227" y="61290"/>
                  </a:lnTo>
                  <a:lnTo>
                    <a:pt x="290715" y="61861"/>
                  </a:lnTo>
                  <a:lnTo>
                    <a:pt x="291020" y="60096"/>
                  </a:lnTo>
                  <a:lnTo>
                    <a:pt x="290855" y="56362"/>
                  </a:lnTo>
                  <a:lnTo>
                    <a:pt x="290664" y="52628"/>
                  </a:lnTo>
                  <a:lnTo>
                    <a:pt x="290029" y="50342"/>
                  </a:lnTo>
                  <a:lnTo>
                    <a:pt x="290029" y="76784"/>
                  </a:lnTo>
                  <a:lnTo>
                    <a:pt x="256387" y="116039"/>
                  </a:lnTo>
                  <a:lnTo>
                    <a:pt x="244690" y="102425"/>
                  </a:lnTo>
                  <a:lnTo>
                    <a:pt x="247281" y="103022"/>
                  </a:lnTo>
                  <a:lnTo>
                    <a:pt x="253682" y="102628"/>
                  </a:lnTo>
                  <a:lnTo>
                    <a:pt x="255117" y="102095"/>
                  </a:lnTo>
                  <a:lnTo>
                    <a:pt x="254825" y="103809"/>
                  </a:lnTo>
                  <a:lnTo>
                    <a:pt x="254990" y="107556"/>
                  </a:lnTo>
                  <a:lnTo>
                    <a:pt x="255155" y="111290"/>
                  </a:lnTo>
                  <a:lnTo>
                    <a:pt x="255981" y="114274"/>
                  </a:lnTo>
                  <a:lnTo>
                    <a:pt x="257657" y="114173"/>
                  </a:lnTo>
                  <a:lnTo>
                    <a:pt x="258203" y="111099"/>
                  </a:lnTo>
                  <a:lnTo>
                    <a:pt x="257860" y="103632"/>
                  </a:lnTo>
                  <a:lnTo>
                    <a:pt x="257403" y="101955"/>
                  </a:lnTo>
                  <a:lnTo>
                    <a:pt x="258876" y="102298"/>
                  </a:lnTo>
                  <a:lnTo>
                    <a:pt x="262089" y="102095"/>
                  </a:lnTo>
                  <a:lnTo>
                    <a:pt x="265290" y="101904"/>
                  </a:lnTo>
                  <a:lnTo>
                    <a:pt x="267855" y="100939"/>
                  </a:lnTo>
                  <a:lnTo>
                    <a:pt x="267766" y="98983"/>
                  </a:lnTo>
                  <a:lnTo>
                    <a:pt x="265125" y="98348"/>
                  </a:lnTo>
                  <a:lnTo>
                    <a:pt x="258711" y="98755"/>
                  </a:lnTo>
                  <a:lnTo>
                    <a:pt x="257200" y="99326"/>
                  </a:lnTo>
                  <a:lnTo>
                    <a:pt x="257505" y="97574"/>
                  </a:lnTo>
                  <a:lnTo>
                    <a:pt x="257340" y="93827"/>
                  </a:lnTo>
                  <a:lnTo>
                    <a:pt x="257175" y="90093"/>
                  </a:lnTo>
                  <a:lnTo>
                    <a:pt x="256349" y="87109"/>
                  </a:lnTo>
                  <a:lnTo>
                    <a:pt x="254673" y="87210"/>
                  </a:lnTo>
                  <a:lnTo>
                    <a:pt x="254127" y="90284"/>
                  </a:lnTo>
                  <a:lnTo>
                    <a:pt x="254469" y="97751"/>
                  </a:lnTo>
                  <a:lnTo>
                    <a:pt x="254914" y="99428"/>
                  </a:lnTo>
                  <a:lnTo>
                    <a:pt x="253517" y="99085"/>
                  </a:lnTo>
                  <a:lnTo>
                    <a:pt x="250317" y="99275"/>
                  </a:lnTo>
                  <a:lnTo>
                    <a:pt x="247116" y="99479"/>
                  </a:lnTo>
                  <a:lnTo>
                    <a:pt x="244551" y="100444"/>
                  </a:lnTo>
                  <a:lnTo>
                    <a:pt x="244627" y="102349"/>
                  </a:lnTo>
                  <a:lnTo>
                    <a:pt x="212115" y="64414"/>
                  </a:lnTo>
                  <a:lnTo>
                    <a:pt x="214693" y="65024"/>
                  </a:lnTo>
                  <a:lnTo>
                    <a:pt x="221107" y="64630"/>
                  </a:lnTo>
                  <a:lnTo>
                    <a:pt x="222542" y="64096"/>
                  </a:lnTo>
                  <a:lnTo>
                    <a:pt x="222250" y="65811"/>
                  </a:lnTo>
                  <a:lnTo>
                    <a:pt x="222415" y="69545"/>
                  </a:lnTo>
                  <a:lnTo>
                    <a:pt x="222580" y="73291"/>
                  </a:lnTo>
                  <a:lnTo>
                    <a:pt x="223405" y="76276"/>
                  </a:lnTo>
                  <a:lnTo>
                    <a:pt x="225082" y="76161"/>
                  </a:lnTo>
                  <a:lnTo>
                    <a:pt x="225628" y="73101"/>
                  </a:lnTo>
                  <a:lnTo>
                    <a:pt x="225285" y="65620"/>
                  </a:lnTo>
                  <a:lnTo>
                    <a:pt x="224815" y="63944"/>
                  </a:lnTo>
                  <a:lnTo>
                    <a:pt x="226301" y="64287"/>
                  </a:lnTo>
                  <a:lnTo>
                    <a:pt x="229501" y="64096"/>
                  </a:lnTo>
                  <a:lnTo>
                    <a:pt x="232714" y="63893"/>
                  </a:lnTo>
                  <a:lnTo>
                    <a:pt x="235280" y="62928"/>
                  </a:lnTo>
                  <a:lnTo>
                    <a:pt x="235178" y="60972"/>
                  </a:lnTo>
                  <a:lnTo>
                    <a:pt x="232537" y="60350"/>
                  </a:lnTo>
                  <a:lnTo>
                    <a:pt x="226136" y="60744"/>
                  </a:lnTo>
                  <a:lnTo>
                    <a:pt x="224624" y="61315"/>
                  </a:lnTo>
                  <a:lnTo>
                    <a:pt x="224929" y="59563"/>
                  </a:lnTo>
                  <a:lnTo>
                    <a:pt x="224764" y="55829"/>
                  </a:lnTo>
                  <a:lnTo>
                    <a:pt x="224586" y="52082"/>
                  </a:lnTo>
                  <a:lnTo>
                    <a:pt x="223761" y="49098"/>
                  </a:lnTo>
                  <a:lnTo>
                    <a:pt x="223405" y="49123"/>
                  </a:lnTo>
                  <a:lnTo>
                    <a:pt x="255168" y="12077"/>
                  </a:lnTo>
                  <a:lnTo>
                    <a:pt x="254749" y="14452"/>
                  </a:lnTo>
                  <a:lnTo>
                    <a:pt x="255092" y="21932"/>
                  </a:lnTo>
                  <a:lnTo>
                    <a:pt x="255536" y="23596"/>
                  </a:lnTo>
                  <a:lnTo>
                    <a:pt x="254139" y="23253"/>
                  </a:lnTo>
                  <a:lnTo>
                    <a:pt x="250939" y="23456"/>
                  </a:lnTo>
                  <a:lnTo>
                    <a:pt x="247738" y="23647"/>
                  </a:lnTo>
                  <a:lnTo>
                    <a:pt x="245173" y="24612"/>
                  </a:lnTo>
                  <a:lnTo>
                    <a:pt x="245262" y="26568"/>
                  </a:lnTo>
                  <a:lnTo>
                    <a:pt x="247904" y="27203"/>
                  </a:lnTo>
                  <a:lnTo>
                    <a:pt x="254304" y="26809"/>
                  </a:lnTo>
                  <a:lnTo>
                    <a:pt x="255739" y="26276"/>
                  </a:lnTo>
                  <a:lnTo>
                    <a:pt x="255447" y="27990"/>
                  </a:lnTo>
                  <a:lnTo>
                    <a:pt x="255612" y="31724"/>
                  </a:lnTo>
                  <a:lnTo>
                    <a:pt x="255778" y="35471"/>
                  </a:lnTo>
                  <a:lnTo>
                    <a:pt x="256603" y="38455"/>
                  </a:lnTo>
                  <a:lnTo>
                    <a:pt x="258279" y="38341"/>
                  </a:lnTo>
                  <a:lnTo>
                    <a:pt x="258826" y="35280"/>
                  </a:lnTo>
                  <a:lnTo>
                    <a:pt x="258483" y="27800"/>
                  </a:lnTo>
                  <a:lnTo>
                    <a:pt x="258025" y="26136"/>
                  </a:lnTo>
                  <a:lnTo>
                    <a:pt x="259499" y="26479"/>
                  </a:lnTo>
                  <a:lnTo>
                    <a:pt x="262712" y="26276"/>
                  </a:lnTo>
                  <a:lnTo>
                    <a:pt x="265912" y="26073"/>
                  </a:lnTo>
                  <a:lnTo>
                    <a:pt x="268478" y="25107"/>
                  </a:lnTo>
                  <a:lnTo>
                    <a:pt x="268452" y="24765"/>
                  </a:lnTo>
                  <a:lnTo>
                    <a:pt x="289801" y="49657"/>
                  </a:lnTo>
                  <a:lnTo>
                    <a:pt x="288175" y="49745"/>
                  </a:lnTo>
                  <a:lnTo>
                    <a:pt x="287629" y="52819"/>
                  </a:lnTo>
                  <a:lnTo>
                    <a:pt x="287985" y="60286"/>
                  </a:lnTo>
                  <a:lnTo>
                    <a:pt x="288429" y="61963"/>
                  </a:lnTo>
                  <a:lnTo>
                    <a:pt x="287032" y="61620"/>
                  </a:lnTo>
                  <a:lnTo>
                    <a:pt x="283819" y="61810"/>
                  </a:lnTo>
                  <a:lnTo>
                    <a:pt x="280619" y="62014"/>
                  </a:lnTo>
                  <a:lnTo>
                    <a:pt x="278053" y="62979"/>
                  </a:lnTo>
                  <a:lnTo>
                    <a:pt x="278142" y="64935"/>
                  </a:lnTo>
                  <a:lnTo>
                    <a:pt x="280784" y="65557"/>
                  </a:lnTo>
                  <a:lnTo>
                    <a:pt x="287197" y="65163"/>
                  </a:lnTo>
                  <a:lnTo>
                    <a:pt x="288620" y="64630"/>
                  </a:lnTo>
                  <a:lnTo>
                    <a:pt x="288328" y="66344"/>
                  </a:lnTo>
                  <a:lnTo>
                    <a:pt x="288505" y="70091"/>
                  </a:lnTo>
                  <a:lnTo>
                    <a:pt x="288671" y="73825"/>
                  </a:lnTo>
                  <a:lnTo>
                    <a:pt x="289496" y="76809"/>
                  </a:lnTo>
                  <a:lnTo>
                    <a:pt x="290029" y="76784"/>
                  </a:lnTo>
                  <a:lnTo>
                    <a:pt x="290029" y="50342"/>
                  </a:lnTo>
                  <a:lnTo>
                    <a:pt x="289864" y="49733"/>
                  </a:lnTo>
                  <a:lnTo>
                    <a:pt x="299643" y="61137"/>
                  </a:lnTo>
                  <a:lnTo>
                    <a:pt x="299643" y="50482"/>
                  </a:lnTo>
                  <a:lnTo>
                    <a:pt x="266750" y="12103"/>
                  </a:lnTo>
                  <a:lnTo>
                    <a:pt x="266750" y="22771"/>
                  </a:lnTo>
                  <a:lnTo>
                    <a:pt x="265747" y="22529"/>
                  </a:lnTo>
                  <a:lnTo>
                    <a:pt x="259334" y="22923"/>
                  </a:lnTo>
                  <a:lnTo>
                    <a:pt x="257822" y="23495"/>
                  </a:lnTo>
                  <a:lnTo>
                    <a:pt x="258127" y="21742"/>
                  </a:lnTo>
                  <a:lnTo>
                    <a:pt x="257962" y="18008"/>
                  </a:lnTo>
                  <a:lnTo>
                    <a:pt x="257797" y="14262"/>
                  </a:lnTo>
                  <a:lnTo>
                    <a:pt x="256984" y="11366"/>
                  </a:lnTo>
                  <a:lnTo>
                    <a:pt x="266750" y="22771"/>
                  </a:lnTo>
                  <a:lnTo>
                    <a:pt x="266750" y="12103"/>
                  </a:lnTo>
                  <a:lnTo>
                    <a:pt x="265518" y="10655"/>
                  </a:lnTo>
                  <a:lnTo>
                    <a:pt x="256921" y="635"/>
                  </a:lnTo>
                  <a:lnTo>
                    <a:pt x="256921" y="11290"/>
                  </a:lnTo>
                  <a:lnTo>
                    <a:pt x="255778" y="11366"/>
                  </a:lnTo>
                  <a:lnTo>
                    <a:pt x="256387" y="10655"/>
                  </a:lnTo>
                  <a:lnTo>
                    <a:pt x="256921" y="11290"/>
                  </a:lnTo>
                  <a:lnTo>
                    <a:pt x="256921" y="635"/>
                  </a:lnTo>
                  <a:lnTo>
                    <a:pt x="256387" y="0"/>
                  </a:lnTo>
                  <a:lnTo>
                    <a:pt x="222338" y="39712"/>
                  </a:lnTo>
                  <a:lnTo>
                    <a:pt x="222338" y="61417"/>
                  </a:lnTo>
                  <a:lnTo>
                    <a:pt x="220941" y="61074"/>
                  </a:lnTo>
                  <a:lnTo>
                    <a:pt x="217741" y="61277"/>
                  </a:lnTo>
                  <a:lnTo>
                    <a:pt x="214528" y="61468"/>
                  </a:lnTo>
                  <a:lnTo>
                    <a:pt x="212051" y="62407"/>
                  </a:lnTo>
                  <a:lnTo>
                    <a:pt x="212051" y="64338"/>
                  </a:lnTo>
                  <a:lnTo>
                    <a:pt x="211213" y="63347"/>
                  </a:lnTo>
                  <a:lnTo>
                    <a:pt x="211963" y="62471"/>
                  </a:lnTo>
                  <a:lnTo>
                    <a:pt x="212051" y="64338"/>
                  </a:lnTo>
                  <a:lnTo>
                    <a:pt x="212051" y="62407"/>
                  </a:lnTo>
                  <a:lnTo>
                    <a:pt x="221754" y="51041"/>
                  </a:lnTo>
                  <a:lnTo>
                    <a:pt x="221551" y="52273"/>
                  </a:lnTo>
                  <a:lnTo>
                    <a:pt x="221894" y="59753"/>
                  </a:lnTo>
                  <a:lnTo>
                    <a:pt x="222338" y="61417"/>
                  </a:lnTo>
                  <a:lnTo>
                    <a:pt x="222338" y="39712"/>
                  </a:lnTo>
                  <a:lnTo>
                    <a:pt x="202069" y="63347"/>
                  </a:lnTo>
                  <a:lnTo>
                    <a:pt x="256387" y="126695"/>
                  </a:lnTo>
                  <a:lnTo>
                    <a:pt x="265518" y="116039"/>
                  </a:lnTo>
                  <a:lnTo>
                    <a:pt x="310680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5" name="object 2025" descr=""/>
            <p:cNvSpPr/>
            <p:nvPr/>
          </p:nvSpPr>
          <p:spPr>
            <a:xfrm>
              <a:off x="7175995" y="6114611"/>
              <a:ext cx="361315" cy="282575"/>
            </a:xfrm>
            <a:custGeom>
              <a:avLst/>
              <a:gdLst/>
              <a:ahLst/>
              <a:cxnLst/>
              <a:rect l="l" t="t" r="r" b="b"/>
              <a:pathLst>
                <a:path w="361315" h="282575">
                  <a:moveTo>
                    <a:pt x="108623" y="140500"/>
                  </a:moveTo>
                  <a:lnTo>
                    <a:pt x="99491" y="129857"/>
                  </a:lnTo>
                  <a:lnTo>
                    <a:pt x="99491" y="140500"/>
                  </a:lnTo>
                  <a:lnTo>
                    <a:pt x="89382" y="152298"/>
                  </a:lnTo>
                  <a:lnTo>
                    <a:pt x="89649" y="150799"/>
                  </a:lnTo>
                  <a:lnTo>
                    <a:pt x="89293" y="143319"/>
                  </a:lnTo>
                  <a:lnTo>
                    <a:pt x="88836" y="141643"/>
                  </a:lnTo>
                  <a:lnTo>
                    <a:pt x="90322" y="141986"/>
                  </a:lnTo>
                  <a:lnTo>
                    <a:pt x="93522" y="141795"/>
                  </a:lnTo>
                  <a:lnTo>
                    <a:pt x="96723" y="141592"/>
                  </a:lnTo>
                  <a:lnTo>
                    <a:pt x="99288" y="140627"/>
                  </a:lnTo>
                  <a:lnTo>
                    <a:pt x="99263" y="140246"/>
                  </a:lnTo>
                  <a:lnTo>
                    <a:pt x="99491" y="140500"/>
                  </a:lnTo>
                  <a:lnTo>
                    <a:pt x="99491" y="129857"/>
                  </a:lnTo>
                  <a:lnTo>
                    <a:pt x="97586" y="127635"/>
                  </a:lnTo>
                  <a:lnTo>
                    <a:pt x="97586" y="138303"/>
                  </a:lnTo>
                  <a:lnTo>
                    <a:pt x="96558" y="138049"/>
                  </a:lnTo>
                  <a:lnTo>
                    <a:pt x="90157" y="138442"/>
                  </a:lnTo>
                  <a:lnTo>
                    <a:pt x="88646" y="139014"/>
                  </a:lnTo>
                  <a:lnTo>
                    <a:pt x="88950" y="137261"/>
                  </a:lnTo>
                  <a:lnTo>
                    <a:pt x="88773" y="133527"/>
                  </a:lnTo>
                  <a:lnTo>
                    <a:pt x="88607" y="129781"/>
                  </a:lnTo>
                  <a:lnTo>
                    <a:pt x="87960" y="127469"/>
                  </a:lnTo>
                  <a:lnTo>
                    <a:pt x="87960" y="153949"/>
                  </a:lnTo>
                  <a:lnTo>
                    <a:pt x="54317" y="193192"/>
                  </a:lnTo>
                  <a:lnTo>
                    <a:pt x="42633" y="179578"/>
                  </a:lnTo>
                  <a:lnTo>
                    <a:pt x="45212" y="180187"/>
                  </a:lnTo>
                  <a:lnTo>
                    <a:pt x="51625" y="179781"/>
                  </a:lnTo>
                  <a:lnTo>
                    <a:pt x="53047" y="179260"/>
                  </a:lnTo>
                  <a:lnTo>
                    <a:pt x="52755" y="180975"/>
                  </a:lnTo>
                  <a:lnTo>
                    <a:pt x="52920" y="184708"/>
                  </a:lnTo>
                  <a:lnTo>
                    <a:pt x="53086" y="188455"/>
                  </a:lnTo>
                  <a:lnTo>
                    <a:pt x="53911" y="191439"/>
                  </a:lnTo>
                  <a:lnTo>
                    <a:pt x="55587" y="191325"/>
                  </a:lnTo>
                  <a:lnTo>
                    <a:pt x="56134" y="188264"/>
                  </a:lnTo>
                  <a:lnTo>
                    <a:pt x="55791" y="180784"/>
                  </a:lnTo>
                  <a:lnTo>
                    <a:pt x="55333" y="179108"/>
                  </a:lnTo>
                  <a:lnTo>
                    <a:pt x="56807" y="179451"/>
                  </a:lnTo>
                  <a:lnTo>
                    <a:pt x="60020" y="179260"/>
                  </a:lnTo>
                  <a:lnTo>
                    <a:pt x="63220" y="179057"/>
                  </a:lnTo>
                  <a:lnTo>
                    <a:pt x="65786" y="178092"/>
                  </a:lnTo>
                  <a:lnTo>
                    <a:pt x="65697" y="176136"/>
                  </a:lnTo>
                  <a:lnTo>
                    <a:pt x="63055" y="175514"/>
                  </a:lnTo>
                  <a:lnTo>
                    <a:pt x="56642" y="175907"/>
                  </a:lnTo>
                  <a:lnTo>
                    <a:pt x="55130" y="176479"/>
                  </a:lnTo>
                  <a:lnTo>
                    <a:pt x="55435" y="174726"/>
                  </a:lnTo>
                  <a:lnTo>
                    <a:pt x="55270" y="170992"/>
                  </a:lnTo>
                  <a:lnTo>
                    <a:pt x="55105" y="167246"/>
                  </a:lnTo>
                  <a:lnTo>
                    <a:pt x="54279" y="164261"/>
                  </a:lnTo>
                  <a:lnTo>
                    <a:pt x="52603" y="164376"/>
                  </a:lnTo>
                  <a:lnTo>
                    <a:pt x="52057" y="167436"/>
                  </a:lnTo>
                  <a:lnTo>
                    <a:pt x="52400" y="174917"/>
                  </a:lnTo>
                  <a:lnTo>
                    <a:pt x="52844" y="176568"/>
                  </a:lnTo>
                  <a:lnTo>
                    <a:pt x="51447" y="176237"/>
                  </a:lnTo>
                  <a:lnTo>
                    <a:pt x="48247" y="176441"/>
                  </a:lnTo>
                  <a:lnTo>
                    <a:pt x="45046" y="176631"/>
                  </a:lnTo>
                  <a:lnTo>
                    <a:pt x="42481" y="177596"/>
                  </a:lnTo>
                  <a:lnTo>
                    <a:pt x="42557" y="179501"/>
                  </a:lnTo>
                  <a:lnTo>
                    <a:pt x="10058" y="141579"/>
                  </a:lnTo>
                  <a:lnTo>
                    <a:pt x="12623" y="142176"/>
                  </a:lnTo>
                  <a:lnTo>
                    <a:pt x="19037" y="141782"/>
                  </a:lnTo>
                  <a:lnTo>
                    <a:pt x="20472" y="141249"/>
                  </a:lnTo>
                  <a:lnTo>
                    <a:pt x="20180" y="142963"/>
                  </a:lnTo>
                  <a:lnTo>
                    <a:pt x="20345" y="146710"/>
                  </a:lnTo>
                  <a:lnTo>
                    <a:pt x="20510" y="150444"/>
                  </a:lnTo>
                  <a:lnTo>
                    <a:pt x="21336" y="153428"/>
                  </a:lnTo>
                  <a:lnTo>
                    <a:pt x="23012" y="153327"/>
                  </a:lnTo>
                  <a:lnTo>
                    <a:pt x="23558" y="150253"/>
                  </a:lnTo>
                  <a:lnTo>
                    <a:pt x="23215" y="142786"/>
                  </a:lnTo>
                  <a:lnTo>
                    <a:pt x="22745" y="141109"/>
                  </a:lnTo>
                  <a:lnTo>
                    <a:pt x="24231" y="141452"/>
                  </a:lnTo>
                  <a:lnTo>
                    <a:pt x="27432" y="141249"/>
                  </a:lnTo>
                  <a:lnTo>
                    <a:pt x="30645" y="141058"/>
                  </a:lnTo>
                  <a:lnTo>
                    <a:pt x="33210" y="140093"/>
                  </a:lnTo>
                  <a:lnTo>
                    <a:pt x="33108" y="138137"/>
                  </a:lnTo>
                  <a:lnTo>
                    <a:pt x="30467" y="137502"/>
                  </a:lnTo>
                  <a:lnTo>
                    <a:pt x="24066" y="137896"/>
                  </a:lnTo>
                  <a:lnTo>
                    <a:pt x="22555" y="138468"/>
                  </a:lnTo>
                  <a:lnTo>
                    <a:pt x="22860" y="136715"/>
                  </a:lnTo>
                  <a:lnTo>
                    <a:pt x="22694" y="132981"/>
                  </a:lnTo>
                  <a:lnTo>
                    <a:pt x="22517" y="129247"/>
                  </a:lnTo>
                  <a:lnTo>
                    <a:pt x="21691" y="126263"/>
                  </a:lnTo>
                  <a:lnTo>
                    <a:pt x="21323" y="126288"/>
                  </a:lnTo>
                  <a:lnTo>
                    <a:pt x="53098" y="89242"/>
                  </a:lnTo>
                  <a:lnTo>
                    <a:pt x="52679" y="91617"/>
                  </a:lnTo>
                  <a:lnTo>
                    <a:pt x="53022" y="99085"/>
                  </a:lnTo>
                  <a:lnTo>
                    <a:pt x="53467" y="100761"/>
                  </a:lnTo>
                  <a:lnTo>
                    <a:pt x="52070" y="100418"/>
                  </a:lnTo>
                  <a:lnTo>
                    <a:pt x="48869" y="100609"/>
                  </a:lnTo>
                  <a:lnTo>
                    <a:pt x="45669" y="100812"/>
                  </a:lnTo>
                  <a:lnTo>
                    <a:pt x="43103" y="101777"/>
                  </a:lnTo>
                  <a:lnTo>
                    <a:pt x="43192" y="103733"/>
                  </a:lnTo>
                  <a:lnTo>
                    <a:pt x="45834" y="104355"/>
                  </a:lnTo>
                  <a:lnTo>
                    <a:pt x="52235" y="103962"/>
                  </a:lnTo>
                  <a:lnTo>
                    <a:pt x="53670" y="103428"/>
                  </a:lnTo>
                  <a:lnTo>
                    <a:pt x="53378" y="105143"/>
                  </a:lnTo>
                  <a:lnTo>
                    <a:pt x="53543" y="108889"/>
                  </a:lnTo>
                  <a:lnTo>
                    <a:pt x="53708" y="112623"/>
                  </a:lnTo>
                  <a:lnTo>
                    <a:pt x="54533" y="115608"/>
                  </a:lnTo>
                  <a:lnTo>
                    <a:pt x="56210" y="115506"/>
                  </a:lnTo>
                  <a:lnTo>
                    <a:pt x="56756" y="112433"/>
                  </a:lnTo>
                  <a:lnTo>
                    <a:pt x="56413" y="104965"/>
                  </a:lnTo>
                  <a:lnTo>
                    <a:pt x="55943" y="103276"/>
                  </a:lnTo>
                  <a:lnTo>
                    <a:pt x="57429" y="103632"/>
                  </a:lnTo>
                  <a:lnTo>
                    <a:pt x="60642" y="103428"/>
                  </a:lnTo>
                  <a:lnTo>
                    <a:pt x="63842" y="103238"/>
                  </a:lnTo>
                  <a:lnTo>
                    <a:pt x="66408" y="102273"/>
                  </a:lnTo>
                  <a:lnTo>
                    <a:pt x="66382" y="101930"/>
                  </a:lnTo>
                  <a:lnTo>
                    <a:pt x="87731" y="126809"/>
                  </a:lnTo>
                  <a:lnTo>
                    <a:pt x="86106" y="126911"/>
                  </a:lnTo>
                  <a:lnTo>
                    <a:pt x="85559" y="129971"/>
                  </a:lnTo>
                  <a:lnTo>
                    <a:pt x="85915" y="137452"/>
                  </a:lnTo>
                  <a:lnTo>
                    <a:pt x="86360" y="139115"/>
                  </a:lnTo>
                  <a:lnTo>
                    <a:pt x="84963" y="138772"/>
                  </a:lnTo>
                  <a:lnTo>
                    <a:pt x="81749" y="138976"/>
                  </a:lnTo>
                  <a:lnTo>
                    <a:pt x="78549" y="139166"/>
                  </a:lnTo>
                  <a:lnTo>
                    <a:pt x="75984" y="140131"/>
                  </a:lnTo>
                  <a:lnTo>
                    <a:pt x="76073" y="142087"/>
                  </a:lnTo>
                  <a:lnTo>
                    <a:pt x="78714" y="142722"/>
                  </a:lnTo>
                  <a:lnTo>
                    <a:pt x="85128" y="142316"/>
                  </a:lnTo>
                  <a:lnTo>
                    <a:pt x="86550" y="141782"/>
                  </a:lnTo>
                  <a:lnTo>
                    <a:pt x="86258" y="143510"/>
                  </a:lnTo>
                  <a:lnTo>
                    <a:pt x="86423" y="147243"/>
                  </a:lnTo>
                  <a:lnTo>
                    <a:pt x="86601" y="150990"/>
                  </a:lnTo>
                  <a:lnTo>
                    <a:pt x="87426" y="153974"/>
                  </a:lnTo>
                  <a:lnTo>
                    <a:pt x="87960" y="153949"/>
                  </a:lnTo>
                  <a:lnTo>
                    <a:pt x="87960" y="127469"/>
                  </a:lnTo>
                  <a:lnTo>
                    <a:pt x="87795" y="126873"/>
                  </a:lnTo>
                  <a:lnTo>
                    <a:pt x="97586" y="138303"/>
                  </a:lnTo>
                  <a:lnTo>
                    <a:pt x="97586" y="127635"/>
                  </a:lnTo>
                  <a:lnTo>
                    <a:pt x="64681" y="89268"/>
                  </a:lnTo>
                  <a:lnTo>
                    <a:pt x="64681" y="99923"/>
                  </a:lnTo>
                  <a:lnTo>
                    <a:pt x="63677" y="99682"/>
                  </a:lnTo>
                  <a:lnTo>
                    <a:pt x="57264" y="100076"/>
                  </a:lnTo>
                  <a:lnTo>
                    <a:pt x="55753" y="100647"/>
                  </a:lnTo>
                  <a:lnTo>
                    <a:pt x="56057" y="98894"/>
                  </a:lnTo>
                  <a:lnTo>
                    <a:pt x="55892" y="95161"/>
                  </a:lnTo>
                  <a:lnTo>
                    <a:pt x="55714" y="91427"/>
                  </a:lnTo>
                  <a:lnTo>
                    <a:pt x="54914" y="88531"/>
                  </a:lnTo>
                  <a:lnTo>
                    <a:pt x="64681" y="99923"/>
                  </a:lnTo>
                  <a:lnTo>
                    <a:pt x="64681" y="89268"/>
                  </a:lnTo>
                  <a:lnTo>
                    <a:pt x="63449" y="87820"/>
                  </a:lnTo>
                  <a:lnTo>
                    <a:pt x="54851" y="77787"/>
                  </a:lnTo>
                  <a:lnTo>
                    <a:pt x="54851" y="88455"/>
                  </a:lnTo>
                  <a:lnTo>
                    <a:pt x="53721" y="88519"/>
                  </a:lnTo>
                  <a:lnTo>
                    <a:pt x="54317" y="87820"/>
                  </a:lnTo>
                  <a:lnTo>
                    <a:pt x="54851" y="88455"/>
                  </a:lnTo>
                  <a:lnTo>
                    <a:pt x="54851" y="77787"/>
                  </a:lnTo>
                  <a:lnTo>
                    <a:pt x="54317" y="77152"/>
                  </a:lnTo>
                  <a:lnTo>
                    <a:pt x="20269" y="116865"/>
                  </a:lnTo>
                  <a:lnTo>
                    <a:pt x="20269" y="138582"/>
                  </a:lnTo>
                  <a:lnTo>
                    <a:pt x="18872" y="138239"/>
                  </a:lnTo>
                  <a:lnTo>
                    <a:pt x="15671" y="138430"/>
                  </a:lnTo>
                  <a:lnTo>
                    <a:pt x="12458" y="138633"/>
                  </a:lnTo>
                  <a:lnTo>
                    <a:pt x="9982" y="139573"/>
                  </a:lnTo>
                  <a:lnTo>
                    <a:pt x="9982" y="141490"/>
                  </a:lnTo>
                  <a:lnTo>
                    <a:pt x="9144" y="140500"/>
                  </a:lnTo>
                  <a:lnTo>
                    <a:pt x="9893" y="139636"/>
                  </a:lnTo>
                  <a:lnTo>
                    <a:pt x="9982" y="141490"/>
                  </a:lnTo>
                  <a:lnTo>
                    <a:pt x="9982" y="139573"/>
                  </a:lnTo>
                  <a:lnTo>
                    <a:pt x="19697" y="128193"/>
                  </a:lnTo>
                  <a:lnTo>
                    <a:pt x="19481" y="129438"/>
                  </a:lnTo>
                  <a:lnTo>
                    <a:pt x="19824" y="136906"/>
                  </a:lnTo>
                  <a:lnTo>
                    <a:pt x="20269" y="138582"/>
                  </a:lnTo>
                  <a:lnTo>
                    <a:pt x="20269" y="116865"/>
                  </a:lnTo>
                  <a:lnTo>
                    <a:pt x="0" y="140500"/>
                  </a:lnTo>
                  <a:lnTo>
                    <a:pt x="54317" y="203860"/>
                  </a:lnTo>
                  <a:lnTo>
                    <a:pt x="63449" y="193192"/>
                  </a:lnTo>
                  <a:lnTo>
                    <a:pt x="108623" y="140500"/>
                  </a:lnTo>
                  <a:close/>
                </a:path>
                <a:path w="361315" h="282575">
                  <a:moveTo>
                    <a:pt x="158927" y="218668"/>
                  </a:moveTo>
                  <a:lnTo>
                    <a:pt x="149783" y="208013"/>
                  </a:lnTo>
                  <a:lnTo>
                    <a:pt x="149783" y="218668"/>
                  </a:lnTo>
                  <a:lnTo>
                    <a:pt x="104609" y="271360"/>
                  </a:lnTo>
                  <a:lnTo>
                    <a:pt x="92913" y="257733"/>
                  </a:lnTo>
                  <a:lnTo>
                    <a:pt x="95504" y="258356"/>
                  </a:lnTo>
                  <a:lnTo>
                    <a:pt x="101917" y="257962"/>
                  </a:lnTo>
                  <a:lnTo>
                    <a:pt x="104470" y="256997"/>
                  </a:lnTo>
                  <a:lnTo>
                    <a:pt x="104432" y="256032"/>
                  </a:lnTo>
                  <a:lnTo>
                    <a:pt x="105206" y="255968"/>
                  </a:lnTo>
                  <a:lnTo>
                    <a:pt x="105740" y="252895"/>
                  </a:lnTo>
                  <a:lnTo>
                    <a:pt x="105575" y="249161"/>
                  </a:lnTo>
                  <a:lnTo>
                    <a:pt x="105410" y="245414"/>
                  </a:lnTo>
                  <a:lnTo>
                    <a:pt x="104571" y="242430"/>
                  </a:lnTo>
                  <a:lnTo>
                    <a:pt x="102895" y="242544"/>
                  </a:lnTo>
                  <a:lnTo>
                    <a:pt x="102362" y="245605"/>
                  </a:lnTo>
                  <a:lnTo>
                    <a:pt x="102704" y="253085"/>
                  </a:lnTo>
                  <a:lnTo>
                    <a:pt x="103149" y="254749"/>
                  </a:lnTo>
                  <a:lnTo>
                    <a:pt x="101752" y="254406"/>
                  </a:lnTo>
                  <a:lnTo>
                    <a:pt x="98552" y="254609"/>
                  </a:lnTo>
                  <a:lnTo>
                    <a:pt x="95338" y="254800"/>
                  </a:lnTo>
                  <a:lnTo>
                    <a:pt x="92773" y="255765"/>
                  </a:lnTo>
                  <a:lnTo>
                    <a:pt x="92862" y="257683"/>
                  </a:lnTo>
                  <a:lnTo>
                    <a:pt x="60350" y="219748"/>
                  </a:lnTo>
                  <a:lnTo>
                    <a:pt x="62928" y="220345"/>
                  </a:lnTo>
                  <a:lnTo>
                    <a:pt x="69342" y="219951"/>
                  </a:lnTo>
                  <a:lnTo>
                    <a:pt x="70764" y="219417"/>
                  </a:lnTo>
                  <a:lnTo>
                    <a:pt x="70472" y="221145"/>
                  </a:lnTo>
                  <a:lnTo>
                    <a:pt x="70637" y="224878"/>
                  </a:lnTo>
                  <a:lnTo>
                    <a:pt x="70815" y="228612"/>
                  </a:lnTo>
                  <a:lnTo>
                    <a:pt x="71640" y="231597"/>
                  </a:lnTo>
                  <a:lnTo>
                    <a:pt x="73317" y="231495"/>
                  </a:lnTo>
                  <a:lnTo>
                    <a:pt x="73850" y="228422"/>
                  </a:lnTo>
                  <a:lnTo>
                    <a:pt x="73507" y="220954"/>
                  </a:lnTo>
                  <a:lnTo>
                    <a:pt x="73050" y="219278"/>
                  </a:lnTo>
                  <a:lnTo>
                    <a:pt x="74536" y="219621"/>
                  </a:lnTo>
                  <a:lnTo>
                    <a:pt x="77736" y="219417"/>
                  </a:lnTo>
                  <a:lnTo>
                    <a:pt x="80937" y="219227"/>
                  </a:lnTo>
                  <a:lnTo>
                    <a:pt x="83502" y="218262"/>
                  </a:lnTo>
                  <a:lnTo>
                    <a:pt x="83413" y="216306"/>
                  </a:lnTo>
                  <a:lnTo>
                    <a:pt x="80772" y="215671"/>
                  </a:lnTo>
                  <a:lnTo>
                    <a:pt x="74358" y="216077"/>
                  </a:lnTo>
                  <a:lnTo>
                    <a:pt x="72847" y="216649"/>
                  </a:lnTo>
                  <a:lnTo>
                    <a:pt x="73152" y="214896"/>
                  </a:lnTo>
                  <a:lnTo>
                    <a:pt x="72986" y="211150"/>
                  </a:lnTo>
                  <a:lnTo>
                    <a:pt x="72821" y="207416"/>
                  </a:lnTo>
                  <a:lnTo>
                    <a:pt x="71996" y="204431"/>
                  </a:lnTo>
                  <a:lnTo>
                    <a:pt x="71615" y="204457"/>
                  </a:lnTo>
                  <a:lnTo>
                    <a:pt x="104609" y="165989"/>
                  </a:lnTo>
                  <a:lnTo>
                    <a:pt x="149783" y="218668"/>
                  </a:lnTo>
                  <a:lnTo>
                    <a:pt x="149783" y="208013"/>
                  </a:lnTo>
                  <a:lnTo>
                    <a:pt x="113753" y="165989"/>
                  </a:lnTo>
                  <a:lnTo>
                    <a:pt x="104609" y="155321"/>
                  </a:lnTo>
                  <a:lnTo>
                    <a:pt x="70573" y="195033"/>
                  </a:lnTo>
                  <a:lnTo>
                    <a:pt x="70573" y="216750"/>
                  </a:lnTo>
                  <a:lnTo>
                    <a:pt x="69164" y="216408"/>
                  </a:lnTo>
                  <a:lnTo>
                    <a:pt x="65963" y="216598"/>
                  </a:lnTo>
                  <a:lnTo>
                    <a:pt x="62763" y="216801"/>
                  </a:lnTo>
                  <a:lnTo>
                    <a:pt x="60274" y="217754"/>
                  </a:lnTo>
                  <a:lnTo>
                    <a:pt x="60274" y="219659"/>
                  </a:lnTo>
                  <a:lnTo>
                    <a:pt x="59436" y="218668"/>
                  </a:lnTo>
                  <a:lnTo>
                    <a:pt x="60198" y="217779"/>
                  </a:lnTo>
                  <a:lnTo>
                    <a:pt x="60274" y="219659"/>
                  </a:lnTo>
                  <a:lnTo>
                    <a:pt x="60274" y="217754"/>
                  </a:lnTo>
                  <a:lnTo>
                    <a:pt x="69989" y="206362"/>
                  </a:lnTo>
                  <a:lnTo>
                    <a:pt x="69773" y="207606"/>
                  </a:lnTo>
                  <a:lnTo>
                    <a:pt x="70116" y="215074"/>
                  </a:lnTo>
                  <a:lnTo>
                    <a:pt x="70573" y="216750"/>
                  </a:lnTo>
                  <a:lnTo>
                    <a:pt x="70573" y="195033"/>
                  </a:lnTo>
                  <a:lnTo>
                    <a:pt x="50304" y="218668"/>
                  </a:lnTo>
                  <a:lnTo>
                    <a:pt x="104609" y="282028"/>
                  </a:lnTo>
                  <a:lnTo>
                    <a:pt x="113753" y="271360"/>
                  </a:lnTo>
                  <a:lnTo>
                    <a:pt x="158927" y="218668"/>
                  </a:lnTo>
                  <a:close/>
                </a:path>
                <a:path w="361315" h="282575">
                  <a:moveTo>
                    <a:pt x="235038" y="140093"/>
                  </a:moveTo>
                  <a:lnTo>
                    <a:pt x="234937" y="138137"/>
                  </a:lnTo>
                  <a:lnTo>
                    <a:pt x="232308" y="137502"/>
                  </a:lnTo>
                  <a:lnTo>
                    <a:pt x="225894" y="137896"/>
                  </a:lnTo>
                  <a:lnTo>
                    <a:pt x="223342" y="138861"/>
                  </a:lnTo>
                  <a:lnTo>
                    <a:pt x="223418" y="140830"/>
                  </a:lnTo>
                  <a:lnTo>
                    <a:pt x="226060" y="141452"/>
                  </a:lnTo>
                  <a:lnTo>
                    <a:pt x="229273" y="141249"/>
                  </a:lnTo>
                  <a:lnTo>
                    <a:pt x="232473" y="141058"/>
                  </a:lnTo>
                  <a:lnTo>
                    <a:pt x="235038" y="140093"/>
                  </a:lnTo>
                  <a:close/>
                </a:path>
                <a:path w="361315" h="282575">
                  <a:moveTo>
                    <a:pt x="267614" y="178092"/>
                  </a:moveTo>
                  <a:lnTo>
                    <a:pt x="267525" y="176136"/>
                  </a:lnTo>
                  <a:lnTo>
                    <a:pt x="264883" y="175514"/>
                  </a:lnTo>
                  <a:lnTo>
                    <a:pt x="258470" y="175907"/>
                  </a:lnTo>
                  <a:lnTo>
                    <a:pt x="256959" y="176479"/>
                  </a:lnTo>
                  <a:lnTo>
                    <a:pt x="257276" y="174726"/>
                  </a:lnTo>
                  <a:lnTo>
                    <a:pt x="257098" y="170992"/>
                  </a:lnTo>
                  <a:lnTo>
                    <a:pt x="256933" y="167246"/>
                  </a:lnTo>
                  <a:lnTo>
                    <a:pt x="256108" y="164261"/>
                  </a:lnTo>
                  <a:lnTo>
                    <a:pt x="254431" y="164376"/>
                  </a:lnTo>
                  <a:lnTo>
                    <a:pt x="253885" y="167436"/>
                  </a:lnTo>
                  <a:lnTo>
                    <a:pt x="254228" y="174917"/>
                  </a:lnTo>
                  <a:lnTo>
                    <a:pt x="254673" y="176580"/>
                  </a:lnTo>
                  <a:lnTo>
                    <a:pt x="253276" y="176237"/>
                  </a:lnTo>
                  <a:lnTo>
                    <a:pt x="250075" y="176441"/>
                  </a:lnTo>
                  <a:lnTo>
                    <a:pt x="246875" y="176631"/>
                  </a:lnTo>
                  <a:lnTo>
                    <a:pt x="244309" y="177596"/>
                  </a:lnTo>
                  <a:lnTo>
                    <a:pt x="244398" y="179552"/>
                  </a:lnTo>
                  <a:lnTo>
                    <a:pt x="247040" y="180187"/>
                  </a:lnTo>
                  <a:lnTo>
                    <a:pt x="253453" y="179781"/>
                  </a:lnTo>
                  <a:lnTo>
                    <a:pt x="254876" y="179260"/>
                  </a:lnTo>
                  <a:lnTo>
                    <a:pt x="254584" y="180975"/>
                  </a:lnTo>
                  <a:lnTo>
                    <a:pt x="254749" y="184708"/>
                  </a:lnTo>
                  <a:lnTo>
                    <a:pt x="254927" y="188455"/>
                  </a:lnTo>
                  <a:lnTo>
                    <a:pt x="255752" y="191439"/>
                  </a:lnTo>
                  <a:lnTo>
                    <a:pt x="257429" y="191325"/>
                  </a:lnTo>
                  <a:lnTo>
                    <a:pt x="257975" y="188264"/>
                  </a:lnTo>
                  <a:lnTo>
                    <a:pt x="257619" y="180784"/>
                  </a:lnTo>
                  <a:lnTo>
                    <a:pt x="257162" y="179108"/>
                  </a:lnTo>
                  <a:lnTo>
                    <a:pt x="258648" y="179451"/>
                  </a:lnTo>
                  <a:lnTo>
                    <a:pt x="261848" y="179260"/>
                  </a:lnTo>
                  <a:lnTo>
                    <a:pt x="265049" y="179057"/>
                  </a:lnTo>
                  <a:lnTo>
                    <a:pt x="267614" y="178092"/>
                  </a:lnTo>
                  <a:close/>
                </a:path>
                <a:path w="361315" h="282575">
                  <a:moveTo>
                    <a:pt x="268236" y="102273"/>
                  </a:moveTo>
                  <a:lnTo>
                    <a:pt x="268147" y="100317"/>
                  </a:lnTo>
                  <a:lnTo>
                    <a:pt x="265506" y="99682"/>
                  </a:lnTo>
                  <a:lnTo>
                    <a:pt x="259092" y="100076"/>
                  </a:lnTo>
                  <a:lnTo>
                    <a:pt x="257581" y="100647"/>
                  </a:lnTo>
                  <a:lnTo>
                    <a:pt x="257886" y="98894"/>
                  </a:lnTo>
                  <a:lnTo>
                    <a:pt x="257721" y="95161"/>
                  </a:lnTo>
                  <a:lnTo>
                    <a:pt x="257556" y="91427"/>
                  </a:lnTo>
                  <a:lnTo>
                    <a:pt x="256730" y="88442"/>
                  </a:lnTo>
                  <a:lnTo>
                    <a:pt x="255054" y="88544"/>
                  </a:lnTo>
                  <a:lnTo>
                    <a:pt x="254508" y="91617"/>
                  </a:lnTo>
                  <a:lnTo>
                    <a:pt x="254850" y="99085"/>
                  </a:lnTo>
                  <a:lnTo>
                    <a:pt x="255308" y="100761"/>
                  </a:lnTo>
                  <a:lnTo>
                    <a:pt x="253898" y="100418"/>
                  </a:lnTo>
                  <a:lnTo>
                    <a:pt x="250698" y="100609"/>
                  </a:lnTo>
                  <a:lnTo>
                    <a:pt x="247497" y="100812"/>
                  </a:lnTo>
                  <a:lnTo>
                    <a:pt x="244932" y="101777"/>
                  </a:lnTo>
                  <a:lnTo>
                    <a:pt x="245021" y="103733"/>
                  </a:lnTo>
                  <a:lnTo>
                    <a:pt x="247662" y="104355"/>
                  </a:lnTo>
                  <a:lnTo>
                    <a:pt x="254076" y="103962"/>
                  </a:lnTo>
                  <a:lnTo>
                    <a:pt x="255498" y="103428"/>
                  </a:lnTo>
                  <a:lnTo>
                    <a:pt x="255206" y="105143"/>
                  </a:lnTo>
                  <a:lnTo>
                    <a:pt x="255371" y="108889"/>
                  </a:lnTo>
                  <a:lnTo>
                    <a:pt x="255549" y="112623"/>
                  </a:lnTo>
                  <a:lnTo>
                    <a:pt x="256374" y="115608"/>
                  </a:lnTo>
                  <a:lnTo>
                    <a:pt x="258051" y="115506"/>
                  </a:lnTo>
                  <a:lnTo>
                    <a:pt x="258584" y="112433"/>
                  </a:lnTo>
                  <a:lnTo>
                    <a:pt x="258241" y="104965"/>
                  </a:lnTo>
                  <a:lnTo>
                    <a:pt x="257771" y="103276"/>
                  </a:lnTo>
                  <a:lnTo>
                    <a:pt x="259270" y="103632"/>
                  </a:lnTo>
                  <a:lnTo>
                    <a:pt x="262470" y="103428"/>
                  </a:lnTo>
                  <a:lnTo>
                    <a:pt x="265671" y="103238"/>
                  </a:lnTo>
                  <a:lnTo>
                    <a:pt x="268236" y="102273"/>
                  </a:lnTo>
                  <a:close/>
                </a:path>
                <a:path w="361315" h="282575">
                  <a:moveTo>
                    <a:pt x="301129" y="140627"/>
                  </a:moveTo>
                  <a:lnTo>
                    <a:pt x="301028" y="138671"/>
                  </a:lnTo>
                  <a:lnTo>
                    <a:pt x="298386" y="138049"/>
                  </a:lnTo>
                  <a:lnTo>
                    <a:pt x="291985" y="138442"/>
                  </a:lnTo>
                  <a:lnTo>
                    <a:pt x="290474" y="139014"/>
                  </a:lnTo>
                  <a:lnTo>
                    <a:pt x="290779" y="137261"/>
                  </a:lnTo>
                  <a:lnTo>
                    <a:pt x="290614" y="133527"/>
                  </a:lnTo>
                  <a:lnTo>
                    <a:pt x="290436" y="129781"/>
                  </a:lnTo>
                  <a:lnTo>
                    <a:pt x="289610" y="126796"/>
                  </a:lnTo>
                  <a:lnTo>
                    <a:pt x="287934" y="126911"/>
                  </a:lnTo>
                  <a:lnTo>
                    <a:pt x="287401" y="129971"/>
                  </a:lnTo>
                  <a:lnTo>
                    <a:pt x="287743" y="137452"/>
                  </a:lnTo>
                  <a:lnTo>
                    <a:pt x="288188" y="139103"/>
                  </a:lnTo>
                  <a:lnTo>
                    <a:pt x="286791" y="138772"/>
                  </a:lnTo>
                  <a:lnTo>
                    <a:pt x="283591" y="138976"/>
                  </a:lnTo>
                  <a:lnTo>
                    <a:pt x="280377" y="139166"/>
                  </a:lnTo>
                  <a:lnTo>
                    <a:pt x="277812" y="140131"/>
                  </a:lnTo>
                  <a:lnTo>
                    <a:pt x="277914" y="142087"/>
                  </a:lnTo>
                  <a:lnTo>
                    <a:pt x="280555" y="142722"/>
                  </a:lnTo>
                  <a:lnTo>
                    <a:pt x="286956" y="142316"/>
                  </a:lnTo>
                  <a:lnTo>
                    <a:pt x="288391" y="141782"/>
                  </a:lnTo>
                  <a:lnTo>
                    <a:pt x="288099" y="143510"/>
                  </a:lnTo>
                  <a:lnTo>
                    <a:pt x="288264" y="147243"/>
                  </a:lnTo>
                  <a:lnTo>
                    <a:pt x="288429" y="150990"/>
                  </a:lnTo>
                  <a:lnTo>
                    <a:pt x="289255" y="153974"/>
                  </a:lnTo>
                  <a:lnTo>
                    <a:pt x="290931" y="153860"/>
                  </a:lnTo>
                  <a:lnTo>
                    <a:pt x="291477" y="150799"/>
                  </a:lnTo>
                  <a:lnTo>
                    <a:pt x="291134" y="143319"/>
                  </a:lnTo>
                  <a:lnTo>
                    <a:pt x="290664" y="141643"/>
                  </a:lnTo>
                  <a:lnTo>
                    <a:pt x="292150" y="141986"/>
                  </a:lnTo>
                  <a:lnTo>
                    <a:pt x="295351" y="141795"/>
                  </a:lnTo>
                  <a:lnTo>
                    <a:pt x="298564" y="141592"/>
                  </a:lnTo>
                  <a:lnTo>
                    <a:pt x="301129" y="140627"/>
                  </a:lnTo>
                  <a:close/>
                </a:path>
                <a:path w="361315" h="282575">
                  <a:moveTo>
                    <a:pt x="360984" y="63347"/>
                  </a:moveTo>
                  <a:lnTo>
                    <a:pt x="351853" y="52705"/>
                  </a:lnTo>
                  <a:lnTo>
                    <a:pt x="351853" y="63347"/>
                  </a:lnTo>
                  <a:lnTo>
                    <a:pt x="341757" y="75133"/>
                  </a:lnTo>
                  <a:lnTo>
                    <a:pt x="342023" y="73634"/>
                  </a:lnTo>
                  <a:lnTo>
                    <a:pt x="341668" y="66154"/>
                  </a:lnTo>
                  <a:lnTo>
                    <a:pt x="341210" y="64477"/>
                  </a:lnTo>
                  <a:lnTo>
                    <a:pt x="342696" y="64833"/>
                  </a:lnTo>
                  <a:lnTo>
                    <a:pt x="345897" y="64630"/>
                  </a:lnTo>
                  <a:lnTo>
                    <a:pt x="349097" y="64427"/>
                  </a:lnTo>
                  <a:lnTo>
                    <a:pt x="351663" y="63474"/>
                  </a:lnTo>
                  <a:lnTo>
                    <a:pt x="351637" y="63106"/>
                  </a:lnTo>
                  <a:lnTo>
                    <a:pt x="351853" y="63347"/>
                  </a:lnTo>
                  <a:lnTo>
                    <a:pt x="351853" y="52705"/>
                  </a:lnTo>
                  <a:lnTo>
                    <a:pt x="349935" y="50457"/>
                  </a:lnTo>
                  <a:lnTo>
                    <a:pt x="349935" y="61125"/>
                  </a:lnTo>
                  <a:lnTo>
                    <a:pt x="348932" y="60883"/>
                  </a:lnTo>
                  <a:lnTo>
                    <a:pt x="342531" y="61277"/>
                  </a:lnTo>
                  <a:lnTo>
                    <a:pt x="341020" y="61849"/>
                  </a:lnTo>
                  <a:lnTo>
                    <a:pt x="341325" y="60096"/>
                  </a:lnTo>
                  <a:lnTo>
                    <a:pt x="341160" y="56362"/>
                  </a:lnTo>
                  <a:lnTo>
                    <a:pt x="340969" y="52628"/>
                  </a:lnTo>
                  <a:lnTo>
                    <a:pt x="340334" y="50342"/>
                  </a:lnTo>
                  <a:lnTo>
                    <a:pt x="340334" y="76784"/>
                  </a:lnTo>
                  <a:lnTo>
                    <a:pt x="306692" y="116027"/>
                  </a:lnTo>
                  <a:lnTo>
                    <a:pt x="295008" y="102425"/>
                  </a:lnTo>
                  <a:lnTo>
                    <a:pt x="297586" y="103022"/>
                  </a:lnTo>
                  <a:lnTo>
                    <a:pt x="303987" y="102628"/>
                  </a:lnTo>
                  <a:lnTo>
                    <a:pt x="305422" y="102095"/>
                  </a:lnTo>
                  <a:lnTo>
                    <a:pt x="305130" y="103809"/>
                  </a:lnTo>
                  <a:lnTo>
                    <a:pt x="305295" y="107556"/>
                  </a:lnTo>
                  <a:lnTo>
                    <a:pt x="305460" y="111290"/>
                  </a:lnTo>
                  <a:lnTo>
                    <a:pt x="306285" y="114274"/>
                  </a:lnTo>
                  <a:lnTo>
                    <a:pt x="307962" y="114173"/>
                  </a:lnTo>
                  <a:lnTo>
                    <a:pt x="308508" y="111099"/>
                  </a:lnTo>
                  <a:lnTo>
                    <a:pt x="308165" y="103619"/>
                  </a:lnTo>
                  <a:lnTo>
                    <a:pt x="307708" y="101942"/>
                  </a:lnTo>
                  <a:lnTo>
                    <a:pt x="309181" y="102298"/>
                  </a:lnTo>
                  <a:lnTo>
                    <a:pt x="312394" y="102095"/>
                  </a:lnTo>
                  <a:lnTo>
                    <a:pt x="315595" y="101892"/>
                  </a:lnTo>
                  <a:lnTo>
                    <a:pt x="318160" y="100939"/>
                  </a:lnTo>
                  <a:lnTo>
                    <a:pt x="318071" y="98971"/>
                  </a:lnTo>
                  <a:lnTo>
                    <a:pt x="315429" y="98348"/>
                  </a:lnTo>
                  <a:lnTo>
                    <a:pt x="309016" y="98742"/>
                  </a:lnTo>
                  <a:lnTo>
                    <a:pt x="307505" y="99314"/>
                  </a:lnTo>
                  <a:lnTo>
                    <a:pt x="307809" y="97561"/>
                  </a:lnTo>
                  <a:lnTo>
                    <a:pt x="307644" y="93827"/>
                  </a:lnTo>
                  <a:lnTo>
                    <a:pt x="307479" y="90093"/>
                  </a:lnTo>
                  <a:lnTo>
                    <a:pt x="306654" y="87109"/>
                  </a:lnTo>
                  <a:lnTo>
                    <a:pt x="304977" y="87210"/>
                  </a:lnTo>
                  <a:lnTo>
                    <a:pt x="304431" y="90271"/>
                  </a:lnTo>
                  <a:lnTo>
                    <a:pt x="304774" y="97751"/>
                  </a:lnTo>
                  <a:lnTo>
                    <a:pt x="305219" y="99415"/>
                  </a:lnTo>
                  <a:lnTo>
                    <a:pt x="303822" y="99072"/>
                  </a:lnTo>
                  <a:lnTo>
                    <a:pt x="300621" y="99275"/>
                  </a:lnTo>
                  <a:lnTo>
                    <a:pt x="297421" y="99479"/>
                  </a:lnTo>
                  <a:lnTo>
                    <a:pt x="294855" y="100444"/>
                  </a:lnTo>
                  <a:lnTo>
                    <a:pt x="294932" y="102336"/>
                  </a:lnTo>
                  <a:lnTo>
                    <a:pt x="262420" y="64414"/>
                  </a:lnTo>
                  <a:lnTo>
                    <a:pt x="264998" y="65024"/>
                  </a:lnTo>
                  <a:lnTo>
                    <a:pt x="271411" y="64617"/>
                  </a:lnTo>
                  <a:lnTo>
                    <a:pt x="272846" y="64084"/>
                  </a:lnTo>
                  <a:lnTo>
                    <a:pt x="272554" y="65811"/>
                  </a:lnTo>
                  <a:lnTo>
                    <a:pt x="272719" y="69545"/>
                  </a:lnTo>
                  <a:lnTo>
                    <a:pt x="272884" y="73279"/>
                  </a:lnTo>
                  <a:lnTo>
                    <a:pt x="273710" y="76263"/>
                  </a:lnTo>
                  <a:lnTo>
                    <a:pt x="275386" y="76161"/>
                  </a:lnTo>
                  <a:lnTo>
                    <a:pt x="275932" y="73101"/>
                  </a:lnTo>
                  <a:lnTo>
                    <a:pt x="275590" y="65620"/>
                  </a:lnTo>
                  <a:lnTo>
                    <a:pt x="275120" y="63944"/>
                  </a:lnTo>
                  <a:lnTo>
                    <a:pt x="276606" y="64287"/>
                  </a:lnTo>
                  <a:lnTo>
                    <a:pt x="279806" y="64096"/>
                  </a:lnTo>
                  <a:lnTo>
                    <a:pt x="283019" y="63893"/>
                  </a:lnTo>
                  <a:lnTo>
                    <a:pt x="285584" y="62928"/>
                  </a:lnTo>
                  <a:lnTo>
                    <a:pt x="285483" y="60972"/>
                  </a:lnTo>
                  <a:lnTo>
                    <a:pt x="282841" y="60337"/>
                  </a:lnTo>
                  <a:lnTo>
                    <a:pt x="276440" y="60744"/>
                  </a:lnTo>
                  <a:lnTo>
                    <a:pt x="274929" y="61315"/>
                  </a:lnTo>
                  <a:lnTo>
                    <a:pt x="275234" y="59563"/>
                  </a:lnTo>
                  <a:lnTo>
                    <a:pt x="275069" y="55816"/>
                  </a:lnTo>
                  <a:lnTo>
                    <a:pt x="274891" y="52082"/>
                  </a:lnTo>
                  <a:lnTo>
                    <a:pt x="274066" y="49098"/>
                  </a:lnTo>
                  <a:lnTo>
                    <a:pt x="273710" y="49123"/>
                  </a:lnTo>
                  <a:lnTo>
                    <a:pt x="305473" y="12077"/>
                  </a:lnTo>
                  <a:lnTo>
                    <a:pt x="305054" y="14452"/>
                  </a:lnTo>
                  <a:lnTo>
                    <a:pt x="305396" y="21932"/>
                  </a:lnTo>
                  <a:lnTo>
                    <a:pt x="305841" y="23596"/>
                  </a:lnTo>
                  <a:lnTo>
                    <a:pt x="304444" y="23253"/>
                  </a:lnTo>
                  <a:lnTo>
                    <a:pt x="301244" y="23456"/>
                  </a:lnTo>
                  <a:lnTo>
                    <a:pt x="298043" y="23647"/>
                  </a:lnTo>
                  <a:lnTo>
                    <a:pt x="295478" y="24612"/>
                  </a:lnTo>
                  <a:lnTo>
                    <a:pt x="295567" y="26568"/>
                  </a:lnTo>
                  <a:lnTo>
                    <a:pt x="298208" y="27203"/>
                  </a:lnTo>
                  <a:lnTo>
                    <a:pt x="304609" y="26797"/>
                  </a:lnTo>
                  <a:lnTo>
                    <a:pt x="306044" y="26263"/>
                  </a:lnTo>
                  <a:lnTo>
                    <a:pt x="305752" y="27990"/>
                  </a:lnTo>
                  <a:lnTo>
                    <a:pt x="305917" y="31724"/>
                  </a:lnTo>
                  <a:lnTo>
                    <a:pt x="306082" y="35458"/>
                  </a:lnTo>
                  <a:lnTo>
                    <a:pt x="306908" y="38442"/>
                  </a:lnTo>
                  <a:lnTo>
                    <a:pt x="308584" y="38341"/>
                  </a:lnTo>
                  <a:lnTo>
                    <a:pt x="309130" y="35280"/>
                  </a:lnTo>
                  <a:lnTo>
                    <a:pt x="308787" y="27800"/>
                  </a:lnTo>
                  <a:lnTo>
                    <a:pt x="308330" y="26123"/>
                  </a:lnTo>
                  <a:lnTo>
                    <a:pt x="309803" y="26466"/>
                  </a:lnTo>
                  <a:lnTo>
                    <a:pt x="313016" y="26276"/>
                  </a:lnTo>
                  <a:lnTo>
                    <a:pt x="316217" y="26073"/>
                  </a:lnTo>
                  <a:lnTo>
                    <a:pt x="318782" y="25107"/>
                  </a:lnTo>
                  <a:lnTo>
                    <a:pt x="318757" y="24765"/>
                  </a:lnTo>
                  <a:lnTo>
                    <a:pt x="340106" y="49657"/>
                  </a:lnTo>
                  <a:lnTo>
                    <a:pt x="338480" y="49745"/>
                  </a:lnTo>
                  <a:lnTo>
                    <a:pt x="337934" y="52806"/>
                  </a:lnTo>
                  <a:lnTo>
                    <a:pt x="338289" y="60286"/>
                  </a:lnTo>
                  <a:lnTo>
                    <a:pt x="338734" y="61950"/>
                  </a:lnTo>
                  <a:lnTo>
                    <a:pt x="337337" y="61607"/>
                  </a:lnTo>
                  <a:lnTo>
                    <a:pt x="334124" y="61810"/>
                  </a:lnTo>
                  <a:lnTo>
                    <a:pt x="330923" y="62014"/>
                  </a:lnTo>
                  <a:lnTo>
                    <a:pt x="328358" y="62966"/>
                  </a:lnTo>
                  <a:lnTo>
                    <a:pt x="328447" y="64935"/>
                  </a:lnTo>
                  <a:lnTo>
                    <a:pt x="331089" y="65557"/>
                  </a:lnTo>
                  <a:lnTo>
                    <a:pt x="337502" y="65163"/>
                  </a:lnTo>
                  <a:lnTo>
                    <a:pt x="338924" y="64630"/>
                  </a:lnTo>
                  <a:lnTo>
                    <a:pt x="338632" y="66344"/>
                  </a:lnTo>
                  <a:lnTo>
                    <a:pt x="338810" y="70091"/>
                  </a:lnTo>
                  <a:lnTo>
                    <a:pt x="338975" y="73825"/>
                  </a:lnTo>
                  <a:lnTo>
                    <a:pt x="339801" y="76809"/>
                  </a:lnTo>
                  <a:lnTo>
                    <a:pt x="340334" y="76784"/>
                  </a:lnTo>
                  <a:lnTo>
                    <a:pt x="340334" y="50342"/>
                  </a:lnTo>
                  <a:lnTo>
                    <a:pt x="340169" y="49733"/>
                  </a:lnTo>
                  <a:lnTo>
                    <a:pt x="349935" y="61125"/>
                  </a:lnTo>
                  <a:lnTo>
                    <a:pt x="349935" y="50457"/>
                  </a:lnTo>
                  <a:lnTo>
                    <a:pt x="317042" y="12090"/>
                  </a:lnTo>
                  <a:lnTo>
                    <a:pt x="317042" y="22758"/>
                  </a:lnTo>
                  <a:lnTo>
                    <a:pt x="316052" y="22517"/>
                  </a:lnTo>
                  <a:lnTo>
                    <a:pt x="309638" y="22923"/>
                  </a:lnTo>
                  <a:lnTo>
                    <a:pt x="308127" y="23495"/>
                  </a:lnTo>
                  <a:lnTo>
                    <a:pt x="308432" y="21742"/>
                  </a:lnTo>
                  <a:lnTo>
                    <a:pt x="308267" y="17995"/>
                  </a:lnTo>
                  <a:lnTo>
                    <a:pt x="308102" y="14262"/>
                  </a:lnTo>
                  <a:lnTo>
                    <a:pt x="307289" y="11366"/>
                  </a:lnTo>
                  <a:lnTo>
                    <a:pt x="317042" y="22758"/>
                  </a:lnTo>
                  <a:lnTo>
                    <a:pt x="317042" y="12090"/>
                  </a:lnTo>
                  <a:lnTo>
                    <a:pt x="315823" y="10655"/>
                  </a:lnTo>
                  <a:lnTo>
                    <a:pt x="307225" y="635"/>
                  </a:lnTo>
                  <a:lnTo>
                    <a:pt x="307225" y="11290"/>
                  </a:lnTo>
                  <a:lnTo>
                    <a:pt x="306095" y="11353"/>
                  </a:lnTo>
                  <a:lnTo>
                    <a:pt x="306692" y="10655"/>
                  </a:lnTo>
                  <a:lnTo>
                    <a:pt x="307225" y="11290"/>
                  </a:lnTo>
                  <a:lnTo>
                    <a:pt x="307225" y="635"/>
                  </a:lnTo>
                  <a:lnTo>
                    <a:pt x="306692" y="0"/>
                  </a:lnTo>
                  <a:lnTo>
                    <a:pt x="272643" y="39712"/>
                  </a:lnTo>
                  <a:lnTo>
                    <a:pt x="272643" y="61417"/>
                  </a:lnTo>
                  <a:lnTo>
                    <a:pt x="271246" y="61074"/>
                  </a:lnTo>
                  <a:lnTo>
                    <a:pt x="268046" y="61264"/>
                  </a:lnTo>
                  <a:lnTo>
                    <a:pt x="264833" y="61468"/>
                  </a:lnTo>
                  <a:lnTo>
                    <a:pt x="262356" y="62407"/>
                  </a:lnTo>
                  <a:lnTo>
                    <a:pt x="262356" y="64338"/>
                  </a:lnTo>
                  <a:lnTo>
                    <a:pt x="261518" y="63347"/>
                  </a:lnTo>
                  <a:lnTo>
                    <a:pt x="262267" y="62471"/>
                  </a:lnTo>
                  <a:lnTo>
                    <a:pt x="262356" y="64338"/>
                  </a:lnTo>
                  <a:lnTo>
                    <a:pt x="262356" y="62407"/>
                  </a:lnTo>
                  <a:lnTo>
                    <a:pt x="272059" y="51041"/>
                  </a:lnTo>
                  <a:lnTo>
                    <a:pt x="271856" y="52273"/>
                  </a:lnTo>
                  <a:lnTo>
                    <a:pt x="272199" y="59753"/>
                  </a:lnTo>
                  <a:lnTo>
                    <a:pt x="272643" y="61417"/>
                  </a:lnTo>
                  <a:lnTo>
                    <a:pt x="272643" y="39712"/>
                  </a:lnTo>
                  <a:lnTo>
                    <a:pt x="256159" y="58928"/>
                  </a:lnTo>
                  <a:lnTo>
                    <a:pt x="250825" y="52705"/>
                  </a:lnTo>
                  <a:lnTo>
                    <a:pt x="250825" y="63347"/>
                  </a:lnTo>
                  <a:lnTo>
                    <a:pt x="240703" y="75145"/>
                  </a:lnTo>
                  <a:lnTo>
                    <a:pt x="240982" y="73634"/>
                  </a:lnTo>
                  <a:lnTo>
                    <a:pt x="240639" y="66154"/>
                  </a:lnTo>
                  <a:lnTo>
                    <a:pt x="240169" y="64477"/>
                  </a:lnTo>
                  <a:lnTo>
                    <a:pt x="241655" y="64833"/>
                  </a:lnTo>
                  <a:lnTo>
                    <a:pt x="244856" y="64630"/>
                  </a:lnTo>
                  <a:lnTo>
                    <a:pt x="248069" y="64427"/>
                  </a:lnTo>
                  <a:lnTo>
                    <a:pt x="250634" y="63474"/>
                  </a:lnTo>
                  <a:lnTo>
                    <a:pt x="250609" y="63106"/>
                  </a:lnTo>
                  <a:lnTo>
                    <a:pt x="250825" y="63347"/>
                  </a:lnTo>
                  <a:lnTo>
                    <a:pt x="250825" y="52705"/>
                  </a:lnTo>
                  <a:lnTo>
                    <a:pt x="248907" y="50469"/>
                  </a:lnTo>
                  <a:lnTo>
                    <a:pt x="248907" y="61125"/>
                  </a:lnTo>
                  <a:lnTo>
                    <a:pt x="247904" y="60883"/>
                  </a:lnTo>
                  <a:lnTo>
                    <a:pt x="241490" y="61277"/>
                  </a:lnTo>
                  <a:lnTo>
                    <a:pt x="239979" y="61849"/>
                  </a:lnTo>
                  <a:lnTo>
                    <a:pt x="240284" y="60096"/>
                  </a:lnTo>
                  <a:lnTo>
                    <a:pt x="240118" y="56362"/>
                  </a:lnTo>
                  <a:lnTo>
                    <a:pt x="239953" y="52628"/>
                  </a:lnTo>
                  <a:lnTo>
                    <a:pt x="239306" y="50355"/>
                  </a:lnTo>
                  <a:lnTo>
                    <a:pt x="239306" y="76784"/>
                  </a:lnTo>
                  <a:lnTo>
                    <a:pt x="205651" y="116027"/>
                  </a:lnTo>
                  <a:lnTo>
                    <a:pt x="193967" y="102425"/>
                  </a:lnTo>
                  <a:lnTo>
                    <a:pt x="196545" y="103022"/>
                  </a:lnTo>
                  <a:lnTo>
                    <a:pt x="202958" y="102628"/>
                  </a:lnTo>
                  <a:lnTo>
                    <a:pt x="204381" y="102095"/>
                  </a:lnTo>
                  <a:lnTo>
                    <a:pt x="204089" y="103809"/>
                  </a:lnTo>
                  <a:lnTo>
                    <a:pt x="204254" y="107556"/>
                  </a:lnTo>
                  <a:lnTo>
                    <a:pt x="204431" y="111290"/>
                  </a:lnTo>
                  <a:lnTo>
                    <a:pt x="205257" y="114274"/>
                  </a:lnTo>
                  <a:lnTo>
                    <a:pt x="206933" y="114173"/>
                  </a:lnTo>
                  <a:lnTo>
                    <a:pt x="207479" y="111099"/>
                  </a:lnTo>
                  <a:lnTo>
                    <a:pt x="207124" y="103619"/>
                  </a:lnTo>
                  <a:lnTo>
                    <a:pt x="206667" y="101942"/>
                  </a:lnTo>
                  <a:lnTo>
                    <a:pt x="208153" y="102298"/>
                  </a:lnTo>
                  <a:lnTo>
                    <a:pt x="211353" y="102095"/>
                  </a:lnTo>
                  <a:lnTo>
                    <a:pt x="214553" y="101892"/>
                  </a:lnTo>
                  <a:lnTo>
                    <a:pt x="217119" y="100939"/>
                  </a:lnTo>
                  <a:lnTo>
                    <a:pt x="217030" y="98971"/>
                  </a:lnTo>
                  <a:lnTo>
                    <a:pt x="214388" y="98348"/>
                  </a:lnTo>
                  <a:lnTo>
                    <a:pt x="207987" y="98742"/>
                  </a:lnTo>
                  <a:lnTo>
                    <a:pt x="206476" y="99314"/>
                  </a:lnTo>
                  <a:lnTo>
                    <a:pt x="206781" y="97561"/>
                  </a:lnTo>
                  <a:lnTo>
                    <a:pt x="206603" y="93827"/>
                  </a:lnTo>
                  <a:lnTo>
                    <a:pt x="206438" y="90093"/>
                  </a:lnTo>
                  <a:lnTo>
                    <a:pt x="205613" y="87109"/>
                  </a:lnTo>
                  <a:lnTo>
                    <a:pt x="203936" y="87210"/>
                  </a:lnTo>
                  <a:lnTo>
                    <a:pt x="203390" y="90271"/>
                  </a:lnTo>
                  <a:lnTo>
                    <a:pt x="203733" y="97751"/>
                  </a:lnTo>
                  <a:lnTo>
                    <a:pt x="204177" y="99415"/>
                  </a:lnTo>
                  <a:lnTo>
                    <a:pt x="202793" y="99072"/>
                  </a:lnTo>
                  <a:lnTo>
                    <a:pt x="199580" y="99275"/>
                  </a:lnTo>
                  <a:lnTo>
                    <a:pt x="196380" y="99479"/>
                  </a:lnTo>
                  <a:lnTo>
                    <a:pt x="193814" y="100444"/>
                  </a:lnTo>
                  <a:lnTo>
                    <a:pt x="193903" y="102349"/>
                  </a:lnTo>
                  <a:lnTo>
                    <a:pt x="161378" y="64414"/>
                  </a:lnTo>
                  <a:lnTo>
                    <a:pt x="163969" y="65024"/>
                  </a:lnTo>
                  <a:lnTo>
                    <a:pt x="170370" y="64617"/>
                  </a:lnTo>
                  <a:lnTo>
                    <a:pt x="171805" y="64084"/>
                  </a:lnTo>
                  <a:lnTo>
                    <a:pt x="171513" y="65811"/>
                  </a:lnTo>
                  <a:lnTo>
                    <a:pt x="171678" y="69545"/>
                  </a:lnTo>
                  <a:lnTo>
                    <a:pt x="171843" y="73279"/>
                  </a:lnTo>
                  <a:lnTo>
                    <a:pt x="172669" y="76263"/>
                  </a:lnTo>
                  <a:lnTo>
                    <a:pt x="174345" y="76161"/>
                  </a:lnTo>
                  <a:lnTo>
                    <a:pt x="174891" y="73101"/>
                  </a:lnTo>
                  <a:lnTo>
                    <a:pt x="174548" y="65620"/>
                  </a:lnTo>
                  <a:lnTo>
                    <a:pt x="174091" y="63944"/>
                  </a:lnTo>
                  <a:lnTo>
                    <a:pt x="175564" y="64287"/>
                  </a:lnTo>
                  <a:lnTo>
                    <a:pt x="178777" y="64096"/>
                  </a:lnTo>
                  <a:lnTo>
                    <a:pt x="181978" y="63893"/>
                  </a:lnTo>
                  <a:lnTo>
                    <a:pt x="184543" y="62928"/>
                  </a:lnTo>
                  <a:lnTo>
                    <a:pt x="184454" y="60972"/>
                  </a:lnTo>
                  <a:lnTo>
                    <a:pt x="181813" y="60337"/>
                  </a:lnTo>
                  <a:lnTo>
                    <a:pt x="175399" y="60744"/>
                  </a:lnTo>
                  <a:lnTo>
                    <a:pt x="173888" y="61315"/>
                  </a:lnTo>
                  <a:lnTo>
                    <a:pt x="174193" y="59563"/>
                  </a:lnTo>
                  <a:lnTo>
                    <a:pt x="174028" y="55816"/>
                  </a:lnTo>
                  <a:lnTo>
                    <a:pt x="173863" y="52082"/>
                  </a:lnTo>
                  <a:lnTo>
                    <a:pt x="173037" y="49098"/>
                  </a:lnTo>
                  <a:lnTo>
                    <a:pt x="172669" y="49123"/>
                  </a:lnTo>
                  <a:lnTo>
                    <a:pt x="204431" y="12077"/>
                  </a:lnTo>
                  <a:lnTo>
                    <a:pt x="204012" y="14452"/>
                  </a:lnTo>
                  <a:lnTo>
                    <a:pt x="204355" y="21932"/>
                  </a:lnTo>
                  <a:lnTo>
                    <a:pt x="204800" y="23596"/>
                  </a:lnTo>
                  <a:lnTo>
                    <a:pt x="203415" y="23253"/>
                  </a:lnTo>
                  <a:lnTo>
                    <a:pt x="200202" y="23456"/>
                  </a:lnTo>
                  <a:lnTo>
                    <a:pt x="197002" y="23647"/>
                  </a:lnTo>
                  <a:lnTo>
                    <a:pt x="194437" y="24612"/>
                  </a:lnTo>
                  <a:lnTo>
                    <a:pt x="194525" y="26568"/>
                  </a:lnTo>
                  <a:lnTo>
                    <a:pt x="197167" y="27203"/>
                  </a:lnTo>
                  <a:lnTo>
                    <a:pt x="203581" y="26797"/>
                  </a:lnTo>
                  <a:lnTo>
                    <a:pt x="205003" y="26263"/>
                  </a:lnTo>
                  <a:lnTo>
                    <a:pt x="204711" y="27990"/>
                  </a:lnTo>
                  <a:lnTo>
                    <a:pt x="204876" y="31724"/>
                  </a:lnTo>
                  <a:lnTo>
                    <a:pt x="205054" y="35458"/>
                  </a:lnTo>
                  <a:lnTo>
                    <a:pt x="205879" y="38442"/>
                  </a:lnTo>
                  <a:lnTo>
                    <a:pt x="207556" y="38341"/>
                  </a:lnTo>
                  <a:lnTo>
                    <a:pt x="208102" y="35280"/>
                  </a:lnTo>
                  <a:lnTo>
                    <a:pt x="207746" y="27800"/>
                  </a:lnTo>
                  <a:lnTo>
                    <a:pt x="207289" y="26123"/>
                  </a:lnTo>
                  <a:lnTo>
                    <a:pt x="208775" y="26466"/>
                  </a:lnTo>
                  <a:lnTo>
                    <a:pt x="211975" y="26276"/>
                  </a:lnTo>
                  <a:lnTo>
                    <a:pt x="215176" y="26073"/>
                  </a:lnTo>
                  <a:lnTo>
                    <a:pt x="217741" y="25107"/>
                  </a:lnTo>
                  <a:lnTo>
                    <a:pt x="217716" y="24765"/>
                  </a:lnTo>
                  <a:lnTo>
                    <a:pt x="239077" y="49657"/>
                  </a:lnTo>
                  <a:lnTo>
                    <a:pt x="237439" y="49745"/>
                  </a:lnTo>
                  <a:lnTo>
                    <a:pt x="236905" y="52806"/>
                  </a:lnTo>
                  <a:lnTo>
                    <a:pt x="237248" y="60286"/>
                  </a:lnTo>
                  <a:lnTo>
                    <a:pt x="237693" y="61950"/>
                  </a:lnTo>
                  <a:lnTo>
                    <a:pt x="236296" y="61607"/>
                  </a:lnTo>
                  <a:lnTo>
                    <a:pt x="233095" y="61810"/>
                  </a:lnTo>
                  <a:lnTo>
                    <a:pt x="229882" y="62014"/>
                  </a:lnTo>
                  <a:lnTo>
                    <a:pt x="227317" y="62966"/>
                  </a:lnTo>
                  <a:lnTo>
                    <a:pt x="227418" y="64935"/>
                  </a:lnTo>
                  <a:lnTo>
                    <a:pt x="230060" y="65557"/>
                  </a:lnTo>
                  <a:lnTo>
                    <a:pt x="236461" y="65163"/>
                  </a:lnTo>
                  <a:lnTo>
                    <a:pt x="237896" y="64630"/>
                  </a:lnTo>
                  <a:lnTo>
                    <a:pt x="237604" y="66344"/>
                  </a:lnTo>
                  <a:lnTo>
                    <a:pt x="237769" y="70091"/>
                  </a:lnTo>
                  <a:lnTo>
                    <a:pt x="237934" y="73825"/>
                  </a:lnTo>
                  <a:lnTo>
                    <a:pt x="238760" y="76809"/>
                  </a:lnTo>
                  <a:lnTo>
                    <a:pt x="239306" y="76784"/>
                  </a:lnTo>
                  <a:lnTo>
                    <a:pt x="239306" y="50355"/>
                  </a:lnTo>
                  <a:lnTo>
                    <a:pt x="239128" y="49720"/>
                  </a:lnTo>
                  <a:lnTo>
                    <a:pt x="248907" y="61125"/>
                  </a:lnTo>
                  <a:lnTo>
                    <a:pt x="248907" y="50469"/>
                  </a:lnTo>
                  <a:lnTo>
                    <a:pt x="216014" y="12103"/>
                  </a:lnTo>
                  <a:lnTo>
                    <a:pt x="216014" y="22771"/>
                  </a:lnTo>
                  <a:lnTo>
                    <a:pt x="215011" y="22517"/>
                  </a:lnTo>
                  <a:lnTo>
                    <a:pt x="208610" y="22923"/>
                  </a:lnTo>
                  <a:lnTo>
                    <a:pt x="207086" y="23495"/>
                  </a:lnTo>
                  <a:lnTo>
                    <a:pt x="207403" y="21742"/>
                  </a:lnTo>
                  <a:lnTo>
                    <a:pt x="207225" y="17995"/>
                  </a:lnTo>
                  <a:lnTo>
                    <a:pt x="207060" y="14262"/>
                  </a:lnTo>
                  <a:lnTo>
                    <a:pt x="206248" y="11366"/>
                  </a:lnTo>
                  <a:lnTo>
                    <a:pt x="216014" y="22771"/>
                  </a:lnTo>
                  <a:lnTo>
                    <a:pt x="216014" y="12103"/>
                  </a:lnTo>
                  <a:lnTo>
                    <a:pt x="214782" y="10655"/>
                  </a:lnTo>
                  <a:lnTo>
                    <a:pt x="206184" y="635"/>
                  </a:lnTo>
                  <a:lnTo>
                    <a:pt x="206184" y="11290"/>
                  </a:lnTo>
                  <a:lnTo>
                    <a:pt x="205054" y="11353"/>
                  </a:lnTo>
                  <a:lnTo>
                    <a:pt x="205651" y="10655"/>
                  </a:lnTo>
                  <a:lnTo>
                    <a:pt x="206184" y="11290"/>
                  </a:lnTo>
                  <a:lnTo>
                    <a:pt x="206184" y="635"/>
                  </a:lnTo>
                  <a:lnTo>
                    <a:pt x="205651" y="0"/>
                  </a:lnTo>
                  <a:lnTo>
                    <a:pt x="171602" y="39712"/>
                  </a:lnTo>
                  <a:lnTo>
                    <a:pt x="171602" y="61417"/>
                  </a:lnTo>
                  <a:lnTo>
                    <a:pt x="170205" y="61074"/>
                  </a:lnTo>
                  <a:lnTo>
                    <a:pt x="167005" y="61264"/>
                  </a:lnTo>
                  <a:lnTo>
                    <a:pt x="163804" y="61468"/>
                  </a:lnTo>
                  <a:lnTo>
                    <a:pt x="161315" y="62420"/>
                  </a:lnTo>
                  <a:lnTo>
                    <a:pt x="161315" y="64338"/>
                  </a:lnTo>
                  <a:lnTo>
                    <a:pt x="160477" y="63347"/>
                  </a:lnTo>
                  <a:lnTo>
                    <a:pt x="161239" y="62458"/>
                  </a:lnTo>
                  <a:lnTo>
                    <a:pt x="161315" y="64338"/>
                  </a:lnTo>
                  <a:lnTo>
                    <a:pt x="161315" y="62420"/>
                  </a:lnTo>
                  <a:lnTo>
                    <a:pt x="171030" y="51041"/>
                  </a:lnTo>
                  <a:lnTo>
                    <a:pt x="170815" y="52273"/>
                  </a:lnTo>
                  <a:lnTo>
                    <a:pt x="171157" y="59753"/>
                  </a:lnTo>
                  <a:lnTo>
                    <a:pt x="171602" y="61417"/>
                  </a:lnTo>
                  <a:lnTo>
                    <a:pt x="171602" y="39712"/>
                  </a:lnTo>
                  <a:lnTo>
                    <a:pt x="151333" y="63347"/>
                  </a:lnTo>
                  <a:lnTo>
                    <a:pt x="205651" y="126695"/>
                  </a:lnTo>
                  <a:lnTo>
                    <a:pt x="214782" y="116027"/>
                  </a:lnTo>
                  <a:lnTo>
                    <a:pt x="256159" y="67779"/>
                  </a:lnTo>
                  <a:lnTo>
                    <a:pt x="306692" y="126695"/>
                  </a:lnTo>
                  <a:lnTo>
                    <a:pt x="315823" y="116027"/>
                  </a:lnTo>
                  <a:lnTo>
                    <a:pt x="360984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6" name="object 2026" descr=""/>
            <p:cNvSpPr/>
            <p:nvPr/>
          </p:nvSpPr>
          <p:spPr>
            <a:xfrm>
              <a:off x="7175995" y="6269932"/>
              <a:ext cx="310515" cy="204470"/>
            </a:xfrm>
            <a:custGeom>
              <a:avLst/>
              <a:gdLst/>
              <a:ahLst/>
              <a:cxnLst/>
              <a:rect l="l" t="t" r="r" b="b"/>
              <a:pathLst>
                <a:path w="310515" h="204470">
                  <a:moveTo>
                    <a:pt x="116090" y="100939"/>
                  </a:moveTo>
                  <a:lnTo>
                    <a:pt x="115989" y="98983"/>
                  </a:lnTo>
                  <a:lnTo>
                    <a:pt x="113347" y="98361"/>
                  </a:lnTo>
                  <a:lnTo>
                    <a:pt x="106946" y="98755"/>
                  </a:lnTo>
                  <a:lnTo>
                    <a:pt x="104394" y="99720"/>
                  </a:lnTo>
                  <a:lnTo>
                    <a:pt x="101752" y="99085"/>
                  </a:lnTo>
                  <a:lnTo>
                    <a:pt x="98552" y="99288"/>
                  </a:lnTo>
                  <a:lnTo>
                    <a:pt x="95338" y="99479"/>
                  </a:lnTo>
                  <a:lnTo>
                    <a:pt x="92773" y="100444"/>
                  </a:lnTo>
                  <a:lnTo>
                    <a:pt x="92875" y="102400"/>
                  </a:lnTo>
                  <a:lnTo>
                    <a:pt x="95504" y="103035"/>
                  </a:lnTo>
                  <a:lnTo>
                    <a:pt x="101917" y="102641"/>
                  </a:lnTo>
                  <a:lnTo>
                    <a:pt x="103352" y="102108"/>
                  </a:lnTo>
                  <a:lnTo>
                    <a:pt x="103060" y="103822"/>
                  </a:lnTo>
                  <a:lnTo>
                    <a:pt x="103225" y="107556"/>
                  </a:lnTo>
                  <a:lnTo>
                    <a:pt x="103390" y="111302"/>
                  </a:lnTo>
                  <a:lnTo>
                    <a:pt x="104216" y="114287"/>
                  </a:lnTo>
                  <a:lnTo>
                    <a:pt x="105892" y="114173"/>
                  </a:lnTo>
                  <a:lnTo>
                    <a:pt x="106438" y="111112"/>
                  </a:lnTo>
                  <a:lnTo>
                    <a:pt x="106095" y="103632"/>
                  </a:lnTo>
                  <a:lnTo>
                    <a:pt x="105625" y="101968"/>
                  </a:lnTo>
                  <a:lnTo>
                    <a:pt x="107111" y="102311"/>
                  </a:lnTo>
                  <a:lnTo>
                    <a:pt x="110312" y="102108"/>
                  </a:lnTo>
                  <a:lnTo>
                    <a:pt x="113525" y="101904"/>
                  </a:lnTo>
                  <a:lnTo>
                    <a:pt x="116090" y="100939"/>
                  </a:lnTo>
                  <a:close/>
                </a:path>
                <a:path w="310515" h="204470">
                  <a:moveTo>
                    <a:pt x="116713" y="25120"/>
                  </a:moveTo>
                  <a:lnTo>
                    <a:pt x="116611" y="23164"/>
                  </a:lnTo>
                  <a:lnTo>
                    <a:pt x="113969" y="22529"/>
                  </a:lnTo>
                  <a:lnTo>
                    <a:pt x="107569" y="22936"/>
                  </a:lnTo>
                  <a:lnTo>
                    <a:pt x="106057" y="23507"/>
                  </a:lnTo>
                  <a:lnTo>
                    <a:pt x="106362" y="21755"/>
                  </a:lnTo>
                  <a:lnTo>
                    <a:pt x="106197" y="18008"/>
                  </a:lnTo>
                  <a:lnTo>
                    <a:pt x="106019" y="14274"/>
                  </a:lnTo>
                  <a:lnTo>
                    <a:pt x="105194" y="11290"/>
                  </a:lnTo>
                  <a:lnTo>
                    <a:pt x="103517" y="11391"/>
                  </a:lnTo>
                  <a:lnTo>
                    <a:pt x="102984" y="14465"/>
                  </a:lnTo>
                  <a:lnTo>
                    <a:pt x="103327" y="21932"/>
                  </a:lnTo>
                  <a:lnTo>
                    <a:pt x="103771" y="23609"/>
                  </a:lnTo>
                  <a:lnTo>
                    <a:pt x="102374" y="23266"/>
                  </a:lnTo>
                  <a:lnTo>
                    <a:pt x="99174" y="23456"/>
                  </a:lnTo>
                  <a:lnTo>
                    <a:pt x="95961" y="23660"/>
                  </a:lnTo>
                  <a:lnTo>
                    <a:pt x="93395" y="24625"/>
                  </a:lnTo>
                  <a:lnTo>
                    <a:pt x="93497" y="26581"/>
                  </a:lnTo>
                  <a:lnTo>
                    <a:pt x="96126" y="27203"/>
                  </a:lnTo>
                  <a:lnTo>
                    <a:pt x="102539" y="26809"/>
                  </a:lnTo>
                  <a:lnTo>
                    <a:pt x="103974" y="26276"/>
                  </a:lnTo>
                  <a:lnTo>
                    <a:pt x="103682" y="28003"/>
                  </a:lnTo>
                  <a:lnTo>
                    <a:pt x="103847" y="31737"/>
                  </a:lnTo>
                  <a:lnTo>
                    <a:pt x="104013" y="35471"/>
                  </a:lnTo>
                  <a:lnTo>
                    <a:pt x="104838" y="38455"/>
                  </a:lnTo>
                  <a:lnTo>
                    <a:pt x="106514" y="38354"/>
                  </a:lnTo>
                  <a:lnTo>
                    <a:pt x="107061" y="35280"/>
                  </a:lnTo>
                  <a:lnTo>
                    <a:pt x="106718" y="27813"/>
                  </a:lnTo>
                  <a:lnTo>
                    <a:pt x="106248" y="26136"/>
                  </a:lnTo>
                  <a:lnTo>
                    <a:pt x="107734" y="26479"/>
                  </a:lnTo>
                  <a:lnTo>
                    <a:pt x="110934" y="26276"/>
                  </a:lnTo>
                  <a:lnTo>
                    <a:pt x="114147" y="26085"/>
                  </a:lnTo>
                  <a:lnTo>
                    <a:pt x="116713" y="25120"/>
                  </a:lnTo>
                  <a:close/>
                </a:path>
                <a:path w="310515" h="204470">
                  <a:moveTo>
                    <a:pt x="149593" y="63474"/>
                  </a:moveTo>
                  <a:lnTo>
                    <a:pt x="149504" y="61518"/>
                  </a:lnTo>
                  <a:lnTo>
                    <a:pt x="146862" y="60896"/>
                  </a:lnTo>
                  <a:lnTo>
                    <a:pt x="140449" y="61290"/>
                  </a:lnTo>
                  <a:lnTo>
                    <a:pt x="138938" y="61861"/>
                  </a:lnTo>
                  <a:lnTo>
                    <a:pt x="139242" y="60109"/>
                  </a:lnTo>
                  <a:lnTo>
                    <a:pt x="139077" y="56375"/>
                  </a:lnTo>
                  <a:lnTo>
                    <a:pt x="138912" y="52628"/>
                  </a:lnTo>
                  <a:lnTo>
                    <a:pt x="138087" y="49644"/>
                  </a:lnTo>
                  <a:lnTo>
                    <a:pt x="136410" y="49758"/>
                  </a:lnTo>
                  <a:lnTo>
                    <a:pt x="135864" y="52819"/>
                  </a:lnTo>
                  <a:lnTo>
                    <a:pt x="136207" y="60299"/>
                  </a:lnTo>
                  <a:lnTo>
                    <a:pt x="136652" y="61963"/>
                  </a:lnTo>
                  <a:lnTo>
                    <a:pt x="135255" y="61620"/>
                  </a:lnTo>
                  <a:lnTo>
                    <a:pt x="132054" y="61823"/>
                  </a:lnTo>
                  <a:lnTo>
                    <a:pt x="128854" y="62014"/>
                  </a:lnTo>
                  <a:lnTo>
                    <a:pt x="126288" y="62979"/>
                  </a:lnTo>
                  <a:lnTo>
                    <a:pt x="126377" y="64935"/>
                  </a:lnTo>
                  <a:lnTo>
                    <a:pt x="129019" y="65570"/>
                  </a:lnTo>
                  <a:lnTo>
                    <a:pt x="135420" y="65176"/>
                  </a:lnTo>
                  <a:lnTo>
                    <a:pt x="136855" y="64643"/>
                  </a:lnTo>
                  <a:lnTo>
                    <a:pt x="136563" y="66357"/>
                  </a:lnTo>
                  <a:lnTo>
                    <a:pt x="136728" y="70091"/>
                  </a:lnTo>
                  <a:lnTo>
                    <a:pt x="136893" y="73837"/>
                  </a:lnTo>
                  <a:lnTo>
                    <a:pt x="137718" y="76822"/>
                  </a:lnTo>
                  <a:lnTo>
                    <a:pt x="139395" y="76708"/>
                  </a:lnTo>
                  <a:lnTo>
                    <a:pt x="139941" y="73647"/>
                  </a:lnTo>
                  <a:lnTo>
                    <a:pt x="139598" y="66167"/>
                  </a:lnTo>
                  <a:lnTo>
                    <a:pt x="139141" y="64503"/>
                  </a:lnTo>
                  <a:lnTo>
                    <a:pt x="140614" y="64846"/>
                  </a:lnTo>
                  <a:lnTo>
                    <a:pt x="143827" y="64643"/>
                  </a:lnTo>
                  <a:lnTo>
                    <a:pt x="147027" y="64439"/>
                  </a:lnTo>
                  <a:lnTo>
                    <a:pt x="149593" y="63474"/>
                  </a:lnTo>
                  <a:close/>
                </a:path>
                <a:path w="310515" h="204470">
                  <a:moveTo>
                    <a:pt x="259956" y="63347"/>
                  </a:moveTo>
                  <a:lnTo>
                    <a:pt x="250825" y="52705"/>
                  </a:lnTo>
                  <a:lnTo>
                    <a:pt x="250825" y="63347"/>
                  </a:lnTo>
                  <a:lnTo>
                    <a:pt x="205651" y="116039"/>
                  </a:lnTo>
                  <a:lnTo>
                    <a:pt x="193954" y="102412"/>
                  </a:lnTo>
                  <a:lnTo>
                    <a:pt x="196545" y="103035"/>
                  </a:lnTo>
                  <a:lnTo>
                    <a:pt x="202958" y="102641"/>
                  </a:lnTo>
                  <a:lnTo>
                    <a:pt x="204381" y="102108"/>
                  </a:lnTo>
                  <a:lnTo>
                    <a:pt x="204089" y="103822"/>
                  </a:lnTo>
                  <a:lnTo>
                    <a:pt x="204254" y="107556"/>
                  </a:lnTo>
                  <a:lnTo>
                    <a:pt x="204431" y="111302"/>
                  </a:lnTo>
                  <a:lnTo>
                    <a:pt x="205257" y="114287"/>
                  </a:lnTo>
                  <a:lnTo>
                    <a:pt x="206933" y="114173"/>
                  </a:lnTo>
                  <a:lnTo>
                    <a:pt x="207479" y="111112"/>
                  </a:lnTo>
                  <a:lnTo>
                    <a:pt x="207124" y="103632"/>
                  </a:lnTo>
                  <a:lnTo>
                    <a:pt x="206667" y="101955"/>
                  </a:lnTo>
                  <a:lnTo>
                    <a:pt x="208153" y="102311"/>
                  </a:lnTo>
                  <a:lnTo>
                    <a:pt x="211353" y="102108"/>
                  </a:lnTo>
                  <a:lnTo>
                    <a:pt x="214553" y="101904"/>
                  </a:lnTo>
                  <a:lnTo>
                    <a:pt x="217119" y="100939"/>
                  </a:lnTo>
                  <a:lnTo>
                    <a:pt x="217030" y="98983"/>
                  </a:lnTo>
                  <a:lnTo>
                    <a:pt x="214388" y="98361"/>
                  </a:lnTo>
                  <a:lnTo>
                    <a:pt x="207987" y="98755"/>
                  </a:lnTo>
                  <a:lnTo>
                    <a:pt x="206476" y="99326"/>
                  </a:lnTo>
                  <a:lnTo>
                    <a:pt x="206781" y="97574"/>
                  </a:lnTo>
                  <a:lnTo>
                    <a:pt x="206603" y="93840"/>
                  </a:lnTo>
                  <a:lnTo>
                    <a:pt x="206438" y="90093"/>
                  </a:lnTo>
                  <a:lnTo>
                    <a:pt x="205613" y="87109"/>
                  </a:lnTo>
                  <a:lnTo>
                    <a:pt x="203936" y="87223"/>
                  </a:lnTo>
                  <a:lnTo>
                    <a:pt x="203390" y="90284"/>
                  </a:lnTo>
                  <a:lnTo>
                    <a:pt x="203733" y="97764"/>
                  </a:lnTo>
                  <a:lnTo>
                    <a:pt x="204177" y="99428"/>
                  </a:lnTo>
                  <a:lnTo>
                    <a:pt x="202793" y="99085"/>
                  </a:lnTo>
                  <a:lnTo>
                    <a:pt x="199580" y="99288"/>
                  </a:lnTo>
                  <a:lnTo>
                    <a:pt x="196380" y="99479"/>
                  </a:lnTo>
                  <a:lnTo>
                    <a:pt x="193814" y="100444"/>
                  </a:lnTo>
                  <a:lnTo>
                    <a:pt x="193903" y="102362"/>
                  </a:lnTo>
                  <a:lnTo>
                    <a:pt x="161391" y="64427"/>
                  </a:lnTo>
                  <a:lnTo>
                    <a:pt x="163969" y="65024"/>
                  </a:lnTo>
                  <a:lnTo>
                    <a:pt x="170370" y="64630"/>
                  </a:lnTo>
                  <a:lnTo>
                    <a:pt x="171805" y="64096"/>
                  </a:lnTo>
                  <a:lnTo>
                    <a:pt x="171513" y="65824"/>
                  </a:lnTo>
                  <a:lnTo>
                    <a:pt x="171678" y="69557"/>
                  </a:lnTo>
                  <a:lnTo>
                    <a:pt x="171843" y="73291"/>
                  </a:lnTo>
                  <a:lnTo>
                    <a:pt x="172669" y="76276"/>
                  </a:lnTo>
                  <a:lnTo>
                    <a:pt x="174345" y="76174"/>
                  </a:lnTo>
                  <a:lnTo>
                    <a:pt x="174891" y="73101"/>
                  </a:lnTo>
                  <a:lnTo>
                    <a:pt x="174548" y="65633"/>
                  </a:lnTo>
                  <a:lnTo>
                    <a:pt x="174091" y="63957"/>
                  </a:lnTo>
                  <a:lnTo>
                    <a:pt x="175564" y="64300"/>
                  </a:lnTo>
                  <a:lnTo>
                    <a:pt x="178777" y="64096"/>
                  </a:lnTo>
                  <a:lnTo>
                    <a:pt x="181978" y="63906"/>
                  </a:lnTo>
                  <a:lnTo>
                    <a:pt x="184543" y="62941"/>
                  </a:lnTo>
                  <a:lnTo>
                    <a:pt x="184454" y="60985"/>
                  </a:lnTo>
                  <a:lnTo>
                    <a:pt x="181813" y="60350"/>
                  </a:lnTo>
                  <a:lnTo>
                    <a:pt x="175399" y="60756"/>
                  </a:lnTo>
                  <a:lnTo>
                    <a:pt x="173888" y="61328"/>
                  </a:lnTo>
                  <a:lnTo>
                    <a:pt x="174193" y="59575"/>
                  </a:lnTo>
                  <a:lnTo>
                    <a:pt x="174028" y="55829"/>
                  </a:lnTo>
                  <a:lnTo>
                    <a:pt x="173863" y="52095"/>
                  </a:lnTo>
                  <a:lnTo>
                    <a:pt x="173037" y="49110"/>
                  </a:lnTo>
                  <a:lnTo>
                    <a:pt x="172656" y="49136"/>
                  </a:lnTo>
                  <a:lnTo>
                    <a:pt x="205651" y="10668"/>
                  </a:lnTo>
                  <a:lnTo>
                    <a:pt x="250825" y="63347"/>
                  </a:lnTo>
                  <a:lnTo>
                    <a:pt x="250825" y="52705"/>
                  </a:lnTo>
                  <a:lnTo>
                    <a:pt x="214782" y="10668"/>
                  </a:lnTo>
                  <a:lnTo>
                    <a:pt x="205651" y="0"/>
                  </a:lnTo>
                  <a:lnTo>
                    <a:pt x="171602" y="39712"/>
                  </a:lnTo>
                  <a:lnTo>
                    <a:pt x="171602" y="61429"/>
                  </a:lnTo>
                  <a:lnTo>
                    <a:pt x="170205" y="61087"/>
                  </a:lnTo>
                  <a:lnTo>
                    <a:pt x="167005" y="61277"/>
                  </a:lnTo>
                  <a:lnTo>
                    <a:pt x="163804" y="61480"/>
                  </a:lnTo>
                  <a:lnTo>
                    <a:pt x="161315" y="62433"/>
                  </a:lnTo>
                  <a:lnTo>
                    <a:pt x="161315" y="64338"/>
                  </a:lnTo>
                  <a:lnTo>
                    <a:pt x="160477" y="63347"/>
                  </a:lnTo>
                  <a:lnTo>
                    <a:pt x="161239" y="62458"/>
                  </a:lnTo>
                  <a:lnTo>
                    <a:pt x="161315" y="64338"/>
                  </a:lnTo>
                  <a:lnTo>
                    <a:pt x="161315" y="62433"/>
                  </a:lnTo>
                  <a:lnTo>
                    <a:pt x="171030" y="51041"/>
                  </a:lnTo>
                  <a:lnTo>
                    <a:pt x="170815" y="52285"/>
                  </a:lnTo>
                  <a:lnTo>
                    <a:pt x="171157" y="59753"/>
                  </a:lnTo>
                  <a:lnTo>
                    <a:pt x="171602" y="61429"/>
                  </a:lnTo>
                  <a:lnTo>
                    <a:pt x="171602" y="39712"/>
                  </a:lnTo>
                  <a:lnTo>
                    <a:pt x="151333" y="63347"/>
                  </a:lnTo>
                  <a:lnTo>
                    <a:pt x="205651" y="126707"/>
                  </a:lnTo>
                  <a:lnTo>
                    <a:pt x="214782" y="116039"/>
                  </a:lnTo>
                  <a:lnTo>
                    <a:pt x="259956" y="63347"/>
                  </a:lnTo>
                  <a:close/>
                </a:path>
                <a:path w="310515" h="204470">
                  <a:moveTo>
                    <a:pt x="310451" y="140512"/>
                  </a:moveTo>
                  <a:lnTo>
                    <a:pt x="301320" y="129870"/>
                  </a:lnTo>
                  <a:lnTo>
                    <a:pt x="301320" y="140512"/>
                  </a:lnTo>
                  <a:lnTo>
                    <a:pt x="291198" y="152311"/>
                  </a:lnTo>
                  <a:lnTo>
                    <a:pt x="291477" y="150799"/>
                  </a:lnTo>
                  <a:lnTo>
                    <a:pt x="291134" y="143332"/>
                  </a:lnTo>
                  <a:lnTo>
                    <a:pt x="290664" y="141655"/>
                  </a:lnTo>
                  <a:lnTo>
                    <a:pt x="292150" y="141998"/>
                  </a:lnTo>
                  <a:lnTo>
                    <a:pt x="295351" y="141808"/>
                  </a:lnTo>
                  <a:lnTo>
                    <a:pt x="298564" y="141605"/>
                  </a:lnTo>
                  <a:lnTo>
                    <a:pt x="301129" y="140639"/>
                  </a:lnTo>
                  <a:lnTo>
                    <a:pt x="301104" y="140271"/>
                  </a:lnTo>
                  <a:lnTo>
                    <a:pt x="301320" y="140512"/>
                  </a:lnTo>
                  <a:lnTo>
                    <a:pt x="301320" y="129870"/>
                  </a:lnTo>
                  <a:lnTo>
                    <a:pt x="299415" y="127647"/>
                  </a:lnTo>
                  <a:lnTo>
                    <a:pt x="299415" y="138303"/>
                  </a:lnTo>
                  <a:lnTo>
                    <a:pt x="298386" y="138049"/>
                  </a:lnTo>
                  <a:lnTo>
                    <a:pt x="291985" y="138455"/>
                  </a:lnTo>
                  <a:lnTo>
                    <a:pt x="290474" y="139026"/>
                  </a:lnTo>
                  <a:lnTo>
                    <a:pt x="290779" y="137274"/>
                  </a:lnTo>
                  <a:lnTo>
                    <a:pt x="290614" y="133527"/>
                  </a:lnTo>
                  <a:lnTo>
                    <a:pt x="290436" y="129794"/>
                  </a:lnTo>
                  <a:lnTo>
                    <a:pt x="289801" y="127533"/>
                  </a:lnTo>
                  <a:lnTo>
                    <a:pt x="289801" y="153949"/>
                  </a:lnTo>
                  <a:lnTo>
                    <a:pt x="256146" y="193205"/>
                  </a:lnTo>
                  <a:lnTo>
                    <a:pt x="244462" y="179590"/>
                  </a:lnTo>
                  <a:lnTo>
                    <a:pt x="247040" y="180200"/>
                  </a:lnTo>
                  <a:lnTo>
                    <a:pt x="253453" y="179793"/>
                  </a:lnTo>
                  <a:lnTo>
                    <a:pt x="254876" y="179260"/>
                  </a:lnTo>
                  <a:lnTo>
                    <a:pt x="254584" y="180987"/>
                  </a:lnTo>
                  <a:lnTo>
                    <a:pt x="254749" y="184721"/>
                  </a:lnTo>
                  <a:lnTo>
                    <a:pt x="254927" y="188455"/>
                  </a:lnTo>
                  <a:lnTo>
                    <a:pt x="255752" y="191439"/>
                  </a:lnTo>
                  <a:lnTo>
                    <a:pt x="257429" y="191338"/>
                  </a:lnTo>
                  <a:lnTo>
                    <a:pt x="257975" y="188277"/>
                  </a:lnTo>
                  <a:lnTo>
                    <a:pt x="257619" y="180797"/>
                  </a:lnTo>
                  <a:lnTo>
                    <a:pt x="257162" y="179120"/>
                  </a:lnTo>
                  <a:lnTo>
                    <a:pt x="258648" y="179463"/>
                  </a:lnTo>
                  <a:lnTo>
                    <a:pt x="261848" y="179273"/>
                  </a:lnTo>
                  <a:lnTo>
                    <a:pt x="265049" y="179070"/>
                  </a:lnTo>
                  <a:lnTo>
                    <a:pt x="267614" y="178104"/>
                  </a:lnTo>
                  <a:lnTo>
                    <a:pt x="267525" y="176149"/>
                  </a:lnTo>
                  <a:lnTo>
                    <a:pt x="264883" y="175514"/>
                  </a:lnTo>
                  <a:lnTo>
                    <a:pt x="258470" y="175920"/>
                  </a:lnTo>
                  <a:lnTo>
                    <a:pt x="256959" y="176491"/>
                  </a:lnTo>
                  <a:lnTo>
                    <a:pt x="257276" y="174739"/>
                  </a:lnTo>
                  <a:lnTo>
                    <a:pt x="257098" y="170992"/>
                  </a:lnTo>
                  <a:lnTo>
                    <a:pt x="256933" y="167259"/>
                  </a:lnTo>
                  <a:lnTo>
                    <a:pt x="256108" y="164274"/>
                  </a:lnTo>
                  <a:lnTo>
                    <a:pt x="254431" y="164376"/>
                  </a:lnTo>
                  <a:lnTo>
                    <a:pt x="253885" y="167449"/>
                  </a:lnTo>
                  <a:lnTo>
                    <a:pt x="254228" y="174929"/>
                  </a:lnTo>
                  <a:lnTo>
                    <a:pt x="254673" y="176593"/>
                  </a:lnTo>
                  <a:lnTo>
                    <a:pt x="253276" y="176250"/>
                  </a:lnTo>
                  <a:lnTo>
                    <a:pt x="250075" y="176441"/>
                  </a:lnTo>
                  <a:lnTo>
                    <a:pt x="246875" y="176644"/>
                  </a:lnTo>
                  <a:lnTo>
                    <a:pt x="244309" y="177609"/>
                  </a:lnTo>
                  <a:lnTo>
                    <a:pt x="244386" y="179514"/>
                  </a:lnTo>
                  <a:lnTo>
                    <a:pt x="211886" y="141592"/>
                  </a:lnTo>
                  <a:lnTo>
                    <a:pt x="214464" y="142189"/>
                  </a:lnTo>
                  <a:lnTo>
                    <a:pt x="220865" y="141795"/>
                  </a:lnTo>
                  <a:lnTo>
                    <a:pt x="222300" y="141262"/>
                  </a:lnTo>
                  <a:lnTo>
                    <a:pt x="222008" y="142976"/>
                  </a:lnTo>
                  <a:lnTo>
                    <a:pt x="222173" y="146723"/>
                  </a:lnTo>
                  <a:lnTo>
                    <a:pt x="222338" y="150456"/>
                  </a:lnTo>
                  <a:lnTo>
                    <a:pt x="223164" y="153441"/>
                  </a:lnTo>
                  <a:lnTo>
                    <a:pt x="224840" y="153339"/>
                  </a:lnTo>
                  <a:lnTo>
                    <a:pt x="225386" y="150266"/>
                  </a:lnTo>
                  <a:lnTo>
                    <a:pt x="225044" y="142786"/>
                  </a:lnTo>
                  <a:lnTo>
                    <a:pt x="224586" y="141122"/>
                  </a:lnTo>
                  <a:lnTo>
                    <a:pt x="226060" y="141465"/>
                  </a:lnTo>
                  <a:lnTo>
                    <a:pt x="229273" y="141262"/>
                  </a:lnTo>
                  <a:lnTo>
                    <a:pt x="232473" y="141058"/>
                  </a:lnTo>
                  <a:lnTo>
                    <a:pt x="235038" y="140106"/>
                  </a:lnTo>
                  <a:lnTo>
                    <a:pt x="234937" y="138137"/>
                  </a:lnTo>
                  <a:lnTo>
                    <a:pt x="232308" y="137515"/>
                  </a:lnTo>
                  <a:lnTo>
                    <a:pt x="225894" y="137909"/>
                  </a:lnTo>
                  <a:lnTo>
                    <a:pt x="224383" y="138480"/>
                  </a:lnTo>
                  <a:lnTo>
                    <a:pt x="224688" y="136728"/>
                  </a:lnTo>
                  <a:lnTo>
                    <a:pt x="224523" y="132994"/>
                  </a:lnTo>
                  <a:lnTo>
                    <a:pt x="224358" y="129247"/>
                  </a:lnTo>
                  <a:lnTo>
                    <a:pt x="223532" y="126263"/>
                  </a:lnTo>
                  <a:lnTo>
                    <a:pt x="223164" y="126288"/>
                  </a:lnTo>
                  <a:lnTo>
                    <a:pt x="254927" y="89242"/>
                  </a:lnTo>
                  <a:lnTo>
                    <a:pt x="254508" y="91617"/>
                  </a:lnTo>
                  <a:lnTo>
                    <a:pt x="254850" y="99098"/>
                  </a:lnTo>
                  <a:lnTo>
                    <a:pt x="255295" y="100761"/>
                  </a:lnTo>
                  <a:lnTo>
                    <a:pt x="253898" y="100418"/>
                  </a:lnTo>
                  <a:lnTo>
                    <a:pt x="250698" y="100622"/>
                  </a:lnTo>
                  <a:lnTo>
                    <a:pt x="247497" y="100825"/>
                  </a:lnTo>
                  <a:lnTo>
                    <a:pt x="244932" y="101790"/>
                  </a:lnTo>
                  <a:lnTo>
                    <a:pt x="245021" y="103746"/>
                  </a:lnTo>
                  <a:lnTo>
                    <a:pt x="247662" y="104368"/>
                  </a:lnTo>
                  <a:lnTo>
                    <a:pt x="254076" y="103974"/>
                  </a:lnTo>
                  <a:lnTo>
                    <a:pt x="255498" y="103441"/>
                  </a:lnTo>
                  <a:lnTo>
                    <a:pt x="255206" y="105156"/>
                  </a:lnTo>
                  <a:lnTo>
                    <a:pt x="255371" y="108889"/>
                  </a:lnTo>
                  <a:lnTo>
                    <a:pt x="255549" y="112636"/>
                  </a:lnTo>
                  <a:lnTo>
                    <a:pt x="256374" y="115620"/>
                  </a:lnTo>
                  <a:lnTo>
                    <a:pt x="258051" y="115519"/>
                  </a:lnTo>
                  <a:lnTo>
                    <a:pt x="258584" y="112445"/>
                  </a:lnTo>
                  <a:lnTo>
                    <a:pt x="258241" y="104965"/>
                  </a:lnTo>
                  <a:lnTo>
                    <a:pt x="257784" y="103289"/>
                  </a:lnTo>
                  <a:lnTo>
                    <a:pt x="259270" y="103644"/>
                  </a:lnTo>
                  <a:lnTo>
                    <a:pt x="262470" y="103441"/>
                  </a:lnTo>
                  <a:lnTo>
                    <a:pt x="265671" y="103238"/>
                  </a:lnTo>
                  <a:lnTo>
                    <a:pt x="268236" y="102285"/>
                  </a:lnTo>
                  <a:lnTo>
                    <a:pt x="268211" y="101930"/>
                  </a:lnTo>
                  <a:lnTo>
                    <a:pt x="289572" y="126822"/>
                  </a:lnTo>
                  <a:lnTo>
                    <a:pt x="287934" y="126911"/>
                  </a:lnTo>
                  <a:lnTo>
                    <a:pt x="287401" y="129984"/>
                  </a:lnTo>
                  <a:lnTo>
                    <a:pt x="287743" y="137464"/>
                  </a:lnTo>
                  <a:lnTo>
                    <a:pt x="288188" y="139128"/>
                  </a:lnTo>
                  <a:lnTo>
                    <a:pt x="286791" y="138785"/>
                  </a:lnTo>
                  <a:lnTo>
                    <a:pt x="283591" y="138976"/>
                  </a:lnTo>
                  <a:lnTo>
                    <a:pt x="280377" y="139179"/>
                  </a:lnTo>
                  <a:lnTo>
                    <a:pt x="277812" y="140144"/>
                  </a:lnTo>
                  <a:lnTo>
                    <a:pt x="277914" y="142100"/>
                  </a:lnTo>
                  <a:lnTo>
                    <a:pt x="280555" y="142735"/>
                  </a:lnTo>
                  <a:lnTo>
                    <a:pt x="286956" y="142328"/>
                  </a:lnTo>
                  <a:lnTo>
                    <a:pt x="288391" y="141795"/>
                  </a:lnTo>
                  <a:lnTo>
                    <a:pt x="288099" y="143522"/>
                  </a:lnTo>
                  <a:lnTo>
                    <a:pt x="288264" y="147256"/>
                  </a:lnTo>
                  <a:lnTo>
                    <a:pt x="288429" y="150990"/>
                  </a:lnTo>
                  <a:lnTo>
                    <a:pt x="289255" y="153974"/>
                  </a:lnTo>
                  <a:lnTo>
                    <a:pt x="289801" y="153949"/>
                  </a:lnTo>
                  <a:lnTo>
                    <a:pt x="289801" y="127533"/>
                  </a:lnTo>
                  <a:lnTo>
                    <a:pt x="289623" y="126885"/>
                  </a:lnTo>
                  <a:lnTo>
                    <a:pt x="299415" y="138303"/>
                  </a:lnTo>
                  <a:lnTo>
                    <a:pt x="299415" y="127647"/>
                  </a:lnTo>
                  <a:lnTo>
                    <a:pt x="266509" y="89268"/>
                  </a:lnTo>
                  <a:lnTo>
                    <a:pt x="266509" y="99936"/>
                  </a:lnTo>
                  <a:lnTo>
                    <a:pt x="265506" y="99695"/>
                  </a:lnTo>
                  <a:lnTo>
                    <a:pt x="259092" y="100088"/>
                  </a:lnTo>
                  <a:lnTo>
                    <a:pt x="257581" y="100660"/>
                  </a:lnTo>
                  <a:lnTo>
                    <a:pt x="257886" y="98907"/>
                  </a:lnTo>
                  <a:lnTo>
                    <a:pt x="257721" y="95173"/>
                  </a:lnTo>
                  <a:lnTo>
                    <a:pt x="257556" y="91427"/>
                  </a:lnTo>
                  <a:lnTo>
                    <a:pt x="256743" y="88531"/>
                  </a:lnTo>
                  <a:lnTo>
                    <a:pt x="266509" y="99936"/>
                  </a:lnTo>
                  <a:lnTo>
                    <a:pt x="266509" y="89268"/>
                  </a:lnTo>
                  <a:lnTo>
                    <a:pt x="265277" y="87820"/>
                  </a:lnTo>
                  <a:lnTo>
                    <a:pt x="256679" y="77800"/>
                  </a:lnTo>
                  <a:lnTo>
                    <a:pt x="256679" y="88455"/>
                  </a:lnTo>
                  <a:lnTo>
                    <a:pt x="255536" y="88531"/>
                  </a:lnTo>
                  <a:lnTo>
                    <a:pt x="256146" y="87820"/>
                  </a:lnTo>
                  <a:lnTo>
                    <a:pt x="256679" y="88455"/>
                  </a:lnTo>
                  <a:lnTo>
                    <a:pt x="256679" y="77800"/>
                  </a:lnTo>
                  <a:lnTo>
                    <a:pt x="256146" y="77165"/>
                  </a:lnTo>
                  <a:lnTo>
                    <a:pt x="222097" y="116878"/>
                  </a:lnTo>
                  <a:lnTo>
                    <a:pt x="222097" y="138582"/>
                  </a:lnTo>
                  <a:lnTo>
                    <a:pt x="220700" y="138239"/>
                  </a:lnTo>
                  <a:lnTo>
                    <a:pt x="217500" y="138442"/>
                  </a:lnTo>
                  <a:lnTo>
                    <a:pt x="214287" y="138645"/>
                  </a:lnTo>
                  <a:lnTo>
                    <a:pt x="211810" y="139573"/>
                  </a:lnTo>
                  <a:lnTo>
                    <a:pt x="211810" y="141503"/>
                  </a:lnTo>
                  <a:lnTo>
                    <a:pt x="210972" y="140512"/>
                  </a:lnTo>
                  <a:lnTo>
                    <a:pt x="211721" y="139649"/>
                  </a:lnTo>
                  <a:lnTo>
                    <a:pt x="211810" y="141503"/>
                  </a:lnTo>
                  <a:lnTo>
                    <a:pt x="211810" y="139573"/>
                  </a:lnTo>
                  <a:lnTo>
                    <a:pt x="221526" y="128206"/>
                  </a:lnTo>
                  <a:lnTo>
                    <a:pt x="221310" y="129438"/>
                  </a:lnTo>
                  <a:lnTo>
                    <a:pt x="221653" y="136918"/>
                  </a:lnTo>
                  <a:lnTo>
                    <a:pt x="222097" y="138582"/>
                  </a:lnTo>
                  <a:lnTo>
                    <a:pt x="222097" y="116878"/>
                  </a:lnTo>
                  <a:lnTo>
                    <a:pt x="204952" y="136867"/>
                  </a:lnTo>
                  <a:lnTo>
                    <a:pt x="198958" y="129882"/>
                  </a:lnTo>
                  <a:lnTo>
                    <a:pt x="198958" y="140512"/>
                  </a:lnTo>
                  <a:lnTo>
                    <a:pt x="188861" y="152298"/>
                  </a:lnTo>
                  <a:lnTo>
                    <a:pt x="189128" y="150799"/>
                  </a:lnTo>
                  <a:lnTo>
                    <a:pt x="188772" y="143332"/>
                  </a:lnTo>
                  <a:lnTo>
                    <a:pt x="188315" y="141655"/>
                  </a:lnTo>
                  <a:lnTo>
                    <a:pt x="189801" y="141998"/>
                  </a:lnTo>
                  <a:lnTo>
                    <a:pt x="193001" y="141808"/>
                  </a:lnTo>
                  <a:lnTo>
                    <a:pt x="196202" y="141605"/>
                  </a:lnTo>
                  <a:lnTo>
                    <a:pt x="198767" y="140639"/>
                  </a:lnTo>
                  <a:lnTo>
                    <a:pt x="198742" y="140271"/>
                  </a:lnTo>
                  <a:lnTo>
                    <a:pt x="198958" y="140512"/>
                  </a:lnTo>
                  <a:lnTo>
                    <a:pt x="198958" y="129882"/>
                  </a:lnTo>
                  <a:lnTo>
                    <a:pt x="197053" y="127660"/>
                  </a:lnTo>
                  <a:lnTo>
                    <a:pt x="197053" y="138303"/>
                  </a:lnTo>
                  <a:lnTo>
                    <a:pt x="196037" y="138049"/>
                  </a:lnTo>
                  <a:lnTo>
                    <a:pt x="189636" y="138455"/>
                  </a:lnTo>
                  <a:lnTo>
                    <a:pt x="188112" y="139039"/>
                  </a:lnTo>
                  <a:lnTo>
                    <a:pt x="188417" y="137274"/>
                  </a:lnTo>
                  <a:lnTo>
                    <a:pt x="188252" y="133527"/>
                  </a:lnTo>
                  <a:lnTo>
                    <a:pt x="188087" y="129794"/>
                  </a:lnTo>
                  <a:lnTo>
                    <a:pt x="187439" y="127495"/>
                  </a:lnTo>
                  <a:lnTo>
                    <a:pt x="187439" y="153949"/>
                  </a:lnTo>
                  <a:lnTo>
                    <a:pt x="153797" y="193205"/>
                  </a:lnTo>
                  <a:lnTo>
                    <a:pt x="142113" y="179590"/>
                  </a:lnTo>
                  <a:lnTo>
                    <a:pt x="144691" y="180200"/>
                  </a:lnTo>
                  <a:lnTo>
                    <a:pt x="151091" y="179793"/>
                  </a:lnTo>
                  <a:lnTo>
                    <a:pt x="152527" y="179260"/>
                  </a:lnTo>
                  <a:lnTo>
                    <a:pt x="152234" y="180987"/>
                  </a:lnTo>
                  <a:lnTo>
                    <a:pt x="152400" y="184721"/>
                  </a:lnTo>
                  <a:lnTo>
                    <a:pt x="152565" y="188455"/>
                  </a:lnTo>
                  <a:lnTo>
                    <a:pt x="153390" y="191439"/>
                  </a:lnTo>
                  <a:lnTo>
                    <a:pt x="155067" y="191338"/>
                  </a:lnTo>
                  <a:lnTo>
                    <a:pt x="155613" y="188277"/>
                  </a:lnTo>
                  <a:lnTo>
                    <a:pt x="155270" y="180797"/>
                  </a:lnTo>
                  <a:lnTo>
                    <a:pt x="154813" y="179120"/>
                  </a:lnTo>
                  <a:lnTo>
                    <a:pt x="156286" y="179463"/>
                  </a:lnTo>
                  <a:lnTo>
                    <a:pt x="159499" y="179273"/>
                  </a:lnTo>
                  <a:lnTo>
                    <a:pt x="162699" y="179070"/>
                  </a:lnTo>
                  <a:lnTo>
                    <a:pt x="165265" y="178104"/>
                  </a:lnTo>
                  <a:lnTo>
                    <a:pt x="165163" y="176149"/>
                  </a:lnTo>
                  <a:lnTo>
                    <a:pt x="162534" y="175514"/>
                  </a:lnTo>
                  <a:lnTo>
                    <a:pt x="156121" y="175920"/>
                  </a:lnTo>
                  <a:lnTo>
                    <a:pt x="154609" y="176491"/>
                  </a:lnTo>
                  <a:lnTo>
                    <a:pt x="154914" y="174739"/>
                  </a:lnTo>
                  <a:lnTo>
                    <a:pt x="154749" y="170992"/>
                  </a:lnTo>
                  <a:lnTo>
                    <a:pt x="154584" y="167259"/>
                  </a:lnTo>
                  <a:lnTo>
                    <a:pt x="153758" y="164274"/>
                  </a:lnTo>
                  <a:lnTo>
                    <a:pt x="152082" y="164376"/>
                  </a:lnTo>
                  <a:lnTo>
                    <a:pt x="151536" y="167449"/>
                  </a:lnTo>
                  <a:lnTo>
                    <a:pt x="151879" y="174929"/>
                  </a:lnTo>
                  <a:lnTo>
                    <a:pt x="152323" y="176593"/>
                  </a:lnTo>
                  <a:lnTo>
                    <a:pt x="150926" y="176250"/>
                  </a:lnTo>
                  <a:lnTo>
                    <a:pt x="147726" y="176441"/>
                  </a:lnTo>
                  <a:lnTo>
                    <a:pt x="144526" y="176644"/>
                  </a:lnTo>
                  <a:lnTo>
                    <a:pt x="141960" y="177609"/>
                  </a:lnTo>
                  <a:lnTo>
                    <a:pt x="142036" y="179514"/>
                  </a:lnTo>
                  <a:lnTo>
                    <a:pt x="109537" y="141592"/>
                  </a:lnTo>
                  <a:lnTo>
                    <a:pt x="112102" y="142189"/>
                  </a:lnTo>
                  <a:lnTo>
                    <a:pt x="118516" y="141795"/>
                  </a:lnTo>
                  <a:lnTo>
                    <a:pt x="119951" y="141262"/>
                  </a:lnTo>
                  <a:lnTo>
                    <a:pt x="119646" y="142976"/>
                  </a:lnTo>
                  <a:lnTo>
                    <a:pt x="119824" y="146723"/>
                  </a:lnTo>
                  <a:lnTo>
                    <a:pt x="119989" y="150456"/>
                  </a:lnTo>
                  <a:lnTo>
                    <a:pt x="120815" y="153441"/>
                  </a:lnTo>
                  <a:lnTo>
                    <a:pt x="122491" y="153339"/>
                  </a:lnTo>
                  <a:lnTo>
                    <a:pt x="123037" y="150266"/>
                  </a:lnTo>
                  <a:lnTo>
                    <a:pt x="122694" y="142786"/>
                  </a:lnTo>
                  <a:lnTo>
                    <a:pt x="122224" y="141109"/>
                  </a:lnTo>
                  <a:lnTo>
                    <a:pt x="123710" y="141465"/>
                  </a:lnTo>
                  <a:lnTo>
                    <a:pt x="126911" y="141262"/>
                  </a:lnTo>
                  <a:lnTo>
                    <a:pt x="130111" y="141058"/>
                  </a:lnTo>
                  <a:lnTo>
                    <a:pt x="132676" y="140106"/>
                  </a:lnTo>
                  <a:lnTo>
                    <a:pt x="132588" y="138137"/>
                  </a:lnTo>
                  <a:lnTo>
                    <a:pt x="129946" y="137515"/>
                  </a:lnTo>
                  <a:lnTo>
                    <a:pt x="123545" y="137909"/>
                  </a:lnTo>
                  <a:lnTo>
                    <a:pt x="122034" y="138480"/>
                  </a:lnTo>
                  <a:lnTo>
                    <a:pt x="122339" y="136728"/>
                  </a:lnTo>
                  <a:lnTo>
                    <a:pt x="122174" y="132994"/>
                  </a:lnTo>
                  <a:lnTo>
                    <a:pt x="121996" y="129247"/>
                  </a:lnTo>
                  <a:lnTo>
                    <a:pt x="121170" y="126263"/>
                  </a:lnTo>
                  <a:lnTo>
                    <a:pt x="120815" y="126288"/>
                  </a:lnTo>
                  <a:lnTo>
                    <a:pt x="152577" y="89242"/>
                  </a:lnTo>
                  <a:lnTo>
                    <a:pt x="152158" y="91617"/>
                  </a:lnTo>
                  <a:lnTo>
                    <a:pt x="152501" y="99098"/>
                  </a:lnTo>
                  <a:lnTo>
                    <a:pt x="152946" y="100761"/>
                  </a:lnTo>
                  <a:lnTo>
                    <a:pt x="151549" y="100418"/>
                  </a:lnTo>
                  <a:lnTo>
                    <a:pt x="148348" y="100622"/>
                  </a:lnTo>
                  <a:lnTo>
                    <a:pt x="145148" y="100825"/>
                  </a:lnTo>
                  <a:lnTo>
                    <a:pt x="142582" y="101790"/>
                  </a:lnTo>
                  <a:lnTo>
                    <a:pt x="142671" y="103746"/>
                  </a:lnTo>
                  <a:lnTo>
                    <a:pt x="145313" y="104368"/>
                  </a:lnTo>
                  <a:lnTo>
                    <a:pt x="151714" y="103974"/>
                  </a:lnTo>
                  <a:lnTo>
                    <a:pt x="153149" y="103441"/>
                  </a:lnTo>
                  <a:lnTo>
                    <a:pt x="152857" y="105156"/>
                  </a:lnTo>
                  <a:lnTo>
                    <a:pt x="153022" y="108889"/>
                  </a:lnTo>
                  <a:lnTo>
                    <a:pt x="153187" y="112636"/>
                  </a:lnTo>
                  <a:lnTo>
                    <a:pt x="154012" y="115620"/>
                  </a:lnTo>
                  <a:lnTo>
                    <a:pt x="155689" y="115519"/>
                  </a:lnTo>
                  <a:lnTo>
                    <a:pt x="156235" y="112445"/>
                  </a:lnTo>
                  <a:lnTo>
                    <a:pt x="155892" y="104965"/>
                  </a:lnTo>
                  <a:lnTo>
                    <a:pt x="155435" y="103289"/>
                  </a:lnTo>
                  <a:lnTo>
                    <a:pt x="156908" y="103644"/>
                  </a:lnTo>
                  <a:lnTo>
                    <a:pt x="160121" y="103441"/>
                  </a:lnTo>
                  <a:lnTo>
                    <a:pt x="163322" y="103238"/>
                  </a:lnTo>
                  <a:lnTo>
                    <a:pt x="165887" y="102285"/>
                  </a:lnTo>
                  <a:lnTo>
                    <a:pt x="165862" y="101930"/>
                  </a:lnTo>
                  <a:lnTo>
                    <a:pt x="187210" y="126822"/>
                  </a:lnTo>
                  <a:lnTo>
                    <a:pt x="185585" y="126911"/>
                  </a:lnTo>
                  <a:lnTo>
                    <a:pt x="185039" y="129984"/>
                  </a:lnTo>
                  <a:lnTo>
                    <a:pt x="185381" y="137464"/>
                  </a:lnTo>
                  <a:lnTo>
                    <a:pt x="185826" y="139128"/>
                  </a:lnTo>
                  <a:lnTo>
                    <a:pt x="184442" y="138785"/>
                  </a:lnTo>
                  <a:lnTo>
                    <a:pt x="181229" y="138976"/>
                  </a:lnTo>
                  <a:lnTo>
                    <a:pt x="178028" y="139179"/>
                  </a:lnTo>
                  <a:lnTo>
                    <a:pt x="175463" y="140144"/>
                  </a:lnTo>
                  <a:lnTo>
                    <a:pt x="175552" y="142100"/>
                  </a:lnTo>
                  <a:lnTo>
                    <a:pt x="178193" y="142735"/>
                  </a:lnTo>
                  <a:lnTo>
                    <a:pt x="184607" y="142328"/>
                  </a:lnTo>
                  <a:lnTo>
                    <a:pt x="186029" y="141795"/>
                  </a:lnTo>
                  <a:lnTo>
                    <a:pt x="185737" y="143522"/>
                  </a:lnTo>
                  <a:lnTo>
                    <a:pt x="185902" y="147256"/>
                  </a:lnTo>
                  <a:lnTo>
                    <a:pt x="186080" y="150990"/>
                  </a:lnTo>
                  <a:lnTo>
                    <a:pt x="186905" y="153974"/>
                  </a:lnTo>
                  <a:lnTo>
                    <a:pt x="187439" y="153949"/>
                  </a:lnTo>
                  <a:lnTo>
                    <a:pt x="187439" y="127495"/>
                  </a:lnTo>
                  <a:lnTo>
                    <a:pt x="187274" y="126898"/>
                  </a:lnTo>
                  <a:lnTo>
                    <a:pt x="197053" y="138303"/>
                  </a:lnTo>
                  <a:lnTo>
                    <a:pt x="197053" y="127660"/>
                  </a:lnTo>
                  <a:lnTo>
                    <a:pt x="164160" y="89268"/>
                  </a:lnTo>
                  <a:lnTo>
                    <a:pt x="164160" y="99936"/>
                  </a:lnTo>
                  <a:lnTo>
                    <a:pt x="163156" y="99695"/>
                  </a:lnTo>
                  <a:lnTo>
                    <a:pt x="156743" y="100088"/>
                  </a:lnTo>
                  <a:lnTo>
                    <a:pt x="155232" y="100660"/>
                  </a:lnTo>
                  <a:lnTo>
                    <a:pt x="155536" y="98907"/>
                  </a:lnTo>
                  <a:lnTo>
                    <a:pt x="155371" y="95173"/>
                  </a:lnTo>
                  <a:lnTo>
                    <a:pt x="155206" y="91427"/>
                  </a:lnTo>
                  <a:lnTo>
                    <a:pt x="154393" y="88531"/>
                  </a:lnTo>
                  <a:lnTo>
                    <a:pt x="164160" y="99936"/>
                  </a:lnTo>
                  <a:lnTo>
                    <a:pt x="164160" y="89268"/>
                  </a:lnTo>
                  <a:lnTo>
                    <a:pt x="162928" y="87820"/>
                  </a:lnTo>
                  <a:lnTo>
                    <a:pt x="154330" y="77800"/>
                  </a:lnTo>
                  <a:lnTo>
                    <a:pt x="154330" y="88455"/>
                  </a:lnTo>
                  <a:lnTo>
                    <a:pt x="153187" y="88531"/>
                  </a:lnTo>
                  <a:lnTo>
                    <a:pt x="153797" y="87820"/>
                  </a:lnTo>
                  <a:lnTo>
                    <a:pt x="154330" y="88455"/>
                  </a:lnTo>
                  <a:lnTo>
                    <a:pt x="154330" y="77800"/>
                  </a:lnTo>
                  <a:lnTo>
                    <a:pt x="153797" y="77165"/>
                  </a:lnTo>
                  <a:lnTo>
                    <a:pt x="119748" y="116890"/>
                  </a:lnTo>
                  <a:lnTo>
                    <a:pt x="119748" y="138582"/>
                  </a:lnTo>
                  <a:lnTo>
                    <a:pt x="118351" y="138239"/>
                  </a:lnTo>
                  <a:lnTo>
                    <a:pt x="115138" y="138442"/>
                  </a:lnTo>
                  <a:lnTo>
                    <a:pt x="111937" y="138645"/>
                  </a:lnTo>
                  <a:lnTo>
                    <a:pt x="109461" y="139573"/>
                  </a:lnTo>
                  <a:lnTo>
                    <a:pt x="109461" y="141503"/>
                  </a:lnTo>
                  <a:lnTo>
                    <a:pt x="108623" y="140512"/>
                  </a:lnTo>
                  <a:lnTo>
                    <a:pt x="109372" y="139649"/>
                  </a:lnTo>
                  <a:lnTo>
                    <a:pt x="109461" y="141503"/>
                  </a:lnTo>
                  <a:lnTo>
                    <a:pt x="109461" y="139573"/>
                  </a:lnTo>
                  <a:lnTo>
                    <a:pt x="119164" y="128219"/>
                  </a:lnTo>
                  <a:lnTo>
                    <a:pt x="118948" y="129438"/>
                  </a:lnTo>
                  <a:lnTo>
                    <a:pt x="119303" y="136918"/>
                  </a:lnTo>
                  <a:lnTo>
                    <a:pt x="119748" y="138582"/>
                  </a:lnTo>
                  <a:lnTo>
                    <a:pt x="119748" y="116890"/>
                  </a:lnTo>
                  <a:lnTo>
                    <a:pt x="104051" y="135191"/>
                  </a:lnTo>
                  <a:lnTo>
                    <a:pt x="99479" y="129857"/>
                  </a:lnTo>
                  <a:lnTo>
                    <a:pt x="99479" y="140512"/>
                  </a:lnTo>
                  <a:lnTo>
                    <a:pt x="89369" y="152311"/>
                  </a:lnTo>
                  <a:lnTo>
                    <a:pt x="89649" y="150799"/>
                  </a:lnTo>
                  <a:lnTo>
                    <a:pt x="89293" y="143332"/>
                  </a:lnTo>
                  <a:lnTo>
                    <a:pt x="88836" y="141655"/>
                  </a:lnTo>
                  <a:lnTo>
                    <a:pt x="90322" y="141998"/>
                  </a:lnTo>
                  <a:lnTo>
                    <a:pt x="93522" y="141808"/>
                  </a:lnTo>
                  <a:lnTo>
                    <a:pt x="96723" y="141605"/>
                  </a:lnTo>
                  <a:lnTo>
                    <a:pt x="99288" y="140639"/>
                  </a:lnTo>
                  <a:lnTo>
                    <a:pt x="99263" y="140271"/>
                  </a:lnTo>
                  <a:lnTo>
                    <a:pt x="99479" y="140512"/>
                  </a:lnTo>
                  <a:lnTo>
                    <a:pt x="99479" y="129857"/>
                  </a:lnTo>
                  <a:lnTo>
                    <a:pt x="97574" y="127635"/>
                  </a:lnTo>
                  <a:lnTo>
                    <a:pt x="97574" y="138303"/>
                  </a:lnTo>
                  <a:lnTo>
                    <a:pt x="96558" y="138049"/>
                  </a:lnTo>
                  <a:lnTo>
                    <a:pt x="90157" y="138455"/>
                  </a:lnTo>
                  <a:lnTo>
                    <a:pt x="88646" y="139026"/>
                  </a:lnTo>
                  <a:lnTo>
                    <a:pt x="88950" y="137274"/>
                  </a:lnTo>
                  <a:lnTo>
                    <a:pt x="88773" y="133527"/>
                  </a:lnTo>
                  <a:lnTo>
                    <a:pt x="88607" y="129794"/>
                  </a:lnTo>
                  <a:lnTo>
                    <a:pt x="87972" y="127533"/>
                  </a:lnTo>
                  <a:lnTo>
                    <a:pt x="87972" y="153949"/>
                  </a:lnTo>
                  <a:lnTo>
                    <a:pt x="54317" y="193205"/>
                  </a:lnTo>
                  <a:lnTo>
                    <a:pt x="42633" y="179590"/>
                  </a:lnTo>
                  <a:lnTo>
                    <a:pt x="45212" y="180200"/>
                  </a:lnTo>
                  <a:lnTo>
                    <a:pt x="51625" y="179793"/>
                  </a:lnTo>
                  <a:lnTo>
                    <a:pt x="53047" y="179260"/>
                  </a:lnTo>
                  <a:lnTo>
                    <a:pt x="52755" y="180987"/>
                  </a:lnTo>
                  <a:lnTo>
                    <a:pt x="52920" y="184721"/>
                  </a:lnTo>
                  <a:lnTo>
                    <a:pt x="53086" y="188455"/>
                  </a:lnTo>
                  <a:lnTo>
                    <a:pt x="53911" y="191439"/>
                  </a:lnTo>
                  <a:lnTo>
                    <a:pt x="55587" y="191338"/>
                  </a:lnTo>
                  <a:lnTo>
                    <a:pt x="56134" y="188277"/>
                  </a:lnTo>
                  <a:lnTo>
                    <a:pt x="55791" y="180797"/>
                  </a:lnTo>
                  <a:lnTo>
                    <a:pt x="55333" y="179120"/>
                  </a:lnTo>
                  <a:lnTo>
                    <a:pt x="56807" y="179463"/>
                  </a:lnTo>
                  <a:lnTo>
                    <a:pt x="60020" y="179273"/>
                  </a:lnTo>
                  <a:lnTo>
                    <a:pt x="63220" y="179070"/>
                  </a:lnTo>
                  <a:lnTo>
                    <a:pt x="65786" y="178104"/>
                  </a:lnTo>
                  <a:lnTo>
                    <a:pt x="65697" y="176149"/>
                  </a:lnTo>
                  <a:lnTo>
                    <a:pt x="63055" y="175514"/>
                  </a:lnTo>
                  <a:lnTo>
                    <a:pt x="56642" y="175920"/>
                  </a:lnTo>
                  <a:lnTo>
                    <a:pt x="55130" y="176491"/>
                  </a:lnTo>
                  <a:lnTo>
                    <a:pt x="55435" y="174739"/>
                  </a:lnTo>
                  <a:lnTo>
                    <a:pt x="55270" y="170992"/>
                  </a:lnTo>
                  <a:lnTo>
                    <a:pt x="55105" y="167259"/>
                  </a:lnTo>
                  <a:lnTo>
                    <a:pt x="54279" y="164274"/>
                  </a:lnTo>
                  <a:lnTo>
                    <a:pt x="52603" y="164376"/>
                  </a:lnTo>
                  <a:lnTo>
                    <a:pt x="52057" y="167449"/>
                  </a:lnTo>
                  <a:lnTo>
                    <a:pt x="52400" y="174929"/>
                  </a:lnTo>
                  <a:lnTo>
                    <a:pt x="52844" y="176593"/>
                  </a:lnTo>
                  <a:lnTo>
                    <a:pt x="51447" y="176250"/>
                  </a:lnTo>
                  <a:lnTo>
                    <a:pt x="48247" y="176441"/>
                  </a:lnTo>
                  <a:lnTo>
                    <a:pt x="45046" y="176644"/>
                  </a:lnTo>
                  <a:lnTo>
                    <a:pt x="42481" y="177609"/>
                  </a:lnTo>
                  <a:lnTo>
                    <a:pt x="42557" y="179514"/>
                  </a:lnTo>
                  <a:lnTo>
                    <a:pt x="10058" y="141592"/>
                  </a:lnTo>
                  <a:lnTo>
                    <a:pt x="12623" y="142189"/>
                  </a:lnTo>
                  <a:lnTo>
                    <a:pt x="19037" y="141795"/>
                  </a:lnTo>
                  <a:lnTo>
                    <a:pt x="20472" y="141262"/>
                  </a:lnTo>
                  <a:lnTo>
                    <a:pt x="20180" y="142976"/>
                  </a:lnTo>
                  <a:lnTo>
                    <a:pt x="20345" y="146723"/>
                  </a:lnTo>
                  <a:lnTo>
                    <a:pt x="20510" y="150456"/>
                  </a:lnTo>
                  <a:lnTo>
                    <a:pt x="21336" y="153441"/>
                  </a:lnTo>
                  <a:lnTo>
                    <a:pt x="23012" y="153339"/>
                  </a:lnTo>
                  <a:lnTo>
                    <a:pt x="23558" y="150266"/>
                  </a:lnTo>
                  <a:lnTo>
                    <a:pt x="23215" y="142786"/>
                  </a:lnTo>
                  <a:lnTo>
                    <a:pt x="22745" y="141109"/>
                  </a:lnTo>
                  <a:lnTo>
                    <a:pt x="24231" y="141465"/>
                  </a:lnTo>
                  <a:lnTo>
                    <a:pt x="27432" y="141262"/>
                  </a:lnTo>
                  <a:lnTo>
                    <a:pt x="30645" y="141058"/>
                  </a:lnTo>
                  <a:lnTo>
                    <a:pt x="33210" y="140106"/>
                  </a:lnTo>
                  <a:lnTo>
                    <a:pt x="33108" y="138137"/>
                  </a:lnTo>
                  <a:lnTo>
                    <a:pt x="30467" y="137515"/>
                  </a:lnTo>
                  <a:lnTo>
                    <a:pt x="24066" y="137909"/>
                  </a:lnTo>
                  <a:lnTo>
                    <a:pt x="22555" y="138480"/>
                  </a:lnTo>
                  <a:lnTo>
                    <a:pt x="22860" y="136728"/>
                  </a:lnTo>
                  <a:lnTo>
                    <a:pt x="22694" y="132994"/>
                  </a:lnTo>
                  <a:lnTo>
                    <a:pt x="22517" y="129247"/>
                  </a:lnTo>
                  <a:lnTo>
                    <a:pt x="21691" y="126263"/>
                  </a:lnTo>
                  <a:lnTo>
                    <a:pt x="21336" y="126288"/>
                  </a:lnTo>
                  <a:lnTo>
                    <a:pt x="53098" y="89242"/>
                  </a:lnTo>
                  <a:lnTo>
                    <a:pt x="52679" y="91617"/>
                  </a:lnTo>
                  <a:lnTo>
                    <a:pt x="53022" y="99098"/>
                  </a:lnTo>
                  <a:lnTo>
                    <a:pt x="53467" y="100761"/>
                  </a:lnTo>
                  <a:lnTo>
                    <a:pt x="52070" y="100418"/>
                  </a:lnTo>
                  <a:lnTo>
                    <a:pt x="48869" y="100622"/>
                  </a:lnTo>
                  <a:lnTo>
                    <a:pt x="45669" y="100825"/>
                  </a:lnTo>
                  <a:lnTo>
                    <a:pt x="43103" y="101790"/>
                  </a:lnTo>
                  <a:lnTo>
                    <a:pt x="43192" y="103746"/>
                  </a:lnTo>
                  <a:lnTo>
                    <a:pt x="45834" y="104368"/>
                  </a:lnTo>
                  <a:lnTo>
                    <a:pt x="52235" y="103974"/>
                  </a:lnTo>
                  <a:lnTo>
                    <a:pt x="53670" y="103441"/>
                  </a:lnTo>
                  <a:lnTo>
                    <a:pt x="53378" y="105156"/>
                  </a:lnTo>
                  <a:lnTo>
                    <a:pt x="53543" y="108889"/>
                  </a:lnTo>
                  <a:lnTo>
                    <a:pt x="53708" y="112636"/>
                  </a:lnTo>
                  <a:lnTo>
                    <a:pt x="54533" y="115620"/>
                  </a:lnTo>
                  <a:lnTo>
                    <a:pt x="56210" y="115519"/>
                  </a:lnTo>
                  <a:lnTo>
                    <a:pt x="56756" y="112445"/>
                  </a:lnTo>
                  <a:lnTo>
                    <a:pt x="56413" y="104965"/>
                  </a:lnTo>
                  <a:lnTo>
                    <a:pt x="55956" y="103289"/>
                  </a:lnTo>
                  <a:lnTo>
                    <a:pt x="57429" y="103644"/>
                  </a:lnTo>
                  <a:lnTo>
                    <a:pt x="60642" y="103441"/>
                  </a:lnTo>
                  <a:lnTo>
                    <a:pt x="63842" y="103238"/>
                  </a:lnTo>
                  <a:lnTo>
                    <a:pt x="66408" y="102285"/>
                  </a:lnTo>
                  <a:lnTo>
                    <a:pt x="66382" y="101930"/>
                  </a:lnTo>
                  <a:lnTo>
                    <a:pt x="87731" y="126822"/>
                  </a:lnTo>
                  <a:lnTo>
                    <a:pt x="86106" y="126911"/>
                  </a:lnTo>
                  <a:lnTo>
                    <a:pt x="85559" y="129984"/>
                  </a:lnTo>
                  <a:lnTo>
                    <a:pt x="85915" y="137464"/>
                  </a:lnTo>
                  <a:lnTo>
                    <a:pt x="86360" y="139128"/>
                  </a:lnTo>
                  <a:lnTo>
                    <a:pt x="84963" y="138785"/>
                  </a:lnTo>
                  <a:lnTo>
                    <a:pt x="81749" y="138976"/>
                  </a:lnTo>
                  <a:lnTo>
                    <a:pt x="78549" y="139179"/>
                  </a:lnTo>
                  <a:lnTo>
                    <a:pt x="75984" y="140144"/>
                  </a:lnTo>
                  <a:lnTo>
                    <a:pt x="76073" y="142100"/>
                  </a:lnTo>
                  <a:lnTo>
                    <a:pt x="78714" y="142735"/>
                  </a:lnTo>
                  <a:lnTo>
                    <a:pt x="85128" y="142328"/>
                  </a:lnTo>
                  <a:lnTo>
                    <a:pt x="86550" y="141795"/>
                  </a:lnTo>
                  <a:lnTo>
                    <a:pt x="86258" y="143522"/>
                  </a:lnTo>
                  <a:lnTo>
                    <a:pt x="86423" y="147256"/>
                  </a:lnTo>
                  <a:lnTo>
                    <a:pt x="86601" y="150990"/>
                  </a:lnTo>
                  <a:lnTo>
                    <a:pt x="87426" y="153974"/>
                  </a:lnTo>
                  <a:lnTo>
                    <a:pt x="87972" y="153949"/>
                  </a:lnTo>
                  <a:lnTo>
                    <a:pt x="87972" y="127533"/>
                  </a:lnTo>
                  <a:lnTo>
                    <a:pt x="87795" y="126898"/>
                  </a:lnTo>
                  <a:lnTo>
                    <a:pt x="97574" y="138303"/>
                  </a:lnTo>
                  <a:lnTo>
                    <a:pt x="97574" y="127635"/>
                  </a:lnTo>
                  <a:lnTo>
                    <a:pt x="64681" y="89268"/>
                  </a:lnTo>
                  <a:lnTo>
                    <a:pt x="64681" y="99936"/>
                  </a:lnTo>
                  <a:lnTo>
                    <a:pt x="63677" y="99695"/>
                  </a:lnTo>
                  <a:lnTo>
                    <a:pt x="57264" y="100088"/>
                  </a:lnTo>
                  <a:lnTo>
                    <a:pt x="55753" y="100660"/>
                  </a:lnTo>
                  <a:lnTo>
                    <a:pt x="56057" y="98907"/>
                  </a:lnTo>
                  <a:lnTo>
                    <a:pt x="55892" y="95173"/>
                  </a:lnTo>
                  <a:lnTo>
                    <a:pt x="55714" y="91427"/>
                  </a:lnTo>
                  <a:lnTo>
                    <a:pt x="54914" y="88531"/>
                  </a:lnTo>
                  <a:lnTo>
                    <a:pt x="64681" y="99936"/>
                  </a:lnTo>
                  <a:lnTo>
                    <a:pt x="64681" y="89268"/>
                  </a:lnTo>
                  <a:lnTo>
                    <a:pt x="63449" y="87820"/>
                  </a:lnTo>
                  <a:lnTo>
                    <a:pt x="54851" y="77800"/>
                  </a:lnTo>
                  <a:lnTo>
                    <a:pt x="54851" y="88455"/>
                  </a:lnTo>
                  <a:lnTo>
                    <a:pt x="53708" y="88531"/>
                  </a:lnTo>
                  <a:lnTo>
                    <a:pt x="54317" y="87820"/>
                  </a:lnTo>
                  <a:lnTo>
                    <a:pt x="54851" y="88455"/>
                  </a:lnTo>
                  <a:lnTo>
                    <a:pt x="54851" y="77800"/>
                  </a:lnTo>
                  <a:lnTo>
                    <a:pt x="54317" y="77165"/>
                  </a:lnTo>
                  <a:lnTo>
                    <a:pt x="20269" y="116878"/>
                  </a:lnTo>
                  <a:lnTo>
                    <a:pt x="20269" y="138582"/>
                  </a:lnTo>
                  <a:lnTo>
                    <a:pt x="18872" y="138239"/>
                  </a:lnTo>
                  <a:lnTo>
                    <a:pt x="15671" y="138442"/>
                  </a:lnTo>
                  <a:lnTo>
                    <a:pt x="12458" y="138645"/>
                  </a:lnTo>
                  <a:lnTo>
                    <a:pt x="9982" y="139573"/>
                  </a:lnTo>
                  <a:lnTo>
                    <a:pt x="9982" y="141503"/>
                  </a:lnTo>
                  <a:lnTo>
                    <a:pt x="9144" y="140512"/>
                  </a:lnTo>
                  <a:lnTo>
                    <a:pt x="9893" y="139636"/>
                  </a:lnTo>
                  <a:lnTo>
                    <a:pt x="9982" y="141503"/>
                  </a:lnTo>
                  <a:lnTo>
                    <a:pt x="9982" y="139573"/>
                  </a:lnTo>
                  <a:lnTo>
                    <a:pt x="19685" y="128206"/>
                  </a:lnTo>
                  <a:lnTo>
                    <a:pt x="19481" y="129438"/>
                  </a:lnTo>
                  <a:lnTo>
                    <a:pt x="19824" y="136918"/>
                  </a:lnTo>
                  <a:lnTo>
                    <a:pt x="20269" y="138582"/>
                  </a:lnTo>
                  <a:lnTo>
                    <a:pt x="20269" y="116878"/>
                  </a:lnTo>
                  <a:lnTo>
                    <a:pt x="0" y="140512"/>
                  </a:lnTo>
                  <a:lnTo>
                    <a:pt x="54317" y="203860"/>
                  </a:lnTo>
                  <a:lnTo>
                    <a:pt x="63449" y="193205"/>
                  </a:lnTo>
                  <a:lnTo>
                    <a:pt x="104051" y="145846"/>
                  </a:lnTo>
                  <a:lnTo>
                    <a:pt x="153797" y="203860"/>
                  </a:lnTo>
                  <a:lnTo>
                    <a:pt x="162928" y="193205"/>
                  </a:lnTo>
                  <a:lnTo>
                    <a:pt x="204952" y="144170"/>
                  </a:lnTo>
                  <a:lnTo>
                    <a:pt x="256146" y="203860"/>
                  </a:lnTo>
                  <a:lnTo>
                    <a:pt x="265277" y="193205"/>
                  </a:lnTo>
                  <a:lnTo>
                    <a:pt x="310451" y="140512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7" name="object 2027" descr=""/>
            <p:cNvSpPr/>
            <p:nvPr/>
          </p:nvSpPr>
          <p:spPr>
            <a:xfrm>
              <a:off x="7370432" y="5959278"/>
              <a:ext cx="422909" cy="437515"/>
            </a:xfrm>
            <a:custGeom>
              <a:avLst/>
              <a:gdLst/>
              <a:ahLst/>
              <a:cxnLst/>
              <a:rect l="l" t="t" r="r" b="b"/>
              <a:pathLst>
                <a:path w="422909" h="437514">
                  <a:moveTo>
                    <a:pt x="22682" y="411594"/>
                  </a:moveTo>
                  <a:lnTo>
                    <a:pt x="22593" y="409638"/>
                  </a:lnTo>
                  <a:lnTo>
                    <a:pt x="19951" y="409016"/>
                  </a:lnTo>
                  <a:lnTo>
                    <a:pt x="13550" y="409409"/>
                  </a:lnTo>
                  <a:lnTo>
                    <a:pt x="10985" y="410375"/>
                  </a:lnTo>
                  <a:lnTo>
                    <a:pt x="11074" y="412330"/>
                  </a:lnTo>
                  <a:lnTo>
                    <a:pt x="13716" y="412965"/>
                  </a:lnTo>
                  <a:lnTo>
                    <a:pt x="16916" y="412762"/>
                  </a:lnTo>
                  <a:lnTo>
                    <a:pt x="20116" y="412559"/>
                  </a:lnTo>
                  <a:lnTo>
                    <a:pt x="22682" y="411594"/>
                  </a:lnTo>
                  <a:close/>
                </a:path>
                <a:path w="422909" h="437514">
                  <a:moveTo>
                    <a:pt x="23304" y="335775"/>
                  </a:moveTo>
                  <a:lnTo>
                    <a:pt x="23215" y="333819"/>
                  </a:lnTo>
                  <a:lnTo>
                    <a:pt x="20574" y="333184"/>
                  </a:lnTo>
                  <a:lnTo>
                    <a:pt x="14173" y="333590"/>
                  </a:lnTo>
                  <a:lnTo>
                    <a:pt x="12649" y="334162"/>
                  </a:lnTo>
                  <a:lnTo>
                    <a:pt x="12966" y="332409"/>
                  </a:lnTo>
                  <a:lnTo>
                    <a:pt x="12788" y="328663"/>
                  </a:lnTo>
                  <a:lnTo>
                    <a:pt x="12623" y="324929"/>
                  </a:lnTo>
                  <a:lnTo>
                    <a:pt x="11798" y="321945"/>
                  </a:lnTo>
                  <a:lnTo>
                    <a:pt x="10121" y="322046"/>
                  </a:lnTo>
                  <a:lnTo>
                    <a:pt x="9575" y="325120"/>
                  </a:lnTo>
                  <a:lnTo>
                    <a:pt x="9918" y="332587"/>
                  </a:lnTo>
                  <a:lnTo>
                    <a:pt x="10375" y="334264"/>
                  </a:lnTo>
                  <a:lnTo>
                    <a:pt x="8978" y="333921"/>
                  </a:lnTo>
                  <a:lnTo>
                    <a:pt x="5765" y="334111"/>
                  </a:lnTo>
                  <a:lnTo>
                    <a:pt x="2565" y="334314"/>
                  </a:lnTo>
                  <a:lnTo>
                    <a:pt x="0" y="335280"/>
                  </a:lnTo>
                  <a:lnTo>
                    <a:pt x="88" y="337235"/>
                  </a:lnTo>
                  <a:lnTo>
                    <a:pt x="2730" y="337858"/>
                  </a:lnTo>
                  <a:lnTo>
                    <a:pt x="9144" y="337464"/>
                  </a:lnTo>
                  <a:lnTo>
                    <a:pt x="10566" y="336931"/>
                  </a:lnTo>
                  <a:lnTo>
                    <a:pt x="10274" y="338658"/>
                  </a:lnTo>
                  <a:lnTo>
                    <a:pt x="10439" y="342392"/>
                  </a:lnTo>
                  <a:lnTo>
                    <a:pt x="10617" y="346125"/>
                  </a:lnTo>
                  <a:lnTo>
                    <a:pt x="11442" y="349110"/>
                  </a:lnTo>
                  <a:lnTo>
                    <a:pt x="13119" y="349008"/>
                  </a:lnTo>
                  <a:lnTo>
                    <a:pt x="13665" y="345935"/>
                  </a:lnTo>
                  <a:lnTo>
                    <a:pt x="13309" y="338467"/>
                  </a:lnTo>
                  <a:lnTo>
                    <a:pt x="12852" y="336791"/>
                  </a:lnTo>
                  <a:lnTo>
                    <a:pt x="14338" y="337134"/>
                  </a:lnTo>
                  <a:lnTo>
                    <a:pt x="17538" y="336931"/>
                  </a:lnTo>
                  <a:lnTo>
                    <a:pt x="20739" y="336740"/>
                  </a:lnTo>
                  <a:lnTo>
                    <a:pt x="23304" y="335775"/>
                  </a:lnTo>
                  <a:close/>
                </a:path>
                <a:path w="422909" h="437514">
                  <a:moveTo>
                    <a:pt x="56197" y="374129"/>
                  </a:moveTo>
                  <a:lnTo>
                    <a:pt x="56095" y="372173"/>
                  </a:lnTo>
                  <a:lnTo>
                    <a:pt x="53467" y="371551"/>
                  </a:lnTo>
                  <a:lnTo>
                    <a:pt x="47053" y="371944"/>
                  </a:lnTo>
                  <a:lnTo>
                    <a:pt x="45542" y="372516"/>
                  </a:lnTo>
                  <a:lnTo>
                    <a:pt x="45847" y="370763"/>
                  </a:lnTo>
                  <a:lnTo>
                    <a:pt x="45681" y="367030"/>
                  </a:lnTo>
                  <a:lnTo>
                    <a:pt x="45516" y="363283"/>
                  </a:lnTo>
                  <a:lnTo>
                    <a:pt x="44678" y="360299"/>
                  </a:lnTo>
                  <a:lnTo>
                    <a:pt x="43002" y="360413"/>
                  </a:lnTo>
                  <a:lnTo>
                    <a:pt x="42468" y="363474"/>
                  </a:lnTo>
                  <a:lnTo>
                    <a:pt x="42811" y="370954"/>
                  </a:lnTo>
                  <a:lnTo>
                    <a:pt x="43256" y="372618"/>
                  </a:lnTo>
                  <a:lnTo>
                    <a:pt x="41859" y="372275"/>
                  </a:lnTo>
                  <a:lnTo>
                    <a:pt x="38658" y="372478"/>
                  </a:lnTo>
                  <a:lnTo>
                    <a:pt x="35445" y="372668"/>
                  </a:lnTo>
                  <a:lnTo>
                    <a:pt x="32880" y="373634"/>
                  </a:lnTo>
                  <a:lnTo>
                    <a:pt x="32981" y="375589"/>
                  </a:lnTo>
                  <a:lnTo>
                    <a:pt x="35623" y="376224"/>
                  </a:lnTo>
                  <a:lnTo>
                    <a:pt x="42024" y="375831"/>
                  </a:lnTo>
                  <a:lnTo>
                    <a:pt x="43459" y="375297"/>
                  </a:lnTo>
                  <a:lnTo>
                    <a:pt x="43167" y="377012"/>
                  </a:lnTo>
                  <a:lnTo>
                    <a:pt x="43332" y="380746"/>
                  </a:lnTo>
                  <a:lnTo>
                    <a:pt x="43497" y="384492"/>
                  </a:lnTo>
                  <a:lnTo>
                    <a:pt x="44323" y="387477"/>
                  </a:lnTo>
                  <a:lnTo>
                    <a:pt x="45999" y="387362"/>
                  </a:lnTo>
                  <a:lnTo>
                    <a:pt x="46545" y="384302"/>
                  </a:lnTo>
                  <a:lnTo>
                    <a:pt x="46202" y="376821"/>
                  </a:lnTo>
                  <a:lnTo>
                    <a:pt x="45732" y="375158"/>
                  </a:lnTo>
                  <a:lnTo>
                    <a:pt x="47218" y="375500"/>
                  </a:lnTo>
                  <a:lnTo>
                    <a:pt x="50419" y="375297"/>
                  </a:lnTo>
                  <a:lnTo>
                    <a:pt x="53632" y="375094"/>
                  </a:lnTo>
                  <a:lnTo>
                    <a:pt x="56197" y="374129"/>
                  </a:lnTo>
                  <a:close/>
                </a:path>
                <a:path w="422909" h="437514">
                  <a:moveTo>
                    <a:pt x="166547" y="374002"/>
                  </a:moveTo>
                  <a:lnTo>
                    <a:pt x="157416" y="363359"/>
                  </a:lnTo>
                  <a:lnTo>
                    <a:pt x="157416" y="374002"/>
                  </a:lnTo>
                  <a:lnTo>
                    <a:pt x="147320" y="385787"/>
                  </a:lnTo>
                  <a:lnTo>
                    <a:pt x="147586" y="384302"/>
                  </a:lnTo>
                  <a:lnTo>
                    <a:pt x="147231" y="376821"/>
                  </a:lnTo>
                  <a:lnTo>
                    <a:pt x="146773" y="375145"/>
                  </a:lnTo>
                  <a:lnTo>
                    <a:pt x="148259" y="375500"/>
                  </a:lnTo>
                  <a:lnTo>
                    <a:pt x="151460" y="375297"/>
                  </a:lnTo>
                  <a:lnTo>
                    <a:pt x="154660" y="375094"/>
                  </a:lnTo>
                  <a:lnTo>
                    <a:pt x="157226" y="374129"/>
                  </a:lnTo>
                  <a:lnTo>
                    <a:pt x="157200" y="373761"/>
                  </a:lnTo>
                  <a:lnTo>
                    <a:pt x="157416" y="374002"/>
                  </a:lnTo>
                  <a:lnTo>
                    <a:pt x="157416" y="363359"/>
                  </a:lnTo>
                  <a:lnTo>
                    <a:pt x="155511" y="361137"/>
                  </a:lnTo>
                  <a:lnTo>
                    <a:pt x="155511" y="371805"/>
                  </a:lnTo>
                  <a:lnTo>
                    <a:pt x="154495" y="371551"/>
                  </a:lnTo>
                  <a:lnTo>
                    <a:pt x="148094" y="371944"/>
                  </a:lnTo>
                  <a:lnTo>
                    <a:pt x="146583" y="372516"/>
                  </a:lnTo>
                  <a:lnTo>
                    <a:pt x="146888" y="370763"/>
                  </a:lnTo>
                  <a:lnTo>
                    <a:pt x="146723" y="367030"/>
                  </a:lnTo>
                  <a:lnTo>
                    <a:pt x="146532" y="363283"/>
                  </a:lnTo>
                  <a:lnTo>
                    <a:pt x="145897" y="360997"/>
                  </a:lnTo>
                  <a:lnTo>
                    <a:pt x="145897" y="387451"/>
                  </a:lnTo>
                  <a:lnTo>
                    <a:pt x="112255" y="426694"/>
                  </a:lnTo>
                  <a:lnTo>
                    <a:pt x="100571" y="413080"/>
                  </a:lnTo>
                  <a:lnTo>
                    <a:pt x="103149" y="413689"/>
                  </a:lnTo>
                  <a:lnTo>
                    <a:pt x="109550" y="413296"/>
                  </a:lnTo>
                  <a:lnTo>
                    <a:pt x="110985" y="412762"/>
                  </a:lnTo>
                  <a:lnTo>
                    <a:pt x="110693" y="414477"/>
                  </a:lnTo>
                  <a:lnTo>
                    <a:pt x="110858" y="418211"/>
                  </a:lnTo>
                  <a:lnTo>
                    <a:pt x="111023" y="421957"/>
                  </a:lnTo>
                  <a:lnTo>
                    <a:pt x="111848" y="424942"/>
                  </a:lnTo>
                  <a:lnTo>
                    <a:pt x="113525" y="424827"/>
                  </a:lnTo>
                  <a:lnTo>
                    <a:pt x="114071" y="421767"/>
                  </a:lnTo>
                  <a:lnTo>
                    <a:pt x="113728" y="414286"/>
                  </a:lnTo>
                  <a:lnTo>
                    <a:pt x="113271" y="412623"/>
                  </a:lnTo>
                  <a:lnTo>
                    <a:pt x="114744" y="412965"/>
                  </a:lnTo>
                  <a:lnTo>
                    <a:pt x="117957" y="412762"/>
                  </a:lnTo>
                  <a:lnTo>
                    <a:pt x="121158" y="412559"/>
                  </a:lnTo>
                  <a:lnTo>
                    <a:pt x="123723" y="411594"/>
                  </a:lnTo>
                  <a:lnTo>
                    <a:pt x="123634" y="409638"/>
                  </a:lnTo>
                  <a:lnTo>
                    <a:pt x="120992" y="409016"/>
                  </a:lnTo>
                  <a:lnTo>
                    <a:pt x="114579" y="409409"/>
                  </a:lnTo>
                  <a:lnTo>
                    <a:pt x="113068" y="409981"/>
                  </a:lnTo>
                  <a:lnTo>
                    <a:pt x="113372" y="408228"/>
                  </a:lnTo>
                  <a:lnTo>
                    <a:pt x="113207" y="404495"/>
                  </a:lnTo>
                  <a:lnTo>
                    <a:pt x="113042" y="400748"/>
                  </a:lnTo>
                  <a:lnTo>
                    <a:pt x="112217" y="397764"/>
                  </a:lnTo>
                  <a:lnTo>
                    <a:pt x="110540" y="397878"/>
                  </a:lnTo>
                  <a:lnTo>
                    <a:pt x="109994" y="400939"/>
                  </a:lnTo>
                  <a:lnTo>
                    <a:pt x="110337" y="408419"/>
                  </a:lnTo>
                  <a:lnTo>
                    <a:pt x="110782" y="410083"/>
                  </a:lnTo>
                  <a:lnTo>
                    <a:pt x="109385" y="409740"/>
                  </a:lnTo>
                  <a:lnTo>
                    <a:pt x="106184" y="409943"/>
                  </a:lnTo>
                  <a:lnTo>
                    <a:pt x="102984" y="410133"/>
                  </a:lnTo>
                  <a:lnTo>
                    <a:pt x="100418" y="411099"/>
                  </a:lnTo>
                  <a:lnTo>
                    <a:pt x="100495" y="413004"/>
                  </a:lnTo>
                  <a:lnTo>
                    <a:pt x="67995" y="375081"/>
                  </a:lnTo>
                  <a:lnTo>
                    <a:pt x="70561" y="375678"/>
                  </a:lnTo>
                  <a:lnTo>
                    <a:pt x="76974" y="375285"/>
                  </a:lnTo>
                  <a:lnTo>
                    <a:pt x="78409" y="374751"/>
                  </a:lnTo>
                  <a:lnTo>
                    <a:pt x="78117" y="376478"/>
                  </a:lnTo>
                  <a:lnTo>
                    <a:pt x="78282" y="380212"/>
                  </a:lnTo>
                  <a:lnTo>
                    <a:pt x="78447" y="383946"/>
                  </a:lnTo>
                  <a:lnTo>
                    <a:pt x="79273" y="386930"/>
                  </a:lnTo>
                  <a:lnTo>
                    <a:pt x="80949" y="386829"/>
                  </a:lnTo>
                  <a:lnTo>
                    <a:pt x="81495" y="383755"/>
                  </a:lnTo>
                  <a:lnTo>
                    <a:pt x="81153" y="376288"/>
                  </a:lnTo>
                  <a:lnTo>
                    <a:pt x="80683" y="374611"/>
                  </a:lnTo>
                  <a:lnTo>
                    <a:pt x="82169" y="374954"/>
                  </a:lnTo>
                  <a:lnTo>
                    <a:pt x="85369" y="374751"/>
                  </a:lnTo>
                  <a:lnTo>
                    <a:pt x="88582" y="374561"/>
                  </a:lnTo>
                  <a:lnTo>
                    <a:pt x="91147" y="373595"/>
                  </a:lnTo>
                  <a:lnTo>
                    <a:pt x="91046" y="371640"/>
                  </a:lnTo>
                  <a:lnTo>
                    <a:pt x="88404" y="371005"/>
                  </a:lnTo>
                  <a:lnTo>
                    <a:pt x="82003" y="371411"/>
                  </a:lnTo>
                  <a:lnTo>
                    <a:pt x="80492" y="371983"/>
                  </a:lnTo>
                  <a:lnTo>
                    <a:pt x="80797" y="370230"/>
                  </a:lnTo>
                  <a:lnTo>
                    <a:pt x="80632" y="366483"/>
                  </a:lnTo>
                  <a:lnTo>
                    <a:pt x="80454" y="362750"/>
                  </a:lnTo>
                  <a:lnTo>
                    <a:pt x="79629" y="359765"/>
                  </a:lnTo>
                  <a:lnTo>
                    <a:pt x="79260" y="359791"/>
                  </a:lnTo>
                  <a:lnTo>
                    <a:pt x="111036" y="322745"/>
                  </a:lnTo>
                  <a:lnTo>
                    <a:pt x="110617" y="325120"/>
                  </a:lnTo>
                  <a:lnTo>
                    <a:pt x="110959" y="332587"/>
                  </a:lnTo>
                  <a:lnTo>
                    <a:pt x="111404" y="334264"/>
                  </a:lnTo>
                  <a:lnTo>
                    <a:pt x="110007" y="333921"/>
                  </a:lnTo>
                  <a:lnTo>
                    <a:pt x="106807" y="334111"/>
                  </a:lnTo>
                  <a:lnTo>
                    <a:pt x="103606" y="334314"/>
                  </a:lnTo>
                  <a:lnTo>
                    <a:pt x="101041" y="335280"/>
                  </a:lnTo>
                  <a:lnTo>
                    <a:pt x="101130" y="337235"/>
                  </a:lnTo>
                  <a:lnTo>
                    <a:pt x="103771" y="337858"/>
                  </a:lnTo>
                  <a:lnTo>
                    <a:pt x="110172" y="337464"/>
                  </a:lnTo>
                  <a:lnTo>
                    <a:pt x="111607" y="336931"/>
                  </a:lnTo>
                  <a:lnTo>
                    <a:pt x="111315" y="338658"/>
                  </a:lnTo>
                  <a:lnTo>
                    <a:pt x="111480" y="342392"/>
                  </a:lnTo>
                  <a:lnTo>
                    <a:pt x="111645" y="346125"/>
                  </a:lnTo>
                  <a:lnTo>
                    <a:pt x="112471" y="349110"/>
                  </a:lnTo>
                  <a:lnTo>
                    <a:pt x="114147" y="349008"/>
                  </a:lnTo>
                  <a:lnTo>
                    <a:pt x="114693" y="345935"/>
                  </a:lnTo>
                  <a:lnTo>
                    <a:pt x="114350" y="338467"/>
                  </a:lnTo>
                  <a:lnTo>
                    <a:pt x="113893" y="336791"/>
                  </a:lnTo>
                  <a:lnTo>
                    <a:pt x="115366" y="337134"/>
                  </a:lnTo>
                  <a:lnTo>
                    <a:pt x="118579" y="336931"/>
                  </a:lnTo>
                  <a:lnTo>
                    <a:pt x="121780" y="336740"/>
                  </a:lnTo>
                  <a:lnTo>
                    <a:pt x="124345" y="335775"/>
                  </a:lnTo>
                  <a:lnTo>
                    <a:pt x="124320" y="335432"/>
                  </a:lnTo>
                  <a:lnTo>
                    <a:pt x="145669" y="360311"/>
                  </a:lnTo>
                  <a:lnTo>
                    <a:pt x="144043" y="360413"/>
                  </a:lnTo>
                  <a:lnTo>
                    <a:pt x="143497" y="363474"/>
                  </a:lnTo>
                  <a:lnTo>
                    <a:pt x="143852" y="370954"/>
                  </a:lnTo>
                  <a:lnTo>
                    <a:pt x="144297" y="372618"/>
                  </a:lnTo>
                  <a:lnTo>
                    <a:pt x="142900" y="372275"/>
                  </a:lnTo>
                  <a:lnTo>
                    <a:pt x="139687" y="372478"/>
                  </a:lnTo>
                  <a:lnTo>
                    <a:pt x="136486" y="372668"/>
                  </a:lnTo>
                  <a:lnTo>
                    <a:pt x="133921" y="373634"/>
                  </a:lnTo>
                  <a:lnTo>
                    <a:pt x="134010" y="375589"/>
                  </a:lnTo>
                  <a:lnTo>
                    <a:pt x="136652" y="376224"/>
                  </a:lnTo>
                  <a:lnTo>
                    <a:pt x="143065" y="375831"/>
                  </a:lnTo>
                  <a:lnTo>
                    <a:pt x="144487" y="375297"/>
                  </a:lnTo>
                  <a:lnTo>
                    <a:pt x="144195" y="377012"/>
                  </a:lnTo>
                  <a:lnTo>
                    <a:pt x="144373" y="380746"/>
                  </a:lnTo>
                  <a:lnTo>
                    <a:pt x="144538" y="384492"/>
                  </a:lnTo>
                  <a:lnTo>
                    <a:pt x="145364" y="387477"/>
                  </a:lnTo>
                  <a:lnTo>
                    <a:pt x="145897" y="387451"/>
                  </a:lnTo>
                  <a:lnTo>
                    <a:pt x="145897" y="360997"/>
                  </a:lnTo>
                  <a:lnTo>
                    <a:pt x="145732" y="360387"/>
                  </a:lnTo>
                  <a:lnTo>
                    <a:pt x="155511" y="371805"/>
                  </a:lnTo>
                  <a:lnTo>
                    <a:pt x="155511" y="361137"/>
                  </a:lnTo>
                  <a:lnTo>
                    <a:pt x="122618" y="322770"/>
                  </a:lnTo>
                  <a:lnTo>
                    <a:pt x="122618" y="333425"/>
                  </a:lnTo>
                  <a:lnTo>
                    <a:pt x="121615" y="333184"/>
                  </a:lnTo>
                  <a:lnTo>
                    <a:pt x="115201" y="333590"/>
                  </a:lnTo>
                  <a:lnTo>
                    <a:pt x="113690" y="334162"/>
                  </a:lnTo>
                  <a:lnTo>
                    <a:pt x="113995" y="332409"/>
                  </a:lnTo>
                  <a:lnTo>
                    <a:pt x="113830" y="328663"/>
                  </a:lnTo>
                  <a:lnTo>
                    <a:pt x="113665" y="324929"/>
                  </a:lnTo>
                  <a:lnTo>
                    <a:pt x="112852" y="322033"/>
                  </a:lnTo>
                  <a:lnTo>
                    <a:pt x="122618" y="333425"/>
                  </a:lnTo>
                  <a:lnTo>
                    <a:pt x="122618" y="322770"/>
                  </a:lnTo>
                  <a:lnTo>
                    <a:pt x="121386" y="321322"/>
                  </a:lnTo>
                  <a:lnTo>
                    <a:pt x="112788" y="311289"/>
                  </a:lnTo>
                  <a:lnTo>
                    <a:pt x="112788" y="321957"/>
                  </a:lnTo>
                  <a:lnTo>
                    <a:pt x="111658" y="322021"/>
                  </a:lnTo>
                  <a:lnTo>
                    <a:pt x="112255" y="321322"/>
                  </a:lnTo>
                  <a:lnTo>
                    <a:pt x="112788" y="321957"/>
                  </a:lnTo>
                  <a:lnTo>
                    <a:pt x="112788" y="311289"/>
                  </a:lnTo>
                  <a:lnTo>
                    <a:pt x="112255" y="310654"/>
                  </a:lnTo>
                  <a:lnTo>
                    <a:pt x="78206" y="350367"/>
                  </a:lnTo>
                  <a:lnTo>
                    <a:pt x="78206" y="372084"/>
                  </a:lnTo>
                  <a:lnTo>
                    <a:pt x="76809" y="371741"/>
                  </a:lnTo>
                  <a:lnTo>
                    <a:pt x="73609" y="371932"/>
                  </a:lnTo>
                  <a:lnTo>
                    <a:pt x="70396" y="372135"/>
                  </a:lnTo>
                  <a:lnTo>
                    <a:pt x="67919" y="373075"/>
                  </a:lnTo>
                  <a:lnTo>
                    <a:pt x="67919" y="374992"/>
                  </a:lnTo>
                  <a:lnTo>
                    <a:pt x="67081" y="374002"/>
                  </a:lnTo>
                  <a:lnTo>
                    <a:pt x="67830" y="373138"/>
                  </a:lnTo>
                  <a:lnTo>
                    <a:pt x="67919" y="374992"/>
                  </a:lnTo>
                  <a:lnTo>
                    <a:pt x="67919" y="373075"/>
                  </a:lnTo>
                  <a:lnTo>
                    <a:pt x="77635" y="361696"/>
                  </a:lnTo>
                  <a:lnTo>
                    <a:pt x="77419" y="362940"/>
                  </a:lnTo>
                  <a:lnTo>
                    <a:pt x="77762" y="370408"/>
                  </a:lnTo>
                  <a:lnTo>
                    <a:pt x="78206" y="372084"/>
                  </a:lnTo>
                  <a:lnTo>
                    <a:pt x="78206" y="350367"/>
                  </a:lnTo>
                  <a:lnTo>
                    <a:pt x="57937" y="374002"/>
                  </a:lnTo>
                  <a:lnTo>
                    <a:pt x="112255" y="437362"/>
                  </a:lnTo>
                  <a:lnTo>
                    <a:pt x="121386" y="426694"/>
                  </a:lnTo>
                  <a:lnTo>
                    <a:pt x="166547" y="374002"/>
                  </a:lnTo>
                  <a:close/>
                </a:path>
                <a:path w="422909" h="437514">
                  <a:moveTo>
                    <a:pt x="271043" y="63347"/>
                  </a:moveTo>
                  <a:lnTo>
                    <a:pt x="261912" y="52705"/>
                  </a:lnTo>
                  <a:lnTo>
                    <a:pt x="261912" y="63347"/>
                  </a:lnTo>
                  <a:lnTo>
                    <a:pt x="251790" y="75145"/>
                  </a:lnTo>
                  <a:lnTo>
                    <a:pt x="252069" y="73634"/>
                  </a:lnTo>
                  <a:lnTo>
                    <a:pt x="251726" y="66167"/>
                  </a:lnTo>
                  <a:lnTo>
                    <a:pt x="251256" y="64490"/>
                  </a:lnTo>
                  <a:lnTo>
                    <a:pt x="252742" y="64833"/>
                  </a:lnTo>
                  <a:lnTo>
                    <a:pt x="255943" y="64630"/>
                  </a:lnTo>
                  <a:lnTo>
                    <a:pt x="259156" y="64439"/>
                  </a:lnTo>
                  <a:lnTo>
                    <a:pt x="261721" y="63474"/>
                  </a:lnTo>
                  <a:lnTo>
                    <a:pt x="261696" y="63106"/>
                  </a:lnTo>
                  <a:lnTo>
                    <a:pt x="261912" y="63347"/>
                  </a:lnTo>
                  <a:lnTo>
                    <a:pt x="261912" y="52705"/>
                  </a:lnTo>
                  <a:lnTo>
                    <a:pt x="260007" y="50482"/>
                  </a:lnTo>
                  <a:lnTo>
                    <a:pt x="260007" y="61137"/>
                  </a:lnTo>
                  <a:lnTo>
                    <a:pt x="258991" y="60883"/>
                  </a:lnTo>
                  <a:lnTo>
                    <a:pt x="252577" y="61290"/>
                  </a:lnTo>
                  <a:lnTo>
                    <a:pt x="251066" y="61861"/>
                  </a:lnTo>
                  <a:lnTo>
                    <a:pt x="251371" y="60096"/>
                  </a:lnTo>
                  <a:lnTo>
                    <a:pt x="251206" y="56362"/>
                  </a:lnTo>
                  <a:lnTo>
                    <a:pt x="251040" y="52628"/>
                  </a:lnTo>
                  <a:lnTo>
                    <a:pt x="250393" y="50355"/>
                  </a:lnTo>
                  <a:lnTo>
                    <a:pt x="250393" y="76784"/>
                  </a:lnTo>
                  <a:lnTo>
                    <a:pt x="216738" y="116039"/>
                  </a:lnTo>
                  <a:lnTo>
                    <a:pt x="205054" y="102425"/>
                  </a:lnTo>
                  <a:lnTo>
                    <a:pt x="207632" y="103022"/>
                  </a:lnTo>
                  <a:lnTo>
                    <a:pt x="214045" y="102628"/>
                  </a:lnTo>
                  <a:lnTo>
                    <a:pt x="215468" y="102095"/>
                  </a:lnTo>
                  <a:lnTo>
                    <a:pt x="215176" y="103809"/>
                  </a:lnTo>
                  <a:lnTo>
                    <a:pt x="215353" y="107556"/>
                  </a:lnTo>
                  <a:lnTo>
                    <a:pt x="215519" y="111290"/>
                  </a:lnTo>
                  <a:lnTo>
                    <a:pt x="216344" y="114274"/>
                  </a:lnTo>
                  <a:lnTo>
                    <a:pt x="218020" y="114173"/>
                  </a:lnTo>
                  <a:lnTo>
                    <a:pt x="218567" y="111099"/>
                  </a:lnTo>
                  <a:lnTo>
                    <a:pt x="218211" y="103632"/>
                  </a:lnTo>
                  <a:lnTo>
                    <a:pt x="217754" y="101955"/>
                  </a:lnTo>
                  <a:lnTo>
                    <a:pt x="219240" y="102298"/>
                  </a:lnTo>
                  <a:lnTo>
                    <a:pt x="222440" y="102095"/>
                  </a:lnTo>
                  <a:lnTo>
                    <a:pt x="225640" y="101904"/>
                  </a:lnTo>
                  <a:lnTo>
                    <a:pt x="228206" y="100939"/>
                  </a:lnTo>
                  <a:lnTo>
                    <a:pt x="228117" y="98983"/>
                  </a:lnTo>
                  <a:lnTo>
                    <a:pt x="225475" y="98348"/>
                  </a:lnTo>
                  <a:lnTo>
                    <a:pt x="219075" y="98755"/>
                  </a:lnTo>
                  <a:lnTo>
                    <a:pt x="217563" y="99326"/>
                  </a:lnTo>
                  <a:lnTo>
                    <a:pt x="217868" y="97574"/>
                  </a:lnTo>
                  <a:lnTo>
                    <a:pt x="217690" y="93827"/>
                  </a:lnTo>
                  <a:lnTo>
                    <a:pt x="217525" y="90093"/>
                  </a:lnTo>
                  <a:lnTo>
                    <a:pt x="216700" y="87109"/>
                  </a:lnTo>
                  <a:lnTo>
                    <a:pt x="215023" y="87210"/>
                  </a:lnTo>
                  <a:lnTo>
                    <a:pt x="214477" y="90284"/>
                  </a:lnTo>
                  <a:lnTo>
                    <a:pt x="214820" y="97751"/>
                  </a:lnTo>
                  <a:lnTo>
                    <a:pt x="215277" y="99428"/>
                  </a:lnTo>
                  <a:lnTo>
                    <a:pt x="213880" y="99085"/>
                  </a:lnTo>
                  <a:lnTo>
                    <a:pt x="210667" y="99275"/>
                  </a:lnTo>
                  <a:lnTo>
                    <a:pt x="207467" y="99479"/>
                  </a:lnTo>
                  <a:lnTo>
                    <a:pt x="204901" y="100444"/>
                  </a:lnTo>
                  <a:lnTo>
                    <a:pt x="204978" y="102336"/>
                  </a:lnTo>
                  <a:lnTo>
                    <a:pt x="172466" y="64401"/>
                  </a:lnTo>
                  <a:lnTo>
                    <a:pt x="175056" y="65024"/>
                  </a:lnTo>
                  <a:lnTo>
                    <a:pt x="181457" y="64630"/>
                  </a:lnTo>
                  <a:lnTo>
                    <a:pt x="182892" y="64096"/>
                  </a:lnTo>
                  <a:lnTo>
                    <a:pt x="182600" y="65811"/>
                  </a:lnTo>
                  <a:lnTo>
                    <a:pt x="182765" y="69545"/>
                  </a:lnTo>
                  <a:lnTo>
                    <a:pt x="182930" y="73291"/>
                  </a:lnTo>
                  <a:lnTo>
                    <a:pt x="183756" y="76276"/>
                  </a:lnTo>
                  <a:lnTo>
                    <a:pt x="185432" y="76161"/>
                  </a:lnTo>
                  <a:lnTo>
                    <a:pt x="185978" y="73101"/>
                  </a:lnTo>
                  <a:lnTo>
                    <a:pt x="185635" y="65620"/>
                  </a:lnTo>
                  <a:lnTo>
                    <a:pt x="185178" y="63944"/>
                  </a:lnTo>
                  <a:lnTo>
                    <a:pt x="186651" y="64287"/>
                  </a:lnTo>
                  <a:lnTo>
                    <a:pt x="189865" y="64096"/>
                  </a:lnTo>
                  <a:lnTo>
                    <a:pt x="193065" y="63893"/>
                  </a:lnTo>
                  <a:lnTo>
                    <a:pt x="195630" y="62928"/>
                  </a:lnTo>
                  <a:lnTo>
                    <a:pt x="195541" y="60972"/>
                  </a:lnTo>
                  <a:lnTo>
                    <a:pt x="192900" y="60350"/>
                  </a:lnTo>
                  <a:lnTo>
                    <a:pt x="186486" y="60744"/>
                  </a:lnTo>
                  <a:lnTo>
                    <a:pt x="184975" y="61315"/>
                  </a:lnTo>
                  <a:lnTo>
                    <a:pt x="185280" y="59563"/>
                  </a:lnTo>
                  <a:lnTo>
                    <a:pt x="185115" y="55829"/>
                  </a:lnTo>
                  <a:lnTo>
                    <a:pt x="184950" y="52082"/>
                  </a:lnTo>
                  <a:lnTo>
                    <a:pt x="184124" y="49098"/>
                  </a:lnTo>
                  <a:lnTo>
                    <a:pt x="183756" y="49123"/>
                  </a:lnTo>
                  <a:lnTo>
                    <a:pt x="215519" y="12077"/>
                  </a:lnTo>
                  <a:lnTo>
                    <a:pt x="215099" y="14452"/>
                  </a:lnTo>
                  <a:lnTo>
                    <a:pt x="215442" y="21932"/>
                  </a:lnTo>
                  <a:lnTo>
                    <a:pt x="215887" y="23596"/>
                  </a:lnTo>
                  <a:lnTo>
                    <a:pt x="214503" y="23253"/>
                  </a:lnTo>
                  <a:lnTo>
                    <a:pt x="211289" y="23456"/>
                  </a:lnTo>
                  <a:lnTo>
                    <a:pt x="208089" y="23647"/>
                  </a:lnTo>
                  <a:lnTo>
                    <a:pt x="205524" y="24612"/>
                  </a:lnTo>
                  <a:lnTo>
                    <a:pt x="205613" y="26568"/>
                  </a:lnTo>
                  <a:lnTo>
                    <a:pt x="208254" y="27203"/>
                  </a:lnTo>
                  <a:lnTo>
                    <a:pt x="214668" y="26809"/>
                  </a:lnTo>
                  <a:lnTo>
                    <a:pt x="216090" y="26276"/>
                  </a:lnTo>
                  <a:lnTo>
                    <a:pt x="215798" y="27990"/>
                  </a:lnTo>
                  <a:lnTo>
                    <a:pt x="215963" y="31724"/>
                  </a:lnTo>
                  <a:lnTo>
                    <a:pt x="216141" y="35471"/>
                  </a:lnTo>
                  <a:lnTo>
                    <a:pt x="216966" y="38455"/>
                  </a:lnTo>
                  <a:lnTo>
                    <a:pt x="218643" y="38341"/>
                  </a:lnTo>
                  <a:lnTo>
                    <a:pt x="219189" y="35280"/>
                  </a:lnTo>
                  <a:lnTo>
                    <a:pt x="218833" y="27800"/>
                  </a:lnTo>
                  <a:lnTo>
                    <a:pt x="218376" y="26123"/>
                  </a:lnTo>
                  <a:lnTo>
                    <a:pt x="219862" y="26479"/>
                  </a:lnTo>
                  <a:lnTo>
                    <a:pt x="223062" y="26276"/>
                  </a:lnTo>
                  <a:lnTo>
                    <a:pt x="226263" y="26073"/>
                  </a:lnTo>
                  <a:lnTo>
                    <a:pt x="228828" y="25107"/>
                  </a:lnTo>
                  <a:lnTo>
                    <a:pt x="228803" y="24765"/>
                  </a:lnTo>
                  <a:lnTo>
                    <a:pt x="250164" y="49657"/>
                  </a:lnTo>
                  <a:lnTo>
                    <a:pt x="248539" y="49745"/>
                  </a:lnTo>
                  <a:lnTo>
                    <a:pt x="247992" y="52819"/>
                  </a:lnTo>
                  <a:lnTo>
                    <a:pt x="248335" y="60286"/>
                  </a:lnTo>
                  <a:lnTo>
                    <a:pt x="248780" y="61963"/>
                  </a:lnTo>
                  <a:lnTo>
                    <a:pt x="247383" y="61620"/>
                  </a:lnTo>
                  <a:lnTo>
                    <a:pt x="244182" y="61810"/>
                  </a:lnTo>
                  <a:lnTo>
                    <a:pt x="240969" y="62014"/>
                  </a:lnTo>
                  <a:lnTo>
                    <a:pt x="238404" y="62979"/>
                  </a:lnTo>
                  <a:lnTo>
                    <a:pt x="238506" y="64935"/>
                  </a:lnTo>
                  <a:lnTo>
                    <a:pt x="241147" y="65557"/>
                  </a:lnTo>
                  <a:lnTo>
                    <a:pt x="247548" y="65163"/>
                  </a:lnTo>
                  <a:lnTo>
                    <a:pt x="248983" y="64630"/>
                  </a:lnTo>
                  <a:lnTo>
                    <a:pt x="248691" y="66344"/>
                  </a:lnTo>
                  <a:lnTo>
                    <a:pt x="248856" y="70091"/>
                  </a:lnTo>
                  <a:lnTo>
                    <a:pt x="249021" y="73825"/>
                  </a:lnTo>
                  <a:lnTo>
                    <a:pt x="249847" y="76809"/>
                  </a:lnTo>
                  <a:lnTo>
                    <a:pt x="250393" y="76784"/>
                  </a:lnTo>
                  <a:lnTo>
                    <a:pt x="250393" y="50355"/>
                  </a:lnTo>
                  <a:lnTo>
                    <a:pt x="250215" y="49720"/>
                  </a:lnTo>
                  <a:lnTo>
                    <a:pt x="260007" y="61137"/>
                  </a:lnTo>
                  <a:lnTo>
                    <a:pt x="260007" y="50482"/>
                  </a:lnTo>
                  <a:lnTo>
                    <a:pt x="227101" y="12103"/>
                  </a:lnTo>
                  <a:lnTo>
                    <a:pt x="227101" y="22771"/>
                  </a:lnTo>
                  <a:lnTo>
                    <a:pt x="226098" y="22529"/>
                  </a:lnTo>
                  <a:lnTo>
                    <a:pt x="219697" y="22923"/>
                  </a:lnTo>
                  <a:lnTo>
                    <a:pt x="218186" y="23495"/>
                  </a:lnTo>
                  <a:lnTo>
                    <a:pt x="218490" y="21742"/>
                  </a:lnTo>
                  <a:lnTo>
                    <a:pt x="218313" y="18008"/>
                  </a:lnTo>
                  <a:lnTo>
                    <a:pt x="218147" y="14262"/>
                  </a:lnTo>
                  <a:lnTo>
                    <a:pt x="217335" y="11366"/>
                  </a:lnTo>
                  <a:lnTo>
                    <a:pt x="227101" y="22771"/>
                  </a:lnTo>
                  <a:lnTo>
                    <a:pt x="227101" y="12103"/>
                  </a:lnTo>
                  <a:lnTo>
                    <a:pt x="225869" y="10655"/>
                  </a:lnTo>
                  <a:lnTo>
                    <a:pt x="217271" y="635"/>
                  </a:lnTo>
                  <a:lnTo>
                    <a:pt x="217271" y="11290"/>
                  </a:lnTo>
                  <a:lnTo>
                    <a:pt x="216128" y="11366"/>
                  </a:lnTo>
                  <a:lnTo>
                    <a:pt x="216738" y="10655"/>
                  </a:lnTo>
                  <a:lnTo>
                    <a:pt x="217271" y="11290"/>
                  </a:lnTo>
                  <a:lnTo>
                    <a:pt x="217271" y="635"/>
                  </a:lnTo>
                  <a:lnTo>
                    <a:pt x="216738" y="0"/>
                  </a:lnTo>
                  <a:lnTo>
                    <a:pt x="182689" y="39712"/>
                  </a:lnTo>
                  <a:lnTo>
                    <a:pt x="182689" y="61417"/>
                  </a:lnTo>
                  <a:lnTo>
                    <a:pt x="181292" y="61074"/>
                  </a:lnTo>
                  <a:lnTo>
                    <a:pt x="178092" y="61277"/>
                  </a:lnTo>
                  <a:lnTo>
                    <a:pt x="174891" y="61468"/>
                  </a:lnTo>
                  <a:lnTo>
                    <a:pt x="172402" y="62420"/>
                  </a:lnTo>
                  <a:lnTo>
                    <a:pt x="172402" y="64338"/>
                  </a:lnTo>
                  <a:lnTo>
                    <a:pt x="171564" y="63347"/>
                  </a:lnTo>
                  <a:lnTo>
                    <a:pt x="172326" y="62458"/>
                  </a:lnTo>
                  <a:lnTo>
                    <a:pt x="172402" y="64338"/>
                  </a:lnTo>
                  <a:lnTo>
                    <a:pt x="172402" y="62420"/>
                  </a:lnTo>
                  <a:lnTo>
                    <a:pt x="182118" y="51041"/>
                  </a:lnTo>
                  <a:lnTo>
                    <a:pt x="181902" y="52273"/>
                  </a:lnTo>
                  <a:lnTo>
                    <a:pt x="182245" y="59753"/>
                  </a:lnTo>
                  <a:lnTo>
                    <a:pt x="182689" y="61417"/>
                  </a:lnTo>
                  <a:lnTo>
                    <a:pt x="182689" y="39712"/>
                  </a:lnTo>
                  <a:lnTo>
                    <a:pt x="162420" y="63347"/>
                  </a:lnTo>
                  <a:lnTo>
                    <a:pt x="216738" y="126695"/>
                  </a:lnTo>
                  <a:lnTo>
                    <a:pt x="225869" y="116039"/>
                  </a:lnTo>
                  <a:lnTo>
                    <a:pt x="271043" y="63347"/>
                  </a:lnTo>
                  <a:close/>
                </a:path>
                <a:path w="422909" h="437514">
                  <a:moveTo>
                    <a:pt x="422567" y="140512"/>
                  </a:moveTo>
                  <a:lnTo>
                    <a:pt x="413435" y="129870"/>
                  </a:lnTo>
                  <a:lnTo>
                    <a:pt x="413435" y="140512"/>
                  </a:lnTo>
                  <a:lnTo>
                    <a:pt x="368274" y="193192"/>
                  </a:lnTo>
                  <a:lnTo>
                    <a:pt x="356590" y="179590"/>
                  </a:lnTo>
                  <a:lnTo>
                    <a:pt x="359168" y="180187"/>
                  </a:lnTo>
                  <a:lnTo>
                    <a:pt x="365569" y="179793"/>
                  </a:lnTo>
                  <a:lnTo>
                    <a:pt x="367004" y="179260"/>
                  </a:lnTo>
                  <a:lnTo>
                    <a:pt x="366712" y="180975"/>
                  </a:lnTo>
                  <a:lnTo>
                    <a:pt x="366877" y="184708"/>
                  </a:lnTo>
                  <a:lnTo>
                    <a:pt x="367042" y="188455"/>
                  </a:lnTo>
                  <a:lnTo>
                    <a:pt x="367868" y="191439"/>
                  </a:lnTo>
                  <a:lnTo>
                    <a:pt x="369544" y="191338"/>
                  </a:lnTo>
                  <a:lnTo>
                    <a:pt x="370090" y="188264"/>
                  </a:lnTo>
                  <a:lnTo>
                    <a:pt x="369747" y="180784"/>
                  </a:lnTo>
                  <a:lnTo>
                    <a:pt x="369290" y="179108"/>
                  </a:lnTo>
                  <a:lnTo>
                    <a:pt x="370763" y="179463"/>
                  </a:lnTo>
                  <a:lnTo>
                    <a:pt x="373976" y="179260"/>
                  </a:lnTo>
                  <a:lnTo>
                    <a:pt x="377177" y="179057"/>
                  </a:lnTo>
                  <a:lnTo>
                    <a:pt x="379742" y="178092"/>
                  </a:lnTo>
                  <a:lnTo>
                    <a:pt x="379653" y="176136"/>
                  </a:lnTo>
                  <a:lnTo>
                    <a:pt x="377012" y="175514"/>
                  </a:lnTo>
                  <a:lnTo>
                    <a:pt x="370598" y="175907"/>
                  </a:lnTo>
                  <a:lnTo>
                    <a:pt x="369087" y="176479"/>
                  </a:lnTo>
                  <a:lnTo>
                    <a:pt x="369392" y="174726"/>
                  </a:lnTo>
                  <a:lnTo>
                    <a:pt x="369227" y="170992"/>
                  </a:lnTo>
                  <a:lnTo>
                    <a:pt x="369062" y="167246"/>
                  </a:lnTo>
                  <a:lnTo>
                    <a:pt x="368236" y="164261"/>
                  </a:lnTo>
                  <a:lnTo>
                    <a:pt x="366560" y="164376"/>
                  </a:lnTo>
                  <a:lnTo>
                    <a:pt x="366014" y="167436"/>
                  </a:lnTo>
                  <a:lnTo>
                    <a:pt x="366356" y="174917"/>
                  </a:lnTo>
                  <a:lnTo>
                    <a:pt x="366801" y="176580"/>
                  </a:lnTo>
                  <a:lnTo>
                    <a:pt x="365404" y="176237"/>
                  </a:lnTo>
                  <a:lnTo>
                    <a:pt x="362204" y="176441"/>
                  </a:lnTo>
                  <a:lnTo>
                    <a:pt x="359003" y="176644"/>
                  </a:lnTo>
                  <a:lnTo>
                    <a:pt x="356438" y="177596"/>
                  </a:lnTo>
                  <a:lnTo>
                    <a:pt x="356514" y="179501"/>
                  </a:lnTo>
                  <a:lnTo>
                    <a:pt x="324002" y="141579"/>
                  </a:lnTo>
                  <a:lnTo>
                    <a:pt x="326580" y="142189"/>
                  </a:lnTo>
                  <a:lnTo>
                    <a:pt x="332994" y="141782"/>
                  </a:lnTo>
                  <a:lnTo>
                    <a:pt x="334429" y="141249"/>
                  </a:lnTo>
                  <a:lnTo>
                    <a:pt x="334137" y="142976"/>
                  </a:lnTo>
                  <a:lnTo>
                    <a:pt x="334302" y="146710"/>
                  </a:lnTo>
                  <a:lnTo>
                    <a:pt x="334467" y="150444"/>
                  </a:lnTo>
                  <a:lnTo>
                    <a:pt x="335292" y="153428"/>
                  </a:lnTo>
                  <a:lnTo>
                    <a:pt x="336969" y="153327"/>
                  </a:lnTo>
                  <a:lnTo>
                    <a:pt x="337515" y="150253"/>
                  </a:lnTo>
                  <a:lnTo>
                    <a:pt x="337172" y="142786"/>
                  </a:lnTo>
                  <a:lnTo>
                    <a:pt x="336702" y="141109"/>
                  </a:lnTo>
                  <a:lnTo>
                    <a:pt x="338188" y="141452"/>
                  </a:lnTo>
                  <a:lnTo>
                    <a:pt x="341388" y="141249"/>
                  </a:lnTo>
                  <a:lnTo>
                    <a:pt x="344601" y="141058"/>
                  </a:lnTo>
                  <a:lnTo>
                    <a:pt x="347167" y="140093"/>
                  </a:lnTo>
                  <a:lnTo>
                    <a:pt x="347065" y="138137"/>
                  </a:lnTo>
                  <a:lnTo>
                    <a:pt x="344424" y="137502"/>
                  </a:lnTo>
                  <a:lnTo>
                    <a:pt x="338023" y="137909"/>
                  </a:lnTo>
                  <a:lnTo>
                    <a:pt x="336511" y="138480"/>
                  </a:lnTo>
                  <a:lnTo>
                    <a:pt x="336816" y="136728"/>
                  </a:lnTo>
                  <a:lnTo>
                    <a:pt x="336651" y="132981"/>
                  </a:lnTo>
                  <a:lnTo>
                    <a:pt x="336473" y="129247"/>
                  </a:lnTo>
                  <a:lnTo>
                    <a:pt x="335648" y="126263"/>
                  </a:lnTo>
                  <a:lnTo>
                    <a:pt x="335292" y="126288"/>
                  </a:lnTo>
                  <a:lnTo>
                    <a:pt x="368274" y="87820"/>
                  </a:lnTo>
                  <a:lnTo>
                    <a:pt x="401675" y="126809"/>
                  </a:lnTo>
                  <a:lnTo>
                    <a:pt x="400062" y="126911"/>
                  </a:lnTo>
                  <a:lnTo>
                    <a:pt x="399516" y="129971"/>
                  </a:lnTo>
                  <a:lnTo>
                    <a:pt x="399872" y="137452"/>
                  </a:lnTo>
                  <a:lnTo>
                    <a:pt x="400316" y="139115"/>
                  </a:lnTo>
                  <a:lnTo>
                    <a:pt x="398919" y="138772"/>
                  </a:lnTo>
                  <a:lnTo>
                    <a:pt x="395706" y="138976"/>
                  </a:lnTo>
                  <a:lnTo>
                    <a:pt x="392506" y="139179"/>
                  </a:lnTo>
                  <a:lnTo>
                    <a:pt x="389940" y="140131"/>
                  </a:lnTo>
                  <a:lnTo>
                    <a:pt x="390029" y="142100"/>
                  </a:lnTo>
                  <a:lnTo>
                    <a:pt x="392671" y="142722"/>
                  </a:lnTo>
                  <a:lnTo>
                    <a:pt x="399084" y="142328"/>
                  </a:lnTo>
                  <a:lnTo>
                    <a:pt x="401637" y="141363"/>
                  </a:lnTo>
                  <a:lnTo>
                    <a:pt x="401586" y="140398"/>
                  </a:lnTo>
                  <a:lnTo>
                    <a:pt x="402374" y="140347"/>
                  </a:lnTo>
                  <a:lnTo>
                    <a:pt x="402907" y="137261"/>
                  </a:lnTo>
                  <a:lnTo>
                    <a:pt x="402729" y="133527"/>
                  </a:lnTo>
                  <a:lnTo>
                    <a:pt x="402564" y="129781"/>
                  </a:lnTo>
                  <a:lnTo>
                    <a:pt x="401764" y="126898"/>
                  </a:lnTo>
                  <a:lnTo>
                    <a:pt x="413435" y="140512"/>
                  </a:lnTo>
                  <a:lnTo>
                    <a:pt x="413435" y="129870"/>
                  </a:lnTo>
                  <a:lnTo>
                    <a:pt x="377405" y="87820"/>
                  </a:lnTo>
                  <a:lnTo>
                    <a:pt x="368274" y="77152"/>
                  </a:lnTo>
                  <a:lnTo>
                    <a:pt x="334225" y="116878"/>
                  </a:lnTo>
                  <a:lnTo>
                    <a:pt x="334225" y="138582"/>
                  </a:lnTo>
                  <a:lnTo>
                    <a:pt x="332828" y="138239"/>
                  </a:lnTo>
                  <a:lnTo>
                    <a:pt x="329628" y="138430"/>
                  </a:lnTo>
                  <a:lnTo>
                    <a:pt x="326415" y="138633"/>
                  </a:lnTo>
                  <a:lnTo>
                    <a:pt x="323938" y="139573"/>
                  </a:lnTo>
                  <a:lnTo>
                    <a:pt x="323938" y="141503"/>
                  </a:lnTo>
                  <a:lnTo>
                    <a:pt x="323100" y="140512"/>
                  </a:lnTo>
                  <a:lnTo>
                    <a:pt x="323850" y="139649"/>
                  </a:lnTo>
                  <a:lnTo>
                    <a:pt x="323938" y="141503"/>
                  </a:lnTo>
                  <a:lnTo>
                    <a:pt x="323938" y="139573"/>
                  </a:lnTo>
                  <a:lnTo>
                    <a:pt x="333641" y="128219"/>
                  </a:lnTo>
                  <a:lnTo>
                    <a:pt x="333425" y="129438"/>
                  </a:lnTo>
                  <a:lnTo>
                    <a:pt x="333781" y="136906"/>
                  </a:lnTo>
                  <a:lnTo>
                    <a:pt x="334225" y="138582"/>
                  </a:lnTo>
                  <a:lnTo>
                    <a:pt x="334225" y="116878"/>
                  </a:lnTo>
                  <a:lnTo>
                    <a:pt x="317080" y="136867"/>
                  </a:lnTo>
                  <a:lnTo>
                    <a:pt x="311086" y="129882"/>
                  </a:lnTo>
                  <a:lnTo>
                    <a:pt x="311086" y="140512"/>
                  </a:lnTo>
                  <a:lnTo>
                    <a:pt x="300964" y="152311"/>
                  </a:lnTo>
                  <a:lnTo>
                    <a:pt x="301244" y="150799"/>
                  </a:lnTo>
                  <a:lnTo>
                    <a:pt x="300901" y="143319"/>
                  </a:lnTo>
                  <a:lnTo>
                    <a:pt x="300443" y="141643"/>
                  </a:lnTo>
                  <a:lnTo>
                    <a:pt x="301917" y="141998"/>
                  </a:lnTo>
                  <a:lnTo>
                    <a:pt x="305130" y="141795"/>
                  </a:lnTo>
                  <a:lnTo>
                    <a:pt x="308330" y="141592"/>
                  </a:lnTo>
                  <a:lnTo>
                    <a:pt x="310896" y="140639"/>
                  </a:lnTo>
                  <a:lnTo>
                    <a:pt x="310870" y="140271"/>
                  </a:lnTo>
                  <a:lnTo>
                    <a:pt x="311086" y="140512"/>
                  </a:lnTo>
                  <a:lnTo>
                    <a:pt x="311086" y="129882"/>
                  </a:lnTo>
                  <a:lnTo>
                    <a:pt x="309168" y="127635"/>
                  </a:lnTo>
                  <a:lnTo>
                    <a:pt x="309168" y="138290"/>
                  </a:lnTo>
                  <a:lnTo>
                    <a:pt x="308165" y="138049"/>
                  </a:lnTo>
                  <a:lnTo>
                    <a:pt x="301752" y="138442"/>
                  </a:lnTo>
                  <a:lnTo>
                    <a:pt x="300240" y="139014"/>
                  </a:lnTo>
                  <a:lnTo>
                    <a:pt x="300545" y="137261"/>
                  </a:lnTo>
                  <a:lnTo>
                    <a:pt x="300380" y="133527"/>
                  </a:lnTo>
                  <a:lnTo>
                    <a:pt x="300215" y="129781"/>
                  </a:lnTo>
                  <a:lnTo>
                    <a:pt x="299567" y="127469"/>
                  </a:lnTo>
                  <a:lnTo>
                    <a:pt x="299567" y="153949"/>
                  </a:lnTo>
                  <a:lnTo>
                    <a:pt x="265912" y="193192"/>
                  </a:lnTo>
                  <a:lnTo>
                    <a:pt x="254228" y="179590"/>
                  </a:lnTo>
                  <a:lnTo>
                    <a:pt x="256819" y="180187"/>
                  </a:lnTo>
                  <a:lnTo>
                    <a:pt x="263220" y="179793"/>
                  </a:lnTo>
                  <a:lnTo>
                    <a:pt x="264655" y="179260"/>
                  </a:lnTo>
                  <a:lnTo>
                    <a:pt x="264363" y="180975"/>
                  </a:lnTo>
                  <a:lnTo>
                    <a:pt x="264528" y="184708"/>
                  </a:lnTo>
                  <a:lnTo>
                    <a:pt x="264693" y="188455"/>
                  </a:lnTo>
                  <a:lnTo>
                    <a:pt x="265518" y="191439"/>
                  </a:lnTo>
                  <a:lnTo>
                    <a:pt x="267195" y="191338"/>
                  </a:lnTo>
                  <a:lnTo>
                    <a:pt x="267741" y="188264"/>
                  </a:lnTo>
                  <a:lnTo>
                    <a:pt x="267398" y="180784"/>
                  </a:lnTo>
                  <a:lnTo>
                    <a:pt x="266928" y="179108"/>
                  </a:lnTo>
                  <a:lnTo>
                    <a:pt x="268414" y="179463"/>
                  </a:lnTo>
                  <a:lnTo>
                    <a:pt x="271614" y="179260"/>
                  </a:lnTo>
                  <a:lnTo>
                    <a:pt x="274828" y="179057"/>
                  </a:lnTo>
                  <a:lnTo>
                    <a:pt x="277393" y="178092"/>
                  </a:lnTo>
                  <a:lnTo>
                    <a:pt x="277291" y="176136"/>
                  </a:lnTo>
                  <a:lnTo>
                    <a:pt x="274650" y="175514"/>
                  </a:lnTo>
                  <a:lnTo>
                    <a:pt x="268249" y="175907"/>
                  </a:lnTo>
                  <a:lnTo>
                    <a:pt x="266738" y="176479"/>
                  </a:lnTo>
                  <a:lnTo>
                    <a:pt x="267042" y="174726"/>
                  </a:lnTo>
                  <a:lnTo>
                    <a:pt x="266877" y="170992"/>
                  </a:lnTo>
                  <a:lnTo>
                    <a:pt x="266712" y="167246"/>
                  </a:lnTo>
                  <a:lnTo>
                    <a:pt x="265874" y="164261"/>
                  </a:lnTo>
                  <a:lnTo>
                    <a:pt x="264198" y="164376"/>
                  </a:lnTo>
                  <a:lnTo>
                    <a:pt x="263664" y="167436"/>
                  </a:lnTo>
                  <a:lnTo>
                    <a:pt x="264007" y="174917"/>
                  </a:lnTo>
                  <a:lnTo>
                    <a:pt x="264452" y="176580"/>
                  </a:lnTo>
                  <a:lnTo>
                    <a:pt x="263055" y="176237"/>
                  </a:lnTo>
                  <a:lnTo>
                    <a:pt x="259854" y="176441"/>
                  </a:lnTo>
                  <a:lnTo>
                    <a:pt x="256641" y="176644"/>
                  </a:lnTo>
                  <a:lnTo>
                    <a:pt x="254076" y="177596"/>
                  </a:lnTo>
                  <a:lnTo>
                    <a:pt x="254165" y="179514"/>
                  </a:lnTo>
                  <a:lnTo>
                    <a:pt x="221640" y="141579"/>
                  </a:lnTo>
                  <a:lnTo>
                    <a:pt x="224231" y="142189"/>
                  </a:lnTo>
                  <a:lnTo>
                    <a:pt x="230644" y="141782"/>
                  </a:lnTo>
                  <a:lnTo>
                    <a:pt x="232067" y="141249"/>
                  </a:lnTo>
                  <a:lnTo>
                    <a:pt x="231775" y="142976"/>
                  </a:lnTo>
                  <a:lnTo>
                    <a:pt x="231940" y="146710"/>
                  </a:lnTo>
                  <a:lnTo>
                    <a:pt x="232117" y="150444"/>
                  </a:lnTo>
                  <a:lnTo>
                    <a:pt x="232943" y="153428"/>
                  </a:lnTo>
                  <a:lnTo>
                    <a:pt x="234619" y="153327"/>
                  </a:lnTo>
                  <a:lnTo>
                    <a:pt x="235153" y="150253"/>
                  </a:lnTo>
                  <a:lnTo>
                    <a:pt x="234810" y="142786"/>
                  </a:lnTo>
                  <a:lnTo>
                    <a:pt x="234353" y="141109"/>
                  </a:lnTo>
                  <a:lnTo>
                    <a:pt x="235839" y="141452"/>
                  </a:lnTo>
                  <a:lnTo>
                    <a:pt x="239039" y="141249"/>
                  </a:lnTo>
                  <a:lnTo>
                    <a:pt x="242239" y="141058"/>
                  </a:lnTo>
                  <a:lnTo>
                    <a:pt x="244805" y="140093"/>
                  </a:lnTo>
                  <a:lnTo>
                    <a:pt x="244716" y="138137"/>
                  </a:lnTo>
                  <a:lnTo>
                    <a:pt x="242074" y="137502"/>
                  </a:lnTo>
                  <a:lnTo>
                    <a:pt x="235661" y="137909"/>
                  </a:lnTo>
                  <a:lnTo>
                    <a:pt x="234149" y="138480"/>
                  </a:lnTo>
                  <a:lnTo>
                    <a:pt x="234454" y="136728"/>
                  </a:lnTo>
                  <a:lnTo>
                    <a:pt x="234289" y="132981"/>
                  </a:lnTo>
                  <a:lnTo>
                    <a:pt x="234124" y="129247"/>
                  </a:lnTo>
                  <a:lnTo>
                    <a:pt x="233299" y="126263"/>
                  </a:lnTo>
                  <a:lnTo>
                    <a:pt x="232930" y="126288"/>
                  </a:lnTo>
                  <a:lnTo>
                    <a:pt x="264693" y="89242"/>
                  </a:lnTo>
                  <a:lnTo>
                    <a:pt x="264287" y="91617"/>
                  </a:lnTo>
                  <a:lnTo>
                    <a:pt x="264629" y="99085"/>
                  </a:lnTo>
                  <a:lnTo>
                    <a:pt x="265074" y="100761"/>
                  </a:lnTo>
                  <a:lnTo>
                    <a:pt x="263677" y="100418"/>
                  </a:lnTo>
                  <a:lnTo>
                    <a:pt x="260477" y="100609"/>
                  </a:lnTo>
                  <a:lnTo>
                    <a:pt x="257263" y="100812"/>
                  </a:lnTo>
                  <a:lnTo>
                    <a:pt x="254698" y="101777"/>
                  </a:lnTo>
                  <a:lnTo>
                    <a:pt x="254800" y="103733"/>
                  </a:lnTo>
                  <a:lnTo>
                    <a:pt x="257429" y="104368"/>
                  </a:lnTo>
                  <a:lnTo>
                    <a:pt x="263842" y="103962"/>
                  </a:lnTo>
                  <a:lnTo>
                    <a:pt x="265277" y="103428"/>
                  </a:lnTo>
                  <a:lnTo>
                    <a:pt x="264985" y="105156"/>
                  </a:lnTo>
                  <a:lnTo>
                    <a:pt x="265150" y="108889"/>
                  </a:lnTo>
                  <a:lnTo>
                    <a:pt x="265315" y="112623"/>
                  </a:lnTo>
                  <a:lnTo>
                    <a:pt x="266141" y="115608"/>
                  </a:lnTo>
                  <a:lnTo>
                    <a:pt x="267817" y="115506"/>
                  </a:lnTo>
                  <a:lnTo>
                    <a:pt x="268363" y="112445"/>
                  </a:lnTo>
                  <a:lnTo>
                    <a:pt x="268020" y="104965"/>
                  </a:lnTo>
                  <a:lnTo>
                    <a:pt x="267550" y="103289"/>
                  </a:lnTo>
                  <a:lnTo>
                    <a:pt x="269036" y="103632"/>
                  </a:lnTo>
                  <a:lnTo>
                    <a:pt x="272237" y="103428"/>
                  </a:lnTo>
                  <a:lnTo>
                    <a:pt x="275450" y="103238"/>
                  </a:lnTo>
                  <a:lnTo>
                    <a:pt x="278015" y="102273"/>
                  </a:lnTo>
                  <a:lnTo>
                    <a:pt x="277990" y="101942"/>
                  </a:lnTo>
                  <a:lnTo>
                    <a:pt x="299326" y="126809"/>
                  </a:lnTo>
                  <a:lnTo>
                    <a:pt x="297713" y="126911"/>
                  </a:lnTo>
                  <a:lnTo>
                    <a:pt x="297167" y="129971"/>
                  </a:lnTo>
                  <a:lnTo>
                    <a:pt x="297510" y="137452"/>
                  </a:lnTo>
                  <a:lnTo>
                    <a:pt x="297954" y="139115"/>
                  </a:lnTo>
                  <a:lnTo>
                    <a:pt x="296557" y="138772"/>
                  </a:lnTo>
                  <a:lnTo>
                    <a:pt x="293357" y="138976"/>
                  </a:lnTo>
                  <a:lnTo>
                    <a:pt x="290156" y="139179"/>
                  </a:lnTo>
                  <a:lnTo>
                    <a:pt x="287591" y="140131"/>
                  </a:lnTo>
                  <a:lnTo>
                    <a:pt x="287680" y="142100"/>
                  </a:lnTo>
                  <a:lnTo>
                    <a:pt x="290322" y="142722"/>
                  </a:lnTo>
                  <a:lnTo>
                    <a:pt x="296722" y="142328"/>
                  </a:lnTo>
                  <a:lnTo>
                    <a:pt x="298157" y="141795"/>
                  </a:lnTo>
                  <a:lnTo>
                    <a:pt x="297865" y="143510"/>
                  </a:lnTo>
                  <a:lnTo>
                    <a:pt x="298030" y="147243"/>
                  </a:lnTo>
                  <a:lnTo>
                    <a:pt x="298196" y="150990"/>
                  </a:lnTo>
                  <a:lnTo>
                    <a:pt x="299034" y="153974"/>
                  </a:lnTo>
                  <a:lnTo>
                    <a:pt x="299567" y="153949"/>
                  </a:lnTo>
                  <a:lnTo>
                    <a:pt x="299567" y="127469"/>
                  </a:lnTo>
                  <a:lnTo>
                    <a:pt x="299415" y="126911"/>
                  </a:lnTo>
                  <a:lnTo>
                    <a:pt x="309168" y="138290"/>
                  </a:lnTo>
                  <a:lnTo>
                    <a:pt x="309168" y="127635"/>
                  </a:lnTo>
                  <a:lnTo>
                    <a:pt x="276275" y="89255"/>
                  </a:lnTo>
                  <a:lnTo>
                    <a:pt x="276275" y="99923"/>
                  </a:lnTo>
                  <a:lnTo>
                    <a:pt x="275272" y="99682"/>
                  </a:lnTo>
                  <a:lnTo>
                    <a:pt x="268871" y="100088"/>
                  </a:lnTo>
                  <a:lnTo>
                    <a:pt x="267360" y="100660"/>
                  </a:lnTo>
                  <a:lnTo>
                    <a:pt x="267665" y="98907"/>
                  </a:lnTo>
                  <a:lnTo>
                    <a:pt x="267500" y="95161"/>
                  </a:lnTo>
                  <a:lnTo>
                    <a:pt x="267322" y="91427"/>
                  </a:lnTo>
                  <a:lnTo>
                    <a:pt x="266509" y="88531"/>
                  </a:lnTo>
                  <a:lnTo>
                    <a:pt x="276275" y="99923"/>
                  </a:lnTo>
                  <a:lnTo>
                    <a:pt x="276275" y="89255"/>
                  </a:lnTo>
                  <a:lnTo>
                    <a:pt x="275056" y="87820"/>
                  </a:lnTo>
                  <a:lnTo>
                    <a:pt x="266446" y="77774"/>
                  </a:lnTo>
                  <a:lnTo>
                    <a:pt x="266446" y="88455"/>
                  </a:lnTo>
                  <a:lnTo>
                    <a:pt x="265315" y="88519"/>
                  </a:lnTo>
                  <a:lnTo>
                    <a:pt x="265912" y="87820"/>
                  </a:lnTo>
                  <a:lnTo>
                    <a:pt x="266446" y="88455"/>
                  </a:lnTo>
                  <a:lnTo>
                    <a:pt x="266446" y="77774"/>
                  </a:lnTo>
                  <a:lnTo>
                    <a:pt x="265912" y="77152"/>
                  </a:lnTo>
                  <a:lnTo>
                    <a:pt x="231876" y="116865"/>
                  </a:lnTo>
                  <a:lnTo>
                    <a:pt x="231876" y="138582"/>
                  </a:lnTo>
                  <a:lnTo>
                    <a:pt x="230466" y="138239"/>
                  </a:lnTo>
                  <a:lnTo>
                    <a:pt x="227266" y="138430"/>
                  </a:lnTo>
                  <a:lnTo>
                    <a:pt x="224066" y="138633"/>
                  </a:lnTo>
                  <a:lnTo>
                    <a:pt x="221576" y="139585"/>
                  </a:lnTo>
                  <a:lnTo>
                    <a:pt x="221576" y="141503"/>
                  </a:lnTo>
                  <a:lnTo>
                    <a:pt x="220738" y="140512"/>
                  </a:lnTo>
                  <a:lnTo>
                    <a:pt x="221500" y="139623"/>
                  </a:lnTo>
                  <a:lnTo>
                    <a:pt x="221576" y="141503"/>
                  </a:lnTo>
                  <a:lnTo>
                    <a:pt x="221576" y="139585"/>
                  </a:lnTo>
                  <a:lnTo>
                    <a:pt x="231292" y="128206"/>
                  </a:lnTo>
                  <a:lnTo>
                    <a:pt x="231076" y="129438"/>
                  </a:lnTo>
                  <a:lnTo>
                    <a:pt x="231419" y="136906"/>
                  </a:lnTo>
                  <a:lnTo>
                    <a:pt x="231876" y="138582"/>
                  </a:lnTo>
                  <a:lnTo>
                    <a:pt x="231876" y="116865"/>
                  </a:lnTo>
                  <a:lnTo>
                    <a:pt x="211607" y="140512"/>
                  </a:lnTo>
                  <a:lnTo>
                    <a:pt x="265912" y="203860"/>
                  </a:lnTo>
                  <a:lnTo>
                    <a:pt x="275056" y="193192"/>
                  </a:lnTo>
                  <a:lnTo>
                    <a:pt x="317080" y="144170"/>
                  </a:lnTo>
                  <a:lnTo>
                    <a:pt x="368274" y="203860"/>
                  </a:lnTo>
                  <a:lnTo>
                    <a:pt x="377405" y="193192"/>
                  </a:lnTo>
                  <a:lnTo>
                    <a:pt x="422567" y="140512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8" name="object 2028" descr=""/>
            <p:cNvSpPr/>
            <p:nvPr/>
          </p:nvSpPr>
          <p:spPr>
            <a:xfrm>
              <a:off x="7482560" y="5959278"/>
              <a:ext cx="361315" cy="282575"/>
            </a:xfrm>
            <a:custGeom>
              <a:avLst/>
              <a:gdLst/>
              <a:ahLst/>
              <a:cxnLst/>
              <a:rect l="l" t="t" r="r" b="b"/>
              <a:pathLst>
                <a:path w="361315" h="282575">
                  <a:moveTo>
                    <a:pt x="108610" y="140512"/>
                  </a:moveTo>
                  <a:lnTo>
                    <a:pt x="99479" y="129870"/>
                  </a:lnTo>
                  <a:lnTo>
                    <a:pt x="99479" y="140512"/>
                  </a:lnTo>
                  <a:lnTo>
                    <a:pt x="89357" y="152311"/>
                  </a:lnTo>
                  <a:lnTo>
                    <a:pt x="89636" y="150799"/>
                  </a:lnTo>
                  <a:lnTo>
                    <a:pt x="89293" y="143319"/>
                  </a:lnTo>
                  <a:lnTo>
                    <a:pt x="88836" y="141643"/>
                  </a:lnTo>
                  <a:lnTo>
                    <a:pt x="90322" y="141998"/>
                  </a:lnTo>
                  <a:lnTo>
                    <a:pt x="93522" y="141795"/>
                  </a:lnTo>
                  <a:lnTo>
                    <a:pt x="96723" y="141592"/>
                  </a:lnTo>
                  <a:lnTo>
                    <a:pt x="99288" y="140639"/>
                  </a:lnTo>
                  <a:lnTo>
                    <a:pt x="99263" y="140271"/>
                  </a:lnTo>
                  <a:lnTo>
                    <a:pt x="99479" y="140512"/>
                  </a:lnTo>
                  <a:lnTo>
                    <a:pt x="99479" y="129870"/>
                  </a:lnTo>
                  <a:lnTo>
                    <a:pt x="97561" y="127622"/>
                  </a:lnTo>
                  <a:lnTo>
                    <a:pt x="97561" y="138290"/>
                  </a:lnTo>
                  <a:lnTo>
                    <a:pt x="96558" y="138049"/>
                  </a:lnTo>
                  <a:lnTo>
                    <a:pt x="90144" y="138442"/>
                  </a:lnTo>
                  <a:lnTo>
                    <a:pt x="88633" y="139014"/>
                  </a:lnTo>
                  <a:lnTo>
                    <a:pt x="88938" y="137261"/>
                  </a:lnTo>
                  <a:lnTo>
                    <a:pt x="88773" y="133527"/>
                  </a:lnTo>
                  <a:lnTo>
                    <a:pt x="88607" y="129781"/>
                  </a:lnTo>
                  <a:lnTo>
                    <a:pt x="87960" y="127469"/>
                  </a:lnTo>
                  <a:lnTo>
                    <a:pt x="87960" y="153949"/>
                  </a:lnTo>
                  <a:lnTo>
                    <a:pt x="54305" y="193192"/>
                  </a:lnTo>
                  <a:lnTo>
                    <a:pt x="42621" y="179590"/>
                  </a:lnTo>
                  <a:lnTo>
                    <a:pt x="45212" y="180187"/>
                  </a:lnTo>
                  <a:lnTo>
                    <a:pt x="51612" y="179793"/>
                  </a:lnTo>
                  <a:lnTo>
                    <a:pt x="53047" y="179260"/>
                  </a:lnTo>
                  <a:lnTo>
                    <a:pt x="52755" y="180975"/>
                  </a:lnTo>
                  <a:lnTo>
                    <a:pt x="52920" y="184708"/>
                  </a:lnTo>
                  <a:lnTo>
                    <a:pt x="53086" y="188455"/>
                  </a:lnTo>
                  <a:lnTo>
                    <a:pt x="53911" y="191439"/>
                  </a:lnTo>
                  <a:lnTo>
                    <a:pt x="55587" y="191338"/>
                  </a:lnTo>
                  <a:lnTo>
                    <a:pt x="56134" y="188264"/>
                  </a:lnTo>
                  <a:lnTo>
                    <a:pt x="55791" y="180784"/>
                  </a:lnTo>
                  <a:lnTo>
                    <a:pt x="55333" y="179120"/>
                  </a:lnTo>
                  <a:lnTo>
                    <a:pt x="56807" y="179463"/>
                  </a:lnTo>
                  <a:lnTo>
                    <a:pt x="60020" y="179260"/>
                  </a:lnTo>
                  <a:lnTo>
                    <a:pt x="63220" y="179057"/>
                  </a:lnTo>
                  <a:lnTo>
                    <a:pt x="65786" y="178092"/>
                  </a:lnTo>
                  <a:lnTo>
                    <a:pt x="65684" y="176136"/>
                  </a:lnTo>
                  <a:lnTo>
                    <a:pt x="63055" y="175514"/>
                  </a:lnTo>
                  <a:lnTo>
                    <a:pt x="56642" y="175907"/>
                  </a:lnTo>
                  <a:lnTo>
                    <a:pt x="55130" y="176479"/>
                  </a:lnTo>
                  <a:lnTo>
                    <a:pt x="55435" y="174726"/>
                  </a:lnTo>
                  <a:lnTo>
                    <a:pt x="55270" y="170992"/>
                  </a:lnTo>
                  <a:lnTo>
                    <a:pt x="55105" y="167246"/>
                  </a:lnTo>
                  <a:lnTo>
                    <a:pt x="54267" y="164261"/>
                  </a:lnTo>
                  <a:lnTo>
                    <a:pt x="52603" y="164376"/>
                  </a:lnTo>
                  <a:lnTo>
                    <a:pt x="52057" y="167436"/>
                  </a:lnTo>
                  <a:lnTo>
                    <a:pt x="52400" y="174917"/>
                  </a:lnTo>
                  <a:lnTo>
                    <a:pt x="52844" y="176580"/>
                  </a:lnTo>
                  <a:lnTo>
                    <a:pt x="51447" y="176237"/>
                  </a:lnTo>
                  <a:lnTo>
                    <a:pt x="48247" y="176441"/>
                  </a:lnTo>
                  <a:lnTo>
                    <a:pt x="45034" y="176644"/>
                  </a:lnTo>
                  <a:lnTo>
                    <a:pt x="42481" y="177596"/>
                  </a:lnTo>
                  <a:lnTo>
                    <a:pt x="42557" y="179514"/>
                  </a:lnTo>
                  <a:lnTo>
                    <a:pt x="10045" y="141579"/>
                  </a:lnTo>
                  <a:lnTo>
                    <a:pt x="12623" y="142189"/>
                  </a:lnTo>
                  <a:lnTo>
                    <a:pt x="19037" y="141782"/>
                  </a:lnTo>
                  <a:lnTo>
                    <a:pt x="20459" y="141249"/>
                  </a:lnTo>
                  <a:lnTo>
                    <a:pt x="20167" y="142976"/>
                  </a:lnTo>
                  <a:lnTo>
                    <a:pt x="20332" y="146710"/>
                  </a:lnTo>
                  <a:lnTo>
                    <a:pt x="20510" y="150444"/>
                  </a:lnTo>
                  <a:lnTo>
                    <a:pt x="21336" y="153428"/>
                  </a:lnTo>
                  <a:lnTo>
                    <a:pt x="23012" y="153327"/>
                  </a:lnTo>
                  <a:lnTo>
                    <a:pt x="23558" y="150253"/>
                  </a:lnTo>
                  <a:lnTo>
                    <a:pt x="23202" y="142786"/>
                  </a:lnTo>
                  <a:lnTo>
                    <a:pt x="22745" y="141109"/>
                  </a:lnTo>
                  <a:lnTo>
                    <a:pt x="24231" y="141452"/>
                  </a:lnTo>
                  <a:lnTo>
                    <a:pt x="27432" y="141249"/>
                  </a:lnTo>
                  <a:lnTo>
                    <a:pt x="30632" y="141058"/>
                  </a:lnTo>
                  <a:lnTo>
                    <a:pt x="33197" y="140093"/>
                  </a:lnTo>
                  <a:lnTo>
                    <a:pt x="33108" y="138137"/>
                  </a:lnTo>
                  <a:lnTo>
                    <a:pt x="30467" y="137502"/>
                  </a:lnTo>
                  <a:lnTo>
                    <a:pt x="24066" y="137909"/>
                  </a:lnTo>
                  <a:lnTo>
                    <a:pt x="22555" y="138480"/>
                  </a:lnTo>
                  <a:lnTo>
                    <a:pt x="22860" y="136728"/>
                  </a:lnTo>
                  <a:lnTo>
                    <a:pt x="22682" y="132981"/>
                  </a:lnTo>
                  <a:lnTo>
                    <a:pt x="22517" y="129247"/>
                  </a:lnTo>
                  <a:lnTo>
                    <a:pt x="21691" y="126263"/>
                  </a:lnTo>
                  <a:lnTo>
                    <a:pt x="21336" y="126288"/>
                  </a:lnTo>
                  <a:lnTo>
                    <a:pt x="53086" y="89242"/>
                  </a:lnTo>
                  <a:lnTo>
                    <a:pt x="52679" y="91617"/>
                  </a:lnTo>
                  <a:lnTo>
                    <a:pt x="53022" y="99085"/>
                  </a:lnTo>
                  <a:lnTo>
                    <a:pt x="53467" y="100761"/>
                  </a:lnTo>
                  <a:lnTo>
                    <a:pt x="52070" y="100418"/>
                  </a:lnTo>
                  <a:lnTo>
                    <a:pt x="48869" y="100609"/>
                  </a:lnTo>
                  <a:lnTo>
                    <a:pt x="45656" y="100812"/>
                  </a:lnTo>
                  <a:lnTo>
                    <a:pt x="43091" y="101777"/>
                  </a:lnTo>
                  <a:lnTo>
                    <a:pt x="43192" y="103733"/>
                  </a:lnTo>
                  <a:lnTo>
                    <a:pt x="45834" y="104368"/>
                  </a:lnTo>
                  <a:lnTo>
                    <a:pt x="52235" y="103962"/>
                  </a:lnTo>
                  <a:lnTo>
                    <a:pt x="53670" y="103428"/>
                  </a:lnTo>
                  <a:lnTo>
                    <a:pt x="53378" y="105156"/>
                  </a:lnTo>
                  <a:lnTo>
                    <a:pt x="53543" y="108889"/>
                  </a:lnTo>
                  <a:lnTo>
                    <a:pt x="53708" y="112623"/>
                  </a:lnTo>
                  <a:lnTo>
                    <a:pt x="54533" y="115608"/>
                  </a:lnTo>
                  <a:lnTo>
                    <a:pt x="56210" y="115506"/>
                  </a:lnTo>
                  <a:lnTo>
                    <a:pt x="56756" y="112445"/>
                  </a:lnTo>
                  <a:lnTo>
                    <a:pt x="56413" y="104965"/>
                  </a:lnTo>
                  <a:lnTo>
                    <a:pt x="55943" y="103289"/>
                  </a:lnTo>
                  <a:lnTo>
                    <a:pt x="57429" y="103632"/>
                  </a:lnTo>
                  <a:lnTo>
                    <a:pt x="60629" y="103428"/>
                  </a:lnTo>
                  <a:lnTo>
                    <a:pt x="63842" y="103238"/>
                  </a:lnTo>
                  <a:lnTo>
                    <a:pt x="66408" y="102273"/>
                  </a:lnTo>
                  <a:lnTo>
                    <a:pt x="66382" y="101942"/>
                  </a:lnTo>
                  <a:lnTo>
                    <a:pt x="87718" y="126809"/>
                  </a:lnTo>
                  <a:lnTo>
                    <a:pt x="86106" y="126911"/>
                  </a:lnTo>
                  <a:lnTo>
                    <a:pt x="85559" y="129971"/>
                  </a:lnTo>
                  <a:lnTo>
                    <a:pt x="85902" y="137452"/>
                  </a:lnTo>
                  <a:lnTo>
                    <a:pt x="86347" y="139115"/>
                  </a:lnTo>
                  <a:lnTo>
                    <a:pt x="84950" y="138772"/>
                  </a:lnTo>
                  <a:lnTo>
                    <a:pt x="81749" y="138976"/>
                  </a:lnTo>
                  <a:lnTo>
                    <a:pt x="78549" y="139179"/>
                  </a:lnTo>
                  <a:lnTo>
                    <a:pt x="75984" y="140131"/>
                  </a:lnTo>
                  <a:lnTo>
                    <a:pt x="76073" y="142100"/>
                  </a:lnTo>
                  <a:lnTo>
                    <a:pt x="78714" y="142722"/>
                  </a:lnTo>
                  <a:lnTo>
                    <a:pt x="85128" y="142328"/>
                  </a:lnTo>
                  <a:lnTo>
                    <a:pt x="86550" y="141795"/>
                  </a:lnTo>
                  <a:lnTo>
                    <a:pt x="86258" y="143510"/>
                  </a:lnTo>
                  <a:lnTo>
                    <a:pt x="86423" y="147243"/>
                  </a:lnTo>
                  <a:lnTo>
                    <a:pt x="86588" y="150990"/>
                  </a:lnTo>
                  <a:lnTo>
                    <a:pt x="87426" y="153974"/>
                  </a:lnTo>
                  <a:lnTo>
                    <a:pt x="87960" y="153949"/>
                  </a:lnTo>
                  <a:lnTo>
                    <a:pt x="87960" y="127469"/>
                  </a:lnTo>
                  <a:lnTo>
                    <a:pt x="87807" y="126911"/>
                  </a:lnTo>
                  <a:lnTo>
                    <a:pt x="97561" y="138290"/>
                  </a:lnTo>
                  <a:lnTo>
                    <a:pt x="97561" y="127622"/>
                  </a:lnTo>
                  <a:lnTo>
                    <a:pt x="64655" y="89230"/>
                  </a:lnTo>
                  <a:lnTo>
                    <a:pt x="64655" y="99923"/>
                  </a:lnTo>
                  <a:lnTo>
                    <a:pt x="63677" y="99682"/>
                  </a:lnTo>
                  <a:lnTo>
                    <a:pt x="57264" y="100088"/>
                  </a:lnTo>
                  <a:lnTo>
                    <a:pt x="55753" y="100660"/>
                  </a:lnTo>
                  <a:lnTo>
                    <a:pt x="56057" y="98907"/>
                  </a:lnTo>
                  <a:lnTo>
                    <a:pt x="55892" y="95161"/>
                  </a:lnTo>
                  <a:lnTo>
                    <a:pt x="55727" y="91427"/>
                  </a:lnTo>
                  <a:lnTo>
                    <a:pt x="54902" y="88531"/>
                  </a:lnTo>
                  <a:lnTo>
                    <a:pt x="64655" y="99923"/>
                  </a:lnTo>
                  <a:lnTo>
                    <a:pt x="64655" y="89230"/>
                  </a:lnTo>
                  <a:lnTo>
                    <a:pt x="63449" y="87820"/>
                  </a:lnTo>
                  <a:lnTo>
                    <a:pt x="54838" y="77774"/>
                  </a:lnTo>
                  <a:lnTo>
                    <a:pt x="54838" y="88455"/>
                  </a:lnTo>
                  <a:lnTo>
                    <a:pt x="53708" y="88519"/>
                  </a:lnTo>
                  <a:lnTo>
                    <a:pt x="54305" y="87820"/>
                  </a:lnTo>
                  <a:lnTo>
                    <a:pt x="54838" y="88455"/>
                  </a:lnTo>
                  <a:lnTo>
                    <a:pt x="54838" y="77774"/>
                  </a:lnTo>
                  <a:lnTo>
                    <a:pt x="54305" y="77152"/>
                  </a:lnTo>
                  <a:lnTo>
                    <a:pt x="20269" y="116865"/>
                  </a:lnTo>
                  <a:lnTo>
                    <a:pt x="20269" y="138582"/>
                  </a:lnTo>
                  <a:lnTo>
                    <a:pt x="18872" y="138239"/>
                  </a:lnTo>
                  <a:lnTo>
                    <a:pt x="15659" y="138430"/>
                  </a:lnTo>
                  <a:lnTo>
                    <a:pt x="12458" y="138633"/>
                  </a:lnTo>
                  <a:lnTo>
                    <a:pt x="9969" y="139585"/>
                  </a:lnTo>
                  <a:lnTo>
                    <a:pt x="9969" y="141490"/>
                  </a:lnTo>
                  <a:lnTo>
                    <a:pt x="9144" y="140512"/>
                  </a:lnTo>
                  <a:lnTo>
                    <a:pt x="9893" y="139649"/>
                  </a:lnTo>
                  <a:lnTo>
                    <a:pt x="9969" y="141490"/>
                  </a:lnTo>
                  <a:lnTo>
                    <a:pt x="9969" y="139585"/>
                  </a:lnTo>
                  <a:lnTo>
                    <a:pt x="19685" y="128219"/>
                  </a:lnTo>
                  <a:lnTo>
                    <a:pt x="19469" y="129438"/>
                  </a:lnTo>
                  <a:lnTo>
                    <a:pt x="19812" y="136906"/>
                  </a:lnTo>
                  <a:lnTo>
                    <a:pt x="20269" y="138582"/>
                  </a:lnTo>
                  <a:lnTo>
                    <a:pt x="20269" y="116865"/>
                  </a:lnTo>
                  <a:lnTo>
                    <a:pt x="0" y="140512"/>
                  </a:lnTo>
                  <a:lnTo>
                    <a:pt x="54305" y="203860"/>
                  </a:lnTo>
                  <a:lnTo>
                    <a:pt x="63449" y="193192"/>
                  </a:lnTo>
                  <a:lnTo>
                    <a:pt x="108610" y="140512"/>
                  </a:lnTo>
                  <a:close/>
                </a:path>
                <a:path w="361315" h="282575">
                  <a:moveTo>
                    <a:pt x="158915" y="218681"/>
                  </a:moveTo>
                  <a:lnTo>
                    <a:pt x="149783" y="208038"/>
                  </a:lnTo>
                  <a:lnTo>
                    <a:pt x="149783" y="218681"/>
                  </a:lnTo>
                  <a:lnTo>
                    <a:pt x="139661" y="230479"/>
                  </a:lnTo>
                  <a:lnTo>
                    <a:pt x="139941" y="228968"/>
                  </a:lnTo>
                  <a:lnTo>
                    <a:pt x="139598" y="221488"/>
                  </a:lnTo>
                  <a:lnTo>
                    <a:pt x="139128" y="219811"/>
                  </a:lnTo>
                  <a:lnTo>
                    <a:pt x="140614" y="220167"/>
                  </a:lnTo>
                  <a:lnTo>
                    <a:pt x="143814" y="219964"/>
                  </a:lnTo>
                  <a:lnTo>
                    <a:pt x="147027" y="219760"/>
                  </a:lnTo>
                  <a:lnTo>
                    <a:pt x="149593" y="218808"/>
                  </a:lnTo>
                  <a:lnTo>
                    <a:pt x="149567" y="218440"/>
                  </a:lnTo>
                  <a:lnTo>
                    <a:pt x="149783" y="218681"/>
                  </a:lnTo>
                  <a:lnTo>
                    <a:pt x="149783" y="208038"/>
                  </a:lnTo>
                  <a:lnTo>
                    <a:pt x="147866" y="205803"/>
                  </a:lnTo>
                  <a:lnTo>
                    <a:pt x="147866" y="216458"/>
                  </a:lnTo>
                  <a:lnTo>
                    <a:pt x="146862" y="216217"/>
                  </a:lnTo>
                  <a:lnTo>
                    <a:pt x="140449" y="216611"/>
                  </a:lnTo>
                  <a:lnTo>
                    <a:pt x="138938" y="217182"/>
                  </a:lnTo>
                  <a:lnTo>
                    <a:pt x="139242" y="215430"/>
                  </a:lnTo>
                  <a:lnTo>
                    <a:pt x="139077" y="211696"/>
                  </a:lnTo>
                  <a:lnTo>
                    <a:pt x="138912" y="207962"/>
                  </a:lnTo>
                  <a:lnTo>
                    <a:pt x="138264" y="205689"/>
                  </a:lnTo>
                  <a:lnTo>
                    <a:pt x="138264" y="232117"/>
                  </a:lnTo>
                  <a:lnTo>
                    <a:pt x="104609" y="271360"/>
                  </a:lnTo>
                  <a:lnTo>
                    <a:pt x="92925" y="257759"/>
                  </a:lnTo>
                  <a:lnTo>
                    <a:pt x="95504" y="258356"/>
                  </a:lnTo>
                  <a:lnTo>
                    <a:pt x="101917" y="257962"/>
                  </a:lnTo>
                  <a:lnTo>
                    <a:pt x="103339" y="257429"/>
                  </a:lnTo>
                  <a:lnTo>
                    <a:pt x="103047" y="259143"/>
                  </a:lnTo>
                  <a:lnTo>
                    <a:pt x="103225" y="262890"/>
                  </a:lnTo>
                  <a:lnTo>
                    <a:pt x="103390" y="266623"/>
                  </a:lnTo>
                  <a:lnTo>
                    <a:pt x="104216" y="269608"/>
                  </a:lnTo>
                  <a:lnTo>
                    <a:pt x="105892" y="269506"/>
                  </a:lnTo>
                  <a:lnTo>
                    <a:pt x="106438" y="266433"/>
                  </a:lnTo>
                  <a:lnTo>
                    <a:pt x="106083" y="258953"/>
                  </a:lnTo>
                  <a:lnTo>
                    <a:pt x="105625" y="257276"/>
                  </a:lnTo>
                  <a:lnTo>
                    <a:pt x="107111" y="257632"/>
                  </a:lnTo>
                  <a:lnTo>
                    <a:pt x="110312" y="257429"/>
                  </a:lnTo>
                  <a:lnTo>
                    <a:pt x="113512" y="257225"/>
                  </a:lnTo>
                  <a:lnTo>
                    <a:pt x="116078" y="256273"/>
                  </a:lnTo>
                  <a:lnTo>
                    <a:pt x="115989" y="254304"/>
                  </a:lnTo>
                  <a:lnTo>
                    <a:pt x="113347" y="253682"/>
                  </a:lnTo>
                  <a:lnTo>
                    <a:pt x="106946" y="254076"/>
                  </a:lnTo>
                  <a:lnTo>
                    <a:pt x="105435" y="254647"/>
                  </a:lnTo>
                  <a:lnTo>
                    <a:pt x="105740" y="252895"/>
                  </a:lnTo>
                  <a:lnTo>
                    <a:pt x="105562" y="249161"/>
                  </a:lnTo>
                  <a:lnTo>
                    <a:pt x="105397" y="245427"/>
                  </a:lnTo>
                  <a:lnTo>
                    <a:pt x="104571" y="242443"/>
                  </a:lnTo>
                  <a:lnTo>
                    <a:pt x="102895" y="242544"/>
                  </a:lnTo>
                  <a:lnTo>
                    <a:pt x="102349" y="245605"/>
                  </a:lnTo>
                  <a:lnTo>
                    <a:pt x="102692" y="253085"/>
                  </a:lnTo>
                  <a:lnTo>
                    <a:pt x="103136" y="254749"/>
                  </a:lnTo>
                  <a:lnTo>
                    <a:pt x="101752" y="254406"/>
                  </a:lnTo>
                  <a:lnTo>
                    <a:pt x="98539" y="254609"/>
                  </a:lnTo>
                  <a:lnTo>
                    <a:pt x="95338" y="254812"/>
                  </a:lnTo>
                  <a:lnTo>
                    <a:pt x="92773" y="255778"/>
                  </a:lnTo>
                  <a:lnTo>
                    <a:pt x="92849" y="257670"/>
                  </a:lnTo>
                  <a:lnTo>
                    <a:pt x="60337" y="219748"/>
                  </a:lnTo>
                  <a:lnTo>
                    <a:pt x="62928" y="220357"/>
                  </a:lnTo>
                  <a:lnTo>
                    <a:pt x="69329" y="219951"/>
                  </a:lnTo>
                  <a:lnTo>
                    <a:pt x="70764" y="219417"/>
                  </a:lnTo>
                  <a:lnTo>
                    <a:pt x="70472" y="221145"/>
                  </a:lnTo>
                  <a:lnTo>
                    <a:pt x="70637" y="224878"/>
                  </a:lnTo>
                  <a:lnTo>
                    <a:pt x="70802" y="228612"/>
                  </a:lnTo>
                  <a:lnTo>
                    <a:pt x="71628" y="231597"/>
                  </a:lnTo>
                  <a:lnTo>
                    <a:pt x="73304" y="231495"/>
                  </a:lnTo>
                  <a:lnTo>
                    <a:pt x="73850" y="228434"/>
                  </a:lnTo>
                  <a:lnTo>
                    <a:pt x="73507" y="220954"/>
                  </a:lnTo>
                  <a:lnTo>
                    <a:pt x="73050" y="219278"/>
                  </a:lnTo>
                  <a:lnTo>
                    <a:pt x="74523" y="219621"/>
                  </a:lnTo>
                  <a:lnTo>
                    <a:pt x="77736" y="219430"/>
                  </a:lnTo>
                  <a:lnTo>
                    <a:pt x="80937" y="219227"/>
                  </a:lnTo>
                  <a:lnTo>
                    <a:pt x="83502" y="218262"/>
                  </a:lnTo>
                  <a:lnTo>
                    <a:pt x="83413" y="216306"/>
                  </a:lnTo>
                  <a:lnTo>
                    <a:pt x="80772" y="215671"/>
                  </a:lnTo>
                  <a:lnTo>
                    <a:pt x="74358" y="216077"/>
                  </a:lnTo>
                  <a:lnTo>
                    <a:pt x="72847" y="216649"/>
                  </a:lnTo>
                  <a:lnTo>
                    <a:pt x="73152" y="214896"/>
                  </a:lnTo>
                  <a:lnTo>
                    <a:pt x="72986" y="211150"/>
                  </a:lnTo>
                  <a:lnTo>
                    <a:pt x="72821" y="207416"/>
                  </a:lnTo>
                  <a:lnTo>
                    <a:pt x="71996" y="204431"/>
                  </a:lnTo>
                  <a:lnTo>
                    <a:pt x="71628" y="204457"/>
                  </a:lnTo>
                  <a:lnTo>
                    <a:pt x="104609" y="165989"/>
                  </a:lnTo>
                  <a:lnTo>
                    <a:pt x="138036" y="204990"/>
                  </a:lnTo>
                  <a:lnTo>
                    <a:pt x="136410" y="205079"/>
                  </a:lnTo>
                  <a:lnTo>
                    <a:pt x="135864" y="208140"/>
                  </a:lnTo>
                  <a:lnTo>
                    <a:pt x="136207" y="215620"/>
                  </a:lnTo>
                  <a:lnTo>
                    <a:pt x="136652" y="217284"/>
                  </a:lnTo>
                  <a:lnTo>
                    <a:pt x="135255" y="216941"/>
                  </a:lnTo>
                  <a:lnTo>
                    <a:pt x="132054" y="217144"/>
                  </a:lnTo>
                  <a:lnTo>
                    <a:pt x="128841" y="217347"/>
                  </a:lnTo>
                  <a:lnTo>
                    <a:pt x="126276" y="218300"/>
                  </a:lnTo>
                  <a:lnTo>
                    <a:pt x="126377" y="220268"/>
                  </a:lnTo>
                  <a:lnTo>
                    <a:pt x="129019" y="220891"/>
                  </a:lnTo>
                  <a:lnTo>
                    <a:pt x="135420" y="220497"/>
                  </a:lnTo>
                  <a:lnTo>
                    <a:pt x="136855" y="219964"/>
                  </a:lnTo>
                  <a:lnTo>
                    <a:pt x="136563" y="221678"/>
                  </a:lnTo>
                  <a:lnTo>
                    <a:pt x="136728" y="225425"/>
                  </a:lnTo>
                  <a:lnTo>
                    <a:pt x="136893" y="229158"/>
                  </a:lnTo>
                  <a:lnTo>
                    <a:pt x="137718" y="232143"/>
                  </a:lnTo>
                  <a:lnTo>
                    <a:pt x="138264" y="232117"/>
                  </a:lnTo>
                  <a:lnTo>
                    <a:pt x="138264" y="205689"/>
                  </a:lnTo>
                  <a:lnTo>
                    <a:pt x="138087" y="205054"/>
                  </a:lnTo>
                  <a:lnTo>
                    <a:pt x="147866" y="216458"/>
                  </a:lnTo>
                  <a:lnTo>
                    <a:pt x="147866" y="205803"/>
                  </a:lnTo>
                  <a:lnTo>
                    <a:pt x="113741" y="165989"/>
                  </a:lnTo>
                  <a:lnTo>
                    <a:pt x="104609" y="155333"/>
                  </a:lnTo>
                  <a:lnTo>
                    <a:pt x="70561" y="195046"/>
                  </a:lnTo>
                  <a:lnTo>
                    <a:pt x="70561" y="216750"/>
                  </a:lnTo>
                  <a:lnTo>
                    <a:pt x="69164" y="216408"/>
                  </a:lnTo>
                  <a:lnTo>
                    <a:pt x="65963" y="216598"/>
                  </a:lnTo>
                  <a:lnTo>
                    <a:pt x="62763" y="216801"/>
                  </a:lnTo>
                  <a:lnTo>
                    <a:pt x="60274" y="217754"/>
                  </a:lnTo>
                  <a:lnTo>
                    <a:pt x="60274" y="219671"/>
                  </a:lnTo>
                  <a:lnTo>
                    <a:pt x="59436" y="218681"/>
                  </a:lnTo>
                  <a:lnTo>
                    <a:pt x="60198" y="217792"/>
                  </a:lnTo>
                  <a:lnTo>
                    <a:pt x="60274" y="219671"/>
                  </a:lnTo>
                  <a:lnTo>
                    <a:pt x="60274" y="217754"/>
                  </a:lnTo>
                  <a:lnTo>
                    <a:pt x="69989" y="206375"/>
                  </a:lnTo>
                  <a:lnTo>
                    <a:pt x="69773" y="207606"/>
                  </a:lnTo>
                  <a:lnTo>
                    <a:pt x="70116" y="215087"/>
                  </a:lnTo>
                  <a:lnTo>
                    <a:pt x="70561" y="216750"/>
                  </a:lnTo>
                  <a:lnTo>
                    <a:pt x="70561" y="195046"/>
                  </a:lnTo>
                  <a:lnTo>
                    <a:pt x="50292" y="218681"/>
                  </a:lnTo>
                  <a:lnTo>
                    <a:pt x="104609" y="282028"/>
                  </a:lnTo>
                  <a:lnTo>
                    <a:pt x="113741" y="271360"/>
                  </a:lnTo>
                  <a:lnTo>
                    <a:pt x="158915" y="218681"/>
                  </a:lnTo>
                  <a:close/>
                </a:path>
                <a:path w="361315" h="282575">
                  <a:moveTo>
                    <a:pt x="268236" y="102273"/>
                  </a:moveTo>
                  <a:lnTo>
                    <a:pt x="268147" y="100317"/>
                  </a:lnTo>
                  <a:lnTo>
                    <a:pt x="265506" y="99682"/>
                  </a:lnTo>
                  <a:lnTo>
                    <a:pt x="259092" y="100088"/>
                  </a:lnTo>
                  <a:lnTo>
                    <a:pt x="257581" y="100660"/>
                  </a:lnTo>
                  <a:lnTo>
                    <a:pt x="257886" y="98907"/>
                  </a:lnTo>
                  <a:lnTo>
                    <a:pt x="257721" y="95161"/>
                  </a:lnTo>
                  <a:lnTo>
                    <a:pt x="257556" y="91427"/>
                  </a:lnTo>
                  <a:lnTo>
                    <a:pt x="256730" y="88442"/>
                  </a:lnTo>
                  <a:lnTo>
                    <a:pt x="255054" y="88544"/>
                  </a:lnTo>
                  <a:lnTo>
                    <a:pt x="254508" y="91617"/>
                  </a:lnTo>
                  <a:lnTo>
                    <a:pt x="254850" y="99085"/>
                  </a:lnTo>
                  <a:lnTo>
                    <a:pt x="255295" y="100761"/>
                  </a:lnTo>
                  <a:lnTo>
                    <a:pt x="253898" y="100418"/>
                  </a:lnTo>
                  <a:lnTo>
                    <a:pt x="250698" y="100609"/>
                  </a:lnTo>
                  <a:lnTo>
                    <a:pt x="247497" y="100812"/>
                  </a:lnTo>
                  <a:lnTo>
                    <a:pt x="244932" y="101777"/>
                  </a:lnTo>
                  <a:lnTo>
                    <a:pt x="245021" y="103733"/>
                  </a:lnTo>
                  <a:lnTo>
                    <a:pt x="247662" y="104368"/>
                  </a:lnTo>
                  <a:lnTo>
                    <a:pt x="254063" y="103962"/>
                  </a:lnTo>
                  <a:lnTo>
                    <a:pt x="255498" y="103428"/>
                  </a:lnTo>
                  <a:lnTo>
                    <a:pt x="255206" y="105156"/>
                  </a:lnTo>
                  <a:lnTo>
                    <a:pt x="255371" y="108889"/>
                  </a:lnTo>
                  <a:lnTo>
                    <a:pt x="255536" y="112623"/>
                  </a:lnTo>
                  <a:lnTo>
                    <a:pt x="256362" y="115608"/>
                  </a:lnTo>
                  <a:lnTo>
                    <a:pt x="258038" y="115506"/>
                  </a:lnTo>
                  <a:lnTo>
                    <a:pt x="258584" y="112445"/>
                  </a:lnTo>
                  <a:lnTo>
                    <a:pt x="258241" y="104965"/>
                  </a:lnTo>
                  <a:lnTo>
                    <a:pt x="257784" y="103289"/>
                  </a:lnTo>
                  <a:lnTo>
                    <a:pt x="259257" y="103632"/>
                  </a:lnTo>
                  <a:lnTo>
                    <a:pt x="262470" y="103428"/>
                  </a:lnTo>
                  <a:lnTo>
                    <a:pt x="265671" y="103238"/>
                  </a:lnTo>
                  <a:lnTo>
                    <a:pt x="268236" y="102273"/>
                  </a:lnTo>
                  <a:close/>
                </a:path>
                <a:path w="361315" h="282575">
                  <a:moveTo>
                    <a:pt x="301117" y="140639"/>
                  </a:moveTo>
                  <a:lnTo>
                    <a:pt x="301028" y="138671"/>
                  </a:lnTo>
                  <a:lnTo>
                    <a:pt x="298386" y="138049"/>
                  </a:lnTo>
                  <a:lnTo>
                    <a:pt x="291985" y="138442"/>
                  </a:lnTo>
                  <a:lnTo>
                    <a:pt x="289420" y="139407"/>
                  </a:lnTo>
                  <a:lnTo>
                    <a:pt x="286791" y="138772"/>
                  </a:lnTo>
                  <a:lnTo>
                    <a:pt x="283578" y="138976"/>
                  </a:lnTo>
                  <a:lnTo>
                    <a:pt x="280377" y="139179"/>
                  </a:lnTo>
                  <a:lnTo>
                    <a:pt x="277812" y="140131"/>
                  </a:lnTo>
                  <a:lnTo>
                    <a:pt x="277901" y="142100"/>
                  </a:lnTo>
                  <a:lnTo>
                    <a:pt x="280543" y="142722"/>
                  </a:lnTo>
                  <a:lnTo>
                    <a:pt x="286956" y="142328"/>
                  </a:lnTo>
                  <a:lnTo>
                    <a:pt x="288378" y="141795"/>
                  </a:lnTo>
                  <a:lnTo>
                    <a:pt x="288086" y="143510"/>
                  </a:lnTo>
                  <a:lnTo>
                    <a:pt x="288264" y="147243"/>
                  </a:lnTo>
                  <a:lnTo>
                    <a:pt x="288429" y="150990"/>
                  </a:lnTo>
                  <a:lnTo>
                    <a:pt x="289255" y="153974"/>
                  </a:lnTo>
                  <a:lnTo>
                    <a:pt x="290931" y="153873"/>
                  </a:lnTo>
                  <a:lnTo>
                    <a:pt x="291477" y="150799"/>
                  </a:lnTo>
                  <a:lnTo>
                    <a:pt x="291122" y="143319"/>
                  </a:lnTo>
                  <a:lnTo>
                    <a:pt x="290664" y="141643"/>
                  </a:lnTo>
                  <a:lnTo>
                    <a:pt x="292150" y="141998"/>
                  </a:lnTo>
                  <a:lnTo>
                    <a:pt x="295351" y="141795"/>
                  </a:lnTo>
                  <a:lnTo>
                    <a:pt x="298551" y="141592"/>
                  </a:lnTo>
                  <a:lnTo>
                    <a:pt x="301117" y="140639"/>
                  </a:lnTo>
                  <a:close/>
                </a:path>
                <a:path w="361315" h="282575">
                  <a:moveTo>
                    <a:pt x="360984" y="63347"/>
                  </a:moveTo>
                  <a:lnTo>
                    <a:pt x="351853" y="52705"/>
                  </a:lnTo>
                  <a:lnTo>
                    <a:pt x="351853" y="63347"/>
                  </a:lnTo>
                  <a:lnTo>
                    <a:pt x="341744" y="75133"/>
                  </a:lnTo>
                  <a:lnTo>
                    <a:pt x="342011" y="73634"/>
                  </a:lnTo>
                  <a:lnTo>
                    <a:pt x="341668" y="66167"/>
                  </a:lnTo>
                  <a:lnTo>
                    <a:pt x="341210" y="64490"/>
                  </a:lnTo>
                  <a:lnTo>
                    <a:pt x="342696" y="64833"/>
                  </a:lnTo>
                  <a:lnTo>
                    <a:pt x="345897" y="64630"/>
                  </a:lnTo>
                  <a:lnTo>
                    <a:pt x="349097" y="64439"/>
                  </a:lnTo>
                  <a:lnTo>
                    <a:pt x="351663" y="63474"/>
                  </a:lnTo>
                  <a:lnTo>
                    <a:pt x="351637" y="63106"/>
                  </a:lnTo>
                  <a:lnTo>
                    <a:pt x="351853" y="63347"/>
                  </a:lnTo>
                  <a:lnTo>
                    <a:pt x="351853" y="52705"/>
                  </a:lnTo>
                  <a:lnTo>
                    <a:pt x="349948" y="50482"/>
                  </a:lnTo>
                  <a:lnTo>
                    <a:pt x="349948" y="61137"/>
                  </a:lnTo>
                  <a:lnTo>
                    <a:pt x="348932" y="60883"/>
                  </a:lnTo>
                  <a:lnTo>
                    <a:pt x="342519" y="61290"/>
                  </a:lnTo>
                  <a:lnTo>
                    <a:pt x="341007" y="61861"/>
                  </a:lnTo>
                  <a:lnTo>
                    <a:pt x="341312" y="60096"/>
                  </a:lnTo>
                  <a:lnTo>
                    <a:pt x="341147" y="56362"/>
                  </a:lnTo>
                  <a:lnTo>
                    <a:pt x="340982" y="52628"/>
                  </a:lnTo>
                  <a:lnTo>
                    <a:pt x="340334" y="50330"/>
                  </a:lnTo>
                  <a:lnTo>
                    <a:pt x="340334" y="76784"/>
                  </a:lnTo>
                  <a:lnTo>
                    <a:pt x="306679" y="116039"/>
                  </a:lnTo>
                  <a:lnTo>
                    <a:pt x="294995" y="102412"/>
                  </a:lnTo>
                  <a:lnTo>
                    <a:pt x="297586" y="103022"/>
                  </a:lnTo>
                  <a:lnTo>
                    <a:pt x="303987" y="102628"/>
                  </a:lnTo>
                  <a:lnTo>
                    <a:pt x="305422" y="102095"/>
                  </a:lnTo>
                  <a:lnTo>
                    <a:pt x="305130" y="103809"/>
                  </a:lnTo>
                  <a:lnTo>
                    <a:pt x="305295" y="107556"/>
                  </a:lnTo>
                  <a:lnTo>
                    <a:pt x="305460" y="111290"/>
                  </a:lnTo>
                  <a:lnTo>
                    <a:pt x="306285" y="114274"/>
                  </a:lnTo>
                  <a:lnTo>
                    <a:pt x="307962" y="114173"/>
                  </a:lnTo>
                  <a:lnTo>
                    <a:pt x="308508" y="111099"/>
                  </a:lnTo>
                  <a:lnTo>
                    <a:pt x="308165" y="103632"/>
                  </a:lnTo>
                  <a:lnTo>
                    <a:pt x="307708" y="101955"/>
                  </a:lnTo>
                  <a:lnTo>
                    <a:pt x="309181" y="102298"/>
                  </a:lnTo>
                  <a:lnTo>
                    <a:pt x="312394" y="102095"/>
                  </a:lnTo>
                  <a:lnTo>
                    <a:pt x="315595" y="101904"/>
                  </a:lnTo>
                  <a:lnTo>
                    <a:pt x="318160" y="100939"/>
                  </a:lnTo>
                  <a:lnTo>
                    <a:pt x="318058" y="98983"/>
                  </a:lnTo>
                  <a:lnTo>
                    <a:pt x="315429" y="98348"/>
                  </a:lnTo>
                  <a:lnTo>
                    <a:pt x="309016" y="98755"/>
                  </a:lnTo>
                  <a:lnTo>
                    <a:pt x="307505" y="99326"/>
                  </a:lnTo>
                  <a:lnTo>
                    <a:pt x="307809" y="97574"/>
                  </a:lnTo>
                  <a:lnTo>
                    <a:pt x="307644" y="93827"/>
                  </a:lnTo>
                  <a:lnTo>
                    <a:pt x="307479" y="90093"/>
                  </a:lnTo>
                  <a:lnTo>
                    <a:pt x="306654" y="87109"/>
                  </a:lnTo>
                  <a:lnTo>
                    <a:pt x="304977" y="87210"/>
                  </a:lnTo>
                  <a:lnTo>
                    <a:pt x="304431" y="90284"/>
                  </a:lnTo>
                  <a:lnTo>
                    <a:pt x="304774" y="97751"/>
                  </a:lnTo>
                  <a:lnTo>
                    <a:pt x="305219" y="99428"/>
                  </a:lnTo>
                  <a:lnTo>
                    <a:pt x="303822" y="99085"/>
                  </a:lnTo>
                  <a:lnTo>
                    <a:pt x="300621" y="99275"/>
                  </a:lnTo>
                  <a:lnTo>
                    <a:pt x="297408" y="99479"/>
                  </a:lnTo>
                  <a:lnTo>
                    <a:pt x="294843" y="100444"/>
                  </a:lnTo>
                  <a:lnTo>
                    <a:pt x="294932" y="102349"/>
                  </a:lnTo>
                  <a:lnTo>
                    <a:pt x="262420" y="64414"/>
                  </a:lnTo>
                  <a:lnTo>
                    <a:pt x="264998" y="65024"/>
                  </a:lnTo>
                  <a:lnTo>
                    <a:pt x="271411" y="64630"/>
                  </a:lnTo>
                  <a:lnTo>
                    <a:pt x="272834" y="64096"/>
                  </a:lnTo>
                  <a:lnTo>
                    <a:pt x="272542" y="65811"/>
                  </a:lnTo>
                  <a:lnTo>
                    <a:pt x="272707" y="69545"/>
                  </a:lnTo>
                  <a:lnTo>
                    <a:pt x="272884" y="73291"/>
                  </a:lnTo>
                  <a:lnTo>
                    <a:pt x="273710" y="76276"/>
                  </a:lnTo>
                  <a:lnTo>
                    <a:pt x="275386" y="76161"/>
                  </a:lnTo>
                  <a:lnTo>
                    <a:pt x="275932" y="73101"/>
                  </a:lnTo>
                  <a:lnTo>
                    <a:pt x="275577" y="65620"/>
                  </a:lnTo>
                  <a:lnTo>
                    <a:pt x="275120" y="63944"/>
                  </a:lnTo>
                  <a:lnTo>
                    <a:pt x="276606" y="64287"/>
                  </a:lnTo>
                  <a:lnTo>
                    <a:pt x="279806" y="64096"/>
                  </a:lnTo>
                  <a:lnTo>
                    <a:pt x="283006" y="63893"/>
                  </a:lnTo>
                  <a:lnTo>
                    <a:pt x="285572" y="62928"/>
                  </a:lnTo>
                  <a:lnTo>
                    <a:pt x="285483" y="60972"/>
                  </a:lnTo>
                  <a:lnTo>
                    <a:pt x="282841" y="60350"/>
                  </a:lnTo>
                  <a:lnTo>
                    <a:pt x="276440" y="60744"/>
                  </a:lnTo>
                  <a:lnTo>
                    <a:pt x="274916" y="61315"/>
                  </a:lnTo>
                  <a:lnTo>
                    <a:pt x="275234" y="59563"/>
                  </a:lnTo>
                  <a:lnTo>
                    <a:pt x="275056" y="55829"/>
                  </a:lnTo>
                  <a:lnTo>
                    <a:pt x="274891" y="52082"/>
                  </a:lnTo>
                  <a:lnTo>
                    <a:pt x="274066" y="49098"/>
                  </a:lnTo>
                  <a:lnTo>
                    <a:pt x="273710" y="49123"/>
                  </a:lnTo>
                  <a:lnTo>
                    <a:pt x="305473" y="12065"/>
                  </a:lnTo>
                  <a:lnTo>
                    <a:pt x="305054" y="14452"/>
                  </a:lnTo>
                  <a:lnTo>
                    <a:pt x="305396" y="21932"/>
                  </a:lnTo>
                  <a:lnTo>
                    <a:pt x="305841" y="23596"/>
                  </a:lnTo>
                  <a:lnTo>
                    <a:pt x="304444" y="23253"/>
                  </a:lnTo>
                  <a:lnTo>
                    <a:pt x="301244" y="23456"/>
                  </a:lnTo>
                  <a:lnTo>
                    <a:pt x="298030" y="23647"/>
                  </a:lnTo>
                  <a:lnTo>
                    <a:pt x="295465" y="24612"/>
                  </a:lnTo>
                  <a:lnTo>
                    <a:pt x="295567" y="26568"/>
                  </a:lnTo>
                  <a:lnTo>
                    <a:pt x="298208" y="27203"/>
                  </a:lnTo>
                  <a:lnTo>
                    <a:pt x="304609" y="26809"/>
                  </a:lnTo>
                  <a:lnTo>
                    <a:pt x="306044" y="26276"/>
                  </a:lnTo>
                  <a:lnTo>
                    <a:pt x="305752" y="27990"/>
                  </a:lnTo>
                  <a:lnTo>
                    <a:pt x="305917" y="31724"/>
                  </a:lnTo>
                  <a:lnTo>
                    <a:pt x="306082" y="35471"/>
                  </a:lnTo>
                  <a:lnTo>
                    <a:pt x="306908" y="38455"/>
                  </a:lnTo>
                  <a:lnTo>
                    <a:pt x="308584" y="38341"/>
                  </a:lnTo>
                  <a:lnTo>
                    <a:pt x="309130" y="35280"/>
                  </a:lnTo>
                  <a:lnTo>
                    <a:pt x="308787" y="27800"/>
                  </a:lnTo>
                  <a:lnTo>
                    <a:pt x="308330" y="26136"/>
                  </a:lnTo>
                  <a:lnTo>
                    <a:pt x="309803" y="26479"/>
                  </a:lnTo>
                  <a:lnTo>
                    <a:pt x="313004" y="26276"/>
                  </a:lnTo>
                  <a:lnTo>
                    <a:pt x="316217" y="26073"/>
                  </a:lnTo>
                  <a:lnTo>
                    <a:pt x="318782" y="25107"/>
                  </a:lnTo>
                  <a:lnTo>
                    <a:pt x="318757" y="24777"/>
                  </a:lnTo>
                  <a:lnTo>
                    <a:pt x="340106" y="49657"/>
                  </a:lnTo>
                  <a:lnTo>
                    <a:pt x="338480" y="49745"/>
                  </a:lnTo>
                  <a:lnTo>
                    <a:pt x="337934" y="52819"/>
                  </a:lnTo>
                  <a:lnTo>
                    <a:pt x="338277" y="60286"/>
                  </a:lnTo>
                  <a:lnTo>
                    <a:pt x="338734" y="61963"/>
                  </a:lnTo>
                  <a:lnTo>
                    <a:pt x="337324" y="61620"/>
                  </a:lnTo>
                  <a:lnTo>
                    <a:pt x="334124" y="61810"/>
                  </a:lnTo>
                  <a:lnTo>
                    <a:pt x="330923" y="62014"/>
                  </a:lnTo>
                  <a:lnTo>
                    <a:pt x="328358" y="62979"/>
                  </a:lnTo>
                  <a:lnTo>
                    <a:pt x="328447" y="64935"/>
                  </a:lnTo>
                  <a:lnTo>
                    <a:pt x="331089" y="65557"/>
                  </a:lnTo>
                  <a:lnTo>
                    <a:pt x="337502" y="65163"/>
                  </a:lnTo>
                  <a:lnTo>
                    <a:pt x="338924" y="64630"/>
                  </a:lnTo>
                  <a:lnTo>
                    <a:pt x="338632" y="66344"/>
                  </a:lnTo>
                  <a:lnTo>
                    <a:pt x="338797" y="70091"/>
                  </a:lnTo>
                  <a:lnTo>
                    <a:pt x="338963" y="73825"/>
                  </a:lnTo>
                  <a:lnTo>
                    <a:pt x="339801" y="76809"/>
                  </a:lnTo>
                  <a:lnTo>
                    <a:pt x="340334" y="76784"/>
                  </a:lnTo>
                  <a:lnTo>
                    <a:pt x="340334" y="50330"/>
                  </a:lnTo>
                  <a:lnTo>
                    <a:pt x="340169" y="49733"/>
                  </a:lnTo>
                  <a:lnTo>
                    <a:pt x="349948" y="61137"/>
                  </a:lnTo>
                  <a:lnTo>
                    <a:pt x="349948" y="50482"/>
                  </a:lnTo>
                  <a:lnTo>
                    <a:pt x="317042" y="12090"/>
                  </a:lnTo>
                  <a:lnTo>
                    <a:pt x="317042" y="22771"/>
                  </a:lnTo>
                  <a:lnTo>
                    <a:pt x="316052" y="22529"/>
                  </a:lnTo>
                  <a:lnTo>
                    <a:pt x="309638" y="22923"/>
                  </a:lnTo>
                  <a:lnTo>
                    <a:pt x="308127" y="23495"/>
                  </a:lnTo>
                  <a:lnTo>
                    <a:pt x="308432" y="21742"/>
                  </a:lnTo>
                  <a:lnTo>
                    <a:pt x="308267" y="18008"/>
                  </a:lnTo>
                  <a:lnTo>
                    <a:pt x="308102" y="14262"/>
                  </a:lnTo>
                  <a:lnTo>
                    <a:pt x="307276" y="11366"/>
                  </a:lnTo>
                  <a:lnTo>
                    <a:pt x="317042" y="22771"/>
                  </a:lnTo>
                  <a:lnTo>
                    <a:pt x="317042" y="12090"/>
                  </a:lnTo>
                  <a:lnTo>
                    <a:pt x="315823" y="10655"/>
                  </a:lnTo>
                  <a:lnTo>
                    <a:pt x="307213" y="622"/>
                  </a:lnTo>
                  <a:lnTo>
                    <a:pt x="307213" y="11290"/>
                  </a:lnTo>
                  <a:lnTo>
                    <a:pt x="306070" y="11366"/>
                  </a:lnTo>
                  <a:lnTo>
                    <a:pt x="306679" y="10655"/>
                  </a:lnTo>
                  <a:lnTo>
                    <a:pt x="307213" y="11290"/>
                  </a:lnTo>
                  <a:lnTo>
                    <a:pt x="307213" y="622"/>
                  </a:lnTo>
                  <a:lnTo>
                    <a:pt x="306679" y="0"/>
                  </a:lnTo>
                  <a:lnTo>
                    <a:pt x="272630" y="39725"/>
                  </a:lnTo>
                  <a:lnTo>
                    <a:pt x="272630" y="61417"/>
                  </a:lnTo>
                  <a:lnTo>
                    <a:pt x="271246" y="61074"/>
                  </a:lnTo>
                  <a:lnTo>
                    <a:pt x="268033" y="61277"/>
                  </a:lnTo>
                  <a:lnTo>
                    <a:pt x="264833" y="61468"/>
                  </a:lnTo>
                  <a:lnTo>
                    <a:pt x="262343" y="62420"/>
                  </a:lnTo>
                  <a:lnTo>
                    <a:pt x="262343" y="64325"/>
                  </a:lnTo>
                  <a:lnTo>
                    <a:pt x="261518" y="63347"/>
                  </a:lnTo>
                  <a:lnTo>
                    <a:pt x="262267" y="62484"/>
                  </a:lnTo>
                  <a:lnTo>
                    <a:pt x="262343" y="64325"/>
                  </a:lnTo>
                  <a:lnTo>
                    <a:pt x="262343" y="62420"/>
                  </a:lnTo>
                  <a:lnTo>
                    <a:pt x="272059" y="51054"/>
                  </a:lnTo>
                  <a:lnTo>
                    <a:pt x="271843" y="52273"/>
                  </a:lnTo>
                  <a:lnTo>
                    <a:pt x="272186" y="59753"/>
                  </a:lnTo>
                  <a:lnTo>
                    <a:pt x="272630" y="61417"/>
                  </a:lnTo>
                  <a:lnTo>
                    <a:pt x="272630" y="39725"/>
                  </a:lnTo>
                  <a:lnTo>
                    <a:pt x="256159" y="58928"/>
                  </a:lnTo>
                  <a:lnTo>
                    <a:pt x="250825" y="52705"/>
                  </a:lnTo>
                  <a:lnTo>
                    <a:pt x="250825" y="63347"/>
                  </a:lnTo>
                  <a:lnTo>
                    <a:pt x="240703" y="75145"/>
                  </a:lnTo>
                  <a:lnTo>
                    <a:pt x="240982" y="73634"/>
                  </a:lnTo>
                  <a:lnTo>
                    <a:pt x="240626" y="66167"/>
                  </a:lnTo>
                  <a:lnTo>
                    <a:pt x="240169" y="64490"/>
                  </a:lnTo>
                  <a:lnTo>
                    <a:pt x="241655" y="64833"/>
                  </a:lnTo>
                  <a:lnTo>
                    <a:pt x="244856" y="64630"/>
                  </a:lnTo>
                  <a:lnTo>
                    <a:pt x="248056" y="64439"/>
                  </a:lnTo>
                  <a:lnTo>
                    <a:pt x="250621" y="63474"/>
                  </a:lnTo>
                  <a:lnTo>
                    <a:pt x="250596" y="63093"/>
                  </a:lnTo>
                  <a:lnTo>
                    <a:pt x="250825" y="63347"/>
                  </a:lnTo>
                  <a:lnTo>
                    <a:pt x="250825" y="52705"/>
                  </a:lnTo>
                  <a:lnTo>
                    <a:pt x="248920" y="50482"/>
                  </a:lnTo>
                  <a:lnTo>
                    <a:pt x="248920" y="61137"/>
                  </a:lnTo>
                  <a:lnTo>
                    <a:pt x="247891" y="60883"/>
                  </a:lnTo>
                  <a:lnTo>
                    <a:pt x="241490" y="61290"/>
                  </a:lnTo>
                  <a:lnTo>
                    <a:pt x="239979" y="61861"/>
                  </a:lnTo>
                  <a:lnTo>
                    <a:pt x="240284" y="60096"/>
                  </a:lnTo>
                  <a:lnTo>
                    <a:pt x="240106" y="56362"/>
                  </a:lnTo>
                  <a:lnTo>
                    <a:pt x="239941" y="52628"/>
                  </a:lnTo>
                  <a:lnTo>
                    <a:pt x="239306" y="50368"/>
                  </a:lnTo>
                  <a:lnTo>
                    <a:pt x="239306" y="76784"/>
                  </a:lnTo>
                  <a:lnTo>
                    <a:pt x="205651" y="116039"/>
                  </a:lnTo>
                  <a:lnTo>
                    <a:pt x="193967" y="102425"/>
                  </a:lnTo>
                  <a:lnTo>
                    <a:pt x="196545" y="103022"/>
                  </a:lnTo>
                  <a:lnTo>
                    <a:pt x="202958" y="102628"/>
                  </a:lnTo>
                  <a:lnTo>
                    <a:pt x="204381" y="102095"/>
                  </a:lnTo>
                  <a:lnTo>
                    <a:pt x="204089" y="103809"/>
                  </a:lnTo>
                  <a:lnTo>
                    <a:pt x="204254" y="107556"/>
                  </a:lnTo>
                  <a:lnTo>
                    <a:pt x="204419" y="111290"/>
                  </a:lnTo>
                  <a:lnTo>
                    <a:pt x="205257" y="114274"/>
                  </a:lnTo>
                  <a:lnTo>
                    <a:pt x="206921" y="114173"/>
                  </a:lnTo>
                  <a:lnTo>
                    <a:pt x="207467" y="111099"/>
                  </a:lnTo>
                  <a:lnTo>
                    <a:pt x="207124" y="103632"/>
                  </a:lnTo>
                  <a:lnTo>
                    <a:pt x="206667" y="101955"/>
                  </a:lnTo>
                  <a:lnTo>
                    <a:pt x="208140" y="102298"/>
                  </a:lnTo>
                  <a:lnTo>
                    <a:pt x="211353" y="102095"/>
                  </a:lnTo>
                  <a:lnTo>
                    <a:pt x="214553" y="101904"/>
                  </a:lnTo>
                  <a:lnTo>
                    <a:pt x="217119" y="100939"/>
                  </a:lnTo>
                  <a:lnTo>
                    <a:pt x="217030" y="98983"/>
                  </a:lnTo>
                  <a:lnTo>
                    <a:pt x="214388" y="98348"/>
                  </a:lnTo>
                  <a:lnTo>
                    <a:pt x="207975" y="98755"/>
                  </a:lnTo>
                  <a:lnTo>
                    <a:pt x="206463" y="99326"/>
                  </a:lnTo>
                  <a:lnTo>
                    <a:pt x="206768" y="97574"/>
                  </a:lnTo>
                  <a:lnTo>
                    <a:pt x="206603" y="93827"/>
                  </a:lnTo>
                  <a:lnTo>
                    <a:pt x="206438" y="90093"/>
                  </a:lnTo>
                  <a:lnTo>
                    <a:pt x="205613" y="87109"/>
                  </a:lnTo>
                  <a:lnTo>
                    <a:pt x="203936" y="87210"/>
                  </a:lnTo>
                  <a:lnTo>
                    <a:pt x="203390" y="90284"/>
                  </a:lnTo>
                  <a:lnTo>
                    <a:pt x="203733" y="97751"/>
                  </a:lnTo>
                  <a:lnTo>
                    <a:pt x="204190" y="99428"/>
                  </a:lnTo>
                  <a:lnTo>
                    <a:pt x="202780" y="99085"/>
                  </a:lnTo>
                  <a:lnTo>
                    <a:pt x="199580" y="99275"/>
                  </a:lnTo>
                  <a:lnTo>
                    <a:pt x="196380" y="99479"/>
                  </a:lnTo>
                  <a:lnTo>
                    <a:pt x="193814" y="100444"/>
                  </a:lnTo>
                  <a:lnTo>
                    <a:pt x="193890" y="102336"/>
                  </a:lnTo>
                  <a:lnTo>
                    <a:pt x="161378" y="64401"/>
                  </a:lnTo>
                  <a:lnTo>
                    <a:pt x="163969" y="65024"/>
                  </a:lnTo>
                  <a:lnTo>
                    <a:pt x="170370" y="64630"/>
                  </a:lnTo>
                  <a:lnTo>
                    <a:pt x="171805" y="64096"/>
                  </a:lnTo>
                  <a:lnTo>
                    <a:pt x="171513" y="65811"/>
                  </a:lnTo>
                  <a:lnTo>
                    <a:pt x="171678" y="69545"/>
                  </a:lnTo>
                  <a:lnTo>
                    <a:pt x="171843" y="73291"/>
                  </a:lnTo>
                  <a:lnTo>
                    <a:pt x="172669" y="76276"/>
                  </a:lnTo>
                  <a:lnTo>
                    <a:pt x="174345" y="76161"/>
                  </a:lnTo>
                  <a:lnTo>
                    <a:pt x="174891" y="73101"/>
                  </a:lnTo>
                  <a:lnTo>
                    <a:pt x="174548" y="65620"/>
                  </a:lnTo>
                  <a:lnTo>
                    <a:pt x="174078" y="63944"/>
                  </a:lnTo>
                  <a:lnTo>
                    <a:pt x="175564" y="64287"/>
                  </a:lnTo>
                  <a:lnTo>
                    <a:pt x="178765" y="64096"/>
                  </a:lnTo>
                  <a:lnTo>
                    <a:pt x="181978" y="63893"/>
                  </a:lnTo>
                  <a:lnTo>
                    <a:pt x="184543" y="62928"/>
                  </a:lnTo>
                  <a:lnTo>
                    <a:pt x="184442" y="60972"/>
                  </a:lnTo>
                  <a:lnTo>
                    <a:pt x="181800" y="60350"/>
                  </a:lnTo>
                  <a:lnTo>
                    <a:pt x="175399" y="60744"/>
                  </a:lnTo>
                  <a:lnTo>
                    <a:pt x="173888" y="61315"/>
                  </a:lnTo>
                  <a:lnTo>
                    <a:pt x="174193" y="59563"/>
                  </a:lnTo>
                  <a:lnTo>
                    <a:pt x="174028" y="55829"/>
                  </a:lnTo>
                  <a:lnTo>
                    <a:pt x="173850" y="52082"/>
                  </a:lnTo>
                  <a:lnTo>
                    <a:pt x="173024" y="49098"/>
                  </a:lnTo>
                  <a:lnTo>
                    <a:pt x="172669" y="49123"/>
                  </a:lnTo>
                  <a:lnTo>
                    <a:pt x="204431" y="12077"/>
                  </a:lnTo>
                  <a:lnTo>
                    <a:pt x="204012" y="14452"/>
                  </a:lnTo>
                  <a:lnTo>
                    <a:pt x="204355" y="21932"/>
                  </a:lnTo>
                  <a:lnTo>
                    <a:pt x="204800" y="23596"/>
                  </a:lnTo>
                  <a:lnTo>
                    <a:pt x="203403" y="23253"/>
                  </a:lnTo>
                  <a:lnTo>
                    <a:pt x="200202" y="23456"/>
                  </a:lnTo>
                  <a:lnTo>
                    <a:pt x="197002" y="23647"/>
                  </a:lnTo>
                  <a:lnTo>
                    <a:pt x="194437" y="24612"/>
                  </a:lnTo>
                  <a:lnTo>
                    <a:pt x="194525" y="26568"/>
                  </a:lnTo>
                  <a:lnTo>
                    <a:pt x="197167" y="27203"/>
                  </a:lnTo>
                  <a:lnTo>
                    <a:pt x="203581" y="26809"/>
                  </a:lnTo>
                  <a:lnTo>
                    <a:pt x="205003" y="26276"/>
                  </a:lnTo>
                  <a:lnTo>
                    <a:pt x="204711" y="27990"/>
                  </a:lnTo>
                  <a:lnTo>
                    <a:pt x="204876" y="31724"/>
                  </a:lnTo>
                  <a:lnTo>
                    <a:pt x="205041" y="35471"/>
                  </a:lnTo>
                  <a:lnTo>
                    <a:pt x="205867" y="38455"/>
                  </a:lnTo>
                  <a:lnTo>
                    <a:pt x="207543" y="38341"/>
                  </a:lnTo>
                  <a:lnTo>
                    <a:pt x="208089" y="35280"/>
                  </a:lnTo>
                  <a:lnTo>
                    <a:pt x="207746" y="27800"/>
                  </a:lnTo>
                  <a:lnTo>
                    <a:pt x="207289" y="26136"/>
                  </a:lnTo>
                  <a:lnTo>
                    <a:pt x="208762" y="26479"/>
                  </a:lnTo>
                  <a:lnTo>
                    <a:pt x="211975" y="26276"/>
                  </a:lnTo>
                  <a:lnTo>
                    <a:pt x="215176" y="26073"/>
                  </a:lnTo>
                  <a:lnTo>
                    <a:pt x="217741" y="25107"/>
                  </a:lnTo>
                  <a:lnTo>
                    <a:pt x="217716" y="24765"/>
                  </a:lnTo>
                  <a:lnTo>
                    <a:pt x="239077" y="49657"/>
                  </a:lnTo>
                  <a:lnTo>
                    <a:pt x="237439" y="49745"/>
                  </a:lnTo>
                  <a:lnTo>
                    <a:pt x="236893" y="52819"/>
                  </a:lnTo>
                  <a:lnTo>
                    <a:pt x="237248" y="60286"/>
                  </a:lnTo>
                  <a:lnTo>
                    <a:pt x="237693" y="61963"/>
                  </a:lnTo>
                  <a:lnTo>
                    <a:pt x="236296" y="61620"/>
                  </a:lnTo>
                  <a:lnTo>
                    <a:pt x="233083" y="61810"/>
                  </a:lnTo>
                  <a:lnTo>
                    <a:pt x="229882" y="62014"/>
                  </a:lnTo>
                  <a:lnTo>
                    <a:pt x="227317" y="62979"/>
                  </a:lnTo>
                  <a:lnTo>
                    <a:pt x="227418" y="64935"/>
                  </a:lnTo>
                  <a:lnTo>
                    <a:pt x="230047" y="65557"/>
                  </a:lnTo>
                  <a:lnTo>
                    <a:pt x="236461" y="65163"/>
                  </a:lnTo>
                  <a:lnTo>
                    <a:pt x="237883" y="64630"/>
                  </a:lnTo>
                  <a:lnTo>
                    <a:pt x="237591" y="66344"/>
                  </a:lnTo>
                  <a:lnTo>
                    <a:pt x="237769" y="70091"/>
                  </a:lnTo>
                  <a:lnTo>
                    <a:pt x="237934" y="73825"/>
                  </a:lnTo>
                  <a:lnTo>
                    <a:pt x="238760" y="76809"/>
                  </a:lnTo>
                  <a:lnTo>
                    <a:pt x="239306" y="76784"/>
                  </a:lnTo>
                  <a:lnTo>
                    <a:pt x="239306" y="50368"/>
                  </a:lnTo>
                  <a:lnTo>
                    <a:pt x="239128" y="49720"/>
                  </a:lnTo>
                  <a:lnTo>
                    <a:pt x="248920" y="61137"/>
                  </a:lnTo>
                  <a:lnTo>
                    <a:pt x="248920" y="50482"/>
                  </a:lnTo>
                  <a:lnTo>
                    <a:pt x="216014" y="12103"/>
                  </a:lnTo>
                  <a:lnTo>
                    <a:pt x="216014" y="22771"/>
                  </a:lnTo>
                  <a:lnTo>
                    <a:pt x="215011" y="22529"/>
                  </a:lnTo>
                  <a:lnTo>
                    <a:pt x="208597" y="22923"/>
                  </a:lnTo>
                  <a:lnTo>
                    <a:pt x="207086" y="23495"/>
                  </a:lnTo>
                  <a:lnTo>
                    <a:pt x="207391" y="21742"/>
                  </a:lnTo>
                  <a:lnTo>
                    <a:pt x="207225" y="18008"/>
                  </a:lnTo>
                  <a:lnTo>
                    <a:pt x="207060" y="14262"/>
                  </a:lnTo>
                  <a:lnTo>
                    <a:pt x="206248" y="11366"/>
                  </a:lnTo>
                  <a:lnTo>
                    <a:pt x="216014" y="22771"/>
                  </a:lnTo>
                  <a:lnTo>
                    <a:pt x="216014" y="12103"/>
                  </a:lnTo>
                  <a:lnTo>
                    <a:pt x="214782" y="10655"/>
                  </a:lnTo>
                  <a:lnTo>
                    <a:pt x="206184" y="635"/>
                  </a:lnTo>
                  <a:lnTo>
                    <a:pt x="206184" y="11290"/>
                  </a:lnTo>
                  <a:lnTo>
                    <a:pt x="205041" y="11366"/>
                  </a:lnTo>
                  <a:lnTo>
                    <a:pt x="205651" y="10655"/>
                  </a:lnTo>
                  <a:lnTo>
                    <a:pt x="206184" y="11290"/>
                  </a:lnTo>
                  <a:lnTo>
                    <a:pt x="206184" y="635"/>
                  </a:lnTo>
                  <a:lnTo>
                    <a:pt x="205651" y="0"/>
                  </a:lnTo>
                  <a:lnTo>
                    <a:pt x="171602" y="39712"/>
                  </a:lnTo>
                  <a:lnTo>
                    <a:pt x="171602" y="61417"/>
                  </a:lnTo>
                  <a:lnTo>
                    <a:pt x="170205" y="61074"/>
                  </a:lnTo>
                  <a:lnTo>
                    <a:pt x="167005" y="61277"/>
                  </a:lnTo>
                  <a:lnTo>
                    <a:pt x="163791" y="61468"/>
                  </a:lnTo>
                  <a:lnTo>
                    <a:pt x="161315" y="62407"/>
                  </a:lnTo>
                  <a:lnTo>
                    <a:pt x="161315" y="64338"/>
                  </a:lnTo>
                  <a:lnTo>
                    <a:pt x="160477" y="63347"/>
                  </a:lnTo>
                  <a:lnTo>
                    <a:pt x="161226" y="62471"/>
                  </a:lnTo>
                  <a:lnTo>
                    <a:pt x="161315" y="64338"/>
                  </a:lnTo>
                  <a:lnTo>
                    <a:pt x="161315" y="62407"/>
                  </a:lnTo>
                  <a:lnTo>
                    <a:pt x="171018" y="51041"/>
                  </a:lnTo>
                  <a:lnTo>
                    <a:pt x="170815" y="52273"/>
                  </a:lnTo>
                  <a:lnTo>
                    <a:pt x="171157" y="59753"/>
                  </a:lnTo>
                  <a:lnTo>
                    <a:pt x="171602" y="61417"/>
                  </a:lnTo>
                  <a:lnTo>
                    <a:pt x="171602" y="39712"/>
                  </a:lnTo>
                  <a:lnTo>
                    <a:pt x="151333" y="63347"/>
                  </a:lnTo>
                  <a:lnTo>
                    <a:pt x="205651" y="126695"/>
                  </a:lnTo>
                  <a:lnTo>
                    <a:pt x="214782" y="116039"/>
                  </a:lnTo>
                  <a:lnTo>
                    <a:pt x="256159" y="67779"/>
                  </a:lnTo>
                  <a:lnTo>
                    <a:pt x="306679" y="126695"/>
                  </a:lnTo>
                  <a:lnTo>
                    <a:pt x="315823" y="116039"/>
                  </a:lnTo>
                  <a:lnTo>
                    <a:pt x="360984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9" name="object 2029" descr=""/>
            <p:cNvSpPr/>
            <p:nvPr/>
          </p:nvSpPr>
          <p:spPr>
            <a:xfrm>
              <a:off x="7482560" y="6114611"/>
              <a:ext cx="310515" cy="204470"/>
            </a:xfrm>
            <a:custGeom>
              <a:avLst/>
              <a:gdLst/>
              <a:ahLst/>
              <a:cxnLst/>
              <a:rect l="l" t="t" r="r" b="b"/>
              <a:pathLst>
                <a:path w="310515" h="204470">
                  <a:moveTo>
                    <a:pt x="116700" y="25107"/>
                  </a:moveTo>
                  <a:lnTo>
                    <a:pt x="116611" y="23152"/>
                  </a:lnTo>
                  <a:lnTo>
                    <a:pt x="113969" y="22517"/>
                  </a:lnTo>
                  <a:lnTo>
                    <a:pt x="107569" y="22923"/>
                  </a:lnTo>
                  <a:lnTo>
                    <a:pt x="106057" y="23495"/>
                  </a:lnTo>
                  <a:lnTo>
                    <a:pt x="106362" y="21742"/>
                  </a:lnTo>
                  <a:lnTo>
                    <a:pt x="106184" y="17995"/>
                  </a:lnTo>
                  <a:lnTo>
                    <a:pt x="106019" y="14262"/>
                  </a:lnTo>
                  <a:lnTo>
                    <a:pt x="105194" y="11277"/>
                  </a:lnTo>
                  <a:lnTo>
                    <a:pt x="103517" y="11379"/>
                  </a:lnTo>
                  <a:lnTo>
                    <a:pt x="102971" y="14452"/>
                  </a:lnTo>
                  <a:lnTo>
                    <a:pt x="103314" y="21932"/>
                  </a:lnTo>
                  <a:lnTo>
                    <a:pt x="103759" y="23596"/>
                  </a:lnTo>
                  <a:lnTo>
                    <a:pt x="102374" y="23253"/>
                  </a:lnTo>
                  <a:lnTo>
                    <a:pt x="99161" y="23456"/>
                  </a:lnTo>
                  <a:lnTo>
                    <a:pt x="95961" y="23647"/>
                  </a:lnTo>
                  <a:lnTo>
                    <a:pt x="93395" y="24612"/>
                  </a:lnTo>
                  <a:lnTo>
                    <a:pt x="93484" y="26568"/>
                  </a:lnTo>
                  <a:lnTo>
                    <a:pt x="96126" y="27203"/>
                  </a:lnTo>
                  <a:lnTo>
                    <a:pt x="102539" y="26797"/>
                  </a:lnTo>
                  <a:lnTo>
                    <a:pt x="103962" y="26263"/>
                  </a:lnTo>
                  <a:lnTo>
                    <a:pt x="103670" y="27990"/>
                  </a:lnTo>
                  <a:lnTo>
                    <a:pt x="103835" y="31724"/>
                  </a:lnTo>
                  <a:lnTo>
                    <a:pt x="104013" y="35458"/>
                  </a:lnTo>
                  <a:lnTo>
                    <a:pt x="104838" y="38442"/>
                  </a:lnTo>
                  <a:lnTo>
                    <a:pt x="106514" y="38341"/>
                  </a:lnTo>
                  <a:lnTo>
                    <a:pt x="107061" y="35280"/>
                  </a:lnTo>
                  <a:lnTo>
                    <a:pt x="106705" y="27800"/>
                  </a:lnTo>
                  <a:lnTo>
                    <a:pt x="106248" y="26123"/>
                  </a:lnTo>
                  <a:lnTo>
                    <a:pt x="107734" y="26466"/>
                  </a:lnTo>
                  <a:lnTo>
                    <a:pt x="110934" y="26276"/>
                  </a:lnTo>
                  <a:lnTo>
                    <a:pt x="114134" y="26073"/>
                  </a:lnTo>
                  <a:lnTo>
                    <a:pt x="116700" y="25107"/>
                  </a:lnTo>
                  <a:close/>
                </a:path>
                <a:path w="310515" h="204470">
                  <a:moveTo>
                    <a:pt x="149593" y="63474"/>
                  </a:moveTo>
                  <a:lnTo>
                    <a:pt x="149491" y="61506"/>
                  </a:lnTo>
                  <a:lnTo>
                    <a:pt x="146862" y="60883"/>
                  </a:lnTo>
                  <a:lnTo>
                    <a:pt x="140449" y="61277"/>
                  </a:lnTo>
                  <a:lnTo>
                    <a:pt x="137896" y="62242"/>
                  </a:lnTo>
                  <a:lnTo>
                    <a:pt x="137972" y="64198"/>
                  </a:lnTo>
                  <a:lnTo>
                    <a:pt x="140614" y="64833"/>
                  </a:lnTo>
                  <a:lnTo>
                    <a:pt x="143814" y="64630"/>
                  </a:lnTo>
                  <a:lnTo>
                    <a:pt x="147027" y="64427"/>
                  </a:lnTo>
                  <a:lnTo>
                    <a:pt x="149593" y="63474"/>
                  </a:lnTo>
                  <a:close/>
                </a:path>
                <a:path w="310515" h="204470">
                  <a:moveTo>
                    <a:pt x="259956" y="63347"/>
                  </a:moveTo>
                  <a:lnTo>
                    <a:pt x="250825" y="52705"/>
                  </a:lnTo>
                  <a:lnTo>
                    <a:pt x="250825" y="63347"/>
                  </a:lnTo>
                  <a:lnTo>
                    <a:pt x="240703" y="75145"/>
                  </a:lnTo>
                  <a:lnTo>
                    <a:pt x="240982" y="73634"/>
                  </a:lnTo>
                  <a:lnTo>
                    <a:pt x="240626" y="66154"/>
                  </a:lnTo>
                  <a:lnTo>
                    <a:pt x="240169" y="64477"/>
                  </a:lnTo>
                  <a:lnTo>
                    <a:pt x="241655" y="64833"/>
                  </a:lnTo>
                  <a:lnTo>
                    <a:pt x="244856" y="64630"/>
                  </a:lnTo>
                  <a:lnTo>
                    <a:pt x="248056" y="64427"/>
                  </a:lnTo>
                  <a:lnTo>
                    <a:pt x="250621" y="63474"/>
                  </a:lnTo>
                  <a:lnTo>
                    <a:pt x="250596" y="63093"/>
                  </a:lnTo>
                  <a:lnTo>
                    <a:pt x="250825" y="63347"/>
                  </a:lnTo>
                  <a:lnTo>
                    <a:pt x="250825" y="52705"/>
                  </a:lnTo>
                  <a:lnTo>
                    <a:pt x="248907" y="50469"/>
                  </a:lnTo>
                  <a:lnTo>
                    <a:pt x="248907" y="61137"/>
                  </a:lnTo>
                  <a:lnTo>
                    <a:pt x="247891" y="60883"/>
                  </a:lnTo>
                  <a:lnTo>
                    <a:pt x="241490" y="61277"/>
                  </a:lnTo>
                  <a:lnTo>
                    <a:pt x="239979" y="61849"/>
                  </a:lnTo>
                  <a:lnTo>
                    <a:pt x="240284" y="60096"/>
                  </a:lnTo>
                  <a:lnTo>
                    <a:pt x="240106" y="56362"/>
                  </a:lnTo>
                  <a:lnTo>
                    <a:pt x="239941" y="52628"/>
                  </a:lnTo>
                  <a:lnTo>
                    <a:pt x="239306" y="50368"/>
                  </a:lnTo>
                  <a:lnTo>
                    <a:pt x="239306" y="76784"/>
                  </a:lnTo>
                  <a:lnTo>
                    <a:pt x="205651" y="116027"/>
                  </a:lnTo>
                  <a:lnTo>
                    <a:pt x="193967" y="102425"/>
                  </a:lnTo>
                  <a:lnTo>
                    <a:pt x="196545" y="103022"/>
                  </a:lnTo>
                  <a:lnTo>
                    <a:pt x="202958" y="102628"/>
                  </a:lnTo>
                  <a:lnTo>
                    <a:pt x="204381" y="102095"/>
                  </a:lnTo>
                  <a:lnTo>
                    <a:pt x="204089" y="103809"/>
                  </a:lnTo>
                  <a:lnTo>
                    <a:pt x="204254" y="107556"/>
                  </a:lnTo>
                  <a:lnTo>
                    <a:pt x="204419" y="111290"/>
                  </a:lnTo>
                  <a:lnTo>
                    <a:pt x="205257" y="114274"/>
                  </a:lnTo>
                  <a:lnTo>
                    <a:pt x="206921" y="114173"/>
                  </a:lnTo>
                  <a:lnTo>
                    <a:pt x="207467" y="111099"/>
                  </a:lnTo>
                  <a:lnTo>
                    <a:pt x="207124" y="103619"/>
                  </a:lnTo>
                  <a:lnTo>
                    <a:pt x="206667" y="101942"/>
                  </a:lnTo>
                  <a:lnTo>
                    <a:pt x="208140" y="102298"/>
                  </a:lnTo>
                  <a:lnTo>
                    <a:pt x="211353" y="102095"/>
                  </a:lnTo>
                  <a:lnTo>
                    <a:pt x="214553" y="101892"/>
                  </a:lnTo>
                  <a:lnTo>
                    <a:pt x="217119" y="100939"/>
                  </a:lnTo>
                  <a:lnTo>
                    <a:pt x="217030" y="98971"/>
                  </a:lnTo>
                  <a:lnTo>
                    <a:pt x="214388" y="98348"/>
                  </a:lnTo>
                  <a:lnTo>
                    <a:pt x="207975" y="98742"/>
                  </a:lnTo>
                  <a:lnTo>
                    <a:pt x="206463" y="99314"/>
                  </a:lnTo>
                  <a:lnTo>
                    <a:pt x="206768" y="97561"/>
                  </a:lnTo>
                  <a:lnTo>
                    <a:pt x="206603" y="93827"/>
                  </a:lnTo>
                  <a:lnTo>
                    <a:pt x="206438" y="90093"/>
                  </a:lnTo>
                  <a:lnTo>
                    <a:pt x="205613" y="87109"/>
                  </a:lnTo>
                  <a:lnTo>
                    <a:pt x="203936" y="87210"/>
                  </a:lnTo>
                  <a:lnTo>
                    <a:pt x="203390" y="90271"/>
                  </a:lnTo>
                  <a:lnTo>
                    <a:pt x="203733" y="97751"/>
                  </a:lnTo>
                  <a:lnTo>
                    <a:pt x="204177" y="99415"/>
                  </a:lnTo>
                  <a:lnTo>
                    <a:pt x="202780" y="99072"/>
                  </a:lnTo>
                  <a:lnTo>
                    <a:pt x="199580" y="99275"/>
                  </a:lnTo>
                  <a:lnTo>
                    <a:pt x="196380" y="99479"/>
                  </a:lnTo>
                  <a:lnTo>
                    <a:pt x="193814" y="100444"/>
                  </a:lnTo>
                  <a:lnTo>
                    <a:pt x="193890" y="102336"/>
                  </a:lnTo>
                  <a:lnTo>
                    <a:pt x="161378" y="64414"/>
                  </a:lnTo>
                  <a:lnTo>
                    <a:pt x="163969" y="65024"/>
                  </a:lnTo>
                  <a:lnTo>
                    <a:pt x="170370" y="64617"/>
                  </a:lnTo>
                  <a:lnTo>
                    <a:pt x="171805" y="64084"/>
                  </a:lnTo>
                  <a:lnTo>
                    <a:pt x="171513" y="65811"/>
                  </a:lnTo>
                  <a:lnTo>
                    <a:pt x="171678" y="69545"/>
                  </a:lnTo>
                  <a:lnTo>
                    <a:pt x="171843" y="73279"/>
                  </a:lnTo>
                  <a:lnTo>
                    <a:pt x="172669" y="76263"/>
                  </a:lnTo>
                  <a:lnTo>
                    <a:pt x="174345" y="76161"/>
                  </a:lnTo>
                  <a:lnTo>
                    <a:pt x="174891" y="73101"/>
                  </a:lnTo>
                  <a:lnTo>
                    <a:pt x="174548" y="65620"/>
                  </a:lnTo>
                  <a:lnTo>
                    <a:pt x="174078" y="63944"/>
                  </a:lnTo>
                  <a:lnTo>
                    <a:pt x="175564" y="64287"/>
                  </a:lnTo>
                  <a:lnTo>
                    <a:pt x="178765" y="64096"/>
                  </a:lnTo>
                  <a:lnTo>
                    <a:pt x="181978" y="63893"/>
                  </a:lnTo>
                  <a:lnTo>
                    <a:pt x="184543" y="62928"/>
                  </a:lnTo>
                  <a:lnTo>
                    <a:pt x="184442" y="60972"/>
                  </a:lnTo>
                  <a:lnTo>
                    <a:pt x="181800" y="60337"/>
                  </a:lnTo>
                  <a:lnTo>
                    <a:pt x="175399" y="60744"/>
                  </a:lnTo>
                  <a:lnTo>
                    <a:pt x="173888" y="61315"/>
                  </a:lnTo>
                  <a:lnTo>
                    <a:pt x="174193" y="59563"/>
                  </a:lnTo>
                  <a:lnTo>
                    <a:pt x="174028" y="55816"/>
                  </a:lnTo>
                  <a:lnTo>
                    <a:pt x="173850" y="52082"/>
                  </a:lnTo>
                  <a:lnTo>
                    <a:pt x="173024" y="49098"/>
                  </a:lnTo>
                  <a:lnTo>
                    <a:pt x="172669" y="49123"/>
                  </a:lnTo>
                  <a:lnTo>
                    <a:pt x="204431" y="12077"/>
                  </a:lnTo>
                  <a:lnTo>
                    <a:pt x="204012" y="14452"/>
                  </a:lnTo>
                  <a:lnTo>
                    <a:pt x="204355" y="21932"/>
                  </a:lnTo>
                  <a:lnTo>
                    <a:pt x="204800" y="23596"/>
                  </a:lnTo>
                  <a:lnTo>
                    <a:pt x="203403" y="23253"/>
                  </a:lnTo>
                  <a:lnTo>
                    <a:pt x="200202" y="23456"/>
                  </a:lnTo>
                  <a:lnTo>
                    <a:pt x="197002" y="23647"/>
                  </a:lnTo>
                  <a:lnTo>
                    <a:pt x="194437" y="24612"/>
                  </a:lnTo>
                  <a:lnTo>
                    <a:pt x="194525" y="26568"/>
                  </a:lnTo>
                  <a:lnTo>
                    <a:pt x="197167" y="27203"/>
                  </a:lnTo>
                  <a:lnTo>
                    <a:pt x="203581" y="26797"/>
                  </a:lnTo>
                  <a:lnTo>
                    <a:pt x="206133" y="25831"/>
                  </a:lnTo>
                  <a:lnTo>
                    <a:pt x="206082" y="24866"/>
                  </a:lnTo>
                  <a:lnTo>
                    <a:pt x="206857" y="24815"/>
                  </a:lnTo>
                  <a:lnTo>
                    <a:pt x="207391" y="21742"/>
                  </a:lnTo>
                  <a:lnTo>
                    <a:pt x="207225" y="17995"/>
                  </a:lnTo>
                  <a:lnTo>
                    <a:pt x="207060" y="14262"/>
                  </a:lnTo>
                  <a:lnTo>
                    <a:pt x="206248" y="11366"/>
                  </a:lnTo>
                  <a:lnTo>
                    <a:pt x="239077" y="49657"/>
                  </a:lnTo>
                  <a:lnTo>
                    <a:pt x="237439" y="49745"/>
                  </a:lnTo>
                  <a:lnTo>
                    <a:pt x="236893" y="52806"/>
                  </a:lnTo>
                  <a:lnTo>
                    <a:pt x="237248" y="60286"/>
                  </a:lnTo>
                  <a:lnTo>
                    <a:pt x="237693" y="61950"/>
                  </a:lnTo>
                  <a:lnTo>
                    <a:pt x="236296" y="61607"/>
                  </a:lnTo>
                  <a:lnTo>
                    <a:pt x="233083" y="61810"/>
                  </a:lnTo>
                  <a:lnTo>
                    <a:pt x="229882" y="62014"/>
                  </a:lnTo>
                  <a:lnTo>
                    <a:pt x="227317" y="62966"/>
                  </a:lnTo>
                  <a:lnTo>
                    <a:pt x="227418" y="64935"/>
                  </a:lnTo>
                  <a:lnTo>
                    <a:pt x="230047" y="65557"/>
                  </a:lnTo>
                  <a:lnTo>
                    <a:pt x="236461" y="65163"/>
                  </a:lnTo>
                  <a:lnTo>
                    <a:pt x="237883" y="64630"/>
                  </a:lnTo>
                  <a:lnTo>
                    <a:pt x="237591" y="66344"/>
                  </a:lnTo>
                  <a:lnTo>
                    <a:pt x="237769" y="70091"/>
                  </a:lnTo>
                  <a:lnTo>
                    <a:pt x="237934" y="73825"/>
                  </a:lnTo>
                  <a:lnTo>
                    <a:pt x="238760" y="76809"/>
                  </a:lnTo>
                  <a:lnTo>
                    <a:pt x="239306" y="76784"/>
                  </a:lnTo>
                  <a:lnTo>
                    <a:pt x="239306" y="50368"/>
                  </a:lnTo>
                  <a:lnTo>
                    <a:pt x="239128" y="49720"/>
                  </a:lnTo>
                  <a:lnTo>
                    <a:pt x="248907" y="61137"/>
                  </a:lnTo>
                  <a:lnTo>
                    <a:pt x="248907" y="50469"/>
                  </a:lnTo>
                  <a:lnTo>
                    <a:pt x="214782" y="10655"/>
                  </a:lnTo>
                  <a:lnTo>
                    <a:pt x="206184" y="635"/>
                  </a:lnTo>
                  <a:lnTo>
                    <a:pt x="206184" y="11290"/>
                  </a:lnTo>
                  <a:lnTo>
                    <a:pt x="205054" y="11353"/>
                  </a:lnTo>
                  <a:lnTo>
                    <a:pt x="205651" y="10655"/>
                  </a:lnTo>
                  <a:lnTo>
                    <a:pt x="206184" y="11290"/>
                  </a:lnTo>
                  <a:lnTo>
                    <a:pt x="206184" y="635"/>
                  </a:lnTo>
                  <a:lnTo>
                    <a:pt x="205651" y="0"/>
                  </a:lnTo>
                  <a:lnTo>
                    <a:pt x="171602" y="39712"/>
                  </a:lnTo>
                  <a:lnTo>
                    <a:pt x="171602" y="61417"/>
                  </a:lnTo>
                  <a:lnTo>
                    <a:pt x="170205" y="61074"/>
                  </a:lnTo>
                  <a:lnTo>
                    <a:pt x="167005" y="61264"/>
                  </a:lnTo>
                  <a:lnTo>
                    <a:pt x="163791" y="61468"/>
                  </a:lnTo>
                  <a:lnTo>
                    <a:pt x="161315" y="62407"/>
                  </a:lnTo>
                  <a:lnTo>
                    <a:pt x="161315" y="64338"/>
                  </a:lnTo>
                  <a:lnTo>
                    <a:pt x="160477" y="63347"/>
                  </a:lnTo>
                  <a:lnTo>
                    <a:pt x="161226" y="62471"/>
                  </a:lnTo>
                  <a:lnTo>
                    <a:pt x="161315" y="64338"/>
                  </a:lnTo>
                  <a:lnTo>
                    <a:pt x="161315" y="62407"/>
                  </a:lnTo>
                  <a:lnTo>
                    <a:pt x="171018" y="51041"/>
                  </a:lnTo>
                  <a:lnTo>
                    <a:pt x="170815" y="52273"/>
                  </a:lnTo>
                  <a:lnTo>
                    <a:pt x="171157" y="59753"/>
                  </a:lnTo>
                  <a:lnTo>
                    <a:pt x="171602" y="61417"/>
                  </a:lnTo>
                  <a:lnTo>
                    <a:pt x="171602" y="39712"/>
                  </a:lnTo>
                  <a:lnTo>
                    <a:pt x="151333" y="63347"/>
                  </a:lnTo>
                  <a:lnTo>
                    <a:pt x="205651" y="126695"/>
                  </a:lnTo>
                  <a:lnTo>
                    <a:pt x="214782" y="116027"/>
                  </a:lnTo>
                  <a:lnTo>
                    <a:pt x="259956" y="63347"/>
                  </a:lnTo>
                  <a:close/>
                </a:path>
                <a:path w="310515" h="204470">
                  <a:moveTo>
                    <a:pt x="310438" y="140500"/>
                  </a:moveTo>
                  <a:lnTo>
                    <a:pt x="301307" y="129857"/>
                  </a:lnTo>
                  <a:lnTo>
                    <a:pt x="301307" y="140500"/>
                  </a:lnTo>
                  <a:lnTo>
                    <a:pt x="291211" y="152285"/>
                  </a:lnTo>
                  <a:lnTo>
                    <a:pt x="291477" y="150799"/>
                  </a:lnTo>
                  <a:lnTo>
                    <a:pt x="291122" y="143319"/>
                  </a:lnTo>
                  <a:lnTo>
                    <a:pt x="290664" y="141643"/>
                  </a:lnTo>
                  <a:lnTo>
                    <a:pt x="292150" y="141986"/>
                  </a:lnTo>
                  <a:lnTo>
                    <a:pt x="295351" y="141795"/>
                  </a:lnTo>
                  <a:lnTo>
                    <a:pt x="298551" y="141592"/>
                  </a:lnTo>
                  <a:lnTo>
                    <a:pt x="301117" y="140627"/>
                  </a:lnTo>
                  <a:lnTo>
                    <a:pt x="301091" y="140258"/>
                  </a:lnTo>
                  <a:lnTo>
                    <a:pt x="301307" y="140500"/>
                  </a:lnTo>
                  <a:lnTo>
                    <a:pt x="301307" y="129857"/>
                  </a:lnTo>
                  <a:lnTo>
                    <a:pt x="299402" y="127635"/>
                  </a:lnTo>
                  <a:lnTo>
                    <a:pt x="299402" y="138303"/>
                  </a:lnTo>
                  <a:lnTo>
                    <a:pt x="298386" y="138049"/>
                  </a:lnTo>
                  <a:lnTo>
                    <a:pt x="291985" y="138442"/>
                  </a:lnTo>
                  <a:lnTo>
                    <a:pt x="290474" y="139014"/>
                  </a:lnTo>
                  <a:lnTo>
                    <a:pt x="290779" y="137261"/>
                  </a:lnTo>
                  <a:lnTo>
                    <a:pt x="290601" y="133527"/>
                  </a:lnTo>
                  <a:lnTo>
                    <a:pt x="290436" y="129781"/>
                  </a:lnTo>
                  <a:lnTo>
                    <a:pt x="289788" y="127482"/>
                  </a:lnTo>
                  <a:lnTo>
                    <a:pt x="289788" y="153949"/>
                  </a:lnTo>
                  <a:lnTo>
                    <a:pt x="256146" y="193192"/>
                  </a:lnTo>
                  <a:lnTo>
                    <a:pt x="244462" y="179578"/>
                  </a:lnTo>
                  <a:lnTo>
                    <a:pt x="247040" y="180187"/>
                  </a:lnTo>
                  <a:lnTo>
                    <a:pt x="253441" y="179781"/>
                  </a:lnTo>
                  <a:lnTo>
                    <a:pt x="254876" y="179247"/>
                  </a:lnTo>
                  <a:lnTo>
                    <a:pt x="254584" y="180975"/>
                  </a:lnTo>
                  <a:lnTo>
                    <a:pt x="254749" y="184708"/>
                  </a:lnTo>
                  <a:lnTo>
                    <a:pt x="254914" y="188455"/>
                  </a:lnTo>
                  <a:lnTo>
                    <a:pt x="255739" y="191439"/>
                  </a:lnTo>
                  <a:lnTo>
                    <a:pt x="257416" y="191325"/>
                  </a:lnTo>
                  <a:lnTo>
                    <a:pt x="257962" y="188264"/>
                  </a:lnTo>
                  <a:lnTo>
                    <a:pt x="257619" y="180784"/>
                  </a:lnTo>
                  <a:lnTo>
                    <a:pt x="257162" y="179108"/>
                  </a:lnTo>
                  <a:lnTo>
                    <a:pt x="258635" y="179451"/>
                  </a:lnTo>
                  <a:lnTo>
                    <a:pt x="261848" y="179260"/>
                  </a:lnTo>
                  <a:lnTo>
                    <a:pt x="265049" y="179057"/>
                  </a:lnTo>
                  <a:lnTo>
                    <a:pt x="267614" y="178092"/>
                  </a:lnTo>
                  <a:lnTo>
                    <a:pt x="267525" y="176136"/>
                  </a:lnTo>
                  <a:lnTo>
                    <a:pt x="264883" y="175514"/>
                  </a:lnTo>
                  <a:lnTo>
                    <a:pt x="258470" y="175907"/>
                  </a:lnTo>
                  <a:lnTo>
                    <a:pt x="256959" y="176479"/>
                  </a:lnTo>
                  <a:lnTo>
                    <a:pt x="257263" y="174726"/>
                  </a:lnTo>
                  <a:lnTo>
                    <a:pt x="257098" y="170992"/>
                  </a:lnTo>
                  <a:lnTo>
                    <a:pt x="256933" y="167246"/>
                  </a:lnTo>
                  <a:lnTo>
                    <a:pt x="256108" y="164261"/>
                  </a:lnTo>
                  <a:lnTo>
                    <a:pt x="254431" y="164376"/>
                  </a:lnTo>
                  <a:lnTo>
                    <a:pt x="253885" y="167436"/>
                  </a:lnTo>
                  <a:lnTo>
                    <a:pt x="254228" y="174917"/>
                  </a:lnTo>
                  <a:lnTo>
                    <a:pt x="254673" y="176568"/>
                  </a:lnTo>
                  <a:lnTo>
                    <a:pt x="253276" y="176237"/>
                  </a:lnTo>
                  <a:lnTo>
                    <a:pt x="250075" y="176441"/>
                  </a:lnTo>
                  <a:lnTo>
                    <a:pt x="246875" y="176631"/>
                  </a:lnTo>
                  <a:lnTo>
                    <a:pt x="244309" y="177596"/>
                  </a:lnTo>
                  <a:lnTo>
                    <a:pt x="244386" y="179501"/>
                  </a:lnTo>
                  <a:lnTo>
                    <a:pt x="211886" y="141579"/>
                  </a:lnTo>
                  <a:lnTo>
                    <a:pt x="214452" y="142176"/>
                  </a:lnTo>
                  <a:lnTo>
                    <a:pt x="220865" y="141782"/>
                  </a:lnTo>
                  <a:lnTo>
                    <a:pt x="222300" y="141249"/>
                  </a:lnTo>
                  <a:lnTo>
                    <a:pt x="222008" y="142963"/>
                  </a:lnTo>
                  <a:lnTo>
                    <a:pt x="222173" y="146710"/>
                  </a:lnTo>
                  <a:lnTo>
                    <a:pt x="222338" y="150444"/>
                  </a:lnTo>
                  <a:lnTo>
                    <a:pt x="223164" y="153428"/>
                  </a:lnTo>
                  <a:lnTo>
                    <a:pt x="224840" y="153327"/>
                  </a:lnTo>
                  <a:lnTo>
                    <a:pt x="225386" y="150253"/>
                  </a:lnTo>
                  <a:lnTo>
                    <a:pt x="225044" y="142786"/>
                  </a:lnTo>
                  <a:lnTo>
                    <a:pt x="224574" y="141109"/>
                  </a:lnTo>
                  <a:lnTo>
                    <a:pt x="226060" y="141452"/>
                  </a:lnTo>
                  <a:lnTo>
                    <a:pt x="229260" y="141249"/>
                  </a:lnTo>
                  <a:lnTo>
                    <a:pt x="232473" y="141058"/>
                  </a:lnTo>
                  <a:lnTo>
                    <a:pt x="235038" y="140093"/>
                  </a:lnTo>
                  <a:lnTo>
                    <a:pt x="234937" y="138137"/>
                  </a:lnTo>
                  <a:lnTo>
                    <a:pt x="232295" y="137502"/>
                  </a:lnTo>
                  <a:lnTo>
                    <a:pt x="225894" y="137896"/>
                  </a:lnTo>
                  <a:lnTo>
                    <a:pt x="224383" y="138468"/>
                  </a:lnTo>
                  <a:lnTo>
                    <a:pt x="224688" y="136715"/>
                  </a:lnTo>
                  <a:lnTo>
                    <a:pt x="224523" y="132981"/>
                  </a:lnTo>
                  <a:lnTo>
                    <a:pt x="224345" y="129247"/>
                  </a:lnTo>
                  <a:lnTo>
                    <a:pt x="223520" y="126263"/>
                  </a:lnTo>
                  <a:lnTo>
                    <a:pt x="223151" y="126288"/>
                  </a:lnTo>
                  <a:lnTo>
                    <a:pt x="254927" y="89242"/>
                  </a:lnTo>
                  <a:lnTo>
                    <a:pt x="254508" y="91617"/>
                  </a:lnTo>
                  <a:lnTo>
                    <a:pt x="254850" y="99085"/>
                  </a:lnTo>
                  <a:lnTo>
                    <a:pt x="255295" y="100761"/>
                  </a:lnTo>
                  <a:lnTo>
                    <a:pt x="253898" y="100418"/>
                  </a:lnTo>
                  <a:lnTo>
                    <a:pt x="250698" y="100609"/>
                  </a:lnTo>
                  <a:lnTo>
                    <a:pt x="247497" y="100812"/>
                  </a:lnTo>
                  <a:lnTo>
                    <a:pt x="244932" y="101777"/>
                  </a:lnTo>
                  <a:lnTo>
                    <a:pt x="245021" y="103733"/>
                  </a:lnTo>
                  <a:lnTo>
                    <a:pt x="247662" y="104355"/>
                  </a:lnTo>
                  <a:lnTo>
                    <a:pt x="254063" y="103962"/>
                  </a:lnTo>
                  <a:lnTo>
                    <a:pt x="255498" y="103428"/>
                  </a:lnTo>
                  <a:lnTo>
                    <a:pt x="255206" y="105143"/>
                  </a:lnTo>
                  <a:lnTo>
                    <a:pt x="255371" y="108889"/>
                  </a:lnTo>
                  <a:lnTo>
                    <a:pt x="255536" y="112623"/>
                  </a:lnTo>
                  <a:lnTo>
                    <a:pt x="256362" y="115608"/>
                  </a:lnTo>
                  <a:lnTo>
                    <a:pt x="258038" y="115506"/>
                  </a:lnTo>
                  <a:lnTo>
                    <a:pt x="258584" y="112433"/>
                  </a:lnTo>
                  <a:lnTo>
                    <a:pt x="258241" y="104965"/>
                  </a:lnTo>
                  <a:lnTo>
                    <a:pt x="257771" y="103276"/>
                  </a:lnTo>
                  <a:lnTo>
                    <a:pt x="259257" y="103632"/>
                  </a:lnTo>
                  <a:lnTo>
                    <a:pt x="262470" y="103428"/>
                  </a:lnTo>
                  <a:lnTo>
                    <a:pt x="265671" y="103238"/>
                  </a:lnTo>
                  <a:lnTo>
                    <a:pt x="268236" y="102273"/>
                  </a:lnTo>
                  <a:lnTo>
                    <a:pt x="268211" y="101930"/>
                  </a:lnTo>
                  <a:lnTo>
                    <a:pt x="289560" y="126809"/>
                  </a:lnTo>
                  <a:lnTo>
                    <a:pt x="287934" y="126911"/>
                  </a:lnTo>
                  <a:lnTo>
                    <a:pt x="287388" y="129971"/>
                  </a:lnTo>
                  <a:lnTo>
                    <a:pt x="287743" y="137452"/>
                  </a:lnTo>
                  <a:lnTo>
                    <a:pt x="288188" y="139115"/>
                  </a:lnTo>
                  <a:lnTo>
                    <a:pt x="286791" y="138772"/>
                  </a:lnTo>
                  <a:lnTo>
                    <a:pt x="283578" y="138976"/>
                  </a:lnTo>
                  <a:lnTo>
                    <a:pt x="280377" y="139166"/>
                  </a:lnTo>
                  <a:lnTo>
                    <a:pt x="277812" y="140131"/>
                  </a:lnTo>
                  <a:lnTo>
                    <a:pt x="277901" y="142087"/>
                  </a:lnTo>
                  <a:lnTo>
                    <a:pt x="280543" y="142722"/>
                  </a:lnTo>
                  <a:lnTo>
                    <a:pt x="286956" y="142316"/>
                  </a:lnTo>
                  <a:lnTo>
                    <a:pt x="288378" y="141782"/>
                  </a:lnTo>
                  <a:lnTo>
                    <a:pt x="288086" y="143510"/>
                  </a:lnTo>
                  <a:lnTo>
                    <a:pt x="288264" y="147243"/>
                  </a:lnTo>
                  <a:lnTo>
                    <a:pt x="288429" y="150990"/>
                  </a:lnTo>
                  <a:lnTo>
                    <a:pt x="289255" y="153974"/>
                  </a:lnTo>
                  <a:lnTo>
                    <a:pt x="289788" y="153949"/>
                  </a:lnTo>
                  <a:lnTo>
                    <a:pt x="289788" y="127482"/>
                  </a:lnTo>
                  <a:lnTo>
                    <a:pt x="289623" y="126885"/>
                  </a:lnTo>
                  <a:lnTo>
                    <a:pt x="299402" y="138303"/>
                  </a:lnTo>
                  <a:lnTo>
                    <a:pt x="299402" y="127635"/>
                  </a:lnTo>
                  <a:lnTo>
                    <a:pt x="266509" y="89268"/>
                  </a:lnTo>
                  <a:lnTo>
                    <a:pt x="266509" y="99923"/>
                  </a:lnTo>
                  <a:lnTo>
                    <a:pt x="265506" y="99682"/>
                  </a:lnTo>
                  <a:lnTo>
                    <a:pt x="259092" y="100076"/>
                  </a:lnTo>
                  <a:lnTo>
                    <a:pt x="257581" y="100647"/>
                  </a:lnTo>
                  <a:lnTo>
                    <a:pt x="257886" y="98894"/>
                  </a:lnTo>
                  <a:lnTo>
                    <a:pt x="257721" y="95161"/>
                  </a:lnTo>
                  <a:lnTo>
                    <a:pt x="257556" y="91427"/>
                  </a:lnTo>
                  <a:lnTo>
                    <a:pt x="256743" y="88531"/>
                  </a:lnTo>
                  <a:lnTo>
                    <a:pt x="266509" y="99923"/>
                  </a:lnTo>
                  <a:lnTo>
                    <a:pt x="266509" y="89268"/>
                  </a:lnTo>
                  <a:lnTo>
                    <a:pt x="265277" y="87820"/>
                  </a:lnTo>
                  <a:lnTo>
                    <a:pt x="256679" y="77787"/>
                  </a:lnTo>
                  <a:lnTo>
                    <a:pt x="256679" y="88455"/>
                  </a:lnTo>
                  <a:lnTo>
                    <a:pt x="255549" y="88519"/>
                  </a:lnTo>
                  <a:lnTo>
                    <a:pt x="256146" y="87820"/>
                  </a:lnTo>
                  <a:lnTo>
                    <a:pt x="256679" y="88455"/>
                  </a:lnTo>
                  <a:lnTo>
                    <a:pt x="256679" y="77787"/>
                  </a:lnTo>
                  <a:lnTo>
                    <a:pt x="256146" y="77152"/>
                  </a:lnTo>
                  <a:lnTo>
                    <a:pt x="222097" y="116865"/>
                  </a:lnTo>
                  <a:lnTo>
                    <a:pt x="222097" y="138582"/>
                  </a:lnTo>
                  <a:lnTo>
                    <a:pt x="220700" y="138239"/>
                  </a:lnTo>
                  <a:lnTo>
                    <a:pt x="217500" y="138430"/>
                  </a:lnTo>
                  <a:lnTo>
                    <a:pt x="214287" y="138633"/>
                  </a:lnTo>
                  <a:lnTo>
                    <a:pt x="211810" y="139573"/>
                  </a:lnTo>
                  <a:lnTo>
                    <a:pt x="211810" y="141490"/>
                  </a:lnTo>
                  <a:lnTo>
                    <a:pt x="210972" y="140500"/>
                  </a:lnTo>
                  <a:lnTo>
                    <a:pt x="211721" y="139636"/>
                  </a:lnTo>
                  <a:lnTo>
                    <a:pt x="211810" y="141490"/>
                  </a:lnTo>
                  <a:lnTo>
                    <a:pt x="211810" y="139573"/>
                  </a:lnTo>
                  <a:lnTo>
                    <a:pt x="221513" y="128206"/>
                  </a:lnTo>
                  <a:lnTo>
                    <a:pt x="221297" y="129438"/>
                  </a:lnTo>
                  <a:lnTo>
                    <a:pt x="221653" y="136906"/>
                  </a:lnTo>
                  <a:lnTo>
                    <a:pt x="222097" y="138582"/>
                  </a:lnTo>
                  <a:lnTo>
                    <a:pt x="222097" y="116865"/>
                  </a:lnTo>
                  <a:lnTo>
                    <a:pt x="204952" y="136855"/>
                  </a:lnTo>
                  <a:lnTo>
                    <a:pt x="198958" y="129870"/>
                  </a:lnTo>
                  <a:lnTo>
                    <a:pt x="198958" y="140500"/>
                  </a:lnTo>
                  <a:lnTo>
                    <a:pt x="188849" y="152298"/>
                  </a:lnTo>
                  <a:lnTo>
                    <a:pt x="189115" y="150799"/>
                  </a:lnTo>
                  <a:lnTo>
                    <a:pt x="188772" y="143319"/>
                  </a:lnTo>
                  <a:lnTo>
                    <a:pt x="188315" y="141643"/>
                  </a:lnTo>
                  <a:lnTo>
                    <a:pt x="189788" y="141986"/>
                  </a:lnTo>
                  <a:lnTo>
                    <a:pt x="193001" y="141795"/>
                  </a:lnTo>
                  <a:lnTo>
                    <a:pt x="196202" y="141592"/>
                  </a:lnTo>
                  <a:lnTo>
                    <a:pt x="198767" y="140627"/>
                  </a:lnTo>
                  <a:lnTo>
                    <a:pt x="198742" y="140258"/>
                  </a:lnTo>
                  <a:lnTo>
                    <a:pt x="198958" y="140500"/>
                  </a:lnTo>
                  <a:lnTo>
                    <a:pt x="198958" y="129870"/>
                  </a:lnTo>
                  <a:lnTo>
                    <a:pt x="197053" y="127647"/>
                  </a:lnTo>
                  <a:lnTo>
                    <a:pt x="197053" y="138303"/>
                  </a:lnTo>
                  <a:lnTo>
                    <a:pt x="196037" y="138049"/>
                  </a:lnTo>
                  <a:lnTo>
                    <a:pt x="189623" y="138442"/>
                  </a:lnTo>
                  <a:lnTo>
                    <a:pt x="188112" y="139014"/>
                  </a:lnTo>
                  <a:lnTo>
                    <a:pt x="188417" y="137261"/>
                  </a:lnTo>
                  <a:lnTo>
                    <a:pt x="188252" y="133527"/>
                  </a:lnTo>
                  <a:lnTo>
                    <a:pt x="188087" y="129781"/>
                  </a:lnTo>
                  <a:lnTo>
                    <a:pt x="187426" y="127406"/>
                  </a:lnTo>
                  <a:lnTo>
                    <a:pt x="187426" y="153949"/>
                  </a:lnTo>
                  <a:lnTo>
                    <a:pt x="153784" y="193192"/>
                  </a:lnTo>
                  <a:lnTo>
                    <a:pt x="142087" y="179565"/>
                  </a:lnTo>
                  <a:lnTo>
                    <a:pt x="144691" y="180187"/>
                  </a:lnTo>
                  <a:lnTo>
                    <a:pt x="151091" y="179781"/>
                  </a:lnTo>
                  <a:lnTo>
                    <a:pt x="152527" y="179247"/>
                  </a:lnTo>
                  <a:lnTo>
                    <a:pt x="152234" y="180975"/>
                  </a:lnTo>
                  <a:lnTo>
                    <a:pt x="152400" y="184708"/>
                  </a:lnTo>
                  <a:lnTo>
                    <a:pt x="152565" y="188455"/>
                  </a:lnTo>
                  <a:lnTo>
                    <a:pt x="153390" y="191439"/>
                  </a:lnTo>
                  <a:lnTo>
                    <a:pt x="155067" y="191325"/>
                  </a:lnTo>
                  <a:lnTo>
                    <a:pt x="155613" y="188264"/>
                  </a:lnTo>
                  <a:lnTo>
                    <a:pt x="155270" y="180784"/>
                  </a:lnTo>
                  <a:lnTo>
                    <a:pt x="154800" y="179108"/>
                  </a:lnTo>
                  <a:lnTo>
                    <a:pt x="156286" y="179451"/>
                  </a:lnTo>
                  <a:lnTo>
                    <a:pt x="159486" y="179260"/>
                  </a:lnTo>
                  <a:lnTo>
                    <a:pt x="162699" y="179057"/>
                  </a:lnTo>
                  <a:lnTo>
                    <a:pt x="165265" y="178092"/>
                  </a:lnTo>
                  <a:lnTo>
                    <a:pt x="165163" y="176136"/>
                  </a:lnTo>
                  <a:lnTo>
                    <a:pt x="162521" y="175514"/>
                  </a:lnTo>
                  <a:lnTo>
                    <a:pt x="156121" y="175907"/>
                  </a:lnTo>
                  <a:lnTo>
                    <a:pt x="154609" y="176479"/>
                  </a:lnTo>
                  <a:lnTo>
                    <a:pt x="154914" y="174726"/>
                  </a:lnTo>
                  <a:lnTo>
                    <a:pt x="154749" y="170992"/>
                  </a:lnTo>
                  <a:lnTo>
                    <a:pt x="154584" y="167246"/>
                  </a:lnTo>
                  <a:lnTo>
                    <a:pt x="153746" y="164261"/>
                  </a:lnTo>
                  <a:lnTo>
                    <a:pt x="152069" y="164376"/>
                  </a:lnTo>
                  <a:lnTo>
                    <a:pt x="151536" y="167436"/>
                  </a:lnTo>
                  <a:lnTo>
                    <a:pt x="151879" y="174917"/>
                  </a:lnTo>
                  <a:lnTo>
                    <a:pt x="152323" y="176568"/>
                  </a:lnTo>
                  <a:lnTo>
                    <a:pt x="150926" y="176237"/>
                  </a:lnTo>
                  <a:lnTo>
                    <a:pt x="147726" y="176441"/>
                  </a:lnTo>
                  <a:lnTo>
                    <a:pt x="144513" y="176631"/>
                  </a:lnTo>
                  <a:lnTo>
                    <a:pt x="141947" y="177596"/>
                  </a:lnTo>
                  <a:lnTo>
                    <a:pt x="142036" y="179514"/>
                  </a:lnTo>
                  <a:lnTo>
                    <a:pt x="109524" y="141579"/>
                  </a:lnTo>
                  <a:lnTo>
                    <a:pt x="112102" y="142176"/>
                  </a:lnTo>
                  <a:lnTo>
                    <a:pt x="118516" y="141782"/>
                  </a:lnTo>
                  <a:lnTo>
                    <a:pt x="119938" y="141249"/>
                  </a:lnTo>
                  <a:lnTo>
                    <a:pt x="119646" y="142963"/>
                  </a:lnTo>
                  <a:lnTo>
                    <a:pt x="119811" y="146710"/>
                  </a:lnTo>
                  <a:lnTo>
                    <a:pt x="119989" y="150444"/>
                  </a:lnTo>
                  <a:lnTo>
                    <a:pt x="120815" y="153428"/>
                  </a:lnTo>
                  <a:lnTo>
                    <a:pt x="122491" y="153327"/>
                  </a:lnTo>
                  <a:lnTo>
                    <a:pt x="123024" y="150253"/>
                  </a:lnTo>
                  <a:lnTo>
                    <a:pt x="122682" y="142786"/>
                  </a:lnTo>
                  <a:lnTo>
                    <a:pt x="122224" y="141109"/>
                  </a:lnTo>
                  <a:lnTo>
                    <a:pt x="123710" y="141452"/>
                  </a:lnTo>
                  <a:lnTo>
                    <a:pt x="126911" y="141249"/>
                  </a:lnTo>
                  <a:lnTo>
                    <a:pt x="130111" y="141058"/>
                  </a:lnTo>
                  <a:lnTo>
                    <a:pt x="132676" y="140093"/>
                  </a:lnTo>
                  <a:lnTo>
                    <a:pt x="132588" y="138137"/>
                  </a:lnTo>
                  <a:lnTo>
                    <a:pt x="129946" y="137502"/>
                  </a:lnTo>
                  <a:lnTo>
                    <a:pt x="123532" y="137896"/>
                  </a:lnTo>
                  <a:lnTo>
                    <a:pt x="122021" y="138468"/>
                  </a:lnTo>
                  <a:lnTo>
                    <a:pt x="122326" y="136715"/>
                  </a:lnTo>
                  <a:lnTo>
                    <a:pt x="122161" y="132981"/>
                  </a:lnTo>
                  <a:lnTo>
                    <a:pt x="121996" y="129247"/>
                  </a:lnTo>
                  <a:lnTo>
                    <a:pt x="121170" y="126263"/>
                  </a:lnTo>
                  <a:lnTo>
                    <a:pt x="120789" y="126288"/>
                  </a:lnTo>
                  <a:lnTo>
                    <a:pt x="152565" y="89242"/>
                  </a:lnTo>
                  <a:lnTo>
                    <a:pt x="152158" y="91617"/>
                  </a:lnTo>
                  <a:lnTo>
                    <a:pt x="152501" y="99085"/>
                  </a:lnTo>
                  <a:lnTo>
                    <a:pt x="152946" y="100761"/>
                  </a:lnTo>
                  <a:lnTo>
                    <a:pt x="151549" y="100418"/>
                  </a:lnTo>
                  <a:lnTo>
                    <a:pt x="148348" y="100609"/>
                  </a:lnTo>
                  <a:lnTo>
                    <a:pt x="145135" y="100812"/>
                  </a:lnTo>
                  <a:lnTo>
                    <a:pt x="142570" y="101777"/>
                  </a:lnTo>
                  <a:lnTo>
                    <a:pt x="142671" y="103733"/>
                  </a:lnTo>
                  <a:lnTo>
                    <a:pt x="145300" y="104355"/>
                  </a:lnTo>
                  <a:lnTo>
                    <a:pt x="151714" y="103962"/>
                  </a:lnTo>
                  <a:lnTo>
                    <a:pt x="153149" y="103428"/>
                  </a:lnTo>
                  <a:lnTo>
                    <a:pt x="152857" y="105143"/>
                  </a:lnTo>
                  <a:lnTo>
                    <a:pt x="153022" y="108889"/>
                  </a:lnTo>
                  <a:lnTo>
                    <a:pt x="153187" y="112623"/>
                  </a:lnTo>
                  <a:lnTo>
                    <a:pt x="154012" y="115608"/>
                  </a:lnTo>
                  <a:lnTo>
                    <a:pt x="155689" y="115506"/>
                  </a:lnTo>
                  <a:lnTo>
                    <a:pt x="156235" y="112433"/>
                  </a:lnTo>
                  <a:lnTo>
                    <a:pt x="155892" y="104965"/>
                  </a:lnTo>
                  <a:lnTo>
                    <a:pt x="155422" y="103276"/>
                  </a:lnTo>
                  <a:lnTo>
                    <a:pt x="156908" y="103632"/>
                  </a:lnTo>
                  <a:lnTo>
                    <a:pt x="160108" y="103428"/>
                  </a:lnTo>
                  <a:lnTo>
                    <a:pt x="163322" y="103238"/>
                  </a:lnTo>
                  <a:lnTo>
                    <a:pt x="165887" y="102273"/>
                  </a:lnTo>
                  <a:lnTo>
                    <a:pt x="165862" y="101942"/>
                  </a:lnTo>
                  <a:lnTo>
                    <a:pt x="187198" y="126809"/>
                  </a:lnTo>
                  <a:lnTo>
                    <a:pt x="185585" y="126911"/>
                  </a:lnTo>
                  <a:lnTo>
                    <a:pt x="185039" y="129971"/>
                  </a:lnTo>
                  <a:lnTo>
                    <a:pt x="185381" y="137452"/>
                  </a:lnTo>
                  <a:lnTo>
                    <a:pt x="185826" y="139103"/>
                  </a:lnTo>
                  <a:lnTo>
                    <a:pt x="184429" y="138772"/>
                  </a:lnTo>
                  <a:lnTo>
                    <a:pt x="181229" y="138976"/>
                  </a:lnTo>
                  <a:lnTo>
                    <a:pt x="178028" y="139166"/>
                  </a:lnTo>
                  <a:lnTo>
                    <a:pt x="175463" y="140131"/>
                  </a:lnTo>
                  <a:lnTo>
                    <a:pt x="175552" y="142087"/>
                  </a:lnTo>
                  <a:lnTo>
                    <a:pt x="178193" y="142722"/>
                  </a:lnTo>
                  <a:lnTo>
                    <a:pt x="184594" y="142316"/>
                  </a:lnTo>
                  <a:lnTo>
                    <a:pt x="186029" y="141782"/>
                  </a:lnTo>
                  <a:lnTo>
                    <a:pt x="185737" y="143510"/>
                  </a:lnTo>
                  <a:lnTo>
                    <a:pt x="185902" y="147243"/>
                  </a:lnTo>
                  <a:lnTo>
                    <a:pt x="186067" y="150990"/>
                  </a:lnTo>
                  <a:lnTo>
                    <a:pt x="186905" y="153974"/>
                  </a:lnTo>
                  <a:lnTo>
                    <a:pt x="187426" y="153949"/>
                  </a:lnTo>
                  <a:lnTo>
                    <a:pt x="187426" y="127406"/>
                  </a:lnTo>
                  <a:lnTo>
                    <a:pt x="187286" y="126898"/>
                  </a:lnTo>
                  <a:lnTo>
                    <a:pt x="197053" y="138303"/>
                  </a:lnTo>
                  <a:lnTo>
                    <a:pt x="197053" y="127647"/>
                  </a:lnTo>
                  <a:lnTo>
                    <a:pt x="164147" y="89255"/>
                  </a:lnTo>
                  <a:lnTo>
                    <a:pt x="164147" y="99923"/>
                  </a:lnTo>
                  <a:lnTo>
                    <a:pt x="163144" y="99682"/>
                  </a:lnTo>
                  <a:lnTo>
                    <a:pt x="156743" y="100076"/>
                  </a:lnTo>
                  <a:lnTo>
                    <a:pt x="155232" y="100647"/>
                  </a:lnTo>
                  <a:lnTo>
                    <a:pt x="155536" y="98894"/>
                  </a:lnTo>
                  <a:lnTo>
                    <a:pt x="155371" y="95161"/>
                  </a:lnTo>
                  <a:lnTo>
                    <a:pt x="155194" y="91427"/>
                  </a:lnTo>
                  <a:lnTo>
                    <a:pt x="154381" y="88531"/>
                  </a:lnTo>
                  <a:lnTo>
                    <a:pt x="164147" y="99923"/>
                  </a:lnTo>
                  <a:lnTo>
                    <a:pt x="164147" y="89255"/>
                  </a:lnTo>
                  <a:lnTo>
                    <a:pt x="162928" y="87820"/>
                  </a:lnTo>
                  <a:lnTo>
                    <a:pt x="154317" y="77774"/>
                  </a:lnTo>
                  <a:lnTo>
                    <a:pt x="154317" y="88455"/>
                  </a:lnTo>
                  <a:lnTo>
                    <a:pt x="153187" y="88519"/>
                  </a:lnTo>
                  <a:lnTo>
                    <a:pt x="153784" y="87820"/>
                  </a:lnTo>
                  <a:lnTo>
                    <a:pt x="154317" y="88455"/>
                  </a:lnTo>
                  <a:lnTo>
                    <a:pt x="154317" y="77774"/>
                  </a:lnTo>
                  <a:lnTo>
                    <a:pt x="153784" y="77152"/>
                  </a:lnTo>
                  <a:lnTo>
                    <a:pt x="119748" y="116865"/>
                  </a:lnTo>
                  <a:lnTo>
                    <a:pt x="119748" y="138582"/>
                  </a:lnTo>
                  <a:lnTo>
                    <a:pt x="118338" y="138239"/>
                  </a:lnTo>
                  <a:lnTo>
                    <a:pt x="115138" y="138430"/>
                  </a:lnTo>
                  <a:lnTo>
                    <a:pt x="111937" y="138633"/>
                  </a:lnTo>
                  <a:lnTo>
                    <a:pt x="109448" y="139585"/>
                  </a:lnTo>
                  <a:lnTo>
                    <a:pt x="109448" y="141490"/>
                  </a:lnTo>
                  <a:lnTo>
                    <a:pt x="108610" y="140500"/>
                  </a:lnTo>
                  <a:lnTo>
                    <a:pt x="109372" y="139611"/>
                  </a:lnTo>
                  <a:lnTo>
                    <a:pt x="109448" y="141490"/>
                  </a:lnTo>
                  <a:lnTo>
                    <a:pt x="109448" y="139585"/>
                  </a:lnTo>
                  <a:lnTo>
                    <a:pt x="119164" y="128193"/>
                  </a:lnTo>
                  <a:lnTo>
                    <a:pt x="118948" y="129438"/>
                  </a:lnTo>
                  <a:lnTo>
                    <a:pt x="119291" y="136906"/>
                  </a:lnTo>
                  <a:lnTo>
                    <a:pt x="119748" y="138582"/>
                  </a:lnTo>
                  <a:lnTo>
                    <a:pt x="119748" y="116865"/>
                  </a:lnTo>
                  <a:lnTo>
                    <a:pt x="104038" y="135178"/>
                  </a:lnTo>
                  <a:lnTo>
                    <a:pt x="99479" y="129870"/>
                  </a:lnTo>
                  <a:lnTo>
                    <a:pt x="99479" y="140500"/>
                  </a:lnTo>
                  <a:lnTo>
                    <a:pt x="89369" y="152298"/>
                  </a:lnTo>
                  <a:lnTo>
                    <a:pt x="89636" y="150799"/>
                  </a:lnTo>
                  <a:lnTo>
                    <a:pt x="89293" y="143319"/>
                  </a:lnTo>
                  <a:lnTo>
                    <a:pt x="88836" y="141643"/>
                  </a:lnTo>
                  <a:lnTo>
                    <a:pt x="90322" y="141986"/>
                  </a:lnTo>
                  <a:lnTo>
                    <a:pt x="93522" y="141795"/>
                  </a:lnTo>
                  <a:lnTo>
                    <a:pt x="96723" y="141592"/>
                  </a:lnTo>
                  <a:lnTo>
                    <a:pt x="99288" y="140627"/>
                  </a:lnTo>
                  <a:lnTo>
                    <a:pt x="99263" y="140258"/>
                  </a:lnTo>
                  <a:lnTo>
                    <a:pt x="99479" y="140500"/>
                  </a:lnTo>
                  <a:lnTo>
                    <a:pt x="99479" y="129870"/>
                  </a:lnTo>
                  <a:lnTo>
                    <a:pt x="97574" y="127647"/>
                  </a:lnTo>
                  <a:lnTo>
                    <a:pt x="97574" y="138303"/>
                  </a:lnTo>
                  <a:lnTo>
                    <a:pt x="96558" y="138049"/>
                  </a:lnTo>
                  <a:lnTo>
                    <a:pt x="90144" y="138442"/>
                  </a:lnTo>
                  <a:lnTo>
                    <a:pt x="88633" y="139014"/>
                  </a:lnTo>
                  <a:lnTo>
                    <a:pt x="88938" y="137261"/>
                  </a:lnTo>
                  <a:lnTo>
                    <a:pt x="88773" y="133527"/>
                  </a:lnTo>
                  <a:lnTo>
                    <a:pt x="88607" y="129781"/>
                  </a:lnTo>
                  <a:lnTo>
                    <a:pt x="87947" y="127406"/>
                  </a:lnTo>
                  <a:lnTo>
                    <a:pt x="87947" y="153949"/>
                  </a:lnTo>
                  <a:lnTo>
                    <a:pt x="54305" y="193192"/>
                  </a:lnTo>
                  <a:lnTo>
                    <a:pt x="42621" y="179565"/>
                  </a:lnTo>
                  <a:lnTo>
                    <a:pt x="45212" y="180187"/>
                  </a:lnTo>
                  <a:lnTo>
                    <a:pt x="51612" y="179781"/>
                  </a:lnTo>
                  <a:lnTo>
                    <a:pt x="53047" y="179247"/>
                  </a:lnTo>
                  <a:lnTo>
                    <a:pt x="52755" y="180975"/>
                  </a:lnTo>
                  <a:lnTo>
                    <a:pt x="52920" y="184708"/>
                  </a:lnTo>
                  <a:lnTo>
                    <a:pt x="53086" y="188455"/>
                  </a:lnTo>
                  <a:lnTo>
                    <a:pt x="53911" y="191439"/>
                  </a:lnTo>
                  <a:lnTo>
                    <a:pt x="55587" y="191325"/>
                  </a:lnTo>
                  <a:lnTo>
                    <a:pt x="56134" y="188264"/>
                  </a:lnTo>
                  <a:lnTo>
                    <a:pt x="55791" y="180784"/>
                  </a:lnTo>
                  <a:lnTo>
                    <a:pt x="55333" y="179108"/>
                  </a:lnTo>
                  <a:lnTo>
                    <a:pt x="56807" y="179451"/>
                  </a:lnTo>
                  <a:lnTo>
                    <a:pt x="60020" y="179260"/>
                  </a:lnTo>
                  <a:lnTo>
                    <a:pt x="63220" y="179057"/>
                  </a:lnTo>
                  <a:lnTo>
                    <a:pt x="65786" y="178092"/>
                  </a:lnTo>
                  <a:lnTo>
                    <a:pt x="65684" y="176136"/>
                  </a:lnTo>
                  <a:lnTo>
                    <a:pt x="63055" y="175514"/>
                  </a:lnTo>
                  <a:lnTo>
                    <a:pt x="56642" y="175907"/>
                  </a:lnTo>
                  <a:lnTo>
                    <a:pt x="55130" y="176479"/>
                  </a:lnTo>
                  <a:lnTo>
                    <a:pt x="55435" y="174726"/>
                  </a:lnTo>
                  <a:lnTo>
                    <a:pt x="55270" y="170992"/>
                  </a:lnTo>
                  <a:lnTo>
                    <a:pt x="55105" y="167246"/>
                  </a:lnTo>
                  <a:lnTo>
                    <a:pt x="54267" y="164261"/>
                  </a:lnTo>
                  <a:lnTo>
                    <a:pt x="52603" y="164376"/>
                  </a:lnTo>
                  <a:lnTo>
                    <a:pt x="52057" y="167436"/>
                  </a:lnTo>
                  <a:lnTo>
                    <a:pt x="52400" y="174917"/>
                  </a:lnTo>
                  <a:lnTo>
                    <a:pt x="52844" y="176568"/>
                  </a:lnTo>
                  <a:lnTo>
                    <a:pt x="51447" y="176237"/>
                  </a:lnTo>
                  <a:lnTo>
                    <a:pt x="48247" y="176441"/>
                  </a:lnTo>
                  <a:lnTo>
                    <a:pt x="45034" y="176631"/>
                  </a:lnTo>
                  <a:lnTo>
                    <a:pt x="42481" y="177596"/>
                  </a:lnTo>
                  <a:lnTo>
                    <a:pt x="42557" y="179501"/>
                  </a:lnTo>
                  <a:lnTo>
                    <a:pt x="10058" y="141579"/>
                  </a:lnTo>
                  <a:lnTo>
                    <a:pt x="12623" y="142176"/>
                  </a:lnTo>
                  <a:lnTo>
                    <a:pt x="19037" y="141782"/>
                  </a:lnTo>
                  <a:lnTo>
                    <a:pt x="20459" y="141249"/>
                  </a:lnTo>
                  <a:lnTo>
                    <a:pt x="20167" y="142963"/>
                  </a:lnTo>
                  <a:lnTo>
                    <a:pt x="20332" y="146710"/>
                  </a:lnTo>
                  <a:lnTo>
                    <a:pt x="20510" y="150444"/>
                  </a:lnTo>
                  <a:lnTo>
                    <a:pt x="21336" y="153428"/>
                  </a:lnTo>
                  <a:lnTo>
                    <a:pt x="23012" y="153327"/>
                  </a:lnTo>
                  <a:lnTo>
                    <a:pt x="23558" y="150253"/>
                  </a:lnTo>
                  <a:lnTo>
                    <a:pt x="23202" y="142786"/>
                  </a:lnTo>
                  <a:lnTo>
                    <a:pt x="22745" y="141109"/>
                  </a:lnTo>
                  <a:lnTo>
                    <a:pt x="24231" y="141452"/>
                  </a:lnTo>
                  <a:lnTo>
                    <a:pt x="27432" y="141249"/>
                  </a:lnTo>
                  <a:lnTo>
                    <a:pt x="30632" y="141058"/>
                  </a:lnTo>
                  <a:lnTo>
                    <a:pt x="33197" y="140093"/>
                  </a:lnTo>
                  <a:lnTo>
                    <a:pt x="33108" y="138137"/>
                  </a:lnTo>
                  <a:lnTo>
                    <a:pt x="30467" y="137502"/>
                  </a:lnTo>
                  <a:lnTo>
                    <a:pt x="24066" y="137896"/>
                  </a:lnTo>
                  <a:lnTo>
                    <a:pt x="22555" y="138468"/>
                  </a:lnTo>
                  <a:lnTo>
                    <a:pt x="22860" y="136715"/>
                  </a:lnTo>
                  <a:lnTo>
                    <a:pt x="22682" y="132981"/>
                  </a:lnTo>
                  <a:lnTo>
                    <a:pt x="22517" y="129247"/>
                  </a:lnTo>
                  <a:lnTo>
                    <a:pt x="21691" y="126263"/>
                  </a:lnTo>
                  <a:lnTo>
                    <a:pt x="21323" y="126288"/>
                  </a:lnTo>
                  <a:lnTo>
                    <a:pt x="53086" y="89242"/>
                  </a:lnTo>
                  <a:lnTo>
                    <a:pt x="52679" y="91617"/>
                  </a:lnTo>
                  <a:lnTo>
                    <a:pt x="53022" y="99085"/>
                  </a:lnTo>
                  <a:lnTo>
                    <a:pt x="53467" y="100761"/>
                  </a:lnTo>
                  <a:lnTo>
                    <a:pt x="52070" y="100418"/>
                  </a:lnTo>
                  <a:lnTo>
                    <a:pt x="48869" y="100609"/>
                  </a:lnTo>
                  <a:lnTo>
                    <a:pt x="45656" y="100812"/>
                  </a:lnTo>
                  <a:lnTo>
                    <a:pt x="43091" y="101777"/>
                  </a:lnTo>
                  <a:lnTo>
                    <a:pt x="43192" y="103733"/>
                  </a:lnTo>
                  <a:lnTo>
                    <a:pt x="45834" y="104355"/>
                  </a:lnTo>
                  <a:lnTo>
                    <a:pt x="52235" y="103962"/>
                  </a:lnTo>
                  <a:lnTo>
                    <a:pt x="53670" y="103428"/>
                  </a:lnTo>
                  <a:lnTo>
                    <a:pt x="53378" y="105143"/>
                  </a:lnTo>
                  <a:lnTo>
                    <a:pt x="53543" y="108889"/>
                  </a:lnTo>
                  <a:lnTo>
                    <a:pt x="53708" y="112623"/>
                  </a:lnTo>
                  <a:lnTo>
                    <a:pt x="54533" y="115608"/>
                  </a:lnTo>
                  <a:lnTo>
                    <a:pt x="56210" y="115506"/>
                  </a:lnTo>
                  <a:lnTo>
                    <a:pt x="56756" y="112433"/>
                  </a:lnTo>
                  <a:lnTo>
                    <a:pt x="56413" y="104965"/>
                  </a:lnTo>
                  <a:lnTo>
                    <a:pt x="55943" y="103276"/>
                  </a:lnTo>
                  <a:lnTo>
                    <a:pt x="57429" y="103632"/>
                  </a:lnTo>
                  <a:lnTo>
                    <a:pt x="60629" y="103428"/>
                  </a:lnTo>
                  <a:lnTo>
                    <a:pt x="63842" y="103238"/>
                  </a:lnTo>
                  <a:lnTo>
                    <a:pt x="66408" y="102273"/>
                  </a:lnTo>
                  <a:lnTo>
                    <a:pt x="66382" y="101942"/>
                  </a:lnTo>
                  <a:lnTo>
                    <a:pt x="87718" y="126809"/>
                  </a:lnTo>
                  <a:lnTo>
                    <a:pt x="86106" y="126911"/>
                  </a:lnTo>
                  <a:lnTo>
                    <a:pt x="85559" y="129971"/>
                  </a:lnTo>
                  <a:lnTo>
                    <a:pt x="85902" y="137452"/>
                  </a:lnTo>
                  <a:lnTo>
                    <a:pt x="86347" y="139115"/>
                  </a:lnTo>
                  <a:lnTo>
                    <a:pt x="84950" y="138772"/>
                  </a:lnTo>
                  <a:lnTo>
                    <a:pt x="81749" y="138976"/>
                  </a:lnTo>
                  <a:lnTo>
                    <a:pt x="78549" y="139166"/>
                  </a:lnTo>
                  <a:lnTo>
                    <a:pt x="75984" y="140131"/>
                  </a:lnTo>
                  <a:lnTo>
                    <a:pt x="76073" y="142087"/>
                  </a:lnTo>
                  <a:lnTo>
                    <a:pt x="78714" y="142722"/>
                  </a:lnTo>
                  <a:lnTo>
                    <a:pt x="85128" y="142316"/>
                  </a:lnTo>
                  <a:lnTo>
                    <a:pt x="86550" y="141782"/>
                  </a:lnTo>
                  <a:lnTo>
                    <a:pt x="86258" y="143510"/>
                  </a:lnTo>
                  <a:lnTo>
                    <a:pt x="86423" y="147243"/>
                  </a:lnTo>
                  <a:lnTo>
                    <a:pt x="86588" y="150990"/>
                  </a:lnTo>
                  <a:lnTo>
                    <a:pt x="87426" y="153974"/>
                  </a:lnTo>
                  <a:lnTo>
                    <a:pt x="87947" y="153949"/>
                  </a:lnTo>
                  <a:lnTo>
                    <a:pt x="87947" y="127406"/>
                  </a:lnTo>
                  <a:lnTo>
                    <a:pt x="87807" y="126898"/>
                  </a:lnTo>
                  <a:lnTo>
                    <a:pt x="97574" y="138303"/>
                  </a:lnTo>
                  <a:lnTo>
                    <a:pt x="97574" y="127647"/>
                  </a:lnTo>
                  <a:lnTo>
                    <a:pt x="64655" y="89230"/>
                  </a:lnTo>
                  <a:lnTo>
                    <a:pt x="64655" y="99923"/>
                  </a:lnTo>
                  <a:lnTo>
                    <a:pt x="63677" y="99682"/>
                  </a:lnTo>
                  <a:lnTo>
                    <a:pt x="57264" y="100076"/>
                  </a:lnTo>
                  <a:lnTo>
                    <a:pt x="55753" y="100647"/>
                  </a:lnTo>
                  <a:lnTo>
                    <a:pt x="56057" y="98894"/>
                  </a:lnTo>
                  <a:lnTo>
                    <a:pt x="55892" y="95161"/>
                  </a:lnTo>
                  <a:lnTo>
                    <a:pt x="55727" y="91427"/>
                  </a:lnTo>
                  <a:lnTo>
                    <a:pt x="54902" y="88531"/>
                  </a:lnTo>
                  <a:lnTo>
                    <a:pt x="64655" y="99923"/>
                  </a:lnTo>
                  <a:lnTo>
                    <a:pt x="64655" y="89230"/>
                  </a:lnTo>
                  <a:lnTo>
                    <a:pt x="63449" y="87820"/>
                  </a:lnTo>
                  <a:lnTo>
                    <a:pt x="54838" y="77774"/>
                  </a:lnTo>
                  <a:lnTo>
                    <a:pt x="54838" y="88455"/>
                  </a:lnTo>
                  <a:lnTo>
                    <a:pt x="53708" y="88519"/>
                  </a:lnTo>
                  <a:lnTo>
                    <a:pt x="54305" y="87820"/>
                  </a:lnTo>
                  <a:lnTo>
                    <a:pt x="54838" y="88455"/>
                  </a:lnTo>
                  <a:lnTo>
                    <a:pt x="54838" y="77774"/>
                  </a:lnTo>
                  <a:lnTo>
                    <a:pt x="54305" y="77152"/>
                  </a:lnTo>
                  <a:lnTo>
                    <a:pt x="20269" y="116865"/>
                  </a:lnTo>
                  <a:lnTo>
                    <a:pt x="20269" y="138582"/>
                  </a:lnTo>
                  <a:lnTo>
                    <a:pt x="18872" y="138239"/>
                  </a:lnTo>
                  <a:lnTo>
                    <a:pt x="15659" y="138430"/>
                  </a:lnTo>
                  <a:lnTo>
                    <a:pt x="12458" y="138633"/>
                  </a:lnTo>
                  <a:lnTo>
                    <a:pt x="9969" y="139573"/>
                  </a:lnTo>
                  <a:lnTo>
                    <a:pt x="9969" y="141478"/>
                  </a:lnTo>
                  <a:lnTo>
                    <a:pt x="9144" y="140500"/>
                  </a:lnTo>
                  <a:lnTo>
                    <a:pt x="9893" y="139636"/>
                  </a:lnTo>
                  <a:lnTo>
                    <a:pt x="9969" y="141478"/>
                  </a:lnTo>
                  <a:lnTo>
                    <a:pt x="9969" y="139573"/>
                  </a:lnTo>
                  <a:lnTo>
                    <a:pt x="19685" y="128206"/>
                  </a:lnTo>
                  <a:lnTo>
                    <a:pt x="19469" y="129438"/>
                  </a:lnTo>
                  <a:lnTo>
                    <a:pt x="19812" y="136906"/>
                  </a:lnTo>
                  <a:lnTo>
                    <a:pt x="20269" y="138582"/>
                  </a:lnTo>
                  <a:lnTo>
                    <a:pt x="20269" y="116865"/>
                  </a:lnTo>
                  <a:lnTo>
                    <a:pt x="0" y="140500"/>
                  </a:lnTo>
                  <a:lnTo>
                    <a:pt x="54305" y="203860"/>
                  </a:lnTo>
                  <a:lnTo>
                    <a:pt x="63449" y="193192"/>
                  </a:lnTo>
                  <a:lnTo>
                    <a:pt x="104038" y="145834"/>
                  </a:lnTo>
                  <a:lnTo>
                    <a:pt x="153784" y="203860"/>
                  </a:lnTo>
                  <a:lnTo>
                    <a:pt x="162928" y="193192"/>
                  </a:lnTo>
                  <a:lnTo>
                    <a:pt x="204952" y="144157"/>
                  </a:lnTo>
                  <a:lnTo>
                    <a:pt x="256146" y="203860"/>
                  </a:lnTo>
                  <a:lnTo>
                    <a:pt x="265277" y="193192"/>
                  </a:lnTo>
                  <a:lnTo>
                    <a:pt x="310438" y="140500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0" name="object 2030" descr=""/>
            <p:cNvSpPr/>
            <p:nvPr/>
          </p:nvSpPr>
          <p:spPr>
            <a:xfrm>
              <a:off x="7532852" y="6114611"/>
              <a:ext cx="311150" cy="359410"/>
            </a:xfrm>
            <a:custGeom>
              <a:avLst/>
              <a:gdLst/>
              <a:ahLst/>
              <a:cxnLst/>
              <a:rect l="l" t="t" r="r" b="b"/>
              <a:pathLst>
                <a:path w="311150" h="359410">
                  <a:moveTo>
                    <a:pt x="108623" y="218668"/>
                  </a:moveTo>
                  <a:lnTo>
                    <a:pt x="99491" y="208026"/>
                  </a:lnTo>
                  <a:lnTo>
                    <a:pt x="99491" y="218668"/>
                  </a:lnTo>
                  <a:lnTo>
                    <a:pt x="89382" y="230466"/>
                  </a:lnTo>
                  <a:lnTo>
                    <a:pt x="89649" y="228968"/>
                  </a:lnTo>
                  <a:lnTo>
                    <a:pt x="89306" y="221488"/>
                  </a:lnTo>
                  <a:lnTo>
                    <a:pt x="88836" y="219824"/>
                  </a:lnTo>
                  <a:lnTo>
                    <a:pt x="90322" y="220167"/>
                  </a:lnTo>
                  <a:lnTo>
                    <a:pt x="93522" y="219964"/>
                  </a:lnTo>
                  <a:lnTo>
                    <a:pt x="96735" y="219760"/>
                  </a:lnTo>
                  <a:lnTo>
                    <a:pt x="99301" y="218795"/>
                  </a:lnTo>
                  <a:lnTo>
                    <a:pt x="99275" y="218427"/>
                  </a:lnTo>
                  <a:lnTo>
                    <a:pt x="99491" y="218668"/>
                  </a:lnTo>
                  <a:lnTo>
                    <a:pt x="99491" y="208026"/>
                  </a:lnTo>
                  <a:lnTo>
                    <a:pt x="97586" y="205803"/>
                  </a:lnTo>
                  <a:lnTo>
                    <a:pt x="97586" y="216471"/>
                  </a:lnTo>
                  <a:lnTo>
                    <a:pt x="96570" y="216217"/>
                  </a:lnTo>
                  <a:lnTo>
                    <a:pt x="90157" y="216611"/>
                  </a:lnTo>
                  <a:lnTo>
                    <a:pt x="88646" y="217182"/>
                  </a:lnTo>
                  <a:lnTo>
                    <a:pt x="88950" y="215430"/>
                  </a:lnTo>
                  <a:lnTo>
                    <a:pt x="88785" y="211696"/>
                  </a:lnTo>
                  <a:lnTo>
                    <a:pt x="88620" y="207949"/>
                  </a:lnTo>
                  <a:lnTo>
                    <a:pt x="87960" y="205625"/>
                  </a:lnTo>
                  <a:lnTo>
                    <a:pt x="87960" y="232117"/>
                  </a:lnTo>
                  <a:lnTo>
                    <a:pt x="54317" y="271360"/>
                  </a:lnTo>
                  <a:lnTo>
                    <a:pt x="42633" y="257746"/>
                  </a:lnTo>
                  <a:lnTo>
                    <a:pt x="45212" y="258356"/>
                  </a:lnTo>
                  <a:lnTo>
                    <a:pt x="51625" y="257962"/>
                  </a:lnTo>
                  <a:lnTo>
                    <a:pt x="53047" y="257429"/>
                  </a:lnTo>
                  <a:lnTo>
                    <a:pt x="52755" y="259143"/>
                  </a:lnTo>
                  <a:lnTo>
                    <a:pt x="52933" y="262877"/>
                  </a:lnTo>
                  <a:lnTo>
                    <a:pt x="53098" y="266623"/>
                  </a:lnTo>
                  <a:lnTo>
                    <a:pt x="53924" y="269608"/>
                  </a:lnTo>
                  <a:lnTo>
                    <a:pt x="55600" y="269494"/>
                  </a:lnTo>
                  <a:lnTo>
                    <a:pt x="56146" y="266433"/>
                  </a:lnTo>
                  <a:lnTo>
                    <a:pt x="55791" y="258953"/>
                  </a:lnTo>
                  <a:lnTo>
                    <a:pt x="55333" y="257276"/>
                  </a:lnTo>
                  <a:lnTo>
                    <a:pt x="56819" y="257632"/>
                  </a:lnTo>
                  <a:lnTo>
                    <a:pt x="60020" y="257429"/>
                  </a:lnTo>
                  <a:lnTo>
                    <a:pt x="63220" y="257225"/>
                  </a:lnTo>
                  <a:lnTo>
                    <a:pt x="65786" y="256260"/>
                  </a:lnTo>
                  <a:lnTo>
                    <a:pt x="65697" y="254304"/>
                  </a:lnTo>
                  <a:lnTo>
                    <a:pt x="63055" y="253682"/>
                  </a:lnTo>
                  <a:lnTo>
                    <a:pt x="56654" y="254076"/>
                  </a:lnTo>
                  <a:lnTo>
                    <a:pt x="55143" y="254647"/>
                  </a:lnTo>
                  <a:lnTo>
                    <a:pt x="55448" y="252895"/>
                  </a:lnTo>
                  <a:lnTo>
                    <a:pt x="55270" y="249161"/>
                  </a:lnTo>
                  <a:lnTo>
                    <a:pt x="55105" y="245414"/>
                  </a:lnTo>
                  <a:lnTo>
                    <a:pt x="54279" y="242430"/>
                  </a:lnTo>
                  <a:lnTo>
                    <a:pt x="52603" y="242544"/>
                  </a:lnTo>
                  <a:lnTo>
                    <a:pt x="52057" y="245605"/>
                  </a:lnTo>
                  <a:lnTo>
                    <a:pt x="52400" y="253085"/>
                  </a:lnTo>
                  <a:lnTo>
                    <a:pt x="52844" y="254749"/>
                  </a:lnTo>
                  <a:lnTo>
                    <a:pt x="51460" y="254406"/>
                  </a:lnTo>
                  <a:lnTo>
                    <a:pt x="48247" y="254609"/>
                  </a:lnTo>
                  <a:lnTo>
                    <a:pt x="45046" y="254800"/>
                  </a:lnTo>
                  <a:lnTo>
                    <a:pt x="42481" y="255765"/>
                  </a:lnTo>
                  <a:lnTo>
                    <a:pt x="42557" y="257670"/>
                  </a:lnTo>
                  <a:lnTo>
                    <a:pt x="10058" y="219748"/>
                  </a:lnTo>
                  <a:lnTo>
                    <a:pt x="12636" y="220345"/>
                  </a:lnTo>
                  <a:lnTo>
                    <a:pt x="19037" y="219951"/>
                  </a:lnTo>
                  <a:lnTo>
                    <a:pt x="20472" y="219417"/>
                  </a:lnTo>
                  <a:lnTo>
                    <a:pt x="20180" y="221145"/>
                  </a:lnTo>
                  <a:lnTo>
                    <a:pt x="20345" y="224878"/>
                  </a:lnTo>
                  <a:lnTo>
                    <a:pt x="20510" y="228612"/>
                  </a:lnTo>
                  <a:lnTo>
                    <a:pt x="21336" y="231597"/>
                  </a:lnTo>
                  <a:lnTo>
                    <a:pt x="23012" y="231495"/>
                  </a:lnTo>
                  <a:lnTo>
                    <a:pt x="23558" y="228422"/>
                  </a:lnTo>
                  <a:lnTo>
                    <a:pt x="23215" y="220954"/>
                  </a:lnTo>
                  <a:lnTo>
                    <a:pt x="22758" y="219278"/>
                  </a:lnTo>
                  <a:lnTo>
                    <a:pt x="24231" y="219621"/>
                  </a:lnTo>
                  <a:lnTo>
                    <a:pt x="27444" y="219417"/>
                  </a:lnTo>
                  <a:lnTo>
                    <a:pt x="30645" y="219227"/>
                  </a:lnTo>
                  <a:lnTo>
                    <a:pt x="33210" y="218262"/>
                  </a:lnTo>
                  <a:lnTo>
                    <a:pt x="33121" y="216306"/>
                  </a:lnTo>
                  <a:lnTo>
                    <a:pt x="30480" y="215671"/>
                  </a:lnTo>
                  <a:lnTo>
                    <a:pt x="24066" y="216077"/>
                  </a:lnTo>
                  <a:lnTo>
                    <a:pt x="22555" y="216649"/>
                  </a:lnTo>
                  <a:lnTo>
                    <a:pt x="22860" y="214896"/>
                  </a:lnTo>
                  <a:lnTo>
                    <a:pt x="22694" y="211150"/>
                  </a:lnTo>
                  <a:lnTo>
                    <a:pt x="22529" y="207416"/>
                  </a:lnTo>
                  <a:lnTo>
                    <a:pt x="21704" y="204431"/>
                  </a:lnTo>
                  <a:lnTo>
                    <a:pt x="21323" y="204457"/>
                  </a:lnTo>
                  <a:lnTo>
                    <a:pt x="53098" y="167411"/>
                  </a:lnTo>
                  <a:lnTo>
                    <a:pt x="52679" y="169786"/>
                  </a:lnTo>
                  <a:lnTo>
                    <a:pt x="53022" y="177253"/>
                  </a:lnTo>
                  <a:lnTo>
                    <a:pt x="53479" y="178930"/>
                  </a:lnTo>
                  <a:lnTo>
                    <a:pt x="52082" y="178587"/>
                  </a:lnTo>
                  <a:lnTo>
                    <a:pt x="48869" y="178777"/>
                  </a:lnTo>
                  <a:lnTo>
                    <a:pt x="45669" y="178981"/>
                  </a:lnTo>
                  <a:lnTo>
                    <a:pt x="43103" y="179946"/>
                  </a:lnTo>
                  <a:lnTo>
                    <a:pt x="43192" y="181902"/>
                  </a:lnTo>
                  <a:lnTo>
                    <a:pt x="45834" y="182524"/>
                  </a:lnTo>
                  <a:lnTo>
                    <a:pt x="52247" y="182130"/>
                  </a:lnTo>
                  <a:lnTo>
                    <a:pt x="53670" y="181597"/>
                  </a:lnTo>
                  <a:lnTo>
                    <a:pt x="53378" y="183324"/>
                  </a:lnTo>
                  <a:lnTo>
                    <a:pt x="53543" y="187058"/>
                  </a:lnTo>
                  <a:lnTo>
                    <a:pt x="53721" y="190792"/>
                  </a:lnTo>
                  <a:lnTo>
                    <a:pt x="54546" y="193776"/>
                  </a:lnTo>
                  <a:lnTo>
                    <a:pt x="56222" y="193675"/>
                  </a:lnTo>
                  <a:lnTo>
                    <a:pt x="56769" y="190601"/>
                  </a:lnTo>
                  <a:lnTo>
                    <a:pt x="56413" y="183134"/>
                  </a:lnTo>
                  <a:lnTo>
                    <a:pt x="55956" y="181457"/>
                  </a:lnTo>
                  <a:lnTo>
                    <a:pt x="57442" y="181800"/>
                  </a:lnTo>
                  <a:lnTo>
                    <a:pt x="60642" y="181597"/>
                  </a:lnTo>
                  <a:lnTo>
                    <a:pt x="63842" y="181406"/>
                  </a:lnTo>
                  <a:lnTo>
                    <a:pt x="66408" y="180441"/>
                  </a:lnTo>
                  <a:lnTo>
                    <a:pt x="66382" y="180098"/>
                  </a:lnTo>
                  <a:lnTo>
                    <a:pt x="87731" y="204978"/>
                  </a:lnTo>
                  <a:lnTo>
                    <a:pt x="86118" y="205079"/>
                  </a:lnTo>
                  <a:lnTo>
                    <a:pt x="85572" y="208140"/>
                  </a:lnTo>
                  <a:lnTo>
                    <a:pt x="85915" y="215620"/>
                  </a:lnTo>
                  <a:lnTo>
                    <a:pt x="86360" y="217284"/>
                  </a:lnTo>
                  <a:lnTo>
                    <a:pt x="84963" y="216941"/>
                  </a:lnTo>
                  <a:lnTo>
                    <a:pt x="81762" y="217144"/>
                  </a:lnTo>
                  <a:lnTo>
                    <a:pt x="78549" y="217335"/>
                  </a:lnTo>
                  <a:lnTo>
                    <a:pt x="75984" y="218300"/>
                  </a:lnTo>
                  <a:lnTo>
                    <a:pt x="76085" y="220256"/>
                  </a:lnTo>
                  <a:lnTo>
                    <a:pt x="78727" y="220891"/>
                  </a:lnTo>
                  <a:lnTo>
                    <a:pt x="85128" y="220497"/>
                  </a:lnTo>
                  <a:lnTo>
                    <a:pt x="86563" y="219964"/>
                  </a:lnTo>
                  <a:lnTo>
                    <a:pt x="86271" y="221678"/>
                  </a:lnTo>
                  <a:lnTo>
                    <a:pt x="86436" y="225412"/>
                  </a:lnTo>
                  <a:lnTo>
                    <a:pt x="86601" y="229158"/>
                  </a:lnTo>
                  <a:lnTo>
                    <a:pt x="87426" y="232143"/>
                  </a:lnTo>
                  <a:lnTo>
                    <a:pt x="87960" y="232117"/>
                  </a:lnTo>
                  <a:lnTo>
                    <a:pt x="87960" y="205625"/>
                  </a:lnTo>
                  <a:lnTo>
                    <a:pt x="87795" y="205041"/>
                  </a:lnTo>
                  <a:lnTo>
                    <a:pt x="97586" y="216471"/>
                  </a:lnTo>
                  <a:lnTo>
                    <a:pt x="97586" y="205803"/>
                  </a:lnTo>
                  <a:lnTo>
                    <a:pt x="64681" y="167436"/>
                  </a:lnTo>
                  <a:lnTo>
                    <a:pt x="64681" y="178092"/>
                  </a:lnTo>
                  <a:lnTo>
                    <a:pt x="63677" y="177850"/>
                  </a:lnTo>
                  <a:lnTo>
                    <a:pt x="57277" y="178257"/>
                  </a:lnTo>
                  <a:lnTo>
                    <a:pt x="55765" y="178828"/>
                  </a:lnTo>
                  <a:lnTo>
                    <a:pt x="56070" y="177076"/>
                  </a:lnTo>
                  <a:lnTo>
                    <a:pt x="55892" y="173329"/>
                  </a:lnTo>
                  <a:lnTo>
                    <a:pt x="55727" y="169595"/>
                  </a:lnTo>
                  <a:lnTo>
                    <a:pt x="54914" y="166700"/>
                  </a:lnTo>
                  <a:lnTo>
                    <a:pt x="64681" y="178092"/>
                  </a:lnTo>
                  <a:lnTo>
                    <a:pt x="64681" y="167436"/>
                  </a:lnTo>
                  <a:lnTo>
                    <a:pt x="63449" y="165989"/>
                  </a:lnTo>
                  <a:lnTo>
                    <a:pt x="54851" y="155956"/>
                  </a:lnTo>
                  <a:lnTo>
                    <a:pt x="54851" y="166624"/>
                  </a:lnTo>
                  <a:lnTo>
                    <a:pt x="53721" y="166687"/>
                  </a:lnTo>
                  <a:lnTo>
                    <a:pt x="54317" y="165989"/>
                  </a:lnTo>
                  <a:lnTo>
                    <a:pt x="54851" y="166624"/>
                  </a:lnTo>
                  <a:lnTo>
                    <a:pt x="54851" y="155956"/>
                  </a:lnTo>
                  <a:lnTo>
                    <a:pt x="54317" y="155321"/>
                  </a:lnTo>
                  <a:lnTo>
                    <a:pt x="20269" y="195033"/>
                  </a:lnTo>
                  <a:lnTo>
                    <a:pt x="20269" y="216750"/>
                  </a:lnTo>
                  <a:lnTo>
                    <a:pt x="18872" y="216408"/>
                  </a:lnTo>
                  <a:lnTo>
                    <a:pt x="15671" y="216598"/>
                  </a:lnTo>
                  <a:lnTo>
                    <a:pt x="12471" y="216801"/>
                  </a:lnTo>
                  <a:lnTo>
                    <a:pt x="9982" y="217754"/>
                  </a:lnTo>
                  <a:lnTo>
                    <a:pt x="9982" y="219659"/>
                  </a:lnTo>
                  <a:lnTo>
                    <a:pt x="9144" y="218668"/>
                  </a:lnTo>
                  <a:lnTo>
                    <a:pt x="9906" y="217779"/>
                  </a:lnTo>
                  <a:lnTo>
                    <a:pt x="9982" y="219659"/>
                  </a:lnTo>
                  <a:lnTo>
                    <a:pt x="9982" y="217754"/>
                  </a:lnTo>
                  <a:lnTo>
                    <a:pt x="19697" y="206362"/>
                  </a:lnTo>
                  <a:lnTo>
                    <a:pt x="19481" y="207606"/>
                  </a:lnTo>
                  <a:lnTo>
                    <a:pt x="19824" y="215074"/>
                  </a:lnTo>
                  <a:lnTo>
                    <a:pt x="20269" y="216750"/>
                  </a:lnTo>
                  <a:lnTo>
                    <a:pt x="20269" y="195033"/>
                  </a:lnTo>
                  <a:lnTo>
                    <a:pt x="0" y="218668"/>
                  </a:lnTo>
                  <a:lnTo>
                    <a:pt x="54317" y="282028"/>
                  </a:lnTo>
                  <a:lnTo>
                    <a:pt x="63449" y="271360"/>
                  </a:lnTo>
                  <a:lnTo>
                    <a:pt x="108623" y="218668"/>
                  </a:lnTo>
                  <a:close/>
                </a:path>
                <a:path w="311150" h="359410">
                  <a:moveTo>
                    <a:pt x="167449" y="25107"/>
                  </a:moveTo>
                  <a:lnTo>
                    <a:pt x="167360" y="23152"/>
                  </a:lnTo>
                  <a:lnTo>
                    <a:pt x="164719" y="22517"/>
                  </a:lnTo>
                  <a:lnTo>
                    <a:pt x="158305" y="22923"/>
                  </a:lnTo>
                  <a:lnTo>
                    <a:pt x="155752" y="23888"/>
                  </a:lnTo>
                  <a:lnTo>
                    <a:pt x="153111" y="23253"/>
                  </a:lnTo>
                  <a:lnTo>
                    <a:pt x="149910" y="23456"/>
                  </a:lnTo>
                  <a:lnTo>
                    <a:pt x="146710" y="23647"/>
                  </a:lnTo>
                  <a:lnTo>
                    <a:pt x="144145" y="24612"/>
                  </a:lnTo>
                  <a:lnTo>
                    <a:pt x="144233" y="26568"/>
                  </a:lnTo>
                  <a:lnTo>
                    <a:pt x="146875" y="27203"/>
                  </a:lnTo>
                  <a:lnTo>
                    <a:pt x="153289" y="26797"/>
                  </a:lnTo>
                  <a:lnTo>
                    <a:pt x="154711" y="26263"/>
                  </a:lnTo>
                  <a:lnTo>
                    <a:pt x="154419" y="27990"/>
                  </a:lnTo>
                  <a:lnTo>
                    <a:pt x="154584" y="31724"/>
                  </a:lnTo>
                  <a:lnTo>
                    <a:pt x="154749" y="35458"/>
                  </a:lnTo>
                  <a:lnTo>
                    <a:pt x="155575" y="38442"/>
                  </a:lnTo>
                  <a:lnTo>
                    <a:pt x="157251" y="38341"/>
                  </a:lnTo>
                  <a:lnTo>
                    <a:pt x="157797" y="35280"/>
                  </a:lnTo>
                  <a:lnTo>
                    <a:pt x="157454" y="27800"/>
                  </a:lnTo>
                  <a:lnTo>
                    <a:pt x="156997" y="26123"/>
                  </a:lnTo>
                  <a:lnTo>
                    <a:pt x="158470" y="26466"/>
                  </a:lnTo>
                  <a:lnTo>
                    <a:pt x="161683" y="26276"/>
                  </a:lnTo>
                  <a:lnTo>
                    <a:pt x="164884" y="26073"/>
                  </a:lnTo>
                  <a:lnTo>
                    <a:pt x="167449" y="25107"/>
                  </a:lnTo>
                  <a:close/>
                </a:path>
                <a:path w="311150" h="359410">
                  <a:moveTo>
                    <a:pt x="260146" y="295833"/>
                  </a:moveTo>
                  <a:lnTo>
                    <a:pt x="251015" y="285191"/>
                  </a:lnTo>
                  <a:lnTo>
                    <a:pt x="251015" y="295833"/>
                  </a:lnTo>
                  <a:lnTo>
                    <a:pt x="240919" y="307619"/>
                  </a:lnTo>
                  <a:lnTo>
                    <a:pt x="241185" y="306120"/>
                  </a:lnTo>
                  <a:lnTo>
                    <a:pt x="240830" y="298653"/>
                  </a:lnTo>
                  <a:lnTo>
                    <a:pt x="240372" y="296976"/>
                  </a:lnTo>
                  <a:lnTo>
                    <a:pt x="241858" y="297319"/>
                  </a:lnTo>
                  <a:lnTo>
                    <a:pt x="245059" y="297129"/>
                  </a:lnTo>
                  <a:lnTo>
                    <a:pt x="248259" y="296926"/>
                  </a:lnTo>
                  <a:lnTo>
                    <a:pt x="250825" y="295960"/>
                  </a:lnTo>
                  <a:lnTo>
                    <a:pt x="250799" y="295592"/>
                  </a:lnTo>
                  <a:lnTo>
                    <a:pt x="251015" y="295833"/>
                  </a:lnTo>
                  <a:lnTo>
                    <a:pt x="251015" y="285191"/>
                  </a:lnTo>
                  <a:lnTo>
                    <a:pt x="249110" y="282968"/>
                  </a:lnTo>
                  <a:lnTo>
                    <a:pt x="249110" y="293624"/>
                  </a:lnTo>
                  <a:lnTo>
                    <a:pt x="248094" y="293370"/>
                  </a:lnTo>
                  <a:lnTo>
                    <a:pt x="241693" y="293776"/>
                  </a:lnTo>
                  <a:lnTo>
                    <a:pt x="240182" y="294347"/>
                  </a:lnTo>
                  <a:lnTo>
                    <a:pt x="240487" y="292595"/>
                  </a:lnTo>
                  <a:lnTo>
                    <a:pt x="240309" y="288848"/>
                  </a:lnTo>
                  <a:lnTo>
                    <a:pt x="240144" y="285115"/>
                  </a:lnTo>
                  <a:lnTo>
                    <a:pt x="239496" y="282816"/>
                  </a:lnTo>
                  <a:lnTo>
                    <a:pt x="239496" y="309270"/>
                  </a:lnTo>
                  <a:lnTo>
                    <a:pt x="205854" y="348526"/>
                  </a:lnTo>
                  <a:lnTo>
                    <a:pt x="194170" y="334911"/>
                  </a:lnTo>
                  <a:lnTo>
                    <a:pt x="196748" y="335521"/>
                  </a:lnTo>
                  <a:lnTo>
                    <a:pt x="203149" y="335114"/>
                  </a:lnTo>
                  <a:lnTo>
                    <a:pt x="204584" y="334581"/>
                  </a:lnTo>
                  <a:lnTo>
                    <a:pt x="204292" y="336308"/>
                  </a:lnTo>
                  <a:lnTo>
                    <a:pt x="204457" y="340042"/>
                  </a:lnTo>
                  <a:lnTo>
                    <a:pt x="204622" y="343776"/>
                  </a:lnTo>
                  <a:lnTo>
                    <a:pt x="205447" y="346760"/>
                  </a:lnTo>
                  <a:lnTo>
                    <a:pt x="207124" y="346659"/>
                  </a:lnTo>
                  <a:lnTo>
                    <a:pt x="207670" y="343598"/>
                  </a:lnTo>
                  <a:lnTo>
                    <a:pt x="207327" y="336118"/>
                  </a:lnTo>
                  <a:lnTo>
                    <a:pt x="206870" y="334441"/>
                  </a:lnTo>
                  <a:lnTo>
                    <a:pt x="208343" y="334784"/>
                  </a:lnTo>
                  <a:lnTo>
                    <a:pt x="211556" y="334594"/>
                  </a:lnTo>
                  <a:lnTo>
                    <a:pt x="214757" y="334391"/>
                  </a:lnTo>
                  <a:lnTo>
                    <a:pt x="217322" y="333425"/>
                  </a:lnTo>
                  <a:lnTo>
                    <a:pt x="217233" y="331470"/>
                  </a:lnTo>
                  <a:lnTo>
                    <a:pt x="214591" y="330835"/>
                  </a:lnTo>
                  <a:lnTo>
                    <a:pt x="208178" y="331241"/>
                  </a:lnTo>
                  <a:lnTo>
                    <a:pt x="206667" y="331812"/>
                  </a:lnTo>
                  <a:lnTo>
                    <a:pt x="206971" y="330060"/>
                  </a:lnTo>
                  <a:lnTo>
                    <a:pt x="206806" y="326313"/>
                  </a:lnTo>
                  <a:lnTo>
                    <a:pt x="206641" y="322580"/>
                  </a:lnTo>
                  <a:lnTo>
                    <a:pt x="205816" y="319595"/>
                  </a:lnTo>
                  <a:lnTo>
                    <a:pt x="204139" y="319697"/>
                  </a:lnTo>
                  <a:lnTo>
                    <a:pt x="203593" y="322770"/>
                  </a:lnTo>
                  <a:lnTo>
                    <a:pt x="203936" y="330250"/>
                  </a:lnTo>
                  <a:lnTo>
                    <a:pt x="204381" y="331914"/>
                  </a:lnTo>
                  <a:lnTo>
                    <a:pt x="202984" y="331571"/>
                  </a:lnTo>
                  <a:lnTo>
                    <a:pt x="199783" y="331762"/>
                  </a:lnTo>
                  <a:lnTo>
                    <a:pt x="196583" y="331965"/>
                  </a:lnTo>
                  <a:lnTo>
                    <a:pt x="194017" y="332930"/>
                  </a:lnTo>
                  <a:lnTo>
                    <a:pt x="194094" y="334835"/>
                  </a:lnTo>
                  <a:lnTo>
                    <a:pt x="161594" y="296913"/>
                  </a:lnTo>
                  <a:lnTo>
                    <a:pt x="164160" y="297510"/>
                  </a:lnTo>
                  <a:lnTo>
                    <a:pt x="170573" y="297116"/>
                  </a:lnTo>
                  <a:lnTo>
                    <a:pt x="172008" y="296583"/>
                  </a:lnTo>
                  <a:lnTo>
                    <a:pt x="171716" y="298297"/>
                  </a:lnTo>
                  <a:lnTo>
                    <a:pt x="171881" y="302044"/>
                  </a:lnTo>
                  <a:lnTo>
                    <a:pt x="172046" y="305777"/>
                  </a:lnTo>
                  <a:lnTo>
                    <a:pt x="172872" y="308762"/>
                  </a:lnTo>
                  <a:lnTo>
                    <a:pt x="174548" y="308660"/>
                  </a:lnTo>
                  <a:lnTo>
                    <a:pt x="175094" y="305587"/>
                  </a:lnTo>
                  <a:lnTo>
                    <a:pt x="174752" y="298107"/>
                  </a:lnTo>
                  <a:lnTo>
                    <a:pt x="174282" y="296430"/>
                  </a:lnTo>
                  <a:lnTo>
                    <a:pt x="175768" y="296786"/>
                  </a:lnTo>
                  <a:lnTo>
                    <a:pt x="178968" y="296583"/>
                  </a:lnTo>
                  <a:lnTo>
                    <a:pt x="182181" y="296379"/>
                  </a:lnTo>
                  <a:lnTo>
                    <a:pt x="184746" y="295427"/>
                  </a:lnTo>
                  <a:lnTo>
                    <a:pt x="184645" y="293458"/>
                  </a:lnTo>
                  <a:lnTo>
                    <a:pt x="182003" y="292836"/>
                  </a:lnTo>
                  <a:lnTo>
                    <a:pt x="175602" y="293230"/>
                  </a:lnTo>
                  <a:lnTo>
                    <a:pt x="174091" y="293801"/>
                  </a:lnTo>
                  <a:lnTo>
                    <a:pt x="174396" y="292049"/>
                  </a:lnTo>
                  <a:lnTo>
                    <a:pt x="174231" y="288315"/>
                  </a:lnTo>
                  <a:lnTo>
                    <a:pt x="174053" y="284568"/>
                  </a:lnTo>
                  <a:lnTo>
                    <a:pt x="173228" y="281584"/>
                  </a:lnTo>
                  <a:lnTo>
                    <a:pt x="172872" y="281609"/>
                  </a:lnTo>
                  <a:lnTo>
                    <a:pt x="204635" y="244563"/>
                  </a:lnTo>
                  <a:lnTo>
                    <a:pt x="204216" y="246938"/>
                  </a:lnTo>
                  <a:lnTo>
                    <a:pt x="204558" y="254419"/>
                  </a:lnTo>
                  <a:lnTo>
                    <a:pt x="205003" y="256082"/>
                  </a:lnTo>
                  <a:lnTo>
                    <a:pt x="203606" y="255739"/>
                  </a:lnTo>
                  <a:lnTo>
                    <a:pt x="200406" y="255943"/>
                  </a:lnTo>
                  <a:lnTo>
                    <a:pt x="197205" y="256146"/>
                  </a:lnTo>
                  <a:lnTo>
                    <a:pt x="194640" y="257111"/>
                  </a:lnTo>
                  <a:lnTo>
                    <a:pt x="194729" y="259067"/>
                  </a:lnTo>
                  <a:lnTo>
                    <a:pt x="197370" y="259689"/>
                  </a:lnTo>
                  <a:lnTo>
                    <a:pt x="203771" y="259295"/>
                  </a:lnTo>
                  <a:lnTo>
                    <a:pt x="205206" y="258762"/>
                  </a:lnTo>
                  <a:lnTo>
                    <a:pt x="204914" y="260477"/>
                  </a:lnTo>
                  <a:lnTo>
                    <a:pt x="205079" y="264210"/>
                  </a:lnTo>
                  <a:lnTo>
                    <a:pt x="205244" y="267957"/>
                  </a:lnTo>
                  <a:lnTo>
                    <a:pt x="206070" y="270941"/>
                  </a:lnTo>
                  <a:lnTo>
                    <a:pt x="207746" y="270840"/>
                  </a:lnTo>
                  <a:lnTo>
                    <a:pt x="208292" y="267766"/>
                  </a:lnTo>
                  <a:lnTo>
                    <a:pt x="207949" y="260286"/>
                  </a:lnTo>
                  <a:lnTo>
                    <a:pt x="207492" y="258610"/>
                  </a:lnTo>
                  <a:lnTo>
                    <a:pt x="208965" y="258965"/>
                  </a:lnTo>
                  <a:lnTo>
                    <a:pt x="212178" y="258762"/>
                  </a:lnTo>
                  <a:lnTo>
                    <a:pt x="215379" y="258559"/>
                  </a:lnTo>
                  <a:lnTo>
                    <a:pt x="217944" y="257606"/>
                  </a:lnTo>
                  <a:lnTo>
                    <a:pt x="217919" y="257251"/>
                  </a:lnTo>
                  <a:lnTo>
                    <a:pt x="239268" y="282143"/>
                  </a:lnTo>
                  <a:lnTo>
                    <a:pt x="237642" y="282232"/>
                  </a:lnTo>
                  <a:lnTo>
                    <a:pt x="237096" y="285305"/>
                  </a:lnTo>
                  <a:lnTo>
                    <a:pt x="237451" y="292785"/>
                  </a:lnTo>
                  <a:lnTo>
                    <a:pt x="237896" y="294449"/>
                  </a:lnTo>
                  <a:lnTo>
                    <a:pt x="236499" y="294106"/>
                  </a:lnTo>
                  <a:lnTo>
                    <a:pt x="233286" y="294297"/>
                  </a:lnTo>
                  <a:lnTo>
                    <a:pt x="230085" y="294500"/>
                  </a:lnTo>
                  <a:lnTo>
                    <a:pt x="227520" y="295465"/>
                  </a:lnTo>
                  <a:lnTo>
                    <a:pt x="227609" y="297421"/>
                  </a:lnTo>
                  <a:lnTo>
                    <a:pt x="230251" y="298056"/>
                  </a:lnTo>
                  <a:lnTo>
                    <a:pt x="236664" y="297649"/>
                  </a:lnTo>
                  <a:lnTo>
                    <a:pt x="238086" y="297116"/>
                  </a:lnTo>
                  <a:lnTo>
                    <a:pt x="237794" y="298843"/>
                  </a:lnTo>
                  <a:lnTo>
                    <a:pt x="237972" y="302577"/>
                  </a:lnTo>
                  <a:lnTo>
                    <a:pt x="238137" y="306311"/>
                  </a:lnTo>
                  <a:lnTo>
                    <a:pt x="238963" y="309295"/>
                  </a:lnTo>
                  <a:lnTo>
                    <a:pt x="239496" y="309270"/>
                  </a:lnTo>
                  <a:lnTo>
                    <a:pt x="239496" y="282816"/>
                  </a:lnTo>
                  <a:lnTo>
                    <a:pt x="239331" y="282219"/>
                  </a:lnTo>
                  <a:lnTo>
                    <a:pt x="249110" y="293624"/>
                  </a:lnTo>
                  <a:lnTo>
                    <a:pt x="249110" y="282968"/>
                  </a:lnTo>
                  <a:lnTo>
                    <a:pt x="216217" y="244589"/>
                  </a:lnTo>
                  <a:lnTo>
                    <a:pt x="216217" y="255257"/>
                  </a:lnTo>
                  <a:lnTo>
                    <a:pt x="215214" y="255016"/>
                  </a:lnTo>
                  <a:lnTo>
                    <a:pt x="208800" y="255409"/>
                  </a:lnTo>
                  <a:lnTo>
                    <a:pt x="207289" y="255981"/>
                  </a:lnTo>
                  <a:lnTo>
                    <a:pt x="207594" y="254228"/>
                  </a:lnTo>
                  <a:lnTo>
                    <a:pt x="207429" y="250494"/>
                  </a:lnTo>
                  <a:lnTo>
                    <a:pt x="207264" y="246748"/>
                  </a:lnTo>
                  <a:lnTo>
                    <a:pt x="206451" y="243852"/>
                  </a:lnTo>
                  <a:lnTo>
                    <a:pt x="216217" y="255257"/>
                  </a:lnTo>
                  <a:lnTo>
                    <a:pt x="216217" y="244589"/>
                  </a:lnTo>
                  <a:lnTo>
                    <a:pt x="214985" y="243141"/>
                  </a:lnTo>
                  <a:lnTo>
                    <a:pt x="206387" y="233121"/>
                  </a:lnTo>
                  <a:lnTo>
                    <a:pt x="206387" y="243776"/>
                  </a:lnTo>
                  <a:lnTo>
                    <a:pt x="205244" y="243852"/>
                  </a:lnTo>
                  <a:lnTo>
                    <a:pt x="205854" y="243141"/>
                  </a:lnTo>
                  <a:lnTo>
                    <a:pt x="206387" y="243776"/>
                  </a:lnTo>
                  <a:lnTo>
                    <a:pt x="206387" y="233121"/>
                  </a:lnTo>
                  <a:lnTo>
                    <a:pt x="205854" y="232486"/>
                  </a:lnTo>
                  <a:lnTo>
                    <a:pt x="171805" y="272199"/>
                  </a:lnTo>
                  <a:lnTo>
                    <a:pt x="171805" y="293903"/>
                  </a:lnTo>
                  <a:lnTo>
                    <a:pt x="170408" y="293560"/>
                  </a:lnTo>
                  <a:lnTo>
                    <a:pt x="167208" y="293763"/>
                  </a:lnTo>
                  <a:lnTo>
                    <a:pt x="163995" y="293966"/>
                  </a:lnTo>
                  <a:lnTo>
                    <a:pt x="161518" y="294894"/>
                  </a:lnTo>
                  <a:lnTo>
                    <a:pt x="161518" y="296824"/>
                  </a:lnTo>
                  <a:lnTo>
                    <a:pt x="160680" y="295833"/>
                  </a:lnTo>
                  <a:lnTo>
                    <a:pt x="161429" y="294970"/>
                  </a:lnTo>
                  <a:lnTo>
                    <a:pt x="161518" y="296824"/>
                  </a:lnTo>
                  <a:lnTo>
                    <a:pt x="161518" y="294894"/>
                  </a:lnTo>
                  <a:lnTo>
                    <a:pt x="171221" y="283540"/>
                  </a:lnTo>
                  <a:lnTo>
                    <a:pt x="171005" y="284759"/>
                  </a:lnTo>
                  <a:lnTo>
                    <a:pt x="171361" y="292239"/>
                  </a:lnTo>
                  <a:lnTo>
                    <a:pt x="171805" y="293903"/>
                  </a:lnTo>
                  <a:lnTo>
                    <a:pt x="171805" y="272199"/>
                  </a:lnTo>
                  <a:lnTo>
                    <a:pt x="154660" y="292188"/>
                  </a:lnTo>
                  <a:lnTo>
                    <a:pt x="148666" y="285203"/>
                  </a:lnTo>
                  <a:lnTo>
                    <a:pt x="148666" y="295833"/>
                  </a:lnTo>
                  <a:lnTo>
                    <a:pt x="138544" y="307632"/>
                  </a:lnTo>
                  <a:lnTo>
                    <a:pt x="138823" y="306120"/>
                  </a:lnTo>
                  <a:lnTo>
                    <a:pt x="138480" y="298653"/>
                  </a:lnTo>
                  <a:lnTo>
                    <a:pt x="138023" y="296976"/>
                  </a:lnTo>
                  <a:lnTo>
                    <a:pt x="139496" y="297319"/>
                  </a:lnTo>
                  <a:lnTo>
                    <a:pt x="142709" y="297129"/>
                  </a:lnTo>
                  <a:lnTo>
                    <a:pt x="145910" y="296926"/>
                  </a:lnTo>
                  <a:lnTo>
                    <a:pt x="148475" y="295960"/>
                  </a:lnTo>
                  <a:lnTo>
                    <a:pt x="148450" y="295592"/>
                  </a:lnTo>
                  <a:lnTo>
                    <a:pt x="148666" y="295833"/>
                  </a:lnTo>
                  <a:lnTo>
                    <a:pt x="148666" y="285203"/>
                  </a:lnTo>
                  <a:lnTo>
                    <a:pt x="146761" y="282981"/>
                  </a:lnTo>
                  <a:lnTo>
                    <a:pt x="146761" y="293624"/>
                  </a:lnTo>
                  <a:lnTo>
                    <a:pt x="145745" y="293370"/>
                  </a:lnTo>
                  <a:lnTo>
                    <a:pt x="139331" y="293776"/>
                  </a:lnTo>
                  <a:lnTo>
                    <a:pt x="137820" y="294347"/>
                  </a:lnTo>
                  <a:lnTo>
                    <a:pt x="138125" y="292595"/>
                  </a:lnTo>
                  <a:lnTo>
                    <a:pt x="137960" y="288848"/>
                  </a:lnTo>
                  <a:lnTo>
                    <a:pt x="137795" y="285115"/>
                  </a:lnTo>
                  <a:lnTo>
                    <a:pt x="137147" y="282816"/>
                  </a:lnTo>
                  <a:lnTo>
                    <a:pt x="137147" y="309270"/>
                  </a:lnTo>
                  <a:lnTo>
                    <a:pt x="103492" y="348526"/>
                  </a:lnTo>
                  <a:lnTo>
                    <a:pt x="91795" y="334899"/>
                  </a:lnTo>
                  <a:lnTo>
                    <a:pt x="94399" y="335521"/>
                  </a:lnTo>
                  <a:lnTo>
                    <a:pt x="100799" y="335114"/>
                  </a:lnTo>
                  <a:lnTo>
                    <a:pt x="102235" y="334581"/>
                  </a:lnTo>
                  <a:lnTo>
                    <a:pt x="101942" y="336308"/>
                  </a:lnTo>
                  <a:lnTo>
                    <a:pt x="102108" y="340042"/>
                  </a:lnTo>
                  <a:lnTo>
                    <a:pt x="102273" y="343776"/>
                  </a:lnTo>
                  <a:lnTo>
                    <a:pt x="103098" y="346760"/>
                  </a:lnTo>
                  <a:lnTo>
                    <a:pt x="104775" y="346659"/>
                  </a:lnTo>
                  <a:lnTo>
                    <a:pt x="105321" y="343598"/>
                  </a:lnTo>
                  <a:lnTo>
                    <a:pt x="104978" y="336118"/>
                  </a:lnTo>
                  <a:lnTo>
                    <a:pt x="104508" y="334441"/>
                  </a:lnTo>
                  <a:lnTo>
                    <a:pt x="105994" y="334784"/>
                  </a:lnTo>
                  <a:lnTo>
                    <a:pt x="109194" y="334594"/>
                  </a:lnTo>
                  <a:lnTo>
                    <a:pt x="112407" y="334391"/>
                  </a:lnTo>
                  <a:lnTo>
                    <a:pt x="114973" y="333425"/>
                  </a:lnTo>
                  <a:lnTo>
                    <a:pt x="114871" y="331470"/>
                  </a:lnTo>
                  <a:lnTo>
                    <a:pt x="112229" y="330835"/>
                  </a:lnTo>
                  <a:lnTo>
                    <a:pt x="105829" y="331241"/>
                  </a:lnTo>
                  <a:lnTo>
                    <a:pt x="104317" y="331812"/>
                  </a:lnTo>
                  <a:lnTo>
                    <a:pt x="104622" y="330060"/>
                  </a:lnTo>
                  <a:lnTo>
                    <a:pt x="104457" y="326313"/>
                  </a:lnTo>
                  <a:lnTo>
                    <a:pt x="104292" y="322580"/>
                  </a:lnTo>
                  <a:lnTo>
                    <a:pt x="103454" y="319595"/>
                  </a:lnTo>
                  <a:lnTo>
                    <a:pt x="101777" y="319697"/>
                  </a:lnTo>
                  <a:lnTo>
                    <a:pt x="101244" y="322770"/>
                  </a:lnTo>
                  <a:lnTo>
                    <a:pt x="101587" y="330250"/>
                  </a:lnTo>
                  <a:lnTo>
                    <a:pt x="102031" y="331914"/>
                  </a:lnTo>
                  <a:lnTo>
                    <a:pt x="100634" y="331571"/>
                  </a:lnTo>
                  <a:lnTo>
                    <a:pt x="97434" y="331762"/>
                  </a:lnTo>
                  <a:lnTo>
                    <a:pt x="94221" y="331965"/>
                  </a:lnTo>
                  <a:lnTo>
                    <a:pt x="91655" y="332930"/>
                  </a:lnTo>
                  <a:lnTo>
                    <a:pt x="91744" y="334848"/>
                  </a:lnTo>
                  <a:lnTo>
                    <a:pt x="59232" y="296913"/>
                  </a:lnTo>
                  <a:lnTo>
                    <a:pt x="61810" y="297510"/>
                  </a:lnTo>
                  <a:lnTo>
                    <a:pt x="68224" y="297116"/>
                  </a:lnTo>
                  <a:lnTo>
                    <a:pt x="69646" y="296583"/>
                  </a:lnTo>
                  <a:lnTo>
                    <a:pt x="69354" y="298297"/>
                  </a:lnTo>
                  <a:lnTo>
                    <a:pt x="69519" y="302044"/>
                  </a:lnTo>
                  <a:lnTo>
                    <a:pt x="69697" y="305777"/>
                  </a:lnTo>
                  <a:lnTo>
                    <a:pt x="70523" y="308762"/>
                  </a:lnTo>
                  <a:lnTo>
                    <a:pt x="72199" y="308660"/>
                  </a:lnTo>
                  <a:lnTo>
                    <a:pt x="72732" y="305587"/>
                  </a:lnTo>
                  <a:lnTo>
                    <a:pt x="72390" y="298107"/>
                  </a:lnTo>
                  <a:lnTo>
                    <a:pt x="71932" y="296430"/>
                  </a:lnTo>
                  <a:lnTo>
                    <a:pt x="73418" y="296786"/>
                  </a:lnTo>
                  <a:lnTo>
                    <a:pt x="76619" y="296583"/>
                  </a:lnTo>
                  <a:lnTo>
                    <a:pt x="79819" y="296379"/>
                  </a:lnTo>
                  <a:lnTo>
                    <a:pt x="82384" y="295427"/>
                  </a:lnTo>
                  <a:lnTo>
                    <a:pt x="82296" y="293458"/>
                  </a:lnTo>
                  <a:lnTo>
                    <a:pt x="79654" y="292836"/>
                  </a:lnTo>
                  <a:lnTo>
                    <a:pt x="73240" y="293230"/>
                  </a:lnTo>
                  <a:lnTo>
                    <a:pt x="71729" y="293801"/>
                  </a:lnTo>
                  <a:lnTo>
                    <a:pt x="72034" y="292049"/>
                  </a:lnTo>
                  <a:lnTo>
                    <a:pt x="71869" y="288315"/>
                  </a:lnTo>
                  <a:lnTo>
                    <a:pt x="71704" y="284568"/>
                  </a:lnTo>
                  <a:lnTo>
                    <a:pt x="70878" y="281584"/>
                  </a:lnTo>
                  <a:lnTo>
                    <a:pt x="70510" y="281609"/>
                  </a:lnTo>
                  <a:lnTo>
                    <a:pt x="102273" y="244563"/>
                  </a:lnTo>
                  <a:lnTo>
                    <a:pt x="101866" y="246938"/>
                  </a:lnTo>
                  <a:lnTo>
                    <a:pt x="102209" y="254419"/>
                  </a:lnTo>
                  <a:lnTo>
                    <a:pt x="102654" y="256082"/>
                  </a:lnTo>
                  <a:lnTo>
                    <a:pt x="101257" y="255739"/>
                  </a:lnTo>
                  <a:lnTo>
                    <a:pt x="98056" y="255943"/>
                  </a:lnTo>
                  <a:lnTo>
                    <a:pt x="94843" y="256146"/>
                  </a:lnTo>
                  <a:lnTo>
                    <a:pt x="92278" y="257111"/>
                  </a:lnTo>
                  <a:lnTo>
                    <a:pt x="92379" y="259067"/>
                  </a:lnTo>
                  <a:lnTo>
                    <a:pt x="95008" y="259689"/>
                  </a:lnTo>
                  <a:lnTo>
                    <a:pt x="101422" y="259295"/>
                  </a:lnTo>
                  <a:lnTo>
                    <a:pt x="102857" y="258762"/>
                  </a:lnTo>
                  <a:lnTo>
                    <a:pt x="102565" y="260477"/>
                  </a:lnTo>
                  <a:lnTo>
                    <a:pt x="102730" y="264210"/>
                  </a:lnTo>
                  <a:lnTo>
                    <a:pt x="102895" y="267957"/>
                  </a:lnTo>
                  <a:lnTo>
                    <a:pt x="103720" y="270941"/>
                  </a:lnTo>
                  <a:lnTo>
                    <a:pt x="105397" y="270840"/>
                  </a:lnTo>
                  <a:lnTo>
                    <a:pt x="105943" y="267766"/>
                  </a:lnTo>
                  <a:lnTo>
                    <a:pt x="105600" y="260286"/>
                  </a:lnTo>
                  <a:lnTo>
                    <a:pt x="105130" y="258610"/>
                  </a:lnTo>
                  <a:lnTo>
                    <a:pt x="106616" y="258965"/>
                  </a:lnTo>
                  <a:lnTo>
                    <a:pt x="109816" y="258762"/>
                  </a:lnTo>
                  <a:lnTo>
                    <a:pt x="113030" y="258559"/>
                  </a:lnTo>
                  <a:lnTo>
                    <a:pt x="115595" y="257606"/>
                  </a:lnTo>
                  <a:lnTo>
                    <a:pt x="115570" y="257263"/>
                  </a:lnTo>
                  <a:lnTo>
                    <a:pt x="136918" y="282143"/>
                  </a:lnTo>
                  <a:lnTo>
                    <a:pt x="135293" y="282232"/>
                  </a:lnTo>
                  <a:lnTo>
                    <a:pt x="134747" y="285305"/>
                  </a:lnTo>
                  <a:lnTo>
                    <a:pt x="135089" y="292785"/>
                  </a:lnTo>
                  <a:lnTo>
                    <a:pt x="135534" y="294449"/>
                  </a:lnTo>
                  <a:lnTo>
                    <a:pt x="134137" y="294106"/>
                  </a:lnTo>
                  <a:lnTo>
                    <a:pt x="130937" y="294297"/>
                  </a:lnTo>
                  <a:lnTo>
                    <a:pt x="127736" y="294500"/>
                  </a:lnTo>
                  <a:lnTo>
                    <a:pt x="125171" y="295465"/>
                  </a:lnTo>
                  <a:lnTo>
                    <a:pt x="125260" y="297421"/>
                  </a:lnTo>
                  <a:lnTo>
                    <a:pt x="127901" y="298056"/>
                  </a:lnTo>
                  <a:lnTo>
                    <a:pt x="134302" y="297649"/>
                  </a:lnTo>
                  <a:lnTo>
                    <a:pt x="135737" y="297116"/>
                  </a:lnTo>
                  <a:lnTo>
                    <a:pt x="135445" y="298843"/>
                  </a:lnTo>
                  <a:lnTo>
                    <a:pt x="135610" y="302577"/>
                  </a:lnTo>
                  <a:lnTo>
                    <a:pt x="135775" y="306311"/>
                  </a:lnTo>
                  <a:lnTo>
                    <a:pt x="136613" y="309295"/>
                  </a:lnTo>
                  <a:lnTo>
                    <a:pt x="137147" y="309270"/>
                  </a:lnTo>
                  <a:lnTo>
                    <a:pt x="137147" y="282816"/>
                  </a:lnTo>
                  <a:lnTo>
                    <a:pt x="136982" y="282219"/>
                  </a:lnTo>
                  <a:lnTo>
                    <a:pt x="146761" y="293624"/>
                  </a:lnTo>
                  <a:lnTo>
                    <a:pt x="146761" y="282981"/>
                  </a:lnTo>
                  <a:lnTo>
                    <a:pt x="113855" y="244576"/>
                  </a:lnTo>
                  <a:lnTo>
                    <a:pt x="113855" y="255257"/>
                  </a:lnTo>
                  <a:lnTo>
                    <a:pt x="112852" y="255016"/>
                  </a:lnTo>
                  <a:lnTo>
                    <a:pt x="106451" y="255409"/>
                  </a:lnTo>
                  <a:lnTo>
                    <a:pt x="104940" y="255981"/>
                  </a:lnTo>
                  <a:lnTo>
                    <a:pt x="105244" y="254228"/>
                  </a:lnTo>
                  <a:lnTo>
                    <a:pt x="105079" y="250494"/>
                  </a:lnTo>
                  <a:lnTo>
                    <a:pt x="104902" y="246748"/>
                  </a:lnTo>
                  <a:lnTo>
                    <a:pt x="104089" y="243852"/>
                  </a:lnTo>
                  <a:lnTo>
                    <a:pt x="113855" y="255257"/>
                  </a:lnTo>
                  <a:lnTo>
                    <a:pt x="113855" y="244576"/>
                  </a:lnTo>
                  <a:lnTo>
                    <a:pt x="112636" y="243141"/>
                  </a:lnTo>
                  <a:lnTo>
                    <a:pt x="104025" y="233108"/>
                  </a:lnTo>
                  <a:lnTo>
                    <a:pt x="104025" y="243776"/>
                  </a:lnTo>
                  <a:lnTo>
                    <a:pt x="102882" y="243852"/>
                  </a:lnTo>
                  <a:lnTo>
                    <a:pt x="103492" y="243141"/>
                  </a:lnTo>
                  <a:lnTo>
                    <a:pt x="104025" y="243776"/>
                  </a:lnTo>
                  <a:lnTo>
                    <a:pt x="104025" y="233108"/>
                  </a:lnTo>
                  <a:lnTo>
                    <a:pt x="103492" y="232486"/>
                  </a:lnTo>
                  <a:lnTo>
                    <a:pt x="69443" y="272211"/>
                  </a:lnTo>
                  <a:lnTo>
                    <a:pt x="69443" y="293903"/>
                  </a:lnTo>
                  <a:lnTo>
                    <a:pt x="68046" y="293560"/>
                  </a:lnTo>
                  <a:lnTo>
                    <a:pt x="64846" y="293763"/>
                  </a:lnTo>
                  <a:lnTo>
                    <a:pt x="61645" y="293966"/>
                  </a:lnTo>
                  <a:lnTo>
                    <a:pt x="59156" y="294906"/>
                  </a:lnTo>
                  <a:lnTo>
                    <a:pt x="59156" y="296824"/>
                  </a:lnTo>
                  <a:lnTo>
                    <a:pt x="58318" y="295833"/>
                  </a:lnTo>
                  <a:lnTo>
                    <a:pt x="59080" y="294944"/>
                  </a:lnTo>
                  <a:lnTo>
                    <a:pt x="59156" y="296824"/>
                  </a:lnTo>
                  <a:lnTo>
                    <a:pt x="59156" y="294906"/>
                  </a:lnTo>
                  <a:lnTo>
                    <a:pt x="68872" y="283527"/>
                  </a:lnTo>
                  <a:lnTo>
                    <a:pt x="68656" y="284759"/>
                  </a:lnTo>
                  <a:lnTo>
                    <a:pt x="68999" y="292239"/>
                  </a:lnTo>
                  <a:lnTo>
                    <a:pt x="69443" y="293903"/>
                  </a:lnTo>
                  <a:lnTo>
                    <a:pt x="69443" y="272211"/>
                  </a:lnTo>
                  <a:lnTo>
                    <a:pt x="49187" y="295833"/>
                  </a:lnTo>
                  <a:lnTo>
                    <a:pt x="103492" y="359181"/>
                  </a:lnTo>
                  <a:lnTo>
                    <a:pt x="112636" y="348526"/>
                  </a:lnTo>
                  <a:lnTo>
                    <a:pt x="154660" y="299491"/>
                  </a:lnTo>
                  <a:lnTo>
                    <a:pt x="205854" y="359181"/>
                  </a:lnTo>
                  <a:lnTo>
                    <a:pt x="214985" y="348526"/>
                  </a:lnTo>
                  <a:lnTo>
                    <a:pt x="260146" y="295833"/>
                  </a:lnTo>
                  <a:close/>
                </a:path>
                <a:path w="311150" h="359410">
                  <a:moveTo>
                    <a:pt x="310692" y="63347"/>
                  </a:moveTo>
                  <a:lnTo>
                    <a:pt x="301561" y="52705"/>
                  </a:lnTo>
                  <a:lnTo>
                    <a:pt x="301561" y="63347"/>
                  </a:lnTo>
                  <a:lnTo>
                    <a:pt x="291452" y="75133"/>
                  </a:lnTo>
                  <a:lnTo>
                    <a:pt x="291719" y="73634"/>
                  </a:lnTo>
                  <a:lnTo>
                    <a:pt x="291376" y="66154"/>
                  </a:lnTo>
                  <a:lnTo>
                    <a:pt x="290918" y="64477"/>
                  </a:lnTo>
                  <a:lnTo>
                    <a:pt x="292404" y="64833"/>
                  </a:lnTo>
                  <a:lnTo>
                    <a:pt x="295605" y="64630"/>
                  </a:lnTo>
                  <a:lnTo>
                    <a:pt x="298805" y="64427"/>
                  </a:lnTo>
                  <a:lnTo>
                    <a:pt x="301371" y="63474"/>
                  </a:lnTo>
                  <a:lnTo>
                    <a:pt x="301345" y="63106"/>
                  </a:lnTo>
                  <a:lnTo>
                    <a:pt x="301561" y="63347"/>
                  </a:lnTo>
                  <a:lnTo>
                    <a:pt x="301561" y="52705"/>
                  </a:lnTo>
                  <a:lnTo>
                    <a:pt x="299643" y="50457"/>
                  </a:lnTo>
                  <a:lnTo>
                    <a:pt x="299643" y="61125"/>
                  </a:lnTo>
                  <a:lnTo>
                    <a:pt x="298640" y="60883"/>
                  </a:lnTo>
                  <a:lnTo>
                    <a:pt x="292227" y="61277"/>
                  </a:lnTo>
                  <a:lnTo>
                    <a:pt x="290715" y="61849"/>
                  </a:lnTo>
                  <a:lnTo>
                    <a:pt x="291020" y="60096"/>
                  </a:lnTo>
                  <a:lnTo>
                    <a:pt x="290855" y="56362"/>
                  </a:lnTo>
                  <a:lnTo>
                    <a:pt x="290690" y="52628"/>
                  </a:lnTo>
                  <a:lnTo>
                    <a:pt x="290042" y="50330"/>
                  </a:lnTo>
                  <a:lnTo>
                    <a:pt x="290042" y="76784"/>
                  </a:lnTo>
                  <a:lnTo>
                    <a:pt x="256387" y="116027"/>
                  </a:lnTo>
                  <a:lnTo>
                    <a:pt x="244703" y="102425"/>
                  </a:lnTo>
                  <a:lnTo>
                    <a:pt x="247294" y="103022"/>
                  </a:lnTo>
                  <a:lnTo>
                    <a:pt x="253695" y="102628"/>
                  </a:lnTo>
                  <a:lnTo>
                    <a:pt x="255130" y="102095"/>
                  </a:lnTo>
                  <a:lnTo>
                    <a:pt x="254838" y="103809"/>
                  </a:lnTo>
                  <a:lnTo>
                    <a:pt x="255003" y="107556"/>
                  </a:lnTo>
                  <a:lnTo>
                    <a:pt x="255168" y="111290"/>
                  </a:lnTo>
                  <a:lnTo>
                    <a:pt x="255993" y="114274"/>
                  </a:lnTo>
                  <a:lnTo>
                    <a:pt x="257670" y="114173"/>
                  </a:lnTo>
                  <a:lnTo>
                    <a:pt x="258216" y="111099"/>
                  </a:lnTo>
                  <a:lnTo>
                    <a:pt x="257873" y="103619"/>
                  </a:lnTo>
                  <a:lnTo>
                    <a:pt x="257416" y="101955"/>
                  </a:lnTo>
                  <a:lnTo>
                    <a:pt x="258889" y="102298"/>
                  </a:lnTo>
                  <a:lnTo>
                    <a:pt x="262102" y="102095"/>
                  </a:lnTo>
                  <a:lnTo>
                    <a:pt x="265303" y="101892"/>
                  </a:lnTo>
                  <a:lnTo>
                    <a:pt x="267868" y="100939"/>
                  </a:lnTo>
                  <a:lnTo>
                    <a:pt x="267766" y="98971"/>
                  </a:lnTo>
                  <a:lnTo>
                    <a:pt x="265137" y="98348"/>
                  </a:lnTo>
                  <a:lnTo>
                    <a:pt x="258724" y="98742"/>
                  </a:lnTo>
                  <a:lnTo>
                    <a:pt x="257213" y="99314"/>
                  </a:lnTo>
                  <a:lnTo>
                    <a:pt x="257517" y="97561"/>
                  </a:lnTo>
                  <a:lnTo>
                    <a:pt x="257352" y="93827"/>
                  </a:lnTo>
                  <a:lnTo>
                    <a:pt x="257187" y="90093"/>
                  </a:lnTo>
                  <a:lnTo>
                    <a:pt x="256362" y="87109"/>
                  </a:lnTo>
                  <a:lnTo>
                    <a:pt x="254685" y="87210"/>
                  </a:lnTo>
                  <a:lnTo>
                    <a:pt x="254139" y="90271"/>
                  </a:lnTo>
                  <a:lnTo>
                    <a:pt x="254482" y="97751"/>
                  </a:lnTo>
                  <a:lnTo>
                    <a:pt x="254927" y="99415"/>
                  </a:lnTo>
                  <a:lnTo>
                    <a:pt x="253530" y="99072"/>
                  </a:lnTo>
                  <a:lnTo>
                    <a:pt x="250329" y="99275"/>
                  </a:lnTo>
                  <a:lnTo>
                    <a:pt x="247116" y="99479"/>
                  </a:lnTo>
                  <a:lnTo>
                    <a:pt x="244551" y="100444"/>
                  </a:lnTo>
                  <a:lnTo>
                    <a:pt x="244640" y="102349"/>
                  </a:lnTo>
                  <a:lnTo>
                    <a:pt x="212128" y="64414"/>
                  </a:lnTo>
                  <a:lnTo>
                    <a:pt x="214706" y="65024"/>
                  </a:lnTo>
                  <a:lnTo>
                    <a:pt x="221119" y="64617"/>
                  </a:lnTo>
                  <a:lnTo>
                    <a:pt x="222542" y="64084"/>
                  </a:lnTo>
                  <a:lnTo>
                    <a:pt x="222250" y="65811"/>
                  </a:lnTo>
                  <a:lnTo>
                    <a:pt x="222415" y="69545"/>
                  </a:lnTo>
                  <a:lnTo>
                    <a:pt x="222592" y="73279"/>
                  </a:lnTo>
                  <a:lnTo>
                    <a:pt x="223418" y="76263"/>
                  </a:lnTo>
                  <a:lnTo>
                    <a:pt x="225094" y="76161"/>
                  </a:lnTo>
                  <a:lnTo>
                    <a:pt x="225640" y="73101"/>
                  </a:lnTo>
                  <a:lnTo>
                    <a:pt x="225285" y="65620"/>
                  </a:lnTo>
                  <a:lnTo>
                    <a:pt x="224828" y="63944"/>
                  </a:lnTo>
                  <a:lnTo>
                    <a:pt x="226314" y="64287"/>
                  </a:lnTo>
                  <a:lnTo>
                    <a:pt x="229514" y="64096"/>
                  </a:lnTo>
                  <a:lnTo>
                    <a:pt x="232714" y="63893"/>
                  </a:lnTo>
                  <a:lnTo>
                    <a:pt x="235280" y="62928"/>
                  </a:lnTo>
                  <a:lnTo>
                    <a:pt x="235191" y="60972"/>
                  </a:lnTo>
                  <a:lnTo>
                    <a:pt x="232549" y="60337"/>
                  </a:lnTo>
                  <a:lnTo>
                    <a:pt x="226148" y="60744"/>
                  </a:lnTo>
                  <a:lnTo>
                    <a:pt x="224624" y="61315"/>
                  </a:lnTo>
                  <a:lnTo>
                    <a:pt x="224942" y="59563"/>
                  </a:lnTo>
                  <a:lnTo>
                    <a:pt x="224764" y="55816"/>
                  </a:lnTo>
                  <a:lnTo>
                    <a:pt x="224599" y="52082"/>
                  </a:lnTo>
                  <a:lnTo>
                    <a:pt x="223774" y="49098"/>
                  </a:lnTo>
                  <a:lnTo>
                    <a:pt x="223418" y="49123"/>
                  </a:lnTo>
                  <a:lnTo>
                    <a:pt x="255181" y="12065"/>
                  </a:lnTo>
                  <a:lnTo>
                    <a:pt x="254762" y="14452"/>
                  </a:lnTo>
                  <a:lnTo>
                    <a:pt x="255104" y="21932"/>
                  </a:lnTo>
                  <a:lnTo>
                    <a:pt x="255549" y="23596"/>
                  </a:lnTo>
                  <a:lnTo>
                    <a:pt x="254152" y="23253"/>
                  </a:lnTo>
                  <a:lnTo>
                    <a:pt x="250952" y="23456"/>
                  </a:lnTo>
                  <a:lnTo>
                    <a:pt x="247738" y="23647"/>
                  </a:lnTo>
                  <a:lnTo>
                    <a:pt x="245173" y="24612"/>
                  </a:lnTo>
                  <a:lnTo>
                    <a:pt x="245275" y="26568"/>
                  </a:lnTo>
                  <a:lnTo>
                    <a:pt x="247916" y="27203"/>
                  </a:lnTo>
                  <a:lnTo>
                    <a:pt x="254317" y="26797"/>
                  </a:lnTo>
                  <a:lnTo>
                    <a:pt x="255752" y="26263"/>
                  </a:lnTo>
                  <a:lnTo>
                    <a:pt x="255460" y="27990"/>
                  </a:lnTo>
                  <a:lnTo>
                    <a:pt x="255625" y="31724"/>
                  </a:lnTo>
                  <a:lnTo>
                    <a:pt x="255790" y="35458"/>
                  </a:lnTo>
                  <a:lnTo>
                    <a:pt x="256616" y="38442"/>
                  </a:lnTo>
                  <a:lnTo>
                    <a:pt x="258292" y="38341"/>
                  </a:lnTo>
                  <a:lnTo>
                    <a:pt x="258838" y="35280"/>
                  </a:lnTo>
                  <a:lnTo>
                    <a:pt x="258495" y="27800"/>
                  </a:lnTo>
                  <a:lnTo>
                    <a:pt x="258038" y="26123"/>
                  </a:lnTo>
                  <a:lnTo>
                    <a:pt x="259511" y="26466"/>
                  </a:lnTo>
                  <a:lnTo>
                    <a:pt x="262712" y="26276"/>
                  </a:lnTo>
                  <a:lnTo>
                    <a:pt x="265925" y="26073"/>
                  </a:lnTo>
                  <a:lnTo>
                    <a:pt x="268490" y="25107"/>
                  </a:lnTo>
                  <a:lnTo>
                    <a:pt x="268465" y="24777"/>
                  </a:lnTo>
                  <a:lnTo>
                    <a:pt x="289814" y="49657"/>
                  </a:lnTo>
                  <a:lnTo>
                    <a:pt x="288188" y="49745"/>
                  </a:lnTo>
                  <a:lnTo>
                    <a:pt x="287642" y="52806"/>
                  </a:lnTo>
                  <a:lnTo>
                    <a:pt x="287985" y="60286"/>
                  </a:lnTo>
                  <a:lnTo>
                    <a:pt x="288429" y="61950"/>
                  </a:lnTo>
                  <a:lnTo>
                    <a:pt x="287032" y="61607"/>
                  </a:lnTo>
                  <a:lnTo>
                    <a:pt x="283832" y="61810"/>
                  </a:lnTo>
                  <a:lnTo>
                    <a:pt x="280631" y="62014"/>
                  </a:lnTo>
                  <a:lnTo>
                    <a:pt x="278066" y="62966"/>
                  </a:lnTo>
                  <a:lnTo>
                    <a:pt x="278155" y="64935"/>
                  </a:lnTo>
                  <a:lnTo>
                    <a:pt x="280797" y="65557"/>
                  </a:lnTo>
                  <a:lnTo>
                    <a:pt x="287210" y="65163"/>
                  </a:lnTo>
                  <a:lnTo>
                    <a:pt x="288632" y="64630"/>
                  </a:lnTo>
                  <a:lnTo>
                    <a:pt x="288340" y="66344"/>
                  </a:lnTo>
                  <a:lnTo>
                    <a:pt x="288505" y="70091"/>
                  </a:lnTo>
                  <a:lnTo>
                    <a:pt x="288671" y="73825"/>
                  </a:lnTo>
                  <a:lnTo>
                    <a:pt x="289509" y="76809"/>
                  </a:lnTo>
                  <a:lnTo>
                    <a:pt x="290042" y="76784"/>
                  </a:lnTo>
                  <a:lnTo>
                    <a:pt x="290042" y="50330"/>
                  </a:lnTo>
                  <a:lnTo>
                    <a:pt x="289877" y="49733"/>
                  </a:lnTo>
                  <a:lnTo>
                    <a:pt x="299643" y="61125"/>
                  </a:lnTo>
                  <a:lnTo>
                    <a:pt x="299643" y="50457"/>
                  </a:lnTo>
                  <a:lnTo>
                    <a:pt x="266738" y="12065"/>
                  </a:lnTo>
                  <a:lnTo>
                    <a:pt x="266738" y="22758"/>
                  </a:lnTo>
                  <a:lnTo>
                    <a:pt x="265760" y="22517"/>
                  </a:lnTo>
                  <a:lnTo>
                    <a:pt x="259346" y="22923"/>
                  </a:lnTo>
                  <a:lnTo>
                    <a:pt x="257835" y="23495"/>
                  </a:lnTo>
                  <a:lnTo>
                    <a:pt x="258140" y="21742"/>
                  </a:lnTo>
                  <a:lnTo>
                    <a:pt x="257975" y="17995"/>
                  </a:lnTo>
                  <a:lnTo>
                    <a:pt x="257810" y="14262"/>
                  </a:lnTo>
                  <a:lnTo>
                    <a:pt x="256984" y="11366"/>
                  </a:lnTo>
                  <a:lnTo>
                    <a:pt x="266738" y="22758"/>
                  </a:lnTo>
                  <a:lnTo>
                    <a:pt x="266738" y="12065"/>
                  </a:lnTo>
                  <a:lnTo>
                    <a:pt x="265531" y="10655"/>
                  </a:lnTo>
                  <a:lnTo>
                    <a:pt x="256921" y="622"/>
                  </a:lnTo>
                  <a:lnTo>
                    <a:pt x="256921" y="11290"/>
                  </a:lnTo>
                  <a:lnTo>
                    <a:pt x="255790" y="11353"/>
                  </a:lnTo>
                  <a:lnTo>
                    <a:pt x="256387" y="10655"/>
                  </a:lnTo>
                  <a:lnTo>
                    <a:pt x="256921" y="11290"/>
                  </a:lnTo>
                  <a:lnTo>
                    <a:pt x="256921" y="622"/>
                  </a:lnTo>
                  <a:lnTo>
                    <a:pt x="256387" y="0"/>
                  </a:lnTo>
                  <a:lnTo>
                    <a:pt x="222338" y="39725"/>
                  </a:lnTo>
                  <a:lnTo>
                    <a:pt x="222338" y="61417"/>
                  </a:lnTo>
                  <a:lnTo>
                    <a:pt x="220954" y="61074"/>
                  </a:lnTo>
                  <a:lnTo>
                    <a:pt x="217741" y="61264"/>
                  </a:lnTo>
                  <a:lnTo>
                    <a:pt x="214541" y="61468"/>
                  </a:lnTo>
                  <a:lnTo>
                    <a:pt x="212051" y="62420"/>
                  </a:lnTo>
                  <a:lnTo>
                    <a:pt x="212051" y="64325"/>
                  </a:lnTo>
                  <a:lnTo>
                    <a:pt x="211226" y="63347"/>
                  </a:lnTo>
                  <a:lnTo>
                    <a:pt x="211975" y="62484"/>
                  </a:lnTo>
                  <a:lnTo>
                    <a:pt x="212051" y="64325"/>
                  </a:lnTo>
                  <a:lnTo>
                    <a:pt x="212051" y="62420"/>
                  </a:lnTo>
                  <a:lnTo>
                    <a:pt x="221767" y="51054"/>
                  </a:lnTo>
                  <a:lnTo>
                    <a:pt x="221551" y="52273"/>
                  </a:lnTo>
                  <a:lnTo>
                    <a:pt x="221894" y="59753"/>
                  </a:lnTo>
                  <a:lnTo>
                    <a:pt x="222338" y="61417"/>
                  </a:lnTo>
                  <a:lnTo>
                    <a:pt x="222338" y="39725"/>
                  </a:lnTo>
                  <a:lnTo>
                    <a:pt x="202082" y="63347"/>
                  </a:lnTo>
                  <a:lnTo>
                    <a:pt x="256387" y="126695"/>
                  </a:lnTo>
                  <a:lnTo>
                    <a:pt x="265531" y="116027"/>
                  </a:lnTo>
                  <a:lnTo>
                    <a:pt x="310692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1" name="object 2031" descr=""/>
            <p:cNvSpPr/>
            <p:nvPr/>
          </p:nvSpPr>
          <p:spPr>
            <a:xfrm>
              <a:off x="7482560" y="5959278"/>
              <a:ext cx="514984" cy="514984"/>
            </a:xfrm>
            <a:custGeom>
              <a:avLst/>
              <a:gdLst/>
              <a:ahLst/>
              <a:cxnLst/>
              <a:rect l="l" t="t" r="r" b="b"/>
              <a:pathLst>
                <a:path w="514984" h="514985">
                  <a:moveTo>
                    <a:pt x="108610" y="451167"/>
                  </a:moveTo>
                  <a:lnTo>
                    <a:pt x="99479" y="440524"/>
                  </a:lnTo>
                  <a:lnTo>
                    <a:pt x="99479" y="451167"/>
                  </a:lnTo>
                  <a:lnTo>
                    <a:pt x="89357" y="462965"/>
                  </a:lnTo>
                  <a:lnTo>
                    <a:pt x="89636" y="461454"/>
                  </a:lnTo>
                  <a:lnTo>
                    <a:pt x="89293" y="453986"/>
                  </a:lnTo>
                  <a:lnTo>
                    <a:pt x="88836" y="452310"/>
                  </a:lnTo>
                  <a:lnTo>
                    <a:pt x="90322" y="452653"/>
                  </a:lnTo>
                  <a:lnTo>
                    <a:pt x="93522" y="452462"/>
                  </a:lnTo>
                  <a:lnTo>
                    <a:pt x="96723" y="452259"/>
                  </a:lnTo>
                  <a:lnTo>
                    <a:pt x="99288" y="451294"/>
                  </a:lnTo>
                  <a:lnTo>
                    <a:pt x="99263" y="450926"/>
                  </a:lnTo>
                  <a:lnTo>
                    <a:pt x="99479" y="451167"/>
                  </a:lnTo>
                  <a:lnTo>
                    <a:pt x="99479" y="440524"/>
                  </a:lnTo>
                  <a:lnTo>
                    <a:pt x="97574" y="438302"/>
                  </a:lnTo>
                  <a:lnTo>
                    <a:pt x="97574" y="448957"/>
                  </a:lnTo>
                  <a:lnTo>
                    <a:pt x="96558" y="448703"/>
                  </a:lnTo>
                  <a:lnTo>
                    <a:pt x="90144" y="449110"/>
                  </a:lnTo>
                  <a:lnTo>
                    <a:pt x="88633" y="449681"/>
                  </a:lnTo>
                  <a:lnTo>
                    <a:pt x="88938" y="447929"/>
                  </a:lnTo>
                  <a:lnTo>
                    <a:pt x="88773" y="444182"/>
                  </a:lnTo>
                  <a:lnTo>
                    <a:pt x="88607" y="440448"/>
                  </a:lnTo>
                  <a:lnTo>
                    <a:pt x="87960" y="438150"/>
                  </a:lnTo>
                  <a:lnTo>
                    <a:pt x="87960" y="464604"/>
                  </a:lnTo>
                  <a:lnTo>
                    <a:pt x="54305" y="503859"/>
                  </a:lnTo>
                  <a:lnTo>
                    <a:pt x="42621" y="490232"/>
                  </a:lnTo>
                  <a:lnTo>
                    <a:pt x="45212" y="490855"/>
                  </a:lnTo>
                  <a:lnTo>
                    <a:pt x="51612" y="490448"/>
                  </a:lnTo>
                  <a:lnTo>
                    <a:pt x="53047" y="489915"/>
                  </a:lnTo>
                  <a:lnTo>
                    <a:pt x="52755" y="491642"/>
                  </a:lnTo>
                  <a:lnTo>
                    <a:pt x="52920" y="495376"/>
                  </a:lnTo>
                  <a:lnTo>
                    <a:pt x="53086" y="499110"/>
                  </a:lnTo>
                  <a:lnTo>
                    <a:pt x="53911" y="502094"/>
                  </a:lnTo>
                  <a:lnTo>
                    <a:pt x="55587" y="501992"/>
                  </a:lnTo>
                  <a:lnTo>
                    <a:pt x="56134" y="498932"/>
                  </a:lnTo>
                  <a:lnTo>
                    <a:pt x="55791" y="491451"/>
                  </a:lnTo>
                  <a:lnTo>
                    <a:pt x="55333" y="489775"/>
                  </a:lnTo>
                  <a:lnTo>
                    <a:pt x="56807" y="490118"/>
                  </a:lnTo>
                  <a:lnTo>
                    <a:pt x="60020" y="489927"/>
                  </a:lnTo>
                  <a:lnTo>
                    <a:pt x="63220" y="489724"/>
                  </a:lnTo>
                  <a:lnTo>
                    <a:pt x="65786" y="488759"/>
                  </a:lnTo>
                  <a:lnTo>
                    <a:pt x="65684" y="486803"/>
                  </a:lnTo>
                  <a:lnTo>
                    <a:pt x="63055" y="486168"/>
                  </a:lnTo>
                  <a:lnTo>
                    <a:pt x="56642" y="486575"/>
                  </a:lnTo>
                  <a:lnTo>
                    <a:pt x="55130" y="487146"/>
                  </a:lnTo>
                  <a:lnTo>
                    <a:pt x="55435" y="485394"/>
                  </a:lnTo>
                  <a:lnTo>
                    <a:pt x="55270" y="481647"/>
                  </a:lnTo>
                  <a:lnTo>
                    <a:pt x="55105" y="477913"/>
                  </a:lnTo>
                  <a:lnTo>
                    <a:pt x="54267" y="474929"/>
                  </a:lnTo>
                  <a:lnTo>
                    <a:pt x="52603" y="475030"/>
                  </a:lnTo>
                  <a:lnTo>
                    <a:pt x="52057" y="478104"/>
                  </a:lnTo>
                  <a:lnTo>
                    <a:pt x="52400" y="485584"/>
                  </a:lnTo>
                  <a:lnTo>
                    <a:pt x="52844" y="487248"/>
                  </a:lnTo>
                  <a:lnTo>
                    <a:pt x="51447" y="486905"/>
                  </a:lnTo>
                  <a:lnTo>
                    <a:pt x="48247" y="487095"/>
                  </a:lnTo>
                  <a:lnTo>
                    <a:pt x="45034" y="487299"/>
                  </a:lnTo>
                  <a:lnTo>
                    <a:pt x="42481" y="488264"/>
                  </a:lnTo>
                  <a:lnTo>
                    <a:pt x="42557" y="490169"/>
                  </a:lnTo>
                  <a:lnTo>
                    <a:pt x="10058" y="452247"/>
                  </a:lnTo>
                  <a:lnTo>
                    <a:pt x="12623" y="452843"/>
                  </a:lnTo>
                  <a:lnTo>
                    <a:pt x="19037" y="452450"/>
                  </a:lnTo>
                  <a:lnTo>
                    <a:pt x="20459" y="451916"/>
                  </a:lnTo>
                  <a:lnTo>
                    <a:pt x="20167" y="453631"/>
                  </a:lnTo>
                  <a:lnTo>
                    <a:pt x="20332" y="457377"/>
                  </a:lnTo>
                  <a:lnTo>
                    <a:pt x="20510" y="461111"/>
                  </a:lnTo>
                  <a:lnTo>
                    <a:pt x="21336" y="464096"/>
                  </a:lnTo>
                  <a:lnTo>
                    <a:pt x="23012" y="463994"/>
                  </a:lnTo>
                  <a:lnTo>
                    <a:pt x="23558" y="460921"/>
                  </a:lnTo>
                  <a:lnTo>
                    <a:pt x="23202" y="453440"/>
                  </a:lnTo>
                  <a:lnTo>
                    <a:pt x="22745" y="451764"/>
                  </a:lnTo>
                  <a:lnTo>
                    <a:pt x="24231" y="452120"/>
                  </a:lnTo>
                  <a:lnTo>
                    <a:pt x="27432" y="451916"/>
                  </a:lnTo>
                  <a:lnTo>
                    <a:pt x="30632" y="451713"/>
                  </a:lnTo>
                  <a:lnTo>
                    <a:pt x="33197" y="450761"/>
                  </a:lnTo>
                  <a:lnTo>
                    <a:pt x="33108" y="448792"/>
                  </a:lnTo>
                  <a:lnTo>
                    <a:pt x="30467" y="448170"/>
                  </a:lnTo>
                  <a:lnTo>
                    <a:pt x="24066" y="448564"/>
                  </a:lnTo>
                  <a:lnTo>
                    <a:pt x="22555" y="449135"/>
                  </a:lnTo>
                  <a:lnTo>
                    <a:pt x="22860" y="447382"/>
                  </a:lnTo>
                  <a:lnTo>
                    <a:pt x="22682" y="443649"/>
                  </a:lnTo>
                  <a:lnTo>
                    <a:pt x="22517" y="439902"/>
                  </a:lnTo>
                  <a:lnTo>
                    <a:pt x="21691" y="436918"/>
                  </a:lnTo>
                  <a:lnTo>
                    <a:pt x="21336" y="436943"/>
                  </a:lnTo>
                  <a:lnTo>
                    <a:pt x="53086" y="399897"/>
                  </a:lnTo>
                  <a:lnTo>
                    <a:pt x="52679" y="402272"/>
                  </a:lnTo>
                  <a:lnTo>
                    <a:pt x="53022" y="409752"/>
                  </a:lnTo>
                  <a:lnTo>
                    <a:pt x="53467" y="411416"/>
                  </a:lnTo>
                  <a:lnTo>
                    <a:pt x="52070" y="411073"/>
                  </a:lnTo>
                  <a:lnTo>
                    <a:pt x="48869" y="411276"/>
                  </a:lnTo>
                  <a:lnTo>
                    <a:pt x="45656" y="411480"/>
                  </a:lnTo>
                  <a:lnTo>
                    <a:pt x="43091" y="412445"/>
                  </a:lnTo>
                  <a:lnTo>
                    <a:pt x="43192" y="414401"/>
                  </a:lnTo>
                  <a:lnTo>
                    <a:pt x="45834" y="415023"/>
                  </a:lnTo>
                  <a:lnTo>
                    <a:pt x="52235" y="414629"/>
                  </a:lnTo>
                  <a:lnTo>
                    <a:pt x="53670" y="414096"/>
                  </a:lnTo>
                  <a:lnTo>
                    <a:pt x="53378" y="415810"/>
                  </a:lnTo>
                  <a:lnTo>
                    <a:pt x="53543" y="419544"/>
                  </a:lnTo>
                  <a:lnTo>
                    <a:pt x="53708" y="423291"/>
                  </a:lnTo>
                  <a:lnTo>
                    <a:pt x="54533" y="426275"/>
                  </a:lnTo>
                  <a:lnTo>
                    <a:pt x="56210" y="426173"/>
                  </a:lnTo>
                  <a:lnTo>
                    <a:pt x="56756" y="423100"/>
                  </a:lnTo>
                  <a:lnTo>
                    <a:pt x="56413" y="415620"/>
                  </a:lnTo>
                  <a:lnTo>
                    <a:pt x="55943" y="413943"/>
                  </a:lnTo>
                  <a:lnTo>
                    <a:pt x="57429" y="414299"/>
                  </a:lnTo>
                  <a:lnTo>
                    <a:pt x="60629" y="414096"/>
                  </a:lnTo>
                  <a:lnTo>
                    <a:pt x="63842" y="413893"/>
                  </a:lnTo>
                  <a:lnTo>
                    <a:pt x="66408" y="412940"/>
                  </a:lnTo>
                  <a:lnTo>
                    <a:pt x="66382" y="412597"/>
                  </a:lnTo>
                  <a:lnTo>
                    <a:pt x="87731" y="437476"/>
                  </a:lnTo>
                  <a:lnTo>
                    <a:pt x="86106" y="437565"/>
                  </a:lnTo>
                  <a:lnTo>
                    <a:pt x="85559" y="440639"/>
                  </a:lnTo>
                  <a:lnTo>
                    <a:pt x="85902" y="448119"/>
                  </a:lnTo>
                  <a:lnTo>
                    <a:pt x="86347" y="449783"/>
                  </a:lnTo>
                  <a:lnTo>
                    <a:pt x="84950" y="449440"/>
                  </a:lnTo>
                  <a:lnTo>
                    <a:pt x="81749" y="449630"/>
                  </a:lnTo>
                  <a:lnTo>
                    <a:pt x="78549" y="449834"/>
                  </a:lnTo>
                  <a:lnTo>
                    <a:pt x="75984" y="450799"/>
                  </a:lnTo>
                  <a:lnTo>
                    <a:pt x="76073" y="452755"/>
                  </a:lnTo>
                  <a:lnTo>
                    <a:pt x="78714" y="453390"/>
                  </a:lnTo>
                  <a:lnTo>
                    <a:pt x="85128" y="452983"/>
                  </a:lnTo>
                  <a:lnTo>
                    <a:pt x="86550" y="452450"/>
                  </a:lnTo>
                  <a:lnTo>
                    <a:pt x="86258" y="454177"/>
                  </a:lnTo>
                  <a:lnTo>
                    <a:pt x="86423" y="457911"/>
                  </a:lnTo>
                  <a:lnTo>
                    <a:pt x="86588" y="461645"/>
                  </a:lnTo>
                  <a:lnTo>
                    <a:pt x="87426" y="464629"/>
                  </a:lnTo>
                  <a:lnTo>
                    <a:pt x="87960" y="464604"/>
                  </a:lnTo>
                  <a:lnTo>
                    <a:pt x="87960" y="438150"/>
                  </a:lnTo>
                  <a:lnTo>
                    <a:pt x="87795" y="437553"/>
                  </a:lnTo>
                  <a:lnTo>
                    <a:pt x="97574" y="448957"/>
                  </a:lnTo>
                  <a:lnTo>
                    <a:pt x="97574" y="438302"/>
                  </a:lnTo>
                  <a:lnTo>
                    <a:pt x="64668" y="399910"/>
                  </a:lnTo>
                  <a:lnTo>
                    <a:pt x="64668" y="410591"/>
                  </a:lnTo>
                  <a:lnTo>
                    <a:pt x="63677" y="410349"/>
                  </a:lnTo>
                  <a:lnTo>
                    <a:pt x="57264" y="410743"/>
                  </a:lnTo>
                  <a:lnTo>
                    <a:pt x="55753" y="411314"/>
                  </a:lnTo>
                  <a:lnTo>
                    <a:pt x="56057" y="409562"/>
                  </a:lnTo>
                  <a:lnTo>
                    <a:pt x="55892" y="405828"/>
                  </a:lnTo>
                  <a:lnTo>
                    <a:pt x="55727" y="402082"/>
                  </a:lnTo>
                  <a:lnTo>
                    <a:pt x="54902" y="399186"/>
                  </a:lnTo>
                  <a:lnTo>
                    <a:pt x="64668" y="410591"/>
                  </a:lnTo>
                  <a:lnTo>
                    <a:pt x="64668" y="399910"/>
                  </a:lnTo>
                  <a:lnTo>
                    <a:pt x="63449" y="398475"/>
                  </a:lnTo>
                  <a:lnTo>
                    <a:pt x="54838" y="388442"/>
                  </a:lnTo>
                  <a:lnTo>
                    <a:pt x="54838" y="399110"/>
                  </a:lnTo>
                  <a:lnTo>
                    <a:pt x="53695" y="399186"/>
                  </a:lnTo>
                  <a:lnTo>
                    <a:pt x="54305" y="398475"/>
                  </a:lnTo>
                  <a:lnTo>
                    <a:pt x="54838" y="399110"/>
                  </a:lnTo>
                  <a:lnTo>
                    <a:pt x="54838" y="388442"/>
                  </a:lnTo>
                  <a:lnTo>
                    <a:pt x="54305" y="387819"/>
                  </a:lnTo>
                  <a:lnTo>
                    <a:pt x="20256" y="427545"/>
                  </a:lnTo>
                  <a:lnTo>
                    <a:pt x="20256" y="449237"/>
                  </a:lnTo>
                  <a:lnTo>
                    <a:pt x="18872" y="448894"/>
                  </a:lnTo>
                  <a:lnTo>
                    <a:pt x="15659" y="449097"/>
                  </a:lnTo>
                  <a:lnTo>
                    <a:pt x="12458" y="449300"/>
                  </a:lnTo>
                  <a:lnTo>
                    <a:pt x="9969" y="450240"/>
                  </a:lnTo>
                  <a:lnTo>
                    <a:pt x="9969" y="452145"/>
                  </a:lnTo>
                  <a:lnTo>
                    <a:pt x="9144" y="451167"/>
                  </a:lnTo>
                  <a:lnTo>
                    <a:pt x="9893" y="450303"/>
                  </a:lnTo>
                  <a:lnTo>
                    <a:pt x="9969" y="452145"/>
                  </a:lnTo>
                  <a:lnTo>
                    <a:pt x="9969" y="450240"/>
                  </a:lnTo>
                  <a:lnTo>
                    <a:pt x="19685" y="438873"/>
                  </a:lnTo>
                  <a:lnTo>
                    <a:pt x="19469" y="440093"/>
                  </a:lnTo>
                  <a:lnTo>
                    <a:pt x="19812" y="447573"/>
                  </a:lnTo>
                  <a:lnTo>
                    <a:pt x="20256" y="449237"/>
                  </a:lnTo>
                  <a:lnTo>
                    <a:pt x="20256" y="427545"/>
                  </a:lnTo>
                  <a:lnTo>
                    <a:pt x="0" y="451167"/>
                  </a:lnTo>
                  <a:lnTo>
                    <a:pt x="54305" y="514515"/>
                  </a:lnTo>
                  <a:lnTo>
                    <a:pt x="63449" y="503859"/>
                  </a:lnTo>
                  <a:lnTo>
                    <a:pt x="108610" y="451167"/>
                  </a:lnTo>
                  <a:close/>
                </a:path>
                <a:path w="514984" h="514985">
                  <a:moveTo>
                    <a:pt x="268236" y="412940"/>
                  </a:moveTo>
                  <a:lnTo>
                    <a:pt x="268147" y="410972"/>
                  </a:lnTo>
                  <a:lnTo>
                    <a:pt x="265506" y="410349"/>
                  </a:lnTo>
                  <a:lnTo>
                    <a:pt x="259092" y="410743"/>
                  </a:lnTo>
                  <a:lnTo>
                    <a:pt x="256540" y="411708"/>
                  </a:lnTo>
                  <a:lnTo>
                    <a:pt x="256628" y="413664"/>
                  </a:lnTo>
                  <a:lnTo>
                    <a:pt x="259257" y="414299"/>
                  </a:lnTo>
                  <a:lnTo>
                    <a:pt x="262470" y="414096"/>
                  </a:lnTo>
                  <a:lnTo>
                    <a:pt x="265671" y="413893"/>
                  </a:lnTo>
                  <a:lnTo>
                    <a:pt x="268236" y="412940"/>
                  </a:lnTo>
                  <a:close/>
                </a:path>
                <a:path w="514984" h="514985">
                  <a:moveTo>
                    <a:pt x="360984" y="374002"/>
                  </a:moveTo>
                  <a:lnTo>
                    <a:pt x="351853" y="363359"/>
                  </a:lnTo>
                  <a:lnTo>
                    <a:pt x="351853" y="374002"/>
                  </a:lnTo>
                  <a:lnTo>
                    <a:pt x="341744" y="385787"/>
                  </a:lnTo>
                  <a:lnTo>
                    <a:pt x="342011" y="384302"/>
                  </a:lnTo>
                  <a:lnTo>
                    <a:pt x="341668" y="376821"/>
                  </a:lnTo>
                  <a:lnTo>
                    <a:pt x="341210" y="375145"/>
                  </a:lnTo>
                  <a:lnTo>
                    <a:pt x="342696" y="375500"/>
                  </a:lnTo>
                  <a:lnTo>
                    <a:pt x="345897" y="375297"/>
                  </a:lnTo>
                  <a:lnTo>
                    <a:pt x="349097" y="375094"/>
                  </a:lnTo>
                  <a:lnTo>
                    <a:pt x="351663" y="374129"/>
                  </a:lnTo>
                  <a:lnTo>
                    <a:pt x="351637" y="373761"/>
                  </a:lnTo>
                  <a:lnTo>
                    <a:pt x="351853" y="374002"/>
                  </a:lnTo>
                  <a:lnTo>
                    <a:pt x="351853" y="363359"/>
                  </a:lnTo>
                  <a:lnTo>
                    <a:pt x="349948" y="361137"/>
                  </a:lnTo>
                  <a:lnTo>
                    <a:pt x="349948" y="371805"/>
                  </a:lnTo>
                  <a:lnTo>
                    <a:pt x="348932" y="371551"/>
                  </a:lnTo>
                  <a:lnTo>
                    <a:pt x="342519" y="371944"/>
                  </a:lnTo>
                  <a:lnTo>
                    <a:pt x="341007" y="372516"/>
                  </a:lnTo>
                  <a:lnTo>
                    <a:pt x="341312" y="370763"/>
                  </a:lnTo>
                  <a:lnTo>
                    <a:pt x="341147" y="367030"/>
                  </a:lnTo>
                  <a:lnTo>
                    <a:pt x="340982" y="363283"/>
                  </a:lnTo>
                  <a:lnTo>
                    <a:pt x="340321" y="360908"/>
                  </a:lnTo>
                  <a:lnTo>
                    <a:pt x="340321" y="387451"/>
                  </a:lnTo>
                  <a:lnTo>
                    <a:pt x="306679" y="426694"/>
                  </a:lnTo>
                  <a:lnTo>
                    <a:pt x="294995" y="413067"/>
                  </a:lnTo>
                  <a:lnTo>
                    <a:pt x="297586" y="413689"/>
                  </a:lnTo>
                  <a:lnTo>
                    <a:pt x="303987" y="413296"/>
                  </a:lnTo>
                  <a:lnTo>
                    <a:pt x="305422" y="412762"/>
                  </a:lnTo>
                  <a:lnTo>
                    <a:pt x="305130" y="414477"/>
                  </a:lnTo>
                  <a:lnTo>
                    <a:pt x="305295" y="418211"/>
                  </a:lnTo>
                  <a:lnTo>
                    <a:pt x="305460" y="421957"/>
                  </a:lnTo>
                  <a:lnTo>
                    <a:pt x="306285" y="424942"/>
                  </a:lnTo>
                  <a:lnTo>
                    <a:pt x="307962" y="424827"/>
                  </a:lnTo>
                  <a:lnTo>
                    <a:pt x="308508" y="421767"/>
                  </a:lnTo>
                  <a:lnTo>
                    <a:pt x="308165" y="414286"/>
                  </a:lnTo>
                  <a:lnTo>
                    <a:pt x="307708" y="412623"/>
                  </a:lnTo>
                  <a:lnTo>
                    <a:pt x="309181" y="412965"/>
                  </a:lnTo>
                  <a:lnTo>
                    <a:pt x="312394" y="412762"/>
                  </a:lnTo>
                  <a:lnTo>
                    <a:pt x="315595" y="412559"/>
                  </a:lnTo>
                  <a:lnTo>
                    <a:pt x="318160" y="411594"/>
                  </a:lnTo>
                  <a:lnTo>
                    <a:pt x="318058" y="409638"/>
                  </a:lnTo>
                  <a:lnTo>
                    <a:pt x="315429" y="409016"/>
                  </a:lnTo>
                  <a:lnTo>
                    <a:pt x="309016" y="409409"/>
                  </a:lnTo>
                  <a:lnTo>
                    <a:pt x="307505" y="409981"/>
                  </a:lnTo>
                  <a:lnTo>
                    <a:pt x="307809" y="408228"/>
                  </a:lnTo>
                  <a:lnTo>
                    <a:pt x="307644" y="404495"/>
                  </a:lnTo>
                  <a:lnTo>
                    <a:pt x="307479" y="400748"/>
                  </a:lnTo>
                  <a:lnTo>
                    <a:pt x="306654" y="397764"/>
                  </a:lnTo>
                  <a:lnTo>
                    <a:pt x="304977" y="397878"/>
                  </a:lnTo>
                  <a:lnTo>
                    <a:pt x="304431" y="400939"/>
                  </a:lnTo>
                  <a:lnTo>
                    <a:pt x="304774" y="408419"/>
                  </a:lnTo>
                  <a:lnTo>
                    <a:pt x="305219" y="410083"/>
                  </a:lnTo>
                  <a:lnTo>
                    <a:pt x="303822" y="409740"/>
                  </a:lnTo>
                  <a:lnTo>
                    <a:pt x="300621" y="409943"/>
                  </a:lnTo>
                  <a:lnTo>
                    <a:pt x="297408" y="410133"/>
                  </a:lnTo>
                  <a:lnTo>
                    <a:pt x="294843" y="411099"/>
                  </a:lnTo>
                  <a:lnTo>
                    <a:pt x="294932" y="413004"/>
                  </a:lnTo>
                  <a:lnTo>
                    <a:pt x="262432" y="375081"/>
                  </a:lnTo>
                  <a:lnTo>
                    <a:pt x="264998" y="375678"/>
                  </a:lnTo>
                  <a:lnTo>
                    <a:pt x="271411" y="375285"/>
                  </a:lnTo>
                  <a:lnTo>
                    <a:pt x="272834" y="374751"/>
                  </a:lnTo>
                  <a:lnTo>
                    <a:pt x="272542" y="376478"/>
                  </a:lnTo>
                  <a:lnTo>
                    <a:pt x="272707" y="380212"/>
                  </a:lnTo>
                  <a:lnTo>
                    <a:pt x="272884" y="383946"/>
                  </a:lnTo>
                  <a:lnTo>
                    <a:pt x="273710" y="386930"/>
                  </a:lnTo>
                  <a:lnTo>
                    <a:pt x="275386" y="386829"/>
                  </a:lnTo>
                  <a:lnTo>
                    <a:pt x="275932" y="383755"/>
                  </a:lnTo>
                  <a:lnTo>
                    <a:pt x="275577" y="376288"/>
                  </a:lnTo>
                  <a:lnTo>
                    <a:pt x="275120" y="374611"/>
                  </a:lnTo>
                  <a:lnTo>
                    <a:pt x="276606" y="374954"/>
                  </a:lnTo>
                  <a:lnTo>
                    <a:pt x="279806" y="374751"/>
                  </a:lnTo>
                  <a:lnTo>
                    <a:pt x="283006" y="374561"/>
                  </a:lnTo>
                  <a:lnTo>
                    <a:pt x="285572" y="373595"/>
                  </a:lnTo>
                  <a:lnTo>
                    <a:pt x="285483" y="371640"/>
                  </a:lnTo>
                  <a:lnTo>
                    <a:pt x="282841" y="371005"/>
                  </a:lnTo>
                  <a:lnTo>
                    <a:pt x="276440" y="371411"/>
                  </a:lnTo>
                  <a:lnTo>
                    <a:pt x="274916" y="371983"/>
                  </a:lnTo>
                  <a:lnTo>
                    <a:pt x="275234" y="370230"/>
                  </a:lnTo>
                  <a:lnTo>
                    <a:pt x="275056" y="366483"/>
                  </a:lnTo>
                  <a:lnTo>
                    <a:pt x="274891" y="362750"/>
                  </a:lnTo>
                  <a:lnTo>
                    <a:pt x="274066" y="359765"/>
                  </a:lnTo>
                  <a:lnTo>
                    <a:pt x="273697" y="359791"/>
                  </a:lnTo>
                  <a:lnTo>
                    <a:pt x="305473" y="322732"/>
                  </a:lnTo>
                  <a:lnTo>
                    <a:pt x="305054" y="325120"/>
                  </a:lnTo>
                  <a:lnTo>
                    <a:pt x="305396" y="332587"/>
                  </a:lnTo>
                  <a:lnTo>
                    <a:pt x="305841" y="334264"/>
                  </a:lnTo>
                  <a:lnTo>
                    <a:pt x="304444" y="333921"/>
                  </a:lnTo>
                  <a:lnTo>
                    <a:pt x="301244" y="334111"/>
                  </a:lnTo>
                  <a:lnTo>
                    <a:pt x="298030" y="334314"/>
                  </a:lnTo>
                  <a:lnTo>
                    <a:pt x="295465" y="335280"/>
                  </a:lnTo>
                  <a:lnTo>
                    <a:pt x="295567" y="337235"/>
                  </a:lnTo>
                  <a:lnTo>
                    <a:pt x="298208" y="337858"/>
                  </a:lnTo>
                  <a:lnTo>
                    <a:pt x="304609" y="337464"/>
                  </a:lnTo>
                  <a:lnTo>
                    <a:pt x="306044" y="336931"/>
                  </a:lnTo>
                  <a:lnTo>
                    <a:pt x="305752" y="338658"/>
                  </a:lnTo>
                  <a:lnTo>
                    <a:pt x="305917" y="342392"/>
                  </a:lnTo>
                  <a:lnTo>
                    <a:pt x="306082" y="346125"/>
                  </a:lnTo>
                  <a:lnTo>
                    <a:pt x="306908" y="349110"/>
                  </a:lnTo>
                  <a:lnTo>
                    <a:pt x="308584" y="349008"/>
                  </a:lnTo>
                  <a:lnTo>
                    <a:pt x="309130" y="345935"/>
                  </a:lnTo>
                  <a:lnTo>
                    <a:pt x="308787" y="338467"/>
                  </a:lnTo>
                  <a:lnTo>
                    <a:pt x="308330" y="336791"/>
                  </a:lnTo>
                  <a:lnTo>
                    <a:pt x="309803" y="337134"/>
                  </a:lnTo>
                  <a:lnTo>
                    <a:pt x="313004" y="336931"/>
                  </a:lnTo>
                  <a:lnTo>
                    <a:pt x="316217" y="336740"/>
                  </a:lnTo>
                  <a:lnTo>
                    <a:pt x="318782" y="335775"/>
                  </a:lnTo>
                  <a:lnTo>
                    <a:pt x="318757" y="335445"/>
                  </a:lnTo>
                  <a:lnTo>
                    <a:pt x="340093" y="360311"/>
                  </a:lnTo>
                  <a:lnTo>
                    <a:pt x="338480" y="360413"/>
                  </a:lnTo>
                  <a:lnTo>
                    <a:pt x="337934" y="363474"/>
                  </a:lnTo>
                  <a:lnTo>
                    <a:pt x="338277" y="370954"/>
                  </a:lnTo>
                  <a:lnTo>
                    <a:pt x="338721" y="372618"/>
                  </a:lnTo>
                  <a:lnTo>
                    <a:pt x="337324" y="372275"/>
                  </a:lnTo>
                  <a:lnTo>
                    <a:pt x="334124" y="372478"/>
                  </a:lnTo>
                  <a:lnTo>
                    <a:pt x="330923" y="372668"/>
                  </a:lnTo>
                  <a:lnTo>
                    <a:pt x="328358" y="373634"/>
                  </a:lnTo>
                  <a:lnTo>
                    <a:pt x="328447" y="375589"/>
                  </a:lnTo>
                  <a:lnTo>
                    <a:pt x="331089" y="376224"/>
                  </a:lnTo>
                  <a:lnTo>
                    <a:pt x="337502" y="375831"/>
                  </a:lnTo>
                  <a:lnTo>
                    <a:pt x="338924" y="375297"/>
                  </a:lnTo>
                  <a:lnTo>
                    <a:pt x="338632" y="377012"/>
                  </a:lnTo>
                  <a:lnTo>
                    <a:pt x="338797" y="380746"/>
                  </a:lnTo>
                  <a:lnTo>
                    <a:pt x="338963" y="384492"/>
                  </a:lnTo>
                  <a:lnTo>
                    <a:pt x="339801" y="387477"/>
                  </a:lnTo>
                  <a:lnTo>
                    <a:pt x="340321" y="387451"/>
                  </a:lnTo>
                  <a:lnTo>
                    <a:pt x="340321" y="360908"/>
                  </a:lnTo>
                  <a:lnTo>
                    <a:pt x="340182" y="360400"/>
                  </a:lnTo>
                  <a:lnTo>
                    <a:pt x="349948" y="371805"/>
                  </a:lnTo>
                  <a:lnTo>
                    <a:pt x="349948" y="361137"/>
                  </a:lnTo>
                  <a:lnTo>
                    <a:pt x="317030" y="322732"/>
                  </a:lnTo>
                  <a:lnTo>
                    <a:pt x="317030" y="333425"/>
                  </a:lnTo>
                  <a:lnTo>
                    <a:pt x="316052" y="333184"/>
                  </a:lnTo>
                  <a:lnTo>
                    <a:pt x="309638" y="333590"/>
                  </a:lnTo>
                  <a:lnTo>
                    <a:pt x="308127" y="334162"/>
                  </a:lnTo>
                  <a:lnTo>
                    <a:pt x="308432" y="332409"/>
                  </a:lnTo>
                  <a:lnTo>
                    <a:pt x="308267" y="328663"/>
                  </a:lnTo>
                  <a:lnTo>
                    <a:pt x="308102" y="324929"/>
                  </a:lnTo>
                  <a:lnTo>
                    <a:pt x="307276" y="322033"/>
                  </a:lnTo>
                  <a:lnTo>
                    <a:pt x="317030" y="333425"/>
                  </a:lnTo>
                  <a:lnTo>
                    <a:pt x="317030" y="322732"/>
                  </a:lnTo>
                  <a:lnTo>
                    <a:pt x="315823" y="321322"/>
                  </a:lnTo>
                  <a:lnTo>
                    <a:pt x="307213" y="311277"/>
                  </a:lnTo>
                  <a:lnTo>
                    <a:pt x="307213" y="321957"/>
                  </a:lnTo>
                  <a:lnTo>
                    <a:pt x="306082" y="322021"/>
                  </a:lnTo>
                  <a:lnTo>
                    <a:pt x="306679" y="321322"/>
                  </a:lnTo>
                  <a:lnTo>
                    <a:pt x="307213" y="321957"/>
                  </a:lnTo>
                  <a:lnTo>
                    <a:pt x="307213" y="311277"/>
                  </a:lnTo>
                  <a:lnTo>
                    <a:pt x="306679" y="310654"/>
                  </a:lnTo>
                  <a:lnTo>
                    <a:pt x="272643" y="350354"/>
                  </a:lnTo>
                  <a:lnTo>
                    <a:pt x="272643" y="372084"/>
                  </a:lnTo>
                  <a:lnTo>
                    <a:pt x="271246" y="371741"/>
                  </a:lnTo>
                  <a:lnTo>
                    <a:pt x="268033" y="371932"/>
                  </a:lnTo>
                  <a:lnTo>
                    <a:pt x="264833" y="372135"/>
                  </a:lnTo>
                  <a:lnTo>
                    <a:pt x="262343" y="373075"/>
                  </a:lnTo>
                  <a:lnTo>
                    <a:pt x="262343" y="374980"/>
                  </a:lnTo>
                  <a:lnTo>
                    <a:pt x="261518" y="374002"/>
                  </a:lnTo>
                  <a:lnTo>
                    <a:pt x="262267" y="373138"/>
                  </a:lnTo>
                  <a:lnTo>
                    <a:pt x="262343" y="374980"/>
                  </a:lnTo>
                  <a:lnTo>
                    <a:pt x="262343" y="373075"/>
                  </a:lnTo>
                  <a:lnTo>
                    <a:pt x="272059" y="361708"/>
                  </a:lnTo>
                  <a:lnTo>
                    <a:pt x="271843" y="362940"/>
                  </a:lnTo>
                  <a:lnTo>
                    <a:pt x="272186" y="370408"/>
                  </a:lnTo>
                  <a:lnTo>
                    <a:pt x="272643" y="372084"/>
                  </a:lnTo>
                  <a:lnTo>
                    <a:pt x="272643" y="350354"/>
                  </a:lnTo>
                  <a:lnTo>
                    <a:pt x="256159" y="369582"/>
                  </a:lnTo>
                  <a:lnTo>
                    <a:pt x="250825" y="363372"/>
                  </a:lnTo>
                  <a:lnTo>
                    <a:pt x="250825" y="374002"/>
                  </a:lnTo>
                  <a:lnTo>
                    <a:pt x="240715" y="385800"/>
                  </a:lnTo>
                  <a:lnTo>
                    <a:pt x="240982" y="384302"/>
                  </a:lnTo>
                  <a:lnTo>
                    <a:pt x="240626" y="376821"/>
                  </a:lnTo>
                  <a:lnTo>
                    <a:pt x="240169" y="375145"/>
                  </a:lnTo>
                  <a:lnTo>
                    <a:pt x="241655" y="375500"/>
                  </a:lnTo>
                  <a:lnTo>
                    <a:pt x="244856" y="375297"/>
                  </a:lnTo>
                  <a:lnTo>
                    <a:pt x="248056" y="375094"/>
                  </a:lnTo>
                  <a:lnTo>
                    <a:pt x="250621" y="374129"/>
                  </a:lnTo>
                  <a:lnTo>
                    <a:pt x="250596" y="373748"/>
                  </a:lnTo>
                  <a:lnTo>
                    <a:pt x="250825" y="374002"/>
                  </a:lnTo>
                  <a:lnTo>
                    <a:pt x="250825" y="363372"/>
                  </a:lnTo>
                  <a:lnTo>
                    <a:pt x="248920" y="361149"/>
                  </a:lnTo>
                  <a:lnTo>
                    <a:pt x="248920" y="371805"/>
                  </a:lnTo>
                  <a:lnTo>
                    <a:pt x="247891" y="371551"/>
                  </a:lnTo>
                  <a:lnTo>
                    <a:pt x="241490" y="371944"/>
                  </a:lnTo>
                  <a:lnTo>
                    <a:pt x="239979" y="372516"/>
                  </a:lnTo>
                  <a:lnTo>
                    <a:pt x="240284" y="370763"/>
                  </a:lnTo>
                  <a:lnTo>
                    <a:pt x="240106" y="367030"/>
                  </a:lnTo>
                  <a:lnTo>
                    <a:pt x="239941" y="363283"/>
                  </a:lnTo>
                  <a:lnTo>
                    <a:pt x="239293" y="360972"/>
                  </a:lnTo>
                  <a:lnTo>
                    <a:pt x="239293" y="387451"/>
                  </a:lnTo>
                  <a:lnTo>
                    <a:pt x="205651" y="426694"/>
                  </a:lnTo>
                  <a:lnTo>
                    <a:pt x="193967" y="413080"/>
                  </a:lnTo>
                  <a:lnTo>
                    <a:pt x="196545" y="413689"/>
                  </a:lnTo>
                  <a:lnTo>
                    <a:pt x="202958" y="413296"/>
                  </a:lnTo>
                  <a:lnTo>
                    <a:pt x="204381" y="412762"/>
                  </a:lnTo>
                  <a:lnTo>
                    <a:pt x="204089" y="414477"/>
                  </a:lnTo>
                  <a:lnTo>
                    <a:pt x="204254" y="418211"/>
                  </a:lnTo>
                  <a:lnTo>
                    <a:pt x="204419" y="421957"/>
                  </a:lnTo>
                  <a:lnTo>
                    <a:pt x="205257" y="424942"/>
                  </a:lnTo>
                  <a:lnTo>
                    <a:pt x="206921" y="424827"/>
                  </a:lnTo>
                  <a:lnTo>
                    <a:pt x="207467" y="421767"/>
                  </a:lnTo>
                  <a:lnTo>
                    <a:pt x="207124" y="414286"/>
                  </a:lnTo>
                  <a:lnTo>
                    <a:pt x="206667" y="412623"/>
                  </a:lnTo>
                  <a:lnTo>
                    <a:pt x="208140" y="412965"/>
                  </a:lnTo>
                  <a:lnTo>
                    <a:pt x="211353" y="412762"/>
                  </a:lnTo>
                  <a:lnTo>
                    <a:pt x="214553" y="412559"/>
                  </a:lnTo>
                  <a:lnTo>
                    <a:pt x="217119" y="411594"/>
                  </a:lnTo>
                  <a:lnTo>
                    <a:pt x="217030" y="409638"/>
                  </a:lnTo>
                  <a:lnTo>
                    <a:pt x="214388" y="409016"/>
                  </a:lnTo>
                  <a:lnTo>
                    <a:pt x="207975" y="409409"/>
                  </a:lnTo>
                  <a:lnTo>
                    <a:pt x="206463" y="409981"/>
                  </a:lnTo>
                  <a:lnTo>
                    <a:pt x="206768" y="408228"/>
                  </a:lnTo>
                  <a:lnTo>
                    <a:pt x="206603" y="404495"/>
                  </a:lnTo>
                  <a:lnTo>
                    <a:pt x="206438" y="400748"/>
                  </a:lnTo>
                  <a:lnTo>
                    <a:pt x="205613" y="397764"/>
                  </a:lnTo>
                  <a:lnTo>
                    <a:pt x="203936" y="397878"/>
                  </a:lnTo>
                  <a:lnTo>
                    <a:pt x="203390" y="400939"/>
                  </a:lnTo>
                  <a:lnTo>
                    <a:pt x="203733" y="408419"/>
                  </a:lnTo>
                  <a:lnTo>
                    <a:pt x="204177" y="410083"/>
                  </a:lnTo>
                  <a:lnTo>
                    <a:pt x="202780" y="409740"/>
                  </a:lnTo>
                  <a:lnTo>
                    <a:pt x="199580" y="409943"/>
                  </a:lnTo>
                  <a:lnTo>
                    <a:pt x="196380" y="410133"/>
                  </a:lnTo>
                  <a:lnTo>
                    <a:pt x="193814" y="411099"/>
                  </a:lnTo>
                  <a:lnTo>
                    <a:pt x="193890" y="413004"/>
                  </a:lnTo>
                  <a:lnTo>
                    <a:pt x="161391" y="375081"/>
                  </a:lnTo>
                  <a:lnTo>
                    <a:pt x="163969" y="375678"/>
                  </a:lnTo>
                  <a:lnTo>
                    <a:pt x="170370" y="375285"/>
                  </a:lnTo>
                  <a:lnTo>
                    <a:pt x="171805" y="374751"/>
                  </a:lnTo>
                  <a:lnTo>
                    <a:pt x="171513" y="376478"/>
                  </a:lnTo>
                  <a:lnTo>
                    <a:pt x="171678" y="380212"/>
                  </a:lnTo>
                  <a:lnTo>
                    <a:pt x="171843" y="383946"/>
                  </a:lnTo>
                  <a:lnTo>
                    <a:pt x="172669" y="386930"/>
                  </a:lnTo>
                  <a:lnTo>
                    <a:pt x="174345" y="386829"/>
                  </a:lnTo>
                  <a:lnTo>
                    <a:pt x="174891" y="383755"/>
                  </a:lnTo>
                  <a:lnTo>
                    <a:pt x="174548" y="376288"/>
                  </a:lnTo>
                  <a:lnTo>
                    <a:pt x="174078" y="374611"/>
                  </a:lnTo>
                  <a:lnTo>
                    <a:pt x="175564" y="374954"/>
                  </a:lnTo>
                  <a:lnTo>
                    <a:pt x="178765" y="374751"/>
                  </a:lnTo>
                  <a:lnTo>
                    <a:pt x="181978" y="374561"/>
                  </a:lnTo>
                  <a:lnTo>
                    <a:pt x="184543" y="373595"/>
                  </a:lnTo>
                  <a:lnTo>
                    <a:pt x="184442" y="371640"/>
                  </a:lnTo>
                  <a:lnTo>
                    <a:pt x="181800" y="371005"/>
                  </a:lnTo>
                  <a:lnTo>
                    <a:pt x="175399" y="371411"/>
                  </a:lnTo>
                  <a:lnTo>
                    <a:pt x="173888" y="371983"/>
                  </a:lnTo>
                  <a:lnTo>
                    <a:pt x="174193" y="370230"/>
                  </a:lnTo>
                  <a:lnTo>
                    <a:pt x="174028" y="366483"/>
                  </a:lnTo>
                  <a:lnTo>
                    <a:pt x="173850" y="362750"/>
                  </a:lnTo>
                  <a:lnTo>
                    <a:pt x="173024" y="359765"/>
                  </a:lnTo>
                  <a:lnTo>
                    <a:pt x="172656" y="359791"/>
                  </a:lnTo>
                  <a:lnTo>
                    <a:pt x="204431" y="322745"/>
                  </a:lnTo>
                  <a:lnTo>
                    <a:pt x="204012" y="325120"/>
                  </a:lnTo>
                  <a:lnTo>
                    <a:pt x="204355" y="332587"/>
                  </a:lnTo>
                  <a:lnTo>
                    <a:pt x="204800" y="334264"/>
                  </a:lnTo>
                  <a:lnTo>
                    <a:pt x="203403" y="333921"/>
                  </a:lnTo>
                  <a:lnTo>
                    <a:pt x="200202" y="334111"/>
                  </a:lnTo>
                  <a:lnTo>
                    <a:pt x="197002" y="334314"/>
                  </a:lnTo>
                  <a:lnTo>
                    <a:pt x="194437" y="335280"/>
                  </a:lnTo>
                  <a:lnTo>
                    <a:pt x="194525" y="337235"/>
                  </a:lnTo>
                  <a:lnTo>
                    <a:pt x="197167" y="337858"/>
                  </a:lnTo>
                  <a:lnTo>
                    <a:pt x="203581" y="337464"/>
                  </a:lnTo>
                  <a:lnTo>
                    <a:pt x="205003" y="336931"/>
                  </a:lnTo>
                  <a:lnTo>
                    <a:pt x="204711" y="338658"/>
                  </a:lnTo>
                  <a:lnTo>
                    <a:pt x="204876" y="342392"/>
                  </a:lnTo>
                  <a:lnTo>
                    <a:pt x="205041" y="346125"/>
                  </a:lnTo>
                  <a:lnTo>
                    <a:pt x="205867" y="349110"/>
                  </a:lnTo>
                  <a:lnTo>
                    <a:pt x="207543" y="349008"/>
                  </a:lnTo>
                  <a:lnTo>
                    <a:pt x="208089" y="345935"/>
                  </a:lnTo>
                  <a:lnTo>
                    <a:pt x="207746" y="338467"/>
                  </a:lnTo>
                  <a:lnTo>
                    <a:pt x="207289" y="336791"/>
                  </a:lnTo>
                  <a:lnTo>
                    <a:pt x="208762" y="337134"/>
                  </a:lnTo>
                  <a:lnTo>
                    <a:pt x="211975" y="336931"/>
                  </a:lnTo>
                  <a:lnTo>
                    <a:pt x="215176" y="336740"/>
                  </a:lnTo>
                  <a:lnTo>
                    <a:pt x="217741" y="335775"/>
                  </a:lnTo>
                  <a:lnTo>
                    <a:pt x="217716" y="335432"/>
                  </a:lnTo>
                  <a:lnTo>
                    <a:pt x="239064" y="360311"/>
                  </a:lnTo>
                  <a:lnTo>
                    <a:pt x="237439" y="360413"/>
                  </a:lnTo>
                  <a:lnTo>
                    <a:pt x="236893" y="363474"/>
                  </a:lnTo>
                  <a:lnTo>
                    <a:pt x="237248" y="370954"/>
                  </a:lnTo>
                  <a:lnTo>
                    <a:pt x="237693" y="372618"/>
                  </a:lnTo>
                  <a:lnTo>
                    <a:pt x="236296" y="372275"/>
                  </a:lnTo>
                  <a:lnTo>
                    <a:pt x="233083" y="372478"/>
                  </a:lnTo>
                  <a:lnTo>
                    <a:pt x="229882" y="372668"/>
                  </a:lnTo>
                  <a:lnTo>
                    <a:pt x="227317" y="373634"/>
                  </a:lnTo>
                  <a:lnTo>
                    <a:pt x="227418" y="375589"/>
                  </a:lnTo>
                  <a:lnTo>
                    <a:pt x="230047" y="376224"/>
                  </a:lnTo>
                  <a:lnTo>
                    <a:pt x="236461" y="375831"/>
                  </a:lnTo>
                  <a:lnTo>
                    <a:pt x="237883" y="375297"/>
                  </a:lnTo>
                  <a:lnTo>
                    <a:pt x="237591" y="377012"/>
                  </a:lnTo>
                  <a:lnTo>
                    <a:pt x="237769" y="380746"/>
                  </a:lnTo>
                  <a:lnTo>
                    <a:pt x="237934" y="384492"/>
                  </a:lnTo>
                  <a:lnTo>
                    <a:pt x="238760" y="387477"/>
                  </a:lnTo>
                  <a:lnTo>
                    <a:pt x="239293" y="387451"/>
                  </a:lnTo>
                  <a:lnTo>
                    <a:pt x="239293" y="360972"/>
                  </a:lnTo>
                  <a:lnTo>
                    <a:pt x="239128" y="360375"/>
                  </a:lnTo>
                  <a:lnTo>
                    <a:pt x="248920" y="371805"/>
                  </a:lnTo>
                  <a:lnTo>
                    <a:pt x="248920" y="361149"/>
                  </a:lnTo>
                  <a:lnTo>
                    <a:pt x="216014" y="322770"/>
                  </a:lnTo>
                  <a:lnTo>
                    <a:pt x="216014" y="333425"/>
                  </a:lnTo>
                  <a:lnTo>
                    <a:pt x="215011" y="333184"/>
                  </a:lnTo>
                  <a:lnTo>
                    <a:pt x="208597" y="333590"/>
                  </a:lnTo>
                  <a:lnTo>
                    <a:pt x="207086" y="334162"/>
                  </a:lnTo>
                  <a:lnTo>
                    <a:pt x="207391" y="332409"/>
                  </a:lnTo>
                  <a:lnTo>
                    <a:pt x="207225" y="328663"/>
                  </a:lnTo>
                  <a:lnTo>
                    <a:pt x="207060" y="324929"/>
                  </a:lnTo>
                  <a:lnTo>
                    <a:pt x="206248" y="322033"/>
                  </a:lnTo>
                  <a:lnTo>
                    <a:pt x="216014" y="333425"/>
                  </a:lnTo>
                  <a:lnTo>
                    <a:pt x="216014" y="322770"/>
                  </a:lnTo>
                  <a:lnTo>
                    <a:pt x="214782" y="321322"/>
                  </a:lnTo>
                  <a:lnTo>
                    <a:pt x="206184" y="311289"/>
                  </a:lnTo>
                  <a:lnTo>
                    <a:pt x="206184" y="321957"/>
                  </a:lnTo>
                  <a:lnTo>
                    <a:pt x="205054" y="322021"/>
                  </a:lnTo>
                  <a:lnTo>
                    <a:pt x="205651" y="321322"/>
                  </a:lnTo>
                  <a:lnTo>
                    <a:pt x="206184" y="321957"/>
                  </a:lnTo>
                  <a:lnTo>
                    <a:pt x="206184" y="311289"/>
                  </a:lnTo>
                  <a:lnTo>
                    <a:pt x="205651" y="310654"/>
                  </a:lnTo>
                  <a:lnTo>
                    <a:pt x="171602" y="350367"/>
                  </a:lnTo>
                  <a:lnTo>
                    <a:pt x="171602" y="372084"/>
                  </a:lnTo>
                  <a:lnTo>
                    <a:pt x="170205" y="371741"/>
                  </a:lnTo>
                  <a:lnTo>
                    <a:pt x="167005" y="371932"/>
                  </a:lnTo>
                  <a:lnTo>
                    <a:pt x="163791" y="372135"/>
                  </a:lnTo>
                  <a:lnTo>
                    <a:pt x="161315" y="373075"/>
                  </a:lnTo>
                  <a:lnTo>
                    <a:pt x="161315" y="374992"/>
                  </a:lnTo>
                  <a:lnTo>
                    <a:pt x="160477" y="374002"/>
                  </a:lnTo>
                  <a:lnTo>
                    <a:pt x="161226" y="373138"/>
                  </a:lnTo>
                  <a:lnTo>
                    <a:pt x="161315" y="374992"/>
                  </a:lnTo>
                  <a:lnTo>
                    <a:pt x="161315" y="373075"/>
                  </a:lnTo>
                  <a:lnTo>
                    <a:pt x="171030" y="361696"/>
                  </a:lnTo>
                  <a:lnTo>
                    <a:pt x="170815" y="362940"/>
                  </a:lnTo>
                  <a:lnTo>
                    <a:pt x="171157" y="370408"/>
                  </a:lnTo>
                  <a:lnTo>
                    <a:pt x="171602" y="372084"/>
                  </a:lnTo>
                  <a:lnTo>
                    <a:pt x="171602" y="350367"/>
                  </a:lnTo>
                  <a:lnTo>
                    <a:pt x="151333" y="374002"/>
                  </a:lnTo>
                  <a:lnTo>
                    <a:pt x="205651" y="437362"/>
                  </a:lnTo>
                  <a:lnTo>
                    <a:pt x="214782" y="426694"/>
                  </a:lnTo>
                  <a:lnTo>
                    <a:pt x="256159" y="378434"/>
                  </a:lnTo>
                  <a:lnTo>
                    <a:pt x="306679" y="437362"/>
                  </a:lnTo>
                  <a:lnTo>
                    <a:pt x="315823" y="426694"/>
                  </a:lnTo>
                  <a:lnTo>
                    <a:pt x="360984" y="374002"/>
                  </a:lnTo>
                  <a:close/>
                </a:path>
                <a:path w="514984" h="514985">
                  <a:moveTo>
                    <a:pt x="465480" y="63347"/>
                  </a:moveTo>
                  <a:lnTo>
                    <a:pt x="456336" y="52692"/>
                  </a:lnTo>
                  <a:lnTo>
                    <a:pt x="456336" y="63347"/>
                  </a:lnTo>
                  <a:lnTo>
                    <a:pt x="446239" y="75133"/>
                  </a:lnTo>
                  <a:lnTo>
                    <a:pt x="446506" y="73634"/>
                  </a:lnTo>
                  <a:lnTo>
                    <a:pt x="446163" y="66167"/>
                  </a:lnTo>
                  <a:lnTo>
                    <a:pt x="445693" y="64490"/>
                  </a:lnTo>
                  <a:lnTo>
                    <a:pt x="447179" y="64833"/>
                  </a:lnTo>
                  <a:lnTo>
                    <a:pt x="450380" y="64630"/>
                  </a:lnTo>
                  <a:lnTo>
                    <a:pt x="453593" y="64439"/>
                  </a:lnTo>
                  <a:lnTo>
                    <a:pt x="456158" y="63474"/>
                  </a:lnTo>
                  <a:lnTo>
                    <a:pt x="456133" y="63119"/>
                  </a:lnTo>
                  <a:lnTo>
                    <a:pt x="456336" y="63347"/>
                  </a:lnTo>
                  <a:lnTo>
                    <a:pt x="456336" y="52692"/>
                  </a:lnTo>
                  <a:lnTo>
                    <a:pt x="454431" y="50469"/>
                  </a:lnTo>
                  <a:lnTo>
                    <a:pt x="454431" y="61137"/>
                  </a:lnTo>
                  <a:lnTo>
                    <a:pt x="453415" y="60883"/>
                  </a:lnTo>
                  <a:lnTo>
                    <a:pt x="447014" y="61290"/>
                  </a:lnTo>
                  <a:lnTo>
                    <a:pt x="445503" y="61861"/>
                  </a:lnTo>
                  <a:lnTo>
                    <a:pt x="445808" y="60096"/>
                  </a:lnTo>
                  <a:lnTo>
                    <a:pt x="445643" y="56362"/>
                  </a:lnTo>
                  <a:lnTo>
                    <a:pt x="445465" y="52628"/>
                  </a:lnTo>
                  <a:lnTo>
                    <a:pt x="444817" y="50330"/>
                  </a:lnTo>
                  <a:lnTo>
                    <a:pt x="444817" y="76784"/>
                  </a:lnTo>
                  <a:lnTo>
                    <a:pt x="411175" y="116039"/>
                  </a:lnTo>
                  <a:lnTo>
                    <a:pt x="399491" y="102425"/>
                  </a:lnTo>
                  <a:lnTo>
                    <a:pt x="402069" y="103022"/>
                  </a:lnTo>
                  <a:lnTo>
                    <a:pt x="408482" y="102628"/>
                  </a:lnTo>
                  <a:lnTo>
                    <a:pt x="409905" y="102095"/>
                  </a:lnTo>
                  <a:lnTo>
                    <a:pt x="409613" y="103809"/>
                  </a:lnTo>
                  <a:lnTo>
                    <a:pt x="409778" y="107556"/>
                  </a:lnTo>
                  <a:lnTo>
                    <a:pt x="409943" y="111290"/>
                  </a:lnTo>
                  <a:lnTo>
                    <a:pt x="410781" y="114274"/>
                  </a:lnTo>
                  <a:lnTo>
                    <a:pt x="412445" y="114173"/>
                  </a:lnTo>
                  <a:lnTo>
                    <a:pt x="412991" y="111099"/>
                  </a:lnTo>
                  <a:lnTo>
                    <a:pt x="412648" y="103632"/>
                  </a:lnTo>
                  <a:lnTo>
                    <a:pt x="412191" y="101955"/>
                  </a:lnTo>
                  <a:lnTo>
                    <a:pt x="413677" y="102298"/>
                  </a:lnTo>
                  <a:lnTo>
                    <a:pt x="416877" y="102095"/>
                  </a:lnTo>
                  <a:lnTo>
                    <a:pt x="420077" y="101904"/>
                  </a:lnTo>
                  <a:lnTo>
                    <a:pt x="422643" y="100939"/>
                  </a:lnTo>
                  <a:lnTo>
                    <a:pt x="422554" y="98983"/>
                  </a:lnTo>
                  <a:lnTo>
                    <a:pt x="419912" y="98348"/>
                  </a:lnTo>
                  <a:lnTo>
                    <a:pt x="413499" y="98755"/>
                  </a:lnTo>
                  <a:lnTo>
                    <a:pt x="411988" y="99326"/>
                  </a:lnTo>
                  <a:lnTo>
                    <a:pt x="412292" y="97574"/>
                  </a:lnTo>
                  <a:lnTo>
                    <a:pt x="412127" y="93827"/>
                  </a:lnTo>
                  <a:lnTo>
                    <a:pt x="411962" y="90093"/>
                  </a:lnTo>
                  <a:lnTo>
                    <a:pt x="411137" y="87109"/>
                  </a:lnTo>
                  <a:lnTo>
                    <a:pt x="409460" y="87210"/>
                  </a:lnTo>
                  <a:lnTo>
                    <a:pt x="408914" y="90284"/>
                  </a:lnTo>
                  <a:lnTo>
                    <a:pt x="409257" y="97751"/>
                  </a:lnTo>
                  <a:lnTo>
                    <a:pt x="409714" y="99428"/>
                  </a:lnTo>
                  <a:lnTo>
                    <a:pt x="408305" y="99085"/>
                  </a:lnTo>
                  <a:lnTo>
                    <a:pt x="405104" y="99275"/>
                  </a:lnTo>
                  <a:lnTo>
                    <a:pt x="401904" y="99479"/>
                  </a:lnTo>
                  <a:lnTo>
                    <a:pt x="399338" y="100444"/>
                  </a:lnTo>
                  <a:lnTo>
                    <a:pt x="399415" y="102336"/>
                  </a:lnTo>
                  <a:lnTo>
                    <a:pt x="366903" y="64401"/>
                  </a:lnTo>
                  <a:lnTo>
                    <a:pt x="369493" y="65024"/>
                  </a:lnTo>
                  <a:lnTo>
                    <a:pt x="375894" y="64630"/>
                  </a:lnTo>
                  <a:lnTo>
                    <a:pt x="377329" y="64096"/>
                  </a:lnTo>
                  <a:lnTo>
                    <a:pt x="377037" y="65811"/>
                  </a:lnTo>
                  <a:lnTo>
                    <a:pt x="377202" y="69545"/>
                  </a:lnTo>
                  <a:lnTo>
                    <a:pt x="377380" y="73291"/>
                  </a:lnTo>
                  <a:lnTo>
                    <a:pt x="378193" y="76276"/>
                  </a:lnTo>
                  <a:lnTo>
                    <a:pt x="379869" y="76161"/>
                  </a:lnTo>
                  <a:lnTo>
                    <a:pt x="380415" y="73101"/>
                  </a:lnTo>
                  <a:lnTo>
                    <a:pt x="380072" y="65620"/>
                  </a:lnTo>
                  <a:lnTo>
                    <a:pt x="379603" y="63944"/>
                  </a:lnTo>
                  <a:lnTo>
                    <a:pt x="381088" y="64287"/>
                  </a:lnTo>
                  <a:lnTo>
                    <a:pt x="384289" y="64096"/>
                  </a:lnTo>
                  <a:lnTo>
                    <a:pt x="387502" y="63893"/>
                  </a:lnTo>
                  <a:lnTo>
                    <a:pt x="390067" y="62928"/>
                  </a:lnTo>
                  <a:lnTo>
                    <a:pt x="389966" y="60972"/>
                  </a:lnTo>
                  <a:lnTo>
                    <a:pt x="387337" y="60350"/>
                  </a:lnTo>
                  <a:lnTo>
                    <a:pt x="380923" y="60744"/>
                  </a:lnTo>
                  <a:lnTo>
                    <a:pt x="379412" y="61315"/>
                  </a:lnTo>
                  <a:lnTo>
                    <a:pt x="379717" y="59563"/>
                  </a:lnTo>
                  <a:lnTo>
                    <a:pt x="379552" y="55829"/>
                  </a:lnTo>
                  <a:lnTo>
                    <a:pt x="379387" y="52082"/>
                  </a:lnTo>
                  <a:lnTo>
                    <a:pt x="378548" y="49098"/>
                  </a:lnTo>
                  <a:lnTo>
                    <a:pt x="378193" y="49123"/>
                  </a:lnTo>
                  <a:lnTo>
                    <a:pt x="409956" y="12077"/>
                  </a:lnTo>
                  <a:lnTo>
                    <a:pt x="409536" y="14452"/>
                  </a:lnTo>
                  <a:lnTo>
                    <a:pt x="409879" y="21932"/>
                  </a:lnTo>
                  <a:lnTo>
                    <a:pt x="410324" y="23596"/>
                  </a:lnTo>
                  <a:lnTo>
                    <a:pt x="408927" y="23253"/>
                  </a:lnTo>
                  <a:lnTo>
                    <a:pt x="405726" y="23456"/>
                  </a:lnTo>
                  <a:lnTo>
                    <a:pt x="402526" y="23647"/>
                  </a:lnTo>
                  <a:lnTo>
                    <a:pt x="399961" y="24612"/>
                  </a:lnTo>
                  <a:lnTo>
                    <a:pt x="400050" y="26568"/>
                  </a:lnTo>
                  <a:lnTo>
                    <a:pt x="402691" y="27203"/>
                  </a:lnTo>
                  <a:lnTo>
                    <a:pt x="409092" y="26809"/>
                  </a:lnTo>
                  <a:lnTo>
                    <a:pt x="410527" y="26276"/>
                  </a:lnTo>
                  <a:lnTo>
                    <a:pt x="410235" y="27990"/>
                  </a:lnTo>
                  <a:lnTo>
                    <a:pt x="410400" y="31724"/>
                  </a:lnTo>
                  <a:lnTo>
                    <a:pt x="410565" y="35471"/>
                  </a:lnTo>
                  <a:lnTo>
                    <a:pt x="411403" y="38455"/>
                  </a:lnTo>
                  <a:lnTo>
                    <a:pt x="413067" y="38341"/>
                  </a:lnTo>
                  <a:lnTo>
                    <a:pt x="413613" y="35280"/>
                  </a:lnTo>
                  <a:lnTo>
                    <a:pt x="413270" y="27800"/>
                  </a:lnTo>
                  <a:lnTo>
                    <a:pt x="412813" y="26123"/>
                  </a:lnTo>
                  <a:lnTo>
                    <a:pt x="414299" y="26479"/>
                  </a:lnTo>
                  <a:lnTo>
                    <a:pt x="417499" y="26276"/>
                  </a:lnTo>
                  <a:lnTo>
                    <a:pt x="420700" y="26073"/>
                  </a:lnTo>
                  <a:lnTo>
                    <a:pt x="423265" y="25107"/>
                  </a:lnTo>
                  <a:lnTo>
                    <a:pt x="423240" y="24765"/>
                  </a:lnTo>
                  <a:lnTo>
                    <a:pt x="444588" y="49657"/>
                  </a:lnTo>
                  <a:lnTo>
                    <a:pt x="442963" y="49745"/>
                  </a:lnTo>
                  <a:lnTo>
                    <a:pt x="442417" y="52819"/>
                  </a:lnTo>
                  <a:lnTo>
                    <a:pt x="442772" y="60286"/>
                  </a:lnTo>
                  <a:lnTo>
                    <a:pt x="443217" y="61963"/>
                  </a:lnTo>
                  <a:lnTo>
                    <a:pt x="441820" y="61620"/>
                  </a:lnTo>
                  <a:lnTo>
                    <a:pt x="438607" y="61810"/>
                  </a:lnTo>
                  <a:lnTo>
                    <a:pt x="435406" y="62014"/>
                  </a:lnTo>
                  <a:lnTo>
                    <a:pt x="432841" y="62979"/>
                  </a:lnTo>
                  <a:lnTo>
                    <a:pt x="432943" y="64935"/>
                  </a:lnTo>
                  <a:lnTo>
                    <a:pt x="435571" y="65557"/>
                  </a:lnTo>
                  <a:lnTo>
                    <a:pt x="441985" y="65163"/>
                  </a:lnTo>
                  <a:lnTo>
                    <a:pt x="443420" y="64630"/>
                  </a:lnTo>
                  <a:lnTo>
                    <a:pt x="443115" y="66344"/>
                  </a:lnTo>
                  <a:lnTo>
                    <a:pt x="443293" y="70091"/>
                  </a:lnTo>
                  <a:lnTo>
                    <a:pt x="443458" y="73825"/>
                  </a:lnTo>
                  <a:lnTo>
                    <a:pt x="444284" y="76809"/>
                  </a:lnTo>
                  <a:lnTo>
                    <a:pt x="444817" y="76784"/>
                  </a:lnTo>
                  <a:lnTo>
                    <a:pt x="444817" y="50330"/>
                  </a:lnTo>
                  <a:lnTo>
                    <a:pt x="444652" y="49733"/>
                  </a:lnTo>
                  <a:lnTo>
                    <a:pt x="454431" y="61137"/>
                  </a:lnTo>
                  <a:lnTo>
                    <a:pt x="454431" y="50469"/>
                  </a:lnTo>
                  <a:lnTo>
                    <a:pt x="421538" y="12103"/>
                  </a:lnTo>
                  <a:lnTo>
                    <a:pt x="421538" y="22771"/>
                  </a:lnTo>
                  <a:lnTo>
                    <a:pt x="420535" y="22529"/>
                  </a:lnTo>
                  <a:lnTo>
                    <a:pt x="414121" y="22923"/>
                  </a:lnTo>
                  <a:lnTo>
                    <a:pt x="412610" y="23495"/>
                  </a:lnTo>
                  <a:lnTo>
                    <a:pt x="412915" y="21742"/>
                  </a:lnTo>
                  <a:lnTo>
                    <a:pt x="412750" y="18008"/>
                  </a:lnTo>
                  <a:lnTo>
                    <a:pt x="412584" y="14262"/>
                  </a:lnTo>
                  <a:lnTo>
                    <a:pt x="411772" y="11366"/>
                  </a:lnTo>
                  <a:lnTo>
                    <a:pt x="421538" y="22771"/>
                  </a:lnTo>
                  <a:lnTo>
                    <a:pt x="421538" y="12103"/>
                  </a:lnTo>
                  <a:lnTo>
                    <a:pt x="420306" y="10655"/>
                  </a:lnTo>
                  <a:lnTo>
                    <a:pt x="411708" y="635"/>
                  </a:lnTo>
                  <a:lnTo>
                    <a:pt x="411708" y="11290"/>
                  </a:lnTo>
                  <a:lnTo>
                    <a:pt x="410565" y="11366"/>
                  </a:lnTo>
                  <a:lnTo>
                    <a:pt x="411175" y="10655"/>
                  </a:lnTo>
                  <a:lnTo>
                    <a:pt x="411708" y="11290"/>
                  </a:lnTo>
                  <a:lnTo>
                    <a:pt x="411708" y="635"/>
                  </a:lnTo>
                  <a:lnTo>
                    <a:pt x="411175" y="0"/>
                  </a:lnTo>
                  <a:lnTo>
                    <a:pt x="377126" y="39712"/>
                  </a:lnTo>
                  <a:lnTo>
                    <a:pt x="377126" y="61417"/>
                  </a:lnTo>
                  <a:lnTo>
                    <a:pt x="375729" y="61074"/>
                  </a:lnTo>
                  <a:lnTo>
                    <a:pt x="372529" y="61277"/>
                  </a:lnTo>
                  <a:lnTo>
                    <a:pt x="369316" y="61468"/>
                  </a:lnTo>
                  <a:lnTo>
                    <a:pt x="366839" y="62407"/>
                  </a:lnTo>
                  <a:lnTo>
                    <a:pt x="366839" y="64338"/>
                  </a:lnTo>
                  <a:lnTo>
                    <a:pt x="366001" y="63347"/>
                  </a:lnTo>
                  <a:lnTo>
                    <a:pt x="366750" y="62471"/>
                  </a:lnTo>
                  <a:lnTo>
                    <a:pt x="366839" y="64338"/>
                  </a:lnTo>
                  <a:lnTo>
                    <a:pt x="366839" y="62407"/>
                  </a:lnTo>
                  <a:lnTo>
                    <a:pt x="376542" y="51041"/>
                  </a:lnTo>
                  <a:lnTo>
                    <a:pt x="376339" y="52273"/>
                  </a:lnTo>
                  <a:lnTo>
                    <a:pt x="376682" y="59753"/>
                  </a:lnTo>
                  <a:lnTo>
                    <a:pt x="377126" y="61417"/>
                  </a:lnTo>
                  <a:lnTo>
                    <a:pt x="377126" y="39712"/>
                  </a:lnTo>
                  <a:lnTo>
                    <a:pt x="356857" y="63347"/>
                  </a:lnTo>
                  <a:lnTo>
                    <a:pt x="411175" y="126695"/>
                  </a:lnTo>
                  <a:lnTo>
                    <a:pt x="420306" y="116039"/>
                  </a:lnTo>
                  <a:lnTo>
                    <a:pt x="465480" y="63347"/>
                  </a:lnTo>
                  <a:close/>
                </a:path>
                <a:path w="514984" h="514985">
                  <a:moveTo>
                    <a:pt x="514654" y="140512"/>
                  </a:moveTo>
                  <a:lnTo>
                    <a:pt x="505523" y="129870"/>
                  </a:lnTo>
                  <a:lnTo>
                    <a:pt x="505523" y="140512"/>
                  </a:lnTo>
                  <a:lnTo>
                    <a:pt x="460349" y="193192"/>
                  </a:lnTo>
                  <a:lnTo>
                    <a:pt x="415175" y="140512"/>
                  </a:lnTo>
                  <a:lnTo>
                    <a:pt x="425729" y="128206"/>
                  </a:lnTo>
                  <a:lnTo>
                    <a:pt x="425513" y="129438"/>
                  </a:lnTo>
                  <a:lnTo>
                    <a:pt x="425856" y="136906"/>
                  </a:lnTo>
                  <a:lnTo>
                    <a:pt x="426669" y="139903"/>
                  </a:lnTo>
                  <a:lnTo>
                    <a:pt x="428358" y="139801"/>
                  </a:lnTo>
                  <a:lnTo>
                    <a:pt x="428891" y="136728"/>
                  </a:lnTo>
                  <a:lnTo>
                    <a:pt x="428726" y="132981"/>
                  </a:lnTo>
                  <a:lnTo>
                    <a:pt x="428561" y="129247"/>
                  </a:lnTo>
                  <a:lnTo>
                    <a:pt x="427736" y="126263"/>
                  </a:lnTo>
                  <a:lnTo>
                    <a:pt x="427367" y="126288"/>
                  </a:lnTo>
                  <a:lnTo>
                    <a:pt x="460349" y="87820"/>
                  </a:lnTo>
                  <a:lnTo>
                    <a:pt x="505523" y="140512"/>
                  </a:lnTo>
                  <a:lnTo>
                    <a:pt x="505523" y="129870"/>
                  </a:lnTo>
                  <a:lnTo>
                    <a:pt x="469480" y="87820"/>
                  </a:lnTo>
                  <a:lnTo>
                    <a:pt x="460349" y="77152"/>
                  </a:lnTo>
                  <a:lnTo>
                    <a:pt x="406031" y="140512"/>
                  </a:lnTo>
                  <a:lnTo>
                    <a:pt x="460349" y="203860"/>
                  </a:lnTo>
                  <a:lnTo>
                    <a:pt x="469480" y="193192"/>
                  </a:lnTo>
                  <a:lnTo>
                    <a:pt x="514654" y="140512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2" name="object 2032" descr=""/>
            <p:cNvSpPr/>
            <p:nvPr/>
          </p:nvSpPr>
          <p:spPr>
            <a:xfrm>
              <a:off x="7789126" y="5959278"/>
              <a:ext cx="361315" cy="204470"/>
            </a:xfrm>
            <a:custGeom>
              <a:avLst/>
              <a:gdLst/>
              <a:ahLst/>
              <a:cxnLst/>
              <a:rect l="l" t="t" r="r" b="b"/>
              <a:pathLst>
                <a:path w="361315" h="204470">
                  <a:moveTo>
                    <a:pt x="108610" y="140512"/>
                  </a:moveTo>
                  <a:lnTo>
                    <a:pt x="99479" y="129870"/>
                  </a:lnTo>
                  <a:lnTo>
                    <a:pt x="99479" y="140512"/>
                  </a:lnTo>
                  <a:lnTo>
                    <a:pt x="89357" y="152311"/>
                  </a:lnTo>
                  <a:lnTo>
                    <a:pt x="89636" y="150799"/>
                  </a:lnTo>
                  <a:lnTo>
                    <a:pt x="89293" y="143319"/>
                  </a:lnTo>
                  <a:lnTo>
                    <a:pt x="88836" y="141643"/>
                  </a:lnTo>
                  <a:lnTo>
                    <a:pt x="90309" y="141998"/>
                  </a:lnTo>
                  <a:lnTo>
                    <a:pt x="93522" y="141795"/>
                  </a:lnTo>
                  <a:lnTo>
                    <a:pt x="96723" y="141592"/>
                  </a:lnTo>
                  <a:lnTo>
                    <a:pt x="99288" y="140639"/>
                  </a:lnTo>
                  <a:lnTo>
                    <a:pt x="99263" y="140271"/>
                  </a:lnTo>
                  <a:lnTo>
                    <a:pt x="99479" y="140512"/>
                  </a:lnTo>
                  <a:lnTo>
                    <a:pt x="99479" y="129870"/>
                  </a:lnTo>
                  <a:lnTo>
                    <a:pt x="97561" y="127622"/>
                  </a:lnTo>
                  <a:lnTo>
                    <a:pt x="97561" y="138290"/>
                  </a:lnTo>
                  <a:lnTo>
                    <a:pt x="96558" y="138049"/>
                  </a:lnTo>
                  <a:lnTo>
                    <a:pt x="90144" y="138442"/>
                  </a:lnTo>
                  <a:lnTo>
                    <a:pt x="88633" y="139014"/>
                  </a:lnTo>
                  <a:lnTo>
                    <a:pt x="88938" y="137261"/>
                  </a:lnTo>
                  <a:lnTo>
                    <a:pt x="88773" y="133527"/>
                  </a:lnTo>
                  <a:lnTo>
                    <a:pt x="88607" y="129781"/>
                  </a:lnTo>
                  <a:lnTo>
                    <a:pt x="87960" y="127469"/>
                  </a:lnTo>
                  <a:lnTo>
                    <a:pt x="87960" y="153949"/>
                  </a:lnTo>
                  <a:lnTo>
                    <a:pt x="54305" y="193192"/>
                  </a:lnTo>
                  <a:lnTo>
                    <a:pt x="42621" y="179590"/>
                  </a:lnTo>
                  <a:lnTo>
                    <a:pt x="45199" y="180187"/>
                  </a:lnTo>
                  <a:lnTo>
                    <a:pt x="51612" y="179793"/>
                  </a:lnTo>
                  <a:lnTo>
                    <a:pt x="53047" y="179260"/>
                  </a:lnTo>
                  <a:lnTo>
                    <a:pt x="52743" y="180975"/>
                  </a:lnTo>
                  <a:lnTo>
                    <a:pt x="52920" y="184708"/>
                  </a:lnTo>
                  <a:lnTo>
                    <a:pt x="53086" y="188455"/>
                  </a:lnTo>
                  <a:lnTo>
                    <a:pt x="53911" y="191439"/>
                  </a:lnTo>
                  <a:lnTo>
                    <a:pt x="55587" y="191338"/>
                  </a:lnTo>
                  <a:lnTo>
                    <a:pt x="56134" y="188264"/>
                  </a:lnTo>
                  <a:lnTo>
                    <a:pt x="55791" y="180784"/>
                  </a:lnTo>
                  <a:lnTo>
                    <a:pt x="55321" y="179108"/>
                  </a:lnTo>
                  <a:lnTo>
                    <a:pt x="56807" y="179463"/>
                  </a:lnTo>
                  <a:lnTo>
                    <a:pt x="60007" y="179260"/>
                  </a:lnTo>
                  <a:lnTo>
                    <a:pt x="63207" y="179057"/>
                  </a:lnTo>
                  <a:lnTo>
                    <a:pt x="65773" y="178092"/>
                  </a:lnTo>
                  <a:lnTo>
                    <a:pt x="65684" y="176136"/>
                  </a:lnTo>
                  <a:lnTo>
                    <a:pt x="63042" y="175514"/>
                  </a:lnTo>
                  <a:lnTo>
                    <a:pt x="56642" y="175907"/>
                  </a:lnTo>
                  <a:lnTo>
                    <a:pt x="55130" y="176479"/>
                  </a:lnTo>
                  <a:lnTo>
                    <a:pt x="55435" y="174726"/>
                  </a:lnTo>
                  <a:lnTo>
                    <a:pt x="55270" y="170992"/>
                  </a:lnTo>
                  <a:lnTo>
                    <a:pt x="55092" y="167246"/>
                  </a:lnTo>
                  <a:lnTo>
                    <a:pt x="54267" y="164261"/>
                  </a:lnTo>
                  <a:lnTo>
                    <a:pt x="52590" y="164376"/>
                  </a:lnTo>
                  <a:lnTo>
                    <a:pt x="52044" y="167436"/>
                  </a:lnTo>
                  <a:lnTo>
                    <a:pt x="52400" y="174917"/>
                  </a:lnTo>
                  <a:lnTo>
                    <a:pt x="52844" y="176580"/>
                  </a:lnTo>
                  <a:lnTo>
                    <a:pt x="51447" y="176237"/>
                  </a:lnTo>
                  <a:lnTo>
                    <a:pt x="48234" y="176441"/>
                  </a:lnTo>
                  <a:lnTo>
                    <a:pt x="45034" y="176644"/>
                  </a:lnTo>
                  <a:lnTo>
                    <a:pt x="42468" y="177596"/>
                  </a:lnTo>
                  <a:lnTo>
                    <a:pt x="42557" y="179514"/>
                  </a:lnTo>
                  <a:lnTo>
                    <a:pt x="10033" y="141579"/>
                  </a:lnTo>
                  <a:lnTo>
                    <a:pt x="12623" y="142189"/>
                  </a:lnTo>
                  <a:lnTo>
                    <a:pt x="19037" y="141782"/>
                  </a:lnTo>
                  <a:lnTo>
                    <a:pt x="20459" y="141249"/>
                  </a:lnTo>
                  <a:lnTo>
                    <a:pt x="20167" y="142976"/>
                  </a:lnTo>
                  <a:lnTo>
                    <a:pt x="20332" y="146710"/>
                  </a:lnTo>
                  <a:lnTo>
                    <a:pt x="20497" y="150444"/>
                  </a:lnTo>
                  <a:lnTo>
                    <a:pt x="21323" y="153428"/>
                  </a:lnTo>
                  <a:lnTo>
                    <a:pt x="22999" y="153327"/>
                  </a:lnTo>
                  <a:lnTo>
                    <a:pt x="23545" y="150253"/>
                  </a:lnTo>
                  <a:lnTo>
                    <a:pt x="23202" y="142786"/>
                  </a:lnTo>
                  <a:lnTo>
                    <a:pt x="22745" y="141109"/>
                  </a:lnTo>
                  <a:lnTo>
                    <a:pt x="24231" y="141452"/>
                  </a:lnTo>
                  <a:lnTo>
                    <a:pt x="27432" y="141249"/>
                  </a:lnTo>
                  <a:lnTo>
                    <a:pt x="30632" y="141058"/>
                  </a:lnTo>
                  <a:lnTo>
                    <a:pt x="33197" y="140093"/>
                  </a:lnTo>
                  <a:lnTo>
                    <a:pt x="33108" y="138137"/>
                  </a:lnTo>
                  <a:lnTo>
                    <a:pt x="30467" y="137502"/>
                  </a:lnTo>
                  <a:lnTo>
                    <a:pt x="24053" y="137909"/>
                  </a:lnTo>
                  <a:lnTo>
                    <a:pt x="22542" y="138480"/>
                  </a:lnTo>
                  <a:lnTo>
                    <a:pt x="22847" y="136728"/>
                  </a:lnTo>
                  <a:lnTo>
                    <a:pt x="22682" y="132981"/>
                  </a:lnTo>
                  <a:lnTo>
                    <a:pt x="22517" y="129247"/>
                  </a:lnTo>
                  <a:lnTo>
                    <a:pt x="21691" y="126263"/>
                  </a:lnTo>
                  <a:lnTo>
                    <a:pt x="21323" y="126288"/>
                  </a:lnTo>
                  <a:lnTo>
                    <a:pt x="53086" y="89242"/>
                  </a:lnTo>
                  <a:lnTo>
                    <a:pt x="52666" y="91617"/>
                  </a:lnTo>
                  <a:lnTo>
                    <a:pt x="53022" y="99085"/>
                  </a:lnTo>
                  <a:lnTo>
                    <a:pt x="53467" y="100761"/>
                  </a:lnTo>
                  <a:lnTo>
                    <a:pt x="52070" y="100418"/>
                  </a:lnTo>
                  <a:lnTo>
                    <a:pt x="48856" y="100609"/>
                  </a:lnTo>
                  <a:lnTo>
                    <a:pt x="45656" y="100812"/>
                  </a:lnTo>
                  <a:lnTo>
                    <a:pt x="43091" y="101777"/>
                  </a:lnTo>
                  <a:lnTo>
                    <a:pt x="43192" y="103733"/>
                  </a:lnTo>
                  <a:lnTo>
                    <a:pt x="45821" y="104368"/>
                  </a:lnTo>
                  <a:lnTo>
                    <a:pt x="52235" y="103962"/>
                  </a:lnTo>
                  <a:lnTo>
                    <a:pt x="53657" y="103428"/>
                  </a:lnTo>
                  <a:lnTo>
                    <a:pt x="53365" y="105156"/>
                  </a:lnTo>
                  <a:lnTo>
                    <a:pt x="53543" y="108889"/>
                  </a:lnTo>
                  <a:lnTo>
                    <a:pt x="53708" y="112623"/>
                  </a:lnTo>
                  <a:lnTo>
                    <a:pt x="54533" y="115608"/>
                  </a:lnTo>
                  <a:lnTo>
                    <a:pt x="56210" y="115506"/>
                  </a:lnTo>
                  <a:lnTo>
                    <a:pt x="56756" y="112445"/>
                  </a:lnTo>
                  <a:lnTo>
                    <a:pt x="56400" y="104965"/>
                  </a:lnTo>
                  <a:lnTo>
                    <a:pt x="55943" y="103289"/>
                  </a:lnTo>
                  <a:lnTo>
                    <a:pt x="57429" y="103632"/>
                  </a:lnTo>
                  <a:lnTo>
                    <a:pt x="60629" y="103428"/>
                  </a:lnTo>
                  <a:lnTo>
                    <a:pt x="63830" y="103238"/>
                  </a:lnTo>
                  <a:lnTo>
                    <a:pt x="66395" y="102273"/>
                  </a:lnTo>
                  <a:lnTo>
                    <a:pt x="66370" y="101930"/>
                  </a:lnTo>
                  <a:lnTo>
                    <a:pt x="87718" y="126809"/>
                  </a:lnTo>
                  <a:lnTo>
                    <a:pt x="86106" y="126911"/>
                  </a:lnTo>
                  <a:lnTo>
                    <a:pt x="85559" y="129971"/>
                  </a:lnTo>
                  <a:lnTo>
                    <a:pt x="85902" y="137452"/>
                  </a:lnTo>
                  <a:lnTo>
                    <a:pt x="86347" y="139115"/>
                  </a:lnTo>
                  <a:lnTo>
                    <a:pt x="84950" y="138772"/>
                  </a:lnTo>
                  <a:lnTo>
                    <a:pt x="81749" y="138976"/>
                  </a:lnTo>
                  <a:lnTo>
                    <a:pt x="78549" y="139179"/>
                  </a:lnTo>
                  <a:lnTo>
                    <a:pt x="75984" y="140131"/>
                  </a:lnTo>
                  <a:lnTo>
                    <a:pt x="76073" y="142100"/>
                  </a:lnTo>
                  <a:lnTo>
                    <a:pt x="78714" y="142722"/>
                  </a:lnTo>
                  <a:lnTo>
                    <a:pt x="85115" y="142328"/>
                  </a:lnTo>
                  <a:lnTo>
                    <a:pt x="86550" y="141795"/>
                  </a:lnTo>
                  <a:lnTo>
                    <a:pt x="86258" y="143510"/>
                  </a:lnTo>
                  <a:lnTo>
                    <a:pt x="86423" y="147243"/>
                  </a:lnTo>
                  <a:lnTo>
                    <a:pt x="86588" y="150990"/>
                  </a:lnTo>
                  <a:lnTo>
                    <a:pt x="87414" y="153974"/>
                  </a:lnTo>
                  <a:lnTo>
                    <a:pt x="87960" y="153949"/>
                  </a:lnTo>
                  <a:lnTo>
                    <a:pt x="87960" y="127469"/>
                  </a:lnTo>
                  <a:lnTo>
                    <a:pt x="87807" y="126911"/>
                  </a:lnTo>
                  <a:lnTo>
                    <a:pt x="97561" y="138290"/>
                  </a:lnTo>
                  <a:lnTo>
                    <a:pt x="97561" y="127622"/>
                  </a:lnTo>
                  <a:lnTo>
                    <a:pt x="64668" y="89255"/>
                  </a:lnTo>
                  <a:lnTo>
                    <a:pt x="64668" y="99923"/>
                  </a:lnTo>
                  <a:lnTo>
                    <a:pt x="63665" y="99682"/>
                  </a:lnTo>
                  <a:lnTo>
                    <a:pt x="57264" y="100088"/>
                  </a:lnTo>
                  <a:lnTo>
                    <a:pt x="55753" y="100660"/>
                  </a:lnTo>
                  <a:lnTo>
                    <a:pt x="56057" y="98907"/>
                  </a:lnTo>
                  <a:lnTo>
                    <a:pt x="55892" y="95161"/>
                  </a:lnTo>
                  <a:lnTo>
                    <a:pt x="55714" y="91427"/>
                  </a:lnTo>
                  <a:lnTo>
                    <a:pt x="54902" y="88531"/>
                  </a:lnTo>
                  <a:lnTo>
                    <a:pt x="64668" y="99923"/>
                  </a:lnTo>
                  <a:lnTo>
                    <a:pt x="64668" y="89255"/>
                  </a:lnTo>
                  <a:lnTo>
                    <a:pt x="63449" y="87820"/>
                  </a:lnTo>
                  <a:lnTo>
                    <a:pt x="54838" y="77774"/>
                  </a:lnTo>
                  <a:lnTo>
                    <a:pt x="54838" y="88455"/>
                  </a:lnTo>
                  <a:lnTo>
                    <a:pt x="53708" y="88519"/>
                  </a:lnTo>
                  <a:lnTo>
                    <a:pt x="54305" y="87820"/>
                  </a:lnTo>
                  <a:lnTo>
                    <a:pt x="54838" y="88455"/>
                  </a:lnTo>
                  <a:lnTo>
                    <a:pt x="54838" y="77774"/>
                  </a:lnTo>
                  <a:lnTo>
                    <a:pt x="54305" y="77152"/>
                  </a:lnTo>
                  <a:lnTo>
                    <a:pt x="20256" y="116890"/>
                  </a:lnTo>
                  <a:lnTo>
                    <a:pt x="20256" y="138582"/>
                  </a:lnTo>
                  <a:lnTo>
                    <a:pt x="18859" y="138239"/>
                  </a:lnTo>
                  <a:lnTo>
                    <a:pt x="15659" y="138430"/>
                  </a:lnTo>
                  <a:lnTo>
                    <a:pt x="12458" y="138633"/>
                  </a:lnTo>
                  <a:lnTo>
                    <a:pt x="9969" y="139585"/>
                  </a:lnTo>
                  <a:lnTo>
                    <a:pt x="9969" y="141503"/>
                  </a:lnTo>
                  <a:lnTo>
                    <a:pt x="9131" y="140512"/>
                  </a:lnTo>
                  <a:lnTo>
                    <a:pt x="9893" y="139623"/>
                  </a:lnTo>
                  <a:lnTo>
                    <a:pt x="9969" y="141503"/>
                  </a:lnTo>
                  <a:lnTo>
                    <a:pt x="9969" y="139585"/>
                  </a:lnTo>
                  <a:lnTo>
                    <a:pt x="19685" y="128206"/>
                  </a:lnTo>
                  <a:lnTo>
                    <a:pt x="19469" y="129438"/>
                  </a:lnTo>
                  <a:lnTo>
                    <a:pt x="19812" y="136906"/>
                  </a:lnTo>
                  <a:lnTo>
                    <a:pt x="20256" y="138582"/>
                  </a:lnTo>
                  <a:lnTo>
                    <a:pt x="20256" y="116890"/>
                  </a:lnTo>
                  <a:lnTo>
                    <a:pt x="0" y="140512"/>
                  </a:lnTo>
                  <a:lnTo>
                    <a:pt x="54305" y="203860"/>
                  </a:lnTo>
                  <a:lnTo>
                    <a:pt x="63449" y="193192"/>
                  </a:lnTo>
                  <a:lnTo>
                    <a:pt x="108610" y="140512"/>
                  </a:lnTo>
                  <a:close/>
                </a:path>
                <a:path w="361315" h="204470">
                  <a:moveTo>
                    <a:pt x="132676" y="140093"/>
                  </a:moveTo>
                  <a:lnTo>
                    <a:pt x="132588" y="138137"/>
                  </a:lnTo>
                  <a:lnTo>
                    <a:pt x="129946" y="137502"/>
                  </a:lnTo>
                  <a:lnTo>
                    <a:pt x="123532" y="137909"/>
                  </a:lnTo>
                  <a:lnTo>
                    <a:pt x="122021" y="138480"/>
                  </a:lnTo>
                  <a:lnTo>
                    <a:pt x="122326" y="136728"/>
                  </a:lnTo>
                  <a:lnTo>
                    <a:pt x="122161" y="132981"/>
                  </a:lnTo>
                  <a:lnTo>
                    <a:pt x="121996" y="129247"/>
                  </a:lnTo>
                  <a:lnTo>
                    <a:pt x="121170" y="126263"/>
                  </a:lnTo>
                  <a:lnTo>
                    <a:pt x="119494" y="126365"/>
                  </a:lnTo>
                  <a:lnTo>
                    <a:pt x="118948" y="129438"/>
                  </a:lnTo>
                  <a:lnTo>
                    <a:pt x="119291" y="136906"/>
                  </a:lnTo>
                  <a:lnTo>
                    <a:pt x="119735" y="138582"/>
                  </a:lnTo>
                  <a:lnTo>
                    <a:pt x="118338" y="138239"/>
                  </a:lnTo>
                  <a:lnTo>
                    <a:pt x="115138" y="138430"/>
                  </a:lnTo>
                  <a:lnTo>
                    <a:pt x="111937" y="138633"/>
                  </a:lnTo>
                  <a:lnTo>
                    <a:pt x="109372" y="139598"/>
                  </a:lnTo>
                  <a:lnTo>
                    <a:pt x="109461" y="141554"/>
                  </a:lnTo>
                  <a:lnTo>
                    <a:pt x="112102" y="142189"/>
                  </a:lnTo>
                  <a:lnTo>
                    <a:pt x="118503" y="141782"/>
                  </a:lnTo>
                  <a:lnTo>
                    <a:pt x="119938" y="141249"/>
                  </a:lnTo>
                  <a:lnTo>
                    <a:pt x="119646" y="142976"/>
                  </a:lnTo>
                  <a:lnTo>
                    <a:pt x="119811" y="146710"/>
                  </a:lnTo>
                  <a:lnTo>
                    <a:pt x="119989" y="150444"/>
                  </a:lnTo>
                  <a:lnTo>
                    <a:pt x="120802" y="153428"/>
                  </a:lnTo>
                  <a:lnTo>
                    <a:pt x="122478" y="153327"/>
                  </a:lnTo>
                  <a:lnTo>
                    <a:pt x="123024" y="150253"/>
                  </a:lnTo>
                  <a:lnTo>
                    <a:pt x="122682" y="142786"/>
                  </a:lnTo>
                  <a:lnTo>
                    <a:pt x="122224" y="141109"/>
                  </a:lnTo>
                  <a:lnTo>
                    <a:pt x="123698" y="141452"/>
                  </a:lnTo>
                  <a:lnTo>
                    <a:pt x="126911" y="141249"/>
                  </a:lnTo>
                  <a:lnTo>
                    <a:pt x="130111" y="141058"/>
                  </a:lnTo>
                  <a:lnTo>
                    <a:pt x="132676" y="140093"/>
                  </a:lnTo>
                  <a:close/>
                </a:path>
                <a:path w="361315" h="204470">
                  <a:moveTo>
                    <a:pt x="165252" y="178092"/>
                  </a:moveTo>
                  <a:lnTo>
                    <a:pt x="165163" y="176136"/>
                  </a:lnTo>
                  <a:lnTo>
                    <a:pt x="162521" y="175514"/>
                  </a:lnTo>
                  <a:lnTo>
                    <a:pt x="156121" y="175907"/>
                  </a:lnTo>
                  <a:lnTo>
                    <a:pt x="154609" y="176479"/>
                  </a:lnTo>
                  <a:lnTo>
                    <a:pt x="154914" y="174726"/>
                  </a:lnTo>
                  <a:lnTo>
                    <a:pt x="154736" y="170992"/>
                  </a:lnTo>
                  <a:lnTo>
                    <a:pt x="154571" y="167246"/>
                  </a:lnTo>
                  <a:lnTo>
                    <a:pt x="153746" y="164261"/>
                  </a:lnTo>
                  <a:lnTo>
                    <a:pt x="152069" y="164376"/>
                  </a:lnTo>
                  <a:lnTo>
                    <a:pt x="151523" y="167436"/>
                  </a:lnTo>
                  <a:lnTo>
                    <a:pt x="151879" y="174917"/>
                  </a:lnTo>
                  <a:lnTo>
                    <a:pt x="152323" y="176580"/>
                  </a:lnTo>
                  <a:lnTo>
                    <a:pt x="150926" y="176237"/>
                  </a:lnTo>
                  <a:lnTo>
                    <a:pt x="147713" y="176441"/>
                  </a:lnTo>
                  <a:lnTo>
                    <a:pt x="144513" y="176644"/>
                  </a:lnTo>
                  <a:lnTo>
                    <a:pt x="141947" y="177596"/>
                  </a:lnTo>
                  <a:lnTo>
                    <a:pt x="142036" y="179565"/>
                  </a:lnTo>
                  <a:lnTo>
                    <a:pt x="144678" y="180187"/>
                  </a:lnTo>
                  <a:lnTo>
                    <a:pt x="151091" y="179793"/>
                  </a:lnTo>
                  <a:lnTo>
                    <a:pt x="152514" y="179260"/>
                  </a:lnTo>
                  <a:lnTo>
                    <a:pt x="152222" y="180975"/>
                  </a:lnTo>
                  <a:lnTo>
                    <a:pt x="152400" y="184708"/>
                  </a:lnTo>
                  <a:lnTo>
                    <a:pt x="152565" y="188455"/>
                  </a:lnTo>
                  <a:lnTo>
                    <a:pt x="153390" y="191439"/>
                  </a:lnTo>
                  <a:lnTo>
                    <a:pt x="155067" y="191338"/>
                  </a:lnTo>
                  <a:lnTo>
                    <a:pt x="155613" y="188264"/>
                  </a:lnTo>
                  <a:lnTo>
                    <a:pt x="155257" y="180784"/>
                  </a:lnTo>
                  <a:lnTo>
                    <a:pt x="154800" y="179108"/>
                  </a:lnTo>
                  <a:lnTo>
                    <a:pt x="156286" y="179463"/>
                  </a:lnTo>
                  <a:lnTo>
                    <a:pt x="159486" y="179260"/>
                  </a:lnTo>
                  <a:lnTo>
                    <a:pt x="162687" y="179057"/>
                  </a:lnTo>
                  <a:lnTo>
                    <a:pt x="165252" y="178092"/>
                  </a:lnTo>
                  <a:close/>
                </a:path>
                <a:path w="361315" h="204470">
                  <a:moveTo>
                    <a:pt x="165874" y="102273"/>
                  </a:moveTo>
                  <a:lnTo>
                    <a:pt x="165785" y="100317"/>
                  </a:lnTo>
                  <a:lnTo>
                    <a:pt x="163144" y="99682"/>
                  </a:lnTo>
                  <a:lnTo>
                    <a:pt x="156743" y="100088"/>
                  </a:lnTo>
                  <a:lnTo>
                    <a:pt x="155232" y="100660"/>
                  </a:lnTo>
                  <a:lnTo>
                    <a:pt x="155536" y="98907"/>
                  </a:lnTo>
                  <a:lnTo>
                    <a:pt x="155359" y="95161"/>
                  </a:lnTo>
                  <a:lnTo>
                    <a:pt x="155194" y="91427"/>
                  </a:lnTo>
                  <a:lnTo>
                    <a:pt x="154368" y="88442"/>
                  </a:lnTo>
                  <a:lnTo>
                    <a:pt x="152692" y="88544"/>
                  </a:lnTo>
                  <a:lnTo>
                    <a:pt x="152146" y="91617"/>
                  </a:lnTo>
                  <a:lnTo>
                    <a:pt x="152488" y="99085"/>
                  </a:lnTo>
                  <a:lnTo>
                    <a:pt x="152946" y="100761"/>
                  </a:lnTo>
                  <a:lnTo>
                    <a:pt x="151549" y="100418"/>
                  </a:lnTo>
                  <a:lnTo>
                    <a:pt x="148336" y="100609"/>
                  </a:lnTo>
                  <a:lnTo>
                    <a:pt x="145135" y="100812"/>
                  </a:lnTo>
                  <a:lnTo>
                    <a:pt x="142570" y="101777"/>
                  </a:lnTo>
                  <a:lnTo>
                    <a:pt x="142659" y="103733"/>
                  </a:lnTo>
                  <a:lnTo>
                    <a:pt x="145300" y="104368"/>
                  </a:lnTo>
                  <a:lnTo>
                    <a:pt x="151714" y="103962"/>
                  </a:lnTo>
                  <a:lnTo>
                    <a:pt x="153136" y="103428"/>
                  </a:lnTo>
                  <a:lnTo>
                    <a:pt x="152844" y="105156"/>
                  </a:lnTo>
                  <a:lnTo>
                    <a:pt x="153009" y="108889"/>
                  </a:lnTo>
                  <a:lnTo>
                    <a:pt x="153187" y="112623"/>
                  </a:lnTo>
                  <a:lnTo>
                    <a:pt x="154012" y="115608"/>
                  </a:lnTo>
                  <a:lnTo>
                    <a:pt x="155689" y="115506"/>
                  </a:lnTo>
                  <a:lnTo>
                    <a:pt x="156235" y="112445"/>
                  </a:lnTo>
                  <a:lnTo>
                    <a:pt x="155879" y="104965"/>
                  </a:lnTo>
                  <a:lnTo>
                    <a:pt x="155422" y="103289"/>
                  </a:lnTo>
                  <a:lnTo>
                    <a:pt x="156908" y="103632"/>
                  </a:lnTo>
                  <a:lnTo>
                    <a:pt x="160108" y="103428"/>
                  </a:lnTo>
                  <a:lnTo>
                    <a:pt x="163309" y="103238"/>
                  </a:lnTo>
                  <a:lnTo>
                    <a:pt x="165874" y="102273"/>
                  </a:lnTo>
                  <a:close/>
                </a:path>
                <a:path w="361315" h="204470">
                  <a:moveTo>
                    <a:pt x="198767" y="140639"/>
                  </a:moveTo>
                  <a:lnTo>
                    <a:pt x="198666" y="138671"/>
                  </a:lnTo>
                  <a:lnTo>
                    <a:pt x="196037" y="138049"/>
                  </a:lnTo>
                  <a:lnTo>
                    <a:pt x="189623" y="138442"/>
                  </a:lnTo>
                  <a:lnTo>
                    <a:pt x="188112" y="139014"/>
                  </a:lnTo>
                  <a:lnTo>
                    <a:pt x="188417" y="137261"/>
                  </a:lnTo>
                  <a:lnTo>
                    <a:pt x="188252" y="133527"/>
                  </a:lnTo>
                  <a:lnTo>
                    <a:pt x="188087" y="129781"/>
                  </a:lnTo>
                  <a:lnTo>
                    <a:pt x="187261" y="126796"/>
                  </a:lnTo>
                  <a:lnTo>
                    <a:pt x="185585" y="126911"/>
                  </a:lnTo>
                  <a:lnTo>
                    <a:pt x="185039" y="129971"/>
                  </a:lnTo>
                  <a:lnTo>
                    <a:pt x="185381" y="137452"/>
                  </a:lnTo>
                  <a:lnTo>
                    <a:pt x="185826" y="139115"/>
                  </a:lnTo>
                  <a:lnTo>
                    <a:pt x="184429" y="138772"/>
                  </a:lnTo>
                  <a:lnTo>
                    <a:pt x="181229" y="138976"/>
                  </a:lnTo>
                  <a:lnTo>
                    <a:pt x="178015" y="139179"/>
                  </a:lnTo>
                  <a:lnTo>
                    <a:pt x="175450" y="140131"/>
                  </a:lnTo>
                  <a:lnTo>
                    <a:pt x="175552" y="142100"/>
                  </a:lnTo>
                  <a:lnTo>
                    <a:pt x="178193" y="142722"/>
                  </a:lnTo>
                  <a:lnTo>
                    <a:pt x="184594" y="142328"/>
                  </a:lnTo>
                  <a:lnTo>
                    <a:pt x="186029" y="141795"/>
                  </a:lnTo>
                  <a:lnTo>
                    <a:pt x="185737" y="143510"/>
                  </a:lnTo>
                  <a:lnTo>
                    <a:pt x="185902" y="147243"/>
                  </a:lnTo>
                  <a:lnTo>
                    <a:pt x="186067" y="150990"/>
                  </a:lnTo>
                  <a:lnTo>
                    <a:pt x="186893" y="153974"/>
                  </a:lnTo>
                  <a:lnTo>
                    <a:pt x="188569" y="153873"/>
                  </a:lnTo>
                  <a:lnTo>
                    <a:pt x="189115" y="150799"/>
                  </a:lnTo>
                  <a:lnTo>
                    <a:pt x="188772" y="143319"/>
                  </a:lnTo>
                  <a:lnTo>
                    <a:pt x="188315" y="141655"/>
                  </a:lnTo>
                  <a:lnTo>
                    <a:pt x="189788" y="141998"/>
                  </a:lnTo>
                  <a:lnTo>
                    <a:pt x="192989" y="141795"/>
                  </a:lnTo>
                  <a:lnTo>
                    <a:pt x="196202" y="141592"/>
                  </a:lnTo>
                  <a:lnTo>
                    <a:pt x="198767" y="140639"/>
                  </a:lnTo>
                  <a:close/>
                </a:path>
                <a:path w="361315" h="204470">
                  <a:moveTo>
                    <a:pt x="310438" y="140512"/>
                  </a:moveTo>
                  <a:lnTo>
                    <a:pt x="301307" y="129870"/>
                  </a:lnTo>
                  <a:lnTo>
                    <a:pt x="301307" y="140512"/>
                  </a:lnTo>
                  <a:lnTo>
                    <a:pt x="291185" y="152311"/>
                  </a:lnTo>
                  <a:lnTo>
                    <a:pt x="291465" y="150799"/>
                  </a:lnTo>
                  <a:lnTo>
                    <a:pt x="291122" y="143319"/>
                  </a:lnTo>
                  <a:lnTo>
                    <a:pt x="290664" y="141643"/>
                  </a:lnTo>
                  <a:lnTo>
                    <a:pt x="292138" y="141998"/>
                  </a:lnTo>
                  <a:lnTo>
                    <a:pt x="295351" y="141795"/>
                  </a:lnTo>
                  <a:lnTo>
                    <a:pt x="298551" y="141592"/>
                  </a:lnTo>
                  <a:lnTo>
                    <a:pt x="301117" y="140639"/>
                  </a:lnTo>
                  <a:lnTo>
                    <a:pt x="301091" y="140271"/>
                  </a:lnTo>
                  <a:lnTo>
                    <a:pt x="301307" y="140512"/>
                  </a:lnTo>
                  <a:lnTo>
                    <a:pt x="301307" y="129870"/>
                  </a:lnTo>
                  <a:lnTo>
                    <a:pt x="299389" y="127622"/>
                  </a:lnTo>
                  <a:lnTo>
                    <a:pt x="299389" y="138290"/>
                  </a:lnTo>
                  <a:lnTo>
                    <a:pt x="298386" y="138049"/>
                  </a:lnTo>
                  <a:lnTo>
                    <a:pt x="291973" y="138442"/>
                  </a:lnTo>
                  <a:lnTo>
                    <a:pt x="290461" y="139014"/>
                  </a:lnTo>
                  <a:lnTo>
                    <a:pt x="290766" y="137261"/>
                  </a:lnTo>
                  <a:lnTo>
                    <a:pt x="290601" y="133527"/>
                  </a:lnTo>
                  <a:lnTo>
                    <a:pt x="290436" y="129781"/>
                  </a:lnTo>
                  <a:lnTo>
                    <a:pt x="289788" y="127469"/>
                  </a:lnTo>
                  <a:lnTo>
                    <a:pt x="289788" y="153949"/>
                  </a:lnTo>
                  <a:lnTo>
                    <a:pt x="256133" y="193192"/>
                  </a:lnTo>
                  <a:lnTo>
                    <a:pt x="244449" y="179590"/>
                  </a:lnTo>
                  <a:lnTo>
                    <a:pt x="247040" y="180187"/>
                  </a:lnTo>
                  <a:lnTo>
                    <a:pt x="253441" y="179793"/>
                  </a:lnTo>
                  <a:lnTo>
                    <a:pt x="254876" y="179260"/>
                  </a:lnTo>
                  <a:lnTo>
                    <a:pt x="254584" y="180975"/>
                  </a:lnTo>
                  <a:lnTo>
                    <a:pt x="254749" y="184708"/>
                  </a:lnTo>
                  <a:lnTo>
                    <a:pt x="254914" y="188455"/>
                  </a:lnTo>
                  <a:lnTo>
                    <a:pt x="255739" y="191439"/>
                  </a:lnTo>
                  <a:lnTo>
                    <a:pt x="257416" y="191338"/>
                  </a:lnTo>
                  <a:lnTo>
                    <a:pt x="257962" y="188264"/>
                  </a:lnTo>
                  <a:lnTo>
                    <a:pt x="257619" y="180784"/>
                  </a:lnTo>
                  <a:lnTo>
                    <a:pt x="257149" y="179108"/>
                  </a:lnTo>
                  <a:lnTo>
                    <a:pt x="258635" y="179463"/>
                  </a:lnTo>
                  <a:lnTo>
                    <a:pt x="261835" y="179260"/>
                  </a:lnTo>
                  <a:lnTo>
                    <a:pt x="265049" y="179057"/>
                  </a:lnTo>
                  <a:lnTo>
                    <a:pt x="267614" y="178092"/>
                  </a:lnTo>
                  <a:lnTo>
                    <a:pt x="267512" y="176136"/>
                  </a:lnTo>
                  <a:lnTo>
                    <a:pt x="264883" y="175514"/>
                  </a:lnTo>
                  <a:lnTo>
                    <a:pt x="258470" y="175907"/>
                  </a:lnTo>
                  <a:lnTo>
                    <a:pt x="256959" y="176479"/>
                  </a:lnTo>
                  <a:lnTo>
                    <a:pt x="257263" y="174726"/>
                  </a:lnTo>
                  <a:lnTo>
                    <a:pt x="257098" y="170992"/>
                  </a:lnTo>
                  <a:lnTo>
                    <a:pt x="256933" y="167246"/>
                  </a:lnTo>
                  <a:lnTo>
                    <a:pt x="256095" y="164261"/>
                  </a:lnTo>
                  <a:lnTo>
                    <a:pt x="254431" y="164376"/>
                  </a:lnTo>
                  <a:lnTo>
                    <a:pt x="253885" y="167436"/>
                  </a:lnTo>
                  <a:lnTo>
                    <a:pt x="254228" y="174917"/>
                  </a:lnTo>
                  <a:lnTo>
                    <a:pt x="254673" y="176580"/>
                  </a:lnTo>
                  <a:lnTo>
                    <a:pt x="253276" y="176237"/>
                  </a:lnTo>
                  <a:lnTo>
                    <a:pt x="250075" y="176441"/>
                  </a:lnTo>
                  <a:lnTo>
                    <a:pt x="246862" y="176644"/>
                  </a:lnTo>
                  <a:lnTo>
                    <a:pt x="244297" y="177596"/>
                  </a:lnTo>
                  <a:lnTo>
                    <a:pt x="244386" y="179514"/>
                  </a:lnTo>
                  <a:lnTo>
                    <a:pt x="211874" y="141579"/>
                  </a:lnTo>
                  <a:lnTo>
                    <a:pt x="214452" y="142189"/>
                  </a:lnTo>
                  <a:lnTo>
                    <a:pt x="220865" y="141782"/>
                  </a:lnTo>
                  <a:lnTo>
                    <a:pt x="222288" y="141249"/>
                  </a:lnTo>
                  <a:lnTo>
                    <a:pt x="221996" y="142976"/>
                  </a:lnTo>
                  <a:lnTo>
                    <a:pt x="222161" y="146710"/>
                  </a:lnTo>
                  <a:lnTo>
                    <a:pt x="222338" y="150444"/>
                  </a:lnTo>
                  <a:lnTo>
                    <a:pt x="223164" y="153428"/>
                  </a:lnTo>
                  <a:lnTo>
                    <a:pt x="224840" y="153327"/>
                  </a:lnTo>
                  <a:lnTo>
                    <a:pt x="225386" y="150253"/>
                  </a:lnTo>
                  <a:lnTo>
                    <a:pt x="225031" y="142786"/>
                  </a:lnTo>
                  <a:lnTo>
                    <a:pt x="224574" y="141109"/>
                  </a:lnTo>
                  <a:lnTo>
                    <a:pt x="226060" y="141452"/>
                  </a:lnTo>
                  <a:lnTo>
                    <a:pt x="229260" y="141249"/>
                  </a:lnTo>
                  <a:lnTo>
                    <a:pt x="232460" y="141058"/>
                  </a:lnTo>
                  <a:lnTo>
                    <a:pt x="235026" y="140093"/>
                  </a:lnTo>
                  <a:lnTo>
                    <a:pt x="234937" y="138137"/>
                  </a:lnTo>
                  <a:lnTo>
                    <a:pt x="232295" y="137502"/>
                  </a:lnTo>
                  <a:lnTo>
                    <a:pt x="225894" y="137909"/>
                  </a:lnTo>
                  <a:lnTo>
                    <a:pt x="224370" y="138480"/>
                  </a:lnTo>
                  <a:lnTo>
                    <a:pt x="224688" y="136728"/>
                  </a:lnTo>
                  <a:lnTo>
                    <a:pt x="224510" y="132981"/>
                  </a:lnTo>
                  <a:lnTo>
                    <a:pt x="224345" y="129247"/>
                  </a:lnTo>
                  <a:lnTo>
                    <a:pt x="223520" y="126263"/>
                  </a:lnTo>
                  <a:lnTo>
                    <a:pt x="223164" y="126288"/>
                  </a:lnTo>
                  <a:lnTo>
                    <a:pt x="254927" y="89230"/>
                  </a:lnTo>
                  <a:lnTo>
                    <a:pt x="254508" y="91617"/>
                  </a:lnTo>
                  <a:lnTo>
                    <a:pt x="254850" y="99085"/>
                  </a:lnTo>
                  <a:lnTo>
                    <a:pt x="255295" y="100761"/>
                  </a:lnTo>
                  <a:lnTo>
                    <a:pt x="253898" y="100418"/>
                  </a:lnTo>
                  <a:lnTo>
                    <a:pt x="250698" y="100609"/>
                  </a:lnTo>
                  <a:lnTo>
                    <a:pt x="247484" y="100812"/>
                  </a:lnTo>
                  <a:lnTo>
                    <a:pt x="244919" y="101777"/>
                  </a:lnTo>
                  <a:lnTo>
                    <a:pt x="245021" y="103733"/>
                  </a:lnTo>
                  <a:lnTo>
                    <a:pt x="247662" y="104368"/>
                  </a:lnTo>
                  <a:lnTo>
                    <a:pt x="254063" y="103962"/>
                  </a:lnTo>
                  <a:lnTo>
                    <a:pt x="255498" y="103428"/>
                  </a:lnTo>
                  <a:lnTo>
                    <a:pt x="255206" y="105156"/>
                  </a:lnTo>
                  <a:lnTo>
                    <a:pt x="255371" y="108889"/>
                  </a:lnTo>
                  <a:lnTo>
                    <a:pt x="255536" y="112623"/>
                  </a:lnTo>
                  <a:lnTo>
                    <a:pt x="256362" y="115608"/>
                  </a:lnTo>
                  <a:lnTo>
                    <a:pt x="258038" y="115506"/>
                  </a:lnTo>
                  <a:lnTo>
                    <a:pt x="258584" y="112445"/>
                  </a:lnTo>
                  <a:lnTo>
                    <a:pt x="258241" y="104965"/>
                  </a:lnTo>
                  <a:lnTo>
                    <a:pt x="257771" y="103289"/>
                  </a:lnTo>
                  <a:lnTo>
                    <a:pt x="259257" y="103632"/>
                  </a:lnTo>
                  <a:lnTo>
                    <a:pt x="262458" y="103428"/>
                  </a:lnTo>
                  <a:lnTo>
                    <a:pt x="265671" y="103238"/>
                  </a:lnTo>
                  <a:lnTo>
                    <a:pt x="268236" y="102273"/>
                  </a:lnTo>
                  <a:lnTo>
                    <a:pt x="268211" y="101942"/>
                  </a:lnTo>
                  <a:lnTo>
                    <a:pt x="289547" y="126809"/>
                  </a:lnTo>
                  <a:lnTo>
                    <a:pt x="287934" y="126911"/>
                  </a:lnTo>
                  <a:lnTo>
                    <a:pt x="287388" y="129971"/>
                  </a:lnTo>
                  <a:lnTo>
                    <a:pt x="287731" y="137452"/>
                  </a:lnTo>
                  <a:lnTo>
                    <a:pt x="288175" y="139115"/>
                  </a:lnTo>
                  <a:lnTo>
                    <a:pt x="286778" y="138772"/>
                  </a:lnTo>
                  <a:lnTo>
                    <a:pt x="283578" y="138976"/>
                  </a:lnTo>
                  <a:lnTo>
                    <a:pt x="280377" y="139179"/>
                  </a:lnTo>
                  <a:lnTo>
                    <a:pt x="277812" y="140131"/>
                  </a:lnTo>
                  <a:lnTo>
                    <a:pt x="277901" y="142100"/>
                  </a:lnTo>
                  <a:lnTo>
                    <a:pt x="280543" y="142722"/>
                  </a:lnTo>
                  <a:lnTo>
                    <a:pt x="286956" y="142328"/>
                  </a:lnTo>
                  <a:lnTo>
                    <a:pt x="288378" y="141795"/>
                  </a:lnTo>
                  <a:lnTo>
                    <a:pt x="288086" y="143510"/>
                  </a:lnTo>
                  <a:lnTo>
                    <a:pt x="288251" y="147243"/>
                  </a:lnTo>
                  <a:lnTo>
                    <a:pt x="288417" y="150990"/>
                  </a:lnTo>
                  <a:lnTo>
                    <a:pt x="289255" y="153974"/>
                  </a:lnTo>
                  <a:lnTo>
                    <a:pt x="289788" y="153949"/>
                  </a:lnTo>
                  <a:lnTo>
                    <a:pt x="289788" y="127469"/>
                  </a:lnTo>
                  <a:lnTo>
                    <a:pt x="289636" y="126911"/>
                  </a:lnTo>
                  <a:lnTo>
                    <a:pt x="299389" y="138290"/>
                  </a:lnTo>
                  <a:lnTo>
                    <a:pt x="299389" y="127622"/>
                  </a:lnTo>
                  <a:lnTo>
                    <a:pt x="266484" y="89230"/>
                  </a:lnTo>
                  <a:lnTo>
                    <a:pt x="266484" y="99923"/>
                  </a:lnTo>
                  <a:lnTo>
                    <a:pt x="265506" y="99682"/>
                  </a:lnTo>
                  <a:lnTo>
                    <a:pt x="259092" y="100088"/>
                  </a:lnTo>
                  <a:lnTo>
                    <a:pt x="257581" y="100660"/>
                  </a:lnTo>
                  <a:lnTo>
                    <a:pt x="257886" y="98907"/>
                  </a:lnTo>
                  <a:lnTo>
                    <a:pt x="257721" y="95161"/>
                  </a:lnTo>
                  <a:lnTo>
                    <a:pt x="257556" y="91427"/>
                  </a:lnTo>
                  <a:lnTo>
                    <a:pt x="256730" y="88531"/>
                  </a:lnTo>
                  <a:lnTo>
                    <a:pt x="266484" y="99923"/>
                  </a:lnTo>
                  <a:lnTo>
                    <a:pt x="266484" y="89230"/>
                  </a:lnTo>
                  <a:lnTo>
                    <a:pt x="265277" y="87820"/>
                  </a:lnTo>
                  <a:lnTo>
                    <a:pt x="256667" y="77774"/>
                  </a:lnTo>
                  <a:lnTo>
                    <a:pt x="256667" y="88455"/>
                  </a:lnTo>
                  <a:lnTo>
                    <a:pt x="255536" y="88519"/>
                  </a:lnTo>
                  <a:lnTo>
                    <a:pt x="256133" y="87820"/>
                  </a:lnTo>
                  <a:lnTo>
                    <a:pt x="256667" y="88455"/>
                  </a:lnTo>
                  <a:lnTo>
                    <a:pt x="256667" y="77774"/>
                  </a:lnTo>
                  <a:lnTo>
                    <a:pt x="256133" y="77152"/>
                  </a:lnTo>
                  <a:lnTo>
                    <a:pt x="222097" y="116865"/>
                  </a:lnTo>
                  <a:lnTo>
                    <a:pt x="222097" y="138582"/>
                  </a:lnTo>
                  <a:lnTo>
                    <a:pt x="220700" y="138239"/>
                  </a:lnTo>
                  <a:lnTo>
                    <a:pt x="217487" y="138430"/>
                  </a:lnTo>
                  <a:lnTo>
                    <a:pt x="214287" y="138633"/>
                  </a:lnTo>
                  <a:lnTo>
                    <a:pt x="211797" y="139585"/>
                  </a:lnTo>
                  <a:lnTo>
                    <a:pt x="211797" y="141490"/>
                  </a:lnTo>
                  <a:lnTo>
                    <a:pt x="210972" y="140512"/>
                  </a:lnTo>
                  <a:lnTo>
                    <a:pt x="211721" y="139649"/>
                  </a:lnTo>
                  <a:lnTo>
                    <a:pt x="211797" y="141490"/>
                  </a:lnTo>
                  <a:lnTo>
                    <a:pt x="211797" y="139585"/>
                  </a:lnTo>
                  <a:lnTo>
                    <a:pt x="221513" y="128219"/>
                  </a:lnTo>
                  <a:lnTo>
                    <a:pt x="221297" y="129438"/>
                  </a:lnTo>
                  <a:lnTo>
                    <a:pt x="221640" y="136906"/>
                  </a:lnTo>
                  <a:lnTo>
                    <a:pt x="222097" y="138582"/>
                  </a:lnTo>
                  <a:lnTo>
                    <a:pt x="222097" y="116865"/>
                  </a:lnTo>
                  <a:lnTo>
                    <a:pt x="201828" y="140512"/>
                  </a:lnTo>
                  <a:lnTo>
                    <a:pt x="256133" y="203860"/>
                  </a:lnTo>
                  <a:lnTo>
                    <a:pt x="265277" y="193192"/>
                  </a:lnTo>
                  <a:lnTo>
                    <a:pt x="310438" y="140512"/>
                  </a:lnTo>
                  <a:close/>
                </a:path>
                <a:path w="361315" h="204470">
                  <a:moveTo>
                    <a:pt x="360984" y="63347"/>
                  </a:moveTo>
                  <a:lnTo>
                    <a:pt x="351853" y="52705"/>
                  </a:lnTo>
                  <a:lnTo>
                    <a:pt x="351853" y="63347"/>
                  </a:lnTo>
                  <a:lnTo>
                    <a:pt x="306679" y="116039"/>
                  </a:lnTo>
                  <a:lnTo>
                    <a:pt x="262407" y="64401"/>
                  </a:lnTo>
                  <a:lnTo>
                    <a:pt x="264998" y="65024"/>
                  </a:lnTo>
                  <a:lnTo>
                    <a:pt x="271411" y="64630"/>
                  </a:lnTo>
                  <a:lnTo>
                    <a:pt x="272834" y="64096"/>
                  </a:lnTo>
                  <a:lnTo>
                    <a:pt x="272542" y="65811"/>
                  </a:lnTo>
                  <a:lnTo>
                    <a:pt x="272707" y="69545"/>
                  </a:lnTo>
                  <a:lnTo>
                    <a:pt x="272872" y="73291"/>
                  </a:lnTo>
                  <a:lnTo>
                    <a:pt x="273710" y="76276"/>
                  </a:lnTo>
                  <a:lnTo>
                    <a:pt x="275374" y="76161"/>
                  </a:lnTo>
                  <a:lnTo>
                    <a:pt x="275920" y="73101"/>
                  </a:lnTo>
                  <a:lnTo>
                    <a:pt x="275577" y="65620"/>
                  </a:lnTo>
                  <a:lnTo>
                    <a:pt x="274764" y="62623"/>
                  </a:lnTo>
                  <a:lnTo>
                    <a:pt x="275221" y="59563"/>
                  </a:lnTo>
                  <a:lnTo>
                    <a:pt x="275056" y="55829"/>
                  </a:lnTo>
                  <a:lnTo>
                    <a:pt x="274891" y="52082"/>
                  </a:lnTo>
                  <a:lnTo>
                    <a:pt x="274066" y="49098"/>
                  </a:lnTo>
                  <a:lnTo>
                    <a:pt x="273697" y="49123"/>
                  </a:lnTo>
                  <a:lnTo>
                    <a:pt x="306679" y="10655"/>
                  </a:lnTo>
                  <a:lnTo>
                    <a:pt x="351853" y="63347"/>
                  </a:lnTo>
                  <a:lnTo>
                    <a:pt x="351853" y="52705"/>
                  </a:lnTo>
                  <a:lnTo>
                    <a:pt x="315823" y="10655"/>
                  </a:lnTo>
                  <a:lnTo>
                    <a:pt x="306679" y="0"/>
                  </a:lnTo>
                  <a:lnTo>
                    <a:pt x="272630" y="39725"/>
                  </a:lnTo>
                  <a:lnTo>
                    <a:pt x="272630" y="61417"/>
                  </a:lnTo>
                  <a:lnTo>
                    <a:pt x="271233" y="61074"/>
                  </a:lnTo>
                  <a:lnTo>
                    <a:pt x="268033" y="61277"/>
                  </a:lnTo>
                  <a:lnTo>
                    <a:pt x="264833" y="61468"/>
                  </a:lnTo>
                  <a:lnTo>
                    <a:pt x="262343" y="62420"/>
                  </a:lnTo>
                  <a:lnTo>
                    <a:pt x="262343" y="64338"/>
                  </a:lnTo>
                  <a:lnTo>
                    <a:pt x="261505" y="63347"/>
                  </a:lnTo>
                  <a:lnTo>
                    <a:pt x="262267" y="62458"/>
                  </a:lnTo>
                  <a:lnTo>
                    <a:pt x="262343" y="64338"/>
                  </a:lnTo>
                  <a:lnTo>
                    <a:pt x="262343" y="62420"/>
                  </a:lnTo>
                  <a:lnTo>
                    <a:pt x="272059" y="51041"/>
                  </a:lnTo>
                  <a:lnTo>
                    <a:pt x="271843" y="52273"/>
                  </a:lnTo>
                  <a:lnTo>
                    <a:pt x="272186" y="59753"/>
                  </a:lnTo>
                  <a:lnTo>
                    <a:pt x="272630" y="61417"/>
                  </a:lnTo>
                  <a:lnTo>
                    <a:pt x="272630" y="39725"/>
                  </a:lnTo>
                  <a:lnTo>
                    <a:pt x="256159" y="58940"/>
                  </a:lnTo>
                  <a:lnTo>
                    <a:pt x="250812" y="52705"/>
                  </a:lnTo>
                  <a:lnTo>
                    <a:pt x="250812" y="63347"/>
                  </a:lnTo>
                  <a:lnTo>
                    <a:pt x="240703" y="75145"/>
                  </a:lnTo>
                  <a:lnTo>
                    <a:pt x="240969" y="73634"/>
                  </a:lnTo>
                  <a:lnTo>
                    <a:pt x="240626" y="66167"/>
                  </a:lnTo>
                  <a:lnTo>
                    <a:pt x="240169" y="64490"/>
                  </a:lnTo>
                  <a:lnTo>
                    <a:pt x="241655" y="64833"/>
                  </a:lnTo>
                  <a:lnTo>
                    <a:pt x="244856" y="64630"/>
                  </a:lnTo>
                  <a:lnTo>
                    <a:pt x="248056" y="64439"/>
                  </a:lnTo>
                  <a:lnTo>
                    <a:pt x="250621" y="63474"/>
                  </a:lnTo>
                  <a:lnTo>
                    <a:pt x="250596" y="63106"/>
                  </a:lnTo>
                  <a:lnTo>
                    <a:pt x="250812" y="63347"/>
                  </a:lnTo>
                  <a:lnTo>
                    <a:pt x="250812" y="52705"/>
                  </a:lnTo>
                  <a:lnTo>
                    <a:pt x="248907" y="50482"/>
                  </a:lnTo>
                  <a:lnTo>
                    <a:pt x="248907" y="61137"/>
                  </a:lnTo>
                  <a:lnTo>
                    <a:pt x="247891" y="60883"/>
                  </a:lnTo>
                  <a:lnTo>
                    <a:pt x="241477" y="61290"/>
                  </a:lnTo>
                  <a:lnTo>
                    <a:pt x="239966" y="61861"/>
                  </a:lnTo>
                  <a:lnTo>
                    <a:pt x="240271" y="60096"/>
                  </a:lnTo>
                  <a:lnTo>
                    <a:pt x="240106" y="56362"/>
                  </a:lnTo>
                  <a:lnTo>
                    <a:pt x="239941" y="52628"/>
                  </a:lnTo>
                  <a:lnTo>
                    <a:pt x="239293" y="50330"/>
                  </a:lnTo>
                  <a:lnTo>
                    <a:pt x="239293" y="76784"/>
                  </a:lnTo>
                  <a:lnTo>
                    <a:pt x="205651" y="116039"/>
                  </a:lnTo>
                  <a:lnTo>
                    <a:pt x="193954" y="102425"/>
                  </a:lnTo>
                  <a:lnTo>
                    <a:pt x="196545" y="103022"/>
                  </a:lnTo>
                  <a:lnTo>
                    <a:pt x="202946" y="102628"/>
                  </a:lnTo>
                  <a:lnTo>
                    <a:pt x="204381" y="102095"/>
                  </a:lnTo>
                  <a:lnTo>
                    <a:pt x="204089" y="103809"/>
                  </a:lnTo>
                  <a:lnTo>
                    <a:pt x="204254" y="107556"/>
                  </a:lnTo>
                  <a:lnTo>
                    <a:pt x="204419" y="111290"/>
                  </a:lnTo>
                  <a:lnTo>
                    <a:pt x="205244" y="114274"/>
                  </a:lnTo>
                  <a:lnTo>
                    <a:pt x="206921" y="114173"/>
                  </a:lnTo>
                  <a:lnTo>
                    <a:pt x="207467" y="111099"/>
                  </a:lnTo>
                  <a:lnTo>
                    <a:pt x="207124" y="103632"/>
                  </a:lnTo>
                  <a:lnTo>
                    <a:pt x="206667" y="101955"/>
                  </a:lnTo>
                  <a:lnTo>
                    <a:pt x="208140" y="102298"/>
                  </a:lnTo>
                  <a:lnTo>
                    <a:pt x="211353" y="102095"/>
                  </a:lnTo>
                  <a:lnTo>
                    <a:pt x="214553" y="101904"/>
                  </a:lnTo>
                  <a:lnTo>
                    <a:pt x="217119" y="100939"/>
                  </a:lnTo>
                  <a:lnTo>
                    <a:pt x="217017" y="98983"/>
                  </a:lnTo>
                  <a:lnTo>
                    <a:pt x="214388" y="98348"/>
                  </a:lnTo>
                  <a:lnTo>
                    <a:pt x="207975" y="98755"/>
                  </a:lnTo>
                  <a:lnTo>
                    <a:pt x="206463" y="99326"/>
                  </a:lnTo>
                  <a:lnTo>
                    <a:pt x="206768" y="97574"/>
                  </a:lnTo>
                  <a:lnTo>
                    <a:pt x="206603" y="93827"/>
                  </a:lnTo>
                  <a:lnTo>
                    <a:pt x="206438" y="90093"/>
                  </a:lnTo>
                  <a:lnTo>
                    <a:pt x="205600" y="87109"/>
                  </a:lnTo>
                  <a:lnTo>
                    <a:pt x="203936" y="87210"/>
                  </a:lnTo>
                  <a:lnTo>
                    <a:pt x="203390" y="90284"/>
                  </a:lnTo>
                  <a:lnTo>
                    <a:pt x="203733" y="97751"/>
                  </a:lnTo>
                  <a:lnTo>
                    <a:pt x="204177" y="99428"/>
                  </a:lnTo>
                  <a:lnTo>
                    <a:pt x="202780" y="99085"/>
                  </a:lnTo>
                  <a:lnTo>
                    <a:pt x="199580" y="99275"/>
                  </a:lnTo>
                  <a:lnTo>
                    <a:pt x="196380" y="99479"/>
                  </a:lnTo>
                  <a:lnTo>
                    <a:pt x="193814" y="100444"/>
                  </a:lnTo>
                  <a:lnTo>
                    <a:pt x="193890" y="102349"/>
                  </a:lnTo>
                  <a:lnTo>
                    <a:pt x="161378" y="64414"/>
                  </a:lnTo>
                  <a:lnTo>
                    <a:pt x="163957" y="65024"/>
                  </a:lnTo>
                  <a:lnTo>
                    <a:pt x="170370" y="64630"/>
                  </a:lnTo>
                  <a:lnTo>
                    <a:pt x="171792" y="64096"/>
                  </a:lnTo>
                  <a:lnTo>
                    <a:pt x="171500" y="65811"/>
                  </a:lnTo>
                  <a:lnTo>
                    <a:pt x="171678" y="69545"/>
                  </a:lnTo>
                  <a:lnTo>
                    <a:pt x="171843" y="73291"/>
                  </a:lnTo>
                  <a:lnTo>
                    <a:pt x="172669" y="76276"/>
                  </a:lnTo>
                  <a:lnTo>
                    <a:pt x="174345" y="76161"/>
                  </a:lnTo>
                  <a:lnTo>
                    <a:pt x="174891" y="73101"/>
                  </a:lnTo>
                  <a:lnTo>
                    <a:pt x="174536" y="65620"/>
                  </a:lnTo>
                  <a:lnTo>
                    <a:pt x="174078" y="63944"/>
                  </a:lnTo>
                  <a:lnTo>
                    <a:pt x="175564" y="64287"/>
                  </a:lnTo>
                  <a:lnTo>
                    <a:pt x="178765" y="64096"/>
                  </a:lnTo>
                  <a:lnTo>
                    <a:pt x="181965" y="63893"/>
                  </a:lnTo>
                  <a:lnTo>
                    <a:pt x="184531" y="62928"/>
                  </a:lnTo>
                  <a:lnTo>
                    <a:pt x="184442" y="60972"/>
                  </a:lnTo>
                  <a:lnTo>
                    <a:pt x="181800" y="60350"/>
                  </a:lnTo>
                  <a:lnTo>
                    <a:pt x="175399" y="60744"/>
                  </a:lnTo>
                  <a:lnTo>
                    <a:pt x="173888" y="61315"/>
                  </a:lnTo>
                  <a:lnTo>
                    <a:pt x="174193" y="59563"/>
                  </a:lnTo>
                  <a:lnTo>
                    <a:pt x="174015" y="55829"/>
                  </a:lnTo>
                  <a:lnTo>
                    <a:pt x="173850" y="52082"/>
                  </a:lnTo>
                  <a:lnTo>
                    <a:pt x="173024" y="49098"/>
                  </a:lnTo>
                  <a:lnTo>
                    <a:pt x="172669" y="49123"/>
                  </a:lnTo>
                  <a:lnTo>
                    <a:pt x="204431" y="12077"/>
                  </a:lnTo>
                  <a:lnTo>
                    <a:pt x="204012" y="14452"/>
                  </a:lnTo>
                  <a:lnTo>
                    <a:pt x="204355" y="21932"/>
                  </a:lnTo>
                  <a:lnTo>
                    <a:pt x="204800" y="23596"/>
                  </a:lnTo>
                  <a:lnTo>
                    <a:pt x="203403" y="23253"/>
                  </a:lnTo>
                  <a:lnTo>
                    <a:pt x="200202" y="23456"/>
                  </a:lnTo>
                  <a:lnTo>
                    <a:pt x="196989" y="23647"/>
                  </a:lnTo>
                  <a:lnTo>
                    <a:pt x="194424" y="24612"/>
                  </a:lnTo>
                  <a:lnTo>
                    <a:pt x="194525" y="26568"/>
                  </a:lnTo>
                  <a:lnTo>
                    <a:pt x="197167" y="27203"/>
                  </a:lnTo>
                  <a:lnTo>
                    <a:pt x="203568" y="26809"/>
                  </a:lnTo>
                  <a:lnTo>
                    <a:pt x="205003" y="26276"/>
                  </a:lnTo>
                  <a:lnTo>
                    <a:pt x="204711" y="27990"/>
                  </a:lnTo>
                  <a:lnTo>
                    <a:pt x="204876" y="31724"/>
                  </a:lnTo>
                  <a:lnTo>
                    <a:pt x="205041" y="35471"/>
                  </a:lnTo>
                  <a:lnTo>
                    <a:pt x="205867" y="38455"/>
                  </a:lnTo>
                  <a:lnTo>
                    <a:pt x="207543" y="38341"/>
                  </a:lnTo>
                  <a:lnTo>
                    <a:pt x="208089" y="35280"/>
                  </a:lnTo>
                  <a:lnTo>
                    <a:pt x="207746" y="27800"/>
                  </a:lnTo>
                  <a:lnTo>
                    <a:pt x="207289" y="26136"/>
                  </a:lnTo>
                  <a:lnTo>
                    <a:pt x="208762" y="26479"/>
                  </a:lnTo>
                  <a:lnTo>
                    <a:pt x="211963" y="26276"/>
                  </a:lnTo>
                  <a:lnTo>
                    <a:pt x="215176" y="26073"/>
                  </a:lnTo>
                  <a:lnTo>
                    <a:pt x="217741" y="25107"/>
                  </a:lnTo>
                  <a:lnTo>
                    <a:pt x="217716" y="24765"/>
                  </a:lnTo>
                  <a:lnTo>
                    <a:pt x="239064" y="49657"/>
                  </a:lnTo>
                  <a:lnTo>
                    <a:pt x="237439" y="49745"/>
                  </a:lnTo>
                  <a:lnTo>
                    <a:pt x="236893" y="52819"/>
                  </a:lnTo>
                  <a:lnTo>
                    <a:pt x="237236" y="60286"/>
                  </a:lnTo>
                  <a:lnTo>
                    <a:pt x="237693" y="61963"/>
                  </a:lnTo>
                  <a:lnTo>
                    <a:pt x="236283" y="61620"/>
                  </a:lnTo>
                  <a:lnTo>
                    <a:pt x="233083" y="61810"/>
                  </a:lnTo>
                  <a:lnTo>
                    <a:pt x="229882" y="62014"/>
                  </a:lnTo>
                  <a:lnTo>
                    <a:pt x="227317" y="62979"/>
                  </a:lnTo>
                  <a:lnTo>
                    <a:pt x="227406" y="64935"/>
                  </a:lnTo>
                  <a:lnTo>
                    <a:pt x="230047" y="65557"/>
                  </a:lnTo>
                  <a:lnTo>
                    <a:pt x="236461" y="65163"/>
                  </a:lnTo>
                  <a:lnTo>
                    <a:pt x="237883" y="64630"/>
                  </a:lnTo>
                  <a:lnTo>
                    <a:pt x="237591" y="66344"/>
                  </a:lnTo>
                  <a:lnTo>
                    <a:pt x="237756" y="70091"/>
                  </a:lnTo>
                  <a:lnTo>
                    <a:pt x="237921" y="73825"/>
                  </a:lnTo>
                  <a:lnTo>
                    <a:pt x="238760" y="76809"/>
                  </a:lnTo>
                  <a:lnTo>
                    <a:pt x="239293" y="76784"/>
                  </a:lnTo>
                  <a:lnTo>
                    <a:pt x="239293" y="50330"/>
                  </a:lnTo>
                  <a:lnTo>
                    <a:pt x="239128" y="49733"/>
                  </a:lnTo>
                  <a:lnTo>
                    <a:pt x="248907" y="61137"/>
                  </a:lnTo>
                  <a:lnTo>
                    <a:pt x="248907" y="50482"/>
                  </a:lnTo>
                  <a:lnTo>
                    <a:pt x="216014" y="12103"/>
                  </a:lnTo>
                  <a:lnTo>
                    <a:pt x="216014" y="22771"/>
                  </a:lnTo>
                  <a:lnTo>
                    <a:pt x="215011" y="22529"/>
                  </a:lnTo>
                  <a:lnTo>
                    <a:pt x="208597" y="22923"/>
                  </a:lnTo>
                  <a:lnTo>
                    <a:pt x="207086" y="23495"/>
                  </a:lnTo>
                  <a:lnTo>
                    <a:pt x="207391" y="21742"/>
                  </a:lnTo>
                  <a:lnTo>
                    <a:pt x="207225" y="18008"/>
                  </a:lnTo>
                  <a:lnTo>
                    <a:pt x="207060" y="14262"/>
                  </a:lnTo>
                  <a:lnTo>
                    <a:pt x="206235" y="11353"/>
                  </a:lnTo>
                  <a:lnTo>
                    <a:pt x="216014" y="22771"/>
                  </a:lnTo>
                  <a:lnTo>
                    <a:pt x="216014" y="12103"/>
                  </a:lnTo>
                  <a:lnTo>
                    <a:pt x="214782" y="10655"/>
                  </a:lnTo>
                  <a:lnTo>
                    <a:pt x="206184" y="635"/>
                  </a:lnTo>
                  <a:lnTo>
                    <a:pt x="206184" y="11290"/>
                  </a:lnTo>
                  <a:lnTo>
                    <a:pt x="205041" y="11366"/>
                  </a:lnTo>
                  <a:lnTo>
                    <a:pt x="205651" y="10655"/>
                  </a:lnTo>
                  <a:lnTo>
                    <a:pt x="206184" y="11290"/>
                  </a:lnTo>
                  <a:lnTo>
                    <a:pt x="206184" y="635"/>
                  </a:lnTo>
                  <a:lnTo>
                    <a:pt x="205651" y="0"/>
                  </a:lnTo>
                  <a:lnTo>
                    <a:pt x="171602" y="39712"/>
                  </a:lnTo>
                  <a:lnTo>
                    <a:pt x="171602" y="61417"/>
                  </a:lnTo>
                  <a:lnTo>
                    <a:pt x="170205" y="61074"/>
                  </a:lnTo>
                  <a:lnTo>
                    <a:pt x="166992" y="61277"/>
                  </a:lnTo>
                  <a:lnTo>
                    <a:pt x="163791" y="61468"/>
                  </a:lnTo>
                  <a:lnTo>
                    <a:pt x="161302" y="62420"/>
                  </a:lnTo>
                  <a:lnTo>
                    <a:pt x="161302" y="64325"/>
                  </a:lnTo>
                  <a:lnTo>
                    <a:pt x="160477" y="63347"/>
                  </a:lnTo>
                  <a:lnTo>
                    <a:pt x="161226" y="62484"/>
                  </a:lnTo>
                  <a:lnTo>
                    <a:pt x="161302" y="64325"/>
                  </a:lnTo>
                  <a:lnTo>
                    <a:pt x="161302" y="62420"/>
                  </a:lnTo>
                  <a:lnTo>
                    <a:pt x="171018" y="51054"/>
                  </a:lnTo>
                  <a:lnTo>
                    <a:pt x="170802" y="52273"/>
                  </a:lnTo>
                  <a:lnTo>
                    <a:pt x="171157" y="59753"/>
                  </a:lnTo>
                  <a:lnTo>
                    <a:pt x="171602" y="61417"/>
                  </a:lnTo>
                  <a:lnTo>
                    <a:pt x="171602" y="39712"/>
                  </a:lnTo>
                  <a:lnTo>
                    <a:pt x="151333" y="63347"/>
                  </a:lnTo>
                  <a:lnTo>
                    <a:pt x="205651" y="126695"/>
                  </a:lnTo>
                  <a:lnTo>
                    <a:pt x="214782" y="116039"/>
                  </a:lnTo>
                  <a:lnTo>
                    <a:pt x="256159" y="67767"/>
                  </a:lnTo>
                  <a:lnTo>
                    <a:pt x="306679" y="126695"/>
                  </a:lnTo>
                  <a:lnTo>
                    <a:pt x="315823" y="116039"/>
                  </a:lnTo>
                  <a:lnTo>
                    <a:pt x="360984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3" name="object 2033" descr=""/>
            <p:cNvSpPr/>
            <p:nvPr/>
          </p:nvSpPr>
          <p:spPr>
            <a:xfrm>
              <a:off x="7789126" y="5970555"/>
              <a:ext cx="351790" cy="347980"/>
            </a:xfrm>
            <a:custGeom>
              <a:avLst/>
              <a:gdLst/>
              <a:ahLst/>
              <a:cxnLst/>
              <a:rect l="l" t="t" r="r" b="b"/>
              <a:pathLst>
                <a:path w="351790" h="347979">
                  <a:moveTo>
                    <a:pt x="55435" y="318782"/>
                  </a:moveTo>
                  <a:lnTo>
                    <a:pt x="55270" y="315048"/>
                  </a:lnTo>
                  <a:lnTo>
                    <a:pt x="55092" y="311302"/>
                  </a:lnTo>
                  <a:lnTo>
                    <a:pt x="54267" y="308317"/>
                  </a:lnTo>
                  <a:lnTo>
                    <a:pt x="52590" y="308432"/>
                  </a:lnTo>
                  <a:lnTo>
                    <a:pt x="52044" y="311492"/>
                  </a:lnTo>
                  <a:lnTo>
                    <a:pt x="52400" y="318973"/>
                  </a:lnTo>
                  <a:lnTo>
                    <a:pt x="53213" y="321970"/>
                  </a:lnTo>
                  <a:lnTo>
                    <a:pt x="54902" y="321856"/>
                  </a:lnTo>
                  <a:lnTo>
                    <a:pt x="55435" y="318782"/>
                  </a:lnTo>
                  <a:close/>
                </a:path>
                <a:path w="351790" h="347979">
                  <a:moveTo>
                    <a:pt x="158915" y="207403"/>
                  </a:moveTo>
                  <a:lnTo>
                    <a:pt x="149771" y="196748"/>
                  </a:lnTo>
                  <a:lnTo>
                    <a:pt x="149771" y="207403"/>
                  </a:lnTo>
                  <a:lnTo>
                    <a:pt x="139674" y="219189"/>
                  </a:lnTo>
                  <a:lnTo>
                    <a:pt x="139941" y="217690"/>
                  </a:lnTo>
                  <a:lnTo>
                    <a:pt x="139598" y="210210"/>
                  </a:lnTo>
                  <a:lnTo>
                    <a:pt x="139128" y="208534"/>
                  </a:lnTo>
                  <a:lnTo>
                    <a:pt x="140614" y="208889"/>
                  </a:lnTo>
                  <a:lnTo>
                    <a:pt x="143814" y="208686"/>
                  </a:lnTo>
                  <a:lnTo>
                    <a:pt x="147027" y="208483"/>
                  </a:lnTo>
                  <a:lnTo>
                    <a:pt x="149593" y="207530"/>
                  </a:lnTo>
                  <a:lnTo>
                    <a:pt x="149567" y="207187"/>
                  </a:lnTo>
                  <a:lnTo>
                    <a:pt x="149771" y="207403"/>
                  </a:lnTo>
                  <a:lnTo>
                    <a:pt x="149771" y="196748"/>
                  </a:lnTo>
                  <a:lnTo>
                    <a:pt x="147853" y="194513"/>
                  </a:lnTo>
                  <a:lnTo>
                    <a:pt x="147853" y="205181"/>
                  </a:lnTo>
                  <a:lnTo>
                    <a:pt x="146850" y="204939"/>
                  </a:lnTo>
                  <a:lnTo>
                    <a:pt x="140449" y="205333"/>
                  </a:lnTo>
                  <a:lnTo>
                    <a:pt x="138938" y="205905"/>
                  </a:lnTo>
                  <a:lnTo>
                    <a:pt x="139242" y="204152"/>
                  </a:lnTo>
                  <a:lnTo>
                    <a:pt x="139077" y="200418"/>
                  </a:lnTo>
                  <a:lnTo>
                    <a:pt x="138899" y="196684"/>
                  </a:lnTo>
                  <a:lnTo>
                    <a:pt x="138252" y="194386"/>
                  </a:lnTo>
                  <a:lnTo>
                    <a:pt x="138252" y="220840"/>
                  </a:lnTo>
                  <a:lnTo>
                    <a:pt x="104609" y="260083"/>
                  </a:lnTo>
                  <a:lnTo>
                    <a:pt x="92925" y="246481"/>
                  </a:lnTo>
                  <a:lnTo>
                    <a:pt x="95504" y="247078"/>
                  </a:lnTo>
                  <a:lnTo>
                    <a:pt x="101917" y="246684"/>
                  </a:lnTo>
                  <a:lnTo>
                    <a:pt x="103339" y="246151"/>
                  </a:lnTo>
                  <a:lnTo>
                    <a:pt x="103047" y="247865"/>
                  </a:lnTo>
                  <a:lnTo>
                    <a:pt x="103212" y="251612"/>
                  </a:lnTo>
                  <a:lnTo>
                    <a:pt x="103378" y="255346"/>
                  </a:lnTo>
                  <a:lnTo>
                    <a:pt x="104216" y="258330"/>
                  </a:lnTo>
                  <a:lnTo>
                    <a:pt x="105879" y="258229"/>
                  </a:lnTo>
                  <a:lnTo>
                    <a:pt x="106426" y="255155"/>
                  </a:lnTo>
                  <a:lnTo>
                    <a:pt x="106083" y="247675"/>
                  </a:lnTo>
                  <a:lnTo>
                    <a:pt x="105625" y="245999"/>
                  </a:lnTo>
                  <a:lnTo>
                    <a:pt x="107111" y="246354"/>
                  </a:lnTo>
                  <a:lnTo>
                    <a:pt x="110312" y="246151"/>
                  </a:lnTo>
                  <a:lnTo>
                    <a:pt x="113512" y="245948"/>
                  </a:lnTo>
                  <a:lnTo>
                    <a:pt x="116078" y="244995"/>
                  </a:lnTo>
                  <a:lnTo>
                    <a:pt x="115989" y="243027"/>
                  </a:lnTo>
                  <a:lnTo>
                    <a:pt x="113347" y="242404"/>
                  </a:lnTo>
                  <a:lnTo>
                    <a:pt x="106934" y="242798"/>
                  </a:lnTo>
                  <a:lnTo>
                    <a:pt x="105422" y="243370"/>
                  </a:lnTo>
                  <a:lnTo>
                    <a:pt x="105727" y="241617"/>
                  </a:lnTo>
                  <a:lnTo>
                    <a:pt x="105562" y="237883"/>
                  </a:lnTo>
                  <a:lnTo>
                    <a:pt x="105397" y="234149"/>
                  </a:lnTo>
                  <a:lnTo>
                    <a:pt x="104571" y="231165"/>
                  </a:lnTo>
                  <a:lnTo>
                    <a:pt x="102895" y="231267"/>
                  </a:lnTo>
                  <a:lnTo>
                    <a:pt x="102349" y="234327"/>
                  </a:lnTo>
                  <a:lnTo>
                    <a:pt x="102692" y="241808"/>
                  </a:lnTo>
                  <a:lnTo>
                    <a:pt x="103136" y="243471"/>
                  </a:lnTo>
                  <a:lnTo>
                    <a:pt x="101739" y="243128"/>
                  </a:lnTo>
                  <a:lnTo>
                    <a:pt x="98539" y="243332"/>
                  </a:lnTo>
                  <a:lnTo>
                    <a:pt x="95338" y="243535"/>
                  </a:lnTo>
                  <a:lnTo>
                    <a:pt x="92773" y="244500"/>
                  </a:lnTo>
                  <a:lnTo>
                    <a:pt x="92849" y="246392"/>
                  </a:lnTo>
                  <a:lnTo>
                    <a:pt x="60337" y="208470"/>
                  </a:lnTo>
                  <a:lnTo>
                    <a:pt x="62928" y="209080"/>
                  </a:lnTo>
                  <a:lnTo>
                    <a:pt x="69329" y="208673"/>
                  </a:lnTo>
                  <a:lnTo>
                    <a:pt x="70764" y="208140"/>
                  </a:lnTo>
                  <a:lnTo>
                    <a:pt x="70472" y="209867"/>
                  </a:lnTo>
                  <a:lnTo>
                    <a:pt x="70637" y="213601"/>
                  </a:lnTo>
                  <a:lnTo>
                    <a:pt x="70815" y="217335"/>
                  </a:lnTo>
                  <a:lnTo>
                    <a:pt x="71628" y="220319"/>
                  </a:lnTo>
                  <a:lnTo>
                    <a:pt x="73304" y="220218"/>
                  </a:lnTo>
                  <a:lnTo>
                    <a:pt x="73850" y="217157"/>
                  </a:lnTo>
                  <a:lnTo>
                    <a:pt x="73507" y="209677"/>
                  </a:lnTo>
                  <a:lnTo>
                    <a:pt x="73037" y="208000"/>
                  </a:lnTo>
                  <a:lnTo>
                    <a:pt x="74523" y="208343"/>
                  </a:lnTo>
                  <a:lnTo>
                    <a:pt x="77724" y="208153"/>
                  </a:lnTo>
                  <a:lnTo>
                    <a:pt x="80937" y="207949"/>
                  </a:lnTo>
                  <a:lnTo>
                    <a:pt x="83502" y="206984"/>
                  </a:lnTo>
                  <a:lnTo>
                    <a:pt x="83400" y="205028"/>
                  </a:lnTo>
                  <a:lnTo>
                    <a:pt x="80772" y="204393"/>
                  </a:lnTo>
                  <a:lnTo>
                    <a:pt x="74358" y="204800"/>
                  </a:lnTo>
                  <a:lnTo>
                    <a:pt x="72847" y="205371"/>
                  </a:lnTo>
                  <a:lnTo>
                    <a:pt x="73152" y="203619"/>
                  </a:lnTo>
                  <a:lnTo>
                    <a:pt x="72986" y="199872"/>
                  </a:lnTo>
                  <a:lnTo>
                    <a:pt x="72821" y="196138"/>
                  </a:lnTo>
                  <a:lnTo>
                    <a:pt x="71983" y="193154"/>
                  </a:lnTo>
                  <a:lnTo>
                    <a:pt x="71628" y="193179"/>
                  </a:lnTo>
                  <a:lnTo>
                    <a:pt x="103390" y="156133"/>
                  </a:lnTo>
                  <a:lnTo>
                    <a:pt x="102971" y="158508"/>
                  </a:lnTo>
                  <a:lnTo>
                    <a:pt x="103314" y="165989"/>
                  </a:lnTo>
                  <a:lnTo>
                    <a:pt x="103759" y="167652"/>
                  </a:lnTo>
                  <a:lnTo>
                    <a:pt x="102362" y="167309"/>
                  </a:lnTo>
                  <a:lnTo>
                    <a:pt x="99161" y="167513"/>
                  </a:lnTo>
                  <a:lnTo>
                    <a:pt x="95961" y="167703"/>
                  </a:lnTo>
                  <a:lnTo>
                    <a:pt x="93395" y="168668"/>
                  </a:lnTo>
                  <a:lnTo>
                    <a:pt x="93484" y="170624"/>
                  </a:lnTo>
                  <a:lnTo>
                    <a:pt x="96126" y="171259"/>
                  </a:lnTo>
                  <a:lnTo>
                    <a:pt x="102527" y="170853"/>
                  </a:lnTo>
                  <a:lnTo>
                    <a:pt x="103962" y="170319"/>
                  </a:lnTo>
                  <a:lnTo>
                    <a:pt x="103670" y="172046"/>
                  </a:lnTo>
                  <a:lnTo>
                    <a:pt x="103835" y="175780"/>
                  </a:lnTo>
                  <a:lnTo>
                    <a:pt x="104000" y="179514"/>
                  </a:lnTo>
                  <a:lnTo>
                    <a:pt x="104838" y="182499"/>
                  </a:lnTo>
                  <a:lnTo>
                    <a:pt x="106502" y="182397"/>
                  </a:lnTo>
                  <a:lnTo>
                    <a:pt x="107048" y="179336"/>
                  </a:lnTo>
                  <a:lnTo>
                    <a:pt x="106705" y="171856"/>
                  </a:lnTo>
                  <a:lnTo>
                    <a:pt x="106248" y="170180"/>
                  </a:lnTo>
                  <a:lnTo>
                    <a:pt x="107734" y="170522"/>
                  </a:lnTo>
                  <a:lnTo>
                    <a:pt x="110934" y="170332"/>
                  </a:lnTo>
                  <a:lnTo>
                    <a:pt x="114134" y="170129"/>
                  </a:lnTo>
                  <a:lnTo>
                    <a:pt x="116700" y="169164"/>
                  </a:lnTo>
                  <a:lnTo>
                    <a:pt x="116674" y="168821"/>
                  </a:lnTo>
                  <a:lnTo>
                    <a:pt x="138023" y="193713"/>
                  </a:lnTo>
                  <a:lnTo>
                    <a:pt x="136398" y="193802"/>
                  </a:lnTo>
                  <a:lnTo>
                    <a:pt x="135851" y="196862"/>
                  </a:lnTo>
                  <a:lnTo>
                    <a:pt x="136207" y="204343"/>
                  </a:lnTo>
                  <a:lnTo>
                    <a:pt x="136652" y="206006"/>
                  </a:lnTo>
                  <a:lnTo>
                    <a:pt x="135255" y="205663"/>
                  </a:lnTo>
                  <a:lnTo>
                    <a:pt x="132041" y="205867"/>
                  </a:lnTo>
                  <a:lnTo>
                    <a:pt x="128841" y="206070"/>
                  </a:lnTo>
                  <a:lnTo>
                    <a:pt x="126276" y="207022"/>
                  </a:lnTo>
                  <a:lnTo>
                    <a:pt x="126377" y="208991"/>
                  </a:lnTo>
                  <a:lnTo>
                    <a:pt x="129006" y="209613"/>
                  </a:lnTo>
                  <a:lnTo>
                    <a:pt x="135420" y="209219"/>
                  </a:lnTo>
                  <a:lnTo>
                    <a:pt x="136855" y="208686"/>
                  </a:lnTo>
                  <a:lnTo>
                    <a:pt x="136550" y="210400"/>
                  </a:lnTo>
                  <a:lnTo>
                    <a:pt x="136728" y="214147"/>
                  </a:lnTo>
                  <a:lnTo>
                    <a:pt x="136893" y="217881"/>
                  </a:lnTo>
                  <a:lnTo>
                    <a:pt x="137718" y="220865"/>
                  </a:lnTo>
                  <a:lnTo>
                    <a:pt x="138252" y="220840"/>
                  </a:lnTo>
                  <a:lnTo>
                    <a:pt x="138252" y="194386"/>
                  </a:lnTo>
                  <a:lnTo>
                    <a:pt x="138087" y="193789"/>
                  </a:lnTo>
                  <a:lnTo>
                    <a:pt x="147853" y="205181"/>
                  </a:lnTo>
                  <a:lnTo>
                    <a:pt x="147853" y="194513"/>
                  </a:lnTo>
                  <a:lnTo>
                    <a:pt x="114960" y="156133"/>
                  </a:lnTo>
                  <a:lnTo>
                    <a:pt x="114960" y="166814"/>
                  </a:lnTo>
                  <a:lnTo>
                    <a:pt x="113969" y="166573"/>
                  </a:lnTo>
                  <a:lnTo>
                    <a:pt x="107556" y="166979"/>
                  </a:lnTo>
                  <a:lnTo>
                    <a:pt x="106045" y="167551"/>
                  </a:lnTo>
                  <a:lnTo>
                    <a:pt x="106349" y="165798"/>
                  </a:lnTo>
                  <a:lnTo>
                    <a:pt x="106184" y="162052"/>
                  </a:lnTo>
                  <a:lnTo>
                    <a:pt x="106019" y="158318"/>
                  </a:lnTo>
                  <a:lnTo>
                    <a:pt x="105206" y="155422"/>
                  </a:lnTo>
                  <a:lnTo>
                    <a:pt x="114960" y="166814"/>
                  </a:lnTo>
                  <a:lnTo>
                    <a:pt x="114960" y="156133"/>
                  </a:lnTo>
                  <a:lnTo>
                    <a:pt x="113741" y="154711"/>
                  </a:lnTo>
                  <a:lnTo>
                    <a:pt x="105143" y="144691"/>
                  </a:lnTo>
                  <a:lnTo>
                    <a:pt x="105143" y="155346"/>
                  </a:lnTo>
                  <a:lnTo>
                    <a:pt x="104013" y="155409"/>
                  </a:lnTo>
                  <a:lnTo>
                    <a:pt x="104609" y="154711"/>
                  </a:lnTo>
                  <a:lnTo>
                    <a:pt x="105143" y="155346"/>
                  </a:lnTo>
                  <a:lnTo>
                    <a:pt x="105143" y="144691"/>
                  </a:lnTo>
                  <a:lnTo>
                    <a:pt x="104609" y="144056"/>
                  </a:lnTo>
                  <a:lnTo>
                    <a:pt x="70561" y="183769"/>
                  </a:lnTo>
                  <a:lnTo>
                    <a:pt x="70561" y="205473"/>
                  </a:lnTo>
                  <a:lnTo>
                    <a:pt x="69164" y="205130"/>
                  </a:lnTo>
                  <a:lnTo>
                    <a:pt x="65963" y="205320"/>
                  </a:lnTo>
                  <a:lnTo>
                    <a:pt x="62750" y="205524"/>
                  </a:lnTo>
                  <a:lnTo>
                    <a:pt x="60274" y="206463"/>
                  </a:lnTo>
                  <a:lnTo>
                    <a:pt x="60274" y="208394"/>
                  </a:lnTo>
                  <a:lnTo>
                    <a:pt x="59436" y="207403"/>
                  </a:lnTo>
                  <a:lnTo>
                    <a:pt x="60185" y="206527"/>
                  </a:lnTo>
                  <a:lnTo>
                    <a:pt x="60274" y="208394"/>
                  </a:lnTo>
                  <a:lnTo>
                    <a:pt x="60274" y="206463"/>
                  </a:lnTo>
                  <a:lnTo>
                    <a:pt x="69977" y="195097"/>
                  </a:lnTo>
                  <a:lnTo>
                    <a:pt x="69773" y="196329"/>
                  </a:lnTo>
                  <a:lnTo>
                    <a:pt x="70116" y="203809"/>
                  </a:lnTo>
                  <a:lnTo>
                    <a:pt x="70561" y="205473"/>
                  </a:lnTo>
                  <a:lnTo>
                    <a:pt x="70561" y="183769"/>
                  </a:lnTo>
                  <a:lnTo>
                    <a:pt x="50292" y="207403"/>
                  </a:lnTo>
                  <a:lnTo>
                    <a:pt x="104609" y="270751"/>
                  </a:lnTo>
                  <a:lnTo>
                    <a:pt x="113741" y="260083"/>
                  </a:lnTo>
                  <a:lnTo>
                    <a:pt x="158915" y="207403"/>
                  </a:lnTo>
                  <a:close/>
                </a:path>
                <a:path w="351790" h="347979">
                  <a:moveTo>
                    <a:pt x="285572" y="51650"/>
                  </a:moveTo>
                  <a:lnTo>
                    <a:pt x="285483" y="49695"/>
                  </a:lnTo>
                  <a:lnTo>
                    <a:pt x="282841" y="49072"/>
                  </a:lnTo>
                  <a:lnTo>
                    <a:pt x="276428" y="49466"/>
                  </a:lnTo>
                  <a:lnTo>
                    <a:pt x="273875" y="50431"/>
                  </a:lnTo>
                  <a:lnTo>
                    <a:pt x="273913" y="51409"/>
                  </a:lnTo>
                  <a:lnTo>
                    <a:pt x="273075" y="51460"/>
                  </a:lnTo>
                  <a:lnTo>
                    <a:pt x="272542" y="54533"/>
                  </a:lnTo>
                  <a:lnTo>
                    <a:pt x="272707" y="58267"/>
                  </a:lnTo>
                  <a:lnTo>
                    <a:pt x="272872" y="62014"/>
                  </a:lnTo>
                  <a:lnTo>
                    <a:pt x="273710" y="64998"/>
                  </a:lnTo>
                  <a:lnTo>
                    <a:pt x="275374" y="64884"/>
                  </a:lnTo>
                  <a:lnTo>
                    <a:pt x="275920" y="61823"/>
                  </a:lnTo>
                  <a:lnTo>
                    <a:pt x="275577" y="54343"/>
                  </a:lnTo>
                  <a:lnTo>
                    <a:pt x="275120" y="52666"/>
                  </a:lnTo>
                  <a:lnTo>
                    <a:pt x="276606" y="53009"/>
                  </a:lnTo>
                  <a:lnTo>
                    <a:pt x="279806" y="52819"/>
                  </a:lnTo>
                  <a:lnTo>
                    <a:pt x="283006" y="52616"/>
                  </a:lnTo>
                  <a:lnTo>
                    <a:pt x="285572" y="51650"/>
                  </a:lnTo>
                  <a:close/>
                </a:path>
                <a:path w="351790" h="347979">
                  <a:moveTo>
                    <a:pt x="310438" y="284556"/>
                  </a:moveTo>
                  <a:lnTo>
                    <a:pt x="301307" y="273913"/>
                  </a:lnTo>
                  <a:lnTo>
                    <a:pt x="301307" y="284556"/>
                  </a:lnTo>
                  <a:lnTo>
                    <a:pt x="291198" y="296354"/>
                  </a:lnTo>
                  <a:lnTo>
                    <a:pt x="291465" y="294855"/>
                  </a:lnTo>
                  <a:lnTo>
                    <a:pt x="291122" y="287375"/>
                  </a:lnTo>
                  <a:lnTo>
                    <a:pt x="290664" y="285699"/>
                  </a:lnTo>
                  <a:lnTo>
                    <a:pt x="292138" y="286042"/>
                  </a:lnTo>
                  <a:lnTo>
                    <a:pt x="295351" y="285851"/>
                  </a:lnTo>
                  <a:lnTo>
                    <a:pt x="298551" y="285648"/>
                  </a:lnTo>
                  <a:lnTo>
                    <a:pt x="301117" y="284683"/>
                  </a:lnTo>
                  <a:lnTo>
                    <a:pt x="301091" y="284314"/>
                  </a:lnTo>
                  <a:lnTo>
                    <a:pt x="301307" y="284556"/>
                  </a:lnTo>
                  <a:lnTo>
                    <a:pt x="301307" y="273913"/>
                  </a:lnTo>
                  <a:lnTo>
                    <a:pt x="299402" y="271691"/>
                  </a:lnTo>
                  <a:lnTo>
                    <a:pt x="299402" y="282359"/>
                  </a:lnTo>
                  <a:lnTo>
                    <a:pt x="298386" y="282105"/>
                  </a:lnTo>
                  <a:lnTo>
                    <a:pt x="291973" y="282498"/>
                  </a:lnTo>
                  <a:lnTo>
                    <a:pt x="290461" y="283070"/>
                  </a:lnTo>
                  <a:lnTo>
                    <a:pt x="290766" y="281317"/>
                  </a:lnTo>
                  <a:lnTo>
                    <a:pt x="290601" y="277583"/>
                  </a:lnTo>
                  <a:lnTo>
                    <a:pt x="290436" y="273837"/>
                  </a:lnTo>
                  <a:lnTo>
                    <a:pt x="289775" y="271462"/>
                  </a:lnTo>
                  <a:lnTo>
                    <a:pt x="289775" y="298005"/>
                  </a:lnTo>
                  <a:lnTo>
                    <a:pt x="256133" y="337248"/>
                  </a:lnTo>
                  <a:lnTo>
                    <a:pt x="244449" y="323621"/>
                  </a:lnTo>
                  <a:lnTo>
                    <a:pt x="247040" y="324243"/>
                  </a:lnTo>
                  <a:lnTo>
                    <a:pt x="253441" y="323837"/>
                  </a:lnTo>
                  <a:lnTo>
                    <a:pt x="254876" y="323303"/>
                  </a:lnTo>
                  <a:lnTo>
                    <a:pt x="254584" y="325031"/>
                  </a:lnTo>
                  <a:lnTo>
                    <a:pt x="254749" y="328764"/>
                  </a:lnTo>
                  <a:lnTo>
                    <a:pt x="254914" y="332511"/>
                  </a:lnTo>
                  <a:lnTo>
                    <a:pt x="255739" y="335495"/>
                  </a:lnTo>
                  <a:lnTo>
                    <a:pt x="257416" y="335381"/>
                  </a:lnTo>
                  <a:lnTo>
                    <a:pt x="257962" y="332320"/>
                  </a:lnTo>
                  <a:lnTo>
                    <a:pt x="257619" y="324840"/>
                  </a:lnTo>
                  <a:lnTo>
                    <a:pt x="257149" y="323164"/>
                  </a:lnTo>
                  <a:lnTo>
                    <a:pt x="258635" y="323507"/>
                  </a:lnTo>
                  <a:lnTo>
                    <a:pt x="261835" y="323316"/>
                  </a:lnTo>
                  <a:lnTo>
                    <a:pt x="265049" y="323113"/>
                  </a:lnTo>
                  <a:lnTo>
                    <a:pt x="267614" y="322148"/>
                  </a:lnTo>
                  <a:lnTo>
                    <a:pt x="267512" y="320192"/>
                  </a:lnTo>
                  <a:lnTo>
                    <a:pt x="264883" y="319570"/>
                  </a:lnTo>
                  <a:lnTo>
                    <a:pt x="258470" y="319963"/>
                  </a:lnTo>
                  <a:lnTo>
                    <a:pt x="256959" y="320535"/>
                  </a:lnTo>
                  <a:lnTo>
                    <a:pt x="257263" y="318782"/>
                  </a:lnTo>
                  <a:lnTo>
                    <a:pt x="257098" y="315048"/>
                  </a:lnTo>
                  <a:lnTo>
                    <a:pt x="256933" y="311302"/>
                  </a:lnTo>
                  <a:lnTo>
                    <a:pt x="256095" y="308317"/>
                  </a:lnTo>
                  <a:lnTo>
                    <a:pt x="254431" y="308432"/>
                  </a:lnTo>
                  <a:lnTo>
                    <a:pt x="253885" y="311492"/>
                  </a:lnTo>
                  <a:lnTo>
                    <a:pt x="254228" y="318973"/>
                  </a:lnTo>
                  <a:lnTo>
                    <a:pt x="254673" y="320624"/>
                  </a:lnTo>
                  <a:lnTo>
                    <a:pt x="253276" y="320294"/>
                  </a:lnTo>
                  <a:lnTo>
                    <a:pt x="250075" y="320497"/>
                  </a:lnTo>
                  <a:lnTo>
                    <a:pt x="246862" y="320687"/>
                  </a:lnTo>
                  <a:lnTo>
                    <a:pt x="244297" y="321652"/>
                  </a:lnTo>
                  <a:lnTo>
                    <a:pt x="244386" y="323557"/>
                  </a:lnTo>
                  <a:lnTo>
                    <a:pt x="211886" y="285635"/>
                  </a:lnTo>
                  <a:lnTo>
                    <a:pt x="214452" y="286232"/>
                  </a:lnTo>
                  <a:lnTo>
                    <a:pt x="220865" y="285838"/>
                  </a:lnTo>
                  <a:lnTo>
                    <a:pt x="222288" y="285305"/>
                  </a:lnTo>
                  <a:lnTo>
                    <a:pt x="221996" y="287020"/>
                  </a:lnTo>
                  <a:lnTo>
                    <a:pt x="222161" y="290766"/>
                  </a:lnTo>
                  <a:lnTo>
                    <a:pt x="222338" y="294500"/>
                  </a:lnTo>
                  <a:lnTo>
                    <a:pt x="223164" y="297484"/>
                  </a:lnTo>
                  <a:lnTo>
                    <a:pt x="224840" y="297383"/>
                  </a:lnTo>
                  <a:lnTo>
                    <a:pt x="225386" y="294309"/>
                  </a:lnTo>
                  <a:lnTo>
                    <a:pt x="225031" y="286842"/>
                  </a:lnTo>
                  <a:lnTo>
                    <a:pt x="224574" y="285165"/>
                  </a:lnTo>
                  <a:lnTo>
                    <a:pt x="226060" y="285508"/>
                  </a:lnTo>
                  <a:lnTo>
                    <a:pt x="229260" y="285305"/>
                  </a:lnTo>
                  <a:lnTo>
                    <a:pt x="232460" y="285115"/>
                  </a:lnTo>
                  <a:lnTo>
                    <a:pt x="235026" y="284149"/>
                  </a:lnTo>
                  <a:lnTo>
                    <a:pt x="234937" y="282194"/>
                  </a:lnTo>
                  <a:lnTo>
                    <a:pt x="232295" y="281559"/>
                  </a:lnTo>
                  <a:lnTo>
                    <a:pt x="225894" y="281952"/>
                  </a:lnTo>
                  <a:lnTo>
                    <a:pt x="224370" y="282524"/>
                  </a:lnTo>
                  <a:lnTo>
                    <a:pt x="224688" y="280771"/>
                  </a:lnTo>
                  <a:lnTo>
                    <a:pt x="224510" y="277037"/>
                  </a:lnTo>
                  <a:lnTo>
                    <a:pt x="224345" y="273304"/>
                  </a:lnTo>
                  <a:lnTo>
                    <a:pt x="223520" y="270319"/>
                  </a:lnTo>
                  <a:lnTo>
                    <a:pt x="223151" y="270344"/>
                  </a:lnTo>
                  <a:lnTo>
                    <a:pt x="254927" y="233286"/>
                  </a:lnTo>
                  <a:lnTo>
                    <a:pt x="254508" y="235673"/>
                  </a:lnTo>
                  <a:lnTo>
                    <a:pt x="254850" y="243141"/>
                  </a:lnTo>
                  <a:lnTo>
                    <a:pt x="255295" y="244817"/>
                  </a:lnTo>
                  <a:lnTo>
                    <a:pt x="253898" y="244475"/>
                  </a:lnTo>
                  <a:lnTo>
                    <a:pt x="250698" y="244665"/>
                  </a:lnTo>
                  <a:lnTo>
                    <a:pt x="247484" y="244868"/>
                  </a:lnTo>
                  <a:lnTo>
                    <a:pt x="244919" y="245833"/>
                  </a:lnTo>
                  <a:lnTo>
                    <a:pt x="245021" y="247789"/>
                  </a:lnTo>
                  <a:lnTo>
                    <a:pt x="247662" y="248412"/>
                  </a:lnTo>
                  <a:lnTo>
                    <a:pt x="254063" y="248018"/>
                  </a:lnTo>
                  <a:lnTo>
                    <a:pt x="255498" y="247484"/>
                  </a:lnTo>
                  <a:lnTo>
                    <a:pt x="255206" y="249199"/>
                  </a:lnTo>
                  <a:lnTo>
                    <a:pt x="255371" y="252945"/>
                  </a:lnTo>
                  <a:lnTo>
                    <a:pt x="255536" y="256679"/>
                  </a:lnTo>
                  <a:lnTo>
                    <a:pt x="256362" y="259664"/>
                  </a:lnTo>
                  <a:lnTo>
                    <a:pt x="258038" y="259562"/>
                  </a:lnTo>
                  <a:lnTo>
                    <a:pt x="258584" y="256489"/>
                  </a:lnTo>
                  <a:lnTo>
                    <a:pt x="258241" y="249021"/>
                  </a:lnTo>
                  <a:lnTo>
                    <a:pt x="257771" y="247332"/>
                  </a:lnTo>
                  <a:lnTo>
                    <a:pt x="259257" y="247688"/>
                  </a:lnTo>
                  <a:lnTo>
                    <a:pt x="262458" y="247484"/>
                  </a:lnTo>
                  <a:lnTo>
                    <a:pt x="265671" y="247294"/>
                  </a:lnTo>
                  <a:lnTo>
                    <a:pt x="268236" y="246329"/>
                  </a:lnTo>
                  <a:lnTo>
                    <a:pt x="268211" y="245999"/>
                  </a:lnTo>
                  <a:lnTo>
                    <a:pt x="289547" y="270865"/>
                  </a:lnTo>
                  <a:lnTo>
                    <a:pt x="287934" y="270967"/>
                  </a:lnTo>
                  <a:lnTo>
                    <a:pt x="287388" y="274027"/>
                  </a:lnTo>
                  <a:lnTo>
                    <a:pt x="287731" y="281508"/>
                  </a:lnTo>
                  <a:lnTo>
                    <a:pt x="288175" y="283171"/>
                  </a:lnTo>
                  <a:lnTo>
                    <a:pt x="286778" y="282829"/>
                  </a:lnTo>
                  <a:lnTo>
                    <a:pt x="283578" y="283032"/>
                  </a:lnTo>
                  <a:lnTo>
                    <a:pt x="280377" y="283222"/>
                  </a:lnTo>
                  <a:lnTo>
                    <a:pt x="277812" y="284187"/>
                  </a:lnTo>
                  <a:lnTo>
                    <a:pt x="277901" y="286143"/>
                  </a:lnTo>
                  <a:lnTo>
                    <a:pt x="280543" y="286778"/>
                  </a:lnTo>
                  <a:lnTo>
                    <a:pt x="286956" y="286372"/>
                  </a:lnTo>
                  <a:lnTo>
                    <a:pt x="288378" y="285838"/>
                  </a:lnTo>
                  <a:lnTo>
                    <a:pt x="288086" y="287566"/>
                  </a:lnTo>
                  <a:lnTo>
                    <a:pt x="288251" y="291299"/>
                  </a:lnTo>
                  <a:lnTo>
                    <a:pt x="288417" y="295046"/>
                  </a:lnTo>
                  <a:lnTo>
                    <a:pt x="289255" y="298030"/>
                  </a:lnTo>
                  <a:lnTo>
                    <a:pt x="289775" y="298005"/>
                  </a:lnTo>
                  <a:lnTo>
                    <a:pt x="289775" y="271462"/>
                  </a:lnTo>
                  <a:lnTo>
                    <a:pt x="289636" y="270954"/>
                  </a:lnTo>
                  <a:lnTo>
                    <a:pt x="299402" y="282359"/>
                  </a:lnTo>
                  <a:lnTo>
                    <a:pt x="299402" y="271691"/>
                  </a:lnTo>
                  <a:lnTo>
                    <a:pt x="266484" y="233286"/>
                  </a:lnTo>
                  <a:lnTo>
                    <a:pt x="266484" y="243979"/>
                  </a:lnTo>
                  <a:lnTo>
                    <a:pt x="265506" y="243738"/>
                  </a:lnTo>
                  <a:lnTo>
                    <a:pt x="259092" y="244132"/>
                  </a:lnTo>
                  <a:lnTo>
                    <a:pt x="257581" y="244703"/>
                  </a:lnTo>
                  <a:lnTo>
                    <a:pt x="257886" y="242951"/>
                  </a:lnTo>
                  <a:lnTo>
                    <a:pt x="257721" y="239217"/>
                  </a:lnTo>
                  <a:lnTo>
                    <a:pt x="257556" y="235483"/>
                  </a:lnTo>
                  <a:lnTo>
                    <a:pt x="256730" y="232587"/>
                  </a:lnTo>
                  <a:lnTo>
                    <a:pt x="266484" y="243979"/>
                  </a:lnTo>
                  <a:lnTo>
                    <a:pt x="266484" y="233286"/>
                  </a:lnTo>
                  <a:lnTo>
                    <a:pt x="265277" y="231876"/>
                  </a:lnTo>
                  <a:lnTo>
                    <a:pt x="256667" y="221830"/>
                  </a:lnTo>
                  <a:lnTo>
                    <a:pt x="256667" y="232511"/>
                  </a:lnTo>
                  <a:lnTo>
                    <a:pt x="255536" y="232575"/>
                  </a:lnTo>
                  <a:lnTo>
                    <a:pt x="256133" y="231876"/>
                  </a:lnTo>
                  <a:lnTo>
                    <a:pt x="256667" y="232511"/>
                  </a:lnTo>
                  <a:lnTo>
                    <a:pt x="256667" y="221830"/>
                  </a:lnTo>
                  <a:lnTo>
                    <a:pt x="256133" y="221208"/>
                  </a:lnTo>
                  <a:lnTo>
                    <a:pt x="222097" y="260921"/>
                  </a:lnTo>
                  <a:lnTo>
                    <a:pt x="222097" y="282638"/>
                  </a:lnTo>
                  <a:lnTo>
                    <a:pt x="220700" y="282295"/>
                  </a:lnTo>
                  <a:lnTo>
                    <a:pt x="217487" y="282486"/>
                  </a:lnTo>
                  <a:lnTo>
                    <a:pt x="214287" y="282689"/>
                  </a:lnTo>
                  <a:lnTo>
                    <a:pt x="211797" y="283629"/>
                  </a:lnTo>
                  <a:lnTo>
                    <a:pt x="211797" y="285534"/>
                  </a:lnTo>
                  <a:lnTo>
                    <a:pt x="210972" y="284556"/>
                  </a:lnTo>
                  <a:lnTo>
                    <a:pt x="211721" y="283692"/>
                  </a:lnTo>
                  <a:lnTo>
                    <a:pt x="211797" y="285534"/>
                  </a:lnTo>
                  <a:lnTo>
                    <a:pt x="211797" y="283629"/>
                  </a:lnTo>
                  <a:lnTo>
                    <a:pt x="221513" y="272262"/>
                  </a:lnTo>
                  <a:lnTo>
                    <a:pt x="221297" y="273494"/>
                  </a:lnTo>
                  <a:lnTo>
                    <a:pt x="221640" y="280962"/>
                  </a:lnTo>
                  <a:lnTo>
                    <a:pt x="222097" y="282638"/>
                  </a:lnTo>
                  <a:lnTo>
                    <a:pt x="222097" y="260921"/>
                  </a:lnTo>
                  <a:lnTo>
                    <a:pt x="204952" y="280911"/>
                  </a:lnTo>
                  <a:lnTo>
                    <a:pt x="198958" y="273926"/>
                  </a:lnTo>
                  <a:lnTo>
                    <a:pt x="198958" y="284556"/>
                  </a:lnTo>
                  <a:lnTo>
                    <a:pt x="188849" y="296354"/>
                  </a:lnTo>
                  <a:lnTo>
                    <a:pt x="189115" y="294855"/>
                  </a:lnTo>
                  <a:lnTo>
                    <a:pt x="188772" y="287375"/>
                  </a:lnTo>
                  <a:lnTo>
                    <a:pt x="188315" y="285699"/>
                  </a:lnTo>
                  <a:lnTo>
                    <a:pt x="189788" y="286042"/>
                  </a:lnTo>
                  <a:lnTo>
                    <a:pt x="192989" y="285851"/>
                  </a:lnTo>
                  <a:lnTo>
                    <a:pt x="196202" y="285648"/>
                  </a:lnTo>
                  <a:lnTo>
                    <a:pt x="198767" y="284683"/>
                  </a:lnTo>
                  <a:lnTo>
                    <a:pt x="198742" y="284314"/>
                  </a:lnTo>
                  <a:lnTo>
                    <a:pt x="198958" y="284556"/>
                  </a:lnTo>
                  <a:lnTo>
                    <a:pt x="198958" y="273926"/>
                  </a:lnTo>
                  <a:lnTo>
                    <a:pt x="197053" y="271703"/>
                  </a:lnTo>
                  <a:lnTo>
                    <a:pt x="197053" y="282359"/>
                  </a:lnTo>
                  <a:lnTo>
                    <a:pt x="196037" y="282105"/>
                  </a:lnTo>
                  <a:lnTo>
                    <a:pt x="189623" y="282498"/>
                  </a:lnTo>
                  <a:lnTo>
                    <a:pt x="188112" y="283070"/>
                  </a:lnTo>
                  <a:lnTo>
                    <a:pt x="188417" y="281317"/>
                  </a:lnTo>
                  <a:lnTo>
                    <a:pt x="188252" y="277583"/>
                  </a:lnTo>
                  <a:lnTo>
                    <a:pt x="188087" y="273837"/>
                  </a:lnTo>
                  <a:lnTo>
                    <a:pt x="187426" y="271462"/>
                  </a:lnTo>
                  <a:lnTo>
                    <a:pt x="187426" y="298005"/>
                  </a:lnTo>
                  <a:lnTo>
                    <a:pt x="153784" y="337248"/>
                  </a:lnTo>
                  <a:lnTo>
                    <a:pt x="142100" y="323634"/>
                  </a:lnTo>
                  <a:lnTo>
                    <a:pt x="144678" y="324243"/>
                  </a:lnTo>
                  <a:lnTo>
                    <a:pt x="151091" y="323837"/>
                  </a:lnTo>
                  <a:lnTo>
                    <a:pt x="152514" y="323316"/>
                  </a:lnTo>
                  <a:lnTo>
                    <a:pt x="152222" y="325031"/>
                  </a:lnTo>
                  <a:lnTo>
                    <a:pt x="152400" y="328764"/>
                  </a:lnTo>
                  <a:lnTo>
                    <a:pt x="152565" y="332511"/>
                  </a:lnTo>
                  <a:lnTo>
                    <a:pt x="153390" y="335495"/>
                  </a:lnTo>
                  <a:lnTo>
                    <a:pt x="155067" y="335381"/>
                  </a:lnTo>
                  <a:lnTo>
                    <a:pt x="155613" y="332320"/>
                  </a:lnTo>
                  <a:lnTo>
                    <a:pt x="155257" y="324840"/>
                  </a:lnTo>
                  <a:lnTo>
                    <a:pt x="154800" y="323164"/>
                  </a:lnTo>
                  <a:lnTo>
                    <a:pt x="156286" y="323507"/>
                  </a:lnTo>
                  <a:lnTo>
                    <a:pt x="159486" y="323316"/>
                  </a:lnTo>
                  <a:lnTo>
                    <a:pt x="162687" y="323113"/>
                  </a:lnTo>
                  <a:lnTo>
                    <a:pt x="165252" y="322148"/>
                  </a:lnTo>
                  <a:lnTo>
                    <a:pt x="165163" y="320192"/>
                  </a:lnTo>
                  <a:lnTo>
                    <a:pt x="162521" y="319570"/>
                  </a:lnTo>
                  <a:lnTo>
                    <a:pt x="156121" y="319963"/>
                  </a:lnTo>
                  <a:lnTo>
                    <a:pt x="154609" y="320535"/>
                  </a:lnTo>
                  <a:lnTo>
                    <a:pt x="154914" y="318782"/>
                  </a:lnTo>
                  <a:lnTo>
                    <a:pt x="154736" y="315048"/>
                  </a:lnTo>
                  <a:lnTo>
                    <a:pt x="154571" y="311302"/>
                  </a:lnTo>
                  <a:lnTo>
                    <a:pt x="153746" y="308317"/>
                  </a:lnTo>
                  <a:lnTo>
                    <a:pt x="152069" y="308432"/>
                  </a:lnTo>
                  <a:lnTo>
                    <a:pt x="151523" y="311492"/>
                  </a:lnTo>
                  <a:lnTo>
                    <a:pt x="151879" y="318973"/>
                  </a:lnTo>
                  <a:lnTo>
                    <a:pt x="152323" y="320636"/>
                  </a:lnTo>
                  <a:lnTo>
                    <a:pt x="150926" y="320294"/>
                  </a:lnTo>
                  <a:lnTo>
                    <a:pt x="147713" y="320497"/>
                  </a:lnTo>
                  <a:lnTo>
                    <a:pt x="144513" y="320687"/>
                  </a:lnTo>
                  <a:lnTo>
                    <a:pt x="141947" y="321652"/>
                  </a:lnTo>
                  <a:lnTo>
                    <a:pt x="142024" y="323557"/>
                  </a:lnTo>
                  <a:lnTo>
                    <a:pt x="109524" y="285635"/>
                  </a:lnTo>
                  <a:lnTo>
                    <a:pt x="112102" y="286232"/>
                  </a:lnTo>
                  <a:lnTo>
                    <a:pt x="118503" y="285838"/>
                  </a:lnTo>
                  <a:lnTo>
                    <a:pt x="119938" y="285305"/>
                  </a:lnTo>
                  <a:lnTo>
                    <a:pt x="119646" y="287020"/>
                  </a:lnTo>
                  <a:lnTo>
                    <a:pt x="119811" y="290766"/>
                  </a:lnTo>
                  <a:lnTo>
                    <a:pt x="119989" y="294500"/>
                  </a:lnTo>
                  <a:lnTo>
                    <a:pt x="120802" y="297484"/>
                  </a:lnTo>
                  <a:lnTo>
                    <a:pt x="122478" y="297383"/>
                  </a:lnTo>
                  <a:lnTo>
                    <a:pt x="123024" y="294309"/>
                  </a:lnTo>
                  <a:lnTo>
                    <a:pt x="122682" y="286842"/>
                  </a:lnTo>
                  <a:lnTo>
                    <a:pt x="122224" y="285165"/>
                  </a:lnTo>
                  <a:lnTo>
                    <a:pt x="123698" y="285508"/>
                  </a:lnTo>
                  <a:lnTo>
                    <a:pt x="126911" y="285305"/>
                  </a:lnTo>
                  <a:lnTo>
                    <a:pt x="130111" y="285115"/>
                  </a:lnTo>
                  <a:lnTo>
                    <a:pt x="132676" y="284149"/>
                  </a:lnTo>
                  <a:lnTo>
                    <a:pt x="132588" y="282194"/>
                  </a:lnTo>
                  <a:lnTo>
                    <a:pt x="129946" y="281559"/>
                  </a:lnTo>
                  <a:lnTo>
                    <a:pt x="123532" y="281952"/>
                  </a:lnTo>
                  <a:lnTo>
                    <a:pt x="122021" y="282524"/>
                  </a:lnTo>
                  <a:lnTo>
                    <a:pt x="122326" y="280771"/>
                  </a:lnTo>
                  <a:lnTo>
                    <a:pt x="122161" y="277037"/>
                  </a:lnTo>
                  <a:lnTo>
                    <a:pt x="121996" y="273304"/>
                  </a:lnTo>
                  <a:lnTo>
                    <a:pt x="121170" y="270319"/>
                  </a:lnTo>
                  <a:lnTo>
                    <a:pt x="120789" y="270344"/>
                  </a:lnTo>
                  <a:lnTo>
                    <a:pt x="152565" y="233299"/>
                  </a:lnTo>
                  <a:lnTo>
                    <a:pt x="152146" y="235673"/>
                  </a:lnTo>
                  <a:lnTo>
                    <a:pt x="152488" y="243141"/>
                  </a:lnTo>
                  <a:lnTo>
                    <a:pt x="152946" y="244817"/>
                  </a:lnTo>
                  <a:lnTo>
                    <a:pt x="151549" y="244475"/>
                  </a:lnTo>
                  <a:lnTo>
                    <a:pt x="148336" y="244665"/>
                  </a:lnTo>
                  <a:lnTo>
                    <a:pt x="145135" y="244868"/>
                  </a:lnTo>
                  <a:lnTo>
                    <a:pt x="142570" y="245833"/>
                  </a:lnTo>
                  <a:lnTo>
                    <a:pt x="142659" y="247789"/>
                  </a:lnTo>
                  <a:lnTo>
                    <a:pt x="145300" y="248412"/>
                  </a:lnTo>
                  <a:lnTo>
                    <a:pt x="151714" y="248018"/>
                  </a:lnTo>
                  <a:lnTo>
                    <a:pt x="153136" y="247484"/>
                  </a:lnTo>
                  <a:lnTo>
                    <a:pt x="152844" y="249199"/>
                  </a:lnTo>
                  <a:lnTo>
                    <a:pt x="153009" y="252945"/>
                  </a:lnTo>
                  <a:lnTo>
                    <a:pt x="153187" y="256679"/>
                  </a:lnTo>
                  <a:lnTo>
                    <a:pt x="154012" y="259664"/>
                  </a:lnTo>
                  <a:lnTo>
                    <a:pt x="155689" y="259562"/>
                  </a:lnTo>
                  <a:lnTo>
                    <a:pt x="156235" y="256489"/>
                  </a:lnTo>
                  <a:lnTo>
                    <a:pt x="155879" y="249021"/>
                  </a:lnTo>
                  <a:lnTo>
                    <a:pt x="155409" y="247332"/>
                  </a:lnTo>
                  <a:lnTo>
                    <a:pt x="156908" y="247688"/>
                  </a:lnTo>
                  <a:lnTo>
                    <a:pt x="160108" y="247484"/>
                  </a:lnTo>
                  <a:lnTo>
                    <a:pt x="163309" y="247294"/>
                  </a:lnTo>
                  <a:lnTo>
                    <a:pt x="165874" y="246329"/>
                  </a:lnTo>
                  <a:lnTo>
                    <a:pt x="165849" y="245986"/>
                  </a:lnTo>
                  <a:lnTo>
                    <a:pt x="187198" y="270865"/>
                  </a:lnTo>
                  <a:lnTo>
                    <a:pt x="185585" y="270967"/>
                  </a:lnTo>
                  <a:lnTo>
                    <a:pt x="185039" y="274027"/>
                  </a:lnTo>
                  <a:lnTo>
                    <a:pt x="185381" y="281508"/>
                  </a:lnTo>
                  <a:lnTo>
                    <a:pt x="185826" y="283159"/>
                  </a:lnTo>
                  <a:lnTo>
                    <a:pt x="184429" y="282829"/>
                  </a:lnTo>
                  <a:lnTo>
                    <a:pt x="181229" y="283032"/>
                  </a:lnTo>
                  <a:lnTo>
                    <a:pt x="178015" y="283222"/>
                  </a:lnTo>
                  <a:lnTo>
                    <a:pt x="175450" y="284187"/>
                  </a:lnTo>
                  <a:lnTo>
                    <a:pt x="175552" y="286143"/>
                  </a:lnTo>
                  <a:lnTo>
                    <a:pt x="178193" y="286778"/>
                  </a:lnTo>
                  <a:lnTo>
                    <a:pt x="184594" y="286372"/>
                  </a:lnTo>
                  <a:lnTo>
                    <a:pt x="186029" y="285838"/>
                  </a:lnTo>
                  <a:lnTo>
                    <a:pt x="185737" y="287566"/>
                  </a:lnTo>
                  <a:lnTo>
                    <a:pt x="185902" y="291299"/>
                  </a:lnTo>
                  <a:lnTo>
                    <a:pt x="186067" y="295046"/>
                  </a:lnTo>
                  <a:lnTo>
                    <a:pt x="186893" y="298030"/>
                  </a:lnTo>
                  <a:lnTo>
                    <a:pt x="187426" y="298005"/>
                  </a:lnTo>
                  <a:lnTo>
                    <a:pt x="187426" y="271462"/>
                  </a:lnTo>
                  <a:lnTo>
                    <a:pt x="187286" y="270954"/>
                  </a:lnTo>
                  <a:lnTo>
                    <a:pt x="197053" y="282359"/>
                  </a:lnTo>
                  <a:lnTo>
                    <a:pt x="197053" y="271703"/>
                  </a:lnTo>
                  <a:lnTo>
                    <a:pt x="164147" y="233324"/>
                  </a:lnTo>
                  <a:lnTo>
                    <a:pt x="164147" y="243979"/>
                  </a:lnTo>
                  <a:lnTo>
                    <a:pt x="163144" y="243738"/>
                  </a:lnTo>
                  <a:lnTo>
                    <a:pt x="156743" y="244132"/>
                  </a:lnTo>
                  <a:lnTo>
                    <a:pt x="155232" y="244703"/>
                  </a:lnTo>
                  <a:lnTo>
                    <a:pt x="155536" y="242951"/>
                  </a:lnTo>
                  <a:lnTo>
                    <a:pt x="155359" y="239217"/>
                  </a:lnTo>
                  <a:lnTo>
                    <a:pt x="155194" y="235483"/>
                  </a:lnTo>
                  <a:lnTo>
                    <a:pt x="154381" y="232587"/>
                  </a:lnTo>
                  <a:lnTo>
                    <a:pt x="164147" y="243979"/>
                  </a:lnTo>
                  <a:lnTo>
                    <a:pt x="164147" y="233324"/>
                  </a:lnTo>
                  <a:lnTo>
                    <a:pt x="162915" y="231876"/>
                  </a:lnTo>
                  <a:lnTo>
                    <a:pt x="154317" y="221843"/>
                  </a:lnTo>
                  <a:lnTo>
                    <a:pt x="154317" y="232511"/>
                  </a:lnTo>
                  <a:lnTo>
                    <a:pt x="153187" y="232575"/>
                  </a:lnTo>
                  <a:lnTo>
                    <a:pt x="153784" y="231876"/>
                  </a:lnTo>
                  <a:lnTo>
                    <a:pt x="154317" y="232511"/>
                  </a:lnTo>
                  <a:lnTo>
                    <a:pt x="154317" y="221843"/>
                  </a:lnTo>
                  <a:lnTo>
                    <a:pt x="153784" y="221208"/>
                  </a:lnTo>
                  <a:lnTo>
                    <a:pt x="119735" y="260934"/>
                  </a:lnTo>
                  <a:lnTo>
                    <a:pt x="119735" y="282638"/>
                  </a:lnTo>
                  <a:lnTo>
                    <a:pt x="118338" y="282295"/>
                  </a:lnTo>
                  <a:lnTo>
                    <a:pt x="115138" y="282486"/>
                  </a:lnTo>
                  <a:lnTo>
                    <a:pt x="111937" y="282689"/>
                  </a:lnTo>
                  <a:lnTo>
                    <a:pt x="109448" y="283641"/>
                  </a:lnTo>
                  <a:lnTo>
                    <a:pt x="109448" y="285546"/>
                  </a:lnTo>
                  <a:lnTo>
                    <a:pt x="108610" y="284556"/>
                  </a:lnTo>
                  <a:lnTo>
                    <a:pt x="109372" y="283667"/>
                  </a:lnTo>
                  <a:lnTo>
                    <a:pt x="109448" y="285546"/>
                  </a:lnTo>
                  <a:lnTo>
                    <a:pt x="109448" y="283641"/>
                  </a:lnTo>
                  <a:lnTo>
                    <a:pt x="119164" y="272249"/>
                  </a:lnTo>
                  <a:lnTo>
                    <a:pt x="118948" y="273494"/>
                  </a:lnTo>
                  <a:lnTo>
                    <a:pt x="119291" y="280962"/>
                  </a:lnTo>
                  <a:lnTo>
                    <a:pt x="119735" y="282638"/>
                  </a:lnTo>
                  <a:lnTo>
                    <a:pt x="119735" y="260934"/>
                  </a:lnTo>
                  <a:lnTo>
                    <a:pt x="104038" y="279234"/>
                  </a:lnTo>
                  <a:lnTo>
                    <a:pt x="99466" y="273900"/>
                  </a:lnTo>
                  <a:lnTo>
                    <a:pt x="99466" y="284556"/>
                  </a:lnTo>
                  <a:lnTo>
                    <a:pt x="54305" y="337248"/>
                  </a:lnTo>
                  <a:lnTo>
                    <a:pt x="10045" y="285635"/>
                  </a:lnTo>
                  <a:lnTo>
                    <a:pt x="12623" y="286232"/>
                  </a:lnTo>
                  <a:lnTo>
                    <a:pt x="19037" y="285838"/>
                  </a:lnTo>
                  <a:lnTo>
                    <a:pt x="20459" y="285305"/>
                  </a:lnTo>
                  <a:lnTo>
                    <a:pt x="20167" y="287020"/>
                  </a:lnTo>
                  <a:lnTo>
                    <a:pt x="20332" y="290766"/>
                  </a:lnTo>
                  <a:lnTo>
                    <a:pt x="20497" y="294500"/>
                  </a:lnTo>
                  <a:lnTo>
                    <a:pt x="21323" y="297484"/>
                  </a:lnTo>
                  <a:lnTo>
                    <a:pt x="22999" y="297383"/>
                  </a:lnTo>
                  <a:lnTo>
                    <a:pt x="23545" y="294309"/>
                  </a:lnTo>
                  <a:lnTo>
                    <a:pt x="23202" y="286842"/>
                  </a:lnTo>
                  <a:lnTo>
                    <a:pt x="22745" y="285165"/>
                  </a:lnTo>
                  <a:lnTo>
                    <a:pt x="24231" y="285508"/>
                  </a:lnTo>
                  <a:lnTo>
                    <a:pt x="27432" y="285305"/>
                  </a:lnTo>
                  <a:lnTo>
                    <a:pt x="30632" y="285115"/>
                  </a:lnTo>
                  <a:lnTo>
                    <a:pt x="33197" y="284149"/>
                  </a:lnTo>
                  <a:lnTo>
                    <a:pt x="33108" y="282194"/>
                  </a:lnTo>
                  <a:lnTo>
                    <a:pt x="30467" y="281559"/>
                  </a:lnTo>
                  <a:lnTo>
                    <a:pt x="24053" y="281952"/>
                  </a:lnTo>
                  <a:lnTo>
                    <a:pt x="22542" y="282524"/>
                  </a:lnTo>
                  <a:lnTo>
                    <a:pt x="22847" y="280771"/>
                  </a:lnTo>
                  <a:lnTo>
                    <a:pt x="22682" y="277037"/>
                  </a:lnTo>
                  <a:lnTo>
                    <a:pt x="22517" y="273304"/>
                  </a:lnTo>
                  <a:lnTo>
                    <a:pt x="21691" y="270319"/>
                  </a:lnTo>
                  <a:lnTo>
                    <a:pt x="21310" y="270344"/>
                  </a:lnTo>
                  <a:lnTo>
                    <a:pt x="54305" y="231876"/>
                  </a:lnTo>
                  <a:lnTo>
                    <a:pt x="99466" y="284556"/>
                  </a:lnTo>
                  <a:lnTo>
                    <a:pt x="99466" y="273900"/>
                  </a:lnTo>
                  <a:lnTo>
                    <a:pt x="63449" y="231876"/>
                  </a:lnTo>
                  <a:lnTo>
                    <a:pt x="54305" y="221208"/>
                  </a:lnTo>
                  <a:lnTo>
                    <a:pt x="20256" y="260934"/>
                  </a:lnTo>
                  <a:lnTo>
                    <a:pt x="20256" y="282638"/>
                  </a:lnTo>
                  <a:lnTo>
                    <a:pt x="18859" y="282295"/>
                  </a:lnTo>
                  <a:lnTo>
                    <a:pt x="15659" y="282486"/>
                  </a:lnTo>
                  <a:lnTo>
                    <a:pt x="12458" y="282689"/>
                  </a:lnTo>
                  <a:lnTo>
                    <a:pt x="9969" y="283641"/>
                  </a:lnTo>
                  <a:lnTo>
                    <a:pt x="9969" y="285546"/>
                  </a:lnTo>
                  <a:lnTo>
                    <a:pt x="9131" y="284556"/>
                  </a:lnTo>
                  <a:lnTo>
                    <a:pt x="9893" y="283667"/>
                  </a:lnTo>
                  <a:lnTo>
                    <a:pt x="9969" y="285546"/>
                  </a:lnTo>
                  <a:lnTo>
                    <a:pt x="9969" y="283641"/>
                  </a:lnTo>
                  <a:lnTo>
                    <a:pt x="19685" y="272249"/>
                  </a:lnTo>
                  <a:lnTo>
                    <a:pt x="19469" y="273494"/>
                  </a:lnTo>
                  <a:lnTo>
                    <a:pt x="19812" y="280962"/>
                  </a:lnTo>
                  <a:lnTo>
                    <a:pt x="20256" y="282638"/>
                  </a:lnTo>
                  <a:lnTo>
                    <a:pt x="20256" y="260934"/>
                  </a:lnTo>
                  <a:lnTo>
                    <a:pt x="0" y="284556"/>
                  </a:lnTo>
                  <a:lnTo>
                    <a:pt x="54305" y="347916"/>
                  </a:lnTo>
                  <a:lnTo>
                    <a:pt x="63449" y="337248"/>
                  </a:lnTo>
                  <a:lnTo>
                    <a:pt x="104038" y="289890"/>
                  </a:lnTo>
                  <a:lnTo>
                    <a:pt x="153784" y="347916"/>
                  </a:lnTo>
                  <a:lnTo>
                    <a:pt x="162915" y="337248"/>
                  </a:lnTo>
                  <a:lnTo>
                    <a:pt x="204952" y="288213"/>
                  </a:lnTo>
                  <a:lnTo>
                    <a:pt x="256133" y="347916"/>
                  </a:lnTo>
                  <a:lnTo>
                    <a:pt x="265277" y="337248"/>
                  </a:lnTo>
                  <a:lnTo>
                    <a:pt x="310438" y="284556"/>
                  </a:lnTo>
                  <a:close/>
                </a:path>
                <a:path w="351790" h="347979">
                  <a:moveTo>
                    <a:pt x="318147" y="89662"/>
                  </a:moveTo>
                  <a:lnTo>
                    <a:pt x="318058" y="87706"/>
                  </a:lnTo>
                  <a:lnTo>
                    <a:pt x="315417" y="87071"/>
                  </a:lnTo>
                  <a:lnTo>
                    <a:pt x="309016" y="87477"/>
                  </a:lnTo>
                  <a:lnTo>
                    <a:pt x="307505" y="88049"/>
                  </a:lnTo>
                  <a:lnTo>
                    <a:pt x="307809" y="86296"/>
                  </a:lnTo>
                  <a:lnTo>
                    <a:pt x="307644" y="82550"/>
                  </a:lnTo>
                  <a:lnTo>
                    <a:pt x="307467" y="78816"/>
                  </a:lnTo>
                  <a:lnTo>
                    <a:pt x="306641" y="75831"/>
                  </a:lnTo>
                  <a:lnTo>
                    <a:pt x="304965" y="75933"/>
                  </a:lnTo>
                  <a:lnTo>
                    <a:pt x="304419" y="79006"/>
                  </a:lnTo>
                  <a:lnTo>
                    <a:pt x="304774" y="86474"/>
                  </a:lnTo>
                  <a:lnTo>
                    <a:pt x="305219" y="88150"/>
                  </a:lnTo>
                  <a:lnTo>
                    <a:pt x="303822" y="87807"/>
                  </a:lnTo>
                  <a:lnTo>
                    <a:pt x="300609" y="87998"/>
                  </a:lnTo>
                  <a:lnTo>
                    <a:pt x="297408" y="88201"/>
                  </a:lnTo>
                  <a:lnTo>
                    <a:pt x="294843" y="89166"/>
                  </a:lnTo>
                  <a:lnTo>
                    <a:pt x="294944" y="91122"/>
                  </a:lnTo>
                  <a:lnTo>
                    <a:pt x="297573" y="91744"/>
                  </a:lnTo>
                  <a:lnTo>
                    <a:pt x="303987" y="91351"/>
                  </a:lnTo>
                  <a:lnTo>
                    <a:pt x="305422" y="90817"/>
                  </a:lnTo>
                  <a:lnTo>
                    <a:pt x="305130" y="92532"/>
                  </a:lnTo>
                  <a:lnTo>
                    <a:pt x="305295" y="96278"/>
                  </a:lnTo>
                  <a:lnTo>
                    <a:pt x="305460" y="100012"/>
                  </a:lnTo>
                  <a:lnTo>
                    <a:pt x="306285" y="102997"/>
                  </a:lnTo>
                  <a:lnTo>
                    <a:pt x="307962" y="102895"/>
                  </a:lnTo>
                  <a:lnTo>
                    <a:pt x="308508" y="99822"/>
                  </a:lnTo>
                  <a:lnTo>
                    <a:pt x="308165" y="92354"/>
                  </a:lnTo>
                  <a:lnTo>
                    <a:pt x="307695" y="90678"/>
                  </a:lnTo>
                  <a:lnTo>
                    <a:pt x="309181" y="91020"/>
                  </a:lnTo>
                  <a:lnTo>
                    <a:pt x="312381" y="90817"/>
                  </a:lnTo>
                  <a:lnTo>
                    <a:pt x="315582" y="90627"/>
                  </a:lnTo>
                  <a:lnTo>
                    <a:pt x="318147" y="89662"/>
                  </a:lnTo>
                  <a:close/>
                </a:path>
                <a:path w="351790" h="347979">
                  <a:moveTo>
                    <a:pt x="318770" y="13830"/>
                  </a:moveTo>
                  <a:lnTo>
                    <a:pt x="318681" y="11874"/>
                  </a:lnTo>
                  <a:lnTo>
                    <a:pt x="316039" y="11252"/>
                  </a:lnTo>
                  <a:lnTo>
                    <a:pt x="309638" y="11645"/>
                  </a:lnTo>
                  <a:lnTo>
                    <a:pt x="308127" y="12217"/>
                  </a:lnTo>
                  <a:lnTo>
                    <a:pt x="308432" y="10464"/>
                  </a:lnTo>
                  <a:lnTo>
                    <a:pt x="308267" y="6731"/>
                  </a:lnTo>
                  <a:lnTo>
                    <a:pt x="308089" y="2984"/>
                  </a:lnTo>
                  <a:lnTo>
                    <a:pt x="307263" y="0"/>
                  </a:lnTo>
                  <a:lnTo>
                    <a:pt x="305587" y="114"/>
                  </a:lnTo>
                  <a:lnTo>
                    <a:pt x="305041" y="3175"/>
                  </a:lnTo>
                  <a:lnTo>
                    <a:pt x="305396" y="10655"/>
                  </a:lnTo>
                  <a:lnTo>
                    <a:pt x="305841" y="12319"/>
                  </a:lnTo>
                  <a:lnTo>
                    <a:pt x="304444" y="11976"/>
                  </a:lnTo>
                  <a:lnTo>
                    <a:pt x="301231" y="12179"/>
                  </a:lnTo>
                  <a:lnTo>
                    <a:pt x="298030" y="12369"/>
                  </a:lnTo>
                  <a:lnTo>
                    <a:pt x="295465" y="13335"/>
                  </a:lnTo>
                  <a:lnTo>
                    <a:pt x="295567" y="15290"/>
                  </a:lnTo>
                  <a:lnTo>
                    <a:pt x="298196" y="15925"/>
                  </a:lnTo>
                  <a:lnTo>
                    <a:pt x="304609" y="15532"/>
                  </a:lnTo>
                  <a:lnTo>
                    <a:pt x="306031" y="14998"/>
                  </a:lnTo>
                  <a:lnTo>
                    <a:pt x="305739" y="16713"/>
                  </a:lnTo>
                  <a:lnTo>
                    <a:pt x="305917" y="20447"/>
                  </a:lnTo>
                  <a:lnTo>
                    <a:pt x="306082" y="24193"/>
                  </a:lnTo>
                  <a:lnTo>
                    <a:pt x="306908" y="27178"/>
                  </a:lnTo>
                  <a:lnTo>
                    <a:pt x="308584" y="27063"/>
                  </a:lnTo>
                  <a:lnTo>
                    <a:pt x="309130" y="24003"/>
                  </a:lnTo>
                  <a:lnTo>
                    <a:pt x="308775" y="16522"/>
                  </a:lnTo>
                  <a:lnTo>
                    <a:pt x="308317" y="14846"/>
                  </a:lnTo>
                  <a:lnTo>
                    <a:pt x="309803" y="15201"/>
                  </a:lnTo>
                  <a:lnTo>
                    <a:pt x="313004" y="14998"/>
                  </a:lnTo>
                  <a:lnTo>
                    <a:pt x="316204" y="14795"/>
                  </a:lnTo>
                  <a:lnTo>
                    <a:pt x="318770" y="13830"/>
                  </a:lnTo>
                  <a:close/>
                </a:path>
                <a:path w="351790" h="347979">
                  <a:moveTo>
                    <a:pt x="351663" y="52197"/>
                  </a:moveTo>
                  <a:lnTo>
                    <a:pt x="351561" y="50241"/>
                  </a:lnTo>
                  <a:lnTo>
                    <a:pt x="348932" y="49606"/>
                  </a:lnTo>
                  <a:lnTo>
                    <a:pt x="342519" y="50012"/>
                  </a:lnTo>
                  <a:lnTo>
                    <a:pt x="341007" y="50584"/>
                  </a:lnTo>
                  <a:lnTo>
                    <a:pt x="341312" y="48818"/>
                  </a:lnTo>
                  <a:lnTo>
                    <a:pt x="341147" y="45085"/>
                  </a:lnTo>
                  <a:lnTo>
                    <a:pt x="340982" y="41351"/>
                  </a:lnTo>
                  <a:lnTo>
                    <a:pt x="340156" y="38366"/>
                  </a:lnTo>
                  <a:lnTo>
                    <a:pt x="338480" y="38468"/>
                  </a:lnTo>
                  <a:lnTo>
                    <a:pt x="337934" y="41541"/>
                  </a:lnTo>
                  <a:lnTo>
                    <a:pt x="338277" y="49009"/>
                  </a:lnTo>
                  <a:lnTo>
                    <a:pt x="338721" y="50685"/>
                  </a:lnTo>
                  <a:lnTo>
                    <a:pt x="337324" y="50342"/>
                  </a:lnTo>
                  <a:lnTo>
                    <a:pt x="334124" y="50533"/>
                  </a:lnTo>
                  <a:lnTo>
                    <a:pt x="330923" y="50736"/>
                  </a:lnTo>
                  <a:lnTo>
                    <a:pt x="328358" y="51701"/>
                  </a:lnTo>
                  <a:lnTo>
                    <a:pt x="328447" y="53657"/>
                  </a:lnTo>
                  <a:lnTo>
                    <a:pt x="331089" y="54279"/>
                  </a:lnTo>
                  <a:lnTo>
                    <a:pt x="337489" y="53886"/>
                  </a:lnTo>
                  <a:lnTo>
                    <a:pt x="338924" y="53352"/>
                  </a:lnTo>
                  <a:lnTo>
                    <a:pt x="338632" y="55067"/>
                  </a:lnTo>
                  <a:lnTo>
                    <a:pt x="338797" y="58813"/>
                  </a:lnTo>
                  <a:lnTo>
                    <a:pt x="338963" y="62547"/>
                  </a:lnTo>
                  <a:lnTo>
                    <a:pt x="339788" y="65532"/>
                  </a:lnTo>
                  <a:lnTo>
                    <a:pt x="341464" y="65430"/>
                  </a:lnTo>
                  <a:lnTo>
                    <a:pt x="342011" y="62357"/>
                  </a:lnTo>
                  <a:lnTo>
                    <a:pt x="341668" y="54889"/>
                  </a:lnTo>
                  <a:lnTo>
                    <a:pt x="341210" y="53213"/>
                  </a:lnTo>
                  <a:lnTo>
                    <a:pt x="342684" y="53555"/>
                  </a:lnTo>
                  <a:lnTo>
                    <a:pt x="345897" y="53352"/>
                  </a:lnTo>
                  <a:lnTo>
                    <a:pt x="349097" y="53162"/>
                  </a:lnTo>
                  <a:lnTo>
                    <a:pt x="351663" y="5219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4" name="object 2034" descr=""/>
            <p:cNvSpPr/>
            <p:nvPr/>
          </p:nvSpPr>
          <p:spPr>
            <a:xfrm>
              <a:off x="7831595" y="6114611"/>
              <a:ext cx="318770" cy="359410"/>
            </a:xfrm>
            <a:custGeom>
              <a:avLst/>
              <a:gdLst/>
              <a:ahLst/>
              <a:cxnLst/>
              <a:rect l="l" t="t" r="r" b="b"/>
              <a:pathLst>
                <a:path w="318770" h="359410">
                  <a:moveTo>
                    <a:pt x="23304" y="178092"/>
                  </a:moveTo>
                  <a:lnTo>
                    <a:pt x="23215" y="176136"/>
                  </a:lnTo>
                  <a:lnTo>
                    <a:pt x="20574" y="175514"/>
                  </a:lnTo>
                  <a:lnTo>
                    <a:pt x="14173" y="175907"/>
                  </a:lnTo>
                  <a:lnTo>
                    <a:pt x="12661" y="176479"/>
                  </a:lnTo>
                  <a:lnTo>
                    <a:pt x="12966" y="174726"/>
                  </a:lnTo>
                  <a:lnTo>
                    <a:pt x="12801" y="170992"/>
                  </a:lnTo>
                  <a:lnTo>
                    <a:pt x="12623" y="167246"/>
                  </a:lnTo>
                  <a:lnTo>
                    <a:pt x="11798" y="164261"/>
                  </a:lnTo>
                  <a:lnTo>
                    <a:pt x="10121" y="164376"/>
                  </a:lnTo>
                  <a:lnTo>
                    <a:pt x="9575" y="167436"/>
                  </a:lnTo>
                  <a:lnTo>
                    <a:pt x="9931" y="174917"/>
                  </a:lnTo>
                  <a:lnTo>
                    <a:pt x="10375" y="176568"/>
                  </a:lnTo>
                  <a:lnTo>
                    <a:pt x="8978" y="176237"/>
                  </a:lnTo>
                  <a:lnTo>
                    <a:pt x="5765" y="176441"/>
                  </a:lnTo>
                  <a:lnTo>
                    <a:pt x="2565" y="176631"/>
                  </a:lnTo>
                  <a:lnTo>
                    <a:pt x="0" y="177596"/>
                  </a:lnTo>
                  <a:lnTo>
                    <a:pt x="101" y="179552"/>
                  </a:lnTo>
                  <a:lnTo>
                    <a:pt x="2730" y="180187"/>
                  </a:lnTo>
                  <a:lnTo>
                    <a:pt x="9144" y="179781"/>
                  </a:lnTo>
                  <a:lnTo>
                    <a:pt x="10579" y="179247"/>
                  </a:lnTo>
                  <a:lnTo>
                    <a:pt x="10274" y="180975"/>
                  </a:lnTo>
                  <a:lnTo>
                    <a:pt x="10452" y="184708"/>
                  </a:lnTo>
                  <a:lnTo>
                    <a:pt x="10617" y="188455"/>
                  </a:lnTo>
                  <a:lnTo>
                    <a:pt x="11442" y="191439"/>
                  </a:lnTo>
                  <a:lnTo>
                    <a:pt x="13119" y="191325"/>
                  </a:lnTo>
                  <a:lnTo>
                    <a:pt x="13665" y="188264"/>
                  </a:lnTo>
                  <a:lnTo>
                    <a:pt x="13322" y="180784"/>
                  </a:lnTo>
                  <a:lnTo>
                    <a:pt x="12852" y="179108"/>
                  </a:lnTo>
                  <a:lnTo>
                    <a:pt x="14338" y="179451"/>
                  </a:lnTo>
                  <a:lnTo>
                    <a:pt x="17538" y="179260"/>
                  </a:lnTo>
                  <a:lnTo>
                    <a:pt x="20739" y="179057"/>
                  </a:lnTo>
                  <a:lnTo>
                    <a:pt x="23304" y="178092"/>
                  </a:lnTo>
                  <a:close/>
                </a:path>
                <a:path w="318770" h="359410">
                  <a:moveTo>
                    <a:pt x="23926" y="102273"/>
                  </a:moveTo>
                  <a:lnTo>
                    <a:pt x="23837" y="100317"/>
                  </a:lnTo>
                  <a:lnTo>
                    <a:pt x="21196" y="99682"/>
                  </a:lnTo>
                  <a:lnTo>
                    <a:pt x="14795" y="100076"/>
                  </a:lnTo>
                  <a:lnTo>
                    <a:pt x="13284" y="100647"/>
                  </a:lnTo>
                  <a:lnTo>
                    <a:pt x="13589" y="98894"/>
                  </a:lnTo>
                  <a:lnTo>
                    <a:pt x="13423" y="95161"/>
                  </a:lnTo>
                  <a:lnTo>
                    <a:pt x="13246" y="91427"/>
                  </a:lnTo>
                  <a:lnTo>
                    <a:pt x="12420" y="88442"/>
                  </a:lnTo>
                  <a:lnTo>
                    <a:pt x="10744" y="88544"/>
                  </a:lnTo>
                  <a:lnTo>
                    <a:pt x="10198" y="91617"/>
                  </a:lnTo>
                  <a:lnTo>
                    <a:pt x="10553" y="99085"/>
                  </a:lnTo>
                  <a:lnTo>
                    <a:pt x="10998" y="100761"/>
                  </a:lnTo>
                  <a:lnTo>
                    <a:pt x="9601" y="100418"/>
                  </a:lnTo>
                  <a:lnTo>
                    <a:pt x="6388" y="100609"/>
                  </a:lnTo>
                  <a:lnTo>
                    <a:pt x="3187" y="100812"/>
                  </a:lnTo>
                  <a:lnTo>
                    <a:pt x="622" y="101777"/>
                  </a:lnTo>
                  <a:lnTo>
                    <a:pt x="723" y="103733"/>
                  </a:lnTo>
                  <a:lnTo>
                    <a:pt x="3352" y="104355"/>
                  </a:lnTo>
                  <a:lnTo>
                    <a:pt x="9766" y="103962"/>
                  </a:lnTo>
                  <a:lnTo>
                    <a:pt x="11188" y="103428"/>
                  </a:lnTo>
                  <a:lnTo>
                    <a:pt x="10896" y="105143"/>
                  </a:lnTo>
                  <a:lnTo>
                    <a:pt x="11074" y="108889"/>
                  </a:lnTo>
                  <a:lnTo>
                    <a:pt x="11239" y="112623"/>
                  </a:lnTo>
                  <a:lnTo>
                    <a:pt x="12065" y="115608"/>
                  </a:lnTo>
                  <a:lnTo>
                    <a:pt x="13741" y="115506"/>
                  </a:lnTo>
                  <a:lnTo>
                    <a:pt x="14287" y="112433"/>
                  </a:lnTo>
                  <a:lnTo>
                    <a:pt x="13931" y="104965"/>
                  </a:lnTo>
                  <a:lnTo>
                    <a:pt x="13462" y="103276"/>
                  </a:lnTo>
                  <a:lnTo>
                    <a:pt x="14960" y="103632"/>
                  </a:lnTo>
                  <a:lnTo>
                    <a:pt x="18161" y="103428"/>
                  </a:lnTo>
                  <a:lnTo>
                    <a:pt x="21361" y="103238"/>
                  </a:lnTo>
                  <a:lnTo>
                    <a:pt x="23926" y="102273"/>
                  </a:lnTo>
                  <a:close/>
                </a:path>
                <a:path w="318770" h="359410">
                  <a:moveTo>
                    <a:pt x="56819" y="140627"/>
                  </a:moveTo>
                  <a:lnTo>
                    <a:pt x="56718" y="138671"/>
                  </a:lnTo>
                  <a:lnTo>
                    <a:pt x="54089" y="138049"/>
                  </a:lnTo>
                  <a:lnTo>
                    <a:pt x="47675" y="138442"/>
                  </a:lnTo>
                  <a:lnTo>
                    <a:pt x="46164" y="139014"/>
                  </a:lnTo>
                  <a:lnTo>
                    <a:pt x="46469" y="137261"/>
                  </a:lnTo>
                  <a:lnTo>
                    <a:pt x="46304" y="133527"/>
                  </a:lnTo>
                  <a:lnTo>
                    <a:pt x="46139" y="129781"/>
                  </a:lnTo>
                  <a:lnTo>
                    <a:pt x="45313" y="126796"/>
                  </a:lnTo>
                  <a:lnTo>
                    <a:pt x="43637" y="126911"/>
                  </a:lnTo>
                  <a:lnTo>
                    <a:pt x="43091" y="129971"/>
                  </a:lnTo>
                  <a:lnTo>
                    <a:pt x="43434" y="137452"/>
                  </a:lnTo>
                  <a:lnTo>
                    <a:pt x="43878" y="139103"/>
                  </a:lnTo>
                  <a:lnTo>
                    <a:pt x="42481" y="138772"/>
                  </a:lnTo>
                  <a:lnTo>
                    <a:pt x="39281" y="138976"/>
                  </a:lnTo>
                  <a:lnTo>
                    <a:pt x="36080" y="139166"/>
                  </a:lnTo>
                  <a:lnTo>
                    <a:pt x="33515" y="140131"/>
                  </a:lnTo>
                  <a:lnTo>
                    <a:pt x="33604" y="142087"/>
                  </a:lnTo>
                  <a:lnTo>
                    <a:pt x="36245" y="142722"/>
                  </a:lnTo>
                  <a:lnTo>
                    <a:pt x="42646" y="142316"/>
                  </a:lnTo>
                  <a:lnTo>
                    <a:pt x="44081" y="141782"/>
                  </a:lnTo>
                  <a:lnTo>
                    <a:pt x="43789" y="143510"/>
                  </a:lnTo>
                  <a:lnTo>
                    <a:pt x="43954" y="147243"/>
                  </a:lnTo>
                  <a:lnTo>
                    <a:pt x="44119" y="150990"/>
                  </a:lnTo>
                  <a:lnTo>
                    <a:pt x="44945" y="153974"/>
                  </a:lnTo>
                  <a:lnTo>
                    <a:pt x="46621" y="153860"/>
                  </a:lnTo>
                  <a:lnTo>
                    <a:pt x="47167" y="150799"/>
                  </a:lnTo>
                  <a:lnTo>
                    <a:pt x="46824" y="143319"/>
                  </a:lnTo>
                  <a:lnTo>
                    <a:pt x="46367" y="141643"/>
                  </a:lnTo>
                  <a:lnTo>
                    <a:pt x="47840" y="141986"/>
                  </a:lnTo>
                  <a:lnTo>
                    <a:pt x="51054" y="141795"/>
                  </a:lnTo>
                  <a:lnTo>
                    <a:pt x="54254" y="141592"/>
                  </a:lnTo>
                  <a:lnTo>
                    <a:pt x="56819" y="140627"/>
                  </a:lnTo>
                  <a:close/>
                </a:path>
                <a:path w="318770" h="359410">
                  <a:moveTo>
                    <a:pt x="116446" y="218668"/>
                  </a:moveTo>
                  <a:lnTo>
                    <a:pt x="107302" y="208013"/>
                  </a:lnTo>
                  <a:lnTo>
                    <a:pt x="107302" y="218668"/>
                  </a:lnTo>
                  <a:lnTo>
                    <a:pt x="97205" y="230454"/>
                  </a:lnTo>
                  <a:lnTo>
                    <a:pt x="97472" y="228968"/>
                  </a:lnTo>
                  <a:lnTo>
                    <a:pt x="97129" y="221488"/>
                  </a:lnTo>
                  <a:lnTo>
                    <a:pt x="96659" y="219824"/>
                  </a:lnTo>
                  <a:lnTo>
                    <a:pt x="98145" y="220167"/>
                  </a:lnTo>
                  <a:lnTo>
                    <a:pt x="101346" y="219964"/>
                  </a:lnTo>
                  <a:lnTo>
                    <a:pt x="104559" y="219760"/>
                  </a:lnTo>
                  <a:lnTo>
                    <a:pt x="107124" y="218795"/>
                  </a:lnTo>
                  <a:lnTo>
                    <a:pt x="107099" y="218440"/>
                  </a:lnTo>
                  <a:lnTo>
                    <a:pt x="107302" y="218668"/>
                  </a:lnTo>
                  <a:lnTo>
                    <a:pt x="107302" y="208013"/>
                  </a:lnTo>
                  <a:lnTo>
                    <a:pt x="105397" y="205790"/>
                  </a:lnTo>
                  <a:lnTo>
                    <a:pt x="105397" y="216471"/>
                  </a:lnTo>
                  <a:lnTo>
                    <a:pt x="104381" y="216217"/>
                  </a:lnTo>
                  <a:lnTo>
                    <a:pt x="97980" y="216611"/>
                  </a:lnTo>
                  <a:lnTo>
                    <a:pt x="96469" y="217182"/>
                  </a:lnTo>
                  <a:lnTo>
                    <a:pt x="96774" y="215430"/>
                  </a:lnTo>
                  <a:lnTo>
                    <a:pt x="96608" y="211696"/>
                  </a:lnTo>
                  <a:lnTo>
                    <a:pt x="96431" y="207949"/>
                  </a:lnTo>
                  <a:lnTo>
                    <a:pt x="95783" y="205651"/>
                  </a:lnTo>
                  <a:lnTo>
                    <a:pt x="95783" y="232117"/>
                  </a:lnTo>
                  <a:lnTo>
                    <a:pt x="62141" y="271360"/>
                  </a:lnTo>
                  <a:lnTo>
                    <a:pt x="50457" y="257746"/>
                  </a:lnTo>
                  <a:lnTo>
                    <a:pt x="53035" y="258356"/>
                  </a:lnTo>
                  <a:lnTo>
                    <a:pt x="59448" y="257962"/>
                  </a:lnTo>
                  <a:lnTo>
                    <a:pt x="60871" y="257429"/>
                  </a:lnTo>
                  <a:lnTo>
                    <a:pt x="60579" y="259143"/>
                  </a:lnTo>
                  <a:lnTo>
                    <a:pt x="60744" y="262877"/>
                  </a:lnTo>
                  <a:lnTo>
                    <a:pt x="60909" y="266623"/>
                  </a:lnTo>
                  <a:lnTo>
                    <a:pt x="61747" y="269608"/>
                  </a:lnTo>
                  <a:lnTo>
                    <a:pt x="63411" y="269494"/>
                  </a:lnTo>
                  <a:lnTo>
                    <a:pt x="63957" y="266433"/>
                  </a:lnTo>
                  <a:lnTo>
                    <a:pt x="63614" y="258953"/>
                  </a:lnTo>
                  <a:lnTo>
                    <a:pt x="63157" y="257276"/>
                  </a:lnTo>
                  <a:lnTo>
                    <a:pt x="64643" y="257632"/>
                  </a:lnTo>
                  <a:lnTo>
                    <a:pt x="67843" y="257429"/>
                  </a:lnTo>
                  <a:lnTo>
                    <a:pt x="71043" y="257225"/>
                  </a:lnTo>
                  <a:lnTo>
                    <a:pt x="73609" y="256260"/>
                  </a:lnTo>
                  <a:lnTo>
                    <a:pt x="73520" y="254304"/>
                  </a:lnTo>
                  <a:lnTo>
                    <a:pt x="70878" y="253682"/>
                  </a:lnTo>
                  <a:lnTo>
                    <a:pt x="64465" y="254076"/>
                  </a:lnTo>
                  <a:lnTo>
                    <a:pt x="62953" y="254647"/>
                  </a:lnTo>
                  <a:lnTo>
                    <a:pt x="63258" y="252895"/>
                  </a:lnTo>
                  <a:lnTo>
                    <a:pt x="63093" y="249161"/>
                  </a:lnTo>
                  <a:lnTo>
                    <a:pt x="62928" y="245414"/>
                  </a:lnTo>
                  <a:lnTo>
                    <a:pt x="62103" y="242430"/>
                  </a:lnTo>
                  <a:lnTo>
                    <a:pt x="60426" y="242544"/>
                  </a:lnTo>
                  <a:lnTo>
                    <a:pt x="59880" y="245605"/>
                  </a:lnTo>
                  <a:lnTo>
                    <a:pt x="60223" y="253085"/>
                  </a:lnTo>
                  <a:lnTo>
                    <a:pt x="60667" y="254749"/>
                  </a:lnTo>
                  <a:lnTo>
                    <a:pt x="59270" y="254406"/>
                  </a:lnTo>
                  <a:lnTo>
                    <a:pt x="56070" y="254609"/>
                  </a:lnTo>
                  <a:lnTo>
                    <a:pt x="52870" y="254800"/>
                  </a:lnTo>
                  <a:lnTo>
                    <a:pt x="50304" y="255765"/>
                  </a:lnTo>
                  <a:lnTo>
                    <a:pt x="50380" y="257670"/>
                  </a:lnTo>
                  <a:lnTo>
                    <a:pt x="17881" y="219748"/>
                  </a:lnTo>
                  <a:lnTo>
                    <a:pt x="20459" y="220345"/>
                  </a:lnTo>
                  <a:lnTo>
                    <a:pt x="26860" y="219951"/>
                  </a:lnTo>
                  <a:lnTo>
                    <a:pt x="28295" y="219417"/>
                  </a:lnTo>
                  <a:lnTo>
                    <a:pt x="28003" y="221145"/>
                  </a:lnTo>
                  <a:lnTo>
                    <a:pt x="28168" y="224878"/>
                  </a:lnTo>
                  <a:lnTo>
                    <a:pt x="28346" y="228612"/>
                  </a:lnTo>
                  <a:lnTo>
                    <a:pt x="29159" y="231597"/>
                  </a:lnTo>
                  <a:lnTo>
                    <a:pt x="30835" y="231495"/>
                  </a:lnTo>
                  <a:lnTo>
                    <a:pt x="31381" y="228422"/>
                  </a:lnTo>
                  <a:lnTo>
                    <a:pt x="31038" y="220954"/>
                  </a:lnTo>
                  <a:lnTo>
                    <a:pt x="30568" y="219278"/>
                  </a:lnTo>
                  <a:lnTo>
                    <a:pt x="32054" y="219621"/>
                  </a:lnTo>
                  <a:lnTo>
                    <a:pt x="35255" y="219417"/>
                  </a:lnTo>
                  <a:lnTo>
                    <a:pt x="38468" y="219227"/>
                  </a:lnTo>
                  <a:lnTo>
                    <a:pt x="41033" y="218262"/>
                  </a:lnTo>
                  <a:lnTo>
                    <a:pt x="40932" y="216306"/>
                  </a:lnTo>
                  <a:lnTo>
                    <a:pt x="38303" y="215671"/>
                  </a:lnTo>
                  <a:lnTo>
                    <a:pt x="31889" y="216077"/>
                  </a:lnTo>
                  <a:lnTo>
                    <a:pt x="30378" y="216649"/>
                  </a:lnTo>
                  <a:lnTo>
                    <a:pt x="30683" y="214896"/>
                  </a:lnTo>
                  <a:lnTo>
                    <a:pt x="30518" y="211150"/>
                  </a:lnTo>
                  <a:lnTo>
                    <a:pt x="30353" y="207416"/>
                  </a:lnTo>
                  <a:lnTo>
                    <a:pt x="29514" y="204431"/>
                  </a:lnTo>
                  <a:lnTo>
                    <a:pt x="29146" y="204457"/>
                  </a:lnTo>
                  <a:lnTo>
                    <a:pt x="60921" y="167411"/>
                  </a:lnTo>
                  <a:lnTo>
                    <a:pt x="60502" y="169786"/>
                  </a:lnTo>
                  <a:lnTo>
                    <a:pt x="60845" y="177253"/>
                  </a:lnTo>
                  <a:lnTo>
                    <a:pt x="61302" y="178930"/>
                  </a:lnTo>
                  <a:lnTo>
                    <a:pt x="59893" y="178587"/>
                  </a:lnTo>
                  <a:lnTo>
                    <a:pt x="56692" y="178777"/>
                  </a:lnTo>
                  <a:lnTo>
                    <a:pt x="53492" y="178981"/>
                  </a:lnTo>
                  <a:lnTo>
                    <a:pt x="50927" y="179946"/>
                  </a:lnTo>
                  <a:lnTo>
                    <a:pt x="51015" y="181902"/>
                  </a:lnTo>
                  <a:lnTo>
                    <a:pt x="53657" y="182524"/>
                  </a:lnTo>
                  <a:lnTo>
                    <a:pt x="60058" y="182130"/>
                  </a:lnTo>
                  <a:lnTo>
                    <a:pt x="61493" y="181597"/>
                  </a:lnTo>
                  <a:lnTo>
                    <a:pt x="61201" y="183324"/>
                  </a:lnTo>
                  <a:lnTo>
                    <a:pt x="61366" y="187058"/>
                  </a:lnTo>
                  <a:lnTo>
                    <a:pt x="61531" y="190792"/>
                  </a:lnTo>
                  <a:lnTo>
                    <a:pt x="62369" y="193776"/>
                  </a:lnTo>
                  <a:lnTo>
                    <a:pt x="64033" y="193675"/>
                  </a:lnTo>
                  <a:lnTo>
                    <a:pt x="64579" y="190601"/>
                  </a:lnTo>
                  <a:lnTo>
                    <a:pt x="64236" y="183134"/>
                  </a:lnTo>
                  <a:lnTo>
                    <a:pt x="63779" y="181457"/>
                  </a:lnTo>
                  <a:lnTo>
                    <a:pt x="65265" y="181800"/>
                  </a:lnTo>
                  <a:lnTo>
                    <a:pt x="68465" y="181597"/>
                  </a:lnTo>
                  <a:lnTo>
                    <a:pt x="71666" y="181406"/>
                  </a:lnTo>
                  <a:lnTo>
                    <a:pt x="74231" y="180441"/>
                  </a:lnTo>
                  <a:lnTo>
                    <a:pt x="74206" y="180098"/>
                  </a:lnTo>
                  <a:lnTo>
                    <a:pt x="95554" y="204978"/>
                  </a:lnTo>
                  <a:lnTo>
                    <a:pt x="93929" y="205079"/>
                  </a:lnTo>
                  <a:lnTo>
                    <a:pt x="93383" y="208140"/>
                  </a:lnTo>
                  <a:lnTo>
                    <a:pt x="93738" y="215620"/>
                  </a:lnTo>
                  <a:lnTo>
                    <a:pt x="94183" y="217284"/>
                  </a:lnTo>
                  <a:lnTo>
                    <a:pt x="92786" y="216941"/>
                  </a:lnTo>
                  <a:lnTo>
                    <a:pt x="89573" y="217144"/>
                  </a:lnTo>
                  <a:lnTo>
                    <a:pt x="86372" y="217335"/>
                  </a:lnTo>
                  <a:lnTo>
                    <a:pt x="83807" y="218300"/>
                  </a:lnTo>
                  <a:lnTo>
                    <a:pt x="83908" y="220256"/>
                  </a:lnTo>
                  <a:lnTo>
                    <a:pt x="86537" y="220891"/>
                  </a:lnTo>
                  <a:lnTo>
                    <a:pt x="92951" y="220497"/>
                  </a:lnTo>
                  <a:lnTo>
                    <a:pt x="94386" y="219964"/>
                  </a:lnTo>
                  <a:lnTo>
                    <a:pt x="94081" y="221678"/>
                  </a:lnTo>
                  <a:lnTo>
                    <a:pt x="94259" y="225412"/>
                  </a:lnTo>
                  <a:lnTo>
                    <a:pt x="94424" y="229158"/>
                  </a:lnTo>
                  <a:lnTo>
                    <a:pt x="95250" y="232143"/>
                  </a:lnTo>
                  <a:lnTo>
                    <a:pt x="95783" y="232117"/>
                  </a:lnTo>
                  <a:lnTo>
                    <a:pt x="95783" y="205651"/>
                  </a:lnTo>
                  <a:lnTo>
                    <a:pt x="95618" y="205054"/>
                  </a:lnTo>
                  <a:lnTo>
                    <a:pt x="105397" y="216471"/>
                  </a:lnTo>
                  <a:lnTo>
                    <a:pt x="105397" y="205790"/>
                  </a:lnTo>
                  <a:lnTo>
                    <a:pt x="72504" y="167436"/>
                  </a:lnTo>
                  <a:lnTo>
                    <a:pt x="72504" y="178092"/>
                  </a:lnTo>
                  <a:lnTo>
                    <a:pt x="71501" y="177850"/>
                  </a:lnTo>
                  <a:lnTo>
                    <a:pt x="65087" y="178257"/>
                  </a:lnTo>
                  <a:lnTo>
                    <a:pt x="63576" y="178828"/>
                  </a:lnTo>
                  <a:lnTo>
                    <a:pt x="63881" y="177076"/>
                  </a:lnTo>
                  <a:lnTo>
                    <a:pt x="63715" y="173329"/>
                  </a:lnTo>
                  <a:lnTo>
                    <a:pt x="63550" y="169595"/>
                  </a:lnTo>
                  <a:lnTo>
                    <a:pt x="62738" y="166700"/>
                  </a:lnTo>
                  <a:lnTo>
                    <a:pt x="72504" y="178092"/>
                  </a:lnTo>
                  <a:lnTo>
                    <a:pt x="72504" y="167436"/>
                  </a:lnTo>
                  <a:lnTo>
                    <a:pt x="71272" y="165989"/>
                  </a:lnTo>
                  <a:lnTo>
                    <a:pt x="62674" y="155956"/>
                  </a:lnTo>
                  <a:lnTo>
                    <a:pt x="62674" y="166624"/>
                  </a:lnTo>
                  <a:lnTo>
                    <a:pt x="61544" y="166687"/>
                  </a:lnTo>
                  <a:lnTo>
                    <a:pt x="62141" y="165989"/>
                  </a:lnTo>
                  <a:lnTo>
                    <a:pt x="62674" y="166624"/>
                  </a:lnTo>
                  <a:lnTo>
                    <a:pt x="62674" y="155956"/>
                  </a:lnTo>
                  <a:lnTo>
                    <a:pt x="62141" y="155321"/>
                  </a:lnTo>
                  <a:lnTo>
                    <a:pt x="28092" y="195033"/>
                  </a:lnTo>
                  <a:lnTo>
                    <a:pt x="28092" y="216750"/>
                  </a:lnTo>
                  <a:lnTo>
                    <a:pt x="26695" y="216408"/>
                  </a:lnTo>
                  <a:lnTo>
                    <a:pt x="23495" y="216598"/>
                  </a:lnTo>
                  <a:lnTo>
                    <a:pt x="20281" y="216801"/>
                  </a:lnTo>
                  <a:lnTo>
                    <a:pt x="17805" y="217741"/>
                  </a:lnTo>
                  <a:lnTo>
                    <a:pt x="17805" y="219659"/>
                  </a:lnTo>
                  <a:lnTo>
                    <a:pt x="16967" y="218668"/>
                  </a:lnTo>
                  <a:lnTo>
                    <a:pt x="17716" y="217805"/>
                  </a:lnTo>
                  <a:lnTo>
                    <a:pt x="17805" y="219659"/>
                  </a:lnTo>
                  <a:lnTo>
                    <a:pt x="17805" y="217741"/>
                  </a:lnTo>
                  <a:lnTo>
                    <a:pt x="27520" y="206362"/>
                  </a:lnTo>
                  <a:lnTo>
                    <a:pt x="27305" y="207606"/>
                  </a:lnTo>
                  <a:lnTo>
                    <a:pt x="27647" y="215074"/>
                  </a:lnTo>
                  <a:lnTo>
                    <a:pt x="28092" y="216750"/>
                  </a:lnTo>
                  <a:lnTo>
                    <a:pt x="28092" y="195033"/>
                  </a:lnTo>
                  <a:lnTo>
                    <a:pt x="7823" y="218668"/>
                  </a:lnTo>
                  <a:lnTo>
                    <a:pt x="62141" y="282028"/>
                  </a:lnTo>
                  <a:lnTo>
                    <a:pt x="71272" y="271360"/>
                  </a:lnTo>
                  <a:lnTo>
                    <a:pt x="116446" y="218668"/>
                  </a:lnTo>
                  <a:close/>
                </a:path>
                <a:path w="318770" h="359410">
                  <a:moveTo>
                    <a:pt x="165620" y="295833"/>
                  </a:moveTo>
                  <a:lnTo>
                    <a:pt x="156489" y="285191"/>
                  </a:lnTo>
                  <a:lnTo>
                    <a:pt x="156489" y="295833"/>
                  </a:lnTo>
                  <a:lnTo>
                    <a:pt x="111315" y="348526"/>
                  </a:lnTo>
                  <a:lnTo>
                    <a:pt x="99631" y="334911"/>
                  </a:lnTo>
                  <a:lnTo>
                    <a:pt x="102209" y="335521"/>
                  </a:lnTo>
                  <a:lnTo>
                    <a:pt x="108623" y="335114"/>
                  </a:lnTo>
                  <a:lnTo>
                    <a:pt x="110045" y="334581"/>
                  </a:lnTo>
                  <a:lnTo>
                    <a:pt x="109753" y="336308"/>
                  </a:lnTo>
                  <a:lnTo>
                    <a:pt x="109931" y="340042"/>
                  </a:lnTo>
                  <a:lnTo>
                    <a:pt x="110096" y="343776"/>
                  </a:lnTo>
                  <a:lnTo>
                    <a:pt x="110921" y="346760"/>
                  </a:lnTo>
                  <a:lnTo>
                    <a:pt x="112598" y="346659"/>
                  </a:lnTo>
                  <a:lnTo>
                    <a:pt x="113144" y="343598"/>
                  </a:lnTo>
                  <a:lnTo>
                    <a:pt x="112788" y="336118"/>
                  </a:lnTo>
                  <a:lnTo>
                    <a:pt x="111975" y="333121"/>
                  </a:lnTo>
                  <a:lnTo>
                    <a:pt x="112445" y="330060"/>
                  </a:lnTo>
                  <a:lnTo>
                    <a:pt x="112268" y="326313"/>
                  </a:lnTo>
                  <a:lnTo>
                    <a:pt x="112102" y="322580"/>
                  </a:lnTo>
                  <a:lnTo>
                    <a:pt x="111277" y="319595"/>
                  </a:lnTo>
                  <a:lnTo>
                    <a:pt x="109601" y="319697"/>
                  </a:lnTo>
                  <a:lnTo>
                    <a:pt x="109054" y="322770"/>
                  </a:lnTo>
                  <a:lnTo>
                    <a:pt x="109410" y="330250"/>
                  </a:lnTo>
                  <a:lnTo>
                    <a:pt x="109855" y="331914"/>
                  </a:lnTo>
                  <a:lnTo>
                    <a:pt x="108458" y="331571"/>
                  </a:lnTo>
                  <a:lnTo>
                    <a:pt x="105244" y="331762"/>
                  </a:lnTo>
                  <a:lnTo>
                    <a:pt x="102044" y="331965"/>
                  </a:lnTo>
                  <a:lnTo>
                    <a:pt x="99479" y="332930"/>
                  </a:lnTo>
                  <a:lnTo>
                    <a:pt x="99555" y="334835"/>
                  </a:lnTo>
                  <a:lnTo>
                    <a:pt x="67056" y="296913"/>
                  </a:lnTo>
                  <a:lnTo>
                    <a:pt x="69634" y="297510"/>
                  </a:lnTo>
                  <a:lnTo>
                    <a:pt x="76034" y="297116"/>
                  </a:lnTo>
                  <a:lnTo>
                    <a:pt x="77470" y="296583"/>
                  </a:lnTo>
                  <a:lnTo>
                    <a:pt x="77177" y="298297"/>
                  </a:lnTo>
                  <a:lnTo>
                    <a:pt x="77343" y="302044"/>
                  </a:lnTo>
                  <a:lnTo>
                    <a:pt x="77520" y="305777"/>
                  </a:lnTo>
                  <a:lnTo>
                    <a:pt x="78333" y="308762"/>
                  </a:lnTo>
                  <a:lnTo>
                    <a:pt x="80010" y="308660"/>
                  </a:lnTo>
                  <a:lnTo>
                    <a:pt x="80556" y="305587"/>
                  </a:lnTo>
                  <a:lnTo>
                    <a:pt x="80213" y="298107"/>
                  </a:lnTo>
                  <a:lnTo>
                    <a:pt x="79756" y="296430"/>
                  </a:lnTo>
                  <a:lnTo>
                    <a:pt x="81229" y="296786"/>
                  </a:lnTo>
                  <a:lnTo>
                    <a:pt x="84442" y="296583"/>
                  </a:lnTo>
                  <a:lnTo>
                    <a:pt x="87642" y="296379"/>
                  </a:lnTo>
                  <a:lnTo>
                    <a:pt x="90208" y="295427"/>
                  </a:lnTo>
                  <a:lnTo>
                    <a:pt x="90119" y="293458"/>
                  </a:lnTo>
                  <a:lnTo>
                    <a:pt x="87477" y="292836"/>
                  </a:lnTo>
                  <a:lnTo>
                    <a:pt x="81064" y="293230"/>
                  </a:lnTo>
                  <a:lnTo>
                    <a:pt x="79552" y="293801"/>
                  </a:lnTo>
                  <a:lnTo>
                    <a:pt x="79857" y="292049"/>
                  </a:lnTo>
                  <a:lnTo>
                    <a:pt x="79692" y="288315"/>
                  </a:lnTo>
                  <a:lnTo>
                    <a:pt x="79527" y="284568"/>
                  </a:lnTo>
                  <a:lnTo>
                    <a:pt x="78701" y="281584"/>
                  </a:lnTo>
                  <a:lnTo>
                    <a:pt x="78333" y="281609"/>
                  </a:lnTo>
                  <a:lnTo>
                    <a:pt x="111315" y="243141"/>
                  </a:lnTo>
                  <a:lnTo>
                    <a:pt x="156489" y="295833"/>
                  </a:lnTo>
                  <a:lnTo>
                    <a:pt x="156489" y="285191"/>
                  </a:lnTo>
                  <a:lnTo>
                    <a:pt x="120446" y="243141"/>
                  </a:lnTo>
                  <a:lnTo>
                    <a:pt x="111315" y="232486"/>
                  </a:lnTo>
                  <a:lnTo>
                    <a:pt x="77266" y="272199"/>
                  </a:lnTo>
                  <a:lnTo>
                    <a:pt x="77266" y="293903"/>
                  </a:lnTo>
                  <a:lnTo>
                    <a:pt x="75869" y="293560"/>
                  </a:lnTo>
                  <a:lnTo>
                    <a:pt x="72669" y="293763"/>
                  </a:lnTo>
                  <a:lnTo>
                    <a:pt x="69469" y="293966"/>
                  </a:lnTo>
                  <a:lnTo>
                    <a:pt x="66979" y="294906"/>
                  </a:lnTo>
                  <a:lnTo>
                    <a:pt x="66979" y="296824"/>
                  </a:lnTo>
                  <a:lnTo>
                    <a:pt x="66141" y="295833"/>
                  </a:lnTo>
                  <a:lnTo>
                    <a:pt x="66903" y="294944"/>
                  </a:lnTo>
                  <a:lnTo>
                    <a:pt x="66979" y="296824"/>
                  </a:lnTo>
                  <a:lnTo>
                    <a:pt x="66979" y="294906"/>
                  </a:lnTo>
                  <a:lnTo>
                    <a:pt x="76695" y="283527"/>
                  </a:lnTo>
                  <a:lnTo>
                    <a:pt x="76479" y="284759"/>
                  </a:lnTo>
                  <a:lnTo>
                    <a:pt x="76822" y="292239"/>
                  </a:lnTo>
                  <a:lnTo>
                    <a:pt x="77266" y="293903"/>
                  </a:lnTo>
                  <a:lnTo>
                    <a:pt x="77266" y="272199"/>
                  </a:lnTo>
                  <a:lnTo>
                    <a:pt x="56997" y="295833"/>
                  </a:lnTo>
                  <a:lnTo>
                    <a:pt x="111315" y="359181"/>
                  </a:lnTo>
                  <a:lnTo>
                    <a:pt x="120446" y="348526"/>
                  </a:lnTo>
                  <a:lnTo>
                    <a:pt x="165620" y="295833"/>
                  </a:lnTo>
                  <a:close/>
                </a:path>
                <a:path w="318770" h="359410">
                  <a:moveTo>
                    <a:pt x="318516" y="63347"/>
                  </a:moveTo>
                  <a:lnTo>
                    <a:pt x="309384" y="52705"/>
                  </a:lnTo>
                  <a:lnTo>
                    <a:pt x="309384" y="63347"/>
                  </a:lnTo>
                  <a:lnTo>
                    <a:pt x="299262" y="75145"/>
                  </a:lnTo>
                  <a:lnTo>
                    <a:pt x="299542" y="73634"/>
                  </a:lnTo>
                  <a:lnTo>
                    <a:pt x="299199" y="66154"/>
                  </a:lnTo>
                  <a:lnTo>
                    <a:pt x="298742" y="64477"/>
                  </a:lnTo>
                  <a:lnTo>
                    <a:pt x="300215" y="64833"/>
                  </a:lnTo>
                  <a:lnTo>
                    <a:pt x="303428" y="64630"/>
                  </a:lnTo>
                  <a:lnTo>
                    <a:pt x="306628" y="64427"/>
                  </a:lnTo>
                  <a:lnTo>
                    <a:pt x="309194" y="63474"/>
                  </a:lnTo>
                  <a:lnTo>
                    <a:pt x="309168" y="63106"/>
                  </a:lnTo>
                  <a:lnTo>
                    <a:pt x="309384" y="63347"/>
                  </a:lnTo>
                  <a:lnTo>
                    <a:pt x="309384" y="52705"/>
                  </a:lnTo>
                  <a:lnTo>
                    <a:pt x="307467" y="50457"/>
                  </a:lnTo>
                  <a:lnTo>
                    <a:pt x="307467" y="61125"/>
                  </a:lnTo>
                  <a:lnTo>
                    <a:pt x="306463" y="60883"/>
                  </a:lnTo>
                  <a:lnTo>
                    <a:pt x="300050" y="61277"/>
                  </a:lnTo>
                  <a:lnTo>
                    <a:pt x="298538" y="61849"/>
                  </a:lnTo>
                  <a:lnTo>
                    <a:pt x="298843" y="60096"/>
                  </a:lnTo>
                  <a:lnTo>
                    <a:pt x="298678" y="56362"/>
                  </a:lnTo>
                  <a:lnTo>
                    <a:pt x="298513" y="52628"/>
                  </a:lnTo>
                  <a:lnTo>
                    <a:pt x="297865" y="50330"/>
                  </a:lnTo>
                  <a:lnTo>
                    <a:pt x="297865" y="76784"/>
                  </a:lnTo>
                  <a:lnTo>
                    <a:pt x="264210" y="116027"/>
                  </a:lnTo>
                  <a:lnTo>
                    <a:pt x="252526" y="102425"/>
                  </a:lnTo>
                  <a:lnTo>
                    <a:pt x="255104" y="103022"/>
                  </a:lnTo>
                  <a:lnTo>
                    <a:pt x="261518" y="102628"/>
                  </a:lnTo>
                  <a:lnTo>
                    <a:pt x="262953" y="102095"/>
                  </a:lnTo>
                  <a:lnTo>
                    <a:pt x="262661" y="103809"/>
                  </a:lnTo>
                  <a:lnTo>
                    <a:pt x="262826" y="107556"/>
                  </a:lnTo>
                  <a:lnTo>
                    <a:pt x="262991" y="111290"/>
                  </a:lnTo>
                  <a:lnTo>
                    <a:pt x="263817" y="114274"/>
                  </a:lnTo>
                  <a:lnTo>
                    <a:pt x="265493" y="114173"/>
                  </a:lnTo>
                  <a:lnTo>
                    <a:pt x="266039" y="111099"/>
                  </a:lnTo>
                  <a:lnTo>
                    <a:pt x="265696" y="103619"/>
                  </a:lnTo>
                  <a:lnTo>
                    <a:pt x="265226" y="101942"/>
                  </a:lnTo>
                  <a:lnTo>
                    <a:pt x="266712" y="102298"/>
                  </a:lnTo>
                  <a:lnTo>
                    <a:pt x="269913" y="102095"/>
                  </a:lnTo>
                  <a:lnTo>
                    <a:pt x="273113" y="101892"/>
                  </a:lnTo>
                  <a:lnTo>
                    <a:pt x="275678" y="100939"/>
                  </a:lnTo>
                  <a:lnTo>
                    <a:pt x="275590" y="98971"/>
                  </a:lnTo>
                  <a:lnTo>
                    <a:pt x="272948" y="98348"/>
                  </a:lnTo>
                  <a:lnTo>
                    <a:pt x="266547" y="98742"/>
                  </a:lnTo>
                  <a:lnTo>
                    <a:pt x="265036" y="99314"/>
                  </a:lnTo>
                  <a:lnTo>
                    <a:pt x="265341" y="97561"/>
                  </a:lnTo>
                  <a:lnTo>
                    <a:pt x="265176" y="93827"/>
                  </a:lnTo>
                  <a:lnTo>
                    <a:pt x="264998" y="90093"/>
                  </a:lnTo>
                  <a:lnTo>
                    <a:pt x="264172" y="87109"/>
                  </a:lnTo>
                  <a:lnTo>
                    <a:pt x="262496" y="87210"/>
                  </a:lnTo>
                  <a:lnTo>
                    <a:pt x="261950" y="90271"/>
                  </a:lnTo>
                  <a:lnTo>
                    <a:pt x="262305" y="97751"/>
                  </a:lnTo>
                  <a:lnTo>
                    <a:pt x="262750" y="99415"/>
                  </a:lnTo>
                  <a:lnTo>
                    <a:pt x="261353" y="99072"/>
                  </a:lnTo>
                  <a:lnTo>
                    <a:pt x="258140" y="99275"/>
                  </a:lnTo>
                  <a:lnTo>
                    <a:pt x="254939" y="99479"/>
                  </a:lnTo>
                  <a:lnTo>
                    <a:pt x="252374" y="100444"/>
                  </a:lnTo>
                  <a:lnTo>
                    <a:pt x="252463" y="102349"/>
                  </a:lnTo>
                  <a:lnTo>
                    <a:pt x="219938" y="64414"/>
                  </a:lnTo>
                  <a:lnTo>
                    <a:pt x="222529" y="65024"/>
                  </a:lnTo>
                  <a:lnTo>
                    <a:pt x="228942" y="64617"/>
                  </a:lnTo>
                  <a:lnTo>
                    <a:pt x="230365" y="64084"/>
                  </a:lnTo>
                  <a:lnTo>
                    <a:pt x="230073" y="65811"/>
                  </a:lnTo>
                  <a:lnTo>
                    <a:pt x="230238" y="69545"/>
                  </a:lnTo>
                  <a:lnTo>
                    <a:pt x="230403" y="73279"/>
                  </a:lnTo>
                  <a:lnTo>
                    <a:pt x="231241" y="76263"/>
                  </a:lnTo>
                  <a:lnTo>
                    <a:pt x="232905" y="76161"/>
                  </a:lnTo>
                  <a:lnTo>
                    <a:pt x="233451" y="73101"/>
                  </a:lnTo>
                  <a:lnTo>
                    <a:pt x="233108" y="65620"/>
                  </a:lnTo>
                  <a:lnTo>
                    <a:pt x="232651" y="63944"/>
                  </a:lnTo>
                  <a:lnTo>
                    <a:pt x="234137" y="64287"/>
                  </a:lnTo>
                  <a:lnTo>
                    <a:pt x="237337" y="64096"/>
                  </a:lnTo>
                  <a:lnTo>
                    <a:pt x="240538" y="63893"/>
                  </a:lnTo>
                  <a:lnTo>
                    <a:pt x="243103" y="62928"/>
                  </a:lnTo>
                  <a:lnTo>
                    <a:pt x="243014" y="60972"/>
                  </a:lnTo>
                  <a:lnTo>
                    <a:pt x="240372" y="60337"/>
                  </a:lnTo>
                  <a:lnTo>
                    <a:pt x="233959" y="60744"/>
                  </a:lnTo>
                  <a:lnTo>
                    <a:pt x="232448" y="61315"/>
                  </a:lnTo>
                  <a:lnTo>
                    <a:pt x="232752" y="59563"/>
                  </a:lnTo>
                  <a:lnTo>
                    <a:pt x="232587" y="55816"/>
                  </a:lnTo>
                  <a:lnTo>
                    <a:pt x="232422" y="52082"/>
                  </a:lnTo>
                  <a:lnTo>
                    <a:pt x="231597" y="49098"/>
                  </a:lnTo>
                  <a:lnTo>
                    <a:pt x="231228" y="49123"/>
                  </a:lnTo>
                  <a:lnTo>
                    <a:pt x="262991" y="12077"/>
                  </a:lnTo>
                  <a:lnTo>
                    <a:pt x="262572" y="14452"/>
                  </a:lnTo>
                  <a:lnTo>
                    <a:pt x="262928" y="21932"/>
                  </a:lnTo>
                  <a:lnTo>
                    <a:pt x="263372" y="23596"/>
                  </a:lnTo>
                  <a:lnTo>
                    <a:pt x="261975" y="23253"/>
                  </a:lnTo>
                  <a:lnTo>
                    <a:pt x="258762" y="23456"/>
                  </a:lnTo>
                  <a:lnTo>
                    <a:pt x="255562" y="23647"/>
                  </a:lnTo>
                  <a:lnTo>
                    <a:pt x="252996" y="24612"/>
                  </a:lnTo>
                  <a:lnTo>
                    <a:pt x="253098" y="26568"/>
                  </a:lnTo>
                  <a:lnTo>
                    <a:pt x="255727" y="27203"/>
                  </a:lnTo>
                  <a:lnTo>
                    <a:pt x="262140" y="26797"/>
                  </a:lnTo>
                  <a:lnTo>
                    <a:pt x="263563" y="26263"/>
                  </a:lnTo>
                  <a:lnTo>
                    <a:pt x="263271" y="27990"/>
                  </a:lnTo>
                  <a:lnTo>
                    <a:pt x="263448" y="31724"/>
                  </a:lnTo>
                  <a:lnTo>
                    <a:pt x="263613" y="35458"/>
                  </a:lnTo>
                  <a:lnTo>
                    <a:pt x="264439" y="38442"/>
                  </a:lnTo>
                  <a:lnTo>
                    <a:pt x="266115" y="38341"/>
                  </a:lnTo>
                  <a:lnTo>
                    <a:pt x="266661" y="35280"/>
                  </a:lnTo>
                  <a:lnTo>
                    <a:pt x="266306" y="27800"/>
                  </a:lnTo>
                  <a:lnTo>
                    <a:pt x="265849" y="26123"/>
                  </a:lnTo>
                  <a:lnTo>
                    <a:pt x="267335" y="26466"/>
                  </a:lnTo>
                  <a:lnTo>
                    <a:pt x="270535" y="26276"/>
                  </a:lnTo>
                  <a:lnTo>
                    <a:pt x="273735" y="26073"/>
                  </a:lnTo>
                  <a:lnTo>
                    <a:pt x="276301" y="25107"/>
                  </a:lnTo>
                  <a:lnTo>
                    <a:pt x="276275" y="24765"/>
                  </a:lnTo>
                  <a:lnTo>
                    <a:pt x="297637" y="49657"/>
                  </a:lnTo>
                  <a:lnTo>
                    <a:pt x="296011" y="49745"/>
                  </a:lnTo>
                  <a:lnTo>
                    <a:pt x="295465" y="52806"/>
                  </a:lnTo>
                  <a:lnTo>
                    <a:pt x="295808" y="60286"/>
                  </a:lnTo>
                  <a:lnTo>
                    <a:pt x="296252" y="61950"/>
                  </a:lnTo>
                  <a:lnTo>
                    <a:pt x="294855" y="61607"/>
                  </a:lnTo>
                  <a:lnTo>
                    <a:pt x="291655" y="61810"/>
                  </a:lnTo>
                  <a:lnTo>
                    <a:pt x="288455" y="62014"/>
                  </a:lnTo>
                  <a:lnTo>
                    <a:pt x="285889" y="62966"/>
                  </a:lnTo>
                  <a:lnTo>
                    <a:pt x="285978" y="64935"/>
                  </a:lnTo>
                  <a:lnTo>
                    <a:pt x="288620" y="65557"/>
                  </a:lnTo>
                  <a:lnTo>
                    <a:pt x="295021" y="65163"/>
                  </a:lnTo>
                  <a:lnTo>
                    <a:pt x="296456" y="64630"/>
                  </a:lnTo>
                  <a:lnTo>
                    <a:pt x="296164" y="66344"/>
                  </a:lnTo>
                  <a:lnTo>
                    <a:pt x="296329" y="70091"/>
                  </a:lnTo>
                  <a:lnTo>
                    <a:pt x="296494" y="73825"/>
                  </a:lnTo>
                  <a:lnTo>
                    <a:pt x="297319" y="76809"/>
                  </a:lnTo>
                  <a:lnTo>
                    <a:pt x="297865" y="76784"/>
                  </a:lnTo>
                  <a:lnTo>
                    <a:pt x="297865" y="50330"/>
                  </a:lnTo>
                  <a:lnTo>
                    <a:pt x="297700" y="49733"/>
                  </a:lnTo>
                  <a:lnTo>
                    <a:pt x="307467" y="61125"/>
                  </a:lnTo>
                  <a:lnTo>
                    <a:pt x="307467" y="50457"/>
                  </a:lnTo>
                  <a:lnTo>
                    <a:pt x="274574" y="12090"/>
                  </a:lnTo>
                  <a:lnTo>
                    <a:pt x="274574" y="22771"/>
                  </a:lnTo>
                  <a:lnTo>
                    <a:pt x="273570" y="22517"/>
                  </a:lnTo>
                  <a:lnTo>
                    <a:pt x="267169" y="22923"/>
                  </a:lnTo>
                  <a:lnTo>
                    <a:pt x="265658" y="23495"/>
                  </a:lnTo>
                  <a:lnTo>
                    <a:pt x="265963" y="21742"/>
                  </a:lnTo>
                  <a:lnTo>
                    <a:pt x="265798" y="17995"/>
                  </a:lnTo>
                  <a:lnTo>
                    <a:pt x="265620" y="14262"/>
                  </a:lnTo>
                  <a:lnTo>
                    <a:pt x="264807" y="11366"/>
                  </a:lnTo>
                  <a:lnTo>
                    <a:pt x="274574" y="22771"/>
                  </a:lnTo>
                  <a:lnTo>
                    <a:pt x="274574" y="12090"/>
                  </a:lnTo>
                  <a:lnTo>
                    <a:pt x="273354" y="10655"/>
                  </a:lnTo>
                  <a:lnTo>
                    <a:pt x="264744" y="622"/>
                  </a:lnTo>
                  <a:lnTo>
                    <a:pt x="264744" y="11290"/>
                  </a:lnTo>
                  <a:lnTo>
                    <a:pt x="263613" y="11353"/>
                  </a:lnTo>
                  <a:lnTo>
                    <a:pt x="264210" y="10655"/>
                  </a:lnTo>
                  <a:lnTo>
                    <a:pt x="264744" y="11290"/>
                  </a:lnTo>
                  <a:lnTo>
                    <a:pt x="264744" y="622"/>
                  </a:lnTo>
                  <a:lnTo>
                    <a:pt x="264210" y="0"/>
                  </a:lnTo>
                  <a:lnTo>
                    <a:pt x="230162" y="39725"/>
                  </a:lnTo>
                  <a:lnTo>
                    <a:pt x="230162" y="61417"/>
                  </a:lnTo>
                  <a:lnTo>
                    <a:pt x="228765" y="61074"/>
                  </a:lnTo>
                  <a:lnTo>
                    <a:pt x="225564" y="61264"/>
                  </a:lnTo>
                  <a:lnTo>
                    <a:pt x="222364" y="61468"/>
                  </a:lnTo>
                  <a:lnTo>
                    <a:pt x="219875" y="62420"/>
                  </a:lnTo>
                  <a:lnTo>
                    <a:pt x="219875" y="64338"/>
                  </a:lnTo>
                  <a:lnTo>
                    <a:pt x="219036" y="63347"/>
                  </a:lnTo>
                  <a:lnTo>
                    <a:pt x="219798" y="62458"/>
                  </a:lnTo>
                  <a:lnTo>
                    <a:pt x="219875" y="64338"/>
                  </a:lnTo>
                  <a:lnTo>
                    <a:pt x="219875" y="62420"/>
                  </a:lnTo>
                  <a:lnTo>
                    <a:pt x="229590" y="51041"/>
                  </a:lnTo>
                  <a:lnTo>
                    <a:pt x="229374" y="52273"/>
                  </a:lnTo>
                  <a:lnTo>
                    <a:pt x="229717" y="59753"/>
                  </a:lnTo>
                  <a:lnTo>
                    <a:pt x="230162" y="61417"/>
                  </a:lnTo>
                  <a:lnTo>
                    <a:pt x="230162" y="39725"/>
                  </a:lnTo>
                  <a:lnTo>
                    <a:pt x="213690" y="58940"/>
                  </a:lnTo>
                  <a:lnTo>
                    <a:pt x="208343" y="52705"/>
                  </a:lnTo>
                  <a:lnTo>
                    <a:pt x="208343" y="63347"/>
                  </a:lnTo>
                  <a:lnTo>
                    <a:pt x="198234" y="75133"/>
                  </a:lnTo>
                  <a:lnTo>
                    <a:pt x="198501" y="73634"/>
                  </a:lnTo>
                  <a:lnTo>
                    <a:pt x="198158" y="66154"/>
                  </a:lnTo>
                  <a:lnTo>
                    <a:pt x="197700" y="64477"/>
                  </a:lnTo>
                  <a:lnTo>
                    <a:pt x="199186" y="64833"/>
                  </a:lnTo>
                  <a:lnTo>
                    <a:pt x="202387" y="64630"/>
                  </a:lnTo>
                  <a:lnTo>
                    <a:pt x="205587" y="64427"/>
                  </a:lnTo>
                  <a:lnTo>
                    <a:pt x="208153" y="63474"/>
                  </a:lnTo>
                  <a:lnTo>
                    <a:pt x="208127" y="63106"/>
                  </a:lnTo>
                  <a:lnTo>
                    <a:pt x="208343" y="63347"/>
                  </a:lnTo>
                  <a:lnTo>
                    <a:pt x="208343" y="52705"/>
                  </a:lnTo>
                  <a:lnTo>
                    <a:pt x="206425" y="50469"/>
                  </a:lnTo>
                  <a:lnTo>
                    <a:pt x="206425" y="61125"/>
                  </a:lnTo>
                  <a:lnTo>
                    <a:pt x="205422" y="60883"/>
                  </a:lnTo>
                  <a:lnTo>
                    <a:pt x="199009" y="61277"/>
                  </a:lnTo>
                  <a:lnTo>
                    <a:pt x="197497" y="61849"/>
                  </a:lnTo>
                  <a:lnTo>
                    <a:pt x="197802" y="60096"/>
                  </a:lnTo>
                  <a:lnTo>
                    <a:pt x="197637" y="56362"/>
                  </a:lnTo>
                  <a:lnTo>
                    <a:pt x="197472" y="52628"/>
                  </a:lnTo>
                  <a:lnTo>
                    <a:pt x="196824" y="50330"/>
                  </a:lnTo>
                  <a:lnTo>
                    <a:pt x="196824" y="76784"/>
                  </a:lnTo>
                  <a:lnTo>
                    <a:pt x="163182" y="116027"/>
                  </a:lnTo>
                  <a:lnTo>
                    <a:pt x="151498" y="102425"/>
                  </a:lnTo>
                  <a:lnTo>
                    <a:pt x="154076" y="103022"/>
                  </a:lnTo>
                  <a:lnTo>
                    <a:pt x="160477" y="102628"/>
                  </a:lnTo>
                  <a:lnTo>
                    <a:pt x="161912" y="102095"/>
                  </a:lnTo>
                  <a:lnTo>
                    <a:pt x="161620" y="103809"/>
                  </a:lnTo>
                  <a:lnTo>
                    <a:pt x="161785" y="107556"/>
                  </a:lnTo>
                  <a:lnTo>
                    <a:pt x="161950" y="111290"/>
                  </a:lnTo>
                  <a:lnTo>
                    <a:pt x="162775" y="114274"/>
                  </a:lnTo>
                  <a:lnTo>
                    <a:pt x="164452" y="114173"/>
                  </a:lnTo>
                  <a:lnTo>
                    <a:pt x="164998" y="111099"/>
                  </a:lnTo>
                  <a:lnTo>
                    <a:pt x="164655" y="103619"/>
                  </a:lnTo>
                  <a:lnTo>
                    <a:pt x="164198" y="101955"/>
                  </a:lnTo>
                  <a:lnTo>
                    <a:pt x="165671" y="102298"/>
                  </a:lnTo>
                  <a:lnTo>
                    <a:pt x="168884" y="102095"/>
                  </a:lnTo>
                  <a:lnTo>
                    <a:pt x="172085" y="101892"/>
                  </a:lnTo>
                  <a:lnTo>
                    <a:pt x="174650" y="100939"/>
                  </a:lnTo>
                  <a:lnTo>
                    <a:pt x="174548" y="98971"/>
                  </a:lnTo>
                  <a:lnTo>
                    <a:pt x="171919" y="98348"/>
                  </a:lnTo>
                  <a:lnTo>
                    <a:pt x="165506" y="98742"/>
                  </a:lnTo>
                  <a:lnTo>
                    <a:pt x="163995" y="99314"/>
                  </a:lnTo>
                  <a:lnTo>
                    <a:pt x="164299" y="97561"/>
                  </a:lnTo>
                  <a:lnTo>
                    <a:pt x="164134" y="93827"/>
                  </a:lnTo>
                  <a:lnTo>
                    <a:pt x="163969" y="90093"/>
                  </a:lnTo>
                  <a:lnTo>
                    <a:pt x="163131" y="87109"/>
                  </a:lnTo>
                  <a:lnTo>
                    <a:pt x="161467" y="87210"/>
                  </a:lnTo>
                  <a:lnTo>
                    <a:pt x="160921" y="90271"/>
                  </a:lnTo>
                  <a:lnTo>
                    <a:pt x="161264" y="97751"/>
                  </a:lnTo>
                  <a:lnTo>
                    <a:pt x="161709" y="99415"/>
                  </a:lnTo>
                  <a:lnTo>
                    <a:pt x="160312" y="99072"/>
                  </a:lnTo>
                  <a:lnTo>
                    <a:pt x="157111" y="99275"/>
                  </a:lnTo>
                  <a:lnTo>
                    <a:pt x="153911" y="99479"/>
                  </a:lnTo>
                  <a:lnTo>
                    <a:pt x="151345" y="100444"/>
                  </a:lnTo>
                  <a:lnTo>
                    <a:pt x="151422" y="102336"/>
                  </a:lnTo>
                  <a:lnTo>
                    <a:pt x="118910" y="64414"/>
                  </a:lnTo>
                  <a:lnTo>
                    <a:pt x="121488" y="65024"/>
                  </a:lnTo>
                  <a:lnTo>
                    <a:pt x="127901" y="64617"/>
                  </a:lnTo>
                  <a:lnTo>
                    <a:pt x="129324" y="64084"/>
                  </a:lnTo>
                  <a:lnTo>
                    <a:pt x="129032" y="65811"/>
                  </a:lnTo>
                  <a:lnTo>
                    <a:pt x="129209" y="69545"/>
                  </a:lnTo>
                  <a:lnTo>
                    <a:pt x="129374" y="73279"/>
                  </a:lnTo>
                  <a:lnTo>
                    <a:pt x="130200" y="76263"/>
                  </a:lnTo>
                  <a:lnTo>
                    <a:pt x="131876" y="76161"/>
                  </a:lnTo>
                  <a:lnTo>
                    <a:pt x="132422" y="73101"/>
                  </a:lnTo>
                  <a:lnTo>
                    <a:pt x="132067" y="65620"/>
                  </a:lnTo>
                  <a:lnTo>
                    <a:pt x="131610" y="63944"/>
                  </a:lnTo>
                  <a:lnTo>
                    <a:pt x="133096" y="64287"/>
                  </a:lnTo>
                  <a:lnTo>
                    <a:pt x="136296" y="64096"/>
                  </a:lnTo>
                  <a:lnTo>
                    <a:pt x="139496" y="63893"/>
                  </a:lnTo>
                  <a:lnTo>
                    <a:pt x="142062" y="62928"/>
                  </a:lnTo>
                  <a:lnTo>
                    <a:pt x="141973" y="60972"/>
                  </a:lnTo>
                  <a:lnTo>
                    <a:pt x="139331" y="60337"/>
                  </a:lnTo>
                  <a:lnTo>
                    <a:pt x="132930" y="60744"/>
                  </a:lnTo>
                  <a:lnTo>
                    <a:pt x="131419" y="61315"/>
                  </a:lnTo>
                  <a:lnTo>
                    <a:pt x="131724" y="59563"/>
                  </a:lnTo>
                  <a:lnTo>
                    <a:pt x="131546" y="55816"/>
                  </a:lnTo>
                  <a:lnTo>
                    <a:pt x="131381" y="52082"/>
                  </a:lnTo>
                  <a:lnTo>
                    <a:pt x="130556" y="49098"/>
                  </a:lnTo>
                  <a:lnTo>
                    <a:pt x="130200" y="49123"/>
                  </a:lnTo>
                  <a:lnTo>
                    <a:pt x="161963" y="12077"/>
                  </a:lnTo>
                  <a:lnTo>
                    <a:pt x="161544" y="14452"/>
                  </a:lnTo>
                  <a:lnTo>
                    <a:pt x="161886" y="21932"/>
                  </a:lnTo>
                  <a:lnTo>
                    <a:pt x="162331" y="23596"/>
                  </a:lnTo>
                  <a:lnTo>
                    <a:pt x="160934" y="23253"/>
                  </a:lnTo>
                  <a:lnTo>
                    <a:pt x="157734" y="23456"/>
                  </a:lnTo>
                  <a:lnTo>
                    <a:pt x="154520" y="23647"/>
                  </a:lnTo>
                  <a:lnTo>
                    <a:pt x="151955" y="24612"/>
                  </a:lnTo>
                  <a:lnTo>
                    <a:pt x="152057" y="26568"/>
                  </a:lnTo>
                  <a:lnTo>
                    <a:pt x="154698" y="27203"/>
                  </a:lnTo>
                  <a:lnTo>
                    <a:pt x="161099" y="26797"/>
                  </a:lnTo>
                  <a:lnTo>
                    <a:pt x="162534" y="26263"/>
                  </a:lnTo>
                  <a:lnTo>
                    <a:pt x="162242" y="27990"/>
                  </a:lnTo>
                  <a:lnTo>
                    <a:pt x="162407" y="31724"/>
                  </a:lnTo>
                  <a:lnTo>
                    <a:pt x="162572" y="35458"/>
                  </a:lnTo>
                  <a:lnTo>
                    <a:pt x="163398" y="38442"/>
                  </a:lnTo>
                  <a:lnTo>
                    <a:pt x="165074" y="38341"/>
                  </a:lnTo>
                  <a:lnTo>
                    <a:pt x="165620" y="35280"/>
                  </a:lnTo>
                  <a:lnTo>
                    <a:pt x="165277" y="27800"/>
                  </a:lnTo>
                  <a:lnTo>
                    <a:pt x="164820" y="26123"/>
                  </a:lnTo>
                  <a:lnTo>
                    <a:pt x="166293" y="26466"/>
                  </a:lnTo>
                  <a:lnTo>
                    <a:pt x="169494" y="26276"/>
                  </a:lnTo>
                  <a:lnTo>
                    <a:pt x="172707" y="26073"/>
                  </a:lnTo>
                  <a:lnTo>
                    <a:pt x="175272" y="25107"/>
                  </a:lnTo>
                  <a:lnTo>
                    <a:pt x="175247" y="24765"/>
                  </a:lnTo>
                  <a:lnTo>
                    <a:pt x="196596" y="49657"/>
                  </a:lnTo>
                  <a:lnTo>
                    <a:pt x="194970" y="49745"/>
                  </a:lnTo>
                  <a:lnTo>
                    <a:pt x="194424" y="52806"/>
                  </a:lnTo>
                  <a:lnTo>
                    <a:pt x="194767" y="60286"/>
                  </a:lnTo>
                  <a:lnTo>
                    <a:pt x="195211" y="61950"/>
                  </a:lnTo>
                  <a:lnTo>
                    <a:pt x="193814" y="61607"/>
                  </a:lnTo>
                  <a:lnTo>
                    <a:pt x="190614" y="61810"/>
                  </a:lnTo>
                  <a:lnTo>
                    <a:pt x="187413" y="62014"/>
                  </a:lnTo>
                  <a:lnTo>
                    <a:pt x="184848" y="62966"/>
                  </a:lnTo>
                  <a:lnTo>
                    <a:pt x="184937" y="64935"/>
                  </a:lnTo>
                  <a:lnTo>
                    <a:pt x="187579" y="65557"/>
                  </a:lnTo>
                  <a:lnTo>
                    <a:pt x="193992" y="65163"/>
                  </a:lnTo>
                  <a:lnTo>
                    <a:pt x="195414" y="64630"/>
                  </a:lnTo>
                  <a:lnTo>
                    <a:pt x="195122" y="66344"/>
                  </a:lnTo>
                  <a:lnTo>
                    <a:pt x="195287" y="70091"/>
                  </a:lnTo>
                  <a:lnTo>
                    <a:pt x="195453" y="73825"/>
                  </a:lnTo>
                  <a:lnTo>
                    <a:pt x="196291" y="76809"/>
                  </a:lnTo>
                  <a:lnTo>
                    <a:pt x="196824" y="76784"/>
                  </a:lnTo>
                  <a:lnTo>
                    <a:pt x="196824" y="50330"/>
                  </a:lnTo>
                  <a:lnTo>
                    <a:pt x="196659" y="49733"/>
                  </a:lnTo>
                  <a:lnTo>
                    <a:pt x="206425" y="61125"/>
                  </a:lnTo>
                  <a:lnTo>
                    <a:pt x="206425" y="50469"/>
                  </a:lnTo>
                  <a:lnTo>
                    <a:pt x="173532" y="12090"/>
                  </a:lnTo>
                  <a:lnTo>
                    <a:pt x="173532" y="22771"/>
                  </a:lnTo>
                  <a:lnTo>
                    <a:pt x="172542" y="22517"/>
                  </a:lnTo>
                  <a:lnTo>
                    <a:pt x="166128" y="22923"/>
                  </a:lnTo>
                  <a:lnTo>
                    <a:pt x="164617" y="23495"/>
                  </a:lnTo>
                  <a:lnTo>
                    <a:pt x="164922" y="21742"/>
                  </a:lnTo>
                  <a:lnTo>
                    <a:pt x="164757" y="17995"/>
                  </a:lnTo>
                  <a:lnTo>
                    <a:pt x="164592" y="14262"/>
                  </a:lnTo>
                  <a:lnTo>
                    <a:pt x="163766" y="11353"/>
                  </a:lnTo>
                  <a:lnTo>
                    <a:pt x="173532" y="22771"/>
                  </a:lnTo>
                  <a:lnTo>
                    <a:pt x="173532" y="12090"/>
                  </a:lnTo>
                  <a:lnTo>
                    <a:pt x="172313" y="10655"/>
                  </a:lnTo>
                  <a:lnTo>
                    <a:pt x="163715" y="635"/>
                  </a:lnTo>
                  <a:lnTo>
                    <a:pt x="163715" y="11290"/>
                  </a:lnTo>
                  <a:lnTo>
                    <a:pt x="162585" y="11353"/>
                  </a:lnTo>
                  <a:lnTo>
                    <a:pt x="163182" y="10655"/>
                  </a:lnTo>
                  <a:lnTo>
                    <a:pt x="163715" y="11290"/>
                  </a:lnTo>
                  <a:lnTo>
                    <a:pt x="163715" y="635"/>
                  </a:lnTo>
                  <a:lnTo>
                    <a:pt x="163182" y="0"/>
                  </a:lnTo>
                  <a:lnTo>
                    <a:pt x="129133" y="39712"/>
                  </a:lnTo>
                  <a:lnTo>
                    <a:pt x="129133" y="61417"/>
                  </a:lnTo>
                  <a:lnTo>
                    <a:pt x="127736" y="61074"/>
                  </a:lnTo>
                  <a:lnTo>
                    <a:pt x="124523" y="61264"/>
                  </a:lnTo>
                  <a:lnTo>
                    <a:pt x="121323" y="61468"/>
                  </a:lnTo>
                  <a:lnTo>
                    <a:pt x="118833" y="62420"/>
                  </a:lnTo>
                  <a:lnTo>
                    <a:pt x="118833" y="64325"/>
                  </a:lnTo>
                  <a:lnTo>
                    <a:pt x="118008" y="63347"/>
                  </a:lnTo>
                  <a:lnTo>
                    <a:pt x="118757" y="62484"/>
                  </a:lnTo>
                  <a:lnTo>
                    <a:pt x="118833" y="64325"/>
                  </a:lnTo>
                  <a:lnTo>
                    <a:pt x="118833" y="62420"/>
                  </a:lnTo>
                  <a:lnTo>
                    <a:pt x="128549" y="51054"/>
                  </a:lnTo>
                  <a:lnTo>
                    <a:pt x="128333" y="52273"/>
                  </a:lnTo>
                  <a:lnTo>
                    <a:pt x="128689" y="59753"/>
                  </a:lnTo>
                  <a:lnTo>
                    <a:pt x="129133" y="61417"/>
                  </a:lnTo>
                  <a:lnTo>
                    <a:pt x="129133" y="39712"/>
                  </a:lnTo>
                  <a:lnTo>
                    <a:pt x="108864" y="63347"/>
                  </a:lnTo>
                  <a:lnTo>
                    <a:pt x="163182" y="126695"/>
                  </a:lnTo>
                  <a:lnTo>
                    <a:pt x="172313" y="116027"/>
                  </a:lnTo>
                  <a:lnTo>
                    <a:pt x="213677" y="67767"/>
                  </a:lnTo>
                  <a:lnTo>
                    <a:pt x="264210" y="126695"/>
                  </a:lnTo>
                  <a:lnTo>
                    <a:pt x="273354" y="116027"/>
                  </a:lnTo>
                  <a:lnTo>
                    <a:pt x="318516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5" name="object 2035" descr=""/>
            <p:cNvSpPr/>
            <p:nvPr/>
          </p:nvSpPr>
          <p:spPr>
            <a:xfrm>
              <a:off x="7789126" y="6269932"/>
              <a:ext cx="361315" cy="204470"/>
            </a:xfrm>
            <a:custGeom>
              <a:avLst/>
              <a:gdLst/>
              <a:ahLst/>
              <a:cxnLst/>
              <a:rect l="l" t="t" r="r" b="b"/>
              <a:pathLst>
                <a:path w="361315" h="204470">
                  <a:moveTo>
                    <a:pt x="108610" y="140512"/>
                  </a:moveTo>
                  <a:lnTo>
                    <a:pt x="99479" y="129870"/>
                  </a:lnTo>
                  <a:lnTo>
                    <a:pt x="99479" y="140512"/>
                  </a:lnTo>
                  <a:lnTo>
                    <a:pt x="89357" y="152311"/>
                  </a:lnTo>
                  <a:lnTo>
                    <a:pt x="89636" y="150799"/>
                  </a:lnTo>
                  <a:lnTo>
                    <a:pt x="89293" y="143332"/>
                  </a:lnTo>
                  <a:lnTo>
                    <a:pt x="88836" y="141655"/>
                  </a:lnTo>
                  <a:lnTo>
                    <a:pt x="90309" y="141998"/>
                  </a:lnTo>
                  <a:lnTo>
                    <a:pt x="93522" y="141808"/>
                  </a:lnTo>
                  <a:lnTo>
                    <a:pt x="96723" y="141605"/>
                  </a:lnTo>
                  <a:lnTo>
                    <a:pt x="99288" y="140639"/>
                  </a:lnTo>
                  <a:lnTo>
                    <a:pt x="99263" y="140271"/>
                  </a:lnTo>
                  <a:lnTo>
                    <a:pt x="99479" y="140512"/>
                  </a:lnTo>
                  <a:lnTo>
                    <a:pt x="99479" y="129870"/>
                  </a:lnTo>
                  <a:lnTo>
                    <a:pt x="97574" y="127647"/>
                  </a:lnTo>
                  <a:lnTo>
                    <a:pt x="97574" y="138303"/>
                  </a:lnTo>
                  <a:lnTo>
                    <a:pt x="96558" y="138049"/>
                  </a:lnTo>
                  <a:lnTo>
                    <a:pt x="90144" y="138455"/>
                  </a:lnTo>
                  <a:lnTo>
                    <a:pt x="88633" y="139026"/>
                  </a:lnTo>
                  <a:lnTo>
                    <a:pt x="88938" y="137274"/>
                  </a:lnTo>
                  <a:lnTo>
                    <a:pt x="88773" y="133527"/>
                  </a:lnTo>
                  <a:lnTo>
                    <a:pt x="88607" y="129794"/>
                  </a:lnTo>
                  <a:lnTo>
                    <a:pt x="87960" y="127495"/>
                  </a:lnTo>
                  <a:lnTo>
                    <a:pt x="87960" y="153949"/>
                  </a:lnTo>
                  <a:lnTo>
                    <a:pt x="54305" y="193205"/>
                  </a:lnTo>
                  <a:lnTo>
                    <a:pt x="42608" y="179578"/>
                  </a:lnTo>
                  <a:lnTo>
                    <a:pt x="45199" y="180200"/>
                  </a:lnTo>
                  <a:lnTo>
                    <a:pt x="51612" y="179793"/>
                  </a:lnTo>
                  <a:lnTo>
                    <a:pt x="53047" y="179260"/>
                  </a:lnTo>
                  <a:lnTo>
                    <a:pt x="52743" y="180987"/>
                  </a:lnTo>
                  <a:lnTo>
                    <a:pt x="52920" y="184721"/>
                  </a:lnTo>
                  <a:lnTo>
                    <a:pt x="53086" y="188455"/>
                  </a:lnTo>
                  <a:lnTo>
                    <a:pt x="53911" y="191439"/>
                  </a:lnTo>
                  <a:lnTo>
                    <a:pt x="55587" y="191338"/>
                  </a:lnTo>
                  <a:lnTo>
                    <a:pt x="56134" y="188277"/>
                  </a:lnTo>
                  <a:lnTo>
                    <a:pt x="55791" y="180797"/>
                  </a:lnTo>
                  <a:lnTo>
                    <a:pt x="55321" y="179120"/>
                  </a:lnTo>
                  <a:lnTo>
                    <a:pt x="56807" y="179463"/>
                  </a:lnTo>
                  <a:lnTo>
                    <a:pt x="60007" y="179273"/>
                  </a:lnTo>
                  <a:lnTo>
                    <a:pt x="63207" y="179070"/>
                  </a:lnTo>
                  <a:lnTo>
                    <a:pt x="65773" y="178104"/>
                  </a:lnTo>
                  <a:lnTo>
                    <a:pt x="65684" y="176149"/>
                  </a:lnTo>
                  <a:lnTo>
                    <a:pt x="63042" y="175514"/>
                  </a:lnTo>
                  <a:lnTo>
                    <a:pt x="56642" y="175920"/>
                  </a:lnTo>
                  <a:lnTo>
                    <a:pt x="55130" y="176491"/>
                  </a:lnTo>
                  <a:lnTo>
                    <a:pt x="55435" y="174739"/>
                  </a:lnTo>
                  <a:lnTo>
                    <a:pt x="55270" y="170992"/>
                  </a:lnTo>
                  <a:lnTo>
                    <a:pt x="55092" y="167259"/>
                  </a:lnTo>
                  <a:lnTo>
                    <a:pt x="54267" y="164274"/>
                  </a:lnTo>
                  <a:lnTo>
                    <a:pt x="52590" y="164376"/>
                  </a:lnTo>
                  <a:lnTo>
                    <a:pt x="52044" y="167449"/>
                  </a:lnTo>
                  <a:lnTo>
                    <a:pt x="52400" y="174929"/>
                  </a:lnTo>
                  <a:lnTo>
                    <a:pt x="52844" y="176593"/>
                  </a:lnTo>
                  <a:lnTo>
                    <a:pt x="51447" y="176250"/>
                  </a:lnTo>
                  <a:lnTo>
                    <a:pt x="48234" y="176441"/>
                  </a:lnTo>
                  <a:lnTo>
                    <a:pt x="45034" y="176644"/>
                  </a:lnTo>
                  <a:lnTo>
                    <a:pt x="42468" y="177609"/>
                  </a:lnTo>
                  <a:lnTo>
                    <a:pt x="42557" y="179527"/>
                  </a:lnTo>
                  <a:lnTo>
                    <a:pt x="10045" y="141592"/>
                  </a:lnTo>
                  <a:lnTo>
                    <a:pt x="12623" y="142189"/>
                  </a:lnTo>
                  <a:lnTo>
                    <a:pt x="19037" y="141795"/>
                  </a:lnTo>
                  <a:lnTo>
                    <a:pt x="20459" y="141262"/>
                  </a:lnTo>
                  <a:lnTo>
                    <a:pt x="20167" y="142976"/>
                  </a:lnTo>
                  <a:lnTo>
                    <a:pt x="20332" y="146723"/>
                  </a:lnTo>
                  <a:lnTo>
                    <a:pt x="20497" y="150456"/>
                  </a:lnTo>
                  <a:lnTo>
                    <a:pt x="21323" y="153441"/>
                  </a:lnTo>
                  <a:lnTo>
                    <a:pt x="22999" y="153339"/>
                  </a:lnTo>
                  <a:lnTo>
                    <a:pt x="23545" y="150266"/>
                  </a:lnTo>
                  <a:lnTo>
                    <a:pt x="23202" y="142786"/>
                  </a:lnTo>
                  <a:lnTo>
                    <a:pt x="22745" y="141109"/>
                  </a:lnTo>
                  <a:lnTo>
                    <a:pt x="24231" y="141465"/>
                  </a:lnTo>
                  <a:lnTo>
                    <a:pt x="27432" y="141262"/>
                  </a:lnTo>
                  <a:lnTo>
                    <a:pt x="30632" y="141058"/>
                  </a:lnTo>
                  <a:lnTo>
                    <a:pt x="33197" y="140106"/>
                  </a:lnTo>
                  <a:lnTo>
                    <a:pt x="33108" y="138137"/>
                  </a:lnTo>
                  <a:lnTo>
                    <a:pt x="30467" y="137515"/>
                  </a:lnTo>
                  <a:lnTo>
                    <a:pt x="24053" y="137909"/>
                  </a:lnTo>
                  <a:lnTo>
                    <a:pt x="22542" y="138480"/>
                  </a:lnTo>
                  <a:lnTo>
                    <a:pt x="22847" y="136728"/>
                  </a:lnTo>
                  <a:lnTo>
                    <a:pt x="22682" y="132994"/>
                  </a:lnTo>
                  <a:lnTo>
                    <a:pt x="22517" y="129247"/>
                  </a:lnTo>
                  <a:lnTo>
                    <a:pt x="21691" y="126263"/>
                  </a:lnTo>
                  <a:lnTo>
                    <a:pt x="21323" y="126288"/>
                  </a:lnTo>
                  <a:lnTo>
                    <a:pt x="53086" y="89242"/>
                  </a:lnTo>
                  <a:lnTo>
                    <a:pt x="52666" y="91617"/>
                  </a:lnTo>
                  <a:lnTo>
                    <a:pt x="53022" y="99098"/>
                  </a:lnTo>
                  <a:lnTo>
                    <a:pt x="53467" y="100761"/>
                  </a:lnTo>
                  <a:lnTo>
                    <a:pt x="52070" y="100418"/>
                  </a:lnTo>
                  <a:lnTo>
                    <a:pt x="48856" y="100622"/>
                  </a:lnTo>
                  <a:lnTo>
                    <a:pt x="45656" y="100825"/>
                  </a:lnTo>
                  <a:lnTo>
                    <a:pt x="43091" y="101790"/>
                  </a:lnTo>
                  <a:lnTo>
                    <a:pt x="43192" y="103746"/>
                  </a:lnTo>
                  <a:lnTo>
                    <a:pt x="45821" y="104368"/>
                  </a:lnTo>
                  <a:lnTo>
                    <a:pt x="52235" y="103974"/>
                  </a:lnTo>
                  <a:lnTo>
                    <a:pt x="53657" y="103441"/>
                  </a:lnTo>
                  <a:lnTo>
                    <a:pt x="53365" y="105156"/>
                  </a:lnTo>
                  <a:lnTo>
                    <a:pt x="53543" y="108889"/>
                  </a:lnTo>
                  <a:lnTo>
                    <a:pt x="53708" y="112636"/>
                  </a:lnTo>
                  <a:lnTo>
                    <a:pt x="54533" y="115620"/>
                  </a:lnTo>
                  <a:lnTo>
                    <a:pt x="56210" y="115519"/>
                  </a:lnTo>
                  <a:lnTo>
                    <a:pt x="56756" y="112445"/>
                  </a:lnTo>
                  <a:lnTo>
                    <a:pt x="56400" y="104965"/>
                  </a:lnTo>
                  <a:lnTo>
                    <a:pt x="55943" y="103289"/>
                  </a:lnTo>
                  <a:lnTo>
                    <a:pt x="57429" y="103644"/>
                  </a:lnTo>
                  <a:lnTo>
                    <a:pt x="60629" y="103441"/>
                  </a:lnTo>
                  <a:lnTo>
                    <a:pt x="63830" y="103238"/>
                  </a:lnTo>
                  <a:lnTo>
                    <a:pt x="66395" y="102285"/>
                  </a:lnTo>
                  <a:lnTo>
                    <a:pt x="66370" y="101930"/>
                  </a:lnTo>
                  <a:lnTo>
                    <a:pt x="87731" y="126822"/>
                  </a:lnTo>
                  <a:lnTo>
                    <a:pt x="86106" y="126911"/>
                  </a:lnTo>
                  <a:lnTo>
                    <a:pt x="85559" y="129984"/>
                  </a:lnTo>
                  <a:lnTo>
                    <a:pt x="85902" y="137464"/>
                  </a:lnTo>
                  <a:lnTo>
                    <a:pt x="86347" y="139128"/>
                  </a:lnTo>
                  <a:lnTo>
                    <a:pt x="84950" y="138785"/>
                  </a:lnTo>
                  <a:lnTo>
                    <a:pt x="81749" y="138976"/>
                  </a:lnTo>
                  <a:lnTo>
                    <a:pt x="78549" y="139179"/>
                  </a:lnTo>
                  <a:lnTo>
                    <a:pt x="75984" y="140144"/>
                  </a:lnTo>
                  <a:lnTo>
                    <a:pt x="76073" y="142100"/>
                  </a:lnTo>
                  <a:lnTo>
                    <a:pt x="78714" y="142735"/>
                  </a:lnTo>
                  <a:lnTo>
                    <a:pt x="85115" y="142328"/>
                  </a:lnTo>
                  <a:lnTo>
                    <a:pt x="86550" y="141795"/>
                  </a:lnTo>
                  <a:lnTo>
                    <a:pt x="86258" y="143522"/>
                  </a:lnTo>
                  <a:lnTo>
                    <a:pt x="86423" y="147256"/>
                  </a:lnTo>
                  <a:lnTo>
                    <a:pt x="86588" y="150990"/>
                  </a:lnTo>
                  <a:lnTo>
                    <a:pt x="87414" y="153974"/>
                  </a:lnTo>
                  <a:lnTo>
                    <a:pt x="87960" y="153949"/>
                  </a:lnTo>
                  <a:lnTo>
                    <a:pt x="87960" y="127495"/>
                  </a:lnTo>
                  <a:lnTo>
                    <a:pt x="87795" y="126898"/>
                  </a:lnTo>
                  <a:lnTo>
                    <a:pt x="97574" y="138303"/>
                  </a:lnTo>
                  <a:lnTo>
                    <a:pt x="97574" y="127647"/>
                  </a:lnTo>
                  <a:lnTo>
                    <a:pt x="64668" y="89255"/>
                  </a:lnTo>
                  <a:lnTo>
                    <a:pt x="64668" y="99936"/>
                  </a:lnTo>
                  <a:lnTo>
                    <a:pt x="63665" y="99695"/>
                  </a:lnTo>
                  <a:lnTo>
                    <a:pt x="57264" y="100088"/>
                  </a:lnTo>
                  <a:lnTo>
                    <a:pt x="55753" y="100660"/>
                  </a:lnTo>
                  <a:lnTo>
                    <a:pt x="56057" y="98907"/>
                  </a:lnTo>
                  <a:lnTo>
                    <a:pt x="55892" y="95173"/>
                  </a:lnTo>
                  <a:lnTo>
                    <a:pt x="55714" y="91427"/>
                  </a:lnTo>
                  <a:lnTo>
                    <a:pt x="54902" y="88531"/>
                  </a:lnTo>
                  <a:lnTo>
                    <a:pt x="64668" y="99936"/>
                  </a:lnTo>
                  <a:lnTo>
                    <a:pt x="64668" y="89255"/>
                  </a:lnTo>
                  <a:lnTo>
                    <a:pt x="63449" y="87820"/>
                  </a:lnTo>
                  <a:lnTo>
                    <a:pt x="54838" y="77787"/>
                  </a:lnTo>
                  <a:lnTo>
                    <a:pt x="54838" y="88455"/>
                  </a:lnTo>
                  <a:lnTo>
                    <a:pt x="53695" y="88531"/>
                  </a:lnTo>
                  <a:lnTo>
                    <a:pt x="54305" y="87820"/>
                  </a:lnTo>
                  <a:lnTo>
                    <a:pt x="54838" y="88455"/>
                  </a:lnTo>
                  <a:lnTo>
                    <a:pt x="54838" y="77787"/>
                  </a:lnTo>
                  <a:lnTo>
                    <a:pt x="54305" y="77165"/>
                  </a:lnTo>
                  <a:lnTo>
                    <a:pt x="20256" y="116890"/>
                  </a:lnTo>
                  <a:lnTo>
                    <a:pt x="20256" y="138582"/>
                  </a:lnTo>
                  <a:lnTo>
                    <a:pt x="18859" y="138239"/>
                  </a:lnTo>
                  <a:lnTo>
                    <a:pt x="15659" y="138442"/>
                  </a:lnTo>
                  <a:lnTo>
                    <a:pt x="12458" y="138645"/>
                  </a:lnTo>
                  <a:lnTo>
                    <a:pt x="9969" y="139585"/>
                  </a:lnTo>
                  <a:lnTo>
                    <a:pt x="9969" y="141503"/>
                  </a:lnTo>
                  <a:lnTo>
                    <a:pt x="9131" y="140512"/>
                  </a:lnTo>
                  <a:lnTo>
                    <a:pt x="9893" y="139623"/>
                  </a:lnTo>
                  <a:lnTo>
                    <a:pt x="9969" y="141503"/>
                  </a:lnTo>
                  <a:lnTo>
                    <a:pt x="9969" y="139585"/>
                  </a:lnTo>
                  <a:lnTo>
                    <a:pt x="19685" y="128206"/>
                  </a:lnTo>
                  <a:lnTo>
                    <a:pt x="19469" y="129438"/>
                  </a:lnTo>
                  <a:lnTo>
                    <a:pt x="19812" y="136918"/>
                  </a:lnTo>
                  <a:lnTo>
                    <a:pt x="20256" y="138582"/>
                  </a:lnTo>
                  <a:lnTo>
                    <a:pt x="20256" y="116890"/>
                  </a:lnTo>
                  <a:lnTo>
                    <a:pt x="0" y="140512"/>
                  </a:lnTo>
                  <a:lnTo>
                    <a:pt x="54305" y="203860"/>
                  </a:lnTo>
                  <a:lnTo>
                    <a:pt x="63449" y="193205"/>
                  </a:lnTo>
                  <a:lnTo>
                    <a:pt x="108610" y="140512"/>
                  </a:lnTo>
                  <a:close/>
                </a:path>
                <a:path w="361315" h="204470">
                  <a:moveTo>
                    <a:pt x="165252" y="178104"/>
                  </a:moveTo>
                  <a:lnTo>
                    <a:pt x="165163" y="176149"/>
                  </a:lnTo>
                  <a:lnTo>
                    <a:pt x="162521" y="175514"/>
                  </a:lnTo>
                  <a:lnTo>
                    <a:pt x="156121" y="175920"/>
                  </a:lnTo>
                  <a:lnTo>
                    <a:pt x="153555" y="176885"/>
                  </a:lnTo>
                  <a:lnTo>
                    <a:pt x="153593" y="177863"/>
                  </a:lnTo>
                  <a:lnTo>
                    <a:pt x="152755" y="177901"/>
                  </a:lnTo>
                  <a:lnTo>
                    <a:pt x="152222" y="180987"/>
                  </a:lnTo>
                  <a:lnTo>
                    <a:pt x="152400" y="184721"/>
                  </a:lnTo>
                  <a:lnTo>
                    <a:pt x="152565" y="188455"/>
                  </a:lnTo>
                  <a:lnTo>
                    <a:pt x="153390" y="191439"/>
                  </a:lnTo>
                  <a:lnTo>
                    <a:pt x="155067" y="191338"/>
                  </a:lnTo>
                  <a:lnTo>
                    <a:pt x="155613" y="188277"/>
                  </a:lnTo>
                  <a:lnTo>
                    <a:pt x="155257" y="180797"/>
                  </a:lnTo>
                  <a:lnTo>
                    <a:pt x="154800" y="179120"/>
                  </a:lnTo>
                  <a:lnTo>
                    <a:pt x="156286" y="179463"/>
                  </a:lnTo>
                  <a:lnTo>
                    <a:pt x="159486" y="179273"/>
                  </a:lnTo>
                  <a:lnTo>
                    <a:pt x="162687" y="179070"/>
                  </a:lnTo>
                  <a:lnTo>
                    <a:pt x="165252" y="178104"/>
                  </a:lnTo>
                  <a:close/>
                </a:path>
                <a:path w="361315" h="204470">
                  <a:moveTo>
                    <a:pt x="165874" y="102285"/>
                  </a:moveTo>
                  <a:lnTo>
                    <a:pt x="165785" y="100317"/>
                  </a:lnTo>
                  <a:lnTo>
                    <a:pt x="163144" y="99695"/>
                  </a:lnTo>
                  <a:lnTo>
                    <a:pt x="156743" y="100088"/>
                  </a:lnTo>
                  <a:lnTo>
                    <a:pt x="155232" y="100660"/>
                  </a:lnTo>
                  <a:lnTo>
                    <a:pt x="155536" y="98907"/>
                  </a:lnTo>
                  <a:lnTo>
                    <a:pt x="155359" y="95173"/>
                  </a:lnTo>
                  <a:lnTo>
                    <a:pt x="155194" y="91427"/>
                  </a:lnTo>
                  <a:lnTo>
                    <a:pt x="154368" y="88442"/>
                  </a:lnTo>
                  <a:lnTo>
                    <a:pt x="152692" y="88557"/>
                  </a:lnTo>
                  <a:lnTo>
                    <a:pt x="152146" y="91617"/>
                  </a:lnTo>
                  <a:lnTo>
                    <a:pt x="152488" y="99098"/>
                  </a:lnTo>
                  <a:lnTo>
                    <a:pt x="152933" y="100761"/>
                  </a:lnTo>
                  <a:lnTo>
                    <a:pt x="151549" y="100418"/>
                  </a:lnTo>
                  <a:lnTo>
                    <a:pt x="148336" y="100622"/>
                  </a:lnTo>
                  <a:lnTo>
                    <a:pt x="145135" y="100825"/>
                  </a:lnTo>
                  <a:lnTo>
                    <a:pt x="142570" y="101790"/>
                  </a:lnTo>
                  <a:lnTo>
                    <a:pt x="142659" y="103746"/>
                  </a:lnTo>
                  <a:lnTo>
                    <a:pt x="145300" y="104368"/>
                  </a:lnTo>
                  <a:lnTo>
                    <a:pt x="151714" y="103974"/>
                  </a:lnTo>
                  <a:lnTo>
                    <a:pt x="153136" y="103441"/>
                  </a:lnTo>
                  <a:lnTo>
                    <a:pt x="152844" y="105156"/>
                  </a:lnTo>
                  <a:lnTo>
                    <a:pt x="153009" y="108889"/>
                  </a:lnTo>
                  <a:lnTo>
                    <a:pt x="153187" y="112636"/>
                  </a:lnTo>
                  <a:lnTo>
                    <a:pt x="154012" y="115620"/>
                  </a:lnTo>
                  <a:lnTo>
                    <a:pt x="155689" y="115519"/>
                  </a:lnTo>
                  <a:lnTo>
                    <a:pt x="156235" y="112445"/>
                  </a:lnTo>
                  <a:lnTo>
                    <a:pt x="155879" y="104965"/>
                  </a:lnTo>
                  <a:lnTo>
                    <a:pt x="155422" y="103289"/>
                  </a:lnTo>
                  <a:lnTo>
                    <a:pt x="156908" y="103644"/>
                  </a:lnTo>
                  <a:lnTo>
                    <a:pt x="160108" y="103441"/>
                  </a:lnTo>
                  <a:lnTo>
                    <a:pt x="163309" y="103238"/>
                  </a:lnTo>
                  <a:lnTo>
                    <a:pt x="165874" y="102285"/>
                  </a:lnTo>
                  <a:close/>
                </a:path>
                <a:path w="361315" h="204470">
                  <a:moveTo>
                    <a:pt x="198767" y="140639"/>
                  </a:moveTo>
                  <a:lnTo>
                    <a:pt x="198666" y="138684"/>
                  </a:lnTo>
                  <a:lnTo>
                    <a:pt x="196037" y="138049"/>
                  </a:lnTo>
                  <a:lnTo>
                    <a:pt x="189623" y="138455"/>
                  </a:lnTo>
                  <a:lnTo>
                    <a:pt x="188112" y="139026"/>
                  </a:lnTo>
                  <a:lnTo>
                    <a:pt x="188417" y="137274"/>
                  </a:lnTo>
                  <a:lnTo>
                    <a:pt x="188252" y="133527"/>
                  </a:lnTo>
                  <a:lnTo>
                    <a:pt x="188087" y="129794"/>
                  </a:lnTo>
                  <a:lnTo>
                    <a:pt x="187261" y="126809"/>
                  </a:lnTo>
                  <a:lnTo>
                    <a:pt x="185585" y="126911"/>
                  </a:lnTo>
                  <a:lnTo>
                    <a:pt x="185039" y="129984"/>
                  </a:lnTo>
                  <a:lnTo>
                    <a:pt x="185381" y="137464"/>
                  </a:lnTo>
                  <a:lnTo>
                    <a:pt x="185826" y="139128"/>
                  </a:lnTo>
                  <a:lnTo>
                    <a:pt x="184429" y="138785"/>
                  </a:lnTo>
                  <a:lnTo>
                    <a:pt x="181229" y="138976"/>
                  </a:lnTo>
                  <a:lnTo>
                    <a:pt x="178015" y="139179"/>
                  </a:lnTo>
                  <a:lnTo>
                    <a:pt x="175450" y="140144"/>
                  </a:lnTo>
                  <a:lnTo>
                    <a:pt x="175552" y="142100"/>
                  </a:lnTo>
                  <a:lnTo>
                    <a:pt x="178193" y="142735"/>
                  </a:lnTo>
                  <a:lnTo>
                    <a:pt x="184594" y="142328"/>
                  </a:lnTo>
                  <a:lnTo>
                    <a:pt x="186029" y="141795"/>
                  </a:lnTo>
                  <a:lnTo>
                    <a:pt x="185737" y="143522"/>
                  </a:lnTo>
                  <a:lnTo>
                    <a:pt x="185902" y="147256"/>
                  </a:lnTo>
                  <a:lnTo>
                    <a:pt x="186067" y="150990"/>
                  </a:lnTo>
                  <a:lnTo>
                    <a:pt x="186893" y="153974"/>
                  </a:lnTo>
                  <a:lnTo>
                    <a:pt x="188569" y="153873"/>
                  </a:lnTo>
                  <a:lnTo>
                    <a:pt x="189115" y="150799"/>
                  </a:lnTo>
                  <a:lnTo>
                    <a:pt x="188772" y="143332"/>
                  </a:lnTo>
                  <a:lnTo>
                    <a:pt x="188315" y="141655"/>
                  </a:lnTo>
                  <a:lnTo>
                    <a:pt x="189788" y="141998"/>
                  </a:lnTo>
                  <a:lnTo>
                    <a:pt x="192989" y="141808"/>
                  </a:lnTo>
                  <a:lnTo>
                    <a:pt x="196202" y="141605"/>
                  </a:lnTo>
                  <a:lnTo>
                    <a:pt x="198767" y="140639"/>
                  </a:lnTo>
                  <a:close/>
                </a:path>
                <a:path w="361315" h="204470">
                  <a:moveTo>
                    <a:pt x="310438" y="140512"/>
                  </a:moveTo>
                  <a:lnTo>
                    <a:pt x="301307" y="129870"/>
                  </a:lnTo>
                  <a:lnTo>
                    <a:pt x="301307" y="140512"/>
                  </a:lnTo>
                  <a:lnTo>
                    <a:pt x="291185" y="152311"/>
                  </a:lnTo>
                  <a:lnTo>
                    <a:pt x="291465" y="150799"/>
                  </a:lnTo>
                  <a:lnTo>
                    <a:pt x="291122" y="143332"/>
                  </a:lnTo>
                  <a:lnTo>
                    <a:pt x="290664" y="141655"/>
                  </a:lnTo>
                  <a:lnTo>
                    <a:pt x="292138" y="141998"/>
                  </a:lnTo>
                  <a:lnTo>
                    <a:pt x="295351" y="141808"/>
                  </a:lnTo>
                  <a:lnTo>
                    <a:pt x="298551" y="141605"/>
                  </a:lnTo>
                  <a:lnTo>
                    <a:pt x="301117" y="140639"/>
                  </a:lnTo>
                  <a:lnTo>
                    <a:pt x="301091" y="140271"/>
                  </a:lnTo>
                  <a:lnTo>
                    <a:pt x="301307" y="140512"/>
                  </a:lnTo>
                  <a:lnTo>
                    <a:pt x="301307" y="129870"/>
                  </a:lnTo>
                  <a:lnTo>
                    <a:pt x="299402" y="127647"/>
                  </a:lnTo>
                  <a:lnTo>
                    <a:pt x="299402" y="138303"/>
                  </a:lnTo>
                  <a:lnTo>
                    <a:pt x="298386" y="138049"/>
                  </a:lnTo>
                  <a:lnTo>
                    <a:pt x="291973" y="138455"/>
                  </a:lnTo>
                  <a:lnTo>
                    <a:pt x="290461" y="139026"/>
                  </a:lnTo>
                  <a:lnTo>
                    <a:pt x="290766" y="137274"/>
                  </a:lnTo>
                  <a:lnTo>
                    <a:pt x="290601" y="133527"/>
                  </a:lnTo>
                  <a:lnTo>
                    <a:pt x="290436" y="129794"/>
                  </a:lnTo>
                  <a:lnTo>
                    <a:pt x="289788" y="127495"/>
                  </a:lnTo>
                  <a:lnTo>
                    <a:pt x="289788" y="153949"/>
                  </a:lnTo>
                  <a:lnTo>
                    <a:pt x="256133" y="193205"/>
                  </a:lnTo>
                  <a:lnTo>
                    <a:pt x="244449" y="179578"/>
                  </a:lnTo>
                  <a:lnTo>
                    <a:pt x="247040" y="180200"/>
                  </a:lnTo>
                  <a:lnTo>
                    <a:pt x="253441" y="179793"/>
                  </a:lnTo>
                  <a:lnTo>
                    <a:pt x="254876" y="179260"/>
                  </a:lnTo>
                  <a:lnTo>
                    <a:pt x="254584" y="180987"/>
                  </a:lnTo>
                  <a:lnTo>
                    <a:pt x="254749" y="184721"/>
                  </a:lnTo>
                  <a:lnTo>
                    <a:pt x="254914" y="188455"/>
                  </a:lnTo>
                  <a:lnTo>
                    <a:pt x="255739" y="191439"/>
                  </a:lnTo>
                  <a:lnTo>
                    <a:pt x="257416" y="191338"/>
                  </a:lnTo>
                  <a:lnTo>
                    <a:pt x="257962" y="188277"/>
                  </a:lnTo>
                  <a:lnTo>
                    <a:pt x="257619" y="180797"/>
                  </a:lnTo>
                  <a:lnTo>
                    <a:pt x="257149" y="179120"/>
                  </a:lnTo>
                  <a:lnTo>
                    <a:pt x="258635" y="179463"/>
                  </a:lnTo>
                  <a:lnTo>
                    <a:pt x="261835" y="179273"/>
                  </a:lnTo>
                  <a:lnTo>
                    <a:pt x="265049" y="179070"/>
                  </a:lnTo>
                  <a:lnTo>
                    <a:pt x="267614" y="178104"/>
                  </a:lnTo>
                  <a:lnTo>
                    <a:pt x="267512" y="176149"/>
                  </a:lnTo>
                  <a:lnTo>
                    <a:pt x="264883" y="175514"/>
                  </a:lnTo>
                  <a:lnTo>
                    <a:pt x="258470" y="175920"/>
                  </a:lnTo>
                  <a:lnTo>
                    <a:pt x="256959" y="176491"/>
                  </a:lnTo>
                  <a:lnTo>
                    <a:pt x="257263" y="174739"/>
                  </a:lnTo>
                  <a:lnTo>
                    <a:pt x="257098" y="170992"/>
                  </a:lnTo>
                  <a:lnTo>
                    <a:pt x="256933" y="167259"/>
                  </a:lnTo>
                  <a:lnTo>
                    <a:pt x="256095" y="164274"/>
                  </a:lnTo>
                  <a:lnTo>
                    <a:pt x="254431" y="164376"/>
                  </a:lnTo>
                  <a:lnTo>
                    <a:pt x="253885" y="167449"/>
                  </a:lnTo>
                  <a:lnTo>
                    <a:pt x="254228" y="174929"/>
                  </a:lnTo>
                  <a:lnTo>
                    <a:pt x="254673" y="176593"/>
                  </a:lnTo>
                  <a:lnTo>
                    <a:pt x="253276" y="176250"/>
                  </a:lnTo>
                  <a:lnTo>
                    <a:pt x="250075" y="176441"/>
                  </a:lnTo>
                  <a:lnTo>
                    <a:pt x="246862" y="176644"/>
                  </a:lnTo>
                  <a:lnTo>
                    <a:pt x="244297" y="177609"/>
                  </a:lnTo>
                  <a:lnTo>
                    <a:pt x="244386" y="179514"/>
                  </a:lnTo>
                  <a:lnTo>
                    <a:pt x="211886" y="141592"/>
                  </a:lnTo>
                  <a:lnTo>
                    <a:pt x="214452" y="142189"/>
                  </a:lnTo>
                  <a:lnTo>
                    <a:pt x="220865" y="141795"/>
                  </a:lnTo>
                  <a:lnTo>
                    <a:pt x="222288" y="141262"/>
                  </a:lnTo>
                  <a:lnTo>
                    <a:pt x="221996" y="142976"/>
                  </a:lnTo>
                  <a:lnTo>
                    <a:pt x="222161" y="146723"/>
                  </a:lnTo>
                  <a:lnTo>
                    <a:pt x="222338" y="150456"/>
                  </a:lnTo>
                  <a:lnTo>
                    <a:pt x="223164" y="153441"/>
                  </a:lnTo>
                  <a:lnTo>
                    <a:pt x="224840" y="153339"/>
                  </a:lnTo>
                  <a:lnTo>
                    <a:pt x="225386" y="150266"/>
                  </a:lnTo>
                  <a:lnTo>
                    <a:pt x="225031" y="142786"/>
                  </a:lnTo>
                  <a:lnTo>
                    <a:pt x="224574" y="141109"/>
                  </a:lnTo>
                  <a:lnTo>
                    <a:pt x="226060" y="141465"/>
                  </a:lnTo>
                  <a:lnTo>
                    <a:pt x="229260" y="141262"/>
                  </a:lnTo>
                  <a:lnTo>
                    <a:pt x="232460" y="141058"/>
                  </a:lnTo>
                  <a:lnTo>
                    <a:pt x="235026" y="140106"/>
                  </a:lnTo>
                  <a:lnTo>
                    <a:pt x="234937" y="138137"/>
                  </a:lnTo>
                  <a:lnTo>
                    <a:pt x="232295" y="137515"/>
                  </a:lnTo>
                  <a:lnTo>
                    <a:pt x="225894" y="137909"/>
                  </a:lnTo>
                  <a:lnTo>
                    <a:pt x="224370" y="138480"/>
                  </a:lnTo>
                  <a:lnTo>
                    <a:pt x="224688" y="136728"/>
                  </a:lnTo>
                  <a:lnTo>
                    <a:pt x="224510" y="132994"/>
                  </a:lnTo>
                  <a:lnTo>
                    <a:pt x="224345" y="129247"/>
                  </a:lnTo>
                  <a:lnTo>
                    <a:pt x="223520" y="126263"/>
                  </a:lnTo>
                  <a:lnTo>
                    <a:pt x="223164" y="126288"/>
                  </a:lnTo>
                  <a:lnTo>
                    <a:pt x="254927" y="89230"/>
                  </a:lnTo>
                  <a:lnTo>
                    <a:pt x="254508" y="91617"/>
                  </a:lnTo>
                  <a:lnTo>
                    <a:pt x="254850" y="99098"/>
                  </a:lnTo>
                  <a:lnTo>
                    <a:pt x="255295" y="100761"/>
                  </a:lnTo>
                  <a:lnTo>
                    <a:pt x="253898" y="100418"/>
                  </a:lnTo>
                  <a:lnTo>
                    <a:pt x="250698" y="100622"/>
                  </a:lnTo>
                  <a:lnTo>
                    <a:pt x="247484" y="100825"/>
                  </a:lnTo>
                  <a:lnTo>
                    <a:pt x="244919" y="101790"/>
                  </a:lnTo>
                  <a:lnTo>
                    <a:pt x="245021" y="103746"/>
                  </a:lnTo>
                  <a:lnTo>
                    <a:pt x="247662" y="104368"/>
                  </a:lnTo>
                  <a:lnTo>
                    <a:pt x="254063" y="103974"/>
                  </a:lnTo>
                  <a:lnTo>
                    <a:pt x="255498" y="103441"/>
                  </a:lnTo>
                  <a:lnTo>
                    <a:pt x="255206" y="105156"/>
                  </a:lnTo>
                  <a:lnTo>
                    <a:pt x="255371" y="108889"/>
                  </a:lnTo>
                  <a:lnTo>
                    <a:pt x="255536" y="112636"/>
                  </a:lnTo>
                  <a:lnTo>
                    <a:pt x="256362" y="115620"/>
                  </a:lnTo>
                  <a:lnTo>
                    <a:pt x="258038" y="115519"/>
                  </a:lnTo>
                  <a:lnTo>
                    <a:pt x="258584" y="112445"/>
                  </a:lnTo>
                  <a:lnTo>
                    <a:pt x="258241" y="104965"/>
                  </a:lnTo>
                  <a:lnTo>
                    <a:pt x="257771" y="103289"/>
                  </a:lnTo>
                  <a:lnTo>
                    <a:pt x="259257" y="103644"/>
                  </a:lnTo>
                  <a:lnTo>
                    <a:pt x="262458" y="103441"/>
                  </a:lnTo>
                  <a:lnTo>
                    <a:pt x="265671" y="103238"/>
                  </a:lnTo>
                  <a:lnTo>
                    <a:pt x="268236" y="102285"/>
                  </a:lnTo>
                  <a:lnTo>
                    <a:pt x="268211" y="101942"/>
                  </a:lnTo>
                  <a:lnTo>
                    <a:pt x="289560" y="126822"/>
                  </a:lnTo>
                  <a:lnTo>
                    <a:pt x="287934" y="126911"/>
                  </a:lnTo>
                  <a:lnTo>
                    <a:pt x="287388" y="129984"/>
                  </a:lnTo>
                  <a:lnTo>
                    <a:pt x="287731" y="137464"/>
                  </a:lnTo>
                  <a:lnTo>
                    <a:pt x="288175" y="139128"/>
                  </a:lnTo>
                  <a:lnTo>
                    <a:pt x="286778" y="138785"/>
                  </a:lnTo>
                  <a:lnTo>
                    <a:pt x="283578" y="138976"/>
                  </a:lnTo>
                  <a:lnTo>
                    <a:pt x="280377" y="139179"/>
                  </a:lnTo>
                  <a:lnTo>
                    <a:pt x="277812" y="140144"/>
                  </a:lnTo>
                  <a:lnTo>
                    <a:pt x="277901" y="142100"/>
                  </a:lnTo>
                  <a:lnTo>
                    <a:pt x="280543" y="142735"/>
                  </a:lnTo>
                  <a:lnTo>
                    <a:pt x="286956" y="142328"/>
                  </a:lnTo>
                  <a:lnTo>
                    <a:pt x="288378" y="141795"/>
                  </a:lnTo>
                  <a:lnTo>
                    <a:pt x="288086" y="143522"/>
                  </a:lnTo>
                  <a:lnTo>
                    <a:pt x="288251" y="147256"/>
                  </a:lnTo>
                  <a:lnTo>
                    <a:pt x="288417" y="150990"/>
                  </a:lnTo>
                  <a:lnTo>
                    <a:pt x="289255" y="153974"/>
                  </a:lnTo>
                  <a:lnTo>
                    <a:pt x="289788" y="153949"/>
                  </a:lnTo>
                  <a:lnTo>
                    <a:pt x="289788" y="127495"/>
                  </a:lnTo>
                  <a:lnTo>
                    <a:pt x="289623" y="126898"/>
                  </a:lnTo>
                  <a:lnTo>
                    <a:pt x="299402" y="138303"/>
                  </a:lnTo>
                  <a:lnTo>
                    <a:pt x="299402" y="127647"/>
                  </a:lnTo>
                  <a:lnTo>
                    <a:pt x="266496" y="89255"/>
                  </a:lnTo>
                  <a:lnTo>
                    <a:pt x="266496" y="99936"/>
                  </a:lnTo>
                  <a:lnTo>
                    <a:pt x="265506" y="99695"/>
                  </a:lnTo>
                  <a:lnTo>
                    <a:pt x="259092" y="100088"/>
                  </a:lnTo>
                  <a:lnTo>
                    <a:pt x="257581" y="100660"/>
                  </a:lnTo>
                  <a:lnTo>
                    <a:pt x="257886" y="98907"/>
                  </a:lnTo>
                  <a:lnTo>
                    <a:pt x="257721" y="95173"/>
                  </a:lnTo>
                  <a:lnTo>
                    <a:pt x="257556" y="91427"/>
                  </a:lnTo>
                  <a:lnTo>
                    <a:pt x="256730" y="88531"/>
                  </a:lnTo>
                  <a:lnTo>
                    <a:pt x="266496" y="99936"/>
                  </a:lnTo>
                  <a:lnTo>
                    <a:pt x="266496" y="89255"/>
                  </a:lnTo>
                  <a:lnTo>
                    <a:pt x="265277" y="87820"/>
                  </a:lnTo>
                  <a:lnTo>
                    <a:pt x="256667" y="77787"/>
                  </a:lnTo>
                  <a:lnTo>
                    <a:pt x="256667" y="88455"/>
                  </a:lnTo>
                  <a:lnTo>
                    <a:pt x="255524" y="88531"/>
                  </a:lnTo>
                  <a:lnTo>
                    <a:pt x="256133" y="87820"/>
                  </a:lnTo>
                  <a:lnTo>
                    <a:pt x="256667" y="88455"/>
                  </a:lnTo>
                  <a:lnTo>
                    <a:pt x="256667" y="77787"/>
                  </a:lnTo>
                  <a:lnTo>
                    <a:pt x="256133" y="77165"/>
                  </a:lnTo>
                  <a:lnTo>
                    <a:pt x="222084" y="116890"/>
                  </a:lnTo>
                  <a:lnTo>
                    <a:pt x="222084" y="138582"/>
                  </a:lnTo>
                  <a:lnTo>
                    <a:pt x="220700" y="138239"/>
                  </a:lnTo>
                  <a:lnTo>
                    <a:pt x="217487" y="138442"/>
                  </a:lnTo>
                  <a:lnTo>
                    <a:pt x="214287" y="138645"/>
                  </a:lnTo>
                  <a:lnTo>
                    <a:pt x="211797" y="139585"/>
                  </a:lnTo>
                  <a:lnTo>
                    <a:pt x="211797" y="141490"/>
                  </a:lnTo>
                  <a:lnTo>
                    <a:pt x="210972" y="140512"/>
                  </a:lnTo>
                  <a:lnTo>
                    <a:pt x="211721" y="139649"/>
                  </a:lnTo>
                  <a:lnTo>
                    <a:pt x="211797" y="141490"/>
                  </a:lnTo>
                  <a:lnTo>
                    <a:pt x="211797" y="139585"/>
                  </a:lnTo>
                  <a:lnTo>
                    <a:pt x="221513" y="128219"/>
                  </a:lnTo>
                  <a:lnTo>
                    <a:pt x="221297" y="129438"/>
                  </a:lnTo>
                  <a:lnTo>
                    <a:pt x="221640" y="136918"/>
                  </a:lnTo>
                  <a:lnTo>
                    <a:pt x="222084" y="138582"/>
                  </a:lnTo>
                  <a:lnTo>
                    <a:pt x="222084" y="116890"/>
                  </a:lnTo>
                  <a:lnTo>
                    <a:pt x="201828" y="140512"/>
                  </a:lnTo>
                  <a:lnTo>
                    <a:pt x="256133" y="203860"/>
                  </a:lnTo>
                  <a:lnTo>
                    <a:pt x="265277" y="193205"/>
                  </a:lnTo>
                  <a:lnTo>
                    <a:pt x="310438" y="140512"/>
                  </a:lnTo>
                  <a:close/>
                </a:path>
                <a:path w="361315" h="204470">
                  <a:moveTo>
                    <a:pt x="360984" y="63347"/>
                  </a:moveTo>
                  <a:lnTo>
                    <a:pt x="351853" y="52705"/>
                  </a:lnTo>
                  <a:lnTo>
                    <a:pt x="351853" y="63347"/>
                  </a:lnTo>
                  <a:lnTo>
                    <a:pt x="306679" y="116039"/>
                  </a:lnTo>
                  <a:lnTo>
                    <a:pt x="294982" y="102412"/>
                  </a:lnTo>
                  <a:lnTo>
                    <a:pt x="297573" y="103035"/>
                  </a:lnTo>
                  <a:lnTo>
                    <a:pt x="303987" y="102641"/>
                  </a:lnTo>
                  <a:lnTo>
                    <a:pt x="305422" y="102108"/>
                  </a:lnTo>
                  <a:lnTo>
                    <a:pt x="305130" y="103822"/>
                  </a:lnTo>
                  <a:lnTo>
                    <a:pt x="305295" y="107556"/>
                  </a:lnTo>
                  <a:lnTo>
                    <a:pt x="305460" y="111302"/>
                  </a:lnTo>
                  <a:lnTo>
                    <a:pt x="306285" y="114287"/>
                  </a:lnTo>
                  <a:lnTo>
                    <a:pt x="307962" y="114173"/>
                  </a:lnTo>
                  <a:lnTo>
                    <a:pt x="308508" y="111112"/>
                  </a:lnTo>
                  <a:lnTo>
                    <a:pt x="308165" y="103632"/>
                  </a:lnTo>
                  <a:lnTo>
                    <a:pt x="307695" y="101968"/>
                  </a:lnTo>
                  <a:lnTo>
                    <a:pt x="309181" y="102311"/>
                  </a:lnTo>
                  <a:lnTo>
                    <a:pt x="312381" y="102108"/>
                  </a:lnTo>
                  <a:lnTo>
                    <a:pt x="315582" y="101904"/>
                  </a:lnTo>
                  <a:lnTo>
                    <a:pt x="318147" y="100939"/>
                  </a:lnTo>
                  <a:lnTo>
                    <a:pt x="318058" y="98983"/>
                  </a:lnTo>
                  <a:lnTo>
                    <a:pt x="315417" y="98361"/>
                  </a:lnTo>
                  <a:lnTo>
                    <a:pt x="309016" y="98755"/>
                  </a:lnTo>
                  <a:lnTo>
                    <a:pt x="307505" y="99326"/>
                  </a:lnTo>
                  <a:lnTo>
                    <a:pt x="307809" y="97574"/>
                  </a:lnTo>
                  <a:lnTo>
                    <a:pt x="307644" y="93840"/>
                  </a:lnTo>
                  <a:lnTo>
                    <a:pt x="307467" y="90093"/>
                  </a:lnTo>
                  <a:lnTo>
                    <a:pt x="306641" y="87109"/>
                  </a:lnTo>
                  <a:lnTo>
                    <a:pt x="304965" y="87223"/>
                  </a:lnTo>
                  <a:lnTo>
                    <a:pt x="304419" y="90284"/>
                  </a:lnTo>
                  <a:lnTo>
                    <a:pt x="304774" y="97764"/>
                  </a:lnTo>
                  <a:lnTo>
                    <a:pt x="305219" y="99428"/>
                  </a:lnTo>
                  <a:lnTo>
                    <a:pt x="303822" y="99085"/>
                  </a:lnTo>
                  <a:lnTo>
                    <a:pt x="300609" y="99288"/>
                  </a:lnTo>
                  <a:lnTo>
                    <a:pt x="297408" y="99479"/>
                  </a:lnTo>
                  <a:lnTo>
                    <a:pt x="294843" y="100444"/>
                  </a:lnTo>
                  <a:lnTo>
                    <a:pt x="294932" y="102362"/>
                  </a:lnTo>
                  <a:lnTo>
                    <a:pt x="262420" y="64427"/>
                  </a:lnTo>
                  <a:lnTo>
                    <a:pt x="264998" y="65024"/>
                  </a:lnTo>
                  <a:lnTo>
                    <a:pt x="271411" y="64630"/>
                  </a:lnTo>
                  <a:lnTo>
                    <a:pt x="272834" y="64096"/>
                  </a:lnTo>
                  <a:lnTo>
                    <a:pt x="272542" y="65824"/>
                  </a:lnTo>
                  <a:lnTo>
                    <a:pt x="272707" y="69557"/>
                  </a:lnTo>
                  <a:lnTo>
                    <a:pt x="272872" y="73291"/>
                  </a:lnTo>
                  <a:lnTo>
                    <a:pt x="273710" y="76276"/>
                  </a:lnTo>
                  <a:lnTo>
                    <a:pt x="275374" y="76174"/>
                  </a:lnTo>
                  <a:lnTo>
                    <a:pt x="275920" y="73101"/>
                  </a:lnTo>
                  <a:lnTo>
                    <a:pt x="275577" y="65633"/>
                  </a:lnTo>
                  <a:lnTo>
                    <a:pt x="275120" y="63957"/>
                  </a:lnTo>
                  <a:lnTo>
                    <a:pt x="276606" y="64300"/>
                  </a:lnTo>
                  <a:lnTo>
                    <a:pt x="279806" y="64096"/>
                  </a:lnTo>
                  <a:lnTo>
                    <a:pt x="283006" y="63906"/>
                  </a:lnTo>
                  <a:lnTo>
                    <a:pt x="285572" y="62941"/>
                  </a:lnTo>
                  <a:lnTo>
                    <a:pt x="285483" y="60985"/>
                  </a:lnTo>
                  <a:lnTo>
                    <a:pt x="282841" y="60350"/>
                  </a:lnTo>
                  <a:lnTo>
                    <a:pt x="276428" y="60756"/>
                  </a:lnTo>
                  <a:lnTo>
                    <a:pt x="274916" y="61328"/>
                  </a:lnTo>
                  <a:lnTo>
                    <a:pt x="275221" y="59575"/>
                  </a:lnTo>
                  <a:lnTo>
                    <a:pt x="275056" y="55829"/>
                  </a:lnTo>
                  <a:lnTo>
                    <a:pt x="274891" y="52095"/>
                  </a:lnTo>
                  <a:lnTo>
                    <a:pt x="274066" y="49110"/>
                  </a:lnTo>
                  <a:lnTo>
                    <a:pt x="273685" y="49136"/>
                  </a:lnTo>
                  <a:lnTo>
                    <a:pt x="306679" y="10668"/>
                  </a:lnTo>
                  <a:lnTo>
                    <a:pt x="340093" y="49657"/>
                  </a:lnTo>
                  <a:lnTo>
                    <a:pt x="338480" y="49758"/>
                  </a:lnTo>
                  <a:lnTo>
                    <a:pt x="337934" y="52819"/>
                  </a:lnTo>
                  <a:lnTo>
                    <a:pt x="338277" y="60299"/>
                  </a:lnTo>
                  <a:lnTo>
                    <a:pt x="339090" y="63296"/>
                  </a:lnTo>
                  <a:lnTo>
                    <a:pt x="340779" y="63182"/>
                  </a:lnTo>
                  <a:lnTo>
                    <a:pt x="341312" y="60109"/>
                  </a:lnTo>
                  <a:lnTo>
                    <a:pt x="341147" y="56375"/>
                  </a:lnTo>
                  <a:lnTo>
                    <a:pt x="340982" y="52628"/>
                  </a:lnTo>
                  <a:lnTo>
                    <a:pt x="340182" y="49745"/>
                  </a:lnTo>
                  <a:lnTo>
                    <a:pt x="351853" y="63347"/>
                  </a:lnTo>
                  <a:lnTo>
                    <a:pt x="351853" y="52705"/>
                  </a:lnTo>
                  <a:lnTo>
                    <a:pt x="315823" y="10668"/>
                  </a:lnTo>
                  <a:lnTo>
                    <a:pt x="306679" y="0"/>
                  </a:lnTo>
                  <a:lnTo>
                    <a:pt x="272643" y="39700"/>
                  </a:lnTo>
                  <a:lnTo>
                    <a:pt x="272643" y="61429"/>
                  </a:lnTo>
                  <a:lnTo>
                    <a:pt x="271233" y="61087"/>
                  </a:lnTo>
                  <a:lnTo>
                    <a:pt x="268033" y="61277"/>
                  </a:lnTo>
                  <a:lnTo>
                    <a:pt x="264833" y="61480"/>
                  </a:lnTo>
                  <a:lnTo>
                    <a:pt x="262343" y="62433"/>
                  </a:lnTo>
                  <a:lnTo>
                    <a:pt x="262343" y="64338"/>
                  </a:lnTo>
                  <a:lnTo>
                    <a:pt x="261505" y="63347"/>
                  </a:lnTo>
                  <a:lnTo>
                    <a:pt x="262267" y="62458"/>
                  </a:lnTo>
                  <a:lnTo>
                    <a:pt x="262343" y="64338"/>
                  </a:lnTo>
                  <a:lnTo>
                    <a:pt x="262343" y="62433"/>
                  </a:lnTo>
                  <a:lnTo>
                    <a:pt x="272059" y="51041"/>
                  </a:lnTo>
                  <a:lnTo>
                    <a:pt x="271843" y="52285"/>
                  </a:lnTo>
                  <a:lnTo>
                    <a:pt x="272186" y="59753"/>
                  </a:lnTo>
                  <a:lnTo>
                    <a:pt x="272643" y="61429"/>
                  </a:lnTo>
                  <a:lnTo>
                    <a:pt x="272643" y="39700"/>
                  </a:lnTo>
                  <a:lnTo>
                    <a:pt x="256146" y="58940"/>
                  </a:lnTo>
                  <a:lnTo>
                    <a:pt x="250812" y="52717"/>
                  </a:lnTo>
                  <a:lnTo>
                    <a:pt x="250812" y="63347"/>
                  </a:lnTo>
                  <a:lnTo>
                    <a:pt x="240703" y="75145"/>
                  </a:lnTo>
                  <a:lnTo>
                    <a:pt x="240969" y="73647"/>
                  </a:lnTo>
                  <a:lnTo>
                    <a:pt x="240626" y="66167"/>
                  </a:lnTo>
                  <a:lnTo>
                    <a:pt x="240169" y="64490"/>
                  </a:lnTo>
                  <a:lnTo>
                    <a:pt x="241655" y="64846"/>
                  </a:lnTo>
                  <a:lnTo>
                    <a:pt x="244856" y="64643"/>
                  </a:lnTo>
                  <a:lnTo>
                    <a:pt x="248056" y="64439"/>
                  </a:lnTo>
                  <a:lnTo>
                    <a:pt x="250621" y="63474"/>
                  </a:lnTo>
                  <a:lnTo>
                    <a:pt x="250596" y="63106"/>
                  </a:lnTo>
                  <a:lnTo>
                    <a:pt x="250812" y="63347"/>
                  </a:lnTo>
                  <a:lnTo>
                    <a:pt x="250812" y="52717"/>
                  </a:lnTo>
                  <a:lnTo>
                    <a:pt x="248907" y="50495"/>
                  </a:lnTo>
                  <a:lnTo>
                    <a:pt x="248907" y="61150"/>
                  </a:lnTo>
                  <a:lnTo>
                    <a:pt x="247891" y="60896"/>
                  </a:lnTo>
                  <a:lnTo>
                    <a:pt x="241477" y="61290"/>
                  </a:lnTo>
                  <a:lnTo>
                    <a:pt x="239966" y="61861"/>
                  </a:lnTo>
                  <a:lnTo>
                    <a:pt x="240271" y="60109"/>
                  </a:lnTo>
                  <a:lnTo>
                    <a:pt x="240106" y="56375"/>
                  </a:lnTo>
                  <a:lnTo>
                    <a:pt x="239941" y="52628"/>
                  </a:lnTo>
                  <a:lnTo>
                    <a:pt x="239293" y="50330"/>
                  </a:lnTo>
                  <a:lnTo>
                    <a:pt x="239293" y="76796"/>
                  </a:lnTo>
                  <a:lnTo>
                    <a:pt x="205651" y="116039"/>
                  </a:lnTo>
                  <a:lnTo>
                    <a:pt x="193967" y="102425"/>
                  </a:lnTo>
                  <a:lnTo>
                    <a:pt x="196545" y="103035"/>
                  </a:lnTo>
                  <a:lnTo>
                    <a:pt x="202946" y="102641"/>
                  </a:lnTo>
                  <a:lnTo>
                    <a:pt x="204381" y="102108"/>
                  </a:lnTo>
                  <a:lnTo>
                    <a:pt x="204089" y="103822"/>
                  </a:lnTo>
                  <a:lnTo>
                    <a:pt x="204254" y="107556"/>
                  </a:lnTo>
                  <a:lnTo>
                    <a:pt x="204419" y="111302"/>
                  </a:lnTo>
                  <a:lnTo>
                    <a:pt x="205244" y="114287"/>
                  </a:lnTo>
                  <a:lnTo>
                    <a:pt x="206921" y="114173"/>
                  </a:lnTo>
                  <a:lnTo>
                    <a:pt x="207467" y="111112"/>
                  </a:lnTo>
                  <a:lnTo>
                    <a:pt x="207124" y="103632"/>
                  </a:lnTo>
                  <a:lnTo>
                    <a:pt x="206667" y="101968"/>
                  </a:lnTo>
                  <a:lnTo>
                    <a:pt x="208140" y="102311"/>
                  </a:lnTo>
                  <a:lnTo>
                    <a:pt x="211353" y="102108"/>
                  </a:lnTo>
                  <a:lnTo>
                    <a:pt x="214553" y="101904"/>
                  </a:lnTo>
                  <a:lnTo>
                    <a:pt x="217119" y="100939"/>
                  </a:lnTo>
                  <a:lnTo>
                    <a:pt x="217017" y="98983"/>
                  </a:lnTo>
                  <a:lnTo>
                    <a:pt x="214388" y="98361"/>
                  </a:lnTo>
                  <a:lnTo>
                    <a:pt x="207975" y="98755"/>
                  </a:lnTo>
                  <a:lnTo>
                    <a:pt x="206463" y="99326"/>
                  </a:lnTo>
                  <a:lnTo>
                    <a:pt x="206768" y="97574"/>
                  </a:lnTo>
                  <a:lnTo>
                    <a:pt x="206603" y="93840"/>
                  </a:lnTo>
                  <a:lnTo>
                    <a:pt x="206438" y="90093"/>
                  </a:lnTo>
                  <a:lnTo>
                    <a:pt x="205600" y="87109"/>
                  </a:lnTo>
                  <a:lnTo>
                    <a:pt x="203936" y="87223"/>
                  </a:lnTo>
                  <a:lnTo>
                    <a:pt x="203390" y="90284"/>
                  </a:lnTo>
                  <a:lnTo>
                    <a:pt x="203733" y="97764"/>
                  </a:lnTo>
                  <a:lnTo>
                    <a:pt x="204177" y="99428"/>
                  </a:lnTo>
                  <a:lnTo>
                    <a:pt x="202780" y="99085"/>
                  </a:lnTo>
                  <a:lnTo>
                    <a:pt x="199580" y="99288"/>
                  </a:lnTo>
                  <a:lnTo>
                    <a:pt x="196380" y="99479"/>
                  </a:lnTo>
                  <a:lnTo>
                    <a:pt x="193814" y="100444"/>
                  </a:lnTo>
                  <a:lnTo>
                    <a:pt x="193890" y="102349"/>
                  </a:lnTo>
                  <a:lnTo>
                    <a:pt x="161391" y="64427"/>
                  </a:lnTo>
                  <a:lnTo>
                    <a:pt x="163957" y="65024"/>
                  </a:lnTo>
                  <a:lnTo>
                    <a:pt x="170370" y="64630"/>
                  </a:lnTo>
                  <a:lnTo>
                    <a:pt x="171792" y="64096"/>
                  </a:lnTo>
                  <a:lnTo>
                    <a:pt x="171500" y="65824"/>
                  </a:lnTo>
                  <a:lnTo>
                    <a:pt x="171678" y="69557"/>
                  </a:lnTo>
                  <a:lnTo>
                    <a:pt x="171843" y="73291"/>
                  </a:lnTo>
                  <a:lnTo>
                    <a:pt x="172669" y="76276"/>
                  </a:lnTo>
                  <a:lnTo>
                    <a:pt x="174345" y="76174"/>
                  </a:lnTo>
                  <a:lnTo>
                    <a:pt x="174891" y="73101"/>
                  </a:lnTo>
                  <a:lnTo>
                    <a:pt x="174536" y="65633"/>
                  </a:lnTo>
                  <a:lnTo>
                    <a:pt x="174078" y="63957"/>
                  </a:lnTo>
                  <a:lnTo>
                    <a:pt x="175564" y="64300"/>
                  </a:lnTo>
                  <a:lnTo>
                    <a:pt x="178765" y="64096"/>
                  </a:lnTo>
                  <a:lnTo>
                    <a:pt x="181965" y="63906"/>
                  </a:lnTo>
                  <a:lnTo>
                    <a:pt x="184531" y="62941"/>
                  </a:lnTo>
                  <a:lnTo>
                    <a:pt x="184442" y="60985"/>
                  </a:lnTo>
                  <a:lnTo>
                    <a:pt x="181800" y="60350"/>
                  </a:lnTo>
                  <a:lnTo>
                    <a:pt x="175399" y="60756"/>
                  </a:lnTo>
                  <a:lnTo>
                    <a:pt x="173888" y="61328"/>
                  </a:lnTo>
                  <a:lnTo>
                    <a:pt x="174193" y="59575"/>
                  </a:lnTo>
                  <a:lnTo>
                    <a:pt x="174015" y="55829"/>
                  </a:lnTo>
                  <a:lnTo>
                    <a:pt x="173850" y="52095"/>
                  </a:lnTo>
                  <a:lnTo>
                    <a:pt x="173024" y="49110"/>
                  </a:lnTo>
                  <a:lnTo>
                    <a:pt x="172656" y="49136"/>
                  </a:lnTo>
                  <a:lnTo>
                    <a:pt x="204431" y="12090"/>
                  </a:lnTo>
                  <a:lnTo>
                    <a:pt x="204012" y="14465"/>
                  </a:lnTo>
                  <a:lnTo>
                    <a:pt x="204355" y="21932"/>
                  </a:lnTo>
                  <a:lnTo>
                    <a:pt x="204800" y="23609"/>
                  </a:lnTo>
                  <a:lnTo>
                    <a:pt x="203403" y="23266"/>
                  </a:lnTo>
                  <a:lnTo>
                    <a:pt x="200202" y="23456"/>
                  </a:lnTo>
                  <a:lnTo>
                    <a:pt x="196989" y="23660"/>
                  </a:lnTo>
                  <a:lnTo>
                    <a:pt x="194424" y="24625"/>
                  </a:lnTo>
                  <a:lnTo>
                    <a:pt x="194525" y="26581"/>
                  </a:lnTo>
                  <a:lnTo>
                    <a:pt x="197167" y="27203"/>
                  </a:lnTo>
                  <a:lnTo>
                    <a:pt x="203568" y="26809"/>
                  </a:lnTo>
                  <a:lnTo>
                    <a:pt x="205003" y="26276"/>
                  </a:lnTo>
                  <a:lnTo>
                    <a:pt x="204711" y="28003"/>
                  </a:lnTo>
                  <a:lnTo>
                    <a:pt x="204876" y="31737"/>
                  </a:lnTo>
                  <a:lnTo>
                    <a:pt x="205041" y="35471"/>
                  </a:lnTo>
                  <a:lnTo>
                    <a:pt x="205867" y="38455"/>
                  </a:lnTo>
                  <a:lnTo>
                    <a:pt x="207543" y="38354"/>
                  </a:lnTo>
                  <a:lnTo>
                    <a:pt x="208089" y="35280"/>
                  </a:lnTo>
                  <a:lnTo>
                    <a:pt x="207746" y="27813"/>
                  </a:lnTo>
                  <a:lnTo>
                    <a:pt x="207289" y="26136"/>
                  </a:lnTo>
                  <a:lnTo>
                    <a:pt x="208762" y="26479"/>
                  </a:lnTo>
                  <a:lnTo>
                    <a:pt x="211963" y="26276"/>
                  </a:lnTo>
                  <a:lnTo>
                    <a:pt x="215176" y="26085"/>
                  </a:lnTo>
                  <a:lnTo>
                    <a:pt x="217741" y="25120"/>
                  </a:lnTo>
                  <a:lnTo>
                    <a:pt x="217716" y="24777"/>
                  </a:lnTo>
                  <a:lnTo>
                    <a:pt x="239064" y="49657"/>
                  </a:lnTo>
                  <a:lnTo>
                    <a:pt x="237439" y="49758"/>
                  </a:lnTo>
                  <a:lnTo>
                    <a:pt x="236893" y="52819"/>
                  </a:lnTo>
                  <a:lnTo>
                    <a:pt x="237236" y="60299"/>
                  </a:lnTo>
                  <a:lnTo>
                    <a:pt x="237680" y="61963"/>
                  </a:lnTo>
                  <a:lnTo>
                    <a:pt x="236283" y="61620"/>
                  </a:lnTo>
                  <a:lnTo>
                    <a:pt x="233083" y="61823"/>
                  </a:lnTo>
                  <a:lnTo>
                    <a:pt x="229882" y="62014"/>
                  </a:lnTo>
                  <a:lnTo>
                    <a:pt x="227317" y="62979"/>
                  </a:lnTo>
                  <a:lnTo>
                    <a:pt x="227406" y="64935"/>
                  </a:lnTo>
                  <a:lnTo>
                    <a:pt x="230047" y="65570"/>
                  </a:lnTo>
                  <a:lnTo>
                    <a:pt x="236461" y="65176"/>
                  </a:lnTo>
                  <a:lnTo>
                    <a:pt x="237883" y="64643"/>
                  </a:lnTo>
                  <a:lnTo>
                    <a:pt x="237591" y="66357"/>
                  </a:lnTo>
                  <a:lnTo>
                    <a:pt x="237756" y="70091"/>
                  </a:lnTo>
                  <a:lnTo>
                    <a:pt x="237921" y="73837"/>
                  </a:lnTo>
                  <a:lnTo>
                    <a:pt x="238760" y="76822"/>
                  </a:lnTo>
                  <a:lnTo>
                    <a:pt x="239293" y="76796"/>
                  </a:lnTo>
                  <a:lnTo>
                    <a:pt x="239293" y="50330"/>
                  </a:lnTo>
                  <a:lnTo>
                    <a:pt x="239128" y="49733"/>
                  </a:lnTo>
                  <a:lnTo>
                    <a:pt x="248907" y="61150"/>
                  </a:lnTo>
                  <a:lnTo>
                    <a:pt x="248907" y="50495"/>
                  </a:lnTo>
                  <a:lnTo>
                    <a:pt x="216001" y="12103"/>
                  </a:lnTo>
                  <a:lnTo>
                    <a:pt x="216001" y="22783"/>
                  </a:lnTo>
                  <a:lnTo>
                    <a:pt x="215011" y="22529"/>
                  </a:lnTo>
                  <a:lnTo>
                    <a:pt x="208597" y="22936"/>
                  </a:lnTo>
                  <a:lnTo>
                    <a:pt x="207086" y="23507"/>
                  </a:lnTo>
                  <a:lnTo>
                    <a:pt x="207391" y="21755"/>
                  </a:lnTo>
                  <a:lnTo>
                    <a:pt x="207225" y="18008"/>
                  </a:lnTo>
                  <a:lnTo>
                    <a:pt x="207060" y="14274"/>
                  </a:lnTo>
                  <a:lnTo>
                    <a:pt x="206235" y="11366"/>
                  </a:lnTo>
                  <a:lnTo>
                    <a:pt x="216001" y="22783"/>
                  </a:lnTo>
                  <a:lnTo>
                    <a:pt x="216001" y="12103"/>
                  </a:lnTo>
                  <a:lnTo>
                    <a:pt x="214782" y="10668"/>
                  </a:lnTo>
                  <a:lnTo>
                    <a:pt x="206184" y="635"/>
                  </a:lnTo>
                  <a:lnTo>
                    <a:pt x="206184" y="11303"/>
                  </a:lnTo>
                  <a:lnTo>
                    <a:pt x="205054" y="11366"/>
                  </a:lnTo>
                  <a:lnTo>
                    <a:pt x="205651" y="10668"/>
                  </a:lnTo>
                  <a:lnTo>
                    <a:pt x="206184" y="11303"/>
                  </a:lnTo>
                  <a:lnTo>
                    <a:pt x="206184" y="635"/>
                  </a:lnTo>
                  <a:lnTo>
                    <a:pt x="205651" y="0"/>
                  </a:lnTo>
                  <a:lnTo>
                    <a:pt x="171602" y="39712"/>
                  </a:lnTo>
                  <a:lnTo>
                    <a:pt x="171602" y="61429"/>
                  </a:lnTo>
                  <a:lnTo>
                    <a:pt x="170205" y="61087"/>
                  </a:lnTo>
                  <a:lnTo>
                    <a:pt x="166992" y="61277"/>
                  </a:lnTo>
                  <a:lnTo>
                    <a:pt x="163791" y="61480"/>
                  </a:lnTo>
                  <a:lnTo>
                    <a:pt x="161302" y="62420"/>
                  </a:lnTo>
                  <a:lnTo>
                    <a:pt x="161302" y="64325"/>
                  </a:lnTo>
                  <a:lnTo>
                    <a:pt x="160477" y="63347"/>
                  </a:lnTo>
                  <a:lnTo>
                    <a:pt x="161226" y="62484"/>
                  </a:lnTo>
                  <a:lnTo>
                    <a:pt x="161302" y="64325"/>
                  </a:lnTo>
                  <a:lnTo>
                    <a:pt x="161302" y="62420"/>
                  </a:lnTo>
                  <a:lnTo>
                    <a:pt x="171018" y="51054"/>
                  </a:lnTo>
                  <a:lnTo>
                    <a:pt x="170802" y="52285"/>
                  </a:lnTo>
                  <a:lnTo>
                    <a:pt x="171157" y="59753"/>
                  </a:lnTo>
                  <a:lnTo>
                    <a:pt x="171602" y="61429"/>
                  </a:lnTo>
                  <a:lnTo>
                    <a:pt x="171602" y="39712"/>
                  </a:lnTo>
                  <a:lnTo>
                    <a:pt x="151333" y="63347"/>
                  </a:lnTo>
                  <a:lnTo>
                    <a:pt x="205651" y="126707"/>
                  </a:lnTo>
                  <a:lnTo>
                    <a:pt x="214782" y="116039"/>
                  </a:lnTo>
                  <a:lnTo>
                    <a:pt x="256159" y="67767"/>
                  </a:lnTo>
                  <a:lnTo>
                    <a:pt x="306679" y="126707"/>
                  </a:lnTo>
                  <a:lnTo>
                    <a:pt x="315823" y="116039"/>
                  </a:lnTo>
                  <a:lnTo>
                    <a:pt x="360984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6" name="object 2036" descr=""/>
            <p:cNvSpPr/>
            <p:nvPr/>
          </p:nvSpPr>
          <p:spPr>
            <a:xfrm>
              <a:off x="8084591" y="5959278"/>
              <a:ext cx="321945" cy="387985"/>
            </a:xfrm>
            <a:custGeom>
              <a:avLst/>
              <a:gdLst/>
              <a:ahLst/>
              <a:cxnLst/>
              <a:rect l="l" t="t" r="r" b="b"/>
              <a:pathLst>
                <a:path w="321945" h="387985">
                  <a:moveTo>
                    <a:pt x="23304" y="335775"/>
                  </a:moveTo>
                  <a:lnTo>
                    <a:pt x="23215" y="333819"/>
                  </a:lnTo>
                  <a:lnTo>
                    <a:pt x="20574" y="333184"/>
                  </a:lnTo>
                  <a:lnTo>
                    <a:pt x="14173" y="333590"/>
                  </a:lnTo>
                  <a:lnTo>
                    <a:pt x="12661" y="334162"/>
                  </a:lnTo>
                  <a:lnTo>
                    <a:pt x="12966" y="332409"/>
                  </a:lnTo>
                  <a:lnTo>
                    <a:pt x="12801" y="328663"/>
                  </a:lnTo>
                  <a:lnTo>
                    <a:pt x="12623" y="324929"/>
                  </a:lnTo>
                  <a:lnTo>
                    <a:pt x="11798" y="321945"/>
                  </a:lnTo>
                  <a:lnTo>
                    <a:pt x="10121" y="322046"/>
                  </a:lnTo>
                  <a:lnTo>
                    <a:pt x="9575" y="325120"/>
                  </a:lnTo>
                  <a:lnTo>
                    <a:pt x="9931" y="332587"/>
                  </a:lnTo>
                  <a:lnTo>
                    <a:pt x="10375" y="334264"/>
                  </a:lnTo>
                  <a:lnTo>
                    <a:pt x="8978" y="333921"/>
                  </a:lnTo>
                  <a:lnTo>
                    <a:pt x="5765" y="334111"/>
                  </a:lnTo>
                  <a:lnTo>
                    <a:pt x="2565" y="334314"/>
                  </a:lnTo>
                  <a:lnTo>
                    <a:pt x="0" y="335280"/>
                  </a:lnTo>
                  <a:lnTo>
                    <a:pt x="101" y="337235"/>
                  </a:lnTo>
                  <a:lnTo>
                    <a:pt x="2730" y="337858"/>
                  </a:lnTo>
                  <a:lnTo>
                    <a:pt x="9144" y="337464"/>
                  </a:lnTo>
                  <a:lnTo>
                    <a:pt x="10566" y="336931"/>
                  </a:lnTo>
                  <a:lnTo>
                    <a:pt x="10274" y="338658"/>
                  </a:lnTo>
                  <a:lnTo>
                    <a:pt x="10452" y="342392"/>
                  </a:lnTo>
                  <a:lnTo>
                    <a:pt x="10617" y="346125"/>
                  </a:lnTo>
                  <a:lnTo>
                    <a:pt x="11442" y="349110"/>
                  </a:lnTo>
                  <a:lnTo>
                    <a:pt x="13119" y="349008"/>
                  </a:lnTo>
                  <a:lnTo>
                    <a:pt x="13665" y="345935"/>
                  </a:lnTo>
                  <a:lnTo>
                    <a:pt x="13309" y="338467"/>
                  </a:lnTo>
                  <a:lnTo>
                    <a:pt x="12852" y="336791"/>
                  </a:lnTo>
                  <a:lnTo>
                    <a:pt x="14338" y="337134"/>
                  </a:lnTo>
                  <a:lnTo>
                    <a:pt x="17538" y="336931"/>
                  </a:lnTo>
                  <a:lnTo>
                    <a:pt x="20739" y="336740"/>
                  </a:lnTo>
                  <a:lnTo>
                    <a:pt x="23304" y="335775"/>
                  </a:lnTo>
                  <a:close/>
                </a:path>
                <a:path w="321945" h="387985">
                  <a:moveTo>
                    <a:pt x="56197" y="374129"/>
                  </a:moveTo>
                  <a:lnTo>
                    <a:pt x="56095" y="372173"/>
                  </a:lnTo>
                  <a:lnTo>
                    <a:pt x="53467" y="371551"/>
                  </a:lnTo>
                  <a:lnTo>
                    <a:pt x="47053" y="371944"/>
                  </a:lnTo>
                  <a:lnTo>
                    <a:pt x="45542" y="372516"/>
                  </a:lnTo>
                  <a:lnTo>
                    <a:pt x="45847" y="370763"/>
                  </a:lnTo>
                  <a:lnTo>
                    <a:pt x="45681" y="367030"/>
                  </a:lnTo>
                  <a:lnTo>
                    <a:pt x="45516" y="363283"/>
                  </a:lnTo>
                  <a:lnTo>
                    <a:pt x="44691" y="360299"/>
                  </a:lnTo>
                  <a:lnTo>
                    <a:pt x="43014" y="360413"/>
                  </a:lnTo>
                  <a:lnTo>
                    <a:pt x="42468" y="363474"/>
                  </a:lnTo>
                  <a:lnTo>
                    <a:pt x="42811" y="370954"/>
                  </a:lnTo>
                  <a:lnTo>
                    <a:pt x="43256" y="372618"/>
                  </a:lnTo>
                  <a:lnTo>
                    <a:pt x="41859" y="372275"/>
                  </a:lnTo>
                  <a:lnTo>
                    <a:pt x="38658" y="372478"/>
                  </a:lnTo>
                  <a:lnTo>
                    <a:pt x="35458" y="372668"/>
                  </a:lnTo>
                  <a:lnTo>
                    <a:pt x="32893" y="373634"/>
                  </a:lnTo>
                  <a:lnTo>
                    <a:pt x="32981" y="375589"/>
                  </a:lnTo>
                  <a:lnTo>
                    <a:pt x="35623" y="376224"/>
                  </a:lnTo>
                  <a:lnTo>
                    <a:pt x="42024" y="375831"/>
                  </a:lnTo>
                  <a:lnTo>
                    <a:pt x="43459" y="375297"/>
                  </a:lnTo>
                  <a:lnTo>
                    <a:pt x="43167" y="377012"/>
                  </a:lnTo>
                  <a:lnTo>
                    <a:pt x="43332" y="380746"/>
                  </a:lnTo>
                  <a:lnTo>
                    <a:pt x="43497" y="384492"/>
                  </a:lnTo>
                  <a:lnTo>
                    <a:pt x="44323" y="387477"/>
                  </a:lnTo>
                  <a:lnTo>
                    <a:pt x="45999" y="387362"/>
                  </a:lnTo>
                  <a:lnTo>
                    <a:pt x="46545" y="384302"/>
                  </a:lnTo>
                  <a:lnTo>
                    <a:pt x="46202" y="376821"/>
                  </a:lnTo>
                  <a:lnTo>
                    <a:pt x="45745" y="375158"/>
                  </a:lnTo>
                  <a:lnTo>
                    <a:pt x="47218" y="375500"/>
                  </a:lnTo>
                  <a:lnTo>
                    <a:pt x="50431" y="375297"/>
                  </a:lnTo>
                  <a:lnTo>
                    <a:pt x="53632" y="375094"/>
                  </a:lnTo>
                  <a:lnTo>
                    <a:pt x="56197" y="374129"/>
                  </a:lnTo>
                  <a:close/>
                </a:path>
                <a:path w="321945" h="387985">
                  <a:moveTo>
                    <a:pt x="170014" y="63347"/>
                  </a:moveTo>
                  <a:lnTo>
                    <a:pt x="160870" y="52692"/>
                  </a:lnTo>
                  <a:lnTo>
                    <a:pt x="160870" y="63347"/>
                  </a:lnTo>
                  <a:lnTo>
                    <a:pt x="150761" y="75133"/>
                  </a:lnTo>
                  <a:lnTo>
                    <a:pt x="151028" y="73634"/>
                  </a:lnTo>
                  <a:lnTo>
                    <a:pt x="150685" y="66167"/>
                  </a:lnTo>
                  <a:lnTo>
                    <a:pt x="150228" y="64490"/>
                  </a:lnTo>
                  <a:lnTo>
                    <a:pt x="151714" y="64833"/>
                  </a:lnTo>
                  <a:lnTo>
                    <a:pt x="154914" y="64630"/>
                  </a:lnTo>
                  <a:lnTo>
                    <a:pt x="158115" y="64439"/>
                  </a:lnTo>
                  <a:lnTo>
                    <a:pt x="160680" y="63474"/>
                  </a:lnTo>
                  <a:lnTo>
                    <a:pt x="160655" y="63106"/>
                  </a:lnTo>
                  <a:lnTo>
                    <a:pt x="160870" y="63347"/>
                  </a:lnTo>
                  <a:lnTo>
                    <a:pt x="160870" y="52692"/>
                  </a:lnTo>
                  <a:lnTo>
                    <a:pt x="158965" y="50469"/>
                  </a:lnTo>
                  <a:lnTo>
                    <a:pt x="158965" y="61137"/>
                  </a:lnTo>
                  <a:lnTo>
                    <a:pt x="157949" y="60883"/>
                  </a:lnTo>
                  <a:lnTo>
                    <a:pt x="151536" y="61290"/>
                  </a:lnTo>
                  <a:lnTo>
                    <a:pt x="150025" y="61861"/>
                  </a:lnTo>
                  <a:lnTo>
                    <a:pt x="150329" y="60096"/>
                  </a:lnTo>
                  <a:lnTo>
                    <a:pt x="150164" y="56362"/>
                  </a:lnTo>
                  <a:lnTo>
                    <a:pt x="149999" y="52628"/>
                  </a:lnTo>
                  <a:lnTo>
                    <a:pt x="149352" y="50330"/>
                  </a:lnTo>
                  <a:lnTo>
                    <a:pt x="149352" y="76784"/>
                  </a:lnTo>
                  <a:lnTo>
                    <a:pt x="115697" y="116039"/>
                  </a:lnTo>
                  <a:lnTo>
                    <a:pt x="104013" y="102425"/>
                  </a:lnTo>
                  <a:lnTo>
                    <a:pt x="106603" y="103022"/>
                  </a:lnTo>
                  <a:lnTo>
                    <a:pt x="113004" y="102628"/>
                  </a:lnTo>
                  <a:lnTo>
                    <a:pt x="114439" y="102095"/>
                  </a:lnTo>
                  <a:lnTo>
                    <a:pt x="114147" y="103809"/>
                  </a:lnTo>
                  <a:lnTo>
                    <a:pt x="114312" y="107556"/>
                  </a:lnTo>
                  <a:lnTo>
                    <a:pt x="114477" y="111290"/>
                  </a:lnTo>
                  <a:lnTo>
                    <a:pt x="115303" y="114274"/>
                  </a:lnTo>
                  <a:lnTo>
                    <a:pt x="116979" y="114173"/>
                  </a:lnTo>
                  <a:lnTo>
                    <a:pt x="117525" y="111099"/>
                  </a:lnTo>
                  <a:lnTo>
                    <a:pt x="117182" y="103632"/>
                  </a:lnTo>
                  <a:lnTo>
                    <a:pt x="116725" y="101955"/>
                  </a:lnTo>
                  <a:lnTo>
                    <a:pt x="118198" y="102298"/>
                  </a:lnTo>
                  <a:lnTo>
                    <a:pt x="121412" y="102095"/>
                  </a:lnTo>
                  <a:lnTo>
                    <a:pt x="124612" y="101904"/>
                  </a:lnTo>
                  <a:lnTo>
                    <a:pt x="127177" y="100939"/>
                  </a:lnTo>
                  <a:lnTo>
                    <a:pt x="127076" y="98983"/>
                  </a:lnTo>
                  <a:lnTo>
                    <a:pt x="124447" y="98348"/>
                  </a:lnTo>
                  <a:lnTo>
                    <a:pt x="118033" y="98755"/>
                  </a:lnTo>
                  <a:lnTo>
                    <a:pt x="116522" y="99326"/>
                  </a:lnTo>
                  <a:lnTo>
                    <a:pt x="116827" y="97574"/>
                  </a:lnTo>
                  <a:lnTo>
                    <a:pt x="116662" y="93827"/>
                  </a:lnTo>
                  <a:lnTo>
                    <a:pt x="116497" y="90093"/>
                  </a:lnTo>
                  <a:lnTo>
                    <a:pt x="115671" y="87109"/>
                  </a:lnTo>
                  <a:lnTo>
                    <a:pt x="113995" y="87210"/>
                  </a:lnTo>
                  <a:lnTo>
                    <a:pt x="113449" y="90284"/>
                  </a:lnTo>
                  <a:lnTo>
                    <a:pt x="113792" y="97751"/>
                  </a:lnTo>
                  <a:lnTo>
                    <a:pt x="114236" y="99428"/>
                  </a:lnTo>
                  <a:lnTo>
                    <a:pt x="112839" y="99085"/>
                  </a:lnTo>
                  <a:lnTo>
                    <a:pt x="109639" y="99275"/>
                  </a:lnTo>
                  <a:lnTo>
                    <a:pt x="106438" y="99479"/>
                  </a:lnTo>
                  <a:lnTo>
                    <a:pt x="103873" y="100444"/>
                  </a:lnTo>
                  <a:lnTo>
                    <a:pt x="103949" y="102349"/>
                  </a:lnTo>
                  <a:lnTo>
                    <a:pt x="71437" y="64401"/>
                  </a:lnTo>
                  <a:lnTo>
                    <a:pt x="74015" y="65024"/>
                  </a:lnTo>
                  <a:lnTo>
                    <a:pt x="80429" y="64630"/>
                  </a:lnTo>
                  <a:lnTo>
                    <a:pt x="81864" y="64096"/>
                  </a:lnTo>
                  <a:lnTo>
                    <a:pt x="81559" y="65811"/>
                  </a:lnTo>
                  <a:lnTo>
                    <a:pt x="81737" y="69545"/>
                  </a:lnTo>
                  <a:lnTo>
                    <a:pt x="81902" y="73291"/>
                  </a:lnTo>
                  <a:lnTo>
                    <a:pt x="82727" y="76276"/>
                  </a:lnTo>
                  <a:lnTo>
                    <a:pt x="84404" y="76161"/>
                  </a:lnTo>
                  <a:lnTo>
                    <a:pt x="84950" y="73101"/>
                  </a:lnTo>
                  <a:lnTo>
                    <a:pt x="84607" y="65620"/>
                  </a:lnTo>
                  <a:lnTo>
                    <a:pt x="84137" y="63944"/>
                  </a:lnTo>
                  <a:lnTo>
                    <a:pt x="85623" y="64287"/>
                  </a:lnTo>
                  <a:lnTo>
                    <a:pt x="88823" y="64096"/>
                  </a:lnTo>
                  <a:lnTo>
                    <a:pt x="92024" y="63893"/>
                  </a:lnTo>
                  <a:lnTo>
                    <a:pt x="94589" y="62928"/>
                  </a:lnTo>
                  <a:lnTo>
                    <a:pt x="94500" y="60972"/>
                  </a:lnTo>
                  <a:lnTo>
                    <a:pt x="91859" y="60350"/>
                  </a:lnTo>
                  <a:lnTo>
                    <a:pt x="85458" y="60744"/>
                  </a:lnTo>
                  <a:lnTo>
                    <a:pt x="83947" y="61315"/>
                  </a:lnTo>
                  <a:lnTo>
                    <a:pt x="84251" y="59563"/>
                  </a:lnTo>
                  <a:lnTo>
                    <a:pt x="84074" y="55829"/>
                  </a:lnTo>
                  <a:lnTo>
                    <a:pt x="83908" y="52082"/>
                  </a:lnTo>
                  <a:lnTo>
                    <a:pt x="83083" y="49098"/>
                  </a:lnTo>
                  <a:lnTo>
                    <a:pt x="82727" y="49123"/>
                  </a:lnTo>
                  <a:lnTo>
                    <a:pt x="114490" y="12065"/>
                  </a:lnTo>
                  <a:lnTo>
                    <a:pt x="114071" y="14452"/>
                  </a:lnTo>
                  <a:lnTo>
                    <a:pt x="114414" y="21932"/>
                  </a:lnTo>
                  <a:lnTo>
                    <a:pt x="114858" y="23596"/>
                  </a:lnTo>
                  <a:lnTo>
                    <a:pt x="113461" y="23253"/>
                  </a:lnTo>
                  <a:lnTo>
                    <a:pt x="110261" y="23456"/>
                  </a:lnTo>
                  <a:lnTo>
                    <a:pt x="107048" y="23647"/>
                  </a:lnTo>
                  <a:lnTo>
                    <a:pt x="104482" y="24612"/>
                  </a:lnTo>
                  <a:lnTo>
                    <a:pt x="104584" y="26568"/>
                  </a:lnTo>
                  <a:lnTo>
                    <a:pt x="107226" y="27203"/>
                  </a:lnTo>
                  <a:lnTo>
                    <a:pt x="113626" y="26809"/>
                  </a:lnTo>
                  <a:lnTo>
                    <a:pt x="115062" y="26276"/>
                  </a:lnTo>
                  <a:lnTo>
                    <a:pt x="114769" y="27990"/>
                  </a:lnTo>
                  <a:lnTo>
                    <a:pt x="114935" y="31724"/>
                  </a:lnTo>
                  <a:lnTo>
                    <a:pt x="115100" y="35471"/>
                  </a:lnTo>
                  <a:lnTo>
                    <a:pt x="115925" y="38455"/>
                  </a:lnTo>
                  <a:lnTo>
                    <a:pt x="117602" y="38341"/>
                  </a:lnTo>
                  <a:lnTo>
                    <a:pt x="118148" y="35280"/>
                  </a:lnTo>
                  <a:lnTo>
                    <a:pt x="117805" y="27800"/>
                  </a:lnTo>
                  <a:lnTo>
                    <a:pt x="117348" y="26136"/>
                  </a:lnTo>
                  <a:lnTo>
                    <a:pt x="118821" y="26479"/>
                  </a:lnTo>
                  <a:lnTo>
                    <a:pt x="122034" y="26276"/>
                  </a:lnTo>
                  <a:lnTo>
                    <a:pt x="125234" y="26073"/>
                  </a:lnTo>
                  <a:lnTo>
                    <a:pt x="127800" y="25107"/>
                  </a:lnTo>
                  <a:lnTo>
                    <a:pt x="127774" y="24765"/>
                  </a:lnTo>
                  <a:lnTo>
                    <a:pt x="149123" y="49657"/>
                  </a:lnTo>
                  <a:lnTo>
                    <a:pt x="147497" y="49745"/>
                  </a:lnTo>
                  <a:lnTo>
                    <a:pt x="146951" y="52819"/>
                  </a:lnTo>
                  <a:lnTo>
                    <a:pt x="147294" y="60286"/>
                  </a:lnTo>
                  <a:lnTo>
                    <a:pt x="147751" y="61963"/>
                  </a:lnTo>
                  <a:lnTo>
                    <a:pt x="146354" y="61620"/>
                  </a:lnTo>
                  <a:lnTo>
                    <a:pt x="143141" y="61810"/>
                  </a:lnTo>
                  <a:lnTo>
                    <a:pt x="139941" y="62014"/>
                  </a:lnTo>
                  <a:lnTo>
                    <a:pt x="137375" y="62979"/>
                  </a:lnTo>
                  <a:lnTo>
                    <a:pt x="137464" y="64935"/>
                  </a:lnTo>
                  <a:lnTo>
                    <a:pt x="140106" y="65557"/>
                  </a:lnTo>
                  <a:lnTo>
                    <a:pt x="146519" y="65163"/>
                  </a:lnTo>
                  <a:lnTo>
                    <a:pt x="147942" y="64630"/>
                  </a:lnTo>
                  <a:lnTo>
                    <a:pt x="147650" y="66344"/>
                  </a:lnTo>
                  <a:lnTo>
                    <a:pt x="147815" y="70091"/>
                  </a:lnTo>
                  <a:lnTo>
                    <a:pt x="147993" y="73825"/>
                  </a:lnTo>
                  <a:lnTo>
                    <a:pt x="148818" y="76809"/>
                  </a:lnTo>
                  <a:lnTo>
                    <a:pt x="149352" y="76784"/>
                  </a:lnTo>
                  <a:lnTo>
                    <a:pt x="149352" y="50330"/>
                  </a:lnTo>
                  <a:lnTo>
                    <a:pt x="149186" y="49733"/>
                  </a:lnTo>
                  <a:lnTo>
                    <a:pt x="158965" y="61137"/>
                  </a:lnTo>
                  <a:lnTo>
                    <a:pt x="158965" y="50469"/>
                  </a:lnTo>
                  <a:lnTo>
                    <a:pt x="126060" y="12077"/>
                  </a:lnTo>
                  <a:lnTo>
                    <a:pt x="126060" y="22771"/>
                  </a:lnTo>
                  <a:lnTo>
                    <a:pt x="125069" y="22529"/>
                  </a:lnTo>
                  <a:lnTo>
                    <a:pt x="118656" y="22923"/>
                  </a:lnTo>
                  <a:lnTo>
                    <a:pt x="117144" y="23495"/>
                  </a:lnTo>
                  <a:lnTo>
                    <a:pt x="117449" y="21742"/>
                  </a:lnTo>
                  <a:lnTo>
                    <a:pt x="117284" y="18008"/>
                  </a:lnTo>
                  <a:lnTo>
                    <a:pt x="117119" y="14262"/>
                  </a:lnTo>
                  <a:lnTo>
                    <a:pt x="116319" y="11391"/>
                  </a:lnTo>
                  <a:lnTo>
                    <a:pt x="126060" y="22771"/>
                  </a:lnTo>
                  <a:lnTo>
                    <a:pt x="126060" y="12077"/>
                  </a:lnTo>
                  <a:lnTo>
                    <a:pt x="124841" y="10655"/>
                  </a:lnTo>
                  <a:lnTo>
                    <a:pt x="116230" y="622"/>
                  </a:lnTo>
                  <a:lnTo>
                    <a:pt x="116230" y="11290"/>
                  </a:lnTo>
                  <a:lnTo>
                    <a:pt x="115087" y="11366"/>
                  </a:lnTo>
                  <a:lnTo>
                    <a:pt x="115697" y="10655"/>
                  </a:lnTo>
                  <a:lnTo>
                    <a:pt x="116230" y="11290"/>
                  </a:lnTo>
                  <a:lnTo>
                    <a:pt x="116230" y="622"/>
                  </a:lnTo>
                  <a:lnTo>
                    <a:pt x="115697" y="0"/>
                  </a:lnTo>
                  <a:lnTo>
                    <a:pt x="81661" y="39712"/>
                  </a:lnTo>
                  <a:lnTo>
                    <a:pt x="81661" y="61417"/>
                  </a:lnTo>
                  <a:lnTo>
                    <a:pt x="80264" y="61074"/>
                  </a:lnTo>
                  <a:lnTo>
                    <a:pt x="77050" y="61277"/>
                  </a:lnTo>
                  <a:lnTo>
                    <a:pt x="73850" y="61468"/>
                  </a:lnTo>
                  <a:lnTo>
                    <a:pt x="71374" y="62407"/>
                  </a:lnTo>
                  <a:lnTo>
                    <a:pt x="71374" y="64338"/>
                  </a:lnTo>
                  <a:lnTo>
                    <a:pt x="70535" y="63347"/>
                  </a:lnTo>
                  <a:lnTo>
                    <a:pt x="71285" y="62484"/>
                  </a:lnTo>
                  <a:lnTo>
                    <a:pt x="71374" y="64338"/>
                  </a:lnTo>
                  <a:lnTo>
                    <a:pt x="71374" y="62407"/>
                  </a:lnTo>
                  <a:lnTo>
                    <a:pt x="81076" y="51054"/>
                  </a:lnTo>
                  <a:lnTo>
                    <a:pt x="80860" y="52273"/>
                  </a:lnTo>
                  <a:lnTo>
                    <a:pt x="81216" y="59753"/>
                  </a:lnTo>
                  <a:lnTo>
                    <a:pt x="81661" y="61417"/>
                  </a:lnTo>
                  <a:lnTo>
                    <a:pt x="81661" y="39712"/>
                  </a:lnTo>
                  <a:lnTo>
                    <a:pt x="61391" y="63347"/>
                  </a:lnTo>
                  <a:lnTo>
                    <a:pt x="115697" y="126695"/>
                  </a:lnTo>
                  <a:lnTo>
                    <a:pt x="124841" y="116039"/>
                  </a:lnTo>
                  <a:lnTo>
                    <a:pt x="170014" y="63347"/>
                  </a:lnTo>
                  <a:close/>
                </a:path>
                <a:path w="321945" h="387985">
                  <a:moveTo>
                    <a:pt x="321538" y="140512"/>
                  </a:moveTo>
                  <a:lnTo>
                    <a:pt x="312407" y="129870"/>
                  </a:lnTo>
                  <a:lnTo>
                    <a:pt x="312407" y="140512"/>
                  </a:lnTo>
                  <a:lnTo>
                    <a:pt x="302285" y="152311"/>
                  </a:lnTo>
                  <a:lnTo>
                    <a:pt x="302564" y="150799"/>
                  </a:lnTo>
                  <a:lnTo>
                    <a:pt x="302221" y="143319"/>
                  </a:lnTo>
                  <a:lnTo>
                    <a:pt x="301764" y="141655"/>
                  </a:lnTo>
                  <a:lnTo>
                    <a:pt x="303237" y="141998"/>
                  </a:lnTo>
                  <a:lnTo>
                    <a:pt x="306451" y="141795"/>
                  </a:lnTo>
                  <a:lnTo>
                    <a:pt x="309651" y="141592"/>
                  </a:lnTo>
                  <a:lnTo>
                    <a:pt x="312216" y="140639"/>
                  </a:lnTo>
                  <a:lnTo>
                    <a:pt x="312191" y="140271"/>
                  </a:lnTo>
                  <a:lnTo>
                    <a:pt x="312407" y="140512"/>
                  </a:lnTo>
                  <a:lnTo>
                    <a:pt x="312407" y="129870"/>
                  </a:lnTo>
                  <a:lnTo>
                    <a:pt x="310489" y="127622"/>
                  </a:lnTo>
                  <a:lnTo>
                    <a:pt x="310489" y="138290"/>
                  </a:lnTo>
                  <a:lnTo>
                    <a:pt x="309486" y="138049"/>
                  </a:lnTo>
                  <a:lnTo>
                    <a:pt x="303072" y="138442"/>
                  </a:lnTo>
                  <a:lnTo>
                    <a:pt x="301561" y="139014"/>
                  </a:lnTo>
                  <a:lnTo>
                    <a:pt x="301866" y="137261"/>
                  </a:lnTo>
                  <a:lnTo>
                    <a:pt x="301701" y="133527"/>
                  </a:lnTo>
                  <a:lnTo>
                    <a:pt x="301536" y="129781"/>
                  </a:lnTo>
                  <a:lnTo>
                    <a:pt x="300888" y="127469"/>
                  </a:lnTo>
                  <a:lnTo>
                    <a:pt x="300888" y="153949"/>
                  </a:lnTo>
                  <a:lnTo>
                    <a:pt x="267233" y="193192"/>
                  </a:lnTo>
                  <a:lnTo>
                    <a:pt x="255549" y="179590"/>
                  </a:lnTo>
                  <a:lnTo>
                    <a:pt x="258127" y="180187"/>
                  </a:lnTo>
                  <a:lnTo>
                    <a:pt x="264541" y="179793"/>
                  </a:lnTo>
                  <a:lnTo>
                    <a:pt x="265963" y="179260"/>
                  </a:lnTo>
                  <a:lnTo>
                    <a:pt x="265671" y="180975"/>
                  </a:lnTo>
                  <a:lnTo>
                    <a:pt x="265849" y="184708"/>
                  </a:lnTo>
                  <a:lnTo>
                    <a:pt x="266014" y="188455"/>
                  </a:lnTo>
                  <a:lnTo>
                    <a:pt x="266839" y="191439"/>
                  </a:lnTo>
                  <a:lnTo>
                    <a:pt x="268516" y="191338"/>
                  </a:lnTo>
                  <a:lnTo>
                    <a:pt x="269062" y="188264"/>
                  </a:lnTo>
                  <a:lnTo>
                    <a:pt x="268719" y="180784"/>
                  </a:lnTo>
                  <a:lnTo>
                    <a:pt x="268249" y="179108"/>
                  </a:lnTo>
                  <a:lnTo>
                    <a:pt x="269735" y="179463"/>
                  </a:lnTo>
                  <a:lnTo>
                    <a:pt x="272935" y="179260"/>
                  </a:lnTo>
                  <a:lnTo>
                    <a:pt x="276136" y="179057"/>
                  </a:lnTo>
                  <a:lnTo>
                    <a:pt x="278701" y="178092"/>
                  </a:lnTo>
                  <a:lnTo>
                    <a:pt x="278612" y="176136"/>
                  </a:lnTo>
                  <a:lnTo>
                    <a:pt x="275971" y="175514"/>
                  </a:lnTo>
                  <a:lnTo>
                    <a:pt x="269570" y="175907"/>
                  </a:lnTo>
                  <a:lnTo>
                    <a:pt x="268058" y="176479"/>
                  </a:lnTo>
                  <a:lnTo>
                    <a:pt x="268363" y="174726"/>
                  </a:lnTo>
                  <a:lnTo>
                    <a:pt x="268198" y="170992"/>
                  </a:lnTo>
                  <a:lnTo>
                    <a:pt x="268020" y="167246"/>
                  </a:lnTo>
                  <a:lnTo>
                    <a:pt x="267195" y="164261"/>
                  </a:lnTo>
                  <a:lnTo>
                    <a:pt x="265518" y="164376"/>
                  </a:lnTo>
                  <a:lnTo>
                    <a:pt x="264972" y="167436"/>
                  </a:lnTo>
                  <a:lnTo>
                    <a:pt x="265328" y="174917"/>
                  </a:lnTo>
                  <a:lnTo>
                    <a:pt x="265772" y="176580"/>
                  </a:lnTo>
                  <a:lnTo>
                    <a:pt x="264375" y="176237"/>
                  </a:lnTo>
                  <a:lnTo>
                    <a:pt x="261162" y="176441"/>
                  </a:lnTo>
                  <a:lnTo>
                    <a:pt x="257962" y="176644"/>
                  </a:lnTo>
                  <a:lnTo>
                    <a:pt x="255397" y="177596"/>
                  </a:lnTo>
                  <a:lnTo>
                    <a:pt x="255485" y="179514"/>
                  </a:lnTo>
                  <a:lnTo>
                    <a:pt x="222961" y="141579"/>
                  </a:lnTo>
                  <a:lnTo>
                    <a:pt x="225552" y="142189"/>
                  </a:lnTo>
                  <a:lnTo>
                    <a:pt x="231952" y="141782"/>
                  </a:lnTo>
                  <a:lnTo>
                    <a:pt x="233387" y="141249"/>
                  </a:lnTo>
                  <a:lnTo>
                    <a:pt x="233095" y="142976"/>
                  </a:lnTo>
                  <a:lnTo>
                    <a:pt x="233260" y="146710"/>
                  </a:lnTo>
                  <a:lnTo>
                    <a:pt x="233426" y="150444"/>
                  </a:lnTo>
                  <a:lnTo>
                    <a:pt x="234264" y="153428"/>
                  </a:lnTo>
                  <a:lnTo>
                    <a:pt x="235927" y="153327"/>
                  </a:lnTo>
                  <a:lnTo>
                    <a:pt x="236474" y="150253"/>
                  </a:lnTo>
                  <a:lnTo>
                    <a:pt x="236131" y="142786"/>
                  </a:lnTo>
                  <a:lnTo>
                    <a:pt x="235673" y="141109"/>
                  </a:lnTo>
                  <a:lnTo>
                    <a:pt x="237147" y="141452"/>
                  </a:lnTo>
                  <a:lnTo>
                    <a:pt x="240360" y="141249"/>
                  </a:lnTo>
                  <a:lnTo>
                    <a:pt x="243560" y="141058"/>
                  </a:lnTo>
                  <a:lnTo>
                    <a:pt x="246126" y="140093"/>
                  </a:lnTo>
                  <a:lnTo>
                    <a:pt x="246037" y="138137"/>
                  </a:lnTo>
                  <a:lnTo>
                    <a:pt x="243395" y="137502"/>
                  </a:lnTo>
                  <a:lnTo>
                    <a:pt x="236982" y="137909"/>
                  </a:lnTo>
                  <a:lnTo>
                    <a:pt x="235470" y="138480"/>
                  </a:lnTo>
                  <a:lnTo>
                    <a:pt x="235775" y="136728"/>
                  </a:lnTo>
                  <a:lnTo>
                    <a:pt x="235610" y="132981"/>
                  </a:lnTo>
                  <a:lnTo>
                    <a:pt x="235445" y="129247"/>
                  </a:lnTo>
                  <a:lnTo>
                    <a:pt x="234619" y="126263"/>
                  </a:lnTo>
                  <a:lnTo>
                    <a:pt x="234251" y="126288"/>
                  </a:lnTo>
                  <a:lnTo>
                    <a:pt x="266014" y="89242"/>
                  </a:lnTo>
                  <a:lnTo>
                    <a:pt x="265595" y="91617"/>
                  </a:lnTo>
                  <a:lnTo>
                    <a:pt x="265950" y="99085"/>
                  </a:lnTo>
                  <a:lnTo>
                    <a:pt x="266395" y="100761"/>
                  </a:lnTo>
                  <a:lnTo>
                    <a:pt x="264998" y="100418"/>
                  </a:lnTo>
                  <a:lnTo>
                    <a:pt x="261785" y="100609"/>
                  </a:lnTo>
                  <a:lnTo>
                    <a:pt x="258584" y="100812"/>
                  </a:lnTo>
                  <a:lnTo>
                    <a:pt x="256019" y="101777"/>
                  </a:lnTo>
                  <a:lnTo>
                    <a:pt x="256120" y="103733"/>
                  </a:lnTo>
                  <a:lnTo>
                    <a:pt x="258749" y="104368"/>
                  </a:lnTo>
                  <a:lnTo>
                    <a:pt x="265163" y="103962"/>
                  </a:lnTo>
                  <a:lnTo>
                    <a:pt x="266585" y="103428"/>
                  </a:lnTo>
                  <a:lnTo>
                    <a:pt x="266293" y="105156"/>
                  </a:lnTo>
                  <a:lnTo>
                    <a:pt x="266471" y="108889"/>
                  </a:lnTo>
                  <a:lnTo>
                    <a:pt x="266636" y="112623"/>
                  </a:lnTo>
                  <a:lnTo>
                    <a:pt x="267462" y="115608"/>
                  </a:lnTo>
                  <a:lnTo>
                    <a:pt x="269138" y="115506"/>
                  </a:lnTo>
                  <a:lnTo>
                    <a:pt x="269684" y="112445"/>
                  </a:lnTo>
                  <a:lnTo>
                    <a:pt x="269328" y="104965"/>
                  </a:lnTo>
                  <a:lnTo>
                    <a:pt x="268871" y="103289"/>
                  </a:lnTo>
                  <a:lnTo>
                    <a:pt x="270357" y="103632"/>
                  </a:lnTo>
                  <a:lnTo>
                    <a:pt x="273558" y="103428"/>
                  </a:lnTo>
                  <a:lnTo>
                    <a:pt x="276758" y="103238"/>
                  </a:lnTo>
                  <a:lnTo>
                    <a:pt x="279323" y="102273"/>
                  </a:lnTo>
                  <a:lnTo>
                    <a:pt x="279298" y="101930"/>
                  </a:lnTo>
                  <a:lnTo>
                    <a:pt x="300647" y="126809"/>
                  </a:lnTo>
                  <a:lnTo>
                    <a:pt x="299034" y="126911"/>
                  </a:lnTo>
                  <a:lnTo>
                    <a:pt x="298488" y="129971"/>
                  </a:lnTo>
                  <a:lnTo>
                    <a:pt x="298831" y="137452"/>
                  </a:lnTo>
                  <a:lnTo>
                    <a:pt x="299275" y="139115"/>
                  </a:lnTo>
                  <a:lnTo>
                    <a:pt x="297878" y="138772"/>
                  </a:lnTo>
                  <a:lnTo>
                    <a:pt x="294678" y="138976"/>
                  </a:lnTo>
                  <a:lnTo>
                    <a:pt x="291465" y="139179"/>
                  </a:lnTo>
                  <a:lnTo>
                    <a:pt x="288899" y="140131"/>
                  </a:lnTo>
                  <a:lnTo>
                    <a:pt x="289001" y="142100"/>
                  </a:lnTo>
                  <a:lnTo>
                    <a:pt x="291642" y="142722"/>
                  </a:lnTo>
                  <a:lnTo>
                    <a:pt x="298043" y="142328"/>
                  </a:lnTo>
                  <a:lnTo>
                    <a:pt x="299478" y="141795"/>
                  </a:lnTo>
                  <a:lnTo>
                    <a:pt x="299186" y="143510"/>
                  </a:lnTo>
                  <a:lnTo>
                    <a:pt x="299351" y="147243"/>
                  </a:lnTo>
                  <a:lnTo>
                    <a:pt x="299516" y="150990"/>
                  </a:lnTo>
                  <a:lnTo>
                    <a:pt x="300342" y="153974"/>
                  </a:lnTo>
                  <a:lnTo>
                    <a:pt x="300888" y="153949"/>
                  </a:lnTo>
                  <a:lnTo>
                    <a:pt x="300888" y="127469"/>
                  </a:lnTo>
                  <a:lnTo>
                    <a:pt x="300736" y="126911"/>
                  </a:lnTo>
                  <a:lnTo>
                    <a:pt x="310489" y="138290"/>
                  </a:lnTo>
                  <a:lnTo>
                    <a:pt x="310489" y="127622"/>
                  </a:lnTo>
                  <a:lnTo>
                    <a:pt x="277596" y="89255"/>
                  </a:lnTo>
                  <a:lnTo>
                    <a:pt x="277596" y="99923"/>
                  </a:lnTo>
                  <a:lnTo>
                    <a:pt x="276593" y="99682"/>
                  </a:lnTo>
                  <a:lnTo>
                    <a:pt x="270192" y="100088"/>
                  </a:lnTo>
                  <a:lnTo>
                    <a:pt x="268681" y="100660"/>
                  </a:lnTo>
                  <a:lnTo>
                    <a:pt x="268986" y="98907"/>
                  </a:lnTo>
                  <a:lnTo>
                    <a:pt x="268808" y="95161"/>
                  </a:lnTo>
                  <a:lnTo>
                    <a:pt x="268643" y="91427"/>
                  </a:lnTo>
                  <a:lnTo>
                    <a:pt x="267830" y="88531"/>
                  </a:lnTo>
                  <a:lnTo>
                    <a:pt x="277596" y="99923"/>
                  </a:lnTo>
                  <a:lnTo>
                    <a:pt x="277596" y="89255"/>
                  </a:lnTo>
                  <a:lnTo>
                    <a:pt x="276377" y="87820"/>
                  </a:lnTo>
                  <a:lnTo>
                    <a:pt x="267766" y="77774"/>
                  </a:lnTo>
                  <a:lnTo>
                    <a:pt x="267766" y="88455"/>
                  </a:lnTo>
                  <a:lnTo>
                    <a:pt x="266636" y="88519"/>
                  </a:lnTo>
                  <a:lnTo>
                    <a:pt x="267233" y="87820"/>
                  </a:lnTo>
                  <a:lnTo>
                    <a:pt x="267766" y="88455"/>
                  </a:lnTo>
                  <a:lnTo>
                    <a:pt x="267766" y="77774"/>
                  </a:lnTo>
                  <a:lnTo>
                    <a:pt x="267233" y="77152"/>
                  </a:lnTo>
                  <a:lnTo>
                    <a:pt x="233184" y="116890"/>
                  </a:lnTo>
                  <a:lnTo>
                    <a:pt x="233184" y="138582"/>
                  </a:lnTo>
                  <a:lnTo>
                    <a:pt x="231787" y="138239"/>
                  </a:lnTo>
                  <a:lnTo>
                    <a:pt x="228587" y="138430"/>
                  </a:lnTo>
                  <a:lnTo>
                    <a:pt x="225386" y="138633"/>
                  </a:lnTo>
                  <a:lnTo>
                    <a:pt x="222897" y="139585"/>
                  </a:lnTo>
                  <a:lnTo>
                    <a:pt x="222897" y="141503"/>
                  </a:lnTo>
                  <a:lnTo>
                    <a:pt x="222059" y="140512"/>
                  </a:lnTo>
                  <a:lnTo>
                    <a:pt x="222821" y="139623"/>
                  </a:lnTo>
                  <a:lnTo>
                    <a:pt x="222897" y="141503"/>
                  </a:lnTo>
                  <a:lnTo>
                    <a:pt x="222897" y="139585"/>
                  </a:lnTo>
                  <a:lnTo>
                    <a:pt x="232613" y="128206"/>
                  </a:lnTo>
                  <a:lnTo>
                    <a:pt x="232397" y="129438"/>
                  </a:lnTo>
                  <a:lnTo>
                    <a:pt x="232740" y="136906"/>
                  </a:lnTo>
                  <a:lnTo>
                    <a:pt x="233184" y="138582"/>
                  </a:lnTo>
                  <a:lnTo>
                    <a:pt x="233184" y="116890"/>
                  </a:lnTo>
                  <a:lnTo>
                    <a:pt x="216052" y="136867"/>
                  </a:lnTo>
                  <a:lnTo>
                    <a:pt x="210058" y="129882"/>
                  </a:lnTo>
                  <a:lnTo>
                    <a:pt x="210058" y="140512"/>
                  </a:lnTo>
                  <a:lnTo>
                    <a:pt x="199936" y="152311"/>
                  </a:lnTo>
                  <a:lnTo>
                    <a:pt x="200215" y="150799"/>
                  </a:lnTo>
                  <a:lnTo>
                    <a:pt x="199872" y="143319"/>
                  </a:lnTo>
                  <a:lnTo>
                    <a:pt x="199402" y="141643"/>
                  </a:lnTo>
                  <a:lnTo>
                    <a:pt x="200888" y="141998"/>
                  </a:lnTo>
                  <a:lnTo>
                    <a:pt x="204089" y="141795"/>
                  </a:lnTo>
                  <a:lnTo>
                    <a:pt x="207289" y="141592"/>
                  </a:lnTo>
                  <a:lnTo>
                    <a:pt x="209854" y="140639"/>
                  </a:lnTo>
                  <a:lnTo>
                    <a:pt x="209829" y="140258"/>
                  </a:lnTo>
                  <a:lnTo>
                    <a:pt x="210058" y="140512"/>
                  </a:lnTo>
                  <a:lnTo>
                    <a:pt x="210058" y="129882"/>
                  </a:lnTo>
                  <a:lnTo>
                    <a:pt x="208140" y="127647"/>
                  </a:lnTo>
                  <a:lnTo>
                    <a:pt x="208140" y="138303"/>
                  </a:lnTo>
                  <a:lnTo>
                    <a:pt x="207124" y="138049"/>
                  </a:lnTo>
                  <a:lnTo>
                    <a:pt x="200723" y="138442"/>
                  </a:lnTo>
                  <a:lnTo>
                    <a:pt x="199212" y="139014"/>
                  </a:lnTo>
                  <a:lnTo>
                    <a:pt x="199517" y="137261"/>
                  </a:lnTo>
                  <a:lnTo>
                    <a:pt x="199351" y="133527"/>
                  </a:lnTo>
                  <a:lnTo>
                    <a:pt x="199174" y="129781"/>
                  </a:lnTo>
                  <a:lnTo>
                    <a:pt x="198539" y="127520"/>
                  </a:lnTo>
                  <a:lnTo>
                    <a:pt x="198539" y="153949"/>
                  </a:lnTo>
                  <a:lnTo>
                    <a:pt x="164884" y="193192"/>
                  </a:lnTo>
                  <a:lnTo>
                    <a:pt x="153200" y="179590"/>
                  </a:lnTo>
                  <a:lnTo>
                    <a:pt x="155778" y="180187"/>
                  </a:lnTo>
                  <a:lnTo>
                    <a:pt x="162191" y="179793"/>
                  </a:lnTo>
                  <a:lnTo>
                    <a:pt x="163614" y="179260"/>
                  </a:lnTo>
                  <a:lnTo>
                    <a:pt x="163322" y="180975"/>
                  </a:lnTo>
                  <a:lnTo>
                    <a:pt x="163487" y="184708"/>
                  </a:lnTo>
                  <a:lnTo>
                    <a:pt x="163652" y="188455"/>
                  </a:lnTo>
                  <a:lnTo>
                    <a:pt x="164490" y="191439"/>
                  </a:lnTo>
                  <a:lnTo>
                    <a:pt x="166166" y="191338"/>
                  </a:lnTo>
                  <a:lnTo>
                    <a:pt x="166700" y="188264"/>
                  </a:lnTo>
                  <a:lnTo>
                    <a:pt x="166357" y="180784"/>
                  </a:lnTo>
                  <a:lnTo>
                    <a:pt x="165900" y="179108"/>
                  </a:lnTo>
                  <a:lnTo>
                    <a:pt x="167386" y="179463"/>
                  </a:lnTo>
                  <a:lnTo>
                    <a:pt x="170586" y="179260"/>
                  </a:lnTo>
                  <a:lnTo>
                    <a:pt x="173786" y="179057"/>
                  </a:lnTo>
                  <a:lnTo>
                    <a:pt x="176352" y="178092"/>
                  </a:lnTo>
                  <a:lnTo>
                    <a:pt x="176263" y="176136"/>
                  </a:lnTo>
                  <a:lnTo>
                    <a:pt x="173621" y="175514"/>
                  </a:lnTo>
                  <a:lnTo>
                    <a:pt x="167208" y="175907"/>
                  </a:lnTo>
                  <a:lnTo>
                    <a:pt x="165696" y="176479"/>
                  </a:lnTo>
                  <a:lnTo>
                    <a:pt x="166014" y="174726"/>
                  </a:lnTo>
                  <a:lnTo>
                    <a:pt x="165836" y="170992"/>
                  </a:lnTo>
                  <a:lnTo>
                    <a:pt x="165671" y="167246"/>
                  </a:lnTo>
                  <a:lnTo>
                    <a:pt x="164846" y="164261"/>
                  </a:lnTo>
                  <a:lnTo>
                    <a:pt x="163169" y="164376"/>
                  </a:lnTo>
                  <a:lnTo>
                    <a:pt x="162623" y="167436"/>
                  </a:lnTo>
                  <a:lnTo>
                    <a:pt x="162966" y="174917"/>
                  </a:lnTo>
                  <a:lnTo>
                    <a:pt x="163410" y="176580"/>
                  </a:lnTo>
                  <a:lnTo>
                    <a:pt x="162013" y="176237"/>
                  </a:lnTo>
                  <a:lnTo>
                    <a:pt x="158813" y="176441"/>
                  </a:lnTo>
                  <a:lnTo>
                    <a:pt x="155613" y="176644"/>
                  </a:lnTo>
                  <a:lnTo>
                    <a:pt x="153047" y="177596"/>
                  </a:lnTo>
                  <a:lnTo>
                    <a:pt x="153123" y="179501"/>
                  </a:lnTo>
                  <a:lnTo>
                    <a:pt x="120611" y="141579"/>
                  </a:lnTo>
                  <a:lnTo>
                    <a:pt x="123202" y="142189"/>
                  </a:lnTo>
                  <a:lnTo>
                    <a:pt x="129603" y="141782"/>
                  </a:lnTo>
                  <a:lnTo>
                    <a:pt x="131038" y="141249"/>
                  </a:lnTo>
                  <a:lnTo>
                    <a:pt x="130746" y="142976"/>
                  </a:lnTo>
                  <a:lnTo>
                    <a:pt x="130911" y="146710"/>
                  </a:lnTo>
                  <a:lnTo>
                    <a:pt x="131076" y="150444"/>
                  </a:lnTo>
                  <a:lnTo>
                    <a:pt x="131902" y="153428"/>
                  </a:lnTo>
                  <a:lnTo>
                    <a:pt x="133578" y="153327"/>
                  </a:lnTo>
                  <a:lnTo>
                    <a:pt x="134124" y="150253"/>
                  </a:lnTo>
                  <a:lnTo>
                    <a:pt x="133781" y="142786"/>
                  </a:lnTo>
                  <a:lnTo>
                    <a:pt x="133311" y="141109"/>
                  </a:lnTo>
                  <a:lnTo>
                    <a:pt x="134797" y="141452"/>
                  </a:lnTo>
                  <a:lnTo>
                    <a:pt x="137998" y="141249"/>
                  </a:lnTo>
                  <a:lnTo>
                    <a:pt x="141211" y="141058"/>
                  </a:lnTo>
                  <a:lnTo>
                    <a:pt x="143776" y="140093"/>
                  </a:lnTo>
                  <a:lnTo>
                    <a:pt x="143675" y="138137"/>
                  </a:lnTo>
                  <a:lnTo>
                    <a:pt x="141033" y="137502"/>
                  </a:lnTo>
                  <a:lnTo>
                    <a:pt x="134632" y="137909"/>
                  </a:lnTo>
                  <a:lnTo>
                    <a:pt x="133121" y="138480"/>
                  </a:lnTo>
                  <a:lnTo>
                    <a:pt x="133426" y="136728"/>
                  </a:lnTo>
                  <a:lnTo>
                    <a:pt x="133261" y="132981"/>
                  </a:lnTo>
                  <a:lnTo>
                    <a:pt x="133096" y="129247"/>
                  </a:lnTo>
                  <a:lnTo>
                    <a:pt x="132257" y="126263"/>
                  </a:lnTo>
                  <a:lnTo>
                    <a:pt x="131902" y="126288"/>
                  </a:lnTo>
                  <a:lnTo>
                    <a:pt x="163664" y="89242"/>
                  </a:lnTo>
                  <a:lnTo>
                    <a:pt x="163245" y="91617"/>
                  </a:lnTo>
                  <a:lnTo>
                    <a:pt x="163588" y="99085"/>
                  </a:lnTo>
                  <a:lnTo>
                    <a:pt x="164045" y="100761"/>
                  </a:lnTo>
                  <a:lnTo>
                    <a:pt x="162636" y="100418"/>
                  </a:lnTo>
                  <a:lnTo>
                    <a:pt x="159435" y="100609"/>
                  </a:lnTo>
                  <a:lnTo>
                    <a:pt x="156235" y="100812"/>
                  </a:lnTo>
                  <a:lnTo>
                    <a:pt x="153670" y="101777"/>
                  </a:lnTo>
                  <a:lnTo>
                    <a:pt x="153758" y="103733"/>
                  </a:lnTo>
                  <a:lnTo>
                    <a:pt x="156400" y="104368"/>
                  </a:lnTo>
                  <a:lnTo>
                    <a:pt x="162814" y="103962"/>
                  </a:lnTo>
                  <a:lnTo>
                    <a:pt x="164236" y="103428"/>
                  </a:lnTo>
                  <a:lnTo>
                    <a:pt x="163944" y="105156"/>
                  </a:lnTo>
                  <a:lnTo>
                    <a:pt x="164109" y="108889"/>
                  </a:lnTo>
                  <a:lnTo>
                    <a:pt x="164274" y="112623"/>
                  </a:lnTo>
                  <a:lnTo>
                    <a:pt x="165112" y="115608"/>
                  </a:lnTo>
                  <a:lnTo>
                    <a:pt x="166776" y="115506"/>
                  </a:lnTo>
                  <a:lnTo>
                    <a:pt x="167322" y="112445"/>
                  </a:lnTo>
                  <a:lnTo>
                    <a:pt x="166979" y="104965"/>
                  </a:lnTo>
                  <a:lnTo>
                    <a:pt x="166522" y="103289"/>
                  </a:lnTo>
                  <a:lnTo>
                    <a:pt x="168008" y="103632"/>
                  </a:lnTo>
                  <a:lnTo>
                    <a:pt x="171208" y="103428"/>
                  </a:lnTo>
                  <a:lnTo>
                    <a:pt x="174409" y="103238"/>
                  </a:lnTo>
                  <a:lnTo>
                    <a:pt x="176974" y="102273"/>
                  </a:lnTo>
                  <a:lnTo>
                    <a:pt x="176949" y="101930"/>
                  </a:lnTo>
                  <a:lnTo>
                    <a:pt x="198297" y="126809"/>
                  </a:lnTo>
                  <a:lnTo>
                    <a:pt x="196672" y="126911"/>
                  </a:lnTo>
                  <a:lnTo>
                    <a:pt x="196126" y="129971"/>
                  </a:lnTo>
                  <a:lnTo>
                    <a:pt x="196481" y="137452"/>
                  </a:lnTo>
                  <a:lnTo>
                    <a:pt x="196926" y="139115"/>
                  </a:lnTo>
                  <a:lnTo>
                    <a:pt x="195529" y="138772"/>
                  </a:lnTo>
                  <a:lnTo>
                    <a:pt x="192316" y="138976"/>
                  </a:lnTo>
                  <a:lnTo>
                    <a:pt x="189115" y="139179"/>
                  </a:lnTo>
                  <a:lnTo>
                    <a:pt x="186550" y="140131"/>
                  </a:lnTo>
                  <a:lnTo>
                    <a:pt x="186651" y="142100"/>
                  </a:lnTo>
                  <a:lnTo>
                    <a:pt x="189280" y="142722"/>
                  </a:lnTo>
                  <a:lnTo>
                    <a:pt x="195694" y="142328"/>
                  </a:lnTo>
                  <a:lnTo>
                    <a:pt x="197129" y="141795"/>
                  </a:lnTo>
                  <a:lnTo>
                    <a:pt x="196824" y="143510"/>
                  </a:lnTo>
                  <a:lnTo>
                    <a:pt x="197002" y="147243"/>
                  </a:lnTo>
                  <a:lnTo>
                    <a:pt x="197167" y="150990"/>
                  </a:lnTo>
                  <a:lnTo>
                    <a:pt x="197993" y="153974"/>
                  </a:lnTo>
                  <a:lnTo>
                    <a:pt x="198539" y="153949"/>
                  </a:lnTo>
                  <a:lnTo>
                    <a:pt x="198539" y="127520"/>
                  </a:lnTo>
                  <a:lnTo>
                    <a:pt x="198361" y="126885"/>
                  </a:lnTo>
                  <a:lnTo>
                    <a:pt x="208140" y="138303"/>
                  </a:lnTo>
                  <a:lnTo>
                    <a:pt x="208140" y="127647"/>
                  </a:lnTo>
                  <a:lnTo>
                    <a:pt x="175247" y="89268"/>
                  </a:lnTo>
                  <a:lnTo>
                    <a:pt x="175247" y="99923"/>
                  </a:lnTo>
                  <a:lnTo>
                    <a:pt x="174244" y="99682"/>
                  </a:lnTo>
                  <a:lnTo>
                    <a:pt x="167830" y="100088"/>
                  </a:lnTo>
                  <a:lnTo>
                    <a:pt x="166319" y="100660"/>
                  </a:lnTo>
                  <a:lnTo>
                    <a:pt x="166624" y="98907"/>
                  </a:lnTo>
                  <a:lnTo>
                    <a:pt x="166458" y="95161"/>
                  </a:lnTo>
                  <a:lnTo>
                    <a:pt x="166293" y="91427"/>
                  </a:lnTo>
                  <a:lnTo>
                    <a:pt x="165481" y="88531"/>
                  </a:lnTo>
                  <a:lnTo>
                    <a:pt x="175247" y="99923"/>
                  </a:lnTo>
                  <a:lnTo>
                    <a:pt x="175247" y="89268"/>
                  </a:lnTo>
                  <a:lnTo>
                    <a:pt x="174015" y="87820"/>
                  </a:lnTo>
                  <a:lnTo>
                    <a:pt x="165417" y="77787"/>
                  </a:lnTo>
                  <a:lnTo>
                    <a:pt x="165417" y="88455"/>
                  </a:lnTo>
                  <a:lnTo>
                    <a:pt x="164287" y="88519"/>
                  </a:lnTo>
                  <a:lnTo>
                    <a:pt x="164884" y="87820"/>
                  </a:lnTo>
                  <a:lnTo>
                    <a:pt x="165417" y="88455"/>
                  </a:lnTo>
                  <a:lnTo>
                    <a:pt x="165417" y="77787"/>
                  </a:lnTo>
                  <a:lnTo>
                    <a:pt x="164884" y="77152"/>
                  </a:lnTo>
                  <a:lnTo>
                    <a:pt x="130835" y="116878"/>
                  </a:lnTo>
                  <a:lnTo>
                    <a:pt x="130835" y="138582"/>
                  </a:lnTo>
                  <a:lnTo>
                    <a:pt x="129438" y="138239"/>
                  </a:lnTo>
                  <a:lnTo>
                    <a:pt x="126238" y="138430"/>
                  </a:lnTo>
                  <a:lnTo>
                    <a:pt x="123024" y="138633"/>
                  </a:lnTo>
                  <a:lnTo>
                    <a:pt x="120548" y="139573"/>
                  </a:lnTo>
                  <a:lnTo>
                    <a:pt x="120548" y="141503"/>
                  </a:lnTo>
                  <a:lnTo>
                    <a:pt x="119710" y="140512"/>
                  </a:lnTo>
                  <a:lnTo>
                    <a:pt x="120459" y="139649"/>
                  </a:lnTo>
                  <a:lnTo>
                    <a:pt x="120548" y="141503"/>
                  </a:lnTo>
                  <a:lnTo>
                    <a:pt x="120548" y="139573"/>
                  </a:lnTo>
                  <a:lnTo>
                    <a:pt x="130263" y="128206"/>
                  </a:lnTo>
                  <a:lnTo>
                    <a:pt x="130048" y="129438"/>
                  </a:lnTo>
                  <a:lnTo>
                    <a:pt x="130390" y="136906"/>
                  </a:lnTo>
                  <a:lnTo>
                    <a:pt x="130835" y="138582"/>
                  </a:lnTo>
                  <a:lnTo>
                    <a:pt x="130835" y="116878"/>
                  </a:lnTo>
                  <a:lnTo>
                    <a:pt x="115125" y="135191"/>
                  </a:lnTo>
                  <a:lnTo>
                    <a:pt x="110566" y="129882"/>
                  </a:lnTo>
                  <a:lnTo>
                    <a:pt x="110566" y="140512"/>
                  </a:lnTo>
                  <a:lnTo>
                    <a:pt x="100469" y="152311"/>
                  </a:lnTo>
                  <a:lnTo>
                    <a:pt x="100736" y="150799"/>
                  </a:lnTo>
                  <a:lnTo>
                    <a:pt x="100393" y="143319"/>
                  </a:lnTo>
                  <a:lnTo>
                    <a:pt x="99568" y="140335"/>
                  </a:lnTo>
                  <a:lnTo>
                    <a:pt x="100037" y="137261"/>
                  </a:lnTo>
                  <a:lnTo>
                    <a:pt x="99872" y="133527"/>
                  </a:lnTo>
                  <a:lnTo>
                    <a:pt x="99695" y="129781"/>
                  </a:lnTo>
                  <a:lnTo>
                    <a:pt x="99060" y="127495"/>
                  </a:lnTo>
                  <a:lnTo>
                    <a:pt x="99060" y="153949"/>
                  </a:lnTo>
                  <a:lnTo>
                    <a:pt x="65405" y="193192"/>
                  </a:lnTo>
                  <a:lnTo>
                    <a:pt x="53721" y="179590"/>
                  </a:lnTo>
                  <a:lnTo>
                    <a:pt x="56299" y="180187"/>
                  </a:lnTo>
                  <a:lnTo>
                    <a:pt x="62712" y="179793"/>
                  </a:lnTo>
                  <a:lnTo>
                    <a:pt x="64135" y="179260"/>
                  </a:lnTo>
                  <a:lnTo>
                    <a:pt x="63842" y="180975"/>
                  </a:lnTo>
                  <a:lnTo>
                    <a:pt x="64008" y="184708"/>
                  </a:lnTo>
                  <a:lnTo>
                    <a:pt x="64185" y="188455"/>
                  </a:lnTo>
                  <a:lnTo>
                    <a:pt x="65011" y="191439"/>
                  </a:lnTo>
                  <a:lnTo>
                    <a:pt x="66687" y="191338"/>
                  </a:lnTo>
                  <a:lnTo>
                    <a:pt x="67221" y="188264"/>
                  </a:lnTo>
                  <a:lnTo>
                    <a:pt x="66878" y="180784"/>
                  </a:lnTo>
                  <a:lnTo>
                    <a:pt x="66421" y="179108"/>
                  </a:lnTo>
                  <a:lnTo>
                    <a:pt x="67906" y="179463"/>
                  </a:lnTo>
                  <a:lnTo>
                    <a:pt x="71107" y="179260"/>
                  </a:lnTo>
                  <a:lnTo>
                    <a:pt x="74307" y="179057"/>
                  </a:lnTo>
                  <a:lnTo>
                    <a:pt x="76873" y="178092"/>
                  </a:lnTo>
                  <a:lnTo>
                    <a:pt x="76784" y="176136"/>
                  </a:lnTo>
                  <a:lnTo>
                    <a:pt x="74142" y="175514"/>
                  </a:lnTo>
                  <a:lnTo>
                    <a:pt x="67729" y="175907"/>
                  </a:lnTo>
                  <a:lnTo>
                    <a:pt x="66217" y="176479"/>
                  </a:lnTo>
                  <a:lnTo>
                    <a:pt x="66522" y="174726"/>
                  </a:lnTo>
                  <a:lnTo>
                    <a:pt x="66357" y="170992"/>
                  </a:lnTo>
                  <a:lnTo>
                    <a:pt x="66192" y="167246"/>
                  </a:lnTo>
                  <a:lnTo>
                    <a:pt x="65366" y="164261"/>
                  </a:lnTo>
                  <a:lnTo>
                    <a:pt x="63690" y="164376"/>
                  </a:lnTo>
                  <a:lnTo>
                    <a:pt x="63144" y="167436"/>
                  </a:lnTo>
                  <a:lnTo>
                    <a:pt x="63487" y="174917"/>
                  </a:lnTo>
                  <a:lnTo>
                    <a:pt x="63931" y="176580"/>
                  </a:lnTo>
                  <a:lnTo>
                    <a:pt x="62547" y="176237"/>
                  </a:lnTo>
                  <a:lnTo>
                    <a:pt x="59334" y="176441"/>
                  </a:lnTo>
                  <a:lnTo>
                    <a:pt x="56134" y="176644"/>
                  </a:lnTo>
                  <a:lnTo>
                    <a:pt x="53568" y="177596"/>
                  </a:lnTo>
                  <a:lnTo>
                    <a:pt x="53644" y="179501"/>
                  </a:lnTo>
                  <a:lnTo>
                    <a:pt x="21132" y="141579"/>
                  </a:lnTo>
                  <a:lnTo>
                    <a:pt x="23723" y="142189"/>
                  </a:lnTo>
                  <a:lnTo>
                    <a:pt x="30124" y="141782"/>
                  </a:lnTo>
                  <a:lnTo>
                    <a:pt x="31559" y="141249"/>
                  </a:lnTo>
                  <a:lnTo>
                    <a:pt x="31267" y="142976"/>
                  </a:lnTo>
                  <a:lnTo>
                    <a:pt x="31432" y="146710"/>
                  </a:lnTo>
                  <a:lnTo>
                    <a:pt x="31597" y="150444"/>
                  </a:lnTo>
                  <a:lnTo>
                    <a:pt x="32423" y="153428"/>
                  </a:lnTo>
                  <a:lnTo>
                    <a:pt x="34099" y="153327"/>
                  </a:lnTo>
                  <a:lnTo>
                    <a:pt x="34645" y="150253"/>
                  </a:lnTo>
                  <a:lnTo>
                    <a:pt x="34302" y="142786"/>
                  </a:lnTo>
                  <a:lnTo>
                    <a:pt x="33845" y="141109"/>
                  </a:lnTo>
                  <a:lnTo>
                    <a:pt x="35318" y="141452"/>
                  </a:lnTo>
                  <a:lnTo>
                    <a:pt x="38531" y="141249"/>
                  </a:lnTo>
                  <a:lnTo>
                    <a:pt x="41732" y="141058"/>
                  </a:lnTo>
                  <a:lnTo>
                    <a:pt x="44297" y="140093"/>
                  </a:lnTo>
                  <a:lnTo>
                    <a:pt x="44196" y="138137"/>
                  </a:lnTo>
                  <a:lnTo>
                    <a:pt x="41567" y="137502"/>
                  </a:lnTo>
                  <a:lnTo>
                    <a:pt x="35153" y="137909"/>
                  </a:lnTo>
                  <a:lnTo>
                    <a:pt x="33642" y="138480"/>
                  </a:lnTo>
                  <a:lnTo>
                    <a:pt x="33947" y="136728"/>
                  </a:lnTo>
                  <a:lnTo>
                    <a:pt x="33782" y="132981"/>
                  </a:lnTo>
                  <a:lnTo>
                    <a:pt x="33616" y="129247"/>
                  </a:lnTo>
                  <a:lnTo>
                    <a:pt x="32791" y="126263"/>
                  </a:lnTo>
                  <a:lnTo>
                    <a:pt x="32423" y="126288"/>
                  </a:lnTo>
                  <a:lnTo>
                    <a:pt x="65405" y="87820"/>
                  </a:lnTo>
                  <a:lnTo>
                    <a:pt x="98806" y="126809"/>
                  </a:lnTo>
                  <a:lnTo>
                    <a:pt x="97193" y="126911"/>
                  </a:lnTo>
                  <a:lnTo>
                    <a:pt x="96659" y="129971"/>
                  </a:lnTo>
                  <a:lnTo>
                    <a:pt x="97002" y="137452"/>
                  </a:lnTo>
                  <a:lnTo>
                    <a:pt x="97447" y="139115"/>
                  </a:lnTo>
                  <a:lnTo>
                    <a:pt x="96050" y="138772"/>
                  </a:lnTo>
                  <a:lnTo>
                    <a:pt x="92849" y="138976"/>
                  </a:lnTo>
                  <a:lnTo>
                    <a:pt x="89636" y="139179"/>
                  </a:lnTo>
                  <a:lnTo>
                    <a:pt x="87071" y="140131"/>
                  </a:lnTo>
                  <a:lnTo>
                    <a:pt x="87172" y="142100"/>
                  </a:lnTo>
                  <a:lnTo>
                    <a:pt x="89801" y="142722"/>
                  </a:lnTo>
                  <a:lnTo>
                    <a:pt x="96215" y="142328"/>
                  </a:lnTo>
                  <a:lnTo>
                    <a:pt x="97650" y="141795"/>
                  </a:lnTo>
                  <a:lnTo>
                    <a:pt x="97358" y="143510"/>
                  </a:lnTo>
                  <a:lnTo>
                    <a:pt x="97523" y="147243"/>
                  </a:lnTo>
                  <a:lnTo>
                    <a:pt x="97688" y="150990"/>
                  </a:lnTo>
                  <a:lnTo>
                    <a:pt x="98513" y="153974"/>
                  </a:lnTo>
                  <a:lnTo>
                    <a:pt x="99060" y="153949"/>
                  </a:lnTo>
                  <a:lnTo>
                    <a:pt x="99060" y="127495"/>
                  </a:lnTo>
                  <a:lnTo>
                    <a:pt x="98894" y="126898"/>
                  </a:lnTo>
                  <a:lnTo>
                    <a:pt x="110566" y="140512"/>
                  </a:lnTo>
                  <a:lnTo>
                    <a:pt x="110566" y="129882"/>
                  </a:lnTo>
                  <a:lnTo>
                    <a:pt x="74536" y="87820"/>
                  </a:lnTo>
                  <a:lnTo>
                    <a:pt x="65405" y="77152"/>
                  </a:lnTo>
                  <a:lnTo>
                    <a:pt x="31356" y="116878"/>
                  </a:lnTo>
                  <a:lnTo>
                    <a:pt x="31356" y="138582"/>
                  </a:lnTo>
                  <a:lnTo>
                    <a:pt x="29959" y="138239"/>
                  </a:lnTo>
                  <a:lnTo>
                    <a:pt x="26758" y="138430"/>
                  </a:lnTo>
                  <a:lnTo>
                    <a:pt x="23558" y="138633"/>
                  </a:lnTo>
                  <a:lnTo>
                    <a:pt x="21069" y="139585"/>
                  </a:lnTo>
                  <a:lnTo>
                    <a:pt x="21069" y="141503"/>
                  </a:lnTo>
                  <a:lnTo>
                    <a:pt x="20231" y="140512"/>
                  </a:lnTo>
                  <a:lnTo>
                    <a:pt x="20993" y="139623"/>
                  </a:lnTo>
                  <a:lnTo>
                    <a:pt x="21069" y="141503"/>
                  </a:lnTo>
                  <a:lnTo>
                    <a:pt x="21069" y="139585"/>
                  </a:lnTo>
                  <a:lnTo>
                    <a:pt x="30784" y="128206"/>
                  </a:lnTo>
                  <a:lnTo>
                    <a:pt x="30568" y="129438"/>
                  </a:lnTo>
                  <a:lnTo>
                    <a:pt x="30911" y="136906"/>
                  </a:lnTo>
                  <a:lnTo>
                    <a:pt x="31356" y="138582"/>
                  </a:lnTo>
                  <a:lnTo>
                    <a:pt x="31356" y="116878"/>
                  </a:lnTo>
                  <a:lnTo>
                    <a:pt x="11087" y="140512"/>
                  </a:lnTo>
                  <a:lnTo>
                    <a:pt x="65405" y="203860"/>
                  </a:lnTo>
                  <a:lnTo>
                    <a:pt x="74536" y="193192"/>
                  </a:lnTo>
                  <a:lnTo>
                    <a:pt x="115125" y="145846"/>
                  </a:lnTo>
                  <a:lnTo>
                    <a:pt x="164884" y="203860"/>
                  </a:lnTo>
                  <a:lnTo>
                    <a:pt x="174015" y="193192"/>
                  </a:lnTo>
                  <a:lnTo>
                    <a:pt x="216052" y="144170"/>
                  </a:lnTo>
                  <a:lnTo>
                    <a:pt x="267233" y="203860"/>
                  </a:lnTo>
                  <a:lnTo>
                    <a:pt x="276377" y="193192"/>
                  </a:lnTo>
                  <a:lnTo>
                    <a:pt x="321538" y="140512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7" name="object 2037" descr=""/>
            <p:cNvSpPr/>
            <p:nvPr/>
          </p:nvSpPr>
          <p:spPr>
            <a:xfrm>
              <a:off x="8138782" y="5959278"/>
              <a:ext cx="318135" cy="359410"/>
            </a:xfrm>
            <a:custGeom>
              <a:avLst/>
              <a:gdLst/>
              <a:ahLst/>
              <a:cxnLst/>
              <a:rect l="l" t="t" r="r" b="b"/>
              <a:pathLst>
                <a:path w="318134" h="359410">
                  <a:moveTo>
                    <a:pt x="23304" y="102273"/>
                  </a:moveTo>
                  <a:lnTo>
                    <a:pt x="23215" y="100317"/>
                  </a:lnTo>
                  <a:lnTo>
                    <a:pt x="20574" y="99682"/>
                  </a:lnTo>
                  <a:lnTo>
                    <a:pt x="14160" y="100088"/>
                  </a:lnTo>
                  <a:lnTo>
                    <a:pt x="12649" y="100660"/>
                  </a:lnTo>
                  <a:lnTo>
                    <a:pt x="12954" y="98907"/>
                  </a:lnTo>
                  <a:lnTo>
                    <a:pt x="12788" y="95161"/>
                  </a:lnTo>
                  <a:lnTo>
                    <a:pt x="12623" y="91427"/>
                  </a:lnTo>
                  <a:lnTo>
                    <a:pt x="11798" y="88442"/>
                  </a:lnTo>
                  <a:lnTo>
                    <a:pt x="10121" y="88544"/>
                  </a:lnTo>
                  <a:lnTo>
                    <a:pt x="9575" y="91617"/>
                  </a:lnTo>
                  <a:lnTo>
                    <a:pt x="9918" y="99085"/>
                  </a:lnTo>
                  <a:lnTo>
                    <a:pt x="10375" y="100761"/>
                  </a:lnTo>
                  <a:lnTo>
                    <a:pt x="8966" y="100418"/>
                  </a:lnTo>
                  <a:lnTo>
                    <a:pt x="5765" y="100609"/>
                  </a:lnTo>
                  <a:lnTo>
                    <a:pt x="2565" y="100812"/>
                  </a:lnTo>
                  <a:lnTo>
                    <a:pt x="0" y="101777"/>
                  </a:lnTo>
                  <a:lnTo>
                    <a:pt x="88" y="103733"/>
                  </a:lnTo>
                  <a:lnTo>
                    <a:pt x="2730" y="104368"/>
                  </a:lnTo>
                  <a:lnTo>
                    <a:pt x="9144" y="103962"/>
                  </a:lnTo>
                  <a:lnTo>
                    <a:pt x="10566" y="103428"/>
                  </a:lnTo>
                  <a:lnTo>
                    <a:pt x="10274" y="105156"/>
                  </a:lnTo>
                  <a:lnTo>
                    <a:pt x="10439" y="108889"/>
                  </a:lnTo>
                  <a:lnTo>
                    <a:pt x="10617" y="112623"/>
                  </a:lnTo>
                  <a:lnTo>
                    <a:pt x="11442" y="115608"/>
                  </a:lnTo>
                  <a:lnTo>
                    <a:pt x="13119" y="115506"/>
                  </a:lnTo>
                  <a:lnTo>
                    <a:pt x="13652" y="112445"/>
                  </a:lnTo>
                  <a:lnTo>
                    <a:pt x="13309" y="104965"/>
                  </a:lnTo>
                  <a:lnTo>
                    <a:pt x="12852" y="103289"/>
                  </a:lnTo>
                  <a:lnTo>
                    <a:pt x="14338" y="103632"/>
                  </a:lnTo>
                  <a:lnTo>
                    <a:pt x="17538" y="103428"/>
                  </a:lnTo>
                  <a:lnTo>
                    <a:pt x="20739" y="103238"/>
                  </a:lnTo>
                  <a:lnTo>
                    <a:pt x="23304" y="102273"/>
                  </a:lnTo>
                  <a:close/>
                </a:path>
                <a:path w="318134" h="359410">
                  <a:moveTo>
                    <a:pt x="56197" y="140639"/>
                  </a:moveTo>
                  <a:lnTo>
                    <a:pt x="56095" y="138671"/>
                  </a:lnTo>
                  <a:lnTo>
                    <a:pt x="53454" y="138049"/>
                  </a:lnTo>
                  <a:lnTo>
                    <a:pt x="47053" y="138442"/>
                  </a:lnTo>
                  <a:lnTo>
                    <a:pt x="44500" y="139407"/>
                  </a:lnTo>
                  <a:lnTo>
                    <a:pt x="44538" y="140385"/>
                  </a:lnTo>
                  <a:lnTo>
                    <a:pt x="43700" y="140436"/>
                  </a:lnTo>
                  <a:lnTo>
                    <a:pt x="43167" y="143510"/>
                  </a:lnTo>
                  <a:lnTo>
                    <a:pt x="43332" y="147243"/>
                  </a:lnTo>
                  <a:lnTo>
                    <a:pt x="43497" y="150990"/>
                  </a:lnTo>
                  <a:lnTo>
                    <a:pt x="44323" y="153974"/>
                  </a:lnTo>
                  <a:lnTo>
                    <a:pt x="45999" y="153873"/>
                  </a:lnTo>
                  <a:lnTo>
                    <a:pt x="46545" y="150799"/>
                  </a:lnTo>
                  <a:lnTo>
                    <a:pt x="46202" y="143319"/>
                  </a:lnTo>
                  <a:lnTo>
                    <a:pt x="45732" y="141643"/>
                  </a:lnTo>
                  <a:lnTo>
                    <a:pt x="47218" y="141998"/>
                  </a:lnTo>
                  <a:lnTo>
                    <a:pt x="50419" y="141795"/>
                  </a:lnTo>
                  <a:lnTo>
                    <a:pt x="53632" y="141592"/>
                  </a:lnTo>
                  <a:lnTo>
                    <a:pt x="56197" y="140639"/>
                  </a:lnTo>
                  <a:close/>
                </a:path>
                <a:path w="318134" h="359410">
                  <a:moveTo>
                    <a:pt x="115824" y="218681"/>
                  </a:moveTo>
                  <a:lnTo>
                    <a:pt x="106680" y="208026"/>
                  </a:lnTo>
                  <a:lnTo>
                    <a:pt x="106680" y="218681"/>
                  </a:lnTo>
                  <a:lnTo>
                    <a:pt x="96570" y="230466"/>
                  </a:lnTo>
                  <a:lnTo>
                    <a:pt x="96837" y="228968"/>
                  </a:lnTo>
                  <a:lnTo>
                    <a:pt x="96494" y="221488"/>
                  </a:lnTo>
                  <a:lnTo>
                    <a:pt x="96037" y="219811"/>
                  </a:lnTo>
                  <a:lnTo>
                    <a:pt x="97523" y="220167"/>
                  </a:lnTo>
                  <a:lnTo>
                    <a:pt x="100723" y="219964"/>
                  </a:lnTo>
                  <a:lnTo>
                    <a:pt x="103924" y="219760"/>
                  </a:lnTo>
                  <a:lnTo>
                    <a:pt x="106489" y="218808"/>
                  </a:lnTo>
                  <a:lnTo>
                    <a:pt x="106464" y="218440"/>
                  </a:lnTo>
                  <a:lnTo>
                    <a:pt x="106680" y="218681"/>
                  </a:lnTo>
                  <a:lnTo>
                    <a:pt x="106680" y="208026"/>
                  </a:lnTo>
                  <a:lnTo>
                    <a:pt x="104762" y="205790"/>
                  </a:lnTo>
                  <a:lnTo>
                    <a:pt x="104762" y="216458"/>
                  </a:lnTo>
                  <a:lnTo>
                    <a:pt x="103759" y="216217"/>
                  </a:lnTo>
                  <a:lnTo>
                    <a:pt x="97345" y="216611"/>
                  </a:lnTo>
                  <a:lnTo>
                    <a:pt x="95834" y="217182"/>
                  </a:lnTo>
                  <a:lnTo>
                    <a:pt x="96139" y="215430"/>
                  </a:lnTo>
                  <a:lnTo>
                    <a:pt x="95973" y="211696"/>
                  </a:lnTo>
                  <a:lnTo>
                    <a:pt x="95808" y="207962"/>
                  </a:lnTo>
                  <a:lnTo>
                    <a:pt x="95161" y="205663"/>
                  </a:lnTo>
                  <a:lnTo>
                    <a:pt x="95161" y="232117"/>
                  </a:lnTo>
                  <a:lnTo>
                    <a:pt x="61506" y="271360"/>
                  </a:lnTo>
                  <a:lnTo>
                    <a:pt x="49822" y="257759"/>
                  </a:lnTo>
                  <a:lnTo>
                    <a:pt x="52412" y="258356"/>
                  </a:lnTo>
                  <a:lnTo>
                    <a:pt x="58813" y="257962"/>
                  </a:lnTo>
                  <a:lnTo>
                    <a:pt x="60248" y="257429"/>
                  </a:lnTo>
                  <a:lnTo>
                    <a:pt x="59956" y="259143"/>
                  </a:lnTo>
                  <a:lnTo>
                    <a:pt x="60121" y="262890"/>
                  </a:lnTo>
                  <a:lnTo>
                    <a:pt x="60286" y="266623"/>
                  </a:lnTo>
                  <a:lnTo>
                    <a:pt x="61112" y="269608"/>
                  </a:lnTo>
                  <a:lnTo>
                    <a:pt x="62788" y="269506"/>
                  </a:lnTo>
                  <a:lnTo>
                    <a:pt x="63334" y="266433"/>
                  </a:lnTo>
                  <a:lnTo>
                    <a:pt x="62992" y="258953"/>
                  </a:lnTo>
                  <a:lnTo>
                    <a:pt x="62534" y="257276"/>
                  </a:lnTo>
                  <a:lnTo>
                    <a:pt x="64008" y="257632"/>
                  </a:lnTo>
                  <a:lnTo>
                    <a:pt x="67221" y="257429"/>
                  </a:lnTo>
                  <a:lnTo>
                    <a:pt x="70421" y="257225"/>
                  </a:lnTo>
                  <a:lnTo>
                    <a:pt x="72986" y="256273"/>
                  </a:lnTo>
                  <a:lnTo>
                    <a:pt x="72885" y="254304"/>
                  </a:lnTo>
                  <a:lnTo>
                    <a:pt x="70256" y="253682"/>
                  </a:lnTo>
                  <a:lnTo>
                    <a:pt x="63842" y="254076"/>
                  </a:lnTo>
                  <a:lnTo>
                    <a:pt x="62331" y="254647"/>
                  </a:lnTo>
                  <a:lnTo>
                    <a:pt x="62636" y="252895"/>
                  </a:lnTo>
                  <a:lnTo>
                    <a:pt x="62471" y="249161"/>
                  </a:lnTo>
                  <a:lnTo>
                    <a:pt x="62306" y="245427"/>
                  </a:lnTo>
                  <a:lnTo>
                    <a:pt x="61480" y="242443"/>
                  </a:lnTo>
                  <a:lnTo>
                    <a:pt x="59804" y="242544"/>
                  </a:lnTo>
                  <a:lnTo>
                    <a:pt x="59258" y="245605"/>
                  </a:lnTo>
                  <a:lnTo>
                    <a:pt x="59601" y="253085"/>
                  </a:lnTo>
                  <a:lnTo>
                    <a:pt x="60045" y="254749"/>
                  </a:lnTo>
                  <a:lnTo>
                    <a:pt x="58648" y="254406"/>
                  </a:lnTo>
                  <a:lnTo>
                    <a:pt x="55448" y="254609"/>
                  </a:lnTo>
                  <a:lnTo>
                    <a:pt x="52247" y="254812"/>
                  </a:lnTo>
                  <a:lnTo>
                    <a:pt x="49682" y="255778"/>
                  </a:lnTo>
                  <a:lnTo>
                    <a:pt x="49758" y="257683"/>
                  </a:lnTo>
                  <a:lnTo>
                    <a:pt x="17246" y="219748"/>
                  </a:lnTo>
                  <a:lnTo>
                    <a:pt x="19824" y="220357"/>
                  </a:lnTo>
                  <a:lnTo>
                    <a:pt x="26238" y="219951"/>
                  </a:lnTo>
                  <a:lnTo>
                    <a:pt x="27673" y="219417"/>
                  </a:lnTo>
                  <a:lnTo>
                    <a:pt x="27368" y="221145"/>
                  </a:lnTo>
                  <a:lnTo>
                    <a:pt x="27546" y="224878"/>
                  </a:lnTo>
                  <a:lnTo>
                    <a:pt x="27711" y="228612"/>
                  </a:lnTo>
                  <a:lnTo>
                    <a:pt x="28536" y="231597"/>
                  </a:lnTo>
                  <a:lnTo>
                    <a:pt x="30213" y="231495"/>
                  </a:lnTo>
                  <a:lnTo>
                    <a:pt x="30759" y="228434"/>
                  </a:lnTo>
                  <a:lnTo>
                    <a:pt x="30416" y="220954"/>
                  </a:lnTo>
                  <a:lnTo>
                    <a:pt x="29946" y="219278"/>
                  </a:lnTo>
                  <a:lnTo>
                    <a:pt x="31432" y="219621"/>
                  </a:lnTo>
                  <a:lnTo>
                    <a:pt x="34632" y="219430"/>
                  </a:lnTo>
                  <a:lnTo>
                    <a:pt x="37833" y="219227"/>
                  </a:lnTo>
                  <a:lnTo>
                    <a:pt x="40398" y="218262"/>
                  </a:lnTo>
                  <a:lnTo>
                    <a:pt x="40309" y="216306"/>
                  </a:lnTo>
                  <a:lnTo>
                    <a:pt x="37668" y="215671"/>
                  </a:lnTo>
                  <a:lnTo>
                    <a:pt x="31267" y="216077"/>
                  </a:lnTo>
                  <a:lnTo>
                    <a:pt x="29756" y="216649"/>
                  </a:lnTo>
                  <a:lnTo>
                    <a:pt x="30060" y="214896"/>
                  </a:lnTo>
                  <a:lnTo>
                    <a:pt x="29883" y="211150"/>
                  </a:lnTo>
                  <a:lnTo>
                    <a:pt x="29718" y="207416"/>
                  </a:lnTo>
                  <a:lnTo>
                    <a:pt x="28892" y="204431"/>
                  </a:lnTo>
                  <a:lnTo>
                    <a:pt x="28536" y="204457"/>
                  </a:lnTo>
                  <a:lnTo>
                    <a:pt x="60299" y="167398"/>
                  </a:lnTo>
                  <a:lnTo>
                    <a:pt x="59880" y="169786"/>
                  </a:lnTo>
                  <a:lnTo>
                    <a:pt x="60223" y="177266"/>
                  </a:lnTo>
                  <a:lnTo>
                    <a:pt x="60667" y="178930"/>
                  </a:lnTo>
                  <a:lnTo>
                    <a:pt x="59270" y="178587"/>
                  </a:lnTo>
                  <a:lnTo>
                    <a:pt x="56070" y="178790"/>
                  </a:lnTo>
                  <a:lnTo>
                    <a:pt x="52857" y="178981"/>
                  </a:lnTo>
                  <a:lnTo>
                    <a:pt x="50292" y="179946"/>
                  </a:lnTo>
                  <a:lnTo>
                    <a:pt x="50393" y="181902"/>
                  </a:lnTo>
                  <a:lnTo>
                    <a:pt x="53035" y="182537"/>
                  </a:lnTo>
                  <a:lnTo>
                    <a:pt x="59436" y="182130"/>
                  </a:lnTo>
                  <a:lnTo>
                    <a:pt x="60871" y="181597"/>
                  </a:lnTo>
                  <a:lnTo>
                    <a:pt x="60579" y="183324"/>
                  </a:lnTo>
                  <a:lnTo>
                    <a:pt x="60744" y="187058"/>
                  </a:lnTo>
                  <a:lnTo>
                    <a:pt x="60909" y="190792"/>
                  </a:lnTo>
                  <a:lnTo>
                    <a:pt x="61734" y="193776"/>
                  </a:lnTo>
                  <a:lnTo>
                    <a:pt x="63411" y="193675"/>
                  </a:lnTo>
                  <a:lnTo>
                    <a:pt x="63957" y="190614"/>
                  </a:lnTo>
                  <a:lnTo>
                    <a:pt x="63614" y="183134"/>
                  </a:lnTo>
                  <a:lnTo>
                    <a:pt x="63157" y="181457"/>
                  </a:lnTo>
                  <a:lnTo>
                    <a:pt x="64630" y="181800"/>
                  </a:lnTo>
                  <a:lnTo>
                    <a:pt x="67843" y="181610"/>
                  </a:lnTo>
                  <a:lnTo>
                    <a:pt x="71043" y="181406"/>
                  </a:lnTo>
                  <a:lnTo>
                    <a:pt x="73609" y="180441"/>
                  </a:lnTo>
                  <a:lnTo>
                    <a:pt x="73583" y="180098"/>
                  </a:lnTo>
                  <a:lnTo>
                    <a:pt x="94932" y="204990"/>
                  </a:lnTo>
                  <a:lnTo>
                    <a:pt x="93306" y="205079"/>
                  </a:lnTo>
                  <a:lnTo>
                    <a:pt x="92760" y="208140"/>
                  </a:lnTo>
                  <a:lnTo>
                    <a:pt x="93103" y="215620"/>
                  </a:lnTo>
                  <a:lnTo>
                    <a:pt x="93548" y="217284"/>
                  </a:lnTo>
                  <a:lnTo>
                    <a:pt x="92163" y="216941"/>
                  </a:lnTo>
                  <a:lnTo>
                    <a:pt x="88950" y="217144"/>
                  </a:lnTo>
                  <a:lnTo>
                    <a:pt x="85750" y="217347"/>
                  </a:lnTo>
                  <a:lnTo>
                    <a:pt x="83185" y="218300"/>
                  </a:lnTo>
                  <a:lnTo>
                    <a:pt x="83273" y="220268"/>
                  </a:lnTo>
                  <a:lnTo>
                    <a:pt x="85915" y="220891"/>
                  </a:lnTo>
                  <a:lnTo>
                    <a:pt x="92329" y="220497"/>
                  </a:lnTo>
                  <a:lnTo>
                    <a:pt x="93751" y="219964"/>
                  </a:lnTo>
                  <a:lnTo>
                    <a:pt x="93459" y="221678"/>
                  </a:lnTo>
                  <a:lnTo>
                    <a:pt x="93624" y="225425"/>
                  </a:lnTo>
                  <a:lnTo>
                    <a:pt x="93802" y="229158"/>
                  </a:lnTo>
                  <a:lnTo>
                    <a:pt x="94627" y="232143"/>
                  </a:lnTo>
                  <a:lnTo>
                    <a:pt x="95161" y="232117"/>
                  </a:lnTo>
                  <a:lnTo>
                    <a:pt x="95161" y="205663"/>
                  </a:lnTo>
                  <a:lnTo>
                    <a:pt x="94996" y="205066"/>
                  </a:lnTo>
                  <a:lnTo>
                    <a:pt x="104762" y="216458"/>
                  </a:lnTo>
                  <a:lnTo>
                    <a:pt x="104762" y="205790"/>
                  </a:lnTo>
                  <a:lnTo>
                    <a:pt x="71869" y="167411"/>
                  </a:lnTo>
                  <a:lnTo>
                    <a:pt x="71869" y="178092"/>
                  </a:lnTo>
                  <a:lnTo>
                    <a:pt x="70878" y="177850"/>
                  </a:lnTo>
                  <a:lnTo>
                    <a:pt x="64465" y="178257"/>
                  </a:lnTo>
                  <a:lnTo>
                    <a:pt x="62953" y="178828"/>
                  </a:lnTo>
                  <a:lnTo>
                    <a:pt x="63258" y="177076"/>
                  </a:lnTo>
                  <a:lnTo>
                    <a:pt x="63093" y="173329"/>
                  </a:lnTo>
                  <a:lnTo>
                    <a:pt x="62928" y="169595"/>
                  </a:lnTo>
                  <a:lnTo>
                    <a:pt x="62128" y="166725"/>
                  </a:lnTo>
                  <a:lnTo>
                    <a:pt x="71869" y="178092"/>
                  </a:lnTo>
                  <a:lnTo>
                    <a:pt x="71869" y="167411"/>
                  </a:lnTo>
                  <a:lnTo>
                    <a:pt x="70650" y="165989"/>
                  </a:lnTo>
                  <a:lnTo>
                    <a:pt x="62039" y="155956"/>
                  </a:lnTo>
                  <a:lnTo>
                    <a:pt x="62039" y="166624"/>
                  </a:lnTo>
                  <a:lnTo>
                    <a:pt x="60909" y="166687"/>
                  </a:lnTo>
                  <a:lnTo>
                    <a:pt x="61506" y="165989"/>
                  </a:lnTo>
                  <a:lnTo>
                    <a:pt x="62039" y="166624"/>
                  </a:lnTo>
                  <a:lnTo>
                    <a:pt x="62039" y="155956"/>
                  </a:lnTo>
                  <a:lnTo>
                    <a:pt x="61506" y="155333"/>
                  </a:lnTo>
                  <a:lnTo>
                    <a:pt x="27470" y="195046"/>
                  </a:lnTo>
                  <a:lnTo>
                    <a:pt x="27470" y="216750"/>
                  </a:lnTo>
                  <a:lnTo>
                    <a:pt x="26073" y="216408"/>
                  </a:lnTo>
                  <a:lnTo>
                    <a:pt x="22860" y="216598"/>
                  </a:lnTo>
                  <a:lnTo>
                    <a:pt x="19659" y="216801"/>
                  </a:lnTo>
                  <a:lnTo>
                    <a:pt x="17183" y="217741"/>
                  </a:lnTo>
                  <a:lnTo>
                    <a:pt x="17183" y="219671"/>
                  </a:lnTo>
                  <a:lnTo>
                    <a:pt x="16344" y="218681"/>
                  </a:lnTo>
                  <a:lnTo>
                    <a:pt x="17094" y="217817"/>
                  </a:lnTo>
                  <a:lnTo>
                    <a:pt x="17183" y="219671"/>
                  </a:lnTo>
                  <a:lnTo>
                    <a:pt x="17183" y="217741"/>
                  </a:lnTo>
                  <a:lnTo>
                    <a:pt x="26885" y="206387"/>
                  </a:lnTo>
                  <a:lnTo>
                    <a:pt x="26670" y="207606"/>
                  </a:lnTo>
                  <a:lnTo>
                    <a:pt x="27025" y="215087"/>
                  </a:lnTo>
                  <a:lnTo>
                    <a:pt x="27470" y="216750"/>
                  </a:lnTo>
                  <a:lnTo>
                    <a:pt x="27470" y="195046"/>
                  </a:lnTo>
                  <a:lnTo>
                    <a:pt x="7200" y="218681"/>
                  </a:lnTo>
                  <a:lnTo>
                    <a:pt x="61506" y="282028"/>
                  </a:lnTo>
                  <a:lnTo>
                    <a:pt x="70650" y="271360"/>
                  </a:lnTo>
                  <a:lnTo>
                    <a:pt x="115824" y="218681"/>
                  </a:lnTo>
                  <a:close/>
                </a:path>
                <a:path w="318134" h="359410">
                  <a:moveTo>
                    <a:pt x="164998" y="295833"/>
                  </a:moveTo>
                  <a:lnTo>
                    <a:pt x="155867" y="285191"/>
                  </a:lnTo>
                  <a:lnTo>
                    <a:pt x="155867" y="295833"/>
                  </a:lnTo>
                  <a:lnTo>
                    <a:pt x="145757" y="307632"/>
                  </a:lnTo>
                  <a:lnTo>
                    <a:pt x="146024" y="306133"/>
                  </a:lnTo>
                  <a:lnTo>
                    <a:pt x="145681" y="298653"/>
                  </a:lnTo>
                  <a:lnTo>
                    <a:pt x="145211" y="296976"/>
                  </a:lnTo>
                  <a:lnTo>
                    <a:pt x="146697" y="297319"/>
                  </a:lnTo>
                  <a:lnTo>
                    <a:pt x="149898" y="297129"/>
                  </a:lnTo>
                  <a:lnTo>
                    <a:pt x="153098" y="296926"/>
                  </a:lnTo>
                  <a:lnTo>
                    <a:pt x="155663" y="295960"/>
                  </a:lnTo>
                  <a:lnTo>
                    <a:pt x="155638" y="295579"/>
                  </a:lnTo>
                  <a:lnTo>
                    <a:pt x="155867" y="295833"/>
                  </a:lnTo>
                  <a:lnTo>
                    <a:pt x="155867" y="285191"/>
                  </a:lnTo>
                  <a:lnTo>
                    <a:pt x="153962" y="282968"/>
                  </a:lnTo>
                  <a:lnTo>
                    <a:pt x="153962" y="293636"/>
                  </a:lnTo>
                  <a:lnTo>
                    <a:pt x="152933" y="293382"/>
                  </a:lnTo>
                  <a:lnTo>
                    <a:pt x="146532" y="293776"/>
                  </a:lnTo>
                  <a:lnTo>
                    <a:pt x="145021" y="294347"/>
                  </a:lnTo>
                  <a:lnTo>
                    <a:pt x="145326" y="292595"/>
                  </a:lnTo>
                  <a:lnTo>
                    <a:pt x="145161" y="288861"/>
                  </a:lnTo>
                  <a:lnTo>
                    <a:pt x="144983" y="285115"/>
                  </a:lnTo>
                  <a:lnTo>
                    <a:pt x="144335" y="282803"/>
                  </a:lnTo>
                  <a:lnTo>
                    <a:pt x="144335" y="309283"/>
                  </a:lnTo>
                  <a:lnTo>
                    <a:pt x="110693" y="348526"/>
                  </a:lnTo>
                  <a:lnTo>
                    <a:pt x="99009" y="334911"/>
                  </a:lnTo>
                  <a:lnTo>
                    <a:pt x="101587" y="335521"/>
                  </a:lnTo>
                  <a:lnTo>
                    <a:pt x="108000" y="335114"/>
                  </a:lnTo>
                  <a:lnTo>
                    <a:pt x="109423" y="334594"/>
                  </a:lnTo>
                  <a:lnTo>
                    <a:pt x="109131" y="336308"/>
                  </a:lnTo>
                  <a:lnTo>
                    <a:pt x="109296" y="340042"/>
                  </a:lnTo>
                  <a:lnTo>
                    <a:pt x="109461" y="343789"/>
                  </a:lnTo>
                  <a:lnTo>
                    <a:pt x="110299" y="346773"/>
                  </a:lnTo>
                  <a:lnTo>
                    <a:pt x="111975" y="346659"/>
                  </a:lnTo>
                  <a:lnTo>
                    <a:pt x="112509" y="343598"/>
                  </a:lnTo>
                  <a:lnTo>
                    <a:pt x="112166" y="336118"/>
                  </a:lnTo>
                  <a:lnTo>
                    <a:pt x="111709" y="334441"/>
                  </a:lnTo>
                  <a:lnTo>
                    <a:pt x="113195" y="334784"/>
                  </a:lnTo>
                  <a:lnTo>
                    <a:pt x="116395" y="334594"/>
                  </a:lnTo>
                  <a:lnTo>
                    <a:pt x="119595" y="334391"/>
                  </a:lnTo>
                  <a:lnTo>
                    <a:pt x="122161" y="333425"/>
                  </a:lnTo>
                  <a:lnTo>
                    <a:pt x="122072" y="331470"/>
                  </a:lnTo>
                  <a:lnTo>
                    <a:pt x="119430" y="330847"/>
                  </a:lnTo>
                  <a:lnTo>
                    <a:pt x="113017" y="331241"/>
                  </a:lnTo>
                  <a:lnTo>
                    <a:pt x="111506" y="331812"/>
                  </a:lnTo>
                  <a:lnTo>
                    <a:pt x="111823" y="330060"/>
                  </a:lnTo>
                  <a:lnTo>
                    <a:pt x="111645" y="326326"/>
                  </a:lnTo>
                  <a:lnTo>
                    <a:pt x="111480" y="322580"/>
                  </a:lnTo>
                  <a:lnTo>
                    <a:pt x="110655" y="319595"/>
                  </a:lnTo>
                  <a:lnTo>
                    <a:pt x="108978" y="319709"/>
                  </a:lnTo>
                  <a:lnTo>
                    <a:pt x="108432" y="322770"/>
                  </a:lnTo>
                  <a:lnTo>
                    <a:pt x="108775" y="330250"/>
                  </a:lnTo>
                  <a:lnTo>
                    <a:pt x="109220" y="331914"/>
                  </a:lnTo>
                  <a:lnTo>
                    <a:pt x="107823" y="331571"/>
                  </a:lnTo>
                  <a:lnTo>
                    <a:pt x="104622" y="331774"/>
                  </a:lnTo>
                  <a:lnTo>
                    <a:pt x="101422" y="331965"/>
                  </a:lnTo>
                  <a:lnTo>
                    <a:pt x="98856" y="332930"/>
                  </a:lnTo>
                  <a:lnTo>
                    <a:pt x="98933" y="334835"/>
                  </a:lnTo>
                  <a:lnTo>
                    <a:pt x="66433" y="296913"/>
                  </a:lnTo>
                  <a:lnTo>
                    <a:pt x="69011" y="297510"/>
                  </a:lnTo>
                  <a:lnTo>
                    <a:pt x="75412" y="297116"/>
                  </a:lnTo>
                  <a:lnTo>
                    <a:pt x="76847" y="296583"/>
                  </a:lnTo>
                  <a:lnTo>
                    <a:pt x="76555" y="298297"/>
                  </a:lnTo>
                  <a:lnTo>
                    <a:pt x="76720" y="302044"/>
                  </a:lnTo>
                  <a:lnTo>
                    <a:pt x="76885" y="305777"/>
                  </a:lnTo>
                  <a:lnTo>
                    <a:pt x="77711" y="308762"/>
                  </a:lnTo>
                  <a:lnTo>
                    <a:pt x="79387" y="308660"/>
                  </a:lnTo>
                  <a:lnTo>
                    <a:pt x="79933" y="305587"/>
                  </a:lnTo>
                  <a:lnTo>
                    <a:pt x="79590" y="298119"/>
                  </a:lnTo>
                  <a:lnTo>
                    <a:pt x="79121" y="296443"/>
                  </a:lnTo>
                  <a:lnTo>
                    <a:pt x="80606" y="296786"/>
                  </a:lnTo>
                  <a:lnTo>
                    <a:pt x="83807" y="296583"/>
                  </a:lnTo>
                  <a:lnTo>
                    <a:pt x="87020" y="296392"/>
                  </a:lnTo>
                  <a:lnTo>
                    <a:pt x="89585" y="295427"/>
                  </a:lnTo>
                  <a:lnTo>
                    <a:pt x="89484" y="293471"/>
                  </a:lnTo>
                  <a:lnTo>
                    <a:pt x="86842" y="292836"/>
                  </a:lnTo>
                  <a:lnTo>
                    <a:pt x="80441" y="293230"/>
                  </a:lnTo>
                  <a:lnTo>
                    <a:pt x="78930" y="293801"/>
                  </a:lnTo>
                  <a:lnTo>
                    <a:pt x="79235" y="292049"/>
                  </a:lnTo>
                  <a:lnTo>
                    <a:pt x="79070" y="288315"/>
                  </a:lnTo>
                  <a:lnTo>
                    <a:pt x="78905" y="284581"/>
                  </a:lnTo>
                  <a:lnTo>
                    <a:pt x="78066" y="281597"/>
                  </a:lnTo>
                  <a:lnTo>
                    <a:pt x="77698" y="281622"/>
                  </a:lnTo>
                  <a:lnTo>
                    <a:pt x="109474" y="244576"/>
                  </a:lnTo>
                  <a:lnTo>
                    <a:pt x="109054" y="246951"/>
                  </a:lnTo>
                  <a:lnTo>
                    <a:pt x="109397" y="254419"/>
                  </a:lnTo>
                  <a:lnTo>
                    <a:pt x="110223" y="257416"/>
                  </a:lnTo>
                  <a:lnTo>
                    <a:pt x="111899" y="257314"/>
                  </a:lnTo>
                  <a:lnTo>
                    <a:pt x="112433" y="254228"/>
                  </a:lnTo>
                  <a:lnTo>
                    <a:pt x="112268" y="250494"/>
                  </a:lnTo>
                  <a:lnTo>
                    <a:pt x="112102" y="246761"/>
                  </a:lnTo>
                  <a:lnTo>
                    <a:pt x="111290" y="243865"/>
                  </a:lnTo>
                  <a:lnTo>
                    <a:pt x="144106" y="282143"/>
                  </a:lnTo>
                  <a:lnTo>
                    <a:pt x="142481" y="282244"/>
                  </a:lnTo>
                  <a:lnTo>
                    <a:pt x="141935" y="285305"/>
                  </a:lnTo>
                  <a:lnTo>
                    <a:pt x="142290" y="292785"/>
                  </a:lnTo>
                  <a:lnTo>
                    <a:pt x="142735" y="294436"/>
                  </a:lnTo>
                  <a:lnTo>
                    <a:pt x="141338" y="294106"/>
                  </a:lnTo>
                  <a:lnTo>
                    <a:pt x="138125" y="294309"/>
                  </a:lnTo>
                  <a:lnTo>
                    <a:pt x="134924" y="294500"/>
                  </a:lnTo>
                  <a:lnTo>
                    <a:pt x="132359" y="295465"/>
                  </a:lnTo>
                  <a:lnTo>
                    <a:pt x="132461" y="297421"/>
                  </a:lnTo>
                  <a:lnTo>
                    <a:pt x="135089" y="298056"/>
                  </a:lnTo>
                  <a:lnTo>
                    <a:pt x="141503" y="297649"/>
                  </a:lnTo>
                  <a:lnTo>
                    <a:pt x="142938" y="297116"/>
                  </a:lnTo>
                  <a:lnTo>
                    <a:pt x="142633" y="298843"/>
                  </a:lnTo>
                  <a:lnTo>
                    <a:pt x="142811" y="302577"/>
                  </a:lnTo>
                  <a:lnTo>
                    <a:pt x="142976" y="306324"/>
                  </a:lnTo>
                  <a:lnTo>
                    <a:pt x="143802" y="309308"/>
                  </a:lnTo>
                  <a:lnTo>
                    <a:pt x="144335" y="309283"/>
                  </a:lnTo>
                  <a:lnTo>
                    <a:pt x="144335" y="282803"/>
                  </a:lnTo>
                  <a:lnTo>
                    <a:pt x="144170" y="282206"/>
                  </a:lnTo>
                  <a:lnTo>
                    <a:pt x="153962" y="293636"/>
                  </a:lnTo>
                  <a:lnTo>
                    <a:pt x="153962" y="282968"/>
                  </a:lnTo>
                  <a:lnTo>
                    <a:pt x="119824" y="243154"/>
                  </a:lnTo>
                  <a:lnTo>
                    <a:pt x="111226" y="233121"/>
                  </a:lnTo>
                  <a:lnTo>
                    <a:pt x="111226" y="243789"/>
                  </a:lnTo>
                  <a:lnTo>
                    <a:pt x="110096" y="243852"/>
                  </a:lnTo>
                  <a:lnTo>
                    <a:pt x="110693" y="243154"/>
                  </a:lnTo>
                  <a:lnTo>
                    <a:pt x="111226" y="243789"/>
                  </a:lnTo>
                  <a:lnTo>
                    <a:pt x="111226" y="233121"/>
                  </a:lnTo>
                  <a:lnTo>
                    <a:pt x="110693" y="232486"/>
                  </a:lnTo>
                  <a:lnTo>
                    <a:pt x="76644" y="272199"/>
                  </a:lnTo>
                  <a:lnTo>
                    <a:pt x="76644" y="293916"/>
                  </a:lnTo>
                  <a:lnTo>
                    <a:pt x="75247" y="293573"/>
                  </a:lnTo>
                  <a:lnTo>
                    <a:pt x="72047" y="293763"/>
                  </a:lnTo>
                  <a:lnTo>
                    <a:pt x="68834" y="293966"/>
                  </a:lnTo>
                  <a:lnTo>
                    <a:pt x="66357" y="294906"/>
                  </a:lnTo>
                  <a:lnTo>
                    <a:pt x="66357" y="296824"/>
                  </a:lnTo>
                  <a:lnTo>
                    <a:pt x="65519" y="295833"/>
                  </a:lnTo>
                  <a:lnTo>
                    <a:pt x="66268" y="294970"/>
                  </a:lnTo>
                  <a:lnTo>
                    <a:pt x="66357" y="296824"/>
                  </a:lnTo>
                  <a:lnTo>
                    <a:pt x="66357" y="294906"/>
                  </a:lnTo>
                  <a:lnTo>
                    <a:pt x="76073" y="283527"/>
                  </a:lnTo>
                  <a:lnTo>
                    <a:pt x="75857" y="284772"/>
                  </a:lnTo>
                  <a:lnTo>
                    <a:pt x="76200" y="292239"/>
                  </a:lnTo>
                  <a:lnTo>
                    <a:pt x="76644" y="293916"/>
                  </a:lnTo>
                  <a:lnTo>
                    <a:pt x="76644" y="272199"/>
                  </a:lnTo>
                  <a:lnTo>
                    <a:pt x="56375" y="295833"/>
                  </a:lnTo>
                  <a:lnTo>
                    <a:pt x="110693" y="359194"/>
                  </a:lnTo>
                  <a:lnTo>
                    <a:pt x="119824" y="348526"/>
                  </a:lnTo>
                  <a:lnTo>
                    <a:pt x="164998" y="295833"/>
                  </a:lnTo>
                  <a:close/>
                </a:path>
                <a:path w="318134" h="359410">
                  <a:moveTo>
                    <a:pt x="317893" y="63347"/>
                  </a:moveTo>
                  <a:lnTo>
                    <a:pt x="308762" y="52705"/>
                  </a:lnTo>
                  <a:lnTo>
                    <a:pt x="308762" y="63347"/>
                  </a:lnTo>
                  <a:lnTo>
                    <a:pt x="298640" y="75145"/>
                  </a:lnTo>
                  <a:lnTo>
                    <a:pt x="298919" y="73634"/>
                  </a:lnTo>
                  <a:lnTo>
                    <a:pt x="298577" y="66167"/>
                  </a:lnTo>
                  <a:lnTo>
                    <a:pt x="298107" y="64490"/>
                  </a:lnTo>
                  <a:lnTo>
                    <a:pt x="299593" y="64833"/>
                  </a:lnTo>
                  <a:lnTo>
                    <a:pt x="302793" y="64630"/>
                  </a:lnTo>
                  <a:lnTo>
                    <a:pt x="306006" y="64439"/>
                  </a:lnTo>
                  <a:lnTo>
                    <a:pt x="308571" y="63474"/>
                  </a:lnTo>
                  <a:lnTo>
                    <a:pt x="308546" y="63106"/>
                  </a:lnTo>
                  <a:lnTo>
                    <a:pt x="308762" y="63347"/>
                  </a:lnTo>
                  <a:lnTo>
                    <a:pt x="308762" y="52705"/>
                  </a:lnTo>
                  <a:lnTo>
                    <a:pt x="306857" y="50482"/>
                  </a:lnTo>
                  <a:lnTo>
                    <a:pt x="306857" y="61137"/>
                  </a:lnTo>
                  <a:lnTo>
                    <a:pt x="305828" y="60883"/>
                  </a:lnTo>
                  <a:lnTo>
                    <a:pt x="299427" y="61290"/>
                  </a:lnTo>
                  <a:lnTo>
                    <a:pt x="297916" y="61861"/>
                  </a:lnTo>
                  <a:lnTo>
                    <a:pt x="298221" y="60096"/>
                  </a:lnTo>
                  <a:lnTo>
                    <a:pt x="298056" y="56362"/>
                  </a:lnTo>
                  <a:lnTo>
                    <a:pt x="297878" y="52628"/>
                  </a:lnTo>
                  <a:lnTo>
                    <a:pt x="297243" y="50368"/>
                  </a:lnTo>
                  <a:lnTo>
                    <a:pt x="297243" y="76784"/>
                  </a:lnTo>
                  <a:lnTo>
                    <a:pt x="263588" y="116039"/>
                  </a:lnTo>
                  <a:lnTo>
                    <a:pt x="251904" y="102425"/>
                  </a:lnTo>
                  <a:lnTo>
                    <a:pt x="254482" y="103022"/>
                  </a:lnTo>
                  <a:lnTo>
                    <a:pt x="260896" y="102628"/>
                  </a:lnTo>
                  <a:lnTo>
                    <a:pt x="262318" y="102095"/>
                  </a:lnTo>
                  <a:lnTo>
                    <a:pt x="262026" y="103809"/>
                  </a:lnTo>
                  <a:lnTo>
                    <a:pt x="262191" y="107556"/>
                  </a:lnTo>
                  <a:lnTo>
                    <a:pt x="262369" y="111290"/>
                  </a:lnTo>
                  <a:lnTo>
                    <a:pt x="263194" y="114274"/>
                  </a:lnTo>
                  <a:lnTo>
                    <a:pt x="264871" y="114173"/>
                  </a:lnTo>
                  <a:lnTo>
                    <a:pt x="265417" y="111099"/>
                  </a:lnTo>
                  <a:lnTo>
                    <a:pt x="265061" y="103632"/>
                  </a:lnTo>
                  <a:lnTo>
                    <a:pt x="264604" y="101955"/>
                  </a:lnTo>
                  <a:lnTo>
                    <a:pt x="266090" y="102298"/>
                  </a:lnTo>
                  <a:lnTo>
                    <a:pt x="269290" y="102095"/>
                  </a:lnTo>
                  <a:lnTo>
                    <a:pt x="272491" y="101904"/>
                  </a:lnTo>
                  <a:lnTo>
                    <a:pt x="275056" y="100939"/>
                  </a:lnTo>
                  <a:lnTo>
                    <a:pt x="274967" y="98983"/>
                  </a:lnTo>
                  <a:lnTo>
                    <a:pt x="272326" y="98348"/>
                  </a:lnTo>
                  <a:lnTo>
                    <a:pt x="265912" y="98755"/>
                  </a:lnTo>
                  <a:lnTo>
                    <a:pt x="264401" y="99326"/>
                  </a:lnTo>
                  <a:lnTo>
                    <a:pt x="264718" y="97574"/>
                  </a:lnTo>
                  <a:lnTo>
                    <a:pt x="264541" y="93827"/>
                  </a:lnTo>
                  <a:lnTo>
                    <a:pt x="264375" y="90093"/>
                  </a:lnTo>
                  <a:lnTo>
                    <a:pt x="263550" y="87109"/>
                  </a:lnTo>
                  <a:lnTo>
                    <a:pt x="261874" y="87210"/>
                  </a:lnTo>
                  <a:lnTo>
                    <a:pt x="261327" y="90284"/>
                  </a:lnTo>
                  <a:lnTo>
                    <a:pt x="261670" y="97751"/>
                  </a:lnTo>
                  <a:lnTo>
                    <a:pt x="262128" y="99428"/>
                  </a:lnTo>
                  <a:lnTo>
                    <a:pt x="260718" y="99085"/>
                  </a:lnTo>
                  <a:lnTo>
                    <a:pt x="257517" y="99275"/>
                  </a:lnTo>
                  <a:lnTo>
                    <a:pt x="254317" y="99479"/>
                  </a:lnTo>
                  <a:lnTo>
                    <a:pt x="251752" y="100444"/>
                  </a:lnTo>
                  <a:lnTo>
                    <a:pt x="251828" y="102336"/>
                  </a:lnTo>
                  <a:lnTo>
                    <a:pt x="219316" y="64401"/>
                  </a:lnTo>
                  <a:lnTo>
                    <a:pt x="221907" y="65024"/>
                  </a:lnTo>
                  <a:lnTo>
                    <a:pt x="228307" y="64630"/>
                  </a:lnTo>
                  <a:lnTo>
                    <a:pt x="229743" y="64096"/>
                  </a:lnTo>
                  <a:lnTo>
                    <a:pt x="229450" y="65811"/>
                  </a:lnTo>
                  <a:lnTo>
                    <a:pt x="229616" y="69545"/>
                  </a:lnTo>
                  <a:lnTo>
                    <a:pt x="229781" y="73291"/>
                  </a:lnTo>
                  <a:lnTo>
                    <a:pt x="230606" y="76276"/>
                  </a:lnTo>
                  <a:lnTo>
                    <a:pt x="232283" y="76161"/>
                  </a:lnTo>
                  <a:lnTo>
                    <a:pt x="232829" y="73101"/>
                  </a:lnTo>
                  <a:lnTo>
                    <a:pt x="232486" y="65620"/>
                  </a:lnTo>
                  <a:lnTo>
                    <a:pt x="232029" y="63944"/>
                  </a:lnTo>
                  <a:lnTo>
                    <a:pt x="233502" y="64287"/>
                  </a:lnTo>
                  <a:lnTo>
                    <a:pt x="236715" y="64096"/>
                  </a:lnTo>
                  <a:lnTo>
                    <a:pt x="239915" y="63893"/>
                  </a:lnTo>
                  <a:lnTo>
                    <a:pt x="242481" y="62928"/>
                  </a:lnTo>
                  <a:lnTo>
                    <a:pt x="242379" y="60972"/>
                  </a:lnTo>
                  <a:lnTo>
                    <a:pt x="239750" y="60350"/>
                  </a:lnTo>
                  <a:lnTo>
                    <a:pt x="233337" y="60744"/>
                  </a:lnTo>
                  <a:lnTo>
                    <a:pt x="231825" y="61315"/>
                  </a:lnTo>
                  <a:lnTo>
                    <a:pt x="232130" y="59563"/>
                  </a:lnTo>
                  <a:lnTo>
                    <a:pt x="231965" y="55829"/>
                  </a:lnTo>
                  <a:lnTo>
                    <a:pt x="231800" y="52082"/>
                  </a:lnTo>
                  <a:lnTo>
                    <a:pt x="230974" y="49098"/>
                  </a:lnTo>
                  <a:lnTo>
                    <a:pt x="230606" y="49123"/>
                  </a:lnTo>
                  <a:lnTo>
                    <a:pt x="262369" y="12077"/>
                  </a:lnTo>
                  <a:lnTo>
                    <a:pt x="261950" y="14452"/>
                  </a:lnTo>
                  <a:lnTo>
                    <a:pt x="262293" y="21932"/>
                  </a:lnTo>
                  <a:lnTo>
                    <a:pt x="262737" y="23596"/>
                  </a:lnTo>
                  <a:lnTo>
                    <a:pt x="261340" y="23253"/>
                  </a:lnTo>
                  <a:lnTo>
                    <a:pt x="258140" y="23456"/>
                  </a:lnTo>
                  <a:lnTo>
                    <a:pt x="254939" y="23647"/>
                  </a:lnTo>
                  <a:lnTo>
                    <a:pt x="252374" y="24612"/>
                  </a:lnTo>
                  <a:lnTo>
                    <a:pt x="252463" y="26568"/>
                  </a:lnTo>
                  <a:lnTo>
                    <a:pt x="255104" y="27203"/>
                  </a:lnTo>
                  <a:lnTo>
                    <a:pt x="261518" y="26809"/>
                  </a:lnTo>
                  <a:lnTo>
                    <a:pt x="262940" y="26276"/>
                  </a:lnTo>
                  <a:lnTo>
                    <a:pt x="262648" y="27990"/>
                  </a:lnTo>
                  <a:lnTo>
                    <a:pt x="262813" y="31724"/>
                  </a:lnTo>
                  <a:lnTo>
                    <a:pt x="262991" y="35471"/>
                  </a:lnTo>
                  <a:lnTo>
                    <a:pt x="263817" y="38455"/>
                  </a:lnTo>
                  <a:lnTo>
                    <a:pt x="265493" y="38341"/>
                  </a:lnTo>
                  <a:lnTo>
                    <a:pt x="266026" y="35280"/>
                  </a:lnTo>
                  <a:lnTo>
                    <a:pt x="265684" y="27800"/>
                  </a:lnTo>
                  <a:lnTo>
                    <a:pt x="265226" y="26123"/>
                  </a:lnTo>
                  <a:lnTo>
                    <a:pt x="266712" y="26479"/>
                  </a:lnTo>
                  <a:lnTo>
                    <a:pt x="269913" y="26276"/>
                  </a:lnTo>
                  <a:lnTo>
                    <a:pt x="273113" y="26073"/>
                  </a:lnTo>
                  <a:lnTo>
                    <a:pt x="275678" y="25107"/>
                  </a:lnTo>
                  <a:lnTo>
                    <a:pt x="275653" y="24765"/>
                  </a:lnTo>
                  <a:lnTo>
                    <a:pt x="297014" y="49657"/>
                  </a:lnTo>
                  <a:lnTo>
                    <a:pt x="295376" y="49745"/>
                  </a:lnTo>
                  <a:lnTo>
                    <a:pt x="294843" y="52819"/>
                  </a:lnTo>
                  <a:lnTo>
                    <a:pt x="295186" y="60286"/>
                  </a:lnTo>
                  <a:lnTo>
                    <a:pt x="295630" y="61963"/>
                  </a:lnTo>
                  <a:lnTo>
                    <a:pt x="294233" y="61620"/>
                  </a:lnTo>
                  <a:lnTo>
                    <a:pt x="291033" y="61810"/>
                  </a:lnTo>
                  <a:lnTo>
                    <a:pt x="287820" y="62014"/>
                  </a:lnTo>
                  <a:lnTo>
                    <a:pt x="285254" y="62979"/>
                  </a:lnTo>
                  <a:lnTo>
                    <a:pt x="285356" y="64935"/>
                  </a:lnTo>
                  <a:lnTo>
                    <a:pt x="287985" y="65557"/>
                  </a:lnTo>
                  <a:lnTo>
                    <a:pt x="294398" y="65163"/>
                  </a:lnTo>
                  <a:lnTo>
                    <a:pt x="295833" y="64630"/>
                  </a:lnTo>
                  <a:lnTo>
                    <a:pt x="295541" y="66344"/>
                  </a:lnTo>
                  <a:lnTo>
                    <a:pt x="295706" y="70091"/>
                  </a:lnTo>
                  <a:lnTo>
                    <a:pt x="295871" y="73825"/>
                  </a:lnTo>
                  <a:lnTo>
                    <a:pt x="296697" y="76809"/>
                  </a:lnTo>
                  <a:lnTo>
                    <a:pt x="297243" y="76784"/>
                  </a:lnTo>
                  <a:lnTo>
                    <a:pt x="297243" y="50368"/>
                  </a:lnTo>
                  <a:lnTo>
                    <a:pt x="297065" y="49720"/>
                  </a:lnTo>
                  <a:lnTo>
                    <a:pt x="306857" y="61137"/>
                  </a:lnTo>
                  <a:lnTo>
                    <a:pt x="306857" y="50482"/>
                  </a:lnTo>
                  <a:lnTo>
                    <a:pt x="273951" y="12103"/>
                  </a:lnTo>
                  <a:lnTo>
                    <a:pt x="273951" y="22771"/>
                  </a:lnTo>
                  <a:lnTo>
                    <a:pt x="272948" y="22529"/>
                  </a:lnTo>
                  <a:lnTo>
                    <a:pt x="266534" y="22923"/>
                  </a:lnTo>
                  <a:lnTo>
                    <a:pt x="265023" y="23495"/>
                  </a:lnTo>
                  <a:lnTo>
                    <a:pt x="265328" y="21742"/>
                  </a:lnTo>
                  <a:lnTo>
                    <a:pt x="265163" y="18008"/>
                  </a:lnTo>
                  <a:lnTo>
                    <a:pt x="264998" y="14262"/>
                  </a:lnTo>
                  <a:lnTo>
                    <a:pt x="264185" y="11366"/>
                  </a:lnTo>
                  <a:lnTo>
                    <a:pt x="273951" y="22771"/>
                  </a:lnTo>
                  <a:lnTo>
                    <a:pt x="273951" y="12103"/>
                  </a:lnTo>
                  <a:lnTo>
                    <a:pt x="272719" y="10655"/>
                  </a:lnTo>
                  <a:lnTo>
                    <a:pt x="264121" y="635"/>
                  </a:lnTo>
                  <a:lnTo>
                    <a:pt x="264121" y="11290"/>
                  </a:lnTo>
                  <a:lnTo>
                    <a:pt x="262978" y="11366"/>
                  </a:lnTo>
                  <a:lnTo>
                    <a:pt x="263588" y="10655"/>
                  </a:lnTo>
                  <a:lnTo>
                    <a:pt x="264121" y="11290"/>
                  </a:lnTo>
                  <a:lnTo>
                    <a:pt x="264121" y="635"/>
                  </a:lnTo>
                  <a:lnTo>
                    <a:pt x="263588" y="0"/>
                  </a:lnTo>
                  <a:lnTo>
                    <a:pt x="229539" y="39712"/>
                  </a:lnTo>
                  <a:lnTo>
                    <a:pt x="229539" y="61417"/>
                  </a:lnTo>
                  <a:lnTo>
                    <a:pt x="228142" y="61074"/>
                  </a:lnTo>
                  <a:lnTo>
                    <a:pt x="224942" y="61277"/>
                  </a:lnTo>
                  <a:lnTo>
                    <a:pt x="221742" y="61468"/>
                  </a:lnTo>
                  <a:lnTo>
                    <a:pt x="219252" y="62420"/>
                  </a:lnTo>
                  <a:lnTo>
                    <a:pt x="219252" y="64338"/>
                  </a:lnTo>
                  <a:lnTo>
                    <a:pt x="218414" y="63347"/>
                  </a:lnTo>
                  <a:lnTo>
                    <a:pt x="219176" y="62458"/>
                  </a:lnTo>
                  <a:lnTo>
                    <a:pt x="219252" y="64338"/>
                  </a:lnTo>
                  <a:lnTo>
                    <a:pt x="219252" y="62420"/>
                  </a:lnTo>
                  <a:lnTo>
                    <a:pt x="228968" y="51041"/>
                  </a:lnTo>
                  <a:lnTo>
                    <a:pt x="228752" y="52273"/>
                  </a:lnTo>
                  <a:lnTo>
                    <a:pt x="229095" y="59753"/>
                  </a:lnTo>
                  <a:lnTo>
                    <a:pt x="229539" y="61417"/>
                  </a:lnTo>
                  <a:lnTo>
                    <a:pt x="229539" y="39712"/>
                  </a:lnTo>
                  <a:lnTo>
                    <a:pt x="213055" y="58928"/>
                  </a:lnTo>
                  <a:lnTo>
                    <a:pt x="207721" y="52705"/>
                  </a:lnTo>
                  <a:lnTo>
                    <a:pt x="207721" y="63347"/>
                  </a:lnTo>
                  <a:lnTo>
                    <a:pt x="197599" y="75145"/>
                  </a:lnTo>
                  <a:lnTo>
                    <a:pt x="197878" y="73634"/>
                  </a:lnTo>
                  <a:lnTo>
                    <a:pt x="197535" y="66167"/>
                  </a:lnTo>
                  <a:lnTo>
                    <a:pt x="197078" y="64490"/>
                  </a:lnTo>
                  <a:lnTo>
                    <a:pt x="198551" y="64833"/>
                  </a:lnTo>
                  <a:lnTo>
                    <a:pt x="201764" y="64630"/>
                  </a:lnTo>
                  <a:lnTo>
                    <a:pt x="204965" y="64439"/>
                  </a:lnTo>
                  <a:lnTo>
                    <a:pt x="207530" y="63474"/>
                  </a:lnTo>
                  <a:lnTo>
                    <a:pt x="207505" y="63106"/>
                  </a:lnTo>
                  <a:lnTo>
                    <a:pt x="207721" y="63347"/>
                  </a:lnTo>
                  <a:lnTo>
                    <a:pt x="207721" y="52705"/>
                  </a:lnTo>
                  <a:lnTo>
                    <a:pt x="205816" y="50482"/>
                  </a:lnTo>
                  <a:lnTo>
                    <a:pt x="205816" y="61137"/>
                  </a:lnTo>
                  <a:lnTo>
                    <a:pt x="204800" y="60883"/>
                  </a:lnTo>
                  <a:lnTo>
                    <a:pt x="198386" y="61290"/>
                  </a:lnTo>
                  <a:lnTo>
                    <a:pt x="196875" y="61861"/>
                  </a:lnTo>
                  <a:lnTo>
                    <a:pt x="197180" y="60096"/>
                  </a:lnTo>
                  <a:lnTo>
                    <a:pt x="197015" y="56362"/>
                  </a:lnTo>
                  <a:lnTo>
                    <a:pt x="196850" y="52628"/>
                  </a:lnTo>
                  <a:lnTo>
                    <a:pt x="196202" y="50330"/>
                  </a:lnTo>
                  <a:lnTo>
                    <a:pt x="196202" y="76784"/>
                  </a:lnTo>
                  <a:lnTo>
                    <a:pt x="162547" y="116039"/>
                  </a:lnTo>
                  <a:lnTo>
                    <a:pt x="150863" y="102412"/>
                  </a:lnTo>
                  <a:lnTo>
                    <a:pt x="153441" y="103022"/>
                  </a:lnTo>
                  <a:lnTo>
                    <a:pt x="159854" y="102628"/>
                  </a:lnTo>
                  <a:lnTo>
                    <a:pt x="161290" y="102095"/>
                  </a:lnTo>
                  <a:lnTo>
                    <a:pt x="160997" y="103809"/>
                  </a:lnTo>
                  <a:lnTo>
                    <a:pt x="161163" y="107556"/>
                  </a:lnTo>
                  <a:lnTo>
                    <a:pt x="161328" y="111290"/>
                  </a:lnTo>
                  <a:lnTo>
                    <a:pt x="162153" y="114274"/>
                  </a:lnTo>
                  <a:lnTo>
                    <a:pt x="163830" y="114173"/>
                  </a:lnTo>
                  <a:lnTo>
                    <a:pt x="164376" y="111099"/>
                  </a:lnTo>
                  <a:lnTo>
                    <a:pt x="164033" y="103632"/>
                  </a:lnTo>
                  <a:lnTo>
                    <a:pt x="163563" y="101955"/>
                  </a:lnTo>
                  <a:lnTo>
                    <a:pt x="165049" y="102298"/>
                  </a:lnTo>
                  <a:lnTo>
                    <a:pt x="168249" y="102095"/>
                  </a:lnTo>
                  <a:lnTo>
                    <a:pt x="171462" y="101904"/>
                  </a:lnTo>
                  <a:lnTo>
                    <a:pt x="174028" y="100939"/>
                  </a:lnTo>
                  <a:lnTo>
                    <a:pt x="173926" y="98983"/>
                  </a:lnTo>
                  <a:lnTo>
                    <a:pt x="171284" y="98348"/>
                  </a:lnTo>
                  <a:lnTo>
                    <a:pt x="164884" y="98755"/>
                  </a:lnTo>
                  <a:lnTo>
                    <a:pt x="163372" y="99326"/>
                  </a:lnTo>
                  <a:lnTo>
                    <a:pt x="163677" y="97574"/>
                  </a:lnTo>
                  <a:lnTo>
                    <a:pt x="163512" y="93827"/>
                  </a:lnTo>
                  <a:lnTo>
                    <a:pt x="163334" y="90093"/>
                  </a:lnTo>
                  <a:lnTo>
                    <a:pt x="162509" y="87109"/>
                  </a:lnTo>
                  <a:lnTo>
                    <a:pt x="160832" y="87210"/>
                  </a:lnTo>
                  <a:lnTo>
                    <a:pt x="160286" y="90284"/>
                  </a:lnTo>
                  <a:lnTo>
                    <a:pt x="160642" y="97751"/>
                  </a:lnTo>
                  <a:lnTo>
                    <a:pt x="161086" y="99428"/>
                  </a:lnTo>
                  <a:lnTo>
                    <a:pt x="159689" y="99085"/>
                  </a:lnTo>
                  <a:lnTo>
                    <a:pt x="156489" y="99275"/>
                  </a:lnTo>
                  <a:lnTo>
                    <a:pt x="153276" y="99479"/>
                  </a:lnTo>
                  <a:lnTo>
                    <a:pt x="150710" y="100444"/>
                  </a:lnTo>
                  <a:lnTo>
                    <a:pt x="150799" y="102362"/>
                  </a:lnTo>
                  <a:lnTo>
                    <a:pt x="118275" y="64401"/>
                  </a:lnTo>
                  <a:lnTo>
                    <a:pt x="120865" y="65024"/>
                  </a:lnTo>
                  <a:lnTo>
                    <a:pt x="127279" y="64630"/>
                  </a:lnTo>
                  <a:lnTo>
                    <a:pt x="128701" y="64096"/>
                  </a:lnTo>
                  <a:lnTo>
                    <a:pt x="128409" y="65811"/>
                  </a:lnTo>
                  <a:lnTo>
                    <a:pt x="128574" y="69545"/>
                  </a:lnTo>
                  <a:lnTo>
                    <a:pt x="128739" y="73291"/>
                  </a:lnTo>
                  <a:lnTo>
                    <a:pt x="129578" y="76276"/>
                  </a:lnTo>
                  <a:lnTo>
                    <a:pt x="131254" y="76161"/>
                  </a:lnTo>
                  <a:lnTo>
                    <a:pt x="131787" y="73101"/>
                  </a:lnTo>
                  <a:lnTo>
                    <a:pt x="131445" y="65620"/>
                  </a:lnTo>
                  <a:lnTo>
                    <a:pt x="130987" y="63944"/>
                  </a:lnTo>
                  <a:lnTo>
                    <a:pt x="132473" y="64287"/>
                  </a:lnTo>
                  <a:lnTo>
                    <a:pt x="135674" y="64096"/>
                  </a:lnTo>
                  <a:lnTo>
                    <a:pt x="138874" y="63893"/>
                  </a:lnTo>
                  <a:lnTo>
                    <a:pt x="141439" y="62928"/>
                  </a:lnTo>
                  <a:lnTo>
                    <a:pt x="141351" y="60972"/>
                  </a:lnTo>
                  <a:lnTo>
                    <a:pt x="138709" y="60350"/>
                  </a:lnTo>
                  <a:lnTo>
                    <a:pt x="132295" y="60744"/>
                  </a:lnTo>
                  <a:lnTo>
                    <a:pt x="130784" y="61315"/>
                  </a:lnTo>
                  <a:lnTo>
                    <a:pt x="131089" y="59563"/>
                  </a:lnTo>
                  <a:lnTo>
                    <a:pt x="130924" y="55829"/>
                  </a:lnTo>
                  <a:lnTo>
                    <a:pt x="130759" y="52082"/>
                  </a:lnTo>
                  <a:lnTo>
                    <a:pt x="129933" y="49098"/>
                  </a:lnTo>
                  <a:lnTo>
                    <a:pt x="129565" y="49123"/>
                  </a:lnTo>
                  <a:lnTo>
                    <a:pt x="161328" y="12077"/>
                  </a:lnTo>
                  <a:lnTo>
                    <a:pt x="160909" y="14452"/>
                  </a:lnTo>
                  <a:lnTo>
                    <a:pt x="161264" y="21932"/>
                  </a:lnTo>
                  <a:lnTo>
                    <a:pt x="161709" y="23596"/>
                  </a:lnTo>
                  <a:lnTo>
                    <a:pt x="160312" y="23253"/>
                  </a:lnTo>
                  <a:lnTo>
                    <a:pt x="157111" y="23456"/>
                  </a:lnTo>
                  <a:lnTo>
                    <a:pt x="153898" y="23647"/>
                  </a:lnTo>
                  <a:lnTo>
                    <a:pt x="151333" y="24612"/>
                  </a:lnTo>
                  <a:lnTo>
                    <a:pt x="151434" y="26568"/>
                  </a:lnTo>
                  <a:lnTo>
                    <a:pt x="154063" y="27203"/>
                  </a:lnTo>
                  <a:lnTo>
                    <a:pt x="160477" y="26809"/>
                  </a:lnTo>
                  <a:lnTo>
                    <a:pt x="161899" y="26276"/>
                  </a:lnTo>
                  <a:lnTo>
                    <a:pt x="161607" y="27990"/>
                  </a:lnTo>
                  <a:lnTo>
                    <a:pt x="161785" y="31724"/>
                  </a:lnTo>
                  <a:lnTo>
                    <a:pt x="161950" y="35471"/>
                  </a:lnTo>
                  <a:lnTo>
                    <a:pt x="162775" y="38455"/>
                  </a:lnTo>
                  <a:lnTo>
                    <a:pt x="164452" y="38341"/>
                  </a:lnTo>
                  <a:lnTo>
                    <a:pt x="164998" y="35280"/>
                  </a:lnTo>
                  <a:lnTo>
                    <a:pt x="164655" y="27800"/>
                  </a:lnTo>
                  <a:lnTo>
                    <a:pt x="164185" y="26136"/>
                  </a:lnTo>
                  <a:lnTo>
                    <a:pt x="165671" y="26479"/>
                  </a:lnTo>
                  <a:lnTo>
                    <a:pt x="168871" y="26276"/>
                  </a:lnTo>
                  <a:lnTo>
                    <a:pt x="172085" y="26073"/>
                  </a:lnTo>
                  <a:lnTo>
                    <a:pt x="174650" y="25107"/>
                  </a:lnTo>
                  <a:lnTo>
                    <a:pt x="174625" y="24777"/>
                  </a:lnTo>
                  <a:lnTo>
                    <a:pt x="195973" y="49657"/>
                  </a:lnTo>
                  <a:lnTo>
                    <a:pt x="194348" y="49745"/>
                  </a:lnTo>
                  <a:lnTo>
                    <a:pt x="193802" y="52819"/>
                  </a:lnTo>
                  <a:lnTo>
                    <a:pt x="194144" y="60286"/>
                  </a:lnTo>
                  <a:lnTo>
                    <a:pt x="194589" y="61963"/>
                  </a:lnTo>
                  <a:lnTo>
                    <a:pt x="193192" y="61620"/>
                  </a:lnTo>
                  <a:lnTo>
                    <a:pt x="189992" y="61810"/>
                  </a:lnTo>
                  <a:lnTo>
                    <a:pt x="186791" y="62014"/>
                  </a:lnTo>
                  <a:lnTo>
                    <a:pt x="184226" y="62979"/>
                  </a:lnTo>
                  <a:lnTo>
                    <a:pt x="184315" y="64935"/>
                  </a:lnTo>
                  <a:lnTo>
                    <a:pt x="186956" y="65557"/>
                  </a:lnTo>
                  <a:lnTo>
                    <a:pt x="193357" y="65163"/>
                  </a:lnTo>
                  <a:lnTo>
                    <a:pt x="194792" y="64630"/>
                  </a:lnTo>
                  <a:lnTo>
                    <a:pt x="194500" y="66344"/>
                  </a:lnTo>
                  <a:lnTo>
                    <a:pt x="194665" y="70091"/>
                  </a:lnTo>
                  <a:lnTo>
                    <a:pt x="194830" y="73825"/>
                  </a:lnTo>
                  <a:lnTo>
                    <a:pt x="195656" y="76809"/>
                  </a:lnTo>
                  <a:lnTo>
                    <a:pt x="196202" y="76784"/>
                  </a:lnTo>
                  <a:lnTo>
                    <a:pt x="196202" y="50330"/>
                  </a:lnTo>
                  <a:lnTo>
                    <a:pt x="196037" y="49733"/>
                  </a:lnTo>
                  <a:lnTo>
                    <a:pt x="205816" y="61137"/>
                  </a:lnTo>
                  <a:lnTo>
                    <a:pt x="205816" y="50482"/>
                  </a:lnTo>
                  <a:lnTo>
                    <a:pt x="172910" y="12090"/>
                  </a:lnTo>
                  <a:lnTo>
                    <a:pt x="172910" y="22771"/>
                  </a:lnTo>
                  <a:lnTo>
                    <a:pt x="171907" y="22529"/>
                  </a:lnTo>
                  <a:lnTo>
                    <a:pt x="165506" y="22923"/>
                  </a:lnTo>
                  <a:lnTo>
                    <a:pt x="163995" y="23495"/>
                  </a:lnTo>
                  <a:lnTo>
                    <a:pt x="164299" y="21742"/>
                  </a:lnTo>
                  <a:lnTo>
                    <a:pt x="164134" y="18008"/>
                  </a:lnTo>
                  <a:lnTo>
                    <a:pt x="163957" y="14262"/>
                  </a:lnTo>
                  <a:lnTo>
                    <a:pt x="163144" y="11366"/>
                  </a:lnTo>
                  <a:lnTo>
                    <a:pt x="172910" y="22771"/>
                  </a:lnTo>
                  <a:lnTo>
                    <a:pt x="172910" y="12090"/>
                  </a:lnTo>
                  <a:lnTo>
                    <a:pt x="171691" y="10655"/>
                  </a:lnTo>
                  <a:lnTo>
                    <a:pt x="163080" y="622"/>
                  </a:lnTo>
                  <a:lnTo>
                    <a:pt x="163080" y="11290"/>
                  </a:lnTo>
                  <a:lnTo>
                    <a:pt x="161937" y="11366"/>
                  </a:lnTo>
                  <a:lnTo>
                    <a:pt x="162547" y="10655"/>
                  </a:lnTo>
                  <a:lnTo>
                    <a:pt x="163080" y="11290"/>
                  </a:lnTo>
                  <a:lnTo>
                    <a:pt x="163080" y="622"/>
                  </a:lnTo>
                  <a:lnTo>
                    <a:pt x="162547" y="0"/>
                  </a:lnTo>
                  <a:lnTo>
                    <a:pt x="128498" y="39725"/>
                  </a:lnTo>
                  <a:lnTo>
                    <a:pt x="128498" y="61417"/>
                  </a:lnTo>
                  <a:lnTo>
                    <a:pt x="127101" y="61074"/>
                  </a:lnTo>
                  <a:lnTo>
                    <a:pt x="123901" y="61277"/>
                  </a:lnTo>
                  <a:lnTo>
                    <a:pt x="120700" y="61468"/>
                  </a:lnTo>
                  <a:lnTo>
                    <a:pt x="118211" y="62420"/>
                  </a:lnTo>
                  <a:lnTo>
                    <a:pt x="118211" y="64338"/>
                  </a:lnTo>
                  <a:lnTo>
                    <a:pt x="117373" y="63347"/>
                  </a:lnTo>
                  <a:lnTo>
                    <a:pt x="118135" y="62458"/>
                  </a:lnTo>
                  <a:lnTo>
                    <a:pt x="118211" y="64338"/>
                  </a:lnTo>
                  <a:lnTo>
                    <a:pt x="118211" y="62420"/>
                  </a:lnTo>
                  <a:lnTo>
                    <a:pt x="127927" y="51041"/>
                  </a:lnTo>
                  <a:lnTo>
                    <a:pt x="127711" y="52273"/>
                  </a:lnTo>
                  <a:lnTo>
                    <a:pt x="128054" y="59753"/>
                  </a:lnTo>
                  <a:lnTo>
                    <a:pt x="128498" y="61417"/>
                  </a:lnTo>
                  <a:lnTo>
                    <a:pt x="128498" y="39725"/>
                  </a:lnTo>
                  <a:lnTo>
                    <a:pt x="108242" y="63347"/>
                  </a:lnTo>
                  <a:lnTo>
                    <a:pt x="162547" y="126695"/>
                  </a:lnTo>
                  <a:lnTo>
                    <a:pt x="171691" y="116039"/>
                  </a:lnTo>
                  <a:lnTo>
                    <a:pt x="213055" y="67779"/>
                  </a:lnTo>
                  <a:lnTo>
                    <a:pt x="263588" y="126695"/>
                  </a:lnTo>
                  <a:lnTo>
                    <a:pt x="272719" y="116039"/>
                  </a:lnTo>
                  <a:lnTo>
                    <a:pt x="317893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8" name="object 2038" descr=""/>
            <p:cNvSpPr/>
            <p:nvPr/>
          </p:nvSpPr>
          <p:spPr>
            <a:xfrm>
              <a:off x="8095678" y="6114611"/>
              <a:ext cx="361315" cy="204470"/>
            </a:xfrm>
            <a:custGeom>
              <a:avLst/>
              <a:gdLst/>
              <a:ahLst/>
              <a:cxnLst/>
              <a:rect l="l" t="t" r="r" b="b"/>
              <a:pathLst>
                <a:path w="361315" h="204470">
                  <a:moveTo>
                    <a:pt x="108623" y="140500"/>
                  </a:moveTo>
                  <a:lnTo>
                    <a:pt x="99491" y="129857"/>
                  </a:lnTo>
                  <a:lnTo>
                    <a:pt x="99491" y="140500"/>
                  </a:lnTo>
                  <a:lnTo>
                    <a:pt x="89382" y="152298"/>
                  </a:lnTo>
                  <a:lnTo>
                    <a:pt x="89649" y="150799"/>
                  </a:lnTo>
                  <a:lnTo>
                    <a:pt x="89306" y="143319"/>
                  </a:lnTo>
                  <a:lnTo>
                    <a:pt x="88836" y="141643"/>
                  </a:lnTo>
                  <a:lnTo>
                    <a:pt x="90322" y="141986"/>
                  </a:lnTo>
                  <a:lnTo>
                    <a:pt x="93522" y="141795"/>
                  </a:lnTo>
                  <a:lnTo>
                    <a:pt x="96735" y="141592"/>
                  </a:lnTo>
                  <a:lnTo>
                    <a:pt x="99301" y="140627"/>
                  </a:lnTo>
                  <a:lnTo>
                    <a:pt x="99275" y="140258"/>
                  </a:lnTo>
                  <a:lnTo>
                    <a:pt x="99491" y="140500"/>
                  </a:lnTo>
                  <a:lnTo>
                    <a:pt x="99491" y="129857"/>
                  </a:lnTo>
                  <a:lnTo>
                    <a:pt x="97586" y="127635"/>
                  </a:lnTo>
                  <a:lnTo>
                    <a:pt x="97586" y="138303"/>
                  </a:lnTo>
                  <a:lnTo>
                    <a:pt x="96558" y="138049"/>
                  </a:lnTo>
                  <a:lnTo>
                    <a:pt x="90157" y="138442"/>
                  </a:lnTo>
                  <a:lnTo>
                    <a:pt x="88646" y="139014"/>
                  </a:lnTo>
                  <a:lnTo>
                    <a:pt x="88950" y="137261"/>
                  </a:lnTo>
                  <a:lnTo>
                    <a:pt x="88785" y="133527"/>
                  </a:lnTo>
                  <a:lnTo>
                    <a:pt x="88607" y="129781"/>
                  </a:lnTo>
                  <a:lnTo>
                    <a:pt x="87960" y="127469"/>
                  </a:lnTo>
                  <a:lnTo>
                    <a:pt x="87960" y="153949"/>
                  </a:lnTo>
                  <a:lnTo>
                    <a:pt x="54317" y="193192"/>
                  </a:lnTo>
                  <a:lnTo>
                    <a:pt x="42633" y="179578"/>
                  </a:lnTo>
                  <a:lnTo>
                    <a:pt x="45212" y="180187"/>
                  </a:lnTo>
                  <a:lnTo>
                    <a:pt x="51625" y="179781"/>
                  </a:lnTo>
                  <a:lnTo>
                    <a:pt x="53047" y="179260"/>
                  </a:lnTo>
                  <a:lnTo>
                    <a:pt x="52755" y="180975"/>
                  </a:lnTo>
                  <a:lnTo>
                    <a:pt x="52920" y="184708"/>
                  </a:lnTo>
                  <a:lnTo>
                    <a:pt x="53098" y="188455"/>
                  </a:lnTo>
                  <a:lnTo>
                    <a:pt x="53924" y="191439"/>
                  </a:lnTo>
                  <a:lnTo>
                    <a:pt x="55600" y="191325"/>
                  </a:lnTo>
                  <a:lnTo>
                    <a:pt x="56134" y="188264"/>
                  </a:lnTo>
                  <a:lnTo>
                    <a:pt x="55791" y="180784"/>
                  </a:lnTo>
                  <a:lnTo>
                    <a:pt x="55333" y="179108"/>
                  </a:lnTo>
                  <a:lnTo>
                    <a:pt x="56819" y="179451"/>
                  </a:lnTo>
                  <a:lnTo>
                    <a:pt x="60020" y="179260"/>
                  </a:lnTo>
                  <a:lnTo>
                    <a:pt x="63220" y="179057"/>
                  </a:lnTo>
                  <a:lnTo>
                    <a:pt x="65786" y="178092"/>
                  </a:lnTo>
                  <a:lnTo>
                    <a:pt x="65697" y="176136"/>
                  </a:lnTo>
                  <a:lnTo>
                    <a:pt x="63055" y="175514"/>
                  </a:lnTo>
                  <a:lnTo>
                    <a:pt x="56642" y="175907"/>
                  </a:lnTo>
                  <a:lnTo>
                    <a:pt x="55130" y="176479"/>
                  </a:lnTo>
                  <a:lnTo>
                    <a:pt x="55435" y="174726"/>
                  </a:lnTo>
                  <a:lnTo>
                    <a:pt x="55270" y="170992"/>
                  </a:lnTo>
                  <a:lnTo>
                    <a:pt x="55105" y="167246"/>
                  </a:lnTo>
                  <a:lnTo>
                    <a:pt x="54279" y="164261"/>
                  </a:lnTo>
                  <a:lnTo>
                    <a:pt x="52603" y="164376"/>
                  </a:lnTo>
                  <a:lnTo>
                    <a:pt x="52057" y="167436"/>
                  </a:lnTo>
                  <a:lnTo>
                    <a:pt x="52400" y="174917"/>
                  </a:lnTo>
                  <a:lnTo>
                    <a:pt x="52844" y="176568"/>
                  </a:lnTo>
                  <a:lnTo>
                    <a:pt x="51460" y="176237"/>
                  </a:lnTo>
                  <a:lnTo>
                    <a:pt x="48247" y="176441"/>
                  </a:lnTo>
                  <a:lnTo>
                    <a:pt x="45046" y="176631"/>
                  </a:lnTo>
                  <a:lnTo>
                    <a:pt x="42481" y="177596"/>
                  </a:lnTo>
                  <a:lnTo>
                    <a:pt x="42557" y="179501"/>
                  </a:lnTo>
                  <a:lnTo>
                    <a:pt x="10058" y="141579"/>
                  </a:lnTo>
                  <a:lnTo>
                    <a:pt x="12636" y="142176"/>
                  </a:lnTo>
                  <a:lnTo>
                    <a:pt x="19037" y="141782"/>
                  </a:lnTo>
                  <a:lnTo>
                    <a:pt x="20472" y="141249"/>
                  </a:lnTo>
                  <a:lnTo>
                    <a:pt x="20180" y="142963"/>
                  </a:lnTo>
                  <a:lnTo>
                    <a:pt x="20345" y="146710"/>
                  </a:lnTo>
                  <a:lnTo>
                    <a:pt x="20510" y="150444"/>
                  </a:lnTo>
                  <a:lnTo>
                    <a:pt x="21336" y="153428"/>
                  </a:lnTo>
                  <a:lnTo>
                    <a:pt x="23012" y="153327"/>
                  </a:lnTo>
                  <a:lnTo>
                    <a:pt x="23558" y="150253"/>
                  </a:lnTo>
                  <a:lnTo>
                    <a:pt x="23215" y="142786"/>
                  </a:lnTo>
                  <a:lnTo>
                    <a:pt x="22758" y="141109"/>
                  </a:lnTo>
                  <a:lnTo>
                    <a:pt x="24231" y="141452"/>
                  </a:lnTo>
                  <a:lnTo>
                    <a:pt x="27444" y="141249"/>
                  </a:lnTo>
                  <a:lnTo>
                    <a:pt x="30645" y="141058"/>
                  </a:lnTo>
                  <a:lnTo>
                    <a:pt x="33210" y="140093"/>
                  </a:lnTo>
                  <a:lnTo>
                    <a:pt x="33108" y="138137"/>
                  </a:lnTo>
                  <a:lnTo>
                    <a:pt x="30480" y="137502"/>
                  </a:lnTo>
                  <a:lnTo>
                    <a:pt x="24066" y="137896"/>
                  </a:lnTo>
                  <a:lnTo>
                    <a:pt x="22555" y="138468"/>
                  </a:lnTo>
                  <a:lnTo>
                    <a:pt x="22860" y="136715"/>
                  </a:lnTo>
                  <a:lnTo>
                    <a:pt x="22694" y="132981"/>
                  </a:lnTo>
                  <a:lnTo>
                    <a:pt x="22529" y="129247"/>
                  </a:lnTo>
                  <a:lnTo>
                    <a:pt x="21704" y="126263"/>
                  </a:lnTo>
                  <a:lnTo>
                    <a:pt x="21323" y="126288"/>
                  </a:lnTo>
                  <a:lnTo>
                    <a:pt x="53098" y="89242"/>
                  </a:lnTo>
                  <a:lnTo>
                    <a:pt x="52679" y="91617"/>
                  </a:lnTo>
                  <a:lnTo>
                    <a:pt x="53022" y="99085"/>
                  </a:lnTo>
                  <a:lnTo>
                    <a:pt x="53479" y="100761"/>
                  </a:lnTo>
                  <a:lnTo>
                    <a:pt x="52070" y="100418"/>
                  </a:lnTo>
                  <a:lnTo>
                    <a:pt x="48869" y="100609"/>
                  </a:lnTo>
                  <a:lnTo>
                    <a:pt x="45669" y="100812"/>
                  </a:lnTo>
                  <a:lnTo>
                    <a:pt x="43103" y="101777"/>
                  </a:lnTo>
                  <a:lnTo>
                    <a:pt x="43192" y="103733"/>
                  </a:lnTo>
                  <a:lnTo>
                    <a:pt x="45834" y="104355"/>
                  </a:lnTo>
                  <a:lnTo>
                    <a:pt x="52247" y="103962"/>
                  </a:lnTo>
                  <a:lnTo>
                    <a:pt x="53670" y="103428"/>
                  </a:lnTo>
                  <a:lnTo>
                    <a:pt x="53378" y="105143"/>
                  </a:lnTo>
                  <a:lnTo>
                    <a:pt x="53543" y="108889"/>
                  </a:lnTo>
                  <a:lnTo>
                    <a:pt x="53721" y="112623"/>
                  </a:lnTo>
                  <a:lnTo>
                    <a:pt x="54546" y="115608"/>
                  </a:lnTo>
                  <a:lnTo>
                    <a:pt x="56222" y="115506"/>
                  </a:lnTo>
                  <a:lnTo>
                    <a:pt x="56756" y="112433"/>
                  </a:lnTo>
                  <a:lnTo>
                    <a:pt x="56413" y="104965"/>
                  </a:lnTo>
                  <a:lnTo>
                    <a:pt x="55943" y="103276"/>
                  </a:lnTo>
                  <a:lnTo>
                    <a:pt x="57442" y="103632"/>
                  </a:lnTo>
                  <a:lnTo>
                    <a:pt x="60642" y="103428"/>
                  </a:lnTo>
                  <a:lnTo>
                    <a:pt x="63842" y="103238"/>
                  </a:lnTo>
                  <a:lnTo>
                    <a:pt x="66408" y="102273"/>
                  </a:lnTo>
                  <a:lnTo>
                    <a:pt x="66382" y="101930"/>
                  </a:lnTo>
                  <a:lnTo>
                    <a:pt x="87731" y="126809"/>
                  </a:lnTo>
                  <a:lnTo>
                    <a:pt x="86106" y="126911"/>
                  </a:lnTo>
                  <a:lnTo>
                    <a:pt x="85572" y="129971"/>
                  </a:lnTo>
                  <a:lnTo>
                    <a:pt x="85915" y="137452"/>
                  </a:lnTo>
                  <a:lnTo>
                    <a:pt x="86360" y="139103"/>
                  </a:lnTo>
                  <a:lnTo>
                    <a:pt x="84963" y="138772"/>
                  </a:lnTo>
                  <a:lnTo>
                    <a:pt x="81762" y="138976"/>
                  </a:lnTo>
                  <a:lnTo>
                    <a:pt x="78549" y="139166"/>
                  </a:lnTo>
                  <a:lnTo>
                    <a:pt x="75984" y="140131"/>
                  </a:lnTo>
                  <a:lnTo>
                    <a:pt x="76085" y="142087"/>
                  </a:lnTo>
                  <a:lnTo>
                    <a:pt x="78714" y="142722"/>
                  </a:lnTo>
                  <a:lnTo>
                    <a:pt x="85128" y="142316"/>
                  </a:lnTo>
                  <a:lnTo>
                    <a:pt x="86563" y="141782"/>
                  </a:lnTo>
                  <a:lnTo>
                    <a:pt x="86271" y="143510"/>
                  </a:lnTo>
                  <a:lnTo>
                    <a:pt x="86436" y="147243"/>
                  </a:lnTo>
                  <a:lnTo>
                    <a:pt x="86601" y="150990"/>
                  </a:lnTo>
                  <a:lnTo>
                    <a:pt x="87426" y="153974"/>
                  </a:lnTo>
                  <a:lnTo>
                    <a:pt x="87960" y="153949"/>
                  </a:lnTo>
                  <a:lnTo>
                    <a:pt x="87960" y="127469"/>
                  </a:lnTo>
                  <a:lnTo>
                    <a:pt x="87795" y="126873"/>
                  </a:lnTo>
                  <a:lnTo>
                    <a:pt x="97586" y="138303"/>
                  </a:lnTo>
                  <a:lnTo>
                    <a:pt x="97586" y="127635"/>
                  </a:lnTo>
                  <a:lnTo>
                    <a:pt x="64681" y="89268"/>
                  </a:lnTo>
                  <a:lnTo>
                    <a:pt x="64681" y="99923"/>
                  </a:lnTo>
                  <a:lnTo>
                    <a:pt x="63677" y="99682"/>
                  </a:lnTo>
                  <a:lnTo>
                    <a:pt x="57264" y="100076"/>
                  </a:lnTo>
                  <a:lnTo>
                    <a:pt x="55753" y="100647"/>
                  </a:lnTo>
                  <a:lnTo>
                    <a:pt x="56057" y="98894"/>
                  </a:lnTo>
                  <a:lnTo>
                    <a:pt x="55892" y="95161"/>
                  </a:lnTo>
                  <a:lnTo>
                    <a:pt x="55727" y="91427"/>
                  </a:lnTo>
                  <a:lnTo>
                    <a:pt x="54914" y="88531"/>
                  </a:lnTo>
                  <a:lnTo>
                    <a:pt x="64681" y="99923"/>
                  </a:lnTo>
                  <a:lnTo>
                    <a:pt x="64681" y="89268"/>
                  </a:lnTo>
                  <a:lnTo>
                    <a:pt x="63449" y="87820"/>
                  </a:lnTo>
                  <a:lnTo>
                    <a:pt x="54851" y="77787"/>
                  </a:lnTo>
                  <a:lnTo>
                    <a:pt x="54851" y="88455"/>
                  </a:lnTo>
                  <a:lnTo>
                    <a:pt x="53721" y="88519"/>
                  </a:lnTo>
                  <a:lnTo>
                    <a:pt x="54317" y="87820"/>
                  </a:lnTo>
                  <a:lnTo>
                    <a:pt x="54851" y="88455"/>
                  </a:lnTo>
                  <a:lnTo>
                    <a:pt x="54851" y="77787"/>
                  </a:lnTo>
                  <a:lnTo>
                    <a:pt x="54317" y="77152"/>
                  </a:lnTo>
                  <a:lnTo>
                    <a:pt x="20269" y="116865"/>
                  </a:lnTo>
                  <a:lnTo>
                    <a:pt x="20269" y="138582"/>
                  </a:lnTo>
                  <a:lnTo>
                    <a:pt x="18872" y="138239"/>
                  </a:lnTo>
                  <a:lnTo>
                    <a:pt x="15671" y="138430"/>
                  </a:lnTo>
                  <a:lnTo>
                    <a:pt x="12471" y="138633"/>
                  </a:lnTo>
                  <a:lnTo>
                    <a:pt x="9982" y="139585"/>
                  </a:lnTo>
                  <a:lnTo>
                    <a:pt x="9982" y="141490"/>
                  </a:lnTo>
                  <a:lnTo>
                    <a:pt x="9144" y="140500"/>
                  </a:lnTo>
                  <a:lnTo>
                    <a:pt x="9906" y="139611"/>
                  </a:lnTo>
                  <a:lnTo>
                    <a:pt x="9982" y="141490"/>
                  </a:lnTo>
                  <a:lnTo>
                    <a:pt x="9982" y="139585"/>
                  </a:lnTo>
                  <a:lnTo>
                    <a:pt x="19697" y="128193"/>
                  </a:lnTo>
                  <a:lnTo>
                    <a:pt x="19481" y="129438"/>
                  </a:lnTo>
                  <a:lnTo>
                    <a:pt x="19824" y="136906"/>
                  </a:lnTo>
                  <a:lnTo>
                    <a:pt x="20269" y="138582"/>
                  </a:lnTo>
                  <a:lnTo>
                    <a:pt x="20269" y="116865"/>
                  </a:lnTo>
                  <a:lnTo>
                    <a:pt x="0" y="140500"/>
                  </a:lnTo>
                  <a:lnTo>
                    <a:pt x="54317" y="203860"/>
                  </a:lnTo>
                  <a:lnTo>
                    <a:pt x="63449" y="193192"/>
                  </a:lnTo>
                  <a:lnTo>
                    <a:pt x="108623" y="140500"/>
                  </a:lnTo>
                  <a:close/>
                </a:path>
                <a:path w="361315" h="204470">
                  <a:moveTo>
                    <a:pt x="165887" y="102273"/>
                  </a:moveTo>
                  <a:lnTo>
                    <a:pt x="165798" y="100317"/>
                  </a:lnTo>
                  <a:lnTo>
                    <a:pt x="163156" y="99682"/>
                  </a:lnTo>
                  <a:lnTo>
                    <a:pt x="156743" y="100076"/>
                  </a:lnTo>
                  <a:lnTo>
                    <a:pt x="155232" y="100647"/>
                  </a:lnTo>
                  <a:lnTo>
                    <a:pt x="155536" y="98894"/>
                  </a:lnTo>
                  <a:lnTo>
                    <a:pt x="155371" y="95161"/>
                  </a:lnTo>
                  <a:lnTo>
                    <a:pt x="155206" y="91427"/>
                  </a:lnTo>
                  <a:lnTo>
                    <a:pt x="154381" y="88442"/>
                  </a:lnTo>
                  <a:lnTo>
                    <a:pt x="152704" y="88544"/>
                  </a:lnTo>
                  <a:lnTo>
                    <a:pt x="152158" y="91617"/>
                  </a:lnTo>
                  <a:lnTo>
                    <a:pt x="152501" y="99085"/>
                  </a:lnTo>
                  <a:lnTo>
                    <a:pt x="152958" y="100761"/>
                  </a:lnTo>
                  <a:lnTo>
                    <a:pt x="151549" y="100418"/>
                  </a:lnTo>
                  <a:lnTo>
                    <a:pt x="148348" y="100609"/>
                  </a:lnTo>
                  <a:lnTo>
                    <a:pt x="145148" y="100812"/>
                  </a:lnTo>
                  <a:lnTo>
                    <a:pt x="142582" y="101777"/>
                  </a:lnTo>
                  <a:lnTo>
                    <a:pt x="142671" y="103733"/>
                  </a:lnTo>
                  <a:lnTo>
                    <a:pt x="145313" y="104355"/>
                  </a:lnTo>
                  <a:lnTo>
                    <a:pt x="151726" y="103962"/>
                  </a:lnTo>
                  <a:lnTo>
                    <a:pt x="153149" y="103428"/>
                  </a:lnTo>
                  <a:lnTo>
                    <a:pt x="152857" y="105143"/>
                  </a:lnTo>
                  <a:lnTo>
                    <a:pt x="153022" y="108889"/>
                  </a:lnTo>
                  <a:lnTo>
                    <a:pt x="153187" y="112623"/>
                  </a:lnTo>
                  <a:lnTo>
                    <a:pt x="154025" y="115608"/>
                  </a:lnTo>
                  <a:lnTo>
                    <a:pt x="155689" y="115506"/>
                  </a:lnTo>
                  <a:lnTo>
                    <a:pt x="156235" y="112433"/>
                  </a:lnTo>
                  <a:lnTo>
                    <a:pt x="155892" y="104965"/>
                  </a:lnTo>
                  <a:lnTo>
                    <a:pt x="155422" y="103276"/>
                  </a:lnTo>
                  <a:lnTo>
                    <a:pt x="156921" y="103632"/>
                  </a:lnTo>
                  <a:lnTo>
                    <a:pt x="160121" y="103428"/>
                  </a:lnTo>
                  <a:lnTo>
                    <a:pt x="163322" y="103238"/>
                  </a:lnTo>
                  <a:lnTo>
                    <a:pt x="165887" y="102273"/>
                  </a:lnTo>
                  <a:close/>
                </a:path>
                <a:path w="361315" h="204470">
                  <a:moveTo>
                    <a:pt x="310451" y="140500"/>
                  </a:moveTo>
                  <a:lnTo>
                    <a:pt x="301320" y="129857"/>
                  </a:lnTo>
                  <a:lnTo>
                    <a:pt x="301320" y="140500"/>
                  </a:lnTo>
                  <a:lnTo>
                    <a:pt x="291211" y="152298"/>
                  </a:lnTo>
                  <a:lnTo>
                    <a:pt x="291477" y="150799"/>
                  </a:lnTo>
                  <a:lnTo>
                    <a:pt x="291134" y="143319"/>
                  </a:lnTo>
                  <a:lnTo>
                    <a:pt x="290677" y="141643"/>
                  </a:lnTo>
                  <a:lnTo>
                    <a:pt x="292150" y="141986"/>
                  </a:lnTo>
                  <a:lnTo>
                    <a:pt x="295363" y="141795"/>
                  </a:lnTo>
                  <a:lnTo>
                    <a:pt x="298564" y="141592"/>
                  </a:lnTo>
                  <a:lnTo>
                    <a:pt x="301129" y="140627"/>
                  </a:lnTo>
                  <a:lnTo>
                    <a:pt x="301104" y="140258"/>
                  </a:lnTo>
                  <a:lnTo>
                    <a:pt x="301320" y="140500"/>
                  </a:lnTo>
                  <a:lnTo>
                    <a:pt x="301320" y="129857"/>
                  </a:lnTo>
                  <a:lnTo>
                    <a:pt x="299415" y="127635"/>
                  </a:lnTo>
                  <a:lnTo>
                    <a:pt x="299415" y="138303"/>
                  </a:lnTo>
                  <a:lnTo>
                    <a:pt x="298399" y="138049"/>
                  </a:lnTo>
                  <a:lnTo>
                    <a:pt x="291985" y="138442"/>
                  </a:lnTo>
                  <a:lnTo>
                    <a:pt x="290474" y="139014"/>
                  </a:lnTo>
                  <a:lnTo>
                    <a:pt x="290779" y="137261"/>
                  </a:lnTo>
                  <a:lnTo>
                    <a:pt x="290614" y="133527"/>
                  </a:lnTo>
                  <a:lnTo>
                    <a:pt x="290449" y="129781"/>
                  </a:lnTo>
                  <a:lnTo>
                    <a:pt x="289788" y="127406"/>
                  </a:lnTo>
                  <a:lnTo>
                    <a:pt x="289788" y="153949"/>
                  </a:lnTo>
                  <a:lnTo>
                    <a:pt x="256146" y="193192"/>
                  </a:lnTo>
                  <a:lnTo>
                    <a:pt x="244449" y="179565"/>
                  </a:lnTo>
                  <a:lnTo>
                    <a:pt x="247040" y="180187"/>
                  </a:lnTo>
                  <a:lnTo>
                    <a:pt x="253453" y="179781"/>
                  </a:lnTo>
                  <a:lnTo>
                    <a:pt x="254876" y="179260"/>
                  </a:lnTo>
                  <a:lnTo>
                    <a:pt x="254584" y="180975"/>
                  </a:lnTo>
                  <a:lnTo>
                    <a:pt x="254762" y="184708"/>
                  </a:lnTo>
                  <a:lnTo>
                    <a:pt x="254927" y="188455"/>
                  </a:lnTo>
                  <a:lnTo>
                    <a:pt x="255752" y="191439"/>
                  </a:lnTo>
                  <a:lnTo>
                    <a:pt x="257429" y="191325"/>
                  </a:lnTo>
                  <a:lnTo>
                    <a:pt x="257975" y="188264"/>
                  </a:lnTo>
                  <a:lnTo>
                    <a:pt x="257632" y="180784"/>
                  </a:lnTo>
                  <a:lnTo>
                    <a:pt x="257162" y="179108"/>
                  </a:lnTo>
                  <a:lnTo>
                    <a:pt x="258648" y="179451"/>
                  </a:lnTo>
                  <a:lnTo>
                    <a:pt x="261848" y="179260"/>
                  </a:lnTo>
                  <a:lnTo>
                    <a:pt x="265049" y="179057"/>
                  </a:lnTo>
                  <a:lnTo>
                    <a:pt x="267614" y="178092"/>
                  </a:lnTo>
                  <a:lnTo>
                    <a:pt x="267525" y="176136"/>
                  </a:lnTo>
                  <a:lnTo>
                    <a:pt x="264883" y="175514"/>
                  </a:lnTo>
                  <a:lnTo>
                    <a:pt x="258483" y="175907"/>
                  </a:lnTo>
                  <a:lnTo>
                    <a:pt x="256971" y="176479"/>
                  </a:lnTo>
                  <a:lnTo>
                    <a:pt x="257276" y="174726"/>
                  </a:lnTo>
                  <a:lnTo>
                    <a:pt x="257111" y="170992"/>
                  </a:lnTo>
                  <a:lnTo>
                    <a:pt x="256933" y="167246"/>
                  </a:lnTo>
                  <a:lnTo>
                    <a:pt x="256108" y="164261"/>
                  </a:lnTo>
                  <a:lnTo>
                    <a:pt x="254431" y="164376"/>
                  </a:lnTo>
                  <a:lnTo>
                    <a:pt x="253885" y="167436"/>
                  </a:lnTo>
                  <a:lnTo>
                    <a:pt x="254241" y="174917"/>
                  </a:lnTo>
                  <a:lnTo>
                    <a:pt x="254685" y="176580"/>
                  </a:lnTo>
                  <a:lnTo>
                    <a:pt x="253288" y="176237"/>
                  </a:lnTo>
                  <a:lnTo>
                    <a:pt x="250075" y="176441"/>
                  </a:lnTo>
                  <a:lnTo>
                    <a:pt x="246875" y="176631"/>
                  </a:lnTo>
                  <a:lnTo>
                    <a:pt x="244309" y="177596"/>
                  </a:lnTo>
                  <a:lnTo>
                    <a:pt x="244398" y="179514"/>
                  </a:lnTo>
                  <a:lnTo>
                    <a:pt x="211886" y="141579"/>
                  </a:lnTo>
                  <a:lnTo>
                    <a:pt x="214464" y="142176"/>
                  </a:lnTo>
                  <a:lnTo>
                    <a:pt x="220865" y="141782"/>
                  </a:lnTo>
                  <a:lnTo>
                    <a:pt x="222300" y="141249"/>
                  </a:lnTo>
                  <a:lnTo>
                    <a:pt x="222008" y="142963"/>
                  </a:lnTo>
                  <a:lnTo>
                    <a:pt x="222173" y="146710"/>
                  </a:lnTo>
                  <a:lnTo>
                    <a:pt x="222338" y="150444"/>
                  </a:lnTo>
                  <a:lnTo>
                    <a:pt x="223177" y="153428"/>
                  </a:lnTo>
                  <a:lnTo>
                    <a:pt x="224840" y="153327"/>
                  </a:lnTo>
                  <a:lnTo>
                    <a:pt x="225386" y="150253"/>
                  </a:lnTo>
                  <a:lnTo>
                    <a:pt x="225044" y="142786"/>
                  </a:lnTo>
                  <a:lnTo>
                    <a:pt x="224586" y="141109"/>
                  </a:lnTo>
                  <a:lnTo>
                    <a:pt x="226060" y="141452"/>
                  </a:lnTo>
                  <a:lnTo>
                    <a:pt x="229273" y="141249"/>
                  </a:lnTo>
                  <a:lnTo>
                    <a:pt x="232473" y="141058"/>
                  </a:lnTo>
                  <a:lnTo>
                    <a:pt x="235038" y="140093"/>
                  </a:lnTo>
                  <a:lnTo>
                    <a:pt x="234950" y="138137"/>
                  </a:lnTo>
                  <a:lnTo>
                    <a:pt x="232308" y="137502"/>
                  </a:lnTo>
                  <a:lnTo>
                    <a:pt x="225894" y="137896"/>
                  </a:lnTo>
                  <a:lnTo>
                    <a:pt x="224383" y="138468"/>
                  </a:lnTo>
                  <a:lnTo>
                    <a:pt x="224688" y="136715"/>
                  </a:lnTo>
                  <a:lnTo>
                    <a:pt x="224523" y="132981"/>
                  </a:lnTo>
                  <a:lnTo>
                    <a:pt x="224358" y="129247"/>
                  </a:lnTo>
                  <a:lnTo>
                    <a:pt x="223532" y="126263"/>
                  </a:lnTo>
                  <a:lnTo>
                    <a:pt x="223151" y="126288"/>
                  </a:lnTo>
                  <a:lnTo>
                    <a:pt x="254927" y="89242"/>
                  </a:lnTo>
                  <a:lnTo>
                    <a:pt x="254508" y="91617"/>
                  </a:lnTo>
                  <a:lnTo>
                    <a:pt x="254863" y="99085"/>
                  </a:lnTo>
                  <a:lnTo>
                    <a:pt x="255308" y="100761"/>
                  </a:lnTo>
                  <a:lnTo>
                    <a:pt x="253911" y="100418"/>
                  </a:lnTo>
                  <a:lnTo>
                    <a:pt x="250698" y="100609"/>
                  </a:lnTo>
                  <a:lnTo>
                    <a:pt x="247497" y="100812"/>
                  </a:lnTo>
                  <a:lnTo>
                    <a:pt x="244932" y="101777"/>
                  </a:lnTo>
                  <a:lnTo>
                    <a:pt x="245033" y="103733"/>
                  </a:lnTo>
                  <a:lnTo>
                    <a:pt x="247662" y="104355"/>
                  </a:lnTo>
                  <a:lnTo>
                    <a:pt x="254076" y="103962"/>
                  </a:lnTo>
                  <a:lnTo>
                    <a:pt x="255498" y="103428"/>
                  </a:lnTo>
                  <a:lnTo>
                    <a:pt x="255206" y="105143"/>
                  </a:lnTo>
                  <a:lnTo>
                    <a:pt x="255384" y="108889"/>
                  </a:lnTo>
                  <a:lnTo>
                    <a:pt x="255549" y="112623"/>
                  </a:lnTo>
                  <a:lnTo>
                    <a:pt x="256374" y="115608"/>
                  </a:lnTo>
                  <a:lnTo>
                    <a:pt x="258051" y="115506"/>
                  </a:lnTo>
                  <a:lnTo>
                    <a:pt x="258597" y="112433"/>
                  </a:lnTo>
                  <a:lnTo>
                    <a:pt x="258241" y="104965"/>
                  </a:lnTo>
                  <a:lnTo>
                    <a:pt x="257771" y="103276"/>
                  </a:lnTo>
                  <a:lnTo>
                    <a:pt x="259270" y="103632"/>
                  </a:lnTo>
                  <a:lnTo>
                    <a:pt x="262470" y="103428"/>
                  </a:lnTo>
                  <a:lnTo>
                    <a:pt x="265671" y="103238"/>
                  </a:lnTo>
                  <a:lnTo>
                    <a:pt x="268236" y="102273"/>
                  </a:lnTo>
                  <a:lnTo>
                    <a:pt x="268211" y="101930"/>
                  </a:lnTo>
                  <a:lnTo>
                    <a:pt x="289560" y="126809"/>
                  </a:lnTo>
                  <a:lnTo>
                    <a:pt x="287947" y="126911"/>
                  </a:lnTo>
                  <a:lnTo>
                    <a:pt x="287401" y="129971"/>
                  </a:lnTo>
                  <a:lnTo>
                    <a:pt x="287743" y="137452"/>
                  </a:lnTo>
                  <a:lnTo>
                    <a:pt x="288188" y="139103"/>
                  </a:lnTo>
                  <a:lnTo>
                    <a:pt x="286791" y="138772"/>
                  </a:lnTo>
                  <a:lnTo>
                    <a:pt x="283591" y="138976"/>
                  </a:lnTo>
                  <a:lnTo>
                    <a:pt x="280377" y="139166"/>
                  </a:lnTo>
                  <a:lnTo>
                    <a:pt x="277812" y="140131"/>
                  </a:lnTo>
                  <a:lnTo>
                    <a:pt x="277914" y="142087"/>
                  </a:lnTo>
                  <a:lnTo>
                    <a:pt x="280555" y="142722"/>
                  </a:lnTo>
                  <a:lnTo>
                    <a:pt x="286956" y="142316"/>
                  </a:lnTo>
                  <a:lnTo>
                    <a:pt x="288391" y="141782"/>
                  </a:lnTo>
                  <a:lnTo>
                    <a:pt x="288099" y="143510"/>
                  </a:lnTo>
                  <a:lnTo>
                    <a:pt x="288264" y="147243"/>
                  </a:lnTo>
                  <a:lnTo>
                    <a:pt x="288429" y="150990"/>
                  </a:lnTo>
                  <a:lnTo>
                    <a:pt x="289255" y="153974"/>
                  </a:lnTo>
                  <a:lnTo>
                    <a:pt x="289788" y="153949"/>
                  </a:lnTo>
                  <a:lnTo>
                    <a:pt x="289788" y="127406"/>
                  </a:lnTo>
                  <a:lnTo>
                    <a:pt x="289648" y="126898"/>
                  </a:lnTo>
                  <a:lnTo>
                    <a:pt x="299415" y="138303"/>
                  </a:lnTo>
                  <a:lnTo>
                    <a:pt x="299415" y="127635"/>
                  </a:lnTo>
                  <a:lnTo>
                    <a:pt x="266509" y="89242"/>
                  </a:lnTo>
                  <a:lnTo>
                    <a:pt x="266509" y="99923"/>
                  </a:lnTo>
                  <a:lnTo>
                    <a:pt x="265506" y="99682"/>
                  </a:lnTo>
                  <a:lnTo>
                    <a:pt x="259105" y="100076"/>
                  </a:lnTo>
                  <a:lnTo>
                    <a:pt x="257594" y="100647"/>
                  </a:lnTo>
                  <a:lnTo>
                    <a:pt x="257898" y="98894"/>
                  </a:lnTo>
                  <a:lnTo>
                    <a:pt x="257721" y="95161"/>
                  </a:lnTo>
                  <a:lnTo>
                    <a:pt x="257556" y="91427"/>
                  </a:lnTo>
                  <a:lnTo>
                    <a:pt x="256743" y="88531"/>
                  </a:lnTo>
                  <a:lnTo>
                    <a:pt x="266509" y="99923"/>
                  </a:lnTo>
                  <a:lnTo>
                    <a:pt x="266509" y="89242"/>
                  </a:lnTo>
                  <a:lnTo>
                    <a:pt x="265290" y="87820"/>
                  </a:lnTo>
                  <a:lnTo>
                    <a:pt x="256679" y="77774"/>
                  </a:lnTo>
                  <a:lnTo>
                    <a:pt x="256679" y="88455"/>
                  </a:lnTo>
                  <a:lnTo>
                    <a:pt x="255549" y="88519"/>
                  </a:lnTo>
                  <a:lnTo>
                    <a:pt x="256146" y="87820"/>
                  </a:lnTo>
                  <a:lnTo>
                    <a:pt x="256679" y="88455"/>
                  </a:lnTo>
                  <a:lnTo>
                    <a:pt x="256679" y="77774"/>
                  </a:lnTo>
                  <a:lnTo>
                    <a:pt x="256146" y="77152"/>
                  </a:lnTo>
                  <a:lnTo>
                    <a:pt x="222097" y="116878"/>
                  </a:lnTo>
                  <a:lnTo>
                    <a:pt x="222097" y="138582"/>
                  </a:lnTo>
                  <a:lnTo>
                    <a:pt x="220700" y="138239"/>
                  </a:lnTo>
                  <a:lnTo>
                    <a:pt x="217500" y="138430"/>
                  </a:lnTo>
                  <a:lnTo>
                    <a:pt x="214299" y="138633"/>
                  </a:lnTo>
                  <a:lnTo>
                    <a:pt x="211810" y="139585"/>
                  </a:lnTo>
                  <a:lnTo>
                    <a:pt x="211810" y="141490"/>
                  </a:lnTo>
                  <a:lnTo>
                    <a:pt x="210972" y="140500"/>
                  </a:lnTo>
                  <a:lnTo>
                    <a:pt x="211734" y="139611"/>
                  </a:lnTo>
                  <a:lnTo>
                    <a:pt x="211810" y="141490"/>
                  </a:lnTo>
                  <a:lnTo>
                    <a:pt x="211810" y="139585"/>
                  </a:lnTo>
                  <a:lnTo>
                    <a:pt x="221526" y="128193"/>
                  </a:lnTo>
                  <a:lnTo>
                    <a:pt x="221310" y="129438"/>
                  </a:lnTo>
                  <a:lnTo>
                    <a:pt x="221653" y="136906"/>
                  </a:lnTo>
                  <a:lnTo>
                    <a:pt x="222097" y="138582"/>
                  </a:lnTo>
                  <a:lnTo>
                    <a:pt x="222097" y="116878"/>
                  </a:lnTo>
                  <a:lnTo>
                    <a:pt x="201841" y="140500"/>
                  </a:lnTo>
                  <a:lnTo>
                    <a:pt x="256146" y="203860"/>
                  </a:lnTo>
                  <a:lnTo>
                    <a:pt x="265290" y="193192"/>
                  </a:lnTo>
                  <a:lnTo>
                    <a:pt x="310451" y="140500"/>
                  </a:lnTo>
                  <a:close/>
                </a:path>
                <a:path w="361315" h="204470">
                  <a:moveTo>
                    <a:pt x="360997" y="63347"/>
                  </a:moveTo>
                  <a:lnTo>
                    <a:pt x="351866" y="52705"/>
                  </a:lnTo>
                  <a:lnTo>
                    <a:pt x="351866" y="63347"/>
                  </a:lnTo>
                  <a:lnTo>
                    <a:pt x="341744" y="75145"/>
                  </a:lnTo>
                  <a:lnTo>
                    <a:pt x="342023" y="73634"/>
                  </a:lnTo>
                  <a:lnTo>
                    <a:pt x="341680" y="66154"/>
                  </a:lnTo>
                  <a:lnTo>
                    <a:pt x="341210" y="64477"/>
                  </a:lnTo>
                  <a:lnTo>
                    <a:pt x="342696" y="64833"/>
                  </a:lnTo>
                  <a:lnTo>
                    <a:pt x="345897" y="64630"/>
                  </a:lnTo>
                  <a:lnTo>
                    <a:pt x="349110" y="64427"/>
                  </a:lnTo>
                  <a:lnTo>
                    <a:pt x="351675" y="63474"/>
                  </a:lnTo>
                  <a:lnTo>
                    <a:pt x="351650" y="63106"/>
                  </a:lnTo>
                  <a:lnTo>
                    <a:pt x="351866" y="63347"/>
                  </a:lnTo>
                  <a:lnTo>
                    <a:pt x="351866" y="52705"/>
                  </a:lnTo>
                  <a:lnTo>
                    <a:pt x="349948" y="50469"/>
                  </a:lnTo>
                  <a:lnTo>
                    <a:pt x="349948" y="61137"/>
                  </a:lnTo>
                  <a:lnTo>
                    <a:pt x="348932" y="60883"/>
                  </a:lnTo>
                  <a:lnTo>
                    <a:pt x="342531" y="61277"/>
                  </a:lnTo>
                  <a:lnTo>
                    <a:pt x="341020" y="61849"/>
                  </a:lnTo>
                  <a:lnTo>
                    <a:pt x="341325" y="60096"/>
                  </a:lnTo>
                  <a:lnTo>
                    <a:pt x="341160" y="56362"/>
                  </a:lnTo>
                  <a:lnTo>
                    <a:pt x="340982" y="52628"/>
                  </a:lnTo>
                  <a:lnTo>
                    <a:pt x="340347" y="50368"/>
                  </a:lnTo>
                  <a:lnTo>
                    <a:pt x="340347" y="76784"/>
                  </a:lnTo>
                  <a:lnTo>
                    <a:pt x="306692" y="116027"/>
                  </a:lnTo>
                  <a:lnTo>
                    <a:pt x="295008" y="102425"/>
                  </a:lnTo>
                  <a:lnTo>
                    <a:pt x="297586" y="103022"/>
                  </a:lnTo>
                  <a:lnTo>
                    <a:pt x="303999" y="102628"/>
                  </a:lnTo>
                  <a:lnTo>
                    <a:pt x="305422" y="102095"/>
                  </a:lnTo>
                  <a:lnTo>
                    <a:pt x="305130" y="103809"/>
                  </a:lnTo>
                  <a:lnTo>
                    <a:pt x="305295" y="107556"/>
                  </a:lnTo>
                  <a:lnTo>
                    <a:pt x="305473" y="111290"/>
                  </a:lnTo>
                  <a:lnTo>
                    <a:pt x="306298" y="114274"/>
                  </a:lnTo>
                  <a:lnTo>
                    <a:pt x="307975" y="114173"/>
                  </a:lnTo>
                  <a:lnTo>
                    <a:pt x="308521" y="111099"/>
                  </a:lnTo>
                  <a:lnTo>
                    <a:pt x="308165" y="103619"/>
                  </a:lnTo>
                  <a:lnTo>
                    <a:pt x="307708" y="101942"/>
                  </a:lnTo>
                  <a:lnTo>
                    <a:pt x="309194" y="102298"/>
                  </a:lnTo>
                  <a:lnTo>
                    <a:pt x="312394" y="102095"/>
                  </a:lnTo>
                  <a:lnTo>
                    <a:pt x="315595" y="101892"/>
                  </a:lnTo>
                  <a:lnTo>
                    <a:pt x="318160" y="100939"/>
                  </a:lnTo>
                  <a:lnTo>
                    <a:pt x="318071" y="98971"/>
                  </a:lnTo>
                  <a:lnTo>
                    <a:pt x="315429" y="98348"/>
                  </a:lnTo>
                  <a:lnTo>
                    <a:pt x="309016" y="98742"/>
                  </a:lnTo>
                  <a:lnTo>
                    <a:pt x="307505" y="99314"/>
                  </a:lnTo>
                  <a:lnTo>
                    <a:pt x="307822" y="97561"/>
                  </a:lnTo>
                  <a:lnTo>
                    <a:pt x="307644" y="93827"/>
                  </a:lnTo>
                  <a:lnTo>
                    <a:pt x="307479" y="90093"/>
                  </a:lnTo>
                  <a:lnTo>
                    <a:pt x="306654" y="87109"/>
                  </a:lnTo>
                  <a:lnTo>
                    <a:pt x="304977" y="87210"/>
                  </a:lnTo>
                  <a:lnTo>
                    <a:pt x="304431" y="90271"/>
                  </a:lnTo>
                  <a:lnTo>
                    <a:pt x="304774" y="97751"/>
                  </a:lnTo>
                  <a:lnTo>
                    <a:pt x="305219" y="99415"/>
                  </a:lnTo>
                  <a:lnTo>
                    <a:pt x="303822" y="99072"/>
                  </a:lnTo>
                  <a:lnTo>
                    <a:pt x="300621" y="99275"/>
                  </a:lnTo>
                  <a:lnTo>
                    <a:pt x="297421" y="99479"/>
                  </a:lnTo>
                  <a:lnTo>
                    <a:pt x="294855" y="100444"/>
                  </a:lnTo>
                  <a:lnTo>
                    <a:pt x="294932" y="102336"/>
                  </a:lnTo>
                  <a:lnTo>
                    <a:pt x="262420" y="64414"/>
                  </a:lnTo>
                  <a:lnTo>
                    <a:pt x="265010" y="65024"/>
                  </a:lnTo>
                  <a:lnTo>
                    <a:pt x="271411" y="64617"/>
                  </a:lnTo>
                  <a:lnTo>
                    <a:pt x="272846" y="64084"/>
                  </a:lnTo>
                  <a:lnTo>
                    <a:pt x="272554" y="65811"/>
                  </a:lnTo>
                  <a:lnTo>
                    <a:pt x="272719" y="69545"/>
                  </a:lnTo>
                  <a:lnTo>
                    <a:pt x="272884" y="73279"/>
                  </a:lnTo>
                  <a:lnTo>
                    <a:pt x="273710" y="76263"/>
                  </a:lnTo>
                  <a:lnTo>
                    <a:pt x="275386" y="76161"/>
                  </a:lnTo>
                  <a:lnTo>
                    <a:pt x="275932" y="73101"/>
                  </a:lnTo>
                  <a:lnTo>
                    <a:pt x="275590" y="65620"/>
                  </a:lnTo>
                  <a:lnTo>
                    <a:pt x="275132" y="63944"/>
                  </a:lnTo>
                  <a:lnTo>
                    <a:pt x="276606" y="64287"/>
                  </a:lnTo>
                  <a:lnTo>
                    <a:pt x="279819" y="64096"/>
                  </a:lnTo>
                  <a:lnTo>
                    <a:pt x="283019" y="63893"/>
                  </a:lnTo>
                  <a:lnTo>
                    <a:pt x="285584" y="62928"/>
                  </a:lnTo>
                  <a:lnTo>
                    <a:pt x="285483" y="60972"/>
                  </a:lnTo>
                  <a:lnTo>
                    <a:pt x="282854" y="60337"/>
                  </a:lnTo>
                  <a:lnTo>
                    <a:pt x="276440" y="60744"/>
                  </a:lnTo>
                  <a:lnTo>
                    <a:pt x="274929" y="61315"/>
                  </a:lnTo>
                  <a:lnTo>
                    <a:pt x="275234" y="59563"/>
                  </a:lnTo>
                  <a:lnTo>
                    <a:pt x="275069" y="55816"/>
                  </a:lnTo>
                  <a:lnTo>
                    <a:pt x="274904" y="52082"/>
                  </a:lnTo>
                  <a:lnTo>
                    <a:pt x="274078" y="49098"/>
                  </a:lnTo>
                  <a:lnTo>
                    <a:pt x="273710" y="49123"/>
                  </a:lnTo>
                  <a:lnTo>
                    <a:pt x="305473" y="12077"/>
                  </a:lnTo>
                  <a:lnTo>
                    <a:pt x="305054" y="14452"/>
                  </a:lnTo>
                  <a:lnTo>
                    <a:pt x="305396" y="21932"/>
                  </a:lnTo>
                  <a:lnTo>
                    <a:pt x="305841" y="23596"/>
                  </a:lnTo>
                  <a:lnTo>
                    <a:pt x="304444" y="23253"/>
                  </a:lnTo>
                  <a:lnTo>
                    <a:pt x="301244" y="23456"/>
                  </a:lnTo>
                  <a:lnTo>
                    <a:pt x="298043" y="23647"/>
                  </a:lnTo>
                  <a:lnTo>
                    <a:pt x="295478" y="24612"/>
                  </a:lnTo>
                  <a:lnTo>
                    <a:pt x="295567" y="26568"/>
                  </a:lnTo>
                  <a:lnTo>
                    <a:pt x="298208" y="27203"/>
                  </a:lnTo>
                  <a:lnTo>
                    <a:pt x="304622" y="26797"/>
                  </a:lnTo>
                  <a:lnTo>
                    <a:pt x="306044" y="26263"/>
                  </a:lnTo>
                  <a:lnTo>
                    <a:pt x="305752" y="27990"/>
                  </a:lnTo>
                  <a:lnTo>
                    <a:pt x="305917" y="31724"/>
                  </a:lnTo>
                  <a:lnTo>
                    <a:pt x="306095" y="35458"/>
                  </a:lnTo>
                  <a:lnTo>
                    <a:pt x="306920" y="38442"/>
                  </a:lnTo>
                  <a:lnTo>
                    <a:pt x="308597" y="38341"/>
                  </a:lnTo>
                  <a:lnTo>
                    <a:pt x="309130" y="35280"/>
                  </a:lnTo>
                  <a:lnTo>
                    <a:pt x="308787" y="27800"/>
                  </a:lnTo>
                  <a:lnTo>
                    <a:pt x="307975" y="24803"/>
                  </a:lnTo>
                  <a:lnTo>
                    <a:pt x="308432" y="21742"/>
                  </a:lnTo>
                  <a:lnTo>
                    <a:pt x="308267" y="17995"/>
                  </a:lnTo>
                  <a:lnTo>
                    <a:pt x="308102" y="14262"/>
                  </a:lnTo>
                  <a:lnTo>
                    <a:pt x="307289" y="11366"/>
                  </a:lnTo>
                  <a:lnTo>
                    <a:pt x="340118" y="49657"/>
                  </a:lnTo>
                  <a:lnTo>
                    <a:pt x="338480" y="49745"/>
                  </a:lnTo>
                  <a:lnTo>
                    <a:pt x="337947" y="52806"/>
                  </a:lnTo>
                  <a:lnTo>
                    <a:pt x="338289" y="60286"/>
                  </a:lnTo>
                  <a:lnTo>
                    <a:pt x="338734" y="61950"/>
                  </a:lnTo>
                  <a:lnTo>
                    <a:pt x="337337" y="61607"/>
                  </a:lnTo>
                  <a:lnTo>
                    <a:pt x="334137" y="61810"/>
                  </a:lnTo>
                  <a:lnTo>
                    <a:pt x="330923" y="62014"/>
                  </a:lnTo>
                  <a:lnTo>
                    <a:pt x="328358" y="62966"/>
                  </a:lnTo>
                  <a:lnTo>
                    <a:pt x="328460" y="64935"/>
                  </a:lnTo>
                  <a:lnTo>
                    <a:pt x="331089" y="65557"/>
                  </a:lnTo>
                  <a:lnTo>
                    <a:pt x="337502" y="65163"/>
                  </a:lnTo>
                  <a:lnTo>
                    <a:pt x="338937" y="64630"/>
                  </a:lnTo>
                  <a:lnTo>
                    <a:pt x="338645" y="66344"/>
                  </a:lnTo>
                  <a:lnTo>
                    <a:pt x="338810" y="70091"/>
                  </a:lnTo>
                  <a:lnTo>
                    <a:pt x="338975" y="73825"/>
                  </a:lnTo>
                  <a:lnTo>
                    <a:pt x="339801" y="76809"/>
                  </a:lnTo>
                  <a:lnTo>
                    <a:pt x="340347" y="76784"/>
                  </a:lnTo>
                  <a:lnTo>
                    <a:pt x="340347" y="50368"/>
                  </a:lnTo>
                  <a:lnTo>
                    <a:pt x="340169" y="49720"/>
                  </a:lnTo>
                  <a:lnTo>
                    <a:pt x="349948" y="61137"/>
                  </a:lnTo>
                  <a:lnTo>
                    <a:pt x="349948" y="50469"/>
                  </a:lnTo>
                  <a:lnTo>
                    <a:pt x="315823" y="10655"/>
                  </a:lnTo>
                  <a:lnTo>
                    <a:pt x="307225" y="635"/>
                  </a:lnTo>
                  <a:lnTo>
                    <a:pt x="307225" y="11290"/>
                  </a:lnTo>
                  <a:lnTo>
                    <a:pt x="306095" y="11353"/>
                  </a:lnTo>
                  <a:lnTo>
                    <a:pt x="306692" y="10655"/>
                  </a:lnTo>
                  <a:lnTo>
                    <a:pt x="307225" y="11290"/>
                  </a:lnTo>
                  <a:lnTo>
                    <a:pt x="307225" y="635"/>
                  </a:lnTo>
                  <a:lnTo>
                    <a:pt x="306692" y="0"/>
                  </a:lnTo>
                  <a:lnTo>
                    <a:pt x="272643" y="39712"/>
                  </a:lnTo>
                  <a:lnTo>
                    <a:pt x="272643" y="61417"/>
                  </a:lnTo>
                  <a:lnTo>
                    <a:pt x="271246" y="61074"/>
                  </a:lnTo>
                  <a:lnTo>
                    <a:pt x="268046" y="61264"/>
                  </a:lnTo>
                  <a:lnTo>
                    <a:pt x="264845" y="61468"/>
                  </a:lnTo>
                  <a:lnTo>
                    <a:pt x="262356" y="62420"/>
                  </a:lnTo>
                  <a:lnTo>
                    <a:pt x="262356" y="64338"/>
                  </a:lnTo>
                  <a:lnTo>
                    <a:pt x="261518" y="63347"/>
                  </a:lnTo>
                  <a:lnTo>
                    <a:pt x="262280" y="62458"/>
                  </a:lnTo>
                  <a:lnTo>
                    <a:pt x="262356" y="64338"/>
                  </a:lnTo>
                  <a:lnTo>
                    <a:pt x="262356" y="62420"/>
                  </a:lnTo>
                  <a:lnTo>
                    <a:pt x="272072" y="51041"/>
                  </a:lnTo>
                  <a:lnTo>
                    <a:pt x="271856" y="52273"/>
                  </a:lnTo>
                  <a:lnTo>
                    <a:pt x="272199" y="59753"/>
                  </a:lnTo>
                  <a:lnTo>
                    <a:pt x="272643" y="61417"/>
                  </a:lnTo>
                  <a:lnTo>
                    <a:pt x="272643" y="39712"/>
                  </a:lnTo>
                  <a:lnTo>
                    <a:pt x="256159" y="58928"/>
                  </a:lnTo>
                  <a:lnTo>
                    <a:pt x="250825" y="52705"/>
                  </a:lnTo>
                  <a:lnTo>
                    <a:pt x="250825" y="63347"/>
                  </a:lnTo>
                  <a:lnTo>
                    <a:pt x="240703" y="75145"/>
                  </a:lnTo>
                  <a:lnTo>
                    <a:pt x="240982" y="73634"/>
                  </a:lnTo>
                  <a:lnTo>
                    <a:pt x="240639" y="66154"/>
                  </a:lnTo>
                  <a:lnTo>
                    <a:pt x="240182" y="64477"/>
                  </a:lnTo>
                  <a:lnTo>
                    <a:pt x="241655" y="64833"/>
                  </a:lnTo>
                  <a:lnTo>
                    <a:pt x="244868" y="64630"/>
                  </a:lnTo>
                  <a:lnTo>
                    <a:pt x="248069" y="64427"/>
                  </a:lnTo>
                  <a:lnTo>
                    <a:pt x="250634" y="63474"/>
                  </a:lnTo>
                  <a:lnTo>
                    <a:pt x="250609" y="63106"/>
                  </a:lnTo>
                  <a:lnTo>
                    <a:pt x="250825" y="63347"/>
                  </a:lnTo>
                  <a:lnTo>
                    <a:pt x="250825" y="52705"/>
                  </a:lnTo>
                  <a:lnTo>
                    <a:pt x="248907" y="50469"/>
                  </a:lnTo>
                  <a:lnTo>
                    <a:pt x="248907" y="61125"/>
                  </a:lnTo>
                  <a:lnTo>
                    <a:pt x="247904" y="60883"/>
                  </a:lnTo>
                  <a:lnTo>
                    <a:pt x="241490" y="61277"/>
                  </a:lnTo>
                  <a:lnTo>
                    <a:pt x="239979" y="61849"/>
                  </a:lnTo>
                  <a:lnTo>
                    <a:pt x="240284" y="60096"/>
                  </a:lnTo>
                  <a:lnTo>
                    <a:pt x="240118" y="56362"/>
                  </a:lnTo>
                  <a:lnTo>
                    <a:pt x="239953" y="52628"/>
                  </a:lnTo>
                  <a:lnTo>
                    <a:pt x="239306" y="50330"/>
                  </a:lnTo>
                  <a:lnTo>
                    <a:pt x="239306" y="76784"/>
                  </a:lnTo>
                  <a:lnTo>
                    <a:pt x="205651" y="116027"/>
                  </a:lnTo>
                  <a:lnTo>
                    <a:pt x="193967" y="102425"/>
                  </a:lnTo>
                  <a:lnTo>
                    <a:pt x="196545" y="103022"/>
                  </a:lnTo>
                  <a:lnTo>
                    <a:pt x="202958" y="102628"/>
                  </a:lnTo>
                  <a:lnTo>
                    <a:pt x="204393" y="102095"/>
                  </a:lnTo>
                  <a:lnTo>
                    <a:pt x="204101" y="103809"/>
                  </a:lnTo>
                  <a:lnTo>
                    <a:pt x="204266" y="107556"/>
                  </a:lnTo>
                  <a:lnTo>
                    <a:pt x="204431" y="111290"/>
                  </a:lnTo>
                  <a:lnTo>
                    <a:pt x="205257" y="114274"/>
                  </a:lnTo>
                  <a:lnTo>
                    <a:pt x="206933" y="114173"/>
                  </a:lnTo>
                  <a:lnTo>
                    <a:pt x="207479" y="111099"/>
                  </a:lnTo>
                  <a:lnTo>
                    <a:pt x="207137" y="103619"/>
                  </a:lnTo>
                  <a:lnTo>
                    <a:pt x="206667" y="101942"/>
                  </a:lnTo>
                  <a:lnTo>
                    <a:pt x="208153" y="102298"/>
                  </a:lnTo>
                  <a:lnTo>
                    <a:pt x="211353" y="102095"/>
                  </a:lnTo>
                  <a:lnTo>
                    <a:pt x="214566" y="101892"/>
                  </a:lnTo>
                  <a:lnTo>
                    <a:pt x="217131" y="100939"/>
                  </a:lnTo>
                  <a:lnTo>
                    <a:pt x="217030" y="98971"/>
                  </a:lnTo>
                  <a:lnTo>
                    <a:pt x="214388" y="98348"/>
                  </a:lnTo>
                  <a:lnTo>
                    <a:pt x="207987" y="98742"/>
                  </a:lnTo>
                  <a:lnTo>
                    <a:pt x="206476" y="99314"/>
                  </a:lnTo>
                  <a:lnTo>
                    <a:pt x="206781" y="97561"/>
                  </a:lnTo>
                  <a:lnTo>
                    <a:pt x="206616" y="93827"/>
                  </a:lnTo>
                  <a:lnTo>
                    <a:pt x="206438" y="90093"/>
                  </a:lnTo>
                  <a:lnTo>
                    <a:pt x="205613" y="87109"/>
                  </a:lnTo>
                  <a:lnTo>
                    <a:pt x="203936" y="87210"/>
                  </a:lnTo>
                  <a:lnTo>
                    <a:pt x="203390" y="90271"/>
                  </a:lnTo>
                  <a:lnTo>
                    <a:pt x="203746" y="97751"/>
                  </a:lnTo>
                  <a:lnTo>
                    <a:pt x="204190" y="99415"/>
                  </a:lnTo>
                  <a:lnTo>
                    <a:pt x="202793" y="99072"/>
                  </a:lnTo>
                  <a:lnTo>
                    <a:pt x="199593" y="99275"/>
                  </a:lnTo>
                  <a:lnTo>
                    <a:pt x="196380" y="99479"/>
                  </a:lnTo>
                  <a:lnTo>
                    <a:pt x="193814" y="100444"/>
                  </a:lnTo>
                  <a:lnTo>
                    <a:pt x="193903" y="102349"/>
                  </a:lnTo>
                  <a:lnTo>
                    <a:pt x="161378" y="64414"/>
                  </a:lnTo>
                  <a:lnTo>
                    <a:pt x="163969" y="65024"/>
                  </a:lnTo>
                  <a:lnTo>
                    <a:pt x="170383" y="64617"/>
                  </a:lnTo>
                  <a:lnTo>
                    <a:pt x="171805" y="64084"/>
                  </a:lnTo>
                  <a:lnTo>
                    <a:pt x="171513" y="65811"/>
                  </a:lnTo>
                  <a:lnTo>
                    <a:pt x="171678" y="69545"/>
                  </a:lnTo>
                  <a:lnTo>
                    <a:pt x="171843" y="73279"/>
                  </a:lnTo>
                  <a:lnTo>
                    <a:pt x="172681" y="76263"/>
                  </a:lnTo>
                  <a:lnTo>
                    <a:pt x="174358" y="76161"/>
                  </a:lnTo>
                  <a:lnTo>
                    <a:pt x="174891" y="73101"/>
                  </a:lnTo>
                  <a:lnTo>
                    <a:pt x="174548" y="65620"/>
                  </a:lnTo>
                  <a:lnTo>
                    <a:pt x="174091" y="63944"/>
                  </a:lnTo>
                  <a:lnTo>
                    <a:pt x="175577" y="64287"/>
                  </a:lnTo>
                  <a:lnTo>
                    <a:pt x="178777" y="64096"/>
                  </a:lnTo>
                  <a:lnTo>
                    <a:pt x="181978" y="63893"/>
                  </a:lnTo>
                  <a:lnTo>
                    <a:pt x="184543" y="62928"/>
                  </a:lnTo>
                  <a:lnTo>
                    <a:pt x="184454" y="60972"/>
                  </a:lnTo>
                  <a:lnTo>
                    <a:pt x="181813" y="60337"/>
                  </a:lnTo>
                  <a:lnTo>
                    <a:pt x="175399" y="60744"/>
                  </a:lnTo>
                  <a:lnTo>
                    <a:pt x="173888" y="61315"/>
                  </a:lnTo>
                  <a:lnTo>
                    <a:pt x="174193" y="59563"/>
                  </a:lnTo>
                  <a:lnTo>
                    <a:pt x="174028" y="55816"/>
                  </a:lnTo>
                  <a:lnTo>
                    <a:pt x="173863" y="52082"/>
                  </a:lnTo>
                  <a:lnTo>
                    <a:pt x="173037" y="49098"/>
                  </a:lnTo>
                  <a:lnTo>
                    <a:pt x="172669" y="49123"/>
                  </a:lnTo>
                  <a:lnTo>
                    <a:pt x="204431" y="12077"/>
                  </a:lnTo>
                  <a:lnTo>
                    <a:pt x="204012" y="14452"/>
                  </a:lnTo>
                  <a:lnTo>
                    <a:pt x="204368" y="21932"/>
                  </a:lnTo>
                  <a:lnTo>
                    <a:pt x="204812" y="23596"/>
                  </a:lnTo>
                  <a:lnTo>
                    <a:pt x="203415" y="23253"/>
                  </a:lnTo>
                  <a:lnTo>
                    <a:pt x="200215" y="23456"/>
                  </a:lnTo>
                  <a:lnTo>
                    <a:pt x="197002" y="23647"/>
                  </a:lnTo>
                  <a:lnTo>
                    <a:pt x="194437" y="24612"/>
                  </a:lnTo>
                  <a:lnTo>
                    <a:pt x="194538" y="26568"/>
                  </a:lnTo>
                  <a:lnTo>
                    <a:pt x="197167" y="27203"/>
                  </a:lnTo>
                  <a:lnTo>
                    <a:pt x="203581" y="26797"/>
                  </a:lnTo>
                  <a:lnTo>
                    <a:pt x="205003" y="26263"/>
                  </a:lnTo>
                  <a:lnTo>
                    <a:pt x="204711" y="27990"/>
                  </a:lnTo>
                  <a:lnTo>
                    <a:pt x="204889" y="31724"/>
                  </a:lnTo>
                  <a:lnTo>
                    <a:pt x="205054" y="35458"/>
                  </a:lnTo>
                  <a:lnTo>
                    <a:pt x="205879" y="38442"/>
                  </a:lnTo>
                  <a:lnTo>
                    <a:pt x="207556" y="38341"/>
                  </a:lnTo>
                  <a:lnTo>
                    <a:pt x="208102" y="35280"/>
                  </a:lnTo>
                  <a:lnTo>
                    <a:pt x="207759" y="27800"/>
                  </a:lnTo>
                  <a:lnTo>
                    <a:pt x="207289" y="26123"/>
                  </a:lnTo>
                  <a:lnTo>
                    <a:pt x="208775" y="26466"/>
                  </a:lnTo>
                  <a:lnTo>
                    <a:pt x="211975" y="26276"/>
                  </a:lnTo>
                  <a:lnTo>
                    <a:pt x="215188" y="26073"/>
                  </a:lnTo>
                  <a:lnTo>
                    <a:pt x="217754" y="25107"/>
                  </a:lnTo>
                  <a:lnTo>
                    <a:pt x="217728" y="24777"/>
                  </a:lnTo>
                  <a:lnTo>
                    <a:pt x="239077" y="49657"/>
                  </a:lnTo>
                  <a:lnTo>
                    <a:pt x="237451" y="49745"/>
                  </a:lnTo>
                  <a:lnTo>
                    <a:pt x="236905" y="52806"/>
                  </a:lnTo>
                  <a:lnTo>
                    <a:pt x="237248" y="60286"/>
                  </a:lnTo>
                  <a:lnTo>
                    <a:pt x="237693" y="61950"/>
                  </a:lnTo>
                  <a:lnTo>
                    <a:pt x="236296" y="61607"/>
                  </a:lnTo>
                  <a:lnTo>
                    <a:pt x="233095" y="61810"/>
                  </a:lnTo>
                  <a:lnTo>
                    <a:pt x="229895" y="62014"/>
                  </a:lnTo>
                  <a:lnTo>
                    <a:pt x="227330" y="62966"/>
                  </a:lnTo>
                  <a:lnTo>
                    <a:pt x="227418" y="64935"/>
                  </a:lnTo>
                  <a:lnTo>
                    <a:pt x="230060" y="65557"/>
                  </a:lnTo>
                  <a:lnTo>
                    <a:pt x="236461" y="65163"/>
                  </a:lnTo>
                  <a:lnTo>
                    <a:pt x="237896" y="64630"/>
                  </a:lnTo>
                  <a:lnTo>
                    <a:pt x="237604" y="66344"/>
                  </a:lnTo>
                  <a:lnTo>
                    <a:pt x="237769" y="70091"/>
                  </a:lnTo>
                  <a:lnTo>
                    <a:pt x="237934" y="73825"/>
                  </a:lnTo>
                  <a:lnTo>
                    <a:pt x="238760" y="76809"/>
                  </a:lnTo>
                  <a:lnTo>
                    <a:pt x="239306" y="76784"/>
                  </a:lnTo>
                  <a:lnTo>
                    <a:pt x="239306" y="50330"/>
                  </a:lnTo>
                  <a:lnTo>
                    <a:pt x="239141" y="49733"/>
                  </a:lnTo>
                  <a:lnTo>
                    <a:pt x="248907" y="61125"/>
                  </a:lnTo>
                  <a:lnTo>
                    <a:pt x="248907" y="50469"/>
                  </a:lnTo>
                  <a:lnTo>
                    <a:pt x="216014" y="12090"/>
                  </a:lnTo>
                  <a:lnTo>
                    <a:pt x="216014" y="22771"/>
                  </a:lnTo>
                  <a:lnTo>
                    <a:pt x="215011" y="22517"/>
                  </a:lnTo>
                  <a:lnTo>
                    <a:pt x="208610" y="22923"/>
                  </a:lnTo>
                  <a:lnTo>
                    <a:pt x="207098" y="23495"/>
                  </a:lnTo>
                  <a:lnTo>
                    <a:pt x="207403" y="21742"/>
                  </a:lnTo>
                  <a:lnTo>
                    <a:pt x="207238" y="17995"/>
                  </a:lnTo>
                  <a:lnTo>
                    <a:pt x="207060" y="14262"/>
                  </a:lnTo>
                  <a:lnTo>
                    <a:pt x="206248" y="11366"/>
                  </a:lnTo>
                  <a:lnTo>
                    <a:pt x="216014" y="22771"/>
                  </a:lnTo>
                  <a:lnTo>
                    <a:pt x="216014" y="12090"/>
                  </a:lnTo>
                  <a:lnTo>
                    <a:pt x="214795" y="10655"/>
                  </a:lnTo>
                  <a:lnTo>
                    <a:pt x="206184" y="622"/>
                  </a:lnTo>
                  <a:lnTo>
                    <a:pt x="206184" y="11290"/>
                  </a:lnTo>
                  <a:lnTo>
                    <a:pt x="205054" y="11353"/>
                  </a:lnTo>
                  <a:lnTo>
                    <a:pt x="205651" y="10655"/>
                  </a:lnTo>
                  <a:lnTo>
                    <a:pt x="206184" y="11290"/>
                  </a:lnTo>
                  <a:lnTo>
                    <a:pt x="206184" y="622"/>
                  </a:lnTo>
                  <a:lnTo>
                    <a:pt x="205651" y="0"/>
                  </a:lnTo>
                  <a:lnTo>
                    <a:pt x="171602" y="39725"/>
                  </a:lnTo>
                  <a:lnTo>
                    <a:pt x="171602" y="61417"/>
                  </a:lnTo>
                  <a:lnTo>
                    <a:pt x="170205" y="61074"/>
                  </a:lnTo>
                  <a:lnTo>
                    <a:pt x="167005" y="61264"/>
                  </a:lnTo>
                  <a:lnTo>
                    <a:pt x="163804" y="61468"/>
                  </a:lnTo>
                  <a:lnTo>
                    <a:pt x="161315" y="62420"/>
                  </a:lnTo>
                  <a:lnTo>
                    <a:pt x="161315" y="64338"/>
                  </a:lnTo>
                  <a:lnTo>
                    <a:pt x="160477" y="63347"/>
                  </a:lnTo>
                  <a:lnTo>
                    <a:pt x="161239" y="62458"/>
                  </a:lnTo>
                  <a:lnTo>
                    <a:pt x="161315" y="64338"/>
                  </a:lnTo>
                  <a:lnTo>
                    <a:pt x="161315" y="62420"/>
                  </a:lnTo>
                  <a:lnTo>
                    <a:pt x="171030" y="51041"/>
                  </a:lnTo>
                  <a:lnTo>
                    <a:pt x="170815" y="52273"/>
                  </a:lnTo>
                  <a:lnTo>
                    <a:pt x="171157" y="59753"/>
                  </a:lnTo>
                  <a:lnTo>
                    <a:pt x="171602" y="61417"/>
                  </a:lnTo>
                  <a:lnTo>
                    <a:pt x="171602" y="39725"/>
                  </a:lnTo>
                  <a:lnTo>
                    <a:pt x="151345" y="63347"/>
                  </a:lnTo>
                  <a:lnTo>
                    <a:pt x="205651" y="126695"/>
                  </a:lnTo>
                  <a:lnTo>
                    <a:pt x="214795" y="116027"/>
                  </a:lnTo>
                  <a:lnTo>
                    <a:pt x="256159" y="67779"/>
                  </a:lnTo>
                  <a:lnTo>
                    <a:pt x="306692" y="126695"/>
                  </a:lnTo>
                  <a:lnTo>
                    <a:pt x="315823" y="116027"/>
                  </a:lnTo>
                  <a:lnTo>
                    <a:pt x="360997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9" name="object 2039" descr=""/>
            <p:cNvSpPr/>
            <p:nvPr/>
          </p:nvSpPr>
          <p:spPr>
            <a:xfrm>
              <a:off x="8095678" y="6137128"/>
              <a:ext cx="319405" cy="337185"/>
            </a:xfrm>
            <a:custGeom>
              <a:avLst/>
              <a:gdLst/>
              <a:ahLst/>
              <a:cxnLst/>
              <a:rect l="l" t="t" r="r" b="b"/>
              <a:pathLst>
                <a:path w="319404" h="337185">
                  <a:moveTo>
                    <a:pt x="259956" y="196151"/>
                  </a:moveTo>
                  <a:lnTo>
                    <a:pt x="250825" y="185508"/>
                  </a:lnTo>
                  <a:lnTo>
                    <a:pt x="250825" y="196151"/>
                  </a:lnTo>
                  <a:lnTo>
                    <a:pt x="205651" y="248843"/>
                  </a:lnTo>
                  <a:lnTo>
                    <a:pt x="160477" y="196151"/>
                  </a:lnTo>
                  <a:lnTo>
                    <a:pt x="205651" y="143471"/>
                  </a:lnTo>
                  <a:lnTo>
                    <a:pt x="250825" y="196151"/>
                  </a:lnTo>
                  <a:lnTo>
                    <a:pt x="250825" y="185508"/>
                  </a:lnTo>
                  <a:lnTo>
                    <a:pt x="214795" y="143471"/>
                  </a:lnTo>
                  <a:lnTo>
                    <a:pt x="205651" y="132803"/>
                  </a:lnTo>
                  <a:lnTo>
                    <a:pt x="155130" y="191731"/>
                  </a:lnTo>
                  <a:lnTo>
                    <a:pt x="149783" y="185496"/>
                  </a:lnTo>
                  <a:lnTo>
                    <a:pt x="149783" y="196151"/>
                  </a:lnTo>
                  <a:lnTo>
                    <a:pt x="139674" y="207937"/>
                  </a:lnTo>
                  <a:lnTo>
                    <a:pt x="139941" y="206451"/>
                  </a:lnTo>
                  <a:lnTo>
                    <a:pt x="139598" y="198970"/>
                  </a:lnTo>
                  <a:lnTo>
                    <a:pt x="139141" y="197294"/>
                  </a:lnTo>
                  <a:lnTo>
                    <a:pt x="140627" y="197650"/>
                  </a:lnTo>
                  <a:lnTo>
                    <a:pt x="143827" y="197446"/>
                  </a:lnTo>
                  <a:lnTo>
                    <a:pt x="147027" y="197243"/>
                  </a:lnTo>
                  <a:lnTo>
                    <a:pt x="149593" y="196278"/>
                  </a:lnTo>
                  <a:lnTo>
                    <a:pt x="149567" y="195910"/>
                  </a:lnTo>
                  <a:lnTo>
                    <a:pt x="149783" y="196151"/>
                  </a:lnTo>
                  <a:lnTo>
                    <a:pt x="149783" y="185496"/>
                  </a:lnTo>
                  <a:lnTo>
                    <a:pt x="147878" y="183286"/>
                  </a:lnTo>
                  <a:lnTo>
                    <a:pt x="147878" y="193954"/>
                  </a:lnTo>
                  <a:lnTo>
                    <a:pt x="146862" y="193700"/>
                  </a:lnTo>
                  <a:lnTo>
                    <a:pt x="140449" y="194094"/>
                  </a:lnTo>
                  <a:lnTo>
                    <a:pt x="138938" y="194665"/>
                  </a:lnTo>
                  <a:lnTo>
                    <a:pt x="139242" y="192913"/>
                  </a:lnTo>
                  <a:lnTo>
                    <a:pt x="139077" y="189179"/>
                  </a:lnTo>
                  <a:lnTo>
                    <a:pt x="138912" y="185432"/>
                  </a:lnTo>
                  <a:lnTo>
                    <a:pt x="138252" y="183057"/>
                  </a:lnTo>
                  <a:lnTo>
                    <a:pt x="138252" y="209600"/>
                  </a:lnTo>
                  <a:lnTo>
                    <a:pt x="104609" y="248843"/>
                  </a:lnTo>
                  <a:lnTo>
                    <a:pt x="92925" y="235216"/>
                  </a:lnTo>
                  <a:lnTo>
                    <a:pt x="95516" y="235839"/>
                  </a:lnTo>
                  <a:lnTo>
                    <a:pt x="101917" y="235445"/>
                  </a:lnTo>
                  <a:lnTo>
                    <a:pt x="103352" y="234911"/>
                  </a:lnTo>
                  <a:lnTo>
                    <a:pt x="103060" y="236626"/>
                  </a:lnTo>
                  <a:lnTo>
                    <a:pt x="103225" y="240360"/>
                  </a:lnTo>
                  <a:lnTo>
                    <a:pt x="103390" y="244106"/>
                  </a:lnTo>
                  <a:lnTo>
                    <a:pt x="104216" y="247091"/>
                  </a:lnTo>
                  <a:lnTo>
                    <a:pt x="105892" y="246976"/>
                  </a:lnTo>
                  <a:lnTo>
                    <a:pt x="106438" y="243916"/>
                  </a:lnTo>
                  <a:lnTo>
                    <a:pt x="106095" y="236435"/>
                  </a:lnTo>
                  <a:lnTo>
                    <a:pt x="105638" y="234772"/>
                  </a:lnTo>
                  <a:lnTo>
                    <a:pt x="107111" y="235115"/>
                  </a:lnTo>
                  <a:lnTo>
                    <a:pt x="110324" y="234911"/>
                  </a:lnTo>
                  <a:lnTo>
                    <a:pt x="113525" y="234708"/>
                  </a:lnTo>
                  <a:lnTo>
                    <a:pt x="116090" y="233743"/>
                  </a:lnTo>
                  <a:lnTo>
                    <a:pt x="115989" y="231787"/>
                  </a:lnTo>
                  <a:lnTo>
                    <a:pt x="113360" y="231165"/>
                  </a:lnTo>
                  <a:lnTo>
                    <a:pt x="106946" y="231559"/>
                  </a:lnTo>
                  <a:lnTo>
                    <a:pt x="105435" y="232130"/>
                  </a:lnTo>
                  <a:lnTo>
                    <a:pt x="105740" y="230378"/>
                  </a:lnTo>
                  <a:lnTo>
                    <a:pt x="105575" y="226644"/>
                  </a:lnTo>
                  <a:lnTo>
                    <a:pt x="105410" y="222897"/>
                  </a:lnTo>
                  <a:lnTo>
                    <a:pt x="104584" y="219913"/>
                  </a:lnTo>
                  <a:lnTo>
                    <a:pt x="102908" y="220027"/>
                  </a:lnTo>
                  <a:lnTo>
                    <a:pt x="102362" y="223088"/>
                  </a:lnTo>
                  <a:lnTo>
                    <a:pt x="102704" y="230568"/>
                  </a:lnTo>
                  <a:lnTo>
                    <a:pt x="103149" y="232232"/>
                  </a:lnTo>
                  <a:lnTo>
                    <a:pt x="101752" y="231889"/>
                  </a:lnTo>
                  <a:lnTo>
                    <a:pt x="98552" y="232092"/>
                  </a:lnTo>
                  <a:lnTo>
                    <a:pt x="95351" y="232283"/>
                  </a:lnTo>
                  <a:lnTo>
                    <a:pt x="92786" y="233248"/>
                  </a:lnTo>
                  <a:lnTo>
                    <a:pt x="92862" y="235153"/>
                  </a:lnTo>
                  <a:lnTo>
                    <a:pt x="60363" y="197231"/>
                  </a:lnTo>
                  <a:lnTo>
                    <a:pt x="62928" y="197827"/>
                  </a:lnTo>
                  <a:lnTo>
                    <a:pt x="69342" y="197434"/>
                  </a:lnTo>
                  <a:lnTo>
                    <a:pt x="70777" y="196900"/>
                  </a:lnTo>
                  <a:lnTo>
                    <a:pt x="70472" y="198628"/>
                  </a:lnTo>
                  <a:lnTo>
                    <a:pt x="70650" y="202361"/>
                  </a:lnTo>
                  <a:lnTo>
                    <a:pt x="70815" y="206095"/>
                  </a:lnTo>
                  <a:lnTo>
                    <a:pt x="71640" y="209080"/>
                  </a:lnTo>
                  <a:lnTo>
                    <a:pt x="73317" y="208978"/>
                  </a:lnTo>
                  <a:lnTo>
                    <a:pt x="73863" y="205905"/>
                  </a:lnTo>
                  <a:lnTo>
                    <a:pt x="73520" y="198437"/>
                  </a:lnTo>
                  <a:lnTo>
                    <a:pt x="73050" y="196761"/>
                  </a:lnTo>
                  <a:lnTo>
                    <a:pt x="74536" y="197104"/>
                  </a:lnTo>
                  <a:lnTo>
                    <a:pt x="77736" y="196900"/>
                  </a:lnTo>
                  <a:lnTo>
                    <a:pt x="80937" y="196710"/>
                  </a:lnTo>
                  <a:lnTo>
                    <a:pt x="83502" y="195745"/>
                  </a:lnTo>
                  <a:lnTo>
                    <a:pt x="83413" y="193789"/>
                  </a:lnTo>
                  <a:lnTo>
                    <a:pt x="80772" y="193154"/>
                  </a:lnTo>
                  <a:lnTo>
                    <a:pt x="74371" y="193560"/>
                  </a:lnTo>
                  <a:lnTo>
                    <a:pt x="72859" y="194132"/>
                  </a:lnTo>
                  <a:lnTo>
                    <a:pt x="73164" y="192379"/>
                  </a:lnTo>
                  <a:lnTo>
                    <a:pt x="72986" y="188633"/>
                  </a:lnTo>
                  <a:lnTo>
                    <a:pt x="72821" y="184899"/>
                  </a:lnTo>
                  <a:lnTo>
                    <a:pt x="71996" y="181914"/>
                  </a:lnTo>
                  <a:lnTo>
                    <a:pt x="71628" y="181940"/>
                  </a:lnTo>
                  <a:lnTo>
                    <a:pt x="103403" y="144881"/>
                  </a:lnTo>
                  <a:lnTo>
                    <a:pt x="102984" y="147269"/>
                  </a:lnTo>
                  <a:lnTo>
                    <a:pt x="103327" y="154736"/>
                  </a:lnTo>
                  <a:lnTo>
                    <a:pt x="103771" y="156413"/>
                  </a:lnTo>
                  <a:lnTo>
                    <a:pt x="102374" y="156070"/>
                  </a:lnTo>
                  <a:lnTo>
                    <a:pt x="99174" y="156260"/>
                  </a:lnTo>
                  <a:lnTo>
                    <a:pt x="95961" y="156464"/>
                  </a:lnTo>
                  <a:lnTo>
                    <a:pt x="93395" y="157429"/>
                  </a:lnTo>
                  <a:lnTo>
                    <a:pt x="93497" y="159385"/>
                  </a:lnTo>
                  <a:lnTo>
                    <a:pt x="96139" y="160007"/>
                  </a:lnTo>
                  <a:lnTo>
                    <a:pt x="102539" y="159613"/>
                  </a:lnTo>
                  <a:lnTo>
                    <a:pt x="103974" y="159080"/>
                  </a:lnTo>
                  <a:lnTo>
                    <a:pt x="103682" y="160807"/>
                  </a:lnTo>
                  <a:lnTo>
                    <a:pt x="103847" y="164541"/>
                  </a:lnTo>
                  <a:lnTo>
                    <a:pt x="104013" y="168275"/>
                  </a:lnTo>
                  <a:lnTo>
                    <a:pt x="104838" y="171259"/>
                  </a:lnTo>
                  <a:lnTo>
                    <a:pt x="106514" y="171157"/>
                  </a:lnTo>
                  <a:lnTo>
                    <a:pt x="107061" y="168084"/>
                  </a:lnTo>
                  <a:lnTo>
                    <a:pt x="106718" y="160616"/>
                  </a:lnTo>
                  <a:lnTo>
                    <a:pt x="106260" y="158940"/>
                  </a:lnTo>
                  <a:lnTo>
                    <a:pt x="107734" y="159283"/>
                  </a:lnTo>
                  <a:lnTo>
                    <a:pt x="110947" y="159080"/>
                  </a:lnTo>
                  <a:lnTo>
                    <a:pt x="114147" y="158889"/>
                  </a:lnTo>
                  <a:lnTo>
                    <a:pt x="116713" y="157924"/>
                  </a:lnTo>
                  <a:lnTo>
                    <a:pt x="116687" y="157581"/>
                  </a:lnTo>
                  <a:lnTo>
                    <a:pt x="138023" y="182460"/>
                  </a:lnTo>
                  <a:lnTo>
                    <a:pt x="136410" y="182562"/>
                  </a:lnTo>
                  <a:lnTo>
                    <a:pt x="135864" y="185623"/>
                  </a:lnTo>
                  <a:lnTo>
                    <a:pt x="136207" y="193103"/>
                  </a:lnTo>
                  <a:lnTo>
                    <a:pt x="136652" y="194767"/>
                  </a:lnTo>
                  <a:lnTo>
                    <a:pt x="135267" y="194424"/>
                  </a:lnTo>
                  <a:lnTo>
                    <a:pt x="132054" y="194627"/>
                  </a:lnTo>
                  <a:lnTo>
                    <a:pt x="128854" y="194818"/>
                  </a:lnTo>
                  <a:lnTo>
                    <a:pt x="126288" y="195783"/>
                  </a:lnTo>
                  <a:lnTo>
                    <a:pt x="126377" y="197739"/>
                  </a:lnTo>
                  <a:lnTo>
                    <a:pt x="129019" y="198374"/>
                  </a:lnTo>
                  <a:lnTo>
                    <a:pt x="135432" y="197980"/>
                  </a:lnTo>
                  <a:lnTo>
                    <a:pt x="136855" y="197446"/>
                  </a:lnTo>
                  <a:lnTo>
                    <a:pt x="136563" y="199161"/>
                  </a:lnTo>
                  <a:lnTo>
                    <a:pt x="136728" y="202895"/>
                  </a:lnTo>
                  <a:lnTo>
                    <a:pt x="136906" y="206641"/>
                  </a:lnTo>
                  <a:lnTo>
                    <a:pt x="137731" y="209626"/>
                  </a:lnTo>
                  <a:lnTo>
                    <a:pt x="138252" y="209600"/>
                  </a:lnTo>
                  <a:lnTo>
                    <a:pt x="138252" y="183057"/>
                  </a:lnTo>
                  <a:lnTo>
                    <a:pt x="138112" y="182549"/>
                  </a:lnTo>
                  <a:lnTo>
                    <a:pt x="147878" y="193954"/>
                  </a:lnTo>
                  <a:lnTo>
                    <a:pt x="147878" y="183286"/>
                  </a:lnTo>
                  <a:lnTo>
                    <a:pt x="114973" y="144894"/>
                  </a:lnTo>
                  <a:lnTo>
                    <a:pt x="114973" y="155575"/>
                  </a:lnTo>
                  <a:lnTo>
                    <a:pt x="113982" y="155333"/>
                  </a:lnTo>
                  <a:lnTo>
                    <a:pt x="107569" y="155740"/>
                  </a:lnTo>
                  <a:lnTo>
                    <a:pt x="106057" y="156311"/>
                  </a:lnTo>
                  <a:lnTo>
                    <a:pt x="106362" y="154559"/>
                  </a:lnTo>
                  <a:lnTo>
                    <a:pt x="106197" y="150812"/>
                  </a:lnTo>
                  <a:lnTo>
                    <a:pt x="106032" y="147078"/>
                  </a:lnTo>
                  <a:lnTo>
                    <a:pt x="105232" y="144208"/>
                  </a:lnTo>
                  <a:lnTo>
                    <a:pt x="114973" y="155575"/>
                  </a:lnTo>
                  <a:lnTo>
                    <a:pt x="114973" y="144894"/>
                  </a:lnTo>
                  <a:lnTo>
                    <a:pt x="113753" y="143471"/>
                  </a:lnTo>
                  <a:lnTo>
                    <a:pt x="105143" y="133426"/>
                  </a:lnTo>
                  <a:lnTo>
                    <a:pt x="105143" y="144106"/>
                  </a:lnTo>
                  <a:lnTo>
                    <a:pt x="104013" y="144170"/>
                  </a:lnTo>
                  <a:lnTo>
                    <a:pt x="104609" y="143471"/>
                  </a:lnTo>
                  <a:lnTo>
                    <a:pt x="105143" y="144106"/>
                  </a:lnTo>
                  <a:lnTo>
                    <a:pt x="105143" y="133426"/>
                  </a:lnTo>
                  <a:lnTo>
                    <a:pt x="104609" y="132803"/>
                  </a:lnTo>
                  <a:lnTo>
                    <a:pt x="70573" y="172516"/>
                  </a:lnTo>
                  <a:lnTo>
                    <a:pt x="70573" y="194233"/>
                  </a:lnTo>
                  <a:lnTo>
                    <a:pt x="69176" y="193890"/>
                  </a:lnTo>
                  <a:lnTo>
                    <a:pt x="65963" y="194081"/>
                  </a:lnTo>
                  <a:lnTo>
                    <a:pt x="62763" y="194284"/>
                  </a:lnTo>
                  <a:lnTo>
                    <a:pt x="60286" y="195224"/>
                  </a:lnTo>
                  <a:lnTo>
                    <a:pt x="60286" y="197142"/>
                  </a:lnTo>
                  <a:lnTo>
                    <a:pt x="59448" y="196151"/>
                  </a:lnTo>
                  <a:lnTo>
                    <a:pt x="60198" y="195287"/>
                  </a:lnTo>
                  <a:lnTo>
                    <a:pt x="60286" y="197142"/>
                  </a:lnTo>
                  <a:lnTo>
                    <a:pt x="60286" y="195224"/>
                  </a:lnTo>
                  <a:lnTo>
                    <a:pt x="69989" y="183857"/>
                  </a:lnTo>
                  <a:lnTo>
                    <a:pt x="69773" y="185089"/>
                  </a:lnTo>
                  <a:lnTo>
                    <a:pt x="70129" y="192557"/>
                  </a:lnTo>
                  <a:lnTo>
                    <a:pt x="70573" y="194233"/>
                  </a:lnTo>
                  <a:lnTo>
                    <a:pt x="70573" y="172516"/>
                  </a:lnTo>
                  <a:lnTo>
                    <a:pt x="50304" y="196151"/>
                  </a:lnTo>
                  <a:lnTo>
                    <a:pt x="104609" y="259511"/>
                  </a:lnTo>
                  <a:lnTo>
                    <a:pt x="113753" y="248843"/>
                  </a:lnTo>
                  <a:lnTo>
                    <a:pt x="155130" y="200583"/>
                  </a:lnTo>
                  <a:lnTo>
                    <a:pt x="205651" y="259511"/>
                  </a:lnTo>
                  <a:lnTo>
                    <a:pt x="214795" y="248843"/>
                  </a:lnTo>
                  <a:lnTo>
                    <a:pt x="259956" y="196151"/>
                  </a:lnTo>
                  <a:close/>
                </a:path>
                <a:path w="319404" h="337185">
                  <a:moveTo>
                    <a:pt x="310451" y="273316"/>
                  </a:moveTo>
                  <a:lnTo>
                    <a:pt x="301320" y="262674"/>
                  </a:lnTo>
                  <a:lnTo>
                    <a:pt x="301320" y="273316"/>
                  </a:lnTo>
                  <a:lnTo>
                    <a:pt x="291198" y="285115"/>
                  </a:lnTo>
                  <a:lnTo>
                    <a:pt x="291477" y="283603"/>
                  </a:lnTo>
                  <a:lnTo>
                    <a:pt x="291134" y="276136"/>
                  </a:lnTo>
                  <a:lnTo>
                    <a:pt x="290677" y="274459"/>
                  </a:lnTo>
                  <a:lnTo>
                    <a:pt x="292150" y="274802"/>
                  </a:lnTo>
                  <a:lnTo>
                    <a:pt x="295363" y="274612"/>
                  </a:lnTo>
                  <a:lnTo>
                    <a:pt x="298564" y="274408"/>
                  </a:lnTo>
                  <a:lnTo>
                    <a:pt x="301129" y="273443"/>
                  </a:lnTo>
                  <a:lnTo>
                    <a:pt x="301104" y="273075"/>
                  </a:lnTo>
                  <a:lnTo>
                    <a:pt x="301320" y="273316"/>
                  </a:lnTo>
                  <a:lnTo>
                    <a:pt x="301320" y="262674"/>
                  </a:lnTo>
                  <a:lnTo>
                    <a:pt x="299415" y="260451"/>
                  </a:lnTo>
                  <a:lnTo>
                    <a:pt x="299415" y="271106"/>
                  </a:lnTo>
                  <a:lnTo>
                    <a:pt x="298399" y="270852"/>
                  </a:lnTo>
                  <a:lnTo>
                    <a:pt x="291985" y="271259"/>
                  </a:lnTo>
                  <a:lnTo>
                    <a:pt x="290474" y="271830"/>
                  </a:lnTo>
                  <a:lnTo>
                    <a:pt x="290779" y="270078"/>
                  </a:lnTo>
                  <a:lnTo>
                    <a:pt x="290614" y="266331"/>
                  </a:lnTo>
                  <a:lnTo>
                    <a:pt x="290449" y="262597"/>
                  </a:lnTo>
                  <a:lnTo>
                    <a:pt x="289801" y="260299"/>
                  </a:lnTo>
                  <a:lnTo>
                    <a:pt x="289801" y="286753"/>
                  </a:lnTo>
                  <a:lnTo>
                    <a:pt x="256146" y="326009"/>
                  </a:lnTo>
                  <a:lnTo>
                    <a:pt x="244449" y="312381"/>
                  </a:lnTo>
                  <a:lnTo>
                    <a:pt x="247040" y="313004"/>
                  </a:lnTo>
                  <a:lnTo>
                    <a:pt x="253453" y="312597"/>
                  </a:lnTo>
                  <a:lnTo>
                    <a:pt x="254876" y="312064"/>
                  </a:lnTo>
                  <a:lnTo>
                    <a:pt x="254584" y="313791"/>
                  </a:lnTo>
                  <a:lnTo>
                    <a:pt x="254762" y="317525"/>
                  </a:lnTo>
                  <a:lnTo>
                    <a:pt x="254927" y="321259"/>
                  </a:lnTo>
                  <a:lnTo>
                    <a:pt x="255752" y="324243"/>
                  </a:lnTo>
                  <a:lnTo>
                    <a:pt x="257429" y="324142"/>
                  </a:lnTo>
                  <a:lnTo>
                    <a:pt x="257975" y="321081"/>
                  </a:lnTo>
                  <a:lnTo>
                    <a:pt x="257632" y="313601"/>
                  </a:lnTo>
                  <a:lnTo>
                    <a:pt x="257162" y="311924"/>
                  </a:lnTo>
                  <a:lnTo>
                    <a:pt x="258648" y="312267"/>
                  </a:lnTo>
                  <a:lnTo>
                    <a:pt x="261848" y="312077"/>
                  </a:lnTo>
                  <a:lnTo>
                    <a:pt x="265049" y="311873"/>
                  </a:lnTo>
                  <a:lnTo>
                    <a:pt x="267614" y="310908"/>
                  </a:lnTo>
                  <a:lnTo>
                    <a:pt x="267525" y="308952"/>
                  </a:lnTo>
                  <a:lnTo>
                    <a:pt x="264883" y="308317"/>
                  </a:lnTo>
                  <a:lnTo>
                    <a:pt x="258483" y="308724"/>
                  </a:lnTo>
                  <a:lnTo>
                    <a:pt x="256971" y="309295"/>
                  </a:lnTo>
                  <a:lnTo>
                    <a:pt x="257276" y="307543"/>
                  </a:lnTo>
                  <a:lnTo>
                    <a:pt x="257111" y="303796"/>
                  </a:lnTo>
                  <a:lnTo>
                    <a:pt x="256933" y="300062"/>
                  </a:lnTo>
                  <a:lnTo>
                    <a:pt x="256108" y="297078"/>
                  </a:lnTo>
                  <a:lnTo>
                    <a:pt x="254431" y="297180"/>
                  </a:lnTo>
                  <a:lnTo>
                    <a:pt x="253885" y="300253"/>
                  </a:lnTo>
                  <a:lnTo>
                    <a:pt x="254241" y="307733"/>
                  </a:lnTo>
                  <a:lnTo>
                    <a:pt x="254685" y="309397"/>
                  </a:lnTo>
                  <a:lnTo>
                    <a:pt x="253288" y="309054"/>
                  </a:lnTo>
                  <a:lnTo>
                    <a:pt x="250075" y="309245"/>
                  </a:lnTo>
                  <a:lnTo>
                    <a:pt x="246875" y="309448"/>
                  </a:lnTo>
                  <a:lnTo>
                    <a:pt x="244309" y="310413"/>
                  </a:lnTo>
                  <a:lnTo>
                    <a:pt x="244398" y="312331"/>
                  </a:lnTo>
                  <a:lnTo>
                    <a:pt x="211886" y="274396"/>
                  </a:lnTo>
                  <a:lnTo>
                    <a:pt x="214464" y="274993"/>
                  </a:lnTo>
                  <a:lnTo>
                    <a:pt x="220865" y="274599"/>
                  </a:lnTo>
                  <a:lnTo>
                    <a:pt x="222300" y="274066"/>
                  </a:lnTo>
                  <a:lnTo>
                    <a:pt x="222008" y="275780"/>
                  </a:lnTo>
                  <a:lnTo>
                    <a:pt x="222173" y="279527"/>
                  </a:lnTo>
                  <a:lnTo>
                    <a:pt x="222338" y="283260"/>
                  </a:lnTo>
                  <a:lnTo>
                    <a:pt x="223177" y="286245"/>
                  </a:lnTo>
                  <a:lnTo>
                    <a:pt x="224840" y="286143"/>
                  </a:lnTo>
                  <a:lnTo>
                    <a:pt x="225386" y="283070"/>
                  </a:lnTo>
                  <a:lnTo>
                    <a:pt x="225044" y="275590"/>
                  </a:lnTo>
                  <a:lnTo>
                    <a:pt x="224586" y="273913"/>
                  </a:lnTo>
                  <a:lnTo>
                    <a:pt x="226060" y="274269"/>
                  </a:lnTo>
                  <a:lnTo>
                    <a:pt x="229273" y="274066"/>
                  </a:lnTo>
                  <a:lnTo>
                    <a:pt x="232473" y="273862"/>
                  </a:lnTo>
                  <a:lnTo>
                    <a:pt x="235038" y="272910"/>
                  </a:lnTo>
                  <a:lnTo>
                    <a:pt x="234950" y="270941"/>
                  </a:lnTo>
                  <a:lnTo>
                    <a:pt x="232308" y="270319"/>
                  </a:lnTo>
                  <a:lnTo>
                    <a:pt x="225894" y="270713"/>
                  </a:lnTo>
                  <a:lnTo>
                    <a:pt x="224383" y="271284"/>
                  </a:lnTo>
                  <a:lnTo>
                    <a:pt x="224688" y="269532"/>
                  </a:lnTo>
                  <a:lnTo>
                    <a:pt x="224523" y="265798"/>
                  </a:lnTo>
                  <a:lnTo>
                    <a:pt x="224358" y="262051"/>
                  </a:lnTo>
                  <a:lnTo>
                    <a:pt x="223532" y="259067"/>
                  </a:lnTo>
                  <a:lnTo>
                    <a:pt x="223164" y="259092"/>
                  </a:lnTo>
                  <a:lnTo>
                    <a:pt x="254927" y="222046"/>
                  </a:lnTo>
                  <a:lnTo>
                    <a:pt x="254508" y="224421"/>
                  </a:lnTo>
                  <a:lnTo>
                    <a:pt x="254863" y="231902"/>
                  </a:lnTo>
                  <a:lnTo>
                    <a:pt x="255308" y="233565"/>
                  </a:lnTo>
                  <a:lnTo>
                    <a:pt x="253911" y="233222"/>
                  </a:lnTo>
                  <a:lnTo>
                    <a:pt x="250698" y="233426"/>
                  </a:lnTo>
                  <a:lnTo>
                    <a:pt x="247497" y="233629"/>
                  </a:lnTo>
                  <a:lnTo>
                    <a:pt x="244932" y="234594"/>
                  </a:lnTo>
                  <a:lnTo>
                    <a:pt x="245033" y="236550"/>
                  </a:lnTo>
                  <a:lnTo>
                    <a:pt x="247662" y="237172"/>
                  </a:lnTo>
                  <a:lnTo>
                    <a:pt x="254076" y="236778"/>
                  </a:lnTo>
                  <a:lnTo>
                    <a:pt x="255498" y="236245"/>
                  </a:lnTo>
                  <a:lnTo>
                    <a:pt x="255206" y="237959"/>
                  </a:lnTo>
                  <a:lnTo>
                    <a:pt x="255384" y="241693"/>
                  </a:lnTo>
                  <a:lnTo>
                    <a:pt x="255549" y="245440"/>
                  </a:lnTo>
                  <a:lnTo>
                    <a:pt x="256374" y="248424"/>
                  </a:lnTo>
                  <a:lnTo>
                    <a:pt x="258051" y="248323"/>
                  </a:lnTo>
                  <a:lnTo>
                    <a:pt x="258597" y="245249"/>
                  </a:lnTo>
                  <a:lnTo>
                    <a:pt x="258241" y="237769"/>
                  </a:lnTo>
                  <a:lnTo>
                    <a:pt x="257784" y="236093"/>
                  </a:lnTo>
                  <a:lnTo>
                    <a:pt x="259270" y="236448"/>
                  </a:lnTo>
                  <a:lnTo>
                    <a:pt x="262470" y="236245"/>
                  </a:lnTo>
                  <a:lnTo>
                    <a:pt x="265671" y="236042"/>
                  </a:lnTo>
                  <a:lnTo>
                    <a:pt x="268236" y="235089"/>
                  </a:lnTo>
                  <a:lnTo>
                    <a:pt x="268211" y="234734"/>
                  </a:lnTo>
                  <a:lnTo>
                    <a:pt x="289572" y="259626"/>
                  </a:lnTo>
                  <a:lnTo>
                    <a:pt x="287947" y="259715"/>
                  </a:lnTo>
                  <a:lnTo>
                    <a:pt x="287401" y="262788"/>
                  </a:lnTo>
                  <a:lnTo>
                    <a:pt x="287743" y="270268"/>
                  </a:lnTo>
                  <a:lnTo>
                    <a:pt x="288188" y="271932"/>
                  </a:lnTo>
                  <a:lnTo>
                    <a:pt x="286791" y="271589"/>
                  </a:lnTo>
                  <a:lnTo>
                    <a:pt x="283591" y="271780"/>
                  </a:lnTo>
                  <a:lnTo>
                    <a:pt x="280377" y="271983"/>
                  </a:lnTo>
                  <a:lnTo>
                    <a:pt x="277812" y="272948"/>
                  </a:lnTo>
                  <a:lnTo>
                    <a:pt x="277914" y="274904"/>
                  </a:lnTo>
                  <a:lnTo>
                    <a:pt x="280555" y="275539"/>
                  </a:lnTo>
                  <a:lnTo>
                    <a:pt x="286956" y="275132"/>
                  </a:lnTo>
                  <a:lnTo>
                    <a:pt x="288391" y="274599"/>
                  </a:lnTo>
                  <a:lnTo>
                    <a:pt x="288099" y="276326"/>
                  </a:lnTo>
                  <a:lnTo>
                    <a:pt x="288264" y="280060"/>
                  </a:lnTo>
                  <a:lnTo>
                    <a:pt x="288429" y="283794"/>
                  </a:lnTo>
                  <a:lnTo>
                    <a:pt x="289255" y="286778"/>
                  </a:lnTo>
                  <a:lnTo>
                    <a:pt x="289801" y="286753"/>
                  </a:lnTo>
                  <a:lnTo>
                    <a:pt x="289801" y="260299"/>
                  </a:lnTo>
                  <a:lnTo>
                    <a:pt x="289636" y="259702"/>
                  </a:lnTo>
                  <a:lnTo>
                    <a:pt x="299415" y="271106"/>
                  </a:lnTo>
                  <a:lnTo>
                    <a:pt x="299415" y="260451"/>
                  </a:lnTo>
                  <a:lnTo>
                    <a:pt x="266509" y="222059"/>
                  </a:lnTo>
                  <a:lnTo>
                    <a:pt x="266509" y="232740"/>
                  </a:lnTo>
                  <a:lnTo>
                    <a:pt x="265506" y="232498"/>
                  </a:lnTo>
                  <a:lnTo>
                    <a:pt x="259105" y="232892"/>
                  </a:lnTo>
                  <a:lnTo>
                    <a:pt x="257594" y="233464"/>
                  </a:lnTo>
                  <a:lnTo>
                    <a:pt x="257898" y="231711"/>
                  </a:lnTo>
                  <a:lnTo>
                    <a:pt x="257721" y="227977"/>
                  </a:lnTo>
                  <a:lnTo>
                    <a:pt x="257556" y="224231"/>
                  </a:lnTo>
                  <a:lnTo>
                    <a:pt x="256743" y="221335"/>
                  </a:lnTo>
                  <a:lnTo>
                    <a:pt x="266509" y="232740"/>
                  </a:lnTo>
                  <a:lnTo>
                    <a:pt x="266509" y="222059"/>
                  </a:lnTo>
                  <a:lnTo>
                    <a:pt x="265290" y="220624"/>
                  </a:lnTo>
                  <a:lnTo>
                    <a:pt x="256679" y="210591"/>
                  </a:lnTo>
                  <a:lnTo>
                    <a:pt x="256679" y="221259"/>
                  </a:lnTo>
                  <a:lnTo>
                    <a:pt x="255536" y="221335"/>
                  </a:lnTo>
                  <a:lnTo>
                    <a:pt x="256146" y="220624"/>
                  </a:lnTo>
                  <a:lnTo>
                    <a:pt x="256679" y="221259"/>
                  </a:lnTo>
                  <a:lnTo>
                    <a:pt x="256679" y="210591"/>
                  </a:lnTo>
                  <a:lnTo>
                    <a:pt x="256146" y="209969"/>
                  </a:lnTo>
                  <a:lnTo>
                    <a:pt x="222097" y="249694"/>
                  </a:lnTo>
                  <a:lnTo>
                    <a:pt x="222097" y="271386"/>
                  </a:lnTo>
                  <a:lnTo>
                    <a:pt x="220700" y="271043"/>
                  </a:lnTo>
                  <a:lnTo>
                    <a:pt x="217500" y="271246"/>
                  </a:lnTo>
                  <a:lnTo>
                    <a:pt x="214299" y="271449"/>
                  </a:lnTo>
                  <a:lnTo>
                    <a:pt x="211810" y="272389"/>
                  </a:lnTo>
                  <a:lnTo>
                    <a:pt x="211810" y="274307"/>
                  </a:lnTo>
                  <a:lnTo>
                    <a:pt x="210972" y="273316"/>
                  </a:lnTo>
                  <a:lnTo>
                    <a:pt x="211734" y="272427"/>
                  </a:lnTo>
                  <a:lnTo>
                    <a:pt x="211810" y="274307"/>
                  </a:lnTo>
                  <a:lnTo>
                    <a:pt x="211810" y="272389"/>
                  </a:lnTo>
                  <a:lnTo>
                    <a:pt x="221526" y="261010"/>
                  </a:lnTo>
                  <a:lnTo>
                    <a:pt x="221310" y="262242"/>
                  </a:lnTo>
                  <a:lnTo>
                    <a:pt x="221653" y="269722"/>
                  </a:lnTo>
                  <a:lnTo>
                    <a:pt x="222097" y="271386"/>
                  </a:lnTo>
                  <a:lnTo>
                    <a:pt x="222097" y="249694"/>
                  </a:lnTo>
                  <a:lnTo>
                    <a:pt x="204965" y="269671"/>
                  </a:lnTo>
                  <a:lnTo>
                    <a:pt x="198970" y="262686"/>
                  </a:lnTo>
                  <a:lnTo>
                    <a:pt x="198970" y="273316"/>
                  </a:lnTo>
                  <a:lnTo>
                    <a:pt x="188849" y="285115"/>
                  </a:lnTo>
                  <a:lnTo>
                    <a:pt x="189128" y="283603"/>
                  </a:lnTo>
                  <a:lnTo>
                    <a:pt x="188785" y="276136"/>
                  </a:lnTo>
                  <a:lnTo>
                    <a:pt x="188315" y="274459"/>
                  </a:lnTo>
                  <a:lnTo>
                    <a:pt x="189801" y="274802"/>
                  </a:lnTo>
                  <a:lnTo>
                    <a:pt x="193001" y="274612"/>
                  </a:lnTo>
                  <a:lnTo>
                    <a:pt x="196202" y="274408"/>
                  </a:lnTo>
                  <a:lnTo>
                    <a:pt x="198767" y="273443"/>
                  </a:lnTo>
                  <a:lnTo>
                    <a:pt x="198742" y="273062"/>
                  </a:lnTo>
                  <a:lnTo>
                    <a:pt x="198970" y="273316"/>
                  </a:lnTo>
                  <a:lnTo>
                    <a:pt x="198970" y="262686"/>
                  </a:lnTo>
                  <a:lnTo>
                    <a:pt x="197065" y="260464"/>
                  </a:lnTo>
                  <a:lnTo>
                    <a:pt x="197065" y="271106"/>
                  </a:lnTo>
                  <a:lnTo>
                    <a:pt x="196037" y="270852"/>
                  </a:lnTo>
                  <a:lnTo>
                    <a:pt x="189636" y="271259"/>
                  </a:lnTo>
                  <a:lnTo>
                    <a:pt x="188125" y="271830"/>
                  </a:lnTo>
                  <a:lnTo>
                    <a:pt x="188429" y="270078"/>
                  </a:lnTo>
                  <a:lnTo>
                    <a:pt x="188264" y="266331"/>
                  </a:lnTo>
                  <a:lnTo>
                    <a:pt x="188087" y="262597"/>
                  </a:lnTo>
                  <a:lnTo>
                    <a:pt x="187452" y="260337"/>
                  </a:lnTo>
                  <a:lnTo>
                    <a:pt x="187452" y="286753"/>
                  </a:lnTo>
                  <a:lnTo>
                    <a:pt x="153797" y="326009"/>
                  </a:lnTo>
                  <a:lnTo>
                    <a:pt x="142113" y="312394"/>
                  </a:lnTo>
                  <a:lnTo>
                    <a:pt x="144691" y="313004"/>
                  </a:lnTo>
                  <a:lnTo>
                    <a:pt x="151104" y="312597"/>
                  </a:lnTo>
                  <a:lnTo>
                    <a:pt x="152527" y="312064"/>
                  </a:lnTo>
                  <a:lnTo>
                    <a:pt x="152234" y="313791"/>
                  </a:lnTo>
                  <a:lnTo>
                    <a:pt x="152400" y="317525"/>
                  </a:lnTo>
                  <a:lnTo>
                    <a:pt x="152565" y="321259"/>
                  </a:lnTo>
                  <a:lnTo>
                    <a:pt x="153403" y="324243"/>
                  </a:lnTo>
                  <a:lnTo>
                    <a:pt x="155079" y="324142"/>
                  </a:lnTo>
                  <a:lnTo>
                    <a:pt x="155613" y="321081"/>
                  </a:lnTo>
                  <a:lnTo>
                    <a:pt x="155270" y="313601"/>
                  </a:lnTo>
                  <a:lnTo>
                    <a:pt x="154813" y="311924"/>
                  </a:lnTo>
                  <a:lnTo>
                    <a:pt x="156298" y="312267"/>
                  </a:lnTo>
                  <a:lnTo>
                    <a:pt x="159499" y="312077"/>
                  </a:lnTo>
                  <a:lnTo>
                    <a:pt x="162699" y="311873"/>
                  </a:lnTo>
                  <a:lnTo>
                    <a:pt x="165265" y="310908"/>
                  </a:lnTo>
                  <a:lnTo>
                    <a:pt x="165176" y="308952"/>
                  </a:lnTo>
                  <a:lnTo>
                    <a:pt x="162534" y="308317"/>
                  </a:lnTo>
                  <a:lnTo>
                    <a:pt x="156121" y="308724"/>
                  </a:lnTo>
                  <a:lnTo>
                    <a:pt x="154609" y="309295"/>
                  </a:lnTo>
                  <a:lnTo>
                    <a:pt x="154927" y="307543"/>
                  </a:lnTo>
                  <a:lnTo>
                    <a:pt x="154749" y="303796"/>
                  </a:lnTo>
                  <a:lnTo>
                    <a:pt x="154584" y="300062"/>
                  </a:lnTo>
                  <a:lnTo>
                    <a:pt x="153758" y="297078"/>
                  </a:lnTo>
                  <a:lnTo>
                    <a:pt x="152082" y="297180"/>
                  </a:lnTo>
                  <a:lnTo>
                    <a:pt x="151536" y="300253"/>
                  </a:lnTo>
                  <a:lnTo>
                    <a:pt x="151879" y="307733"/>
                  </a:lnTo>
                  <a:lnTo>
                    <a:pt x="152323" y="309397"/>
                  </a:lnTo>
                  <a:lnTo>
                    <a:pt x="150926" y="309054"/>
                  </a:lnTo>
                  <a:lnTo>
                    <a:pt x="147726" y="309245"/>
                  </a:lnTo>
                  <a:lnTo>
                    <a:pt x="144526" y="309448"/>
                  </a:lnTo>
                  <a:lnTo>
                    <a:pt x="141960" y="310413"/>
                  </a:lnTo>
                  <a:lnTo>
                    <a:pt x="142036" y="312318"/>
                  </a:lnTo>
                  <a:lnTo>
                    <a:pt x="109537" y="274396"/>
                  </a:lnTo>
                  <a:lnTo>
                    <a:pt x="112115" y="274993"/>
                  </a:lnTo>
                  <a:lnTo>
                    <a:pt x="118516" y="274599"/>
                  </a:lnTo>
                  <a:lnTo>
                    <a:pt x="119951" y="274066"/>
                  </a:lnTo>
                  <a:lnTo>
                    <a:pt x="119659" y="275780"/>
                  </a:lnTo>
                  <a:lnTo>
                    <a:pt x="119824" y="279527"/>
                  </a:lnTo>
                  <a:lnTo>
                    <a:pt x="119989" y="283260"/>
                  </a:lnTo>
                  <a:lnTo>
                    <a:pt x="120815" y="286245"/>
                  </a:lnTo>
                  <a:lnTo>
                    <a:pt x="122491" y="286143"/>
                  </a:lnTo>
                  <a:lnTo>
                    <a:pt x="123037" y="283070"/>
                  </a:lnTo>
                  <a:lnTo>
                    <a:pt x="122694" y="275590"/>
                  </a:lnTo>
                  <a:lnTo>
                    <a:pt x="122224" y="273913"/>
                  </a:lnTo>
                  <a:lnTo>
                    <a:pt x="123710" y="274269"/>
                  </a:lnTo>
                  <a:lnTo>
                    <a:pt x="126911" y="274066"/>
                  </a:lnTo>
                  <a:lnTo>
                    <a:pt x="130124" y="273862"/>
                  </a:lnTo>
                  <a:lnTo>
                    <a:pt x="132689" y="272910"/>
                  </a:lnTo>
                  <a:lnTo>
                    <a:pt x="132588" y="270941"/>
                  </a:lnTo>
                  <a:lnTo>
                    <a:pt x="129946" y="270319"/>
                  </a:lnTo>
                  <a:lnTo>
                    <a:pt x="123545" y="270713"/>
                  </a:lnTo>
                  <a:lnTo>
                    <a:pt x="122034" y="271284"/>
                  </a:lnTo>
                  <a:lnTo>
                    <a:pt x="122339" y="269532"/>
                  </a:lnTo>
                  <a:lnTo>
                    <a:pt x="122174" y="265798"/>
                  </a:lnTo>
                  <a:lnTo>
                    <a:pt x="122008" y="262051"/>
                  </a:lnTo>
                  <a:lnTo>
                    <a:pt x="121170" y="259067"/>
                  </a:lnTo>
                  <a:lnTo>
                    <a:pt x="120815" y="259092"/>
                  </a:lnTo>
                  <a:lnTo>
                    <a:pt x="152577" y="222046"/>
                  </a:lnTo>
                  <a:lnTo>
                    <a:pt x="152158" y="224421"/>
                  </a:lnTo>
                  <a:lnTo>
                    <a:pt x="152501" y="231902"/>
                  </a:lnTo>
                  <a:lnTo>
                    <a:pt x="152946" y="233565"/>
                  </a:lnTo>
                  <a:lnTo>
                    <a:pt x="151549" y="233222"/>
                  </a:lnTo>
                  <a:lnTo>
                    <a:pt x="148348" y="233426"/>
                  </a:lnTo>
                  <a:lnTo>
                    <a:pt x="145148" y="233629"/>
                  </a:lnTo>
                  <a:lnTo>
                    <a:pt x="142582" y="234594"/>
                  </a:lnTo>
                  <a:lnTo>
                    <a:pt x="142671" y="236550"/>
                  </a:lnTo>
                  <a:lnTo>
                    <a:pt x="145313" y="237172"/>
                  </a:lnTo>
                  <a:lnTo>
                    <a:pt x="151726" y="236778"/>
                  </a:lnTo>
                  <a:lnTo>
                    <a:pt x="153149" y="236245"/>
                  </a:lnTo>
                  <a:lnTo>
                    <a:pt x="152857" y="237959"/>
                  </a:lnTo>
                  <a:lnTo>
                    <a:pt x="153022" y="241693"/>
                  </a:lnTo>
                  <a:lnTo>
                    <a:pt x="153187" y="245440"/>
                  </a:lnTo>
                  <a:lnTo>
                    <a:pt x="154025" y="248424"/>
                  </a:lnTo>
                  <a:lnTo>
                    <a:pt x="155689" y="248323"/>
                  </a:lnTo>
                  <a:lnTo>
                    <a:pt x="156235" y="245249"/>
                  </a:lnTo>
                  <a:lnTo>
                    <a:pt x="155892" y="237769"/>
                  </a:lnTo>
                  <a:lnTo>
                    <a:pt x="155435" y="236093"/>
                  </a:lnTo>
                  <a:lnTo>
                    <a:pt x="156921" y="236448"/>
                  </a:lnTo>
                  <a:lnTo>
                    <a:pt x="160121" y="236245"/>
                  </a:lnTo>
                  <a:lnTo>
                    <a:pt x="163322" y="236042"/>
                  </a:lnTo>
                  <a:lnTo>
                    <a:pt x="165887" y="235089"/>
                  </a:lnTo>
                  <a:lnTo>
                    <a:pt x="165862" y="234734"/>
                  </a:lnTo>
                  <a:lnTo>
                    <a:pt x="187223" y="259626"/>
                  </a:lnTo>
                  <a:lnTo>
                    <a:pt x="185585" y="259715"/>
                  </a:lnTo>
                  <a:lnTo>
                    <a:pt x="185039" y="262788"/>
                  </a:lnTo>
                  <a:lnTo>
                    <a:pt x="185394" y="270268"/>
                  </a:lnTo>
                  <a:lnTo>
                    <a:pt x="185839" y="271932"/>
                  </a:lnTo>
                  <a:lnTo>
                    <a:pt x="184442" y="271589"/>
                  </a:lnTo>
                  <a:lnTo>
                    <a:pt x="181229" y="271780"/>
                  </a:lnTo>
                  <a:lnTo>
                    <a:pt x="178028" y="271983"/>
                  </a:lnTo>
                  <a:lnTo>
                    <a:pt x="175463" y="272948"/>
                  </a:lnTo>
                  <a:lnTo>
                    <a:pt x="175564" y="274904"/>
                  </a:lnTo>
                  <a:lnTo>
                    <a:pt x="178193" y="275539"/>
                  </a:lnTo>
                  <a:lnTo>
                    <a:pt x="184607" y="275132"/>
                  </a:lnTo>
                  <a:lnTo>
                    <a:pt x="186042" y="274599"/>
                  </a:lnTo>
                  <a:lnTo>
                    <a:pt x="185737" y="276326"/>
                  </a:lnTo>
                  <a:lnTo>
                    <a:pt x="185915" y="280060"/>
                  </a:lnTo>
                  <a:lnTo>
                    <a:pt x="186080" y="283794"/>
                  </a:lnTo>
                  <a:lnTo>
                    <a:pt x="186905" y="286778"/>
                  </a:lnTo>
                  <a:lnTo>
                    <a:pt x="187452" y="286753"/>
                  </a:lnTo>
                  <a:lnTo>
                    <a:pt x="187452" y="260337"/>
                  </a:lnTo>
                  <a:lnTo>
                    <a:pt x="187274" y="259689"/>
                  </a:lnTo>
                  <a:lnTo>
                    <a:pt x="197065" y="271106"/>
                  </a:lnTo>
                  <a:lnTo>
                    <a:pt x="197065" y="260464"/>
                  </a:lnTo>
                  <a:lnTo>
                    <a:pt x="164160" y="222072"/>
                  </a:lnTo>
                  <a:lnTo>
                    <a:pt x="164160" y="232740"/>
                  </a:lnTo>
                  <a:lnTo>
                    <a:pt x="163156" y="232498"/>
                  </a:lnTo>
                  <a:lnTo>
                    <a:pt x="156743" y="232892"/>
                  </a:lnTo>
                  <a:lnTo>
                    <a:pt x="155232" y="233464"/>
                  </a:lnTo>
                  <a:lnTo>
                    <a:pt x="155536" y="231711"/>
                  </a:lnTo>
                  <a:lnTo>
                    <a:pt x="155371" y="227977"/>
                  </a:lnTo>
                  <a:lnTo>
                    <a:pt x="155206" y="224231"/>
                  </a:lnTo>
                  <a:lnTo>
                    <a:pt x="154393" y="221335"/>
                  </a:lnTo>
                  <a:lnTo>
                    <a:pt x="164160" y="232740"/>
                  </a:lnTo>
                  <a:lnTo>
                    <a:pt x="164160" y="222072"/>
                  </a:lnTo>
                  <a:lnTo>
                    <a:pt x="162928" y="220624"/>
                  </a:lnTo>
                  <a:lnTo>
                    <a:pt x="154330" y="210604"/>
                  </a:lnTo>
                  <a:lnTo>
                    <a:pt x="154330" y="221259"/>
                  </a:lnTo>
                  <a:lnTo>
                    <a:pt x="153187" y="221335"/>
                  </a:lnTo>
                  <a:lnTo>
                    <a:pt x="153797" y="220624"/>
                  </a:lnTo>
                  <a:lnTo>
                    <a:pt x="154330" y="221259"/>
                  </a:lnTo>
                  <a:lnTo>
                    <a:pt x="154330" y="210604"/>
                  </a:lnTo>
                  <a:lnTo>
                    <a:pt x="153797" y="209969"/>
                  </a:lnTo>
                  <a:lnTo>
                    <a:pt x="119748" y="249694"/>
                  </a:lnTo>
                  <a:lnTo>
                    <a:pt x="119748" y="271386"/>
                  </a:lnTo>
                  <a:lnTo>
                    <a:pt x="118351" y="271043"/>
                  </a:lnTo>
                  <a:lnTo>
                    <a:pt x="115150" y="271246"/>
                  </a:lnTo>
                  <a:lnTo>
                    <a:pt x="111937" y="271449"/>
                  </a:lnTo>
                  <a:lnTo>
                    <a:pt x="109461" y="272376"/>
                  </a:lnTo>
                  <a:lnTo>
                    <a:pt x="109461" y="274307"/>
                  </a:lnTo>
                  <a:lnTo>
                    <a:pt x="108623" y="273316"/>
                  </a:lnTo>
                  <a:lnTo>
                    <a:pt x="109372" y="272453"/>
                  </a:lnTo>
                  <a:lnTo>
                    <a:pt x="109461" y="274307"/>
                  </a:lnTo>
                  <a:lnTo>
                    <a:pt x="109461" y="272376"/>
                  </a:lnTo>
                  <a:lnTo>
                    <a:pt x="119176" y="261010"/>
                  </a:lnTo>
                  <a:lnTo>
                    <a:pt x="118960" y="262242"/>
                  </a:lnTo>
                  <a:lnTo>
                    <a:pt x="119303" y="269722"/>
                  </a:lnTo>
                  <a:lnTo>
                    <a:pt x="119748" y="271386"/>
                  </a:lnTo>
                  <a:lnTo>
                    <a:pt x="119748" y="249694"/>
                  </a:lnTo>
                  <a:lnTo>
                    <a:pt x="104051" y="267995"/>
                  </a:lnTo>
                  <a:lnTo>
                    <a:pt x="99479" y="262661"/>
                  </a:lnTo>
                  <a:lnTo>
                    <a:pt x="99479" y="273316"/>
                  </a:lnTo>
                  <a:lnTo>
                    <a:pt x="89369" y="285115"/>
                  </a:lnTo>
                  <a:lnTo>
                    <a:pt x="89649" y="283603"/>
                  </a:lnTo>
                  <a:lnTo>
                    <a:pt x="89306" y="276136"/>
                  </a:lnTo>
                  <a:lnTo>
                    <a:pt x="88836" y="274459"/>
                  </a:lnTo>
                  <a:lnTo>
                    <a:pt x="90322" y="274802"/>
                  </a:lnTo>
                  <a:lnTo>
                    <a:pt x="93522" y="274612"/>
                  </a:lnTo>
                  <a:lnTo>
                    <a:pt x="96735" y="274408"/>
                  </a:lnTo>
                  <a:lnTo>
                    <a:pt x="99301" y="273443"/>
                  </a:lnTo>
                  <a:lnTo>
                    <a:pt x="99275" y="273088"/>
                  </a:lnTo>
                  <a:lnTo>
                    <a:pt x="99479" y="273316"/>
                  </a:lnTo>
                  <a:lnTo>
                    <a:pt x="99479" y="262661"/>
                  </a:lnTo>
                  <a:lnTo>
                    <a:pt x="97574" y="260438"/>
                  </a:lnTo>
                  <a:lnTo>
                    <a:pt x="97574" y="271106"/>
                  </a:lnTo>
                  <a:lnTo>
                    <a:pt x="96558" y="270852"/>
                  </a:lnTo>
                  <a:lnTo>
                    <a:pt x="90157" y="271259"/>
                  </a:lnTo>
                  <a:lnTo>
                    <a:pt x="88646" y="271830"/>
                  </a:lnTo>
                  <a:lnTo>
                    <a:pt x="88950" y="270078"/>
                  </a:lnTo>
                  <a:lnTo>
                    <a:pt x="88785" y="266331"/>
                  </a:lnTo>
                  <a:lnTo>
                    <a:pt x="88607" y="262597"/>
                  </a:lnTo>
                  <a:lnTo>
                    <a:pt x="87972" y="260337"/>
                  </a:lnTo>
                  <a:lnTo>
                    <a:pt x="87972" y="286753"/>
                  </a:lnTo>
                  <a:lnTo>
                    <a:pt x="54317" y="326009"/>
                  </a:lnTo>
                  <a:lnTo>
                    <a:pt x="42633" y="312394"/>
                  </a:lnTo>
                  <a:lnTo>
                    <a:pt x="45212" y="313004"/>
                  </a:lnTo>
                  <a:lnTo>
                    <a:pt x="51625" y="312597"/>
                  </a:lnTo>
                  <a:lnTo>
                    <a:pt x="53047" y="312064"/>
                  </a:lnTo>
                  <a:lnTo>
                    <a:pt x="52755" y="313791"/>
                  </a:lnTo>
                  <a:lnTo>
                    <a:pt x="52920" y="317525"/>
                  </a:lnTo>
                  <a:lnTo>
                    <a:pt x="53098" y="321259"/>
                  </a:lnTo>
                  <a:lnTo>
                    <a:pt x="53924" y="324243"/>
                  </a:lnTo>
                  <a:lnTo>
                    <a:pt x="55600" y="324142"/>
                  </a:lnTo>
                  <a:lnTo>
                    <a:pt x="56134" y="321081"/>
                  </a:lnTo>
                  <a:lnTo>
                    <a:pt x="55791" y="313601"/>
                  </a:lnTo>
                  <a:lnTo>
                    <a:pt x="55333" y="311924"/>
                  </a:lnTo>
                  <a:lnTo>
                    <a:pt x="56819" y="312267"/>
                  </a:lnTo>
                  <a:lnTo>
                    <a:pt x="60020" y="312077"/>
                  </a:lnTo>
                  <a:lnTo>
                    <a:pt x="63220" y="311873"/>
                  </a:lnTo>
                  <a:lnTo>
                    <a:pt x="65786" y="310908"/>
                  </a:lnTo>
                  <a:lnTo>
                    <a:pt x="65697" y="308952"/>
                  </a:lnTo>
                  <a:lnTo>
                    <a:pt x="63055" y="308317"/>
                  </a:lnTo>
                  <a:lnTo>
                    <a:pt x="56642" y="308724"/>
                  </a:lnTo>
                  <a:lnTo>
                    <a:pt x="55130" y="309295"/>
                  </a:lnTo>
                  <a:lnTo>
                    <a:pt x="55435" y="307543"/>
                  </a:lnTo>
                  <a:lnTo>
                    <a:pt x="55270" y="303796"/>
                  </a:lnTo>
                  <a:lnTo>
                    <a:pt x="55105" y="300062"/>
                  </a:lnTo>
                  <a:lnTo>
                    <a:pt x="54279" y="297078"/>
                  </a:lnTo>
                  <a:lnTo>
                    <a:pt x="52603" y="297180"/>
                  </a:lnTo>
                  <a:lnTo>
                    <a:pt x="52057" y="300253"/>
                  </a:lnTo>
                  <a:lnTo>
                    <a:pt x="52400" y="307733"/>
                  </a:lnTo>
                  <a:lnTo>
                    <a:pt x="52844" y="309397"/>
                  </a:lnTo>
                  <a:lnTo>
                    <a:pt x="51460" y="309054"/>
                  </a:lnTo>
                  <a:lnTo>
                    <a:pt x="48247" y="309245"/>
                  </a:lnTo>
                  <a:lnTo>
                    <a:pt x="45046" y="309448"/>
                  </a:lnTo>
                  <a:lnTo>
                    <a:pt x="42481" y="310413"/>
                  </a:lnTo>
                  <a:lnTo>
                    <a:pt x="42557" y="312318"/>
                  </a:lnTo>
                  <a:lnTo>
                    <a:pt x="10058" y="274396"/>
                  </a:lnTo>
                  <a:lnTo>
                    <a:pt x="12636" y="274993"/>
                  </a:lnTo>
                  <a:lnTo>
                    <a:pt x="19037" y="274599"/>
                  </a:lnTo>
                  <a:lnTo>
                    <a:pt x="20472" y="274066"/>
                  </a:lnTo>
                  <a:lnTo>
                    <a:pt x="20180" y="275780"/>
                  </a:lnTo>
                  <a:lnTo>
                    <a:pt x="20345" y="279527"/>
                  </a:lnTo>
                  <a:lnTo>
                    <a:pt x="20510" y="283260"/>
                  </a:lnTo>
                  <a:lnTo>
                    <a:pt x="21336" y="286245"/>
                  </a:lnTo>
                  <a:lnTo>
                    <a:pt x="23012" y="286143"/>
                  </a:lnTo>
                  <a:lnTo>
                    <a:pt x="23558" y="283070"/>
                  </a:lnTo>
                  <a:lnTo>
                    <a:pt x="23215" y="275590"/>
                  </a:lnTo>
                  <a:lnTo>
                    <a:pt x="22758" y="273926"/>
                  </a:lnTo>
                  <a:lnTo>
                    <a:pt x="24231" y="274269"/>
                  </a:lnTo>
                  <a:lnTo>
                    <a:pt x="27444" y="274066"/>
                  </a:lnTo>
                  <a:lnTo>
                    <a:pt x="30645" y="273862"/>
                  </a:lnTo>
                  <a:lnTo>
                    <a:pt x="33210" y="272910"/>
                  </a:lnTo>
                  <a:lnTo>
                    <a:pt x="33108" y="270941"/>
                  </a:lnTo>
                  <a:lnTo>
                    <a:pt x="30480" y="270319"/>
                  </a:lnTo>
                  <a:lnTo>
                    <a:pt x="24066" y="270713"/>
                  </a:lnTo>
                  <a:lnTo>
                    <a:pt x="22555" y="271284"/>
                  </a:lnTo>
                  <a:lnTo>
                    <a:pt x="22860" y="269532"/>
                  </a:lnTo>
                  <a:lnTo>
                    <a:pt x="22694" y="265798"/>
                  </a:lnTo>
                  <a:lnTo>
                    <a:pt x="22529" y="262051"/>
                  </a:lnTo>
                  <a:lnTo>
                    <a:pt x="21704" y="259067"/>
                  </a:lnTo>
                  <a:lnTo>
                    <a:pt x="21336" y="259092"/>
                  </a:lnTo>
                  <a:lnTo>
                    <a:pt x="53098" y="222046"/>
                  </a:lnTo>
                  <a:lnTo>
                    <a:pt x="52679" y="224421"/>
                  </a:lnTo>
                  <a:lnTo>
                    <a:pt x="53022" y="231902"/>
                  </a:lnTo>
                  <a:lnTo>
                    <a:pt x="53467" y="233565"/>
                  </a:lnTo>
                  <a:lnTo>
                    <a:pt x="52070" y="233222"/>
                  </a:lnTo>
                  <a:lnTo>
                    <a:pt x="48869" y="233426"/>
                  </a:lnTo>
                  <a:lnTo>
                    <a:pt x="45669" y="233629"/>
                  </a:lnTo>
                  <a:lnTo>
                    <a:pt x="43103" y="234594"/>
                  </a:lnTo>
                  <a:lnTo>
                    <a:pt x="43192" y="236550"/>
                  </a:lnTo>
                  <a:lnTo>
                    <a:pt x="45834" y="237172"/>
                  </a:lnTo>
                  <a:lnTo>
                    <a:pt x="52247" y="236778"/>
                  </a:lnTo>
                  <a:lnTo>
                    <a:pt x="53670" y="236245"/>
                  </a:lnTo>
                  <a:lnTo>
                    <a:pt x="53378" y="237959"/>
                  </a:lnTo>
                  <a:lnTo>
                    <a:pt x="53543" y="241693"/>
                  </a:lnTo>
                  <a:lnTo>
                    <a:pt x="53721" y="245440"/>
                  </a:lnTo>
                  <a:lnTo>
                    <a:pt x="54546" y="248424"/>
                  </a:lnTo>
                  <a:lnTo>
                    <a:pt x="56222" y="248323"/>
                  </a:lnTo>
                  <a:lnTo>
                    <a:pt x="56756" y="245249"/>
                  </a:lnTo>
                  <a:lnTo>
                    <a:pt x="56413" y="237769"/>
                  </a:lnTo>
                  <a:lnTo>
                    <a:pt x="55956" y="236093"/>
                  </a:lnTo>
                  <a:lnTo>
                    <a:pt x="57442" y="236448"/>
                  </a:lnTo>
                  <a:lnTo>
                    <a:pt x="60642" y="236245"/>
                  </a:lnTo>
                  <a:lnTo>
                    <a:pt x="63842" y="236042"/>
                  </a:lnTo>
                  <a:lnTo>
                    <a:pt x="66408" y="235089"/>
                  </a:lnTo>
                  <a:lnTo>
                    <a:pt x="66382" y="234734"/>
                  </a:lnTo>
                  <a:lnTo>
                    <a:pt x="87731" y="259626"/>
                  </a:lnTo>
                  <a:lnTo>
                    <a:pt x="86106" y="259715"/>
                  </a:lnTo>
                  <a:lnTo>
                    <a:pt x="85572" y="262788"/>
                  </a:lnTo>
                  <a:lnTo>
                    <a:pt x="85915" y="270268"/>
                  </a:lnTo>
                  <a:lnTo>
                    <a:pt x="86360" y="271932"/>
                  </a:lnTo>
                  <a:lnTo>
                    <a:pt x="84963" y="271589"/>
                  </a:lnTo>
                  <a:lnTo>
                    <a:pt x="81762" y="271780"/>
                  </a:lnTo>
                  <a:lnTo>
                    <a:pt x="78549" y="271983"/>
                  </a:lnTo>
                  <a:lnTo>
                    <a:pt x="75984" y="272948"/>
                  </a:lnTo>
                  <a:lnTo>
                    <a:pt x="76085" y="274904"/>
                  </a:lnTo>
                  <a:lnTo>
                    <a:pt x="78714" y="275539"/>
                  </a:lnTo>
                  <a:lnTo>
                    <a:pt x="85128" y="275132"/>
                  </a:lnTo>
                  <a:lnTo>
                    <a:pt x="86563" y="274599"/>
                  </a:lnTo>
                  <a:lnTo>
                    <a:pt x="86271" y="276326"/>
                  </a:lnTo>
                  <a:lnTo>
                    <a:pt x="86436" y="280060"/>
                  </a:lnTo>
                  <a:lnTo>
                    <a:pt x="86601" y="283794"/>
                  </a:lnTo>
                  <a:lnTo>
                    <a:pt x="87426" y="286778"/>
                  </a:lnTo>
                  <a:lnTo>
                    <a:pt x="87972" y="286753"/>
                  </a:lnTo>
                  <a:lnTo>
                    <a:pt x="87972" y="260337"/>
                  </a:lnTo>
                  <a:lnTo>
                    <a:pt x="87795" y="259702"/>
                  </a:lnTo>
                  <a:lnTo>
                    <a:pt x="97574" y="271106"/>
                  </a:lnTo>
                  <a:lnTo>
                    <a:pt x="97574" y="260438"/>
                  </a:lnTo>
                  <a:lnTo>
                    <a:pt x="64681" y="222072"/>
                  </a:lnTo>
                  <a:lnTo>
                    <a:pt x="64681" y="232740"/>
                  </a:lnTo>
                  <a:lnTo>
                    <a:pt x="63677" y="232498"/>
                  </a:lnTo>
                  <a:lnTo>
                    <a:pt x="57264" y="232892"/>
                  </a:lnTo>
                  <a:lnTo>
                    <a:pt x="55753" y="233464"/>
                  </a:lnTo>
                  <a:lnTo>
                    <a:pt x="56057" y="231711"/>
                  </a:lnTo>
                  <a:lnTo>
                    <a:pt x="55892" y="227977"/>
                  </a:lnTo>
                  <a:lnTo>
                    <a:pt x="55727" y="224231"/>
                  </a:lnTo>
                  <a:lnTo>
                    <a:pt x="54914" y="221335"/>
                  </a:lnTo>
                  <a:lnTo>
                    <a:pt x="64681" y="232740"/>
                  </a:lnTo>
                  <a:lnTo>
                    <a:pt x="64681" y="222072"/>
                  </a:lnTo>
                  <a:lnTo>
                    <a:pt x="63449" y="220624"/>
                  </a:lnTo>
                  <a:lnTo>
                    <a:pt x="54851" y="210604"/>
                  </a:lnTo>
                  <a:lnTo>
                    <a:pt x="54851" y="221259"/>
                  </a:lnTo>
                  <a:lnTo>
                    <a:pt x="53708" y="221335"/>
                  </a:lnTo>
                  <a:lnTo>
                    <a:pt x="54317" y="220624"/>
                  </a:lnTo>
                  <a:lnTo>
                    <a:pt x="54851" y="221259"/>
                  </a:lnTo>
                  <a:lnTo>
                    <a:pt x="54851" y="210604"/>
                  </a:lnTo>
                  <a:lnTo>
                    <a:pt x="54317" y="209969"/>
                  </a:lnTo>
                  <a:lnTo>
                    <a:pt x="20269" y="249682"/>
                  </a:lnTo>
                  <a:lnTo>
                    <a:pt x="20269" y="271386"/>
                  </a:lnTo>
                  <a:lnTo>
                    <a:pt x="18872" y="271043"/>
                  </a:lnTo>
                  <a:lnTo>
                    <a:pt x="15671" y="271246"/>
                  </a:lnTo>
                  <a:lnTo>
                    <a:pt x="12471" y="271449"/>
                  </a:lnTo>
                  <a:lnTo>
                    <a:pt x="9982" y="272389"/>
                  </a:lnTo>
                  <a:lnTo>
                    <a:pt x="9982" y="274307"/>
                  </a:lnTo>
                  <a:lnTo>
                    <a:pt x="9144" y="273316"/>
                  </a:lnTo>
                  <a:lnTo>
                    <a:pt x="9906" y="272427"/>
                  </a:lnTo>
                  <a:lnTo>
                    <a:pt x="9982" y="274307"/>
                  </a:lnTo>
                  <a:lnTo>
                    <a:pt x="9982" y="272389"/>
                  </a:lnTo>
                  <a:lnTo>
                    <a:pt x="19697" y="261010"/>
                  </a:lnTo>
                  <a:lnTo>
                    <a:pt x="19481" y="262242"/>
                  </a:lnTo>
                  <a:lnTo>
                    <a:pt x="19824" y="269722"/>
                  </a:lnTo>
                  <a:lnTo>
                    <a:pt x="20269" y="271386"/>
                  </a:lnTo>
                  <a:lnTo>
                    <a:pt x="20269" y="249682"/>
                  </a:lnTo>
                  <a:lnTo>
                    <a:pt x="0" y="273316"/>
                  </a:lnTo>
                  <a:lnTo>
                    <a:pt x="54317" y="336664"/>
                  </a:lnTo>
                  <a:lnTo>
                    <a:pt x="63449" y="326009"/>
                  </a:lnTo>
                  <a:lnTo>
                    <a:pt x="104051" y="278650"/>
                  </a:lnTo>
                  <a:lnTo>
                    <a:pt x="153797" y="336664"/>
                  </a:lnTo>
                  <a:lnTo>
                    <a:pt x="162928" y="326009"/>
                  </a:lnTo>
                  <a:lnTo>
                    <a:pt x="204965" y="276974"/>
                  </a:lnTo>
                  <a:lnTo>
                    <a:pt x="256146" y="336664"/>
                  </a:lnTo>
                  <a:lnTo>
                    <a:pt x="265290" y="326009"/>
                  </a:lnTo>
                  <a:lnTo>
                    <a:pt x="310451" y="273316"/>
                  </a:lnTo>
                  <a:close/>
                </a:path>
                <a:path w="319404" h="337185">
                  <a:moveTo>
                    <a:pt x="318782" y="2590"/>
                  </a:moveTo>
                  <a:lnTo>
                    <a:pt x="318693" y="635"/>
                  </a:lnTo>
                  <a:lnTo>
                    <a:pt x="316052" y="0"/>
                  </a:lnTo>
                  <a:lnTo>
                    <a:pt x="309638" y="406"/>
                  </a:lnTo>
                  <a:lnTo>
                    <a:pt x="307086" y="1371"/>
                  </a:lnTo>
                  <a:lnTo>
                    <a:pt x="307124" y="2349"/>
                  </a:lnTo>
                  <a:lnTo>
                    <a:pt x="306285" y="2387"/>
                  </a:lnTo>
                  <a:lnTo>
                    <a:pt x="305752" y="5473"/>
                  </a:lnTo>
                  <a:lnTo>
                    <a:pt x="305917" y="9207"/>
                  </a:lnTo>
                  <a:lnTo>
                    <a:pt x="306095" y="12941"/>
                  </a:lnTo>
                  <a:lnTo>
                    <a:pt x="306920" y="15925"/>
                  </a:lnTo>
                  <a:lnTo>
                    <a:pt x="308597" y="15824"/>
                  </a:lnTo>
                  <a:lnTo>
                    <a:pt x="309130" y="12763"/>
                  </a:lnTo>
                  <a:lnTo>
                    <a:pt x="308787" y="5283"/>
                  </a:lnTo>
                  <a:lnTo>
                    <a:pt x="308330" y="3606"/>
                  </a:lnTo>
                  <a:lnTo>
                    <a:pt x="309816" y="3949"/>
                  </a:lnTo>
                  <a:lnTo>
                    <a:pt x="313016" y="3759"/>
                  </a:lnTo>
                  <a:lnTo>
                    <a:pt x="316217" y="3556"/>
                  </a:lnTo>
                  <a:lnTo>
                    <a:pt x="318782" y="2590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0" name="object 2040" descr=""/>
            <p:cNvSpPr/>
            <p:nvPr/>
          </p:nvSpPr>
          <p:spPr>
            <a:xfrm>
              <a:off x="8247024" y="5959278"/>
              <a:ext cx="466090" cy="437515"/>
            </a:xfrm>
            <a:custGeom>
              <a:avLst/>
              <a:gdLst/>
              <a:ahLst/>
              <a:cxnLst/>
              <a:rect l="l" t="t" r="r" b="b"/>
              <a:pathLst>
                <a:path w="466090" h="437514">
                  <a:moveTo>
                    <a:pt x="209651" y="374002"/>
                  </a:moveTo>
                  <a:lnTo>
                    <a:pt x="200520" y="363359"/>
                  </a:lnTo>
                  <a:lnTo>
                    <a:pt x="200520" y="374002"/>
                  </a:lnTo>
                  <a:lnTo>
                    <a:pt x="190411" y="385800"/>
                  </a:lnTo>
                  <a:lnTo>
                    <a:pt x="190677" y="384302"/>
                  </a:lnTo>
                  <a:lnTo>
                    <a:pt x="190334" y="376821"/>
                  </a:lnTo>
                  <a:lnTo>
                    <a:pt x="189865" y="375158"/>
                  </a:lnTo>
                  <a:lnTo>
                    <a:pt x="191350" y="375500"/>
                  </a:lnTo>
                  <a:lnTo>
                    <a:pt x="194551" y="375297"/>
                  </a:lnTo>
                  <a:lnTo>
                    <a:pt x="197764" y="375094"/>
                  </a:lnTo>
                  <a:lnTo>
                    <a:pt x="200329" y="374129"/>
                  </a:lnTo>
                  <a:lnTo>
                    <a:pt x="200304" y="373761"/>
                  </a:lnTo>
                  <a:lnTo>
                    <a:pt x="200520" y="374002"/>
                  </a:lnTo>
                  <a:lnTo>
                    <a:pt x="200520" y="363359"/>
                  </a:lnTo>
                  <a:lnTo>
                    <a:pt x="198615" y="361137"/>
                  </a:lnTo>
                  <a:lnTo>
                    <a:pt x="198615" y="371805"/>
                  </a:lnTo>
                  <a:lnTo>
                    <a:pt x="197586" y="371551"/>
                  </a:lnTo>
                  <a:lnTo>
                    <a:pt x="191185" y="371944"/>
                  </a:lnTo>
                  <a:lnTo>
                    <a:pt x="189674" y="372516"/>
                  </a:lnTo>
                  <a:lnTo>
                    <a:pt x="189979" y="370763"/>
                  </a:lnTo>
                  <a:lnTo>
                    <a:pt x="189814" y="367030"/>
                  </a:lnTo>
                  <a:lnTo>
                    <a:pt x="189636" y="363283"/>
                  </a:lnTo>
                  <a:lnTo>
                    <a:pt x="188988" y="360972"/>
                  </a:lnTo>
                  <a:lnTo>
                    <a:pt x="188988" y="387451"/>
                  </a:lnTo>
                  <a:lnTo>
                    <a:pt x="155346" y="426694"/>
                  </a:lnTo>
                  <a:lnTo>
                    <a:pt x="143662" y="413080"/>
                  </a:lnTo>
                  <a:lnTo>
                    <a:pt x="146240" y="413689"/>
                  </a:lnTo>
                  <a:lnTo>
                    <a:pt x="152654" y="413296"/>
                  </a:lnTo>
                  <a:lnTo>
                    <a:pt x="154076" y="412762"/>
                  </a:lnTo>
                  <a:lnTo>
                    <a:pt x="153784" y="414477"/>
                  </a:lnTo>
                  <a:lnTo>
                    <a:pt x="153949" y="418211"/>
                  </a:lnTo>
                  <a:lnTo>
                    <a:pt x="154127" y="421957"/>
                  </a:lnTo>
                  <a:lnTo>
                    <a:pt x="154952" y="424942"/>
                  </a:lnTo>
                  <a:lnTo>
                    <a:pt x="156629" y="424827"/>
                  </a:lnTo>
                  <a:lnTo>
                    <a:pt x="157175" y="421767"/>
                  </a:lnTo>
                  <a:lnTo>
                    <a:pt x="156819" y="414286"/>
                  </a:lnTo>
                  <a:lnTo>
                    <a:pt x="156362" y="412610"/>
                  </a:lnTo>
                  <a:lnTo>
                    <a:pt x="157848" y="412965"/>
                  </a:lnTo>
                  <a:lnTo>
                    <a:pt x="161048" y="412762"/>
                  </a:lnTo>
                  <a:lnTo>
                    <a:pt x="164249" y="412559"/>
                  </a:lnTo>
                  <a:lnTo>
                    <a:pt x="166814" y="411594"/>
                  </a:lnTo>
                  <a:lnTo>
                    <a:pt x="166725" y="409638"/>
                  </a:lnTo>
                  <a:lnTo>
                    <a:pt x="164084" y="409016"/>
                  </a:lnTo>
                  <a:lnTo>
                    <a:pt x="157670" y="409409"/>
                  </a:lnTo>
                  <a:lnTo>
                    <a:pt x="156159" y="409981"/>
                  </a:lnTo>
                  <a:lnTo>
                    <a:pt x="156476" y="408228"/>
                  </a:lnTo>
                  <a:lnTo>
                    <a:pt x="156298" y="404495"/>
                  </a:lnTo>
                  <a:lnTo>
                    <a:pt x="156133" y="400748"/>
                  </a:lnTo>
                  <a:lnTo>
                    <a:pt x="155308" y="397764"/>
                  </a:lnTo>
                  <a:lnTo>
                    <a:pt x="153631" y="397878"/>
                  </a:lnTo>
                  <a:lnTo>
                    <a:pt x="153085" y="400939"/>
                  </a:lnTo>
                  <a:lnTo>
                    <a:pt x="153428" y="408419"/>
                  </a:lnTo>
                  <a:lnTo>
                    <a:pt x="153873" y="410083"/>
                  </a:lnTo>
                  <a:lnTo>
                    <a:pt x="152476" y="409740"/>
                  </a:lnTo>
                  <a:lnTo>
                    <a:pt x="149275" y="409943"/>
                  </a:lnTo>
                  <a:lnTo>
                    <a:pt x="146075" y="410133"/>
                  </a:lnTo>
                  <a:lnTo>
                    <a:pt x="143510" y="411099"/>
                  </a:lnTo>
                  <a:lnTo>
                    <a:pt x="143586" y="413004"/>
                  </a:lnTo>
                  <a:lnTo>
                    <a:pt x="111086" y="375081"/>
                  </a:lnTo>
                  <a:lnTo>
                    <a:pt x="113665" y="375678"/>
                  </a:lnTo>
                  <a:lnTo>
                    <a:pt x="120065" y="375285"/>
                  </a:lnTo>
                  <a:lnTo>
                    <a:pt x="121500" y="374751"/>
                  </a:lnTo>
                  <a:lnTo>
                    <a:pt x="121208" y="376478"/>
                  </a:lnTo>
                  <a:lnTo>
                    <a:pt x="121373" y="380212"/>
                  </a:lnTo>
                  <a:lnTo>
                    <a:pt x="121539" y="383946"/>
                  </a:lnTo>
                  <a:lnTo>
                    <a:pt x="122364" y="386930"/>
                  </a:lnTo>
                  <a:lnTo>
                    <a:pt x="124040" y="386829"/>
                  </a:lnTo>
                  <a:lnTo>
                    <a:pt x="124587" y="383755"/>
                  </a:lnTo>
                  <a:lnTo>
                    <a:pt x="124244" y="376288"/>
                  </a:lnTo>
                  <a:lnTo>
                    <a:pt x="123786" y="374611"/>
                  </a:lnTo>
                  <a:lnTo>
                    <a:pt x="125260" y="374954"/>
                  </a:lnTo>
                  <a:lnTo>
                    <a:pt x="128473" y="374751"/>
                  </a:lnTo>
                  <a:lnTo>
                    <a:pt x="131673" y="374561"/>
                  </a:lnTo>
                  <a:lnTo>
                    <a:pt x="134239" y="373595"/>
                  </a:lnTo>
                  <a:lnTo>
                    <a:pt x="134137" y="371640"/>
                  </a:lnTo>
                  <a:lnTo>
                    <a:pt x="131508" y="371005"/>
                  </a:lnTo>
                  <a:lnTo>
                    <a:pt x="125095" y="371411"/>
                  </a:lnTo>
                  <a:lnTo>
                    <a:pt x="123583" y="371983"/>
                  </a:lnTo>
                  <a:lnTo>
                    <a:pt x="123888" y="370230"/>
                  </a:lnTo>
                  <a:lnTo>
                    <a:pt x="123723" y="366483"/>
                  </a:lnTo>
                  <a:lnTo>
                    <a:pt x="123558" y="362750"/>
                  </a:lnTo>
                  <a:lnTo>
                    <a:pt x="122732" y="359765"/>
                  </a:lnTo>
                  <a:lnTo>
                    <a:pt x="122351" y="359791"/>
                  </a:lnTo>
                  <a:lnTo>
                    <a:pt x="154127" y="322745"/>
                  </a:lnTo>
                  <a:lnTo>
                    <a:pt x="153708" y="325120"/>
                  </a:lnTo>
                  <a:lnTo>
                    <a:pt x="154051" y="332587"/>
                  </a:lnTo>
                  <a:lnTo>
                    <a:pt x="154508" y="334264"/>
                  </a:lnTo>
                  <a:lnTo>
                    <a:pt x="153098" y="333921"/>
                  </a:lnTo>
                  <a:lnTo>
                    <a:pt x="149898" y="334111"/>
                  </a:lnTo>
                  <a:lnTo>
                    <a:pt x="146697" y="334314"/>
                  </a:lnTo>
                  <a:lnTo>
                    <a:pt x="144132" y="335280"/>
                  </a:lnTo>
                  <a:lnTo>
                    <a:pt x="144221" y="337235"/>
                  </a:lnTo>
                  <a:lnTo>
                    <a:pt x="146862" y="337858"/>
                  </a:lnTo>
                  <a:lnTo>
                    <a:pt x="153276" y="337464"/>
                  </a:lnTo>
                  <a:lnTo>
                    <a:pt x="154698" y="336931"/>
                  </a:lnTo>
                  <a:lnTo>
                    <a:pt x="154406" y="338658"/>
                  </a:lnTo>
                  <a:lnTo>
                    <a:pt x="154571" y="342392"/>
                  </a:lnTo>
                  <a:lnTo>
                    <a:pt x="154749" y="346125"/>
                  </a:lnTo>
                  <a:lnTo>
                    <a:pt x="155575" y="349110"/>
                  </a:lnTo>
                  <a:lnTo>
                    <a:pt x="157251" y="349008"/>
                  </a:lnTo>
                  <a:lnTo>
                    <a:pt x="157784" y="345935"/>
                  </a:lnTo>
                  <a:lnTo>
                    <a:pt x="157441" y="338467"/>
                  </a:lnTo>
                  <a:lnTo>
                    <a:pt x="156984" y="336791"/>
                  </a:lnTo>
                  <a:lnTo>
                    <a:pt x="158470" y="337134"/>
                  </a:lnTo>
                  <a:lnTo>
                    <a:pt x="161671" y="336931"/>
                  </a:lnTo>
                  <a:lnTo>
                    <a:pt x="164871" y="336740"/>
                  </a:lnTo>
                  <a:lnTo>
                    <a:pt x="167436" y="335775"/>
                  </a:lnTo>
                  <a:lnTo>
                    <a:pt x="167411" y="335432"/>
                  </a:lnTo>
                  <a:lnTo>
                    <a:pt x="188760" y="360311"/>
                  </a:lnTo>
                  <a:lnTo>
                    <a:pt x="187134" y="360413"/>
                  </a:lnTo>
                  <a:lnTo>
                    <a:pt x="186601" y="363474"/>
                  </a:lnTo>
                  <a:lnTo>
                    <a:pt x="186944" y="370954"/>
                  </a:lnTo>
                  <a:lnTo>
                    <a:pt x="187388" y="372618"/>
                  </a:lnTo>
                  <a:lnTo>
                    <a:pt x="185991" y="372275"/>
                  </a:lnTo>
                  <a:lnTo>
                    <a:pt x="182791" y="372478"/>
                  </a:lnTo>
                  <a:lnTo>
                    <a:pt x="179578" y="372668"/>
                  </a:lnTo>
                  <a:lnTo>
                    <a:pt x="177012" y="373634"/>
                  </a:lnTo>
                  <a:lnTo>
                    <a:pt x="177114" y="375589"/>
                  </a:lnTo>
                  <a:lnTo>
                    <a:pt x="179743" y="376224"/>
                  </a:lnTo>
                  <a:lnTo>
                    <a:pt x="186156" y="375831"/>
                  </a:lnTo>
                  <a:lnTo>
                    <a:pt x="187591" y="375297"/>
                  </a:lnTo>
                  <a:lnTo>
                    <a:pt x="187299" y="377012"/>
                  </a:lnTo>
                  <a:lnTo>
                    <a:pt x="187464" y="380746"/>
                  </a:lnTo>
                  <a:lnTo>
                    <a:pt x="187629" y="384492"/>
                  </a:lnTo>
                  <a:lnTo>
                    <a:pt x="188455" y="387477"/>
                  </a:lnTo>
                  <a:lnTo>
                    <a:pt x="188988" y="387451"/>
                  </a:lnTo>
                  <a:lnTo>
                    <a:pt x="188988" y="360972"/>
                  </a:lnTo>
                  <a:lnTo>
                    <a:pt x="188823" y="360375"/>
                  </a:lnTo>
                  <a:lnTo>
                    <a:pt x="198615" y="371805"/>
                  </a:lnTo>
                  <a:lnTo>
                    <a:pt x="198615" y="361137"/>
                  </a:lnTo>
                  <a:lnTo>
                    <a:pt x="165709" y="322770"/>
                  </a:lnTo>
                  <a:lnTo>
                    <a:pt x="165709" y="333425"/>
                  </a:lnTo>
                  <a:lnTo>
                    <a:pt x="164706" y="333184"/>
                  </a:lnTo>
                  <a:lnTo>
                    <a:pt x="158292" y="333590"/>
                  </a:lnTo>
                  <a:lnTo>
                    <a:pt x="156781" y="334162"/>
                  </a:lnTo>
                  <a:lnTo>
                    <a:pt x="157086" y="332409"/>
                  </a:lnTo>
                  <a:lnTo>
                    <a:pt x="156921" y="328663"/>
                  </a:lnTo>
                  <a:lnTo>
                    <a:pt x="156756" y="324929"/>
                  </a:lnTo>
                  <a:lnTo>
                    <a:pt x="155943" y="322033"/>
                  </a:lnTo>
                  <a:lnTo>
                    <a:pt x="165709" y="333425"/>
                  </a:lnTo>
                  <a:lnTo>
                    <a:pt x="165709" y="322770"/>
                  </a:lnTo>
                  <a:lnTo>
                    <a:pt x="164477" y="321322"/>
                  </a:lnTo>
                  <a:lnTo>
                    <a:pt x="155879" y="311289"/>
                  </a:lnTo>
                  <a:lnTo>
                    <a:pt x="155879" y="321957"/>
                  </a:lnTo>
                  <a:lnTo>
                    <a:pt x="154749" y="322021"/>
                  </a:lnTo>
                  <a:lnTo>
                    <a:pt x="155346" y="321322"/>
                  </a:lnTo>
                  <a:lnTo>
                    <a:pt x="155879" y="321957"/>
                  </a:lnTo>
                  <a:lnTo>
                    <a:pt x="155879" y="311289"/>
                  </a:lnTo>
                  <a:lnTo>
                    <a:pt x="155346" y="310654"/>
                  </a:lnTo>
                  <a:lnTo>
                    <a:pt x="121297" y="350367"/>
                  </a:lnTo>
                  <a:lnTo>
                    <a:pt x="121297" y="372084"/>
                  </a:lnTo>
                  <a:lnTo>
                    <a:pt x="119900" y="371741"/>
                  </a:lnTo>
                  <a:lnTo>
                    <a:pt x="116700" y="371932"/>
                  </a:lnTo>
                  <a:lnTo>
                    <a:pt x="113499" y="372135"/>
                  </a:lnTo>
                  <a:lnTo>
                    <a:pt x="111010" y="373087"/>
                  </a:lnTo>
                  <a:lnTo>
                    <a:pt x="111010" y="374992"/>
                  </a:lnTo>
                  <a:lnTo>
                    <a:pt x="110172" y="374002"/>
                  </a:lnTo>
                  <a:lnTo>
                    <a:pt x="110934" y="373113"/>
                  </a:lnTo>
                  <a:lnTo>
                    <a:pt x="111010" y="374992"/>
                  </a:lnTo>
                  <a:lnTo>
                    <a:pt x="111010" y="373087"/>
                  </a:lnTo>
                  <a:lnTo>
                    <a:pt x="120726" y="361696"/>
                  </a:lnTo>
                  <a:lnTo>
                    <a:pt x="120510" y="362940"/>
                  </a:lnTo>
                  <a:lnTo>
                    <a:pt x="120853" y="370408"/>
                  </a:lnTo>
                  <a:lnTo>
                    <a:pt x="121297" y="372084"/>
                  </a:lnTo>
                  <a:lnTo>
                    <a:pt x="121297" y="350367"/>
                  </a:lnTo>
                  <a:lnTo>
                    <a:pt x="104813" y="369582"/>
                  </a:lnTo>
                  <a:lnTo>
                    <a:pt x="99479" y="363359"/>
                  </a:lnTo>
                  <a:lnTo>
                    <a:pt x="99479" y="374002"/>
                  </a:lnTo>
                  <a:lnTo>
                    <a:pt x="89369" y="385800"/>
                  </a:lnTo>
                  <a:lnTo>
                    <a:pt x="89636" y="384302"/>
                  </a:lnTo>
                  <a:lnTo>
                    <a:pt x="89293" y="376821"/>
                  </a:lnTo>
                  <a:lnTo>
                    <a:pt x="88836" y="375158"/>
                  </a:lnTo>
                  <a:lnTo>
                    <a:pt x="90309" y="375500"/>
                  </a:lnTo>
                  <a:lnTo>
                    <a:pt x="93522" y="375297"/>
                  </a:lnTo>
                  <a:lnTo>
                    <a:pt x="96723" y="375094"/>
                  </a:lnTo>
                  <a:lnTo>
                    <a:pt x="99288" y="374129"/>
                  </a:lnTo>
                  <a:lnTo>
                    <a:pt x="99263" y="373761"/>
                  </a:lnTo>
                  <a:lnTo>
                    <a:pt x="99479" y="374002"/>
                  </a:lnTo>
                  <a:lnTo>
                    <a:pt x="99479" y="363359"/>
                  </a:lnTo>
                  <a:lnTo>
                    <a:pt x="97574" y="361137"/>
                  </a:lnTo>
                  <a:lnTo>
                    <a:pt x="97574" y="371805"/>
                  </a:lnTo>
                  <a:lnTo>
                    <a:pt x="96558" y="371551"/>
                  </a:lnTo>
                  <a:lnTo>
                    <a:pt x="90144" y="371944"/>
                  </a:lnTo>
                  <a:lnTo>
                    <a:pt x="88633" y="372516"/>
                  </a:lnTo>
                  <a:lnTo>
                    <a:pt x="88938" y="370763"/>
                  </a:lnTo>
                  <a:lnTo>
                    <a:pt x="88773" y="367030"/>
                  </a:lnTo>
                  <a:lnTo>
                    <a:pt x="88607" y="363283"/>
                  </a:lnTo>
                  <a:lnTo>
                    <a:pt x="87947" y="360908"/>
                  </a:lnTo>
                  <a:lnTo>
                    <a:pt x="87947" y="387451"/>
                  </a:lnTo>
                  <a:lnTo>
                    <a:pt x="54305" y="426694"/>
                  </a:lnTo>
                  <a:lnTo>
                    <a:pt x="42608" y="413067"/>
                  </a:lnTo>
                  <a:lnTo>
                    <a:pt x="45199" y="413689"/>
                  </a:lnTo>
                  <a:lnTo>
                    <a:pt x="51612" y="413296"/>
                  </a:lnTo>
                  <a:lnTo>
                    <a:pt x="53047" y="412762"/>
                  </a:lnTo>
                  <a:lnTo>
                    <a:pt x="52755" y="414477"/>
                  </a:lnTo>
                  <a:lnTo>
                    <a:pt x="52920" y="418211"/>
                  </a:lnTo>
                  <a:lnTo>
                    <a:pt x="53086" y="421957"/>
                  </a:lnTo>
                  <a:lnTo>
                    <a:pt x="53911" y="424942"/>
                  </a:lnTo>
                  <a:lnTo>
                    <a:pt x="55587" y="424827"/>
                  </a:lnTo>
                  <a:lnTo>
                    <a:pt x="56134" y="421767"/>
                  </a:lnTo>
                  <a:lnTo>
                    <a:pt x="55791" y="414286"/>
                  </a:lnTo>
                  <a:lnTo>
                    <a:pt x="55321" y="412623"/>
                  </a:lnTo>
                  <a:lnTo>
                    <a:pt x="56807" y="412965"/>
                  </a:lnTo>
                  <a:lnTo>
                    <a:pt x="60007" y="412762"/>
                  </a:lnTo>
                  <a:lnTo>
                    <a:pt x="63220" y="412559"/>
                  </a:lnTo>
                  <a:lnTo>
                    <a:pt x="65786" y="411594"/>
                  </a:lnTo>
                  <a:lnTo>
                    <a:pt x="65684" y="409638"/>
                  </a:lnTo>
                  <a:lnTo>
                    <a:pt x="63042" y="409016"/>
                  </a:lnTo>
                  <a:lnTo>
                    <a:pt x="56642" y="409409"/>
                  </a:lnTo>
                  <a:lnTo>
                    <a:pt x="55130" y="409981"/>
                  </a:lnTo>
                  <a:lnTo>
                    <a:pt x="55435" y="408228"/>
                  </a:lnTo>
                  <a:lnTo>
                    <a:pt x="55270" y="404495"/>
                  </a:lnTo>
                  <a:lnTo>
                    <a:pt x="55092" y="400748"/>
                  </a:lnTo>
                  <a:lnTo>
                    <a:pt x="54267" y="397764"/>
                  </a:lnTo>
                  <a:lnTo>
                    <a:pt x="52590" y="397878"/>
                  </a:lnTo>
                  <a:lnTo>
                    <a:pt x="52044" y="400939"/>
                  </a:lnTo>
                  <a:lnTo>
                    <a:pt x="52400" y="408419"/>
                  </a:lnTo>
                  <a:lnTo>
                    <a:pt x="52844" y="410083"/>
                  </a:lnTo>
                  <a:lnTo>
                    <a:pt x="51447" y="409740"/>
                  </a:lnTo>
                  <a:lnTo>
                    <a:pt x="48247" y="409943"/>
                  </a:lnTo>
                  <a:lnTo>
                    <a:pt x="45034" y="410133"/>
                  </a:lnTo>
                  <a:lnTo>
                    <a:pt x="42468" y="411099"/>
                  </a:lnTo>
                  <a:lnTo>
                    <a:pt x="42557" y="413016"/>
                  </a:lnTo>
                  <a:lnTo>
                    <a:pt x="10045" y="375081"/>
                  </a:lnTo>
                  <a:lnTo>
                    <a:pt x="12623" y="375678"/>
                  </a:lnTo>
                  <a:lnTo>
                    <a:pt x="19037" y="375285"/>
                  </a:lnTo>
                  <a:lnTo>
                    <a:pt x="20459" y="374751"/>
                  </a:lnTo>
                  <a:lnTo>
                    <a:pt x="20167" y="376478"/>
                  </a:lnTo>
                  <a:lnTo>
                    <a:pt x="20332" y="380212"/>
                  </a:lnTo>
                  <a:lnTo>
                    <a:pt x="20497" y="383946"/>
                  </a:lnTo>
                  <a:lnTo>
                    <a:pt x="21336" y="386930"/>
                  </a:lnTo>
                  <a:lnTo>
                    <a:pt x="23012" y="386829"/>
                  </a:lnTo>
                  <a:lnTo>
                    <a:pt x="23545" y="383755"/>
                  </a:lnTo>
                  <a:lnTo>
                    <a:pt x="23202" y="376288"/>
                  </a:lnTo>
                  <a:lnTo>
                    <a:pt x="22745" y="374611"/>
                  </a:lnTo>
                  <a:lnTo>
                    <a:pt x="24231" y="374954"/>
                  </a:lnTo>
                  <a:lnTo>
                    <a:pt x="27432" y="374751"/>
                  </a:lnTo>
                  <a:lnTo>
                    <a:pt x="30632" y="374561"/>
                  </a:lnTo>
                  <a:lnTo>
                    <a:pt x="33197" y="373595"/>
                  </a:lnTo>
                  <a:lnTo>
                    <a:pt x="33108" y="371640"/>
                  </a:lnTo>
                  <a:lnTo>
                    <a:pt x="30467" y="371005"/>
                  </a:lnTo>
                  <a:lnTo>
                    <a:pt x="24053" y="371411"/>
                  </a:lnTo>
                  <a:lnTo>
                    <a:pt x="22542" y="371983"/>
                  </a:lnTo>
                  <a:lnTo>
                    <a:pt x="22847" y="370230"/>
                  </a:lnTo>
                  <a:lnTo>
                    <a:pt x="22682" y="366483"/>
                  </a:lnTo>
                  <a:lnTo>
                    <a:pt x="22517" y="362750"/>
                  </a:lnTo>
                  <a:lnTo>
                    <a:pt x="21691" y="359765"/>
                  </a:lnTo>
                  <a:lnTo>
                    <a:pt x="21310" y="359791"/>
                  </a:lnTo>
                  <a:lnTo>
                    <a:pt x="53086" y="322745"/>
                  </a:lnTo>
                  <a:lnTo>
                    <a:pt x="52666" y="325120"/>
                  </a:lnTo>
                  <a:lnTo>
                    <a:pt x="53022" y="332587"/>
                  </a:lnTo>
                  <a:lnTo>
                    <a:pt x="53467" y="334264"/>
                  </a:lnTo>
                  <a:lnTo>
                    <a:pt x="52070" y="333921"/>
                  </a:lnTo>
                  <a:lnTo>
                    <a:pt x="48869" y="334111"/>
                  </a:lnTo>
                  <a:lnTo>
                    <a:pt x="45656" y="334314"/>
                  </a:lnTo>
                  <a:lnTo>
                    <a:pt x="43091" y="335280"/>
                  </a:lnTo>
                  <a:lnTo>
                    <a:pt x="43192" y="337235"/>
                  </a:lnTo>
                  <a:lnTo>
                    <a:pt x="45821" y="337858"/>
                  </a:lnTo>
                  <a:lnTo>
                    <a:pt x="52235" y="337464"/>
                  </a:lnTo>
                  <a:lnTo>
                    <a:pt x="53657" y="336931"/>
                  </a:lnTo>
                  <a:lnTo>
                    <a:pt x="53365" y="338658"/>
                  </a:lnTo>
                  <a:lnTo>
                    <a:pt x="53543" y="342392"/>
                  </a:lnTo>
                  <a:lnTo>
                    <a:pt x="53708" y="346125"/>
                  </a:lnTo>
                  <a:lnTo>
                    <a:pt x="54533" y="349110"/>
                  </a:lnTo>
                  <a:lnTo>
                    <a:pt x="56210" y="349008"/>
                  </a:lnTo>
                  <a:lnTo>
                    <a:pt x="56756" y="345935"/>
                  </a:lnTo>
                  <a:lnTo>
                    <a:pt x="56413" y="338467"/>
                  </a:lnTo>
                  <a:lnTo>
                    <a:pt x="55943" y="336791"/>
                  </a:lnTo>
                  <a:lnTo>
                    <a:pt x="57429" y="337134"/>
                  </a:lnTo>
                  <a:lnTo>
                    <a:pt x="60629" y="336931"/>
                  </a:lnTo>
                  <a:lnTo>
                    <a:pt x="63842" y="336740"/>
                  </a:lnTo>
                  <a:lnTo>
                    <a:pt x="66408" y="335775"/>
                  </a:lnTo>
                  <a:lnTo>
                    <a:pt x="66382" y="335445"/>
                  </a:lnTo>
                  <a:lnTo>
                    <a:pt x="87718" y="360311"/>
                  </a:lnTo>
                  <a:lnTo>
                    <a:pt x="86106" y="360413"/>
                  </a:lnTo>
                  <a:lnTo>
                    <a:pt x="85559" y="363474"/>
                  </a:lnTo>
                  <a:lnTo>
                    <a:pt x="85902" y="370954"/>
                  </a:lnTo>
                  <a:lnTo>
                    <a:pt x="86347" y="372618"/>
                  </a:lnTo>
                  <a:lnTo>
                    <a:pt x="84950" y="372275"/>
                  </a:lnTo>
                  <a:lnTo>
                    <a:pt x="81749" y="372478"/>
                  </a:lnTo>
                  <a:lnTo>
                    <a:pt x="78549" y="372668"/>
                  </a:lnTo>
                  <a:lnTo>
                    <a:pt x="75984" y="373634"/>
                  </a:lnTo>
                  <a:lnTo>
                    <a:pt x="76073" y="375589"/>
                  </a:lnTo>
                  <a:lnTo>
                    <a:pt x="78714" y="376224"/>
                  </a:lnTo>
                  <a:lnTo>
                    <a:pt x="85115" y="375831"/>
                  </a:lnTo>
                  <a:lnTo>
                    <a:pt x="86550" y="375297"/>
                  </a:lnTo>
                  <a:lnTo>
                    <a:pt x="86258" y="377012"/>
                  </a:lnTo>
                  <a:lnTo>
                    <a:pt x="86423" y="380746"/>
                  </a:lnTo>
                  <a:lnTo>
                    <a:pt x="86588" y="384492"/>
                  </a:lnTo>
                  <a:lnTo>
                    <a:pt x="87414" y="387477"/>
                  </a:lnTo>
                  <a:lnTo>
                    <a:pt x="87947" y="387451"/>
                  </a:lnTo>
                  <a:lnTo>
                    <a:pt x="87947" y="360908"/>
                  </a:lnTo>
                  <a:lnTo>
                    <a:pt x="87807" y="360400"/>
                  </a:lnTo>
                  <a:lnTo>
                    <a:pt x="97574" y="371805"/>
                  </a:lnTo>
                  <a:lnTo>
                    <a:pt x="97574" y="361137"/>
                  </a:lnTo>
                  <a:lnTo>
                    <a:pt x="64668" y="322757"/>
                  </a:lnTo>
                  <a:lnTo>
                    <a:pt x="64668" y="333425"/>
                  </a:lnTo>
                  <a:lnTo>
                    <a:pt x="63665" y="333184"/>
                  </a:lnTo>
                  <a:lnTo>
                    <a:pt x="57264" y="333590"/>
                  </a:lnTo>
                  <a:lnTo>
                    <a:pt x="55753" y="334162"/>
                  </a:lnTo>
                  <a:lnTo>
                    <a:pt x="56057" y="332409"/>
                  </a:lnTo>
                  <a:lnTo>
                    <a:pt x="55892" y="328663"/>
                  </a:lnTo>
                  <a:lnTo>
                    <a:pt x="55714" y="324929"/>
                  </a:lnTo>
                  <a:lnTo>
                    <a:pt x="54902" y="322033"/>
                  </a:lnTo>
                  <a:lnTo>
                    <a:pt x="64668" y="333425"/>
                  </a:lnTo>
                  <a:lnTo>
                    <a:pt x="64668" y="322757"/>
                  </a:lnTo>
                  <a:lnTo>
                    <a:pt x="63449" y="321322"/>
                  </a:lnTo>
                  <a:lnTo>
                    <a:pt x="54838" y="311277"/>
                  </a:lnTo>
                  <a:lnTo>
                    <a:pt x="54838" y="321957"/>
                  </a:lnTo>
                  <a:lnTo>
                    <a:pt x="53708" y="322021"/>
                  </a:lnTo>
                  <a:lnTo>
                    <a:pt x="54305" y="321322"/>
                  </a:lnTo>
                  <a:lnTo>
                    <a:pt x="54838" y="321957"/>
                  </a:lnTo>
                  <a:lnTo>
                    <a:pt x="54838" y="311277"/>
                  </a:lnTo>
                  <a:lnTo>
                    <a:pt x="54305" y="310654"/>
                  </a:lnTo>
                  <a:lnTo>
                    <a:pt x="20269" y="350367"/>
                  </a:lnTo>
                  <a:lnTo>
                    <a:pt x="20269" y="372084"/>
                  </a:lnTo>
                  <a:lnTo>
                    <a:pt x="18859" y="371741"/>
                  </a:lnTo>
                  <a:lnTo>
                    <a:pt x="15659" y="371932"/>
                  </a:lnTo>
                  <a:lnTo>
                    <a:pt x="12458" y="372135"/>
                  </a:lnTo>
                  <a:lnTo>
                    <a:pt x="9969" y="373087"/>
                  </a:lnTo>
                  <a:lnTo>
                    <a:pt x="9969" y="374992"/>
                  </a:lnTo>
                  <a:lnTo>
                    <a:pt x="9131" y="374002"/>
                  </a:lnTo>
                  <a:lnTo>
                    <a:pt x="9893" y="373113"/>
                  </a:lnTo>
                  <a:lnTo>
                    <a:pt x="9969" y="374992"/>
                  </a:lnTo>
                  <a:lnTo>
                    <a:pt x="9969" y="373087"/>
                  </a:lnTo>
                  <a:lnTo>
                    <a:pt x="19685" y="361696"/>
                  </a:lnTo>
                  <a:lnTo>
                    <a:pt x="19469" y="362940"/>
                  </a:lnTo>
                  <a:lnTo>
                    <a:pt x="19812" y="370408"/>
                  </a:lnTo>
                  <a:lnTo>
                    <a:pt x="20269" y="372084"/>
                  </a:lnTo>
                  <a:lnTo>
                    <a:pt x="20269" y="350367"/>
                  </a:lnTo>
                  <a:lnTo>
                    <a:pt x="0" y="374002"/>
                  </a:lnTo>
                  <a:lnTo>
                    <a:pt x="54305" y="437362"/>
                  </a:lnTo>
                  <a:lnTo>
                    <a:pt x="63449" y="426694"/>
                  </a:lnTo>
                  <a:lnTo>
                    <a:pt x="104813" y="378434"/>
                  </a:lnTo>
                  <a:lnTo>
                    <a:pt x="155346" y="437362"/>
                  </a:lnTo>
                  <a:lnTo>
                    <a:pt x="164477" y="426694"/>
                  </a:lnTo>
                  <a:lnTo>
                    <a:pt x="209651" y="374002"/>
                  </a:lnTo>
                  <a:close/>
                </a:path>
                <a:path w="466090" h="437514">
                  <a:moveTo>
                    <a:pt x="314147" y="63347"/>
                  </a:moveTo>
                  <a:lnTo>
                    <a:pt x="305003" y="52692"/>
                  </a:lnTo>
                  <a:lnTo>
                    <a:pt x="305003" y="63347"/>
                  </a:lnTo>
                  <a:lnTo>
                    <a:pt x="294881" y="75145"/>
                  </a:lnTo>
                  <a:lnTo>
                    <a:pt x="295160" y="73634"/>
                  </a:lnTo>
                  <a:lnTo>
                    <a:pt x="294817" y="66167"/>
                  </a:lnTo>
                  <a:lnTo>
                    <a:pt x="294360" y="64490"/>
                  </a:lnTo>
                  <a:lnTo>
                    <a:pt x="295833" y="64833"/>
                  </a:lnTo>
                  <a:lnTo>
                    <a:pt x="299046" y="64630"/>
                  </a:lnTo>
                  <a:lnTo>
                    <a:pt x="302247" y="64439"/>
                  </a:lnTo>
                  <a:lnTo>
                    <a:pt x="304812" y="63474"/>
                  </a:lnTo>
                  <a:lnTo>
                    <a:pt x="304787" y="63106"/>
                  </a:lnTo>
                  <a:lnTo>
                    <a:pt x="305003" y="63347"/>
                  </a:lnTo>
                  <a:lnTo>
                    <a:pt x="305003" y="52692"/>
                  </a:lnTo>
                  <a:lnTo>
                    <a:pt x="303098" y="50469"/>
                  </a:lnTo>
                  <a:lnTo>
                    <a:pt x="303098" y="61137"/>
                  </a:lnTo>
                  <a:lnTo>
                    <a:pt x="302082" y="60883"/>
                  </a:lnTo>
                  <a:lnTo>
                    <a:pt x="295668" y="61290"/>
                  </a:lnTo>
                  <a:lnTo>
                    <a:pt x="294157" y="61861"/>
                  </a:lnTo>
                  <a:lnTo>
                    <a:pt x="294462" y="60096"/>
                  </a:lnTo>
                  <a:lnTo>
                    <a:pt x="294297" y="56362"/>
                  </a:lnTo>
                  <a:lnTo>
                    <a:pt x="294132" y="52628"/>
                  </a:lnTo>
                  <a:lnTo>
                    <a:pt x="293484" y="50330"/>
                  </a:lnTo>
                  <a:lnTo>
                    <a:pt x="293484" y="76784"/>
                  </a:lnTo>
                  <a:lnTo>
                    <a:pt x="259829" y="116039"/>
                  </a:lnTo>
                  <a:lnTo>
                    <a:pt x="248132" y="102412"/>
                  </a:lnTo>
                  <a:lnTo>
                    <a:pt x="250723" y="103022"/>
                  </a:lnTo>
                  <a:lnTo>
                    <a:pt x="257136" y="102628"/>
                  </a:lnTo>
                  <a:lnTo>
                    <a:pt x="258572" y="102095"/>
                  </a:lnTo>
                  <a:lnTo>
                    <a:pt x="258279" y="103809"/>
                  </a:lnTo>
                  <a:lnTo>
                    <a:pt x="258445" y="107556"/>
                  </a:lnTo>
                  <a:lnTo>
                    <a:pt x="258610" y="111290"/>
                  </a:lnTo>
                  <a:lnTo>
                    <a:pt x="259435" y="114274"/>
                  </a:lnTo>
                  <a:lnTo>
                    <a:pt x="261112" y="114173"/>
                  </a:lnTo>
                  <a:lnTo>
                    <a:pt x="261658" y="111099"/>
                  </a:lnTo>
                  <a:lnTo>
                    <a:pt x="261315" y="103632"/>
                  </a:lnTo>
                  <a:lnTo>
                    <a:pt x="260845" y="101955"/>
                  </a:lnTo>
                  <a:lnTo>
                    <a:pt x="262331" y="102298"/>
                  </a:lnTo>
                  <a:lnTo>
                    <a:pt x="265531" y="102095"/>
                  </a:lnTo>
                  <a:lnTo>
                    <a:pt x="268744" y="101904"/>
                  </a:lnTo>
                  <a:lnTo>
                    <a:pt x="271310" y="100939"/>
                  </a:lnTo>
                  <a:lnTo>
                    <a:pt x="271208" y="98983"/>
                  </a:lnTo>
                  <a:lnTo>
                    <a:pt x="268566" y="98348"/>
                  </a:lnTo>
                  <a:lnTo>
                    <a:pt x="262166" y="98755"/>
                  </a:lnTo>
                  <a:lnTo>
                    <a:pt x="260654" y="99326"/>
                  </a:lnTo>
                  <a:lnTo>
                    <a:pt x="260959" y="97574"/>
                  </a:lnTo>
                  <a:lnTo>
                    <a:pt x="260794" y="93827"/>
                  </a:lnTo>
                  <a:lnTo>
                    <a:pt x="260616" y="90093"/>
                  </a:lnTo>
                  <a:lnTo>
                    <a:pt x="259791" y="87109"/>
                  </a:lnTo>
                  <a:lnTo>
                    <a:pt x="258114" y="87210"/>
                  </a:lnTo>
                  <a:lnTo>
                    <a:pt x="257581" y="90284"/>
                  </a:lnTo>
                  <a:lnTo>
                    <a:pt x="257924" y="97751"/>
                  </a:lnTo>
                  <a:lnTo>
                    <a:pt x="258368" y="99428"/>
                  </a:lnTo>
                  <a:lnTo>
                    <a:pt x="256971" y="99085"/>
                  </a:lnTo>
                  <a:lnTo>
                    <a:pt x="253771" y="99275"/>
                  </a:lnTo>
                  <a:lnTo>
                    <a:pt x="250558" y="99479"/>
                  </a:lnTo>
                  <a:lnTo>
                    <a:pt x="247992" y="100444"/>
                  </a:lnTo>
                  <a:lnTo>
                    <a:pt x="248081" y="102362"/>
                  </a:lnTo>
                  <a:lnTo>
                    <a:pt x="215557" y="64414"/>
                  </a:lnTo>
                  <a:lnTo>
                    <a:pt x="218135" y="65024"/>
                  </a:lnTo>
                  <a:lnTo>
                    <a:pt x="224561" y="64630"/>
                  </a:lnTo>
                  <a:lnTo>
                    <a:pt x="225983" y="64096"/>
                  </a:lnTo>
                  <a:lnTo>
                    <a:pt x="225691" y="65811"/>
                  </a:lnTo>
                  <a:lnTo>
                    <a:pt x="225856" y="69545"/>
                  </a:lnTo>
                  <a:lnTo>
                    <a:pt x="226034" y="73291"/>
                  </a:lnTo>
                  <a:lnTo>
                    <a:pt x="226860" y="76276"/>
                  </a:lnTo>
                  <a:lnTo>
                    <a:pt x="228536" y="76161"/>
                  </a:lnTo>
                  <a:lnTo>
                    <a:pt x="229069" y="73101"/>
                  </a:lnTo>
                  <a:lnTo>
                    <a:pt x="228727" y="65620"/>
                  </a:lnTo>
                  <a:lnTo>
                    <a:pt x="228269" y="63944"/>
                  </a:lnTo>
                  <a:lnTo>
                    <a:pt x="229755" y="64287"/>
                  </a:lnTo>
                  <a:lnTo>
                    <a:pt x="232956" y="64096"/>
                  </a:lnTo>
                  <a:lnTo>
                    <a:pt x="236156" y="63893"/>
                  </a:lnTo>
                  <a:lnTo>
                    <a:pt x="238721" y="62928"/>
                  </a:lnTo>
                  <a:lnTo>
                    <a:pt x="238633" y="60972"/>
                  </a:lnTo>
                  <a:lnTo>
                    <a:pt x="235991" y="60350"/>
                  </a:lnTo>
                  <a:lnTo>
                    <a:pt x="229577" y="60744"/>
                  </a:lnTo>
                  <a:lnTo>
                    <a:pt x="228066" y="61315"/>
                  </a:lnTo>
                  <a:lnTo>
                    <a:pt x="228371" y="59563"/>
                  </a:lnTo>
                  <a:lnTo>
                    <a:pt x="228206" y="55829"/>
                  </a:lnTo>
                  <a:lnTo>
                    <a:pt x="228041" y="52082"/>
                  </a:lnTo>
                  <a:lnTo>
                    <a:pt x="227215" y="49098"/>
                  </a:lnTo>
                  <a:lnTo>
                    <a:pt x="226847" y="49123"/>
                  </a:lnTo>
                  <a:lnTo>
                    <a:pt x="258610" y="12077"/>
                  </a:lnTo>
                  <a:lnTo>
                    <a:pt x="258191" y="14452"/>
                  </a:lnTo>
                  <a:lnTo>
                    <a:pt x="258546" y="21932"/>
                  </a:lnTo>
                  <a:lnTo>
                    <a:pt x="258991" y="23596"/>
                  </a:lnTo>
                  <a:lnTo>
                    <a:pt x="257594" y="23253"/>
                  </a:lnTo>
                  <a:lnTo>
                    <a:pt x="254393" y="23456"/>
                  </a:lnTo>
                  <a:lnTo>
                    <a:pt x="251180" y="23647"/>
                  </a:lnTo>
                  <a:lnTo>
                    <a:pt x="248615" y="24612"/>
                  </a:lnTo>
                  <a:lnTo>
                    <a:pt x="248716" y="26568"/>
                  </a:lnTo>
                  <a:lnTo>
                    <a:pt x="251345" y="27203"/>
                  </a:lnTo>
                  <a:lnTo>
                    <a:pt x="257759" y="26809"/>
                  </a:lnTo>
                  <a:lnTo>
                    <a:pt x="259194" y="26276"/>
                  </a:lnTo>
                  <a:lnTo>
                    <a:pt x="258902" y="27990"/>
                  </a:lnTo>
                  <a:lnTo>
                    <a:pt x="259067" y="31724"/>
                  </a:lnTo>
                  <a:lnTo>
                    <a:pt x="259232" y="35471"/>
                  </a:lnTo>
                  <a:lnTo>
                    <a:pt x="260057" y="38455"/>
                  </a:lnTo>
                  <a:lnTo>
                    <a:pt x="261734" y="38341"/>
                  </a:lnTo>
                  <a:lnTo>
                    <a:pt x="262280" y="35280"/>
                  </a:lnTo>
                  <a:lnTo>
                    <a:pt x="261937" y="27800"/>
                  </a:lnTo>
                  <a:lnTo>
                    <a:pt x="261467" y="26136"/>
                  </a:lnTo>
                  <a:lnTo>
                    <a:pt x="262953" y="26479"/>
                  </a:lnTo>
                  <a:lnTo>
                    <a:pt x="266153" y="26276"/>
                  </a:lnTo>
                  <a:lnTo>
                    <a:pt x="269367" y="26073"/>
                  </a:lnTo>
                  <a:lnTo>
                    <a:pt x="271932" y="25107"/>
                  </a:lnTo>
                  <a:lnTo>
                    <a:pt x="271907" y="24777"/>
                  </a:lnTo>
                  <a:lnTo>
                    <a:pt x="293255" y="49657"/>
                  </a:lnTo>
                  <a:lnTo>
                    <a:pt x="291630" y="49745"/>
                  </a:lnTo>
                  <a:lnTo>
                    <a:pt x="291084" y="52819"/>
                  </a:lnTo>
                  <a:lnTo>
                    <a:pt x="291426" y="60286"/>
                  </a:lnTo>
                  <a:lnTo>
                    <a:pt x="291871" y="61963"/>
                  </a:lnTo>
                  <a:lnTo>
                    <a:pt x="290474" y="61620"/>
                  </a:lnTo>
                  <a:lnTo>
                    <a:pt x="287274" y="61810"/>
                  </a:lnTo>
                  <a:lnTo>
                    <a:pt x="284073" y="62014"/>
                  </a:lnTo>
                  <a:lnTo>
                    <a:pt x="281508" y="62979"/>
                  </a:lnTo>
                  <a:lnTo>
                    <a:pt x="281597" y="64935"/>
                  </a:lnTo>
                  <a:lnTo>
                    <a:pt x="284238" y="65557"/>
                  </a:lnTo>
                  <a:lnTo>
                    <a:pt x="290639" y="65163"/>
                  </a:lnTo>
                  <a:lnTo>
                    <a:pt x="292074" y="64630"/>
                  </a:lnTo>
                  <a:lnTo>
                    <a:pt x="291782" y="66344"/>
                  </a:lnTo>
                  <a:lnTo>
                    <a:pt x="291947" y="70091"/>
                  </a:lnTo>
                  <a:lnTo>
                    <a:pt x="292112" y="73825"/>
                  </a:lnTo>
                  <a:lnTo>
                    <a:pt x="292938" y="76809"/>
                  </a:lnTo>
                  <a:lnTo>
                    <a:pt x="293484" y="76784"/>
                  </a:lnTo>
                  <a:lnTo>
                    <a:pt x="293484" y="50330"/>
                  </a:lnTo>
                  <a:lnTo>
                    <a:pt x="293319" y="49733"/>
                  </a:lnTo>
                  <a:lnTo>
                    <a:pt x="303098" y="61137"/>
                  </a:lnTo>
                  <a:lnTo>
                    <a:pt x="303098" y="50469"/>
                  </a:lnTo>
                  <a:lnTo>
                    <a:pt x="270192" y="12077"/>
                  </a:lnTo>
                  <a:lnTo>
                    <a:pt x="270192" y="22771"/>
                  </a:lnTo>
                  <a:lnTo>
                    <a:pt x="269189" y="22529"/>
                  </a:lnTo>
                  <a:lnTo>
                    <a:pt x="262788" y="22923"/>
                  </a:lnTo>
                  <a:lnTo>
                    <a:pt x="261277" y="23495"/>
                  </a:lnTo>
                  <a:lnTo>
                    <a:pt x="261581" y="21742"/>
                  </a:lnTo>
                  <a:lnTo>
                    <a:pt x="261416" y="18008"/>
                  </a:lnTo>
                  <a:lnTo>
                    <a:pt x="261239" y="14262"/>
                  </a:lnTo>
                  <a:lnTo>
                    <a:pt x="260426" y="11366"/>
                  </a:lnTo>
                  <a:lnTo>
                    <a:pt x="270192" y="22771"/>
                  </a:lnTo>
                  <a:lnTo>
                    <a:pt x="270192" y="12077"/>
                  </a:lnTo>
                  <a:lnTo>
                    <a:pt x="268973" y="10655"/>
                  </a:lnTo>
                  <a:lnTo>
                    <a:pt x="260362" y="622"/>
                  </a:lnTo>
                  <a:lnTo>
                    <a:pt x="260362" y="11290"/>
                  </a:lnTo>
                  <a:lnTo>
                    <a:pt x="259219" y="11366"/>
                  </a:lnTo>
                  <a:lnTo>
                    <a:pt x="259829" y="10655"/>
                  </a:lnTo>
                  <a:lnTo>
                    <a:pt x="260362" y="11290"/>
                  </a:lnTo>
                  <a:lnTo>
                    <a:pt x="260362" y="622"/>
                  </a:lnTo>
                  <a:lnTo>
                    <a:pt x="259829" y="0"/>
                  </a:lnTo>
                  <a:lnTo>
                    <a:pt x="225780" y="39712"/>
                  </a:lnTo>
                  <a:lnTo>
                    <a:pt x="225780" y="61417"/>
                  </a:lnTo>
                  <a:lnTo>
                    <a:pt x="224383" y="61074"/>
                  </a:lnTo>
                  <a:lnTo>
                    <a:pt x="221183" y="61277"/>
                  </a:lnTo>
                  <a:lnTo>
                    <a:pt x="217982" y="61468"/>
                  </a:lnTo>
                  <a:lnTo>
                    <a:pt x="215493" y="62420"/>
                  </a:lnTo>
                  <a:lnTo>
                    <a:pt x="215493" y="64338"/>
                  </a:lnTo>
                  <a:lnTo>
                    <a:pt x="214655" y="63347"/>
                  </a:lnTo>
                  <a:lnTo>
                    <a:pt x="215417" y="62458"/>
                  </a:lnTo>
                  <a:lnTo>
                    <a:pt x="215493" y="64338"/>
                  </a:lnTo>
                  <a:lnTo>
                    <a:pt x="215493" y="62420"/>
                  </a:lnTo>
                  <a:lnTo>
                    <a:pt x="225209" y="51041"/>
                  </a:lnTo>
                  <a:lnTo>
                    <a:pt x="224993" y="52273"/>
                  </a:lnTo>
                  <a:lnTo>
                    <a:pt x="225336" y="59753"/>
                  </a:lnTo>
                  <a:lnTo>
                    <a:pt x="225780" y="61417"/>
                  </a:lnTo>
                  <a:lnTo>
                    <a:pt x="225780" y="39712"/>
                  </a:lnTo>
                  <a:lnTo>
                    <a:pt x="205511" y="63347"/>
                  </a:lnTo>
                  <a:lnTo>
                    <a:pt x="259829" y="126695"/>
                  </a:lnTo>
                  <a:lnTo>
                    <a:pt x="268973" y="116039"/>
                  </a:lnTo>
                  <a:lnTo>
                    <a:pt x="314147" y="63347"/>
                  </a:lnTo>
                  <a:close/>
                </a:path>
                <a:path w="466090" h="437514">
                  <a:moveTo>
                    <a:pt x="465670" y="140512"/>
                  </a:moveTo>
                  <a:lnTo>
                    <a:pt x="456539" y="129870"/>
                  </a:lnTo>
                  <a:lnTo>
                    <a:pt x="456539" y="140512"/>
                  </a:lnTo>
                  <a:lnTo>
                    <a:pt x="411365" y="193192"/>
                  </a:lnTo>
                  <a:lnTo>
                    <a:pt x="367093" y="141579"/>
                  </a:lnTo>
                  <a:lnTo>
                    <a:pt x="369684" y="142189"/>
                  </a:lnTo>
                  <a:lnTo>
                    <a:pt x="376085" y="141782"/>
                  </a:lnTo>
                  <a:lnTo>
                    <a:pt x="378637" y="140817"/>
                  </a:lnTo>
                  <a:lnTo>
                    <a:pt x="378599" y="139852"/>
                  </a:lnTo>
                  <a:lnTo>
                    <a:pt x="379374" y="139801"/>
                  </a:lnTo>
                  <a:lnTo>
                    <a:pt x="379907" y="136728"/>
                  </a:lnTo>
                  <a:lnTo>
                    <a:pt x="379742" y="132981"/>
                  </a:lnTo>
                  <a:lnTo>
                    <a:pt x="379564" y="129247"/>
                  </a:lnTo>
                  <a:lnTo>
                    <a:pt x="378752" y="126263"/>
                  </a:lnTo>
                  <a:lnTo>
                    <a:pt x="378383" y="126288"/>
                  </a:lnTo>
                  <a:lnTo>
                    <a:pt x="411365" y="87820"/>
                  </a:lnTo>
                  <a:lnTo>
                    <a:pt x="456539" y="140512"/>
                  </a:lnTo>
                  <a:lnTo>
                    <a:pt x="456539" y="129870"/>
                  </a:lnTo>
                  <a:lnTo>
                    <a:pt x="420497" y="87820"/>
                  </a:lnTo>
                  <a:lnTo>
                    <a:pt x="411365" y="77152"/>
                  </a:lnTo>
                  <a:lnTo>
                    <a:pt x="377317" y="116878"/>
                  </a:lnTo>
                  <a:lnTo>
                    <a:pt x="377317" y="138582"/>
                  </a:lnTo>
                  <a:lnTo>
                    <a:pt x="375920" y="138239"/>
                  </a:lnTo>
                  <a:lnTo>
                    <a:pt x="372719" y="138430"/>
                  </a:lnTo>
                  <a:lnTo>
                    <a:pt x="369506" y="138633"/>
                  </a:lnTo>
                  <a:lnTo>
                    <a:pt x="367030" y="139573"/>
                  </a:lnTo>
                  <a:lnTo>
                    <a:pt x="367030" y="141503"/>
                  </a:lnTo>
                  <a:lnTo>
                    <a:pt x="366191" y="140512"/>
                  </a:lnTo>
                  <a:lnTo>
                    <a:pt x="366941" y="139649"/>
                  </a:lnTo>
                  <a:lnTo>
                    <a:pt x="367030" y="141503"/>
                  </a:lnTo>
                  <a:lnTo>
                    <a:pt x="367030" y="139573"/>
                  </a:lnTo>
                  <a:lnTo>
                    <a:pt x="376745" y="128206"/>
                  </a:lnTo>
                  <a:lnTo>
                    <a:pt x="376529" y="129438"/>
                  </a:lnTo>
                  <a:lnTo>
                    <a:pt x="376872" y="136906"/>
                  </a:lnTo>
                  <a:lnTo>
                    <a:pt x="377317" y="138582"/>
                  </a:lnTo>
                  <a:lnTo>
                    <a:pt x="377317" y="116878"/>
                  </a:lnTo>
                  <a:lnTo>
                    <a:pt x="360172" y="136867"/>
                  </a:lnTo>
                  <a:lnTo>
                    <a:pt x="354177" y="129882"/>
                  </a:lnTo>
                  <a:lnTo>
                    <a:pt x="354177" y="140512"/>
                  </a:lnTo>
                  <a:lnTo>
                    <a:pt x="344068" y="152298"/>
                  </a:lnTo>
                  <a:lnTo>
                    <a:pt x="344335" y="150799"/>
                  </a:lnTo>
                  <a:lnTo>
                    <a:pt x="343992" y="143319"/>
                  </a:lnTo>
                  <a:lnTo>
                    <a:pt x="343535" y="141643"/>
                  </a:lnTo>
                  <a:lnTo>
                    <a:pt x="345020" y="141998"/>
                  </a:lnTo>
                  <a:lnTo>
                    <a:pt x="348221" y="141795"/>
                  </a:lnTo>
                  <a:lnTo>
                    <a:pt x="351421" y="141592"/>
                  </a:lnTo>
                  <a:lnTo>
                    <a:pt x="353987" y="140639"/>
                  </a:lnTo>
                  <a:lnTo>
                    <a:pt x="353961" y="140271"/>
                  </a:lnTo>
                  <a:lnTo>
                    <a:pt x="354177" y="140512"/>
                  </a:lnTo>
                  <a:lnTo>
                    <a:pt x="354177" y="129882"/>
                  </a:lnTo>
                  <a:lnTo>
                    <a:pt x="352259" y="127635"/>
                  </a:lnTo>
                  <a:lnTo>
                    <a:pt x="352259" y="138290"/>
                  </a:lnTo>
                  <a:lnTo>
                    <a:pt x="351256" y="138049"/>
                  </a:lnTo>
                  <a:lnTo>
                    <a:pt x="344855" y="138442"/>
                  </a:lnTo>
                  <a:lnTo>
                    <a:pt x="343331" y="139014"/>
                  </a:lnTo>
                  <a:lnTo>
                    <a:pt x="343649" y="137261"/>
                  </a:lnTo>
                  <a:lnTo>
                    <a:pt x="343471" y="133527"/>
                  </a:lnTo>
                  <a:lnTo>
                    <a:pt x="343306" y="129781"/>
                  </a:lnTo>
                  <a:lnTo>
                    <a:pt x="342658" y="127469"/>
                  </a:lnTo>
                  <a:lnTo>
                    <a:pt x="342658" y="153949"/>
                  </a:lnTo>
                  <a:lnTo>
                    <a:pt x="309003" y="193192"/>
                  </a:lnTo>
                  <a:lnTo>
                    <a:pt x="297319" y="179590"/>
                  </a:lnTo>
                  <a:lnTo>
                    <a:pt x="299910" y="180187"/>
                  </a:lnTo>
                  <a:lnTo>
                    <a:pt x="306311" y="179793"/>
                  </a:lnTo>
                  <a:lnTo>
                    <a:pt x="307746" y="179260"/>
                  </a:lnTo>
                  <a:lnTo>
                    <a:pt x="307454" y="180975"/>
                  </a:lnTo>
                  <a:lnTo>
                    <a:pt x="307619" y="184708"/>
                  </a:lnTo>
                  <a:lnTo>
                    <a:pt x="307784" y="188455"/>
                  </a:lnTo>
                  <a:lnTo>
                    <a:pt x="308610" y="191439"/>
                  </a:lnTo>
                  <a:lnTo>
                    <a:pt x="310286" y="191338"/>
                  </a:lnTo>
                  <a:lnTo>
                    <a:pt x="310832" y="188264"/>
                  </a:lnTo>
                  <a:lnTo>
                    <a:pt x="310489" y="180784"/>
                  </a:lnTo>
                  <a:lnTo>
                    <a:pt x="310032" y="179108"/>
                  </a:lnTo>
                  <a:lnTo>
                    <a:pt x="311505" y="179463"/>
                  </a:lnTo>
                  <a:lnTo>
                    <a:pt x="314718" y="179260"/>
                  </a:lnTo>
                  <a:lnTo>
                    <a:pt x="317919" y="179057"/>
                  </a:lnTo>
                  <a:lnTo>
                    <a:pt x="320484" y="178092"/>
                  </a:lnTo>
                  <a:lnTo>
                    <a:pt x="320382" y="176136"/>
                  </a:lnTo>
                  <a:lnTo>
                    <a:pt x="317754" y="175514"/>
                  </a:lnTo>
                  <a:lnTo>
                    <a:pt x="311340" y="175907"/>
                  </a:lnTo>
                  <a:lnTo>
                    <a:pt x="309829" y="176479"/>
                  </a:lnTo>
                  <a:lnTo>
                    <a:pt x="310134" y="174726"/>
                  </a:lnTo>
                  <a:lnTo>
                    <a:pt x="309968" y="170992"/>
                  </a:lnTo>
                  <a:lnTo>
                    <a:pt x="309803" y="167246"/>
                  </a:lnTo>
                  <a:lnTo>
                    <a:pt x="308978" y="164261"/>
                  </a:lnTo>
                  <a:lnTo>
                    <a:pt x="307301" y="164376"/>
                  </a:lnTo>
                  <a:lnTo>
                    <a:pt x="306755" y="167436"/>
                  </a:lnTo>
                  <a:lnTo>
                    <a:pt x="307098" y="174917"/>
                  </a:lnTo>
                  <a:lnTo>
                    <a:pt x="307543" y="176580"/>
                  </a:lnTo>
                  <a:lnTo>
                    <a:pt x="306146" y="176237"/>
                  </a:lnTo>
                  <a:lnTo>
                    <a:pt x="302945" y="176441"/>
                  </a:lnTo>
                  <a:lnTo>
                    <a:pt x="299745" y="176644"/>
                  </a:lnTo>
                  <a:lnTo>
                    <a:pt x="297180" y="177596"/>
                  </a:lnTo>
                  <a:lnTo>
                    <a:pt x="297256" y="179514"/>
                  </a:lnTo>
                  <a:lnTo>
                    <a:pt x="264744" y="141579"/>
                  </a:lnTo>
                  <a:lnTo>
                    <a:pt x="267322" y="142189"/>
                  </a:lnTo>
                  <a:lnTo>
                    <a:pt x="273735" y="141782"/>
                  </a:lnTo>
                  <a:lnTo>
                    <a:pt x="275158" y="141249"/>
                  </a:lnTo>
                  <a:lnTo>
                    <a:pt x="274866" y="142976"/>
                  </a:lnTo>
                  <a:lnTo>
                    <a:pt x="275043" y="146710"/>
                  </a:lnTo>
                  <a:lnTo>
                    <a:pt x="275221" y="150444"/>
                  </a:lnTo>
                  <a:lnTo>
                    <a:pt x="276034" y="153428"/>
                  </a:lnTo>
                  <a:lnTo>
                    <a:pt x="277710" y="153327"/>
                  </a:lnTo>
                  <a:lnTo>
                    <a:pt x="278257" y="150253"/>
                  </a:lnTo>
                  <a:lnTo>
                    <a:pt x="277901" y="142786"/>
                  </a:lnTo>
                  <a:lnTo>
                    <a:pt x="277444" y="141109"/>
                  </a:lnTo>
                  <a:lnTo>
                    <a:pt x="278930" y="141452"/>
                  </a:lnTo>
                  <a:lnTo>
                    <a:pt x="282130" y="141249"/>
                  </a:lnTo>
                  <a:lnTo>
                    <a:pt x="285330" y="141058"/>
                  </a:lnTo>
                  <a:lnTo>
                    <a:pt x="287896" y="140093"/>
                  </a:lnTo>
                  <a:lnTo>
                    <a:pt x="287807" y="138137"/>
                  </a:lnTo>
                  <a:lnTo>
                    <a:pt x="285165" y="137502"/>
                  </a:lnTo>
                  <a:lnTo>
                    <a:pt x="278765" y="137909"/>
                  </a:lnTo>
                  <a:lnTo>
                    <a:pt x="277253" y="138480"/>
                  </a:lnTo>
                  <a:lnTo>
                    <a:pt x="277558" y="136728"/>
                  </a:lnTo>
                  <a:lnTo>
                    <a:pt x="277393" y="132981"/>
                  </a:lnTo>
                  <a:lnTo>
                    <a:pt x="277215" y="129247"/>
                  </a:lnTo>
                  <a:lnTo>
                    <a:pt x="276390" y="126263"/>
                  </a:lnTo>
                  <a:lnTo>
                    <a:pt x="276034" y="126288"/>
                  </a:lnTo>
                  <a:lnTo>
                    <a:pt x="307797" y="89230"/>
                  </a:lnTo>
                  <a:lnTo>
                    <a:pt x="307378" y="91617"/>
                  </a:lnTo>
                  <a:lnTo>
                    <a:pt x="307721" y="99085"/>
                  </a:lnTo>
                  <a:lnTo>
                    <a:pt x="308165" y="100761"/>
                  </a:lnTo>
                  <a:lnTo>
                    <a:pt x="306768" y="100418"/>
                  </a:lnTo>
                  <a:lnTo>
                    <a:pt x="303568" y="100609"/>
                  </a:lnTo>
                  <a:lnTo>
                    <a:pt x="300367" y="100812"/>
                  </a:lnTo>
                  <a:lnTo>
                    <a:pt x="297802" y="101777"/>
                  </a:lnTo>
                  <a:lnTo>
                    <a:pt x="297891" y="103733"/>
                  </a:lnTo>
                  <a:lnTo>
                    <a:pt x="300532" y="104368"/>
                  </a:lnTo>
                  <a:lnTo>
                    <a:pt x="306933" y="103962"/>
                  </a:lnTo>
                  <a:lnTo>
                    <a:pt x="308368" y="103428"/>
                  </a:lnTo>
                  <a:lnTo>
                    <a:pt x="308076" y="105156"/>
                  </a:lnTo>
                  <a:lnTo>
                    <a:pt x="308241" y="108889"/>
                  </a:lnTo>
                  <a:lnTo>
                    <a:pt x="308419" y="112623"/>
                  </a:lnTo>
                  <a:lnTo>
                    <a:pt x="309232" y="115608"/>
                  </a:lnTo>
                  <a:lnTo>
                    <a:pt x="310908" y="115506"/>
                  </a:lnTo>
                  <a:lnTo>
                    <a:pt x="311454" y="112445"/>
                  </a:lnTo>
                  <a:lnTo>
                    <a:pt x="311111" y="104965"/>
                  </a:lnTo>
                  <a:lnTo>
                    <a:pt x="310654" y="103289"/>
                  </a:lnTo>
                  <a:lnTo>
                    <a:pt x="312127" y="103632"/>
                  </a:lnTo>
                  <a:lnTo>
                    <a:pt x="315341" y="103428"/>
                  </a:lnTo>
                  <a:lnTo>
                    <a:pt x="318541" y="103238"/>
                  </a:lnTo>
                  <a:lnTo>
                    <a:pt x="321106" y="102273"/>
                  </a:lnTo>
                  <a:lnTo>
                    <a:pt x="321081" y="101930"/>
                  </a:lnTo>
                  <a:lnTo>
                    <a:pt x="342417" y="126809"/>
                  </a:lnTo>
                  <a:lnTo>
                    <a:pt x="340804" y="126911"/>
                  </a:lnTo>
                  <a:lnTo>
                    <a:pt x="340258" y="129971"/>
                  </a:lnTo>
                  <a:lnTo>
                    <a:pt x="340601" y="137452"/>
                  </a:lnTo>
                  <a:lnTo>
                    <a:pt x="341045" y="139115"/>
                  </a:lnTo>
                  <a:lnTo>
                    <a:pt x="339661" y="138772"/>
                  </a:lnTo>
                  <a:lnTo>
                    <a:pt x="336448" y="138976"/>
                  </a:lnTo>
                  <a:lnTo>
                    <a:pt x="333248" y="139179"/>
                  </a:lnTo>
                  <a:lnTo>
                    <a:pt x="330682" y="140131"/>
                  </a:lnTo>
                  <a:lnTo>
                    <a:pt x="330771" y="142100"/>
                  </a:lnTo>
                  <a:lnTo>
                    <a:pt x="333413" y="142722"/>
                  </a:lnTo>
                  <a:lnTo>
                    <a:pt x="339826" y="142328"/>
                  </a:lnTo>
                  <a:lnTo>
                    <a:pt x="341249" y="141795"/>
                  </a:lnTo>
                  <a:lnTo>
                    <a:pt x="340956" y="143510"/>
                  </a:lnTo>
                  <a:lnTo>
                    <a:pt x="341122" y="147243"/>
                  </a:lnTo>
                  <a:lnTo>
                    <a:pt x="341299" y="150990"/>
                  </a:lnTo>
                  <a:lnTo>
                    <a:pt x="342125" y="153974"/>
                  </a:lnTo>
                  <a:lnTo>
                    <a:pt x="342658" y="153949"/>
                  </a:lnTo>
                  <a:lnTo>
                    <a:pt x="342658" y="127469"/>
                  </a:lnTo>
                  <a:lnTo>
                    <a:pt x="342506" y="126911"/>
                  </a:lnTo>
                  <a:lnTo>
                    <a:pt x="352259" y="138290"/>
                  </a:lnTo>
                  <a:lnTo>
                    <a:pt x="352259" y="127635"/>
                  </a:lnTo>
                  <a:lnTo>
                    <a:pt x="319366" y="89255"/>
                  </a:lnTo>
                  <a:lnTo>
                    <a:pt x="319366" y="99923"/>
                  </a:lnTo>
                  <a:lnTo>
                    <a:pt x="318376" y="99682"/>
                  </a:lnTo>
                  <a:lnTo>
                    <a:pt x="311962" y="100088"/>
                  </a:lnTo>
                  <a:lnTo>
                    <a:pt x="310451" y="100660"/>
                  </a:lnTo>
                  <a:lnTo>
                    <a:pt x="310756" y="98907"/>
                  </a:lnTo>
                  <a:lnTo>
                    <a:pt x="310591" y="95161"/>
                  </a:lnTo>
                  <a:lnTo>
                    <a:pt x="310426" y="91427"/>
                  </a:lnTo>
                  <a:lnTo>
                    <a:pt x="309626" y="88557"/>
                  </a:lnTo>
                  <a:lnTo>
                    <a:pt x="319366" y="99923"/>
                  </a:lnTo>
                  <a:lnTo>
                    <a:pt x="319366" y="89255"/>
                  </a:lnTo>
                  <a:lnTo>
                    <a:pt x="318147" y="87820"/>
                  </a:lnTo>
                  <a:lnTo>
                    <a:pt x="309537" y="77774"/>
                  </a:lnTo>
                  <a:lnTo>
                    <a:pt x="309537" y="88455"/>
                  </a:lnTo>
                  <a:lnTo>
                    <a:pt x="308406" y="88519"/>
                  </a:lnTo>
                  <a:lnTo>
                    <a:pt x="309003" y="87820"/>
                  </a:lnTo>
                  <a:lnTo>
                    <a:pt x="309537" y="88455"/>
                  </a:lnTo>
                  <a:lnTo>
                    <a:pt x="309537" y="77774"/>
                  </a:lnTo>
                  <a:lnTo>
                    <a:pt x="309003" y="77152"/>
                  </a:lnTo>
                  <a:lnTo>
                    <a:pt x="274967" y="116865"/>
                  </a:lnTo>
                  <a:lnTo>
                    <a:pt x="274967" y="138582"/>
                  </a:lnTo>
                  <a:lnTo>
                    <a:pt x="273570" y="138239"/>
                  </a:lnTo>
                  <a:lnTo>
                    <a:pt x="270357" y="138430"/>
                  </a:lnTo>
                  <a:lnTo>
                    <a:pt x="267157" y="138633"/>
                  </a:lnTo>
                  <a:lnTo>
                    <a:pt x="264680" y="139573"/>
                  </a:lnTo>
                  <a:lnTo>
                    <a:pt x="264680" y="141503"/>
                  </a:lnTo>
                  <a:lnTo>
                    <a:pt x="263842" y="140512"/>
                  </a:lnTo>
                  <a:lnTo>
                    <a:pt x="264591" y="139649"/>
                  </a:lnTo>
                  <a:lnTo>
                    <a:pt x="264680" y="141503"/>
                  </a:lnTo>
                  <a:lnTo>
                    <a:pt x="264680" y="139573"/>
                  </a:lnTo>
                  <a:lnTo>
                    <a:pt x="274383" y="128219"/>
                  </a:lnTo>
                  <a:lnTo>
                    <a:pt x="274167" y="129438"/>
                  </a:lnTo>
                  <a:lnTo>
                    <a:pt x="274523" y="136906"/>
                  </a:lnTo>
                  <a:lnTo>
                    <a:pt x="274967" y="138582"/>
                  </a:lnTo>
                  <a:lnTo>
                    <a:pt x="274967" y="116865"/>
                  </a:lnTo>
                  <a:lnTo>
                    <a:pt x="254698" y="140512"/>
                  </a:lnTo>
                  <a:lnTo>
                    <a:pt x="309003" y="203860"/>
                  </a:lnTo>
                  <a:lnTo>
                    <a:pt x="318147" y="193192"/>
                  </a:lnTo>
                  <a:lnTo>
                    <a:pt x="360172" y="144170"/>
                  </a:lnTo>
                  <a:lnTo>
                    <a:pt x="411365" y="203860"/>
                  </a:lnTo>
                  <a:lnTo>
                    <a:pt x="420497" y="193192"/>
                  </a:lnTo>
                  <a:lnTo>
                    <a:pt x="465670" y="140512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1" name="object 2041" descr=""/>
            <p:cNvSpPr/>
            <p:nvPr/>
          </p:nvSpPr>
          <p:spPr>
            <a:xfrm>
              <a:off x="8402244" y="5959278"/>
              <a:ext cx="361315" cy="282575"/>
            </a:xfrm>
            <a:custGeom>
              <a:avLst/>
              <a:gdLst/>
              <a:ahLst/>
              <a:cxnLst/>
              <a:rect l="l" t="t" r="r" b="b"/>
              <a:pathLst>
                <a:path w="361315" h="282575">
                  <a:moveTo>
                    <a:pt x="108610" y="140512"/>
                  </a:moveTo>
                  <a:lnTo>
                    <a:pt x="99491" y="129882"/>
                  </a:lnTo>
                  <a:lnTo>
                    <a:pt x="99491" y="140512"/>
                  </a:lnTo>
                  <a:lnTo>
                    <a:pt x="89369" y="152311"/>
                  </a:lnTo>
                  <a:lnTo>
                    <a:pt x="89649" y="150799"/>
                  </a:lnTo>
                  <a:lnTo>
                    <a:pt x="89293" y="143319"/>
                  </a:lnTo>
                  <a:lnTo>
                    <a:pt x="88836" y="141643"/>
                  </a:lnTo>
                  <a:lnTo>
                    <a:pt x="90322" y="141998"/>
                  </a:lnTo>
                  <a:lnTo>
                    <a:pt x="93522" y="141795"/>
                  </a:lnTo>
                  <a:lnTo>
                    <a:pt x="96723" y="141592"/>
                  </a:lnTo>
                  <a:lnTo>
                    <a:pt x="99288" y="140639"/>
                  </a:lnTo>
                  <a:lnTo>
                    <a:pt x="99263" y="140258"/>
                  </a:lnTo>
                  <a:lnTo>
                    <a:pt x="99491" y="140512"/>
                  </a:lnTo>
                  <a:lnTo>
                    <a:pt x="99491" y="129882"/>
                  </a:lnTo>
                  <a:lnTo>
                    <a:pt x="97574" y="127647"/>
                  </a:lnTo>
                  <a:lnTo>
                    <a:pt x="97574" y="138303"/>
                  </a:lnTo>
                  <a:lnTo>
                    <a:pt x="96558" y="138049"/>
                  </a:lnTo>
                  <a:lnTo>
                    <a:pt x="90157" y="138442"/>
                  </a:lnTo>
                  <a:lnTo>
                    <a:pt x="88633" y="139014"/>
                  </a:lnTo>
                  <a:lnTo>
                    <a:pt x="88950" y="137261"/>
                  </a:lnTo>
                  <a:lnTo>
                    <a:pt x="88773" y="133527"/>
                  </a:lnTo>
                  <a:lnTo>
                    <a:pt x="88607" y="129781"/>
                  </a:lnTo>
                  <a:lnTo>
                    <a:pt x="87972" y="127520"/>
                  </a:lnTo>
                  <a:lnTo>
                    <a:pt x="87972" y="153949"/>
                  </a:lnTo>
                  <a:lnTo>
                    <a:pt x="54317" y="193192"/>
                  </a:lnTo>
                  <a:lnTo>
                    <a:pt x="42633" y="179590"/>
                  </a:lnTo>
                  <a:lnTo>
                    <a:pt x="45212" y="180187"/>
                  </a:lnTo>
                  <a:lnTo>
                    <a:pt x="51612" y="179793"/>
                  </a:lnTo>
                  <a:lnTo>
                    <a:pt x="53047" y="179260"/>
                  </a:lnTo>
                  <a:lnTo>
                    <a:pt x="52755" y="180975"/>
                  </a:lnTo>
                  <a:lnTo>
                    <a:pt x="52920" y="184708"/>
                  </a:lnTo>
                  <a:lnTo>
                    <a:pt x="53086" y="188455"/>
                  </a:lnTo>
                  <a:lnTo>
                    <a:pt x="53911" y="191439"/>
                  </a:lnTo>
                  <a:lnTo>
                    <a:pt x="55587" y="191338"/>
                  </a:lnTo>
                  <a:lnTo>
                    <a:pt x="56134" y="188264"/>
                  </a:lnTo>
                  <a:lnTo>
                    <a:pt x="55791" y="180784"/>
                  </a:lnTo>
                  <a:lnTo>
                    <a:pt x="55333" y="179108"/>
                  </a:lnTo>
                  <a:lnTo>
                    <a:pt x="56807" y="179463"/>
                  </a:lnTo>
                  <a:lnTo>
                    <a:pt x="60020" y="179260"/>
                  </a:lnTo>
                  <a:lnTo>
                    <a:pt x="63220" y="179057"/>
                  </a:lnTo>
                  <a:lnTo>
                    <a:pt x="65786" y="178092"/>
                  </a:lnTo>
                  <a:lnTo>
                    <a:pt x="65697" y="176136"/>
                  </a:lnTo>
                  <a:lnTo>
                    <a:pt x="63055" y="175514"/>
                  </a:lnTo>
                  <a:lnTo>
                    <a:pt x="56642" y="175907"/>
                  </a:lnTo>
                  <a:lnTo>
                    <a:pt x="55130" y="176479"/>
                  </a:lnTo>
                  <a:lnTo>
                    <a:pt x="55435" y="174726"/>
                  </a:lnTo>
                  <a:lnTo>
                    <a:pt x="55270" y="170992"/>
                  </a:lnTo>
                  <a:lnTo>
                    <a:pt x="55105" y="167246"/>
                  </a:lnTo>
                  <a:lnTo>
                    <a:pt x="54279" y="164261"/>
                  </a:lnTo>
                  <a:lnTo>
                    <a:pt x="52603" y="164376"/>
                  </a:lnTo>
                  <a:lnTo>
                    <a:pt x="52057" y="167436"/>
                  </a:lnTo>
                  <a:lnTo>
                    <a:pt x="52400" y="174917"/>
                  </a:lnTo>
                  <a:lnTo>
                    <a:pt x="52844" y="176580"/>
                  </a:lnTo>
                  <a:lnTo>
                    <a:pt x="51447" y="176237"/>
                  </a:lnTo>
                  <a:lnTo>
                    <a:pt x="48247" y="176441"/>
                  </a:lnTo>
                  <a:lnTo>
                    <a:pt x="45046" y="176644"/>
                  </a:lnTo>
                  <a:lnTo>
                    <a:pt x="42481" y="177596"/>
                  </a:lnTo>
                  <a:lnTo>
                    <a:pt x="42557" y="179501"/>
                  </a:lnTo>
                  <a:lnTo>
                    <a:pt x="10045" y="141579"/>
                  </a:lnTo>
                  <a:lnTo>
                    <a:pt x="12623" y="142189"/>
                  </a:lnTo>
                  <a:lnTo>
                    <a:pt x="19037" y="141782"/>
                  </a:lnTo>
                  <a:lnTo>
                    <a:pt x="20472" y="141249"/>
                  </a:lnTo>
                  <a:lnTo>
                    <a:pt x="20180" y="142976"/>
                  </a:lnTo>
                  <a:lnTo>
                    <a:pt x="20345" y="146710"/>
                  </a:lnTo>
                  <a:lnTo>
                    <a:pt x="20523" y="150444"/>
                  </a:lnTo>
                  <a:lnTo>
                    <a:pt x="21336" y="153428"/>
                  </a:lnTo>
                  <a:lnTo>
                    <a:pt x="23012" y="153327"/>
                  </a:lnTo>
                  <a:lnTo>
                    <a:pt x="23558" y="150253"/>
                  </a:lnTo>
                  <a:lnTo>
                    <a:pt x="23215" y="142786"/>
                  </a:lnTo>
                  <a:lnTo>
                    <a:pt x="22745" y="141109"/>
                  </a:lnTo>
                  <a:lnTo>
                    <a:pt x="24231" y="141452"/>
                  </a:lnTo>
                  <a:lnTo>
                    <a:pt x="27432" y="141249"/>
                  </a:lnTo>
                  <a:lnTo>
                    <a:pt x="30645" y="141058"/>
                  </a:lnTo>
                  <a:lnTo>
                    <a:pt x="33210" y="140093"/>
                  </a:lnTo>
                  <a:lnTo>
                    <a:pt x="33108" y="138137"/>
                  </a:lnTo>
                  <a:lnTo>
                    <a:pt x="30467" y="137502"/>
                  </a:lnTo>
                  <a:lnTo>
                    <a:pt x="24066" y="137909"/>
                  </a:lnTo>
                  <a:lnTo>
                    <a:pt x="22555" y="138480"/>
                  </a:lnTo>
                  <a:lnTo>
                    <a:pt x="22860" y="136728"/>
                  </a:lnTo>
                  <a:lnTo>
                    <a:pt x="22694" y="132981"/>
                  </a:lnTo>
                  <a:lnTo>
                    <a:pt x="22517" y="129247"/>
                  </a:lnTo>
                  <a:lnTo>
                    <a:pt x="21691" y="126263"/>
                  </a:lnTo>
                  <a:lnTo>
                    <a:pt x="21336" y="126288"/>
                  </a:lnTo>
                  <a:lnTo>
                    <a:pt x="53098" y="89242"/>
                  </a:lnTo>
                  <a:lnTo>
                    <a:pt x="52679" y="91617"/>
                  </a:lnTo>
                  <a:lnTo>
                    <a:pt x="53022" y="99085"/>
                  </a:lnTo>
                  <a:lnTo>
                    <a:pt x="53467" y="100761"/>
                  </a:lnTo>
                  <a:lnTo>
                    <a:pt x="52070" y="100418"/>
                  </a:lnTo>
                  <a:lnTo>
                    <a:pt x="48869" y="100609"/>
                  </a:lnTo>
                  <a:lnTo>
                    <a:pt x="45669" y="100812"/>
                  </a:lnTo>
                  <a:lnTo>
                    <a:pt x="43103" y="101777"/>
                  </a:lnTo>
                  <a:lnTo>
                    <a:pt x="43192" y="103733"/>
                  </a:lnTo>
                  <a:lnTo>
                    <a:pt x="45834" y="104368"/>
                  </a:lnTo>
                  <a:lnTo>
                    <a:pt x="52235" y="103962"/>
                  </a:lnTo>
                  <a:lnTo>
                    <a:pt x="53670" y="103428"/>
                  </a:lnTo>
                  <a:lnTo>
                    <a:pt x="53378" y="105156"/>
                  </a:lnTo>
                  <a:lnTo>
                    <a:pt x="53543" y="108889"/>
                  </a:lnTo>
                  <a:lnTo>
                    <a:pt x="53708" y="112623"/>
                  </a:lnTo>
                  <a:lnTo>
                    <a:pt x="54533" y="115608"/>
                  </a:lnTo>
                  <a:lnTo>
                    <a:pt x="56210" y="115506"/>
                  </a:lnTo>
                  <a:lnTo>
                    <a:pt x="56756" y="112445"/>
                  </a:lnTo>
                  <a:lnTo>
                    <a:pt x="56413" y="104965"/>
                  </a:lnTo>
                  <a:lnTo>
                    <a:pt x="55956" y="103289"/>
                  </a:lnTo>
                  <a:lnTo>
                    <a:pt x="57429" y="103632"/>
                  </a:lnTo>
                  <a:lnTo>
                    <a:pt x="60642" y="103428"/>
                  </a:lnTo>
                  <a:lnTo>
                    <a:pt x="63842" y="103238"/>
                  </a:lnTo>
                  <a:lnTo>
                    <a:pt x="66408" y="102273"/>
                  </a:lnTo>
                  <a:lnTo>
                    <a:pt x="66382" y="101930"/>
                  </a:lnTo>
                  <a:lnTo>
                    <a:pt x="87731" y="126809"/>
                  </a:lnTo>
                  <a:lnTo>
                    <a:pt x="86106" y="126911"/>
                  </a:lnTo>
                  <a:lnTo>
                    <a:pt x="85559" y="129971"/>
                  </a:lnTo>
                  <a:lnTo>
                    <a:pt x="85902" y="137452"/>
                  </a:lnTo>
                  <a:lnTo>
                    <a:pt x="86347" y="139115"/>
                  </a:lnTo>
                  <a:lnTo>
                    <a:pt x="84963" y="138772"/>
                  </a:lnTo>
                  <a:lnTo>
                    <a:pt x="81749" y="138976"/>
                  </a:lnTo>
                  <a:lnTo>
                    <a:pt x="78549" y="139179"/>
                  </a:lnTo>
                  <a:lnTo>
                    <a:pt x="75984" y="140131"/>
                  </a:lnTo>
                  <a:lnTo>
                    <a:pt x="76073" y="142100"/>
                  </a:lnTo>
                  <a:lnTo>
                    <a:pt x="78714" y="142722"/>
                  </a:lnTo>
                  <a:lnTo>
                    <a:pt x="85128" y="142328"/>
                  </a:lnTo>
                  <a:lnTo>
                    <a:pt x="86550" y="141795"/>
                  </a:lnTo>
                  <a:lnTo>
                    <a:pt x="86258" y="143510"/>
                  </a:lnTo>
                  <a:lnTo>
                    <a:pt x="86423" y="147243"/>
                  </a:lnTo>
                  <a:lnTo>
                    <a:pt x="86601" y="150990"/>
                  </a:lnTo>
                  <a:lnTo>
                    <a:pt x="87426" y="153974"/>
                  </a:lnTo>
                  <a:lnTo>
                    <a:pt x="87972" y="153949"/>
                  </a:lnTo>
                  <a:lnTo>
                    <a:pt x="87972" y="127520"/>
                  </a:lnTo>
                  <a:lnTo>
                    <a:pt x="87795" y="126885"/>
                  </a:lnTo>
                  <a:lnTo>
                    <a:pt x="97574" y="138303"/>
                  </a:lnTo>
                  <a:lnTo>
                    <a:pt x="97574" y="127647"/>
                  </a:lnTo>
                  <a:lnTo>
                    <a:pt x="64681" y="89268"/>
                  </a:lnTo>
                  <a:lnTo>
                    <a:pt x="64681" y="99923"/>
                  </a:lnTo>
                  <a:lnTo>
                    <a:pt x="63677" y="99682"/>
                  </a:lnTo>
                  <a:lnTo>
                    <a:pt x="57264" y="100088"/>
                  </a:lnTo>
                  <a:lnTo>
                    <a:pt x="55753" y="100660"/>
                  </a:lnTo>
                  <a:lnTo>
                    <a:pt x="56057" y="98907"/>
                  </a:lnTo>
                  <a:lnTo>
                    <a:pt x="55892" y="95161"/>
                  </a:lnTo>
                  <a:lnTo>
                    <a:pt x="55727" y="91427"/>
                  </a:lnTo>
                  <a:lnTo>
                    <a:pt x="54914" y="88531"/>
                  </a:lnTo>
                  <a:lnTo>
                    <a:pt x="64681" y="99923"/>
                  </a:lnTo>
                  <a:lnTo>
                    <a:pt x="64681" y="89268"/>
                  </a:lnTo>
                  <a:lnTo>
                    <a:pt x="63449" y="87820"/>
                  </a:lnTo>
                  <a:lnTo>
                    <a:pt x="54851" y="77787"/>
                  </a:lnTo>
                  <a:lnTo>
                    <a:pt x="54851" y="88455"/>
                  </a:lnTo>
                  <a:lnTo>
                    <a:pt x="53721" y="88519"/>
                  </a:lnTo>
                  <a:lnTo>
                    <a:pt x="54317" y="87820"/>
                  </a:lnTo>
                  <a:lnTo>
                    <a:pt x="54851" y="88455"/>
                  </a:lnTo>
                  <a:lnTo>
                    <a:pt x="54851" y="77787"/>
                  </a:lnTo>
                  <a:lnTo>
                    <a:pt x="54317" y="77152"/>
                  </a:lnTo>
                  <a:lnTo>
                    <a:pt x="20269" y="116878"/>
                  </a:lnTo>
                  <a:lnTo>
                    <a:pt x="20269" y="138582"/>
                  </a:lnTo>
                  <a:lnTo>
                    <a:pt x="18872" y="138239"/>
                  </a:lnTo>
                  <a:lnTo>
                    <a:pt x="15671" y="138430"/>
                  </a:lnTo>
                  <a:lnTo>
                    <a:pt x="12458" y="138633"/>
                  </a:lnTo>
                  <a:lnTo>
                    <a:pt x="9982" y="139573"/>
                  </a:lnTo>
                  <a:lnTo>
                    <a:pt x="9982" y="141503"/>
                  </a:lnTo>
                  <a:lnTo>
                    <a:pt x="9144" y="140512"/>
                  </a:lnTo>
                  <a:lnTo>
                    <a:pt x="9893" y="139636"/>
                  </a:lnTo>
                  <a:lnTo>
                    <a:pt x="9982" y="141503"/>
                  </a:lnTo>
                  <a:lnTo>
                    <a:pt x="9982" y="139573"/>
                  </a:lnTo>
                  <a:lnTo>
                    <a:pt x="19685" y="128206"/>
                  </a:lnTo>
                  <a:lnTo>
                    <a:pt x="19481" y="129438"/>
                  </a:lnTo>
                  <a:lnTo>
                    <a:pt x="19824" y="136906"/>
                  </a:lnTo>
                  <a:lnTo>
                    <a:pt x="20269" y="138582"/>
                  </a:lnTo>
                  <a:lnTo>
                    <a:pt x="20269" y="116878"/>
                  </a:lnTo>
                  <a:lnTo>
                    <a:pt x="0" y="140512"/>
                  </a:lnTo>
                  <a:lnTo>
                    <a:pt x="54317" y="203860"/>
                  </a:lnTo>
                  <a:lnTo>
                    <a:pt x="63449" y="193192"/>
                  </a:lnTo>
                  <a:lnTo>
                    <a:pt x="108610" y="140512"/>
                  </a:lnTo>
                  <a:close/>
                </a:path>
                <a:path w="361315" h="282575">
                  <a:moveTo>
                    <a:pt x="158927" y="218681"/>
                  </a:moveTo>
                  <a:lnTo>
                    <a:pt x="149783" y="208026"/>
                  </a:lnTo>
                  <a:lnTo>
                    <a:pt x="149783" y="218681"/>
                  </a:lnTo>
                  <a:lnTo>
                    <a:pt x="104609" y="271360"/>
                  </a:lnTo>
                  <a:lnTo>
                    <a:pt x="60337" y="219748"/>
                  </a:lnTo>
                  <a:lnTo>
                    <a:pt x="62915" y="220357"/>
                  </a:lnTo>
                  <a:lnTo>
                    <a:pt x="69342" y="219951"/>
                  </a:lnTo>
                  <a:lnTo>
                    <a:pt x="70764" y="219417"/>
                  </a:lnTo>
                  <a:lnTo>
                    <a:pt x="70472" y="221145"/>
                  </a:lnTo>
                  <a:lnTo>
                    <a:pt x="70637" y="224878"/>
                  </a:lnTo>
                  <a:lnTo>
                    <a:pt x="70815" y="228612"/>
                  </a:lnTo>
                  <a:lnTo>
                    <a:pt x="71640" y="231597"/>
                  </a:lnTo>
                  <a:lnTo>
                    <a:pt x="73317" y="231495"/>
                  </a:lnTo>
                  <a:lnTo>
                    <a:pt x="73850" y="228434"/>
                  </a:lnTo>
                  <a:lnTo>
                    <a:pt x="73507" y="220954"/>
                  </a:lnTo>
                  <a:lnTo>
                    <a:pt x="73050" y="219278"/>
                  </a:lnTo>
                  <a:lnTo>
                    <a:pt x="74536" y="219621"/>
                  </a:lnTo>
                  <a:lnTo>
                    <a:pt x="77736" y="219430"/>
                  </a:lnTo>
                  <a:lnTo>
                    <a:pt x="80937" y="219227"/>
                  </a:lnTo>
                  <a:lnTo>
                    <a:pt x="83502" y="218262"/>
                  </a:lnTo>
                  <a:lnTo>
                    <a:pt x="83413" y="216306"/>
                  </a:lnTo>
                  <a:lnTo>
                    <a:pt x="80772" y="215671"/>
                  </a:lnTo>
                  <a:lnTo>
                    <a:pt x="74358" y="216077"/>
                  </a:lnTo>
                  <a:lnTo>
                    <a:pt x="72847" y="216649"/>
                  </a:lnTo>
                  <a:lnTo>
                    <a:pt x="73152" y="214896"/>
                  </a:lnTo>
                  <a:lnTo>
                    <a:pt x="72986" y="211150"/>
                  </a:lnTo>
                  <a:lnTo>
                    <a:pt x="72821" y="207416"/>
                  </a:lnTo>
                  <a:lnTo>
                    <a:pt x="71996" y="204431"/>
                  </a:lnTo>
                  <a:lnTo>
                    <a:pt x="71628" y="204457"/>
                  </a:lnTo>
                  <a:lnTo>
                    <a:pt x="104609" y="165989"/>
                  </a:lnTo>
                  <a:lnTo>
                    <a:pt x="149783" y="218681"/>
                  </a:lnTo>
                  <a:lnTo>
                    <a:pt x="149783" y="208026"/>
                  </a:lnTo>
                  <a:lnTo>
                    <a:pt x="113753" y="165989"/>
                  </a:lnTo>
                  <a:lnTo>
                    <a:pt x="104609" y="155333"/>
                  </a:lnTo>
                  <a:lnTo>
                    <a:pt x="70561" y="195046"/>
                  </a:lnTo>
                  <a:lnTo>
                    <a:pt x="70561" y="216750"/>
                  </a:lnTo>
                  <a:lnTo>
                    <a:pt x="69164" y="216408"/>
                  </a:lnTo>
                  <a:lnTo>
                    <a:pt x="65963" y="216598"/>
                  </a:lnTo>
                  <a:lnTo>
                    <a:pt x="62763" y="216801"/>
                  </a:lnTo>
                  <a:lnTo>
                    <a:pt x="60274" y="217754"/>
                  </a:lnTo>
                  <a:lnTo>
                    <a:pt x="60274" y="219671"/>
                  </a:lnTo>
                  <a:lnTo>
                    <a:pt x="59436" y="218681"/>
                  </a:lnTo>
                  <a:lnTo>
                    <a:pt x="60198" y="217792"/>
                  </a:lnTo>
                  <a:lnTo>
                    <a:pt x="60274" y="219671"/>
                  </a:lnTo>
                  <a:lnTo>
                    <a:pt x="60274" y="217754"/>
                  </a:lnTo>
                  <a:lnTo>
                    <a:pt x="69989" y="206375"/>
                  </a:lnTo>
                  <a:lnTo>
                    <a:pt x="69773" y="207606"/>
                  </a:lnTo>
                  <a:lnTo>
                    <a:pt x="70116" y="215087"/>
                  </a:lnTo>
                  <a:lnTo>
                    <a:pt x="70561" y="216750"/>
                  </a:lnTo>
                  <a:lnTo>
                    <a:pt x="70561" y="195046"/>
                  </a:lnTo>
                  <a:lnTo>
                    <a:pt x="50292" y="218681"/>
                  </a:lnTo>
                  <a:lnTo>
                    <a:pt x="104609" y="282028"/>
                  </a:lnTo>
                  <a:lnTo>
                    <a:pt x="113753" y="271360"/>
                  </a:lnTo>
                  <a:lnTo>
                    <a:pt x="158927" y="218681"/>
                  </a:lnTo>
                  <a:close/>
                </a:path>
                <a:path w="361315" h="282575">
                  <a:moveTo>
                    <a:pt x="235038" y="140093"/>
                  </a:moveTo>
                  <a:lnTo>
                    <a:pt x="234937" y="138137"/>
                  </a:lnTo>
                  <a:lnTo>
                    <a:pt x="232308" y="137502"/>
                  </a:lnTo>
                  <a:lnTo>
                    <a:pt x="225894" y="137909"/>
                  </a:lnTo>
                  <a:lnTo>
                    <a:pt x="223342" y="138874"/>
                  </a:lnTo>
                  <a:lnTo>
                    <a:pt x="220700" y="138239"/>
                  </a:lnTo>
                  <a:lnTo>
                    <a:pt x="217500" y="138430"/>
                  </a:lnTo>
                  <a:lnTo>
                    <a:pt x="214287" y="138633"/>
                  </a:lnTo>
                  <a:lnTo>
                    <a:pt x="211721" y="139598"/>
                  </a:lnTo>
                  <a:lnTo>
                    <a:pt x="211823" y="141554"/>
                  </a:lnTo>
                  <a:lnTo>
                    <a:pt x="214464" y="142189"/>
                  </a:lnTo>
                  <a:lnTo>
                    <a:pt x="220865" y="141782"/>
                  </a:lnTo>
                  <a:lnTo>
                    <a:pt x="222300" y="141249"/>
                  </a:lnTo>
                  <a:lnTo>
                    <a:pt x="222008" y="142976"/>
                  </a:lnTo>
                  <a:lnTo>
                    <a:pt x="222173" y="146710"/>
                  </a:lnTo>
                  <a:lnTo>
                    <a:pt x="222338" y="150444"/>
                  </a:lnTo>
                  <a:lnTo>
                    <a:pt x="223164" y="153428"/>
                  </a:lnTo>
                  <a:lnTo>
                    <a:pt x="224840" y="153327"/>
                  </a:lnTo>
                  <a:lnTo>
                    <a:pt x="225386" y="150253"/>
                  </a:lnTo>
                  <a:lnTo>
                    <a:pt x="225044" y="142786"/>
                  </a:lnTo>
                  <a:lnTo>
                    <a:pt x="224586" y="141109"/>
                  </a:lnTo>
                  <a:lnTo>
                    <a:pt x="226060" y="141452"/>
                  </a:lnTo>
                  <a:lnTo>
                    <a:pt x="229273" y="141249"/>
                  </a:lnTo>
                  <a:lnTo>
                    <a:pt x="232473" y="141058"/>
                  </a:lnTo>
                  <a:lnTo>
                    <a:pt x="235038" y="140093"/>
                  </a:lnTo>
                  <a:close/>
                </a:path>
                <a:path w="361315" h="282575">
                  <a:moveTo>
                    <a:pt x="267614" y="178092"/>
                  </a:moveTo>
                  <a:lnTo>
                    <a:pt x="267525" y="176136"/>
                  </a:lnTo>
                  <a:lnTo>
                    <a:pt x="264883" y="175514"/>
                  </a:lnTo>
                  <a:lnTo>
                    <a:pt x="258470" y="175907"/>
                  </a:lnTo>
                  <a:lnTo>
                    <a:pt x="256959" y="176479"/>
                  </a:lnTo>
                  <a:lnTo>
                    <a:pt x="257263" y="174726"/>
                  </a:lnTo>
                  <a:lnTo>
                    <a:pt x="257098" y="170992"/>
                  </a:lnTo>
                  <a:lnTo>
                    <a:pt x="256933" y="167246"/>
                  </a:lnTo>
                  <a:lnTo>
                    <a:pt x="256108" y="164261"/>
                  </a:lnTo>
                  <a:lnTo>
                    <a:pt x="254431" y="164376"/>
                  </a:lnTo>
                  <a:lnTo>
                    <a:pt x="253885" y="167436"/>
                  </a:lnTo>
                  <a:lnTo>
                    <a:pt x="254228" y="174917"/>
                  </a:lnTo>
                  <a:lnTo>
                    <a:pt x="254673" y="176580"/>
                  </a:lnTo>
                  <a:lnTo>
                    <a:pt x="253276" y="176237"/>
                  </a:lnTo>
                  <a:lnTo>
                    <a:pt x="250075" y="176441"/>
                  </a:lnTo>
                  <a:lnTo>
                    <a:pt x="246875" y="176644"/>
                  </a:lnTo>
                  <a:lnTo>
                    <a:pt x="244309" y="177596"/>
                  </a:lnTo>
                  <a:lnTo>
                    <a:pt x="244398" y="179565"/>
                  </a:lnTo>
                  <a:lnTo>
                    <a:pt x="247040" y="180187"/>
                  </a:lnTo>
                  <a:lnTo>
                    <a:pt x="253453" y="179793"/>
                  </a:lnTo>
                  <a:lnTo>
                    <a:pt x="254876" y="179260"/>
                  </a:lnTo>
                  <a:lnTo>
                    <a:pt x="254584" y="180975"/>
                  </a:lnTo>
                  <a:lnTo>
                    <a:pt x="254749" y="184708"/>
                  </a:lnTo>
                  <a:lnTo>
                    <a:pt x="254927" y="188455"/>
                  </a:lnTo>
                  <a:lnTo>
                    <a:pt x="255752" y="191439"/>
                  </a:lnTo>
                  <a:lnTo>
                    <a:pt x="257429" y="191338"/>
                  </a:lnTo>
                  <a:lnTo>
                    <a:pt x="257962" y="188264"/>
                  </a:lnTo>
                  <a:lnTo>
                    <a:pt x="257619" y="180784"/>
                  </a:lnTo>
                  <a:lnTo>
                    <a:pt x="257162" y="179108"/>
                  </a:lnTo>
                  <a:lnTo>
                    <a:pt x="258648" y="179463"/>
                  </a:lnTo>
                  <a:lnTo>
                    <a:pt x="261848" y="179260"/>
                  </a:lnTo>
                  <a:lnTo>
                    <a:pt x="265049" y="179057"/>
                  </a:lnTo>
                  <a:lnTo>
                    <a:pt x="267614" y="178092"/>
                  </a:lnTo>
                  <a:close/>
                </a:path>
                <a:path w="361315" h="282575">
                  <a:moveTo>
                    <a:pt x="268236" y="102273"/>
                  </a:moveTo>
                  <a:lnTo>
                    <a:pt x="268147" y="100317"/>
                  </a:lnTo>
                  <a:lnTo>
                    <a:pt x="265506" y="99682"/>
                  </a:lnTo>
                  <a:lnTo>
                    <a:pt x="259092" y="100088"/>
                  </a:lnTo>
                  <a:lnTo>
                    <a:pt x="257581" y="100660"/>
                  </a:lnTo>
                  <a:lnTo>
                    <a:pt x="257886" y="98907"/>
                  </a:lnTo>
                  <a:lnTo>
                    <a:pt x="257721" y="95161"/>
                  </a:lnTo>
                  <a:lnTo>
                    <a:pt x="257556" y="91427"/>
                  </a:lnTo>
                  <a:lnTo>
                    <a:pt x="256730" y="88442"/>
                  </a:lnTo>
                  <a:lnTo>
                    <a:pt x="255054" y="88544"/>
                  </a:lnTo>
                  <a:lnTo>
                    <a:pt x="254508" y="91617"/>
                  </a:lnTo>
                  <a:lnTo>
                    <a:pt x="254850" y="99085"/>
                  </a:lnTo>
                  <a:lnTo>
                    <a:pt x="255308" y="100761"/>
                  </a:lnTo>
                  <a:lnTo>
                    <a:pt x="253898" y="100418"/>
                  </a:lnTo>
                  <a:lnTo>
                    <a:pt x="250698" y="100609"/>
                  </a:lnTo>
                  <a:lnTo>
                    <a:pt x="247497" y="100812"/>
                  </a:lnTo>
                  <a:lnTo>
                    <a:pt x="244932" y="101777"/>
                  </a:lnTo>
                  <a:lnTo>
                    <a:pt x="245021" y="103733"/>
                  </a:lnTo>
                  <a:lnTo>
                    <a:pt x="247662" y="104368"/>
                  </a:lnTo>
                  <a:lnTo>
                    <a:pt x="254076" y="103962"/>
                  </a:lnTo>
                  <a:lnTo>
                    <a:pt x="255498" y="103428"/>
                  </a:lnTo>
                  <a:lnTo>
                    <a:pt x="255206" y="105156"/>
                  </a:lnTo>
                  <a:lnTo>
                    <a:pt x="255371" y="108889"/>
                  </a:lnTo>
                  <a:lnTo>
                    <a:pt x="255536" y="112623"/>
                  </a:lnTo>
                  <a:lnTo>
                    <a:pt x="256374" y="115608"/>
                  </a:lnTo>
                  <a:lnTo>
                    <a:pt x="258051" y="115506"/>
                  </a:lnTo>
                  <a:lnTo>
                    <a:pt x="258584" y="112445"/>
                  </a:lnTo>
                  <a:lnTo>
                    <a:pt x="258241" y="104965"/>
                  </a:lnTo>
                  <a:lnTo>
                    <a:pt x="257784" y="103289"/>
                  </a:lnTo>
                  <a:lnTo>
                    <a:pt x="259270" y="103632"/>
                  </a:lnTo>
                  <a:lnTo>
                    <a:pt x="262470" y="103428"/>
                  </a:lnTo>
                  <a:lnTo>
                    <a:pt x="265671" y="103238"/>
                  </a:lnTo>
                  <a:lnTo>
                    <a:pt x="268236" y="102273"/>
                  </a:lnTo>
                  <a:close/>
                </a:path>
                <a:path w="361315" h="282575">
                  <a:moveTo>
                    <a:pt x="301129" y="140639"/>
                  </a:moveTo>
                  <a:lnTo>
                    <a:pt x="301028" y="138671"/>
                  </a:lnTo>
                  <a:lnTo>
                    <a:pt x="298386" y="138049"/>
                  </a:lnTo>
                  <a:lnTo>
                    <a:pt x="291985" y="138442"/>
                  </a:lnTo>
                  <a:lnTo>
                    <a:pt x="290474" y="139014"/>
                  </a:lnTo>
                  <a:lnTo>
                    <a:pt x="290779" y="137261"/>
                  </a:lnTo>
                  <a:lnTo>
                    <a:pt x="290614" y="133527"/>
                  </a:lnTo>
                  <a:lnTo>
                    <a:pt x="290436" y="129781"/>
                  </a:lnTo>
                  <a:lnTo>
                    <a:pt x="289610" y="126796"/>
                  </a:lnTo>
                  <a:lnTo>
                    <a:pt x="287934" y="126911"/>
                  </a:lnTo>
                  <a:lnTo>
                    <a:pt x="287401" y="129971"/>
                  </a:lnTo>
                  <a:lnTo>
                    <a:pt x="287743" y="137452"/>
                  </a:lnTo>
                  <a:lnTo>
                    <a:pt x="288188" y="139115"/>
                  </a:lnTo>
                  <a:lnTo>
                    <a:pt x="286791" y="138772"/>
                  </a:lnTo>
                  <a:lnTo>
                    <a:pt x="283591" y="138976"/>
                  </a:lnTo>
                  <a:lnTo>
                    <a:pt x="280377" y="139179"/>
                  </a:lnTo>
                  <a:lnTo>
                    <a:pt x="277812" y="140131"/>
                  </a:lnTo>
                  <a:lnTo>
                    <a:pt x="277914" y="142100"/>
                  </a:lnTo>
                  <a:lnTo>
                    <a:pt x="280543" y="142722"/>
                  </a:lnTo>
                  <a:lnTo>
                    <a:pt x="286956" y="142328"/>
                  </a:lnTo>
                  <a:lnTo>
                    <a:pt x="288391" y="141795"/>
                  </a:lnTo>
                  <a:lnTo>
                    <a:pt x="288099" y="143510"/>
                  </a:lnTo>
                  <a:lnTo>
                    <a:pt x="288264" y="147243"/>
                  </a:lnTo>
                  <a:lnTo>
                    <a:pt x="288429" y="150990"/>
                  </a:lnTo>
                  <a:lnTo>
                    <a:pt x="289255" y="153974"/>
                  </a:lnTo>
                  <a:lnTo>
                    <a:pt x="290931" y="153873"/>
                  </a:lnTo>
                  <a:lnTo>
                    <a:pt x="291477" y="150799"/>
                  </a:lnTo>
                  <a:lnTo>
                    <a:pt x="291134" y="143319"/>
                  </a:lnTo>
                  <a:lnTo>
                    <a:pt x="290664" y="141643"/>
                  </a:lnTo>
                  <a:lnTo>
                    <a:pt x="292150" y="141998"/>
                  </a:lnTo>
                  <a:lnTo>
                    <a:pt x="295351" y="141795"/>
                  </a:lnTo>
                  <a:lnTo>
                    <a:pt x="298564" y="141592"/>
                  </a:lnTo>
                  <a:lnTo>
                    <a:pt x="301129" y="140639"/>
                  </a:lnTo>
                  <a:close/>
                </a:path>
                <a:path w="361315" h="282575">
                  <a:moveTo>
                    <a:pt x="360984" y="63347"/>
                  </a:moveTo>
                  <a:lnTo>
                    <a:pt x="351853" y="52705"/>
                  </a:lnTo>
                  <a:lnTo>
                    <a:pt x="351853" y="63347"/>
                  </a:lnTo>
                  <a:lnTo>
                    <a:pt x="341757" y="75133"/>
                  </a:lnTo>
                  <a:lnTo>
                    <a:pt x="342023" y="73634"/>
                  </a:lnTo>
                  <a:lnTo>
                    <a:pt x="341668" y="66167"/>
                  </a:lnTo>
                  <a:lnTo>
                    <a:pt x="341210" y="64490"/>
                  </a:lnTo>
                  <a:lnTo>
                    <a:pt x="342696" y="64833"/>
                  </a:lnTo>
                  <a:lnTo>
                    <a:pt x="345897" y="64630"/>
                  </a:lnTo>
                  <a:lnTo>
                    <a:pt x="349097" y="64439"/>
                  </a:lnTo>
                  <a:lnTo>
                    <a:pt x="351663" y="63474"/>
                  </a:lnTo>
                  <a:lnTo>
                    <a:pt x="351637" y="63106"/>
                  </a:lnTo>
                  <a:lnTo>
                    <a:pt x="351853" y="63347"/>
                  </a:lnTo>
                  <a:lnTo>
                    <a:pt x="351853" y="52705"/>
                  </a:lnTo>
                  <a:lnTo>
                    <a:pt x="349948" y="50482"/>
                  </a:lnTo>
                  <a:lnTo>
                    <a:pt x="349948" y="61137"/>
                  </a:lnTo>
                  <a:lnTo>
                    <a:pt x="348932" y="60883"/>
                  </a:lnTo>
                  <a:lnTo>
                    <a:pt x="342531" y="61290"/>
                  </a:lnTo>
                  <a:lnTo>
                    <a:pt x="341020" y="61861"/>
                  </a:lnTo>
                  <a:lnTo>
                    <a:pt x="341325" y="60096"/>
                  </a:lnTo>
                  <a:lnTo>
                    <a:pt x="341147" y="56362"/>
                  </a:lnTo>
                  <a:lnTo>
                    <a:pt x="340982" y="52628"/>
                  </a:lnTo>
                  <a:lnTo>
                    <a:pt x="340334" y="50330"/>
                  </a:lnTo>
                  <a:lnTo>
                    <a:pt x="340334" y="76784"/>
                  </a:lnTo>
                  <a:lnTo>
                    <a:pt x="306692" y="116039"/>
                  </a:lnTo>
                  <a:lnTo>
                    <a:pt x="294995" y="102425"/>
                  </a:lnTo>
                  <a:lnTo>
                    <a:pt x="297586" y="103022"/>
                  </a:lnTo>
                  <a:lnTo>
                    <a:pt x="303987" y="102628"/>
                  </a:lnTo>
                  <a:lnTo>
                    <a:pt x="305422" y="102095"/>
                  </a:lnTo>
                  <a:lnTo>
                    <a:pt x="305130" y="103809"/>
                  </a:lnTo>
                  <a:lnTo>
                    <a:pt x="305295" y="107556"/>
                  </a:lnTo>
                  <a:lnTo>
                    <a:pt x="305460" y="111290"/>
                  </a:lnTo>
                  <a:lnTo>
                    <a:pt x="306285" y="114274"/>
                  </a:lnTo>
                  <a:lnTo>
                    <a:pt x="307962" y="114173"/>
                  </a:lnTo>
                  <a:lnTo>
                    <a:pt x="308508" y="111099"/>
                  </a:lnTo>
                  <a:lnTo>
                    <a:pt x="308165" y="103632"/>
                  </a:lnTo>
                  <a:lnTo>
                    <a:pt x="307708" y="101955"/>
                  </a:lnTo>
                  <a:lnTo>
                    <a:pt x="309181" y="102298"/>
                  </a:lnTo>
                  <a:lnTo>
                    <a:pt x="312394" y="102095"/>
                  </a:lnTo>
                  <a:lnTo>
                    <a:pt x="315595" y="101904"/>
                  </a:lnTo>
                  <a:lnTo>
                    <a:pt x="318160" y="100939"/>
                  </a:lnTo>
                  <a:lnTo>
                    <a:pt x="318071" y="98983"/>
                  </a:lnTo>
                  <a:lnTo>
                    <a:pt x="315429" y="98348"/>
                  </a:lnTo>
                  <a:lnTo>
                    <a:pt x="309016" y="98755"/>
                  </a:lnTo>
                  <a:lnTo>
                    <a:pt x="307505" y="99326"/>
                  </a:lnTo>
                  <a:lnTo>
                    <a:pt x="307809" y="97574"/>
                  </a:lnTo>
                  <a:lnTo>
                    <a:pt x="307644" y="93827"/>
                  </a:lnTo>
                  <a:lnTo>
                    <a:pt x="307479" y="90093"/>
                  </a:lnTo>
                  <a:lnTo>
                    <a:pt x="306654" y="87109"/>
                  </a:lnTo>
                  <a:lnTo>
                    <a:pt x="304977" y="87210"/>
                  </a:lnTo>
                  <a:lnTo>
                    <a:pt x="304431" y="90284"/>
                  </a:lnTo>
                  <a:lnTo>
                    <a:pt x="304774" y="97751"/>
                  </a:lnTo>
                  <a:lnTo>
                    <a:pt x="305219" y="99428"/>
                  </a:lnTo>
                  <a:lnTo>
                    <a:pt x="303822" y="99085"/>
                  </a:lnTo>
                  <a:lnTo>
                    <a:pt x="300621" y="99275"/>
                  </a:lnTo>
                  <a:lnTo>
                    <a:pt x="297421" y="99479"/>
                  </a:lnTo>
                  <a:lnTo>
                    <a:pt x="294855" y="100444"/>
                  </a:lnTo>
                  <a:lnTo>
                    <a:pt x="294932" y="102349"/>
                  </a:lnTo>
                  <a:lnTo>
                    <a:pt x="262420" y="64414"/>
                  </a:lnTo>
                  <a:lnTo>
                    <a:pt x="264998" y="65024"/>
                  </a:lnTo>
                  <a:lnTo>
                    <a:pt x="271411" y="64630"/>
                  </a:lnTo>
                  <a:lnTo>
                    <a:pt x="272846" y="64096"/>
                  </a:lnTo>
                  <a:lnTo>
                    <a:pt x="272554" y="65811"/>
                  </a:lnTo>
                  <a:lnTo>
                    <a:pt x="272719" y="69545"/>
                  </a:lnTo>
                  <a:lnTo>
                    <a:pt x="272884" y="73291"/>
                  </a:lnTo>
                  <a:lnTo>
                    <a:pt x="273710" y="76276"/>
                  </a:lnTo>
                  <a:lnTo>
                    <a:pt x="275386" y="76161"/>
                  </a:lnTo>
                  <a:lnTo>
                    <a:pt x="275932" y="73101"/>
                  </a:lnTo>
                  <a:lnTo>
                    <a:pt x="275590" y="65620"/>
                  </a:lnTo>
                  <a:lnTo>
                    <a:pt x="275120" y="63944"/>
                  </a:lnTo>
                  <a:lnTo>
                    <a:pt x="276606" y="64287"/>
                  </a:lnTo>
                  <a:lnTo>
                    <a:pt x="279806" y="64096"/>
                  </a:lnTo>
                  <a:lnTo>
                    <a:pt x="283019" y="63893"/>
                  </a:lnTo>
                  <a:lnTo>
                    <a:pt x="285584" y="62928"/>
                  </a:lnTo>
                  <a:lnTo>
                    <a:pt x="285483" y="60972"/>
                  </a:lnTo>
                  <a:lnTo>
                    <a:pt x="282841" y="60350"/>
                  </a:lnTo>
                  <a:lnTo>
                    <a:pt x="276440" y="60744"/>
                  </a:lnTo>
                  <a:lnTo>
                    <a:pt x="274929" y="61315"/>
                  </a:lnTo>
                  <a:lnTo>
                    <a:pt x="275234" y="59563"/>
                  </a:lnTo>
                  <a:lnTo>
                    <a:pt x="275069" y="55829"/>
                  </a:lnTo>
                  <a:lnTo>
                    <a:pt x="274891" y="52082"/>
                  </a:lnTo>
                  <a:lnTo>
                    <a:pt x="274066" y="49098"/>
                  </a:lnTo>
                  <a:lnTo>
                    <a:pt x="273710" y="49123"/>
                  </a:lnTo>
                  <a:lnTo>
                    <a:pt x="305473" y="12077"/>
                  </a:lnTo>
                  <a:lnTo>
                    <a:pt x="305054" y="14452"/>
                  </a:lnTo>
                  <a:lnTo>
                    <a:pt x="305396" y="21932"/>
                  </a:lnTo>
                  <a:lnTo>
                    <a:pt x="305841" y="23596"/>
                  </a:lnTo>
                  <a:lnTo>
                    <a:pt x="304444" y="23253"/>
                  </a:lnTo>
                  <a:lnTo>
                    <a:pt x="301244" y="23456"/>
                  </a:lnTo>
                  <a:lnTo>
                    <a:pt x="298043" y="23647"/>
                  </a:lnTo>
                  <a:lnTo>
                    <a:pt x="295478" y="24612"/>
                  </a:lnTo>
                  <a:lnTo>
                    <a:pt x="295567" y="26568"/>
                  </a:lnTo>
                  <a:lnTo>
                    <a:pt x="298208" y="27203"/>
                  </a:lnTo>
                  <a:lnTo>
                    <a:pt x="304609" y="26809"/>
                  </a:lnTo>
                  <a:lnTo>
                    <a:pt x="306044" y="26276"/>
                  </a:lnTo>
                  <a:lnTo>
                    <a:pt x="305752" y="27990"/>
                  </a:lnTo>
                  <a:lnTo>
                    <a:pt x="305917" y="31724"/>
                  </a:lnTo>
                  <a:lnTo>
                    <a:pt x="306082" y="35471"/>
                  </a:lnTo>
                  <a:lnTo>
                    <a:pt x="306908" y="38455"/>
                  </a:lnTo>
                  <a:lnTo>
                    <a:pt x="308584" y="38341"/>
                  </a:lnTo>
                  <a:lnTo>
                    <a:pt x="309130" y="35280"/>
                  </a:lnTo>
                  <a:lnTo>
                    <a:pt x="308787" y="27800"/>
                  </a:lnTo>
                  <a:lnTo>
                    <a:pt x="308330" y="26136"/>
                  </a:lnTo>
                  <a:lnTo>
                    <a:pt x="309803" y="26479"/>
                  </a:lnTo>
                  <a:lnTo>
                    <a:pt x="313016" y="26276"/>
                  </a:lnTo>
                  <a:lnTo>
                    <a:pt x="316217" y="26073"/>
                  </a:lnTo>
                  <a:lnTo>
                    <a:pt x="318782" y="25107"/>
                  </a:lnTo>
                  <a:lnTo>
                    <a:pt x="318757" y="24765"/>
                  </a:lnTo>
                  <a:lnTo>
                    <a:pt x="340106" y="49657"/>
                  </a:lnTo>
                  <a:lnTo>
                    <a:pt x="338480" y="49745"/>
                  </a:lnTo>
                  <a:lnTo>
                    <a:pt x="337934" y="52819"/>
                  </a:lnTo>
                  <a:lnTo>
                    <a:pt x="338289" y="60286"/>
                  </a:lnTo>
                  <a:lnTo>
                    <a:pt x="338734" y="61963"/>
                  </a:lnTo>
                  <a:lnTo>
                    <a:pt x="337337" y="61620"/>
                  </a:lnTo>
                  <a:lnTo>
                    <a:pt x="334124" y="61810"/>
                  </a:lnTo>
                  <a:lnTo>
                    <a:pt x="330923" y="62014"/>
                  </a:lnTo>
                  <a:lnTo>
                    <a:pt x="328358" y="62979"/>
                  </a:lnTo>
                  <a:lnTo>
                    <a:pt x="328447" y="64935"/>
                  </a:lnTo>
                  <a:lnTo>
                    <a:pt x="331089" y="65557"/>
                  </a:lnTo>
                  <a:lnTo>
                    <a:pt x="337502" y="65163"/>
                  </a:lnTo>
                  <a:lnTo>
                    <a:pt x="338924" y="64630"/>
                  </a:lnTo>
                  <a:lnTo>
                    <a:pt x="338632" y="66344"/>
                  </a:lnTo>
                  <a:lnTo>
                    <a:pt x="338797" y="70091"/>
                  </a:lnTo>
                  <a:lnTo>
                    <a:pt x="338975" y="73825"/>
                  </a:lnTo>
                  <a:lnTo>
                    <a:pt x="339801" y="76809"/>
                  </a:lnTo>
                  <a:lnTo>
                    <a:pt x="340334" y="76784"/>
                  </a:lnTo>
                  <a:lnTo>
                    <a:pt x="340334" y="50330"/>
                  </a:lnTo>
                  <a:lnTo>
                    <a:pt x="340169" y="49733"/>
                  </a:lnTo>
                  <a:lnTo>
                    <a:pt x="349948" y="61137"/>
                  </a:lnTo>
                  <a:lnTo>
                    <a:pt x="349948" y="50482"/>
                  </a:lnTo>
                  <a:lnTo>
                    <a:pt x="317055" y="12103"/>
                  </a:lnTo>
                  <a:lnTo>
                    <a:pt x="317055" y="22771"/>
                  </a:lnTo>
                  <a:lnTo>
                    <a:pt x="316052" y="22529"/>
                  </a:lnTo>
                  <a:lnTo>
                    <a:pt x="309638" y="22923"/>
                  </a:lnTo>
                  <a:lnTo>
                    <a:pt x="308127" y="23495"/>
                  </a:lnTo>
                  <a:lnTo>
                    <a:pt x="308432" y="21742"/>
                  </a:lnTo>
                  <a:lnTo>
                    <a:pt x="308267" y="18008"/>
                  </a:lnTo>
                  <a:lnTo>
                    <a:pt x="308102" y="14262"/>
                  </a:lnTo>
                  <a:lnTo>
                    <a:pt x="307289" y="11366"/>
                  </a:lnTo>
                  <a:lnTo>
                    <a:pt x="317055" y="22771"/>
                  </a:lnTo>
                  <a:lnTo>
                    <a:pt x="317055" y="12103"/>
                  </a:lnTo>
                  <a:lnTo>
                    <a:pt x="315823" y="10655"/>
                  </a:lnTo>
                  <a:lnTo>
                    <a:pt x="307225" y="635"/>
                  </a:lnTo>
                  <a:lnTo>
                    <a:pt x="307225" y="11290"/>
                  </a:lnTo>
                  <a:lnTo>
                    <a:pt x="306082" y="11366"/>
                  </a:lnTo>
                  <a:lnTo>
                    <a:pt x="306692" y="10655"/>
                  </a:lnTo>
                  <a:lnTo>
                    <a:pt x="307225" y="11290"/>
                  </a:lnTo>
                  <a:lnTo>
                    <a:pt x="307225" y="635"/>
                  </a:lnTo>
                  <a:lnTo>
                    <a:pt x="306692" y="0"/>
                  </a:lnTo>
                  <a:lnTo>
                    <a:pt x="272643" y="39712"/>
                  </a:lnTo>
                  <a:lnTo>
                    <a:pt x="272643" y="61417"/>
                  </a:lnTo>
                  <a:lnTo>
                    <a:pt x="271246" y="61074"/>
                  </a:lnTo>
                  <a:lnTo>
                    <a:pt x="268046" y="61277"/>
                  </a:lnTo>
                  <a:lnTo>
                    <a:pt x="264833" y="61468"/>
                  </a:lnTo>
                  <a:lnTo>
                    <a:pt x="262356" y="62407"/>
                  </a:lnTo>
                  <a:lnTo>
                    <a:pt x="262356" y="64338"/>
                  </a:lnTo>
                  <a:lnTo>
                    <a:pt x="261518" y="63347"/>
                  </a:lnTo>
                  <a:lnTo>
                    <a:pt x="262267" y="62484"/>
                  </a:lnTo>
                  <a:lnTo>
                    <a:pt x="262356" y="64338"/>
                  </a:lnTo>
                  <a:lnTo>
                    <a:pt x="262356" y="62407"/>
                  </a:lnTo>
                  <a:lnTo>
                    <a:pt x="272059" y="51054"/>
                  </a:lnTo>
                  <a:lnTo>
                    <a:pt x="271843" y="52273"/>
                  </a:lnTo>
                  <a:lnTo>
                    <a:pt x="272199" y="59753"/>
                  </a:lnTo>
                  <a:lnTo>
                    <a:pt x="272643" y="61417"/>
                  </a:lnTo>
                  <a:lnTo>
                    <a:pt x="272643" y="39712"/>
                  </a:lnTo>
                  <a:lnTo>
                    <a:pt x="256159" y="58928"/>
                  </a:lnTo>
                  <a:lnTo>
                    <a:pt x="250825" y="52705"/>
                  </a:lnTo>
                  <a:lnTo>
                    <a:pt x="250825" y="63347"/>
                  </a:lnTo>
                  <a:lnTo>
                    <a:pt x="240703" y="75145"/>
                  </a:lnTo>
                  <a:lnTo>
                    <a:pt x="240982" y="73634"/>
                  </a:lnTo>
                  <a:lnTo>
                    <a:pt x="240639" y="66167"/>
                  </a:lnTo>
                  <a:lnTo>
                    <a:pt x="240169" y="64490"/>
                  </a:lnTo>
                  <a:lnTo>
                    <a:pt x="241655" y="64833"/>
                  </a:lnTo>
                  <a:lnTo>
                    <a:pt x="244856" y="64630"/>
                  </a:lnTo>
                  <a:lnTo>
                    <a:pt x="248069" y="64439"/>
                  </a:lnTo>
                  <a:lnTo>
                    <a:pt x="250634" y="63474"/>
                  </a:lnTo>
                  <a:lnTo>
                    <a:pt x="250609" y="63106"/>
                  </a:lnTo>
                  <a:lnTo>
                    <a:pt x="250825" y="63347"/>
                  </a:lnTo>
                  <a:lnTo>
                    <a:pt x="250825" y="52705"/>
                  </a:lnTo>
                  <a:lnTo>
                    <a:pt x="248920" y="50482"/>
                  </a:lnTo>
                  <a:lnTo>
                    <a:pt x="248920" y="61137"/>
                  </a:lnTo>
                  <a:lnTo>
                    <a:pt x="247891" y="60883"/>
                  </a:lnTo>
                  <a:lnTo>
                    <a:pt x="241490" y="61290"/>
                  </a:lnTo>
                  <a:lnTo>
                    <a:pt x="239979" y="61861"/>
                  </a:lnTo>
                  <a:lnTo>
                    <a:pt x="240284" y="60096"/>
                  </a:lnTo>
                  <a:lnTo>
                    <a:pt x="240118" y="56362"/>
                  </a:lnTo>
                  <a:lnTo>
                    <a:pt x="239953" y="52628"/>
                  </a:lnTo>
                  <a:lnTo>
                    <a:pt x="239306" y="50355"/>
                  </a:lnTo>
                  <a:lnTo>
                    <a:pt x="239306" y="76784"/>
                  </a:lnTo>
                  <a:lnTo>
                    <a:pt x="205651" y="116039"/>
                  </a:lnTo>
                  <a:lnTo>
                    <a:pt x="193967" y="102425"/>
                  </a:lnTo>
                  <a:lnTo>
                    <a:pt x="196545" y="103022"/>
                  </a:lnTo>
                  <a:lnTo>
                    <a:pt x="202958" y="102628"/>
                  </a:lnTo>
                  <a:lnTo>
                    <a:pt x="204381" y="102095"/>
                  </a:lnTo>
                  <a:lnTo>
                    <a:pt x="204089" y="103809"/>
                  </a:lnTo>
                  <a:lnTo>
                    <a:pt x="204254" y="107556"/>
                  </a:lnTo>
                  <a:lnTo>
                    <a:pt x="204431" y="111290"/>
                  </a:lnTo>
                  <a:lnTo>
                    <a:pt x="205257" y="114274"/>
                  </a:lnTo>
                  <a:lnTo>
                    <a:pt x="206933" y="114173"/>
                  </a:lnTo>
                  <a:lnTo>
                    <a:pt x="207479" y="111099"/>
                  </a:lnTo>
                  <a:lnTo>
                    <a:pt x="207124" y="103632"/>
                  </a:lnTo>
                  <a:lnTo>
                    <a:pt x="206667" y="101955"/>
                  </a:lnTo>
                  <a:lnTo>
                    <a:pt x="208153" y="102298"/>
                  </a:lnTo>
                  <a:lnTo>
                    <a:pt x="211353" y="102095"/>
                  </a:lnTo>
                  <a:lnTo>
                    <a:pt x="214553" y="101904"/>
                  </a:lnTo>
                  <a:lnTo>
                    <a:pt x="217119" y="100939"/>
                  </a:lnTo>
                  <a:lnTo>
                    <a:pt x="217030" y="98983"/>
                  </a:lnTo>
                  <a:lnTo>
                    <a:pt x="214388" y="98348"/>
                  </a:lnTo>
                  <a:lnTo>
                    <a:pt x="207987" y="98755"/>
                  </a:lnTo>
                  <a:lnTo>
                    <a:pt x="206476" y="99326"/>
                  </a:lnTo>
                  <a:lnTo>
                    <a:pt x="206781" y="97574"/>
                  </a:lnTo>
                  <a:lnTo>
                    <a:pt x="206603" y="93827"/>
                  </a:lnTo>
                  <a:lnTo>
                    <a:pt x="206438" y="90093"/>
                  </a:lnTo>
                  <a:lnTo>
                    <a:pt x="205613" y="87109"/>
                  </a:lnTo>
                  <a:lnTo>
                    <a:pt x="203936" y="87210"/>
                  </a:lnTo>
                  <a:lnTo>
                    <a:pt x="203390" y="90284"/>
                  </a:lnTo>
                  <a:lnTo>
                    <a:pt x="203733" y="97751"/>
                  </a:lnTo>
                  <a:lnTo>
                    <a:pt x="204190" y="99428"/>
                  </a:lnTo>
                  <a:lnTo>
                    <a:pt x="202793" y="99085"/>
                  </a:lnTo>
                  <a:lnTo>
                    <a:pt x="199580" y="99275"/>
                  </a:lnTo>
                  <a:lnTo>
                    <a:pt x="196380" y="99479"/>
                  </a:lnTo>
                  <a:lnTo>
                    <a:pt x="193814" y="100444"/>
                  </a:lnTo>
                  <a:lnTo>
                    <a:pt x="193890" y="102336"/>
                  </a:lnTo>
                  <a:lnTo>
                    <a:pt x="161378" y="64401"/>
                  </a:lnTo>
                  <a:lnTo>
                    <a:pt x="163969" y="65024"/>
                  </a:lnTo>
                  <a:lnTo>
                    <a:pt x="170370" y="64630"/>
                  </a:lnTo>
                  <a:lnTo>
                    <a:pt x="171805" y="64096"/>
                  </a:lnTo>
                  <a:lnTo>
                    <a:pt x="171513" y="65811"/>
                  </a:lnTo>
                  <a:lnTo>
                    <a:pt x="171678" y="69545"/>
                  </a:lnTo>
                  <a:lnTo>
                    <a:pt x="171843" y="73291"/>
                  </a:lnTo>
                  <a:lnTo>
                    <a:pt x="172669" y="76276"/>
                  </a:lnTo>
                  <a:lnTo>
                    <a:pt x="174345" y="76161"/>
                  </a:lnTo>
                  <a:lnTo>
                    <a:pt x="174891" y="73101"/>
                  </a:lnTo>
                  <a:lnTo>
                    <a:pt x="174548" y="65620"/>
                  </a:lnTo>
                  <a:lnTo>
                    <a:pt x="174091" y="63944"/>
                  </a:lnTo>
                  <a:lnTo>
                    <a:pt x="175564" y="64287"/>
                  </a:lnTo>
                  <a:lnTo>
                    <a:pt x="178777" y="64096"/>
                  </a:lnTo>
                  <a:lnTo>
                    <a:pt x="181978" y="63893"/>
                  </a:lnTo>
                  <a:lnTo>
                    <a:pt x="184543" y="62928"/>
                  </a:lnTo>
                  <a:lnTo>
                    <a:pt x="184442" y="60972"/>
                  </a:lnTo>
                  <a:lnTo>
                    <a:pt x="181813" y="60350"/>
                  </a:lnTo>
                  <a:lnTo>
                    <a:pt x="175399" y="60744"/>
                  </a:lnTo>
                  <a:lnTo>
                    <a:pt x="173888" y="61315"/>
                  </a:lnTo>
                  <a:lnTo>
                    <a:pt x="174193" y="59563"/>
                  </a:lnTo>
                  <a:lnTo>
                    <a:pt x="174028" y="55829"/>
                  </a:lnTo>
                  <a:lnTo>
                    <a:pt x="173863" y="52082"/>
                  </a:lnTo>
                  <a:lnTo>
                    <a:pt x="173037" y="49098"/>
                  </a:lnTo>
                  <a:lnTo>
                    <a:pt x="172669" y="49123"/>
                  </a:lnTo>
                  <a:lnTo>
                    <a:pt x="204431" y="12077"/>
                  </a:lnTo>
                  <a:lnTo>
                    <a:pt x="204012" y="14452"/>
                  </a:lnTo>
                  <a:lnTo>
                    <a:pt x="204355" y="21932"/>
                  </a:lnTo>
                  <a:lnTo>
                    <a:pt x="204800" y="23596"/>
                  </a:lnTo>
                  <a:lnTo>
                    <a:pt x="203403" y="23253"/>
                  </a:lnTo>
                  <a:lnTo>
                    <a:pt x="200202" y="23456"/>
                  </a:lnTo>
                  <a:lnTo>
                    <a:pt x="197002" y="23647"/>
                  </a:lnTo>
                  <a:lnTo>
                    <a:pt x="194437" y="24612"/>
                  </a:lnTo>
                  <a:lnTo>
                    <a:pt x="194525" y="26568"/>
                  </a:lnTo>
                  <a:lnTo>
                    <a:pt x="197167" y="27203"/>
                  </a:lnTo>
                  <a:lnTo>
                    <a:pt x="203581" y="26809"/>
                  </a:lnTo>
                  <a:lnTo>
                    <a:pt x="205003" y="26276"/>
                  </a:lnTo>
                  <a:lnTo>
                    <a:pt x="204711" y="27990"/>
                  </a:lnTo>
                  <a:lnTo>
                    <a:pt x="204876" y="31724"/>
                  </a:lnTo>
                  <a:lnTo>
                    <a:pt x="205054" y="35471"/>
                  </a:lnTo>
                  <a:lnTo>
                    <a:pt x="205879" y="38455"/>
                  </a:lnTo>
                  <a:lnTo>
                    <a:pt x="207556" y="38341"/>
                  </a:lnTo>
                  <a:lnTo>
                    <a:pt x="208102" y="35280"/>
                  </a:lnTo>
                  <a:lnTo>
                    <a:pt x="207746" y="27800"/>
                  </a:lnTo>
                  <a:lnTo>
                    <a:pt x="207289" y="26123"/>
                  </a:lnTo>
                  <a:lnTo>
                    <a:pt x="208775" y="26479"/>
                  </a:lnTo>
                  <a:lnTo>
                    <a:pt x="211975" y="26276"/>
                  </a:lnTo>
                  <a:lnTo>
                    <a:pt x="215176" y="26073"/>
                  </a:lnTo>
                  <a:lnTo>
                    <a:pt x="217741" y="25107"/>
                  </a:lnTo>
                  <a:lnTo>
                    <a:pt x="217716" y="24765"/>
                  </a:lnTo>
                  <a:lnTo>
                    <a:pt x="239077" y="49657"/>
                  </a:lnTo>
                  <a:lnTo>
                    <a:pt x="237439" y="49745"/>
                  </a:lnTo>
                  <a:lnTo>
                    <a:pt x="236905" y="52819"/>
                  </a:lnTo>
                  <a:lnTo>
                    <a:pt x="237248" y="60286"/>
                  </a:lnTo>
                  <a:lnTo>
                    <a:pt x="237693" y="61963"/>
                  </a:lnTo>
                  <a:lnTo>
                    <a:pt x="236296" y="61620"/>
                  </a:lnTo>
                  <a:lnTo>
                    <a:pt x="233095" y="61810"/>
                  </a:lnTo>
                  <a:lnTo>
                    <a:pt x="229882" y="62014"/>
                  </a:lnTo>
                  <a:lnTo>
                    <a:pt x="227317" y="62979"/>
                  </a:lnTo>
                  <a:lnTo>
                    <a:pt x="227418" y="64935"/>
                  </a:lnTo>
                  <a:lnTo>
                    <a:pt x="230060" y="65557"/>
                  </a:lnTo>
                  <a:lnTo>
                    <a:pt x="236461" y="65163"/>
                  </a:lnTo>
                  <a:lnTo>
                    <a:pt x="237896" y="64630"/>
                  </a:lnTo>
                  <a:lnTo>
                    <a:pt x="237591" y="66344"/>
                  </a:lnTo>
                  <a:lnTo>
                    <a:pt x="237769" y="70091"/>
                  </a:lnTo>
                  <a:lnTo>
                    <a:pt x="237934" y="73825"/>
                  </a:lnTo>
                  <a:lnTo>
                    <a:pt x="238760" y="76809"/>
                  </a:lnTo>
                  <a:lnTo>
                    <a:pt x="239306" y="76784"/>
                  </a:lnTo>
                  <a:lnTo>
                    <a:pt x="239306" y="50355"/>
                  </a:lnTo>
                  <a:lnTo>
                    <a:pt x="239128" y="49720"/>
                  </a:lnTo>
                  <a:lnTo>
                    <a:pt x="248920" y="61137"/>
                  </a:lnTo>
                  <a:lnTo>
                    <a:pt x="248920" y="50482"/>
                  </a:lnTo>
                  <a:lnTo>
                    <a:pt x="216014" y="12103"/>
                  </a:lnTo>
                  <a:lnTo>
                    <a:pt x="216014" y="22771"/>
                  </a:lnTo>
                  <a:lnTo>
                    <a:pt x="215011" y="22529"/>
                  </a:lnTo>
                  <a:lnTo>
                    <a:pt x="208610" y="22923"/>
                  </a:lnTo>
                  <a:lnTo>
                    <a:pt x="207086" y="23507"/>
                  </a:lnTo>
                  <a:lnTo>
                    <a:pt x="207391" y="21742"/>
                  </a:lnTo>
                  <a:lnTo>
                    <a:pt x="207225" y="18008"/>
                  </a:lnTo>
                  <a:lnTo>
                    <a:pt x="207060" y="14262"/>
                  </a:lnTo>
                  <a:lnTo>
                    <a:pt x="206248" y="11366"/>
                  </a:lnTo>
                  <a:lnTo>
                    <a:pt x="216014" y="22771"/>
                  </a:lnTo>
                  <a:lnTo>
                    <a:pt x="216014" y="12103"/>
                  </a:lnTo>
                  <a:lnTo>
                    <a:pt x="214782" y="10655"/>
                  </a:lnTo>
                  <a:lnTo>
                    <a:pt x="206184" y="635"/>
                  </a:lnTo>
                  <a:lnTo>
                    <a:pt x="206184" y="11290"/>
                  </a:lnTo>
                  <a:lnTo>
                    <a:pt x="205041" y="11366"/>
                  </a:lnTo>
                  <a:lnTo>
                    <a:pt x="205651" y="10655"/>
                  </a:lnTo>
                  <a:lnTo>
                    <a:pt x="206184" y="11290"/>
                  </a:lnTo>
                  <a:lnTo>
                    <a:pt x="206184" y="635"/>
                  </a:lnTo>
                  <a:lnTo>
                    <a:pt x="205651" y="0"/>
                  </a:lnTo>
                  <a:lnTo>
                    <a:pt x="171602" y="39712"/>
                  </a:lnTo>
                  <a:lnTo>
                    <a:pt x="171602" y="61417"/>
                  </a:lnTo>
                  <a:lnTo>
                    <a:pt x="170205" y="61074"/>
                  </a:lnTo>
                  <a:lnTo>
                    <a:pt x="167005" y="61277"/>
                  </a:lnTo>
                  <a:lnTo>
                    <a:pt x="163804" y="61468"/>
                  </a:lnTo>
                  <a:lnTo>
                    <a:pt x="161315" y="62420"/>
                  </a:lnTo>
                  <a:lnTo>
                    <a:pt x="161315" y="64338"/>
                  </a:lnTo>
                  <a:lnTo>
                    <a:pt x="160477" y="63347"/>
                  </a:lnTo>
                  <a:lnTo>
                    <a:pt x="161239" y="62458"/>
                  </a:lnTo>
                  <a:lnTo>
                    <a:pt x="161315" y="64338"/>
                  </a:lnTo>
                  <a:lnTo>
                    <a:pt x="161315" y="62420"/>
                  </a:lnTo>
                  <a:lnTo>
                    <a:pt x="171030" y="51041"/>
                  </a:lnTo>
                  <a:lnTo>
                    <a:pt x="170815" y="52273"/>
                  </a:lnTo>
                  <a:lnTo>
                    <a:pt x="171157" y="59753"/>
                  </a:lnTo>
                  <a:lnTo>
                    <a:pt x="171602" y="61417"/>
                  </a:lnTo>
                  <a:lnTo>
                    <a:pt x="171602" y="39712"/>
                  </a:lnTo>
                  <a:lnTo>
                    <a:pt x="151333" y="63347"/>
                  </a:lnTo>
                  <a:lnTo>
                    <a:pt x="205651" y="126695"/>
                  </a:lnTo>
                  <a:lnTo>
                    <a:pt x="214782" y="116039"/>
                  </a:lnTo>
                  <a:lnTo>
                    <a:pt x="256159" y="67779"/>
                  </a:lnTo>
                  <a:lnTo>
                    <a:pt x="306692" y="126695"/>
                  </a:lnTo>
                  <a:lnTo>
                    <a:pt x="315823" y="116039"/>
                  </a:lnTo>
                  <a:lnTo>
                    <a:pt x="360984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2" name="object 2042" descr=""/>
            <p:cNvSpPr/>
            <p:nvPr/>
          </p:nvSpPr>
          <p:spPr>
            <a:xfrm>
              <a:off x="8402244" y="6114611"/>
              <a:ext cx="310515" cy="204470"/>
            </a:xfrm>
            <a:custGeom>
              <a:avLst/>
              <a:gdLst/>
              <a:ahLst/>
              <a:cxnLst/>
              <a:rect l="l" t="t" r="r" b="b"/>
              <a:pathLst>
                <a:path w="310515" h="204470">
                  <a:moveTo>
                    <a:pt x="83502" y="62928"/>
                  </a:moveTo>
                  <a:lnTo>
                    <a:pt x="83413" y="60972"/>
                  </a:lnTo>
                  <a:lnTo>
                    <a:pt x="80772" y="60337"/>
                  </a:lnTo>
                  <a:lnTo>
                    <a:pt x="74358" y="60744"/>
                  </a:lnTo>
                  <a:lnTo>
                    <a:pt x="71805" y="61709"/>
                  </a:lnTo>
                  <a:lnTo>
                    <a:pt x="71894" y="63665"/>
                  </a:lnTo>
                  <a:lnTo>
                    <a:pt x="74536" y="64287"/>
                  </a:lnTo>
                  <a:lnTo>
                    <a:pt x="77736" y="64096"/>
                  </a:lnTo>
                  <a:lnTo>
                    <a:pt x="80937" y="63893"/>
                  </a:lnTo>
                  <a:lnTo>
                    <a:pt x="83502" y="62928"/>
                  </a:lnTo>
                  <a:close/>
                </a:path>
                <a:path w="310515" h="204470">
                  <a:moveTo>
                    <a:pt x="116090" y="100939"/>
                  </a:moveTo>
                  <a:lnTo>
                    <a:pt x="115989" y="98971"/>
                  </a:lnTo>
                  <a:lnTo>
                    <a:pt x="113347" y="98348"/>
                  </a:lnTo>
                  <a:lnTo>
                    <a:pt x="106946" y="98742"/>
                  </a:lnTo>
                  <a:lnTo>
                    <a:pt x="105435" y="99314"/>
                  </a:lnTo>
                  <a:lnTo>
                    <a:pt x="105740" y="97561"/>
                  </a:lnTo>
                  <a:lnTo>
                    <a:pt x="105575" y="93827"/>
                  </a:lnTo>
                  <a:lnTo>
                    <a:pt x="105397" y="90093"/>
                  </a:lnTo>
                  <a:lnTo>
                    <a:pt x="104571" y="87109"/>
                  </a:lnTo>
                  <a:lnTo>
                    <a:pt x="102895" y="87210"/>
                  </a:lnTo>
                  <a:lnTo>
                    <a:pt x="102362" y="90271"/>
                  </a:lnTo>
                  <a:lnTo>
                    <a:pt x="102704" y="97751"/>
                  </a:lnTo>
                  <a:lnTo>
                    <a:pt x="103149" y="99415"/>
                  </a:lnTo>
                  <a:lnTo>
                    <a:pt x="101752" y="99072"/>
                  </a:lnTo>
                  <a:lnTo>
                    <a:pt x="98552" y="99275"/>
                  </a:lnTo>
                  <a:lnTo>
                    <a:pt x="95338" y="99479"/>
                  </a:lnTo>
                  <a:lnTo>
                    <a:pt x="92773" y="100444"/>
                  </a:lnTo>
                  <a:lnTo>
                    <a:pt x="92875" y="102400"/>
                  </a:lnTo>
                  <a:lnTo>
                    <a:pt x="95504" y="103022"/>
                  </a:lnTo>
                  <a:lnTo>
                    <a:pt x="101917" y="102628"/>
                  </a:lnTo>
                  <a:lnTo>
                    <a:pt x="103352" y="102095"/>
                  </a:lnTo>
                  <a:lnTo>
                    <a:pt x="103060" y="103809"/>
                  </a:lnTo>
                  <a:lnTo>
                    <a:pt x="103225" y="107556"/>
                  </a:lnTo>
                  <a:lnTo>
                    <a:pt x="103390" y="111290"/>
                  </a:lnTo>
                  <a:lnTo>
                    <a:pt x="104216" y="114274"/>
                  </a:lnTo>
                  <a:lnTo>
                    <a:pt x="105892" y="114173"/>
                  </a:lnTo>
                  <a:lnTo>
                    <a:pt x="106438" y="111099"/>
                  </a:lnTo>
                  <a:lnTo>
                    <a:pt x="106095" y="103619"/>
                  </a:lnTo>
                  <a:lnTo>
                    <a:pt x="105625" y="101942"/>
                  </a:lnTo>
                  <a:lnTo>
                    <a:pt x="107111" y="102298"/>
                  </a:lnTo>
                  <a:lnTo>
                    <a:pt x="110312" y="102095"/>
                  </a:lnTo>
                  <a:lnTo>
                    <a:pt x="113525" y="101892"/>
                  </a:lnTo>
                  <a:lnTo>
                    <a:pt x="116090" y="100939"/>
                  </a:lnTo>
                  <a:close/>
                </a:path>
                <a:path w="310515" h="204470">
                  <a:moveTo>
                    <a:pt x="116713" y="25107"/>
                  </a:moveTo>
                  <a:lnTo>
                    <a:pt x="116611" y="23152"/>
                  </a:lnTo>
                  <a:lnTo>
                    <a:pt x="113969" y="22517"/>
                  </a:lnTo>
                  <a:lnTo>
                    <a:pt x="107569" y="22923"/>
                  </a:lnTo>
                  <a:lnTo>
                    <a:pt x="106057" y="23495"/>
                  </a:lnTo>
                  <a:lnTo>
                    <a:pt x="106362" y="21742"/>
                  </a:lnTo>
                  <a:lnTo>
                    <a:pt x="106197" y="17995"/>
                  </a:lnTo>
                  <a:lnTo>
                    <a:pt x="106019" y="14262"/>
                  </a:lnTo>
                  <a:lnTo>
                    <a:pt x="105194" y="11277"/>
                  </a:lnTo>
                  <a:lnTo>
                    <a:pt x="103517" y="11379"/>
                  </a:lnTo>
                  <a:lnTo>
                    <a:pt x="102971" y="14452"/>
                  </a:lnTo>
                  <a:lnTo>
                    <a:pt x="103327" y="21932"/>
                  </a:lnTo>
                  <a:lnTo>
                    <a:pt x="103771" y="23596"/>
                  </a:lnTo>
                  <a:lnTo>
                    <a:pt x="102374" y="23253"/>
                  </a:lnTo>
                  <a:lnTo>
                    <a:pt x="99174" y="23456"/>
                  </a:lnTo>
                  <a:lnTo>
                    <a:pt x="95961" y="23647"/>
                  </a:lnTo>
                  <a:lnTo>
                    <a:pt x="93395" y="24612"/>
                  </a:lnTo>
                  <a:lnTo>
                    <a:pt x="93497" y="26568"/>
                  </a:lnTo>
                  <a:lnTo>
                    <a:pt x="96126" y="27203"/>
                  </a:lnTo>
                  <a:lnTo>
                    <a:pt x="102539" y="26797"/>
                  </a:lnTo>
                  <a:lnTo>
                    <a:pt x="103974" y="26263"/>
                  </a:lnTo>
                  <a:lnTo>
                    <a:pt x="103682" y="27990"/>
                  </a:lnTo>
                  <a:lnTo>
                    <a:pt x="103847" y="31724"/>
                  </a:lnTo>
                  <a:lnTo>
                    <a:pt x="104013" y="35458"/>
                  </a:lnTo>
                  <a:lnTo>
                    <a:pt x="104838" y="38442"/>
                  </a:lnTo>
                  <a:lnTo>
                    <a:pt x="106514" y="38341"/>
                  </a:lnTo>
                  <a:lnTo>
                    <a:pt x="107061" y="35280"/>
                  </a:lnTo>
                  <a:lnTo>
                    <a:pt x="106718" y="27800"/>
                  </a:lnTo>
                  <a:lnTo>
                    <a:pt x="106248" y="26123"/>
                  </a:lnTo>
                  <a:lnTo>
                    <a:pt x="107734" y="26466"/>
                  </a:lnTo>
                  <a:lnTo>
                    <a:pt x="110934" y="26276"/>
                  </a:lnTo>
                  <a:lnTo>
                    <a:pt x="114147" y="26073"/>
                  </a:lnTo>
                  <a:lnTo>
                    <a:pt x="116713" y="25107"/>
                  </a:lnTo>
                  <a:close/>
                </a:path>
                <a:path w="310515" h="204470">
                  <a:moveTo>
                    <a:pt x="149593" y="63474"/>
                  </a:moveTo>
                  <a:lnTo>
                    <a:pt x="149504" y="61506"/>
                  </a:lnTo>
                  <a:lnTo>
                    <a:pt x="146862" y="60883"/>
                  </a:lnTo>
                  <a:lnTo>
                    <a:pt x="140449" y="61277"/>
                  </a:lnTo>
                  <a:lnTo>
                    <a:pt x="138938" y="61849"/>
                  </a:lnTo>
                  <a:lnTo>
                    <a:pt x="139242" y="60096"/>
                  </a:lnTo>
                  <a:lnTo>
                    <a:pt x="139077" y="56362"/>
                  </a:lnTo>
                  <a:lnTo>
                    <a:pt x="138912" y="52628"/>
                  </a:lnTo>
                  <a:lnTo>
                    <a:pt x="138087" y="49644"/>
                  </a:lnTo>
                  <a:lnTo>
                    <a:pt x="136410" y="49745"/>
                  </a:lnTo>
                  <a:lnTo>
                    <a:pt x="135864" y="52806"/>
                  </a:lnTo>
                  <a:lnTo>
                    <a:pt x="136207" y="60286"/>
                  </a:lnTo>
                  <a:lnTo>
                    <a:pt x="136652" y="61950"/>
                  </a:lnTo>
                  <a:lnTo>
                    <a:pt x="135255" y="61607"/>
                  </a:lnTo>
                  <a:lnTo>
                    <a:pt x="132054" y="61810"/>
                  </a:lnTo>
                  <a:lnTo>
                    <a:pt x="128854" y="62014"/>
                  </a:lnTo>
                  <a:lnTo>
                    <a:pt x="126288" y="62966"/>
                  </a:lnTo>
                  <a:lnTo>
                    <a:pt x="126377" y="64935"/>
                  </a:lnTo>
                  <a:lnTo>
                    <a:pt x="129019" y="65557"/>
                  </a:lnTo>
                  <a:lnTo>
                    <a:pt x="135420" y="65163"/>
                  </a:lnTo>
                  <a:lnTo>
                    <a:pt x="136855" y="64630"/>
                  </a:lnTo>
                  <a:lnTo>
                    <a:pt x="136563" y="66344"/>
                  </a:lnTo>
                  <a:lnTo>
                    <a:pt x="136728" y="70091"/>
                  </a:lnTo>
                  <a:lnTo>
                    <a:pt x="136893" y="73825"/>
                  </a:lnTo>
                  <a:lnTo>
                    <a:pt x="137718" y="76809"/>
                  </a:lnTo>
                  <a:lnTo>
                    <a:pt x="139395" y="76708"/>
                  </a:lnTo>
                  <a:lnTo>
                    <a:pt x="139941" y="73634"/>
                  </a:lnTo>
                  <a:lnTo>
                    <a:pt x="139598" y="66154"/>
                  </a:lnTo>
                  <a:lnTo>
                    <a:pt x="139141" y="64477"/>
                  </a:lnTo>
                  <a:lnTo>
                    <a:pt x="140614" y="64833"/>
                  </a:lnTo>
                  <a:lnTo>
                    <a:pt x="143827" y="64630"/>
                  </a:lnTo>
                  <a:lnTo>
                    <a:pt x="147027" y="64427"/>
                  </a:lnTo>
                  <a:lnTo>
                    <a:pt x="149593" y="63474"/>
                  </a:lnTo>
                  <a:close/>
                </a:path>
                <a:path w="310515" h="204470">
                  <a:moveTo>
                    <a:pt x="259956" y="63347"/>
                  </a:moveTo>
                  <a:lnTo>
                    <a:pt x="250825" y="52705"/>
                  </a:lnTo>
                  <a:lnTo>
                    <a:pt x="250825" y="63347"/>
                  </a:lnTo>
                  <a:lnTo>
                    <a:pt x="205651" y="116027"/>
                  </a:lnTo>
                  <a:lnTo>
                    <a:pt x="193967" y="102425"/>
                  </a:lnTo>
                  <a:lnTo>
                    <a:pt x="196545" y="103022"/>
                  </a:lnTo>
                  <a:lnTo>
                    <a:pt x="202958" y="102628"/>
                  </a:lnTo>
                  <a:lnTo>
                    <a:pt x="205511" y="101663"/>
                  </a:lnTo>
                  <a:lnTo>
                    <a:pt x="205460" y="100698"/>
                  </a:lnTo>
                  <a:lnTo>
                    <a:pt x="206248" y="100647"/>
                  </a:lnTo>
                  <a:lnTo>
                    <a:pt x="206781" y="97561"/>
                  </a:lnTo>
                  <a:lnTo>
                    <a:pt x="206603" y="93827"/>
                  </a:lnTo>
                  <a:lnTo>
                    <a:pt x="206438" y="90093"/>
                  </a:lnTo>
                  <a:lnTo>
                    <a:pt x="205613" y="87109"/>
                  </a:lnTo>
                  <a:lnTo>
                    <a:pt x="203936" y="87210"/>
                  </a:lnTo>
                  <a:lnTo>
                    <a:pt x="203390" y="90271"/>
                  </a:lnTo>
                  <a:lnTo>
                    <a:pt x="203733" y="97751"/>
                  </a:lnTo>
                  <a:lnTo>
                    <a:pt x="204177" y="99415"/>
                  </a:lnTo>
                  <a:lnTo>
                    <a:pt x="202793" y="99072"/>
                  </a:lnTo>
                  <a:lnTo>
                    <a:pt x="199580" y="99275"/>
                  </a:lnTo>
                  <a:lnTo>
                    <a:pt x="196380" y="99479"/>
                  </a:lnTo>
                  <a:lnTo>
                    <a:pt x="193814" y="100444"/>
                  </a:lnTo>
                  <a:lnTo>
                    <a:pt x="193890" y="102336"/>
                  </a:lnTo>
                  <a:lnTo>
                    <a:pt x="161378" y="64414"/>
                  </a:lnTo>
                  <a:lnTo>
                    <a:pt x="163969" y="65024"/>
                  </a:lnTo>
                  <a:lnTo>
                    <a:pt x="170370" y="64617"/>
                  </a:lnTo>
                  <a:lnTo>
                    <a:pt x="171805" y="64084"/>
                  </a:lnTo>
                  <a:lnTo>
                    <a:pt x="171513" y="65811"/>
                  </a:lnTo>
                  <a:lnTo>
                    <a:pt x="171678" y="69545"/>
                  </a:lnTo>
                  <a:lnTo>
                    <a:pt x="171843" y="73279"/>
                  </a:lnTo>
                  <a:lnTo>
                    <a:pt x="172669" y="76263"/>
                  </a:lnTo>
                  <a:lnTo>
                    <a:pt x="174345" y="76161"/>
                  </a:lnTo>
                  <a:lnTo>
                    <a:pt x="174891" y="73101"/>
                  </a:lnTo>
                  <a:lnTo>
                    <a:pt x="174548" y="65620"/>
                  </a:lnTo>
                  <a:lnTo>
                    <a:pt x="174091" y="63944"/>
                  </a:lnTo>
                  <a:lnTo>
                    <a:pt x="175564" y="64287"/>
                  </a:lnTo>
                  <a:lnTo>
                    <a:pt x="178777" y="64096"/>
                  </a:lnTo>
                  <a:lnTo>
                    <a:pt x="181978" y="63893"/>
                  </a:lnTo>
                  <a:lnTo>
                    <a:pt x="184543" y="62928"/>
                  </a:lnTo>
                  <a:lnTo>
                    <a:pt x="184442" y="60972"/>
                  </a:lnTo>
                  <a:lnTo>
                    <a:pt x="181813" y="60337"/>
                  </a:lnTo>
                  <a:lnTo>
                    <a:pt x="175399" y="60744"/>
                  </a:lnTo>
                  <a:lnTo>
                    <a:pt x="173888" y="61315"/>
                  </a:lnTo>
                  <a:lnTo>
                    <a:pt x="174193" y="59563"/>
                  </a:lnTo>
                  <a:lnTo>
                    <a:pt x="174028" y="55816"/>
                  </a:lnTo>
                  <a:lnTo>
                    <a:pt x="173863" y="52082"/>
                  </a:lnTo>
                  <a:lnTo>
                    <a:pt x="173037" y="49098"/>
                  </a:lnTo>
                  <a:lnTo>
                    <a:pt x="172669" y="49123"/>
                  </a:lnTo>
                  <a:lnTo>
                    <a:pt x="205651" y="10655"/>
                  </a:lnTo>
                  <a:lnTo>
                    <a:pt x="250825" y="63347"/>
                  </a:lnTo>
                  <a:lnTo>
                    <a:pt x="250825" y="52705"/>
                  </a:lnTo>
                  <a:lnTo>
                    <a:pt x="214782" y="10655"/>
                  </a:lnTo>
                  <a:lnTo>
                    <a:pt x="205651" y="0"/>
                  </a:lnTo>
                  <a:lnTo>
                    <a:pt x="171602" y="39712"/>
                  </a:lnTo>
                  <a:lnTo>
                    <a:pt x="171602" y="61417"/>
                  </a:lnTo>
                  <a:lnTo>
                    <a:pt x="170205" y="61074"/>
                  </a:lnTo>
                  <a:lnTo>
                    <a:pt x="167005" y="61264"/>
                  </a:lnTo>
                  <a:lnTo>
                    <a:pt x="163804" y="61468"/>
                  </a:lnTo>
                  <a:lnTo>
                    <a:pt x="161315" y="62420"/>
                  </a:lnTo>
                  <a:lnTo>
                    <a:pt x="161315" y="64338"/>
                  </a:lnTo>
                  <a:lnTo>
                    <a:pt x="160477" y="63347"/>
                  </a:lnTo>
                  <a:lnTo>
                    <a:pt x="161239" y="62458"/>
                  </a:lnTo>
                  <a:lnTo>
                    <a:pt x="161315" y="64338"/>
                  </a:lnTo>
                  <a:lnTo>
                    <a:pt x="161315" y="62420"/>
                  </a:lnTo>
                  <a:lnTo>
                    <a:pt x="171030" y="51041"/>
                  </a:lnTo>
                  <a:lnTo>
                    <a:pt x="170815" y="52273"/>
                  </a:lnTo>
                  <a:lnTo>
                    <a:pt x="171157" y="59753"/>
                  </a:lnTo>
                  <a:lnTo>
                    <a:pt x="171602" y="61417"/>
                  </a:lnTo>
                  <a:lnTo>
                    <a:pt x="171602" y="39712"/>
                  </a:lnTo>
                  <a:lnTo>
                    <a:pt x="151333" y="63347"/>
                  </a:lnTo>
                  <a:lnTo>
                    <a:pt x="205651" y="126695"/>
                  </a:lnTo>
                  <a:lnTo>
                    <a:pt x="214782" y="116027"/>
                  </a:lnTo>
                  <a:lnTo>
                    <a:pt x="259956" y="63347"/>
                  </a:lnTo>
                  <a:close/>
                </a:path>
                <a:path w="310515" h="204470">
                  <a:moveTo>
                    <a:pt x="310451" y="140500"/>
                  </a:moveTo>
                  <a:lnTo>
                    <a:pt x="301320" y="129857"/>
                  </a:lnTo>
                  <a:lnTo>
                    <a:pt x="301320" y="140500"/>
                  </a:lnTo>
                  <a:lnTo>
                    <a:pt x="291211" y="152298"/>
                  </a:lnTo>
                  <a:lnTo>
                    <a:pt x="291477" y="150799"/>
                  </a:lnTo>
                  <a:lnTo>
                    <a:pt x="291134" y="143319"/>
                  </a:lnTo>
                  <a:lnTo>
                    <a:pt x="290664" y="141643"/>
                  </a:lnTo>
                  <a:lnTo>
                    <a:pt x="292150" y="141986"/>
                  </a:lnTo>
                  <a:lnTo>
                    <a:pt x="295351" y="141795"/>
                  </a:lnTo>
                  <a:lnTo>
                    <a:pt x="298564" y="141592"/>
                  </a:lnTo>
                  <a:lnTo>
                    <a:pt x="301129" y="140627"/>
                  </a:lnTo>
                  <a:lnTo>
                    <a:pt x="301104" y="140258"/>
                  </a:lnTo>
                  <a:lnTo>
                    <a:pt x="301320" y="140500"/>
                  </a:lnTo>
                  <a:lnTo>
                    <a:pt x="301320" y="129857"/>
                  </a:lnTo>
                  <a:lnTo>
                    <a:pt x="299415" y="127635"/>
                  </a:lnTo>
                  <a:lnTo>
                    <a:pt x="299415" y="138303"/>
                  </a:lnTo>
                  <a:lnTo>
                    <a:pt x="298386" y="138049"/>
                  </a:lnTo>
                  <a:lnTo>
                    <a:pt x="291985" y="138442"/>
                  </a:lnTo>
                  <a:lnTo>
                    <a:pt x="290474" y="139014"/>
                  </a:lnTo>
                  <a:lnTo>
                    <a:pt x="290779" y="137261"/>
                  </a:lnTo>
                  <a:lnTo>
                    <a:pt x="290614" y="133527"/>
                  </a:lnTo>
                  <a:lnTo>
                    <a:pt x="290436" y="129781"/>
                  </a:lnTo>
                  <a:lnTo>
                    <a:pt x="289788" y="127469"/>
                  </a:lnTo>
                  <a:lnTo>
                    <a:pt x="289788" y="153949"/>
                  </a:lnTo>
                  <a:lnTo>
                    <a:pt x="256146" y="193192"/>
                  </a:lnTo>
                  <a:lnTo>
                    <a:pt x="244462" y="179578"/>
                  </a:lnTo>
                  <a:lnTo>
                    <a:pt x="247040" y="180187"/>
                  </a:lnTo>
                  <a:lnTo>
                    <a:pt x="253453" y="179781"/>
                  </a:lnTo>
                  <a:lnTo>
                    <a:pt x="254876" y="179260"/>
                  </a:lnTo>
                  <a:lnTo>
                    <a:pt x="254584" y="180975"/>
                  </a:lnTo>
                  <a:lnTo>
                    <a:pt x="254749" y="184708"/>
                  </a:lnTo>
                  <a:lnTo>
                    <a:pt x="254927" y="188455"/>
                  </a:lnTo>
                  <a:lnTo>
                    <a:pt x="255752" y="191439"/>
                  </a:lnTo>
                  <a:lnTo>
                    <a:pt x="257429" y="191325"/>
                  </a:lnTo>
                  <a:lnTo>
                    <a:pt x="257962" y="188264"/>
                  </a:lnTo>
                  <a:lnTo>
                    <a:pt x="257619" y="180784"/>
                  </a:lnTo>
                  <a:lnTo>
                    <a:pt x="257162" y="179108"/>
                  </a:lnTo>
                  <a:lnTo>
                    <a:pt x="258648" y="179451"/>
                  </a:lnTo>
                  <a:lnTo>
                    <a:pt x="261848" y="179260"/>
                  </a:lnTo>
                  <a:lnTo>
                    <a:pt x="265049" y="179057"/>
                  </a:lnTo>
                  <a:lnTo>
                    <a:pt x="267614" y="178092"/>
                  </a:lnTo>
                  <a:lnTo>
                    <a:pt x="267525" y="176136"/>
                  </a:lnTo>
                  <a:lnTo>
                    <a:pt x="264883" y="175514"/>
                  </a:lnTo>
                  <a:lnTo>
                    <a:pt x="258470" y="175907"/>
                  </a:lnTo>
                  <a:lnTo>
                    <a:pt x="256959" y="176479"/>
                  </a:lnTo>
                  <a:lnTo>
                    <a:pt x="257263" y="174726"/>
                  </a:lnTo>
                  <a:lnTo>
                    <a:pt x="257098" y="170992"/>
                  </a:lnTo>
                  <a:lnTo>
                    <a:pt x="256933" y="167246"/>
                  </a:lnTo>
                  <a:lnTo>
                    <a:pt x="256108" y="164261"/>
                  </a:lnTo>
                  <a:lnTo>
                    <a:pt x="254431" y="164376"/>
                  </a:lnTo>
                  <a:lnTo>
                    <a:pt x="253885" y="167436"/>
                  </a:lnTo>
                  <a:lnTo>
                    <a:pt x="254228" y="174917"/>
                  </a:lnTo>
                  <a:lnTo>
                    <a:pt x="254673" y="176580"/>
                  </a:lnTo>
                  <a:lnTo>
                    <a:pt x="253276" y="176237"/>
                  </a:lnTo>
                  <a:lnTo>
                    <a:pt x="250075" y="176441"/>
                  </a:lnTo>
                  <a:lnTo>
                    <a:pt x="246875" y="176631"/>
                  </a:lnTo>
                  <a:lnTo>
                    <a:pt x="244309" y="177596"/>
                  </a:lnTo>
                  <a:lnTo>
                    <a:pt x="244386" y="179501"/>
                  </a:lnTo>
                  <a:lnTo>
                    <a:pt x="211886" y="141579"/>
                  </a:lnTo>
                  <a:lnTo>
                    <a:pt x="214464" y="142176"/>
                  </a:lnTo>
                  <a:lnTo>
                    <a:pt x="220865" y="141782"/>
                  </a:lnTo>
                  <a:lnTo>
                    <a:pt x="222300" y="141249"/>
                  </a:lnTo>
                  <a:lnTo>
                    <a:pt x="222008" y="142963"/>
                  </a:lnTo>
                  <a:lnTo>
                    <a:pt x="222173" y="146710"/>
                  </a:lnTo>
                  <a:lnTo>
                    <a:pt x="222338" y="150444"/>
                  </a:lnTo>
                  <a:lnTo>
                    <a:pt x="223164" y="153428"/>
                  </a:lnTo>
                  <a:lnTo>
                    <a:pt x="224840" y="153327"/>
                  </a:lnTo>
                  <a:lnTo>
                    <a:pt x="225386" y="150253"/>
                  </a:lnTo>
                  <a:lnTo>
                    <a:pt x="225044" y="142786"/>
                  </a:lnTo>
                  <a:lnTo>
                    <a:pt x="224586" y="141109"/>
                  </a:lnTo>
                  <a:lnTo>
                    <a:pt x="226060" y="141452"/>
                  </a:lnTo>
                  <a:lnTo>
                    <a:pt x="229273" y="141249"/>
                  </a:lnTo>
                  <a:lnTo>
                    <a:pt x="232473" y="141058"/>
                  </a:lnTo>
                  <a:lnTo>
                    <a:pt x="235038" y="140093"/>
                  </a:lnTo>
                  <a:lnTo>
                    <a:pt x="234937" y="138137"/>
                  </a:lnTo>
                  <a:lnTo>
                    <a:pt x="232308" y="137502"/>
                  </a:lnTo>
                  <a:lnTo>
                    <a:pt x="225894" y="137896"/>
                  </a:lnTo>
                  <a:lnTo>
                    <a:pt x="224383" y="138468"/>
                  </a:lnTo>
                  <a:lnTo>
                    <a:pt x="224688" y="136715"/>
                  </a:lnTo>
                  <a:lnTo>
                    <a:pt x="224523" y="132981"/>
                  </a:lnTo>
                  <a:lnTo>
                    <a:pt x="224345" y="129247"/>
                  </a:lnTo>
                  <a:lnTo>
                    <a:pt x="223532" y="126263"/>
                  </a:lnTo>
                  <a:lnTo>
                    <a:pt x="223151" y="126288"/>
                  </a:lnTo>
                  <a:lnTo>
                    <a:pt x="254927" y="89242"/>
                  </a:lnTo>
                  <a:lnTo>
                    <a:pt x="254508" y="91617"/>
                  </a:lnTo>
                  <a:lnTo>
                    <a:pt x="254850" y="99085"/>
                  </a:lnTo>
                  <a:lnTo>
                    <a:pt x="255308" y="100761"/>
                  </a:lnTo>
                  <a:lnTo>
                    <a:pt x="253898" y="100418"/>
                  </a:lnTo>
                  <a:lnTo>
                    <a:pt x="250698" y="100609"/>
                  </a:lnTo>
                  <a:lnTo>
                    <a:pt x="247497" y="100812"/>
                  </a:lnTo>
                  <a:lnTo>
                    <a:pt x="244932" y="101777"/>
                  </a:lnTo>
                  <a:lnTo>
                    <a:pt x="245021" y="103733"/>
                  </a:lnTo>
                  <a:lnTo>
                    <a:pt x="247662" y="104355"/>
                  </a:lnTo>
                  <a:lnTo>
                    <a:pt x="254076" y="103962"/>
                  </a:lnTo>
                  <a:lnTo>
                    <a:pt x="255498" y="103428"/>
                  </a:lnTo>
                  <a:lnTo>
                    <a:pt x="255206" y="105143"/>
                  </a:lnTo>
                  <a:lnTo>
                    <a:pt x="255371" y="108889"/>
                  </a:lnTo>
                  <a:lnTo>
                    <a:pt x="255536" y="112623"/>
                  </a:lnTo>
                  <a:lnTo>
                    <a:pt x="256374" y="115608"/>
                  </a:lnTo>
                  <a:lnTo>
                    <a:pt x="258051" y="115506"/>
                  </a:lnTo>
                  <a:lnTo>
                    <a:pt x="258584" y="112433"/>
                  </a:lnTo>
                  <a:lnTo>
                    <a:pt x="258241" y="104965"/>
                  </a:lnTo>
                  <a:lnTo>
                    <a:pt x="257771" y="103276"/>
                  </a:lnTo>
                  <a:lnTo>
                    <a:pt x="259270" y="103632"/>
                  </a:lnTo>
                  <a:lnTo>
                    <a:pt x="262470" y="103428"/>
                  </a:lnTo>
                  <a:lnTo>
                    <a:pt x="265671" y="103238"/>
                  </a:lnTo>
                  <a:lnTo>
                    <a:pt x="268236" y="102273"/>
                  </a:lnTo>
                  <a:lnTo>
                    <a:pt x="268211" y="101930"/>
                  </a:lnTo>
                  <a:lnTo>
                    <a:pt x="289560" y="126809"/>
                  </a:lnTo>
                  <a:lnTo>
                    <a:pt x="287934" y="126911"/>
                  </a:lnTo>
                  <a:lnTo>
                    <a:pt x="287401" y="129971"/>
                  </a:lnTo>
                  <a:lnTo>
                    <a:pt x="287743" y="137452"/>
                  </a:lnTo>
                  <a:lnTo>
                    <a:pt x="288188" y="139103"/>
                  </a:lnTo>
                  <a:lnTo>
                    <a:pt x="286791" y="138772"/>
                  </a:lnTo>
                  <a:lnTo>
                    <a:pt x="283591" y="138976"/>
                  </a:lnTo>
                  <a:lnTo>
                    <a:pt x="280377" y="139166"/>
                  </a:lnTo>
                  <a:lnTo>
                    <a:pt x="277812" y="140131"/>
                  </a:lnTo>
                  <a:lnTo>
                    <a:pt x="277914" y="142087"/>
                  </a:lnTo>
                  <a:lnTo>
                    <a:pt x="280543" y="142722"/>
                  </a:lnTo>
                  <a:lnTo>
                    <a:pt x="286956" y="142316"/>
                  </a:lnTo>
                  <a:lnTo>
                    <a:pt x="288391" y="141782"/>
                  </a:lnTo>
                  <a:lnTo>
                    <a:pt x="288099" y="143510"/>
                  </a:lnTo>
                  <a:lnTo>
                    <a:pt x="288264" y="147243"/>
                  </a:lnTo>
                  <a:lnTo>
                    <a:pt x="288429" y="150990"/>
                  </a:lnTo>
                  <a:lnTo>
                    <a:pt x="289255" y="153974"/>
                  </a:lnTo>
                  <a:lnTo>
                    <a:pt x="289788" y="153949"/>
                  </a:lnTo>
                  <a:lnTo>
                    <a:pt x="289788" y="127469"/>
                  </a:lnTo>
                  <a:lnTo>
                    <a:pt x="289623" y="126873"/>
                  </a:lnTo>
                  <a:lnTo>
                    <a:pt x="299415" y="138303"/>
                  </a:lnTo>
                  <a:lnTo>
                    <a:pt x="299415" y="127635"/>
                  </a:lnTo>
                  <a:lnTo>
                    <a:pt x="266509" y="89268"/>
                  </a:lnTo>
                  <a:lnTo>
                    <a:pt x="266509" y="99923"/>
                  </a:lnTo>
                  <a:lnTo>
                    <a:pt x="265506" y="99682"/>
                  </a:lnTo>
                  <a:lnTo>
                    <a:pt x="259092" y="100076"/>
                  </a:lnTo>
                  <a:lnTo>
                    <a:pt x="257581" y="100647"/>
                  </a:lnTo>
                  <a:lnTo>
                    <a:pt x="257886" y="98894"/>
                  </a:lnTo>
                  <a:lnTo>
                    <a:pt x="257721" y="95161"/>
                  </a:lnTo>
                  <a:lnTo>
                    <a:pt x="257556" y="91427"/>
                  </a:lnTo>
                  <a:lnTo>
                    <a:pt x="256743" y="88531"/>
                  </a:lnTo>
                  <a:lnTo>
                    <a:pt x="266509" y="99923"/>
                  </a:lnTo>
                  <a:lnTo>
                    <a:pt x="266509" y="89268"/>
                  </a:lnTo>
                  <a:lnTo>
                    <a:pt x="265277" y="87820"/>
                  </a:lnTo>
                  <a:lnTo>
                    <a:pt x="256679" y="77787"/>
                  </a:lnTo>
                  <a:lnTo>
                    <a:pt x="256679" y="88455"/>
                  </a:lnTo>
                  <a:lnTo>
                    <a:pt x="255549" y="88519"/>
                  </a:lnTo>
                  <a:lnTo>
                    <a:pt x="256146" y="87820"/>
                  </a:lnTo>
                  <a:lnTo>
                    <a:pt x="256679" y="88455"/>
                  </a:lnTo>
                  <a:lnTo>
                    <a:pt x="256679" y="77787"/>
                  </a:lnTo>
                  <a:lnTo>
                    <a:pt x="256146" y="77152"/>
                  </a:lnTo>
                  <a:lnTo>
                    <a:pt x="222097" y="116865"/>
                  </a:lnTo>
                  <a:lnTo>
                    <a:pt x="222097" y="138582"/>
                  </a:lnTo>
                  <a:lnTo>
                    <a:pt x="220700" y="138239"/>
                  </a:lnTo>
                  <a:lnTo>
                    <a:pt x="217500" y="138430"/>
                  </a:lnTo>
                  <a:lnTo>
                    <a:pt x="214287" y="138633"/>
                  </a:lnTo>
                  <a:lnTo>
                    <a:pt x="211810" y="139573"/>
                  </a:lnTo>
                  <a:lnTo>
                    <a:pt x="211810" y="141490"/>
                  </a:lnTo>
                  <a:lnTo>
                    <a:pt x="210972" y="140500"/>
                  </a:lnTo>
                  <a:lnTo>
                    <a:pt x="211721" y="139636"/>
                  </a:lnTo>
                  <a:lnTo>
                    <a:pt x="211810" y="141490"/>
                  </a:lnTo>
                  <a:lnTo>
                    <a:pt x="211810" y="139573"/>
                  </a:lnTo>
                  <a:lnTo>
                    <a:pt x="221526" y="128193"/>
                  </a:lnTo>
                  <a:lnTo>
                    <a:pt x="221310" y="129438"/>
                  </a:lnTo>
                  <a:lnTo>
                    <a:pt x="221653" y="136906"/>
                  </a:lnTo>
                  <a:lnTo>
                    <a:pt x="222097" y="138582"/>
                  </a:lnTo>
                  <a:lnTo>
                    <a:pt x="222097" y="116865"/>
                  </a:lnTo>
                  <a:lnTo>
                    <a:pt x="204952" y="136855"/>
                  </a:lnTo>
                  <a:lnTo>
                    <a:pt x="198958" y="129870"/>
                  </a:lnTo>
                  <a:lnTo>
                    <a:pt x="198958" y="140500"/>
                  </a:lnTo>
                  <a:lnTo>
                    <a:pt x="188849" y="152285"/>
                  </a:lnTo>
                  <a:lnTo>
                    <a:pt x="189115" y="150799"/>
                  </a:lnTo>
                  <a:lnTo>
                    <a:pt x="188772" y="143319"/>
                  </a:lnTo>
                  <a:lnTo>
                    <a:pt x="188315" y="141643"/>
                  </a:lnTo>
                  <a:lnTo>
                    <a:pt x="189801" y="141986"/>
                  </a:lnTo>
                  <a:lnTo>
                    <a:pt x="193001" y="141795"/>
                  </a:lnTo>
                  <a:lnTo>
                    <a:pt x="196202" y="141592"/>
                  </a:lnTo>
                  <a:lnTo>
                    <a:pt x="198767" y="140627"/>
                  </a:lnTo>
                  <a:lnTo>
                    <a:pt x="198742" y="140258"/>
                  </a:lnTo>
                  <a:lnTo>
                    <a:pt x="198958" y="140500"/>
                  </a:lnTo>
                  <a:lnTo>
                    <a:pt x="198958" y="129870"/>
                  </a:lnTo>
                  <a:lnTo>
                    <a:pt x="197053" y="127647"/>
                  </a:lnTo>
                  <a:lnTo>
                    <a:pt x="197053" y="138303"/>
                  </a:lnTo>
                  <a:lnTo>
                    <a:pt x="196037" y="138049"/>
                  </a:lnTo>
                  <a:lnTo>
                    <a:pt x="189636" y="138442"/>
                  </a:lnTo>
                  <a:lnTo>
                    <a:pt x="188112" y="139014"/>
                  </a:lnTo>
                  <a:lnTo>
                    <a:pt x="188429" y="137261"/>
                  </a:lnTo>
                  <a:lnTo>
                    <a:pt x="188252" y="133527"/>
                  </a:lnTo>
                  <a:lnTo>
                    <a:pt x="188087" y="129781"/>
                  </a:lnTo>
                  <a:lnTo>
                    <a:pt x="187426" y="127406"/>
                  </a:lnTo>
                  <a:lnTo>
                    <a:pt x="187426" y="153949"/>
                  </a:lnTo>
                  <a:lnTo>
                    <a:pt x="153784" y="193192"/>
                  </a:lnTo>
                  <a:lnTo>
                    <a:pt x="142100" y="179565"/>
                  </a:lnTo>
                  <a:lnTo>
                    <a:pt x="144691" y="180187"/>
                  </a:lnTo>
                  <a:lnTo>
                    <a:pt x="151091" y="179781"/>
                  </a:lnTo>
                  <a:lnTo>
                    <a:pt x="152527" y="179247"/>
                  </a:lnTo>
                  <a:lnTo>
                    <a:pt x="152234" y="180975"/>
                  </a:lnTo>
                  <a:lnTo>
                    <a:pt x="152400" y="184708"/>
                  </a:lnTo>
                  <a:lnTo>
                    <a:pt x="152565" y="188455"/>
                  </a:lnTo>
                  <a:lnTo>
                    <a:pt x="153390" y="191439"/>
                  </a:lnTo>
                  <a:lnTo>
                    <a:pt x="155067" y="191325"/>
                  </a:lnTo>
                  <a:lnTo>
                    <a:pt x="155613" y="188264"/>
                  </a:lnTo>
                  <a:lnTo>
                    <a:pt x="155270" y="180784"/>
                  </a:lnTo>
                  <a:lnTo>
                    <a:pt x="154813" y="179108"/>
                  </a:lnTo>
                  <a:lnTo>
                    <a:pt x="156286" y="179451"/>
                  </a:lnTo>
                  <a:lnTo>
                    <a:pt x="159499" y="179260"/>
                  </a:lnTo>
                  <a:lnTo>
                    <a:pt x="162699" y="179057"/>
                  </a:lnTo>
                  <a:lnTo>
                    <a:pt x="165265" y="178092"/>
                  </a:lnTo>
                  <a:lnTo>
                    <a:pt x="165163" y="176136"/>
                  </a:lnTo>
                  <a:lnTo>
                    <a:pt x="162534" y="175514"/>
                  </a:lnTo>
                  <a:lnTo>
                    <a:pt x="156121" y="175907"/>
                  </a:lnTo>
                  <a:lnTo>
                    <a:pt x="154609" y="176479"/>
                  </a:lnTo>
                  <a:lnTo>
                    <a:pt x="154914" y="174726"/>
                  </a:lnTo>
                  <a:lnTo>
                    <a:pt x="154749" y="170992"/>
                  </a:lnTo>
                  <a:lnTo>
                    <a:pt x="154584" y="167246"/>
                  </a:lnTo>
                  <a:lnTo>
                    <a:pt x="153758" y="164261"/>
                  </a:lnTo>
                  <a:lnTo>
                    <a:pt x="152082" y="164376"/>
                  </a:lnTo>
                  <a:lnTo>
                    <a:pt x="151536" y="167436"/>
                  </a:lnTo>
                  <a:lnTo>
                    <a:pt x="151879" y="174917"/>
                  </a:lnTo>
                  <a:lnTo>
                    <a:pt x="152323" y="176568"/>
                  </a:lnTo>
                  <a:lnTo>
                    <a:pt x="150926" y="176237"/>
                  </a:lnTo>
                  <a:lnTo>
                    <a:pt x="147726" y="176441"/>
                  </a:lnTo>
                  <a:lnTo>
                    <a:pt x="144526" y="176631"/>
                  </a:lnTo>
                  <a:lnTo>
                    <a:pt x="141960" y="177596"/>
                  </a:lnTo>
                  <a:lnTo>
                    <a:pt x="142036" y="179501"/>
                  </a:lnTo>
                  <a:lnTo>
                    <a:pt x="109537" y="141579"/>
                  </a:lnTo>
                  <a:lnTo>
                    <a:pt x="112102" y="142176"/>
                  </a:lnTo>
                  <a:lnTo>
                    <a:pt x="118516" y="141782"/>
                  </a:lnTo>
                  <a:lnTo>
                    <a:pt x="119938" y="141249"/>
                  </a:lnTo>
                  <a:lnTo>
                    <a:pt x="119646" y="142963"/>
                  </a:lnTo>
                  <a:lnTo>
                    <a:pt x="119824" y="146710"/>
                  </a:lnTo>
                  <a:lnTo>
                    <a:pt x="120002" y="150444"/>
                  </a:lnTo>
                  <a:lnTo>
                    <a:pt x="120815" y="153428"/>
                  </a:lnTo>
                  <a:lnTo>
                    <a:pt x="122491" y="153327"/>
                  </a:lnTo>
                  <a:lnTo>
                    <a:pt x="123037" y="150253"/>
                  </a:lnTo>
                  <a:lnTo>
                    <a:pt x="122682" y="142786"/>
                  </a:lnTo>
                  <a:lnTo>
                    <a:pt x="122224" y="141109"/>
                  </a:lnTo>
                  <a:lnTo>
                    <a:pt x="123710" y="141452"/>
                  </a:lnTo>
                  <a:lnTo>
                    <a:pt x="126911" y="141249"/>
                  </a:lnTo>
                  <a:lnTo>
                    <a:pt x="130111" y="141058"/>
                  </a:lnTo>
                  <a:lnTo>
                    <a:pt x="132676" y="140093"/>
                  </a:lnTo>
                  <a:lnTo>
                    <a:pt x="132588" y="138137"/>
                  </a:lnTo>
                  <a:lnTo>
                    <a:pt x="129946" y="137502"/>
                  </a:lnTo>
                  <a:lnTo>
                    <a:pt x="123545" y="137896"/>
                  </a:lnTo>
                  <a:lnTo>
                    <a:pt x="122034" y="138468"/>
                  </a:lnTo>
                  <a:lnTo>
                    <a:pt x="122339" y="136715"/>
                  </a:lnTo>
                  <a:lnTo>
                    <a:pt x="122174" y="132981"/>
                  </a:lnTo>
                  <a:lnTo>
                    <a:pt x="121996" y="129247"/>
                  </a:lnTo>
                  <a:lnTo>
                    <a:pt x="121170" y="126263"/>
                  </a:lnTo>
                  <a:lnTo>
                    <a:pt x="120802" y="126288"/>
                  </a:lnTo>
                  <a:lnTo>
                    <a:pt x="152577" y="89230"/>
                  </a:lnTo>
                  <a:lnTo>
                    <a:pt x="152158" y="91617"/>
                  </a:lnTo>
                  <a:lnTo>
                    <a:pt x="152501" y="99085"/>
                  </a:lnTo>
                  <a:lnTo>
                    <a:pt x="152946" y="100761"/>
                  </a:lnTo>
                  <a:lnTo>
                    <a:pt x="151549" y="100418"/>
                  </a:lnTo>
                  <a:lnTo>
                    <a:pt x="148348" y="100609"/>
                  </a:lnTo>
                  <a:lnTo>
                    <a:pt x="145148" y="100812"/>
                  </a:lnTo>
                  <a:lnTo>
                    <a:pt x="142582" y="101777"/>
                  </a:lnTo>
                  <a:lnTo>
                    <a:pt x="142671" y="103733"/>
                  </a:lnTo>
                  <a:lnTo>
                    <a:pt x="145313" y="104355"/>
                  </a:lnTo>
                  <a:lnTo>
                    <a:pt x="151714" y="103962"/>
                  </a:lnTo>
                  <a:lnTo>
                    <a:pt x="153149" y="103428"/>
                  </a:lnTo>
                  <a:lnTo>
                    <a:pt x="152857" y="105143"/>
                  </a:lnTo>
                  <a:lnTo>
                    <a:pt x="153022" y="108889"/>
                  </a:lnTo>
                  <a:lnTo>
                    <a:pt x="153200" y="112623"/>
                  </a:lnTo>
                  <a:lnTo>
                    <a:pt x="154012" y="115608"/>
                  </a:lnTo>
                  <a:lnTo>
                    <a:pt x="155689" y="115506"/>
                  </a:lnTo>
                  <a:lnTo>
                    <a:pt x="156235" y="112433"/>
                  </a:lnTo>
                  <a:lnTo>
                    <a:pt x="155892" y="104965"/>
                  </a:lnTo>
                  <a:lnTo>
                    <a:pt x="155422" y="103276"/>
                  </a:lnTo>
                  <a:lnTo>
                    <a:pt x="156908" y="103632"/>
                  </a:lnTo>
                  <a:lnTo>
                    <a:pt x="160121" y="103428"/>
                  </a:lnTo>
                  <a:lnTo>
                    <a:pt x="163322" y="103238"/>
                  </a:lnTo>
                  <a:lnTo>
                    <a:pt x="165887" y="102273"/>
                  </a:lnTo>
                  <a:lnTo>
                    <a:pt x="165862" y="101930"/>
                  </a:lnTo>
                  <a:lnTo>
                    <a:pt x="187198" y="126809"/>
                  </a:lnTo>
                  <a:lnTo>
                    <a:pt x="185585" y="126911"/>
                  </a:lnTo>
                  <a:lnTo>
                    <a:pt x="185039" y="129971"/>
                  </a:lnTo>
                  <a:lnTo>
                    <a:pt x="185381" y="137452"/>
                  </a:lnTo>
                  <a:lnTo>
                    <a:pt x="185826" y="139103"/>
                  </a:lnTo>
                  <a:lnTo>
                    <a:pt x="184442" y="138772"/>
                  </a:lnTo>
                  <a:lnTo>
                    <a:pt x="181229" y="138976"/>
                  </a:lnTo>
                  <a:lnTo>
                    <a:pt x="178028" y="139166"/>
                  </a:lnTo>
                  <a:lnTo>
                    <a:pt x="175463" y="140131"/>
                  </a:lnTo>
                  <a:lnTo>
                    <a:pt x="175552" y="142087"/>
                  </a:lnTo>
                  <a:lnTo>
                    <a:pt x="178193" y="142722"/>
                  </a:lnTo>
                  <a:lnTo>
                    <a:pt x="184607" y="142316"/>
                  </a:lnTo>
                  <a:lnTo>
                    <a:pt x="186029" y="141782"/>
                  </a:lnTo>
                  <a:lnTo>
                    <a:pt x="185737" y="143510"/>
                  </a:lnTo>
                  <a:lnTo>
                    <a:pt x="185902" y="147243"/>
                  </a:lnTo>
                  <a:lnTo>
                    <a:pt x="186080" y="150990"/>
                  </a:lnTo>
                  <a:lnTo>
                    <a:pt x="186905" y="153974"/>
                  </a:lnTo>
                  <a:lnTo>
                    <a:pt x="187426" y="153949"/>
                  </a:lnTo>
                  <a:lnTo>
                    <a:pt x="187426" y="127406"/>
                  </a:lnTo>
                  <a:lnTo>
                    <a:pt x="187286" y="126898"/>
                  </a:lnTo>
                  <a:lnTo>
                    <a:pt x="197053" y="138303"/>
                  </a:lnTo>
                  <a:lnTo>
                    <a:pt x="197053" y="127647"/>
                  </a:lnTo>
                  <a:lnTo>
                    <a:pt x="164147" y="89255"/>
                  </a:lnTo>
                  <a:lnTo>
                    <a:pt x="164147" y="99923"/>
                  </a:lnTo>
                  <a:lnTo>
                    <a:pt x="163156" y="99682"/>
                  </a:lnTo>
                  <a:lnTo>
                    <a:pt x="156743" y="100076"/>
                  </a:lnTo>
                  <a:lnTo>
                    <a:pt x="155232" y="100647"/>
                  </a:lnTo>
                  <a:lnTo>
                    <a:pt x="155536" y="98894"/>
                  </a:lnTo>
                  <a:lnTo>
                    <a:pt x="155371" y="95161"/>
                  </a:lnTo>
                  <a:lnTo>
                    <a:pt x="155206" y="91427"/>
                  </a:lnTo>
                  <a:lnTo>
                    <a:pt x="154406" y="88557"/>
                  </a:lnTo>
                  <a:lnTo>
                    <a:pt x="164147" y="99923"/>
                  </a:lnTo>
                  <a:lnTo>
                    <a:pt x="164147" y="89255"/>
                  </a:lnTo>
                  <a:lnTo>
                    <a:pt x="162928" y="87820"/>
                  </a:lnTo>
                  <a:lnTo>
                    <a:pt x="154317" y="77774"/>
                  </a:lnTo>
                  <a:lnTo>
                    <a:pt x="154317" y="88455"/>
                  </a:lnTo>
                  <a:lnTo>
                    <a:pt x="153187" y="88519"/>
                  </a:lnTo>
                  <a:lnTo>
                    <a:pt x="153784" y="87820"/>
                  </a:lnTo>
                  <a:lnTo>
                    <a:pt x="154317" y="88455"/>
                  </a:lnTo>
                  <a:lnTo>
                    <a:pt x="154317" y="77774"/>
                  </a:lnTo>
                  <a:lnTo>
                    <a:pt x="153784" y="77152"/>
                  </a:lnTo>
                  <a:lnTo>
                    <a:pt x="119748" y="116865"/>
                  </a:lnTo>
                  <a:lnTo>
                    <a:pt x="119748" y="138582"/>
                  </a:lnTo>
                  <a:lnTo>
                    <a:pt x="118351" y="138239"/>
                  </a:lnTo>
                  <a:lnTo>
                    <a:pt x="115138" y="138430"/>
                  </a:lnTo>
                  <a:lnTo>
                    <a:pt x="111937" y="138633"/>
                  </a:lnTo>
                  <a:lnTo>
                    <a:pt x="109461" y="139573"/>
                  </a:lnTo>
                  <a:lnTo>
                    <a:pt x="109461" y="141490"/>
                  </a:lnTo>
                  <a:lnTo>
                    <a:pt x="108623" y="140500"/>
                  </a:lnTo>
                  <a:lnTo>
                    <a:pt x="109372" y="139636"/>
                  </a:lnTo>
                  <a:lnTo>
                    <a:pt x="109461" y="141490"/>
                  </a:lnTo>
                  <a:lnTo>
                    <a:pt x="109461" y="139573"/>
                  </a:lnTo>
                  <a:lnTo>
                    <a:pt x="119164" y="128206"/>
                  </a:lnTo>
                  <a:lnTo>
                    <a:pt x="118948" y="129438"/>
                  </a:lnTo>
                  <a:lnTo>
                    <a:pt x="119303" y="136906"/>
                  </a:lnTo>
                  <a:lnTo>
                    <a:pt x="119748" y="138582"/>
                  </a:lnTo>
                  <a:lnTo>
                    <a:pt x="119748" y="116865"/>
                  </a:lnTo>
                  <a:lnTo>
                    <a:pt x="104038" y="135178"/>
                  </a:lnTo>
                  <a:lnTo>
                    <a:pt x="99479" y="129870"/>
                  </a:lnTo>
                  <a:lnTo>
                    <a:pt x="99479" y="140500"/>
                  </a:lnTo>
                  <a:lnTo>
                    <a:pt x="89382" y="152298"/>
                  </a:lnTo>
                  <a:lnTo>
                    <a:pt x="89649" y="150799"/>
                  </a:lnTo>
                  <a:lnTo>
                    <a:pt x="89293" y="143319"/>
                  </a:lnTo>
                  <a:lnTo>
                    <a:pt x="88836" y="141643"/>
                  </a:lnTo>
                  <a:lnTo>
                    <a:pt x="90322" y="141986"/>
                  </a:lnTo>
                  <a:lnTo>
                    <a:pt x="93522" y="141795"/>
                  </a:lnTo>
                  <a:lnTo>
                    <a:pt x="96723" y="141592"/>
                  </a:lnTo>
                  <a:lnTo>
                    <a:pt x="99288" y="140627"/>
                  </a:lnTo>
                  <a:lnTo>
                    <a:pt x="99263" y="140258"/>
                  </a:lnTo>
                  <a:lnTo>
                    <a:pt x="99479" y="140500"/>
                  </a:lnTo>
                  <a:lnTo>
                    <a:pt x="99479" y="129870"/>
                  </a:lnTo>
                  <a:lnTo>
                    <a:pt x="97574" y="127647"/>
                  </a:lnTo>
                  <a:lnTo>
                    <a:pt x="97574" y="138303"/>
                  </a:lnTo>
                  <a:lnTo>
                    <a:pt x="96558" y="138049"/>
                  </a:lnTo>
                  <a:lnTo>
                    <a:pt x="90157" y="138442"/>
                  </a:lnTo>
                  <a:lnTo>
                    <a:pt x="88633" y="139014"/>
                  </a:lnTo>
                  <a:lnTo>
                    <a:pt x="88950" y="137261"/>
                  </a:lnTo>
                  <a:lnTo>
                    <a:pt x="88773" y="133527"/>
                  </a:lnTo>
                  <a:lnTo>
                    <a:pt x="88607" y="129781"/>
                  </a:lnTo>
                  <a:lnTo>
                    <a:pt x="87960" y="127482"/>
                  </a:lnTo>
                  <a:lnTo>
                    <a:pt x="87960" y="153949"/>
                  </a:lnTo>
                  <a:lnTo>
                    <a:pt x="54317" y="193192"/>
                  </a:lnTo>
                  <a:lnTo>
                    <a:pt x="42633" y="179578"/>
                  </a:lnTo>
                  <a:lnTo>
                    <a:pt x="45212" y="180187"/>
                  </a:lnTo>
                  <a:lnTo>
                    <a:pt x="51612" y="179781"/>
                  </a:lnTo>
                  <a:lnTo>
                    <a:pt x="53047" y="179247"/>
                  </a:lnTo>
                  <a:lnTo>
                    <a:pt x="52755" y="180975"/>
                  </a:lnTo>
                  <a:lnTo>
                    <a:pt x="52920" y="184708"/>
                  </a:lnTo>
                  <a:lnTo>
                    <a:pt x="53086" y="188455"/>
                  </a:lnTo>
                  <a:lnTo>
                    <a:pt x="53911" y="191439"/>
                  </a:lnTo>
                  <a:lnTo>
                    <a:pt x="55587" y="191325"/>
                  </a:lnTo>
                  <a:lnTo>
                    <a:pt x="56134" y="188264"/>
                  </a:lnTo>
                  <a:lnTo>
                    <a:pt x="55791" y="180784"/>
                  </a:lnTo>
                  <a:lnTo>
                    <a:pt x="55333" y="179108"/>
                  </a:lnTo>
                  <a:lnTo>
                    <a:pt x="56807" y="179451"/>
                  </a:lnTo>
                  <a:lnTo>
                    <a:pt x="60020" y="179260"/>
                  </a:lnTo>
                  <a:lnTo>
                    <a:pt x="63220" y="179057"/>
                  </a:lnTo>
                  <a:lnTo>
                    <a:pt x="65786" y="178092"/>
                  </a:lnTo>
                  <a:lnTo>
                    <a:pt x="65697" y="176136"/>
                  </a:lnTo>
                  <a:lnTo>
                    <a:pt x="63055" y="175514"/>
                  </a:lnTo>
                  <a:lnTo>
                    <a:pt x="56642" y="175907"/>
                  </a:lnTo>
                  <a:lnTo>
                    <a:pt x="55130" y="176479"/>
                  </a:lnTo>
                  <a:lnTo>
                    <a:pt x="55435" y="174726"/>
                  </a:lnTo>
                  <a:lnTo>
                    <a:pt x="55270" y="170992"/>
                  </a:lnTo>
                  <a:lnTo>
                    <a:pt x="55105" y="167246"/>
                  </a:lnTo>
                  <a:lnTo>
                    <a:pt x="54279" y="164261"/>
                  </a:lnTo>
                  <a:lnTo>
                    <a:pt x="52603" y="164376"/>
                  </a:lnTo>
                  <a:lnTo>
                    <a:pt x="52057" y="167436"/>
                  </a:lnTo>
                  <a:lnTo>
                    <a:pt x="52400" y="174917"/>
                  </a:lnTo>
                  <a:lnTo>
                    <a:pt x="52844" y="176568"/>
                  </a:lnTo>
                  <a:lnTo>
                    <a:pt x="51447" y="176237"/>
                  </a:lnTo>
                  <a:lnTo>
                    <a:pt x="48247" y="176441"/>
                  </a:lnTo>
                  <a:lnTo>
                    <a:pt x="45046" y="176631"/>
                  </a:lnTo>
                  <a:lnTo>
                    <a:pt x="42481" y="177596"/>
                  </a:lnTo>
                  <a:lnTo>
                    <a:pt x="42557" y="179501"/>
                  </a:lnTo>
                  <a:lnTo>
                    <a:pt x="10058" y="141579"/>
                  </a:lnTo>
                  <a:lnTo>
                    <a:pt x="12623" y="142176"/>
                  </a:lnTo>
                  <a:lnTo>
                    <a:pt x="19037" y="141782"/>
                  </a:lnTo>
                  <a:lnTo>
                    <a:pt x="20472" y="141249"/>
                  </a:lnTo>
                  <a:lnTo>
                    <a:pt x="20180" y="142963"/>
                  </a:lnTo>
                  <a:lnTo>
                    <a:pt x="20345" y="146710"/>
                  </a:lnTo>
                  <a:lnTo>
                    <a:pt x="20523" y="150444"/>
                  </a:lnTo>
                  <a:lnTo>
                    <a:pt x="21336" y="153428"/>
                  </a:lnTo>
                  <a:lnTo>
                    <a:pt x="23012" y="153327"/>
                  </a:lnTo>
                  <a:lnTo>
                    <a:pt x="23558" y="150253"/>
                  </a:lnTo>
                  <a:lnTo>
                    <a:pt x="23215" y="142786"/>
                  </a:lnTo>
                  <a:lnTo>
                    <a:pt x="22745" y="141109"/>
                  </a:lnTo>
                  <a:lnTo>
                    <a:pt x="24231" y="141452"/>
                  </a:lnTo>
                  <a:lnTo>
                    <a:pt x="27432" y="141249"/>
                  </a:lnTo>
                  <a:lnTo>
                    <a:pt x="30645" y="141058"/>
                  </a:lnTo>
                  <a:lnTo>
                    <a:pt x="33210" y="140093"/>
                  </a:lnTo>
                  <a:lnTo>
                    <a:pt x="33108" y="138137"/>
                  </a:lnTo>
                  <a:lnTo>
                    <a:pt x="30467" y="137502"/>
                  </a:lnTo>
                  <a:lnTo>
                    <a:pt x="24066" y="137896"/>
                  </a:lnTo>
                  <a:lnTo>
                    <a:pt x="22555" y="138468"/>
                  </a:lnTo>
                  <a:lnTo>
                    <a:pt x="22860" y="136715"/>
                  </a:lnTo>
                  <a:lnTo>
                    <a:pt x="22694" y="132981"/>
                  </a:lnTo>
                  <a:lnTo>
                    <a:pt x="22517" y="129247"/>
                  </a:lnTo>
                  <a:lnTo>
                    <a:pt x="21691" y="126263"/>
                  </a:lnTo>
                  <a:lnTo>
                    <a:pt x="21323" y="126288"/>
                  </a:lnTo>
                  <a:lnTo>
                    <a:pt x="53098" y="89242"/>
                  </a:lnTo>
                  <a:lnTo>
                    <a:pt x="52679" y="91617"/>
                  </a:lnTo>
                  <a:lnTo>
                    <a:pt x="53022" y="99085"/>
                  </a:lnTo>
                  <a:lnTo>
                    <a:pt x="53467" y="100761"/>
                  </a:lnTo>
                  <a:lnTo>
                    <a:pt x="52070" y="100418"/>
                  </a:lnTo>
                  <a:lnTo>
                    <a:pt x="48869" y="100609"/>
                  </a:lnTo>
                  <a:lnTo>
                    <a:pt x="45669" y="100812"/>
                  </a:lnTo>
                  <a:lnTo>
                    <a:pt x="43103" y="101777"/>
                  </a:lnTo>
                  <a:lnTo>
                    <a:pt x="43192" y="103733"/>
                  </a:lnTo>
                  <a:lnTo>
                    <a:pt x="45834" y="104355"/>
                  </a:lnTo>
                  <a:lnTo>
                    <a:pt x="52235" y="103962"/>
                  </a:lnTo>
                  <a:lnTo>
                    <a:pt x="53670" y="103428"/>
                  </a:lnTo>
                  <a:lnTo>
                    <a:pt x="53378" y="105143"/>
                  </a:lnTo>
                  <a:lnTo>
                    <a:pt x="53543" y="108889"/>
                  </a:lnTo>
                  <a:lnTo>
                    <a:pt x="53708" y="112623"/>
                  </a:lnTo>
                  <a:lnTo>
                    <a:pt x="54533" y="115608"/>
                  </a:lnTo>
                  <a:lnTo>
                    <a:pt x="56210" y="115506"/>
                  </a:lnTo>
                  <a:lnTo>
                    <a:pt x="56756" y="112433"/>
                  </a:lnTo>
                  <a:lnTo>
                    <a:pt x="56413" y="104965"/>
                  </a:lnTo>
                  <a:lnTo>
                    <a:pt x="55943" y="103276"/>
                  </a:lnTo>
                  <a:lnTo>
                    <a:pt x="57429" y="103632"/>
                  </a:lnTo>
                  <a:lnTo>
                    <a:pt x="60642" y="103428"/>
                  </a:lnTo>
                  <a:lnTo>
                    <a:pt x="63842" y="103238"/>
                  </a:lnTo>
                  <a:lnTo>
                    <a:pt x="66408" y="102273"/>
                  </a:lnTo>
                  <a:lnTo>
                    <a:pt x="66382" y="101930"/>
                  </a:lnTo>
                  <a:lnTo>
                    <a:pt x="87731" y="126809"/>
                  </a:lnTo>
                  <a:lnTo>
                    <a:pt x="86106" y="126911"/>
                  </a:lnTo>
                  <a:lnTo>
                    <a:pt x="85559" y="129971"/>
                  </a:lnTo>
                  <a:lnTo>
                    <a:pt x="85902" y="137452"/>
                  </a:lnTo>
                  <a:lnTo>
                    <a:pt x="86347" y="139103"/>
                  </a:lnTo>
                  <a:lnTo>
                    <a:pt x="84963" y="138772"/>
                  </a:lnTo>
                  <a:lnTo>
                    <a:pt x="81749" y="138976"/>
                  </a:lnTo>
                  <a:lnTo>
                    <a:pt x="78549" y="139166"/>
                  </a:lnTo>
                  <a:lnTo>
                    <a:pt x="75984" y="140131"/>
                  </a:lnTo>
                  <a:lnTo>
                    <a:pt x="76073" y="142087"/>
                  </a:lnTo>
                  <a:lnTo>
                    <a:pt x="78714" y="142722"/>
                  </a:lnTo>
                  <a:lnTo>
                    <a:pt x="85128" y="142316"/>
                  </a:lnTo>
                  <a:lnTo>
                    <a:pt x="86550" y="141782"/>
                  </a:lnTo>
                  <a:lnTo>
                    <a:pt x="86258" y="143510"/>
                  </a:lnTo>
                  <a:lnTo>
                    <a:pt x="86423" y="147243"/>
                  </a:lnTo>
                  <a:lnTo>
                    <a:pt x="86601" y="150990"/>
                  </a:lnTo>
                  <a:lnTo>
                    <a:pt x="87426" y="153974"/>
                  </a:lnTo>
                  <a:lnTo>
                    <a:pt x="87960" y="153949"/>
                  </a:lnTo>
                  <a:lnTo>
                    <a:pt x="87960" y="127482"/>
                  </a:lnTo>
                  <a:lnTo>
                    <a:pt x="87795" y="126885"/>
                  </a:lnTo>
                  <a:lnTo>
                    <a:pt x="97574" y="138303"/>
                  </a:lnTo>
                  <a:lnTo>
                    <a:pt x="97574" y="127647"/>
                  </a:lnTo>
                  <a:lnTo>
                    <a:pt x="64681" y="89268"/>
                  </a:lnTo>
                  <a:lnTo>
                    <a:pt x="64681" y="99923"/>
                  </a:lnTo>
                  <a:lnTo>
                    <a:pt x="63677" y="99682"/>
                  </a:lnTo>
                  <a:lnTo>
                    <a:pt x="57264" y="100076"/>
                  </a:lnTo>
                  <a:lnTo>
                    <a:pt x="55753" y="100647"/>
                  </a:lnTo>
                  <a:lnTo>
                    <a:pt x="56057" y="98894"/>
                  </a:lnTo>
                  <a:lnTo>
                    <a:pt x="55892" y="95161"/>
                  </a:lnTo>
                  <a:lnTo>
                    <a:pt x="55727" y="91427"/>
                  </a:lnTo>
                  <a:lnTo>
                    <a:pt x="54914" y="88531"/>
                  </a:lnTo>
                  <a:lnTo>
                    <a:pt x="64681" y="99923"/>
                  </a:lnTo>
                  <a:lnTo>
                    <a:pt x="64681" y="89268"/>
                  </a:lnTo>
                  <a:lnTo>
                    <a:pt x="63449" y="87820"/>
                  </a:lnTo>
                  <a:lnTo>
                    <a:pt x="54851" y="77787"/>
                  </a:lnTo>
                  <a:lnTo>
                    <a:pt x="54851" y="88455"/>
                  </a:lnTo>
                  <a:lnTo>
                    <a:pt x="53721" y="88519"/>
                  </a:lnTo>
                  <a:lnTo>
                    <a:pt x="54317" y="87820"/>
                  </a:lnTo>
                  <a:lnTo>
                    <a:pt x="54851" y="88455"/>
                  </a:lnTo>
                  <a:lnTo>
                    <a:pt x="54851" y="77787"/>
                  </a:lnTo>
                  <a:lnTo>
                    <a:pt x="54317" y="77152"/>
                  </a:lnTo>
                  <a:lnTo>
                    <a:pt x="20269" y="116865"/>
                  </a:lnTo>
                  <a:lnTo>
                    <a:pt x="20269" y="138582"/>
                  </a:lnTo>
                  <a:lnTo>
                    <a:pt x="18872" y="138239"/>
                  </a:lnTo>
                  <a:lnTo>
                    <a:pt x="15671" y="138430"/>
                  </a:lnTo>
                  <a:lnTo>
                    <a:pt x="12458" y="138633"/>
                  </a:lnTo>
                  <a:lnTo>
                    <a:pt x="9982" y="139573"/>
                  </a:lnTo>
                  <a:lnTo>
                    <a:pt x="9982" y="141490"/>
                  </a:lnTo>
                  <a:lnTo>
                    <a:pt x="9144" y="140500"/>
                  </a:lnTo>
                  <a:lnTo>
                    <a:pt x="9893" y="139636"/>
                  </a:lnTo>
                  <a:lnTo>
                    <a:pt x="9982" y="141490"/>
                  </a:lnTo>
                  <a:lnTo>
                    <a:pt x="9982" y="139573"/>
                  </a:lnTo>
                  <a:lnTo>
                    <a:pt x="19697" y="128193"/>
                  </a:lnTo>
                  <a:lnTo>
                    <a:pt x="19481" y="129438"/>
                  </a:lnTo>
                  <a:lnTo>
                    <a:pt x="19824" y="136906"/>
                  </a:lnTo>
                  <a:lnTo>
                    <a:pt x="20269" y="138582"/>
                  </a:lnTo>
                  <a:lnTo>
                    <a:pt x="20269" y="116865"/>
                  </a:lnTo>
                  <a:lnTo>
                    <a:pt x="0" y="140500"/>
                  </a:lnTo>
                  <a:lnTo>
                    <a:pt x="54317" y="203860"/>
                  </a:lnTo>
                  <a:lnTo>
                    <a:pt x="63449" y="193192"/>
                  </a:lnTo>
                  <a:lnTo>
                    <a:pt x="104038" y="145834"/>
                  </a:lnTo>
                  <a:lnTo>
                    <a:pt x="153784" y="203860"/>
                  </a:lnTo>
                  <a:lnTo>
                    <a:pt x="162928" y="193192"/>
                  </a:lnTo>
                  <a:lnTo>
                    <a:pt x="204952" y="144157"/>
                  </a:lnTo>
                  <a:lnTo>
                    <a:pt x="256146" y="203860"/>
                  </a:lnTo>
                  <a:lnTo>
                    <a:pt x="265277" y="193192"/>
                  </a:lnTo>
                  <a:lnTo>
                    <a:pt x="310451" y="140500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3" name="object 2043" descr=""/>
            <p:cNvSpPr/>
            <p:nvPr/>
          </p:nvSpPr>
          <p:spPr>
            <a:xfrm>
              <a:off x="8452536" y="6114611"/>
              <a:ext cx="311150" cy="359410"/>
            </a:xfrm>
            <a:custGeom>
              <a:avLst/>
              <a:gdLst/>
              <a:ahLst/>
              <a:cxnLst/>
              <a:rect l="l" t="t" r="r" b="b"/>
              <a:pathLst>
                <a:path w="311150" h="359410">
                  <a:moveTo>
                    <a:pt x="108635" y="218668"/>
                  </a:moveTo>
                  <a:lnTo>
                    <a:pt x="99491" y="208013"/>
                  </a:lnTo>
                  <a:lnTo>
                    <a:pt x="99491" y="218668"/>
                  </a:lnTo>
                  <a:lnTo>
                    <a:pt x="89382" y="230466"/>
                  </a:lnTo>
                  <a:lnTo>
                    <a:pt x="89649" y="228968"/>
                  </a:lnTo>
                  <a:lnTo>
                    <a:pt x="89306" y="221488"/>
                  </a:lnTo>
                  <a:lnTo>
                    <a:pt x="88849" y="219824"/>
                  </a:lnTo>
                  <a:lnTo>
                    <a:pt x="90322" y="220167"/>
                  </a:lnTo>
                  <a:lnTo>
                    <a:pt x="93535" y="219964"/>
                  </a:lnTo>
                  <a:lnTo>
                    <a:pt x="96735" y="219760"/>
                  </a:lnTo>
                  <a:lnTo>
                    <a:pt x="99301" y="218795"/>
                  </a:lnTo>
                  <a:lnTo>
                    <a:pt x="99275" y="218427"/>
                  </a:lnTo>
                  <a:lnTo>
                    <a:pt x="99491" y="218668"/>
                  </a:lnTo>
                  <a:lnTo>
                    <a:pt x="99491" y="208013"/>
                  </a:lnTo>
                  <a:lnTo>
                    <a:pt x="97586" y="205790"/>
                  </a:lnTo>
                  <a:lnTo>
                    <a:pt x="97586" y="216471"/>
                  </a:lnTo>
                  <a:lnTo>
                    <a:pt x="96570" y="216217"/>
                  </a:lnTo>
                  <a:lnTo>
                    <a:pt x="90157" y="216611"/>
                  </a:lnTo>
                  <a:lnTo>
                    <a:pt x="88646" y="217182"/>
                  </a:lnTo>
                  <a:lnTo>
                    <a:pt x="88950" y="215430"/>
                  </a:lnTo>
                  <a:lnTo>
                    <a:pt x="88785" y="211696"/>
                  </a:lnTo>
                  <a:lnTo>
                    <a:pt x="88620" y="207949"/>
                  </a:lnTo>
                  <a:lnTo>
                    <a:pt x="87960" y="205574"/>
                  </a:lnTo>
                  <a:lnTo>
                    <a:pt x="87960" y="232117"/>
                  </a:lnTo>
                  <a:lnTo>
                    <a:pt x="54317" y="271360"/>
                  </a:lnTo>
                  <a:lnTo>
                    <a:pt x="42621" y="257733"/>
                  </a:lnTo>
                  <a:lnTo>
                    <a:pt x="45212" y="258356"/>
                  </a:lnTo>
                  <a:lnTo>
                    <a:pt x="51625" y="257962"/>
                  </a:lnTo>
                  <a:lnTo>
                    <a:pt x="53060" y="257429"/>
                  </a:lnTo>
                  <a:lnTo>
                    <a:pt x="52768" y="259143"/>
                  </a:lnTo>
                  <a:lnTo>
                    <a:pt x="52933" y="262877"/>
                  </a:lnTo>
                  <a:lnTo>
                    <a:pt x="53098" y="266623"/>
                  </a:lnTo>
                  <a:lnTo>
                    <a:pt x="53924" y="269608"/>
                  </a:lnTo>
                  <a:lnTo>
                    <a:pt x="55600" y="269494"/>
                  </a:lnTo>
                  <a:lnTo>
                    <a:pt x="56146" y="266433"/>
                  </a:lnTo>
                  <a:lnTo>
                    <a:pt x="55803" y="258953"/>
                  </a:lnTo>
                  <a:lnTo>
                    <a:pt x="55333" y="257289"/>
                  </a:lnTo>
                  <a:lnTo>
                    <a:pt x="56819" y="257632"/>
                  </a:lnTo>
                  <a:lnTo>
                    <a:pt x="60020" y="257429"/>
                  </a:lnTo>
                  <a:lnTo>
                    <a:pt x="63233" y="257225"/>
                  </a:lnTo>
                  <a:lnTo>
                    <a:pt x="65798" y="256260"/>
                  </a:lnTo>
                  <a:lnTo>
                    <a:pt x="65697" y="254304"/>
                  </a:lnTo>
                  <a:lnTo>
                    <a:pt x="63055" y="253682"/>
                  </a:lnTo>
                  <a:lnTo>
                    <a:pt x="56654" y="254076"/>
                  </a:lnTo>
                  <a:lnTo>
                    <a:pt x="55143" y="254647"/>
                  </a:lnTo>
                  <a:lnTo>
                    <a:pt x="55448" y="252895"/>
                  </a:lnTo>
                  <a:lnTo>
                    <a:pt x="55283" y="249161"/>
                  </a:lnTo>
                  <a:lnTo>
                    <a:pt x="55105" y="245414"/>
                  </a:lnTo>
                  <a:lnTo>
                    <a:pt x="54279" y="242430"/>
                  </a:lnTo>
                  <a:lnTo>
                    <a:pt x="52603" y="242544"/>
                  </a:lnTo>
                  <a:lnTo>
                    <a:pt x="52070" y="245605"/>
                  </a:lnTo>
                  <a:lnTo>
                    <a:pt x="52412" y="253085"/>
                  </a:lnTo>
                  <a:lnTo>
                    <a:pt x="52857" y="254749"/>
                  </a:lnTo>
                  <a:lnTo>
                    <a:pt x="51460" y="254406"/>
                  </a:lnTo>
                  <a:lnTo>
                    <a:pt x="48260" y="254609"/>
                  </a:lnTo>
                  <a:lnTo>
                    <a:pt x="45046" y="254800"/>
                  </a:lnTo>
                  <a:lnTo>
                    <a:pt x="42481" y="255765"/>
                  </a:lnTo>
                  <a:lnTo>
                    <a:pt x="42570" y="257683"/>
                  </a:lnTo>
                  <a:lnTo>
                    <a:pt x="10058" y="219748"/>
                  </a:lnTo>
                  <a:lnTo>
                    <a:pt x="12623" y="220345"/>
                  </a:lnTo>
                  <a:lnTo>
                    <a:pt x="19050" y="219951"/>
                  </a:lnTo>
                  <a:lnTo>
                    <a:pt x="20472" y="219417"/>
                  </a:lnTo>
                  <a:lnTo>
                    <a:pt x="20180" y="221145"/>
                  </a:lnTo>
                  <a:lnTo>
                    <a:pt x="20345" y="224878"/>
                  </a:lnTo>
                  <a:lnTo>
                    <a:pt x="20523" y="228612"/>
                  </a:lnTo>
                  <a:lnTo>
                    <a:pt x="21348" y="231597"/>
                  </a:lnTo>
                  <a:lnTo>
                    <a:pt x="23025" y="231495"/>
                  </a:lnTo>
                  <a:lnTo>
                    <a:pt x="23558" y="228422"/>
                  </a:lnTo>
                  <a:lnTo>
                    <a:pt x="23215" y="220954"/>
                  </a:lnTo>
                  <a:lnTo>
                    <a:pt x="22758" y="219278"/>
                  </a:lnTo>
                  <a:lnTo>
                    <a:pt x="24244" y="219621"/>
                  </a:lnTo>
                  <a:lnTo>
                    <a:pt x="27444" y="219417"/>
                  </a:lnTo>
                  <a:lnTo>
                    <a:pt x="30645" y="219227"/>
                  </a:lnTo>
                  <a:lnTo>
                    <a:pt x="33210" y="218262"/>
                  </a:lnTo>
                  <a:lnTo>
                    <a:pt x="33121" y="216306"/>
                  </a:lnTo>
                  <a:lnTo>
                    <a:pt x="30480" y="215671"/>
                  </a:lnTo>
                  <a:lnTo>
                    <a:pt x="24066" y="216077"/>
                  </a:lnTo>
                  <a:lnTo>
                    <a:pt x="22555" y="216649"/>
                  </a:lnTo>
                  <a:lnTo>
                    <a:pt x="22860" y="214896"/>
                  </a:lnTo>
                  <a:lnTo>
                    <a:pt x="22694" y="211150"/>
                  </a:lnTo>
                  <a:lnTo>
                    <a:pt x="22529" y="207416"/>
                  </a:lnTo>
                  <a:lnTo>
                    <a:pt x="21704" y="204431"/>
                  </a:lnTo>
                  <a:lnTo>
                    <a:pt x="21323" y="204457"/>
                  </a:lnTo>
                  <a:lnTo>
                    <a:pt x="53098" y="167411"/>
                  </a:lnTo>
                  <a:lnTo>
                    <a:pt x="52679" y="169786"/>
                  </a:lnTo>
                  <a:lnTo>
                    <a:pt x="53035" y="177253"/>
                  </a:lnTo>
                  <a:lnTo>
                    <a:pt x="53479" y="178930"/>
                  </a:lnTo>
                  <a:lnTo>
                    <a:pt x="52082" y="178587"/>
                  </a:lnTo>
                  <a:lnTo>
                    <a:pt x="48882" y="178777"/>
                  </a:lnTo>
                  <a:lnTo>
                    <a:pt x="45669" y="178981"/>
                  </a:lnTo>
                  <a:lnTo>
                    <a:pt x="43103" y="179946"/>
                  </a:lnTo>
                  <a:lnTo>
                    <a:pt x="43205" y="181902"/>
                  </a:lnTo>
                  <a:lnTo>
                    <a:pt x="45834" y="182524"/>
                  </a:lnTo>
                  <a:lnTo>
                    <a:pt x="52247" y="182130"/>
                  </a:lnTo>
                  <a:lnTo>
                    <a:pt x="53682" y="181597"/>
                  </a:lnTo>
                  <a:lnTo>
                    <a:pt x="53390" y="183324"/>
                  </a:lnTo>
                  <a:lnTo>
                    <a:pt x="53555" y="187058"/>
                  </a:lnTo>
                  <a:lnTo>
                    <a:pt x="53721" y="190792"/>
                  </a:lnTo>
                  <a:lnTo>
                    <a:pt x="54546" y="193776"/>
                  </a:lnTo>
                  <a:lnTo>
                    <a:pt x="56222" y="193675"/>
                  </a:lnTo>
                  <a:lnTo>
                    <a:pt x="56769" y="190601"/>
                  </a:lnTo>
                  <a:lnTo>
                    <a:pt x="56426" y="183134"/>
                  </a:lnTo>
                  <a:lnTo>
                    <a:pt x="55956" y="181457"/>
                  </a:lnTo>
                  <a:lnTo>
                    <a:pt x="57442" y="181800"/>
                  </a:lnTo>
                  <a:lnTo>
                    <a:pt x="60642" y="181597"/>
                  </a:lnTo>
                  <a:lnTo>
                    <a:pt x="63855" y="181406"/>
                  </a:lnTo>
                  <a:lnTo>
                    <a:pt x="66421" y="180441"/>
                  </a:lnTo>
                  <a:lnTo>
                    <a:pt x="66395" y="180111"/>
                  </a:lnTo>
                  <a:lnTo>
                    <a:pt x="87731" y="204978"/>
                  </a:lnTo>
                  <a:lnTo>
                    <a:pt x="86118" y="205079"/>
                  </a:lnTo>
                  <a:lnTo>
                    <a:pt x="85572" y="208140"/>
                  </a:lnTo>
                  <a:lnTo>
                    <a:pt x="85915" y="215620"/>
                  </a:lnTo>
                  <a:lnTo>
                    <a:pt x="86360" y="217284"/>
                  </a:lnTo>
                  <a:lnTo>
                    <a:pt x="84963" y="216941"/>
                  </a:lnTo>
                  <a:lnTo>
                    <a:pt x="81762" y="217144"/>
                  </a:lnTo>
                  <a:lnTo>
                    <a:pt x="78562" y="217335"/>
                  </a:lnTo>
                  <a:lnTo>
                    <a:pt x="75996" y="218300"/>
                  </a:lnTo>
                  <a:lnTo>
                    <a:pt x="76085" y="220256"/>
                  </a:lnTo>
                  <a:lnTo>
                    <a:pt x="78727" y="220891"/>
                  </a:lnTo>
                  <a:lnTo>
                    <a:pt x="85128" y="220497"/>
                  </a:lnTo>
                  <a:lnTo>
                    <a:pt x="86563" y="219964"/>
                  </a:lnTo>
                  <a:lnTo>
                    <a:pt x="86271" y="221678"/>
                  </a:lnTo>
                  <a:lnTo>
                    <a:pt x="86436" y="225412"/>
                  </a:lnTo>
                  <a:lnTo>
                    <a:pt x="86601" y="229158"/>
                  </a:lnTo>
                  <a:lnTo>
                    <a:pt x="87426" y="232143"/>
                  </a:lnTo>
                  <a:lnTo>
                    <a:pt x="87960" y="232117"/>
                  </a:lnTo>
                  <a:lnTo>
                    <a:pt x="87960" y="205574"/>
                  </a:lnTo>
                  <a:lnTo>
                    <a:pt x="87820" y="205066"/>
                  </a:lnTo>
                  <a:lnTo>
                    <a:pt x="97586" y="216471"/>
                  </a:lnTo>
                  <a:lnTo>
                    <a:pt x="97586" y="205790"/>
                  </a:lnTo>
                  <a:lnTo>
                    <a:pt x="64681" y="167411"/>
                  </a:lnTo>
                  <a:lnTo>
                    <a:pt x="64681" y="178092"/>
                  </a:lnTo>
                  <a:lnTo>
                    <a:pt x="63677" y="177850"/>
                  </a:lnTo>
                  <a:lnTo>
                    <a:pt x="57277" y="178257"/>
                  </a:lnTo>
                  <a:lnTo>
                    <a:pt x="55765" y="178828"/>
                  </a:lnTo>
                  <a:lnTo>
                    <a:pt x="56070" y="177076"/>
                  </a:lnTo>
                  <a:lnTo>
                    <a:pt x="55905" y="173329"/>
                  </a:lnTo>
                  <a:lnTo>
                    <a:pt x="55727" y="169595"/>
                  </a:lnTo>
                  <a:lnTo>
                    <a:pt x="54914" y="166700"/>
                  </a:lnTo>
                  <a:lnTo>
                    <a:pt x="64681" y="178092"/>
                  </a:lnTo>
                  <a:lnTo>
                    <a:pt x="64681" y="167411"/>
                  </a:lnTo>
                  <a:lnTo>
                    <a:pt x="63461" y="165989"/>
                  </a:lnTo>
                  <a:lnTo>
                    <a:pt x="54851" y="155943"/>
                  </a:lnTo>
                  <a:lnTo>
                    <a:pt x="54851" y="166624"/>
                  </a:lnTo>
                  <a:lnTo>
                    <a:pt x="53721" y="166687"/>
                  </a:lnTo>
                  <a:lnTo>
                    <a:pt x="54317" y="165989"/>
                  </a:lnTo>
                  <a:lnTo>
                    <a:pt x="54851" y="166624"/>
                  </a:lnTo>
                  <a:lnTo>
                    <a:pt x="54851" y="155943"/>
                  </a:lnTo>
                  <a:lnTo>
                    <a:pt x="54317" y="155321"/>
                  </a:lnTo>
                  <a:lnTo>
                    <a:pt x="20281" y="195021"/>
                  </a:lnTo>
                  <a:lnTo>
                    <a:pt x="20281" y="216750"/>
                  </a:lnTo>
                  <a:lnTo>
                    <a:pt x="18872" y="216408"/>
                  </a:lnTo>
                  <a:lnTo>
                    <a:pt x="15671" y="216598"/>
                  </a:lnTo>
                  <a:lnTo>
                    <a:pt x="12471" y="216801"/>
                  </a:lnTo>
                  <a:lnTo>
                    <a:pt x="9982" y="217754"/>
                  </a:lnTo>
                  <a:lnTo>
                    <a:pt x="9982" y="219659"/>
                  </a:lnTo>
                  <a:lnTo>
                    <a:pt x="9144" y="218668"/>
                  </a:lnTo>
                  <a:lnTo>
                    <a:pt x="9906" y="217779"/>
                  </a:lnTo>
                  <a:lnTo>
                    <a:pt x="9982" y="219659"/>
                  </a:lnTo>
                  <a:lnTo>
                    <a:pt x="9982" y="217754"/>
                  </a:lnTo>
                  <a:lnTo>
                    <a:pt x="19697" y="206362"/>
                  </a:lnTo>
                  <a:lnTo>
                    <a:pt x="19481" y="207606"/>
                  </a:lnTo>
                  <a:lnTo>
                    <a:pt x="19824" y="215074"/>
                  </a:lnTo>
                  <a:lnTo>
                    <a:pt x="20281" y="216750"/>
                  </a:lnTo>
                  <a:lnTo>
                    <a:pt x="20281" y="195021"/>
                  </a:lnTo>
                  <a:lnTo>
                    <a:pt x="0" y="218668"/>
                  </a:lnTo>
                  <a:lnTo>
                    <a:pt x="54317" y="282028"/>
                  </a:lnTo>
                  <a:lnTo>
                    <a:pt x="63461" y="271360"/>
                  </a:lnTo>
                  <a:lnTo>
                    <a:pt x="108635" y="218668"/>
                  </a:lnTo>
                  <a:close/>
                </a:path>
                <a:path w="311150" h="359410">
                  <a:moveTo>
                    <a:pt x="166827" y="100939"/>
                  </a:moveTo>
                  <a:lnTo>
                    <a:pt x="166738" y="98971"/>
                  </a:lnTo>
                  <a:lnTo>
                    <a:pt x="164096" y="98348"/>
                  </a:lnTo>
                  <a:lnTo>
                    <a:pt x="157695" y="98742"/>
                  </a:lnTo>
                  <a:lnTo>
                    <a:pt x="155130" y="99707"/>
                  </a:lnTo>
                  <a:lnTo>
                    <a:pt x="152501" y="99072"/>
                  </a:lnTo>
                  <a:lnTo>
                    <a:pt x="149288" y="99275"/>
                  </a:lnTo>
                  <a:lnTo>
                    <a:pt x="146088" y="99479"/>
                  </a:lnTo>
                  <a:lnTo>
                    <a:pt x="143522" y="100444"/>
                  </a:lnTo>
                  <a:lnTo>
                    <a:pt x="143611" y="102400"/>
                  </a:lnTo>
                  <a:lnTo>
                    <a:pt x="146253" y="103022"/>
                  </a:lnTo>
                  <a:lnTo>
                    <a:pt x="152666" y="102628"/>
                  </a:lnTo>
                  <a:lnTo>
                    <a:pt x="154089" y="102095"/>
                  </a:lnTo>
                  <a:lnTo>
                    <a:pt x="153797" y="103809"/>
                  </a:lnTo>
                  <a:lnTo>
                    <a:pt x="153962" y="107556"/>
                  </a:lnTo>
                  <a:lnTo>
                    <a:pt x="154139" y="111290"/>
                  </a:lnTo>
                  <a:lnTo>
                    <a:pt x="154965" y="114274"/>
                  </a:lnTo>
                  <a:lnTo>
                    <a:pt x="156641" y="114173"/>
                  </a:lnTo>
                  <a:lnTo>
                    <a:pt x="157187" y="111099"/>
                  </a:lnTo>
                  <a:lnTo>
                    <a:pt x="156832" y="103619"/>
                  </a:lnTo>
                  <a:lnTo>
                    <a:pt x="156375" y="101942"/>
                  </a:lnTo>
                  <a:lnTo>
                    <a:pt x="157861" y="102298"/>
                  </a:lnTo>
                  <a:lnTo>
                    <a:pt x="161061" y="102095"/>
                  </a:lnTo>
                  <a:lnTo>
                    <a:pt x="164261" y="101892"/>
                  </a:lnTo>
                  <a:lnTo>
                    <a:pt x="166827" y="100939"/>
                  </a:lnTo>
                  <a:close/>
                </a:path>
                <a:path w="311150" h="359410">
                  <a:moveTo>
                    <a:pt x="167449" y="25107"/>
                  </a:moveTo>
                  <a:lnTo>
                    <a:pt x="167360" y="23152"/>
                  </a:lnTo>
                  <a:lnTo>
                    <a:pt x="164719" y="22517"/>
                  </a:lnTo>
                  <a:lnTo>
                    <a:pt x="158318" y="22923"/>
                  </a:lnTo>
                  <a:lnTo>
                    <a:pt x="156794" y="23507"/>
                  </a:lnTo>
                  <a:lnTo>
                    <a:pt x="157099" y="21742"/>
                  </a:lnTo>
                  <a:lnTo>
                    <a:pt x="156933" y="17995"/>
                  </a:lnTo>
                  <a:lnTo>
                    <a:pt x="156768" y="14262"/>
                  </a:lnTo>
                  <a:lnTo>
                    <a:pt x="155943" y="11277"/>
                  </a:lnTo>
                  <a:lnTo>
                    <a:pt x="154266" y="11379"/>
                  </a:lnTo>
                  <a:lnTo>
                    <a:pt x="153720" y="14452"/>
                  </a:lnTo>
                  <a:lnTo>
                    <a:pt x="154063" y="21932"/>
                  </a:lnTo>
                  <a:lnTo>
                    <a:pt x="154508" y="23596"/>
                  </a:lnTo>
                  <a:lnTo>
                    <a:pt x="153111" y="23253"/>
                  </a:lnTo>
                  <a:lnTo>
                    <a:pt x="149910" y="23456"/>
                  </a:lnTo>
                  <a:lnTo>
                    <a:pt x="146710" y="23647"/>
                  </a:lnTo>
                  <a:lnTo>
                    <a:pt x="144145" y="24612"/>
                  </a:lnTo>
                  <a:lnTo>
                    <a:pt x="144233" y="26568"/>
                  </a:lnTo>
                  <a:lnTo>
                    <a:pt x="146875" y="27203"/>
                  </a:lnTo>
                  <a:lnTo>
                    <a:pt x="153289" y="26797"/>
                  </a:lnTo>
                  <a:lnTo>
                    <a:pt x="154711" y="26263"/>
                  </a:lnTo>
                  <a:lnTo>
                    <a:pt x="154419" y="27990"/>
                  </a:lnTo>
                  <a:lnTo>
                    <a:pt x="154584" y="31724"/>
                  </a:lnTo>
                  <a:lnTo>
                    <a:pt x="154762" y="35458"/>
                  </a:lnTo>
                  <a:lnTo>
                    <a:pt x="155587" y="38442"/>
                  </a:lnTo>
                  <a:lnTo>
                    <a:pt x="157264" y="38341"/>
                  </a:lnTo>
                  <a:lnTo>
                    <a:pt x="157810" y="35280"/>
                  </a:lnTo>
                  <a:lnTo>
                    <a:pt x="157454" y="27800"/>
                  </a:lnTo>
                  <a:lnTo>
                    <a:pt x="156997" y="26123"/>
                  </a:lnTo>
                  <a:lnTo>
                    <a:pt x="158483" y="26466"/>
                  </a:lnTo>
                  <a:lnTo>
                    <a:pt x="161683" y="26276"/>
                  </a:lnTo>
                  <a:lnTo>
                    <a:pt x="164884" y="26073"/>
                  </a:lnTo>
                  <a:lnTo>
                    <a:pt x="167449" y="25107"/>
                  </a:lnTo>
                  <a:close/>
                </a:path>
                <a:path w="311150" h="359410">
                  <a:moveTo>
                    <a:pt x="200342" y="63474"/>
                  </a:moveTo>
                  <a:lnTo>
                    <a:pt x="200240" y="61506"/>
                  </a:lnTo>
                  <a:lnTo>
                    <a:pt x="197599" y="60883"/>
                  </a:lnTo>
                  <a:lnTo>
                    <a:pt x="191198" y="61277"/>
                  </a:lnTo>
                  <a:lnTo>
                    <a:pt x="189687" y="61849"/>
                  </a:lnTo>
                  <a:lnTo>
                    <a:pt x="189992" y="60096"/>
                  </a:lnTo>
                  <a:lnTo>
                    <a:pt x="189826" y="56362"/>
                  </a:lnTo>
                  <a:lnTo>
                    <a:pt x="189661" y="52628"/>
                  </a:lnTo>
                  <a:lnTo>
                    <a:pt x="188823" y="49644"/>
                  </a:lnTo>
                  <a:lnTo>
                    <a:pt x="187147" y="49745"/>
                  </a:lnTo>
                  <a:lnTo>
                    <a:pt x="186613" y="52806"/>
                  </a:lnTo>
                  <a:lnTo>
                    <a:pt x="186956" y="60286"/>
                  </a:lnTo>
                  <a:lnTo>
                    <a:pt x="187401" y="61950"/>
                  </a:lnTo>
                  <a:lnTo>
                    <a:pt x="186004" y="61607"/>
                  </a:lnTo>
                  <a:lnTo>
                    <a:pt x="182803" y="61810"/>
                  </a:lnTo>
                  <a:lnTo>
                    <a:pt x="179590" y="62014"/>
                  </a:lnTo>
                  <a:lnTo>
                    <a:pt x="177025" y="62966"/>
                  </a:lnTo>
                  <a:lnTo>
                    <a:pt x="177126" y="64935"/>
                  </a:lnTo>
                  <a:lnTo>
                    <a:pt x="179768" y="65557"/>
                  </a:lnTo>
                  <a:lnTo>
                    <a:pt x="186169" y="65163"/>
                  </a:lnTo>
                  <a:lnTo>
                    <a:pt x="187604" y="64630"/>
                  </a:lnTo>
                  <a:lnTo>
                    <a:pt x="187299" y="66344"/>
                  </a:lnTo>
                  <a:lnTo>
                    <a:pt x="187477" y="70091"/>
                  </a:lnTo>
                  <a:lnTo>
                    <a:pt x="187642" y="73825"/>
                  </a:lnTo>
                  <a:lnTo>
                    <a:pt x="188468" y="76809"/>
                  </a:lnTo>
                  <a:lnTo>
                    <a:pt x="190144" y="76708"/>
                  </a:lnTo>
                  <a:lnTo>
                    <a:pt x="190690" y="73634"/>
                  </a:lnTo>
                  <a:lnTo>
                    <a:pt x="190347" y="66154"/>
                  </a:lnTo>
                  <a:lnTo>
                    <a:pt x="189877" y="64477"/>
                  </a:lnTo>
                  <a:lnTo>
                    <a:pt x="191363" y="64833"/>
                  </a:lnTo>
                  <a:lnTo>
                    <a:pt x="194564" y="64630"/>
                  </a:lnTo>
                  <a:lnTo>
                    <a:pt x="197777" y="64427"/>
                  </a:lnTo>
                  <a:lnTo>
                    <a:pt x="200342" y="63474"/>
                  </a:lnTo>
                  <a:close/>
                </a:path>
                <a:path w="311150" h="359410">
                  <a:moveTo>
                    <a:pt x="260159" y="295833"/>
                  </a:moveTo>
                  <a:lnTo>
                    <a:pt x="251028" y="285191"/>
                  </a:lnTo>
                  <a:lnTo>
                    <a:pt x="251028" y="295833"/>
                  </a:lnTo>
                  <a:lnTo>
                    <a:pt x="205854" y="348526"/>
                  </a:lnTo>
                  <a:lnTo>
                    <a:pt x="194170" y="334911"/>
                  </a:lnTo>
                  <a:lnTo>
                    <a:pt x="196748" y="335521"/>
                  </a:lnTo>
                  <a:lnTo>
                    <a:pt x="203161" y="335114"/>
                  </a:lnTo>
                  <a:lnTo>
                    <a:pt x="204584" y="334581"/>
                  </a:lnTo>
                  <a:lnTo>
                    <a:pt x="204292" y="336308"/>
                  </a:lnTo>
                  <a:lnTo>
                    <a:pt x="204457" y="340042"/>
                  </a:lnTo>
                  <a:lnTo>
                    <a:pt x="204635" y="343776"/>
                  </a:lnTo>
                  <a:lnTo>
                    <a:pt x="205460" y="346760"/>
                  </a:lnTo>
                  <a:lnTo>
                    <a:pt x="207137" y="346659"/>
                  </a:lnTo>
                  <a:lnTo>
                    <a:pt x="207670" y="343598"/>
                  </a:lnTo>
                  <a:lnTo>
                    <a:pt x="207327" y="336118"/>
                  </a:lnTo>
                  <a:lnTo>
                    <a:pt x="206870" y="334441"/>
                  </a:lnTo>
                  <a:lnTo>
                    <a:pt x="208356" y="334784"/>
                  </a:lnTo>
                  <a:lnTo>
                    <a:pt x="211556" y="334594"/>
                  </a:lnTo>
                  <a:lnTo>
                    <a:pt x="214757" y="334391"/>
                  </a:lnTo>
                  <a:lnTo>
                    <a:pt x="217322" y="333425"/>
                  </a:lnTo>
                  <a:lnTo>
                    <a:pt x="217233" y="331470"/>
                  </a:lnTo>
                  <a:lnTo>
                    <a:pt x="214591" y="330835"/>
                  </a:lnTo>
                  <a:lnTo>
                    <a:pt x="208178" y="331241"/>
                  </a:lnTo>
                  <a:lnTo>
                    <a:pt x="206667" y="331812"/>
                  </a:lnTo>
                  <a:lnTo>
                    <a:pt x="206971" y="330060"/>
                  </a:lnTo>
                  <a:lnTo>
                    <a:pt x="206806" y="326313"/>
                  </a:lnTo>
                  <a:lnTo>
                    <a:pt x="206641" y="322580"/>
                  </a:lnTo>
                  <a:lnTo>
                    <a:pt x="205816" y="319595"/>
                  </a:lnTo>
                  <a:lnTo>
                    <a:pt x="204139" y="319697"/>
                  </a:lnTo>
                  <a:lnTo>
                    <a:pt x="203593" y="322770"/>
                  </a:lnTo>
                  <a:lnTo>
                    <a:pt x="203936" y="330250"/>
                  </a:lnTo>
                  <a:lnTo>
                    <a:pt x="204381" y="331914"/>
                  </a:lnTo>
                  <a:lnTo>
                    <a:pt x="202984" y="331571"/>
                  </a:lnTo>
                  <a:lnTo>
                    <a:pt x="199783" y="331762"/>
                  </a:lnTo>
                  <a:lnTo>
                    <a:pt x="196583" y="331965"/>
                  </a:lnTo>
                  <a:lnTo>
                    <a:pt x="194017" y="332930"/>
                  </a:lnTo>
                  <a:lnTo>
                    <a:pt x="194094" y="334835"/>
                  </a:lnTo>
                  <a:lnTo>
                    <a:pt x="161594" y="296913"/>
                  </a:lnTo>
                  <a:lnTo>
                    <a:pt x="164172" y="297510"/>
                  </a:lnTo>
                  <a:lnTo>
                    <a:pt x="170573" y="297116"/>
                  </a:lnTo>
                  <a:lnTo>
                    <a:pt x="172008" y="296583"/>
                  </a:lnTo>
                  <a:lnTo>
                    <a:pt x="171716" y="298297"/>
                  </a:lnTo>
                  <a:lnTo>
                    <a:pt x="171881" y="302044"/>
                  </a:lnTo>
                  <a:lnTo>
                    <a:pt x="172046" y="305777"/>
                  </a:lnTo>
                  <a:lnTo>
                    <a:pt x="172872" y="308762"/>
                  </a:lnTo>
                  <a:lnTo>
                    <a:pt x="174548" y="308660"/>
                  </a:lnTo>
                  <a:lnTo>
                    <a:pt x="175094" y="305587"/>
                  </a:lnTo>
                  <a:lnTo>
                    <a:pt x="174752" y="298107"/>
                  </a:lnTo>
                  <a:lnTo>
                    <a:pt x="174294" y="296443"/>
                  </a:lnTo>
                  <a:lnTo>
                    <a:pt x="175768" y="296786"/>
                  </a:lnTo>
                  <a:lnTo>
                    <a:pt x="178981" y="296583"/>
                  </a:lnTo>
                  <a:lnTo>
                    <a:pt x="182181" y="296379"/>
                  </a:lnTo>
                  <a:lnTo>
                    <a:pt x="184746" y="295427"/>
                  </a:lnTo>
                  <a:lnTo>
                    <a:pt x="184645" y="293458"/>
                  </a:lnTo>
                  <a:lnTo>
                    <a:pt x="182016" y="292836"/>
                  </a:lnTo>
                  <a:lnTo>
                    <a:pt x="175602" y="293230"/>
                  </a:lnTo>
                  <a:lnTo>
                    <a:pt x="174091" y="293801"/>
                  </a:lnTo>
                  <a:lnTo>
                    <a:pt x="174396" y="292049"/>
                  </a:lnTo>
                  <a:lnTo>
                    <a:pt x="174231" y="288315"/>
                  </a:lnTo>
                  <a:lnTo>
                    <a:pt x="174053" y="284568"/>
                  </a:lnTo>
                  <a:lnTo>
                    <a:pt x="173240" y="281584"/>
                  </a:lnTo>
                  <a:lnTo>
                    <a:pt x="172872" y="281609"/>
                  </a:lnTo>
                  <a:lnTo>
                    <a:pt x="205854" y="243141"/>
                  </a:lnTo>
                  <a:lnTo>
                    <a:pt x="251028" y="295833"/>
                  </a:lnTo>
                  <a:lnTo>
                    <a:pt x="251028" y="285191"/>
                  </a:lnTo>
                  <a:lnTo>
                    <a:pt x="214985" y="243141"/>
                  </a:lnTo>
                  <a:lnTo>
                    <a:pt x="205854" y="232486"/>
                  </a:lnTo>
                  <a:lnTo>
                    <a:pt x="171805" y="272199"/>
                  </a:lnTo>
                  <a:lnTo>
                    <a:pt x="171805" y="293903"/>
                  </a:lnTo>
                  <a:lnTo>
                    <a:pt x="170408" y="293560"/>
                  </a:lnTo>
                  <a:lnTo>
                    <a:pt x="167208" y="293763"/>
                  </a:lnTo>
                  <a:lnTo>
                    <a:pt x="163995" y="293966"/>
                  </a:lnTo>
                  <a:lnTo>
                    <a:pt x="161518" y="294894"/>
                  </a:lnTo>
                  <a:lnTo>
                    <a:pt x="161518" y="296824"/>
                  </a:lnTo>
                  <a:lnTo>
                    <a:pt x="160680" y="295833"/>
                  </a:lnTo>
                  <a:lnTo>
                    <a:pt x="161429" y="294970"/>
                  </a:lnTo>
                  <a:lnTo>
                    <a:pt x="161518" y="296824"/>
                  </a:lnTo>
                  <a:lnTo>
                    <a:pt x="161518" y="294894"/>
                  </a:lnTo>
                  <a:lnTo>
                    <a:pt x="171234" y="283527"/>
                  </a:lnTo>
                  <a:lnTo>
                    <a:pt x="171018" y="284759"/>
                  </a:lnTo>
                  <a:lnTo>
                    <a:pt x="171361" y="292239"/>
                  </a:lnTo>
                  <a:lnTo>
                    <a:pt x="171805" y="293903"/>
                  </a:lnTo>
                  <a:lnTo>
                    <a:pt x="171805" y="272199"/>
                  </a:lnTo>
                  <a:lnTo>
                    <a:pt x="154660" y="292188"/>
                  </a:lnTo>
                  <a:lnTo>
                    <a:pt x="148666" y="285203"/>
                  </a:lnTo>
                  <a:lnTo>
                    <a:pt x="148666" y="295833"/>
                  </a:lnTo>
                  <a:lnTo>
                    <a:pt x="138557" y="307619"/>
                  </a:lnTo>
                  <a:lnTo>
                    <a:pt x="138823" y="306120"/>
                  </a:lnTo>
                  <a:lnTo>
                    <a:pt x="138480" y="298653"/>
                  </a:lnTo>
                  <a:lnTo>
                    <a:pt x="138023" y="296976"/>
                  </a:lnTo>
                  <a:lnTo>
                    <a:pt x="139509" y="297319"/>
                  </a:lnTo>
                  <a:lnTo>
                    <a:pt x="142709" y="297129"/>
                  </a:lnTo>
                  <a:lnTo>
                    <a:pt x="145910" y="296926"/>
                  </a:lnTo>
                  <a:lnTo>
                    <a:pt x="148475" y="295960"/>
                  </a:lnTo>
                  <a:lnTo>
                    <a:pt x="148450" y="295592"/>
                  </a:lnTo>
                  <a:lnTo>
                    <a:pt x="148666" y="295833"/>
                  </a:lnTo>
                  <a:lnTo>
                    <a:pt x="148666" y="285203"/>
                  </a:lnTo>
                  <a:lnTo>
                    <a:pt x="146761" y="282981"/>
                  </a:lnTo>
                  <a:lnTo>
                    <a:pt x="146761" y="293624"/>
                  </a:lnTo>
                  <a:lnTo>
                    <a:pt x="145745" y="293370"/>
                  </a:lnTo>
                  <a:lnTo>
                    <a:pt x="139344" y="293776"/>
                  </a:lnTo>
                  <a:lnTo>
                    <a:pt x="137820" y="294347"/>
                  </a:lnTo>
                  <a:lnTo>
                    <a:pt x="138137" y="292595"/>
                  </a:lnTo>
                  <a:lnTo>
                    <a:pt x="137960" y="288848"/>
                  </a:lnTo>
                  <a:lnTo>
                    <a:pt x="137795" y="285115"/>
                  </a:lnTo>
                  <a:lnTo>
                    <a:pt x="137147" y="282816"/>
                  </a:lnTo>
                  <a:lnTo>
                    <a:pt x="137147" y="309270"/>
                  </a:lnTo>
                  <a:lnTo>
                    <a:pt x="103492" y="348526"/>
                  </a:lnTo>
                  <a:lnTo>
                    <a:pt x="91808" y="334899"/>
                  </a:lnTo>
                  <a:lnTo>
                    <a:pt x="94399" y="335521"/>
                  </a:lnTo>
                  <a:lnTo>
                    <a:pt x="100799" y="335114"/>
                  </a:lnTo>
                  <a:lnTo>
                    <a:pt x="102235" y="334581"/>
                  </a:lnTo>
                  <a:lnTo>
                    <a:pt x="101942" y="336308"/>
                  </a:lnTo>
                  <a:lnTo>
                    <a:pt x="102108" y="340042"/>
                  </a:lnTo>
                  <a:lnTo>
                    <a:pt x="102273" y="343776"/>
                  </a:lnTo>
                  <a:lnTo>
                    <a:pt x="103098" y="346760"/>
                  </a:lnTo>
                  <a:lnTo>
                    <a:pt x="104775" y="346659"/>
                  </a:lnTo>
                  <a:lnTo>
                    <a:pt x="105321" y="343598"/>
                  </a:lnTo>
                  <a:lnTo>
                    <a:pt x="104978" y="336118"/>
                  </a:lnTo>
                  <a:lnTo>
                    <a:pt x="104521" y="334441"/>
                  </a:lnTo>
                  <a:lnTo>
                    <a:pt x="105994" y="334784"/>
                  </a:lnTo>
                  <a:lnTo>
                    <a:pt x="109207" y="334594"/>
                  </a:lnTo>
                  <a:lnTo>
                    <a:pt x="112407" y="334391"/>
                  </a:lnTo>
                  <a:lnTo>
                    <a:pt x="114973" y="333425"/>
                  </a:lnTo>
                  <a:lnTo>
                    <a:pt x="114871" y="331470"/>
                  </a:lnTo>
                  <a:lnTo>
                    <a:pt x="112242" y="330835"/>
                  </a:lnTo>
                  <a:lnTo>
                    <a:pt x="105829" y="331241"/>
                  </a:lnTo>
                  <a:lnTo>
                    <a:pt x="104317" y="331812"/>
                  </a:lnTo>
                  <a:lnTo>
                    <a:pt x="104622" y="330060"/>
                  </a:lnTo>
                  <a:lnTo>
                    <a:pt x="104457" y="326313"/>
                  </a:lnTo>
                  <a:lnTo>
                    <a:pt x="104292" y="322580"/>
                  </a:lnTo>
                  <a:lnTo>
                    <a:pt x="103466" y="319595"/>
                  </a:lnTo>
                  <a:lnTo>
                    <a:pt x="101790" y="319697"/>
                  </a:lnTo>
                  <a:lnTo>
                    <a:pt x="101244" y="322770"/>
                  </a:lnTo>
                  <a:lnTo>
                    <a:pt x="101587" y="330250"/>
                  </a:lnTo>
                  <a:lnTo>
                    <a:pt x="102031" y="331914"/>
                  </a:lnTo>
                  <a:lnTo>
                    <a:pt x="100634" y="331571"/>
                  </a:lnTo>
                  <a:lnTo>
                    <a:pt x="97434" y="331762"/>
                  </a:lnTo>
                  <a:lnTo>
                    <a:pt x="94234" y="331965"/>
                  </a:lnTo>
                  <a:lnTo>
                    <a:pt x="91668" y="332930"/>
                  </a:lnTo>
                  <a:lnTo>
                    <a:pt x="91744" y="334835"/>
                  </a:lnTo>
                  <a:lnTo>
                    <a:pt x="59245" y="296913"/>
                  </a:lnTo>
                  <a:lnTo>
                    <a:pt x="61810" y="297510"/>
                  </a:lnTo>
                  <a:lnTo>
                    <a:pt x="68224" y="297116"/>
                  </a:lnTo>
                  <a:lnTo>
                    <a:pt x="69646" y="296583"/>
                  </a:lnTo>
                  <a:lnTo>
                    <a:pt x="69354" y="298297"/>
                  </a:lnTo>
                  <a:lnTo>
                    <a:pt x="69532" y="302044"/>
                  </a:lnTo>
                  <a:lnTo>
                    <a:pt x="69710" y="305777"/>
                  </a:lnTo>
                  <a:lnTo>
                    <a:pt x="70523" y="308762"/>
                  </a:lnTo>
                  <a:lnTo>
                    <a:pt x="72199" y="308660"/>
                  </a:lnTo>
                  <a:lnTo>
                    <a:pt x="72745" y="305587"/>
                  </a:lnTo>
                  <a:lnTo>
                    <a:pt x="72390" y="298107"/>
                  </a:lnTo>
                  <a:lnTo>
                    <a:pt x="71932" y="296430"/>
                  </a:lnTo>
                  <a:lnTo>
                    <a:pt x="73418" y="296786"/>
                  </a:lnTo>
                  <a:lnTo>
                    <a:pt x="76619" y="296583"/>
                  </a:lnTo>
                  <a:lnTo>
                    <a:pt x="79819" y="296379"/>
                  </a:lnTo>
                  <a:lnTo>
                    <a:pt x="82384" y="295427"/>
                  </a:lnTo>
                  <a:lnTo>
                    <a:pt x="82296" y="293458"/>
                  </a:lnTo>
                  <a:lnTo>
                    <a:pt x="79654" y="292836"/>
                  </a:lnTo>
                  <a:lnTo>
                    <a:pt x="73253" y="293230"/>
                  </a:lnTo>
                  <a:lnTo>
                    <a:pt x="71742" y="293801"/>
                  </a:lnTo>
                  <a:lnTo>
                    <a:pt x="72047" y="292049"/>
                  </a:lnTo>
                  <a:lnTo>
                    <a:pt x="71882" y="288315"/>
                  </a:lnTo>
                  <a:lnTo>
                    <a:pt x="71704" y="284568"/>
                  </a:lnTo>
                  <a:lnTo>
                    <a:pt x="70878" y="281584"/>
                  </a:lnTo>
                  <a:lnTo>
                    <a:pt x="70523" y="281609"/>
                  </a:lnTo>
                  <a:lnTo>
                    <a:pt x="102285" y="244551"/>
                  </a:lnTo>
                  <a:lnTo>
                    <a:pt x="101866" y="246938"/>
                  </a:lnTo>
                  <a:lnTo>
                    <a:pt x="102209" y="254419"/>
                  </a:lnTo>
                  <a:lnTo>
                    <a:pt x="102654" y="256082"/>
                  </a:lnTo>
                  <a:lnTo>
                    <a:pt x="101257" y="255739"/>
                  </a:lnTo>
                  <a:lnTo>
                    <a:pt x="98056" y="255943"/>
                  </a:lnTo>
                  <a:lnTo>
                    <a:pt x="94856" y="256146"/>
                  </a:lnTo>
                  <a:lnTo>
                    <a:pt x="92290" y="257111"/>
                  </a:lnTo>
                  <a:lnTo>
                    <a:pt x="92379" y="259067"/>
                  </a:lnTo>
                  <a:lnTo>
                    <a:pt x="95021" y="259689"/>
                  </a:lnTo>
                  <a:lnTo>
                    <a:pt x="101422" y="259295"/>
                  </a:lnTo>
                  <a:lnTo>
                    <a:pt x="102857" y="258762"/>
                  </a:lnTo>
                  <a:lnTo>
                    <a:pt x="102565" y="260477"/>
                  </a:lnTo>
                  <a:lnTo>
                    <a:pt x="102730" y="264210"/>
                  </a:lnTo>
                  <a:lnTo>
                    <a:pt x="102908" y="267957"/>
                  </a:lnTo>
                  <a:lnTo>
                    <a:pt x="103720" y="270941"/>
                  </a:lnTo>
                  <a:lnTo>
                    <a:pt x="105397" y="270840"/>
                  </a:lnTo>
                  <a:lnTo>
                    <a:pt x="105943" y="267766"/>
                  </a:lnTo>
                  <a:lnTo>
                    <a:pt x="105600" y="260286"/>
                  </a:lnTo>
                  <a:lnTo>
                    <a:pt x="105143" y="258610"/>
                  </a:lnTo>
                  <a:lnTo>
                    <a:pt x="106616" y="258965"/>
                  </a:lnTo>
                  <a:lnTo>
                    <a:pt x="109829" y="258762"/>
                  </a:lnTo>
                  <a:lnTo>
                    <a:pt x="113030" y="258559"/>
                  </a:lnTo>
                  <a:lnTo>
                    <a:pt x="115595" y="257606"/>
                  </a:lnTo>
                  <a:lnTo>
                    <a:pt x="115570" y="257251"/>
                  </a:lnTo>
                  <a:lnTo>
                    <a:pt x="136918" y="282143"/>
                  </a:lnTo>
                  <a:lnTo>
                    <a:pt x="135293" y="282232"/>
                  </a:lnTo>
                  <a:lnTo>
                    <a:pt x="134747" y="285305"/>
                  </a:lnTo>
                  <a:lnTo>
                    <a:pt x="135089" y="292785"/>
                  </a:lnTo>
                  <a:lnTo>
                    <a:pt x="135534" y="294449"/>
                  </a:lnTo>
                  <a:lnTo>
                    <a:pt x="134150" y="294106"/>
                  </a:lnTo>
                  <a:lnTo>
                    <a:pt x="130937" y="294297"/>
                  </a:lnTo>
                  <a:lnTo>
                    <a:pt x="127736" y="294500"/>
                  </a:lnTo>
                  <a:lnTo>
                    <a:pt x="125171" y="295465"/>
                  </a:lnTo>
                  <a:lnTo>
                    <a:pt x="125260" y="297421"/>
                  </a:lnTo>
                  <a:lnTo>
                    <a:pt x="127901" y="298056"/>
                  </a:lnTo>
                  <a:lnTo>
                    <a:pt x="134315" y="297649"/>
                  </a:lnTo>
                  <a:lnTo>
                    <a:pt x="135737" y="297116"/>
                  </a:lnTo>
                  <a:lnTo>
                    <a:pt x="135445" y="298843"/>
                  </a:lnTo>
                  <a:lnTo>
                    <a:pt x="135610" y="302577"/>
                  </a:lnTo>
                  <a:lnTo>
                    <a:pt x="135788" y="306311"/>
                  </a:lnTo>
                  <a:lnTo>
                    <a:pt x="136613" y="309295"/>
                  </a:lnTo>
                  <a:lnTo>
                    <a:pt x="137147" y="309270"/>
                  </a:lnTo>
                  <a:lnTo>
                    <a:pt x="137147" y="282816"/>
                  </a:lnTo>
                  <a:lnTo>
                    <a:pt x="136982" y="282219"/>
                  </a:lnTo>
                  <a:lnTo>
                    <a:pt x="146761" y="293624"/>
                  </a:lnTo>
                  <a:lnTo>
                    <a:pt x="146761" y="282981"/>
                  </a:lnTo>
                  <a:lnTo>
                    <a:pt x="113855" y="244576"/>
                  </a:lnTo>
                  <a:lnTo>
                    <a:pt x="113855" y="255257"/>
                  </a:lnTo>
                  <a:lnTo>
                    <a:pt x="112864" y="255016"/>
                  </a:lnTo>
                  <a:lnTo>
                    <a:pt x="106451" y="255409"/>
                  </a:lnTo>
                  <a:lnTo>
                    <a:pt x="104940" y="255981"/>
                  </a:lnTo>
                  <a:lnTo>
                    <a:pt x="105244" y="254228"/>
                  </a:lnTo>
                  <a:lnTo>
                    <a:pt x="105079" y="250494"/>
                  </a:lnTo>
                  <a:lnTo>
                    <a:pt x="104914" y="246748"/>
                  </a:lnTo>
                  <a:lnTo>
                    <a:pt x="104114" y="243878"/>
                  </a:lnTo>
                  <a:lnTo>
                    <a:pt x="113855" y="255257"/>
                  </a:lnTo>
                  <a:lnTo>
                    <a:pt x="113855" y="244576"/>
                  </a:lnTo>
                  <a:lnTo>
                    <a:pt x="112636" y="243141"/>
                  </a:lnTo>
                  <a:lnTo>
                    <a:pt x="104025" y="233108"/>
                  </a:lnTo>
                  <a:lnTo>
                    <a:pt x="104025" y="243776"/>
                  </a:lnTo>
                  <a:lnTo>
                    <a:pt x="102882" y="243852"/>
                  </a:lnTo>
                  <a:lnTo>
                    <a:pt x="103492" y="243141"/>
                  </a:lnTo>
                  <a:lnTo>
                    <a:pt x="104025" y="243776"/>
                  </a:lnTo>
                  <a:lnTo>
                    <a:pt x="104025" y="233108"/>
                  </a:lnTo>
                  <a:lnTo>
                    <a:pt x="103492" y="232486"/>
                  </a:lnTo>
                  <a:lnTo>
                    <a:pt x="69456" y="272199"/>
                  </a:lnTo>
                  <a:lnTo>
                    <a:pt x="69456" y="293903"/>
                  </a:lnTo>
                  <a:lnTo>
                    <a:pt x="68059" y="293560"/>
                  </a:lnTo>
                  <a:lnTo>
                    <a:pt x="64846" y="293763"/>
                  </a:lnTo>
                  <a:lnTo>
                    <a:pt x="61645" y="293966"/>
                  </a:lnTo>
                  <a:lnTo>
                    <a:pt x="59169" y="294894"/>
                  </a:lnTo>
                  <a:lnTo>
                    <a:pt x="59169" y="296824"/>
                  </a:lnTo>
                  <a:lnTo>
                    <a:pt x="58331" y="295833"/>
                  </a:lnTo>
                  <a:lnTo>
                    <a:pt x="59080" y="294970"/>
                  </a:lnTo>
                  <a:lnTo>
                    <a:pt x="59169" y="296824"/>
                  </a:lnTo>
                  <a:lnTo>
                    <a:pt x="59169" y="294894"/>
                  </a:lnTo>
                  <a:lnTo>
                    <a:pt x="68872" y="283540"/>
                  </a:lnTo>
                  <a:lnTo>
                    <a:pt x="68656" y="284759"/>
                  </a:lnTo>
                  <a:lnTo>
                    <a:pt x="69011" y="292239"/>
                  </a:lnTo>
                  <a:lnTo>
                    <a:pt x="69456" y="293903"/>
                  </a:lnTo>
                  <a:lnTo>
                    <a:pt x="69456" y="272199"/>
                  </a:lnTo>
                  <a:lnTo>
                    <a:pt x="49187" y="295833"/>
                  </a:lnTo>
                  <a:lnTo>
                    <a:pt x="103492" y="359181"/>
                  </a:lnTo>
                  <a:lnTo>
                    <a:pt x="112636" y="348526"/>
                  </a:lnTo>
                  <a:lnTo>
                    <a:pt x="154660" y="299491"/>
                  </a:lnTo>
                  <a:lnTo>
                    <a:pt x="205854" y="359181"/>
                  </a:lnTo>
                  <a:lnTo>
                    <a:pt x="214985" y="348526"/>
                  </a:lnTo>
                  <a:lnTo>
                    <a:pt x="260159" y="295833"/>
                  </a:lnTo>
                  <a:close/>
                </a:path>
                <a:path w="311150" h="359410">
                  <a:moveTo>
                    <a:pt x="310692" y="63347"/>
                  </a:moveTo>
                  <a:lnTo>
                    <a:pt x="301561" y="52705"/>
                  </a:lnTo>
                  <a:lnTo>
                    <a:pt x="301561" y="63347"/>
                  </a:lnTo>
                  <a:lnTo>
                    <a:pt x="291465" y="75133"/>
                  </a:lnTo>
                  <a:lnTo>
                    <a:pt x="291731" y="73634"/>
                  </a:lnTo>
                  <a:lnTo>
                    <a:pt x="291376" y="66154"/>
                  </a:lnTo>
                  <a:lnTo>
                    <a:pt x="290918" y="64477"/>
                  </a:lnTo>
                  <a:lnTo>
                    <a:pt x="292404" y="64833"/>
                  </a:lnTo>
                  <a:lnTo>
                    <a:pt x="295605" y="64630"/>
                  </a:lnTo>
                  <a:lnTo>
                    <a:pt x="298805" y="64427"/>
                  </a:lnTo>
                  <a:lnTo>
                    <a:pt x="301371" y="63474"/>
                  </a:lnTo>
                  <a:lnTo>
                    <a:pt x="301345" y="63106"/>
                  </a:lnTo>
                  <a:lnTo>
                    <a:pt x="301561" y="63347"/>
                  </a:lnTo>
                  <a:lnTo>
                    <a:pt x="301561" y="52705"/>
                  </a:lnTo>
                  <a:lnTo>
                    <a:pt x="299643" y="50457"/>
                  </a:lnTo>
                  <a:lnTo>
                    <a:pt x="299643" y="61125"/>
                  </a:lnTo>
                  <a:lnTo>
                    <a:pt x="298640" y="60883"/>
                  </a:lnTo>
                  <a:lnTo>
                    <a:pt x="292239" y="61277"/>
                  </a:lnTo>
                  <a:lnTo>
                    <a:pt x="290728" y="61849"/>
                  </a:lnTo>
                  <a:lnTo>
                    <a:pt x="291033" y="60096"/>
                  </a:lnTo>
                  <a:lnTo>
                    <a:pt x="290855" y="56362"/>
                  </a:lnTo>
                  <a:lnTo>
                    <a:pt x="290690" y="52628"/>
                  </a:lnTo>
                  <a:lnTo>
                    <a:pt x="290042" y="50330"/>
                  </a:lnTo>
                  <a:lnTo>
                    <a:pt x="290042" y="76784"/>
                  </a:lnTo>
                  <a:lnTo>
                    <a:pt x="256400" y="116027"/>
                  </a:lnTo>
                  <a:lnTo>
                    <a:pt x="244716" y="102425"/>
                  </a:lnTo>
                  <a:lnTo>
                    <a:pt x="247294" y="103022"/>
                  </a:lnTo>
                  <a:lnTo>
                    <a:pt x="253695" y="102628"/>
                  </a:lnTo>
                  <a:lnTo>
                    <a:pt x="255130" y="102095"/>
                  </a:lnTo>
                  <a:lnTo>
                    <a:pt x="254838" y="103809"/>
                  </a:lnTo>
                  <a:lnTo>
                    <a:pt x="255003" y="107556"/>
                  </a:lnTo>
                  <a:lnTo>
                    <a:pt x="255168" y="111290"/>
                  </a:lnTo>
                  <a:lnTo>
                    <a:pt x="255993" y="114274"/>
                  </a:lnTo>
                  <a:lnTo>
                    <a:pt x="257670" y="114173"/>
                  </a:lnTo>
                  <a:lnTo>
                    <a:pt x="258216" y="111099"/>
                  </a:lnTo>
                  <a:lnTo>
                    <a:pt x="257873" y="103619"/>
                  </a:lnTo>
                  <a:lnTo>
                    <a:pt x="257416" y="101942"/>
                  </a:lnTo>
                  <a:lnTo>
                    <a:pt x="258889" y="102298"/>
                  </a:lnTo>
                  <a:lnTo>
                    <a:pt x="262102" y="102095"/>
                  </a:lnTo>
                  <a:lnTo>
                    <a:pt x="265303" y="101892"/>
                  </a:lnTo>
                  <a:lnTo>
                    <a:pt x="267868" y="100939"/>
                  </a:lnTo>
                  <a:lnTo>
                    <a:pt x="267779" y="98971"/>
                  </a:lnTo>
                  <a:lnTo>
                    <a:pt x="265137" y="98348"/>
                  </a:lnTo>
                  <a:lnTo>
                    <a:pt x="258724" y="98742"/>
                  </a:lnTo>
                  <a:lnTo>
                    <a:pt x="257213" y="99314"/>
                  </a:lnTo>
                  <a:lnTo>
                    <a:pt x="257517" y="97561"/>
                  </a:lnTo>
                  <a:lnTo>
                    <a:pt x="257352" y="93827"/>
                  </a:lnTo>
                  <a:lnTo>
                    <a:pt x="257187" y="90093"/>
                  </a:lnTo>
                  <a:lnTo>
                    <a:pt x="256362" y="87109"/>
                  </a:lnTo>
                  <a:lnTo>
                    <a:pt x="254685" y="87210"/>
                  </a:lnTo>
                  <a:lnTo>
                    <a:pt x="254139" y="90271"/>
                  </a:lnTo>
                  <a:lnTo>
                    <a:pt x="254482" y="97751"/>
                  </a:lnTo>
                  <a:lnTo>
                    <a:pt x="254927" y="99415"/>
                  </a:lnTo>
                  <a:lnTo>
                    <a:pt x="253530" y="99072"/>
                  </a:lnTo>
                  <a:lnTo>
                    <a:pt x="250329" y="99275"/>
                  </a:lnTo>
                  <a:lnTo>
                    <a:pt x="247129" y="99479"/>
                  </a:lnTo>
                  <a:lnTo>
                    <a:pt x="244563" y="100444"/>
                  </a:lnTo>
                  <a:lnTo>
                    <a:pt x="244640" y="102336"/>
                  </a:lnTo>
                  <a:lnTo>
                    <a:pt x="212128" y="64414"/>
                  </a:lnTo>
                  <a:lnTo>
                    <a:pt x="214706" y="65024"/>
                  </a:lnTo>
                  <a:lnTo>
                    <a:pt x="221119" y="64617"/>
                  </a:lnTo>
                  <a:lnTo>
                    <a:pt x="222554" y="64084"/>
                  </a:lnTo>
                  <a:lnTo>
                    <a:pt x="222262" y="65811"/>
                  </a:lnTo>
                  <a:lnTo>
                    <a:pt x="222427" y="69545"/>
                  </a:lnTo>
                  <a:lnTo>
                    <a:pt x="222592" y="73279"/>
                  </a:lnTo>
                  <a:lnTo>
                    <a:pt x="223418" y="76263"/>
                  </a:lnTo>
                  <a:lnTo>
                    <a:pt x="225094" y="76161"/>
                  </a:lnTo>
                  <a:lnTo>
                    <a:pt x="225640" y="73101"/>
                  </a:lnTo>
                  <a:lnTo>
                    <a:pt x="225298" y="65620"/>
                  </a:lnTo>
                  <a:lnTo>
                    <a:pt x="224828" y="63944"/>
                  </a:lnTo>
                  <a:lnTo>
                    <a:pt x="226314" y="64287"/>
                  </a:lnTo>
                  <a:lnTo>
                    <a:pt x="229514" y="64096"/>
                  </a:lnTo>
                  <a:lnTo>
                    <a:pt x="232727" y="63893"/>
                  </a:lnTo>
                  <a:lnTo>
                    <a:pt x="235292" y="62928"/>
                  </a:lnTo>
                  <a:lnTo>
                    <a:pt x="235191" y="60972"/>
                  </a:lnTo>
                  <a:lnTo>
                    <a:pt x="232549" y="60337"/>
                  </a:lnTo>
                  <a:lnTo>
                    <a:pt x="226148" y="60744"/>
                  </a:lnTo>
                  <a:lnTo>
                    <a:pt x="224637" y="61315"/>
                  </a:lnTo>
                  <a:lnTo>
                    <a:pt x="224942" y="59563"/>
                  </a:lnTo>
                  <a:lnTo>
                    <a:pt x="224777" y="55816"/>
                  </a:lnTo>
                  <a:lnTo>
                    <a:pt x="224599" y="52082"/>
                  </a:lnTo>
                  <a:lnTo>
                    <a:pt x="223774" y="49098"/>
                  </a:lnTo>
                  <a:lnTo>
                    <a:pt x="223418" y="49123"/>
                  </a:lnTo>
                  <a:lnTo>
                    <a:pt x="255181" y="12077"/>
                  </a:lnTo>
                  <a:lnTo>
                    <a:pt x="254762" y="14452"/>
                  </a:lnTo>
                  <a:lnTo>
                    <a:pt x="255104" y="21932"/>
                  </a:lnTo>
                  <a:lnTo>
                    <a:pt x="255549" y="23596"/>
                  </a:lnTo>
                  <a:lnTo>
                    <a:pt x="254152" y="23253"/>
                  </a:lnTo>
                  <a:lnTo>
                    <a:pt x="250952" y="23456"/>
                  </a:lnTo>
                  <a:lnTo>
                    <a:pt x="247751" y="23647"/>
                  </a:lnTo>
                  <a:lnTo>
                    <a:pt x="245186" y="24612"/>
                  </a:lnTo>
                  <a:lnTo>
                    <a:pt x="245275" y="26568"/>
                  </a:lnTo>
                  <a:lnTo>
                    <a:pt x="247916" y="27203"/>
                  </a:lnTo>
                  <a:lnTo>
                    <a:pt x="254317" y="26797"/>
                  </a:lnTo>
                  <a:lnTo>
                    <a:pt x="255752" y="26263"/>
                  </a:lnTo>
                  <a:lnTo>
                    <a:pt x="255460" y="27990"/>
                  </a:lnTo>
                  <a:lnTo>
                    <a:pt x="255625" y="31724"/>
                  </a:lnTo>
                  <a:lnTo>
                    <a:pt x="255790" y="35458"/>
                  </a:lnTo>
                  <a:lnTo>
                    <a:pt x="256616" y="38442"/>
                  </a:lnTo>
                  <a:lnTo>
                    <a:pt x="258292" y="38341"/>
                  </a:lnTo>
                  <a:lnTo>
                    <a:pt x="258838" y="35280"/>
                  </a:lnTo>
                  <a:lnTo>
                    <a:pt x="258495" y="27800"/>
                  </a:lnTo>
                  <a:lnTo>
                    <a:pt x="258038" y="26123"/>
                  </a:lnTo>
                  <a:lnTo>
                    <a:pt x="259511" y="26466"/>
                  </a:lnTo>
                  <a:lnTo>
                    <a:pt x="262724" y="26276"/>
                  </a:lnTo>
                  <a:lnTo>
                    <a:pt x="265925" y="26073"/>
                  </a:lnTo>
                  <a:lnTo>
                    <a:pt x="268490" y="25107"/>
                  </a:lnTo>
                  <a:lnTo>
                    <a:pt x="268465" y="24765"/>
                  </a:lnTo>
                  <a:lnTo>
                    <a:pt x="289814" y="49657"/>
                  </a:lnTo>
                  <a:lnTo>
                    <a:pt x="288188" y="49745"/>
                  </a:lnTo>
                  <a:lnTo>
                    <a:pt x="287642" y="52806"/>
                  </a:lnTo>
                  <a:lnTo>
                    <a:pt x="287997" y="60286"/>
                  </a:lnTo>
                  <a:lnTo>
                    <a:pt x="288442" y="61950"/>
                  </a:lnTo>
                  <a:lnTo>
                    <a:pt x="287045" y="61607"/>
                  </a:lnTo>
                  <a:lnTo>
                    <a:pt x="283832" y="61810"/>
                  </a:lnTo>
                  <a:lnTo>
                    <a:pt x="280631" y="62014"/>
                  </a:lnTo>
                  <a:lnTo>
                    <a:pt x="278066" y="62966"/>
                  </a:lnTo>
                  <a:lnTo>
                    <a:pt x="278155" y="64935"/>
                  </a:lnTo>
                  <a:lnTo>
                    <a:pt x="280797" y="65557"/>
                  </a:lnTo>
                  <a:lnTo>
                    <a:pt x="287210" y="65163"/>
                  </a:lnTo>
                  <a:lnTo>
                    <a:pt x="288632" y="64630"/>
                  </a:lnTo>
                  <a:lnTo>
                    <a:pt x="288340" y="66344"/>
                  </a:lnTo>
                  <a:lnTo>
                    <a:pt x="288505" y="70091"/>
                  </a:lnTo>
                  <a:lnTo>
                    <a:pt x="288683" y="73825"/>
                  </a:lnTo>
                  <a:lnTo>
                    <a:pt x="289509" y="76809"/>
                  </a:lnTo>
                  <a:lnTo>
                    <a:pt x="290042" y="76784"/>
                  </a:lnTo>
                  <a:lnTo>
                    <a:pt x="290042" y="50330"/>
                  </a:lnTo>
                  <a:lnTo>
                    <a:pt x="289877" y="49733"/>
                  </a:lnTo>
                  <a:lnTo>
                    <a:pt x="299643" y="61125"/>
                  </a:lnTo>
                  <a:lnTo>
                    <a:pt x="299643" y="50457"/>
                  </a:lnTo>
                  <a:lnTo>
                    <a:pt x="266750" y="12090"/>
                  </a:lnTo>
                  <a:lnTo>
                    <a:pt x="266750" y="22758"/>
                  </a:lnTo>
                  <a:lnTo>
                    <a:pt x="265760" y="22517"/>
                  </a:lnTo>
                  <a:lnTo>
                    <a:pt x="259346" y="22923"/>
                  </a:lnTo>
                  <a:lnTo>
                    <a:pt x="257835" y="23495"/>
                  </a:lnTo>
                  <a:lnTo>
                    <a:pt x="258140" y="21742"/>
                  </a:lnTo>
                  <a:lnTo>
                    <a:pt x="257975" y="17995"/>
                  </a:lnTo>
                  <a:lnTo>
                    <a:pt x="257810" y="14262"/>
                  </a:lnTo>
                  <a:lnTo>
                    <a:pt x="256997" y="11366"/>
                  </a:lnTo>
                  <a:lnTo>
                    <a:pt x="266750" y="22758"/>
                  </a:lnTo>
                  <a:lnTo>
                    <a:pt x="266750" y="12090"/>
                  </a:lnTo>
                  <a:lnTo>
                    <a:pt x="265531" y="10655"/>
                  </a:lnTo>
                  <a:lnTo>
                    <a:pt x="256933" y="635"/>
                  </a:lnTo>
                  <a:lnTo>
                    <a:pt x="256933" y="11290"/>
                  </a:lnTo>
                  <a:lnTo>
                    <a:pt x="255803" y="11353"/>
                  </a:lnTo>
                  <a:lnTo>
                    <a:pt x="256400" y="10655"/>
                  </a:lnTo>
                  <a:lnTo>
                    <a:pt x="256933" y="11290"/>
                  </a:lnTo>
                  <a:lnTo>
                    <a:pt x="256933" y="635"/>
                  </a:lnTo>
                  <a:lnTo>
                    <a:pt x="256400" y="0"/>
                  </a:lnTo>
                  <a:lnTo>
                    <a:pt x="222351" y="39712"/>
                  </a:lnTo>
                  <a:lnTo>
                    <a:pt x="222351" y="61417"/>
                  </a:lnTo>
                  <a:lnTo>
                    <a:pt x="220954" y="61074"/>
                  </a:lnTo>
                  <a:lnTo>
                    <a:pt x="217754" y="61264"/>
                  </a:lnTo>
                  <a:lnTo>
                    <a:pt x="214541" y="61468"/>
                  </a:lnTo>
                  <a:lnTo>
                    <a:pt x="212064" y="62407"/>
                  </a:lnTo>
                  <a:lnTo>
                    <a:pt x="212064" y="64338"/>
                  </a:lnTo>
                  <a:lnTo>
                    <a:pt x="211226" y="63347"/>
                  </a:lnTo>
                  <a:lnTo>
                    <a:pt x="211975" y="62484"/>
                  </a:lnTo>
                  <a:lnTo>
                    <a:pt x="212064" y="64338"/>
                  </a:lnTo>
                  <a:lnTo>
                    <a:pt x="212064" y="62407"/>
                  </a:lnTo>
                  <a:lnTo>
                    <a:pt x="221767" y="51054"/>
                  </a:lnTo>
                  <a:lnTo>
                    <a:pt x="221551" y="52273"/>
                  </a:lnTo>
                  <a:lnTo>
                    <a:pt x="221907" y="59753"/>
                  </a:lnTo>
                  <a:lnTo>
                    <a:pt x="222351" y="61417"/>
                  </a:lnTo>
                  <a:lnTo>
                    <a:pt x="222351" y="39712"/>
                  </a:lnTo>
                  <a:lnTo>
                    <a:pt x="202082" y="63347"/>
                  </a:lnTo>
                  <a:lnTo>
                    <a:pt x="256400" y="126695"/>
                  </a:lnTo>
                  <a:lnTo>
                    <a:pt x="265531" y="116027"/>
                  </a:lnTo>
                  <a:lnTo>
                    <a:pt x="310692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4" name="object 2044" descr=""/>
            <p:cNvSpPr/>
            <p:nvPr/>
          </p:nvSpPr>
          <p:spPr>
            <a:xfrm>
              <a:off x="8402244" y="5959278"/>
              <a:ext cx="448945" cy="514984"/>
            </a:xfrm>
            <a:custGeom>
              <a:avLst/>
              <a:gdLst/>
              <a:ahLst/>
              <a:cxnLst/>
              <a:rect l="l" t="t" r="r" b="b"/>
              <a:pathLst>
                <a:path w="448945" h="514985">
                  <a:moveTo>
                    <a:pt x="108610" y="451167"/>
                  </a:moveTo>
                  <a:lnTo>
                    <a:pt x="99491" y="440537"/>
                  </a:lnTo>
                  <a:lnTo>
                    <a:pt x="99491" y="451167"/>
                  </a:lnTo>
                  <a:lnTo>
                    <a:pt x="89369" y="462965"/>
                  </a:lnTo>
                  <a:lnTo>
                    <a:pt x="89649" y="461454"/>
                  </a:lnTo>
                  <a:lnTo>
                    <a:pt x="89293" y="453986"/>
                  </a:lnTo>
                  <a:lnTo>
                    <a:pt x="88836" y="452310"/>
                  </a:lnTo>
                  <a:lnTo>
                    <a:pt x="90322" y="452653"/>
                  </a:lnTo>
                  <a:lnTo>
                    <a:pt x="93522" y="452462"/>
                  </a:lnTo>
                  <a:lnTo>
                    <a:pt x="96723" y="452259"/>
                  </a:lnTo>
                  <a:lnTo>
                    <a:pt x="99288" y="451294"/>
                  </a:lnTo>
                  <a:lnTo>
                    <a:pt x="99263" y="450913"/>
                  </a:lnTo>
                  <a:lnTo>
                    <a:pt x="99491" y="451167"/>
                  </a:lnTo>
                  <a:lnTo>
                    <a:pt x="99491" y="440537"/>
                  </a:lnTo>
                  <a:lnTo>
                    <a:pt x="97586" y="438315"/>
                  </a:lnTo>
                  <a:lnTo>
                    <a:pt x="97586" y="448957"/>
                  </a:lnTo>
                  <a:lnTo>
                    <a:pt x="96558" y="448703"/>
                  </a:lnTo>
                  <a:lnTo>
                    <a:pt x="90157" y="449110"/>
                  </a:lnTo>
                  <a:lnTo>
                    <a:pt x="88633" y="449681"/>
                  </a:lnTo>
                  <a:lnTo>
                    <a:pt x="88950" y="447929"/>
                  </a:lnTo>
                  <a:lnTo>
                    <a:pt x="88773" y="444182"/>
                  </a:lnTo>
                  <a:lnTo>
                    <a:pt x="88607" y="440448"/>
                  </a:lnTo>
                  <a:lnTo>
                    <a:pt x="87972" y="438188"/>
                  </a:lnTo>
                  <a:lnTo>
                    <a:pt x="87972" y="464604"/>
                  </a:lnTo>
                  <a:lnTo>
                    <a:pt x="54317" y="503859"/>
                  </a:lnTo>
                  <a:lnTo>
                    <a:pt x="42633" y="490245"/>
                  </a:lnTo>
                  <a:lnTo>
                    <a:pt x="45212" y="490855"/>
                  </a:lnTo>
                  <a:lnTo>
                    <a:pt x="51612" y="490448"/>
                  </a:lnTo>
                  <a:lnTo>
                    <a:pt x="53047" y="489915"/>
                  </a:lnTo>
                  <a:lnTo>
                    <a:pt x="52755" y="491642"/>
                  </a:lnTo>
                  <a:lnTo>
                    <a:pt x="52920" y="495376"/>
                  </a:lnTo>
                  <a:lnTo>
                    <a:pt x="53086" y="499110"/>
                  </a:lnTo>
                  <a:lnTo>
                    <a:pt x="53911" y="502094"/>
                  </a:lnTo>
                  <a:lnTo>
                    <a:pt x="55587" y="501992"/>
                  </a:lnTo>
                  <a:lnTo>
                    <a:pt x="56134" y="498932"/>
                  </a:lnTo>
                  <a:lnTo>
                    <a:pt x="55791" y="491451"/>
                  </a:lnTo>
                  <a:lnTo>
                    <a:pt x="55333" y="489775"/>
                  </a:lnTo>
                  <a:lnTo>
                    <a:pt x="56807" y="490118"/>
                  </a:lnTo>
                  <a:lnTo>
                    <a:pt x="60020" y="489927"/>
                  </a:lnTo>
                  <a:lnTo>
                    <a:pt x="63220" y="489724"/>
                  </a:lnTo>
                  <a:lnTo>
                    <a:pt x="65786" y="488759"/>
                  </a:lnTo>
                  <a:lnTo>
                    <a:pt x="65697" y="486803"/>
                  </a:lnTo>
                  <a:lnTo>
                    <a:pt x="63055" y="486168"/>
                  </a:lnTo>
                  <a:lnTo>
                    <a:pt x="56642" y="486575"/>
                  </a:lnTo>
                  <a:lnTo>
                    <a:pt x="55130" y="487146"/>
                  </a:lnTo>
                  <a:lnTo>
                    <a:pt x="55435" y="485394"/>
                  </a:lnTo>
                  <a:lnTo>
                    <a:pt x="55270" y="481647"/>
                  </a:lnTo>
                  <a:lnTo>
                    <a:pt x="55105" y="477913"/>
                  </a:lnTo>
                  <a:lnTo>
                    <a:pt x="54279" y="474929"/>
                  </a:lnTo>
                  <a:lnTo>
                    <a:pt x="52603" y="475030"/>
                  </a:lnTo>
                  <a:lnTo>
                    <a:pt x="52057" y="478104"/>
                  </a:lnTo>
                  <a:lnTo>
                    <a:pt x="52400" y="485584"/>
                  </a:lnTo>
                  <a:lnTo>
                    <a:pt x="52844" y="487248"/>
                  </a:lnTo>
                  <a:lnTo>
                    <a:pt x="51447" y="486905"/>
                  </a:lnTo>
                  <a:lnTo>
                    <a:pt x="48247" y="487095"/>
                  </a:lnTo>
                  <a:lnTo>
                    <a:pt x="45046" y="487299"/>
                  </a:lnTo>
                  <a:lnTo>
                    <a:pt x="42481" y="488264"/>
                  </a:lnTo>
                  <a:lnTo>
                    <a:pt x="42557" y="490169"/>
                  </a:lnTo>
                  <a:lnTo>
                    <a:pt x="10058" y="452247"/>
                  </a:lnTo>
                  <a:lnTo>
                    <a:pt x="12623" y="452843"/>
                  </a:lnTo>
                  <a:lnTo>
                    <a:pt x="19037" y="452450"/>
                  </a:lnTo>
                  <a:lnTo>
                    <a:pt x="20472" y="451916"/>
                  </a:lnTo>
                  <a:lnTo>
                    <a:pt x="20180" y="453631"/>
                  </a:lnTo>
                  <a:lnTo>
                    <a:pt x="20345" y="457377"/>
                  </a:lnTo>
                  <a:lnTo>
                    <a:pt x="20523" y="461111"/>
                  </a:lnTo>
                  <a:lnTo>
                    <a:pt x="21336" y="464096"/>
                  </a:lnTo>
                  <a:lnTo>
                    <a:pt x="23012" y="463994"/>
                  </a:lnTo>
                  <a:lnTo>
                    <a:pt x="23558" y="460921"/>
                  </a:lnTo>
                  <a:lnTo>
                    <a:pt x="23215" y="453440"/>
                  </a:lnTo>
                  <a:lnTo>
                    <a:pt x="22745" y="451764"/>
                  </a:lnTo>
                  <a:lnTo>
                    <a:pt x="24231" y="452120"/>
                  </a:lnTo>
                  <a:lnTo>
                    <a:pt x="27432" y="451916"/>
                  </a:lnTo>
                  <a:lnTo>
                    <a:pt x="30645" y="451713"/>
                  </a:lnTo>
                  <a:lnTo>
                    <a:pt x="33210" y="450761"/>
                  </a:lnTo>
                  <a:lnTo>
                    <a:pt x="33108" y="448792"/>
                  </a:lnTo>
                  <a:lnTo>
                    <a:pt x="30467" y="448170"/>
                  </a:lnTo>
                  <a:lnTo>
                    <a:pt x="24066" y="448564"/>
                  </a:lnTo>
                  <a:lnTo>
                    <a:pt x="22555" y="449135"/>
                  </a:lnTo>
                  <a:lnTo>
                    <a:pt x="22860" y="447382"/>
                  </a:lnTo>
                  <a:lnTo>
                    <a:pt x="22694" y="443649"/>
                  </a:lnTo>
                  <a:lnTo>
                    <a:pt x="22517" y="439902"/>
                  </a:lnTo>
                  <a:lnTo>
                    <a:pt x="21691" y="436918"/>
                  </a:lnTo>
                  <a:lnTo>
                    <a:pt x="21336" y="436943"/>
                  </a:lnTo>
                  <a:lnTo>
                    <a:pt x="53098" y="399897"/>
                  </a:lnTo>
                  <a:lnTo>
                    <a:pt x="52679" y="402272"/>
                  </a:lnTo>
                  <a:lnTo>
                    <a:pt x="53022" y="409752"/>
                  </a:lnTo>
                  <a:lnTo>
                    <a:pt x="53467" y="411416"/>
                  </a:lnTo>
                  <a:lnTo>
                    <a:pt x="52070" y="411073"/>
                  </a:lnTo>
                  <a:lnTo>
                    <a:pt x="48869" y="411276"/>
                  </a:lnTo>
                  <a:lnTo>
                    <a:pt x="45669" y="411480"/>
                  </a:lnTo>
                  <a:lnTo>
                    <a:pt x="43103" y="412445"/>
                  </a:lnTo>
                  <a:lnTo>
                    <a:pt x="43192" y="414401"/>
                  </a:lnTo>
                  <a:lnTo>
                    <a:pt x="45834" y="415023"/>
                  </a:lnTo>
                  <a:lnTo>
                    <a:pt x="52235" y="414629"/>
                  </a:lnTo>
                  <a:lnTo>
                    <a:pt x="53670" y="414096"/>
                  </a:lnTo>
                  <a:lnTo>
                    <a:pt x="53378" y="415810"/>
                  </a:lnTo>
                  <a:lnTo>
                    <a:pt x="53543" y="419544"/>
                  </a:lnTo>
                  <a:lnTo>
                    <a:pt x="53708" y="423291"/>
                  </a:lnTo>
                  <a:lnTo>
                    <a:pt x="54533" y="426275"/>
                  </a:lnTo>
                  <a:lnTo>
                    <a:pt x="56210" y="426173"/>
                  </a:lnTo>
                  <a:lnTo>
                    <a:pt x="56756" y="423100"/>
                  </a:lnTo>
                  <a:lnTo>
                    <a:pt x="56413" y="415620"/>
                  </a:lnTo>
                  <a:lnTo>
                    <a:pt x="55956" y="413943"/>
                  </a:lnTo>
                  <a:lnTo>
                    <a:pt x="57429" y="414299"/>
                  </a:lnTo>
                  <a:lnTo>
                    <a:pt x="60642" y="414096"/>
                  </a:lnTo>
                  <a:lnTo>
                    <a:pt x="63842" y="413893"/>
                  </a:lnTo>
                  <a:lnTo>
                    <a:pt x="66408" y="412940"/>
                  </a:lnTo>
                  <a:lnTo>
                    <a:pt x="66382" y="412584"/>
                  </a:lnTo>
                  <a:lnTo>
                    <a:pt x="87744" y="437476"/>
                  </a:lnTo>
                  <a:lnTo>
                    <a:pt x="86106" y="437565"/>
                  </a:lnTo>
                  <a:lnTo>
                    <a:pt x="85559" y="440639"/>
                  </a:lnTo>
                  <a:lnTo>
                    <a:pt x="85902" y="448119"/>
                  </a:lnTo>
                  <a:lnTo>
                    <a:pt x="86347" y="449783"/>
                  </a:lnTo>
                  <a:lnTo>
                    <a:pt x="84963" y="449440"/>
                  </a:lnTo>
                  <a:lnTo>
                    <a:pt x="81749" y="449630"/>
                  </a:lnTo>
                  <a:lnTo>
                    <a:pt x="78549" y="449834"/>
                  </a:lnTo>
                  <a:lnTo>
                    <a:pt x="75984" y="450799"/>
                  </a:lnTo>
                  <a:lnTo>
                    <a:pt x="76073" y="452755"/>
                  </a:lnTo>
                  <a:lnTo>
                    <a:pt x="78714" y="453390"/>
                  </a:lnTo>
                  <a:lnTo>
                    <a:pt x="85128" y="452983"/>
                  </a:lnTo>
                  <a:lnTo>
                    <a:pt x="86550" y="452450"/>
                  </a:lnTo>
                  <a:lnTo>
                    <a:pt x="86258" y="454177"/>
                  </a:lnTo>
                  <a:lnTo>
                    <a:pt x="86423" y="457911"/>
                  </a:lnTo>
                  <a:lnTo>
                    <a:pt x="86601" y="461645"/>
                  </a:lnTo>
                  <a:lnTo>
                    <a:pt x="87426" y="464629"/>
                  </a:lnTo>
                  <a:lnTo>
                    <a:pt x="87972" y="464604"/>
                  </a:lnTo>
                  <a:lnTo>
                    <a:pt x="87972" y="438188"/>
                  </a:lnTo>
                  <a:lnTo>
                    <a:pt x="87795" y="437540"/>
                  </a:lnTo>
                  <a:lnTo>
                    <a:pt x="97586" y="448957"/>
                  </a:lnTo>
                  <a:lnTo>
                    <a:pt x="97586" y="438315"/>
                  </a:lnTo>
                  <a:lnTo>
                    <a:pt x="64681" y="399923"/>
                  </a:lnTo>
                  <a:lnTo>
                    <a:pt x="64681" y="410591"/>
                  </a:lnTo>
                  <a:lnTo>
                    <a:pt x="63677" y="410349"/>
                  </a:lnTo>
                  <a:lnTo>
                    <a:pt x="57264" y="410743"/>
                  </a:lnTo>
                  <a:lnTo>
                    <a:pt x="55753" y="411314"/>
                  </a:lnTo>
                  <a:lnTo>
                    <a:pt x="56057" y="409562"/>
                  </a:lnTo>
                  <a:lnTo>
                    <a:pt x="55892" y="405828"/>
                  </a:lnTo>
                  <a:lnTo>
                    <a:pt x="55727" y="402082"/>
                  </a:lnTo>
                  <a:lnTo>
                    <a:pt x="54914" y="399186"/>
                  </a:lnTo>
                  <a:lnTo>
                    <a:pt x="64681" y="410591"/>
                  </a:lnTo>
                  <a:lnTo>
                    <a:pt x="64681" y="399923"/>
                  </a:lnTo>
                  <a:lnTo>
                    <a:pt x="63449" y="398475"/>
                  </a:lnTo>
                  <a:lnTo>
                    <a:pt x="54851" y="388454"/>
                  </a:lnTo>
                  <a:lnTo>
                    <a:pt x="54851" y="399110"/>
                  </a:lnTo>
                  <a:lnTo>
                    <a:pt x="53708" y="399186"/>
                  </a:lnTo>
                  <a:lnTo>
                    <a:pt x="54317" y="398475"/>
                  </a:lnTo>
                  <a:lnTo>
                    <a:pt x="54851" y="399110"/>
                  </a:lnTo>
                  <a:lnTo>
                    <a:pt x="54851" y="388454"/>
                  </a:lnTo>
                  <a:lnTo>
                    <a:pt x="54317" y="387819"/>
                  </a:lnTo>
                  <a:lnTo>
                    <a:pt x="20269" y="427532"/>
                  </a:lnTo>
                  <a:lnTo>
                    <a:pt x="20269" y="449237"/>
                  </a:lnTo>
                  <a:lnTo>
                    <a:pt x="18872" y="448894"/>
                  </a:lnTo>
                  <a:lnTo>
                    <a:pt x="15671" y="449097"/>
                  </a:lnTo>
                  <a:lnTo>
                    <a:pt x="12458" y="449300"/>
                  </a:lnTo>
                  <a:lnTo>
                    <a:pt x="9982" y="450227"/>
                  </a:lnTo>
                  <a:lnTo>
                    <a:pt x="9982" y="452158"/>
                  </a:lnTo>
                  <a:lnTo>
                    <a:pt x="9144" y="451167"/>
                  </a:lnTo>
                  <a:lnTo>
                    <a:pt x="9893" y="450291"/>
                  </a:lnTo>
                  <a:lnTo>
                    <a:pt x="9982" y="452158"/>
                  </a:lnTo>
                  <a:lnTo>
                    <a:pt x="9982" y="450227"/>
                  </a:lnTo>
                  <a:lnTo>
                    <a:pt x="19685" y="438861"/>
                  </a:lnTo>
                  <a:lnTo>
                    <a:pt x="19481" y="440093"/>
                  </a:lnTo>
                  <a:lnTo>
                    <a:pt x="19824" y="447573"/>
                  </a:lnTo>
                  <a:lnTo>
                    <a:pt x="20269" y="449237"/>
                  </a:lnTo>
                  <a:lnTo>
                    <a:pt x="20269" y="427532"/>
                  </a:lnTo>
                  <a:lnTo>
                    <a:pt x="0" y="451167"/>
                  </a:lnTo>
                  <a:lnTo>
                    <a:pt x="54317" y="514515"/>
                  </a:lnTo>
                  <a:lnTo>
                    <a:pt x="63449" y="503859"/>
                  </a:lnTo>
                  <a:lnTo>
                    <a:pt x="108610" y="451167"/>
                  </a:lnTo>
                  <a:close/>
                </a:path>
                <a:path w="448945" h="514985">
                  <a:moveTo>
                    <a:pt x="267614" y="488759"/>
                  </a:moveTo>
                  <a:lnTo>
                    <a:pt x="267525" y="486803"/>
                  </a:lnTo>
                  <a:lnTo>
                    <a:pt x="264883" y="486168"/>
                  </a:lnTo>
                  <a:lnTo>
                    <a:pt x="258470" y="486575"/>
                  </a:lnTo>
                  <a:lnTo>
                    <a:pt x="255917" y="487540"/>
                  </a:lnTo>
                  <a:lnTo>
                    <a:pt x="256006" y="489496"/>
                  </a:lnTo>
                  <a:lnTo>
                    <a:pt x="258648" y="490118"/>
                  </a:lnTo>
                  <a:lnTo>
                    <a:pt x="261848" y="489927"/>
                  </a:lnTo>
                  <a:lnTo>
                    <a:pt x="265049" y="489724"/>
                  </a:lnTo>
                  <a:lnTo>
                    <a:pt x="267614" y="488759"/>
                  </a:lnTo>
                  <a:close/>
                </a:path>
                <a:path w="448945" h="514985">
                  <a:moveTo>
                    <a:pt x="268236" y="412940"/>
                  </a:moveTo>
                  <a:lnTo>
                    <a:pt x="268147" y="410972"/>
                  </a:lnTo>
                  <a:lnTo>
                    <a:pt x="265506" y="410349"/>
                  </a:lnTo>
                  <a:lnTo>
                    <a:pt x="259092" y="410743"/>
                  </a:lnTo>
                  <a:lnTo>
                    <a:pt x="257581" y="411314"/>
                  </a:lnTo>
                  <a:lnTo>
                    <a:pt x="257886" y="409562"/>
                  </a:lnTo>
                  <a:lnTo>
                    <a:pt x="257721" y="405828"/>
                  </a:lnTo>
                  <a:lnTo>
                    <a:pt x="257556" y="402082"/>
                  </a:lnTo>
                  <a:lnTo>
                    <a:pt x="256730" y="399097"/>
                  </a:lnTo>
                  <a:lnTo>
                    <a:pt x="255054" y="399211"/>
                  </a:lnTo>
                  <a:lnTo>
                    <a:pt x="254508" y="402272"/>
                  </a:lnTo>
                  <a:lnTo>
                    <a:pt x="254850" y="409752"/>
                  </a:lnTo>
                  <a:lnTo>
                    <a:pt x="255295" y="411416"/>
                  </a:lnTo>
                  <a:lnTo>
                    <a:pt x="253898" y="411073"/>
                  </a:lnTo>
                  <a:lnTo>
                    <a:pt x="250698" y="411276"/>
                  </a:lnTo>
                  <a:lnTo>
                    <a:pt x="247497" y="411480"/>
                  </a:lnTo>
                  <a:lnTo>
                    <a:pt x="244932" y="412445"/>
                  </a:lnTo>
                  <a:lnTo>
                    <a:pt x="245021" y="414401"/>
                  </a:lnTo>
                  <a:lnTo>
                    <a:pt x="247662" y="415023"/>
                  </a:lnTo>
                  <a:lnTo>
                    <a:pt x="254076" y="414629"/>
                  </a:lnTo>
                  <a:lnTo>
                    <a:pt x="255498" y="414096"/>
                  </a:lnTo>
                  <a:lnTo>
                    <a:pt x="255206" y="415810"/>
                  </a:lnTo>
                  <a:lnTo>
                    <a:pt x="255371" y="419544"/>
                  </a:lnTo>
                  <a:lnTo>
                    <a:pt x="255536" y="423291"/>
                  </a:lnTo>
                  <a:lnTo>
                    <a:pt x="256374" y="426275"/>
                  </a:lnTo>
                  <a:lnTo>
                    <a:pt x="258051" y="426173"/>
                  </a:lnTo>
                  <a:lnTo>
                    <a:pt x="258584" y="423100"/>
                  </a:lnTo>
                  <a:lnTo>
                    <a:pt x="258241" y="415620"/>
                  </a:lnTo>
                  <a:lnTo>
                    <a:pt x="257784" y="413943"/>
                  </a:lnTo>
                  <a:lnTo>
                    <a:pt x="259270" y="414299"/>
                  </a:lnTo>
                  <a:lnTo>
                    <a:pt x="262470" y="414096"/>
                  </a:lnTo>
                  <a:lnTo>
                    <a:pt x="265671" y="413893"/>
                  </a:lnTo>
                  <a:lnTo>
                    <a:pt x="268236" y="412940"/>
                  </a:lnTo>
                  <a:close/>
                </a:path>
                <a:path w="448945" h="514985">
                  <a:moveTo>
                    <a:pt x="301129" y="451294"/>
                  </a:moveTo>
                  <a:lnTo>
                    <a:pt x="301028" y="449338"/>
                  </a:lnTo>
                  <a:lnTo>
                    <a:pt x="298386" y="448703"/>
                  </a:lnTo>
                  <a:lnTo>
                    <a:pt x="291985" y="449110"/>
                  </a:lnTo>
                  <a:lnTo>
                    <a:pt x="290474" y="449681"/>
                  </a:lnTo>
                  <a:lnTo>
                    <a:pt x="290779" y="447929"/>
                  </a:lnTo>
                  <a:lnTo>
                    <a:pt x="290614" y="444182"/>
                  </a:lnTo>
                  <a:lnTo>
                    <a:pt x="290436" y="440448"/>
                  </a:lnTo>
                  <a:lnTo>
                    <a:pt x="289610" y="437464"/>
                  </a:lnTo>
                  <a:lnTo>
                    <a:pt x="287934" y="437565"/>
                  </a:lnTo>
                  <a:lnTo>
                    <a:pt x="287401" y="440639"/>
                  </a:lnTo>
                  <a:lnTo>
                    <a:pt x="287743" y="448119"/>
                  </a:lnTo>
                  <a:lnTo>
                    <a:pt x="288188" y="449783"/>
                  </a:lnTo>
                  <a:lnTo>
                    <a:pt x="286791" y="449440"/>
                  </a:lnTo>
                  <a:lnTo>
                    <a:pt x="283591" y="449630"/>
                  </a:lnTo>
                  <a:lnTo>
                    <a:pt x="280377" y="449834"/>
                  </a:lnTo>
                  <a:lnTo>
                    <a:pt x="277812" y="450799"/>
                  </a:lnTo>
                  <a:lnTo>
                    <a:pt x="277914" y="452755"/>
                  </a:lnTo>
                  <a:lnTo>
                    <a:pt x="280543" y="453390"/>
                  </a:lnTo>
                  <a:lnTo>
                    <a:pt x="286956" y="452983"/>
                  </a:lnTo>
                  <a:lnTo>
                    <a:pt x="288391" y="452450"/>
                  </a:lnTo>
                  <a:lnTo>
                    <a:pt x="288099" y="454177"/>
                  </a:lnTo>
                  <a:lnTo>
                    <a:pt x="288264" y="457911"/>
                  </a:lnTo>
                  <a:lnTo>
                    <a:pt x="288429" y="461645"/>
                  </a:lnTo>
                  <a:lnTo>
                    <a:pt x="289255" y="464629"/>
                  </a:lnTo>
                  <a:lnTo>
                    <a:pt x="290931" y="464527"/>
                  </a:lnTo>
                  <a:lnTo>
                    <a:pt x="291477" y="461454"/>
                  </a:lnTo>
                  <a:lnTo>
                    <a:pt x="291134" y="453986"/>
                  </a:lnTo>
                  <a:lnTo>
                    <a:pt x="290664" y="452310"/>
                  </a:lnTo>
                  <a:lnTo>
                    <a:pt x="292150" y="452653"/>
                  </a:lnTo>
                  <a:lnTo>
                    <a:pt x="295351" y="452462"/>
                  </a:lnTo>
                  <a:lnTo>
                    <a:pt x="298564" y="452259"/>
                  </a:lnTo>
                  <a:lnTo>
                    <a:pt x="301129" y="451294"/>
                  </a:lnTo>
                  <a:close/>
                </a:path>
                <a:path w="448945" h="514985">
                  <a:moveTo>
                    <a:pt x="360984" y="374002"/>
                  </a:moveTo>
                  <a:lnTo>
                    <a:pt x="351853" y="363359"/>
                  </a:lnTo>
                  <a:lnTo>
                    <a:pt x="351853" y="374002"/>
                  </a:lnTo>
                  <a:lnTo>
                    <a:pt x="341757" y="385787"/>
                  </a:lnTo>
                  <a:lnTo>
                    <a:pt x="342023" y="384302"/>
                  </a:lnTo>
                  <a:lnTo>
                    <a:pt x="341668" y="376821"/>
                  </a:lnTo>
                  <a:lnTo>
                    <a:pt x="341210" y="375145"/>
                  </a:lnTo>
                  <a:lnTo>
                    <a:pt x="342696" y="375500"/>
                  </a:lnTo>
                  <a:lnTo>
                    <a:pt x="345897" y="375297"/>
                  </a:lnTo>
                  <a:lnTo>
                    <a:pt x="349097" y="375094"/>
                  </a:lnTo>
                  <a:lnTo>
                    <a:pt x="351663" y="374129"/>
                  </a:lnTo>
                  <a:lnTo>
                    <a:pt x="351637" y="373761"/>
                  </a:lnTo>
                  <a:lnTo>
                    <a:pt x="351853" y="374002"/>
                  </a:lnTo>
                  <a:lnTo>
                    <a:pt x="351853" y="363359"/>
                  </a:lnTo>
                  <a:lnTo>
                    <a:pt x="349948" y="361137"/>
                  </a:lnTo>
                  <a:lnTo>
                    <a:pt x="349948" y="371805"/>
                  </a:lnTo>
                  <a:lnTo>
                    <a:pt x="348932" y="371551"/>
                  </a:lnTo>
                  <a:lnTo>
                    <a:pt x="342531" y="371944"/>
                  </a:lnTo>
                  <a:lnTo>
                    <a:pt x="341020" y="372516"/>
                  </a:lnTo>
                  <a:lnTo>
                    <a:pt x="341325" y="370763"/>
                  </a:lnTo>
                  <a:lnTo>
                    <a:pt x="341147" y="367030"/>
                  </a:lnTo>
                  <a:lnTo>
                    <a:pt x="340982" y="363283"/>
                  </a:lnTo>
                  <a:lnTo>
                    <a:pt x="340334" y="360984"/>
                  </a:lnTo>
                  <a:lnTo>
                    <a:pt x="340334" y="387451"/>
                  </a:lnTo>
                  <a:lnTo>
                    <a:pt x="306692" y="426694"/>
                  </a:lnTo>
                  <a:lnTo>
                    <a:pt x="295008" y="413080"/>
                  </a:lnTo>
                  <a:lnTo>
                    <a:pt x="297586" y="413689"/>
                  </a:lnTo>
                  <a:lnTo>
                    <a:pt x="303987" y="413296"/>
                  </a:lnTo>
                  <a:lnTo>
                    <a:pt x="305422" y="412762"/>
                  </a:lnTo>
                  <a:lnTo>
                    <a:pt x="305130" y="414477"/>
                  </a:lnTo>
                  <a:lnTo>
                    <a:pt x="305295" y="418211"/>
                  </a:lnTo>
                  <a:lnTo>
                    <a:pt x="305460" y="421957"/>
                  </a:lnTo>
                  <a:lnTo>
                    <a:pt x="306285" y="424942"/>
                  </a:lnTo>
                  <a:lnTo>
                    <a:pt x="307962" y="424827"/>
                  </a:lnTo>
                  <a:lnTo>
                    <a:pt x="308508" y="421767"/>
                  </a:lnTo>
                  <a:lnTo>
                    <a:pt x="308165" y="414286"/>
                  </a:lnTo>
                  <a:lnTo>
                    <a:pt x="307708" y="412623"/>
                  </a:lnTo>
                  <a:lnTo>
                    <a:pt x="309181" y="412965"/>
                  </a:lnTo>
                  <a:lnTo>
                    <a:pt x="312394" y="412762"/>
                  </a:lnTo>
                  <a:lnTo>
                    <a:pt x="315595" y="412559"/>
                  </a:lnTo>
                  <a:lnTo>
                    <a:pt x="318160" y="411594"/>
                  </a:lnTo>
                  <a:lnTo>
                    <a:pt x="318071" y="409638"/>
                  </a:lnTo>
                  <a:lnTo>
                    <a:pt x="315429" y="409016"/>
                  </a:lnTo>
                  <a:lnTo>
                    <a:pt x="309016" y="409409"/>
                  </a:lnTo>
                  <a:lnTo>
                    <a:pt x="307505" y="409981"/>
                  </a:lnTo>
                  <a:lnTo>
                    <a:pt x="307809" y="408228"/>
                  </a:lnTo>
                  <a:lnTo>
                    <a:pt x="307644" y="404495"/>
                  </a:lnTo>
                  <a:lnTo>
                    <a:pt x="307479" y="400748"/>
                  </a:lnTo>
                  <a:lnTo>
                    <a:pt x="306654" y="397764"/>
                  </a:lnTo>
                  <a:lnTo>
                    <a:pt x="304977" y="397878"/>
                  </a:lnTo>
                  <a:lnTo>
                    <a:pt x="304431" y="400939"/>
                  </a:lnTo>
                  <a:lnTo>
                    <a:pt x="304774" y="408419"/>
                  </a:lnTo>
                  <a:lnTo>
                    <a:pt x="305219" y="410083"/>
                  </a:lnTo>
                  <a:lnTo>
                    <a:pt x="303822" y="409740"/>
                  </a:lnTo>
                  <a:lnTo>
                    <a:pt x="300621" y="409943"/>
                  </a:lnTo>
                  <a:lnTo>
                    <a:pt x="297421" y="410133"/>
                  </a:lnTo>
                  <a:lnTo>
                    <a:pt x="294855" y="411099"/>
                  </a:lnTo>
                  <a:lnTo>
                    <a:pt x="294932" y="413004"/>
                  </a:lnTo>
                  <a:lnTo>
                    <a:pt x="262432" y="375081"/>
                  </a:lnTo>
                  <a:lnTo>
                    <a:pt x="264998" y="375678"/>
                  </a:lnTo>
                  <a:lnTo>
                    <a:pt x="271411" y="375285"/>
                  </a:lnTo>
                  <a:lnTo>
                    <a:pt x="272846" y="374751"/>
                  </a:lnTo>
                  <a:lnTo>
                    <a:pt x="272554" y="376478"/>
                  </a:lnTo>
                  <a:lnTo>
                    <a:pt x="272719" y="380212"/>
                  </a:lnTo>
                  <a:lnTo>
                    <a:pt x="272884" y="383946"/>
                  </a:lnTo>
                  <a:lnTo>
                    <a:pt x="273710" y="386930"/>
                  </a:lnTo>
                  <a:lnTo>
                    <a:pt x="275386" y="386829"/>
                  </a:lnTo>
                  <a:lnTo>
                    <a:pt x="275932" y="383755"/>
                  </a:lnTo>
                  <a:lnTo>
                    <a:pt x="275590" y="376288"/>
                  </a:lnTo>
                  <a:lnTo>
                    <a:pt x="275120" y="374611"/>
                  </a:lnTo>
                  <a:lnTo>
                    <a:pt x="276606" y="374954"/>
                  </a:lnTo>
                  <a:lnTo>
                    <a:pt x="279806" y="374751"/>
                  </a:lnTo>
                  <a:lnTo>
                    <a:pt x="283019" y="374561"/>
                  </a:lnTo>
                  <a:lnTo>
                    <a:pt x="285584" y="373595"/>
                  </a:lnTo>
                  <a:lnTo>
                    <a:pt x="285483" y="371640"/>
                  </a:lnTo>
                  <a:lnTo>
                    <a:pt x="282841" y="371005"/>
                  </a:lnTo>
                  <a:lnTo>
                    <a:pt x="276440" y="371411"/>
                  </a:lnTo>
                  <a:lnTo>
                    <a:pt x="274929" y="371983"/>
                  </a:lnTo>
                  <a:lnTo>
                    <a:pt x="275234" y="370230"/>
                  </a:lnTo>
                  <a:lnTo>
                    <a:pt x="275069" y="366483"/>
                  </a:lnTo>
                  <a:lnTo>
                    <a:pt x="274891" y="362750"/>
                  </a:lnTo>
                  <a:lnTo>
                    <a:pt x="274066" y="359765"/>
                  </a:lnTo>
                  <a:lnTo>
                    <a:pt x="273697" y="359791"/>
                  </a:lnTo>
                  <a:lnTo>
                    <a:pt x="305473" y="322745"/>
                  </a:lnTo>
                  <a:lnTo>
                    <a:pt x="305054" y="325120"/>
                  </a:lnTo>
                  <a:lnTo>
                    <a:pt x="305396" y="332587"/>
                  </a:lnTo>
                  <a:lnTo>
                    <a:pt x="305841" y="334264"/>
                  </a:lnTo>
                  <a:lnTo>
                    <a:pt x="304444" y="333921"/>
                  </a:lnTo>
                  <a:lnTo>
                    <a:pt x="301244" y="334111"/>
                  </a:lnTo>
                  <a:lnTo>
                    <a:pt x="298043" y="334314"/>
                  </a:lnTo>
                  <a:lnTo>
                    <a:pt x="295478" y="335280"/>
                  </a:lnTo>
                  <a:lnTo>
                    <a:pt x="295567" y="337235"/>
                  </a:lnTo>
                  <a:lnTo>
                    <a:pt x="298208" y="337858"/>
                  </a:lnTo>
                  <a:lnTo>
                    <a:pt x="304609" y="337464"/>
                  </a:lnTo>
                  <a:lnTo>
                    <a:pt x="306044" y="336931"/>
                  </a:lnTo>
                  <a:lnTo>
                    <a:pt x="305752" y="338658"/>
                  </a:lnTo>
                  <a:lnTo>
                    <a:pt x="305917" y="342392"/>
                  </a:lnTo>
                  <a:lnTo>
                    <a:pt x="306082" y="346125"/>
                  </a:lnTo>
                  <a:lnTo>
                    <a:pt x="306908" y="349110"/>
                  </a:lnTo>
                  <a:lnTo>
                    <a:pt x="308584" y="349008"/>
                  </a:lnTo>
                  <a:lnTo>
                    <a:pt x="309130" y="345935"/>
                  </a:lnTo>
                  <a:lnTo>
                    <a:pt x="308787" y="338467"/>
                  </a:lnTo>
                  <a:lnTo>
                    <a:pt x="308330" y="336791"/>
                  </a:lnTo>
                  <a:lnTo>
                    <a:pt x="309803" y="337134"/>
                  </a:lnTo>
                  <a:lnTo>
                    <a:pt x="313016" y="336931"/>
                  </a:lnTo>
                  <a:lnTo>
                    <a:pt x="316217" y="336740"/>
                  </a:lnTo>
                  <a:lnTo>
                    <a:pt x="318782" y="335775"/>
                  </a:lnTo>
                  <a:lnTo>
                    <a:pt x="318757" y="335432"/>
                  </a:lnTo>
                  <a:lnTo>
                    <a:pt x="340106" y="360311"/>
                  </a:lnTo>
                  <a:lnTo>
                    <a:pt x="338480" y="360413"/>
                  </a:lnTo>
                  <a:lnTo>
                    <a:pt x="337934" y="363474"/>
                  </a:lnTo>
                  <a:lnTo>
                    <a:pt x="338289" y="370954"/>
                  </a:lnTo>
                  <a:lnTo>
                    <a:pt x="338734" y="372618"/>
                  </a:lnTo>
                  <a:lnTo>
                    <a:pt x="337337" y="372275"/>
                  </a:lnTo>
                  <a:lnTo>
                    <a:pt x="334124" y="372478"/>
                  </a:lnTo>
                  <a:lnTo>
                    <a:pt x="330923" y="372668"/>
                  </a:lnTo>
                  <a:lnTo>
                    <a:pt x="328358" y="373634"/>
                  </a:lnTo>
                  <a:lnTo>
                    <a:pt x="328447" y="375589"/>
                  </a:lnTo>
                  <a:lnTo>
                    <a:pt x="331089" y="376224"/>
                  </a:lnTo>
                  <a:lnTo>
                    <a:pt x="337502" y="375831"/>
                  </a:lnTo>
                  <a:lnTo>
                    <a:pt x="338924" y="375297"/>
                  </a:lnTo>
                  <a:lnTo>
                    <a:pt x="338632" y="377012"/>
                  </a:lnTo>
                  <a:lnTo>
                    <a:pt x="338797" y="380746"/>
                  </a:lnTo>
                  <a:lnTo>
                    <a:pt x="338975" y="384492"/>
                  </a:lnTo>
                  <a:lnTo>
                    <a:pt x="339801" y="387477"/>
                  </a:lnTo>
                  <a:lnTo>
                    <a:pt x="340334" y="387451"/>
                  </a:lnTo>
                  <a:lnTo>
                    <a:pt x="340334" y="360984"/>
                  </a:lnTo>
                  <a:lnTo>
                    <a:pt x="340169" y="360387"/>
                  </a:lnTo>
                  <a:lnTo>
                    <a:pt x="349948" y="371805"/>
                  </a:lnTo>
                  <a:lnTo>
                    <a:pt x="349948" y="361137"/>
                  </a:lnTo>
                  <a:lnTo>
                    <a:pt x="317055" y="322770"/>
                  </a:lnTo>
                  <a:lnTo>
                    <a:pt x="317055" y="333425"/>
                  </a:lnTo>
                  <a:lnTo>
                    <a:pt x="316052" y="333184"/>
                  </a:lnTo>
                  <a:lnTo>
                    <a:pt x="309638" y="333590"/>
                  </a:lnTo>
                  <a:lnTo>
                    <a:pt x="308127" y="334162"/>
                  </a:lnTo>
                  <a:lnTo>
                    <a:pt x="308432" y="332409"/>
                  </a:lnTo>
                  <a:lnTo>
                    <a:pt x="308267" y="328663"/>
                  </a:lnTo>
                  <a:lnTo>
                    <a:pt x="308102" y="324929"/>
                  </a:lnTo>
                  <a:lnTo>
                    <a:pt x="307289" y="322033"/>
                  </a:lnTo>
                  <a:lnTo>
                    <a:pt x="317055" y="333425"/>
                  </a:lnTo>
                  <a:lnTo>
                    <a:pt x="317055" y="322770"/>
                  </a:lnTo>
                  <a:lnTo>
                    <a:pt x="315823" y="321322"/>
                  </a:lnTo>
                  <a:lnTo>
                    <a:pt x="307225" y="311289"/>
                  </a:lnTo>
                  <a:lnTo>
                    <a:pt x="307225" y="321957"/>
                  </a:lnTo>
                  <a:lnTo>
                    <a:pt x="306095" y="322021"/>
                  </a:lnTo>
                  <a:lnTo>
                    <a:pt x="306692" y="321322"/>
                  </a:lnTo>
                  <a:lnTo>
                    <a:pt x="307225" y="321957"/>
                  </a:lnTo>
                  <a:lnTo>
                    <a:pt x="307225" y="311289"/>
                  </a:lnTo>
                  <a:lnTo>
                    <a:pt x="306692" y="310654"/>
                  </a:lnTo>
                  <a:lnTo>
                    <a:pt x="272643" y="350367"/>
                  </a:lnTo>
                  <a:lnTo>
                    <a:pt x="272643" y="372084"/>
                  </a:lnTo>
                  <a:lnTo>
                    <a:pt x="271246" y="371741"/>
                  </a:lnTo>
                  <a:lnTo>
                    <a:pt x="268046" y="371932"/>
                  </a:lnTo>
                  <a:lnTo>
                    <a:pt x="264833" y="372135"/>
                  </a:lnTo>
                  <a:lnTo>
                    <a:pt x="262356" y="373075"/>
                  </a:lnTo>
                  <a:lnTo>
                    <a:pt x="262356" y="374992"/>
                  </a:lnTo>
                  <a:lnTo>
                    <a:pt x="261518" y="374002"/>
                  </a:lnTo>
                  <a:lnTo>
                    <a:pt x="262267" y="373138"/>
                  </a:lnTo>
                  <a:lnTo>
                    <a:pt x="262356" y="374992"/>
                  </a:lnTo>
                  <a:lnTo>
                    <a:pt x="262356" y="373075"/>
                  </a:lnTo>
                  <a:lnTo>
                    <a:pt x="272059" y="361708"/>
                  </a:lnTo>
                  <a:lnTo>
                    <a:pt x="271843" y="362940"/>
                  </a:lnTo>
                  <a:lnTo>
                    <a:pt x="272199" y="370408"/>
                  </a:lnTo>
                  <a:lnTo>
                    <a:pt x="272643" y="372084"/>
                  </a:lnTo>
                  <a:lnTo>
                    <a:pt x="272643" y="350367"/>
                  </a:lnTo>
                  <a:lnTo>
                    <a:pt x="256159" y="369582"/>
                  </a:lnTo>
                  <a:lnTo>
                    <a:pt x="250825" y="363372"/>
                  </a:lnTo>
                  <a:lnTo>
                    <a:pt x="250825" y="374002"/>
                  </a:lnTo>
                  <a:lnTo>
                    <a:pt x="240715" y="385800"/>
                  </a:lnTo>
                  <a:lnTo>
                    <a:pt x="240982" y="384302"/>
                  </a:lnTo>
                  <a:lnTo>
                    <a:pt x="240639" y="376821"/>
                  </a:lnTo>
                  <a:lnTo>
                    <a:pt x="240169" y="375158"/>
                  </a:lnTo>
                  <a:lnTo>
                    <a:pt x="241655" y="375500"/>
                  </a:lnTo>
                  <a:lnTo>
                    <a:pt x="244856" y="375297"/>
                  </a:lnTo>
                  <a:lnTo>
                    <a:pt x="248069" y="375094"/>
                  </a:lnTo>
                  <a:lnTo>
                    <a:pt x="250634" y="374129"/>
                  </a:lnTo>
                  <a:lnTo>
                    <a:pt x="250609" y="373761"/>
                  </a:lnTo>
                  <a:lnTo>
                    <a:pt x="250825" y="374002"/>
                  </a:lnTo>
                  <a:lnTo>
                    <a:pt x="250825" y="363372"/>
                  </a:lnTo>
                  <a:lnTo>
                    <a:pt x="248920" y="361149"/>
                  </a:lnTo>
                  <a:lnTo>
                    <a:pt x="248920" y="371805"/>
                  </a:lnTo>
                  <a:lnTo>
                    <a:pt x="247891" y="371551"/>
                  </a:lnTo>
                  <a:lnTo>
                    <a:pt x="241490" y="371944"/>
                  </a:lnTo>
                  <a:lnTo>
                    <a:pt x="239979" y="372516"/>
                  </a:lnTo>
                  <a:lnTo>
                    <a:pt x="240284" y="370763"/>
                  </a:lnTo>
                  <a:lnTo>
                    <a:pt x="240118" y="367030"/>
                  </a:lnTo>
                  <a:lnTo>
                    <a:pt x="239953" y="363283"/>
                  </a:lnTo>
                  <a:lnTo>
                    <a:pt x="239293" y="360959"/>
                  </a:lnTo>
                  <a:lnTo>
                    <a:pt x="239293" y="387451"/>
                  </a:lnTo>
                  <a:lnTo>
                    <a:pt x="205651" y="426694"/>
                  </a:lnTo>
                  <a:lnTo>
                    <a:pt x="193967" y="413080"/>
                  </a:lnTo>
                  <a:lnTo>
                    <a:pt x="196545" y="413689"/>
                  </a:lnTo>
                  <a:lnTo>
                    <a:pt x="202958" y="413296"/>
                  </a:lnTo>
                  <a:lnTo>
                    <a:pt x="204381" y="412762"/>
                  </a:lnTo>
                  <a:lnTo>
                    <a:pt x="204089" y="414477"/>
                  </a:lnTo>
                  <a:lnTo>
                    <a:pt x="204254" y="418211"/>
                  </a:lnTo>
                  <a:lnTo>
                    <a:pt x="204431" y="421957"/>
                  </a:lnTo>
                  <a:lnTo>
                    <a:pt x="205257" y="424942"/>
                  </a:lnTo>
                  <a:lnTo>
                    <a:pt x="206933" y="424827"/>
                  </a:lnTo>
                  <a:lnTo>
                    <a:pt x="207479" y="421767"/>
                  </a:lnTo>
                  <a:lnTo>
                    <a:pt x="207124" y="414286"/>
                  </a:lnTo>
                  <a:lnTo>
                    <a:pt x="206667" y="412610"/>
                  </a:lnTo>
                  <a:lnTo>
                    <a:pt x="208153" y="412965"/>
                  </a:lnTo>
                  <a:lnTo>
                    <a:pt x="211353" y="412762"/>
                  </a:lnTo>
                  <a:lnTo>
                    <a:pt x="214553" y="412559"/>
                  </a:lnTo>
                  <a:lnTo>
                    <a:pt x="217119" y="411594"/>
                  </a:lnTo>
                  <a:lnTo>
                    <a:pt x="217030" y="409638"/>
                  </a:lnTo>
                  <a:lnTo>
                    <a:pt x="214388" y="409016"/>
                  </a:lnTo>
                  <a:lnTo>
                    <a:pt x="207987" y="409409"/>
                  </a:lnTo>
                  <a:lnTo>
                    <a:pt x="206476" y="409981"/>
                  </a:lnTo>
                  <a:lnTo>
                    <a:pt x="206781" y="408228"/>
                  </a:lnTo>
                  <a:lnTo>
                    <a:pt x="206603" y="404495"/>
                  </a:lnTo>
                  <a:lnTo>
                    <a:pt x="206438" y="400748"/>
                  </a:lnTo>
                  <a:lnTo>
                    <a:pt x="205613" y="397764"/>
                  </a:lnTo>
                  <a:lnTo>
                    <a:pt x="203936" y="397878"/>
                  </a:lnTo>
                  <a:lnTo>
                    <a:pt x="203390" y="400939"/>
                  </a:lnTo>
                  <a:lnTo>
                    <a:pt x="203733" y="408419"/>
                  </a:lnTo>
                  <a:lnTo>
                    <a:pt x="204177" y="410083"/>
                  </a:lnTo>
                  <a:lnTo>
                    <a:pt x="202793" y="409740"/>
                  </a:lnTo>
                  <a:lnTo>
                    <a:pt x="199580" y="409943"/>
                  </a:lnTo>
                  <a:lnTo>
                    <a:pt x="196380" y="410133"/>
                  </a:lnTo>
                  <a:lnTo>
                    <a:pt x="193814" y="411099"/>
                  </a:lnTo>
                  <a:lnTo>
                    <a:pt x="193890" y="413004"/>
                  </a:lnTo>
                  <a:lnTo>
                    <a:pt x="161391" y="375081"/>
                  </a:lnTo>
                  <a:lnTo>
                    <a:pt x="163969" y="375678"/>
                  </a:lnTo>
                  <a:lnTo>
                    <a:pt x="170370" y="375285"/>
                  </a:lnTo>
                  <a:lnTo>
                    <a:pt x="171805" y="374751"/>
                  </a:lnTo>
                  <a:lnTo>
                    <a:pt x="171513" y="376478"/>
                  </a:lnTo>
                  <a:lnTo>
                    <a:pt x="171678" y="380212"/>
                  </a:lnTo>
                  <a:lnTo>
                    <a:pt x="171843" y="383946"/>
                  </a:lnTo>
                  <a:lnTo>
                    <a:pt x="172669" y="386930"/>
                  </a:lnTo>
                  <a:lnTo>
                    <a:pt x="174345" y="386829"/>
                  </a:lnTo>
                  <a:lnTo>
                    <a:pt x="174891" y="383755"/>
                  </a:lnTo>
                  <a:lnTo>
                    <a:pt x="174548" y="376288"/>
                  </a:lnTo>
                  <a:lnTo>
                    <a:pt x="174091" y="374611"/>
                  </a:lnTo>
                  <a:lnTo>
                    <a:pt x="175564" y="374954"/>
                  </a:lnTo>
                  <a:lnTo>
                    <a:pt x="178777" y="374751"/>
                  </a:lnTo>
                  <a:lnTo>
                    <a:pt x="181978" y="374561"/>
                  </a:lnTo>
                  <a:lnTo>
                    <a:pt x="184543" y="373595"/>
                  </a:lnTo>
                  <a:lnTo>
                    <a:pt x="184442" y="371640"/>
                  </a:lnTo>
                  <a:lnTo>
                    <a:pt x="181813" y="371005"/>
                  </a:lnTo>
                  <a:lnTo>
                    <a:pt x="175399" y="371411"/>
                  </a:lnTo>
                  <a:lnTo>
                    <a:pt x="173888" y="371983"/>
                  </a:lnTo>
                  <a:lnTo>
                    <a:pt x="174193" y="370230"/>
                  </a:lnTo>
                  <a:lnTo>
                    <a:pt x="174028" y="366483"/>
                  </a:lnTo>
                  <a:lnTo>
                    <a:pt x="173863" y="362750"/>
                  </a:lnTo>
                  <a:lnTo>
                    <a:pt x="173037" y="359765"/>
                  </a:lnTo>
                  <a:lnTo>
                    <a:pt x="172656" y="359791"/>
                  </a:lnTo>
                  <a:lnTo>
                    <a:pt x="204431" y="322745"/>
                  </a:lnTo>
                  <a:lnTo>
                    <a:pt x="204012" y="325120"/>
                  </a:lnTo>
                  <a:lnTo>
                    <a:pt x="204355" y="332587"/>
                  </a:lnTo>
                  <a:lnTo>
                    <a:pt x="204812" y="334264"/>
                  </a:lnTo>
                  <a:lnTo>
                    <a:pt x="203403" y="333921"/>
                  </a:lnTo>
                  <a:lnTo>
                    <a:pt x="200202" y="334111"/>
                  </a:lnTo>
                  <a:lnTo>
                    <a:pt x="197002" y="334314"/>
                  </a:lnTo>
                  <a:lnTo>
                    <a:pt x="194437" y="335280"/>
                  </a:lnTo>
                  <a:lnTo>
                    <a:pt x="194525" y="337235"/>
                  </a:lnTo>
                  <a:lnTo>
                    <a:pt x="197167" y="337858"/>
                  </a:lnTo>
                  <a:lnTo>
                    <a:pt x="203581" y="337464"/>
                  </a:lnTo>
                  <a:lnTo>
                    <a:pt x="205003" y="336931"/>
                  </a:lnTo>
                  <a:lnTo>
                    <a:pt x="204711" y="338658"/>
                  </a:lnTo>
                  <a:lnTo>
                    <a:pt x="204876" y="342392"/>
                  </a:lnTo>
                  <a:lnTo>
                    <a:pt x="205054" y="346125"/>
                  </a:lnTo>
                  <a:lnTo>
                    <a:pt x="205879" y="349110"/>
                  </a:lnTo>
                  <a:lnTo>
                    <a:pt x="207556" y="349008"/>
                  </a:lnTo>
                  <a:lnTo>
                    <a:pt x="208102" y="345935"/>
                  </a:lnTo>
                  <a:lnTo>
                    <a:pt x="207746" y="338467"/>
                  </a:lnTo>
                  <a:lnTo>
                    <a:pt x="207289" y="336791"/>
                  </a:lnTo>
                  <a:lnTo>
                    <a:pt x="208775" y="337134"/>
                  </a:lnTo>
                  <a:lnTo>
                    <a:pt x="211975" y="336931"/>
                  </a:lnTo>
                  <a:lnTo>
                    <a:pt x="215176" y="336740"/>
                  </a:lnTo>
                  <a:lnTo>
                    <a:pt x="217741" y="335775"/>
                  </a:lnTo>
                  <a:lnTo>
                    <a:pt x="217716" y="335432"/>
                  </a:lnTo>
                  <a:lnTo>
                    <a:pt x="239064" y="360311"/>
                  </a:lnTo>
                  <a:lnTo>
                    <a:pt x="237439" y="360413"/>
                  </a:lnTo>
                  <a:lnTo>
                    <a:pt x="236905" y="363474"/>
                  </a:lnTo>
                  <a:lnTo>
                    <a:pt x="237248" y="370954"/>
                  </a:lnTo>
                  <a:lnTo>
                    <a:pt x="237693" y="372618"/>
                  </a:lnTo>
                  <a:lnTo>
                    <a:pt x="236296" y="372275"/>
                  </a:lnTo>
                  <a:lnTo>
                    <a:pt x="233095" y="372478"/>
                  </a:lnTo>
                  <a:lnTo>
                    <a:pt x="229882" y="372668"/>
                  </a:lnTo>
                  <a:lnTo>
                    <a:pt x="227317" y="373634"/>
                  </a:lnTo>
                  <a:lnTo>
                    <a:pt x="227418" y="375589"/>
                  </a:lnTo>
                  <a:lnTo>
                    <a:pt x="230060" y="376224"/>
                  </a:lnTo>
                  <a:lnTo>
                    <a:pt x="236461" y="375831"/>
                  </a:lnTo>
                  <a:lnTo>
                    <a:pt x="237896" y="375297"/>
                  </a:lnTo>
                  <a:lnTo>
                    <a:pt x="237591" y="377012"/>
                  </a:lnTo>
                  <a:lnTo>
                    <a:pt x="237769" y="380746"/>
                  </a:lnTo>
                  <a:lnTo>
                    <a:pt x="237934" y="384492"/>
                  </a:lnTo>
                  <a:lnTo>
                    <a:pt x="238760" y="387477"/>
                  </a:lnTo>
                  <a:lnTo>
                    <a:pt x="239293" y="387451"/>
                  </a:lnTo>
                  <a:lnTo>
                    <a:pt x="239293" y="360959"/>
                  </a:lnTo>
                  <a:lnTo>
                    <a:pt x="239128" y="360375"/>
                  </a:lnTo>
                  <a:lnTo>
                    <a:pt x="248920" y="371805"/>
                  </a:lnTo>
                  <a:lnTo>
                    <a:pt x="248920" y="361149"/>
                  </a:lnTo>
                  <a:lnTo>
                    <a:pt x="216014" y="322770"/>
                  </a:lnTo>
                  <a:lnTo>
                    <a:pt x="216014" y="333425"/>
                  </a:lnTo>
                  <a:lnTo>
                    <a:pt x="215011" y="333184"/>
                  </a:lnTo>
                  <a:lnTo>
                    <a:pt x="208610" y="333590"/>
                  </a:lnTo>
                  <a:lnTo>
                    <a:pt x="207086" y="334162"/>
                  </a:lnTo>
                  <a:lnTo>
                    <a:pt x="207391" y="332409"/>
                  </a:lnTo>
                  <a:lnTo>
                    <a:pt x="207225" y="328663"/>
                  </a:lnTo>
                  <a:lnTo>
                    <a:pt x="207060" y="324929"/>
                  </a:lnTo>
                  <a:lnTo>
                    <a:pt x="206248" y="322033"/>
                  </a:lnTo>
                  <a:lnTo>
                    <a:pt x="216014" y="333425"/>
                  </a:lnTo>
                  <a:lnTo>
                    <a:pt x="216014" y="322770"/>
                  </a:lnTo>
                  <a:lnTo>
                    <a:pt x="214782" y="321322"/>
                  </a:lnTo>
                  <a:lnTo>
                    <a:pt x="206184" y="311289"/>
                  </a:lnTo>
                  <a:lnTo>
                    <a:pt x="206184" y="321957"/>
                  </a:lnTo>
                  <a:lnTo>
                    <a:pt x="205054" y="322021"/>
                  </a:lnTo>
                  <a:lnTo>
                    <a:pt x="205651" y="321322"/>
                  </a:lnTo>
                  <a:lnTo>
                    <a:pt x="206184" y="321957"/>
                  </a:lnTo>
                  <a:lnTo>
                    <a:pt x="206184" y="311289"/>
                  </a:lnTo>
                  <a:lnTo>
                    <a:pt x="205651" y="310654"/>
                  </a:lnTo>
                  <a:lnTo>
                    <a:pt x="171602" y="350367"/>
                  </a:lnTo>
                  <a:lnTo>
                    <a:pt x="171602" y="372084"/>
                  </a:lnTo>
                  <a:lnTo>
                    <a:pt x="170205" y="371741"/>
                  </a:lnTo>
                  <a:lnTo>
                    <a:pt x="167005" y="371932"/>
                  </a:lnTo>
                  <a:lnTo>
                    <a:pt x="163804" y="372135"/>
                  </a:lnTo>
                  <a:lnTo>
                    <a:pt x="161315" y="373087"/>
                  </a:lnTo>
                  <a:lnTo>
                    <a:pt x="161315" y="374992"/>
                  </a:lnTo>
                  <a:lnTo>
                    <a:pt x="160477" y="374002"/>
                  </a:lnTo>
                  <a:lnTo>
                    <a:pt x="161239" y="373113"/>
                  </a:lnTo>
                  <a:lnTo>
                    <a:pt x="161315" y="374992"/>
                  </a:lnTo>
                  <a:lnTo>
                    <a:pt x="161315" y="373087"/>
                  </a:lnTo>
                  <a:lnTo>
                    <a:pt x="171030" y="361696"/>
                  </a:lnTo>
                  <a:lnTo>
                    <a:pt x="170815" y="362940"/>
                  </a:lnTo>
                  <a:lnTo>
                    <a:pt x="171157" y="370408"/>
                  </a:lnTo>
                  <a:lnTo>
                    <a:pt x="171602" y="372084"/>
                  </a:lnTo>
                  <a:lnTo>
                    <a:pt x="171602" y="350367"/>
                  </a:lnTo>
                  <a:lnTo>
                    <a:pt x="151333" y="374002"/>
                  </a:lnTo>
                  <a:lnTo>
                    <a:pt x="205651" y="437362"/>
                  </a:lnTo>
                  <a:lnTo>
                    <a:pt x="214782" y="426694"/>
                  </a:lnTo>
                  <a:lnTo>
                    <a:pt x="256159" y="378434"/>
                  </a:lnTo>
                  <a:lnTo>
                    <a:pt x="306692" y="437362"/>
                  </a:lnTo>
                  <a:lnTo>
                    <a:pt x="315823" y="426694"/>
                  </a:lnTo>
                  <a:lnTo>
                    <a:pt x="360984" y="374002"/>
                  </a:lnTo>
                  <a:close/>
                </a:path>
                <a:path w="448945" h="514985">
                  <a:moveTo>
                    <a:pt x="448640" y="43700"/>
                  </a:moveTo>
                  <a:lnTo>
                    <a:pt x="420306" y="10655"/>
                  </a:lnTo>
                  <a:lnTo>
                    <a:pt x="411175" y="0"/>
                  </a:lnTo>
                  <a:lnTo>
                    <a:pt x="377126" y="39712"/>
                  </a:lnTo>
                  <a:lnTo>
                    <a:pt x="377126" y="61417"/>
                  </a:lnTo>
                  <a:lnTo>
                    <a:pt x="375729" y="61074"/>
                  </a:lnTo>
                  <a:lnTo>
                    <a:pt x="372529" y="61277"/>
                  </a:lnTo>
                  <a:lnTo>
                    <a:pt x="369328" y="61468"/>
                  </a:lnTo>
                  <a:lnTo>
                    <a:pt x="366839" y="62420"/>
                  </a:lnTo>
                  <a:lnTo>
                    <a:pt x="366839" y="64338"/>
                  </a:lnTo>
                  <a:lnTo>
                    <a:pt x="366001" y="63347"/>
                  </a:lnTo>
                  <a:lnTo>
                    <a:pt x="366763" y="62458"/>
                  </a:lnTo>
                  <a:lnTo>
                    <a:pt x="366839" y="64338"/>
                  </a:lnTo>
                  <a:lnTo>
                    <a:pt x="366839" y="62420"/>
                  </a:lnTo>
                  <a:lnTo>
                    <a:pt x="376555" y="51041"/>
                  </a:lnTo>
                  <a:lnTo>
                    <a:pt x="376339" y="52273"/>
                  </a:lnTo>
                  <a:lnTo>
                    <a:pt x="376682" y="59753"/>
                  </a:lnTo>
                  <a:lnTo>
                    <a:pt x="377126" y="61417"/>
                  </a:lnTo>
                  <a:lnTo>
                    <a:pt x="377126" y="39712"/>
                  </a:lnTo>
                  <a:lnTo>
                    <a:pt x="356857" y="63347"/>
                  </a:lnTo>
                  <a:lnTo>
                    <a:pt x="411175" y="126695"/>
                  </a:lnTo>
                  <a:lnTo>
                    <a:pt x="420306" y="116039"/>
                  </a:lnTo>
                  <a:lnTo>
                    <a:pt x="448640" y="82994"/>
                  </a:lnTo>
                  <a:lnTo>
                    <a:pt x="448640" y="72326"/>
                  </a:lnTo>
                  <a:lnTo>
                    <a:pt x="411175" y="116039"/>
                  </a:lnTo>
                  <a:lnTo>
                    <a:pt x="399491" y="102425"/>
                  </a:lnTo>
                  <a:lnTo>
                    <a:pt x="402069" y="103022"/>
                  </a:lnTo>
                  <a:lnTo>
                    <a:pt x="408482" y="102628"/>
                  </a:lnTo>
                  <a:lnTo>
                    <a:pt x="409905" y="102095"/>
                  </a:lnTo>
                  <a:lnTo>
                    <a:pt x="409613" y="103809"/>
                  </a:lnTo>
                  <a:lnTo>
                    <a:pt x="409790" y="107556"/>
                  </a:lnTo>
                  <a:lnTo>
                    <a:pt x="409956" y="111290"/>
                  </a:lnTo>
                  <a:lnTo>
                    <a:pt x="410781" y="114274"/>
                  </a:lnTo>
                  <a:lnTo>
                    <a:pt x="412457" y="114173"/>
                  </a:lnTo>
                  <a:lnTo>
                    <a:pt x="413004" y="111099"/>
                  </a:lnTo>
                  <a:lnTo>
                    <a:pt x="412648" y="103632"/>
                  </a:lnTo>
                  <a:lnTo>
                    <a:pt x="412191" y="101955"/>
                  </a:lnTo>
                  <a:lnTo>
                    <a:pt x="413677" y="102298"/>
                  </a:lnTo>
                  <a:lnTo>
                    <a:pt x="416877" y="102095"/>
                  </a:lnTo>
                  <a:lnTo>
                    <a:pt x="420077" y="101904"/>
                  </a:lnTo>
                  <a:lnTo>
                    <a:pt x="422643" y="100939"/>
                  </a:lnTo>
                  <a:lnTo>
                    <a:pt x="422554" y="98983"/>
                  </a:lnTo>
                  <a:lnTo>
                    <a:pt x="419912" y="98348"/>
                  </a:lnTo>
                  <a:lnTo>
                    <a:pt x="413512" y="98755"/>
                  </a:lnTo>
                  <a:lnTo>
                    <a:pt x="412000" y="99326"/>
                  </a:lnTo>
                  <a:lnTo>
                    <a:pt x="412305" y="97574"/>
                  </a:lnTo>
                  <a:lnTo>
                    <a:pt x="412127" y="93827"/>
                  </a:lnTo>
                  <a:lnTo>
                    <a:pt x="411962" y="90093"/>
                  </a:lnTo>
                  <a:lnTo>
                    <a:pt x="411137" y="87109"/>
                  </a:lnTo>
                  <a:lnTo>
                    <a:pt x="409460" y="87210"/>
                  </a:lnTo>
                  <a:lnTo>
                    <a:pt x="408914" y="90284"/>
                  </a:lnTo>
                  <a:lnTo>
                    <a:pt x="409257" y="97751"/>
                  </a:lnTo>
                  <a:lnTo>
                    <a:pt x="409714" y="99428"/>
                  </a:lnTo>
                  <a:lnTo>
                    <a:pt x="408317" y="99085"/>
                  </a:lnTo>
                  <a:lnTo>
                    <a:pt x="405104" y="99275"/>
                  </a:lnTo>
                  <a:lnTo>
                    <a:pt x="401904" y="99479"/>
                  </a:lnTo>
                  <a:lnTo>
                    <a:pt x="399338" y="100444"/>
                  </a:lnTo>
                  <a:lnTo>
                    <a:pt x="399415" y="102336"/>
                  </a:lnTo>
                  <a:lnTo>
                    <a:pt x="366903" y="64401"/>
                  </a:lnTo>
                  <a:lnTo>
                    <a:pt x="369493" y="65024"/>
                  </a:lnTo>
                  <a:lnTo>
                    <a:pt x="375894" y="64630"/>
                  </a:lnTo>
                  <a:lnTo>
                    <a:pt x="377329" y="64096"/>
                  </a:lnTo>
                  <a:lnTo>
                    <a:pt x="377024" y="65811"/>
                  </a:lnTo>
                  <a:lnTo>
                    <a:pt x="377202" y="69545"/>
                  </a:lnTo>
                  <a:lnTo>
                    <a:pt x="377367" y="73291"/>
                  </a:lnTo>
                  <a:lnTo>
                    <a:pt x="378193" y="76276"/>
                  </a:lnTo>
                  <a:lnTo>
                    <a:pt x="379869" y="76161"/>
                  </a:lnTo>
                  <a:lnTo>
                    <a:pt x="380415" y="73101"/>
                  </a:lnTo>
                  <a:lnTo>
                    <a:pt x="380072" y="65620"/>
                  </a:lnTo>
                  <a:lnTo>
                    <a:pt x="379615" y="63944"/>
                  </a:lnTo>
                  <a:lnTo>
                    <a:pt x="381088" y="64287"/>
                  </a:lnTo>
                  <a:lnTo>
                    <a:pt x="384302" y="64096"/>
                  </a:lnTo>
                  <a:lnTo>
                    <a:pt x="387502" y="63893"/>
                  </a:lnTo>
                  <a:lnTo>
                    <a:pt x="390067" y="62928"/>
                  </a:lnTo>
                  <a:lnTo>
                    <a:pt x="389966" y="60972"/>
                  </a:lnTo>
                  <a:lnTo>
                    <a:pt x="387337" y="60350"/>
                  </a:lnTo>
                  <a:lnTo>
                    <a:pt x="380923" y="60744"/>
                  </a:lnTo>
                  <a:lnTo>
                    <a:pt x="379412" y="61315"/>
                  </a:lnTo>
                  <a:lnTo>
                    <a:pt x="379717" y="59563"/>
                  </a:lnTo>
                  <a:lnTo>
                    <a:pt x="379552" y="55829"/>
                  </a:lnTo>
                  <a:lnTo>
                    <a:pt x="379387" y="52082"/>
                  </a:lnTo>
                  <a:lnTo>
                    <a:pt x="378561" y="49098"/>
                  </a:lnTo>
                  <a:lnTo>
                    <a:pt x="378193" y="49123"/>
                  </a:lnTo>
                  <a:lnTo>
                    <a:pt x="411175" y="10655"/>
                  </a:lnTo>
                  <a:lnTo>
                    <a:pt x="444601" y="49657"/>
                  </a:lnTo>
                  <a:lnTo>
                    <a:pt x="442963" y="49745"/>
                  </a:lnTo>
                  <a:lnTo>
                    <a:pt x="442429" y="52819"/>
                  </a:lnTo>
                  <a:lnTo>
                    <a:pt x="442772" y="60286"/>
                  </a:lnTo>
                  <a:lnTo>
                    <a:pt x="443217" y="61963"/>
                  </a:lnTo>
                  <a:lnTo>
                    <a:pt x="441820" y="61620"/>
                  </a:lnTo>
                  <a:lnTo>
                    <a:pt x="438619" y="61810"/>
                  </a:lnTo>
                  <a:lnTo>
                    <a:pt x="435406" y="62014"/>
                  </a:lnTo>
                  <a:lnTo>
                    <a:pt x="432841" y="62979"/>
                  </a:lnTo>
                  <a:lnTo>
                    <a:pt x="432943" y="64935"/>
                  </a:lnTo>
                  <a:lnTo>
                    <a:pt x="435584" y="65557"/>
                  </a:lnTo>
                  <a:lnTo>
                    <a:pt x="441985" y="65163"/>
                  </a:lnTo>
                  <a:lnTo>
                    <a:pt x="444538" y="64198"/>
                  </a:lnTo>
                  <a:lnTo>
                    <a:pt x="444500" y="63233"/>
                  </a:lnTo>
                  <a:lnTo>
                    <a:pt x="445274" y="63182"/>
                  </a:lnTo>
                  <a:lnTo>
                    <a:pt x="445808" y="60096"/>
                  </a:lnTo>
                  <a:lnTo>
                    <a:pt x="445643" y="56362"/>
                  </a:lnTo>
                  <a:lnTo>
                    <a:pt x="445477" y="52628"/>
                  </a:lnTo>
                  <a:lnTo>
                    <a:pt x="444652" y="49720"/>
                  </a:lnTo>
                  <a:lnTo>
                    <a:pt x="448640" y="54356"/>
                  </a:lnTo>
                  <a:lnTo>
                    <a:pt x="448640" y="43700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5" name="object 2045" descr=""/>
            <p:cNvSpPr/>
            <p:nvPr/>
          </p:nvSpPr>
          <p:spPr>
            <a:xfrm>
              <a:off x="8708809" y="6020466"/>
              <a:ext cx="142240" cy="376555"/>
            </a:xfrm>
            <a:custGeom>
              <a:avLst/>
              <a:gdLst/>
              <a:ahLst/>
              <a:cxnLst/>
              <a:rect l="l" t="t" r="r" b="b"/>
              <a:pathLst>
                <a:path w="142240" h="376554">
                  <a:moveTo>
                    <a:pt x="142074" y="293179"/>
                  </a:moveTo>
                  <a:lnTo>
                    <a:pt x="113741" y="260134"/>
                  </a:lnTo>
                  <a:lnTo>
                    <a:pt x="104609" y="249466"/>
                  </a:lnTo>
                  <a:lnTo>
                    <a:pt x="70561" y="289179"/>
                  </a:lnTo>
                  <a:lnTo>
                    <a:pt x="70561" y="310896"/>
                  </a:lnTo>
                  <a:lnTo>
                    <a:pt x="69164" y="310553"/>
                  </a:lnTo>
                  <a:lnTo>
                    <a:pt x="65963" y="310743"/>
                  </a:lnTo>
                  <a:lnTo>
                    <a:pt x="62763" y="310946"/>
                  </a:lnTo>
                  <a:lnTo>
                    <a:pt x="60274" y="311899"/>
                  </a:lnTo>
                  <a:lnTo>
                    <a:pt x="60274" y="313804"/>
                  </a:lnTo>
                  <a:lnTo>
                    <a:pt x="59436" y="312813"/>
                  </a:lnTo>
                  <a:lnTo>
                    <a:pt x="60198" y="311924"/>
                  </a:lnTo>
                  <a:lnTo>
                    <a:pt x="60274" y="313804"/>
                  </a:lnTo>
                  <a:lnTo>
                    <a:pt x="60274" y="311899"/>
                  </a:lnTo>
                  <a:lnTo>
                    <a:pt x="69989" y="300507"/>
                  </a:lnTo>
                  <a:lnTo>
                    <a:pt x="69773" y="301752"/>
                  </a:lnTo>
                  <a:lnTo>
                    <a:pt x="70116" y="309219"/>
                  </a:lnTo>
                  <a:lnTo>
                    <a:pt x="70561" y="310896"/>
                  </a:lnTo>
                  <a:lnTo>
                    <a:pt x="70561" y="289179"/>
                  </a:lnTo>
                  <a:lnTo>
                    <a:pt x="50292" y="312813"/>
                  </a:lnTo>
                  <a:lnTo>
                    <a:pt x="104609" y="376174"/>
                  </a:lnTo>
                  <a:lnTo>
                    <a:pt x="113741" y="365506"/>
                  </a:lnTo>
                  <a:lnTo>
                    <a:pt x="142074" y="332460"/>
                  </a:lnTo>
                  <a:lnTo>
                    <a:pt x="142074" y="321805"/>
                  </a:lnTo>
                  <a:lnTo>
                    <a:pt x="104609" y="365506"/>
                  </a:lnTo>
                  <a:lnTo>
                    <a:pt x="60350" y="313893"/>
                  </a:lnTo>
                  <a:lnTo>
                    <a:pt x="62928" y="314490"/>
                  </a:lnTo>
                  <a:lnTo>
                    <a:pt x="69329" y="314096"/>
                  </a:lnTo>
                  <a:lnTo>
                    <a:pt x="70764" y="313563"/>
                  </a:lnTo>
                  <a:lnTo>
                    <a:pt x="70459" y="315290"/>
                  </a:lnTo>
                  <a:lnTo>
                    <a:pt x="70637" y="319024"/>
                  </a:lnTo>
                  <a:lnTo>
                    <a:pt x="70802" y="322757"/>
                  </a:lnTo>
                  <a:lnTo>
                    <a:pt x="71628" y="325742"/>
                  </a:lnTo>
                  <a:lnTo>
                    <a:pt x="73304" y="325640"/>
                  </a:lnTo>
                  <a:lnTo>
                    <a:pt x="73850" y="322567"/>
                  </a:lnTo>
                  <a:lnTo>
                    <a:pt x="73507" y="315099"/>
                  </a:lnTo>
                  <a:lnTo>
                    <a:pt x="73050" y="313423"/>
                  </a:lnTo>
                  <a:lnTo>
                    <a:pt x="74523" y="313766"/>
                  </a:lnTo>
                  <a:lnTo>
                    <a:pt x="77736" y="313563"/>
                  </a:lnTo>
                  <a:lnTo>
                    <a:pt x="80937" y="313372"/>
                  </a:lnTo>
                  <a:lnTo>
                    <a:pt x="83502" y="312407"/>
                  </a:lnTo>
                  <a:lnTo>
                    <a:pt x="83400" y="310451"/>
                  </a:lnTo>
                  <a:lnTo>
                    <a:pt x="80772" y="309816"/>
                  </a:lnTo>
                  <a:lnTo>
                    <a:pt x="74358" y="310222"/>
                  </a:lnTo>
                  <a:lnTo>
                    <a:pt x="72847" y="310794"/>
                  </a:lnTo>
                  <a:lnTo>
                    <a:pt x="73152" y="309041"/>
                  </a:lnTo>
                  <a:lnTo>
                    <a:pt x="72986" y="305295"/>
                  </a:lnTo>
                  <a:lnTo>
                    <a:pt x="72821" y="301561"/>
                  </a:lnTo>
                  <a:lnTo>
                    <a:pt x="71996" y="298577"/>
                  </a:lnTo>
                  <a:lnTo>
                    <a:pt x="71615" y="298602"/>
                  </a:lnTo>
                  <a:lnTo>
                    <a:pt x="104609" y="260134"/>
                  </a:lnTo>
                  <a:lnTo>
                    <a:pt x="142074" y="303834"/>
                  </a:lnTo>
                  <a:lnTo>
                    <a:pt x="142074" y="293179"/>
                  </a:lnTo>
                  <a:close/>
                </a:path>
                <a:path w="142240" h="376554">
                  <a:moveTo>
                    <a:pt x="142074" y="184962"/>
                  </a:moveTo>
                  <a:lnTo>
                    <a:pt x="119748" y="211010"/>
                  </a:lnTo>
                  <a:lnTo>
                    <a:pt x="119748" y="232727"/>
                  </a:lnTo>
                  <a:lnTo>
                    <a:pt x="118338" y="232384"/>
                  </a:lnTo>
                  <a:lnTo>
                    <a:pt x="115138" y="232575"/>
                  </a:lnTo>
                  <a:lnTo>
                    <a:pt x="111937" y="232778"/>
                  </a:lnTo>
                  <a:lnTo>
                    <a:pt x="109448" y="233730"/>
                  </a:lnTo>
                  <a:lnTo>
                    <a:pt x="109448" y="235635"/>
                  </a:lnTo>
                  <a:lnTo>
                    <a:pt x="108610" y="234645"/>
                  </a:lnTo>
                  <a:lnTo>
                    <a:pt x="109372" y="233756"/>
                  </a:lnTo>
                  <a:lnTo>
                    <a:pt x="109448" y="235635"/>
                  </a:lnTo>
                  <a:lnTo>
                    <a:pt x="109448" y="233730"/>
                  </a:lnTo>
                  <a:lnTo>
                    <a:pt x="119164" y="222338"/>
                  </a:lnTo>
                  <a:lnTo>
                    <a:pt x="118948" y="223583"/>
                  </a:lnTo>
                  <a:lnTo>
                    <a:pt x="119291" y="231051"/>
                  </a:lnTo>
                  <a:lnTo>
                    <a:pt x="119748" y="232727"/>
                  </a:lnTo>
                  <a:lnTo>
                    <a:pt x="119748" y="211010"/>
                  </a:lnTo>
                  <a:lnTo>
                    <a:pt x="104038" y="229323"/>
                  </a:lnTo>
                  <a:lnTo>
                    <a:pt x="99479" y="224015"/>
                  </a:lnTo>
                  <a:lnTo>
                    <a:pt x="99479" y="234645"/>
                  </a:lnTo>
                  <a:lnTo>
                    <a:pt x="89369" y="246443"/>
                  </a:lnTo>
                  <a:lnTo>
                    <a:pt x="89636" y="244944"/>
                  </a:lnTo>
                  <a:lnTo>
                    <a:pt x="89293" y="237464"/>
                  </a:lnTo>
                  <a:lnTo>
                    <a:pt x="88836" y="235788"/>
                  </a:lnTo>
                  <a:lnTo>
                    <a:pt x="90322" y="236131"/>
                  </a:lnTo>
                  <a:lnTo>
                    <a:pt x="93522" y="235940"/>
                  </a:lnTo>
                  <a:lnTo>
                    <a:pt x="96723" y="235737"/>
                  </a:lnTo>
                  <a:lnTo>
                    <a:pt x="99288" y="234772"/>
                  </a:lnTo>
                  <a:lnTo>
                    <a:pt x="99263" y="234403"/>
                  </a:lnTo>
                  <a:lnTo>
                    <a:pt x="99479" y="234645"/>
                  </a:lnTo>
                  <a:lnTo>
                    <a:pt x="99479" y="224015"/>
                  </a:lnTo>
                  <a:lnTo>
                    <a:pt x="97574" y="221792"/>
                  </a:lnTo>
                  <a:lnTo>
                    <a:pt x="97574" y="232448"/>
                  </a:lnTo>
                  <a:lnTo>
                    <a:pt x="96558" y="232194"/>
                  </a:lnTo>
                  <a:lnTo>
                    <a:pt x="90144" y="232587"/>
                  </a:lnTo>
                  <a:lnTo>
                    <a:pt x="88633" y="233159"/>
                  </a:lnTo>
                  <a:lnTo>
                    <a:pt x="88938" y="231406"/>
                  </a:lnTo>
                  <a:lnTo>
                    <a:pt x="88773" y="227672"/>
                  </a:lnTo>
                  <a:lnTo>
                    <a:pt x="88607" y="223926"/>
                  </a:lnTo>
                  <a:lnTo>
                    <a:pt x="87947" y="221551"/>
                  </a:lnTo>
                  <a:lnTo>
                    <a:pt x="87947" y="248094"/>
                  </a:lnTo>
                  <a:lnTo>
                    <a:pt x="54305" y="287337"/>
                  </a:lnTo>
                  <a:lnTo>
                    <a:pt x="42621" y="273710"/>
                  </a:lnTo>
                  <a:lnTo>
                    <a:pt x="45212" y="274332"/>
                  </a:lnTo>
                  <a:lnTo>
                    <a:pt x="51612" y="273926"/>
                  </a:lnTo>
                  <a:lnTo>
                    <a:pt x="53047" y="273392"/>
                  </a:lnTo>
                  <a:lnTo>
                    <a:pt x="52755" y="275120"/>
                  </a:lnTo>
                  <a:lnTo>
                    <a:pt x="52920" y="278853"/>
                  </a:lnTo>
                  <a:lnTo>
                    <a:pt x="53086" y="282600"/>
                  </a:lnTo>
                  <a:lnTo>
                    <a:pt x="53911" y="285584"/>
                  </a:lnTo>
                  <a:lnTo>
                    <a:pt x="55587" y="285470"/>
                  </a:lnTo>
                  <a:lnTo>
                    <a:pt x="56134" y="282409"/>
                  </a:lnTo>
                  <a:lnTo>
                    <a:pt x="55791" y="274929"/>
                  </a:lnTo>
                  <a:lnTo>
                    <a:pt x="55321" y="273253"/>
                  </a:lnTo>
                  <a:lnTo>
                    <a:pt x="56807" y="273596"/>
                  </a:lnTo>
                  <a:lnTo>
                    <a:pt x="60020" y="273405"/>
                  </a:lnTo>
                  <a:lnTo>
                    <a:pt x="63220" y="273202"/>
                  </a:lnTo>
                  <a:lnTo>
                    <a:pt x="65786" y="272237"/>
                  </a:lnTo>
                  <a:lnTo>
                    <a:pt x="65684" y="270281"/>
                  </a:lnTo>
                  <a:lnTo>
                    <a:pt x="63055" y="269659"/>
                  </a:lnTo>
                  <a:lnTo>
                    <a:pt x="56642" y="270052"/>
                  </a:lnTo>
                  <a:lnTo>
                    <a:pt x="55130" y="270624"/>
                  </a:lnTo>
                  <a:lnTo>
                    <a:pt x="55448" y="268871"/>
                  </a:lnTo>
                  <a:lnTo>
                    <a:pt x="55270" y="265137"/>
                  </a:lnTo>
                  <a:lnTo>
                    <a:pt x="55105" y="261391"/>
                  </a:lnTo>
                  <a:lnTo>
                    <a:pt x="54267" y="258406"/>
                  </a:lnTo>
                  <a:lnTo>
                    <a:pt x="52603" y="258521"/>
                  </a:lnTo>
                  <a:lnTo>
                    <a:pt x="52057" y="261581"/>
                  </a:lnTo>
                  <a:lnTo>
                    <a:pt x="52400" y="269062"/>
                  </a:lnTo>
                  <a:lnTo>
                    <a:pt x="52844" y="270713"/>
                  </a:lnTo>
                  <a:lnTo>
                    <a:pt x="51447" y="270383"/>
                  </a:lnTo>
                  <a:lnTo>
                    <a:pt x="48247" y="270586"/>
                  </a:lnTo>
                  <a:lnTo>
                    <a:pt x="45034" y="270776"/>
                  </a:lnTo>
                  <a:lnTo>
                    <a:pt x="42468" y="271741"/>
                  </a:lnTo>
                  <a:lnTo>
                    <a:pt x="42557" y="273646"/>
                  </a:lnTo>
                  <a:lnTo>
                    <a:pt x="10058" y="235724"/>
                  </a:lnTo>
                  <a:lnTo>
                    <a:pt x="12623" y="236321"/>
                  </a:lnTo>
                  <a:lnTo>
                    <a:pt x="19037" y="235927"/>
                  </a:lnTo>
                  <a:lnTo>
                    <a:pt x="20459" y="235394"/>
                  </a:lnTo>
                  <a:lnTo>
                    <a:pt x="20154" y="237109"/>
                  </a:lnTo>
                  <a:lnTo>
                    <a:pt x="20332" y="240855"/>
                  </a:lnTo>
                  <a:lnTo>
                    <a:pt x="20510" y="244589"/>
                  </a:lnTo>
                  <a:lnTo>
                    <a:pt x="21336" y="247573"/>
                  </a:lnTo>
                  <a:lnTo>
                    <a:pt x="23012" y="247472"/>
                  </a:lnTo>
                  <a:lnTo>
                    <a:pt x="23558" y="244398"/>
                  </a:lnTo>
                  <a:lnTo>
                    <a:pt x="23202" y="236931"/>
                  </a:lnTo>
                  <a:lnTo>
                    <a:pt x="22745" y="235254"/>
                  </a:lnTo>
                  <a:lnTo>
                    <a:pt x="24231" y="235597"/>
                  </a:lnTo>
                  <a:lnTo>
                    <a:pt x="27432" y="235394"/>
                  </a:lnTo>
                  <a:lnTo>
                    <a:pt x="30632" y="235204"/>
                  </a:lnTo>
                  <a:lnTo>
                    <a:pt x="33197" y="234238"/>
                  </a:lnTo>
                  <a:lnTo>
                    <a:pt x="33108" y="232283"/>
                  </a:lnTo>
                  <a:lnTo>
                    <a:pt x="30467" y="231648"/>
                  </a:lnTo>
                  <a:lnTo>
                    <a:pt x="24053" y="232041"/>
                  </a:lnTo>
                  <a:lnTo>
                    <a:pt x="22555" y="232613"/>
                  </a:lnTo>
                  <a:lnTo>
                    <a:pt x="22860" y="230860"/>
                  </a:lnTo>
                  <a:lnTo>
                    <a:pt x="22682" y="227126"/>
                  </a:lnTo>
                  <a:lnTo>
                    <a:pt x="22517" y="223393"/>
                  </a:lnTo>
                  <a:lnTo>
                    <a:pt x="21691" y="220408"/>
                  </a:lnTo>
                  <a:lnTo>
                    <a:pt x="21323" y="220433"/>
                  </a:lnTo>
                  <a:lnTo>
                    <a:pt x="53098" y="183375"/>
                  </a:lnTo>
                  <a:lnTo>
                    <a:pt x="52679" y="185762"/>
                  </a:lnTo>
                  <a:lnTo>
                    <a:pt x="53022" y="193230"/>
                  </a:lnTo>
                  <a:lnTo>
                    <a:pt x="53467" y="194906"/>
                  </a:lnTo>
                  <a:lnTo>
                    <a:pt x="52070" y="194564"/>
                  </a:lnTo>
                  <a:lnTo>
                    <a:pt x="48869" y="194754"/>
                  </a:lnTo>
                  <a:lnTo>
                    <a:pt x="45656" y="194957"/>
                  </a:lnTo>
                  <a:lnTo>
                    <a:pt x="43091" y="195922"/>
                  </a:lnTo>
                  <a:lnTo>
                    <a:pt x="43192" y="197878"/>
                  </a:lnTo>
                  <a:lnTo>
                    <a:pt x="45834" y="198501"/>
                  </a:lnTo>
                  <a:lnTo>
                    <a:pt x="52235" y="198107"/>
                  </a:lnTo>
                  <a:lnTo>
                    <a:pt x="53670" y="197573"/>
                  </a:lnTo>
                  <a:lnTo>
                    <a:pt x="53378" y="199288"/>
                  </a:lnTo>
                  <a:lnTo>
                    <a:pt x="53543" y="203034"/>
                  </a:lnTo>
                  <a:lnTo>
                    <a:pt x="53708" y="206768"/>
                  </a:lnTo>
                  <a:lnTo>
                    <a:pt x="54533" y="209753"/>
                  </a:lnTo>
                  <a:lnTo>
                    <a:pt x="56210" y="209651"/>
                  </a:lnTo>
                  <a:lnTo>
                    <a:pt x="56756" y="206578"/>
                  </a:lnTo>
                  <a:lnTo>
                    <a:pt x="56413" y="199110"/>
                  </a:lnTo>
                  <a:lnTo>
                    <a:pt x="55943" y="197421"/>
                  </a:lnTo>
                  <a:lnTo>
                    <a:pt x="57429" y="197777"/>
                  </a:lnTo>
                  <a:lnTo>
                    <a:pt x="60629" y="197573"/>
                  </a:lnTo>
                  <a:lnTo>
                    <a:pt x="63842" y="197383"/>
                  </a:lnTo>
                  <a:lnTo>
                    <a:pt x="66408" y="196418"/>
                  </a:lnTo>
                  <a:lnTo>
                    <a:pt x="66382" y="196088"/>
                  </a:lnTo>
                  <a:lnTo>
                    <a:pt x="87718" y="220954"/>
                  </a:lnTo>
                  <a:lnTo>
                    <a:pt x="86106" y="221056"/>
                  </a:lnTo>
                  <a:lnTo>
                    <a:pt x="85559" y="224116"/>
                  </a:lnTo>
                  <a:lnTo>
                    <a:pt x="85902" y="231597"/>
                  </a:lnTo>
                  <a:lnTo>
                    <a:pt x="86347" y="233260"/>
                  </a:lnTo>
                  <a:lnTo>
                    <a:pt x="84950" y="232918"/>
                  </a:lnTo>
                  <a:lnTo>
                    <a:pt x="81749" y="233121"/>
                  </a:lnTo>
                  <a:lnTo>
                    <a:pt x="78549" y="233311"/>
                  </a:lnTo>
                  <a:lnTo>
                    <a:pt x="75984" y="234276"/>
                  </a:lnTo>
                  <a:lnTo>
                    <a:pt x="76073" y="236232"/>
                  </a:lnTo>
                  <a:lnTo>
                    <a:pt x="78714" y="236867"/>
                  </a:lnTo>
                  <a:lnTo>
                    <a:pt x="85128" y="236461"/>
                  </a:lnTo>
                  <a:lnTo>
                    <a:pt x="86550" y="235927"/>
                  </a:lnTo>
                  <a:lnTo>
                    <a:pt x="86258" y="237655"/>
                  </a:lnTo>
                  <a:lnTo>
                    <a:pt x="86423" y="241388"/>
                  </a:lnTo>
                  <a:lnTo>
                    <a:pt x="86588" y="245135"/>
                  </a:lnTo>
                  <a:lnTo>
                    <a:pt x="87426" y="248119"/>
                  </a:lnTo>
                  <a:lnTo>
                    <a:pt x="87947" y="248094"/>
                  </a:lnTo>
                  <a:lnTo>
                    <a:pt x="87947" y="221551"/>
                  </a:lnTo>
                  <a:lnTo>
                    <a:pt x="87807" y="221043"/>
                  </a:lnTo>
                  <a:lnTo>
                    <a:pt x="97574" y="232448"/>
                  </a:lnTo>
                  <a:lnTo>
                    <a:pt x="97574" y="221792"/>
                  </a:lnTo>
                  <a:lnTo>
                    <a:pt x="64668" y="183400"/>
                  </a:lnTo>
                  <a:lnTo>
                    <a:pt x="64668" y="194068"/>
                  </a:lnTo>
                  <a:lnTo>
                    <a:pt x="63665" y="193827"/>
                  </a:lnTo>
                  <a:lnTo>
                    <a:pt x="57264" y="194221"/>
                  </a:lnTo>
                  <a:lnTo>
                    <a:pt x="55753" y="194792"/>
                  </a:lnTo>
                  <a:lnTo>
                    <a:pt x="56057" y="193040"/>
                  </a:lnTo>
                  <a:lnTo>
                    <a:pt x="55892" y="189306"/>
                  </a:lnTo>
                  <a:lnTo>
                    <a:pt x="55727" y="185572"/>
                  </a:lnTo>
                  <a:lnTo>
                    <a:pt x="54902" y="182676"/>
                  </a:lnTo>
                  <a:lnTo>
                    <a:pt x="64668" y="194068"/>
                  </a:lnTo>
                  <a:lnTo>
                    <a:pt x="64668" y="183400"/>
                  </a:lnTo>
                  <a:lnTo>
                    <a:pt x="63449" y="181965"/>
                  </a:lnTo>
                  <a:lnTo>
                    <a:pt x="54838" y="171919"/>
                  </a:lnTo>
                  <a:lnTo>
                    <a:pt x="54838" y="182600"/>
                  </a:lnTo>
                  <a:lnTo>
                    <a:pt x="53708" y="182664"/>
                  </a:lnTo>
                  <a:lnTo>
                    <a:pt x="54305" y="181965"/>
                  </a:lnTo>
                  <a:lnTo>
                    <a:pt x="54838" y="182600"/>
                  </a:lnTo>
                  <a:lnTo>
                    <a:pt x="54838" y="171919"/>
                  </a:lnTo>
                  <a:lnTo>
                    <a:pt x="54305" y="171297"/>
                  </a:lnTo>
                  <a:lnTo>
                    <a:pt x="20269" y="211010"/>
                  </a:lnTo>
                  <a:lnTo>
                    <a:pt x="20269" y="232727"/>
                  </a:lnTo>
                  <a:lnTo>
                    <a:pt x="18872" y="232384"/>
                  </a:lnTo>
                  <a:lnTo>
                    <a:pt x="15659" y="232575"/>
                  </a:lnTo>
                  <a:lnTo>
                    <a:pt x="12458" y="232778"/>
                  </a:lnTo>
                  <a:lnTo>
                    <a:pt x="9969" y="233718"/>
                  </a:lnTo>
                  <a:lnTo>
                    <a:pt x="9969" y="235623"/>
                  </a:lnTo>
                  <a:lnTo>
                    <a:pt x="9144" y="234645"/>
                  </a:lnTo>
                  <a:lnTo>
                    <a:pt x="9893" y="233781"/>
                  </a:lnTo>
                  <a:lnTo>
                    <a:pt x="9969" y="235623"/>
                  </a:lnTo>
                  <a:lnTo>
                    <a:pt x="9969" y="233718"/>
                  </a:lnTo>
                  <a:lnTo>
                    <a:pt x="19685" y="222351"/>
                  </a:lnTo>
                  <a:lnTo>
                    <a:pt x="19469" y="223583"/>
                  </a:lnTo>
                  <a:lnTo>
                    <a:pt x="19812" y="231051"/>
                  </a:lnTo>
                  <a:lnTo>
                    <a:pt x="20269" y="232727"/>
                  </a:lnTo>
                  <a:lnTo>
                    <a:pt x="20269" y="211010"/>
                  </a:lnTo>
                  <a:lnTo>
                    <a:pt x="0" y="234645"/>
                  </a:lnTo>
                  <a:lnTo>
                    <a:pt x="54305" y="298005"/>
                  </a:lnTo>
                  <a:lnTo>
                    <a:pt x="63449" y="287337"/>
                  </a:lnTo>
                  <a:lnTo>
                    <a:pt x="104038" y="239979"/>
                  </a:lnTo>
                  <a:lnTo>
                    <a:pt x="142074" y="284340"/>
                  </a:lnTo>
                  <a:lnTo>
                    <a:pt x="142074" y="273710"/>
                  </a:lnTo>
                  <a:lnTo>
                    <a:pt x="142074" y="271691"/>
                  </a:lnTo>
                  <a:lnTo>
                    <a:pt x="141947" y="271741"/>
                  </a:lnTo>
                  <a:lnTo>
                    <a:pt x="142036" y="273659"/>
                  </a:lnTo>
                  <a:lnTo>
                    <a:pt x="109524" y="235724"/>
                  </a:lnTo>
                  <a:lnTo>
                    <a:pt x="112102" y="236321"/>
                  </a:lnTo>
                  <a:lnTo>
                    <a:pt x="118516" y="235927"/>
                  </a:lnTo>
                  <a:lnTo>
                    <a:pt x="119938" y="235394"/>
                  </a:lnTo>
                  <a:lnTo>
                    <a:pt x="119646" y="237109"/>
                  </a:lnTo>
                  <a:lnTo>
                    <a:pt x="119811" y="240855"/>
                  </a:lnTo>
                  <a:lnTo>
                    <a:pt x="119989" y="244589"/>
                  </a:lnTo>
                  <a:lnTo>
                    <a:pt x="120815" y="247573"/>
                  </a:lnTo>
                  <a:lnTo>
                    <a:pt x="122491" y="247472"/>
                  </a:lnTo>
                  <a:lnTo>
                    <a:pt x="123024" y="244398"/>
                  </a:lnTo>
                  <a:lnTo>
                    <a:pt x="122682" y="236931"/>
                  </a:lnTo>
                  <a:lnTo>
                    <a:pt x="122224" y="235254"/>
                  </a:lnTo>
                  <a:lnTo>
                    <a:pt x="123710" y="235597"/>
                  </a:lnTo>
                  <a:lnTo>
                    <a:pt x="126911" y="235394"/>
                  </a:lnTo>
                  <a:lnTo>
                    <a:pt x="130111" y="235204"/>
                  </a:lnTo>
                  <a:lnTo>
                    <a:pt x="132676" y="234238"/>
                  </a:lnTo>
                  <a:lnTo>
                    <a:pt x="132588" y="232283"/>
                  </a:lnTo>
                  <a:lnTo>
                    <a:pt x="129946" y="231648"/>
                  </a:lnTo>
                  <a:lnTo>
                    <a:pt x="123532" y="232041"/>
                  </a:lnTo>
                  <a:lnTo>
                    <a:pt x="122021" y="232613"/>
                  </a:lnTo>
                  <a:lnTo>
                    <a:pt x="122326" y="230860"/>
                  </a:lnTo>
                  <a:lnTo>
                    <a:pt x="122161" y="227126"/>
                  </a:lnTo>
                  <a:lnTo>
                    <a:pt x="121996" y="223393"/>
                  </a:lnTo>
                  <a:lnTo>
                    <a:pt x="121170" y="220408"/>
                  </a:lnTo>
                  <a:lnTo>
                    <a:pt x="120789" y="220433"/>
                  </a:lnTo>
                  <a:lnTo>
                    <a:pt x="142074" y="195618"/>
                  </a:lnTo>
                  <a:lnTo>
                    <a:pt x="142074" y="184962"/>
                  </a:lnTo>
                  <a:close/>
                </a:path>
                <a:path w="142240" h="376554">
                  <a:moveTo>
                    <a:pt x="142074" y="137845"/>
                  </a:moveTo>
                  <a:lnTo>
                    <a:pt x="114973" y="106248"/>
                  </a:lnTo>
                  <a:lnTo>
                    <a:pt x="114973" y="116916"/>
                  </a:lnTo>
                  <a:lnTo>
                    <a:pt x="113969" y="116662"/>
                  </a:lnTo>
                  <a:lnTo>
                    <a:pt x="107569" y="117068"/>
                  </a:lnTo>
                  <a:lnTo>
                    <a:pt x="106057" y="117640"/>
                  </a:lnTo>
                  <a:lnTo>
                    <a:pt x="106362" y="115887"/>
                  </a:lnTo>
                  <a:lnTo>
                    <a:pt x="106184" y="112141"/>
                  </a:lnTo>
                  <a:lnTo>
                    <a:pt x="106019" y="108407"/>
                  </a:lnTo>
                  <a:lnTo>
                    <a:pt x="105206" y="105511"/>
                  </a:lnTo>
                  <a:lnTo>
                    <a:pt x="114973" y="116916"/>
                  </a:lnTo>
                  <a:lnTo>
                    <a:pt x="114973" y="106248"/>
                  </a:lnTo>
                  <a:lnTo>
                    <a:pt x="113741" y="104800"/>
                  </a:lnTo>
                  <a:lnTo>
                    <a:pt x="105143" y="94780"/>
                  </a:lnTo>
                  <a:lnTo>
                    <a:pt x="105143" y="105435"/>
                  </a:lnTo>
                  <a:lnTo>
                    <a:pt x="104013" y="105498"/>
                  </a:lnTo>
                  <a:lnTo>
                    <a:pt x="104609" y="104800"/>
                  </a:lnTo>
                  <a:lnTo>
                    <a:pt x="105143" y="105435"/>
                  </a:lnTo>
                  <a:lnTo>
                    <a:pt x="105143" y="94780"/>
                  </a:lnTo>
                  <a:lnTo>
                    <a:pt x="104609" y="94145"/>
                  </a:lnTo>
                  <a:lnTo>
                    <a:pt x="70561" y="133858"/>
                  </a:lnTo>
                  <a:lnTo>
                    <a:pt x="70561" y="155562"/>
                  </a:lnTo>
                  <a:lnTo>
                    <a:pt x="69164" y="155219"/>
                  </a:lnTo>
                  <a:lnTo>
                    <a:pt x="65963" y="155409"/>
                  </a:lnTo>
                  <a:lnTo>
                    <a:pt x="62763" y="155613"/>
                  </a:lnTo>
                  <a:lnTo>
                    <a:pt x="60274" y="156565"/>
                  </a:lnTo>
                  <a:lnTo>
                    <a:pt x="60274" y="158483"/>
                  </a:lnTo>
                  <a:lnTo>
                    <a:pt x="59436" y="157492"/>
                  </a:lnTo>
                  <a:lnTo>
                    <a:pt x="60198" y="156603"/>
                  </a:lnTo>
                  <a:lnTo>
                    <a:pt x="60274" y="158483"/>
                  </a:lnTo>
                  <a:lnTo>
                    <a:pt x="60274" y="156565"/>
                  </a:lnTo>
                  <a:lnTo>
                    <a:pt x="69989" y="145186"/>
                  </a:lnTo>
                  <a:lnTo>
                    <a:pt x="69773" y="146418"/>
                  </a:lnTo>
                  <a:lnTo>
                    <a:pt x="70116" y="153898"/>
                  </a:lnTo>
                  <a:lnTo>
                    <a:pt x="70561" y="155562"/>
                  </a:lnTo>
                  <a:lnTo>
                    <a:pt x="70561" y="133858"/>
                  </a:lnTo>
                  <a:lnTo>
                    <a:pt x="50292" y="157492"/>
                  </a:lnTo>
                  <a:lnTo>
                    <a:pt x="104609" y="220840"/>
                  </a:lnTo>
                  <a:lnTo>
                    <a:pt x="113741" y="210172"/>
                  </a:lnTo>
                  <a:lnTo>
                    <a:pt x="142074" y="177126"/>
                  </a:lnTo>
                  <a:lnTo>
                    <a:pt x="142074" y="166471"/>
                  </a:lnTo>
                  <a:lnTo>
                    <a:pt x="139674" y="169278"/>
                  </a:lnTo>
                  <a:lnTo>
                    <a:pt x="139941" y="167779"/>
                  </a:lnTo>
                  <a:lnTo>
                    <a:pt x="139598" y="160299"/>
                  </a:lnTo>
                  <a:lnTo>
                    <a:pt x="139128" y="158623"/>
                  </a:lnTo>
                  <a:lnTo>
                    <a:pt x="140614" y="158978"/>
                  </a:lnTo>
                  <a:lnTo>
                    <a:pt x="142074" y="158889"/>
                  </a:lnTo>
                  <a:lnTo>
                    <a:pt x="142074" y="155321"/>
                  </a:lnTo>
                  <a:lnTo>
                    <a:pt x="140449" y="155422"/>
                  </a:lnTo>
                  <a:lnTo>
                    <a:pt x="138938" y="155994"/>
                  </a:lnTo>
                  <a:lnTo>
                    <a:pt x="139242" y="154241"/>
                  </a:lnTo>
                  <a:lnTo>
                    <a:pt x="139077" y="150507"/>
                  </a:lnTo>
                  <a:lnTo>
                    <a:pt x="138912" y="146773"/>
                  </a:lnTo>
                  <a:lnTo>
                    <a:pt x="138252" y="144449"/>
                  </a:lnTo>
                  <a:lnTo>
                    <a:pt x="138252" y="170929"/>
                  </a:lnTo>
                  <a:lnTo>
                    <a:pt x="104609" y="210172"/>
                  </a:lnTo>
                  <a:lnTo>
                    <a:pt x="92925" y="196570"/>
                  </a:lnTo>
                  <a:lnTo>
                    <a:pt x="95504" y="197167"/>
                  </a:lnTo>
                  <a:lnTo>
                    <a:pt x="101917" y="196773"/>
                  </a:lnTo>
                  <a:lnTo>
                    <a:pt x="103339" y="196240"/>
                  </a:lnTo>
                  <a:lnTo>
                    <a:pt x="103047" y="197954"/>
                  </a:lnTo>
                  <a:lnTo>
                    <a:pt x="103225" y="201701"/>
                  </a:lnTo>
                  <a:lnTo>
                    <a:pt x="103390" y="205435"/>
                  </a:lnTo>
                  <a:lnTo>
                    <a:pt x="104216" y="208419"/>
                  </a:lnTo>
                  <a:lnTo>
                    <a:pt x="105892" y="208318"/>
                  </a:lnTo>
                  <a:lnTo>
                    <a:pt x="106438" y="205244"/>
                  </a:lnTo>
                  <a:lnTo>
                    <a:pt x="106083" y="197764"/>
                  </a:lnTo>
                  <a:lnTo>
                    <a:pt x="105625" y="196088"/>
                  </a:lnTo>
                  <a:lnTo>
                    <a:pt x="107111" y="196443"/>
                  </a:lnTo>
                  <a:lnTo>
                    <a:pt x="110312" y="196240"/>
                  </a:lnTo>
                  <a:lnTo>
                    <a:pt x="113512" y="196037"/>
                  </a:lnTo>
                  <a:lnTo>
                    <a:pt x="116078" y="195084"/>
                  </a:lnTo>
                  <a:lnTo>
                    <a:pt x="115989" y="193116"/>
                  </a:lnTo>
                  <a:lnTo>
                    <a:pt x="113347" y="192493"/>
                  </a:lnTo>
                  <a:lnTo>
                    <a:pt x="106946" y="192887"/>
                  </a:lnTo>
                  <a:lnTo>
                    <a:pt x="105435" y="193459"/>
                  </a:lnTo>
                  <a:lnTo>
                    <a:pt x="105740" y="191706"/>
                  </a:lnTo>
                  <a:lnTo>
                    <a:pt x="105562" y="187972"/>
                  </a:lnTo>
                  <a:lnTo>
                    <a:pt x="105397" y="184238"/>
                  </a:lnTo>
                  <a:lnTo>
                    <a:pt x="104571" y="181254"/>
                  </a:lnTo>
                  <a:lnTo>
                    <a:pt x="102895" y="181356"/>
                  </a:lnTo>
                  <a:lnTo>
                    <a:pt x="102349" y="184416"/>
                  </a:lnTo>
                  <a:lnTo>
                    <a:pt x="102692" y="191897"/>
                  </a:lnTo>
                  <a:lnTo>
                    <a:pt x="103136" y="193560"/>
                  </a:lnTo>
                  <a:lnTo>
                    <a:pt x="101752" y="193217"/>
                  </a:lnTo>
                  <a:lnTo>
                    <a:pt x="98539" y="193421"/>
                  </a:lnTo>
                  <a:lnTo>
                    <a:pt x="95338" y="193624"/>
                  </a:lnTo>
                  <a:lnTo>
                    <a:pt x="92773" y="194589"/>
                  </a:lnTo>
                  <a:lnTo>
                    <a:pt x="92849" y="196481"/>
                  </a:lnTo>
                  <a:lnTo>
                    <a:pt x="60337" y="158559"/>
                  </a:lnTo>
                  <a:lnTo>
                    <a:pt x="62928" y="159169"/>
                  </a:lnTo>
                  <a:lnTo>
                    <a:pt x="69329" y="158762"/>
                  </a:lnTo>
                  <a:lnTo>
                    <a:pt x="70764" y="158229"/>
                  </a:lnTo>
                  <a:lnTo>
                    <a:pt x="70459" y="159956"/>
                  </a:lnTo>
                  <a:lnTo>
                    <a:pt x="70637" y="163690"/>
                  </a:lnTo>
                  <a:lnTo>
                    <a:pt x="70802" y="167424"/>
                  </a:lnTo>
                  <a:lnTo>
                    <a:pt x="71628" y="170408"/>
                  </a:lnTo>
                  <a:lnTo>
                    <a:pt x="73304" y="170307"/>
                  </a:lnTo>
                  <a:lnTo>
                    <a:pt x="73850" y="167246"/>
                  </a:lnTo>
                  <a:lnTo>
                    <a:pt x="73507" y="159766"/>
                  </a:lnTo>
                  <a:lnTo>
                    <a:pt x="73050" y="158089"/>
                  </a:lnTo>
                  <a:lnTo>
                    <a:pt x="74523" y="158432"/>
                  </a:lnTo>
                  <a:lnTo>
                    <a:pt x="77736" y="158242"/>
                  </a:lnTo>
                  <a:lnTo>
                    <a:pt x="80937" y="158038"/>
                  </a:lnTo>
                  <a:lnTo>
                    <a:pt x="83502" y="157073"/>
                  </a:lnTo>
                  <a:lnTo>
                    <a:pt x="83400" y="155117"/>
                  </a:lnTo>
                  <a:lnTo>
                    <a:pt x="80772" y="154482"/>
                  </a:lnTo>
                  <a:lnTo>
                    <a:pt x="74358" y="154889"/>
                  </a:lnTo>
                  <a:lnTo>
                    <a:pt x="72847" y="155460"/>
                  </a:lnTo>
                  <a:lnTo>
                    <a:pt x="73152" y="153708"/>
                  </a:lnTo>
                  <a:lnTo>
                    <a:pt x="72986" y="149961"/>
                  </a:lnTo>
                  <a:lnTo>
                    <a:pt x="72821" y="146227"/>
                  </a:lnTo>
                  <a:lnTo>
                    <a:pt x="71996" y="143243"/>
                  </a:lnTo>
                  <a:lnTo>
                    <a:pt x="71628" y="143268"/>
                  </a:lnTo>
                  <a:lnTo>
                    <a:pt x="103390" y="106222"/>
                  </a:lnTo>
                  <a:lnTo>
                    <a:pt x="102971" y="108597"/>
                  </a:lnTo>
                  <a:lnTo>
                    <a:pt x="103314" y="116078"/>
                  </a:lnTo>
                  <a:lnTo>
                    <a:pt x="103759" y="117741"/>
                  </a:lnTo>
                  <a:lnTo>
                    <a:pt x="102374" y="117398"/>
                  </a:lnTo>
                  <a:lnTo>
                    <a:pt x="99161" y="117602"/>
                  </a:lnTo>
                  <a:lnTo>
                    <a:pt x="95961" y="117792"/>
                  </a:lnTo>
                  <a:lnTo>
                    <a:pt x="93395" y="118757"/>
                  </a:lnTo>
                  <a:lnTo>
                    <a:pt x="93484" y="120713"/>
                  </a:lnTo>
                  <a:lnTo>
                    <a:pt x="96126" y="121348"/>
                  </a:lnTo>
                  <a:lnTo>
                    <a:pt x="102539" y="120942"/>
                  </a:lnTo>
                  <a:lnTo>
                    <a:pt x="103962" y="120408"/>
                  </a:lnTo>
                  <a:lnTo>
                    <a:pt x="103657" y="122135"/>
                  </a:lnTo>
                  <a:lnTo>
                    <a:pt x="103835" y="125869"/>
                  </a:lnTo>
                  <a:lnTo>
                    <a:pt x="104013" y="129603"/>
                  </a:lnTo>
                  <a:lnTo>
                    <a:pt x="104838" y="132588"/>
                  </a:lnTo>
                  <a:lnTo>
                    <a:pt x="106514" y="132486"/>
                  </a:lnTo>
                  <a:lnTo>
                    <a:pt x="107061" y="129425"/>
                  </a:lnTo>
                  <a:lnTo>
                    <a:pt x="106705" y="121945"/>
                  </a:lnTo>
                  <a:lnTo>
                    <a:pt x="106248" y="120269"/>
                  </a:lnTo>
                  <a:lnTo>
                    <a:pt x="107734" y="120611"/>
                  </a:lnTo>
                  <a:lnTo>
                    <a:pt x="110934" y="120421"/>
                  </a:lnTo>
                  <a:lnTo>
                    <a:pt x="114134" y="120218"/>
                  </a:lnTo>
                  <a:lnTo>
                    <a:pt x="116700" y="119253"/>
                  </a:lnTo>
                  <a:lnTo>
                    <a:pt x="116674" y="118910"/>
                  </a:lnTo>
                  <a:lnTo>
                    <a:pt x="138036" y="143802"/>
                  </a:lnTo>
                  <a:lnTo>
                    <a:pt x="136398" y="143891"/>
                  </a:lnTo>
                  <a:lnTo>
                    <a:pt x="135864" y="146951"/>
                  </a:lnTo>
                  <a:lnTo>
                    <a:pt x="136207" y="154432"/>
                  </a:lnTo>
                  <a:lnTo>
                    <a:pt x="136652" y="156095"/>
                  </a:lnTo>
                  <a:lnTo>
                    <a:pt x="135255" y="155752"/>
                  </a:lnTo>
                  <a:lnTo>
                    <a:pt x="132054" y="155956"/>
                  </a:lnTo>
                  <a:lnTo>
                    <a:pt x="128841" y="156159"/>
                  </a:lnTo>
                  <a:lnTo>
                    <a:pt x="126276" y="157111"/>
                  </a:lnTo>
                  <a:lnTo>
                    <a:pt x="126377" y="159080"/>
                  </a:lnTo>
                  <a:lnTo>
                    <a:pt x="129019" y="159702"/>
                  </a:lnTo>
                  <a:lnTo>
                    <a:pt x="135420" y="159308"/>
                  </a:lnTo>
                  <a:lnTo>
                    <a:pt x="136855" y="158775"/>
                  </a:lnTo>
                  <a:lnTo>
                    <a:pt x="136563" y="160489"/>
                  </a:lnTo>
                  <a:lnTo>
                    <a:pt x="136728" y="164236"/>
                  </a:lnTo>
                  <a:lnTo>
                    <a:pt x="136893" y="167970"/>
                  </a:lnTo>
                  <a:lnTo>
                    <a:pt x="137718" y="170954"/>
                  </a:lnTo>
                  <a:lnTo>
                    <a:pt x="138252" y="170929"/>
                  </a:lnTo>
                  <a:lnTo>
                    <a:pt x="138252" y="144449"/>
                  </a:lnTo>
                  <a:lnTo>
                    <a:pt x="138087" y="143865"/>
                  </a:lnTo>
                  <a:lnTo>
                    <a:pt x="142074" y="148501"/>
                  </a:lnTo>
                  <a:lnTo>
                    <a:pt x="142074" y="137845"/>
                  </a:lnTo>
                  <a:close/>
                </a:path>
                <a:path w="142240" h="376554">
                  <a:moveTo>
                    <a:pt x="142074" y="29629"/>
                  </a:moveTo>
                  <a:lnTo>
                    <a:pt x="119748" y="55676"/>
                  </a:lnTo>
                  <a:lnTo>
                    <a:pt x="119748" y="77393"/>
                  </a:lnTo>
                  <a:lnTo>
                    <a:pt x="118338" y="77050"/>
                  </a:lnTo>
                  <a:lnTo>
                    <a:pt x="115138" y="77241"/>
                  </a:lnTo>
                  <a:lnTo>
                    <a:pt x="111937" y="77444"/>
                  </a:lnTo>
                  <a:lnTo>
                    <a:pt x="109448" y="78397"/>
                  </a:lnTo>
                  <a:lnTo>
                    <a:pt x="109448" y="80314"/>
                  </a:lnTo>
                  <a:lnTo>
                    <a:pt x="108610" y="79324"/>
                  </a:lnTo>
                  <a:lnTo>
                    <a:pt x="109372" y="78435"/>
                  </a:lnTo>
                  <a:lnTo>
                    <a:pt x="109448" y="80314"/>
                  </a:lnTo>
                  <a:lnTo>
                    <a:pt x="109448" y="78397"/>
                  </a:lnTo>
                  <a:lnTo>
                    <a:pt x="119164" y="67017"/>
                  </a:lnTo>
                  <a:lnTo>
                    <a:pt x="118948" y="68249"/>
                  </a:lnTo>
                  <a:lnTo>
                    <a:pt x="119291" y="75717"/>
                  </a:lnTo>
                  <a:lnTo>
                    <a:pt x="119748" y="77393"/>
                  </a:lnTo>
                  <a:lnTo>
                    <a:pt x="119748" y="55676"/>
                  </a:lnTo>
                  <a:lnTo>
                    <a:pt x="104038" y="74002"/>
                  </a:lnTo>
                  <a:lnTo>
                    <a:pt x="99479" y="68694"/>
                  </a:lnTo>
                  <a:lnTo>
                    <a:pt x="99479" y="79324"/>
                  </a:lnTo>
                  <a:lnTo>
                    <a:pt x="89357" y="91122"/>
                  </a:lnTo>
                  <a:lnTo>
                    <a:pt x="89636" y="89611"/>
                  </a:lnTo>
                  <a:lnTo>
                    <a:pt x="89293" y="82130"/>
                  </a:lnTo>
                  <a:lnTo>
                    <a:pt x="88836" y="80454"/>
                  </a:lnTo>
                  <a:lnTo>
                    <a:pt x="90322" y="80810"/>
                  </a:lnTo>
                  <a:lnTo>
                    <a:pt x="93522" y="80606"/>
                  </a:lnTo>
                  <a:lnTo>
                    <a:pt x="96723" y="80403"/>
                  </a:lnTo>
                  <a:lnTo>
                    <a:pt x="99288" y="79451"/>
                  </a:lnTo>
                  <a:lnTo>
                    <a:pt x="99263" y="79082"/>
                  </a:lnTo>
                  <a:lnTo>
                    <a:pt x="99479" y="79324"/>
                  </a:lnTo>
                  <a:lnTo>
                    <a:pt x="99479" y="68694"/>
                  </a:lnTo>
                  <a:lnTo>
                    <a:pt x="97561" y="66446"/>
                  </a:lnTo>
                  <a:lnTo>
                    <a:pt x="97561" y="77101"/>
                  </a:lnTo>
                  <a:lnTo>
                    <a:pt x="96558" y="76860"/>
                  </a:lnTo>
                  <a:lnTo>
                    <a:pt x="90144" y="77254"/>
                  </a:lnTo>
                  <a:lnTo>
                    <a:pt x="88633" y="77825"/>
                  </a:lnTo>
                  <a:lnTo>
                    <a:pt x="88938" y="76073"/>
                  </a:lnTo>
                  <a:lnTo>
                    <a:pt x="88773" y="72339"/>
                  </a:lnTo>
                  <a:lnTo>
                    <a:pt x="88607" y="68592"/>
                  </a:lnTo>
                  <a:lnTo>
                    <a:pt x="87960" y="66281"/>
                  </a:lnTo>
                  <a:lnTo>
                    <a:pt x="87960" y="92760"/>
                  </a:lnTo>
                  <a:lnTo>
                    <a:pt x="54305" y="132003"/>
                  </a:lnTo>
                  <a:lnTo>
                    <a:pt x="42621" y="118402"/>
                  </a:lnTo>
                  <a:lnTo>
                    <a:pt x="45212" y="118999"/>
                  </a:lnTo>
                  <a:lnTo>
                    <a:pt x="51612" y="118605"/>
                  </a:lnTo>
                  <a:lnTo>
                    <a:pt x="53047" y="118071"/>
                  </a:lnTo>
                  <a:lnTo>
                    <a:pt x="52755" y="119786"/>
                  </a:lnTo>
                  <a:lnTo>
                    <a:pt x="52920" y="123520"/>
                  </a:lnTo>
                  <a:lnTo>
                    <a:pt x="53086" y="127266"/>
                  </a:lnTo>
                  <a:lnTo>
                    <a:pt x="53911" y="130251"/>
                  </a:lnTo>
                  <a:lnTo>
                    <a:pt x="55587" y="130149"/>
                  </a:lnTo>
                  <a:lnTo>
                    <a:pt x="56134" y="127076"/>
                  </a:lnTo>
                  <a:lnTo>
                    <a:pt x="55791" y="119595"/>
                  </a:lnTo>
                  <a:lnTo>
                    <a:pt x="55321" y="117919"/>
                  </a:lnTo>
                  <a:lnTo>
                    <a:pt x="56807" y="118275"/>
                  </a:lnTo>
                  <a:lnTo>
                    <a:pt x="60020" y="118071"/>
                  </a:lnTo>
                  <a:lnTo>
                    <a:pt x="63220" y="117868"/>
                  </a:lnTo>
                  <a:lnTo>
                    <a:pt x="65786" y="116903"/>
                  </a:lnTo>
                  <a:lnTo>
                    <a:pt x="65684" y="114947"/>
                  </a:lnTo>
                  <a:lnTo>
                    <a:pt x="63055" y="114325"/>
                  </a:lnTo>
                  <a:lnTo>
                    <a:pt x="56642" y="114719"/>
                  </a:lnTo>
                  <a:lnTo>
                    <a:pt x="55130" y="115290"/>
                  </a:lnTo>
                  <a:lnTo>
                    <a:pt x="55448" y="113538"/>
                  </a:lnTo>
                  <a:lnTo>
                    <a:pt x="55270" y="109804"/>
                  </a:lnTo>
                  <a:lnTo>
                    <a:pt x="55105" y="106057"/>
                  </a:lnTo>
                  <a:lnTo>
                    <a:pt x="54267" y="103073"/>
                  </a:lnTo>
                  <a:lnTo>
                    <a:pt x="52603" y="103187"/>
                  </a:lnTo>
                  <a:lnTo>
                    <a:pt x="52057" y="106248"/>
                  </a:lnTo>
                  <a:lnTo>
                    <a:pt x="52400" y="113728"/>
                  </a:lnTo>
                  <a:lnTo>
                    <a:pt x="52844" y="115392"/>
                  </a:lnTo>
                  <a:lnTo>
                    <a:pt x="51447" y="115049"/>
                  </a:lnTo>
                  <a:lnTo>
                    <a:pt x="48247" y="115252"/>
                  </a:lnTo>
                  <a:lnTo>
                    <a:pt x="45034" y="115455"/>
                  </a:lnTo>
                  <a:lnTo>
                    <a:pt x="42468" y="116408"/>
                  </a:lnTo>
                  <a:lnTo>
                    <a:pt x="42557" y="118325"/>
                  </a:lnTo>
                  <a:lnTo>
                    <a:pt x="10045" y="80391"/>
                  </a:lnTo>
                  <a:lnTo>
                    <a:pt x="12623" y="81000"/>
                  </a:lnTo>
                  <a:lnTo>
                    <a:pt x="19037" y="80594"/>
                  </a:lnTo>
                  <a:lnTo>
                    <a:pt x="20459" y="80060"/>
                  </a:lnTo>
                  <a:lnTo>
                    <a:pt x="20154" y="81788"/>
                  </a:lnTo>
                  <a:lnTo>
                    <a:pt x="20332" y="85521"/>
                  </a:lnTo>
                  <a:lnTo>
                    <a:pt x="20510" y="89255"/>
                  </a:lnTo>
                  <a:lnTo>
                    <a:pt x="21336" y="92240"/>
                  </a:lnTo>
                  <a:lnTo>
                    <a:pt x="23012" y="92138"/>
                  </a:lnTo>
                  <a:lnTo>
                    <a:pt x="23558" y="89065"/>
                  </a:lnTo>
                  <a:lnTo>
                    <a:pt x="23202" y="81597"/>
                  </a:lnTo>
                  <a:lnTo>
                    <a:pt x="22745" y="79921"/>
                  </a:lnTo>
                  <a:lnTo>
                    <a:pt x="24231" y="80264"/>
                  </a:lnTo>
                  <a:lnTo>
                    <a:pt x="27432" y="80060"/>
                  </a:lnTo>
                  <a:lnTo>
                    <a:pt x="30632" y="79870"/>
                  </a:lnTo>
                  <a:lnTo>
                    <a:pt x="33197" y="78905"/>
                  </a:lnTo>
                  <a:lnTo>
                    <a:pt x="33108" y="76949"/>
                  </a:lnTo>
                  <a:lnTo>
                    <a:pt x="30467" y="76314"/>
                  </a:lnTo>
                  <a:lnTo>
                    <a:pt x="24053" y="76720"/>
                  </a:lnTo>
                  <a:lnTo>
                    <a:pt x="22555" y="77292"/>
                  </a:lnTo>
                  <a:lnTo>
                    <a:pt x="22860" y="75539"/>
                  </a:lnTo>
                  <a:lnTo>
                    <a:pt x="22682" y="71793"/>
                  </a:lnTo>
                  <a:lnTo>
                    <a:pt x="22517" y="68059"/>
                  </a:lnTo>
                  <a:lnTo>
                    <a:pt x="21691" y="65074"/>
                  </a:lnTo>
                  <a:lnTo>
                    <a:pt x="21336" y="65100"/>
                  </a:lnTo>
                  <a:lnTo>
                    <a:pt x="53098" y="28041"/>
                  </a:lnTo>
                  <a:lnTo>
                    <a:pt x="52679" y="30429"/>
                  </a:lnTo>
                  <a:lnTo>
                    <a:pt x="53022" y="37896"/>
                  </a:lnTo>
                  <a:lnTo>
                    <a:pt x="53467" y="39573"/>
                  </a:lnTo>
                  <a:lnTo>
                    <a:pt x="52070" y="39230"/>
                  </a:lnTo>
                  <a:lnTo>
                    <a:pt x="48869" y="39420"/>
                  </a:lnTo>
                  <a:lnTo>
                    <a:pt x="45656" y="39624"/>
                  </a:lnTo>
                  <a:lnTo>
                    <a:pt x="43091" y="40589"/>
                  </a:lnTo>
                  <a:lnTo>
                    <a:pt x="43192" y="42545"/>
                  </a:lnTo>
                  <a:lnTo>
                    <a:pt x="45834" y="43180"/>
                  </a:lnTo>
                  <a:lnTo>
                    <a:pt x="52235" y="42773"/>
                  </a:lnTo>
                  <a:lnTo>
                    <a:pt x="53670" y="42240"/>
                  </a:lnTo>
                  <a:lnTo>
                    <a:pt x="53378" y="43967"/>
                  </a:lnTo>
                  <a:lnTo>
                    <a:pt x="53543" y="47701"/>
                  </a:lnTo>
                  <a:lnTo>
                    <a:pt x="53708" y="51435"/>
                  </a:lnTo>
                  <a:lnTo>
                    <a:pt x="54533" y="54419"/>
                  </a:lnTo>
                  <a:lnTo>
                    <a:pt x="56210" y="54317"/>
                  </a:lnTo>
                  <a:lnTo>
                    <a:pt x="56756" y="51257"/>
                  </a:lnTo>
                  <a:lnTo>
                    <a:pt x="56413" y="43776"/>
                  </a:lnTo>
                  <a:lnTo>
                    <a:pt x="55943" y="42100"/>
                  </a:lnTo>
                  <a:lnTo>
                    <a:pt x="57429" y="42443"/>
                  </a:lnTo>
                  <a:lnTo>
                    <a:pt x="60629" y="42240"/>
                  </a:lnTo>
                  <a:lnTo>
                    <a:pt x="63842" y="42049"/>
                  </a:lnTo>
                  <a:lnTo>
                    <a:pt x="66408" y="41084"/>
                  </a:lnTo>
                  <a:lnTo>
                    <a:pt x="66382" y="40754"/>
                  </a:lnTo>
                  <a:lnTo>
                    <a:pt x="87718" y="65620"/>
                  </a:lnTo>
                  <a:lnTo>
                    <a:pt x="86106" y="65722"/>
                  </a:lnTo>
                  <a:lnTo>
                    <a:pt x="85559" y="68783"/>
                  </a:lnTo>
                  <a:lnTo>
                    <a:pt x="85902" y="76263"/>
                  </a:lnTo>
                  <a:lnTo>
                    <a:pt x="86347" y="77927"/>
                  </a:lnTo>
                  <a:lnTo>
                    <a:pt x="84950" y="77584"/>
                  </a:lnTo>
                  <a:lnTo>
                    <a:pt x="81749" y="77787"/>
                  </a:lnTo>
                  <a:lnTo>
                    <a:pt x="78549" y="77990"/>
                  </a:lnTo>
                  <a:lnTo>
                    <a:pt x="75984" y="78943"/>
                  </a:lnTo>
                  <a:lnTo>
                    <a:pt x="76073" y="80911"/>
                  </a:lnTo>
                  <a:lnTo>
                    <a:pt x="78714" y="81534"/>
                  </a:lnTo>
                  <a:lnTo>
                    <a:pt x="85128" y="81140"/>
                  </a:lnTo>
                  <a:lnTo>
                    <a:pt x="86550" y="80606"/>
                  </a:lnTo>
                  <a:lnTo>
                    <a:pt x="86258" y="82321"/>
                  </a:lnTo>
                  <a:lnTo>
                    <a:pt x="86423" y="86055"/>
                  </a:lnTo>
                  <a:lnTo>
                    <a:pt x="86588" y="89801"/>
                  </a:lnTo>
                  <a:lnTo>
                    <a:pt x="87426" y="92786"/>
                  </a:lnTo>
                  <a:lnTo>
                    <a:pt x="87960" y="92760"/>
                  </a:lnTo>
                  <a:lnTo>
                    <a:pt x="87960" y="66281"/>
                  </a:lnTo>
                  <a:lnTo>
                    <a:pt x="87807" y="65722"/>
                  </a:lnTo>
                  <a:lnTo>
                    <a:pt x="97561" y="77101"/>
                  </a:lnTo>
                  <a:lnTo>
                    <a:pt x="97561" y="66446"/>
                  </a:lnTo>
                  <a:lnTo>
                    <a:pt x="64668" y="28067"/>
                  </a:lnTo>
                  <a:lnTo>
                    <a:pt x="64668" y="38735"/>
                  </a:lnTo>
                  <a:lnTo>
                    <a:pt x="63665" y="38493"/>
                  </a:lnTo>
                  <a:lnTo>
                    <a:pt x="57264" y="38900"/>
                  </a:lnTo>
                  <a:lnTo>
                    <a:pt x="55753" y="39471"/>
                  </a:lnTo>
                  <a:lnTo>
                    <a:pt x="56057" y="37719"/>
                  </a:lnTo>
                  <a:lnTo>
                    <a:pt x="55892" y="33972"/>
                  </a:lnTo>
                  <a:lnTo>
                    <a:pt x="55727" y="30238"/>
                  </a:lnTo>
                  <a:lnTo>
                    <a:pt x="54902" y="27343"/>
                  </a:lnTo>
                  <a:lnTo>
                    <a:pt x="64668" y="38735"/>
                  </a:lnTo>
                  <a:lnTo>
                    <a:pt x="64668" y="28067"/>
                  </a:lnTo>
                  <a:lnTo>
                    <a:pt x="63449" y="26631"/>
                  </a:lnTo>
                  <a:lnTo>
                    <a:pt x="54838" y="16586"/>
                  </a:lnTo>
                  <a:lnTo>
                    <a:pt x="54838" y="27266"/>
                  </a:lnTo>
                  <a:lnTo>
                    <a:pt x="53708" y="27330"/>
                  </a:lnTo>
                  <a:lnTo>
                    <a:pt x="54305" y="26631"/>
                  </a:lnTo>
                  <a:lnTo>
                    <a:pt x="54838" y="27266"/>
                  </a:lnTo>
                  <a:lnTo>
                    <a:pt x="54838" y="16586"/>
                  </a:lnTo>
                  <a:lnTo>
                    <a:pt x="54305" y="15963"/>
                  </a:lnTo>
                  <a:lnTo>
                    <a:pt x="20269" y="55676"/>
                  </a:lnTo>
                  <a:lnTo>
                    <a:pt x="20269" y="77393"/>
                  </a:lnTo>
                  <a:lnTo>
                    <a:pt x="18872" y="77050"/>
                  </a:lnTo>
                  <a:lnTo>
                    <a:pt x="15659" y="77241"/>
                  </a:lnTo>
                  <a:lnTo>
                    <a:pt x="12458" y="77444"/>
                  </a:lnTo>
                  <a:lnTo>
                    <a:pt x="9969" y="78397"/>
                  </a:lnTo>
                  <a:lnTo>
                    <a:pt x="9969" y="80302"/>
                  </a:lnTo>
                  <a:lnTo>
                    <a:pt x="9144" y="79324"/>
                  </a:lnTo>
                  <a:lnTo>
                    <a:pt x="9893" y="78460"/>
                  </a:lnTo>
                  <a:lnTo>
                    <a:pt x="9969" y="80302"/>
                  </a:lnTo>
                  <a:lnTo>
                    <a:pt x="9969" y="78397"/>
                  </a:lnTo>
                  <a:lnTo>
                    <a:pt x="19685" y="67030"/>
                  </a:lnTo>
                  <a:lnTo>
                    <a:pt x="19469" y="68249"/>
                  </a:lnTo>
                  <a:lnTo>
                    <a:pt x="19812" y="75717"/>
                  </a:lnTo>
                  <a:lnTo>
                    <a:pt x="20269" y="77393"/>
                  </a:lnTo>
                  <a:lnTo>
                    <a:pt x="20269" y="55676"/>
                  </a:lnTo>
                  <a:lnTo>
                    <a:pt x="0" y="79324"/>
                  </a:lnTo>
                  <a:lnTo>
                    <a:pt x="54305" y="142671"/>
                  </a:lnTo>
                  <a:lnTo>
                    <a:pt x="63449" y="132003"/>
                  </a:lnTo>
                  <a:lnTo>
                    <a:pt x="104038" y="84658"/>
                  </a:lnTo>
                  <a:lnTo>
                    <a:pt x="142074" y="129006"/>
                  </a:lnTo>
                  <a:lnTo>
                    <a:pt x="142074" y="118376"/>
                  </a:lnTo>
                  <a:lnTo>
                    <a:pt x="142074" y="116370"/>
                  </a:lnTo>
                  <a:lnTo>
                    <a:pt x="141947" y="116408"/>
                  </a:lnTo>
                  <a:lnTo>
                    <a:pt x="142036" y="118325"/>
                  </a:lnTo>
                  <a:lnTo>
                    <a:pt x="109512" y="80391"/>
                  </a:lnTo>
                  <a:lnTo>
                    <a:pt x="112102" y="81000"/>
                  </a:lnTo>
                  <a:lnTo>
                    <a:pt x="118516" y="80594"/>
                  </a:lnTo>
                  <a:lnTo>
                    <a:pt x="119938" y="80060"/>
                  </a:lnTo>
                  <a:lnTo>
                    <a:pt x="119646" y="81788"/>
                  </a:lnTo>
                  <a:lnTo>
                    <a:pt x="119811" y="85521"/>
                  </a:lnTo>
                  <a:lnTo>
                    <a:pt x="119989" y="89255"/>
                  </a:lnTo>
                  <a:lnTo>
                    <a:pt x="120815" y="92240"/>
                  </a:lnTo>
                  <a:lnTo>
                    <a:pt x="122491" y="92138"/>
                  </a:lnTo>
                  <a:lnTo>
                    <a:pt x="123024" y="89065"/>
                  </a:lnTo>
                  <a:lnTo>
                    <a:pt x="122682" y="81597"/>
                  </a:lnTo>
                  <a:lnTo>
                    <a:pt x="122224" y="79921"/>
                  </a:lnTo>
                  <a:lnTo>
                    <a:pt x="123710" y="80264"/>
                  </a:lnTo>
                  <a:lnTo>
                    <a:pt x="126911" y="80060"/>
                  </a:lnTo>
                  <a:lnTo>
                    <a:pt x="130111" y="79870"/>
                  </a:lnTo>
                  <a:lnTo>
                    <a:pt x="132676" y="78905"/>
                  </a:lnTo>
                  <a:lnTo>
                    <a:pt x="132588" y="76949"/>
                  </a:lnTo>
                  <a:lnTo>
                    <a:pt x="129946" y="76314"/>
                  </a:lnTo>
                  <a:lnTo>
                    <a:pt x="123532" y="76720"/>
                  </a:lnTo>
                  <a:lnTo>
                    <a:pt x="122021" y="77292"/>
                  </a:lnTo>
                  <a:lnTo>
                    <a:pt x="122326" y="75539"/>
                  </a:lnTo>
                  <a:lnTo>
                    <a:pt x="122161" y="71793"/>
                  </a:lnTo>
                  <a:lnTo>
                    <a:pt x="121996" y="68059"/>
                  </a:lnTo>
                  <a:lnTo>
                    <a:pt x="121170" y="65074"/>
                  </a:lnTo>
                  <a:lnTo>
                    <a:pt x="120802" y="65100"/>
                  </a:lnTo>
                  <a:lnTo>
                    <a:pt x="142074" y="40284"/>
                  </a:lnTo>
                  <a:lnTo>
                    <a:pt x="142074" y="29629"/>
                  </a:lnTo>
                  <a:close/>
                </a:path>
                <a:path w="142240" h="376554">
                  <a:moveTo>
                    <a:pt x="142074" y="0"/>
                  </a:moveTo>
                  <a:lnTo>
                    <a:pt x="140449" y="101"/>
                  </a:lnTo>
                  <a:lnTo>
                    <a:pt x="137896" y="1054"/>
                  </a:lnTo>
                  <a:lnTo>
                    <a:pt x="135255" y="431"/>
                  </a:lnTo>
                  <a:lnTo>
                    <a:pt x="132054" y="622"/>
                  </a:lnTo>
                  <a:lnTo>
                    <a:pt x="128841" y="825"/>
                  </a:lnTo>
                  <a:lnTo>
                    <a:pt x="126276" y="1790"/>
                  </a:lnTo>
                  <a:lnTo>
                    <a:pt x="126377" y="3746"/>
                  </a:lnTo>
                  <a:lnTo>
                    <a:pt x="129019" y="4368"/>
                  </a:lnTo>
                  <a:lnTo>
                    <a:pt x="135420" y="3975"/>
                  </a:lnTo>
                  <a:lnTo>
                    <a:pt x="136855" y="3441"/>
                  </a:lnTo>
                  <a:lnTo>
                    <a:pt x="136563" y="5156"/>
                  </a:lnTo>
                  <a:lnTo>
                    <a:pt x="136728" y="8902"/>
                  </a:lnTo>
                  <a:lnTo>
                    <a:pt x="136893" y="12636"/>
                  </a:lnTo>
                  <a:lnTo>
                    <a:pt x="137718" y="15621"/>
                  </a:lnTo>
                  <a:lnTo>
                    <a:pt x="139395" y="15519"/>
                  </a:lnTo>
                  <a:lnTo>
                    <a:pt x="139941" y="12446"/>
                  </a:lnTo>
                  <a:lnTo>
                    <a:pt x="139598" y="4978"/>
                  </a:lnTo>
                  <a:lnTo>
                    <a:pt x="139128" y="3302"/>
                  </a:lnTo>
                  <a:lnTo>
                    <a:pt x="140614" y="3644"/>
                  </a:lnTo>
                  <a:lnTo>
                    <a:pt x="142074" y="3556"/>
                  </a:lnTo>
                  <a:lnTo>
                    <a:pt x="142074" y="0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6" name="object 2046" descr=""/>
            <p:cNvSpPr/>
            <p:nvPr/>
          </p:nvSpPr>
          <p:spPr>
            <a:xfrm>
              <a:off x="7226300" y="6281223"/>
              <a:ext cx="1624965" cy="356870"/>
            </a:xfrm>
            <a:custGeom>
              <a:avLst/>
              <a:gdLst/>
              <a:ahLst/>
              <a:cxnLst/>
              <a:rect l="l" t="t" r="r" b="b"/>
              <a:pathLst>
                <a:path w="1624965" h="356870">
                  <a:moveTo>
                    <a:pt x="108623" y="216166"/>
                  </a:moveTo>
                  <a:lnTo>
                    <a:pt x="99479" y="205511"/>
                  </a:lnTo>
                  <a:lnTo>
                    <a:pt x="99479" y="216166"/>
                  </a:lnTo>
                  <a:lnTo>
                    <a:pt x="89369" y="227965"/>
                  </a:lnTo>
                  <a:lnTo>
                    <a:pt x="89636" y="226466"/>
                  </a:lnTo>
                  <a:lnTo>
                    <a:pt x="89293" y="218986"/>
                  </a:lnTo>
                  <a:lnTo>
                    <a:pt x="88836" y="217309"/>
                  </a:lnTo>
                  <a:lnTo>
                    <a:pt x="90309" y="217652"/>
                  </a:lnTo>
                  <a:lnTo>
                    <a:pt x="93522" y="217462"/>
                  </a:lnTo>
                  <a:lnTo>
                    <a:pt x="96723" y="217258"/>
                  </a:lnTo>
                  <a:lnTo>
                    <a:pt x="99288" y="216293"/>
                  </a:lnTo>
                  <a:lnTo>
                    <a:pt x="99263" y="215925"/>
                  </a:lnTo>
                  <a:lnTo>
                    <a:pt x="99479" y="216166"/>
                  </a:lnTo>
                  <a:lnTo>
                    <a:pt x="99479" y="205511"/>
                  </a:lnTo>
                  <a:lnTo>
                    <a:pt x="97574" y="203288"/>
                  </a:lnTo>
                  <a:lnTo>
                    <a:pt x="97574" y="213969"/>
                  </a:lnTo>
                  <a:lnTo>
                    <a:pt x="96558" y="213715"/>
                  </a:lnTo>
                  <a:lnTo>
                    <a:pt x="90144" y="214109"/>
                  </a:lnTo>
                  <a:lnTo>
                    <a:pt x="88633" y="214680"/>
                  </a:lnTo>
                  <a:lnTo>
                    <a:pt x="88938" y="212928"/>
                  </a:lnTo>
                  <a:lnTo>
                    <a:pt x="88773" y="209181"/>
                  </a:lnTo>
                  <a:lnTo>
                    <a:pt x="88607" y="205447"/>
                  </a:lnTo>
                  <a:lnTo>
                    <a:pt x="87960" y="203149"/>
                  </a:lnTo>
                  <a:lnTo>
                    <a:pt x="87960" y="229603"/>
                  </a:lnTo>
                  <a:lnTo>
                    <a:pt x="54305" y="268859"/>
                  </a:lnTo>
                  <a:lnTo>
                    <a:pt x="42608" y="255231"/>
                  </a:lnTo>
                  <a:lnTo>
                    <a:pt x="45199" y="255854"/>
                  </a:lnTo>
                  <a:lnTo>
                    <a:pt x="51612" y="255447"/>
                  </a:lnTo>
                  <a:lnTo>
                    <a:pt x="53047" y="254914"/>
                  </a:lnTo>
                  <a:lnTo>
                    <a:pt x="52755" y="256641"/>
                  </a:lnTo>
                  <a:lnTo>
                    <a:pt x="52920" y="260375"/>
                  </a:lnTo>
                  <a:lnTo>
                    <a:pt x="53086" y="264121"/>
                  </a:lnTo>
                  <a:lnTo>
                    <a:pt x="53911" y="267106"/>
                  </a:lnTo>
                  <a:lnTo>
                    <a:pt x="55587" y="266992"/>
                  </a:lnTo>
                  <a:lnTo>
                    <a:pt x="56134" y="263931"/>
                  </a:lnTo>
                  <a:lnTo>
                    <a:pt x="55791" y="256451"/>
                  </a:lnTo>
                  <a:lnTo>
                    <a:pt x="55321" y="254774"/>
                  </a:lnTo>
                  <a:lnTo>
                    <a:pt x="56807" y="255117"/>
                  </a:lnTo>
                  <a:lnTo>
                    <a:pt x="60007" y="254927"/>
                  </a:lnTo>
                  <a:lnTo>
                    <a:pt x="63220" y="254723"/>
                  </a:lnTo>
                  <a:lnTo>
                    <a:pt x="65786" y="253758"/>
                  </a:lnTo>
                  <a:lnTo>
                    <a:pt x="65684" y="251802"/>
                  </a:lnTo>
                  <a:lnTo>
                    <a:pt x="63042" y="251180"/>
                  </a:lnTo>
                  <a:lnTo>
                    <a:pt x="56642" y="251574"/>
                  </a:lnTo>
                  <a:lnTo>
                    <a:pt x="55130" y="252145"/>
                  </a:lnTo>
                  <a:lnTo>
                    <a:pt x="55435" y="250393"/>
                  </a:lnTo>
                  <a:lnTo>
                    <a:pt x="55270" y="246646"/>
                  </a:lnTo>
                  <a:lnTo>
                    <a:pt x="55105" y="242912"/>
                  </a:lnTo>
                  <a:lnTo>
                    <a:pt x="54267" y="239928"/>
                  </a:lnTo>
                  <a:lnTo>
                    <a:pt x="52590" y="240030"/>
                  </a:lnTo>
                  <a:lnTo>
                    <a:pt x="52057" y="243103"/>
                  </a:lnTo>
                  <a:lnTo>
                    <a:pt x="52400" y="250583"/>
                  </a:lnTo>
                  <a:lnTo>
                    <a:pt x="52844" y="252247"/>
                  </a:lnTo>
                  <a:lnTo>
                    <a:pt x="51447" y="251904"/>
                  </a:lnTo>
                  <a:lnTo>
                    <a:pt x="48247" y="252107"/>
                  </a:lnTo>
                  <a:lnTo>
                    <a:pt x="45034" y="252298"/>
                  </a:lnTo>
                  <a:lnTo>
                    <a:pt x="42468" y="253263"/>
                  </a:lnTo>
                  <a:lnTo>
                    <a:pt x="42557" y="255181"/>
                  </a:lnTo>
                  <a:lnTo>
                    <a:pt x="10045" y="217246"/>
                  </a:lnTo>
                  <a:lnTo>
                    <a:pt x="12623" y="217843"/>
                  </a:lnTo>
                  <a:lnTo>
                    <a:pt x="19037" y="217449"/>
                  </a:lnTo>
                  <a:lnTo>
                    <a:pt x="20459" y="216916"/>
                  </a:lnTo>
                  <a:lnTo>
                    <a:pt x="20167" y="218630"/>
                  </a:lnTo>
                  <a:lnTo>
                    <a:pt x="20332" y="222377"/>
                  </a:lnTo>
                  <a:lnTo>
                    <a:pt x="20510" y="226110"/>
                  </a:lnTo>
                  <a:lnTo>
                    <a:pt x="21336" y="229095"/>
                  </a:lnTo>
                  <a:lnTo>
                    <a:pt x="23012" y="228993"/>
                  </a:lnTo>
                  <a:lnTo>
                    <a:pt x="23545" y="225920"/>
                  </a:lnTo>
                  <a:lnTo>
                    <a:pt x="23202" y="218440"/>
                  </a:lnTo>
                  <a:lnTo>
                    <a:pt x="22745" y="216763"/>
                  </a:lnTo>
                  <a:lnTo>
                    <a:pt x="24231" y="217119"/>
                  </a:lnTo>
                  <a:lnTo>
                    <a:pt x="27432" y="216916"/>
                  </a:lnTo>
                  <a:lnTo>
                    <a:pt x="30632" y="216725"/>
                  </a:lnTo>
                  <a:lnTo>
                    <a:pt x="33197" y="215760"/>
                  </a:lnTo>
                  <a:lnTo>
                    <a:pt x="33108" y="213791"/>
                  </a:lnTo>
                  <a:lnTo>
                    <a:pt x="30467" y="213169"/>
                  </a:lnTo>
                  <a:lnTo>
                    <a:pt x="24053" y="213563"/>
                  </a:lnTo>
                  <a:lnTo>
                    <a:pt x="22542" y="214134"/>
                  </a:lnTo>
                  <a:lnTo>
                    <a:pt x="22847" y="212382"/>
                  </a:lnTo>
                  <a:lnTo>
                    <a:pt x="22682" y="208648"/>
                  </a:lnTo>
                  <a:lnTo>
                    <a:pt x="22517" y="204914"/>
                  </a:lnTo>
                  <a:lnTo>
                    <a:pt x="21691" y="201930"/>
                  </a:lnTo>
                  <a:lnTo>
                    <a:pt x="21310" y="201955"/>
                  </a:lnTo>
                  <a:lnTo>
                    <a:pt x="53086" y="164896"/>
                  </a:lnTo>
                  <a:lnTo>
                    <a:pt x="52679" y="167271"/>
                  </a:lnTo>
                  <a:lnTo>
                    <a:pt x="53022" y="174752"/>
                  </a:lnTo>
                  <a:lnTo>
                    <a:pt x="53467" y="176415"/>
                  </a:lnTo>
                  <a:lnTo>
                    <a:pt x="52070" y="176072"/>
                  </a:lnTo>
                  <a:lnTo>
                    <a:pt x="48869" y="176276"/>
                  </a:lnTo>
                  <a:lnTo>
                    <a:pt x="45656" y="176479"/>
                  </a:lnTo>
                  <a:lnTo>
                    <a:pt x="43091" y="177444"/>
                  </a:lnTo>
                  <a:lnTo>
                    <a:pt x="43192" y="179400"/>
                  </a:lnTo>
                  <a:lnTo>
                    <a:pt x="45821" y="180022"/>
                  </a:lnTo>
                  <a:lnTo>
                    <a:pt x="52235" y="179628"/>
                  </a:lnTo>
                  <a:lnTo>
                    <a:pt x="53670" y="179095"/>
                  </a:lnTo>
                  <a:lnTo>
                    <a:pt x="53378" y="180809"/>
                  </a:lnTo>
                  <a:lnTo>
                    <a:pt x="53543" y="184556"/>
                  </a:lnTo>
                  <a:lnTo>
                    <a:pt x="53708" y="188290"/>
                  </a:lnTo>
                  <a:lnTo>
                    <a:pt x="54533" y="191274"/>
                  </a:lnTo>
                  <a:lnTo>
                    <a:pt x="56210" y="191173"/>
                  </a:lnTo>
                  <a:lnTo>
                    <a:pt x="56756" y="188099"/>
                  </a:lnTo>
                  <a:lnTo>
                    <a:pt x="56413" y="180632"/>
                  </a:lnTo>
                  <a:lnTo>
                    <a:pt x="55943" y="178943"/>
                  </a:lnTo>
                  <a:lnTo>
                    <a:pt x="57429" y="179298"/>
                  </a:lnTo>
                  <a:lnTo>
                    <a:pt x="60629" y="179095"/>
                  </a:lnTo>
                  <a:lnTo>
                    <a:pt x="63842" y="178904"/>
                  </a:lnTo>
                  <a:lnTo>
                    <a:pt x="66408" y="177939"/>
                  </a:lnTo>
                  <a:lnTo>
                    <a:pt x="66382" y="177596"/>
                  </a:lnTo>
                  <a:lnTo>
                    <a:pt x="87731" y="202476"/>
                  </a:lnTo>
                  <a:lnTo>
                    <a:pt x="86106" y="202565"/>
                  </a:lnTo>
                  <a:lnTo>
                    <a:pt x="85559" y="205638"/>
                  </a:lnTo>
                  <a:lnTo>
                    <a:pt x="85902" y="213118"/>
                  </a:lnTo>
                  <a:lnTo>
                    <a:pt x="86347" y="214782"/>
                  </a:lnTo>
                  <a:lnTo>
                    <a:pt x="84950" y="214439"/>
                  </a:lnTo>
                  <a:lnTo>
                    <a:pt x="81749" y="214642"/>
                  </a:lnTo>
                  <a:lnTo>
                    <a:pt x="78549" y="214833"/>
                  </a:lnTo>
                  <a:lnTo>
                    <a:pt x="75984" y="215798"/>
                  </a:lnTo>
                  <a:lnTo>
                    <a:pt x="76073" y="217754"/>
                  </a:lnTo>
                  <a:lnTo>
                    <a:pt x="78714" y="218389"/>
                  </a:lnTo>
                  <a:lnTo>
                    <a:pt x="85115" y="217982"/>
                  </a:lnTo>
                  <a:lnTo>
                    <a:pt x="86550" y="217449"/>
                  </a:lnTo>
                  <a:lnTo>
                    <a:pt x="86258" y="219176"/>
                  </a:lnTo>
                  <a:lnTo>
                    <a:pt x="86423" y="222910"/>
                  </a:lnTo>
                  <a:lnTo>
                    <a:pt x="86588" y="226644"/>
                  </a:lnTo>
                  <a:lnTo>
                    <a:pt x="87414" y="229628"/>
                  </a:lnTo>
                  <a:lnTo>
                    <a:pt x="87960" y="229603"/>
                  </a:lnTo>
                  <a:lnTo>
                    <a:pt x="87960" y="203149"/>
                  </a:lnTo>
                  <a:lnTo>
                    <a:pt x="87795" y="202552"/>
                  </a:lnTo>
                  <a:lnTo>
                    <a:pt x="97574" y="213969"/>
                  </a:lnTo>
                  <a:lnTo>
                    <a:pt x="97574" y="203288"/>
                  </a:lnTo>
                  <a:lnTo>
                    <a:pt x="64681" y="164922"/>
                  </a:lnTo>
                  <a:lnTo>
                    <a:pt x="64681" y="175602"/>
                  </a:lnTo>
                  <a:lnTo>
                    <a:pt x="63665" y="175348"/>
                  </a:lnTo>
                  <a:lnTo>
                    <a:pt x="57264" y="175742"/>
                  </a:lnTo>
                  <a:lnTo>
                    <a:pt x="55753" y="176314"/>
                  </a:lnTo>
                  <a:lnTo>
                    <a:pt x="56057" y="174561"/>
                  </a:lnTo>
                  <a:lnTo>
                    <a:pt x="55892" y="170827"/>
                  </a:lnTo>
                  <a:lnTo>
                    <a:pt x="55714" y="167093"/>
                  </a:lnTo>
                  <a:lnTo>
                    <a:pt x="54902" y="164185"/>
                  </a:lnTo>
                  <a:lnTo>
                    <a:pt x="64681" y="175602"/>
                  </a:lnTo>
                  <a:lnTo>
                    <a:pt x="64681" y="164922"/>
                  </a:lnTo>
                  <a:lnTo>
                    <a:pt x="63449" y="163474"/>
                  </a:lnTo>
                  <a:lnTo>
                    <a:pt x="54851" y="153466"/>
                  </a:lnTo>
                  <a:lnTo>
                    <a:pt x="54851" y="164122"/>
                  </a:lnTo>
                  <a:lnTo>
                    <a:pt x="53695" y="164185"/>
                  </a:lnTo>
                  <a:lnTo>
                    <a:pt x="54305" y="163474"/>
                  </a:lnTo>
                  <a:lnTo>
                    <a:pt x="54851" y="164122"/>
                  </a:lnTo>
                  <a:lnTo>
                    <a:pt x="54851" y="153466"/>
                  </a:lnTo>
                  <a:lnTo>
                    <a:pt x="54305" y="152819"/>
                  </a:lnTo>
                  <a:lnTo>
                    <a:pt x="20256" y="192544"/>
                  </a:lnTo>
                  <a:lnTo>
                    <a:pt x="20256" y="214236"/>
                  </a:lnTo>
                  <a:lnTo>
                    <a:pt x="18859" y="213893"/>
                  </a:lnTo>
                  <a:lnTo>
                    <a:pt x="15659" y="214096"/>
                  </a:lnTo>
                  <a:lnTo>
                    <a:pt x="12458" y="214299"/>
                  </a:lnTo>
                  <a:lnTo>
                    <a:pt x="9969" y="215252"/>
                  </a:lnTo>
                  <a:lnTo>
                    <a:pt x="9969" y="217157"/>
                  </a:lnTo>
                  <a:lnTo>
                    <a:pt x="9131" y="216166"/>
                  </a:lnTo>
                  <a:lnTo>
                    <a:pt x="9893" y="215277"/>
                  </a:lnTo>
                  <a:lnTo>
                    <a:pt x="9969" y="217157"/>
                  </a:lnTo>
                  <a:lnTo>
                    <a:pt x="9969" y="215252"/>
                  </a:lnTo>
                  <a:lnTo>
                    <a:pt x="19685" y="203860"/>
                  </a:lnTo>
                  <a:lnTo>
                    <a:pt x="19469" y="205092"/>
                  </a:lnTo>
                  <a:lnTo>
                    <a:pt x="19812" y="212572"/>
                  </a:lnTo>
                  <a:lnTo>
                    <a:pt x="20256" y="214236"/>
                  </a:lnTo>
                  <a:lnTo>
                    <a:pt x="20256" y="192544"/>
                  </a:lnTo>
                  <a:lnTo>
                    <a:pt x="0" y="216166"/>
                  </a:lnTo>
                  <a:lnTo>
                    <a:pt x="54305" y="279514"/>
                  </a:lnTo>
                  <a:lnTo>
                    <a:pt x="63449" y="268859"/>
                  </a:lnTo>
                  <a:lnTo>
                    <a:pt x="108623" y="216166"/>
                  </a:lnTo>
                  <a:close/>
                </a:path>
                <a:path w="1624965" h="356870">
                  <a:moveTo>
                    <a:pt x="260146" y="293331"/>
                  </a:moveTo>
                  <a:lnTo>
                    <a:pt x="251015" y="282689"/>
                  </a:lnTo>
                  <a:lnTo>
                    <a:pt x="251015" y="293331"/>
                  </a:lnTo>
                  <a:lnTo>
                    <a:pt x="205841" y="346024"/>
                  </a:lnTo>
                  <a:lnTo>
                    <a:pt x="160667" y="293331"/>
                  </a:lnTo>
                  <a:lnTo>
                    <a:pt x="205841" y="240639"/>
                  </a:lnTo>
                  <a:lnTo>
                    <a:pt x="251015" y="293331"/>
                  </a:lnTo>
                  <a:lnTo>
                    <a:pt x="251015" y="282689"/>
                  </a:lnTo>
                  <a:lnTo>
                    <a:pt x="214972" y="240639"/>
                  </a:lnTo>
                  <a:lnTo>
                    <a:pt x="205841" y="229984"/>
                  </a:lnTo>
                  <a:lnTo>
                    <a:pt x="154647" y="289687"/>
                  </a:lnTo>
                  <a:lnTo>
                    <a:pt x="148653" y="282702"/>
                  </a:lnTo>
                  <a:lnTo>
                    <a:pt x="148653" y="293331"/>
                  </a:lnTo>
                  <a:lnTo>
                    <a:pt x="138557" y="305117"/>
                  </a:lnTo>
                  <a:lnTo>
                    <a:pt x="138823" y="303618"/>
                  </a:lnTo>
                  <a:lnTo>
                    <a:pt x="138468" y="296151"/>
                  </a:lnTo>
                  <a:lnTo>
                    <a:pt x="138010" y="294474"/>
                  </a:lnTo>
                  <a:lnTo>
                    <a:pt x="139496" y="294817"/>
                  </a:lnTo>
                  <a:lnTo>
                    <a:pt x="142697" y="294614"/>
                  </a:lnTo>
                  <a:lnTo>
                    <a:pt x="145897" y="294424"/>
                  </a:lnTo>
                  <a:lnTo>
                    <a:pt x="148463" y="293458"/>
                  </a:lnTo>
                  <a:lnTo>
                    <a:pt x="148437" y="293090"/>
                  </a:lnTo>
                  <a:lnTo>
                    <a:pt x="148653" y="293331"/>
                  </a:lnTo>
                  <a:lnTo>
                    <a:pt x="148653" y="282702"/>
                  </a:lnTo>
                  <a:lnTo>
                    <a:pt x="146748" y="280479"/>
                  </a:lnTo>
                  <a:lnTo>
                    <a:pt x="146748" y="291122"/>
                  </a:lnTo>
                  <a:lnTo>
                    <a:pt x="145732" y="290868"/>
                  </a:lnTo>
                  <a:lnTo>
                    <a:pt x="139331" y="291261"/>
                  </a:lnTo>
                  <a:lnTo>
                    <a:pt x="137807" y="291846"/>
                  </a:lnTo>
                  <a:lnTo>
                    <a:pt x="138112" y="290080"/>
                  </a:lnTo>
                  <a:lnTo>
                    <a:pt x="137947" y="286346"/>
                  </a:lnTo>
                  <a:lnTo>
                    <a:pt x="137782" y="282613"/>
                  </a:lnTo>
                  <a:lnTo>
                    <a:pt x="137134" y="280314"/>
                  </a:lnTo>
                  <a:lnTo>
                    <a:pt x="137134" y="306768"/>
                  </a:lnTo>
                  <a:lnTo>
                    <a:pt x="103492" y="346024"/>
                  </a:lnTo>
                  <a:lnTo>
                    <a:pt x="91795" y="332409"/>
                  </a:lnTo>
                  <a:lnTo>
                    <a:pt x="94386" y="333006"/>
                  </a:lnTo>
                  <a:lnTo>
                    <a:pt x="100787" y="332613"/>
                  </a:lnTo>
                  <a:lnTo>
                    <a:pt x="102222" y="332079"/>
                  </a:lnTo>
                  <a:lnTo>
                    <a:pt x="101930" y="333806"/>
                  </a:lnTo>
                  <a:lnTo>
                    <a:pt x="102095" y="337540"/>
                  </a:lnTo>
                  <a:lnTo>
                    <a:pt x="102260" y="341274"/>
                  </a:lnTo>
                  <a:lnTo>
                    <a:pt x="103085" y="344258"/>
                  </a:lnTo>
                  <a:lnTo>
                    <a:pt x="104762" y="344157"/>
                  </a:lnTo>
                  <a:lnTo>
                    <a:pt x="105308" y="341083"/>
                  </a:lnTo>
                  <a:lnTo>
                    <a:pt x="104965" y="333616"/>
                  </a:lnTo>
                  <a:lnTo>
                    <a:pt x="104508" y="331939"/>
                  </a:lnTo>
                  <a:lnTo>
                    <a:pt x="105981" y="332282"/>
                  </a:lnTo>
                  <a:lnTo>
                    <a:pt x="109194" y="332079"/>
                  </a:lnTo>
                  <a:lnTo>
                    <a:pt x="112395" y="331889"/>
                  </a:lnTo>
                  <a:lnTo>
                    <a:pt x="114960" y="330923"/>
                  </a:lnTo>
                  <a:lnTo>
                    <a:pt x="114858" y="328968"/>
                  </a:lnTo>
                  <a:lnTo>
                    <a:pt x="112229" y="328333"/>
                  </a:lnTo>
                  <a:lnTo>
                    <a:pt x="105816" y="328739"/>
                  </a:lnTo>
                  <a:lnTo>
                    <a:pt x="104305" y="329311"/>
                  </a:lnTo>
                  <a:lnTo>
                    <a:pt x="104609" y="327558"/>
                  </a:lnTo>
                  <a:lnTo>
                    <a:pt x="104444" y="323811"/>
                  </a:lnTo>
                  <a:lnTo>
                    <a:pt x="104279" y="320078"/>
                  </a:lnTo>
                  <a:lnTo>
                    <a:pt x="103454" y="317093"/>
                  </a:lnTo>
                  <a:lnTo>
                    <a:pt x="101777" y="317195"/>
                  </a:lnTo>
                  <a:lnTo>
                    <a:pt x="101231" y="320268"/>
                  </a:lnTo>
                  <a:lnTo>
                    <a:pt x="101574" y="327736"/>
                  </a:lnTo>
                  <a:lnTo>
                    <a:pt x="102019" y="329412"/>
                  </a:lnTo>
                  <a:lnTo>
                    <a:pt x="100622" y="329069"/>
                  </a:lnTo>
                  <a:lnTo>
                    <a:pt x="97421" y="329260"/>
                  </a:lnTo>
                  <a:lnTo>
                    <a:pt x="94221" y="329463"/>
                  </a:lnTo>
                  <a:lnTo>
                    <a:pt x="91655" y="330428"/>
                  </a:lnTo>
                  <a:lnTo>
                    <a:pt x="91732" y="332333"/>
                  </a:lnTo>
                  <a:lnTo>
                    <a:pt x="59220" y="294398"/>
                  </a:lnTo>
                  <a:lnTo>
                    <a:pt x="61798" y="295008"/>
                  </a:lnTo>
                  <a:lnTo>
                    <a:pt x="68211" y="294614"/>
                  </a:lnTo>
                  <a:lnTo>
                    <a:pt x="69646" y="294081"/>
                  </a:lnTo>
                  <a:lnTo>
                    <a:pt x="69342" y="295795"/>
                  </a:lnTo>
                  <a:lnTo>
                    <a:pt x="69519" y="299529"/>
                  </a:lnTo>
                  <a:lnTo>
                    <a:pt x="69684" y="303276"/>
                  </a:lnTo>
                  <a:lnTo>
                    <a:pt x="70510" y="306260"/>
                  </a:lnTo>
                  <a:lnTo>
                    <a:pt x="72186" y="306146"/>
                  </a:lnTo>
                  <a:lnTo>
                    <a:pt x="72732" y="303085"/>
                  </a:lnTo>
                  <a:lnTo>
                    <a:pt x="72390" y="295605"/>
                  </a:lnTo>
                  <a:lnTo>
                    <a:pt x="71920" y="293941"/>
                  </a:lnTo>
                  <a:lnTo>
                    <a:pt x="73406" y="294284"/>
                  </a:lnTo>
                  <a:lnTo>
                    <a:pt x="76606" y="294081"/>
                  </a:lnTo>
                  <a:lnTo>
                    <a:pt x="79806" y="293878"/>
                  </a:lnTo>
                  <a:lnTo>
                    <a:pt x="82372" y="292912"/>
                  </a:lnTo>
                  <a:lnTo>
                    <a:pt x="82283" y="290957"/>
                  </a:lnTo>
                  <a:lnTo>
                    <a:pt x="79641" y="290334"/>
                  </a:lnTo>
                  <a:lnTo>
                    <a:pt x="73240" y="290728"/>
                  </a:lnTo>
                  <a:lnTo>
                    <a:pt x="71729" y="291299"/>
                  </a:lnTo>
                  <a:lnTo>
                    <a:pt x="72034" y="289547"/>
                  </a:lnTo>
                  <a:lnTo>
                    <a:pt x="71869" y="285813"/>
                  </a:lnTo>
                  <a:lnTo>
                    <a:pt x="71691" y="282067"/>
                  </a:lnTo>
                  <a:lnTo>
                    <a:pt x="70866" y="279082"/>
                  </a:lnTo>
                  <a:lnTo>
                    <a:pt x="70510" y="279107"/>
                  </a:lnTo>
                  <a:lnTo>
                    <a:pt x="102273" y="242062"/>
                  </a:lnTo>
                  <a:lnTo>
                    <a:pt x="101854" y="244436"/>
                  </a:lnTo>
                  <a:lnTo>
                    <a:pt x="102196" y="251917"/>
                  </a:lnTo>
                  <a:lnTo>
                    <a:pt x="102641" y="253580"/>
                  </a:lnTo>
                  <a:lnTo>
                    <a:pt x="101244" y="253238"/>
                  </a:lnTo>
                  <a:lnTo>
                    <a:pt x="98044" y="253441"/>
                  </a:lnTo>
                  <a:lnTo>
                    <a:pt x="94843" y="253631"/>
                  </a:lnTo>
                  <a:lnTo>
                    <a:pt x="92278" y="254596"/>
                  </a:lnTo>
                  <a:lnTo>
                    <a:pt x="92367" y="256552"/>
                  </a:lnTo>
                  <a:lnTo>
                    <a:pt x="95008" y="257187"/>
                  </a:lnTo>
                  <a:lnTo>
                    <a:pt x="101409" y="256794"/>
                  </a:lnTo>
                  <a:lnTo>
                    <a:pt x="102844" y="256260"/>
                  </a:lnTo>
                  <a:lnTo>
                    <a:pt x="102552" y="257975"/>
                  </a:lnTo>
                  <a:lnTo>
                    <a:pt x="102717" y="261708"/>
                  </a:lnTo>
                  <a:lnTo>
                    <a:pt x="102882" y="265455"/>
                  </a:lnTo>
                  <a:lnTo>
                    <a:pt x="103708" y="268439"/>
                  </a:lnTo>
                  <a:lnTo>
                    <a:pt x="105384" y="268325"/>
                  </a:lnTo>
                  <a:lnTo>
                    <a:pt x="105930" y="265264"/>
                  </a:lnTo>
                  <a:lnTo>
                    <a:pt x="105587" y="257784"/>
                  </a:lnTo>
                  <a:lnTo>
                    <a:pt x="105130" y="256120"/>
                  </a:lnTo>
                  <a:lnTo>
                    <a:pt x="106603" y="256463"/>
                  </a:lnTo>
                  <a:lnTo>
                    <a:pt x="109816" y="256260"/>
                  </a:lnTo>
                  <a:lnTo>
                    <a:pt x="113017" y="256057"/>
                  </a:lnTo>
                  <a:lnTo>
                    <a:pt x="115582" y="255092"/>
                  </a:lnTo>
                  <a:lnTo>
                    <a:pt x="115557" y="254749"/>
                  </a:lnTo>
                  <a:lnTo>
                    <a:pt x="136906" y="279641"/>
                  </a:lnTo>
                  <a:lnTo>
                    <a:pt x="135280" y="279730"/>
                  </a:lnTo>
                  <a:lnTo>
                    <a:pt x="134734" y="282803"/>
                  </a:lnTo>
                  <a:lnTo>
                    <a:pt x="135077" y="290271"/>
                  </a:lnTo>
                  <a:lnTo>
                    <a:pt x="135534" y="291947"/>
                  </a:lnTo>
                  <a:lnTo>
                    <a:pt x="134137" y="291604"/>
                  </a:lnTo>
                  <a:lnTo>
                    <a:pt x="130924" y="291795"/>
                  </a:lnTo>
                  <a:lnTo>
                    <a:pt x="127723" y="291998"/>
                  </a:lnTo>
                  <a:lnTo>
                    <a:pt x="125158" y="292963"/>
                  </a:lnTo>
                  <a:lnTo>
                    <a:pt x="125247" y="294919"/>
                  </a:lnTo>
                  <a:lnTo>
                    <a:pt x="127889" y="295541"/>
                  </a:lnTo>
                  <a:lnTo>
                    <a:pt x="134302" y="295148"/>
                  </a:lnTo>
                  <a:lnTo>
                    <a:pt x="135724" y="294614"/>
                  </a:lnTo>
                  <a:lnTo>
                    <a:pt x="135432" y="296329"/>
                  </a:lnTo>
                  <a:lnTo>
                    <a:pt x="135597" y="300075"/>
                  </a:lnTo>
                  <a:lnTo>
                    <a:pt x="135775" y="303809"/>
                  </a:lnTo>
                  <a:lnTo>
                    <a:pt x="136601" y="306793"/>
                  </a:lnTo>
                  <a:lnTo>
                    <a:pt x="137134" y="306768"/>
                  </a:lnTo>
                  <a:lnTo>
                    <a:pt x="137134" y="280314"/>
                  </a:lnTo>
                  <a:lnTo>
                    <a:pt x="136969" y="279717"/>
                  </a:lnTo>
                  <a:lnTo>
                    <a:pt x="146748" y="291122"/>
                  </a:lnTo>
                  <a:lnTo>
                    <a:pt x="146748" y="280479"/>
                  </a:lnTo>
                  <a:lnTo>
                    <a:pt x="113855" y="242087"/>
                  </a:lnTo>
                  <a:lnTo>
                    <a:pt x="113855" y="252755"/>
                  </a:lnTo>
                  <a:lnTo>
                    <a:pt x="112852" y="252514"/>
                  </a:lnTo>
                  <a:lnTo>
                    <a:pt x="106438" y="252907"/>
                  </a:lnTo>
                  <a:lnTo>
                    <a:pt x="104927" y="253479"/>
                  </a:lnTo>
                  <a:lnTo>
                    <a:pt x="105232" y="251726"/>
                  </a:lnTo>
                  <a:lnTo>
                    <a:pt x="105067" y="247992"/>
                  </a:lnTo>
                  <a:lnTo>
                    <a:pt x="104902" y="244246"/>
                  </a:lnTo>
                  <a:lnTo>
                    <a:pt x="104089" y="241350"/>
                  </a:lnTo>
                  <a:lnTo>
                    <a:pt x="113855" y="252755"/>
                  </a:lnTo>
                  <a:lnTo>
                    <a:pt x="113855" y="242087"/>
                  </a:lnTo>
                  <a:lnTo>
                    <a:pt x="112623" y="240639"/>
                  </a:lnTo>
                  <a:lnTo>
                    <a:pt x="104025" y="230619"/>
                  </a:lnTo>
                  <a:lnTo>
                    <a:pt x="104025" y="241274"/>
                  </a:lnTo>
                  <a:lnTo>
                    <a:pt x="102882" y="241350"/>
                  </a:lnTo>
                  <a:lnTo>
                    <a:pt x="103492" y="240639"/>
                  </a:lnTo>
                  <a:lnTo>
                    <a:pt x="104025" y="241274"/>
                  </a:lnTo>
                  <a:lnTo>
                    <a:pt x="104025" y="230619"/>
                  </a:lnTo>
                  <a:lnTo>
                    <a:pt x="103492" y="229984"/>
                  </a:lnTo>
                  <a:lnTo>
                    <a:pt x="69443" y="269697"/>
                  </a:lnTo>
                  <a:lnTo>
                    <a:pt x="69443" y="291401"/>
                  </a:lnTo>
                  <a:lnTo>
                    <a:pt x="68046" y="291058"/>
                  </a:lnTo>
                  <a:lnTo>
                    <a:pt x="64833" y="291261"/>
                  </a:lnTo>
                  <a:lnTo>
                    <a:pt x="61633" y="291452"/>
                  </a:lnTo>
                  <a:lnTo>
                    <a:pt x="59156" y="292392"/>
                  </a:lnTo>
                  <a:lnTo>
                    <a:pt x="59156" y="294322"/>
                  </a:lnTo>
                  <a:lnTo>
                    <a:pt x="58318" y="293331"/>
                  </a:lnTo>
                  <a:lnTo>
                    <a:pt x="59067" y="292468"/>
                  </a:lnTo>
                  <a:lnTo>
                    <a:pt x="59156" y="294322"/>
                  </a:lnTo>
                  <a:lnTo>
                    <a:pt x="59156" y="292392"/>
                  </a:lnTo>
                  <a:lnTo>
                    <a:pt x="68859" y="281038"/>
                  </a:lnTo>
                  <a:lnTo>
                    <a:pt x="68643" y="282257"/>
                  </a:lnTo>
                  <a:lnTo>
                    <a:pt x="68999" y="289737"/>
                  </a:lnTo>
                  <a:lnTo>
                    <a:pt x="69443" y="291401"/>
                  </a:lnTo>
                  <a:lnTo>
                    <a:pt x="69443" y="269697"/>
                  </a:lnTo>
                  <a:lnTo>
                    <a:pt x="49174" y="293331"/>
                  </a:lnTo>
                  <a:lnTo>
                    <a:pt x="103492" y="356679"/>
                  </a:lnTo>
                  <a:lnTo>
                    <a:pt x="112623" y="346024"/>
                  </a:lnTo>
                  <a:lnTo>
                    <a:pt x="154647" y="296989"/>
                  </a:lnTo>
                  <a:lnTo>
                    <a:pt x="205841" y="356679"/>
                  </a:lnTo>
                  <a:lnTo>
                    <a:pt x="214972" y="346024"/>
                  </a:lnTo>
                  <a:lnTo>
                    <a:pt x="260146" y="293331"/>
                  </a:lnTo>
                  <a:close/>
                </a:path>
                <a:path w="1624965" h="356870">
                  <a:moveTo>
                    <a:pt x="1566011" y="51650"/>
                  </a:moveTo>
                  <a:lnTo>
                    <a:pt x="1565910" y="49695"/>
                  </a:lnTo>
                  <a:lnTo>
                    <a:pt x="1563281" y="49060"/>
                  </a:lnTo>
                  <a:lnTo>
                    <a:pt x="1556867" y="49466"/>
                  </a:lnTo>
                  <a:lnTo>
                    <a:pt x="1554314" y="50419"/>
                  </a:lnTo>
                  <a:lnTo>
                    <a:pt x="1554403" y="52387"/>
                  </a:lnTo>
                  <a:lnTo>
                    <a:pt x="1557032" y="53009"/>
                  </a:lnTo>
                  <a:lnTo>
                    <a:pt x="1560245" y="52806"/>
                  </a:lnTo>
                  <a:lnTo>
                    <a:pt x="1563446" y="52616"/>
                  </a:lnTo>
                  <a:lnTo>
                    <a:pt x="1566011" y="51650"/>
                  </a:lnTo>
                  <a:close/>
                </a:path>
                <a:path w="1624965" h="356870">
                  <a:moveTo>
                    <a:pt x="1598587" y="89649"/>
                  </a:moveTo>
                  <a:lnTo>
                    <a:pt x="1598498" y="87693"/>
                  </a:lnTo>
                  <a:lnTo>
                    <a:pt x="1595856" y="87071"/>
                  </a:lnTo>
                  <a:lnTo>
                    <a:pt x="1589455" y="87464"/>
                  </a:lnTo>
                  <a:lnTo>
                    <a:pt x="1587944" y="88036"/>
                  </a:lnTo>
                  <a:lnTo>
                    <a:pt x="1588249" y="86283"/>
                  </a:lnTo>
                  <a:lnTo>
                    <a:pt x="1588071" y="82550"/>
                  </a:lnTo>
                  <a:lnTo>
                    <a:pt x="1587906" y="78803"/>
                  </a:lnTo>
                  <a:lnTo>
                    <a:pt x="1587080" y="75819"/>
                  </a:lnTo>
                  <a:lnTo>
                    <a:pt x="1585404" y="75933"/>
                  </a:lnTo>
                  <a:lnTo>
                    <a:pt x="1584858" y="78994"/>
                  </a:lnTo>
                  <a:lnTo>
                    <a:pt x="1585201" y="86474"/>
                  </a:lnTo>
                  <a:lnTo>
                    <a:pt x="1585645" y="88138"/>
                  </a:lnTo>
                  <a:lnTo>
                    <a:pt x="1584261" y="87795"/>
                  </a:lnTo>
                  <a:lnTo>
                    <a:pt x="1581048" y="87998"/>
                  </a:lnTo>
                  <a:lnTo>
                    <a:pt x="1577848" y="88188"/>
                  </a:lnTo>
                  <a:lnTo>
                    <a:pt x="1575282" y="89154"/>
                  </a:lnTo>
                  <a:lnTo>
                    <a:pt x="1575371" y="91109"/>
                  </a:lnTo>
                  <a:lnTo>
                    <a:pt x="1578013" y="91744"/>
                  </a:lnTo>
                  <a:lnTo>
                    <a:pt x="1584426" y="91351"/>
                  </a:lnTo>
                  <a:lnTo>
                    <a:pt x="1585849" y="90817"/>
                  </a:lnTo>
                  <a:lnTo>
                    <a:pt x="1585556" y="92532"/>
                  </a:lnTo>
                  <a:lnTo>
                    <a:pt x="1585734" y="96266"/>
                  </a:lnTo>
                  <a:lnTo>
                    <a:pt x="1585899" y="100012"/>
                  </a:lnTo>
                  <a:lnTo>
                    <a:pt x="1586725" y="102997"/>
                  </a:lnTo>
                  <a:lnTo>
                    <a:pt x="1588401" y="102882"/>
                  </a:lnTo>
                  <a:lnTo>
                    <a:pt x="1588947" y="99822"/>
                  </a:lnTo>
                  <a:lnTo>
                    <a:pt x="1588592" y="92341"/>
                  </a:lnTo>
                  <a:lnTo>
                    <a:pt x="1588135" y="90665"/>
                  </a:lnTo>
                  <a:lnTo>
                    <a:pt x="1589620" y="91020"/>
                  </a:lnTo>
                  <a:lnTo>
                    <a:pt x="1592821" y="90817"/>
                  </a:lnTo>
                  <a:lnTo>
                    <a:pt x="1596021" y="90614"/>
                  </a:lnTo>
                  <a:lnTo>
                    <a:pt x="1598587" y="89649"/>
                  </a:lnTo>
                  <a:close/>
                </a:path>
                <a:path w="1624965" h="356870">
                  <a:moveTo>
                    <a:pt x="1599209" y="13830"/>
                  </a:moveTo>
                  <a:lnTo>
                    <a:pt x="1599120" y="11874"/>
                  </a:lnTo>
                  <a:lnTo>
                    <a:pt x="1596478" y="11239"/>
                  </a:lnTo>
                  <a:lnTo>
                    <a:pt x="1590078" y="11645"/>
                  </a:lnTo>
                  <a:lnTo>
                    <a:pt x="1588566" y="12217"/>
                  </a:lnTo>
                  <a:lnTo>
                    <a:pt x="1588871" y="10464"/>
                  </a:lnTo>
                  <a:lnTo>
                    <a:pt x="1588693" y="6718"/>
                  </a:lnTo>
                  <a:lnTo>
                    <a:pt x="1588528" y="2984"/>
                  </a:lnTo>
                  <a:lnTo>
                    <a:pt x="1587703" y="0"/>
                  </a:lnTo>
                  <a:lnTo>
                    <a:pt x="1586026" y="101"/>
                  </a:lnTo>
                  <a:lnTo>
                    <a:pt x="1585480" y="3175"/>
                  </a:lnTo>
                  <a:lnTo>
                    <a:pt x="1585823" y="10642"/>
                  </a:lnTo>
                  <a:lnTo>
                    <a:pt x="1586280" y="12319"/>
                  </a:lnTo>
                  <a:lnTo>
                    <a:pt x="1584883" y="11976"/>
                  </a:lnTo>
                  <a:lnTo>
                    <a:pt x="1581670" y="12166"/>
                  </a:lnTo>
                  <a:lnTo>
                    <a:pt x="1578470" y="12369"/>
                  </a:lnTo>
                  <a:lnTo>
                    <a:pt x="1575904" y="13335"/>
                  </a:lnTo>
                  <a:lnTo>
                    <a:pt x="1575993" y="15290"/>
                  </a:lnTo>
                  <a:lnTo>
                    <a:pt x="1578635" y="15913"/>
                  </a:lnTo>
                  <a:lnTo>
                    <a:pt x="1585048" y="15519"/>
                  </a:lnTo>
                  <a:lnTo>
                    <a:pt x="1586471" y="14986"/>
                  </a:lnTo>
                  <a:lnTo>
                    <a:pt x="1586166" y="16713"/>
                  </a:lnTo>
                  <a:lnTo>
                    <a:pt x="1586344" y="20447"/>
                  </a:lnTo>
                  <a:lnTo>
                    <a:pt x="1586522" y="24180"/>
                  </a:lnTo>
                  <a:lnTo>
                    <a:pt x="1587347" y="27165"/>
                  </a:lnTo>
                  <a:lnTo>
                    <a:pt x="1589024" y="27063"/>
                  </a:lnTo>
                  <a:lnTo>
                    <a:pt x="1589570" y="23990"/>
                  </a:lnTo>
                  <a:lnTo>
                    <a:pt x="1589214" y="16522"/>
                  </a:lnTo>
                  <a:lnTo>
                    <a:pt x="1588757" y="14846"/>
                  </a:lnTo>
                  <a:lnTo>
                    <a:pt x="1590243" y="15189"/>
                  </a:lnTo>
                  <a:lnTo>
                    <a:pt x="1593443" y="14986"/>
                  </a:lnTo>
                  <a:lnTo>
                    <a:pt x="1596644" y="14795"/>
                  </a:lnTo>
                  <a:lnTo>
                    <a:pt x="1599209" y="13830"/>
                  </a:lnTo>
                  <a:close/>
                </a:path>
                <a:path w="1624965" h="356870">
                  <a:moveTo>
                    <a:pt x="1624584" y="79540"/>
                  </a:moveTo>
                  <a:lnTo>
                    <a:pt x="1602244" y="105600"/>
                  </a:lnTo>
                  <a:lnTo>
                    <a:pt x="1602244" y="127292"/>
                  </a:lnTo>
                  <a:lnTo>
                    <a:pt x="1600847" y="126949"/>
                  </a:lnTo>
                  <a:lnTo>
                    <a:pt x="1597647" y="127152"/>
                  </a:lnTo>
                  <a:lnTo>
                    <a:pt x="1594446" y="127355"/>
                  </a:lnTo>
                  <a:lnTo>
                    <a:pt x="1591957" y="128295"/>
                  </a:lnTo>
                  <a:lnTo>
                    <a:pt x="1591957" y="130213"/>
                  </a:lnTo>
                  <a:lnTo>
                    <a:pt x="1591119" y="129222"/>
                  </a:lnTo>
                  <a:lnTo>
                    <a:pt x="1591881" y="128333"/>
                  </a:lnTo>
                  <a:lnTo>
                    <a:pt x="1591957" y="130213"/>
                  </a:lnTo>
                  <a:lnTo>
                    <a:pt x="1591957" y="128295"/>
                  </a:lnTo>
                  <a:lnTo>
                    <a:pt x="1601673" y="116916"/>
                  </a:lnTo>
                  <a:lnTo>
                    <a:pt x="1601457" y="118148"/>
                  </a:lnTo>
                  <a:lnTo>
                    <a:pt x="1601800" y="125628"/>
                  </a:lnTo>
                  <a:lnTo>
                    <a:pt x="1602244" y="127292"/>
                  </a:lnTo>
                  <a:lnTo>
                    <a:pt x="1602244" y="105600"/>
                  </a:lnTo>
                  <a:lnTo>
                    <a:pt x="1586547" y="123901"/>
                  </a:lnTo>
                  <a:lnTo>
                    <a:pt x="1581988" y="118592"/>
                  </a:lnTo>
                  <a:lnTo>
                    <a:pt x="1581988" y="129222"/>
                  </a:lnTo>
                  <a:lnTo>
                    <a:pt x="1571866" y="141020"/>
                  </a:lnTo>
                  <a:lnTo>
                    <a:pt x="1572145" y="139509"/>
                  </a:lnTo>
                  <a:lnTo>
                    <a:pt x="1571802" y="132041"/>
                  </a:lnTo>
                  <a:lnTo>
                    <a:pt x="1571345" y="130365"/>
                  </a:lnTo>
                  <a:lnTo>
                    <a:pt x="1572831" y="130708"/>
                  </a:lnTo>
                  <a:lnTo>
                    <a:pt x="1576031" y="130517"/>
                  </a:lnTo>
                  <a:lnTo>
                    <a:pt x="1579232" y="130314"/>
                  </a:lnTo>
                  <a:lnTo>
                    <a:pt x="1581797" y="129349"/>
                  </a:lnTo>
                  <a:lnTo>
                    <a:pt x="1581772" y="128981"/>
                  </a:lnTo>
                  <a:lnTo>
                    <a:pt x="1581988" y="129222"/>
                  </a:lnTo>
                  <a:lnTo>
                    <a:pt x="1581988" y="118592"/>
                  </a:lnTo>
                  <a:lnTo>
                    <a:pt x="1580083" y="116357"/>
                  </a:lnTo>
                  <a:lnTo>
                    <a:pt x="1580083" y="127012"/>
                  </a:lnTo>
                  <a:lnTo>
                    <a:pt x="1579067" y="126758"/>
                  </a:lnTo>
                  <a:lnTo>
                    <a:pt x="1572653" y="127165"/>
                  </a:lnTo>
                  <a:lnTo>
                    <a:pt x="1571142" y="127736"/>
                  </a:lnTo>
                  <a:lnTo>
                    <a:pt x="1571447" y="125984"/>
                  </a:lnTo>
                  <a:lnTo>
                    <a:pt x="1571282" y="122237"/>
                  </a:lnTo>
                  <a:lnTo>
                    <a:pt x="1571117" y="118503"/>
                  </a:lnTo>
                  <a:lnTo>
                    <a:pt x="1570469" y="116205"/>
                  </a:lnTo>
                  <a:lnTo>
                    <a:pt x="1570469" y="142659"/>
                  </a:lnTo>
                  <a:lnTo>
                    <a:pt x="1536814" y="181914"/>
                  </a:lnTo>
                  <a:lnTo>
                    <a:pt x="1525130" y="168287"/>
                  </a:lnTo>
                  <a:lnTo>
                    <a:pt x="1527721" y="168910"/>
                  </a:lnTo>
                  <a:lnTo>
                    <a:pt x="1534121" y="168503"/>
                  </a:lnTo>
                  <a:lnTo>
                    <a:pt x="1535557" y="167970"/>
                  </a:lnTo>
                  <a:lnTo>
                    <a:pt x="1535264" y="169697"/>
                  </a:lnTo>
                  <a:lnTo>
                    <a:pt x="1535430" y="173431"/>
                  </a:lnTo>
                  <a:lnTo>
                    <a:pt x="1535595" y="177165"/>
                  </a:lnTo>
                  <a:lnTo>
                    <a:pt x="1536420" y="180149"/>
                  </a:lnTo>
                  <a:lnTo>
                    <a:pt x="1538097" y="180047"/>
                  </a:lnTo>
                  <a:lnTo>
                    <a:pt x="1538643" y="176987"/>
                  </a:lnTo>
                  <a:lnTo>
                    <a:pt x="1538300" y="169506"/>
                  </a:lnTo>
                  <a:lnTo>
                    <a:pt x="1537830" y="167830"/>
                  </a:lnTo>
                  <a:lnTo>
                    <a:pt x="1539316" y="168173"/>
                  </a:lnTo>
                  <a:lnTo>
                    <a:pt x="1542529" y="167982"/>
                  </a:lnTo>
                  <a:lnTo>
                    <a:pt x="1545729" y="167779"/>
                  </a:lnTo>
                  <a:lnTo>
                    <a:pt x="1548295" y="166814"/>
                  </a:lnTo>
                  <a:lnTo>
                    <a:pt x="1548193" y="164858"/>
                  </a:lnTo>
                  <a:lnTo>
                    <a:pt x="1545564" y="164223"/>
                  </a:lnTo>
                  <a:lnTo>
                    <a:pt x="1539151" y="164630"/>
                  </a:lnTo>
                  <a:lnTo>
                    <a:pt x="1537639" y="165201"/>
                  </a:lnTo>
                  <a:lnTo>
                    <a:pt x="1537957" y="163449"/>
                  </a:lnTo>
                  <a:lnTo>
                    <a:pt x="1537779" y="159702"/>
                  </a:lnTo>
                  <a:lnTo>
                    <a:pt x="1537614" y="155968"/>
                  </a:lnTo>
                  <a:lnTo>
                    <a:pt x="1536776" y="152984"/>
                  </a:lnTo>
                  <a:lnTo>
                    <a:pt x="1535112" y="153085"/>
                  </a:lnTo>
                  <a:lnTo>
                    <a:pt x="1534566" y="156159"/>
                  </a:lnTo>
                  <a:lnTo>
                    <a:pt x="1534909" y="163639"/>
                  </a:lnTo>
                  <a:lnTo>
                    <a:pt x="1535353" y="165303"/>
                  </a:lnTo>
                  <a:lnTo>
                    <a:pt x="1533956" y="164960"/>
                  </a:lnTo>
                  <a:lnTo>
                    <a:pt x="1530756" y="165150"/>
                  </a:lnTo>
                  <a:lnTo>
                    <a:pt x="1527543" y="165354"/>
                  </a:lnTo>
                  <a:lnTo>
                    <a:pt x="1524977" y="166319"/>
                  </a:lnTo>
                  <a:lnTo>
                    <a:pt x="1525066" y="168224"/>
                  </a:lnTo>
                  <a:lnTo>
                    <a:pt x="1492567" y="130302"/>
                  </a:lnTo>
                  <a:lnTo>
                    <a:pt x="1495132" y="130898"/>
                  </a:lnTo>
                  <a:lnTo>
                    <a:pt x="1501546" y="130505"/>
                  </a:lnTo>
                  <a:lnTo>
                    <a:pt x="1502968" y="129971"/>
                  </a:lnTo>
                  <a:lnTo>
                    <a:pt x="1502664" y="131686"/>
                  </a:lnTo>
                  <a:lnTo>
                    <a:pt x="1502841" y="135432"/>
                  </a:lnTo>
                  <a:lnTo>
                    <a:pt x="1503019" y="139166"/>
                  </a:lnTo>
                  <a:lnTo>
                    <a:pt x="1503845" y="142151"/>
                  </a:lnTo>
                  <a:lnTo>
                    <a:pt x="1505521" y="142049"/>
                  </a:lnTo>
                  <a:lnTo>
                    <a:pt x="1506067" y="138976"/>
                  </a:lnTo>
                  <a:lnTo>
                    <a:pt x="1505712" y="131495"/>
                  </a:lnTo>
                  <a:lnTo>
                    <a:pt x="1505254" y="129819"/>
                  </a:lnTo>
                  <a:lnTo>
                    <a:pt x="1506740" y="130175"/>
                  </a:lnTo>
                  <a:lnTo>
                    <a:pt x="1509941" y="129971"/>
                  </a:lnTo>
                  <a:lnTo>
                    <a:pt x="1513141" y="129768"/>
                  </a:lnTo>
                  <a:lnTo>
                    <a:pt x="1515706" y="128816"/>
                  </a:lnTo>
                  <a:lnTo>
                    <a:pt x="1515618" y="126847"/>
                  </a:lnTo>
                  <a:lnTo>
                    <a:pt x="1512976" y="126225"/>
                  </a:lnTo>
                  <a:lnTo>
                    <a:pt x="1506562" y="126619"/>
                  </a:lnTo>
                  <a:lnTo>
                    <a:pt x="1505064" y="127190"/>
                  </a:lnTo>
                  <a:lnTo>
                    <a:pt x="1505369" y="125437"/>
                  </a:lnTo>
                  <a:lnTo>
                    <a:pt x="1505191" y="121704"/>
                  </a:lnTo>
                  <a:lnTo>
                    <a:pt x="1505026" y="117957"/>
                  </a:lnTo>
                  <a:lnTo>
                    <a:pt x="1504200" y="114973"/>
                  </a:lnTo>
                  <a:lnTo>
                    <a:pt x="1503845" y="114998"/>
                  </a:lnTo>
                  <a:lnTo>
                    <a:pt x="1535607" y="77939"/>
                  </a:lnTo>
                  <a:lnTo>
                    <a:pt x="1535188" y="80327"/>
                  </a:lnTo>
                  <a:lnTo>
                    <a:pt x="1535531" y="87807"/>
                  </a:lnTo>
                  <a:lnTo>
                    <a:pt x="1535976" y="89471"/>
                  </a:lnTo>
                  <a:lnTo>
                    <a:pt x="1534579" y="89128"/>
                  </a:lnTo>
                  <a:lnTo>
                    <a:pt x="1531378" y="89331"/>
                  </a:lnTo>
                  <a:lnTo>
                    <a:pt x="1528165" y="89535"/>
                  </a:lnTo>
                  <a:lnTo>
                    <a:pt x="1525600" y="90500"/>
                  </a:lnTo>
                  <a:lnTo>
                    <a:pt x="1525701" y="92456"/>
                  </a:lnTo>
                  <a:lnTo>
                    <a:pt x="1528343" y="93078"/>
                  </a:lnTo>
                  <a:lnTo>
                    <a:pt x="1534744" y="92684"/>
                  </a:lnTo>
                  <a:lnTo>
                    <a:pt x="1536179" y="92151"/>
                  </a:lnTo>
                  <a:lnTo>
                    <a:pt x="1535887" y="93865"/>
                  </a:lnTo>
                  <a:lnTo>
                    <a:pt x="1536052" y="97599"/>
                  </a:lnTo>
                  <a:lnTo>
                    <a:pt x="1536217" y="101346"/>
                  </a:lnTo>
                  <a:lnTo>
                    <a:pt x="1537042" y="104330"/>
                  </a:lnTo>
                  <a:lnTo>
                    <a:pt x="1538719" y="104228"/>
                  </a:lnTo>
                  <a:lnTo>
                    <a:pt x="1539265" y="101155"/>
                  </a:lnTo>
                  <a:lnTo>
                    <a:pt x="1538922" y="93675"/>
                  </a:lnTo>
                  <a:lnTo>
                    <a:pt x="1538452" y="91998"/>
                  </a:lnTo>
                  <a:lnTo>
                    <a:pt x="1539938" y="92354"/>
                  </a:lnTo>
                  <a:lnTo>
                    <a:pt x="1543138" y="92151"/>
                  </a:lnTo>
                  <a:lnTo>
                    <a:pt x="1546352" y="91948"/>
                  </a:lnTo>
                  <a:lnTo>
                    <a:pt x="1548917" y="90995"/>
                  </a:lnTo>
                  <a:lnTo>
                    <a:pt x="1548892" y="90652"/>
                  </a:lnTo>
                  <a:lnTo>
                    <a:pt x="1570240" y="115531"/>
                  </a:lnTo>
                  <a:lnTo>
                    <a:pt x="1568615" y="115620"/>
                  </a:lnTo>
                  <a:lnTo>
                    <a:pt x="1568069" y="118694"/>
                  </a:lnTo>
                  <a:lnTo>
                    <a:pt x="1568411" y="126174"/>
                  </a:lnTo>
                  <a:lnTo>
                    <a:pt x="1568856" y="127838"/>
                  </a:lnTo>
                  <a:lnTo>
                    <a:pt x="1567459" y="127495"/>
                  </a:lnTo>
                  <a:lnTo>
                    <a:pt x="1564259" y="127685"/>
                  </a:lnTo>
                  <a:lnTo>
                    <a:pt x="1561058" y="127889"/>
                  </a:lnTo>
                  <a:lnTo>
                    <a:pt x="1558493" y="128854"/>
                  </a:lnTo>
                  <a:lnTo>
                    <a:pt x="1558582" y="130810"/>
                  </a:lnTo>
                  <a:lnTo>
                    <a:pt x="1561223" y="131445"/>
                  </a:lnTo>
                  <a:lnTo>
                    <a:pt x="1567637" y="131038"/>
                  </a:lnTo>
                  <a:lnTo>
                    <a:pt x="1569059" y="130505"/>
                  </a:lnTo>
                  <a:lnTo>
                    <a:pt x="1568767" y="132232"/>
                  </a:lnTo>
                  <a:lnTo>
                    <a:pt x="1568932" y="135966"/>
                  </a:lnTo>
                  <a:lnTo>
                    <a:pt x="1569097" y="139700"/>
                  </a:lnTo>
                  <a:lnTo>
                    <a:pt x="1569935" y="142684"/>
                  </a:lnTo>
                  <a:lnTo>
                    <a:pt x="1570469" y="142659"/>
                  </a:lnTo>
                  <a:lnTo>
                    <a:pt x="1570469" y="116205"/>
                  </a:lnTo>
                  <a:lnTo>
                    <a:pt x="1570304" y="115608"/>
                  </a:lnTo>
                  <a:lnTo>
                    <a:pt x="1580083" y="127012"/>
                  </a:lnTo>
                  <a:lnTo>
                    <a:pt x="1580083" y="116357"/>
                  </a:lnTo>
                  <a:lnTo>
                    <a:pt x="1547177" y="77965"/>
                  </a:lnTo>
                  <a:lnTo>
                    <a:pt x="1547177" y="88646"/>
                  </a:lnTo>
                  <a:lnTo>
                    <a:pt x="1546174" y="88404"/>
                  </a:lnTo>
                  <a:lnTo>
                    <a:pt x="1539773" y="88798"/>
                  </a:lnTo>
                  <a:lnTo>
                    <a:pt x="1538262" y="89369"/>
                  </a:lnTo>
                  <a:lnTo>
                    <a:pt x="1538566" y="87617"/>
                  </a:lnTo>
                  <a:lnTo>
                    <a:pt x="1538401" y="83883"/>
                  </a:lnTo>
                  <a:lnTo>
                    <a:pt x="1538236" y="80137"/>
                  </a:lnTo>
                  <a:lnTo>
                    <a:pt x="1537411" y="77241"/>
                  </a:lnTo>
                  <a:lnTo>
                    <a:pt x="1547177" y="88646"/>
                  </a:lnTo>
                  <a:lnTo>
                    <a:pt x="1547177" y="77965"/>
                  </a:lnTo>
                  <a:lnTo>
                    <a:pt x="1545958" y="76530"/>
                  </a:lnTo>
                  <a:lnTo>
                    <a:pt x="1537347" y="66497"/>
                  </a:lnTo>
                  <a:lnTo>
                    <a:pt x="1537347" y="77165"/>
                  </a:lnTo>
                  <a:lnTo>
                    <a:pt x="1536204" y="77241"/>
                  </a:lnTo>
                  <a:lnTo>
                    <a:pt x="1536814" y="76530"/>
                  </a:lnTo>
                  <a:lnTo>
                    <a:pt x="1537347" y="77165"/>
                  </a:lnTo>
                  <a:lnTo>
                    <a:pt x="1537347" y="66497"/>
                  </a:lnTo>
                  <a:lnTo>
                    <a:pt x="1536814" y="65874"/>
                  </a:lnTo>
                  <a:lnTo>
                    <a:pt x="1502765" y="105600"/>
                  </a:lnTo>
                  <a:lnTo>
                    <a:pt x="1502765" y="127292"/>
                  </a:lnTo>
                  <a:lnTo>
                    <a:pt x="1501381" y="126949"/>
                  </a:lnTo>
                  <a:lnTo>
                    <a:pt x="1498168" y="127152"/>
                  </a:lnTo>
                  <a:lnTo>
                    <a:pt x="1494967" y="127355"/>
                  </a:lnTo>
                  <a:lnTo>
                    <a:pt x="1492478" y="128295"/>
                  </a:lnTo>
                  <a:lnTo>
                    <a:pt x="1492478" y="130200"/>
                  </a:lnTo>
                  <a:lnTo>
                    <a:pt x="1491653" y="129222"/>
                  </a:lnTo>
                  <a:lnTo>
                    <a:pt x="1492402" y="128358"/>
                  </a:lnTo>
                  <a:lnTo>
                    <a:pt x="1492478" y="130200"/>
                  </a:lnTo>
                  <a:lnTo>
                    <a:pt x="1492478" y="128295"/>
                  </a:lnTo>
                  <a:lnTo>
                    <a:pt x="1502194" y="116928"/>
                  </a:lnTo>
                  <a:lnTo>
                    <a:pt x="1501978" y="118148"/>
                  </a:lnTo>
                  <a:lnTo>
                    <a:pt x="1502321" y="125628"/>
                  </a:lnTo>
                  <a:lnTo>
                    <a:pt x="1502765" y="127292"/>
                  </a:lnTo>
                  <a:lnTo>
                    <a:pt x="1502765" y="105600"/>
                  </a:lnTo>
                  <a:lnTo>
                    <a:pt x="1482509" y="129222"/>
                  </a:lnTo>
                  <a:lnTo>
                    <a:pt x="1536814" y="192570"/>
                  </a:lnTo>
                  <a:lnTo>
                    <a:pt x="1545958" y="181914"/>
                  </a:lnTo>
                  <a:lnTo>
                    <a:pt x="1586547" y="134556"/>
                  </a:lnTo>
                  <a:lnTo>
                    <a:pt x="1624584" y="178917"/>
                  </a:lnTo>
                  <a:lnTo>
                    <a:pt x="1624584" y="168287"/>
                  </a:lnTo>
                  <a:lnTo>
                    <a:pt x="1624584" y="166268"/>
                  </a:lnTo>
                  <a:lnTo>
                    <a:pt x="1624457" y="166319"/>
                  </a:lnTo>
                  <a:lnTo>
                    <a:pt x="1624545" y="168236"/>
                  </a:lnTo>
                  <a:lnTo>
                    <a:pt x="1592033" y="130302"/>
                  </a:lnTo>
                  <a:lnTo>
                    <a:pt x="1594612" y="130898"/>
                  </a:lnTo>
                  <a:lnTo>
                    <a:pt x="1601025" y="130505"/>
                  </a:lnTo>
                  <a:lnTo>
                    <a:pt x="1602447" y="129971"/>
                  </a:lnTo>
                  <a:lnTo>
                    <a:pt x="1602155" y="131686"/>
                  </a:lnTo>
                  <a:lnTo>
                    <a:pt x="1602320" y="135432"/>
                  </a:lnTo>
                  <a:lnTo>
                    <a:pt x="1602498" y="139166"/>
                  </a:lnTo>
                  <a:lnTo>
                    <a:pt x="1603324" y="142151"/>
                  </a:lnTo>
                  <a:lnTo>
                    <a:pt x="1605000" y="142049"/>
                  </a:lnTo>
                  <a:lnTo>
                    <a:pt x="1605534" y="138976"/>
                  </a:lnTo>
                  <a:lnTo>
                    <a:pt x="1605191" y="131495"/>
                  </a:lnTo>
                  <a:lnTo>
                    <a:pt x="1604733" y="129819"/>
                  </a:lnTo>
                  <a:lnTo>
                    <a:pt x="1606219" y="130175"/>
                  </a:lnTo>
                  <a:lnTo>
                    <a:pt x="1609420" y="129971"/>
                  </a:lnTo>
                  <a:lnTo>
                    <a:pt x="1612620" y="129768"/>
                  </a:lnTo>
                  <a:lnTo>
                    <a:pt x="1615186" y="128816"/>
                  </a:lnTo>
                  <a:lnTo>
                    <a:pt x="1615097" y="126847"/>
                  </a:lnTo>
                  <a:lnTo>
                    <a:pt x="1612455" y="126225"/>
                  </a:lnTo>
                  <a:lnTo>
                    <a:pt x="1606042" y="126619"/>
                  </a:lnTo>
                  <a:lnTo>
                    <a:pt x="1604530" y="127190"/>
                  </a:lnTo>
                  <a:lnTo>
                    <a:pt x="1604835" y="125437"/>
                  </a:lnTo>
                  <a:lnTo>
                    <a:pt x="1604670" y="121704"/>
                  </a:lnTo>
                  <a:lnTo>
                    <a:pt x="1604505" y="117957"/>
                  </a:lnTo>
                  <a:lnTo>
                    <a:pt x="1603679" y="114973"/>
                  </a:lnTo>
                  <a:lnTo>
                    <a:pt x="1603311" y="114998"/>
                  </a:lnTo>
                  <a:lnTo>
                    <a:pt x="1624584" y="90195"/>
                  </a:lnTo>
                  <a:lnTo>
                    <a:pt x="1624584" y="79540"/>
                  </a:lnTo>
                  <a:close/>
                </a:path>
                <a:path w="1624965" h="356870">
                  <a:moveTo>
                    <a:pt x="1624584" y="49898"/>
                  </a:moveTo>
                  <a:lnTo>
                    <a:pt x="1622958" y="49999"/>
                  </a:lnTo>
                  <a:lnTo>
                    <a:pt x="1621447" y="50571"/>
                  </a:lnTo>
                  <a:lnTo>
                    <a:pt x="1621751" y="48818"/>
                  </a:lnTo>
                  <a:lnTo>
                    <a:pt x="1621586" y="45085"/>
                  </a:lnTo>
                  <a:lnTo>
                    <a:pt x="1621421" y="41338"/>
                  </a:lnTo>
                  <a:lnTo>
                    <a:pt x="1620583" y="38354"/>
                  </a:lnTo>
                  <a:lnTo>
                    <a:pt x="1618907" y="38468"/>
                  </a:lnTo>
                  <a:lnTo>
                    <a:pt x="1618373" y="41529"/>
                  </a:lnTo>
                  <a:lnTo>
                    <a:pt x="1618716" y="49009"/>
                  </a:lnTo>
                  <a:lnTo>
                    <a:pt x="1619161" y="50673"/>
                  </a:lnTo>
                  <a:lnTo>
                    <a:pt x="1617764" y="50330"/>
                  </a:lnTo>
                  <a:lnTo>
                    <a:pt x="1614563" y="50533"/>
                  </a:lnTo>
                  <a:lnTo>
                    <a:pt x="1611350" y="50723"/>
                  </a:lnTo>
                  <a:lnTo>
                    <a:pt x="1608785" y="51689"/>
                  </a:lnTo>
                  <a:lnTo>
                    <a:pt x="1608886" y="53644"/>
                  </a:lnTo>
                  <a:lnTo>
                    <a:pt x="1611528" y="54279"/>
                  </a:lnTo>
                  <a:lnTo>
                    <a:pt x="1617929" y="53886"/>
                  </a:lnTo>
                  <a:lnTo>
                    <a:pt x="1619364" y="53352"/>
                  </a:lnTo>
                  <a:lnTo>
                    <a:pt x="1619072" y="55067"/>
                  </a:lnTo>
                  <a:lnTo>
                    <a:pt x="1619237" y="58801"/>
                  </a:lnTo>
                  <a:lnTo>
                    <a:pt x="1619402" y="62547"/>
                  </a:lnTo>
                  <a:lnTo>
                    <a:pt x="1620227" y="65532"/>
                  </a:lnTo>
                  <a:lnTo>
                    <a:pt x="1621904" y="65417"/>
                  </a:lnTo>
                  <a:lnTo>
                    <a:pt x="1622450" y="62357"/>
                  </a:lnTo>
                  <a:lnTo>
                    <a:pt x="1622107" y="54876"/>
                  </a:lnTo>
                  <a:lnTo>
                    <a:pt x="1621637" y="53213"/>
                  </a:lnTo>
                  <a:lnTo>
                    <a:pt x="1623123" y="53555"/>
                  </a:lnTo>
                  <a:lnTo>
                    <a:pt x="1624584" y="53454"/>
                  </a:lnTo>
                  <a:lnTo>
                    <a:pt x="1624584" y="49898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7" name="object 2047" descr=""/>
            <p:cNvSpPr/>
            <p:nvPr/>
          </p:nvSpPr>
          <p:spPr>
            <a:xfrm>
              <a:off x="7175995" y="6434042"/>
              <a:ext cx="361315" cy="282575"/>
            </a:xfrm>
            <a:custGeom>
              <a:avLst/>
              <a:gdLst/>
              <a:ahLst/>
              <a:cxnLst/>
              <a:rect l="l" t="t" r="r" b="b"/>
              <a:pathLst>
                <a:path w="361315" h="282575">
                  <a:moveTo>
                    <a:pt x="108623" y="140512"/>
                  </a:moveTo>
                  <a:lnTo>
                    <a:pt x="99491" y="129870"/>
                  </a:lnTo>
                  <a:lnTo>
                    <a:pt x="99491" y="140512"/>
                  </a:lnTo>
                  <a:lnTo>
                    <a:pt x="89369" y="152311"/>
                  </a:lnTo>
                  <a:lnTo>
                    <a:pt x="89649" y="150799"/>
                  </a:lnTo>
                  <a:lnTo>
                    <a:pt x="89293" y="143332"/>
                  </a:lnTo>
                  <a:lnTo>
                    <a:pt x="88836" y="141655"/>
                  </a:lnTo>
                  <a:lnTo>
                    <a:pt x="90322" y="141998"/>
                  </a:lnTo>
                  <a:lnTo>
                    <a:pt x="93522" y="141795"/>
                  </a:lnTo>
                  <a:lnTo>
                    <a:pt x="96723" y="141605"/>
                  </a:lnTo>
                  <a:lnTo>
                    <a:pt x="99288" y="140639"/>
                  </a:lnTo>
                  <a:lnTo>
                    <a:pt x="99263" y="140258"/>
                  </a:lnTo>
                  <a:lnTo>
                    <a:pt x="99491" y="140512"/>
                  </a:lnTo>
                  <a:lnTo>
                    <a:pt x="99491" y="129870"/>
                  </a:lnTo>
                  <a:lnTo>
                    <a:pt x="97586" y="127647"/>
                  </a:lnTo>
                  <a:lnTo>
                    <a:pt x="97586" y="138303"/>
                  </a:lnTo>
                  <a:lnTo>
                    <a:pt x="96558" y="138049"/>
                  </a:lnTo>
                  <a:lnTo>
                    <a:pt x="90157" y="138442"/>
                  </a:lnTo>
                  <a:lnTo>
                    <a:pt x="88646" y="139014"/>
                  </a:lnTo>
                  <a:lnTo>
                    <a:pt x="88950" y="137261"/>
                  </a:lnTo>
                  <a:lnTo>
                    <a:pt x="88773" y="133527"/>
                  </a:lnTo>
                  <a:lnTo>
                    <a:pt x="88607" y="129794"/>
                  </a:lnTo>
                  <a:lnTo>
                    <a:pt x="87972" y="127533"/>
                  </a:lnTo>
                  <a:lnTo>
                    <a:pt x="87972" y="153949"/>
                  </a:lnTo>
                  <a:lnTo>
                    <a:pt x="54317" y="193205"/>
                  </a:lnTo>
                  <a:lnTo>
                    <a:pt x="42621" y="179590"/>
                  </a:lnTo>
                  <a:lnTo>
                    <a:pt x="45212" y="180187"/>
                  </a:lnTo>
                  <a:lnTo>
                    <a:pt x="51625" y="179793"/>
                  </a:lnTo>
                  <a:lnTo>
                    <a:pt x="53047" y="179260"/>
                  </a:lnTo>
                  <a:lnTo>
                    <a:pt x="52755" y="180987"/>
                  </a:lnTo>
                  <a:lnTo>
                    <a:pt x="52920" y="184721"/>
                  </a:lnTo>
                  <a:lnTo>
                    <a:pt x="53086" y="188455"/>
                  </a:lnTo>
                  <a:lnTo>
                    <a:pt x="53911" y="191439"/>
                  </a:lnTo>
                  <a:lnTo>
                    <a:pt x="55587" y="191338"/>
                  </a:lnTo>
                  <a:lnTo>
                    <a:pt x="56134" y="188264"/>
                  </a:lnTo>
                  <a:lnTo>
                    <a:pt x="55791" y="180797"/>
                  </a:lnTo>
                  <a:lnTo>
                    <a:pt x="55333" y="179120"/>
                  </a:lnTo>
                  <a:lnTo>
                    <a:pt x="56807" y="179463"/>
                  </a:lnTo>
                  <a:lnTo>
                    <a:pt x="60020" y="179260"/>
                  </a:lnTo>
                  <a:lnTo>
                    <a:pt x="63220" y="179070"/>
                  </a:lnTo>
                  <a:lnTo>
                    <a:pt x="65786" y="178104"/>
                  </a:lnTo>
                  <a:lnTo>
                    <a:pt x="65697" y="176149"/>
                  </a:lnTo>
                  <a:lnTo>
                    <a:pt x="63055" y="175514"/>
                  </a:lnTo>
                  <a:lnTo>
                    <a:pt x="56642" y="175920"/>
                  </a:lnTo>
                  <a:lnTo>
                    <a:pt x="55130" y="176491"/>
                  </a:lnTo>
                  <a:lnTo>
                    <a:pt x="55435" y="174739"/>
                  </a:lnTo>
                  <a:lnTo>
                    <a:pt x="55270" y="170992"/>
                  </a:lnTo>
                  <a:lnTo>
                    <a:pt x="55105" y="167259"/>
                  </a:lnTo>
                  <a:lnTo>
                    <a:pt x="54279" y="164274"/>
                  </a:lnTo>
                  <a:lnTo>
                    <a:pt x="52603" y="164376"/>
                  </a:lnTo>
                  <a:lnTo>
                    <a:pt x="52057" y="167449"/>
                  </a:lnTo>
                  <a:lnTo>
                    <a:pt x="52400" y="174917"/>
                  </a:lnTo>
                  <a:lnTo>
                    <a:pt x="52844" y="176593"/>
                  </a:lnTo>
                  <a:lnTo>
                    <a:pt x="51447" y="176250"/>
                  </a:lnTo>
                  <a:lnTo>
                    <a:pt x="48247" y="176441"/>
                  </a:lnTo>
                  <a:lnTo>
                    <a:pt x="45046" y="176644"/>
                  </a:lnTo>
                  <a:lnTo>
                    <a:pt x="42481" y="177609"/>
                  </a:lnTo>
                  <a:lnTo>
                    <a:pt x="42557" y="179514"/>
                  </a:lnTo>
                  <a:lnTo>
                    <a:pt x="10045" y="141579"/>
                  </a:lnTo>
                  <a:lnTo>
                    <a:pt x="12623" y="142189"/>
                  </a:lnTo>
                  <a:lnTo>
                    <a:pt x="19037" y="141795"/>
                  </a:lnTo>
                  <a:lnTo>
                    <a:pt x="20472" y="141262"/>
                  </a:lnTo>
                  <a:lnTo>
                    <a:pt x="20180" y="142976"/>
                  </a:lnTo>
                  <a:lnTo>
                    <a:pt x="20345" y="146710"/>
                  </a:lnTo>
                  <a:lnTo>
                    <a:pt x="20510" y="150456"/>
                  </a:lnTo>
                  <a:lnTo>
                    <a:pt x="21336" y="153441"/>
                  </a:lnTo>
                  <a:lnTo>
                    <a:pt x="23012" y="153327"/>
                  </a:lnTo>
                  <a:lnTo>
                    <a:pt x="23558" y="150266"/>
                  </a:lnTo>
                  <a:lnTo>
                    <a:pt x="23215" y="142786"/>
                  </a:lnTo>
                  <a:lnTo>
                    <a:pt x="22745" y="141122"/>
                  </a:lnTo>
                  <a:lnTo>
                    <a:pt x="24231" y="141465"/>
                  </a:lnTo>
                  <a:lnTo>
                    <a:pt x="27432" y="141262"/>
                  </a:lnTo>
                  <a:lnTo>
                    <a:pt x="30645" y="141058"/>
                  </a:lnTo>
                  <a:lnTo>
                    <a:pt x="33210" y="140093"/>
                  </a:lnTo>
                  <a:lnTo>
                    <a:pt x="33108" y="138137"/>
                  </a:lnTo>
                  <a:lnTo>
                    <a:pt x="30467" y="137515"/>
                  </a:lnTo>
                  <a:lnTo>
                    <a:pt x="24066" y="137909"/>
                  </a:lnTo>
                  <a:lnTo>
                    <a:pt x="22555" y="138480"/>
                  </a:lnTo>
                  <a:lnTo>
                    <a:pt x="22860" y="136728"/>
                  </a:lnTo>
                  <a:lnTo>
                    <a:pt x="22694" y="132994"/>
                  </a:lnTo>
                  <a:lnTo>
                    <a:pt x="22517" y="129247"/>
                  </a:lnTo>
                  <a:lnTo>
                    <a:pt x="21691" y="126263"/>
                  </a:lnTo>
                  <a:lnTo>
                    <a:pt x="21336" y="126288"/>
                  </a:lnTo>
                  <a:lnTo>
                    <a:pt x="53098" y="89242"/>
                  </a:lnTo>
                  <a:lnTo>
                    <a:pt x="52679" y="91617"/>
                  </a:lnTo>
                  <a:lnTo>
                    <a:pt x="53022" y="99098"/>
                  </a:lnTo>
                  <a:lnTo>
                    <a:pt x="53467" y="100761"/>
                  </a:lnTo>
                  <a:lnTo>
                    <a:pt x="52070" y="100418"/>
                  </a:lnTo>
                  <a:lnTo>
                    <a:pt x="48869" y="100622"/>
                  </a:lnTo>
                  <a:lnTo>
                    <a:pt x="45669" y="100812"/>
                  </a:lnTo>
                  <a:lnTo>
                    <a:pt x="43103" y="101777"/>
                  </a:lnTo>
                  <a:lnTo>
                    <a:pt x="43192" y="103733"/>
                  </a:lnTo>
                  <a:lnTo>
                    <a:pt x="45834" y="104368"/>
                  </a:lnTo>
                  <a:lnTo>
                    <a:pt x="52235" y="103974"/>
                  </a:lnTo>
                  <a:lnTo>
                    <a:pt x="53670" y="103441"/>
                  </a:lnTo>
                  <a:lnTo>
                    <a:pt x="53378" y="105156"/>
                  </a:lnTo>
                  <a:lnTo>
                    <a:pt x="53543" y="108889"/>
                  </a:lnTo>
                  <a:lnTo>
                    <a:pt x="53708" y="112636"/>
                  </a:lnTo>
                  <a:lnTo>
                    <a:pt x="54533" y="115620"/>
                  </a:lnTo>
                  <a:lnTo>
                    <a:pt x="56210" y="115506"/>
                  </a:lnTo>
                  <a:lnTo>
                    <a:pt x="56756" y="112445"/>
                  </a:lnTo>
                  <a:lnTo>
                    <a:pt x="56413" y="104965"/>
                  </a:lnTo>
                  <a:lnTo>
                    <a:pt x="55956" y="103301"/>
                  </a:lnTo>
                  <a:lnTo>
                    <a:pt x="57429" y="103644"/>
                  </a:lnTo>
                  <a:lnTo>
                    <a:pt x="60642" y="103441"/>
                  </a:lnTo>
                  <a:lnTo>
                    <a:pt x="63842" y="103238"/>
                  </a:lnTo>
                  <a:lnTo>
                    <a:pt x="66408" y="102273"/>
                  </a:lnTo>
                  <a:lnTo>
                    <a:pt x="66382" y="101930"/>
                  </a:lnTo>
                  <a:lnTo>
                    <a:pt x="87744" y="126822"/>
                  </a:lnTo>
                  <a:lnTo>
                    <a:pt x="86106" y="126911"/>
                  </a:lnTo>
                  <a:lnTo>
                    <a:pt x="85559" y="129984"/>
                  </a:lnTo>
                  <a:lnTo>
                    <a:pt x="85915" y="137452"/>
                  </a:lnTo>
                  <a:lnTo>
                    <a:pt x="86360" y="139128"/>
                  </a:lnTo>
                  <a:lnTo>
                    <a:pt x="84963" y="138785"/>
                  </a:lnTo>
                  <a:lnTo>
                    <a:pt x="81749" y="138976"/>
                  </a:lnTo>
                  <a:lnTo>
                    <a:pt x="78549" y="139179"/>
                  </a:lnTo>
                  <a:lnTo>
                    <a:pt x="75984" y="140144"/>
                  </a:lnTo>
                  <a:lnTo>
                    <a:pt x="76073" y="142100"/>
                  </a:lnTo>
                  <a:lnTo>
                    <a:pt x="78714" y="142722"/>
                  </a:lnTo>
                  <a:lnTo>
                    <a:pt x="85128" y="142328"/>
                  </a:lnTo>
                  <a:lnTo>
                    <a:pt x="86550" y="141795"/>
                  </a:lnTo>
                  <a:lnTo>
                    <a:pt x="86258" y="143510"/>
                  </a:lnTo>
                  <a:lnTo>
                    <a:pt x="86423" y="147256"/>
                  </a:lnTo>
                  <a:lnTo>
                    <a:pt x="86601" y="150990"/>
                  </a:lnTo>
                  <a:lnTo>
                    <a:pt x="87426" y="153974"/>
                  </a:lnTo>
                  <a:lnTo>
                    <a:pt x="87972" y="153949"/>
                  </a:lnTo>
                  <a:lnTo>
                    <a:pt x="87972" y="127533"/>
                  </a:lnTo>
                  <a:lnTo>
                    <a:pt x="87795" y="126885"/>
                  </a:lnTo>
                  <a:lnTo>
                    <a:pt x="97586" y="138303"/>
                  </a:lnTo>
                  <a:lnTo>
                    <a:pt x="97586" y="127647"/>
                  </a:lnTo>
                  <a:lnTo>
                    <a:pt x="64681" y="89268"/>
                  </a:lnTo>
                  <a:lnTo>
                    <a:pt x="64681" y="99936"/>
                  </a:lnTo>
                  <a:lnTo>
                    <a:pt x="63677" y="99695"/>
                  </a:lnTo>
                  <a:lnTo>
                    <a:pt x="57264" y="100088"/>
                  </a:lnTo>
                  <a:lnTo>
                    <a:pt x="55753" y="100660"/>
                  </a:lnTo>
                  <a:lnTo>
                    <a:pt x="56057" y="98907"/>
                  </a:lnTo>
                  <a:lnTo>
                    <a:pt x="55892" y="95173"/>
                  </a:lnTo>
                  <a:lnTo>
                    <a:pt x="55714" y="91427"/>
                  </a:lnTo>
                  <a:lnTo>
                    <a:pt x="54914" y="88531"/>
                  </a:lnTo>
                  <a:lnTo>
                    <a:pt x="64681" y="99936"/>
                  </a:lnTo>
                  <a:lnTo>
                    <a:pt x="64681" y="89268"/>
                  </a:lnTo>
                  <a:lnTo>
                    <a:pt x="63449" y="87820"/>
                  </a:lnTo>
                  <a:lnTo>
                    <a:pt x="54851" y="77800"/>
                  </a:lnTo>
                  <a:lnTo>
                    <a:pt x="54851" y="88455"/>
                  </a:lnTo>
                  <a:lnTo>
                    <a:pt x="53708" y="88531"/>
                  </a:lnTo>
                  <a:lnTo>
                    <a:pt x="54317" y="87820"/>
                  </a:lnTo>
                  <a:lnTo>
                    <a:pt x="54851" y="88455"/>
                  </a:lnTo>
                  <a:lnTo>
                    <a:pt x="54851" y="77800"/>
                  </a:lnTo>
                  <a:lnTo>
                    <a:pt x="54317" y="77165"/>
                  </a:lnTo>
                  <a:lnTo>
                    <a:pt x="20269" y="116878"/>
                  </a:lnTo>
                  <a:lnTo>
                    <a:pt x="20269" y="138582"/>
                  </a:lnTo>
                  <a:lnTo>
                    <a:pt x="18872" y="138239"/>
                  </a:lnTo>
                  <a:lnTo>
                    <a:pt x="15671" y="138442"/>
                  </a:lnTo>
                  <a:lnTo>
                    <a:pt x="12458" y="138633"/>
                  </a:lnTo>
                  <a:lnTo>
                    <a:pt x="9982" y="139573"/>
                  </a:lnTo>
                  <a:lnTo>
                    <a:pt x="9982" y="141503"/>
                  </a:lnTo>
                  <a:lnTo>
                    <a:pt x="9144" y="140512"/>
                  </a:lnTo>
                  <a:lnTo>
                    <a:pt x="9893" y="139636"/>
                  </a:lnTo>
                  <a:lnTo>
                    <a:pt x="9982" y="141503"/>
                  </a:lnTo>
                  <a:lnTo>
                    <a:pt x="9982" y="139573"/>
                  </a:lnTo>
                  <a:lnTo>
                    <a:pt x="19685" y="128206"/>
                  </a:lnTo>
                  <a:lnTo>
                    <a:pt x="19481" y="129438"/>
                  </a:lnTo>
                  <a:lnTo>
                    <a:pt x="19824" y="136918"/>
                  </a:lnTo>
                  <a:lnTo>
                    <a:pt x="20269" y="138582"/>
                  </a:lnTo>
                  <a:lnTo>
                    <a:pt x="20269" y="116878"/>
                  </a:lnTo>
                  <a:lnTo>
                    <a:pt x="0" y="140512"/>
                  </a:lnTo>
                  <a:lnTo>
                    <a:pt x="54317" y="203860"/>
                  </a:lnTo>
                  <a:lnTo>
                    <a:pt x="63449" y="193205"/>
                  </a:lnTo>
                  <a:lnTo>
                    <a:pt x="108623" y="140512"/>
                  </a:lnTo>
                  <a:close/>
                </a:path>
                <a:path w="361315" h="282575">
                  <a:moveTo>
                    <a:pt x="158927" y="218681"/>
                  </a:moveTo>
                  <a:lnTo>
                    <a:pt x="149783" y="208026"/>
                  </a:lnTo>
                  <a:lnTo>
                    <a:pt x="149783" y="218681"/>
                  </a:lnTo>
                  <a:lnTo>
                    <a:pt x="104609" y="271373"/>
                  </a:lnTo>
                  <a:lnTo>
                    <a:pt x="60350" y="219760"/>
                  </a:lnTo>
                  <a:lnTo>
                    <a:pt x="62928" y="220357"/>
                  </a:lnTo>
                  <a:lnTo>
                    <a:pt x="69342" y="219964"/>
                  </a:lnTo>
                  <a:lnTo>
                    <a:pt x="71894" y="218998"/>
                  </a:lnTo>
                  <a:lnTo>
                    <a:pt x="71843" y="218033"/>
                  </a:lnTo>
                  <a:lnTo>
                    <a:pt x="72618" y="217970"/>
                  </a:lnTo>
                  <a:lnTo>
                    <a:pt x="73152" y="214896"/>
                  </a:lnTo>
                  <a:lnTo>
                    <a:pt x="72986" y="211162"/>
                  </a:lnTo>
                  <a:lnTo>
                    <a:pt x="72821" y="207416"/>
                  </a:lnTo>
                  <a:lnTo>
                    <a:pt x="71996" y="204431"/>
                  </a:lnTo>
                  <a:lnTo>
                    <a:pt x="71628" y="204457"/>
                  </a:lnTo>
                  <a:lnTo>
                    <a:pt x="104609" y="165989"/>
                  </a:lnTo>
                  <a:lnTo>
                    <a:pt x="149783" y="218681"/>
                  </a:lnTo>
                  <a:lnTo>
                    <a:pt x="149783" y="208026"/>
                  </a:lnTo>
                  <a:lnTo>
                    <a:pt x="113753" y="165989"/>
                  </a:lnTo>
                  <a:lnTo>
                    <a:pt x="104609" y="155333"/>
                  </a:lnTo>
                  <a:lnTo>
                    <a:pt x="70561" y="195059"/>
                  </a:lnTo>
                  <a:lnTo>
                    <a:pt x="70561" y="216750"/>
                  </a:lnTo>
                  <a:lnTo>
                    <a:pt x="69164" y="216408"/>
                  </a:lnTo>
                  <a:lnTo>
                    <a:pt x="65963" y="216611"/>
                  </a:lnTo>
                  <a:lnTo>
                    <a:pt x="62763" y="216814"/>
                  </a:lnTo>
                  <a:lnTo>
                    <a:pt x="60274" y="217754"/>
                  </a:lnTo>
                  <a:lnTo>
                    <a:pt x="60274" y="219671"/>
                  </a:lnTo>
                  <a:lnTo>
                    <a:pt x="59436" y="218681"/>
                  </a:lnTo>
                  <a:lnTo>
                    <a:pt x="60198" y="217792"/>
                  </a:lnTo>
                  <a:lnTo>
                    <a:pt x="60274" y="219671"/>
                  </a:lnTo>
                  <a:lnTo>
                    <a:pt x="60274" y="217754"/>
                  </a:lnTo>
                  <a:lnTo>
                    <a:pt x="69989" y="206375"/>
                  </a:lnTo>
                  <a:lnTo>
                    <a:pt x="69773" y="207606"/>
                  </a:lnTo>
                  <a:lnTo>
                    <a:pt x="70116" y="215087"/>
                  </a:lnTo>
                  <a:lnTo>
                    <a:pt x="70561" y="216750"/>
                  </a:lnTo>
                  <a:lnTo>
                    <a:pt x="70561" y="195059"/>
                  </a:lnTo>
                  <a:lnTo>
                    <a:pt x="50304" y="218681"/>
                  </a:lnTo>
                  <a:lnTo>
                    <a:pt x="104609" y="282028"/>
                  </a:lnTo>
                  <a:lnTo>
                    <a:pt x="113753" y="271373"/>
                  </a:lnTo>
                  <a:lnTo>
                    <a:pt x="158927" y="218681"/>
                  </a:lnTo>
                  <a:close/>
                </a:path>
                <a:path w="361315" h="282575">
                  <a:moveTo>
                    <a:pt x="310451" y="140512"/>
                  </a:moveTo>
                  <a:lnTo>
                    <a:pt x="301320" y="129870"/>
                  </a:lnTo>
                  <a:lnTo>
                    <a:pt x="301320" y="140512"/>
                  </a:lnTo>
                  <a:lnTo>
                    <a:pt x="291198" y="152311"/>
                  </a:lnTo>
                  <a:lnTo>
                    <a:pt x="291477" y="150799"/>
                  </a:lnTo>
                  <a:lnTo>
                    <a:pt x="291134" y="143332"/>
                  </a:lnTo>
                  <a:lnTo>
                    <a:pt x="290664" y="141655"/>
                  </a:lnTo>
                  <a:lnTo>
                    <a:pt x="292150" y="141998"/>
                  </a:lnTo>
                  <a:lnTo>
                    <a:pt x="295351" y="141795"/>
                  </a:lnTo>
                  <a:lnTo>
                    <a:pt x="298564" y="141605"/>
                  </a:lnTo>
                  <a:lnTo>
                    <a:pt x="301129" y="140639"/>
                  </a:lnTo>
                  <a:lnTo>
                    <a:pt x="301104" y="140271"/>
                  </a:lnTo>
                  <a:lnTo>
                    <a:pt x="301320" y="140512"/>
                  </a:lnTo>
                  <a:lnTo>
                    <a:pt x="301320" y="129870"/>
                  </a:lnTo>
                  <a:lnTo>
                    <a:pt x="299415" y="127647"/>
                  </a:lnTo>
                  <a:lnTo>
                    <a:pt x="299415" y="138303"/>
                  </a:lnTo>
                  <a:lnTo>
                    <a:pt x="298386" y="138049"/>
                  </a:lnTo>
                  <a:lnTo>
                    <a:pt x="291985" y="138442"/>
                  </a:lnTo>
                  <a:lnTo>
                    <a:pt x="290474" y="139014"/>
                  </a:lnTo>
                  <a:lnTo>
                    <a:pt x="290779" y="137261"/>
                  </a:lnTo>
                  <a:lnTo>
                    <a:pt x="290614" y="133527"/>
                  </a:lnTo>
                  <a:lnTo>
                    <a:pt x="290436" y="129794"/>
                  </a:lnTo>
                  <a:lnTo>
                    <a:pt x="289801" y="127533"/>
                  </a:lnTo>
                  <a:lnTo>
                    <a:pt x="289801" y="153949"/>
                  </a:lnTo>
                  <a:lnTo>
                    <a:pt x="256146" y="193205"/>
                  </a:lnTo>
                  <a:lnTo>
                    <a:pt x="244462" y="179590"/>
                  </a:lnTo>
                  <a:lnTo>
                    <a:pt x="247040" y="180187"/>
                  </a:lnTo>
                  <a:lnTo>
                    <a:pt x="253453" y="179793"/>
                  </a:lnTo>
                  <a:lnTo>
                    <a:pt x="254876" y="179260"/>
                  </a:lnTo>
                  <a:lnTo>
                    <a:pt x="254584" y="180987"/>
                  </a:lnTo>
                  <a:lnTo>
                    <a:pt x="254749" y="184721"/>
                  </a:lnTo>
                  <a:lnTo>
                    <a:pt x="254927" y="188455"/>
                  </a:lnTo>
                  <a:lnTo>
                    <a:pt x="255752" y="191439"/>
                  </a:lnTo>
                  <a:lnTo>
                    <a:pt x="257429" y="191338"/>
                  </a:lnTo>
                  <a:lnTo>
                    <a:pt x="257975" y="188264"/>
                  </a:lnTo>
                  <a:lnTo>
                    <a:pt x="257619" y="180797"/>
                  </a:lnTo>
                  <a:lnTo>
                    <a:pt x="257162" y="179120"/>
                  </a:lnTo>
                  <a:lnTo>
                    <a:pt x="258648" y="179463"/>
                  </a:lnTo>
                  <a:lnTo>
                    <a:pt x="261848" y="179260"/>
                  </a:lnTo>
                  <a:lnTo>
                    <a:pt x="265049" y="179070"/>
                  </a:lnTo>
                  <a:lnTo>
                    <a:pt x="267614" y="178104"/>
                  </a:lnTo>
                  <a:lnTo>
                    <a:pt x="267525" y="176149"/>
                  </a:lnTo>
                  <a:lnTo>
                    <a:pt x="264883" y="175514"/>
                  </a:lnTo>
                  <a:lnTo>
                    <a:pt x="258470" y="175920"/>
                  </a:lnTo>
                  <a:lnTo>
                    <a:pt x="256959" y="176491"/>
                  </a:lnTo>
                  <a:lnTo>
                    <a:pt x="257276" y="174739"/>
                  </a:lnTo>
                  <a:lnTo>
                    <a:pt x="257098" y="170992"/>
                  </a:lnTo>
                  <a:lnTo>
                    <a:pt x="256933" y="167259"/>
                  </a:lnTo>
                  <a:lnTo>
                    <a:pt x="256108" y="164274"/>
                  </a:lnTo>
                  <a:lnTo>
                    <a:pt x="254431" y="164376"/>
                  </a:lnTo>
                  <a:lnTo>
                    <a:pt x="253885" y="167449"/>
                  </a:lnTo>
                  <a:lnTo>
                    <a:pt x="254228" y="174917"/>
                  </a:lnTo>
                  <a:lnTo>
                    <a:pt x="254685" y="176593"/>
                  </a:lnTo>
                  <a:lnTo>
                    <a:pt x="253276" y="176250"/>
                  </a:lnTo>
                  <a:lnTo>
                    <a:pt x="250075" y="176441"/>
                  </a:lnTo>
                  <a:lnTo>
                    <a:pt x="246875" y="176644"/>
                  </a:lnTo>
                  <a:lnTo>
                    <a:pt x="244309" y="177609"/>
                  </a:lnTo>
                  <a:lnTo>
                    <a:pt x="244386" y="179501"/>
                  </a:lnTo>
                  <a:lnTo>
                    <a:pt x="211874" y="141566"/>
                  </a:lnTo>
                  <a:lnTo>
                    <a:pt x="214464" y="142189"/>
                  </a:lnTo>
                  <a:lnTo>
                    <a:pt x="220865" y="141795"/>
                  </a:lnTo>
                  <a:lnTo>
                    <a:pt x="222300" y="141262"/>
                  </a:lnTo>
                  <a:lnTo>
                    <a:pt x="222008" y="142976"/>
                  </a:lnTo>
                  <a:lnTo>
                    <a:pt x="222173" y="146710"/>
                  </a:lnTo>
                  <a:lnTo>
                    <a:pt x="222338" y="150456"/>
                  </a:lnTo>
                  <a:lnTo>
                    <a:pt x="223164" y="153441"/>
                  </a:lnTo>
                  <a:lnTo>
                    <a:pt x="224840" y="153327"/>
                  </a:lnTo>
                  <a:lnTo>
                    <a:pt x="225386" y="150266"/>
                  </a:lnTo>
                  <a:lnTo>
                    <a:pt x="225044" y="142786"/>
                  </a:lnTo>
                  <a:lnTo>
                    <a:pt x="224586" y="141122"/>
                  </a:lnTo>
                  <a:lnTo>
                    <a:pt x="226060" y="141465"/>
                  </a:lnTo>
                  <a:lnTo>
                    <a:pt x="229273" y="141262"/>
                  </a:lnTo>
                  <a:lnTo>
                    <a:pt x="232473" y="141058"/>
                  </a:lnTo>
                  <a:lnTo>
                    <a:pt x="235038" y="140093"/>
                  </a:lnTo>
                  <a:lnTo>
                    <a:pt x="234937" y="138137"/>
                  </a:lnTo>
                  <a:lnTo>
                    <a:pt x="232308" y="137515"/>
                  </a:lnTo>
                  <a:lnTo>
                    <a:pt x="225894" y="137909"/>
                  </a:lnTo>
                  <a:lnTo>
                    <a:pt x="224383" y="138480"/>
                  </a:lnTo>
                  <a:lnTo>
                    <a:pt x="224688" y="136728"/>
                  </a:lnTo>
                  <a:lnTo>
                    <a:pt x="224523" y="132994"/>
                  </a:lnTo>
                  <a:lnTo>
                    <a:pt x="224358" y="129247"/>
                  </a:lnTo>
                  <a:lnTo>
                    <a:pt x="223532" y="126263"/>
                  </a:lnTo>
                  <a:lnTo>
                    <a:pt x="223164" y="126288"/>
                  </a:lnTo>
                  <a:lnTo>
                    <a:pt x="254927" y="89242"/>
                  </a:lnTo>
                  <a:lnTo>
                    <a:pt x="254508" y="91617"/>
                  </a:lnTo>
                  <a:lnTo>
                    <a:pt x="254850" y="99098"/>
                  </a:lnTo>
                  <a:lnTo>
                    <a:pt x="255295" y="100761"/>
                  </a:lnTo>
                  <a:lnTo>
                    <a:pt x="253898" y="100418"/>
                  </a:lnTo>
                  <a:lnTo>
                    <a:pt x="250698" y="100622"/>
                  </a:lnTo>
                  <a:lnTo>
                    <a:pt x="247497" y="100812"/>
                  </a:lnTo>
                  <a:lnTo>
                    <a:pt x="244932" y="101777"/>
                  </a:lnTo>
                  <a:lnTo>
                    <a:pt x="245021" y="103733"/>
                  </a:lnTo>
                  <a:lnTo>
                    <a:pt x="247662" y="104368"/>
                  </a:lnTo>
                  <a:lnTo>
                    <a:pt x="254076" y="103974"/>
                  </a:lnTo>
                  <a:lnTo>
                    <a:pt x="255498" y="103441"/>
                  </a:lnTo>
                  <a:lnTo>
                    <a:pt x="255206" y="105156"/>
                  </a:lnTo>
                  <a:lnTo>
                    <a:pt x="255371" y="108889"/>
                  </a:lnTo>
                  <a:lnTo>
                    <a:pt x="255549" y="112636"/>
                  </a:lnTo>
                  <a:lnTo>
                    <a:pt x="256374" y="115620"/>
                  </a:lnTo>
                  <a:lnTo>
                    <a:pt x="258051" y="115506"/>
                  </a:lnTo>
                  <a:lnTo>
                    <a:pt x="258584" y="112445"/>
                  </a:lnTo>
                  <a:lnTo>
                    <a:pt x="258241" y="104965"/>
                  </a:lnTo>
                  <a:lnTo>
                    <a:pt x="257784" y="103289"/>
                  </a:lnTo>
                  <a:lnTo>
                    <a:pt x="259270" y="103644"/>
                  </a:lnTo>
                  <a:lnTo>
                    <a:pt x="262470" y="103441"/>
                  </a:lnTo>
                  <a:lnTo>
                    <a:pt x="265671" y="103238"/>
                  </a:lnTo>
                  <a:lnTo>
                    <a:pt x="268236" y="102273"/>
                  </a:lnTo>
                  <a:lnTo>
                    <a:pt x="268211" y="101930"/>
                  </a:lnTo>
                  <a:lnTo>
                    <a:pt x="289572" y="126822"/>
                  </a:lnTo>
                  <a:lnTo>
                    <a:pt x="287934" y="126911"/>
                  </a:lnTo>
                  <a:lnTo>
                    <a:pt x="287401" y="129984"/>
                  </a:lnTo>
                  <a:lnTo>
                    <a:pt x="287743" y="137452"/>
                  </a:lnTo>
                  <a:lnTo>
                    <a:pt x="288188" y="139128"/>
                  </a:lnTo>
                  <a:lnTo>
                    <a:pt x="286791" y="138785"/>
                  </a:lnTo>
                  <a:lnTo>
                    <a:pt x="283591" y="138976"/>
                  </a:lnTo>
                  <a:lnTo>
                    <a:pt x="280377" y="139179"/>
                  </a:lnTo>
                  <a:lnTo>
                    <a:pt x="277812" y="140144"/>
                  </a:lnTo>
                  <a:lnTo>
                    <a:pt x="277914" y="142100"/>
                  </a:lnTo>
                  <a:lnTo>
                    <a:pt x="280555" y="142722"/>
                  </a:lnTo>
                  <a:lnTo>
                    <a:pt x="286956" y="142328"/>
                  </a:lnTo>
                  <a:lnTo>
                    <a:pt x="288391" y="141795"/>
                  </a:lnTo>
                  <a:lnTo>
                    <a:pt x="288099" y="143510"/>
                  </a:lnTo>
                  <a:lnTo>
                    <a:pt x="288264" y="147256"/>
                  </a:lnTo>
                  <a:lnTo>
                    <a:pt x="288429" y="150990"/>
                  </a:lnTo>
                  <a:lnTo>
                    <a:pt x="289255" y="153974"/>
                  </a:lnTo>
                  <a:lnTo>
                    <a:pt x="289801" y="153949"/>
                  </a:lnTo>
                  <a:lnTo>
                    <a:pt x="289801" y="127533"/>
                  </a:lnTo>
                  <a:lnTo>
                    <a:pt x="289623" y="126885"/>
                  </a:lnTo>
                  <a:lnTo>
                    <a:pt x="299415" y="138303"/>
                  </a:lnTo>
                  <a:lnTo>
                    <a:pt x="299415" y="127647"/>
                  </a:lnTo>
                  <a:lnTo>
                    <a:pt x="266509" y="89268"/>
                  </a:lnTo>
                  <a:lnTo>
                    <a:pt x="266509" y="99936"/>
                  </a:lnTo>
                  <a:lnTo>
                    <a:pt x="265506" y="99695"/>
                  </a:lnTo>
                  <a:lnTo>
                    <a:pt x="259092" y="100088"/>
                  </a:lnTo>
                  <a:lnTo>
                    <a:pt x="257581" y="100660"/>
                  </a:lnTo>
                  <a:lnTo>
                    <a:pt x="257886" y="98907"/>
                  </a:lnTo>
                  <a:lnTo>
                    <a:pt x="257721" y="95173"/>
                  </a:lnTo>
                  <a:lnTo>
                    <a:pt x="257556" y="91427"/>
                  </a:lnTo>
                  <a:lnTo>
                    <a:pt x="256743" y="88531"/>
                  </a:lnTo>
                  <a:lnTo>
                    <a:pt x="266509" y="99936"/>
                  </a:lnTo>
                  <a:lnTo>
                    <a:pt x="266509" y="89268"/>
                  </a:lnTo>
                  <a:lnTo>
                    <a:pt x="265277" y="87820"/>
                  </a:lnTo>
                  <a:lnTo>
                    <a:pt x="256679" y="77800"/>
                  </a:lnTo>
                  <a:lnTo>
                    <a:pt x="256679" y="88455"/>
                  </a:lnTo>
                  <a:lnTo>
                    <a:pt x="255536" y="88531"/>
                  </a:lnTo>
                  <a:lnTo>
                    <a:pt x="256146" y="87820"/>
                  </a:lnTo>
                  <a:lnTo>
                    <a:pt x="256679" y="88455"/>
                  </a:lnTo>
                  <a:lnTo>
                    <a:pt x="256679" y="77800"/>
                  </a:lnTo>
                  <a:lnTo>
                    <a:pt x="256146" y="77165"/>
                  </a:lnTo>
                  <a:lnTo>
                    <a:pt x="222097" y="116878"/>
                  </a:lnTo>
                  <a:lnTo>
                    <a:pt x="222097" y="138582"/>
                  </a:lnTo>
                  <a:lnTo>
                    <a:pt x="220700" y="138239"/>
                  </a:lnTo>
                  <a:lnTo>
                    <a:pt x="217500" y="138442"/>
                  </a:lnTo>
                  <a:lnTo>
                    <a:pt x="214287" y="138633"/>
                  </a:lnTo>
                  <a:lnTo>
                    <a:pt x="211810" y="139573"/>
                  </a:lnTo>
                  <a:lnTo>
                    <a:pt x="211810" y="141503"/>
                  </a:lnTo>
                  <a:lnTo>
                    <a:pt x="210972" y="140512"/>
                  </a:lnTo>
                  <a:lnTo>
                    <a:pt x="211721" y="139649"/>
                  </a:lnTo>
                  <a:lnTo>
                    <a:pt x="211810" y="141503"/>
                  </a:lnTo>
                  <a:lnTo>
                    <a:pt x="211810" y="139573"/>
                  </a:lnTo>
                  <a:lnTo>
                    <a:pt x="221526" y="128206"/>
                  </a:lnTo>
                  <a:lnTo>
                    <a:pt x="221310" y="129438"/>
                  </a:lnTo>
                  <a:lnTo>
                    <a:pt x="221653" y="136918"/>
                  </a:lnTo>
                  <a:lnTo>
                    <a:pt x="222097" y="138582"/>
                  </a:lnTo>
                  <a:lnTo>
                    <a:pt x="222097" y="116878"/>
                  </a:lnTo>
                  <a:lnTo>
                    <a:pt x="201828" y="140512"/>
                  </a:lnTo>
                  <a:lnTo>
                    <a:pt x="256146" y="203860"/>
                  </a:lnTo>
                  <a:lnTo>
                    <a:pt x="265277" y="193205"/>
                  </a:lnTo>
                  <a:lnTo>
                    <a:pt x="310451" y="140512"/>
                  </a:lnTo>
                  <a:close/>
                </a:path>
                <a:path w="361315" h="282575">
                  <a:moveTo>
                    <a:pt x="360984" y="63347"/>
                  </a:moveTo>
                  <a:lnTo>
                    <a:pt x="351853" y="52705"/>
                  </a:lnTo>
                  <a:lnTo>
                    <a:pt x="351853" y="63347"/>
                  </a:lnTo>
                  <a:lnTo>
                    <a:pt x="341757" y="75133"/>
                  </a:lnTo>
                  <a:lnTo>
                    <a:pt x="342023" y="73647"/>
                  </a:lnTo>
                  <a:lnTo>
                    <a:pt x="341668" y="66167"/>
                  </a:lnTo>
                  <a:lnTo>
                    <a:pt x="341210" y="64490"/>
                  </a:lnTo>
                  <a:lnTo>
                    <a:pt x="342696" y="64833"/>
                  </a:lnTo>
                  <a:lnTo>
                    <a:pt x="345897" y="64643"/>
                  </a:lnTo>
                  <a:lnTo>
                    <a:pt x="349097" y="64439"/>
                  </a:lnTo>
                  <a:lnTo>
                    <a:pt x="351663" y="63474"/>
                  </a:lnTo>
                  <a:lnTo>
                    <a:pt x="351637" y="63106"/>
                  </a:lnTo>
                  <a:lnTo>
                    <a:pt x="351853" y="63347"/>
                  </a:lnTo>
                  <a:lnTo>
                    <a:pt x="351853" y="52705"/>
                  </a:lnTo>
                  <a:lnTo>
                    <a:pt x="349948" y="50482"/>
                  </a:lnTo>
                  <a:lnTo>
                    <a:pt x="349948" y="61150"/>
                  </a:lnTo>
                  <a:lnTo>
                    <a:pt x="348932" y="60896"/>
                  </a:lnTo>
                  <a:lnTo>
                    <a:pt x="342531" y="61290"/>
                  </a:lnTo>
                  <a:lnTo>
                    <a:pt x="341020" y="61861"/>
                  </a:lnTo>
                  <a:lnTo>
                    <a:pt x="341325" y="60109"/>
                  </a:lnTo>
                  <a:lnTo>
                    <a:pt x="341160" y="56362"/>
                  </a:lnTo>
                  <a:lnTo>
                    <a:pt x="340969" y="52628"/>
                  </a:lnTo>
                  <a:lnTo>
                    <a:pt x="340334" y="50342"/>
                  </a:lnTo>
                  <a:lnTo>
                    <a:pt x="340334" y="76784"/>
                  </a:lnTo>
                  <a:lnTo>
                    <a:pt x="306692" y="116039"/>
                  </a:lnTo>
                  <a:lnTo>
                    <a:pt x="295008" y="102425"/>
                  </a:lnTo>
                  <a:lnTo>
                    <a:pt x="297586" y="103035"/>
                  </a:lnTo>
                  <a:lnTo>
                    <a:pt x="303987" y="102628"/>
                  </a:lnTo>
                  <a:lnTo>
                    <a:pt x="305422" y="102095"/>
                  </a:lnTo>
                  <a:lnTo>
                    <a:pt x="305130" y="103822"/>
                  </a:lnTo>
                  <a:lnTo>
                    <a:pt x="305295" y="107556"/>
                  </a:lnTo>
                  <a:lnTo>
                    <a:pt x="305460" y="111302"/>
                  </a:lnTo>
                  <a:lnTo>
                    <a:pt x="306285" y="114287"/>
                  </a:lnTo>
                  <a:lnTo>
                    <a:pt x="307962" y="114173"/>
                  </a:lnTo>
                  <a:lnTo>
                    <a:pt x="308508" y="111112"/>
                  </a:lnTo>
                  <a:lnTo>
                    <a:pt x="308165" y="103632"/>
                  </a:lnTo>
                  <a:lnTo>
                    <a:pt x="307708" y="101955"/>
                  </a:lnTo>
                  <a:lnTo>
                    <a:pt x="309181" y="102298"/>
                  </a:lnTo>
                  <a:lnTo>
                    <a:pt x="312394" y="102108"/>
                  </a:lnTo>
                  <a:lnTo>
                    <a:pt x="315595" y="101904"/>
                  </a:lnTo>
                  <a:lnTo>
                    <a:pt x="318160" y="100939"/>
                  </a:lnTo>
                  <a:lnTo>
                    <a:pt x="318071" y="98983"/>
                  </a:lnTo>
                  <a:lnTo>
                    <a:pt x="315429" y="98361"/>
                  </a:lnTo>
                  <a:lnTo>
                    <a:pt x="309016" y="98755"/>
                  </a:lnTo>
                  <a:lnTo>
                    <a:pt x="307505" y="99326"/>
                  </a:lnTo>
                  <a:lnTo>
                    <a:pt x="307809" y="97574"/>
                  </a:lnTo>
                  <a:lnTo>
                    <a:pt x="307644" y="93827"/>
                  </a:lnTo>
                  <a:lnTo>
                    <a:pt x="307479" y="90093"/>
                  </a:lnTo>
                  <a:lnTo>
                    <a:pt x="306654" y="87109"/>
                  </a:lnTo>
                  <a:lnTo>
                    <a:pt x="304977" y="87210"/>
                  </a:lnTo>
                  <a:lnTo>
                    <a:pt x="304431" y="90284"/>
                  </a:lnTo>
                  <a:lnTo>
                    <a:pt x="304774" y="97764"/>
                  </a:lnTo>
                  <a:lnTo>
                    <a:pt x="305219" y="99428"/>
                  </a:lnTo>
                  <a:lnTo>
                    <a:pt x="303822" y="99085"/>
                  </a:lnTo>
                  <a:lnTo>
                    <a:pt x="300621" y="99288"/>
                  </a:lnTo>
                  <a:lnTo>
                    <a:pt x="297421" y="99479"/>
                  </a:lnTo>
                  <a:lnTo>
                    <a:pt x="294855" y="100444"/>
                  </a:lnTo>
                  <a:lnTo>
                    <a:pt x="294932" y="102349"/>
                  </a:lnTo>
                  <a:lnTo>
                    <a:pt x="262432" y="64427"/>
                  </a:lnTo>
                  <a:lnTo>
                    <a:pt x="264998" y="65024"/>
                  </a:lnTo>
                  <a:lnTo>
                    <a:pt x="271411" y="64630"/>
                  </a:lnTo>
                  <a:lnTo>
                    <a:pt x="272846" y="64096"/>
                  </a:lnTo>
                  <a:lnTo>
                    <a:pt x="272554" y="65811"/>
                  </a:lnTo>
                  <a:lnTo>
                    <a:pt x="272719" y="69557"/>
                  </a:lnTo>
                  <a:lnTo>
                    <a:pt x="272884" y="73291"/>
                  </a:lnTo>
                  <a:lnTo>
                    <a:pt x="273710" y="76276"/>
                  </a:lnTo>
                  <a:lnTo>
                    <a:pt x="275386" y="76174"/>
                  </a:lnTo>
                  <a:lnTo>
                    <a:pt x="275932" y="73101"/>
                  </a:lnTo>
                  <a:lnTo>
                    <a:pt x="275590" y="65620"/>
                  </a:lnTo>
                  <a:lnTo>
                    <a:pt x="275120" y="63944"/>
                  </a:lnTo>
                  <a:lnTo>
                    <a:pt x="276606" y="64300"/>
                  </a:lnTo>
                  <a:lnTo>
                    <a:pt x="279806" y="64096"/>
                  </a:lnTo>
                  <a:lnTo>
                    <a:pt x="283019" y="63906"/>
                  </a:lnTo>
                  <a:lnTo>
                    <a:pt x="285584" y="62941"/>
                  </a:lnTo>
                  <a:lnTo>
                    <a:pt x="285483" y="60972"/>
                  </a:lnTo>
                  <a:lnTo>
                    <a:pt x="282841" y="60350"/>
                  </a:lnTo>
                  <a:lnTo>
                    <a:pt x="276440" y="60744"/>
                  </a:lnTo>
                  <a:lnTo>
                    <a:pt x="274929" y="61315"/>
                  </a:lnTo>
                  <a:lnTo>
                    <a:pt x="275234" y="59563"/>
                  </a:lnTo>
                  <a:lnTo>
                    <a:pt x="275069" y="55829"/>
                  </a:lnTo>
                  <a:lnTo>
                    <a:pt x="274891" y="52095"/>
                  </a:lnTo>
                  <a:lnTo>
                    <a:pt x="274066" y="49110"/>
                  </a:lnTo>
                  <a:lnTo>
                    <a:pt x="273697" y="49136"/>
                  </a:lnTo>
                  <a:lnTo>
                    <a:pt x="305473" y="12077"/>
                  </a:lnTo>
                  <a:lnTo>
                    <a:pt x="305054" y="14452"/>
                  </a:lnTo>
                  <a:lnTo>
                    <a:pt x="305396" y="21932"/>
                  </a:lnTo>
                  <a:lnTo>
                    <a:pt x="305841" y="23596"/>
                  </a:lnTo>
                  <a:lnTo>
                    <a:pt x="304444" y="23253"/>
                  </a:lnTo>
                  <a:lnTo>
                    <a:pt x="301244" y="23456"/>
                  </a:lnTo>
                  <a:lnTo>
                    <a:pt x="298043" y="23660"/>
                  </a:lnTo>
                  <a:lnTo>
                    <a:pt x="295478" y="24625"/>
                  </a:lnTo>
                  <a:lnTo>
                    <a:pt x="295567" y="26581"/>
                  </a:lnTo>
                  <a:lnTo>
                    <a:pt x="298208" y="27203"/>
                  </a:lnTo>
                  <a:lnTo>
                    <a:pt x="304609" y="26809"/>
                  </a:lnTo>
                  <a:lnTo>
                    <a:pt x="306044" y="26276"/>
                  </a:lnTo>
                  <a:lnTo>
                    <a:pt x="305752" y="27990"/>
                  </a:lnTo>
                  <a:lnTo>
                    <a:pt x="305917" y="31737"/>
                  </a:lnTo>
                  <a:lnTo>
                    <a:pt x="306082" y="35471"/>
                  </a:lnTo>
                  <a:lnTo>
                    <a:pt x="306908" y="38455"/>
                  </a:lnTo>
                  <a:lnTo>
                    <a:pt x="308584" y="38354"/>
                  </a:lnTo>
                  <a:lnTo>
                    <a:pt x="309130" y="35280"/>
                  </a:lnTo>
                  <a:lnTo>
                    <a:pt x="308787" y="27813"/>
                  </a:lnTo>
                  <a:lnTo>
                    <a:pt x="308317" y="26123"/>
                  </a:lnTo>
                  <a:lnTo>
                    <a:pt x="309803" y="26479"/>
                  </a:lnTo>
                  <a:lnTo>
                    <a:pt x="313016" y="26276"/>
                  </a:lnTo>
                  <a:lnTo>
                    <a:pt x="316217" y="26085"/>
                  </a:lnTo>
                  <a:lnTo>
                    <a:pt x="318782" y="25120"/>
                  </a:lnTo>
                  <a:lnTo>
                    <a:pt x="318757" y="24765"/>
                  </a:lnTo>
                  <a:lnTo>
                    <a:pt x="340106" y="49657"/>
                  </a:lnTo>
                  <a:lnTo>
                    <a:pt x="338480" y="49745"/>
                  </a:lnTo>
                  <a:lnTo>
                    <a:pt x="337934" y="52819"/>
                  </a:lnTo>
                  <a:lnTo>
                    <a:pt x="338289" y="60299"/>
                  </a:lnTo>
                  <a:lnTo>
                    <a:pt x="338734" y="61963"/>
                  </a:lnTo>
                  <a:lnTo>
                    <a:pt x="337337" y="61620"/>
                  </a:lnTo>
                  <a:lnTo>
                    <a:pt x="334124" y="61823"/>
                  </a:lnTo>
                  <a:lnTo>
                    <a:pt x="330923" y="62014"/>
                  </a:lnTo>
                  <a:lnTo>
                    <a:pt x="328358" y="62979"/>
                  </a:lnTo>
                  <a:lnTo>
                    <a:pt x="328447" y="64935"/>
                  </a:lnTo>
                  <a:lnTo>
                    <a:pt x="331089" y="65570"/>
                  </a:lnTo>
                  <a:lnTo>
                    <a:pt x="337502" y="65163"/>
                  </a:lnTo>
                  <a:lnTo>
                    <a:pt x="338924" y="64643"/>
                  </a:lnTo>
                  <a:lnTo>
                    <a:pt x="338632" y="66357"/>
                  </a:lnTo>
                  <a:lnTo>
                    <a:pt x="338810" y="70091"/>
                  </a:lnTo>
                  <a:lnTo>
                    <a:pt x="338975" y="73825"/>
                  </a:lnTo>
                  <a:lnTo>
                    <a:pt x="339801" y="76809"/>
                  </a:lnTo>
                  <a:lnTo>
                    <a:pt x="340334" y="76784"/>
                  </a:lnTo>
                  <a:lnTo>
                    <a:pt x="340334" y="50342"/>
                  </a:lnTo>
                  <a:lnTo>
                    <a:pt x="340169" y="49733"/>
                  </a:lnTo>
                  <a:lnTo>
                    <a:pt x="349948" y="61150"/>
                  </a:lnTo>
                  <a:lnTo>
                    <a:pt x="349948" y="50482"/>
                  </a:lnTo>
                  <a:lnTo>
                    <a:pt x="317055" y="12103"/>
                  </a:lnTo>
                  <a:lnTo>
                    <a:pt x="317055" y="22783"/>
                  </a:lnTo>
                  <a:lnTo>
                    <a:pt x="316052" y="22529"/>
                  </a:lnTo>
                  <a:lnTo>
                    <a:pt x="309638" y="22923"/>
                  </a:lnTo>
                  <a:lnTo>
                    <a:pt x="308127" y="23495"/>
                  </a:lnTo>
                  <a:lnTo>
                    <a:pt x="308432" y="21742"/>
                  </a:lnTo>
                  <a:lnTo>
                    <a:pt x="308267" y="18008"/>
                  </a:lnTo>
                  <a:lnTo>
                    <a:pt x="308102" y="14274"/>
                  </a:lnTo>
                  <a:lnTo>
                    <a:pt x="307289" y="11366"/>
                  </a:lnTo>
                  <a:lnTo>
                    <a:pt x="317055" y="22783"/>
                  </a:lnTo>
                  <a:lnTo>
                    <a:pt x="317055" y="12103"/>
                  </a:lnTo>
                  <a:lnTo>
                    <a:pt x="315823" y="10655"/>
                  </a:lnTo>
                  <a:lnTo>
                    <a:pt x="307225" y="635"/>
                  </a:lnTo>
                  <a:lnTo>
                    <a:pt x="307225" y="11303"/>
                  </a:lnTo>
                  <a:lnTo>
                    <a:pt x="306082" y="11366"/>
                  </a:lnTo>
                  <a:lnTo>
                    <a:pt x="306692" y="10655"/>
                  </a:lnTo>
                  <a:lnTo>
                    <a:pt x="307225" y="11303"/>
                  </a:lnTo>
                  <a:lnTo>
                    <a:pt x="307225" y="635"/>
                  </a:lnTo>
                  <a:lnTo>
                    <a:pt x="306692" y="0"/>
                  </a:lnTo>
                  <a:lnTo>
                    <a:pt x="272643" y="39712"/>
                  </a:lnTo>
                  <a:lnTo>
                    <a:pt x="272643" y="61417"/>
                  </a:lnTo>
                  <a:lnTo>
                    <a:pt x="271246" y="61074"/>
                  </a:lnTo>
                  <a:lnTo>
                    <a:pt x="268046" y="61277"/>
                  </a:lnTo>
                  <a:lnTo>
                    <a:pt x="264833" y="61480"/>
                  </a:lnTo>
                  <a:lnTo>
                    <a:pt x="262356" y="62420"/>
                  </a:lnTo>
                  <a:lnTo>
                    <a:pt x="262356" y="64338"/>
                  </a:lnTo>
                  <a:lnTo>
                    <a:pt x="261518" y="63347"/>
                  </a:lnTo>
                  <a:lnTo>
                    <a:pt x="262267" y="62471"/>
                  </a:lnTo>
                  <a:lnTo>
                    <a:pt x="262356" y="64338"/>
                  </a:lnTo>
                  <a:lnTo>
                    <a:pt x="262356" y="62420"/>
                  </a:lnTo>
                  <a:lnTo>
                    <a:pt x="272059" y="51041"/>
                  </a:lnTo>
                  <a:lnTo>
                    <a:pt x="271856" y="52273"/>
                  </a:lnTo>
                  <a:lnTo>
                    <a:pt x="272199" y="59753"/>
                  </a:lnTo>
                  <a:lnTo>
                    <a:pt x="272643" y="61417"/>
                  </a:lnTo>
                  <a:lnTo>
                    <a:pt x="272643" y="39712"/>
                  </a:lnTo>
                  <a:lnTo>
                    <a:pt x="256159" y="58928"/>
                  </a:lnTo>
                  <a:lnTo>
                    <a:pt x="250825" y="52705"/>
                  </a:lnTo>
                  <a:lnTo>
                    <a:pt x="250825" y="63347"/>
                  </a:lnTo>
                  <a:lnTo>
                    <a:pt x="240715" y="75145"/>
                  </a:lnTo>
                  <a:lnTo>
                    <a:pt x="240982" y="73647"/>
                  </a:lnTo>
                  <a:lnTo>
                    <a:pt x="240639" y="66167"/>
                  </a:lnTo>
                  <a:lnTo>
                    <a:pt x="240169" y="64490"/>
                  </a:lnTo>
                  <a:lnTo>
                    <a:pt x="241655" y="64833"/>
                  </a:lnTo>
                  <a:lnTo>
                    <a:pt x="244856" y="64643"/>
                  </a:lnTo>
                  <a:lnTo>
                    <a:pt x="248069" y="64439"/>
                  </a:lnTo>
                  <a:lnTo>
                    <a:pt x="250634" y="63474"/>
                  </a:lnTo>
                  <a:lnTo>
                    <a:pt x="250609" y="63106"/>
                  </a:lnTo>
                  <a:lnTo>
                    <a:pt x="250825" y="63347"/>
                  </a:lnTo>
                  <a:lnTo>
                    <a:pt x="250825" y="52705"/>
                  </a:lnTo>
                  <a:lnTo>
                    <a:pt x="248920" y="50482"/>
                  </a:lnTo>
                  <a:lnTo>
                    <a:pt x="248920" y="61150"/>
                  </a:lnTo>
                  <a:lnTo>
                    <a:pt x="247904" y="60896"/>
                  </a:lnTo>
                  <a:lnTo>
                    <a:pt x="241490" y="61290"/>
                  </a:lnTo>
                  <a:lnTo>
                    <a:pt x="239979" y="61861"/>
                  </a:lnTo>
                  <a:lnTo>
                    <a:pt x="240284" y="60109"/>
                  </a:lnTo>
                  <a:lnTo>
                    <a:pt x="240118" y="56362"/>
                  </a:lnTo>
                  <a:lnTo>
                    <a:pt x="239953" y="52628"/>
                  </a:lnTo>
                  <a:lnTo>
                    <a:pt x="239306" y="50355"/>
                  </a:lnTo>
                  <a:lnTo>
                    <a:pt x="239306" y="76784"/>
                  </a:lnTo>
                  <a:lnTo>
                    <a:pt x="205651" y="116039"/>
                  </a:lnTo>
                  <a:lnTo>
                    <a:pt x="193954" y="102412"/>
                  </a:lnTo>
                  <a:lnTo>
                    <a:pt x="196545" y="103035"/>
                  </a:lnTo>
                  <a:lnTo>
                    <a:pt x="202958" y="102628"/>
                  </a:lnTo>
                  <a:lnTo>
                    <a:pt x="204381" y="102108"/>
                  </a:lnTo>
                  <a:lnTo>
                    <a:pt x="204089" y="103822"/>
                  </a:lnTo>
                  <a:lnTo>
                    <a:pt x="204254" y="107556"/>
                  </a:lnTo>
                  <a:lnTo>
                    <a:pt x="204431" y="111302"/>
                  </a:lnTo>
                  <a:lnTo>
                    <a:pt x="205257" y="114287"/>
                  </a:lnTo>
                  <a:lnTo>
                    <a:pt x="206933" y="114173"/>
                  </a:lnTo>
                  <a:lnTo>
                    <a:pt x="207479" y="111112"/>
                  </a:lnTo>
                  <a:lnTo>
                    <a:pt x="207124" y="103632"/>
                  </a:lnTo>
                  <a:lnTo>
                    <a:pt x="206667" y="101955"/>
                  </a:lnTo>
                  <a:lnTo>
                    <a:pt x="208153" y="102298"/>
                  </a:lnTo>
                  <a:lnTo>
                    <a:pt x="211353" y="102108"/>
                  </a:lnTo>
                  <a:lnTo>
                    <a:pt x="214553" y="101904"/>
                  </a:lnTo>
                  <a:lnTo>
                    <a:pt x="217119" y="100939"/>
                  </a:lnTo>
                  <a:lnTo>
                    <a:pt x="217030" y="98983"/>
                  </a:lnTo>
                  <a:lnTo>
                    <a:pt x="214388" y="98361"/>
                  </a:lnTo>
                  <a:lnTo>
                    <a:pt x="207987" y="98755"/>
                  </a:lnTo>
                  <a:lnTo>
                    <a:pt x="206476" y="99326"/>
                  </a:lnTo>
                  <a:lnTo>
                    <a:pt x="206781" y="97574"/>
                  </a:lnTo>
                  <a:lnTo>
                    <a:pt x="206603" y="93827"/>
                  </a:lnTo>
                  <a:lnTo>
                    <a:pt x="206438" y="90093"/>
                  </a:lnTo>
                  <a:lnTo>
                    <a:pt x="205613" y="87109"/>
                  </a:lnTo>
                  <a:lnTo>
                    <a:pt x="203936" y="87210"/>
                  </a:lnTo>
                  <a:lnTo>
                    <a:pt x="203390" y="90284"/>
                  </a:lnTo>
                  <a:lnTo>
                    <a:pt x="203733" y="97764"/>
                  </a:lnTo>
                  <a:lnTo>
                    <a:pt x="204177" y="99428"/>
                  </a:lnTo>
                  <a:lnTo>
                    <a:pt x="202793" y="99085"/>
                  </a:lnTo>
                  <a:lnTo>
                    <a:pt x="199580" y="99288"/>
                  </a:lnTo>
                  <a:lnTo>
                    <a:pt x="196380" y="99479"/>
                  </a:lnTo>
                  <a:lnTo>
                    <a:pt x="193814" y="100444"/>
                  </a:lnTo>
                  <a:lnTo>
                    <a:pt x="193903" y="102362"/>
                  </a:lnTo>
                  <a:lnTo>
                    <a:pt x="161391" y="64427"/>
                  </a:lnTo>
                  <a:lnTo>
                    <a:pt x="163969" y="65024"/>
                  </a:lnTo>
                  <a:lnTo>
                    <a:pt x="170370" y="64630"/>
                  </a:lnTo>
                  <a:lnTo>
                    <a:pt x="171805" y="64096"/>
                  </a:lnTo>
                  <a:lnTo>
                    <a:pt x="171513" y="65811"/>
                  </a:lnTo>
                  <a:lnTo>
                    <a:pt x="171678" y="69557"/>
                  </a:lnTo>
                  <a:lnTo>
                    <a:pt x="171843" y="73291"/>
                  </a:lnTo>
                  <a:lnTo>
                    <a:pt x="172669" y="76276"/>
                  </a:lnTo>
                  <a:lnTo>
                    <a:pt x="174345" y="76174"/>
                  </a:lnTo>
                  <a:lnTo>
                    <a:pt x="174891" y="73101"/>
                  </a:lnTo>
                  <a:lnTo>
                    <a:pt x="174548" y="65620"/>
                  </a:lnTo>
                  <a:lnTo>
                    <a:pt x="174091" y="63944"/>
                  </a:lnTo>
                  <a:lnTo>
                    <a:pt x="175564" y="64300"/>
                  </a:lnTo>
                  <a:lnTo>
                    <a:pt x="178777" y="64096"/>
                  </a:lnTo>
                  <a:lnTo>
                    <a:pt x="181978" y="63906"/>
                  </a:lnTo>
                  <a:lnTo>
                    <a:pt x="184543" y="62941"/>
                  </a:lnTo>
                  <a:lnTo>
                    <a:pt x="184454" y="60972"/>
                  </a:lnTo>
                  <a:lnTo>
                    <a:pt x="181813" y="60350"/>
                  </a:lnTo>
                  <a:lnTo>
                    <a:pt x="175399" y="60744"/>
                  </a:lnTo>
                  <a:lnTo>
                    <a:pt x="173888" y="61315"/>
                  </a:lnTo>
                  <a:lnTo>
                    <a:pt x="174193" y="59563"/>
                  </a:lnTo>
                  <a:lnTo>
                    <a:pt x="174028" y="55829"/>
                  </a:lnTo>
                  <a:lnTo>
                    <a:pt x="173863" y="52095"/>
                  </a:lnTo>
                  <a:lnTo>
                    <a:pt x="173037" y="49110"/>
                  </a:lnTo>
                  <a:lnTo>
                    <a:pt x="172656" y="49136"/>
                  </a:lnTo>
                  <a:lnTo>
                    <a:pt x="204431" y="12077"/>
                  </a:lnTo>
                  <a:lnTo>
                    <a:pt x="204012" y="14452"/>
                  </a:lnTo>
                  <a:lnTo>
                    <a:pt x="204355" y="21932"/>
                  </a:lnTo>
                  <a:lnTo>
                    <a:pt x="204800" y="23596"/>
                  </a:lnTo>
                  <a:lnTo>
                    <a:pt x="203415" y="23253"/>
                  </a:lnTo>
                  <a:lnTo>
                    <a:pt x="200202" y="23456"/>
                  </a:lnTo>
                  <a:lnTo>
                    <a:pt x="197002" y="23660"/>
                  </a:lnTo>
                  <a:lnTo>
                    <a:pt x="194437" y="24625"/>
                  </a:lnTo>
                  <a:lnTo>
                    <a:pt x="194525" y="26581"/>
                  </a:lnTo>
                  <a:lnTo>
                    <a:pt x="197167" y="27203"/>
                  </a:lnTo>
                  <a:lnTo>
                    <a:pt x="203581" y="26809"/>
                  </a:lnTo>
                  <a:lnTo>
                    <a:pt x="205003" y="26276"/>
                  </a:lnTo>
                  <a:lnTo>
                    <a:pt x="204711" y="27990"/>
                  </a:lnTo>
                  <a:lnTo>
                    <a:pt x="204876" y="31737"/>
                  </a:lnTo>
                  <a:lnTo>
                    <a:pt x="205054" y="35471"/>
                  </a:lnTo>
                  <a:lnTo>
                    <a:pt x="205879" y="38455"/>
                  </a:lnTo>
                  <a:lnTo>
                    <a:pt x="207556" y="38354"/>
                  </a:lnTo>
                  <a:lnTo>
                    <a:pt x="208102" y="35280"/>
                  </a:lnTo>
                  <a:lnTo>
                    <a:pt x="207746" y="27813"/>
                  </a:lnTo>
                  <a:lnTo>
                    <a:pt x="207276" y="26123"/>
                  </a:lnTo>
                  <a:lnTo>
                    <a:pt x="208775" y="26479"/>
                  </a:lnTo>
                  <a:lnTo>
                    <a:pt x="211975" y="26276"/>
                  </a:lnTo>
                  <a:lnTo>
                    <a:pt x="215176" y="26085"/>
                  </a:lnTo>
                  <a:lnTo>
                    <a:pt x="217741" y="25120"/>
                  </a:lnTo>
                  <a:lnTo>
                    <a:pt x="217716" y="24765"/>
                  </a:lnTo>
                  <a:lnTo>
                    <a:pt x="239077" y="49657"/>
                  </a:lnTo>
                  <a:lnTo>
                    <a:pt x="237439" y="49745"/>
                  </a:lnTo>
                  <a:lnTo>
                    <a:pt x="236905" y="52819"/>
                  </a:lnTo>
                  <a:lnTo>
                    <a:pt x="237248" y="60299"/>
                  </a:lnTo>
                  <a:lnTo>
                    <a:pt x="237693" y="61963"/>
                  </a:lnTo>
                  <a:lnTo>
                    <a:pt x="236296" y="61620"/>
                  </a:lnTo>
                  <a:lnTo>
                    <a:pt x="233095" y="61823"/>
                  </a:lnTo>
                  <a:lnTo>
                    <a:pt x="229882" y="62014"/>
                  </a:lnTo>
                  <a:lnTo>
                    <a:pt x="227317" y="62979"/>
                  </a:lnTo>
                  <a:lnTo>
                    <a:pt x="227418" y="64935"/>
                  </a:lnTo>
                  <a:lnTo>
                    <a:pt x="230060" y="65570"/>
                  </a:lnTo>
                  <a:lnTo>
                    <a:pt x="236461" y="65163"/>
                  </a:lnTo>
                  <a:lnTo>
                    <a:pt x="237896" y="64630"/>
                  </a:lnTo>
                  <a:lnTo>
                    <a:pt x="237604" y="66357"/>
                  </a:lnTo>
                  <a:lnTo>
                    <a:pt x="237769" y="70091"/>
                  </a:lnTo>
                  <a:lnTo>
                    <a:pt x="237934" y="73825"/>
                  </a:lnTo>
                  <a:lnTo>
                    <a:pt x="238760" y="76809"/>
                  </a:lnTo>
                  <a:lnTo>
                    <a:pt x="239306" y="76784"/>
                  </a:lnTo>
                  <a:lnTo>
                    <a:pt x="239306" y="50355"/>
                  </a:lnTo>
                  <a:lnTo>
                    <a:pt x="239128" y="49720"/>
                  </a:lnTo>
                  <a:lnTo>
                    <a:pt x="248920" y="61150"/>
                  </a:lnTo>
                  <a:lnTo>
                    <a:pt x="248920" y="50482"/>
                  </a:lnTo>
                  <a:lnTo>
                    <a:pt x="216027" y="12115"/>
                  </a:lnTo>
                  <a:lnTo>
                    <a:pt x="216027" y="22783"/>
                  </a:lnTo>
                  <a:lnTo>
                    <a:pt x="215011" y="22529"/>
                  </a:lnTo>
                  <a:lnTo>
                    <a:pt x="208610" y="22923"/>
                  </a:lnTo>
                  <a:lnTo>
                    <a:pt x="207086" y="23495"/>
                  </a:lnTo>
                  <a:lnTo>
                    <a:pt x="207403" y="21742"/>
                  </a:lnTo>
                  <a:lnTo>
                    <a:pt x="207225" y="18008"/>
                  </a:lnTo>
                  <a:lnTo>
                    <a:pt x="207060" y="14274"/>
                  </a:lnTo>
                  <a:lnTo>
                    <a:pt x="206248" y="11366"/>
                  </a:lnTo>
                  <a:lnTo>
                    <a:pt x="216027" y="22783"/>
                  </a:lnTo>
                  <a:lnTo>
                    <a:pt x="216027" y="12115"/>
                  </a:lnTo>
                  <a:lnTo>
                    <a:pt x="214782" y="10655"/>
                  </a:lnTo>
                  <a:lnTo>
                    <a:pt x="206197" y="647"/>
                  </a:lnTo>
                  <a:lnTo>
                    <a:pt x="206197" y="11303"/>
                  </a:lnTo>
                  <a:lnTo>
                    <a:pt x="205041" y="11366"/>
                  </a:lnTo>
                  <a:lnTo>
                    <a:pt x="205651" y="10655"/>
                  </a:lnTo>
                  <a:lnTo>
                    <a:pt x="206197" y="11303"/>
                  </a:lnTo>
                  <a:lnTo>
                    <a:pt x="206197" y="647"/>
                  </a:lnTo>
                  <a:lnTo>
                    <a:pt x="205651" y="0"/>
                  </a:lnTo>
                  <a:lnTo>
                    <a:pt x="171602" y="39712"/>
                  </a:lnTo>
                  <a:lnTo>
                    <a:pt x="171602" y="61417"/>
                  </a:lnTo>
                  <a:lnTo>
                    <a:pt x="170205" y="61074"/>
                  </a:lnTo>
                  <a:lnTo>
                    <a:pt x="167005" y="61277"/>
                  </a:lnTo>
                  <a:lnTo>
                    <a:pt x="163804" y="61480"/>
                  </a:lnTo>
                  <a:lnTo>
                    <a:pt x="161315" y="62433"/>
                  </a:lnTo>
                  <a:lnTo>
                    <a:pt x="161315" y="64338"/>
                  </a:lnTo>
                  <a:lnTo>
                    <a:pt x="160477" y="63347"/>
                  </a:lnTo>
                  <a:lnTo>
                    <a:pt x="161239" y="62458"/>
                  </a:lnTo>
                  <a:lnTo>
                    <a:pt x="161315" y="64338"/>
                  </a:lnTo>
                  <a:lnTo>
                    <a:pt x="161315" y="62433"/>
                  </a:lnTo>
                  <a:lnTo>
                    <a:pt x="171030" y="51041"/>
                  </a:lnTo>
                  <a:lnTo>
                    <a:pt x="170815" y="52273"/>
                  </a:lnTo>
                  <a:lnTo>
                    <a:pt x="171157" y="59753"/>
                  </a:lnTo>
                  <a:lnTo>
                    <a:pt x="171602" y="61417"/>
                  </a:lnTo>
                  <a:lnTo>
                    <a:pt x="171602" y="39712"/>
                  </a:lnTo>
                  <a:lnTo>
                    <a:pt x="151333" y="63347"/>
                  </a:lnTo>
                  <a:lnTo>
                    <a:pt x="205651" y="126695"/>
                  </a:lnTo>
                  <a:lnTo>
                    <a:pt x="214782" y="116039"/>
                  </a:lnTo>
                  <a:lnTo>
                    <a:pt x="256159" y="67779"/>
                  </a:lnTo>
                  <a:lnTo>
                    <a:pt x="306692" y="126695"/>
                  </a:lnTo>
                  <a:lnTo>
                    <a:pt x="315823" y="116039"/>
                  </a:lnTo>
                  <a:lnTo>
                    <a:pt x="360984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8" name="object 2048" descr=""/>
            <p:cNvSpPr/>
            <p:nvPr/>
          </p:nvSpPr>
          <p:spPr>
            <a:xfrm>
              <a:off x="7175995" y="6589375"/>
              <a:ext cx="310515" cy="204470"/>
            </a:xfrm>
            <a:custGeom>
              <a:avLst/>
              <a:gdLst/>
              <a:ahLst/>
              <a:cxnLst/>
              <a:rect l="l" t="t" r="r" b="b"/>
              <a:pathLst>
                <a:path w="310515" h="204470">
                  <a:moveTo>
                    <a:pt x="83502" y="62928"/>
                  </a:moveTo>
                  <a:lnTo>
                    <a:pt x="83413" y="60972"/>
                  </a:lnTo>
                  <a:lnTo>
                    <a:pt x="80772" y="60350"/>
                  </a:lnTo>
                  <a:lnTo>
                    <a:pt x="74358" y="60744"/>
                  </a:lnTo>
                  <a:lnTo>
                    <a:pt x="71805" y="61709"/>
                  </a:lnTo>
                  <a:lnTo>
                    <a:pt x="69164" y="61074"/>
                  </a:lnTo>
                  <a:lnTo>
                    <a:pt x="65963" y="61277"/>
                  </a:lnTo>
                  <a:lnTo>
                    <a:pt x="62763" y="61480"/>
                  </a:lnTo>
                  <a:lnTo>
                    <a:pt x="60198" y="62433"/>
                  </a:lnTo>
                  <a:lnTo>
                    <a:pt x="60286" y="64401"/>
                  </a:lnTo>
                  <a:lnTo>
                    <a:pt x="62928" y="65024"/>
                  </a:lnTo>
                  <a:lnTo>
                    <a:pt x="69342" y="64630"/>
                  </a:lnTo>
                  <a:lnTo>
                    <a:pt x="70764" y="64096"/>
                  </a:lnTo>
                  <a:lnTo>
                    <a:pt x="70472" y="65811"/>
                  </a:lnTo>
                  <a:lnTo>
                    <a:pt x="70637" y="69545"/>
                  </a:lnTo>
                  <a:lnTo>
                    <a:pt x="70815" y="73291"/>
                  </a:lnTo>
                  <a:lnTo>
                    <a:pt x="71640" y="76276"/>
                  </a:lnTo>
                  <a:lnTo>
                    <a:pt x="73317" y="76161"/>
                  </a:lnTo>
                  <a:lnTo>
                    <a:pt x="73850" y="73101"/>
                  </a:lnTo>
                  <a:lnTo>
                    <a:pt x="73507" y="65620"/>
                  </a:lnTo>
                  <a:lnTo>
                    <a:pt x="73050" y="63944"/>
                  </a:lnTo>
                  <a:lnTo>
                    <a:pt x="74536" y="64300"/>
                  </a:lnTo>
                  <a:lnTo>
                    <a:pt x="77736" y="64096"/>
                  </a:lnTo>
                  <a:lnTo>
                    <a:pt x="80937" y="63893"/>
                  </a:lnTo>
                  <a:lnTo>
                    <a:pt x="83502" y="62928"/>
                  </a:lnTo>
                  <a:close/>
                </a:path>
                <a:path w="310515" h="204470">
                  <a:moveTo>
                    <a:pt x="116090" y="100939"/>
                  </a:moveTo>
                  <a:lnTo>
                    <a:pt x="115989" y="98983"/>
                  </a:lnTo>
                  <a:lnTo>
                    <a:pt x="113347" y="98348"/>
                  </a:lnTo>
                  <a:lnTo>
                    <a:pt x="106946" y="98755"/>
                  </a:lnTo>
                  <a:lnTo>
                    <a:pt x="105435" y="99326"/>
                  </a:lnTo>
                  <a:lnTo>
                    <a:pt x="105740" y="97574"/>
                  </a:lnTo>
                  <a:lnTo>
                    <a:pt x="105575" y="93827"/>
                  </a:lnTo>
                  <a:lnTo>
                    <a:pt x="105410" y="90093"/>
                  </a:lnTo>
                  <a:lnTo>
                    <a:pt x="104571" y="87109"/>
                  </a:lnTo>
                  <a:lnTo>
                    <a:pt x="102895" y="87210"/>
                  </a:lnTo>
                  <a:lnTo>
                    <a:pt x="102362" y="90284"/>
                  </a:lnTo>
                  <a:lnTo>
                    <a:pt x="102704" y="97751"/>
                  </a:lnTo>
                  <a:lnTo>
                    <a:pt x="103149" y="99428"/>
                  </a:lnTo>
                  <a:lnTo>
                    <a:pt x="101752" y="99085"/>
                  </a:lnTo>
                  <a:lnTo>
                    <a:pt x="98552" y="99275"/>
                  </a:lnTo>
                  <a:lnTo>
                    <a:pt x="95338" y="99479"/>
                  </a:lnTo>
                  <a:lnTo>
                    <a:pt x="92773" y="100444"/>
                  </a:lnTo>
                  <a:lnTo>
                    <a:pt x="92875" y="102400"/>
                  </a:lnTo>
                  <a:lnTo>
                    <a:pt x="95504" y="103035"/>
                  </a:lnTo>
                  <a:lnTo>
                    <a:pt x="101917" y="102628"/>
                  </a:lnTo>
                  <a:lnTo>
                    <a:pt x="103352" y="102095"/>
                  </a:lnTo>
                  <a:lnTo>
                    <a:pt x="103060" y="103822"/>
                  </a:lnTo>
                  <a:lnTo>
                    <a:pt x="103225" y="107556"/>
                  </a:lnTo>
                  <a:lnTo>
                    <a:pt x="103390" y="111290"/>
                  </a:lnTo>
                  <a:lnTo>
                    <a:pt x="104216" y="114274"/>
                  </a:lnTo>
                  <a:lnTo>
                    <a:pt x="105892" y="114173"/>
                  </a:lnTo>
                  <a:lnTo>
                    <a:pt x="106438" y="111099"/>
                  </a:lnTo>
                  <a:lnTo>
                    <a:pt x="106095" y="103632"/>
                  </a:lnTo>
                  <a:lnTo>
                    <a:pt x="105625" y="101955"/>
                  </a:lnTo>
                  <a:lnTo>
                    <a:pt x="107111" y="102298"/>
                  </a:lnTo>
                  <a:lnTo>
                    <a:pt x="110312" y="102095"/>
                  </a:lnTo>
                  <a:lnTo>
                    <a:pt x="113525" y="101904"/>
                  </a:lnTo>
                  <a:lnTo>
                    <a:pt x="116090" y="100939"/>
                  </a:lnTo>
                  <a:close/>
                </a:path>
                <a:path w="310515" h="204470">
                  <a:moveTo>
                    <a:pt x="116713" y="25107"/>
                  </a:moveTo>
                  <a:lnTo>
                    <a:pt x="116611" y="23152"/>
                  </a:lnTo>
                  <a:lnTo>
                    <a:pt x="113969" y="22529"/>
                  </a:lnTo>
                  <a:lnTo>
                    <a:pt x="107569" y="22923"/>
                  </a:lnTo>
                  <a:lnTo>
                    <a:pt x="106057" y="23495"/>
                  </a:lnTo>
                  <a:lnTo>
                    <a:pt x="106362" y="21742"/>
                  </a:lnTo>
                  <a:lnTo>
                    <a:pt x="106197" y="18008"/>
                  </a:lnTo>
                  <a:lnTo>
                    <a:pt x="106019" y="14262"/>
                  </a:lnTo>
                  <a:lnTo>
                    <a:pt x="105194" y="11277"/>
                  </a:lnTo>
                  <a:lnTo>
                    <a:pt x="103517" y="11391"/>
                  </a:lnTo>
                  <a:lnTo>
                    <a:pt x="102984" y="14452"/>
                  </a:lnTo>
                  <a:lnTo>
                    <a:pt x="103327" y="21932"/>
                  </a:lnTo>
                  <a:lnTo>
                    <a:pt x="103771" y="23596"/>
                  </a:lnTo>
                  <a:lnTo>
                    <a:pt x="102374" y="23253"/>
                  </a:lnTo>
                  <a:lnTo>
                    <a:pt x="99174" y="23456"/>
                  </a:lnTo>
                  <a:lnTo>
                    <a:pt x="95961" y="23660"/>
                  </a:lnTo>
                  <a:lnTo>
                    <a:pt x="93395" y="24612"/>
                  </a:lnTo>
                  <a:lnTo>
                    <a:pt x="93497" y="26581"/>
                  </a:lnTo>
                  <a:lnTo>
                    <a:pt x="96126" y="27203"/>
                  </a:lnTo>
                  <a:lnTo>
                    <a:pt x="102539" y="26809"/>
                  </a:lnTo>
                  <a:lnTo>
                    <a:pt x="103974" y="26276"/>
                  </a:lnTo>
                  <a:lnTo>
                    <a:pt x="103682" y="27990"/>
                  </a:lnTo>
                  <a:lnTo>
                    <a:pt x="103847" y="31724"/>
                  </a:lnTo>
                  <a:lnTo>
                    <a:pt x="104013" y="35471"/>
                  </a:lnTo>
                  <a:lnTo>
                    <a:pt x="104838" y="38455"/>
                  </a:lnTo>
                  <a:lnTo>
                    <a:pt x="106514" y="38354"/>
                  </a:lnTo>
                  <a:lnTo>
                    <a:pt x="107061" y="35280"/>
                  </a:lnTo>
                  <a:lnTo>
                    <a:pt x="106718" y="27800"/>
                  </a:lnTo>
                  <a:lnTo>
                    <a:pt x="106248" y="26136"/>
                  </a:lnTo>
                  <a:lnTo>
                    <a:pt x="107734" y="26479"/>
                  </a:lnTo>
                  <a:lnTo>
                    <a:pt x="110934" y="26276"/>
                  </a:lnTo>
                  <a:lnTo>
                    <a:pt x="114147" y="26073"/>
                  </a:lnTo>
                  <a:lnTo>
                    <a:pt x="116713" y="25107"/>
                  </a:lnTo>
                  <a:close/>
                </a:path>
                <a:path w="310515" h="204470">
                  <a:moveTo>
                    <a:pt x="149593" y="63474"/>
                  </a:moveTo>
                  <a:lnTo>
                    <a:pt x="149504" y="61518"/>
                  </a:lnTo>
                  <a:lnTo>
                    <a:pt x="146862" y="60883"/>
                  </a:lnTo>
                  <a:lnTo>
                    <a:pt x="140449" y="61290"/>
                  </a:lnTo>
                  <a:lnTo>
                    <a:pt x="138938" y="61861"/>
                  </a:lnTo>
                  <a:lnTo>
                    <a:pt x="139242" y="60109"/>
                  </a:lnTo>
                  <a:lnTo>
                    <a:pt x="139077" y="56362"/>
                  </a:lnTo>
                  <a:lnTo>
                    <a:pt x="138912" y="52628"/>
                  </a:lnTo>
                  <a:lnTo>
                    <a:pt x="138087" y="49644"/>
                  </a:lnTo>
                  <a:lnTo>
                    <a:pt x="136410" y="49745"/>
                  </a:lnTo>
                  <a:lnTo>
                    <a:pt x="135864" y="52819"/>
                  </a:lnTo>
                  <a:lnTo>
                    <a:pt x="136207" y="60286"/>
                  </a:lnTo>
                  <a:lnTo>
                    <a:pt x="136652" y="61963"/>
                  </a:lnTo>
                  <a:lnTo>
                    <a:pt x="135255" y="61620"/>
                  </a:lnTo>
                  <a:lnTo>
                    <a:pt x="132054" y="61810"/>
                  </a:lnTo>
                  <a:lnTo>
                    <a:pt x="128854" y="62014"/>
                  </a:lnTo>
                  <a:lnTo>
                    <a:pt x="126288" y="62979"/>
                  </a:lnTo>
                  <a:lnTo>
                    <a:pt x="126377" y="64935"/>
                  </a:lnTo>
                  <a:lnTo>
                    <a:pt x="129019" y="65570"/>
                  </a:lnTo>
                  <a:lnTo>
                    <a:pt x="135420" y="65163"/>
                  </a:lnTo>
                  <a:lnTo>
                    <a:pt x="136855" y="64630"/>
                  </a:lnTo>
                  <a:lnTo>
                    <a:pt x="136563" y="66357"/>
                  </a:lnTo>
                  <a:lnTo>
                    <a:pt x="136728" y="70091"/>
                  </a:lnTo>
                  <a:lnTo>
                    <a:pt x="136893" y="73825"/>
                  </a:lnTo>
                  <a:lnTo>
                    <a:pt x="137718" y="76809"/>
                  </a:lnTo>
                  <a:lnTo>
                    <a:pt x="139395" y="76708"/>
                  </a:lnTo>
                  <a:lnTo>
                    <a:pt x="139941" y="73634"/>
                  </a:lnTo>
                  <a:lnTo>
                    <a:pt x="139598" y="66167"/>
                  </a:lnTo>
                  <a:lnTo>
                    <a:pt x="139141" y="64490"/>
                  </a:lnTo>
                  <a:lnTo>
                    <a:pt x="140614" y="64833"/>
                  </a:lnTo>
                  <a:lnTo>
                    <a:pt x="143827" y="64630"/>
                  </a:lnTo>
                  <a:lnTo>
                    <a:pt x="147027" y="64439"/>
                  </a:lnTo>
                  <a:lnTo>
                    <a:pt x="149593" y="63474"/>
                  </a:lnTo>
                  <a:close/>
                </a:path>
                <a:path w="310515" h="204470">
                  <a:moveTo>
                    <a:pt x="259956" y="63347"/>
                  </a:moveTo>
                  <a:lnTo>
                    <a:pt x="250825" y="52705"/>
                  </a:lnTo>
                  <a:lnTo>
                    <a:pt x="250825" y="63347"/>
                  </a:lnTo>
                  <a:lnTo>
                    <a:pt x="205651" y="116039"/>
                  </a:lnTo>
                  <a:lnTo>
                    <a:pt x="161391" y="64427"/>
                  </a:lnTo>
                  <a:lnTo>
                    <a:pt x="163969" y="65024"/>
                  </a:lnTo>
                  <a:lnTo>
                    <a:pt x="170370" y="64630"/>
                  </a:lnTo>
                  <a:lnTo>
                    <a:pt x="171805" y="64096"/>
                  </a:lnTo>
                  <a:lnTo>
                    <a:pt x="171513" y="65811"/>
                  </a:lnTo>
                  <a:lnTo>
                    <a:pt x="171678" y="69545"/>
                  </a:lnTo>
                  <a:lnTo>
                    <a:pt x="171843" y="73291"/>
                  </a:lnTo>
                  <a:lnTo>
                    <a:pt x="172669" y="76276"/>
                  </a:lnTo>
                  <a:lnTo>
                    <a:pt x="174345" y="76161"/>
                  </a:lnTo>
                  <a:lnTo>
                    <a:pt x="174891" y="73101"/>
                  </a:lnTo>
                  <a:lnTo>
                    <a:pt x="174548" y="65620"/>
                  </a:lnTo>
                  <a:lnTo>
                    <a:pt x="174091" y="63957"/>
                  </a:lnTo>
                  <a:lnTo>
                    <a:pt x="175564" y="64300"/>
                  </a:lnTo>
                  <a:lnTo>
                    <a:pt x="178777" y="64096"/>
                  </a:lnTo>
                  <a:lnTo>
                    <a:pt x="181978" y="63893"/>
                  </a:lnTo>
                  <a:lnTo>
                    <a:pt x="184543" y="62928"/>
                  </a:lnTo>
                  <a:lnTo>
                    <a:pt x="184454" y="60972"/>
                  </a:lnTo>
                  <a:lnTo>
                    <a:pt x="181813" y="60350"/>
                  </a:lnTo>
                  <a:lnTo>
                    <a:pt x="175399" y="60744"/>
                  </a:lnTo>
                  <a:lnTo>
                    <a:pt x="173888" y="61315"/>
                  </a:lnTo>
                  <a:lnTo>
                    <a:pt x="174193" y="59563"/>
                  </a:lnTo>
                  <a:lnTo>
                    <a:pt x="174028" y="55829"/>
                  </a:lnTo>
                  <a:lnTo>
                    <a:pt x="173863" y="52082"/>
                  </a:lnTo>
                  <a:lnTo>
                    <a:pt x="173037" y="49098"/>
                  </a:lnTo>
                  <a:lnTo>
                    <a:pt x="172669" y="49123"/>
                  </a:lnTo>
                  <a:lnTo>
                    <a:pt x="205651" y="10655"/>
                  </a:lnTo>
                  <a:lnTo>
                    <a:pt x="250825" y="63347"/>
                  </a:lnTo>
                  <a:lnTo>
                    <a:pt x="250825" y="52705"/>
                  </a:lnTo>
                  <a:lnTo>
                    <a:pt x="214782" y="10655"/>
                  </a:lnTo>
                  <a:lnTo>
                    <a:pt x="205651" y="0"/>
                  </a:lnTo>
                  <a:lnTo>
                    <a:pt x="171602" y="39712"/>
                  </a:lnTo>
                  <a:lnTo>
                    <a:pt x="171602" y="61417"/>
                  </a:lnTo>
                  <a:lnTo>
                    <a:pt x="170205" y="61074"/>
                  </a:lnTo>
                  <a:lnTo>
                    <a:pt x="167005" y="61277"/>
                  </a:lnTo>
                  <a:lnTo>
                    <a:pt x="163804" y="61480"/>
                  </a:lnTo>
                  <a:lnTo>
                    <a:pt x="161315" y="62420"/>
                  </a:lnTo>
                  <a:lnTo>
                    <a:pt x="161315" y="64338"/>
                  </a:lnTo>
                  <a:lnTo>
                    <a:pt x="160477" y="63347"/>
                  </a:lnTo>
                  <a:lnTo>
                    <a:pt x="161239" y="62458"/>
                  </a:lnTo>
                  <a:lnTo>
                    <a:pt x="161315" y="64338"/>
                  </a:lnTo>
                  <a:lnTo>
                    <a:pt x="161315" y="62420"/>
                  </a:lnTo>
                  <a:lnTo>
                    <a:pt x="171030" y="51041"/>
                  </a:lnTo>
                  <a:lnTo>
                    <a:pt x="170815" y="52273"/>
                  </a:lnTo>
                  <a:lnTo>
                    <a:pt x="171157" y="59753"/>
                  </a:lnTo>
                  <a:lnTo>
                    <a:pt x="171602" y="61417"/>
                  </a:lnTo>
                  <a:lnTo>
                    <a:pt x="171602" y="39712"/>
                  </a:lnTo>
                  <a:lnTo>
                    <a:pt x="151333" y="63347"/>
                  </a:lnTo>
                  <a:lnTo>
                    <a:pt x="205651" y="126695"/>
                  </a:lnTo>
                  <a:lnTo>
                    <a:pt x="214782" y="116039"/>
                  </a:lnTo>
                  <a:lnTo>
                    <a:pt x="259956" y="63347"/>
                  </a:lnTo>
                  <a:close/>
                </a:path>
                <a:path w="310515" h="204470">
                  <a:moveTo>
                    <a:pt x="310451" y="140512"/>
                  </a:moveTo>
                  <a:lnTo>
                    <a:pt x="301320" y="129870"/>
                  </a:lnTo>
                  <a:lnTo>
                    <a:pt x="301320" y="140512"/>
                  </a:lnTo>
                  <a:lnTo>
                    <a:pt x="291198" y="152311"/>
                  </a:lnTo>
                  <a:lnTo>
                    <a:pt x="291477" y="150799"/>
                  </a:lnTo>
                  <a:lnTo>
                    <a:pt x="291134" y="143319"/>
                  </a:lnTo>
                  <a:lnTo>
                    <a:pt x="290664" y="141643"/>
                  </a:lnTo>
                  <a:lnTo>
                    <a:pt x="292150" y="141998"/>
                  </a:lnTo>
                  <a:lnTo>
                    <a:pt x="295351" y="141795"/>
                  </a:lnTo>
                  <a:lnTo>
                    <a:pt x="298564" y="141592"/>
                  </a:lnTo>
                  <a:lnTo>
                    <a:pt x="301129" y="140639"/>
                  </a:lnTo>
                  <a:lnTo>
                    <a:pt x="301104" y="140271"/>
                  </a:lnTo>
                  <a:lnTo>
                    <a:pt x="301320" y="140512"/>
                  </a:lnTo>
                  <a:lnTo>
                    <a:pt x="301320" y="129870"/>
                  </a:lnTo>
                  <a:lnTo>
                    <a:pt x="299402" y="127635"/>
                  </a:lnTo>
                  <a:lnTo>
                    <a:pt x="299402" y="138303"/>
                  </a:lnTo>
                  <a:lnTo>
                    <a:pt x="298386" y="138049"/>
                  </a:lnTo>
                  <a:lnTo>
                    <a:pt x="291985" y="138442"/>
                  </a:lnTo>
                  <a:lnTo>
                    <a:pt x="290474" y="139014"/>
                  </a:lnTo>
                  <a:lnTo>
                    <a:pt x="290779" y="137261"/>
                  </a:lnTo>
                  <a:lnTo>
                    <a:pt x="290614" y="133527"/>
                  </a:lnTo>
                  <a:lnTo>
                    <a:pt x="290436" y="129794"/>
                  </a:lnTo>
                  <a:lnTo>
                    <a:pt x="289801" y="127533"/>
                  </a:lnTo>
                  <a:lnTo>
                    <a:pt x="289801" y="153949"/>
                  </a:lnTo>
                  <a:lnTo>
                    <a:pt x="256146" y="193205"/>
                  </a:lnTo>
                  <a:lnTo>
                    <a:pt x="244462" y="179590"/>
                  </a:lnTo>
                  <a:lnTo>
                    <a:pt x="247040" y="180187"/>
                  </a:lnTo>
                  <a:lnTo>
                    <a:pt x="253453" y="179793"/>
                  </a:lnTo>
                  <a:lnTo>
                    <a:pt x="254876" y="179260"/>
                  </a:lnTo>
                  <a:lnTo>
                    <a:pt x="254584" y="180975"/>
                  </a:lnTo>
                  <a:lnTo>
                    <a:pt x="254749" y="184721"/>
                  </a:lnTo>
                  <a:lnTo>
                    <a:pt x="254927" y="188455"/>
                  </a:lnTo>
                  <a:lnTo>
                    <a:pt x="255752" y="191439"/>
                  </a:lnTo>
                  <a:lnTo>
                    <a:pt x="257429" y="191338"/>
                  </a:lnTo>
                  <a:lnTo>
                    <a:pt x="257975" y="188264"/>
                  </a:lnTo>
                  <a:lnTo>
                    <a:pt x="257619" y="180784"/>
                  </a:lnTo>
                  <a:lnTo>
                    <a:pt x="257162" y="179108"/>
                  </a:lnTo>
                  <a:lnTo>
                    <a:pt x="258648" y="179463"/>
                  </a:lnTo>
                  <a:lnTo>
                    <a:pt x="261848" y="179260"/>
                  </a:lnTo>
                  <a:lnTo>
                    <a:pt x="265049" y="179057"/>
                  </a:lnTo>
                  <a:lnTo>
                    <a:pt x="267614" y="178104"/>
                  </a:lnTo>
                  <a:lnTo>
                    <a:pt x="267525" y="176136"/>
                  </a:lnTo>
                  <a:lnTo>
                    <a:pt x="264883" y="175514"/>
                  </a:lnTo>
                  <a:lnTo>
                    <a:pt x="258470" y="175907"/>
                  </a:lnTo>
                  <a:lnTo>
                    <a:pt x="256959" y="176479"/>
                  </a:lnTo>
                  <a:lnTo>
                    <a:pt x="257276" y="174726"/>
                  </a:lnTo>
                  <a:lnTo>
                    <a:pt x="257098" y="170992"/>
                  </a:lnTo>
                  <a:lnTo>
                    <a:pt x="256933" y="167259"/>
                  </a:lnTo>
                  <a:lnTo>
                    <a:pt x="256108" y="164274"/>
                  </a:lnTo>
                  <a:lnTo>
                    <a:pt x="254431" y="164376"/>
                  </a:lnTo>
                  <a:lnTo>
                    <a:pt x="253885" y="167436"/>
                  </a:lnTo>
                  <a:lnTo>
                    <a:pt x="254228" y="174917"/>
                  </a:lnTo>
                  <a:lnTo>
                    <a:pt x="254673" y="176580"/>
                  </a:lnTo>
                  <a:lnTo>
                    <a:pt x="253276" y="176237"/>
                  </a:lnTo>
                  <a:lnTo>
                    <a:pt x="250075" y="176441"/>
                  </a:lnTo>
                  <a:lnTo>
                    <a:pt x="246875" y="176644"/>
                  </a:lnTo>
                  <a:lnTo>
                    <a:pt x="244309" y="177609"/>
                  </a:lnTo>
                  <a:lnTo>
                    <a:pt x="244386" y="179501"/>
                  </a:lnTo>
                  <a:lnTo>
                    <a:pt x="211874" y="141566"/>
                  </a:lnTo>
                  <a:lnTo>
                    <a:pt x="214464" y="142189"/>
                  </a:lnTo>
                  <a:lnTo>
                    <a:pt x="220865" y="141782"/>
                  </a:lnTo>
                  <a:lnTo>
                    <a:pt x="222300" y="141249"/>
                  </a:lnTo>
                  <a:lnTo>
                    <a:pt x="222008" y="142976"/>
                  </a:lnTo>
                  <a:lnTo>
                    <a:pt x="222173" y="146710"/>
                  </a:lnTo>
                  <a:lnTo>
                    <a:pt x="222338" y="150444"/>
                  </a:lnTo>
                  <a:lnTo>
                    <a:pt x="223164" y="153428"/>
                  </a:lnTo>
                  <a:lnTo>
                    <a:pt x="224840" y="153327"/>
                  </a:lnTo>
                  <a:lnTo>
                    <a:pt x="225386" y="150266"/>
                  </a:lnTo>
                  <a:lnTo>
                    <a:pt x="225044" y="142786"/>
                  </a:lnTo>
                  <a:lnTo>
                    <a:pt x="224586" y="141109"/>
                  </a:lnTo>
                  <a:lnTo>
                    <a:pt x="226060" y="141452"/>
                  </a:lnTo>
                  <a:lnTo>
                    <a:pt x="229273" y="141262"/>
                  </a:lnTo>
                  <a:lnTo>
                    <a:pt x="232473" y="141058"/>
                  </a:lnTo>
                  <a:lnTo>
                    <a:pt x="235038" y="140093"/>
                  </a:lnTo>
                  <a:lnTo>
                    <a:pt x="234937" y="138137"/>
                  </a:lnTo>
                  <a:lnTo>
                    <a:pt x="232308" y="137502"/>
                  </a:lnTo>
                  <a:lnTo>
                    <a:pt x="225894" y="137909"/>
                  </a:lnTo>
                  <a:lnTo>
                    <a:pt x="224383" y="138480"/>
                  </a:lnTo>
                  <a:lnTo>
                    <a:pt x="224688" y="136728"/>
                  </a:lnTo>
                  <a:lnTo>
                    <a:pt x="224523" y="132981"/>
                  </a:lnTo>
                  <a:lnTo>
                    <a:pt x="224358" y="129247"/>
                  </a:lnTo>
                  <a:lnTo>
                    <a:pt x="223532" y="126263"/>
                  </a:lnTo>
                  <a:lnTo>
                    <a:pt x="223164" y="126288"/>
                  </a:lnTo>
                  <a:lnTo>
                    <a:pt x="254927" y="89242"/>
                  </a:lnTo>
                  <a:lnTo>
                    <a:pt x="254508" y="91617"/>
                  </a:lnTo>
                  <a:lnTo>
                    <a:pt x="254850" y="99098"/>
                  </a:lnTo>
                  <a:lnTo>
                    <a:pt x="255295" y="100761"/>
                  </a:lnTo>
                  <a:lnTo>
                    <a:pt x="253898" y="100418"/>
                  </a:lnTo>
                  <a:lnTo>
                    <a:pt x="250698" y="100622"/>
                  </a:lnTo>
                  <a:lnTo>
                    <a:pt x="247497" y="100812"/>
                  </a:lnTo>
                  <a:lnTo>
                    <a:pt x="244932" y="101777"/>
                  </a:lnTo>
                  <a:lnTo>
                    <a:pt x="245021" y="103733"/>
                  </a:lnTo>
                  <a:lnTo>
                    <a:pt x="247662" y="104368"/>
                  </a:lnTo>
                  <a:lnTo>
                    <a:pt x="254076" y="103962"/>
                  </a:lnTo>
                  <a:lnTo>
                    <a:pt x="255498" y="103441"/>
                  </a:lnTo>
                  <a:lnTo>
                    <a:pt x="255206" y="105156"/>
                  </a:lnTo>
                  <a:lnTo>
                    <a:pt x="255371" y="108889"/>
                  </a:lnTo>
                  <a:lnTo>
                    <a:pt x="255549" y="112623"/>
                  </a:lnTo>
                  <a:lnTo>
                    <a:pt x="256374" y="115608"/>
                  </a:lnTo>
                  <a:lnTo>
                    <a:pt x="258051" y="115506"/>
                  </a:lnTo>
                  <a:lnTo>
                    <a:pt x="258584" y="112445"/>
                  </a:lnTo>
                  <a:lnTo>
                    <a:pt x="258241" y="104965"/>
                  </a:lnTo>
                  <a:lnTo>
                    <a:pt x="257784" y="103289"/>
                  </a:lnTo>
                  <a:lnTo>
                    <a:pt x="259270" y="103632"/>
                  </a:lnTo>
                  <a:lnTo>
                    <a:pt x="262470" y="103441"/>
                  </a:lnTo>
                  <a:lnTo>
                    <a:pt x="265671" y="103238"/>
                  </a:lnTo>
                  <a:lnTo>
                    <a:pt x="268236" y="102273"/>
                  </a:lnTo>
                  <a:lnTo>
                    <a:pt x="268211" y="101930"/>
                  </a:lnTo>
                  <a:lnTo>
                    <a:pt x="289572" y="126822"/>
                  </a:lnTo>
                  <a:lnTo>
                    <a:pt x="287934" y="126911"/>
                  </a:lnTo>
                  <a:lnTo>
                    <a:pt x="287401" y="129971"/>
                  </a:lnTo>
                  <a:lnTo>
                    <a:pt x="287743" y="137452"/>
                  </a:lnTo>
                  <a:lnTo>
                    <a:pt x="288188" y="139115"/>
                  </a:lnTo>
                  <a:lnTo>
                    <a:pt x="286791" y="138772"/>
                  </a:lnTo>
                  <a:lnTo>
                    <a:pt x="283591" y="138976"/>
                  </a:lnTo>
                  <a:lnTo>
                    <a:pt x="280377" y="139179"/>
                  </a:lnTo>
                  <a:lnTo>
                    <a:pt x="277812" y="140144"/>
                  </a:lnTo>
                  <a:lnTo>
                    <a:pt x="277914" y="142100"/>
                  </a:lnTo>
                  <a:lnTo>
                    <a:pt x="280555" y="142722"/>
                  </a:lnTo>
                  <a:lnTo>
                    <a:pt x="286956" y="142328"/>
                  </a:lnTo>
                  <a:lnTo>
                    <a:pt x="288391" y="141795"/>
                  </a:lnTo>
                  <a:lnTo>
                    <a:pt x="288099" y="143510"/>
                  </a:lnTo>
                  <a:lnTo>
                    <a:pt x="288264" y="147256"/>
                  </a:lnTo>
                  <a:lnTo>
                    <a:pt x="288429" y="150990"/>
                  </a:lnTo>
                  <a:lnTo>
                    <a:pt x="289255" y="153974"/>
                  </a:lnTo>
                  <a:lnTo>
                    <a:pt x="289801" y="153949"/>
                  </a:lnTo>
                  <a:lnTo>
                    <a:pt x="289801" y="127533"/>
                  </a:lnTo>
                  <a:lnTo>
                    <a:pt x="289623" y="126885"/>
                  </a:lnTo>
                  <a:lnTo>
                    <a:pt x="299402" y="138303"/>
                  </a:lnTo>
                  <a:lnTo>
                    <a:pt x="299402" y="127635"/>
                  </a:lnTo>
                  <a:lnTo>
                    <a:pt x="266509" y="89268"/>
                  </a:lnTo>
                  <a:lnTo>
                    <a:pt x="266509" y="99936"/>
                  </a:lnTo>
                  <a:lnTo>
                    <a:pt x="265506" y="99682"/>
                  </a:lnTo>
                  <a:lnTo>
                    <a:pt x="259092" y="100088"/>
                  </a:lnTo>
                  <a:lnTo>
                    <a:pt x="257581" y="100660"/>
                  </a:lnTo>
                  <a:lnTo>
                    <a:pt x="257886" y="98907"/>
                  </a:lnTo>
                  <a:lnTo>
                    <a:pt x="257721" y="95161"/>
                  </a:lnTo>
                  <a:lnTo>
                    <a:pt x="257556" y="91427"/>
                  </a:lnTo>
                  <a:lnTo>
                    <a:pt x="256743" y="88531"/>
                  </a:lnTo>
                  <a:lnTo>
                    <a:pt x="266509" y="99936"/>
                  </a:lnTo>
                  <a:lnTo>
                    <a:pt x="266509" y="89268"/>
                  </a:lnTo>
                  <a:lnTo>
                    <a:pt x="265277" y="87820"/>
                  </a:lnTo>
                  <a:lnTo>
                    <a:pt x="256679" y="77800"/>
                  </a:lnTo>
                  <a:lnTo>
                    <a:pt x="256679" y="88455"/>
                  </a:lnTo>
                  <a:lnTo>
                    <a:pt x="255549" y="88519"/>
                  </a:lnTo>
                  <a:lnTo>
                    <a:pt x="256146" y="87820"/>
                  </a:lnTo>
                  <a:lnTo>
                    <a:pt x="256679" y="88455"/>
                  </a:lnTo>
                  <a:lnTo>
                    <a:pt x="256679" y="77800"/>
                  </a:lnTo>
                  <a:lnTo>
                    <a:pt x="256146" y="77165"/>
                  </a:lnTo>
                  <a:lnTo>
                    <a:pt x="222097" y="116878"/>
                  </a:lnTo>
                  <a:lnTo>
                    <a:pt x="222097" y="138582"/>
                  </a:lnTo>
                  <a:lnTo>
                    <a:pt x="220700" y="138239"/>
                  </a:lnTo>
                  <a:lnTo>
                    <a:pt x="217500" y="138430"/>
                  </a:lnTo>
                  <a:lnTo>
                    <a:pt x="214287" y="138633"/>
                  </a:lnTo>
                  <a:lnTo>
                    <a:pt x="211810" y="139573"/>
                  </a:lnTo>
                  <a:lnTo>
                    <a:pt x="211810" y="141503"/>
                  </a:lnTo>
                  <a:lnTo>
                    <a:pt x="210972" y="140512"/>
                  </a:lnTo>
                  <a:lnTo>
                    <a:pt x="211721" y="139649"/>
                  </a:lnTo>
                  <a:lnTo>
                    <a:pt x="211810" y="141503"/>
                  </a:lnTo>
                  <a:lnTo>
                    <a:pt x="211810" y="139573"/>
                  </a:lnTo>
                  <a:lnTo>
                    <a:pt x="221526" y="128206"/>
                  </a:lnTo>
                  <a:lnTo>
                    <a:pt x="221310" y="129438"/>
                  </a:lnTo>
                  <a:lnTo>
                    <a:pt x="221653" y="136918"/>
                  </a:lnTo>
                  <a:lnTo>
                    <a:pt x="222097" y="138582"/>
                  </a:lnTo>
                  <a:lnTo>
                    <a:pt x="222097" y="116878"/>
                  </a:lnTo>
                  <a:lnTo>
                    <a:pt x="204952" y="136867"/>
                  </a:lnTo>
                  <a:lnTo>
                    <a:pt x="198958" y="129882"/>
                  </a:lnTo>
                  <a:lnTo>
                    <a:pt x="198958" y="140512"/>
                  </a:lnTo>
                  <a:lnTo>
                    <a:pt x="188861" y="152298"/>
                  </a:lnTo>
                  <a:lnTo>
                    <a:pt x="189128" y="150799"/>
                  </a:lnTo>
                  <a:lnTo>
                    <a:pt x="188772" y="143319"/>
                  </a:lnTo>
                  <a:lnTo>
                    <a:pt x="188315" y="141643"/>
                  </a:lnTo>
                  <a:lnTo>
                    <a:pt x="189801" y="141998"/>
                  </a:lnTo>
                  <a:lnTo>
                    <a:pt x="193001" y="141795"/>
                  </a:lnTo>
                  <a:lnTo>
                    <a:pt x="196202" y="141592"/>
                  </a:lnTo>
                  <a:lnTo>
                    <a:pt x="198767" y="140639"/>
                  </a:lnTo>
                  <a:lnTo>
                    <a:pt x="198742" y="140271"/>
                  </a:lnTo>
                  <a:lnTo>
                    <a:pt x="198958" y="140512"/>
                  </a:lnTo>
                  <a:lnTo>
                    <a:pt x="198958" y="129882"/>
                  </a:lnTo>
                  <a:lnTo>
                    <a:pt x="197040" y="127635"/>
                  </a:lnTo>
                  <a:lnTo>
                    <a:pt x="197040" y="138290"/>
                  </a:lnTo>
                  <a:lnTo>
                    <a:pt x="196037" y="138049"/>
                  </a:lnTo>
                  <a:lnTo>
                    <a:pt x="189636" y="138442"/>
                  </a:lnTo>
                  <a:lnTo>
                    <a:pt x="188112" y="139026"/>
                  </a:lnTo>
                  <a:lnTo>
                    <a:pt x="188417" y="137261"/>
                  </a:lnTo>
                  <a:lnTo>
                    <a:pt x="188252" y="133527"/>
                  </a:lnTo>
                  <a:lnTo>
                    <a:pt x="188087" y="129794"/>
                  </a:lnTo>
                  <a:lnTo>
                    <a:pt x="187439" y="127495"/>
                  </a:lnTo>
                  <a:lnTo>
                    <a:pt x="187439" y="153949"/>
                  </a:lnTo>
                  <a:lnTo>
                    <a:pt x="153797" y="193205"/>
                  </a:lnTo>
                  <a:lnTo>
                    <a:pt x="142100" y="179590"/>
                  </a:lnTo>
                  <a:lnTo>
                    <a:pt x="144691" y="180187"/>
                  </a:lnTo>
                  <a:lnTo>
                    <a:pt x="151091" y="179793"/>
                  </a:lnTo>
                  <a:lnTo>
                    <a:pt x="152527" y="179260"/>
                  </a:lnTo>
                  <a:lnTo>
                    <a:pt x="152234" y="180975"/>
                  </a:lnTo>
                  <a:lnTo>
                    <a:pt x="152400" y="184721"/>
                  </a:lnTo>
                  <a:lnTo>
                    <a:pt x="152565" y="188455"/>
                  </a:lnTo>
                  <a:lnTo>
                    <a:pt x="153390" y="191439"/>
                  </a:lnTo>
                  <a:lnTo>
                    <a:pt x="155067" y="191338"/>
                  </a:lnTo>
                  <a:lnTo>
                    <a:pt x="155613" y="188264"/>
                  </a:lnTo>
                  <a:lnTo>
                    <a:pt x="155270" y="180784"/>
                  </a:lnTo>
                  <a:lnTo>
                    <a:pt x="154813" y="179108"/>
                  </a:lnTo>
                  <a:lnTo>
                    <a:pt x="156286" y="179463"/>
                  </a:lnTo>
                  <a:lnTo>
                    <a:pt x="159499" y="179260"/>
                  </a:lnTo>
                  <a:lnTo>
                    <a:pt x="162699" y="179057"/>
                  </a:lnTo>
                  <a:lnTo>
                    <a:pt x="165265" y="178104"/>
                  </a:lnTo>
                  <a:lnTo>
                    <a:pt x="165163" y="176136"/>
                  </a:lnTo>
                  <a:lnTo>
                    <a:pt x="162534" y="175514"/>
                  </a:lnTo>
                  <a:lnTo>
                    <a:pt x="156121" y="175907"/>
                  </a:lnTo>
                  <a:lnTo>
                    <a:pt x="154609" y="176479"/>
                  </a:lnTo>
                  <a:lnTo>
                    <a:pt x="154914" y="174726"/>
                  </a:lnTo>
                  <a:lnTo>
                    <a:pt x="154749" y="170992"/>
                  </a:lnTo>
                  <a:lnTo>
                    <a:pt x="154584" y="167259"/>
                  </a:lnTo>
                  <a:lnTo>
                    <a:pt x="153758" y="164274"/>
                  </a:lnTo>
                  <a:lnTo>
                    <a:pt x="152082" y="164376"/>
                  </a:lnTo>
                  <a:lnTo>
                    <a:pt x="151536" y="167436"/>
                  </a:lnTo>
                  <a:lnTo>
                    <a:pt x="151879" y="174917"/>
                  </a:lnTo>
                  <a:lnTo>
                    <a:pt x="152323" y="176580"/>
                  </a:lnTo>
                  <a:lnTo>
                    <a:pt x="150926" y="176237"/>
                  </a:lnTo>
                  <a:lnTo>
                    <a:pt x="147726" y="176441"/>
                  </a:lnTo>
                  <a:lnTo>
                    <a:pt x="144526" y="176644"/>
                  </a:lnTo>
                  <a:lnTo>
                    <a:pt x="141960" y="177609"/>
                  </a:lnTo>
                  <a:lnTo>
                    <a:pt x="142036" y="179514"/>
                  </a:lnTo>
                  <a:lnTo>
                    <a:pt x="109524" y="141579"/>
                  </a:lnTo>
                  <a:lnTo>
                    <a:pt x="112102" y="142189"/>
                  </a:lnTo>
                  <a:lnTo>
                    <a:pt x="118516" y="141782"/>
                  </a:lnTo>
                  <a:lnTo>
                    <a:pt x="119951" y="141249"/>
                  </a:lnTo>
                  <a:lnTo>
                    <a:pt x="119646" y="142976"/>
                  </a:lnTo>
                  <a:lnTo>
                    <a:pt x="119824" y="146710"/>
                  </a:lnTo>
                  <a:lnTo>
                    <a:pt x="119989" y="150444"/>
                  </a:lnTo>
                  <a:lnTo>
                    <a:pt x="120815" y="153428"/>
                  </a:lnTo>
                  <a:lnTo>
                    <a:pt x="122491" y="153327"/>
                  </a:lnTo>
                  <a:lnTo>
                    <a:pt x="123037" y="150266"/>
                  </a:lnTo>
                  <a:lnTo>
                    <a:pt x="122694" y="142786"/>
                  </a:lnTo>
                  <a:lnTo>
                    <a:pt x="122224" y="141109"/>
                  </a:lnTo>
                  <a:lnTo>
                    <a:pt x="123710" y="141452"/>
                  </a:lnTo>
                  <a:lnTo>
                    <a:pt x="126911" y="141262"/>
                  </a:lnTo>
                  <a:lnTo>
                    <a:pt x="130111" y="141058"/>
                  </a:lnTo>
                  <a:lnTo>
                    <a:pt x="132676" y="140093"/>
                  </a:lnTo>
                  <a:lnTo>
                    <a:pt x="132588" y="138137"/>
                  </a:lnTo>
                  <a:lnTo>
                    <a:pt x="129946" y="137502"/>
                  </a:lnTo>
                  <a:lnTo>
                    <a:pt x="123545" y="137909"/>
                  </a:lnTo>
                  <a:lnTo>
                    <a:pt x="122034" y="138480"/>
                  </a:lnTo>
                  <a:lnTo>
                    <a:pt x="122339" y="136728"/>
                  </a:lnTo>
                  <a:lnTo>
                    <a:pt x="122174" y="132981"/>
                  </a:lnTo>
                  <a:lnTo>
                    <a:pt x="121996" y="129247"/>
                  </a:lnTo>
                  <a:lnTo>
                    <a:pt x="121170" y="126263"/>
                  </a:lnTo>
                  <a:lnTo>
                    <a:pt x="120815" y="126288"/>
                  </a:lnTo>
                  <a:lnTo>
                    <a:pt x="152577" y="89242"/>
                  </a:lnTo>
                  <a:lnTo>
                    <a:pt x="152158" y="91617"/>
                  </a:lnTo>
                  <a:lnTo>
                    <a:pt x="152501" y="99098"/>
                  </a:lnTo>
                  <a:lnTo>
                    <a:pt x="152946" y="100761"/>
                  </a:lnTo>
                  <a:lnTo>
                    <a:pt x="151549" y="100418"/>
                  </a:lnTo>
                  <a:lnTo>
                    <a:pt x="148348" y="100622"/>
                  </a:lnTo>
                  <a:lnTo>
                    <a:pt x="145148" y="100812"/>
                  </a:lnTo>
                  <a:lnTo>
                    <a:pt x="142582" y="101777"/>
                  </a:lnTo>
                  <a:lnTo>
                    <a:pt x="142671" y="103733"/>
                  </a:lnTo>
                  <a:lnTo>
                    <a:pt x="145313" y="104368"/>
                  </a:lnTo>
                  <a:lnTo>
                    <a:pt x="151714" y="103962"/>
                  </a:lnTo>
                  <a:lnTo>
                    <a:pt x="153149" y="103428"/>
                  </a:lnTo>
                  <a:lnTo>
                    <a:pt x="152857" y="105156"/>
                  </a:lnTo>
                  <a:lnTo>
                    <a:pt x="153022" y="108889"/>
                  </a:lnTo>
                  <a:lnTo>
                    <a:pt x="153187" y="112623"/>
                  </a:lnTo>
                  <a:lnTo>
                    <a:pt x="154012" y="115608"/>
                  </a:lnTo>
                  <a:lnTo>
                    <a:pt x="155689" y="115506"/>
                  </a:lnTo>
                  <a:lnTo>
                    <a:pt x="156235" y="112445"/>
                  </a:lnTo>
                  <a:lnTo>
                    <a:pt x="155892" y="104965"/>
                  </a:lnTo>
                  <a:lnTo>
                    <a:pt x="155435" y="103289"/>
                  </a:lnTo>
                  <a:lnTo>
                    <a:pt x="156908" y="103632"/>
                  </a:lnTo>
                  <a:lnTo>
                    <a:pt x="160121" y="103441"/>
                  </a:lnTo>
                  <a:lnTo>
                    <a:pt x="163322" y="103238"/>
                  </a:lnTo>
                  <a:lnTo>
                    <a:pt x="165887" y="102273"/>
                  </a:lnTo>
                  <a:lnTo>
                    <a:pt x="165862" y="101930"/>
                  </a:lnTo>
                  <a:lnTo>
                    <a:pt x="187210" y="126822"/>
                  </a:lnTo>
                  <a:lnTo>
                    <a:pt x="185585" y="126911"/>
                  </a:lnTo>
                  <a:lnTo>
                    <a:pt x="185039" y="129971"/>
                  </a:lnTo>
                  <a:lnTo>
                    <a:pt x="185381" y="137452"/>
                  </a:lnTo>
                  <a:lnTo>
                    <a:pt x="185826" y="139115"/>
                  </a:lnTo>
                  <a:lnTo>
                    <a:pt x="184442" y="138772"/>
                  </a:lnTo>
                  <a:lnTo>
                    <a:pt x="181229" y="138976"/>
                  </a:lnTo>
                  <a:lnTo>
                    <a:pt x="178028" y="139179"/>
                  </a:lnTo>
                  <a:lnTo>
                    <a:pt x="175463" y="140144"/>
                  </a:lnTo>
                  <a:lnTo>
                    <a:pt x="175552" y="142100"/>
                  </a:lnTo>
                  <a:lnTo>
                    <a:pt x="178193" y="142722"/>
                  </a:lnTo>
                  <a:lnTo>
                    <a:pt x="184607" y="142328"/>
                  </a:lnTo>
                  <a:lnTo>
                    <a:pt x="186029" y="141795"/>
                  </a:lnTo>
                  <a:lnTo>
                    <a:pt x="185737" y="143510"/>
                  </a:lnTo>
                  <a:lnTo>
                    <a:pt x="185902" y="147256"/>
                  </a:lnTo>
                  <a:lnTo>
                    <a:pt x="186080" y="150990"/>
                  </a:lnTo>
                  <a:lnTo>
                    <a:pt x="186905" y="153974"/>
                  </a:lnTo>
                  <a:lnTo>
                    <a:pt x="187439" y="153949"/>
                  </a:lnTo>
                  <a:lnTo>
                    <a:pt x="187439" y="127495"/>
                  </a:lnTo>
                  <a:lnTo>
                    <a:pt x="187274" y="126898"/>
                  </a:lnTo>
                  <a:lnTo>
                    <a:pt x="197040" y="138290"/>
                  </a:lnTo>
                  <a:lnTo>
                    <a:pt x="197040" y="127635"/>
                  </a:lnTo>
                  <a:lnTo>
                    <a:pt x="164147" y="89255"/>
                  </a:lnTo>
                  <a:lnTo>
                    <a:pt x="164147" y="99936"/>
                  </a:lnTo>
                  <a:lnTo>
                    <a:pt x="163156" y="99682"/>
                  </a:lnTo>
                  <a:lnTo>
                    <a:pt x="156743" y="100088"/>
                  </a:lnTo>
                  <a:lnTo>
                    <a:pt x="155232" y="100660"/>
                  </a:lnTo>
                  <a:lnTo>
                    <a:pt x="155536" y="98907"/>
                  </a:lnTo>
                  <a:lnTo>
                    <a:pt x="155371" y="95161"/>
                  </a:lnTo>
                  <a:lnTo>
                    <a:pt x="155206" y="91427"/>
                  </a:lnTo>
                  <a:lnTo>
                    <a:pt x="154393" y="88531"/>
                  </a:lnTo>
                  <a:lnTo>
                    <a:pt x="164147" y="99936"/>
                  </a:lnTo>
                  <a:lnTo>
                    <a:pt x="164147" y="89255"/>
                  </a:lnTo>
                  <a:lnTo>
                    <a:pt x="162928" y="87820"/>
                  </a:lnTo>
                  <a:lnTo>
                    <a:pt x="154330" y="77800"/>
                  </a:lnTo>
                  <a:lnTo>
                    <a:pt x="154330" y="88455"/>
                  </a:lnTo>
                  <a:lnTo>
                    <a:pt x="153200" y="88519"/>
                  </a:lnTo>
                  <a:lnTo>
                    <a:pt x="153797" y="87820"/>
                  </a:lnTo>
                  <a:lnTo>
                    <a:pt x="154330" y="88455"/>
                  </a:lnTo>
                  <a:lnTo>
                    <a:pt x="154330" y="77800"/>
                  </a:lnTo>
                  <a:lnTo>
                    <a:pt x="153797" y="77165"/>
                  </a:lnTo>
                  <a:lnTo>
                    <a:pt x="119748" y="116890"/>
                  </a:lnTo>
                  <a:lnTo>
                    <a:pt x="119748" y="138582"/>
                  </a:lnTo>
                  <a:lnTo>
                    <a:pt x="118351" y="138239"/>
                  </a:lnTo>
                  <a:lnTo>
                    <a:pt x="115138" y="138430"/>
                  </a:lnTo>
                  <a:lnTo>
                    <a:pt x="111937" y="138633"/>
                  </a:lnTo>
                  <a:lnTo>
                    <a:pt x="109461" y="139573"/>
                  </a:lnTo>
                  <a:lnTo>
                    <a:pt x="109461" y="141503"/>
                  </a:lnTo>
                  <a:lnTo>
                    <a:pt x="108623" y="140512"/>
                  </a:lnTo>
                  <a:lnTo>
                    <a:pt x="109372" y="139649"/>
                  </a:lnTo>
                  <a:lnTo>
                    <a:pt x="109461" y="141503"/>
                  </a:lnTo>
                  <a:lnTo>
                    <a:pt x="109461" y="139573"/>
                  </a:lnTo>
                  <a:lnTo>
                    <a:pt x="119164" y="128219"/>
                  </a:lnTo>
                  <a:lnTo>
                    <a:pt x="118948" y="129438"/>
                  </a:lnTo>
                  <a:lnTo>
                    <a:pt x="119303" y="136918"/>
                  </a:lnTo>
                  <a:lnTo>
                    <a:pt x="119748" y="138582"/>
                  </a:lnTo>
                  <a:lnTo>
                    <a:pt x="119748" y="116890"/>
                  </a:lnTo>
                  <a:lnTo>
                    <a:pt x="104051" y="135191"/>
                  </a:lnTo>
                  <a:lnTo>
                    <a:pt x="99479" y="129857"/>
                  </a:lnTo>
                  <a:lnTo>
                    <a:pt x="99479" y="140512"/>
                  </a:lnTo>
                  <a:lnTo>
                    <a:pt x="89369" y="152311"/>
                  </a:lnTo>
                  <a:lnTo>
                    <a:pt x="89649" y="150799"/>
                  </a:lnTo>
                  <a:lnTo>
                    <a:pt x="89293" y="143319"/>
                  </a:lnTo>
                  <a:lnTo>
                    <a:pt x="88836" y="141643"/>
                  </a:lnTo>
                  <a:lnTo>
                    <a:pt x="90322" y="141998"/>
                  </a:lnTo>
                  <a:lnTo>
                    <a:pt x="93522" y="141795"/>
                  </a:lnTo>
                  <a:lnTo>
                    <a:pt x="96723" y="141592"/>
                  </a:lnTo>
                  <a:lnTo>
                    <a:pt x="99288" y="140639"/>
                  </a:lnTo>
                  <a:lnTo>
                    <a:pt x="99263" y="140271"/>
                  </a:lnTo>
                  <a:lnTo>
                    <a:pt x="99479" y="140512"/>
                  </a:lnTo>
                  <a:lnTo>
                    <a:pt x="99479" y="129857"/>
                  </a:lnTo>
                  <a:lnTo>
                    <a:pt x="97561" y="127622"/>
                  </a:lnTo>
                  <a:lnTo>
                    <a:pt x="97561" y="138290"/>
                  </a:lnTo>
                  <a:lnTo>
                    <a:pt x="96558" y="138049"/>
                  </a:lnTo>
                  <a:lnTo>
                    <a:pt x="90157" y="138442"/>
                  </a:lnTo>
                  <a:lnTo>
                    <a:pt x="88646" y="139014"/>
                  </a:lnTo>
                  <a:lnTo>
                    <a:pt x="88950" y="137261"/>
                  </a:lnTo>
                  <a:lnTo>
                    <a:pt x="88773" y="133527"/>
                  </a:lnTo>
                  <a:lnTo>
                    <a:pt x="88607" y="129794"/>
                  </a:lnTo>
                  <a:lnTo>
                    <a:pt x="87972" y="127533"/>
                  </a:lnTo>
                  <a:lnTo>
                    <a:pt x="87972" y="153949"/>
                  </a:lnTo>
                  <a:lnTo>
                    <a:pt x="54317" y="193205"/>
                  </a:lnTo>
                  <a:lnTo>
                    <a:pt x="42621" y="179590"/>
                  </a:lnTo>
                  <a:lnTo>
                    <a:pt x="45212" y="180187"/>
                  </a:lnTo>
                  <a:lnTo>
                    <a:pt x="51625" y="179793"/>
                  </a:lnTo>
                  <a:lnTo>
                    <a:pt x="53047" y="179260"/>
                  </a:lnTo>
                  <a:lnTo>
                    <a:pt x="52755" y="180975"/>
                  </a:lnTo>
                  <a:lnTo>
                    <a:pt x="52920" y="184721"/>
                  </a:lnTo>
                  <a:lnTo>
                    <a:pt x="53086" y="188455"/>
                  </a:lnTo>
                  <a:lnTo>
                    <a:pt x="53911" y="191439"/>
                  </a:lnTo>
                  <a:lnTo>
                    <a:pt x="55587" y="191338"/>
                  </a:lnTo>
                  <a:lnTo>
                    <a:pt x="56134" y="188264"/>
                  </a:lnTo>
                  <a:lnTo>
                    <a:pt x="55791" y="180784"/>
                  </a:lnTo>
                  <a:lnTo>
                    <a:pt x="55333" y="179108"/>
                  </a:lnTo>
                  <a:lnTo>
                    <a:pt x="56807" y="179463"/>
                  </a:lnTo>
                  <a:lnTo>
                    <a:pt x="60020" y="179260"/>
                  </a:lnTo>
                  <a:lnTo>
                    <a:pt x="63220" y="179057"/>
                  </a:lnTo>
                  <a:lnTo>
                    <a:pt x="65786" y="178104"/>
                  </a:lnTo>
                  <a:lnTo>
                    <a:pt x="65697" y="176136"/>
                  </a:lnTo>
                  <a:lnTo>
                    <a:pt x="63055" y="175514"/>
                  </a:lnTo>
                  <a:lnTo>
                    <a:pt x="56642" y="175907"/>
                  </a:lnTo>
                  <a:lnTo>
                    <a:pt x="55130" y="176479"/>
                  </a:lnTo>
                  <a:lnTo>
                    <a:pt x="55435" y="174726"/>
                  </a:lnTo>
                  <a:lnTo>
                    <a:pt x="55270" y="170992"/>
                  </a:lnTo>
                  <a:lnTo>
                    <a:pt x="55105" y="167259"/>
                  </a:lnTo>
                  <a:lnTo>
                    <a:pt x="54279" y="164274"/>
                  </a:lnTo>
                  <a:lnTo>
                    <a:pt x="52603" y="164376"/>
                  </a:lnTo>
                  <a:lnTo>
                    <a:pt x="52057" y="167436"/>
                  </a:lnTo>
                  <a:lnTo>
                    <a:pt x="52400" y="174917"/>
                  </a:lnTo>
                  <a:lnTo>
                    <a:pt x="52844" y="176580"/>
                  </a:lnTo>
                  <a:lnTo>
                    <a:pt x="51447" y="176237"/>
                  </a:lnTo>
                  <a:lnTo>
                    <a:pt x="48247" y="176441"/>
                  </a:lnTo>
                  <a:lnTo>
                    <a:pt x="45046" y="176644"/>
                  </a:lnTo>
                  <a:lnTo>
                    <a:pt x="42481" y="177609"/>
                  </a:lnTo>
                  <a:lnTo>
                    <a:pt x="42557" y="179514"/>
                  </a:lnTo>
                  <a:lnTo>
                    <a:pt x="10045" y="141579"/>
                  </a:lnTo>
                  <a:lnTo>
                    <a:pt x="12623" y="142189"/>
                  </a:lnTo>
                  <a:lnTo>
                    <a:pt x="19037" y="141782"/>
                  </a:lnTo>
                  <a:lnTo>
                    <a:pt x="20472" y="141249"/>
                  </a:lnTo>
                  <a:lnTo>
                    <a:pt x="20180" y="142976"/>
                  </a:lnTo>
                  <a:lnTo>
                    <a:pt x="20345" y="146710"/>
                  </a:lnTo>
                  <a:lnTo>
                    <a:pt x="20510" y="150444"/>
                  </a:lnTo>
                  <a:lnTo>
                    <a:pt x="21336" y="153428"/>
                  </a:lnTo>
                  <a:lnTo>
                    <a:pt x="23012" y="153327"/>
                  </a:lnTo>
                  <a:lnTo>
                    <a:pt x="23558" y="150266"/>
                  </a:lnTo>
                  <a:lnTo>
                    <a:pt x="23215" y="142786"/>
                  </a:lnTo>
                  <a:lnTo>
                    <a:pt x="22745" y="141109"/>
                  </a:lnTo>
                  <a:lnTo>
                    <a:pt x="24231" y="141452"/>
                  </a:lnTo>
                  <a:lnTo>
                    <a:pt x="27432" y="141262"/>
                  </a:lnTo>
                  <a:lnTo>
                    <a:pt x="30645" y="141058"/>
                  </a:lnTo>
                  <a:lnTo>
                    <a:pt x="33210" y="140093"/>
                  </a:lnTo>
                  <a:lnTo>
                    <a:pt x="33108" y="138137"/>
                  </a:lnTo>
                  <a:lnTo>
                    <a:pt x="30467" y="137502"/>
                  </a:lnTo>
                  <a:lnTo>
                    <a:pt x="24066" y="137909"/>
                  </a:lnTo>
                  <a:lnTo>
                    <a:pt x="22555" y="138480"/>
                  </a:lnTo>
                  <a:lnTo>
                    <a:pt x="22860" y="136728"/>
                  </a:lnTo>
                  <a:lnTo>
                    <a:pt x="22694" y="132981"/>
                  </a:lnTo>
                  <a:lnTo>
                    <a:pt x="22517" y="129247"/>
                  </a:lnTo>
                  <a:lnTo>
                    <a:pt x="21691" y="126263"/>
                  </a:lnTo>
                  <a:lnTo>
                    <a:pt x="21336" y="126288"/>
                  </a:lnTo>
                  <a:lnTo>
                    <a:pt x="53098" y="89242"/>
                  </a:lnTo>
                  <a:lnTo>
                    <a:pt x="52679" y="91617"/>
                  </a:lnTo>
                  <a:lnTo>
                    <a:pt x="53022" y="99098"/>
                  </a:lnTo>
                  <a:lnTo>
                    <a:pt x="53467" y="100761"/>
                  </a:lnTo>
                  <a:lnTo>
                    <a:pt x="52070" y="100418"/>
                  </a:lnTo>
                  <a:lnTo>
                    <a:pt x="48869" y="100622"/>
                  </a:lnTo>
                  <a:lnTo>
                    <a:pt x="45669" y="100812"/>
                  </a:lnTo>
                  <a:lnTo>
                    <a:pt x="43103" y="101777"/>
                  </a:lnTo>
                  <a:lnTo>
                    <a:pt x="43192" y="103733"/>
                  </a:lnTo>
                  <a:lnTo>
                    <a:pt x="45834" y="104368"/>
                  </a:lnTo>
                  <a:lnTo>
                    <a:pt x="52235" y="103962"/>
                  </a:lnTo>
                  <a:lnTo>
                    <a:pt x="53670" y="103428"/>
                  </a:lnTo>
                  <a:lnTo>
                    <a:pt x="53378" y="105156"/>
                  </a:lnTo>
                  <a:lnTo>
                    <a:pt x="53543" y="108889"/>
                  </a:lnTo>
                  <a:lnTo>
                    <a:pt x="53708" y="112623"/>
                  </a:lnTo>
                  <a:lnTo>
                    <a:pt x="54533" y="115608"/>
                  </a:lnTo>
                  <a:lnTo>
                    <a:pt x="56210" y="115506"/>
                  </a:lnTo>
                  <a:lnTo>
                    <a:pt x="56756" y="112445"/>
                  </a:lnTo>
                  <a:lnTo>
                    <a:pt x="56413" y="104965"/>
                  </a:lnTo>
                  <a:lnTo>
                    <a:pt x="55956" y="103289"/>
                  </a:lnTo>
                  <a:lnTo>
                    <a:pt x="57429" y="103632"/>
                  </a:lnTo>
                  <a:lnTo>
                    <a:pt x="60642" y="103441"/>
                  </a:lnTo>
                  <a:lnTo>
                    <a:pt x="63842" y="103238"/>
                  </a:lnTo>
                  <a:lnTo>
                    <a:pt x="66408" y="102273"/>
                  </a:lnTo>
                  <a:lnTo>
                    <a:pt x="66382" y="101930"/>
                  </a:lnTo>
                  <a:lnTo>
                    <a:pt x="87731" y="126822"/>
                  </a:lnTo>
                  <a:lnTo>
                    <a:pt x="86106" y="126911"/>
                  </a:lnTo>
                  <a:lnTo>
                    <a:pt x="85559" y="129971"/>
                  </a:lnTo>
                  <a:lnTo>
                    <a:pt x="85915" y="137452"/>
                  </a:lnTo>
                  <a:lnTo>
                    <a:pt x="86360" y="139115"/>
                  </a:lnTo>
                  <a:lnTo>
                    <a:pt x="84963" y="138772"/>
                  </a:lnTo>
                  <a:lnTo>
                    <a:pt x="81749" y="138976"/>
                  </a:lnTo>
                  <a:lnTo>
                    <a:pt x="78549" y="139179"/>
                  </a:lnTo>
                  <a:lnTo>
                    <a:pt x="75984" y="140144"/>
                  </a:lnTo>
                  <a:lnTo>
                    <a:pt x="76073" y="142100"/>
                  </a:lnTo>
                  <a:lnTo>
                    <a:pt x="78714" y="142722"/>
                  </a:lnTo>
                  <a:lnTo>
                    <a:pt x="85128" y="142328"/>
                  </a:lnTo>
                  <a:lnTo>
                    <a:pt x="86550" y="141795"/>
                  </a:lnTo>
                  <a:lnTo>
                    <a:pt x="86258" y="143510"/>
                  </a:lnTo>
                  <a:lnTo>
                    <a:pt x="86423" y="147256"/>
                  </a:lnTo>
                  <a:lnTo>
                    <a:pt x="86601" y="150990"/>
                  </a:lnTo>
                  <a:lnTo>
                    <a:pt x="87426" y="153974"/>
                  </a:lnTo>
                  <a:lnTo>
                    <a:pt x="87972" y="153949"/>
                  </a:lnTo>
                  <a:lnTo>
                    <a:pt x="87972" y="127533"/>
                  </a:lnTo>
                  <a:lnTo>
                    <a:pt x="87795" y="126898"/>
                  </a:lnTo>
                  <a:lnTo>
                    <a:pt x="97561" y="138290"/>
                  </a:lnTo>
                  <a:lnTo>
                    <a:pt x="97561" y="127622"/>
                  </a:lnTo>
                  <a:lnTo>
                    <a:pt x="64668" y="89255"/>
                  </a:lnTo>
                  <a:lnTo>
                    <a:pt x="64668" y="99923"/>
                  </a:lnTo>
                  <a:lnTo>
                    <a:pt x="63677" y="99682"/>
                  </a:lnTo>
                  <a:lnTo>
                    <a:pt x="57264" y="100088"/>
                  </a:lnTo>
                  <a:lnTo>
                    <a:pt x="55753" y="100660"/>
                  </a:lnTo>
                  <a:lnTo>
                    <a:pt x="56057" y="98907"/>
                  </a:lnTo>
                  <a:lnTo>
                    <a:pt x="55892" y="95161"/>
                  </a:lnTo>
                  <a:lnTo>
                    <a:pt x="55714" y="91427"/>
                  </a:lnTo>
                  <a:lnTo>
                    <a:pt x="54914" y="88531"/>
                  </a:lnTo>
                  <a:lnTo>
                    <a:pt x="64668" y="99923"/>
                  </a:lnTo>
                  <a:lnTo>
                    <a:pt x="64668" y="89255"/>
                  </a:lnTo>
                  <a:lnTo>
                    <a:pt x="63449" y="87820"/>
                  </a:lnTo>
                  <a:lnTo>
                    <a:pt x="54851" y="77800"/>
                  </a:lnTo>
                  <a:lnTo>
                    <a:pt x="54851" y="88455"/>
                  </a:lnTo>
                  <a:lnTo>
                    <a:pt x="53721" y="88519"/>
                  </a:lnTo>
                  <a:lnTo>
                    <a:pt x="54317" y="87820"/>
                  </a:lnTo>
                  <a:lnTo>
                    <a:pt x="54851" y="88455"/>
                  </a:lnTo>
                  <a:lnTo>
                    <a:pt x="54851" y="77800"/>
                  </a:lnTo>
                  <a:lnTo>
                    <a:pt x="54317" y="77165"/>
                  </a:lnTo>
                  <a:lnTo>
                    <a:pt x="20269" y="116878"/>
                  </a:lnTo>
                  <a:lnTo>
                    <a:pt x="20269" y="138582"/>
                  </a:lnTo>
                  <a:lnTo>
                    <a:pt x="18872" y="138239"/>
                  </a:lnTo>
                  <a:lnTo>
                    <a:pt x="15671" y="138430"/>
                  </a:lnTo>
                  <a:lnTo>
                    <a:pt x="12458" y="138633"/>
                  </a:lnTo>
                  <a:lnTo>
                    <a:pt x="9982" y="139573"/>
                  </a:lnTo>
                  <a:lnTo>
                    <a:pt x="9982" y="141503"/>
                  </a:lnTo>
                  <a:lnTo>
                    <a:pt x="9144" y="140512"/>
                  </a:lnTo>
                  <a:lnTo>
                    <a:pt x="9893" y="139636"/>
                  </a:lnTo>
                  <a:lnTo>
                    <a:pt x="9982" y="141503"/>
                  </a:lnTo>
                  <a:lnTo>
                    <a:pt x="9982" y="139573"/>
                  </a:lnTo>
                  <a:lnTo>
                    <a:pt x="19685" y="128206"/>
                  </a:lnTo>
                  <a:lnTo>
                    <a:pt x="19481" y="129438"/>
                  </a:lnTo>
                  <a:lnTo>
                    <a:pt x="19824" y="136918"/>
                  </a:lnTo>
                  <a:lnTo>
                    <a:pt x="20269" y="138582"/>
                  </a:lnTo>
                  <a:lnTo>
                    <a:pt x="20269" y="116878"/>
                  </a:lnTo>
                  <a:lnTo>
                    <a:pt x="0" y="140512"/>
                  </a:lnTo>
                  <a:lnTo>
                    <a:pt x="54317" y="203860"/>
                  </a:lnTo>
                  <a:lnTo>
                    <a:pt x="63449" y="193205"/>
                  </a:lnTo>
                  <a:lnTo>
                    <a:pt x="104051" y="145846"/>
                  </a:lnTo>
                  <a:lnTo>
                    <a:pt x="153797" y="203860"/>
                  </a:lnTo>
                  <a:lnTo>
                    <a:pt x="162928" y="193205"/>
                  </a:lnTo>
                  <a:lnTo>
                    <a:pt x="204952" y="144170"/>
                  </a:lnTo>
                  <a:lnTo>
                    <a:pt x="256146" y="203860"/>
                  </a:lnTo>
                  <a:lnTo>
                    <a:pt x="265277" y="193205"/>
                  </a:lnTo>
                  <a:lnTo>
                    <a:pt x="310451" y="140512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9" name="object 2049" descr=""/>
            <p:cNvSpPr/>
            <p:nvPr/>
          </p:nvSpPr>
          <p:spPr>
            <a:xfrm>
              <a:off x="7226300" y="6589375"/>
              <a:ext cx="311150" cy="359410"/>
            </a:xfrm>
            <a:custGeom>
              <a:avLst/>
              <a:gdLst/>
              <a:ahLst/>
              <a:cxnLst/>
              <a:rect l="l" t="t" r="r" b="b"/>
              <a:pathLst>
                <a:path w="311150" h="359409">
                  <a:moveTo>
                    <a:pt x="108623" y="218681"/>
                  </a:moveTo>
                  <a:lnTo>
                    <a:pt x="99479" y="208026"/>
                  </a:lnTo>
                  <a:lnTo>
                    <a:pt x="99479" y="218681"/>
                  </a:lnTo>
                  <a:lnTo>
                    <a:pt x="89357" y="230479"/>
                  </a:lnTo>
                  <a:lnTo>
                    <a:pt x="89636" y="228968"/>
                  </a:lnTo>
                  <a:lnTo>
                    <a:pt x="89293" y="221488"/>
                  </a:lnTo>
                  <a:lnTo>
                    <a:pt x="88836" y="219811"/>
                  </a:lnTo>
                  <a:lnTo>
                    <a:pt x="90309" y="220167"/>
                  </a:lnTo>
                  <a:lnTo>
                    <a:pt x="93522" y="219964"/>
                  </a:lnTo>
                  <a:lnTo>
                    <a:pt x="96723" y="219773"/>
                  </a:lnTo>
                  <a:lnTo>
                    <a:pt x="99288" y="218808"/>
                  </a:lnTo>
                  <a:lnTo>
                    <a:pt x="99263" y="218440"/>
                  </a:lnTo>
                  <a:lnTo>
                    <a:pt x="99479" y="218681"/>
                  </a:lnTo>
                  <a:lnTo>
                    <a:pt x="99479" y="208026"/>
                  </a:lnTo>
                  <a:lnTo>
                    <a:pt x="97574" y="205803"/>
                  </a:lnTo>
                  <a:lnTo>
                    <a:pt x="97574" y="216471"/>
                  </a:lnTo>
                  <a:lnTo>
                    <a:pt x="96558" y="216217"/>
                  </a:lnTo>
                  <a:lnTo>
                    <a:pt x="90144" y="216611"/>
                  </a:lnTo>
                  <a:lnTo>
                    <a:pt x="88633" y="217182"/>
                  </a:lnTo>
                  <a:lnTo>
                    <a:pt x="88938" y="215430"/>
                  </a:lnTo>
                  <a:lnTo>
                    <a:pt x="88773" y="211696"/>
                  </a:lnTo>
                  <a:lnTo>
                    <a:pt x="88607" y="207962"/>
                  </a:lnTo>
                  <a:lnTo>
                    <a:pt x="87960" y="205663"/>
                  </a:lnTo>
                  <a:lnTo>
                    <a:pt x="87960" y="232117"/>
                  </a:lnTo>
                  <a:lnTo>
                    <a:pt x="54305" y="271373"/>
                  </a:lnTo>
                  <a:lnTo>
                    <a:pt x="42621" y="257746"/>
                  </a:lnTo>
                  <a:lnTo>
                    <a:pt x="45199" y="258356"/>
                  </a:lnTo>
                  <a:lnTo>
                    <a:pt x="51612" y="257962"/>
                  </a:lnTo>
                  <a:lnTo>
                    <a:pt x="53047" y="257429"/>
                  </a:lnTo>
                  <a:lnTo>
                    <a:pt x="52755" y="259143"/>
                  </a:lnTo>
                  <a:lnTo>
                    <a:pt x="52920" y="262890"/>
                  </a:lnTo>
                  <a:lnTo>
                    <a:pt x="53086" y="266623"/>
                  </a:lnTo>
                  <a:lnTo>
                    <a:pt x="53911" y="269608"/>
                  </a:lnTo>
                  <a:lnTo>
                    <a:pt x="55587" y="269506"/>
                  </a:lnTo>
                  <a:lnTo>
                    <a:pt x="56134" y="266433"/>
                  </a:lnTo>
                  <a:lnTo>
                    <a:pt x="55791" y="258965"/>
                  </a:lnTo>
                  <a:lnTo>
                    <a:pt x="55321" y="257276"/>
                  </a:lnTo>
                  <a:lnTo>
                    <a:pt x="56807" y="257632"/>
                  </a:lnTo>
                  <a:lnTo>
                    <a:pt x="60007" y="257429"/>
                  </a:lnTo>
                  <a:lnTo>
                    <a:pt x="63220" y="257238"/>
                  </a:lnTo>
                  <a:lnTo>
                    <a:pt x="65786" y="256273"/>
                  </a:lnTo>
                  <a:lnTo>
                    <a:pt x="65684" y="254317"/>
                  </a:lnTo>
                  <a:lnTo>
                    <a:pt x="63042" y="253682"/>
                  </a:lnTo>
                  <a:lnTo>
                    <a:pt x="56642" y="254076"/>
                  </a:lnTo>
                  <a:lnTo>
                    <a:pt x="55130" y="254647"/>
                  </a:lnTo>
                  <a:lnTo>
                    <a:pt x="55435" y="252895"/>
                  </a:lnTo>
                  <a:lnTo>
                    <a:pt x="55270" y="249161"/>
                  </a:lnTo>
                  <a:lnTo>
                    <a:pt x="55105" y="245427"/>
                  </a:lnTo>
                  <a:lnTo>
                    <a:pt x="54267" y="242443"/>
                  </a:lnTo>
                  <a:lnTo>
                    <a:pt x="52590" y="242544"/>
                  </a:lnTo>
                  <a:lnTo>
                    <a:pt x="52057" y="245618"/>
                  </a:lnTo>
                  <a:lnTo>
                    <a:pt x="52400" y="253085"/>
                  </a:lnTo>
                  <a:lnTo>
                    <a:pt x="52844" y="254749"/>
                  </a:lnTo>
                  <a:lnTo>
                    <a:pt x="51447" y="254406"/>
                  </a:lnTo>
                  <a:lnTo>
                    <a:pt x="48247" y="254609"/>
                  </a:lnTo>
                  <a:lnTo>
                    <a:pt x="45034" y="254812"/>
                  </a:lnTo>
                  <a:lnTo>
                    <a:pt x="42468" y="255778"/>
                  </a:lnTo>
                  <a:lnTo>
                    <a:pt x="42557" y="257695"/>
                  </a:lnTo>
                  <a:lnTo>
                    <a:pt x="10033" y="219735"/>
                  </a:lnTo>
                  <a:lnTo>
                    <a:pt x="12623" y="220357"/>
                  </a:lnTo>
                  <a:lnTo>
                    <a:pt x="19037" y="219951"/>
                  </a:lnTo>
                  <a:lnTo>
                    <a:pt x="20459" y="219430"/>
                  </a:lnTo>
                  <a:lnTo>
                    <a:pt x="20167" y="221145"/>
                  </a:lnTo>
                  <a:lnTo>
                    <a:pt x="20332" y="224878"/>
                  </a:lnTo>
                  <a:lnTo>
                    <a:pt x="20510" y="228625"/>
                  </a:lnTo>
                  <a:lnTo>
                    <a:pt x="21336" y="231609"/>
                  </a:lnTo>
                  <a:lnTo>
                    <a:pt x="23012" y="231495"/>
                  </a:lnTo>
                  <a:lnTo>
                    <a:pt x="23545" y="228434"/>
                  </a:lnTo>
                  <a:lnTo>
                    <a:pt x="23202" y="220954"/>
                  </a:lnTo>
                  <a:lnTo>
                    <a:pt x="22745" y="219278"/>
                  </a:lnTo>
                  <a:lnTo>
                    <a:pt x="24231" y="219621"/>
                  </a:lnTo>
                  <a:lnTo>
                    <a:pt x="27432" y="219430"/>
                  </a:lnTo>
                  <a:lnTo>
                    <a:pt x="30632" y="219227"/>
                  </a:lnTo>
                  <a:lnTo>
                    <a:pt x="33197" y="218262"/>
                  </a:lnTo>
                  <a:lnTo>
                    <a:pt x="33108" y="216306"/>
                  </a:lnTo>
                  <a:lnTo>
                    <a:pt x="30467" y="215684"/>
                  </a:lnTo>
                  <a:lnTo>
                    <a:pt x="24053" y="216077"/>
                  </a:lnTo>
                  <a:lnTo>
                    <a:pt x="22542" y="216649"/>
                  </a:lnTo>
                  <a:lnTo>
                    <a:pt x="22847" y="214896"/>
                  </a:lnTo>
                  <a:lnTo>
                    <a:pt x="22682" y="211150"/>
                  </a:lnTo>
                  <a:lnTo>
                    <a:pt x="22517" y="207416"/>
                  </a:lnTo>
                  <a:lnTo>
                    <a:pt x="21691" y="204431"/>
                  </a:lnTo>
                  <a:lnTo>
                    <a:pt x="21323" y="204457"/>
                  </a:lnTo>
                  <a:lnTo>
                    <a:pt x="53086" y="167411"/>
                  </a:lnTo>
                  <a:lnTo>
                    <a:pt x="52679" y="169786"/>
                  </a:lnTo>
                  <a:lnTo>
                    <a:pt x="53022" y="177266"/>
                  </a:lnTo>
                  <a:lnTo>
                    <a:pt x="53467" y="178930"/>
                  </a:lnTo>
                  <a:lnTo>
                    <a:pt x="52070" y="178587"/>
                  </a:lnTo>
                  <a:lnTo>
                    <a:pt x="48869" y="178790"/>
                  </a:lnTo>
                  <a:lnTo>
                    <a:pt x="45656" y="178981"/>
                  </a:lnTo>
                  <a:lnTo>
                    <a:pt x="43091" y="179946"/>
                  </a:lnTo>
                  <a:lnTo>
                    <a:pt x="43192" y="181902"/>
                  </a:lnTo>
                  <a:lnTo>
                    <a:pt x="45821" y="182537"/>
                  </a:lnTo>
                  <a:lnTo>
                    <a:pt x="52235" y="182130"/>
                  </a:lnTo>
                  <a:lnTo>
                    <a:pt x="53670" y="181597"/>
                  </a:lnTo>
                  <a:lnTo>
                    <a:pt x="53378" y="183324"/>
                  </a:lnTo>
                  <a:lnTo>
                    <a:pt x="53543" y="187058"/>
                  </a:lnTo>
                  <a:lnTo>
                    <a:pt x="53708" y="190804"/>
                  </a:lnTo>
                  <a:lnTo>
                    <a:pt x="54533" y="193789"/>
                  </a:lnTo>
                  <a:lnTo>
                    <a:pt x="56210" y="193675"/>
                  </a:lnTo>
                  <a:lnTo>
                    <a:pt x="56756" y="190614"/>
                  </a:lnTo>
                  <a:lnTo>
                    <a:pt x="56413" y="183134"/>
                  </a:lnTo>
                  <a:lnTo>
                    <a:pt x="55943" y="181457"/>
                  </a:lnTo>
                  <a:lnTo>
                    <a:pt x="57429" y="181800"/>
                  </a:lnTo>
                  <a:lnTo>
                    <a:pt x="60629" y="181610"/>
                  </a:lnTo>
                  <a:lnTo>
                    <a:pt x="63842" y="181406"/>
                  </a:lnTo>
                  <a:lnTo>
                    <a:pt x="66408" y="180441"/>
                  </a:lnTo>
                  <a:lnTo>
                    <a:pt x="66382" y="180111"/>
                  </a:lnTo>
                  <a:lnTo>
                    <a:pt x="87731" y="204990"/>
                  </a:lnTo>
                  <a:lnTo>
                    <a:pt x="86106" y="205079"/>
                  </a:lnTo>
                  <a:lnTo>
                    <a:pt x="85559" y="208153"/>
                  </a:lnTo>
                  <a:lnTo>
                    <a:pt x="85902" y="215620"/>
                  </a:lnTo>
                  <a:lnTo>
                    <a:pt x="86347" y="217297"/>
                  </a:lnTo>
                  <a:lnTo>
                    <a:pt x="84950" y="216954"/>
                  </a:lnTo>
                  <a:lnTo>
                    <a:pt x="81749" y="217144"/>
                  </a:lnTo>
                  <a:lnTo>
                    <a:pt x="78549" y="217347"/>
                  </a:lnTo>
                  <a:lnTo>
                    <a:pt x="75984" y="218313"/>
                  </a:lnTo>
                  <a:lnTo>
                    <a:pt x="76073" y="220268"/>
                  </a:lnTo>
                  <a:lnTo>
                    <a:pt x="78714" y="220891"/>
                  </a:lnTo>
                  <a:lnTo>
                    <a:pt x="85115" y="220497"/>
                  </a:lnTo>
                  <a:lnTo>
                    <a:pt x="86550" y="219964"/>
                  </a:lnTo>
                  <a:lnTo>
                    <a:pt x="86258" y="221678"/>
                  </a:lnTo>
                  <a:lnTo>
                    <a:pt x="86423" y="225425"/>
                  </a:lnTo>
                  <a:lnTo>
                    <a:pt x="86588" y="229158"/>
                  </a:lnTo>
                  <a:lnTo>
                    <a:pt x="87414" y="232143"/>
                  </a:lnTo>
                  <a:lnTo>
                    <a:pt x="87960" y="232117"/>
                  </a:lnTo>
                  <a:lnTo>
                    <a:pt x="87960" y="205663"/>
                  </a:lnTo>
                  <a:lnTo>
                    <a:pt x="87795" y="205066"/>
                  </a:lnTo>
                  <a:lnTo>
                    <a:pt x="97574" y="216471"/>
                  </a:lnTo>
                  <a:lnTo>
                    <a:pt x="97574" y="205803"/>
                  </a:lnTo>
                  <a:lnTo>
                    <a:pt x="64668" y="167411"/>
                  </a:lnTo>
                  <a:lnTo>
                    <a:pt x="64668" y="178104"/>
                  </a:lnTo>
                  <a:lnTo>
                    <a:pt x="63665" y="177863"/>
                  </a:lnTo>
                  <a:lnTo>
                    <a:pt x="57264" y="178257"/>
                  </a:lnTo>
                  <a:lnTo>
                    <a:pt x="55753" y="178828"/>
                  </a:lnTo>
                  <a:lnTo>
                    <a:pt x="56057" y="177076"/>
                  </a:lnTo>
                  <a:lnTo>
                    <a:pt x="55892" y="173329"/>
                  </a:lnTo>
                  <a:lnTo>
                    <a:pt x="55714" y="169595"/>
                  </a:lnTo>
                  <a:lnTo>
                    <a:pt x="54902" y="166700"/>
                  </a:lnTo>
                  <a:lnTo>
                    <a:pt x="64668" y="178104"/>
                  </a:lnTo>
                  <a:lnTo>
                    <a:pt x="64668" y="167411"/>
                  </a:lnTo>
                  <a:lnTo>
                    <a:pt x="63449" y="165989"/>
                  </a:lnTo>
                  <a:lnTo>
                    <a:pt x="54838" y="155956"/>
                  </a:lnTo>
                  <a:lnTo>
                    <a:pt x="54838" y="166624"/>
                  </a:lnTo>
                  <a:lnTo>
                    <a:pt x="53708" y="166687"/>
                  </a:lnTo>
                  <a:lnTo>
                    <a:pt x="54305" y="165989"/>
                  </a:lnTo>
                  <a:lnTo>
                    <a:pt x="54838" y="166624"/>
                  </a:lnTo>
                  <a:lnTo>
                    <a:pt x="54838" y="155956"/>
                  </a:lnTo>
                  <a:lnTo>
                    <a:pt x="54305" y="155333"/>
                  </a:lnTo>
                  <a:lnTo>
                    <a:pt x="20256" y="195059"/>
                  </a:lnTo>
                  <a:lnTo>
                    <a:pt x="20256" y="216750"/>
                  </a:lnTo>
                  <a:lnTo>
                    <a:pt x="18859" y="216408"/>
                  </a:lnTo>
                  <a:lnTo>
                    <a:pt x="15659" y="216611"/>
                  </a:lnTo>
                  <a:lnTo>
                    <a:pt x="12458" y="216801"/>
                  </a:lnTo>
                  <a:lnTo>
                    <a:pt x="9969" y="217754"/>
                  </a:lnTo>
                  <a:lnTo>
                    <a:pt x="9969" y="219671"/>
                  </a:lnTo>
                  <a:lnTo>
                    <a:pt x="9131" y="218681"/>
                  </a:lnTo>
                  <a:lnTo>
                    <a:pt x="9893" y="217792"/>
                  </a:lnTo>
                  <a:lnTo>
                    <a:pt x="9969" y="219671"/>
                  </a:lnTo>
                  <a:lnTo>
                    <a:pt x="9969" y="217754"/>
                  </a:lnTo>
                  <a:lnTo>
                    <a:pt x="19685" y="206375"/>
                  </a:lnTo>
                  <a:lnTo>
                    <a:pt x="19469" y="207606"/>
                  </a:lnTo>
                  <a:lnTo>
                    <a:pt x="19812" y="215087"/>
                  </a:lnTo>
                  <a:lnTo>
                    <a:pt x="20256" y="216750"/>
                  </a:lnTo>
                  <a:lnTo>
                    <a:pt x="20256" y="195059"/>
                  </a:lnTo>
                  <a:lnTo>
                    <a:pt x="0" y="218681"/>
                  </a:lnTo>
                  <a:lnTo>
                    <a:pt x="54305" y="282028"/>
                  </a:lnTo>
                  <a:lnTo>
                    <a:pt x="63449" y="271373"/>
                  </a:lnTo>
                  <a:lnTo>
                    <a:pt x="108623" y="218681"/>
                  </a:lnTo>
                  <a:close/>
                </a:path>
                <a:path w="311150" h="359409">
                  <a:moveTo>
                    <a:pt x="134239" y="62928"/>
                  </a:moveTo>
                  <a:lnTo>
                    <a:pt x="134150" y="60972"/>
                  </a:lnTo>
                  <a:lnTo>
                    <a:pt x="131508" y="60350"/>
                  </a:lnTo>
                  <a:lnTo>
                    <a:pt x="125095" y="60744"/>
                  </a:lnTo>
                  <a:lnTo>
                    <a:pt x="122542" y="61709"/>
                  </a:lnTo>
                  <a:lnTo>
                    <a:pt x="122631" y="63665"/>
                  </a:lnTo>
                  <a:lnTo>
                    <a:pt x="125260" y="64300"/>
                  </a:lnTo>
                  <a:lnTo>
                    <a:pt x="128473" y="64096"/>
                  </a:lnTo>
                  <a:lnTo>
                    <a:pt x="131673" y="63893"/>
                  </a:lnTo>
                  <a:lnTo>
                    <a:pt x="134239" y="62928"/>
                  </a:lnTo>
                  <a:close/>
                </a:path>
                <a:path w="311150" h="359409">
                  <a:moveTo>
                    <a:pt x="166814" y="100939"/>
                  </a:moveTo>
                  <a:lnTo>
                    <a:pt x="166725" y="98983"/>
                  </a:lnTo>
                  <a:lnTo>
                    <a:pt x="164084" y="98348"/>
                  </a:lnTo>
                  <a:lnTo>
                    <a:pt x="157683" y="98755"/>
                  </a:lnTo>
                  <a:lnTo>
                    <a:pt x="156171" y="99326"/>
                  </a:lnTo>
                  <a:lnTo>
                    <a:pt x="156476" y="97574"/>
                  </a:lnTo>
                  <a:lnTo>
                    <a:pt x="156298" y="93827"/>
                  </a:lnTo>
                  <a:lnTo>
                    <a:pt x="156133" y="90093"/>
                  </a:lnTo>
                  <a:lnTo>
                    <a:pt x="155308" y="87109"/>
                  </a:lnTo>
                  <a:lnTo>
                    <a:pt x="153631" y="87210"/>
                  </a:lnTo>
                  <a:lnTo>
                    <a:pt x="153085" y="90284"/>
                  </a:lnTo>
                  <a:lnTo>
                    <a:pt x="153428" y="97751"/>
                  </a:lnTo>
                  <a:lnTo>
                    <a:pt x="153885" y="99428"/>
                  </a:lnTo>
                  <a:lnTo>
                    <a:pt x="152488" y="99085"/>
                  </a:lnTo>
                  <a:lnTo>
                    <a:pt x="149275" y="99275"/>
                  </a:lnTo>
                  <a:lnTo>
                    <a:pt x="146075" y="99479"/>
                  </a:lnTo>
                  <a:lnTo>
                    <a:pt x="143510" y="100444"/>
                  </a:lnTo>
                  <a:lnTo>
                    <a:pt x="143611" y="102400"/>
                  </a:lnTo>
                  <a:lnTo>
                    <a:pt x="146240" y="103035"/>
                  </a:lnTo>
                  <a:lnTo>
                    <a:pt x="152654" y="102628"/>
                  </a:lnTo>
                  <a:lnTo>
                    <a:pt x="154076" y="102095"/>
                  </a:lnTo>
                  <a:lnTo>
                    <a:pt x="153784" y="103822"/>
                  </a:lnTo>
                  <a:lnTo>
                    <a:pt x="153949" y="107556"/>
                  </a:lnTo>
                  <a:lnTo>
                    <a:pt x="154127" y="111290"/>
                  </a:lnTo>
                  <a:lnTo>
                    <a:pt x="154952" y="114274"/>
                  </a:lnTo>
                  <a:lnTo>
                    <a:pt x="156629" y="114173"/>
                  </a:lnTo>
                  <a:lnTo>
                    <a:pt x="157175" y="111099"/>
                  </a:lnTo>
                  <a:lnTo>
                    <a:pt x="156819" y="103632"/>
                  </a:lnTo>
                  <a:lnTo>
                    <a:pt x="156362" y="101955"/>
                  </a:lnTo>
                  <a:lnTo>
                    <a:pt x="157848" y="102298"/>
                  </a:lnTo>
                  <a:lnTo>
                    <a:pt x="161048" y="102095"/>
                  </a:lnTo>
                  <a:lnTo>
                    <a:pt x="164249" y="101904"/>
                  </a:lnTo>
                  <a:lnTo>
                    <a:pt x="166814" y="100939"/>
                  </a:lnTo>
                  <a:close/>
                </a:path>
                <a:path w="311150" h="359409">
                  <a:moveTo>
                    <a:pt x="167436" y="25107"/>
                  </a:moveTo>
                  <a:lnTo>
                    <a:pt x="167347" y="23152"/>
                  </a:lnTo>
                  <a:lnTo>
                    <a:pt x="164706" y="22529"/>
                  </a:lnTo>
                  <a:lnTo>
                    <a:pt x="158305" y="22923"/>
                  </a:lnTo>
                  <a:lnTo>
                    <a:pt x="156781" y="23495"/>
                  </a:lnTo>
                  <a:lnTo>
                    <a:pt x="157099" y="21742"/>
                  </a:lnTo>
                  <a:lnTo>
                    <a:pt x="156921" y="18008"/>
                  </a:lnTo>
                  <a:lnTo>
                    <a:pt x="156756" y="14262"/>
                  </a:lnTo>
                  <a:lnTo>
                    <a:pt x="155930" y="11277"/>
                  </a:lnTo>
                  <a:lnTo>
                    <a:pt x="154254" y="11391"/>
                  </a:lnTo>
                  <a:lnTo>
                    <a:pt x="153708" y="14452"/>
                  </a:lnTo>
                  <a:lnTo>
                    <a:pt x="154051" y="21932"/>
                  </a:lnTo>
                  <a:lnTo>
                    <a:pt x="154495" y="23596"/>
                  </a:lnTo>
                  <a:lnTo>
                    <a:pt x="153111" y="23253"/>
                  </a:lnTo>
                  <a:lnTo>
                    <a:pt x="149898" y="23456"/>
                  </a:lnTo>
                  <a:lnTo>
                    <a:pt x="146697" y="23660"/>
                  </a:lnTo>
                  <a:lnTo>
                    <a:pt x="144132" y="24612"/>
                  </a:lnTo>
                  <a:lnTo>
                    <a:pt x="144221" y="26581"/>
                  </a:lnTo>
                  <a:lnTo>
                    <a:pt x="146862" y="27203"/>
                  </a:lnTo>
                  <a:lnTo>
                    <a:pt x="153276" y="26809"/>
                  </a:lnTo>
                  <a:lnTo>
                    <a:pt x="154698" y="26276"/>
                  </a:lnTo>
                  <a:lnTo>
                    <a:pt x="154406" y="27990"/>
                  </a:lnTo>
                  <a:lnTo>
                    <a:pt x="154571" y="31724"/>
                  </a:lnTo>
                  <a:lnTo>
                    <a:pt x="154749" y="35471"/>
                  </a:lnTo>
                  <a:lnTo>
                    <a:pt x="155575" y="38455"/>
                  </a:lnTo>
                  <a:lnTo>
                    <a:pt x="157251" y="38354"/>
                  </a:lnTo>
                  <a:lnTo>
                    <a:pt x="157797" y="35280"/>
                  </a:lnTo>
                  <a:lnTo>
                    <a:pt x="157441" y="27800"/>
                  </a:lnTo>
                  <a:lnTo>
                    <a:pt x="156984" y="26123"/>
                  </a:lnTo>
                  <a:lnTo>
                    <a:pt x="158470" y="26479"/>
                  </a:lnTo>
                  <a:lnTo>
                    <a:pt x="161671" y="26276"/>
                  </a:lnTo>
                  <a:lnTo>
                    <a:pt x="164871" y="26073"/>
                  </a:lnTo>
                  <a:lnTo>
                    <a:pt x="167436" y="25107"/>
                  </a:lnTo>
                  <a:close/>
                </a:path>
                <a:path w="311150" h="359409">
                  <a:moveTo>
                    <a:pt x="200329" y="63474"/>
                  </a:moveTo>
                  <a:lnTo>
                    <a:pt x="200228" y="61518"/>
                  </a:lnTo>
                  <a:lnTo>
                    <a:pt x="197599" y="60883"/>
                  </a:lnTo>
                  <a:lnTo>
                    <a:pt x="191185" y="61290"/>
                  </a:lnTo>
                  <a:lnTo>
                    <a:pt x="189674" y="61861"/>
                  </a:lnTo>
                  <a:lnTo>
                    <a:pt x="189979" y="60109"/>
                  </a:lnTo>
                  <a:lnTo>
                    <a:pt x="189814" y="56362"/>
                  </a:lnTo>
                  <a:lnTo>
                    <a:pt x="189649" y="52628"/>
                  </a:lnTo>
                  <a:lnTo>
                    <a:pt x="188810" y="49644"/>
                  </a:lnTo>
                  <a:lnTo>
                    <a:pt x="187134" y="49745"/>
                  </a:lnTo>
                  <a:lnTo>
                    <a:pt x="186601" y="52819"/>
                  </a:lnTo>
                  <a:lnTo>
                    <a:pt x="186944" y="60286"/>
                  </a:lnTo>
                  <a:lnTo>
                    <a:pt x="187388" y="61963"/>
                  </a:lnTo>
                  <a:lnTo>
                    <a:pt x="185991" y="61620"/>
                  </a:lnTo>
                  <a:lnTo>
                    <a:pt x="182791" y="61810"/>
                  </a:lnTo>
                  <a:lnTo>
                    <a:pt x="179578" y="62014"/>
                  </a:lnTo>
                  <a:lnTo>
                    <a:pt x="177012" y="62979"/>
                  </a:lnTo>
                  <a:lnTo>
                    <a:pt x="177114" y="64935"/>
                  </a:lnTo>
                  <a:lnTo>
                    <a:pt x="179755" y="65570"/>
                  </a:lnTo>
                  <a:lnTo>
                    <a:pt x="186156" y="65163"/>
                  </a:lnTo>
                  <a:lnTo>
                    <a:pt x="187591" y="64630"/>
                  </a:lnTo>
                  <a:lnTo>
                    <a:pt x="187299" y="66357"/>
                  </a:lnTo>
                  <a:lnTo>
                    <a:pt x="187464" y="70091"/>
                  </a:lnTo>
                  <a:lnTo>
                    <a:pt x="187629" y="73825"/>
                  </a:lnTo>
                  <a:lnTo>
                    <a:pt x="188455" y="76809"/>
                  </a:lnTo>
                  <a:lnTo>
                    <a:pt x="190131" y="76708"/>
                  </a:lnTo>
                  <a:lnTo>
                    <a:pt x="190677" y="73634"/>
                  </a:lnTo>
                  <a:lnTo>
                    <a:pt x="190334" y="66167"/>
                  </a:lnTo>
                  <a:lnTo>
                    <a:pt x="189865" y="64490"/>
                  </a:lnTo>
                  <a:lnTo>
                    <a:pt x="191350" y="64833"/>
                  </a:lnTo>
                  <a:lnTo>
                    <a:pt x="194551" y="64630"/>
                  </a:lnTo>
                  <a:lnTo>
                    <a:pt x="197764" y="64439"/>
                  </a:lnTo>
                  <a:lnTo>
                    <a:pt x="200329" y="63474"/>
                  </a:lnTo>
                  <a:close/>
                </a:path>
                <a:path w="311150" h="359409">
                  <a:moveTo>
                    <a:pt x="260146" y="295846"/>
                  </a:moveTo>
                  <a:lnTo>
                    <a:pt x="251015" y="285203"/>
                  </a:lnTo>
                  <a:lnTo>
                    <a:pt x="251015" y="295846"/>
                  </a:lnTo>
                  <a:lnTo>
                    <a:pt x="205841" y="348526"/>
                  </a:lnTo>
                  <a:lnTo>
                    <a:pt x="194170" y="334924"/>
                  </a:lnTo>
                  <a:lnTo>
                    <a:pt x="196735" y="335521"/>
                  </a:lnTo>
                  <a:lnTo>
                    <a:pt x="203149" y="335127"/>
                  </a:lnTo>
                  <a:lnTo>
                    <a:pt x="205701" y="334162"/>
                  </a:lnTo>
                  <a:lnTo>
                    <a:pt x="205651" y="333197"/>
                  </a:lnTo>
                  <a:lnTo>
                    <a:pt x="206425" y="333133"/>
                  </a:lnTo>
                  <a:lnTo>
                    <a:pt x="206971" y="330060"/>
                  </a:lnTo>
                  <a:lnTo>
                    <a:pt x="206794" y="326326"/>
                  </a:lnTo>
                  <a:lnTo>
                    <a:pt x="206629" y="322580"/>
                  </a:lnTo>
                  <a:lnTo>
                    <a:pt x="205803" y="319595"/>
                  </a:lnTo>
                  <a:lnTo>
                    <a:pt x="204127" y="319709"/>
                  </a:lnTo>
                  <a:lnTo>
                    <a:pt x="203581" y="322770"/>
                  </a:lnTo>
                  <a:lnTo>
                    <a:pt x="203923" y="330250"/>
                  </a:lnTo>
                  <a:lnTo>
                    <a:pt x="204368" y="331914"/>
                  </a:lnTo>
                  <a:lnTo>
                    <a:pt x="202971" y="331571"/>
                  </a:lnTo>
                  <a:lnTo>
                    <a:pt x="199771" y="331774"/>
                  </a:lnTo>
                  <a:lnTo>
                    <a:pt x="196570" y="331965"/>
                  </a:lnTo>
                  <a:lnTo>
                    <a:pt x="194005" y="332930"/>
                  </a:lnTo>
                  <a:lnTo>
                    <a:pt x="194081" y="334835"/>
                  </a:lnTo>
                  <a:lnTo>
                    <a:pt x="161569" y="296900"/>
                  </a:lnTo>
                  <a:lnTo>
                    <a:pt x="164160" y="297510"/>
                  </a:lnTo>
                  <a:lnTo>
                    <a:pt x="170561" y="297116"/>
                  </a:lnTo>
                  <a:lnTo>
                    <a:pt x="171996" y="296583"/>
                  </a:lnTo>
                  <a:lnTo>
                    <a:pt x="171704" y="298297"/>
                  </a:lnTo>
                  <a:lnTo>
                    <a:pt x="171869" y="302044"/>
                  </a:lnTo>
                  <a:lnTo>
                    <a:pt x="172034" y="305777"/>
                  </a:lnTo>
                  <a:lnTo>
                    <a:pt x="172859" y="308762"/>
                  </a:lnTo>
                  <a:lnTo>
                    <a:pt x="174536" y="308660"/>
                  </a:lnTo>
                  <a:lnTo>
                    <a:pt x="175082" y="305587"/>
                  </a:lnTo>
                  <a:lnTo>
                    <a:pt x="174739" y="298119"/>
                  </a:lnTo>
                  <a:lnTo>
                    <a:pt x="174282" y="296443"/>
                  </a:lnTo>
                  <a:lnTo>
                    <a:pt x="175755" y="296786"/>
                  </a:lnTo>
                  <a:lnTo>
                    <a:pt x="178968" y="296583"/>
                  </a:lnTo>
                  <a:lnTo>
                    <a:pt x="182168" y="296392"/>
                  </a:lnTo>
                  <a:lnTo>
                    <a:pt x="184734" y="295427"/>
                  </a:lnTo>
                  <a:lnTo>
                    <a:pt x="184632" y="293471"/>
                  </a:lnTo>
                  <a:lnTo>
                    <a:pt x="182003" y="292836"/>
                  </a:lnTo>
                  <a:lnTo>
                    <a:pt x="175590" y="293243"/>
                  </a:lnTo>
                  <a:lnTo>
                    <a:pt x="174078" y="293814"/>
                  </a:lnTo>
                  <a:lnTo>
                    <a:pt x="174383" y="292049"/>
                  </a:lnTo>
                  <a:lnTo>
                    <a:pt x="174218" y="288315"/>
                  </a:lnTo>
                  <a:lnTo>
                    <a:pt x="174053" y="284581"/>
                  </a:lnTo>
                  <a:lnTo>
                    <a:pt x="173228" y="281597"/>
                  </a:lnTo>
                  <a:lnTo>
                    <a:pt x="172859" y="281622"/>
                  </a:lnTo>
                  <a:lnTo>
                    <a:pt x="205841" y="243154"/>
                  </a:lnTo>
                  <a:lnTo>
                    <a:pt x="251015" y="295846"/>
                  </a:lnTo>
                  <a:lnTo>
                    <a:pt x="251015" y="285203"/>
                  </a:lnTo>
                  <a:lnTo>
                    <a:pt x="214972" y="243154"/>
                  </a:lnTo>
                  <a:lnTo>
                    <a:pt x="205841" y="232486"/>
                  </a:lnTo>
                  <a:lnTo>
                    <a:pt x="171792" y="272211"/>
                  </a:lnTo>
                  <a:lnTo>
                    <a:pt x="171792" y="293916"/>
                  </a:lnTo>
                  <a:lnTo>
                    <a:pt x="170395" y="293573"/>
                  </a:lnTo>
                  <a:lnTo>
                    <a:pt x="167195" y="293763"/>
                  </a:lnTo>
                  <a:lnTo>
                    <a:pt x="163982" y="293966"/>
                  </a:lnTo>
                  <a:lnTo>
                    <a:pt x="161505" y="294906"/>
                  </a:lnTo>
                  <a:lnTo>
                    <a:pt x="161505" y="296837"/>
                  </a:lnTo>
                  <a:lnTo>
                    <a:pt x="160667" y="295846"/>
                  </a:lnTo>
                  <a:lnTo>
                    <a:pt x="161417" y="294982"/>
                  </a:lnTo>
                  <a:lnTo>
                    <a:pt x="161505" y="296837"/>
                  </a:lnTo>
                  <a:lnTo>
                    <a:pt x="161505" y="294906"/>
                  </a:lnTo>
                  <a:lnTo>
                    <a:pt x="171221" y="283540"/>
                  </a:lnTo>
                  <a:lnTo>
                    <a:pt x="171005" y="284772"/>
                  </a:lnTo>
                  <a:lnTo>
                    <a:pt x="171348" y="292239"/>
                  </a:lnTo>
                  <a:lnTo>
                    <a:pt x="171792" y="293916"/>
                  </a:lnTo>
                  <a:lnTo>
                    <a:pt x="171792" y="272211"/>
                  </a:lnTo>
                  <a:lnTo>
                    <a:pt x="154647" y="292201"/>
                  </a:lnTo>
                  <a:lnTo>
                    <a:pt x="148653" y="285216"/>
                  </a:lnTo>
                  <a:lnTo>
                    <a:pt x="148653" y="295846"/>
                  </a:lnTo>
                  <a:lnTo>
                    <a:pt x="138557" y="307632"/>
                  </a:lnTo>
                  <a:lnTo>
                    <a:pt x="138823" y="306133"/>
                  </a:lnTo>
                  <a:lnTo>
                    <a:pt x="138468" y="298653"/>
                  </a:lnTo>
                  <a:lnTo>
                    <a:pt x="138010" y="296976"/>
                  </a:lnTo>
                  <a:lnTo>
                    <a:pt x="139496" y="297332"/>
                  </a:lnTo>
                  <a:lnTo>
                    <a:pt x="142697" y="297129"/>
                  </a:lnTo>
                  <a:lnTo>
                    <a:pt x="145897" y="296926"/>
                  </a:lnTo>
                  <a:lnTo>
                    <a:pt x="148463" y="295960"/>
                  </a:lnTo>
                  <a:lnTo>
                    <a:pt x="148437" y="295617"/>
                  </a:lnTo>
                  <a:lnTo>
                    <a:pt x="148653" y="295846"/>
                  </a:lnTo>
                  <a:lnTo>
                    <a:pt x="148653" y="285216"/>
                  </a:lnTo>
                  <a:lnTo>
                    <a:pt x="146735" y="282968"/>
                  </a:lnTo>
                  <a:lnTo>
                    <a:pt x="146735" y="293624"/>
                  </a:lnTo>
                  <a:lnTo>
                    <a:pt x="145732" y="293382"/>
                  </a:lnTo>
                  <a:lnTo>
                    <a:pt x="139331" y="293776"/>
                  </a:lnTo>
                  <a:lnTo>
                    <a:pt x="137807" y="294360"/>
                  </a:lnTo>
                  <a:lnTo>
                    <a:pt x="138112" y="292595"/>
                  </a:lnTo>
                  <a:lnTo>
                    <a:pt x="137947" y="288861"/>
                  </a:lnTo>
                  <a:lnTo>
                    <a:pt x="137782" y="285115"/>
                  </a:lnTo>
                  <a:lnTo>
                    <a:pt x="137134" y="282790"/>
                  </a:lnTo>
                  <a:lnTo>
                    <a:pt x="137134" y="309283"/>
                  </a:lnTo>
                  <a:lnTo>
                    <a:pt x="103492" y="348526"/>
                  </a:lnTo>
                  <a:lnTo>
                    <a:pt x="91821" y="334924"/>
                  </a:lnTo>
                  <a:lnTo>
                    <a:pt x="94386" y="335521"/>
                  </a:lnTo>
                  <a:lnTo>
                    <a:pt x="100787" y="335127"/>
                  </a:lnTo>
                  <a:lnTo>
                    <a:pt x="102222" y="334594"/>
                  </a:lnTo>
                  <a:lnTo>
                    <a:pt x="101930" y="336308"/>
                  </a:lnTo>
                  <a:lnTo>
                    <a:pt x="102095" y="340042"/>
                  </a:lnTo>
                  <a:lnTo>
                    <a:pt x="102260" y="343789"/>
                  </a:lnTo>
                  <a:lnTo>
                    <a:pt x="103085" y="346773"/>
                  </a:lnTo>
                  <a:lnTo>
                    <a:pt x="104762" y="346659"/>
                  </a:lnTo>
                  <a:lnTo>
                    <a:pt x="105308" y="343598"/>
                  </a:lnTo>
                  <a:lnTo>
                    <a:pt x="104965" y="336118"/>
                  </a:lnTo>
                  <a:lnTo>
                    <a:pt x="104508" y="334454"/>
                  </a:lnTo>
                  <a:lnTo>
                    <a:pt x="105981" y="334797"/>
                  </a:lnTo>
                  <a:lnTo>
                    <a:pt x="109194" y="334594"/>
                  </a:lnTo>
                  <a:lnTo>
                    <a:pt x="112395" y="334391"/>
                  </a:lnTo>
                  <a:lnTo>
                    <a:pt x="114960" y="333425"/>
                  </a:lnTo>
                  <a:lnTo>
                    <a:pt x="114858" y="331470"/>
                  </a:lnTo>
                  <a:lnTo>
                    <a:pt x="112229" y="330847"/>
                  </a:lnTo>
                  <a:lnTo>
                    <a:pt x="105816" y="331241"/>
                  </a:lnTo>
                  <a:lnTo>
                    <a:pt x="104305" y="331812"/>
                  </a:lnTo>
                  <a:lnTo>
                    <a:pt x="104609" y="330060"/>
                  </a:lnTo>
                  <a:lnTo>
                    <a:pt x="104444" y="326326"/>
                  </a:lnTo>
                  <a:lnTo>
                    <a:pt x="104279" y="322580"/>
                  </a:lnTo>
                  <a:lnTo>
                    <a:pt x="103454" y="319595"/>
                  </a:lnTo>
                  <a:lnTo>
                    <a:pt x="101777" y="319709"/>
                  </a:lnTo>
                  <a:lnTo>
                    <a:pt x="101231" y="322770"/>
                  </a:lnTo>
                  <a:lnTo>
                    <a:pt x="101574" y="330250"/>
                  </a:lnTo>
                  <a:lnTo>
                    <a:pt x="102019" y="331914"/>
                  </a:lnTo>
                  <a:lnTo>
                    <a:pt x="100622" y="331571"/>
                  </a:lnTo>
                  <a:lnTo>
                    <a:pt x="97421" y="331774"/>
                  </a:lnTo>
                  <a:lnTo>
                    <a:pt x="94221" y="331965"/>
                  </a:lnTo>
                  <a:lnTo>
                    <a:pt x="91655" y="332930"/>
                  </a:lnTo>
                  <a:lnTo>
                    <a:pt x="91732" y="334835"/>
                  </a:lnTo>
                  <a:lnTo>
                    <a:pt x="59220" y="296900"/>
                  </a:lnTo>
                  <a:lnTo>
                    <a:pt x="61798" y="297510"/>
                  </a:lnTo>
                  <a:lnTo>
                    <a:pt x="68211" y="297116"/>
                  </a:lnTo>
                  <a:lnTo>
                    <a:pt x="69646" y="296583"/>
                  </a:lnTo>
                  <a:lnTo>
                    <a:pt x="69342" y="298297"/>
                  </a:lnTo>
                  <a:lnTo>
                    <a:pt x="69519" y="302044"/>
                  </a:lnTo>
                  <a:lnTo>
                    <a:pt x="69684" y="305777"/>
                  </a:lnTo>
                  <a:lnTo>
                    <a:pt x="70510" y="308762"/>
                  </a:lnTo>
                  <a:lnTo>
                    <a:pt x="72186" y="308660"/>
                  </a:lnTo>
                  <a:lnTo>
                    <a:pt x="72732" y="305587"/>
                  </a:lnTo>
                  <a:lnTo>
                    <a:pt x="72390" y="298119"/>
                  </a:lnTo>
                  <a:lnTo>
                    <a:pt x="71920" y="296443"/>
                  </a:lnTo>
                  <a:lnTo>
                    <a:pt x="73406" y="296786"/>
                  </a:lnTo>
                  <a:lnTo>
                    <a:pt x="76606" y="296583"/>
                  </a:lnTo>
                  <a:lnTo>
                    <a:pt x="79806" y="296392"/>
                  </a:lnTo>
                  <a:lnTo>
                    <a:pt x="82372" y="295427"/>
                  </a:lnTo>
                  <a:lnTo>
                    <a:pt x="82283" y="293471"/>
                  </a:lnTo>
                  <a:lnTo>
                    <a:pt x="79641" y="292836"/>
                  </a:lnTo>
                  <a:lnTo>
                    <a:pt x="73240" y="293243"/>
                  </a:lnTo>
                  <a:lnTo>
                    <a:pt x="71729" y="293814"/>
                  </a:lnTo>
                  <a:lnTo>
                    <a:pt x="72034" y="292049"/>
                  </a:lnTo>
                  <a:lnTo>
                    <a:pt x="71869" y="288315"/>
                  </a:lnTo>
                  <a:lnTo>
                    <a:pt x="71691" y="284581"/>
                  </a:lnTo>
                  <a:lnTo>
                    <a:pt x="70866" y="281597"/>
                  </a:lnTo>
                  <a:lnTo>
                    <a:pt x="70510" y="281622"/>
                  </a:lnTo>
                  <a:lnTo>
                    <a:pt x="102273" y="244576"/>
                  </a:lnTo>
                  <a:lnTo>
                    <a:pt x="101854" y="246951"/>
                  </a:lnTo>
                  <a:lnTo>
                    <a:pt x="102196" y="254419"/>
                  </a:lnTo>
                  <a:lnTo>
                    <a:pt x="102641" y="256095"/>
                  </a:lnTo>
                  <a:lnTo>
                    <a:pt x="101244" y="255752"/>
                  </a:lnTo>
                  <a:lnTo>
                    <a:pt x="98044" y="255943"/>
                  </a:lnTo>
                  <a:lnTo>
                    <a:pt x="94843" y="256146"/>
                  </a:lnTo>
                  <a:lnTo>
                    <a:pt x="92278" y="257111"/>
                  </a:lnTo>
                  <a:lnTo>
                    <a:pt x="92367" y="259067"/>
                  </a:lnTo>
                  <a:lnTo>
                    <a:pt x="95008" y="259689"/>
                  </a:lnTo>
                  <a:lnTo>
                    <a:pt x="101409" y="259295"/>
                  </a:lnTo>
                  <a:lnTo>
                    <a:pt x="102844" y="258762"/>
                  </a:lnTo>
                  <a:lnTo>
                    <a:pt x="102552" y="260489"/>
                  </a:lnTo>
                  <a:lnTo>
                    <a:pt x="102717" y="264223"/>
                  </a:lnTo>
                  <a:lnTo>
                    <a:pt x="102882" y="267957"/>
                  </a:lnTo>
                  <a:lnTo>
                    <a:pt x="103708" y="270941"/>
                  </a:lnTo>
                  <a:lnTo>
                    <a:pt x="105384" y="270840"/>
                  </a:lnTo>
                  <a:lnTo>
                    <a:pt x="105930" y="267766"/>
                  </a:lnTo>
                  <a:lnTo>
                    <a:pt x="105587" y="260299"/>
                  </a:lnTo>
                  <a:lnTo>
                    <a:pt x="105130" y="258622"/>
                  </a:lnTo>
                  <a:lnTo>
                    <a:pt x="106603" y="258965"/>
                  </a:lnTo>
                  <a:lnTo>
                    <a:pt x="109816" y="258762"/>
                  </a:lnTo>
                  <a:lnTo>
                    <a:pt x="113017" y="258572"/>
                  </a:lnTo>
                  <a:lnTo>
                    <a:pt x="115582" y="257606"/>
                  </a:lnTo>
                  <a:lnTo>
                    <a:pt x="115557" y="257263"/>
                  </a:lnTo>
                  <a:lnTo>
                    <a:pt x="136893" y="282143"/>
                  </a:lnTo>
                  <a:lnTo>
                    <a:pt x="135280" y="282244"/>
                  </a:lnTo>
                  <a:lnTo>
                    <a:pt x="134734" y="285305"/>
                  </a:lnTo>
                  <a:lnTo>
                    <a:pt x="135077" y="292785"/>
                  </a:lnTo>
                  <a:lnTo>
                    <a:pt x="135521" y="294449"/>
                  </a:lnTo>
                  <a:lnTo>
                    <a:pt x="134137" y="294106"/>
                  </a:lnTo>
                  <a:lnTo>
                    <a:pt x="130924" y="294309"/>
                  </a:lnTo>
                  <a:lnTo>
                    <a:pt x="127723" y="294513"/>
                  </a:lnTo>
                  <a:lnTo>
                    <a:pt x="125158" y="295465"/>
                  </a:lnTo>
                  <a:lnTo>
                    <a:pt x="125247" y="297434"/>
                  </a:lnTo>
                  <a:lnTo>
                    <a:pt x="127889" y="298056"/>
                  </a:lnTo>
                  <a:lnTo>
                    <a:pt x="134302" y="297662"/>
                  </a:lnTo>
                  <a:lnTo>
                    <a:pt x="135724" y="297129"/>
                  </a:lnTo>
                  <a:lnTo>
                    <a:pt x="135432" y="298843"/>
                  </a:lnTo>
                  <a:lnTo>
                    <a:pt x="135597" y="302577"/>
                  </a:lnTo>
                  <a:lnTo>
                    <a:pt x="135775" y="306324"/>
                  </a:lnTo>
                  <a:lnTo>
                    <a:pt x="136601" y="309308"/>
                  </a:lnTo>
                  <a:lnTo>
                    <a:pt x="137134" y="309283"/>
                  </a:lnTo>
                  <a:lnTo>
                    <a:pt x="137134" y="282790"/>
                  </a:lnTo>
                  <a:lnTo>
                    <a:pt x="136982" y="282232"/>
                  </a:lnTo>
                  <a:lnTo>
                    <a:pt x="146735" y="293624"/>
                  </a:lnTo>
                  <a:lnTo>
                    <a:pt x="146735" y="282968"/>
                  </a:lnTo>
                  <a:lnTo>
                    <a:pt x="113842" y="244589"/>
                  </a:lnTo>
                  <a:lnTo>
                    <a:pt x="113842" y="255270"/>
                  </a:lnTo>
                  <a:lnTo>
                    <a:pt x="112852" y="255016"/>
                  </a:lnTo>
                  <a:lnTo>
                    <a:pt x="106438" y="255422"/>
                  </a:lnTo>
                  <a:lnTo>
                    <a:pt x="104927" y="255993"/>
                  </a:lnTo>
                  <a:lnTo>
                    <a:pt x="105232" y="254228"/>
                  </a:lnTo>
                  <a:lnTo>
                    <a:pt x="105067" y="250494"/>
                  </a:lnTo>
                  <a:lnTo>
                    <a:pt x="104902" y="246761"/>
                  </a:lnTo>
                  <a:lnTo>
                    <a:pt x="104089" y="243865"/>
                  </a:lnTo>
                  <a:lnTo>
                    <a:pt x="113842" y="255270"/>
                  </a:lnTo>
                  <a:lnTo>
                    <a:pt x="113842" y="244589"/>
                  </a:lnTo>
                  <a:lnTo>
                    <a:pt x="112623" y="243154"/>
                  </a:lnTo>
                  <a:lnTo>
                    <a:pt x="104025" y="233121"/>
                  </a:lnTo>
                  <a:lnTo>
                    <a:pt x="104025" y="243789"/>
                  </a:lnTo>
                  <a:lnTo>
                    <a:pt x="102895" y="243852"/>
                  </a:lnTo>
                  <a:lnTo>
                    <a:pt x="103492" y="243154"/>
                  </a:lnTo>
                  <a:lnTo>
                    <a:pt x="104025" y="243789"/>
                  </a:lnTo>
                  <a:lnTo>
                    <a:pt x="104025" y="233121"/>
                  </a:lnTo>
                  <a:lnTo>
                    <a:pt x="103492" y="232486"/>
                  </a:lnTo>
                  <a:lnTo>
                    <a:pt x="69443" y="272211"/>
                  </a:lnTo>
                  <a:lnTo>
                    <a:pt x="69443" y="293916"/>
                  </a:lnTo>
                  <a:lnTo>
                    <a:pt x="68046" y="293573"/>
                  </a:lnTo>
                  <a:lnTo>
                    <a:pt x="64833" y="293763"/>
                  </a:lnTo>
                  <a:lnTo>
                    <a:pt x="61633" y="293966"/>
                  </a:lnTo>
                  <a:lnTo>
                    <a:pt x="59156" y="294906"/>
                  </a:lnTo>
                  <a:lnTo>
                    <a:pt x="59156" y="296837"/>
                  </a:lnTo>
                  <a:lnTo>
                    <a:pt x="58318" y="295846"/>
                  </a:lnTo>
                  <a:lnTo>
                    <a:pt x="59067" y="294982"/>
                  </a:lnTo>
                  <a:lnTo>
                    <a:pt x="59156" y="296837"/>
                  </a:lnTo>
                  <a:lnTo>
                    <a:pt x="59156" y="294906"/>
                  </a:lnTo>
                  <a:lnTo>
                    <a:pt x="68859" y="283552"/>
                  </a:lnTo>
                  <a:lnTo>
                    <a:pt x="68643" y="284772"/>
                  </a:lnTo>
                  <a:lnTo>
                    <a:pt x="68999" y="292239"/>
                  </a:lnTo>
                  <a:lnTo>
                    <a:pt x="69443" y="293916"/>
                  </a:lnTo>
                  <a:lnTo>
                    <a:pt x="69443" y="272211"/>
                  </a:lnTo>
                  <a:lnTo>
                    <a:pt x="49174" y="295846"/>
                  </a:lnTo>
                  <a:lnTo>
                    <a:pt x="103492" y="359194"/>
                  </a:lnTo>
                  <a:lnTo>
                    <a:pt x="112623" y="348526"/>
                  </a:lnTo>
                  <a:lnTo>
                    <a:pt x="154647" y="299504"/>
                  </a:lnTo>
                  <a:lnTo>
                    <a:pt x="205841" y="359194"/>
                  </a:lnTo>
                  <a:lnTo>
                    <a:pt x="214972" y="348526"/>
                  </a:lnTo>
                  <a:lnTo>
                    <a:pt x="260146" y="295846"/>
                  </a:lnTo>
                  <a:close/>
                </a:path>
                <a:path w="311150" h="359409">
                  <a:moveTo>
                    <a:pt x="310680" y="63347"/>
                  </a:moveTo>
                  <a:lnTo>
                    <a:pt x="301548" y="52705"/>
                  </a:lnTo>
                  <a:lnTo>
                    <a:pt x="301548" y="63347"/>
                  </a:lnTo>
                  <a:lnTo>
                    <a:pt x="291452" y="75133"/>
                  </a:lnTo>
                  <a:lnTo>
                    <a:pt x="291719" y="73634"/>
                  </a:lnTo>
                  <a:lnTo>
                    <a:pt x="291363" y="66167"/>
                  </a:lnTo>
                  <a:lnTo>
                    <a:pt x="290906" y="64490"/>
                  </a:lnTo>
                  <a:lnTo>
                    <a:pt x="292392" y="64833"/>
                  </a:lnTo>
                  <a:lnTo>
                    <a:pt x="295592" y="64630"/>
                  </a:lnTo>
                  <a:lnTo>
                    <a:pt x="298792" y="64439"/>
                  </a:lnTo>
                  <a:lnTo>
                    <a:pt x="301358" y="63474"/>
                  </a:lnTo>
                  <a:lnTo>
                    <a:pt x="301332" y="63106"/>
                  </a:lnTo>
                  <a:lnTo>
                    <a:pt x="301548" y="63347"/>
                  </a:lnTo>
                  <a:lnTo>
                    <a:pt x="301548" y="52705"/>
                  </a:lnTo>
                  <a:lnTo>
                    <a:pt x="299643" y="50482"/>
                  </a:lnTo>
                  <a:lnTo>
                    <a:pt x="299643" y="61137"/>
                  </a:lnTo>
                  <a:lnTo>
                    <a:pt x="298627" y="60883"/>
                  </a:lnTo>
                  <a:lnTo>
                    <a:pt x="292227" y="61290"/>
                  </a:lnTo>
                  <a:lnTo>
                    <a:pt x="290715" y="61861"/>
                  </a:lnTo>
                  <a:lnTo>
                    <a:pt x="291020" y="60109"/>
                  </a:lnTo>
                  <a:lnTo>
                    <a:pt x="290855" y="56362"/>
                  </a:lnTo>
                  <a:lnTo>
                    <a:pt x="290664" y="52628"/>
                  </a:lnTo>
                  <a:lnTo>
                    <a:pt x="290029" y="50342"/>
                  </a:lnTo>
                  <a:lnTo>
                    <a:pt x="290029" y="76784"/>
                  </a:lnTo>
                  <a:lnTo>
                    <a:pt x="256387" y="116039"/>
                  </a:lnTo>
                  <a:lnTo>
                    <a:pt x="244703" y="102425"/>
                  </a:lnTo>
                  <a:lnTo>
                    <a:pt x="247281" y="103035"/>
                  </a:lnTo>
                  <a:lnTo>
                    <a:pt x="253682" y="102628"/>
                  </a:lnTo>
                  <a:lnTo>
                    <a:pt x="255117" y="102095"/>
                  </a:lnTo>
                  <a:lnTo>
                    <a:pt x="254825" y="103822"/>
                  </a:lnTo>
                  <a:lnTo>
                    <a:pt x="254990" y="107556"/>
                  </a:lnTo>
                  <a:lnTo>
                    <a:pt x="255155" y="111290"/>
                  </a:lnTo>
                  <a:lnTo>
                    <a:pt x="255981" y="114274"/>
                  </a:lnTo>
                  <a:lnTo>
                    <a:pt x="257657" y="114173"/>
                  </a:lnTo>
                  <a:lnTo>
                    <a:pt x="258203" y="111099"/>
                  </a:lnTo>
                  <a:lnTo>
                    <a:pt x="257860" y="103632"/>
                  </a:lnTo>
                  <a:lnTo>
                    <a:pt x="257403" y="101955"/>
                  </a:lnTo>
                  <a:lnTo>
                    <a:pt x="258876" y="102298"/>
                  </a:lnTo>
                  <a:lnTo>
                    <a:pt x="262089" y="102095"/>
                  </a:lnTo>
                  <a:lnTo>
                    <a:pt x="265290" y="101904"/>
                  </a:lnTo>
                  <a:lnTo>
                    <a:pt x="267855" y="100939"/>
                  </a:lnTo>
                  <a:lnTo>
                    <a:pt x="267766" y="98983"/>
                  </a:lnTo>
                  <a:lnTo>
                    <a:pt x="265125" y="98348"/>
                  </a:lnTo>
                  <a:lnTo>
                    <a:pt x="258711" y="98755"/>
                  </a:lnTo>
                  <a:lnTo>
                    <a:pt x="257200" y="99326"/>
                  </a:lnTo>
                  <a:lnTo>
                    <a:pt x="257505" y="97574"/>
                  </a:lnTo>
                  <a:lnTo>
                    <a:pt x="257340" y="93827"/>
                  </a:lnTo>
                  <a:lnTo>
                    <a:pt x="257175" y="90093"/>
                  </a:lnTo>
                  <a:lnTo>
                    <a:pt x="256349" y="87109"/>
                  </a:lnTo>
                  <a:lnTo>
                    <a:pt x="254673" y="87210"/>
                  </a:lnTo>
                  <a:lnTo>
                    <a:pt x="254127" y="90284"/>
                  </a:lnTo>
                  <a:lnTo>
                    <a:pt x="254469" y="97751"/>
                  </a:lnTo>
                  <a:lnTo>
                    <a:pt x="254914" y="99428"/>
                  </a:lnTo>
                  <a:lnTo>
                    <a:pt x="253517" y="99085"/>
                  </a:lnTo>
                  <a:lnTo>
                    <a:pt x="250317" y="99275"/>
                  </a:lnTo>
                  <a:lnTo>
                    <a:pt x="247116" y="99479"/>
                  </a:lnTo>
                  <a:lnTo>
                    <a:pt x="244551" y="100444"/>
                  </a:lnTo>
                  <a:lnTo>
                    <a:pt x="244627" y="102349"/>
                  </a:lnTo>
                  <a:lnTo>
                    <a:pt x="212128" y="64427"/>
                  </a:lnTo>
                  <a:lnTo>
                    <a:pt x="214693" y="65024"/>
                  </a:lnTo>
                  <a:lnTo>
                    <a:pt x="221107" y="64630"/>
                  </a:lnTo>
                  <a:lnTo>
                    <a:pt x="222542" y="64096"/>
                  </a:lnTo>
                  <a:lnTo>
                    <a:pt x="222250" y="65811"/>
                  </a:lnTo>
                  <a:lnTo>
                    <a:pt x="222415" y="69545"/>
                  </a:lnTo>
                  <a:lnTo>
                    <a:pt x="222580" y="73291"/>
                  </a:lnTo>
                  <a:lnTo>
                    <a:pt x="223405" y="76276"/>
                  </a:lnTo>
                  <a:lnTo>
                    <a:pt x="225082" y="76161"/>
                  </a:lnTo>
                  <a:lnTo>
                    <a:pt x="225628" y="73101"/>
                  </a:lnTo>
                  <a:lnTo>
                    <a:pt x="225285" y="65620"/>
                  </a:lnTo>
                  <a:lnTo>
                    <a:pt x="224815" y="63957"/>
                  </a:lnTo>
                  <a:lnTo>
                    <a:pt x="226301" y="64300"/>
                  </a:lnTo>
                  <a:lnTo>
                    <a:pt x="229501" y="64096"/>
                  </a:lnTo>
                  <a:lnTo>
                    <a:pt x="232714" y="63893"/>
                  </a:lnTo>
                  <a:lnTo>
                    <a:pt x="235280" y="62928"/>
                  </a:lnTo>
                  <a:lnTo>
                    <a:pt x="235178" y="60972"/>
                  </a:lnTo>
                  <a:lnTo>
                    <a:pt x="232537" y="60350"/>
                  </a:lnTo>
                  <a:lnTo>
                    <a:pt x="226136" y="60744"/>
                  </a:lnTo>
                  <a:lnTo>
                    <a:pt x="224624" y="61315"/>
                  </a:lnTo>
                  <a:lnTo>
                    <a:pt x="224929" y="59563"/>
                  </a:lnTo>
                  <a:lnTo>
                    <a:pt x="224764" y="55829"/>
                  </a:lnTo>
                  <a:lnTo>
                    <a:pt x="224586" y="52082"/>
                  </a:lnTo>
                  <a:lnTo>
                    <a:pt x="223761" y="49098"/>
                  </a:lnTo>
                  <a:lnTo>
                    <a:pt x="223405" y="49123"/>
                  </a:lnTo>
                  <a:lnTo>
                    <a:pt x="255168" y="12077"/>
                  </a:lnTo>
                  <a:lnTo>
                    <a:pt x="254749" y="14452"/>
                  </a:lnTo>
                  <a:lnTo>
                    <a:pt x="255092" y="21932"/>
                  </a:lnTo>
                  <a:lnTo>
                    <a:pt x="255536" y="23596"/>
                  </a:lnTo>
                  <a:lnTo>
                    <a:pt x="254139" y="23253"/>
                  </a:lnTo>
                  <a:lnTo>
                    <a:pt x="250939" y="23456"/>
                  </a:lnTo>
                  <a:lnTo>
                    <a:pt x="247738" y="23660"/>
                  </a:lnTo>
                  <a:lnTo>
                    <a:pt x="245173" y="24612"/>
                  </a:lnTo>
                  <a:lnTo>
                    <a:pt x="245262" y="26581"/>
                  </a:lnTo>
                  <a:lnTo>
                    <a:pt x="247904" y="27203"/>
                  </a:lnTo>
                  <a:lnTo>
                    <a:pt x="254304" y="26809"/>
                  </a:lnTo>
                  <a:lnTo>
                    <a:pt x="255739" y="26276"/>
                  </a:lnTo>
                  <a:lnTo>
                    <a:pt x="255447" y="27990"/>
                  </a:lnTo>
                  <a:lnTo>
                    <a:pt x="255612" y="31724"/>
                  </a:lnTo>
                  <a:lnTo>
                    <a:pt x="255778" y="35471"/>
                  </a:lnTo>
                  <a:lnTo>
                    <a:pt x="256603" y="38455"/>
                  </a:lnTo>
                  <a:lnTo>
                    <a:pt x="258279" y="38354"/>
                  </a:lnTo>
                  <a:lnTo>
                    <a:pt x="258826" y="35280"/>
                  </a:lnTo>
                  <a:lnTo>
                    <a:pt x="258483" y="27800"/>
                  </a:lnTo>
                  <a:lnTo>
                    <a:pt x="258025" y="26136"/>
                  </a:lnTo>
                  <a:lnTo>
                    <a:pt x="259499" y="26479"/>
                  </a:lnTo>
                  <a:lnTo>
                    <a:pt x="262712" y="26276"/>
                  </a:lnTo>
                  <a:lnTo>
                    <a:pt x="265912" y="26073"/>
                  </a:lnTo>
                  <a:lnTo>
                    <a:pt x="268478" y="25107"/>
                  </a:lnTo>
                  <a:lnTo>
                    <a:pt x="268452" y="24765"/>
                  </a:lnTo>
                  <a:lnTo>
                    <a:pt x="289801" y="49657"/>
                  </a:lnTo>
                  <a:lnTo>
                    <a:pt x="288175" y="49745"/>
                  </a:lnTo>
                  <a:lnTo>
                    <a:pt x="287629" y="52819"/>
                  </a:lnTo>
                  <a:lnTo>
                    <a:pt x="287985" y="60286"/>
                  </a:lnTo>
                  <a:lnTo>
                    <a:pt x="288429" y="61963"/>
                  </a:lnTo>
                  <a:lnTo>
                    <a:pt x="287032" y="61620"/>
                  </a:lnTo>
                  <a:lnTo>
                    <a:pt x="283819" y="61810"/>
                  </a:lnTo>
                  <a:lnTo>
                    <a:pt x="280619" y="62014"/>
                  </a:lnTo>
                  <a:lnTo>
                    <a:pt x="278053" y="62979"/>
                  </a:lnTo>
                  <a:lnTo>
                    <a:pt x="278142" y="64935"/>
                  </a:lnTo>
                  <a:lnTo>
                    <a:pt x="280784" y="65570"/>
                  </a:lnTo>
                  <a:lnTo>
                    <a:pt x="287197" y="65163"/>
                  </a:lnTo>
                  <a:lnTo>
                    <a:pt x="288620" y="64630"/>
                  </a:lnTo>
                  <a:lnTo>
                    <a:pt x="288328" y="66357"/>
                  </a:lnTo>
                  <a:lnTo>
                    <a:pt x="288505" y="70091"/>
                  </a:lnTo>
                  <a:lnTo>
                    <a:pt x="288671" y="73825"/>
                  </a:lnTo>
                  <a:lnTo>
                    <a:pt x="289496" y="76809"/>
                  </a:lnTo>
                  <a:lnTo>
                    <a:pt x="290029" y="76784"/>
                  </a:lnTo>
                  <a:lnTo>
                    <a:pt x="290029" y="50342"/>
                  </a:lnTo>
                  <a:lnTo>
                    <a:pt x="289864" y="49733"/>
                  </a:lnTo>
                  <a:lnTo>
                    <a:pt x="299643" y="61137"/>
                  </a:lnTo>
                  <a:lnTo>
                    <a:pt x="299643" y="50482"/>
                  </a:lnTo>
                  <a:lnTo>
                    <a:pt x="266750" y="12103"/>
                  </a:lnTo>
                  <a:lnTo>
                    <a:pt x="266750" y="22771"/>
                  </a:lnTo>
                  <a:lnTo>
                    <a:pt x="265747" y="22529"/>
                  </a:lnTo>
                  <a:lnTo>
                    <a:pt x="259334" y="22923"/>
                  </a:lnTo>
                  <a:lnTo>
                    <a:pt x="257822" y="23495"/>
                  </a:lnTo>
                  <a:lnTo>
                    <a:pt x="258127" y="21742"/>
                  </a:lnTo>
                  <a:lnTo>
                    <a:pt x="257962" y="18008"/>
                  </a:lnTo>
                  <a:lnTo>
                    <a:pt x="257797" y="14262"/>
                  </a:lnTo>
                  <a:lnTo>
                    <a:pt x="256984" y="11366"/>
                  </a:lnTo>
                  <a:lnTo>
                    <a:pt x="266750" y="22771"/>
                  </a:lnTo>
                  <a:lnTo>
                    <a:pt x="266750" y="12103"/>
                  </a:lnTo>
                  <a:lnTo>
                    <a:pt x="265518" y="10655"/>
                  </a:lnTo>
                  <a:lnTo>
                    <a:pt x="256921" y="635"/>
                  </a:lnTo>
                  <a:lnTo>
                    <a:pt x="256921" y="11290"/>
                  </a:lnTo>
                  <a:lnTo>
                    <a:pt x="255778" y="11366"/>
                  </a:lnTo>
                  <a:lnTo>
                    <a:pt x="256387" y="10655"/>
                  </a:lnTo>
                  <a:lnTo>
                    <a:pt x="256921" y="11290"/>
                  </a:lnTo>
                  <a:lnTo>
                    <a:pt x="256921" y="635"/>
                  </a:lnTo>
                  <a:lnTo>
                    <a:pt x="256387" y="0"/>
                  </a:lnTo>
                  <a:lnTo>
                    <a:pt x="222338" y="39712"/>
                  </a:lnTo>
                  <a:lnTo>
                    <a:pt x="222338" y="61417"/>
                  </a:lnTo>
                  <a:lnTo>
                    <a:pt x="220941" y="61074"/>
                  </a:lnTo>
                  <a:lnTo>
                    <a:pt x="217741" y="61277"/>
                  </a:lnTo>
                  <a:lnTo>
                    <a:pt x="214528" y="61480"/>
                  </a:lnTo>
                  <a:lnTo>
                    <a:pt x="212051" y="62407"/>
                  </a:lnTo>
                  <a:lnTo>
                    <a:pt x="212051" y="64338"/>
                  </a:lnTo>
                  <a:lnTo>
                    <a:pt x="211213" y="63347"/>
                  </a:lnTo>
                  <a:lnTo>
                    <a:pt x="211963" y="62471"/>
                  </a:lnTo>
                  <a:lnTo>
                    <a:pt x="212051" y="64338"/>
                  </a:lnTo>
                  <a:lnTo>
                    <a:pt x="212051" y="62407"/>
                  </a:lnTo>
                  <a:lnTo>
                    <a:pt x="221754" y="51041"/>
                  </a:lnTo>
                  <a:lnTo>
                    <a:pt x="221551" y="52273"/>
                  </a:lnTo>
                  <a:lnTo>
                    <a:pt x="221894" y="59753"/>
                  </a:lnTo>
                  <a:lnTo>
                    <a:pt x="222338" y="61417"/>
                  </a:lnTo>
                  <a:lnTo>
                    <a:pt x="222338" y="39712"/>
                  </a:lnTo>
                  <a:lnTo>
                    <a:pt x="202069" y="63347"/>
                  </a:lnTo>
                  <a:lnTo>
                    <a:pt x="256387" y="126695"/>
                  </a:lnTo>
                  <a:lnTo>
                    <a:pt x="265518" y="116039"/>
                  </a:lnTo>
                  <a:lnTo>
                    <a:pt x="310680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0" name="object 2050" descr=""/>
            <p:cNvSpPr/>
            <p:nvPr/>
          </p:nvSpPr>
          <p:spPr>
            <a:xfrm>
              <a:off x="7175995" y="6434042"/>
              <a:ext cx="466090" cy="514984"/>
            </a:xfrm>
            <a:custGeom>
              <a:avLst/>
              <a:gdLst/>
              <a:ahLst/>
              <a:cxnLst/>
              <a:rect l="l" t="t" r="r" b="b"/>
              <a:pathLst>
                <a:path w="466090" h="514984">
                  <a:moveTo>
                    <a:pt x="108623" y="451180"/>
                  </a:moveTo>
                  <a:lnTo>
                    <a:pt x="99491" y="440537"/>
                  </a:lnTo>
                  <a:lnTo>
                    <a:pt x="99491" y="451180"/>
                  </a:lnTo>
                  <a:lnTo>
                    <a:pt x="89369" y="462978"/>
                  </a:lnTo>
                  <a:lnTo>
                    <a:pt x="89649" y="461467"/>
                  </a:lnTo>
                  <a:lnTo>
                    <a:pt x="89293" y="453986"/>
                  </a:lnTo>
                  <a:lnTo>
                    <a:pt x="88836" y="452310"/>
                  </a:lnTo>
                  <a:lnTo>
                    <a:pt x="90322" y="452666"/>
                  </a:lnTo>
                  <a:lnTo>
                    <a:pt x="93522" y="452462"/>
                  </a:lnTo>
                  <a:lnTo>
                    <a:pt x="96723" y="452259"/>
                  </a:lnTo>
                  <a:lnTo>
                    <a:pt x="99288" y="451294"/>
                  </a:lnTo>
                  <a:lnTo>
                    <a:pt x="99263" y="450926"/>
                  </a:lnTo>
                  <a:lnTo>
                    <a:pt x="99491" y="451180"/>
                  </a:lnTo>
                  <a:lnTo>
                    <a:pt x="99491" y="440537"/>
                  </a:lnTo>
                  <a:lnTo>
                    <a:pt x="97574" y="438302"/>
                  </a:lnTo>
                  <a:lnTo>
                    <a:pt x="97574" y="448970"/>
                  </a:lnTo>
                  <a:lnTo>
                    <a:pt x="96558" y="448716"/>
                  </a:lnTo>
                  <a:lnTo>
                    <a:pt x="90157" y="449110"/>
                  </a:lnTo>
                  <a:lnTo>
                    <a:pt x="88646" y="449681"/>
                  </a:lnTo>
                  <a:lnTo>
                    <a:pt x="88950" y="447929"/>
                  </a:lnTo>
                  <a:lnTo>
                    <a:pt x="88773" y="444195"/>
                  </a:lnTo>
                  <a:lnTo>
                    <a:pt x="88607" y="440448"/>
                  </a:lnTo>
                  <a:lnTo>
                    <a:pt x="87972" y="438188"/>
                  </a:lnTo>
                  <a:lnTo>
                    <a:pt x="87972" y="464616"/>
                  </a:lnTo>
                  <a:lnTo>
                    <a:pt x="54317" y="503859"/>
                  </a:lnTo>
                  <a:lnTo>
                    <a:pt x="42646" y="490258"/>
                  </a:lnTo>
                  <a:lnTo>
                    <a:pt x="45212" y="490855"/>
                  </a:lnTo>
                  <a:lnTo>
                    <a:pt x="51625" y="490461"/>
                  </a:lnTo>
                  <a:lnTo>
                    <a:pt x="53047" y="489927"/>
                  </a:lnTo>
                  <a:lnTo>
                    <a:pt x="52755" y="491642"/>
                  </a:lnTo>
                  <a:lnTo>
                    <a:pt x="52920" y="495376"/>
                  </a:lnTo>
                  <a:lnTo>
                    <a:pt x="53086" y="499122"/>
                  </a:lnTo>
                  <a:lnTo>
                    <a:pt x="53911" y="502107"/>
                  </a:lnTo>
                  <a:lnTo>
                    <a:pt x="55587" y="501992"/>
                  </a:lnTo>
                  <a:lnTo>
                    <a:pt x="56134" y="498932"/>
                  </a:lnTo>
                  <a:lnTo>
                    <a:pt x="55791" y="491451"/>
                  </a:lnTo>
                  <a:lnTo>
                    <a:pt x="55333" y="489788"/>
                  </a:lnTo>
                  <a:lnTo>
                    <a:pt x="56807" y="490131"/>
                  </a:lnTo>
                  <a:lnTo>
                    <a:pt x="60020" y="489927"/>
                  </a:lnTo>
                  <a:lnTo>
                    <a:pt x="63220" y="489724"/>
                  </a:lnTo>
                  <a:lnTo>
                    <a:pt x="65786" y="488759"/>
                  </a:lnTo>
                  <a:lnTo>
                    <a:pt x="65697" y="486803"/>
                  </a:lnTo>
                  <a:lnTo>
                    <a:pt x="63055" y="486181"/>
                  </a:lnTo>
                  <a:lnTo>
                    <a:pt x="56642" y="486575"/>
                  </a:lnTo>
                  <a:lnTo>
                    <a:pt x="55130" y="487146"/>
                  </a:lnTo>
                  <a:lnTo>
                    <a:pt x="55435" y="485394"/>
                  </a:lnTo>
                  <a:lnTo>
                    <a:pt x="55270" y="481660"/>
                  </a:lnTo>
                  <a:lnTo>
                    <a:pt x="55105" y="477913"/>
                  </a:lnTo>
                  <a:lnTo>
                    <a:pt x="54279" y="474929"/>
                  </a:lnTo>
                  <a:lnTo>
                    <a:pt x="52603" y="475043"/>
                  </a:lnTo>
                  <a:lnTo>
                    <a:pt x="52057" y="478104"/>
                  </a:lnTo>
                  <a:lnTo>
                    <a:pt x="52400" y="485584"/>
                  </a:lnTo>
                  <a:lnTo>
                    <a:pt x="52844" y="487248"/>
                  </a:lnTo>
                  <a:lnTo>
                    <a:pt x="51447" y="486905"/>
                  </a:lnTo>
                  <a:lnTo>
                    <a:pt x="48247" y="487108"/>
                  </a:lnTo>
                  <a:lnTo>
                    <a:pt x="45046" y="487299"/>
                  </a:lnTo>
                  <a:lnTo>
                    <a:pt x="42481" y="488264"/>
                  </a:lnTo>
                  <a:lnTo>
                    <a:pt x="42557" y="490169"/>
                  </a:lnTo>
                  <a:lnTo>
                    <a:pt x="10045" y="452234"/>
                  </a:lnTo>
                  <a:lnTo>
                    <a:pt x="12623" y="452843"/>
                  </a:lnTo>
                  <a:lnTo>
                    <a:pt x="19037" y="452450"/>
                  </a:lnTo>
                  <a:lnTo>
                    <a:pt x="20472" y="451916"/>
                  </a:lnTo>
                  <a:lnTo>
                    <a:pt x="20180" y="453631"/>
                  </a:lnTo>
                  <a:lnTo>
                    <a:pt x="20345" y="457377"/>
                  </a:lnTo>
                  <a:lnTo>
                    <a:pt x="20510" y="461111"/>
                  </a:lnTo>
                  <a:lnTo>
                    <a:pt x="21336" y="464096"/>
                  </a:lnTo>
                  <a:lnTo>
                    <a:pt x="23012" y="463994"/>
                  </a:lnTo>
                  <a:lnTo>
                    <a:pt x="23558" y="460921"/>
                  </a:lnTo>
                  <a:lnTo>
                    <a:pt x="23215" y="453453"/>
                  </a:lnTo>
                  <a:lnTo>
                    <a:pt x="22745" y="451777"/>
                  </a:lnTo>
                  <a:lnTo>
                    <a:pt x="24231" y="452120"/>
                  </a:lnTo>
                  <a:lnTo>
                    <a:pt x="27432" y="451916"/>
                  </a:lnTo>
                  <a:lnTo>
                    <a:pt x="30645" y="451726"/>
                  </a:lnTo>
                  <a:lnTo>
                    <a:pt x="33210" y="450761"/>
                  </a:lnTo>
                  <a:lnTo>
                    <a:pt x="33108" y="448805"/>
                  </a:lnTo>
                  <a:lnTo>
                    <a:pt x="30467" y="448170"/>
                  </a:lnTo>
                  <a:lnTo>
                    <a:pt x="24066" y="448576"/>
                  </a:lnTo>
                  <a:lnTo>
                    <a:pt x="22555" y="449148"/>
                  </a:lnTo>
                  <a:lnTo>
                    <a:pt x="22860" y="447382"/>
                  </a:lnTo>
                  <a:lnTo>
                    <a:pt x="22694" y="443649"/>
                  </a:lnTo>
                  <a:lnTo>
                    <a:pt x="22517" y="439915"/>
                  </a:lnTo>
                  <a:lnTo>
                    <a:pt x="21691" y="436930"/>
                  </a:lnTo>
                  <a:lnTo>
                    <a:pt x="21336" y="436956"/>
                  </a:lnTo>
                  <a:lnTo>
                    <a:pt x="53098" y="399910"/>
                  </a:lnTo>
                  <a:lnTo>
                    <a:pt x="52679" y="402285"/>
                  </a:lnTo>
                  <a:lnTo>
                    <a:pt x="53022" y="409752"/>
                  </a:lnTo>
                  <a:lnTo>
                    <a:pt x="53467" y="411429"/>
                  </a:lnTo>
                  <a:lnTo>
                    <a:pt x="52070" y="411086"/>
                  </a:lnTo>
                  <a:lnTo>
                    <a:pt x="48869" y="411276"/>
                  </a:lnTo>
                  <a:lnTo>
                    <a:pt x="45669" y="411480"/>
                  </a:lnTo>
                  <a:lnTo>
                    <a:pt x="43103" y="412445"/>
                  </a:lnTo>
                  <a:lnTo>
                    <a:pt x="43192" y="414401"/>
                  </a:lnTo>
                  <a:lnTo>
                    <a:pt x="45834" y="415023"/>
                  </a:lnTo>
                  <a:lnTo>
                    <a:pt x="52235" y="414629"/>
                  </a:lnTo>
                  <a:lnTo>
                    <a:pt x="53670" y="414096"/>
                  </a:lnTo>
                  <a:lnTo>
                    <a:pt x="53378" y="415823"/>
                  </a:lnTo>
                  <a:lnTo>
                    <a:pt x="53543" y="419557"/>
                  </a:lnTo>
                  <a:lnTo>
                    <a:pt x="53708" y="423291"/>
                  </a:lnTo>
                  <a:lnTo>
                    <a:pt x="54533" y="426275"/>
                  </a:lnTo>
                  <a:lnTo>
                    <a:pt x="56210" y="426173"/>
                  </a:lnTo>
                  <a:lnTo>
                    <a:pt x="56756" y="423100"/>
                  </a:lnTo>
                  <a:lnTo>
                    <a:pt x="56413" y="415632"/>
                  </a:lnTo>
                  <a:lnTo>
                    <a:pt x="55956" y="413956"/>
                  </a:lnTo>
                  <a:lnTo>
                    <a:pt x="57429" y="414299"/>
                  </a:lnTo>
                  <a:lnTo>
                    <a:pt x="60642" y="414096"/>
                  </a:lnTo>
                  <a:lnTo>
                    <a:pt x="63842" y="413905"/>
                  </a:lnTo>
                  <a:lnTo>
                    <a:pt x="66408" y="412940"/>
                  </a:lnTo>
                  <a:lnTo>
                    <a:pt x="66382" y="412597"/>
                  </a:lnTo>
                  <a:lnTo>
                    <a:pt x="87731" y="437476"/>
                  </a:lnTo>
                  <a:lnTo>
                    <a:pt x="86106" y="437578"/>
                  </a:lnTo>
                  <a:lnTo>
                    <a:pt x="85559" y="440639"/>
                  </a:lnTo>
                  <a:lnTo>
                    <a:pt x="85915" y="448119"/>
                  </a:lnTo>
                  <a:lnTo>
                    <a:pt x="86360" y="449783"/>
                  </a:lnTo>
                  <a:lnTo>
                    <a:pt x="84963" y="449440"/>
                  </a:lnTo>
                  <a:lnTo>
                    <a:pt x="81749" y="449643"/>
                  </a:lnTo>
                  <a:lnTo>
                    <a:pt x="78549" y="449846"/>
                  </a:lnTo>
                  <a:lnTo>
                    <a:pt x="75984" y="450799"/>
                  </a:lnTo>
                  <a:lnTo>
                    <a:pt x="76073" y="452767"/>
                  </a:lnTo>
                  <a:lnTo>
                    <a:pt x="78714" y="453390"/>
                  </a:lnTo>
                  <a:lnTo>
                    <a:pt x="85128" y="452996"/>
                  </a:lnTo>
                  <a:lnTo>
                    <a:pt x="86550" y="452462"/>
                  </a:lnTo>
                  <a:lnTo>
                    <a:pt x="86258" y="454177"/>
                  </a:lnTo>
                  <a:lnTo>
                    <a:pt x="86423" y="457911"/>
                  </a:lnTo>
                  <a:lnTo>
                    <a:pt x="86601" y="461657"/>
                  </a:lnTo>
                  <a:lnTo>
                    <a:pt x="87426" y="464642"/>
                  </a:lnTo>
                  <a:lnTo>
                    <a:pt x="87972" y="464616"/>
                  </a:lnTo>
                  <a:lnTo>
                    <a:pt x="87972" y="438188"/>
                  </a:lnTo>
                  <a:lnTo>
                    <a:pt x="87795" y="437553"/>
                  </a:lnTo>
                  <a:lnTo>
                    <a:pt x="97574" y="448970"/>
                  </a:lnTo>
                  <a:lnTo>
                    <a:pt x="97574" y="438302"/>
                  </a:lnTo>
                  <a:lnTo>
                    <a:pt x="64681" y="399935"/>
                  </a:lnTo>
                  <a:lnTo>
                    <a:pt x="64681" y="410591"/>
                  </a:lnTo>
                  <a:lnTo>
                    <a:pt x="63677" y="410349"/>
                  </a:lnTo>
                  <a:lnTo>
                    <a:pt x="57264" y="410756"/>
                  </a:lnTo>
                  <a:lnTo>
                    <a:pt x="55753" y="411327"/>
                  </a:lnTo>
                  <a:lnTo>
                    <a:pt x="56057" y="409562"/>
                  </a:lnTo>
                  <a:lnTo>
                    <a:pt x="55892" y="405828"/>
                  </a:lnTo>
                  <a:lnTo>
                    <a:pt x="55714" y="402094"/>
                  </a:lnTo>
                  <a:lnTo>
                    <a:pt x="54914" y="399199"/>
                  </a:lnTo>
                  <a:lnTo>
                    <a:pt x="64681" y="410591"/>
                  </a:lnTo>
                  <a:lnTo>
                    <a:pt x="64681" y="399935"/>
                  </a:lnTo>
                  <a:lnTo>
                    <a:pt x="63449" y="398487"/>
                  </a:lnTo>
                  <a:lnTo>
                    <a:pt x="54851" y="388454"/>
                  </a:lnTo>
                  <a:lnTo>
                    <a:pt x="54851" y="399122"/>
                  </a:lnTo>
                  <a:lnTo>
                    <a:pt x="53721" y="399186"/>
                  </a:lnTo>
                  <a:lnTo>
                    <a:pt x="54317" y="398487"/>
                  </a:lnTo>
                  <a:lnTo>
                    <a:pt x="54851" y="399122"/>
                  </a:lnTo>
                  <a:lnTo>
                    <a:pt x="54851" y="388454"/>
                  </a:lnTo>
                  <a:lnTo>
                    <a:pt x="54317" y="387819"/>
                  </a:lnTo>
                  <a:lnTo>
                    <a:pt x="20269" y="427545"/>
                  </a:lnTo>
                  <a:lnTo>
                    <a:pt x="20269" y="449249"/>
                  </a:lnTo>
                  <a:lnTo>
                    <a:pt x="18872" y="448906"/>
                  </a:lnTo>
                  <a:lnTo>
                    <a:pt x="15671" y="449097"/>
                  </a:lnTo>
                  <a:lnTo>
                    <a:pt x="12458" y="449300"/>
                  </a:lnTo>
                  <a:lnTo>
                    <a:pt x="9982" y="450240"/>
                  </a:lnTo>
                  <a:lnTo>
                    <a:pt x="9982" y="452170"/>
                  </a:lnTo>
                  <a:lnTo>
                    <a:pt x="9144" y="451180"/>
                  </a:lnTo>
                  <a:lnTo>
                    <a:pt x="9893" y="450303"/>
                  </a:lnTo>
                  <a:lnTo>
                    <a:pt x="9982" y="452170"/>
                  </a:lnTo>
                  <a:lnTo>
                    <a:pt x="9982" y="450240"/>
                  </a:lnTo>
                  <a:lnTo>
                    <a:pt x="19685" y="438873"/>
                  </a:lnTo>
                  <a:lnTo>
                    <a:pt x="19481" y="440105"/>
                  </a:lnTo>
                  <a:lnTo>
                    <a:pt x="19824" y="447573"/>
                  </a:lnTo>
                  <a:lnTo>
                    <a:pt x="20269" y="449249"/>
                  </a:lnTo>
                  <a:lnTo>
                    <a:pt x="20269" y="427545"/>
                  </a:lnTo>
                  <a:lnTo>
                    <a:pt x="0" y="451180"/>
                  </a:lnTo>
                  <a:lnTo>
                    <a:pt x="54317" y="514527"/>
                  </a:lnTo>
                  <a:lnTo>
                    <a:pt x="63449" y="503859"/>
                  </a:lnTo>
                  <a:lnTo>
                    <a:pt x="108623" y="451180"/>
                  </a:lnTo>
                  <a:close/>
                </a:path>
                <a:path w="466090" h="514984">
                  <a:moveTo>
                    <a:pt x="267614" y="488759"/>
                  </a:moveTo>
                  <a:lnTo>
                    <a:pt x="267525" y="486803"/>
                  </a:lnTo>
                  <a:lnTo>
                    <a:pt x="264883" y="486181"/>
                  </a:lnTo>
                  <a:lnTo>
                    <a:pt x="258470" y="486575"/>
                  </a:lnTo>
                  <a:lnTo>
                    <a:pt x="255917" y="487540"/>
                  </a:lnTo>
                  <a:lnTo>
                    <a:pt x="253276" y="486905"/>
                  </a:lnTo>
                  <a:lnTo>
                    <a:pt x="250075" y="487108"/>
                  </a:lnTo>
                  <a:lnTo>
                    <a:pt x="246875" y="487299"/>
                  </a:lnTo>
                  <a:lnTo>
                    <a:pt x="244309" y="488264"/>
                  </a:lnTo>
                  <a:lnTo>
                    <a:pt x="244398" y="490232"/>
                  </a:lnTo>
                  <a:lnTo>
                    <a:pt x="247040" y="490855"/>
                  </a:lnTo>
                  <a:lnTo>
                    <a:pt x="253453" y="490461"/>
                  </a:lnTo>
                  <a:lnTo>
                    <a:pt x="254876" y="489927"/>
                  </a:lnTo>
                  <a:lnTo>
                    <a:pt x="254584" y="491642"/>
                  </a:lnTo>
                  <a:lnTo>
                    <a:pt x="254749" y="495376"/>
                  </a:lnTo>
                  <a:lnTo>
                    <a:pt x="254927" y="499122"/>
                  </a:lnTo>
                  <a:lnTo>
                    <a:pt x="255752" y="502107"/>
                  </a:lnTo>
                  <a:lnTo>
                    <a:pt x="257429" y="501992"/>
                  </a:lnTo>
                  <a:lnTo>
                    <a:pt x="257975" y="498932"/>
                  </a:lnTo>
                  <a:lnTo>
                    <a:pt x="257619" y="491451"/>
                  </a:lnTo>
                  <a:lnTo>
                    <a:pt x="257162" y="489775"/>
                  </a:lnTo>
                  <a:lnTo>
                    <a:pt x="258648" y="490131"/>
                  </a:lnTo>
                  <a:lnTo>
                    <a:pt x="261848" y="489927"/>
                  </a:lnTo>
                  <a:lnTo>
                    <a:pt x="265049" y="489724"/>
                  </a:lnTo>
                  <a:lnTo>
                    <a:pt x="267614" y="488759"/>
                  </a:lnTo>
                  <a:close/>
                </a:path>
                <a:path w="466090" h="514984">
                  <a:moveTo>
                    <a:pt x="268236" y="412940"/>
                  </a:moveTo>
                  <a:lnTo>
                    <a:pt x="268147" y="410984"/>
                  </a:lnTo>
                  <a:lnTo>
                    <a:pt x="265506" y="410349"/>
                  </a:lnTo>
                  <a:lnTo>
                    <a:pt x="259092" y="410756"/>
                  </a:lnTo>
                  <a:lnTo>
                    <a:pt x="257581" y="411327"/>
                  </a:lnTo>
                  <a:lnTo>
                    <a:pt x="257886" y="409562"/>
                  </a:lnTo>
                  <a:lnTo>
                    <a:pt x="257721" y="405828"/>
                  </a:lnTo>
                  <a:lnTo>
                    <a:pt x="257556" y="402094"/>
                  </a:lnTo>
                  <a:lnTo>
                    <a:pt x="256730" y="399110"/>
                  </a:lnTo>
                  <a:lnTo>
                    <a:pt x="255054" y="399211"/>
                  </a:lnTo>
                  <a:lnTo>
                    <a:pt x="254508" y="402285"/>
                  </a:lnTo>
                  <a:lnTo>
                    <a:pt x="254850" y="409752"/>
                  </a:lnTo>
                  <a:lnTo>
                    <a:pt x="255308" y="411429"/>
                  </a:lnTo>
                  <a:lnTo>
                    <a:pt x="253898" y="411086"/>
                  </a:lnTo>
                  <a:lnTo>
                    <a:pt x="250698" y="411276"/>
                  </a:lnTo>
                  <a:lnTo>
                    <a:pt x="247497" y="411480"/>
                  </a:lnTo>
                  <a:lnTo>
                    <a:pt x="244932" y="412445"/>
                  </a:lnTo>
                  <a:lnTo>
                    <a:pt x="245021" y="414401"/>
                  </a:lnTo>
                  <a:lnTo>
                    <a:pt x="247662" y="415023"/>
                  </a:lnTo>
                  <a:lnTo>
                    <a:pt x="254076" y="414629"/>
                  </a:lnTo>
                  <a:lnTo>
                    <a:pt x="255498" y="414096"/>
                  </a:lnTo>
                  <a:lnTo>
                    <a:pt x="255206" y="415823"/>
                  </a:lnTo>
                  <a:lnTo>
                    <a:pt x="255371" y="419557"/>
                  </a:lnTo>
                  <a:lnTo>
                    <a:pt x="255549" y="423291"/>
                  </a:lnTo>
                  <a:lnTo>
                    <a:pt x="256374" y="426275"/>
                  </a:lnTo>
                  <a:lnTo>
                    <a:pt x="258051" y="426173"/>
                  </a:lnTo>
                  <a:lnTo>
                    <a:pt x="258584" y="423100"/>
                  </a:lnTo>
                  <a:lnTo>
                    <a:pt x="258241" y="415632"/>
                  </a:lnTo>
                  <a:lnTo>
                    <a:pt x="257784" y="413956"/>
                  </a:lnTo>
                  <a:lnTo>
                    <a:pt x="259270" y="414299"/>
                  </a:lnTo>
                  <a:lnTo>
                    <a:pt x="262470" y="414096"/>
                  </a:lnTo>
                  <a:lnTo>
                    <a:pt x="265671" y="413905"/>
                  </a:lnTo>
                  <a:lnTo>
                    <a:pt x="268236" y="412940"/>
                  </a:lnTo>
                  <a:close/>
                </a:path>
                <a:path w="466090" h="514984">
                  <a:moveTo>
                    <a:pt x="301129" y="451294"/>
                  </a:moveTo>
                  <a:lnTo>
                    <a:pt x="301028" y="449338"/>
                  </a:lnTo>
                  <a:lnTo>
                    <a:pt x="298386" y="448716"/>
                  </a:lnTo>
                  <a:lnTo>
                    <a:pt x="291985" y="449110"/>
                  </a:lnTo>
                  <a:lnTo>
                    <a:pt x="290474" y="449681"/>
                  </a:lnTo>
                  <a:lnTo>
                    <a:pt x="290779" y="447929"/>
                  </a:lnTo>
                  <a:lnTo>
                    <a:pt x="290614" y="444195"/>
                  </a:lnTo>
                  <a:lnTo>
                    <a:pt x="290436" y="440448"/>
                  </a:lnTo>
                  <a:lnTo>
                    <a:pt x="289610" y="437464"/>
                  </a:lnTo>
                  <a:lnTo>
                    <a:pt x="287934" y="437578"/>
                  </a:lnTo>
                  <a:lnTo>
                    <a:pt x="287401" y="440639"/>
                  </a:lnTo>
                  <a:lnTo>
                    <a:pt x="287743" y="448119"/>
                  </a:lnTo>
                  <a:lnTo>
                    <a:pt x="288188" y="449783"/>
                  </a:lnTo>
                  <a:lnTo>
                    <a:pt x="286791" y="449440"/>
                  </a:lnTo>
                  <a:lnTo>
                    <a:pt x="283591" y="449643"/>
                  </a:lnTo>
                  <a:lnTo>
                    <a:pt x="280377" y="449846"/>
                  </a:lnTo>
                  <a:lnTo>
                    <a:pt x="277812" y="450799"/>
                  </a:lnTo>
                  <a:lnTo>
                    <a:pt x="277914" y="452767"/>
                  </a:lnTo>
                  <a:lnTo>
                    <a:pt x="280555" y="453390"/>
                  </a:lnTo>
                  <a:lnTo>
                    <a:pt x="286956" y="452996"/>
                  </a:lnTo>
                  <a:lnTo>
                    <a:pt x="288391" y="452462"/>
                  </a:lnTo>
                  <a:lnTo>
                    <a:pt x="288099" y="454177"/>
                  </a:lnTo>
                  <a:lnTo>
                    <a:pt x="288264" y="457911"/>
                  </a:lnTo>
                  <a:lnTo>
                    <a:pt x="288429" y="461657"/>
                  </a:lnTo>
                  <a:lnTo>
                    <a:pt x="289255" y="464642"/>
                  </a:lnTo>
                  <a:lnTo>
                    <a:pt x="290931" y="464527"/>
                  </a:lnTo>
                  <a:lnTo>
                    <a:pt x="291477" y="461467"/>
                  </a:lnTo>
                  <a:lnTo>
                    <a:pt x="291134" y="453986"/>
                  </a:lnTo>
                  <a:lnTo>
                    <a:pt x="290664" y="452323"/>
                  </a:lnTo>
                  <a:lnTo>
                    <a:pt x="292150" y="452666"/>
                  </a:lnTo>
                  <a:lnTo>
                    <a:pt x="295351" y="452462"/>
                  </a:lnTo>
                  <a:lnTo>
                    <a:pt x="298564" y="452259"/>
                  </a:lnTo>
                  <a:lnTo>
                    <a:pt x="301129" y="451294"/>
                  </a:lnTo>
                  <a:close/>
                </a:path>
                <a:path w="466090" h="514984">
                  <a:moveTo>
                    <a:pt x="360984" y="374015"/>
                  </a:moveTo>
                  <a:lnTo>
                    <a:pt x="351853" y="363372"/>
                  </a:lnTo>
                  <a:lnTo>
                    <a:pt x="351853" y="374015"/>
                  </a:lnTo>
                  <a:lnTo>
                    <a:pt x="341757" y="385800"/>
                  </a:lnTo>
                  <a:lnTo>
                    <a:pt x="342023" y="384302"/>
                  </a:lnTo>
                  <a:lnTo>
                    <a:pt x="341668" y="376821"/>
                  </a:lnTo>
                  <a:lnTo>
                    <a:pt x="341210" y="375145"/>
                  </a:lnTo>
                  <a:lnTo>
                    <a:pt x="342696" y="375500"/>
                  </a:lnTo>
                  <a:lnTo>
                    <a:pt x="345897" y="375297"/>
                  </a:lnTo>
                  <a:lnTo>
                    <a:pt x="349097" y="375107"/>
                  </a:lnTo>
                  <a:lnTo>
                    <a:pt x="351663" y="374142"/>
                  </a:lnTo>
                  <a:lnTo>
                    <a:pt x="351637" y="373773"/>
                  </a:lnTo>
                  <a:lnTo>
                    <a:pt x="351853" y="374015"/>
                  </a:lnTo>
                  <a:lnTo>
                    <a:pt x="351853" y="363372"/>
                  </a:lnTo>
                  <a:lnTo>
                    <a:pt x="349948" y="361149"/>
                  </a:lnTo>
                  <a:lnTo>
                    <a:pt x="349948" y="371805"/>
                  </a:lnTo>
                  <a:lnTo>
                    <a:pt x="348932" y="371551"/>
                  </a:lnTo>
                  <a:lnTo>
                    <a:pt x="342531" y="371944"/>
                  </a:lnTo>
                  <a:lnTo>
                    <a:pt x="341020" y="372516"/>
                  </a:lnTo>
                  <a:lnTo>
                    <a:pt x="341325" y="370763"/>
                  </a:lnTo>
                  <a:lnTo>
                    <a:pt x="341160" y="367030"/>
                  </a:lnTo>
                  <a:lnTo>
                    <a:pt x="340969" y="363296"/>
                  </a:lnTo>
                  <a:lnTo>
                    <a:pt x="340334" y="361010"/>
                  </a:lnTo>
                  <a:lnTo>
                    <a:pt x="340334" y="387451"/>
                  </a:lnTo>
                  <a:lnTo>
                    <a:pt x="306692" y="426707"/>
                  </a:lnTo>
                  <a:lnTo>
                    <a:pt x="294995" y="413092"/>
                  </a:lnTo>
                  <a:lnTo>
                    <a:pt x="297586" y="413689"/>
                  </a:lnTo>
                  <a:lnTo>
                    <a:pt x="303987" y="413296"/>
                  </a:lnTo>
                  <a:lnTo>
                    <a:pt x="305422" y="412762"/>
                  </a:lnTo>
                  <a:lnTo>
                    <a:pt x="305130" y="414477"/>
                  </a:lnTo>
                  <a:lnTo>
                    <a:pt x="305295" y="418223"/>
                  </a:lnTo>
                  <a:lnTo>
                    <a:pt x="305460" y="421957"/>
                  </a:lnTo>
                  <a:lnTo>
                    <a:pt x="306285" y="424942"/>
                  </a:lnTo>
                  <a:lnTo>
                    <a:pt x="307962" y="424840"/>
                  </a:lnTo>
                  <a:lnTo>
                    <a:pt x="308508" y="421767"/>
                  </a:lnTo>
                  <a:lnTo>
                    <a:pt x="308165" y="414299"/>
                  </a:lnTo>
                  <a:lnTo>
                    <a:pt x="307695" y="412610"/>
                  </a:lnTo>
                  <a:lnTo>
                    <a:pt x="309181" y="412965"/>
                  </a:lnTo>
                  <a:lnTo>
                    <a:pt x="312394" y="412762"/>
                  </a:lnTo>
                  <a:lnTo>
                    <a:pt x="315595" y="412572"/>
                  </a:lnTo>
                  <a:lnTo>
                    <a:pt x="318160" y="411607"/>
                  </a:lnTo>
                  <a:lnTo>
                    <a:pt x="318071" y="409651"/>
                  </a:lnTo>
                  <a:lnTo>
                    <a:pt x="315429" y="409016"/>
                  </a:lnTo>
                  <a:lnTo>
                    <a:pt x="309016" y="409409"/>
                  </a:lnTo>
                  <a:lnTo>
                    <a:pt x="307505" y="409981"/>
                  </a:lnTo>
                  <a:lnTo>
                    <a:pt x="307809" y="408228"/>
                  </a:lnTo>
                  <a:lnTo>
                    <a:pt x="307644" y="404495"/>
                  </a:lnTo>
                  <a:lnTo>
                    <a:pt x="307479" y="400761"/>
                  </a:lnTo>
                  <a:lnTo>
                    <a:pt x="306654" y="397776"/>
                  </a:lnTo>
                  <a:lnTo>
                    <a:pt x="304977" y="397878"/>
                  </a:lnTo>
                  <a:lnTo>
                    <a:pt x="304431" y="400951"/>
                  </a:lnTo>
                  <a:lnTo>
                    <a:pt x="304774" y="408419"/>
                  </a:lnTo>
                  <a:lnTo>
                    <a:pt x="305219" y="410083"/>
                  </a:lnTo>
                  <a:lnTo>
                    <a:pt x="303822" y="409740"/>
                  </a:lnTo>
                  <a:lnTo>
                    <a:pt x="300621" y="409943"/>
                  </a:lnTo>
                  <a:lnTo>
                    <a:pt x="297421" y="410146"/>
                  </a:lnTo>
                  <a:lnTo>
                    <a:pt x="294855" y="411111"/>
                  </a:lnTo>
                  <a:lnTo>
                    <a:pt x="294932" y="413016"/>
                  </a:lnTo>
                  <a:lnTo>
                    <a:pt x="262420" y="375081"/>
                  </a:lnTo>
                  <a:lnTo>
                    <a:pt x="264998" y="375691"/>
                  </a:lnTo>
                  <a:lnTo>
                    <a:pt x="271411" y="375285"/>
                  </a:lnTo>
                  <a:lnTo>
                    <a:pt x="272846" y="374751"/>
                  </a:lnTo>
                  <a:lnTo>
                    <a:pt x="272554" y="376478"/>
                  </a:lnTo>
                  <a:lnTo>
                    <a:pt x="272719" y="380212"/>
                  </a:lnTo>
                  <a:lnTo>
                    <a:pt x="272884" y="383959"/>
                  </a:lnTo>
                  <a:lnTo>
                    <a:pt x="273710" y="386943"/>
                  </a:lnTo>
                  <a:lnTo>
                    <a:pt x="275386" y="386829"/>
                  </a:lnTo>
                  <a:lnTo>
                    <a:pt x="275932" y="383768"/>
                  </a:lnTo>
                  <a:lnTo>
                    <a:pt x="275590" y="376288"/>
                  </a:lnTo>
                  <a:lnTo>
                    <a:pt x="275120" y="374611"/>
                  </a:lnTo>
                  <a:lnTo>
                    <a:pt x="276606" y="374954"/>
                  </a:lnTo>
                  <a:lnTo>
                    <a:pt x="279806" y="374764"/>
                  </a:lnTo>
                  <a:lnTo>
                    <a:pt x="283019" y="374561"/>
                  </a:lnTo>
                  <a:lnTo>
                    <a:pt x="285584" y="373595"/>
                  </a:lnTo>
                  <a:lnTo>
                    <a:pt x="285483" y="371640"/>
                  </a:lnTo>
                  <a:lnTo>
                    <a:pt x="282841" y="371017"/>
                  </a:lnTo>
                  <a:lnTo>
                    <a:pt x="276440" y="371411"/>
                  </a:lnTo>
                  <a:lnTo>
                    <a:pt x="274929" y="371983"/>
                  </a:lnTo>
                  <a:lnTo>
                    <a:pt x="275234" y="370230"/>
                  </a:lnTo>
                  <a:lnTo>
                    <a:pt x="275069" y="366483"/>
                  </a:lnTo>
                  <a:lnTo>
                    <a:pt x="274891" y="362750"/>
                  </a:lnTo>
                  <a:lnTo>
                    <a:pt x="274066" y="359765"/>
                  </a:lnTo>
                  <a:lnTo>
                    <a:pt x="273710" y="359791"/>
                  </a:lnTo>
                  <a:lnTo>
                    <a:pt x="305473" y="322745"/>
                  </a:lnTo>
                  <a:lnTo>
                    <a:pt x="305054" y="325120"/>
                  </a:lnTo>
                  <a:lnTo>
                    <a:pt x="305396" y="332600"/>
                  </a:lnTo>
                  <a:lnTo>
                    <a:pt x="305841" y="334264"/>
                  </a:lnTo>
                  <a:lnTo>
                    <a:pt x="304444" y="333921"/>
                  </a:lnTo>
                  <a:lnTo>
                    <a:pt x="301244" y="334124"/>
                  </a:lnTo>
                  <a:lnTo>
                    <a:pt x="298043" y="334314"/>
                  </a:lnTo>
                  <a:lnTo>
                    <a:pt x="295478" y="335280"/>
                  </a:lnTo>
                  <a:lnTo>
                    <a:pt x="295567" y="337235"/>
                  </a:lnTo>
                  <a:lnTo>
                    <a:pt x="298208" y="337870"/>
                  </a:lnTo>
                  <a:lnTo>
                    <a:pt x="304609" y="337464"/>
                  </a:lnTo>
                  <a:lnTo>
                    <a:pt x="306044" y="336931"/>
                  </a:lnTo>
                  <a:lnTo>
                    <a:pt x="305752" y="338658"/>
                  </a:lnTo>
                  <a:lnTo>
                    <a:pt x="305917" y="342392"/>
                  </a:lnTo>
                  <a:lnTo>
                    <a:pt x="306082" y="346138"/>
                  </a:lnTo>
                  <a:lnTo>
                    <a:pt x="306908" y="349123"/>
                  </a:lnTo>
                  <a:lnTo>
                    <a:pt x="308584" y="349008"/>
                  </a:lnTo>
                  <a:lnTo>
                    <a:pt x="309130" y="345948"/>
                  </a:lnTo>
                  <a:lnTo>
                    <a:pt x="308787" y="338467"/>
                  </a:lnTo>
                  <a:lnTo>
                    <a:pt x="308330" y="336791"/>
                  </a:lnTo>
                  <a:lnTo>
                    <a:pt x="309803" y="337134"/>
                  </a:lnTo>
                  <a:lnTo>
                    <a:pt x="313016" y="336943"/>
                  </a:lnTo>
                  <a:lnTo>
                    <a:pt x="316217" y="336740"/>
                  </a:lnTo>
                  <a:lnTo>
                    <a:pt x="318782" y="335775"/>
                  </a:lnTo>
                  <a:lnTo>
                    <a:pt x="318757" y="335432"/>
                  </a:lnTo>
                  <a:lnTo>
                    <a:pt x="340106" y="360324"/>
                  </a:lnTo>
                  <a:lnTo>
                    <a:pt x="338480" y="360413"/>
                  </a:lnTo>
                  <a:lnTo>
                    <a:pt x="337934" y="363486"/>
                  </a:lnTo>
                  <a:lnTo>
                    <a:pt x="338289" y="370954"/>
                  </a:lnTo>
                  <a:lnTo>
                    <a:pt x="338734" y="372630"/>
                  </a:lnTo>
                  <a:lnTo>
                    <a:pt x="337337" y="372287"/>
                  </a:lnTo>
                  <a:lnTo>
                    <a:pt x="334124" y="372478"/>
                  </a:lnTo>
                  <a:lnTo>
                    <a:pt x="330923" y="372681"/>
                  </a:lnTo>
                  <a:lnTo>
                    <a:pt x="328358" y="373646"/>
                  </a:lnTo>
                  <a:lnTo>
                    <a:pt x="328447" y="375602"/>
                  </a:lnTo>
                  <a:lnTo>
                    <a:pt x="331089" y="376224"/>
                  </a:lnTo>
                  <a:lnTo>
                    <a:pt x="337502" y="375831"/>
                  </a:lnTo>
                  <a:lnTo>
                    <a:pt x="338924" y="375297"/>
                  </a:lnTo>
                  <a:lnTo>
                    <a:pt x="338632" y="377012"/>
                  </a:lnTo>
                  <a:lnTo>
                    <a:pt x="338810" y="380758"/>
                  </a:lnTo>
                  <a:lnTo>
                    <a:pt x="338975" y="384492"/>
                  </a:lnTo>
                  <a:lnTo>
                    <a:pt x="339801" y="387477"/>
                  </a:lnTo>
                  <a:lnTo>
                    <a:pt x="340334" y="387451"/>
                  </a:lnTo>
                  <a:lnTo>
                    <a:pt x="340334" y="361010"/>
                  </a:lnTo>
                  <a:lnTo>
                    <a:pt x="340169" y="360400"/>
                  </a:lnTo>
                  <a:lnTo>
                    <a:pt x="349948" y="371805"/>
                  </a:lnTo>
                  <a:lnTo>
                    <a:pt x="349948" y="361149"/>
                  </a:lnTo>
                  <a:lnTo>
                    <a:pt x="317055" y="322770"/>
                  </a:lnTo>
                  <a:lnTo>
                    <a:pt x="317055" y="333438"/>
                  </a:lnTo>
                  <a:lnTo>
                    <a:pt x="316052" y="333197"/>
                  </a:lnTo>
                  <a:lnTo>
                    <a:pt x="309638" y="333590"/>
                  </a:lnTo>
                  <a:lnTo>
                    <a:pt x="308127" y="334162"/>
                  </a:lnTo>
                  <a:lnTo>
                    <a:pt x="308432" y="332409"/>
                  </a:lnTo>
                  <a:lnTo>
                    <a:pt x="308267" y="328663"/>
                  </a:lnTo>
                  <a:lnTo>
                    <a:pt x="308102" y="324929"/>
                  </a:lnTo>
                  <a:lnTo>
                    <a:pt x="307289" y="322033"/>
                  </a:lnTo>
                  <a:lnTo>
                    <a:pt x="317055" y="333438"/>
                  </a:lnTo>
                  <a:lnTo>
                    <a:pt x="317055" y="322770"/>
                  </a:lnTo>
                  <a:lnTo>
                    <a:pt x="315823" y="321322"/>
                  </a:lnTo>
                  <a:lnTo>
                    <a:pt x="307225" y="311302"/>
                  </a:lnTo>
                  <a:lnTo>
                    <a:pt x="307225" y="321957"/>
                  </a:lnTo>
                  <a:lnTo>
                    <a:pt x="306095" y="322021"/>
                  </a:lnTo>
                  <a:lnTo>
                    <a:pt x="306692" y="321322"/>
                  </a:lnTo>
                  <a:lnTo>
                    <a:pt x="307225" y="321957"/>
                  </a:lnTo>
                  <a:lnTo>
                    <a:pt x="307225" y="311302"/>
                  </a:lnTo>
                  <a:lnTo>
                    <a:pt x="306692" y="310667"/>
                  </a:lnTo>
                  <a:lnTo>
                    <a:pt x="272643" y="350380"/>
                  </a:lnTo>
                  <a:lnTo>
                    <a:pt x="272643" y="372084"/>
                  </a:lnTo>
                  <a:lnTo>
                    <a:pt x="271246" y="371741"/>
                  </a:lnTo>
                  <a:lnTo>
                    <a:pt x="268046" y="371944"/>
                  </a:lnTo>
                  <a:lnTo>
                    <a:pt x="264833" y="372135"/>
                  </a:lnTo>
                  <a:lnTo>
                    <a:pt x="262356" y="373075"/>
                  </a:lnTo>
                  <a:lnTo>
                    <a:pt x="262356" y="375005"/>
                  </a:lnTo>
                  <a:lnTo>
                    <a:pt x="261518" y="374015"/>
                  </a:lnTo>
                  <a:lnTo>
                    <a:pt x="262267" y="373138"/>
                  </a:lnTo>
                  <a:lnTo>
                    <a:pt x="262356" y="375005"/>
                  </a:lnTo>
                  <a:lnTo>
                    <a:pt x="262356" y="373075"/>
                  </a:lnTo>
                  <a:lnTo>
                    <a:pt x="272059" y="361708"/>
                  </a:lnTo>
                  <a:lnTo>
                    <a:pt x="271856" y="362940"/>
                  </a:lnTo>
                  <a:lnTo>
                    <a:pt x="272199" y="370420"/>
                  </a:lnTo>
                  <a:lnTo>
                    <a:pt x="272643" y="372084"/>
                  </a:lnTo>
                  <a:lnTo>
                    <a:pt x="272643" y="350380"/>
                  </a:lnTo>
                  <a:lnTo>
                    <a:pt x="256159" y="369595"/>
                  </a:lnTo>
                  <a:lnTo>
                    <a:pt x="250825" y="363372"/>
                  </a:lnTo>
                  <a:lnTo>
                    <a:pt x="250825" y="374015"/>
                  </a:lnTo>
                  <a:lnTo>
                    <a:pt x="240703" y="385813"/>
                  </a:lnTo>
                  <a:lnTo>
                    <a:pt x="240982" y="384302"/>
                  </a:lnTo>
                  <a:lnTo>
                    <a:pt x="240639" y="376821"/>
                  </a:lnTo>
                  <a:lnTo>
                    <a:pt x="240169" y="375145"/>
                  </a:lnTo>
                  <a:lnTo>
                    <a:pt x="241655" y="375500"/>
                  </a:lnTo>
                  <a:lnTo>
                    <a:pt x="244856" y="375297"/>
                  </a:lnTo>
                  <a:lnTo>
                    <a:pt x="248069" y="375107"/>
                  </a:lnTo>
                  <a:lnTo>
                    <a:pt x="250634" y="374142"/>
                  </a:lnTo>
                  <a:lnTo>
                    <a:pt x="250609" y="373773"/>
                  </a:lnTo>
                  <a:lnTo>
                    <a:pt x="250825" y="374015"/>
                  </a:lnTo>
                  <a:lnTo>
                    <a:pt x="250825" y="363372"/>
                  </a:lnTo>
                  <a:lnTo>
                    <a:pt x="248920" y="361149"/>
                  </a:lnTo>
                  <a:lnTo>
                    <a:pt x="248920" y="371805"/>
                  </a:lnTo>
                  <a:lnTo>
                    <a:pt x="247904" y="371551"/>
                  </a:lnTo>
                  <a:lnTo>
                    <a:pt x="241490" y="371944"/>
                  </a:lnTo>
                  <a:lnTo>
                    <a:pt x="239979" y="372516"/>
                  </a:lnTo>
                  <a:lnTo>
                    <a:pt x="240284" y="370763"/>
                  </a:lnTo>
                  <a:lnTo>
                    <a:pt x="240118" y="367030"/>
                  </a:lnTo>
                  <a:lnTo>
                    <a:pt x="239953" y="363296"/>
                  </a:lnTo>
                  <a:lnTo>
                    <a:pt x="239306" y="361022"/>
                  </a:lnTo>
                  <a:lnTo>
                    <a:pt x="239306" y="387451"/>
                  </a:lnTo>
                  <a:lnTo>
                    <a:pt x="205651" y="426707"/>
                  </a:lnTo>
                  <a:lnTo>
                    <a:pt x="193967" y="413080"/>
                  </a:lnTo>
                  <a:lnTo>
                    <a:pt x="196545" y="413689"/>
                  </a:lnTo>
                  <a:lnTo>
                    <a:pt x="202958" y="413296"/>
                  </a:lnTo>
                  <a:lnTo>
                    <a:pt x="204381" y="412762"/>
                  </a:lnTo>
                  <a:lnTo>
                    <a:pt x="204089" y="414477"/>
                  </a:lnTo>
                  <a:lnTo>
                    <a:pt x="204254" y="418223"/>
                  </a:lnTo>
                  <a:lnTo>
                    <a:pt x="204431" y="421957"/>
                  </a:lnTo>
                  <a:lnTo>
                    <a:pt x="205257" y="424942"/>
                  </a:lnTo>
                  <a:lnTo>
                    <a:pt x="206933" y="424840"/>
                  </a:lnTo>
                  <a:lnTo>
                    <a:pt x="207479" y="421767"/>
                  </a:lnTo>
                  <a:lnTo>
                    <a:pt x="207124" y="414299"/>
                  </a:lnTo>
                  <a:lnTo>
                    <a:pt x="206654" y="412610"/>
                  </a:lnTo>
                  <a:lnTo>
                    <a:pt x="208153" y="412965"/>
                  </a:lnTo>
                  <a:lnTo>
                    <a:pt x="211353" y="412762"/>
                  </a:lnTo>
                  <a:lnTo>
                    <a:pt x="214553" y="412572"/>
                  </a:lnTo>
                  <a:lnTo>
                    <a:pt x="217119" y="411607"/>
                  </a:lnTo>
                  <a:lnTo>
                    <a:pt x="217030" y="409651"/>
                  </a:lnTo>
                  <a:lnTo>
                    <a:pt x="214388" y="409016"/>
                  </a:lnTo>
                  <a:lnTo>
                    <a:pt x="207987" y="409409"/>
                  </a:lnTo>
                  <a:lnTo>
                    <a:pt x="206476" y="409981"/>
                  </a:lnTo>
                  <a:lnTo>
                    <a:pt x="206781" y="408228"/>
                  </a:lnTo>
                  <a:lnTo>
                    <a:pt x="206603" y="404495"/>
                  </a:lnTo>
                  <a:lnTo>
                    <a:pt x="206438" y="400761"/>
                  </a:lnTo>
                  <a:lnTo>
                    <a:pt x="205613" y="397776"/>
                  </a:lnTo>
                  <a:lnTo>
                    <a:pt x="203936" y="397878"/>
                  </a:lnTo>
                  <a:lnTo>
                    <a:pt x="203390" y="400951"/>
                  </a:lnTo>
                  <a:lnTo>
                    <a:pt x="203733" y="408419"/>
                  </a:lnTo>
                  <a:lnTo>
                    <a:pt x="204177" y="410083"/>
                  </a:lnTo>
                  <a:lnTo>
                    <a:pt x="202793" y="409740"/>
                  </a:lnTo>
                  <a:lnTo>
                    <a:pt x="199580" y="409943"/>
                  </a:lnTo>
                  <a:lnTo>
                    <a:pt x="196380" y="410146"/>
                  </a:lnTo>
                  <a:lnTo>
                    <a:pt x="193814" y="411111"/>
                  </a:lnTo>
                  <a:lnTo>
                    <a:pt x="193903" y="413029"/>
                  </a:lnTo>
                  <a:lnTo>
                    <a:pt x="161378" y="375069"/>
                  </a:lnTo>
                  <a:lnTo>
                    <a:pt x="163969" y="375691"/>
                  </a:lnTo>
                  <a:lnTo>
                    <a:pt x="170370" y="375285"/>
                  </a:lnTo>
                  <a:lnTo>
                    <a:pt x="171805" y="374751"/>
                  </a:lnTo>
                  <a:lnTo>
                    <a:pt x="171513" y="376478"/>
                  </a:lnTo>
                  <a:lnTo>
                    <a:pt x="171678" y="380212"/>
                  </a:lnTo>
                  <a:lnTo>
                    <a:pt x="171843" y="383959"/>
                  </a:lnTo>
                  <a:lnTo>
                    <a:pt x="172669" y="386943"/>
                  </a:lnTo>
                  <a:lnTo>
                    <a:pt x="174345" y="386829"/>
                  </a:lnTo>
                  <a:lnTo>
                    <a:pt x="174891" y="383768"/>
                  </a:lnTo>
                  <a:lnTo>
                    <a:pt x="174548" y="376288"/>
                  </a:lnTo>
                  <a:lnTo>
                    <a:pt x="174091" y="374611"/>
                  </a:lnTo>
                  <a:lnTo>
                    <a:pt x="175564" y="374954"/>
                  </a:lnTo>
                  <a:lnTo>
                    <a:pt x="178777" y="374764"/>
                  </a:lnTo>
                  <a:lnTo>
                    <a:pt x="181978" y="374561"/>
                  </a:lnTo>
                  <a:lnTo>
                    <a:pt x="184543" y="373595"/>
                  </a:lnTo>
                  <a:lnTo>
                    <a:pt x="184454" y="371640"/>
                  </a:lnTo>
                  <a:lnTo>
                    <a:pt x="181813" y="371017"/>
                  </a:lnTo>
                  <a:lnTo>
                    <a:pt x="175399" y="371411"/>
                  </a:lnTo>
                  <a:lnTo>
                    <a:pt x="173888" y="371983"/>
                  </a:lnTo>
                  <a:lnTo>
                    <a:pt x="174193" y="370230"/>
                  </a:lnTo>
                  <a:lnTo>
                    <a:pt x="174028" y="366483"/>
                  </a:lnTo>
                  <a:lnTo>
                    <a:pt x="173863" y="362750"/>
                  </a:lnTo>
                  <a:lnTo>
                    <a:pt x="173037" y="359765"/>
                  </a:lnTo>
                  <a:lnTo>
                    <a:pt x="172669" y="359791"/>
                  </a:lnTo>
                  <a:lnTo>
                    <a:pt x="204431" y="322745"/>
                  </a:lnTo>
                  <a:lnTo>
                    <a:pt x="204012" y="325120"/>
                  </a:lnTo>
                  <a:lnTo>
                    <a:pt x="204355" y="332600"/>
                  </a:lnTo>
                  <a:lnTo>
                    <a:pt x="204800" y="334264"/>
                  </a:lnTo>
                  <a:lnTo>
                    <a:pt x="203415" y="333921"/>
                  </a:lnTo>
                  <a:lnTo>
                    <a:pt x="200202" y="334124"/>
                  </a:lnTo>
                  <a:lnTo>
                    <a:pt x="197002" y="334314"/>
                  </a:lnTo>
                  <a:lnTo>
                    <a:pt x="194437" y="335280"/>
                  </a:lnTo>
                  <a:lnTo>
                    <a:pt x="194525" y="337235"/>
                  </a:lnTo>
                  <a:lnTo>
                    <a:pt x="197167" y="337870"/>
                  </a:lnTo>
                  <a:lnTo>
                    <a:pt x="203581" y="337464"/>
                  </a:lnTo>
                  <a:lnTo>
                    <a:pt x="205003" y="336943"/>
                  </a:lnTo>
                  <a:lnTo>
                    <a:pt x="204711" y="338658"/>
                  </a:lnTo>
                  <a:lnTo>
                    <a:pt x="204876" y="342392"/>
                  </a:lnTo>
                  <a:lnTo>
                    <a:pt x="205054" y="346138"/>
                  </a:lnTo>
                  <a:lnTo>
                    <a:pt x="205879" y="349123"/>
                  </a:lnTo>
                  <a:lnTo>
                    <a:pt x="207556" y="349008"/>
                  </a:lnTo>
                  <a:lnTo>
                    <a:pt x="208102" y="345948"/>
                  </a:lnTo>
                  <a:lnTo>
                    <a:pt x="207746" y="338467"/>
                  </a:lnTo>
                  <a:lnTo>
                    <a:pt x="207289" y="336791"/>
                  </a:lnTo>
                  <a:lnTo>
                    <a:pt x="208775" y="337134"/>
                  </a:lnTo>
                  <a:lnTo>
                    <a:pt x="211975" y="336943"/>
                  </a:lnTo>
                  <a:lnTo>
                    <a:pt x="215176" y="336740"/>
                  </a:lnTo>
                  <a:lnTo>
                    <a:pt x="217741" y="335775"/>
                  </a:lnTo>
                  <a:lnTo>
                    <a:pt x="217716" y="335432"/>
                  </a:lnTo>
                  <a:lnTo>
                    <a:pt x="239077" y="360324"/>
                  </a:lnTo>
                  <a:lnTo>
                    <a:pt x="237439" y="360413"/>
                  </a:lnTo>
                  <a:lnTo>
                    <a:pt x="236905" y="363486"/>
                  </a:lnTo>
                  <a:lnTo>
                    <a:pt x="237248" y="370954"/>
                  </a:lnTo>
                  <a:lnTo>
                    <a:pt x="237693" y="372630"/>
                  </a:lnTo>
                  <a:lnTo>
                    <a:pt x="236296" y="372287"/>
                  </a:lnTo>
                  <a:lnTo>
                    <a:pt x="233095" y="372478"/>
                  </a:lnTo>
                  <a:lnTo>
                    <a:pt x="229882" y="372681"/>
                  </a:lnTo>
                  <a:lnTo>
                    <a:pt x="227317" y="373646"/>
                  </a:lnTo>
                  <a:lnTo>
                    <a:pt x="227418" y="375602"/>
                  </a:lnTo>
                  <a:lnTo>
                    <a:pt x="230060" y="376224"/>
                  </a:lnTo>
                  <a:lnTo>
                    <a:pt x="236461" y="375831"/>
                  </a:lnTo>
                  <a:lnTo>
                    <a:pt x="237896" y="375297"/>
                  </a:lnTo>
                  <a:lnTo>
                    <a:pt x="237604" y="377012"/>
                  </a:lnTo>
                  <a:lnTo>
                    <a:pt x="237769" y="380758"/>
                  </a:lnTo>
                  <a:lnTo>
                    <a:pt x="237934" y="384492"/>
                  </a:lnTo>
                  <a:lnTo>
                    <a:pt x="238760" y="387477"/>
                  </a:lnTo>
                  <a:lnTo>
                    <a:pt x="239306" y="387451"/>
                  </a:lnTo>
                  <a:lnTo>
                    <a:pt x="239306" y="361022"/>
                  </a:lnTo>
                  <a:lnTo>
                    <a:pt x="239128" y="360387"/>
                  </a:lnTo>
                  <a:lnTo>
                    <a:pt x="248920" y="371805"/>
                  </a:lnTo>
                  <a:lnTo>
                    <a:pt x="248920" y="361149"/>
                  </a:lnTo>
                  <a:lnTo>
                    <a:pt x="216014" y="322770"/>
                  </a:lnTo>
                  <a:lnTo>
                    <a:pt x="216014" y="333438"/>
                  </a:lnTo>
                  <a:lnTo>
                    <a:pt x="215011" y="333197"/>
                  </a:lnTo>
                  <a:lnTo>
                    <a:pt x="208610" y="333590"/>
                  </a:lnTo>
                  <a:lnTo>
                    <a:pt x="207086" y="334162"/>
                  </a:lnTo>
                  <a:lnTo>
                    <a:pt x="207403" y="332409"/>
                  </a:lnTo>
                  <a:lnTo>
                    <a:pt x="207225" y="328663"/>
                  </a:lnTo>
                  <a:lnTo>
                    <a:pt x="207060" y="324929"/>
                  </a:lnTo>
                  <a:lnTo>
                    <a:pt x="206248" y="322033"/>
                  </a:lnTo>
                  <a:lnTo>
                    <a:pt x="216014" y="333438"/>
                  </a:lnTo>
                  <a:lnTo>
                    <a:pt x="216014" y="322770"/>
                  </a:lnTo>
                  <a:lnTo>
                    <a:pt x="214782" y="321322"/>
                  </a:lnTo>
                  <a:lnTo>
                    <a:pt x="206184" y="311302"/>
                  </a:lnTo>
                  <a:lnTo>
                    <a:pt x="206184" y="321957"/>
                  </a:lnTo>
                  <a:lnTo>
                    <a:pt x="205054" y="322021"/>
                  </a:lnTo>
                  <a:lnTo>
                    <a:pt x="205651" y="321322"/>
                  </a:lnTo>
                  <a:lnTo>
                    <a:pt x="206184" y="321957"/>
                  </a:lnTo>
                  <a:lnTo>
                    <a:pt x="206184" y="311302"/>
                  </a:lnTo>
                  <a:lnTo>
                    <a:pt x="205651" y="310667"/>
                  </a:lnTo>
                  <a:lnTo>
                    <a:pt x="171602" y="350380"/>
                  </a:lnTo>
                  <a:lnTo>
                    <a:pt x="171602" y="372084"/>
                  </a:lnTo>
                  <a:lnTo>
                    <a:pt x="170205" y="371741"/>
                  </a:lnTo>
                  <a:lnTo>
                    <a:pt x="167005" y="371944"/>
                  </a:lnTo>
                  <a:lnTo>
                    <a:pt x="163804" y="372135"/>
                  </a:lnTo>
                  <a:lnTo>
                    <a:pt x="161315" y="373087"/>
                  </a:lnTo>
                  <a:lnTo>
                    <a:pt x="161315" y="375005"/>
                  </a:lnTo>
                  <a:lnTo>
                    <a:pt x="160477" y="374015"/>
                  </a:lnTo>
                  <a:lnTo>
                    <a:pt x="161239" y="373126"/>
                  </a:lnTo>
                  <a:lnTo>
                    <a:pt x="161315" y="375005"/>
                  </a:lnTo>
                  <a:lnTo>
                    <a:pt x="161315" y="373087"/>
                  </a:lnTo>
                  <a:lnTo>
                    <a:pt x="171030" y="361708"/>
                  </a:lnTo>
                  <a:lnTo>
                    <a:pt x="170815" y="362940"/>
                  </a:lnTo>
                  <a:lnTo>
                    <a:pt x="171157" y="370420"/>
                  </a:lnTo>
                  <a:lnTo>
                    <a:pt x="171602" y="372084"/>
                  </a:lnTo>
                  <a:lnTo>
                    <a:pt x="171602" y="350380"/>
                  </a:lnTo>
                  <a:lnTo>
                    <a:pt x="151333" y="374015"/>
                  </a:lnTo>
                  <a:lnTo>
                    <a:pt x="205651" y="437362"/>
                  </a:lnTo>
                  <a:lnTo>
                    <a:pt x="214782" y="426707"/>
                  </a:lnTo>
                  <a:lnTo>
                    <a:pt x="256159" y="378447"/>
                  </a:lnTo>
                  <a:lnTo>
                    <a:pt x="306692" y="437362"/>
                  </a:lnTo>
                  <a:lnTo>
                    <a:pt x="315823" y="426707"/>
                  </a:lnTo>
                  <a:lnTo>
                    <a:pt x="360984" y="374015"/>
                  </a:lnTo>
                  <a:close/>
                </a:path>
                <a:path w="466090" h="514984">
                  <a:moveTo>
                    <a:pt x="465480" y="63347"/>
                  </a:moveTo>
                  <a:lnTo>
                    <a:pt x="456349" y="52705"/>
                  </a:lnTo>
                  <a:lnTo>
                    <a:pt x="456349" y="63347"/>
                  </a:lnTo>
                  <a:lnTo>
                    <a:pt x="411175" y="116039"/>
                  </a:lnTo>
                  <a:lnTo>
                    <a:pt x="399491" y="102425"/>
                  </a:lnTo>
                  <a:lnTo>
                    <a:pt x="402069" y="103035"/>
                  </a:lnTo>
                  <a:lnTo>
                    <a:pt x="408482" y="102628"/>
                  </a:lnTo>
                  <a:lnTo>
                    <a:pt x="409905" y="102108"/>
                  </a:lnTo>
                  <a:lnTo>
                    <a:pt x="409613" y="103822"/>
                  </a:lnTo>
                  <a:lnTo>
                    <a:pt x="409790" y="107556"/>
                  </a:lnTo>
                  <a:lnTo>
                    <a:pt x="409956" y="111302"/>
                  </a:lnTo>
                  <a:lnTo>
                    <a:pt x="410781" y="114287"/>
                  </a:lnTo>
                  <a:lnTo>
                    <a:pt x="412457" y="114173"/>
                  </a:lnTo>
                  <a:lnTo>
                    <a:pt x="413004" y="111112"/>
                  </a:lnTo>
                  <a:lnTo>
                    <a:pt x="412648" y="103632"/>
                  </a:lnTo>
                  <a:lnTo>
                    <a:pt x="412191" y="101955"/>
                  </a:lnTo>
                  <a:lnTo>
                    <a:pt x="413677" y="102298"/>
                  </a:lnTo>
                  <a:lnTo>
                    <a:pt x="416877" y="102108"/>
                  </a:lnTo>
                  <a:lnTo>
                    <a:pt x="420077" y="101904"/>
                  </a:lnTo>
                  <a:lnTo>
                    <a:pt x="422643" y="100939"/>
                  </a:lnTo>
                  <a:lnTo>
                    <a:pt x="422554" y="98983"/>
                  </a:lnTo>
                  <a:lnTo>
                    <a:pt x="419912" y="98361"/>
                  </a:lnTo>
                  <a:lnTo>
                    <a:pt x="413512" y="98755"/>
                  </a:lnTo>
                  <a:lnTo>
                    <a:pt x="412000" y="99326"/>
                  </a:lnTo>
                  <a:lnTo>
                    <a:pt x="412305" y="97574"/>
                  </a:lnTo>
                  <a:lnTo>
                    <a:pt x="412127" y="93827"/>
                  </a:lnTo>
                  <a:lnTo>
                    <a:pt x="411962" y="90093"/>
                  </a:lnTo>
                  <a:lnTo>
                    <a:pt x="411137" y="87109"/>
                  </a:lnTo>
                  <a:lnTo>
                    <a:pt x="409460" y="87210"/>
                  </a:lnTo>
                  <a:lnTo>
                    <a:pt x="408914" y="90284"/>
                  </a:lnTo>
                  <a:lnTo>
                    <a:pt x="409257" y="97764"/>
                  </a:lnTo>
                  <a:lnTo>
                    <a:pt x="409702" y="99428"/>
                  </a:lnTo>
                  <a:lnTo>
                    <a:pt x="408317" y="99085"/>
                  </a:lnTo>
                  <a:lnTo>
                    <a:pt x="405104" y="99288"/>
                  </a:lnTo>
                  <a:lnTo>
                    <a:pt x="401904" y="99479"/>
                  </a:lnTo>
                  <a:lnTo>
                    <a:pt x="399338" y="100444"/>
                  </a:lnTo>
                  <a:lnTo>
                    <a:pt x="399415" y="102349"/>
                  </a:lnTo>
                  <a:lnTo>
                    <a:pt x="366915" y="64427"/>
                  </a:lnTo>
                  <a:lnTo>
                    <a:pt x="369493" y="65024"/>
                  </a:lnTo>
                  <a:lnTo>
                    <a:pt x="375894" y="64630"/>
                  </a:lnTo>
                  <a:lnTo>
                    <a:pt x="377329" y="64096"/>
                  </a:lnTo>
                  <a:lnTo>
                    <a:pt x="377037" y="65811"/>
                  </a:lnTo>
                  <a:lnTo>
                    <a:pt x="377202" y="69557"/>
                  </a:lnTo>
                  <a:lnTo>
                    <a:pt x="377367" y="73291"/>
                  </a:lnTo>
                  <a:lnTo>
                    <a:pt x="378193" y="76276"/>
                  </a:lnTo>
                  <a:lnTo>
                    <a:pt x="379869" y="76174"/>
                  </a:lnTo>
                  <a:lnTo>
                    <a:pt x="380415" y="73101"/>
                  </a:lnTo>
                  <a:lnTo>
                    <a:pt x="380072" y="65620"/>
                  </a:lnTo>
                  <a:lnTo>
                    <a:pt x="379615" y="63944"/>
                  </a:lnTo>
                  <a:lnTo>
                    <a:pt x="381088" y="64300"/>
                  </a:lnTo>
                  <a:lnTo>
                    <a:pt x="384302" y="64096"/>
                  </a:lnTo>
                  <a:lnTo>
                    <a:pt x="387502" y="63906"/>
                  </a:lnTo>
                  <a:lnTo>
                    <a:pt x="390067" y="62941"/>
                  </a:lnTo>
                  <a:lnTo>
                    <a:pt x="389978" y="60972"/>
                  </a:lnTo>
                  <a:lnTo>
                    <a:pt x="387337" y="60350"/>
                  </a:lnTo>
                  <a:lnTo>
                    <a:pt x="380923" y="60744"/>
                  </a:lnTo>
                  <a:lnTo>
                    <a:pt x="379412" y="61315"/>
                  </a:lnTo>
                  <a:lnTo>
                    <a:pt x="379717" y="59563"/>
                  </a:lnTo>
                  <a:lnTo>
                    <a:pt x="379552" y="55829"/>
                  </a:lnTo>
                  <a:lnTo>
                    <a:pt x="379387" y="52095"/>
                  </a:lnTo>
                  <a:lnTo>
                    <a:pt x="378561" y="49110"/>
                  </a:lnTo>
                  <a:lnTo>
                    <a:pt x="378180" y="49136"/>
                  </a:lnTo>
                  <a:lnTo>
                    <a:pt x="411175" y="10655"/>
                  </a:lnTo>
                  <a:lnTo>
                    <a:pt x="456349" y="63347"/>
                  </a:lnTo>
                  <a:lnTo>
                    <a:pt x="456349" y="52705"/>
                  </a:lnTo>
                  <a:lnTo>
                    <a:pt x="420306" y="10655"/>
                  </a:lnTo>
                  <a:lnTo>
                    <a:pt x="411175" y="0"/>
                  </a:lnTo>
                  <a:lnTo>
                    <a:pt x="377126" y="39712"/>
                  </a:lnTo>
                  <a:lnTo>
                    <a:pt x="377126" y="61417"/>
                  </a:lnTo>
                  <a:lnTo>
                    <a:pt x="375729" y="61074"/>
                  </a:lnTo>
                  <a:lnTo>
                    <a:pt x="372529" y="61277"/>
                  </a:lnTo>
                  <a:lnTo>
                    <a:pt x="369328" y="61480"/>
                  </a:lnTo>
                  <a:lnTo>
                    <a:pt x="366839" y="62433"/>
                  </a:lnTo>
                  <a:lnTo>
                    <a:pt x="366839" y="64338"/>
                  </a:lnTo>
                  <a:lnTo>
                    <a:pt x="366001" y="63347"/>
                  </a:lnTo>
                  <a:lnTo>
                    <a:pt x="366763" y="62458"/>
                  </a:lnTo>
                  <a:lnTo>
                    <a:pt x="366839" y="64338"/>
                  </a:lnTo>
                  <a:lnTo>
                    <a:pt x="366839" y="62433"/>
                  </a:lnTo>
                  <a:lnTo>
                    <a:pt x="376555" y="51041"/>
                  </a:lnTo>
                  <a:lnTo>
                    <a:pt x="376339" y="52273"/>
                  </a:lnTo>
                  <a:lnTo>
                    <a:pt x="376682" y="59753"/>
                  </a:lnTo>
                  <a:lnTo>
                    <a:pt x="377126" y="61417"/>
                  </a:lnTo>
                  <a:lnTo>
                    <a:pt x="377126" y="39712"/>
                  </a:lnTo>
                  <a:lnTo>
                    <a:pt x="356857" y="63347"/>
                  </a:lnTo>
                  <a:lnTo>
                    <a:pt x="411175" y="126695"/>
                  </a:lnTo>
                  <a:lnTo>
                    <a:pt x="420306" y="116039"/>
                  </a:lnTo>
                  <a:lnTo>
                    <a:pt x="465480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1" name="object 2051" descr=""/>
            <p:cNvSpPr/>
            <p:nvPr/>
          </p:nvSpPr>
          <p:spPr>
            <a:xfrm>
              <a:off x="7482560" y="6434042"/>
              <a:ext cx="310515" cy="204470"/>
            </a:xfrm>
            <a:custGeom>
              <a:avLst/>
              <a:gdLst/>
              <a:ahLst/>
              <a:cxnLst/>
              <a:rect l="l" t="t" r="r" b="b"/>
              <a:pathLst>
                <a:path w="310515" h="204470">
                  <a:moveTo>
                    <a:pt x="116078" y="100939"/>
                  </a:moveTo>
                  <a:lnTo>
                    <a:pt x="115989" y="98983"/>
                  </a:lnTo>
                  <a:lnTo>
                    <a:pt x="113347" y="98361"/>
                  </a:lnTo>
                  <a:lnTo>
                    <a:pt x="106946" y="98755"/>
                  </a:lnTo>
                  <a:lnTo>
                    <a:pt x="104381" y="99720"/>
                  </a:lnTo>
                  <a:lnTo>
                    <a:pt x="104470" y="101676"/>
                  </a:lnTo>
                  <a:lnTo>
                    <a:pt x="107111" y="102298"/>
                  </a:lnTo>
                  <a:lnTo>
                    <a:pt x="110312" y="102108"/>
                  </a:lnTo>
                  <a:lnTo>
                    <a:pt x="113512" y="101904"/>
                  </a:lnTo>
                  <a:lnTo>
                    <a:pt x="116078" y="100939"/>
                  </a:lnTo>
                  <a:close/>
                </a:path>
                <a:path w="310515" h="204470">
                  <a:moveTo>
                    <a:pt x="116700" y="25120"/>
                  </a:moveTo>
                  <a:lnTo>
                    <a:pt x="116611" y="23164"/>
                  </a:lnTo>
                  <a:lnTo>
                    <a:pt x="113969" y="22529"/>
                  </a:lnTo>
                  <a:lnTo>
                    <a:pt x="107569" y="22923"/>
                  </a:lnTo>
                  <a:lnTo>
                    <a:pt x="106057" y="23495"/>
                  </a:lnTo>
                  <a:lnTo>
                    <a:pt x="106362" y="21742"/>
                  </a:lnTo>
                  <a:lnTo>
                    <a:pt x="106184" y="18008"/>
                  </a:lnTo>
                  <a:lnTo>
                    <a:pt x="106019" y="14274"/>
                  </a:lnTo>
                  <a:lnTo>
                    <a:pt x="105194" y="11290"/>
                  </a:lnTo>
                  <a:lnTo>
                    <a:pt x="103517" y="11391"/>
                  </a:lnTo>
                  <a:lnTo>
                    <a:pt x="102971" y="14452"/>
                  </a:lnTo>
                  <a:lnTo>
                    <a:pt x="103314" y="21932"/>
                  </a:lnTo>
                  <a:lnTo>
                    <a:pt x="103759" y="23596"/>
                  </a:lnTo>
                  <a:lnTo>
                    <a:pt x="102374" y="23253"/>
                  </a:lnTo>
                  <a:lnTo>
                    <a:pt x="99161" y="23456"/>
                  </a:lnTo>
                  <a:lnTo>
                    <a:pt x="95961" y="23660"/>
                  </a:lnTo>
                  <a:lnTo>
                    <a:pt x="93395" y="24625"/>
                  </a:lnTo>
                  <a:lnTo>
                    <a:pt x="93484" y="26581"/>
                  </a:lnTo>
                  <a:lnTo>
                    <a:pt x="96126" y="27203"/>
                  </a:lnTo>
                  <a:lnTo>
                    <a:pt x="102539" y="26809"/>
                  </a:lnTo>
                  <a:lnTo>
                    <a:pt x="103962" y="26276"/>
                  </a:lnTo>
                  <a:lnTo>
                    <a:pt x="103670" y="27990"/>
                  </a:lnTo>
                  <a:lnTo>
                    <a:pt x="103835" y="31737"/>
                  </a:lnTo>
                  <a:lnTo>
                    <a:pt x="104013" y="35471"/>
                  </a:lnTo>
                  <a:lnTo>
                    <a:pt x="104838" y="38455"/>
                  </a:lnTo>
                  <a:lnTo>
                    <a:pt x="106514" y="38354"/>
                  </a:lnTo>
                  <a:lnTo>
                    <a:pt x="107061" y="35280"/>
                  </a:lnTo>
                  <a:lnTo>
                    <a:pt x="106705" y="27813"/>
                  </a:lnTo>
                  <a:lnTo>
                    <a:pt x="106235" y="26123"/>
                  </a:lnTo>
                  <a:lnTo>
                    <a:pt x="107734" y="26479"/>
                  </a:lnTo>
                  <a:lnTo>
                    <a:pt x="110934" y="26276"/>
                  </a:lnTo>
                  <a:lnTo>
                    <a:pt x="114134" y="26085"/>
                  </a:lnTo>
                  <a:lnTo>
                    <a:pt x="116700" y="25120"/>
                  </a:lnTo>
                  <a:close/>
                </a:path>
                <a:path w="310515" h="204470">
                  <a:moveTo>
                    <a:pt x="149593" y="63474"/>
                  </a:moveTo>
                  <a:lnTo>
                    <a:pt x="149491" y="61518"/>
                  </a:lnTo>
                  <a:lnTo>
                    <a:pt x="146862" y="60896"/>
                  </a:lnTo>
                  <a:lnTo>
                    <a:pt x="140449" y="61290"/>
                  </a:lnTo>
                  <a:lnTo>
                    <a:pt x="138938" y="61861"/>
                  </a:lnTo>
                  <a:lnTo>
                    <a:pt x="139242" y="60109"/>
                  </a:lnTo>
                  <a:lnTo>
                    <a:pt x="139077" y="56362"/>
                  </a:lnTo>
                  <a:lnTo>
                    <a:pt x="138912" y="52628"/>
                  </a:lnTo>
                  <a:lnTo>
                    <a:pt x="138074" y="49644"/>
                  </a:lnTo>
                  <a:lnTo>
                    <a:pt x="136410" y="49745"/>
                  </a:lnTo>
                  <a:lnTo>
                    <a:pt x="135864" y="52819"/>
                  </a:lnTo>
                  <a:lnTo>
                    <a:pt x="136207" y="60299"/>
                  </a:lnTo>
                  <a:lnTo>
                    <a:pt x="136652" y="61963"/>
                  </a:lnTo>
                  <a:lnTo>
                    <a:pt x="135255" y="61620"/>
                  </a:lnTo>
                  <a:lnTo>
                    <a:pt x="132054" y="61823"/>
                  </a:lnTo>
                  <a:lnTo>
                    <a:pt x="128841" y="62014"/>
                  </a:lnTo>
                  <a:lnTo>
                    <a:pt x="126276" y="62979"/>
                  </a:lnTo>
                  <a:lnTo>
                    <a:pt x="126377" y="64935"/>
                  </a:lnTo>
                  <a:lnTo>
                    <a:pt x="129019" y="65570"/>
                  </a:lnTo>
                  <a:lnTo>
                    <a:pt x="135420" y="65163"/>
                  </a:lnTo>
                  <a:lnTo>
                    <a:pt x="136855" y="64630"/>
                  </a:lnTo>
                  <a:lnTo>
                    <a:pt x="136563" y="66357"/>
                  </a:lnTo>
                  <a:lnTo>
                    <a:pt x="136728" y="70091"/>
                  </a:lnTo>
                  <a:lnTo>
                    <a:pt x="136893" y="73825"/>
                  </a:lnTo>
                  <a:lnTo>
                    <a:pt x="137718" y="76809"/>
                  </a:lnTo>
                  <a:lnTo>
                    <a:pt x="139395" y="76708"/>
                  </a:lnTo>
                  <a:lnTo>
                    <a:pt x="139941" y="73647"/>
                  </a:lnTo>
                  <a:lnTo>
                    <a:pt x="139598" y="66167"/>
                  </a:lnTo>
                  <a:lnTo>
                    <a:pt x="139128" y="64490"/>
                  </a:lnTo>
                  <a:lnTo>
                    <a:pt x="140614" y="64833"/>
                  </a:lnTo>
                  <a:lnTo>
                    <a:pt x="143814" y="64643"/>
                  </a:lnTo>
                  <a:lnTo>
                    <a:pt x="147027" y="64439"/>
                  </a:lnTo>
                  <a:lnTo>
                    <a:pt x="149593" y="63474"/>
                  </a:lnTo>
                  <a:close/>
                </a:path>
                <a:path w="310515" h="204470">
                  <a:moveTo>
                    <a:pt x="259956" y="63347"/>
                  </a:moveTo>
                  <a:lnTo>
                    <a:pt x="250825" y="52705"/>
                  </a:lnTo>
                  <a:lnTo>
                    <a:pt x="250825" y="63347"/>
                  </a:lnTo>
                  <a:lnTo>
                    <a:pt x="205651" y="116039"/>
                  </a:lnTo>
                  <a:lnTo>
                    <a:pt x="193967" y="102425"/>
                  </a:lnTo>
                  <a:lnTo>
                    <a:pt x="196545" y="103035"/>
                  </a:lnTo>
                  <a:lnTo>
                    <a:pt x="202958" y="102628"/>
                  </a:lnTo>
                  <a:lnTo>
                    <a:pt x="204381" y="102108"/>
                  </a:lnTo>
                  <a:lnTo>
                    <a:pt x="204089" y="103822"/>
                  </a:lnTo>
                  <a:lnTo>
                    <a:pt x="204254" y="107556"/>
                  </a:lnTo>
                  <a:lnTo>
                    <a:pt x="204419" y="111302"/>
                  </a:lnTo>
                  <a:lnTo>
                    <a:pt x="205257" y="114287"/>
                  </a:lnTo>
                  <a:lnTo>
                    <a:pt x="206921" y="114173"/>
                  </a:lnTo>
                  <a:lnTo>
                    <a:pt x="207467" y="111112"/>
                  </a:lnTo>
                  <a:lnTo>
                    <a:pt x="207124" y="103632"/>
                  </a:lnTo>
                  <a:lnTo>
                    <a:pt x="206667" y="101955"/>
                  </a:lnTo>
                  <a:lnTo>
                    <a:pt x="208140" y="102298"/>
                  </a:lnTo>
                  <a:lnTo>
                    <a:pt x="211353" y="102108"/>
                  </a:lnTo>
                  <a:lnTo>
                    <a:pt x="214553" y="101904"/>
                  </a:lnTo>
                  <a:lnTo>
                    <a:pt x="217119" y="100939"/>
                  </a:lnTo>
                  <a:lnTo>
                    <a:pt x="217030" y="98983"/>
                  </a:lnTo>
                  <a:lnTo>
                    <a:pt x="214388" y="98361"/>
                  </a:lnTo>
                  <a:lnTo>
                    <a:pt x="207975" y="98755"/>
                  </a:lnTo>
                  <a:lnTo>
                    <a:pt x="206463" y="99326"/>
                  </a:lnTo>
                  <a:lnTo>
                    <a:pt x="206768" y="97574"/>
                  </a:lnTo>
                  <a:lnTo>
                    <a:pt x="206603" y="93827"/>
                  </a:lnTo>
                  <a:lnTo>
                    <a:pt x="206438" y="90093"/>
                  </a:lnTo>
                  <a:lnTo>
                    <a:pt x="205613" y="87109"/>
                  </a:lnTo>
                  <a:lnTo>
                    <a:pt x="203936" y="87210"/>
                  </a:lnTo>
                  <a:lnTo>
                    <a:pt x="203390" y="90284"/>
                  </a:lnTo>
                  <a:lnTo>
                    <a:pt x="203733" y="97764"/>
                  </a:lnTo>
                  <a:lnTo>
                    <a:pt x="204177" y="99428"/>
                  </a:lnTo>
                  <a:lnTo>
                    <a:pt x="202780" y="99085"/>
                  </a:lnTo>
                  <a:lnTo>
                    <a:pt x="199580" y="99288"/>
                  </a:lnTo>
                  <a:lnTo>
                    <a:pt x="196380" y="99479"/>
                  </a:lnTo>
                  <a:lnTo>
                    <a:pt x="193814" y="100444"/>
                  </a:lnTo>
                  <a:lnTo>
                    <a:pt x="193890" y="102349"/>
                  </a:lnTo>
                  <a:lnTo>
                    <a:pt x="161391" y="64427"/>
                  </a:lnTo>
                  <a:lnTo>
                    <a:pt x="163969" y="65024"/>
                  </a:lnTo>
                  <a:lnTo>
                    <a:pt x="170370" y="64630"/>
                  </a:lnTo>
                  <a:lnTo>
                    <a:pt x="171805" y="64096"/>
                  </a:lnTo>
                  <a:lnTo>
                    <a:pt x="171513" y="65811"/>
                  </a:lnTo>
                  <a:lnTo>
                    <a:pt x="171678" y="69557"/>
                  </a:lnTo>
                  <a:lnTo>
                    <a:pt x="171843" y="73291"/>
                  </a:lnTo>
                  <a:lnTo>
                    <a:pt x="172669" y="76276"/>
                  </a:lnTo>
                  <a:lnTo>
                    <a:pt x="174345" y="76174"/>
                  </a:lnTo>
                  <a:lnTo>
                    <a:pt x="174891" y="73101"/>
                  </a:lnTo>
                  <a:lnTo>
                    <a:pt x="174548" y="65620"/>
                  </a:lnTo>
                  <a:lnTo>
                    <a:pt x="174078" y="63944"/>
                  </a:lnTo>
                  <a:lnTo>
                    <a:pt x="175564" y="64300"/>
                  </a:lnTo>
                  <a:lnTo>
                    <a:pt x="178765" y="64096"/>
                  </a:lnTo>
                  <a:lnTo>
                    <a:pt x="181978" y="63906"/>
                  </a:lnTo>
                  <a:lnTo>
                    <a:pt x="184543" y="62941"/>
                  </a:lnTo>
                  <a:lnTo>
                    <a:pt x="184442" y="60972"/>
                  </a:lnTo>
                  <a:lnTo>
                    <a:pt x="181800" y="60350"/>
                  </a:lnTo>
                  <a:lnTo>
                    <a:pt x="175399" y="60744"/>
                  </a:lnTo>
                  <a:lnTo>
                    <a:pt x="173888" y="61315"/>
                  </a:lnTo>
                  <a:lnTo>
                    <a:pt x="174193" y="59563"/>
                  </a:lnTo>
                  <a:lnTo>
                    <a:pt x="174028" y="55829"/>
                  </a:lnTo>
                  <a:lnTo>
                    <a:pt x="173850" y="52095"/>
                  </a:lnTo>
                  <a:lnTo>
                    <a:pt x="173024" y="49110"/>
                  </a:lnTo>
                  <a:lnTo>
                    <a:pt x="172656" y="49136"/>
                  </a:lnTo>
                  <a:lnTo>
                    <a:pt x="205651" y="10655"/>
                  </a:lnTo>
                  <a:lnTo>
                    <a:pt x="239077" y="49657"/>
                  </a:lnTo>
                  <a:lnTo>
                    <a:pt x="237439" y="49745"/>
                  </a:lnTo>
                  <a:lnTo>
                    <a:pt x="236893" y="52819"/>
                  </a:lnTo>
                  <a:lnTo>
                    <a:pt x="237248" y="60299"/>
                  </a:lnTo>
                  <a:lnTo>
                    <a:pt x="237693" y="61963"/>
                  </a:lnTo>
                  <a:lnTo>
                    <a:pt x="236296" y="61620"/>
                  </a:lnTo>
                  <a:lnTo>
                    <a:pt x="233083" y="61823"/>
                  </a:lnTo>
                  <a:lnTo>
                    <a:pt x="229882" y="62014"/>
                  </a:lnTo>
                  <a:lnTo>
                    <a:pt x="227317" y="62979"/>
                  </a:lnTo>
                  <a:lnTo>
                    <a:pt x="227418" y="64935"/>
                  </a:lnTo>
                  <a:lnTo>
                    <a:pt x="230047" y="65570"/>
                  </a:lnTo>
                  <a:lnTo>
                    <a:pt x="236461" y="65163"/>
                  </a:lnTo>
                  <a:lnTo>
                    <a:pt x="239014" y="64211"/>
                  </a:lnTo>
                  <a:lnTo>
                    <a:pt x="238963" y="63233"/>
                  </a:lnTo>
                  <a:lnTo>
                    <a:pt x="239750" y="63182"/>
                  </a:lnTo>
                  <a:lnTo>
                    <a:pt x="240284" y="60109"/>
                  </a:lnTo>
                  <a:lnTo>
                    <a:pt x="240106" y="56362"/>
                  </a:lnTo>
                  <a:lnTo>
                    <a:pt x="239941" y="52628"/>
                  </a:lnTo>
                  <a:lnTo>
                    <a:pt x="239128" y="49720"/>
                  </a:lnTo>
                  <a:lnTo>
                    <a:pt x="250825" y="63347"/>
                  </a:lnTo>
                  <a:lnTo>
                    <a:pt x="250825" y="52705"/>
                  </a:lnTo>
                  <a:lnTo>
                    <a:pt x="214782" y="10655"/>
                  </a:lnTo>
                  <a:lnTo>
                    <a:pt x="205651" y="0"/>
                  </a:lnTo>
                  <a:lnTo>
                    <a:pt x="171602" y="39712"/>
                  </a:lnTo>
                  <a:lnTo>
                    <a:pt x="171602" y="61417"/>
                  </a:lnTo>
                  <a:lnTo>
                    <a:pt x="170205" y="61074"/>
                  </a:lnTo>
                  <a:lnTo>
                    <a:pt x="167005" y="61277"/>
                  </a:lnTo>
                  <a:lnTo>
                    <a:pt x="163791" y="61480"/>
                  </a:lnTo>
                  <a:lnTo>
                    <a:pt x="161315" y="62420"/>
                  </a:lnTo>
                  <a:lnTo>
                    <a:pt x="161315" y="64338"/>
                  </a:lnTo>
                  <a:lnTo>
                    <a:pt x="160477" y="63347"/>
                  </a:lnTo>
                  <a:lnTo>
                    <a:pt x="161226" y="62471"/>
                  </a:lnTo>
                  <a:lnTo>
                    <a:pt x="161315" y="64338"/>
                  </a:lnTo>
                  <a:lnTo>
                    <a:pt x="161315" y="62420"/>
                  </a:lnTo>
                  <a:lnTo>
                    <a:pt x="171018" y="51041"/>
                  </a:lnTo>
                  <a:lnTo>
                    <a:pt x="170815" y="52273"/>
                  </a:lnTo>
                  <a:lnTo>
                    <a:pt x="171157" y="59753"/>
                  </a:lnTo>
                  <a:lnTo>
                    <a:pt x="171602" y="61417"/>
                  </a:lnTo>
                  <a:lnTo>
                    <a:pt x="171602" y="39712"/>
                  </a:lnTo>
                  <a:lnTo>
                    <a:pt x="151333" y="63347"/>
                  </a:lnTo>
                  <a:lnTo>
                    <a:pt x="205651" y="126695"/>
                  </a:lnTo>
                  <a:lnTo>
                    <a:pt x="214782" y="116039"/>
                  </a:lnTo>
                  <a:lnTo>
                    <a:pt x="259956" y="63347"/>
                  </a:lnTo>
                  <a:close/>
                </a:path>
                <a:path w="310515" h="204470">
                  <a:moveTo>
                    <a:pt x="310438" y="140512"/>
                  </a:moveTo>
                  <a:lnTo>
                    <a:pt x="301307" y="129870"/>
                  </a:lnTo>
                  <a:lnTo>
                    <a:pt x="301307" y="140512"/>
                  </a:lnTo>
                  <a:lnTo>
                    <a:pt x="291211" y="152298"/>
                  </a:lnTo>
                  <a:lnTo>
                    <a:pt x="291477" y="150799"/>
                  </a:lnTo>
                  <a:lnTo>
                    <a:pt x="291122" y="143332"/>
                  </a:lnTo>
                  <a:lnTo>
                    <a:pt x="290664" y="141655"/>
                  </a:lnTo>
                  <a:lnTo>
                    <a:pt x="292150" y="141998"/>
                  </a:lnTo>
                  <a:lnTo>
                    <a:pt x="295351" y="141795"/>
                  </a:lnTo>
                  <a:lnTo>
                    <a:pt x="298551" y="141605"/>
                  </a:lnTo>
                  <a:lnTo>
                    <a:pt x="301117" y="140639"/>
                  </a:lnTo>
                  <a:lnTo>
                    <a:pt x="301091" y="140271"/>
                  </a:lnTo>
                  <a:lnTo>
                    <a:pt x="301307" y="140512"/>
                  </a:lnTo>
                  <a:lnTo>
                    <a:pt x="301307" y="129870"/>
                  </a:lnTo>
                  <a:lnTo>
                    <a:pt x="299402" y="127647"/>
                  </a:lnTo>
                  <a:lnTo>
                    <a:pt x="299402" y="138303"/>
                  </a:lnTo>
                  <a:lnTo>
                    <a:pt x="298386" y="138049"/>
                  </a:lnTo>
                  <a:lnTo>
                    <a:pt x="291985" y="138442"/>
                  </a:lnTo>
                  <a:lnTo>
                    <a:pt x="290474" y="139014"/>
                  </a:lnTo>
                  <a:lnTo>
                    <a:pt x="290779" y="137261"/>
                  </a:lnTo>
                  <a:lnTo>
                    <a:pt x="290601" y="133527"/>
                  </a:lnTo>
                  <a:lnTo>
                    <a:pt x="290436" y="129794"/>
                  </a:lnTo>
                  <a:lnTo>
                    <a:pt x="289788" y="127495"/>
                  </a:lnTo>
                  <a:lnTo>
                    <a:pt x="289788" y="153949"/>
                  </a:lnTo>
                  <a:lnTo>
                    <a:pt x="256146" y="193205"/>
                  </a:lnTo>
                  <a:lnTo>
                    <a:pt x="244449" y="179590"/>
                  </a:lnTo>
                  <a:lnTo>
                    <a:pt x="247040" y="180187"/>
                  </a:lnTo>
                  <a:lnTo>
                    <a:pt x="253441" y="179793"/>
                  </a:lnTo>
                  <a:lnTo>
                    <a:pt x="254876" y="179260"/>
                  </a:lnTo>
                  <a:lnTo>
                    <a:pt x="254584" y="180987"/>
                  </a:lnTo>
                  <a:lnTo>
                    <a:pt x="254749" y="184721"/>
                  </a:lnTo>
                  <a:lnTo>
                    <a:pt x="254914" y="188455"/>
                  </a:lnTo>
                  <a:lnTo>
                    <a:pt x="255739" y="191439"/>
                  </a:lnTo>
                  <a:lnTo>
                    <a:pt x="257416" y="191338"/>
                  </a:lnTo>
                  <a:lnTo>
                    <a:pt x="257962" y="188264"/>
                  </a:lnTo>
                  <a:lnTo>
                    <a:pt x="257619" y="180797"/>
                  </a:lnTo>
                  <a:lnTo>
                    <a:pt x="257162" y="179120"/>
                  </a:lnTo>
                  <a:lnTo>
                    <a:pt x="258635" y="179463"/>
                  </a:lnTo>
                  <a:lnTo>
                    <a:pt x="261848" y="179260"/>
                  </a:lnTo>
                  <a:lnTo>
                    <a:pt x="265049" y="179070"/>
                  </a:lnTo>
                  <a:lnTo>
                    <a:pt x="267614" y="178104"/>
                  </a:lnTo>
                  <a:lnTo>
                    <a:pt x="267525" y="176149"/>
                  </a:lnTo>
                  <a:lnTo>
                    <a:pt x="264883" y="175514"/>
                  </a:lnTo>
                  <a:lnTo>
                    <a:pt x="258470" y="175920"/>
                  </a:lnTo>
                  <a:lnTo>
                    <a:pt x="256959" y="176491"/>
                  </a:lnTo>
                  <a:lnTo>
                    <a:pt x="257263" y="174739"/>
                  </a:lnTo>
                  <a:lnTo>
                    <a:pt x="257098" y="170992"/>
                  </a:lnTo>
                  <a:lnTo>
                    <a:pt x="256933" y="167259"/>
                  </a:lnTo>
                  <a:lnTo>
                    <a:pt x="256108" y="164274"/>
                  </a:lnTo>
                  <a:lnTo>
                    <a:pt x="254431" y="164376"/>
                  </a:lnTo>
                  <a:lnTo>
                    <a:pt x="253885" y="167449"/>
                  </a:lnTo>
                  <a:lnTo>
                    <a:pt x="254228" y="174917"/>
                  </a:lnTo>
                  <a:lnTo>
                    <a:pt x="254673" y="176593"/>
                  </a:lnTo>
                  <a:lnTo>
                    <a:pt x="253276" y="176250"/>
                  </a:lnTo>
                  <a:lnTo>
                    <a:pt x="250075" y="176441"/>
                  </a:lnTo>
                  <a:lnTo>
                    <a:pt x="246875" y="176644"/>
                  </a:lnTo>
                  <a:lnTo>
                    <a:pt x="244309" y="177609"/>
                  </a:lnTo>
                  <a:lnTo>
                    <a:pt x="244386" y="179514"/>
                  </a:lnTo>
                  <a:lnTo>
                    <a:pt x="211874" y="141579"/>
                  </a:lnTo>
                  <a:lnTo>
                    <a:pt x="214452" y="142189"/>
                  </a:lnTo>
                  <a:lnTo>
                    <a:pt x="220865" y="141795"/>
                  </a:lnTo>
                  <a:lnTo>
                    <a:pt x="222300" y="141262"/>
                  </a:lnTo>
                  <a:lnTo>
                    <a:pt x="222008" y="142976"/>
                  </a:lnTo>
                  <a:lnTo>
                    <a:pt x="222173" y="146710"/>
                  </a:lnTo>
                  <a:lnTo>
                    <a:pt x="222338" y="150456"/>
                  </a:lnTo>
                  <a:lnTo>
                    <a:pt x="223164" y="153441"/>
                  </a:lnTo>
                  <a:lnTo>
                    <a:pt x="224840" y="153327"/>
                  </a:lnTo>
                  <a:lnTo>
                    <a:pt x="225386" y="150266"/>
                  </a:lnTo>
                  <a:lnTo>
                    <a:pt x="225044" y="142786"/>
                  </a:lnTo>
                  <a:lnTo>
                    <a:pt x="224574" y="141122"/>
                  </a:lnTo>
                  <a:lnTo>
                    <a:pt x="226060" y="141465"/>
                  </a:lnTo>
                  <a:lnTo>
                    <a:pt x="229260" y="141262"/>
                  </a:lnTo>
                  <a:lnTo>
                    <a:pt x="232473" y="141058"/>
                  </a:lnTo>
                  <a:lnTo>
                    <a:pt x="235038" y="140093"/>
                  </a:lnTo>
                  <a:lnTo>
                    <a:pt x="234937" y="138137"/>
                  </a:lnTo>
                  <a:lnTo>
                    <a:pt x="232295" y="137515"/>
                  </a:lnTo>
                  <a:lnTo>
                    <a:pt x="225894" y="137909"/>
                  </a:lnTo>
                  <a:lnTo>
                    <a:pt x="224383" y="138480"/>
                  </a:lnTo>
                  <a:lnTo>
                    <a:pt x="224688" y="136728"/>
                  </a:lnTo>
                  <a:lnTo>
                    <a:pt x="224523" y="132994"/>
                  </a:lnTo>
                  <a:lnTo>
                    <a:pt x="224345" y="129247"/>
                  </a:lnTo>
                  <a:lnTo>
                    <a:pt x="223520" y="126263"/>
                  </a:lnTo>
                  <a:lnTo>
                    <a:pt x="223164" y="126288"/>
                  </a:lnTo>
                  <a:lnTo>
                    <a:pt x="254927" y="89242"/>
                  </a:lnTo>
                  <a:lnTo>
                    <a:pt x="254508" y="91617"/>
                  </a:lnTo>
                  <a:lnTo>
                    <a:pt x="254850" y="99098"/>
                  </a:lnTo>
                  <a:lnTo>
                    <a:pt x="255295" y="100761"/>
                  </a:lnTo>
                  <a:lnTo>
                    <a:pt x="253898" y="100418"/>
                  </a:lnTo>
                  <a:lnTo>
                    <a:pt x="250698" y="100622"/>
                  </a:lnTo>
                  <a:lnTo>
                    <a:pt x="247497" y="100812"/>
                  </a:lnTo>
                  <a:lnTo>
                    <a:pt x="244932" y="101777"/>
                  </a:lnTo>
                  <a:lnTo>
                    <a:pt x="245021" y="103733"/>
                  </a:lnTo>
                  <a:lnTo>
                    <a:pt x="247662" y="104368"/>
                  </a:lnTo>
                  <a:lnTo>
                    <a:pt x="254063" y="103974"/>
                  </a:lnTo>
                  <a:lnTo>
                    <a:pt x="255498" y="103441"/>
                  </a:lnTo>
                  <a:lnTo>
                    <a:pt x="255206" y="105156"/>
                  </a:lnTo>
                  <a:lnTo>
                    <a:pt x="255371" y="108889"/>
                  </a:lnTo>
                  <a:lnTo>
                    <a:pt x="255536" y="112636"/>
                  </a:lnTo>
                  <a:lnTo>
                    <a:pt x="256362" y="115620"/>
                  </a:lnTo>
                  <a:lnTo>
                    <a:pt x="258038" y="115506"/>
                  </a:lnTo>
                  <a:lnTo>
                    <a:pt x="258584" y="112445"/>
                  </a:lnTo>
                  <a:lnTo>
                    <a:pt x="258241" y="104965"/>
                  </a:lnTo>
                  <a:lnTo>
                    <a:pt x="257784" y="103301"/>
                  </a:lnTo>
                  <a:lnTo>
                    <a:pt x="259257" y="103644"/>
                  </a:lnTo>
                  <a:lnTo>
                    <a:pt x="262470" y="103441"/>
                  </a:lnTo>
                  <a:lnTo>
                    <a:pt x="265671" y="103238"/>
                  </a:lnTo>
                  <a:lnTo>
                    <a:pt x="268236" y="102273"/>
                  </a:lnTo>
                  <a:lnTo>
                    <a:pt x="268211" y="101930"/>
                  </a:lnTo>
                  <a:lnTo>
                    <a:pt x="289560" y="126822"/>
                  </a:lnTo>
                  <a:lnTo>
                    <a:pt x="287934" y="126911"/>
                  </a:lnTo>
                  <a:lnTo>
                    <a:pt x="287388" y="129984"/>
                  </a:lnTo>
                  <a:lnTo>
                    <a:pt x="287743" y="137452"/>
                  </a:lnTo>
                  <a:lnTo>
                    <a:pt x="288188" y="139128"/>
                  </a:lnTo>
                  <a:lnTo>
                    <a:pt x="286791" y="138785"/>
                  </a:lnTo>
                  <a:lnTo>
                    <a:pt x="283578" y="138976"/>
                  </a:lnTo>
                  <a:lnTo>
                    <a:pt x="280377" y="139179"/>
                  </a:lnTo>
                  <a:lnTo>
                    <a:pt x="277812" y="140144"/>
                  </a:lnTo>
                  <a:lnTo>
                    <a:pt x="277901" y="142100"/>
                  </a:lnTo>
                  <a:lnTo>
                    <a:pt x="280543" y="142722"/>
                  </a:lnTo>
                  <a:lnTo>
                    <a:pt x="286956" y="142328"/>
                  </a:lnTo>
                  <a:lnTo>
                    <a:pt x="288378" y="141795"/>
                  </a:lnTo>
                  <a:lnTo>
                    <a:pt x="288086" y="143510"/>
                  </a:lnTo>
                  <a:lnTo>
                    <a:pt x="288264" y="147256"/>
                  </a:lnTo>
                  <a:lnTo>
                    <a:pt x="288429" y="150990"/>
                  </a:lnTo>
                  <a:lnTo>
                    <a:pt x="289255" y="153974"/>
                  </a:lnTo>
                  <a:lnTo>
                    <a:pt x="289788" y="153949"/>
                  </a:lnTo>
                  <a:lnTo>
                    <a:pt x="289788" y="127495"/>
                  </a:lnTo>
                  <a:lnTo>
                    <a:pt x="289623" y="126898"/>
                  </a:lnTo>
                  <a:lnTo>
                    <a:pt x="299402" y="138303"/>
                  </a:lnTo>
                  <a:lnTo>
                    <a:pt x="299402" y="127647"/>
                  </a:lnTo>
                  <a:lnTo>
                    <a:pt x="266509" y="89268"/>
                  </a:lnTo>
                  <a:lnTo>
                    <a:pt x="266509" y="99936"/>
                  </a:lnTo>
                  <a:lnTo>
                    <a:pt x="265506" y="99695"/>
                  </a:lnTo>
                  <a:lnTo>
                    <a:pt x="259092" y="100088"/>
                  </a:lnTo>
                  <a:lnTo>
                    <a:pt x="257581" y="100660"/>
                  </a:lnTo>
                  <a:lnTo>
                    <a:pt x="257886" y="98907"/>
                  </a:lnTo>
                  <a:lnTo>
                    <a:pt x="257721" y="95173"/>
                  </a:lnTo>
                  <a:lnTo>
                    <a:pt x="257556" y="91427"/>
                  </a:lnTo>
                  <a:lnTo>
                    <a:pt x="256743" y="88531"/>
                  </a:lnTo>
                  <a:lnTo>
                    <a:pt x="266509" y="99936"/>
                  </a:lnTo>
                  <a:lnTo>
                    <a:pt x="266509" y="89268"/>
                  </a:lnTo>
                  <a:lnTo>
                    <a:pt x="265277" y="87820"/>
                  </a:lnTo>
                  <a:lnTo>
                    <a:pt x="256679" y="77800"/>
                  </a:lnTo>
                  <a:lnTo>
                    <a:pt x="256679" y="88455"/>
                  </a:lnTo>
                  <a:lnTo>
                    <a:pt x="255536" y="88531"/>
                  </a:lnTo>
                  <a:lnTo>
                    <a:pt x="256146" y="87820"/>
                  </a:lnTo>
                  <a:lnTo>
                    <a:pt x="256679" y="88455"/>
                  </a:lnTo>
                  <a:lnTo>
                    <a:pt x="256679" y="77800"/>
                  </a:lnTo>
                  <a:lnTo>
                    <a:pt x="256146" y="77165"/>
                  </a:lnTo>
                  <a:lnTo>
                    <a:pt x="222097" y="116878"/>
                  </a:lnTo>
                  <a:lnTo>
                    <a:pt x="222097" y="138582"/>
                  </a:lnTo>
                  <a:lnTo>
                    <a:pt x="220700" y="138239"/>
                  </a:lnTo>
                  <a:lnTo>
                    <a:pt x="217500" y="138442"/>
                  </a:lnTo>
                  <a:lnTo>
                    <a:pt x="214287" y="138633"/>
                  </a:lnTo>
                  <a:lnTo>
                    <a:pt x="211810" y="139573"/>
                  </a:lnTo>
                  <a:lnTo>
                    <a:pt x="211810" y="141503"/>
                  </a:lnTo>
                  <a:lnTo>
                    <a:pt x="210972" y="140512"/>
                  </a:lnTo>
                  <a:lnTo>
                    <a:pt x="211721" y="139649"/>
                  </a:lnTo>
                  <a:lnTo>
                    <a:pt x="211810" y="141503"/>
                  </a:lnTo>
                  <a:lnTo>
                    <a:pt x="211810" y="139573"/>
                  </a:lnTo>
                  <a:lnTo>
                    <a:pt x="221513" y="128219"/>
                  </a:lnTo>
                  <a:lnTo>
                    <a:pt x="221297" y="129438"/>
                  </a:lnTo>
                  <a:lnTo>
                    <a:pt x="221653" y="136918"/>
                  </a:lnTo>
                  <a:lnTo>
                    <a:pt x="222097" y="138582"/>
                  </a:lnTo>
                  <a:lnTo>
                    <a:pt x="222097" y="116878"/>
                  </a:lnTo>
                  <a:lnTo>
                    <a:pt x="204952" y="136867"/>
                  </a:lnTo>
                  <a:lnTo>
                    <a:pt x="198958" y="129882"/>
                  </a:lnTo>
                  <a:lnTo>
                    <a:pt x="198958" y="140512"/>
                  </a:lnTo>
                  <a:lnTo>
                    <a:pt x="188836" y="152311"/>
                  </a:lnTo>
                  <a:lnTo>
                    <a:pt x="189115" y="150799"/>
                  </a:lnTo>
                  <a:lnTo>
                    <a:pt x="188772" y="143332"/>
                  </a:lnTo>
                  <a:lnTo>
                    <a:pt x="188315" y="141655"/>
                  </a:lnTo>
                  <a:lnTo>
                    <a:pt x="189788" y="141998"/>
                  </a:lnTo>
                  <a:lnTo>
                    <a:pt x="193001" y="141795"/>
                  </a:lnTo>
                  <a:lnTo>
                    <a:pt x="196202" y="141605"/>
                  </a:lnTo>
                  <a:lnTo>
                    <a:pt x="198767" y="140639"/>
                  </a:lnTo>
                  <a:lnTo>
                    <a:pt x="198742" y="140271"/>
                  </a:lnTo>
                  <a:lnTo>
                    <a:pt x="198958" y="140512"/>
                  </a:lnTo>
                  <a:lnTo>
                    <a:pt x="198958" y="129882"/>
                  </a:lnTo>
                  <a:lnTo>
                    <a:pt x="197053" y="127660"/>
                  </a:lnTo>
                  <a:lnTo>
                    <a:pt x="197053" y="138303"/>
                  </a:lnTo>
                  <a:lnTo>
                    <a:pt x="196037" y="138049"/>
                  </a:lnTo>
                  <a:lnTo>
                    <a:pt x="189623" y="138442"/>
                  </a:lnTo>
                  <a:lnTo>
                    <a:pt x="188112" y="139014"/>
                  </a:lnTo>
                  <a:lnTo>
                    <a:pt x="188417" y="137261"/>
                  </a:lnTo>
                  <a:lnTo>
                    <a:pt x="188252" y="133527"/>
                  </a:lnTo>
                  <a:lnTo>
                    <a:pt x="188087" y="129794"/>
                  </a:lnTo>
                  <a:lnTo>
                    <a:pt x="187439" y="127495"/>
                  </a:lnTo>
                  <a:lnTo>
                    <a:pt x="187439" y="153949"/>
                  </a:lnTo>
                  <a:lnTo>
                    <a:pt x="153784" y="193205"/>
                  </a:lnTo>
                  <a:lnTo>
                    <a:pt x="142100" y="179578"/>
                  </a:lnTo>
                  <a:lnTo>
                    <a:pt x="144691" y="180187"/>
                  </a:lnTo>
                  <a:lnTo>
                    <a:pt x="151091" y="179793"/>
                  </a:lnTo>
                  <a:lnTo>
                    <a:pt x="152527" y="179260"/>
                  </a:lnTo>
                  <a:lnTo>
                    <a:pt x="152234" y="180987"/>
                  </a:lnTo>
                  <a:lnTo>
                    <a:pt x="152400" y="184721"/>
                  </a:lnTo>
                  <a:lnTo>
                    <a:pt x="152565" y="188455"/>
                  </a:lnTo>
                  <a:lnTo>
                    <a:pt x="153390" y="191439"/>
                  </a:lnTo>
                  <a:lnTo>
                    <a:pt x="155067" y="191338"/>
                  </a:lnTo>
                  <a:lnTo>
                    <a:pt x="155613" y="188264"/>
                  </a:lnTo>
                  <a:lnTo>
                    <a:pt x="155270" y="180797"/>
                  </a:lnTo>
                  <a:lnTo>
                    <a:pt x="154800" y="179120"/>
                  </a:lnTo>
                  <a:lnTo>
                    <a:pt x="156286" y="179463"/>
                  </a:lnTo>
                  <a:lnTo>
                    <a:pt x="159486" y="179260"/>
                  </a:lnTo>
                  <a:lnTo>
                    <a:pt x="162699" y="179070"/>
                  </a:lnTo>
                  <a:lnTo>
                    <a:pt x="165265" y="178104"/>
                  </a:lnTo>
                  <a:lnTo>
                    <a:pt x="165163" y="176149"/>
                  </a:lnTo>
                  <a:lnTo>
                    <a:pt x="162521" y="175514"/>
                  </a:lnTo>
                  <a:lnTo>
                    <a:pt x="156121" y="175920"/>
                  </a:lnTo>
                  <a:lnTo>
                    <a:pt x="154609" y="176491"/>
                  </a:lnTo>
                  <a:lnTo>
                    <a:pt x="154914" y="174739"/>
                  </a:lnTo>
                  <a:lnTo>
                    <a:pt x="154749" y="170992"/>
                  </a:lnTo>
                  <a:lnTo>
                    <a:pt x="154584" y="167259"/>
                  </a:lnTo>
                  <a:lnTo>
                    <a:pt x="153746" y="164274"/>
                  </a:lnTo>
                  <a:lnTo>
                    <a:pt x="152069" y="164376"/>
                  </a:lnTo>
                  <a:lnTo>
                    <a:pt x="151536" y="167449"/>
                  </a:lnTo>
                  <a:lnTo>
                    <a:pt x="151879" y="174917"/>
                  </a:lnTo>
                  <a:lnTo>
                    <a:pt x="152323" y="176593"/>
                  </a:lnTo>
                  <a:lnTo>
                    <a:pt x="150926" y="176250"/>
                  </a:lnTo>
                  <a:lnTo>
                    <a:pt x="147726" y="176441"/>
                  </a:lnTo>
                  <a:lnTo>
                    <a:pt x="144513" y="176644"/>
                  </a:lnTo>
                  <a:lnTo>
                    <a:pt x="141947" y="177609"/>
                  </a:lnTo>
                  <a:lnTo>
                    <a:pt x="142036" y="179527"/>
                  </a:lnTo>
                  <a:lnTo>
                    <a:pt x="109512" y="141566"/>
                  </a:lnTo>
                  <a:lnTo>
                    <a:pt x="112102" y="142189"/>
                  </a:lnTo>
                  <a:lnTo>
                    <a:pt x="118516" y="141795"/>
                  </a:lnTo>
                  <a:lnTo>
                    <a:pt x="119938" y="141262"/>
                  </a:lnTo>
                  <a:lnTo>
                    <a:pt x="119646" y="142976"/>
                  </a:lnTo>
                  <a:lnTo>
                    <a:pt x="119811" y="146710"/>
                  </a:lnTo>
                  <a:lnTo>
                    <a:pt x="119989" y="150456"/>
                  </a:lnTo>
                  <a:lnTo>
                    <a:pt x="120815" y="153441"/>
                  </a:lnTo>
                  <a:lnTo>
                    <a:pt x="122491" y="153327"/>
                  </a:lnTo>
                  <a:lnTo>
                    <a:pt x="123024" y="150266"/>
                  </a:lnTo>
                  <a:lnTo>
                    <a:pt x="122682" y="142786"/>
                  </a:lnTo>
                  <a:lnTo>
                    <a:pt x="122224" y="141109"/>
                  </a:lnTo>
                  <a:lnTo>
                    <a:pt x="123710" y="141465"/>
                  </a:lnTo>
                  <a:lnTo>
                    <a:pt x="126911" y="141262"/>
                  </a:lnTo>
                  <a:lnTo>
                    <a:pt x="130111" y="141058"/>
                  </a:lnTo>
                  <a:lnTo>
                    <a:pt x="132676" y="140093"/>
                  </a:lnTo>
                  <a:lnTo>
                    <a:pt x="132588" y="138137"/>
                  </a:lnTo>
                  <a:lnTo>
                    <a:pt x="129946" y="137515"/>
                  </a:lnTo>
                  <a:lnTo>
                    <a:pt x="123532" y="137909"/>
                  </a:lnTo>
                  <a:lnTo>
                    <a:pt x="122021" y="138480"/>
                  </a:lnTo>
                  <a:lnTo>
                    <a:pt x="122326" y="136728"/>
                  </a:lnTo>
                  <a:lnTo>
                    <a:pt x="122161" y="132994"/>
                  </a:lnTo>
                  <a:lnTo>
                    <a:pt x="121996" y="129247"/>
                  </a:lnTo>
                  <a:lnTo>
                    <a:pt x="121170" y="126263"/>
                  </a:lnTo>
                  <a:lnTo>
                    <a:pt x="120802" y="126288"/>
                  </a:lnTo>
                  <a:lnTo>
                    <a:pt x="152565" y="89242"/>
                  </a:lnTo>
                  <a:lnTo>
                    <a:pt x="152158" y="91617"/>
                  </a:lnTo>
                  <a:lnTo>
                    <a:pt x="152501" y="99098"/>
                  </a:lnTo>
                  <a:lnTo>
                    <a:pt x="152946" y="100761"/>
                  </a:lnTo>
                  <a:lnTo>
                    <a:pt x="151549" y="100418"/>
                  </a:lnTo>
                  <a:lnTo>
                    <a:pt x="148348" y="100622"/>
                  </a:lnTo>
                  <a:lnTo>
                    <a:pt x="145135" y="100812"/>
                  </a:lnTo>
                  <a:lnTo>
                    <a:pt x="142570" y="101777"/>
                  </a:lnTo>
                  <a:lnTo>
                    <a:pt x="142671" y="103733"/>
                  </a:lnTo>
                  <a:lnTo>
                    <a:pt x="145300" y="104368"/>
                  </a:lnTo>
                  <a:lnTo>
                    <a:pt x="151714" y="103974"/>
                  </a:lnTo>
                  <a:lnTo>
                    <a:pt x="153149" y="103441"/>
                  </a:lnTo>
                  <a:lnTo>
                    <a:pt x="152857" y="105156"/>
                  </a:lnTo>
                  <a:lnTo>
                    <a:pt x="153022" y="108889"/>
                  </a:lnTo>
                  <a:lnTo>
                    <a:pt x="153187" y="112636"/>
                  </a:lnTo>
                  <a:lnTo>
                    <a:pt x="154012" y="115620"/>
                  </a:lnTo>
                  <a:lnTo>
                    <a:pt x="155689" y="115506"/>
                  </a:lnTo>
                  <a:lnTo>
                    <a:pt x="156235" y="112445"/>
                  </a:lnTo>
                  <a:lnTo>
                    <a:pt x="155892" y="104965"/>
                  </a:lnTo>
                  <a:lnTo>
                    <a:pt x="155422" y="103301"/>
                  </a:lnTo>
                  <a:lnTo>
                    <a:pt x="156908" y="103644"/>
                  </a:lnTo>
                  <a:lnTo>
                    <a:pt x="160108" y="103441"/>
                  </a:lnTo>
                  <a:lnTo>
                    <a:pt x="163322" y="103238"/>
                  </a:lnTo>
                  <a:lnTo>
                    <a:pt x="165887" y="102273"/>
                  </a:lnTo>
                  <a:lnTo>
                    <a:pt x="165862" y="101942"/>
                  </a:lnTo>
                  <a:lnTo>
                    <a:pt x="187210" y="126822"/>
                  </a:lnTo>
                  <a:lnTo>
                    <a:pt x="185585" y="126911"/>
                  </a:lnTo>
                  <a:lnTo>
                    <a:pt x="185039" y="129984"/>
                  </a:lnTo>
                  <a:lnTo>
                    <a:pt x="185381" y="137452"/>
                  </a:lnTo>
                  <a:lnTo>
                    <a:pt x="185826" y="139128"/>
                  </a:lnTo>
                  <a:lnTo>
                    <a:pt x="184429" y="138785"/>
                  </a:lnTo>
                  <a:lnTo>
                    <a:pt x="181229" y="138976"/>
                  </a:lnTo>
                  <a:lnTo>
                    <a:pt x="178028" y="139179"/>
                  </a:lnTo>
                  <a:lnTo>
                    <a:pt x="175463" y="140144"/>
                  </a:lnTo>
                  <a:lnTo>
                    <a:pt x="175552" y="142100"/>
                  </a:lnTo>
                  <a:lnTo>
                    <a:pt x="178193" y="142722"/>
                  </a:lnTo>
                  <a:lnTo>
                    <a:pt x="184594" y="142328"/>
                  </a:lnTo>
                  <a:lnTo>
                    <a:pt x="186029" y="141795"/>
                  </a:lnTo>
                  <a:lnTo>
                    <a:pt x="185737" y="143510"/>
                  </a:lnTo>
                  <a:lnTo>
                    <a:pt x="185902" y="147256"/>
                  </a:lnTo>
                  <a:lnTo>
                    <a:pt x="186067" y="150990"/>
                  </a:lnTo>
                  <a:lnTo>
                    <a:pt x="186905" y="153974"/>
                  </a:lnTo>
                  <a:lnTo>
                    <a:pt x="187439" y="153949"/>
                  </a:lnTo>
                  <a:lnTo>
                    <a:pt x="187439" y="127495"/>
                  </a:lnTo>
                  <a:lnTo>
                    <a:pt x="187274" y="126898"/>
                  </a:lnTo>
                  <a:lnTo>
                    <a:pt x="197053" y="138303"/>
                  </a:lnTo>
                  <a:lnTo>
                    <a:pt x="197053" y="127660"/>
                  </a:lnTo>
                  <a:lnTo>
                    <a:pt x="164147" y="89255"/>
                  </a:lnTo>
                  <a:lnTo>
                    <a:pt x="164147" y="99936"/>
                  </a:lnTo>
                  <a:lnTo>
                    <a:pt x="163144" y="99695"/>
                  </a:lnTo>
                  <a:lnTo>
                    <a:pt x="156743" y="100088"/>
                  </a:lnTo>
                  <a:lnTo>
                    <a:pt x="155232" y="100660"/>
                  </a:lnTo>
                  <a:lnTo>
                    <a:pt x="155536" y="98907"/>
                  </a:lnTo>
                  <a:lnTo>
                    <a:pt x="155371" y="95173"/>
                  </a:lnTo>
                  <a:lnTo>
                    <a:pt x="155194" y="91427"/>
                  </a:lnTo>
                  <a:lnTo>
                    <a:pt x="154381" y="88531"/>
                  </a:lnTo>
                  <a:lnTo>
                    <a:pt x="164147" y="99936"/>
                  </a:lnTo>
                  <a:lnTo>
                    <a:pt x="164147" y="89255"/>
                  </a:lnTo>
                  <a:lnTo>
                    <a:pt x="162928" y="87820"/>
                  </a:lnTo>
                  <a:lnTo>
                    <a:pt x="154317" y="77787"/>
                  </a:lnTo>
                  <a:lnTo>
                    <a:pt x="154317" y="88455"/>
                  </a:lnTo>
                  <a:lnTo>
                    <a:pt x="153174" y="88531"/>
                  </a:lnTo>
                  <a:lnTo>
                    <a:pt x="153784" y="87820"/>
                  </a:lnTo>
                  <a:lnTo>
                    <a:pt x="154317" y="88455"/>
                  </a:lnTo>
                  <a:lnTo>
                    <a:pt x="154317" y="77787"/>
                  </a:lnTo>
                  <a:lnTo>
                    <a:pt x="153784" y="77165"/>
                  </a:lnTo>
                  <a:lnTo>
                    <a:pt x="119735" y="116890"/>
                  </a:lnTo>
                  <a:lnTo>
                    <a:pt x="119735" y="138582"/>
                  </a:lnTo>
                  <a:lnTo>
                    <a:pt x="118338" y="138239"/>
                  </a:lnTo>
                  <a:lnTo>
                    <a:pt x="115138" y="138442"/>
                  </a:lnTo>
                  <a:lnTo>
                    <a:pt x="111937" y="138633"/>
                  </a:lnTo>
                  <a:lnTo>
                    <a:pt x="109448" y="139585"/>
                  </a:lnTo>
                  <a:lnTo>
                    <a:pt x="109448" y="141503"/>
                  </a:lnTo>
                  <a:lnTo>
                    <a:pt x="108610" y="140512"/>
                  </a:lnTo>
                  <a:lnTo>
                    <a:pt x="109372" y="139623"/>
                  </a:lnTo>
                  <a:lnTo>
                    <a:pt x="109448" y="141503"/>
                  </a:lnTo>
                  <a:lnTo>
                    <a:pt x="109448" y="139585"/>
                  </a:lnTo>
                  <a:lnTo>
                    <a:pt x="119164" y="128206"/>
                  </a:lnTo>
                  <a:lnTo>
                    <a:pt x="118948" y="129438"/>
                  </a:lnTo>
                  <a:lnTo>
                    <a:pt x="119291" y="136918"/>
                  </a:lnTo>
                  <a:lnTo>
                    <a:pt x="119735" y="138582"/>
                  </a:lnTo>
                  <a:lnTo>
                    <a:pt x="119735" y="116890"/>
                  </a:lnTo>
                  <a:lnTo>
                    <a:pt x="104038" y="135191"/>
                  </a:lnTo>
                  <a:lnTo>
                    <a:pt x="99479" y="129882"/>
                  </a:lnTo>
                  <a:lnTo>
                    <a:pt x="99479" y="140512"/>
                  </a:lnTo>
                  <a:lnTo>
                    <a:pt x="89357" y="152311"/>
                  </a:lnTo>
                  <a:lnTo>
                    <a:pt x="89636" y="150799"/>
                  </a:lnTo>
                  <a:lnTo>
                    <a:pt x="89293" y="143332"/>
                  </a:lnTo>
                  <a:lnTo>
                    <a:pt x="88836" y="141655"/>
                  </a:lnTo>
                  <a:lnTo>
                    <a:pt x="90322" y="141998"/>
                  </a:lnTo>
                  <a:lnTo>
                    <a:pt x="93522" y="141795"/>
                  </a:lnTo>
                  <a:lnTo>
                    <a:pt x="96723" y="141605"/>
                  </a:lnTo>
                  <a:lnTo>
                    <a:pt x="99288" y="140639"/>
                  </a:lnTo>
                  <a:lnTo>
                    <a:pt x="99263" y="140271"/>
                  </a:lnTo>
                  <a:lnTo>
                    <a:pt x="99479" y="140512"/>
                  </a:lnTo>
                  <a:lnTo>
                    <a:pt x="99479" y="129882"/>
                  </a:lnTo>
                  <a:lnTo>
                    <a:pt x="97574" y="127647"/>
                  </a:lnTo>
                  <a:lnTo>
                    <a:pt x="97574" y="138303"/>
                  </a:lnTo>
                  <a:lnTo>
                    <a:pt x="96558" y="138049"/>
                  </a:lnTo>
                  <a:lnTo>
                    <a:pt x="90144" y="138442"/>
                  </a:lnTo>
                  <a:lnTo>
                    <a:pt x="88633" y="139014"/>
                  </a:lnTo>
                  <a:lnTo>
                    <a:pt x="88938" y="137261"/>
                  </a:lnTo>
                  <a:lnTo>
                    <a:pt x="88773" y="133527"/>
                  </a:lnTo>
                  <a:lnTo>
                    <a:pt x="88607" y="129794"/>
                  </a:lnTo>
                  <a:lnTo>
                    <a:pt x="87960" y="127495"/>
                  </a:lnTo>
                  <a:lnTo>
                    <a:pt x="87960" y="153949"/>
                  </a:lnTo>
                  <a:lnTo>
                    <a:pt x="54305" y="193205"/>
                  </a:lnTo>
                  <a:lnTo>
                    <a:pt x="42621" y="179578"/>
                  </a:lnTo>
                  <a:lnTo>
                    <a:pt x="45212" y="180187"/>
                  </a:lnTo>
                  <a:lnTo>
                    <a:pt x="51612" y="179793"/>
                  </a:lnTo>
                  <a:lnTo>
                    <a:pt x="53047" y="179260"/>
                  </a:lnTo>
                  <a:lnTo>
                    <a:pt x="52755" y="180987"/>
                  </a:lnTo>
                  <a:lnTo>
                    <a:pt x="52920" y="184721"/>
                  </a:lnTo>
                  <a:lnTo>
                    <a:pt x="53086" y="188455"/>
                  </a:lnTo>
                  <a:lnTo>
                    <a:pt x="53911" y="191439"/>
                  </a:lnTo>
                  <a:lnTo>
                    <a:pt x="55587" y="191338"/>
                  </a:lnTo>
                  <a:lnTo>
                    <a:pt x="56134" y="188264"/>
                  </a:lnTo>
                  <a:lnTo>
                    <a:pt x="55791" y="180797"/>
                  </a:lnTo>
                  <a:lnTo>
                    <a:pt x="55333" y="179120"/>
                  </a:lnTo>
                  <a:lnTo>
                    <a:pt x="56807" y="179463"/>
                  </a:lnTo>
                  <a:lnTo>
                    <a:pt x="60020" y="179260"/>
                  </a:lnTo>
                  <a:lnTo>
                    <a:pt x="63220" y="179070"/>
                  </a:lnTo>
                  <a:lnTo>
                    <a:pt x="65786" y="178104"/>
                  </a:lnTo>
                  <a:lnTo>
                    <a:pt x="65684" y="176149"/>
                  </a:lnTo>
                  <a:lnTo>
                    <a:pt x="63055" y="175514"/>
                  </a:lnTo>
                  <a:lnTo>
                    <a:pt x="56642" y="175920"/>
                  </a:lnTo>
                  <a:lnTo>
                    <a:pt x="55130" y="176491"/>
                  </a:lnTo>
                  <a:lnTo>
                    <a:pt x="55435" y="174739"/>
                  </a:lnTo>
                  <a:lnTo>
                    <a:pt x="55270" y="170992"/>
                  </a:lnTo>
                  <a:lnTo>
                    <a:pt x="55105" y="167259"/>
                  </a:lnTo>
                  <a:lnTo>
                    <a:pt x="54267" y="164274"/>
                  </a:lnTo>
                  <a:lnTo>
                    <a:pt x="52603" y="164376"/>
                  </a:lnTo>
                  <a:lnTo>
                    <a:pt x="52057" y="167449"/>
                  </a:lnTo>
                  <a:lnTo>
                    <a:pt x="52400" y="174917"/>
                  </a:lnTo>
                  <a:lnTo>
                    <a:pt x="52844" y="176593"/>
                  </a:lnTo>
                  <a:lnTo>
                    <a:pt x="51447" y="176250"/>
                  </a:lnTo>
                  <a:lnTo>
                    <a:pt x="48247" y="176441"/>
                  </a:lnTo>
                  <a:lnTo>
                    <a:pt x="45034" y="176644"/>
                  </a:lnTo>
                  <a:lnTo>
                    <a:pt x="42481" y="177609"/>
                  </a:lnTo>
                  <a:lnTo>
                    <a:pt x="42557" y="179527"/>
                  </a:lnTo>
                  <a:lnTo>
                    <a:pt x="10045" y="141579"/>
                  </a:lnTo>
                  <a:lnTo>
                    <a:pt x="12623" y="142189"/>
                  </a:lnTo>
                  <a:lnTo>
                    <a:pt x="19037" y="141795"/>
                  </a:lnTo>
                  <a:lnTo>
                    <a:pt x="20459" y="141262"/>
                  </a:lnTo>
                  <a:lnTo>
                    <a:pt x="20167" y="142976"/>
                  </a:lnTo>
                  <a:lnTo>
                    <a:pt x="20332" y="146710"/>
                  </a:lnTo>
                  <a:lnTo>
                    <a:pt x="20510" y="150456"/>
                  </a:lnTo>
                  <a:lnTo>
                    <a:pt x="21336" y="153441"/>
                  </a:lnTo>
                  <a:lnTo>
                    <a:pt x="23012" y="153327"/>
                  </a:lnTo>
                  <a:lnTo>
                    <a:pt x="23558" y="150266"/>
                  </a:lnTo>
                  <a:lnTo>
                    <a:pt x="23202" y="142786"/>
                  </a:lnTo>
                  <a:lnTo>
                    <a:pt x="22745" y="141109"/>
                  </a:lnTo>
                  <a:lnTo>
                    <a:pt x="24231" y="141465"/>
                  </a:lnTo>
                  <a:lnTo>
                    <a:pt x="27432" y="141262"/>
                  </a:lnTo>
                  <a:lnTo>
                    <a:pt x="30632" y="141058"/>
                  </a:lnTo>
                  <a:lnTo>
                    <a:pt x="33197" y="140093"/>
                  </a:lnTo>
                  <a:lnTo>
                    <a:pt x="33108" y="138137"/>
                  </a:lnTo>
                  <a:lnTo>
                    <a:pt x="30467" y="137515"/>
                  </a:lnTo>
                  <a:lnTo>
                    <a:pt x="24066" y="137909"/>
                  </a:lnTo>
                  <a:lnTo>
                    <a:pt x="22555" y="138480"/>
                  </a:lnTo>
                  <a:lnTo>
                    <a:pt x="22860" y="136728"/>
                  </a:lnTo>
                  <a:lnTo>
                    <a:pt x="22682" y="132994"/>
                  </a:lnTo>
                  <a:lnTo>
                    <a:pt x="22517" y="129247"/>
                  </a:lnTo>
                  <a:lnTo>
                    <a:pt x="21691" y="126263"/>
                  </a:lnTo>
                  <a:lnTo>
                    <a:pt x="21336" y="126288"/>
                  </a:lnTo>
                  <a:lnTo>
                    <a:pt x="53086" y="89242"/>
                  </a:lnTo>
                  <a:lnTo>
                    <a:pt x="52679" y="91617"/>
                  </a:lnTo>
                  <a:lnTo>
                    <a:pt x="53022" y="99098"/>
                  </a:lnTo>
                  <a:lnTo>
                    <a:pt x="53467" y="100761"/>
                  </a:lnTo>
                  <a:lnTo>
                    <a:pt x="52070" y="100418"/>
                  </a:lnTo>
                  <a:lnTo>
                    <a:pt x="48869" y="100622"/>
                  </a:lnTo>
                  <a:lnTo>
                    <a:pt x="45656" y="100812"/>
                  </a:lnTo>
                  <a:lnTo>
                    <a:pt x="43091" y="101777"/>
                  </a:lnTo>
                  <a:lnTo>
                    <a:pt x="43192" y="103733"/>
                  </a:lnTo>
                  <a:lnTo>
                    <a:pt x="45834" y="104368"/>
                  </a:lnTo>
                  <a:lnTo>
                    <a:pt x="52235" y="103974"/>
                  </a:lnTo>
                  <a:lnTo>
                    <a:pt x="53670" y="103441"/>
                  </a:lnTo>
                  <a:lnTo>
                    <a:pt x="53378" y="105156"/>
                  </a:lnTo>
                  <a:lnTo>
                    <a:pt x="53543" y="108889"/>
                  </a:lnTo>
                  <a:lnTo>
                    <a:pt x="53708" y="112636"/>
                  </a:lnTo>
                  <a:lnTo>
                    <a:pt x="54533" y="115620"/>
                  </a:lnTo>
                  <a:lnTo>
                    <a:pt x="56210" y="115506"/>
                  </a:lnTo>
                  <a:lnTo>
                    <a:pt x="56756" y="112445"/>
                  </a:lnTo>
                  <a:lnTo>
                    <a:pt x="56413" y="104965"/>
                  </a:lnTo>
                  <a:lnTo>
                    <a:pt x="55943" y="103301"/>
                  </a:lnTo>
                  <a:lnTo>
                    <a:pt x="57429" y="103644"/>
                  </a:lnTo>
                  <a:lnTo>
                    <a:pt x="60629" y="103441"/>
                  </a:lnTo>
                  <a:lnTo>
                    <a:pt x="63842" y="103238"/>
                  </a:lnTo>
                  <a:lnTo>
                    <a:pt x="66408" y="102273"/>
                  </a:lnTo>
                  <a:lnTo>
                    <a:pt x="66382" y="101942"/>
                  </a:lnTo>
                  <a:lnTo>
                    <a:pt x="87731" y="126822"/>
                  </a:lnTo>
                  <a:lnTo>
                    <a:pt x="86106" y="126911"/>
                  </a:lnTo>
                  <a:lnTo>
                    <a:pt x="85559" y="129984"/>
                  </a:lnTo>
                  <a:lnTo>
                    <a:pt x="85902" y="137452"/>
                  </a:lnTo>
                  <a:lnTo>
                    <a:pt x="86360" y="139128"/>
                  </a:lnTo>
                  <a:lnTo>
                    <a:pt x="84950" y="138785"/>
                  </a:lnTo>
                  <a:lnTo>
                    <a:pt x="81749" y="138976"/>
                  </a:lnTo>
                  <a:lnTo>
                    <a:pt x="78549" y="139179"/>
                  </a:lnTo>
                  <a:lnTo>
                    <a:pt x="75984" y="140144"/>
                  </a:lnTo>
                  <a:lnTo>
                    <a:pt x="76073" y="142100"/>
                  </a:lnTo>
                  <a:lnTo>
                    <a:pt x="78714" y="142722"/>
                  </a:lnTo>
                  <a:lnTo>
                    <a:pt x="85128" y="142328"/>
                  </a:lnTo>
                  <a:lnTo>
                    <a:pt x="86550" y="141795"/>
                  </a:lnTo>
                  <a:lnTo>
                    <a:pt x="86258" y="143510"/>
                  </a:lnTo>
                  <a:lnTo>
                    <a:pt x="86423" y="147256"/>
                  </a:lnTo>
                  <a:lnTo>
                    <a:pt x="86588" y="150990"/>
                  </a:lnTo>
                  <a:lnTo>
                    <a:pt x="87426" y="153974"/>
                  </a:lnTo>
                  <a:lnTo>
                    <a:pt x="87960" y="153949"/>
                  </a:lnTo>
                  <a:lnTo>
                    <a:pt x="87960" y="127495"/>
                  </a:lnTo>
                  <a:lnTo>
                    <a:pt x="87795" y="126898"/>
                  </a:lnTo>
                  <a:lnTo>
                    <a:pt x="97574" y="138303"/>
                  </a:lnTo>
                  <a:lnTo>
                    <a:pt x="97574" y="127647"/>
                  </a:lnTo>
                  <a:lnTo>
                    <a:pt x="64668" y="89255"/>
                  </a:lnTo>
                  <a:lnTo>
                    <a:pt x="64668" y="99936"/>
                  </a:lnTo>
                  <a:lnTo>
                    <a:pt x="63677" y="99695"/>
                  </a:lnTo>
                  <a:lnTo>
                    <a:pt x="57264" y="100088"/>
                  </a:lnTo>
                  <a:lnTo>
                    <a:pt x="55753" y="100660"/>
                  </a:lnTo>
                  <a:lnTo>
                    <a:pt x="56057" y="98907"/>
                  </a:lnTo>
                  <a:lnTo>
                    <a:pt x="55892" y="95173"/>
                  </a:lnTo>
                  <a:lnTo>
                    <a:pt x="55727" y="91427"/>
                  </a:lnTo>
                  <a:lnTo>
                    <a:pt x="54902" y="88531"/>
                  </a:lnTo>
                  <a:lnTo>
                    <a:pt x="64668" y="99936"/>
                  </a:lnTo>
                  <a:lnTo>
                    <a:pt x="64668" y="89255"/>
                  </a:lnTo>
                  <a:lnTo>
                    <a:pt x="63449" y="87820"/>
                  </a:lnTo>
                  <a:lnTo>
                    <a:pt x="54838" y="77787"/>
                  </a:lnTo>
                  <a:lnTo>
                    <a:pt x="54838" y="88455"/>
                  </a:lnTo>
                  <a:lnTo>
                    <a:pt x="53695" y="88531"/>
                  </a:lnTo>
                  <a:lnTo>
                    <a:pt x="54305" y="87820"/>
                  </a:lnTo>
                  <a:lnTo>
                    <a:pt x="54838" y="88455"/>
                  </a:lnTo>
                  <a:lnTo>
                    <a:pt x="54838" y="77787"/>
                  </a:lnTo>
                  <a:lnTo>
                    <a:pt x="54305" y="77165"/>
                  </a:lnTo>
                  <a:lnTo>
                    <a:pt x="20256" y="116890"/>
                  </a:lnTo>
                  <a:lnTo>
                    <a:pt x="20256" y="138582"/>
                  </a:lnTo>
                  <a:lnTo>
                    <a:pt x="18872" y="138239"/>
                  </a:lnTo>
                  <a:lnTo>
                    <a:pt x="15659" y="138442"/>
                  </a:lnTo>
                  <a:lnTo>
                    <a:pt x="12458" y="138633"/>
                  </a:lnTo>
                  <a:lnTo>
                    <a:pt x="9969" y="139585"/>
                  </a:lnTo>
                  <a:lnTo>
                    <a:pt x="9969" y="141490"/>
                  </a:lnTo>
                  <a:lnTo>
                    <a:pt x="9144" y="140512"/>
                  </a:lnTo>
                  <a:lnTo>
                    <a:pt x="9893" y="139649"/>
                  </a:lnTo>
                  <a:lnTo>
                    <a:pt x="9969" y="141490"/>
                  </a:lnTo>
                  <a:lnTo>
                    <a:pt x="9969" y="139585"/>
                  </a:lnTo>
                  <a:lnTo>
                    <a:pt x="19685" y="128219"/>
                  </a:lnTo>
                  <a:lnTo>
                    <a:pt x="19469" y="129438"/>
                  </a:lnTo>
                  <a:lnTo>
                    <a:pt x="19812" y="136918"/>
                  </a:lnTo>
                  <a:lnTo>
                    <a:pt x="20256" y="138582"/>
                  </a:lnTo>
                  <a:lnTo>
                    <a:pt x="20256" y="116890"/>
                  </a:lnTo>
                  <a:lnTo>
                    <a:pt x="0" y="140512"/>
                  </a:lnTo>
                  <a:lnTo>
                    <a:pt x="54305" y="203860"/>
                  </a:lnTo>
                  <a:lnTo>
                    <a:pt x="63449" y="193205"/>
                  </a:lnTo>
                  <a:lnTo>
                    <a:pt x="104038" y="145846"/>
                  </a:lnTo>
                  <a:lnTo>
                    <a:pt x="153784" y="203860"/>
                  </a:lnTo>
                  <a:lnTo>
                    <a:pt x="162928" y="193205"/>
                  </a:lnTo>
                  <a:lnTo>
                    <a:pt x="204952" y="144170"/>
                  </a:lnTo>
                  <a:lnTo>
                    <a:pt x="256146" y="203860"/>
                  </a:lnTo>
                  <a:lnTo>
                    <a:pt x="265277" y="193205"/>
                  </a:lnTo>
                  <a:lnTo>
                    <a:pt x="310438" y="140512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2" name="object 2052" descr=""/>
            <p:cNvSpPr/>
            <p:nvPr/>
          </p:nvSpPr>
          <p:spPr>
            <a:xfrm>
              <a:off x="7532852" y="6434042"/>
              <a:ext cx="311150" cy="359410"/>
            </a:xfrm>
            <a:custGeom>
              <a:avLst/>
              <a:gdLst/>
              <a:ahLst/>
              <a:cxnLst/>
              <a:rect l="l" t="t" r="r" b="b"/>
              <a:pathLst>
                <a:path w="311150" h="359409">
                  <a:moveTo>
                    <a:pt x="108623" y="218681"/>
                  </a:moveTo>
                  <a:lnTo>
                    <a:pt x="99491" y="208038"/>
                  </a:lnTo>
                  <a:lnTo>
                    <a:pt x="99491" y="218681"/>
                  </a:lnTo>
                  <a:lnTo>
                    <a:pt x="89369" y="230479"/>
                  </a:lnTo>
                  <a:lnTo>
                    <a:pt x="89649" y="228968"/>
                  </a:lnTo>
                  <a:lnTo>
                    <a:pt x="89306" y="221500"/>
                  </a:lnTo>
                  <a:lnTo>
                    <a:pt x="88836" y="219824"/>
                  </a:lnTo>
                  <a:lnTo>
                    <a:pt x="90322" y="220167"/>
                  </a:lnTo>
                  <a:lnTo>
                    <a:pt x="93522" y="219964"/>
                  </a:lnTo>
                  <a:lnTo>
                    <a:pt x="96735" y="219773"/>
                  </a:lnTo>
                  <a:lnTo>
                    <a:pt x="99301" y="218808"/>
                  </a:lnTo>
                  <a:lnTo>
                    <a:pt x="99275" y="218440"/>
                  </a:lnTo>
                  <a:lnTo>
                    <a:pt x="99491" y="218681"/>
                  </a:lnTo>
                  <a:lnTo>
                    <a:pt x="99491" y="208038"/>
                  </a:lnTo>
                  <a:lnTo>
                    <a:pt x="97586" y="205816"/>
                  </a:lnTo>
                  <a:lnTo>
                    <a:pt x="97586" y="216471"/>
                  </a:lnTo>
                  <a:lnTo>
                    <a:pt x="96570" y="216217"/>
                  </a:lnTo>
                  <a:lnTo>
                    <a:pt x="90157" y="216623"/>
                  </a:lnTo>
                  <a:lnTo>
                    <a:pt x="88646" y="217195"/>
                  </a:lnTo>
                  <a:lnTo>
                    <a:pt x="88950" y="215442"/>
                  </a:lnTo>
                  <a:lnTo>
                    <a:pt x="88785" y="211696"/>
                  </a:lnTo>
                  <a:lnTo>
                    <a:pt x="88620" y="207962"/>
                  </a:lnTo>
                  <a:lnTo>
                    <a:pt x="87972" y="205689"/>
                  </a:lnTo>
                  <a:lnTo>
                    <a:pt x="87972" y="232117"/>
                  </a:lnTo>
                  <a:lnTo>
                    <a:pt x="54317" y="271373"/>
                  </a:lnTo>
                  <a:lnTo>
                    <a:pt x="42633" y="257759"/>
                  </a:lnTo>
                  <a:lnTo>
                    <a:pt x="45212" y="258368"/>
                  </a:lnTo>
                  <a:lnTo>
                    <a:pt x="51625" y="257962"/>
                  </a:lnTo>
                  <a:lnTo>
                    <a:pt x="53047" y="257429"/>
                  </a:lnTo>
                  <a:lnTo>
                    <a:pt x="52755" y="259156"/>
                  </a:lnTo>
                  <a:lnTo>
                    <a:pt x="52933" y="262890"/>
                  </a:lnTo>
                  <a:lnTo>
                    <a:pt x="53098" y="266623"/>
                  </a:lnTo>
                  <a:lnTo>
                    <a:pt x="53924" y="269608"/>
                  </a:lnTo>
                  <a:lnTo>
                    <a:pt x="55600" y="269506"/>
                  </a:lnTo>
                  <a:lnTo>
                    <a:pt x="56146" y="266433"/>
                  </a:lnTo>
                  <a:lnTo>
                    <a:pt x="55791" y="258965"/>
                  </a:lnTo>
                  <a:lnTo>
                    <a:pt x="55333" y="257289"/>
                  </a:lnTo>
                  <a:lnTo>
                    <a:pt x="56819" y="257632"/>
                  </a:lnTo>
                  <a:lnTo>
                    <a:pt x="60020" y="257429"/>
                  </a:lnTo>
                  <a:lnTo>
                    <a:pt x="63220" y="257238"/>
                  </a:lnTo>
                  <a:lnTo>
                    <a:pt x="65786" y="256273"/>
                  </a:lnTo>
                  <a:lnTo>
                    <a:pt x="65697" y="254317"/>
                  </a:lnTo>
                  <a:lnTo>
                    <a:pt x="63055" y="253682"/>
                  </a:lnTo>
                  <a:lnTo>
                    <a:pt x="56654" y="254088"/>
                  </a:lnTo>
                  <a:lnTo>
                    <a:pt x="55143" y="254660"/>
                  </a:lnTo>
                  <a:lnTo>
                    <a:pt x="55448" y="252907"/>
                  </a:lnTo>
                  <a:lnTo>
                    <a:pt x="55270" y="249161"/>
                  </a:lnTo>
                  <a:lnTo>
                    <a:pt x="55105" y="245427"/>
                  </a:lnTo>
                  <a:lnTo>
                    <a:pt x="54279" y="242443"/>
                  </a:lnTo>
                  <a:lnTo>
                    <a:pt x="52603" y="242544"/>
                  </a:lnTo>
                  <a:lnTo>
                    <a:pt x="52057" y="245618"/>
                  </a:lnTo>
                  <a:lnTo>
                    <a:pt x="52400" y="253085"/>
                  </a:lnTo>
                  <a:lnTo>
                    <a:pt x="52857" y="254762"/>
                  </a:lnTo>
                  <a:lnTo>
                    <a:pt x="51460" y="254419"/>
                  </a:lnTo>
                  <a:lnTo>
                    <a:pt x="48247" y="254609"/>
                  </a:lnTo>
                  <a:lnTo>
                    <a:pt x="45046" y="254812"/>
                  </a:lnTo>
                  <a:lnTo>
                    <a:pt x="42481" y="255778"/>
                  </a:lnTo>
                  <a:lnTo>
                    <a:pt x="42557" y="257683"/>
                  </a:lnTo>
                  <a:lnTo>
                    <a:pt x="10058" y="219760"/>
                  </a:lnTo>
                  <a:lnTo>
                    <a:pt x="12636" y="220357"/>
                  </a:lnTo>
                  <a:lnTo>
                    <a:pt x="19037" y="219964"/>
                  </a:lnTo>
                  <a:lnTo>
                    <a:pt x="20472" y="219430"/>
                  </a:lnTo>
                  <a:lnTo>
                    <a:pt x="20180" y="221145"/>
                  </a:lnTo>
                  <a:lnTo>
                    <a:pt x="20345" y="224878"/>
                  </a:lnTo>
                  <a:lnTo>
                    <a:pt x="20510" y="228625"/>
                  </a:lnTo>
                  <a:lnTo>
                    <a:pt x="21336" y="231609"/>
                  </a:lnTo>
                  <a:lnTo>
                    <a:pt x="23012" y="231495"/>
                  </a:lnTo>
                  <a:lnTo>
                    <a:pt x="23558" y="228434"/>
                  </a:lnTo>
                  <a:lnTo>
                    <a:pt x="23215" y="220954"/>
                  </a:lnTo>
                  <a:lnTo>
                    <a:pt x="22758" y="219290"/>
                  </a:lnTo>
                  <a:lnTo>
                    <a:pt x="24231" y="219633"/>
                  </a:lnTo>
                  <a:lnTo>
                    <a:pt x="27444" y="219430"/>
                  </a:lnTo>
                  <a:lnTo>
                    <a:pt x="30645" y="219227"/>
                  </a:lnTo>
                  <a:lnTo>
                    <a:pt x="33210" y="218262"/>
                  </a:lnTo>
                  <a:lnTo>
                    <a:pt x="33121" y="216306"/>
                  </a:lnTo>
                  <a:lnTo>
                    <a:pt x="30480" y="215684"/>
                  </a:lnTo>
                  <a:lnTo>
                    <a:pt x="24066" y="216077"/>
                  </a:lnTo>
                  <a:lnTo>
                    <a:pt x="22555" y="216649"/>
                  </a:lnTo>
                  <a:lnTo>
                    <a:pt x="22860" y="214896"/>
                  </a:lnTo>
                  <a:lnTo>
                    <a:pt x="22694" y="211162"/>
                  </a:lnTo>
                  <a:lnTo>
                    <a:pt x="22529" y="207416"/>
                  </a:lnTo>
                  <a:lnTo>
                    <a:pt x="21704" y="204431"/>
                  </a:lnTo>
                  <a:lnTo>
                    <a:pt x="21336" y="204457"/>
                  </a:lnTo>
                  <a:lnTo>
                    <a:pt x="53098" y="167411"/>
                  </a:lnTo>
                  <a:lnTo>
                    <a:pt x="52679" y="169786"/>
                  </a:lnTo>
                  <a:lnTo>
                    <a:pt x="53022" y="177266"/>
                  </a:lnTo>
                  <a:lnTo>
                    <a:pt x="53467" y="178930"/>
                  </a:lnTo>
                  <a:lnTo>
                    <a:pt x="52082" y="178587"/>
                  </a:lnTo>
                  <a:lnTo>
                    <a:pt x="48869" y="178790"/>
                  </a:lnTo>
                  <a:lnTo>
                    <a:pt x="45669" y="178993"/>
                  </a:lnTo>
                  <a:lnTo>
                    <a:pt x="43103" y="179946"/>
                  </a:lnTo>
                  <a:lnTo>
                    <a:pt x="43192" y="181914"/>
                  </a:lnTo>
                  <a:lnTo>
                    <a:pt x="45834" y="182537"/>
                  </a:lnTo>
                  <a:lnTo>
                    <a:pt x="52247" y="182143"/>
                  </a:lnTo>
                  <a:lnTo>
                    <a:pt x="53670" y="181610"/>
                  </a:lnTo>
                  <a:lnTo>
                    <a:pt x="53378" y="183324"/>
                  </a:lnTo>
                  <a:lnTo>
                    <a:pt x="53543" y="187058"/>
                  </a:lnTo>
                  <a:lnTo>
                    <a:pt x="53721" y="190804"/>
                  </a:lnTo>
                  <a:lnTo>
                    <a:pt x="54546" y="193789"/>
                  </a:lnTo>
                  <a:lnTo>
                    <a:pt x="56222" y="193687"/>
                  </a:lnTo>
                  <a:lnTo>
                    <a:pt x="56769" y="190614"/>
                  </a:lnTo>
                  <a:lnTo>
                    <a:pt x="56413" y="183134"/>
                  </a:lnTo>
                  <a:lnTo>
                    <a:pt x="55956" y="181457"/>
                  </a:lnTo>
                  <a:lnTo>
                    <a:pt x="57442" y="181813"/>
                  </a:lnTo>
                  <a:lnTo>
                    <a:pt x="60642" y="181610"/>
                  </a:lnTo>
                  <a:lnTo>
                    <a:pt x="63842" y="181406"/>
                  </a:lnTo>
                  <a:lnTo>
                    <a:pt x="66408" y="180441"/>
                  </a:lnTo>
                  <a:lnTo>
                    <a:pt x="66382" y="180098"/>
                  </a:lnTo>
                  <a:lnTo>
                    <a:pt x="87744" y="204990"/>
                  </a:lnTo>
                  <a:lnTo>
                    <a:pt x="86118" y="205079"/>
                  </a:lnTo>
                  <a:lnTo>
                    <a:pt x="85572" y="208153"/>
                  </a:lnTo>
                  <a:lnTo>
                    <a:pt x="85915" y="215620"/>
                  </a:lnTo>
                  <a:lnTo>
                    <a:pt x="86360" y="217297"/>
                  </a:lnTo>
                  <a:lnTo>
                    <a:pt x="84963" y="216954"/>
                  </a:lnTo>
                  <a:lnTo>
                    <a:pt x="81762" y="217144"/>
                  </a:lnTo>
                  <a:lnTo>
                    <a:pt x="78549" y="217347"/>
                  </a:lnTo>
                  <a:lnTo>
                    <a:pt x="75984" y="218313"/>
                  </a:lnTo>
                  <a:lnTo>
                    <a:pt x="76085" y="220268"/>
                  </a:lnTo>
                  <a:lnTo>
                    <a:pt x="78727" y="220903"/>
                  </a:lnTo>
                  <a:lnTo>
                    <a:pt x="85128" y="220497"/>
                  </a:lnTo>
                  <a:lnTo>
                    <a:pt x="86563" y="219964"/>
                  </a:lnTo>
                  <a:lnTo>
                    <a:pt x="86271" y="221691"/>
                  </a:lnTo>
                  <a:lnTo>
                    <a:pt x="86436" y="225425"/>
                  </a:lnTo>
                  <a:lnTo>
                    <a:pt x="86601" y="229158"/>
                  </a:lnTo>
                  <a:lnTo>
                    <a:pt x="87426" y="232143"/>
                  </a:lnTo>
                  <a:lnTo>
                    <a:pt x="87972" y="232117"/>
                  </a:lnTo>
                  <a:lnTo>
                    <a:pt x="87972" y="205689"/>
                  </a:lnTo>
                  <a:lnTo>
                    <a:pt x="87795" y="205054"/>
                  </a:lnTo>
                  <a:lnTo>
                    <a:pt x="97586" y="216471"/>
                  </a:lnTo>
                  <a:lnTo>
                    <a:pt x="97586" y="205816"/>
                  </a:lnTo>
                  <a:lnTo>
                    <a:pt x="64681" y="167436"/>
                  </a:lnTo>
                  <a:lnTo>
                    <a:pt x="64681" y="178104"/>
                  </a:lnTo>
                  <a:lnTo>
                    <a:pt x="63677" y="177863"/>
                  </a:lnTo>
                  <a:lnTo>
                    <a:pt x="57277" y="178257"/>
                  </a:lnTo>
                  <a:lnTo>
                    <a:pt x="55765" y="178828"/>
                  </a:lnTo>
                  <a:lnTo>
                    <a:pt x="56070" y="177076"/>
                  </a:lnTo>
                  <a:lnTo>
                    <a:pt x="55892" y="173342"/>
                  </a:lnTo>
                  <a:lnTo>
                    <a:pt x="55727" y="169595"/>
                  </a:lnTo>
                  <a:lnTo>
                    <a:pt x="54914" y="166700"/>
                  </a:lnTo>
                  <a:lnTo>
                    <a:pt x="64681" y="178104"/>
                  </a:lnTo>
                  <a:lnTo>
                    <a:pt x="64681" y="167436"/>
                  </a:lnTo>
                  <a:lnTo>
                    <a:pt x="63449" y="165989"/>
                  </a:lnTo>
                  <a:lnTo>
                    <a:pt x="54851" y="155968"/>
                  </a:lnTo>
                  <a:lnTo>
                    <a:pt x="54851" y="166624"/>
                  </a:lnTo>
                  <a:lnTo>
                    <a:pt x="53708" y="166700"/>
                  </a:lnTo>
                  <a:lnTo>
                    <a:pt x="54317" y="165989"/>
                  </a:lnTo>
                  <a:lnTo>
                    <a:pt x="54851" y="166624"/>
                  </a:lnTo>
                  <a:lnTo>
                    <a:pt x="54851" y="155968"/>
                  </a:lnTo>
                  <a:lnTo>
                    <a:pt x="54317" y="155333"/>
                  </a:lnTo>
                  <a:lnTo>
                    <a:pt x="20269" y="195046"/>
                  </a:lnTo>
                  <a:lnTo>
                    <a:pt x="20269" y="216750"/>
                  </a:lnTo>
                  <a:lnTo>
                    <a:pt x="18872" y="216408"/>
                  </a:lnTo>
                  <a:lnTo>
                    <a:pt x="15671" y="216611"/>
                  </a:lnTo>
                  <a:lnTo>
                    <a:pt x="12471" y="216814"/>
                  </a:lnTo>
                  <a:lnTo>
                    <a:pt x="9982" y="217754"/>
                  </a:lnTo>
                  <a:lnTo>
                    <a:pt x="9982" y="219671"/>
                  </a:lnTo>
                  <a:lnTo>
                    <a:pt x="9144" y="218681"/>
                  </a:lnTo>
                  <a:lnTo>
                    <a:pt x="9906" y="217792"/>
                  </a:lnTo>
                  <a:lnTo>
                    <a:pt x="9982" y="219671"/>
                  </a:lnTo>
                  <a:lnTo>
                    <a:pt x="9982" y="217754"/>
                  </a:lnTo>
                  <a:lnTo>
                    <a:pt x="19697" y="206375"/>
                  </a:lnTo>
                  <a:lnTo>
                    <a:pt x="19481" y="207606"/>
                  </a:lnTo>
                  <a:lnTo>
                    <a:pt x="19824" y="215087"/>
                  </a:lnTo>
                  <a:lnTo>
                    <a:pt x="20269" y="216750"/>
                  </a:lnTo>
                  <a:lnTo>
                    <a:pt x="20269" y="195046"/>
                  </a:lnTo>
                  <a:lnTo>
                    <a:pt x="0" y="218681"/>
                  </a:lnTo>
                  <a:lnTo>
                    <a:pt x="54317" y="282028"/>
                  </a:lnTo>
                  <a:lnTo>
                    <a:pt x="63449" y="271373"/>
                  </a:lnTo>
                  <a:lnTo>
                    <a:pt x="108623" y="218681"/>
                  </a:lnTo>
                  <a:close/>
                </a:path>
                <a:path w="311150" h="359409">
                  <a:moveTo>
                    <a:pt x="167449" y="25120"/>
                  </a:moveTo>
                  <a:lnTo>
                    <a:pt x="167360" y="23164"/>
                  </a:lnTo>
                  <a:lnTo>
                    <a:pt x="164719" y="22529"/>
                  </a:lnTo>
                  <a:lnTo>
                    <a:pt x="158305" y="22923"/>
                  </a:lnTo>
                  <a:lnTo>
                    <a:pt x="156794" y="23495"/>
                  </a:lnTo>
                  <a:lnTo>
                    <a:pt x="157099" y="21742"/>
                  </a:lnTo>
                  <a:lnTo>
                    <a:pt x="156933" y="18008"/>
                  </a:lnTo>
                  <a:lnTo>
                    <a:pt x="156768" y="14274"/>
                  </a:lnTo>
                  <a:lnTo>
                    <a:pt x="155943" y="11290"/>
                  </a:lnTo>
                  <a:lnTo>
                    <a:pt x="154266" y="11391"/>
                  </a:lnTo>
                  <a:lnTo>
                    <a:pt x="153720" y="14452"/>
                  </a:lnTo>
                  <a:lnTo>
                    <a:pt x="154063" y="21932"/>
                  </a:lnTo>
                  <a:lnTo>
                    <a:pt x="154508" y="23596"/>
                  </a:lnTo>
                  <a:lnTo>
                    <a:pt x="153111" y="23253"/>
                  </a:lnTo>
                  <a:lnTo>
                    <a:pt x="149910" y="23456"/>
                  </a:lnTo>
                  <a:lnTo>
                    <a:pt x="146710" y="23660"/>
                  </a:lnTo>
                  <a:lnTo>
                    <a:pt x="144145" y="24625"/>
                  </a:lnTo>
                  <a:lnTo>
                    <a:pt x="144233" y="26581"/>
                  </a:lnTo>
                  <a:lnTo>
                    <a:pt x="146875" y="27203"/>
                  </a:lnTo>
                  <a:lnTo>
                    <a:pt x="153289" y="26809"/>
                  </a:lnTo>
                  <a:lnTo>
                    <a:pt x="154711" y="26276"/>
                  </a:lnTo>
                  <a:lnTo>
                    <a:pt x="154419" y="27990"/>
                  </a:lnTo>
                  <a:lnTo>
                    <a:pt x="154584" y="31737"/>
                  </a:lnTo>
                  <a:lnTo>
                    <a:pt x="154749" y="35471"/>
                  </a:lnTo>
                  <a:lnTo>
                    <a:pt x="155575" y="38455"/>
                  </a:lnTo>
                  <a:lnTo>
                    <a:pt x="157251" y="38354"/>
                  </a:lnTo>
                  <a:lnTo>
                    <a:pt x="157797" y="35280"/>
                  </a:lnTo>
                  <a:lnTo>
                    <a:pt x="157454" y="27813"/>
                  </a:lnTo>
                  <a:lnTo>
                    <a:pt x="156984" y="26123"/>
                  </a:lnTo>
                  <a:lnTo>
                    <a:pt x="158470" y="26479"/>
                  </a:lnTo>
                  <a:lnTo>
                    <a:pt x="161683" y="26276"/>
                  </a:lnTo>
                  <a:lnTo>
                    <a:pt x="164884" y="26085"/>
                  </a:lnTo>
                  <a:lnTo>
                    <a:pt x="167449" y="25120"/>
                  </a:lnTo>
                  <a:close/>
                </a:path>
                <a:path w="311150" h="359409">
                  <a:moveTo>
                    <a:pt x="200329" y="63474"/>
                  </a:moveTo>
                  <a:lnTo>
                    <a:pt x="200240" y="61518"/>
                  </a:lnTo>
                  <a:lnTo>
                    <a:pt x="197599" y="60896"/>
                  </a:lnTo>
                  <a:lnTo>
                    <a:pt x="191198" y="61290"/>
                  </a:lnTo>
                  <a:lnTo>
                    <a:pt x="188645" y="62255"/>
                  </a:lnTo>
                  <a:lnTo>
                    <a:pt x="188671" y="63233"/>
                  </a:lnTo>
                  <a:lnTo>
                    <a:pt x="188633" y="62242"/>
                  </a:lnTo>
                  <a:lnTo>
                    <a:pt x="186004" y="61620"/>
                  </a:lnTo>
                  <a:lnTo>
                    <a:pt x="182791" y="61823"/>
                  </a:lnTo>
                  <a:lnTo>
                    <a:pt x="179590" y="62014"/>
                  </a:lnTo>
                  <a:lnTo>
                    <a:pt x="177025" y="62979"/>
                  </a:lnTo>
                  <a:lnTo>
                    <a:pt x="177126" y="64935"/>
                  </a:lnTo>
                  <a:lnTo>
                    <a:pt x="179755" y="65570"/>
                  </a:lnTo>
                  <a:lnTo>
                    <a:pt x="186169" y="65163"/>
                  </a:lnTo>
                  <a:lnTo>
                    <a:pt x="187591" y="64643"/>
                  </a:lnTo>
                  <a:lnTo>
                    <a:pt x="187299" y="66357"/>
                  </a:lnTo>
                  <a:lnTo>
                    <a:pt x="187477" y="70091"/>
                  </a:lnTo>
                  <a:lnTo>
                    <a:pt x="187642" y="73825"/>
                  </a:lnTo>
                  <a:lnTo>
                    <a:pt x="188468" y="76809"/>
                  </a:lnTo>
                  <a:lnTo>
                    <a:pt x="190144" y="76708"/>
                  </a:lnTo>
                  <a:lnTo>
                    <a:pt x="190690" y="73647"/>
                  </a:lnTo>
                  <a:lnTo>
                    <a:pt x="190334" y="66167"/>
                  </a:lnTo>
                  <a:lnTo>
                    <a:pt x="189877" y="64490"/>
                  </a:lnTo>
                  <a:lnTo>
                    <a:pt x="191363" y="64833"/>
                  </a:lnTo>
                  <a:lnTo>
                    <a:pt x="194564" y="64643"/>
                  </a:lnTo>
                  <a:lnTo>
                    <a:pt x="197764" y="64439"/>
                  </a:lnTo>
                  <a:lnTo>
                    <a:pt x="200329" y="63474"/>
                  </a:lnTo>
                  <a:close/>
                </a:path>
                <a:path w="311150" h="359409">
                  <a:moveTo>
                    <a:pt x="260146" y="295846"/>
                  </a:moveTo>
                  <a:lnTo>
                    <a:pt x="251015" y="285203"/>
                  </a:lnTo>
                  <a:lnTo>
                    <a:pt x="251015" y="295846"/>
                  </a:lnTo>
                  <a:lnTo>
                    <a:pt x="240919" y="307632"/>
                  </a:lnTo>
                  <a:lnTo>
                    <a:pt x="241185" y="306133"/>
                  </a:lnTo>
                  <a:lnTo>
                    <a:pt x="240830" y="298653"/>
                  </a:lnTo>
                  <a:lnTo>
                    <a:pt x="240372" y="296976"/>
                  </a:lnTo>
                  <a:lnTo>
                    <a:pt x="241858" y="297332"/>
                  </a:lnTo>
                  <a:lnTo>
                    <a:pt x="245059" y="297129"/>
                  </a:lnTo>
                  <a:lnTo>
                    <a:pt x="248259" y="296926"/>
                  </a:lnTo>
                  <a:lnTo>
                    <a:pt x="250825" y="295973"/>
                  </a:lnTo>
                  <a:lnTo>
                    <a:pt x="250799" y="295605"/>
                  </a:lnTo>
                  <a:lnTo>
                    <a:pt x="251015" y="295846"/>
                  </a:lnTo>
                  <a:lnTo>
                    <a:pt x="251015" y="285203"/>
                  </a:lnTo>
                  <a:lnTo>
                    <a:pt x="249097" y="282956"/>
                  </a:lnTo>
                  <a:lnTo>
                    <a:pt x="249097" y="293624"/>
                  </a:lnTo>
                  <a:lnTo>
                    <a:pt x="248094" y="293382"/>
                  </a:lnTo>
                  <a:lnTo>
                    <a:pt x="241693" y="293776"/>
                  </a:lnTo>
                  <a:lnTo>
                    <a:pt x="240182" y="294347"/>
                  </a:lnTo>
                  <a:lnTo>
                    <a:pt x="240487" y="292595"/>
                  </a:lnTo>
                  <a:lnTo>
                    <a:pt x="240309" y="288861"/>
                  </a:lnTo>
                  <a:lnTo>
                    <a:pt x="240144" y="285127"/>
                  </a:lnTo>
                  <a:lnTo>
                    <a:pt x="239496" y="282829"/>
                  </a:lnTo>
                  <a:lnTo>
                    <a:pt x="239496" y="309283"/>
                  </a:lnTo>
                  <a:lnTo>
                    <a:pt x="205854" y="348538"/>
                  </a:lnTo>
                  <a:lnTo>
                    <a:pt x="194157" y="334924"/>
                  </a:lnTo>
                  <a:lnTo>
                    <a:pt x="196748" y="335521"/>
                  </a:lnTo>
                  <a:lnTo>
                    <a:pt x="203149" y="335127"/>
                  </a:lnTo>
                  <a:lnTo>
                    <a:pt x="204584" y="334594"/>
                  </a:lnTo>
                  <a:lnTo>
                    <a:pt x="204292" y="336308"/>
                  </a:lnTo>
                  <a:lnTo>
                    <a:pt x="204457" y="340055"/>
                  </a:lnTo>
                  <a:lnTo>
                    <a:pt x="204622" y="343789"/>
                  </a:lnTo>
                  <a:lnTo>
                    <a:pt x="205447" y="346773"/>
                  </a:lnTo>
                  <a:lnTo>
                    <a:pt x="207124" y="346671"/>
                  </a:lnTo>
                  <a:lnTo>
                    <a:pt x="207670" y="343598"/>
                  </a:lnTo>
                  <a:lnTo>
                    <a:pt x="207327" y="336118"/>
                  </a:lnTo>
                  <a:lnTo>
                    <a:pt x="206870" y="334441"/>
                  </a:lnTo>
                  <a:lnTo>
                    <a:pt x="208343" y="334797"/>
                  </a:lnTo>
                  <a:lnTo>
                    <a:pt x="211556" y="334594"/>
                  </a:lnTo>
                  <a:lnTo>
                    <a:pt x="214757" y="334391"/>
                  </a:lnTo>
                  <a:lnTo>
                    <a:pt x="217322" y="333438"/>
                  </a:lnTo>
                  <a:lnTo>
                    <a:pt x="217233" y="331470"/>
                  </a:lnTo>
                  <a:lnTo>
                    <a:pt x="214591" y="330847"/>
                  </a:lnTo>
                  <a:lnTo>
                    <a:pt x="208178" y="331241"/>
                  </a:lnTo>
                  <a:lnTo>
                    <a:pt x="206667" y="331812"/>
                  </a:lnTo>
                  <a:lnTo>
                    <a:pt x="206971" y="330060"/>
                  </a:lnTo>
                  <a:lnTo>
                    <a:pt x="206806" y="326326"/>
                  </a:lnTo>
                  <a:lnTo>
                    <a:pt x="206641" y="322592"/>
                  </a:lnTo>
                  <a:lnTo>
                    <a:pt x="205816" y="319608"/>
                  </a:lnTo>
                  <a:lnTo>
                    <a:pt x="204139" y="319709"/>
                  </a:lnTo>
                  <a:lnTo>
                    <a:pt x="203593" y="322770"/>
                  </a:lnTo>
                  <a:lnTo>
                    <a:pt x="203936" y="330250"/>
                  </a:lnTo>
                  <a:lnTo>
                    <a:pt x="204381" y="331914"/>
                  </a:lnTo>
                  <a:lnTo>
                    <a:pt x="202984" y="331571"/>
                  </a:lnTo>
                  <a:lnTo>
                    <a:pt x="199783" y="331774"/>
                  </a:lnTo>
                  <a:lnTo>
                    <a:pt x="196583" y="331978"/>
                  </a:lnTo>
                  <a:lnTo>
                    <a:pt x="194017" y="332943"/>
                  </a:lnTo>
                  <a:lnTo>
                    <a:pt x="194094" y="334848"/>
                  </a:lnTo>
                  <a:lnTo>
                    <a:pt x="161582" y="296913"/>
                  </a:lnTo>
                  <a:lnTo>
                    <a:pt x="164160" y="297522"/>
                  </a:lnTo>
                  <a:lnTo>
                    <a:pt x="170573" y="297116"/>
                  </a:lnTo>
                  <a:lnTo>
                    <a:pt x="172008" y="296583"/>
                  </a:lnTo>
                  <a:lnTo>
                    <a:pt x="171716" y="298310"/>
                  </a:lnTo>
                  <a:lnTo>
                    <a:pt x="171881" y="302044"/>
                  </a:lnTo>
                  <a:lnTo>
                    <a:pt x="172046" y="305777"/>
                  </a:lnTo>
                  <a:lnTo>
                    <a:pt x="172872" y="308762"/>
                  </a:lnTo>
                  <a:lnTo>
                    <a:pt x="174548" y="308660"/>
                  </a:lnTo>
                  <a:lnTo>
                    <a:pt x="175094" y="305600"/>
                  </a:lnTo>
                  <a:lnTo>
                    <a:pt x="174752" y="298119"/>
                  </a:lnTo>
                  <a:lnTo>
                    <a:pt x="174282" y="296443"/>
                  </a:lnTo>
                  <a:lnTo>
                    <a:pt x="175768" y="296786"/>
                  </a:lnTo>
                  <a:lnTo>
                    <a:pt x="178968" y="296595"/>
                  </a:lnTo>
                  <a:lnTo>
                    <a:pt x="182181" y="296392"/>
                  </a:lnTo>
                  <a:lnTo>
                    <a:pt x="184746" y="295427"/>
                  </a:lnTo>
                  <a:lnTo>
                    <a:pt x="184645" y="293471"/>
                  </a:lnTo>
                  <a:lnTo>
                    <a:pt x="182003" y="292836"/>
                  </a:lnTo>
                  <a:lnTo>
                    <a:pt x="175602" y="293243"/>
                  </a:lnTo>
                  <a:lnTo>
                    <a:pt x="174091" y="293814"/>
                  </a:lnTo>
                  <a:lnTo>
                    <a:pt x="174396" y="292061"/>
                  </a:lnTo>
                  <a:lnTo>
                    <a:pt x="174231" y="288315"/>
                  </a:lnTo>
                  <a:lnTo>
                    <a:pt x="174053" y="284581"/>
                  </a:lnTo>
                  <a:lnTo>
                    <a:pt x="173228" y="281597"/>
                  </a:lnTo>
                  <a:lnTo>
                    <a:pt x="172872" y="281622"/>
                  </a:lnTo>
                  <a:lnTo>
                    <a:pt x="205854" y="243154"/>
                  </a:lnTo>
                  <a:lnTo>
                    <a:pt x="239268" y="282155"/>
                  </a:lnTo>
                  <a:lnTo>
                    <a:pt x="237642" y="282244"/>
                  </a:lnTo>
                  <a:lnTo>
                    <a:pt x="237096" y="285305"/>
                  </a:lnTo>
                  <a:lnTo>
                    <a:pt x="237451" y="292785"/>
                  </a:lnTo>
                  <a:lnTo>
                    <a:pt x="237896" y="294449"/>
                  </a:lnTo>
                  <a:lnTo>
                    <a:pt x="236499" y="294106"/>
                  </a:lnTo>
                  <a:lnTo>
                    <a:pt x="233286" y="294309"/>
                  </a:lnTo>
                  <a:lnTo>
                    <a:pt x="230085" y="294513"/>
                  </a:lnTo>
                  <a:lnTo>
                    <a:pt x="227520" y="295478"/>
                  </a:lnTo>
                  <a:lnTo>
                    <a:pt x="227609" y="297434"/>
                  </a:lnTo>
                  <a:lnTo>
                    <a:pt x="230251" y="298056"/>
                  </a:lnTo>
                  <a:lnTo>
                    <a:pt x="236664" y="297662"/>
                  </a:lnTo>
                  <a:lnTo>
                    <a:pt x="238086" y="297129"/>
                  </a:lnTo>
                  <a:lnTo>
                    <a:pt x="237794" y="298843"/>
                  </a:lnTo>
                  <a:lnTo>
                    <a:pt x="237972" y="302590"/>
                  </a:lnTo>
                  <a:lnTo>
                    <a:pt x="238137" y="306324"/>
                  </a:lnTo>
                  <a:lnTo>
                    <a:pt x="238963" y="309308"/>
                  </a:lnTo>
                  <a:lnTo>
                    <a:pt x="239496" y="309283"/>
                  </a:lnTo>
                  <a:lnTo>
                    <a:pt x="239496" y="282829"/>
                  </a:lnTo>
                  <a:lnTo>
                    <a:pt x="239331" y="282232"/>
                  </a:lnTo>
                  <a:lnTo>
                    <a:pt x="249097" y="293624"/>
                  </a:lnTo>
                  <a:lnTo>
                    <a:pt x="249097" y="282956"/>
                  </a:lnTo>
                  <a:lnTo>
                    <a:pt x="214985" y="243154"/>
                  </a:lnTo>
                  <a:lnTo>
                    <a:pt x="205854" y="232498"/>
                  </a:lnTo>
                  <a:lnTo>
                    <a:pt x="171805" y="272211"/>
                  </a:lnTo>
                  <a:lnTo>
                    <a:pt x="171805" y="293916"/>
                  </a:lnTo>
                  <a:lnTo>
                    <a:pt x="170408" y="293573"/>
                  </a:lnTo>
                  <a:lnTo>
                    <a:pt x="167208" y="293763"/>
                  </a:lnTo>
                  <a:lnTo>
                    <a:pt x="163995" y="293966"/>
                  </a:lnTo>
                  <a:lnTo>
                    <a:pt x="161518" y="294906"/>
                  </a:lnTo>
                  <a:lnTo>
                    <a:pt x="161518" y="296837"/>
                  </a:lnTo>
                  <a:lnTo>
                    <a:pt x="160680" y="295846"/>
                  </a:lnTo>
                  <a:lnTo>
                    <a:pt x="161429" y="294982"/>
                  </a:lnTo>
                  <a:lnTo>
                    <a:pt x="161518" y="296837"/>
                  </a:lnTo>
                  <a:lnTo>
                    <a:pt x="161518" y="294906"/>
                  </a:lnTo>
                  <a:lnTo>
                    <a:pt x="171221" y="283552"/>
                  </a:lnTo>
                  <a:lnTo>
                    <a:pt x="171005" y="284772"/>
                  </a:lnTo>
                  <a:lnTo>
                    <a:pt x="171361" y="292252"/>
                  </a:lnTo>
                  <a:lnTo>
                    <a:pt x="171805" y="293916"/>
                  </a:lnTo>
                  <a:lnTo>
                    <a:pt x="171805" y="272211"/>
                  </a:lnTo>
                  <a:lnTo>
                    <a:pt x="154660" y="292201"/>
                  </a:lnTo>
                  <a:lnTo>
                    <a:pt x="148666" y="285216"/>
                  </a:lnTo>
                  <a:lnTo>
                    <a:pt x="148666" y="295846"/>
                  </a:lnTo>
                  <a:lnTo>
                    <a:pt x="138544" y="307644"/>
                  </a:lnTo>
                  <a:lnTo>
                    <a:pt x="138823" y="306133"/>
                  </a:lnTo>
                  <a:lnTo>
                    <a:pt x="138480" y="298653"/>
                  </a:lnTo>
                  <a:lnTo>
                    <a:pt x="138023" y="296976"/>
                  </a:lnTo>
                  <a:lnTo>
                    <a:pt x="139496" y="297332"/>
                  </a:lnTo>
                  <a:lnTo>
                    <a:pt x="142709" y="297129"/>
                  </a:lnTo>
                  <a:lnTo>
                    <a:pt x="145910" y="296926"/>
                  </a:lnTo>
                  <a:lnTo>
                    <a:pt x="148475" y="295973"/>
                  </a:lnTo>
                  <a:lnTo>
                    <a:pt x="148450" y="295605"/>
                  </a:lnTo>
                  <a:lnTo>
                    <a:pt x="148666" y="295846"/>
                  </a:lnTo>
                  <a:lnTo>
                    <a:pt x="148666" y="285216"/>
                  </a:lnTo>
                  <a:lnTo>
                    <a:pt x="146748" y="282968"/>
                  </a:lnTo>
                  <a:lnTo>
                    <a:pt x="146748" y="293624"/>
                  </a:lnTo>
                  <a:lnTo>
                    <a:pt x="145745" y="293382"/>
                  </a:lnTo>
                  <a:lnTo>
                    <a:pt x="139331" y="293776"/>
                  </a:lnTo>
                  <a:lnTo>
                    <a:pt x="137820" y="294347"/>
                  </a:lnTo>
                  <a:lnTo>
                    <a:pt x="138125" y="292595"/>
                  </a:lnTo>
                  <a:lnTo>
                    <a:pt x="137960" y="288861"/>
                  </a:lnTo>
                  <a:lnTo>
                    <a:pt x="137795" y="285127"/>
                  </a:lnTo>
                  <a:lnTo>
                    <a:pt x="137147" y="282829"/>
                  </a:lnTo>
                  <a:lnTo>
                    <a:pt x="137147" y="309283"/>
                  </a:lnTo>
                  <a:lnTo>
                    <a:pt x="103492" y="348538"/>
                  </a:lnTo>
                  <a:lnTo>
                    <a:pt x="91808" y="334911"/>
                  </a:lnTo>
                  <a:lnTo>
                    <a:pt x="94399" y="335521"/>
                  </a:lnTo>
                  <a:lnTo>
                    <a:pt x="100799" y="335127"/>
                  </a:lnTo>
                  <a:lnTo>
                    <a:pt x="102235" y="334594"/>
                  </a:lnTo>
                  <a:lnTo>
                    <a:pt x="101942" y="336308"/>
                  </a:lnTo>
                  <a:lnTo>
                    <a:pt x="102108" y="340055"/>
                  </a:lnTo>
                  <a:lnTo>
                    <a:pt x="102273" y="343789"/>
                  </a:lnTo>
                  <a:lnTo>
                    <a:pt x="103098" y="346773"/>
                  </a:lnTo>
                  <a:lnTo>
                    <a:pt x="104775" y="346671"/>
                  </a:lnTo>
                  <a:lnTo>
                    <a:pt x="105321" y="343598"/>
                  </a:lnTo>
                  <a:lnTo>
                    <a:pt x="104978" y="336118"/>
                  </a:lnTo>
                  <a:lnTo>
                    <a:pt x="104508" y="334441"/>
                  </a:lnTo>
                  <a:lnTo>
                    <a:pt x="105994" y="334797"/>
                  </a:lnTo>
                  <a:lnTo>
                    <a:pt x="109194" y="334594"/>
                  </a:lnTo>
                  <a:lnTo>
                    <a:pt x="112407" y="334391"/>
                  </a:lnTo>
                  <a:lnTo>
                    <a:pt x="114973" y="333438"/>
                  </a:lnTo>
                  <a:lnTo>
                    <a:pt x="114871" y="331470"/>
                  </a:lnTo>
                  <a:lnTo>
                    <a:pt x="112229" y="330847"/>
                  </a:lnTo>
                  <a:lnTo>
                    <a:pt x="105829" y="331241"/>
                  </a:lnTo>
                  <a:lnTo>
                    <a:pt x="104317" y="331812"/>
                  </a:lnTo>
                  <a:lnTo>
                    <a:pt x="104622" y="330060"/>
                  </a:lnTo>
                  <a:lnTo>
                    <a:pt x="104457" y="326326"/>
                  </a:lnTo>
                  <a:lnTo>
                    <a:pt x="104292" y="322592"/>
                  </a:lnTo>
                  <a:lnTo>
                    <a:pt x="103454" y="319608"/>
                  </a:lnTo>
                  <a:lnTo>
                    <a:pt x="101777" y="319709"/>
                  </a:lnTo>
                  <a:lnTo>
                    <a:pt x="101244" y="322770"/>
                  </a:lnTo>
                  <a:lnTo>
                    <a:pt x="101587" y="330250"/>
                  </a:lnTo>
                  <a:lnTo>
                    <a:pt x="102031" y="331914"/>
                  </a:lnTo>
                  <a:lnTo>
                    <a:pt x="100634" y="331571"/>
                  </a:lnTo>
                  <a:lnTo>
                    <a:pt x="97434" y="331774"/>
                  </a:lnTo>
                  <a:lnTo>
                    <a:pt x="94221" y="331978"/>
                  </a:lnTo>
                  <a:lnTo>
                    <a:pt x="91655" y="332943"/>
                  </a:lnTo>
                  <a:lnTo>
                    <a:pt x="91744" y="334860"/>
                  </a:lnTo>
                  <a:lnTo>
                    <a:pt x="59220" y="296900"/>
                  </a:lnTo>
                  <a:lnTo>
                    <a:pt x="61810" y="297522"/>
                  </a:lnTo>
                  <a:lnTo>
                    <a:pt x="68224" y="297116"/>
                  </a:lnTo>
                  <a:lnTo>
                    <a:pt x="69646" y="296583"/>
                  </a:lnTo>
                  <a:lnTo>
                    <a:pt x="69354" y="298310"/>
                  </a:lnTo>
                  <a:lnTo>
                    <a:pt x="69519" y="302044"/>
                  </a:lnTo>
                  <a:lnTo>
                    <a:pt x="69697" y="305777"/>
                  </a:lnTo>
                  <a:lnTo>
                    <a:pt x="70523" y="308762"/>
                  </a:lnTo>
                  <a:lnTo>
                    <a:pt x="72199" y="308660"/>
                  </a:lnTo>
                  <a:lnTo>
                    <a:pt x="72732" y="305600"/>
                  </a:lnTo>
                  <a:lnTo>
                    <a:pt x="72390" y="298119"/>
                  </a:lnTo>
                  <a:lnTo>
                    <a:pt x="71932" y="296443"/>
                  </a:lnTo>
                  <a:lnTo>
                    <a:pt x="73418" y="296786"/>
                  </a:lnTo>
                  <a:lnTo>
                    <a:pt x="76619" y="296595"/>
                  </a:lnTo>
                  <a:lnTo>
                    <a:pt x="79819" y="296392"/>
                  </a:lnTo>
                  <a:lnTo>
                    <a:pt x="82384" y="295427"/>
                  </a:lnTo>
                  <a:lnTo>
                    <a:pt x="82296" y="293471"/>
                  </a:lnTo>
                  <a:lnTo>
                    <a:pt x="79654" y="292836"/>
                  </a:lnTo>
                  <a:lnTo>
                    <a:pt x="73240" y="293243"/>
                  </a:lnTo>
                  <a:lnTo>
                    <a:pt x="71729" y="293814"/>
                  </a:lnTo>
                  <a:lnTo>
                    <a:pt x="72034" y="292061"/>
                  </a:lnTo>
                  <a:lnTo>
                    <a:pt x="71869" y="288315"/>
                  </a:lnTo>
                  <a:lnTo>
                    <a:pt x="71704" y="284581"/>
                  </a:lnTo>
                  <a:lnTo>
                    <a:pt x="70878" y="281597"/>
                  </a:lnTo>
                  <a:lnTo>
                    <a:pt x="70510" y="281622"/>
                  </a:lnTo>
                  <a:lnTo>
                    <a:pt x="102273" y="244576"/>
                  </a:lnTo>
                  <a:lnTo>
                    <a:pt x="101866" y="246951"/>
                  </a:lnTo>
                  <a:lnTo>
                    <a:pt x="102209" y="254431"/>
                  </a:lnTo>
                  <a:lnTo>
                    <a:pt x="102654" y="256095"/>
                  </a:lnTo>
                  <a:lnTo>
                    <a:pt x="101257" y="255752"/>
                  </a:lnTo>
                  <a:lnTo>
                    <a:pt x="98056" y="255955"/>
                  </a:lnTo>
                  <a:lnTo>
                    <a:pt x="94843" y="256146"/>
                  </a:lnTo>
                  <a:lnTo>
                    <a:pt x="92278" y="257111"/>
                  </a:lnTo>
                  <a:lnTo>
                    <a:pt x="92379" y="259067"/>
                  </a:lnTo>
                  <a:lnTo>
                    <a:pt x="95008" y="259702"/>
                  </a:lnTo>
                  <a:lnTo>
                    <a:pt x="101422" y="259295"/>
                  </a:lnTo>
                  <a:lnTo>
                    <a:pt x="102857" y="258762"/>
                  </a:lnTo>
                  <a:lnTo>
                    <a:pt x="102565" y="260489"/>
                  </a:lnTo>
                  <a:lnTo>
                    <a:pt x="102730" y="264223"/>
                  </a:lnTo>
                  <a:lnTo>
                    <a:pt x="102895" y="267957"/>
                  </a:lnTo>
                  <a:lnTo>
                    <a:pt x="103720" y="270941"/>
                  </a:lnTo>
                  <a:lnTo>
                    <a:pt x="105397" y="270840"/>
                  </a:lnTo>
                  <a:lnTo>
                    <a:pt x="105943" y="267779"/>
                  </a:lnTo>
                  <a:lnTo>
                    <a:pt x="105600" y="260299"/>
                  </a:lnTo>
                  <a:lnTo>
                    <a:pt x="105130" y="258622"/>
                  </a:lnTo>
                  <a:lnTo>
                    <a:pt x="106616" y="258965"/>
                  </a:lnTo>
                  <a:lnTo>
                    <a:pt x="109816" y="258775"/>
                  </a:lnTo>
                  <a:lnTo>
                    <a:pt x="113030" y="258572"/>
                  </a:lnTo>
                  <a:lnTo>
                    <a:pt x="115595" y="257606"/>
                  </a:lnTo>
                  <a:lnTo>
                    <a:pt x="115570" y="257276"/>
                  </a:lnTo>
                  <a:lnTo>
                    <a:pt x="136918" y="282155"/>
                  </a:lnTo>
                  <a:lnTo>
                    <a:pt x="135293" y="282244"/>
                  </a:lnTo>
                  <a:lnTo>
                    <a:pt x="134747" y="285305"/>
                  </a:lnTo>
                  <a:lnTo>
                    <a:pt x="135089" y="292785"/>
                  </a:lnTo>
                  <a:lnTo>
                    <a:pt x="135534" y="294449"/>
                  </a:lnTo>
                  <a:lnTo>
                    <a:pt x="134137" y="294106"/>
                  </a:lnTo>
                  <a:lnTo>
                    <a:pt x="130937" y="294309"/>
                  </a:lnTo>
                  <a:lnTo>
                    <a:pt x="127736" y="294513"/>
                  </a:lnTo>
                  <a:lnTo>
                    <a:pt x="125171" y="295478"/>
                  </a:lnTo>
                  <a:lnTo>
                    <a:pt x="125260" y="297434"/>
                  </a:lnTo>
                  <a:lnTo>
                    <a:pt x="127901" y="298056"/>
                  </a:lnTo>
                  <a:lnTo>
                    <a:pt x="134302" y="297662"/>
                  </a:lnTo>
                  <a:lnTo>
                    <a:pt x="135737" y="297129"/>
                  </a:lnTo>
                  <a:lnTo>
                    <a:pt x="135445" y="298843"/>
                  </a:lnTo>
                  <a:lnTo>
                    <a:pt x="135610" y="302590"/>
                  </a:lnTo>
                  <a:lnTo>
                    <a:pt x="135775" y="306324"/>
                  </a:lnTo>
                  <a:lnTo>
                    <a:pt x="136613" y="309308"/>
                  </a:lnTo>
                  <a:lnTo>
                    <a:pt x="137147" y="309283"/>
                  </a:lnTo>
                  <a:lnTo>
                    <a:pt x="137147" y="282829"/>
                  </a:lnTo>
                  <a:lnTo>
                    <a:pt x="136982" y="282232"/>
                  </a:lnTo>
                  <a:lnTo>
                    <a:pt x="146748" y="293624"/>
                  </a:lnTo>
                  <a:lnTo>
                    <a:pt x="146748" y="282968"/>
                  </a:lnTo>
                  <a:lnTo>
                    <a:pt x="113855" y="244589"/>
                  </a:lnTo>
                  <a:lnTo>
                    <a:pt x="113855" y="255270"/>
                  </a:lnTo>
                  <a:lnTo>
                    <a:pt x="112852" y="255016"/>
                  </a:lnTo>
                  <a:lnTo>
                    <a:pt x="106451" y="255422"/>
                  </a:lnTo>
                  <a:lnTo>
                    <a:pt x="104940" y="255993"/>
                  </a:lnTo>
                  <a:lnTo>
                    <a:pt x="105244" y="254241"/>
                  </a:lnTo>
                  <a:lnTo>
                    <a:pt x="105079" y="250494"/>
                  </a:lnTo>
                  <a:lnTo>
                    <a:pt x="104902" y="246761"/>
                  </a:lnTo>
                  <a:lnTo>
                    <a:pt x="104089" y="243865"/>
                  </a:lnTo>
                  <a:lnTo>
                    <a:pt x="113855" y="255270"/>
                  </a:lnTo>
                  <a:lnTo>
                    <a:pt x="113855" y="244589"/>
                  </a:lnTo>
                  <a:lnTo>
                    <a:pt x="112636" y="243154"/>
                  </a:lnTo>
                  <a:lnTo>
                    <a:pt x="104025" y="233121"/>
                  </a:lnTo>
                  <a:lnTo>
                    <a:pt x="104025" y="243789"/>
                  </a:lnTo>
                  <a:lnTo>
                    <a:pt x="102895" y="243852"/>
                  </a:lnTo>
                  <a:lnTo>
                    <a:pt x="103492" y="243154"/>
                  </a:lnTo>
                  <a:lnTo>
                    <a:pt x="104025" y="243789"/>
                  </a:lnTo>
                  <a:lnTo>
                    <a:pt x="104025" y="233121"/>
                  </a:lnTo>
                  <a:lnTo>
                    <a:pt x="103492" y="232498"/>
                  </a:lnTo>
                  <a:lnTo>
                    <a:pt x="69443" y="272224"/>
                  </a:lnTo>
                  <a:lnTo>
                    <a:pt x="69443" y="293916"/>
                  </a:lnTo>
                  <a:lnTo>
                    <a:pt x="68046" y="293573"/>
                  </a:lnTo>
                  <a:lnTo>
                    <a:pt x="64846" y="293763"/>
                  </a:lnTo>
                  <a:lnTo>
                    <a:pt x="61645" y="293966"/>
                  </a:lnTo>
                  <a:lnTo>
                    <a:pt x="59156" y="294919"/>
                  </a:lnTo>
                  <a:lnTo>
                    <a:pt x="59156" y="296837"/>
                  </a:lnTo>
                  <a:lnTo>
                    <a:pt x="58318" y="295846"/>
                  </a:lnTo>
                  <a:lnTo>
                    <a:pt x="59080" y="294957"/>
                  </a:lnTo>
                  <a:lnTo>
                    <a:pt x="59156" y="296837"/>
                  </a:lnTo>
                  <a:lnTo>
                    <a:pt x="59156" y="294919"/>
                  </a:lnTo>
                  <a:lnTo>
                    <a:pt x="68872" y="283540"/>
                  </a:lnTo>
                  <a:lnTo>
                    <a:pt x="68656" y="284772"/>
                  </a:lnTo>
                  <a:lnTo>
                    <a:pt x="68999" y="292252"/>
                  </a:lnTo>
                  <a:lnTo>
                    <a:pt x="69443" y="293916"/>
                  </a:lnTo>
                  <a:lnTo>
                    <a:pt x="69443" y="272224"/>
                  </a:lnTo>
                  <a:lnTo>
                    <a:pt x="49187" y="295846"/>
                  </a:lnTo>
                  <a:lnTo>
                    <a:pt x="103492" y="359194"/>
                  </a:lnTo>
                  <a:lnTo>
                    <a:pt x="112636" y="348538"/>
                  </a:lnTo>
                  <a:lnTo>
                    <a:pt x="154660" y="299504"/>
                  </a:lnTo>
                  <a:lnTo>
                    <a:pt x="205854" y="359194"/>
                  </a:lnTo>
                  <a:lnTo>
                    <a:pt x="214985" y="348538"/>
                  </a:lnTo>
                  <a:lnTo>
                    <a:pt x="260146" y="295846"/>
                  </a:lnTo>
                  <a:close/>
                </a:path>
                <a:path w="311150" h="359409">
                  <a:moveTo>
                    <a:pt x="310692" y="63347"/>
                  </a:moveTo>
                  <a:lnTo>
                    <a:pt x="301561" y="52705"/>
                  </a:lnTo>
                  <a:lnTo>
                    <a:pt x="301561" y="63347"/>
                  </a:lnTo>
                  <a:lnTo>
                    <a:pt x="291452" y="75133"/>
                  </a:lnTo>
                  <a:lnTo>
                    <a:pt x="291719" y="73647"/>
                  </a:lnTo>
                  <a:lnTo>
                    <a:pt x="291376" y="66167"/>
                  </a:lnTo>
                  <a:lnTo>
                    <a:pt x="290918" y="64490"/>
                  </a:lnTo>
                  <a:lnTo>
                    <a:pt x="292404" y="64833"/>
                  </a:lnTo>
                  <a:lnTo>
                    <a:pt x="295605" y="64643"/>
                  </a:lnTo>
                  <a:lnTo>
                    <a:pt x="298805" y="64439"/>
                  </a:lnTo>
                  <a:lnTo>
                    <a:pt x="301371" y="63474"/>
                  </a:lnTo>
                  <a:lnTo>
                    <a:pt x="301345" y="63106"/>
                  </a:lnTo>
                  <a:lnTo>
                    <a:pt x="301561" y="63347"/>
                  </a:lnTo>
                  <a:lnTo>
                    <a:pt x="301561" y="52705"/>
                  </a:lnTo>
                  <a:lnTo>
                    <a:pt x="299656" y="50482"/>
                  </a:lnTo>
                  <a:lnTo>
                    <a:pt x="299656" y="61150"/>
                  </a:lnTo>
                  <a:lnTo>
                    <a:pt x="298640" y="60896"/>
                  </a:lnTo>
                  <a:lnTo>
                    <a:pt x="292227" y="61290"/>
                  </a:lnTo>
                  <a:lnTo>
                    <a:pt x="290715" y="61861"/>
                  </a:lnTo>
                  <a:lnTo>
                    <a:pt x="291020" y="60109"/>
                  </a:lnTo>
                  <a:lnTo>
                    <a:pt x="290855" y="56362"/>
                  </a:lnTo>
                  <a:lnTo>
                    <a:pt x="290690" y="52628"/>
                  </a:lnTo>
                  <a:lnTo>
                    <a:pt x="290042" y="50330"/>
                  </a:lnTo>
                  <a:lnTo>
                    <a:pt x="290042" y="76784"/>
                  </a:lnTo>
                  <a:lnTo>
                    <a:pt x="256387" y="116039"/>
                  </a:lnTo>
                  <a:lnTo>
                    <a:pt x="244703" y="102412"/>
                  </a:lnTo>
                  <a:lnTo>
                    <a:pt x="247294" y="103035"/>
                  </a:lnTo>
                  <a:lnTo>
                    <a:pt x="253695" y="102628"/>
                  </a:lnTo>
                  <a:lnTo>
                    <a:pt x="255130" y="102095"/>
                  </a:lnTo>
                  <a:lnTo>
                    <a:pt x="254838" y="103822"/>
                  </a:lnTo>
                  <a:lnTo>
                    <a:pt x="255003" y="107556"/>
                  </a:lnTo>
                  <a:lnTo>
                    <a:pt x="255168" y="111302"/>
                  </a:lnTo>
                  <a:lnTo>
                    <a:pt x="255993" y="114287"/>
                  </a:lnTo>
                  <a:lnTo>
                    <a:pt x="257670" y="114173"/>
                  </a:lnTo>
                  <a:lnTo>
                    <a:pt x="258216" y="111112"/>
                  </a:lnTo>
                  <a:lnTo>
                    <a:pt x="257873" y="103632"/>
                  </a:lnTo>
                  <a:lnTo>
                    <a:pt x="257416" y="101955"/>
                  </a:lnTo>
                  <a:lnTo>
                    <a:pt x="258889" y="102298"/>
                  </a:lnTo>
                  <a:lnTo>
                    <a:pt x="262102" y="102108"/>
                  </a:lnTo>
                  <a:lnTo>
                    <a:pt x="265303" y="101904"/>
                  </a:lnTo>
                  <a:lnTo>
                    <a:pt x="267868" y="100939"/>
                  </a:lnTo>
                  <a:lnTo>
                    <a:pt x="267766" y="98983"/>
                  </a:lnTo>
                  <a:lnTo>
                    <a:pt x="265137" y="98361"/>
                  </a:lnTo>
                  <a:lnTo>
                    <a:pt x="258724" y="98755"/>
                  </a:lnTo>
                  <a:lnTo>
                    <a:pt x="257213" y="99326"/>
                  </a:lnTo>
                  <a:lnTo>
                    <a:pt x="257517" y="97574"/>
                  </a:lnTo>
                  <a:lnTo>
                    <a:pt x="257352" y="93827"/>
                  </a:lnTo>
                  <a:lnTo>
                    <a:pt x="257187" y="90093"/>
                  </a:lnTo>
                  <a:lnTo>
                    <a:pt x="256362" y="87109"/>
                  </a:lnTo>
                  <a:lnTo>
                    <a:pt x="254685" y="87210"/>
                  </a:lnTo>
                  <a:lnTo>
                    <a:pt x="254139" y="90284"/>
                  </a:lnTo>
                  <a:lnTo>
                    <a:pt x="254482" y="97764"/>
                  </a:lnTo>
                  <a:lnTo>
                    <a:pt x="254927" y="99428"/>
                  </a:lnTo>
                  <a:lnTo>
                    <a:pt x="253530" y="99085"/>
                  </a:lnTo>
                  <a:lnTo>
                    <a:pt x="250329" y="99288"/>
                  </a:lnTo>
                  <a:lnTo>
                    <a:pt x="247116" y="99479"/>
                  </a:lnTo>
                  <a:lnTo>
                    <a:pt x="244551" y="100444"/>
                  </a:lnTo>
                  <a:lnTo>
                    <a:pt x="244640" y="102349"/>
                  </a:lnTo>
                  <a:lnTo>
                    <a:pt x="212140" y="64427"/>
                  </a:lnTo>
                  <a:lnTo>
                    <a:pt x="214706" y="65024"/>
                  </a:lnTo>
                  <a:lnTo>
                    <a:pt x="221119" y="64630"/>
                  </a:lnTo>
                  <a:lnTo>
                    <a:pt x="222542" y="64096"/>
                  </a:lnTo>
                  <a:lnTo>
                    <a:pt x="222250" y="65811"/>
                  </a:lnTo>
                  <a:lnTo>
                    <a:pt x="222415" y="69557"/>
                  </a:lnTo>
                  <a:lnTo>
                    <a:pt x="222592" y="73291"/>
                  </a:lnTo>
                  <a:lnTo>
                    <a:pt x="223418" y="76276"/>
                  </a:lnTo>
                  <a:lnTo>
                    <a:pt x="225094" y="76174"/>
                  </a:lnTo>
                  <a:lnTo>
                    <a:pt x="225640" y="73101"/>
                  </a:lnTo>
                  <a:lnTo>
                    <a:pt x="225285" y="65620"/>
                  </a:lnTo>
                  <a:lnTo>
                    <a:pt x="224828" y="63944"/>
                  </a:lnTo>
                  <a:lnTo>
                    <a:pt x="226314" y="64300"/>
                  </a:lnTo>
                  <a:lnTo>
                    <a:pt x="229514" y="64096"/>
                  </a:lnTo>
                  <a:lnTo>
                    <a:pt x="232714" y="63906"/>
                  </a:lnTo>
                  <a:lnTo>
                    <a:pt x="235280" y="62941"/>
                  </a:lnTo>
                  <a:lnTo>
                    <a:pt x="235191" y="60972"/>
                  </a:lnTo>
                  <a:lnTo>
                    <a:pt x="232549" y="60350"/>
                  </a:lnTo>
                  <a:lnTo>
                    <a:pt x="226148" y="60744"/>
                  </a:lnTo>
                  <a:lnTo>
                    <a:pt x="224624" y="61315"/>
                  </a:lnTo>
                  <a:lnTo>
                    <a:pt x="224942" y="59563"/>
                  </a:lnTo>
                  <a:lnTo>
                    <a:pt x="224764" y="55829"/>
                  </a:lnTo>
                  <a:lnTo>
                    <a:pt x="224599" y="52095"/>
                  </a:lnTo>
                  <a:lnTo>
                    <a:pt x="223774" y="49110"/>
                  </a:lnTo>
                  <a:lnTo>
                    <a:pt x="223405" y="49136"/>
                  </a:lnTo>
                  <a:lnTo>
                    <a:pt x="255181" y="12052"/>
                  </a:lnTo>
                  <a:lnTo>
                    <a:pt x="254762" y="14452"/>
                  </a:lnTo>
                  <a:lnTo>
                    <a:pt x="255104" y="21932"/>
                  </a:lnTo>
                  <a:lnTo>
                    <a:pt x="255549" y="23596"/>
                  </a:lnTo>
                  <a:lnTo>
                    <a:pt x="254152" y="23253"/>
                  </a:lnTo>
                  <a:lnTo>
                    <a:pt x="250952" y="23456"/>
                  </a:lnTo>
                  <a:lnTo>
                    <a:pt x="247738" y="23660"/>
                  </a:lnTo>
                  <a:lnTo>
                    <a:pt x="245173" y="24625"/>
                  </a:lnTo>
                  <a:lnTo>
                    <a:pt x="245275" y="26581"/>
                  </a:lnTo>
                  <a:lnTo>
                    <a:pt x="247916" y="27203"/>
                  </a:lnTo>
                  <a:lnTo>
                    <a:pt x="254317" y="26809"/>
                  </a:lnTo>
                  <a:lnTo>
                    <a:pt x="255752" y="26276"/>
                  </a:lnTo>
                  <a:lnTo>
                    <a:pt x="255460" y="27990"/>
                  </a:lnTo>
                  <a:lnTo>
                    <a:pt x="255625" y="31737"/>
                  </a:lnTo>
                  <a:lnTo>
                    <a:pt x="255790" y="35471"/>
                  </a:lnTo>
                  <a:lnTo>
                    <a:pt x="256616" y="38455"/>
                  </a:lnTo>
                  <a:lnTo>
                    <a:pt x="258292" y="38354"/>
                  </a:lnTo>
                  <a:lnTo>
                    <a:pt x="258838" y="35280"/>
                  </a:lnTo>
                  <a:lnTo>
                    <a:pt x="258495" y="27813"/>
                  </a:lnTo>
                  <a:lnTo>
                    <a:pt x="258025" y="26136"/>
                  </a:lnTo>
                  <a:lnTo>
                    <a:pt x="259511" y="26479"/>
                  </a:lnTo>
                  <a:lnTo>
                    <a:pt x="262712" y="26276"/>
                  </a:lnTo>
                  <a:lnTo>
                    <a:pt x="265925" y="26085"/>
                  </a:lnTo>
                  <a:lnTo>
                    <a:pt x="268490" y="25120"/>
                  </a:lnTo>
                  <a:lnTo>
                    <a:pt x="268465" y="24777"/>
                  </a:lnTo>
                  <a:lnTo>
                    <a:pt x="289814" y="49657"/>
                  </a:lnTo>
                  <a:lnTo>
                    <a:pt x="288188" y="49745"/>
                  </a:lnTo>
                  <a:lnTo>
                    <a:pt x="287642" y="52819"/>
                  </a:lnTo>
                  <a:lnTo>
                    <a:pt x="287985" y="60299"/>
                  </a:lnTo>
                  <a:lnTo>
                    <a:pt x="288429" y="61963"/>
                  </a:lnTo>
                  <a:lnTo>
                    <a:pt x="287032" y="61620"/>
                  </a:lnTo>
                  <a:lnTo>
                    <a:pt x="283832" y="61823"/>
                  </a:lnTo>
                  <a:lnTo>
                    <a:pt x="280631" y="62014"/>
                  </a:lnTo>
                  <a:lnTo>
                    <a:pt x="278066" y="62979"/>
                  </a:lnTo>
                  <a:lnTo>
                    <a:pt x="278155" y="64935"/>
                  </a:lnTo>
                  <a:lnTo>
                    <a:pt x="280797" y="65570"/>
                  </a:lnTo>
                  <a:lnTo>
                    <a:pt x="287210" y="65163"/>
                  </a:lnTo>
                  <a:lnTo>
                    <a:pt x="288632" y="64643"/>
                  </a:lnTo>
                  <a:lnTo>
                    <a:pt x="288340" y="66357"/>
                  </a:lnTo>
                  <a:lnTo>
                    <a:pt x="288505" y="70091"/>
                  </a:lnTo>
                  <a:lnTo>
                    <a:pt x="288671" y="73825"/>
                  </a:lnTo>
                  <a:lnTo>
                    <a:pt x="289509" y="76809"/>
                  </a:lnTo>
                  <a:lnTo>
                    <a:pt x="290042" y="76784"/>
                  </a:lnTo>
                  <a:lnTo>
                    <a:pt x="290042" y="50330"/>
                  </a:lnTo>
                  <a:lnTo>
                    <a:pt x="289877" y="49733"/>
                  </a:lnTo>
                  <a:lnTo>
                    <a:pt x="299656" y="61150"/>
                  </a:lnTo>
                  <a:lnTo>
                    <a:pt x="299656" y="50482"/>
                  </a:lnTo>
                  <a:lnTo>
                    <a:pt x="266750" y="12090"/>
                  </a:lnTo>
                  <a:lnTo>
                    <a:pt x="266750" y="22783"/>
                  </a:lnTo>
                  <a:lnTo>
                    <a:pt x="265760" y="22529"/>
                  </a:lnTo>
                  <a:lnTo>
                    <a:pt x="259346" y="22923"/>
                  </a:lnTo>
                  <a:lnTo>
                    <a:pt x="257835" y="23495"/>
                  </a:lnTo>
                  <a:lnTo>
                    <a:pt x="258140" y="21742"/>
                  </a:lnTo>
                  <a:lnTo>
                    <a:pt x="257975" y="18008"/>
                  </a:lnTo>
                  <a:lnTo>
                    <a:pt x="257810" y="14274"/>
                  </a:lnTo>
                  <a:lnTo>
                    <a:pt x="256984" y="11366"/>
                  </a:lnTo>
                  <a:lnTo>
                    <a:pt x="266750" y="22783"/>
                  </a:lnTo>
                  <a:lnTo>
                    <a:pt x="266750" y="12090"/>
                  </a:lnTo>
                  <a:lnTo>
                    <a:pt x="265531" y="10655"/>
                  </a:lnTo>
                  <a:lnTo>
                    <a:pt x="256933" y="647"/>
                  </a:lnTo>
                  <a:lnTo>
                    <a:pt x="256933" y="11303"/>
                  </a:lnTo>
                  <a:lnTo>
                    <a:pt x="255778" y="11366"/>
                  </a:lnTo>
                  <a:lnTo>
                    <a:pt x="256387" y="10655"/>
                  </a:lnTo>
                  <a:lnTo>
                    <a:pt x="256933" y="11303"/>
                  </a:lnTo>
                  <a:lnTo>
                    <a:pt x="256933" y="647"/>
                  </a:lnTo>
                  <a:lnTo>
                    <a:pt x="256387" y="0"/>
                  </a:lnTo>
                  <a:lnTo>
                    <a:pt x="222338" y="39725"/>
                  </a:lnTo>
                  <a:lnTo>
                    <a:pt x="222338" y="61417"/>
                  </a:lnTo>
                  <a:lnTo>
                    <a:pt x="220954" y="61074"/>
                  </a:lnTo>
                  <a:lnTo>
                    <a:pt x="217741" y="61277"/>
                  </a:lnTo>
                  <a:lnTo>
                    <a:pt x="214541" y="61480"/>
                  </a:lnTo>
                  <a:lnTo>
                    <a:pt x="212051" y="62420"/>
                  </a:lnTo>
                  <a:lnTo>
                    <a:pt x="212051" y="64325"/>
                  </a:lnTo>
                  <a:lnTo>
                    <a:pt x="211226" y="63347"/>
                  </a:lnTo>
                  <a:lnTo>
                    <a:pt x="211975" y="62484"/>
                  </a:lnTo>
                  <a:lnTo>
                    <a:pt x="212051" y="64325"/>
                  </a:lnTo>
                  <a:lnTo>
                    <a:pt x="212051" y="62420"/>
                  </a:lnTo>
                  <a:lnTo>
                    <a:pt x="221767" y="51054"/>
                  </a:lnTo>
                  <a:lnTo>
                    <a:pt x="221551" y="52273"/>
                  </a:lnTo>
                  <a:lnTo>
                    <a:pt x="221894" y="59753"/>
                  </a:lnTo>
                  <a:lnTo>
                    <a:pt x="222338" y="61417"/>
                  </a:lnTo>
                  <a:lnTo>
                    <a:pt x="222338" y="39725"/>
                  </a:lnTo>
                  <a:lnTo>
                    <a:pt x="202082" y="63347"/>
                  </a:lnTo>
                  <a:lnTo>
                    <a:pt x="256387" y="126695"/>
                  </a:lnTo>
                  <a:lnTo>
                    <a:pt x="265531" y="116039"/>
                  </a:lnTo>
                  <a:lnTo>
                    <a:pt x="310692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3" name="object 2053" descr=""/>
            <p:cNvSpPr/>
            <p:nvPr/>
          </p:nvSpPr>
          <p:spPr>
            <a:xfrm>
              <a:off x="7482560" y="6589375"/>
              <a:ext cx="361315" cy="282575"/>
            </a:xfrm>
            <a:custGeom>
              <a:avLst/>
              <a:gdLst/>
              <a:ahLst/>
              <a:cxnLst/>
              <a:rect l="l" t="t" r="r" b="b"/>
              <a:pathLst>
                <a:path w="361315" h="282575">
                  <a:moveTo>
                    <a:pt x="108610" y="140512"/>
                  </a:moveTo>
                  <a:lnTo>
                    <a:pt x="99479" y="129870"/>
                  </a:lnTo>
                  <a:lnTo>
                    <a:pt x="99479" y="140512"/>
                  </a:lnTo>
                  <a:lnTo>
                    <a:pt x="89357" y="152311"/>
                  </a:lnTo>
                  <a:lnTo>
                    <a:pt x="89636" y="150799"/>
                  </a:lnTo>
                  <a:lnTo>
                    <a:pt x="89293" y="143319"/>
                  </a:lnTo>
                  <a:lnTo>
                    <a:pt x="88836" y="141643"/>
                  </a:lnTo>
                  <a:lnTo>
                    <a:pt x="90322" y="141998"/>
                  </a:lnTo>
                  <a:lnTo>
                    <a:pt x="93522" y="141795"/>
                  </a:lnTo>
                  <a:lnTo>
                    <a:pt x="96723" y="141592"/>
                  </a:lnTo>
                  <a:lnTo>
                    <a:pt x="99288" y="140639"/>
                  </a:lnTo>
                  <a:lnTo>
                    <a:pt x="99263" y="140271"/>
                  </a:lnTo>
                  <a:lnTo>
                    <a:pt x="99479" y="140512"/>
                  </a:lnTo>
                  <a:lnTo>
                    <a:pt x="99479" y="129870"/>
                  </a:lnTo>
                  <a:lnTo>
                    <a:pt x="97561" y="127622"/>
                  </a:lnTo>
                  <a:lnTo>
                    <a:pt x="97561" y="138290"/>
                  </a:lnTo>
                  <a:lnTo>
                    <a:pt x="96558" y="138049"/>
                  </a:lnTo>
                  <a:lnTo>
                    <a:pt x="90144" y="138442"/>
                  </a:lnTo>
                  <a:lnTo>
                    <a:pt x="88633" y="139014"/>
                  </a:lnTo>
                  <a:lnTo>
                    <a:pt x="88938" y="137261"/>
                  </a:lnTo>
                  <a:lnTo>
                    <a:pt x="88773" y="133527"/>
                  </a:lnTo>
                  <a:lnTo>
                    <a:pt x="88607" y="129794"/>
                  </a:lnTo>
                  <a:lnTo>
                    <a:pt x="87960" y="127495"/>
                  </a:lnTo>
                  <a:lnTo>
                    <a:pt x="87960" y="153949"/>
                  </a:lnTo>
                  <a:lnTo>
                    <a:pt x="54305" y="193205"/>
                  </a:lnTo>
                  <a:lnTo>
                    <a:pt x="42621" y="179578"/>
                  </a:lnTo>
                  <a:lnTo>
                    <a:pt x="45212" y="180187"/>
                  </a:lnTo>
                  <a:lnTo>
                    <a:pt x="51612" y="179793"/>
                  </a:lnTo>
                  <a:lnTo>
                    <a:pt x="53047" y="179260"/>
                  </a:lnTo>
                  <a:lnTo>
                    <a:pt x="52755" y="180975"/>
                  </a:lnTo>
                  <a:lnTo>
                    <a:pt x="52920" y="184721"/>
                  </a:lnTo>
                  <a:lnTo>
                    <a:pt x="53086" y="188455"/>
                  </a:lnTo>
                  <a:lnTo>
                    <a:pt x="53911" y="191439"/>
                  </a:lnTo>
                  <a:lnTo>
                    <a:pt x="55587" y="191338"/>
                  </a:lnTo>
                  <a:lnTo>
                    <a:pt x="56134" y="188264"/>
                  </a:lnTo>
                  <a:lnTo>
                    <a:pt x="55791" y="180784"/>
                  </a:lnTo>
                  <a:lnTo>
                    <a:pt x="55333" y="179120"/>
                  </a:lnTo>
                  <a:lnTo>
                    <a:pt x="56807" y="179463"/>
                  </a:lnTo>
                  <a:lnTo>
                    <a:pt x="60020" y="179260"/>
                  </a:lnTo>
                  <a:lnTo>
                    <a:pt x="63220" y="179057"/>
                  </a:lnTo>
                  <a:lnTo>
                    <a:pt x="65786" y="178104"/>
                  </a:lnTo>
                  <a:lnTo>
                    <a:pt x="65684" y="176136"/>
                  </a:lnTo>
                  <a:lnTo>
                    <a:pt x="63055" y="175514"/>
                  </a:lnTo>
                  <a:lnTo>
                    <a:pt x="56642" y="175907"/>
                  </a:lnTo>
                  <a:lnTo>
                    <a:pt x="55130" y="176479"/>
                  </a:lnTo>
                  <a:lnTo>
                    <a:pt x="55435" y="174726"/>
                  </a:lnTo>
                  <a:lnTo>
                    <a:pt x="55270" y="170992"/>
                  </a:lnTo>
                  <a:lnTo>
                    <a:pt x="55105" y="167259"/>
                  </a:lnTo>
                  <a:lnTo>
                    <a:pt x="54267" y="164274"/>
                  </a:lnTo>
                  <a:lnTo>
                    <a:pt x="52603" y="164376"/>
                  </a:lnTo>
                  <a:lnTo>
                    <a:pt x="52057" y="167436"/>
                  </a:lnTo>
                  <a:lnTo>
                    <a:pt x="52400" y="174917"/>
                  </a:lnTo>
                  <a:lnTo>
                    <a:pt x="52844" y="176580"/>
                  </a:lnTo>
                  <a:lnTo>
                    <a:pt x="51447" y="176237"/>
                  </a:lnTo>
                  <a:lnTo>
                    <a:pt x="48247" y="176441"/>
                  </a:lnTo>
                  <a:lnTo>
                    <a:pt x="45034" y="176644"/>
                  </a:lnTo>
                  <a:lnTo>
                    <a:pt x="42481" y="177609"/>
                  </a:lnTo>
                  <a:lnTo>
                    <a:pt x="42557" y="179527"/>
                  </a:lnTo>
                  <a:lnTo>
                    <a:pt x="10045" y="141579"/>
                  </a:lnTo>
                  <a:lnTo>
                    <a:pt x="12623" y="142189"/>
                  </a:lnTo>
                  <a:lnTo>
                    <a:pt x="19037" y="141782"/>
                  </a:lnTo>
                  <a:lnTo>
                    <a:pt x="20459" y="141249"/>
                  </a:lnTo>
                  <a:lnTo>
                    <a:pt x="20167" y="142976"/>
                  </a:lnTo>
                  <a:lnTo>
                    <a:pt x="20332" y="146710"/>
                  </a:lnTo>
                  <a:lnTo>
                    <a:pt x="20510" y="150444"/>
                  </a:lnTo>
                  <a:lnTo>
                    <a:pt x="21336" y="153428"/>
                  </a:lnTo>
                  <a:lnTo>
                    <a:pt x="23012" y="153327"/>
                  </a:lnTo>
                  <a:lnTo>
                    <a:pt x="23558" y="150266"/>
                  </a:lnTo>
                  <a:lnTo>
                    <a:pt x="23202" y="142786"/>
                  </a:lnTo>
                  <a:lnTo>
                    <a:pt x="22745" y="141109"/>
                  </a:lnTo>
                  <a:lnTo>
                    <a:pt x="24231" y="141452"/>
                  </a:lnTo>
                  <a:lnTo>
                    <a:pt x="27432" y="141262"/>
                  </a:lnTo>
                  <a:lnTo>
                    <a:pt x="30632" y="141058"/>
                  </a:lnTo>
                  <a:lnTo>
                    <a:pt x="33197" y="140093"/>
                  </a:lnTo>
                  <a:lnTo>
                    <a:pt x="33108" y="138137"/>
                  </a:lnTo>
                  <a:lnTo>
                    <a:pt x="30467" y="137502"/>
                  </a:lnTo>
                  <a:lnTo>
                    <a:pt x="24066" y="137909"/>
                  </a:lnTo>
                  <a:lnTo>
                    <a:pt x="22555" y="138480"/>
                  </a:lnTo>
                  <a:lnTo>
                    <a:pt x="22860" y="136728"/>
                  </a:lnTo>
                  <a:lnTo>
                    <a:pt x="22682" y="132981"/>
                  </a:lnTo>
                  <a:lnTo>
                    <a:pt x="22517" y="129247"/>
                  </a:lnTo>
                  <a:lnTo>
                    <a:pt x="21691" y="126263"/>
                  </a:lnTo>
                  <a:lnTo>
                    <a:pt x="21336" y="126288"/>
                  </a:lnTo>
                  <a:lnTo>
                    <a:pt x="53086" y="89242"/>
                  </a:lnTo>
                  <a:lnTo>
                    <a:pt x="52679" y="91617"/>
                  </a:lnTo>
                  <a:lnTo>
                    <a:pt x="53022" y="99098"/>
                  </a:lnTo>
                  <a:lnTo>
                    <a:pt x="53467" y="100761"/>
                  </a:lnTo>
                  <a:lnTo>
                    <a:pt x="52070" y="100418"/>
                  </a:lnTo>
                  <a:lnTo>
                    <a:pt x="48869" y="100622"/>
                  </a:lnTo>
                  <a:lnTo>
                    <a:pt x="45656" y="100812"/>
                  </a:lnTo>
                  <a:lnTo>
                    <a:pt x="43091" y="101777"/>
                  </a:lnTo>
                  <a:lnTo>
                    <a:pt x="43192" y="103733"/>
                  </a:lnTo>
                  <a:lnTo>
                    <a:pt x="45834" y="104368"/>
                  </a:lnTo>
                  <a:lnTo>
                    <a:pt x="52235" y="103962"/>
                  </a:lnTo>
                  <a:lnTo>
                    <a:pt x="53670" y="103428"/>
                  </a:lnTo>
                  <a:lnTo>
                    <a:pt x="53378" y="105156"/>
                  </a:lnTo>
                  <a:lnTo>
                    <a:pt x="53543" y="108889"/>
                  </a:lnTo>
                  <a:lnTo>
                    <a:pt x="53708" y="112623"/>
                  </a:lnTo>
                  <a:lnTo>
                    <a:pt x="54533" y="115608"/>
                  </a:lnTo>
                  <a:lnTo>
                    <a:pt x="56210" y="115506"/>
                  </a:lnTo>
                  <a:lnTo>
                    <a:pt x="56756" y="112445"/>
                  </a:lnTo>
                  <a:lnTo>
                    <a:pt x="56413" y="104965"/>
                  </a:lnTo>
                  <a:lnTo>
                    <a:pt x="55943" y="103289"/>
                  </a:lnTo>
                  <a:lnTo>
                    <a:pt x="57429" y="103632"/>
                  </a:lnTo>
                  <a:lnTo>
                    <a:pt x="60629" y="103441"/>
                  </a:lnTo>
                  <a:lnTo>
                    <a:pt x="63842" y="103238"/>
                  </a:lnTo>
                  <a:lnTo>
                    <a:pt x="66408" y="102273"/>
                  </a:lnTo>
                  <a:lnTo>
                    <a:pt x="66382" y="101942"/>
                  </a:lnTo>
                  <a:lnTo>
                    <a:pt x="87731" y="126822"/>
                  </a:lnTo>
                  <a:lnTo>
                    <a:pt x="86106" y="126911"/>
                  </a:lnTo>
                  <a:lnTo>
                    <a:pt x="85559" y="129971"/>
                  </a:lnTo>
                  <a:lnTo>
                    <a:pt x="85902" y="137452"/>
                  </a:lnTo>
                  <a:lnTo>
                    <a:pt x="86347" y="139115"/>
                  </a:lnTo>
                  <a:lnTo>
                    <a:pt x="84950" y="138772"/>
                  </a:lnTo>
                  <a:lnTo>
                    <a:pt x="81749" y="138976"/>
                  </a:lnTo>
                  <a:lnTo>
                    <a:pt x="78549" y="139179"/>
                  </a:lnTo>
                  <a:lnTo>
                    <a:pt x="75984" y="140144"/>
                  </a:lnTo>
                  <a:lnTo>
                    <a:pt x="76073" y="142100"/>
                  </a:lnTo>
                  <a:lnTo>
                    <a:pt x="78714" y="142722"/>
                  </a:lnTo>
                  <a:lnTo>
                    <a:pt x="85128" y="142328"/>
                  </a:lnTo>
                  <a:lnTo>
                    <a:pt x="86550" y="141795"/>
                  </a:lnTo>
                  <a:lnTo>
                    <a:pt x="86258" y="143510"/>
                  </a:lnTo>
                  <a:lnTo>
                    <a:pt x="86423" y="147256"/>
                  </a:lnTo>
                  <a:lnTo>
                    <a:pt x="86588" y="150990"/>
                  </a:lnTo>
                  <a:lnTo>
                    <a:pt x="87426" y="153974"/>
                  </a:lnTo>
                  <a:lnTo>
                    <a:pt x="87960" y="153949"/>
                  </a:lnTo>
                  <a:lnTo>
                    <a:pt x="87960" y="127495"/>
                  </a:lnTo>
                  <a:lnTo>
                    <a:pt x="87795" y="126898"/>
                  </a:lnTo>
                  <a:lnTo>
                    <a:pt x="97561" y="138290"/>
                  </a:lnTo>
                  <a:lnTo>
                    <a:pt x="97561" y="127622"/>
                  </a:lnTo>
                  <a:lnTo>
                    <a:pt x="64655" y="89230"/>
                  </a:lnTo>
                  <a:lnTo>
                    <a:pt x="64655" y="99923"/>
                  </a:lnTo>
                  <a:lnTo>
                    <a:pt x="63677" y="99682"/>
                  </a:lnTo>
                  <a:lnTo>
                    <a:pt x="57264" y="100088"/>
                  </a:lnTo>
                  <a:lnTo>
                    <a:pt x="55753" y="100660"/>
                  </a:lnTo>
                  <a:lnTo>
                    <a:pt x="56057" y="98907"/>
                  </a:lnTo>
                  <a:lnTo>
                    <a:pt x="55892" y="95161"/>
                  </a:lnTo>
                  <a:lnTo>
                    <a:pt x="55727" y="91427"/>
                  </a:lnTo>
                  <a:lnTo>
                    <a:pt x="54902" y="88531"/>
                  </a:lnTo>
                  <a:lnTo>
                    <a:pt x="64655" y="99923"/>
                  </a:lnTo>
                  <a:lnTo>
                    <a:pt x="64655" y="89230"/>
                  </a:lnTo>
                  <a:lnTo>
                    <a:pt x="63449" y="87820"/>
                  </a:lnTo>
                  <a:lnTo>
                    <a:pt x="54838" y="77787"/>
                  </a:lnTo>
                  <a:lnTo>
                    <a:pt x="54838" y="88455"/>
                  </a:lnTo>
                  <a:lnTo>
                    <a:pt x="53708" y="88519"/>
                  </a:lnTo>
                  <a:lnTo>
                    <a:pt x="54305" y="87820"/>
                  </a:lnTo>
                  <a:lnTo>
                    <a:pt x="54838" y="88455"/>
                  </a:lnTo>
                  <a:lnTo>
                    <a:pt x="54838" y="77787"/>
                  </a:lnTo>
                  <a:lnTo>
                    <a:pt x="54305" y="77165"/>
                  </a:lnTo>
                  <a:lnTo>
                    <a:pt x="20256" y="116890"/>
                  </a:lnTo>
                  <a:lnTo>
                    <a:pt x="20256" y="138582"/>
                  </a:lnTo>
                  <a:lnTo>
                    <a:pt x="18872" y="138239"/>
                  </a:lnTo>
                  <a:lnTo>
                    <a:pt x="15659" y="138430"/>
                  </a:lnTo>
                  <a:lnTo>
                    <a:pt x="12458" y="138633"/>
                  </a:lnTo>
                  <a:lnTo>
                    <a:pt x="9969" y="139585"/>
                  </a:lnTo>
                  <a:lnTo>
                    <a:pt x="9969" y="141490"/>
                  </a:lnTo>
                  <a:lnTo>
                    <a:pt x="9144" y="140512"/>
                  </a:lnTo>
                  <a:lnTo>
                    <a:pt x="9893" y="139649"/>
                  </a:lnTo>
                  <a:lnTo>
                    <a:pt x="9969" y="141490"/>
                  </a:lnTo>
                  <a:lnTo>
                    <a:pt x="9969" y="139585"/>
                  </a:lnTo>
                  <a:lnTo>
                    <a:pt x="19685" y="128219"/>
                  </a:lnTo>
                  <a:lnTo>
                    <a:pt x="19469" y="129438"/>
                  </a:lnTo>
                  <a:lnTo>
                    <a:pt x="19812" y="136918"/>
                  </a:lnTo>
                  <a:lnTo>
                    <a:pt x="20256" y="138582"/>
                  </a:lnTo>
                  <a:lnTo>
                    <a:pt x="20256" y="116890"/>
                  </a:lnTo>
                  <a:lnTo>
                    <a:pt x="0" y="140512"/>
                  </a:lnTo>
                  <a:lnTo>
                    <a:pt x="54305" y="203860"/>
                  </a:lnTo>
                  <a:lnTo>
                    <a:pt x="63449" y="193205"/>
                  </a:lnTo>
                  <a:lnTo>
                    <a:pt x="108610" y="140512"/>
                  </a:lnTo>
                  <a:close/>
                </a:path>
                <a:path w="361315" h="282575">
                  <a:moveTo>
                    <a:pt x="158915" y="218681"/>
                  </a:moveTo>
                  <a:lnTo>
                    <a:pt x="149783" y="208038"/>
                  </a:lnTo>
                  <a:lnTo>
                    <a:pt x="149783" y="218681"/>
                  </a:lnTo>
                  <a:lnTo>
                    <a:pt x="139661" y="230479"/>
                  </a:lnTo>
                  <a:lnTo>
                    <a:pt x="139941" y="228968"/>
                  </a:lnTo>
                  <a:lnTo>
                    <a:pt x="139598" y="221488"/>
                  </a:lnTo>
                  <a:lnTo>
                    <a:pt x="139128" y="219811"/>
                  </a:lnTo>
                  <a:lnTo>
                    <a:pt x="140614" y="220167"/>
                  </a:lnTo>
                  <a:lnTo>
                    <a:pt x="143814" y="219964"/>
                  </a:lnTo>
                  <a:lnTo>
                    <a:pt x="147027" y="219773"/>
                  </a:lnTo>
                  <a:lnTo>
                    <a:pt x="149593" y="218808"/>
                  </a:lnTo>
                  <a:lnTo>
                    <a:pt x="149567" y="218440"/>
                  </a:lnTo>
                  <a:lnTo>
                    <a:pt x="149783" y="218681"/>
                  </a:lnTo>
                  <a:lnTo>
                    <a:pt x="149783" y="208038"/>
                  </a:lnTo>
                  <a:lnTo>
                    <a:pt x="147878" y="205816"/>
                  </a:lnTo>
                  <a:lnTo>
                    <a:pt x="147878" y="216471"/>
                  </a:lnTo>
                  <a:lnTo>
                    <a:pt x="146862" y="216217"/>
                  </a:lnTo>
                  <a:lnTo>
                    <a:pt x="140449" y="216611"/>
                  </a:lnTo>
                  <a:lnTo>
                    <a:pt x="138938" y="217182"/>
                  </a:lnTo>
                  <a:lnTo>
                    <a:pt x="139242" y="215430"/>
                  </a:lnTo>
                  <a:lnTo>
                    <a:pt x="139077" y="211696"/>
                  </a:lnTo>
                  <a:lnTo>
                    <a:pt x="138912" y="207962"/>
                  </a:lnTo>
                  <a:lnTo>
                    <a:pt x="138264" y="205689"/>
                  </a:lnTo>
                  <a:lnTo>
                    <a:pt x="138264" y="232117"/>
                  </a:lnTo>
                  <a:lnTo>
                    <a:pt x="104609" y="271373"/>
                  </a:lnTo>
                  <a:lnTo>
                    <a:pt x="92925" y="257759"/>
                  </a:lnTo>
                  <a:lnTo>
                    <a:pt x="95504" y="258356"/>
                  </a:lnTo>
                  <a:lnTo>
                    <a:pt x="101917" y="257962"/>
                  </a:lnTo>
                  <a:lnTo>
                    <a:pt x="103339" y="257429"/>
                  </a:lnTo>
                  <a:lnTo>
                    <a:pt x="103047" y="259143"/>
                  </a:lnTo>
                  <a:lnTo>
                    <a:pt x="103225" y="262890"/>
                  </a:lnTo>
                  <a:lnTo>
                    <a:pt x="103390" y="266623"/>
                  </a:lnTo>
                  <a:lnTo>
                    <a:pt x="104216" y="269608"/>
                  </a:lnTo>
                  <a:lnTo>
                    <a:pt x="105892" y="269506"/>
                  </a:lnTo>
                  <a:lnTo>
                    <a:pt x="106438" y="266433"/>
                  </a:lnTo>
                  <a:lnTo>
                    <a:pt x="106083" y="258965"/>
                  </a:lnTo>
                  <a:lnTo>
                    <a:pt x="105613" y="257276"/>
                  </a:lnTo>
                  <a:lnTo>
                    <a:pt x="107111" y="257632"/>
                  </a:lnTo>
                  <a:lnTo>
                    <a:pt x="110312" y="257429"/>
                  </a:lnTo>
                  <a:lnTo>
                    <a:pt x="113512" y="257238"/>
                  </a:lnTo>
                  <a:lnTo>
                    <a:pt x="116078" y="256273"/>
                  </a:lnTo>
                  <a:lnTo>
                    <a:pt x="115989" y="254317"/>
                  </a:lnTo>
                  <a:lnTo>
                    <a:pt x="113347" y="253682"/>
                  </a:lnTo>
                  <a:lnTo>
                    <a:pt x="106946" y="254076"/>
                  </a:lnTo>
                  <a:lnTo>
                    <a:pt x="105435" y="254647"/>
                  </a:lnTo>
                  <a:lnTo>
                    <a:pt x="105740" y="252895"/>
                  </a:lnTo>
                  <a:lnTo>
                    <a:pt x="105562" y="249161"/>
                  </a:lnTo>
                  <a:lnTo>
                    <a:pt x="105397" y="245427"/>
                  </a:lnTo>
                  <a:lnTo>
                    <a:pt x="104571" y="242443"/>
                  </a:lnTo>
                  <a:lnTo>
                    <a:pt x="102895" y="242544"/>
                  </a:lnTo>
                  <a:lnTo>
                    <a:pt x="102349" y="245618"/>
                  </a:lnTo>
                  <a:lnTo>
                    <a:pt x="102692" y="253085"/>
                  </a:lnTo>
                  <a:lnTo>
                    <a:pt x="103136" y="254749"/>
                  </a:lnTo>
                  <a:lnTo>
                    <a:pt x="101752" y="254406"/>
                  </a:lnTo>
                  <a:lnTo>
                    <a:pt x="98539" y="254609"/>
                  </a:lnTo>
                  <a:lnTo>
                    <a:pt x="95338" y="254812"/>
                  </a:lnTo>
                  <a:lnTo>
                    <a:pt x="92773" y="255778"/>
                  </a:lnTo>
                  <a:lnTo>
                    <a:pt x="92849" y="257670"/>
                  </a:lnTo>
                  <a:lnTo>
                    <a:pt x="60337" y="219735"/>
                  </a:lnTo>
                  <a:lnTo>
                    <a:pt x="62928" y="220357"/>
                  </a:lnTo>
                  <a:lnTo>
                    <a:pt x="69329" y="219951"/>
                  </a:lnTo>
                  <a:lnTo>
                    <a:pt x="70764" y="219417"/>
                  </a:lnTo>
                  <a:lnTo>
                    <a:pt x="70472" y="221145"/>
                  </a:lnTo>
                  <a:lnTo>
                    <a:pt x="70637" y="224878"/>
                  </a:lnTo>
                  <a:lnTo>
                    <a:pt x="70802" y="228625"/>
                  </a:lnTo>
                  <a:lnTo>
                    <a:pt x="71628" y="231609"/>
                  </a:lnTo>
                  <a:lnTo>
                    <a:pt x="73304" y="231495"/>
                  </a:lnTo>
                  <a:lnTo>
                    <a:pt x="73850" y="228434"/>
                  </a:lnTo>
                  <a:lnTo>
                    <a:pt x="73507" y="220954"/>
                  </a:lnTo>
                  <a:lnTo>
                    <a:pt x="73050" y="219278"/>
                  </a:lnTo>
                  <a:lnTo>
                    <a:pt x="74523" y="219621"/>
                  </a:lnTo>
                  <a:lnTo>
                    <a:pt x="77736" y="219430"/>
                  </a:lnTo>
                  <a:lnTo>
                    <a:pt x="80937" y="219227"/>
                  </a:lnTo>
                  <a:lnTo>
                    <a:pt x="83502" y="218262"/>
                  </a:lnTo>
                  <a:lnTo>
                    <a:pt x="83413" y="216306"/>
                  </a:lnTo>
                  <a:lnTo>
                    <a:pt x="80772" y="215684"/>
                  </a:lnTo>
                  <a:lnTo>
                    <a:pt x="74358" y="216077"/>
                  </a:lnTo>
                  <a:lnTo>
                    <a:pt x="72847" y="216649"/>
                  </a:lnTo>
                  <a:lnTo>
                    <a:pt x="73152" y="214896"/>
                  </a:lnTo>
                  <a:lnTo>
                    <a:pt x="72986" y="211150"/>
                  </a:lnTo>
                  <a:lnTo>
                    <a:pt x="72821" y="207416"/>
                  </a:lnTo>
                  <a:lnTo>
                    <a:pt x="71996" y="204431"/>
                  </a:lnTo>
                  <a:lnTo>
                    <a:pt x="71628" y="204457"/>
                  </a:lnTo>
                  <a:lnTo>
                    <a:pt x="103390" y="167411"/>
                  </a:lnTo>
                  <a:lnTo>
                    <a:pt x="102971" y="169786"/>
                  </a:lnTo>
                  <a:lnTo>
                    <a:pt x="103314" y="177266"/>
                  </a:lnTo>
                  <a:lnTo>
                    <a:pt x="103759" y="178930"/>
                  </a:lnTo>
                  <a:lnTo>
                    <a:pt x="102374" y="178587"/>
                  </a:lnTo>
                  <a:lnTo>
                    <a:pt x="99161" y="178790"/>
                  </a:lnTo>
                  <a:lnTo>
                    <a:pt x="95961" y="178981"/>
                  </a:lnTo>
                  <a:lnTo>
                    <a:pt x="93395" y="179946"/>
                  </a:lnTo>
                  <a:lnTo>
                    <a:pt x="93484" y="181902"/>
                  </a:lnTo>
                  <a:lnTo>
                    <a:pt x="96126" y="182537"/>
                  </a:lnTo>
                  <a:lnTo>
                    <a:pt x="102539" y="182130"/>
                  </a:lnTo>
                  <a:lnTo>
                    <a:pt x="105092" y="181178"/>
                  </a:lnTo>
                  <a:lnTo>
                    <a:pt x="105041" y="180200"/>
                  </a:lnTo>
                  <a:lnTo>
                    <a:pt x="105829" y="180149"/>
                  </a:lnTo>
                  <a:lnTo>
                    <a:pt x="106362" y="177076"/>
                  </a:lnTo>
                  <a:lnTo>
                    <a:pt x="106184" y="173329"/>
                  </a:lnTo>
                  <a:lnTo>
                    <a:pt x="106019" y="169595"/>
                  </a:lnTo>
                  <a:lnTo>
                    <a:pt x="105206" y="166700"/>
                  </a:lnTo>
                  <a:lnTo>
                    <a:pt x="138036" y="204990"/>
                  </a:lnTo>
                  <a:lnTo>
                    <a:pt x="136410" y="205079"/>
                  </a:lnTo>
                  <a:lnTo>
                    <a:pt x="135864" y="208153"/>
                  </a:lnTo>
                  <a:lnTo>
                    <a:pt x="136207" y="215620"/>
                  </a:lnTo>
                  <a:lnTo>
                    <a:pt x="136652" y="217297"/>
                  </a:lnTo>
                  <a:lnTo>
                    <a:pt x="135255" y="216954"/>
                  </a:lnTo>
                  <a:lnTo>
                    <a:pt x="132054" y="217144"/>
                  </a:lnTo>
                  <a:lnTo>
                    <a:pt x="128841" y="217347"/>
                  </a:lnTo>
                  <a:lnTo>
                    <a:pt x="126276" y="218313"/>
                  </a:lnTo>
                  <a:lnTo>
                    <a:pt x="126377" y="220268"/>
                  </a:lnTo>
                  <a:lnTo>
                    <a:pt x="129019" y="220891"/>
                  </a:lnTo>
                  <a:lnTo>
                    <a:pt x="135420" y="220497"/>
                  </a:lnTo>
                  <a:lnTo>
                    <a:pt x="136855" y="219964"/>
                  </a:lnTo>
                  <a:lnTo>
                    <a:pt x="136563" y="221678"/>
                  </a:lnTo>
                  <a:lnTo>
                    <a:pt x="136728" y="225425"/>
                  </a:lnTo>
                  <a:lnTo>
                    <a:pt x="136893" y="229158"/>
                  </a:lnTo>
                  <a:lnTo>
                    <a:pt x="137718" y="232143"/>
                  </a:lnTo>
                  <a:lnTo>
                    <a:pt x="138264" y="232117"/>
                  </a:lnTo>
                  <a:lnTo>
                    <a:pt x="138264" y="205689"/>
                  </a:lnTo>
                  <a:lnTo>
                    <a:pt x="138087" y="205054"/>
                  </a:lnTo>
                  <a:lnTo>
                    <a:pt x="147878" y="216471"/>
                  </a:lnTo>
                  <a:lnTo>
                    <a:pt x="147878" y="205816"/>
                  </a:lnTo>
                  <a:lnTo>
                    <a:pt x="113741" y="165989"/>
                  </a:lnTo>
                  <a:lnTo>
                    <a:pt x="105143" y="155968"/>
                  </a:lnTo>
                  <a:lnTo>
                    <a:pt x="105143" y="166624"/>
                  </a:lnTo>
                  <a:lnTo>
                    <a:pt x="104013" y="166687"/>
                  </a:lnTo>
                  <a:lnTo>
                    <a:pt x="104609" y="165989"/>
                  </a:lnTo>
                  <a:lnTo>
                    <a:pt x="105143" y="166624"/>
                  </a:lnTo>
                  <a:lnTo>
                    <a:pt x="105143" y="155968"/>
                  </a:lnTo>
                  <a:lnTo>
                    <a:pt x="104609" y="155333"/>
                  </a:lnTo>
                  <a:lnTo>
                    <a:pt x="70561" y="195046"/>
                  </a:lnTo>
                  <a:lnTo>
                    <a:pt x="70561" y="216750"/>
                  </a:lnTo>
                  <a:lnTo>
                    <a:pt x="69164" y="216408"/>
                  </a:lnTo>
                  <a:lnTo>
                    <a:pt x="65963" y="216611"/>
                  </a:lnTo>
                  <a:lnTo>
                    <a:pt x="62763" y="216801"/>
                  </a:lnTo>
                  <a:lnTo>
                    <a:pt x="60274" y="217754"/>
                  </a:lnTo>
                  <a:lnTo>
                    <a:pt x="60274" y="219671"/>
                  </a:lnTo>
                  <a:lnTo>
                    <a:pt x="59436" y="218681"/>
                  </a:lnTo>
                  <a:lnTo>
                    <a:pt x="60198" y="217792"/>
                  </a:lnTo>
                  <a:lnTo>
                    <a:pt x="60274" y="219671"/>
                  </a:lnTo>
                  <a:lnTo>
                    <a:pt x="60274" y="217754"/>
                  </a:lnTo>
                  <a:lnTo>
                    <a:pt x="69989" y="206375"/>
                  </a:lnTo>
                  <a:lnTo>
                    <a:pt x="69773" y="207606"/>
                  </a:lnTo>
                  <a:lnTo>
                    <a:pt x="70116" y="215087"/>
                  </a:lnTo>
                  <a:lnTo>
                    <a:pt x="70561" y="216750"/>
                  </a:lnTo>
                  <a:lnTo>
                    <a:pt x="70561" y="195046"/>
                  </a:lnTo>
                  <a:lnTo>
                    <a:pt x="50292" y="218681"/>
                  </a:lnTo>
                  <a:lnTo>
                    <a:pt x="104609" y="282028"/>
                  </a:lnTo>
                  <a:lnTo>
                    <a:pt x="113741" y="271373"/>
                  </a:lnTo>
                  <a:lnTo>
                    <a:pt x="158915" y="218681"/>
                  </a:lnTo>
                  <a:close/>
                </a:path>
                <a:path w="361315" h="282575">
                  <a:moveTo>
                    <a:pt x="268236" y="102273"/>
                  </a:moveTo>
                  <a:lnTo>
                    <a:pt x="268147" y="100317"/>
                  </a:lnTo>
                  <a:lnTo>
                    <a:pt x="265506" y="99682"/>
                  </a:lnTo>
                  <a:lnTo>
                    <a:pt x="259092" y="100088"/>
                  </a:lnTo>
                  <a:lnTo>
                    <a:pt x="257581" y="100660"/>
                  </a:lnTo>
                  <a:lnTo>
                    <a:pt x="257886" y="98907"/>
                  </a:lnTo>
                  <a:lnTo>
                    <a:pt x="257721" y="95161"/>
                  </a:lnTo>
                  <a:lnTo>
                    <a:pt x="257556" y="91427"/>
                  </a:lnTo>
                  <a:lnTo>
                    <a:pt x="256730" y="88442"/>
                  </a:lnTo>
                  <a:lnTo>
                    <a:pt x="255054" y="88544"/>
                  </a:lnTo>
                  <a:lnTo>
                    <a:pt x="254508" y="91617"/>
                  </a:lnTo>
                  <a:lnTo>
                    <a:pt x="254850" y="99098"/>
                  </a:lnTo>
                  <a:lnTo>
                    <a:pt x="255295" y="100761"/>
                  </a:lnTo>
                  <a:lnTo>
                    <a:pt x="253898" y="100418"/>
                  </a:lnTo>
                  <a:lnTo>
                    <a:pt x="250698" y="100622"/>
                  </a:lnTo>
                  <a:lnTo>
                    <a:pt x="247497" y="100812"/>
                  </a:lnTo>
                  <a:lnTo>
                    <a:pt x="244932" y="101777"/>
                  </a:lnTo>
                  <a:lnTo>
                    <a:pt x="245021" y="103733"/>
                  </a:lnTo>
                  <a:lnTo>
                    <a:pt x="247662" y="104368"/>
                  </a:lnTo>
                  <a:lnTo>
                    <a:pt x="254063" y="103962"/>
                  </a:lnTo>
                  <a:lnTo>
                    <a:pt x="255498" y="103428"/>
                  </a:lnTo>
                  <a:lnTo>
                    <a:pt x="255206" y="105156"/>
                  </a:lnTo>
                  <a:lnTo>
                    <a:pt x="255371" y="108889"/>
                  </a:lnTo>
                  <a:lnTo>
                    <a:pt x="255536" y="112623"/>
                  </a:lnTo>
                  <a:lnTo>
                    <a:pt x="256362" y="115608"/>
                  </a:lnTo>
                  <a:lnTo>
                    <a:pt x="258038" y="115506"/>
                  </a:lnTo>
                  <a:lnTo>
                    <a:pt x="258584" y="112445"/>
                  </a:lnTo>
                  <a:lnTo>
                    <a:pt x="258241" y="104965"/>
                  </a:lnTo>
                  <a:lnTo>
                    <a:pt x="257784" y="103289"/>
                  </a:lnTo>
                  <a:lnTo>
                    <a:pt x="259257" y="103632"/>
                  </a:lnTo>
                  <a:lnTo>
                    <a:pt x="262470" y="103441"/>
                  </a:lnTo>
                  <a:lnTo>
                    <a:pt x="265671" y="103238"/>
                  </a:lnTo>
                  <a:lnTo>
                    <a:pt x="268236" y="102273"/>
                  </a:lnTo>
                  <a:close/>
                </a:path>
                <a:path w="361315" h="282575">
                  <a:moveTo>
                    <a:pt x="301117" y="140639"/>
                  </a:moveTo>
                  <a:lnTo>
                    <a:pt x="301028" y="138671"/>
                  </a:lnTo>
                  <a:lnTo>
                    <a:pt x="298386" y="138049"/>
                  </a:lnTo>
                  <a:lnTo>
                    <a:pt x="291985" y="138442"/>
                  </a:lnTo>
                  <a:lnTo>
                    <a:pt x="289420" y="139407"/>
                  </a:lnTo>
                  <a:lnTo>
                    <a:pt x="289509" y="141363"/>
                  </a:lnTo>
                  <a:lnTo>
                    <a:pt x="292150" y="141998"/>
                  </a:lnTo>
                  <a:lnTo>
                    <a:pt x="295351" y="141795"/>
                  </a:lnTo>
                  <a:lnTo>
                    <a:pt x="298551" y="141592"/>
                  </a:lnTo>
                  <a:lnTo>
                    <a:pt x="301117" y="140639"/>
                  </a:lnTo>
                  <a:close/>
                </a:path>
                <a:path w="361315" h="282575">
                  <a:moveTo>
                    <a:pt x="360984" y="63347"/>
                  </a:moveTo>
                  <a:lnTo>
                    <a:pt x="351853" y="52705"/>
                  </a:lnTo>
                  <a:lnTo>
                    <a:pt x="351853" y="63347"/>
                  </a:lnTo>
                  <a:lnTo>
                    <a:pt x="341744" y="75133"/>
                  </a:lnTo>
                  <a:lnTo>
                    <a:pt x="342011" y="73634"/>
                  </a:lnTo>
                  <a:lnTo>
                    <a:pt x="341668" y="66167"/>
                  </a:lnTo>
                  <a:lnTo>
                    <a:pt x="341210" y="64490"/>
                  </a:lnTo>
                  <a:lnTo>
                    <a:pt x="342696" y="64833"/>
                  </a:lnTo>
                  <a:lnTo>
                    <a:pt x="345897" y="64630"/>
                  </a:lnTo>
                  <a:lnTo>
                    <a:pt x="349097" y="64439"/>
                  </a:lnTo>
                  <a:lnTo>
                    <a:pt x="351663" y="63474"/>
                  </a:lnTo>
                  <a:lnTo>
                    <a:pt x="351637" y="63106"/>
                  </a:lnTo>
                  <a:lnTo>
                    <a:pt x="351853" y="63347"/>
                  </a:lnTo>
                  <a:lnTo>
                    <a:pt x="351853" y="52705"/>
                  </a:lnTo>
                  <a:lnTo>
                    <a:pt x="349948" y="50482"/>
                  </a:lnTo>
                  <a:lnTo>
                    <a:pt x="349948" y="61137"/>
                  </a:lnTo>
                  <a:lnTo>
                    <a:pt x="348932" y="60883"/>
                  </a:lnTo>
                  <a:lnTo>
                    <a:pt x="342519" y="61290"/>
                  </a:lnTo>
                  <a:lnTo>
                    <a:pt x="341007" y="61861"/>
                  </a:lnTo>
                  <a:lnTo>
                    <a:pt x="341312" y="60109"/>
                  </a:lnTo>
                  <a:lnTo>
                    <a:pt x="341147" y="56362"/>
                  </a:lnTo>
                  <a:lnTo>
                    <a:pt x="340982" y="52628"/>
                  </a:lnTo>
                  <a:lnTo>
                    <a:pt x="340334" y="50330"/>
                  </a:lnTo>
                  <a:lnTo>
                    <a:pt x="340334" y="76784"/>
                  </a:lnTo>
                  <a:lnTo>
                    <a:pt x="306679" y="116039"/>
                  </a:lnTo>
                  <a:lnTo>
                    <a:pt x="294995" y="102412"/>
                  </a:lnTo>
                  <a:lnTo>
                    <a:pt x="297586" y="103035"/>
                  </a:lnTo>
                  <a:lnTo>
                    <a:pt x="303987" y="102628"/>
                  </a:lnTo>
                  <a:lnTo>
                    <a:pt x="305422" y="102095"/>
                  </a:lnTo>
                  <a:lnTo>
                    <a:pt x="305130" y="103822"/>
                  </a:lnTo>
                  <a:lnTo>
                    <a:pt x="305295" y="107556"/>
                  </a:lnTo>
                  <a:lnTo>
                    <a:pt x="305460" y="111290"/>
                  </a:lnTo>
                  <a:lnTo>
                    <a:pt x="306285" y="114274"/>
                  </a:lnTo>
                  <a:lnTo>
                    <a:pt x="307962" y="114173"/>
                  </a:lnTo>
                  <a:lnTo>
                    <a:pt x="308508" y="111099"/>
                  </a:lnTo>
                  <a:lnTo>
                    <a:pt x="308165" y="103632"/>
                  </a:lnTo>
                  <a:lnTo>
                    <a:pt x="307708" y="101955"/>
                  </a:lnTo>
                  <a:lnTo>
                    <a:pt x="309181" y="102298"/>
                  </a:lnTo>
                  <a:lnTo>
                    <a:pt x="312394" y="102095"/>
                  </a:lnTo>
                  <a:lnTo>
                    <a:pt x="315595" y="101904"/>
                  </a:lnTo>
                  <a:lnTo>
                    <a:pt x="318160" y="100939"/>
                  </a:lnTo>
                  <a:lnTo>
                    <a:pt x="318058" y="98983"/>
                  </a:lnTo>
                  <a:lnTo>
                    <a:pt x="315429" y="98348"/>
                  </a:lnTo>
                  <a:lnTo>
                    <a:pt x="309016" y="98755"/>
                  </a:lnTo>
                  <a:lnTo>
                    <a:pt x="307505" y="99326"/>
                  </a:lnTo>
                  <a:lnTo>
                    <a:pt x="307809" y="97574"/>
                  </a:lnTo>
                  <a:lnTo>
                    <a:pt x="307644" y="93827"/>
                  </a:lnTo>
                  <a:lnTo>
                    <a:pt x="307479" y="90093"/>
                  </a:lnTo>
                  <a:lnTo>
                    <a:pt x="306654" y="87109"/>
                  </a:lnTo>
                  <a:lnTo>
                    <a:pt x="304977" y="87210"/>
                  </a:lnTo>
                  <a:lnTo>
                    <a:pt x="304431" y="90284"/>
                  </a:lnTo>
                  <a:lnTo>
                    <a:pt x="304774" y="97751"/>
                  </a:lnTo>
                  <a:lnTo>
                    <a:pt x="305219" y="99428"/>
                  </a:lnTo>
                  <a:lnTo>
                    <a:pt x="303822" y="99085"/>
                  </a:lnTo>
                  <a:lnTo>
                    <a:pt x="300621" y="99275"/>
                  </a:lnTo>
                  <a:lnTo>
                    <a:pt x="297408" y="99479"/>
                  </a:lnTo>
                  <a:lnTo>
                    <a:pt x="294843" y="100444"/>
                  </a:lnTo>
                  <a:lnTo>
                    <a:pt x="294932" y="102349"/>
                  </a:lnTo>
                  <a:lnTo>
                    <a:pt x="262432" y="64427"/>
                  </a:lnTo>
                  <a:lnTo>
                    <a:pt x="264998" y="65024"/>
                  </a:lnTo>
                  <a:lnTo>
                    <a:pt x="271411" y="64630"/>
                  </a:lnTo>
                  <a:lnTo>
                    <a:pt x="272834" y="64096"/>
                  </a:lnTo>
                  <a:lnTo>
                    <a:pt x="272542" y="65811"/>
                  </a:lnTo>
                  <a:lnTo>
                    <a:pt x="272707" y="69545"/>
                  </a:lnTo>
                  <a:lnTo>
                    <a:pt x="272884" y="73291"/>
                  </a:lnTo>
                  <a:lnTo>
                    <a:pt x="273710" y="76276"/>
                  </a:lnTo>
                  <a:lnTo>
                    <a:pt x="275386" y="76161"/>
                  </a:lnTo>
                  <a:lnTo>
                    <a:pt x="275932" y="73101"/>
                  </a:lnTo>
                  <a:lnTo>
                    <a:pt x="275577" y="65620"/>
                  </a:lnTo>
                  <a:lnTo>
                    <a:pt x="275120" y="63944"/>
                  </a:lnTo>
                  <a:lnTo>
                    <a:pt x="276606" y="64300"/>
                  </a:lnTo>
                  <a:lnTo>
                    <a:pt x="279806" y="64096"/>
                  </a:lnTo>
                  <a:lnTo>
                    <a:pt x="283006" y="63893"/>
                  </a:lnTo>
                  <a:lnTo>
                    <a:pt x="285572" y="62928"/>
                  </a:lnTo>
                  <a:lnTo>
                    <a:pt x="285483" y="60972"/>
                  </a:lnTo>
                  <a:lnTo>
                    <a:pt x="282841" y="60350"/>
                  </a:lnTo>
                  <a:lnTo>
                    <a:pt x="276440" y="60744"/>
                  </a:lnTo>
                  <a:lnTo>
                    <a:pt x="274916" y="61315"/>
                  </a:lnTo>
                  <a:lnTo>
                    <a:pt x="275234" y="59563"/>
                  </a:lnTo>
                  <a:lnTo>
                    <a:pt x="275056" y="55829"/>
                  </a:lnTo>
                  <a:lnTo>
                    <a:pt x="274891" y="52082"/>
                  </a:lnTo>
                  <a:lnTo>
                    <a:pt x="274066" y="49098"/>
                  </a:lnTo>
                  <a:lnTo>
                    <a:pt x="273710" y="49123"/>
                  </a:lnTo>
                  <a:lnTo>
                    <a:pt x="305473" y="12065"/>
                  </a:lnTo>
                  <a:lnTo>
                    <a:pt x="305054" y="14452"/>
                  </a:lnTo>
                  <a:lnTo>
                    <a:pt x="305396" y="21932"/>
                  </a:lnTo>
                  <a:lnTo>
                    <a:pt x="305841" y="23596"/>
                  </a:lnTo>
                  <a:lnTo>
                    <a:pt x="304444" y="23253"/>
                  </a:lnTo>
                  <a:lnTo>
                    <a:pt x="301244" y="23456"/>
                  </a:lnTo>
                  <a:lnTo>
                    <a:pt x="298030" y="23660"/>
                  </a:lnTo>
                  <a:lnTo>
                    <a:pt x="295465" y="24612"/>
                  </a:lnTo>
                  <a:lnTo>
                    <a:pt x="295567" y="26581"/>
                  </a:lnTo>
                  <a:lnTo>
                    <a:pt x="298208" y="27203"/>
                  </a:lnTo>
                  <a:lnTo>
                    <a:pt x="304609" y="26809"/>
                  </a:lnTo>
                  <a:lnTo>
                    <a:pt x="306044" y="26276"/>
                  </a:lnTo>
                  <a:lnTo>
                    <a:pt x="305752" y="27990"/>
                  </a:lnTo>
                  <a:lnTo>
                    <a:pt x="305917" y="31724"/>
                  </a:lnTo>
                  <a:lnTo>
                    <a:pt x="306082" y="35471"/>
                  </a:lnTo>
                  <a:lnTo>
                    <a:pt x="306908" y="38455"/>
                  </a:lnTo>
                  <a:lnTo>
                    <a:pt x="308584" y="38354"/>
                  </a:lnTo>
                  <a:lnTo>
                    <a:pt x="309130" y="35280"/>
                  </a:lnTo>
                  <a:lnTo>
                    <a:pt x="308787" y="27800"/>
                  </a:lnTo>
                  <a:lnTo>
                    <a:pt x="308330" y="26136"/>
                  </a:lnTo>
                  <a:lnTo>
                    <a:pt x="309803" y="26479"/>
                  </a:lnTo>
                  <a:lnTo>
                    <a:pt x="313004" y="26276"/>
                  </a:lnTo>
                  <a:lnTo>
                    <a:pt x="316217" y="26073"/>
                  </a:lnTo>
                  <a:lnTo>
                    <a:pt x="318782" y="25107"/>
                  </a:lnTo>
                  <a:lnTo>
                    <a:pt x="318757" y="24777"/>
                  </a:lnTo>
                  <a:lnTo>
                    <a:pt x="340106" y="49657"/>
                  </a:lnTo>
                  <a:lnTo>
                    <a:pt x="338480" y="49745"/>
                  </a:lnTo>
                  <a:lnTo>
                    <a:pt x="337934" y="52819"/>
                  </a:lnTo>
                  <a:lnTo>
                    <a:pt x="338277" y="60286"/>
                  </a:lnTo>
                  <a:lnTo>
                    <a:pt x="338734" y="61963"/>
                  </a:lnTo>
                  <a:lnTo>
                    <a:pt x="337324" y="61620"/>
                  </a:lnTo>
                  <a:lnTo>
                    <a:pt x="334124" y="61810"/>
                  </a:lnTo>
                  <a:lnTo>
                    <a:pt x="330923" y="62014"/>
                  </a:lnTo>
                  <a:lnTo>
                    <a:pt x="328358" y="62979"/>
                  </a:lnTo>
                  <a:lnTo>
                    <a:pt x="328447" y="64935"/>
                  </a:lnTo>
                  <a:lnTo>
                    <a:pt x="331089" y="65570"/>
                  </a:lnTo>
                  <a:lnTo>
                    <a:pt x="337502" y="65163"/>
                  </a:lnTo>
                  <a:lnTo>
                    <a:pt x="338924" y="64630"/>
                  </a:lnTo>
                  <a:lnTo>
                    <a:pt x="338632" y="66357"/>
                  </a:lnTo>
                  <a:lnTo>
                    <a:pt x="338797" y="70091"/>
                  </a:lnTo>
                  <a:lnTo>
                    <a:pt x="338963" y="73825"/>
                  </a:lnTo>
                  <a:lnTo>
                    <a:pt x="339801" y="76809"/>
                  </a:lnTo>
                  <a:lnTo>
                    <a:pt x="340334" y="76784"/>
                  </a:lnTo>
                  <a:lnTo>
                    <a:pt x="340334" y="50330"/>
                  </a:lnTo>
                  <a:lnTo>
                    <a:pt x="340169" y="49733"/>
                  </a:lnTo>
                  <a:lnTo>
                    <a:pt x="349948" y="61137"/>
                  </a:lnTo>
                  <a:lnTo>
                    <a:pt x="349948" y="50482"/>
                  </a:lnTo>
                  <a:lnTo>
                    <a:pt x="317042" y="12090"/>
                  </a:lnTo>
                  <a:lnTo>
                    <a:pt x="317042" y="22771"/>
                  </a:lnTo>
                  <a:lnTo>
                    <a:pt x="316052" y="22529"/>
                  </a:lnTo>
                  <a:lnTo>
                    <a:pt x="309638" y="22923"/>
                  </a:lnTo>
                  <a:lnTo>
                    <a:pt x="308127" y="23495"/>
                  </a:lnTo>
                  <a:lnTo>
                    <a:pt x="308432" y="21742"/>
                  </a:lnTo>
                  <a:lnTo>
                    <a:pt x="308267" y="18008"/>
                  </a:lnTo>
                  <a:lnTo>
                    <a:pt x="308102" y="14262"/>
                  </a:lnTo>
                  <a:lnTo>
                    <a:pt x="307276" y="11366"/>
                  </a:lnTo>
                  <a:lnTo>
                    <a:pt x="317042" y="22771"/>
                  </a:lnTo>
                  <a:lnTo>
                    <a:pt x="317042" y="12090"/>
                  </a:lnTo>
                  <a:lnTo>
                    <a:pt x="315823" y="10655"/>
                  </a:lnTo>
                  <a:lnTo>
                    <a:pt x="307213" y="622"/>
                  </a:lnTo>
                  <a:lnTo>
                    <a:pt x="307213" y="11290"/>
                  </a:lnTo>
                  <a:lnTo>
                    <a:pt x="306070" y="11366"/>
                  </a:lnTo>
                  <a:lnTo>
                    <a:pt x="306679" y="10655"/>
                  </a:lnTo>
                  <a:lnTo>
                    <a:pt x="307213" y="11290"/>
                  </a:lnTo>
                  <a:lnTo>
                    <a:pt x="307213" y="622"/>
                  </a:lnTo>
                  <a:lnTo>
                    <a:pt x="306679" y="0"/>
                  </a:lnTo>
                  <a:lnTo>
                    <a:pt x="272630" y="39725"/>
                  </a:lnTo>
                  <a:lnTo>
                    <a:pt x="272630" y="61417"/>
                  </a:lnTo>
                  <a:lnTo>
                    <a:pt x="271246" y="61074"/>
                  </a:lnTo>
                  <a:lnTo>
                    <a:pt x="268033" y="61277"/>
                  </a:lnTo>
                  <a:lnTo>
                    <a:pt x="264833" y="61480"/>
                  </a:lnTo>
                  <a:lnTo>
                    <a:pt x="262343" y="62420"/>
                  </a:lnTo>
                  <a:lnTo>
                    <a:pt x="262343" y="64325"/>
                  </a:lnTo>
                  <a:lnTo>
                    <a:pt x="261518" y="63347"/>
                  </a:lnTo>
                  <a:lnTo>
                    <a:pt x="262267" y="62484"/>
                  </a:lnTo>
                  <a:lnTo>
                    <a:pt x="262343" y="64325"/>
                  </a:lnTo>
                  <a:lnTo>
                    <a:pt x="262343" y="62420"/>
                  </a:lnTo>
                  <a:lnTo>
                    <a:pt x="272059" y="51054"/>
                  </a:lnTo>
                  <a:lnTo>
                    <a:pt x="271843" y="52273"/>
                  </a:lnTo>
                  <a:lnTo>
                    <a:pt x="272186" y="59753"/>
                  </a:lnTo>
                  <a:lnTo>
                    <a:pt x="272630" y="61417"/>
                  </a:lnTo>
                  <a:lnTo>
                    <a:pt x="272630" y="39725"/>
                  </a:lnTo>
                  <a:lnTo>
                    <a:pt x="256159" y="58928"/>
                  </a:lnTo>
                  <a:lnTo>
                    <a:pt x="250825" y="52705"/>
                  </a:lnTo>
                  <a:lnTo>
                    <a:pt x="250825" y="63347"/>
                  </a:lnTo>
                  <a:lnTo>
                    <a:pt x="240703" y="75145"/>
                  </a:lnTo>
                  <a:lnTo>
                    <a:pt x="240982" y="73634"/>
                  </a:lnTo>
                  <a:lnTo>
                    <a:pt x="240626" y="66167"/>
                  </a:lnTo>
                  <a:lnTo>
                    <a:pt x="240169" y="64490"/>
                  </a:lnTo>
                  <a:lnTo>
                    <a:pt x="241655" y="64833"/>
                  </a:lnTo>
                  <a:lnTo>
                    <a:pt x="244856" y="64630"/>
                  </a:lnTo>
                  <a:lnTo>
                    <a:pt x="248056" y="64439"/>
                  </a:lnTo>
                  <a:lnTo>
                    <a:pt x="250621" y="63474"/>
                  </a:lnTo>
                  <a:lnTo>
                    <a:pt x="250596" y="63093"/>
                  </a:lnTo>
                  <a:lnTo>
                    <a:pt x="250825" y="63347"/>
                  </a:lnTo>
                  <a:lnTo>
                    <a:pt x="250825" y="52705"/>
                  </a:lnTo>
                  <a:lnTo>
                    <a:pt x="248920" y="50482"/>
                  </a:lnTo>
                  <a:lnTo>
                    <a:pt x="248920" y="61137"/>
                  </a:lnTo>
                  <a:lnTo>
                    <a:pt x="247891" y="60883"/>
                  </a:lnTo>
                  <a:lnTo>
                    <a:pt x="241490" y="61290"/>
                  </a:lnTo>
                  <a:lnTo>
                    <a:pt x="239979" y="61861"/>
                  </a:lnTo>
                  <a:lnTo>
                    <a:pt x="240284" y="60109"/>
                  </a:lnTo>
                  <a:lnTo>
                    <a:pt x="240106" y="56362"/>
                  </a:lnTo>
                  <a:lnTo>
                    <a:pt x="239941" y="52628"/>
                  </a:lnTo>
                  <a:lnTo>
                    <a:pt x="239306" y="50368"/>
                  </a:lnTo>
                  <a:lnTo>
                    <a:pt x="239306" y="76784"/>
                  </a:lnTo>
                  <a:lnTo>
                    <a:pt x="205651" y="116039"/>
                  </a:lnTo>
                  <a:lnTo>
                    <a:pt x="193967" y="102425"/>
                  </a:lnTo>
                  <a:lnTo>
                    <a:pt x="196545" y="103035"/>
                  </a:lnTo>
                  <a:lnTo>
                    <a:pt x="202958" y="102628"/>
                  </a:lnTo>
                  <a:lnTo>
                    <a:pt x="204381" y="102095"/>
                  </a:lnTo>
                  <a:lnTo>
                    <a:pt x="204089" y="103822"/>
                  </a:lnTo>
                  <a:lnTo>
                    <a:pt x="204254" y="107556"/>
                  </a:lnTo>
                  <a:lnTo>
                    <a:pt x="204419" y="111290"/>
                  </a:lnTo>
                  <a:lnTo>
                    <a:pt x="205257" y="114274"/>
                  </a:lnTo>
                  <a:lnTo>
                    <a:pt x="206921" y="114173"/>
                  </a:lnTo>
                  <a:lnTo>
                    <a:pt x="207467" y="111099"/>
                  </a:lnTo>
                  <a:lnTo>
                    <a:pt x="207124" y="103632"/>
                  </a:lnTo>
                  <a:lnTo>
                    <a:pt x="206667" y="101955"/>
                  </a:lnTo>
                  <a:lnTo>
                    <a:pt x="208140" y="102298"/>
                  </a:lnTo>
                  <a:lnTo>
                    <a:pt x="211353" y="102095"/>
                  </a:lnTo>
                  <a:lnTo>
                    <a:pt x="214553" y="101904"/>
                  </a:lnTo>
                  <a:lnTo>
                    <a:pt x="217119" y="100939"/>
                  </a:lnTo>
                  <a:lnTo>
                    <a:pt x="217030" y="98983"/>
                  </a:lnTo>
                  <a:lnTo>
                    <a:pt x="214388" y="98348"/>
                  </a:lnTo>
                  <a:lnTo>
                    <a:pt x="207975" y="98755"/>
                  </a:lnTo>
                  <a:lnTo>
                    <a:pt x="206463" y="99326"/>
                  </a:lnTo>
                  <a:lnTo>
                    <a:pt x="206768" y="97574"/>
                  </a:lnTo>
                  <a:lnTo>
                    <a:pt x="206603" y="93827"/>
                  </a:lnTo>
                  <a:lnTo>
                    <a:pt x="206438" y="90093"/>
                  </a:lnTo>
                  <a:lnTo>
                    <a:pt x="205613" y="87109"/>
                  </a:lnTo>
                  <a:lnTo>
                    <a:pt x="203936" y="87210"/>
                  </a:lnTo>
                  <a:lnTo>
                    <a:pt x="203390" y="90284"/>
                  </a:lnTo>
                  <a:lnTo>
                    <a:pt x="203733" y="97751"/>
                  </a:lnTo>
                  <a:lnTo>
                    <a:pt x="204190" y="99428"/>
                  </a:lnTo>
                  <a:lnTo>
                    <a:pt x="202780" y="99085"/>
                  </a:lnTo>
                  <a:lnTo>
                    <a:pt x="199580" y="99275"/>
                  </a:lnTo>
                  <a:lnTo>
                    <a:pt x="196380" y="99479"/>
                  </a:lnTo>
                  <a:lnTo>
                    <a:pt x="193814" y="100444"/>
                  </a:lnTo>
                  <a:lnTo>
                    <a:pt x="193890" y="102349"/>
                  </a:lnTo>
                  <a:lnTo>
                    <a:pt x="161391" y="64427"/>
                  </a:lnTo>
                  <a:lnTo>
                    <a:pt x="163969" y="65024"/>
                  </a:lnTo>
                  <a:lnTo>
                    <a:pt x="170370" y="64630"/>
                  </a:lnTo>
                  <a:lnTo>
                    <a:pt x="171805" y="64096"/>
                  </a:lnTo>
                  <a:lnTo>
                    <a:pt x="171513" y="65811"/>
                  </a:lnTo>
                  <a:lnTo>
                    <a:pt x="171678" y="69545"/>
                  </a:lnTo>
                  <a:lnTo>
                    <a:pt x="171843" y="73291"/>
                  </a:lnTo>
                  <a:lnTo>
                    <a:pt x="172669" y="76276"/>
                  </a:lnTo>
                  <a:lnTo>
                    <a:pt x="174345" y="76161"/>
                  </a:lnTo>
                  <a:lnTo>
                    <a:pt x="174891" y="73101"/>
                  </a:lnTo>
                  <a:lnTo>
                    <a:pt x="174548" y="65620"/>
                  </a:lnTo>
                  <a:lnTo>
                    <a:pt x="174078" y="63957"/>
                  </a:lnTo>
                  <a:lnTo>
                    <a:pt x="175564" y="64300"/>
                  </a:lnTo>
                  <a:lnTo>
                    <a:pt x="178765" y="64096"/>
                  </a:lnTo>
                  <a:lnTo>
                    <a:pt x="181978" y="63893"/>
                  </a:lnTo>
                  <a:lnTo>
                    <a:pt x="184543" y="62928"/>
                  </a:lnTo>
                  <a:lnTo>
                    <a:pt x="184442" y="60972"/>
                  </a:lnTo>
                  <a:lnTo>
                    <a:pt x="181800" y="60350"/>
                  </a:lnTo>
                  <a:lnTo>
                    <a:pt x="175399" y="60744"/>
                  </a:lnTo>
                  <a:lnTo>
                    <a:pt x="173888" y="61315"/>
                  </a:lnTo>
                  <a:lnTo>
                    <a:pt x="174193" y="59563"/>
                  </a:lnTo>
                  <a:lnTo>
                    <a:pt x="174028" y="55829"/>
                  </a:lnTo>
                  <a:lnTo>
                    <a:pt x="173850" y="52082"/>
                  </a:lnTo>
                  <a:lnTo>
                    <a:pt x="173024" y="49098"/>
                  </a:lnTo>
                  <a:lnTo>
                    <a:pt x="172669" y="49123"/>
                  </a:lnTo>
                  <a:lnTo>
                    <a:pt x="204431" y="12077"/>
                  </a:lnTo>
                  <a:lnTo>
                    <a:pt x="204012" y="14452"/>
                  </a:lnTo>
                  <a:lnTo>
                    <a:pt x="204355" y="21932"/>
                  </a:lnTo>
                  <a:lnTo>
                    <a:pt x="204800" y="23596"/>
                  </a:lnTo>
                  <a:lnTo>
                    <a:pt x="203403" y="23253"/>
                  </a:lnTo>
                  <a:lnTo>
                    <a:pt x="200202" y="23456"/>
                  </a:lnTo>
                  <a:lnTo>
                    <a:pt x="197002" y="23660"/>
                  </a:lnTo>
                  <a:lnTo>
                    <a:pt x="194437" y="24612"/>
                  </a:lnTo>
                  <a:lnTo>
                    <a:pt x="194525" y="26581"/>
                  </a:lnTo>
                  <a:lnTo>
                    <a:pt x="197167" y="27203"/>
                  </a:lnTo>
                  <a:lnTo>
                    <a:pt x="203581" y="26809"/>
                  </a:lnTo>
                  <a:lnTo>
                    <a:pt x="205003" y="26276"/>
                  </a:lnTo>
                  <a:lnTo>
                    <a:pt x="204711" y="27990"/>
                  </a:lnTo>
                  <a:lnTo>
                    <a:pt x="204876" y="31724"/>
                  </a:lnTo>
                  <a:lnTo>
                    <a:pt x="205041" y="35471"/>
                  </a:lnTo>
                  <a:lnTo>
                    <a:pt x="205867" y="38455"/>
                  </a:lnTo>
                  <a:lnTo>
                    <a:pt x="207543" y="38354"/>
                  </a:lnTo>
                  <a:lnTo>
                    <a:pt x="208089" y="35280"/>
                  </a:lnTo>
                  <a:lnTo>
                    <a:pt x="207746" y="27800"/>
                  </a:lnTo>
                  <a:lnTo>
                    <a:pt x="207289" y="26136"/>
                  </a:lnTo>
                  <a:lnTo>
                    <a:pt x="208762" y="26479"/>
                  </a:lnTo>
                  <a:lnTo>
                    <a:pt x="211975" y="26276"/>
                  </a:lnTo>
                  <a:lnTo>
                    <a:pt x="215176" y="26073"/>
                  </a:lnTo>
                  <a:lnTo>
                    <a:pt x="217741" y="25107"/>
                  </a:lnTo>
                  <a:lnTo>
                    <a:pt x="217716" y="24765"/>
                  </a:lnTo>
                  <a:lnTo>
                    <a:pt x="239077" y="49657"/>
                  </a:lnTo>
                  <a:lnTo>
                    <a:pt x="237439" y="49745"/>
                  </a:lnTo>
                  <a:lnTo>
                    <a:pt x="236893" y="52819"/>
                  </a:lnTo>
                  <a:lnTo>
                    <a:pt x="237248" y="60286"/>
                  </a:lnTo>
                  <a:lnTo>
                    <a:pt x="237693" y="61963"/>
                  </a:lnTo>
                  <a:lnTo>
                    <a:pt x="236296" y="61620"/>
                  </a:lnTo>
                  <a:lnTo>
                    <a:pt x="233083" y="61810"/>
                  </a:lnTo>
                  <a:lnTo>
                    <a:pt x="229882" y="62014"/>
                  </a:lnTo>
                  <a:lnTo>
                    <a:pt x="227317" y="62979"/>
                  </a:lnTo>
                  <a:lnTo>
                    <a:pt x="227418" y="64935"/>
                  </a:lnTo>
                  <a:lnTo>
                    <a:pt x="230047" y="65570"/>
                  </a:lnTo>
                  <a:lnTo>
                    <a:pt x="236461" y="65163"/>
                  </a:lnTo>
                  <a:lnTo>
                    <a:pt x="237883" y="64630"/>
                  </a:lnTo>
                  <a:lnTo>
                    <a:pt x="237591" y="66357"/>
                  </a:lnTo>
                  <a:lnTo>
                    <a:pt x="237769" y="70091"/>
                  </a:lnTo>
                  <a:lnTo>
                    <a:pt x="237934" y="73825"/>
                  </a:lnTo>
                  <a:lnTo>
                    <a:pt x="238760" y="76809"/>
                  </a:lnTo>
                  <a:lnTo>
                    <a:pt x="239306" y="76784"/>
                  </a:lnTo>
                  <a:lnTo>
                    <a:pt x="239306" y="50368"/>
                  </a:lnTo>
                  <a:lnTo>
                    <a:pt x="239128" y="49720"/>
                  </a:lnTo>
                  <a:lnTo>
                    <a:pt x="248920" y="61137"/>
                  </a:lnTo>
                  <a:lnTo>
                    <a:pt x="248920" y="50482"/>
                  </a:lnTo>
                  <a:lnTo>
                    <a:pt x="216014" y="12103"/>
                  </a:lnTo>
                  <a:lnTo>
                    <a:pt x="216014" y="22771"/>
                  </a:lnTo>
                  <a:lnTo>
                    <a:pt x="215011" y="22529"/>
                  </a:lnTo>
                  <a:lnTo>
                    <a:pt x="208597" y="22923"/>
                  </a:lnTo>
                  <a:lnTo>
                    <a:pt x="207086" y="23495"/>
                  </a:lnTo>
                  <a:lnTo>
                    <a:pt x="207391" y="21742"/>
                  </a:lnTo>
                  <a:lnTo>
                    <a:pt x="207225" y="18008"/>
                  </a:lnTo>
                  <a:lnTo>
                    <a:pt x="207060" y="14262"/>
                  </a:lnTo>
                  <a:lnTo>
                    <a:pt x="206248" y="11366"/>
                  </a:lnTo>
                  <a:lnTo>
                    <a:pt x="216014" y="22771"/>
                  </a:lnTo>
                  <a:lnTo>
                    <a:pt x="216014" y="12103"/>
                  </a:lnTo>
                  <a:lnTo>
                    <a:pt x="214782" y="10655"/>
                  </a:lnTo>
                  <a:lnTo>
                    <a:pt x="206184" y="635"/>
                  </a:lnTo>
                  <a:lnTo>
                    <a:pt x="206184" y="11290"/>
                  </a:lnTo>
                  <a:lnTo>
                    <a:pt x="205041" y="11366"/>
                  </a:lnTo>
                  <a:lnTo>
                    <a:pt x="205651" y="10655"/>
                  </a:lnTo>
                  <a:lnTo>
                    <a:pt x="206184" y="11290"/>
                  </a:lnTo>
                  <a:lnTo>
                    <a:pt x="206184" y="635"/>
                  </a:lnTo>
                  <a:lnTo>
                    <a:pt x="205651" y="0"/>
                  </a:lnTo>
                  <a:lnTo>
                    <a:pt x="171602" y="39712"/>
                  </a:lnTo>
                  <a:lnTo>
                    <a:pt x="171602" y="61417"/>
                  </a:lnTo>
                  <a:lnTo>
                    <a:pt x="170205" y="61074"/>
                  </a:lnTo>
                  <a:lnTo>
                    <a:pt x="167005" y="61277"/>
                  </a:lnTo>
                  <a:lnTo>
                    <a:pt x="163791" y="61480"/>
                  </a:lnTo>
                  <a:lnTo>
                    <a:pt x="161315" y="62407"/>
                  </a:lnTo>
                  <a:lnTo>
                    <a:pt x="161315" y="64338"/>
                  </a:lnTo>
                  <a:lnTo>
                    <a:pt x="160477" y="63347"/>
                  </a:lnTo>
                  <a:lnTo>
                    <a:pt x="161226" y="62471"/>
                  </a:lnTo>
                  <a:lnTo>
                    <a:pt x="161315" y="64338"/>
                  </a:lnTo>
                  <a:lnTo>
                    <a:pt x="161315" y="62407"/>
                  </a:lnTo>
                  <a:lnTo>
                    <a:pt x="171018" y="51041"/>
                  </a:lnTo>
                  <a:lnTo>
                    <a:pt x="170815" y="52273"/>
                  </a:lnTo>
                  <a:lnTo>
                    <a:pt x="171157" y="59753"/>
                  </a:lnTo>
                  <a:lnTo>
                    <a:pt x="171602" y="61417"/>
                  </a:lnTo>
                  <a:lnTo>
                    <a:pt x="171602" y="39712"/>
                  </a:lnTo>
                  <a:lnTo>
                    <a:pt x="151333" y="63347"/>
                  </a:lnTo>
                  <a:lnTo>
                    <a:pt x="205651" y="126695"/>
                  </a:lnTo>
                  <a:lnTo>
                    <a:pt x="214782" y="116039"/>
                  </a:lnTo>
                  <a:lnTo>
                    <a:pt x="256159" y="67779"/>
                  </a:lnTo>
                  <a:lnTo>
                    <a:pt x="306679" y="126695"/>
                  </a:lnTo>
                  <a:lnTo>
                    <a:pt x="315823" y="116039"/>
                  </a:lnTo>
                  <a:lnTo>
                    <a:pt x="360984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4" name="object 2054" descr=""/>
            <p:cNvSpPr/>
            <p:nvPr/>
          </p:nvSpPr>
          <p:spPr>
            <a:xfrm>
              <a:off x="7482560" y="6744709"/>
              <a:ext cx="310515" cy="204470"/>
            </a:xfrm>
            <a:custGeom>
              <a:avLst/>
              <a:gdLst/>
              <a:ahLst/>
              <a:cxnLst/>
              <a:rect l="l" t="t" r="r" b="b"/>
              <a:pathLst>
                <a:path w="310515" h="204470">
                  <a:moveTo>
                    <a:pt x="116700" y="25107"/>
                  </a:moveTo>
                  <a:lnTo>
                    <a:pt x="116611" y="23152"/>
                  </a:lnTo>
                  <a:lnTo>
                    <a:pt x="113969" y="22529"/>
                  </a:lnTo>
                  <a:lnTo>
                    <a:pt x="107569" y="22923"/>
                  </a:lnTo>
                  <a:lnTo>
                    <a:pt x="105003" y="23888"/>
                  </a:lnTo>
                  <a:lnTo>
                    <a:pt x="102374" y="23253"/>
                  </a:lnTo>
                  <a:lnTo>
                    <a:pt x="99161" y="23456"/>
                  </a:lnTo>
                  <a:lnTo>
                    <a:pt x="95961" y="23647"/>
                  </a:lnTo>
                  <a:lnTo>
                    <a:pt x="93395" y="24612"/>
                  </a:lnTo>
                  <a:lnTo>
                    <a:pt x="93484" y="26568"/>
                  </a:lnTo>
                  <a:lnTo>
                    <a:pt x="96126" y="27203"/>
                  </a:lnTo>
                  <a:lnTo>
                    <a:pt x="102539" y="26797"/>
                  </a:lnTo>
                  <a:lnTo>
                    <a:pt x="103962" y="26276"/>
                  </a:lnTo>
                  <a:lnTo>
                    <a:pt x="103670" y="27990"/>
                  </a:lnTo>
                  <a:lnTo>
                    <a:pt x="103835" y="31724"/>
                  </a:lnTo>
                  <a:lnTo>
                    <a:pt x="104013" y="35471"/>
                  </a:lnTo>
                  <a:lnTo>
                    <a:pt x="104838" y="38455"/>
                  </a:lnTo>
                  <a:lnTo>
                    <a:pt x="106514" y="38341"/>
                  </a:lnTo>
                  <a:lnTo>
                    <a:pt x="107061" y="35280"/>
                  </a:lnTo>
                  <a:lnTo>
                    <a:pt x="106705" y="27800"/>
                  </a:lnTo>
                  <a:lnTo>
                    <a:pt x="106248" y="26123"/>
                  </a:lnTo>
                  <a:lnTo>
                    <a:pt x="107734" y="26466"/>
                  </a:lnTo>
                  <a:lnTo>
                    <a:pt x="110934" y="26276"/>
                  </a:lnTo>
                  <a:lnTo>
                    <a:pt x="114134" y="26073"/>
                  </a:lnTo>
                  <a:lnTo>
                    <a:pt x="116700" y="25107"/>
                  </a:lnTo>
                  <a:close/>
                </a:path>
                <a:path w="310515" h="204470">
                  <a:moveTo>
                    <a:pt x="259956" y="63347"/>
                  </a:moveTo>
                  <a:lnTo>
                    <a:pt x="250825" y="52705"/>
                  </a:lnTo>
                  <a:lnTo>
                    <a:pt x="250825" y="63347"/>
                  </a:lnTo>
                  <a:lnTo>
                    <a:pt x="240703" y="75145"/>
                  </a:lnTo>
                  <a:lnTo>
                    <a:pt x="240982" y="73634"/>
                  </a:lnTo>
                  <a:lnTo>
                    <a:pt x="240626" y="66154"/>
                  </a:lnTo>
                  <a:lnTo>
                    <a:pt x="240169" y="64477"/>
                  </a:lnTo>
                  <a:lnTo>
                    <a:pt x="241655" y="64833"/>
                  </a:lnTo>
                  <a:lnTo>
                    <a:pt x="244856" y="64630"/>
                  </a:lnTo>
                  <a:lnTo>
                    <a:pt x="248056" y="64439"/>
                  </a:lnTo>
                  <a:lnTo>
                    <a:pt x="250621" y="63474"/>
                  </a:lnTo>
                  <a:lnTo>
                    <a:pt x="250596" y="63093"/>
                  </a:lnTo>
                  <a:lnTo>
                    <a:pt x="250825" y="63347"/>
                  </a:lnTo>
                  <a:lnTo>
                    <a:pt x="250825" y="52705"/>
                  </a:lnTo>
                  <a:lnTo>
                    <a:pt x="248920" y="50482"/>
                  </a:lnTo>
                  <a:lnTo>
                    <a:pt x="248920" y="61137"/>
                  </a:lnTo>
                  <a:lnTo>
                    <a:pt x="247891" y="60883"/>
                  </a:lnTo>
                  <a:lnTo>
                    <a:pt x="241490" y="61277"/>
                  </a:lnTo>
                  <a:lnTo>
                    <a:pt x="239979" y="61849"/>
                  </a:lnTo>
                  <a:lnTo>
                    <a:pt x="240284" y="60096"/>
                  </a:lnTo>
                  <a:lnTo>
                    <a:pt x="240106" y="56362"/>
                  </a:lnTo>
                  <a:lnTo>
                    <a:pt x="239941" y="52628"/>
                  </a:lnTo>
                  <a:lnTo>
                    <a:pt x="239306" y="50368"/>
                  </a:lnTo>
                  <a:lnTo>
                    <a:pt x="239306" y="76784"/>
                  </a:lnTo>
                  <a:lnTo>
                    <a:pt x="205651" y="116039"/>
                  </a:lnTo>
                  <a:lnTo>
                    <a:pt x="193967" y="102425"/>
                  </a:lnTo>
                  <a:lnTo>
                    <a:pt x="196545" y="103022"/>
                  </a:lnTo>
                  <a:lnTo>
                    <a:pt x="202958" y="102628"/>
                  </a:lnTo>
                  <a:lnTo>
                    <a:pt x="204381" y="102095"/>
                  </a:lnTo>
                  <a:lnTo>
                    <a:pt x="204089" y="103809"/>
                  </a:lnTo>
                  <a:lnTo>
                    <a:pt x="204254" y="107556"/>
                  </a:lnTo>
                  <a:lnTo>
                    <a:pt x="204419" y="111290"/>
                  </a:lnTo>
                  <a:lnTo>
                    <a:pt x="205257" y="114274"/>
                  </a:lnTo>
                  <a:lnTo>
                    <a:pt x="206921" y="114173"/>
                  </a:lnTo>
                  <a:lnTo>
                    <a:pt x="207467" y="111099"/>
                  </a:lnTo>
                  <a:lnTo>
                    <a:pt x="207124" y="103632"/>
                  </a:lnTo>
                  <a:lnTo>
                    <a:pt x="206654" y="101942"/>
                  </a:lnTo>
                  <a:lnTo>
                    <a:pt x="208140" y="102298"/>
                  </a:lnTo>
                  <a:lnTo>
                    <a:pt x="211353" y="102095"/>
                  </a:lnTo>
                  <a:lnTo>
                    <a:pt x="214553" y="101904"/>
                  </a:lnTo>
                  <a:lnTo>
                    <a:pt x="217119" y="100939"/>
                  </a:lnTo>
                  <a:lnTo>
                    <a:pt x="217030" y="98983"/>
                  </a:lnTo>
                  <a:lnTo>
                    <a:pt x="214388" y="98348"/>
                  </a:lnTo>
                  <a:lnTo>
                    <a:pt x="207975" y="98742"/>
                  </a:lnTo>
                  <a:lnTo>
                    <a:pt x="206463" y="99314"/>
                  </a:lnTo>
                  <a:lnTo>
                    <a:pt x="206768" y="97561"/>
                  </a:lnTo>
                  <a:lnTo>
                    <a:pt x="206603" y="93827"/>
                  </a:lnTo>
                  <a:lnTo>
                    <a:pt x="206438" y="90093"/>
                  </a:lnTo>
                  <a:lnTo>
                    <a:pt x="205613" y="87109"/>
                  </a:lnTo>
                  <a:lnTo>
                    <a:pt x="203936" y="87210"/>
                  </a:lnTo>
                  <a:lnTo>
                    <a:pt x="203390" y="90284"/>
                  </a:lnTo>
                  <a:lnTo>
                    <a:pt x="203733" y="97751"/>
                  </a:lnTo>
                  <a:lnTo>
                    <a:pt x="204177" y="99415"/>
                  </a:lnTo>
                  <a:lnTo>
                    <a:pt x="202780" y="99072"/>
                  </a:lnTo>
                  <a:lnTo>
                    <a:pt x="199580" y="99275"/>
                  </a:lnTo>
                  <a:lnTo>
                    <a:pt x="196380" y="99479"/>
                  </a:lnTo>
                  <a:lnTo>
                    <a:pt x="193814" y="100444"/>
                  </a:lnTo>
                  <a:lnTo>
                    <a:pt x="193890" y="102336"/>
                  </a:lnTo>
                  <a:lnTo>
                    <a:pt x="161378" y="64401"/>
                  </a:lnTo>
                  <a:lnTo>
                    <a:pt x="163969" y="65024"/>
                  </a:lnTo>
                  <a:lnTo>
                    <a:pt x="170370" y="64617"/>
                  </a:lnTo>
                  <a:lnTo>
                    <a:pt x="171805" y="64084"/>
                  </a:lnTo>
                  <a:lnTo>
                    <a:pt x="171513" y="65811"/>
                  </a:lnTo>
                  <a:lnTo>
                    <a:pt x="171678" y="69545"/>
                  </a:lnTo>
                  <a:lnTo>
                    <a:pt x="171843" y="73291"/>
                  </a:lnTo>
                  <a:lnTo>
                    <a:pt x="172669" y="76276"/>
                  </a:lnTo>
                  <a:lnTo>
                    <a:pt x="174345" y="76161"/>
                  </a:lnTo>
                  <a:lnTo>
                    <a:pt x="174891" y="73101"/>
                  </a:lnTo>
                  <a:lnTo>
                    <a:pt x="174548" y="65620"/>
                  </a:lnTo>
                  <a:lnTo>
                    <a:pt x="174078" y="63944"/>
                  </a:lnTo>
                  <a:lnTo>
                    <a:pt x="175564" y="64287"/>
                  </a:lnTo>
                  <a:lnTo>
                    <a:pt x="178765" y="64096"/>
                  </a:lnTo>
                  <a:lnTo>
                    <a:pt x="181978" y="63893"/>
                  </a:lnTo>
                  <a:lnTo>
                    <a:pt x="184543" y="62928"/>
                  </a:lnTo>
                  <a:lnTo>
                    <a:pt x="184442" y="60972"/>
                  </a:lnTo>
                  <a:lnTo>
                    <a:pt x="181800" y="60350"/>
                  </a:lnTo>
                  <a:lnTo>
                    <a:pt x="175399" y="60744"/>
                  </a:lnTo>
                  <a:lnTo>
                    <a:pt x="173888" y="61315"/>
                  </a:lnTo>
                  <a:lnTo>
                    <a:pt x="174193" y="59563"/>
                  </a:lnTo>
                  <a:lnTo>
                    <a:pt x="174028" y="55816"/>
                  </a:lnTo>
                  <a:lnTo>
                    <a:pt x="173850" y="52082"/>
                  </a:lnTo>
                  <a:lnTo>
                    <a:pt x="173024" y="49098"/>
                  </a:lnTo>
                  <a:lnTo>
                    <a:pt x="172669" y="49123"/>
                  </a:lnTo>
                  <a:lnTo>
                    <a:pt x="204431" y="12077"/>
                  </a:lnTo>
                  <a:lnTo>
                    <a:pt x="204012" y="14452"/>
                  </a:lnTo>
                  <a:lnTo>
                    <a:pt x="204355" y="21932"/>
                  </a:lnTo>
                  <a:lnTo>
                    <a:pt x="204800" y="23596"/>
                  </a:lnTo>
                  <a:lnTo>
                    <a:pt x="203403" y="23253"/>
                  </a:lnTo>
                  <a:lnTo>
                    <a:pt x="200202" y="23456"/>
                  </a:lnTo>
                  <a:lnTo>
                    <a:pt x="197002" y="23647"/>
                  </a:lnTo>
                  <a:lnTo>
                    <a:pt x="194437" y="24612"/>
                  </a:lnTo>
                  <a:lnTo>
                    <a:pt x="194525" y="26568"/>
                  </a:lnTo>
                  <a:lnTo>
                    <a:pt x="197167" y="27203"/>
                  </a:lnTo>
                  <a:lnTo>
                    <a:pt x="203581" y="26797"/>
                  </a:lnTo>
                  <a:lnTo>
                    <a:pt x="205003" y="26276"/>
                  </a:lnTo>
                  <a:lnTo>
                    <a:pt x="204711" y="27990"/>
                  </a:lnTo>
                  <a:lnTo>
                    <a:pt x="204876" y="31724"/>
                  </a:lnTo>
                  <a:lnTo>
                    <a:pt x="205041" y="35471"/>
                  </a:lnTo>
                  <a:lnTo>
                    <a:pt x="205867" y="38455"/>
                  </a:lnTo>
                  <a:lnTo>
                    <a:pt x="207543" y="38341"/>
                  </a:lnTo>
                  <a:lnTo>
                    <a:pt x="208089" y="35280"/>
                  </a:lnTo>
                  <a:lnTo>
                    <a:pt x="207746" y="27800"/>
                  </a:lnTo>
                  <a:lnTo>
                    <a:pt x="207289" y="26123"/>
                  </a:lnTo>
                  <a:lnTo>
                    <a:pt x="208762" y="26466"/>
                  </a:lnTo>
                  <a:lnTo>
                    <a:pt x="211975" y="26276"/>
                  </a:lnTo>
                  <a:lnTo>
                    <a:pt x="215176" y="26073"/>
                  </a:lnTo>
                  <a:lnTo>
                    <a:pt x="217741" y="25107"/>
                  </a:lnTo>
                  <a:lnTo>
                    <a:pt x="217716" y="24765"/>
                  </a:lnTo>
                  <a:lnTo>
                    <a:pt x="239077" y="49657"/>
                  </a:lnTo>
                  <a:lnTo>
                    <a:pt x="237439" y="49745"/>
                  </a:lnTo>
                  <a:lnTo>
                    <a:pt x="236893" y="52819"/>
                  </a:lnTo>
                  <a:lnTo>
                    <a:pt x="237248" y="60286"/>
                  </a:lnTo>
                  <a:lnTo>
                    <a:pt x="237693" y="61963"/>
                  </a:lnTo>
                  <a:lnTo>
                    <a:pt x="236296" y="61620"/>
                  </a:lnTo>
                  <a:lnTo>
                    <a:pt x="233083" y="61810"/>
                  </a:lnTo>
                  <a:lnTo>
                    <a:pt x="229882" y="62014"/>
                  </a:lnTo>
                  <a:lnTo>
                    <a:pt x="227317" y="62979"/>
                  </a:lnTo>
                  <a:lnTo>
                    <a:pt x="227418" y="64935"/>
                  </a:lnTo>
                  <a:lnTo>
                    <a:pt x="230047" y="65557"/>
                  </a:lnTo>
                  <a:lnTo>
                    <a:pt x="236461" y="65163"/>
                  </a:lnTo>
                  <a:lnTo>
                    <a:pt x="237883" y="64630"/>
                  </a:lnTo>
                  <a:lnTo>
                    <a:pt x="237591" y="66344"/>
                  </a:lnTo>
                  <a:lnTo>
                    <a:pt x="237769" y="70091"/>
                  </a:lnTo>
                  <a:lnTo>
                    <a:pt x="237934" y="73825"/>
                  </a:lnTo>
                  <a:lnTo>
                    <a:pt x="238760" y="76809"/>
                  </a:lnTo>
                  <a:lnTo>
                    <a:pt x="239306" y="76784"/>
                  </a:lnTo>
                  <a:lnTo>
                    <a:pt x="239306" y="50368"/>
                  </a:lnTo>
                  <a:lnTo>
                    <a:pt x="239128" y="49720"/>
                  </a:lnTo>
                  <a:lnTo>
                    <a:pt x="248920" y="61137"/>
                  </a:lnTo>
                  <a:lnTo>
                    <a:pt x="248920" y="50482"/>
                  </a:lnTo>
                  <a:lnTo>
                    <a:pt x="216014" y="12103"/>
                  </a:lnTo>
                  <a:lnTo>
                    <a:pt x="216014" y="22771"/>
                  </a:lnTo>
                  <a:lnTo>
                    <a:pt x="215011" y="22529"/>
                  </a:lnTo>
                  <a:lnTo>
                    <a:pt x="208597" y="22923"/>
                  </a:lnTo>
                  <a:lnTo>
                    <a:pt x="207086" y="23495"/>
                  </a:lnTo>
                  <a:lnTo>
                    <a:pt x="207391" y="21742"/>
                  </a:lnTo>
                  <a:lnTo>
                    <a:pt x="207225" y="17995"/>
                  </a:lnTo>
                  <a:lnTo>
                    <a:pt x="207060" y="14262"/>
                  </a:lnTo>
                  <a:lnTo>
                    <a:pt x="206248" y="11366"/>
                  </a:lnTo>
                  <a:lnTo>
                    <a:pt x="216014" y="22771"/>
                  </a:lnTo>
                  <a:lnTo>
                    <a:pt x="216014" y="12103"/>
                  </a:lnTo>
                  <a:lnTo>
                    <a:pt x="214782" y="10655"/>
                  </a:lnTo>
                  <a:lnTo>
                    <a:pt x="206184" y="635"/>
                  </a:lnTo>
                  <a:lnTo>
                    <a:pt x="206184" y="11290"/>
                  </a:lnTo>
                  <a:lnTo>
                    <a:pt x="205054" y="11353"/>
                  </a:lnTo>
                  <a:lnTo>
                    <a:pt x="205651" y="10655"/>
                  </a:lnTo>
                  <a:lnTo>
                    <a:pt x="206184" y="11290"/>
                  </a:lnTo>
                  <a:lnTo>
                    <a:pt x="206184" y="635"/>
                  </a:lnTo>
                  <a:lnTo>
                    <a:pt x="205651" y="0"/>
                  </a:lnTo>
                  <a:lnTo>
                    <a:pt x="171602" y="39712"/>
                  </a:lnTo>
                  <a:lnTo>
                    <a:pt x="171602" y="61417"/>
                  </a:lnTo>
                  <a:lnTo>
                    <a:pt x="170205" y="61074"/>
                  </a:lnTo>
                  <a:lnTo>
                    <a:pt x="167005" y="61277"/>
                  </a:lnTo>
                  <a:lnTo>
                    <a:pt x="163791" y="61468"/>
                  </a:lnTo>
                  <a:lnTo>
                    <a:pt x="161315" y="62407"/>
                  </a:lnTo>
                  <a:lnTo>
                    <a:pt x="161315" y="64338"/>
                  </a:lnTo>
                  <a:lnTo>
                    <a:pt x="160477" y="63347"/>
                  </a:lnTo>
                  <a:lnTo>
                    <a:pt x="161226" y="62471"/>
                  </a:lnTo>
                  <a:lnTo>
                    <a:pt x="161315" y="64338"/>
                  </a:lnTo>
                  <a:lnTo>
                    <a:pt x="161315" y="62407"/>
                  </a:lnTo>
                  <a:lnTo>
                    <a:pt x="171018" y="51041"/>
                  </a:lnTo>
                  <a:lnTo>
                    <a:pt x="170815" y="52273"/>
                  </a:lnTo>
                  <a:lnTo>
                    <a:pt x="171157" y="59753"/>
                  </a:lnTo>
                  <a:lnTo>
                    <a:pt x="171602" y="61417"/>
                  </a:lnTo>
                  <a:lnTo>
                    <a:pt x="171602" y="39712"/>
                  </a:lnTo>
                  <a:lnTo>
                    <a:pt x="151333" y="63347"/>
                  </a:lnTo>
                  <a:lnTo>
                    <a:pt x="205651" y="126695"/>
                  </a:lnTo>
                  <a:lnTo>
                    <a:pt x="214782" y="116039"/>
                  </a:lnTo>
                  <a:lnTo>
                    <a:pt x="259956" y="63347"/>
                  </a:lnTo>
                  <a:close/>
                </a:path>
                <a:path w="310515" h="204470">
                  <a:moveTo>
                    <a:pt x="310438" y="140512"/>
                  </a:moveTo>
                  <a:lnTo>
                    <a:pt x="301307" y="129870"/>
                  </a:lnTo>
                  <a:lnTo>
                    <a:pt x="301307" y="140512"/>
                  </a:lnTo>
                  <a:lnTo>
                    <a:pt x="291211" y="152298"/>
                  </a:lnTo>
                  <a:lnTo>
                    <a:pt x="291477" y="150799"/>
                  </a:lnTo>
                  <a:lnTo>
                    <a:pt x="291122" y="143319"/>
                  </a:lnTo>
                  <a:lnTo>
                    <a:pt x="290664" y="141643"/>
                  </a:lnTo>
                  <a:lnTo>
                    <a:pt x="292150" y="141998"/>
                  </a:lnTo>
                  <a:lnTo>
                    <a:pt x="295351" y="141795"/>
                  </a:lnTo>
                  <a:lnTo>
                    <a:pt x="298551" y="141592"/>
                  </a:lnTo>
                  <a:lnTo>
                    <a:pt x="301117" y="140627"/>
                  </a:lnTo>
                  <a:lnTo>
                    <a:pt x="301091" y="140284"/>
                  </a:lnTo>
                  <a:lnTo>
                    <a:pt x="301307" y="140512"/>
                  </a:lnTo>
                  <a:lnTo>
                    <a:pt x="301307" y="129870"/>
                  </a:lnTo>
                  <a:lnTo>
                    <a:pt x="299389" y="127622"/>
                  </a:lnTo>
                  <a:lnTo>
                    <a:pt x="299389" y="138290"/>
                  </a:lnTo>
                  <a:lnTo>
                    <a:pt x="298386" y="138049"/>
                  </a:lnTo>
                  <a:lnTo>
                    <a:pt x="291985" y="138442"/>
                  </a:lnTo>
                  <a:lnTo>
                    <a:pt x="290474" y="139014"/>
                  </a:lnTo>
                  <a:lnTo>
                    <a:pt x="290779" y="137261"/>
                  </a:lnTo>
                  <a:lnTo>
                    <a:pt x="290601" y="133527"/>
                  </a:lnTo>
                  <a:lnTo>
                    <a:pt x="290436" y="129781"/>
                  </a:lnTo>
                  <a:lnTo>
                    <a:pt x="289788" y="127457"/>
                  </a:lnTo>
                  <a:lnTo>
                    <a:pt x="289788" y="153949"/>
                  </a:lnTo>
                  <a:lnTo>
                    <a:pt x="256146" y="193192"/>
                  </a:lnTo>
                  <a:lnTo>
                    <a:pt x="244475" y="179590"/>
                  </a:lnTo>
                  <a:lnTo>
                    <a:pt x="247040" y="180187"/>
                  </a:lnTo>
                  <a:lnTo>
                    <a:pt x="253441" y="179793"/>
                  </a:lnTo>
                  <a:lnTo>
                    <a:pt x="254876" y="179260"/>
                  </a:lnTo>
                  <a:lnTo>
                    <a:pt x="254584" y="180975"/>
                  </a:lnTo>
                  <a:lnTo>
                    <a:pt x="254749" y="184708"/>
                  </a:lnTo>
                  <a:lnTo>
                    <a:pt x="254914" y="188455"/>
                  </a:lnTo>
                  <a:lnTo>
                    <a:pt x="255739" y="191439"/>
                  </a:lnTo>
                  <a:lnTo>
                    <a:pt x="257416" y="191325"/>
                  </a:lnTo>
                  <a:lnTo>
                    <a:pt x="257962" y="188264"/>
                  </a:lnTo>
                  <a:lnTo>
                    <a:pt x="257619" y="180784"/>
                  </a:lnTo>
                  <a:lnTo>
                    <a:pt x="257162" y="179120"/>
                  </a:lnTo>
                  <a:lnTo>
                    <a:pt x="258635" y="179463"/>
                  </a:lnTo>
                  <a:lnTo>
                    <a:pt x="261848" y="179260"/>
                  </a:lnTo>
                  <a:lnTo>
                    <a:pt x="265049" y="179057"/>
                  </a:lnTo>
                  <a:lnTo>
                    <a:pt x="267614" y="178092"/>
                  </a:lnTo>
                  <a:lnTo>
                    <a:pt x="267525" y="176136"/>
                  </a:lnTo>
                  <a:lnTo>
                    <a:pt x="264883" y="175514"/>
                  </a:lnTo>
                  <a:lnTo>
                    <a:pt x="258470" y="175907"/>
                  </a:lnTo>
                  <a:lnTo>
                    <a:pt x="256959" y="176479"/>
                  </a:lnTo>
                  <a:lnTo>
                    <a:pt x="257263" y="174726"/>
                  </a:lnTo>
                  <a:lnTo>
                    <a:pt x="257098" y="170992"/>
                  </a:lnTo>
                  <a:lnTo>
                    <a:pt x="256933" y="167246"/>
                  </a:lnTo>
                  <a:lnTo>
                    <a:pt x="256108" y="164261"/>
                  </a:lnTo>
                  <a:lnTo>
                    <a:pt x="254431" y="164376"/>
                  </a:lnTo>
                  <a:lnTo>
                    <a:pt x="253885" y="167436"/>
                  </a:lnTo>
                  <a:lnTo>
                    <a:pt x="254228" y="174917"/>
                  </a:lnTo>
                  <a:lnTo>
                    <a:pt x="254673" y="176580"/>
                  </a:lnTo>
                  <a:lnTo>
                    <a:pt x="253276" y="176237"/>
                  </a:lnTo>
                  <a:lnTo>
                    <a:pt x="250075" y="176441"/>
                  </a:lnTo>
                  <a:lnTo>
                    <a:pt x="246875" y="176631"/>
                  </a:lnTo>
                  <a:lnTo>
                    <a:pt x="244309" y="177596"/>
                  </a:lnTo>
                  <a:lnTo>
                    <a:pt x="244386" y="179501"/>
                  </a:lnTo>
                  <a:lnTo>
                    <a:pt x="211874" y="141566"/>
                  </a:lnTo>
                  <a:lnTo>
                    <a:pt x="214452" y="142176"/>
                  </a:lnTo>
                  <a:lnTo>
                    <a:pt x="220865" y="141782"/>
                  </a:lnTo>
                  <a:lnTo>
                    <a:pt x="222300" y="141249"/>
                  </a:lnTo>
                  <a:lnTo>
                    <a:pt x="222008" y="142963"/>
                  </a:lnTo>
                  <a:lnTo>
                    <a:pt x="222173" y="146710"/>
                  </a:lnTo>
                  <a:lnTo>
                    <a:pt x="222338" y="150444"/>
                  </a:lnTo>
                  <a:lnTo>
                    <a:pt x="223164" y="153428"/>
                  </a:lnTo>
                  <a:lnTo>
                    <a:pt x="224840" y="153327"/>
                  </a:lnTo>
                  <a:lnTo>
                    <a:pt x="225386" y="150253"/>
                  </a:lnTo>
                  <a:lnTo>
                    <a:pt x="225044" y="142786"/>
                  </a:lnTo>
                  <a:lnTo>
                    <a:pt x="224574" y="141109"/>
                  </a:lnTo>
                  <a:lnTo>
                    <a:pt x="226060" y="141452"/>
                  </a:lnTo>
                  <a:lnTo>
                    <a:pt x="229260" y="141249"/>
                  </a:lnTo>
                  <a:lnTo>
                    <a:pt x="232473" y="141058"/>
                  </a:lnTo>
                  <a:lnTo>
                    <a:pt x="235038" y="140093"/>
                  </a:lnTo>
                  <a:lnTo>
                    <a:pt x="234937" y="138137"/>
                  </a:lnTo>
                  <a:lnTo>
                    <a:pt x="232295" y="137502"/>
                  </a:lnTo>
                  <a:lnTo>
                    <a:pt x="225894" y="137909"/>
                  </a:lnTo>
                  <a:lnTo>
                    <a:pt x="224383" y="138480"/>
                  </a:lnTo>
                  <a:lnTo>
                    <a:pt x="224688" y="136715"/>
                  </a:lnTo>
                  <a:lnTo>
                    <a:pt x="224523" y="132981"/>
                  </a:lnTo>
                  <a:lnTo>
                    <a:pt x="224345" y="129247"/>
                  </a:lnTo>
                  <a:lnTo>
                    <a:pt x="223520" y="126263"/>
                  </a:lnTo>
                  <a:lnTo>
                    <a:pt x="223164" y="126288"/>
                  </a:lnTo>
                  <a:lnTo>
                    <a:pt x="254927" y="89242"/>
                  </a:lnTo>
                  <a:lnTo>
                    <a:pt x="254508" y="91617"/>
                  </a:lnTo>
                  <a:lnTo>
                    <a:pt x="254850" y="99085"/>
                  </a:lnTo>
                  <a:lnTo>
                    <a:pt x="255295" y="100761"/>
                  </a:lnTo>
                  <a:lnTo>
                    <a:pt x="253898" y="100418"/>
                  </a:lnTo>
                  <a:lnTo>
                    <a:pt x="250698" y="100609"/>
                  </a:lnTo>
                  <a:lnTo>
                    <a:pt x="247497" y="100812"/>
                  </a:lnTo>
                  <a:lnTo>
                    <a:pt x="244932" y="101777"/>
                  </a:lnTo>
                  <a:lnTo>
                    <a:pt x="245021" y="103733"/>
                  </a:lnTo>
                  <a:lnTo>
                    <a:pt x="247662" y="104355"/>
                  </a:lnTo>
                  <a:lnTo>
                    <a:pt x="254063" y="103962"/>
                  </a:lnTo>
                  <a:lnTo>
                    <a:pt x="255498" y="103428"/>
                  </a:lnTo>
                  <a:lnTo>
                    <a:pt x="255206" y="105156"/>
                  </a:lnTo>
                  <a:lnTo>
                    <a:pt x="255371" y="108889"/>
                  </a:lnTo>
                  <a:lnTo>
                    <a:pt x="255536" y="112623"/>
                  </a:lnTo>
                  <a:lnTo>
                    <a:pt x="256362" y="115608"/>
                  </a:lnTo>
                  <a:lnTo>
                    <a:pt x="258038" y="115506"/>
                  </a:lnTo>
                  <a:lnTo>
                    <a:pt x="258584" y="112433"/>
                  </a:lnTo>
                  <a:lnTo>
                    <a:pt x="258241" y="104965"/>
                  </a:lnTo>
                  <a:lnTo>
                    <a:pt x="257784" y="103289"/>
                  </a:lnTo>
                  <a:lnTo>
                    <a:pt x="259257" y="103632"/>
                  </a:lnTo>
                  <a:lnTo>
                    <a:pt x="262470" y="103428"/>
                  </a:lnTo>
                  <a:lnTo>
                    <a:pt x="265671" y="103238"/>
                  </a:lnTo>
                  <a:lnTo>
                    <a:pt x="268236" y="102273"/>
                  </a:lnTo>
                  <a:lnTo>
                    <a:pt x="268211" y="101930"/>
                  </a:lnTo>
                  <a:lnTo>
                    <a:pt x="289547" y="126809"/>
                  </a:lnTo>
                  <a:lnTo>
                    <a:pt x="287934" y="126911"/>
                  </a:lnTo>
                  <a:lnTo>
                    <a:pt x="287388" y="129971"/>
                  </a:lnTo>
                  <a:lnTo>
                    <a:pt x="287743" y="137452"/>
                  </a:lnTo>
                  <a:lnTo>
                    <a:pt x="288188" y="139115"/>
                  </a:lnTo>
                  <a:lnTo>
                    <a:pt x="286791" y="138772"/>
                  </a:lnTo>
                  <a:lnTo>
                    <a:pt x="283578" y="138976"/>
                  </a:lnTo>
                  <a:lnTo>
                    <a:pt x="280377" y="139179"/>
                  </a:lnTo>
                  <a:lnTo>
                    <a:pt x="277812" y="140131"/>
                  </a:lnTo>
                  <a:lnTo>
                    <a:pt x="277901" y="142100"/>
                  </a:lnTo>
                  <a:lnTo>
                    <a:pt x="280543" y="142722"/>
                  </a:lnTo>
                  <a:lnTo>
                    <a:pt x="286956" y="142328"/>
                  </a:lnTo>
                  <a:lnTo>
                    <a:pt x="288378" y="141795"/>
                  </a:lnTo>
                  <a:lnTo>
                    <a:pt x="288086" y="143510"/>
                  </a:lnTo>
                  <a:lnTo>
                    <a:pt x="288264" y="147243"/>
                  </a:lnTo>
                  <a:lnTo>
                    <a:pt x="288429" y="150990"/>
                  </a:lnTo>
                  <a:lnTo>
                    <a:pt x="289255" y="153974"/>
                  </a:lnTo>
                  <a:lnTo>
                    <a:pt x="289788" y="153949"/>
                  </a:lnTo>
                  <a:lnTo>
                    <a:pt x="289788" y="127457"/>
                  </a:lnTo>
                  <a:lnTo>
                    <a:pt x="289636" y="126898"/>
                  </a:lnTo>
                  <a:lnTo>
                    <a:pt x="299389" y="138290"/>
                  </a:lnTo>
                  <a:lnTo>
                    <a:pt x="299389" y="127622"/>
                  </a:lnTo>
                  <a:lnTo>
                    <a:pt x="266496" y="89255"/>
                  </a:lnTo>
                  <a:lnTo>
                    <a:pt x="266496" y="99923"/>
                  </a:lnTo>
                  <a:lnTo>
                    <a:pt x="265506" y="99682"/>
                  </a:lnTo>
                  <a:lnTo>
                    <a:pt x="259092" y="100088"/>
                  </a:lnTo>
                  <a:lnTo>
                    <a:pt x="257581" y="100660"/>
                  </a:lnTo>
                  <a:lnTo>
                    <a:pt x="257886" y="98894"/>
                  </a:lnTo>
                  <a:lnTo>
                    <a:pt x="257721" y="95161"/>
                  </a:lnTo>
                  <a:lnTo>
                    <a:pt x="257556" y="91427"/>
                  </a:lnTo>
                  <a:lnTo>
                    <a:pt x="256743" y="88531"/>
                  </a:lnTo>
                  <a:lnTo>
                    <a:pt x="266496" y="99923"/>
                  </a:lnTo>
                  <a:lnTo>
                    <a:pt x="266496" y="89255"/>
                  </a:lnTo>
                  <a:lnTo>
                    <a:pt x="265277" y="87820"/>
                  </a:lnTo>
                  <a:lnTo>
                    <a:pt x="256679" y="77787"/>
                  </a:lnTo>
                  <a:lnTo>
                    <a:pt x="256679" y="88455"/>
                  </a:lnTo>
                  <a:lnTo>
                    <a:pt x="255549" y="88519"/>
                  </a:lnTo>
                  <a:lnTo>
                    <a:pt x="256146" y="87820"/>
                  </a:lnTo>
                  <a:lnTo>
                    <a:pt x="256679" y="88455"/>
                  </a:lnTo>
                  <a:lnTo>
                    <a:pt x="256679" y="77787"/>
                  </a:lnTo>
                  <a:lnTo>
                    <a:pt x="256146" y="77152"/>
                  </a:lnTo>
                  <a:lnTo>
                    <a:pt x="222097" y="116878"/>
                  </a:lnTo>
                  <a:lnTo>
                    <a:pt x="222097" y="138582"/>
                  </a:lnTo>
                  <a:lnTo>
                    <a:pt x="220700" y="138239"/>
                  </a:lnTo>
                  <a:lnTo>
                    <a:pt x="217500" y="138430"/>
                  </a:lnTo>
                  <a:lnTo>
                    <a:pt x="214287" y="138633"/>
                  </a:lnTo>
                  <a:lnTo>
                    <a:pt x="211810" y="139573"/>
                  </a:lnTo>
                  <a:lnTo>
                    <a:pt x="211810" y="141503"/>
                  </a:lnTo>
                  <a:lnTo>
                    <a:pt x="210972" y="140512"/>
                  </a:lnTo>
                  <a:lnTo>
                    <a:pt x="211721" y="139649"/>
                  </a:lnTo>
                  <a:lnTo>
                    <a:pt x="211810" y="141503"/>
                  </a:lnTo>
                  <a:lnTo>
                    <a:pt x="211810" y="139573"/>
                  </a:lnTo>
                  <a:lnTo>
                    <a:pt x="221513" y="128219"/>
                  </a:lnTo>
                  <a:lnTo>
                    <a:pt x="221297" y="129438"/>
                  </a:lnTo>
                  <a:lnTo>
                    <a:pt x="221653" y="136906"/>
                  </a:lnTo>
                  <a:lnTo>
                    <a:pt x="222097" y="138582"/>
                  </a:lnTo>
                  <a:lnTo>
                    <a:pt x="222097" y="116878"/>
                  </a:lnTo>
                  <a:lnTo>
                    <a:pt x="204952" y="136867"/>
                  </a:lnTo>
                  <a:lnTo>
                    <a:pt x="198958" y="129882"/>
                  </a:lnTo>
                  <a:lnTo>
                    <a:pt x="198958" y="140512"/>
                  </a:lnTo>
                  <a:lnTo>
                    <a:pt x="188836" y="152311"/>
                  </a:lnTo>
                  <a:lnTo>
                    <a:pt x="189115" y="150799"/>
                  </a:lnTo>
                  <a:lnTo>
                    <a:pt x="188772" y="143319"/>
                  </a:lnTo>
                  <a:lnTo>
                    <a:pt x="188315" y="141655"/>
                  </a:lnTo>
                  <a:lnTo>
                    <a:pt x="189788" y="141998"/>
                  </a:lnTo>
                  <a:lnTo>
                    <a:pt x="193001" y="141795"/>
                  </a:lnTo>
                  <a:lnTo>
                    <a:pt x="196202" y="141592"/>
                  </a:lnTo>
                  <a:lnTo>
                    <a:pt x="198767" y="140627"/>
                  </a:lnTo>
                  <a:lnTo>
                    <a:pt x="198742" y="140284"/>
                  </a:lnTo>
                  <a:lnTo>
                    <a:pt x="198958" y="140512"/>
                  </a:lnTo>
                  <a:lnTo>
                    <a:pt x="198958" y="129882"/>
                  </a:lnTo>
                  <a:lnTo>
                    <a:pt x="197040" y="127635"/>
                  </a:lnTo>
                  <a:lnTo>
                    <a:pt x="197040" y="138290"/>
                  </a:lnTo>
                  <a:lnTo>
                    <a:pt x="196037" y="138049"/>
                  </a:lnTo>
                  <a:lnTo>
                    <a:pt x="189623" y="138442"/>
                  </a:lnTo>
                  <a:lnTo>
                    <a:pt x="188112" y="139014"/>
                  </a:lnTo>
                  <a:lnTo>
                    <a:pt x="188417" y="137261"/>
                  </a:lnTo>
                  <a:lnTo>
                    <a:pt x="188252" y="133527"/>
                  </a:lnTo>
                  <a:lnTo>
                    <a:pt x="188087" y="129781"/>
                  </a:lnTo>
                  <a:lnTo>
                    <a:pt x="187439" y="127469"/>
                  </a:lnTo>
                  <a:lnTo>
                    <a:pt x="187439" y="153949"/>
                  </a:lnTo>
                  <a:lnTo>
                    <a:pt x="153784" y="193192"/>
                  </a:lnTo>
                  <a:lnTo>
                    <a:pt x="142100" y="179590"/>
                  </a:lnTo>
                  <a:lnTo>
                    <a:pt x="144691" y="180187"/>
                  </a:lnTo>
                  <a:lnTo>
                    <a:pt x="151091" y="179793"/>
                  </a:lnTo>
                  <a:lnTo>
                    <a:pt x="152527" y="179260"/>
                  </a:lnTo>
                  <a:lnTo>
                    <a:pt x="152234" y="180975"/>
                  </a:lnTo>
                  <a:lnTo>
                    <a:pt x="152400" y="184708"/>
                  </a:lnTo>
                  <a:lnTo>
                    <a:pt x="152565" y="188455"/>
                  </a:lnTo>
                  <a:lnTo>
                    <a:pt x="153390" y="191439"/>
                  </a:lnTo>
                  <a:lnTo>
                    <a:pt x="155067" y="191325"/>
                  </a:lnTo>
                  <a:lnTo>
                    <a:pt x="155613" y="188264"/>
                  </a:lnTo>
                  <a:lnTo>
                    <a:pt x="155270" y="180784"/>
                  </a:lnTo>
                  <a:lnTo>
                    <a:pt x="154800" y="179120"/>
                  </a:lnTo>
                  <a:lnTo>
                    <a:pt x="156286" y="179463"/>
                  </a:lnTo>
                  <a:lnTo>
                    <a:pt x="159486" y="179260"/>
                  </a:lnTo>
                  <a:lnTo>
                    <a:pt x="162699" y="179057"/>
                  </a:lnTo>
                  <a:lnTo>
                    <a:pt x="165265" y="178092"/>
                  </a:lnTo>
                  <a:lnTo>
                    <a:pt x="165163" y="176136"/>
                  </a:lnTo>
                  <a:lnTo>
                    <a:pt x="162521" y="175514"/>
                  </a:lnTo>
                  <a:lnTo>
                    <a:pt x="156121" y="175907"/>
                  </a:lnTo>
                  <a:lnTo>
                    <a:pt x="154609" y="176479"/>
                  </a:lnTo>
                  <a:lnTo>
                    <a:pt x="154914" y="174726"/>
                  </a:lnTo>
                  <a:lnTo>
                    <a:pt x="154749" y="170992"/>
                  </a:lnTo>
                  <a:lnTo>
                    <a:pt x="154584" y="167246"/>
                  </a:lnTo>
                  <a:lnTo>
                    <a:pt x="153746" y="164261"/>
                  </a:lnTo>
                  <a:lnTo>
                    <a:pt x="152069" y="164376"/>
                  </a:lnTo>
                  <a:lnTo>
                    <a:pt x="151536" y="167436"/>
                  </a:lnTo>
                  <a:lnTo>
                    <a:pt x="151879" y="174917"/>
                  </a:lnTo>
                  <a:lnTo>
                    <a:pt x="152323" y="176580"/>
                  </a:lnTo>
                  <a:lnTo>
                    <a:pt x="150926" y="176237"/>
                  </a:lnTo>
                  <a:lnTo>
                    <a:pt x="147726" y="176441"/>
                  </a:lnTo>
                  <a:lnTo>
                    <a:pt x="144513" y="176631"/>
                  </a:lnTo>
                  <a:lnTo>
                    <a:pt x="141947" y="177596"/>
                  </a:lnTo>
                  <a:lnTo>
                    <a:pt x="142036" y="179514"/>
                  </a:lnTo>
                  <a:lnTo>
                    <a:pt x="109512" y="141566"/>
                  </a:lnTo>
                  <a:lnTo>
                    <a:pt x="112102" y="142176"/>
                  </a:lnTo>
                  <a:lnTo>
                    <a:pt x="118516" y="141782"/>
                  </a:lnTo>
                  <a:lnTo>
                    <a:pt x="119938" y="141249"/>
                  </a:lnTo>
                  <a:lnTo>
                    <a:pt x="119646" y="142963"/>
                  </a:lnTo>
                  <a:lnTo>
                    <a:pt x="119811" y="146710"/>
                  </a:lnTo>
                  <a:lnTo>
                    <a:pt x="119989" y="150444"/>
                  </a:lnTo>
                  <a:lnTo>
                    <a:pt x="120815" y="153428"/>
                  </a:lnTo>
                  <a:lnTo>
                    <a:pt x="122491" y="153327"/>
                  </a:lnTo>
                  <a:lnTo>
                    <a:pt x="123024" y="150253"/>
                  </a:lnTo>
                  <a:lnTo>
                    <a:pt x="122682" y="142786"/>
                  </a:lnTo>
                  <a:lnTo>
                    <a:pt x="122224" y="141109"/>
                  </a:lnTo>
                  <a:lnTo>
                    <a:pt x="123710" y="141452"/>
                  </a:lnTo>
                  <a:lnTo>
                    <a:pt x="126911" y="141249"/>
                  </a:lnTo>
                  <a:lnTo>
                    <a:pt x="130111" y="141058"/>
                  </a:lnTo>
                  <a:lnTo>
                    <a:pt x="132676" y="140093"/>
                  </a:lnTo>
                  <a:lnTo>
                    <a:pt x="132588" y="138137"/>
                  </a:lnTo>
                  <a:lnTo>
                    <a:pt x="129946" y="137502"/>
                  </a:lnTo>
                  <a:lnTo>
                    <a:pt x="123532" y="137909"/>
                  </a:lnTo>
                  <a:lnTo>
                    <a:pt x="122021" y="138480"/>
                  </a:lnTo>
                  <a:lnTo>
                    <a:pt x="122326" y="136715"/>
                  </a:lnTo>
                  <a:lnTo>
                    <a:pt x="122161" y="132981"/>
                  </a:lnTo>
                  <a:lnTo>
                    <a:pt x="121996" y="129247"/>
                  </a:lnTo>
                  <a:lnTo>
                    <a:pt x="121170" y="126263"/>
                  </a:lnTo>
                  <a:lnTo>
                    <a:pt x="120802" y="126288"/>
                  </a:lnTo>
                  <a:lnTo>
                    <a:pt x="152565" y="89242"/>
                  </a:lnTo>
                  <a:lnTo>
                    <a:pt x="152158" y="91617"/>
                  </a:lnTo>
                  <a:lnTo>
                    <a:pt x="152501" y="99085"/>
                  </a:lnTo>
                  <a:lnTo>
                    <a:pt x="152946" y="100761"/>
                  </a:lnTo>
                  <a:lnTo>
                    <a:pt x="151549" y="100418"/>
                  </a:lnTo>
                  <a:lnTo>
                    <a:pt x="148348" y="100609"/>
                  </a:lnTo>
                  <a:lnTo>
                    <a:pt x="145135" y="100812"/>
                  </a:lnTo>
                  <a:lnTo>
                    <a:pt x="142570" y="101777"/>
                  </a:lnTo>
                  <a:lnTo>
                    <a:pt x="142671" y="103733"/>
                  </a:lnTo>
                  <a:lnTo>
                    <a:pt x="145300" y="104355"/>
                  </a:lnTo>
                  <a:lnTo>
                    <a:pt x="151714" y="103962"/>
                  </a:lnTo>
                  <a:lnTo>
                    <a:pt x="153149" y="103428"/>
                  </a:lnTo>
                  <a:lnTo>
                    <a:pt x="152857" y="105156"/>
                  </a:lnTo>
                  <a:lnTo>
                    <a:pt x="153022" y="108889"/>
                  </a:lnTo>
                  <a:lnTo>
                    <a:pt x="153187" y="112623"/>
                  </a:lnTo>
                  <a:lnTo>
                    <a:pt x="154012" y="115608"/>
                  </a:lnTo>
                  <a:lnTo>
                    <a:pt x="155689" y="115506"/>
                  </a:lnTo>
                  <a:lnTo>
                    <a:pt x="156235" y="112433"/>
                  </a:lnTo>
                  <a:lnTo>
                    <a:pt x="155892" y="104965"/>
                  </a:lnTo>
                  <a:lnTo>
                    <a:pt x="155422" y="103289"/>
                  </a:lnTo>
                  <a:lnTo>
                    <a:pt x="156908" y="103632"/>
                  </a:lnTo>
                  <a:lnTo>
                    <a:pt x="160108" y="103428"/>
                  </a:lnTo>
                  <a:lnTo>
                    <a:pt x="163322" y="103238"/>
                  </a:lnTo>
                  <a:lnTo>
                    <a:pt x="165887" y="102273"/>
                  </a:lnTo>
                  <a:lnTo>
                    <a:pt x="165862" y="101942"/>
                  </a:lnTo>
                  <a:lnTo>
                    <a:pt x="187198" y="126809"/>
                  </a:lnTo>
                  <a:lnTo>
                    <a:pt x="185585" y="126911"/>
                  </a:lnTo>
                  <a:lnTo>
                    <a:pt x="185039" y="129971"/>
                  </a:lnTo>
                  <a:lnTo>
                    <a:pt x="185381" y="137452"/>
                  </a:lnTo>
                  <a:lnTo>
                    <a:pt x="185826" y="139115"/>
                  </a:lnTo>
                  <a:lnTo>
                    <a:pt x="184429" y="138772"/>
                  </a:lnTo>
                  <a:lnTo>
                    <a:pt x="181229" y="138976"/>
                  </a:lnTo>
                  <a:lnTo>
                    <a:pt x="178028" y="139179"/>
                  </a:lnTo>
                  <a:lnTo>
                    <a:pt x="175463" y="140131"/>
                  </a:lnTo>
                  <a:lnTo>
                    <a:pt x="175552" y="142100"/>
                  </a:lnTo>
                  <a:lnTo>
                    <a:pt x="178193" y="142722"/>
                  </a:lnTo>
                  <a:lnTo>
                    <a:pt x="184594" y="142328"/>
                  </a:lnTo>
                  <a:lnTo>
                    <a:pt x="186029" y="141795"/>
                  </a:lnTo>
                  <a:lnTo>
                    <a:pt x="185737" y="143510"/>
                  </a:lnTo>
                  <a:lnTo>
                    <a:pt x="185902" y="147243"/>
                  </a:lnTo>
                  <a:lnTo>
                    <a:pt x="186067" y="150990"/>
                  </a:lnTo>
                  <a:lnTo>
                    <a:pt x="186905" y="153974"/>
                  </a:lnTo>
                  <a:lnTo>
                    <a:pt x="187439" y="153949"/>
                  </a:lnTo>
                  <a:lnTo>
                    <a:pt x="187439" y="127469"/>
                  </a:lnTo>
                  <a:lnTo>
                    <a:pt x="187286" y="126911"/>
                  </a:lnTo>
                  <a:lnTo>
                    <a:pt x="197040" y="138290"/>
                  </a:lnTo>
                  <a:lnTo>
                    <a:pt x="197040" y="127635"/>
                  </a:lnTo>
                  <a:lnTo>
                    <a:pt x="164147" y="89255"/>
                  </a:lnTo>
                  <a:lnTo>
                    <a:pt x="164147" y="99923"/>
                  </a:lnTo>
                  <a:lnTo>
                    <a:pt x="163144" y="99682"/>
                  </a:lnTo>
                  <a:lnTo>
                    <a:pt x="156743" y="100088"/>
                  </a:lnTo>
                  <a:lnTo>
                    <a:pt x="155232" y="100660"/>
                  </a:lnTo>
                  <a:lnTo>
                    <a:pt x="155536" y="98894"/>
                  </a:lnTo>
                  <a:lnTo>
                    <a:pt x="155371" y="95161"/>
                  </a:lnTo>
                  <a:lnTo>
                    <a:pt x="155194" y="91427"/>
                  </a:lnTo>
                  <a:lnTo>
                    <a:pt x="154381" y="88531"/>
                  </a:lnTo>
                  <a:lnTo>
                    <a:pt x="164147" y="99923"/>
                  </a:lnTo>
                  <a:lnTo>
                    <a:pt x="164147" y="89255"/>
                  </a:lnTo>
                  <a:lnTo>
                    <a:pt x="162928" y="87820"/>
                  </a:lnTo>
                  <a:lnTo>
                    <a:pt x="154317" y="77774"/>
                  </a:lnTo>
                  <a:lnTo>
                    <a:pt x="154317" y="88455"/>
                  </a:lnTo>
                  <a:lnTo>
                    <a:pt x="153187" y="88519"/>
                  </a:lnTo>
                  <a:lnTo>
                    <a:pt x="153784" y="87820"/>
                  </a:lnTo>
                  <a:lnTo>
                    <a:pt x="154317" y="88455"/>
                  </a:lnTo>
                  <a:lnTo>
                    <a:pt x="154317" y="77774"/>
                  </a:lnTo>
                  <a:lnTo>
                    <a:pt x="153784" y="77152"/>
                  </a:lnTo>
                  <a:lnTo>
                    <a:pt x="119748" y="116865"/>
                  </a:lnTo>
                  <a:lnTo>
                    <a:pt x="119748" y="138582"/>
                  </a:lnTo>
                  <a:lnTo>
                    <a:pt x="118338" y="138239"/>
                  </a:lnTo>
                  <a:lnTo>
                    <a:pt x="115138" y="138430"/>
                  </a:lnTo>
                  <a:lnTo>
                    <a:pt x="111937" y="138633"/>
                  </a:lnTo>
                  <a:lnTo>
                    <a:pt x="109448" y="139585"/>
                  </a:lnTo>
                  <a:lnTo>
                    <a:pt x="109448" y="141503"/>
                  </a:lnTo>
                  <a:lnTo>
                    <a:pt x="108610" y="140512"/>
                  </a:lnTo>
                  <a:lnTo>
                    <a:pt x="109372" y="139623"/>
                  </a:lnTo>
                  <a:lnTo>
                    <a:pt x="109448" y="141503"/>
                  </a:lnTo>
                  <a:lnTo>
                    <a:pt x="109448" y="139585"/>
                  </a:lnTo>
                  <a:lnTo>
                    <a:pt x="119164" y="128206"/>
                  </a:lnTo>
                  <a:lnTo>
                    <a:pt x="118948" y="129438"/>
                  </a:lnTo>
                  <a:lnTo>
                    <a:pt x="119291" y="136906"/>
                  </a:lnTo>
                  <a:lnTo>
                    <a:pt x="119748" y="138582"/>
                  </a:lnTo>
                  <a:lnTo>
                    <a:pt x="119748" y="116865"/>
                  </a:lnTo>
                  <a:lnTo>
                    <a:pt x="104038" y="135191"/>
                  </a:lnTo>
                  <a:lnTo>
                    <a:pt x="99479" y="129882"/>
                  </a:lnTo>
                  <a:lnTo>
                    <a:pt x="99479" y="140512"/>
                  </a:lnTo>
                  <a:lnTo>
                    <a:pt x="89357" y="152311"/>
                  </a:lnTo>
                  <a:lnTo>
                    <a:pt x="89636" y="150799"/>
                  </a:lnTo>
                  <a:lnTo>
                    <a:pt x="89293" y="143319"/>
                  </a:lnTo>
                  <a:lnTo>
                    <a:pt x="88836" y="141643"/>
                  </a:lnTo>
                  <a:lnTo>
                    <a:pt x="90322" y="141998"/>
                  </a:lnTo>
                  <a:lnTo>
                    <a:pt x="93522" y="141795"/>
                  </a:lnTo>
                  <a:lnTo>
                    <a:pt x="96723" y="141592"/>
                  </a:lnTo>
                  <a:lnTo>
                    <a:pt x="99288" y="140627"/>
                  </a:lnTo>
                  <a:lnTo>
                    <a:pt x="99263" y="140284"/>
                  </a:lnTo>
                  <a:lnTo>
                    <a:pt x="99479" y="140512"/>
                  </a:lnTo>
                  <a:lnTo>
                    <a:pt x="99479" y="129882"/>
                  </a:lnTo>
                  <a:lnTo>
                    <a:pt x="97561" y="127635"/>
                  </a:lnTo>
                  <a:lnTo>
                    <a:pt x="97561" y="138290"/>
                  </a:lnTo>
                  <a:lnTo>
                    <a:pt x="96558" y="138049"/>
                  </a:lnTo>
                  <a:lnTo>
                    <a:pt x="90144" y="138442"/>
                  </a:lnTo>
                  <a:lnTo>
                    <a:pt x="88633" y="139014"/>
                  </a:lnTo>
                  <a:lnTo>
                    <a:pt x="88938" y="137261"/>
                  </a:lnTo>
                  <a:lnTo>
                    <a:pt x="88773" y="133527"/>
                  </a:lnTo>
                  <a:lnTo>
                    <a:pt x="88607" y="129781"/>
                  </a:lnTo>
                  <a:lnTo>
                    <a:pt x="87960" y="127469"/>
                  </a:lnTo>
                  <a:lnTo>
                    <a:pt x="87960" y="153949"/>
                  </a:lnTo>
                  <a:lnTo>
                    <a:pt x="54305" y="193192"/>
                  </a:lnTo>
                  <a:lnTo>
                    <a:pt x="42621" y="179590"/>
                  </a:lnTo>
                  <a:lnTo>
                    <a:pt x="45212" y="180187"/>
                  </a:lnTo>
                  <a:lnTo>
                    <a:pt x="51612" y="179793"/>
                  </a:lnTo>
                  <a:lnTo>
                    <a:pt x="53047" y="179260"/>
                  </a:lnTo>
                  <a:lnTo>
                    <a:pt x="52755" y="180975"/>
                  </a:lnTo>
                  <a:lnTo>
                    <a:pt x="52920" y="184708"/>
                  </a:lnTo>
                  <a:lnTo>
                    <a:pt x="53086" y="188455"/>
                  </a:lnTo>
                  <a:lnTo>
                    <a:pt x="53911" y="191439"/>
                  </a:lnTo>
                  <a:lnTo>
                    <a:pt x="55587" y="191325"/>
                  </a:lnTo>
                  <a:lnTo>
                    <a:pt x="56134" y="188264"/>
                  </a:lnTo>
                  <a:lnTo>
                    <a:pt x="55791" y="180784"/>
                  </a:lnTo>
                  <a:lnTo>
                    <a:pt x="55333" y="179120"/>
                  </a:lnTo>
                  <a:lnTo>
                    <a:pt x="56807" y="179463"/>
                  </a:lnTo>
                  <a:lnTo>
                    <a:pt x="60020" y="179260"/>
                  </a:lnTo>
                  <a:lnTo>
                    <a:pt x="63220" y="179057"/>
                  </a:lnTo>
                  <a:lnTo>
                    <a:pt x="65786" y="178092"/>
                  </a:lnTo>
                  <a:lnTo>
                    <a:pt x="65684" y="176136"/>
                  </a:lnTo>
                  <a:lnTo>
                    <a:pt x="63055" y="175514"/>
                  </a:lnTo>
                  <a:lnTo>
                    <a:pt x="56642" y="175907"/>
                  </a:lnTo>
                  <a:lnTo>
                    <a:pt x="55130" y="176479"/>
                  </a:lnTo>
                  <a:lnTo>
                    <a:pt x="55435" y="174726"/>
                  </a:lnTo>
                  <a:lnTo>
                    <a:pt x="55270" y="170992"/>
                  </a:lnTo>
                  <a:lnTo>
                    <a:pt x="55105" y="167246"/>
                  </a:lnTo>
                  <a:lnTo>
                    <a:pt x="54267" y="164261"/>
                  </a:lnTo>
                  <a:lnTo>
                    <a:pt x="52603" y="164376"/>
                  </a:lnTo>
                  <a:lnTo>
                    <a:pt x="52057" y="167436"/>
                  </a:lnTo>
                  <a:lnTo>
                    <a:pt x="52400" y="174917"/>
                  </a:lnTo>
                  <a:lnTo>
                    <a:pt x="52844" y="176580"/>
                  </a:lnTo>
                  <a:lnTo>
                    <a:pt x="51447" y="176237"/>
                  </a:lnTo>
                  <a:lnTo>
                    <a:pt x="48247" y="176441"/>
                  </a:lnTo>
                  <a:lnTo>
                    <a:pt x="45034" y="176631"/>
                  </a:lnTo>
                  <a:lnTo>
                    <a:pt x="42481" y="177596"/>
                  </a:lnTo>
                  <a:lnTo>
                    <a:pt x="42557" y="179514"/>
                  </a:lnTo>
                  <a:lnTo>
                    <a:pt x="10045" y="141579"/>
                  </a:lnTo>
                  <a:lnTo>
                    <a:pt x="12623" y="142176"/>
                  </a:lnTo>
                  <a:lnTo>
                    <a:pt x="19037" y="141782"/>
                  </a:lnTo>
                  <a:lnTo>
                    <a:pt x="20459" y="141249"/>
                  </a:lnTo>
                  <a:lnTo>
                    <a:pt x="20167" y="142963"/>
                  </a:lnTo>
                  <a:lnTo>
                    <a:pt x="20332" y="146710"/>
                  </a:lnTo>
                  <a:lnTo>
                    <a:pt x="20510" y="150444"/>
                  </a:lnTo>
                  <a:lnTo>
                    <a:pt x="21336" y="153428"/>
                  </a:lnTo>
                  <a:lnTo>
                    <a:pt x="23012" y="153327"/>
                  </a:lnTo>
                  <a:lnTo>
                    <a:pt x="23558" y="150253"/>
                  </a:lnTo>
                  <a:lnTo>
                    <a:pt x="23202" y="142786"/>
                  </a:lnTo>
                  <a:lnTo>
                    <a:pt x="22745" y="141109"/>
                  </a:lnTo>
                  <a:lnTo>
                    <a:pt x="24231" y="141452"/>
                  </a:lnTo>
                  <a:lnTo>
                    <a:pt x="27432" y="141249"/>
                  </a:lnTo>
                  <a:lnTo>
                    <a:pt x="30632" y="141058"/>
                  </a:lnTo>
                  <a:lnTo>
                    <a:pt x="33197" y="140093"/>
                  </a:lnTo>
                  <a:lnTo>
                    <a:pt x="33108" y="138137"/>
                  </a:lnTo>
                  <a:lnTo>
                    <a:pt x="30467" y="137502"/>
                  </a:lnTo>
                  <a:lnTo>
                    <a:pt x="24066" y="137909"/>
                  </a:lnTo>
                  <a:lnTo>
                    <a:pt x="22555" y="138480"/>
                  </a:lnTo>
                  <a:lnTo>
                    <a:pt x="22860" y="136715"/>
                  </a:lnTo>
                  <a:lnTo>
                    <a:pt x="22682" y="132981"/>
                  </a:lnTo>
                  <a:lnTo>
                    <a:pt x="22517" y="129247"/>
                  </a:lnTo>
                  <a:lnTo>
                    <a:pt x="21691" y="126263"/>
                  </a:lnTo>
                  <a:lnTo>
                    <a:pt x="21336" y="126288"/>
                  </a:lnTo>
                  <a:lnTo>
                    <a:pt x="53086" y="89242"/>
                  </a:lnTo>
                  <a:lnTo>
                    <a:pt x="52679" y="91617"/>
                  </a:lnTo>
                  <a:lnTo>
                    <a:pt x="53022" y="99085"/>
                  </a:lnTo>
                  <a:lnTo>
                    <a:pt x="53467" y="100761"/>
                  </a:lnTo>
                  <a:lnTo>
                    <a:pt x="52070" y="100418"/>
                  </a:lnTo>
                  <a:lnTo>
                    <a:pt x="48869" y="100609"/>
                  </a:lnTo>
                  <a:lnTo>
                    <a:pt x="45656" y="100812"/>
                  </a:lnTo>
                  <a:lnTo>
                    <a:pt x="43091" y="101777"/>
                  </a:lnTo>
                  <a:lnTo>
                    <a:pt x="43192" y="103733"/>
                  </a:lnTo>
                  <a:lnTo>
                    <a:pt x="45834" y="104355"/>
                  </a:lnTo>
                  <a:lnTo>
                    <a:pt x="52235" y="103962"/>
                  </a:lnTo>
                  <a:lnTo>
                    <a:pt x="53670" y="103428"/>
                  </a:lnTo>
                  <a:lnTo>
                    <a:pt x="53378" y="105156"/>
                  </a:lnTo>
                  <a:lnTo>
                    <a:pt x="53543" y="108889"/>
                  </a:lnTo>
                  <a:lnTo>
                    <a:pt x="53708" y="112623"/>
                  </a:lnTo>
                  <a:lnTo>
                    <a:pt x="54533" y="115608"/>
                  </a:lnTo>
                  <a:lnTo>
                    <a:pt x="56210" y="115506"/>
                  </a:lnTo>
                  <a:lnTo>
                    <a:pt x="56756" y="112433"/>
                  </a:lnTo>
                  <a:lnTo>
                    <a:pt x="56413" y="104965"/>
                  </a:lnTo>
                  <a:lnTo>
                    <a:pt x="55943" y="103289"/>
                  </a:lnTo>
                  <a:lnTo>
                    <a:pt x="57429" y="103632"/>
                  </a:lnTo>
                  <a:lnTo>
                    <a:pt x="60629" y="103428"/>
                  </a:lnTo>
                  <a:lnTo>
                    <a:pt x="63842" y="103238"/>
                  </a:lnTo>
                  <a:lnTo>
                    <a:pt x="66408" y="102273"/>
                  </a:lnTo>
                  <a:lnTo>
                    <a:pt x="66382" y="101942"/>
                  </a:lnTo>
                  <a:lnTo>
                    <a:pt x="87718" y="126809"/>
                  </a:lnTo>
                  <a:lnTo>
                    <a:pt x="86106" y="126911"/>
                  </a:lnTo>
                  <a:lnTo>
                    <a:pt x="85559" y="129971"/>
                  </a:lnTo>
                  <a:lnTo>
                    <a:pt x="85902" y="137452"/>
                  </a:lnTo>
                  <a:lnTo>
                    <a:pt x="86347" y="139115"/>
                  </a:lnTo>
                  <a:lnTo>
                    <a:pt x="84950" y="138772"/>
                  </a:lnTo>
                  <a:lnTo>
                    <a:pt x="81749" y="138976"/>
                  </a:lnTo>
                  <a:lnTo>
                    <a:pt x="78549" y="139179"/>
                  </a:lnTo>
                  <a:lnTo>
                    <a:pt x="75984" y="140131"/>
                  </a:lnTo>
                  <a:lnTo>
                    <a:pt x="76073" y="142100"/>
                  </a:lnTo>
                  <a:lnTo>
                    <a:pt x="78714" y="142722"/>
                  </a:lnTo>
                  <a:lnTo>
                    <a:pt x="85128" y="142328"/>
                  </a:lnTo>
                  <a:lnTo>
                    <a:pt x="86550" y="141795"/>
                  </a:lnTo>
                  <a:lnTo>
                    <a:pt x="86258" y="143510"/>
                  </a:lnTo>
                  <a:lnTo>
                    <a:pt x="86423" y="147243"/>
                  </a:lnTo>
                  <a:lnTo>
                    <a:pt x="86588" y="150990"/>
                  </a:lnTo>
                  <a:lnTo>
                    <a:pt x="87426" y="153974"/>
                  </a:lnTo>
                  <a:lnTo>
                    <a:pt x="87960" y="153949"/>
                  </a:lnTo>
                  <a:lnTo>
                    <a:pt x="87960" y="127469"/>
                  </a:lnTo>
                  <a:lnTo>
                    <a:pt x="87807" y="126911"/>
                  </a:lnTo>
                  <a:lnTo>
                    <a:pt x="97561" y="138290"/>
                  </a:lnTo>
                  <a:lnTo>
                    <a:pt x="97561" y="127635"/>
                  </a:lnTo>
                  <a:lnTo>
                    <a:pt x="64655" y="89230"/>
                  </a:lnTo>
                  <a:lnTo>
                    <a:pt x="64655" y="99923"/>
                  </a:lnTo>
                  <a:lnTo>
                    <a:pt x="63677" y="99682"/>
                  </a:lnTo>
                  <a:lnTo>
                    <a:pt x="57264" y="100088"/>
                  </a:lnTo>
                  <a:lnTo>
                    <a:pt x="55753" y="100660"/>
                  </a:lnTo>
                  <a:lnTo>
                    <a:pt x="56057" y="98894"/>
                  </a:lnTo>
                  <a:lnTo>
                    <a:pt x="55892" y="95161"/>
                  </a:lnTo>
                  <a:lnTo>
                    <a:pt x="55727" y="91427"/>
                  </a:lnTo>
                  <a:lnTo>
                    <a:pt x="54902" y="88531"/>
                  </a:lnTo>
                  <a:lnTo>
                    <a:pt x="64655" y="99923"/>
                  </a:lnTo>
                  <a:lnTo>
                    <a:pt x="64655" y="89230"/>
                  </a:lnTo>
                  <a:lnTo>
                    <a:pt x="63449" y="87820"/>
                  </a:lnTo>
                  <a:lnTo>
                    <a:pt x="54838" y="77774"/>
                  </a:lnTo>
                  <a:lnTo>
                    <a:pt x="54838" y="88455"/>
                  </a:lnTo>
                  <a:lnTo>
                    <a:pt x="53708" y="88519"/>
                  </a:lnTo>
                  <a:lnTo>
                    <a:pt x="54305" y="87820"/>
                  </a:lnTo>
                  <a:lnTo>
                    <a:pt x="54838" y="88455"/>
                  </a:lnTo>
                  <a:lnTo>
                    <a:pt x="54838" y="77774"/>
                  </a:lnTo>
                  <a:lnTo>
                    <a:pt x="54305" y="77152"/>
                  </a:lnTo>
                  <a:lnTo>
                    <a:pt x="20269" y="116865"/>
                  </a:lnTo>
                  <a:lnTo>
                    <a:pt x="20269" y="138582"/>
                  </a:lnTo>
                  <a:lnTo>
                    <a:pt x="18872" y="138239"/>
                  </a:lnTo>
                  <a:lnTo>
                    <a:pt x="15659" y="138430"/>
                  </a:lnTo>
                  <a:lnTo>
                    <a:pt x="12458" y="138633"/>
                  </a:lnTo>
                  <a:lnTo>
                    <a:pt x="9969" y="139585"/>
                  </a:lnTo>
                  <a:lnTo>
                    <a:pt x="9969" y="141490"/>
                  </a:lnTo>
                  <a:lnTo>
                    <a:pt x="9144" y="140512"/>
                  </a:lnTo>
                  <a:lnTo>
                    <a:pt x="9893" y="139649"/>
                  </a:lnTo>
                  <a:lnTo>
                    <a:pt x="9969" y="141490"/>
                  </a:lnTo>
                  <a:lnTo>
                    <a:pt x="9969" y="139585"/>
                  </a:lnTo>
                  <a:lnTo>
                    <a:pt x="19685" y="128219"/>
                  </a:lnTo>
                  <a:lnTo>
                    <a:pt x="19469" y="129438"/>
                  </a:lnTo>
                  <a:lnTo>
                    <a:pt x="19812" y="136906"/>
                  </a:lnTo>
                  <a:lnTo>
                    <a:pt x="20269" y="138582"/>
                  </a:lnTo>
                  <a:lnTo>
                    <a:pt x="20269" y="116865"/>
                  </a:lnTo>
                  <a:lnTo>
                    <a:pt x="0" y="140512"/>
                  </a:lnTo>
                  <a:lnTo>
                    <a:pt x="54305" y="203860"/>
                  </a:lnTo>
                  <a:lnTo>
                    <a:pt x="63449" y="193192"/>
                  </a:lnTo>
                  <a:lnTo>
                    <a:pt x="104038" y="145846"/>
                  </a:lnTo>
                  <a:lnTo>
                    <a:pt x="153784" y="203860"/>
                  </a:lnTo>
                  <a:lnTo>
                    <a:pt x="162928" y="193192"/>
                  </a:lnTo>
                  <a:lnTo>
                    <a:pt x="204952" y="144170"/>
                  </a:lnTo>
                  <a:lnTo>
                    <a:pt x="256146" y="203860"/>
                  </a:lnTo>
                  <a:lnTo>
                    <a:pt x="265277" y="193192"/>
                  </a:lnTo>
                  <a:lnTo>
                    <a:pt x="310438" y="140512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5" name="object 2055" descr=""/>
            <p:cNvSpPr/>
            <p:nvPr/>
          </p:nvSpPr>
          <p:spPr>
            <a:xfrm>
              <a:off x="7688605" y="6434042"/>
              <a:ext cx="411480" cy="437515"/>
            </a:xfrm>
            <a:custGeom>
              <a:avLst/>
              <a:gdLst/>
              <a:ahLst/>
              <a:cxnLst/>
              <a:rect l="l" t="t" r="r" b="b"/>
              <a:pathLst>
                <a:path w="411479" h="437515">
                  <a:moveTo>
                    <a:pt x="11696" y="335775"/>
                  </a:moveTo>
                  <a:lnTo>
                    <a:pt x="11607" y="333819"/>
                  </a:lnTo>
                  <a:lnTo>
                    <a:pt x="8966" y="333197"/>
                  </a:lnTo>
                  <a:lnTo>
                    <a:pt x="2552" y="333590"/>
                  </a:lnTo>
                  <a:lnTo>
                    <a:pt x="0" y="334556"/>
                  </a:lnTo>
                  <a:lnTo>
                    <a:pt x="88" y="336511"/>
                  </a:lnTo>
                  <a:lnTo>
                    <a:pt x="2717" y="337134"/>
                  </a:lnTo>
                  <a:lnTo>
                    <a:pt x="5930" y="336943"/>
                  </a:lnTo>
                  <a:lnTo>
                    <a:pt x="9131" y="336740"/>
                  </a:lnTo>
                  <a:lnTo>
                    <a:pt x="11696" y="335775"/>
                  </a:lnTo>
                  <a:close/>
                </a:path>
                <a:path w="411479" h="437515">
                  <a:moveTo>
                    <a:pt x="154940" y="374015"/>
                  </a:moveTo>
                  <a:lnTo>
                    <a:pt x="145808" y="363372"/>
                  </a:lnTo>
                  <a:lnTo>
                    <a:pt x="145808" y="374015"/>
                  </a:lnTo>
                  <a:lnTo>
                    <a:pt x="135699" y="385800"/>
                  </a:lnTo>
                  <a:lnTo>
                    <a:pt x="135966" y="384302"/>
                  </a:lnTo>
                  <a:lnTo>
                    <a:pt x="135623" y="376821"/>
                  </a:lnTo>
                  <a:lnTo>
                    <a:pt x="135166" y="375145"/>
                  </a:lnTo>
                  <a:lnTo>
                    <a:pt x="136652" y="375500"/>
                  </a:lnTo>
                  <a:lnTo>
                    <a:pt x="139852" y="375297"/>
                  </a:lnTo>
                  <a:lnTo>
                    <a:pt x="143052" y="375107"/>
                  </a:lnTo>
                  <a:lnTo>
                    <a:pt x="145618" y="374142"/>
                  </a:lnTo>
                  <a:lnTo>
                    <a:pt x="145592" y="373773"/>
                  </a:lnTo>
                  <a:lnTo>
                    <a:pt x="145808" y="374015"/>
                  </a:lnTo>
                  <a:lnTo>
                    <a:pt x="145808" y="363372"/>
                  </a:lnTo>
                  <a:lnTo>
                    <a:pt x="143903" y="361149"/>
                  </a:lnTo>
                  <a:lnTo>
                    <a:pt x="143903" y="371805"/>
                  </a:lnTo>
                  <a:lnTo>
                    <a:pt x="142887" y="371551"/>
                  </a:lnTo>
                  <a:lnTo>
                    <a:pt x="136474" y="371944"/>
                  </a:lnTo>
                  <a:lnTo>
                    <a:pt x="134962" y="372516"/>
                  </a:lnTo>
                  <a:lnTo>
                    <a:pt x="135267" y="370763"/>
                  </a:lnTo>
                  <a:lnTo>
                    <a:pt x="135102" y="367030"/>
                  </a:lnTo>
                  <a:lnTo>
                    <a:pt x="134937" y="363296"/>
                  </a:lnTo>
                  <a:lnTo>
                    <a:pt x="134289" y="360997"/>
                  </a:lnTo>
                  <a:lnTo>
                    <a:pt x="134289" y="387451"/>
                  </a:lnTo>
                  <a:lnTo>
                    <a:pt x="100634" y="426707"/>
                  </a:lnTo>
                  <a:lnTo>
                    <a:pt x="88950" y="413080"/>
                  </a:lnTo>
                  <a:lnTo>
                    <a:pt x="91541" y="413689"/>
                  </a:lnTo>
                  <a:lnTo>
                    <a:pt x="97942" y="413296"/>
                  </a:lnTo>
                  <a:lnTo>
                    <a:pt x="99377" y="412762"/>
                  </a:lnTo>
                  <a:lnTo>
                    <a:pt x="99085" y="414477"/>
                  </a:lnTo>
                  <a:lnTo>
                    <a:pt x="99250" y="418223"/>
                  </a:lnTo>
                  <a:lnTo>
                    <a:pt x="99415" y="421957"/>
                  </a:lnTo>
                  <a:lnTo>
                    <a:pt x="100241" y="424942"/>
                  </a:lnTo>
                  <a:lnTo>
                    <a:pt x="101917" y="424840"/>
                  </a:lnTo>
                  <a:lnTo>
                    <a:pt x="102463" y="421767"/>
                  </a:lnTo>
                  <a:lnTo>
                    <a:pt x="102120" y="414299"/>
                  </a:lnTo>
                  <a:lnTo>
                    <a:pt x="101650" y="412623"/>
                  </a:lnTo>
                  <a:lnTo>
                    <a:pt x="103136" y="412965"/>
                  </a:lnTo>
                  <a:lnTo>
                    <a:pt x="106349" y="412762"/>
                  </a:lnTo>
                  <a:lnTo>
                    <a:pt x="109550" y="412572"/>
                  </a:lnTo>
                  <a:lnTo>
                    <a:pt x="112115" y="411607"/>
                  </a:lnTo>
                  <a:lnTo>
                    <a:pt x="112014" y="409651"/>
                  </a:lnTo>
                  <a:lnTo>
                    <a:pt x="109385" y="409016"/>
                  </a:lnTo>
                  <a:lnTo>
                    <a:pt x="102971" y="409409"/>
                  </a:lnTo>
                  <a:lnTo>
                    <a:pt x="101460" y="409981"/>
                  </a:lnTo>
                  <a:lnTo>
                    <a:pt x="101765" y="408228"/>
                  </a:lnTo>
                  <a:lnTo>
                    <a:pt x="101600" y="404495"/>
                  </a:lnTo>
                  <a:lnTo>
                    <a:pt x="101434" y="400761"/>
                  </a:lnTo>
                  <a:lnTo>
                    <a:pt x="100609" y="397776"/>
                  </a:lnTo>
                  <a:lnTo>
                    <a:pt x="98933" y="397878"/>
                  </a:lnTo>
                  <a:lnTo>
                    <a:pt x="98386" y="400951"/>
                  </a:lnTo>
                  <a:lnTo>
                    <a:pt x="98729" y="408419"/>
                  </a:lnTo>
                  <a:lnTo>
                    <a:pt x="99174" y="410083"/>
                  </a:lnTo>
                  <a:lnTo>
                    <a:pt x="97777" y="409740"/>
                  </a:lnTo>
                  <a:lnTo>
                    <a:pt x="94576" y="409943"/>
                  </a:lnTo>
                  <a:lnTo>
                    <a:pt x="91363" y="410146"/>
                  </a:lnTo>
                  <a:lnTo>
                    <a:pt x="88798" y="411111"/>
                  </a:lnTo>
                  <a:lnTo>
                    <a:pt x="88887" y="413016"/>
                  </a:lnTo>
                  <a:lnTo>
                    <a:pt x="56375" y="375081"/>
                  </a:lnTo>
                  <a:lnTo>
                    <a:pt x="58953" y="375691"/>
                  </a:lnTo>
                  <a:lnTo>
                    <a:pt x="65366" y="375285"/>
                  </a:lnTo>
                  <a:lnTo>
                    <a:pt x="66789" y="374764"/>
                  </a:lnTo>
                  <a:lnTo>
                    <a:pt x="66497" y="376478"/>
                  </a:lnTo>
                  <a:lnTo>
                    <a:pt x="66662" y="380212"/>
                  </a:lnTo>
                  <a:lnTo>
                    <a:pt x="66840" y="383959"/>
                  </a:lnTo>
                  <a:lnTo>
                    <a:pt x="67665" y="386943"/>
                  </a:lnTo>
                  <a:lnTo>
                    <a:pt x="69342" y="386829"/>
                  </a:lnTo>
                  <a:lnTo>
                    <a:pt x="69888" y="383768"/>
                  </a:lnTo>
                  <a:lnTo>
                    <a:pt x="69532" y="376288"/>
                  </a:lnTo>
                  <a:lnTo>
                    <a:pt x="69075" y="374611"/>
                  </a:lnTo>
                  <a:lnTo>
                    <a:pt x="70561" y="374954"/>
                  </a:lnTo>
                  <a:lnTo>
                    <a:pt x="73761" y="374764"/>
                  </a:lnTo>
                  <a:lnTo>
                    <a:pt x="76962" y="374561"/>
                  </a:lnTo>
                  <a:lnTo>
                    <a:pt x="79527" y="373595"/>
                  </a:lnTo>
                  <a:lnTo>
                    <a:pt x="79438" y="371640"/>
                  </a:lnTo>
                  <a:lnTo>
                    <a:pt x="76796" y="371017"/>
                  </a:lnTo>
                  <a:lnTo>
                    <a:pt x="70396" y="371411"/>
                  </a:lnTo>
                  <a:lnTo>
                    <a:pt x="68872" y="371983"/>
                  </a:lnTo>
                  <a:lnTo>
                    <a:pt x="69189" y="370230"/>
                  </a:lnTo>
                  <a:lnTo>
                    <a:pt x="69011" y="366483"/>
                  </a:lnTo>
                  <a:lnTo>
                    <a:pt x="68846" y="362750"/>
                  </a:lnTo>
                  <a:lnTo>
                    <a:pt x="68021" y="359765"/>
                  </a:lnTo>
                  <a:lnTo>
                    <a:pt x="67665" y="359791"/>
                  </a:lnTo>
                  <a:lnTo>
                    <a:pt x="99428" y="322732"/>
                  </a:lnTo>
                  <a:lnTo>
                    <a:pt x="99009" y="325120"/>
                  </a:lnTo>
                  <a:lnTo>
                    <a:pt x="99352" y="332600"/>
                  </a:lnTo>
                  <a:lnTo>
                    <a:pt x="99796" y="334264"/>
                  </a:lnTo>
                  <a:lnTo>
                    <a:pt x="98399" y="333921"/>
                  </a:lnTo>
                  <a:lnTo>
                    <a:pt x="95199" y="334124"/>
                  </a:lnTo>
                  <a:lnTo>
                    <a:pt x="91986" y="334314"/>
                  </a:lnTo>
                  <a:lnTo>
                    <a:pt x="89420" y="335280"/>
                  </a:lnTo>
                  <a:lnTo>
                    <a:pt x="89522" y="337235"/>
                  </a:lnTo>
                  <a:lnTo>
                    <a:pt x="92163" y="337870"/>
                  </a:lnTo>
                  <a:lnTo>
                    <a:pt x="98564" y="337464"/>
                  </a:lnTo>
                  <a:lnTo>
                    <a:pt x="99999" y="336931"/>
                  </a:lnTo>
                  <a:lnTo>
                    <a:pt x="99707" y="338658"/>
                  </a:lnTo>
                  <a:lnTo>
                    <a:pt x="99872" y="342392"/>
                  </a:lnTo>
                  <a:lnTo>
                    <a:pt x="100037" y="346138"/>
                  </a:lnTo>
                  <a:lnTo>
                    <a:pt x="100863" y="349123"/>
                  </a:lnTo>
                  <a:lnTo>
                    <a:pt x="102539" y="349008"/>
                  </a:lnTo>
                  <a:lnTo>
                    <a:pt x="103085" y="345948"/>
                  </a:lnTo>
                  <a:lnTo>
                    <a:pt x="102743" y="338467"/>
                  </a:lnTo>
                  <a:lnTo>
                    <a:pt x="102285" y="336791"/>
                  </a:lnTo>
                  <a:lnTo>
                    <a:pt x="103759" y="337134"/>
                  </a:lnTo>
                  <a:lnTo>
                    <a:pt x="106959" y="336943"/>
                  </a:lnTo>
                  <a:lnTo>
                    <a:pt x="110172" y="336740"/>
                  </a:lnTo>
                  <a:lnTo>
                    <a:pt x="112737" y="335775"/>
                  </a:lnTo>
                  <a:lnTo>
                    <a:pt x="112712" y="335445"/>
                  </a:lnTo>
                  <a:lnTo>
                    <a:pt x="134061" y="360324"/>
                  </a:lnTo>
                  <a:lnTo>
                    <a:pt x="132435" y="360413"/>
                  </a:lnTo>
                  <a:lnTo>
                    <a:pt x="131889" y="363486"/>
                  </a:lnTo>
                  <a:lnTo>
                    <a:pt x="132232" y="370954"/>
                  </a:lnTo>
                  <a:lnTo>
                    <a:pt x="132689" y="372630"/>
                  </a:lnTo>
                  <a:lnTo>
                    <a:pt x="131279" y="372287"/>
                  </a:lnTo>
                  <a:lnTo>
                    <a:pt x="128079" y="372478"/>
                  </a:lnTo>
                  <a:lnTo>
                    <a:pt x="124879" y="372681"/>
                  </a:lnTo>
                  <a:lnTo>
                    <a:pt x="122313" y="373646"/>
                  </a:lnTo>
                  <a:lnTo>
                    <a:pt x="122402" y="375602"/>
                  </a:lnTo>
                  <a:lnTo>
                    <a:pt x="125044" y="376224"/>
                  </a:lnTo>
                  <a:lnTo>
                    <a:pt x="131457" y="375831"/>
                  </a:lnTo>
                  <a:lnTo>
                    <a:pt x="132880" y="375297"/>
                  </a:lnTo>
                  <a:lnTo>
                    <a:pt x="132588" y="377012"/>
                  </a:lnTo>
                  <a:lnTo>
                    <a:pt x="132753" y="380758"/>
                  </a:lnTo>
                  <a:lnTo>
                    <a:pt x="132918" y="384492"/>
                  </a:lnTo>
                  <a:lnTo>
                    <a:pt x="133756" y="387477"/>
                  </a:lnTo>
                  <a:lnTo>
                    <a:pt x="134289" y="387451"/>
                  </a:lnTo>
                  <a:lnTo>
                    <a:pt x="134289" y="360997"/>
                  </a:lnTo>
                  <a:lnTo>
                    <a:pt x="134124" y="360400"/>
                  </a:lnTo>
                  <a:lnTo>
                    <a:pt x="143903" y="371805"/>
                  </a:lnTo>
                  <a:lnTo>
                    <a:pt x="143903" y="361149"/>
                  </a:lnTo>
                  <a:lnTo>
                    <a:pt x="110998" y="322757"/>
                  </a:lnTo>
                  <a:lnTo>
                    <a:pt x="110998" y="333438"/>
                  </a:lnTo>
                  <a:lnTo>
                    <a:pt x="110007" y="333197"/>
                  </a:lnTo>
                  <a:lnTo>
                    <a:pt x="103593" y="333590"/>
                  </a:lnTo>
                  <a:lnTo>
                    <a:pt x="102082" y="334162"/>
                  </a:lnTo>
                  <a:lnTo>
                    <a:pt x="102387" y="332409"/>
                  </a:lnTo>
                  <a:lnTo>
                    <a:pt x="102222" y="328663"/>
                  </a:lnTo>
                  <a:lnTo>
                    <a:pt x="102057" y="324929"/>
                  </a:lnTo>
                  <a:lnTo>
                    <a:pt x="101231" y="322033"/>
                  </a:lnTo>
                  <a:lnTo>
                    <a:pt x="110998" y="333438"/>
                  </a:lnTo>
                  <a:lnTo>
                    <a:pt x="110998" y="322757"/>
                  </a:lnTo>
                  <a:lnTo>
                    <a:pt x="109778" y="321322"/>
                  </a:lnTo>
                  <a:lnTo>
                    <a:pt x="101168" y="311289"/>
                  </a:lnTo>
                  <a:lnTo>
                    <a:pt x="101168" y="321957"/>
                  </a:lnTo>
                  <a:lnTo>
                    <a:pt x="100037" y="322021"/>
                  </a:lnTo>
                  <a:lnTo>
                    <a:pt x="100634" y="321322"/>
                  </a:lnTo>
                  <a:lnTo>
                    <a:pt x="101168" y="321957"/>
                  </a:lnTo>
                  <a:lnTo>
                    <a:pt x="101168" y="311289"/>
                  </a:lnTo>
                  <a:lnTo>
                    <a:pt x="100634" y="310667"/>
                  </a:lnTo>
                  <a:lnTo>
                    <a:pt x="66586" y="350393"/>
                  </a:lnTo>
                  <a:lnTo>
                    <a:pt x="66586" y="372084"/>
                  </a:lnTo>
                  <a:lnTo>
                    <a:pt x="65201" y="371741"/>
                  </a:lnTo>
                  <a:lnTo>
                    <a:pt x="61988" y="371944"/>
                  </a:lnTo>
                  <a:lnTo>
                    <a:pt x="58788" y="372135"/>
                  </a:lnTo>
                  <a:lnTo>
                    <a:pt x="56299" y="373087"/>
                  </a:lnTo>
                  <a:lnTo>
                    <a:pt x="56299" y="374992"/>
                  </a:lnTo>
                  <a:lnTo>
                    <a:pt x="55473" y="374015"/>
                  </a:lnTo>
                  <a:lnTo>
                    <a:pt x="56222" y="373151"/>
                  </a:lnTo>
                  <a:lnTo>
                    <a:pt x="56299" y="374992"/>
                  </a:lnTo>
                  <a:lnTo>
                    <a:pt x="56299" y="373087"/>
                  </a:lnTo>
                  <a:lnTo>
                    <a:pt x="66014" y="361721"/>
                  </a:lnTo>
                  <a:lnTo>
                    <a:pt x="65798" y="362940"/>
                  </a:lnTo>
                  <a:lnTo>
                    <a:pt x="66141" y="370420"/>
                  </a:lnTo>
                  <a:lnTo>
                    <a:pt x="66586" y="372084"/>
                  </a:lnTo>
                  <a:lnTo>
                    <a:pt x="66586" y="350393"/>
                  </a:lnTo>
                  <a:lnTo>
                    <a:pt x="46329" y="374015"/>
                  </a:lnTo>
                  <a:lnTo>
                    <a:pt x="100634" y="437362"/>
                  </a:lnTo>
                  <a:lnTo>
                    <a:pt x="109778" y="426707"/>
                  </a:lnTo>
                  <a:lnTo>
                    <a:pt x="154940" y="374015"/>
                  </a:lnTo>
                  <a:close/>
                </a:path>
                <a:path w="411479" h="437515">
                  <a:moveTo>
                    <a:pt x="259435" y="63347"/>
                  </a:moveTo>
                  <a:lnTo>
                    <a:pt x="250291" y="52692"/>
                  </a:lnTo>
                  <a:lnTo>
                    <a:pt x="250291" y="63347"/>
                  </a:lnTo>
                  <a:lnTo>
                    <a:pt x="240195" y="75133"/>
                  </a:lnTo>
                  <a:lnTo>
                    <a:pt x="240461" y="73647"/>
                  </a:lnTo>
                  <a:lnTo>
                    <a:pt x="240118" y="66167"/>
                  </a:lnTo>
                  <a:lnTo>
                    <a:pt x="239649" y="64490"/>
                  </a:lnTo>
                  <a:lnTo>
                    <a:pt x="241134" y="64833"/>
                  </a:lnTo>
                  <a:lnTo>
                    <a:pt x="244335" y="64643"/>
                  </a:lnTo>
                  <a:lnTo>
                    <a:pt x="247548" y="64439"/>
                  </a:lnTo>
                  <a:lnTo>
                    <a:pt x="250113" y="63474"/>
                  </a:lnTo>
                  <a:lnTo>
                    <a:pt x="250088" y="63119"/>
                  </a:lnTo>
                  <a:lnTo>
                    <a:pt x="250291" y="63347"/>
                  </a:lnTo>
                  <a:lnTo>
                    <a:pt x="250291" y="52692"/>
                  </a:lnTo>
                  <a:lnTo>
                    <a:pt x="248386" y="50469"/>
                  </a:lnTo>
                  <a:lnTo>
                    <a:pt x="248386" y="61150"/>
                  </a:lnTo>
                  <a:lnTo>
                    <a:pt x="247370" y="60896"/>
                  </a:lnTo>
                  <a:lnTo>
                    <a:pt x="240969" y="61290"/>
                  </a:lnTo>
                  <a:lnTo>
                    <a:pt x="239458" y="61861"/>
                  </a:lnTo>
                  <a:lnTo>
                    <a:pt x="239763" y="60109"/>
                  </a:lnTo>
                  <a:lnTo>
                    <a:pt x="239598" y="56362"/>
                  </a:lnTo>
                  <a:lnTo>
                    <a:pt x="239420" y="52628"/>
                  </a:lnTo>
                  <a:lnTo>
                    <a:pt x="238772" y="50330"/>
                  </a:lnTo>
                  <a:lnTo>
                    <a:pt x="238772" y="76784"/>
                  </a:lnTo>
                  <a:lnTo>
                    <a:pt x="205130" y="116039"/>
                  </a:lnTo>
                  <a:lnTo>
                    <a:pt x="193446" y="102425"/>
                  </a:lnTo>
                  <a:lnTo>
                    <a:pt x="196024" y="103035"/>
                  </a:lnTo>
                  <a:lnTo>
                    <a:pt x="202438" y="102628"/>
                  </a:lnTo>
                  <a:lnTo>
                    <a:pt x="203860" y="102108"/>
                  </a:lnTo>
                  <a:lnTo>
                    <a:pt x="203568" y="103822"/>
                  </a:lnTo>
                  <a:lnTo>
                    <a:pt x="203733" y="107556"/>
                  </a:lnTo>
                  <a:lnTo>
                    <a:pt x="203898" y="111302"/>
                  </a:lnTo>
                  <a:lnTo>
                    <a:pt x="204736" y="114287"/>
                  </a:lnTo>
                  <a:lnTo>
                    <a:pt x="206400" y="114173"/>
                  </a:lnTo>
                  <a:lnTo>
                    <a:pt x="206946" y="111112"/>
                  </a:lnTo>
                  <a:lnTo>
                    <a:pt x="206603" y="103632"/>
                  </a:lnTo>
                  <a:lnTo>
                    <a:pt x="206146" y="101955"/>
                  </a:lnTo>
                  <a:lnTo>
                    <a:pt x="207632" y="102298"/>
                  </a:lnTo>
                  <a:lnTo>
                    <a:pt x="210832" y="102108"/>
                  </a:lnTo>
                  <a:lnTo>
                    <a:pt x="214033" y="101904"/>
                  </a:lnTo>
                  <a:lnTo>
                    <a:pt x="216598" y="100939"/>
                  </a:lnTo>
                  <a:lnTo>
                    <a:pt x="216509" y="98983"/>
                  </a:lnTo>
                  <a:lnTo>
                    <a:pt x="213868" y="98361"/>
                  </a:lnTo>
                  <a:lnTo>
                    <a:pt x="207454" y="98755"/>
                  </a:lnTo>
                  <a:lnTo>
                    <a:pt x="205943" y="99326"/>
                  </a:lnTo>
                  <a:lnTo>
                    <a:pt x="206248" y="97574"/>
                  </a:lnTo>
                  <a:lnTo>
                    <a:pt x="206082" y="93827"/>
                  </a:lnTo>
                  <a:lnTo>
                    <a:pt x="205917" y="90093"/>
                  </a:lnTo>
                  <a:lnTo>
                    <a:pt x="205092" y="87109"/>
                  </a:lnTo>
                  <a:lnTo>
                    <a:pt x="203415" y="87210"/>
                  </a:lnTo>
                  <a:lnTo>
                    <a:pt x="202869" y="90284"/>
                  </a:lnTo>
                  <a:lnTo>
                    <a:pt x="203212" y="97764"/>
                  </a:lnTo>
                  <a:lnTo>
                    <a:pt x="203657" y="99428"/>
                  </a:lnTo>
                  <a:lnTo>
                    <a:pt x="202260" y="99085"/>
                  </a:lnTo>
                  <a:lnTo>
                    <a:pt x="199059" y="99288"/>
                  </a:lnTo>
                  <a:lnTo>
                    <a:pt x="195859" y="99479"/>
                  </a:lnTo>
                  <a:lnTo>
                    <a:pt x="193294" y="100444"/>
                  </a:lnTo>
                  <a:lnTo>
                    <a:pt x="193370" y="102349"/>
                  </a:lnTo>
                  <a:lnTo>
                    <a:pt x="160870" y="64427"/>
                  </a:lnTo>
                  <a:lnTo>
                    <a:pt x="163449" y="65024"/>
                  </a:lnTo>
                  <a:lnTo>
                    <a:pt x="169849" y="64630"/>
                  </a:lnTo>
                  <a:lnTo>
                    <a:pt x="171284" y="64096"/>
                  </a:lnTo>
                  <a:lnTo>
                    <a:pt x="170992" y="65811"/>
                  </a:lnTo>
                  <a:lnTo>
                    <a:pt x="171157" y="69557"/>
                  </a:lnTo>
                  <a:lnTo>
                    <a:pt x="171335" y="73291"/>
                  </a:lnTo>
                  <a:lnTo>
                    <a:pt x="172148" y="76276"/>
                  </a:lnTo>
                  <a:lnTo>
                    <a:pt x="173824" y="76174"/>
                  </a:lnTo>
                  <a:lnTo>
                    <a:pt x="174371" y="73101"/>
                  </a:lnTo>
                  <a:lnTo>
                    <a:pt x="174028" y="65620"/>
                  </a:lnTo>
                  <a:lnTo>
                    <a:pt x="173558" y="63944"/>
                  </a:lnTo>
                  <a:lnTo>
                    <a:pt x="175044" y="64300"/>
                  </a:lnTo>
                  <a:lnTo>
                    <a:pt x="178244" y="64096"/>
                  </a:lnTo>
                  <a:lnTo>
                    <a:pt x="181457" y="63906"/>
                  </a:lnTo>
                  <a:lnTo>
                    <a:pt x="184023" y="62941"/>
                  </a:lnTo>
                  <a:lnTo>
                    <a:pt x="183921" y="60972"/>
                  </a:lnTo>
                  <a:lnTo>
                    <a:pt x="181292" y="60350"/>
                  </a:lnTo>
                  <a:lnTo>
                    <a:pt x="174879" y="60744"/>
                  </a:lnTo>
                  <a:lnTo>
                    <a:pt x="173367" y="61315"/>
                  </a:lnTo>
                  <a:lnTo>
                    <a:pt x="173672" y="59563"/>
                  </a:lnTo>
                  <a:lnTo>
                    <a:pt x="173507" y="55829"/>
                  </a:lnTo>
                  <a:lnTo>
                    <a:pt x="173342" y="52095"/>
                  </a:lnTo>
                  <a:lnTo>
                    <a:pt x="172504" y="49110"/>
                  </a:lnTo>
                  <a:lnTo>
                    <a:pt x="172135" y="49136"/>
                  </a:lnTo>
                  <a:lnTo>
                    <a:pt x="203911" y="12077"/>
                  </a:lnTo>
                  <a:lnTo>
                    <a:pt x="203492" y="14452"/>
                  </a:lnTo>
                  <a:lnTo>
                    <a:pt x="203835" y="21932"/>
                  </a:lnTo>
                  <a:lnTo>
                    <a:pt x="204279" y="23596"/>
                  </a:lnTo>
                  <a:lnTo>
                    <a:pt x="202882" y="23253"/>
                  </a:lnTo>
                  <a:lnTo>
                    <a:pt x="199682" y="23456"/>
                  </a:lnTo>
                  <a:lnTo>
                    <a:pt x="196481" y="23660"/>
                  </a:lnTo>
                  <a:lnTo>
                    <a:pt x="193916" y="24625"/>
                  </a:lnTo>
                  <a:lnTo>
                    <a:pt x="194005" y="26581"/>
                  </a:lnTo>
                  <a:lnTo>
                    <a:pt x="196646" y="27203"/>
                  </a:lnTo>
                  <a:lnTo>
                    <a:pt x="203047" y="26809"/>
                  </a:lnTo>
                  <a:lnTo>
                    <a:pt x="204482" y="26276"/>
                  </a:lnTo>
                  <a:lnTo>
                    <a:pt x="204190" y="27990"/>
                  </a:lnTo>
                  <a:lnTo>
                    <a:pt x="204355" y="31737"/>
                  </a:lnTo>
                  <a:lnTo>
                    <a:pt x="204520" y="35471"/>
                  </a:lnTo>
                  <a:lnTo>
                    <a:pt x="205359" y="38455"/>
                  </a:lnTo>
                  <a:lnTo>
                    <a:pt x="207022" y="38354"/>
                  </a:lnTo>
                  <a:lnTo>
                    <a:pt x="207568" y="35280"/>
                  </a:lnTo>
                  <a:lnTo>
                    <a:pt x="207225" y="27813"/>
                  </a:lnTo>
                  <a:lnTo>
                    <a:pt x="206756" y="26123"/>
                  </a:lnTo>
                  <a:lnTo>
                    <a:pt x="208254" y="26479"/>
                  </a:lnTo>
                  <a:lnTo>
                    <a:pt x="211455" y="26276"/>
                  </a:lnTo>
                  <a:lnTo>
                    <a:pt x="214655" y="26085"/>
                  </a:lnTo>
                  <a:lnTo>
                    <a:pt x="217220" y="25120"/>
                  </a:lnTo>
                  <a:lnTo>
                    <a:pt x="217195" y="24765"/>
                  </a:lnTo>
                  <a:lnTo>
                    <a:pt x="238544" y="49657"/>
                  </a:lnTo>
                  <a:lnTo>
                    <a:pt x="236918" y="49745"/>
                  </a:lnTo>
                  <a:lnTo>
                    <a:pt x="236372" y="52819"/>
                  </a:lnTo>
                  <a:lnTo>
                    <a:pt x="236728" y="60299"/>
                  </a:lnTo>
                  <a:lnTo>
                    <a:pt x="237172" y="61963"/>
                  </a:lnTo>
                  <a:lnTo>
                    <a:pt x="235775" y="61620"/>
                  </a:lnTo>
                  <a:lnTo>
                    <a:pt x="232562" y="61823"/>
                  </a:lnTo>
                  <a:lnTo>
                    <a:pt x="229362" y="62014"/>
                  </a:lnTo>
                  <a:lnTo>
                    <a:pt x="226796" y="62979"/>
                  </a:lnTo>
                  <a:lnTo>
                    <a:pt x="226898" y="64935"/>
                  </a:lnTo>
                  <a:lnTo>
                    <a:pt x="229527" y="65570"/>
                  </a:lnTo>
                  <a:lnTo>
                    <a:pt x="235940" y="65163"/>
                  </a:lnTo>
                  <a:lnTo>
                    <a:pt x="237375" y="64630"/>
                  </a:lnTo>
                  <a:lnTo>
                    <a:pt x="237070" y="66357"/>
                  </a:lnTo>
                  <a:lnTo>
                    <a:pt x="237248" y="70091"/>
                  </a:lnTo>
                  <a:lnTo>
                    <a:pt x="237413" y="73825"/>
                  </a:lnTo>
                  <a:lnTo>
                    <a:pt x="238239" y="76809"/>
                  </a:lnTo>
                  <a:lnTo>
                    <a:pt x="238772" y="76784"/>
                  </a:lnTo>
                  <a:lnTo>
                    <a:pt x="238772" y="50330"/>
                  </a:lnTo>
                  <a:lnTo>
                    <a:pt x="238607" y="49733"/>
                  </a:lnTo>
                  <a:lnTo>
                    <a:pt x="248386" y="61150"/>
                  </a:lnTo>
                  <a:lnTo>
                    <a:pt x="248386" y="50469"/>
                  </a:lnTo>
                  <a:lnTo>
                    <a:pt x="215493" y="12103"/>
                  </a:lnTo>
                  <a:lnTo>
                    <a:pt x="215493" y="22783"/>
                  </a:lnTo>
                  <a:lnTo>
                    <a:pt x="214490" y="22529"/>
                  </a:lnTo>
                  <a:lnTo>
                    <a:pt x="208076" y="22923"/>
                  </a:lnTo>
                  <a:lnTo>
                    <a:pt x="206565" y="23495"/>
                  </a:lnTo>
                  <a:lnTo>
                    <a:pt x="206870" y="21742"/>
                  </a:lnTo>
                  <a:lnTo>
                    <a:pt x="206705" y="18008"/>
                  </a:lnTo>
                  <a:lnTo>
                    <a:pt x="206540" y="14274"/>
                  </a:lnTo>
                  <a:lnTo>
                    <a:pt x="205727" y="11366"/>
                  </a:lnTo>
                  <a:lnTo>
                    <a:pt x="215493" y="22783"/>
                  </a:lnTo>
                  <a:lnTo>
                    <a:pt x="215493" y="12103"/>
                  </a:lnTo>
                  <a:lnTo>
                    <a:pt x="214261" y="10655"/>
                  </a:lnTo>
                  <a:lnTo>
                    <a:pt x="205663" y="635"/>
                  </a:lnTo>
                  <a:lnTo>
                    <a:pt x="205663" y="11303"/>
                  </a:lnTo>
                  <a:lnTo>
                    <a:pt x="204520" y="11366"/>
                  </a:lnTo>
                  <a:lnTo>
                    <a:pt x="205130" y="10655"/>
                  </a:lnTo>
                  <a:lnTo>
                    <a:pt x="205663" y="11303"/>
                  </a:lnTo>
                  <a:lnTo>
                    <a:pt x="205663" y="635"/>
                  </a:lnTo>
                  <a:lnTo>
                    <a:pt x="205130" y="0"/>
                  </a:lnTo>
                  <a:lnTo>
                    <a:pt x="171081" y="39712"/>
                  </a:lnTo>
                  <a:lnTo>
                    <a:pt x="171081" y="61417"/>
                  </a:lnTo>
                  <a:lnTo>
                    <a:pt x="169684" y="61074"/>
                  </a:lnTo>
                  <a:lnTo>
                    <a:pt x="166484" y="61277"/>
                  </a:lnTo>
                  <a:lnTo>
                    <a:pt x="163271" y="61480"/>
                  </a:lnTo>
                  <a:lnTo>
                    <a:pt x="160794" y="62420"/>
                  </a:lnTo>
                  <a:lnTo>
                    <a:pt x="160794" y="64338"/>
                  </a:lnTo>
                  <a:lnTo>
                    <a:pt x="159956" y="63347"/>
                  </a:lnTo>
                  <a:lnTo>
                    <a:pt x="160705" y="62471"/>
                  </a:lnTo>
                  <a:lnTo>
                    <a:pt x="160794" y="64338"/>
                  </a:lnTo>
                  <a:lnTo>
                    <a:pt x="160794" y="62420"/>
                  </a:lnTo>
                  <a:lnTo>
                    <a:pt x="170497" y="51041"/>
                  </a:lnTo>
                  <a:lnTo>
                    <a:pt x="170294" y="52273"/>
                  </a:lnTo>
                  <a:lnTo>
                    <a:pt x="170637" y="59753"/>
                  </a:lnTo>
                  <a:lnTo>
                    <a:pt x="171081" y="61417"/>
                  </a:lnTo>
                  <a:lnTo>
                    <a:pt x="171081" y="39712"/>
                  </a:lnTo>
                  <a:lnTo>
                    <a:pt x="150812" y="63347"/>
                  </a:lnTo>
                  <a:lnTo>
                    <a:pt x="205130" y="126695"/>
                  </a:lnTo>
                  <a:lnTo>
                    <a:pt x="214261" y="116039"/>
                  </a:lnTo>
                  <a:lnTo>
                    <a:pt x="259435" y="63347"/>
                  </a:lnTo>
                  <a:close/>
                </a:path>
                <a:path w="411479" h="437515">
                  <a:moveTo>
                    <a:pt x="410959" y="140512"/>
                  </a:moveTo>
                  <a:lnTo>
                    <a:pt x="401828" y="129870"/>
                  </a:lnTo>
                  <a:lnTo>
                    <a:pt x="401828" y="140512"/>
                  </a:lnTo>
                  <a:lnTo>
                    <a:pt x="391706" y="152311"/>
                  </a:lnTo>
                  <a:lnTo>
                    <a:pt x="391985" y="150799"/>
                  </a:lnTo>
                  <a:lnTo>
                    <a:pt x="391642" y="143332"/>
                  </a:lnTo>
                  <a:lnTo>
                    <a:pt x="391185" y="141655"/>
                  </a:lnTo>
                  <a:lnTo>
                    <a:pt x="392658" y="141998"/>
                  </a:lnTo>
                  <a:lnTo>
                    <a:pt x="395871" y="141795"/>
                  </a:lnTo>
                  <a:lnTo>
                    <a:pt x="399072" y="141605"/>
                  </a:lnTo>
                  <a:lnTo>
                    <a:pt x="401637" y="140639"/>
                  </a:lnTo>
                  <a:lnTo>
                    <a:pt x="401612" y="140271"/>
                  </a:lnTo>
                  <a:lnTo>
                    <a:pt x="401828" y="140512"/>
                  </a:lnTo>
                  <a:lnTo>
                    <a:pt x="401828" y="129870"/>
                  </a:lnTo>
                  <a:lnTo>
                    <a:pt x="399923" y="127647"/>
                  </a:lnTo>
                  <a:lnTo>
                    <a:pt x="399923" y="138303"/>
                  </a:lnTo>
                  <a:lnTo>
                    <a:pt x="398907" y="138049"/>
                  </a:lnTo>
                  <a:lnTo>
                    <a:pt x="392493" y="138442"/>
                  </a:lnTo>
                  <a:lnTo>
                    <a:pt x="390982" y="139014"/>
                  </a:lnTo>
                  <a:lnTo>
                    <a:pt x="391287" y="137261"/>
                  </a:lnTo>
                  <a:lnTo>
                    <a:pt x="391121" y="133527"/>
                  </a:lnTo>
                  <a:lnTo>
                    <a:pt x="390956" y="129794"/>
                  </a:lnTo>
                  <a:lnTo>
                    <a:pt x="390309" y="127495"/>
                  </a:lnTo>
                  <a:lnTo>
                    <a:pt x="390309" y="153949"/>
                  </a:lnTo>
                  <a:lnTo>
                    <a:pt x="356654" y="193205"/>
                  </a:lnTo>
                  <a:lnTo>
                    <a:pt x="344970" y="179578"/>
                  </a:lnTo>
                  <a:lnTo>
                    <a:pt x="347560" y="180187"/>
                  </a:lnTo>
                  <a:lnTo>
                    <a:pt x="353961" y="179793"/>
                  </a:lnTo>
                  <a:lnTo>
                    <a:pt x="355396" y="179260"/>
                  </a:lnTo>
                  <a:lnTo>
                    <a:pt x="355104" y="180987"/>
                  </a:lnTo>
                  <a:lnTo>
                    <a:pt x="355269" y="184721"/>
                  </a:lnTo>
                  <a:lnTo>
                    <a:pt x="355434" y="188455"/>
                  </a:lnTo>
                  <a:lnTo>
                    <a:pt x="356260" y="191439"/>
                  </a:lnTo>
                  <a:lnTo>
                    <a:pt x="357936" y="191338"/>
                  </a:lnTo>
                  <a:lnTo>
                    <a:pt x="358482" y="188264"/>
                  </a:lnTo>
                  <a:lnTo>
                    <a:pt x="358140" y="180797"/>
                  </a:lnTo>
                  <a:lnTo>
                    <a:pt x="357670" y="179120"/>
                  </a:lnTo>
                  <a:lnTo>
                    <a:pt x="359156" y="179463"/>
                  </a:lnTo>
                  <a:lnTo>
                    <a:pt x="362356" y="179260"/>
                  </a:lnTo>
                  <a:lnTo>
                    <a:pt x="365569" y="179070"/>
                  </a:lnTo>
                  <a:lnTo>
                    <a:pt x="368134" y="178104"/>
                  </a:lnTo>
                  <a:lnTo>
                    <a:pt x="368033" y="176149"/>
                  </a:lnTo>
                  <a:lnTo>
                    <a:pt x="365404" y="175514"/>
                  </a:lnTo>
                  <a:lnTo>
                    <a:pt x="358990" y="175920"/>
                  </a:lnTo>
                  <a:lnTo>
                    <a:pt x="357479" y="176491"/>
                  </a:lnTo>
                  <a:lnTo>
                    <a:pt x="357784" y="174739"/>
                  </a:lnTo>
                  <a:lnTo>
                    <a:pt x="357619" y="170992"/>
                  </a:lnTo>
                  <a:lnTo>
                    <a:pt x="357454" y="167259"/>
                  </a:lnTo>
                  <a:lnTo>
                    <a:pt x="356616" y="164274"/>
                  </a:lnTo>
                  <a:lnTo>
                    <a:pt x="354952" y="164376"/>
                  </a:lnTo>
                  <a:lnTo>
                    <a:pt x="354406" y="167449"/>
                  </a:lnTo>
                  <a:lnTo>
                    <a:pt x="354749" y="174917"/>
                  </a:lnTo>
                  <a:lnTo>
                    <a:pt x="355193" y="176593"/>
                  </a:lnTo>
                  <a:lnTo>
                    <a:pt x="353796" y="176250"/>
                  </a:lnTo>
                  <a:lnTo>
                    <a:pt x="350596" y="176441"/>
                  </a:lnTo>
                  <a:lnTo>
                    <a:pt x="347383" y="176644"/>
                  </a:lnTo>
                  <a:lnTo>
                    <a:pt x="344817" y="177609"/>
                  </a:lnTo>
                  <a:lnTo>
                    <a:pt x="344906" y="179514"/>
                  </a:lnTo>
                  <a:lnTo>
                    <a:pt x="312394" y="141579"/>
                  </a:lnTo>
                  <a:lnTo>
                    <a:pt x="314972" y="142189"/>
                  </a:lnTo>
                  <a:lnTo>
                    <a:pt x="321386" y="141795"/>
                  </a:lnTo>
                  <a:lnTo>
                    <a:pt x="322808" y="141262"/>
                  </a:lnTo>
                  <a:lnTo>
                    <a:pt x="322516" y="142976"/>
                  </a:lnTo>
                  <a:lnTo>
                    <a:pt x="322681" y="146710"/>
                  </a:lnTo>
                  <a:lnTo>
                    <a:pt x="322859" y="150456"/>
                  </a:lnTo>
                  <a:lnTo>
                    <a:pt x="323684" y="153441"/>
                  </a:lnTo>
                  <a:lnTo>
                    <a:pt x="325361" y="153327"/>
                  </a:lnTo>
                  <a:lnTo>
                    <a:pt x="325907" y="150266"/>
                  </a:lnTo>
                  <a:lnTo>
                    <a:pt x="325551" y="142786"/>
                  </a:lnTo>
                  <a:lnTo>
                    <a:pt x="325094" y="141109"/>
                  </a:lnTo>
                  <a:lnTo>
                    <a:pt x="326580" y="141465"/>
                  </a:lnTo>
                  <a:lnTo>
                    <a:pt x="329780" y="141262"/>
                  </a:lnTo>
                  <a:lnTo>
                    <a:pt x="332981" y="141058"/>
                  </a:lnTo>
                  <a:lnTo>
                    <a:pt x="335546" y="140093"/>
                  </a:lnTo>
                  <a:lnTo>
                    <a:pt x="335457" y="138137"/>
                  </a:lnTo>
                  <a:lnTo>
                    <a:pt x="332816" y="137515"/>
                  </a:lnTo>
                  <a:lnTo>
                    <a:pt x="326415" y="137909"/>
                  </a:lnTo>
                  <a:lnTo>
                    <a:pt x="324891" y="138480"/>
                  </a:lnTo>
                  <a:lnTo>
                    <a:pt x="325208" y="136728"/>
                  </a:lnTo>
                  <a:lnTo>
                    <a:pt x="325031" y="132994"/>
                  </a:lnTo>
                  <a:lnTo>
                    <a:pt x="324866" y="129247"/>
                  </a:lnTo>
                  <a:lnTo>
                    <a:pt x="324040" y="126263"/>
                  </a:lnTo>
                  <a:lnTo>
                    <a:pt x="323684" y="126288"/>
                  </a:lnTo>
                  <a:lnTo>
                    <a:pt x="355447" y="89230"/>
                  </a:lnTo>
                  <a:lnTo>
                    <a:pt x="355028" y="91617"/>
                  </a:lnTo>
                  <a:lnTo>
                    <a:pt x="355371" y="99098"/>
                  </a:lnTo>
                  <a:lnTo>
                    <a:pt x="355815" y="100761"/>
                  </a:lnTo>
                  <a:lnTo>
                    <a:pt x="354418" y="100418"/>
                  </a:lnTo>
                  <a:lnTo>
                    <a:pt x="351218" y="100622"/>
                  </a:lnTo>
                  <a:lnTo>
                    <a:pt x="348005" y="100812"/>
                  </a:lnTo>
                  <a:lnTo>
                    <a:pt x="345440" y="101777"/>
                  </a:lnTo>
                  <a:lnTo>
                    <a:pt x="345541" y="103733"/>
                  </a:lnTo>
                  <a:lnTo>
                    <a:pt x="348183" y="104368"/>
                  </a:lnTo>
                  <a:lnTo>
                    <a:pt x="354584" y="103974"/>
                  </a:lnTo>
                  <a:lnTo>
                    <a:pt x="356019" y="103441"/>
                  </a:lnTo>
                  <a:lnTo>
                    <a:pt x="355727" y="105156"/>
                  </a:lnTo>
                  <a:lnTo>
                    <a:pt x="355892" y="108889"/>
                  </a:lnTo>
                  <a:lnTo>
                    <a:pt x="356057" y="112636"/>
                  </a:lnTo>
                  <a:lnTo>
                    <a:pt x="356882" y="115620"/>
                  </a:lnTo>
                  <a:lnTo>
                    <a:pt x="358559" y="115506"/>
                  </a:lnTo>
                  <a:lnTo>
                    <a:pt x="359105" y="112445"/>
                  </a:lnTo>
                  <a:lnTo>
                    <a:pt x="358762" y="104965"/>
                  </a:lnTo>
                  <a:lnTo>
                    <a:pt x="358292" y="103301"/>
                  </a:lnTo>
                  <a:lnTo>
                    <a:pt x="359778" y="103644"/>
                  </a:lnTo>
                  <a:lnTo>
                    <a:pt x="362978" y="103441"/>
                  </a:lnTo>
                  <a:lnTo>
                    <a:pt x="366191" y="103238"/>
                  </a:lnTo>
                  <a:lnTo>
                    <a:pt x="368757" y="102273"/>
                  </a:lnTo>
                  <a:lnTo>
                    <a:pt x="368731" y="101942"/>
                  </a:lnTo>
                  <a:lnTo>
                    <a:pt x="390080" y="126822"/>
                  </a:lnTo>
                  <a:lnTo>
                    <a:pt x="388454" y="126911"/>
                  </a:lnTo>
                  <a:lnTo>
                    <a:pt x="387908" y="129984"/>
                  </a:lnTo>
                  <a:lnTo>
                    <a:pt x="388251" y="137452"/>
                  </a:lnTo>
                  <a:lnTo>
                    <a:pt x="388708" y="139128"/>
                  </a:lnTo>
                  <a:lnTo>
                    <a:pt x="387299" y="138785"/>
                  </a:lnTo>
                  <a:lnTo>
                    <a:pt x="384098" y="138976"/>
                  </a:lnTo>
                  <a:lnTo>
                    <a:pt x="380898" y="139179"/>
                  </a:lnTo>
                  <a:lnTo>
                    <a:pt x="378333" y="140144"/>
                  </a:lnTo>
                  <a:lnTo>
                    <a:pt x="378421" y="142100"/>
                  </a:lnTo>
                  <a:lnTo>
                    <a:pt x="381063" y="142722"/>
                  </a:lnTo>
                  <a:lnTo>
                    <a:pt x="387477" y="142328"/>
                  </a:lnTo>
                  <a:lnTo>
                    <a:pt x="388899" y="141795"/>
                  </a:lnTo>
                  <a:lnTo>
                    <a:pt x="388607" y="143510"/>
                  </a:lnTo>
                  <a:lnTo>
                    <a:pt x="388772" y="147256"/>
                  </a:lnTo>
                  <a:lnTo>
                    <a:pt x="388937" y="150990"/>
                  </a:lnTo>
                  <a:lnTo>
                    <a:pt x="389775" y="153974"/>
                  </a:lnTo>
                  <a:lnTo>
                    <a:pt x="390309" y="153949"/>
                  </a:lnTo>
                  <a:lnTo>
                    <a:pt x="390309" y="127495"/>
                  </a:lnTo>
                  <a:lnTo>
                    <a:pt x="390144" y="126898"/>
                  </a:lnTo>
                  <a:lnTo>
                    <a:pt x="399923" y="138303"/>
                  </a:lnTo>
                  <a:lnTo>
                    <a:pt x="399923" y="127647"/>
                  </a:lnTo>
                  <a:lnTo>
                    <a:pt x="367017" y="89255"/>
                  </a:lnTo>
                  <a:lnTo>
                    <a:pt x="367017" y="99936"/>
                  </a:lnTo>
                  <a:lnTo>
                    <a:pt x="366026" y="99695"/>
                  </a:lnTo>
                  <a:lnTo>
                    <a:pt x="359613" y="100088"/>
                  </a:lnTo>
                  <a:lnTo>
                    <a:pt x="358101" y="100660"/>
                  </a:lnTo>
                  <a:lnTo>
                    <a:pt x="358406" y="98907"/>
                  </a:lnTo>
                  <a:lnTo>
                    <a:pt x="358241" y="95173"/>
                  </a:lnTo>
                  <a:lnTo>
                    <a:pt x="358076" y="91427"/>
                  </a:lnTo>
                  <a:lnTo>
                    <a:pt x="357251" y="88531"/>
                  </a:lnTo>
                  <a:lnTo>
                    <a:pt x="367017" y="99936"/>
                  </a:lnTo>
                  <a:lnTo>
                    <a:pt x="367017" y="89255"/>
                  </a:lnTo>
                  <a:lnTo>
                    <a:pt x="365798" y="87820"/>
                  </a:lnTo>
                  <a:lnTo>
                    <a:pt x="357187" y="77787"/>
                  </a:lnTo>
                  <a:lnTo>
                    <a:pt x="357187" y="88455"/>
                  </a:lnTo>
                  <a:lnTo>
                    <a:pt x="356044" y="88531"/>
                  </a:lnTo>
                  <a:lnTo>
                    <a:pt x="356654" y="87820"/>
                  </a:lnTo>
                  <a:lnTo>
                    <a:pt x="357187" y="88455"/>
                  </a:lnTo>
                  <a:lnTo>
                    <a:pt x="357187" y="77787"/>
                  </a:lnTo>
                  <a:lnTo>
                    <a:pt x="356654" y="77165"/>
                  </a:lnTo>
                  <a:lnTo>
                    <a:pt x="322605" y="116890"/>
                  </a:lnTo>
                  <a:lnTo>
                    <a:pt x="322605" y="138582"/>
                  </a:lnTo>
                  <a:lnTo>
                    <a:pt x="321221" y="138239"/>
                  </a:lnTo>
                  <a:lnTo>
                    <a:pt x="318008" y="138442"/>
                  </a:lnTo>
                  <a:lnTo>
                    <a:pt x="314807" y="138633"/>
                  </a:lnTo>
                  <a:lnTo>
                    <a:pt x="312318" y="139585"/>
                  </a:lnTo>
                  <a:lnTo>
                    <a:pt x="312318" y="141490"/>
                  </a:lnTo>
                  <a:lnTo>
                    <a:pt x="311492" y="140512"/>
                  </a:lnTo>
                  <a:lnTo>
                    <a:pt x="312242" y="139649"/>
                  </a:lnTo>
                  <a:lnTo>
                    <a:pt x="312318" y="141490"/>
                  </a:lnTo>
                  <a:lnTo>
                    <a:pt x="312318" y="139585"/>
                  </a:lnTo>
                  <a:lnTo>
                    <a:pt x="322033" y="128219"/>
                  </a:lnTo>
                  <a:lnTo>
                    <a:pt x="321818" y="129438"/>
                  </a:lnTo>
                  <a:lnTo>
                    <a:pt x="322160" y="136918"/>
                  </a:lnTo>
                  <a:lnTo>
                    <a:pt x="322605" y="138582"/>
                  </a:lnTo>
                  <a:lnTo>
                    <a:pt x="322605" y="116890"/>
                  </a:lnTo>
                  <a:lnTo>
                    <a:pt x="305473" y="136867"/>
                  </a:lnTo>
                  <a:lnTo>
                    <a:pt x="299478" y="129882"/>
                  </a:lnTo>
                  <a:lnTo>
                    <a:pt x="299478" y="140512"/>
                  </a:lnTo>
                  <a:lnTo>
                    <a:pt x="289356" y="152311"/>
                  </a:lnTo>
                  <a:lnTo>
                    <a:pt x="289636" y="150799"/>
                  </a:lnTo>
                  <a:lnTo>
                    <a:pt x="289293" y="143332"/>
                  </a:lnTo>
                  <a:lnTo>
                    <a:pt x="288836" y="141655"/>
                  </a:lnTo>
                  <a:lnTo>
                    <a:pt x="290309" y="141998"/>
                  </a:lnTo>
                  <a:lnTo>
                    <a:pt x="293509" y="141795"/>
                  </a:lnTo>
                  <a:lnTo>
                    <a:pt x="296722" y="141605"/>
                  </a:lnTo>
                  <a:lnTo>
                    <a:pt x="299288" y="140639"/>
                  </a:lnTo>
                  <a:lnTo>
                    <a:pt x="299262" y="140271"/>
                  </a:lnTo>
                  <a:lnTo>
                    <a:pt x="299478" y="140512"/>
                  </a:lnTo>
                  <a:lnTo>
                    <a:pt x="299478" y="129882"/>
                  </a:lnTo>
                  <a:lnTo>
                    <a:pt x="297573" y="127660"/>
                  </a:lnTo>
                  <a:lnTo>
                    <a:pt x="297573" y="138303"/>
                  </a:lnTo>
                  <a:lnTo>
                    <a:pt x="296557" y="138049"/>
                  </a:lnTo>
                  <a:lnTo>
                    <a:pt x="290144" y="138442"/>
                  </a:lnTo>
                  <a:lnTo>
                    <a:pt x="288632" y="139014"/>
                  </a:lnTo>
                  <a:lnTo>
                    <a:pt x="288937" y="137261"/>
                  </a:lnTo>
                  <a:lnTo>
                    <a:pt x="288772" y="133527"/>
                  </a:lnTo>
                  <a:lnTo>
                    <a:pt x="288607" y="129794"/>
                  </a:lnTo>
                  <a:lnTo>
                    <a:pt x="287959" y="127495"/>
                  </a:lnTo>
                  <a:lnTo>
                    <a:pt x="287959" y="153949"/>
                  </a:lnTo>
                  <a:lnTo>
                    <a:pt x="254304" y="193205"/>
                  </a:lnTo>
                  <a:lnTo>
                    <a:pt x="242620" y="179590"/>
                  </a:lnTo>
                  <a:lnTo>
                    <a:pt x="245198" y="180187"/>
                  </a:lnTo>
                  <a:lnTo>
                    <a:pt x="251612" y="179793"/>
                  </a:lnTo>
                  <a:lnTo>
                    <a:pt x="253034" y="179260"/>
                  </a:lnTo>
                  <a:lnTo>
                    <a:pt x="252742" y="180987"/>
                  </a:lnTo>
                  <a:lnTo>
                    <a:pt x="252920" y="184721"/>
                  </a:lnTo>
                  <a:lnTo>
                    <a:pt x="253085" y="188455"/>
                  </a:lnTo>
                  <a:lnTo>
                    <a:pt x="253911" y="191439"/>
                  </a:lnTo>
                  <a:lnTo>
                    <a:pt x="255587" y="191338"/>
                  </a:lnTo>
                  <a:lnTo>
                    <a:pt x="256133" y="188264"/>
                  </a:lnTo>
                  <a:lnTo>
                    <a:pt x="255778" y="180797"/>
                  </a:lnTo>
                  <a:lnTo>
                    <a:pt x="255320" y="179120"/>
                  </a:lnTo>
                  <a:lnTo>
                    <a:pt x="256806" y="179463"/>
                  </a:lnTo>
                  <a:lnTo>
                    <a:pt x="260007" y="179260"/>
                  </a:lnTo>
                  <a:lnTo>
                    <a:pt x="263207" y="179070"/>
                  </a:lnTo>
                  <a:lnTo>
                    <a:pt x="265772" y="178104"/>
                  </a:lnTo>
                  <a:lnTo>
                    <a:pt x="265684" y="176149"/>
                  </a:lnTo>
                  <a:lnTo>
                    <a:pt x="263042" y="175514"/>
                  </a:lnTo>
                  <a:lnTo>
                    <a:pt x="256641" y="175920"/>
                  </a:lnTo>
                  <a:lnTo>
                    <a:pt x="255130" y="176491"/>
                  </a:lnTo>
                  <a:lnTo>
                    <a:pt x="255435" y="174739"/>
                  </a:lnTo>
                  <a:lnTo>
                    <a:pt x="255257" y="170992"/>
                  </a:lnTo>
                  <a:lnTo>
                    <a:pt x="255092" y="167259"/>
                  </a:lnTo>
                  <a:lnTo>
                    <a:pt x="254266" y="164274"/>
                  </a:lnTo>
                  <a:lnTo>
                    <a:pt x="252590" y="164376"/>
                  </a:lnTo>
                  <a:lnTo>
                    <a:pt x="252044" y="167449"/>
                  </a:lnTo>
                  <a:lnTo>
                    <a:pt x="252399" y="174917"/>
                  </a:lnTo>
                  <a:lnTo>
                    <a:pt x="252844" y="176593"/>
                  </a:lnTo>
                  <a:lnTo>
                    <a:pt x="251447" y="176250"/>
                  </a:lnTo>
                  <a:lnTo>
                    <a:pt x="248234" y="176441"/>
                  </a:lnTo>
                  <a:lnTo>
                    <a:pt x="245033" y="176644"/>
                  </a:lnTo>
                  <a:lnTo>
                    <a:pt x="242468" y="177609"/>
                  </a:lnTo>
                  <a:lnTo>
                    <a:pt x="242544" y="179501"/>
                  </a:lnTo>
                  <a:lnTo>
                    <a:pt x="210032" y="141566"/>
                  </a:lnTo>
                  <a:lnTo>
                    <a:pt x="212623" y="142189"/>
                  </a:lnTo>
                  <a:lnTo>
                    <a:pt x="219024" y="141795"/>
                  </a:lnTo>
                  <a:lnTo>
                    <a:pt x="220459" y="141262"/>
                  </a:lnTo>
                  <a:lnTo>
                    <a:pt x="220167" y="142976"/>
                  </a:lnTo>
                  <a:lnTo>
                    <a:pt x="220332" y="146710"/>
                  </a:lnTo>
                  <a:lnTo>
                    <a:pt x="220510" y="150456"/>
                  </a:lnTo>
                  <a:lnTo>
                    <a:pt x="221322" y="153441"/>
                  </a:lnTo>
                  <a:lnTo>
                    <a:pt x="222999" y="153327"/>
                  </a:lnTo>
                  <a:lnTo>
                    <a:pt x="223545" y="150266"/>
                  </a:lnTo>
                  <a:lnTo>
                    <a:pt x="223202" y="142786"/>
                  </a:lnTo>
                  <a:lnTo>
                    <a:pt x="222745" y="141122"/>
                  </a:lnTo>
                  <a:lnTo>
                    <a:pt x="224218" y="141465"/>
                  </a:lnTo>
                  <a:lnTo>
                    <a:pt x="227431" y="141262"/>
                  </a:lnTo>
                  <a:lnTo>
                    <a:pt x="230632" y="141058"/>
                  </a:lnTo>
                  <a:lnTo>
                    <a:pt x="233197" y="140093"/>
                  </a:lnTo>
                  <a:lnTo>
                    <a:pt x="233108" y="138137"/>
                  </a:lnTo>
                  <a:lnTo>
                    <a:pt x="230466" y="137515"/>
                  </a:lnTo>
                  <a:lnTo>
                    <a:pt x="224053" y="137909"/>
                  </a:lnTo>
                  <a:lnTo>
                    <a:pt x="222542" y="138480"/>
                  </a:lnTo>
                  <a:lnTo>
                    <a:pt x="222846" y="136728"/>
                  </a:lnTo>
                  <a:lnTo>
                    <a:pt x="222681" y="132994"/>
                  </a:lnTo>
                  <a:lnTo>
                    <a:pt x="222516" y="129247"/>
                  </a:lnTo>
                  <a:lnTo>
                    <a:pt x="221691" y="126263"/>
                  </a:lnTo>
                  <a:lnTo>
                    <a:pt x="221322" y="126288"/>
                  </a:lnTo>
                  <a:lnTo>
                    <a:pt x="253085" y="89242"/>
                  </a:lnTo>
                  <a:lnTo>
                    <a:pt x="252666" y="91617"/>
                  </a:lnTo>
                  <a:lnTo>
                    <a:pt x="253009" y="99098"/>
                  </a:lnTo>
                  <a:lnTo>
                    <a:pt x="253453" y="100761"/>
                  </a:lnTo>
                  <a:lnTo>
                    <a:pt x="252069" y="100418"/>
                  </a:lnTo>
                  <a:lnTo>
                    <a:pt x="248856" y="100622"/>
                  </a:lnTo>
                  <a:lnTo>
                    <a:pt x="245656" y="100812"/>
                  </a:lnTo>
                  <a:lnTo>
                    <a:pt x="243090" y="101777"/>
                  </a:lnTo>
                  <a:lnTo>
                    <a:pt x="243179" y="103733"/>
                  </a:lnTo>
                  <a:lnTo>
                    <a:pt x="245821" y="104368"/>
                  </a:lnTo>
                  <a:lnTo>
                    <a:pt x="252234" y="103974"/>
                  </a:lnTo>
                  <a:lnTo>
                    <a:pt x="253657" y="103441"/>
                  </a:lnTo>
                  <a:lnTo>
                    <a:pt x="253365" y="105156"/>
                  </a:lnTo>
                  <a:lnTo>
                    <a:pt x="253530" y="108889"/>
                  </a:lnTo>
                  <a:lnTo>
                    <a:pt x="253707" y="112636"/>
                  </a:lnTo>
                  <a:lnTo>
                    <a:pt x="254533" y="115620"/>
                  </a:lnTo>
                  <a:lnTo>
                    <a:pt x="256209" y="115506"/>
                  </a:lnTo>
                  <a:lnTo>
                    <a:pt x="256755" y="112445"/>
                  </a:lnTo>
                  <a:lnTo>
                    <a:pt x="256400" y="104965"/>
                  </a:lnTo>
                  <a:lnTo>
                    <a:pt x="255943" y="103289"/>
                  </a:lnTo>
                  <a:lnTo>
                    <a:pt x="257429" y="103644"/>
                  </a:lnTo>
                  <a:lnTo>
                    <a:pt x="260629" y="103441"/>
                  </a:lnTo>
                  <a:lnTo>
                    <a:pt x="263829" y="103238"/>
                  </a:lnTo>
                  <a:lnTo>
                    <a:pt x="266395" y="102273"/>
                  </a:lnTo>
                  <a:lnTo>
                    <a:pt x="266369" y="101930"/>
                  </a:lnTo>
                  <a:lnTo>
                    <a:pt x="287731" y="126822"/>
                  </a:lnTo>
                  <a:lnTo>
                    <a:pt x="286105" y="126911"/>
                  </a:lnTo>
                  <a:lnTo>
                    <a:pt x="285559" y="129984"/>
                  </a:lnTo>
                  <a:lnTo>
                    <a:pt x="285902" y="137452"/>
                  </a:lnTo>
                  <a:lnTo>
                    <a:pt x="286346" y="139128"/>
                  </a:lnTo>
                  <a:lnTo>
                    <a:pt x="284949" y="138785"/>
                  </a:lnTo>
                  <a:lnTo>
                    <a:pt x="281749" y="138976"/>
                  </a:lnTo>
                  <a:lnTo>
                    <a:pt x="278536" y="139179"/>
                  </a:lnTo>
                  <a:lnTo>
                    <a:pt x="275971" y="140144"/>
                  </a:lnTo>
                  <a:lnTo>
                    <a:pt x="276072" y="142100"/>
                  </a:lnTo>
                  <a:lnTo>
                    <a:pt x="278714" y="142722"/>
                  </a:lnTo>
                  <a:lnTo>
                    <a:pt x="285115" y="142328"/>
                  </a:lnTo>
                  <a:lnTo>
                    <a:pt x="286550" y="141795"/>
                  </a:lnTo>
                  <a:lnTo>
                    <a:pt x="286258" y="143510"/>
                  </a:lnTo>
                  <a:lnTo>
                    <a:pt x="286423" y="147256"/>
                  </a:lnTo>
                  <a:lnTo>
                    <a:pt x="286588" y="150990"/>
                  </a:lnTo>
                  <a:lnTo>
                    <a:pt x="287413" y="153974"/>
                  </a:lnTo>
                  <a:lnTo>
                    <a:pt x="287959" y="153949"/>
                  </a:lnTo>
                  <a:lnTo>
                    <a:pt x="287959" y="127495"/>
                  </a:lnTo>
                  <a:lnTo>
                    <a:pt x="287794" y="126898"/>
                  </a:lnTo>
                  <a:lnTo>
                    <a:pt x="297573" y="138303"/>
                  </a:lnTo>
                  <a:lnTo>
                    <a:pt x="297573" y="127660"/>
                  </a:lnTo>
                  <a:lnTo>
                    <a:pt x="264668" y="89268"/>
                  </a:lnTo>
                  <a:lnTo>
                    <a:pt x="264668" y="99936"/>
                  </a:lnTo>
                  <a:lnTo>
                    <a:pt x="263664" y="99695"/>
                  </a:lnTo>
                  <a:lnTo>
                    <a:pt x="257263" y="100088"/>
                  </a:lnTo>
                  <a:lnTo>
                    <a:pt x="255752" y="100660"/>
                  </a:lnTo>
                  <a:lnTo>
                    <a:pt x="256057" y="98907"/>
                  </a:lnTo>
                  <a:lnTo>
                    <a:pt x="255879" y="95173"/>
                  </a:lnTo>
                  <a:lnTo>
                    <a:pt x="255714" y="91427"/>
                  </a:lnTo>
                  <a:lnTo>
                    <a:pt x="254901" y="88531"/>
                  </a:lnTo>
                  <a:lnTo>
                    <a:pt x="264668" y="99936"/>
                  </a:lnTo>
                  <a:lnTo>
                    <a:pt x="264668" y="89268"/>
                  </a:lnTo>
                  <a:lnTo>
                    <a:pt x="263436" y="87820"/>
                  </a:lnTo>
                  <a:lnTo>
                    <a:pt x="254838" y="77800"/>
                  </a:lnTo>
                  <a:lnTo>
                    <a:pt x="254838" y="88455"/>
                  </a:lnTo>
                  <a:lnTo>
                    <a:pt x="253695" y="88531"/>
                  </a:lnTo>
                  <a:lnTo>
                    <a:pt x="254304" y="87820"/>
                  </a:lnTo>
                  <a:lnTo>
                    <a:pt x="254838" y="88455"/>
                  </a:lnTo>
                  <a:lnTo>
                    <a:pt x="254838" y="77800"/>
                  </a:lnTo>
                  <a:lnTo>
                    <a:pt x="254304" y="77165"/>
                  </a:lnTo>
                  <a:lnTo>
                    <a:pt x="220256" y="116890"/>
                  </a:lnTo>
                  <a:lnTo>
                    <a:pt x="220256" y="138582"/>
                  </a:lnTo>
                  <a:lnTo>
                    <a:pt x="218859" y="138239"/>
                  </a:lnTo>
                  <a:lnTo>
                    <a:pt x="215658" y="138442"/>
                  </a:lnTo>
                  <a:lnTo>
                    <a:pt x="212458" y="138633"/>
                  </a:lnTo>
                  <a:lnTo>
                    <a:pt x="209969" y="139585"/>
                  </a:lnTo>
                  <a:lnTo>
                    <a:pt x="209969" y="141503"/>
                  </a:lnTo>
                  <a:lnTo>
                    <a:pt x="209130" y="140512"/>
                  </a:lnTo>
                  <a:lnTo>
                    <a:pt x="209892" y="139623"/>
                  </a:lnTo>
                  <a:lnTo>
                    <a:pt x="209969" y="141503"/>
                  </a:lnTo>
                  <a:lnTo>
                    <a:pt x="209969" y="139585"/>
                  </a:lnTo>
                  <a:lnTo>
                    <a:pt x="219684" y="128206"/>
                  </a:lnTo>
                  <a:lnTo>
                    <a:pt x="219468" y="129438"/>
                  </a:lnTo>
                  <a:lnTo>
                    <a:pt x="219811" y="136918"/>
                  </a:lnTo>
                  <a:lnTo>
                    <a:pt x="220256" y="138582"/>
                  </a:lnTo>
                  <a:lnTo>
                    <a:pt x="220256" y="116890"/>
                  </a:lnTo>
                  <a:lnTo>
                    <a:pt x="204558" y="135191"/>
                  </a:lnTo>
                  <a:lnTo>
                    <a:pt x="199986" y="129857"/>
                  </a:lnTo>
                  <a:lnTo>
                    <a:pt x="199986" y="140512"/>
                  </a:lnTo>
                  <a:lnTo>
                    <a:pt x="154825" y="193205"/>
                  </a:lnTo>
                  <a:lnTo>
                    <a:pt x="109651" y="140512"/>
                  </a:lnTo>
                  <a:lnTo>
                    <a:pt x="120205" y="128206"/>
                  </a:lnTo>
                  <a:lnTo>
                    <a:pt x="119989" y="129438"/>
                  </a:lnTo>
                  <a:lnTo>
                    <a:pt x="120332" y="136918"/>
                  </a:lnTo>
                  <a:lnTo>
                    <a:pt x="121145" y="139915"/>
                  </a:lnTo>
                  <a:lnTo>
                    <a:pt x="122834" y="139801"/>
                  </a:lnTo>
                  <a:lnTo>
                    <a:pt x="123367" y="136728"/>
                  </a:lnTo>
                  <a:lnTo>
                    <a:pt x="123202" y="132994"/>
                  </a:lnTo>
                  <a:lnTo>
                    <a:pt x="123037" y="129247"/>
                  </a:lnTo>
                  <a:lnTo>
                    <a:pt x="122212" y="126263"/>
                  </a:lnTo>
                  <a:lnTo>
                    <a:pt x="121843" y="126288"/>
                  </a:lnTo>
                  <a:lnTo>
                    <a:pt x="154825" y="87820"/>
                  </a:lnTo>
                  <a:lnTo>
                    <a:pt x="199986" y="140512"/>
                  </a:lnTo>
                  <a:lnTo>
                    <a:pt x="199986" y="129857"/>
                  </a:lnTo>
                  <a:lnTo>
                    <a:pt x="163969" y="87820"/>
                  </a:lnTo>
                  <a:lnTo>
                    <a:pt x="154825" y="77165"/>
                  </a:lnTo>
                  <a:lnTo>
                    <a:pt x="100520" y="140512"/>
                  </a:lnTo>
                  <a:lnTo>
                    <a:pt x="154825" y="203860"/>
                  </a:lnTo>
                  <a:lnTo>
                    <a:pt x="163969" y="193205"/>
                  </a:lnTo>
                  <a:lnTo>
                    <a:pt x="204558" y="145846"/>
                  </a:lnTo>
                  <a:lnTo>
                    <a:pt x="254304" y="203860"/>
                  </a:lnTo>
                  <a:lnTo>
                    <a:pt x="263436" y="193205"/>
                  </a:lnTo>
                  <a:lnTo>
                    <a:pt x="305473" y="144170"/>
                  </a:lnTo>
                  <a:lnTo>
                    <a:pt x="356654" y="203860"/>
                  </a:lnTo>
                  <a:lnTo>
                    <a:pt x="365798" y="193205"/>
                  </a:lnTo>
                  <a:lnTo>
                    <a:pt x="410959" y="140512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6" name="object 2056" descr=""/>
            <p:cNvSpPr/>
            <p:nvPr/>
          </p:nvSpPr>
          <p:spPr>
            <a:xfrm>
              <a:off x="7799019" y="6434042"/>
              <a:ext cx="351155" cy="359410"/>
            </a:xfrm>
            <a:custGeom>
              <a:avLst/>
              <a:gdLst/>
              <a:ahLst/>
              <a:cxnLst/>
              <a:rect l="l" t="t" r="r" b="b"/>
              <a:pathLst>
                <a:path w="351154" h="359409">
                  <a:moveTo>
                    <a:pt x="23304" y="140093"/>
                  </a:moveTo>
                  <a:lnTo>
                    <a:pt x="23215" y="138137"/>
                  </a:lnTo>
                  <a:lnTo>
                    <a:pt x="20574" y="137515"/>
                  </a:lnTo>
                  <a:lnTo>
                    <a:pt x="14160" y="137909"/>
                  </a:lnTo>
                  <a:lnTo>
                    <a:pt x="12649" y="138480"/>
                  </a:lnTo>
                  <a:lnTo>
                    <a:pt x="12954" y="136728"/>
                  </a:lnTo>
                  <a:lnTo>
                    <a:pt x="12788" y="132994"/>
                  </a:lnTo>
                  <a:lnTo>
                    <a:pt x="12623" y="129247"/>
                  </a:lnTo>
                  <a:lnTo>
                    <a:pt x="11798" y="126263"/>
                  </a:lnTo>
                  <a:lnTo>
                    <a:pt x="10121" y="126377"/>
                  </a:lnTo>
                  <a:lnTo>
                    <a:pt x="9575" y="129438"/>
                  </a:lnTo>
                  <a:lnTo>
                    <a:pt x="9918" y="136918"/>
                  </a:lnTo>
                  <a:lnTo>
                    <a:pt x="10363" y="138582"/>
                  </a:lnTo>
                  <a:lnTo>
                    <a:pt x="8966" y="138239"/>
                  </a:lnTo>
                  <a:lnTo>
                    <a:pt x="5765" y="138442"/>
                  </a:lnTo>
                  <a:lnTo>
                    <a:pt x="2565" y="138633"/>
                  </a:lnTo>
                  <a:lnTo>
                    <a:pt x="0" y="139598"/>
                  </a:lnTo>
                  <a:lnTo>
                    <a:pt x="88" y="141554"/>
                  </a:lnTo>
                  <a:lnTo>
                    <a:pt x="2730" y="142189"/>
                  </a:lnTo>
                  <a:lnTo>
                    <a:pt x="9144" y="141795"/>
                  </a:lnTo>
                  <a:lnTo>
                    <a:pt x="10566" y="141262"/>
                  </a:lnTo>
                  <a:lnTo>
                    <a:pt x="10274" y="142976"/>
                  </a:lnTo>
                  <a:lnTo>
                    <a:pt x="10439" y="146710"/>
                  </a:lnTo>
                  <a:lnTo>
                    <a:pt x="10604" y="150456"/>
                  </a:lnTo>
                  <a:lnTo>
                    <a:pt x="11430" y="153441"/>
                  </a:lnTo>
                  <a:lnTo>
                    <a:pt x="13106" y="153327"/>
                  </a:lnTo>
                  <a:lnTo>
                    <a:pt x="13652" y="150266"/>
                  </a:lnTo>
                  <a:lnTo>
                    <a:pt x="13309" y="142786"/>
                  </a:lnTo>
                  <a:lnTo>
                    <a:pt x="12852" y="141109"/>
                  </a:lnTo>
                  <a:lnTo>
                    <a:pt x="14338" y="141465"/>
                  </a:lnTo>
                  <a:lnTo>
                    <a:pt x="17538" y="141262"/>
                  </a:lnTo>
                  <a:lnTo>
                    <a:pt x="20739" y="141058"/>
                  </a:lnTo>
                  <a:lnTo>
                    <a:pt x="23304" y="140093"/>
                  </a:lnTo>
                  <a:close/>
                </a:path>
                <a:path w="351154" h="359409">
                  <a:moveTo>
                    <a:pt x="55880" y="178104"/>
                  </a:moveTo>
                  <a:lnTo>
                    <a:pt x="55791" y="176149"/>
                  </a:lnTo>
                  <a:lnTo>
                    <a:pt x="53149" y="175514"/>
                  </a:lnTo>
                  <a:lnTo>
                    <a:pt x="46748" y="175920"/>
                  </a:lnTo>
                  <a:lnTo>
                    <a:pt x="45237" y="176491"/>
                  </a:lnTo>
                  <a:lnTo>
                    <a:pt x="45542" y="174739"/>
                  </a:lnTo>
                  <a:lnTo>
                    <a:pt x="45377" y="170992"/>
                  </a:lnTo>
                  <a:lnTo>
                    <a:pt x="45199" y="167259"/>
                  </a:lnTo>
                  <a:lnTo>
                    <a:pt x="44373" y="164274"/>
                  </a:lnTo>
                  <a:lnTo>
                    <a:pt x="42697" y="164376"/>
                  </a:lnTo>
                  <a:lnTo>
                    <a:pt x="42151" y="167449"/>
                  </a:lnTo>
                  <a:lnTo>
                    <a:pt x="42506" y="174917"/>
                  </a:lnTo>
                  <a:lnTo>
                    <a:pt x="42951" y="176593"/>
                  </a:lnTo>
                  <a:lnTo>
                    <a:pt x="41554" y="176250"/>
                  </a:lnTo>
                  <a:lnTo>
                    <a:pt x="38341" y="176441"/>
                  </a:lnTo>
                  <a:lnTo>
                    <a:pt x="35140" y="176644"/>
                  </a:lnTo>
                  <a:lnTo>
                    <a:pt x="32575" y="177609"/>
                  </a:lnTo>
                  <a:lnTo>
                    <a:pt x="32677" y="179565"/>
                  </a:lnTo>
                  <a:lnTo>
                    <a:pt x="35306" y="180187"/>
                  </a:lnTo>
                  <a:lnTo>
                    <a:pt x="41719" y="179793"/>
                  </a:lnTo>
                  <a:lnTo>
                    <a:pt x="43154" y="179260"/>
                  </a:lnTo>
                  <a:lnTo>
                    <a:pt x="42849" y="180987"/>
                  </a:lnTo>
                  <a:lnTo>
                    <a:pt x="43027" y="184721"/>
                  </a:lnTo>
                  <a:lnTo>
                    <a:pt x="43192" y="188455"/>
                  </a:lnTo>
                  <a:lnTo>
                    <a:pt x="44018" y="191439"/>
                  </a:lnTo>
                  <a:lnTo>
                    <a:pt x="45694" y="191338"/>
                  </a:lnTo>
                  <a:lnTo>
                    <a:pt x="46240" y="188264"/>
                  </a:lnTo>
                  <a:lnTo>
                    <a:pt x="45897" y="180797"/>
                  </a:lnTo>
                  <a:lnTo>
                    <a:pt x="45427" y="179120"/>
                  </a:lnTo>
                  <a:lnTo>
                    <a:pt x="46913" y="179463"/>
                  </a:lnTo>
                  <a:lnTo>
                    <a:pt x="50114" y="179260"/>
                  </a:lnTo>
                  <a:lnTo>
                    <a:pt x="53314" y="179070"/>
                  </a:lnTo>
                  <a:lnTo>
                    <a:pt x="55880" y="178104"/>
                  </a:lnTo>
                  <a:close/>
                </a:path>
                <a:path w="351154" h="359409">
                  <a:moveTo>
                    <a:pt x="56502" y="102273"/>
                  </a:moveTo>
                  <a:lnTo>
                    <a:pt x="56413" y="100317"/>
                  </a:lnTo>
                  <a:lnTo>
                    <a:pt x="53771" y="99695"/>
                  </a:lnTo>
                  <a:lnTo>
                    <a:pt x="47371" y="100088"/>
                  </a:lnTo>
                  <a:lnTo>
                    <a:pt x="45859" y="100660"/>
                  </a:lnTo>
                  <a:lnTo>
                    <a:pt x="46164" y="98907"/>
                  </a:lnTo>
                  <a:lnTo>
                    <a:pt x="45999" y="95173"/>
                  </a:lnTo>
                  <a:lnTo>
                    <a:pt x="45821" y="91427"/>
                  </a:lnTo>
                  <a:lnTo>
                    <a:pt x="44996" y="88442"/>
                  </a:lnTo>
                  <a:lnTo>
                    <a:pt x="43319" y="88557"/>
                  </a:lnTo>
                  <a:lnTo>
                    <a:pt x="42773" y="91617"/>
                  </a:lnTo>
                  <a:lnTo>
                    <a:pt x="43129" y="99098"/>
                  </a:lnTo>
                  <a:lnTo>
                    <a:pt x="43573" y="100761"/>
                  </a:lnTo>
                  <a:lnTo>
                    <a:pt x="42176" y="100418"/>
                  </a:lnTo>
                  <a:lnTo>
                    <a:pt x="38963" y="100622"/>
                  </a:lnTo>
                  <a:lnTo>
                    <a:pt x="35763" y="100812"/>
                  </a:lnTo>
                  <a:lnTo>
                    <a:pt x="33197" y="101777"/>
                  </a:lnTo>
                  <a:lnTo>
                    <a:pt x="33299" y="103733"/>
                  </a:lnTo>
                  <a:lnTo>
                    <a:pt x="35928" y="104368"/>
                  </a:lnTo>
                  <a:lnTo>
                    <a:pt x="42341" y="103974"/>
                  </a:lnTo>
                  <a:lnTo>
                    <a:pt x="43764" y="103441"/>
                  </a:lnTo>
                  <a:lnTo>
                    <a:pt x="43472" y="105156"/>
                  </a:lnTo>
                  <a:lnTo>
                    <a:pt x="43649" y="108889"/>
                  </a:lnTo>
                  <a:lnTo>
                    <a:pt x="43815" y="112636"/>
                  </a:lnTo>
                  <a:lnTo>
                    <a:pt x="44640" y="115620"/>
                  </a:lnTo>
                  <a:lnTo>
                    <a:pt x="46316" y="115506"/>
                  </a:lnTo>
                  <a:lnTo>
                    <a:pt x="46863" y="112445"/>
                  </a:lnTo>
                  <a:lnTo>
                    <a:pt x="46507" y="104965"/>
                  </a:lnTo>
                  <a:lnTo>
                    <a:pt x="46050" y="103289"/>
                  </a:lnTo>
                  <a:lnTo>
                    <a:pt x="47536" y="103644"/>
                  </a:lnTo>
                  <a:lnTo>
                    <a:pt x="50736" y="103441"/>
                  </a:lnTo>
                  <a:lnTo>
                    <a:pt x="53936" y="103238"/>
                  </a:lnTo>
                  <a:lnTo>
                    <a:pt x="56502" y="102273"/>
                  </a:lnTo>
                  <a:close/>
                </a:path>
                <a:path w="351154" h="359409">
                  <a:moveTo>
                    <a:pt x="89395" y="140639"/>
                  </a:moveTo>
                  <a:lnTo>
                    <a:pt x="89293" y="138684"/>
                  </a:lnTo>
                  <a:lnTo>
                    <a:pt x="86664" y="138049"/>
                  </a:lnTo>
                  <a:lnTo>
                    <a:pt x="80251" y="138442"/>
                  </a:lnTo>
                  <a:lnTo>
                    <a:pt x="78740" y="139014"/>
                  </a:lnTo>
                  <a:lnTo>
                    <a:pt x="79044" y="137261"/>
                  </a:lnTo>
                  <a:lnTo>
                    <a:pt x="78879" y="133527"/>
                  </a:lnTo>
                  <a:lnTo>
                    <a:pt x="78714" y="129794"/>
                  </a:lnTo>
                  <a:lnTo>
                    <a:pt x="77889" y="126809"/>
                  </a:lnTo>
                  <a:lnTo>
                    <a:pt x="76212" y="126911"/>
                  </a:lnTo>
                  <a:lnTo>
                    <a:pt x="75666" y="129984"/>
                  </a:lnTo>
                  <a:lnTo>
                    <a:pt x="76009" y="137452"/>
                  </a:lnTo>
                  <a:lnTo>
                    <a:pt x="76454" y="139128"/>
                  </a:lnTo>
                  <a:lnTo>
                    <a:pt x="75057" y="138785"/>
                  </a:lnTo>
                  <a:lnTo>
                    <a:pt x="71856" y="138976"/>
                  </a:lnTo>
                  <a:lnTo>
                    <a:pt x="68656" y="139179"/>
                  </a:lnTo>
                  <a:lnTo>
                    <a:pt x="66090" y="140144"/>
                  </a:lnTo>
                  <a:lnTo>
                    <a:pt x="66179" y="142100"/>
                  </a:lnTo>
                  <a:lnTo>
                    <a:pt x="68821" y="142722"/>
                  </a:lnTo>
                  <a:lnTo>
                    <a:pt x="75222" y="142328"/>
                  </a:lnTo>
                  <a:lnTo>
                    <a:pt x="76657" y="141795"/>
                  </a:lnTo>
                  <a:lnTo>
                    <a:pt x="76365" y="143510"/>
                  </a:lnTo>
                  <a:lnTo>
                    <a:pt x="76530" y="147256"/>
                  </a:lnTo>
                  <a:lnTo>
                    <a:pt x="76695" y="150990"/>
                  </a:lnTo>
                  <a:lnTo>
                    <a:pt x="77520" y="153974"/>
                  </a:lnTo>
                  <a:lnTo>
                    <a:pt x="79197" y="153873"/>
                  </a:lnTo>
                  <a:lnTo>
                    <a:pt x="79743" y="150799"/>
                  </a:lnTo>
                  <a:lnTo>
                    <a:pt x="79400" y="143332"/>
                  </a:lnTo>
                  <a:lnTo>
                    <a:pt x="78943" y="141655"/>
                  </a:lnTo>
                  <a:lnTo>
                    <a:pt x="80416" y="141998"/>
                  </a:lnTo>
                  <a:lnTo>
                    <a:pt x="83629" y="141795"/>
                  </a:lnTo>
                  <a:lnTo>
                    <a:pt x="86829" y="141605"/>
                  </a:lnTo>
                  <a:lnTo>
                    <a:pt x="89395" y="140639"/>
                  </a:lnTo>
                  <a:close/>
                </a:path>
                <a:path w="351154" h="359409">
                  <a:moveTo>
                    <a:pt x="149021" y="218681"/>
                  </a:moveTo>
                  <a:lnTo>
                    <a:pt x="139877" y="208026"/>
                  </a:lnTo>
                  <a:lnTo>
                    <a:pt x="139877" y="218681"/>
                  </a:lnTo>
                  <a:lnTo>
                    <a:pt x="129781" y="230466"/>
                  </a:lnTo>
                  <a:lnTo>
                    <a:pt x="130048" y="228968"/>
                  </a:lnTo>
                  <a:lnTo>
                    <a:pt x="129705" y="221500"/>
                  </a:lnTo>
                  <a:lnTo>
                    <a:pt x="129235" y="219824"/>
                  </a:lnTo>
                  <a:lnTo>
                    <a:pt x="130721" y="220167"/>
                  </a:lnTo>
                  <a:lnTo>
                    <a:pt x="133921" y="219964"/>
                  </a:lnTo>
                  <a:lnTo>
                    <a:pt x="137134" y="219773"/>
                  </a:lnTo>
                  <a:lnTo>
                    <a:pt x="139700" y="218808"/>
                  </a:lnTo>
                  <a:lnTo>
                    <a:pt x="139674" y="218452"/>
                  </a:lnTo>
                  <a:lnTo>
                    <a:pt x="139877" y="218681"/>
                  </a:lnTo>
                  <a:lnTo>
                    <a:pt x="139877" y="208026"/>
                  </a:lnTo>
                  <a:lnTo>
                    <a:pt x="137972" y="205803"/>
                  </a:lnTo>
                  <a:lnTo>
                    <a:pt x="137972" y="216471"/>
                  </a:lnTo>
                  <a:lnTo>
                    <a:pt x="136956" y="216217"/>
                  </a:lnTo>
                  <a:lnTo>
                    <a:pt x="130556" y="216623"/>
                  </a:lnTo>
                  <a:lnTo>
                    <a:pt x="129044" y="217195"/>
                  </a:lnTo>
                  <a:lnTo>
                    <a:pt x="129349" y="215442"/>
                  </a:lnTo>
                  <a:lnTo>
                    <a:pt x="129184" y="211696"/>
                  </a:lnTo>
                  <a:lnTo>
                    <a:pt x="129006" y="207962"/>
                  </a:lnTo>
                  <a:lnTo>
                    <a:pt x="128358" y="205663"/>
                  </a:lnTo>
                  <a:lnTo>
                    <a:pt x="128358" y="232117"/>
                  </a:lnTo>
                  <a:lnTo>
                    <a:pt x="94716" y="271373"/>
                  </a:lnTo>
                  <a:lnTo>
                    <a:pt x="83032" y="257759"/>
                  </a:lnTo>
                  <a:lnTo>
                    <a:pt x="85610" y="258368"/>
                  </a:lnTo>
                  <a:lnTo>
                    <a:pt x="92024" y="257962"/>
                  </a:lnTo>
                  <a:lnTo>
                    <a:pt x="93446" y="257429"/>
                  </a:lnTo>
                  <a:lnTo>
                    <a:pt x="93154" y="259156"/>
                  </a:lnTo>
                  <a:lnTo>
                    <a:pt x="93319" y="262890"/>
                  </a:lnTo>
                  <a:lnTo>
                    <a:pt x="93484" y="266623"/>
                  </a:lnTo>
                  <a:lnTo>
                    <a:pt x="94322" y="269608"/>
                  </a:lnTo>
                  <a:lnTo>
                    <a:pt x="95986" y="269506"/>
                  </a:lnTo>
                  <a:lnTo>
                    <a:pt x="96532" y="266433"/>
                  </a:lnTo>
                  <a:lnTo>
                    <a:pt x="96189" y="258965"/>
                  </a:lnTo>
                  <a:lnTo>
                    <a:pt x="95732" y="257289"/>
                  </a:lnTo>
                  <a:lnTo>
                    <a:pt x="97218" y="257632"/>
                  </a:lnTo>
                  <a:lnTo>
                    <a:pt x="100418" y="257429"/>
                  </a:lnTo>
                  <a:lnTo>
                    <a:pt x="103619" y="257238"/>
                  </a:lnTo>
                  <a:lnTo>
                    <a:pt x="106184" y="256273"/>
                  </a:lnTo>
                  <a:lnTo>
                    <a:pt x="106095" y="254317"/>
                  </a:lnTo>
                  <a:lnTo>
                    <a:pt x="103454" y="253682"/>
                  </a:lnTo>
                  <a:lnTo>
                    <a:pt x="97040" y="254088"/>
                  </a:lnTo>
                  <a:lnTo>
                    <a:pt x="95529" y="254660"/>
                  </a:lnTo>
                  <a:lnTo>
                    <a:pt x="95834" y="252907"/>
                  </a:lnTo>
                  <a:lnTo>
                    <a:pt x="95669" y="249161"/>
                  </a:lnTo>
                  <a:lnTo>
                    <a:pt x="95504" y="245427"/>
                  </a:lnTo>
                  <a:lnTo>
                    <a:pt x="94678" y="242443"/>
                  </a:lnTo>
                  <a:lnTo>
                    <a:pt x="93002" y="242544"/>
                  </a:lnTo>
                  <a:lnTo>
                    <a:pt x="92456" y="245618"/>
                  </a:lnTo>
                  <a:lnTo>
                    <a:pt x="92798" y="253085"/>
                  </a:lnTo>
                  <a:lnTo>
                    <a:pt x="93256" y="254762"/>
                  </a:lnTo>
                  <a:lnTo>
                    <a:pt x="91846" y="254419"/>
                  </a:lnTo>
                  <a:lnTo>
                    <a:pt x="88646" y="254609"/>
                  </a:lnTo>
                  <a:lnTo>
                    <a:pt x="85445" y="254812"/>
                  </a:lnTo>
                  <a:lnTo>
                    <a:pt x="82880" y="255778"/>
                  </a:lnTo>
                  <a:lnTo>
                    <a:pt x="82956" y="257683"/>
                  </a:lnTo>
                  <a:lnTo>
                    <a:pt x="50457" y="219760"/>
                  </a:lnTo>
                  <a:lnTo>
                    <a:pt x="53035" y="220357"/>
                  </a:lnTo>
                  <a:lnTo>
                    <a:pt x="59436" y="219964"/>
                  </a:lnTo>
                  <a:lnTo>
                    <a:pt x="60871" y="219430"/>
                  </a:lnTo>
                  <a:lnTo>
                    <a:pt x="60579" y="221145"/>
                  </a:lnTo>
                  <a:lnTo>
                    <a:pt x="60744" y="224878"/>
                  </a:lnTo>
                  <a:lnTo>
                    <a:pt x="60921" y="228625"/>
                  </a:lnTo>
                  <a:lnTo>
                    <a:pt x="61734" y="231609"/>
                  </a:lnTo>
                  <a:lnTo>
                    <a:pt x="63411" y="231495"/>
                  </a:lnTo>
                  <a:lnTo>
                    <a:pt x="63957" y="228434"/>
                  </a:lnTo>
                  <a:lnTo>
                    <a:pt x="63614" y="220954"/>
                  </a:lnTo>
                  <a:lnTo>
                    <a:pt x="63144" y="219290"/>
                  </a:lnTo>
                  <a:lnTo>
                    <a:pt x="64630" y="219633"/>
                  </a:lnTo>
                  <a:lnTo>
                    <a:pt x="67830" y="219430"/>
                  </a:lnTo>
                  <a:lnTo>
                    <a:pt x="71043" y="219227"/>
                  </a:lnTo>
                  <a:lnTo>
                    <a:pt x="73609" y="218262"/>
                  </a:lnTo>
                  <a:lnTo>
                    <a:pt x="73507" y="216306"/>
                  </a:lnTo>
                  <a:lnTo>
                    <a:pt x="70878" y="215684"/>
                  </a:lnTo>
                  <a:lnTo>
                    <a:pt x="64465" y="216077"/>
                  </a:lnTo>
                  <a:lnTo>
                    <a:pt x="62953" y="216649"/>
                  </a:lnTo>
                  <a:lnTo>
                    <a:pt x="63258" y="214896"/>
                  </a:lnTo>
                  <a:lnTo>
                    <a:pt x="63093" y="211162"/>
                  </a:lnTo>
                  <a:lnTo>
                    <a:pt x="62928" y="207416"/>
                  </a:lnTo>
                  <a:lnTo>
                    <a:pt x="62090" y="204431"/>
                  </a:lnTo>
                  <a:lnTo>
                    <a:pt x="61734" y="204457"/>
                  </a:lnTo>
                  <a:lnTo>
                    <a:pt x="93497" y="167411"/>
                  </a:lnTo>
                  <a:lnTo>
                    <a:pt x="93078" y="169786"/>
                  </a:lnTo>
                  <a:lnTo>
                    <a:pt x="93421" y="177266"/>
                  </a:lnTo>
                  <a:lnTo>
                    <a:pt x="93865" y="178930"/>
                  </a:lnTo>
                  <a:lnTo>
                    <a:pt x="92468" y="178587"/>
                  </a:lnTo>
                  <a:lnTo>
                    <a:pt x="89268" y="178790"/>
                  </a:lnTo>
                  <a:lnTo>
                    <a:pt x="86067" y="178993"/>
                  </a:lnTo>
                  <a:lnTo>
                    <a:pt x="83502" y="179946"/>
                  </a:lnTo>
                  <a:lnTo>
                    <a:pt x="83591" y="181914"/>
                  </a:lnTo>
                  <a:lnTo>
                    <a:pt x="86233" y="182537"/>
                  </a:lnTo>
                  <a:lnTo>
                    <a:pt x="92633" y="182143"/>
                  </a:lnTo>
                  <a:lnTo>
                    <a:pt x="94068" y="181610"/>
                  </a:lnTo>
                  <a:lnTo>
                    <a:pt x="93776" y="183324"/>
                  </a:lnTo>
                  <a:lnTo>
                    <a:pt x="93941" y="187058"/>
                  </a:lnTo>
                  <a:lnTo>
                    <a:pt x="94107" y="190804"/>
                  </a:lnTo>
                  <a:lnTo>
                    <a:pt x="94945" y="193789"/>
                  </a:lnTo>
                  <a:lnTo>
                    <a:pt x="96608" y="193687"/>
                  </a:lnTo>
                  <a:lnTo>
                    <a:pt x="97155" y="190614"/>
                  </a:lnTo>
                  <a:lnTo>
                    <a:pt x="96812" y="183134"/>
                  </a:lnTo>
                  <a:lnTo>
                    <a:pt x="96354" y="181457"/>
                  </a:lnTo>
                  <a:lnTo>
                    <a:pt x="97840" y="181813"/>
                  </a:lnTo>
                  <a:lnTo>
                    <a:pt x="101041" y="181610"/>
                  </a:lnTo>
                  <a:lnTo>
                    <a:pt x="104241" y="181406"/>
                  </a:lnTo>
                  <a:lnTo>
                    <a:pt x="106807" y="180441"/>
                  </a:lnTo>
                  <a:lnTo>
                    <a:pt x="106781" y="180098"/>
                  </a:lnTo>
                  <a:lnTo>
                    <a:pt x="128130" y="204990"/>
                  </a:lnTo>
                  <a:lnTo>
                    <a:pt x="126504" y="205079"/>
                  </a:lnTo>
                  <a:lnTo>
                    <a:pt x="125958" y="208153"/>
                  </a:lnTo>
                  <a:lnTo>
                    <a:pt x="126314" y="215620"/>
                  </a:lnTo>
                  <a:lnTo>
                    <a:pt x="126758" y="217297"/>
                  </a:lnTo>
                  <a:lnTo>
                    <a:pt x="125361" y="216954"/>
                  </a:lnTo>
                  <a:lnTo>
                    <a:pt x="122148" y="217144"/>
                  </a:lnTo>
                  <a:lnTo>
                    <a:pt x="118948" y="217347"/>
                  </a:lnTo>
                  <a:lnTo>
                    <a:pt x="116382" y="218313"/>
                  </a:lnTo>
                  <a:lnTo>
                    <a:pt x="116484" y="220268"/>
                  </a:lnTo>
                  <a:lnTo>
                    <a:pt x="119113" y="220903"/>
                  </a:lnTo>
                  <a:lnTo>
                    <a:pt x="125526" y="220497"/>
                  </a:lnTo>
                  <a:lnTo>
                    <a:pt x="126961" y="219964"/>
                  </a:lnTo>
                  <a:lnTo>
                    <a:pt x="126657" y="221691"/>
                  </a:lnTo>
                  <a:lnTo>
                    <a:pt x="126834" y="225425"/>
                  </a:lnTo>
                  <a:lnTo>
                    <a:pt x="127000" y="229158"/>
                  </a:lnTo>
                  <a:lnTo>
                    <a:pt x="127825" y="232143"/>
                  </a:lnTo>
                  <a:lnTo>
                    <a:pt x="128358" y="232117"/>
                  </a:lnTo>
                  <a:lnTo>
                    <a:pt x="128358" y="205663"/>
                  </a:lnTo>
                  <a:lnTo>
                    <a:pt x="128193" y="205066"/>
                  </a:lnTo>
                  <a:lnTo>
                    <a:pt x="137972" y="216471"/>
                  </a:lnTo>
                  <a:lnTo>
                    <a:pt x="137972" y="205803"/>
                  </a:lnTo>
                  <a:lnTo>
                    <a:pt x="105079" y="167436"/>
                  </a:lnTo>
                  <a:lnTo>
                    <a:pt x="105079" y="178104"/>
                  </a:lnTo>
                  <a:lnTo>
                    <a:pt x="104076" y="177863"/>
                  </a:lnTo>
                  <a:lnTo>
                    <a:pt x="97663" y="178257"/>
                  </a:lnTo>
                  <a:lnTo>
                    <a:pt x="96151" y="178828"/>
                  </a:lnTo>
                  <a:lnTo>
                    <a:pt x="96456" y="177076"/>
                  </a:lnTo>
                  <a:lnTo>
                    <a:pt x="96291" y="173342"/>
                  </a:lnTo>
                  <a:lnTo>
                    <a:pt x="96126" y="169595"/>
                  </a:lnTo>
                  <a:lnTo>
                    <a:pt x="95313" y="166700"/>
                  </a:lnTo>
                  <a:lnTo>
                    <a:pt x="105079" y="178104"/>
                  </a:lnTo>
                  <a:lnTo>
                    <a:pt x="105079" y="167436"/>
                  </a:lnTo>
                  <a:lnTo>
                    <a:pt x="103847" y="165989"/>
                  </a:lnTo>
                  <a:lnTo>
                    <a:pt x="95250" y="155968"/>
                  </a:lnTo>
                  <a:lnTo>
                    <a:pt x="95250" y="166624"/>
                  </a:lnTo>
                  <a:lnTo>
                    <a:pt x="94107" y="166700"/>
                  </a:lnTo>
                  <a:lnTo>
                    <a:pt x="94716" y="165989"/>
                  </a:lnTo>
                  <a:lnTo>
                    <a:pt x="95250" y="166624"/>
                  </a:lnTo>
                  <a:lnTo>
                    <a:pt x="95250" y="155968"/>
                  </a:lnTo>
                  <a:lnTo>
                    <a:pt x="94716" y="155333"/>
                  </a:lnTo>
                  <a:lnTo>
                    <a:pt x="60667" y="195046"/>
                  </a:lnTo>
                  <a:lnTo>
                    <a:pt x="60667" y="216750"/>
                  </a:lnTo>
                  <a:lnTo>
                    <a:pt x="59270" y="216408"/>
                  </a:lnTo>
                  <a:lnTo>
                    <a:pt x="56070" y="216611"/>
                  </a:lnTo>
                  <a:lnTo>
                    <a:pt x="52857" y="216814"/>
                  </a:lnTo>
                  <a:lnTo>
                    <a:pt x="50380" y="217741"/>
                  </a:lnTo>
                  <a:lnTo>
                    <a:pt x="50380" y="219671"/>
                  </a:lnTo>
                  <a:lnTo>
                    <a:pt x="49542" y="218681"/>
                  </a:lnTo>
                  <a:lnTo>
                    <a:pt x="50292" y="217805"/>
                  </a:lnTo>
                  <a:lnTo>
                    <a:pt x="50380" y="219671"/>
                  </a:lnTo>
                  <a:lnTo>
                    <a:pt x="50380" y="217741"/>
                  </a:lnTo>
                  <a:lnTo>
                    <a:pt x="60083" y="206375"/>
                  </a:lnTo>
                  <a:lnTo>
                    <a:pt x="59880" y="207606"/>
                  </a:lnTo>
                  <a:lnTo>
                    <a:pt x="60223" y="215087"/>
                  </a:lnTo>
                  <a:lnTo>
                    <a:pt x="60667" y="216750"/>
                  </a:lnTo>
                  <a:lnTo>
                    <a:pt x="60667" y="195046"/>
                  </a:lnTo>
                  <a:lnTo>
                    <a:pt x="40398" y="218681"/>
                  </a:lnTo>
                  <a:lnTo>
                    <a:pt x="94716" y="282028"/>
                  </a:lnTo>
                  <a:lnTo>
                    <a:pt x="103847" y="271373"/>
                  </a:lnTo>
                  <a:lnTo>
                    <a:pt x="149021" y="218681"/>
                  </a:lnTo>
                  <a:close/>
                </a:path>
                <a:path w="351154" h="359409">
                  <a:moveTo>
                    <a:pt x="198196" y="295846"/>
                  </a:moveTo>
                  <a:lnTo>
                    <a:pt x="189064" y="285203"/>
                  </a:lnTo>
                  <a:lnTo>
                    <a:pt x="189064" y="295846"/>
                  </a:lnTo>
                  <a:lnTo>
                    <a:pt x="143891" y="348538"/>
                  </a:lnTo>
                  <a:lnTo>
                    <a:pt x="99618" y="296900"/>
                  </a:lnTo>
                  <a:lnTo>
                    <a:pt x="102209" y="297522"/>
                  </a:lnTo>
                  <a:lnTo>
                    <a:pt x="108610" y="297116"/>
                  </a:lnTo>
                  <a:lnTo>
                    <a:pt x="110045" y="296583"/>
                  </a:lnTo>
                  <a:lnTo>
                    <a:pt x="109753" y="298310"/>
                  </a:lnTo>
                  <a:lnTo>
                    <a:pt x="109918" y="302044"/>
                  </a:lnTo>
                  <a:lnTo>
                    <a:pt x="110096" y="305777"/>
                  </a:lnTo>
                  <a:lnTo>
                    <a:pt x="110909" y="308762"/>
                  </a:lnTo>
                  <a:lnTo>
                    <a:pt x="112585" y="308660"/>
                  </a:lnTo>
                  <a:lnTo>
                    <a:pt x="113131" y="305600"/>
                  </a:lnTo>
                  <a:lnTo>
                    <a:pt x="112788" y="298119"/>
                  </a:lnTo>
                  <a:lnTo>
                    <a:pt x="111975" y="295122"/>
                  </a:lnTo>
                  <a:lnTo>
                    <a:pt x="112433" y="292061"/>
                  </a:lnTo>
                  <a:lnTo>
                    <a:pt x="112268" y="288315"/>
                  </a:lnTo>
                  <a:lnTo>
                    <a:pt x="112102" y="284581"/>
                  </a:lnTo>
                  <a:lnTo>
                    <a:pt x="111277" y="281597"/>
                  </a:lnTo>
                  <a:lnTo>
                    <a:pt x="110909" y="281622"/>
                  </a:lnTo>
                  <a:lnTo>
                    <a:pt x="143891" y="243154"/>
                  </a:lnTo>
                  <a:lnTo>
                    <a:pt x="189064" y="295846"/>
                  </a:lnTo>
                  <a:lnTo>
                    <a:pt x="189064" y="285203"/>
                  </a:lnTo>
                  <a:lnTo>
                    <a:pt x="153022" y="243154"/>
                  </a:lnTo>
                  <a:lnTo>
                    <a:pt x="143891" y="232498"/>
                  </a:lnTo>
                  <a:lnTo>
                    <a:pt x="109842" y="272211"/>
                  </a:lnTo>
                  <a:lnTo>
                    <a:pt x="109842" y="293916"/>
                  </a:lnTo>
                  <a:lnTo>
                    <a:pt x="108445" y="293573"/>
                  </a:lnTo>
                  <a:lnTo>
                    <a:pt x="105244" y="293763"/>
                  </a:lnTo>
                  <a:lnTo>
                    <a:pt x="102044" y="293966"/>
                  </a:lnTo>
                  <a:lnTo>
                    <a:pt x="99555" y="294919"/>
                  </a:lnTo>
                  <a:lnTo>
                    <a:pt x="99555" y="296837"/>
                  </a:lnTo>
                  <a:lnTo>
                    <a:pt x="98717" y="295846"/>
                  </a:lnTo>
                  <a:lnTo>
                    <a:pt x="99479" y="294957"/>
                  </a:lnTo>
                  <a:lnTo>
                    <a:pt x="99555" y="296837"/>
                  </a:lnTo>
                  <a:lnTo>
                    <a:pt x="99555" y="294919"/>
                  </a:lnTo>
                  <a:lnTo>
                    <a:pt x="109270" y="283540"/>
                  </a:lnTo>
                  <a:lnTo>
                    <a:pt x="109054" y="284772"/>
                  </a:lnTo>
                  <a:lnTo>
                    <a:pt x="109397" y="292252"/>
                  </a:lnTo>
                  <a:lnTo>
                    <a:pt x="109842" y="293916"/>
                  </a:lnTo>
                  <a:lnTo>
                    <a:pt x="109842" y="272211"/>
                  </a:lnTo>
                  <a:lnTo>
                    <a:pt x="89573" y="295846"/>
                  </a:lnTo>
                  <a:lnTo>
                    <a:pt x="143891" y="359194"/>
                  </a:lnTo>
                  <a:lnTo>
                    <a:pt x="153022" y="348538"/>
                  </a:lnTo>
                  <a:lnTo>
                    <a:pt x="198196" y="295846"/>
                  </a:lnTo>
                  <a:close/>
                </a:path>
                <a:path w="351154" h="359409">
                  <a:moveTo>
                    <a:pt x="351091" y="63347"/>
                  </a:moveTo>
                  <a:lnTo>
                    <a:pt x="341960" y="52705"/>
                  </a:lnTo>
                  <a:lnTo>
                    <a:pt x="341960" y="63347"/>
                  </a:lnTo>
                  <a:lnTo>
                    <a:pt x="331851" y="75145"/>
                  </a:lnTo>
                  <a:lnTo>
                    <a:pt x="332117" y="73647"/>
                  </a:lnTo>
                  <a:lnTo>
                    <a:pt x="331774" y="66167"/>
                  </a:lnTo>
                  <a:lnTo>
                    <a:pt x="331317" y="64490"/>
                  </a:lnTo>
                  <a:lnTo>
                    <a:pt x="332790" y="64833"/>
                  </a:lnTo>
                  <a:lnTo>
                    <a:pt x="336003" y="64643"/>
                  </a:lnTo>
                  <a:lnTo>
                    <a:pt x="339204" y="64439"/>
                  </a:lnTo>
                  <a:lnTo>
                    <a:pt x="341769" y="63474"/>
                  </a:lnTo>
                  <a:lnTo>
                    <a:pt x="341744" y="63106"/>
                  </a:lnTo>
                  <a:lnTo>
                    <a:pt x="341960" y="63347"/>
                  </a:lnTo>
                  <a:lnTo>
                    <a:pt x="341960" y="52705"/>
                  </a:lnTo>
                  <a:lnTo>
                    <a:pt x="340055" y="50482"/>
                  </a:lnTo>
                  <a:lnTo>
                    <a:pt x="340055" y="61150"/>
                  </a:lnTo>
                  <a:lnTo>
                    <a:pt x="339039" y="60896"/>
                  </a:lnTo>
                  <a:lnTo>
                    <a:pt x="332625" y="61290"/>
                  </a:lnTo>
                  <a:lnTo>
                    <a:pt x="331114" y="61861"/>
                  </a:lnTo>
                  <a:lnTo>
                    <a:pt x="331419" y="60109"/>
                  </a:lnTo>
                  <a:lnTo>
                    <a:pt x="331254" y="56362"/>
                  </a:lnTo>
                  <a:lnTo>
                    <a:pt x="331089" y="52628"/>
                  </a:lnTo>
                  <a:lnTo>
                    <a:pt x="330441" y="50330"/>
                  </a:lnTo>
                  <a:lnTo>
                    <a:pt x="330441" y="76784"/>
                  </a:lnTo>
                  <a:lnTo>
                    <a:pt x="296786" y="116039"/>
                  </a:lnTo>
                  <a:lnTo>
                    <a:pt x="285089" y="102412"/>
                  </a:lnTo>
                  <a:lnTo>
                    <a:pt x="287680" y="103035"/>
                  </a:lnTo>
                  <a:lnTo>
                    <a:pt x="294093" y="102628"/>
                  </a:lnTo>
                  <a:lnTo>
                    <a:pt x="295529" y="102095"/>
                  </a:lnTo>
                  <a:lnTo>
                    <a:pt x="295236" y="103822"/>
                  </a:lnTo>
                  <a:lnTo>
                    <a:pt x="295402" y="107556"/>
                  </a:lnTo>
                  <a:lnTo>
                    <a:pt x="295567" y="111302"/>
                  </a:lnTo>
                  <a:lnTo>
                    <a:pt x="296392" y="114287"/>
                  </a:lnTo>
                  <a:lnTo>
                    <a:pt x="298069" y="114173"/>
                  </a:lnTo>
                  <a:lnTo>
                    <a:pt x="298615" y="111112"/>
                  </a:lnTo>
                  <a:lnTo>
                    <a:pt x="298272" y="103632"/>
                  </a:lnTo>
                  <a:lnTo>
                    <a:pt x="297802" y="101955"/>
                  </a:lnTo>
                  <a:lnTo>
                    <a:pt x="299288" y="102298"/>
                  </a:lnTo>
                  <a:lnTo>
                    <a:pt x="302488" y="102108"/>
                  </a:lnTo>
                  <a:lnTo>
                    <a:pt x="305689" y="101904"/>
                  </a:lnTo>
                  <a:lnTo>
                    <a:pt x="308254" y="100939"/>
                  </a:lnTo>
                  <a:lnTo>
                    <a:pt x="308165" y="98983"/>
                  </a:lnTo>
                  <a:lnTo>
                    <a:pt x="305523" y="98361"/>
                  </a:lnTo>
                  <a:lnTo>
                    <a:pt x="299123" y="98755"/>
                  </a:lnTo>
                  <a:lnTo>
                    <a:pt x="297611" y="99326"/>
                  </a:lnTo>
                  <a:lnTo>
                    <a:pt x="297916" y="97574"/>
                  </a:lnTo>
                  <a:lnTo>
                    <a:pt x="297751" y="93827"/>
                  </a:lnTo>
                  <a:lnTo>
                    <a:pt x="297573" y="90093"/>
                  </a:lnTo>
                  <a:lnTo>
                    <a:pt x="296748" y="87109"/>
                  </a:lnTo>
                  <a:lnTo>
                    <a:pt x="295071" y="87210"/>
                  </a:lnTo>
                  <a:lnTo>
                    <a:pt x="294525" y="90284"/>
                  </a:lnTo>
                  <a:lnTo>
                    <a:pt x="294881" y="97764"/>
                  </a:lnTo>
                  <a:lnTo>
                    <a:pt x="295325" y="99428"/>
                  </a:lnTo>
                  <a:lnTo>
                    <a:pt x="293928" y="99085"/>
                  </a:lnTo>
                  <a:lnTo>
                    <a:pt x="290715" y="99288"/>
                  </a:lnTo>
                  <a:lnTo>
                    <a:pt x="287515" y="99479"/>
                  </a:lnTo>
                  <a:lnTo>
                    <a:pt x="284949" y="100444"/>
                  </a:lnTo>
                  <a:lnTo>
                    <a:pt x="285038" y="102362"/>
                  </a:lnTo>
                  <a:lnTo>
                    <a:pt x="252526" y="64427"/>
                  </a:lnTo>
                  <a:lnTo>
                    <a:pt x="255104" y="65024"/>
                  </a:lnTo>
                  <a:lnTo>
                    <a:pt x="261518" y="64630"/>
                  </a:lnTo>
                  <a:lnTo>
                    <a:pt x="262940" y="64096"/>
                  </a:lnTo>
                  <a:lnTo>
                    <a:pt x="262648" y="65811"/>
                  </a:lnTo>
                  <a:lnTo>
                    <a:pt x="262813" y="69557"/>
                  </a:lnTo>
                  <a:lnTo>
                    <a:pt x="262978" y="73291"/>
                  </a:lnTo>
                  <a:lnTo>
                    <a:pt x="263817" y="76276"/>
                  </a:lnTo>
                  <a:lnTo>
                    <a:pt x="265480" y="76174"/>
                  </a:lnTo>
                  <a:lnTo>
                    <a:pt x="266026" y="73101"/>
                  </a:lnTo>
                  <a:lnTo>
                    <a:pt x="265684" y="65620"/>
                  </a:lnTo>
                  <a:lnTo>
                    <a:pt x="265226" y="63944"/>
                  </a:lnTo>
                  <a:lnTo>
                    <a:pt x="266712" y="64300"/>
                  </a:lnTo>
                  <a:lnTo>
                    <a:pt x="269913" y="64096"/>
                  </a:lnTo>
                  <a:lnTo>
                    <a:pt x="273113" y="63906"/>
                  </a:lnTo>
                  <a:lnTo>
                    <a:pt x="275678" y="62941"/>
                  </a:lnTo>
                  <a:lnTo>
                    <a:pt x="275590" y="60972"/>
                  </a:lnTo>
                  <a:lnTo>
                    <a:pt x="272948" y="60350"/>
                  </a:lnTo>
                  <a:lnTo>
                    <a:pt x="266534" y="60744"/>
                  </a:lnTo>
                  <a:lnTo>
                    <a:pt x="265023" y="61315"/>
                  </a:lnTo>
                  <a:lnTo>
                    <a:pt x="265328" y="59563"/>
                  </a:lnTo>
                  <a:lnTo>
                    <a:pt x="265163" y="55829"/>
                  </a:lnTo>
                  <a:lnTo>
                    <a:pt x="264998" y="52095"/>
                  </a:lnTo>
                  <a:lnTo>
                    <a:pt x="264172" y="49110"/>
                  </a:lnTo>
                  <a:lnTo>
                    <a:pt x="263791" y="49136"/>
                  </a:lnTo>
                  <a:lnTo>
                    <a:pt x="295567" y="12077"/>
                  </a:lnTo>
                  <a:lnTo>
                    <a:pt x="295148" y="14452"/>
                  </a:lnTo>
                  <a:lnTo>
                    <a:pt x="295503" y="21932"/>
                  </a:lnTo>
                  <a:lnTo>
                    <a:pt x="295948" y="23596"/>
                  </a:lnTo>
                  <a:lnTo>
                    <a:pt x="294551" y="23253"/>
                  </a:lnTo>
                  <a:lnTo>
                    <a:pt x="291338" y="23456"/>
                  </a:lnTo>
                  <a:lnTo>
                    <a:pt x="288137" y="23660"/>
                  </a:lnTo>
                  <a:lnTo>
                    <a:pt x="285572" y="24625"/>
                  </a:lnTo>
                  <a:lnTo>
                    <a:pt x="285673" y="26581"/>
                  </a:lnTo>
                  <a:lnTo>
                    <a:pt x="288302" y="27203"/>
                  </a:lnTo>
                  <a:lnTo>
                    <a:pt x="294716" y="26809"/>
                  </a:lnTo>
                  <a:lnTo>
                    <a:pt x="296138" y="26276"/>
                  </a:lnTo>
                  <a:lnTo>
                    <a:pt x="295846" y="27990"/>
                  </a:lnTo>
                  <a:lnTo>
                    <a:pt x="296024" y="31737"/>
                  </a:lnTo>
                  <a:lnTo>
                    <a:pt x="296189" y="35471"/>
                  </a:lnTo>
                  <a:lnTo>
                    <a:pt x="297014" y="38455"/>
                  </a:lnTo>
                  <a:lnTo>
                    <a:pt x="298691" y="38354"/>
                  </a:lnTo>
                  <a:lnTo>
                    <a:pt x="299237" y="35280"/>
                  </a:lnTo>
                  <a:lnTo>
                    <a:pt x="298881" y="27813"/>
                  </a:lnTo>
                  <a:lnTo>
                    <a:pt x="298411" y="26123"/>
                  </a:lnTo>
                  <a:lnTo>
                    <a:pt x="299910" y="26479"/>
                  </a:lnTo>
                  <a:lnTo>
                    <a:pt x="303110" y="26276"/>
                  </a:lnTo>
                  <a:lnTo>
                    <a:pt x="306311" y="26085"/>
                  </a:lnTo>
                  <a:lnTo>
                    <a:pt x="308876" y="25120"/>
                  </a:lnTo>
                  <a:lnTo>
                    <a:pt x="308851" y="24765"/>
                  </a:lnTo>
                  <a:lnTo>
                    <a:pt x="330212" y="49657"/>
                  </a:lnTo>
                  <a:lnTo>
                    <a:pt x="328587" y="49745"/>
                  </a:lnTo>
                  <a:lnTo>
                    <a:pt x="328041" y="52819"/>
                  </a:lnTo>
                  <a:lnTo>
                    <a:pt x="328383" y="60299"/>
                  </a:lnTo>
                  <a:lnTo>
                    <a:pt x="328828" y="61963"/>
                  </a:lnTo>
                  <a:lnTo>
                    <a:pt x="327431" y="61620"/>
                  </a:lnTo>
                  <a:lnTo>
                    <a:pt x="324231" y="61823"/>
                  </a:lnTo>
                  <a:lnTo>
                    <a:pt x="321030" y="62014"/>
                  </a:lnTo>
                  <a:lnTo>
                    <a:pt x="318465" y="62979"/>
                  </a:lnTo>
                  <a:lnTo>
                    <a:pt x="318554" y="64935"/>
                  </a:lnTo>
                  <a:lnTo>
                    <a:pt x="321195" y="65570"/>
                  </a:lnTo>
                  <a:lnTo>
                    <a:pt x="327596" y="65163"/>
                  </a:lnTo>
                  <a:lnTo>
                    <a:pt x="329031" y="64630"/>
                  </a:lnTo>
                  <a:lnTo>
                    <a:pt x="328739" y="66357"/>
                  </a:lnTo>
                  <a:lnTo>
                    <a:pt x="328904" y="70091"/>
                  </a:lnTo>
                  <a:lnTo>
                    <a:pt x="329069" y="73825"/>
                  </a:lnTo>
                  <a:lnTo>
                    <a:pt x="329895" y="76809"/>
                  </a:lnTo>
                  <a:lnTo>
                    <a:pt x="330441" y="76784"/>
                  </a:lnTo>
                  <a:lnTo>
                    <a:pt x="330441" y="50330"/>
                  </a:lnTo>
                  <a:lnTo>
                    <a:pt x="330276" y="49733"/>
                  </a:lnTo>
                  <a:lnTo>
                    <a:pt x="340055" y="61150"/>
                  </a:lnTo>
                  <a:lnTo>
                    <a:pt x="340055" y="50482"/>
                  </a:lnTo>
                  <a:lnTo>
                    <a:pt x="307162" y="12103"/>
                  </a:lnTo>
                  <a:lnTo>
                    <a:pt x="307162" y="22783"/>
                  </a:lnTo>
                  <a:lnTo>
                    <a:pt x="306146" y="22529"/>
                  </a:lnTo>
                  <a:lnTo>
                    <a:pt x="299745" y="22923"/>
                  </a:lnTo>
                  <a:lnTo>
                    <a:pt x="298234" y="23495"/>
                  </a:lnTo>
                  <a:lnTo>
                    <a:pt x="298538" y="21742"/>
                  </a:lnTo>
                  <a:lnTo>
                    <a:pt x="298373" y="18008"/>
                  </a:lnTo>
                  <a:lnTo>
                    <a:pt x="298196" y="14274"/>
                  </a:lnTo>
                  <a:lnTo>
                    <a:pt x="297383" y="11366"/>
                  </a:lnTo>
                  <a:lnTo>
                    <a:pt x="307162" y="22783"/>
                  </a:lnTo>
                  <a:lnTo>
                    <a:pt x="307162" y="12103"/>
                  </a:lnTo>
                  <a:lnTo>
                    <a:pt x="305930" y="10655"/>
                  </a:lnTo>
                  <a:lnTo>
                    <a:pt x="297332" y="647"/>
                  </a:lnTo>
                  <a:lnTo>
                    <a:pt x="297332" y="11303"/>
                  </a:lnTo>
                  <a:lnTo>
                    <a:pt x="296176" y="11366"/>
                  </a:lnTo>
                  <a:lnTo>
                    <a:pt x="296786" y="10655"/>
                  </a:lnTo>
                  <a:lnTo>
                    <a:pt x="297332" y="11303"/>
                  </a:lnTo>
                  <a:lnTo>
                    <a:pt x="297332" y="647"/>
                  </a:lnTo>
                  <a:lnTo>
                    <a:pt x="296786" y="0"/>
                  </a:lnTo>
                  <a:lnTo>
                    <a:pt x="262737" y="39725"/>
                  </a:lnTo>
                  <a:lnTo>
                    <a:pt x="262737" y="61417"/>
                  </a:lnTo>
                  <a:lnTo>
                    <a:pt x="261340" y="61074"/>
                  </a:lnTo>
                  <a:lnTo>
                    <a:pt x="258140" y="61277"/>
                  </a:lnTo>
                  <a:lnTo>
                    <a:pt x="254939" y="61480"/>
                  </a:lnTo>
                  <a:lnTo>
                    <a:pt x="252450" y="62433"/>
                  </a:lnTo>
                  <a:lnTo>
                    <a:pt x="252450" y="64338"/>
                  </a:lnTo>
                  <a:lnTo>
                    <a:pt x="251612" y="63347"/>
                  </a:lnTo>
                  <a:lnTo>
                    <a:pt x="252374" y="62458"/>
                  </a:lnTo>
                  <a:lnTo>
                    <a:pt x="252450" y="64338"/>
                  </a:lnTo>
                  <a:lnTo>
                    <a:pt x="252450" y="62433"/>
                  </a:lnTo>
                  <a:lnTo>
                    <a:pt x="262166" y="51041"/>
                  </a:lnTo>
                  <a:lnTo>
                    <a:pt x="261950" y="52273"/>
                  </a:lnTo>
                  <a:lnTo>
                    <a:pt x="262293" y="59753"/>
                  </a:lnTo>
                  <a:lnTo>
                    <a:pt x="262737" y="61417"/>
                  </a:lnTo>
                  <a:lnTo>
                    <a:pt x="262737" y="39725"/>
                  </a:lnTo>
                  <a:lnTo>
                    <a:pt x="246265" y="58940"/>
                  </a:lnTo>
                  <a:lnTo>
                    <a:pt x="240919" y="52705"/>
                  </a:lnTo>
                  <a:lnTo>
                    <a:pt x="240919" y="63347"/>
                  </a:lnTo>
                  <a:lnTo>
                    <a:pt x="230809" y="75145"/>
                  </a:lnTo>
                  <a:lnTo>
                    <a:pt x="231076" y="73647"/>
                  </a:lnTo>
                  <a:lnTo>
                    <a:pt x="230733" y="66167"/>
                  </a:lnTo>
                  <a:lnTo>
                    <a:pt x="230276" y="64490"/>
                  </a:lnTo>
                  <a:lnTo>
                    <a:pt x="231762" y="64833"/>
                  </a:lnTo>
                  <a:lnTo>
                    <a:pt x="234962" y="64643"/>
                  </a:lnTo>
                  <a:lnTo>
                    <a:pt x="238163" y="64439"/>
                  </a:lnTo>
                  <a:lnTo>
                    <a:pt x="240728" y="63474"/>
                  </a:lnTo>
                  <a:lnTo>
                    <a:pt x="240703" y="63106"/>
                  </a:lnTo>
                  <a:lnTo>
                    <a:pt x="240919" y="63347"/>
                  </a:lnTo>
                  <a:lnTo>
                    <a:pt x="240919" y="52705"/>
                  </a:lnTo>
                  <a:lnTo>
                    <a:pt x="239014" y="50482"/>
                  </a:lnTo>
                  <a:lnTo>
                    <a:pt x="239014" y="61150"/>
                  </a:lnTo>
                  <a:lnTo>
                    <a:pt x="237998" y="60896"/>
                  </a:lnTo>
                  <a:lnTo>
                    <a:pt x="231584" y="61290"/>
                  </a:lnTo>
                  <a:lnTo>
                    <a:pt x="230073" y="61861"/>
                  </a:lnTo>
                  <a:lnTo>
                    <a:pt x="230378" y="60109"/>
                  </a:lnTo>
                  <a:lnTo>
                    <a:pt x="230212" y="56362"/>
                  </a:lnTo>
                  <a:lnTo>
                    <a:pt x="230047" y="52628"/>
                  </a:lnTo>
                  <a:lnTo>
                    <a:pt x="229400" y="50330"/>
                  </a:lnTo>
                  <a:lnTo>
                    <a:pt x="229400" y="76784"/>
                  </a:lnTo>
                  <a:lnTo>
                    <a:pt x="195757" y="116039"/>
                  </a:lnTo>
                  <a:lnTo>
                    <a:pt x="184073" y="102425"/>
                  </a:lnTo>
                  <a:lnTo>
                    <a:pt x="186651" y="103035"/>
                  </a:lnTo>
                  <a:lnTo>
                    <a:pt x="193052" y="102628"/>
                  </a:lnTo>
                  <a:lnTo>
                    <a:pt x="194487" y="102095"/>
                  </a:lnTo>
                  <a:lnTo>
                    <a:pt x="194195" y="103822"/>
                  </a:lnTo>
                  <a:lnTo>
                    <a:pt x="194360" y="107556"/>
                  </a:lnTo>
                  <a:lnTo>
                    <a:pt x="194525" y="111302"/>
                  </a:lnTo>
                  <a:lnTo>
                    <a:pt x="195351" y="114287"/>
                  </a:lnTo>
                  <a:lnTo>
                    <a:pt x="197027" y="114173"/>
                  </a:lnTo>
                  <a:lnTo>
                    <a:pt x="197573" y="111112"/>
                  </a:lnTo>
                  <a:lnTo>
                    <a:pt x="197231" y="103632"/>
                  </a:lnTo>
                  <a:lnTo>
                    <a:pt x="196773" y="101955"/>
                  </a:lnTo>
                  <a:lnTo>
                    <a:pt x="198247" y="102298"/>
                  </a:lnTo>
                  <a:lnTo>
                    <a:pt x="201460" y="102108"/>
                  </a:lnTo>
                  <a:lnTo>
                    <a:pt x="204660" y="101904"/>
                  </a:lnTo>
                  <a:lnTo>
                    <a:pt x="207225" y="100939"/>
                  </a:lnTo>
                  <a:lnTo>
                    <a:pt x="207124" y="98983"/>
                  </a:lnTo>
                  <a:lnTo>
                    <a:pt x="204495" y="98361"/>
                  </a:lnTo>
                  <a:lnTo>
                    <a:pt x="198081" y="98755"/>
                  </a:lnTo>
                  <a:lnTo>
                    <a:pt x="196570" y="99326"/>
                  </a:lnTo>
                  <a:lnTo>
                    <a:pt x="196875" y="97574"/>
                  </a:lnTo>
                  <a:lnTo>
                    <a:pt x="196710" y="93827"/>
                  </a:lnTo>
                  <a:lnTo>
                    <a:pt x="196545" y="90093"/>
                  </a:lnTo>
                  <a:lnTo>
                    <a:pt x="195707" y="87109"/>
                  </a:lnTo>
                  <a:lnTo>
                    <a:pt x="194043" y="87210"/>
                  </a:lnTo>
                  <a:lnTo>
                    <a:pt x="193497" y="90284"/>
                  </a:lnTo>
                  <a:lnTo>
                    <a:pt x="193840" y="97764"/>
                  </a:lnTo>
                  <a:lnTo>
                    <a:pt x="194284" y="99428"/>
                  </a:lnTo>
                  <a:lnTo>
                    <a:pt x="192887" y="99085"/>
                  </a:lnTo>
                  <a:lnTo>
                    <a:pt x="189687" y="99288"/>
                  </a:lnTo>
                  <a:lnTo>
                    <a:pt x="186486" y="99479"/>
                  </a:lnTo>
                  <a:lnTo>
                    <a:pt x="183921" y="100444"/>
                  </a:lnTo>
                  <a:lnTo>
                    <a:pt x="183997" y="102349"/>
                  </a:lnTo>
                  <a:lnTo>
                    <a:pt x="151498" y="64427"/>
                  </a:lnTo>
                  <a:lnTo>
                    <a:pt x="154063" y="65024"/>
                  </a:lnTo>
                  <a:lnTo>
                    <a:pt x="160477" y="64630"/>
                  </a:lnTo>
                  <a:lnTo>
                    <a:pt x="161899" y="64096"/>
                  </a:lnTo>
                  <a:lnTo>
                    <a:pt x="161607" y="65811"/>
                  </a:lnTo>
                  <a:lnTo>
                    <a:pt x="161785" y="69557"/>
                  </a:lnTo>
                  <a:lnTo>
                    <a:pt x="161950" y="73291"/>
                  </a:lnTo>
                  <a:lnTo>
                    <a:pt x="162775" y="76276"/>
                  </a:lnTo>
                  <a:lnTo>
                    <a:pt x="164452" y="76174"/>
                  </a:lnTo>
                  <a:lnTo>
                    <a:pt x="164998" y="73101"/>
                  </a:lnTo>
                  <a:lnTo>
                    <a:pt x="164642" y="65620"/>
                  </a:lnTo>
                  <a:lnTo>
                    <a:pt x="164185" y="63944"/>
                  </a:lnTo>
                  <a:lnTo>
                    <a:pt x="165671" y="64300"/>
                  </a:lnTo>
                  <a:lnTo>
                    <a:pt x="168871" y="64096"/>
                  </a:lnTo>
                  <a:lnTo>
                    <a:pt x="172072" y="63906"/>
                  </a:lnTo>
                  <a:lnTo>
                    <a:pt x="174637" y="62941"/>
                  </a:lnTo>
                  <a:lnTo>
                    <a:pt x="174548" y="60972"/>
                  </a:lnTo>
                  <a:lnTo>
                    <a:pt x="171907" y="60350"/>
                  </a:lnTo>
                  <a:lnTo>
                    <a:pt x="165506" y="60744"/>
                  </a:lnTo>
                  <a:lnTo>
                    <a:pt x="163995" y="61315"/>
                  </a:lnTo>
                  <a:lnTo>
                    <a:pt x="164299" y="59563"/>
                  </a:lnTo>
                  <a:lnTo>
                    <a:pt x="164122" y="55829"/>
                  </a:lnTo>
                  <a:lnTo>
                    <a:pt x="163957" y="52095"/>
                  </a:lnTo>
                  <a:lnTo>
                    <a:pt x="163131" y="49110"/>
                  </a:lnTo>
                  <a:lnTo>
                    <a:pt x="162763" y="49136"/>
                  </a:lnTo>
                  <a:lnTo>
                    <a:pt x="194538" y="12077"/>
                  </a:lnTo>
                  <a:lnTo>
                    <a:pt x="194119" y="14452"/>
                  </a:lnTo>
                  <a:lnTo>
                    <a:pt x="194462" y="21932"/>
                  </a:lnTo>
                  <a:lnTo>
                    <a:pt x="194906" y="23596"/>
                  </a:lnTo>
                  <a:lnTo>
                    <a:pt x="193509" y="23253"/>
                  </a:lnTo>
                  <a:lnTo>
                    <a:pt x="190309" y="23456"/>
                  </a:lnTo>
                  <a:lnTo>
                    <a:pt x="187096" y="23660"/>
                  </a:lnTo>
                  <a:lnTo>
                    <a:pt x="184531" y="24625"/>
                  </a:lnTo>
                  <a:lnTo>
                    <a:pt x="184632" y="26581"/>
                  </a:lnTo>
                  <a:lnTo>
                    <a:pt x="187274" y="27203"/>
                  </a:lnTo>
                  <a:lnTo>
                    <a:pt x="193675" y="26809"/>
                  </a:lnTo>
                  <a:lnTo>
                    <a:pt x="195110" y="26276"/>
                  </a:lnTo>
                  <a:lnTo>
                    <a:pt x="194818" y="27990"/>
                  </a:lnTo>
                  <a:lnTo>
                    <a:pt x="194983" y="31737"/>
                  </a:lnTo>
                  <a:lnTo>
                    <a:pt x="195148" y="35471"/>
                  </a:lnTo>
                  <a:lnTo>
                    <a:pt x="195973" y="38455"/>
                  </a:lnTo>
                  <a:lnTo>
                    <a:pt x="197650" y="38354"/>
                  </a:lnTo>
                  <a:lnTo>
                    <a:pt x="198196" y="35280"/>
                  </a:lnTo>
                  <a:lnTo>
                    <a:pt x="197853" y="27813"/>
                  </a:lnTo>
                  <a:lnTo>
                    <a:pt x="197383" y="26136"/>
                  </a:lnTo>
                  <a:lnTo>
                    <a:pt x="198869" y="26479"/>
                  </a:lnTo>
                  <a:lnTo>
                    <a:pt x="202069" y="26276"/>
                  </a:lnTo>
                  <a:lnTo>
                    <a:pt x="205282" y="26085"/>
                  </a:lnTo>
                  <a:lnTo>
                    <a:pt x="207848" y="25120"/>
                  </a:lnTo>
                  <a:lnTo>
                    <a:pt x="207822" y="24752"/>
                  </a:lnTo>
                  <a:lnTo>
                    <a:pt x="229171" y="49657"/>
                  </a:lnTo>
                  <a:lnTo>
                    <a:pt x="227545" y="49745"/>
                  </a:lnTo>
                  <a:lnTo>
                    <a:pt x="226999" y="52819"/>
                  </a:lnTo>
                  <a:lnTo>
                    <a:pt x="227342" y="60299"/>
                  </a:lnTo>
                  <a:lnTo>
                    <a:pt x="227787" y="61963"/>
                  </a:lnTo>
                  <a:lnTo>
                    <a:pt x="226390" y="61620"/>
                  </a:lnTo>
                  <a:lnTo>
                    <a:pt x="223189" y="61823"/>
                  </a:lnTo>
                  <a:lnTo>
                    <a:pt x="219989" y="62014"/>
                  </a:lnTo>
                  <a:lnTo>
                    <a:pt x="217424" y="62979"/>
                  </a:lnTo>
                  <a:lnTo>
                    <a:pt x="217512" y="64935"/>
                  </a:lnTo>
                  <a:lnTo>
                    <a:pt x="220154" y="65570"/>
                  </a:lnTo>
                  <a:lnTo>
                    <a:pt x="226568" y="65163"/>
                  </a:lnTo>
                  <a:lnTo>
                    <a:pt x="227990" y="64643"/>
                  </a:lnTo>
                  <a:lnTo>
                    <a:pt x="227698" y="66357"/>
                  </a:lnTo>
                  <a:lnTo>
                    <a:pt x="227863" y="70091"/>
                  </a:lnTo>
                  <a:lnTo>
                    <a:pt x="228028" y="73825"/>
                  </a:lnTo>
                  <a:lnTo>
                    <a:pt x="228866" y="76809"/>
                  </a:lnTo>
                  <a:lnTo>
                    <a:pt x="229400" y="76784"/>
                  </a:lnTo>
                  <a:lnTo>
                    <a:pt x="229400" y="50330"/>
                  </a:lnTo>
                  <a:lnTo>
                    <a:pt x="229235" y="49733"/>
                  </a:lnTo>
                  <a:lnTo>
                    <a:pt x="239014" y="61150"/>
                  </a:lnTo>
                  <a:lnTo>
                    <a:pt x="239014" y="50482"/>
                  </a:lnTo>
                  <a:lnTo>
                    <a:pt x="206133" y="12115"/>
                  </a:lnTo>
                  <a:lnTo>
                    <a:pt x="206133" y="22783"/>
                  </a:lnTo>
                  <a:lnTo>
                    <a:pt x="205117" y="22529"/>
                  </a:lnTo>
                  <a:lnTo>
                    <a:pt x="198704" y="22923"/>
                  </a:lnTo>
                  <a:lnTo>
                    <a:pt x="197192" y="23495"/>
                  </a:lnTo>
                  <a:lnTo>
                    <a:pt x="197497" y="21742"/>
                  </a:lnTo>
                  <a:lnTo>
                    <a:pt x="197332" y="18008"/>
                  </a:lnTo>
                  <a:lnTo>
                    <a:pt x="197167" y="14274"/>
                  </a:lnTo>
                  <a:lnTo>
                    <a:pt x="196342" y="11341"/>
                  </a:lnTo>
                  <a:lnTo>
                    <a:pt x="206133" y="22783"/>
                  </a:lnTo>
                  <a:lnTo>
                    <a:pt x="206133" y="12115"/>
                  </a:lnTo>
                  <a:lnTo>
                    <a:pt x="204889" y="10655"/>
                  </a:lnTo>
                  <a:lnTo>
                    <a:pt x="196291" y="635"/>
                  </a:lnTo>
                  <a:lnTo>
                    <a:pt x="196291" y="11303"/>
                  </a:lnTo>
                  <a:lnTo>
                    <a:pt x="195148" y="11366"/>
                  </a:lnTo>
                  <a:lnTo>
                    <a:pt x="195757" y="10655"/>
                  </a:lnTo>
                  <a:lnTo>
                    <a:pt x="196291" y="11303"/>
                  </a:lnTo>
                  <a:lnTo>
                    <a:pt x="196291" y="635"/>
                  </a:lnTo>
                  <a:lnTo>
                    <a:pt x="195757" y="0"/>
                  </a:lnTo>
                  <a:lnTo>
                    <a:pt x="161709" y="39712"/>
                  </a:lnTo>
                  <a:lnTo>
                    <a:pt x="161709" y="61417"/>
                  </a:lnTo>
                  <a:lnTo>
                    <a:pt x="160312" y="61074"/>
                  </a:lnTo>
                  <a:lnTo>
                    <a:pt x="157099" y="61277"/>
                  </a:lnTo>
                  <a:lnTo>
                    <a:pt x="153898" y="61480"/>
                  </a:lnTo>
                  <a:lnTo>
                    <a:pt x="151409" y="62420"/>
                  </a:lnTo>
                  <a:lnTo>
                    <a:pt x="151409" y="64325"/>
                  </a:lnTo>
                  <a:lnTo>
                    <a:pt x="150583" y="63347"/>
                  </a:lnTo>
                  <a:lnTo>
                    <a:pt x="151333" y="62484"/>
                  </a:lnTo>
                  <a:lnTo>
                    <a:pt x="151409" y="64325"/>
                  </a:lnTo>
                  <a:lnTo>
                    <a:pt x="151409" y="62420"/>
                  </a:lnTo>
                  <a:lnTo>
                    <a:pt x="161124" y="51054"/>
                  </a:lnTo>
                  <a:lnTo>
                    <a:pt x="160909" y="52273"/>
                  </a:lnTo>
                  <a:lnTo>
                    <a:pt x="161264" y="59753"/>
                  </a:lnTo>
                  <a:lnTo>
                    <a:pt x="161709" y="61417"/>
                  </a:lnTo>
                  <a:lnTo>
                    <a:pt x="161709" y="39712"/>
                  </a:lnTo>
                  <a:lnTo>
                    <a:pt x="141439" y="63347"/>
                  </a:lnTo>
                  <a:lnTo>
                    <a:pt x="195757" y="126695"/>
                  </a:lnTo>
                  <a:lnTo>
                    <a:pt x="204889" y="116039"/>
                  </a:lnTo>
                  <a:lnTo>
                    <a:pt x="246265" y="67767"/>
                  </a:lnTo>
                  <a:lnTo>
                    <a:pt x="296786" y="126695"/>
                  </a:lnTo>
                  <a:lnTo>
                    <a:pt x="305930" y="116039"/>
                  </a:lnTo>
                  <a:lnTo>
                    <a:pt x="351091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7" name="object 2057" descr=""/>
            <p:cNvSpPr/>
            <p:nvPr/>
          </p:nvSpPr>
          <p:spPr>
            <a:xfrm>
              <a:off x="7789126" y="6589375"/>
              <a:ext cx="361315" cy="204470"/>
            </a:xfrm>
            <a:custGeom>
              <a:avLst/>
              <a:gdLst/>
              <a:ahLst/>
              <a:cxnLst/>
              <a:rect l="l" t="t" r="r" b="b"/>
              <a:pathLst>
                <a:path w="361315" h="204470">
                  <a:moveTo>
                    <a:pt x="108610" y="140512"/>
                  </a:moveTo>
                  <a:lnTo>
                    <a:pt x="99479" y="129870"/>
                  </a:lnTo>
                  <a:lnTo>
                    <a:pt x="99479" y="140512"/>
                  </a:lnTo>
                  <a:lnTo>
                    <a:pt x="89357" y="152311"/>
                  </a:lnTo>
                  <a:lnTo>
                    <a:pt x="89636" y="150799"/>
                  </a:lnTo>
                  <a:lnTo>
                    <a:pt x="89293" y="143319"/>
                  </a:lnTo>
                  <a:lnTo>
                    <a:pt x="88836" y="141643"/>
                  </a:lnTo>
                  <a:lnTo>
                    <a:pt x="90309" y="141998"/>
                  </a:lnTo>
                  <a:lnTo>
                    <a:pt x="93522" y="141795"/>
                  </a:lnTo>
                  <a:lnTo>
                    <a:pt x="96723" y="141592"/>
                  </a:lnTo>
                  <a:lnTo>
                    <a:pt x="99288" y="140639"/>
                  </a:lnTo>
                  <a:lnTo>
                    <a:pt x="99263" y="140271"/>
                  </a:lnTo>
                  <a:lnTo>
                    <a:pt x="99479" y="140512"/>
                  </a:lnTo>
                  <a:lnTo>
                    <a:pt x="99479" y="129870"/>
                  </a:lnTo>
                  <a:lnTo>
                    <a:pt x="97561" y="127622"/>
                  </a:lnTo>
                  <a:lnTo>
                    <a:pt x="97561" y="138290"/>
                  </a:lnTo>
                  <a:lnTo>
                    <a:pt x="96558" y="138049"/>
                  </a:lnTo>
                  <a:lnTo>
                    <a:pt x="90144" y="138442"/>
                  </a:lnTo>
                  <a:lnTo>
                    <a:pt x="88633" y="139014"/>
                  </a:lnTo>
                  <a:lnTo>
                    <a:pt x="88938" y="137261"/>
                  </a:lnTo>
                  <a:lnTo>
                    <a:pt x="88773" y="133527"/>
                  </a:lnTo>
                  <a:lnTo>
                    <a:pt x="88607" y="129794"/>
                  </a:lnTo>
                  <a:lnTo>
                    <a:pt x="87960" y="127495"/>
                  </a:lnTo>
                  <a:lnTo>
                    <a:pt x="87960" y="153949"/>
                  </a:lnTo>
                  <a:lnTo>
                    <a:pt x="54305" y="193205"/>
                  </a:lnTo>
                  <a:lnTo>
                    <a:pt x="42621" y="179578"/>
                  </a:lnTo>
                  <a:lnTo>
                    <a:pt x="45199" y="180187"/>
                  </a:lnTo>
                  <a:lnTo>
                    <a:pt x="51612" y="179793"/>
                  </a:lnTo>
                  <a:lnTo>
                    <a:pt x="53047" y="179260"/>
                  </a:lnTo>
                  <a:lnTo>
                    <a:pt x="52743" y="180975"/>
                  </a:lnTo>
                  <a:lnTo>
                    <a:pt x="52920" y="184721"/>
                  </a:lnTo>
                  <a:lnTo>
                    <a:pt x="53086" y="188455"/>
                  </a:lnTo>
                  <a:lnTo>
                    <a:pt x="53911" y="191439"/>
                  </a:lnTo>
                  <a:lnTo>
                    <a:pt x="55587" y="191338"/>
                  </a:lnTo>
                  <a:lnTo>
                    <a:pt x="56134" y="188264"/>
                  </a:lnTo>
                  <a:lnTo>
                    <a:pt x="55791" y="180784"/>
                  </a:lnTo>
                  <a:lnTo>
                    <a:pt x="55321" y="179108"/>
                  </a:lnTo>
                  <a:lnTo>
                    <a:pt x="56807" y="179463"/>
                  </a:lnTo>
                  <a:lnTo>
                    <a:pt x="60007" y="179260"/>
                  </a:lnTo>
                  <a:lnTo>
                    <a:pt x="63207" y="179057"/>
                  </a:lnTo>
                  <a:lnTo>
                    <a:pt x="65773" y="178104"/>
                  </a:lnTo>
                  <a:lnTo>
                    <a:pt x="65684" y="176136"/>
                  </a:lnTo>
                  <a:lnTo>
                    <a:pt x="63042" y="175514"/>
                  </a:lnTo>
                  <a:lnTo>
                    <a:pt x="56642" y="175907"/>
                  </a:lnTo>
                  <a:lnTo>
                    <a:pt x="55130" y="176479"/>
                  </a:lnTo>
                  <a:lnTo>
                    <a:pt x="55435" y="174726"/>
                  </a:lnTo>
                  <a:lnTo>
                    <a:pt x="55270" y="170992"/>
                  </a:lnTo>
                  <a:lnTo>
                    <a:pt x="55092" y="167259"/>
                  </a:lnTo>
                  <a:lnTo>
                    <a:pt x="54267" y="164274"/>
                  </a:lnTo>
                  <a:lnTo>
                    <a:pt x="52590" y="164376"/>
                  </a:lnTo>
                  <a:lnTo>
                    <a:pt x="52044" y="167436"/>
                  </a:lnTo>
                  <a:lnTo>
                    <a:pt x="52400" y="174917"/>
                  </a:lnTo>
                  <a:lnTo>
                    <a:pt x="52844" y="176580"/>
                  </a:lnTo>
                  <a:lnTo>
                    <a:pt x="51447" y="176237"/>
                  </a:lnTo>
                  <a:lnTo>
                    <a:pt x="48234" y="176441"/>
                  </a:lnTo>
                  <a:lnTo>
                    <a:pt x="45034" y="176644"/>
                  </a:lnTo>
                  <a:lnTo>
                    <a:pt x="42468" y="177609"/>
                  </a:lnTo>
                  <a:lnTo>
                    <a:pt x="42557" y="179527"/>
                  </a:lnTo>
                  <a:lnTo>
                    <a:pt x="10033" y="141566"/>
                  </a:lnTo>
                  <a:lnTo>
                    <a:pt x="12623" y="142189"/>
                  </a:lnTo>
                  <a:lnTo>
                    <a:pt x="19037" y="141782"/>
                  </a:lnTo>
                  <a:lnTo>
                    <a:pt x="20459" y="141249"/>
                  </a:lnTo>
                  <a:lnTo>
                    <a:pt x="20167" y="142976"/>
                  </a:lnTo>
                  <a:lnTo>
                    <a:pt x="20332" y="146710"/>
                  </a:lnTo>
                  <a:lnTo>
                    <a:pt x="20497" y="150444"/>
                  </a:lnTo>
                  <a:lnTo>
                    <a:pt x="21323" y="153428"/>
                  </a:lnTo>
                  <a:lnTo>
                    <a:pt x="22999" y="153327"/>
                  </a:lnTo>
                  <a:lnTo>
                    <a:pt x="23545" y="150266"/>
                  </a:lnTo>
                  <a:lnTo>
                    <a:pt x="23202" y="142786"/>
                  </a:lnTo>
                  <a:lnTo>
                    <a:pt x="22745" y="141109"/>
                  </a:lnTo>
                  <a:lnTo>
                    <a:pt x="24231" y="141452"/>
                  </a:lnTo>
                  <a:lnTo>
                    <a:pt x="27432" y="141262"/>
                  </a:lnTo>
                  <a:lnTo>
                    <a:pt x="30632" y="141058"/>
                  </a:lnTo>
                  <a:lnTo>
                    <a:pt x="33197" y="140093"/>
                  </a:lnTo>
                  <a:lnTo>
                    <a:pt x="33108" y="138137"/>
                  </a:lnTo>
                  <a:lnTo>
                    <a:pt x="30467" y="137502"/>
                  </a:lnTo>
                  <a:lnTo>
                    <a:pt x="24053" y="137909"/>
                  </a:lnTo>
                  <a:lnTo>
                    <a:pt x="22542" y="138480"/>
                  </a:lnTo>
                  <a:lnTo>
                    <a:pt x="22847" y="136728"/>
                  </a:lnTo>
                  <a:lnTo>
                    <a:pt x="22682" y="132981"/>
                  </a:lnTo>
                  <a:lnTo>
                    <a:pt x="22517" y="129247"/>
                  </a:lnTo>
                  <a:lnTo>
                    <a:pt x="21691" y="126263"/>
                  </a:lnTo>
                  <a:lnTo>
                    <a:pt x="21323" y="126288"/>
                  </a:lnTo>
                  <a:lnTo>
                    <a:pt x="53086" y="89242"/>
                  </a:lnTo>
                  <a:lnTo>
                    <a:pt x="52666" y="91617"/>
                  </a:lnTo>
                  <a:lnTo>
                    <a:pt x="53022" y="99098"/>
                  </a:lnTo>
                  <a:lnTo>
                    <a:pt x="53467" y="100761"/>
                  </a:lnTo>
                  <a:lnTo>
                    <a:pt x="52070" y="100418"/>
                  </a:lnTo>
                  <a:lnTo>
                    <a:pt x="48856" y="100622"/>
                  </a:lnTo>
                  <a:lnTo>
                    <a:pt x="45656" y="100812"/>
                  </a:lnTo>
                  <a:lnTo>
                    <a:pt x="43091" y="101777"/>
                  </a:lnTo>
                  <a:lnTo>
                    <a:pt x="43192" y="103733"/>
                  </a:lnTo>
                  <a:lnTo>
                    <a:pt x="45821" y="104368"/>
                  </a:lnTo>
                  <a:lnTo>
                    <a:pt x="52235" y="103962"/>
                  </a:lnTo>
                  <a:lnTo>
                    <a:pt x="53657" y="103441"/>
                  </a:lnTo>
                  <a:lnTo>
                    <a:pt x="53365" y="105156"/>
                  </a:lnTo>
                  <a:lnTo>
                    <a:pt x="53543" y="108889"/>
                  </a:lnTo>
                  <a:lnTo>
                    <a:pt x="53708" y="112623"/>
                  </a:lnTo>
                  <a:lnTo>
                    <a:pt x="54533" y="115608"/>
                  </a:lnTo>
                  <a:lnTo>
                    <a:pt x="56210" y="115506"/>
                  </a:lnTo>
                  <a:lnTo>
                    <a:pt x="56756" y="112445"/>
                  </a:lnTo>
                  <a:lnTo>
                    <a:pt x="56400" y="104965"/>
                  </a:lnTo>
                  <a:lnTo>
                    <a:pt x="55943" y="103289"/>
                  </a:lnTo>
                  <a:lnTo>
                    <a:pt x="57429" y="103632"/>
                  </a:lnTo>
                  <a:lnTo>
                    <a:pt x="60629" y="103441"/>
                  </a:lnTo>
                  <a:lnTo>
                    <a:pt x="63830" y="103238"/>
                  </a:lnTo>
                  <a:lnTo>
                    <a:pt x="66395" y="102273"/>
                  </a:lnTo>
                  <a:lnTo>
                    <a:pt x="66370" y="101930"/>
                  </a:lnTo>
                  <a:lnTo>
                    <a:pt x="87731" y="126822"/>
                  </a:lnTo>
                  <a:lnTo>
                    <a:pt x="86106" y="126911"/>
                  </a:lnTo>
                  <a:lnTo>
                    <a:pt x="85559" y="129971"/>
                  </a:lnTo>
                  <a:lnTo>
                    <a:pt x="85902" y="137452"/>
                  </a:lnTo>
                  <a:lnTo>
                    <a:pt x="86347" y="139115"/>
                  </a:lnTo>
                  <a:lnTo>
                    <a:pt x="84950" y="138772"/>
                  </a:lnTo>
                  <a:lnTo>
                    <a:pt x="81749" y="138976"/>
                  </a:lnTo>
                  <a:lnTo>
                    <a:pt x="78549" y="139179"/>
                  </a:lnTo>
                  <a:lnTo>
                    <a:pt x="75984" y="140144"/>
                  </a:lnTo>
                  <a:lnTo>
                    <a:pt x="76073" y="142100"/>
                  </a:lnTo>
                  <a:lnTo>
                    <a:pt x="78714" y="142722"/>
                  </a:lnTo>
                  <a:lnTo>
                    <a:pt x="85115" y="142328"/>
                  </a:lnTo>
                  <a:lnTo>
                    <a:pt x="86550" y="141795"/>
                  </a:lnTo>
                  <a:lnTo>
                    <a:pt x="86258" y="143510"/>
                  </a:lnTo>
                  <a:lnTo>
                    <a:pt x="86423" y="147256"/>
                  </a:lnTo>
                  <a:lnTo>
                    <a:pt x="86588" y="150990"/>
                  </a:lnTo>
                  <a:lnTo>
                    <a:pt x="87414" y="153974"/>
                  </a:lnTo>
                  <a:lnTo>
                    <a:pt x="87960" y="153949"/>
                  </a:lnTo>
                  <a:lnTo>
                    <a:pt x="87960" y="127495"/>
                  </a:lnTo>
                  <a:lnTo>
                    <a:pt x="87795" y="126898"/>
                  </a:lnTo>
                  <a:lnTo>
                    <a:pt x="97561" y="138290"/>
                  </a:lnTo>
                  <a:lnTo>
                    <a:pt x="97561" y="127622"/>
                  </a:lnTo>
                  <a:lnTo>
                    <a:pt x="64668" y="89255"/>
                  </a:lnTo>
                  <a:lnTo>
                    <a:pt x="64668" y="99936"/>
                  </a:lnTo>
                  <a:lnTo>
                    <a:pt x="63665" y="99682"/>
                  </a:lnTo>
                  <a:lnTo>
                    <a:pt x="57264" y="100088"/>
                  </a:lnTo>
                  <a:lnTo>
                    <a:pt x="55753" y="100660"/>
                  </a:lnTo>
                  <a:lnTo>
                    <a:pt x="56057" y="98907"/>
                  </a:lnTo>
                  <a:lnTo>
                    <a:pt x="55892" y="95161"/>
                  </a:lnTo>
                  <a:lnTo>
                    <a:pt x="55714" y="91427"/>
                  </a:lnTo>
                  <a:lnTo>
                    <a:pt x="54902" y="88531"/>
                  </a:lnTo>
                  <a:lnTo>
                    <a:pt x="64668" y="99936"/>
                  </a:lnTo>
                  <a:lnTo>
                    <a:pt x="64668" y="89255"/>
                  </a:lnTo>
                  <a:lnTo>
                    <a:pt x="63449" y="87820"/>
                  </a:lnTo>
                  <a:lnTo>
                    <a:pt x="54838" y="77787"/>
                  </a:lnTo>
                  <a:lnTo>
                    <a:pt x="54838" y="88455"/>
                  </a:lnTo>
                  <a:lnTo>
                    <a:pt x="53708" y="88519"/>
                  </a:lnTo>
                  <a:lnTo>
                    <a:pt x="54305" y="87820"/>
                  </a:lnTo>
                  <a:lnTo>
                    <a:pt x="54838" y="88455"/>
                  </a:lnTo>
                  <a:lnTo>
                    <a:pt x="54838" y="77787"/>
                  </a:lnTo>
                  <a:lnTo>
                    <a:pt x="54305" y="77165"/>
                  </a:lnTo>
                  <a:lnTo>
                    <a:pt x="20256" y="116890"/>
                  </a:lnTo>
                  <a:lnTo>
                    <a:pt x="20256" y="138582"/>
                  </a:lnTo>
                  <a:lnTo>
                    <a:pt x="18859" y="138239"/>
                  </a:lnTo>
                  <a:lnTo>
                    <a:pt x="15659" y="138430"/>
                  </a:lnTo>
                  <a:lnTo>
                    <a:pt x="12458" y="138633"/>
                  </a:lnTo>
                  <a:lnTo>
                    <a:pt x="9969" y="139585"/>
                  </a:lnTo>
                  <a:lnTo>
                    <a:pt x="9969" y="141503"/>
                  </a:lnTo>
                  <a:lnTo>
                    <a:pt x="9131" y="140512"/>
                  </a:lnTo>
                  <a:lnTo>
                    <a:pt x="9893" y="139623"/>
                  </a:lnTo>
                  <a:lnTo>
                    <a:pt x="9969" y="141503"/>
                  </a:lnTo>
                  <a:lnTo>
                    <a:pt x="9969" y="139585"/>
                  </a:lnTo>
                  <a:lnTo>
                    <a:pt x="19685" y="128206"/>
                  </a:lnTo>
                  <a:lnTo>
                    <a:pt x="19469" y="129438"/>
                  </a:lnTo>
                  <a:lnTo>
                    <a:pt x="19812" y="136918"/>
                  </a:lnTo>
                  <a:lnTo>
                    <a:pt x="20256" y="138582"/>
                  </a:lnTo>
                  <a:lnTo>
                    <a:pt x="20256" y="116890"/>
                  </a:lnTo>
                  <a:lnTo>
                    <a:pt x="0" y="140512"/>
                  </a:lnTo>
                  <a:lnTo>
                    <a:pt x="54305" y="203860"/>
                  </a:lnTo>
                  <a:lnTo>
                    <a:pt x="63449" y="193205"/>
                  </a:lnTo>
                  <a:lnTo>
                    <a:pt x="108610" y="140512"/>
                  </a:lnTo>
                  <a:close/>
                </a:path>
                <a:path w="361315" h="204470">
                  <a:moveTo>
                    <a:pt x="132676" y="140093"/>
                  </a:moveTo>
                  <a:lnTo>
                    <a:pt x="132588" y="138137"/>
                  </a:lnTo>
                  <a:lnTo>
                    <a:pt x="129946" y="137502"/>
                  </a:lnTo>
                  <a:lnTo>
                    <a:pt x="123532" y="137909"/>
                  </a:lnTo>
                  <a:lnTo>
                    <a:pt x="120980" y="138874"/>
                  </a:lnTo>
                  <a:lnTo>
                    <a:pt x="121018" y="139852"/>
                  </a:lnTo>
                  <a:lnTo>
                    <a:pt x="120180" y="139890"/>
                  </a:lnTo>
                  <a:lnTo>
                    <a:pt x="119646" y="142976"/>
                  </a:lnTo>
                  <a:lnTo>
                    <a:pt x="119811" y="146710"/>
                  </a:lnTo>
                  <a:lnTo>
                    <a:pt x="119989" y="150444"/>
                  </a:lnTo>
                  <a:lnTo>
                    <a:pt x="120802" y="153428"/>
                  </a:lnTo>
                  <a:lnTo>
                    <a:pt x="122478" y="153327"/>
                  </a:lnTo>
                  <a:lnTo>
                    <a:pt x="123024" y="150266"/>
                  </a:lnTo>
                  <a:lnTo>
                    <a:pt x="122682" y="142786"/>
                  </a:lnTo>
                  <a:lnTo>
                    <a:pt x="122224" y="141109"/>
                  </a:lnTo>
                  <a:lnTo>
                    <a:pt x="123698" y="141452"/>
                  </a:lnTo>
                  <a:lnTo>
                    <a:pt x="126911" y="141262"/>
                  </a:lnTo>
                  <a:lnTo>
                    <a:pt x="130111" y="141058"/>
                  </a:lnTo>
                  <a:lnTo>
                    <a:pt x="132676" y="140093"/>
                  </a:lnTo>
                  <a:close/>
                </a:path>
                <a:path w="361315" h="204470">
                  <a:moveTo>
                    <a:pt x="165252" y="178104"/>
                  </a:moveTo>
                  <a:lnTo>
                    <a:pt x="165163" y="176136"/>
                  </a:lnTo>
                  <a:lnTo>
                    <a:pt x="162521" y="175514"/>
                  </a:lnTo>
                  <a:lnTo>
                    <a:pt x="156121" y="175907"/>
                  </a:lnTo>
                  <a:lnTo>
                    <a:pt x="154609" y="176479"/>
                  </a:lnTo>
                  <a:lnTo>
                    <a:pt x="154914" y="174726"/>
                  </a:lnTo>
                  <a:lnTo>
                    <a:pt x="154736" y="170992"/>
                  </a:lnTo>
                  <a:lnTo>
                    <a:pt x="154571" y="167259"/>
                  </a:lnTo>
                  <a:lnTo>
                    <a:pt x="153746" y="164274"/>
                  </a:lnTo>
                  <a:lnTo>
                    <a:pt x="152069" y="164376"/>
                  </a:lnTo>
                  <a:lnTo>
                    <a:pt x="151523" y="167436"/>
                  </a:lnTo>
                  <a:lnTo>
                    <a:pt x="151879" y="174917"/>
                  </a:lnTo>
                  <a:lnTo>
                    <a:pt x="152323" y="176580"/>
                  </a:lnTo>
                  <a:lnTo>
                    <a:pt x="150926" y="176237"/>
                  </a:lnTo>
                  <a:lnTo>
                    <a:pt x="147713" y="176441"/>
                  </a:lnTo>
                  <a:lnTo>
                    <a:pt x="144513" y="176644"/>
                  </a:lnTo>
                  <a:lnTo>
                    <a:pt x="141947" y="177609"/>
                  </a:lnTo>
                  <a:lnTo>
                    <a:pt x="142036" y="179565"/>
                  </a:lnTo>
                  <a:lnTo>
                    <a:pt x="144678" y="180187"/>
                  </a:lnTo>
                  <a:lnTo>
                    <a:pt x="151091" y="179793"/>
                  </a:lnTo>
                  <a:lnTo>
                    <a:pt x="152514" y="179260"/>
                  </a:lnTo>
                  <a:lnTo>
                    <a:pt x="152222" y="180975"/>
                  </a:lnTo>
                  <a:lnTo>
                    <a:pt x="152400" y="184721"/>
                  </a:lnTo>
                  <a:lnTo>
                    <a:pt x="152565" y="188455"/>
                  </a:lnTo>
                  <a:lnTo>
                    <a:pt x="153390" y="191439"/>
                  </a:lnTo>
                  <a:lnTo>
                    <a:pt x="155067" y="191338"/>
                  </a:lnTo>
                  <a:lnTo>
                    <a:pt x="155613" y="188264"/>
                  </a:lnTo>
                  <a:lnTo>
                    <a:pt x="155257" y="180784"/>
                  </a:lnTo>
                  <a:lnTo>
                    <a:pt x="154800" y="179108"/>
                  </a:lnTo>
                  <a:lnTo>
                    <a:pt x="156286" y="179463"/>
                  </a:lnTo>
                  <a:lnTo>
                    <a:pt x="159486" y="179260"/>
                  </a:lnTo>
                  <a:lnTo>
                    <a:pt x="162687" y="179057"/>
                  </a:lnTo>
                  <a:lnTo>
                    <a:pt x="165252" y="178104"/>
                  </a:lnTo>
                  <a:close/>
                </a:path>
                <a:path w="361315" h="204470">
                  <a:moveTo>
                    <a:pt x="165874" y="102273"/>
                  </a:moveTo>
                  <a:lnTo>
                    <a:pt x="165785" y="100317"/>
                  </a:lnTo>
                  <a:lnTo>
                    <a:pt x="163144" y="99682"/>
                  </a:lnTo>
                  <a:lnTo>
                    <a:pt x="156743" y="100088"/>
                  </a:lnTo>
                  <a:lnTo>
                    <a:pt x="155232" y="100660"/>
                  </a:lnTo>
                  <a:lnTo>
                    <a:pt x="155536" y="98907"/>
                  </a:lnTo>
                  <a:lnTo>
                    <a:pt x="155359" y="95161"/>
                  </a:lnTo>
                  <a:lnTo>
                    <a:pt x="155194" y="91427"/>
                  </a:lnTo>
                  <a:lnTo>
                    <a:pt x="154368" y="88442"/>
                  </a:lnTo>
                  <a:lnTo>
                    <a:pt x="152692" y="88544"/>
                  </a:lnTo>
                  <a:lnTo>
                    <a:pt x="152146" y="91617"/>
                  </a:lnTo>
                  <a:lnTo>
                    <a:pt x="152488" y="99098"/>
                  </a:lnTo>
                  <a:lnTo>
                    <a:pt x="152933" y="100761"/>
                  </a:lnTo>
                  <a:lnTo>
                    <a:pt x="151549" y="100418"/>
                  </a:lnTo>
                  <a:lnTo>
                    <a:pt x="148336" y="100622"/>
                  </a:lnTo>
                  <a:lnTo>
                    <a:pt x="145135" y="100812"/>
                  </a:lnTo>
                  <a:lnTo>
                    <a:pt x="142570" y="101777"/>
                  </a:lnTo>
                  <a:lnTo>
                    <a:pt x="142659" y="103733"/>
                  </a:lnTo>
                  <a:lnTo>
                    <a:pt x="145300" y="104368"/>
                  </a:lnTo>
                  <a:lnTo>
                    <a:pt x="151714" y="103962"/>
                  </a:lnTo>
                  <a:lnTo>
                    <a:pt x="153136" y="103441"/>
                  </a:lnTo>
                  <a:lnTo>
                    <a:pt x="152844" y="105156"/>
                  </a:lnTo>
                  <a:lnTo>
                    <a:pt x="153009" y="108889"/>
                  </a:lnTo>
                  <a:lnTo>
                    <a:pt x="153187" y="112623"/>
                  </a:lnTo>
                  <a:lnTo>
                    <a:pt x="154012" y="115608"/>
                  </a:lnTo>
                  <a:lnTo>
                    <a:pt x="155689" y="115506"/>
                  </a:lnTo>
                  <a:lnTo>
                    <a:pt x="156235" y="112445"/>
                  </a:lnTo>
                  <a:lnTo>
                    <a:pt x="155879" y="104965"/>
                  </a:lnTo>
                  <a:lnTo>
                    <a:pt x="155422" y="103289"/>
                  </a:lnTo>
                  <a:lnTo>
                    <a:pt x="156908" y="103632"/>
                  </a:lnTo>
                  <a:lnTo>
                    <a:pt x="160108" y="103441"/>
                  </a:lnTo>
                  <a:lnTo>
                    <a:pt x="163309" y="103238"/>
                  </a:lnTo>
                  <a:lnTo>
                    <a:pt x="165874" y="102273"/>
                  </a:lnTo>
                  <a:close/>
                </a:path>
                <a:path w="361315" h="204470">
                  <a:moveTo>
                    <a:pt x="198767" y="140639"/>
                  </a:moveTo>
                  <a:lnTo>
                    <a:pt x="198666" y="138671"/>
                  </a:lnTo>
                  <a:lnTo>
                    <a:pt x="196037" y="138049"/>
                  </a:lnTo>
                  <a:lnTo>
                    <a:pt x="189623" y="138442"/>
                  </a:lnTo>
                  <a:lnTo>
                    <a:pt x="188112" y="139014"/>
                  </a:lnTo>
                  <a:lnTo>
                    <a:pt x="188417" y="137261"/>
                  </a:lnTo>
                  <a:lnTo>
                    <a:pt x="188252" y="133527"/>
                  </a:lnTo>
                  <a:lnTo>
                    <a:pt x="188087" y="129794"/>
                  </a:lnTo>
                  <a:lnTo>
                    <a:pt x="187261" y="126809"/>
                  </a:lnTo>
                  <a:lnTo>
                    <a:pt x="185585" y="126911"/>
                  </a:lnTo>
                  <a:lnTo>
                    <a:pt x="185039" y="129971"/>
                  </a:lnTo>
                  <a:lnTo>
                    <a:pt x="185381" y="137452"/>
                  </a:lnTo>
                  <a:lnTo>
                    <a:pt x="185826" y="139115"/>
                  </a:lnTo>
                  <a:lnTo>
                    <a:pt x="184429" y="138772"/>
                  </a:lnTo>
                  <a:lnTo>
                    <a:pt x="181229" y="138976"/>
                  </a:lnTo>
                  <a:lnTo>
                    <a:pt x="178015" y="139179"/>
                  </a:lnTo>
                  <a:lnTo>
                    <a:pt x="175450" y="140144"/>
                  </a:lnTo>
                  <a:lnTo>
                    <a:pt x="175552" y="142100"/>
                  </a:lnTo>
                  <a:lnTo>
                    <a:pt x="178193" y="142722"/>
                  </a:lnTo>
                  <a:lnTo>
                    <a:pt x="184594" y="142328"/>
                  </a:lnTo>
                  <a:lnTo>
                    <a:pt x="186029" y="141795"/>
                  </a:lnTo>
                  <a:lnTo>
                    <a:pt x="185737" y="143510"/>
                  </a:lnTo>
                  <a:lnTo>
                    <a:pt x="185902" y="147256"/>
                  </a:lnTo>
                  <a:lnTo>
                    <a:pt x="186067" y="150990"/>
                  </a:lnTo>
                  <a:lnTo>
                    <a:pt x="186893" y="153974"/>
                  </a:lnTo>
                  <a:lnTo>
                    <a:pt x="188569" y="153873"/>
                  </a:lnTo>
                  <a:lnTo>
                    <a:pt x="189115" y="150799"/>
                  </a:lnTo>
                  <a:lnTo>
                    <a:pt x="188772" y="143319"/>
                  </a:lnTo>
                  <a:lnTo>
                    <a:pt x="188315" y="141655"/>
                  </a:lnTo>
                  <a:lnTo>
                    <a:pt x="189788" y="141998"/>
                  </a:lnTo>
                  <a:lnTo>
                    <a:pt x="192989" y="141795"/>
                  </a:lnTo>
                  <a:lnTo>
                    <a:pt x="196202" y="141592"/>
                  </a:lnTo>
                  <a:lnTo>
                    <a:pt x="198767" y="140639"/>
                  </a:lnTo>
                  <a:close/>
                </a:path>
                <a:path w="361315" h="204470">
                  <a:moveTo>
                    <a:pt x="307809" y="97574"/>
                  </a:moveTo>
                  <a:lnTo>
                    <a:pt x="307644" y="93827"/>
                  </a:lnTo>
                  <a:lnTo>
                    <a:pt x="307467" y="90093"/>
                  </a:lnTo>
                  <a:lnTo>
                    <a:pt x="306641" y="87109"/>
                  </a:lnTo>
                  <a:lnTo>
                    <a:pt x="304965" y="87210"/>
                  </a:lnTo>
                  <a:lnTo>
                    <a:pt x="304419" y="90284"/>
                  </a:lnTo>
                  <a:lnTo>
                    <a:pt x="304774" y="97751"/>
                  </a:lnTo>
                  <a:lnTo>
                    <a:pt x="305587" y="100749"/>
                  </a:lnTo>
                  <a:lnTo>
                    <a:pt x="307276" y="100647"/>
                  </a:lnTo>
                  <a:lnTo>
                    <a:pt x="307809" y="97574"/>
                  </a:lnTo>
                  <a:close/>
                </a:path>
                <a:path w="361315" h="204470">
                  <a:moveTo>
                    <a:pt x="310438" y="140512"/>
                  </a:moveTo>
                  <a:lnTo>
                    <a:pt x="301307" y="129870"/>
                  </a:lnTo>
                  <a:lnTo>
                    <a:pt x="301307" y="140512"/>
                  </a:lnTo>
                  <a:lnTo>
                    <a:pt x="291185" y="152311"/>
                  </a:lnTo>
                  <a:lnTo>
                    <a:pt x="291465" y="150799"/>
                  </a:lnTo>
                  <a:lnTo>
                    <a:pt x="291122" y="143319"/>
                  </a:lnTo>
                  <a:lnTo>
                    <a:pt x="290664" y="141643"/>
                  </a:lnTo>
                  <a:lnTo>
                    <a:pt x="292138" y="141998"/>
                  </a:lnTo>
                  <a:lnTo>
                    <a:pt x="295351" y="141795"/>
                  </a:lnTo>
                  <a:lnTo>
                    <a:pt x="298551" y="141592"/>
                  </a:lnTo>
                  <a:lnTo>
                    <a:pt x="301117" y="140639"/>
                  </a:lnTo>
                  <a:lnTo>
                    <a:pt x="301091" y="140271"/>
                  </a:lnTo>
                  <a:lnTo>
                    <a:pt x="301307" y="140512"/>
                  </a:lnTo>
                  <a:lnTo>
                    <a:pt x="301307" y="129870"/>
                  </a:lnTo>
                  <a:lnTo>
                    <a:pt x="299389" y="127622"/>
                  </a:lnTo>
                  <a:lnTo>
                    <a:pt x="299389" y="138290"/>
                  </a:lnTo>
                  <a:lnTo>
                    <a:pt x="298386" y="138049"/>
                  </a:lnTo>
                  <a:lnTo>
                    <a:pt x="291973" y="138442"/>
                  </a:lnTo>
                  <a:lnTo>
                    <a:pt x="290461" y="139014"/>
                  </a:lnTo>
                  <a:lnTo>
                    <a:pt x="290766" y="137261"/>
                  </a:lnTo>
                  <a:lnTo>
                    <a:pt x="290601" y="133527"/>
                  </a:lnTo>
                  <a:lnTo>
                    <a:pt x="290436" y="129794"/>
                  </a:lnTo>
                  <a:lnTo>
                    <a:pt x="289788" y="127495"/>
                  </a:lnTo>
                  <a:lnTo>
                    <a:pt x="289788" y="153949"/>
                  </a:lnTo>
                  <a:lnTo>
                    <a:pt x="256133" y="193205"/>
                  </a:lnTo>
                  <a:lnTo>
                    <a:pt x="244449" y="179578"/>
                  </a:lnTo>
                  <a:lnTo>
                    <a:pt x="247040" y="180187"/>
                  </a:lnTo>
                  <a:lnTo>
                    <a:pt x="253441" y="179793"/>
                  </a:lnTo>
                  <a:lnTo>
                    <a:pt x="254876" y="179260"/>
                  </a:lnTo>
                  <a:lnTo>
                    <a:pt x="254584" y="180975"/>
                  </a:lnTo>
                  <a:lnTo>
                    <a:pt x="254749" y="184721"/>
                  </a:lnTo>
                  <a:lnTo>
                    <a:pt x="254914" y="188455"/>
                  </a:lnTo>
                  <a:lnTo>
                    <a:pt x="255739" y="191439"/>
                  </a:lnTo>
                  <a:lnTo>
                    <a:pt x="257416" y="191338"/>
                  </a:lnTo>
                  <a:lnTo>
                    <a:pt x="257962" y="188264"/>
                  </a:lnTo>
                  <a:lnTo>
                    <a:pt x="257619" y="180784"/>
                  </a:lnTo>
                  <a:lnTo>
                    <a:pt x="257149" y="179108"/>
                  </a:lnTo>
                  <a:lnTo>
                    <a:pt x="258635" y="179463"/>
                  </a:lnTo>
                  <a:lnTo>
                    <a:pt x="261835" y="179260"/>
                  </a:lnTo>
                  <a:lnTo>
                    <a:pt x="265049" y="179057"/>
                  </a:lnTo>
                  <a:lnTo>
                    <a:pt x="267614" y="178104"/>
                  </a:lnTo>
                  <a:lnTo>
                    <a:pt x="267512" y="176136"/>
                  </a:lnTo>
                  <a:lnTo>
                    <a:pt x="264883" y="175514"/>
                  </a:lnTo>
                  <a:lnTo>
                    <a:pt x="258470" y="175907"/>
                  </a:lnTo>
                  <a:lnTo>
                    <a:pt x="256959" y="176479"/>
                  </a:lnTo>
                  <a:lnTo>
                    <a:pt x="257263" y="174726"/>
                  </a:lnTo>
                  <a:lnTo>
                    <a:pt x="257098" y="170992"/>
                  </a:lnTo>
                  <a:lnTo>
                    <a:pt x="256933" y="167259"/>
                  </a:lnTo>
                  <a:lnTo>
                    <a:pt x="256095" y="164274"/>
                  </a:lnTo>
                  <a:lnTo>
                    <a:pt x="254431" y="164376"/>
                  </a:lnTo>
                  <a:lnTo>
                    <a:pt x="253885" y="167436"/>
                  </a:lnTo>
                  <a:lnTo>
                    <a:pt x="254228" y="174917"/>
                  </a:lnTo>
                  <a:lnTo>
                    <a:pt x="254673" y="176580"/>
                  </a:lnTo>
                  <a:lnTo>
                    <a:pt x="253276" y="176237"/>
                  </a:lnTo>
                  <a:lnTo>
                    <a:pt x="250075" y="176441"/>
                  </a:lnTo>
                  <a:lnTo>
                    <a:pt x="246862" y="176644"/>
                  </a:lnTo>
                  <a:lnTo>
                    <a:pt x="244297" y="177609"/>
                  </a:lnTo>
                  <a:lnTo>
                    <a:pt x="244386" y="179514"/>
                  </a:lnTo>
                  <a:lnTo>
                    <a:pt x="211874" y="141579"/>
                  </a:lnTo>
                  <a:lnTo>
                    <a:pt x="214452" y="142189"/>
                  </a:lnTo>
                  <a:lnTo>
                    <a:pt x="220865" y="141782"/>
                  </a:lnTo>
                  <a:lnTo>
                    <a:pt x="222288" y="141249"/>
                  </a:lnTo>
                  <a:lnTo>
                    <a:pt x="221996" y="142976"/>
                  </a:lnTo>
                  <a:lnTo>
                    <a:pt x="222161" y="146710"/>
                  </a:lnTo>
                  <a:lnTo>
                    <a:pt x="222338" y="150444"/>
                  </a:lnTo>
                  <a:lnTo>
                    <a:pt x="223164" y="153428"/>
                  </a:lnTo>
                  <a:lnTo>
                    <a:pt x="224840" y="153327"/>
                  </a:lnTo>
                  <a:lnTo>
                    <a:pt x="225386" y="150266"/>
                  </a:lnTo>
                  <a:lnTo>
                    <a:pt x="225031" y="142786"/>
                  </a:lnTo>
                  <a:lnTo>
                    <a:pt x="224574" y="141109"/>
                  </a:lnTo>
                  <a:lnTo>
                    <a:pt x="226060" y="141452"/>
                  </a:lnTo>
                  <a:lnTo>
                    <a:pt x="229260" y="141262"/>
                  </a:lnTo>
                  <a:lnTo>
                    <a:pt x="232460" y="141058"/>
                  </a:lnTo>
                  <a:lnTo>
                    <a:pt x="235026" y="140093"/>
                  </a:lnTo>
                  <a:lnTo>
                    <a:pt x="234937" y="138137"/>
                  </a:lnTo>
                  <a:lnTo>
                    <a:pt x="232295" y="137502"/>
                  </a:lnTo>
                  <a:lnTo>
                    <a:pt x="225894" y="137909"/>
                  </a:lnTo>
                  <a:lnTo>
                    <a:pt x="224370" y="138480"/>
                  </a:lnTo>
                  <a:lnTo>
                    <a:pt x="224688" y="136728"/>
                  </a:lnTo>
                  <a:lnTo>
                    <a:pt x="224510" y="132981"/>
                  </a:lnTo>
                  <a:lnTo>
                    <a:pt x="224345" y="129247"/>
                  </a:lnTo>
                  <a:lnTo>
                    <a:pt x="223520" y="126263"/>
                  </a:lnTo>
                  <a:lnTo>
                    <a:pt x="223164" y="126288"/>
                  </a:lnTo>
                  <a:lnTo>
                    <a:pt x="254927" y="89230"/>
                  </a:lnTo>
                  <a:lnTo>
                    <a:pt x="254508" y="91617"/>
                  </a:lnTo>
                  <a:lnTo>
                    <a:pt x="254850" y="99098"/>
                  </a:lnTo>
                  <a:lnTo>
                    <a:pt x="255295" y="100761"/>
                  </a:lnTo>
                  <a:lnTo>
                    <a:pt x="253898" y="100418"/>
                  </a:lnTo>
                  <a:lnTo>
                    <a:pt x="250698" y="100622"/>
                  </a:lnTo>
                  <a:lnTo>
                    <a:pt x="247484" y="100812"/>
                  </a:lnTo>
                  <a:lnTo>
                    <a:pt x="244919" y="101777"/>
                  </a:lnTo>
                  <a:lnTo>
                    <a:pt x="245021" y="103733"/>
                  </a:lnTo>
                  <a:lnTo>
                    <a:pt x="247662" y="104368"/>
                  </a:lnTo>
                  <a:lnTo>
                    <a:pt x="254063" y="103962"/>
                  </a:lnTo>
                  <a:lnTo>
                    <a:pt x="255498" y="103428"/>
                  </a:lnTo>
                  <a:lnTo>
                    <a:pt x="255206" y="105156"/>
                  </a:lnTo>
                  <a:lnTo>
                    <a:pt x="255371" y="108889"/>
                  </a:lnTo>
                  <a:lnTo>
                    <a:pt x="255536" y="112623"/>
                  </a:lnTo>
                  <a:lnTo>
                    <a:pt x="256362" y="115608"/>
                  </a:lnTo>
                  <a:lnTo>
                    <a:pt x="258038" y="115506"/>
                  </a:lnTo>
                  <a:lnTo>
                    <a:pt x="258584" y="112445"/>
                  </a:lnTo>
                  <a:lnTo>
                    <a:pt x="258241" y="104965"/>
                  </a:lnTo>
                  <a:lnTo>
                    <a:pt x="257771" y="103289"/>
                  </a:lnTo>
                  <a:lnTo>
                    <a:pt x="259257" y="103632"/>
                  </a:lnTo>
                  <a:lnTo>
                    <a:pt x="262458" y="103441"/>
                  </a:lnTo>
                  <a:lnTo>
                    <a:pt x="265671" y="103238"/>
                  </a:lnTo>
                  <a:lnTo>
                    <a:pt x="268236" y="102273"/>
                  </a:lnTo>
                  <a:lnTo>
                    <a:pt x="268211" y="101942"/>
                  </a:lnTo>
                  <a:lnTo>
                    <a:pt x="289560" y="126822"/>
                  </a:lnTo>
                  <a:lnTo>
                    <a:pt x="287934" y="126911"/>
                  </a:lnTo>
                  <a:lnTo>
                    <a:pt x="287388" y="129971"/>
                  </a:lnTo>
                  <a:lnTo>
                    <a:pt x="287731" y="137452"/>
                  </a:lnTo>
                  <a:lnTo>
                    <a:pt x="288175" y="139115"/>
                  </a:lnTo>
                  <a:lnTo>
                    <a:pt x="286778" y="138772"/>
                  </a:lnTo>
                  <a:lnTo>
                    <a:pt x="283578" y="138976"/>
                  </a:lnTo>
                  <a:lnTo>
                    <a:pt x="280377" y="139179"/>
                  </a:lnTo>
                  <a:lnTo>
                    <a:pt x="277812" y="140144"/>
                  </a:lnTo>
                  <a:lnTo>
                    <a:pt x="277901" y="142100"/>
                  </a:lnTo>
                  <a:lnTo>
                    <a:pt x="280543" y="142722"/>
                  </a:lnTo>
                  <a:lnTo>
                    <a:pt x="286956" y="142328"/>
                  </a:lnTo>
                  <a:lnTo>
                    <a:pt x="288378" y="141795"/>
                  </a:lnTo>
                  <a:lnTo>
                    <a:pt x="288086" y="143510"/>
                  </a:lnTo>
                  <a:lnTo>
                    <a:pt x="288251" y="147256"/>
                  </a:lnTo>
                  <a:lnTo>
                    <a:pt x="288417" y="150990"/>
                  </a:lnTo>
                  <a:lnTo>
                    <a:pt x="289255" y="153974"/>
                  </a:lnTo>
                  <a:lnTo>
                    <a:pt x="289788" y="153949"/>
                  </a:lnTo>
                  <a:lnTo>
                    <a:pt x="289788" y="127495"/>
                  </a:lnTo>
                  <a:lnTo>
                    <a:pt x="289623" y="126898"/>
                  </a:lnTo>
                  <a:lnTo>
                    <a:pt x="299389" y="138290"/>
                  </a:lnTo>
                  <a:lnTo>
                    <a:pt x="299389" y="127622"/>
                  </a:lnTo>
                  <a:lnTo>
                    <a:pt x="266484" y="89230"/>
                  </a:lnTo>
                  <a:lnTo>
                    <a:pt x="266484" y="99923"/>
                  </a:lnTo>
                  <a:lnTo>
                    <a:pt x="265506" y="99682"/>
                  </a:lnTo>
                  <a:lnTo>
                    <a:pt x="259092" y="100088"/>
                  </a:lnTo>
                  <a:lnTo>
                    <a:pt x="257581" y="100660"/>
                  </a:lnTo>
                  <a:lnTo>
                    <a:pt x="257886" y="98907"/>
                  </a:lnTo>
                  <a:lnTo>
                    <a:pt x="257721" y="95161"/>
                  </a:lnTo>
                  <a:lnTo>
                    <a:pt x="257556" y="91427"/>
                  </a:lnTo>
                  <a:lnTo>
                    <a:pt x="256730" y="88531"/>
                  </a:lnTo>
                  <a:lnTo>
                    <a:pt x="266484" y="99923"/>
                  </a:lnTo>
                  <a:lnTo>
                    <a:pt x="266484" y="89230"/>
                  </a:lnTo>
                  <a:lnTo>
                    <a:pt x="265277" y="87820"/>
                  </a:lnTo>
                  <a:lnTo>
                    <a:pt x="256667" y="77787"/>
                  </a:lnTo>
                  <a:lnTo>
                    <a:pt x="256667" y="88455"/>
                  </a:lnTo>
                  <a:lnTo>
                    <a:pt x="255536" y="88519"/>
                  </a:lnTo>
                  <a:lnTo>
                    <a:pt x="256133" y="87820"/>
                  </a:lnTo>
                  <a:lnTo>
                    <a:pt x="256667" y="88455"/>
                  </a:lnTo>
                  <a:lnTo>
                    <a:pt x="256667" y="77787"/>
                  </a:lnTo>
                  <a:lnTo>
                    <a:pt x="256133" y="77165"/>
                  </a:lnTo>
                  <a:lnTo>
                    <a:pt x="222084" y="116890"/>
                  </a:lnTo>
                  <a:lnTo>
                    <a:pt x="222084" y="138582"/>
                  </a:lnTo>
                  <a:lnTo>
                    <a:pt x="220700" y="138239"/>
                  </a:lnTo>
                  <a:lnTo>
                    <a:pt x="217487" y="138430"/>
                  </a:lnTo>
                  <a:lnTo>
                    <a:pt x="214287" y="138633"/>
                  </a:lnTo>
                  <a:lnTo>
                    <a:pt x="211797" y="139585"/>
                  </a:lnTo>
                  <a:lnTo>
                    <a:pt x="211797" y="141490"/>
                  </a:lnTo>
                  <a:lnTo>
                    <a:pt x="210972" y="140512"/>
                  </a:lnTo>
                  <a:lnTo>
                    <a:pt x="211721" y="139649"/>
                  </a:lnTo>
                  <a:lnTo>
                    <a:pt x="211797" y="141490"/>
                  </a:lnTo>
                  <a:lnTo>
                    <a:pt x="211797" y="139585"/>
                  </a:lnTo>
                  <a:lnTo>
                    <a:pt x="221513" y="128219"/>
                  </a:lnTo>
                  <a:lnTo>
                    <a:pt x="221297" y="129438"/>
                  </a:lnTo>
                  <a:lnTo>
                    <a:pt x="221640" y="136918"/>
                  </a:lnTo>
                  <a:lnTo>
                    <a:pt x="222084" y="138582"/>
                  </a:lnTo>
                  <a:lnTo>
                    <a:pt x="222084" y="116890"/>
                  </a:lnTo>
                  <a:lnTo>
                    <a:pt x="201828" y="140512"/>
                  </a:lnTo>
                  <a:lnTo>
                    <a:pt x="256133" y="203860"/>
                  </a:lnTo>
                  <a:lnTo>
                    <a:pt x="265277" y="193205"/>
                  </a:lnTo>
                  <a:lnTo>
                    <a:pt x="310438" y="140512"/>
                  </a:lnTo>
                  <a:close/>
                </a:path>
                <a:path w="361315" h="204470">
                  <a:moveTo>
                    <a:pt x="360984" y="63347"/>
                  </a:moveTo>
                  <a:lnTo>
                    <a:pt x="351853" y="52705"/>
                  </a:lnTo>
                  <a:lnTo>
                    <a:pt x="351853" y="63347"/>
                  </a:lnTo>
                  <a:lnTo>
                    <a:pt x="306679" y="116039"/>
                  </a:lnTo>
                  <a:lnTo>
                    <a:pt x="262420" y="64427"/>
                  </a:lnTo>
                  <a:lnTo>
                    <a:pt x="264998" y="65024"/>
                  </a:lnTo>
                  <a:lnTo>
                    <a:pt x="271411" y="64630"/>
                  </a:lnTo>
                  <a:lnTo>
                    <a:pt x="272834" y="64096"/>
                  </a:lnTo>
                  <a:lnTo>
                    <a:pt x="272542" y="65811"/>
                  </a:lnTo>
                  <a:lnTo>
                    <a:pt x="272707" y="69545"/>
                  </a:lnTo>
                  <a:lnTo>
                    <a:pt x="272872" y="73291"/>
                  </a:lnTo>
                  <a:lnTo>
                    <a:pt x="273710" y="76276"/>
                  </a:lnTo>
                  <a:lnTo>
                    <a:pt x="275374" y="76161"/>
                  </a:lnTo>
                  <a:lnTo>
                    <a:pt x="275920" y="73101"/>
                  </a:lnTo>
                  <a:lnTo>
                    <a:pt x="275577" y="65620"/>
                  </a:lnTo>
                  <a:lnTo>
                    <a:pt x="275120" y="63944"/>
                  </a:lnTo>
                  <a:lnTo>
                    <a:pt x="276606" y="64300"/>
                  </a:lnTo>
                  <a:lnTo>
                    <a:pt x="279806" y="64096"/>
                  </a:lnTo>
                  <a:lnTo>
                    <a:pt x="283006" y="63893"/>
                  </a:lnTo>
                  <a:lnTo>
                    <a:pt x="285572" y="62928"/>
                  </a:lnTo>
                  <a:lnTo>
                    <a:pt x="285483" y="60972"/>
                  </a:lnTo>
                  <a:lnTo>
                    <a:pt x="282841" y="60350"/>
                  </a:lnTo>
                  <a:lnTo>
                    <a:pt x="276428" y="60744"/>
                  </a:lnTo>
                  <a:lnTo>
                    <a:pt x="274916" y="61315"/>
                  </a:lnTo>
                  <a:lnTo>
                    <a:pt x="275221" y="59563"/>
                  </a:lnTo>
                  <a:lnTo>
                    <a:pt x="275056" y="55829"/>
                  </a:lnTo>
                  <a:lnTo>
                    <a:pt x="274891" y="52082"/>
                  </a:lnTo>
                  <a:lnTo>
                    <a:pt x="274066" y="49098"/>
                  </a:lnTo>
                  <a:lnTo>
                    <a:pt x="273697" y="49123"/>
                  </a:lnTo>
                  <a:lnTo>
                    <a:pt x="306679" y="10655"/>
                  </a:lnTo>
                  <a:lnTo>
                    <a:pt x="351853" y="63347"/>
                  </a:lnTo>
                  <a:lnTo>
                    <a:pt x="351853" y="52705"/>
                  </a:lnTo>
                  <a:lnTo>
                    <a:pt x="315823" y="10655"/>
                  </a:lnTo>
                  <a:lnTo>
                    <a:pt x="306679" y="0"/>
                  </a:lnTo>
                  <a:lnTo>
                    <a:pt x="272630" y="39725"/>
                  </a:lnTo>
                  <a:lnTo>
                    <a:pt x="272630" y="61417"/>
                  </a:lnTo>
                  <a:lnTo>
                    <a:pt x="271233" y="61074"/>
                  </a:lnTo>
                  <a:lnTo>
                    <a:pt x="268033" y="61277"/>
                  </a:lnTo>
                  <a:lnTo>
                    <a:pt x="264833" y="61480"/>
                  </a:lnTo>
                  <a:lnTo>
                    <a:pt x="262343" y="62420"/>
                  </a:lnTo>
                  <a:lnTo>
                    <a:pt x="262343" y="64338"/>
                  </a:lnTo>
                  <a:lnTo>
                    <a:pt x="261505" y="63347"/>
                  </a:lnTo>
                  <a:lnTo>
                    <a:pt x="262267" y="62458"/>
                  </a:lnTo>
                  <a:lnTo>
                    <a:pt x="262343" y="64338"/>
                  </a:lnTo>
                  <a:lnTo>
                    <a:pt x="262343" y="62420"/>
                  </a:lnTo>
                  <a:lnTo>
                    <a:pt x="272059" y="51041"/>
                  </a:lnTo>
                  <a:lnTo>
                    <a:pt x="271843" y="52273"/>
                  </a:lnTo>
                  <a:lnTo>
                    <a:pt x="272186" y="59753"/>
                  </a:lnTo>
                  <a:lnTo>
                    <a:pt x="272630" y="61417"/>
                  </a:lnTo>
                  <a:lnTo>
                    <a:pt x="272630" y="39725"/>
                  </a:lnTo>
                  <a:lnTo>
                    <a:pt x="256159" y="58940"/>
                  </a:lnTo>
                  <a:lnTo>
                    <a:pt x="250812" y="52705"/>
                  </a:lnTo>
                  <a:lnTo>
                    <a:pt x="250812" y="63347"/>
                  </a:lnTo>
                  <a:lnTo>
                    <a:pt x="240703" y="75145"/>
                  </a:lnTo>
                  <a:lnTo>
                    <a:pt x="240969" y="73634"/>
                  </a:lnTo>
                  <a:lnTo>
                    <a:pt x="240626" y="66167"/>
                  </a:lnTo>
                  <a:lnTo>
                    <a:pt x="240169" y="64490"/>
                  </a:lnTo>
                  <a:lnTo>
                    <a:pt x="241655" y="64833"/>
                  </a:lnTo>
                  <a:lnTo>
                    <a:pt x="244856" y="64630"/>
                  </a:lnTo>
                  <a:lnTo>
                    <a:pt x="248056" y="64439"/>
                  </a:lnTo>
                  <a:lnTo>
                    <a:pt x="250621" y="63474"/>
                  </a:lnTo>
                  <a:lnTo>
                    <a:pt x="250596" y="63106"/>
                  </a:lnTo>
                  <a:lnTo>
                    <a:pt x="250812" y="63347"/>
                  </a:lnTo>
                  <a:lnTo>
                    <a:pt x="250812" y="52705"/>
                  </a:lnTo>
                  <a:lnTo>
                    <a:pt x="248907" y="50482"/>
                  </a:lnTo>
                  <a:lnTo>
                    <a:pt x="248907" y="61137"/>
                  </a:lnTo>
                  <a:lnTo>
                    <a:pt x="247891" y="60883"/>
                  </a:lnTo>
                  <a:lnTo>
                    <a:pt x="241477" y="61290"/>
                  </a:lnTo>
                  <a:lnTo>
                    <a:pt x="239966" y="61861"/>
                  </a:lnTo>
                  <a:lnTo>
                    <a:pt x="240271" y="60109"/>
                  </a:lnTo>
                  <a:lnTo>
                    <a:pt x="240106" y="56362"/>
                  </a:lnTo>
                  <a:lnTo>
                    <a:pt x="239941" y="52628"/>
                  </a:lnTo>
                  <a:lnTo>
                    <a:pt x="239293" y="50330"/>
                  </a:lnTo>
                  <a:lnTo>
                    <a:pt x="239293" y="76784"/>
                  </a:lnTo>
                  <a:lnTo>
                    <a:pt x="205651" y="116039"/>
                  </a:lnTo>
                  <a:lnTo>
                    <a:pt x="193967" y="102425"/>
                  </a:lnTo>
                  <a:lnTo>
                    <a:pt x="196545" y="103035"/>
                  </a:lnTo>
                  <a:lnTo>
                    <a:pt x="202946" y="102628"/>
                  </a:lnTo>
                  <a:lnTo>
                    <a:pt x="204381" y="102095"/>
                  </a:lnTo>
                  <a:lnTo>
                    <a:pt x="204089" y="103822"/>
                  </a:lnTo>
                  <a:lnTo>
                    <a:pt x="204254" y="107556"/>
                  </a:lnTo>
                  <a:lnTo>
                    <a:pt x="204419" y="111290"/>
                  </a:lnTo>
                  <a:lnTo>
                    <a:pt x="205244" y="114274"/>
                  </a:lnTo>
                  <a:lnTo>
                    <a:pt x="206921" y="114173"/>
                  </a:lnTo>
                  <a:lnTo>
                    <a:pt x="207467" y="111099"/>
                  </a:lnTo>
                  <a:lnTo>
                    <a:pt x="207124" y="103632"/>
                  </a:lnTo>
                  <a:lnTo>
                    <a:pt x="206667" y="101955"/>
                  </a:lnTo>
                  <a:lnTo>
                    <a:pt x="208140" y="102298"/>
                  </a:lnTo>
                  <a:lnTo>
                    <a:pt x="211353" y="102095"/>
                  </a:lnTo>
                  <a:lnTo>
                    <a:pt x="214553" y="101904"/>
                  </a:lnTo>
                  <a:lnTo>
                    <a:pt x="217119" y="100939"/>
                  </a:lnTo>
                  <a:lnTo>
                    <a:pt x="217017" y="98983"/>
                  </a:lnTo>
                  <a:lnTo>
                    <a:pt x="214388" y="98348"/>
                  </a:lnTo>
                  <a:lnTo>
                    <a:pt x="207975" y="98755"/>
                  </a:lnTo>
                  <a:lnTo>
                    <a:pt x="206463" y="99326"/>
                  </a:lnTo>
                  <a:lnTo>
                    <a:pt x="206768" y="97574"/>
                  </a:lnTo>
                  <a:lnTo>
                    <a:pt x="206603" y="93827"/>
                  </a:lnTo>
                  <a:lnTo>
                    <a:pt x="206438" y="90093"/>
                  </a:lnTo>
                  <a:lnTo>
                    <a:pt x="205600" y="87109"/>
                  </a:lnTo>
                  <a:lnTo>
                    <a:pt x="203936" y="87210"/>
                  </a:lnTo>
                  <a:lnTo>
                    <a:pt x="203390" y="90284"/>
                  </a:lnTo>
                  <a:lnTo>
                    <a:pt x="203733" y="97751"/>
                  </a:lnTo>
                  <a:lnTo>
                    <a:pt x="204177" y="99428"/>
                  </a:lnTo>
                  <a:lnTo>
                    <a:pt x="202780" y="99085"/>
                  </a:lnTo>
                  <a:lnTo>
                    <a:pt x="199580" y="99275"/>
                  </a:lnTo>
                  <a:lnTo>
                    <a:pt x="196380" y="99479"/>
                  </a:lnTo>
                  <a:lnTo>
                    <a:pt x="193814" y="100444"/>
                  </a:lnTo>
                  <a:lnTo>
                    <a:pt x="193890" y="102349"/>
                  </a:lnTo>
                  <a:lnTo>
                    <a:pt x="161391" y="64427"/>
                  </a:lnTo>
                  <a:lnTo>
                    <a:pt x="163957" y="65024"/>
                  </a:lnTo>
                  <a:lnTo>
                    <a:pt x="170370" y="64630"/>
                  </a:lnTo>
                  <a:lnTo>
                    <a:pt x="171792" y="64096"/>
                  </a:lnTo>
                  <a:lnTo>
                    <a:pt x="171500" y="65811"/>
                  </a:lnTo>
                  <a:lnTo>
                    <a:pt x="171678" y="69545"/>
                  </a:lnTo>
                  <a:lnTo>
                    <a:pt x="171843" y="73291"/>
                  </a:lnTo>
                  <a:lnTo>
                    <a:pt x="172669" y="76276"/>
                  </a:lnTo>
                  <a:lnTo>
                    <a:pt x="174345" y="76161"/>
                  </a:lnTo>
                  <a:lnTo>
                    <a:pt x="174891" y="73101"/>
                  </a:lnTo>
                  <a:lnTo>
                    <a:pt x="174536" y="65620"/>
                  </a:lnTo>
                  <a:lnTo>
                    <a:pt x="174078" y="63944"/>
                  </a:lnTo>
                  <a:lnTo>
                    <a:pt x="175564" y="64300"/>
                  </a:lnTo>
                  <a:lnTo>
                    <a:pt x="178765" y="64096"/>
                  </a:lnTo>
                  <a:lnTo>
                    <a:pt x="181965" y="63893"/>
                  </a:lnTo>
                  <a:lnTo>
                    <a:pt x="184531" y="62928"/>
                  </a:lnTo>
                  <a:lnTo>
                    <a:pt x="184442" y="60972"/>
                  </a:lnTo>
                  <a:lnTo>
                    <a:pt x="181800" y="60350"/>
                  </a:lnTo>
                  <a:lnTo>
                    <a:pt x="175399" y="60744"/>
                  </a:lnTo>
                  <a:lnTo>
                    <a:pt x="173888" y="61315"/>
                  </a:lnTo>
                  <a:lnTo>
                    <a:pt x="174193" y="59563"/>
                  </a:lnTo>
                  <a:lnTo>
                    <a:pt x="174015" y="55829"/>
                  </a:lnTo>
                  <a:lnTo>
                    <a:pt x="173850" y="52082"/>
                  </a:lnTo>
                  <a:lnTo>
                    <a:pt x="173024" y="49098"/>
                  </a:lnTo>
                  <a:lnTo>
                    <a:pt x="172669" y="49123"/>
                  </a:lnTo>
                  <a:lnTo>
                    <a:pt x="204431" y="12077"/>
                  </a:lnTo>
                  <a:lnTo>
                    <a:pt x="204012" y="14452"/>
                  </a:lnTo>
                  <a:lnTo>
                    <a:pt x="204355" y="21932"/>
                  </a:lnTo>
                  <a:lnTo>
                    <a:pt x="204800" y="23596"/>
                  </a:lnTo>
                  <a:lnTo>
                    <a:pt x="203403" y="23253"/>
                  </a:lnTo>
                  <a:lnTo>
                    <a:pt x="200202" y="23456"/>
                  </a:lnTo>
                  <a:lnTo>
                    <a:pt x="196989" y="23660"/>
                  </a:lnTo>
                  <a:lnTo>
                    <a:pt x="194424" y="24612"/>
                  </a:lnTo>
                  <a:lnTo>
                    <a:pt x="194525" y="26581"/>
                  </a:lnTo>
                  <a:lnTo>
                    <a:pt x="197167" y="27203"/>
                  </a:lnTo>
                  <a:lnTo>
                    <a:pt x="203568" y="26809"/>
                  </a:lnTo>
                  <a:lnTo>
                    <a:pt x="205003" y="26276"/>
                  </a:lnTo>
                  <a:lnTo>
                    <a:pt x="204711" y="27990"/>
                  </a:lnTo>
                  <a:lnTo>
                    <a:pt x="204876" y="31724"/>
                  </a:lnTo>
                  <a:lnTo>
                    <a:pt x="205041" y="35471"/>
                  </a:lnTo>
                  <a:lnTo>
                    <a:pt x="205867" y="38455"/>
                  </a:lnTo>
                  <a:lnTo>
                    <a:pt x="207543" y="38354"/>
                  </a:lnTo>
                  <a:lnTo>
                    <a:pt x="208089" y="35280"/>
                  </a:lnTo>
                  <a:lnTo>
                    <a:pt x="207746" y="27800"/>
                  </a:lnTo>
                  <a:lnTo>
                    <a:pt x="207289" y="26136"/>
                  </a:lnTo>
                  <a:lnTo>
                    <a:pt x="208762" y="26479"/>
                  </a:lnTo>
                  <a:lnTo>
                    <a:pt x="211963" y="26276"/>
                  </a:lnTo>
                  <a:lnTo>
                    <a:pt x="215176" y="26073"/>
                  </a:lnTo>
                  <a:lnTo>
                    <a:pt x="217741" y="25107"/>
                  </a:lnTo>
                  <a:lnTo>
                    <a:pt x="217716" y="24765"/>
                  </a:lnTo>
                  <a:lnTo>
                    <a:pt x="239064" y="49657"/>
                  </a:lnTo>
                  <a:lnTo>
                    <a:pt x="237439" y="49745"/>
                  </a:lnTo>
                  <a:lnTo>
                    <a:pt x="236893" y="52819"/>
                  </a:lnTo>
                  <a:lnTo>
                    <a:pt x="237236" y="60286"/>
                  </a:lnTo>
                  <a:lnTo>
                    <a:pt x="237693" y="61963"/>
                  </a:lnTo>
                  <a:lnTo>
                    <a:pt x="236283" y="61620"/>
                  </a:lnTo>
                  <a:lnTo>
                    <a:pt x="233083" y="61810"/>
                  </a:lnTo>
                  <a:lnTo>
                    <a:pt x="229882" y="62014"/>
                  </a:lnTo>
                  <a:lnTo>
                    <a:pt x="227317" y="62979"/>
                  </a:lnTo>
                  <a:lnTo>
                    <a:pt x="227406" y="64935"/>
                  </a:lnTo>
                  <a:lnTo>
                    <a:pt x="230047" y="65570"/>
                  </a:lnTo>
                  <a:lnTo>
                    <a:pt x="236461" y="65163"/>
                  </a:lnTo>
                  <a:lnTo>
                    <a:pt x="237883" y="64630"/>
                  </a:lnTo>
                  <a:lnTo>
                    <a:pt x="237591" y="66357"/>
                  </a:lnTo>
                  <a:lnTo>
                    <a:pt x="237756" y="70091"/>
                  </a:lnTo>
                  <a:lnTo>
                    <a:pt x="237921" y="73825"/>
                  </a:lnTo>
                  <a:lnTo>
                    <a:pt x="238760" y="76809"/>
                  </a:lnTo>
                  <a:lnTo>
                    <a:pt x="239293" y="76784"/>
                  </a:lnTo>
                  <a:lnTo>
                    <a:pt x="239293" y="50330"/>
                  </a:lnTo>
                  <a:lnTo>
                    <a:pt x="239128" y="49733"/>
                  </a:lnTo>
                  <a:lnTo>
                    <a:pt x="248907" y="61137"/>
                  </a:lnTo>
                  <a:lnTo>
                    <a:pt x="248907" y="50482"/>
                  </a:lnTo>
                  <a:lnTo>
                    <a:pt x="216014" y="12103"/>
                  </a:lnTo>
                  <a:lnTo>
                    <a:pt x="216014" y="22771"/>
                  </a:lnTo>
                  <a:lnTo>
                    <a:pt x="215011" y="22529"/>
                  </a:lnTo>
                  <a:lnTo>
                    <a:pt x="208597" y="22923"/>
                  </a:lnTo>
                  <a:lnTo>
                    <a:pt x="207086" y="23495"/>
                  </a:lnTo>
                  <a:lnTo>
                    <a:pt x="207391" y="21742"/>
                  </a:lnTo>
                  <a:lnTo>
                    <a:pt x="207225" y="18008"/>
                  </a:lnTo>
                  <a:lnTo>
                    <a:pt x="207060" y="14262"/>
                  </a:lnTo>
                  <a:lnTo>
                    <a:pt x="206235" y="11353"/>
                  </a:lnTo>
                  <a:lnTo>
                    <a:pt x="216014" y="22771"/>
                  </a:lnTo>
                  <a:lnTo>
                    <a:pt x="216014" y="12103"/>
                  </a:lnTo>
                  <a:lnTo>
                    <a:pt x="214782" y="10655"/>
                  </a:lnTo>
                  <a:lnTo>
                    <a:pt x="206184" y="635"/>
                  </a:lnTo>
                  <a:lnTo>
                    <a:pt x="206184" y="11290"/>
                  </a:lnTo>
                  <a:lnTo>
                    <a:pt x="205041" y="11366"/>
                  </a:lnTo>
                  <a:lnTo>
                    <a:pt x="205651" y="10655"/>
                  </a:lnTo>
                  <a:lnTo>
                    <a:pt x="206184" y="11290"/>
                  </a:lnTo>
                  <a:lnTo>
                    <a:pt x="206184" y="635"/>
                  </a:lnTo>
                  <a:lnTo>
                    <a:pt x="205651" y="0"/>
                  </a:lnTo>
                  <a:lnTo>
                    <a:pt x="171602" y="39712"/>
                  </a:lnTo>
                  <a:lnTo>
                    <a:pt x="171602" y="61417"/>
                  </a:lnTo>
                  <a:lnTo>
                    <a:pt x="170205" y="61074"/>
                  </a:lnTo>
                  <a:lnTo>
                    <a:pt x="166992" y="61277"/>
                  </a:lnTo>
                  <a:lnTo>
                    <a:pt x="163791" y="61480"/>
                  </a:lnTo>
                  <a:lnTo>
                    <a:pt x="161302" y="62420"/>
                  </a:lnTo>
                  <a:lnTo>
                    <a:pt x="161302" y="64325"/>
                  </a:lnTo>
                  <a:lnTo>
                    <a:pt x="160477" y="63347"/>
                  </a:lnTo>
                  <a:lnTo>
                    <a:pt x="161226" y="62484"/>
                  </a:lnTo>
                  <a:lnTo>
                    <a:pt x="161302" y="64325"/>
                  </a:lnTo>
                  <a:lnTo>
                    <a:pt x="161302" y="62420"/>
                  </a:lnTo>
                  <a:lnTo>
                    <a:pt x="171018" y="51054"/>
                  </a:lnTo>
                  <a:lnTo>
                    <a:pt x="170802" y="52273"/>
                  </a:lnTo>
                  <a:lnTo>
                    <a:pt x="171157" y="59753"/>
                  </a:lnTo>
                  <a:lnTo>
                    <a:pt x="171602" y="61417"/>
                  </a:lnTo>
                  <a:lnTo>
                    <a:pt x="171602" y="39712"/>
                  </a:lnTo>
                  <a:lnTo>
                    <a:pt x="151333" y="63347"/>
                  </a:lnTo>
                  <a:lnTo>
                    <a:pt x="205651" y="126695"/>
                  </a:lnTo>
                  <a:lnTo>
                    <a:pt x="214782" y="116039"/>
                  </a:lnTo>
                  <a:lnTo>
                    <a:pt x="256159" y="67767"/>
                  </a:lnTo>
                  <a:lnTo>
                    <a:pt x="306679" y="126695"/>
                  </a:lnTo>
                  <a:lnTo>
                    <a:pt x="315823" y="116039"/>
                  </a:lnTo>
                  <a:lnTo>
                    <a:pt x="360984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8" name="object 2058" descr=""/>
            <p:cNvSpPr/>
            <p:nvPr/>
          </p:nvSpPr>
          <p:spPr>
            <a:xfrm>
              <a:off x="7789126" y="6600653"/>
              <a:ext cx="351790" cy="347980"/>
            </a:xfrm>
            <a:custGeom>
              <a:avLst/>
              <a:gdLst/>
              <a:ahLst/>
              <a:cxnLst/>
              <a:rect l="l" t="t" r="r" b="b"/>
              <a:pathLst>
                <a:path w="351790" h="347979">
                  <a:moveTo>
                    <a:pt x="158915" y="207403"/>
                  </a:moveTo>
                  <a:lnTo>
                    <a:pt x="149771" y="196748"/>
                  </a:lnTo>
                  <a:lnTo>
                    <a:pt x="149771" y="207403"/>
                  </a:lnTo>
                  <a:lnTo>
                    <a:pt x="139674" y="219189"/>
                  </a:lnTo>
                  <a:lnTo>
                    <a:pt x="139941" y="217690"/>
                  </a:lnTo>
                  <a:lnTo>
                    <a:pt x="139598" y="210210"/>
                  </a:lnTo>
                  <a:lnTo>
                    <a:pt x="139128" y="208534"/>
                  </a:lnTo>
                  <a:lnTo>
                    <a:pt x="140614" y="208889"/>
                  </a:lnTo>
                  <a:lnTo>
                    <a:pt x="143814" y="208686"/>
                  </a:lnTo>
                  <a:lnTo>
                    <a:pt x="147027" y="208495"/>
                  </a:lnTo>
                  <a:lnTo>
                    <a:pt x="149593" y="207530"/>
                  </a:lnTo>
                  <a:lnTo>
                    <a:pt x="149567" y="207175"/>
                  </a:lnTo>
                  <a:lnTo>
                    <a:pt x="149771" y="207403"/>
                  </a:lnTo>
                  <a:lnTo>
                    <a:pt x="149771" y="196748"/>
                  </a:lnTo>
                  <a:lnTo>
                    <a:pt x="147866" y="194525"/>
                  </a:lnTo>
                  <a:lnTo>
                    <a:pt x="147866" y="205193"/>
                  </a:lnTo>
                  <a:lnTo>
                    <a:pt x="146850" y="204939"/>
                  </a:lnTo>
                  <a:lnTo>
                    <a:pt x="140449" y="205333"/>
                  </a:lnTo>
                  <a:lnTo>
                    <a:pt x="138938" y="205905"/>
                  </a:lnTo>
                  <a:lnTo>
                    <a:pt x="139242" y="204152"/>
                  </a:lnTo>
                  <a:lnTo>
                    <a:pt x="139077" y="200418"/>
                  </a:lnTo>
                  <a:lnTo>
                    <a:pt x="138899" y="196684"/>
                  </a:lnTo>
                  <a:lnTo>
                    <a:pt x="138252" y="194386"/>
                  </a:lnTo>
                  <a:lnTo>
                    <a:pt x="138252" y="220840"/>
                  </a:lnTo>
                  <a:lnTo>
                    <a:pt x="104609" y="260096"/>
                  </a:lnTo>
                  <a:lnTo>
                    <a:pt x="92925" y="246481"/>
                  </a:lnTo>
                  <a:lnTo>
                    <a:pt x="95504" y="247078"/>
                  </a:lnTo>
                  <a:lnTo>
                    <a:pt x="101917" y="246684"/>
                  </a:lnTo>
                  <a:lnTo>
                    <a:pt x="103339" y="246151"/>
                  </a:lnTo>
                  <a:lnTo>
                    <a:pt x="103047" y="247865"/>
                  </a:lnTo>
                  <a:lnTo>
                    <a:pt x="103212" y="251612"/>
                  </a:lnTo>
                  <a:lnTo>
                    <a:pt x="103378" y="255346"/>
                  </a:lnTo>
                  <a:lnTo>
                    <a:pt x="104216" y="258330"/>
                  </a:lnTo>
                  <a:lnTo>
                    <a:pt x="105879" y="258229"/>
                  </a:lnTo>
                  <a:lnTo>
                    <a:pt x="106426" y="255155"/>
                  </a:lnTo>
                  <a:lnTo>
                    <a:pt x="106083" y="247688"/>
                  </a:lnTo>
                  <a:lnTo>
                    <a:pt x="105613" y="245999"/>
                  </a:lnTo>
                  <a:lnTo>
                    <a:pt x="107111" y="246354"/>
                  </a:lnTo>
                  <a:lnTo>
                    <a:pt x="110312" y="246151"/>
                  </a:lnTo>
                  <a:lnTo>
                    <a:pt x="113512" y="245960"/>
                  </a:lnTo>
                  <a:lnTo>
                    <a:pt x="116078" y="244995"/>
                  </a:lnTo>
                  <a:lnTo>
                    <a:pt x="115989" y="243039"/>
                  </a:lnTo>
                  <a:lnTo>
                    <a:pt x="113347" y="242404"/>
                  </a:lnTo>
                  <a:lnTo>
                    <a:pt x="106934" y="242798"/>
                  </a:lnTo>
                  <a:lnTo>
                    <a:pt x="105422" y="243370"/>
                  </a:lnTo>
                  <a:lnTo>
                    <a:pt x="105727" y="241617"/>
                  </a:lnTo>
                  <a:lnTo>
                    <a:pt x="105562" y="237883"/>
                  </a:lnTo>
                  <a:lnTo>
                    <a:pt x="105397" y="234149"/>
                  </a:lnTo>
                  <a:lnTo>
                    <a:pt x="104571" y="231165"/>
                  </a:lnTo>
                  <a:lnTo>
                    <a:pt x="102895" y="231267"/>
                  </a:lnTo>
                  <a:lnTo>
                    <a:pt x="102349" y="234340"/>
                  </a:lnTo>
                  <a:lnTo>
                    <a:pt x="102692" y="241808"/>
                  </a:lnTo>
                  <a:lnTo>
                    <a:pt x="103136" y="243471"/>
                  </a:lnTo>
                  <a:lnTo>
                    <a:pt x="101739" y="243128"/>
                  </a:lnTo>
                  <a:lnTo>
                    <a:pt x="98539" y="243332"/>
                  </a:lnTo>
                  <a:lnTo>
                    <a:pt x="95338" y="243535"/>
                  </a:lnTo>
                  <a:lnTo>
                    <a:pt x="92773" y="244500"/>
                  </a:lnTo>
                  <a:lnTo>
                    <a:pt x="92849" y="246392"/>
                  </a:lnTo>
                  <a:lnTo>
                    <a:pt x="60337" y="208457"/>
                  </a:lnTo>
                  <a:lnTo>
                    <a:pt x="62928" y="209080"/>
                  </a:lnTo>
                  <a:lnTo>
                    <a:pt x="69329" y="208673"/>
                  </a:lnTo>
                  <a:lnTo>
                    <a:pt x="70764" y="208140"/>
                  </a:lnTo>
                  <a:lnTo>
                    <a:pt x="70472" y="209867"/>
                  </a:lnTo>
                  <a:lnTo>
                    <a:pt x="70637" y="213601"/>
                  </a:lnTo>
                  <a:lnTo>
                    <a:pt x="70815" y="217347"/>
                  </a:lnTo>
                  <a:lnTo>
                    <a:pt x="71628" y="220332"/>
                  </a:lnTo>
                  <a:lnTo>
                    <a:pt x="73304" y="220218"/>
                  </a:lnTo>
                  <a:lnTo>
                    <a:pt x="73850" y="217157"/>
                  </a:lnTo>
                  <a:lnTo>
                    <a:pt x="73507" y="209677"/>
                  </a:lnTo>
                  <a:lnTo>
                    <a:pt x="73037" y="208000"/>
                  </a:lnTo>
                  <a:lnTo>
                    <a:pt x="74523" y="208343"/>
                  </a:lnTo>
                  <a:lnTo>
                    <a:pt x="77724" y="208153"/>
                  </a:lnTo>
                  <a:lnTo>
                    <a:pt x="80937" y="207949"/>
                  </a:lnTo>
                  <a:lnTo>
                    <a:pt x="83502" y="206984"/>
                  </a:lnTo>
                  <a:lnTo>
                    <a:pt x="83400" y="205028"/>
                  </a:lnTo>
                  <a:lnTo>
                    <a:pt x="80772" y="204406"/>
                  </a:lnTo>
                  <a:lnTo>
                    <a:pt x="74358" y="204800"/>
                  </a:lnTo>
                  <a:lnTo>
                    <a:pt x="72847" y="205371"/>
                  </a:lnTo>
                  <a:lnTo>
                    <a:pt x="73152" y="203619"/>
                  </a:lnTo>
                  <a:lnTo>
                    <a:pt x="72986" y="199872"/>
                  </a:lnTo>
                  <a:lnTo>
                    <a:pt x="72821" y="196138"/>
                  </a:lnTo>
                  <a:lnTo>
                    <a:pt x="71983" y="193154"/>
                  </a:lnTo>
                  <a:lnTo>
                    <a:pt x="71628" y="193179"/>
                  </a:lnTo>
                  <a:lnTo>
                    <a:pt x="103390" y="156133"/>
                  </a:lnTo>
                  <a:lnTo>
                    <a:pt x="102971" y="158508"/>
                  </a:lnTo>
                  <a:lnTo>
                    <a:pt x="103314" y="165989"/>
                  </a:lnTo>
                  <a:lnTo>
                    <a:pt x="103759" y="167652"/>
                  </a:lnTo>
                  <a:lnTo>
                    <a:pt x="102362" y="167309"/>
                  </a:lnTo>
                  <a:lnTo>
                    <a:pt x="99161" y="167513"/>
                  </a:lnTo>
                  <a:lnTo>
                    <a:pt x="95961" y="167703"/>
                  </a:lnTo>
                  <a:lnTo>
                    <a:pt x="93395" y="168668"/>
                  </a:lnTo>
                  <a:lnTo>
                    <a:pt x="93484" y="170624"/>
                  </a:lnTo>
                  <a:lnTo>
                    <a:pt x="96126" y="171259"/>
                  </a:lnTo>
                  <a:lnTo>
                    <a:pt x="102527" y="170853"/>
                  </a:lnTo>
                  <a:lnTo>
                    <a:pt x="103962" y="170319"/>
                  </a:lnTo>
                  <a:lnTo>
                    <a:pt x="103670" y="172046"/>
                  </a:lnTo>
                  <a:lnTo>
                    <a:pt x="103835" y="175780"/>
                  </a:lnTo>
                  <a:lnTo>
                    <a:pt x="104000" y="179527"/>
                  </a:lnTo>
                  <a:lnTo>
                    <a:pt x="104838" y="182511"/>
                  </a:lnTo>
                  <a:lnTo>
                    <a:pt x="106502" y="182397"/>
                  </a:lnTo>
                  <a:lnTo>
                    <a:pt x="107048" y="179336"/>
                  </a:lnTo>
                  <a:lnTo>
                    <a:pt x="106705" y="171856"/>
                  </a:lnTo>
                  <a:lnTo>
                    <a:pt x="106248" y="170180"/>
                  </a:lnTo>
                  <a:lnTo>
                    <a:pt x="107734" y="170522"/>
                  </a:lnTo>
                  <a:lnTo>
                    <a:pt x="110934" y="170332"/>
                  </a:lnTo>
                  <a:lnTo>
                    <a:pt x="114134" y="170129"/>
                  </a:lnTo>
                  <a:lnTo>
                    <a:pt x="116700" y="169164"/>
                  </a:lnTo>
                  <a:lnTo>
                    <a:pt x="116674" y="168821"/>
                  </a:lnTo>
                  <a:lnTo>
                    <a:pt x="138023" y="193713"/>
                  </a:lnTo>
                  <a:lnTo>
                    <a:pt x="136398" y="193802"/>
                  </a:lnTo>
                  <a:lnTo>
                    <a:pt x="135851" y="196875"/>
                  </a:lnTo>
                  <a:lnTo>
                    <a:pt x="136207" y="204343"/>
                  </a:lnTo>
                  <a:lnTo>
                    <a:pt x="136652" y="206019"/>
                  </a:lnTo>
                  <a:lnTo>
                    <a:pt x="135255" y="205676"/>
                  </a:lnTo>
                  <a:lnTo>
                    <a:pt x="132041" y="205867"/>
                  </a:lnTo>
                  <a:lnTo>
                    <a:pt x="128841" y="206070"/>
                  </a:lnTo>
                  <a:lnTo>
                    <a:pt x="126276" y="207035"/>
                  </a:lnTo>
                  <a:lnTo>
                    <a:pt x="126377" y="208991"/>
                  </a:lnTo>
                  <a:lnTo>
                    <a:pt x="129006" y="209613"/>
                  </a:lnTo>
                  <a:lnTo>
                    <a:pt x="135420" y="209219"/>
                  </a:lnTo>
                  <a:lnTo>
                    <a:pt x="136855" y="208686"/>
                  </a:lnTo>
                  <a:lnTo>
                    <a:pt x="136550" y="210400"/>
                  </a:lnTo>
                  <a:lnTo>
                    <a:pt x="136728" y="214147"/>
                  </a:lnTo>
                  <a:lnTo>
                    <a:pt x="136893" y="217881"/>
                  </a:lnTo>
                  <a:lnTo>
                    <a:pt x="137718" y="220865"/>
                  </a:lnTo>
                  <a:lnTo>
                    <a:pt x="138252" y="220840"/>
                  </a:lnTo>
                  <a:lnTo>
                    <a:pt x="138252" y="194386"/>
                  </a:lnTo>
                  <a:lnTo>
                    <a:pt x="138087" y="193789"/>
                  </a:lnTo>
                  <a:lnTo>
                    <a:pt x="147866" y="205193"/>
                  </a:lnTo>
                  <a:lnTo>
                    <a:pt x="147866" y="194525"/>
                  </a:lnTo>
                  <a:lnTo>
                    <a:pt x="114973" y="156159"/>
                  </a:lnTo>
                  <a:lnTo>
                    <a:pt x="114973" y="166827"/>
                  </a:lnTo>
                  <a:lnTo>
                    <a:pt x="113969" y="166585"/>
                  </a:lnTo>
                  <a:lnTo>
                    <a:pt x="107556" y="166979"/>
                  </a:lnTo>
                  <a:lnTo>
                    <a:pt x="106045" y="167551"/>
                  </a:lnTo>
                  <a:lnTo>
                    <a:pt x="106349" y="165798"/>
                  </a:lnTo>
                  <a:lnTo>
                    <a:pt x="106184" y="162052"/>
                  </a:lnTo>
                  <a:lnTo>
                    <a:pt x="106019" y="158318"/>
                  </a:lnTo>
                  <a:lnTo>
                    <a:pt x="105206" y="155422"/>
                  </a:lnTo>
                  <a:lnTo>
                    <a:pt x="114973" y="166827"/>
                  </a:lnTo>
                  <a:lnTo>
                    <a:pt x="114973" y="156159"/>
                  </a:lnTo>
                  <a:lnTo>
                    <a:pt x="113741" y="154711"/>
                  </a:lnTo>
                  <a:lnTo>
                    <a:pt x="105143" y="144691"/>
                  </a:lnTo>
                  <a:lnTo>
                    <a:pt x="105143" y="155346"/>
                  </a:lnTo>
                  <a:lnTo>
                    <a:pt x="104013" y="155409"/>
                  </a:lnTo>
                  <a:lnTo>
                    <a:pt x="104609" y="154711"/>
                  </a:lnTo>
                  <a:lnTo>
                    <a:pt x="105143" y="155346"/>
                  </a:lnTo>
                  <a:lnTo>
                    <a:pt x="105143" y="144691"/>
                  </a:lnTo>
                  <a:lnTo>
                    <a:pt x="104609" y="144056"/>
                  </a:lnTo>
                  <a:lnTo>
                    <a:pt x="70561" y="183769"/>
                  </a:lnTo>
                  <a:lnTo>
                    <a:pt x="70561" y="205473"/>
                  </a:lnTo>
                  <a:lnTo>
                    <a:pt x="69164" y="205130"/>
                  </a:lnTo>
                  <a:lnTo>
                    <a:pt x="65963" y="205333"/>
                  </a:lnTo>
                  <a:lnTo>
                    <a:pt x="62750" y="205524"/>
                  </a:lnTo>
                  <a:lnTo>
                    <a:pt x="60274" y="206463"/>
                  </a:lnTo>
                  <a:lnTo>
                    <a:pt x="60274" y="208394"/>
                  </a:lnTo>
                  <a:lnTo>
                    <a:pt x="59436" y="207403"/>
                  </a:lnTo>
                  <a:lnTo>
                    <a:pt x="60185" y="206527"/>
                  </a:lnTo>
                  <a:lnTo>
                    <a:pt x="60274" y="208394"/>
                  </a:lnTo>
                  <a:lnTo>
                    <a:pt x="60274" y="206463"/>
                  </a:lnTo>
                  <a:lnTo>
                    <a:pt x="69977" y="195097"/>
                  </a:lnTo>
                  <a:lnTo>
                    <a:pt x="69773" y="196329"/>
                  </a:lnTo>
                  <a:lnTo>
                    <a:pt x="70116" y="203809"/>
                  </a:lnTo>
                  <a:lnTo>
                    <a:pt x="70561" y="205473"/>
                  </a:lnTo>
                  <a:lnTo>
                    <a:pt x="70561" y="183769"/>
                  </a:lnTo>
                  <a:lnTo>
                    <a:pt x="50292" y="207403"/>
                  </a:lnTo>
                  <a:lnTo>
                    <a:pt x="104609" y="270751"/>
                  </a:lnTo>
                  <a:lnTo>
                    <a:pt x="113741" y="260096"/>
                  </a:lnTo>
                  <a:lnTo>
                    <a:pt x="158915" y="207403"/>
                  </a:lnTo>
                  <a:close/>
                </a:path>
                <a:path w="351790" h="347979">
                  <a:moveTo>
                    <a:pt x="310438" y="284568"/>
                  </a:moveTo>
                  <a:lnTo>
                    <a:pt x="301307" y="273926"/>
                  </a:lnTo>
                  <a:lnTo>
                    <a:pt x="301307" y="284568"/>
                  </a:lnTo>
                  <a:lnTo>
                    <a:pt x="291185" y="296367"/>
                  </a:lnTo>
                  <a:lnTo>
                    <a:pt x="291465" y="294855"/>
                  </a:lnTo>
                  <a:lnTo>
                    <a:pt x="291122" y="287375"/>
                  </a:lnTo>
                  <a:lnTo>
                    <a:pt x="290664" y="285711"/>
                  </a:lnTo>
                  <a:lnTo>
                    <a:pt x="292138" y="286054"/>
                  </a:lnTo>
                  <a:lnTo>
                    <a:pt x="295351" y="285851"/>
                  </a:lnTo>
                  <a:lnTo>
                    <a:pt x="298551" y="285648"/>
                  </a:lnTo>
                  <a:lnTo>
                    <a:pt x="301117" y="284683"/>
                  </a:lnTo>
                  <a:lnTo>
                    <a:pt x="301091" y="284340"/>
                  </a:lnTo>
                  <a:lnTo>
                    <a:pt x="301307" y="284568"/>
                  </a:lnTo>
                  <a:lnTo>
                    <a:pt x="301307" y="273926"/>
                  </a:lnTo>
                  <a:lnTo>
                    <a:pt x="299389" y="271678"/>
                  </a:lnTo>
                  <a:lnTo>
                    <a:pt x="299389" y="282346"/>
                  </a:lnTo>
                  <a:lnTo>
                    <a:pt x="298386" y="282105"/>
                  </a:lnTo>
                  <a:lnTo>
                    <a:pt x="291973" y="282498"/>
                  </a:lnTo>
                  <a:lnTo>
                    <a:pt x="290461" y="283070"/>
                  </a:lnTo>
                  <a:lnTo>
                    <a:pt x="290766" y="281317"/>
                  </a:lnTo>
                  <a:lnTo>
                    <a:pt x="290601" y="277583"/>
                  </a:lnTo>
                  <a:lnTo>
                    <a:pt x="290436" y="273837"/>
                  </a:lnTo>
                  <a:lnTo>
                    <a:pt x="289788" y="271526"/>
                  </a:lnTo>
                  <a:lnTo>
                    <a:pt x="289788" y="298005"/>
                  </a:lnTo>
                  <a:lnTo>
                    <a:pt x="256133" y="337248"/>
                  </a:lnTo>
                  <a:lnTo>
                    <a:pt x="244449" y="323646"/>
                  </a:lnTo>
                  <a:lnTo>
                    <a:pt x="247040" y="324243"/>
                  </a:lnTo>
                  <a:lnTo>
                    <a:pt x="253441" y="323850"/>
                  </a:lnTo>
                  <a:lnTo>
                    <a:pt x="254876" y="323316"/>
                  </a:lnTo>
                  <a:lnTo>
                    <a:pt x="254584" y="325031"/>
                  </a:lnTo>
                  <a:lnTo>
                    <a:pt x="254749" y="328764"/>
                  </a:lnTo>
                  <a:lnTo>
                    <a:pt x="254914" y="332511"/>
                  </a:lnTo>
                  <a:lnTo>
                    <a:pt x="255739" y="335495"/>
                  </a:lnTo>
                  <a:lnTo>
                    <a:pt x="257416" y="335381"/>
                  </a:lnTo>
                  <a:lnTo>
                    <a:pt x="257962" y="332320"/>
                  </a:lnTo>
                  <a:lnTo>
                    <a:pt x="257619" y="324840"/>
                  </a:lnTo>
                  <a:lnTo>
                    <a:pt x="257149" y="323176"/>
                  </a:lnTo>
                  <a:lnTo>
                    <a:pt x="258635" y="323519"/>
                  </a:lnTo>
                  <a:lnTo>
                    <a:pt x="261835" y="323316"/>
                  </a:lnTo>
                  <a:lnTo>
                    <a:pt x="265049" y="323113"/>
                  </a:lnTo>
                  <a:lnTo>
                    <a:pt x="267614" y="322148"/>
                  </a:lnTo>
                  <a:lnTo>
                    <a:pt x="267512" y="320192"/>
                  </a:lnTo>
                  <a:lnTo>
                    <a:pt x="264883" y="319570"/>
                  </a:lnTo>
                  <a:lnTo>
                    <a:pt x="258470" y="319963"/>
                  </a:lnTo>
                  <a:lnTo>
                    <a:pt x="256959" y="320535"/>
                  </a:lnTo>
                  <a:lnTo>
                    <a:pt x="257263" y="318782"/>
                  </a:lnTo>
                  <a:lnTo>
                    <a:pt x="257098" y="315048"/>
                  </a:lnTo>
                  <a:lnTo>
                    <a:pt x="256933" y="311302"/>
                  </a:lnTo>
                  <a:lnTo>
                    <a:pt x="256095" y="308317"/>
                  </a:lnTo>
                  <a:lnTo>
                    <a:pt x="254431" y="308432"/>
                  </a:lnTo>
                  <a:lnTo>
                    <a:pt x="253885" y="311492"/>
                  </a:lnTo>
                  <a:lnTo>
                    <a:pt x="254228" y="318973"/>
                  </a:lnTo>
                  <a:lnTo>
                    <a:pt x="254673" y="320636"/>
                  </a:lnTo>
                  <a:lnTo>
                    <a:pt x="253276" y="320294"/>
                  </a:lnTo>
                  <a:lnTo>
                    <a:pt x="250075" y="320497"/>
                  </a:lnTo>
                  <a:lnTo>
                    <a:pt x="246862" y="320687"/>
                  </a:lnTo>
                  <a:lnTo>
                    <a:pt x="244297" y="321652"/>
                  </a:lnTo>
                  <a:lnTo>
                    <a:pt x="244386" y="323570"/>
                  </a:lnTo>
                  <a:lnTo>
                    <a:pt x="211874" y="285635"/>
                  </a:lnTo>
                  <a:lnTo>
                    <a:pt x="214452" y="286232"/>
                  </a:lnTo>
                  <a:lnTo>
                    <a:pt x="220865" y="285838"/>
                  </a:lnTo>
                  <a:lnTo>
                    <a:pt x="222288" y="285305"/>
                  </a:lnTo>
                  <a:lnTo>
                    <a:pt x="221996" y="287020"/>
                  </a:lnTo>
                  <a:lnTo>
                    <a:pt x="222161" y="290766"/>
                  </a:lnTo>
                  <a:lnTo>
                    <a:pt x="222338" y="294500"/>
                  </a:lnTo>
                  <a:lnTo>
                    <a:pt x="223164" y="297484"/>
                  </a:lnTo>
                  <a:lnTo>
                    <a:pt x="224840" y="297383"/>
                  </a:lnTo>
                  <a:lnTo>
                    <a:pt x="225386" y="294309"/>
                  </a:lnTo>
                  <a:lnTo>
                    <a:pt x="225031" y="286842"/>
                  </a:lnTo>
                  <a:lnTo>
                    <a:pt x="224574" y="285165"/>
                  </a:lnTo>
                  <a:lnTo>
                    <a:pt x="226060" y="285508"/>
                  </a:lnTo>
                  <a:lnTo>
                    <a:pt x="229260" y="285305"/>
                  </a:lnTo>
                  <a:lnTo>
                    <a:pt x="232460" y="285115"/>
                  </a:lnTo>
                  <a:lnTo>
                    <a:pt x="235026" y="284149"/>
                  </a:lnTo>
                  <a:lnTo>
                    <a:pt x="234937" y="282194"/>
                  </a:lnTo>
                  <a:lnTo>
                    <a:pt x="232295" y="281559"/>
                  </a:lnTo>
                  <a:lnTo>
                    <a:pt x="225894" y="281965"/>
                  </a:lnTo>
                  <a:lnTo>
                    <a:pt x="224370" y="282536"/>
                  </a:lnTo>
                  <a:lnTo>
                    <a:pt x="224688" y="280771"/>
                  </a:lnTo>
                  <a:lnTo>
                    <a:pt x="224510" y="277037"/>
                  </a:lnTo>
                  <a:lnTo>
                    <a:pt x="224345" y="273304"/>
                  </a:lnTo>
                  <a:lnTo>
                    <a:pt x="223520" y="270319"/>
                  </a:lnTo>
                  <a:lnTo>
                    <a:pt x="223164" y="270344"/>
                  </a:lnTo>
                  <a:lnTo>
                    <a:pt x="254927" y="233286"/>
                  </a:lnTo>
                  <a:lnTo>
                    <a:pt x="254508" y="235673"/>
                  </a:lnTo>
                  <a:lnTo>
                    <a:pt x="254850" y="243141"/>
                  </a:lnTo>
                  <a:lnTo>
                    <a:pt x="255295" y="244817"/>
                  </a:lnTo>
                  <a:lnTo>
                    <a:pt x="253898" y="244475"/>
                  </a:lnTo>
                  <a:lnTo>
                    <a:pt x="250698" y="244665"/>
                  </a:lnTo>
                  <a:lnTo>
                    <a:pt x="247484" y="244868"/>
                  </a:lnTo>
                  <a:lnTo>
                    <a:pt x="244919" y="245833"/>
                  </a:lnTo>
                  <a:lnTo>
                    <a:pt x="245021" y="247789"/>
                  </a:lnTo>
                  <a:lnTo>
                    <a:pt x="247662" y="248412"/>
                  </a:lnTo>
                  <a:lnTo>
                    <a:pt x="254063" y="248018"/>
                  </a:lnTo>
                  <a:lnTo>
                    <a:pt x="255498" y="247484"/>
                  </a:lnTo>
                  <a:lnTo>
                    <a:pt x="255206" y="249212"/>
                  </a:lnTo>
                  <a:lnTo>
                    <a:pt x="255371" y="252945"/>
                  </a:lnTo>
                  <a:lnTo>
                    <a:pt x="255536" y="256679"/>
                  </a:lnTo>
                  <a:lnTo>
                    <a:pt x="256362" y="259664"/>
                  </a:lnTo>
                  <a:lnTo>
                    <a:pt x="258038" y="259562"/>
                  </a:lnTo>
                  <a:lnTo>
                    <a:pt x="258584" y="256489"/>
                  </a:lnTo>
                  <a:lnTo>
                    <a:pt x="258241" y="249021"/>
                  </a:lnTo>
                  <a:lnTo>
                    <a:pt x="257771" y="247345"/>
                  </a:lnTo>
                  <a:lnTo>
                    <a:pt x="259257" y="247688"/>
                  </a:lnTo>
                  <a:lnTo>
                    <a:pt x="262458" y="247484"/>
                  </a:lnTo>
                  <a:lnTo>
                    <a:pt x="265671" y="247294"/>
                  </a:lnTo>
                  <a:lnTo>
                    <a:pt x="268236" y="246329"/>
                  </a:lnTo>
                  <a:lnTo>
                    <a:pt x="268211" y="245999"/>
                  </a:lnTo>
                  <a:lnTo>
                    <a:pt x="289547" y="270865"/>
                  </a:lnTo>
                  <a:lnTo>
                    <a:pt x="287934" y="270967"/>
                  </a:lnTo>
                  <a:lnTo>
                    <a:pt x="287388" y="274027"/>
                  </a:lnTo>
                  <a:lnTo>
                    <a:pt x="287731" y="281508"/>
                  </a:lnTo>
                  <a:lnTo>
                    <a:pt x="288175" y="283171"/>
                  </a:lnTo>
                  <a:lnTo>
                    <a:pt x="286778" y="282829"/>
                  </a:lnTo>
                  <a:lnTo>
                    <a:pt x="283578" y="283032"/>
                  </a:lnTo>
                  <a:lnTo>
                    <a:pt x="280377" y="283235"/>
                  </a:lnTo>
                  <a:lnTo>
                    <a:pt x="277812" y="284187"/>
                  </a:lnTo>
                  <a:lnTo>
                    <a:pt x="277901" y="286156"/>
                  </a:lnTo>
                  <a:lnTo>
                    <a:pt x="280543" y="286778"/>
                  </a:lnTo>
                  <a:lnTo>
                    <a:pt x="286956" y="286385"/>
                  </a:lnTo>
                  <a:lnTo>
                    <a:pt x="288378" y="285851"/>
                  </a:lnTo>
                  <a:lnTo>
                    <a:pt x="288086" y="287566"/>
                  </a:lnTo>
                  <a:lnTo>
                    <a:pt x="288251" y="291299"/>
                  </a:lnTo>
                  <a:lnTo>
                    <a:pt x="288417" y="295046"/>
                  </a:lnTo>
                  <a:lnTo>
                    <a:pt x="289255" y="298030"/>
                  </a:lnTo>
                  <a:lnTo>
                    <a:pt x="289788" y="298005"/>
                  </a:lnTo>
                  <a:lnTo>
                    <a:pt x="289788" y="271526"/>
                  </a:lnTo>
                  <a:lnTo>
                    <a:pt x="289636" y="270967"/>
                  </a:lnTo>
                  <a:lnTo>
                    <a:pt x="299389" y="282346"/>
                  </a:lnTo>
                  <a:lnTo>
                    <a:pt x="299389" y="271678"/>
                  </a:lnTo>
                  <a:lnTo>
                    <a:pt x="266484" y="233286"/>
                  </a:lnTo>
                  <a:lnTo>
                    <a:pt x="266484" y="243979"/>
                  </a:lnTo>
                  <a:lnTo>
                    <a:pt x="265506" y="243738"/>
                  </a:lnTo>
                  <a:lnTo>
                    <a:pt x="259092" y="244144"/>
                  </a:lnTo>
                  <a:lnTo>
                    <a:pt x="257581" y="244716"/>
                  </a:lnTo>
                  <a:lnTo>
                    <a:pt x="257886" y="242951"/>
                  </a:lnTo>
                  <a:lnTo>
                    <a:pt x="257721" y="239217"/>
                  </a:lnTo>
                  <a:lnTo>
                    <a:pt x="257556" y="235483"/>
                  </a:lnTo>
                  <a:lnTo>
                    <a:pt x="256730" y="232587"/>
                  </a:lnTo>
                  <a:lnTo>
                    <a:pt x="266484" y="243979"/>
                  </a:lnTo>
                  <a:lnTo>
                    <a:pt x="266484" y="233286"/>
                  </a:lnTo>
                  <a:lnTo>
                    <a:pt x="265277" y="231876"/>
                  </a:lnTo>
                  <a:lnTo>
                    <a:pt x="256667" y="221830"/>
                  </a:lnTo>
                  <a:lnTo>
                    <a:pt x="256667" y="232511"/>
                  </a:lnTo>
                  <a:lnTo>
                    <a:pt x="255536" y="232575"/>
                  </a:lnTo>
                  <a:lnTo>
                    <a:pt x="256133" y="231876"/>
                  </a:lnTo>
                  <a:lnTo>
                    <a:pt x="256667" y="232511"/>
                  </a:lnTo>
                  <a:lnTo>
                    <a:pt x="256667" y="221830"/>
                  </a:lnTo>
                  <a:lnTo>
                    <a:pt x="256133" y="221208"/>
                  </a:lnTo>
                  <a:lnTo>
                    <a:pt x="222097" y="260921"/>
                  </a:lnTo>
                  <a:lnTo>
                    <a:pt x="222097" y="282638"/>
                  </a:lnTo>
                  <a:lnTo>
                    <a:pt x="220700" y="282295"/>
                  </a:lnTo>
                  <a:lnTo>
                    <a:pt x="217487" y="282486"/>
                  </a:lnTo>
                  <a:lnTo>
                    <a:pt x="214287" y="282689"/>
                  </a:lnTo>
                  <a:lnTo>
                    <a:pt x="211797" y="283641"/>
                  </a:lnTo>
                  <a:lnTo>
                    <a:pt x="211797" y="285546"/>
                  </a:lnTo>
                  <a:lnTo>
                    <a:pt x="210972" y="284568"/>
                  </a:lnTo>
                  <a:lnTo>
                    <a:pt x="211721" y="283705"/>
                  </a:lnTo>
                  <a:lnTo>
                    <a:pt x="211797" y="285546"/>
                  </a:lnTo>
                  <a:lnTo>
                    <a:pt x="211797" y="283641"/>
                  </a:lnTo>
                  <a:lnTo>
                    <a:pt x="221513" y="272275"/>
                  </a:lnTo>
                  <a:lnTo>
                    <a:pt x="221297" y="273494"/>
                  </a:lnTo>
                  <a:lnTo>
                    <a:pt x="221640" y="280962"/>
                  </a:lnTo>
                  <a:lnTo>
                    <a:pt x="222097" y="282638"/>
                  </a:lnTo>
                  <a:lnTo>
                    <a:pt x="222097" y="260921"/>
                  </a:lnTo>
                  <a:lnTo>
                    <a:pt x="204952" y="280924"/>
                  </a:lnTo>
                  <a:lnTo>
                    <a:pt x="198958" y="273939"/>
                  </a:lnTo>
                  <a:lnTo>
                    <a:pt x="198958" y="284568"/>
                  </a:lnTo>
                  <a:lnTo>
                    <a:pt x="188836" y="296367"/>
                  </a:lnTo>
                  <a:lnTo>
                    <a:pt x="189115" y="294855"/>
                  </a:lnTo>
                  <a:lnTo>
                    <a:pt x="188772" y="287375"/>
                  </a:lnTo>
                  <a:lnTo>
                    <a:pt x="188315" y="285711"/>
                  </a:lnTo>
                  <a:lnTo>
                    <a:pt x="189788" y="286054"/>
                  </a:lnTo>
                  <a:lnTo>
                    <a:pt x="192989" y="285851"/>
                  </a:lnTo>
                  <a:lnTo>
                    <a:pt x="196202" y="285648"/>
                  </a:lnTo>
                  <a:lnTo>
                    <a:pt x="198767" y="284683"/>
                  </a:lnTo>
                  <a:lnTo>
                    <a:pt x="198742" y="284327"/>
                  </a:lnTo>
                  <a:lnTo>
                    <a:pt x="198958" y="284568"/>
                  </a:lnTo>
                  <a:lnTo>
                    <a:pt x="198958" y="273939"/>
                  </a:lnTo>
                  <a:lnTo>
                    <a:pt x="197040" y="271703"/>
                  </a:lnTo>
                  <a:lnTo>
                    <a:pt x="197040" y="282346"/>
                  </a:lnTo>
                  <a:lnTo>
                    <a:pt x="196037" y="282105"/>
                  </a:lnTo>
                  <a:lnTo>
                    <a:pt x="189623" y="282498"/>
                  </a:lnTo>
                  <a:lnTo>
                    <a:pt x="188112" y="283070"/>
                  </a:lnTo>
                  <a:lnTo>
                    <a:pt x="188417" y="281317"/>
                  </a:lnTo>
                  <a:lnTo>
                    <a:pt x="188252" y="277583"/>
                  </a:lnTo>
                  <a:lnTo>
                    <a:pt x="188087" y="273837"/>
                  </a:lnTo>
                  <a:lnTo>
                    <a:pt x="187439" y="271526"/>
                  </a:lnTo>
                  <a:lnTo>
                    <a:pt x="187439" y="298005"/>
                  </a:lnTo>
                  <a:lnTo>
                    <a:pt x="153784" y="337248"/>
                  </a:lnTo>
                  <a:lnTo>
                    <a:pt x="142113" y="323646"/>
                  </a:lnTo>
                  <a:lnTo>
                    <a:pt x="144678" y="324243"/>
                  </a:lnTo>
                  <a:lnTo>
                    <a:pt x="151091" y="323850"/>
                  </a:lnTo>
                  <a:lnTo>
                    <a:pt x="152514" y="323316"/>
                  </a:lnTo>
                  <a:lnTo>
                    <a:pt x="152222" y="325031"/>
                  </a:lnTo>
                  <a:lnTo>
                    <a:pt x="152400" y="328764"/>
                  </a:lnTo>
                  <a:lnTo>
                    <a:pt x="152565" y="332511"/>
                  </a:lnTo>
                  <a:lnTo>
                    <a:pt x="153390" y="335495"/>
                  </a:lnTo>
                  <a:lnTo>
                    <a:pt x="155067" y="335381"/>
                  </a:lnTo>
                  <a:lnTo>
                    <a:pt x="155613" y="332320"/>
                  </a:lnTo>
                  <a:lnTo>
                    <a:pt x="155257" y="324840"/>
                  </a:lnTo>
                  <a:lnTo>
                    <a:pt x="154800" y="323164"/>
                  </a:lnTo>
                  <a:lnTo>
                    <a:pt x="156286" y="323519"/>
                  </a:lnTo>
                  <a:lnTo>
                    <a:pt x="159486" y="323316"/>
                  </a:lnTo>
                  <a:lnTo>
                    <a:pt x="162687" y="323113"/>
                  </a:lnTo>
                  <a:lnTo>
                    <a:pt x="165252" y="322148"/>
                  </a:lnTo>
                  <a:lnTo>
                    <a:pt x="165163" y="320192"/>
                  </a:lnTo>
                  <a:lnTo>
                    <a:pt x="162521" y="319570"/>
                  </a:lnTo>
                  <a:lnTo>
                    <a:pt x="156121" y="319963"/>
                  </a:lnTo>
                  <a:lnTo>
                    <a:pt x="154609" y="320535"/>
                  </a:lnTo>
                  <a:lnTo>
                    <a:pt x="154914" y="318782"/>
                  </a:lnTo>
                  <a:lnTo>
                    <a:pt x="154736" y="315048"/>
                  </a:lnTo>
                  <a:lnTo>
                    <a:pt x="154571" y="311302"/>
                  </a:lnTo>
                  <a:lnTo>
                    <a:pt x="153746" y="308317"/>
                  </a:lnTo>
                  <a:lnTo>
                    <a:pt x="152069" y="308432"/>
                  </a:lnTo>
                  <a:lnTo>
                    <a:pt x="151523" y="311492"/>
                  </a:lnTo>
                  <a:lnTo>
                    <a:pt x="151879" y="318973"/>
                  </a:lnTo>
                  <a:lnTo>
                    <a:pt x="152323" y="320636"/>
                  </a:lnTo>
                  <a:lnTo>
                    <a:pt x="150926" y="320294"/>
                  </a:lnTo>
                  <a:lnTo>
                    <a:pt x="147713" y="320497"/>
                  </a:lnTo>
                  <a:lnTo>
                    <a:pt x="144513" y="320687"/>
                  </a:lnTo>
                  <a:lnTo>
                    <a:pt x="141947" y="321652"/>
                  </a:lnTo>
                  <a:lnTo>
                    <a:pt x="142024" y="323557"/>
                  </a:lnTo>
                  <a:lnTo>
                    <a:pt x="109512" y="285623"/>
                  </a:lnTo>
                  <a:lnTo>
                    <a:pt x="112102" y="286232"/>
                  </a:lnTo>
                  <a:lnTo>
                    <a:pt x="118503" y="285838"/>
                  </a:lnTo>
                  <a:lnTo>
                    <a:pt x="119938" y="285305"/>
                  </a:lnTo>
                  <a:lnTo>
                    <a:pt x="119646" y="287020"/>
                  </a:lnTo>
                  <a:lnTo>
                    <a:pt x="119811" y="290766"/>
                  </a:lnTo>
                  <a:lnTo>
                    <a:pt x="119989" y="294500"/>
                  </a:lnTo>
                  <a:lnTo>
                    <a:pt x="120802" y="297484"/>
                  </a:lnTo>
                  <a:lnTo>
                    <a:pt x="122478" y="297383"/>
                  </a:lnTo>
                  <a:lnTo>
                    <a:pt x="123024" y="294309"/>
                  </a:lnTo>
                  <a:lnTo>
                    <a:pt x="122682" y="286842"/>
                  </a:lnTo>
                  <a:lnTo>
                    <a:pt x="122224" y="285165"/>
                  </a:lnTo>
                  <a:lnTo>
                    <a:pt x="123698" y="285508"/>
                  </a:lnTo>
                  <a:lnTo>
                    <a:pt x="126911" y="285305"/>
                  </a:lnTo>
                  <a:lnTo>
                    <a:pt x="130111" y="285115"/>
                  </a:lnTo>
                  <a:lnTo>
                    <a:pt x="132676" y="284149"/>
                  </a:lnTo>
                  <a:lnTo>
                    <a:pt x="132588" y="282194"/>
                  </a:lnTo>
                  <a:lnTo>
                    <a:pt x="129946" y="281559"/>
                  </a:lnTo>
                  <a:lnTo>
                    <a:pt x="123532" y="281965"/>
                  </a:lnTo>
                  <a:lnTo>
                    <a:pt x="122021" y="282536"/>
                  </a:lnTo>
                  <a:lnTo>
                    <a:pt x="122326" y="280771"/>
                  </a:lnTo>
                  <a:lnTo>
                    <a:pt x="122161" y="277037"/>
                  </a:lnTo>
                  <a:lnTo>
                    <a:pt x="121996" y="273304"/>
                  </a:lnTo>
                  <a:lnTo>
                    <a:pt x="121170" y="270319"/>
                  </a:lnTo>
                  <a:lnTo>
                    <a:pt x="120802" y="270344"/>
                  </a:lnTo>
                  <a:lnTo>
                    <a:pt x="152565" y="233299"/>
                  </a:lnTo>
                  <a:lnTo>
                    <a:pt x="152146" y="235673"/>
                  </a:lnTo>
                  <a:lnTo>
                    <a:pt x="152488" y="243141"/>
                  </a:lnTo>
                  <a:lnTo>
                    <a:pt x="152946" y="244817"/>
                  </a:lnTo>
                  <a:lnTo>
                    <a:pt x="151549" y="244475"/>
                  </a:lnTo>
                  <a:lnTo>
                    <a:pt x="148336" y="244665"/>
                  </a:lnTo>
                  <a:lnTo>
                    <a:pt x="145135" y="244868"/>
                  </a:lnTo>
                  <a:lnTo>
                    <a:pt x="142570" y="245833"/>
                  </a:lnTo>
                  <a:lnTo>
                    <a:pt x="142659" y="247789"/>
                  </a:lnTo>
                  <a:lnTo>
                    <a:pt x="145300" y="248412"/>
                  </a:lnTo>
                  <a:lnTo>
                    <a:pt x="151714" y="248018"/>
                  </a:lnTo>
                  <a:lnTo>
                    <a:pt x="153136" y="247484"/>
                  </a:lnTo>
                  <a:lnTo>
                    <a:pt x="152844" y="249212"/>
                  </a:lnTo>
                  <a:lnTo>
                    <a:pt x="153009" y="252945"/>
                  </a:lnTo>
                  <a:lnTo>
                    <a:pt x="153187" y="256679"/>
                  </a:lnTo>
                  <a:lnTo>
                    <a:pt x="154012" y="259664"/>
                  </a:lnTo>
                  <a:lnTo>
                    <a:pt x="155689" y="259562"/>
                  </a:lnTo>
                  <a:lnTo>
                    <a:pt x="156235" y="256489"/>
                  </a:lnTo>
                  <a:lnTo>
                    <a:pt x="155879" y="249021"/>
                  </a:lnTo>
                  <a:lnTo>
                    <a:pt x="155422" y="247345"/>
                  </a:lnTo>
                  <a:lnTo>
                    <a:pt x="156908" y="247688"/>
                  </a:lnTo>
                  <a:lnTo>
                    <a:pt x="160108" y="247484"/>
                  </a:lnTo>
                  <a:lnTo>
                    <a:pt x="163309" y="247294"/>
                  </a:lnTo>
                  <a:lnTo>
                    <a:pt x="165874" y="246329"/>
                  </a:lnTo>
                  <a:lnTo>
                    <a:pt x="165849" y="245986"/>
                  </a:lnTo>
                  <a:lnTo>
                    <a:pt x="187198" y="270865"/>
                  </a:lnTo>
                  <a:lnTo>
                    <a:pt x="185585" y="270967"/>
                  </a:lnTo>
                  <a:lnTo>
                    <a:pt x="185039" y="274027"/>
                  </a:lnTo>
                  <a:lnTo>
                    <a:pt x="185381" y="281508"/>
                  </a:lnTo>
                  <a:lnTo>
                    <a:pt x="185826" y="283171"/>
                  </a:lnTo>
                  <a:lnTo>
                    <a:pt x="184429" y="282829"/>
                  </a:lnTo>
                  <a:lnTo>
                    <a:pt x="181229" y="283032"/>
                  </a:lnTo>
                  <a:lnTo>
                    <a:pt x="178015" y="283235"/>
                  </a:lnTo>
                  <a:lnTo>
                    <a:pt x="175450" y="284187"/>
                  </a:lnTo>
                  <a:lnTo>
                    <a:pt x="175552" y="286156"/>
                  </a:lnTo>
                  <a:lnTo>
                    <a:pt x="178193" y="286778"/>
                  </a:lnTo>
                  <a:lnTo>
                    <a:pt x="184594" y="286385"/>
                  </a:lnTo>
                  <a:lnTo>
                    <a:pt x="186029" y="285851"/>
                  </a:lnTo>
                  <a:lnTo>
                    <a:pt x="185737" y="287566"/>
                  </a:lnTo>
                  <a:lnTo>
                    <a:pt x="185902" y="291299"/>
                  </a:lnTo>
                  <a:lnTo>
                    <a:pt x="186067" y="295046"/>
                  </a:lnTo>
                  <a:lnTo>
                    <a:pt x="186893" y="298030"/>
                  </a:lnTo>
                  <a:lnTo>
                    <a:pt x="187439" y="298005"/>
                  </a:lnTo>
                  <a:lnTo>
                    <a:pt x="187439" y="271526"/>
                  </a:lnTo>
                  <a:lnTo>
                    <a:pt x="187286" y="270967"/>
                  </a:lnTo>
                  <a:lnTo>
                    <a:pt x="197040" y="282346"/>
                  </a:lnTo>
                  <a:lnTo>
                    <a:pt x="197040" y="271703"/>
                  </a:lnTo>
                  <a:lnTo>
                    <a:pt x="164147" y="233324"/>
                  </a:lnTo>
                  <a:lnTo>
                    <a:pt x="164147" y="243979"/>
                  </a:lnTo>
                  <a:lnTo>
                    <a:pt x="163144" y="243738"/>
                  </a:lnTo>
                  <a:lnTo>
                    <a:pt x="156743" y="244144"/>
                  </a:lnTo>
                  <a:lnTo>
                    <a:pt x="155232" y="244716"/>
                  </a:lnTo>
                  <a:lnTo>
                    <a:pt x="155536" y="242951"/>
                  </a:lnTo>
                  <a:lnTo>
                    <a:pt x="155359" y="239217"/>
                  </a:lnTo>
                  <a:lnTo>
                    <a:pt x="155194" y="235483"/>
                  </a:lnTo>
                  <a:lnTo>
                    <a:pt x="154381" y="232587"/>
                  </a:lnTo>
                  <a:lnTo>
                    <a:pt x="164147" y="243979"/>
                  </a:lnTo>
                  <a:lnTo>
                    <a:pt x="164147" y="233324"/>
                  </a:lnTo>
                  <a:lnTo>
                    <a:pt x="162915" y="231876"/>
                  </a:lnTo>
                  <a:lnTo>
                    <a:pt x="154317" y="221843"/>
                  </a:lnTo>
                  <a:lnTo>
                    <a:pt x="154317" y="232511"/>
                  </a:lnTo>
                  <a:lnTo>
                    <a:pt x="153187" y="232575"/>
                  </a:lnTo>
                  <a:lnTo>
                    <a:pt x="153784" y="231876"/>
                  </a:lnTo>
                  <a:lnTo>
                    <a:pt x="154317" y="232511"/>
                  </a:lnTo>
                  <a:lnTo>
                    <a:pt x="154317" y="221843"/>
                  </a:lnTo>
                  <a:lnTo>
                    <a:pt x="153784" y="221208"/>
                  </a:lnTo>
                  <a:lnTo>
                    <a:pt x="119735" y="260934"/>
                  </a:lnTo>
                  <a:lnTo>
                    <a:pt x="119735" y="282638"/>
                  </a:lnTo>
                  <a:lnTo>
                    <a:pt x="118338" y="282295"/>
                  </a:lnTo>
                  <a:lnTo>
                    <a:pt x="115138" y="282486"/>
                  </a:lnTo>
                  <a:lnTo>
                    <a:pt x="111937" y="282689"/>
                  </a:lnTo>
                  <a:lnTo>
                    <a:pt x="109448" y="283641"/>
                  </a:lnTo>
                  <a:lnTo>
                    <a:pt x="109448" y="285559"/>
                  </a:lnTo>
                  <a:lnTo>
                    <a:pt x="108610" y="284568"/>
                  </a:lnTo>
                  <a:lnTo>
                    <a:pt x="109372" y="283679"/>
                  </a:lnTo>
                  <a:lnTo>
                    <a:pt x="109448" y="285559"/>
                  </a:lnTo>
                  <a:lnTo>
                    <a:pt x="109448" y="283641"/>
                  </a:lnTo>
                  <a:lnTo>
                    <a:pt x="119164" y="272262"/>
                  </a:lnTo>
                  <a:lnTo>
                    <a:pt x="118948" y="273494"/>
                  </a:lnTo>
                  <a:lnTo>
                    <a:pt x="119291" y="280962"/>
                  </a:lnTo>
                  <a:lnTo>
                    <a:pt x="119735" y="282638"/>
                  </a:lnTo>
                  <a:lnTo>
                    <a:pt x="119735" y="260934"/>
                  </a:lnTo>
                  <a:lnTo>
                    <a:pt x="104038" y="279247"/>
                  </a:lnTo>
                  <a:lnTo>
                    <a:pt x="99466" y="273913"/>
                  </a:lnTo>
                  <a:lnTo>
                    <a:pt x="99466" y="284568"/>
                  </a:lnTo>
                  <a:lnTo>
                    <a:pt x="54305" y="337248"/>
                  </a:lnTo>
                  <a:lnTo>
                    <a:pt x="42621" y="323646"/>
                  </a:lnTo>
                  <a:lnTo>
                    <a:pt x="45199" y="324243"/>
                  </a:lnTo>
                  <a:lnTo>
                    <a:pt x="51612" y="323850"/>
                  </a:lnTo>
                  <a:lnTo>
                    <a:pt x="53047" y="323316"/>
                  </a:lnTo>
                  <a:lnTo>
                    <a:pt x="52743" y="325031"/>
                  </a:lnTo>
                  <a:lnTo>
                    <a:pt x="52920" y="328764"/>
                  </a:lnTo>
                  <a:lnTo>
                    <a:pt x="53086" y="332511"/>
                  </a:lnTo>
                  <a:lnTo>
                    <a:pt x="53911" y="335495"/>
                  </a:lnTo>
                  <a:lnTo>
                    <a:pt x="55587" y="335381"/>
                  </a:lnTo>
                  <a:lnTo>
                    <a:pt x="56134" y="332320"/>
                  </a:lnTo>
                  <a:lnTo>
                    <a:pt x="55791" y="324840"/>
                  </a:lnTo>
                  <a:lnTo>
                    <a:pt x="54965" y="321843"/>
                  </a:lnTo>
                  <a:lnTo>
                    <a:pt x="55435" y="318782"/>
                  </a:lnTo>
                  <a:lnTo>
                    <a:pt x="55270" y="315048"/>
                  </a:lnTo>
                  <a:lnTo>
                    <a:pt x="55092" y="311302"/>
                  </a:lnTo>
                  <a:lnTo>
                    <a:pt x="54267" y="308317"/>
                  </a:lnTo>
                  <a:lnTo>
                    <a:pt x="52590" y="308432"/>
                  </a:lnTo>
                  <a:lnTo>
                    <a:pt x="52044" y="311492"/>
                  </a:lnTo>
                  <a:lnTo>
                    <a:pt x="52400" y="318973"/>
                  </a:lnTo>
                  <a:lnTo>
                    <a:pt x="52844" y="320636"/>
                  </a:lnTo>
                  <a:lnTo>
                    <a:pt x="51447" y="320294"/>
                  </a:lnTo>
                  <a:lnTo>
                    <a:pt x="48234" y="320497"/>
                  </a:lnTo>
                  <a:lnTo>
                    <a:pt x="45034" y="320687"/>
                  </a:lnTo>
                  <a:lnTo>
                    <a:pt x="42468" y="321652"/>
                  </a:lnTo>
                  <a:lnTo>
                    <a:pt x="42557" y="323570"/>
                  </a:lnTo>
                  <a:lnTo>
                    <a:pt x="10033" y="285623"/>
                  </a:lnTo>
                  <a:lnTo>
                    <a:pt x="12623" y="286232"/>
                  </a:lnTo>
                  <a:lnTo>
                    <a:pt x="19037" y="285838"/>
                  </a:lnTo>
                  <a:lnTo>
                    <a:pt x="20459" y="285305"/>
                  </a:lnTo>
                  <a:lnTo>
                    <a:pt x="20167" y="287020"/>
                  </a:lnTo>
                  <a:lnTo>
                    <a:pt x="20332" y="290766"/>
                  </a:lnTo>
                  <a:lnTo>
                    <a:pt x="20497" y="294500"/>
                  </a:lnTo>
                  <a:lnTo>
                    <a:pt x="21323" y="297484"/>
                  </a:lnTo>
                  <a:lnTo>
                    <a:pt x="22999" y="297383"/>
                  </a:lnTo>
                  <a:lnTo>
                    <a:pt x="23545" y="294309"/>
                  </a:lnTo>
                  <a:lnTo>
                    <a:pt x="23202" y="286842"/>
                  </a:lnTo>
                  <a:lnTo>
                    <a:pt x="22745" y="285165"/>
                  </a:lnTo>
                  <a:lnTo>
                    <a:pt x="24231" y="285508"/>
                  </a:lnTo>
                  <a:lnTo>
                    <a:pt x="27432" y="285305"/>
                  </a:lnTo>
                  <a:lnTo>
                    <a:pt x="30632" y="285115"/>
                  </a:lnTo>
                  <a:lnTo>
                    <a:pt x="33197" y="284149"/>
                  </a:lnTo>
                  <a:lnTo>
                    <a:pt x="33108" y="282194"/>
                  </a:lnTo>
                  <a:lnTo>
                    <a:pt x="30467" y="281559"/>
                  </a:lnTo>
                  <a:lnTo>
                    <a:pt x="24053" y="281965"/>
                  </a:lnTo>
                  <a:lnTo>
                    <a:pt x="22542" y="282536"/>
                  </a:lnTo>
                  <a:lnTo>
                    <a:pt x="22847" y="280771"/>
                  </a:lnTo>
                  <a:lnTo>
                    <a:pt x="22682" y="277037"/>
                  </a:lnTo>
                  <a:lnTo>
                    <a:pt x="22517" y="273304"/>
                  </a:lnTo>
                  <a:lnTo>
                    <a:pt x="21691" y="270319"/>
                  </a:lnTo>
                  <a:lnTo>
                    <a:pt x="21323" y="270344"/>
                  </a:lnTo>
                  <a:lnTo>
                    <a:pt x="54305" y="231876"/>
                  </a:lnTo>
                  <a:lnTo>
                    <a:pt x="99466" y="284568"/>
                  </a:lnTo>
                  <a:lnTo>
                    <a:pt x="99466" y="273913"/>
                  </a:lnTo>
                  <a:lnTo>
                    <a:pt x="63449" y="231876"/>
                  </a:lnTo>
                  <a:lnTo>
                    <a:pt x="54305" y="221208"/>
                  </a:lnTo>
                  <a:lnTo>
                    <a:pt x="20256" y="260946"/>
                  </a:lnTo>
                  <a:lnTo>
                    <a:pt x="20256" y="282638"/>
                  </a:lnTo>
                  <a:lnTo>
                    <a:pt x="18859" y="282295"/>
                  </a:lnTo>
                  <a:lnTo>
                    <a:pt x="15659" y="282486"/>
                  </a:lnTo>
                  <a:lnTo>
                    <a:pt x="12458" y="282689"/>
                  </a:lnTo>
                  <a:lnTo>
                    <a:pt x="9969" y="283641"/>
                  </a:lnTo>
                  <a:lnTo>
                    <a:pt x="9969" y="285559"/>
                  </a:lnTo>
                  <a:lnTo>
                    <a:pt x="9131" y="284568"/>
                  </a:lnTo>
                  <a:lnTo>
                    <a:pt x="9893" y="283679"/>
                  </a:lnTo>
                  <a:lnTo>
                    <a:pt x="9969" y="285559"/>
                  </a:lnTo>
                  <a:lnTo>
                    <a:pt x="9969" y="283641"/>
                  </a:lnTo>
                  <a:lnTo>
                    <a:pt x="19685" y="272262"/>
                  </a:lnTo>
                  <a:lnTo>
                    <a:pt x="19469" y="273494"/>
                  </a:lnTo>
                  <a:lnTo>
                    <a:pt x="19812" y="280962"/>
                  </a:lnTo>
                  <a:lnTo>
                    <a:pt x="20256" y="282638"/>
                  </a:lnTo>
                  <a:lnTo>
                    <a:pt x="20256" y="260946"/>
                  </a:lnTo>
                  <a:lnTo>
                    <a:pt x="0" y="284568"/>
                  </a:lnTo>
                  <a:lnTo>
                    <a:pt x="54305" y="347916"/>
                  </a:lnTo>
                  <a:lnTo>
                    <a:pt x="63449" y="337248"/>
                  </a:lnTo>
                  <a:lnTo>
                    <a:pt x="104038" y="289902"/>
                  </a:lnTo>
                  <a:lnTo>
                    <a:pt x="153784" y="347916"/>
                  </a:lnTo>
                  <a:lnTo>
                    <a:pt x="162915" y="337248"/>
                  </a:lnTo>
                  <a:lnTo>
                    <a:pt x="204952" y="288226"/>
                  </a:lnTo>
                  <a:lnTo>
                    <a:pt x="256133" y="347916"/>
                  </a:lnTo>
                  <a:lnTo>
                    <a:pt x="265277" y="337248"/>
                  </a:lnTo>
                  <a:lnTo>
                    <a:pt x="310438" y="284568"/>
                  </a:lnTo>
                  <a:close/>
                </a:path>
                <a:path w="351790" h="347979">
                  <a:moveTo>
                    <a:pt x="318147" y="89662"/>
                  </a:moveTo>
                  <a:lnTo>
                    <a:pt x="318058" y="87706"/>
                  </a:lnTo>
                  <a:lnTo>
                    <a:pt x="315417" y="87071"/>
                  </a:lnTo>
                  <a:lnTo>
                    <a:pt x="309016" y="87477"/>
                  </a:lnTo>
                  <a:lnTo>
                    <a:pt x="307505" y="88049"/>
                  </a:lnTo>
                  <a:lnTo>
                    <a:pt x="307809" y="86296"/>
                  </a:lnTo>
                  <a:lnTo>
                    <a:pt x="307644" y="82550"/>
                  </a:lnTo>
                  <a:lnTo>
                    <a:pt x="307467" y="78816"/>
                  </a:lnTo>
                  <a:lnTo>
                    <a:pt x="306641" y="75831"/>
                  </a:lnTo>
                  <a:lnTo>
                    <a:pt x="304965" y="75933"/>
                  </a:lnTo>
                  <a:lnTo>
                    <a:pt x="304419" y="79006"/>
                  </a:lnTo>
                  <a:lnTo>
                    <a:pt x="304774" y="86474"/>
                  </a:lnTo>
                  <a:lnTo>
                    <a:pt x="305219" y="88150"/>
                  </a:lnTo>
                  <a:lnTo>
                    <a:pt x="303822" y="87807"/>
                  </a:lnTo>
                  <a:lnTo>
                    <a:pt x="300609" y="87998"/>
                  </a:lnTo>
                  <a:lnTo>
                    <a:pt x="297408" y="88201"/>
                  </a:lnTo>
                  <a:lnTo>
                    <a:pt x="294843" y="89166"/>
                  </a:lnTo>
                  <a:lnTo>
                    <a:pt x="294944" y="91122"/>
                  </a:lnTo>
                  <a:lnTo>
                    <a:pt x="297573" y="91757"/>
                  </a:lnTo>
                  <a:lnTo>
                    <a:pt x="303987" y="91351"/>
                  </a:lnTo>
                  <a:lnTo>
                    <a:pt x="305422" y="90817"/>
                  </a:lnTo>
                  <a:lnTo>
                    <a:pt x="305130" y="92544"/>
                  </a:lnTo>
                  <a:lnTo>
                    <a:pt x="305295" y="96278"/>
                  </a:lnTo>
                  <a:lnTo>
                    <a:pt x="305460" y="100012"/>
                  </a:lnTo>
                  <a:lnTo>
                    <a:pt x="306285" y="102997"/>
                  </a:lnTo>
                  <a:lnTo>
                    <a:pt x="307962" y="102895"/>
                  </a:lnTo>
                  <a:lnTo>
                    <a:pt x="308508" y="99822"/>
                  </a:lnTo>
                  <a:lnTo>
                    <a:pt x="308165" y="92354"/>
                  </a:lnTo>
                  <a:lnTo>
                    <a:pt x="307695" y="90678"/>
                  </a:lnTo>
                  <a:lnTo>
                    <a:pt x="309181" y="91020"/>
                  </a:lnTo>
                  <a:lnTo>
                    <a:pt x="312381" y="90817"/>
                  </a:lnTo>
                  <a:lnTo>
                    <a:pt x="315582" y="90627"/>
                  </a:lnTo>
                  <a:lnTo>
                    <a:pt x="318147" y="89662"/>
                  </a:lnTo>
                  <a:close/>
                </a:path>
                <a:path w="351790" h="347979">
                  <a:moveTo>
                    <a:pt x="318770" y="13830"/>
                  </a:moveTo>
                  <a:lnTo>
                    <a:pt x="318681" y="11874"/>
                  </a:lnTo>
                  <a:lnTo>
                    <a:pt x="316039" y="11252"/>
                  </a:lnTo>
                  <a:lnTo>
                    <a:pt x="309638" y="11645"/>
                  </a:lnTo>
                  <a:lnTo>
                    <a:pt x="308127" y="12217"/>
                  </a:lnTo>
                  <a:lnTo>
                    <a:pt x="308432" y="10464"/>
                  </a:lnTo>
                  <a:lnTo>
                    <a:pt x="308267" y="6731"/>
                  </a:lnTo>
                  <a:lnTo>
                    <a:pt x="308089" y="2984"/>
                  </a:lnTo>
                  <a:lnTo>
                    <a:pt x="307263" y="0"/>
                  </a:lnTo>
                  <a:lnTo>
                    <a:pt x="305587" y="114"/>
                  </a:lnTo>
                  <a:lnTo>
                    <a:pt x="305041" y="3175"/>
                  </a:lnTo>
                  <a:lnTo>
                    <a:pt x="305396" y="10655"/>
                  </a:lnTo>
                  <a:lnTo>
                    <a:pt x="305841" y="12319"/>
                  </a:lnTo>
                  <a:lnTo>
                    <a:pt x="304444" y="11976"/>
                  </a:lnTo>
                  <a:lnTo>
                    <a:pt x="301231" y="12179"/>
                  </a:lnTo>
                  <a:lnTo>
                    <a:pt x="298030" y="12382"/>
                  </a:lnTo>
                  <a:lnTo>
                    <a:pt x="295465" y="13335"/>
                  </a:lnTo>
                  <a:lnTo>
                    <a:pt x="295567" y="15303"/>
                  </a:lnTo>
                  <a:lnTo>
                    <a:pt x="298196" y="15925"/>
                  </a:lnTo>
                  <a:lnTo>
                    <a:pt x="304609" y="15532"/>
                  </a:lnTo>
                  <a:lnTo>
                    <a:pt x="306031" y="14998"/>
                  </a:lnTo>
                  <a:lnTo>
                    <a:pt x="305739" y="16713"/>
                  </a:lnTo>
                  <a:lnTo>
                    <a:pt x="305917" y="20447"/>
                  </a:lnTo>
                  <a:lnTo>
                    <a:pt x="306082" y="24193"/>
                  </a:lnTo>
                  <a:lnTo>
                    <a:pt x="306908" y="27178"/>
                  </a:lnTo>
                  <a:lnTo>
                    <a:pt x="308584" y="27076"/>
                  </a:lnTo>
                  <a:lnTo>
                    <a:pt x="309130" y="24003"/>
                  </a:lnTo>
                  <a:lnTo>
                    <a:pt x="308775" y="16522"/>
                  </a:lnTo>
                  <a:lnTo>
                    <a:pt x="308317" y="14846"/>
                  </a:lnTo>
                  <a:lnTo>
                    <a:pt x="309803" y="15201"/>
                  </a:lnTo>
                  <a:lnTo>
                    <a:pt x="313004" y="14998"/>
                  </a:lnTo>
                  <a:lnTo>
                    <a:pt x="316204" y="14795"/>
                  </a:lnTo>
                  <a:lnTo>
                    <a:pt x="318770" y="13830"/>
                  </a:lnTo>
                  <a:close/>
                </a:path>
                <a:path w="351790" h="347979">
                  <a:moveTo>
                    <a:pt x="351663" y="52197"/>
                  </a:moveTo>
                  <a:lnTo>
                    <a:pt x="351561" y="50241"/>
                  </a:lnTo>
                  <a:lnTo>
                    <a:pt x="348932" y="49606"/>
                  </a:lnTo>
                  <a:lnTo>
                    <a:pt x="342519" y="50012"/>
                  </a:lnTo>
                  <a:lnTo>
                    <a:pt x="341007" y="50584"/>
                  </a:lnTo>
                  <a:lnTo>
                    <a:pt x="341312" y="48831"/>
                  </a:lnTo>
                  <a:lnTo>
                    <a:pt x="341147" y="45085"/>
                  </a:lnTo>
                  <a:lnTo>
                    <a:pt x="340982" y="41351"/>
                  </a:lnTo>
                  <a:lnTo>
                    <a:pt x="340156" y="38366"/>
                  </a:lnTo>
                  <a:lnTo>
                    <a:pt x="338480" y="38468"/>
                  </a:lnTo>
                  <a:lnTo>
                    <a:pt x="337934" y="41541"/>
                  </a:lnTo>
                  <a:lnTo>
                    <a:pt x="338277" y="49009"/>
                  </a:lnTo>
                  <a:lnTo>
                    <a:pt x="338721" y="50685"/>
                  </a:lnTo>
                  <a:lnTo>
                    <a:pt x="337324" y="50342"/>
                  </a:lnTo>
                  <a:lnTo>
                    <a:pt x="334124" y="50533"/>
                  </a:lnTo>
                  <a:lnTo>
                    <a:pt x="330923" y="50736"/>
                  </a:lnTo>
                  <a:lnTo>
                    <a:pt x="328358" y="51701"/>
                  </a:lnTo>
                  <a:lnTo>
                    <a:pt x="328447" y="53657"/>
                  </a:lnTo>
                  <a:lnTo>
                    <a:pt x="331089" y="54292"/>
                  </a:lnTo>
                  <a:lnTo>
                    <a:pt x="337489" y="53886"/>
                  </a:lnTo>
                  <a:lnTo>
                    <a:pt x="338924" y="53352"/>
                  </a:lnTo>
                  <a:lnTo>
                    <a:pt x="338632" y="55079"/>
                  </a:lnTo>
                  <a:lnTo>
                    <a:pt x="338797" y="58813"/>
                  </a:lnTo>
                  <a:lnTo>
                    <a:pt x="338963" y="62547"/>
                  </a:lnTo>
                  <a:lnTo>
                    <a:pt x="339788" y="65532"/>
                  </a:lnTo>
                  <a:lnTo>
                    <a:pt x="341464" y="65430"/>
                  </a:lnTo>
                  <a:lnTo>
                    <a:pt x="342011" y="62357"/>
                  </a:lnTo>
                  <a:lnTo>
                    <a:pt x="341668" y="54889"/>
                  </a:lnTo>
                  <a:lnTo>
                    <a:pt x="341210" y="53213"/>
                  </a:lnTo>
                  <a:lnTo>
                    <a:pt x="342684" y="53555"/>
                  </a:lnTo>
                  <a:lnTo>
                    <a:pt x="345897" y="53352"/>
                  </a:lnTo>
                  <a:lnTo>
                    <a:pt x="349097" y="53162"/>
                  </a:lnTo>
                  <a:lnTo>
                    <a:pt x="351663" y="5219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9" name="object 2059" descr=""/>
            <p:cNvSpPr/>
            <p:nvPr/>
          </p:nvSpPr>
          <p:spPr>
            <a:xfrm>
              <a:off x="7832217" y="6434042"/>
              <a:ext cx="471805" cy="502284"/>
            </a:xfrm>
            <a:custGeom>
              <a:avLst/>
              <a:gdLst/>
              <a:ahLst/>
              <a:cxnLst/>
              <a:rect l="l" t="t" r="r" b="b"/>
              <a:pathLst>
                <a:path w="471804" h="502284">
                  <a:moveTo>
                    <a:pt x="22682" y="488759"/>
                  </a:moveTo>
                  <a:lnTo>
                    <a:pt x="22593" y="486803"/>
                  </a:lnTo>
                  <a:lnTo>
                    <a:pt x="19951" y="486181"/>
                  </a:lnTo>
                  <a:lnTo>
                    <a:pt x="13550" y="486575"/>
                  </a:lnTo>
                  <a:lnTo>
                    <a:pt x="10998" y="487540"/>
                  </a:lnTo>
                  <a:lnTo>
                    <a:pt x="11023" y="488518"/>
                  </a:lnTo>
                  <a:lnTo>
                    <a:pt x="10198" y="488569"/>
                  </a:lnTo>
                  <a:lnTo>
                    <a:pt x="9652" y="491642"/>
                  </a:lnTo>
                  <a:lnTo>
                    <a:pt x="9829" y="495376"/>
                  </a:lnTo>
                  <a:lnTo>
                    <a:pt x="9994" y="499122"/>
                  </a:lnTo>
                  <a:lnTo>
                    <a:pt x="10820" y="502107"/>
                  </a:lnTo>
                  <a:lnTo>
                    <a:pt x="12496" y="501992"/>
                  </a:lnTo>
                  <a:lnTo>
                    <a:pt x="13042" y="498932"/>
                  </a:lnTo>
                  <a:lnTo>
                    <a:pt x="12700" y="491451"/>
                  </a:lnTo>
                  <a:lnTo>
                    <a:pt x="12230" y="489788"/>
                  </a:lnTo>
                  <a:lnTo>
                    <a:pt x="13716" y="490131"/>
                  </a:lnTo>
                  <a:lnTo>
                    <a:pt x="16916" y="489927"/>
                  </a:lnTo>
                  <a:lnTo>
                    <a:pt x="20116" y="489724"/>
                  </a:lnTo>
                  <a:lnTo>
                    <a:pt x="22682" y="488759"/>
                  </a:lnTo>
                  <a:close/>
                </a:path>
                <a:path w="471804" h="502284">
                  <a:moveTo>
                    <a:pt x="23304" y="412940"/>
                  </a:moveTo>
                  <a:lnTo>
                    <a:pt x="23215" y="410984"/>
                  </a:lnTo>
                  <a:lnTo>
                    <a:pt x="20574" y="410349"/>
                  </a:lnTo>
                  <a:lnTo>
                    <a:pt x="14173" y="410756"/>
                  </a:lnTo>
                  <a:lnTo>
                    <a:pt x="12661" y="411327"/>
                  </a:lnTo>
                  <a:lnTo>
                    <a:pt x="12966" y="409562"/>
                  </a:lnTo>
                  <a:lnTo>
                    <a:pt x="12801" y="405828"/>
                  </a:lnTo>
                  <a:lnTo>
                    <a:pt x="12623" y="402094"/>
                  </a:lnTo>
                  <a:lnTo>
                    <a:pt x="11798" y="399110"/>
                  </a:lnTo>
                  <a:lnTo>
                    <a:pt x="10121" y="399211"/>
                  </a:lnTo>
                  <a:lnTo>
                    <a:pt x="9575" y="402285"/>
                  </a:lnTo>
                  <a:lnTo>
                    <a:pt x="9931" y="409752"/>
                  </a:lnTo>
                  <a:lnTo>
                    <a:pt x="10375" y="411429"/>
                  </a:lnTo>
                  <a:lnTo>
                    <a:pt x="8978" y="411086"/>
                  </a:lnTo>
                  <a:lnTo>
                    <a:pt x="5765" y="411276"/>
                  </a:lnTo>
                  <a:lnTo>
                    <a:pt x="2565" y="411480"/>
                  </a:lnTo>
                  <a:lnTo>
                    <a:pt x="0" y="412445"/>
                  </a:lnTo>
                  <a:lnTo>
                    <a:pt x="101" y="414401"/>
                  </a:lnTo>
                  <a:lnTo>
                    <a:pt x="2730" y="415023"/>
                  </a:lnTo>
                  <a:lnTo>
                    <a:pt x="9144" y="414629"/>
                  </a:lnTo>
                  <a:lnTo>
                    <a:pt x="10566" y="414096"/>
                  </a:lnTo>
                  <a:lnTo>
                    <a:pt x="10274" y="415823"/>
                  </a:lnTo>
                  <a:lnTo>
                    <a:pt x="10452" y="419557"/>
                  </a:lnTo>
                  <a:lnTo>
                    <a:pt x="10617" y="423291"/>
                  </a:lnTo>
                  <a:lnTo>
                    <a:pt x="11442" y="426275"/>
                  </a:lnTo>
                  <a:lnTo>
                    <a:pt x="13119" y="426173"/>
                  </a:lnTo>
                  <a:lnTo>
                    <a:pt x="13665" y="423100"/>
                  </a:lnTo>
                  <a:lnTo>
                    <a:pt x="13309" y="415632"/>
                  </a:lnTo>
                  <a:lnTo>
                    <a:pt x="12852" y="413956"/>
                  </a:lnTo>
                  <a:lnTo>
                    <a:pt x="14338" y="414299"/>
                  </a:lnTo>
                  <a:lnTo>
                    <a:pt x="17538" y="414096"/>
                  </a:lnTo>
                  <a:lnTo>
                    <a:pt x="20739" y="413905"/>
                  </a:lnTo>
                  <a:lnTo>
                    <a:pt x="23304" y="412940"/>
                  </a:lnTo>
                  <a:close/>
                </a:path>
                <a:path w="471804" h="502284">
                  <a:moveTo>
                    <a:pt x="56197" y="451294"/>
                  </a:moveTo>
                  <a:lnTo>
                    <a:pt x="56095" y="449338"/>
                  </a:lnTo>
                  <a:lnTo>
                    <a:pt x="53467" y="448716"/>
                  </a:lnTo>
                  <a:lnTo>
                    <a:pt x="47053" y="449110"/>
                  </a:lnTo>
                  <a:lnTo>
                    <a:pt x="45542" y="449681"/>
                  </a:lnTo>
                  <a:lnTo>
                    <a:pt x="45847" y="447929"/>
                  </a:lnTo>
                  <a:lnTo>
                    <a:pt x="45681" y="444195"/>
                  </a:lnTo>
                  <a:lnTo>
                    <a:pt x="45516" y="440448"/>
                  </a:lnTo>
                  <a:lnTo>
                    <a:pt x="44691" y="437464"/>
                  </a:lnTo>
                  <a:lnTo>
                    <a:pt x="43014" y="437578"/>
                  </a:lnTo>
                  <a:lnTo>
                    <a:pt x="42468" y="440639"/>
                  </a:lnTo>
                  <a:lnTo>
                    <a:pt x="42811" y="448119"/>
                  </a:lnTo>
                  <a:lnTo>
                    <a:pt x="43256" y="449783"/>
                  </a:lnTo>
                  <a:lnTo>
                    <a:pt x="41859" y="449440"/>
                  </a:lnTo>
                  <a:lnTo>
                    <a:pt x="38658" y="449643"/>
                  </a:lnTo>
                  <a:lnTo>
                    <a:pt x="35458" y="449846"/>
                  </a:lnTo>
                  <a:lnTo>
                    <a:pt x="32893" y="450799"/>
                  </a:lnTo>
                  <a:lnTo>
                    <a:pt x="32981" y="452767"/>
                  </a:lnTo>
                  <a:lnTo>
                    <a:pt x="35623" y="453390"/>
                  </a:lnTo>
                  <a:lnTo>
                    <a:pt x="42024" y="452996"/>
                  </a:lnTo>
                  <a:lnTo>
                    <a:pt x="43459" y="452462"/>
                  </a:lnTo>
                  <a:lnTo>
                    <a:pt x="43167" y="454177"/>
                  </a:lnTo>
                  <a:lnTo>
                    <a:pt x="43332" y="457911"/>
                  </a:lnTo>
                  <a:lnTo>
                    <a:pt x="43497" y="461657"/>
                  </a:lnTo>
                  <a:lnTo>
                    <a:pt x="44323" y="464642"/>
                  </a:lnTo>
                  <a:lnTo>
                    <a:pt x="45999" y="464527"/>
                  </a:lnTo>
                  <a:lnTo>
                    <a:pt x="46545" y="461467"/>
                  </a:lnTo>
                  <a:lnTo>
                    <a:pt x="46202" y="453986"/>
                  </a:lnTo>
                  <a:lnTo>
                    <a:pt x="45745" y="452323"/>
                  </a:lnTo>
                  <a:lnTo>
                    <a:pt x="47218" y="452666"/>
                  </a:lnTo>
                  <a:lnTo>
                    <a:pt x="50431" y="452462"/>
                  </a:lnTo>
                  <a:lnTo>
                    <a:pt x="53632" y="452259"/>
                  </a:lnTo>
                  <a:lnTo>
                    <a:pt x="56197" y="451294"/>
                  </a:lnTo>
                  <a:close/>
                </a:path>
                <a:path w="471804" h="502284">
                  <a:moveTo>
                    <a:pt x="317893" y="374015"/>
                  </a:moveTo>
                  <a:lnTo>
                    <a:pt x="308762" y="363372"/>
                  </a:lnTo>
                  <a:lnTo>
                    <a:pt x="308762" y="374015"/>
                  </a:lnTo>
                  <a:lnTo>
                    <a:pt x="298640" y="385813"/>
                  </a:lnTo>
                  <a:lnTo>
                    <a:pt x="298919" y="384302"/>
                  </a:lnTo>
                  <a:lnTo>
                    <a:pt x="298577" y="376821"/>
                  </a:lnTo>
                  <a:lnTo>
                    <a:pt x="298119" y="375145"/>
                  </a:lnTo>
                  <a:lnTo>
                    <a:pt x="299593" y="375500"/>
                  </a:lnTo>
                  <a:lnTo>
                    <a:pt x="302806" y="375297"/>
                  </a:lnTo>
                  <a:lnTo>
                    <a:pt x="306006" y="375107"/>
                  </a:lnTo>
                  <a:lnTo>
                    <a:pt x="308571" y="374142"/>
                  </a:lnTo>
                  <a:lnTo>
                    <a:pt x="308546" y="373773"/>
                  </a:lnTo>
                  <a:lnTo>
                    <a:pt x="308762" y="374015"/>
                  </a:lnTo>
                  <a:lnTo>
                    <a:pt x="308762" y="363372"/>
                  </a:lnTo>
                  <a:lnTo>
                    <a:pt x="306857" y="361149"/>
                  </a:lnTo>
                  <a:lnTo>
                    <a:pt x="306857" y="371805"/>
                  </a:lnTo>
                  <a:lnTo>
                    <a:pt x="305841" y="371551"/>
                  </a:lnTo>
                  <a:lnTo>
                    <a:pt x="299427" y="371944"/>
                  </a:lnTo>
                  <a:lnTo>
                    <a:pt x="297916" y="372516"/>
                  </a:lnTo>
                  <a:lnTo>
                    <a:pt x="298221" y="370763"/>
                  </a:lnTo>
                  <a:lnTo>
                    <a:pt x="298056" y="367030"/>
                  </a:lnTo>
                  <a:lnTo>
                    <a:pt x="297891" y="363296"/>
                  </a:lnTo>
                  <a:lnTo>
                    <a:pt x="297243" y="360997"/>
                  </a:lnTo>
                  <a:lnTo>
                    <a:pt x="297243" y="387451"/>
                  </a:lnTo>
                  <a:lnTo>
                    <a:pt x="263588" y="426707"/>
                  </a:lnTo>
                  <a:lnTo>
                    <a:pt x="251904" y="413080"/>
                  </a:lnTo>
                  <a:lnTo>
                    <a:pt x="254482" y="413689"/>
                  </a:lnTo>
                  <a:lnTo>
                    <a:pt x="260896" y="413296"/>
                  </a:lnTo>
                  <a:lnTo>
                    <a:pt x="262331" y="412762"/>
                  </a:lnTo>
                  <a:lnTo>
                    <a:pt x="262039" y="414477"/>
                  </a:lnTo>
                  <a:lnTo>
                    <a:pt x="262204" y="418223"/>
                  </a:lnTo>
                  <a:lnTo>
                    <a:pt x="262369" y="421957"/>
                  </a:lnTo>
                  <a:lnTo>
                    <a:pt x="263194" y="424942"/>
                  </a:lnTo>
                  <a:lnTo>
                    <a:pt x="264871" y="424840"/>
                  </a:lnTo>
                  <a:lnTo>
                    <a:pt x="265417" y="421767"/>
                  </a:lnTo>
                  <a:lnTo>
                    <a:pt x="265074" y="414299"/>
                  </a:lnTo>
                  <a:lnTo>
                    <a:pt x="264604" y="412610"/>
                  </a:lnTo>
                  <a:lnTo>
                    <a:pt x="266090" y="412965"/>
                  </a:lnTo>
                  <a:lnTo>
                    <a:pt x="269290" y="412762"/>
                  </a:lnTo>
                  <a:lnTo>
                    <a:pt x="272491" y="412572"/>
                  </a:lnTo>
                  <a:lnTo>
                    <a:pt x="275056" y="411607"/>
                  </a:lnTo>
                  <a:lnTo>
                    <a:pt x="274967" y="409651"/>
                  </a:lnTo>
                  <a:lnTo>
                    <a:pt x="272326" y="409016"/>
                  </a:lnTo>
                  <a:lnTo>
                    <a:pt x="265925" y="409409"/>
                  </a:lnTo>
                  <a:lnTo>
                    <a:pt x="264414" y="409981"/>
                  </a:lnTo>
                  <a:lnTo>
                    <a:pt x="264718" y="408228"/>
                  </a:lnTo>
                  <a:lnTo>
                    <a:pt x="264553" y="404495"/>
                  </a:lnTo>
                  <a:lnTo>
                    <a:pt x="264375" y="400761"/>
                  </a:lnTo>
                  <a:lnTo>
                    <a:pt x="263550" y="397776"/>
                  </a:lnTo>
                  <a:lnTo>
                    <a:pt x="261874" y="397878"/>
                  </a:lnTo>
                  <a:lnTo>
                    <a:pt x="261327" y="400951"/>
                  </a:lnTo>
                  <a:lnTo>
                    <a:pt x="261683" y="408419"/>
                  </a:lnTo>
                  <a:lnTo>
                    <a:pt x="262128" y="410083"/>
                  </a:lnTo>
                  <a:lnTo>
                    <a:pt x="260731" y="409740"/>
                  </a:lnTo>
                  <a:lnTo>
                    <a:pt x="257517" y="409943"/>
                  </a:lnTo>
                  <a:lnTo>
                    <a:pt x="254317" y="410146"/>
                  </a:lnTo>
                  <a:lnTo>
                    <a:pt x="251752" y="411111"/>
                  </a:lnTo>
                  <a:lnTo>
                    <a:pt x="251841" y="413029"/>
                  </a:lnTo>
                  <a:lnTo>
                    <a:pt x="219316" y="375069"/>
                  </a:lnTo>
                  <a:lnTo>
                    <a:pt x="221907" y="375691"/>
                  </a:lnTo>
                  <a:lnTo>
                    <a:pt x="228320" y="375285"/>
                  </a:lnTo>
                  <a:lnTo>
                    <a:pt x="229743" y="374764"/>
                  </a:lnTo>
                  <a:lnTo>
                    <a:pt x="229450" y="376478"/>
                  </a:lnTo>
                  <a:lnTo>
                    <a:pt x="229616" y="380212"/>
                  </a:lnTo>
                  <a:lnTo>
                    <a:pt x="229781" y="383959"/>
                  </a:lnTo>
                  <a:lnTo>
                    <a:pt x="230619" y="386943"/>
                  </a:lnTo>
                  <a:lnTo>
                    <a:pt x="232283" y="386829"/>
                  </a:lnTo>
                  <a:lnTo>
                    <a:pt x="232829" y="383768"/>
                  </a:lnTo>
                  <a:lnTo>
                    <a:pt x="232486" y="376288"/>
                  </a:lnTo>
                  <a:lnTo>
                    <a:pt x="232029" y="374611"/>
                  </a:lnTo>
                  <a:lnTo>
                    <a:pt x="233514" y="374954"/>
                  </a:lnTo>
                  <a:lnTo>
                    <a:pt x="236715" y="374764"/>
                  </a:lnTo>
                  <a:lnTo>
                    <a:pt x="239915" y="374561"/>
                  </a:lnTo>
                  <a:lnTo>
                    <a:pt x="242481" y="373595"/>
                  </a:lnTo>
                  <a:lnTo>
                    <a:pt x="242392" y="371640"/>
                  </a:lnTo>
                  <a:lnTo>
                    <a:pt x="239750" y="371017"/>
                  </a:lnTo>
                  <a:lnTo>
                    <a:pt x="233337" y="371411"/>
                  </a:lnTo>
                  <a:lnTo>
                    <a:pt x="231825" y="371983"/>
                  </a:lnTo>
                  <a:lnTo>
                    <a:pt x="232130" y="370230"/>
                  </a:lnTo>
                  <a:lnTo>
                    <a:pt x="231965" y="366483"/>
                  </a:lnTo>
                  <a:lnTo>
                    <a:pt x="231800" y="362750"/>
                  </a:lnTo>
                  <a:lnTo>
                    <a:pt x="230974" y="359765"/>
                  </a:lnTo>
                  <a:lnTo>
                    <a:pt x="230606" y="359791"/>
                  </a:lnTo>
                  <a:lnTo>
                    <a:pt x="262369" y="322745"/>
                  </a:lnTo>
                  <a:lnTo>
                    <a:pt x="261950" y="325120"/>
                  </a:lnTo>
                  <a:lnTo>
                    <a:pt x="262305" y="332600"/>
                  </a:lnTo>
                  <a:lnTo>
                    <a:pt x="262750" y="334264"/>
                  </a:lnTo>
                  <a:lnTo>
                    <a:pt x="261353" y="333921"/>
                  </a:lnTo>
                  <a:lnTo>
                    <a:pt x="258140" y="334124"/>
                  </a:lnTo>
                  <a:lnTo>
                    <a:pt x="254939" y="334314"/>
                  </a:lnTo>
                  <a:lnTo>
                    <a:pt x="252374" y="335280"/>
                  </a:lnTo>
                  <a:lnTo>
                    <a:pt x="252476" y="337235"/>
                  </a:lnTo>
                  <a:lnTo>
                    <a:pt x="255104" y="337870"/>
                  </a:lnTo>
                  <a:lnTo>
                    <a:pt x="261518" y="337464"/>
                  </a:lnTo>
                  <a:lnTo>
                    <a:pt x="262940" y="336943"/>
                  </a:lnTo>
                  <a:lnTo>
                    <a:pt x="262648" y="338658"/>
                  </a:lnTo>
                  <a:lnTo>
                    <a:pt x="262826" y="342392"/>
                  </a:lnTo>
                  <a:lnTo>
                    <a:pt x="262991" y="346138"/>
                  </a:lnTo>
                  <a:lnTo>
                    <a:pt x="263817" y="349123"/>
                  </a:lnTo>
                  <a:lnTo>
                    <a:pt x="265493" y="349008"/>
                  </a:lnTo>
                  <a:lnTo>
                    <a:pt x="266039" y="345948"/>
                  </a:lnTo>
                  <a:lnTo>
                    <a:pt x="265684" y="338467"/>
                  </a:lnTo>
                  <a:lnTo>
                    <a:pt x="265226" y="336791"/>
                  </a:lnTo>
                  <a:lnTo>
                    <a:pt x="266712" y="337134"/>
                  </a:lnTo>
                  <a:lnTo>
                    <a:pt x="269913" y="336943"/>
                  </a:lnTo>
                  <a:lnTo>
                    <a:pt x="273113" y="336740"/>
                  </a:lnTo>
                  <a:lnTo>
                    <a:pt x="275678" y="335775"/>
                  </a:lnTo>
                  <a:lnTo>
                    <a:pt x="275653" y="335432"/>
                  </a:lnTo>
                  <a:lnTo>
                    <a:pt x="297014" y="360324"/>
                  </a:lnTo>
                  <a:lnTo>
                    <a:pt x="295389" y="360413"/>
                  </a:lnTo>
                  <a:lnTo>
                    <a:pt x="294843" y="363486"/>
                  </a:lnTo>
                  <a:lnTo>
                    <a:pt x="295186" y="370954"/>
                  </a:lnTo>
                  <a:lnTo>
                    <a:pt x="295630" y="372630"/>
                  </a:lnTo>
                  <a:lnTo>
                    <a:pt x="294233" y="372287"/>
                  </a:lnTo>
                  <a:lnTo>
                    <a:pt x="291033" y="372478"/>
                  </a:lnTo>
                  <a:lnTo>
                    <a:pt x="287832" y="372681"/>
                  </a:lnTo>
                  <a:lnTo>
                    <a:pt x="285267" y="373646"/>
                  </a:lnTo>
                  <a:lnTo>
                    <a:pt x="285356" y="375602"/>
                  </a:lnTo>
                  <a:lnTo>
                    <a:pt x="287997" y="376224"/>
                  </a:lnTo>
                  <a:lnTo>
                    <a:pt x="294398" y="375831"/>
                  </a:lnTo>
                  <a:lnTo>
                    <a:pt x="295833" y="375297"/>
                  </a:lnTo>
                  <a:lnTo>
                    <a:pt x="295541" y="377012"/>
                  </a:lnTo>
                  <a:lnTo>
                    <a:pt x="295706" y="380758"/>
                  </a:lnTo>
                  <a:lnTo>
                    <a:pt x="295871" y="384492"/>
                  </a:lnTo>
                  <a:lnTo>
                    <a:pt x="296697" y="387477"/>
                  </a:lnTo>
                  <a:lnTo>
                    <a:pt x="297243" y="387451"/>
                  </a:lnTo>
                  <a:lnTo>
                    <a:pt x="297243" y="360997"/>
                  </a:lnTo>
                  <a:lnTo>
                    <a:pt x="297078" y="360400"/>
                  </a:lnTo>
                  <a:lnTo>
                    <a:pt x="306857" y="371805"/>
                  </a:lnTo>
                  <a:lnTo>
                    <a:pt x="306857" y="361149"/>
                  </a:lnTo>
                  <a:lnTo>
                    <a:pt x="273951" y="322757"/>
                  </a:lnTo>
                  <a:lnTo>
                    <a:pt x="273951" y="333438"/>
                  </a:lnTo>
                  <a:lnTo>
                    <a:pt x="272948" y="333197"/>
                  </a:lnTo>
                  <a:lnTo>
                    <a:pt x="266547" y="333590"/>
                  </a:lnTo>
                  <a:lnTo>
                    <a:pt x="265036" y="334162"/>
                  </a:lnTo>
                  <a:lnTo>
                    <a:pt x="265341" y="332409"/>
                  </a:lnTo>
                  <a:lnTo>
                    <a:pt x="265176" y="328663"/>
                  </a:lnTo>
                  <a:lnTo>
                    <a:pt x="264998" y="324929"/>
                  </a:lnTo>
                  <a:lnTo>
                    <a:pt x="264185" y="322033"/>
                  </a:lnTo>
                  <a:lnTo>
                    <a:pt x="273951" y="333438"/>
                  </a:lnTo>
                  <a:lnTo>
                    <a:pt x="273951" y="322757"/>
                  </a:lnTo>
                  <a:lnTo>
                    <a:pt x="272732" y="321322"/>
                  </a:lnTo>
                  <a:lnTo>
                    <a:pt x="264121" y="311289"/>
                  </a:lnTo>
                  <a:lnTo>
                    <a:pt x="264121" y="321957"/>
                  </a:lnTo>
                  <a:lnTo>
                    <a:pt x="262991" y="322021"/>
                  </a:lnTo>
                  <a:lnTo>
                    <a:pt x="263588" y="321322"/>
                  </a:lnTo>
                  <a:lnTo>
                    <a:pt x="264121" y="321957"/>
                  </a:lnTo>
                  <a:lnTo>
                    <a:pt x="264121" y="311289"/>
                  </a:lnTo>
                  <a:lnTo>
                    <a:pt x="263588" y="310667"/>
                  </a:lnTo>
                  <a:lnTo>
                    <a:pt x="229539" y="350393"/>
                  </a:lnTo>
                  <a:lnTo>
                    <a:pt x="229539" y="372084"/>
                  </a:lnTo>
                  <a:lnTo>
                    <a:pt x="228142" y="371741"/>
                  </a:lnTo>
                  <a:lnTo>
                    <a:pt x="224942" y="371944"/>
                  </a:lnTo>
                  <a:lnTo>
                    <a:pt x="221742" y="372135"/>
                  </a:lnTo>
                  <a:lnTo>
                    <a:pt x="219252" y="373087"/>
                  </a:lnTo>
                  <a:lnTo>
                    <a:pt x="219252" y="375005"/>
                  </a:lnTo>
                  <a:lnTo>
                    <a:pt x="218414" y="374015"/>
                  </a:lnTo>
                  <a:lnTo>
                    <a:pt x="219176" y="373126"/>
                  </a:lnTo>
                  <a:lnTo>
                    <a:pt x="219252" y="375005"/>
                  </a:lnTo>
                  <a:lnTo>
                    <a:pt x="219252" y="373087"/>
                  </a:lnTo>
                  <a:lnTo>
                    <a:pt x="228968" y="361708"/>
                  </a:lnTo>
                  <a:lnTo>
                    <a:pt x="228752" y="362940"/>
                  </a:lnTo>
                  <a:lnTo>
                    <a:pt x="229095" y="370420"/>
                  </a:lnTo>
                  <a:lnTo>
                    <a:pt x="229539" y="372084"/>
                  </a:lnTo>
                  <a:lnTo>
                    <a:pt x="229539" y="350393"/>
                  </a:lnTo>
                  <a:lnTo>
                    <a:pt x="213067" y="369608"/>
                  </a:lnTo>
                  <a:lnTo>
                    <a:pt x="207721" y="363372"/>
                  </a:lnTo>
                  <a:lnTo>
                    <a:pt x="207721" y="374015"/>
                  </a:lnTo>
                  <a:lnTo>
                    <a:pt x="197612" y="385813"/>
                  </a:lnTo>
                  <a:lnTo>
                    <a:pt x="197878" y="384302"/>
                  </a:lnTo>
                  <a:lnTo>
                    <a:pt x="197535" y="376821"/>
                  </a:lnTo>
                  <a:lnTo>
                    <a:pt x="197078" y="375145"/>
                  </a:lnTo>
                  <a:lnTo>
                    <a:pt x="198564" y="375500"/>
                  </a:lnTo>
                  <a:lnTo>
                    <a:pt x="201764" y="375297"/>
                  </a:lnTo>
                  <a:lnTo>
                    <a:pt x="204965" y="375107"/>
                  </a:lnTo>
                  <a:lnTo>
                    <a:pt x="207530" y="374142"/>
                  </a:lnTo>
                  <a:lnTo>
                    <a:pt x="207505" y="373773"/>
                  </a:lnTo>
                  <a:lnTo>
                    <a:pt x="207721" y="374015"/>
                  </a:lnTo>
                  <a:lnTo>
                    <a:pt x="207721" y="363372"/>
                  </a:lnTo>
                  <a:lnTo>
                    <a:pt x="205816" y="361149"/>
                  </a:lnTo>
                  <a:lnTo>
                    <a:pt x="205816" y="371805"/>
                  </a:lnTo>
                  <a:lnTo>
                    <a:pt x="204800" y="371551"/>
                  </a:lnTo>
                  <a:lnTo>
                    <a:pt x="198386" y="371944"/>
                  </a:lnTo>
                  <a:lnTo>
                    <a:pt x="196875" y="372516"/>
                  </a:lnTo>
                  <a:lnTo>
                    <a:pt x="197180" y="370763"/>
                  </a:lnTo>
                  <a:lnTo>
                    <a:pt x="197015" y="367030"/>
                  </a:lnTo>
                  <a:lnTo>
                    <a:pt x="196850" y="363296"/>
                  </a:lnTo>
                  <a:lnTo>
                    <a:pt x="196202" y="360997"/>
                  </a:lnTo>
                  <a:lnTo>
                    <a:pt x="196202" y="387451"/>
                  </a:lnTo>
                  <a:lnTo>
                    <a:pt x="162560" y="426707"/>
                  </a:lnTo>
                  <a:lnTo>
                    <a:pt x="150863" y="413092"/>
                  </a:lnTo>
                  <a:lnTo>
                    <a:pt x="153454" y="413689"/>
                  </a:lnTo>
                  <a:lnTo>
                    <a:pt x="159854" y="413296"/>
                  </a:lnTo>
                  <a:lnTo>
                    <a:pt x="161290" y="412762"/>
                  </a:lnTo>
                  <a:lnTo>
                    <a:pt x="160997" y="414477"/>
                  </a:lnTo>
                  <a:lnTo>
                    <a:pt x="161163" y="418223"/>
                  </a:lnTo>
                  <a:lnTo>
                    <a:pt x="161328" y="421957"/>
                  </a:lnTo>
                  <a:lnTo>
                    <a:pt x="162153" y="424942"/>
                  </a:lnTo>
                  <a:lnTo>
                    <a:pt x="163830" y="424840"/>
                  </a:lnTo>
                  <a:lnTo>
                    <a:pt x="164376" y="421767"/>
                  </a:lnTo>
                  <a:lnTo>
                    <a:pt x="164033" y="414299"/>
                  </a:lnTo>
                  <a:lnTo>
                    <a:pt x="163563" y="412623"/>
                  </a:lnTo>
                  <a:lnTo>
                    <a:pt x="165049" y="412965"/>
                  </a:lnTo>
                  <a:lnTo>
                    <a:pt x="168262" y="412762"/>
                  </a:lnTo>
                  <a:lnTo>
                    <a:pt x="171462" y="412572"/>
                  </a:lnTo>
                  <a:lnTo>
                    <a:pt x="174028" y="411607"/>
                  </a:lnTo>
                  <a:lnTo>
                    <a:pt x="173926" y="409651"/>
                  </a:lnTo>
                  <a:lnTo>
                    <a:pt x="171297" y="409016"/>
                  </a:lnTo>
                  <a:lnTo>
                    <a:pt x="164884" y="409409"/>
                  </a:lnTo>
                  <a:lnTo>
                    <a:pt x="163372" y="409981"/>
                  </a:lnTo>
                  <a:lnTo>
                    <a:pt x="163677" y="408228"/>
                  </a:lnTo>
                  <a:lnTo>
                    <a:pt x="163512" y="404495"/>
                  </a:lnTo>
                  <a:lnTo>
                    <a:pt x="163347" y="400761"/>
                  </a:lnTo>
                  <a:lnTo>
                    <a:pt x="162509" y="397776"/>
                  </a:lnTo>
                  <a:lnTo>
                    <a:pt x="160845" y="397878"/>
                  </a:lnTo>
                  <a:lnTo>
                    <a:pt x="160299" y="400951"/>
                  </a:lnTo>
                  <a:lnTo>
                    <a:pt x="160642" y="408419"/>
                  </a:lnTo>
                  <a:lnTo>
                    <a:pt x="161086" y="410083"/>
                  </a:lnTo>
                  <a:lnTo>
                    <a:pt x="159689" y="409740"/>
                  </a:lnTo>
                  <a:lnTo>
                    <a:pt x="156489" y="409943"/>
                  </a:lnTo>
                  <a:lnTo>
                    <a:pt x="153289" y="410146"/>
                  </a:lnTo>
                  <a:lnTo>
                    <a:pt x="150723" y="411111"/>
                  </a:lnTo>
                  <a:lnTo>
                    <a:pt x="150799" y="413016"/>
                  </a:lnTo>
                  <a:lnTo>
                    <a:pt x="118287" y="375081"/>
                  </a:lnTo>
                  <a:lnTo>
                    <a:pt x="120865" y="375691"/>
                  </a:lnTo>
                  <a:lnTo>
                    <a:pt x="127279" y="375285"/>
                  </a:lnTo>
                  <a:lnTo>
                    <a:pt x="128701" y="374764"/>
                  </a:lnTo>
                  <a:lnTo>
                    <a:pt x="128409" y="376478"/>
                  </a:lnTo>
                  <a:lnTo>
                    <a:pt x="128587" y="380212"/>
                  </a:lnTo>
                  <a:lnTo>
                    <a:pt x="128752" y="383959"/>
                  </a:lnTo>
                  <a:lnTo>
                    <a:pt x="129578" y="386943"/>
                  </a:lnTo>
                  <a:lnTo>
                    <a:pt x="131254" y="386829"/>
                  </a:lnTo>
                  <a:lnTo>
                    <a:pt x="131800" y="383768"/>
                  </a:lnTo>
                  <a:lnTo>
                    <a:pt x="131445" y="376288"/>
                  </a:lnTo>
                  <a:lnTo>
                    <a:pt x="130987" y="374611"/>
                  </a:lnTo>
                  <a:lnTo>
                    <a:pt x="132473" y="374954"/>
                  </a:lnTo>
                  <a:lnTo>
                    <a:pt x="135674" y="374764"/>
                  </a:lnTo>
                  <a:lnTo>
                    <a:pt x="138874" y="374561"/>
                  </a:lnTo>
                  <a:lnTo>
                    <a:pt x="141439" y="373595"/>
                  </a:lnTo>
                  <a:lnTo>
                    <a:pt x="141351" y="371640"/>
                  </a:lnTo>
                  <a:lnTo>
                    <a:pt x="138709" y="371017"/>
                  </a:lnTo>
                  <a:lnTo>
                    <a:pt x="132308" y="371411"/>
                  </a:lnTo>
                  <a:lnTo>
                    <a:pt x="130797" y="371983"/>
                  </a:lnTo>
                  <a:lnTo>
                    <a:pt x="131102" y="370230"/>
                  </a:lnTo>
                  <a:lnTo>
                    <a:pt x="130924" y="366483"/>
                  </a:lnTo>
                  <a:lnTo>
                    <a:pt x="130759" y="362750"/>
                  </a:lnTo>
                  <a:lnTo>
                    <a:pt x="129933" y="359765"/>
                  </a:lnTo>
                  <a:lnTo>
                    <a:pt x="129578" y="359791"/>
                  </a:lnTo>
                  <a:lnTo>
                    <a:pt x="161340" y="322745"/>
                  </a:lnTo>
                  <a:lnTo>
                    <a:pt x="160921" y="325120"/>
                  </a:lnTo>
                  <a:lnTo>
                    <a:pt x="161264" y="332600"/>
                  </a:lnTo>
                  <a:lnTo>
                    <a:pt x="161709" y="334264"/>
                  </a:lnTo>
                  <a:lnTo>
                    <a:pt x="160312" y="333921"/>
                  </a:lnTo>
                  <a:lnTo>
                    <a:pt x="157111" y="334124"/>
                  </a:lnTo>
                  <a:lnTo>
                    <a:pt x="153898" y="334314"/>
                  </a:lnTo>
                  <a:lnTo>
                    <a:pt x="151333" y="335280"/>
                  </a:lnTo>
                  <a:lnTo>
                    <a:pt x="151434" y="337235"/>
                  </a:lnTo>
                  <a:lnTo>
                    <a:pt x="154076" y="337870"/>
                  </a:lnTo>
                  <a:lnTo>
                    <a:pt x="160477" y="337464"/>
                  </a:lnTo>
                  <a:lnTo>
                    <a:pt x="161912" y="336931"/>
                  </a:lnTo>
                  <a:lnTo>
                    <a:pt x="161620" y="338658"/>
                  </a:lnTo>
                  <a:lnTo>
                    <a:pt x="161785" y="342392"/>
                  </a:lnTo>
                  <a:lnTo>
                    <a:pt x="161950" y="346138"/>
                  </a:lnTo>
                  <a:lnTo>
                    <a:pt x="162775" y="349123"/>
                  </a:lnTo>
                  <a:lnTo>
                    <a:pt x="164452" y="349008"/>
                  </a:lnTo>
                  <a:lnTo>
                    <a:pt x="164998" y="345948"/>
                  </a:lnTo>
                  <a:lnTo>
                    <a:pt x="164655" y="338467"/>
                  </a:lnTo>
                  <a:lnTo>
                    <a:pt x="164198" y="336791"/>
                  </a:lnTo>
                  <a:lnTo>
                    <a:pt x="165671" y="337134"/>
                  </a:lnTo>
                  <a:lnTo>
                    <a:pt x="168871" y="336943"/>
                  </a:lnTo>
                  <a:lnTo>
                    <a:pt x="172085" y="336740"/>
                  </a:lnTo>
                  <a:lnTo>
                    <a:pt x="174650" y="335775"/>
                  </a:lnTo>
                  <a:lnTo>
                    <a:pt x="174625" y="335432"/>
                  </a:lnTo>
                  <a:lnTo>
                    <a:pt x="195973" y="360324"/>
                  </a:lnTo>
                  <a:lnTo>
                    <a:pt x="194348" y="360413"/>
                  </a:lnTo>
                  <a:lnTo>
                    <a:pt x="193802" y="363486"/>
                  </a:lnTo>
                  <a:lnTo>
                    <a:pt x="194144" y="370954"/>
                  </a:lnTo>
                  <a:lnTo>
                    <a:pt x="194602" y="372630"/>
                  </a:lnTo>
                  <a:lnTo>
                    <a:pt x="193192" y="372287"/>
                  </a:lnTo>
                  <a:lnTo>
                    <a:pt x="189992" y="372478"/>
                  </a:lnTo>
                  <a:lnTo>
                    <a:pt x="186791" y="372681"/>
                  </a:lnTo>
                  <a:lnTo>
                    <a:pt x="184226" y="373646"/>
                  </a:lnTo>
                  <a:lnTo>
                    <a:pt x="184315" y="375602"/>
                  </a:lnTo>
                  <a:lnTo>
                    <a:pt x="186956" y="376224"/>
                  </a:lnTo>
                  <a:lnTo>
                    <a:pt x="193370" y="375831"/>
                  </a:lnTo>
                  <a:lnTo>
                    <a:pt x="194792" y="375297"/>
                  </a:lnTo>
                  <a:lnTo>
                    <a:pt x="194500" y="377012"/>
                  </a:lnTo>
                  <a:lnTo>
                    <a:pt x="194665" y="380758"/>
                  </a:lnTo>
                  <a:lnTo>
                    <a:pt x="194830" y="384492"/>
                  </a:lnTo>
                  <a:lnTo>
                    <a:pt x="195668" y="387477"/>
                  </a:lnTo>
                  <a:lnTo>
                    <a:pt x="196202" y="387451"/>
                  </a:lnTo>
                  <a:lnTo>
                    <a:pt x="196202" y="360997"/>
                  </a:lnTo>
                  <a:lnTo>
                    <a:pt x="196037" y="360400"/>
                  </a:lnTo>
                  <a:lnTo>
                    <a:pt x="205816" y="371805"/>
                  </a:lnTo>
                  <a:lnTo>
                    <a:pt x="205816" y="361149"/>
                  </a:lnTo>
                  <a:lnTo>
                    <a:pt x="172923" y="322770"/>
                  </a:lnTo>
                  <a:lnTo>
                    <a:pt x="172923" y="333438"/>
                  </a:lnTo>
                  <a:lnTo>
                    <a:pt x="171919" y="333197"/>
                  </a:lnTo>
                  <a:lnTo>
                    <a:pt x="165506" y="333590"/>
                  </a:lnTo>
                  <a:lnTo>
                    <a:pt x="163995" y="334162"/>
                  </a:lnTo>
                  <a:lnTo>
                    <a:pt x="164299" y="332409"/>
                  </a:lnTo>
                  <a:lnTo>
                    <a:pt x="164134" y="328663"/>
                  </a:lnTo>
                  <a:lnTo>
                    <a:pt x="163969" y="324929"/>
                  </a:lnTo>
                  <a:lnTo>
                    <a:pt x="163144" y="322021"/>
                  </a:lnTo>
                  <a:lnTo>
                    <a:pt x="172923" y="333438"/>
                  </a:lnTo>
                  <a:lnTo>
                    <a:pt x="172923" y="322770"/>
                  </a:lnTo>
                  <a:lnTo>
                    <a:pt x="171691" y="321322"/>
                  </a:lnTo>
                  <a:lnTo>
                    <a:pt x="163093" y="311302"/>
                  </a:lnTo>
                  <a:lnTo>
                    <a:pt x="163093" y="321957"/>
                  </a:lnTo>
                  <a:lnTo>
                    <a:pt x="161963" y="322021"/>
                  </a:lnTo>
                  <a:lnTo>
                    <a:pt x="162560" y="321322"/>
                  </a:lnTo>
                  <a:lnTo>
                    <a:pt x="163093" y="321957"/>
                  </a:lnTo>
                  <a:lnTo>
                    <a:pt x="163093" y="311302"/>
                  </a:lnTo>
                  <a:lnTo>
                    <a:pt x="162560" y="310667"/>
                  </a:lnTo>
                  <a:lnTo>
                    <a:pt x="128511" y="350380"/>
                  </a:lnTo>
                  <a:lnTo>
                    <a:pt x="128511" y="372084"/>
                  </a:lnTo>
                  <a:lnTo>
                    <a:pt x="127114" y="371741"/>
                  </a:lnTo>
                  <a:lnTo>
                    <a:pt x="123901" y="371944"/>
                  </a:lnTo>
                  <a:lnTo>
                    <a:pt x="120700" y="372135"/>
                  </a:lnTo>
                  <a:lnTo>
                    <a:pt x="118211" y="373087"/>
                  </a:lnTo>
                  <a:lnTo>
                    <a:pt x="118211" y="374992"/>
                  </a:lnTo>
                  <a:lnTo>
                    <a:pt x="117386" y="374015"/>
                  </a:lnTo>
                  <a:lnTo>
                    <a:pt x="118135" y="373151"/>
                  </a:lnTo>
                  <a:lnTo>
                    <a:pt x="118211" y="374992"/>
                  </a:lnTo>
                  <a:lnTo>
                    <a:pt x="118211" y="373087"/>
                  </a:lnTo>
                  <a:lnTo>
                    <a:pt x="127927" y="361721"/>
                  </a:lnTo>
                  <a:lnTo>
                    <a:pt x="127711" y="362940"/>
                  </a:lnTo>
                  <a:lnTo>
                    <a:pt x="128066" y="370420"/>
                  </a:lnTo>
                  <a:lnTo>
                    <a:pt x="128511" y="372084"/>
                  </a:lnTo>
                  <a:lnTo>
                    <a:pt x="128511" y="350380"/>
                  </a:lnTo>
                  <a:lnTo>
                    <a:pt x="108242" y="374015"/>
                  </a:lnTo>
                  <a:lnTo>
                    <a:pt x="162560" y="437362"/>
                  </a:lnTo>
                  <a:lnTo>
                    <a:pt x="171691" y="426707"/>
                  </a:lnTo>
                  <a:lnTo>
                    <a:pt x="213067" y="378434"/>
                  </a:lnTo>
                  <a:lnTo>
                    <a:pt x="263588" y="437362"/>
                  </a:lnTo>
                  <a:lnTo>
                    <a:pt x="272732" y="426707"/>
                  </a:lnTo>
                  <a:lnTo>
                    <a:pt x="317893" y="374015"/>
                  </a:lnTo>
                  <a:close/>
                </a:path>
                <a:path w="471804" h="502284">
                  <a:moveTo>
                    <a:pt x="422389" y="63347"/>
                  </a:moveTo>
                  <a:lnTo>
                    <a:pt x="413245" y="52692"/>
                  </a:lnTo>
                  <a:lnTo>
                    <a:pt x="413245" y="63347"/>
                  </a:lnTo>
                  <a:lnTo>
                    <a:pt x="403136" y="75133"/>
                  </a:lnTo>
                  <a:lnTo>
                    <a:pt x="403402" y="73647"/>
                  </a:lnTo>
                  <a:lnTo>
                    <a:pt x="403059" y="66167"/>
                  </a:lnTo>
                  <a:lnTo>
                    <a:pt x="402602" y="64490"/>
                  </a:lnTo>
                  <a:lnTo>
                    <a:pt x="404088" y="64833"/>
                  </a:lnTo>
                  <a:lnTo>
                    <a:pt x="407289" y="64643"/>
                  </a:lnTo>
                  <a:lnTo>
                    <a:pt x="410489" y="64439"/>
                  </a:lnTo>
                  <a:lnTo>
                    <a:pt x="413054" y="63474"/>
                  </a:lnTo>
                  <a:lnTo>
                    <a:pt x="413029" y="63106"/>
                  </a:lnTo>
                  <a:lnTo>
                    <a:pt x="413245" y="63347"/>
                  </a:lnTo>
                  <a:lnTo>
                    <a:pt x="413245" y="52692"/>
                  </a:lnTo>
                  <a:lnTo>
                    <a:pt x="411340" y="50469"/>
                  </a:lnTo>
                  <a:lnTo>
                    <a:pt x="411340" y="61150"/>
                  </a:lnTo>
                  <a:lnTo>
                    <a:pt x="410324" y="60896"/>
                  </a:lnTo>
                  <a:lnTo>
                    <a:pt x="403910" y="61290"/>
                  </a:lnTo>
                  <a:lnTo>
                    <a:pt x="402399" y="61861"/>
                  </a:lnTo>
                  <a:lnTo>
                    <a:pt x="402704" y="60109"/>
                  </a:lnTo>
                  <a:lnTo>
                    <a:pt x="402539" y="56362"/>
                  </a:lnTo>
                  <a:lnTo>
                    <a:pt x="402374" y="52628"/>
                  </a:lnTo>
                  <a:lnTo>
                    <a:pt x="401726" y="50330"/>
                  </a:lnTo>
                  <a:lnTo>
                    <a:pt x="401726" y="76784"/>
                  </a:lnTo>
                  <a:lnTo>
                    <a:pt x="368071" y="116039"/>
                  </a:lnTo>
                  <a:lnTo>
                    <a:pt x="356387" y="102412"/>
                  </a:lnTo>
                  <a:lnTo>
                    <a:pt x="358978" y="103035"/>
                  </a:lnTo>
                  <a:lnTo>
                    <a:pt x="365379" y="102628"/>
                  </a:lnTo>
                  <a:lnTo>
                    <a:pt x="366814" y="102095"/>
                  </a:lnTo>
                  <a:lnTo>
                    <a:pt x="366522" y="103822"/>
                  </a:lnTo>
                  <a:lnTo>
                    <a:pt x="366687" y="107556"/>
                  </a:lnTo>
                  <a:lnTo>
                    <a:pt x="366852" y="111302"/>
                  </a:lnTo>
                  <a:lnTo>
                    <a:pt x="367677" y="114287"/>
                  </a:lnTo>
                  <a:lnTo>
                    <a:pt x="369354" y="114173"/>
                  </a:lnTo>
                  <a:lnTo>
                    <a:pt x="369900" y="111112"/>
                  </a:lnTo>
                  <a:lnTo>
                    <a:pt x="369557" y="103632"/>
                  </a:lnTo>
                  <a:lnTo>
                    <a:pt x="369100" y="101955"/>
                  </a:lnTo>
                  <a:lnTo>
                    <a:pt x="370573" y="102298"/>
                  </a:lnTo>
                  <a:lnTo>
                    <a:pt x="373786" y="102108"/>
                  </a:lnTo>
                  <a:lnTo>
                    <a:pt x="376986" y="101904"/>
                  </a:lnTo>
                  <a:lnTo>
                    <a:pt x="379552" y="100939"/>
                  </a:lnTo>
                  <a:lnTo>
                    <a:pt x="379450" y="98983"/>
                  </a:lnTo>
                  <a:lnTo>
                    <a:pt x="376821" y="98361"/>
                  </a:lnTo>
                  <a:lnTo>
                    <a:pt x="370408" y="98755"/>
                  </a:lnTo>
                  <a:lnTo>
                    <a:pt x="368896" y="99326"/>
                  </a:lnTo>
                  <a:lnTo>
                    <a:pt x="369201" y="97574"/>
                  </a:lnTo>
                  <a:lnTo>
                    <a:pt x="369036" y="93827"/>
                  </a:lnTo>
                  <a:lnTo>
                    <a:pt x="368871" y="90093"/>
                  </a:lnTo>
                  <a:lnTo>
                    <a:pt x="368046" y="87109"/>
                  </a:lnTo>
                  <a:lnTo>
                    <a:pt x="366369" y="87210"/>
                  </a:lnTo>
                  <a:lnTo>
                    <a:pt x="365823" y="90284"/>
                  </a:lnTo>
                  <a:lnTo>
                    <a:pt x="366166" y="97764"/>
                  </a:lnTo>
                  <a:lnTo>
                    <a:pt x="366610" y="99428"/>
                  </a:lnTo>
                  <a:lnTo>
                    <a:pt x="365213" y="99085"/>
                  </a:lnTo>
                  <a:lnTo>
                    <a:pt x="362013" y="99288"/>
                  </a:lnTo>
                  <a:lnTo>
                    <a:pt x="358813" y="99479"/>
                  </a:lnTo>
                  <a:lnTo>
                    <a:pt x="356247" y="100444"/>
                  </a:lnTo>
                  <a:lnTo>
                    <a:pt x="356323" y="102349"/>
                  </a:lnTo>
                  <a:lnTo>
                    <a:pt x="323824" y="64427"/>
                  </a:lnTo>
                  <a:lnTo>
                    <a:pt x="326390" y="65024"/>
                  </a:lnTo>
                  <a:lnTo>
                    <a:pt x="332803" y="64630"/>
                  </a:lnTo>
                  <a:lnTo>
                    <a:pt x="334238" y="64096"/>
                  </a:lnTo>
                  <a:lnTo>
                    <a:pt x="333933" y="65811"/>
                  </a:lnTo>
                  <a:lnTo>
                    <a:pt x="334111" y="69557"/>
                  </a:lnTo>
                  <a:lnTo>
                    <a:pt x="334276" y="73291"/>
                  </a:lnTo>
                  <a:lnTo>
                    <a:pt x="335102" y="76276"/>
                  </a:lnTo>
                  <a:lnTo>
                    <a:pt x="336778" y="76174"/>
                  </a:lnTo>
                  <a:lnTo>
                    <a:pt x="337324" y="73101"/>
                  </a:lnTo>
                  <a:lnTo>
                    <a:pt x="336981" y="65620"/>
                  </a:lnTo>
                  <a:lnTo>
                    <a:pt x="336511" y="63944"/>
                  </a:lnTo>
                  <a:lnTo>
                    <a:pt x="337997" y="64300"/>
                  </a:lnTo>
                  <a:lnTo>
                    <a:pt x="341198" y="64096"/>
                  </a:lnTo>
                  <a:lnTo>
                    <a:pt x="344398" y="63906"/>
                  </a:lnTo>
                  <a:lnTo>
                    <a:pt x="346964" y="62941"/>
                  </a:lnTo>
                  <a:lnTo>
                    <a:pt x="346875" y="60972"/>
                  </a:lnTo>
                  <a:lnTo>
                    <a:pt x="344233" y="60350"/>
                  </a:lnTo>
                  <a:lnTo>
                    <a:pt x="337832" y="60744"/>
                  </a:lnTo>
                  <a:lnTo>
                    <a:pt x="336321" y="61315"/>
                  </a:lnTo>
                  <a:lnTo>
                    <a:pt x="336626" y="59563"/>
                  </a:lnTo>
                  <a:lnTo>
                    <a:pt x="336448" y="55829"/>
                  </a:lnTo>
                  <a:lnTo>
                    <a:pt x="336283" y="52095"/>
                  </a:lnTo>
                  <a:lnTo>
                    <a:pt x="335457" y="49110"/>
                  </a:lnTo>
                  <a:lnTo>
                    <a:pt x="335089" y="49136"/>
                  </a:lnTo>
                  <a:lnTo>
                    <a:pt x="366864" y="12052"/>
                  </a:lnTo>
                  <a:lnTo>
                    <a:pt x="366445" y="14452"/>
                  </a:lnTo>
                  <a:lnTo>
                    <a:pt x="366788" y="21932"/>
                  </a:lnTo>
                  <a:lnTo>
                    <a:pt x="367233" y="23596"/>
                  </a:lnTo>
                  <a:lnTo>
                    <a:pt x="365836" y="23253"/>
                  </a:lnTo>
                  <a:lnTo>
                    <a:pt x="362635" y="23456"/>
                  </a:lnTo>
                  <a:lnTo>
                    <a:pt x="359422" y="23660"/>
                  </a:lnTo>
                  <a:lnTo>
                    <a:pt x="356857" y="24625"/>
                  </a:lnTo>
                  <a:lnTo>
                    <a:pt x="356958" y="26581"/>
                  </a:lnTo>
                  <a:lnTo>
                    <a:pt x="359600" y="27203"/>
                  </a:lnTo>
                  <a:lnTo>
                    <a:pt x="366001" y="26809"/>
                  </a:lnTo>
                  <a:lnTo>
                    <a:pt x="367436" y="26276"/>
                  </a:lnTo>
                  <a:lnTo>
                    <a:pt x="367144" y="27990"/>
                  </a:lnTo>
                  <a:lnTo>
                    <a:pt x="367309" y="31737"/>
                  </a:lnTo>
                  <a:lnTo>
                    <a:pt x="367474" y="35471"/>
                  </a:lnTo>
                  <a:lnTo>
                    <a:pt x="368300" y="38455"/>
                  </a:lnTo>
                  <a:lnTo>
                    <a:pt x="369976" y="38354"/>
                  </a:lnTo>
                  <a:lnTo>
                    <a:pt x="370522" y="35280"/>
                  </a:lnTo>
                  <a:lnTo>
                    <a:pt x="370179" y="27813"/>
                  </a:lnTo>
                  <a:lnTo>
                    <a:pt x="369709" y="26123"/>
                  </a:lnTo>
                  <a:lnTo>
                    <a:pt x="371195" y="26479"/>
                  </a:lnTo>
                  <a:lnTo>
                    <a:pt x="374408" y="26276"/>
                  </a:lnTo>
                  <a:lnTo>
                    <a:pt x="377609" y="26085"/>
                  </a:lnTo>
                  <a:lnTo>
                    <a:pt x="380174" y="25120"/>
                  </a:lnTo>
                  <a:lnTo>
                    <a:pt x="380149" y="24777"/>
                  </a:lnTo>
                  <a:lnTo>
                    <a:pt x="401497" y="49657"/>
                  </a:lnTo>
                  <a:lnTo>
                    <a:pt x="399872" y="49745"/>
                  </a:lnTo>
                  <a:lnTo>
                    <a:pt x="399326" y="52819"/>
                  </a:lnTo>
                  <a:lnTo>
                    <a:pt x="399669" y="60299"/>
                  </a:lnTo>
                  <a:lnTo>
                    <a:pt x="400113" y="61963"/>
                  </a:lnTo>
                  <a:lnTo>
                    <a:pt x="398729" y="61620"/>
                  </a:lnTo>
                  <a:lnTo>
                    <a:pt x="395516" y="61823"/>
                  </a:lnTo>
                  <a:lnTo>
                    <a:pt x="392315" y="62014"/>
                  </a:lnTo>
                  <a:lnTo>
                    <a:pt x="389750" y="62979"/>
                  </a:lnTo>
                  <a:lnTo>
                    <a:pt x="389839" y="64935"/>
                  </a:lnTo>
                  <a:lnTo>
                    <a:pt x="392480" y="65570"/>
                  </a:lnTo>
                  <a:lnTo>
                    <a:pt x="398894" y="65163"/>
                  </a:lnTo>
                  <a:lnTo>
                    <a:pt x="400316" y="64643"/>
                  </a:lnTo>
                  <a:lnTo>
                    <a:pt x="400024" y="66357"/>
                  </a:lnTo>
                  <a:lnTo>
                    <a:pt x="400189" y="70091"/>
                  </a:lnTo>
                  <a:lnTo>
                    <a:pt x="400367" y="73825"/>
                  </a:lnTo>
                  <a:lnTo>
                    <a:pt x="401193" y="76809"/>
                  </a:lnTo>
                  <a:lnTo>
                    <a:pt x="401726" y="76784"/>
                  </a:lnTo>
                  <a:lnTo>
                    <a:pt x="401726" y="50330"/>
                  </a:lnTo>
                  <a:lnTo>
                    <a:pt x="401561" y="49733"/>
                  </a:lnTo>
                  <a:lnTo>
                    <a:pt x="411340" y="61150"/>
                  </a:lnTo>
                  <a:lnTo>
                    <a:pt x="411340" y="50469"/>
                  </a:lnTo>
                  <a:lnTo>
                    <a:pt x="378434" y="12077"/>
                  </a:lnTo>
                  <a:lnTo>
                    <a:pt x="378434" y="22771"/>
                  </a:lnTo>
                  <a:lnTo>
                    <a:pt x="377444" y="22529"/>
                  </a:lnTo>
                  <a:lnTo>
                    <a:pt x="371030" y="22923"/>
                  </a:lnTo>
                  <a:lnTo>
                    <a:pt x="369519" y="23495"/>
                  </a:lnTo>
                  <a:lnTo>
                    <a:pt x="369824" y="21742"/>
                  </a:lnTo>
                  <a:lnTo>
                    <a:pt x="369658" y="18008"/>
                  </a:lnTo>
                  <a:lnTo>
                    <a:pt x="369493" y="14274"/>
                  </a:lnTo>
                  <a:lnTo>
                    <a:pt x="368681" y="11391"/>
                  </a:lnTo>
                  <a:lnTo>
                    <a:pt x="378434" y="22771"/>
                  </a:lnTo>
                  <a:lnTo>
                    <a:pt x="378434" y="12077"/>
                  </a:lnTo>
                  <a:lnTo>
                    <a:pt x="377215" y="10655"/>
                  </a:lnTo>
                  <a:lnTo>
                    <a:pt x="368617" y="647"/>
                  </a:lnTo>
                  <a:lnTo>
                    <a:pt x="368617" y="11303"/>
                  </a:lnTo>
                  <a:lnTo>
                    <a:pt x="367461" y="11366"/>
                  </a:lnTo>
                  <a:lnTo>
                    <a:pt x="368071" y="10655"/>
                  </a:lnTo>
                  <a:lnTo>
                    <a:pt x="368617" y="11303"/>
                  </a:lnTo>
                  <a:lnTo>
                    <a:pt x="368617" y="647"/>
                  </a:lnTo>
                  <a:lnTo>
                    <a:pt x="368071" y="0"/>
                  </a:lnTo>
                  <a:lnTo>
                    <a:pt x="334035" y="39712"/>
                  </a:lnTo>
                  <a:lnTo>
                    <a:pt x="334035" y="61417"/>
                  </a:lnTo>
                  <a:lnTo>
                    <a:pt x="332638" y="61074"/>
                  </a:lnTo>
                  <a:lnTo>
                    <a:pt x="329425" y="61277"/>
                  </a:lnTo>
                  <a:lnTo>
                    <a:pt x="326224" y="61480"/>
                  </a:lnTo>
                  <a:lnTo>
                    <a:pt x="323748" y="62420"/>
                  </a:lnTo>
                  <a:lnTo>
                    <a:pt x="323748" y="64338"/>
                  </a:lnTo>
                  <a:lnTo>
                    <a:pt x="322910" y="63347"/>
                  </a:lnTo>
                  <a:lnTo>
                    <a:pt x="323659" y="62484"/>
                  </a:lnTo>
                  <a:lnTo>
                    <a:pt x="323748" y="64338"/>
                  </a:lnTo>
                  <a:lnTo>
                    <a:pt x="323748" y="62420"/>
                  </a:lnTo>
                  <a:lnTo>
                    <a:pt x="333451" y="51054"/>
                  </a:lnTo>
                  <a:lnTo>
                    <a:pt x="333235" y="52273"/>
                  </a:lnTo>
                  <a:lnTo>
                    <a:pt x="333590" y="59753"/>
                  </a:lnTo>
                  <a:lnTo>
                    <a:pt x="334035" y="61417"/>
                  </a:lnTo>
                  <a:lnTo>
                    <a:pt x="334035" y="39712"/>
                  </a:lnTo>
                  <a:lnTo>
                    <a:pt x="313766" y="63347"/>
                  </a:lnTo>
                  <a:lnTo>
                    <a:pt x="368071" y="126695"/>
                  </a:lnTo>
                  <a:lnTo>
                    <a:pt x="377215" y="116039"/>
                  </a:lnTo>
                  <a:lnTo>
                    <a:pt x="422389" y="63347"/>
                  </a:lnTo>
                  <a:close/>
                </a:path>
                <a:path w="471804" h="502284">
                  <a:moveTo>
                    <a:pt x="471563" y="140512"/>
                  </a:moveTo>
                  <a:lnTo>
                    <a:pt x="462432" y="129870"/>
                  </a:lnTo>
                  <a:lnTo>
                    <a:pt x="462432" y="140512"/>
                  </a:lnTo>
                  <a:lnTo>
                    <a:pt x="417258" y="193205"/>
                  </a:lnTo>
                  <a:lnTo>
                    <a:pt x="405574" y="179590"/>
                  </a:lnTo>
                  <a:lnTo>
                    <a:pt x="408152" y="180187"/>
                  </a:lnTo>
                  <a:lnTo>
                    <a:pt x="414566" y="179793"/>
                  </a:lnTo>
                  <a:lnTo>
                    <a:pt x="415988" y="179260"/>
                  </a:lnTo>
                  <a:lnTo>
                    <a:pt x="415696" y="180987"/>
                  </a:lnTo>
                  <a:lnTo>
                    <a:pt x="415861" y="184721"/>
                  </a:lnTo>
                  <a:lnTo>
                    <a:pt x="416026" y="188455"/>
                  </a:lnTo>
                  <a:lnTo>
                    <a:pt x="416864" y="191439"/>
                  </a:lnTo>
                  <a:lnTo>
                    <a:pt x="418541" y="191338"/>
                  </a:lnTo>
                  <a:lnTo>
                    <a:pt x="419074" y="188264"/>
                  </a:lnTo>
                  <a:lnTo>
                    <a:pt x="418731" y="180797"/>
                  </a:lnTo>
                  <a:lnTo>
                    <a:pt x="418274" y="179120"/>
                  </a:lnTo>
                  <a:lnTo>
                    <a:pt x="419760" y="179463"/>
                  </a:lnTo>
                  <a:lnTo>
                    <a:pt x="422960" y="179260"/>
                  </a:lnTo>
                  <a:lnTo>
                    <a:pt x="426161" y="179070"/>
                  </a:lnTo>
                  <a:lnTo>
                    <a:pt x="428726" y="178104"/>
                  </a:lnTo>
                  <a:lnTo>
                    <a:pt x="428637" y="176149"/>
                  </a:lnTo>
                  <a:lnTo>
                    <a:pt x="425996" y="175514"/>
                  </a:lnTo>
                  <a:lnTo>
                    <a:pt x="419582" y="175920"/>
                  </a:lnTo>
                  <a:lnTo>
                    <a:pt x="418071" y="176491"/>
                  </a:lnTo>
                  <a:lnTo>
                    <a:pt x="418388" y="174739"/>
                  </a:lnTo>
                  <a:lnTo>
                    <a:pt x="418211" y="170992"/>
                  </a:lnTo>
                  <a:lnTo>
                    <a:pt x="418045" y="167259"/>
                  </a:lnTo>
                  <a:lnTo>
                    <a:pt x="417220" y="164274"/>
                  </a:lnTo>
                  <a:lnTo>
                    <a:pt x="415544" y="164376"/>
                  </a:lnTo>
                  <a:lnTo>
                    <a:pt x="414997" y="167449"/>
                  </a:lnTo>
                  <a:lnTo>
                    <a:pt x="415340" y="174917"/>
                  </a:lnTo>
                  <a:lnTo>
                    <a:pt x="415798" y="176593"/>
                  </a:lnTo>
                  <a:lnTo>
                    <a:pt x="414388" y="176250"/>
                  </a:lnTo>
                  <a:lnTo>
                    <a:pt x="411187" y="176441"/>
                  </a:lnTo>
                  <a:lnTo>
                    <a:pt x="407987" y="176644"/>
                  </a:lnTo>
                  <a:lnTo>
                    <a:pt x="405422" y="177609"/>
                  </a:lnTo>
                  <a:lnTo>
                    <a:pt x="405498" y="179501"/>
                  </a:lnTo>
                  <a:lnTo>
                    <a:pt x="372986" y="141566"/>
                  </a:lnTo>
                  <a:lnTo>
                    <a:pt x="375577" y="142189"/>
                  </a:lnTo>
                  <a:lnTo>
                    <a:pt x="381977" y="141795"/>
                  </a:lnTo>
                  <a:lnTo>
                    <a:pt x="383413" y="141262"/>
                  </a:lnTo>
                  <a:lnTo>
                    <a:pt x="383120" y="142976"/>
                  </a:lnTo>
                  <a:lnTo>
                    <a:pt x="383286" y="146710"/>
                  </a:lnTo>
                  <a:lnTo>
                    <a:pt x="383451" y="150456"/>
                  </a:lnTo>
                  <a:lnTo>
                    <a:pt x="384276" y="153441"/>
                  </a:lnTo>
                  <a:lnTo>
                    <a:pt x="385953" y="153327"/>
                  </a:lnTo>
                  <a:lnTo>
                    <a:pt x="386499" y="150266"/>
                  </a:lnTo>
                  <a:lnTo>
                    <a:pt x="386156" y="142786"/>
                  </a:lnTo>
                  <a:lnTo>
                    <a:pt x="385686" y="141122"/>
                  </a:lnTo>
                  <a:lnTo>
                    <a:pt x="387172" y="141465"/>
                  </a:lnTo>
                  <a:lnTo>
                    <a:pt x="390372" y="141262"/>
                  </a:lnTo>
                  <a:lnTo>
                    <a:pt x="393585" y="141058"/>
                  </a:lnTo>
                  <a:lnTo>
                    <a:pt x="396151" y="140093"/>
                  </a:lnTo>
                  <a:lnTo>
                    <a:pt x="396049" y="138137"/>
                  </a:lnTo>
                  <a:lnTo>
                    <a:pt x="393407" y="137515"/>
                  </a:lnTo>
                  <a:lnTo>
                    <a:pt x="387007" y="137909"/>
                  </a:lnTo>
                  <a:lnTo>
                    <a:pt x="385495" y="138480"/>
                  </a:lnTo>
                  <a:lnTo>
                    <a:pt x="385800" y="136728"/>
                  </a:lnTo>
                  <a:lnTo>
                    <a:pt x="385635" y="132994"/>
                  </a:lnTo>
                  <a:lnTo>
                    <a:pt x="385470" y="129247"/>
                  </a:lnTo>
                  <a:lnTo>
                    <a:pt x="384632" y="126263"/>
                  </a:lnTo>
                  <a:lnTo>
                    <a:pt x="384276" y="126288"/>
                  </a:lnTo>
                  <a:lnTo>
                    <a:pt x="417258" y="87820"/>
                  </a:lnTo>
                  <a:lnTo>
                    <a:pt x="450684" y="126822"/>
                  </a:lnTo>
                  <a:lnTo>
                    <a:pt x="449046" y="126911"/>
                  </a:lnTo>
                  <a:lnTo>
                    <a:pt x="448500" y="129984"/>
                  </a:lnTo>
                  <a:lnTo>
                    <a:pt x="448856" y="137452"/>
                  </a:lnTo>
                  <a:lnTo>
                    <a:pt x="449668" y="140449"/>
                  </a:lnTo>
                  <a:lnTo>
                    <a:pt x="451358" y="140347"/>
                  </a:lnTo>
                  <a:lnTo>
                    <a:pt x="451891" y="137261"/>
                  </a:lnTo>
                  <a:lnTo>
                    <a:pt x="451726" y="133527"/>
                  </a:lnTo>
                  <a:lnTo>
                    <a:pt x="451548" y="129794"/>
                  </a:lnTo>
                  <a:lnTo>
                    <a:pt x="450735" y="126885"/>
                  </a:lnTo>
                  <a:lnTo>
                    <a:pt x="462432" y="140512"/>
                  </a:lnTo>
                  <a:lnTo>
                    <a:pt x="462432" y="129870"/>
                  </a:lnTo>
                  <a:lnTo>
                    <a:pt x="426389" y="87820"/>
                  </a:lnTo>
                  <a:lnTo>
                    <a:pt x="417258" y="77165"/>
                  </a:lnTo>
                  <a:lnTo>
                    <a:pt x="383209" y="116878"/>
                  </a:lnTo>
                  <a:lnTo>
                    <a:pt x="383209" y="138582"/>
                  </a:lnTo>
                  <a:lnTo>
                    <a:pt x="381812" y="138239"/>
                  </a:lnTo>
                  <a:lnTo>
                    <a:pt x="378612" y="138442"/>
                  </a:lnTo>
                  <a:lnTo>
                    <a:pt x="375399" y="138633"/>
                  </a:lnTo>
                  <a:lnTo>
                    <a:pt x="372922" y="139573"/>
                  </a:lnTo>
                  <a:lnTo>
                    <a:pt x="372922" y="141503"/>
                  </a:lnTo>
                  <a:lnTo>
                    <a:pt x="372084" y="140512"/>
                  </a:lnTo>
                  <a:lnTo>
                    <a:pt x="372833" y="139649"/>
                  </a:lnTo>
                  <a:lnTo>
                    <a:pt x="372922" y="141503"/>
                  </a:lnTo>
                  <a:lnTo>
                    <a:pt x="372922" y="139573"/>
                  </a:lnTo>
                  <a:lnTo>
                    <a:pt x="382638" y="128206"/>
                  </a:lnTo>
                  <a:lnTo>
                    <a:pt x="382422" y="129438"/>
                  </a:lnTo>
                  <a:lnTo>
                    <a:pt x="382765" y="136918"/>
                  </a:lnTo>
                  <a:lnTo>
                    <a:pt x="383209" y="138582"/>
                  </a:lnTo>
                  <a:lnTo>
                    <a:pt x="383209" y="116878"/>
                  </a:lnTo>
                  <a:lnTo>
                    <a:pt x="362940" y="140512"/>
                  </a:lnTo>
                  <a:lnTo>
                    <a:pt x="417258" y="203860"/>
                  </a:lnTo>
                  <a:lnTo>
                    <a:pt x="426389" y="193205"/>
                  </a:lnTo>
                  <a:lnTo>
                    <a:pt x="471563" y="140512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0" name="object 2060" descr=""/>
            <p:cNvSpPr/>
            <p:nvPr/>
          </p:nvSpPr>
          <p:spPr>
            <a:xfrm>
              <a:off x="8095678" y="6434042"/>
              <a:ext cx="361315" cy="204470"/>
            </a:xfrm>
            <a:custGeom>
              <a:avLst/>
              <a:gdLst/>
              <a:ahLst/>
              <a:cxnLst/>
              <a:rect l="l" t="t" r="r" b="b"/>
              <a:pathLst>
                <a:path w="361315" h="204470">
                  <a:moveTo>
                    <a:pt x="108623" y="140512"/>
                  </a:moveTo>
                  <a:lnTo>
                    <a:pt x="99491" y="129870"/>
                  </a:lnTo>
                  <a:lnTo>
                    <a:pt x="99491" y="140512"/>
                  </a:lnTo>
                  <a:lnTo>
                    <a:pt x="89369" y="152311"/>
                  </a:lnTo>
                  <a:lnTo>
                    <a:pt x="89649" y="150799"/>
                  </a:lnTo>
                  <a:lnTo>
                    <a:pt x="89306" y="143332"/>
                  </a:lnTo>
                  <a:lnTo>
                    <a:pt x="88836" y="141655"/>
                  </a:lnTo>
                  <a:lnTo>
                    <a:pt x="90322" y="141998"/>
                  </a:lnTo>
                  <a:lnTo>
                    <a:pt x="93522" y="141795"/>
                  </a:lnTo>
                  <a:lnTo>
                    <a:pt x="96735" y="141605"/>
                  </a:lnTo>
                  <a:lnTo>
                    <a:pt x="99301" y="140639"/>
                  </a:lnTo>
                  <a:lnTo>
                    <a:pt x="99275" y="140271"/>
                  </a:lnTo>
                  <a:lnTo>
                    <a:pt x="99491" y="140512"/>
                  </a:lnTo>
                  <a:lnTo>
                    <a:pt x="99491" y="129870"/>
                  </a:lnTo>
                  <a:lnTo>
                    <a:pt x="97586" y="127647"/>
                  </a:lnTo>
                  <a:lnTo>
                    <a:pt x="97586" y="138303"/>
                  </a:lnTo>
                  <a:lnTo>
                    <a:pt x="96558" y="138049"/>
                  </a:lnTo>
                  <a:lnTo>
                    <a:pt x="90157" y="138442"/>
                  </a:lnTo>
                  <a:lnTo>
                    <a:pt x="88646" y="139014"/>
                  </a:lnTo>
                  <a:lnTo>
                    <a:pt x="88950" y="137261"/>
                  </a:lnTo>
                  <a:lnTo>
                    <a:pt x="88785" y="133527"/>
                  </a:lnTo>
                  <a:lnTo>
                    <a:pt x="88607" y="129794"/>
                  </a:lnTo>
                  <a:lnTo>
                    <a:pt x="87972" y="127533"/>
                  </a:lnTo>
                  <a:lnTo>
                    <a:pt x="87972" y="153949"/>
                  </a:lnTo>
                  <a:lnTo>
                    <a:pt x="54317" y="193205"/>
                  </a:lnTo>
                  <a:lnTo>
                    <a:pt x="42633" y="179590"/>
                  </a:lnTo>
                  <a:lnTo>
                    <a:pt x="45212" y="180187"/>
                  </a:lnTo>
                  <a:lnTo>
                    <a:pt x="51625" y="179793"/>
                  </a:lnTo>
                  <a:lnTo>
                    <a:pt x="53047" y="179260"/>
                  </a:lnTo>
                  <a:lnTo>
                    <a:pt x="52755" y="180987"/>
                  </a:lnTo>
                  <a:lnTo>
                    <a:pt x="52920" y="184721"/>
                  </a:lnTo>
                  <a:lnTo>
                    <a:pt x="53098" y="188455"/>
                  </a:lnTo>
                  <a:lnTo>
                    <a:pt x="53924" y="191439"/>
                  </a:lnTo>
                  <a:lnTo>
                    <a:pt x="55600" y="191338"/>
                  </a:lnTo>
                  <a:lnTo>
                    <a:pt x="56134" y="188264"/>
                  </a:lnTo>
                  <a:lnTo>
                    <a:pt x="55791" y="180797"/>
                  </a:lnTo>
                  <a:lnTo>
                    <a:pt x="55333" y="179120"/>
                  </a:lnTo>
                  <a:lnTo>
                    <a:pt x="56819" y="179463"/>
                  </a:lnTo>
                  <a:lnTo>
                    <a:pt x="60020" y="179260"/>
                  </a:lnTo>
                  <a:lnTo>
                    <a:pt x="63220" y="179070"/>
                  </a:lnTo>
                  <a:lnTo>
                    <a:pt x="65786" y="178104"/>
                  </a:lnTo>
                  <a:lnTo>
                    <a:pt x="65697" y="176149"/>
                  </a:lnTo>
                  <a:lnTo>
                    <a:pt x="63055" y="175514"/>
                  </a:lnTo>
                  <a:lnTo>
                    <a:pt x="56642" y="175920"/>
                  </a:lnTo>
                  <a:lnTo>
                    <a:pt x="55130" y="176491"/>
                  </a:lnTo>
                  <a:lnTo>
                    <a:pt x="55435" y="174739"/>
                  </a:lnTo>
                  <a:lnTo>
                    <a:pt x="55270" y="170992"/>
                  </a:lnTo>
                  <a:lnTo>
                    <a:pt x="55105" y="167259"/>
                  </a:lnTo>
                  <a:lnTo>
                    <a:pt x="54279" y="164274"/>
                  </a:lnTo>
                  <a:lnTo>
                    <a:pt x="52603" y="164376"/>
                  </a:lnTo>
                  <a:lnTo>
                    <a:pt x="52057" y="167449"/>
                  </a:lnTo>
                  <a:lnTo>
                    <a:pt x="52400" y="174917"/>
                  </a:lnTo>
                  <a:lnTo>
                    <a:pt x="52857" y="176593"/>
                  </a:lnTo>
                  <a:lnTo>
                    <a:pt x="51460" y="176250"/>
                  </a:lnTo>
                  <a:lnTo>
                    <a:pt x="48247" y="176441"/>
                  </a:lnTo>
                  <a:lnTo>
                    <a:pt x="45046" y="176644"/>
                  </a:lnTo>
                  <a:lnTo>
                    <a:pt x="42481" y="177609"/>
                  </a:lnTo>
                  <a:lnTo>
                    <a:pt x="42557" y="179501"/>
                  </a:lnTo>
                  <a:lnTo>
                    <a:pt x="10045" y="141566"/>
                  </a:lnTo>
                  <a:lnTo>
                    <a:pt x="12636" y="142189"/>
                  </a:lnTo>
                  <a:lnTo>
                    <a:pt x="19037" y="141795"/>
                  </a:lnTo>
                  <a:lnTo>
                    <a:pt x="20472" y="141262"/>
                  </a:lnTo>
                  <a:lnTo>
                    <a:pt x="20180" y="142976"/>
                  </a:lnTo>
                  <a:lnTo>
                    <a:pt x="20345" y="146710"/>
                  </a:lnTo>
                  <a:lnTo>
                    <a:pt x="20510" y="150456"/>
                  </a:lnTo>
                  <a:lnTo>
                    <a:pt x="21336" y="153441"/>
                  </a:lnTo>
                  <a:lnTo>
                    <a:pt x="23012" y="153327"/>
                  </a:lnTo>
                  <a:lnTo>
                    <a:pt x="23558" y="150266"/>
                  </a:lnTo>
                  <a:lnTo>
                    <a:pt x="23215" y="142786"/>
                  </a:lnTo>
                  <a:lnTo>
                    <a:pt x="22758" y="141122"/>
                  </a:lnTo>
                  <a:lnTo>
                    <a:pt x="24231" y="141465"/>
                  </a:lnTo>
                  <a:lnTo>
                    <a:pt x="27444" y="141262"/>
                  </a:lnTo>
                  <a:lnTo>
                    <a:pt x="30645" y="141058"/>
                  </a:lnTo>
                  <a:lnTo>
                    <a:pt x="33210" y="140093"/>
                  </a:lnTo>
                  <a:lnTo>
                    <a:pt x="33108" y="138137"/>
                  </a:lnTo>
                  <a:lnTo>
                    <a:pt x="30480" y="137515"/>
                  </a:lnTo>
                  <a:lnTo>
                    <a:pt x="24066" y="137909"/>
                  </a:lnTo>
                  <a:lnTo>
                    <a:pt x="22555" y="138480"/>
                  </a:lnTo>
                  <a:lnTo>
                    <a:pt x="22860" y="136728"/>
                  </a:lnTo>
                  <a:lnTo>
                    <a:pt x="22694" y="132994"/>
                  </a:lnTo>
                  <a:lnTo>
                    <a:pt x="22529" y="129247"/>
                  </a:lnTo>
                  <a:lnTo>
                    <a:pt x="21704" y="126263"/>
                  </a:lnTo>
                  <a:lnTo>
                    <a:pt x="21336" y="126288"/>
                  </a:lnTo>
                  <a:lnTo>
                    <a:pt x="53098" y="89242"/>
                  </a:lnTo>
                  <a:lnTo>
                    <a:pt x="52679" y="91617"/>
                  </a:lnTo>
                  <a:lnTo>
                    <a:pt x="53022" y="99098"/>
                  </a:lnTo>
                  <a:lnTo>
                    <a:pt x="53467" y="100761"/>
                  </a:lnTo>
                  <a:lnTo>
                    <a:pt x="52070" y="100418"/>
                  </a:lnTo>
                  <a:lnTo>
                    <a:pt x="48869" y="100622"/>
                  </a:lnTo>
                  <a:lnTo>
                    <a:pt x="45669" y="100812"/>
                  </a:lnTo>
                  <a:lnTo>
                    <a:pt x="43103" y="101777"/>
                  </a:lnTo>
                  <a:lnTo>
                    <a:pt x="43192" y="103733"/>
                  </a:lnTo>
                  <a:lnTo>
                    <a:pt x="45834" y="104368"/>
                  </a:lnTo>
                  <a:lnTo>
                    <a:pt x="52247" y="103974"/>
                  </a:lnTo>
                  <a:lnTo>
                    <a:pt x="53670" y="103441"/>
                  </a:lnTo>
                  <a:lnTo>
                    <a:pt x="53378" y="105156"/>
                  </a:lnTo>
                  <a:lnTo>
                    <a:pt x="53543" y="108889"/>
                  </a:lnTo>
                  <a:lnTo>
                    <a:pt x="53721" y="112636"/>
                  </a:lnTo>
                  <a:lnTo>
                    <a:pt x="54546" y="115620"/>
                  </a:lnTo>
                  <a:lnTo>
                    <a:pt x="56222" y="115506"/>
                  </a:lnTo>
                  <a:lnTo>
                    <a:pt x="56756" y="112445"/>
                  </a:lnTo>
                  <a:lnTo>
                    <a:pt x="56413" y="104965"/>
                  </a:lnTo>
                  <a:lnTo>
                    <a:pt x="55956" y="103289"/>
                  </a:lnTo>
                  <a:lnTo>
                    <a:pt x="57442" y="103644"/>
                  </a:lnTo>
                  <a:lnTo>
                    <a:pt x="60642" y="103441"/>
                  </a:lnTo>
                  <a:lnTo>
                    <a:pt x="63842" y="103238"/>
                  </a:lnTo>
                  <a:lnTo>
                    <a:pt x="66408" y="102273"/>
                  </a:lnTo>
                  <a:lnTo>
                    <a:pt x="66382" y="101930"/>
                  </a:lnTo>
                  <a:lnTo>
                    <a:pt x="87744" y="126822"/>
                  </a:lnTo>
                  <a:lnTo>
                    <a:pt x="86106" y="126911"/>
                  </a:lnTo>
                  <a:lnTo>
                    <a:pt x="85572" y="129984"/>
                  </a:lnTo>
                  <a:lnTo>
                    <a:pt x="85915" y="137452"/>
                  </a:lnTo>
                  <a:lnTo>
                    <a:pt x="86360" y="139128"/>
                  </a:lnTo>
                  <a:lnTo>
                    <a:pt x="84963" y="138785"/>
                  </a:lnTo>
                  <a:lnTo>
                    <a:pt x="81762" y="138976"/>
                  </a:lnTo>
                  <a:lnTo>
                    <a:pt x="78549" y="139179"/>
                  </a:lnTo>
                  <a:lnTo>
                    <a:pt x="75984" y="140144"/>
                  </a:lnTo>
                  <a:lnTo>
                    <a:pt x="76085" y="142100"/>
                  </a:lnTo>
                  <a:lnTo>
                    <a:pt x="78714" y="142722"/>
                  </a:lnTo>
                  <a:lnTo>
                    <a:pt x="85128" y="142328"/>
                  </a:lnTo>
                  <a:lnTo>
                    <a:pt x="86563" y="141795"/>
                  </a:lnTo>
                  <a:lnTo>
                    <a:pt x="86271" y="143510"/>
                  </a:lnTo>
                  <a:lnTo>
                    <a:pt x="86436" y="147256"/>
                  </a:lnTo>
                  <a:lnTo>
                    <a:pt x="86601" y="150990"/>
                  </a:lnTo>
                  <a:lnTo>
                    <a:pt x="87426" y="153974"/>
                  </a:lnTo>
                  <a:lnTo>
                    <a:pt x="87972" y="153949"/>
                  </a:lnTo>
                  <a:lnTo>
                    <a:pt x="87972" y="127533"/>
                  </a:lnTo>
                  <a:lnTo>
                    <a:pt x="87795" y="126885"/>
                  </a:lnTo>
                  <a:lnTo>
                    <a:pt x="97586" y="138303"/>
                  </a:lnTo>
                  <a:lnTo>
                    <a:pt x="97586" y="127647"/>
                  </a:lnTo>
                  <a:lnTo>
                    <a:pt x="64681" y="89268"/>
                  </a:lnTo>
                  <a:lnTo>
                    <a:pt x="64681" y="99936"/>
                  </a:lnTo>
                  <a:lnTo>
                    <a:pt x="63677" y="99695"/>
                  </a:lnTo>
                  <a:lnTo>
                    <a:pt x="57264" y="100088"/>
                  </a:lnTo>
                  <a:lnTo>
                    <a:pt x="55753" y="100660"/>
                  </a:lnTo>
                  <a:lnTo>
                    <a:pt x="56057" y="98907"/>
                  </a:lnTo>
                  <a:lnTo>
                    <a:pt x="55892" y="95173"/>
                  </a:lnTo>
                  <a:lnTo>
                    <a:pt x="55727" y="91427"/>
                  </a:lnTo>
                  <a:lnTo>
                    <a:pt x="54914" y="88531"/>
                  </a:lnTo>
                  <a:lnTo>
                    <a:pt x="64681" y="99936"/>
                  </a:lnTo>
                  <a:lnTo>
                    <a:pt x="64681" y="89268"/>
                  </a:lnTo>
                  <a:lnTo>
                    <a:pt x="63449" y="87820"/>
                  </a:lnTo>
                  <a:lnTo>
                    <a:pt x="54851" y="77800"/>
                  </a:lnTo>
                  <a:lnTo>
                    <a:pt x="54851" y="88455"/>
                  </a:lnTo>
                  <a:lnTo>
                    <a:pt x="53708" y="88531"/>
                  </a:lnTo>
                  <a:lnTo>
                    <a:pt x="54317" y="87820"/>
                  </a:lnTo>
                  <a:lnTo>
                    <a:pt x="54851" y="88455"/>
                  </a:lnTo>
                  <a:lnTo>
                    <a:pt x="54851" y="77800"/>
                  </a:lnTo>
                  <a:lnTo>
                    <a:pt x="54317" y="77165"/>
                  </a:lnTo>
                  <a:lnTo>
                    <a:pt x="20269" y="116878"/>
                  </a:lnTo>
                  <a:lnTo>
                    <a:pt x="20269" y="138582"/>
                  </a:lnTo>
                  <a:lnTo>
                    <a:pt x="18872" y="138239"/>
                  </a:lnTo>
                  <a:lnTo>
                    <a:pt x="15671" y="138442"/>
                  </a:lnTo>
                  <a:lnTo>
                    <a:pt x="12471" y="138633"/>
                  </a:lnTo>
                  <a:lnTo>
                    <a:pt x="9982" y="139585"/>
                  </a:lnTo>
                  <a:lnTo>
                    <a:pt x="9982" y="141503"/>
                  </a:lnTo>
                  <a:lnTo>
                    <a:pt x="9144" y="140512"/>
                  </a:lnTo>
                  <a:lnTo>
                    <a:pt x="9906" y="139623"/>
                  </a:lnTo>
                  <a:lnTo>
                    <a:pt x="9982" y="141503"/>
                  </a:lnTo>
                  <a:lnTo>
                    <a:pt x="9982" y="139585"/>
                  </a:lnTo>
                  <a:lnTo>
                    <a:pt x="19697" y="128206"/>
                  </a:lnTo>
                  <a:lnTo>
                    <a:pt x="19481" y="129438"/>
                  </a:lnTo>
                  <a:lnTo>
                    <a:pt x="19824" y="136918"/>
                  </a:lnTo>
                  <a:lnTo>
                    <a:pt x="20269" y="138582"/>
                  </a:lnTo>
                  <a:lnTo>
                    <a:pt x="20269" y="116878"/>
                  </a:lnTo>
                  <a:lnTo>
                    <a:pt x="0" y="140512"/>
                  </a:lnTo>
                  <a:lnTo>
                    <a:pt x="54317" y="203860"/>
                  </a:lnTo>
                  <a:lnTo>
                    <a:pt x="63449" y="193205"/>
                  </a:lnTo>
                  <a:lnTo>
                    <a:pt x="108623" y="140512"/>
                  </a:lnTo>
                  <a:close/>
                </a:path>
                <a:path w="361315" h="204470">
                  <a:moveTo>
                    <a:pt x="165887" y="102273"/>
                  </a:moveTo>
                  <a:lnTo>
                    <a:pt x="165798" y="100317"/>
                  </a:lnTo>
                  <a:lnTo>
                    <a:pt x="163156" y="99695"/>
                  </a:lnTo>
                  <a:lnTo>
                    <a:pt x="156743" y="100088"/>
                  </a:lnTo>
                  <a:lnTo>
                    <a:pt x="155232" y="100660"/>
                  </a:lnTo>
                  <a:lnTo>
                    <a:pt x="155536" y="98907"/>
                  </a:lnTo>
                  <a:lnTo>
                    <a:pt x="155371" y="95173"/>
                  </a:lnTo>
                  <a:lnTo>
                    <a:pt x="155206" y="91427"/>
                  </a:lnTo>
                  <a:lnTo>
                    <a:pt x="154381" y="88442"/>
                  </a:lnTo>
                  <a:lnTo>
                    <a:pt x="152704" y="88557"/>
                  </a:lnTo>
                  <a:lnTo>
                    <a:pt x="152158" y="91617"/>
                  </a:lnTo>
                  <a:lnTo>
                    <a:pt x="152501" y="99098"/>
                  </a:lnTo>
                  <a:lnTo>
                    <a:pt x="152946" y="100761"/>
                  </a:lnTo>
                  <a:lnTo>
                    <a:pt x="151549" y="100418"/>
                  </a:lnTo>
                  <a:lnTo>
                    <a:pt x="148348" y="100622"/>
                  </a:lnTo>
                  <a:lnTo>
                    <a:pt x="145148" y="100812"/>
                  </a:lnTo>
                  <a:lnTo>
                    <a:pt x="142582" y="101777"/>
                  </a:lnTo>
                  <a:lnTo>
                    <a:pt x="142671" y="103733"/>
                  </a:lnTo>
                  <a:lnTo>
                    <a:pt x="145313" y="104368"/>
                  </a:lnTo>
                  <a:lnTo>
                    <a:pt x="151726" y="103974"/>
                  </a:lnTo>
                  <a:lnTo>
                    <a:pt x="153149" y="103441"/>
                  </a:lnTo>
                  <a:lnTo>
                    <a:pt x="152857" y="105156"/>
                  </a:lnTo>
                  <a:lnTo>
                    <a:pt x="153022" y="108889"/>
                  </a:lnTo>
                  <a:lnTo>
                    <a:pt x="153187" y="112636"/>
                  </a:lnTo>
                  <a:lnTo>
                    <a:pt x="154025" y="115620"/>
                  </a:lnTo>
                  <a:lnTo>
                    <a:pt x="155689" y="115506"/>
                  </a:lnTo>
                  <a:lnTo>
                    <a:pt x="156235" y="112445"/>
                  </a:lnTo>
                  <a:lnTo>
                    <a:pt x="155892" y="104965"/>
                  </a:lnTo>
                  <a:lnTo>
                    <a:pt x="155435" y="103289"/>
                  </a:lnTo>
                  <a:lnTo>
                    <a:pt x="156921" y="103644"/>
                  </a:lnTo>
                  <a:lnTo>
                    <a:pt x="160121" y="103441"/>
                  </a:lnTo>
                  <a:lnTo>
                    <a:pt x="163322" y="103238"/>
                  </a:lnTo>
                  <a:lnTo>
                    <a:pt x="165887" y="102273"/>
                  </a:lnTo>
                  <a:close/>
                </a:path>
                <a:path w="361315" h="204470">
                  <a:moveTo>
                    <a:pt x="198767" y="140639"/>
                  </a:moveTo>
                  <a:lnTo>
                    <a:pt x="198678" y="138684"/>
                  </a:lnTo>
                  <a:lnTo>
                    <a:pt x="196037" y="138049"/>
                  </a:lnTo>
                  <a:lnTo>
                    <a:pt x="189636" y="138442"/>
                  </a:lnTo>
                  <a:lnTo>
                    <a:pt x="188125" y="139014"/>
                  </a:lnTo>
                  <a:lnTo>
                    <a:pt x="188429" y="137261"/>
                  </a:lnTo>
                  <a:lnTo>
                    <a:pt x="188264" y="133527"/>
                  </a:lnTo>
                  <a:lnTo>
                    <a:pt x="188087" y="129794"/>
                  </a:lnTo>
                  <a:lnTo>
                    <a:pt x="187261" y="126809"/>
                  </a:lnTo>
                  <a:lnTo>
                    <a:pt x="185585" y="126911"/>
                  </a:lnTo>
                  <a:lnTo>
                    <a:pt x="185039" y="129984"/>
                  </a:lnTo>
                  <a:lnTo>
                    <a:pt x="185394" y="137452"/>
                  </a:lnTo>
                  <a:lnTo>
                    <a:pt x="185839" y="139128"/>
                  </a:lnTo>
                  <a:lnTo>
                    <a:pt x="184442" y="138785"/>
                  </a:lnTo>
                  <a:lnTo>
                    <a:pt x="181229" y="138976"/>
                  </a:lnTo>
                  <a:lnTo>
                    <a:pt x="178028" y="139179"/>
                  </a:lnTo>
                  <a:lnTo>
                    <a:pt x="175463" y="140144"/>
                  </a:lnTo>
                  <a:lnTo>
                    <a:pt x="175564" y="142100"/>
                  </a:lnTo>
                  <a:lnTo>
                    <a:pt x="178193" y="142722"/>
                  </a:lnTo>
                  <a:lnTo>
                    <a:pt x="184607" y="142328"/>
                  </a:lnTo>
                  <a:lnTo>
                    <a:pt x="186042" y="141795"/>
                  </a:lnTo>
                  <a:lnTo>
                    <a:pt x="185737" y="143510"/>
                  </a:lnTo>
                  <a:lnTo>
                    <a:pt x="185915" y="147256"/>
                  </a:lnTo>
                  <a:lnTo>
                    <a:pt x="186080" y="150990"/>
                  </a:lnTo>
                  <a:lnTo>
                    <a:pt x="186905" y="153974"/>
                  </a:lnTo>
                  <a:lnTo>
                    <a:pt x="188582" y="153873"/>
                  </a:lnTo>
                  <a:lnTo>
                    <a:pt x="189128" y="150799"/>
                  </a:lnTo>
                  <a:lnTo>
                    <a:pt x="188785" y="143332"/>
                  </a:lnTo>
                  <a:lnTo>
                    <a:pt x="188315" y="141655"/>
                  </a:lnTo>
                  <a:lnTo>
                    <a:pt x="189801" y="141998"/>
                  </a:lnTo>
                  <a:lnTo>
                    <a:pt x="193001" y="141795"/>
                  </a:lnTo>
                  <a:lnTo>
                    <a:pt x="196202" y="141605"/>
                  </a:lnTo>
                  <a:lnTo>
                    <a:pt x="198767" y="140639"/>
                  </a:lnTo>
                  <a:close/>
                </a:path>
                <a:path w="361315" h="204470">
                  <a:moveTo>
                    <a:pt x="310451" y="140512"/>
                  </a:moveTo>
                  <a:lnTo>
                    <a:pt x="301320" y="129870"/>
                  </a:lnTo>
                  <a:lnTo>
                    <a:pt x="301320" y="140512"/>
                  </a:lnTo>
                  <a:lnTo>
                    <a:pt x="291198" y="152311"/>
                  </a:lnTo>
                  <a:lnTo>
                    <a:pt x="291477" y="150799"/>
                  </a:lnTo>
                  <a:lnTo>
                    <a:pt x="291134" y="143332"/>
                  </a:lnTo>
                  <a:lnTo>
                    <a:pt x="290677" y="141655"/>
                  </a:lnTo>
                  <a:lnTo>
                    <a:pt x="292150" y="141998"/>
                  </a:lnTo>
                  <a:lnTo>
                    <a:pt x="295363" y="141795"/>
                  </a:lnTo>
                  <a:lnTo>
                    <a:pt x="298564" y="141605"/>
                  </a:lnTo>
                  <a:lnTo>
                    <a:pt x="301129" y="140639"/>
                  </a:lnTo>
                  <a:lnTo>
                    <a:pt x="301104" y="140271"/>
                  </a:lnTo>
                  <a:lnTo>
                    <a:pt x="301320" y="140512"/>
                  </a:lnTo>
                  <a:lnTo>
                    <a:pt x="301320" y="129870"/>
                  </a:lnTo>
                  <a:lnTo>
                    <a:pt x="299415" y="127647"/>
                  </a:lnTo>
                  <a:lnTo>
                    <a:pt x="299415" y="138303"/>
                  </a:lnTo>
                  <a:lnTo>
                    <a:pt x="298399" y="138049"/>
                  </a:lnTo>
                  <a:lnTo>
                    <a:pt x="291985" y="138442"/>
                  </a:lnTo>
                  <a:lnTo>
                    <a:pt x="290474" y="139014"/>
                  </a:lnTo>
                  <a:lnTo>
                    <a:pt x="290779" y="137261"/>
                  </a:lnTo>
                  <a:lnTo>
                    <a:pt x="290614" y="133527"/>
                  </a:lnTo>
                  <a:lnTo>
                    <a:pt x="290449" y="129794"/>
                  </a:lnTo>
                  <a:lnTo>
                    <a:pt x="289801" y="127495"/>
                  </a:lnTo>
                  <a:lnTo>
                    <a:pt x="289801" y="153949"/>
                  </a:lnTo>
                  <a:lnTo>
                    <a:pt x="256146" y="193205"/>
                  </a:lnTo>
                  <a:lnTo>
                    <a:pt x="244462" y="179578"/>
                  </a:lnTo>
                  <a:lnTo>
                    <a:pt x="247040" y="180187"/>
                  </a:lnTo>
                  <a:lnTo>
                    <a:pt x="253453" y="179793"/>
                  </a:lnTo>
                  <a:lnTo>
                    <a:pt x="254876" y="179260"/>
                  </a:lnTo>
                  <a:lnTo>
                    <a:pt x="254584" y="180987"/>
                  </a:lnTo>
                  <a:lnTo>
                    <a:pt x="254762" y="184721"/>
                  </a:lnTo>
                  <a:lnTo>
                    <a:pt x="254927" y="188455"/>
                  </a:lnTo>
                  <a:lnTo>
                    <a:pt x="255752" y="191439"/>
                  </a:lnTo>
                  <a:lnTo>
                    <a:pt x="257429" y="191338"/>
                  </a:lnTo>
                  <a:lnTo>
                    <a:pt x="257975" y="188264"/>
                  </a:lnTo>
                  <a:lnTo>
                    <a:pt x="257632" y="180797"/>
                  </a:lnTo>
                  <a:lnTo>
                    <a:pt x="257162" y="179120"/>
                  </a:lnTo>
                  <a:lnTo>
                    <a:pt x="258648" y="179463"/>
                  </a:lnTo>
                  <a:lnTo>
                    <a:pt x="261848" y="179260"/>
                  </a:lnTo>
                  <a:lnTo>
                    <a:pt x="265049" y="179070"/>
                  </a:lnTo>
                  <a:lnTo>
                    <a:pt x="267614" y="178104"/>
                  </a:lnTo>
                  <a:lnTo>
                    <a:pt x="267525" y="176149"/>
                  </a:lnTo>
                  <a:lnTo>
                    <a:pt x="264883" y="175514"/>
                  </a:lnTo>
                  <a:lnTo>
                    <a:pt x="258483" y="175920"/>
                  </a:lnTo>
                  <a:lnTo>
                    <a:pt x="256971" y="176491"/>
                  </a:lnTo>
                  <a:lnTo>
                    <a:pt x="257276" y="174739"/>
                  </a:lnTo>
                  <a:lnTo>
                    <a:pt x="257111" y="170992"/>
                  </a:lnTo>
                  <a:lnTo>
                    <a:pt x="256933" y="167259"/>
                  </a:lnTo>
                  <a:lnTo>
                    <a:pt x="256108" y="164274"/>
                  </a:lnTo>
                  <a:lnTo>
                    <a:pt x="254431" y="164376"/>
                  </a:lnTo>
                  <a:lnTo>
                    <a:pt x="253885" y="167449"/>
                  </a:lnTo>
                  <a:lnTo>
                    <a:pt x="254241" y="174917"/>
                  </a:lnTo>
                  <a:lnTo>
                    <a:pt x="254685" y="176593"/>
                  </a:lnTo>
                  <a:lnTo>
                    <a:pt x="253288" y="176250"/>
                  </a:lnTo>
                  <a:lnTo>
                    <a:pt x="250075" y="176441"/>
                  </a:lnTo>
                  <a:lnTo>
                    <a:pt x="246875" y="176644"/>
                  </a:lnTo>
                  <a:lnTo>
                    <a:pt x="244309" y="177609"/>
                  </a:lnTo>
                  <a:lnTo>
                    <a:pt x="244398" y="179527"/>
                  </a:lnTo>
                  <a:lnTo>
                    <a:pt x="211874" y="141566"/>
                  </a:lnTo>
                  <a:lnTo>
                    <a:pt x="214464" y="142189"/>
                  </a:lnTo>
                  <a:lnTo>
                    <a:pt x="220865" y="141795"/>
                  </a:lnTo>
                  <a:lnTo>
                    <a:pt x="222300" y="141262"/>
                  </a:lnTo>
                  <a:lnTo>
                    <a:pt x="222008" y="142976"/>
                  </a:lnTo>
                  <a:lnTo>
                    <a:pt x="222173" y="146710"/>
                  </a:lnTo>
                  <a:lnTo>
                    <a:pt x="222338" y="150456"/>
                  </a:lnTo>
                  <a:lnTo>
                    <a:pt x="223177" y="153441"/>
                  </a:lnTo>
                  <a:lnTo>
                    <a:pt x="224840" y="153327"/>
                  </a:lnTo>
                  <a:lnTo>
                    <a:pt x="225386" y="150266"/>
                  </a:lnTo>
                  <a:lnTo>
                    <a:pt x="225044" y="142786"/>
                  </a:lnTo>
                  <a:lnTo>
                    <a:pt x="224586" y="141122"/>
                  </a:lnTo>
                  <a:lnTo>
                    <a:pt x="226060" y="141465"/>
                  </a:lnTo>
                  <a:lnTo>
                    <a:pt x="229273" y="141262"/>
                  </a:lnTo>
                  <a:lnTo>
                    <a:pt x="232473" y="141058"/>
                  </a:lnTo>
                  <a:lnTo>
                    <a:pt x="235038" y="140093"/>
                  </a:lnTo>
                  <a:lnTo>
                    <a:pt x="234950" y="138137"/>
                  </a:lnTo>
                  <a:lnTo>
                    <a:pt x="232308" y="137515"/>
                  </a:lnTo>
                  <a:lnTo>
                    <a:pt x="225894" y="137909"/>
                  </a:lnTo>
                  <a:lnTo>
                    <a:pt x="224383" y="138480"/>
                  </a:lnTo>
                  <a:lnTo>
                    <a:pt x="224688" y="136728"/>
                  </a:lnTo>
                  <a:lnTo>
                    <a:pt x="224523" y="132994"/>
                  </a:lnTo>
                  <a:lnTo>
                    <a:pt x="224358" y="129247"/>
                  </a:lnTo>
                  <a:lnTo>
                    <a:pt x="223532" y="126263"/>
                  </a:lnTo>
                  <a:lnTo>
                    <a:pt x="223164" y="126288"/>
                  </a:lnTo>
                  <a:lnTo>
                    <a:pt x="254927" y="89242"/>
                  </a:lnTo>
                  <a:lnTo>
                    <a:pt x="254508" y="91617"/>
                  </a:lnTo>
                  <a:lnTo>
                    <a:pt x="254863" y="99098"/>
                  </a:lnTo>
                  <a:lnTo>
                    <a:pt x="255308" y="100761"/>
                  </a:lnTo>
                  <a:lnTo>
                    <a:pt x="253911" y="100418"/>
                  </a:lnTo>
                  <a:lnTo>
                    <a:pt x="250698" y="100622"/>
                  </a:lnTo>
                  <a:lnTo>
                    <a:pt x="247497" y="100812"/>
                  </a:lnTo>
                  <a:lnTo>
                    <a:pt x="244932" y="101777"/>
                  </a:lnTo>
                  <a:lnTo>
                    <a:pt x="245033" y="103733"/>
                  </a:lnTo>
                  <a:lnTo>
                    <a:pt x="247662" y="104368"/>
                  </a:lnTo>
                  <a:lnTo>
                    <a:pt x="254076" y="103974"/>
                  </a:lnTo>
                  <a:lnTo>
                    <a:pt x="255498" y="103441"/>
                  </a:lnTo>
                  <a:lnTo>
                    <a:pt x="255206" y="105156"/>
                  </a:lnTo>
                  <a:lnTo>
                    <a:pt x="255384" y="108889"/>
                  </a:lnTo>
                  <a:lnTo>
                    <a:pt x="255549" y="112636"/>
                  </a:lnTo>
                  <a:lnTo>
                    <a:pt x="256374" y="115620"/>
                  </a:lnTo>
                  <a:lnTo>
                    <a:pt x="258051" y="115506"/>
                  </a:lnTo>
                  <a:lnTo>
                    <a:pt x="258597" y="112445"/>
                  </a:lnTo>
                  <a:lnTo>
                    <a:pt x="258241" y="104965"/>
                  </a:lnTo>
                  <a:lnTo>
                    <a:pt x="257784" y="103289"/>
                  </a:lnTo>
                  <a:lnTo>
                    <a:pt x="259270" y="103644"/>
                  </a:lnTo>
                  <a:lnTo>
                    <a:pt x="262470" y="103441"/>
                  </a:lnTo>
                  <a:lnTo>
                    <a:pt x="265671" y="103238"/>
                  </a:lnTo>
                  <a:lnTo>
                    <a:pt x="268236" y="102273"/>
                  </a:lnTo>
                  <a:lnTo>
                    <a:pt x="268211" y="101930"/>
                  </a:lnTo>
                  <a:lnTo>
                    <a:pt x="289572" y="126822"/>
                  </a:lnTo>
                  <a:lnTo>
                    <a:pt x="287947" y="126911"/>
                  </a:lnTo>
                  <a:lnTo>
                    <a:pt x="287401" y="129984"/>
                  </a:lnTo>
                  <a:lnTo>
                    <a:pt x="287743" y="137452"/>
                  </a:lnTo>
                  <a:lnTo>
                    <a:pt x="288188" y="139128"/>
                  </a:lnTo>
                  <a:lnTo>
                    <a:pt x="286791" y="138785"/>
                  </a:lnTo>
                  <a:lnTo>
                    <a:pt x="283591" y="138976"/>
                  </a:lnTo>
                  <a:lnTo>
                    <a:pt x="280377" y="139179"/>
                  </a:lnTo>
                  <a:lnTo>
                    <a:pt x="277812" y="140144"/>
                  </a:lnTo>
                  <a:lnTo>
                    <a:pt x="277914" y="142100"/>
                  </a:lnTo>
                  <a:lnTo>
                    <a:pt x="280555" y="142722"/>
                  </a:lnTo>
                  <a:lnTo>
                    <a:pt x="286956" y="142328"/>
                  </a:lnTo>
                  <a:lnTo>
                    <a:pt x="288391" y="141795"/>
                  </a:lnTo>
                  <a:lnTo>
                    <a:pt x="288099" y="143510"/>
                  </a:lnTo>
                  <a:lnTo>
                    <a:pt x="288264" y="147256"/>
                  </a:lnTo>
                  <a:lnTo>
                    <a:pt x="288429" y="150990"/>
                  </a:lnTo>
                  <a:lnTo>
                    <a:pt x="289255" y="153974"/>
                  </a:lnTo>
                  <a:lnTo>
                    <a:pt x="289801" y="153949"/>
                  </a:lnTo>
                  <a:lnTo>
                    <a:pt x="289801" y="127495"/>
                  </a:lnTo>
                  <a:lnTo>
                    <a:pt x="289636" y="126898"/>
                  </a:lnTo>
                  <a:lnTo>
                    <a:pt x="299415" y="138303"/>
                  </a:lnTo>
                  <a:lnTo>
                    <a:pt x="299415" y="127647"/>
                  </a:lnTo>
                  <a:lnTo>
                    <a:pt x="266509" y="89255"/>
                  </a:lnTo>
                  <a:lnTo>
                    <a:pt x="266509" y="99936"/>
                  </a:lnTo>
                  <a:lnTo>
                    <a:pt x="265506" y="99695"/>
                  </a:lnTo>
                  <a:lnTo>
                    <a:pt x="259105" y="100088"/>
                  </a:lnTo>
                  <a:lnTo>
                    <a:pt x="257594" y="100660"/>
                  </a:lnTo>
                  <a:lnTo>
                    <a:pt x="257898" y="98907"/>
                  </a:lnTo>
                  <a:lnTo>
                    <a:pt x="257721" y="95173"/>
                  </a:lnTo>
                  <a:lnTo>
                    <a:pt x="257556" y="91427"/>
                  </a:lnTo>
                  <a:lnTo>
                    <a:pt x="256743" y="88531"/>
                  </a:lnTo>
                  <a:lnTo>
                    <a:pt x="266509" y="99936"/>
                  </a:lnTo>
                  <a:lnTo>
                    <a:pt x="266509" y="89255"/>
                  </a:lnTo>
                  <a:lnTo>
                    <a:pt x="265290" y="87820"/>
                  </a:lnTo>
                  <a:lnTo>
                    <a:pt x="256679" y="77787"/>
                  </a:lnTo>
                  <a:lnTo>
                    <a:pt x="256679" y="88455"/>
                  </a:lnTo>
                  <a:lnTo>
                    <a:pt x="255536" y="88531"/>
                  </a:lnTo>
                  <a:lnTo>
                    <a:pt x="256146" y="87820"/>
                  </a:lnTo>
                  <a:lnTo>
                    <a:pt x="256679" y="88455"/>
                  </a:lnTo>
                  <a:lnTo>
                    <a:pt x="256679" y="77787"/>
                  </a:lnTo>
                  <a:lnTo>
                    <a:pt x="256146" y="77165"/>
                  </a:lnTo>
                  <a:lnTo>
                    <a:pt x="222097" y="116890"/>
                  </a:lnTo>
                  <a:lnTo>
                    <a:pt x="222097" y="138582"/>
                  </a:lnTo>
                  <a:lnTo>
                    <a:pt x="220700" y="138239"/>
                  </a:lnTo>
                  <a:lnTo>
                    <a:pt x="217500" y="138442"/>
                  </a:lnTo>
                  <a:lnTo>
                    <a:pt x="214299" y="138633"/>
                  </a:lnTo>
                  <a:lnTo>
                    <a:pt x="211810" y="139585"/>
                  </a:lnTo>
                  <a:lnTo>
                    <a:pt x="211810" y="141503"/>
                  </a:lnTo>
                  <a:lnTo>
                    <a:pt x="210972" y="140512"/>
                  </a:lnTo>
                  <a:lnTo>
                    <a:pt x="211734" y="139623"/>
                  </a:lnTo>
                  <a:lnTo>
                    <a:pt x="211810" y="141503"/>
                  </a:lnTo>
                  <a:lnTo>
                    <a:pt x="211810" y="139585"/>
                  </a:lnTo>
                  <a:lnTo>
                    <a:pt x="221526" y="128206"/>
                  </a:lnTo>
                  <a:lnTo>
                    <a:pt x="221310" y="129438"/>
                  </a:lnTo>
                  <a:lnTo>
                    <a:pt x="221653" y="136918"/>
                  </a:lnTo>
                  <a:lnTo>
                    <a:pt x="222097" y="138582"/>
                  </a:lnTo>
                  <a:lnTo>
                    <a:pt x="222097" y="116890"/>
                  </a:lnTo>
                  <a:lnTo>
                    <a:pt x="201841" y="140512"/>
                  </a:lnTo>
                  <a:lnTo>
                    <a:pt x="256146" y="203860"/>
                  </a:lnTo>
                  <a:lnTo>
                    <a:pt x="265290" y="193205"/>
                  </a:lnTo>
                  <a:lnTo>
                    <a:pt x="310451" y="140512"/>
                  </a:lnTo>
                  <a:close/>
                </a:path>
                <a:path w="361315" h="204470">
                  <a:moveTo>
                    <a:pt x="360997" y="63347"/>
                  </a:moveTo>
                  <a:lnTo>
                    <a:pt x="351866" y="52705"/>
                  </a:lnTo>
                  <a:lnTo>
                    <a:pt x="351866" y="63347"/>
                  </a:lnTo>
                  <a:lnTo>
                    <a:pt x="341757" y="75145"/>
                  </a:lnTo>
                  <a:lnTo>
                    <a:pt x="342023" y="73647"/>
                  </a:lnTo>
                  <a:lnTo>
                    <a:pt x="341680" y="66167"/>
                  </a:lnTo>
                  <a:lnTo>
                    <a:pt x="340855" y="63169"/>
                  </a:lnTo>
                  <a:lnTo>
                    <a:pt x="341325" y="60109"/>
                  </a:lnTo>
                  <a:lnTo>
                    <a:pt x="341160" y="56362"/>
                  </a:lnTo>
                  <a:lnTo>
                    <a:pt x="340982" y="52628"/>
                  </a:lnTo>
                  <a:lnTo>
                    <a:pt x="340347" y="50368"/>
                  </a:lnTo>
                  <a:lnTo>
                    <a:pt x="340347" y="76784"/>
                  </a:lnTo>
                  <a:lnTo>
                    <a:pt x="306692" y="116039"/>
                  </a:lnTo>
                  <a:lnTo>
                    <a:pt x="295008" y="102425"/>
                  </a:lnTo>
                  <a:lnTo>
                    <a:pt x="297586" y="103035"/>
                  </a:lnTo>
                  <a:lnTo>
                    <a:pt x="303999" y="102628"/>
                  </a:lnTo>
                  <a:lnTo>
                    <a:pt x="305422" y="102108"/>
                  </a:lnTo>
                  <a:lnTo>
                    <a:pt x="305130" y="103822"/>
                  </a:lnTo>
                  <a:lnTo>
                    <a:pt x="305295" y="107556"/>
                  </a:lnTo>
                  <a:lnTo>
                    <a:pt x="305473" y="111302"/>
                  </a:lnTo>
                  <a:lnTo>
                    <a:pt x="306298" y="114287"/>
                  </a:lnTo>
                  <a:lnTo>
                    <a:pt x="307975" y="114173"/>
                  </a:lnTo>
                  <a:lnTo>
                    <a:pt x="308521" y="111112"/>
                  </a:lnTo>
                  <a:lnTo>
                    <a:pt x="308165" y="103632"/>
                  </a:lnTo>
                  <a:lnTo>
                    <a:pt x="307708" y="101955"/>
                  </a:lnTo>
                  <a:lnTo>
                    <a:pt x="309194" y="102298"/>
                  </a:lnTo>
                  <a:lnTo>
                    <a:pt x="312394" y="102108"/>
                  </a:lnTo>
                  <a:lnTo>
                    <a:pt x="315595" y="101904"/>
                  </a:lnTo>
                  <a:lnTo>
                    <a:pt x="318160" y="100939"/>
                  </a:lnTo>
                  <a:lnTo>
                    <a:pt x="318071" y="98983"/>
                  </a:lnTo>
                  <a:lnTo>
                    <a:pt x="315429" y="98361"/>
                  </a:lnTo>
                  <a:lnTo>
                    <a:pt x="309016" y="98755"/>
                  </a:lnTo>
                  <a:lnTo>
                    <a:pt x="307505" y="99326"/>
                  </a:lnTo>
                  <a:lnTo>
                    <a:pt x="307822" y="97574"/>
                  </a:lnTo>
                  <a:lnTo>
                    <a:pt x="307644" y="93827"/>
                  </a:lnTo>
                  <a:lnTo>
                    <a:pt x="307479" y="90093"/>
                  </a:lnTo>
                  <a:lnTo>
                    <a:pt x="306654" y="87109"/>
                  </a:lnTo>
                  <a:lnTo>
                    <a:pt x="304977" y="87210"/>
                  </a:lnTo>
                  <a:lnTo>
                    <a:pt x="304431" y="90284"/>
                  </a:lnTo>
                  <a:lnTo>
                    <a:pt x="304774" y="97764"/>
                  </a:lnTo>
                  <a:lnTo>
                    <a:pt x="305219" y="99428"/>
                  </a:lnTo>
                  <a:lnTo>
                    <a:pt x="303822" y="99085"/>
                  </a:lnTo>
                  <a:lnTo>
                    <a:pt x="300621" y="99288"/>
                  </a:lnTo>
                  <a:lnTo>
                    <a:pt x="297421" y="99479"/>
                  </a:lnTo>
                  <a:lnTo>
                    <a:pt x="294855" y="100444"/>
                  </a:lnTo>
                  <a:lnTo>
                    <a:pt x="294932" y="102349"/>
                  </a:lnTo>
                  <a:lnTo>
                    <a:pt x="262432" y="64427"/>
                  </a:lnTo>
                  <a:lnTo>
                    <a:pt x="265010" y="65024"/>
                  </a:lnTo>
                  <a:lnTo>
                    <a:pt x="271411" y="64630"/>
                  </a:lnTo>
                  <a:lnTo>
                    <a:pt x="272846" y="64096"/>
                  </a:lnTo>
                  <a:lnTo>
                    <a:pt x="272554" y="65811"/>
                  </a:lnTo>
                  <a:lnTo>
                    <a:pt x="272719" y="69557"/>
                  </a:lnTo>
                  <a:lnTo>
                    <a:pt x="272884" y="73291"/>
                  </a:lnTo>
                  <a:lnTo>
                    <a:pt x="273710" y="76276"/>
                  </a:lnTo>
                  <a:lnTo>
                    <a:pt x="275386" y="76174"/>
                  </a:lnTo>
                  <a:lnTo>
                    <a:pt x="275932" y="73101"/>
                  </a:lnTo>
                  <a:lnTo>
                    <a:pt x="275590" y="65620"/>
                  </a:lnTo>
                  <a:lnTo>
                    <a:pt x="275132" y="63957"/>
                  </a:lnTo>
                  <a:lnTo>
                    <a:pt x="276606" y="64300"/>
                  </a:lnTo>
                  <a:lnTo>
                    <a:pt x="279819" y="64096"/>
                  </a:lnTo>
                  <a:lnTo>
                    <a:pt x="283019" y="63906"/>
                  </a:lnTo>
                  <a:lnTo>
                    <a:pt x="285584" y="62941"/>
                  </a:lnTo>
                  <a:lnTo>
                    <a:pt x="285483" y="60972"/>
                  </a:lnTo>
                  <a:lnTo>
                    <a:pt x="282854" y="60350"/>
                  </a:lnTo>
                  <a:lnTo>
                    <a:pt x="276440" y="60744"/>
                  </a:lnTo>
                  <a:lnTo>
                    <a:pt x="274929" y="61315"/>
                  </a:lnTo>
                  <a:lnTo>
                    <a:pt x="275234" y="59563"/>
                  </a:lnTo>
                  <a:lnTo>
                    <a:pt x="275069" y="55829"/>
                  </a:lnTo>
                  <a:lnTo>
                    <a:pt x="274904" y="52095"/>
                  </a:lnTo>
                  <a:lnTo>
                    <a:pt x="274078" y="49110"/>
                  </a:lnTo>
                  <a:lnTo>
                    <a:pt x="273697" y="49136"/>
                  </a:lnTo>
                  <a:lnTo>
                    <a:pt x="306692" y="10655"/>
                  </a:lnTo>
                  <a:lnTo>
                    <a:pt x="340118" y="49657"/>
                  </a:lnTo>
                  <a:lnTo>
                    <a:pt x="338480" y="49745"/>
                  </a:lnTo>
                  <a:lnTo>
                    <a:pt x="337947" y="52819"/>
                  </a:lnTo>
                  <a:lnTo>
                    <a:pt x="338289" y="60299"/>
                  </a:lnTo>
                  <a:lnTo>
                    <a:pt x="338734" y="61963"/>
                  </a:lnTo>
                  <a:lnTo>
                    <a:pt x="337337" y="61620"/>
                  </a:lnTo>
                  <a:lnTo>
                    <a:pt x="334137" y="61823"/>
                  </a:lnTo>
                  <a:lnTo>
                    <a:pt x="330923" y="62014"/>
                  </a:lnTo>
                  <a:lnTo>
                    <a:pt x="328358" y="62979"/>
                  </a:lnTo>
                  <a:lnTo>
                    <a:pt x="328460" y="64935"/>
                  </a:lnTo>
                  <a:lnTo>
                    <a:pt x="331089" y="65570"/>
                  </a:lnTo>
                  <a:lnTo>
                    <a:pt x="337502" y="65163"/>
                  </a:lnTo>
                  <a:lnTo>
                    <a:pt x="338937" y="64630"/>
                  </a:lnTo>
                  <a:lnTo>
                    <a:pt x="338645" y="66357"/>
                  </a:lnTo>
                  <a:lnTo>
                    <a:pt x="338810" y="70091"/>
                  </a:lnTo>
                  <a:lnTo>
                    <a:pt x="338975" y="73825"/>
                  </a:lnTo>
                  <a:lnTo>
                    <a:pt x="339801" y="76809"/>
                  </a:lnTo>
                  <a:lnTo>
                    <a:pt x="340347" y="76784"/>
                  </a:lnTo>
                  <a:lnTo>
                    <a:pt x="340347" y="50368"/>
                  </a:lnTo>
                  <a:lnTo>
                    <a:pt x="340169" y="49720"/>
                  </a:lnTo>
                  <a:lnTo>
                    <a:pt x="351866" y="63347"/>
                  </a:lnTo>
                  <a:lnTo>
                    <a:pt x="351866" y="52705"/>
                  </a:lnTo>
                  <a:lnTo>
                    <a:pt x="315823" y="10655"/>
                  </a:lnTo>
                  <a:lnTo>
                    <a:pt x="306692" y="0"/>
                  </a:lnTo>
                  <a:lnTo>
                    <a:pt x="272643" y="39712"/>
                  </a:lnTo>
                  <a:lnTo>
                    <a:pt x="272643" y="61417"/>
                  </a:lnTo>
                  <a:lnTo>
                    <a:pt x="271246" y="61074"/>
                  </a:lnTo>
                  <a:lnTo>
                    <a:pt x="268046" y="61277"/>
                  </a:lnTo>
                  <a:lnTo>
                    <a:pt x="264845" y="61480"/>
                  </a:lnTo>
                  <a:lnTo>
                    <a:pt x="262356" y="62433"/>
                  </a:lnTo>
                  <a:lnTo>
                    <a:pt x="262356" y="64338"/>
                  </a:lnTo>
                  <a:lnTo>
                    <a:pt x="261518" y="63347"/>
                  </a:lnTo>
                  <a:lnTo>
                    <a:pt x="262280" y="62458"/>
                  </a:lnTo>
                  <a:lnTo>
                    <a:pt x="262356" y="64338"/>
                  </a:lnTo>
                  <a:lnTo>
                    <a:pt x="262356" y="62433"/>
                  </a:lnTo>
                  <a:lnTo>
                    <a:pt x="272072" y="51041"/>
                  </a:lnTo>
                  <a:lnTo>
                    <a:pt x="271856" y="52273"/>
                  </a:lnTo>
                  <a:lnTo>
                    <a:pt x="272199" y="59753"/>
                  </a:lnTo>
                  <a:lnTo>
                    <a:pt x="272643" y="61417"/>
                  </a:lnTo>
                  <a:lnTo>
                    <a:pt x="272643" y="39712"/>
                  </a:lnTo>
                  <a:lnTo>
                    <a:pt x="256159" y="58928"/>
                  </a:lnTo>
                  <a:lnTo>
                    <a:pt x="250825" y="52705"/>
                  </a:lnTo>
                  <a:lnTo>
                    <a:pt x="250825" y="63347"/>
                  </a:lnTo>
                  <a:lnTo>
                    <a:pt x="240715" y="75145"/>
                  </a:lnTo>
                  <a:lnTo>
                    <a:pt x="240982" y="73647"/>
                  </a:lnTo>
                  <a:lnTo>
                    <a:pt x="240639" y="66167"/>
                  </a:lnTo>
                  <a:lnTo>
                    <a:pt x="240182" y="64490"/>
                  </a:lnTo>
                  <a:lnTo>
                    <a:pt x="241655" y="64833"/>
                  </a:lnTo>
                  <a:lnTo>
                    <a:pt x="244868" y="64643"/>
                  </a:lnTo>
                  <a:lnTo>
                    <a:pt x="248069" y="64439"/>
                  </a:lnTo>
                  <a:lnTo>
                    <a:pt x="250634" y="63474"/>
                  </a:lnTo>
                  <a:lnTo>
                    <a:pt x="250609" y="63106"/>
                  </a:lnTo>
                  <a:lnTo>
                    <a:pt x="250825" y="63347"/>
                  </a:lnTo>
                  <a:lnTo>
                    <a:pt x="250825" y="52705"/>
                  </a:lnTo>
                  <a:lnTo>
                    <a:pt x="248920" y="50482"/>
                  </a:lnTo>
                  <a:lnTo>
                    <a:pt x="248920" y="61150"/>
                  </a:lnTo>
                  <a:lnTo>
                    <a:pt x="247904" y="60896"/>
                  </a:lnTo>
                  <a:lnTo>
                    <a:pt x="241490" y="61290"/>
                  </a:lnTo>
                  <a:lnTo>
                    <a:pt x="239979" y="61861"/>
                  </a:lnTo>
                  <a:lnTo>
                    <a:pt x="240284" y="60109"/>
                  </a:lnTo>
                  <a:lnTo>
                    <a:pt x="240118" y="56362"/>
                  </a:lnTo>
                  <a:lnTo>
                    <a:pt x="239953" y="52628"/>
                  </a:lnTo>
                  <a:lnTo>
                    <a:pt x="239306" y="50330"/>
                  </a:lnTo>
                  <a:lnTo>
                    <a:pt x="239306" y="76784"/>
                  </a:lnTo>
                  <a:lnTo>
                    <a:pt x="205651" y="116039"/>
                  </a:lnTo>
                  <a:lnTo>
                    <a:pt x="193954" y="102412"/>
                  </a:lnTo>
                  <a:lnTo>
                    <a:pt x="196545" y="103035"/>
                  </a:lnTo>
                  <a:lnTo>
                    <a:pt x="202958" y="102628"/>
                  </a:lnTo>
                  <a:lnTo>
                    <a:pt x="204393" y="102095"/>
                  </a:lnTo>
                  <a:lnTo>
                    <a:pt x="204101" y="103822"/>
                  </a:lnTo>
                  <a:lnTo>
                    <a:pt x="204266" y="107556"/>
                  </a:lnTo>
                  <a:lnTo>
                    <a:pt x="204431" y="111302"/>
                  </a:lnTo>
                  <a:lnTo>
                    <a:pt x="205257" y="114287"/>
                  </a:lnTo>
                  <a:lnTo>
                    <a:pt x="206933" y="114173"/>
                  </a:lnTo>
                  <a:lnTo>
                    <a:pt x="207479" y="111112"/>
                  </a:lnTo>
                  <a:lnTo>
                    <a:pt x="207137" y="103632"/>
                  </a:lnTo>
                  <a:lnTo>
                    <a:pt x="206667" y="101955"/>
                  </a:lnTo>
                  <a:lnTo>
                    <a:pt x="208153" y="102298"/>
                  </a:lnTo>
                  <a:lnTo>
                    <a:pt x="211353" y="102108"/>
                  </a:lnTo>
                  <a:lnTo>
                    <a:pt x="214566" y="101904"/>
                  </a:lnTo>
                  <a:lnTo>
                    <a:pt x="217131" y="100939"/>
                  </a:lnTo>
                  <a:lnTo>
                    <a:pt x="217030" y="98983"/>
                  </a:lnTo>
                  <a:lnTo>
                    <a:pt x="214388" y="98361"/>
                  </a:lnTo>
                  <a:lnTo>
                    <a:pt x="207987" y="98755"/>
                  </a:lnTo>
                  <a:lnTo>
                    <a:pt x="206476" y="99326"/>
                  </a:lnTo>
                  <a:lnTo>
                    <a:pt x="206781" y="97574"/>
                  </a:lnTo>
                  <a:lnTo>
                    <a:pt x="206616" y="93827"/>
                  </a:lnTo>
                  <a:lnTo>
                    <a:pt x="206438" y="90093"/>
                  </a:lnTo>
                  <a:lnTo>
                    <a:pt x="205613" y="87109"/>
                  </a:lnTo>
                  <a:lnTo>
                    <a:pt x="203936" y="87210"/>
                  </a:lnTo>
                  <a:lnTo>
                    <a:pt x="203390" y="90284"/>
                  </a:lnTo>
                  <a:lnTo>
                    <a:pt x="203746" y="97764"/>
                  </a:lnTo>
                  <a:lnTo>
                    <a:pt x="204190" y="99428"/>
                  </a:lnTo>
                  <a:lnTo>
                    <a:pt x="202793" y="99085"/>
                  </a:lnTo>
                  <a:lnTo>
                    <a:pt x="199593" y="99288"/>
                  </a:lnTo>
                  <a:lnTo>
                    <a:pt x="196380" y="99479"/>
                  </a:lnTo>
                  <a:lnTo>
                    <a:pt x="193814" y="100444"/>
                  </a:lnTo>
                  <a:lnTo>
                    <a:pt x="193903" y="102362"/>
                  </a:lnTo>
                  <a:lnTo>
                    <a:pt x="161391" y="64427"/>
                  </a:lnTo>
                  <a:lnTo>
                    <a:pt x="163969" y="65024"/>
                  </a:lnTo>
                  <a:lnTo>
                    <a:pt x="170383" y="64630"/>
                  </a:lnTo>
                  <a:lnTo>
                    <a:pt x="171805" y="64096"/>
                  </a:lnTo>
                  <a:lnTo>
                    <a:pt x="171513" y="65811"/>
                  </a:lnTo>
                  <a:lnTo>
                    <a:pt x="171678" y="69557"/>
                  </a:lnTo>
                  <a:lnTo>
                    <a:pt x="171843" y="73291"/>
                  </a:lnTo>
                  <a:lnTo>
                    <a:pt x="172681" y="76276"/>
                  </a:lnTo>
                  <a:lnTo>
                    <a:pt x="174358" y="76174"/>
                  </a:lnTo>
                  <a:lnTo>
                    <a:pt x="174891" y="73101"/>
                  </a:lnTo>
                  <a:lnTo>
                    <a:pt x="174548" y="65620"/>
                  </a:lnTo>
                  <a:lnTo>
                    <a:pt x="174091" y="63944"/>
                  </a:lnTo>
                  <a:lnTo>
                    <a:pt x="175577" y="64300"/>
                  </a:lnTo>
                  <a:lnTo>
                    <a:pt x="178777" y="64096"/>
                  </a:lnTo>
                  <a:lnTo>
                    <a:pt x="181978" y="63906"/>
                  </a:lnTo>
                  <a:lnTo>
                    <a:pt x="184543" y="62941"/>
                  </a:lnTo>
                  <a:lnTo>
                    <a:pt x="184454" y="60972"/>
                  </a:lnTo>
                  <a:lnTo>
                    <a:pt x="181813" y="60350"/>
                  </a:lnTo>
                  <a:lnTo>
                    <a:pt x="175399" y="60744"/>
                  </a:lnTo>
                  <a:lnTo>
                    <a:pt x="173888" y="61315"/>
                  </a:lnTo>
                  <a:lnTo>
                    <a:pt x="174193" y="59563"/>
                  </a:lnTo>
                  <a:lnTo>
                    <a:pt x="174028" y="55829"/>
                  </a:lnTo>
                  <a:lnTo>
                    <a:pt x="173863" y="52095"/>
                  </a:lnTo>
                  <a:lnTo>
                    <a:pt x="173037" y="49110"/>
                  </a:lnTo>
                  <a:lnTo>
                    <a:pt x="172656" y="49136"/>
                  </a:lnTo>
                  <a:lnTo>
                    <a:pt x="204431" y="12077"/>
                  </a:lnTo>
                  <a:lnTo>
                    <a:pt x="204012" y="14452"/>
                  </a:lnTo>
                  <a:lnTo>
                    <a:pt x="204368" y="21932"/>
                  </a:lnTo>
                  <a:lnTo>
                    <a:pt x="204812" y="23596"/>
                  </a:lnTo>
                  <a:lnTo>
                    <a:pt x="203415" y="23253"/>
                  </a:lnTo>
                  <a:lnTo>
                    <a:pt x="200215" y="23456"/>
                  </a:lnTo>
                  <a:lnTo>
                    <a:pt x="197002" y="23660"/>
                  </a:lnTo>
                  <a:lnTo>
                    <a:pt x="194437" y="24625"/>
                  </a:lnTo>
                  <a:lnTo>
                    <a:pt x="194538" y="26581"/>
                  </a:lnTo>
                  <a:lnTo>
                    <a:pt x="197167" y="27203"/>
                  </a:lnTo>
                  <a:lnTo>
                    <a:pt x="203581" y="26809"/>
                  </a:lnTo>
                  <a:lnTo>
                    <a:pt x="205003" y="26276"/>
                  </a:lnTo>
                  <a:lnTo>
                    <a:pt x="204711" y="27990"/>
                  </a:lnTo>
                  <a:lnTo>
                    <a:pt x="204889" y="31737"/>
                  </a:lnTo>
                  <a:lnTo>
                    <a:pt x="205054" y="35471"/>
                  </a:lnTo>
                  <a:lnTo>
                    <a:pt x="205879" y="38455"/>
                  </a:lnTo>
                  <a:lnTo>
                    <a:pt x="207556" y="38354"/>
                  </a:lnTo>
                  <a:lnTo>
                    <a:pt x="208102" y="35280"/>
                  </a:lnTo>
                  <a:lnTo>
                    <a:pt x="207759" y="27813"/>
                  </a:lnTo>
                  <a:lnTo>
                    <a:pt x="207289" y="26123"/>
                  </a:lnTo>
                  <a:lnTo>
                    <a:pt x="208775" y="26479"/>
                  </a:lnTo>
                  <a:lnTo>
                    <a:pt x="211975" y="26276"/>
                  </a:lnTo>
                  <a:lnTo>
                    <a:pt x="215188" y="26085"/>
                  </a:lnTo>
                  <a:lnTo>
                    <a:pt x="217754" y="25120"/>
                  </a:lnTo>
                  <a:lnTo>
                    <a:pt x="217728" y="24777"/>
                  </a:lnTo>
                  <a:lnTo>
                    <a:pt x="239077" y="49657"/>
                  </a:lnTo>
                  <a:lnTo>
                    <a:pt x="237451" y="49745"/>
                  </a:lnTo>
                  <a:lnTo>
                    <a:pt x="236905" y="52819"/>
                  </a:lnTo>
                  <a:lnTo>
                    <a:pt x="237248" y="60299"/>
                  </a:lnTo>
                  <a:lnTo>
                    <a:pt x="237693" y="61963"/>
                  </a:lnTo>
                  <a:lnTo>
                    <a:pt x="236296" y="61620"/>
                  </a:lnTo>
                  <a:lnTo>
                    <a:pt x="233095" y="61823"/>
                  </a:lnTo>
                  <a:lnTo>
                    <a:pt x="229895" y="62014"/>
                  </a:lnTo>
                  <a:lnTo>
                    <a:pt x="227330" y="62979"/>
                  </a:lnTo>
                  <a:lnTo>
                    <a:pt x="227418" y="64935"/>
                  </a:lnTo>
                  <a:lnTo>
                    <a:pt x="230060" y="65570"/>
                  </a:lnTo>
                  <a:lnTo>
                    <a:pt x="236461" y="65163"/>
                  </a:lnTo>
                  <a:lnTo>
                    <a:pt x="237896" y="64630"/>
                  </a:lnTo>
                  <a:lnTo>
                    <a:pt x="237604" y="66357"/>
                  </a:lnTo>
                  <a:lnTo>
                    <a:pt x="237769" y="70091"/>
                  </a:lnTo>
                  <a:lnTo>
                    <a:pt x="237934" y="73825"/>
                  </a:lnTo>
                  <a:lnTo>
                    <a:pt x="238760" y="76809"/>
                  </a:lnTo>
                  <a:lnTo>
                    <a:pt x="239306" y="76784"/>
                  </a:lnTo>
                  <a:lnTo>
                    <a:pt x="239306" y="50330"/>
                  </a:lnTo>
                  <a:lnTo>
                    <a:pt x="239141" y="49733"/>
                  </a:lnTo>
                  <a:lnTo>
                    <a:pt x="248920" y="61150"/>
                  </a:lnTo>
                  <a:lnTo>
                    <a:pt x="248920" y="50482"/>
                  </a:lnTo>
                  <a:lnTo>
                    <a:pt x="216027" y="12103"/>
                  </a:lnTo>
                  <a:lnTo>
                    <a:pt x="216027" y="22783"/>
                  </a:lnTo>
                  <a:lnTo>
                    <a:pt x="215011" y="22529"/>
                  </a:lnTo>
                  <a:lnTo>
                    <a:pt x="208610" y="22923"/>
                  </a:lnTo>
                  <a:lnTo>
                    <a:pt x="207098" y="23495"/>
                  </a:lnTo>
                  <a:lnTo>
                    <a:pt x="207403" y="21742"/>
                  </a:lnTo>
                  <a:lnTo>
                    <a:pt x="207238" y="18008"/>
                  </a:lnTo>
                  <a:lnTo>
                    <a:pt x="207060" y="14274"/>
                  </a:lnTo>
                  <a:lnTo>
                    <a:pt x="206248" y="11366"/>
                  </a:lnTo>
                  <a:lnTo>
                    <a:pt x="216027" y="22783"/>
                  </a:lnTo>
                  <a:lnTo>
                    <a:pt x="216027" y="12103"/>
                  </a:lnTo>
                  <a:lnTo>
                    <a:pt x="214795" y="10655"/>
                  </a:lnTo>
                  <a:lnTo>
                    <a:pt x="206197" y="647"/>
                  </a:lnTo>
                  <a:lnTo>
                    <a:pt x="206197" y="11303"/>
                  </a:lnTo>
                  <a:lnTo>
                    <a:pt x="205041" y="11366"/>
                  </a:lnTo>
                  <a:lnTo>
                    <a:pt x="205651" y="10655"/>
                  </a:lnTo>
                  <a:lnTo>
                    <a:pt x="206197" y="11303"/>
                  </a:lnTo>
                  <a:lnTo>
                    <a:pt x="206197" y="647"/>
                  </a:lnTo>
                  <a:lnTo>
                    <a:pt x="205651" y="0"/>
                  </a:lnTo>
                  <a:lnTo>
                    <a:pt x="171602" y="39725"/>
                  </a:lnTo>
                  <a:lnTo>
                    <a:pt x="171602" y="61417"/>
                  </a:lnTo>
                  <a:lnTo>
                    <a:pt x="170205" y="61074"/>
                  </a:lnTo>
                  <a:lnTo>
                    <a:pt x="167005" y="61277"/>
                  </a:lnTo>
                  <a:lnTo>
                    <a:pt x="163804" y="61480"/>
                  </a:lnTo>
                  <a:lnTo>
                    <a:pt x="161315" y="62433"/>
                  </a:lnTo>
                  <a:lnTo>
                    <a:pt x="161315" y="64338"/>
                  </a:lnTo>
                  <a:lnTo>
                    <a:pt x="160477" y="63347"/>
                  </a:lnTo>
                  <a:lnTo>
                    <a:pt x="161239" y="62458"/>
                  </a:lnTo>
                  <a:lnTo>
                    <a:pt x="161315" y="64338"/>
                  </a:lnTo>
                  <a:lnTo>
                    <a:pt x="161315" y="62433"/>
                  </a:lnTo>
                  <a:lnTo>
                    <a:pt x="171030" y="51041"/>
                  </a:lnTo>
                  <a:lnTo>
                    <a:pt x="170815" y="52273"/>
                  </a:lnTo>
                  <a:lnTo>
                    <a:pt x="171157" y="59753"/>
                  </a:lnTo>
                  <a:lnTo>
                    <a:pt x="171602" y="61417"/>
                  </a:lnTo>
                  <a:lnTo>
                    <a:pt x="171602" y="39725"/>
                  </a:lnTo>
                  <a:lnTo>
                    <a:pt x="151345" y="63347"/>
                  </a:lnTo>
                  <a:lnTo>
                    <a:pt x="205651" y="126695"/>
                  </a:lnTo>
                  <a:lnTo>
                    <a:pt x="214795" y="116039"/>
                  </a:lnTo>
                  <a:lnTo>
                    <a:pt x="256159" y="67779"/>
                  </a:lnTo>
                  <a:lnTo>
                    <a:pt x="306692" y="126695"/>
                  </a:lnTo>
                  <a:lnTo>
                    <a:pt x="315823" y="116039"/>
                  </a:lnTo>
                  <a:lnTo>
                    <a:pt x="360997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1" name="object 2061" descr=""/>
            <p:cNvSpPr/>
            <p:nvPr/>
          </p:nvSpPr>
          <p:spPr>
            <a:xfrm>
              <a:off x="8095678" y="6445332"/>
              <a:ext cx="351790" cy="347980"/>
            </a:xfrm>
            <a:custGeom>
              <a:avLst/>
              <a:gdLst/>
              <a:ahLst/>
              <a:cxnLst/>
              <a:rect l="l" t="t" r="r" b="b"/>
              <a:pathLst>
                <a:path w="351790" h="347979">
                  <a:moveTo>
                    <a:pt x="158927" y="207391"/>
                  </a:moveTo>
                  <a:lnTo>
                    <a:pt x="149783" y="196735"/>
                  </a:lnTo>
                  <a:lnTo>
                    <a:pt x="149783" y="207391"/>
                  </a:lnTo>
                  <a:lnTo>
                    <a:pt x="139674" y="219176"/>
                  </a:lnTo>
                  <a:lnTo>
                    <a:pt x="139941" y="217678"/>
                  </a:lnTo>
                  <a:lnTo>
                    <a:pt x="139598" y="210210"/>
                  </a:lnTo>
                  <a:lnTo>
                    <a:pt x="139141" y="208534"/>
                  </a:lnTo>
                  <a:lnTo>
                    <a:pt x="140627" y="208876"/>
                  </a:lnTo>
                  <a:lnTo>
                    <a:pt x="143827" y="208673"/>
                  </a:lnTo>
                  <a:lnTo>
                    <a:pt x="147027" y="208483"/>
                  </a:lnTo>
                  <a:lnTo>
                    <a:pt x="149593" y="207518"/>
                  </a:lnTo>
                  <a:lnTo>
                    <a:pt x="149567" y="207149"/>
                  </a:lnTo>
                  <a:lnTo>
                    <a:pt x="149783" y="207391"/>
                  </a:lnTo>
                  <a:lnTo>
                    <a:pt x="149783" y="196735"/>
                  </a:lnTo>
                  <a:lnTo>
                    <a:pt x="147878" y="194513"/>
                  </a:lnTo>
                  <a:lnTo>
                    <a:pt x="147878" y="205181"/>
                  </a:lnTo>
                  <a:lnTo>
                    <a:pt x="146862" y="204927"/>
                  </a:lnTo>
                  <a:lnTo>
                    <a:pt x="140449" y="205333"/>
                  </a:lnTo>
                  <a:lnTo>
                    <a:pt x="138938" y="205905"/>
                  </a:lnTo>
                  <a:lnTo>
                    <a:pt x="139242" y="204152"/>
                  </a:lnTo>
                  <a:lnTo>
                    <a:pt x="139077" y="200406"/>
                  </a:lnTo>
                  <a:lnTo>
                    <a:pt x="138912" y="196672"/>
                  </a:lnTo>
                  <a:lnTo>
                    <a:pt x="138264" y="194373"/>
                  </a:lnTo>
                  <a:lnTo>
                    <a:pt x="138264" y="220827"/>
                  </a:lnTo>
                  <a:lnTo>
                    <a:pt x="104609" y="260083"/>
                  </a:lnTo>
                  <a:lnTo>
                    <a:pt x="92925" y="246456"/>
                  </a:lnTo>
                  <a:lnTo>
                    <a:pt x="95516" y="247078"/>
                  </a:lnTo>
                  <a:lnTo>
                    <a:pt x="101917" y="246672"/>
                  </a:lnTo>
                  <a:lnTo>
                    <a:pt x="103352" y="246138"/>
                  </a:lnTo>
                  <a:lnTo>
                    <a:pt x="103060" y="247865"/>
                  </a:lnTo>
                  <a:lnTo>
                    <a:pt x="103225" y="251599"/>
                  </a:lnTo>
                  <a:lnTo>
                    <a:pt x="103390" y="255333"/>
                  </a:lnTo>
                  <a:lnTo>
                    <a:pt x="104216" y="258318"/>
                  </a:lnTo>
                  <a:lnTo>
                    <a:pt x="105892" y="258216"/>
                  </a:lnTo>
                  <a:lnTo>
                    <a:pt x="106438" y="255143"/>
                  </a:lnTo>
                  <a:lnTo>
                    <a:pt x="106095" y="247675"/>
                  </a:lnTo>
                  <a:lnTo>
                    <a:pt x="105638" y="245999"/>
                  </a:lnTo>
                  <a:lnTo>
                    <a:pt x="107111" y="246341"/>
                  </a:lnTo>
                  <a:lnTo>
                    <a:pt x="110324" y="246138"/>
                  </a:lnTo>
                  <a:lnTo>
                    <a:pt x="113525" y="245948"/>
                  </a:lnTo>
                  <a:lnTo>
                    <a:pt x="116090" y="244983"/>
                  </a:lnTo>
                  <a:lnTo>
                    <a:pt x="115989" y="243027"/>
                  </a:lnTo>
                  <a:lnTo>
                    <a:pt x="113360" y="242392"/>
                  </a:lnTo>
                  <a:lnTo>
                    <a:pt x="106946" y="242798"/>
                  </a:lnTo>
                  <a:lnTo>
                    <a:pt x="105435" y="243370"/>
                  </a:lnTo>
                  <a:lnTo>
                    <a:pt x="105740" y="241617"/>
                  </a:lnTo>
                  <a:lnTo>
                    <a:pt x="105575" y="237871"/>
                  </a:lnTo>
                  <a:lnTo>
                    <a:pt x="105410" y="234137"/>
                  </a:lnTo>
                  <a:lnTo>
                    <a:pt x="104584" y="231152"/>
                  </a:lnTo>
                  <a:lnTo>
                    <a:pt x="102908" y="231254"/>
                  </a:lnTo>
                  <a:lnTo>
                    <a:pt x="102362" y="234327"/>
                  </a:lnTo>
                  <a:lnTo>
                    <a:pt x="102704" y="241795"/>
                  </a:lnTo>
                  <a:lnTo>
                    <a:pt x="103149" y="243471"/>
                  </a:lnTo>
                  <a:lnTo>
                    <a:pt x="101752" y="243128"/>
                  </a:lnTo>
                  <a:lnTo>
                    <a:pt x="98552" y="243319"/>
                  </a:lnTo>
                  <a:lnTo>
                    <a:pt x="95351" y="243522"/>
                  </a:lnTo>
                  <a:lnTo>
                    <a:pt x="92786" y="244487"/>
                  </a:lnTo>
                  <a:lnTo>
                    <a:pt x="92862" y="246392"/>
                  </a:lnTo>
                  <a:lnTo>
                    <a:pt x="60363" y="208470"/>
                  </a:lnTo>
                  <a:lnTo>
                    <a:pt x="62928" y="209067"/>
                  </a:lnTo>
                  <a:lnTo>
                    <a:pt x="69342" y="208673"/>
                  </a:lnTo>
                  <a:lnTo>
                    <a:pt x="70777" y="208140"/>
                  </a:lnTo>
                  <a:lnTo>
                    <a:pt x="70472" y="209854"/>
                  </a:lnTo>
                  <a:lnTo>
                    <a:pt x="70650" y="213588"/>
                  </a:lnTo>
                  <a:lnTo>
                    <a:pt x="70815" y="217335"/>
                  </a:lnTo>
                  <a:lnTo>
                    <a:pt x="71640" y="220319"/>
                  </a:lnTo>
                  <a:lnTo>
                    <a:pt x="73317" y="220205"/>
                  </a:lnTo>
                  <a:lnTo>
                    <a:pt x="73863" y="217144"/>
                  </a:lnTo>
                  <a:lnTo>
                    <a:pt x="73520" y="209664"/>
                  </a:lnTo>
                  <a:lnTo>
                    <a:pt x="73050" y="208000"/>
                  </a:lnTo>
                  <a:lnTo>
                    <a:pt x="74536" y="208343"/>
                  </a:lnTo>
                  <a:lnTo>
                    <a:pt x="77736" y="208140"/>
                  </a:lnTo>
                  <a:lnTo>
                    <a:pt x="80937" y="207937"/>
                  </a:lnTo>
                  <a:lnTo>
                    <a:pt x="83502" y="206971"/>
                  </a:lnTo>
                  <a:lnTo>
                    <a:pt x="83413" y="205016"/>
                  </a:lnTo>
                  <a:lnTo>
                    <a:pt x="80772" y="204393"/>
                  </a:lnTo>
                  <a:lnTo>
                    <a:pt x="74371" y="204787"/>
                  </a:lnTo>
                  <a:lnTo>
                    <a:pt x="72859" y="205359"/>
                  </a:lnTo>
                  <a:lnTo>
                    <a:pt x="73164" y="203606"/>
                  </a:lnTo>
                  <a:lnTo>
                    <a:pt x="72986" y="199872"/>
                  </a:lnTo>
                  <a:lnTo>
                    <a:pt x="72821" y="196126"/>
                  </a:lnTo>
                  <a:lnTo>
                    <a:pt x="71996" y="193141"/>
                  </a:lnTo>
                  <a:lnTo>
                    <a:pt x="71640" y="193167"/>
                  </a:lnTo>
                  <a:lnTo>
                    <a:pt x="103403" y="156108"/>
                  </a:lnTo>
                  <a:lnTo>
                    <a:pt x="102984" y="158496"/>
                  </a:lnTo>
                  <a:lnTo>
                    <a:pt x="103327" y="165976"/>
                  </a:lnTo>
                  <a:lnTo>
                    <a:pt x="103771" y="167640"/>
                  </a:lnTo>
                  <a:lnTo>
                    <a:pt x="102374" y="167297"/>
                  </a:lnTo>
                  <a:lnTo>
                    <a:pt x="99174" y="167500"/>
                  </a:lnTo>
                  <a:lnTo>
                    <a:pt x="95961" y="167703"/>
                  </a:lnTo>
                  <a:lnTo>
                    <a:pt x="93395" y="168656"/>
                  </a:lnTo>
                  <a:lnTo>
                    <a:pt x="93497" y="170624"/>
                  </a:lnTo>
                  <a:lnTo>
                    <a:pt x="96139" y="171246"/>
                  </a:lnTo>
                  <a:lnTo>
                    <a:pt x="102539" y="170853"/>
                  </a:lnTo>
                  <a:lnTo>
                    <a:pt x="103974" y="170319"/>
                  </a:lnTo>
                  <a:lnTo>
                    <a:pt x="103682" y="172034"/>
                  </a:lnTo>
                  <a:lnTo>
                    <a:pt x="103847" y="175768"/>
                  </a:lnTo>
                  <a:lnTo>
                    <a:pt x="104013" y="179514"/>
                  </a:lnTo>
                  <a:lnTo>
                    <a:pt x="104838" y="182499"/>
                  </a:lnTo>
                  <a:lnTo>
                    <a:pt x="106514" y="182397"/>
                  </a:lnTo>
                  <a:lnTo>
                    <a:pt x="107061" y="179324"/>
                  </a:lnTo>
                  <a:lnTo>
                    <a:pt x="106718" y="171843"/>
                  </a:lnTo>
                  <a:lnTo>
                    <a:pt x="106260" y="170180"/>
                  </a:lnTo>
                  <a:lnTo>
                    <a:pt x="107734" y="170522"/>
                  </a:lnTo>
                  <a:lnTo>
                    <a:pt x="110947" y="170319"/>
                  </a:lnTo>
                  <a:lnTo>
                    <a:pt x="114147" y="170116"/>
                  </a:lnTo>
                  <a:lnTo>
                    <a:pt x="116713" y="169151"/>
                  </a:lnTo>
                  <a:lnTo>
                    <a:pt x="116687" y="168808"/>
                  </a:lnTo>
                  <a:lnTo>
                    <a:pt x="138036" y="193700"/>
                  </a:lnTo>
                  <a:lnTo>
                    <a:pt x="136410" y="193789"/>
                  </a:lnTo>
                  <a:lnTo>
                    <a:pt x="135864" y="196862"/>
                  </a:lnTo>
                  <a:lnTo>
                    <a:pt x="136207" y="204330"/>
                  </a:lnTo>
                  <a:lnTo>
                    <a:pt x="136664" y="206006"/>
                  </a:lnTo>
                  <a:lnTo>
                    <a:pt x="135267" y="205663"/>
                  </a:lnTo>
                  <a:lnTo>
                    <a:pt x="132054" y="205854"/>
                  </a:lnTo>
                  <a:lnTo>
                    <a:pt x="128854" y="206057"/>
                  </a:lnTo>
                  <a:lnTo>
                    <a:pt x="126288" y="207022"/>
                  </a:lnTo>
                  <a:lnTo>
                    <a:pt x="126377" y="208978"/>
                  </a:lnTo>
                  <a:lnTo>
                    <a:pt x="129019" y="209613"/>
                  </a:lnTo>
                  <a:lnTo>
                    <a:pt x="135432" y="209207"/>
                  </a:lnTo>
                  <a:lnTo>
                    <a:pt x="136855" y="208673"/>
                  </a:lnTo>
                  <a:lnTo>
                    <a:pt x="136563" y="210400"/>
                  </a:lnTo>
                  <a:lnTo>
                    <a:pt x="136728" y="214134"/>
                  </a:lnTo>
                  <a:lnTo>
                    <a:pt x="136906" y="217868"/>
                  </a:lnTo>
                  <a:lnTo>
                    <a:pt x="137731" y="220853"/>
                  </a:lnTo>
                  <a:lnTo>
                    <a:pt x="138264" y="220827"/>
                  </a:lnTo>
                  <a:lnTo>
                    <a:pt x="138264" y="194373"/>
                  </a:lnTo>
                  <a:lnTo>
                    <a:pt x="138099" y="193776"/>
                  </a:lnTo>
                  <a:lnTo>
                    <a:pt x="147878" y="205181"/>
                  </a:lnTo>
                  <a:lnTo>
                    <a:pt x="147878" y="194513"/>
                  </a:lnTo>
                  <a:lnTo>
                    <a:pt x="114973" y="156121"/>
                  </a:lnTo>
                  <a:lnTo>
                    <a:pt x="114973" y="166814"/>
                  </a:lnTo>
                  <a:lnTo>
                    <a:pt x="113982" y="166573"/>
                  </a:lnTo>
                  <a:lnTo>
                    <a:pt x="107569" y="166966"/>
                  </a:lnTo>
                  <a:lnTo>
                    <a:pt x="106057" y="167538"/>
                  </a:lnTo>
                  <a:lnTo>
                    <a:pt x="106362" y="165785"/>
                  </a:lnTo>
                  <a:lnTo>
                    <a:pt x="106197" y="162052"/>
                  </a:lnTo>
                  <a:lnTo>
                    <a:pt x="106032" y="158305"/>
                  </a:lnTo>
                  <a:lnTo>
                    <a:pt x="105232" y="155435"/>
                  </a:lnTo>
                  <a:lnTo>
                    <a:pt x="114973" y="166814"/>
                  </a:lnTo>
                  <a:lnTo>
                    <a:pt x="114973" y="156121"/>
                  </a:lnTo>
                  <a:lnTo>
                    <a:pt x="113753" y="154698"/>
                  </a:lnTo>
                  <a:lnTo>
                    <a:pt x="105143" y="144665"/>
                  </a:lnTo>
                  <a:lnTo>
                    <a:pt x="105143" y="155333"/>
                  </a:lnTo>
                  <a:lnTo>
                    <a:pt x="104000" y="155409"/>
                  </a:lnTo>
                  <a:lnTo>
                    <a:pt x="104609" y="154698"/>
                  </a:lnTo>
                  <a:lnTo>
                    <a:pt x="105143" y="155333"/>
                  </a:lnTo>
                  <a:lnTo>
                    <a:pt x="105143" y="144665"/>
                  </a:lnTo>
                  <a:lnTo>
                    <a:pt x="104609" y="144043"/>
                  </a:lnTo>
                  <a:lnTo>
                    <a:pt x="70573" y="183756"/>
                  </a:lnTo>
                  <a:lnTo>
                    <a:pt x="70573" y="205460"/>
                  </a:lnTo>
                  <a:lnTo>
                    <a:pt x="69176" y="205117"/>
                  </a:lnTo>
                  <a:lnTo>
                    <a:pt x="65963" y="205320"/>
                  </a:lnTo>
                  <a:lnTo>
                    <a:pt x="62763" y="205524"/>
                  </a:lnTo>
                  <a:lnTo>
                    <a:pt x="60286" y="206451"/>
                  </a:lnTo>
                  <a:lnTo>
                    <a:pt x="60286" y="208381"/>
                  </a:lnTo>
                  <a:lnTo>
                    <a:pt x="59448" y="207391"/>
                  </a:lnTo>
                  <a:lnTo>
                    <a:pt x="60198" y="206527"/>
                  </a:lnTo>
                  <a:lnTo>
                    <a:pt x="60286" y="208381"/>
                  </a:lnTo>
                  <a:lnTo>
                    <a:pt x="60286" y="206451"/>
                  </a:lnTo>
                  <a:lnTo>
                    <a:pt x="69989" y="195097"/>
                  </a:lnTo>
                  <a:lnTo>
                    <a:pt x="69773" y="196316"/>
                  </a:lnTo>
                  <a:lnTo>
                    <a:pt x="70129" y="203796"/>
                  </a:lnTo>
                  <a:lnTo>
                    <a:pt x="70573" y="205460"/>
                  </a:lnTo>
                  <a:lnTo>
                    <a:pt x="70573" y="183756"/>
                  </a:lnTo>
                  <a:lnTo>
                    <a:pt x="50304" y="207391"/>
                  </a:lnTo>
                  <a:lnTo>
                    <a:pt x="104609" y="270738"/>
                  </a:lnTo>
                  <a:lnTo>
                    <a:pt x="113753" y="260083"/>
                  </a:lnTo>
                  <a:lnTo>
                    <a:pt x="158927" y="207391"/>
                  </a:lnTo>
                  <a:close/>
                </a:path>
                <a:path w="351790" h="347979">
                  <a:moveTo>
                    <a:pt x="310451" y="284556"/>
                  </a:moveTo>
                  <a:lnTo>
                    <a:pt x="301320" y="273913"/>
                  </a:lnTo>
                  <a:lnTo>
                    <a:pt x="301320" y="284556"/>
                  </a:lnTo>
                  <a:lnTo>
                    <a:pt x="291198" y="296354"/>
                  </a:lnTo>
                  <a:lnTo>
                    <a:pt x="291477" y="294843"/>
                  </a:lnTo>
                  <a:lnTo>
                    <a:pt x="291134" y="287362"/>
                  </a:lnTo>
                  <a:lnTo>
                    <a:pt x="290677" y="285699"/>
                  </a:lnTo>
                  <a:lnTo>
                    <a:pt x="292150" y="286042"/>
                  </a:lnTo>
                  <a:lnTo>
                    <a:pt x="295363" y="285838"/>
                  </a:lnTo>
                  <a:lnTo>
                    <a:pt x="298564" y="285635"/>
                  </a:lnTo>
                  <a:lnTo>
                    <a:pt x="301129" y="284683"/>
                  </a:lnTo>
                  <a:lnTo>
                    <a:pt x="301104" y="284314"/>
                  </a:lnTo>
                  <a:lnTo>
                    <a:pt x="301320" y="284556"/>
                  </a:lnTo>
                  <a:lnTo>
                    <a:pt x="301320" y="273913"/>
                  </a:lnTo>
                  <a:lnTo>
                    <a:pt x="299402" y="271665"/>
                  </a:lnTo>
                  <a:lnTo>
                    <a:pt x="299402" y="282333"/>
                  </a:lnTo>
                  <a:lnTo>
                    <a:pt x="298399" y="282092"/>
                  </a:lnTo>
                  <a:lnTo>
                    <a:pt x="291985" y="282486"/>
                  </a:lnTo>
                  <a:lnTo>
                    <a:pt x="290474" y="283057"/>
                  </a:lnTo>
                  <a:lnTo>
                    <a:pt x="290779" y="281305"/>
                  </a:lnTo>
                  <a:lnTo>
                    <a:pt x="290614" y="277571"/>
                  </a:lnTo>
                  <a:lnTo>
                    <a:pt x="290449" y="273837"/>
                  </a:lnTo>
                  <a:lnTo>
                    <a:pt x="289801" y="271538"/>
                  </a:lnTo>
                  <a:lnTo>
                    <a:pt x="289801" y="297992"/>
                  </a:lnTo>
                  <a:lnTo>
                    <a:pt x="256146" y="337248"/>
                  </a:lnTo>
                  <a:lnTo>
                    <a:pt x="244462" y="323621"/>
                  </a:lnTo>
                  <a:lnTo>
                    <a:pt x="247040" y="324231"/>
                  </a:lnTo>
                  <a:lnTo>
                    <a:pt x="253453" y="323837"/>
                  </a:lnTo>
                  <a:lnTo>
                    <a:pt x="254876" y="323303"/>
                  </a:lnTo>
                  <a:lnTo>
                    <a:pt x="254584" y="325018"/>
                  </a:lnTo>
                  <a:lnTo>
                    <a:pt x="254762" y="328764"/>
                  </a:lnTo>
                  <a:lnTo>
                    <a:pt x="254927" y="332498"/>
                  </a:lnTo>
                  <a:lnTo>
                    <a:pt x="255752" y="335483"/>
                  </a:lnTo>
                  <a:lnTo>
                    <a:pt x="257429" y="335381"/>
                  </a:lnTo>
                  <a:lnTo>
                    <a:pt x="257975" y="332308"/>
                  </a:lnTo>
                  <a:lnTo>
                    <a:pt x="257632" y="324827"/>
                  </a:lnTo>
                  <a:lnTo>
                    <a:pt x="257162" y="323151"/>
                  </a:lnTo>
                  <a:lnTo>
                    <a:pt x="258648" y="323507"/>
                  </a:lnTo>
                  <a:lnTo>
                    <a:pt x="261848" y="323303"/>
                  </a:lnTo>
                  <a:lnTo>
                    <a:pt x="265049" y="323100"/>
                  </a:lnTo>
                  <a:lnTo>
                    <a:pt x="267614" y="322148"/>
                  </a:lnTo>
                  <a:lnTo>
                    <a:pt x="267525" y="320179"/>
                  </a:lnTo>
                  <a:lnTo>
                    <a:pt x="264883" y="319557"/>
                  </a:lnTo>
                  <a:lnTo>
                    <a:pt x="258483" y="319951"/>
                  </a:lnTo>
                  <a:lnTo>
                    <a:pt x="256971" y="320522"/>
                  </a:lnTo>
                  <a:lnTo>
                    <a:pt x="257276" y="318770"/>
                  </a:lnTo>
                  <a:lnTo>
                    <a:pt x="257111" y="315036"/>
                  </a:lnTo>
                  <a:lnTo>
                    <a:pt x="256933" y="311302"/>
                  </a:lnTo>
                  <a:lnTo>
                    <a:pt x="256108" y="308317"/>
                  </a:lnTo>
                  <a:lnTo>
                    <a:pt x="254431" y="308419"/>
                  </a:lnTo>
                  <a:lnTo>
                    <a:pt x="253885" y="311480"/>
                  </a:lnTo>
                  <a:lnTo>
                    <a:pt x="254241" y="318960"/>
                  </a:lnTo>
                  <a:lnTo>
                    <a:pt x="254685" y="320624"/>
                  </a:lnTo>
                  <a:lnTo>
                    <a:pt x="253288" y="320281"/>
                  </a:lnTo>
                  <a:lnTo>
                    <a:pt x="250075" y="320484"/>
                  </a:lnTo>
                  <a:lnTo>
                    <a:pt x="246875" y="320687"/>
                  </a:lnTo>
                  <a:lnTo>
                    <a:pt x="244309" y="321652"/>
                  </a:lnTo>
                  <a:lnTo>
                    <a:pt x="244398" y="323570"/>
                  </a:lnTo>
                  <a:lnTo>
                    <a:pt x="211874" y="285610"/>
                  </a:lnTo>
                  <a:lnTo>
                    <a:pt x="214464" y="286232"/>
                  </a:lnTo>
                  <a:lnTo>
                    <a:pt x="220865" y="285826"/>
                  </a:lnTo>
                  <a:lnTo>
                    <a:pt x="222300" y="285292"/>
                  </a:lnTo>
                  <a:lnTo>
                    <a:pt x="222008" y="287020"/>
                  </a:lnTo>
                  <a:lnTo>
                    <a:pt x="222173" y="290753"/>
                  </a:lnTo>
                  <a:lnTo>
                    <a:pt x="222338" y="294487"/>
                  </a:lnTo>
                  <a:lnTo>
                    <a:pt x="223177" y="297472"/>
                  </a:lnTo>
                  <a:lnTo>
                    <a:pt x="224840" y="297370"/>
                  </a:lnTo>
                  <a:lnTo>
                    <a:pt x="225386" y="294309"/>
                  </a:lnTo>
                  <a:lnTo>
                    <a:pt x="225044" y="286829"/>
                  </a:lnTo>
                  <a:lnTo>
                    <a:pt x="224586" y="285153"/>
                  </a:lnTo>
                  <a:lnTo>
                    <a:pt x="226060" y="285496"/>
                  </a:lnTo>
                  <a:lnTo>
                    <a:pt x="229273" y="285305"/>
                  </a:lnTo>
                  <a:lnTo>
                    <a:pt x="232473" y="285102"/>
                  </a:lnTo>
                  <a:lnTo>
                    <a:pt x="235038" y="284137"/>
                  </a:lnTo>
                  <a:lnTo>
                    <a:pt x="234950" y="282181"/>
                  </a:lnTo>
                  <a:lnTo>
                    <a:pt x="232308" y="281546"/>
                  </a:lnTo>
                  <a:lnTo>
                    <a:pt x="225894" y="281952"/>
                  </a:lnTo>
                  <a:lnTo>
                    <a:pt x="224383" y="282524"/>
                  </a:lnTo>
                  <a:lnTo>
                    <a:pt x="224688" y="280771"/>
                  </a:lnTo>
                  <a:lnTo>
                    <a:pt x="224523" y="277025"/>
                  </a:lnTo>
                  <a:lnTo>
                    <a:pt x="224358" y="273291"/>
                  </a:lnTo>
                  <a:lnTo>
                    <a:pt x="223532" y="270306"/>
                  </a:lnTo>
                  <a:lnTo>
                    <a:pt x="223164" y="270332"/>
                  </a:lnTo>
                  <a:lnTo>
                    <a:pt x="254927" y="233286"/>
                  </a:lnTo>
                  <a:lnTo>
                    <a:pt x="254508" y="235661"/>
                  </a:lnTo>
                  <a:lnTo>
                    <a:pt x="254863" y="243141"/>
                  </a:lnTo>
                  <a:lnTo>
                    <a:pt x="255308" y="244805"/>
                  </a:lnTo>
                  <a:lnTo>
                    <a:pt x="253911" y="244462"/>
                  </a:lnTo>
                  <a:lnTo>
                    <a:pt x="250698" y="244665"/>
                  </a:lnTo>
                  <a:lnTo>
                    <a:pt x="247497" y="244856"/>
                  </a:lnTo>
                  <a:lnTo>
                    <a:pt x="244932" y="245821"/>
                  </a:lnTo>
                  <a:lnTo>
                    <a:pt x="245033" y="247777"/>
                  </a:lnTo>
                  <a:lnTo>
                    <a:pt x="247662" y="248412"/>
                  </a:lnTo>
                  <a:lnTo>
                    <a:pt x="254076" y="248005"/>
                  </a:lnTo>
                  <a:lnTo>
                    <a:pt x="255498" y="247484"/>
                  </a:lnTo>
                  <a:lnTo>
                    <a:pt x="255206" y="249199"/>
                  </a:lnTo>
                  <a:lnTo>
                    <a:pt x="255384" y="252933"/>
                  </a:lnTo>
                  <a:lnTo>
                    <a:pt x="255549" y="256667"/>
                  </a:lnTo>
                  <a:lnTo>
                    <a:pt x="256374" y="259651"/>
                  </a:lnTo>
                  <a:lnTo>
                    <a:pt x="258051" y="259549"/>
                  </a:lnTo>
                  <a:lnTo>
                    <a:pt x="258597" y="256489"/>
                  </a:lnTo>
                  <a:lnTo>
                    <a:pt x="258241" y="249008"/>
                  </a:lnTo>
                  <a:lnTo>
                    <a:pt x="257784" y="247332"/>
                  </a:lnTo>
                  <a:lnTo>
                    <a:pt x="259270" y="247675"/>
                  </a:lnTo>
                  <a:lnTo>
                    <a:pt x="262470" y="247484"/>
                  </a:lnTo>
                  <a:lnTo>
                    <a:pt x="265671" y="247281"/>
                  </a:lnTo>
                  <a:lnTo>
                    <a:pt x="268236" y="246316"/>
                  </a:lnTo>
                  <a:lnTo>
                    <a:pt x="268211" y="245973"/>
                  </a:lnTo>
                  <a:lnTo>
                    <a:pt x="289572" y="270865"/>
                  </a:lnTo>
                  <a:lnTo>
                    <a:pt x="287947" y="270954"/>
                  </a:lnTo>
                  <a:lnTo>
                    <a:pt x="287401" y="274015"/>
                  </a:lnTo>
                  <a:lnTo>
                    <a:pt x="287743" y="281495"/>
                  </a:lnTo>
                  <a:lnTo>
                    <a:pt x="288188" y="283159"/>
                  </a:lnTo>
                  <a:lnTo>
                    <a:pt x="286791" y="282816"/>
                  </a:lnTo>
                  <a:lnTo>
                    <a:pt x="283591" y="283019"/>
                  </a:lnTo>
                  <a:lnTo>
                    <a:pt x="280377" y="283222"/>
                  </a:lnTo>
                  <a:lnTo>
                    <a:pt x="277812" y="284187"/>
                  </a:lnTo>
                  <a:lnTo>
                    <a:pt x="277914" y="286143"/>
                  </a:lnTo>
                  <a:lnTo>
                    <a:pt x="280555" y="286766"/>
                  </a:lnTo>
                  <a:lnTo>
                    <a:pt x="286956" y="286372"/>
                  </a:lnTo>
                  <a:lnTo>
                    <a:pt x="288391" y="285838"/>
                  </a:lnTo>
                  <a:lnTo>
                    <a:pt x="288099" y="287553"/>
                  </a:lnTo>
                  <a:lnTo>
                    <a:pt x="288264" y="291299"/>
                  </a:lnTo>
                  <a:lnTo>
                    <a:pt x="288429" y="295033"/>
                  </a:lnTo>
                  <a:lnTo>
                    <a:pt x="289255" y="298018"/>
                  </a:lnTo>
                  <a:lnTo>
                    <a:pt x="289801" y="297992"/>
                  </a:lnTo>
                  <a:lnTo>
                    <a:pt x="289801" y="271538"/>
                  </a:lnTo>
                  <a:lnTo>
                    <a:pt x="289636" y="270941"/>
                  </a:lnTo>
                  <a:lnTo>
                    <a:pt x="299402" y="282333"/>
                  </a:lnTo>
                  <a:lnTo>
                    <a:pt x="299402" y="271665"/>
                  </a:lnTo>
                  <a:lnTo>
                    <a:pt x="266509" y="233299"/>
                  </a:lnTo>
                  <a:lnTo>
                    <a:pt x="266509" y="243979"/>
                  </a:lnTo>
                  <a:lnTo>
                    <a:pt x="265506" y="243725"/>
                  </a:lnTo>
                  <a:lnTo>
                    <a:pt x="259105" y="244132"/>
                  </a:lnTo>
                  <a:lnTo>
                    <a:pt x="257594" y="244703"/>
                  </a:lnTo>
                  <a:lnTo>
                    <a:pt x="257898" y="242951"/>
                  </a:lnTo>
                  <a:lnTo>
                    <a:pt x="257721" y="239204"/>
                  </a:lnTo>
                  <a:lnTo>
                    <a:pt x="257556" y="235470"/>
                  </a:lnTo>
                  <a:lnTo>
                    <a:pt x="256743" y="232575"/>
                  </a:lnTo>
                  <a:lnTo>
                    <a:pt x="266509" y="243979"/>
                  </a:lnTo>
                  <a:lnTo>
                    <a:pt x="266509" y="233299"/>
                  </a:lnTo>
                  <a:lnTo>
                    <a:pt x="265290" y="231863"/>
                  </a:lnTo>
                  <a:lnTo>
                    <a:pt x="256679" y="221830"/>
                  </a:lnTo>
                  <a:lnTo>
                    <a:pt x="256679" y="232498"/>
                  </a:lnTo>
                  <a:lnTo>
                    <a:pt x="255549" y="232562"/>
                  </a:lnTo>
                  <a:lnTo>
                    <a:pt x="256146" y="231863"/>
                  </a:lnTo>
                  <a:lnTo>
                    <a:pt x="256679" y="232498"/>
                  </a:lnTo>
                  <a:lnTo>
                    <a:pt x="256679" y="221830"/>
                  </a:lnTo>
                  <a:lnTo>
                    <a:pt x="256146" y="221208"/>
                  </a:lnTo>
                  <a:lnTo>
                    <a:pt x="222097" y="260934"/>
                  </a:lnTo>
                  <a:lnTo>
                    <a:pt x="222097" y="282625"/>
                  </a:lnTo>
                  <a:lnTo>
                    <a:pt x="220700" y="282282"/>
                  </a:lnTo>
                  <a:lnTo>
                    <a:pt x="217500" y="282473"/>
                  </a:lnTo>
                  <a:lnTo>
                    <a:pt x="214299" y="282676"/>
                  </a:lnTo>
                  <a:lnTo>
                    <a:pt x="211810" y="283629"/>
                  </a:lnTo>
                  <a:lnTo>
                    <a:pt x="211810" y="285546"/>
                  </a:lnTo>
                  <a:lnTo>
                    <a:pt x="210972" y="284556"/>
                  </a:lnTo>
                  <a:lnTo>
                    <a:pt x="211734" y="283667"/>
                  </a:lnTo>
                  <a:lnTo>
                    <a:pt x="211810" y="285546"/>
                  </a:lnTo>
                  <a:lnTo>
                    <a:pt x="211810" y="283629"/>
                  </a:lnTo>
                  <a:lnTo>
                    <a:pt x="221526" y="272249"/>
                  </a:lnTo>
                  <a:lnTo>
                    <a:pt x="221310" y="273481"/>
                  </a:lnTo>
                  <a:lnTo>
                    <a:pt x="221653" y="280962"/>
                  </a:lnTo>
                  <a:lnTo>
                    <a:pt x="222097" y="282625"/>
                  </a:lnTo>
                  <a:lnTo>
                    <a:pt x="222097" y="260934"/>
                  </a:lnTo>
                  <a:lnTo>
                    <a:pt x="204965" y="280911"/>
                  </a:lnTo>
                  <a:lnTo>
                    <a:pt x="198970" y="273926"/>
                  </a:lnTo>
                  <a:lnTo>
                    <a:pt x="198970" y="284556"/>
                  </a:lnTo>
                  <a:lnTo>
                    <a:pt x="188849" y="296354"/>
                  </a:lnTo>
                  <a:lnTo>
                    <a:pt x="189128" y="294843"/>
                  </a:lnTo>
                  <a:lnTo>
                    <a:pt x="188785" y="287362"/>
                  </a:lnTo>
                  <a:lnTo>
                    <a:pt x="188315" y="285686"/>
                  </a:lnTo>
                  <a:lnTo>
                    <a:pt x="189801" y="286042"/>
                  </a:lnTo>
                  <a:lnTo>
                    <a:pt x="193001" y="285838"/>
                  </a:lnTo>
                  <a:lnTo>
                    <a:pt x="196202" y="285635"/>
                  </a:lnTo>
                  <a:lnTo>
                    <a:pt x="198767" y="284683"/>
                  </a:lnTo>
                  <a:lnTo>
                    <a:pt x="198742" y="284302"/>
                  </a:lnTo>
                  <a:lnTo>
                    <a:pt x="198970" y="284556"/>
                  </a:lnTo>
                  <a:lnTo>
                    <a:pt x="198970" y="273926"/>
                  </a:lnTo>
                  <a:lnTo>
                    <a:pt x="197053" y="271691"/>
                  </a:lnTo>
                  <a:lnTo>
                    <a:pt x="197053" y="282346"/>
                  </a:lnTo>
                  <a:lnTo>
                    <a:pt x="196037" y="282092"/>
                  </a:lnTo>
                  <a:lnTo>
                    <a:pt x="189636" y="282486"/>
                  </a:lnTo>
                  <a:lnTo>
                    <a:pt x="188125" y="283057"/>
                  </a:lnTo>
                  <a:lnTo>
                    <a:pt x="188429" y="281305"/>
                  </a:lnTo>
                  <a:lnTo>
                    <a:pt x="188264" y="277571"/>
                  </a:lnTo>
                  <a:lnTo>
                    <a:pt x="188087" y="273837"/>
                  </a:lnTo>
                  <a:lnTo>
                    <a:pt x="187452" y="271576"/>
                  </a:lnTo>
                  <a:lnTo>
                    <a:pt x="187452" y="297992"/>
                  </a:lnTo>
                  <a:lnTo>
                    <a:pt x="153797" y="337248"/>
                  </a:lnTo>
                  <a:lnTo>
                    <a:pt x="142113" y="323634"/>
                  </a:lnTo>
                  <a:lnTo>
                    <a:pt x="144691" y="324231"/>
                  </a:lnTo>
                  <a:lnTo>
                    <a:pt x="151104" y="323837"/>
                  </a:lnTo>
                  <a:lnTo>
                    <a:pt x="152527" y="323303"/>
                  </a:lnTo>
                  <a:lnTo>
                    <a:pt x="152234" y="325018"/>
                  </a:lnTo>
                  <a:lnTo>
                    <a:pt x="152400" y="328764"/>
                  </a:lnTo>
                  <a:lnTo>
                    <a:pt x="152565" y="332498"/>
                  </a:lnTo>
                  <a:lnTo>
                    <a:pt x="153403" y="335483"/>
                  </a:lnTo>
                  <a:lnTo>
                    <a:pt x="155079" y="335381"/>
                  </a:lnTo>
                  <a:lnTo>
                    <a:pt x="155613" y="332308"/>
                  </a:lnTo>
                  <a:lnTo>
                    <a:pt x="155270" y="324827"/>
                  </a:lnTo>
                  <a:lnTo>
                    <a:pt x="154813" y="323151"/>
                  </a:lnTo>
                  <a:lnTo>
                    <a:pt x="156298" y="323507"/>
                  </a:lnTo>
                  <a:lnTo>
                    <a:pt x="159499" y="323303"/>
                  </a:lnTo>
                  <a:lnTo>
                    <a:pt x="162699" y="323100"/>
                  </a:lnTo>
                  <a:lnTo>
                    <a:pt x="165265" y="322148"/>
                  </a:lnTo>
                  <a:lnTo>
                    <a:pt x="165176" y="320179"/>
                  </a:lnTo>
                  <a:lnTo>
                    <a:pt x="162534" y="319557"/>
                  </a:lnTo>
                  <a:lnTo>
                    <a:pt x="156121" y="319951"/>
                  </a:lnTo>
                  <a:lnTo>
                    <a:pt x="154609" y="320522"/>
                  </a:lnTo>
                  <a:lnTo>
                    <a:pt x="154927" y="318770"/>
                  </a:lnTo>
                  <a:lnTo>
                    <a:pt x="154749" y="315036"/>
                  </a:lnTo>
                  <a:lnTo>
                    <a:pt x="154584" y="311302"/>
                  </a:lnTo>
                  <a:lnTo>
                    <a:pt x="153758" y="308317"/>
                  </a:lnTo>
                  <a:lnTo>
                    <a:pt x="152082" y="308419"/>
                  </a:lnTo>
                  <a:lnTo>
                    <a:pt x="151536" y="311480"/>
                  </a:lnTo>
                  <a:lnTo>
                    <a:pt x="151879" y="318960"/>
                  </a:lnTo>
                  <a:lnTo>
                    <a:pt x="152323" y="320624"/>
                  </a:lnTo>
                  <a:lnTo>
                    <a:pt x="150926" y="320281"/>
                  </a:lnTo>
                  <a:lnTo>
                    <a:pt x="147726" y="320484"/>
                  </a:lnTo>
                  <a:lnTo>
                    <a:pt x="144526" y="320687"/>
                  </a:lnTo>
                  <a:lnTo>
                    <a:pt x="141960" y="321652"/>
                  </a:lnTo>
                  <a:lnTo>
                    <a:pt x="142036" y="323545"/>
                  </a:lnTo>
                  <a:lnTo>
                    <a:pt x="109524" y="285610"/>
                  </a:lnTo>
                  <a:lnTo>
                    <a:pt x="112115" y="286232"/>
                  </a:lnTo>
                  <a:lnTo>
                    <a:pt x="118516" y="285826"/>
                  </a:lnTo>
                  <a:lnTo>
                    <a:pt x="119951" y="285292"/>
                  </a:lnTo>
                  <a:lnTo>
                    <a:pt x="119659" y="287020"/>
                  </a:lnTo>
                  <a:lnTo>
                    <a:pt x="119824" y="290753"/>
                  </a:lnTo>
                  <a:lnTo>
                    <a:pt x="119989" y="294487"/>
                  </a:lnTo>
                  <a:lnTo>
                    <a:pt x="120815" y="297472"/>
                  </a:lnTo>
                  <a:lnTo>
                    <a:pt x="122491" y="297370"/>
                  </a:lnTo>
                  <a:lnTo>
                    <a:pt x="123037" y="294309"/>
                  </a:lnTo>
                  <a:lnTo>
                    <a:pt x="122694" y="286829"/>
                  </a:lnTo>
                  <a:lnTo>
                    <a:pt x="122224" y="285153"/>
                  </a:lnTo>
                  <a:lnTo>
                    <a:pt x="123710" y="285496"/>
                  </a:lnTo>
                  <a:lnTo>
                    <a:pt x="126911" y="285305"/>
                  </a:lnTo>
                  <a:lnTo>
                    <a:pt x="130124" y="285102"/>
                  </a:lnTo>
                  <a:lnTo>
                    <a:pt x="132689" y="284137"/>
                  </a:lnTo>
                  <a:lnTo>
                    <a:pt x="132588" y="282181"/>
                  </a:lnTo>
                  <a:lnTo>
                    <a:pt x="129946" y="281546"/>
                  </a:lnTo>
                  <a:lnTo>
                    <a:pt x="123545" y="281952"/>
                  </a:lnTo>
                  <a:lnTo>
                    <a:pt x="122034" y="282524"/>
                  </a:lnTo>
                  <a:lnTo>
                    <a:pt x="122339" y="280771"/>
                  </a:lnTo>
                  <a:lnTo>
                    <a:pt x="122174" y="277025"/>
                  </a:lnTo>
                  <a:lnTo>
                    <a:pt x="122008" y="273291"/>
                  </a:lnTo>
                  <a:lnTo>
                    <a:pt x="121170" y="270306"/>
                  </a:lnTo>
                  <a:lnTo>
                    <a:pt x="120815" y="270332"/>
                  </a:lnTo>
                  <a:lnTo>
                    <a:pt x="152577" y="233286"/>
                  </a:lnTo>
                  <a:lnTo>
                    <a:pt x="152158" y="235661"/>
                  </a:lnTo>
                  <a:lnTo>
                    <a:pt x="152501" y="243141"/>
                  </a:lnTo>
                  <a:lnTo>
                    <a:pt x="152946" y="244805"/>
                  </a:lnTo>
                  <a:lnTo>
                    <a:pt x="151549" y="244462"/>
                  </a:lnTo>
                  <a:lnTo>
                    <a:pt x="148348" y="244665"/>
                  </a:lnTo>
                  <a:lnTo>
                    <a:pt x="145148" y="244856"/>
                  </a:lnTo>
                  <a:lnTo>
                    <a:pt x="142582" y="245821"/>
                  </a:lnTo>
                  <a:lnTo>
                    <a:pt x="142671" y="247777"/>
                  </a:lnTo>
                  <a:lnTo>
                    <a:pt x="145313" y="248412"/>
                  </a:lnTo>
                  <a:lnTo>
                    <a:pt x="151726" y="248005"/>
                  </a:lnTo>
                  <a:lnTo>
                    <a:pt x="153149" y="247484"/>
                  </a:lnTo>
                  <a:lnTo>
                    <a:pt x="152857" y="249199"/>
                  </a:lnTo>
                  <a:lnTo>
                    <a:pt x="153022" y="252933"/>
                  </a:lnTo>
                  <a:lnTo>
                    <a:pt x="153187" y="256667"/>
                  </a:lnTo>
                  <a:lnTo>
                    <a:pt x="154025" y="259651"/>
                  </a:lnTo>
                  <a:lnTo>
                    <a:pt x="155689" y="259549"/>
                  </a:lnTo>
                  <a:lnTo>
                    <a:pt x="156235" y="256489"/>
                  </a:lnTo>
                  <a:lnTo>
                    <a:pt x="155892" y="249008"/>
                  </a:lnTo>
                  <a:lnTo>
                    <a:pt x="155435" y="247332"/>
                  </a:lnTo>
                  <a:lnTo>
                    <a:pt x="156921" y="247675"/>
                  </a:lnTo>
                  <a:lnTo>
                    <a:pt x="160121" y="247484"/>
                  </a:lnTo>
                  <a:lnTo>
                    <a:pt x="163322" y="247281"/>
                  </a:lnTo>
                  <a:lnTo>
                    <a:pt x="165887" y="246316"/>
                  </a:lnTo>
                  <a:lnTo>
                    <a:pt x="165862" y="245973"/>
                  </a:lnTo>
                  <a:lnTo>
                    <a:pt x="187223" y="270865"/>
                  </a:lnTo>
                  <a:lnTo>
                    <a:pt x="185585" y="270954"/>
                  </a:lnTo>
                  <a:lnTo>
                    <a:pt x="185039" y="274015"/>
                  </a:lnTo>
                  <a:lnTo>
                    <a:pt x="185394" y="281495"/>
                  </a:lnTo>
                  <a:lnTo>
                    <a:pt x="185839" y="283159"/>
                  </a:lnTo>
                  <a:lnTo>
                    <a:pt x="184442" y="282816"/>
                  </a:lnTo>
                  <a:lnTo>
                    <a:pt x="181229" y="283019"/>
                  </a:lnTo>
                  <a:lnTo>
                    <a:pt x="178028" y="283222"/>
                  </a:lnTo>
                  <a:lnTo>
                    <a:pt x="175463" y="284187"/>
                  </a:lnTo>
                  <a:lnTo>
                    <a:pt x="175564" y="286143"/>
                  </a:lnTo>
                  <a:lnTo>
                    <a:pt x="178193" y="286766"/>
                  </a:lnTo>
                  <a:lnTo>
                    <a:pt x="184607" y="286372"/>
                  </a:lnTo>
                  <a:lnTo>
                    <a:pt x="186042" y="285838"/>
                  </a:lnTo>
                  <a:lnTo>
                    <a:pt x="185737" y="287553"/>
                  </a:lnTo>
                  <a:lnTo>
                    <a:pt x="185915" y="291299"/>
                  </a:lnTo>
                  <a:lnTo>
                    <a:pt x="186080" y="295033"/>
                  </a:lnTo>
                  <a:lnTo>
                    <a:pt x="186905" y="298018"/>
                  </a:lnTo>
                  <a:lnTo>
                    <a:pt x="187452" y="297992"/>
                  </a:lnTo>
                  <a:lnTo>
                    <a:pt x="187452" y="271576"/>
                  </a:lnTo>
                  <a:lnTo>
                    <a:pt x="187274" y="270929"/>
                  </a:lnTo>
                  <a:lnTo>
                    <a:pt x="197053" y="282346"/>
                  </a:lnTo>
                  <a:lnTo>
                    <a:pt x="197053" y="271691"/>
                  </a:lnTo>
                  <a:lnTo>
                    <a:pt x="164160" y="233311"/>
                  </a:lnTo>
                  <a:lnTo>
                    <a:pt x="164160" y="243979"/>
                  </a:lnTo>
                  <a:lnTo>
                    <a:pt x="163156" y="243725"/>
                  </a:lnTo>
                  <a:lnTo>
                    <a:pt x="156743" y="244132"/>
                  </a:lnTo>
                  <a:lnTo>
                    <a:pt x="155232" y="244703"/>
                  </a:lnTo>
                  <a:lnTo>
                    <a:pt x="155536" y="242951"/>
                  </a:lnTo>
                  <a:lnTo>
                    <a:pt x="155371" y="239204"/>
                  </a:lnTo>
                  <a:lnTo>
                    <a:pt x="155206" y="235470"/>
                  </a:lnTo>
                  <a:lnTo>
                    <a:pt x="154393" y="232575"/>
                  </a:lnTo>
                  <a:lnTo>
                    <a:pt x="164160" y="243979"/>
                  </a:lnTo>
                  <a:lnTo>
                    <a:pt x="164160" y="233311"/>
                  </a:lnTo>
                  <a:lnTo>
                    <a:pt x="162928" y="231863"/>
                  </a:lnTo>
                  <a:lnTo>
                    <a:pt x="154330" y="221843"/>
                  </a:lnTo>
                  <a:lnTo>
                    <a:pt x="154330" y="232498"/>
                  </a:lnTo>
                  <a:lnTo>
                    <a:pt x="153200" y="232562"/>
                  </a:lnTo>
                  <a:lnTo>
                    <a:pt x="153797" y="231863"/>
                  </a:lnTo>
                  <a:lnTo>
                    <a:pt x="154330" y="232498"/>
                  </a:lnTo>
                  <a:lnTo>
                    <a:pt x="154330" y="221843"/>
                  </a:lnTo>
                  <a:lnTo>
                    <a:pt x="153797" y="221208"/>
                  </a:lnTo>
                  <a:lnTo>
                    <a:pt x="119748" y="260934"/>
                  </a:lnTo>
                  <a:lnTo>
                    <a:pt x="119748" y="282625"/>
                  </a:lnTo>
                  <a:lnTo>
                    <a:pt x="118351" y="282282"/>
                  </a:lnTo>
                  <a:lnTo>
                    <a:pt x="115150" y="282473"/>
                  </a:lnTo>
                  <a:lnTo>
                    <a:pt x="111937" y="282676"/>
                  </a:lnTo>
                  <a:lnTo>
                    <a:pt x="109461" y="283616"/>
                  </a:lnTo>
                  <a:lnTo>
                    <a:pt x="109461" y="285546"/>
                  </a:lnTo>
                  <a:lnTo>
                    <a:pt x="108623" y="284556"/>
                  </a:lnTo>
                  <a:lnTo>
                    <a:pt x="109372" y="283692"/>
                  </a:lnTo>
                  <a:lnTo>
                    <a:pt x="109461" y="285546"/>
                  </a:lnTo>
                  <a:lnTo>
                    <a:pt x="109461" y="283616"/>
                  </a:lnTo>
                  <a:lnTo>
                    <a:pt x="119176" y="272249"/>
                  </a:lnTo>
                  <a:lnTo>
                    <a:pt x="118960" y="273481"/>
                  </a:lnTo>
                  <a:lnTo>
                    <a:pt x="119303" y="280962"/>
                  </a:lnTo>
                  <a:lnTo>
                    <a:pt x="119748" y="282625"/>
                  </a:lnTo>
                  <a:lnTo>
                    <a:pt x="119748" y="260934"/>
                  </a:lnTo>
                  <a:lnTo>
                    <a:pt x="104051" y="279234"/>
                  </a:lnTo>
                  <a:lnTo>
                    <a:pt x="99479" y="273900"/>
                  </a:lnTo>
                  <a:lnTo>
                    <a:pt x="99479" y="284556"/>
                  </a:lnTo>
                  <a:lnTo>
                    <a:pt x="89369" y="296354"/>
                  </a:lnTo>
                  <a:lnTo>
                    <a:pt x="89649" y="294843"/>
                  </a:lnTo>
                  <a:lnTo>
                    <a:pt x="89306" y="287362"/>
                  </a:lnTo>
                  <a:lnTo>
                    <a:pt x="88836" y="285686"/>
                  </a:lnTo>
                  <a:lnTo>
                    <a:pt x="90322" y="286042"/>
                  </a:lnTo>
                  <a:lnTo>
                    <a:pt x="93522" y="285838"/>
                  </a:lnTo>
                  <a:lnTo>
                    <a:pt x="96735" y="285635"/>
                  </a:lnTo>
                  <a:lnTo>
                    <a:pt x="99301" y="284683"/>
                  </a:lnTo>
                  <a:lnTo>
                    <a:pt x="99275" y="284340"/>
                  </a:lnTo>
                  <a:lnTo>
                    <a:pt x="99479" y="284556"/>
                  </a:lnTo>
                  <a:lnTo>
                    <a:pt x="99479" y="273900"/>
                  </a:lnTo>
                  <a:lnTo>
                    <a:pt x="97561" y="271665"/>
                  </a:lnTo>
                  <a:lnTo>
                    <a:pt x="97561" y="282333"/>
                  </a:lnTo>
                  <a:lnTo>
                    <a:pt x="96558" y="282092"/>
                  </a:lnTo>
                  <a:lnTo>
                    <a:pt x="90157" y="282486"/>
                  </a:lnTo>
                  <a:lnTo>
                    <a:pt x="88646" y="283057"/>
                  </a:lnTo>
                  <a:lnTo>
                    <a:pt x="88950" y="281305"/>
                  </a:lnTo>
                  <a:lnTo>
                    <a:pt x="88785" y="277571"/>
                  </a:lnTo>
                  <a:lnTo>
                    <a:pt x="88607" y="273837"/>
                  </a:lnTo>
                  <a:lnTo>
                    <a:pt x="87972" y="271576"/>
                  </a:lnTo>
                  <a:lnTo>
                    <a:pt x="87972" y="297992"/>
                  </a:lnTo>
                  <a:lnTo>
                    <a:pt x="54317" y="337248"/>
                  </a:lnTo>
                  <a:lnTo>
                    <a:pt x="42633" y="323634"/>
                  </a:lnTo>
                  <a:lnTo>
                    <a:pt x="45212" y="324231"/>
                  </a:lnTo>
                  <a:lnTo>
                    <a:pt x="51625" y="323837"/>
                  </a:lnTo>
                  <a:lnTo>
                    <a:pt x="53047" y="323303"/>
                  </a:lnTo>
                  <a:lnTo>
                    <a:pt x="52755" y="325018"/>
                  </a:lnTo>
                  <a:lnTo>
                    <a:pt x="52920" y="328764"/>
                  </a:lnTo>
                  <a:lnTo>
                    <a:pt x="53098" y="332498"/>
                  </a:lnTo>
                  <a:lnTo>
                    <a:pt x="53924" y="335483"/>
                  </a:lnTo>
                  <a:lnTo>
                    <a:pt x="55600" y="335381"/>
                  </a:lnTo>
                  <a:lnTo>
                    <a:pt x="56134" y="332308"/>
                  </a:lnTo>
                  <a:lnTo>
                    <a:pt x="55791" y="324827"/>
                  </a:lnTo>
                  <a:lnTo>
                    <a:pt x="55333" y="323151"/>
                  </a:lnTo>
                  <a:lnTo>
                    <a:pt x="56819" y="323507"/>
                  </a:lnTo>
                  <a:lnTo>
                    <a:pt x="60020" y="323303"/>
                  </a:lnTo>
                  <a:lnTo>
                    <a:pt x="63220" y="323100"/>
                  </a:lnTo>
                  <a:lnTo>
                    <a:pt x="65786" y="322148"/>
                  </a:lnTo>
                  <a:lnTo>
                    <a:pt x="65697" y="320179"/>
                  </a:lnTo>
                  <a:lnTo>
                    <a:pt x="63055" y="319557"/>
                  </a:lnTo>
                  <a:lnTo>
                    <a:pt x="56642" y="319951"/>
                  </a:lnTo>
                  <a:lnTo>
                    <a:pt x="55130" y="320522"/>
                  </a:lnTo>
                  <a:lnTo>
                    <a:pt x="55435" y="318770"/>
                  </a:lnTo>
                  <a:lnTo>
                    <a:pt x="55270" y="315036"/>
                  </a:lnTo>
                  <a:lnTo>
                    <a:pt x="55105" y="311302"/>
                  </a:lnTo>
                  <a:lnTo>
                    <a:pt x="54279" y="308317"/>
                  </a:lnTo>
                  <a:lnTo>
                    <a:pt x="52603" y="308419"/>
                  </a:lnTo>
                  <a:lnTo>
                    <a:pt x="52057" y="311480"/>
                  </a:lnTo>
                  <a:lnTo>
                    <a:pt x="52400" y="318960"/>
                  </a:lnTo>
                  <a:lnTo>
                    <a:pt x="52844" y="320624"/>
                  </a:lnTo>
                  <a:lnTo>
                    <a:pt x="51460" y="320281"/>
                  </a:lnTo>
                  <a:lnTo>
                    <a:pt x="48247" y="320484"/>
                  </a:lnTo>
                  <a:lnTo>
                    <a:pt x="45046" y="320687"/>
                  </a:lnTo>
                  <a:lnTo>
                    <a:pt x="42481" y="321652"/>
                  </a:lnTo>
                  <a:lnTo>
                    <a:pt x="42557" y="323545"/>
                  </a:lnTo>
                  <a:lnTo>
                    <a:pt x="10045" y="285610"/>
                  </a:lnTo>
                  <a:lnTo>
                    <a:pt x="12636" y="286232"/>
                  </a:lnTo>
                  <a:lnTo>
                    <a:pt x="19037" y="285826"/>
                  </a:lnTo>
                  <a:lnTo>
                    <a:pt x="20472" y="285292"/>
                  </a:lnTo>
                  <a:lnTo>
                    <a:pt x="20180" y="287020"/>
                  </a:lnTo>
                  <a:lnTo>
                    <a:pt x="20345" y="290753"/>
                  </a:lnTo>
                  <a:lnTo>
                    <a:pt x="20510" y="294487"/>
                  </a:lnTo>
                  <a:lnTo>
                    <a:pt x="21336" y="297472"/>
                  </a:lnTo>
                  <a:lnTo>
                    <a:pt x="23012" y="297370"/>
                  </a:lnTo>
                  <a:lnTo>
                    <a:pt x="23558" y="294309"/>
                  </a:lnTo>
                  <a:lnTo>
                    <a:pt x="23215" y="286829"/>
                  </a:lnTo>
                  <a:lnTo>
                    <a:pt x="22758" y="285153"/>
                  </a:lnTo>
                  <a:lnTo>
                    <a:pt x="24231" y="285496"/>
                  </a:lnTo>
                  <a:lnTo>
                    <a:pt x="27444" y="285305"/>
                  </a:lnTo>
                  <a:lnTo>
                    <a:pt x="30645" y="285102"/>
                  </a:lnTo>
                  <a:lnTo>
                    <a:pt x="33210" y="284137"/>
                  </a:lnTo>
                  <a:lnTo>
                    <a:pt x="33108" y="282181"/>
                  </a:lnTo>
                  <a:lnTo>
                    <a:pt x="30480" y="281546"/>
                  </a:lnTo>
                  <a:lnTo>
                    <a:pt x="24066" y="281952"/>
                  </a:lnTo>
                  <a:lnTo>
                    <a:pt x="22555" y="282524"/>
                  </a:lnTo>
                  <a:lnTo>
                    <a:pt x="22860" y="280771"/>
                  </a:lnTo>
                  <a:lnTo>
                    <a:pt x="22694" y="277025"/>
                  </a:lnTo>
                  <a:lnTo>
                    <a:pt x="22529" y="273291"/>
                  </a:lnTo>
                  <a:lnTo>
                    <a:pt x="21704" y="270306"/>
                  </a:lnTo>
                  <a:lnTo>
                    <a:pt x="21336" y="270332"/>
                  </a:lnTo>
                  <a:lnTo>
                    <a:pt x="53098" y="233286"/>
                  </a:lnTo>
                  <a:lnTo>
                    <a:pt x="52679" y="235661"/>
                  </a:lnTo>
                  <a:lnTo>
                    <a:pt x="53022" y="243141"/>
                  </a:lnTo>
                  <a:lnTo>
                    <a:pt x="53848" y="246126"/>
                  </a:lnTo>
                  <a:lnTo>
                    <a:pt x="55524" y="246024"/>
                  </a:lnTo>
                  <a:lnTo>
                    <a:pt x="56057" y="242951"/>
                  </a:lnTo>
                  <a:lnTo>
                    <a:pt x="55892" y="239204"/>
                  </a:lnTo>
                  <a:lnTo>
                    <a:pt x="55727" y="235470"/>
                  </a:lnTo>
                  <a:lnTo>
                    <a:pt x="54914" y="232575"/>
                  </a:lnTo>
                  <a:lnTo>
                    <a:pt x="87731" y="270865"/>
                  </a:lnTo>
                  <a:lnTo>
                    <a:pt x="86106" y="270954"/>
                  </a:lnTo>
                  <a:lnTo>
                    <a:pt x="85572" y="274015"/>
                  </a:lnTo>
                  <a:lnTo>
                    <a:pt x="85915" y="281495"/>
                  </a:lnTo>
                  <a:lnTo>
                    <a:pt x="86360" y="283159"/>
                  </a:lnTo>
                  <a:lnTo>
                    <a:pt x="84963" y="282816"/>
                  </a:lnTo>
                  <a:lnTo>
                    <a:pt x="81762" y="283019"/>
                  </a:lnTo>
                  <a:lnTo>
                    <a:pt x="78549" y="283222"/>
                  </a:lnTo>
                  <a:lnTo>
                    <a:pt x="75984" y="284187"/>
                  </a:lnTo>
                  <a:lnTo>
                    <a:pt x="76085" y="286143"/>
                  </a:lnTo>
                  <a:lnTo>
                    <a:pt x="78714" y="286766"/>
                  </a:lnTo>
                  <a:lnTo>
                    <a:pt x="85128" y="286372"/>
                  </a:lnTo>
                  <a:lnTo>
                    <a:pt x="86563" y="285838"/>
                  </a:lnTo>
                  <a:lnTo>
                    <a:pt x="86271" y="287553"/>
                  </a:lnTo>
                  <a:lnTo>
                    <a:pt x="86436" y="291299"/>
                  </a:lnTo>
                  <a:lnTo>
                    <a:pt x="86601" y="295033"/>
                  </a:lnTo>
                  <a:lnTo>
                    <a:pt x="87426" y="298018"/>
                  </a:lnTo>
                  <a:lnTo>
                    <a:pt x="87972" y="297992"/>
                  </a:lnTo>
                  <a:lnTo>
                    <a:pt x="87972" y="271576"/>
                  </a:lnTo>
                  <a:lnTo>
                    <a:pt x="87795" y="270941"/>
                  </a:lnTo>
                  <a:lnTo>
                    <a:pt x="97561" y="282333"/>
                  </a:lnTo>
                  <a:lnTo>
                    <a:pt x="97561" y="271665"/>
                  </a:lnTo>
                  <a:lnTo>
                    <a:pt x="63449" y="231863"/>
                  </a:lnTo>
                  <a:lnTo>
                    <a:pt x="54851" y="221843"/>
                  </a:lnTo>
                  <a:lnTo>
                    <a:pt x="54851" y="232498"/>
                  </a:lnTo>
                  <a:lnTo>
                    <a:pt x="53721" y="232562"/>
                  </a:lnTo>
                  <a:lnTo>
                    <a:pt x="54317" y="231863"/>
                  </a:lnTo>
                  <a:lnTo>
                    <a:pt x="54851" y="232498"/>
                  </a:lnTo>
                  <a:lnTo>
                    <a:pt x="54851" y="221843"/>
                  </a:lnTo>
                  <a:lnTo>
                    <a:pt x="54317" y="221208"/>
                  </a:lnTo>
                  <a:lnTo>
                    <a:pt x="20269" y="260921"/>
                  </a:lnTo>
                  <a:lnTo>
                    <a:pt x="20269" y="282625"/>
                  </a:lnTo>
                  <a:lnTo>
                    <a:pt x="18872" y="282282"/>
                  </a:lnTo>
                  <a:lnTo>
                    <a:pt x="15671" y="282473"/>
                  </a:lnTo>
                  <a:lnTo>
                    <a:pt x="12471" y="282676"/>
                  </a:lnTo>
                  <a:lnTo>
                    <a:pt x="9982" y="283629"/>
                  </a:lnTo>
                  <a:lnTo>
                    <a:pt x="9982" y="285546"/>
                  </a:lnTo>
                  <a:lnTo>
                    <a:pt x="9144" y="284556"/>
                  </a:lnTo>
                  <a:lnTo>
                    <a:pt x="9906" y="283667"/>
                  </a:lnTo>
                  <a:lnTo>
                    <a:pt x="9982" y="285546"/>
                  </a:lnTo>
                  <a:lnTo>
                    <a:pt x="9982" y="283629"/>
                  </a:lnTo>
                  <a:lnTo>
                    <a:pt x="19697" y="272249"/>
                  </a:lnTo>
                  <a:lnTo>
                    <a:pt x="19481" y="273481"/>
                  </a:lnTo>
                  <a:lnTo>
                    <a:pt x="19824" y="280962"/>
                  </a:lnTo>
                  <a:lnTo>
                    <a:pt x="20269" y="282625"/>
                  </a:lnTo>
                  <a:lnTo>
                    <a:pt x="20269" y="260921"/>
                  </a:lnTo>
                  <a:lnTo>
                    <a:pt x="0" y="284556"/>
                  </a:lnTo>
                  <a:lnTo>
                    <a:pt x="54317" y="347903"/>
                  </a:lnTo>
                  <a:lnTo>
                    <a:pt x="63449" y="337248"/>
                  </a:lnTo>
                  <a:lnTo>
                    <a:pt x="104051" y="289890"/>
                  </a:lnTo>
                  <a:lnTo>
                    <a:pt x="153797" y="347903"/>
                  </a:lnTo>
                  <a:lnTo>
                    <a:pt x="162928" y="337248"/>
                  </a:lnTo>
                  <a:lnTo>
                    <a:pt x="204965" y="288213"/>
                  </a:lnTo>
                  <a:lnTo>
                    <a:pt x="256146" y="347903"/>
                  </a:lnTo>
                  <a:lnTo>
                    <a:pt x="265290" y="337248"/>
                  </a:lnTo>
                  <a:lnTo>
                    <a:pt x="310451" y="284556"/>
                  </a:lnTo>
                  <a:close/>
                </a:path>
                <a:path w="351790" h="347979">
                  <a:moveTo>
                    <a:pt x="318782" y="13830"/>
                  </a:moveTo>
                  <a:lnTo>
                    <a:pt x="318693" y="11874"/>
                  </a:lnTo>
                  <a:lnTo>
                    <a:pt x="316052" y="11239"/>
                  </a:lnTo>
                  <a:lnTo>
                    <a:pt x="309638" y="11633"/>
                  </a:lnTo>
                  <a:lnTo>
                    <a:pt x="308127" y="12204"/>
                  </a:lnTo>
                  <a:lnTo>
                    <a:pt x="308432" y="10452"/>
                  </a:lnTo>
                  <a:lnTo>
                    <a:pt x="308267" y="6718"/>
                  </a:lnTo>
                  <a:lnTo>
                    <a:pt x="308102" y="2984"/>
                  </a:lnTo>
                  <a:lnTo>
                    <a:pt x="307276" y="0"/>
                  </a:lnTo>
                  <a:lnTo>
                    <a:pt x="305600" y="101"/>
                  </a:lnTo>
                  <a:lnTo>
                    <a:pt x="305054" y="3162"/>
                  </a:lnTo>
                  <a:lnTo>
                    <a:pt x="305396" y="10642"/>
                  </a:lnTo>
                  <a:lnTo>
                    <a:pt x="305841" y="12306"/>
                  </a:lnTo>
                  <a:lnTo>
                    <a:pt x="304444" y="11963"/>
                  </a:lnTo>
                  <a:lnTo>
                    <a:pt x="301244" y="12166"/>
                  </a:lnTo>
                  <a:lnTo>
                    <a:pt x="298043" y="12369"/>
                  </a:lnTo>
                  <a:lnTo>
                    <a:pt x="295478" y="13335"/>
                  </a:lnTo>
                  <a:lnTo>
                    <a:pt x="295567" y="15290"/>
                  </a:lnTo>
                  <a:lnTo>
                    <a:pt x="298208" y="15913"/>
                  </a:lnTo>
                  <a:lnTo>
                    <a:pt x="304622" y="15519"/>
                  </a:lnTo>
                  <a:lnTo>
                    <a:pt x="306044" y="14986"/>
                  </a:lnTo>
                  <a:lnTo>
                    <a:pt x="305752" y="16700"/>
                  </a:lnTo>
                  <a:lnTo>
                    <a:pt x="305917" y="20447"/>
                  </a:lnTo>
                  <a:lnTo>
                    <a:pt x="306095" y="24180"/>
                  </a:lnTo>
                  <a:lnTo>
                    <a:pt x="306920" y="27165"/>
                  </a:lnTo>
                  <a:lnTo>
                    <a:pt x="308597" y="27063"/>
                  </a:lnTo>
                  <a:lnTo>
                    <a:pt x="309130" y="23990"/>
                  </a:lnTo>
                  <a:lnTo>
                    <a:pt x="308787" y="16522"/>
                  </a:lnTo>
                  <a:lnTo>
                    <a:pt x="308317" y="14833"/>
                  </a:lnTo>
                  <a:lnTo>
                    <a:pt x="309816" y="15189"/>
                  </a:lnTo>
                  <a:lnTo>
                    <a:pt x="313016" y="14986"/>
                  </a:lnTo>
                  <a:lnTo>
                    <a:pt x="316217" y="14795"/>
                  </a:lnTo>
                  <a:lnTo>
                    <a:pt x="318782" y="13830"/>
                  </a:lnTo>
                  <a:close/>
                </a:path>
                <a:path w="351790" h="347979">
                  <a:moveTo>
                    <a:pt x="351675" y="52184"/>
                  </a:moveTo>
                  <a:lnTo>
                    <a:pt x="351574" y="50228"/>
                  </a:lnTo>
                  <a:lnTo>
                    <a:pt x="348932" y="49606"/>
                  </a:lnTo>
                  <a:lnTo>
                    <a:pt x="342531" y="49999"/>
                  </a:lnTo>
                  <a:lnTo>
                    <a:pt x="339979" y="50965"/>
                  </a:lnTo>
                  <a:lnTo>
                    <a:pt x="340004" y="51943"/>
                  </a:lnTo>
                  <a:lnTo>
                    <a:pt x="339178" y="51981"/>
                  </a:lnTo>
                  <a:lnTo>
                    <a:pt x="338645" y="55067"/>
                  </a:lnTo>
                  <a:lnTo>
                    <a:pt x="338810" y="58801"/>
                  </a:lnTo>
                  <a:lnTo>
                    <a:pt x="338975" y="62534"/>
                  </a:lnTo>
                  <a:lnTo>
                    <a:pt x="339801" y="65519"/>
                  </a:lnTo>
                  <a:lnTo>
                    <a:pt x="341477" y="65417"/>
                  </a:lnTo>
                  <a:lnTo>
                    <a:pt x="342023" y="62357"/>
                  </a:lnTo>
                  <a:lnTo>
                    <a:pt x="341680" y="54876"/>
                  </a:lnTo>
                  <a:lnTo>
                    <a:pt x="341210" y="53200"/>
                  </a:lnTo>
                  <a:lnTo>
                    <a:pt x="342696" y="53543"/>
                  </a:lnTo>
                  <a:lnTo>
                    <a:pt x="345897" y="53352"/>
                  </a:lnTo>
                  <a:lnTo>
                    <a:pt x="349110" y="53149"/>
                  </a:lnTo>
                  <a:lnTo>
                    <a:pt x="351675" y="52184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2" name="object 2062" descr=""/>
            <p:cNvSpPr/>
            <p:nvPr/>
          </p:nvSpPr>
          <p:spPr>
            <a:xfrm>
              <a:off x="8138782" y="6589375"/>
              <a:ext cx="318135" cy="359410"/>
            </a:xfrm>
            <a:custGeom>
              <a:avLst/>
              <a:gdLst/>
              <a:ahLst/>
              <a:cxnLst/>
              <a:rect l="l" t="t" r="r" b="b"/>
              <a:pathLst>
                <a:path w="318134" h="359409">
                  <a:moveTo>
                    <a:pt x="23304" y="102273"/>
                  </a:moveTo>
                  <a:lnTo>
                    <a:pt x="23215" y="100317"/>
                  </a:lnTo>
                  <a:lnTo>
                    <a:pt x="20574" y="99682"/>
                  </a:lnTo>
                  <a:lnTo>
                    <a:pt x="14160" y="100088"/>
                  </a:lnTo>
                  <a:lnTo>
                    <a:pt x="12649" y="100660"/>
                  </a:lnTo>
                  <a:lnTo>
                    <a:pt x="12954" y="98907"/>
                  </a:lnTo>
                  <a:lnTo>
                    <a:pt x="12788" y="95161"/>
                  </a:lnTo>
                  <a:lnTo>
                    <a:pt x="12623" y="91427"/>
                  </a:lnTo>
                  <a:lnTo>
                    <a:pt x="11798" y="88442"/>
                  </a:lnTo>
                  <a:lnTo>
                    <a:pt x="10121" y="88544"/>
                  </a:lnTo>
                  <a:lnTo>
                    <a:pt x="9575" y="91617"/>
                  </a:lnTo>
                  <a:lnTo>
                    <a:pt x="9918" y="99098"/>
                  </a:lnTo>
                  <a:lnTo>
                    <a:pt x="10363" y="100761"/>
                  </a:lnTo>
                  <a:lnTo>
                    <a:pt x="8966" y="100418"/>
                  </a:lnTo>
                  <a:lnTo>
                    <a:pt x="5765" y="100622"/>
                  </a:lnTo>
                  <a:lnTo>
                    <a:pt x="2565" y="100812"/>
                  </a:lnTo>
                  <a:lnTo>
                    <a:pt x="0" y="101777"/>
                  </a:lnTo>
                  <a:lnTo>
                    <a:pt x="88" y="103733"/>
                  </a:lnTo>
                  <a:lnTo>
                    <a:pt x="2730" y="104368"/>
                  </a:lnTo>
                  <a:lnTo>
                    <a:pt x="9144" y="103962"/>
                  </a:lnTo>
                  <a:lnTo>
                    <a:pt x="10566" y="103441"/>
                  </a:lnTo>
                  <a:lnTo>
                    <a:pt x="10274" y="105156"/>
                  </a:lnTo>
                  <a:lnTo>
                    <a:pt x="10439" y="108889"/>
                  </a:lnTo>
                  <a:lnTo>
                    <a:pt x="10617" y="112623"/>
                  </a:lnTo>
                  <a:lnTo>
                    <a:pt x="11442" y="115608"/>
                  </a:lnTo>
                  <a:lnTo>
                    <a:pt x="13119" y="115506"/>
                  </a:lnTo>
                  <a:lnTo>
                    <a:pt x="13652" y="112445"/>
                  </a:lnTo>
                  <a:lnTo>
                    <a:pt x="13309" y="104965"/>
                  </a:lnTo>
                  <a:lnTo>
                    <a:pt x="12852" y="103289"/>
                  </a:lnTo>
                  <a:lnTo>
                    <a:pt x="14338" y="103632"/>
                  </a:lnTo>
                  <a:lnTo>
                    <a:pt x="17538" y="103441"/>
                  </a:lnTo>
                  <a:lnTo>
                    <a:pt x="20739" y="103238"/>
                  </a:lnTo>
                  <a:lnTo>
                    <a:pt x="23304" y="102273"/>
                  </a:lnTo>
                  <a:close/>
                </a:path>
                <a:path w="318134" h="359409">
                  <a:moveTo>
                    <a:pt x="115824" y="218681"/>
                  </a:moveTo>
                  <a:lnTo>
                    <a:pt x="106680" y="208026"/>
                  </a:lnTo>
                  <a:lnTo>
                    <a:pt x="106680" y="218681"/>
                  </a:lnTo>
                  <a:lnTo>
                    <a:pt x="96570" y="230466"/>
                  </a:lnTo>
                  <a:lnTo>
                    <a:pt x="96837" y="228968"/>
                  </a:lnTo>
                  <a:lnTo>
                    <a:pt x="96494" y="221488"/>
                  </a:lnTo>
                  <a:lnTo>
                    <a:pt x="96037" y="219811"/>
                  </a:lnTo>
                  <a:lnTo>
                    <a:pt x="97523" y="220167"/>
                  </a:lnTo>
                  <a:lnTo>
                    <a:pt x="100723" y="219964"/>
                  </a:lnTo>
                  <a:lnTo>
                    <a:pt x="103924" y="219773"/>
                  </a:lnTo>
                  <a:lnTo>
                    <a:pt x="106489" y="218808"/>
                  </a:lnTo>
                  <a:lnTo>
                    <a:pt x="106464" y="218440"/>
                  </a:lnTo>
                  <a:lnTo>
                    <a:pt x="106680" y="218681"/>
                  </a:lnTo>
                  <a:lnTo>
                    <a:pt x="106680" y="208026"/>
                  </a:lnTo>
                  <a:lnTo>
                    <a:pt x="104775" y="205803"/>
                  </a:lnTo>
                  <a:lnTo>
                    <a:pt x="104775" y="216471"/>
                  </a:lnTo>
                  <a:lnTo>
                    <a:pt x="103759" y="216217"/>
                  </a:lnTo>
                  <a:lnTo>
                    <a:pt x="97345" y="216611"/>
                  </a:lnTo>
                  <a:lnTo>
                    <a:pt x="95834" y="217182"/>
                  </a:lnTo>
                  <a:lnTo>
                    <a:pt x="96139" y="215430"/>
                  </a:lnTo>
                  <a:lnTo>
                    <a:pt x="95973" y="211696"/>
                  </a:lnTo>
                  <a:lnTo>
                    <a:pt x="95808" y="207962"/>
                  </a:lnTo>
                  <a:lnTo>
                    <a:pt x="95161" y="205663"/>
                  </a:lnTo>
                  <a:lnTo>
                    <a:pt x="95161" y="232117"/>
                  </a:lnTo>
                  <a:lnTo>
                    <a:pt x="61506" y="271373"/>
                  </a:lnTo>
                  <a:lnTo>
                    <a:pt x="49822" y="257759"/>
                  </a:lnTo>
                  <a:lnTo>
                    <a:pt x="52412" y="258356"/>
                  </a:lnTo>
                  <a:lnTo>
                    <a:pt x="58813" y="257962"/>
                  </a:lnTo>
                  <a:lnTo>
                    <a:pt x="60248" y="257429"/>
                  </a:lnTo>
                  <a:lnTo>
                    <a:pt x="59956" y="259143"/>
                  </a:lnTo>
                  <a:lnTo>
                    <a:pt x="60121" y="262890"/>
                  </a:lnTo>
                  <a:lnTo>
                    <a:pt x="60286" y="266623"/>
                  </a:lnTo>
                  <a:lnTo>
                    <a:pt x="61112" y="269608"/>
                  </a:lnTo>
                  <a:lnTo>
                    <a:pt x="62788" y="269506"/>
                  </a:lnTo>
                  <a:lnTo>
                    <a:pt x="63334" y="266433"/>
                  </a:lnTo>
                  <a:lnTo>
                    <a:pt x="62992" y="258965"/>
                  </a:lnTo>
                  <a:lnTo>
                    <a:pt x="62522" y="257276"/>
                  </a:lnTo>
                  <a:lnTo>
                    <a:pt x="64008" y="257632"/>
                  </a:lnTo>
                  <a:lnTo>
                    <a:pt x="67221" y="257429"/>
                  </a:lnTo>
                  <a:lnTo>
                    <a:pt x="70421" y="257238"/>
                  </a:lnTo>
                  <a:lnTo>
                    <a:pt x="72986" y="256273"/>
                  </a:lnTo>
                  <a:lnTo>
                    <a:pt x="72885" y="254317"/>
                  </a:lnTo>
                  <a:lnTo>
                    <a:pt x="70256" y="253682"/>
                  </a:lnTo>
                  <a:lnTo>
                    <a:pt x="63842" y="254076"/>
                  </a:lnTo>
                  <a:lnTo>
                    <a:pt x="62331" y="254647"/>
                  </a:lnTo>
                  <a:lnTo>
                    <a:pt x="62636" y="252895"/>
                  </a:lnTo>
                  <a:lnTo>
                    <a:pt x="62471" y="249161"/>
                  </a:lnTo>
                  <a:lnTo>
                    <a:pt x="62306" y="245427"/>
                  </a:lnTo>
                  <a:lnTo>
                    <a:pt x="61480" y="242443"/>
                  </a:lnTo>
                  <a:lnTo>
                    <a:pt x="59804" y="242544"/>
                  </a:lnTo>
                  <a:lnTo>
                    <a:pt x="59258" y="245618"/>
                  </a:lnTo>
                  <a:lnTo>
                    <a:pt x="59601" y="253085"/>
                  </a:lnTo>
                  <a:lnTo>
                    <a:pt x="60045" y="254749"/>
                  </a:lnTo>
                  <a:lnTo>
                    <a:pt x="58648" y="254406"/>
                  </a:lnTo>
                  <a:lnTo>
                    <a:pt x="55448" y="254609"/>
                  </a:lnTo>
                  <a:lnTo>
                    <a:pt x="52247" y="254812"/>
                  </a:lnTo>
                  <a:lnTo>
                    <a:pt x="49682" y="255778"/>
                  </a:lnTo>
                  <a:lnTo>
                    <a:pt x="49758" y="257683"/>
                  </a:lnTo>
                  <a:lnTo>
                    <a:pt x="17246" y="219735"/>
                  </a:lnTo>
                  <a:lnTo>
                    <a:pt x="19824" y="220357"/>
                  </a:lnTo>
                  <a:lnTo>
                    <a:pt x="26238" y="219951"/>
                  </a:lnTo>
                  <a:lnTo>
                    <a:pt x="27673" y="219417"/>
                  </a:lnTo>
                  <a:lnTo>
                    <a:pt x="27368" y="221145"/>
                  </a:lnTo>
                  <a:lnTo>
                    <a:pt x="27546" y="224878"/>
                  </a:lnTo>
                  <a:lnTo>
                    <a:pt x="27711" y="228625"/>
                  </a:lnTo>
                  <a:lnTo>
                    <a:pt x="28536" y="231609"/>
                  </a:lnTo>
                  <a:lnTo>
                    <a:pt x="30213" y="231495"/>
                  </a:lnTo>
                  <a:lnTo>
                    <a:pt x="30759" y="228434"/>
                  </a:lnTo>
                  <a:lnTo>
                    <a:pt x="30416" y="220954"/>
                  </a:lnTo>
                  <a:lnTo>
                    <a:pt x="29946" y="219278"/>
                  </a:lnTo>
                  <a:lnTo>
                    <a:pt x="31432" y="219621"/>
                  </a:lnTo>
                  <a:lnTo>
                    <a:pt x="34632" y="219430"/>
                  </a:lnTo>
                  <a:lnTo>
                    <a:pt x="37833" y="219227"/>
                  </a:lnTo>
                  <a:lnTo>
                    <a:pt x="40398" y="218262"/>
                  </a:lnTo>
                  <a:lnTo>
                    <a:pt x="40309" y="216306"/>
                  </a:lnTo>
                  <a:lnTo>
                    <a:pt x="37668" y="215684"/>
                  </a:lnTo>
                  <a:lnTo>
                    <a:pt x="31267" y="216077"/>
                  </a:lnTo>
                  <a:lnTo>
                    <a:pt x="29756" y="216649"/>
                  </a:lnTo>
                  <a:lnTo>
                    <a:pt x="30060" y="214896"/>
                  </a:lnTo>
                  <a:lnTo>
                    <a:pt x="29883" y="211150"/>
                  </a:lnTo>
                  <a:lnTo>
                    <a:pt x="29718" y="207416"/>
                  </a:lnTo>
                  <a:lnTo>
                    <a:pt x="28892" y="204431"/>
                  </a:lnTo>
                  <a:lnTo>
                    <a:pt x="28536" y="204457"/>
                  </a:lnTo>
                  <a:lnTo>
                    <a:pt x="60299" y="167398"/>
                  </a:lnTo>
                  <a:lnTo>
                    <a:pt x="59880" y="169786"/>
                  </a:lnTo>
                  <a:lnTo>
                    <a:pt x="60223" y="177266"/>
                  </a:lnTo>
                  <a:lnTo>
                    <a:pt x="60667" y="178930"/>
                  </a:lnTo>
                  <a:lnTo>
                    <a:pt x="59270" y="178587"/>
                  </a:lnTo>
                  <a:lnTo>
                    <a:pt x="56070" y="178790"/>
                  </a:lnTo>
                  <a:lnTo>
                    <a:pt x="52857" y="178981"/>
                  </a:lnTo>
                  <a:lnTo>
                    <a:pt x="50292" y="179946"/>
                  </a:lnTo>
                  <a:lnTo>
                    <a:pt x="50393" y="181902"/>
                  </a:lnTo>
                  <a:lnTo>
                    <a:pt x="53035" y="182537"/>
                  </a:lnTo>
                  <a:lnTo>
                    <a:pt x="59436" y="182130"/>
                  </a:lnTo>
                  <a:lnTo>
                    <a:pt x="60871" y="181597"/>
                  </a:lnTo>
                  <a:lnTo>
                    <a:pt x="60579" y="183324"/>
                  </a:lnTo>
                  <a:lnTo>
                    <a:pt x="60744" y="187058"/>
                  </a:lnTo>
                  <a:lnTo>
                    <a:pt x="60909" y="190804"/>
                  </a:lnTo>
                  <a:lnTo>
                    <a:pt x="61734" y="193789"/>
                  </a:lnTo>
                  <a:lnTo>
                    <a:pt x="63411" y="193675"/>
                  </a:lnTo>
                  <a:lnTo>
                    <a:pt x="63957" y="190614"/>
                  </a:lnTo>
                  <a:lnTo>
                    <a:pt x="63614" y="183134"/>
                  </a:lnTo>
                  <a:lnTo>
                    <a:pt x="63157" y="181457"/>
                  </a:lnTo>
                  <a:lnTo>
                    <a:pt x="64630" y="181800"/>
                  </a:lnTo>
                  <a:lnTo>
                    <a:pt x="67843" y="181610"/>
                  </a:lnTo>
                  <a:lnTo>
                    <a:pt x="71043" y="181406"/>
                  </a:lnTo>
                  <a:lnTo>
                    <a:pt x="73609" y="180441"/>
                  </a:lnTo>
                  <a:lnTo>
                    <a:pt x="73583" y="180098"/>
                  </a:lnTo>
                  <a:lnTo>
                    <a:pt x="94932" y="204990"/>
                  </a:lnTo>
                  <a:lnTo>
                    <a:pt x="93306" y="205079"/>
                  </a:lnTo>
                  <a:lnTo>
                    <a:pt x="92760" y="208153"/>
                  </a:lnTo>
                  <a:lnTo>
                    <a:pt x="93103" y="215620"/>
                  </a:lnTo>
                  <a:lnTo>
                    <a:pt x="93560" y="217297"/>
                  </a:lnTo>
                  <a:lnTo>
                    <a:pt x="92163" y="216954"/>
                  </a:lnTo>
                  <a:lnTo>
                    <a:pt x="88950" y="217144"/>
                  </a:lnTo>
                  <a:lnTo>
                    <a:pt x="85750" y="217347"/>
                  </a:lnTo>
                  <a:lnTo>
                    <a:pt x="83185" y="218313"/>
                  </a:lnTo>
                  <a:lnTo>
                    <a:pt x="83273" y="220268"/>
                  </a:lnTo>
                  <a:lnTo>
                    <a:pt x="85915" y="220891"/>
                  </a:lnTo>
                  <a:lnTo>
                    <a:pt x="92329" y="220497"/>
                  </a:lnTo>
                  <a:lnTo>
                    <a:pt x="93751" y="219964"/>
                  </a:lnTo>
                  <a:lnTo>
                    <a:pt x="93459" y="221678"/>
                  </a:lnTo>
                  <a:lnTo>
                    <a:pt x="93624" y="225425"/>
                  </a:lnTo>
                  <a:lnTo>
                    <a:pt x="93802" y="229158"/>
                  </a:lnTo>
                  <a:lnTo>
                    <a:pt x="94627" y="232143"/>
                  </a:lnTo>
                  <a:lnTo>
                    <a:pt x="95161" y="232117"/>
                  </a:lnTo>
                  <a:lnTo>
                    <a:pt x="95161" y="205663"/>
                  </a:lnTo>
                  <a:lnTo>
                    <a:pt x="94996" y="205066"/>
                  </a:lnTo>
                  <a:lnTo>
                    <a:pt x="104775" y="216471"/>
                  </a:lnTo>
                  <a:lnTo>
                    <a:pt x="104775" y="205803"/>
                  </a:lnTo>
                  <a:lnTo>
                    <a:pt x="71869" y="167411"/>
                  </a:lnTo>
                  <a:lnTo>
                    <a:pt x="71869" y="178104"/>
                  </a:lnTo>
                  <a:lnTo>
                    <a:pt x="70878" y="177863"/>
                  </a:lnTo>
                  <a:lnTo>
                    <a:pt x="64465" y="178257"/>
                  </a:lnTo>
                  <a:lnTo>
                    <a:pt x="62953" y="178828"/>
                  </a:lnTo>
                  <a:lnTo>
                    <a:pt x="63258" y="177076"/>
                  </a:lnTo>
                  <a:lnTo>
                    <a:pt x="63093" y="173329"/>
                  </a:lnTo>
                  <a:lnTo>
                    <a:pt x="62928" y="169595"/>
                  </a:lnTo>
                  <a:lnTo>
                    <a:pt x="62128" y="166725"/>
                  </a:lnTo>
                  <a:lnTo>
                    <a:pt x="71869" y="178104"/>
                  </a:lnTo>
                  <a:lnTo>
                    <a:pt x="71869" y="167411"/>
                  </a:lnTo>
                  <a:lnTo>
                    <a:pt x="70650" y="165989"/>
                  </a:lnTo>
                  <a:lnTo>
                    <a:pt x="62039" y="155956"/>
                  </a:lnTo>
                  <a:lnTo>
                    <a:pt x="62039" y="166624"/>
                  </a:lnTo>
                  <a:lnTo>
                    <a:pt x="60909" y="166687"/>
                  </a:lnTo>
                  <a:lnTo>
                    <a:pt x="61506" y="165989"/>
                  </a:lnTo>
                  <a:lnTo>
                    <a:pt x="62039" y="166624"/>
                  </a:lnTo>
                  <a:lnTo>
                    <a:pt x="62039" y="155956"/>
                  </a:lnTo>
                  <a:lnTo>
                    <a:pt x="61506" y="155333"/>
                  </a:lnTo>
                  <a:lnTo>
                    <a:pt x="27470" y="195046"/>
                  </a:lnTo>
                  <a:lnTo>
                    <a:pt x="27470" y="216750"/>
                  </a:lnTo>
                  <a:lnTo>
                    <a:pt x="26073" y="216408"/>
                  </a:lnTo>
                  <a:lnTo>
                    <a:pt x="22860" y="216611"/>
                  </a:lnTo>
                  <a:lnTo>
                    <a:pt x="19659" y="216801"/>
                  </a:lnTo>
                  <a:lnTo>
                    <a:pt x="17183" y="217741"/>
                  </a:lnTo>
                  <a:lnTo>
                    <a:pt x="17183" y="219671"/>
                  </a:lnTo>
                  <a:lnTo>
                    <a:pt x="16344" y="218681"/>
                  </a:lnTo>
                  <a:lnTo>
                    <a:pt x="17094" y="217817"/>
                  </a:lnTo>
                  <a:lnTo>
                    <a:pt x="17183" y="219671"/>
                  </a:lnTo>
                  <a:lnTo>
                    <a:pt x="17183" y="217741"/>
                  </a:lnTo>
                  <a:lnTo>
                    <a:pt x="26885" y="206387"/>
                  </a:lnTo>
                  <a:lnTo>
                    <a:pt x="26670" y="207606"/>
                  </a:lnTo>
                  <a:lnTo>
                    <a:pt x="27025" y="215087"/>
                  </a:lnTo>
                  <a:lnTo>
                    <a:pt x="27470" y="216750"/>
                  </a:lnTo>
                  <a:lnTo>
                    <a:pt x="27470" y="195046"/>
                  </a:lnTo>
                  <a:lnTo>
                    <a:pt x="7200" y="218681"/>
                  </a:lnTo>
                  <a:lnTo>
                    <a:pt x="61506" y="282028"/>
                  </a:lnTo>
                  <a:lnTo>
                    <a:pt x="70650" y="271373"/>
                  </a:lnTo>
                  <a:lnTo>
                    <a:pt x="115824" y="218681"/>
                  </a:lnTo>
                  <a:close/>
                </a:path>
                <a:path w="318134" h="359409">
                  <a:moveTo>
                    <a:pt x="164998" y="295846"/>
                  </a:moveTo>
                  <a:lnTo>
                    <a:pt x="155867" y="285203"/>
                  </a:lnTo>
                  <a:lnTo>
                    <a:pt x="155867" y="295846"/>
                  </a:lnTo>
                  <a:lnTo>
                    <a:pt x="145745" y="307644"/>
                  </a:lnTo>
                  <a:lnTo>
                    <a:pt x="146024" y="306133"/>
                  </a:lnTo>
                  <a:lnTo>
                    <a:pt x="145681" y="298653"/>
                  </a:lnTo>
                  <a:lnTo>
                    <a:pt x="145211" y="296989"/>
                  </a:lnTo>
                  <a:lnTo>
                    <a:pt x="146697" y="297332"/>
                  </a:lnTo>
                  <a:lnTo>
                    <a:pt x="149898" y="297129"/>
                  </a:lnTo>
                  <a:lnTo>
                    <a:pt x="153098" y="296926"/>
                  </a:lnTo>
                  <a:lnTo>
                    <a:pt x="155663" y="295960"/>
                  </a:lnTo>
                  <a:lnTo>
                    <a:pt x="155638" y="295592"/>
                  </a:lnTo>
                  <a:lnTo>
                    <a:pt x="155867" y="295846"/>
                  </a:lnTo>
                  <a:lnTo>
                    <a:pt x="155867" y="285203"/>
                  </a:lnTo>
                  <a:lnTo>
                    <a:pt x="153949" y="282968"/>
                  </a:lnTo>
                  <a:lnTo>
                    <a:pt x="153949" y="293636"/>
                  </a:lnTo>
                  <a:lnTo>
                    <a:pt x="152933" y="293382"/>
                  </a:lnTo>
                  <a:lnTo>
                    <a:pt x="146532" y="293776"/>
                  </a:lnTo>
                  <a:lnTo>
                    <a:pt x="145021" y="294347"/>
                  </a:lnTo>
                  <a:lnTo>
                    <a:pt x="145326" y="292595"/>
                  </a:lnTo>
                  <a:lnTo>
                    <a:pt x="145161" y="288861"/>
                  </a:lnTo>
                  <a:lnTo>
                    <a:pt x="144983" y="285115"/>
                  </a:lnTo>
                  <a:lnTo>
                    <a:pt x="144348" y="282854"/>
                  </a:lnTo>
                  <a:lnTo>
                    <a:pt x="144348" y="309283"/>
                  </a:lnTo>
                  <a:lnTo>
                    <a:pt x="110693" y="348526"/>
                  </a:lnTo>
                  <a:lnTo>
                    <a:pt x="99021" y="334924"/>
                  </a:lnTo>
                  <a:lnTo>
                    <a:pt x="101587" y="335521"/>
                  </a:lnTo>
                  <a:lnTo>
                    <a:pt x="108000" y="335127"/>
                  </a:lnTo>
                  <a:lnTo>
                    <a:pt x="109423" y="334594"/>
                  </a:lnTo>
                  <a:lnTo>
                    <a:pt x="109131" y="336308"/>
                  </a:lnTo>
                  <a:lnTo>
                    <a:pt x="109296" y="340042"/>
                  </a:lnTo>
                  <a:lnTo>
                    <a:pt x="109461" y="343789"/>
                  </a:lnTo>
                  <a:lnTo>
                    <a:pt x="110299" y="346773"/>
                  </a:lnTo>
                  <a:lnTo>
                    <a:pt x="111975" y="346659"/>
                  </a:lnTo>
                  <a:lnTo>
                    <a:pt x="112509" y="343598"/>
                  </a:lnTo>
                  <a:lnTo>
                    <a:pt x="112166" y="336118"/>
                  </a:lnTo>
                  <a:lnTo>
                    <a:pt x="111709" y="334441"/>
                  </a:lnTo>
                  <a:lnTo>
                    <a:pt x="113195" y="334797"/>
                  </a:lnTo>
                  <a:lnTo>
                    <a:pt x="116395" y="334594"/>
                  </a:lnTo>
                  <a:lnTo>
                    <a:pt x="119595" y="334391"/>
                  </a:lnTo>
                  <a:lnTo>
                    <a:pt x="122161" y="333425"/>
                  </a:lnTo>
                  <a:lnTo>
                    <a:pt x="122072" y="331470"/>
                  </a:lnTo>
                  <a:lnTo>
                    <a:pt x="119430" y="330847"/>
                  </a:lnTo>
                  <a:lnTo>
                    <a:pt x="113017" y="331241"/>
                  </a:lnTo>
                  <a:lnTo>
                    <a:pt x="111506" y="331812"/>
                  </a:lnTo>
                  <a:lnTo>
                    <a:pt x="111823" y="330060"/>
                  </a:lnTo>
                  <a:lnTo>
                    <a:pt x="111645" y="326326"/>
                  </a:lnTo>
                  <a:lnTo>
                    <a:pt x="111480" y="322580"/>
                  </a:lnTo>
                  <a:lnTo>
                    <a:pt x="110655" y="319595"/>
                  </a:lnTo>
                  <a:lnTo>
                    <a:pt x="108978" y="319709"/>
                  </a:lnTo>
                  <a:lnTo>
                    <a:pt x="108432" y="322770"/>
                  </a:lnTo>
                  <a:lnTo>
                    <a:pt x="108775" y="330250"/>
                  </a:lnTo>
                  <a:lnTo>
                    <a:pt x="109220" y="331914"/>
                  </a:lnTo>
                  <a:lnTo>
                    <a:pt x="107823" y="331571"/>
                  </a:lnTo>
                  <a:lnTo>
                    <a:pt x="104622" y="331774"/>
                  </a:lnTo>
                  <a:lnTo>
                    <a:pt x="101422" y="331965"/>
                  </a:lnTo>
                  <a:lnTo>
                    <a:pt x="98856" y="332930"/>
                  </a:lnTo>
                  <a:lnTo>
                    <a:pt x="98933" y="334835"/>
                  </a:lnTo>
                  <a:lnTo>
                    <a:pt x="66421" y="296900"/>
                  </a:lnTo>
                  <a:lnTo>
                    <a:pt x="69011" y="297510"/>
                  </a:lnTo>
                  <a:lnTo>
                    <a:pt x="75412" y="297116"/>
                  </a:lnTo>
                  <a:lnTo>
                    <a:pt x="76847" y="296583"/>
                  </a:lnTo>
                  <a:lnTo>
                    <a:pt x="76555" y="298297"/>
                  </a:lnTo>
                  <a:lnTo>
                    <a:pt x="76720" y="302044"/>
                  </a:lnTo>
                  <a:lnTo>
                    <a:pt x="76885" y="305777"/>
                  </a:lnTo>
                  <a:lnTo>
                    <a:pt x="77711" y="308762"/>
                  </a:lnTo>
                  <a:lnTo>
                    <a:pt x="79387" y="308660"/>
                  </a:lnTo>
                  <a:lnTo>
                    <a:pt x="79933" y="305587"/>
                  </a:lnTo>
                  <a:lnTo>
                    <a:pt x="79590" y="298119"/>
                  </a:lnTo>
                  <a:lnTo>
                    <a:pt x="79121" y="296443"/>
                  </a:lnTo>
                  <a:lnTo>
                    <a:pt x="80606" y="296786"/>
                  </a:lnTo>
                  <a:lnTo>
                    <a:pt x="83807" y="296583"/>
                  </a:lnTo>
                  <a:lnTo>
                    <a:pt x="87020" y="296392"/>
                  </a:lnTo>
                  <a:lnTo>
                    <a:pt x="89585" y="295427"/>
                  </a:lnTo>
                  <a:lnTo>
                    <a:pt x="89484" y="293471"/>
                  </a:lnTo>
                  <a:lnTo>
                    <a:pt x="86842" y="292836"/>
                  </a:lnTo>
                  <a:lnTo>
                    <a:pt x="80441" y="293243"/>
                  </a:lnTo>
                  <a:lnTo>
                    <a:pt x="78930" y="293814"/>
                  </a:lnTo>
                  <a:lnTo>
                    <a:pt x="79235" y="292049"/>
                  </a:lnTo>
                  <a:lnTo>
                    <a:pt x="79070" y="288315"/>
                  </a:lnTo>
                  <a:lnTo>
                    <a:pt x="78905" y="284581"/>
                  </a:lnTo>
                  <a:lnTo>
                    <a:pt x="78066" y="281597"/>
                  </a:lnTo>
                  <a:lnTo>
                    <a:pt x="77711" y="281622"/>
                  </a:lnTo>
                  <a:lnTo>
                    <a:pt x="109474" y="244576"/>
                  </a:lnTo>
                  <a:lnTo>
                    <a:pt x="109054" y="246951"/>
                  </a:lnTo>
                  <a:lnTo>
                    <a:pt x="109397" y="254419"/>
                  </a:lnTo>
                  <a:lnTo>
                    <a:pt x="109855" y="256095"/>
                  </a:lnTo>
                  <a:lnTo>
                    <a:pt x="108445" y="255752"/>
                  </a:lnTo>
                  <a:lnTo>
                    <a:pt x="105244" y="255943"/>
                  </a:lnTo>
                  <a:lnTo>
                    <a:pt x="102044" y="256146"/>
                  </a:lnTo>
                  <a:lnTo>
                    <a:pt x="99479" y="257111"/>
                  </a:lnTo>
                  <a:lnTo>
                    <a:pt x="99568" y="259067"/>
                  </a:lnTo>
                  <a:lnTo>
                    <a:pt x="102209" y="259689"/>
                  </a:lnTo>
                  <a:lnTo>
                    <a:pt x="108623" y="259295"/>
                  </a:lnTo>
                  <a:lnTo>
                    <a:pt x="110045" y="258762"/>
                  </a:lnTo>
                  <a:lnTo>
                    <a:pt x="109753" y="260489"/>
                  </a:lnTo>
                  <a:lnTo>
                    <a:pt x="109918" y="264223"/>
                  </a:lnTo>
                  <a:lnTo>
                    <a:pt x="110083" y="267957"/>
                  </a:lnTo>
                  <a:lnTo>
                    <a:pt x="110921" y="270941"/>
                  </a:lnTo>
                  <a:lnTo>
                    <a:pt x="112585" y="270840"/>
                  </a:lnTo>
                  <a:lnTo>
                    <a:pt x="113131" y="267766"/>
                  </a:lnTo>
                  <a:lnTo>
                    <a:pt x="112788" y="260299"/>
                  </a:lnTo>
                  <a:lnTo>
                    <a:pt x="111975" y="257302"/>
                  </a:lnTo>
                  <a:lnTo>
                    <a:pt x="112433" y="254228"/>
                  </a:lnTo>
                  <a:lnTo>
                    <a:pt x="112268" y="250494"/>
                  </a:lnTo>
                  <a:lnTo>
                    <a:pt x="112102" y="246761"/>
                  </a:lnTo>
                  <a:lnTo>
                    <a:pt x="111290" y="243865"/>
                  </a:lnTo>
                  <a:lnTo>
                    <a:pt x="144106" y="282143"/>
                  </a:lnTo>
                  <a:lnTo>
                    <a:pt x="142481" y="282244"/>
                  </a:lnTo>
                  <a:lnTo>
                    <a:pt x="141935" y="285305"/>
                  </a:lnTo>
                  <a:lnTo>
                    <a:pt x="142290" y="292785"/>
                  </a:lnTo>
                  <a:lnTo>
                    <a:pt x="142735" y="294449"/>
                  </a:lnTo>
                  <a:lnTo>
                    <a:pt x="141338" y="294106"/>
                  </a:lnTo>
                  <a:lnTo>
                    <a:pt x="138125" y="294309"/>
                  </a:lnTo>
                  <a:lnTo>
                    <a:pt x="134924" y="294513"/>
                  </a:lnTo>
                  <a:lnTo>
                    <a:pt x="132359" y="295465"/>
                  </a:lnTo>
                  <a:lnTo>
                    <a:pt x="132461" y="297434"/>
                  </a:lnTo>
                  <a:lnTo>
                    <a:pt x="135089" y="298056"/>
                  </a:lnTo>
                  <a:lnTo>
                    <a:pt x="141503" y="297662"/>
                  </a:lnTo>
                  <a:lnTo>
                    <a:pt x="142938" y="297129"/>
                  </a:lnTo>
                  <a:lnTo>
                    <a:pt x="142633" y="298843"/>
                  </a:lnTo>
                  <a:lnTo>
                    <a:pt x="142811" y="302577"/>
                  </a:lnTo>
                  <a:lnTo>
                    <a:pt x="142976" y="306324"/>
                  </a:lnTo>
                  <a:lnTo>
                    <a:pt x="143802" y="309308"/>
                  </a:lnTo>
                  <a:lnTo>
                    <a:pt x="144348" y="309283"/>
                  </a:lnTo>
                  <a:lnTo>
                    <a:pt x="144348" y="282854"/>
                  </a:lnTo>
                  <a:lnTo>
                    <a:pt x="144170" y="282219"/>
                  </a:lnTo>
                  <a:lnTo>
                    <a:pt x="153949" y="293636"/>
                  </a:lnTo>
                  <a:lnTo>
                    <a:pt x="153949" y="282968"/>
                  </a:lnTo>
                  <a:lnTo>
                    <a:pt x="119824" y="243154"/>
                  </a:lnTo>
                  <a:lnTo>
                    <a:pt x="111226" y="233121"/>
                  </a:lnTo>
                  <a:lnTo>
                    <a:pt x="111226" y="243789"/>
                  </a:lnTo>
                  <a:lnTo>
                    <a:pt x="110096" y="243852"/>
                  </a:lnTo>
                  <a:lnTo>
                    <a:pt x="110693" y="243154"/>
                  </a:lnTo>
                  <a:lnTo>
                    <a:pt x="111226" y="243789"/>
                  </a:lnTo>
                  <a:lnTo>
                    <a:pt x="111226" y="233121"/>
                  </a:lnTo>
                  <a:lnTo>
                    <a:pt x="110693" y="232486"/>
                  </a:lnTo>
                  <a:lnTo>
                    <a:pt x="76644" y="272211"/>
                  </a:lnTo>
                  <a:lnTo>
                    <a:pt x="76644" y="293916"/>
                  </a:lnTo>
                  <a:lnTo>
                    <a:pt x="75247" y="293573"/>
                  </a:lnTo>
                  <a:lnTo>
                    <a:pt x="72047" y="293763"/>
                  </a:lnTo>
                  <a:lnTo>
                    <a:pt x="68834" y="293966"/>
                  </a:lnTo>
                  <a:lnTo>
                    <a:pt x="66357" y="294906"/>
                  </a:lnTo>
                  <a:lnTo>
                    <a:pt x="66357" y="296837"/>
                  </a:lnTo>
                  <a:lnTo>
                    <a:pt x="65519" y="295846"/>
                  </a:lnTo>
                  <a:lnTo>
                    <a:pt x="66268" y="294982"/>
                  </a:lnTo>
                  <a:lnTo>
                    <a:pt x="66357" y="296837"/>
                  </a:lnTo>
                  <a:lnTo>
                    <a:pt x="66357" y="294906"/>
                  </a:lnTo>
                  <a:lnTo>
                    <a:pt x="76073" y="283540"/>
                  </a:lnTo>
                  <a:lnTo>
                    <a:pt x="75857" y="284772"/>
                  </a:lnTo>
                  <a:lnTo>
                    <a:pt x="76200" y="292239"/>
                  </a:lnTo>
                  <a:lnTo>
                    <a:pt x="76644" y="293916"/>
                  </a:lnTo>
                  <a:lnTo>
                    <a:pt x="76644" y="272211"/>
                  </a:lnTo>
                  <a:lnTo>
                    <a:pt x="56375" y="295846"/>
                  </a:lnTo>
                  <a:lnTo>
                    <a:pt x="110693" y="359194"/>
                  </a:lnTo>
                  <a:lnTo>
                    <a:pt x="119824" y="348526"/>
                  </a:lnTo>
                  <a:lnTo>
                    <a:pt x="164998" y="295846"/>
                  </a:lnTo>
                  <a:close/>
                </a:path>
                <a:path w="318134" h="359409">
                  <a:moveTo>
                    <a:pt x="317893" y="63347"/>
                  </a:moveTo>
                  <a:lnTo>
                    <a:pt x="308762" y="52705"/>
                  </a:lnTo>
                  <a:lnTo>
                    <a:pt x="308762" y="63347"/>
                  </a:lnTo>
                  <a:lnTo>
                    <a:pt x="298640" y="75145"/>
                  </a:lnTo>
                  <a:lnTo>
                    <a:pt x="298919" y="73634"/>
                  </a:lnTo>
                  <a:lnTo>
                    <a:pt x="298577" y="66167"/>
                  </a:lnTo>
                  <a:lnTo>
                    <a:pt x="298107" y="64490"/>
                  </a:lnTo>
                  <a:lnTo>
                    <a:pt x="299593" y="64833"/>
                  </a:lnTo>
                  <a:lnTo>
                    <a:pt x="302793" y="64630"/>
                  </a:lnTo>
                  <a:lnTo>
                    <a:pt x="306006" y="64439"/>
                  </a:lnTo>
                  <a:lnTo>
                    <a:pt x="308571" y="63474"/>
                  </a:lnTo>
                  <a:lnTo>
                    <a:pt x="308546" y="63106"/>
                  </a:lnTo>
                  <a:lnTo>
                    <a:pt x="308762" y="63347"/>
                  </a:lnTo>
                  <a:lnTo>
                    <a:pt x="308762" y="52705"/>
                  </a:lnTo>
                  <a:lnTo>
                    <a:pt x="306857" y="50482"/>
                  </a:lnTo>
                  <a:lnTo>
                    <a:pt x="306857" y="61137"/>
                  </a:lnTo>
                  <a:lnTo>
                    <a:pt x="305828" y="60883"/>
                  </a:lnTo>
                  <a:lnTo>
                    <a:pt x="299427" y="61290"/>
                  </a:lnTo>
                  <a:lnTo>
                    <a:pt x="297916" y="61861"/>
                  </a:lnTo>
                  <a:lnTo>
                    <a:pt x="298221" y="60109"/>
                  </a:lnTo>
                  <a:lnTo>
                    <a:pt x="298056" y="56362"/>
                  </a:lnTo>
                  <a:lnTo>
                    <a:pt x="297878" y="52628"/>
                  </a:lnTo>
                  <a:lnTo>
                    <a:pt x="297243" y="50368"/>
                  </a:lnTo>
                  <a:lnTo>
                    <a:pt x="297243" y="76784"/>
                  </a:lnTo>
                  <a:lnTo>
                    <a:pt x="263588" y="116039"/>
                  </a:lnTo>
                  <a:lnTo>
                    <a:pt x="251904" y="102425"/>
                  </a:lnTo>
                  <a:lnTo>
                    <a:pt x="254482" y="103035"/>
                  </a:lnTo>
                  <a:lnTo>
                    <a:pt x="260896" y="102628"/>
                  </a:lnTo>
                  <a:lnTo>
                    <a:pt x="262318" y="102095"/>
                  </a:lnTo>
                  <a:lnTo>
                    <a:pt x="262026" y="103822"/>
                  </a:lnTo>
                  <a:lnTo>
                    <a:pt x="262191" y="107556"/>
                  </a:lnTo>
                  <a:lnTo>
                    <a:pt x="262369" y="111290"/>
                  </a:lnTo>
                  <a:lnTo>
                    <a:pt x="263194" y="114274"/>
                  </a:lnTo>
                  <a:lnTo>
                    <a:pt x="264871" y="114173"/>
                  </a:lnTo>
                  <a:lnTo>
                    <a:pt x="265417" y="111099"/>
                  </a:lnTo>
                  <a:lnTo>
                    <a:pt x="265061" y="103632"/>
                  </a:lnTo>
                  <a:lnTo>
                    <a:pt x="264604" y="101955"/>
                  </a:lnTo>
                  <a:lnTo>
                    <a:pt x="266090" y="102298"/>
                  </a:lnTo>
                  <a:lnTo>
                    <a:pt x="269290" y="102095"/>
                  </a:lnTo>
                  <a:lnTo>
                    <a:pt x="272491" y="101904"/>
                  </a:lnTo>
                  <a:lnTo>
                    <a:pt x="275056" y="100939"/>
                  </a:lnTo>
                  <a:lnTo>
                    <a:pt x="274967" y="98983"/>
                  </a:lnTo>
                  <a:lnTo>
                    <a:pt x="272326" y="98348"/>
                  </a:lnTo>
                  <a:lnTo>
                    <a:pt x="265912" y="98755"/>
                  </a:lnTo>
                  <a:lnTo>
                    <a:pt x="264401" y="99326"/>
                  </a:lnTo>
                  <a:lnTo>
                    <a:pt x="264718" y="97574"/>
                  </a:lnTo>
                  <a:lnTo>
                    <a:pt x="264541" y="93827"/>
                  </a:lnTo>
                  <a:lnTo>
                    <a:pt x="264375" y="90093"/>
                  </a:lnTo>
                  <a:lnTo>
                    <a:pt x="263550" y="87109"/>
                  </a:lnTo>
                  <a:lnTo>
                    <a:pt x="261874" y="87210"/>
                  </a:lnTo>
                  <a:lnTo>
                    <a:pt x="261327" y="90284"/>
                  </a:lnTo>
                  <a:lnTo>
                    <a:pt x="261670" y="97751"/>
                  </a:lnTo>
                  <a:lnTo>
                    <a:pt x="262128" y="99428"/>
                  </a:lnTo>
                  <a:lnTo>
                    <a:pt x="260718" y="99085"/>
                  </a:lnTo>
                  <a:lnTo>
                    <a:pt x="257517" y="99275"/>
                  </a:lnTo>
                  <a:lnTo>
                    <a:pt x="254317" y="99479"/>
                  </a:lnTo>
                  <a:lnTo>
                    <a:pt x="251752" y="100444"/>
                  </a:lnTo>
                  <a:lnTo>
                    <a:pt x="251828" y="102349"/>
                  </a:lnTo>
                  <a:lnTo>
                    <a:pt x="219329" y="64427"/>
                  </a:lnTo>
                  <a:lnTo>
                    <a:pt x="221907" y="65024"/>
                  </a:lnTo>
                  <a:lnTo>
                    <a:pt x="228307" y="64630"/>
                  </a:lnTo>
                  <a:lnTo>
                    <a:pt x="229743" y="64096"/>
                  </a:lnTo>
                  <a:lnTo>
                    <a:pt x="229450" y="65811"/>
                  </a:lnTo>
                  <a:lnTo>
                    <a:pt x="229616" y="69545"/>
                  </a:lnTo>
                  <a:lnTo>
                    <a:pt x="229781" y="73291"/>
                  </a:lnTo>
                  <a:lnTo>
                    <a:pt x="230606" y="76276"/>
                  </a:lnTo>
                  <a:lnTo>
                    <a:pt x="232283" y="76161"/>
                  </a:lnTo>
                  <a:lnTo>
                    <a:pt x="232829" y="73101"/>
                  </a:lnTo>
                  <a:lnTo>
                    <a:pt x="232486" y="65620"/>
                  </a:lnTo>
                  <a:lnTo>
                    <a:pt x="232029" y="63957"/>
                  </a:lnTo>
                  <a:lnTo>
                    <a:pt x="233502" y="64300"/>
                  </a:lnTo>
                  <a:lnTo>
                    <a:pt x="236715" y="64096"/>
                  </a:lnTo>
                  <a:lnTo>
                    <a:pt x="239915" y="63893"/>
                  </a:lnTo>
                  <a:lnTo>
                    <a:pt x="242481" y="62928"/>
                  </a:lnTo>
                  <a:lnTo>
                    <a:pt x="242379" y="60972"/>
                  </a:lnTo>
                  <a:lnTo>
                    <a:pt x="239750" y="60350"/>
                  </a:lnTo>
                  <a:lnTo>
                    <a:pt x="233337" y="60744"/>
                  </a:lnTo>
                  <a:lnTo>
                    <a:pt x="231825" y="61315"/>
                  </a:lnTo>
                  <a:lnTo>
                    <a:pt x="232130" y="59563"/>
                  </a:lnTo>
                  <a:lnTo>
                    <a:pt x="231965" y="55829"/>
                  </a:lnTo>
                  <a:lnTo>
                    <a:pt x="231800" y="52082"/>
                  </a:lnTo>
                  <a:lnTo>
                    <a:pt x="230974" y="49098"/>
                  </a:lnTo>
                  <a:lnTo>
                    <a:pt x="230606" y="49123"/>
                  </a:lnTo>
                  <a:lnTo>
                    <a:pt x="262369" y="12077"/>
                  </a:lnTo>
                  <a:lnTo>
                    <a:pt x="261950" y="14452"/>
                  </a:lnTo>
                  <a:lnTo>
                    <a:pt x="262293" y="21932"/>
                  </a:lnTo>
                  <a:lnTo>
                    <a:pt x="262737" y="23596"/>
                  </a:lnTo>
                  <a:lnTo>
                    <a:pt x="261340" y="23253"/>
                  </a:lnTo>
                  <a:lnTo>
                    <a:pt x="258140" y="23456"/>
                  </a:lnTo>
                  <a:lnTo>
                    <a:pt x="254939" y="23660"/>
                  </a:lnTo>
                  <a:lnTo>
                    <a:pt x="252374" y="24612"/>
                  </a:lnTo>
                  <a:lnTo>
                    <a:pt x="252463" y="26581"/>
                  </a:lnTo>
                  <a:lnTo>
                    <a:pt x="255104" y="27203"/>
                  </a:lnTo>
                  <a:lnTo>
                    <a:pt x="261518" y="26809"/>
                  </a:lnTo>
                  <a:lnTo>
                    <a:pt x="262940" y="26276"/>
                  </a:lnTo>
                  <a:lnTo>
                    <a:pt x="262648" y="27990"/>
                  </a:lnTo>
                  <a:lnTo>
                    <a:pt x="262813" y="31724"/>
                  </a:lnTo>
                  <a:lnTo>
                    <a:pt x="262991" y="35471"/>
                  </a:lnTo>
                  <a:lnTo>
                    <a:pt x="263817" y="38455"/>
                  </a:lnTo>
                  <a:lnTo>
                    <a:pt x="265493" y="38354"/>
                  </a:lnTo>
                  <a:lnTo>
                    <a:pt x="266026" y="35280"/>
                  </a:lnTo>
                  <a:lnTo>
                    <a:pt x="265684" y="27800"/>
                  </a:lnTo>
                  <a:lnTo>
                    <a:pt x="265226" y="26123"/>
                  </a:lnTo>
                  <a:lnTo>
                    <a:pt x="266712" y="26479"/>
                  </a:lnTo>
                  <a:lnTo>
                    <a:pt x="269913" y="26276"/>
                  </a:lnTo>
                  <a:lnTo>
                    <a:pt x="273113" y="26073"/>
                  </a:lnTo>
                  <a:lnTo>
                    <a:pt x="275678" y="25107"/>
                  </a:lnTo>
                  <a:lnTo>
                    <a:pt x="275653" y="24765"/>
                  </a:lnTo>
                  <a:lnTo>
                    <a:pt x="297014" y="49657"/>
                  </a:lnTo>
                  <a:lnTo>
                    <a:pt x="295376" y="49745"/>
                  </a:lnTo>
                  <a:lnTo>
                    <a:pt x="294843" y="52819"/>
                  </a:lnTo>
                  <a:lnTo>
                    <a:pt x="295186" y="60286"/>
                  </a:lnTo>
                  <a:lnTo>
                    <a:pt x="295630" y="61963"/>
                  </a:lnTo>
                  <a:lnTo>
                    <a:pt x="294233" y="61620"/>
                  </a:lnTo>
                  <a:lnTo>
                    <a:pt x="291033" y="61810"/>
                  </a:lnTo>
                  <a:lnTo>
                    <a:pt x="287820" y="62014"/>
                  </a:lnTo>
                  <a:lnTo>
                    <a:pt x="285254" y="62979"/>
                  </a:lnTo>
                  <a:lnTo>
                    <a:pt x="285356" y="64935"/>
                  </a:lnTo>
                  <a:lnTo>
                    <a:pt x="287985" y="65570"/>
                  </a:lnTo>
                  <a:lnTo>
                    <a:pt x="294398" y="65163"/>
                  </a:lnTo>
                  <a:lnTo>
                    <a:pt x="295833" y="64630"/>
                  </a:lnTo>
                  <a:lnTo>
                    <a:pt x="295541" y="66357"/>
                  </a:lnTo>
                  <a:lnTo>
                    <a:pt x="295706" y="70091"/>
                  </a:lnTo>
                  <a:lnTo>
                    <a:pt x="295871" y="73825"/>
                  </a:lnTo>
                  <a:lnTo>
                    <a:pt x="296697" y="76809"/>
                  </a:lnTo>
                  <a:lnTo>
                    <a:pt x="297243" y="76784"/>
                  </a:lnTo>
                  <a:lnTo>
                    <a:pt x="297243" y="50368"/>
                  </a:lnTo>
                  <a:lnTo>
                    <a:pt x="297065" y="49720"/>
                  </a:lnTo>
                  <a:lnTo>
                    <a:pt x="306857" y="61137"/>
                  </a:lnTo>
                  <a:lnTo>
                    <a:pt x="306857" y="50482"/>
                  </a:lnTo>
                  <a:lnTo>
                    <a:pt x="273951" y="12103"/>
                  </a:lnTo>
                  <a:lnTo>
                    <a:pt x="273951" y="22771"/>
                  </a:lnTo>
                  <a:lnTo>
                    <a:pt x="272948" y="22529"/>
                  </a:lnTo>
                  <a:lnTo>
                    <a:pt x="266534" y="22923"/>
                  </a:lnTo>
                  <a:lnTo>
                    <a:pt x="265023" y="23495"/>
                  </a:lnTo>
                  <a:lnTo>
                    <a:pt x="265328" y="21742"/>
                  </a:lnTo>
                  <a:lnTo>
                    <a:pt x="265163" y="18008"/>
                  </a:lnTo>
                  <a:lnTo>
                    <a:pt x="264998" y="14262"/>
                  </a:lnTo>
                  <a:lnTo>
                    <a:pt x="264185" y="11366"/>
                  </a:lnTo>
                  <a:lnTo>
                    <a:pt x="273951" y="22771"/>
                  </a:lnTo>
                  <a:lnTo>
                    <a:pt x="273951" y="12103"/>
                  </a:lnTo>
                  <a:lnTo>
                    <a:pt x="272719" y="10655"/>
                  </a:lnTo>
                  <a:lnTo>
                    <a:pt x="264121" y="635"/>
                  </a:lnTo>
                  <a:lnTo>
                    <a:pt x="264121" y="11290"/>
                  </a:lnTo>
                  <a:lnTo>
                    <a:pt x="262978" y="11366"/>
                  </a:lnTo>
                  <a:lnTo>
                    <a:pt x="263588" y="10655"/>
                  </a:lnTo>
                  <a:lnTo>
                    <a:pt x="264121" y="11290"/>
                  </a:lnTo>
                  <a:lnTo>
                    <a:pt x="264121" y="635"/>
                  </a:lnTo>
                  <a:lnTo>
                    <a:pt x="263588" y="0"/>
                  </a:lnTo>
                  <a:lnTo>
                    <a:pt x="229539" y="39712"/>
                  </a:lnTo>
                  <a:lnTo>
                    <a:pt x="229539" y="61417"/>
                  </a:lnTo>
                  <a:lnTo>
                    <a:pt x="228142" y="61074"/>
                  </a:lnTo>
                  <a:lnTo>
                    <a:pt x="224942" y="61277"/>
                  </a:lnTo>
                  <a:lnTo>
                    <a:pt x="221742" y="61480"/>
                  </a:lnTo>
                  <a:lnTo>
                    <a:pt x="219252" y="62420"/>
                  </a:lnTo>
                  <a:lnTo>
                    <a:pt x="219252" y="64338"/>
                  </a:lnTo>
                  <a:lnTo>
                    <a:pt x="218414" y="63347"/>
                  </a:lnTo>
                  <a:lnTo>
                    <a:pt x="219176" y="62458"/>
                  </a:lnTo>
                  <a:lnTo>
                    <a:pt x="219252" y="64338"/>
                  </a:lnTo>
                  <a:lnTo>
                    <a:pt x="219252" y="62420"/>
                  </a:lnTo>
                  <a:lnTo>
                    <a:pt x="228968" y="51041"/>
                  </a:lnTo>
                  <a:lnTo>
                    <a:pt x="228752" y="52273"/>
                  </a:lnTo>
                  <a:lnTo>
                    <a:pt x="229095" y="59753"/>
                  </a:lnTo>
                  <a:lnTo>
                    <a:pt x="229539" y="61417"/>
                  </a:lnTo>
                  <a:lnTo>
                    <a:pt x="229539" y="39712"/>
                  </a:lnTo>
                  <a:lnTo>
                    <a:pt x="213055" y="58928"/>
                  </a:lnTo>
                  <a:lnTo>
                    <a:pt x="207721" y="52705"/>
                  </a:lnTo>
                  <a:lnTo>
                    <a:pt x="207721" y="63347"/>
                  </a:lnTo>
                  <a:lnTo>
                    <a:pt x="197599" y="75145"/>
                  </a:lnTo>
                  <a:lnTo>
                    <a:pt x="197878" y="73634"/>
                  </a:lnTo>
                  <a:lnTo>
                    <a:pt x="197535" y="66167"/>
                  </a:lnTo>
                  <a:lnTo>
                    <a:pt x="197078" y="64490"/>
                  </a:lnTo>
                  <a:lnTo>
                    <a:pt x="198551" y="64833"/>
                  </a:lnTo>
                  <a:lnTo>
                    <a:pt x="201764" y="64630"/>
                  </a:lnTo>
                  <a:lnTo>
                    <a:pt x="204965" y="64439"/>
                  </a:lnTo>
                  <a:lnTo>
                    <a:pt x="207530" y="63474"/>
                  </a:lnTo>
                  <a:lnTo>
                    <a:pt x="207505" y="63106"/>
                  </a:lnTo>
                  <a:lnTo>
                    <a:pt x="207721" y="63347"/>
                  </a:lnTo>
                  <a:lnTo>
                    <a:pt x="207721" y="52705"/>
                  </a:lnTo>
                  <a:lnTo>
                    <a:pt x="205816" y="50482"/>
                  </a:lnTo>
                  <a:lnTo>
                    <a:pt x="205816" y="61137"/>
                  </a:lnTo>
                  <a:lnTo>
                    <a:pt x="204800" y="60883"/>
                  </a:lnTo>
                  <a:lnTo>
                    <a:pt x="198386" y="61290"/>
                  </a:lnTo>
                  <a:lnTo>
                    <a:pt x="196875" y="61861"/>
                  </a:lnTo>
                  <a:lnTo>
                    <a:pt x="197180" y="60109"/>
                  </a:lnTo>
                  <a:lnTo>
                    <a:pt x="197015" y="56362"/>
                  </a:lnTo>
                  <a:lnTo>
                    <a:pt x="196850" y="52628"/>
                  </a:lnTo>
                  <a:lnTo>
                    <a:pt x="196202" y="50330"/>
                  </a:lnTo>
                  <a:lnTo>
                    <a:pt x="196202" y="76784"/>
                  </a:lnTo>
                  <a:lnTo>
                    <a:pt x="162547" y="116039"/>
                  </a:lnTo>
                  <a:lnTo>
                    <a:pt x="150850" y="102412"/>
                  </a:lnTo>
                  <a:lnTo>
                    <a:pt x="153441" y="103035"/>
                  </a:lnTo>
                  <a:lnTo>
                    <a:pt x="159854" y="102628"/>
                  </a:lnTo>
                  <a:lnTo>
                    <a:pt x="161290" y="102095"/>
                  </a:lnTo>
                  <a:lnTo>
                    <a:pt x="160997" y="103822"/>
                  </a:lnTo>
                  <a:lnTo>
                    <a:pt x="161163" y="107556"/>
                  </a:lnTo>
                  <a:lnTo>
                    <a:pt x="161328" y="111290"/>
                  </a:lnTo>
                  <a:lnTo>
                    <a:pt x="162153" y="114274"/>
                  </a:lnTo>
                  <a:lnTo>
                    <a:pt x="163830" y="114173"/>
                  </a:lnTo>
                  <a:lnTo>
                    <a:pt x="164376" y="111099"/>
                  </a:lnTo>
                  <a:lnTo>
                    <a:pt x="164033" y="103632"/>
                  </a:lnTo>
                  <a:lnTo>
                    <a:pt x="163563" y="101955"/>
                  </a:lnTo>
                  <a:lnTo>
                    <a:pt x="165049" y="102298"/>
                  </a:lnTo>
                  <a:lnTo>
                    <a:pt x="168249" y="102095"/>
                  </a:lnTo>
                  <a:lnTo>
                    <a:pt x="171462" y="101904"/>
                  </a:lnTo>
                  <a:lnTo>
                    <a:pt x="174028" y="100939"/>
                  </a:lnTo>
                  <a:lnTo>
                    <a:pt x="173926" y="98983"/>
                  </a:lnTo>
                  <a:lnTo>
                    <a:pt x="171284" y="98348"/>
                  </a:lnTo>
                  <a:lnTo>
                    <a:pt x="164884" y="98755"/>
                  </a:lnTo>
                  <a:lnTo>
                    <a:pt x="163372" y="99326"/>
                  </a:lnTo>
                  <a:lnTo>
                    <a:pt x="163677" y="97574"/>
                  </a:lnTo>
                  <a:lnTo>
                    <a:pt x="163512" y="93827"/>
                  </a:lnTo>
                  <a:lnTo>
                    <a:pt x="163334" y="90093"/>
                  </a:lnTo>
                  <a:lnTo>
                    <a:pt x="162509" y="87109"/>
                  </a:lnTo>
                  <a:lnTo>
                    <a:pt x="160832" y="87210"/>
                  </a:lnTo>
                  <a:lnTo>
                    <a:pt x="160286" y="90284"/>
                  </a:lnTo>
                  <a:lnTo>
                    <a:pt x="160642" y="97751"/>
                  </a:lnTo>
                  <a:lnTo>
                    <a:pt x="161086" y="99428"/>
                  </a:lnTo>
                  <a:lnTo>
                    <a:pt x="159689" y="99085"/>
                  </a:lnTo>
                  <a:lnTo>
                    <a:pt x="156489" y="99275"/>
                  </a:lnTo>
                  <a:lnTo>
                    <a:pt x="153276" y="99479"/>
                  </a:lnTo>
                  <a:lnTo>
                    <a:pt x="150710" y="100444"/>
                  </a:lnTo>
                  <a:lnTo>
                    <a:pt x="150799" y="102362"/>
                  </a:lnTo>
                  <a:lnTo>
                    <a:pt x="118287" y="64427"/>
                  </a:lnTo>
                  <a:lnTo>
                    <a:pt x="120865" y="65024"/>
                  </a:lnTo>
                  <a:lnTo>
                    <a:pt x="127279" y="64630"/>
                  </a:lnTo>
                  <a:lnTo>
                    <a:pt x="128701" y="64096"/>
                  </a:lnTo>
                  <a:lnTo>
                    <a:pt x="128409" y="65811"/>
                  </a:lnTo>
                  <a:lnTo>
                    <a:pt x="128574" y="69545"/>
                  </a:lnTo>
                  <a:lnTo>
                    <a:pt x="128739" y="73291"/>
                  </a:lnTo>
                  <a:lnTo>
                    <a:pt x="129578" y="76276"/>
                  </a:lnTo>
                  <a:lnTo>
                    <a:pt x="131254" y="76161"/>
                  </a:lnTo>
                  <a:lnTo>
                    <a:pt x="131787" y="73101"/>
                  </a:lnTo>
                  <a:lnTo>
                    <a:pt x="131445" y="65620"/>
                  </a:lnTo>
                  <a:lnTo>
                    <a:pt x="130987" y="63944"/>
                  </a:lnTo>
                  <a:lnTo>
                    <a:pt x="132473" y="64300"/>
                  </a:lnTo>
                  <a:lnTo>
                    <a:pt x="135674" y="64096"/>
                  </a:lnTo>
                  <a:lnTo>
                    <a:pt x="138874" y="63893"/>
                  </a:lnTo>
                  <a:lnTo>
                    <a:pt x="141439" y="62928"/>
                  </a:lnTo>
                  <a:lnTo>
                    <a:pt x="141351" y="60972"/>
                  </a:lnTo>
                  <a:lnTo>
                    <a:pt x="138709" y="60350"/>
                  </a:lnTo>
                  <a:lnTo>
                    <a:pt x="132295" y="60744"/>
                  </a:lnTo>
                  <a:lnTo>
                    <a:pt x="130784" y="61315"/>
                  </a:lnTo>
                  <a:lnTo>
                    <a:pt x="131089" y="59563"/>
                  </a:lnTo>
                  <a:lnTo>
                    <a:pt x="130924" y="55829"/>
                  </a:lnTo>
                  <a:lnTo>
                    <a:pt x="130759" y="52082"/>
                  </a:lnTo>
                  <a:lnTo>
                    <a:pt x="129933" y="49098"/>
                  </a:lnTo>
                  <a:lnTo>
                    <a:pt x="129565" y="49123"/>
                  </a:lnTo>
                  <a:lnTo>
                    <a:pt x="161328" y="12077"/>
                  </a:lnTo>
                  <a:lnTo>
                    <a:pt x="160909" y="14452"/>
                  </a:lnTo>
                  <a:lnTo>
                    <a:pt x="161264" y="21932"/>
                  </a:lnTo>
                  <a:lnTo>
                    <a:pt x="161709" y="23596"/>
                  </a:lnTo>
                  <a:lnTo>
                    <a:pt x="160312" y="23253"/>
                  </a:lnTo>
                  <a:lnTo>
                    <a:pt x="157111" y="23456"/>
                  </a:lnTo>
                  <a:lnTo>
                    <a:pt x="153898" y="23660"/>
                  </a:lnTo>
                  <a:lnTo>
                    <a:pt x="151333" y="24612"/>
                  </a:lnTo>
                  <a:lnTo>
                    <a:pt x="151434" y="26581"/>
                  </a:lnTo>
                  <a:lnTo>
                    <a:pt x="154063" y="27203"/>
                  </a:lnTo>
                  <a:lnTo>
                    <a:pt x="160477" y="26809"/>
                  </a:lnTo>
                  <a:lnTo>
                    <a:pt x="161899" y="26276"/>
                  </a:lnTo>
                  <a:lnTo>
                    <a:pt x="161607" y="27990"/>
                  </a:lnTo>
                  <a:lnTo>
                    <a:pt x="161785" y="31724"/>
                  </a:lnTo>
                  <a:lnTo>
                    <a:pt x="161950" y="35471"/>
                  </a:lnTo>
                  <a:lnTo>
                    <a:pt x="162775" y="38455"/>
                  </a:lnTo>
                  <a:lnTo>
                    <a:pt x="164452" y="38354"/>
                  </a:lnTo>
                  <a:lnTo>
                    <a:pt x="164998" y="35280"/>
                  </a:lnTo>
                  <a:lnTo>
                    <a:pt x="164655" y="27800"/>
                  </a:lnTo>
                  <a:lnTo>
                    <a:pt x="164185" y="26136"/>
                  </a:lnTo>
                  <a:lnTo>
                    <a:pt x="165671" y="26479"/>
                  </a:lnTo>
                  <a:lnTo>
                    <a:pt x="168871" y="26276"/>
                  </a:lnTo>
                  <a:lnTo>
                    <a:pt x="172085" y="26073"/>
                  </a:lnTo>
                  <a:lnTo>
                    <a:pt x="174650" y="25107"/>
                  </a:lnTo>
                  <a:lnTo>
                    <a:pt x="174625" y="24777"/>
                  </a:lnTo>
                  <a:lnTo>
                    <a:pt x="195973" y="49657"/>
                  </a:lnTo>
                  <a:lnTo>
                    <a:pt x="194348" y="49745"/>
                  </a:lnTo>
                  <a:lnTo>
                    <a:pt x="193802" y="52819"/>
                  </a:lnTo>
                  <a:lnTo>
                    <a:pt x="194144" y="60286"/>
                  </a:lnTo>
                  <a:lnTo>
                    <a:pt x="194589" y="61963"/>
                  </a:lnTo>
                  <a:lnTo>
                    <a:pt x="193192" y="61620"/>
                  </a:lnTo>
                  <a:lnTo>
                    <a:pt x="189992" y="61810"/>
                  </a:lnTo>
                  <a:lnTo>
                    <a:pt x="186791" y="62014"/>
                  </a:lnTo>
                  <a:lnTo>
                    <a:pt x="184226" y="62979"/>
                  </a:lnTo>
                  <a:lnTo>
                    <a:pt x="184315" y="64935"/>
                  </a:lnTo>
                  <a:lnTo>
                    <a:pt x="186956" y="65570"/>
                  </a:lnTo>
                  <a:lnTo>
                    <a:pt x="193357" y="65163"/>
                  </a:lnTo>
                  <a:lnTo>
                    <a:pt x="194792" y="64630"/>
                  </a:lnTo>
                  <a:lnTo>
                    <a:pt x="194500" y="66357"/>
                  </a:lnTo>
                  <a:lnTo>
                    <a:pt x="194665" y="70091"/>
                  </a:lnTo>
                  <a:lnTo>
                    <a:pt x="194830" y="73825"/>
                  </a:lnTo>
                  <a:lnTo>
                    <a:pt x="195656" y="76809"/>
                  </a:lnTo>
                  <a:lnTo>
                    <a:pt x="196202" y="76784"/>
                  </a:lnTo>
                  <a:lnTo>
                    <a:pt x="196202" y="50330"/>
                  </a:lnTo>
                  <a:lnTo>
                    <a:pt x="196037" y="49733"/>
                  </a:lnTo>
                  <a:lnTo>
                    <a:pt x="205816" y="61137"/>
                  </a:lnTo>
                  <a:lnTo>
                    <a:pt x="205816" y="50482"/>
                  </a:lnTo>
                  <a:lnTo>
                    <a:pt x="172910" y="12090"/>
                  </a:lnTo>
                  <a:lnTo>
                    <a:pt x="172910" y="22771"/>
                  </a:lnTo>
                  <a:lnTo>
                    <a:pt x="171907" y="22529"/>
                  </a:lnTo>
                  <a:lnTo>
                    <a:pt x="165506" y="22923"/>
                  </a:lnTo>
                  <a:lnTo>
                    <a:pt x="163995" y="23495"/>
                  </a:lnTo>
                  <a:lnTo>
                    <a:pt x="164299" y="21742"/>
                  </a:lnTo>
                  <a:lnTo>
                    <a:pt x="164134" y="18008"/>
                  </a:lnTo>
                  <a:lnTo>
                    <a:pt x="163957" y="14262"/>
                  </a:lnTo>
                  <a:lnTo>
                    <a:pt x="163144" y="11366"/>
                  </a:lnTo>
                  <a:lnTo>
                    <a:pt x="172910" y="22771"/>
                  </a:lnTo>
                  <a:lnTo>
                    <a:pt x="172910" y="12090"/>
                  </a:lnTo>
                  <a:lnTo>
                    <a:pt x="171691" y="10655"/>
                  </a:lnTo>
                  <a:lnTo>
                    <a:pt x="163080" y="622"/>
                  </a:lnTo>
                  <a:lnTo>
                    <a:pt x="163080" y="11290"/>
                  </a:lnTo>
                  <a:lnTo>
                    <a:pt x="161937" y="11366"/>
                  </a:lnTo>
                  <a:lnTo>
                    <a:pt x="162547" y="10655"/>
                  </a:lnTo>
                  <a:lnTo>
                    <a:pt x="163080" y="11290"/>
                  </a:lnTo>
                  <a:lnTo>
                    <a:pt x="163080" y="622"/>
                  </a:lnTo>
                  <a:lnTo>
                    <a:pt x="162547" y="0"/>
                  </a:lnTo>
                  <a:lnTo>
                    <a:pt x="128498" y="39725"/>
                  </a:lnTo>
                  <a:lnTo>
                    <a:pt x="128498" y="61417"/>
                  </a:lnTo>
                  <a:lnTo>
                    <a:pt x="127101" y="61074"/>
                  </a:lnTo>
                  <a:lnTo>
                    <a:pt x="123901" y="61277"/>
                  </a:lnTo>
                  <a:lnTo>
                    <a:pt x="120700" y="61480"/>
                  </a:lnTo>
                  <a:lnTo>
                    <a:pt x="118211" y="62420"/>
                  </a:lnTo>
                  <a:lnTo>
                    <a:pt x="118211" y="64338"/>
                  </a:lnTo>
                  <a:lnTo>
                    <a:pt x="117373" y="63347"/>
                  </a:lnTo>
                  <a:lnTo>
                    <a:pt x="118135" y="62458"/>
                  </a:lnTo>
                  <a:lnTo>
                    <a:pt x="118211" y="64338"/>
                  </a:lnTo>
                  <a:lnTo>
                    <a:pt x="118211" y="62420"/>
                  </a:lnTo>
                  <a:lnTo>
                    <a:pt x="127927" y="51041"/>
                  </a:lnTo>
                  <a:lnTo>
                    <a:pt x="127711" y="52273"/>
                  </a:lnTo>
                  <a:lnTo>
                    <a:pt x="128054" y="59753"/>
                  </a:lnTo>
                  <a:lnTo>
                    <a:pt x="128498" y="61417"/>
                  </a:lnTo>
                  <a:lnTo>
                    <a:pt x="128498" y="39725"/>
                  </a:lnTo>
                  <a:lnTo>
                    <a:pt x="108242" y="63347"/>
                  </a:lnTo>
                  <a:lnTo>
                    <a:pt x="162547" y="126695"/>
                  </a:lnTo>
                  <a:lnTo>
                    <a:pt x="171691" y="116039"/>
                  </a:lnTo>
                  <a:lnTo>
                    <a:pt x="213055" y="67779"/>
                  </a:lnTo>
                  <a:lnTo>
                    <a:pt x="263588" y="126695"/>
                  </a:lnTo>
                  <a:lnTo>
                    <a:pt x="272719" y="116039"/>
                  </a:lnTo>
                  <a:lnTo>
                    <a:pt x="317893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3" name="object 2063" descr=""/>
            <p:cNvSpPr/>
            <p:nvPr/>
          </p:nvSpPr>
          <p:spPr>
            <a:xfrm>
              <a:off x="8095678" y="6434042"/>
              <a:ext cx="466090" cy="514984"/>
            </a:xfrm>
            <a:custGeom>
              <a:avLst/>
              <a:gdLst/>
              <a:ahLst/>
              <a:cxnLst/>
              <a:rect l="l" t="t" r="r" b="b"/>
              <a:pathLst>
                <a:path w="466090" h="514984">
                  <a:moveTo>
                    <a:pt x="108623" y="451180"/>
                  </a:moveTo>
                  <a:lnTo>
                    <a:pt x="99491" y="440537"/>
                  </a:lnTo>
                  <a:lnTo>
                    <a:pt x="99491" y="451180"/>
                  </a:lnTo>
                  <a:lnTo>
                    <a:pt x="89369" y="462978"/>
                  </a:lnTo>
                  <a:lnTo>
                    <a:pt x="89649" y="461467"/>
                  </a:lnTo>
                  <a:lnTo>
                    <a:pt x="89306" y="453986"/>
                  </a:lnTo>
                  <a:lnTo>
                    <a:pt x="88836" y="452323"/>
                  </a:lnTo>
                  <a:lnTo>
                    <a:pt x="90322" y="452666"/>
                  </a:lnTo>
                  <a:lnTo>
                    <a:pt x="93522" y="452462"/>
                  </a:lnTo>
                  <a:lnTo>
                    <a:pt x="96735" y="452259"/>
                  </a:lnTo>
                  <a:lnTo>
                    <a:pt x="99301" y="451294"/>
                  </a:lnTo>
                  <a:lnTo>
                    <a:pt x="99275" y="450938"/>
                  </a:lnTo>
                  <a:lnTo>
                    <a:pt x="99491" y="451180"/>
                  </a:lnTo>
                  <a:lnTo>
                    <a:pt x="99491" y="440537"/>
                  </a:lnTo>
                  <a:lnTo>
                    <a:pt x="97574" y="438302"/>
                  </a:lnTo>
                  <a:lnTo>
                    <a:pt x="97574" y="448970"/>
                  </a:lnTo>
                  <a:lnTo>
                    <a:pt x="96558" y="448716"/>
                  </a:lnTo>
                  <a:lnTo>
                    <a:pt x="90157" y="449110"/>
                  </a:lnTo>
                  <a:lnTo>
                    <a:pt x="88646" y="449681"/>
                  </a:lnTo>
                  <a:lnTo>
                    <a:pt x="88950" y="447929"/>
                  </a:lnTo>
                  <a:lnTo>
                    <a:pt x="88785" y="444195"/>
                  </a:lnTo>
                  <a:lnTo>
                    <a:pt x="88607" y="440448"/>
                  </a:lnTo>
                  <a:lnTo>
                    <a:pt x="87972" y="438188"/>
                  </a:lnTo>
                  <a:lnTo>
                    <a:pt x="87972" y="464616"/>
                  </a:lnTo>
                  <a:lnTo>
                    <a:pt x="54317" y="503859"/>
                  </a:lnTo>
                  <a:lnTo>
                    <a:pt x="42646" y="490258"/>
                  </a:lnTo>
                  <a:lnTo>
                    <a:pt x="45212" y="490855"/>
                  </a:lnTo>
                  <a:lnTo>
                    <a:pt x="51625" y="490461"/>
                  </a:lnTo>
                  <a:lnTo>
                    <a:pt x="53047" y="489927"/>
                  </a:lnTo>
                  <a:lnTo>
                    <a:pt x="52755" y="491642"/>
                  </a:lnTo>
                  <a:lnTo>
                    <a:pt x="52920" y="495376"/>
                  </a:lnTo>
                  <a:lnTo>
                    <a:pt x="53098" y="499122"/>
                  </a:lnTo>
                  <a:lnTo>
                    <a:pt x="53924" y="502107"/>
                  </a:lnTo>
                  <a:lnTo>
                    <a:pt x="55600" y="501992"/>
                  </a:lnTo>
                  <a:lnTo>
                    <a:pt x="56134" y="498932"/>
                  </a:lnTo>
                  <a:lnTo>
                    <a:pt x="55791" y="491451"/>
                  </a:lnTo>
                  <a:lnTo>
                    <a:pt x="55333" y="489775"/>
                  </a:lnTo>
                  <a:lnTo>
                    <a:pt x="56819" y="490131"/>
                  </a:lnTo>
                  <a:lnTo>
                    <a:pt x="60020" y="489927"/>
                  </a:lnTo>
                  <a:lnTo>
                    <a:pt x="63220" y="489724"/>
                  </a:lnTo>
                  <a:lnTo>
                    <a:pt x="65786" y="488759"/>
                  </a:lnTo>
                  <a:lnTo>
                    <a:pt x="65697" y="486803"/>
                  </a:lnTo>
                  <a:lnTo>
                    <a:pt x="63055" y="486181"/>
                  </a:lnTo>
                  <a:lnTo>
                    <a:pt x="56642" y="486575"/>
                  </a:lnTo>
                  <a:lnTo>
                    <a:pt x="55130" y="487146"/>
                  </a:lnTo>
                  <a:lnTo>
                    <a:pt x="55435" y="485394"/>
                  </a:lnTo>
                  <a:lnTo>
                    <a:pt x="55270" y="481660"/>
                  </a:lnTo>
                  <a:lnTo>
                    <a:pt x="55105" y="477913"/>
                  </a:lnTo>
                  <a:lnTo>
                    <a:pt x="54279" y="474929"/>
                  </a:lnTo>
                  <a:lnTo>
                    <a:pt x="52603" y="475043"/>
                  </a:lnTo>
                  <a:lnTo>
                    <a:pt x="52057" y="478104"/>
                  </a:lnTo>
                  <a:lnTo>
                    <a:pt x="52400" y="485584"/>
                  </a:lnTo>
                  <a:lnTo>
                    <a:pt x="52844" y="487248"/>
                  </a:lnTo>
                  <a:lnTo>
                    <a:pt x="51460" y="486905"/>
                  </a:lnTo>
                  <a:lnTo>
                    <a:pt x="48247" y="487108"/>
                  </a:lnTo>
                  <a:lnTo>
                    <a:pt x="45046" y="487299"/>
                  </a:lnTo>
                  <a:lnTo>
                    <a:pt x="42481" y="488264"/>
                  </a:lnTo>
                  <a:lnTo>
                    <a:pt x="42557" y="490169"/>
                  </a:lnTo>
                  <a:lnTo>
                    <a:pt x="10045" y="452234"/>
                  </a:lnTo>
                  <a:lnTo>
                    <a:pt x="12636" y="452843"/>
                  </a:lnTo>
                  <a:lnTo>
                    <a:pt x="19037" y="452450"/>
                  </a:lnTo>
                  <a:lnTo>
                    <a:pt x="20472" y="451916"/>
                  </a:lnTo>
                  <a:lnTo>
                    <a:pt x="20180" y="453631"/>
                  </a:lnTo>
                  <a:lnTo>
                    <a:pt x="20345" y="457377"/>
                  </a:lnTo>
                  <a:lnTo>
                    <a:pt x="20510" y="461111"/>
                  </a:lnTo>
                  <a:lnTo>
                    <a:pt x="21336" y="464096"/>
                  </a:lnTo>
                  <a:lnTo>
                    <a:pt x="23012" y="463994"/>
                  </a:lnTo>
                  <a:lnTo>
                    <a:pt x="23558" y="460921"/>
                  </a:lnTo>
                  <a:lnTo>
                    <a:pt x="23215" y="453453"/>
                  </a:lnTo>
                  <a:lnTo>
                    <a:pt x="22758" y="451777"/>
                  </a:lnTo>
                  <a:lnTo>
                    <a:pt x="24231" y="452120"/>
                  </a:lnTo>
                  <a:lnTo>
                    <a:pt x="27444" y="451916"/>
                  </a:lnTo>
                  <a:lnTo>
                    <a:pt x="30645" y="451726"/>
                  </a:lnTo>
                  <a:lnTo>
                    <a:pt x="33210" y="450761"/>
                  </a:lnTo>
                  <a:lnTo>
                    <a:pt x="33108" y="448805"/>
                  </a:lnTo>
                  <a:lnTo>
                    <a:pt x="30480" y="448170"/>
                  </a:lnTo>
                  <a:lnTo>
                    <a:pt x="24066" y="448576"/>
                  </a:lnTo>
                  <a:lnTo>
                    <a:pt x="22555" y="449148"/>
                  </a:lnTo>
                  <a:lnTo>
                    <a:pt x="22860" y="447382"/>
                  </a:lnTo>
                  <a:lnTo>
                    <a:pt x="22694" y="443649"/>
                  </a:lnTo>
                  <a:lnTo>
                    <a:pt x="22529" y="439915"/>
                  </a:lnTo>
                  <a:lnTo>
                    <a:pt x="21704" y="436930"/>
                  </a:lnTo>
                  <a:lnTo>
                    <a:pt x="21336" y="436956"/>
                  </a:lnTo>
                  <a:lnTo>
                    <a:pt x="53098" y="399910"/>
                  </a:lnTo>
                  <a:lnTo>
                    <a:pt x="52679" y="402285"/>
                  </a:lnTo>
                  <a:lnTo>
                    <a:pt x="53022" y="409752"/>
                  </a:lnTo>
                  <a:lnTo>
                    <a:pt x="53479" y="411429"/>
                  </a:lnTo>
                  <a:lnTo>
                    <a:pt x="52070" y="411086"/>
                  </a:lnTo>
                  <a:lnTo>
                    <a:pt x="48869" y="411276"/>
                  </a:lnTo>
                  <a:lnTo>
                    <a:pt x="45669" y="411480"/>
                  </a:lnTo>
                  <a:lnTo>
                    <a:pt x="43103" y="412445"/>
                  </a:lnTo>
                  <a:lnTo>
                    <a:pt x="43192" y="414401"/>
                  </a:lnTo>
                  <a:lnTo>
                    <a:pt x="45834" y="415023"/>
                  </a:lnTo>
                  <a:lnTo>
                    <a:pt x="52247" y="414629"/>
                  </a:lnTo>
                  <a:lnTo>
                    <a:pt x="53670" y="414096"/>
                  </a:lnTo>
                  <a:lnTo>
                    <a:pt x="53378" y="415823"/>
                  </a:lnTo>
                  <a:lnTo>
                    <a:pt x="53543" y="419557"/>
                  </a:lnTo>
                  <a:lnTo>
                    <a:pt x="53721" y="423291"/>
                  </a:lnTo>
                  <a:lnTo>
                    <a:pt x="54546" y="426275"/>
                  </a:lnTo>
                  <a:lnTo>
                    <a:pt x="56222" y="426173"/>
                  </a:lnTo>
                  <a:lnTo>
                    <a:pt x="56756" y="423100"/>
                  </a:lnTo>
                  <a:lnTo>
                    <a:pt x="56413" y="415632"/>
                  </a:lnTo>
                  <a:lnTo>
                    <a:pt x="55956" y="413956"/>
                  </a:lnTo>
                  <a:lnTo>
                    <a:pt x="57442" y="414299"/>
                  </a:lnTo>
                  <a:lnTo>
                    <a:pt x="60642" y="414096"/>
                  </a:lnTo>
                  <a:lnTo>
                    <a:pt x="63842" y="413905"/>
                  </a:lnTo>
                  <a:lnTo>
                    <a:pt x="66408" y="412940"/>
                  </a:lnTo>
                  <a:lnTo>
                    <a:pt x="66382" y="412597"/>
                  </a:lnTo>
                  <a:lnTo>
                    <a:pt x="87731" y="437476"/>
                  </a:lnTo>
                  <a:lnTo>
                    <a:pt x="86106" y="437578"/>
                  </a:lnTo>
                  <a:lnTo>
                    <a:pt x="85572" y="440639"/>
                  </a:lnTo>
                  <a:lnTo>
                    <a:pt x="85915" y="448119"/>
                  </a:lnTo>
                  <a:lnTo>
                    <a:pt x="86360" y="449783"/>
                  </a:lnTo>
                  <a:lnTo>
                    <a:pt x="84963" y="449440"/>
                  </a:lnTo>
                  <a:lnTo>
                    <a:pt x="81762" y="449643"/>
                  </a:lnTo>
                  <a:lnTo>
                    <a:pt x="78549" y="449846"/>
                  </a:lnTo>
                  <a:lnTo>
                    <a:pt x="75984" y="450799"/>
                  </a:lnTo>
                  <a:lnTo>
                    <a:pt x="76085" y="452767"/>
                  </a:lnTo>
                  <a:lnTo>
                    <a:pt x="78714" y="453390"/>
                  </a:lnTo>
                  <a:lnTo>
                    <a:pt x="85128" y="452996"/>
                  </a:lnTo>
                  <a:lnTo>
                    <a:pt x="86563" y="452462"/>
                  </a:lnTo>
                  <a:lnTo>
                    <a:pt x="86271" y="454177"/>
                  </a:lnTo>
                  <a:lnTo>
                    <a:pt x="86436" y="457911"/>
                  </a:lnTo>
                  <a:lnTo>
                    <a:pt x="86601" y="461657"/>
                  </a:lnTo>
                  <a:lnTo>
                    <a:pt x="87426" y="464642"/>
                  </a:lnTo>
                  <a:lnTo>
                    <a:pt x="87972" y="464616"/>
                  </a:lnTo>
                  <a:lnTo>
                    <a:pt x="87972" y="438188"/>
                  </a:lnTo>
                  <a:lnTo>
                    <a:pt x="87795" y="437553"/>
                  </a:lnTo>
                  <a:lnTo>
                    <a:pt x="97574" y="448970"/>
                  </a:lnTo>
                  <a:lnTo>
                    <a:pt x="97574" y="438302"/>
                  </a:lnTo>
                  <a:lnTo>
                    <a:pt x="64681" y="399935"/>
                  </a:lnTo>
                  <a:lnTo>
                    <a:pt x="64681" y="410591"/>
                  </a:lnTo>
                  <a:lnTo>
                    <a:pt x="63677" y="410349"/>
                  </a:lnTo>
                  <a:lnTo>
                    <a:pt x="57264" y="410756"/>
                  </a:lnTo>
                  <a:lnTo>
                    <a:pt x="55753" y="411327"/>
                  </a:lnTo>
                  <a:lnTo>
                    <a:pt x="56057" y="409562"/>
                  </a:lnTo>
                  <a:lnTo>
                    <a:pt x="55892" y="405828"/>
                  </a:lnTo>
                  <a:lnTo>
                    <a:pt x="55727" y="402094"/>
                  </a:lnTo>
                  <a:lnTo>
                    <a:pt x="54914" y="399199"/>
                  </a:lnTo>
                  <a:lnTo>
                    <a:pt x="64681" y="410591"/>
                  </a:lnTo>
                  <a:lnTo>
                    <a:pt x="64681" y="399935"/>
                  </a:lnTo>
                  <a:lnTo>
                    <a:pt x="63449" y="398487"/>
                  </a:lnTo>
                  <a:lnTo>
                    <a:pt x="54851" y="388454"/>
                  </a:lnTo>
                  <a:lnTo>
                    <a:pt x="54851" y="399122"/>
                  </a:lnTo>
                  <a:lnTo>
                    <a:pt x="53721" y="399186"/>
                  </a:lnTo>
                  <a:lnTo>
                    <a:pt x="54317" y="398487"/>
                  </a:lnTo>
                  <a:lnTo>
                    <a:pt x="54851" y="399122"/>
                  </a:lnTo>
                  <a:lnTo>
                    <a:pt x="54851" y="388454"/>
                  </a:lnTo>
                  <a:lnTo>
                    <a:pt x="54317" y="387819"/>
                  </a:lnTo>
                  <a:lnTo>
                    <a:pt x="20269" y="427545"/>
                  </a:lnTo>
                  <a:lnTo>
                    <a:pt x="20269" y="449249"/>
                  </a:lnTo>
                  <a:lnTo>
                    <a:pt x="18872" y="448906"/>
                  </a:lnTo>
                  <a:lnTo>
                    <a:pt x="15671" y="449097"/>
                  </a:lnTo>
                  <a:lnTo>
                    <a:pt x="12471" y="449300"/>
                  </a:lnTo>
                  <a:lnTo>
                    <a:pt x="9982" y="450253"/>
                  </a:lnTo>
                  <a:lnTo>
                    <a:pt x="9982" y="452170"/>
                  </a:lnTo>
                  <a:lnTo>
                    <a:pt x="9144" y="451180"/>
                  </a:lnTo>
                  <a:lnTo>
                    <a:pt x="9906" y="450291"/>
                  </a:lnTo>
                  <a:lnTo>
                    <a:pt x="9982" y="452170"/>
                  </a:lnTo>
                  <a:lnTo>
                    <a:pt x="9982" y="450253"/>
                  </a:lnTo>
                  <a:lnTo>
                    <a:pt x="19697" y="438873"/>
                  </a:lnTo>
                  <a:lnTo>
                    <a:pt x="19481" y="440105"/>
                  </a:lnTo>
                  <a:lnTo>
                    <a:pt x="19824" y="447573"/>
                  </a:lnTo>
                  <a:lnTo>
                    <a:pt x="20269" y="449249"/>
                  </a:lnTo>
                  <a:lnTo>
                    <a:pt x="20269" y="427545"/>
                  </a:lnTo>
                  <a:lnTo>
                    <a:pt x="0" y="451180"/>
                  </a:lnTo>
                  <a:lnTo>
                    <a:pt x="54317" y="514527"/>
                  </a:lnTo>
                  <a:lnTo>
                    <a:pt x="63449" y="503859"/>
                  </a:lnTo>
                  <a:lnTo>
                    <a:pt x="108623" y="451180"/>
                  </a:lnTo>
                  <a:close/>
                </a:path>
                <a:path w="466090" h="514984">
                  <a:moveTo>
                    <a:pt x="165887" y="412940"/>
                  </a:moveTo>
                  <a:lnTo>
                    <a:pt x="165798" y="410984"/>
                  </a:lnTo>
                  <a:lnTo>
                    <a:pt x="163156" y="410349"/>
                  </a:lnTo>
                  <a:lnTo>
                    <a:pt x="156743" y="410756"/>
                  </a:lnTo>
                  <a:lnTo>
                    <a:pt x="154190" y="411708"/>
                  </a:lnTo>
                  <a:lnTo>
                    <a:pt x="154228" y="412699"/>
                  </a:lnTo>
                  <a:lnTo>
                    <a:pt x="153390" y="412737"/>
                  </a:lnTo>
                  <a:lnTo>
                    <a:pt x="152857" y="415823"/>
                  </a:lnTo>
                  <a:lnTo>
                    <a:pt x="153022" y="419557"/>
                  </a:lnTo>
                  <a:lnTo>
                    <a:pt x="153187" y="423291"/>
                  </a:lnTo>
                  <a:lnTo>
                    <a:pt x="154025" y="426275"/>
                  </a:lnTo>
                  <a:lnTo>
                    <a:pt x="155689" y="426173"/>
                  </a:lnTo>
                  <a:lnTo>
                    <a:pt x="156235" y="423100"/>
                  </a:lnTo>
                  <a:lnTo>
                    <a:pt x="155892" y="415632"/>
                  </a:lnTo>
                  <a:lnTo>
                    <a:pt x="155435" y="413956"/>
                  </a:lnTo>
                  <a:lnTo>
                    <a:pt x="156921" y="414299"/>
                  </a:lnTo>
                  <a:lnTo>
                    <a:pt x="160121" y="414096"/>
                  </a:lnTo>
                  <a:lnTo>
                    <a:pt x="163322" y="413905"/>
                  </a:lnTo>
                  <a:lnTo>
                    <a:pt x="165887" y="412940"/>
                  </a:lnTo>
                  <a:close/>
                </a:path>
                <a:path w="466090" h="514984">
                  <a:moveTo>
                    <a:pt x="310451" y="451180"/>
                  </a:moveTo>
                  <a:lnTo>
                    <a:pt x="301320" y="440537"/>
                  </a:lnTo>
                  <a:lnTo>
                    <a:pt x="301320" y="451180"/>
                  </a:lnTo>
                  <a:lnTo>
                    <a:pt x="291198" y="462978"/>
                  </a:lnTo>
                  <a:lnTo>
                    <a:pt x="291477" y="461467"/>
                  </a:lnTo>
                  <a:lnTo>
                    <a:pt x="291134" y="453986"/>
                  </a:lnTo>
                  <a:lnTo>
                    <a:pt x="290677" y="452323"/>
                  </a:lnTo>
                  <a:lnTo>
                    <a:pt x="292150" y="452666"/>
                  </a:lnTo>
                  <a:lnTo>
                    <a:pt x="295363" y="452462"/>
                  </a:lnTo>
                  <a:lnTo>
                    <a:pt x="298564" y="452259"/>
                  </a:lnTo>
                  <a:lnTo>
                    <a:pt x="301129" y="451294"/>
                  </a:lnTo>
                  <a:lnTo>
                    <a:pt x="301104" y="450938"/>
                  </a:lnTo>
                  <a:lnTo>
                    <a:pt x="301320" y="451180"/>
                  </a:lnTo>
                  <a:lnTo>
                    <a:pt x="301320" y="440537"/>
                  </a:lnTo>
                  <a:lnTo>
                    <a:pt x="299402" y="438289"/>
                  </a:lnTo>
                  <a:lnTo>
                    <a:pt x="299402" y="448957"/>
                  </a:lnTo>
                  <a:lnTo>
                    <a:pt x="298399" y="448716"/>
                  </a:lnTo>
                  <a:lnTo>
                    <a:pt x="291985" y="449110"/>
                  </a:lnTo>
                  <a:lnTo>
                    <a:pt x="290474" y="449681"/>
                  </a:lnTo>
                  <a:lnTo>
                    <a:pt x="290779" y="447929"/>
                  </a:lnTo>
                  <a:lnTo>
                    <a:pt x="290614" y="444195"/>
                  </a:lnTo>
                  <a:lnTo>
                    <a:pt x="290449" y="440448"/>
                  </a:lnTo>
                  <a:lnTo>
                    <a:pt x="289801" y="438137"/>
                  </a:lnTo>
                  <a:lnTo>
                    <a:pt x="289801" y="464616"/>
                  </a:lnTo>
                  <a:lnTo>
                    <a:pt x="256146" y="503859"/>
                  </a:lnTo>
                  <a:lnTo>
                    <a:pt x="244462" y="490258"/>
                  </a:lnTo>
                  <a:lnTo>
                    <a:pt x="247040" y="490855"/>
                  </a:lnTo>
                  <a:lnTo>
                    <a:pt x="253453" y="490461"/>
                  </a:lnTo>
                  <a:lnTo>
                    <a:pt x="254876" y="489927"/>
                  </a:lnTo>
                  <a:lnTo>
                    <a:pt x="254584" y="491642"/>
                  </a:lnTo>
                  <a:lnTo>
                    <a:pt x="254762" y="495376"/>
                  </a:lnTo>
                  <a:lnTo>
                    <a:pt x="254927" y="499122"/>
                  </a:lnTo>
                  <a:lnTo>
                    <a:pt x="255752" y="502107"/>
                  </a:lnTo>
                  <a:lnTo>
                    <a:pt x="257429" y="501992"/>
                  </a:lnTo>
                  <a:lnTo>
                    <a:pt x="257975" y="498932"/>
                  </a:lnTo>
                  <a:lnTo>
                    <a:pt x="257632" y="491451"/>
                  </a:lnTo>
                  <a:lnTo>
                    <a:pt x="257162" y="489788"/>
                  </a:lnTo>
                  <a:lnTo>
                    <a:pt x="258648" y="490131"/>
                  </a:lnTo>
                  <a:lnTo>
                    <a:pt x="261848" y="489927"/>
                  </a:lnTo>
                  <a:lnTo>
                    <a:pt x="265049" y="489724"/>
                  </a:lnTo>
                  <a:lnTo>
                    <a:pt x="267614" y="488759"/>
                  </a:lnTo>
                  <a:lnTo>
                    <a:pt x="267525" y="486803"/>
                  </a:lnTo>
                  <a:lnTo>
                    <a:pt x="264883" y="486181"/>
                  </a:lnTo>
                  <a:lnTo>
                    <a:pt x="258483" y="486575"/>
                  </a:lnTo>
                  <a:lnTo>
                    <a:pt x="256971" y="487146"/>
                  </a:lnTo>
                  <a:lnTo>
                    <a:pt x="257276" y="485394"/>
                  </a:lnTo>
                  <a:lnTo>
                    <a:pt x="257111" y="481660"/>
                  </a:lnTo>
                  <a:lnTo>
                    <a:pt x="256933" y="477913"/>
                  </a:lnTo>
                  <a:lnTo>
                    <a:pt x="256108" y="474929"/>
                  </a:lnTo>
                  <a:lnTo>
                    <a:pt x="254431" y="475043"/>
                  </a:lnTo>
                  <a:lnTo>
                    <a:pt x="253885" y="478104"/>
                  </a:lnTo>
                  <a:lnTo>
                    <a:pt x="254241" y="485584"/>
                  </a:lnTo>
                  <a:lnTo>
                    <a:pt x="254685" y="487248"/>
                  </a:lnTo>
                  <a:lnTo>
                    <a:pt x="253288" y="486905"/>
                  </a:lnTo>
                  <a:lnTo>
                    <a:pt x="250075" y="487108"/>
                  </a:lnTo>
                  <a:lnTo>
                    <a:pt x="246875" y="487299"/>
                  </a:lnTo>
                  <a:lnTo>
                    <a:pt x="244309" y="488264"/>
                  </a:lnTo>
                  <a:lnTo>
                    <a:pt x="244398" y="490181"/>
                  </a:lnTo>
                  <a:lnTo>
                    <a:pt x="211874" y="452234"/>
                  </a:lnTo>
                  <a:lnTo>
                    <a:pt x="214464" y="452843"/>
                  </a:lnTo>
                  <a:lnTo>
                    <a:pt x="220865" y="452450"/>
                  </a:lnTo>
                  <a:lnTo>
                    <a:pt x="222300" y="451916"/>
                  </a:lnTo>
                  <a:lnTo>
                    <a:pt x="222008" y="453631"/>
                  </a:lnTo>
                  <a:lnTo>
                    <a:pt x="222173" y="457377"/>
                  </a:lnTo>
                  <a:lnTo>
                    <a:pt x="222338" y="461111"/>
                  </a:lnTo>
                  <a:lnTo>
                    <a:pt x="223177" y="464096"/>
                  </a:lnTo>
                  <a:lnTo>
                    <a:pt x="224840" y="463994"/>
                  </a:lnTo>
                  <a:lnTo>
                    <a:pt x="225386" y="460921"/>
                  </a:lnTo>
                  <a:lnTo>
                    <a:pt x="225044" y="453453"/>
                  </a:lnTo>
                  <a:lnTo>
                    <a:pt x="224586" y="451777"/>
                  </a:lnTo>
                  <a:lnTo>
                    <a:pt x="226060" y="452120"/>
                  </a:lnTo>
                  <a:lnTo>
                    <a:pt x="229273" y="451916"/>
                  </a:lnTo>
                  <a:lnTo>
                    <a:pt x="232473" y="451726"/>
                  </a:lnTo>
                  <a:lnTo>
                    <a:pt x="235038" y="450761"/>
                  </a:lnTo>
                  <a:lnTo>
                    <a:pt x="234950" y="448805"/>
                  </a:lnTo>
                  <a:lnTo>
                    <a:pt x="232308" y="448170"/>
                  </a:lnTo>
                  <a:lnTo>
                    <a:pt x="225894" y="448576"/>
                  </a:lnTo>
                  <a:lnTo>
                    <a:pt x="224383" y="449148"/>
                  </a:lnTo>
                  <a:lnTo>
                    <a:pt x="224688" y="447382"/>
                  </a:lnTo>
                  <a:lnTo>
                    <a:pt x="224523" y="443649"/>
                  </a:lnTo>
                  <a:lnTo>
                    <a:pt x="224358" y="439915"/>
                  </a:lnTo>
                  <a:lnTo>
                    <a:pt x="223532" y="436930"/>
                  </a:lnTo>
                  <a:lnTo>
                    <a:pt x="223164" y="436956"/>
                  </a:lnTo>
                  <a:lnTo>
                    <a:pt x="254927" y="399910"/>
                  </a:lnTo>
                  <a:lnTo>
                    <a:pt x="254508" y="402285"/>
                  </a:lnTo>
                  <a:lnTo>
                    <a:pt x="254863" y="409752"/>
                  </a:lnTo>
                  <a:lnTo>
                    <a:pt x="255308" y="411429"/>
                  </a:lnTo>
                  <a:lnTo>
                    <a:pt x="253911" y="411086"/>
                  </a:lnTo>
                  <a:lnTo>
                    <a:pt x="250698" y="411276"/>
                  </a:lnTo>
                  <a:lnTo>
                    <a:pt x="247497" y="411480"/>
                  </a:lnTo>
                  <a:lnTo>
                    <a:pt x="244932" y="412445"/>
                  </a:lnTo>
                  <a:lnTo>
                    <a:pt x="245033" y="414401"/>
                  </a:lnTo>
                  <a:lnTo>
                    <a:pt x="247662" y="415023"/>
                  </a:lnTo>
                  <a:lnTo>
                    <a:pt x="254076" y="414629"/>
                  </a:lnTo>
                  <a:lnTo>
                    <a:pt x="255498" y="414096"/>
                  </a:lnTo>
                  <a:lnTo>
                    <a:pt x="255206" y="415823"/>
                  </a:lnTo>
                  <a:lnTo>
                    <a:pt x="255384" y="419557"/>
                  </a:lnTo>
                  <a:lnTo>
                    <a:pt x="255549" y="423291"/>
                  </a:lnTo>
                  <a:lnTo>
                    <a:pt x="256374" y="426275"/>
                  </a:lnTo>
                  <a:lnTo>
                    <a:pt x="258051" y="426173"/>
                  </a:lnTo>
                  <a:lnTo>
                    <a:pt x="258597" y="423100"/>
                  </a:lnTo>
                  <a:lnTo>
                    <a:pt x="258241" y="415632"/>
                  </a:lnTo>
                  <a:lnTo>
                    <a:pt x="257784" y="413956"/>
                  </a:lnTo>
                  <a:lnTo>
                    <a:pt x="259270" y="414299"/>
                  </a:lnTo>
                  <a:lnTo>
                    <a:pt x="262470" y="414096"/>
                  </a:lnTo>
                  <a:lnTo>
                    <a:pt x="265671" y="413905"/>
                  </a:lnTo>
                  <a:lnTo>
                    <a:pt x="268236" y="412940"/>
                  </a:lnTo>
                  <a:lnTo>
                    <a:pt x="268211" y="412597"/>
                  </a:lnTo>
                  <a:lnTo>
                    <a:pt x="289560" y="437476"/>
                  </a:lnTo>
                  <a:lnTo>
                    <a:pt x="287947" y="437578"/>
                  </a:lnTo>
                  <a:lnTo>
                    <a:pt x="287401" y="440639"/>
                  </a:lnTo>
                  <a:lnTo>
                    <a:pt x="287743" y="448119"/>
                  </a:lnTo>
                  <a:lnTo>
                    <a:pt x="288188" y="449783"/>
                  </a:lnTo>
                  <a:lnTo>
                    <a:pt x="286791" y="449440"/>
                  </a:lnTo>
                  <a:lnTo>
                    <a:pt x="283591" y="449643"/>
                  </a:lnTo>
                  <a:lnTo>
                    <a:pt x="280377" y="449846"/>
                  </a:lnTo>
                  <a:lnTo>
                    <a:pt x="277812" y="450799"/>
                  </a:lnTo>
                  <a:lnTo>
                    <a:pt x="277914" y="452767"/>
                  </a:lnTo>
                  <a:lnTo>
                    <a:pt x="280555" y="453390"/>
                  </a:lnTo>
                  <a:lnTo>
                    <a:pt x="286956" y="452996"/>
                  </a:lnTo>
                  <a:lnTo>
                    <a:pt x="288391" y="452462"/>
                  </a:lnTo>
                  <a:lnTo>
                    <a:pt x="288099" y="454177"/>
                  </a:lnTo>
                  <a:lnTo>
                    <a:pt x="288264" y="457911"/>
                  </a:lnTo>
                  <a:lnTo>
                    <a:pt x="288429" y="461657"/>
                  </a:lnTo>
                  <a:lnTo>
                    <a:pt x="289255" y="464642"/>
                  </a:lnTo>
                  <a:lnTo>
                    <a:pt x="289801" y="464616"/>
                  </a:lnTo>
                  <a:lnTo>
                    <a:pt x="289801" y="438137"/>
                  </a:lnTo>
                  <a:lnTo>
                    <a:pt x="289648" y="437578"/>
                  </a:lnTo>
                  <a:lnTo>
                    <a:pt x="299402" y="448957"/>
                  </a:lnTo>
                  <a:lnTo>
                    <a:pt x="299402" y="438289"/>
                  </a:lnTo>
                  <a:lnTo>
                    <a:pt x="266509" y="399923"/>
                  </a:lnTo>
                  <a:lnTo>
                    <a:pt x="266509" y="410591"/>
                  </a:lnTo>
                  <a:lnTo>
                    <a:pt x="265506" y="410349"/>
                  </a:lnTo>
                  <a:lnTo>
                    <a:pt x="259105" y="410756"/>
                  </a:lnTo>
                  <a:lnTo>
                    <a:pt x="257594" y="411327"/>
                  </a:lnTo>
                  <a:lnTo>
                    <a:pt x="257898" y="409562"/>
                  </a:lnTo>
                  <a:lnTo>
                    <a:pt x="257721" y="405828"/>
                  </a:lnTo>
                  <a:lnTo>
                    <a:pt x="257556" y="402094"/>
                  </a:lnTo>
                  <a:lnTo>
                    <a:pt x="256743" y="399199"/>
                  </a:lnTo>
                  <a:lnTo>
                    <a:pt x="266509" y="410591"/>
                  </a:lnTo>
                  <a:lnTo>
                    <a:pt x="266509" y="399923"/>
                  </a:lnTo>
                  <a:lnTo>
                    <a:pt x="265290" y="398487"/>
                  </a:lnTo>
                  <a:lnTo>
                    <a:pt x="256679" y="388442"/>
                  </a:lnTo>
                  <a:lnTo>
                    <a:pt x="256679" y="399122"/>
                  </a:lnTo>
                  <a:lnTo>
                    <a:pt x="255549" y="399186"/>
                  </a:lnTo>
                  <a:lnTo>
                    <a:pt x="256146" y="398487"/>
                  </a:lnTo>
                  <a:lnTo>
                    <a:pt x="256679" y="399122"/>
                  </a:lnTo>
                  <a:lnTo>
                    <a:pt x="256679" y="388442"/>
                  </a:lnTo>
                  <a:lnTo>
                    <a:pt x="256146" y="387819"/>
                  </a:lnTo>
                  <a:lnTo>
                    <a:pt x="222097" y="427558"/>
                  </a:lnTo>
                  <a:lnTo>
                    <a:pt x="222097" y="449249"/>
                  </a:lnTo>
                  <a:lnTo>
                    <a:pt x="220700" y="448906"/>
                  </a:lnTo>
                  <a:lnTo>
                    <a:pt x="217500" y="449097"/>
                  </a:lnTo>
                  <a:lnTo>
                    <a:pt x="214299" y="449300"/>
                  </a:lnTo>
                  <a:lnTo>
                    <a:pt x="211810" y="450253"/>
                  </a:lnTo>
                  <a:lnTo>
                    <a:pt x="211810" y="452170"/>
                  </a:lnTo>
                  <a:lnTo>
                    <a:pt x="210972" y="451180"/>
                  </a:lnTo>
                  <a:lnTo>
                    <a:pt x="211734" y="450291"/>
                  </a:lnTo>
                  <a:lnTo>
                    <a:pt x="211810" y="452170"/>
                  </a:lnTo>
                  <a:lnTo>
                    <a:pt x="211810" y="450253"/>
                  </a:lnTo>
                  <a:lnTo>
                    <a:pt x="221526" y="438873"/>
                  </a:lnTo>
                  <a:lnTo>
                    <a:pt x="221310" y="440105"/>
                  </a:lnTo>
                  <a:lnTo>
                    <a:pt x="221653" y="447573"/>
                  </a:lnTo>
                  <a:lnTo>
                    <a:pt x="222097" y="449249"/>
                  </a:lnTo>
                  <a:lnTo>
                    <a:pt x="222097" y="427558"/>
                  </a:lnTo>
                  <a:lnTo>
                    <a:pt x="201841" y="451180"/>
                  </a:lnTo>
                  <a:lnTo>
                    <a:pt x="256146" y="514527"/>
                  </a:lnTo>
                  <a:lnTo>
                    <a:pt x="265290" y="503859"/>
                  </a:lnTo>
                  <a:lnTo>
                    <a:pt x="310451" y="451180"/>
                  </a:lnTo>
                  <a:close/>
                </a:path>
                <a:path w="466090" h="514984">
                  <a:moveTo>
                    <a:pt x="360997" y="374015"/>
                  </a:moveTo>
                  <a:lnTo>
                    <a:pt x="351866" y="363372"/>
                  </a:lnTo>
                  <a:lnTo>
                    <a:pt x="351866" y="374015"/>
                  </a:lnTo>
                  <a:lnTo>
                    <a:pt x="341744" y="385813"/>
                  </a:lnTo>
                  <a:lnTo>
                    <a:pt x="342023" y="384302"/>
                  </a:lnTo>
                  <a:lnTo>
                    <a:pt x="341680" y="376821"/>
                  </a:lnTo>
                  <a:lnTo>
                    <a:pt x="341210" y="375145"/>
                  </a:lnTo>
                  <a:lnTo>
                    <a:pt x="342696" y="375500"/>
                  </a:lnTo>
                  <a:lnTo>
                    <a:pt x="345897" y="375297"/>
                  </a:lnTo>
                  <a:lnTo>
                    <a:pt x="349110" y="375107"/>
                  </a:lnTo>
                  <a:lnTo>
                    <a:pt x="351675" y="374142"/>
                  </a:lnTo>
                  <a:lnTo>
                    <a:pt x="351650" y="373773"/>
                  </a:lnTo>
                  <a:lnTo>
                    <a:pt x="351866" y="374015"/>
                  </a:lnTo>
                  <a:lnTo>
                    <a:pt x="351866" y="363372"/>
                  </a:lnTo>
                  <a:lnTo>
                    <a:pt x="349961" y="361149"/>
                  </a:lnTo>
                  <a:lnTo>
                    <a:pt x="349961" y="371805"/>
                  </a:lnTo>
                  <a:lnTo>
                    <a:pt x="348932" y="371551"/>
                  </a:lnTo>
                  <a:lnTo>
                    <a:pt x="342531" y="371944"/>
                  </a:lnTo>
                  <a:lnTo>
                    <a:pt x="341020" y="372516"/>
                  </a:lnTo>
                  <a:lnTo>
                    <a:pt x="341325" y="370763"/>
                  </a:lnTo>
                  <a:lnTo>
                    <a:pt x="341160" y="367030"/>
                  </a:lnTo>
                  <a:lnTo>
                    <a:pt x="340982" y="363296"/>
                  </a:lnTo>
                  <a:lnTo>
                    <a:pt x="340347" y="361035"/>
                  </a:lnTo>
                  <a:lnTo>
                    <a:pt x="340347" y="387451"/>
                  </a:lnTo>
                  <a:lnTo>
                    <a:pt x="306692" y="426707"/>
                  </a:lnTo>
                  <a:lnTo>
                    <a:pt x="295008" y="413092"/>
                  </a:lnTo>
                  <a:lnTo>
                    <a:pt x="297586" y="413689"/>
                  </a:lnTo>
                  <a:lnTo>
                    <a:pt x="303999" y="413296"/>
                  </a:lnTo>
                  <a:lnTo>
                    <a:pt x="305422" y="412762"/>
                  </a:lnTo>
                  <a:lnTo>
                    <a:pt x="305130" y="414477"/>
                  </a:lnTo>
                  <a:lnTo>
                    <a:pt x="305295" y="418223"/>
                  </a:lnTo>
                  <a:lnTo>
                    <a:pt x="305473" y="421957"/>
                  </a:lnTo>
                  <a:lnTo>
                    <a:pt x="306298" y="424942"/>
                  </a:lnTo>
                  <a:lnTo>
                    <a:pt x="307975" y="424840"/>
                  </a:lnTo>
                  <a:lnTo>
                    <a:pt x="308521" y="421767"/>
                  </a:lnTo>
                  <a:lnTo>
                    <a:pt x="308165" y="414299"/>
                  </a:lnTo>
                  <a:lnTo>
                    <a:pt x="307695" y="412610"/>
                  </a:lnTo>
                  <a:lnTo>
                    <a:pt x="309194" y="412965"/>
                  </a:lnTo>
                  <a:lnTo>
                    <a:pt x="312394" y="412762"/>
                  </a:lnTo>
                  <a:lnTo>
                    <a:pt x="315595" y="412572"/>
                  </a:lnTo>
                  <a:lnTo>
                    <a:pt x="318160" y="411607"/>
                  </a:lnTo>
                  <a:lnTo>
                    <a:pt x="318071" y="409651"/>
                  </a:lnTo>
                  <a:lnTo>
                    <a:pt x="315429" y="409016"/>
                  </a:lnTo>
                  <a:lnTo>
                    <a:pt x="309016" y="409409"/>
                  </a:lnTo>
                  <a:lnTo>
                    <a:pt x="307505" y="409981"/>
                  </a:lnTo>
                  <a:lnTo>
                    <a:pt x="307822" y="408228"/>
                  </a:lnTo>
                  <a:lnTo>
                    <a:pt x="307644" y="404495"/>
                  </a:lnTo>
                  <a:lnTo>
                    <a:pt x="307479" y="400761"/>
                  </a:lnTo>
                  <a:lnTo>
                    <a:pt x="306654" y="397776"/>
                  </a:lnTo>
                  <a:lnTo>
                    <a:pt x="304977" y="397878"/>
                  </a:lnTo>
                  <a:lnTo>
                    <a:pt x="304431" y="400951"/>
                  </a:lnTo>
                  <a:lnTo>
                    <a:pt x="304774" y="408419"/>
                  </a:lnTo>
                  <a:lnTo>
                    <a:pt x="305219" y="410083"/>
                  </a:lnTo>
                  <a:lnTo>
                    <a:pt x="303822" y="409740"/>
                  </a:lnTo>
                  <a:lnTo>
                    <a:pt x="300621" y="409943"/>
                  </a:lnTo>
                  <a:lnTo>
                    <a:pt x="297421" y="410146"/>
                  </a:lnTo>
                  <a:lnTo>
                    <a:pt x="294855" y="411111"/>
                  </a:lnTo>
                  <a:lnTo>
                    <a:pt x="294932" y="413004"/>
                  </a:lnTo>
                  <a:lnTo>
                    <a:pt x="262420" y="375069"/>
                  </a:lnTo>
                  <a:lnTo>
                    <a:pt x="265010" y="375691"/>
                  </a:lnTo>
                  <a:lnTo>
                    <a:pt x="271411" y="375285"/>
                  </a:lnTo>
                  <a:lnTo>
                    <a:pt x="272846" y="374751"/>
                  </a:lnTo>
                  <a:lnTo>
                    <a:pt x="272554" y="376478"/>
                  </a:lnTo>
                  <a:lnTo>
                    <a:pt x="272719" y="380212"/>
                  </a:lnTo>
                  <a:lnTo>
                    <a:pt x="272884" y="383959"/>
                  </a:lnTo>
                  <a:lnTo>
                    <a:pt x="273710" y="386943"/>
                  </a:lnTo>
                  <a:lnTo>
                    <a:pt x="275386" y="386829"/>
                  </a:lnTo>
                  <a:lnTo>
                    <a:pt x="275932" y="383768"/>
                  </a:lnTo>
                  <a:lnTo>
                    <a:pt x="275590" y="376288"/>
                  </a:lnTo>
                  <a:lnTo>
                    <a:pt x="275132" y="374611"/>
                  </a:lnTo>
                  <a:lnTo>
                    <a:pt x="276606" y="374954"/>
                  </a:lnTo>
                  <a:lnTo>
                    <a:pt x="279819" y="374764"/>
                  </a:lnTo>
                  <a:lnTo>
                    <a:pt x="283019" y="374561"/>
                  </a:lnTo>
                  <a:lnTo>
                    <a:pt x="285584" y="373595"/>
                  </a:lnTo>
                  <a:lnTo>
                    <a:pt x="285483" y="371640"/>
                  </a:lnTo>
                  <a:lnTo>
                    <a:pt x="282854" y="371017"/>
                  </a:lnTo>
                  <a:lnTo>
                    <a:pt x="276440" y="371411"/>
                  </a:lnTo>
                  <a:lnTo>
                    <a:pt x="274929" y="371983"/>
                  </a:lnTo>
                  <a:lnTo>
                    <a:pt x="275234" y="370230"/>
                  </a:lnTo>
                  <a:lnTo>
                    <a:pt x="275069" y="366483"/>
                  </a:lnTo>
                  <a:lnTo>
                    <a:pt x="274904" y="362750"/>
                  </a:lnTo>
                  <a:lnTo>
                    <a:pt x="274078" y="359765"/>
                  </a:lnTo>
                  <a:lnTo>
                    <a:pt x="273710" y="359791"/>
                  </a:lnTo>
                  <a:lnTo>
                    <a:pt x="305473" y="322745"/>
                  </a:lnTo>
                  <a:lnTo>
                    <a:pt x="305054" y="325120"/>
                  </a:lnTo>
                  <a:lnTo>
                    <a:pt x="305396" y="332600"/>
                  </a:lnTo>
                  <a:lnTo>
                    <a:pt x="305841" y="334264"/>
                  </a:lnTo>
                  <a:lnTo>
                    <a:pt x="304444" y="333921"/>
                  </a:lnTo>
                  <a:lnTo>
                    <a:pt x="301244" y="334124"/>
                  </a:lnTo>
                  <a:lnTo>
                    <a:pt x="298043" y="334314"/>
                  </a:lnTo>
                  <a:lnTo>
                    <a:pt x="295478" y="335280"/>
                  </a:lnTo>
                  <a:lnTo>
                    <a:pt x="295567" y="337235"/>
                  </a:lnTo>
                  <a:lnTo>
                    <a:pt x="298208" y="337870"/>
                  </a:lnTo>
                  <a:lnTo>
                    <a:pt x="304622" y="337464"/>
                  </a:lnTo>
                  <a:lnTo>
                    <a:pt x="306044" y="336943"/>
                  </a:lnTo>
                  <a:lnTo>
                    <a:pt x="305752" y="338658"/>
                  </a:lnTo>
                  <a:lnTo>
                    <a:pt x="305917" y="342392"/>
                  </a:lnTo>
                  <a:lnTo>
                    <a:pt x="306095" y="346138"/>
                  </a:lnTo>
                  <a:lnTo>
                    <a:pt x="306920" y="349123"/>
                  </a:lnTo>
                  <a:lnTo>
                    <a:pt x="308597" y="349008"/>
                  </a:lnTo>
                  <a:lnTo>
                    <a:pt x="309130" y="345948"/>
                  </a:lnTo>
                  <a:lnTo>
                    <a:pt x="308787" y="338467"/>
                  </a:lnTo>
                  <a:lnTo>
                    <a:pt x="308330" y="336791"/>
                  </a:lnTo>
                  <a:lnTo>
                    <a:pt x="309816" y="337134"/>
                  </a:lnTo>
                  <a:lnTo>
                    <a:pt x="313016" y="336943"/>
                  </a:lnTo>
                  <a:lnTo>
                    <a:pt x="316217" y="336740"/>
                  </a:lnTo>
                  <a:lnTo>
                    <a:pt x="318782" y="335775"/>
                  </a:lnTo>
                  <a:lnTo>
                    <a:pt x="318757" y="335432"/>
                  </a:lnTo>
                  <a:lnTo>
                    <a:pt x="340118" y="360324"/>
                  </a:lnTo>
                  <a:lnTo>
                    <a:pt x="338480" y="360413"/>
                  </a:lnTo>
                  <a:lnTo>
                    <a:pt x="337947" y="363486"/>
                  </a:lnTo>
                  <a:lnTo>
                    <a:pt x="338289" y="370954"/>
                  </a:lnTo>
                  <a:lnTo>
                    <a:pt x="338734" y="372630"/>
                  </a:lnTo>
                  <a:lnTo>
                    <a:pt x="337337" y="372287"/>
                  </a:lnTo>
                  <a:lnTo>
                    <a:pt x="334137" y="372478"/>
                  </a:lnTo>
                  <a:lnTo>
                    <a:pt x="330923" y="372681"/>
                  </a:lnTo>
                  <a:lnTo>
                    <a:pt x="328358" y="373646"/>
                  </a:lnTo>
                  <a:lnTo>
                    <a:pt x="328460" y="375602"/>
                  </a:lnTo>
                  <a:lnTo>
                    <a:pt x="331089" y="376224"/>
                  </a:lnTo>
                  <a:lnTo>
                    <a:pt x="337502" y="375831"/>
                  </a:lnTo>
                  <a:lnTo>
                    <a:pt x="338937" y="375297"/>
                  </a:lnTo>
                  <a:lnTo>
                    <a:pt x="338645" y="377012"/>
                  </a:lnTo>
                  <a:lnTo>
                    <a:pt x="338810" y="380758"/>
                  </a:lnTo>
                  <a:lnTo>
                    <a:pt x="338975" y="384492"/>
                  </a:lnTo>
                  <a:lnTo>
                    <a:pt x="339801" y="387477"/>
                  </a:lnTo>
                  <a:lnTo>
                    <a:pt x="340347" y="387451"/>
                  </a:lnTo>
                  <a:lnTo>
                    <a:pt x="340347" y="361035"/>
                  </a:lnTo>
                  <a:lnTo>
                    <a:pt x="340169" y="360387"/>
                  </a:lnTo>
                  <a:lnTo>
                    <a:pt x="349961" y="371805"/>
                  </a:lnTo>
                  <a:lnTo>
                    <a:pt x="349961" y="361149"/>
                  </a:lnTo>
                  <a:lnTo>
                    <a:pt x="317055" y="322770"/>
                  </a:lnTo>
                  <a:lnTo>
                    <a:pt x="317055" y="333438"/>
                  </a:lnTo>
                  <a:lnTo>
                    <a:pt x="316052" y="333197"/>
                  </a:lnTo>
                  <a:lnTo>
                    <a:pt x="309638" y="333590"/>
                  </a:lnTo>
                  <a:lnTo>
                    <a:pt x="308127" y="334162"/>
                  </a:lnTo>
                  <a:lnTo>
                    <a:pt x="308432" y="332409"/>
                  </a:lnTo>
                  <a:lnTo>
                    <a:pt x="308267" y="328663"/>
                  </a:lnTo>
                  <a:lnTo>
                    <a:pt x="308102" y="324929"/>
                  </a:lnTo>
                  <a:lnTo>
                    <a:pt x="307289" y="322033"/>
                  </a:lnTo>
                  <a:lnTo>
                    <a:pt x="317055" y="333438"/>
                  </a:lnTo>
                  <a:lnTo>
                    <a:pt x="317055" y="322770"/>
                  </a:lnTo>
                  <a:lnTo>
                    <a:pt x="315823" y="321322"/>
                  </a:lnTo>
                  <a:lnTo>
                    <a:pt x="307225" y="311302"/>
                  </a:lnTo>
                  <a:lnTo>
                    <a:pt x="307225" y="321957"/>
                  </a:lnTo>
                  <a:lnTo>
                    <a:pt x="306095" y="322021"/>
                  </a:lnTo>
                  <a:lnTo>
                    <a:pt x="306692" y="321322"/>
                  </a:lnTo>
                  <a:lnTo>
                    <a:pt x="307225" y="321957"/>
                  </a:lnTo>
                  <a:lnTo>
                    <a:pt x="307225" y="311302"/>
                  </a:lnTo>
                  <a:lnTo>
                    <a:pt x="306692" y="310667"/>
                  </a:lnTo>
                  <a:lnTo>
                    <a:pt x="272643" y="350380"/>
                  </a:lnTo>
                  <a:lnTo>
                    <a:pt x="272643" y="372084"/>
                  </a:lnTo>
                  <a:lnTo>
                    <a:pt x="271246" y="371741"/>
                  </a:lnTo>
                  <a:lnTo>
                    <a:pt x="268046" y="371944"/>
                  </a:lnTo>
                  <a:lnTo>
                    <a:pt x="264845" y="372135"/>
                  </a:lnTo>
                  <a:lnTo>
                    <a:pt x="262356" y="373087"/>
                  </a:lnTo>
                  <a:lnTo>
                    <a:pt x="262356" y="375005"/>
                  </a:lnTo>
                  <a:lnTo>
                    <a:pt x="261518" y="374015"/>
                  </a:lnTo>
                  <a:lnTo>
                    <a:pt x="262280" y="373126"/>
                  </a:lnTo>
                  <a:lnTo>
                    <a:pt x="262356" y="375005"/>
                  </a:lnTo>
                  <a:lnTo>
                    <a:pt x="262356" y="373087"/>
                  </a:lnTo>
                  <a:lnTo>
                    <a:pt x="272072" y="361708"/>
                  </a:lnTo>
                  <a:lnTo>
                    <a:pt x="271856" y="362940"/>
                  </a:lnTo>
                  <a:lnTo>
                    <a:pt x="272199" y="370420"/>
                  </a:lnTo>
                  <a:lnTo>
                    <a:pt x="272643" y="372084"/>
                  </a:lnTo>
                  <a:lnTo>
                    <a:pt x="272643" y="350380"/>
                  </a:lnTo>
                  <a:lnTo>
                    <a:pt x="256159" y="369595"/>
                  </a:lnTo>
                  <a:lnTo>
                    <a:pt x="250825" y="363372"/>
                  </a:lnTo>
                  <a:lnTo>
                    <a:pt x="250825" y="374015"/>
                  </a:lnTo>
                  <a:lnTo>
                    <a:pt x="240703" y="385813"/>
                  </a:lnTo>
                  <a:lnTo>
                    <a:pt x="240982" y="384302"/>
                  </a:lnTo>
                  <a:lnTo>
                    <a:pt x="240639" y="376821"/>
                  </a:lnTo>
                  <a:lnTo>
                    <a:pt x="240182" y="375145"/>
                  </a:lnTo>
                  <a:lnTo>
                    <a:pt x="241655" y="375500"/>
                  </a:lnTo>
                  <a:lnTo>
                    <a:pt x="244868" y="375297"/>
                  </a:lnTo>
                  <a:lnTo>
                    <a:pt x="248069" y="375107"/>
                  </a:lnTo>
                  <a:lnTo>
                    <a:pt x="250634" y="374142"/>
                  </a:lnTo>
                  <a:lnTo>
                    <a:pt x="250609" y="373773"/>
                  </a:lnTo>
                  <a:lnTo>
                    <a:pt x="250825" y="374015"/>
                  </a:lnTo>
                  <a:lnTo>
                    <a:pt x="250825" y="363372"/>
                  </a:lnTo>
                  <a:lnTo>
                    <a:pt x="248920" y="361149"/>
                  </a:lnTo>
                  <a:lnTo>
                    <a:pt x="248920" y="371805"/>
                  </a:lnTo>
                  <a:lnTo>
                    <a:pt x="247904" y="371551"/>
                  </a:lnTo>
                  <a:lnTo>
                    <a:pt x="241490" y="371944"/>
                  </a:lnTo>
                  <a:lnTo>
                    <a:pt x="239979" y="372516"/>
                  </a:lnTo>
                  <a:lnTo>
                    <a:pt x="240284" y="370763"/>
                  </a:lnTo>
                  <a:lnTo>
                    <a:pt x="240118" y="367030"/>
                  </a:lnTo>
                  <a:lnTo>
                    <a:pt x="239953" y="363296"/>
                  </a:lnTo>
                  <a:lnTo>
                    <a:pt x="239306" y="360997"/>
                  </a:lnTo>
                  <a:lnTo>
                    <a:pt x="239306" y="387451"/>
                  </a:lnTo>
                  <a:lnTo>
                    <a:pt x="205651" y="426707"/>
                  </a:lnTo>
                  <a:lnTo>
                    <a:pt x="193967" y="413080"/>
                  </a:lnTo>
                  <a:lnTo>
                    <a:pt x="196545" y="413689"/>
                  </a:lnTo>
                  <a:lnTo>
                    <a:pt x="202958" y="413296"/>
                  </a:lnTo>
                  <a:lnTo>
                    <a:pt x="204393" y="412762"/>
                  </a:lnTo>
                  <a:lnTo>
                    <a:pt x="204101" y="414477"/>
                  </a:lnTo>
                  <a:lnTo>
                    <a:pt x="204266" y="418223"/>
                  </a:lnTo>
                  <a:lnTo>
                    <a:pt x="204431" y="421957"/>
                  </a:lnTo>
                  <a:lnTo>
                    <a:pt x="205257" y="424942"/>
                  </a:lnTo>
                  <a:lnTo>
                    <a:pt x="206933" y="424840"/>
                  </a:lnTo>
                  <a:lnTo>
                    <a:pt x="207479" y="421767"/>
                  </a:lnTo>
                  <a:lnTo>
                    <a:pt x="207137" y="414299"/>
                  </a:lnTo>
                  <a:lnTo>
                    <a:pt x="206667" y="412610"/>
                  </a:lnTo>
                  <a:lnTo>
                    <a:pt x="208153" y="412965"/>
                  </a:lnTo>
                  <a:lnTo>
                    <a:pt x="211353" y="412762"/>
                  </a:lnTo>
                  <a:lnTo>
                    <a:pt x="214566" y="412572"/>
                  </a:lnTo>
                  <a:lnTo>
                    <a:pt x="217131" y="411607"/>
                  </a:lnTo>
                  <a:lnTo>
                    <a:pt x="217030" y="409651"/>
                  </a:lnTo>
                  <a:lnTo>
                    <a:pt x="214388" y="409016"/>
                  </a:lnTo>
                  <a:lnTo>
                    <a:pt x="207987" y="409409"/>
                  </a:lnTo>
                  <a:lnTo>
                    <a:pt x="206476" y="409981"/>
                  </a:lnTo>
                  <a:lnTo>
                    <a:pt x="206781" y="408228"/>
                  </a:lnTo>
                  <a:lnTo>
                    <a:pt x="206616" y="404495"/>
                  </a:lnTo>
                  <a:lnTo>
                    <a:pt x="206438" y="400761"/>
                  </a:lnTo>
                  <a:lnTo>
                    <a:pt x="205613" y="397776"/>
                  </a:lnTo>
                  <a:lnTo>
                    <a:pt x="203936" y="397878"/>
                  </a:lnTo>
                  <a:lnTo>
                    <a:pt x="203390" y="400951"/>
                  </a:lnTo>
                  <a:lnTo>
                    <a:pt x="203746" y="408419"/>
                  </a:lnTo>
                  <a:lnTo>
                    <a:pt x="204190" y="410083"/>
                  </a:lnTo>
                  <a:lnTo>
                    <a:pt x="202793" y="409740"/>
                  </a:lnTo>
                  <a:lnTo>
                    <a:pt x="199593" y="409943"/>
                  </a:lnTo>
                  <a:lnTo>
                    <a:pt x="196380" y="410146"/>
                  </a:lnTo>
                  <a:lnTo>
                    <a:pt x="193814" y="411111"/>
                  </a:lnTo>
                  <a:lnTo>
                    <a:pt x="193903" y="413029"/>
                  </a:lnTo>
                  <a:lnTo>
                    <a:pt x="161378" y="375069"/>
                  </a:lnTo>
                  <a:lnTo>
                    <a:pt x="163969" y="375691"/>
                  </a:lnTo>
                  <a:lnTo>
                    <a:pt x="170383" y="375285"/>
                  </a:lnTo>
                  <a:lnTo>
                    <a:pt x="171805" y="374764"/>
                  </a:lnTo>
                  <a:lnTo>
                    <a:pt x="171513" y="376478"/>
                  </a:lnTo>
                  <a:lnTo>
                    <a:pt x="171678" y="380212"/>
                  </a:lnTo>
                  <a:lnTo>
                    <a:pt x="171843" y="383959"/>
                  </a:lnTo>
                  <a:lnTo>
                    <a:pt x="172681" y="386943"/>
                  </a:lnTo>
                  <a:lnTo>
                    <a:pt x="174358" y="386829"/>
                  </a:lnTo>
                  <a:lnTo>
                    <a:pt x="174891" y="383768"/>
                  </a:lnTo>
                  <a:lnTo>
                    <a:pt x="174548" y="376288"/>
                  </a:lnTo>
                  <a:lnTo>
                    <a:pt x="174091" y="374611"/>
                  </a:lnTo>
                  <a:lnTo>
                    <a:pt x="175577" y="374954"/>
                  </a:lnTo>
                  <a:lnTo>
                    <a:pt x="178777" y="374764"/>
                  </a:lnTo>
                  <a:lnTo>
                    <a:pt x="181978" y="374561"/>
                  </a:lnTo>
                  <a:lnTo>
                    <a:pt x="184543" y="373595"/>
                  </a:lnTo>
                  <a:lnTo>
                    <a:pt x="184454" y="371640"/>
                  </a:lnTo>
                  <a:lnTo>
                    <a:pt x="181813" y="371017"/>
                  </a:lnTo>
                  <a:lnTo>
                    <a:pt x="175399" y="371411"/>
                  </a:lnTo>
                  <a:lnTo>
                    <a:pt x="173888" y="371983"/>
                  </a:lnTo>
                  <a:lnTo>
                    <a:pt x="174193" y="370230"/>
                  </a:lnTo>
                  <a:lnTo>
                    <a:pt x="174028" y="366483"/>
                  </a:lnTo>
                  <a:lnTo>
                    <a:pt x="173863" y="362750"/>
                  </a:lnTo>
                  <a:lnTo>
                    <a:pt x="173037" y="359765"/>
                  </a:lnTo>
                  <a:lnTo>
                    <a:pt x="172669" y="359791"/>
                  </a:lnTo>
                  <a:lnTo>
                    <a:pt x="204431" y="322745"/>
                  </a:lnTo>
                  <a:lnTo>
                    <a:pt x="204012" y="325120"/>
                  </a:lnTo>
                  <a:lnTo>
                    <a:pt x="204368" y="332600"/>
                  </a:lnTo>
                  <a:lnTo>
                    <a:pt x="204812" y="334264"/>
                  </a:lnTo>
                  <a:lnTo>
                    <a:pt x="203415" y="333921"/>
                  </a:lnTo>
                  <a:lnTo>
                    <a:pt x="200215" y="334124"/>
                  </a:lnTo>
                  <a:lnTo>
                    <a:pt x="197002" y="334314"/>
                  </a:lnTo>
                  <a:lnTo>
                    <a:pt x="194437" y="335280"/>
                  </a:lnTo>
                  <a:lnTo>
                    <a:pt x="194538" y="337235"/>
                  </a:lnTo>
                  <a:lnTo>
                    <a:pt x="197167" y="337870"/>
                  </a:lnTo>
                  <a:lnTo>
                    <a:pt x="203581" y="337464"/>
                  </a:lnTo>
                  <a:lnTo>
                    <a:pt x="205003" y="336943"/>
                  </a:lnTo>
                  <a:lnTo>
                    <a:pt x="204711" y="338658"/>
                  </a:lnTo>
                  <a:lnTo>
                    <a:pt x="204889" y="342392"/>
                  </a:lnTo>
                  <a:lnTo>
                    <a:pt x="205054" y="346138"/>
                  </a:lnTo>
                  <a:lnTo>
                    <a:pt x="205879" y="349123"/>
                  </a:lnTo>
                  <a:lnTo>
                    <a:pt x="207556" y="349008"/>
                  </a:lnTo>
                  <a:lnTo>
                    <a:pt x="208102" y="345948"/>
                  </a:lnTo>
                  <a:lnTo>
                    <a:pt x="207759" y="338467"/>
                  </a:lnTo>
                  <a:lnTo>
                    <a:pt x="207289" y="336791"/>
                  </a:lnTo>
                  <a:lnTo>
                    <a:pt x="208775" y="337134"/>
                  </a:lnTo>
                  <a:lnTo>
                    <a:pt x="211975" y="336943"/>
                  </a:lnTo>
                  <a:lnTo>
                    <a:pt x="215188" y="336740"/>
                  </a:lnTo>
                  <a:lnTo>
                    <a:pt x="217754" y="335775"/>
                  </a:lnTo>
                  <a:lnTo>
                    <a:pt x="217728" y="335445"/>
                  </a:lnTo>
                  <a:lnTo>
                    <a:pt x="239077" y="360324"/>
                  </a:lnTo>
                  <a:lnTo>
                    <a:pt x="237451" y="360413"/>
                  </a:lnTo>
                  <a:lnTo>
                    <a:pt x="236905" y="363486"/>
                  </a:lnTo>
                  <a:lnTo>
                    <a:pt x="237248" y="370954"/>
                  </a:lnTo>
                  <a:lnTo>
                    <a:pt x="237693" y="372630"/>
                  </a:lnTo>
                  <a:lnTo>
                    <a:pt x="236296" y="372287"/>
                  </a:lnTo>
                  <a:lnTo>
                    <a:pt x="233095" y="372478"/>
                  </a:lnTo>
                  <a:lnTo>
                    <a:pt x="229895" y="372681"/>
                  </a:lnTo>
                  <a:lnTo>
                    <a:pt x="227330" y="373646"/>
                  </a:lnTo>
                  <a:lnTo>
                    <a:pt x="227418" y="375602"/>
                  </a:lnTo>
                  <a:lnTo>
                    <a:pt x="230060" y="376224"/>
                  </a:lnTo>
                  <a:lnTo>
                    <a:pt x="236461" y="375831"/>
                  </a:lnTo>
                  <a:lnTo>
                    <a:pt x="237896" y="375297"/>
                  </a:lnTo>
                  <a:lnTo>
                    <a:pt x="237604" y="377012"/>
                  </a:lnTo>
                  <a:lnTo>
                    <a:pt x="237769" y="380758"/>
                  </a:lnTo>
                  <a:lnTo>
                    <a:pt x="237934" y="384492"/>
                  </a:lnTo>
                  <a:lnTo>
                    <a:pt x="238760" y="387477"/>
                  </a:lnTo>
                  <a:lnTo>
                    <a:pt x="239306" y="387451"/>
                  </a:lnTo>
                  <a:lnTo>
                    <a:pt x="239306" y="360997"/>
                  </a:lnTo>
                  <a:lnTo>
                    <a:pt x="239141" y="360400"/>
                  </a:lnTo>
                  <a:lnTo>
                    <a:pt x="248920" y="371805"/>
                  </a:lnTo>
                  <a:lnTo>
                    <a:pt x="248920" y="361149"/>
                  </a:lnTo>
                  <a:lnTo>
                    <a:pt x="216014" y="322757"/>
                  </a:lnTo>
                  <a:lnTo>
                    <a:pt x="216014" y="333438"/>
                  </a:lnTo>
                  <a:lnTo>
                    <a:pt x="215011" y="333197"/>
                  </a:lnTo>
                  <a:lnTo>
                    <a:pt x="208610" y="333590"/>
                  </a:lnTo>
                  <a:lnTo>
                    <a:pt x="207098" y="334162"/>
                  </a:lnTo>
                  <a:lnTo>
                    <a:pt x="207403" y="332409"/>
                  </a:lnTo>
                  <a:lnTo>
                    <a:pt x="207238" y="328663"/>
                  </a:lnTo>
                  <a:lnTo>
                    <a:pt x="207060" y="324929"/>
                  </a:lnTo>
                  <a:lnTo>
                    <a:pt x="206248" y="322033"/>
                  </a:lnTo>
                  <a:lnTo>
                    <a:pt x="216014" y="333438"/>
                  </a:lnTo>
                  <a:lnTo>
                    <a:pt x="216014" y="322757"/>
                  </a:lnTo>
                  <a:lnTo>
                    <a:pt x="214795" y="321322"/>
                  </a:lnTo>
                  <a:lnTo>
                    <a:pt x="206184" y="311289"/>
                  </a:lnTo>
                  <a:lnTo>
                    <a:pt x="206184" y="321957"/>
                  </a:lnTo>
                  <a:lnTo>
                    <a:pt x="205054" y="322021"/>
                  </a:lnTo>
                  <a:lnTo>
                    <a:pt x="205651" y="321322"/>
                  </a:lnTo>
                  <a:lnTo>
                    <a:pt x="206184" y="321957"/>
                  </a:lnTo>
                  <a:lnTo>
                    <a:pt x="206184" y="311289"/>
                  </a:lnTo>
                  <a:lnTo>
                    <a:pt x="205651" y="310667"/>
                  </a:lnTo>
                  <a:lnTo>
                    <a:pt x="171602" y="350393"/>
                  </a:lnTo>
                  <a:lnTo>
                    <a:pt x="171602" y="372084"/>
                  </a:lnTo>
                  <a:lnTo>
                    <a:pt x="170205" y="371741"/>
                  </a:lnTo>
                  <a:lnTo>
                    <a:pt x="167005" y="371944"/>
                  </a:lnTo>
                  <a:lnTo>
                    <a:pt x="163804" y="372135"/>
                  </a:lnTo>
                  <a:lnTo>
                    <a:pt x="161315" y="373087"/>
                  </a:lnTo>
                  <a:lnTo>
                    <a:pt x="161315" y="375005"/>
                  </a:lnTo>
                  <a:lnTo>
                    <a:pt x="160477" y="374015"/>
                  </a:lnTo>
                  <a:lnTo>
                    <a:pt x="161239" y="373126"/>
                  </a:lnTo>
                  <a:lnTo>
                    <a:pt x="161315" y="375005"/>
                  </a:lnTo>
                  <a:lnTo>
                    <a:pt x="161315" y="373087"/>
                  </a:lnTo>
                  <a:lnTo>
                    <a:pt x="171030" y="361708"/>
                  </a:lnTo>
                  <a:lnTo>
                    <a:pt x="170815" y="362940"/>
                  </a:lnTo>
                  <a:lnTo>
                    <a:pt x="171157" y="370420"/>
                  </a:lnTo>
                  <a:lnTo>
                    <a:pt x="171602" y="372084"/>
                  </a:lnTo>
                  <a:lnTo>
                    <a:pt x="171602" y="350393"/>
                  </a:lnTo>
                  <a:lnTo>
                    <a:pt x="151345" y="374015"/>
                  </a:lnTo>
                  <a:lnTo>
                    <a:pt x="205651" y="437362"/>
                  </a:lnTo>
                  <a:lnTo>
                    <a:pt x="214795" y="426707"/>
                  </a:lnTo>
                  <a:lnTo>
                    <a:pt x="256159" y="378447"/>
                  </a:lnTo>
                  <a:lnTo>
                    <a:pt x="306692" y="437362"/>
                  </a:lnTo>
                  <a:lnTo>
                    <a:pt x="315823" y="426707"/>
                  </a:lnTo>
                  <a:lnTo>
                    <a:pt x="360997" y="374015"/>
                  </a:lnTo>
                  <a:close/>
                </a:path>
                <a:path w="466090" h="514984">
                  <a:moveTo>
                    <a:pt x="465493" y="63347"/>
                  </a:moveTo>
                  <a:lnTo>
                    <a:pt x="456349" y="52692"/>
                  </a:lnTo>
                  <a:lnTo>
                    <a:pt x="456349" y="63347"/>
                  </a:lnTo>
                  <a:lnTo>
                    <a:pt x="411175" y="116039"/>
                  </a:lnTo>
                  <a:lnTo>
                    <a:pt x="366001" y="63347"/>
                  </a:lnTo>
                  <a:lnTo>
                    <a:pt x="411175" y="10655"/>
                  </a:lnTo>
                  <a:lnTo>
                    <a:pt x="456349" y="63347"/>
                  </a:lnTo>
                  <a:lnTo>
                    <a:pt x="456349" y="52692"/>
                  </a:lnTo>
                  <a:lnTo>
                    <a:pt x="420319" y="10655"/>
                  </a:lnTo>
                  <a:lnTo>
                    <a:pt x="411175" y="0"/>
                  </a:lnTo>
                  <a:lnTo>
                    <a:pt x="356857" y="63347"/>
                  </a:lnTo>
                  <a:lnTo>
                    <a:pt x="411175" y="126695"/>
                  </a:lnTo>
                  <a:lnTo>
                    <a:pt x="420319" y="116039"/>
                  </a:lnTo>
                  <a:lnTo>
                    <a:pt x="465493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4" name="object 2064" descr=""/>
            <p:cNvSpPr/>
            <p:nvPr/>
          </p:nvSpPr>
          <p:spPr>
            <a:xfrm>
              <a:off x="8402244" y="6434042"/>
              <a:ext cx="310515" cy="204470"/>
            </a:xfrm>
            <a:custGeom>
              <a:avLst/>
              <a:gdLst/>
              <a:ahLst/>
              <a:cxnLst/>
              <a:rect l="l" t="t" r="r" b="b"/>
              <a:pathLst>
                <a:path w="310515" h="204470">
                  <a:moveTo>
                    <a:pt x="259956" y="63347"/>
                  </a:moveTo>
                  <a:lnTo>
                    <a:pt x="250825" y="52705"/>
                  </a:lnTo>
                  <a:lnTo>
                    <a:pt x="250825" y="63347"/>
                  </a:lnTo>
                  <a:lnTo>
                    <a:pt x="205651" y="116039"/>
                  </a:lnTo>
                  <a:lnTo>
                    <a:pt x="161391" y="64427"/>
                  </a:lnTo>
                  <a:lnTo>
                    <a:pt x="163969" y="65024"/>
                  </a:lnTo>
                  <a:lnTo>
                    <a:pt x="170370" y="64630"/>
                  </a:lnTo>
                  <a:lnTo>
                    <a:pt x="172935" y="63665"/>
                  </a:lnTo>
                  <a:lnTo>
                    <a:pt x="172885" y="62699"/>
                  </a:lnTo>
                  <a:lnTo>
                    <a:pt x="173659" y="62649"/>
                  </a:lnTo>
                  <a:lnTo>
                    <a:pt x="174193" y="59563"/>
                  </a:lnTo>
                  <a:lnTo>
                    <a:pt x="174028" y="55829"/>
                  </a:lnTo>
                  <a:lnTo>
                    <a:pt x="173863" y="52095"/>
                  </a:lnTo>
                  <a:lnTo>
                    <a:pt x="173037" y="49110"/>
                  </a:lnTo>
                  <a:lnTo>
                    <a:pt x="172656" y="49136"/>
                  </a:lnTo>
                  <a:lnTo>
                    <a:pt x="205651" y="10655"/>
                  </a:lnTo>
                  <a:lnTo>
                    <a:pt x="250825" y="63347"/>
                  </a:lnTo>
                  <a:lnTo>
                    <a:pt x="250825" y="52705"/>
                  </a:lnTo>
                  <a:lnTo>
                    <a:pt x="214782" y="10655"/>
                  </a:lnTo>
                  <a:lnTo>
                    <a:pt x="205651" y="0"/>
                  </a:lnTo>
                  <a:lnTo>
                    <a:pt x="171602" y="39725"/>
                  </a:lnTo>
                  <a:lnTo>
                    <a:pt x="171602" y="61417"/>
                  </a:lnTo>
                  <a:lnTo>
                    <a:pt x="170205" y="61074"/>
                  </a:lnTo>
                  <a:lnTo>
                    <a:pt x="167005" y="61277"/>
                  </a:lnTo>
                  <a:lnTo>
                    <a:pt x="163804" y="61480"/>
                  </a:lnTo>
                  <a:lnTo>
                    <a:pt x="161315" y="62433"/>
                  </a:lnTo>
                  <a:lnTo>
                    <a:pt x="161315" y="64338"/>
                  </a:lnTo>
                  <a:lnTo>
                    <a:pt x="160477" y="63347"/>
                  </a:lnTo>
                  <a:lnTo>
                    <a:pt x="161239" y="62458"/>
                  </a:lnTo>
                  <a:lnTo>
                    <a:pt x="161315" y="64338"/>
                  </a:lnTo>
                  <a:lnTo>
                    <a:pt x="161315" y="62433"/>
                  </a:lnTo>
                  <a:lnTo>
                    <a:pt x="171030" y="51041"/>
                  </a:lnTo>
                  <a:lnTo>
                    <a:pt x="170815" y="52273"/>
                  </a:lnTo>
                  <a:lnTo>
                    <a:pt x="171157" y="59753"/>
                  </a:lnTo>
                  <a:lnTo>
                    <a:pt x="171602" y="61417"/>
                  </a:lnTo>
                  <a:lnTo>
                    <a:pt x="171602" y="39725"/>
                  </a:lnTo>
                  <a:lnTo>
                    <a:pt x="155130" y="58928"/>
                  </a:lnTo>
                  <a:lnTo>
                    <a:pt x="149783" y="52692"/>
                  </a:lnTo>
                  <a:lnTo>
                    <a:pt x="149783" y="63347"/>
                  </a:lnTo>
                  <a:lnTo>
                    <a:pt x="139674" y="75145"/>
                  </a:lnTo>
                  <a:lnTo>
                    <a:pt x="139941" y="73647"/>
                  </a:lnTo>
                  <a:lnTo>
                    <a:pt x="139598" y="66167"/>
                  </a:lnTo>
                  <a:lnTo>
                    <a:pt x="139141" y="64490"/>
                  </a:lnTo>
                  <a:lnTo>
                    <a:pt x="140614" y="64833"/>
                  </a:lnTo>
                  <a:lnTo>
                    <a:pt x="143827" y="64643"/>
                  </a:lnTo>
                  <a:lnTo>
                    <a:pt x="147027" y="64439"/>
                  </a:lnTo>
                  <a:lnTo>
                    <a:pt x="149593" y="63474"/>
                  </a:lnTo>
                  <a:lnTo>
                    <a:pt x="149567" y="63106"/>
                  </a:lnTo>
                  <a:lnTo>
                    <a:pt x="149783" y="63347"/>
                  </a:lnTo>
                  <a:lnTo>
                    <a:pt x="149783" y="52692"/>
                  </a:lnTo>
                  <a:lnTo>
                    <a:pt x="147878" y="50469"/>
                  </a:lnTo>
                  <a:lnTo>
                    <a:pt x="147878" y="61150"/>
                  </a:lnTo>
                  <a:lnTo>
                    <a:pt x="146862" y="60896"/>
                  </a:lnTo>
                  <a:lnTo>
                    <a:pt x="140449" y="61290"/>
                  </a:lnTo>
                  <a:lnTo>
                    <a:pt x="138938" y="61861"/>
                  </a:lnTo>
                  <a:lnTo>
                    <a:pt x="139242" y="60109"/>
                  </a:lnTo>
                  <a:lnTo>
                    <a:pt x="139077" y="56362"/>
                  </a:lnTo>
                  <a:lnTo>
                    <a:pt x="138912" y="52628"/>
                  </a:lnTo>
                  <a:lnTo>
                    <a:pt x="138264" y="50330"/>
                  </a:lnTo>
                  <a:lnTo>
                    <a:pt x="138264" y="76784"/>
                  </a:lnTo>
                  <a:lnTo>
                    <a:pt x="104609" y="116039"/>
                  </a:lnTo>
                  <a:lnTo>
                    <a:pt x="92913" y="102412"/>
                  </a:lnTo>
                  <a:lnTo>
                    <a:pt x="95504" y="103035"/>
                  </a:lnTo>
                  <a:lnTo>
                    <a:pt x="101917" y="102628"/>
                  </a:lnTo>
                  <a:lnTo>
                    <a:pt x="103352" y="102095"/>
                  </a:lnTo>
                  <a:lnTo>
                    <a:pt x="103060" y="103822"/>
                  </a:lnTo>
                  <a:lnTo>
                    <a:pt x="103225" y="107556"/>
                  </a:lnTo>
                  <a:lnTo>
                    <a:pt x="103390" y="111302"/>
                  </a:lnTo>
                  <a:lnTo>
                    <a:pt x="104216" y="114287"/>
                  </a:lnTo>
                  <a:lnTo>
                    <a:pt x="105892" y="114173"/>
                  </a:lnTo>
                  <a:lnTo>
                    <a:pt x="106438" y="111112"/>
                  </a:lnTo>
                  <a:lnTo>
                    <a:pt x="106095" y="103632"/>
                  </a:lnTo>
                  <a:lnTo>
                    <a:pt x="105625" y="101955"/>
                  </a:lnTo>
                  <a:lnTo>
                    <a:pt x="107111" y="102298"/>
                  </a:lnTo>
                  <a:lnTo>
                    <a:pt x="110312" y="102108"/>
                  </a:lnTo>
                  <a:lnTo>
                    <a:pt x="113525" y="101904"/>
                  </a:lnTo>
                  <a:lnTo>
                    <a:pt x="116090" y="100939"/>
                  </a:lnTo>
                  <a:lnTo>
                    <a:pt x="115989" y="98983"/>
                  </a:lnTo>
                  <a:lnTo>
                    <a:pt x="113347" y="98361"/>
                  </a:lnTo>
                  <a:lnTo>
                    <a:pt x="106946" y="98755"/>
                  </a:lnTo>
                  <a:lnTo>
                    <a:pt x="105435" y="99326"/>
                  </a:lnTo>
                  <a:lnTo>
                    <a:pt x="105740" y="97574"/>
                  </a:lnTo>
                  <a:lnTo>
                    <a:pt x="105575" y="93827"/>
                  </a:lnTo>
                  <a:lnTo>
                    <a:pt x="105397" y="90093"/>
                  </a:lnTo>
                  <a:lnTo>
                    <a:pt x="104571" y="87109"/>
                  </a:lnTo>
                  <a:lnTo>
                    <a:pt x="102895" y="87210"/>
                  </a:lnTo>
                  <a:lnTo>
                    <a:pt x="102362" y="90284"/>
                  </a:lnTo>
                  <a:lnTo>
                    <a:pt x="102704" y="97764"/>
                  </a:lnTo>
                  <a:lnTo>
                    <a:pt x="103149" y="99428"/>
                  </a:lnTo>
                  <a:lnTo>
                    <a:pt x="101752" y="99085"/>
                  </a:lnTo>
                  <a:lnTo>
                    <a:pt x="98552" y="99288"/>
                  </a:lnTo>
                  <a:lnTo>
                    <a:pt x="95338" y="99479"/>
                  </a:lnTo>
                  <a:lnTo>
                    <a:pt x="92773" y="100444"/>
                  </a:lnTo>
                  <a:lnTo>
                    <a:pt x="92862" y="102362"/>
                  </a:lnTo>
                  <a:lnTo>
                    <a:pt x="60350" y="64427"/>
                  </a:lnTo>
                  <a:lnTo>
                    <a:pt x="62915" y="65024"/>
                  </a:lnTo>
                  <a:lnTo>
                    <a:pt x="69342" y="64630"/>
                  </a:lnTo>
                  <a:lnTo>
                    <a:pt x="70764" y="64096"/>
                  </a:lnTo>
                  <a:lnTo>
                    <a:pt x="70472" y="65811"/>
                  </a:lnTo>
                  <a:lnTo>
                    <a:pt x="70637" y="69557"/>
                  </a:lnTo>
                  <a:lnTo>
                    <a:pt x="70815" y="73291"/>
                  </a:lnTo>
                  <a:lnTo>
                    <a:pt x="71640" y="76276"/>
                  </a:lnTo>
                  <a:lnTo>
                    <a:pt x="73317" y="76174"/>
                  </a:lnTo>
                  <a:lnTo>
                    <a:pt x="73850" y="73101"/>
                  </a:lnTo>
                  <a:lnTo>
                    <a:pt x="73507" y="65620"/>
                  </a:lnTo>
                  <a:lnTo>
                    <a:pt x="73050" y="63944"/>
                  </a:lnTo>
                  <a:lnTo>
                    <a:pt x="74536" y="64300"/>
                  </a:lnTo>
                  <a:lnTo>
                    <a:pt x="77736" y="64096"/>
                  </a:lnTo>
                  <a:lnTo>
                    <a:pt x="80937" y="63906"/>
                  </a:lnTo>
                  <a:lnTo>
                    <a:pt x="83502" y="62941"/>
                  </a:lnTo>
                  <a:lnTo>
                    <a:pt x="83413" y="60972"/>
                  </a:lnTo>
                  <a:lnTo>
                    <a:pt x="80772" y="60350"/>
                  </a:lnTo>
                  <a:lnTo>
                    <a:pt x="74358" y="60744"/>
                  </a:lnTo>
                  <a:lnTo>
                    <a:pt x="72847" y="61315"/>
                  </a:lnTo>
                  <a:lnTo>
                    <a:pt x="73152" y="59563"/>
                  </a:lnTo>
                  <a:lnTo>
                    <a:pt x="72986" y="55829"/>
                  </a:lnTo>
                  <a:lnTo>
                    <a:pt x="72821" y="52095"/>
                  </a:lnTo>
                  <a:lnTo>
                    <a:pt x="71996" y="49110"/>
                  </a:lnTo>
                  <a:lnTo>
                    <a:pt x="71615" y="49136"/>
                  </a:lnTo>
                  <a:lnTo>
                    <a:pt x="103390" y="12077"/>
                  </a:lnTo>
                  <a:lnTo>
                    <a:pt x="102971" y="14452"/>
                  </a:lnTo>
                  <a:lnTo>
                    <a:pt x="103327" y="21932"/>
                  </a:lnTo>
                  <a:lnTo>
                    <a:pt x="103771" y="23596"/>
                  </a:lnTo>
                  <a:lnTo>
                    <a:pt x="102374" y="23253"/>
                  </a:lnTo>
                  <a:lnTo>
                    <a:pt x="99174" y="23456"/>
                  </a:lnTo>
                  <a:lnTo>
                    <a:pt x="95961" y="23660"/>
                  </a:lnTo>
                  <a:lnTo>
                    <a:pt x="93395" y="24625"/>
                  </a:lnTo>
                  <a:lnTo>
                    <a:pt x="93497" y="26581"/>
                  </a:lnTo>
                  <a:lnTo>
                    <a:pt x="96126" y="27203"/>
                  </a:lnTo>
                  <a:lnTo>
                    <a:pt x="102539" y="26809"/>
                  </a:lnTo>
                  <a:lnTo>
                    <a:pt x="103974" y="26276"/>
                  </a:lnTo>
                  <a:lnTo>
                    <a:pt x="103682" y="27990"/>
                  </a:lnTo>
                  <a:lnTo>
                    <a:pt x="103847" y="31737"/>
                  </a:lnTo>
                  <a:lnTo>
                    <a:pt x="104013" y="35471"/>
                  </a:lnTo>
                  <a:lnTo>
                    <a:pt x="104838" y="38455"/>
                  </a:lnTo>
                  <a:lnTo>
                    <a:pt x="106514" y="38354"/>
                  </a:lnTo>
                  <a:lnTo>
                    <a:pt x="107061" y="35280"/>
                  </a:lnTo>
                  <a:lnTo>
                    <a:pt x="106718" y="27813"/>
                  </a:lnTo>
                  <a:lnTo>
                    <a:pt x="106248" y="26123"/>
                  </a:lnTo>
                  <a:lnTo>
                    <a:pt x="107734" y="26479"/>
                  </a:lnTo>
                  <a:lnTo>
                    <a:pt x="110934" y="26276"/>
                  </a:lnTo>
                  <a:lnTo>
                    <a:pt x="114147" y="26085"/>
                  </a:lnTo>
                  <a:lnTo>
                    <a:pt x="116713" y="25120"/>
                  </a:lnTo>
                  <a:lnTo>
                    <a:pt x="116687" y="24777"/>
                  </a:lnTo>
                  <a:lnTo>
                    <a:pt x="138036" y="49657"/>
                  </a:lnTo>
                  <a:lnTo>
                    <a:pt x="136410" y="49745"/>
                  </a:lnTo>
                  <a:lnTo>
                    <a:pt x="135864" y="52819"/>
                  </a:lnTo>
                  <a:lnTo>
                    <a:pt x="136207" y="60299"/>
                  </a:lnTo>
                  <a:lnTo>
                    <a:pt x="136652" y="61963"/>
                  </a:lnTo>
                  <a:lnTo>
                    <a:pt x="135255" y="61620"/>
                  </a:lnTo>
                  <a:lnTo>
                    <a:pt x="132054" y="61823"/>
                  </a:lnTo>
                  <a:lnTo>
                    <a:pt x="128854" y="62014"/>
                  </a:lnTo>
                  <a:lnTo>
                    <a:pt x="126288" y="62979"/>
                  </a:lnTo>
                  <a:lnTo>
                    <a:pt x="126377" y="64935"/>
                  </a:lnTo>
                  <a:lnTo>
                    <a:pt x="129019" y="65570"/>
                  </a:lnTo>
                  <a:lnTo>
                    <a:pt x="135420" y="65163"/>
                  </a:lnTo>
                  <a:lnTo>
                    <a:pt x="136855" y="64630"/>
                  </a:lnTo>
                  <a:lnTo>
                    <a:pt x="136563" y="66357"/>
                  </a:lnTo>
                  <a:lnTo>
                    <a:pt x="136728" y="70091"/>
                  </a:lnTo>
                  <a:lnTo>
                    <a:pt x="136893" y="73825"/>
                  </a:lnTo>
                  <a:lnTo>
                    <a:pt x="137718" y="76809"/>
                  </a:lnTo>
                  <a:lnTo>
                    <a:pt x="138264" y="76784"/>
                  </a:lnTo>
                  <a:lnTo>
                    <a:pt x="138264" y="50330"/>
                  </a:lnTo>
                  <a:lnTo>
                    <a:pt x="138099" y="49733"/>
                  </a:lnTo>
                  <a:lnTo>
                    <a:pt x="147878" y="61150"/>
                  </a:lnTo>
                  <a:lnTo>
                    <a:pt x="147878" y="50469"/>
                  </a:lnTo>
                  <a:lnTo>
                    <a:pt x="114985" y="12103"/>
                  </a:lnTo>
                  <a:lnTo>
                    <a:pt x="114985" y="22783"/>
                  </a:lnTo>
                  <a:lnTo>
                    <a:pt x="113969" y="22529"/>
                  </a:lnTo>
                  <a:lnTo>
                    <a:pt x="107569" y="22923"/>
                  </a:lnTo>
                  <a:lnTo>
                    <a:pt x="106057" y="23495"/>
                  </a:lnTo>
                  <a:lnTo>
                    <a:pt x="106362" y="21742"/>
                  </a:lnTo>
                  <a:lnTo>
                    <a:pt x="106197" y="18008"/>
                  </a:lnTo>
                  <a:lnTo>
                    <a:pt x="106019" y="14274"/>
                  </a:lnTo>
                  <a:lnTo>
                    <a:pt x="105206" y="11366"/>
                  </a:lnTo>
                  <a:lnTo>
                    <a:pt x="114985" y="22783"/>
                  </a:lnTo>
                  <a:lnTo>
                    <a:pt x="114985" y="12103"/>
                  </a:lnTo>
                  <a:lnTo>
                    <a:pt x="113753" y="10655"/>
                  </a:lnTo>
                  <a:lnTo>
                    <a:pt x="105156" y="647"/>
                  </a:lnTo>
                  <a:lnTo>
                    <a:pt x="105156" y="11303"/>
                  </a:lnTo>
                  <a:lnTo>
                    <a:pt x="104000" y="11366"/>
                  </a:lnTo>
                  <a:lnTo>
                    <a:pt x="104609" y="10655"/>
                  </a:lnTo>
                  <a:lnTo>
                    <a:pt x="105156" y="11303"/>
                  </a:lnTo>
                  <a:lnTo>
                    <a:pt x="105156" y="647"/>
                  </a:lnTo>
                  <a:lnTo>
                    <a:pt x="104609" y="0"/>
                  </a:lnTo>
                  <a:lnTo>
                    <a:pt x="70561" y="39712"/>
                  </a:lnTo>
                  <a:lnTo>
                    <a:pt x="70561" y="61417"/>
                  </a:lnTo>
                  <a:lnTo>
                    <a:pt x="69164" y="61074"/>
                  </a:lnTo>
                  <a:lnTo>
                    <a:pt x="65963" y="61277"/>
                  </a:lnTo>
                  <a:lnTo>
                    <a:pt x="62763" y="61480"/>
                  </a:lnTo>
                  <a:lnTo>
                    <a:pt x="60274" y="62433"/>
                  </a:lnTo>
                  <a:lnTo>
                    <a:pt x="60274" y="64338"/>
                  </a:lnTo>
                  <a:lnTo>
                    <a:pt x="59436" y="63347"/>
                  </a:lnTo>
                  <a:lnTo>
                    <a:pt x="60198" y="62458"/>
                  </a:lnTo>
                  <a:lnTo>
                    <a:pt x="60274" y="64338"/>
                  </a:lnTo>
                  <a:lnTo>
                    <a:pt x="60274" y="62433"/>
                  </a:lnTo>
                  <a:lnTo>
                    <a:pt x="69989" y="51041"/>
                  </a:lnTo>
                  <a:lnTo>
                    <a:pt x="69773" y="52273"/>
                  </a:lnTo>
                  <a:lnTo>
                    <a:pt x="70116" y="59753"/>
                  </a:lnTo>
                  <a:lnTo>
                    <a:pt x="70561" y="61417"/>
                  </a:lnTo>
                  <a:lnTo>
                    <a:pt x="70561" y="39712"/>
                  </a:lnTo>
                  <a:lnTo>
                    <a:pt x="50292" y="63347"/>
                  </a:lnTo>
                  <a:lnTo>
                    <a:pt x="104609" y="126695"/>
                  </a:lnTo>
                  <a:lnTo>
                    <a:pt x="113753" y="116039"/>
                  </a:lnTo>
                  <a:lnTo>
                    <a:pt x="155130" y="67779"/>
                  </a:lnTo>
                  <a:lnTo>
                    <a:pt x="205651" y="126695"/>
                  </a:lnTo>
                  <a:lnTo>
                    <a:pt x="214782" y="116039"/>
                  </a:lnTo>
                  <a:lnTo>
                    <a:pt x="259956" y="63347"/>
                  </a:lnTo>
                  <a:close/>
                </a:path>
                <a:path w="310515" h="204470">
                  <a:moveTo>
                    <a:pt x="310451" y="140512"/>
                  </a:moveTo>
                  <a:lnTo>
                    <a:pt x="301320" y="129870"/>
                  </a:lnTo>
                  <a:lnTo>
                    <a:pt x="301320" y="140512"/>
                  </a:lnTo>
                  <a:lnTo>
                    <a:pt x="291198" y="152311"/>
                  </a:lnTo>
                  <a:lnTo>
                    <a:pt x="291477" y="150799"/>
                  </a:lnTo>
                  <a:lnTo>
                    <a:pt x="291134" y="143332"/>
                  </a:lnTo>
                  <a:lnTo>
                    <a:pt x="290664" y="141655"/>
                  </a:lnTo>
                  <a:lnTo>
                    <a:pt x="292150" y="141998"/>
                  </a:lnTo>
                  <a:lnTo>
                    <a:pt x="295351" y="141795"/>
                  </a:lnTo>
                  <a:lnTo>
                    <a:pt x="298564" y="141605"/>
                  </a:lnTo>
                  <a:lnTo>
                    <a:pt x="301129" y="140639"/>
                  </a:lnTo>
                  <a:lnTo>
                    <a:pt x="301104" y="140271"/>
                  </a:lnTo>
                  <a:lnTo>
                    <a:pt x="301320" y="140512"/>
                  </a:lnTo>
                  <a:lnTo>
                    <a:pt x="301320" y="129870"/>
                  </a:lnTo>
                  <a:lnTo>
                    <a:pt x="299415" y="127647"/>
                  </a:lnTo>
                  <a:lnTo>
                    <a:pt x="299415" y="138303"/>
                  </a:lnTo>
                  <a:lnTo>
                    <a:pt x="298386" y="138049"/>
                  </a:lnTo>
                  <a:lnTo>
                    <a:pt x="291985" y="138442"/>
                  </a:lnTo>
                  <a:lnTo>
                    <a:pt x="290474" y="139014"/>
                  </a:lnTo>
                  <a:lnTo>
                    <a:pt x="290779" y="137261"/>
                  </a:lnTo>
                  <a:lnTo>
                    <a:pt x="290614" y="133527"/>
                  </a:lnTo>
                  <a:lnTo>
                    <a:pt x="290436" y="129794"/>
                  </a:lnTo>
                  <a:lnTo>
                    <a:pt x="289801" y="127533"/>
                  </a:lnTo>
                  <a:lnTo>
                    <a:pt x="289801" y="153949"/>
                  </a:lnTo>
                  <a:lnTo>
                    <a:pt x="256146" y="193205"/>
                  </a:lnTo>
                  <a:lnTo>
                    <a:pt x="244462" y="179590"/>
                  </a:lnTo>
                  <a:lnTo>
                    <a:pt x="247040" y="180187"/>
                  </a:lnTo>
                  <a:lnTo>
                    <a:pt x="253453" y="179793"/>
                  </a:lnTo>
                  <a:lnTo>
                    <a:pt x="254876" y="179260"/>
                  </a:lnTo>
                  <a:lnTo>
                    <a:pt x="254584" y="180987"/>
                  </a:lnTo>
                  <a:lnTo>
                    <a:pt x="254749" y="184721"/>
                  </a:lnTo>
                  <a:lnTo>
                    <a:pt x="254927" y="188455"/>
                  </a:lnTo>
                  <a:lnTo>
                    <a:pt x="255752" y="191439"/>
                  </a:lnTo>
                  <a:lnTo>
                    <a:pt x="257429" y="191338"/>
                  </a:lnTo>
                  <a:lnTo>
                    <a:pt x="257962" y="188264"/>
                  </a:lnTo>
                  <a:lnTo>
                    <a:pt x="257619" y="180797"/>
                  </a:lnTo>
                  <a:lnTo>
                    <a:pt x="257162" y="179120"/>
                  </a:lnTo>
                  <a:lnTo>
                    <a:pt x="258648" y="179463"/>
                  </a:lnTo>
                  <a:lnTo>
                    <a:pt x="261848" y="179260"/>
                  </a:lnTo>
                  <a:lnTo>
                    <a:pt x="265049" y="179070"/>
                  </a:lnTo>
                  <a:lnTo>
                    <a:pt x="267614" y="178104"/>
                  </a:lnTo>
                  <a:lnTo>
                    <a:pt x="267525" y="176149"/>
                  </a:lnTo>
                  <a:lnTo>
                    <a:pt x="264883" y="175514"/>
                  </a:lnTo>
                  <a:lnTo>
                    <a:pt x="258470" y="175920"/>
                  </a:lnTo>
                  <a:lnTo>
                    <a:pt x="256959" y="176491"/>
                  </a:lnTo>
                  <a:lnTo>
                    <a:pt x="257263" y="174739"/>
                  </a:lnTo>
                  <a:lnTo>
                    <a:pt x="257098" y="170992"/>
                  </a:lnTo>
                  <a:lnTo>
                    <a:pt x="256933" y="167259"/>
                  </a:lnTo>
                  <a:lnTo>
                    <a:pt x="256108" y="164274"/>
                  </a:lnTo>
                  <a:lnTo>
                    <a:pt x="254431" y="164376"/>
                  </a:lnTo>
                  <a:lnTo>
                    <a:pt x="253885" y="167449"/>
                  </a:lnTo>
                  <a:lnTo>
                    <a:pt x="254228" y="174917"/>
                  </a:lnTo>
                  <a:lnTo>
                    <a:pt x="254685" y="176593"/>
                  </a:lnTo>
                  <a:lnTo>
                    <a:pt x="253276" y="176250"/>
                  </a:lnTo>
                  <a:lnTo>
                    <a:pt x="250075" y="176441"/>
                  </a:lnTo>
                  <a:lnTo>
                    <a:pt x="246875" y="176644"/>
                  </a:lnTo>
                  <a:lnTo>
                    <a:pt x="244309" y="177609"/>
                  </a:lnTo>
                  <a:lnTo>
                    <a:pt x="244386" y="179501"/>
                  </a:lnTo>
                  <a:lnTo>
                    <a:pt x="211874" y="141566"/>
                  </a:lnTo>
                  <a:lnTo>
                    <a:pt x="214464" y="142189"/>
                  </a:lnTo>
                  <a:lnTo>
                    <a:pt x="220865" y="141795"/>
                  </a:lnTo>
                  <a:lnTo>
                    <a:pt x="222300" y="141262"/>
                  </a:lnTo>
                  <a:lnTo>
                    <a:pt x="222008" y="142976"/>
                  </a:lnTo>
                  <a:lnTo>
                    <a:pt x="222173" y="146710"/>
                  </a:lnTo>
                  <a:lnTo>
                    <a:pt x="222338" y="150456"/>
                  </a:lnTo>
                  <a:lnTo>
                    <a:pt x="223164" y="153441"/>
                  </a:lnTo>
                  <a:lnTo>
                    <a:pt x="224840" y="153327"/>
                  </a:lnTo>
                  <a:lnTo>
                    <a:pt x="225386" y="150266"/>
                  </a:lnTo>
                  <a:lnTo>
                    <a:pt x="225044" y="142786"/>
                  </a:lnTo>
                  <a:lnTo>
                    <a:pt x="224586" y="141122"/>
                  </a:lnTo>
                  <a:lnTo>
                    <a:pt x="226060" y="141465"/>
                  </a:lnTo>
                  <a:lnTo>
                    <a:pt x="229273" y="141262"/>
                  </a:lnTo>
                  <a:lnTo>
                    <a:pt x="232473" y="141058"/>
                  </a:lnTo>
                  <a:lnTo>
                    <a:pt x="235038" y="140093"/>
                  </a:lnTo>
                  <a:lnTo>
                    <a:pt x="234937" y="138137"/>
                  </a:lnTo>
                  <a:lnTo>
                    <a:pt x="232308" y="137515"/>
                  </a:lnTo>
                  <a:lnTo>
                    <a:pt x="225894" y="137909"/>
                  </a:lnTo>
                  <a:lnTo>
                    <a:pt x="224383" y="138480"/>
                  </a:lnTo>
                  <a:lnTo>
                    <a:pt x="224688" y="136728"/>
                  </a:lnTo>
                  <a:lnTo>
                    <a:pt x="224523" y="132994"/>
                  </a:lnTo>
                  <a:lnTo>
                    <a:pt x="224345" y="129247"/>
                  </a:lnTo>
                  <a:lnTo>
                    <a:pt x="223532" y="126263"/>
                  </a:lnTo>
                  <a:lnTo>
                    <a:pt x="223164" y="126288"/>
                  </a:lnTo>
                  <a:lnTo>
                    <a:pt x="254927" y="89242"/>
                  </a:lnTo>
                  <a:lnTo>
                    <a:pt x="254508" y="91617"/>
                  </a:lnTo>
                  <a:lnTo>
                    <a:pt x="254850" y="99098"/>
                  </a:lnTo>
                  <a:lnTo>
                    <a:pt x="255295" y="100761"/>
                  </a:lnTo>
                  <a:lnTo>
                    <a:pt x="253898" y="100418"/>
                  </a:lnTo>
                  <a:lnTo>
                    <a:pt x="250698" y="100622"/>
                  </a:lnTo>
                  <a:lnTo>
                    <a:pt x="247497" y="100812"/>
                  </a:lnTo>
                  <a:lnTo>
                    <a:pt x="244932" y="101777"/>
                  </a:lnTo>
                  <a:lnTo>
                    <a:pt x="245021" y="103733"/>
                  </a:lnTo>
                  <a:lnTo>
                    <a:pt x="247662" y="104368"/>
                  </a:lnTo>
                  <a:lnTo>
                    <a:pt x="254076" y="103974"/>
                  </a:lnTo>
                  <a:lnTo>
                    <a:pt x="255498" y="103441"/>
                  </a:lnTo>
                  <a:lnTo>
                    <a:pt x="255206" y="105156"/>
                  </a:lnTo>
                  <a:lnTo>
                    <a:pt x="255371" y="108889"/>
                  </a:lnTo>
                  <a:lnTo>
                    <a:pt x="255536" y="112636"/>
                  </a:lnTo>
                  <a:lnTo>
                    <a:pt x="256374" y="115620"/>
                  </a:lnTo>
                  <a:lnTo>
                    <a:pt x="258051" y="115506"/>
                  </a:lnTo>
                  <a:lnTo>
                    <a:pt x="258584" y="112445"/>
                  </a:lnTo>
                  <a:lnTo>
                    <a:pt x="258241" y="104965"/>
                  </a:lnTo>
                  <a:lnTo>
                    <a:pt x="257784" y="103289"/>
                  </a:lnTo>
                  <a:lnTo>
                    <a:pt x="259270" y="103644"/>
                  </a:lnTo>
                  <a:lnTo>
                    <a:pt x="262470" y="103441"/>
                  </a:lnTo>
                  <a:lnTo>
                    <a:pt x="265671" y="103238"/>
                  </a:lnTo>
                  <a:lnTo>
                    <a:pt x="268236" y="102273"/>
                  </a:lnTo>
                  <a:lnTo>
                    <a:pt x="268211" y="101930"/>
                  </a:lnTo>
                  <a:lnTo>
                    <a:pt x="289572" y="126822"/>
                  </a:lnTo>
                  <a:lnTo>
                    <a:pt x="287934" y="126911"/>
                  </a:lnTo>
                  <a:lnTo>
                    <a:pt x="287401" y="129984"/>
                  </a:lnTo>
                  <a:lnTo>
                    <a:pt x="287743" y="137452"/>
                  </a:lnTo>
                  <a:lnTo>
                    <a:pt x="288188" y="139128"/>
                  </a:lnTo>
                  <a:lnTo>
                    <a:pt x="286791" y="138785"/>
                  </a:lnTo>
                  <a:lnTo>
                    <a:pt x="283591" y="138976"/>
                  </a:lnTo>
                  <a:lnTo>
                    <a:pt x="280377" y="139179"/>
                  </a:lnTo>
                  <a:lnTo>
                    <a:pt x="277812" y="140144"/>
                  </a:lnTo>
                  <a:lnTo>
                    <a:pt x="277914" y="142100"/>
                  </a:lnTo>
                  <a:lnTo>
                    <a:pt x="280543" y="142722"/>
                  </a:lnTo>
                  <a:lnTo>
                    <a:pt x="286956" y="142328"/>
                  </a:lnTo>
                  <a:lnTo>
                    <a:pt x="288391" y="141795"/>
                  </a:lnTo>
                  <a:lnTo>
                    <a:pt x="288099" y="143510"/>
                  </a:lnTo>
                  <a:lnTo>
                    <a:pt x="288264" y="147256"/>
                  </a:lnTo>
                  <a:lnTo>
                    <a:pt x="288429" y="150990"/>
                  </a:lnTo>
                  <a:lnTo>
                    <a:pt x="289255" y="153974"/>
                  </a:lnTo>
                  <a:lnTo>
                    <a:pt x="289801" y="153949"/>
                  </a:lnTo>
                  <a:lnTo>
                    <a:pt x="289801" y="127533"/>
                  </a:lnTo>
                  <a:lnTo>
                    <a:pt x="289623" y="126885"/>
                  </a:lnTo>
                  <a:lnTo>
                    <a:pt x="299415" y="138303"/>
                  </a:lnTo>
                  <a:lnTo>
                    <a:pt x="299415" y="127647"/>
                  </a:lnTo>
                  <a:lnTo>
                    <a:pt x="266509" y="89268"/>
                  </a:lnTo>
                  <a:lnTo>
                    <a:pt x="266509" y="99936"/>
                  </a:lnTo>
                  <a:lnTo>
                    <a:pt x="265506" y="99695"/>
                  </a:lnTo>
                  <a:lnTo>
                    <a:pt x="259092" y="100088"/>
                  </a:lnTo>
                  <a:lnTo>
                    <a:pt x="257581" y="100660"/>
                  </a:lnTo>
                  <a:lnTo>
                    <a:pt x="257886" y="98907"/>
                  </a:lnTo>
                  <a:lnTo>
                    <a:pt x="257721" y="95173"/>
                  </a:lnTo>
                  <a:lnTo>
                    <a:pt x="257556" y="91427"/>
                  </a:lnTo>
                  <a:lnTo>
                    <a:pt x="256743" y="88531"/>
                  </a:lnTo>
                  <a:lnTo>
                    <a:pt x="266509" y="99936"/>
                  </a:lnTo>
                  <a:lnTo>
                    <a:pt x="266509" y="89268"/>
                  </a:lnTo>
                  <a:lnTo>
                    <a:pt x="265277" y="87820"/>
                  </a:lnTo>
                  <a:lnTo>
                    <a:pt x="256679" y="77800"/>
                  </a:lnTo>
                  <a:lnTo>
                    <a:pt x="256679" y="88455"/>
                  </a:lnTo>
                  <a:lnTo>
                    <a:pt x="255536" y="88531"/>
                  </a:lnTo>
                  <a:lnTo>
                    <a:pt x="256146" y="87820"/>
                  </a:lnTo>
                  <a:lnTo>
                    <a:pt x="256679" y="88455"/>
                  </a:lnTo>
                  <a:lnTo>
                    <a:pt x="256679" y="77800"/>
                  </a:lnTo>
                  <a:lnTo>
                    <a:pt x="256146" y="77165"/>
                  </a:lnTo>
                  <a:lnTo>
                    <a:pt x="222097" y="116878"/>
                  </a:lnTo>
                  <a:lnTo>
                    <a:pt x="222097" y="138582"/>
                  </a:lnTo>
                  <a:lnTo>
                    <a:pt x="220700" y="138239"/>
                  </a:lnTo>
                  <a:lnTo>
                    <a:pt x="217500" y="138442"/>
                  </a:lnTo>
                  <a:lnTo>
                    <a:pt x="214287" y="138633"/>
                  </a:lnTo>
                  <a:lnTo>
                    <a:pt x="211810" y="139573"/>
                  </a:lnTo>
                  <a:lnTo>
                    <a:pt x="211810" y="141503"/>
                  </a:lnTo>
                  <a:lnTo>
                    <a:pt x="210972" y="140512"/>
                  </a:lnTo>
                  <a:lnTo>
                    <a:pt x="211721" y="139649"/>
                  </a:lnTo>
                  <a:lnTo>
                    <a:pt x="211810" y="141503"/>
                  </a:lnTo>
                  <a:lnTo>
                    <a:pt x="211810" y="139573"/>
                  </a:lnTo>
                  <a:lnTo>
                    <a:pt x="221526" y="128206"/>
                  </a:lnTo>
                  <a:lnTo>
                    <a:pt x="221310" y="129438"/>
                  </a:lnTo>
                  <a:lnTo>
                    <a:pt x="221653" y="136918"/>
                  </a:lnTo>
                  <a:lnTo>
                    <a:pt x="222097" y="138582"/>
                  </a:lnTo>
                  <a:lnTo>
                    <a:pt x="222097" y="116878"/>
                  </a:lnTo>
                  <a:lnTo>
                    <a:pt x="204952" y="136867"/>
                  </a:lnTo>
                  <a:lnTo>
                    <a:pt x="198958" y="129882"/>
                  </a:lnTo>
                  <a:lnTo>
                    <a:pt x="198958" y="140512"/>
                  </a:lnTo>
                  <a:lnTo>
                    <a:pt x="188849" y="152298"/>
                  </a:lnTo>
                  <a:lnTo>
                    <a:pt x="189115" y="150799"/>
                  </a:lnTo>
                  <a:lnTo>
                    <a:pt x="188772" y="143332"/>
                  </a:lnTo>
                  <a:lnTo>
                    <a:pt x="188315" y="141655"/>
                  </a:lnTo>
                  <a:lnTo>
                    <a:pt x="189801" y="141998"/>
                  </a:lnTo>
                  <a:lnTo>
                    <a:pt x="193001" y="141795"/>
                  </a:lnTo>
                  <a:lnTo>
                    <a:pt x="196202" y="141605"/>
                  </a:lnTo>
                  <a:lnTo>
                    <a:pt x="198767" y="140639"/>
                  </a:lnTo>
                  <a:lnTo>
                    <a:pt x="198742" y="140271"/>
                  </a:lnTo>
                  <a:lnTo>
                    <a:pt x="198958" y="140512"/>
                  </a:lnTo>
                  <a:lnTo>
                    <a:pt x="198958" y="129882"/>
                  </a:lnTo>
                  <a:lnTo>
                    <a:pt x="197053" y="127660"/>
                  </a:lnTo>
                  <a:lnTo>
                    <a:pt x="197053" y="138303"/>
                  </a:lnTo>
                  <a:lnTo>
                    <a:pt x="196037" y="138049"/>
                  </a:lnTo>
                  <a:lnTo>
                    <a:pt x="189636" y="138442"/>
                  </a:lnTo>
                  <a:lnTo>
                    <a:pt x="188112" y="139014"/>
                  </a:lnTo>
                  <a:lnTo>
                    <a:pt x="188429" y="137261"/>
                  </a:lnTo>
                  <a:lnTo>
                    <a:pt x="188252" y="133527"/>
                  </a:lnTo>
                  <a:lnTo>
                    <a:pt x="188087" y="129794"/>
                  </a:lnTo>
                  <a:lnTo>
                    <a:pt x="187439" y="127495"/>
                  </a:lnTo>
                  <a:lnTo>
                    <a:pt x="187439" y="153949"/>
                  </a:lnTo>
                  <a:lnTo>
                    <a:pt x="153784" y="193205"/>
                  </a:lnTo>
                  <a:lnTo>
                    <a:pt x="142100" y="179590"/>
                  </a:lnTo>
                  <a:lnTo>
                    <a:pt x="144691" y="180187"/>
                  </a:lnTo>
                  <a:lnTo>
                    <a:pt x="151091" y="179793"/>
                  </a:lnTo>
                  <a:lnTo>
                    <a:pt x="152527" y="179260"/>
                  </a:lnTo>
                  <a:lnTo>
                    <a:pt x="152234" y="180987"/>
                  </a:lnTo>
                  <a:lnTo>
                    <a:pt x="152400" y="184721"/>
                  </a:lnTo>
                  <a:lnTo>
                    <a:pt x="152565" y="188455"/>
                  </a:lnTo>
                  <a:lnTo>
                    <a:pt x="153390" y="191439"/>
                  </a:lnTo>
                  <a:lnTo>
                    <a:pt x="155067" y="191338"/>
                  </a:lnTo>
                  <a:lnTo>
                    <a:pt x="155613" y="188264"/>
                  </a:lnTo>
                  <a:lnTo>
                    <a:pt x="155270" y="180797"/>
                  </a:lnTo>
                  <a:lnTo>
                    <a:pt x="154813" y="179120"/>
                  </a:lnTo>
                  <a:lnTo>
                    <a:pt x="156286" y="179463"/>
                  </a:lnTo>
                  <a:lnTo>
                    <a:pt x="159499" y="179260"/>
                  </a:lnTo>
                  <a:lnTo>
                    <a:pt x="162699" y="179070"/>
                  </a:lnTo>
                  <a:lnTo>
                    <a:pt x="165265" y="178104"/>
                  </a:lnTo>
                  <a:lnTo>
                    <a:pt x="165163" y="176149"/>
                  </a:lnTo>
                  <a:lnTo>
                    <a:pt x="162534" y="175514"/>
                  </a:lnTo>
                  <a:lnTo>
                    <a:pt x="156121" y="175920"/>
                  </a:lnTo>
                  <a:lnTo>
                    <a:pt x="154609" y="176491"/>
                  </a:lnTo>
                  <a:lnTo>
                    <a:pt x="154914" y="174739"/>
                  </a:lnTo>
                  <a:lnTo>
                    <a:pt x="154749" y="170992"/>
                  </a:lnTo>
                  <a:lnTo>
                    <a:pt x="154584" y="167259"/>
                  </a:lnTo>
                  <a:lnTo>
                    <a:pt x="153758" y="164274"/>
                  </a:lnTo>
                  <a:lnTo>
                    <a:pt x="152082" y="164376"/>
                  </a:lnTo>
                  <a:lnTo>
                    <a:pt x="151536" y="167449"/>
                  </a:lnTo>
                  <a:lnTo>
                    <a:pt x="151879" y="174917"/>
                  </a:lnTo>
                  <a:lnTo>
                    <a:pt x="152323" y="176593"/>
                  </a:lnTo>
                  <a:lnTo>
                    <a:pt x="150926" y="176250"/>
                  </a:lnTo>
                  <a:lnTo>
                    <a:pt x="147726" y="176441"/>
                  </a:lnTo>
                  <a:lnTo>
                    <a:pt x="144526" y="176644"/>
                  </a:lnTo>
                  <a:lnTo>
                    <a:pt x="141960" y="177609"/>
                  </a:lnTo>
                  <a:lnTo>
                    <a:pt x="142036" y="179514"/>
                  </a:lnTo>
                  <a:lnTo>
                    <a:pt x="109524" y="141566"/>
                  </a:lnTo>
                  <a:lnTo>
                    <a:pt x="112102" y="142189"/>
                  </a:lnTo>
                  <a:lnTo>
                    <a:pt x="118516" y="141795"/>
                  </a:lnTo>
                  <a:lnTo>
                    <a:pt x="119938" y="141262"/>
                  </a:lnTo>
                  <a:lnTo>
                    <a:pt x="119646" y="142976"/>
                  </a:lnTo>
                  <a:lnTo>
                    <a:pt x="119824" y="146710"/>
                  </a:lnTo>
                  <a:lnTo>
                    <a:pt x="120002" y="150456"/>
                  </a:lnTo>
                  <a:lnTo>
                    <a:pt x="120815" y="153441"/>
                  </a:lnTo>
                  <a:lnTo>
                    <a:pt x="122491" y="153327"/>
                  </a:lnTo>
                  <a:lnTo>
                    <a:pt x="123037" y="150266"/>
                  </a:lnTo>
                  <a:lnTo>
                    <a:pt x="122682" y="142786"/>
                  </a:lnTo>
                  <a:lnTo>
                    <a:pt x="122224" y="141109"/>
                  </a:lnTo>
                  <a:lnTo>
                    <a:pt x="123710" y="141465"/>
                  </a:lnTo>
                  <a:lnTo>
                    <a:pt x="126911" y="141262"/>
                  </a:lnTo>
                  <a:lnTo>
                    <a:pt x="130111" y="141058"/>
                  </a:lnTo>
                  <a:lnTo>
                    <a:pt x="132676" y="140093"/>
                  </a:lnTo>
                  <a:lnTo>
                    <a:pt x="132588" y="138137"/>
                  </a:lnTo>
                  <a:lnTo>
                    <a:pt x="129946" y="137515"/>
                  </a:lnTo>
                  <a:lnTo>
                    <a:pt x="123545" y="137909"/>
                  </a:lnTo>
                  <a:lnTo>
                    <a:pt x="122034" y="138480"/>
                  </a:lnTo>
                  <a:lnTo>
                    <a:pt x="122339" y="136728"/>
                  </a:lnTo>
                  <a:lnTo>
                    <a:pt x="122174" y="132994"/>
                  </a:lnTo>
                  <a:lnTo>
                    <a:pt x="121996" y="129247"/>
                  </a:lnTo>
                  <a:lnTo>
                    <a:pt x="121170" y="126263"/>
                  </a:lnTo>
                  <a:lnTo>
                    <a:pt x="120815" y="126288"/>
                  </a:lnTo>
                  <a:lnTo>
                    <a:pt x="152577" y="89230"/>
                  </a:lnTo>
                  <a:lnTo>
                    <a:pt x="152158" y="91617"/>
                  </a:lnTo>
                  <a:lnTo>
                    <a:pt x="152501" y="99098"/>
                  </a:lnTo>
                  <a:lnTo>
                    <a:pt x="152946" y="100761"/>
                  </a:lnTo>
                  <a:lnTo>
                    <a:pt x="151549" y="100418"/>
                  </a:lnTo>
                  <a:lnTo>
                    <a:pt x="148348" y="100622"/>
                  </a:lnTo>
                  <a:lnTo>
                    <a:pt x="145148" y="100812"/>
                  </a:lnTo>
                  <a:lnTo>
                    <a:pt x="142582" y="101777"/>
                  </a:lnTo>
                  <a:lnTo>
                    <a:pt x="142671" y="103733"/>
                  </a:lnTo>
                  <a:lnTo>
                    <a:pt x="145313" y="104368"/>
                  </a:lnTo>
                  <a:lnTo>
                    <a:pt x="151714" y="103974"/>
                  </a:lnTo>
                  <a:lnTo>
                    <a:pt x="153149" y="103441"/>
                  </a:lnTo>
                  <a:lnTo>
                    <a:pt x="152857" y="105156"/>
                  </a:lnTo>
                  <a:lnTo>
                    <a:pt x="153022" y="108889"/>
                  </a:lnTo>
                  <a:lnTo>
                    <a:pt x="153200" y="112636"/>
                  </a:lnTo>
                  <a:lnTo>
                    <a:pt x="154012" y="115620"/>
                  </a:lnTo>
                  <a:lnTo>
                    <a:pt x="155689" y="115506"/>
                  </a:lnTo>
                  <a:lnTo>
                    <a:pt x="156235" y="112445"/>
                  </a:lnTo>
                  <a:lnTo>
                    <a:pt x="155892" y="104965"/>
                  </a:lnTo>
                  <a:lnTo>
                    <a:pt x="155435" y="103301"/>
                  </a:lnTo>
                  <a:lnTo>
                    <a:pt x="156908" y="103644"/>
                  </a:lnTo>
                  <a:lnTo>
                    <a:pt x="160121" y="103441"/>
                  </a:lnTo>
                  <a:lnTo>
                    <a:pt x="163322" y="103238"/>
                  </a:lnTo>
                  <a:lnTo>
                    <a:pt x="165887" y="102273"/>
                  </a:lnTo>
                  <a:lnTo>
                    <a:pt x="165862" y="101930"/>
                  </a:lnTo>
                  <a:lnTo>
                    <a:pt x="187210" y="126822"/>
                  </a:lnTo>
                  <a:lnTo>
                    <a:pt x="185585" y="126911"/>
                  </a:lnTo>
                  <a:lnTo>
                    <a:pt x="185039" y="129984"/>
                  </a:lnTo>
                  <a:lnTo>
                    <a:pt x="185381" y="137452"/>
                  </a:lnTo>
                  <a:lnTo>
                    <a:pt x="185839" y="139128"/>
                  </a:lnTo>
                  <a:lnTo>
                    <a:pt x="184442" y="138785"/>
                  </a:lnTo>
                  <a:lnTo>
                    <a:pt x="181229" y="138976"/>
                  </a:lnTo>
                  <a:lnTo>
                    <a:pt x="178028" y="139179"/>
                  </a:lnTo>
                  <a:lnTo>
                    <a:pt x="175463" y="140144"/>
                  </a:lnTo>
                  <a:lnTo>
                    <a:pt x="175552" y="142100"/>
                  </a:lnTo>
                  <a:lnTo>
                    <a:pt x="178193" y="142722"/>
                  </a:lnTo>
                  <a:lnTo>
                    <a:pt x="184607" y="142328"/>
                  </a:lnTo>
                  <a:lnTo>
                    <a:pt x="186029" y="141795"/>
                  </a:lnTo>
                  <a:lnTo>
                    <a:pt x="185737" y="143510"/>
                  </a:lnTo>
                  <a:lnTo>
                    <a:pt x="185902" y="147256"/>
                  </a:lnTo>
                  <a:lnTo>
                    <a:pt x="186080" y="150990"/>
                  </a:lnTo>
                  <a:lnTo>
                    <a:pt x="186905" y="153974"/>
                  </a:lnTo>
                  <a:lnTo>
                    <a:pt x="187439" y="153949"/>
                  </a:lnTo>
                  <a:lnTo>
                    <a:pt x="187439" y="127495"/>
                  </a:lnTo>
                  <a:lnTo>
                    <a:pt x="187274" y="126898"/>
                  </a:lnTo>
                  <a:lnTo>
                    <a:pt x="197053" y="138303"/>
                  </a:lnTo>
                  <a:lnTo>
                    <a:pt x="197053" y="127660"/>
                  </a:lnTo>
                  <a:lnTo>
                    <a:pt x="164147" y="89255"/>
                  </a:lnTo>
                  <a:lnTo>
                    <a:pt x="164147" y="99936"/>
                  </a:lnTo>
                  <a:lnTo>
                    <a:pt x="163156" y="99695"/>
                  </a:lnTo>
                  <a:lnTo>
                    <a:pt x="156743" y="100088"/>
                  </a:lnTo>
                  <a:lnTo>
                    <a:pt x="155232" y="100660"/>
                  </a:lnTo>
                  <a:lnTo>
                    <a:pt x="155536" y="98907"/>
                  </a:lnTo>
                  <a:lnTo>
                    <a:pt x="155371" y="95173"/>
                  </a:lnTo>
                  <a:lnTo>
                    <a:pt x="155206" y="91427"/>
                  </a:lnTo>
                  <a:lnTo>
                    <a:pt x="154406" y="88557"/>
                  </a:lnTo>
                  <a:lnTo>
                    <a:pt x="164147" y="99936"/>
                  </a:lnTo>
                  <a:lnTo>
                    <a:pt x="164147" y="89255"/>
                  </a:lnTo>
                  <a:lnTo>
                    <a:pt x="162928" y="87820"/>
                  </a:lnTo>
                  <a:lnTo>
                    <a:pt x="154317" y="77787"/>
                  </a:lnTo>
                  <a:lnTo>
                    <a:pt x="154317" y="88455"/>
                  </a:lnTo>
                  <a:lnTo>
                    <a:pt x="153174" y="88531"/>
                  </a:lnTo>
                  <a:lnTo>
                    <a:pt x="153784" y="87820"/>
                  </a:lnTo>
                  <a:lnTo>
                    <a:pt x="154317" y="88455"/>
                  </a:lnTo>
                  <a:lnTo>
                    <a:pt x="154317" y="77787"/>
                  </a:lnTo>
                  <a:lnTo>
                    <a:pt x="153784" y="77165"/>
                  </a:lnTo>
                  <a:lnTo>
                    <a:pt x="119748" y="116878"/>
                  </a:lnTo>
                  <a:lnTo>
                    <a:pt x="119748" y="138582"/>
                  </a:lnTo>
                  <a:lnTo>
                    <a:pt x="118351" y="138239"/>
                  </a:lnTo>
                  <a:lnTo>
                    <a:pt x="115138" y="138442"/>
                  </a:lnTo>
                  <a:lnTo>
                    <a:pt x="111937" y="138633"/>
                  </a:lnTo>
                  <a:lnTo>
                    <a:pt x="109461" y="139573"/>
                  </a:lnTo>
                  <a:lnTo>
                    <a:pt x="109461" y="141503"/>
                  </a:lnTo>
                  <a:lnTo>
                    <a:pt x="108623" y="140512"/>
                  </a:lnTo>
                  <a:lnTo>
                    <a:pt x="109372" y="139649"/>
                  </a:lnTo>
                  <a:lnTo>
                    <a:pt x="109461" y="141503"/>
                  </a:lnTo>
                  <a:lnTo>
                    <a:pt x="109461" y="139573"/>
                  </a:lnTo>
                  <a:lnTo>
                    <a:pt x="119164" y="128219"/>
                  </a:lnTo>
                  <a:lnTo>
                    <a:pt x="118948" y="129438"/>
                  </a:lnTo>
                  <a:lnTo>
                    <a:pt x="119303" y="136918"/>
                  </a:lnTo>
                  <a:lnTo>
                    <a:pt x="119748" y="138582"/>
                  </a:lnTo>
                  <a:lnTo>
                    <a:pt x="119748" y="116878"/>
                  </a:lnTo>
                  <a:lnTo>
                    <a:pt x="104038" y="135191"/>
                  </a:lnTo>
                  <a:lnTo>
                    <a:pt x="99479" y="129882"/>
                  </a:lnTo>
                  <a:lnTo>
                    <a:pt x="99479" y="140512"/>
                  </a:lnTo>
                  <a:lnTo>
                    <a:pt x="89369" y="152311"/>
                  </a:lnTo>
                  <a:lnTo>
                    <a:pt x="89649" y="150799"/>
                  </a:lnTo>
                  <a:lnTo>
                    <a:pt x="89293" y="143332"/>
                  </a:lnTo>
                  <a:lnTo>
                    <a:pt x="88836" y="141655"/>
                  </a:lnTo>
                  <a:lnTo>
                    <a:pt x="90322" y="141998"/>
                  </a:lnTo>
                  <a:lnTo>
                    <a:pt x="93522" y="141795"/>
                  </a:lnTo>
                  <a:lnTo>
                    <a:pt x="96723" y="141605"/>
                  </a:lnTo>
                  <a:lnTo>
                    <a:pt x="99288" y="140639"/>
                  </a:lnTo>
                  <a:lnTo>
                    <a:pt x="99263" y="140271"/>
                  </a:lnTo>
                  <a:lnTo>
                    <a:pt x="99479" y="140512"/>
                  </a:lnTo>
                  <a:lnTo>
                    <a:pt x="99479" y="129882"/>
                  </a:lnTo>
                  <a:lnTo>
                    <a:pt x="97574" y="127647"/>
                  </a:lnTo>
                  <a:lnTo>
                    <a:pt x="97574" y="138303"/>
                  </a:lnTo>
                  <a:lnTo>
                    <a:pt x="96558" y="138049"/>
                  </a:lnTo>
                  <a:lnTo>
                    <a:pt x="90157" y="138442"/>
                  </a:lnTo>
                  <a:lnTo>
                    <a:pt x="88633" y="139014"/>
                  </a:lnTo>
                  <a:lnTo>
                    <a:pt x="88950" y="137261"/>
                  </a:lnTo>
                  <a:lnTo>
                    <a:pt x="88773" y="133527"/>
                  </a:lnTo>
                  <a:lnTo>
                    <a:pt x="88607" y="129794"/>
                  </a:lnTo>
                  <a:lnTo>
                    <a:pt x="87972" y="127533"/>
                  </a:lnTo>
                  <a:lnTo>
                    <a:pt x="87972" y="153949"/>
                  </a:lnTo>
                  <a:lnTo>
                    <a:pt x="54317" y="193205"/>
                  </a:lnTo>
                  <a:lnTo>
                    <a:pt x="42621" y="179590"/>
                  </a:lnTo>
                  <a:lnTo>
                    <a:pt x="45212" y="180187"/>
                  </a:lnTo>
                  <a:lnTo>
                    <a:pt x="51612" y="179793"/>
                  </a:lnTo>
                  <a:lnTo>
                    <a:pt x="53047" y="179260"/>
                  </a:lnTo>
                  <a:lnTo>
                    <a:pt x="52755" y="180987"/>
                  </a:lnTo>
                  <a:lnTo>
                    <a:pt x="52920" y="184721"/>
                  </a:lnTo>
                  <a:lnTo>
                    <a:pt x="53086" y="188455"/>
                  </a:lnTo>
                  <a:lnTo>
                    <a:pt x="53911" y="191439"/>
                  </a:lnTo>
                  <a:lnTo>
                    <a:pt x="55587" y="191338"/>
                  </a:lnTo>
                  <a:lnTo>
                    <a:pt x="56134" y="188264"/>
                  </a:lnTo>
                  <a:lnTo>
                    <a:pt x="55791" y="180797"/>
                  </a:lnTo>
                  <a:lnTo>
                    <a:pt x="55333" y="179120"/>
                  </a:lnTo>
                  <a:lnTo>
                    <a:pt x="56807" y="179463"/>
                  </a:lnTo>
                  <a:lnTo>
                    <a:pt x="60020" y="179260"/>
                  </a:lnTo>
                  <a:lnTo>
                    <a:pt x="63220" y="179070"/>
                  </a:lnTo>
                  <a:lnTo>
                    <a:pt x="65786" y="178104"/>
                  </a:lnTo>
                  <a:lnTo>
                    <a:pt x="65697" y="176149"/>
                  </a:lnTo>
                  <a:lnTo>
                    <a:pt x="63055" y="175514"/>
                  </a:lnTo>
                  <a:lnTo>
                    <a:pt x="56642" y="175920"/>
                  </a:lnTo>
                  <a:lnTo>
                    <a:pt x="55130" y="176491"/>
                  </a:lnTo>
                  <a:lnTo>
                    <a:pt x="55435" y="174739"/>
                  </a:lnTo>
                  <a:lnTo>
                    <a:pt x="55270" y="170992"/>
                  </a:lnTo>
                  <a:lnTo>
                    <a:pt x="55105" y="167259"/>
                  </a:lnTo>
                  <a:lnTo>
                    <a:pt x="54279" y="164274"/>
                  </a:lnTo>
                  <a:lnTo>
                    <a:pt x="52603" y="164376"/>
                  </a:lnTo>
                  <a:lnTo>
                    <a:pt x="52057" y="167449"/>
                  </a:lnTo>
                  <a:lnTo>
                    <a:pt x="52400" y="174917"/>
                  </a:lnTo>
                  <a:lnTo>
                    <a:pt x="52844" y="176593"/>
                  </a:lnTo>
                  <a:lnTo>
                    <a:pt x="51447" y="176250"/>
                  </a:lnTo>
                  <a:lnTo>
                    <a:pt x="48247" y="176441"/>
                  </a:lnTo>
                  <a:lnTo>
                    <a:pt x="45046" y="176644"/>
                  </a:lnTo>
                  <a:lnTo>
                    <a:pt x="42481" y="177609"/>
                  </a:lnTo>
                  <a:lnTo>
                    <a:pt x="42557" y="179514"/>
                  </a:lnTo>
                  <a:lnTo>
                    <a:pt x="10045" y="141579"/>
                  </a:lnTo>
                  <a:lnTo>
                    <a:pt x="12623" y="142189"/>
                  </a:lnTo>
                  <a:lnTo>
                    <a:pt x="19037" y="141795"/>
                  </a:lnTo>
                  <a:lnTo>
                    <a:pt x="20472" y="141262"/>
                  </a:lnTo>
                  <a:lnTo>
                    <a:pt x="20180" y="142976"/>
                  </a:lnTo>
                  <a:lnTo>
                    <a:pt x="20345" y="146710"/>
                  </a:lnTo>
                  <a:lnTo>
                    <a:pt x="20523" y="150456"/>
                  </a:lnTo>
                  <a:lnTo>
                    <a:pt x="21336" y="153441"/>
                  </a:lnTo>
                  <a:lnTo>
                    <a:pt x="23012" y="153327"/>
                  </a:lnTo>
                  <a:lnTo>
                    <a:pt x="23558" y="150266"/>
                  </a:lnTo>
                  <a:lnTo>
                    <a:pt x="23215" y="142786"/>
                  </a:lnTo>
                  <a:lnTo>
                    <a:pt x="22745" y="141122"/>
                  </a:lnTo>
                  <a:lnTo>
                    <a:pt x="24231" y="141465"/>
                  </a:lnTo>
                  <a:lnTo>
                    <a:pt x="27432" y="141262"/>
                  </a:lnTo>
                  <a:lnTo>
                    <a:pt x="30645" y="141058"/>
                  </a:lnTo>
                  <a:lnTo>
                    <a:pt x="33210" y="140093"/>
                  </a:lnTo>
                  <a:lnTo>
                    <a:pt x="33108" y="138137"/>
                  </a:lnTo>
                  <a:lnTo>
                    <a:pt x="30467" y="137515"/>
                  </a:lnTo>
                  <a:lnTo>
                    <a:pt x="24066" y="137909"/>
                  </a:lnTo>
                  <a:lnTo>
                    <a:pt x="22555" y="138480"/>
                  </a:lnTo>
                  <a:lnTo>
                    <a:pt x="22860" y="136728"/>
                  </a:lnTo>
                  <a:lnTo>
                    <a:pt x="22694" y="132994"/>
                  </a:lnTo>
                  <a:lnTo>
                    <a:pt x="22517" y="129247"/>
                  </a:lnTo>
                  <a:lnTo>
                    <a:pt x="21691" y="126263"/>
                  </a:lnTo>
                  <a:lnTo>
                    <a:pt x="21336" y="126288"/>
                  </a:lnTo>
                  <a:lnTo>
                    <a:pt x="53098" y="89242"/>
                  </a:lnTo>
                  <a:lnTo>
                    <a:pt x="52679" y="91617"/>
                  </a:lnTo>
                  <a:lnTo>
                    <a:pt x="53022" y="99098"/>
                  </a:lnTo>
                  <a:lnTo>
                    <a:pt x="53467" y="100761"/>
                  </a:lnTo>
                  <a:lnTo>
                    <a:pt x="52070" y="100418"/>
                  </a:lnTo>
                  <a:lnTo>
                    <a:pt x="48869" y="100622"/>
                  </a:lnTo>
                  <a:lnTo>
                    <a:pt x="45669" y="100812"/>
                  </a:lnTo>
                  <a:lnTo>
                    <a:pt x="43103" y="101777"/>
                  </a:lnTo>
                  <a:lnTo>
                    <a:pt x="43192" y="103733"/>
                  </a:lnTo>
                  <a:lnTo>
                    <a:pt x="45834" y="104368"/>
                  </a:lnTo>
                  <a:lnTo>
                    <a:pt x="52235" y="103974"/>
                  </a:lnTo>
                  <a:lnTo>
                    <a:pt x="53670" y="103441"/>
                  </a:lnTo>
                  <a:lnTo>
                    <a:pt x="53378" y="105156"/>
                  </a:lnTo>
                  <a:lnTo>
                    <a:pt x="53543" y="108889"/>
                  </a:lnTo>
                  <a:lnTo>
                    <a:pt x="53708" y="112636"/>
                  </a:lnTo>
                  <a:lnTo>
                    <a:pt x="54533" y="115620"/>
                  </a:lnTo>
                  <a:lnTo>
                    <a:pt x="56210" y="115506"/>
                  </a:lnTo>
                  <a:lnTo>
                    <a:pt x="56756" y="112445"/>
                  </a:lnTo>
                  <a:lnTo>
                    <a:pt x="56413" y="104965"/>
                  </a:lnTo>
                  <a:lnTo>
                    <a:pt x="55956" y="103301"/>
                  </a:lnTo>
                  <a:lnTo>
                    <a:pt x="57429" y="103644"/>
                  </a:lnTo>
                  <a:lnTo>
                    <a:pt x="60642" y="103441"/>
                  </a:lnTo>
                  <a:lnTo>
                    <a:pt x="63842" y="103238"/>
                  </a:lnTo>
                  <a:lnTo>
                    <a:pt x="66408" y="102273"/>
                  </a:lnTo>
                  <a:lnTo>
                    <a:pt x="66382" y="101930"/>
                  </a:lnTo>
                  <a:lnTo>
                    <a:pt x="87731" y="126822"/>
                  </a:lnTo>
                  <a:lnTo>
                    <a:pt x="86106" y="126911"/>
                  </a:lnTo>
                  <a:lnTo>
                    <a:pt x="85559" y="129984"/>
                  </a:lnTo>
                  <a:lnTo>
                    <a:pt x="85902" y="137452"/>
                  </a:lnTo>
                  <a:lnTo>
                    <a:pt x="86360" y="139128"/>
                  </a:lnTo>
                  <a:lnTo>
                    <a:pt x="84963" y="138785"/>
                  </a:lnTo>
                  <a:lnTo>
                    <a:pt x="81749" y="138976"/>
                  </a:lnTo>
                  <a:lnTo>
                    <a:pt x="78549" y="139179"/>
                  </a:lnTo>
                  <a:lnTo>
                    <a:pt x="75984" y="140144"/>
                  </a:lnTo>
                  <a:lnTo>
                    <a:pt x="76073" y="142100"/>
                  </a:lnTo>
                  <a:lnTo>
                    <a:pt x="78714" y="142722"/>
                  </a:lnTo>
                  <a:lnTo>
                    <a:pt x="85128" y="142328"/>
                  </a:lnTo>
                  <a:lnTo>
                    <a:pt x="86550" y="141795"/>
                  </a:lnTo>
                  <a:lnTo>
                    <a:pt x="86258" y="143510"/>
                  </a:lnTo>
                  <a:lnTo>
                    <a:pt x="86423" y="147256"/>
                  </a:lnTo>
                  <a:lnTo>
                    <a:pt x="86601" y="150990"/>
                  </a:lnTo>
                  <a:lnTo>
                    <a:pt x="87426" y="153974"/>
                  </a:lnTo>
                  <a:lnTo>
                    <a:pt x="87972" y="153949"/>
                  </a:lnTo>
                  <a:lnTo>
                    <a:pt x="87972" y="127533"/>
                  </a:lnTo>
                  <a:lnTo>
                    <a:pt x="87795" y="126898"/>
                  </a:lnTo>
                  <a:lnTo>
                    <a:pt x="97574" y="138303"/>
                  </a:lnTo>
                  <a:lnTo>
                    <a:pt x="97574" y="127647"/>
                  </a:lnTo>
                  <a:lnTo>
                    <a:pt x="64681" y="89268"/>
                  </a:lnTo>
                  <a:lnTo>
                    <a:pt x="64681" y="99936"/>
                  </a:lnTo>
                  <a:lnTo>
                    <a:pt x="63677" y="99695"/>
                  </a:lnTo>
                  <a:lnTo>
                    <a:pt x="57264" y="100088"/>
                  </a:lnTo>
                  <a:lnTo>
                    <a:pt x="55753" y="100660"/>
                  </a:lnTo>
                  <a:lnTo>
                    <a:pt x="56057" y="98907"/>
                  </a:lnTo>
                  <a:lnTo>
                    <a:pt x="55892" y="95173"/>
                  </a:lnTo>
                  <a:lnTo>
                    <a:pt x="55727" y="91427"/>
                  </a:lnTo>
                  <a:lnTo>
                    <a:pt x="54914" y="88531"/>
                  </a:lnTo>
                  <a:lnTo>
                    <a:pt x="64681" y="99936"/>
                  </a:lnTo>
                  <a:lnTo>
                    <a:pt x="64681" y="89268"/>
                  </a:lnTo>
                  <a:lnTo>
                    <a:pt x="63449" y="87820"/>
                  </a:lnTo>
                  <a:lnTo>
                    <a:pt x="54851" y="77800"/>
                  </a:lnTo>
                  <a:lnTo>
                    <a:pt x="54851" y="88455"/>
                  </a:lnTo>
                  <a:lnTo>
                    <a:pt x="53708" y="88531"/>
                  </a:lnTo>
                  <a:lnTo>
                    <a:pt x="54317" y="87820"/>
                  </a:lnTo>
                  <a:lnTo>
                    <a:pt x="54851" y="88455"/>
                  </a:lnTo>
                  <a:lnTo>
                    <a:pt x="54851" y="77800"/>
                  </a:lnTo>
                  <a:lnTo>
                    <a:pt x="54317" y="77165"/>
                  </a:lnTo>
                  <a:lnTo>
                    <a:pt x="20269" y="116878"/>
                  </a:lnTo>
                  <a:lnTo>
                    <a:pt x="20269" y="138582"/>
                  </a:lnTo>
                  <a:lnTo>
                    <a:pt x="18872" y="138239"/>
                  </a:lnTo>
                  <a:lnTo>
                    <a:pt x="15671" y="138442"/>
                  </a:lnTo>
                  <a:lnTo>
                    <a:pt x="12458" y="138633"/>
                  </a:lnTo>
                  <a:lnTo>
                    <a:pt x="9982" y="139573"/>
                  </a:lnTo>
                  <a:lnTo>
                    <a:pt x="9982" y="141503"/>
                  </a:lnTo>
                  <a:lnTo>
                    <a:pt x="9144" y="140512"/>
                  </a:lnTo>
                  <a:lnTo>
                    <a:pt x="9893" y="139636"/>
                  </a:lnTo>
                  <a:lnTo>
                    <a:pt x="9982" y="141503"/>
                  </a:lnTo>
                  <a:lnTo>
                    <a:pt x="9982" y="139573"/>
                  </a:lnTo>
                  <a:lnTo>
                    <a:pt x="19685" y="128206"/>
                  </a:lnTo>
                  <a:lnTo>
                    <a:pt x="19481" y="129438"/>
                  </a:lnTo>
                  <a:lnTo>
                    <a:pt x="19824" y="136918"/>
                  </a:lnTo>
                  <a:lnTo>
                    <a:pt x="20269" y="138582"/>
                  </a:lnTo>
                  <a:lnTo>
                    <a:pt x="20269" y="116878"/>
                  </a:lnTo>
                  <a:lnTo>
                    <a:pt x="0" y="140512"/>
                  </a:lnTo>
                  <a:lnTo>
                    <a:pt x="54317" y="203860"/>
                  </a:lnTo>
                  <a:lnTo>
                    <a:pt x="63449" y="193205"/>
                  </a:lnTo>
                  <a:lnTo>
                    <a:pt x="104038" y="145846"/>
                  </a:lnTo>
                  <a:lnTo>
                    <a:pt x="153784" y="203860"/>
                  </a:lnTo>
                  <a:lnTo>
                    <a:pt x="162928" y="193205"/>
                  </a:lnTo>
                  <a:lnTo>
                    <a:pt x="204952" y="144170"/>
                  </a:lnTo>
                  <a:lnTo>
                    <a:pt x="256146" y="203860"/>
                  </a:lnTo>
                  <a:lnTo>
                    <a:pt x="265277" y="193205"/>
                  </a:lnTo>
                  <a:lnTo>
                    <a:pt x="310451" y="140512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5" name="object 2065" descr=""/>
            <p:cNvSpPr/>
            <p:nvPr/>
          </p:nvSpPr>
          <p:spPr>
            <a:xfrm>
              <a:off x="8452536" y="6434042"/>
              <a:ext cx="311150" cy="359410"/>
            </a:xfrm>
            <a:custGeom>
              <a:avLst/>
              <a:gdLst/>
              <a:ahLst/>
              <a:cxnLst/>
              <a:rect l="l" t="t" r="r" b="b"/>
              <a:pathLst>
                <a:path w="311150" h="359409">
                  <a:moveTo>
                    <a:pt x="108635" y="218681"/>
                  </a:moveTo>
                  <a:lnTo>
                    <a:pt x="99491" y="208026"/>
                  </a:lnTo>
                  <a:lnTo>
                    <a:pt x="99491" y="218681"/>
                  </a:lnTo>
                  <a:lnTo>
                    <a:pt x="89369" y="230479"/>
                  </a:lnTo>
                  <a:lnTo>
                    <a:pt x="89649" y="228968"/>
                  </a:lnTo>
                  <a:lnTo>
                    <a:pt x="89306" y="221500"/>
                  </a:lnTo>
                  <a:lnTo>
                    <a:pt x="88849" y="219824"/>
                  </a:lnTo>
                  <a:lnTo>
                    <a:pt x="90322" y="220167"/>
                  </a:lnTo>
                  <a:lnTo>
                    <a:pt x="93535" y="219964"/>
                  </a:lnTo>
                  <a:lnTo>
                    <a:pt x="96735" y="219773"/>
                  </a:lnTo>
                  <a:lnTo>
                    <a:pt x="99301" y="218808"/>
                  </a:lnTo>
                  <a:lnTo>
                    <a:pt x="99275" y="218440"/>
                  </a:lnTo>
                  <a:lnTo>
                    <a:pt x="99491" y="218681"/>
                  </a:lnTo>
                  <a:lnTo>
                    <a:pt x="99491" y="208026"/>
                  </a:lnTo>
                  <a:lnTo>
                    <a:pt x="97586" y="205803"/>
                  </a:lnTo>
                  <a:lnTo>
                    <a:pt x="97586" y="216471"/>
                  </a:lnTo>
                  <a:lnTo>
                    <a:pt x="96570" y="216217"/>
                  </a:lnTo>
                  <a:lnTo>
                    <a:pt x="90157" y="216623"/>
                  </a:lnTo>
                  <a:lnTo>
                    <a:pt x="88646" y="217195"/>
                  </a:lnTo>
                  <a:lnTo>
                    <a:pt x="88950" y="215442"/>
                  </a:lnTo>
                  <a:lnTo>
                    <a:pt x="88785" y="211696"/>
                  </a:lnTo>
                  <a:lnTo>
                    <a:pt x="88620" y="207962"/>
                  </a:lnTo>
                  <a:lnTo>
                    <a:pt x="87972" y="205663"/>
                  </a:lnTo>
                  <a:lnTo>
                    <a:pt x="87972" y="232117"/>
                  </a:lnTo>
                  <a:lnTo>
                    <a:pt x="54317" y="271373"/>
                  </a:lnTo>
                  <a:lnTo>
                    <a:pt x="42621" y="257746"/>
                  </a:lnTo>
                  <a:lnTo>
                    <a:pt x="45212" y="258368"/>
                  </a:lnTo>
                  <a:lnTo>
                    <a:pt x="51625" y="257962"/>
                  </a:lnTo>
                  <a:lnTo>
                    <a:pt x="53060" y="257429"/>
                  </a:lnTo>
                  <a:lnTo>
                    <a:pt x="52768" y="259156"/>
                  </a:lnTo>
                  <a:lnTo>
                    <a:pt x="52933" y="262890"/>
                  </a:lnTo>
                  <a:lnTo>
                    <a:pt x="53098" y="266623"/>
                  </a:lnTo>
                  <a:lnTo>
                    <a:pt x="53924" y="269608"/>
                  </a:lnTo>
                  <a:lnTo>
                    <a:pt x="55600" y="269506"/>
                  </a:lnTo>
                  <a:lnTo>
                    <a:pt x="56146" y="266433"/>
                  </a:lnTo>
                  <a:lnTo>
                    <a:pt x="55803" y="258965"/>
                  </a:lnTo>
                  <a:lnTo>
                    <a:pt x="55333" y="257289"/>
                  </a:lnTo>
                  <a:lnTo>
                    <a:pt x="56819" y="257632"/>
                  </a:lnTo>
                  <a:lnTo>
                    <a:pt x="60020" y="257429"/>
                  </a:lnTo>
                  <a:lnTo>
                    <a:pt x="63233" y="257238"/>
                  </a:lnTo>
                  <a:lnTo>
                    <a:pt x="65798" y="256273"/>
                  </a:lnTo>
                  <a:lnTo>
                    <a:pt x="65697" y="254317"/>
                  </a:lnTo>
                  <a:lnTo>
                    <a:pt x="63055" y="253682"/>
                  </a:lnTo>
                  <a:lnTo>
                    <a:pt x="56654" y="254088"/>
                  </a:lnTo>
                  <a:lnTo>
                    <a:pt x="55143" y="254660"/>
                  </a:lnTo>
                  <a:lnTo>
                    <a:pt x="55448" y="252907"/>
                  </a:lnTo>
                  <a:lnTo>
                    <a:pt x="55283" y="249161"/>
                  </a:lnTo>
                  <a:lnTo>
                    <a:pt x="55105" y="245427"/>
                  </a:lnTo>
                  <a:lnTo>
                    <a:pt x="54279" y="242443"/>
                  </a:lnTo>
                  <a:lnTo>
                    <a:pt x="52603" y="242544"/>
                  </a:lnTo>
                  <a:lnTo>
                    <a:pt x="52070" y="245618"/>
                  </a:lnTo>
                  <a:lnTo>
                    <a:pt x="52412" y="253085"/>
                  </a:lnTo>
                  <a:lnTo>
                    <a:pt x="52857" y="254762"/>
                  </a:lnTo>
                  <a:lnTo>
                    <a:pt x="51460" y="254419"/>
                  </a:lnTo>
                  <a:lnTo>
                    <a:pt x="48260" y="254609"/>
                  </a:lnTo>
                  <a:lnTo>
                    <a:pt x="45046" y="254812"/>
                  </a:lnTo>
                  <a:lnTo>
                    <a:pt x="42481" y="255778"/>
                  </a:lnTo>
                  <a:lnTo>
                    <a:pt x="42570" y="257695"/>
                  </a:lnTo>
                  <a:lnTo>
                    <a:pt x="10058" y="219760"/>
                  </a:lnTo>
                  <a:lnTo>
                    <a:pt x="12623" y="220357"/>
                  </a:lnTo>
                  <a:lnTo>
                    <a:pt x="19050" y="219964"/>
                  </a:lnTo>
                  <a:lnTo>
                    <a:pt x="20472" y="219430"/>
                  </a:lnTo>
                  <a:lnTo>
                    <a:pt x="20180" y="221145"/>
                  </a:lnTo>
                  <a:lnTo>
                    <a:pt x="20345" y="224878"/>
                  </a:lnTo>
                  <a:lnTo>
                    <a:pt x="20523" y="228625"/>
                  </a:lnTo>
                  <a:lnTo>
                    <a:pt x="21348" y="231609"/>
                  </a:lnTo>
                  <a:lnTo>
                    <a:pt x="23025" y="231495"/>
                  </a:lnTo>
                  <a:lnTo>
                    <a:pt x="23558" y="228434"/>
                  </a:lnTo>
                  <a:lnTo>
                    <a:pt x="23215" y="220954"/>
                  </a:lnTo>
                  <a:lnTo>
                    <a:pt x="22758" y="219278"/>
                  </a:lnTo>
                  <a:lnTo>
                    <a:pt x="24244" y="219633"/>
                  </a:lnTo>
                  <a:lnTo>
                    <a:pt x="27444" y="219430"/>
                  </a:lnTo>
                  <a:lnTo>
                    <a:pt x="30645" y="219227"/>
                  </a:lnTo>
                  <a:lnTo>
                    <a:pt x="33210" y="218262"/>
                  </a:lnTo>
                  <a:lnTo>
                    <a:pt x="33121" y="216306"/>
                  </a:lnTo>
                  <a:lnTo>
                    <a:pt x="30480" y="215684"/>
                  </a:lnTo>
                  <a:lnTo>
                    <a:pt x="24066" y="216077"/>
                  </a:lnTo>
                  <a:lnTo>
                    <a:pt x="22555" y="216649"/>
                  </a:lnTo>
                  <a:lnTo>
                    <a:pt x="22860" y="214896"/>
                  </a:lnTo>
                  <a:lnTo>
                    <a:pt x="22694" y="211162"/>
                  </a:lnTo>
                  <a:lnTo>
                    <a:pt x="22529" y="207416"/>
                  </a:lnTo>
                  <a:lnTo>
                    <a:pt x="21704" y="204431"/>
                  </a:lnTo>
                  <a:lnTo>
                    <a:pt x="21336" y="204457"/>
                  </a:lnTo>
                  <a:lnTo>
                    <a:pt x="53098" y="167411"/>
                  </a:lnTo>
                  <a:lnTo>
                    <a:pt x="52679" y="169786"/>
                  </a:lnTo>
                  <a:lnTo>
                    <a:pt x="53035" y="177266"/>
                  </a:lnTo>
                  <a:lnTo>
                    <a:pt x="53479" y="178930"/>
                  </a:lnTo>
                  <a:lnTo>
                    <a:pt x="52082" y="178587"/>
                  </a:lnTo>
                  <a:lnTo>
                    <a:pt x="48882" y="178790"/>
                  </a:lnTo>
                  <a:lnTo>
                    <a:pt x="45669" y="178993"/>
                  </a:lnTo>
                  <a:lnTo>
                    <a:pt x="43103" y="179946"/>
                  </a:lnTo>
                  <a:lnTo>
                    <a:pt x="43205" y="181914"/>
                  </a:lnTo>
                  <a:lnTo>
                    <a:pt x="45834" y="182537"/>
                  </a:lnTo>
                  <a:lnTo>
                    <a:pt x="52247" y="182143"/>
                  </a:lnTo>
                  <a:lnTo>
                    <a:pt x="53682" y="181610"/>
                  </a:lnTo>
                  <a:lnTo>
                    <a:pt x="53390" y="183324"/>
                  </a:lnTo>
                  <a:lnTo>
                    <a:pt x="53555" y="187058"/>
                  </a:lnTo>
                  <a:lnTo>
                    <a:pt x="53721" y="190804"/>
                  </a:lnTo>
                  <a:lnTo>
                    <a:pt x="54546" y="193789"/>
                  </a:lnTo>
                  <a:lnTo>
                    <a:pt x="56222" y="193687"/>
                  </a:lnTo>
                  <a:lnTo>
                    <a:pt x="56769" y="190614"/>
                  </a:lnTo>
                  <a:lnTo>
                    <a:pt x="56426" y="183134"/>
                  </a:lnTo>
                  <a:lnTo>
                    <a:pt x="55956" y="181470"/>
                  </a:lnTo>
                  <a:lnTo>
                    <a:pt x="57442" y="181813"/>
                  </a:lnTo>
                  <a:lnTo>
                    <a:pt x="60642" y="181610"/>
                  </a:lnTo>
                  <a:lnTo>
                    <a:pt x="63855" y="181406"/>
                  </a:lnTo>
                  <a:lnTo>
                    <a:pt x="66421" y="180441"/>
                  </a:lnTo>
                  <a:lnTo>
                    <a:pt x="66395" y="180111"/>
                  </a:lnTo>
                  <a:lnTo>
                    <a:pt x="87744" y="204990"/>
                  </a:lnTo>
                  <a:lnTo>
                    <a:pt x="86118" y="205079"/>
                  </a:lnTo>
                  <a:lnTo>
                    <a:pt x="85572" y="208153"/>
                  </a:lnTo>
                  <a:lnTo>
                    <a:pt x="85915" y="215620"/>
                  </a:lnTo>
                  <a:lnTo>
                    <a:pt x="86360" y="217297"/>
                  </a:lnTo>
                  <a:lnTo>
                    <a:pt x="84963" y="216954"/>
                  </a:lnTo>
                  <a:lnTo>
                    <a:pt x="81762" y="217144"/>
                  </a:lnTo>
                  <a:lnTo>
                    <a:pt x="78562" y="217347"/>
                  </a:lnTo>
                  <a:lnTo>
                    <a:pt x="75996" y="218313"/>
                  </a:lnTo>
                  <a:lnTo>
                    <a:pt x="76085" y="220268"/>
                  </a:lnTo>
                  <a:lnTo>
                    <a:pt x="78727" y="220903"/>
                  </a:lnTo>
                  <a:lnTo>
                    <a:pt x="85128" y="220497"/>
                  </a:lnTo>
                  <a:lnTo>
                    <a:pt x="86563" y="219964"/>
                  </a:lnTo>
                  <a:lnTo>
                    <a:pt x="86271" y="221691"/>
                  </a:lnTo>
                  <a:lnTo>
                    <a:pt x="86436" y="225425"/>
                  </a:lnTo>
                  <a:lnTo>
                    <a:pt x="86601" y="229158"/>
                  </a:lnTo>
                  <a:lnTo>
                    <a:pt x="87426" y="232143"/>
                  </a:lnTo>
                  <a:lnTo>
                    <a:pt x="87972" y="232117"/>
                  </a:lnTo>
                  <a:lnTo>
                    <a:pt x="87972" y="205663"/>
                  </a:lnTo>
                  <a:lnTo>
                    <a:pt x="87807" y="205066"/>
                  </a:lnTo>
                  <a:lnTo>
                    <a:pt x="97586" y="216471"/>
                  </a:lnTo>
                  <a:lnTo>
                    <a:pt x="97586" y="205803"/>
                  </a:lnTo>
                  <a:lnTo>
                    <a:pt x="64681" y="167411"/>
                  </a:lnTo>
                  <a:lnTo>
                    <a:pt x="64681" y="178104"/>
                  </a:lnTo>
                  <a:lnTo>
                    <a:pt x="63677" y="177863"/>
                  </a:lnTo>
                  <a:lnTo>
                    <a:pt x="57277" y="178257"/>
                  </a:lnTo>
                  <a:lnTo>
                    <a:pt x="55765" y="178828"/>
                  </a:lnTo>
                  <a:lnTo>
                    <a:pt x="56070" y="177076"/>
                  </a:lnTo>
                  <a:lnTo>
                    <a:pt x="55905" y="173342"/>
                  </a:lnTo>
                  <a:lnTo>
                    <a:pt x="55727" y="169595"/>
                  </a:lnTo>
                  <a:lnTo>
                    <a:pt x="54914" y="166700"/>
                  </a:lnTo>
                  <a:lnTo>
                    <a:pt x="64681" y="178104"/>
                  </a:lnTo>
                  <a:lnTo>
                    <a:pt x="64681" y="167411"/>
                  </a:lnTo>
                  <a:lnTo>
                    <a:pt x="63461" y="165989"/>
                  </a:lnTo>
                  <a:lnTo>
                    <a:pt x="54851" y="155956"/>
                  </a:lnTo>
                  <a:lnTo>
                    <a:pt x="54851" y="166624"/>
                  </a:lnTo>
                  <a:lnTo>
                    <a:pt x="53708" y="166700"/>
                  </a:lnTo>
                  <a:lnTo>
                    <a:pt x="54317" y="165989"/>
                  </a:lnTo>
                  <a:lnTo>
                    <a:pt x="54851" y="166624"/>
                  </a:lnTo>
                  <a:lnTo>
                    <a:pt x="54851" y="155956"/>
                  </a:lnTo>
                  <a:lnTo>
                    <a:pt x="54317" y="155333"/>
                  </a:lnTo>
                  <a:lnTo>
                    <a:pt x="20269" y="195046"/>
                  </a:lnTo>
                  <a:lnTo>
                    <a:pt x="20269" y="216750"/>
                  </a:lnTo>
                  <a:lnTo>
                    <a:pt x="18872" y="216408"/>
                  </a:lnTo>
                  <a:lnTo>
                    <a:pt x="15671" y="216611"/>
                  </a:lnTo>
                  <a:lnTo>
                    <a:pt x="12471" y="216814"/>
                  </a:lnTo>
                  <a:lnTo>
                    <a:pt x="9982" y="217754"/>
                  </a:lnTo>
                  <a:lnTo>
                    <a:pt x="9982" y="219671"/>
                  </a:lnTo>
                  <a:lnTo>
                    <a:pt x="9144" y="218681"/>
                  </a:lnTo>
                  <a:lnTo>
                    <a:pt x="9906" y="217792"/>
                  </a:lnTo>
                  <a:lnTo>
                    <a:pt x="9982" y="219671"/>
                  </a:lnTo>
                  <a:lnTo>
                    <a:pt x="9982" y="217754"/>
                  </a:lnTo>
                  <a:lnTo>
                    <a:pt x="19697" y="206375"/>
                  </a:lnTo>
                  <a:lnTo>
                    <a:pt x="19481" y="207606"/>
                  </a:lnTo>
                  <a:lnTo>
                    <a:pt x="19824" y="215087"/>
                  </a:lnTo>
                  <a:lnTo>
                    <a:pt x="20269" y="216750"/>
                  </a:lnTo>
                  <a:lnTo>
                    <a:pt x="20269" y="195046"/>
                  </a:lnTo>
                  <a:lnTo>
                    <a:pt x="0" y="218681"/>
                  </a:lnTo>
                  <a:lnTo>
                    <a:pt x="54317" y="282028"/>
                  </a:lnTo>
                  <a:lnTo>
                    <a:pt x="63461" y="271373"/>
                  </a:lnTo>
                  <a:lnTo>
                    <a:pt x="108635" y="218681"/>
                  </a:lnTo>
                  <a:close/>
                </a:path>
                <a:path w="311150" h="359409">
                  <a:moveTo>
                    <a:pt x="134251" y="62941"/>
                  </a:moveTo>
                  <a:lnTo>
                    <a:pt x="134150" y="60972"/>
                  </a:lnTo>
                  <a:lnTo>
                    <a:pt x="131521" y="60350"/>
                  </a:lnTo>
                  <a:lnTo>
                    <a:pt x="125107" y="60744"/>
                  </a:lnTo>
                  <a:lnTo>
                    <a:pt x="122555" y="61709"/>
                  </a:lnTo>
                  <a:lnTo>
                    <a:pt x="119913" y="61074"/>
                  </a:lnTo>
                  <a:lnTo>
                    <a:pt x="116713" y="61277"/>
                  </a:lnTo>
                  <a:lnTo>
                    <a:pt x="113512" y="61480"/>
                  </a:lnTo>
                  <a:lnTo>
                    <a:pt x="110947" y="62445"/>
                  </a:lnTo>
                  <a:lnTo>
                    <a:pt x="111036" y="64401"/>
                  </a:lnTo>
                  <a:lnTo>
                    <a:pt x="113677" y="65024"/>
                  </a:lnTo>
                  <a:lnTo>
                    <a:pt x="120078" y="64630"/>
                  </a:lnTo>
                  <a:lnTo>
                    <a:pt x="121513" y="64096"/>
                  </a:lnTo>
                  <a:lnTo>
                    <a:pt x="121221" y="65811"/>
                  </a:lnTo>
                  <a:lnTo>
                    <a:pt x="121386" y="69557"/>
                  </a:lnTo>
                  <a:lnTo>
                    <a:pt x="121551" y="73291"/>
                  </a:lnTo>
                  <a:lnTo>
                    <a:pt x="122377" y="76276"/>
                  </a:lnTo>
                  <a:lnTo>
                    <a:pt x="124053" y="76174"/>
                  </a:lnTo>
                  <a:lnTo>
                    <a:pt x="124599" y="73101"/>
                  </a:lnTo>
                  <a:lnTo>
                    <a:pt x="124256" y="65620"/>
                  </a:lnTo>
                  <a:lnTo>
                    <a:pt x="123799" y="63944"/>
                  </a:lnTo>
                  <a:lnTo>
                    <a:pt x="125272" y="64300"/>
                  </a:lnTo>
                  <a:lnTo>
                    <a:pt x="128485" y="64096"/>
                  </a:lnTo>
                  <a:lnTo>
                    <a:pt x="131686" y="63906"/>
                  </a:lnTo>
                  <a:lnTo>
                    <a:pt x="134251" y="62941"/>
                  </a:lnTo>
                  <a:close/>
                </a:path>
                <a:path w="311150" h="359409">
                  <a:moveTo>
                    <a:pt x="166827" y="100939"/>
                  </a:moveTo>
                  <a:lnTo>
                    <a:pt x="166738" y="98983"/>
                  </a:lnTo>
                  <a:lnTo>
                    <a:pt x="164096" y="98361"/>
                  </a:lnTo>
                  <a:lnTo>
                    <a:pt x="157695" y="98755"/>
                  </a:lnTo>
                  <a:lnTo>
                    <a:pt x="156184" y="99326"/>
                  </a:lnTo>
                  <a:lnTo>
                    <a:pt x="156489" y="97574"/>
                  </a:lnTo>
                  <a:lnTo>
                    <a:pt x="156311" y="93827"/>
                  </a:lnTo>
                  <a:lnTo>
                    <a:pt x="156146" y="90093"/>
                  </a:lnTo>
                  <a:lnTo>
                    <a:pt x="155321" y="87109"/>
                  </a:lnTo>
                  <a:lnTo>
                    <a:pt x="153644" y="87210"/>
                  </a:lnTo>
                  <a:lnTo>
                    <a:pt x="153098" y="90284"/>
                  </a:lnTo>
                  <a:lnTo>
                    <a:pt x="153441" y="97764"/>
                  </a:lnTo>
                  <a:lnTo>
                    <a:pt x="153885" y="99428"/>
                  </a:lnTo>
                  <a:lnTo>
                    <a:pt x="152501" y="99085"/>
                  </a:lnTo>
                  <a:lnTo>
                    <a:pt x="149288" y="99288"/>
                  </a:lnTo>
                  <a:lnTo>
                    <a:pt x="146088" y="99479"/>
                  </a:lnTo>
                  <a:lnTo>
                    <a:pt x="143522" y="100444"/>
                  </a:lnTo>
                  <a:lnTo>
                    <a:pt x="143611" y="102400"/>
                  </a:lnTo>
                  <a:lnTo>
                    <a:pt x="146253" y="103035"/>
                  </a:lnTo>
                  <a:lnTo>
                    <a:pt x="152666" y="102628"/>
                  </a:lnTo>
                  <a:lnTo>
                    <a:pt x="154089" y="102108"/>
                  </a:lnTo>
                  <a:lnTo>
                    <a:pt x="153797" y="103822"/>
                  </a:lnTo>
                  <a:lnTo>
                    <a:pt x="153962" y="107556"/>
                  </a:lnTo>
                  <a:lnTo>
                    <a:pt x="154139" y="111302"/>
                  </a:lnTo>
                  <a:lnTo>
                    <a:pt x="154965" y="114287"/>
                  </a:lnTo>
                  <a:lnTo>
                    <a:pt x="156641" y="114173"/>
                  </a:lnTo>
                  <a:lnTo>
                    <a:pt x="157187" y="111112"/>
                  </a:lnTo>
                  <a:lnTo>
                    <a:pt x="156832" y="103632"/>
                  </a:lnTo>
                  <a:lnTo>
                    <a:pt x="156375" y="101955"/>
                  </a:lnTo>
                  <a:lnTo>
                    <a:pt x="157861" y="102298"/>
                  </a:lnTo>
                  <a:lnTo>
                    <a:pt x="161061" y="102108"/>
                  </a:lnTo>
                  <a:lnTo>
                    <a:pt x="164261" y="101904"/>
                  </a:lnTo>
                  <a:lnTo>
                    <a:pt x="166827" y="100939"/>
                  </a:lnTo>
                  <a:close/>
                </a:path>
                <a:path w="311150" h="359409">
                  <a:moveTo>
                    <a:pt x="167449" y="25120"/>
                  </a:moveTo>
                  <a:lnTo>
                    <a:pt x="167360" y="23164"/>
                  </a:lnTo>
                  <a:lnTo>
                    <a:pt x="164719" y="22529"/>
                  </a:lnTo>
                  <a:lnTo>
                    <a:pt x="158318" y="22923"/>
                  </a:lnTo>
                  <a:lnTo>
                    <a:pt x="156794" y="23507"/>
                  </a:lnTo>
                  <a:lnTo>
                    <a:pt x="157099" y="21742"/>
                  </a:lnTo>
                  <a:lnTo>
                    <a:pt x="156933" y="18008"/>
                  </a:lnTo>
                  <a:lnTo>
                    <a:pt x="156768" y="14274"/>
                  </a:lnTo>
                  <a:lnTo>
                    <a:pt x="155943" y="11290"/>
                  </a:lnTo>
                  <a:lnTo>
                    <a:pt x="154266" y="11391"/>
                  </a:lnTo>
                  <a:lnTo>
                    <a:pt x="153720" y="14452"/>
                  </a:lnTo>
                  <a:lnTo>
                    <a:pt x="154063" y="21932"/>
                  </a:lnTo>
                  <a:lnTo>
                    <a:pt x="154508" y="23596"/>
                  </a:lnTo>
                  <a:lnTo>
                    <a:pt x="153111" y="23253"/>
                  </a:lnTo>
                  <a:lnTo>
                    <a:pt x="149910" y="23456"/>
                  </a:lnTo>
                  <a:lnTo>
                    <a:pt x="146710" y="23660"/>
                  </a:lnTo>
                  <a:lnTo>
                    <a:pt x="144145" y="24625"/>
                  </a:lnTo>
                  <a:lnTo>
                    <a:pt x="144233" y="26581"/>
                  </a:lnTo>
                  <a:lnTo>
                    <a:pt x="146875" y="27203"/>
                  </a:lnTo>
                  <a:lnTo>
                    <a:pt x="153289" y="26809"/>
                  </a:lnTo>
                  <a:lnTo>
                    <a:pt x="154711" y="26276"/>
                  </a:lnTo>
                  <a:lnTo>
                    <a:pt x="154419" y="27990"/>
                  </a:lnTo>
                  <a:lnTo>
                    <a:pt x="154584" y="31737"/>
                  </a:lnTo>
                  <a:lnTo>
                    <a:pt x="154762" y="35471"/>
                  </a:lnTo>
                  <a:lnTo>
                    <a:pt x="155587" y="38455"/>
                  </a:lnTo>
                  <a:lnTo>
                    <a:pt x="157264" y="38354"/>
                  </a:lnTo>
                  <a:lnTo>
                    <a:pt x="157810" y="35280"/>
                  </a:lnTo>
                  <a:lnTo>
                    <a:pt x="157454" y="27813"/>
                  </a:lnTo>
                  <a:lnTo>
                    <a:pt x="156984" y="26123"/>
                  </a:lnTo>
                  <a:lnTo>
                    <a:pt x="158483" y="26479"/>
                  </a:lnTo>
                  <a:lnTo>
                    <a:pt x="161683" y="26276"/>
                  </a:lnTo>
                  <a:lnTo>
                    <a:pt x="164884" y="26085"/>
                  </a:lnTo>
                  <a:lnTo>
                    <a:pt x="167449" y="25120"/>
                  </a:lnTo>
                  <a:close/>
                </a:path>
                <a:path w="311150" h="359409">
                  <a:moveTo>
                    <a:pt x="200342" y="63474"/>
                  </a:moveTo>
                  <a:lnTo>
                    <a:pt x="200240" y="61518"/>
                  </a:lnTo>
                  <a:lnTo>
                    <a:pt x="197599" y="60896"/>
                  </a:lnTo>
                  <a:lnTo>
                    <a:pt x="191198" y="61290"/>
                  </a:lnTo>
                  <a:lnTo>
                    <a:pt x="189687" y="61861"/>
                  </a:lnTo>
                  <a:lnTo>
                    <a:pt x="189992" y="60109"/>
                  </a:lnTo>
                  <a:lnTo>
                    <a:pt x="189826" y="56362"/>
                  </a:lnTo>
                  <a:lnTo>
                    <a:pt x="189661" y="52628"/>
                  </a:lnTo>
                  <a:lnTo>
                    <a:pt x="188823" y="49644"/>
                  </a:lnTo>
                  <a:lnTo>
                    <a:pt x="187147" y="49745"/>
                  </a:lnTo>
                  <a:lnTo>
                    <a:pt x="186613" y="52819"/>
                  </a:lnTo>
                  <a:lnTo>
                    <a:pt x="186956" y="60299"/>
                  </a:lnTo>
                  <a:lnTo>
                    <a:pt x="187401" y="61963"/>
                  </a:lnTo>
                  <a:lnTo>
                    <a:pt x="186004" y="61620"/>
                  </a:lnTo>
                  <a:lnTo>
                    <a:pt x="182803" y="61823"/>
                  </a:lnTo>
                  <a:lnTo>
                    <a:pt x="179590" y="62014"/>
                  </a:lnTo>
                  <a:lnTo>
                    <a:pt x="177025" y="62979"/>
                  </a:lnTo>
                  <a:lnTo>
                    <a:pt x="177126" y="64935"/>
                  </a:lnTo>
                  <a:lnTo>
                    <a:pt x="179768" y="65570"/>
                  </a:lnTo>
                  <a:lnTo>
                    <a:pt x="186169" y="65163"/>
                  </a:lnTo>
                  <a:lnTo>
                    <a:pt x="187604" y="64630"/>
                  </a:lnTo>
                  <a:lnTo>
                    <a:pt x="187299" y="66357"/>
                  </a:lnTo>
                  <a:lnTo>
                    <a:pt x="187477" y="70091"/>
                  </a:lnTo>
                  <a:lnTo>
                    <a:pt x="187642" y="73825"/>
                  </a:lnTo>
                  <a:lnTo>
                    <a:pt x="188468" y="76809"/>
                  </a:lnTo>
                  <a:lnTo>
                    <a:pt x="190144" y="76708"/>
                  </a:lnTo>
                  <a:lnTo>
                    <a:pt x="190690" y="73647"/>
                  </a:lnTo>
                  <a:lnTo>
                    <a:pt x="190347" y="66167"/>
                  </a:lnTo>
                  <a:lnTo>
                    <a:pt x="189877" y="64490"/>
                  </a:lnTo>
                  <a:lnTo>
                    <a:pt x="191363" y="64833"/>
                  </a:lnTo>
                  <a:lnTo>
                    <a:pt x="194564" y="64643"/>
                  </a:lnTo>
                  <a:lnTo>
                    <a:pt x="197777" y="64439"/>
                  </a:lnTo>
                  <a:lnTo>
                    <a:pt x="200342" y="63474"/>
                  </a:lnTo>
                  <a:close/>
                </a:path>
                <a:path w="311150" h="359409">
                  <a:moveTo>
                    <a:pt x="260159" y="295846"/>
                  </a:moveTo>
                  <a:lnTo>
                    <a:pt x="251028" y="285203"/>
                  </a:lnTo>
                  <a:lnTo>
                    <a:pt x="251028" y="295846"/>
                  </a:lnTo>
                  <a:lnTo>
                    <a:pt x="205854" y="348538"/>
                  </a:lnTo>
                  <a:lnTo>
                    <a:pt x="161582" y="296900"/>
                  </a:lnTo>
                  <a:lnTo>
                    <a:pt x="164172" y="297522"/>
                  </a:lnTo>
                  <a:lnTo>
                    <a:pt x="170573" y="297116"/>
                  </a:lnTo>
                  <a:lnTo>
                    <a:pt x="172008" y="296583"/>
                  </a:lnTo>
                  <a:lnTo>
                    <a:pt x="171716" y="298310"/>
                  </a:lnTo>
                  <a:lnTo>
                    <a:pt x="171881" y="302044"/>
                  </a:lnTo>
                  <a:lnTo>
                    <a:pt x="172046" y="305777"/>
                  </a:lnTo>
                  <a:lnTo>
                    <a:pt x="172872" y="308762"/>
                  </a:lnTo>
                  <a:lnTo>
                    <a:pt x="174548" y="308660"/>
                  </a:lnTo>
                  <a:lnTo>
                    <a:pt x="175094" y="305600"/>
                  </a:lnTo>
                  <a:lnTo>
                    <a:pt x="174752" y="298119"/>
                  </a:lnTo>
                  <a:lnTo>
                    <a:pt x="174294" y="296443"/>
                  </a:lnTo>
                  <a:lnTo>
                    <a:pt x="175768" y="296786"/>
                  </a:lnTo>
                  <a:lnTo>
                    <a:pt x="178981" y="296595"/>
                  </a:lnTo>
                  <a:lnTo>
                    <a:pt x="182181" y="296392"/>
                  </a:lnTo>
                  <a:lnTo>
                    <a:pt x="184746" y="295427"/>
                  </a:lnTo>
                  <a:lnTo>
                    <a:pt x="184645" y="293471"/>
                  </a:lnTo>
                  <a:lnTo>
                    <a:pt x="182016" y="292836"/>
                  </a:lnTo>
                  <a:lnTo>
                    <a:pt x="175602" y="293243"/>
                  </a:lnTo>
                  <a:lnTo>
                    <a:pt x="174091" y="293814"/>
                  </a:lnTo>
                  <a:lnTo>
                    <a:pt x="174396" y="292061"/>
                  </a:lnTo>
                  <a:lnTo>
                    <a:pt x="174231" y="288315"/>
                  </a:lnTo>
                  <a:lnTo>
                    <a:pt x="174053" y="284581"/>
                  </a:lnTo>
                  <a:lnTo>
                    <a:pt x="173240" y="281597"/>
                  </a:lnTo>
                  <a:lnTo>
                    <a:pt x="172872" y="281622"/>
                  </a:lnTo>
                  <a:lnTo>
                    <a:pt x="205854" y="243154"/>
                  </a:lnTo>
                  <a:lnTo>
                    <a:pt x="251028" y="295846"/>
                  </a:lnTo>
                  <a:lnTo>
                    <a:pt x="251028" y="285203"/>
                  </a:lnTo>
                  <a:lnTo>
                    <a:pt x="214985" y="243154"/>
                  </a:lnTo>
                  <a:lnTo>
                    <a:pt x="205854" y="232498"/>
                  </a:lnTo>
                  <a:lnTo>
                    <a:pt x="171805" y="272211"/>
                  </a:lnTo>
                  <a:lnTo>
                    <a:pt x="171805" y="293916"/>
                  </a:lnTo>
                  <a:lnTo>
                    <a:pt x="170408" y="293573"/>
                  </a:lnTo>
                  <a:lnTo>
                    <a:pt x="167208" y="293763"/>
                  </a:lnTo>
                  <a:lnTo>
                    <a:pt x="163995" y="293966"/>
                  </a:lnTo>
                  <a:lnTo>
                    <a:pt x="161518" y="294906"/>
                  </a:lnTo>
                  <a:lnTo>
                    <a:pt x="161518" y="296837"/>
                  </a:lnTo>
                  <a:lnTo>
                    <a:pt x="160680" y="295846"/>
                  </a:lnTo>
                  <a:lnTo>
                    <a:pt x="161429" y="294982"/>
                  </a:lnTo>
                  <a:lnTo>
                    <a:pt x="161518" y="296837"/>
                  </a:lnTo>
                  <a:lnTo>
                    <a:pt x="161518" y="294906"/>
                  </a:lnTo>
                  <a:lnTo>
                    <a:pt x="171234" y="283540"/>
                  </a:lnTo>
                  <a:lnTo>
                    <a:pt x="171018" y="284772"/>
                  </a:lnTo>
                  <a:lnTo>
                    <a:pt x="171361" y="292252"/>
                  </a:lnTo>
                  <a:lnTo>
                    <a:pt x="171805" y="293916"/>
                  </a:lnTo>
                  <a:lnTo>
                    <a:pt x="171805" y="272211"/>
                  </a:lnTo>
                  <a:lnTo>
                    <a:pt x="154660" y="292201"/>
                  </a:lnTo>
                  <a:lnTo>
                    <a:pt x="148666" y="285216"/>
                  </a:lnTo>
                  <a:lnTo>
                    <a:pt x="148666" y="295846"/>
                  </a:lnTo>
                  <a:lnTo>
                    <a:pt x="138557" y="307632"/>
                  </a:lnTo>
                  <a:lnTo>
                    <a:pt x="138823" y="306133"/>
                  </a:lnTo>
                  <a:lnTo>
                    <a:pt x="138480" y="298653"/>
                  </a:lnTo>
                  <a:lnTo>
                    <a:pt x="138023" y="296976"/>
                  </a:lnTo>
                  <a:lnTo>
                    <a:pt x="139509" y="297332"/>
                  </a:lnTo>
                  <a:lnTo>
                    <a:pt x="142709" y="297129"/>
                  </a:lnTo>
                  <a:lnTo>
                    <a:pt x="145910" y="296926"/>
                  </a:lnTo>
                  <a:lnTo>
                    <a:pt x="148475" y="295973"/>
                  </a:lnTo>
                  <a:lnTo>
                    <a:pt x="148450" y="295605"/>
                  </a:lnTo>
                  <a:lnTo>
                    <a:pt x="148666" y="295846"/>
                  </a:lnTo>
                  <a:lnTo>
                    <a:pt x="148666" y="285216"/>
                  </a:lnTo>
                  <a:lnTo>
                    <a:pt x="146748" y="282968"/>
                  </a:lnTo>
                  <a:lnTo>
                    <a:pt x="146748" y="293624"/>
                  </a:lnTo>
                  <a:lnTo>
                    <a:pt x="145745" y="293382"/>
                  </a:lnTo>
                  <a:lnTo>
                    <a:pt x="139344" y="293776"/>
                  </a:lnTo>
                  <a:lnTo>
                    <a:pt x="137820" y="294347"/>
                  </a:lnTo>
                  <a:lnTo>
                    <a:pt x="138137" y="292595"/>
                  </a:lnTo>
                  <a:lnTo>
                    <a:pt x="137960" y="288861"/>
                  </a:lnTo>
                  <a:lnTo>
                    <a:pt x="137795" y="285127"/>
                  </a:lnTo>
                  <a:lnTo>
                    <a:pt x="137147" y="282829"/>
                  </a:lnTo>
                  <a:lnTo>
                    <a:pt x="137147" y="309283"/>
                  </a:lnTo>
                  <a:lnTo>
                    <a:pt x="103492" y="348538"/>
                  </a:lnTo>
                  <a:lnTo>
                    <a:pt x="91808" y="334924"/>
                  </a:lnTo>
                  <a:lnTo>
                    <a:pt x="94399" y="335521"/>
                  </a:lnTo>
                  <a:lnTo>
                    <a:pt x="100799" y="335127"/>
                  </a:lnTo>
                  <a:lnTo>
                    <a:pt x="102235" y="334594"/>
                  </a:lnTo>
                  <a:lnTo>
                    <a:pt x="101942" y="336308"/>
                  </a:lnTo>
                  <a:lnTo>
                    <a:pt x="102108" y="340055"/>
                  </a:lnTo>
                  <a:lnTo>
                    <a:pt x="102273" y="343789"/>
                  </a:lnTo>
                  <a:lnTo>
                    <a:pt x="103098" y="346773"/>
                  </a:lnTo>
                  <a:lnTo>
                    <a:pt x="104775" y="346671"/>
                  </a:lnTo>
                  <a:lnTo>
                    <a:pt x="105321" y="343598"/>
                  </a:lnTo>
                  <a:lnTo>
                    <a:pt x="104978" y="336118"/>
                  </a:lnTo>
                  <a:lnTo>
                    <a:pt x="104521" y="334441"/>
                  </a:lnTo>
                  <a:lnTo>
                    <a:pt x="105994" y="334797"/>
                  </a:lnTo>
                  <a:lnTo>
                    <a:pt x="109207" y="334594"/>
                  </a:lnTo>
                  <a:lnTo>
                    <a:pt x="112407" y="334391"/>
                  </a:lnTo>
                  <a:lnTo>
                    <a:pt x="114973" y="333438"/>
                  </a:lnTo>
                  <a:lnTo>
                    <a:pt x="114871" y="331470"/>
                  </a:lnTo>
                  <a:lnTo>
                    <a:pt x="112242" y="330847"/>
                  </a:lnTo>
                  <a:lnTo>
                    <a:pt x="105829" y="331241"/>
                  </a:lnTo>
                  <a:lnTo>
                    <a:pt x="104317" y="331812"/>
                  </a:lnTo>
                  <a:lnTo>
                    <a:pt x="104622" y="330060"/>
                  </a:lnTo>
                  <a:lnTo>
                    <a:pt x="104457" y="326326"/>
                  </a:lnTo>
                  <a:lnTo>
                    <a:pt x="104292" y="322592"/>
                  </a:lnTo>
                  <a:lnTo>
                    <a:pt x="103466" y="319608"/>
                  </a:lnTo>
                  <a:lnTo>
                    <a:pt x="101790" y="319709"/>
                  </a:lnTo>
                  <a:lnTo>
                    <a:pt x="101244" y="322770"/>
                  </a:lnTo>
                  <a:lnTo>
                    <a:pt x="101587" y="330250"/>
                  </a:lnTo>
                  <a:lnTo>
                    <a:pt x="102031" y="331914"/>
                  </a:lnTo>
                  <a:lnTo>
                    <a:pt x="100634" y="331571"/>
                  </a:lnTo>
                  <a:lnTo>
                    <a:pt x="97434" y="331774"/>
                  </a:lnTo>
                  <a:lnTo>
                    <a:pt x="94234" y="331978"/>
                  </a:lnTo>
                  <a:lnTo>
                    <a:pt x="91668" y="332943"/>
                  </a:lnTo>
                  <a:lnTo>
                    <a:pt x="91744" y="334848"/>
                  </a:lnTo>
                  <a:lnTo>
                    <a:pt x="59232" y="296900"/>
                  </a:lnTo>
                  <a:lnTo>
                    <a:pt x="61810" y="297522"/>
                  </a:lnTo>
                  <a:lnTo>
                    <a:pt x="68224" y="297116"/>
                  </a:lnTo>
                  <a:lnTo>
                    <a:pt x="69646" y="296583"/>
                  </a:lnTo>
                  <a:lnTo>
                    <a:pt x="69354" y="298310"/>
                  </a:lnTo>
                  <a:lnTo>
                    <a:pt x="69532" y="302044"/>
                  </a:lnTo>
                  <a:lnTo>
                    <a:pt x="69710" y="305777"/>
                  </a:lnTo>
                  <a:lnTo>
                    <a:pt x="70523" y="308762"/>
                  </a:lnTo>
                  <a:lnTo>
                    <a:pt x="72199" y="308660"/>
                  </a:lnTo>
                  <a:lnTo>
                    <a:pt x="72745" y="305600"/>
                  </a:lnTo>
                  <a:lnTo>
                    <a:pt x="72390" y="298119"/>
                  </a:lnTo>
                  <a:lnTo>
                    <a:pt x="71932" y="296443"/>
                  </a:lnTo>
                  <a:lnTo>
                    <a:pt x="73418" y="296786"/>
                  </a:lnTo>
                  <a:lnTo>
                    <a:pt x="76619" y="296595"/>
                  </a:lnTo>
                  <a:lnTo>
                    <a:pt x="79819" y="296392"/>
                  </a:lnTo>
                  <a:lnTo>
                    <a:pt x="82384" y="295427"/>
                  </a:lnTo>
                  <a:lnTo>
                    <a:pt x="82296" y="293471"/>
                  </a:lnTo>
                  <a:lnTo>
                    <a:pt x="79654" y="292836"/>
                  </a:lnTo>
                  <a:lnTo>
                    <a:pt x="73253" y="293243"/>
                  </a:lnTo>
                  <a:lnTo>
                    <a:pt x="71742" y="293814"/>
                  </a:lnTo>
                  <a:lnTo>
                    <a:pt x="72047" y="292061"/>
                  </a:lnTo>
                  <a:lnTo>
                    <a:pt x="71882" y="288315"/>
                  </a:lnTo>
                  <a:lnTo>
                    <a:pt x="71704" y="284581"/>
                  </a:lnTo>
                  <a:lnTo>
                    <a:pt x="70878" y="281597"/>
                  </a:lnTo>
                  <a:lnTo>
                    <a:pt x="70523" y="281622"/>
                  </a:lnTo>
                  <a:lnTo>
                    <a:pt x="102285" y="244563"/>
                  </a:lnTo>
                  <a:lnTo>
                    <a:pt x="101866" y="246951"/>
                  </a:lnTo>
                  <a:lnTo>
                    <a:pt x="102209" y="254431"/>
                  </a:lnTo>
                  <a:lnTo>
                    <a:pt x="102654" y="256095"/>
                  </a:lnTo>
                  <a:lnTo>
                    <a:pt x="101257" y="255752"/>
                  </a:lnTo>
                  <a:lnTo>
                    <a:pt x="98056" y="255955"/>
                  </a:lnTo>
                  <a:lnTo>
                    <a:pt x="94856" y="256146"/>
                  </a:lnTo>
                  <a:lnTo>
                    <a:pt x="92290" y="257111"/>
                  </a:lnTo>
                  <a:lnTo>
                    <a:pt x="92379" y="259067"/>
                  </a:lnTo>
                  <a:lnTo>
                    <a:pt x="95021" y="259702"/>
                  </a:lnTo>
                  <a:lnTo>
                    <a:pt x="101422" y="259295"/>
                  </a:lnTo>
                  <a:lnTo>
                    <a:pt x="102857" y="258762"/>
                  </a:lnTo>
                  <a:lnTo>
                    <a:pt x="102565" y="260489"/>
                  </a:lnTo>
                  <a:lnTo>
                    <a:pt x="102730" y="264223"/>
                  </a:lnTo>
                  <a:lnTo>
                    <a:pt x="102908" y="267957"/>
                  </a:lnTo>
                  <a:lnTo>
                    <a:pt x="103720" y="270941"/>
                  </a:lnTo>
                  <a:lnTo>
                    <a:pt x="105397" y="270840"/>
                  </a:lnTo>
                  <a:lnTo>
                    <a:pt x="105943" y="267779"/>
                  </a:lnTo>
                  <a:lnTo>
                    <a:pt x="105600" y="260299"/>
                  </a:lnTo>
                  <a:lnTo>
                    <a:pt x="105143" y="258622"/>
                  </a:lnTo>
                  <a:lnTo>
                    <a:pt x="106616" y="258965"/>
                  </a:lnTo>
                  <a:lnTo>
                    <a:pt x="109829" y="258775"/>
                  </a:lnTo>
                  <a:lnTo>
                    <a:pt x="113030" y="258572"/>
                  </a:lnTo>
                  <a:lnTo>
                    <a:pt x="115595" y="257606"/>
                  </a:lnTo>
                  <a:lnTo>
                    <a:pt x="115570" y="257263"/>
                  </a:lnTo>
                  <a:lnTo>
                    <a:pt x="136918" y="282155"/>
                  </a:lnTo>
                  <a:lnTo>
                    <a:pt x="135293" y="282244"/>
                  </a:lnTo>
                  <a:lnTo>
                    <a:pt x="134747" y="285305"/>
                  </a:lnTo>
                  <a:lnTo>
                    <a:pt x="135089" y="292785"/>
                  </a:lnTo>
                  <a:lnTo>
                    <a:pt x="135534" y="294449"/>
                  </a:lnTo>
                  <a:lnTo>
                    <a:pt x="134150" y="294106"/>
                  </a:lnTo>
                  <a:lnTo>
                    <a:pt x="130937" y="294309"/>
                  </a:lnTo>
                  <a:lnTo>
                    <a:pt x="127736" y="294513"/>
                  </a:lnTo>
                  <a:lnTo>
                    <a:pt x="125171" y="295478"/>
                  </a:lnTo>
                  <a:lnTo>
                    <a:pt x="125260" y="297434"/>
                  </a:lnTo>
                  <a:lnTo>
                    <a:pt x="127901" y="298056"/>
                  </a:lnTo>
                  <a:lnTo>
                    <a:pt x="134315" y="297662"/>
                  </a:lnTo>
                  <a:lnTo>
                    <a:pt x="135737" y="297129"/>
                  </a:lnTo>
                  <a:lnTo>
                    <a:pt x="135445" y="298843"/>
                  </a:lnTo>
                  <a:lnTo>
                    <a:pt x="135610" y="302590"/>
                  </a:lnTo>
                  <a:lnTo>
                    <a:pt x="135788" y="306324"/>
                  </a:lnTo>
                  <a:lnTo>
                    <a:pt x="136613" y="309308"/>
                  </a:lnTo>
                  <a:lnTo>
                    <a:pt x="137147" y="309283"/>
                  </a:lnTo>
                  <a:lnTo>
                    <a:pt x="137147" y="282829"/>
                  </a:lnTo>
                  <a:lnTo>
                    <a:pt x="136982" y="282232"/>
                  </a:lnTo>
                  <a:lnTo>
                    <a:pt x="146748" y="293624"/>
                  </a:lnTo>
                  <a:lnTo>
                    <a:pt x="146748" y="282968"/>
                  </a:lnTo>
                  <a:lnTo>
                    <a:pt x="113855" y="244589"/>
                  </a:lnTo>
                  <a:lnTo>
                    <a:pt x="113855" y="255257"/>
                  </a:lnTo>
                  <a:lnTo>
                    <a:pt x="112864" y="255016"/>
                  </a:lnTo>
                  <a:lnTo>
                    <a:pt x="106451" y="255422"/>
                  </a:lnTo>
                  <a:lnTo>
                    <a:pt x="104940" y="255993"/>
                  </a:lnTo>
                  <a:lnTo>
                    <a:pt x="105244" y="254241"/>
                  </a:lnTo>
                  <a:lnTo>
                    <a:pt x="105079" y="250494"/>
                  </a:lnTo>
                  <a:lnTo>
                    <a:pt x="104914" y="246761"/>
                  </a:lnTo>
                  <a:lnTo>
                    <a:pt x="104114" y="243890"/>
                  </a:lnTo>
                  <a:lnTo>
                    <a:pt x="113855" y="255257"/>
                  </a:lnTo>
                  <a:lnTo>
                    <a:pt x="113855" y="244589"/>
                  </a:lnTo>
                  <a:lnTo>
                    <a:pt x="112636" y="243154"/>
                  </a:lnTo>
                  <a:lnTo>
                    <a:pt x="104025" y="233121"/>
                  </a:lnTo>
                  <a:lnTo>
                    <a:pt x="104025" y="243789"/>
                  </a:lnTo>
                  <a:lnTo>
                    <a:pt x="102895" y="243852"/>
                  </a:lnTo>
                  <a:lnTo>
                    <a:pt x="103492" y="243154"/>
                  </a:lnTo>
                  <a:lnTo>
                    <a:pt x="104025" y="243789"/>
                  </a:lnTo>
                  <a:lnTo>
                    <a:pt x="104025" y="233121"/>
                  </a:lnTo>
                  <a:lnTo>
                    <a:pt x="103492" y="232498"/>
                  </a:lnTo>
                  <a:lnTo>
                    <a:pt x="69456" y="272211"/>
                  </a:lnTo>
                  <a:lnTo>
                    <a:pt x="69456" y="293916"/>
                  </a:lnTo>
                  <a:lnTo>
                    <a:pt x="68059" y="293573"/>
                  </a:lnTo>
                  <a:lnTo>
                    <a:pt x="64846" y="293763"/>
                  </a:lnTo>
                  <a:lnTo>
                    <a:pt x="61645" y="293966"/>
                  </a:lnTo>
                  <a:lnTo>
                    <a:pt x="59169" y="294906"/>
                  </a:lnTo>
                  <a:lnTo>
                    <a:pt x="59169" y="296837"/>
                  </a:lnTo>
                  <a:lnTo>
                    <a:pt x="58331" y="295846"/>
                  </a:lnTo>
                  <a:lnTo>
                    <a:pt x="59080" y="294982"/>
                  </a:lnTo>
                  <a:lnTo>
                    <a:pt x="59169" y="296837"/>
                  </a:lnTo>
                  <a:lnTo>
                    <a:pt x="59169" y="294906"/>
                  </a:lnTo>
                  <a:lnTo>
                    <a:pt x="68872" y="283552"/>
                  </a:lnTo>
                  <a:lnTo>
                    <a:pt x="68656" y="284772"/>
                  </a:lnTo>
                  <a:lnTo>
                    <a:pt x="69011" y="292252"/>
                  </a:lnTo>
                  <a:lnTo>
                    <a:pt x="69456" y="293916"/>
                  </a:lnTo>
                  <a:lnTo>
                    <a:pt x="69456" y="272211"/>
                  </a:lnTo>
                  <a:lnTo>
                    <a:pt x="49187" y="295846"/>
                  </a:lnTo>
                  <a:lnTo>
                    <a:pt x="103492" y="359194"/>
                  </a:lnTo>
                  <a:lnTo>
                    <a:pt x="112636" y="348538"/>
                  </a:lnTo>
                  <a:lnTo>
                    <a:pt x="154660" y="299504"/>
                  </a:lnTo>
                  <a:lnTo>
                    <a:pt x="205854" y="359194"/>
                  </a:lnTo>
                  <a:lnTo>
                    <a:pt x="214985" y="348538"/>
                  </a:lnTo>
                  <a:lnTo>
                    <a:pt x="260159" y="295846"/>
                  </a:lnTo>
                  <a:close/>
                </a:path>
                <a:path w="311150" h="359409">
                  <a:moveTo>
                    <a:pt x="310692" y="63347"/>
                  </a:moveTo>
                  <a:lnTo>
                    <a:pt x="301561" y="52705"/>
                  </a:lnTo>
                  <a:lnTo>
                    <a:pt x="301561" y="63347"/>
                  </a:lnTo>
                  <a:lnTo>
                    <a:pt x="291465" y="75133"/>
                  </a:lnTo>
                  <a:lnTo>
                    <a:pt x="291731" y="73647"/>
                  </a:lnTo>
                  <a:lnTo>
                    <a:pt x="291376" y="66167"/>
                  </a:lnTo>
                  <a:lnTo>
                    <a:pt x="290918" y="64490"/>
                  </a:lnTo>
                  <a:lnTo>
                    <a:pt x="292404" y="64833"/>
                  </a:lnTo>
                  <a:lnTo>
                    <a:pt x="295605" y="64643"/>
                  </a:lnTo>
                  <a:lnTo>
                    <a:pt x="298805" y="64439"/>
                  </a:lnTo>
                  <a:lnTo>
                    <a:pt x="301371" y="63474"/>
                  </a:lnTo>
                  <a:lnTo>
                    <a:pt x="301345" y="63106"/>
                  </a:lnTo>
                  <a:lnTo>
                    <a:pt x="301561" y="63347"/>
                  </a:lnTo>
                  <a:lnTo>
                    <a:pt x="301561" y="52705"/>
                  </a:lnTo>
                  <a:lnTo>
                    <a:pt x="299656" y="50482"/>
                  </a:lnTo>
                  <a:lnTo>
                    <a:pt x="299656" y="61150"/>
                  </a:lnTo>
                  <a:lnTo>
                    <a:pt x="298640" y="60896"/>
                  </a:lnTo>
                  <a:lnTo>
                    <a:pt x="292239" y="61290"/>
                  </a:lnTo>
                  <a:lnTo>
                    <a:pt x="290728" y="61861"/>
                  </a:lnTo>
                  <a:lnTo>
                    <a:pt x="291033" y="60109"/>
                  </a:lnTo>
                  <a:lnTo>
                    <a:pt x="290855" y="56362"/>
                  </a:lnTo>
                  <a:lnTo>
                    <a:pt x="290690" y="52628"/>
                  </a:lnTo>
                  <a:lnTo>
                    <a:pt x="290042" y="50330"/>
                  </a:lnTo>
                  <a:lnTo>
                    <a:pt x="290042" y="76784"/>
                  </a:lnTo>
                  <a:lnTo>
                    <a:pt x="256400" y="116039"/>
                  </a:lnTo>
                  <a:lnTo>
                    <a:pt x="244716" y="102425"/>
                  </a:lnTo>
                  <a:lnTo>
                    <a:pt x="247294" y="103035"/>
                  </a:lnTo>
                  <a:lnTo>
                    <a:pt x="253695" y="102628"/>
                  </a:lnTo>
                  <a:lnTo>
                    <a:pt x="255130" y="102095"/>
                  </a:lnTo>
                  <a:lnTo>
                    <a:pt x="254838" y="103822"/>
                  </a:lnTo>
                  <a:lnTo>
                    <a:pt x="255003" y="107556"/>
                  </a:lnTo>
                  <a:lnTo>
                    <a:pt x="255168" y="111302"/>
                  </a:lnTo>
                  <a:lnTo>
                    <a:pt x="255993" y="114287"/>
                  </a:lnTo>
                  <a:lnTo>
                    <a:pt x="257670" y="114173"/>
                  </a:lnTo>
                  <a:lnTo>
                    <a:pt x="258216" y="111112"/>
                  </a:lnTo>
                  <a:lnTo>
                    <a:pt x="257873" y="103632"/>
                  </a:lnTo>
                  <a:lnTo>
                    <a:pt x="257416" y="101955"/>
                  </a:lnTo>
                  <a:lnTo>
                    <a:pt x="258889" y="102298"/>
                  </a:lnTo>
                  <a:lnTo>
                    <a:pt x="262102" y="102108"/>
                  </a:lnTo>
                  <a:lnTo>
                    <a:pt x="265303" y="101904"/>
                  </a:lnTo>
                  <a:lnTo>
                    <a:pt x="267868" y="100939"/>
                  </a:lnTo>
                  <a:lnTo>
                    <a:pt x="267779" y="98983"/>
                  </a:lnTo>
                  <a:lnTo>
                    <a:pt x="265137" y="98361"/>
                  </a:lnTo>
                  <a:lnTo>
                    <a:pt x="258724" y="98755"/>
                  </a:lnTo>
                  <a:lnTo>
                    <a:pt x="257213" y="99326"/>
                  </a:lnTo>
                  <a:lnTo>
                    <a:pt x="257517" y="97574"/>
                  </a:lnTo>
                  <a:lnTo>
                    <a:pt x="257352" y="93827"/>
                  </a:lnTo>
                  <a:lnTo>
                    <a:pt x="257187" y="90093"/>
                  </a:lnTo>
                  <a:lnTo>
                    <a:pt x="256362" y="87109"/>
                  </a:lnTo>
                  <a:lnTo>
                    <a:pt x="254685" y="87210"/>
                  </a:lnTo>
                  <a:lnTo>
                    <a:pt x="254139" y="90284"/>
                  </a:lnTo>
                  <a:lnTo>
                    <a:pt x="254482" y="97764"/>
                  </a:lnTo>
                  <a:lnTo>
                    <a:pt x="254927" y="99428"/>
                  </a:lnTo>
                  <a:lnTo>
                    <a:pt x="253530" y="99085"/>
                  </a:lnTo>
                  <a:lnTo>
                    <a:pt x="250329" y="99288"/>
                  </a:lnTo>
                  <a:lnTo>
                    <a:pt x="247129" y="99479"/>
                  </a:lnTo>
                  <a:lnTo>
                    <a:pt x="244563" y="100444"/>
                  </a:lnTo>
                  <a:lnTo>
                    <a:pt x="244640" y="102349"/>
                  </a:lnTo>
                  <a:lnTo>
                    <a:pt x="212140" y="64427"/>
                  </a:lnTo>
                  <a:lnTo>
                    <a:pt x="214706" y="65024"/>
                  </a:lnTo>
                  <a:lnTo>
                    <a:pt x="221119" y="64630"/>
                  </a:lnTo>
                  <a:lnTo>
                    <a:pt x="222554" y="64096"/>
                  </a:lnTo>
                  <a:lnTo>
                    <a:pt x="222262" y="65811"/>
                  </a:lnTo>
                  <a:lnTo>
                    <a:pt x="222427" y="69557"/>
                  </a:lnTo>
                  <a:lnTo>
                    <a:pt x="222592" y="73291"/>
                  </a:lnTo>
                  <a:lnTo>
                    <a:pt x="223418" y="76276"/>
                  </a:lnTo>
                  <a:lnTo>
                    <a:pt x="225094" y="76174"/>
                  </a:lnTo>
                  <a:lnTo>
                    <a:pt x="225640" y="73101"/>
                  </a:lnTo>
                  <a:lnTo>
                    <a:pt x="225298" y="65620"/>
                  </a:lnTo>
                  <a:lnTo>
                    <a:pt x="224828" y="63944"/>
                  </a:lnTo>
                  <a:lnTo>
                    <a:pt x="226314" y="64300"/>
                  </a:lnTo>
                  <a:lnTo>
                    <a:pt x="229514" y="64096"/>
                  </a:lnTo>
                  <a:lnTo>
                    <a:pt x="232727" y="63906"/>
                  </a:lnTo>
                  <a:lnTo>
                    <a:pt x="235292" y="62941"/>
                  </a:lnTo>
                  <a:lnTo>
                    <a:pt x="235191" y="60972"/>
                  </a:lnTo>
                  <a:lnTo>
                    <a:pt x="232549" y="60350"/>
                  </a:lnTo>
                  <a:lnTo>
                    <a:pt x="226148" y="60744"/>
                  </a:lnTo>
                  <a:lnTo>
                    <a:pt x="224637" y="61315"/>
                  </a:lnTo>
                  <a:lnTo>
                    <a:pt x="224942" y="59563"/>
                  </a:lnTo>
                  <a:lnTo>
                    <a:pt x="224777" y="55829"/>
                  </a:lnTo>
                  <a:lnTo>
                    <a:pt x="224599" y="52095"/>
                  </a:lnTo>
                  <a:lnTo>
                    <a:pt x="223774" y="49110"/>
                  </a:lnTo>
                  <a:lnTo>
                    <a:pt x="223405" y="49136"/>
                  </a:lnTo>
                  <a:lnTo>
                    <a:pt x="255181" y="12077"/>
                  </a:lnTo>
                  <a:lnTo>
                    <a:pt x="254762" y="14452"/>
                  </a:lnTo>
                  <a:lnTo>
                    <a:pt x="255104" y="21932"/>
                  </a:lnTo>
                  <a:lnTo>
                    <a:pt x="255549" y="23596"/>
                  </a:lnTo>
                  <a:lnTo>
                    <a:pt x="254152" y="23253"/>
                  </a:lnTo>
                  <a:lnTo>
                    <a:pt x="250952" y="23456"/>
                  </a:lnTo>
                  <a:lnTo>
                    <a:pt x="247751" y="23660"/>
                  </a:lnTo>
                  <a:lnTo>
                    <a:pt x="245186" y="24625"/>
                  </a:lnTo>
                  <a:lnTo>
                    <a:pt x="245275" y="26581"/>
                  </a:lnTo>
                  <a:lnTo>
                    <a:pt x="247916" y="27203"/>
                  </a:lnTo>
                  <a:lnTo>
                    <a:pt x="254317" y="26809"/>
                  </a:lnTo>
                  <a:lnTo>
                    <a:pt x="255752" y="26276"/>
                  </a:lnTo>
                  <a:lnTo>
                    <a:pt x="255460" y="27990"/>
                  </a:lnTo>
                  <a:lnTo>
                    <a:pt x="255625" y="31737"/>
                  </a:lnTo>
                  <a:lnTo>
                    <a:pt x="255790" y="35471"/>
                  </a:lnTo>
                  <a:lnTo>
                    <a:pt x="256616" y="38455"/>
                  </a:lnTo>
                  <a:lnTo>
                    <a:pt x="258292" y="38354"/>
                  </a:lnTo>
                  <a:lnTo>
                    <a:pt x="258838" y="35280"/>
                  </a:lnTo>
                  <a:lnTo>
                    <a:pt x="258495" y="27813"/>
                  </a:lnTo>
                  <a:lnTo>
                    <a:pt x="258025" y="26123"/>
                  </a:lnTo>
                  <a:lnTo>
                    <a:pt x="259511" y="26479"/>
                  </a:lnTo>
                  <a:lnTo>
                    <a:pt x="262724" y="26276"/>
                  </a:lnTo>
                  <a:lnTo>
                    <a:pt x="265925" y="26085"/>
                  </a:lnTo>
                  <a:lnTo>
                    <a:pt x="268490" y="25120"/>
                  </a:lnTo>
                  <a:lnTo>
                    <a:pt x="268465" y="24765"/>
                  </a:lnTo>
                  <a:lnTo>
                    <a:pt x="289814" y="49657"/>
                  </a:lnTo>
                  <a:lnTo>
                    <a:pt x="288188" y="49745"/>
                  </a:lnTo>
                  <a:lnTo>
                    <a:pt x="287642" y="52819"/>
                  </a:lnTo>
                  <a:lnTo>
                    <a:pt x="287997" y="60299"/>
                  </a:lnTo>
                  <a:lnTo>
                    <a:pt x="288442" y="61963"/>
                  </a:lnTo>
                  <a:lnTo>
                    <a:pt x="287045" y="61620"/>
                  </a:lnTo>
                  <a:lnTo>
                    <a:pt x="283832" y="61823"/>
                  </a:lnTo>
                  <a:lnTo>
                    <a:pt x="280631" y="62014"/>
                  </a:lnTo>
                  <a:lnTo>
                    <a:pt x="278066" y="62979"/>
                  </a:lnTo>
                  <a:lnTo>
                    <a:pt x="278155" y="64935"/>
                  </a:lnTo>
                  <a:lnTo>
                    <a:pt x="280797" y="65570"/>
                  </a:lnTo>
                  <a:lnTo>
                    <a:pt x="287210" y="65163"/>
                  </a:lnTo>
                  <a:lnTo>
                    <a:pt x="288632" y="64643"/>
                  </a:lnTo>
                  <a:lnTo>
                    <a:pt x="288340" y="66357"/>
                  </a:lnTo>
                  <a:lnTo>
                    <a:pt x="288505" y="70091"/>
                  </a:lnTo>
                  <a:lnTo>
                    <a:pt x="288683" y="73825"/>
                  </a:lnTo>
                  <a:lnTo>
                    <a:pt x="289509" y="76809"/>
                  </a:lnTo>
                  <a:lnTo>
                    <a:pt x="290042" y="76784"/>
                  </a:lnTo>
                  <a:lnTo>
                    <a:pt x="290042" y="50330"/>
                  </a:lnTo>
                  <a:lnTo>
                    <a:pt x="289877" y="49733"/>
                  </a:lnTo>
                  <a:lnTo>
                    <a:pt x="299656" y="61150"/>
                  </a:lnTo>
                  <a:lnTo>
                    <a:pt x="299656" y="50482"/>
                  </a:lnTo>
                  <a:lnTo>
                    <a:pt x="266763" y="12103"/>
                  </a:lnTo>
                  <a:lnTo>
                    <a:pt x="266763" y="22783"/>
                  </a:lnTo>
                  <a:lnTo>
                    <a:pt x="265760" y="22529"/>
                  </a:lnTo>
                  <a:lnTo>
                    <a:pt x="259346" y="22923"/>
                  </a:lnTo>
                  <a:lnTo>
                    <a:pt x="257835" y="23495"/>
                  </a:lnTo>
                  <a:lnTo>
                    <a:pt x="258140" y="21742"/>
                  </a:lnTo>
                  <a:lnTo>
                    <a:pt x="257975" y="18008"/>
                  </a:lnTo>
                  <a:lnTo>
                    <a:pt x="257810" y="14274"/>
                  </a:lnTo>
                  <a:lnTo>
                    <a:pt x="256997" y="11366"/>
                  </a:lnTo>
                  <a:lnTo>
                    <a:pt x="266763" y="22783"/>
                  </a:lnTo>
                  <a:lnTo>
                    <a:pt x="266763" y="12103"/>
                  </a:lnTo>
                  <a:lnTo>
                    <a:pt x="265531" y="10655"/>
                  </a:lnTo>
                  <a:lnTo>
                    <a:pt x="256933" y="635"/>
                  </a:lnTo>
                  <a:lnTo>
                    <a:pt x="256933" y="11303"/>
                  </a:lnTo>
                  <a:lnTo>
                    <a:pt x="255790" y="11366"/>
                  </a:lnTo>
                  <a:lnTo>
                    <a:pt x="256400" y="10655"/>
                  </a:lnTo>
                  <a:lnTo>
                    <a:pt x="256933" y="11303"/>
                  </a:lnTo>
                  <a:lnTo>
                    <a:pt x="256933" y="635"/>
                  </a:lnTo>
                  <a:lnTo>
                    <a:pt x="256400" y="0"/>
                  </a:lnTo>
                  <a:lnTo>
                    <a:pt x="222351" y="39712"/>
                  </a:lnTo>
                  <a:lnTo>
                    <a:pt x="222351" y="61417"/>
                  </a:lnTo>
                  <a:lnTo>
                    <a:pt x="220954" y="61074"/>
                  </a:lnTo>
                  <a:lnTo>
                    <a:pt x="217754" y="61277"/>
                  </a:lnTo>
                  <a:lnTo>
                    <a:pt x="214541" y="61480"/>
                  </a:lnTo>
                  <a:lnTo>
                    <a:pt x="212064" y="62420"/>
                  </a:lnTo>
                  <a:lnTo>
                    <a:pt x="212064" y="64338"/>
                  </a:lnTo>
                  <a:lnTo>
                    <a:pt x="211226" y="63347"/>
                  </a:lnTo>
                  <a:lnTo>
                    <a:pt x="211975" y="62484"/>
                  </a:lnTo>
                  <a:lnTo>
                    <a:pt x="212064" y="64338"/>
                  </a:lnTo>
                  <a:lnTo>
                    <a:pt x="212064" y="62420"/>
                  </a:lnTo>
                  <a:lnTo>
                    <a:pt x="221767" y="51054"/>
                  </a:lnTo>
                  <a:lnTo>
                    <a:pt x="221551" y="52273"/>
                  </a:lnTo>
                  <a:lnTo>
                    <a:pt x="221907" y="59753"/>
                  </a:lnTo>
                  <a:lnTo>
                    <a:pt x="222351" y="61417"/>
                  </a:lnTo>
                  <a:lnTo>
                    <a:pt x="222351" y="39712"/>
                  </a:lnTo>
                  <a:lnTo>
                    <a:pt x="202082" y="63347"/>
                  </a:lnTo>
                  <a:lnTo>
                    <a:pt x="256400" y="126695"/>
                  </a:lnTo>
                  <a:lnTo>
                    <a:pt x="265531" y="116039"/>
                  </a:lnTo>
                  <a:lnTo>
                    <a:pt x="310692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6" name="object 2066" descr=""/>
            <p:cNvSpPr/>
            <p:nvPr/>
          </p:nvSpPr>
          <p:spPr>
            <a:xfrm>
              <a:off x="8402244" y="6589375"/>
              <a:ext cx="361315" cy="282575"/>
            </a:xfrm>
            <a:custGeom>
              <a:avLst/>
              <a:gdLst/>
              <a:ahLst/>
              <a:cxnLst/>
              <a:rect l="l" t="t" r="r" b="b"/>
              <a:pathLst>
                <a:path w="361315" h="282575">
                  <a:moveTo>
                    <a:pt x="108610" y="140512"/>
                  </a:moveTo>
                  <a:lnTo>
                    <a:pt x="99491" y="129882"/>
                  </a:lnTo>
                  <a:lnTo>
                    <a:pt x="99491" y="140512"/>
                  </a:lnTo>
                  <a:lnTo>
                    <a:pt x="89369" y="152311"/>
                  </a:lnTo>
                  <a:lnTo>
                    <a:pt x="89649" y="150799"/>
                  </a:lnTo>
                  <a:lnTo>
                    <a:pt x="89293" y="143319"/>
                  </a:lnTo>
                  <a:lnTo>
                    <a:pt x="88836" y="141643"/>
                  </a:lnTo>
                  <a:lnTo>
                    <a:pt x="90322" y="141998"/>
                  </a:lnTo>
                  <a:lnTo>
                    <a:pt x="93522" y="141795"/>
                  </a:lnTo>
                  <a:lnTo>
                    <a:pt x="96723" y="141592"/>
                  </a:lnTo>
                  <a:lnTo>
                    <a:pt x="99288" y="140639"/>
                  </a:lnTo>
                  <a:lnTo>
                    <a:pt x="99263" y="140258"/>
                  </a:lnTo>
                  <a:lnTo>
                    <a:pt x="99491" y="140512"/>
                  </a:lnTo>
                  <a:lnTo>
                    <a:pt x="99491" y="129882"/>
                  </a:lnTo>
                  <a:lnTo>
                    <a:pt x="97574" y="127647"/>
                  </a:lnTo>
                  <a:lnTo>
                    <a:pt x="97574" y="138303"/>
                  </a:lnTo>
                  <a:lnTo>
                    <a:pt x="96558" y="138049"/>
                  </a:lnTo>
                  <a:lnTo>
                    <a:pt x="90157" y="138442"/>
                  </a:lnTo>
                  <a:lnTo>
                    <a:pt x="88633" y="139014"/>
                  </a:lnTo>
                  <a:lnTo>
                    <a:pt x="88950" y="137261"/>
                  </a:lnTo>
                  <a:lnTo>
                    <a:pt x="88773" y="133527"/>
                  </a:lnTo>
                  <a:lnTo>
                    <a:pt x="88607" y="129794"/>
                  </a:lnTo>
                  <a:lnTo>
                    <a:pt x="87972" y="127533"/>
                  </a:lnTo>
                  <a:lnTo>
                    <a:pt x="87972" y="153949"/>
                  </a:lnTo>
                  <a:lnTo>
                    <a:pt x="54317" y="193205"/>
                  </a:lnTo>
                  <a:lnTo>
                    <a:pt x="42621" y="179590"/>
                  </a:lnTo>
                  <a:lnTo>
                    <a:pt x="45212" y="180187"/>
                  </a:lnTo>
                  <a:lnTo>
                    <a:pt x="51612" y="179793"/>
                  </a:lnTo>
                  <a:lnTo>
                    <a:pt x="53047" y="179260"/>
                  </a:lnTo>
                  <a:lnTo>
                    <a:pt x="52755" y="180975"/>
                  </a:lnTo>
                  <a:lnTo>
                    <a:pt x="52920" y="184721"/>
                  </a:lnTo>
                  <a:lnTo>
                    <a:pt x="53086" y="188455"/>
                  </a:lnTo>
                  <a:lnTo>
                    <a:pt x="53911" y="191439"/>
                  </a:lnTo>
                  <a:lnTo>
                    <a:pt x="55587" y="191338"/>
                  </a:lnTo>
                  <a:lnTo>
                    <a:pt x="56134" y="188264"/>
                  </a:lnTo>
                  <a:lnTo>
                    <a:pt x="55791" y="180784"/>
                  </a:lnTo>
                  <a:lnTo>
                    <a:pt x="55333" y="179108"/>
                  </a:lnTo>
                  <a:lnTo>
                    <a:pt x="56807" y="179463"/>
                  </a:lnTo>
                  <a:lnTo>
                    <a:pt x="60020" y="179260"/>
                  </a:lnTo>
                  <a:lnTo>
                    <a:pt x="63220" y="179057"/>
                  </a:lnTo>
                  <a:lnTo>
                    <a:pt x="65786" y="178104"/>
                  </a:lnTo>
                  <a:lnTo>
                    <a:pt x="65697" y="176136"/>
                  </a:lnTo>
                  <a:lnTo>
                    <a:pt x="63055" y="175514"/>
                  </a:lnTo>
                  <a:lnTo>
                    <a:pt x="56642" y="175907"/>
                  </a:lnTo>
                  <a:lnTo>
                    <a:pt x="55130" y="176479"/>
                  </a:lnTo>
                  <a:lnTo>
                    <a:pt x="55435" y="174726"/>
                  </a:lnTo>
                  <a:lnTo>
                    <a:pt x="55270" y="170992"/>
                  </a:lnTo>
                  <a:lnTo>
                    <a:pt x="55105" y="167259"/>
                  </a:lnTo>
                  <a:lnTo>
                    <a:pt x="54279" y="164274"/>
                  </a:lnTo>
                  <a:lnTo>
                    <a:pt x="52603" y="164376"/>
                  </a:lnTo>
                  <a:lnTo>
                    <a:pt x="52057" y="167436"/>
                  </a:lnTo>
                  <a:lnTo>
                    <a:pt x="52400" y="174917"/>
                  </a:lnTo>
                  <a:lnTo>
                    <a:pt x="52844" y="176580"/>
                  </a:lnTo>
                  <a:lnTo>
                    <a:pt x="51447" y="176237"/>
                  </a:lnTo>
                  <a:lnTo>
                    <a:pt x="48247" y="176441"/>
                  </a:lnTo>
                  <a:lnTo>
                    <a:pt x="45046" y="176644"/>
                  </a:lnTo>
                  <a:lnTo>
                    <a:pt x="42481" y="177609"/>
                  </a:lnTo>
                  <a:lnTo>
                    <a:pt x="42557" y="179514"/>
                  </a:lnTo>
                  <a:lnTo>
                    <a:pt x="10045" y="141579"/>
                  </a:lnTo>
                  <a:lnTo>
                    <a:pt x="12623" y="142189"/>
                  </a:lnTo>
                  <a:lnTo>
                    <a:pt x="19037" y="141782"/>
                  </a:lnTo>
                  <a:lnTo>
                    <a:pt x="20472" y="141249"/>
                  </a:lnTo>
                  <a:lnTo>
                    <a:pt x="20180" y="142976"/>
                  </a:lnTo>
                  <a:lnTo>
                    <a:pt x="20345" y="146710"/>
                  </a:lnTo>
                  <a:lnTo>
                    <a:pt x="20523" y="150444"/>
                  </a:lnTo>
                  <a:lnTo>
                    <a:pt x="21336" y="153428"/>
                  </a:lnTo>
                  <a:lnTo>
                    <a:pt x="23012" y="153327"/>
                  </a:lnTo>
                  <a:lnTo>
                    <a:pt x="23558" y="150266"/>
                  </a:lnTo>
                  <a:lnTo>
                    <a:pt x="23215" y="142786"/>
                  </a:lnTo>
                  <a:lnTo>
                    <a:pt x="22745" y="141109"/>
                  </a:lnTo>
                  <a:lnTo>
                    <a:pt x="24231" y="141452"/>
                  </a:lnTo>
                  <a:lnTo>
                    <a:pt x="27432" y="141262"/>
                  </a:lnTo>
                  <a:lnTo>
                    <a:pt x="30645" y="141058"/>
                  </a:lnTo>
                  <a:lnTo>
                    <a:pt x="33210" y="140093"/>
                  </a:lnTo>
                  <a:lnTo>
                    <a:pt x="33108" y="138137"/>
                  </a:lnTo>
                  <a:lnTo>
                    <a:pt x="30467" y="137502"/>
                  </a:lnTo>
                  <a:lnTo>
                    <a:pt x="24066" y="137909"/>
                  </a:lnTo>
                  <a:lnTo>
                    <a:pt x="22555" y="138480"/>
                  </a:lnTo>
                  <a:lnTo>
                    <a:pt x="22860" y="136728"/>
                  </a:lnTo>
                  <a:lnTo>
                    <a:pt x="22694" y="132981"/>
                  </a:lnTo>
                  <a:lnTo>
                    <a:pt x="22517" y="129247"/>
                  </a:lnTo>
                  <a:lnTo>
                    <a:pt x="21691" y="126263"/>
                  </a:lnTo>
                  <a:lnTo>
                    <a:pt x="21336" y="126288"/>
                  </a:lnTo>
                  <a:lnTo>
                    <a:pt x="53098" y="89242"/>
                  </a:lnTo>
                  <a:lnTo>
                    <a:pt x="52679" y="91617"/>
                  </a:lnTo>
                  <a:lnTo>
                    <a:pt x="53022" y="99098"/>
                  </a:lnTo>
                  <a:lnTo>
                    <a:pt x="53467" y="100761"/>
                  </a:lnTo>
                  <a:lnTo>
                    <a:pt x="52070" y="100418"/>
                  </a:lnTo>
                  <a:lnTo>
                    <a:pt x="48869" y="100622"/>
                  </a:lnTo>
                  <a:lnTo>
                    <a:pt x="45669" y="100812"/>
                  </a:lnTo>
                  <a:lnTo>
                    <a:pt x="43103" y="101777"/>
                  </a:lnTo>
                  <a:lnTo>
                    <a:pt x="43192" y="103733"/>
                  </a:lnTo>
                  <a:lnTo>
                    <a:pt x="45834" y="104368"/>
                  </a:lnTo>
                  <a:lnTo>
                    <a:pt x="52235" y="103962"/>
                  </a:lnTo>
                  <a:lnTo>
                    <a:pt x="53670" y="103428"/>
                  </a:lnTo>
                  <a:lnTo>
                    <a:pt x="53378" y="105156"/>
                  </a:lnTo>
                  <a:lnTo>
                    <a:pt x="53543" y="108889"/>
                  </a:lnTo>
                  <a:lnTo>
                    <a:pt x="53708" y="112623"/>
                  </a:lnTo>
                  <a:lnTo>
                    <a:pt x="54533" y="115608"/>
                  </a:lnTo>
                  <a:lnTo>
                    <a:pt x="56210" y="115506"/>
                  </a:lnTo>
                  <a:lnTo>
                    <a:pt x="56756" y="112445"/>
                  </a:lnTo>
                  <a:lnTo>
                    <a:pt x="56413" y="104965"/>
                  </a:lnTo>
                  <a:lnTo>
                    <a:pt x="55956" y="103289"/>
                  </a:lnTo>
                  <a:lnTo>
                    <a:pt x="57429" y="103632"/>
                  </a:lnTo>
                  <a:lnTo>
                    <a:pt x="60642" y="103441"/>
                  </a:lnTo>
                  <a:lnTo>
                    <a:pt x="63842" y="103238"/>
                  </a:lnTo>
                  <a:lnTo>
                    <a:pt x="66408" y="102273"/>
                  </a:lnTo>
                  <a:lnTo>
                    <a:pt x="66382" y="101930"/>
                  </a:lnTo>
                  <a:lnTo>
                    <a:pt x="87744" y="126822"/>
                  </a:lnTo>
                  <a:lnTo>
                    <a:pt x="86106" y="126911"/>
                  </a:lnTo>
                  <a:lnTo>
                    <a:pt x="85559" y="129971"/>
                  </a:lnTo>
                  <a:lnTo>
                    <a:pt x="85902" y="137452"/>
                  </a:lnTo>
                  <a:lnTo>
                    <a:pt x="86347" y="139115"/>
                  </a:lnTo>
                  <a:lnTo>
                    <a:pt x="84963" y="138772"/>
                  </a:lnTo>
                  <a:lnTo>
                    <a:pt x="81749" y="138976"/>
                  </a:lnTo>
                  <a:lnTo>
                    <a:pt x="78549" y="139179"/>
                  </a:lnTo>
                  <a:lnTo>
                    <a:pt x="75984" y="140144"/>
                  </a:lnTo>
                  <a:lnTo>
                    <a:pt x="76073" y="142100"/>
                  </a:lnTo>
                  <a:lnTo>
                    <a:pt x="78714" y="142722"/>
                  </a:lnTo>
                  <a:lnTo>
                    <a:pt x="85128" y="142328"/>
                  </a:lnTo>
                  <a:lnTo>
                    <a:pt x="86550" y="141795"/>
                  </a:lnTo>
                  <a:lnTo>
                    <a:pt x="86258" y="143510"/>
                  </a:lnTo>
                  <a:lnTo>
                    <a:pt x="86423" y="147256"/>
                  </a:lnTo>
                  <a:lnTo>
                    <a:pt x="86601" y="150990"/>
                  </a:lnTo>
                  <a:lnTo>
                    <a:pt x="87426" y="153974"/>
                  </a:lnTo>
                  <a:lnTo>
                    <a:pt x="87972" y="153949"/>
                  </a:lnTo>
                  <a:lnTo>
                    <a:pt x="87972" y="127533"/>
                  </a:lnTo>
                  <a:lnTo>
                    <a:pt x="87795" y="126885"/>
                  </a:lnTo>
                  <a:lnTo>
                    <a:pt x="97574" y="138303"/>
                  </a:lnTo>
                  <a:lnTo>
                    <a:pt x="97574" y="127647"/>
                  </a:lnTo>
                  <a:lnTo>
                    <a:pt x="64681" y="89268"/>
                  </a:lnTo>
                  <a:lnTo>
                    <a:pt x="64681" y="99936"/>
                  </a:lnTo>
                  <a:lnTo>
                    <a:pt x="63677" y="99682"/>
                  </a:lnTo>
                  <a:lnTo>
                    <a:pt x="57264" y="100088"/>
                  </a:lnTo>
                  <a:lnTo>
                    <a:pt x="55753" y="100660"/>
                  </a:lnTo>
                  <a:lnTo>
                    <a:pt x="56057" y="98907"/>
                  </a:lnTo>
                  <a:lnTo>
                    <a:pt x="55892" y="95161"/>
                  </a:lnTo>
                  <a:lnTo>
                    <a:pt x="55727" y="91427"/>
                  </a:lnTo>
                  <a:lnTo>
                    <a:pt x="54914" y="88531"/>
                  </a:lnTo>
                  <a:lnTo>
                    <a:pt x="64681" y="99936"/>
                  </a:lnTo>
                  <a:lnTo>
                    <a:pt x="64681" y="89268"/>
                  </a:lnTo>
                  <a:lnTo>
                    <a:pt x="63449" y="87820"/>
                  </a:lnTo>
                  <a:lnTo>
                    <a:pt x="54851" y="77800"/>
                  </a:lnTo>
                  <a:lnTo>
                    <a:pt x="54851" y="88455"/>
                  </a:lnTo>
                  <a:lnTo>
                    <a:pt x="53721" y="88519"/>
                  </a:lnTo>
                  <a:lnTo>
                    <a:pt x="54317" y="87820"/>
                  </a:lnTo>
                  <a:lnTo>
                    <a:pt x="54851" y="88455"/>
                  </a:lnTo>
                  <a:lnTo>
                    <a:pt x="54851" y="77800"/>
                  </a:lnTo>
                  <a:lnTo>
                    <a:pt x="54317" y="77165"/>
                  </a:lnTo>
                  <a:lnTo>
                    <a:pt x="20269" y="116878"/>
                  </a:lnTo>
                  <a:lnTo>
                    <a:pt x="20269" y="138582"/>
                  </a:lnTo>
                  <a:lnTo>
                    <a:pt x="18872" y="138239"/>
                  </a:lnTo>
                  <a:lnTo>
                    <a:pt x="15671" y="138430"/>
                  </a:lnTo>
                  <a:lnTo>
                    <a:pt x="12458" y="138633"/>
                  </a:lnTo>
                  <a:lnTo>
                    <a:pt x="9982" y="139573"/>
                  </a:lnTo>
                  <a:lnTo>
                    <a:pt x="9982" y="141503"/>
                  </a:lnTo>
                  <a:lnTo>
                    <a:pt x="9144" y="140512"/>
                  </a:lnTo>
                  <a:lnTo>
                    <a:pt x="9893" y="139636"/>
                  </a:lnTo>
                  <a:lnTo>
                    <a:pt x="9982" y="141503"/>
                  </a:lnTo>
                  <a:lnTo>
                    <a:pt x="9982" y="139573"/>
                  </a:lnTo>
                  <a:lnTo>
                    <a:pt x="19685" y="128206"/>
                  </a:lnTo>
                  <a:lnTo>
                    <a:pt x="19481" y="129438"/>
                  </a:lnTo>
                  <a:lnTo>
                    <a:pt x="19824" y="136918"/>
                  </a:lnTo>
                  <a:lnTo>
                    <a:pt x="20269" y="138582"/>
                  </a:lnTo>
                  <a:lnTo>
                    <a:pt x="20269" y="116878"/>
                  </a:lnTo>
                  <a:lnTo>
                    <a:pt x="0" y="140512"/>
                  </a:lnTo>
                  <a:lnTo>
                    <a:pt x="54317" y="203860"/>
                  </a:lnTo>
                  <a:lnTo>
                    <a:pt x="63449" y="193205"/>
                  </a:lnTo>
                  <a:lnTo>
                    <a:pt x="108610" y="140512"/>
                  </a:lnTo>
                  <a:close/>
                </a:path>
                <a:path w="361315" h="282575">
                  <a:moveTo>
                    <a:pt x="158927" y="218681"/>
                  </a:moveTo>
                  <a:lnTo>
                    <a:pt x="149783" y="208026"/>
                  </a:lnTo>
                  <a:lnTo>
                    <a:pt x="149783" y="218681"/>
                  </a:lnTo>
                  <a:lnTo>
                    <a:pt x="104609" y="271373"/>
                  </a:lnTo>
                  <a:lnTo>
                    <a:pt x="92913" y="257746"/>
                  </a:lnTo>
                  <a:lnTo>
                    <a:pt x="95504" y="258356"/>
                  </a:lnTo>
                  <a:lnTo>
                    <a:pt x="101917" y="257962"/>
                  </a:lnTo>
                  <a:lnTo>
                    <a:pt x="104470" y="256997"/>
                  </a:lnTo>
                  <a:lnTo>
                    <a:pt x="104432" y="256032"/>
                  </a:lnTo>
                  <a:lnTo>
                    <a:pt x="105206" y="255981"/>
                  </a:lnTo>
                  <a:lnTo>
                    <a:pt x="105740" y="252895"/>
                  </a:lnTo>
                  <a:lnTo>
                    <a:pt x="105575" y="249161"/>
                  </a:lnTo>
                  <a:lnTo>
                    <a:pt x="105397" y="245427"/>
                  </a:lnTo>
                  <a:lnTo>
                    <a:pt x="104571" y="242443"/>
                  </a:lnTo>
                  <a:lnTo>
                    <a:pt x="102895" y="242544"/>
                  </a:lnTo>
                  <a:lnTo>
                    <a:pt x="102362" y="245618"/>
                  </a:lnTo>
                  <a:lnTo>
                    <a:pt x="102704" y="253085"/>
                  </a:lnTo>
                  <a:lnTo>
                    <a:pt x="103149" y="254749"/>
                  </a:lnTo>
                  <a:lnTo>
                    <a:pt x="101752" y="254406"/>
                  </a:lnTo>
                  <a:lnTo>
                    <a:pt x="98552" y="254609"/>
                  </a:lnTo>
                  <a:lnTo>
                    <a:pt x="95338" y="254812"/>
                  </a:lnTo>
                  <a:lnTo>
                    <a:pt x="92773" y="255778"/>
                  </a:lnTo>
                  <a:lnTo>
                    <a:pt x="92862" y="257695"/>
                  </a:lnTo>
                  <a:lnTo>
                    <a:pt x="60337" y="219748"/>
                  </a:lnTo>
                  <a:lnTo>
                    <a:pt x="62915" y="220357"/>
                  </a:lnTo>
                  <a:lnTo>
                    <a:pt x="69342" y="219951"/>
                  </a:lnTo>
                  <a:lnTo>
                    <a:pt x="70764" y="219430"/>
                  </a:lnTo>
                  <a:lnTo>
                    <a:pt x="70472" y="221145"/>
                  </a:lnTo>
                  <a:lnTo>
                    <a:pt x="70637" y="224878"/>
                  </a:lnTo>
                  <a:lnTo>
                    <a:pt x="70815" y="228625"/>
                  </a:lnTo>
                  <a:lnTo>
                    <a:pt x="71640" y="231609"/>
                  </a:lnTo>
                  <a:lnTo>
                    <a:pt x="73317" y="231495"/>
                  </a:lnTo>
                  <a:lnTo>
                    <a:pt x="73850" y="228434"/>
                  </a:lnTo>
                  <a:lnTo>
                    <a:pt x="73507" y="220954"/>
                  </a:lnTo>
                  <a:lnTo>
                    <a:pt x="73050" y="219278"/>
                  </a:lnTo>
                  <a:lnTo>
                    <a:pt x="74536" y="219621"/>
                  </a:lnTo>
                  <a:lnTo>
                    <a:pt x="77736" y="219430"/>
                  </a:lnTo>
                  <a:lnTo>
                    <a:pt x="80937" y="219227"/>
                  </a:lnTo>
                  <a:lnTo>
                    <a:pt x="83502" y="218262"/>
                  </a:lnTo>
                  <a:lnTo>
                    <a:pt x="83413" y="216306"/>
                  </a:lnTo>
                  <a:lnTo>
                    <a:pt x="80772" y="215684"/>
                  </a:lnTo>
                  <a:lnTo>
                    <a:pt x="74358" y="216077"/>
                  </a:lnTo>
                  <a:lnTo>
                    <a:pt x="72847" y="216649"/>
                  </a:lnTo>
                  <a:lnTo>
                    <a:pt x="73152" y="214896"/>
                  </a:lnTo>
                  <a:lnTo>
                    <a:pt x="72986" y="211150"/>
                  </a:lnTo>
                  <a:lnTo>
                    <a:pt x="72821" y="207416"/>
                  </a:lnTo>
                  <a:lnTo>
                    <a:pt x="71996" y="204431"/>
                  </a:lnTo>
                  <a:lnTo>
                    <a:pt x="71628" y="204457"/>
                  </a:lnTo>
                  <a:lnTo>
                    <a:pt x="104609" y="165989"/>
                  </a:lnTo>
                  <a:lnTo>
                    <a:pt x="149783" y="218681"/>
                  </a:lnTo>
                  <a:lnTo>
                    <a:pt x="149783" y="208026"/>
                  </a:lnTo>
                  <a:lnTo>
                    <a:pt x="113753" y="165989"/>
                  </a:lnTo>
                  <a:lnTo>
                    <a:pt x="104609" y="155333"/>
                  </a:lnTo>
                  <a:lnTo>
                    <a:pt x="70561" y="195046"/>
                  </a:lnTo>
                  <a:lnTo>
                    <a:pt x="70561" y="216750"/>
                  </a:lnTo>
                  <a:lnTo>
                    <a:pt x="69164" y="216408"/>
                  </a:lnTo>
                  <a:lnTo>
                    <a:pt x="65963" y="216611"/>
                  </a:lnTo>
                  <a:lnTo>
                    <a:pt x="62763" y="216801"/>
                  </a:lnTo>
                  <a:lnTo>
                    <a:pt x="60274" y="217754"/>
                  </a:lnTo>
                  <a:lnTo>
                    <a:pt x="60274" y="219671"/>
                  </a:lnTo>
                  <a:lnTo>
                    <a:pt x="59436" y="218681"/>
                  </a:lnTo>
                  <a:lnTo>
                    <a:pt x="60198" y="217792"/>
                  </a:lnTo>
                  <a:lnTo>
                    <a:pt x="60274" y="219671"/>
                  </a:lnTo>
                  <a:lnTo>
                    <a:pt x="60274" y="217754"/>
                  </a:lnTo>
                  <a:lnTo>
                    <a:pt x="69989" y="206375"/>
                  </a:lnTo>
                  <a:lnTo>
                    <a:pt x="69773" y="207606"/>
                  </a:lnTo>
                  <a:lnTo>
                    <a:pt x="70116" y="215087"/>
                  </a:lnTo>
                  <a:lnTo>
                    <a:pt x="70561" y="216750"/>
                  </a:lnTo>
                  <a:lnTo>
                    <a:pt x="70561" y="195046"/>
                  </a:lnTo>
                  <a:lnTo>
                    <a:pt x="50292" y="218681"/>
                  </a:lnTo>
                  <a:lnTo>
                    <a:pt x="104609" y="282028"/>
                  </a:lnTo>
                  <a:lnTo>
                    <a:pt x="113753" y="271373"/>
                  </a:lnTo>
                  <a:lnTo>
                    <a:pt x="158927" y="218681"/>
                  </a:lnTo>
                  <a:close/>
                </a:path>
                <a:path w="361315" h="282575">
                  <a:moveTo>
                    <a:pt x="235038" y="140093"/>
                  </a:moveTo>
                  <a:lnTo>
                    <a:pt x="234937" y="138137"/>
                  </a:lnTo>
                  <a:lnTo>
                    <a:pt x="232308" y="137502"/>
                  </a:lnTo>
                  <a:lnTo>
                    <a:pt x="225894" y="137909"/>
                  </a:lnTo>
                  <a:lnTo>
                    <a:pt x="223342" y="138874"/>
                  </a:lnTo>
                  <a:lnTo>
                    <a:pt x="223418" y="140830"/>
                  </a:lnTo>
                  <a:lnTo>
                    <a:pt x="226060" y="141452"/>
                  </a:lnTo>
                  <a:lnTo>
                    <a:pt x="229273" y="141262"/>
                  </a:lnTo>
                  <a:lnTo>
                    <a:pt x="232473" y="141058"/>
                  </a:lnTo>
                  <a:lnTo>
                    <a:pt x="235038" y="140093"/>
                  </a:lnTo>
                  <a:close/>
                </a:path>
                <a:path w="361315" h="282575">
                  <a:moveTo>
                    <a:pt x="267614" y="178104"/>
                  </a:moveTo>
                  <a:lnTo>
                    <a:pt x="267525" y="176136"/>
                  </a:lnTo>
                  <a:lnTo>
                    <a:pt x="264883" y="175514"/>
                  </a:lnTo>
                  <a:lnTo>
                    <a:pt x="258470" y="175907"/>
                  </a:lnTo>
                  <a:lnTo>
                    <a:pt x="256959" y="176479"/>
                  </a:lnTo>
                  <a:lnTo>
                    <a:pt x="257263" y="174726"/>
                  </a:lnTo>
                  <a:lnTo>
                    <a:pt x="257098" y="170992"/>
                  </a:lnTo>
                  <a:lnTo>
                    <a:pt x="256933" y="167259"/>
                  </a:lnTo>
                  <a:lnTo>
                    <a:pt x="256108" y="164274"/>
                  </a:lnTo>
                  <a:lnTo>
                    <a:pt x="254431" y="164376"/>
                  </a:lnTo>
                  <a:lnTo>
                    <a:pt x="253885" y="167436"/>
                  </a:lnTo>
                  <a:lnTo>
                    <a:pt x="254228" y="174917"/>
                  </a:lnTo>
                  <a:lnTo>
                    <a:pt x="254673" y="176580"/>
                  </a:lnTo>
                  <a:lnTo>
                    <a:pt x="253276" y="176237"/>
                  </a:lnTo>
                  <a:lnTo>
                    <a:pt x="250075" y="176441"/>
                  </a:lnTo>
                  <a:lnTo>
                    <a:pt x="246875" y="176644"/>
                  </a:lnTo>
                  <a:lnTo>
                    <a:pt x="244309" y="177609"/>
                  </a:lnTo>
                  <a:lnTo>
                    <a:pt x="244398" y="179565"/>
                  </a:lnTo>
                  <a:lnTo>
                    <a:pt x="247040" y="180187"/>
                  </a:lnTo>
                  <a:lnTo>
                    <a:pt x="253453" y="179793"/>
                  </a:lnTo>
                  <a:lnTo>
                    <a:pt x="254876" y="179260"/>
                  </a:lnTo>
                  <a:lnTo>
                    <a:pt x="254584" y="180975"/>
                  </a:lnTo>
                  <a:lnTo>
                    <a:pt x="254749" y="184721"/>
                  </a:lnTo>
                  <a:lnTo>
                    <a:pt x="254927" y="188455"/>
                  </a:lnTo>
                  <a:lnTo>
                    <a:pt x="255752" y="191439"/>
                  </a:lnTo>
                  <a:lnTo>
                    <a:pt x="257429" y="191338"/>
                  </a:lnTo>
                  <a:lnTo>
                    <a:pt x="257962" y="188264"/>
                  </a:lnTo>
                  <a:lnTo>
                    <a:pt x="257619" y="180784"/>
                  </a:lnTo>
                  <a:lnTo>
                    <a:pt x="257162" y="179108"/>
                  </a:lnTo>
                  <a:lnTo>
                    <a:pt x="258648" y="179463"/>
                  </a:lnTo>
                  <a:lnTo>
                    <a:pt x="261848" y="179260"/>
                  </a:lnTo>
                  <a:lnTo>
                    <a:pt x="265049" y="179057"/>
                  </a:lnTo>
                  <a:lnTo>
                    <a:pt x="267614" y="178104"/>
                  </a:lnTo>
                  <a:close/>
                </a:path>
                <a:path w="361315" h="282575">
                  <a:moveTo>
                    <a:pt x="268236" y="102273"/>
                  </a:moveTo>
                  <a:lnTo>
                    <a:pt x="268147" y="100317"/>
                  </a:lnTo>
                  <a:lnTo>
                    <a:pt x="265506" y="99682"/>
                  </a:lnTo>
                  <a:lnTo>
                    <a:pt x="259092" y="100088"/>
                  </a:lnTo>
                  <a:lnTo>
                    <a:pt x="257581" y="100660"/>
                  </a:lnTo>
                  <a:lnTo>
                    <a:pt x="257886" y="98907"/>
                  </a:lnTo>
                  <a:lnTo>
                    <a:pt x="257721" y="95161"/>
                  </a:lnTo>
                  <a:lnTo>
                    <a:pt x="257556" y="91427"/>
                  </a:lnTo>
                  <a:lnTo>
                    <a:pt x="256730" y="88442"/>
                  </a:lnTo>
                  <a:lnTo>
                    <a:pt x="255054" y="88544"/>
                  </a:lnTo>
                  <a:lnTo>
                    <a:pt x="254508" y="91617"/>
                  </a:lnTo>
                  <a:lnTo>
                    <a:pt x="254850" y="99098"/>
                  </a:lnTo>
                  <a:lnTo>
                    <a:pt x="255295" y="100761"/>
                  </a:lnTo>
                  <a:lnTo>
                    <a:pt x="253898" y="100418"/>
                  </a:lnTo>
                  <a:lnTo>
                    <a:pt x="250698" y="100622"/>
                  </a:lnTo>
                  <a:lnTo>
                    <a:pt x="247497" y="100812"/>
                  </a:lnTo>
                  <a:lnTo>
                    <a:pt x="244932" y="101777"/>
                  </a:lnTo>
                  <a:lnTo>
                    <a:pt x="245021" y="103733"/>
                  </a:lnTo>
                  <a:lnTo>
                    <a:pt x="247662" y="104368"/>
                  </a:lnTo>
                  <a:lnTo>
                    <a:pt x="254076" y="103962"/>
                  </a:lnTo>
                  <a:lnTo>
                    <a:pt x="255498" y="103441"/>
                  </a:lnTo>
                  <a:lnTo>
                    <a:pt x="255206" y="105156"/>
                  </a:lnTo>
                  <a:lnTo>
                    <a:pt x="255371" y="108889"/>
                  </a:lnTo>
                  <a:lnTo>
                    <a:pt x="255536" y="112623"/>
                  </a:lnTo>
                  <a:lnTo>
                    <a:pt x="256374" y="115608"/>
                  </a:lnTo>
                  <a:lnTo>
                    <a:pt x="258051" y="115506"/>
                  </a:lnTo>
                  <a:lnTo>
                    <a:pt x="258584" y="112445"/>
                  </a:lnTo>
                  <a:lnTo>
                    <a:pt x="258241" y="104965"/>
                  </a:lnTo>
                  <a:lnTo>
                    <a:pt x="257784" y="103289"/>
                  </a:lnTo>
                  <a:lnTo>
                    <a:pt x="259270" y="103632"/>
                  </a:lnTo>
                  <a:lnTo>
                    <a:pt x="262470" y="103441"/>
                  </a:lnTo>
                  <a:lnTo>
                    <a:pt x="265671" y="103238"/>
                  </a:lnTo>
                  <a:lnTo>
                    <a:pt x="268236" y="102273"/>
                  </a:lnTo>
                  <a:close/>
                </a:path>
                <a:path w="361315" h="282575">
                  <a:moveTo>
                    <a:pt x="301129" y="140639"/>
                  </a:moveTo>
                  <a:lnTo>
                    <a:pt x="301028" y="138671"/>
                  </a:lnTo>
                  <a:lnTo>
                    <a:pt x="298386" y="138049"/>
                  </a:lnTo>
                  <a:lnTo>
                    <a:pt x="291985" y="138442"/>
                  </a:lnTo>
                  <a:lnTo>
                    <a:pt x="290474" y="139014"/>
                  </a:lnTo>
                  <a:lnTo>
                    <a:pt x="290779" y="137261"/>
                  </a:lnTo>
                  <a:lnTo>
                    <a:pt x="290614" y="133527"/>
                  </a:lnTo>
                  <a:lnTo>
                    <a:pt x="290436" y="129794"/>
                  </a:lnTo>
                  <a:lnTo>
                    <a:pt x="289610" y="126809"/>
                  </a:lnTo>
                  <a:lnTo>
                    <a:pt x="287934" y="126911"/>
                  </a:lnTo>
                  <a:lnTo>
                    <a:pt x="287401" y="129971"/>
                  </a:lnTo>
                  <a:lnTo>
                    <a:pt x="287743" y="137452"/>
                  </a:lnTo>
                  <a:lnTo>
                    <a:pt x="288188" y="139115"/>
                  </a:lnTo>
                  <a:lnTo>
                    <a:pt x="286791" y="138772"/>
                  </a:lnTo>
                  <a:lnTo>
                    <a:pt x="283591" y="138976"/>
                  </a:lnTo>
                  <a:lnTo>
                    <a:pt x="280377" y="139179"/>
                  </a:lnTo>
                  <a:lnTo>
                    <a:pt x="277812" y="140144"/>
                  </a:lnTo>
                  <a:lnTo>
                    <a:pt x="277914" y="142100"/>
                  </a:lnTo>
                  <a:lnTo>
                    <a:pt x="280543" y="142722"/>
                  </a:lnTo>
                  <a:lnTo>
                    <a:pt x="286956" y="142328"/>
                  </a:lnTo>
                  <a:lnTo>
                    <a:pt x="288391" y="141795"/>
                  </a:lnTo>
                  <a:lnTo>
                    <a:pt x="288099" y="143510"/>
                  </a:lnTo>
                  <a:lnTo>
                    <a:pt x="288264" y="147256"/>
                  </a:lnTo>
                  <a:lnTo>
                    <a:pt x="288429" y="150990"/>
                  </a:lnTo>
                  <a:lnTo>
                    <a:pt x="289255" y="153974"/>
                  </a:lnTo>
                  <a:lnTo>
                    <a:pt x="290931" y="153873"/>
                  </a:lnTo>
                  <a:lnTo>
                    <a:pt x="291477" y="150799"/>
                  </a:lnTo>
                  <a:lnTo>
                    <a:pt x="291134" y="143319"/>
                  </a:lnTo>
                  <a:lnTo>
                    <a:pt x="290664" y="141643"/>
                  </a:lnTo>
                  <a:lnTo>
                    <a:pt x="292150" y="141998"/>
                  </a:lnTo>
                  <a:lnTo>
                    <a:pt x="295351" y="141795"/>
                  </a:lnTo>
                  <a:lnTo>
                    <a:pt x="298564" y="141592"/>
                  </a:lnTo>
                  <a:lnTo>
                    <a:pt x="301129" y="140639"/>
                  </a:lnTo>
                  <a:close/>
                </a:path>
                <a:path w="361315" h="282575">
                  <a:moveTo>
                    <a:pt x="360984" y="63347"/>
                  </a:moveTo>
                  <a:lnTo>
                    <a:pt x="351853" y="52705"/>
                  </a:lnTo>
                  <a:lnTo>
                    <a:pt x="351853" y="63347"/>
                  </a:lnTo>
                  <a:lnTo>
                    <a:pt x="341757" y="75133"/>
                  </a:lnTo>
                  <a:lnTo>
                    <a:pt x="342023" y="73634"/>
                  </a:lnTo>
                  <a:lnTo>
                    <a:pt x="341668" y="66167"/>
                  </a:lnTo>
                  <a:lnTo>
                    <a:pt x="341210" y="64490"/>
                  </a:lnTo>
                  <a:lnTo>
                    <a:pt x="342696" y="64833"/>
                  </a:lnTo>
                  <a:lnTo>
                    <a:pt x="345897" y="64630"/>
                  </a:lnTo>
                  <a:lnTo>
                    <a:pt x="349097" y="64439"/>
                  </a:lnTo>
                  <a:lnTo>
                    <a:pt x="351663" y="63474"/>
                  </a:lnTo>
                  <a:lnTo>
                    <a:pt x="351637" y="63106"/>
                  </a:lnTo>
                  <a:lnTo>
                    <a:pt x="351853" y="63347"/>
                  </a:lnTo>
                  <a:lnTo>
                    <a:pt x="351853" y="52705"/>
                  </a:lnTo>
                  <a:lnTo>
                    <a:pt x="349948" y="50482"/>
                  </a:lnTo>
                  <a:lnTo>
                    <a:pt x="349948" y="61137"/>
                  </a:lnTo>
                  <a:lnTo>
                    <a:pt x="348932" y="60883"/>
                  </a:lnTo>
                  <a:lnTo>
                    <a:pt x="342531" y="61290"/>
                  </a:lnTo>
                  <a:lnTo>
                    <a:pt x="341020" y="61861"/>
                  </a:lnTo>
                  <a:lnTo>
                    <a:pt x="341325" y="60109"/>
                  </a:lnTo>
                  <a:lnTo>
                    <a:pt x="341147" y="56362"/>
                  </a:lnTo>
                  <a:lnTo>
                    <a:pt x="340982" y="52628"/>
                  </a:lnTo>
                  <a:lnTo>
                    <a:pt x="340334" y="50330"/>
                  </a:lnTo>
                  <a:lnTo>
                    <a:pt x="340334" y="76784"/>
                  </a:lnTo>
                  <a:lnTo>
                    <a:pt x="306692" y="116039"/>
                  </a:lnTo>
                  <a:lnTo>
                    <a:pt x="295008" y="102425"/>
                  </a:lnTo>
                  <a:lnTo>
                    <a:pt x="297586" y="103035"/>
                  </a:lnTo>
                  <a:lnTo>
                    <a:pt x="303987" y="102628"/>
                  </a:lnTo>
                  <a:lnTo>
                    <a:pt x="305422" y="102095"/>
                  </a:lnTo>
                  <a:lnTo>
                    <a:pt x="305130" y="103822"/>
                  </a:lnTo>
                  <a:lnTo>
                    <a:pt x="305295" y="107556"/>
                  </a:lnTo>
                  <a:lnTo>
                    <a:pt x="305460" y="111290"/>
                  </a:lnTo>
                  <a:lnTo>
                    <a:pt x="306285" y="114274"/>
                  </a:lnTo>
                  <a:lnTo>
                    <a:pt x="307962" y="114173"/>
                  </a:lnTo>
                  <a:lnTo>
                    <a:pt x="308508" y="111099"/>
                  </a:lnTo>
                  <a:lnTo>
                    <a:pt x="308165" y="103632"/>
                  </a:lnTo>
                  <a:lnTo>
                    <a:pt x="307708" y="101955"/>
                  </a:lnTo>
                  <a:lnTo>
                    <a:pt x="309181" y="102298"/>
                  </a:lnTo>
                  <a:lnTo>
                    <a:pt x="312394" y="102095"/>
                  </a:lnTo>
                  <a:lnTo>
                    <a:pt x="315595" y="101904"/>
                  </a:lnTo>
                  <a:lnTo>
                    <a:pt x="318160" y="100939"/>
                  </a:lnTo>
                  <a:lnTo>
                    <a:pt x="318071" y="98983"/>
                  </a:lnTo>
                  <a:lnTo>
                    <a:pt x="315429" y="98348"/>
                  </a:lnTo>
                  <a:lnTo>
                    <a:pt x="309016" y="98755"/>
                  </a:lnTo>
                  <a:lnTo>
                    <a:pt x="307505" y="99326"/>
                  </a:lnTo>
                  <a:lnTo>
                    <a:pt x="307809" y="97574"/>
                  </a:lnTo>
                  <a:lnTo>
                    <a:pt x="307644" y="93827"/>
                  </a:lnTo>
                  <a:lnTo>
                    <a:pt x="307479" y="90093"/>
                  </a:lnTo>
                  <a:lnTo>
                    <a:pt x="306654" y="87109"/>
                  </a:lnTo>
                  <a:lnTo>
                    <a:pt x="304977" y="87210"/>
                  </a:lnTo>
                  <a:lnTo>
                    <a:pt x="304431" y="90284"/>
                  </a:lnTo>
                  <a:lnTo>
                    <a:pt x="304774" y="97751"/>
                  </a:lnTo>
                  <a:lnTo>
                    <a:pt x="305219" y="99428"/>
                  </a:lnTo>
                  <a:lnTo>
                    <a:pt x="303822" y="99085"/>
                  </a:lnTo>
                  <a:lnTo>
                    <a:pt x="300621" y="99275"/>
                  </a:lnTo>
                  <a:lnTo>
                    <a:pt x="297421" y="99479"/>
                  </a:lnTo>
                  <a:lnTo>
                    <a:pt x="294855" y="100444"/>
                  </a:lnTo>
                  <a:lnTo>
                    <a:pt x="294932" y="102349"/>
                  </a:lnTo>
                  <a:lnTo>
                    <a:pt x="262432" y="64427"/>
                  </a:lnTo>
                  <a:lnTo>
                    <a:pt x="264998" y="65024"/>
                  </a:lnTo>
                  <a:lnTo>
                    <a:pt x="271411" y="64630"/>
                  </a:lnTo>
                  <a:lnTo>
                    <a:pt x="272846" y="64096"/>
                  </a:lnTo>
                  <a:lnTo>
                    <a:pt x="272554" y="65811"/>
                  </a:lnTo>
                  <a:lnTo>
                    <a:pt x="272719" y="69545"/>
                  </a:lnTo>
                  <a:lnTo>
                    <a:pt x="272884" y="73291"/>
                  </a:lnTo>
                  <a:lnTo>
                    <a:pt x="273710" y="76276"/>
                  </a:lnTo>
                  <a:lnTo>
                    <a:pt x="275386" y="76161"/>
                  </a:lnTo>
                  <a:lnTo>
                    <a:pt x="275932" y="73101"/>
                  </a:lnTo>
                  <a:lnTo>
                    <a:pt x="275590" y="65620"/>
                  </a:lnTo>
                  <a:lnTo>
                    <a:pt x="275120" y="63957"/>
                  </a:lnTo>
                  <a:lnTo>
                    <a:pt x="276606" y="64300"/>
                  </a:lnTo>
                  <a:lnTo>
                    <a:pt x="279806" y="64096"/>
                  </a:lnTo>
                  <a:lnTo>
                    <a:pt x="283019" y="63893"/>
                  </a:lnTo>
                  <a:lnTo>
                    <a:pt x="285584" y="62928"/>
                  </a:lnTo>
                  <a:lnTo>
                    <a:pt x="285483" y="60972"/>
                  </a:lnTo>
                  <a:lnTo>
                    <a:pt x="282841" y="60350"/>
                  </a:lnTo>
                  <a:lnTo>
                    <a:pt x="276440" y="60744"/>
                  </a:lnTo>
                  <a:lnTo>
                    <a:pt x="274929" y="61315"/>
                  </a:lnTo>
                  <a:lnTo>
                    <a:pt x="275234" y="59563"/>
                  </a:lnTo>
                  <a:lnTo>
                    <a:pt x="275069" y="55829"/>
                  </a:lnTo>
                  <a:lnTo>
                    <a:pt x="274891" y="52082"/>
                  </a:lnTo>
                  <a:lnTo>
                    <a:pt x="274066" y="49098"/>
                  </a:lnTo>
                  <a:lnTo>
                    <a:pt x="273710" y="49123"/>
                  </a:lnTo>
                  <a:lnTo>
                    <a:pt x="305473" y="12077"/>
                  </a:lnTo>
                  <a:lnTo>
                    <a:pt x="305054" y="14452"/>
                  </a:lnTo>
                  <a:lnTo>
                    <a:pt x="305396" y="21932"/>
                  </a:lnTo>
                  <a:lnTo>
                    <a:pt x="305841" y="23596"/>
                  </a:lnTo>
                  <a:lnTo>
                    <a:pt x="304444" y="23253"/>
                  </a:lnTo>
                  <a:lnTo>
                    <a:pt x="301244" y="23456"/>
                  </a:lnTo>
                  <a:lnTo>
                    <a:pt x="298043" y="23660"/>
                  </a:lnTo>
                  <a:lnTo>
                    <a:pt x="295478" y="24612"/>
                  </a:lnTo>
                  <a:lnTo>
                    <a:pt x="295567" y="26581"/>
                  </a:lnTo>
                  <a:lnTo>
                    <a:pt x="298208" y="27203"/>
                  </a:lnTo>
                  <a:lnTo>
                    <a:pt x="304609" y="26809"/>
                  </a:lnTo>
                  <a:lnTo>
                    <a:pt x="306044" y="26276"/>
                  </a:lnTo>
                  <a:lnTo>
                    <a:pt x="305752" y="27990"/>
                  </a:lnTo>
                  <a:lnTo>
                    <a:pt x="305917" y="31724"/>
                  </a:lnTo>
                  <a:lnTo>
                    <a:pt x="306082" y="35471"/>
                  </a:lnTo>
                  <a:lnTo>
                    <a:pt x="306908" y="38455"/>
                  </a:lnTo>
                  <a:lnTo>
                    <a:pt x="308584" y="38354"/>
                  </a:lnTo>
                  <a:lnTo>
                    <a:pt x="309130" y="35280"/>
                  </a:lnTo>
                  <a:lnTo>
                    <a:pt x="308787" y="27800"/>
                  </a:lnTo>
                  <a:lnTo>
                    <a:pt x="308330" y="26136"/>
                  </a:lnTo>
                  <a:lnTo>
                    <a:pt x="309803" y="26479"/>
                  </a:lnTo>
                  <a:lnTo>
                    <a:pt x="313016" y="26276"/>
                  </a:lnTo>
                  <a:lnTo>
                    <a:pt x="316217" y="26073"/>
                  </a:lnTo>
                  <a:lnTo>
                    <a:pt x="318782" y="25107"/>
                  </a:lnTo>
                  <a:lnTo>
                    <a:pt x="318757" y="24765"/>
                  </a:lnTo>
                  <a:lnTo>
                    <a:pt x="340106" y="49657"/>
                  </a:lnTo>
                  <a:lnTo>
                    <a:pt x="338480" y="49745"/>
                  </a:lnTo>
                  <a:lnTo>
                    <a:pt x="337934" y="52819"/>
                  </a:lnTo>
                  <a:lnTo>
                    <a:pt x="338289" y="60286"/>
                  </a:lnTo>
                  <a:lnTo>
                    <a:pt x="338734" y="61963"/>
                  </a:lnTo>
                  <a:lnTo>
                    <a:pt x="337337" y="61620"/>
                  </a:lnTo>
                  <a:lnTo>
                    <a:pt x="334124" y="61810"/>
                  </a:lnTo>
                  <a:lnTo>
                    <a:pt x="330923" y="62014"/>
                  </a:lnTo>
                  <a:lnTo>
                    <a:pt x="328358" y="62979"/>
                  </a:lnTo>
                  <a:lnTo>
                    <a:pt x="328447" y="64935"/>
                  </a:lnTo>
                  <a:lnTo>
                    <a:pt x="331089" y="65570"/>
                  </a:lnTo>
                  <a:lnTo>
                    <a:pt x="337502" y="65163"/>
                  </a:lnTo>
                  <a:lnTo>
                    <a:pt x="338924" y="64630"/>
                  </a:lnTo>
                  <a:lnTo>
                    <a:pt x="338632" y="66357"/>
                  </a:lnTo>
                  <a:lnTo>
                    <a:pt x="338797" y="70091"/>
                  </a:lnTo>
                  <a:lnTo>
                    <a:pt x="338975" y="73825"/>
                  </a:lnTo>
                  <a:lnTo>
                    <a:pt x="339801" y="76809"/>
                  </a:lnTo>
                  <a:lnTo>
                    <a:pt x="340334" y="76784"/>
                  </a:lnTo>
                  <a:lnTo>
                    <a:pt x="340334" y="50330"/>
                  </a:lnTo>
                  <a:lnTo>
                    <a:pt x="340169" y="49733"/>
                  </a:lnTo>
                  <a:lnTo>
                    <a:pt x="349948" y="61137"/>
                  </a:lnTo>
                  <a:lnTo>
                    <a:pt x="349948" y="50482"/>
                  </a:lnTo>
                  <a:lnTo>
                    <a:pt x="317055" y="12103"/>
                  </a:lnTo>
                  <a:lnTo>
                    <a:pt x="317055" y="22771"/>
                  </a:lnTo>
                  <a:lnTo>
                    <a:pt x="316052" y="22529"/>
                  </a:lnTo>
                  <a:lnTo>
                    <a:pt x="309638" y="22923"/>
                  </a:lnTo>
                  <a:lnTo>
                    <a:pt x="308127" y="23495"/>
                  </a:lnTo>
                  <a:lnTo>
                    <a:pt x="308432" y="21742"/>
                  </a:lnTo>
                  <a:lnTo>
                    <a:pt x="308267" y="18008"/>
                  </a:lnTo>
                  <a:lnTo>
                    <a:pt x="308102" y="14262"/>
                  </a:lnTo>
                  <a:lnTo>
                    <a:pt x="307289" y="11366"/>
                  </a:lnTo>
                  <a:lnTo>
                    <a:pt x="317055" y="22771"/>
                  </a:lnTo>
                  <a:lnTo>
                    <a:pt x="317055" y="12103"/>
                  </a:lnTo>
                  <a:lnTo>
                    <a:pt x="315823" y="10655"/>
                  </a:lnTo>
                  <a:lnTo>
                    <a:pt x="307225" y="635"/>
                  </a:lnTo>
                  <a:lnTo>
                    <a:pt x="307225" y="11290"/>
                  </a:lnTo>
                  <a:lnTo>
                    <a:pt x="306082" y="11366"/>
                  </a:lnTo>
                  <a:lnTo>
                    <a:pt x="306692" y="10655"/>
                  </a:lnTo>
                  <a:lnTo>
                    <a:pt x="307225" y="11290"/>
                  </a:lnTo>
                  <a:lnTo>
                    <a:pt x="307225" y="635"/>
                  </a:lnTo>
                  <a:lnTo>
                    <a:pt x="306692" y="0"/>
                  </a:lnTo>
                  <a:lnTo>
                    <a:pt x="272643" y="39712"/>
                  </a:lnTo>
                  <a:lnTo>
                    <a:pt x="272643" y="61417"/>
                  </a:lnTo>
                  <a:lnTo>
                    <a:pt x="271246" y="61074"/>
                  </a:lnTo>
                  <a:lnTo>
                    <a:pt x="268046" y="61277"/>
                  </a:lnTo>
                  <a:lnTo>
                    <a:pt x="264833" y="61480"/>
                  </a:lnTo>
                  <a:lnTo>
                    <a:pt x="262356" y="62407"/>
                  </a:lnTo>
                  <a:lnTo>
                    <a:pt x="262356" y="64338"/>
                  </a:lnTo>
                  <a:lnTo>
                    <a:pt x="261518" y="63347"/>
                  </a:lnTo>
                  <a:lnTo>
                    <a:pt x="262267" y="62484"/>
                  </a:lnTo>
                  <a:lnTo>
                    <a:pt x="262356" y="64338"/>
                  </a:lnTo>
                  <a:lnTo>
                    <a:pt x="262356" y="62407"/>
                  </a:lnTo>
                  <a:lnTo>
                    <a:pt x="272059" y="51054"/>
                  </a:lnTo>
                  <a:lnTo>
                    <a:pt x="271843" y="52273"/>
                  </a:lnTo>
                  <a:lnTo>
                    <a:pt x="272199" y="59753"/>
                  </a:lnTo>
                  <a:lnTo>
                    <a:pt x="272643" y="61417"/>
                  </a:lnTo>
                  <a:lnTo>
                    <a:pt x="272643" y="39712"/>
                  </a:lnTo>
                  <a:lnTo>
                    <a:pt x="256159" y="58928"/>
                  </a:lnTo>
                  <a:lnTo>
                    <a:pt x="250825" y="52705"/>
                  </a:lnTo>
                  <a:lnTo>
                    <a:pt x="250825" y="63347"/>
                  </a:lnTo>
                  <a:lnTo>
                    <a:pt x="240703" y="75145"/>
                  </a:lnTo>
                  <a:lnTo>
                    <a:pt x="240982" y="73634"/>
                  </a:lnTo>
                  <a:lnTo>
                    <a:pt x="240639" y="66167"/>
                  </a:lnTo>
                  <a:lnTo>
                    <a:pt x="240169" y="64490"/>
                  </a:lnTo>
                  <a:lnTo>
                    <a:pt x="241655" y="64833"/>
                  </a:lnTo>
                  <a:lnTo>
                    <a:pt x="244856" y="64630"/>
                  </a:lnTo>
                  <a:lnTo>
                    <a:pt x="248069" y="64439"/>
                  </a:lnTo>
                  <a:lnTo>
                    <a:pt x="250634" y="63474"/>
                  </a:lnTo>
                  <a:lnTo>
                    <a:pt x="250609" y="63106"/>
                  </a:lnTo>
                  <a:lnTo>
                    <a:pt x="250825" y="63347"/>
                  </a:lnTo>
                  <a:lnTo>
                    <a:pt x="250825" y="52705"/>
                  </a:lnTo>
                  <a:lnTo>
                    <a:pt x="248920" y="50482"/>
                  </a:lnTo>
                  <a:lnTo>
                    <a:pt x="248920" y="61137"/>
                  </a:lnTo>
                  <a:lnTo>
                    <a:pt x="247891" y="60883"/>
                  </a:lnTo>
                  <a:lnTo>
                    <a:pt x="241490" y="61290"/>
                  </a:lnTo>
                  <a:lnTo>
                    <a:pt x="239979" y="61861"/>
                  </a:lnTo>
                  <a:lnTo>
                    <a:pt x="240284" y="60109"/>
                  </a:lnTo>
                  <a:lnTo>
                    <a:pt x="240118" y="56362"/>
                  </a:lnTo>
                  <a:lnTo>
                    <a:pt x="239953" y="52628"/>
                  </a:lnTo>
                  <a:lnTo>
                    <a:pt x="239306" y="50355"/>
                  </a:lnTo>
                  <a:lnTo>
                    <a:pt x="239306" y="76784"/>
                  </a:lnTo>
                  <a:lnTo>
                    <a:pt x="205651" y="116039"/>
                  </a:lnTo>
                  <a:lnTo>
                    <a:pt x="193967" y="102425"/>
                  </a:lnTo>
                  <a:lnTo>
                    <a:pt x="196545" y="103035"/>
                  </a:lnTo>
                  <a:lnTo>
                    <a:pt x="202958" y="102628"/>
                  </a:lnTo>
                  <a:lnTo>
                    <a:pt x="204381" y="102095"/>
                  </a:lnTo>
                  <a:lnTo>
                    <a:pt x="204089" y="103822"/>
                  </a:lnTo>
                  <a:lnTo>
                    <a:pt x="204254" y="107556"/>
                  </a:lnTo>
                  <a:lnTo>
                    <a:pt x="204431" y="111290"/>
                  </a:lnTo>
                  <a:lnTo>
                    <a:pt x="205257" y="114274"/>
                  </a:lnTo>
                  <a:lnTo>
                    <a:pt x="206933" y="114173"/>
                  </a:lnTo>
                  <a:lnTo>
                    <a:pt x="207479" y="111099"/>
                  </a:lnTo>
                  <a:lnTo>
                    <a:pt x="207124" y="103632"/>
                  </a:lnTo>
                  <a:lnTo>
                    <a:pt x="206667" y="101955"/>
                  </a:lnTo>
                  <a:lnTo>
                    <a:pt x="208153" y="102298"/>
                  </a:lnTo>
                  <a:lnTo>
                    <a:pt x="211353" y="102095"/>
                  </a:lnTo>
                  <a:lnTo>
                    <a:pt x="214553" y="101904"/>
                  </a:lnTo>
                  <a:lnTo>
                    <a:pt x="217119" y="100939"/>
                  </a:lnTo>
                  <a:lnTo>
                    <a:pt x="217030" y="98983"/>
                  </a:lnTo>
                  <a:lnTo>
                    <a:pt x="214388" y="98348"/>
                  </a:lnTo>
                  <a:lnTo>
                    <a:pt x="207987" y="98755"/>
                  </a:lnTo>
                  <a:lnTo>
                    <a:pt x="206476" y="99326"/>
                  </a:lnTo>
                  <a:lnTo>
                    <a:pt x="206781" y="97574"/>
                  </a:lnTo>
                  <a:lnTo>
                    <a:pt x="206603" y="93827"/>
                  </a:lnTo>
                  <a:lnTo>
                    <a:pt x="206438" y="90093"/>
                  </a:lnTo>
                  <a:lnTo>
                    <a:pt x="205613" y="87109"/>
                  </a:lnTo>
                  <a:lnTo>
                    <a:pt x="203936" y="87210"/>
                  </a:lnTo>
                  <a:lnTo>
                    <a:pt x="203390" y="90284"/>
                  </a:lnTo>
                  <a:lnTo>
                    <a:pt x="203733" y="97751"/>
                  </a:lnTo>
                  <a:lnTo>
                    <a:pt x="204190" y="99428"/>
                  </a:lnTo>
                  <a:lnTo>
                    <a:pt x="202793" y="99085"/>
                  </a:lnTo>
                  <a:lnTo>
                    <a:pt x="199580" y="99275"/>
                  </a:lnTo>
                  <a:lnTo>
                    <a:pt x="196380" y="99479"/>
                  </a:lnTo>
                  <a:lnTo>
                    <a:pt x="193814" y="100444"/>
                  </a:lnTo>
                  <a:lnTo>
                    <a:pt x="193890" y="102349"/>
                  </a:lnTo>
                  <a:lnTo>
                    <a:pt x="161391" y="64427"/>
                  </a:lnTo>
                  <a:lnTo>
                    <a:pt x="163969" y="65024"/>
                  </a:lnTo>
                  <a:lnTo>
                    <a:pt x="170370" y="64630"/>
                  </a:lnTo>
                  <a:lnTo>
                    <a:pt x="171805" y="64096"/>
                  </a:lnTo>
                  <a:lnTo>
                    <a:pt x="171513" y="65811"/>
                  </a:lnTo>
                  <a:lnTo>
                    <a:pt x="171678" y="69545"/>
                  </a:lnTo>
                  <a:lnTo>
                    <a:pt x="171843" y="73291"/>
                  </a:lnTo>
                  <a:lnTo>
                    <a:pt x="172669" y="76276"/>
                  </a:lnTo>
                  <a:lnTo>
                    <a:pt x="174345" y="76161"/>
                  </a:lnTo>
                  <a:lnTo>
                    <a:pt x="174891" y="73101"/>
                  </a:lnTo>
                  <a:lnTo>
                    <a:pt x="174548" y="65620"/>
                  </a:lnTo>
                  <a:lnTo>
                    <a:pt x="174091" y="63957"/>
                  </a:lnTo>
                  <a:lnTo>
                    <a:pt x="175564" y="64300"/>
                  </a:lnTo>
                  <a:lnTo>
                    <a:pt x="178777" y="64096"/>
                  </a:lnTo>
                  <a:lnTo>
                    <a:pt x="181978" y="63893"/>
                  </a:lnTo>
                  <a:lnTo>
                    <a:pt x="184543" y="62928"/>
                  </a:lnTo>
                  <a:lnTo>
                    <a:pt x="184442" y="60972"/>
                  </a:lnTo>
                  <a:lnTo>
                    <a:pt x="181813" y="60350"/>
                  </a:lnTo>
                  <a:lnTo>
                    <a:pt x="175399" y="60744"/>
                  </a:lnTo>
                  <a:lnTo>
                    <a:pt x="173888" y="61315"/>
                  </a:lnTo>
                  <a:lnTo>
                    <a:pt x="174193" y="59563"/>
                  </a:lnTo>
                  <a:lnTo>
                    <a:pt x="174028" y="55829"/>
                  </a:lnTo>
                  <a:lnTo>
                    <a:pt x="173863" y="52082"/>
                  </a:lnTo>
                  <a:lnTo>
                    <a:pt x="173037" y="49098"/>
                  </a:lnTo>
                  <a:lnTo>
                    <a:pt x="172669" y="49123"/>
                  </a:lnTo>
                  <a:lnTo>
                    <a:pt x="204431" y="12077"/>
                  </a:lnTo>
                  <a:lnTo>
                    <a:pt x="204012" y="14452"/>
                  </a:lnTo>
                  <a:lnTo>
                    <a:pt x="204355" y="21932"/>
                  </a:lnTo>
                  <a:lnTo>
                    <a:pt x="204800" y="23596"/>
                  </a:lnTo>
                  <a:lnTo>
                    <a:pt x="203403" y="23253"/>
                  </a:lnTo>
                  <a:lnTo>
                    <a:pt x="200202" y="23456"/>
                  </a:lnTo>
                  <a:lnTo>
                    <a:pt x="197002" y="23660"/>
                  </a:lnTo>
                  <a:lnTo>
                    <a:pt x="194437" y="24612"/>
                  </a:lnTo>
                  <a:lnTo>
                    <a:pt x="194525" y="26581"/>
                  </a:lnTo>
                  <a:lnTo>
                    <a:pt x="197167" y="27203"/>
                  </a:lnTo>
                  <a:lnTo>
                    <a:pt x="203581" y="26809"/>
                  </a:lnTo>
                  <a:lnTo>
                    <a:pt x="205003" y="26276"/>
                  </a:lnTo>
                  <a:lnTo>
                    <a:pt x="204711" y="27990"/>
                  </a:lnTo>
                  <a:lnTo>
                    <a:pt x="204876" y="31724"/>
                  </a:lnTo>
                  <a:lnTo>
                    <a:pt x="205054" y="35471"/>
                  </a:lnTo>
                  <a:lnTo>
                    <a:pt x="205879" y="38455"/>
                  </a:lnTo>
                  <a:lnTo>
                    <a:pt x="207556" y="38354"/>
                  </a:lnTo>
                  <a:lnTo>
                    <a:pt x="208102" y="35280"/>
                  </a:lnTo>
                  <a:lnTo>
                    <a:pt x="207746" y="27800"/>
                  </a:lnTo>
                  <a:lnTo>
                    <a:pt x="207289" y="26123"/>
                  </a:lnTo>
                  <a:lnTo>
                    <a:pt x="208775" y="26479"/>
                  </a:lnTo>
                  <a:lnTo>
                    <a:pt x="211975" y="26276"/>
                  </a:lnTo>
                  <a:lnTo>
                    <a:pt x="215176" y="26073"/>
                  </a:lnTo>
                  <a:lnTo>
                    <a:pt x="217741" y="25107"/>
                  </a:lnTo>
                  <a:lnTo>
                    <a:pt x="217716" y="24765"/>
                  </a:lnTo>
                  <a:lnTo>
                    <a:pt x="239077" y="49657"/>
                  </a:lnTo>
                  <a:lnTo>
                    <a:pt x="237439" y="49745"/>
                  </a:lnTo>
                  <a:lnTo>
                    <a:pt x="236905" y="52819"/>
                  </a:lnTo>
                  <a:lnTo>
                    <a:pt x="237248" y="60286"/>
                  </a:lnTo>
                  <a:lnTo>
                    <a:pt x="237693" y="61963"/>
                  </a:lnTo>
                  <a:lnTo>
                    <a:pt x="236296" y="61620"/>
                  </a:lnTo>
                  <a:lnTo>
                    <a:pt x="233095" y="61810"/>
                  </a:lnTo>
                  <a:lnTo>
                    <a:pt x="229882" y="62014"/>
                  </a:lnTo>
                  <a:lnTo>
                    <a:pt x="227317" y="62979"/>
                  </a:lnTo>
                  <a:lnTo>
                    <a:pt x="227418" y="64935"/>
                  </a:lnTo>
                  <a:lnTo>
                    <a:pt x="230060" y="65570"/>
                  </a:lnTo>
                  <a:lnTo>
                    <a:pt x="236461" y="65163"/>
                  </a:lnTo>
                  <a:lnTo>
                    <a:pt x="237896" y="64630"/>
                  </a:lnTo>
                  <a:lnTo>
                    <a:pt x="237591" y="66357"/>
                  </a:lnTo>
                  <a:lnTo>
                    <a:pt x="237769" y="70091"/>
                  </a:lnTo>
                  <a:lnTo>
                    <a:pt x="237934" y="73825"/>
                  </a:lnTo>
                  <a:lnTo>
                    <a:pt x="238760" y="76809"/>
                  </a:lnTo>
                  <a:lnTo>
                    <a:pt x="239306" y="76784"/>
                  </a:lnTo>
                  <a:lnTo>
                    <a:pt x="239306" y="50355"/>
                  </a:lnTo>
                  <a:lnTo>
                    <a:pt x="239128" y="49720"/>
                  </a:lnTo>
                  <a:lnTo>
                    <a:pt x="248920" y="61137"/>
                  </a:lnTo>
                  <a:lnTo>
                    <a:pt x="248920" y="50482"/>
                  </a:lnTo>
                  <a:lnTo>
                    <a:pt x="216014" y="12103"/>
                  </a:lnTo>
                  <a:lnTo>
                    <a:pt x="216014" y="22771"/>
                  </a:lnTo>
                  <a:lnTo>
                    <a:pt x="215011" y="22529"/>
                  </a:lnTo>
                  <a:lnTo>
                    <a:pt x="208610" y="22923"/>
                  </a:lnTo>
                  <a:lnTo>
                    <a:pt x="207086" y="23507"/>
                  </a:lnTo>
                  <a:lnTo>
                    <a:pt x="207391" y="21742"/>
                  </a:lnTo>
                  <a:lnTo>
                    <a:pt x="207225" y="18008"/>
                  </a:lnTo>
                  <a:lnTo>
                    <a:pt x="207060" y="14262"/>
                  </a:lnTo>
                  <a:lnTo>
                    <a:pt x="206248" y="11366"/>
                  </a:lnTo>
                  <a:lnTo>
                    <a:pt x="216014" y="22771"/>
                  </a:lnTo>
                  <a:lnTo>
                    <a:pt x="216014" y="12103"/>
                  </a:lnTo>
                  <a:lnTo>
                    <a:pt x="214782" y="10655"/>
                  </a:lnTo>
                  <a:lnTo>
                    <a:pt x="206184" y="635"/>
                  </a:lnTo>
                  <a:lnTo>
                    <a:pt x="206184" y="11290"/>
                  </a:lnTo>
                  <a:lnTo>
                    <a:pt x="205041" y="11366"/>
                  </a:lnTo>
                  <a:lnTo>
                    <a:pt x="205651" y="10655"/>
                  </a:lnTo>
                  <a:lnTo>
                    <a:pt x="206184" y="11290"/>
                  </a:lnTo>
                  <a:lnTo>
                    <a:pt x="206184" y="635"/>
                  </a:lnTo>
                  <a:lnTo>
                    <a:pt x="205651" y="0"/>
                  </a:lnTo>
                  <a:lnTo>
                    <a:pt x="171602" y="39712"/>
                  </a:lnTo>
                  <a:lnTo>
                    <a:pt x="171602" y="61417"/>
                  </a:lnTo>
                  <a:lnTo>
                    <a:pt x="170205" y="61074"/>
                  </a:lnTo>
                  <a:lnTo>
                    <a:pt x="167005" y="61277"/>
                  </a:lnTo>
                  <a:lnTo>
                    <a:pt x="163804" y="61480"/>
                  </a:lnTo>
                  <a:lnTo>
                    <a:pt x="161315" y="62420"/>
                  </a:lnTo>
                  <a:lnTo>
                    <a:pt x="161315" y="64338"/>
                  </a:lnTo>
                  <a:lnTo>
                    <a:pt x="160477" y="63347"/>
                  </a:lnTo>
                  <a:lnTo>
                    <a:pt x="161239" y="62458"/>
                  </a:lnTo>
                  <a:lnTo>
                    <a:pt x="161315" y="64338"/>
                  </a:lnTo>
                  <a:lnTo>
                    <a:pt x="161315" y="62420"/>
                  </a:lnTo>
                  <a:lnTo>
                    <a:pt x="171030" y="51041"/>
                  </a:lnTo>
                  <a:lnTo>
                    <a:pt x="170815" y="52273"/>
                  </a:lnTo>
                  <a:lnTo>
                    <a:pt x="171157" y="59753"/>
                  </a:lnTo>
                  <a:lnTo>
                    <a:pt x="171602" y="61417"/>
                  </a:lnTo>
                  <a:lnTo>
                    <a:pt x="171602" y="39712"/>
                  </a:lnTo>
                  <a:lnTo>
                    <a:pt x="151333" y="63347"/>
                  </a:lnTo>
                  <a:lnTo>
                    <a:pt x="205651" y="126695"/>
                  </a:lnTo>
                  <a:lnTo>
                    <a:pt x="214782" y="116039"/>
                  </a:lnTo>
                  <a:lnTo>
                    <a:pt x="256159" y="67779"/>
                  </a:lnTo>
                  <a:lnTo>
                    <a:pt x="306692" y="126695"/>
                  </a:lnTo>
                  <a:lnTo>
                    <a:pt x="315823" y="116039"/>
                  </a:lnTo>
                  <a:lnTo>
                    <a:pt x="360984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7" name="object 2067" descr=""/>
            <p:cNvSpPr/>
            <p:nvPr/>
          </p:nvSpPr>
          <p:spPr>
            <a:xfrm>
              <a:off x="8402244" y="6744709"/>
              <a:ext cx="310515" cy="204470"/>
            </a:xfrm>
            <a:custGeom>
              <a:avLst/>
              <a:gdLst/>
              <a:ahLst/>
              <a:cxnLst/>
              <a:rect l="l" t="t" r="r" b="b"/>
              <a:pathLst>
                <a:path w="310515" h="204470">
                  <a:moveTo>
                    <a:pt x="116090" y="100939"/>
                  </a:moveTo>
                  <a:lnTo>
                    <a:pt x="115989" y="98983"/>
                  </a:lnTo>
                  <a:lnTo>
                    <a:pt x="113347" y="98348"/>
                  </a:lnTo>
                  <a:lnTo>
                    <a:pt x="106946" y="98742"/>
                  </a:lnTo>
                  <a:lnTo>
                    <a:pt x="104394" y="99707"/>
                  </a:lnTo>
                  <a:lnTo>
                    <a:pt x="101752" y="99072"/>
                  </a:lnTo>
                  <a:lnTo>
                    <a:pt x="98552" y="99275"/>
                  </a:lnTo>
                  <a:lnTo>
                    <a:pt x="95338" y="99479"/>
                  </a:lnTo>
                  <a:lnTo>
                    <a:pt x="92773" y="100444"/>
                  </a:lnTo>
                  <a:lnTo>
                    <a:pt x="92875" y="102400"/>
                  </a:lnTo>
                  <a:lnTo>
                    <a:pt x="95504" y="103022"/>
                  </a:lnTo>
                  <a:lnTo>
                    <a:pt x="101917" y="102628"/>
                  </a:lnTo>
                  <a:lnTo>
                    <a:pt x="103352" y="102095"/>
                  </a:lnTo>
                  <a:lnTo>
                    <a:pt x="103060" y="103809"/>
                  </a:lnTo>
                  <a:lnTo>
                    <a:pt x="103225" y="107556"/>
                  </a:lnTo>
                  <a:lnTo>
                    <a:pt x="103390" y="111290"/>
                  </a:lnTo>
                  <a:lnTo>
                    <a:pt x="104216" y="114274"/>
                  </a:lnTo>
                  <a:lnTo>
                    <a:pt x="105892" y="114173"/>
                  </a:lnTo>
                  <a:lnTo>
                    <a:pt x="106438" y="111099"/>
                  </a:lnTo>
                  <a:lnTo>
                    <a:pt x="106095" y="103632"/>
                  </a:lnTo>
                  <a:lnTo>
                    <a:pt x="105625" y="101942"/>
                  </a:lnTo>
                  <a:lnTo>
                    <a:pt x="107111" y="102298"/>
                  </a:lnTo>
                  <a:lnTo>
                    <a:pt x="110312" y="102095"/>
                  </a:lnTo>
                  <a:lnTo>
                    <a:pt x="113525" y="101904"/>
                  </a:lnTo>
                  <a:lnTo>
                    <a:pt x="116090" y="100939"/>
                  </a:lnTo>
                  <a:close/>
                </a:path>
                <a:path w="310515" h="204470">
                  <a:moveTo>
                    <a:pt x="116713" y="25107"/>
                  </a:moveTo>
                  <a:lnTo>
                    <a:pt x="116611" y="23152"/>
                  </a:lnTo>
                  <a:lnTo>
                    <a:pt x="113969" y="22529"/>
                  </a:lnTo>
                  <a:lnTo>
                    <a:pt x="107569" y="22923"/>
                  </a:lnTo>
                  <a:lnTo>
                    <a:pt x="106057" y="23495"/>
                  </a:lnTo>
                  <a:lnTo>
                    <a:pt x="106362" y="21742"/>
                  </a:lnTo>
                  <a:lnTo>
                    <a:pt x="106197" y="17995"/>
                  </a:lnTo>
                  <a:lnTo>
                    <a:pt x="106019" y="14262"/>
                  </a:lnTo>
                  <a:lnTo>
                    <a:pt x="105194" y="11277"/>
                  </a:lnTo>
                  <a:lnTo>
                    <a:pt x="103517" y="11379"/>
                  </a:lnTo>
                  <a:lnTo>
                    <a:pt x="102971" y="14452"/>
                  </a:lnTo>
                  <a:lnTo>
                    <a:pt x="103327" y="21932"/>
                  </a:lnTo>
                  <a:lnTo>
                    <a:pt x="103771" y="23596"/>
                  </a:lnTo>
                  <a:lnTo>
                    <a:pt x="102374" y="23253"/>
                  </a:lnTo>
                  <a:lnTo>
                    <a:pt x="99174" y="23456"/>
                  </a:lnTo>
                  <a:lnTo>
                    <a:pt x="95961" y="23647"/>
                  </a:lnTo>
                  <a:lnTo>
                    <a:pt x="93395" y="24612"/>
                  </a:lnTo>
                  <a:lnTo>
                    <a:pt x="93497" y="26568"/>
                  </a:lnTo>
                  <a:lnTo>
                    <a:pt x="96126" y="27203"/>
                  </a:lnTo>
                  <a:lnTo>
                    <a:pt x="102539" y="26797"/>
                  </a:lnTo>
                  <a:lnTo>
                    <a:pt x="103974" y="26263"/>
                  </a:lnTo>
                  <a:lnTo>
                    <a:pt x="103682" y="27990"/>
                  </a:lnTo>
                  <a:lnTo>
                    <a:pt x="103847" y="31724"/>
                  </a:lnTo>
                  <a:lnTo>
                    <a:pt x="104013" y="35471"/>
                  </a:lnTo>
                  <a:lnTo>
                    <a:pt x="104838" y="38455"/>
                  </a:lnTo>
                  <a:lnTo>
                    <a:pt x="106514" y="38341"/>
                  </a:lnTo>
                  <a:lnTo>
                    <a:pt x="107061" y="35280"/>
                  </a:lnTo>
                  <a:lnTo>
                    <a:pt x="106718" y="27800"/>
                  </a:lnTo>
                  <a:lnTo>
                    <a:pt x="106248" y="26123"/>
                  </a:lnTo>
                  <a:lnTo>
                    <a:pt x="107734" y="26466"/>
                  </a:lnTo>
                  <a:lnTo>
                    <a:pt x="110934" y="26276"/>
                  </a:lnTo>
                  <a:lnTo>
                    <a:pt x="114147" y="26073"/>
                  </a:lnTo>
                  <a:lnTo>
                    <a:pt x="116713" y="25107"/>
                  </a:lnTo>
                  <a:close/>
                </a:path>
                <a:path w="310515" h="204470">
                  <a:moveTo>
                    <a:pt x="149593" y="63474"/>
                  </a:moveTo>
                  <a:lnTo>
                    <a:pt x="149504" y="61518"/>
                  </a:lnTo>
                  <a:lnTo>
                    <a:pt x="146862" y="60883"/>
                  </a:lnTo>
                  <a:lnTo>
                    <a:pt x="140449" y="61277"/>
                  </a:lnTo>
                  <a:lnTo>
                    <a:pt x="138938" y="61849"/>
                  </a:lnTo>
                  <a:lnTo>
                    <a:pt x="139242" y="60096"/>
                  </a:lnTo>
                  <a:lnTo>
                    <a:pt x="139077" y="56362"/>
                  </a:lnTo>
                  <a:lnTo>
                    <a:pt x="138912" y="52628"/>
                  </a:lnTo>
                  <a:lnTo>
                    <a:pt x="138087" y="49644"/>
                  </a:lnTo>
                  <a:lnTo>
                    <a:pt x="136410" y="49745"/>
                  </a:lnTo>
                  <a:lnTo>
                    <a:pt x="135864" y="52819"/>
                  </a:lnTo>
                  <a:lnTo>
                    <a:pt x="136207" y="60286"/>
                  </a:lnTo>
                  <a:lnTo>
                    <a:pt x="136652" y="61963"/>
                  </a:lnTo>
                  <a:lnTo>
                    <a:pt x="135255" y="61620"/>
                  </a:lnTo>
                  <a:lnTo>
                    <a:pt x="132054" y="61810"/>
                  </a:lnTo>
                  <a:lnTo>
                    <a:pt x="128854" y="62014"/>
                  </a:lnTo>
                  <a:lnTo>
                    <a:pt x="126288" y="62979"/>
                  </a:lnTo>
                  <a:lnTo>
                    <a:pt x="126377" y="64935"/>
                  </a:lnTo>
                  <a:lnTo>
                    <a:pt x="129019" y="65557"/>
                  </a:lnTo>
                  <a:lnTo>
                    <a:pt x="135420" y="65163"/>
                  </a:lnTo>
                  <a:lnTo>
                    <a:pt x="136855" y="64630"/>
                  </a:lnTo>
                  <a:lnTo>
                    <a:pt x="136563" y="66344"/>
                  </a:lnTo>
                  <a:lnTo>
                    <a:pt x="136728" y="70091"/>
                  </a:lnTo>
                  <a:lnTo>
                    <a:pt x="136893" y="73825"/>
                  </a:lnTo>
                  <a:lnTo>
                    <a:pt x="137718" y="76809"/>
                  </a:lnTo>
                  <a:lnTo>
                    <a:pt x="139395" y="76708"/>
                  </a:lnTo>
                  <a:lnTo>
                    <a:pt x="139941" y="73634"/>
                  </a:lnTo>
                  <a:lnTo>
                    <a:pt x="139598" y="66154"/>
                  </a:lnTo>
                  <a:lnTo>
                    <a:pt x="139141" y="64477"/>
                  </a:lnTo>
                  <a:lnTo>
                    <a:pt x="140614" y="64833"/>
                  </a:lnTo>
                  <a:lnTo>
                    <a:pt x="143827" y="64630"/>
                  </a:lnTo>
                  <a:lnTo>
                    <a:pt x="147027" y="64439"/>
                  </a:lnTo>
                  <a:lnTo>
                    <a:pt x="149593" y="63474"/>
                  </a:lnTo>
                  <a:close/>
                </a:path>
                <a:path w="310515" h="204470">
                  <a:moveTo>
                    <a:pt x="259956" y="63347"/>
                  </a:moveTo>
                  <a:lnTo>
                    <a:pt x="250825" y="52705"/>
                  </a:lnTo>
                  <a:lnTo>
                    <a:pt x="250825" y="63347"/>
                  </a:lnTo>
                  <a:lnTo>
                    <a:pt x="205651" y="116039"/>
                  </a:lnTo>
                  <a:lnTo>
                    <a:pt x="193967" y="102425"/>
                  </a:lnTo>
                  <a:lnTo>
                    <a:pt x="196545" y="103022"/>
                  </a:lnTo>
                  <a:lnTo>
                    <a:pt x="202958" y="102628"/>
                  </a:lnTo>
                  <a:lnTo>
                    <a:pt x="204381" y="102095"/>
                  </a:lnTo>
                  <a:lnTo>
                    <a:pt x="204089" y="103809"/>
                  </a:lnTo>
                  <a:lnTo>
                    <a:pt x="204254" y="107556"/>
                  </a:lnTo>
                  <a:lnTo>
                    <a:pt x="204431" y="111290"/>
                  </a:lnTo>
                  <a:lnTo>
                    <a:pt x="205257" y="114274"/>
                  </a:lnTo>
                  <a:lnTo>
                    <a:pt x="206933" y="114173"/>
                  </a:lnTo>
                  <a:lnTo>
                    <a:pt x="207479" y="111099"/>
                  </a:lnTo>
                  <a:lnTo>
                    <a:pt x="207124" y="103632"/>
                  </a:lnTo>
                  <a:lnTo>
                    <a:pt x="206654" y="101942"/>
                  </a:lnTo>
                  <a:lnTo>
                    <a:pt x="208153" y="102298"/>
                  </a:lnTo>
                  <a:lnTo>
                    <a:pt x="211353" y="102095"/>
                  </a:lnTo>
                  <a:lnTo>
                    <a:pt x="214553" y="101904"/>
                  </a:lnTo>
                  <a:lnTo>
                    <a:pt x="217119" y="100939"/>
                  </a:lnTo>
                  <a:lnTo>
                    <a:pt x="217030" y="98983"/>
                  </a:lnTo>
                  <a:lnTo>
                    <a:pt x="214388" y="98348"/>
                  </a:lnTo>
                  <a:lnTo>
                    <a:pt x="207987" y="98742"/>
                  </a:lnTo>
                  <a:lnTo>
                    <a:pt x="206476" y="99314"/>
                  </a:lnTo>
                  <a:lnTo>
                    <a:pt x="206781" y="97561"/>
                  </a:lnTo>
                  <a:lnTo>
                    <a:pt x="206603" y="93827"/>
                  </a:lnTo>
                  <a:lnTo>
                    <a:pt x="206438" y="90093"/>
                  </a:lnTo>
                  <a:lnTo>
                    <a:pt x="205613" y="87109"/>
                  </a:lnTo>
                  <a:lnTo>
                    <a:pt x="203936" y="87210"/>
                  </a:lnTo>
                  <a:lnTo>
                    <a:pt x="203390" y="90284"/>
                  </a:lnTo>
                  <a:lnTo>
                    <a:pt x="203733" y="97751"/>
                  </a:lnTo>
                  <a:lnTo>
                    <a:pt x="204177" y="99415"/>
                  </a:lnTo>
                  <a:lnTo>
                    <a:pt x="202793" y="99072"/>
                  </a:lnTo>
                  <a:lnTo>
                    <a:pt x="199580" y="99275"/>
                  </a:lnTo>
                  <a:lnTo>
                    <a:pt x="196380" y="99479"/>
                  </a:lnTo>
                  <a:lnTo>
                    <a:pt x="193814" y="100444"/>
                  </a:lnTo>
                  <a:lnTo>
                    <a:pt x="193890" y="102336"/>
                  </a:lnTo>
                  <a:lnTo>
                    <a:pt x="161378" y="64401"/>
                  </a:lnTo>
                  <a:lnTo>
                    <a:pt x="163969" y="65024"/>
                  </a:lnTo>
                  <a:lnTo>
                    <a:pt x="170370" y="64617"/>
                  </a:lnTo>
                  <a:lnTo>
                    <a:pt x="171805" y="64084"/>
                  </a:lnTo>
                  <a:lnTo>
                    <a:pt x="171513" y="65811"/>
                  </a:lnTo>
                  <a:lnTo>
                    <a:pt x="171678" y="69545"/>
                  </a:lnTo>
                  <a:lnTo>
                    <a:pt x="171843" y="73291"/>
                  </a:lnTo>
                  <a:lnTo>
                    <a:pt x="172669" y="76276"/>
                  </a:lnTo>
                  <a:lnTo>
                    <a:pt x="174345" y="76161"/>
                  </a:lnTo>
                  <a:lnTo>
                    <a:pt x="174891" y="73101"/>
                  </a:lnTo>
                  <a:lnTo>
                    <a:pt x="174548" y="65620"/>
                  </a:lnTo>
                  <a:lnTo>
                    <a:pt x="174091" y="63944"/>
                  </a:lnTo>
                  <a:lnTo>
                    <a:pt x="175564" y="64287"/>
                  </a:lnTo>
                  <a:lnTo>
                    <a:pt x="178777" y="64096"/>
                  </a:lnTo>
                  <a:lnTo>
                    <a:pt x="181978" y="63893"/>
                  </a:lnTo>
                  <a:lnTo>
                    <a:pt x="184543" y="62928"/>
                  </a:lnTo>
                  <a:lnTo>
                    <a:pt x="184442" y="60972"/>
                  </a:lnTo>
                  <a:lnTo>
                    <a:pt x="181813" y="60350"/>
                  </a:lnTo>
                  <a:lnTo>
                    <a:pt x="175399" y="60744"/>
                  </a:lnTo>
                  <a:lnTo>
                    <a:pt x="173888" y="61315"/>
                  </a:lnTo>
                  <a:lnTo>
                    <a:pt x="174193" y="59563"/>
                  </a:lnTo>
                  <a:lnTo>
                    <a:pt x="174028" y="55816"/>
                  </a:lnTo>
                  <a:lnTo>
                    <a:pt x="173863" y="52082"/>
                  </a:lnTo>
                  <a:lnTo>
                    <a:pt x="173037" y="49098"/>
                  </a:lnTo>
                  <a:lnTo>
                    <a:pt x="172669" y="49123"/>
                  </a:lnTo>
                  <a:lnTo>
                    <a:pt x="205651" y="10655"/>
                  </a:lnTo>
                  <a:lnTo>
                    <a:pt x="250825" y="63347"/>
                  </a:lnTo>
                  <a:lnTo>
                    <a:pt x="250825" y="52705"/>
                  </a:lnTo>
                  <a:lnTo>
                    <a:pt x="214782" y="10655"/>
                  </a:lnTo>
                  <a:lnTo>
                    <a:pt x="205651" y="0"/>
                  </a:lnTo>
                  <a:lnTo>
                    <a:pt x="171602" y="39712"/>
                  </a:lnTo>
                  <a:lnTo>
                    <a:pt x="171602" y="61417"/>
                  </a:lnTo>
                  <a:lnTo>
                    <a:pt x="170205" y="61074"/>
                  </a:lnTo>
                  <a:lnTo>
                    <a:pt x="167005" y="61277"/>
                  </a:lnTo>
                  <a:lnTo>
                    <a:pt x="163804" y="61468"/>
                  </a:lnTo>
                  <a:lnTo>
                    <a:pt x="161315" y="62420"/>
                  </a:lnTo>
                  <a:lnTo>
                    <a:pt x="161315" y="64338"/>
                  </a:lnTo>
                  <a:lnTo>
                    <a:pt x="160477" y="63347"/>
                  </a:lnTo>
                  <a:lnTo>
                    <a:pt x="161239" y="62458"/>
                  </a:lnTo>
                  <a:lnTo>
                    <a:pt x="161315" y="64338"/>
                  </a:lnTo>
                  <a:lnTo>
                    <a:pt x="161315" y="62420"/>
                  </a:lnTo>
                  <a:lnTo>
                    <a:pt x="171030" y="51041"/>
                  </a:lnTo>
                  <a:lnTo>
                    <a:pt x="170815" y="52273"/>
                  </a:lnTo>
                  <a:lnTo>
                    <a:pt x="171157" y="59753"/>
                  </a:lnTo>
                  <a:lnTo>
                    <a:pt x="171602" y="61417"/>
                  </a:lnTo>
                  <a:lnTo>
                    <a:pt x="171602" y="39712"/>
                  </a:lnTo>
                  <a:lnTo>
                    <a:pt x="151333" y="63347"/>
                  </a:lnTo>
                  <a:lnTo>
                    <a:pt x="205651" y="126695"/>
                  </a:lnTo>
                  <a:lnTo>
                    <a:pt x="214782" y="116039"/>
                  </a:lnTo>
                  <a:lnTo>
                    <a:pt x="259956" y="63347"/>
                  </a:lnTo>
                  <a:close/>
                </a:path>
                <a:path w="310515" h="204470">
                  <a:moveTo>
                    <a:pt x="310451" y="140512"/>
                  </a:moveTo>
                  <a:lnTo>
                    <a:pt x="301320" y="129870"/>
                  </a:lnTo>
                  <a:lnTo>
                    <a:pt x="301320" y="140512"/>
                  </a:lnTo>
                  <a:lnTo>
                    <a:pt x="291198" y="152311"/>
                  </a:lnTo>
                  <a:lnTo>
                    <a:pt x="291477" y="150799"/>
                  </a:lnTo>
                  <a:lnTo>
                    <a:pt x="291134" y="143319"/>
                  </a:lnTo>
                  <a:lnTo>
                    <a:pt x="290664" y="141655"/>
                  </a:lnTo>
                  <a:lnTo>
                    <a:pt x="292150" y="141998"/>
                  </a:lnTo>
                  <a:lnTo>
                    <a:pt x="295351" y="141795"/>
                  </a:lnTo>
                  <a:lnTo>
                    <a:pt x="298564" y="141592"/>
                  </a:lnTo>
                  <a:lnTo>
                    <a:pt x="301129" y="140627"/>
                  </a:lnTo>
                  <a:lnTo>
                    <a:pt x="301104" y="140271"/>
                  </a:lnTo>
                  <a:lnTo>
                    <a:pt x="301320" y="140512"/>
                  </a:lnTo>
                  <a:lnTo>
                    <a:pt x="301320" y="129870"/>
                  </a:lnTo>
                  <a:lnTo>
                    <a:pt x="299402" y="127635"/>
                  </a:lnTo>
                  <a:lnTo>
                    <a:pt x="299402" y="138303"/>
                  </a:lnTo>
                  <a:lnTo>
                    <a:pt x="298386" y="138049"/>
                  </a:lnTo>
                  <a:lnTo>
                    <a:pt x="291985" y="138442"/>
                  </a:lnTo>
                  <a:lnTo>
                    <a:pt x="290474" y="139014"/>
                  </a:lnTo>
                  <a:lnTo>
                    <a:pt x="290779" y="137261"/>
                  </a:lnTo>
                  <a:lnTo>
                    <a:pt x="290614" y="133527"/>
                  </a:lnTo>
                  <a:lnTo>
                    <a:pt x="290436" y="129781"/>
                  </a:lnTo>
                  <a:lnTo>
                    <a:pt x="289801" y="127520"/>
                  </a:lnTo>
                  <a:lnTo>
                    <a:pt x="289801" y="153949"/>
                  </a:lnTo>
                  <a:lnTo>
                    <a:pt x="256146" y="193192"/>
                  </a:lnTo>
                  <a:lnTo>
                    <a:pt x="244475" y="179590"/>
                  </a:lnTo>
                  <a:lnTo>
                    <a:pt x="247040" y="180187"/>
                  </a:lnTo>
                  <a:lnTo>
                    <a:pt x="253453" y="179793"/>
                  </a:lnTo>
                  <a:lnTo>
                    <a:pt x="254876" y="179260"/>
                  </a:lnTo>
                  <a:lnTo>
                    <a:pt x="254584" y="180975"/>
                  </a:lnTo>
                  <a:lnTo>
                    <a:pt x="254749" y="184708"/>
                  </a:lnTo>
                  <a:lnTo>
                    <a:pt x="254927" y="188455"/>
                  </a:lnTo>
                  <a:lnTo>
                    <a:pt x="255752" y="191439"/>
                  </a:lnTo>
                  <a:lnTo>
                    <a:pt x="257429" y="191325"/>
                  </a:lnTo>
                  <a:lnTo>
                    <a:pt x="257962" y="188264"/>
                  </a:lnTo>
                  <a:lnTo>
                    <a:pt x="257619" y="180784"/>
                  </a:lnTo>
                  <a:lnTo>
                    <a:pt x="257162" y="179108"/>
                  </a:lnTo>
                  <a:lnTo>
                    <a:pt x="258648" y="179463"/>
                  </a:lnTo>
                  <a:lnTo>
                    <a:pt x="261848" y="179260"/>
                  </a:lnTo>
                  <a:lnTo>
                    <a:pt x="265049" y="179057"/>
                  </a:lnTo>
                  <a:lnTo>
                    <a:pt x="267614" y="178092"/>
                  </a:lnTo>
                  <a:lnTo>
                    <a:pt x="267525" y="176136"/>
                  </a:lnTo>
                  <a:lnTo>
                    <a:pt x="264883" y="175514"/>
                  </a:lnTo>
                  <a:lnTo>
                    <a:pt x="258470" y="175907"/>
                  </a:lnTo>
                  <a:lnTo>
                    <a:pt x="256959" y="176479"/>
                  </a:lnTo>
                  <a:lnTo>
                    <a:pt x="257263" y="174726"/>
                  </a:lnTo>
                  <a:lnTo>
                    <a:pt x="257098" y="170992"/>
                  </a:lnTo>
                  <a:lnTo>
                    <a:pt x="256933" y="167246"/>
                  </a:lnTo>
                  <a:lnTo>
                    <a:pt x="256108" y="164261"/>
                  </a:lnTo>
                  <a:lnTo>
                    <a:pt x="254431" y="164376"/>
                  </a:lnTo>
                  <a:lnTo>
                    <a:pt x="253885" y="167436"/>
                  </a:lnTo>
                  <a:lnTo>
                    <a:pt x="254228" y="174917"/>
                  </a:lnTo>
                  <a:lnTo>
                    <a:pt x="254673" y="176580"/>
                  </a:lnTo>
                  <a:lnTo>
                    <a:pt x="253276" y="176237"/>
                  </a:lnTo>
                  <a:lnTo>
                    <a:pt x="250075" y="176441"/>
                  </a:lnTo>
                  <a:lnTo>
                    <a:pt x="246875" y="176631"/>
                  </a:lnTo>
                  <a:lnTo>
                    <a:pt x="244309" y="177596"/>
                  </a:lnTo>
                  <a:lnTo>
                    <a:pt x="244386" y="179501"/>
                  </a:lnTo>
                  <a:lnTo>
                    <a:pt x="211874" y="141566"/>
                  </a:lnTo>
                  <a:lnTo>
                    <a:pt x="214464" y="142176"/>
                  </a:lnTo>
                  <a:lnTo>
                    <a:pt x="220865" y="141782"/>
                  </a:lnTo>
                  <a:lnTo>
                    <a:pt x="222300" y="141249"/>
                  </a:lnTo>
                  <a:lnTo>
                    <a:pt x="222008" y="142963"/>
                  </a:lnTo>
                  <a:lnTo>
                    <a:pt x="222173" y="146710"/>
                  </a:lnTo>
                  <a:lnTo>
                    <a:pt x="222338" y="150444"/>
                  </a:lnTo>
                  <a:lnTo>
                    <a:pt x="223164" y="153428"/>
                  </a:lnTo>
                  <a:lnTo>
                    <a:pt x="224840" y="153327"/>
                  </a:lnTo>
                  <a:lnTo>
                    <a:pt x="225386" y="150253"/>
                  </a:lnTo>
                  <a:lnTo>
                    <a:pt x="225044" y="142786"/>
                  </a:lnTo>
                  <a:lnTo>
                    <a:pt x="224586" y="141109"/>
                  </a:lnTo>
                  <a:lnTo>
                    <a:pt x="226060" y="141452"/>
                  </a:lnTo>
                  <a:lnTo>
                    <a:pt x="229273" y="141249"/>
                  </a:lnTo>
                  <a:lnTo>
                    <a:pt x="232473" y="141058"/>
                  </a:lnTo>
                  <a:lnTo>
                    <a:pt x="235038" y="140093"/>
                  </a:lnTo>
                  <a:lnTo>
                    <a:pt x="234937" y="138137"/>
                  </a:lnTo>
                  <a:lnTo>
                    <a:pt x="232308" y="137502"/>
                  </a:lnTo>
                  <a:lnTo>
                    <a:pt x="225894" y="137909"/>
                  </a:lnTo>
                  <a:lnTo>
                    <a:pt x="224383" y="138480"/>
                  </a:lnTo>
                  <a:lnTo>
                    <a:pt x="224688" y="136715"/>
                  </a:lnTo>
                  <a:lnTo>
                    <a:pt x="224523" y="132981"/>
                  </a:lnTo>
                  <a:lnTo>
                    <a:pt x="224345" y="129247"/>
                  </a:lnTo>
                  <a:lnTo>
                    <a:pt x="223532" y="126263"/>
                  </a:lnTo>
                  <a:lnTo>
                    <a:pt x="223164" y="126288"/>
                  </a:lnTo>
                  <a:lnTo>
                    <a:pt x="254927" y="89242"/>
                  </a:lnTo>
                  <a:lnTo>
                    <a:pt x="254508" y="91617"/>
                  </a:lnTo>
                  <a:lnTo>
                    <a:pt x="254850" y="99085"/>
                  </a:lnTo>
                  <a:lnTo>
                    <a:pt x="255308" y="100761"/>
                  </a:lnTo>
                  <a:lnTo>
                    <a:pt x="253898" y="100418"/>
                  </a:lnTo>
                  <a:lnTo>
                    <a:pt x="250698" y="100609"/>
                  </a:lnTo>
                  <a:lnTo>
                    <a:pt x="247497" y="100812"/>
                  </a:lnTo>
                  <a:lnTo>
                    <a:pt x="244932" y="101777"/>
                  </a:lnTo>
                  <a:lnTo>
                    <a:pt x="245021" y="103733"/>
                  </a:lnTo>
                  <a:lnTo>
                    <a:pt x="247662" y="104355"/>
                  </a:lnTo>
                  <a:lnTo>
                    <a:pt x="254076" y="103962"/>
                  </a:lnTo>
                  <a:lnTo>
                    <a:pt x="255498" y="103428"/>
                  </a:lnTo>
                  <a:lnTo>
                    <a:pt x="255206" y="105156"/>
                  </a:lnTo>
                  <a:lnTo>
                    <a:pt x="255371" y="108889"/>
                  </a:lnTo>
                  <a:lnTo>
                    <a:pt x="255536" y="112623"/>
                  </a:lnTo>
                  <a:lnTo>
                    <a:pt x="256374" y="115608"/>
                  </a:lnTo>
                  <a:lnTo>
                    <a:pt x="258051" y="115506"/>
                  </a:lnTo>
                  <a:lnTo>
                    <a:pt x="258584" y="112433"/>
                  </a:lnTo>
                  <a:lnTo>
                    <a:pt x="258241" y="104965"/>
                  </a:lnTo>
                  <a:lnTo>
                    <a:pt x="257784" y="103289"/>
                  </a:lnTo>
                  <a:lnTo>
                    <a:pt x="259270" y="103632"/>
                  </a:lnTo>
                  <a:lnTo>
                    <a:pt x="262470" y="103428"/>
                  </a:lnTo>
                  <a:lnTo>
                    <a:pt x="265671" y="103238"/>
                  </a:lnTo>
                  <a:lnTo>
                    <a:pt x="268236" y="102273"/>
                  </a:lnTo>
                  <a:lnTo>
                    <a:pt x="268211" y="101930"/>
                  </a:lnTo>
                  <a:lnTo>
                    <a:pt x="289560" y="126809"/>
                  </a:lnTo>
                  <a:lnTo>
                    <a:pt x="287934" y="126911"/>
                  </a:lnTo>
                  <a:lnTo>
                    <a:pt x="287401" y="129971"/>
                  </a:lnTo>
                  <a:lnTo>
                    <a:pt x="287743" y="137452"/>
                  </a:lnTo>
                  <a:lnTo>
                    <a:pt x="288188" y="139115"/>
                  </a:lnTo>
                  <a:lnTo>
                    <a:pt x="286791" y="138772"/>
                  </a:lnTo>
                  <a:lnTo>
                    <a:pt x="283591" y="138976"/>
                  </a:lnTo>
                  <a:lnTo>
                    <a:pt x="280377" y="139179"/>
                  </a:lnTo>
                  <a:lnTo>
                    <a:pt x="277812" y="140131"/>
                  </a:lnTo>
                  <a:lnTo>
                    <a:pt x="277914" y="142100"/>
                  </a:lnTo>
                  <a:lnTo>
                    <a:pt x="280543" y="142722"/>
                  </a:lnTo>
                  <a:lnTo>
                    <a:pt x="286956" y="142328"/>
                  </a:lnTo>
                  <a:lnTo>
                    <a:pt x="288391" y="141795"/>
                  </a:lnTo>
                  <a:lnTo>
                    <a:pt x="288099" y="143510"/>
                  </a:lnTo>
                  <a:lnTo>
                    <a:pt x="288264" y="147243"/>
                  </a:lnTo>
                  <a:lnTo>
                    <a:pt x="288429" y="150990"/>
                  </a:lnTo>
                  <a:lnTo>
                    <a:pt x="289255" y="153974"/>
                  </a:lnTo>
                  <a:lnTo>
                    <a:pt x="289801" y="153949"/>
                  </a:lnTo>
                  <a:lnTo>
                    <a:pt x="289801" y="127520"/>
                  </a:lnTo>
                  <a:lnTo>
                    <a:pt x="289623" y="126885"/>
                  </a:lnTo>
                  <a:lnTo>
                    <a:pt x="299402" y="138303"/>
                  </a:lnTo>
                  <a:lnTo>
                    <a:pt x="299402" y="127635"/>
                  </a:lnTo>
                  <a:lnTo>
                    <a:pt x="266509" y="89268"/>
                  </a:lnTo>
                  <a:lnTo>
                    <a:pt x="266509" y="99923"/>
                  </a:lnTo>
                  <a:lnTo>
                    <a:pt x="265506" y="99682"/>
                  </a:lnTo>
                  <a:lnTo>
                    <a:pt x="259092" y="100088"/>
                  </a:lnTo>
                  <a:lnTo>
                    <a:pt x="257581" y="100660"/>
                  </a:lnTo>
                  <a:lnTo>
                    <a:pt x="257886" y="98894"/>
                  </a:lnTo>
                  <a:lnTo>
                    <a:pt x="257721" y="95161"/>
                  </a:lnTo>
                  <a:lnTo>
                    <a:pt x="257556" y="91427"/>
                  </a:lnTo>
                  <a:lnTo>
                    <a:pt x="256743" y="88531"/>
                  </a:lnTo>
                  <a:lnTo>
                    <a:pt x="266509" y="99923"/>
                  </a:lnTo>
                  <a:lnTo>
                    <a:pt x="266509" y="89268"/>
                  </a:lnTo>
                  <a:lnTo>
                    <a:pt x="265277" y="87820"/>
                  </a:lnTo>
                  <a:lnTo>
                    <a:pt x="256679" y="77787"/>
                  </a:lnTo>
                  <a:lnTo>
                    <a:pt x="256679" y="88455"/>
                  </a:lnTo>
                  <a:lnTo>
                    <a:pt x="255549" y="88519"/>
                  </a:lnTo>
                  <a:lnTo>
                    <a:pt x="256146" y="87820"/>
                  </a:lnTo>
                  <a:lnTo>
                    <a:pt x="256679" y="88455"/>
                  </a:lnTo>
                  <a:lnTo>
                    <a:pt x="256679" y="77787"/>
                  </a:lnTo>
                  <a:lnTo>
                    <a:pt x="256146" y="77152"/>
                  </a:lnTo>
                  <a:lnTo>
                    <a:pt x="222097" y="116878"/>
                  </a:lnTo>
                  <a:lnTo>
                    <a:pt x="222097" y="138582"/>
                  </a:lnTo>
                  <a:lnTo>
                    <a:pt x="220700" y="138239"/>
                  </a:lnTo>
                  <a:lnTo>
                    <a:pt x="217500" y="138430"/>
                  </a:lnTo>
                  <a:lnTo>
                    <a:pt x="214287" y="138633"/>
                  </a:lnTo>
                  <a:lnTo>
                    <a:pt x="211810" y="139573"/>
                  </a:lnTo>
                  <a:lnTo>
                    <a:pt x="211810" y="141503"/>
                  </a:lnTo>
                  <a:lnTo>
                    <a:pt x="210972" y="140512"/>
                  </a:lnTo>
                  <a:lnTo>
                    <a:pt x="211721" y="139649"/>
                  </a:lnTo>
                  <a:lnTo>
                    <a:pt x="211810" y="141503"/>
                  </a:lnTo>
                  <a:lnTo>
                    <a:pt x="211810" y="139573"/>
                  </a:lnTo>
                  <a:lnTo>
                    <a:pt x="221526" y="128206"/>
                  </a:lnTo>
                  <a:lnTo>
                    <a:pt x="221310" y="129438"/>
                  </a:lnTo>
                  <a:lnTo>
                    <a:pt x="221653" y="136906"/>
                  </a:lnTo>
                  <a:lnTo>
                    <a:pt x="222097" y="138582"/>
                  </a:lnTo>
                  <a:lnTo>
                    <a:pt x="222097" y="116878"/>
                  </a:lnTo>
                  <a:lnTo>
                    <a:pt x="204952" y="136867"/>
                  </a:lnTo>
                  <a:lnTo>
                    <a:pt x="198958" y="129882"/>
                  </a:lnTo>
                  <a:lnTo>
                    <a:pt x="198958" y="140512"/>
                  </a:lnTo>
                  <a:lnTo>
                    <a:pt x="188849" y="152298"/>
                  </a:lnTo>
                  <a:lnTo>
                    <a:pt x="189115" y="150799"/>
                  </a:lnTo>
                  <a:lnTo>
                    <a:pt x="188772" y="143319"/>
                  </a:lnTo>
                  <a:lnTo>
                    <a:pt x="188315" y="141643"/>
                  </a:lnTo>
                  <a:lnTo>
                    <a:pt x="189801" y="141998"/>
                  </a:lnTo>
                  <a:lnTo>
                    <a:pt x="193001" y="141795"/>
                  </a:lnTo>
                  <a:lnTo>
                    <a:pt x="196202" y="141592"/>
                  </a:lnTo>
                  <a:lnTo>
                    <a:pt x="198767" y="140627"/>
                  </a:lnTo>
                  <a:lnTo>
                    <a:pt x="198742" y="140284"/>
                  </a:lnTo>
                  <a:lnTo>
                    <a:pt x="198958" y="140512"/>
                  </a:lnTo>
                  <a:lnTo>
                    <a:pt x="198958" y="129882"/>
                  </a:lnTo>
                  <a:lnTo>
                    <a:pt x="197040" y="127635"/>
                  </a:lnTo>
                  <a:lnTo>
                    <a:pt x="197040" y="138290"/>
                  </a:lnTo>
                  <a:lnTo>
                    <a:pt x="196037" y="138049"/>
                  </a:lnTo>
                  <a:lnTo>
                    <a:pt x="189636" y="138442"/>
                  </a:lnTo>
                  <a:lnTo>
                    <a:pt x="188112" y="139014"/>
                  </a:lnTo>
                  <a:lnTo>
                    <a:pt x="188429" y="137261"/>
                  </a:lnTo>
                  <a:lnTo>
                    <a:pt x="188252" y="133527"/>
                  </a:lnTo>
                  <a:lnTo>
                    <a:pt x="188087" y="129781"/>
                  </a:lnTo>
                  <a:lnTo>
                    <a:pt x="187439" y="127469"/>
                  </a:lnTo>
                  <a:lnTo>
                    <a:pt x="187439" y="153949"/>
                  </a:lnTo>
                  <a:lnTo>
                    <a:pt x="153784" y="193192"/>
                  </a:lnTo>
                  <a:lnTo>
                    <a:pt x="142113" y="179590"/>
                  </a:lnTo>
                  <a:lnTo>
                    <a:pt x="144691" y="180187"/>
                  </a:lnTo>
                  <a:lnTo>
                    <a:pt x="151091" y="179793"/>
                  </a:lnTo>
                  <a:lnTo>
                    <a:pt x="152527" y="179260"/>
                  </a:lnTo>
                  <a:lnTo>
                    <a:pt x="152234" y="180975"/>
                  </a:lnTo>
                  <a:lnTo>
                    <a:pt x="152400" y="184708"/>
                  </a:lnTo>
                  <a:lnTo>
                    <a:pt x="152565" y="188455"/>
                  </a:lnTo>
                  <a:lnTo>
                    <a:pt x="153390" y="191439"/>
                  </a:lnTo>
                  <a:lnTo>
                    <a:pt x="155067" y="191325"/>
                  </a:lnTo>
                  <a:lnTo>
                    <a:pt x="155613" y="188264"/>
                  </a:lnTo>
                  <a:lnTo>
                    <a:pt x="155270" y="180784"/>
                  </a:lnTo>
                  <a:lnTo>
                    <a:pt x="154813" y="179120"/>
                  </a:lnTo>
                  <a:lnTo>
                    <a:pt x="156286" y="179463"/>
                  </a:lnTo>
                  <a:lnTo>
                    <a:pt x="159499" y="179260"/>
                  </a:lnTo>
                  <a:lnTo>
                    <a:pt x="162699" y="179057"/>
                  </a:lnTo>
                  <a:lnTo>
                    <a:pt x="165265" y="178092"/>
                  </a:lnTo>
                  <a:lnTo>
                    <a:pt x="165163" y="176136"/>
                  </a:lnTo>
                  <a:lnTo>
                    <a:pt x="162534" y="175514"/>
                  </a:lnTo>
                  <a:lnTo>
                    <a:pt x="156121" y="175907"/>
                  </a:lnTo>
                  <a:lnTo>
                    <a:pt x="154609" y="176479"/>
                  </a:lnTo>
                  <a:lnTo>
                    <a:pt x="154914" y="174726"/>
                  </a:lnTo>
                  <a:lnTo>
                    <a:pt x="154749" y="170992"/>
                  </a:lnTo>
                  <a:lnTo>
                    <a:pt x="154584" y="167246"/>
                  </a:lnTo>
                  <a:lnTo>
                    <a:pt x="153758" y="164261"/>
                  </a:lnTo>
                  <a:lnTo>
                    <a:pt x="152082" y="164376"/>
                  </a:lnTo>
                  <a:lnTo>
                    <a:pt x="151536" y="167436"/>
                  </a:lnTo>
                  <a:lnTo>
                    <a:pt x="151879" y="174917"/>
                  </a:lnTo>
                  <a:lnTo>
                    <a:pt x="152323" y="176580"/>
                  </a:lnTo>
                  <a:lnTo>
                    <a:pt x="150926" y="176237"/>
                  </a:lnTo>
                  <a:lnTo>
                    <a:pt x="147726" y="176441"/>
                  </a:lnTo>
                  <a:lnTo>
                    <a:pt x="144526" y="176631"/>
                  </a:lnTo>
                  <a:lnTo>
                    <a:pt x="141960" y="177596"/>
                  </a:lnTo>
                  <a:lnTo>
                    <a:pt x="142036" y="179501"/>
                  </a:lnTo>
                  <a:lnTo>
                    <a:pt x="109524" y="141566"/>
                  </a:lnTo>
                  <a:lnTo>
                    <a:pt x="112102" y="142176"/>
                  </a:lnTo>
                  <a:lnTo>
                    <a:pt x="118516" y="141782"/>
                  </a:lnTo>
                  <a:lnTo>
                    <a:pt x="119938" y="141249"/>
                  </a:lnTo>
                  <a:lnTo>
                    <a:pt x="119646" y="142963"/>
                  </a:lnTo>
                  <a:lnTo>
                    <a:pt x="119824" y="146710"/>
                  </a:lnTo>
                  <a:lnTo>
                    <a:pt x="120002" y="150444"/>
                  </a:lnTo>
                  <a:lnTo>
                    <a:pt x="120815" y="153428"/>
                  </a:lnTo>
                  <a:lnTo>
                    <a:pt x="122491" y="153327"/>
                  </a:lnTo>
                  <a:lnTo>
                    <a:pt x="123037" y="150253"/>
                  </a:lnTo>
                  <a:lnTo>
                    <a:pt x="122682" y="142786"/>
                  </a:lnTo>
                  <a:lnTo>
                    <a:pt x="122224" y="141109"/>
                  </a:lnTo>
                  <a:lnTo>
                    <a:pt x="123710" y="141452"/>
                  </a:lnTo>
                  <a:lnTo>
                    <a:pt x="126911" y="141249"/>
                  </a:lnTo>
                  <a:lnTo>
                    <a:pt x="130111" y="141058"/>
                  </a:lnTo>
                  <a:lnTo>
                    <a:pt x="132676" y="140093"/>
                  </a:lnTo>
                  <a:lnTo>
                    <a:pt x="132588" y="138137"/>
                  </a:lnTo>
                  <a:lnTo>
                    <a:pt x="129946" y="137502"/>
                  </a:lnTo>
                  <a:lnTo>
                    <a:pt x="123545" y="137909"/>
                  </a:lnTo>
                  <a:lnTo>
                    <a:pt x="122034" y="138480"/>
                  </a:lnTo>
                  <a:lnTo>
                    <a:pt x="122339" y="136715"/>
                  </a:lnTo>
                  <a:lnTo>
                    <a:pt x="122174" y="132981"/>
                  </a:lnTo>
                  <a:lnTo>
                    <a:pt x="121996" y="129247"/>
                  </a:lnTo>
                  <a:lnTo>
                    <a:pt x="121170" y="126263"/>
                  </a:lnTo>
                  <a:lnTo>
                    <a:pt x="120815" y="126288"/>
                  </a:lnTo>
                  <a:lnTo>
                    <a:pt x="152577" y="89230"/>
                  </a:lnTo>
                  <a:lnTo>
                    <a:pt x="152158" y="91617"/>
                  </a:lnTo>
                  <a:lnTo>
                    <a:pt x="152501" y="99085"/>
                  </a:lnTo>
                  <a:lnTo>
                    <a:pt x="152946" y="100761"/>
                  </a:lnTo>
                  <a:lnTo>
                    <a:pt x="151549" y="100418"/>
                  </a:lnTo>
                  <a:lnTo>
                    <a:pt x="148348" y="100609"/>
                  </a:lnTo>
                  <a:lnTo>
                    <a:pt x="145148" y="100812"/>
                  </a:lnTo>
                  <a:lnTo>
                    <a:pt x="142582" y="101777"/>
                  </a:lnTo>
                  <a:lnTo>
                    <a:pt x="142671" y="103733"/>
                  </a:lnTo>
                  <a:lnTo>
                    <a:pt x="145313" y="104355"/>
                  </a:lnTo>
                  <a:lnTo>
                    <a:pt x="151714" y="103962"/>
                  </a:lnTo>
                  <a:lnTo>
                    <a:pt x="153149" y="103428"/>
                  </a:lnTo>
                  <a:lnTo>
                    <a:pt x="152857" y="105156"/>
                  </a:lnTo>
                  <a:lnTo>
                    <a:pt x="153022" y="108889"/>
                  </a:lnTo>
                  <a:lnTo>
                    <a:pt x="153200" y="112623"/>
                  </a:lnTo>
                  <a:lnTo>
                    <a:pt x="154012" y="115608"/>
                  </a:lnTo>
                  <a:lnTo>
                    <a:pt x="155689" y="115506"/>
                  </a:lnTo>
                  <a:lnTo>
                    <a:pt x="156235" y="112433"/>
                  </a:lnTo>
                  <a:lnTo>
                    <a:pt x="155892" y="104965"/>
                  </a:lnTo>
                  <a:lnTo>
                    <a:pt x="155435" y="103289"/>
                  </a:lnTo>
                  <a:lnTo>
                    <a:pt x="156908" y="103632"/>
                  </a:lnTo>
                  <a:lnTo>
                    <a:pt x="160121" y="103428"/>
                  </a:lnTo>
                  <a:lnTo>
                    <a:pt x="163322" y="103238"/>
                  </a:lnTo>
                  <a:lnTo>
                    <a:pt x="165887" y="102273"/>
                  </a:lnTo>
                  <a:lnTo>
                    <a:pt x="165862" y="101930"/>
                  </a:lnTo>
                  <a:lnTo>
                    <a:pt x="187198" y="126809"/>
                  </a:lnTo>
                  <a:lnTo>
                    <a:pt x="185585" y="126911"/>
                  </a:lnTo>
                  <a:lnTo>
                    <a:pt x="185039" y="129971"/>
                  </a:lnTo>
                  <a:lnTo>
                    <a:pt x="185381" y="137452"/>
                  </a:lnTo>
                  <a:lnTo>
                    <a:pt x="185826" y="139115"/>
                  </a:lnTo>
                  <a:lnTo>
                    <a:pt x="184442" y="138772"/>
                  </a:lnTo>
                  <a:lnTo>
                    <a:pt x="181229" y="138976"/>
                  </a:lnTo>
                  <a:lnTo>
                    <a:pt x="178028" y="139179"/>
                  </a:lnTo>
                  <a:lnTo>
                    <a:pt x="175463" y="140131"/>
                  </a:lnTo>
                  <a:lnTo>
                    <a:pt x="175552" y="142100"/>
                  </a:lnTo>
                  <a:lnTo>
                    <a:pt x="178193" y="142722"/>
                  </a:lnTo>
                  <a:lnTo>
                    <a:pt x="184607" y="142328"/>
                  </a:lnTo>
                  <a:lnTo>
                    <a:pt x="186029" y="141795"/>
                  </a:lnTo>
                  <a:lnTo>
                    <a:pt x="185737" y="143510"/>
                  </a:lnTo>
                  <a:lnTo>
                    <a:pt x="185902" y="147243"/>
                  </a:lnTo>
                  <a:lnTo>
                    <a:pt x="186080" y="150990"/>
                  </a:lnTo>
                  <a:lnTo>
                    <a:pt x="186905" y="153974"/>
                  </a:lnTo>
                  <a:lnTo>
                    <a:pt x="187439" y="153949"/>
                  </a:lnTo>
                  <a:lnTo>
                    <a:pt x="187439" y="127469"/>
                  </a:lnTo>
                  <a:lnTo>
                    <a:pt x="187286" y="126911"/>
                  </a:lnTo>
                  <a:lnTo>
                    <a:pt x="197040" y="138290"/>
                  </a:lnTo>
                  <a:lnTo>
                    <a:pt x="197040" y="127635"/>
                  </a:lnTo>
                  <a:lnTo>
                    <a:pt x="164147" y="89255"/>
                  </a:lnTo>
                  <a:lnTo>
                    <a:pt x="164147" y="99923"/>
                  </a:lnTo>
                  <a:lnTo>
                    <a:pt x="163156" y="99682"/>
                  </a:lnTo>
                  <a:lnTo>
                    <a:pt x="156743" y="100088"/>
                  </a:lnTo>
                  <a:lnTo>
                    <a:pt x="155232" y="100660"/>
                  </a:lnTo>
                  <a:lnTo>
                    <a:pt x="155536" y="98894"/>
                  </a:lnTo>
                  <a:lnTo>
                    <a:pt x="155371" y="95161"/>
                  </a:lnTo>
                  <a:lnTo>
                    <a:pt x="155206" y="91427"/>
                  </a:lnTo>
                  <a:lnTo>
                    <a:pt x="154406" y="88557"/>
                  </a:lnTo>
                  <a:lnTo>
                    <a:pt x="164147" y="99923"/>
                  </a:lnTo>
                  <a:lnTo>
                    <a:pt x="164147" y="89255"/>
                  </a:lnTo>
                  <a:lnTo>
                    <a:pt x="162928" y="87820"/>
                  </a:lnTo>
                  <a:lnTo>
                    <a:pt x="154317" y="77774"/>
                  </a:lnTo>
                  <a:lnTo>
                    <a:pt x="154317" y="88455"/>
                  </a:lnTo>
                  <a:lnTo>
                    <a:pt x="153187" y="88519"/>
                  </a:lnTo>
                  <a:lnTo>
                    <a:pt x="153784" y="87820"/>
                  </a:lnTo>
                  <a:lnTo>
                    <a:pt x="154317" y="88455"/>
                  </a:lnTo>
                  <a:lnTo>
                    <a:pt x="154317" y="77774"/>
                  </a:lnTo>
                  <a:lnTo>
                    <a:pt x="153784" y="77152"/>
                  </a:lnTo>
                  <a:lnTo>
                    <a:pt x="119748" y="116865"/>
                  </a:lnTo>
                  <a:lnTo>
                    <a:pt x="119748" y="138582"/>
                  </a:lnTo>
                  <a:lnTo>
                    <a:pt x="118351" y="138239"/>
                  </a:lnTo>
                  <a:lnTo>
                    <a:pt x="115138" y="138430"/>
                  </a:lnTo>
                  <a:lnTo>
                    <a:pt x="111937" y="138633"/>
                  </a:lnTo>
                  <a:lnTo>
                    <a:pt x="109461" y="139573"/>
                  </a:lnTo>
                  <a:lnTo>
                    <a:pt x="109461" y="141503"/>
                  </a:lnTo>
                  <a:lnTo>
                    <a:pt x="108623" y="140512"/>
                  </a:lnTo>
                  <a:lnTo>
                    <a:pt x="109372" y="139649"/>
                  </a:lnTo>
                  <a:lnTo>
                    <a:pt x="109461" y="141503"/>
                  </a:lnTo>
                  <a:lnTo>
                    <a:pt x="109461" y="139573"/>
                  </a:lnTo>
                  <a:lnTo>
                    <a:pt x="119164" y="128219"/>
                  </a:lnTo>
                  <a:lnTo>
                    <a:pt x="118948" y="129438"/>
                  </a:lnTo>
                  <a:lnTo>
                    <a:pt x="119303" y="136906"/>
                  </a:lnTo>
                  <a:lnTo>
                    <a:pt x="119748" y="138582"/>
                  </a:lnTo>
                  <a:lnTo>
                    <a:pt x="119748" y="116865"/>
                  </a:lnTo>
                  <a:lnTo>
                    <a:pt x="104038" y="135191"/>
                  </a:lnTo>
                  <a:lnTo>
                    <a:pt x="99479" y="129882"/>
                  </a:lnTo>
                  <a:lnTo>
                    <a:pt x="99479" y="140512"/>
                  </a:lnTo>
                  <a:lnTo>
                    <a:pt x="89369" y="152311"/>
                  </a:lnTo>
                  <a:lnTo>
                    <a:pt x="89649" y="150799"/>
                  </a:lnTo>
                  <a:lnTo>
                    <a:pt x="89293" y="143319"/>
                  </a:lnTo>
                  <a:lnTo>
                    <a:pt x="88836" y="141643"/>
                  </a:lnTo>
                  <a:lnTo>
                    <a:pt x="90322" y="141998"/>
                  </a:lnTo>
                  <a:lnTo>
                    <a:pt x="93522" y="141795"/>
                  </a:lnTo>
                  <a:lnTo>
                    <a:pt x="96723" y="141592"/>
                  </a:lnTo>
                  <a:lnTo>
                    <a:pt x="99288" y="140627"/>
                  </a:lnTo>
                  <a:lnTo>
                    <a:pt x="99263" y="140284"/>
                  </a:lnTo>
                  <a:lnTo>
                    <a:pt x="99479" y="140512"/>
                  </a:lnTo>
                  <a:lnTo>
                    <a:pt x="99479" y="129882"/>
                  </a:lnTo>
                  <a:lnTo>
                    <a:pt x="97561" y="127635"/>
                  </a:lnTo>
                  <a:lnTo>
                    <a:pt x="97561" y="138290"/>
                  </a:lnTo>
                  <a:lnTo>
                    <a:pt x="96558" y="138049"/>
                  </a:lnTo>
                  <a:lnTo>
                    <a:pt x="90157" y="138442"/>
                  </a:lnTo>
                  <a:lnTo>
                    <a:pt x="88633" y="139014"/>
                  </a:lnTo>
                  <a:lnTo>
                    <a:pt x="88950" y="137261"/>
                  </a:lnTo>
                  <a:lnTo>
                    <a:pt x="88773" y="133527"/>
                  </a:lnTo>
                  <a:lnTo>
                    <a:pt x="88607" y="129781"/>
                  </a:lnTo>
                  <a:lnTo>
                    <a:pt x="87972" y="127495"/>
                  </a:lnTo>
                  <a:lnTo>
                    <a:pt x="87972" y="153949"/>
                  </a:lnTo>
                  <a:lnTo>
                    <a:pt x="54317" y="193192"/>
                  </a:lnTo>
                  <a:lnTo>
                    <a:pt x="42646" y="179590"/>
                  </a:lnTo>
                  <a:lnTo>
                    <a:pt x="45212" y="180187"/>
                  </a:lnTo>
                  <a:lnTo>
                    <a:pt x="51612" y="179793"/>
                  </a:lnTo>
                  <a:lnTo>
                    <a:pt x="53047" y="179260"/>
                  </a:lnTo>
                  <a:lnTo>
                    <a:pt x="52755" y="180975"/>
                  </a:lnTo>
                  <a:lnTo>
                    <a:pt x="52920" y="184708"/>
                  </a:lnTo>
                  <a:lnTo>
                    <a:pt x="53086" y="188455"/>
                  </a:lnTo>
                  <a:lnTo>
                    <a:pt x="53911" y="191439"/>
                  </a:lnTo>
                  <a:lnTo>
                    <a:pt x="55587" y="191325"/>
                  </a:lnTo>
                  <a:lnTo>
                    <a:pt x="56134" y="188264"/>
                  </a:lnTo>
                  <a:lnTo>
                    <a:pt x="55791" y="180784"/>
                  </a:lnTo>
                  <a:lnTo>
                    <a:pt x="55333" y="179120"/>
                  </a:lnTo>
                  <a:lnTo>
                    <a:pt x="56807" y="179463"/>
                  </a:lnTo>
                  <a:lnTo>
                    <a:pt x="60020" y="179260"/>
                  </a:lnTo>
                  <a:lnTo>
                    <a:pt x="63220" y="179057"/>
                  </a:lnTo>
                  <a:lnTo>
                    <a:pt x="65786" y="178092"/>
                  </a:lnTo>
                  <a:lnTo>
                    <a:pt x="65697" y="176136"/>
                  </a:lnTo>
                  <a:lnTo>
                    <a:pt x="63055" y="175514"/>
                  </a:lnTo>
                  <a:lnTo>
                    <a:pt x="56642" y="175907"/>
                  </a:lnTo>
                  <a:lnTo>
                    <a:pt x="55130" y="176479"/>
                  </a:lnTo>
                  <a:lnTo>
                    <a:pt x="55435" y="174726"/>
                  </a:lnTo>
                  <a:lnTo>
                    <a:pt x="55270" y="170992"/>
                  </a:lnTo>
                  <a:lnTo>
                    <a:pt x="55105" y="167246"/>
                  </a:lnTo>
                  <a:lnTo>
                    <a:pt x="54279" y="164261"/>
                  </a:lnTo>
                  <a:lnTo>
                    <a:pt x="52603" y="164376"/>
                  </a:lnTo>
                  <a:lnTo>
                    <a:pt x="52057" y="167436"/>
                  </a:lnTo>
                  <a:lnTo>
                    <a:pt x="52400" y="174917"/>
                  </a:lnTo>
                  <a:lnTo>
                    <a:pt x="52844" y="176580"/>
                  </a:lnTo>
                  <a:lnTo>
                    <a:pt x="51447" y="176237"/>
                  </a:lnTo>
                  <a:lnTo>
                    <a:pt x="48247" y="176441"/>
                  </a:lnTo>
                  <a:lnTo>
                    <a:pt x="45046" y="176631"/>
                  </a:lnTo>
                  <a:lnTo>
                    <a:pt x="42481" y="177596"/>
                  </a:lnTo>
                  <a:lnTo>
                    <a:pt x="42557" y="179501"/>
                  </a:lnTo>
                  <a:lnTo>
                    <a:pt x="10045" y="141566"/>
                  </a:lnTo>
                  <a:lnTo>
                    <a:pt x="12623" y="142176"/>
                  </a:lnTo>
                  <a:lnTo>
                    <a:pt x="19037" y="141782"/>
                  </a:lnTo>
                  <a:lnTo>
                    <a:pt x="20472" y="141249"/>
                  </a:lnTo>
                  <a:lnTo>
                    <a:pt x="20180" y="142963"/>
                  </a:lnTo>
                  <a:lnTo>
                    <a:pt x="20345" y="146710"/>
                  </a:lnTo>
                  <a:lnTo>
                    <a:pt x="20523" y="150444"/>
                  </a:lnTo>
                  <a:lnTo>
                    <a:pt x="21336" y="153428"/>
                  </a:lnTo>
                  <a:lnTo>
                    <a:pt x="23012" y="153327"/>
                  </a:lnTo>
                  <a:lnTo>
                    <a:pt x="23558" y="150253"/>
                  </a:lnTo>
                  <a:lnTo>
                    <a:pt x="23215" y="142786"/>
                  </a:lnTo>
                  <a:lnTo>
                    <a:pt x="22745" y="141109"/>
                  </a:lnTo>
                  <a:lnTo>
                    <a:pt x="24231" y="141452"/>
                  </a:lnTo>
                  <a:lnTo>
                    <a:pt x="27432" y="141249"/>
                  </a:lnTo>
                  <a:lnTo>
                    <a:pt x="30645" y="141058"/>
                  </a:lnTo>
                  <a:lnTo>
                    <a:pt x="33210" y="140093"/>
                  </a:lnTo>
                  <a:lnTo>
                    <a:pt x="33108" y="138137"/>
                  </a:lnTo>
                  <a:lnTo>
                    <a:pt x="30467" y="137502"/>
                  </a:lnTo>
                  <a:lnTo>
                    <a:pt x="24066" y="137909"/>
                  </a:lnTo>
                  <a:lnTo>
                    <a:pt x="22555" y="138480"/>
                  </a:lnTo>
                  <a:lnTo>
                    <a:pt x="22860" y="136715"/>
                  </a:lnTo>
                  <a:lnTo>
                    <a:pt x="22694" y="132981"/>
                  </a:lnTo>
                  <a:lnTo>
                    <a:pt x="22517" y="129247"/>
                  </a:lnTo>
                  <a:lnTo>
                    <a:pt x="21691" y="126263"/>
                  </a:lnTo>
                  <a:lnTo>
                    <a:pt x="21336" y="126288"/>
                  </a:lnTo>
                  <a:lnTo>
                    <a:pt x="53098" y="89242"/>
                  </a:lnTo>
                  <a:lnTo>
                    <a:pt x="52679" y="91617"/>
                  </a:lnTo>
                  <a:lnTo>
                    <a:pt x="53022" y="99085"/>
                  </a:lnTo>
                  <a:lnTo>
                    <a:pt x="53467" y="100761"/>
                  </a:lnTo>
                  <a:lnTo>
                    <a:pt x="52070" y="100418"/>
                  </a:lnTo>
                  <a:lnTo>
                    <a:pt x="48869" y="100609"/>
                  </a:lnTo>
                  <a:lnTo>
                    <a:pt x="45669" y="100812"/>
                  </a:lnTo>
                  <a:lnTo>
                    <a:pt x="43103" y="101777"/>
                  </a:lnTo>
                  <a:lnTo>
                    <a:pt x="43192" y="103733"/>
                  </a:lnTo>
                  <a:lnTo>
                    <a:pt x="45834" y="104355"/>
                  </a:lnTo>
                  <a:lnTo>
                    <a:pt x="52235" y="103962"/>
                  </a:lnTo>
                  <a:lnTo>
                    <a:pt x="53670" y="103428"/>
                  </a:lnTo>
                  <a:lnTo>
                    <a:pt x="53378" y="105156"/>
                  </a:lnTo>
                  <a:lnTo>
                    <a:pt x="53543" y="108889"/>
                  </a:lnTo>
                  <a:lnTo>
                    <a:pt x="53708" y="112623"/>
                  </a:lnTo>
                  <a:lnTo>
                    <a:pt x="54533" y="115608"/>
                  </a:lnTo>
                  <a:lnTo>
                    <a:pt x="56210" y="115506"/>
                  </a:lnTo>
                  <a:lnTo>
                    <a:pt x="56756" y="112433"/>
                  </a:lnTo>
                  <a:lnTo>
                    <a:pt x="56413" y="104965"/>
                  </a:lnTo>
                  <a:lnTo>
                    <a:pt x="55956" y="103289"/>
                  </a:lnTo>
                  <a:lnTo>
                    <a:pt x="57429" y="103632"/>
                  </a:lnTo>
                  <a:lnTo>
                    <a:pt x="60642" y="103428"/>
                  </a:lnTo>
                  <a:lnTo>
                    <a:pt x="63842" y="103238"/>
                  </a:lnTo>
                  <a:lnTo>
                    <a:pt x="66408" y="102273"/>
                  </a:lnTo>
                  <a:lnTo>
                    <a:pt x="66382" y="101930"/>
                  </a:lnTo>
                  <a:lnTo>
                    <a:pt x="87718" y="126809"/>
                  </a:lnTo>
                  <a:lnTo>
                    <a:pt x="86106" y="126911"/>
                  </a:lnTo>
                  <a:lnTo>
                    <a:pt x="85559" y="129971"/>
                  </a:lnTo>
                  <a:lnTo>
                    <a:pt x="85902" y="137452"/>
                  </a:lnTo>
                  <a:lnTo>
                    <a:pt x="86347" y="139115"/>
                  </a:lnTo>
                  <a:lnTo>
                    <a:pt x="84963" y="138772"/>
                  </a:lnTo>
                  <a:lnTo>
                    <a:pt x="81749" y="138976"/>
                  </a:lnTo>
                  <a:lnTo>
                    <a:pt x="78549" y="139179"/>
                  </a:lnTo>
                  <a:lnTo>
                    <a:pt x="75984" y="140131"/>
                  </a:lnTo>
                  <a:lnTo>
                    <a:pt x="76073" y="142100"/>
                  </a:lnTo>
                  <a:lnTo>
                    <a:pt x="78714" y="142722"/>
                  </a:lnTo>
                  <a:lnTo>
                    <a:pt x="85128" y="142328"/>
                  </a:lnTo>
                  <a:lnTo>
                    <a:pt x="86550" y="141795"/>
                  </a:lnTo>
                  <a:lnTo>
                    <a:pt x="86258" y="143510"/>
                  </a:lnTo>
                  <a:lnTo>
                    <a:pt x="86423" y="147243"/>
                  </a:lnTo>
                  <a:lnTo>
                    <a:pt x="86601" y="150990"/>
                  </a:lnTo>
                  <a:lnTo>
                    <a:pt x="87426" y="153974"/>
                  </a:lnTo>
                  <a:lnTo>
                    <a:pt x="87972" y="153949"/>
                  </a:lnTo>
                  <a:lnTo>
                    <a:pt x="87972" y="127495"/>
                  </a:lnTo>
                  <a:lnTo>
                    <a:pt x="87807" y="126898"/>
                  </a:lnTo>
                  <a:lnTo>
                    <a:pt x="97561" y="138290"/>
                  </a:lnTo>
                  <a:lnTo>
                    <a:pt x="97561" y="127635"/>
                  </a:lnTo>
                  <a:lnTo>
                    <a:pt x="64668" y="89255"/>
                  </a:lnTo>
                  <a:lnTo>
                    <a:pt x="64668" y="99923"/>
                  </a:lnTo>
                  <a:lnTo>
                    <a:pt x="63677" y="99682"/>
                  </a:lnTo>
                  <a:lnTo>
                    <a:pt x="57264" y="100088"/>
                  </a:lnTo>
                  <a:lnTo>
                    <a:pt x="55753" y="100660"/>
                  </a:lnTo>
                  <a:lnTo>
                    <a:pt x="56057" y="98894"/>
                  </a:lnTo>
                  <a:lnTo>
                    <a:pt x="55892" y="95161"/>
                  </a:lnTo>
                  <a:lnTo>
                    <a:pt x="55727" y="91427"/>
                  </a:lnTo>
                  <a:lnTo>
                    <a:pt x="54914" y="88531"/>
                  </a:lnTo>
                  <a:lnTo>
                    <a:pt x="64668" y="99923"/>
                  </a:lnTo>
                  <a:lnTo>
                    <a:pt x="64668" y="89255"/>
                  </a:lnTo>
                  <a:lnTo>
                    <a:pt x="63449" y="87820"/>
                  </a:lnTo>
                  <a:lnTo>
                    <a:pt x="54851" y="77787"/>
                  </a:lnTo>
                  <a:lnTo>
                    <a:pt x="54851" y="88455"/>
                  </a:lnTo>
                  <a:lnTo>
                    <a:pt x="53721" y="88519"/>
                  </a:lnTo>
                  <a:lnTo>
                    <a:pt x="54317" y="87820"/>
                  </a:lnTo>
                  <a:lnTo>
                    <a:pt x="54851" y="88455"/>
                  </a:lnTo>
                  <a:lnTo>
                    <a:pt x="54851" y="77787"/>
                  </a:lnTo>
                  <a:lnTo>
                    <a:pt x="54317" y="77152"/>
                  </a:lnTo>
                  <a:lnTo>
                    <a:pt x="20269" y="116878"/>
                  </a:lnTo>
                  <a:lnTo>
                    <a:pt x="20269" y="138582"/>
                  </a:lnTo>
                  <a:lnTo>
                    <a:pt x="18872" y="138239"/>
                  </a:lnTo>
                  <a:lnTo>
                    <a:pt x="15671" y="138430"/>
                  </a:lnTo>
                  <a:lnTo>
                    <a:pt x="12458" y="138633"/>
                  </a:lnTo>
                  <a:lnTo>
                    <a:pt x="9982" y="139573"/>
                  </a:lnTo>
                  <a:lnTo>
                    <a:pt x="9982" y="141503"/>
                  </a:lnTo>
                  <a:lnTo>
                    <a:pt x="9144" y="140512"/>
                  </a:lnTo>
                  <a:lnTo>
                    <a:pt x="9893" y="139636"/>
                  </a:lnTo>
                  <a:lnTo>
                    <a:pt x="9982" y="141503"/>
                  </a:lnTo>
                  <a:lnTo>
                    <a:pt x="9982" y="139573"/>
                  </a:lnTo>
                  <a:lnTo>
                    <a:pt x="19685" y="128206"/>
                  </a:lnTo>
                  <a:lnTo>
                    <a:pt x="19481" y="129438"/>
                  </a:lnTo>
                  <a:lnTo>
                    <a:pt x="19824" y="136906"/>
                  </a:lnTo>
                  <a:lnTo>
                    <a:pt x="20269" y="138582"/>
                  </a:lnTo>
                  <a:lnTo>
                    <a:pt x="20269" y="116878"/>
                  </a:lnTo>
                  <a:lnTo>
                    <a:pt x="0" y="140512"/>
                  </a:lnTo>
                  <a:lnTo>
                    <a:pt x="54317" y="203860"/>
                  </a:lnTo>
                  <a:lnTo>
                    <a:pt x="63449" y="193192"/>
                  </a:lnTo>
                  <a:lnTo>
                    <a:pt x="104038" y="145846"/>
                  </a:lnTo>
                  <a:lnTo>
                    <a:pt x="153784" y="203860"/>
                  </a:lnTo>
                  <a:lnTo>
                    <a:pt x="162928" y="193192"/>
                  </a:lnTo>
                  <a:lnTo>
                    <a:pt x="204952" y="144170"/>
                  </a:lnTo>
                  <a:lnTo>
                    <a:pt x="256146" y="203860"/>
                  </a:lnTo>
                  <a:lnTo>
                    <a:pt x="265277" y="193192"/>
                  </a:lnTo>
                  <a:lnTo>
                    <a:pt x="310451" y="140512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8" name="object 2068" descr=""/>
            <p:cNvSpPr/>
            <p:nvPr/>
          </p:nvSpPr>
          <p:spPr>
            <a:xfrm>
              <a:off x="8596681" y="6434042"/>
              <a:ext cx="254635" cy="437515"/>
            </a:xfrm>
            <a:custGeom>
              <a:avLst/>
              <a:gdLst/>
              <a:ahLst/>
              <a:cxnLst/>
              <a:rect l="l" t="t" r="r" b="b"/>
              <a:pathLst>
                <a:path w="254634" h="437515">
                  <a:moveTo>
                    <a:pt x="22682" y="411607"/>
                  </a:moveTo>
                  <a:lnTo>
                    <a:pt x="22593" y="409651"/>
                  </a:lnTo>
                  <a:lnTo>
                    <a:pt x="19951" y="409016"/>
                  </a:lnTo>
                  <a:lnTo>
                    <a:pt x="13550" y="409409"/>
                  </a:lnTo>
                  <a:lnTo>
                    <a:pt x="10985" y="410375"/>
                  </a:lnTo>
                  <a:lnTo>
                    <a:pt x="11074" y="412330"/>
                  </a:lnTo>
                  <a:lnTo>
                    <a:pt x="13716" y="412965"/>
                  </a:lnTo>
                  <a:lnTo>
                    <a:pt x="16916" y="412762"/>
                  </a:lnTo>
                  <a:lnTo>
                    <a:pt x="20116" y="412572"/>
                  </a:lnTo>
                  <a:lnTo>
                    <a:pt x="22682" y="411607"/>
                  </a:lnTo>
                  <a:close/>
                </a:path>
                <a:path w="254634" h="437515">
                  <a:moveTo>
                    <a:pt x="23304" y="335775"/>
                  </a:moveTo>
                  <a:lnTo>
                    <a:pt x="23215" y="333819"/>
                  </a:lnTo>
                  <a:lnTo>
                    <a:pt x="20574" y="333197"/>
                  </a:lnTo>
                  <a:lnTo>
                    <a:pt x="14173" y="333590"/>
                  </a:lnTo>
                  <a:lnTo>
                    <a:pt x="12649" y="334175"/>
                  </a:lnTo>
                  <a:lnTo>
                    <a:pt x="12954" y="332409"/>
                  </a:lnTo>
                  <a:lnTo>
                    <a:pt x="12788" y="328663"/>
                  </a:lnTo>
                  <a:lnTo>
                    <a:pt x="12623" y="324929"/>
                  </a:lnTo>
                  <a:lnTo>
                    <a:pt x="11798" y="321945"/>
                  </a:lnTo>
                  <a:lnTo>
                    <a:pt x="10121" y="322046"/>
                  </a:lnTo>
                  <a:lnTo>
                    <a:pt x="9575" y="325120"/>
                  </a:lnTo>
                  <a:lnTo>
                    <a:pt x="9918" y="332600"/>
                  </a:lnTo>
                  <a:lnTo>
                    <a:pt x="10363" y="334264"/>
                  </a:lnTo>
                  <a:lnTo>
                    <a:pt x="8966" y="333921"/>
                  </a:lnTo>
                  <a:lnTo>
                    <a:pt x="5765" y="334124"/>
                  </a:lnTo>
                  <a:lnTo>
                    <a:pt x="2565" y="334314"/>
                  </a:lnTo>
                  <a:lnTo>
                    <a:pt x="0" y="335280"/>
                  </a:lnTo>
                  <a:lnTo>
                    <a:pt x="88" y="337235"/>
                  </a:lnTo>
                  <a:lnTo>
                    <a:pt x="2730" y="337870"/>
                  </a:lnTo>
                  <a:lnTo>
                    <a:pt x="9144" y="337464"/>
                  </a:lnTo>
                  <a:lnTo>
                    <a:pt x="10566" y="336943"/>
                  </a:lnTo>
                  <a:lnTo>
                    <a:pt x="10274" y="338658"/>
                  </a:lnTo>
                  <a:lnTo>
                    <a:pt x="10439" y="342392"/>
                  </a:lnTo>
                  <a:lnTo>
                    <a:pt x="10617" y="346138"/>
                  </a:lnTo>
                  <a:lnTo>
                    <a:pt x="11442" y="349123"/>
                  </a:lnTo>
                  <a:lnTo>
                    <a:pt x="13119" y="349008"/>
                  </a:lnTo>
                  <a:lnTo>
                    <a:pt x="13665" y="345948"/>
                  </a:lnTo>
                  <a:lnTo>
                    <a:pt x="13309" y="338467"/>
                  </a:lnTo>
                  <a:lnTo>
                    <a:pt x="12852" y="336791"/>
                  </a:lnTo>
                  <a:lnTo>
                    <a:pt x="14338" y="337134"/>
                  </a:lnTo>
                  <a:lnTo>
                    <a:pt x="17538" y="336943"/>
                  </a:lnTo>
                  <a:lnTo>
                    <a:pt x="20739" y="336740"/>
                  </a:lnTo>
                  <a:lnTo>
                    <a:pt x="23304" y="335775"/>
                  </a:lnTo>
                  <a:close/>
                </a:path>
                <a:path w="254634" h="437515">
                  <a:moveTo>
                    <a:pt x="56197" y="374142"/>
                  </a:moveTo>
                  <a:lnTo>
                    <a:pt x="56095" y="372186"/>
                  </a:lnTo>
                  <a:lnTo>
                    <a:pt x="53454" y="371551"/>
                  </a:lnTo>
                  <a:lnTo>
                    <a:pt x="47053" y="371944"/>
                  </a:lnTo>
                  <a:lnTo>
                    <a:pt x="45542" y="372516"/>
                  </a:lnTo>
                  <a:lnTo>
                    <a:pt x="45847" y="370763"/>
                  </a:lnTo>
                  <a:lnTo>
                    <a:pt x="45681" y="367030"/>
                  </a:lnTo>
                  <a:lnTo>
                    <a:pt x="45516" y="363296"/>
                  </a:lnTo>
                  <a:lnTo>
                    <a:pt x="44678" y="360311"/>
                  </a:lnTo>
                  <a:lnTo>
                    <a:pt x="43002" y="360413"/>
                  </a:lnTo>
                  <a:lnTo>
                    <a:pt x="42468" y="363486"/>
                  </a:lnTo>
                  <a:lnTo>
                    <a:pt x="42811" y="370954"/>
                  </a:lnTo>
                  <a:lnTo>
                    <a:pt x="43256" y="372630"/>
                  </a:lnTo>
                  <a:lnTo>
                    <a:pt x="41859" y="372287"/>
                  </a:lnTo>
                  <a:lnTo>
                    <a:pt x="38658" y="372478"/>
                  </a:lnTo>
                  <a:lnTo>
                    <a:pt x="35445" y="372681"/>
                  </a:lnTo>
                  <a:lnTo>
                    <a:pt x="32880" y="373646"/>
                  </a:lnTo>
                  <a:lnTo>
                    <a:pt x="32981" y="375602"/>
                  </a:lnTo>
                  <a:lnTo>
                    <a:pt x="35623" y="376224"/>
                  </a:lnTo>
                  <a:lnTo>
                    <a:pt x="42024" y="375831"/>
                  </a:lnTo>
                  <a:lnTo>
                    <a:pt x="43459" y="375297"/>
                  </a:lnTo>
                  <a:lnTo>
                    <a:pt x="43154" y="377012"/>
                  </a:lnTo>
                  <a:lnTo>
                    <a:pt x="43332" y="380758"/>
                  </a:lnTo>
                  <a:lnTo>
                    <a:pt x="43497" y="384492"/>
                  </a:lnTo>
                  <a:lnTo>
                    <a:pt x="44323" y="387477"/>
                  </a:lnTo>
                  <a:lnTo>
                    <a:pt x="45999" y="387375"/>
                  </a:lnTo>
                  <a:lnTo>
                    <a:pt x="46545" y="384302"/>
                  </a:lnTo>
                  <a:lnTo>
                    <a:pt x="46202" y="376821"/>
                  </a:lnTo>
                  <a:lnTo>
                    <a:pt x="45732" y="375145"/>
                  </a:lnTo>
                  <a:lnTo>
                    <a:pt x="47218" y="375500"/>
                  </a:lnTo>
                  <a:lnTo>
                    <a:pt x="50419" y="375297"/>
                  </a:lnTo>
                  <a:lnTo>
                    <a:pt x="53632" y="375107"/>
                  </a:lnTo>
                  <a:lnTo>
                    <a:pt x="56197" y="374142"/>
                  </a:lnTo>
                  <a:close/>
                </a:path>
                <a:path w="254634" h="437515">
                  <a:moveTo>
                    <a:pt x="166547" y="374015"/>
                  </a:moveTo>
                  <a:lnTo>
                    <a:pt x="157416" y="363372"/>
                  </a:lnTo>
                  <a:lnTo>
                    <a:pt x="157416" y="374015"/>
                  </a:lnTo>
                  <a:lnTo>
                    <a:pt x="147320" y="385800"/>
                  </a:lnTo>
                  <a:lnTo>
                    <a:pt x="147586" y="384302"/>
                  </a:lnTo>
                  <a:lnTo>
                    <a:pt x="147231" y="376821"/>
                  </a:lnTo>
                  <a:lnTo>
                    <a:pt x="146773" y="375145"/>
                  </a:lnTo>
                  <a:lnTo>
                    <a:pt x="148259" y="375500"/>
                  </a:lnTo>
                  <a:lnTo>
                    <a:pt x="151460" y="375297"/>
                  </a:lnTo>
                  <a:lnTo>
                    <a:pt x="154660" y="375107"/>
                  </a:lnTo>
                  <a:lnTo>
                    <a:pt x="157226" y="374142"/>
                  </a:lnTo>
                  <a:lnTo>
                    <a:pt x="157200" y="373773"/>
                  </a:lnTo>
                  <a:lnTo>
                    <a:pt x="157416" y="374015"/>
                  </a:lnTo>
                  <a:lnTo>
                    <a:pt x="157416" y="363372"/>
                  </a:lnTo>
                  <a:lnTo>
                    <a:pt x="155511" y="361149"/>
                  </a:lnTo>
                  <a:lnTo>
                    <a:pt x="155511" y="371805"/>
                  </a:lnTo>
                  <a:lnTo>
                    <a:pt x="154495" y="371551"/>
                  </a:lnTo>
                  <a:lnTo>
                    <a:pt x="148094" y="371944"/>
                  </a:lnTo>
                  <a:lnTo>
                    <a:pt x="146583" y="372516"/>
                  </a:lnTo>
                  <a:lnTo>
                    <a:pt x="146888" y="370763"/>
                  </a:lnTo>
                  <a:lnTo>
                    <a:pt x="146710" y="367030"/>
                  </a:lnTo>
                  <a:lnTo>
                    <a:pt x="146545" y="363296"/>
                  </a:lnTo>
                  <a:lnTo>
                    <a:pt x="145897" y="360997"/>
                  </a:lnTo>
                  <a:lnTo>
                    <a:pt x="145897" y="387451"/>
                  </a:lnTo>
                  <a:lnTo>
                    <a:pt x="112255" y="426707"/>
                  </a:lnTo>
                  <a:lnTo>
                    <a:pt x="100558" y="413092"/>
                  </a:lnTo>
                  <a:lnTo>
                    <a:pt x="103149" y="413689"/>
                  </a:lnTo>
                  <a:lnTo>
                    <a:pt x="109550" y="413296"/>
                  </a:lnTo>
                  <a:lnTo>
                    <a:pt x="110985" y="412762"/>
                  </a:lnTo>
                  <a:lnTo>
                    <a:pt x="110693" y="414477"/>
                  </a:lnTo>
                  <a:lnTo>
                    <a:pt x="110858" y="418223"/>
                  </a:lnTo>
                  <a:lnTo>
                    <a:pt x="111023" y="421957"/>
                  </a:lnTo>
                  <a:lnTo>
                    <a:pt x="111848" y="424942"/>
                  </a:lnTo>
                  <a:lnTo>
                    <a:pt x="113525" y="424840"/>
                  </a:lnTo>
                  <a:lnTo>
                    <a:pt x="114071" y="421767"/>
                  </a:lnTo>
                  <a:lnTo>
                    <a:pt x="113728" y="414299"/>
                  </a:lnTo>
                  <a:lnTo>
                    <a:pt x="113258" y="412610"/>
                  </a:lnTo>
                  <a:lnTo>
                    <a:pt x="114744" y="412965"/>
                  </a:lnTo>
                  <a:lnTo>
                    <a:pt x="117957" y="412762"/>
                  </a:lnTo>
                  <a:lnTo>
                    <a:pt x="121158" y="412572"/>
                  </a:lnTo>
                  <a:lnTo>
                    <a:pt x="123723" y="411607"/>
                  </a:lnTo>
                  <a:lnTo>
                    <a:pt x="123634" y="409651"/>
                  </a:lnTo>
                  <a:lnTo>
                    <a:pt x="120992" y="409016"/>
                  </a:lnTo>
                  <a:lnTo>
                    <a:pt x="114579" y="409409"/>
                  </a:lnTo>
                  <a:lnTo>
                    <a:pt x="113068" y="409981"/>
                  </a:lnTo>
                  <a:lnTo>
                    <a:pt x="113372" y="408228"/>
                  </a:lnTo>
                  <a:lnTo>
                    <a:pt x="113207" y="404495"/>
                  </a:lnTo>
                  <a:lnTo>
                    <a:pt x="113042" y="400761"/>
                  </a:lnTo>
                  <a:lnTo>
                    <a:pt x="112217" y="397776"/>
                  </a:lnTo>
                  <a:lnTo>
                    <a:pt x="110540" y="397878"/>
                  </a:lnTo>
                  <a:lnTo>
                    <a:pt x="109994" y="400951"/>
                  </a:lnTo>
                  <a:lnTo>
                    <a:pt x="110337" y="408419"/>
                  </a:lnTo>
                  <a:lnTo>
                    <a:pt x="110782" y="410083"/>
                  </a:lnTo>
                  <a:lnTo>
                    <a:pt x="109385" y="409740"/>
                  </a:lnTo>
                  <a:lnTo>
                    <a:pt x="106184" y="409943"/>
                  </a:lnTo>
                  <a:lnTo>
                    <a:pt x="102984" y="410146"/>
                  </a:lnTo>
                  <a:lnTo>
                    <a:pt x="100418" y="411111"/>
                  </a:lnTo>
                  <a:lnTo>
                    <a:pt x="100495" y="413016"/>
                  </a:lnTo>
                  <a:lnTo>
                    <a:pt x="67983" y="375081"/>
                  </a:lnTo>
                  <a:lnTo>
                    <a:pt x="70561" y="375691"/>
                  </a:lnTo>
                  <a:lnTo>
                    <a:pt x="76974" y="375285"/>
                  </a:lnTo>
                  <a:lnTo>
                    <a:pt x="78409" y="374751"/>
                  </a:lnTo>
                  <a:lnTo>
                    <a:pt x="78117" y="376478"/>
                  </a:lnTo>
                  <a:lnTo>
                    <a:pt x="78282" y="380212"/>
                  </a:lnTo>
                  <a:lnTo>
                    <a:pt x="78447" y="383959"/>
                  </a:lnTo>
                  <a:lnTo>
                    <a:pt x="79273" y="386943"/>
                  </a:lnTo>
                  <a:lnTo>
                    <a:pt x="80949" y="386829"/>
                  </a:lnTo>
                  <a:lnTo>
                    <a:pt x="81495" y="383768"/>
                  </a:lnTo>
                  <a:lnTo>
                    <a:pt x="81153" y="376288"/>
                  </a:lnTo>
                  <a:lnTo>
                    <a:pt x="80683" y="374611"/>
                  </a:lnTo>
                  <a:lnTo>
                    <a:pt x="82169" y="374954"/>
                  </a:lnTo>
                  <a:lnTo>
                    <a:pt x="85369" y="374764"/>
                  </a:lnTo>
                  <a:lnTo>
                    <a:pt x="88582" y="374561"/>
                  </a:lnTo>
                  <a:lnTo>
                    <a:pt x="91147" y="373595"/>
                  </a:lnTo>
                  <a:lnTo>
                    <a:pt x="91046" y="371640"/>
                  </a:lnTo>
                  <a:lnTo>
                    <a:pt x="88404" y="371017"/>
                  </a:lnTo>
                  <a:lnTo>
                    <a:pt x="82003" y="371411"/>
                  </a:lnTo>
                  <a:lnTo>
                    <a:pt x="80492" y="371983"/>
                  </a:lnTo>
                  <a:lnTo>
                    <a:pt x="80797" y="370230"/>
                  </a:lnTo>
                  <a:lnTo>
                    <a:pt x="80632" y="366483"/>
                  </a:lnTo>
                  <a:lnTo>
                    <a:pt x="80454" y="362750"/>
                  </a:lnTo>
                  <a:lnTo>
                    <a:pt x="79629" y="359765"/>
                  </a:lnTo>
                  <a:lnTo>
                    <a:pt x="79273" y="359791"/>
                  </a:lnTo>
                  <a:lnTo>
                    <a:pt x="111036" y="322745"/>
                  </a:lnTo>
                  <a:lnTo>
                    <a:pt x="110617" y="325120"/>
                  </a:lnTo>
                  <a:lnTo>
                    <a:pt x="110959" y="332600"/>
                  </a:lnTo>
                  <a:lnTo>
                    <a:pt x="111404" y="334264"/>
                  </a:lnTo>
                  <a:lnTo>
                    <a:pt x="110007" y="333921"/>
                  </a:lnTo>
                  <a:lnTo>
                    <a:pt x="106807" y="334124"/>
                  </a:lnTo>
                  <a:lnTo>
                    <a:pt x="103606" y="334314"/>
                  </a:lnTo>
                  <a:lnTo>
                    <a:pt x="101041" y="335280"/>
                  </a:lnTo>
                  <a:lnTo>
                    <a:pt x="101130" y="337235"/>
                  </a:lnTo>
                  <a:lnTo>
                    <a:pt x="103771" y="337870"/>
                  </a:lnTo>
                  <a:lnTo>
                    <a:pt x="110172" y="337464"/>
                  </a:lnTo>
                  <a:lnTo>
                    <a:pt x="111607" y="336931"/>
                  </a:lnTo>
                  <a:lnTo>
                    <a:pt x="111315" y="338658"/>
                  </a:lnTo>
                  <a:lnTo>
                    <a:pt x="111480" y="342392"/>
                  </a:lnTo>
                  <a:lnTo>
                    <a:pt x="111645" y="346138"/>
                  </a:lnTo>
                  <a:lnTo>
                    <a:pt x="112471" y="349123"/>
                  </a:lnTo>
                  <a:lnTo>
                    <a:pt x="114147" y="349008"/>
                  </a:lnTo>
                  <a:lnTo>
                    <a:pt x="114693" y="345948"/>
                  </a:lnTo>
                  <a:lnTo>
                    <a:pt x="114350" y="338467"/>
                  </a:lnTo>
                  <a:lnTo>
                    <a:pt x="113893" y="336791"/>
                  </a:lnTo>
                  <a:lnTo>
                    <a:pt x="115366" y="337134"/>
                  </a:lnTo>
                  <a:lnTo>
                    <a:pt x="118579" y="336943"/>
                  </a:lnTo>
                  <a:lnTo>
                    <a:pt x="121780" y="336740"/>
                  </a:lnTo>
                  <a:lnTo>
                    <a:pt x="124345" y="335775"/>
                  </a:lnTo>
                  <a:lnTo>
                    <a:pt x="124320" y="335432"/>
                  </a:lnTo>
                  <a:lnTo>
                    <a:pt x="145669" y="360324"/>
                  </a:lnTo>
                  <a:lnTo>
                    <a:pt x="144043" y="360413"/>
                  </a:lnTo>
                  <a:lnTo>
                    <a:pt x="143497" y="363486"/>
                  </a:lnTo>
                  <a:lnTo>
                    <a:pt x="143852" y="370954"/>
                  </a:lnTo>
                  <a:lnTo>
                    <a:pt x="144297" y="372630"/>
                  </a:lnTo>
                  <a:lnTo>
                    <a:pt x="142900" y="372287"/>
                  </a:lnTo>
                  <a:lnTo>
                    <a:pt x="139687" y="372478"/>
                  </a:lnTo>
                  <a:lnTo>
                    <a:pt x="136486" y="372681"/>
                  </a:lnTo>
                  <a:lnTo>
                    <a:pt x="133921" y="373646"/>
                  </a:lnTo>
                  <a:lnTo>
                    <a:pt x="134010" y="375602"/>
                  </a:lnTo>
                  <a:lnTo>
                    <a:pt x="136652" y="376224"/>
                  </a:lnTo>
                  <a:lnTo>
                    <a:pt x="143065" y="375831"/>
                  </a:lnTo>
                  <a:lnTo>
                    <a:pt x="144487" y="375297"/>
                  </a:lnTo>
                  <a:lnTo>
                    <a:pt x="144195" y="377012"/>
                  </a:lnTo>
                  <a:lnTo>
                    <a:pt x="144360" y="380758"/>
                  </a:lnTo>
                  <a:lnTo>
                    <a:pt x="144538" y="384492"/>
                  </a:lnTo>
                  <a:lnTo>
                    <a:pt x="145364" y="387477"/>
                  </a:lnTo>
                  <a:lnTo>
                    <a:pt x="145897" y="387451"/>
                  </a:lnTo>
                  <a:lnTo>
                    <a:pt x="145897" y="360997"/>
                  </a:lnTo>
                  <a:lnTo>
                    <a:pt x="145732" y="360400"/>
                  </a:lnTo>
                  <a:lnTo>
                    <a:pt x="155511" y="371805"/>
                  </a:lnTo>
                  <a:lnTo>
                    <a:pt x="155511" y="361149"/>
                  </a:lnTo>
                  <a:lnTo>
                    <a:pt x="122618" y="322770"/>
                  </a:lnTo>
                  <a:lnTo>
                    <a:pt x="122618" y="333438"/>
                  </a:lnTo>
                  <a:lnTo>
                    <a:pt x="121615" y="333197"/>
                  </a:lnTo>
                  <a:lnTo>
                    <a:pt x="115201" y="333590"/>
                  </a:lnTo>
                  <a:lnTo>
                    <a:pt x="113690" y="334162"/>
                  </a:lnTo>
                  <a:lnTo>
                    <a:pt x="113995" y="332409"/>
                  </a:lnTo>
                  <a:lnTo>
                    <a:pt x="113830" y="328663"/>
                  </a:lnTo>
                  <a:lnTo>
                    <a:pt x="113665" y="324929"/>
                  </a:lnTo>
                  <a:lnTo>
                    <a:pt x="112852" y="322033"/>
                  </a:lnTo>
                  <a:lnTo>
                    <a:pt x="122618" y="333438"/>
                  </a:lnTo>
                  <a:lnTo>
                    <a:pt x="122618" y="322770"/>
                  </a:lnTo>
                  <a:lnTo>
                    <a:pt x="121386" y="321322"/>
                  </a:lnTo>
                  <a:lnTo>
                    <a:pt x="112788" y="311302"/>
                  </a:lnTo>
                  <a:lnTo>
                    <a:pt x="112788" y="321957"/>
                  </a:lnTo>
                  <a:lnTo>
                    <a:pt x="111658" y="322021"/>
                  </a:lnTo>
                  <a:lnTo>
                    <a:pt x="112255" y="321322"/>
                  </a:lnTo>
                  <a:lnTo>
                    <a:pt x="112788" y="321957"/>
                  </a:lnTo>
                  <a:lnTo>
                    <a:pt x="112788" y="311302"/>
                  </a:lnTo>
                  <a:lnTo>
                    <a:pt x="112255" y="310667"/>
                  </a:lnTo>
                  <a:lnTo>
                    <a:pt x="78206" y="350380"/>
                  </a:lnTo>
                  <a:lnTo>
                    <a:pt x="78206" y="372084"/>
                  </a:lnTo>
                  <a:lnTo>
                    <a:pt x="76809" y="371741"/>
                  </a:lnTo>
                  <a:lnTo>
                    <a:pt x="73609" y="371944"/>
                  </a:lnTo>
                  <a:lnTo>
                    <a:pt x="70396" y="372135"/>
                  </a:lnTo>
                  <a:lnTo>
                    <a:pt x="67919" y="373075"/>
                  </a:lnTo>
                  <a:lnTo>
                    <a:pt x="67919" y="375005"/>
                  </a:lnTo>
                  <a:lnTo>
                    <a:pt x="67081" y="374015"/>
                  </a:lnTo>
                  <a:lnTo>
                    <a:pt x="67830" y="373151"/>
                  </a:lnTo>
                  <a:lnTo>
                    <a:pt x="67919" y="375005"/>
                  </a:lnTo>
                  <a:lnTo>
                    <a:pt x="67919" y="373075"/>
                  </a:lnTo>
                  <a:lnTo>
                    <a:pt x="77622" y="361721"/>
                  </a:lnTo>
                  <a:lnTo>
                    <a:pt x="77406" y="362940"/>
                  </a:lnTo>
                  <a:lnTo>
                    <a:pt x="77762" y="370420"/>
                  </a:lnTo>
                  <a:lnTo>
                    <a:pt x="78206" y="372084"/>
                  </a:lnTo>
                  <a:lnTo>
                    <a:pt x="78206" y="350380"/>
                  </a:lnTo>
                  <a:lnTo>
                    <a:pt x="57937" y="374015"/>
                  </a:lnTo>
                  <a:lnTo>
                    <a:pt x="112255" y="437362"/>
                  </a:lnTo>
                  <a:lnTo>
                    <a:pt x="121386" y="426707"/>
                  </a:lnTo>
                  <a:lnTo>
                    <a:pt x="166547" y="374015"/>
                  </a:lnTo>
                  <a:close/>
                </a:path>
                <a:path w="254634" h="437515">
                  <a:moveTo>
                    <a:pt x="254203" y="199034"/>
                  </a:moveTo>
                  <a:lnTo>
                    <a:pt x="225869" y="165989"/>
                  </a:lnTo>
                  <a:lnTo>
                    <a:pt x="216738" y="155333"/>
                  </a:lnTo>
                  <a:lnTo>
                    <a:pt x="182689" y="195046"/>
                  </a:lnTo>
                  <a:lnTo>
                    <a:pt x="182689" y="216750"/>
                  </a:lnTo>
                  <a:lnTo>
                    <a:pt x="181292" y="216408"/>
                  </a:lnTo>
                  <a:lnTo>
                    <a:pt x="178092" y="216611"/>
                  </a:lnTo>
                  <a:lnTo>
                    <a:pt x="174891" y="216814"/>
                  </a:lnTo>
                  <a:lnTo>
                    <a:pt x="172402" y="217754"/>
                  </a:lnTo>
                  <a:lnTo>
                    <a:pt x="172402" y="219671"/>
                  </a:lnTo>
                  <a:lnTo>
                    <a:pt x="171564" y="218681"/>
                  </a:lnTo>
                  <a:lnTo>
                    <a:pt x="172326" y="217792"/>
                  </a:lnTo>
                  <a:lnTo>
                    <a:pt x="172402" y="219671"/>
                  </a:lnTo>
                  <a:lnTo>
                    <a:pt x="172402" y="217754"/>
                  </a:lnTo>
                  <a:lnTo>
                    <a:pt x="182118" y="206375"/>
                  </a:lnTo>
                  <a:lnTo>
                    <a:pt x="181902" y="207606"/>
                  </a:lnTo>
                  <a:lnTo>
                    <a:pt x="182245" y="215087"/>
                  </a:lnTo>
                  <a:lnTo>
                    <a:pt x="182689" y="216750"/>
                  </a:lnTo>
                  <a:lnTo>
                    <a:pt x="182689" y="195046"/>
                  </a:lnTo>
                  <a:lnTo>
                    <a:pt x="162420" y="218681"/>
                  </a:lnTo>
                  <a:lnTo>
                    <a:pt x="216738" y="282028"/>
                  </a:lnTo>
                  <a:lnTo>
                    <a:pt x="225869" y="271373"/>
                  </a:lnTo>
                  <a:lnTo>
                    <a:pt x="254203" y="238328"/>
                  </a:lnTo>
                  <a:lnTo>
                    <a:pt x="254203" y="227660"/>
                  </a:lnTo>
                  <a:lnTo>
                    <a:pt x="216738" y="271373"/>
                  </a:lnTo>
                  <a:lnTo>
                    <a:pt x="172478" y="219760"/>
                  </a:lnTo>
                  <a:lnTo>
                    <a:pt x="175056" y="220357"/>
                  </a:lnTo>
                  <a:lnTo>
                    <a:pt x="181457" y="219964"/>
                  </a:lnTo>
                  <a:lnTo>
                    <a:pt x="182892" y="219430"/>
                  </a:lnTo>
                  <a:lnTo>
                    <a:pt x="182587" y="221145"/>
                  </a:lnTo>
                  <a:lnTo>
                    <a:pt x="182765" y="224878"/>
                  </a:lnTo>
                  <a:lnTo>
                    <a:pt x="182930" y="228625"/>
                  </a:lnTo>
                  <a:lnTo>
                    <a:pt x="183756" y="231609"/>
                  </a:lnTo>
                  <a:lnTo>
                    <a:pt x="185432" y="231495"/>
                  </a:lnTo>
                  <a:lnTo>
                    <a:pt x="185978" y="228434"/>
                  </a:lnTo>
                  <a:lnTo>
                    <a:pt x="185635" y="220954"/>
                  </a:lnTo>
                  <a:lnTo>
                    <a:pt x="185178" y="219290"/>
                  </a:lnTo>
                  <a:lnTo>
                    <a:pt x="186651" y="219633"/>
                  </a:lnTo>
                  <a:lnTo>
                    <a:pt x="189865" y="219430"/>
                  </a:lnTo>
                  <a:lnTo>
                    <a:pt x="193065" y="219227"/>
                  </a:lnTo>
                  <a:lnTo>
                    <a:pt x="195630" y="218262"/>
                  </a:lnTo>
                  <a:lnTo>
                    <a:pt x="195529" y="216306"/>
                  </a:lnTo>
                  <a:lnTo>
                    <a:pt x="192900" y="215684"/>
                  </a:lnTo>
                  <a:lnTo>
                    <a:pt x="186486" y="216077"/>
                  </a:lnTo>
                  <a:lnTo>
                    <a:pt x="184975" y="216649"/>
                  </a:lnTo>
                  <a:lnTo>
                    <a:pt x="185280" y="214896"/>
                  </a:lnTo>
                  <a:lnTo>
                    <a:pt x="185115" y="211162"/>
                  </a:lnTo>
                  <a:lnTo>
                    <a:pt x="184950" y="207416"/>
                  </a:lnTo>
                  <a:lnTo>
                    <a:pt x="184124" y="204431"/>
                  </a:lnTo>
                  <a:lnTo>
                    <a:pt x="183756" y="204457"/>
                  </a:lnTo>
                  <a:lnTo>
                    <a:pt x="216738" y="165989"/>
                  </a:lnTo>
                  <a:lnTo>
                    <a:pt x="254203" y="209702"/>
                  </a:lnTo>
                  <a:lnTo>
                    <a:pt x="254203" y="199034"/>
                  </a:lnTo>
                  <a:close/>
                </a:path>
                <a:path w="254634" h="437515">
                  <a:moveTo>
                    <a:pt x="254203" y="90817"/>
                  </a:moveTo>
                  <a:lnTo>
                    <a:pt x="231863" y="116890"/>
                  </a:lnTo>
                  <a:lnTo>
                    <a:pt x="231863" y="138582"/>
                  </a:lnTo>
                  <a:lnTo>
                    <a:pt x="230466" y="138239"/>
                  </a:lnTo>
                  <a:lnTo>
                    <a:pt x="227266" y="138442"/>
                  </a:lnTo>
                  <a:lnTo>
                    <a:pt x="224066" y="138633"/>
                  </a:lnTo>
                  <a:lnTo>
                    <a:pt x="221576" y="139585"/>
                  </a:lnTo>
                  <a:lnTo>
                    <a:pt x="221576" y="141503"/>
                  </a:lnTo>
                  <a:lnTo>
                    <a:pt x="220738" y="140512"/>
                  </a:lnTo>
                  <a:lnTo>
                    <a:pt x="221500" y="139623"/>
                  </a:lnTo>
                  <a:lnTo>
                    <a:pt x="221576" y="141503"/>
                  </a:lnTo>
                  <a:lnTo>
                    <a:pt x="221576" y="139585"/>
                  </a:lnTo>
                  <a:lnTo>
                    <a:pt x="231292" y="128206"/>
                  </a:lnTo>
                  <a:lnTo>
                    <a:pt x="231076" y="129438"/>
                  </a:lnTo>
                  <a:lnTo>
                    <a:pt x="231419" y="136918"/>
                  </a:lnTo>
                  <a:lnTo>
                    <a:pt x="231863" y="138582"/>
                  </a:lnTo>
                  <a:lnTo>
                    <a:pt x="231863" y="116890"/>
                  </a:lnTo>
                  <a:lnTo>
                    <a:pt x="216166" y="135191"/>
                  </a:lnTo>
                  <a:lnTo>
                    <a:pt x="211607" y="129882"/>
                  </a:lnTo>
                  <a:lnTo>
                    <a:pt x="211607" y="140512"/>
                  </a:lnTo>
                  <a:lnTo>
                    <a:pt x="201485" y="152311"/>
                  </a:lnTo>
                  <a:lnTo>
                    <a:pt x="201764" y="150799"/>
                  </a:lnTo>
                  <a:lnTo>
                    <a:pt x="201422" y="143332"/>
                  </a:lnTo>
                  <a:lnTo>
                    <a:pt x="200964" y="141655"/>
                  </a:lnTo>
                  <a:lnTo>
                    <a:pt x="202450" y="141998"/>
                  </a:lnTo>
                  <a:lnTo>
                    <a:pt x="205651" y="141795"/>
                  </a:lnTo>
                  <a:lnTo>
                    <a:pt x="208851" y="141605"/>
                  </a:lnTo>
                  <a:lnTo>
                    <a:pt x="211416" y="140639"/>
                  </a:lnTo>
                  <a:lnTo>
                    <a:pt x="211391" y="140271"/>
                  </a:lnTo>
                  <a:lnTo>
                    <a:pt x="211607" y="140512"/>
                  </a:lnTo>
                  <a:lnTo>
                    <a:pt x="211607" y="129882"/>
                  </a:lnTo>
                  <a:lnTo>
                    <a:pt x="209702" y="127647"/>
                  </a:lnTo>
                  <a:lnTo>
                    <a:pt x="209702" y="138303"/>
                  </a:lnTo>
                  <a:lnTo>
                    <a:pt x="208686" y="138049"/>
                  </a:lnTo>
                  <a:lnTo>
                    <a:pt x="202272" y="138442"/>
                  </a:lnTo>
                  <a:lnTo>
                    <a:pt x="200761" y="139014"/>
                  </a:lnTo>
                  <a:lnTo>
                    <a:pt x="201066" y="137261"/>
                  </a:lnTo>
                  <a:lnTo>
                    <a:pt x="200901" y="133527"/>
                  </a:lnTo>
                  <a:lnTo>
                    <a:pt x="200736" y="129794"/>
                  </a:lnTo>
                  <a:lnTo>
                    <a:pt x="200088" y="127495"/>
                  </a:lnTo>
                  <a:lnTo>
                    <a:pt x="200088" y="153949"/>
                  </a:lnTo>
                  <a:lnTo>
                    <a:pt x="166433" y="193205"/>
                  </a:lnTo>
                  <a:lnTo>
                    <a:pt x="154749" y="179578"/>
                  </a:lnTo>
                  <a:lnTo>
                    <a:pt x="157340" y="180187"/>
                  </a:lnTo>
                  <a:lnTo>
                    <a:pt x="163741" y="179793"/>
                  </a:lnTo>
                  <a:lnTo>
                    <a:pt x="165176" y="179260"/>
                  </a:lnTo>
                  <a:lnTo>
                    <a:pt x="164884" y="180987"/>
                  </a:lnTo>
                  <a:lnTo>
                    <a:pt x="165049" y="184721"/>
                  </a:lnTo>
                  <a:lnTo>
                    <a:pt x="165214" y="188455"/>
                  </a:lnTo>
                  <a:lnTo>
                    <a:pt x="166039" y="191439"/>
                  </a:lnTo>
                  <a:lnTo>
                    <a:pt x="167716" y="191338"/>
                  </a:lnTo>
                  <a:lnTo>
                    <a:pt x="168262" y="188264"/>
                  </a:lnTo>
                  <a:lnTo>
                    <a:pt x="167919" y="180797"/>
                  </a:lnTo>
                  <a:lnTo>
                    <a:pt x="167449" y="179120"/>
                  </a:lnTo>
                  <a:lnTo>
                    <a:pt x="168935" y="179463"/>
                  </a:lnTo>
                  <a:lnTo>
                    <a:pt x="172148" y="179260"/>
                  </a:lnTo>
                  <a:lnTo>
                    <a:pt x="175348" y="179070"/>
                  </a:lnTo>
                  <a:lnTo>
                    <a:pt x="177914" y="178104"/>
                  </a:lnTo>
                  <a:lnTo>
                    <a:pt x="177812" y="176149"/>
                  </a:lnTo>
                  <a:lnTo>
                    <a:pt x="175183" y="175514"/>
                  </a:lnTo>
                  <a:lnTo>
                    <a:pt x="168770" y="175920"/>
                  </a:lnTo>
                  <a:lnTo>
                    <a:pt x="167259" y="176491"/>
                  </a:lnTo>
                  <a:lnTo>
                    <a:pt x="167576" y="174739"/>
                  </a:lnTo>
                  <a:lnTo>
                    <a:pt x="167398" y="170992"/>
                  </a:lnTo>
                  <a:lnTo>
                    <a:pt x="167233" y="167259"/>
                  </a:lnTo>
                  <a:lnTo>
                    <a:pt x="166395" y="164274"/>
                  </a:lnTo>
                  <a:lnTo>
                    <a:pt x="164731" y="164376"/>
                  </a:lnTo>
                  <a:lnTo>
                    <a:pt x="164185" y="167449"/>
                  </a:lnTo>
                  <a:lnTo>
                    <a:pt x="164528" y="174917"/>
                  </a:lnTo>
                  <a:lnTo>
                    <a:pt x="164973" y="176593"/>
                  </a:lnTo>
                  <a:lnTo>
                    <a:pt x="163576" y="176250"/>
                  </a:lnTo>
                  <a:lnTo>
                    <a:pt x="160375" y="176441"/>
                  </a:lnTo>
                  <a:lnTo>
                    <a:pt x="157162" y="176644"/>
                  </a:lnTo>
                  <a:lnTo>
                    <a:pt x="154597" y="177609"/>
                  </a:lnTo>
                  <a:lnTo>
                    <a:pt x="154686" y="179514"/>
                  </a:lnTo>
                  <a:lnTo>
                    <a:pt x="122174" y="141579"/>
                  </a:lnTo>
                  <a:lnTo>
                    <a:pt x="124752" y="142189"/>
                  </a:lnTo>
                  <a:lnTo>
                    <a:pt x="131165" y="141795"/>
                  </a:lnTo>
                  <a:lnTo>
                    <a:pt x="132588" y="141262"/>
                  </a:lnTo>
                  <a:lnTo>
                    <a:pt x="132283" y="142976"/>
                  </a:lnTo>
                  <a:lnTo>
                    <a:pt x="132461" y="146710"/>
                  </a:lnTo>
                  <a:lnTo>
                    <a:pt x="132638" y="150456"/>
                  </a:lnTo>
                  <a:lnTo>
                    <a:pt x="133464" y="153441"/>
                  </a:lnTo>
                  <a:lnTo>
                    <a:pt x="135140" y="153327"/>
                  </a:lnTo>
                  <a:lnTo>
                    <a:pt x="135686" y="150266"/>
                  </a:lnTo>
                  <a:lnTo>
                    <a:pt x="135331" y="142786"/>
                  </a:lnTo>
                  <a:lnTo>
                    <a:pt x="134874" y="141109"/>
                  </a:lnTo>
                  <a:lnTo>
                    <a:pt x="136359" y="141465"/>
                  </a:lnTo>
                  <a:lnTo>
                    <a:pt x="139560" y="141262"/>
                  </a:lnTo>
                  <a:lnTo>
                    <a:pt x="142760" y="141058"/>
                  </a:lnTo>
                  <a:lnTo>
                    <a:pt x="145326" y="140093"/>
                  </a:lnTo>
                  <a:lnTo>
                    <a:pt x="145237" y="138137"/>
                  </a:lnTo>
                  <a:lnTo>
                    <a:pt x="142595" y="137515"/>
                  </a:lnTo>
                  <a:lnTo>
                    <a:pt x="136182" y="137909"/>
                  </a:lnTo>
                  <a:lnTo>
                    <a:pt x="134683" y="138480"/>
                  </a:lnTo>
                  <a:lnTo>
                    <a:pt x="134988" y="136728"/>
                  </a:lnTo>
                  <a:lnTo>
                    <a:pt x="134810" y="132994"/>
                  </a:lnTo>
                  <a:lnTo>
                    <a:pt x="134645" y="129247"/>
                  </a:lnTo>
                  <a:lnTo>
                    <a:pt x="133819" y="126263"/>
                  </a:lnTo>
                  <a:lnTo>
                    <a:pt x="133464" y="126288"/>
                  </a:lnTo>
                  <a:lnTo>
                    <a:pt x="165227" y="89230"/>
                  </a:lnTo>
                  <a:lnTo>
                    <a:pt x="164807" y="91617"/>
                  </a:lnTo>
                  <a:lnTo>
                    <a:pt x="165150" y="99098"/>
                  </a:lnTo>
                  <a:lnTo>
                    <a:pt x="165595" y="100761"/>
                  </a:lnTo>
                  <a:lnTo>
                    <a:pt x="164198" y="100418"/>
                  </a:lnTo>
                  <a:lnTo>
                    <a:pt x="160997" y="100622"/>
                  </a:lnTo>
                  <a:lnTo>
                    <a:pt x="157784" y="100812"/>
                  </a:lnTo>
                  <a:lnTo>
                    <a:pt x="155219" y="101777"/>
                  </a:lnTo>
                  <a:lnTo>
                    <a:pt x="155321" y="103733"/>
                  </a:lnTo>
                  <a:lnTo>
                    <a:pt x="157962" y="104368"/>
                  </a:lnTo>
                  <a:lnTo>
                    <a:pt x="164363" y="103974"/>
                  </a:lnTo>
                  <a:lnTo>
                    <a:pt x="165798" y="103441"/>
                  </a:lnTo>
                  <a:lnTo>
                    <a:pt x="165506" y="105156"/>
                  </a:lnTo>
                  <a:lnTo>
                    <a:pt x="165671" y="108889"/>
                  </a:lnTo>
                  <a:lnTo>
                    <a:pt x="165836" y="112636"/>
                  </a:lnTo>
                  <a:lnTo>
                    <a:pt x="166662" y="115620"/>
                  </a:lnTo>
                  <a:lnTo>
                    <a:pt x="168338" y="115506"/>
                  </a:lnTo>
                  <a:lnTo>
                    <a:pt x="168884" y="112445"/>
                  </a:lnTo>
                  <a:lnTo>
                    <a:pt x="168541" y="104965"/>
                  </a:lnTo>
                  <a:lnTo>
                    <a:pt x="168071" y="103301"/>
                  </a:lnTo>
                  <a:lnTo>
                    <a:pt x="169557" y="103644"/>
                  </a:lnTo>
                  <a:lnTo>
                    <a:pt x="172758" y="103441"/>
                  </a:lnTo>
                  <a:lnTo>
                    <a:pt x="175971" y="103238"/>
                  </a:lnTo>
                  <a:lnTo>
                    <a:pt x="178536" y="102273"/>
                  </a:lnTo>
                  <a:lnTo>
                    <a:pt x="178511" y="101942"/>
                  </a:lnTo>
                  <a:lnTo>
                    <a:pt x="199859" y="126822"/>
                  </a:lnTo>
                  <a:lnTo>
                    <a:pt x="198234" y="126911"/>
                  </a:lnTo>
                  <a:lnTo>
                    <a:pt x="197688" y="129984"/>
                  </a:lnTo>
                  <a:lnTo>
                    <a:pt x="198031" y="137452"/>
                  </a:lnTo>
                  <a:lnTo>
                    <a:pt x="198488" y="139128"/>
                  </a:lnTo>
                  <a:lnTo>
                    <a:pt x="197078" y="138785"/>
                  </a:lnTo>
                  <a:lnTo>
                    <a:pt x="193878" y="138976"/>
                  </a:lnTo>
                  <a:lnTo>
                    <a:pt x="190677" y="139179"/>
                  </a:lnTo>
                  <a:lnTo>
                    <a:pt x="188112" y="140144"/>
                  </a:lnTo>
                  <a:lnTo>
                    <a:pt x="188201" y="142100"/>
                  </a:lnTo>
                  <a:lnTo>
                    <a:pt x="190842" y="142722"/>
                  </a:lnTo>
                  <a:lnTo>
                    <a:pt x="197256" y="142328"/>
                  </a:lnTo>
                  <a:lnTo>
                    <a:pt x="198678" y="141795"/>
                  </a:lnTo>
                  <a:lnTo>
                    <a:pt x="198386" y="143510"/>
                  </a:lnTo>
                  <a:lnTo>
                    <a:pt x="198551" y="147256"/>
                  </a:lnTo>
                  <a:lnTo>
                    <a:pt x="198716" y="150990"/>
                  </a:lnTo>
                  <a:lnTo>
                    <a:pt x="199555" y="153974"/>
                  </a:lnTo>
                  <a:lnTo>
                    <a:pt x="200088" y="153949"/>
                  </a:lnTo>
                  <a:lnTo>
                    <a:pt x="200088" y="127495"/>
                  </a:lnTo>
                  <a:lnTo>
                    <a:pt x="199923" y="126898"/>
                  </a:lnTo>
                  <a:lnTo>
                    <a:pt x="209702" y="138303"/>
                  </a:lnTo>
                  <a:lnTo>
                    <a:pt x="209702" y="127647"/>
                  </a:lnTo>
                  <a:lnTo>
                    <a:pt x="176796" y="89255"/>
                  </a:lnTo>
                  <a:lnTo>
                    <a:pt x="176796" y="99936"/>
                  </a:lnTo>
                  <a:lnTo>
                    <a:pt x="175793" y="99695"/>
                  </a:lnTo>
                  <a:lnTo>
                    <a:pt x="169392" y="100088"/>
                  </a:lnTo>
                  <a:lnTo>
                    <a:pt x="167881" y="100660"/>
                  </a:lnTo>
                  <a:lnTo>
                    <a:pt x="168186" y="98907"/>
                  </a:lnTo>
                  <a:lnTo>
                    <a:pt x="168021" y="95173"/>
                  </a:lnTo>
                  <a:lnTo>
                    <a:pt x="167855" y="91427"/>
                  </a:lnTo>
                  <a:lnTo>
                    <a:pt x="167030" y="88531"/>
                  </a:lnTo>
                  <a:lnTo>
                    <a:pt x="176796" y="99936"/>
                  </a:lnTo>
                  <a:lnTo>
                    <a:pt x="176796" y="89255"/>
                  </a:lnTo>
                  <a:lnTo>
                    <a:pt x="175577" y="87820"/>
                  </a:lnTo>
                  <a:lnTo>
                    <a:pt x="166966" y="77787"/>
                  </a:lnTo>
                  <a:lnTo>
                    <a:pt x="166966" y="88455"/>
                  </a:lnTo>
                  <a:lnTo>
                    <a:pt x="165823" y="88531"/>
                  </a:lnTo>
                  <a:lnTo>
                    <a:pt x="166433" y="87820"/>
                  </a:lnTo>
                  <a:lnTo>
                    <a:pt x="166966" y="88455"/>
                  </a:lnTo>
                  <a:lnTo>
                    <a:pt x="166966" y="77787"/>
                  </a:lnTo>
                  <a:lnTo>
                    <a:pt x="166433" y="77165"/>
                  </a:lnTo>
                  <a:lnTo>
                    <a:pt x="132384" y="116890"/>
                  </a:lnTo>
                  <a:lnTo>
                    <a:pt x="132384" y="138582"/>
                  </a:lnTo>
                  <a:lnTo>
                    <a:pt x="131000" y="138239"/>
                  </a:lnTo>
                  <a:lnTo>
                    <a:pt x="127787" y="138442"/>
                  </a:lnTo>
                  <a:lnTo>
                    <a:pt x="124587" y="138633"/>
                  </a:lnTo>
                  <a:lnTo>
                    <a:pt x="122097" y="139585"/>
                  </a:lnTo>
                  <a:lnTo>
                    <a:pt x="122097" y="141490"/>
                  </a:lnTo>
                  <a:lnTo>
                    <a:pt x="121272" y="140512"/>
                  </a:lnTo>
                  <a:lnTo>
                    <a:pt x="122021" y="139649"/>
                  </a:lnTo>
                  <a:lnTo>
                    <a:pt x="122097" y="141490"/>
                  </a:lnTo>
                  <a:lnTo>
                    <a:pt x="122097" y="139585"/>
                  </a:lnTo>
                  <a:lnTo>
                    <a:pt x="131813" y="128219"/>
                  </a:lnTo>
                  <a:lnTo>
                    <a:pt x="131597" y="129438"/>
                  </a:lnTo>
                  <a:lnTo>
                    <a:pt x="131940" y="136918"/>
                  </a:lnTo>
                  <a:lnTo>
                    <a:pt x="132384" y="138582"/>
                  </a:lnTo>
                  <a:lnTo>
                    <a:pt x="132384" y="116890"/>
                  </a:lnTo>
                  <a:lnTo>
                    <a:pt x="112128" y="140512"/>
                  </a:lnTo>
                  <a:lnTo>
                    <a:pt x="166433" y="203860"/>
                  </a:lnTo>
                  <a:lnTo>
                    <a:pt x="175577" y="193205"/>
                  </a:lnTo>
                  <a:lnTo>
                    <a:pt x="216166" y="145846"/>
                  </a:lnTo>
                  <a:lnTo>
                    <a:pt x="254203" y="190207"/>
                  </a:lnTo>
                  <a:lnTo>
                    <a:pt x="254203" y="179578"/>
                  </a:lnTo>
                  <a:lnTo>
                    <a:pt x="254203" y="177558"/>
                  </a:lnTo>
                  <a:lnTo>
                    <a:pt x="254076" y="177609"/>
                  </a:lnTo>
                  <a:lnTo>
                    <a:pt x="254165" y="179514"/>
                  </a:lnTo>
                  <a:lnTo>
                    <a:pt x="221640" y="141579"/>
                  </a:lnTo>
                  <a:lnTo>
                    <a:pt x="224231" y="142189"/>
                  </a:lnTo>
                  <a:lnTo>
                    <a:pt x="230644" y="141795"/>
                  </a:lnTo>
                  <a:lnTo>
                    <a:pt x="232067" y="141262"/>
                  </a:lnTo>
                  <a:lnTo>
                    <a:pt x="231775" y="142976"/>
                  </a:lnTo>
                  <a:lnTo>
                    <a:pt x="231940" y="146710"/>
                  </a:lnTo>
                  <a:lnTo>
                    <a:pt x="232117" y="150456"/>
                  </a:lnTo>
                  <a:lnTo>
                    <a:pt x="232943" y="153441"/>
                  </a:lnTo>
                  <a:lnTo>
                    <a:pt x="234619" y="153327"/>
                  </a:lnTo>
                  <a:lnTo>
                    <a:pt x="235153" y="150266"/>
                  </a:lnTo>
                  <a:lnTo>
                    <a:pt x="234810" y="142786"/>
                  </a:lnTo>
                  <a:lnTo>
                    <a:pt x="234353" y="141109"/>
                  </a:lnTo>
                  <a:lnTo>
                    <a:pt x="235839" y="141465"/>
                  </a:lnTo>
                  <a:lnTo>
                    <a:pt x="239039" y="141262"/>
                  </a:lnTo>
                  <a:lnTo>
                    <a:pt x="242239" y="141058"/>
                  </a:lnTo>
                  <a:lnTo>
                    <a:pt x="244805" y="140093"/>
                  </a:lnTo>
                  <a:lnTo>
                    <a:pt x="244716" y="138137"/>
                  </a:lnTo>
                  <a:lnTo>
                    <a:pt x="242074" y="137515"/>
                  </a:lnTo>
                  <a:lnTo>
                    <a:pt x="235661" y="137909"/>
                  </a:lnTo>
                  <a:lnTo>
                    <a:pt x="234149" y="138480"/>
                  </a:lnTo>
                  <a:lnTo>
                    <a:pt x="234454" y="136728"/>
                  </a:lnTo>
                  <a:lnTo>
                    <a:pt x="234289" y="132994"/>
                  </a:lnTo>
                  <a:lnTo>
                    <a:pt x="234124" y="129247"/>
                  </a:lnTo>
                  <a:lnTo>
                    <a:pt x="233299" y="126263"/>
                  </a:lnTo>
                  <a:lnTo>
                    <a:pt x="232930" y="126288"/>
                  </a:lnTo>
                  <a:lnTo>
                    <a:pt x="254203" y="101485"/>
                  </a:lnTo>
                  <a:lnTo>
                    <a:pt x="254203" y="90817"/>
                  </a:lnTo>
                  <a:close/>
                </a:path>
                <a:path w="254634" h="437515">
                  <a:moveTo>
                    <a:pt x="254203" y="43700"/>
                  </a:moveTo>
                  <a:lnTo>
                    <a:pt x="227101" y="12103"/>
                  </a:lnTo>
                  <a:lnTo>
                    <a:pt x="227101" y="22783"/>
                  </a:lnTo>
                  <a:lnTo>
                    <a:pt x="226098" y="22529"/>
                  </a:lnTo>
                  <a:lnTo>
                    <a:pt x="219697" y="22923"/>
                  </a:lnTo>
                  <a:lnTo>
                    <a:pt x="218186" y="23495"/>
                  </a:lnTo>
                  <a:lnTo>
                    <a:pt x="218490" y="21742"/>
                  </a:lnTo>
                  <a:lnTo>
                    <a:pt x="218313" y="18008"/>
                  </a:lnTo>
                  <a:lnTo>
                    <a:pt x="218147" y="14274"/>
                  </a:lnTo>
                  <a:lnTo>
                    <a:pt x="217335" y="11366"/>
                  </a:lnTo>
                  <a:lnTo>
                    <a:pt x="227101" y="22783"/>
                  </a:lnTo>
                  <a:lnTo>
                    <a:pt x="227101" y="12103"/>
                  </a:lnTo>
                  <a:lnTo>
                    <a:pt x="225869" y="10655"/>
                  </a:lnTo>
                  <a:lnTo>
                    <a:pt x="217271" y="635"/>
                  </a:lnTo>
                  <a:lnTo>
                    <a:pt x="217271" y="11303"/>
                  </a:lnTo>
                  <a:lnTo>
                    <a:pt x="216128" y="11366"/>
                  </a:lnTo>
                  <a:lnTo>
                    <a:pt x="216738" y="10655"/>
                  </a:lnTo>
                  <a:lnTo>
                    <a:pt x="217271" y="11303"/>
                  </a:lnTo>
                  <a:lnTo>
                    <a:pt x="217271" y="635"/>
                  </a:lnTo>
                  <a:lnTo>
                    <a:pt x="216738" y="0"/>
                  </a:lnTo>
                  <a:lnTo>
                    <a:pt x="182689" y="39712"/>
                  </a:lnTo>
                  <a:lnTo>
                    <a:pt x="182689" y="61417"/>
                  </a:lnTo>
                  <a:lnTo>
                    <a:pt x="181292" y="61074"/>
                  </a:lnTo>
                  <a:lnTo>
                    <a:pt x="178092" y="61277"/>
                  </a:lnTo>
                  <a:lnTo>
                    <a:pt x="174891" y="61480"/>
                  </a:lnTo>
                  <a:lnTo>
                    <a:pt x="172402" y="62433"/>
                  </a:lnTo>
                  <a:lnTo>
                    <a:pt x="172402" y="64338"/>
                  </a:lnTo>
                  <a:lnTo>
                    <a:pt x="171564" y="63347"/>
                  </a:lnTo>
                  <a:lnTo>
                    <a:pt x="172326" y="62458"/>
                  </a:lnTo>
                  <a:lnTo>
                    <a:pt x="172402" y="64338"/>
                  </a:lnTo>
                  <a:lnTo>
                    <a:pt x="172402" y="62433"/>
                  </a:lnTo>
                  <a:lnTo>
                    <a:pt x="182118" y="51041"/>
                  </a:lnTo>
                  <a:lnTo>
                    <a:pt x="181902" y="52273"/>
                  </a:lnTo>
                  <a:lnTo>
                    <a:pt x="182245" y="59753"/>
                  </a:lnTo>
                  <a:lnTo>
                    <a:pt x="182689" y="61417"/>
                  </a:lnTo>
                  <a:lnTo>
                    <a:pt x="182689" y="39712"/>
                  </a:lnTo>
                  <a:lnTo>
                    <a:pt x="162420" y="63347"/>
                  </a:lnTo>
                  <a:lnTo>
                    <a:pt x="216738" y="126695"/>
                  </a:lnTo>
                  <a:lnTo>
                    <a:pt x="225869" y="116039"/>
                  </a:lnTo>
                  <a:lnTo>
                    <a:pt x="254203" y="82994"/>
                  </a:lnTo>
                  <a:lnTo>
                    <a:pt x="254203" y="72339"/>
                  </a:lnTo>
                  <a:lnTo>
                    <a:pt x="251802" y="75145"/>
                  </a:lnTo>
                  <a:lnTo>
                    <a:pt x="252069" y="73647"/>
                  </a:lnTo>
                  <a:lnTo>
                    <a:pt x="251726" y="66167"/>
                  </a:lnTo>
                  <a:lnTo>
                    <a:pt x="251256" y="64490"/>
                  </a:lnTo>
                  <a:lnTo>
                    <a:pt x="252742" y="64833"/>
                  </a:lnTo>
                  <a:lnTo>
                    <a:pt x="254203" y="64744"/>
                  </a:lnTo>
                  <a:lnTo>
                    <a:pt x="254203" y="61188"/>
                  </a:lnTo>
                  <a:lnTo>
                    <a:pt x="252577" y="61290"/>
                  </a:lnTo>
                  <a:lnTo>
                    <a:pt x="251066" y="61861"/>
                  </a:lnTo>
                  <a:lnTo>
                    <a:pt x="251371" y="60109"/>
                  </a:lnTo>
                  <a:lnTo>
                    <a:pt x="251206" y="56362"/>
                  </a:lnTo>
                  <a:lnTo>
                    <a:pt x="251040" y="52628"/>
                  </a:lnTo>
                  <a:lnTo>
                    <a:pt x="250393" y="50368"/>
                  </a:lnTo>
                  <a:lnTo>
                    <a:pt x="250393" y="76784"/>
                  </a:lnTo>
                  <a:lnTo>
                    <a:pt x="216738" y="116039"/>
                  </a:lnTo>
                  <a:lnTo>
                    <a:pt x="205054" y="102425"/>
                  </a:lnTo>
                  <a:lnTo>
                    <a:pt x="207632" y="103035"/>
                  </a:lnTo>
                  <a:lnTo>
                    <a:pt x="214045" y="102628"/>
                  </a:lnTo>
                  <a:lnTo>
                    <a:pt x="215468" y="102108"/>
                  </a:lnTo>
                  <a:lnTo>
                    <a:pt x="215176" y="103822"/>
                  </a:lnTo>
                  <a:lnTo>
                    <a:pt x="215353" y="107556"/>
                  </a:lnTo>
                  <a:lnTo>
                    <a:pt x="215519" y="111302"/>
                  </a:lnTo>
                  <a:lnTo>
                    <a:pt x="216344" y="114287"/>
                  </a:lnTo>
                  <a:lnTo>
                    <a:pt x="218020" y="114173"/>
                  </a:lnTo>
                  <a:lnTo>
                    <a:pt x="218567" y="111112"/>
                  </a:lnTo>
                  <a:lnTo>
                    <a:pt x="218211" y="103632"/>
                  </a:lnTo>
                  <a:lnTo>
                    <a:pt x="217754" y="101955"/>
                  </a:lnTo>
                  <a:lnTo>
                    <a:pt x="219240" y="102298"/>
                  </a:lnTo>
                  <a:lnTo>
                    <a:pt x="222440" y="102108"/>
                  </a:lnTo>
                  <a:lnTo>
                    <a:pt x="225640" y="101904"/>
                  </a:lnTo>
                  <a:lnTo>
                    <a:pt x="228206" y="100939"/>
                  </a:lnTo>
                  <a:lnTo>
                    <a:pt x="228117" y="98983"/>
                  </a:lnTo>
                  <a:lnTo>
                    <a:pt x="225475" y="98361"/>
                  </a:lnTo>
                  <a:lnTo>
                    <a:pt x="219075" y="98755"/>
                  </a:lnTo>
                  <a:lnTo>
                    <a:pt x="217563" y="99326"/>
                  </a:lnTo>
                  <a:lnTo>
                    <a:pt x="217868" y="97574"/>
                  </a:lnTo>
                  <a:lnTo>
                    <a:pt x="217690" y="93827"/>
                  </a:lnTo>
                  <a:lnTo>
                    <a:pt x="217525" y="90093"/>
                  </a:lnTo>
                  <a:lnTo>
                    <a:pt x="216700" y="87109"/>
                  </a:lnTo>
                  <a:lnTo>
                    <a:pt x="215023" y="87210"/>
                  </a:lnTo>
                  <a:lnTo>
                    <a:pt x="214477" y="90284"/>
                  </a:lnTo>
                  <a:lnTo>
                    <a:pt x="214820" y="97764"/>
                  </a:lnTo>
                  <a:lnTo>
                    <a:pt x="215265" y="99428"/>
                  </a:lnTo>
                  <a:lnTo>
                    <a:pt x="213880" y="99085"/>
                  </a:lnTo>
                  <a:lnTo>
                    <a:pt x="210667" y="99288"/>
                  </a:lnTo>
                  <a:lnTo>
                    <a:pt x="207467" y="99479"/>
                  </a:lnTo>
                  <a:lnTo>
                    <a:pt x="204901" y="100444"/>
                  </a:lnTo>
                  <a:lnTo>
                    <a:pt x="204978" y="102349"/>
                  </a:lnTo>
                  <a:lnTo>
                    <a:pt x="172478" y="64427"/>
                  </a:lnTo>
                  <a:lnTo>
                    <a:pt x="175056" y="65024"/>
                  </a:lnTo>
                  <a:lnTo>
                    <a:pt x="181457" y="64630"/>
                  </a:lnTo>
                  <a:lnTo>
                    <a:pt x="182892" y="64096"/>
                  </a:lnTo>
                  <a:lnTo>
                    <a:pt x="182587" y="65811"/>
                  </a:lnTo>
                  <a:lnTo>
                    <a:pt x="182765" y="69557"/>
                  </a:lnTo>
                  <a:lnTo>
                    <a:pt x="182930" y="73291"/>
                  </a:lnTo>
                  <a:lnTo>
                    <a:pt x="183756" y="76276"/>
                  </a:lnTo>
                  <a:lnTo>
                    <a:pt x="185432" y="76174"/>
                  </a:lnTo>
                  <a:lnTo>
                    <a:pt x="185978" y="73101"/>
                  </a:lnTo>
                  <a:lnTo>
                    <a:pt x="185635" y="65620"/>
                  </a:lnTo>
                  <a:lnTo>
                    <a:pt x="185178" y="63944"/>
                  </a:lnTo>
                  <a:lnTo>
                    <a:pt x="186651" y="64300"/>
                  </a:lnTo>
                  <a:lnTo>
                    <a:pt x="189865" y="64096"/>
                  </a:lnTo>
                  <a:lnTo>
                    <a:pt x="193065" y="63906"/>
                  </a:lnTo>
                  <a:lnTo>
                    <a:pt x="195630" y="62941"/>
                  </a:lnTo>
                  <a:lnTo>
                    <a:pt x="195529" y="60972"/>
                  </a:lnTo>
                  <a:lnTo>
                    <a:pt x="192900" y="60350"/>
                  </a:lnTo>
                  <a:lnTo>
                    <a:pt x="186486" y="60744"/>
                  </a:lnTo>
                  <a:lnTo>
                    <a:pt x="184975" y="61315"/>
                  </a:lnTo>
                  <a:lnTo>
                    <a:pt x="185280" y="59563"/>
                  </a:lnTo>
                  <a:lnTo>
                    <a:pt x="185115" y="55829"/>
                  </a:lnTo>
                  <a:lnTo>
                    <a:pt x="184950" y="52095"/>
                  </a:lnTo>
                  <a:lnTo>
                    <a:pt x="184124" y="49110"/>
                  </a:lnTo>
                  <a:lnTo>
                    <a:pt x="183743" y="49136"/>
                  </a:lnTo>
                  <a:lnTo>
                    <a:pt x="215519" y="12077"/>
                  </a:lnTo>
                  <a:lnTo>
                    <a:pt x="215099" y="14452"/>
                  </a:lnTo>
                  <a:lnTo>
                    <a:pt x="215442" y="21932"/>
                  </a:lnTo>
                  <a:lnTo>
                    <a:pt x="215887" y="23596"/>
                  </a:lnTo>
                  <a:lnTo>
                    <a:pt x="214503" y="23253"/>
                  </a:lnTo>
                  <a:lnTo>
                    <a:pt x="211289" y="23456"/>
                  </a:lnTo>
                  <a:lnTo>
                    <a:pt x="208089" y="23660"/>
                  </a:lnTo>
                  <a:lnTo>
                    <a:pt x="205524" y="24625"/>
                  </a:lnTo>
                  <a:lnTo>
                    <a:pt x="205613" y="26581"/>
                  </a:lnTo>
                  <a:lnTo>
                    <a:pt x="208254" y="27203"/>
                  </a:lnTo>
                  <a:lnTo>
                    <a:pt x="214668" y="26809"/>
                  </a:lnTo>
                  <a:lnTo>
                    <a:pt x="216090" y="26276"/>
                  </a:lnTo>
                  <a:lnTo>
                    <a:pt x="215785" y="27990"/>
                  </a:lnTo>
                  <a:lnTo>
                    <a:pt x="215963" y="31737"/>
                  </a:lnTo>
                  <a:lnTo>
                    <a:pt x="216141" y="35471"/>
                  </a:lnTo>
                  <a:lnTo>
                    <a:pt x="216966" y="38455"/>
                  </a:lnTo>
                  <a:lnTo>
                    <a:pt x="218643" y="38354"/>
                  </a:lnTo>
                  <a:lnTo>
                    <a:pt x="219189" y="35280"/>
                  </a:lnTo>
                  <a:lnTo>
                    <a:pt x="218833" y="27813"/>
                  </a:lnTo>
                  <a:lnTo>
                    <a:pt x="218363" y="26123"/>
                  </a:lnTo>
                  <a:lnTo>
                    <a:pt x="219862" y="26479"/>
                  </a:lnTo>
                  <a:lnTo>
                    <a:pt x="223062" y="26276"/>
                  </a:lnTo>
                  <a:lnTo>
                    <a:pt x="226263" y="26085"/>
                  </a:lnTo>
                  <a:lnTo>
                    <a:pt x="228828" y="25120"/>
                  </a:lnTo>
                  <a:lnTo>
                    <a:pt x="228803" y="24765"/>
                  </a:lnTo>
                  <a:lnTo>
                    <a:pt x="250151" y="49657"/>
                  </a:lnTo>
                  <a:lnTo>
                    <a:pt x="248526" y="49745"/>
                  </a:lnTo>
                  <a:lnTo>
                    <a:pt x="247992" y="52819"/>
                  </a:lnTo>
                  <a:lnTo>
                    <a:pt x="248335" y="60299"/>
                  </a:lnTo>
                  <a:lnTo>
                    <a:pt x="248780" y="61963"/>
                  </a:lnTo>
                  <a:lnTo>
                    <a:pt x="247383" y="61620"/>
                  </a:lnTo>
                  <a:lnTo>
                    <a:pt x="244182" y="61823"/>
                  </a:lnTo>
                  <a:lnTo>
                    <a:pt x="240969" y="62014"/>
                  </a:lnTo>
                  <a:lnTo>
                    <a:pt x="238404" y="62979"/>
                  </a:lnTo>
                  <a:lnTo>
                    <a:pt x="238506" y="64935"/>
                  </a:lnTo>
                  <a:lnTo>
                    <a:pt x="241147" y="65570"/>
                  </a:lnTo>
                  <a:lnTo>
                    <a:pt x="247548" y="65163"/>
                  </a:lnTo>
                  <a:lnTo>
                    <a:pt x="248983" y="64630"/>
                  </a:lnTo>
                  <a:lnTo>
                    <a:pt x="248691" y="66357"/>
                  </a:lnTo>
                  <a:lnTo>
                    <a:pt x="248856" y="70091"/>
                  </a:lnTo>
                  <a:lnTo>
                    <a:pt x="249021" y="73825"/>
                  </a:lnTo>
                  <a:lnTo>
                    <a:pt x="249847" y="76809"/>
                  </a:lnTo>
                  <a:lnTo>
                    <a:pt x="250393" y="76784"/>
                  </a:lnTo>
                  <a:lnTo>
                    <a:pt x="250393" y="50368"/>
                  </a:lnTo>
                  <a:lnTo>
                    <a:pt x="250215" y="49733"/>
                  </a:lnTo>
                  <a:lnTo>
                    <a:pt x="254203" y="54368"/>
                  </a:lnTo>
                  <a:lnTo>
                    <a:pt x="254203" y="43700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9" name="object 2069" descr=""/>
            <p:cNvSpPr/>
            <p:nvPr/>
          </p:nvSpPr>
          <p:spPr>
            <a:xfrm>
              <a:off x="8708809" y="6600653"/>
              <a:ext cx="142240" cy="347980"/>
            </a:xfrm>
            <a:custGeom>
              <a:avLst/>
              <a:gdLst/>
              <a:ahLst/>
              <a:cxnLst/>
              <a:rect l="l" t="t" r="r" b="b"/>
              <a:pathLst>
                <a:path w="142240" h="347979">
                  <a:moveTo>
                    <a:pt x="83502" y="51650"/>
                  </a:moveTo>
                  <a:lnTo>
                    <a:pt x="83400" y="49695"/>
                  </a:lnTo>
                  <a:lnTo>
                    <a:pt x="80772" y="49072"/>
                  </a:lnTo>
                  <a:lnTo>
                    <a:pt x="74358" y="49466"/>
                  </a:lnTo>
                  <a:lnTo>
                    <a:pt x="71805" y="50431"/>
                  </a:lnTo>
                  <a:lnTo>
                    <a:pt x="71894" y="52387"/>
                  </a:lnTo>
                  <a:lnTo>
                    <a:pt x="74523" y="53022"/>
                  </a:lnTo>
                  <a:lnTo>
                    <a:pt x="77736" y="52819"/>
                  </a:lnTo>
                  <a:lnTo>
                    <a:pt x="80937" y="52616"/>
                  </a:lnTo>
                  <a:lnTo>
                    <a:pt x="83502" y="51650"/>
                  </a:lnTo>
                  <a:close/>
                </a:path>
                <a:path w="142240" h="347979">
                  <a:moveTo>
                    <a:pt x="116078" y="89662"/>
                  </a:moveTo>
                  <a:lnTo>
                    <a:pt x="115989" y="87706"/>
                  </a:lnTo>
                  <a:lnTo>
                    <a:pt x="113347" y="87071"/>
                  </a:lnTo>
                  <a:lnTo>
                    <a:pt x="106946" y="87477"/>
                  </a:lnTo>
                  <a:lnTo>
                    <a:pt x="105435" y="88049"/>
                  </a:lnTo>
                  <a:lnTo>
                    <a:pt x="105740" y="86296"/>
                  </a:lnTo>
                  <a:lnTo>
                    <a:pt x="105562" y="82550"/>
                  </a:lnTo>
                  <a:lnTo>
                    <a:pt x="105397" y="78816"/>
                  </a:lnTo>
                  <a:lnTo>
                    <a:pt x="104571" y="75831"/>
                  </a:lnTo>
                  <a:lnTo>
                    <a:pt x="102895" y="75933"/>
                  </a:lnTo>
                  <a:lnTo>
                    <a:pt x="102349" y="79006"/>
                  </a:lnTo>
                  <a:lnTo>
                    <a:pt x="102692" y="86474"/>
                  </a:lnTo>
                  <a:lnTo>
                    <a:pt x="103149" y="88150"/>
                  </a:lnTo>
                  <a:lnTo>
                    <a:pt x="101752" y="87807"/>
                  </a:lnTo>
                  <a:lnTo>
                    <a:pt x="98539" y="87998"/>
                  </a:lnTo>
                  <a:lnTo>
                    <a:pt x="95338" y="88201"/>
                  </a:lnTo>
                  <a:lnTo>
                    <a:pt x="92773" y="89166"/>
                  </a:lnTo>
                  <a:lnTo>
                    <a:pt x="92862" y="91122"/>
                  </a:lnTo>
                  <a:lnTo>
                    <a:pt x="95504" y="91757"/>
                  </a:lnTo>
                  <a:lnTo>
                    <a:pt x="101917" y="91351"/>
                  </a:lnTo>
                  <a:lnTo>
                    <a:pt x="103339" y="90817"/>
                  </a:lnTo>
                  <a:lnTo>
                    <a:pt x="103047" y="92544"/>
                  </a:lnTo>
                  <a:lnTo>
                    <a:pt x="103225" y="96278"/>
                  </a:lnTo>
                  <a:lnTo>
                    <a:pt x="103390" y="100012"/>
                  </a:lnTo>
                  <a:lnTo>
                    <a:pt x="104216" y="102997"/>
                  </a:lnTo>
                  <a:lnTo>
                    <a:pt x="105892" y="102895"/>
                  </a:lnTo>
                  <a:lnTo>
                    <a:pt x="106438" y="99822"/>
                  </a:lnTo>
                  <a:lnTo>
                    <a:pt x="106083" y="92354"/>
                  </a:lnTo>
                  <a:lnTo>
                    <a:pt x="105625" y="90678"/>
                  </a:lnTo>
                  <a:lnTo>
                    <a:pt x="107111" y="91020"/>
                  </a:lnTo>
                  <a:lnTo>
                    <a:pt x="110312" y="90817"/>
                  </a:lnTo>
                  <a:lnTo>
                    <a:pt x="113512" y="90627"/>
                  </a:lnTo>
                  <a:lnTo>
                    <a:pt x="116078" y="89662"/>
                  </a:lnTo>
                  <a:close/>
                </a:path>
                <a:path w="142240" h="347979">
                  <a:moveTo>
                    <a:pt x="116700" y="13830"/>
                  </a:moveTo>
                  <a:lnTo>
                    <a:pt x="116611" y="11874"/>
                  </a:lnTo>
                  <a:lnTo>
                    <a:pt x="113969" y="11252"/>
                  </a:lnTo>
                  <a:lnTo>
                    <a:pt x="107569" y="11645"/>
                  </a:lnTo>
                  <a:lnTo>
                    <a:pt x="106057" y="12217"/>
                  </a:lnTo>
                  <a:lnTo>
                    <a:pt x="106362" y="10464"/>
                  </a:lnTo>
                  <a:lnTo>
                    <a:pt x="106184" y="6731"/>
                  </a:lnTo>
                  <a:lnTo>
                    <a:pt x="106019" y="2984"/>
                  </a:lnTo>
                  <a:lnTo>
                    <a:pt x="105194" y="0"/>
                  </a:lnTo>
                  <a:lnTo>
                    <a:pt x="103517" y="114"/>
                  </a:lnTo>
                  <a:lnTo>
                    <a:pt x="102971" y="3175"/>
                  </a:lnTo>
                  <a:lnTo>
                    <a:pt x="103314" y="10655"/>
                  </a:lnTo>
                  <a:lnTo>
                    <a:pt x="103759" y="12319"/>
                  </a:lnTo>
                  <a:lnTo>
                    <a:pt x="102374" y="11976"/>
                  </a:lnTo>
                  <a:lnTo>
                    <a:pt x="99161" y="12179"/>
                  </a:lnTo>
                  <a:lnTo>
                    <a:pt x="95961" y="12382"/>
                  </a:lnTo>
                  <a:lnTo>
                    <a:pt x="93395" y="13335"/>
                  </a:lnTo>
                  <a:lnTo>
                    <a:pt x="93484" y="15303"/>
                  </a:lnTo>
                  <a:lnTo>
                    <a:pt x="96126" y="15925"/>
                  </a:lnTo>
                  <a:lnTo>
                    <a:pt x="102539" y="15532"/>
                  </a:lnTo>
                  <a:lnTo>
                    <a:pt x="103962" y="14998"/>
                  </a:lnTo>
                  <a:lnTo>
                    <a:pt x="103657" y="16713"/>
                  </a:lnTo>
                  <a:lnTo>
                    <a:pt x="103835" y="20447"/>
                  </a:lnTo>
                  <a:lnTo>
                    <a:pt x="104013" y="24193"/>
                  </a:lnTo>
                  <a:lnTo>
                    <a:pt x="104838" y="27178"/>
                  </a:lnTo>
                  <a:lnTo>
                    <a:pt x="106514" y="27076"/>
                  </a:lnTo>
                  <a:lnTo>
                    <a:pt x="107061" y="24003"/>
                  </a:lnTo>
                  <a:lnTo>
                    <a:pt x="106705" y="16522"/>
                  </a:lnTo>
                  <a:lnTo>
                    <a:pt x="106248" y="14846"/>
                  </a:lnTo>
                  <a:lnTo>
                    <a:pt x="107734" y="15201"/>
                  </a:lnTo>
                  <a:lnTo>
                    <a:pt x="110934" y="14998"/>
                  </a:lnTo>
                  <a:lnTo>
                    <a:pt x="114134" y="14795"/>
                  </a:lnTo>
                  <a:lnTo>
                    <a:pt x="116700" y="13830"/>
                  </a:lnTo>
                  <a:close/>
                </a:path>
                <a:path w="142240" h="347979">
                  <a:moveTo>
                    <a:pt x="142074" y="234873"/>
                  </a:moveTo>
                  <a:lnTo>
                    <a:pt x="119748" y="260921"/>
                  </a:lnTo>
                  <a:lnTo>
                    <a:pt x="119748" y="282638"/>
                  </a:lnTo>
                  <a:lnTo>
                    <a:pt x="118338" y="282295"/>
                  </a:lnTo>
                  <a:lnTo>
                    <a:pt x="115138" y="282486"/>
                  </a:lnTo>
                  <a:lnTo>
                    <a:pt x="111937" y="282689"/>
                  </a:lnTo>
                  <a:lnTo>
                    <a:pt x="109448" y="283641"/>
                  </a:lnTo>
                  <a:lnTo>
                    <a:pt x="109448" y="285559"/>
                  </a:lnTo>
                  <a:lnTo>
                    <a:pt x="108610" y="284568"/>
                  </a:lnTo>
                  <a:lnTo>
                    <a:pt x="109372" y="283679"/>
                  </a:lnTo>
                  <a:lnTo>
                    <a:pt x="109448" y="285559"/>
                  </a:lnTo>
                  <a:lnTo>
                    <a:pt x="109448" y="283641"/>
                  </a:lnTo>
                  <a:lnTo>
                    <a:pt x="119164" y="272262"/>
                  </a:lnTo>
                  <a:lnTo>
                    <a:pt x="118948" y="273494"/>
                  </a:lnTo>
                  <a:lnTo>
                    <a:pt x="119291" y="280962"/>
                  </a:lnTo>
                  <a:lnTo>
                    <a:pt x="119748" y="282638"/>
                  </a:lnTo>
                  <a:lnTo>
                    <a:pt x="119748" y="260921"/>
                  </a:lnTo>
                  <a:lnTo>
                    <a:pt x="104038" y="279247"/>
                  </a:lnTo>
                  <a:lnTo>
                    <a:pt x="99479" y="273939"/>
                  </a:lnTo>
                  <a:lnTo>
                    <a:pt x="99479" y="284568"/>
                  </a:lnTo>
                  <a:lnTo>
                    <a:pt x="89357" y="296367"/>
                  </a:lnTo>
                  <a:lnTo>
                    <a:pt x="89636" y="294855"/>
                  </a:lnTo>
                  <a:lnTo>
                    <a:pt x="89293" y="287375"/>
                  </a:lnTo>
                  <a:lnTo>
                    <a:pt x="88480" y="284378"/>
                  </a:lnTo>
                  <a:lnTo>
                    <a:pt x="88938" y="281317"/>
                  </a:lnTo>
                  <a:lnTo>
                    <a:pt x="88773" y="277583"/>
                  </a:lnTo>
                  <a:lnTo>
                    <a:pt x="88607" y="273837"/>
                  </a:lnTo>
                  <a:lnTo>
                    <a:pt x="87960" y="271526"/>
                  </a:lnTo>
                  <a:lnTo>
                    <a:pt x="87960" y="298005"/>
                  </a:lnTo>
                  <a:lnTo>
                    <a:pt x="54305" y="337248"/>
                  </a:lnTo>
                  <a:lnTo>
                    <a:pt x="42621" y="323646"/>
                  </a:lnTo>
                  <a:lnTo>
                    <a:pt x="45212" y="324243"/>
                  </a:lnTo>
                  <a:lnTo>
                    <a:pt x="51612" y="323850"/>
                  </a:lnTo>
                  <a:lnTo>
                    <a:pt x="53047" y="323316"/>
                  </a:lnTo>
                  <a:lnTo>
                    <a:pt x="52755" y="325031"/>
                  </a:lnTo>
                  <a:lnTo>
                    <a:pt x="52920" y="328764"/>
                  </a:lnTo>
                  <a:lnTo>
                    <a:pt x="53086" y="332511"/>
                  </a:lnTo>
                  <a:lnTo>
                    <a:pt x="53911" y="335495"/>
                  </a:lnTo>
                  <a:lnTo>
                    <a:pt x="55587" y="335381"/>
                  </a:lnTo>
                  <a:lnTo>
                    <a:pt x="56134" y="332320"/>
                  </a:lnTo>
                  <a:lnTo>
                    <a:pt x="55791" y="324840"/>
                  </a:lnTo>
                  <a:lnTo>
                    <a:pt x="55321" y="323176"/>
                  </a:lnTo>
                  <a:lnTo>
                    <a:pt x="56807" y="323519"/>
                  </a:lnTo>
                  <a:lnTo>
                    <a:pt x="60020" y="323316"/>
                  </a:lnTo>
                  <a:lnTo>
                    <a:pt x="63220" y="323113"/>
                  </a:lnTo>
                  <a:lnTo>
                    <a:pt x="65786" y="322148"/>
                  </a:lnTo>
                  <a:lnTo>
                    <a:pt x="65684" y="320192"/>
                  </a:lnTo>
                  <a:lnTo>
                    <a:pt x="63055" y="319570"/>
                  </a:lnTo>
                  <a:lnTo>
                    <a:pt x="56642" y="319963"/>
                  </a:lnTo>
                  <a:lnTo>
                    <a:pt x="55130" y="320535"/>
                  </a:lnTo>
                  <a:lnTo>
                    <a:pt x="55448" y="318782"/>
                  </a:lnTo>
                  <a:lnTo>
                    <a:pt x="55270" y="315048"/>
                  </a:lnTo>
                  <a:lnTo>
                    <a:pt x="55105" y="311302"/>
                  </a:lnTo>
                  <a:lnTo>
                    <a:pt x="54267" y="308317"/>
                  </a:lnTo>
                  <a:lnTo>
                    <a:pt x="52603" y="308432"/>
                  </a:lnTo>
                  <a:lnTo>
                    <a:pt x="52057" y="311492"/>
                  </a:lnTo>
                  <a:lnTo>
                    <a:pt x="52400" y="318973"/>
                  </a:lnTo>
                  <a:lnTo>
                    <a:pt x="52844" y="320636"/>
                  </a:lnTo>
                  <a:lnTo>
                    <a:pt x="51447" y="320294"/>
                  </a:lnTo>
                  <a:lnTo>
                    <a:pt x="48247" y="320497"/>
                  </a:lnTo>
                  <a:lnTo>
                    <a:pt x="45034" y="320687"/>
                  </a:lnTo>
                  <a:lnTo>
                    <a:pt x="42468" y="321652"/>
                  </a:lnTo>
                  <a:lnTo>
                    <a:pt x="42557" y="323570"/>
                  </a:lnTo>
                  <a:lnTo>
                    <a:pt x="10045" y="285635"/>
                  </a:lnTo>
                  <a:lnTo>
                    <a:pt x="12623" y="286232"/>
                  </a:lnTo>
                  <a:lnTo>
                    <a:pt x="19037" y="285838"/>
                  </a:lnTo>
                  <a:lnTo>
                    <a:pt x="20459" y="285305"/>
                  </a:lnTo>
                  <a:lnTo>
                    <a:pt x="20154" y="287020"/>
                  </a:lnTo>
                  <a:lnTo>
                    <a:pt x="20332" y="290766"/>
                  </a:lnTo>
                  <a:lnTo>
                    <a:pt x="20510" y="294500"/>
                  </a:lnTo>
                  <a:lnTo>
                    <a:pt x="21336" y="297484"/>
                  </a:lnTo>
                  <a:lnTo>
                    <a:pt x="23012" y="297383"/>
                  </a:lnTo>
                  <a:lnTo>
                    <a:pt x="23558" y="294309"/>
                  </a:lnTo>
                  <a:lnTo>
                    <a:pt x="23202" y="286842"/>
                  </a:lnTo>
                  <a:lnTo>
                    <a:pt x="22745" y="285165"/>
                  </a:lnTo>
                  <a:lnTo>
                    <a:pt x="24231" y="285508"/>
                  </a:lnTo>
                  <a:lnTo>
                    <a:pt x="27432" y="285305"/>
                  </a:lnTo>
                  <a:lnTo>
                    <a:pt x="30632" y="285115"/>
                  </a:lnTo>
                  <a:lnTo>
                    <a:pt x="33197" y="284149"/>
                  </a:lnTo>
                  <a:lnTo>
                    <a:pt x="33108" y="282194"/>
                  </a:lnTo>
                  <a:lnTo>
                    <a:pt x="30467" y="281559"/>
                  </a:lnTo>
                  <a:lnTo>
                    <a:pt x="24053" y="281965"/>
                  </a:lnTo>
                  <a:lnTo>
                    <a:pt x="22555" y="282524"/>
                  </a:lnTo>
                  <a:lnTo>
                    <a:pt x="22860" y="280771"/>
                  </a:lnTo>
                  <a:lnTo>
                    <a:pt x="22682" y="277037"/>
                  </a:lnTo>
                  <a:lnTo>
                    <a:pt x="22517" y="273304"/>
                  </a:lnTo>
                  <a:lnTo>
                    <a:pt x="21691" y="270319"/>
                  </a:lnTo>
                  <a:lnTo>
                    <a:pt x="21336" y="270344"/>
                  </a:lnTo>
                  <a:lnTo>
                    <a:pt x="54305" y="231876"/>
                  </a:lnTo>
                  <a:lnTo>
                    <a:pt x="87718" y="270865"/>
                  </a:lnTo>
                  <a:lnTo>
                    <a:pt x="86106" y="270967"/>
                  </a:lnTo>
                  <a:lnTo>
                    <a:pt x="85559" y="274027"/>
                  </a:lnTo>
                  <a:lnTo>
                    <a:pt x="85902" y="281508"/>
                  </a:lnTo>
                  <a:lnTo>
                    <a:pt x="86347" y="283171"/>
                  </a:lnTo>
                  <a:lnTo>
                    <a:pt x="84950" y="282829"/>
                  </a:lnTo>
                  <a:lnTo>
                    <a:pt x="81749" y="283032"/>
                  </a:lnTo>
                  <a:lnTo>
                    <a:pt x="78549" y="283235"/>
                  </a:lnTo>
                  <a:lnTo>
                    <a:pt x="75984" y="284187"/>
                  </a:lnTo>
                  <a:lnTo>
                    <a:pt x="76073" y="286156"/>
                  </a:lnTo>
                  <a:lnTo>
                    <a:pt x="78714" y="286778"/>
                  </a:lnTo>
                  <a:lnTo>
                    <a:pt x="85128" y="286385"/>
                  </a:lnTo>
                  <a:lnTo>
                    <a:pt x="86550" y="285851"/>
                  </a:lnTo>
                  <a:lnTo>
                    <a:pt x="86258" y="287566"/>
                  </a:lnTo>
                  <a:lnTo>
                    <a:pt x="86423" y="291299"/>
                  </a:lnTo>
                  <a:lnTo>
                    <a:pt x="86588" y="295046"/>
                  </a:lnTo>
                  <a:lnTo>
                    <a:pt x="87426" y="298030"/>
                  </a:lnTo>
                  <a:lnTo>
                    <a:pt x="87960" y="298005"/>
                  </a:lnTo>
                  <a:lnTo>
                    <a:pt x="87960" y="271526"/>
                  </a:lnTo>
                  <a:lnTo>
                    <a:pt x="87807" y="270967"/>
                  </a:lnTo>
                  <a:lnTo>
                    <a:pt x="99479" y="284568"/>
                  </a:lnTo>
                  <a:lnTo>
                    <a:pt x="99479" y="273939"/>
                  </a:lnTo>
                  <a:lnTo>
                    <a:pt x="63449" y="231876"/>
                  </a:lnTo>
                  <a:lnTo>
                    <a:pt x="54305" y="221208"/>
                  </a:lnTo>
                  <a:lnTo>
                    <a:pt x="20269" y="260921"/>
                  </a:lnTo>
                  <a:lnTo>
                    <a:pt x="20269" y="282638"/>
                  </a:lnTo>
                  <a:lnTo>
                    <a:pt x="18872" y="282295"/>
                  </a:lnTo>
                  <a:lnTo>
                    <a:pt x="15659" y="282486"/>
                  </a:lnTo>
                  <a:lnTo>
                    <a:pt x="12458" y="282689"/>
                  </a:lnTo>
                  <a:lnTo>
                    <a:pt x="9969" y="283641"/>
                  </a:lnTo>
                  <a:lnTo>
                    <a:pt x="9969" y="285546"/>
                  </a:lnTo>
                  <a:lnTo>
                    <a:pt x="9144" y="284568"/>
                  </a:lnTo>
                  <a:lnTo>
                    <a:pt x="9893" y="283705"/>
                  </a:lnTo>
                  <a:lnTo>
                    <a:pt x="9969" y="285546"/>
                  </a:lnTo>
                  <a:lnTo>
                    <a:pt x="9969" y="283641"/>
                  </a:lnTo>
                  <a:lnTo>
                    <a:pt x="19685" y="272275"/>
                  </a:lnTo>
                  <a:lnTo>
                    <a:pt x="19469" y="273494"/>
                  </a:lnTo>
                  <a:lnTo>
                    <a:pt x="19812" y="280962"/>
                  </a:lnTo>
                  <a:lnTo>
                    <a:pt x="20269" y="282638"/>
                  </a:lnTo>
                  <a:lnTo>
                    <a:pt x="20269" y="260921"/>
                  </a:lnTo>
                  <a:lnTo>
                    <a:pt x="0" y="284568"/>
                  </a:lnTo>
                  <a:lnTo>
                    <a:pt x="54305" y="347916"/>
                  </a:lnTo>
                  <a:lnTo>
                    <a:pt x="63449" y="337248"/>
                  </a:lnTo>
                  <a:lnTo>
                    <a:pt x="104038" y="289902"/>
                  </a:lnTo>
                  <a:lnTo>
                    <a:pt x="142074" y="334251"/>
                  </a:lnTo>
                  <a:lnTo>
                    <a:pt x="142074" y="323621"/>
                  </a:lnTo>
                  <a:lnTo>
                    <a:pt x="142074" y="321614"/>
                  </a:lnTo>
                  <a:lnTo>
                    <a:pt x="141947" y="321652"/>
                  </a:lnTo>
                  <a:lnTo>
                    <a:pt x="142036" y="323570"/>
                  </a:lnTo>
                  <a:lnTo>
                    <a:pt x="109512" y="285623"/>
                  </a:lnTo>
                  <a:lnTo>
                    <a:pt x="112102" y="286232"/>
                  </a:lnTo>
                  <a:lnTo>
                    <a:pt x="118516" y="285838"/>
                  </a:lnTo>
                  <a:lnTo>
                    <a:pt x="119938" y="285305"/>
                  </a:lnTo>
                  <a:lnTo>
                    <a:pt x="119646" y="287020"/>
                  </a:lnTo>
                  <a:lnTo>
                    <a:pt x="119811" y="290766"/>
                  </a:lnTo>
                  <a:lnTo>
                    <a:pt x="119989" y="294500"/>
                  </a:lnTo>
                  <a:lnTo>
                    <a:pt x="120815" y="297484"/>
                  </a:lnTo>
                  <a:lnTo>
                    <a:pt x="122491" y="297383"/>
                  </a:lnTo>
                  <a:lnTo>
                    <a:pt x="123024" y="294309"/>
                  </a:lnTo>
                  <a:lnTo>
                    <a:pt x="122682" y="286842"/>
                  </a:lnTo>
                  <a:lnTo>
                    <a:pt x="122224" y="285165"/>
                  </a:lnTo>
                  <a:lnTo>
                    <a:pt x="123710" y="285508"/>
                  </a:lnTo>
                  <a:lnTo>
                    <a:pt x="126911" y="285305"/>
                  </a:lnTo>
                  <a:lnTo>
                    <a:pt x="130111" y="285115"/>
                  </a:lnTo>
                  <a:lnTo>
                    <a:pt x="132676" y="284149"/>
                  </a:lnTo>
                  <a:lnTo>
                    <a:pt x="132588" y="282194"/>
                  </a:lnTo>
                  <a:lnTo>
                    <a:pt x="129946" y="281559"/>
                  </a:lnTo>
                  <a:lnTo>
                    <a:pt x="123532" y="281965"/>
                  </a:lnTo>
                  <a:lnTo>
                    <a:pt x="122021" y="282536"/>
                  </a:lnTo>
                  <a:lnTo>
                    <a:pt x="122326" y="280771"/>
                  </a:lnTo>
                  <a:lnTo>
                    <a:pt x="122161" y="277037"/>
                  </a:lnTo>
                  <a:lnTo>
                    <a:pt x="121996" y="273304"/>
                  </a:lnTo>
                  <a:lnTo>
                    <a:pt x="121170" y="270319"/>
                  </a:lnTo>
                  <a:lnTo>
                    <a:pt x="120802" y="270344"/>
                  </a:lnTo>
                  <a:lnTo>
                    <a:pt x="142074" y="245529"/>
                  </a:lnTo>
                  <a:lnTo>
                    <a:pt x="142074" y="234873"/>
                  </a:lnTo>
                  <a:close/>
                </a:path>
                <a:path w="142240" h="347979">
                  <a:moveTo>
                    <a:pt x="142074" y="187756"/>
                  </a:moveTo>
                  <a:lnTo>
                    <a:pt x="114973" y="156159"/>
                  </a:lnTo>
                  <a:lnTo>
                    <a:pt x="114973" y="166827"/>
                  </a:lnTo>
                  <a:lnTo>
                    <a:pt x="113969" y="166585"/>
                  </a:lnTo>
                  <a:lnTo>
                    <a:pt x="107569" y="166979"/>
                  </a:lnTo>
                  <a:lnTo>
                    <a:pt x="106057" y="167551"/>
                  </a:lnTo>
                  <a:lnTo>
                    <a:pt x="106362" y="165798"/>
                  </a:lnTo>
                  <a:lnTo>
                    <a:pt x="106184" y="162052"/>
                  </a:lnTo>
                  <a:lnTo>
                    <a:pt x="106019" y="158318"/>
                  </a:lnTo>
                  <a:lnTo>
                    <a:pt x="105206" y="155422"/>
                  </a:lnTo>
                  <a:lnTo>
                    <a:pt x="114973" y="166827"/>
                  </a:lnTo>
                  <a:lnTo>
                    <a:pt x="114973" y="156159"/>
                  </a:lnTo>
                  <a:lnTo>
                    <a:pt x="113741" y="154711"/>
                  </a:lnTo>
                  <a:lnTo>
                    <a:pt x="105143" y="144691"/>
                  </a:lnTo>
                  <a:lnTo>
                    <a:pt x="105143" y="155346"/>
                  </a:lnTo>
                  <a:lnTo>
                    <a:pt x="104013" y="155409"/>
                  </a:lnTo>
                  <a:lnTo>
                    <a:pt x="104609" y="154711"/>
                  </a:lnTo>
                  <a:lnTo>
                    <a:pt x="105143" y="155346"/>
                  </a:lnTo>
                  <a:lnTo>
                    <a:pt x="105143" y="144691"/>
                  </a:lnTo>
                  <a:lnTo>
                    <a:pt x="104609" y="144056"/>
                  </a:lnTo>
                  <a:lnTo>
                    <a:pt x="70561" y="183769"/>
                  </a:lnTo>
                  <a:lnTo>
                    <a:pt x="70561" y="205473"/>
                  </a:lnTo>
                  <a:lnTo>
                    <a:pt x="69164" y="205130"/>
                  </a:lnTo>
                  <a:lnTo>
                    <a:pt x="65963" y="205333"/>
                  </a:lnTo>
                  <a:lnTo>
                    <a:pt x="62763" y="205524"/>
                  </a:lnTo>
                  <a:lnTo>
                    <a:pt x="60274" y="206476"/>
                  </a:lnTo>
                  <a:lnTo>
                    <a:pt x="60274" y="208394"/>
                  </a:lnTo>
                  <a:lnTo>
                    <a:pt x="59436" y="207403"/>
                  </a:lnTo>
                  <a:lnTo>
                    <a:pt x="60198" y="206514"/>
                  </a:lnTo>
                  <a:lnTo>
                    <a:pt x="60274" y="208394"/>
                  </a:lnTo>
                  <a:lnTo>
                    <a:pt x="60274" y="206476"/>
                  </a:lnTo>
                  <a:lnTo>
                    <a:pt x="69989" y="195097"/>
                  </a:lnTo>
                  <a:lnTo>
                    <a:pt x="69773" y="196329"/>
                  </a:lnTo>
                  <a:lnTo>
                    <a:pt x="70116" y="203809"/>
                  </a:lnTo>
                  <a:lnTo>
                    <a:pt x="70561" y="205473"/>
                  </a:lnTo>
                  <a:lnTo>
                    <a:pt x="70561" y="183769"/>
                  </a:lnTo>
                  <a:lnTo>
                    <a:pt x="50292" y="207403"/>
                  </a:lnTo>
                  <a:lnTo>
                    <a:pt x="104609" y="270751"/>
                  </a:lnTo>
                  <a:lnTo>
                    <a:pt x="113741" y="260096"/>
                  </a:lnTo>
                  <a:lnTo>
                    <a:pt x="142074" y="227050"/>
                  </a:lnTo>
                  <a:lnTo>
                    <a:pt x="142074" y="216382"/>
                  </a:lnTo>
                  <a:lnTo>
                    <a:pt x="139674" y="219189"/>
                  </a:lnTo>
                  <a:lnTo>
                    <a:pt x="139941" y="217690"/>
                  </a:lnTo>
                  <a:lnTo>
                    <a:pt x="139598" y="210210"/>
                  </a:lnTo>
                  <a:lnTo>
                    <a:pt x="139128" y="208534"/>
                  </a:lnTo>
                  <a:lnTo>
                    <a:pt x="140614" y="208889"/>
                  </a:lnTo>
                  <a:lnTo>
                    <a:pt x="142074" y="208800"/>
                  </a:lnTo>
                  <a:lnTo>
                    <a:pt x="142074" y="205232"/>
                  </a:lnTo>
                  <a:lnTo>
                    <a:pt x="140449" y="205333"/>
                  </a:lnTo>
                  <a:lnTo>
                    <a:pt x="138938" y="205905"/>
                  </a:lnTo>
                  <a:lnTo>
                    <a:pt x="139242" y="204152"/>
                  </a:lnTo>
                  <a:lnTo>
                    <a:pt x="139077" y="200418"/>
                  </a:lnTo>
                  <a:lnTo>
                    <a:pt x="138912" y="196684"/>
                  </a:lnTo>
                  <a:lnTo>
                    <a:pt x="138252" y="194360"/>
                  </a:lnTo>
                  <a:lnTo>
                    <a:pt x="138252" y="220840"/>
                  </a:lnTo>
                  <a:lnTo>
                    <a:pt x="104609" y="260096"/>
                  </a:lnTo>
                  <a:lnTo>
                    <a:pt x="92925" y="246481"/>
                  </a:lnTo>
                  <a:lnTo>
                    <a:pt x="95504" y="247078"/>
                  </a:lnTo>
                  <a:lnTo>
                    <a:pt x="101917" y="246684"/>
                  </a:lnTo>
                  <a:lnTo>
                    <a:pt x="103339" y="246151"/>
                  </a:lnTo>
                  <a:lnTo>
                    <a:pt x="103047" y="247865"/>
                  </a:lnTo>
                  <a:lnTo>
                    <a:pt x="103225" y="251612"/>
                  </a:lnTo>
                  <a:lnTo>
                    <a:pt x="103390" y="255346"/>
                  </a:lnTo>
                  <a:lnTo>
                    <a:pt x="104216" y="258330"/>
                  </a:lnTo>
                  <a:lnTo>
                    <a:pt x="105892" y="258229"/>
                  </a:lnTo>
                  <a:lnTo>
                    <a:pt x="106438" y="255155"/>
                  </a:lnTo>
                  <a:lnTo>
                    <a:pt x="106083" y="247688"/>
                  </a:lnTo>
                  <a:lnTo>
                    <a:pt x="105613" y="245999"/>
                  </a:lnTo>
                  <a:lnTo>
                    <a:pt x="107111" y="246354"/>
                  </a:lnTo>
                  <a:lnTo>
                    <a:pt x="110312" y="246151"/>
                  </a:lnTo>
                  <a:lnTo>
                    <a:pt x="113512" y="245960"/>
                  </a:lnTo>
                  <a:lnTo>
                    <a:pt x="116078" y="244995"/>
                  </a:lnTo>
                  <a:lnTo>
                    <a:pt x="115989" y="243039"/>
                  </a:lnTo>
                  <a:lnTo>
                    <a:pt x="113347" y="242404"/>
                  </a:lnTo>
                  <a:lnTo>
                    <a:pt x="106946" y="242798"/>
                  </a:lnTo>
                  <a:lnTo>
                    <a:pt x="105435" y="243370"/>
                  </a:lnTo>
                  <a:lnTo>
                    <a:pt x="105740" y="241617"/>
                  </a:lnTo>
                  <a:lnTo>
                    <a:pt x="105562" y="237883"/>
                  </a:lnTo>
                  <a:lnTo>
                    <a:pt x="105397" y="234149"/>
                  </a:lnTo>
                  <a:lnTo>
                    <a:pt x="104571" y="231165"/>
                  </a:lnTo>
                  <a:lnTo>
                    <a:pt x="102895" y="231267"/>
                  </a:lnTo>
                  <a:lnTo>
                    <a:pt x="102349" y="234340"/>
                  </a:lnTo>
                  <a:lnTo>
                    <a:pt x="102692" y="241808"/>
                  </a:lnTo>
                  <a:lnTo>
                    <a:pt x="103136" y="243471"/>
                  </a:lnTo>
                  <a:lnTo>
                    <a:pt x="101752" y="243128"/>
                  </a:lnTo>
                  <a:lnTo>
                    <a:pt x="98539" y="243332"/>
                  </a:lnTo>
                  <a:lnTo>
                    <a:pt x="95338" y="243535"/>
                  </a:lnTo>
                  <a:lnTo>
                    <a:pt x="92773" y="244500"/>
                  </a:lnTo>
                  <a:lnTo>
                    <a:pt x="92849" y="246392"/>
                  </a:lnTo>
                  <a:lnTo>
                    <a:pt x="60337" y="208457"/>
                  </a:lnTo>
                  <a:lnTo>
                    <a:pt x="62928" y="209080"/>
                  </a:lnTo>
                  <a:lnTo>
                    <a:pt x="69329" y="208673"/>
                  </a:lnTo>
                  <a:lnTo>
                    <a:pt x="70764" y="208153"/>
                  </a:lnTo>
                  <a:lnTo>
                    <a:pt x="70459" y="209867"/>
                  </a:lnTo>
                  <a:lnTo>
                    <a:pt x="70637" y="213601"/>
                  </a:lnTo>
                  <a:lnTo>
                    <a:pt x="70802" y="217347"/>
                  </a:lnTo>
                  <a:lnTo>
                    <a:pt x="71628" y="220332"/>
                  </a:lnTo>
                  <a:lnTo>
                    <a:pt x="73304" y="220218"/>
                  </a:lnTo>
                  <a:lnTo>
                    <a:pt x="73850" y="217157"/>
                  </a:lnTo>
                  <a:lnTo>
                    <a:pt x="73507" y="209677"/>
                  </a:lnTo>
                  <a:lnTo>
                    <a:pt x="73050" y="208000"/>
                  </a:lnTo>
                  <a:lnTo>
                    <a:pt x="74523" y="208343"/>
                  </a:lnTo>
                  <a:lnTo>
                    <a:pt x="77736" y="208153"/>
                  </a:lnTo>
                  <a:lnTo>
                    <a:pt x="80937" y="207949"/>
                  </a:lnTo>
                  <a:lnTo>
                    <a:pt x="83502" y="206984"/>
                  </a:lnTo>
                  <a:lnTo>
                    <a:pt x="83400" y="205028"/>
                  </a:lnTo>
                  <a:lnTo>
                    <a:pt x="80772" y="204406"/>
                  </a:lnTo>
                  <a:lnTo>
                    <a:pt x="74358" y="204800"/>
                  </a:lnTo>
                  <a:lnTo>
                    <a:pt x="72847" y="205371"/>
                  </a:lnTo>
                  <a:lnTo>
                    <a:pt x="73152" y="203619"/>
                  </a:lnTo>
                  <a:lnTo>
                    <a:pt x="72986" y="199872"/>
                  </a:lnTo>
                  <a:lnTo>
                    <a:pt x="72821" y="196138"/>
                  </a:lnTo>
                  <a:lnTo>
                    <a:pt x="71996" y="193154"/>
                  </a:lnTo>
                  <a:lnTo>
                    <a:pt x="71628" y="193179"/>
                  </a:lnTo>
                  <a:lnTo>
                    <a:pt x="103390" y="156133"/>
                  </a:lnTo>
                  <a:lnTo>
                    <a:pt x="102971" y="158508"/>
                  </a:lnTo>
                  <a:lnTo>
                    <a:pt x="103314" y="165989"/>
                  </a:lnTo>
                  <a:lnTo>
                    <a:pt x="103759" y="167652"/>
                  </a:lnTo>
                  <a:lnTo>
                    <a:pt x="102374" y="167309"/>
                  </a:lnTo>
                  <a:lnTo>
                    <a:pt x="99161" y="167513"/>
                  </a:lnTo>
                  <a:lnTo>
                    <a:pt x="95961" y="167703"/>
                  </a:lnTo>
                  <a:lnTo>
                    <a:pt x="93395" y="168668"/>
                  </a:lnTo>
                  <a:lnTo>
                    <a:pt x="93484" y="170624"/>
                  </a:lnTo>
                  <a:lnTo>
                    <a:pt x="96126" y="171259"/>
                  </a:lnTo>
                  <a:lnTo>
                    <a:pt x="102539" y="170853"/>
                  </a:lnTo>
                  <a:lnTo>
                    <a:pt x="103962" y="170332"/>
                  </a:lnTo>
                  <a:lnTo>
                    <a:pt x="103657" y="172046"/>
                  </a:lnTo>
                  <a:lnTo>
                    <a:pt x="103835" y="175780"/>
                  </a:lnTo>
                  <a:lnTo>
                    <a:pt x="104013" y="179527"/>
                  </a:lnTo>
                  <a:lnTo>
                    <a:pt x="104838" y="182511"/>
                  </a:lnTo>
                  <a:lnTo>
                    <a:pt x="106514" y="182397"/>
                  </a:lnTo>
                  <a:lnTo>
                    <a:pt x="107061" y="179336"/>
                  </a:lnTo>
                  <a:lnTo>
                    <a:pt x="106705" y="171856"/>
                  </a:lnTo>
                  <a:lnTo>
                    <a:pt x="106248" y="170180"/>
                  </a:lnTo>
                  <a:lnTo>
                    <a:pt x="107734" y="170522"/>
                  </a:lnTo>
                  <a:lnTo>
                    <a:pt x="110934" y="170332"/>
                  </a:lnTo>
                  <a:lnTo>
                    <a:pt x="114134" y="170129"/>
                  </a:lnTo>
                  <a:lnTo>
                    <a:pt x="116700" y="169164"/>
                  </a:lnTo>
                  <a:lnTo>
                    <a:pt x="116674" y="168821"/>
                  </a:lnTo>
                  <a:lnTo>
                    <a:pt x="138036" y="193713"/>
                  </a:lnTo>
                  <a:lnTo>
                    <a:pt x="136398" y="193802"/>
                  </a:lnTo>
                  <a:lnTo>
                    <a:pt x="135864" y="196875"/>
                  </a:lnTo>
                  <a:lnTo>
                    <a:pt x="136207" y="204343"/>
                  </a:lnTo>
                  <a:lnTo>
                    <a:pt x="136652" y="206019"/>
                  </a:lnTo>
                  <a:lnTo>
                    <a:pt x="135255" y="205676"/>
                  </a:lnTo>
                  <a:lnTo>
                    <a:pt x="132054" y="205867"/>
                  </a:lnTo>
                  <a:lnTo>
                    <a:pt x="128841" y="206070"/>
                  </a:lnTo>
                  <a:lnTo>
                    <a:pt x="126276" y="207035"/>
                  </a:lnTo>
                  <a:lnTo>
                    <a:pt x="126377" y="208991"/>
                  </a:lnTo>
                  <a:lnTo>
                    <a:pt x="129019" y="209613"/>
                  </a:lnTo>
                  <a:lnTo>
                    <a:pt x="135420" y="209219"/>
                  </a:lnTo>
                  <a:lnTo>
                    <a:pt x="136855" y="208686"/>
                  </a:lnTo>
                  <a:lnTo>
                    <a:pt x="136563" y="210400"/>
                  </a:lnTo>
                  <a:lnTo>
                    <a:pt x="136728" y="214147"/>
                  </a:lnTo>
                  <a:lnTo>
                    <a:pt x="136893" y="217881"/>
                  </a:lnTo>
                  <a:lnTo>
                    <a:pt x="137718" y="220865"/>
                  </a:lnTo>
                  <a:lnTo>
                    <a:pt x="138252" y="220840"/>
                  </a:lnTo>
                  <a:lnTo>
                    <a:pt x="138252" y="194360"/>
                  </a:lnTo>
                  <a:lnTo>
                    <a:pt x="138087" y="193776"/>
                  </a:lnTo>
                  <a:lnTo>
                    <a:pt x="142074" y="198412"/>
                  </a:lnTo>
                  <a:lnTo>
                    <a:pt x="142074" y="187756"/>
                  </a:lnTo>
                  <a:close/>
                </a:path>
                <a:path w="142240" h="347979">
                  <a:moveTo>
                    <a:pt x="142074" y="79540"/>
                  </a:moveTo>
                  <a:lnTo>
                    <a:pt x="119735" y="105613"/>
                  </a:lnTo>
                  <a:lnTo>
                    <a:pt x="119735" y="127304"/>
                  </a:lnTo>
                  <a:lnTo>
                    <a:pt x="118338" y="126961"/>
                  </a:lnTo>
                  <a:lnTo>
                    <a:pt x="115138" y="127152"/>
                  </a:lnTo>
                  <a:lnTo>
                    <a:pt x="111937" y="127355"/>
                  </a:lnTo>
                  <a:lnTo>
                    <a:pt x="109448" y="128308"/>
                  </a:lnTo>
                  <a:lnTo>
                    <a:pt x="109448" y="130225"/>
                  </a:lnTo>
                  <a:lnTo>
                    <a:pt x="108610" y="129235"/>
                  </a:lnTo>
                  <a:lnTo>
                    <a:pt x="109372" y="128346"/>
                  </a:lnTo>
                  <a:lnTo>
                    <a:pt x="109448" y="130225"/>
                  </a:lnTo>
                  <a:lnTo>
                    <a:pt x="109448" y="128308"/>
                  </a:lnTo>
                  <a:lnTo>
                    <a:pt x="119164" y="116928"/>
                  </a:lnTo>
                  <a:lnTo>
                    <a:pt x="118948" y="118160"/>
                  </a:lnTo>
                  <a:lnTo>
                    <a:pt x="119291" y="125641"/>
                  </a:lnTo>
                  <a:lnTo>
                    <a:pt x="119735" y="127304"/>
                  </a:lnTo>
                  <a:lnTo>
                    <a:pt x="119735" y="105613"/>
                  </a:lnTo>
                  <a:lnTo>
                    <a:pt x="104038" y="123913"/>
                  </a:lnTo>
                  <a:lnTo>
                    <a:pt x="99479" y="118605"/>
                  </a:lnTo>
                  <a:lnTo>
                    <a:pt x="99479" y="129235"/>
                  </a:lnTo>
                  <a:lnTo>
                    <a:pt x="89357" y="141033"/>
                  </a:lnTo>
                  <a:lnTo>
                    <a:pt x="89636" y="139522"/>
                  </a:lnTo>
                  <a:lnTo>
                    <a:pt x="89293" y="132041"/>
                  </a:lnTo>
                  <a:lnTo>
                    <a:pt x="88836" y="130365"/>
                  </a:lnTo>
                  <a:lnTo>
                    <a:pt x="90322" y="130721"/>
                  </a:lnTo>
                  <a:lnTo>
                    <a:pt x="93522" y="130517"/>
                  </a:lnTo>
                  <a:lnTo>
                    <a:pt x="96723" y="130314"/>
                  </a:lnTo>
                  <a:lnTo>
                    <a:pt x="99288" y="129362"/>
                  </a:lnTo>
                  <a:lnTo>
                    <a:pt x="99263" y="128993"/>
                  </a:lnTo>
                  <a:lnTo>
                    <a:pt x="99479" y="129235"/>
                  </a:lnTo>
                  <a:lnTo>
                    <a:pt x="99479" y="118605"/>
                  </a:lnTo>
                  <a:lnTo>
                    <a:pt x="97561" y="116357"/>
                  </a:lnTo>
                  <a:lnTo>
                    <a:pt x="97561" y="127012"/>
                  </a:lnTo>
                  <a:lnTo>
                    <a:pt x="96558" y="126771"/>
                  </a:lnTo>
                  <a:lnTo>
                    <a:pt x="90144" y="127165"/>
                  </a:lnTo>
                  <a:lnTo>
                    <a:pt x="88633" y="127736"/>
                  </a:lnTo>
                  <a:lnTo>
                    <a:pt x="88938" y="125984"/>
                  </a:lnTo>
                  <a:lnTo>
                    <a:pt x="88773" y="122250"/>
                  </a:lnTo>
                  <a:lnTo>
                    <a:pt x="88607" y="118516"/>
                  </a:lnTo>
                  <a:lnTo>
                    <a:pt x="87960" y="116217"/>
                  </a:lnTo>
                  <a:lnTo>
                    <a:pt x="87960" y="142671"/>
                  </a:lnTo>
                  <a:lnTo>
                    <a:pt x="54305" y="181927"/>
                  </a:lnTo>
                  <a:lnTo>
                    <a:pt x="42621" y="168300"/>
                  </a:lnTo>
                  <a:lnTo>
                    <a:pt x="45212" y="168910"/>
                  </a:lnTo>
                  <a:lnTo>
                    <a:pt x="51612" y="168516"/>
                  </a:lnTo>
                  <a:lnTo>
                    <a:pt x="53047" y="167982"/>
                  </a:lnTo>
                  <a:lnTo>
                    <a:pt x="52755" y="169697"/>
                  </a:lnTo>
                  <a:lnTo>
                    <a:pt x="52920" y="173443"/>
                  </a:lnTo>
                  <a:lnTo>
                    <a:pt x="53086" y="177177"/>
                  </a:lnTo>
                  <a:lnTo>
                    <a:pt x="53911" y="180162"/>
                  </a:lnTo>
                  <a:lnTo>
                    <a:pt x="55587" y="180060"/>
                  </a:lnTo>
                  <a:lnTo>
                    <a:pt x="56134" y="176987"/>
                  </a:lnTo>
                  <a:lnTo>
                    <a:pt x="55791" y="169506"/>
                  </a:lnTo>
                  <a:lnTo>
                    <a:pt x="55321" y="167830"/>
                  </a:lnTo>
                  <a:lnTo>
                    <a:pt x="56807" y="168186"/>
                  </a:lnTo>
                  <a:lnTo>
                    <a:pt x="60020" y="167982"/>
                  </a:lnTo>
                  <a:lnTo>
                    <a:pt x="63220" y="167779"/>
                  </a:lnTo>
                  <a:lnTo>
                    <a:pt x="65786" y="166827"/>
                  </a:lnTo>
                  <a:lnTo>
                    <a:pt x="65684" y="164858"/>
                  </a:lnTo>
                  <a:lnTo>
                    <a:pt x="63055" y="164236"/>
                  </a:lnTo>
                  <a:lnTo>
                    <a:pt x="56642" y="164630"/>
                  </a:lnTo>
                  <a:lnTo>
                    <a:pt x="55130" y="165201"/>
                  </a:lnTo>
                  <a:lnTo>
                    <a:pt x="55448" y="163449"/>
                  </a:lnTo>
                  <a:lnTo>
                    <a:pt x="55270" y="159715"/>
                  </a:lnTo>
                  <a:lnTo>
                    <a:pt x="55105" y="155981"/>
                  </a:lnTo>
                  <a:lnTo>
                    <a:pt x="54267" y="152996"/>
                  </a:lnTo>
                  <a:lnTo>
                    <a:pt x="52603" y="153098"/>
                  </a:lnTo>
                  <a:lnTo>
                    <a:pt x="52057" y="156159"/>
                  </a:lnTo>
                  <a:lnTo>
                    <a:pt x="52400" y="163639"/>
                  </a:lnTo>
                  <a:lnTo>
                    <a:pt x="52844" y="165303"/>
                  </a:lnTo>
                  <a:lnTo>
                    <a:pt x="51447" y="164960"/>
                  </a:lnTo>
                  <a:lnTo>
                    <a:pt x="48247" y="165163"/>
                  </a:lnTo>
                  <a:lnTo>
                    <a:pt x="45034" y="165366"/>
                  </a:lnTo>
                  <a:lnTo>
                    <a:pt x="42468" y="166331"/>
                  </a:lnTo>
                  <a:lnTo>
                    <a:pt x="42557" y="168236"/>
                  </a:lnTo>
                  <a:lnTo>
                    <a:pt x="10045" y="130302"/>
                  </a:lnTo>
                  <a:lnTo>
                    <a:pt x="12623" y="130911"/>
                  </a:lnTo>
                  <a:lnTo>
                    <a:pt x="19037" y="130505"/>
                  </a:lnTo>
                  <a:lnTo>
                    <a:pt x="20459" y="129971"/>
                  </a:lnTo>
                  <a:lnTo>
                    <a:pt x="20154" y="131699"/>
                  </a:lnTo>
                  <a:lnTo>
                    <a:pt x="20332" y="135432"/>
                  </a:lnTo>
                  <a:lnTo>
                    <a:pt x="20510" y="139166"/>
                  </a:lnTo>
                  <a:lnTo>
                    <a:pt x="21336" y="142151"/>
                  </a:lnTo>
                  <a:lnTo>
                    <a:pt x="23012" y="142049"/>
                  </a:lnTo>
                  <a:lnTo>
                    <a:pt x="23558" y="138988"/>
                  </a:lnTo>
                  <a:lnTo>
                    <a:pt x="23202" y="131508"/>
                  </a:lnTo>
                  <a:lnTo>
                    <a:pt x="22745" y="129832"/>
                  </a:lnTo>
                  <a:lnTo>
                    <a:pt x="24231" y="130175"/>
                  </a:lnTo>
                  <a:lnTo>
                    <a:pt x="27432" y="129984"/>
                  </a:lnTo>
                  <a:lnTo>
                    <a:pt x="30632" y="129781"/>
                  </a:lnTo>
                  <a:lnTo>
                    <a:pt x="33197" y="128816"/>
                  </a:lnTo>
                  <a:lnTo>
                    <a:pt x="33108" y="126860"/>
                  </a:lnTo>
                  <a:lnTo>
                    <a:pt x="30467" y="126225"/>
                  </a:lnTo>
                  <a:lnTo>
                    <a:pt x="24053" y="126631"/>
                  </a:lnTo>
                  <a:lnTo>
                    <a:pt x="22555" y="127203"/>
                  </a:lnTo>
                  <a:lnTo>
                    <a:pt x="22860" y="125450"/>
                  </a:lnTo>
                  <a:lnTo>
                    <a:pt x="22682" y="121704"/>
                  </a:lnTo>
                  <a:lnTo>
                    <a:pt x="22517" y="117970"/>
                  </a:lnTo>
                  <a:lnTo>
                    <a:pt x="21691" y="114985"/>
                  </a:lnTo>
                  <a:lnTo>
                    <a:pt x="21336" y="115011"/>
                  </a:lnTo>
                  <a:lnTo>
                    <a:pt x="53098" y="77952"/>
                  </a:lnTo>
                  <a:lnTo>
                    <a:pt x="52679" y="80340"/>
                  </a:lnTo>
                  <a:lnTo>
                    <a:pt x="53022" y="87820"/>
                  </a:lnTo>
                  <a:lnTo>
                    <a:pt x="53467" y="89484"/>
                  </a:lnTo>
                  <a:lnTo>
                    <a:pt x="52070" y="89141"/>
                  </a:lnTo>
                  <a:lnTo>
                    <a:pt x="48869" y="89344"/>
                  </a:lnTo>
                  <a:lnTo>
                    <a:pt x="45656" y="89535"/>
                  </a:lnTo>
                  <a:lnTo>
                    <a:pt x="43091" y="90500"/>
                  </a:lnTo>
                  <a:lnTo>
                    <a:pt x="43192" y="92456"/>
                  </a:lnTo>
                  <a:lnTo>
                    <a:pt x="45834" y="93091"/>
                  </a:lnTo>
                  <a:lnTo>
                    <a:pt x="52235" y="92684"/>
                  </a:lnTo>
                  <a:lnTo>
                    <a:pt x="53670" y="92151"/>
                  </a:lnTo>
                  <a:lnTo>
                    <a:pt x="53378" y="93878"/>
                  </a:lnTo>
                  <a:lnTo>
                    <a:pt x="53543" y="97612"/>
                  </a:lnTo>
                  <a:lnTo>
                    <a:pt x="53708" y="101346"/>
                  </a:lnTo>
                  <a:lnTo>
                    <a:pt x="54533" y="104330"/>
                  </a:lnTo>
                  <a:lnTo>
                    <a:pt x="56210" y="104228"/>
                  </a:lnTo>
                  <a:lnTo>
                    <a:pt x="56756" y="101168"/>
                  </a:lnTo>
                  <a:lnTo>
                    <a:pt x="56413" y="93687"/>
                  </a:lnTo>
                  <a:lnTo>
                    <a:pt x="55943" y="92011"/>
                  </a:lnTo>
                  <a:lnTo>
                    <a:pt x="57429" y="92354"/>
                  </a:lnTo>
                  <a:lnTo>
                    <a:pt x="60629" y="92163"/>
                  </a:lnTo>
                  <a:lnTo>
                    <a:pt x="63842" y="91960"/>
                  </a:lnTo>
                  <a:lnTo>
                    <a:pt x="66408" y="90995"/>
                  </a:lnTo>
                  <a:lnTo>
                    <a:pt x="66382" y="90665"/>
                  </a:lnTo>
                  <a:lnTo>
                    <a:pt x="87731" y="115544"/>
                  </a:lnTo>
                  <a:lnTo>
                    <a:pt x="86106" y="115633"/>
                  </a:lnTo>
                  <a:lnTo>
                    <a:pt x="85559" y="118694"/>
                  </a:lnTo>
                  <a:lnTo>
                    <a:pt x="85902" y="126174"/>
                  </a:lnTo>
                  <a:lnTo>
                    <a:pt x="86347" y="127838"/>
                  </a:lnTo>
                  <a:lnTo>
                    <a:pt x="84950" y="127495"/>
                  </a:lnTo>
                  <a:lnTo>
                    <a:pt x="81749" y="127698"/>
                  </a:lnTo>
                  <a:lnTo>
                    <a:pt x="78549" y="127901"/>
                  </a:lnTo>
                  <a:lnTo>
                    <a:pt x="75984" y="128866"/>
                  </a:lnTo>
                  <a:lnTo>
                    <a:pt x="76073" y="130822"/>
                  </a:lnTo>
                  <a:lnTo>
                    <a:pt x="78714" y="131445"/>
                  </a:lnTo>
                  <a:lnTo>
                    <a:pt x="85128" y="131051"/>
                  </a:lnTo>
                  <a:lnTo>
                    <a:pt x="86550" y="130517"/>
                  </a:lnTo>
                  <a:lnTo>
                    <a:pt x="86258" y="132232"/>
                  </a:lnTo>
                  <a:lnTo>
                    <a:pt x="86423" y="135978"/>
                  </a:lnTo>
                  <a:lnTo>
                    <a:pt x="86588" y="139712"/>
                  </a:lnTo>
                  <a:lnTo>
                    <a:pt x="87426" y="142697"/>
                  </a:lnTo>
                  <a:lnTo>
                    <a:pt x="87960" y="142671"/>
                  </a:lnTo>
                  <a:lnTo>
                    <a:pt x="87960" y="116217"/>
                  </a:lnTo>
                  <a:lnTo>
                    <a:pt x="87795" y="115620"/>
                  </a:lnTo>
                  <a:lnTo>
                    <a:pt x="97561" y="127012"/>
                  </a:lnTo>
                  <a:lnTo>
                    <a:pt x="97561" y="116357"/>
                  </a:lnTo>
                  <a:lnTo>
                    <a:pt x="64668" y="77978"/>
                  </a:lnTo>
                  <a:lnTo>
                    <a:pt x="64668" y="88658"/>
                  </a:lnTo>
                  <a:lnTo>
                    <a:pt x="63665" y="88404"/>
                  </a:lnTo>
                  <a:lnTo>
                    <a:pt x="57264" y="88811"/>
                  </a:lnTo>
                  <a:lnTo>
                    <a:pt x="55753" y="89382"/>
                  </a:lnTo>
                  <a:lnTo>
                    <a:pt x="56057" y="87630"/>
                  </a:lnTo>
                  <a:lnTo>
                    <a:pt x="55892" y="83883"/>
                  </a:lnTo>
                  <a:lnTo>
                    <a:pt x="55727" y="80149"/>
                  </a:lnTo>
                  <a:lnTo>
                    <a:pt x="54902" y="77254"/>
                  </a:lnTo>
                  <a:lnTo>
                    <a:pt x="64668" y="88658"/>
                  </a:lnTo>
                  <a:lnTo>
                    <a:pt x="64668" y="77978"/>
                  </a:lnTo>
                  <a:lnTo>
                    <a:pt x="63449" y="76542"/>
                  </a:lnTo>
                  <a:lnTo>
                    <a:pt x="54838" y="66509"/>
                  </a:lnTo>
                  <a:lnTo>
                    <a:pt x="54838" y="77177"/>
                  </a:lnTo>
                  <a:lnTo>
                    <a:pt x="53708" y="77241"/>
                  </a:lnTo>
                  <a:lnTo>
                    <a:pt x="54305" y="76542"/>
                  </a:lnTo>
                  <a:lnTo>
                    <a:pt x="54838" y="77177"/>
                  </a:lnTo>
                  <a:lnTo>
                    <a:pt x="54838" y="66509"/>
                  </a:lnTo>
                  <a:lnTo>
                    <a:pt x="54305" y="65887"/>
                  </a:lnTo>
                  <a:lnTo>
                    <a:pt x="20256" y="105613"/>
                  </a:lnTo>
                  <a:lnTo>
                    <a:pt x="20256" y="127304"/>
                  </a:lnTo>
                  <a:lnTo>
                    <a:pt x="18872" y="126961"/>
                  </a:lnTo>
                  <a:lnTo>
                    <a:pt x="15659" y="127152"/>
                  </a:lnTo>
                  <a:lnTo>
                    <a:pt x="12458" y="127355"/>
                  </a:lnTo>
                  <a:lnTo>
                    <a:pt x="9969" y="128308"/>
                  </a:lnTo>
                  <a:lnTo>
                    <a:pt x="9969" y="130213"/>
                  </a:lnTo>
                  <a:lnTo>
                    <a:pt x="9144" y="129235"/>
                  </a:lnTo>
                  <a:lnTo>
                    <a:pt x="9893" y="128371"/>
                  </a:lnTo>
                  <a:lnTo>
                    <a:pt x="9969" y="130213"/>
                  </a:lnTo>
                  <a:lnTo>
                    <a:pt x="9969" y="128308"/>
                  </a:lnTo>
                  <a:lnTo>
                    <a:pt x="19685" y="116941"/>
                  </a:lnTo>
                  <a:lnTo>
                    <a:pt x="19469" y="118160"/>
                  </a:lnTo>
                  <a:lnTo>
                    <a:pt x="19812" y="125641"/>
                  </a:lnTo>
                  <a:lnTo>
                    <a:pt x="20256" y="127304"/>
                  </a:lnTo>
                  <a:lnTo>
                    <a:pt x="20256" y="105613"/>
                  </a:lnTo>
                  <a:lnTo>
                    <a:pt x="0" y="129235"/>
                  </a:lnTo>
                  <a:lnTo>
                    <a:pt x="54305" y="192582"/>
                  </a:lnTo>
                  <a:lnTo>
                    <a:pt x="63449" y="181927"/>
                  </a:lnTo>
                  <a:lnTo>
                    <a:pt x="104038" y="134569"/>
                  </a:lnTo>
                  <a:lnTo>
                    <a:pt x="142074" y="178917"/>
                  </a:lnTo>
                  <a:lnTo>
                    <a:pt x="142074" y="168287"/>
                  </a:lnTo>
                  <a:lnTo>
                    <a:pt x="142074" y="166281"/>
                  </a:lnTo>
                  <a:lnTo>
                    <a:pt x="141947" y="166331"/>
                  </a:lnTo>
                  <a:lnTo>
                    <a:pt x="142036" y="168236"/>
                  </a:lnTo>
                  <a:lnTo>
                    <a:pt x="109512" y="130302"/>
                  </a:lnTo>
                  <a:lnTo>
                    <a:pt x="112102" y="130911"/>
                  </a:lnTo>
                  <a:lnTo>
                    <a:pt x="118516" y="130505"/>
                  </a:lnTo>
                  <a:lnTo>
                    <a:pt x="119938" y="129971"/>
                  </a:lnTo>
                  <a:lnTo>
                    <a:pt x="119646" y="131699"/>
                  </a:lnTo>
                  <a:lnTo>
                    <a:pt x="119811" y="135432"/>
                  </a:lnTo>
                  <a:lnTo>
                    <a:pt x="119989" y="139166"/>
                  </a:lnTo>
                  <a:lnTo>
                    <a:pt x="120815" y="142151"/>
                  </a:lnTo>
                  <a:lnTo>
                    <a:pt x="122491" y="142049"/>
                  </a:lnTo>
                  <a:lnTo>
                    <a:pt x="123024" y="138988"/>
                  </a:lnTo>
                  <a:lnTo>
                    <a:pt x="122682" y="131508"/>
                  </a:lnTo>
                  <a:lnTo>
                    <a:pt x="122224" y="129832"/>
                  </a:lnTo>
                  <a:lnTo>
                    <a:pt x="123710" y="130175"/>
                  </a:lnTo>
                  <a:lnTo>
                    <a:pt x="126911" y="129984"/>
                  </a:lnTo>
                  <a:lnTo>
                    <a:pt x="130111" y="129781"/>
                  </a:lnTo>
                  <a:lnTo>
                    <a:pt x="132676" y="128816"/>
                  </a:lnTo>
                  <a:lnTo>
                    <a:pt x="132588" y="126860"/>
                  </a:lnTo>
                  <a:lnTo>
                    <a:pt x="129946" y="126225"/>
                  </a:lnTo>
                  <a:lnTo>
                    <a:pt x="123532" y="126631"/>
                  </a:lnTo>
                  <a:lnTo>
                    <a:pt x="122021" y="127203"/>
                  </a:lnTo>
                  <a:lnTo>
                    <a:pt x="122326" y="125450"/>
                  </a:lnTo>
                  <a:lnTo>
                    <a:pt x="122161" y="121704"/>
                  </a:lnTo>
                  <a:lnTo>
                    <a:pt x="121996" y="117970"/>
                  </a:lnTo>
                  <a:lnTo>
                    <a:pt x="121170" y="114985"/>
                  </a:lnTo>
                  <a:lnTo>
                    <a:pt x="120802" y="115011"/>
                  </a:lnTo>
                  <a:lnTo>
                    <a:pt x="142074" y="90195"/>
                  </a:lnTo>
                  <a:lnTo>
                    <a:pt x="142074" y="79540"/>
                  </a:lnTo>
                  <a:close/>
                </a:path>
                <a:path w="142240" h="347979">
                  <a:moveTo>
                    <a:pt x="142074" y="49911"/>
                  </a:moveTo>
                  <a:lnTo>
                    <a:pt x="140449" y="50012"/>
                  </a:lnTo>
                  <a:lnTo>
                    <a:pt x="138938" y="50584"/>
                  </a:lnTo>
                  <a:lnTo>
                    <a:pt x="139242" y="48831"/>
                  </a:lnTo>
                  <a:lnTo>
                    <a:pt x="139077" y="45085"/>
                  </a:lnTo>
                  <a:lnTo>
                    <a:pt x="138912" y="41351"/>
                  </a:lnTo>
                  <a:lnTo>
                    <a:pt x="138074" y="38366"/>
                  </a:lnTo>
                  <a:lnTo>
                    <a:pt x="136398" y="38468"/>
                  </a:lnTo>
                  <a:lnTo>
                    <a:pt x="135864" y="41541"/>
                  </a:lnTo>
                  <a:lnTo>
                    <a:pt x="136207" y="49009"/>
                  </a:lnTo>
                  <a:lnTo>
                    <a:pt x="136652" y="50685"/>
                  </a:lnTo>
                  <a:lnTo>
                    <a:pt x="135255" y="50342"/>
                  </a:lnTo>
                  <a:lnTo>
                    <a:pt x="132054" y="50533"/>
                  </a:lnTo>
                  <a:lnTo>
                    <a:pt x="128841" y="50736"/>
                  </a:lnTo>
                  <a:lnTo>
                    <a:pt x="126276" y="51701"/>
                  </a:lnTo>
                  <a:lnTo>
                    <a:pt x="126377" y="53657"/>
                  </a:lnTo>
                  <a:lnTo>
                    <a:pt x="129019" y="54292"/>
                  </a:lnTo>
                  <a:lnTo>
                    <a:pt x="135420" y="53886"/>
                  </a:lnTo>
                  <a:lnTo>
                    <a:pt x="136855" y="53352"/>
                  </a:lnTo>
                  <a:lnTo>
                    <a:pt x="136563" y="55079"/>
                  </a:lnTo>
                  <a:lnTo>
                    <a:pt x="136728" y="58813"/>
                  </a:lnTo>
                  <a:lnTo>
                    <a:pt x="136893" y="62547"/>
                  </a:lnTo>
                  <a:lnTo>
                    <a:pt x="137718" y="65532"/>
                  </a:lnTo>
                  <a:lnTo>
                    <a:pt x="139395" y="65430"/>
                  </a:lnTo>
                  <a:lnTo>
                    <a:pt x="139941" y="62357"/>
                  </a:lnTo>
                  <a:lnTo>
                    <a:pt x="139598" y="54889"/>
                  </a:lnTo>
                  <a:lnTo>
                    <a:pt x="139128" y="53213"/>
                  </a:lnTo>
                  <a:lnTo>
                    <a:pt x="140614" y="53555"/>
                  </a:lnTo>
                  <a:lnTo>
                    <a:pt x="142074" y="53467"/>
                  </a:lnTo>
                  <a:lnTo>
                    <a:pt x="142074" y="49911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0" name="object 2070" descr=""/>
            <p:cNvSpPr/>
            <p:nvPr/>
          </p:nvSpPr>
          <p:spPr>
            <a:xfrm>
              <a:off x="7175995" y="6833152"/>
              <a:ext cx="1632585" cy="280035"/>
            </a:xfrm>
            <a:custGeom>
              <a:avLst/>
              <a:gdLst/>
              <a:ahLst/>
              <a:cxnLst/>
              <a:rect l="l" t="t" r="r" b="b"/>
              <a:pathLst>
                <a:path w="1632584" h="280034">
                  <a:moveTo>
                    <a:pt x="158927" y="139014"/>
                  </a:moveTo>
                  <a:lnTo>
                    <a:pt x="149783" y="128358"/>
                  </a:lnTo>
                  <a:lnTo>
                    <a:pt x="149783" y="139014"/>
                  </a:lnTo>
                  <a:lnTo>
                    <a:pt x="139661" y="150812"/>
                  </a:lnTo>
                  <a:lnTo>
                    <a:pt x="139941" y="149301"/>
                  </a:lnTo>
                  <a:lnTo>
                    <a:pt x="139598" y="141820"/>
                  </a:lnTo>
                  <a:lnTo>
                    <a:pt x="139141" y="140144"/>
                  </a:lnTo>
                  <a:lnTo>
                    <a:pt x="140614" y="140500"/>
                  </a:lnTo>
                  <a:lnTo>
                    <a:pt x="143827" y="140296"/>
                  </a:lnTo>
                  <a:lnTo>
                    <a:pt x="147027" y="140093"/>
                  </a:lnTo>
                  <a:lnTo>
                    <a:pt x="149593" y="139128"/>
                  </a:lnTo>
                  <a:lnTo>
                    <a:pt x="149567" y="138785"/>
                  </a:lnTo>
                  <a:lnTo>
                    <a:pt x="149783" y="139014"/>
                  </a:lnTo>
                  <a:lnTo>
                    <a:pt x="149783" y="128358"/>
                  </a:lnTo>
                  <a:lnTo>
                    <a:pt x="147866" y="126123"/>
                  </a:lnTo>
                  <a:lnTo>
                    <a:pt x="147866" y="136791"/>
                  </a:lnTo>
                  <a:lnTo>
                    <a:pt x="146862" y="136550"/>
                  </a:lnTo>
                  <a:lnTo>
                    <a:pt x="140449" y="136944"/>
                  </a:lnTo>
                  <a:lnTo>
                    <a:pt x="138938" y="137515"/>
                  </a:lnTo>
                  <a:lnTo>
                    <a:pt x="139242" y="135763"/>
                  </a:lnTo>
                  <a:lnTo>
                    <a:pt x="139077" y="132029"/>
                  </a:lnTo>
                  <a:lnTo>
                    <a:pt x="138912" y="128295"/>
                  </a:lnTo>
                  <a:lnTo>
                    <a:pt x="138264" y="125996"/>
                  </a:lnTo>
                  <a:lnTo>
                    <a:pt x="138264" y="152450"/>
                  </a:lnTo>
                  <a:lnTo>
                    <a:pt x="104609" y="191693"/>
                  </a:lnTo>
                  <a:lnTo>
                    <a:pt x="92925" y="178092"/>
                  </a:lnTo>
                  <a:lnTo>
                    <a:pt x="95504" y="178689"/>
                  </a:lnTo>
                  <a:lnTo>
                    <a:pt x="101917" y="178295"/>
                  </a:lnTo>
                  <a:lnTo>
                    <a:pt x="103352" y="177761"/>
                  </a:lnTo>
                  <a:lnTo>
                    <a:pt x="103060" y="179476"/>
                  </a:lnTo>
                  <a:lnTo>
                    <a:pt x="103225" y="183222"/>
                  </a:lnTo>
                  <a:lnTo>
                    <a:pt x="103390" y="186956"/>
                  </a:lnTo>
                  <a:lnTo>
                    <a:pt x="104216" y="189941"/>
                  </a:lnTo>
                  <a:lnTo>
                    <a:pt x="105892" y="189839"/>
                  </a:lnTo>
                  <a:lnTo>
                    <a:pt x="106438" y="186766"/>
                  </a:lnTo>
                  <a:lnTo>
                    <a:pt x="106095" y="179285"/>
                  </a:lnTo>
                  <a:lnTo>
                    <a:pt x="105625" y="177609"/>
                  </a:lnTo>
                  <a:lnTo>
                    <a:pt x="107111" y="177965"/>
                  </a:lnTo>
                  <a:lnTo>
                    <a:pt x="110312" y="177761"/>
                  </a:lnTo>
                  <a:lnTo>
                    <a:pt x="113525" y="177558"/>
                  </a:lnTo>
                  <a:lnTo>
                    <a:pt x="116090" y="176606"/>
                  </a:lnTo>
                  <a:lnTo>
                    <a:pt x="115989" y="174637"/>
                  </a:lnTo>
                  <a:lnTo>
                    <a:pt x="113347" y="174015"/>
                  </a:lnTo>
                  <a:lnTo>
                    <a:pt x="106946" y="174409"/>
                  </a:lnTo>
                  <a:lnTo>
                    <a:pt x="105435" y="174980"/>
                  </a:lnTo>
                  <a:lnTo>
                    <a:pt x="105740" y="173228"/>
                  </a:lnTo>
                  <a:lnTo>
                    <a:pt x="105575" y="169494"/>
                  </a:lnTo>
                  <a:lnTo>
                    <a:pt x="105410" y="165747"/>
                  </a:lnTo>
                  <a:lnTo>
                    <a:pt x="104571" y="162775"/>
                  </a:lnTo>
                  <a:lnTo>
                    <a:pt x="102895" y="162877"/>
                  </a:lnTo>
                  <a:lnTo>
                    <a:pt x="102362" y="165938"/>
                  </a:lnTo>
                  <a:lnTo>
                    <a:pt x="102704" y="173418"/>
                  </a:lnTo>
                  <a:lnTo>
                    <a:pt x="103149" y="175082"/>
                  </a:lnTo>
                  <a:lnTo>
                    <a:pt x="101752" y="174739"/>
                  </a:lnTo>
                  <a:lnTo>
                    <a:pt x="98552" y="174942"/>
                  </a:lnTo>
                  <a:lnTo>
                    <a:pt x="95338" y="175145"/>
                  </a:lnTo>
                  <a:lnTo>
                    <a:pt x="92773" y="176098"/>
                  </a:lnTo>
                  <a:lnTo>
                    <a:pt x="92862" y="178015"/>
                  </a:lnTo>
                  <a:lnTo>
                    <a:pt x="60337" y="140081"/>
                  </a:lnTo>
                  <a:lnTo>
                    <a:pt x="62928" y="140690"/>
                  </a:lnTo>
                  <a:lnTo>
                    <a:pt x="69342" y="140284"/>
                  </a:lnTo>
                  <a:lnTo>
                    <a:pt x="70764" y="139750"/>
                  </a:lnTo>
                  <a:lnTo>
                    <a:pt x="70472" y="141478"/>
                  </a:lnTo>
                  <a:lnTo>
                    <a:pt x="70637" y="145211"/>
                  </a:lnTo>
                  <a:lnTo>
                    <a:pt x="70815" y="148945"/>
                  </a:lnTo>
                  <a:lnTo>
                    <a:pt x="71640" y="151930"/>
                  </a:lnTo>
                  <a:lnTo>
                    <a:pt x="73317" y="151828"/>
                  </a:lnTo>
                  <a:lnTo>
                    <a:pt x="73850" y="148767"/>
                  </a:lnTo>
                  <a:lnTo>
                    <a:pt x="73507" y="141287"/>
                  </a:lnTo>
                  <a:lnTo>
                    <a:pt x="73050" y="139611"/>
                  </a:lnTo>
                  <a:lnTo>
                    <a:pt x="74536" y="139954"/>
                  </a:lnTo>
                  <a:lnTo>
                    <a:pt x="77736" y="139763"/>
                  </a:lnTo>
                  <a:lnTo>
                    <a:pt x="80937" y="139560"/>
                  </a:lnTo>
                  <a:lnTo>
                    <a:pt x="83502" y="138595"/>
                  </a:lnTo>
                  <a:lnTo>
                    <a:pt x="83413" y="136639"/>
                  </a:lnTo>
                  <a:lnTo>
                    <a:pt x="80772" y="136004"/>
                  </a:lnTo>
                  <a:lnTo>
                    <a:pt x="74358" y="136410"/>
                  </a:lnTo>
                  <a:lnTo>
                    <a:pt x="72847" y="136982"/>
                  </a:lnTo>
                  <a:lnTo>
                    <a:pt x="73152" y="135229"/>
                  </a:lnTo>
                  <a:lnTo>
                    <a:pt x="72986" y="131483"/>
                  </a:lnTo>
                  <a:lnTo>
                    <a:pt x="72821" y="127749"/>
                  </a:lnTo>
                  <a:lnTo>
                    <a:pt x="71996" y="124764"/>
                  </a:lnTo>
                  <a:lnTo>
                    <a:pt x="71628" y="124790"/>
                  </a:lnTo>
                  <a:lnTo>
                    <a:pt x="103390" y="87744"/>
                  </a:lnTo>
                  <a:lnTo>
                    <a:pt x="102984" y="90119"/>
                  </a:lnTo>
                  <a:lnTo>
                    <a:pt x="103327" y="97586"/>
                  </a:lnTo>
                  <a:lnTo>
                    <a:pt x="103771" y="99263"/>
                  </a:lnTo>
                  <a:lnTo>
                    <a:pt x="102374" y="98920"/>
                  </a:lnTo>
                  <a:lnTo>
                    <a:pt x="99174" y="99110"/>
                  </a:lnTo>
                  <a:lnTo>
                    <a:pt x="95961" y="99314"/>
                  </a:lnTo>
                  <a:lnTo>
                    <a:pt x="93395" y="100279"/>
                  </a:lnTo>
                  <a:lnTo>
                    <a:pt x="93497" y="102235"/>
                  </a:lnTo>
                  <a:lnTo>
                    <a:pt x="96126" y="102870"/>
                  </a:lnTo>
                  <a:lnTo>
                    <a:pt x="102539" y="102463"/>
                  </a:lnTo>
                  <a:lnTo>
                    <a:pt x="103974" y="101930"/>
                  </a:lnTo>
                  <a:lnTo>
                    <a:pt x="103682" y="103657"/>
                  </a:lnTo>
                  <a:lnTo>
                    <a:pt x="103847" y="107391"/>
                  </a:lnTo>
                  <a:lnTo>
                    <a:pt x="104013" y="111125"/>
                  </a:lnTo>
                  <a:lnTo>
                    <a:pt x="104838" y="114109"/>
                  </a:lnTo>
                  <a:lnTo>
                    <a:pt x="106514" y="114007"/>
                  </a:lnTo>
                  <a:lnTo>
                    <a:pt x="107061" y="110947"/>
                  </a:lnTo>
                  <a:lnTo>
                    <a:pt x="106718" y="103466"/>
                  </a:lnTo>
                  <a:lnTo>
                    <a:pt x="106248" y="101790"/>
                  </a:lnTo>
                  <a:lnTo>
                    <a:pt x="107734" y="102133"/>
                  </a:lnTo>
                  <a:lnTo>
                    <a:pt x="110934" y="101942"/>
                  </a:lnTo>
                  <a:lnTo>
                    <a:pt x="114147" y="101739"/>
                  </a:lnTo>
                  <a:lnTo>
                    <a:pt x="116713" y="100774"/>
                  </a:lnTo>
                  <a:lnTo>
                    <a:pt x="116687" y="100444"/>
                  </a:lnTo>
                  <a:lnTo>
                    <a:pt x="138036" y="125323"/>
                  </a:lnTo>
                  <a:lnTo>
                    <a:pt x="136410" y="125412"/>
                  </a:lnTo>
                  <a:lnTo>
                    <a:pt x="135864" y="128473"/>
                  </a:lnTo>
                  <a:lnTo>
                    <a:pt x="136207" y="135953"/>
                  </a:lnTo>
                  <a:lnTo>
                    <a:pt x="136652" y="137617"/>
                  </a:lnTo>
                  <a:lnTo>
                    <a:pt x="135255" y="137274"/>
                  </a:lnTo>
                  <a:lnTo>
                    <a:pt x="132054" y="137477"/>
                  </a:lnTo>
                  <a:lnTo>
                    <a:pt x="128854" y="137680"/>
                  </a:lnTo>
                  <a:lnTo>
                    <a:pt x="126288" y="138645"/>
                  </a:lnTo>
                  <a:lnTo>
                    <a:pt x="126377" y="140601"/>
                  </a:lnTo>
                  <a:lnTo>
                    <a:pt x="129019" y="141224"/>
                  </a:lnTo>
                  <a:lnTo>
                    <a:pt x="135420" y="140830"/>
                  </a:lnTo>
                  <a:lnTo>
                    <a:pt x="136855" y="140296"/>
                  </a:lnTo>
                  <a:lnTo>
                    <a:pt x="136563" y="142011"/>
                  </a:lnTo>
                  <a:lnTo>
                    <a:pt x="136728" y="145745"/>
                  </a:lnTo>
                  <a:lnTo>
                    <a:pt x="136893" y="149491"/>
                  </a:lnTo>
                  <a:lnTo>
                    <a:pt x="137718" y="152476"/>
                  </a:lnTo>
                  <a:lnTo>
                    <a:pt x="138264" y="152450"/>
                  </a:lnTo>
                  <a:lnTo>
                    <a:pt x="138264" y="125996"/>
                  </a:lnTo>
                  <a:lnTo>
                    <a:pt x="138099" y="125399"/>
                  </a:lnTo>
                  <a:lnTo>
                    <a:pt x="147866" y="136791"/>
                  </a:lnTo>
                  <a:lnTo>
                    <a:pt x="147866" y="126123"/>
                  </a:lnTo>
                  <a:lnTo>
                    <a:pt x="114973" y="87744"/>
                  </a:lnTo>
                  <a:lnTo>
                    <a:pt x="114973" y="98437"/>
                  </a:lnTo>
                  <a:lnTo>
                    <a:pt x="113969" y="98183"/>
                  </a:lnTo>
                  <a:lnTo>
                    <a:pt x="107569" y="98590"/>
                  </a:lnTo>
                  <a:lnTo>
                    <a:pt x="106057" y="99161"/>
                  </a:lnTo>
                  <a:lnTo>
                    <a:pt x="106362" y="97409"/>
                  </a:lnTo>
                  <a:lnTo>
                    <a:pt x="106197" y="93662"/>
                  </a:lnTo>
                  <a:lnTo>
                    <a:pt x="106019" y="89928"/>
                  </a:lnTo>
                  <a:lnTo>
                    <a:pt x="105206" y="87033"/>
                  </a:lnTo>
                  <a:lnTo>
                    <a:pt x="114973" y="98437"/>
                  </a:lnTo>
                  <a:lnTo>
                    <a:pt x="114973" y="87744"/>
                  </a:lnTo>
                  <a:lnTo>
                    <a:pt x="113753" y="86321"/>
                  </a:lnTo>
                  <a:lnTo>
                    <a:pt x="105143" y="76276"/>
                  </a:lnTo>
                  <a:lnTo>
                    <a:pt x="105143" y="86956"/>
                  </a:lnTo>
                  <a:lnTo>
                    <a:pt x="104013" y="87020"/>
                  </a:lnTo>
                  <a:lnTo>
                    <a:pt x="104609" y="86321"/>
                  </a:lnTo>
                  <a:lnTo>
                    <a:pt x="105143" y="86956"/>
                  </a:lnTo>
                  <a:lnTo>
                    <a:pt x="105143" y="76276"/>
                  </a:lnTo>
                  <a:lnTo>
                    <a:pt x="104609" y="75653"/>
                  </a:lnTo>
                  <a:lnTo>
                    <a:pt x="70573" y="115366"/>
                  </a:lnTo>
                  <a:lnTo>
                    <a:pt x="70573" y="137083"/>
                  </a:lnTo>
                  <a:lnTo>
                    <a:pt x="69164" y="136740"/>
                  </a:lnTo>
                  <a:lnTo>
                    <a:pt x="65963" y="136931"/>
                  </a:lnTo>
                  <a:lnTo>
                    <a:pt x="62763" y="137134"/>
                  </a:lnTo>
                  <a:lnTo>
                    <a:pt x="60274" y="138087"/>
                  </a:lnTo>
                  <a:lnTo>
                    <a:pt x="60274" y="140004"/>
                  </a:lnTo>
                  <a:lnTo>
                    <a:pt x="59436" y="139014"/>
                  </a:lnTo>
                  <a:lnTo>
                    <a:pt x="60198" y="138125"/>
                  </a:lnTo>
                  <a:lnTo>
                    <a:pt x="60274" y="140004"/>
                  </a:lnTo>
                  <a:lnTo>
                    <a:pt x="60274" y="138087"/>
                  </a:lnTo>
                  <a:lnTo>
                    <a:pt x="69989" y="126707"/>
                  </a:lnTo>
                  <a:lnTo>
                    <a:pt x="69773" y="127939"/>
                  </a:lnTo>
                  <a:lnTo>
                    <a:pt x="70116" y="135407"/>
                  </a:lnTo>
                  <a:lnTo>
                    <a:pt x="70573" y="137083"/>
                  </a:lnTo>
                  <a:lnTo>
                    <a:pt x="70573" y="115366"/>
                  </a:lnTo>
                  <a:lnTo>
                    <a:pt x="50304" y="139014"/>
                  </a:lnTo>
                  <a:lnTo>
                    <a:pt x="104609" y="202361"/>
                  </a:lnTo>
                  <a:lnTo>
                    <a:pt x="113753" y="191693"/>
                  </a:lnTo>
                  <a:lnTo>
                    <a:pt x="158927" y="139014"/>
                  </a:lnTo>
                  <a:close/>
                </a:path>
                <a:path w="1632584" h="280034">
                  <a:moveTo>
                    <a:pt x="310451" y="216166"/>
                  </a:moveTo>
                  <a:lnTo>
                    <a:pt x="301320" y="205524"/>
                  </a:lnTo>
                  <a:lnTo>
                    <a:pt x="301320" y="216166"/>
                  </a:lnTo>
                  <a:lnTo>
                    <a:pt x="291211" y="227965"/>
                  </a:lnTo>
                  <a:lnTo>
                    <a:pt x="291477" y="226466"/>
                  </a:lnTo>
                  <a:lnTo>
                    <a:pt x="291134" y="218986"/>
                  </a:lnTo>
                  <a:lnTo>
                    <a:pt x="290664" y="217309"/>
                  </a:lnTo>
                  <a:lnTo>
                    <a:pt x="292150" y="217652"/>
                  </a:lnTo>
                  <a:lnTo>
                    <a:pt x="295351" y="217462"/>
                  </a:lnTo>
                  <a:lnTo>
                    <a:pt x="298564" y="217258"/>
                  </a:lnTo>
                  <a:lnTo>
                    <a:pt x="301129" y="216293"/>
                  </a:lnTo>
                  <a:lnTo>
                    <a:pt x="301104" y="215925"/>
                  </a:lnTo>
                  <a:lnTo>
                    <a:pt x="301320" y="216166"/>
                  </a:lnTo>
                  <a:lnTo>
                    <a:pt x="301320" y="205524"/>
                  </a:lnTo>
                  <a:lnTo>
                    <a:pt x="299415" y="203301"/>
                  </a:lnTo>
                  <a:lnTo>
                    <a:pt x="299415" y="213969"/>
                  </a:lnTo>
                  <a:lnTo>
                    <a:pt x="298386" y="213715"/>
                  </a:lnTo>
                  <a:lnTo>
                    <a:pt x="291985" y="214109"/>
                  </a:lnTo>
                  <a:lnTo>
                    <a:pt x="290474" y="214680"/>
                  </a:lnTo>
                  <a:lnTo>
                    <a:pt x="290779" y="212928"/>
                  </a:lnTo>
                  <a:lnTo>
                    <a:pt x="290614" y="209194"/>
                  </a:lnTo>
                  <a:lnTo>
                    <a:pt x="290436" y="205447"/>
                  </a:lnTo>
                  <a:lnTo>
                    <a:pt x="289801" y="203187"/>
                  </a:lnTo>
                  <a:lnTo>
                    <a:pt x="289801" y="229603"/>
                  </a:lnTo>
                  <a:lnTo>
                    <a:pt x="256146" y="268859"/>
                  </a:lnTo>
                  <a:lnTo>
                    <a:pt x="244462" y="255244"/>
                  </a:lnTo>
                  <a:lnTo>
                    <a:pt x="247040" y="255854"/>
                  </a:lnTo>
                  <a:lnTo>
                    <a:pt x="253453" y="255447"/>
                  </a:lnTo>
                  <a:lnTo>
                    <a:pt x="254876" y="254927"/>
                  </a:lnTo>
                  <a:lnTo>
                    <a:pt x="254584" y="256641"/>
                  </a:lnTo>
                  <a:lnTo>
                    <a:pt x="254749" y="260375"/>
                  </a:lnTo>
                  <a:lnTo>
                    <a:pt x="254927" y="264109"/>
                  </a:lnTo>
                  <a:lnTo>
                    <a:pt x="255752" y="267093"/>
                  </a:lnTo>
                  <a:lnTo>
                    <a:pt x="257429" y="266992"/>
                  </a:lnTo>
                  <a:lnTo>
                    <a:pt x="257975" y="263931"/>
                  </a:lnTo>
                  <a:lnTo>
                    <a:pt x="257619" y="256451"/>
                  </a:lnTo>
                  <a:lnTo>
                    <a:pt x="257162" y="254774"/>
                  </a:lnTo>
                  <a:lnTo>
                    <a:pt x="258648" y="255117"/>
                  </a:lnTo>
                  <a:lnTo>
                    <a:pt x="261848" y="254927"/>
                  </a:lnTo>
                  <a:lnTo>
                    <a:pt x="265049" y="254723"/>
                  </a:lnTo>
                  <a:lnTo>
                    <a:pt x="267614" y="253758"/>
                  </a:lnTo>
                  <a:lnTo>
                    <a:pt x="267525" y="251802"/>
                  </a:lnTo>
                  <a:lnTo>
                    <a:pt x="264883" y="251180"/>
                  </a:lnTo>
                  <a:lnTo>
                    <a:pt x="258470" y="251574"/>
                  </a:lnTo>
                  <a:lnTo>
                    <a:pt x="256959" y="252145"/>
                  </a:lnTo>
                  <a:lnTo>
                    <a:pt x="257276" y="250393"/>
                  </a:lnTo>
                  <a:lnTo>
                    <a:pt x="257098" y="246646"/>
                  </a:lnTo>
                  <a:lnTo>
                    <a:pt x="256933" y="242912"/>
                  </a:lnTo>
                  <a:lnTo>
                    <a:pt x="256108" y="239928"/>
                  </a:lnTo>
                  <a:lnTo>
                    <a:pt x="254431" y="240030"/>
                  </a:lnTo>
                  <a:lnTo>
                    <a:pt x="253885" y="243103"/>
                  </a:lnTo>
                  <a:lnTo>
                    <a:pt x="254228" y="250583"/>
                  </a:lnTo>
                  <a:lnTo>
                    <a:pt x="254673" y="252247"/>
                  </a:lnTo>
                  <a:lnTo>
                    <a:pt x="253276" y="251904"/>
                  </a:lnTo>
                  <a:lnTo>
                    <a:pt x="250075" y="252107"/>
                  </a:lnTo>
                  <a:lnTo>
                    <a:pt x="246875" y="252298"/>
                  </a:lnTo>
                  <a:lnTo>
                    <a:pt x="244309" y="253263"/>
                  </a:lnTo>
                  <a:lnTo>
                    <a:pt x="244386" y="255168"/>
                  </a:lnTo>
                  <a:lnTo>
                    <a:pt x="211886" y="217246"/>
                  </a:lnTo>
                  <a:lnTo>
                    <a:pt x="214464" y="217843"/>
                  </a:lnTo>
                  <a:lnTo>
                    <a:pt x="220865" y="217449"/>
                  </a:lnTo>
                  <a:lnTo>
                    <a:pt x="222300" y="216916"/>
                  </a:lnTo>
                  <a:lnTo>
                    <a:pt x="222008" y="218630"/>
                  </a:lnTo>
                  <a:lnTo>
                    <a:pt x="222173" y="222377"/>
                  </a:lnTo>
                  <a:lnTo>
                    <a:pt x="222338" y="226110"/>
                  </a:lnTo>
                  <a:lnTo>
                    <a:pt x="223164" y="229095"/>
                  </a:lnTo>
                  <a:lnTo>
                    <a:pt x="224840" y="228993"/>
                  </a:lnTo>
                  <a:lnTo>
                    <a:pt x="225386" y="225920"/>
                  </a:lnTo>
                  <a:lnTo>
                    <a:pt x="225044" y="218440"/>
                  </a:lnTo>
                  <a:lnTo>
                    <a:pt x="224586" y="216776"/>
                  </a:lnTo>
                  <a:lnTo>
                    <a:pt x="226060" y="217119"/>
                  </a:lnTo>
                  <a:lnTo>
                    <a:pt x="229273" y="216916"/>
                  </a:lnTo>
                  <a:lnTo>
                    <a:pt x="232473" y="216725"/>
                  </a:lnTo>
                  <a:lnTo>
                    <a:pt x="235038" y="215760"/>
                  </a:lnTo>
                  <a:lnTo>
                    <a:pt x="234937" y="213804"/>
                  </a:lnTo>
                  <a:lnTo>
                    <a:pt x="232308" y="213169"/>
                  </a:lnTo>
                  <a:lnTo>
                    <a:pt x="225894" y="213563"/>
                  </a:lnTo>
                  <a:lnTo>
                    <a:pt x="224383" y="214134"/>
                  </a:lnTo>
                  <a:lnTo>
                    <a:pt x="224688" y="212382"/>
                  </a:lnTo>
                  <a:lnTo>
                    <a:pt x="224523" y="208648"/>
                  </a:lnTo>
                  <a:lnTo>
                    <a:pt x="224358" y="204914"/>
                  </a:lnTo>
                  <a:lnTo>
                    <a:pt x="223532" y="201930"/>
                  </a:lnTo>
                  <a:lnTo>
                    <a:pt x="223151" y="201955"/>
                  </a:lnTo>
                  <a:lnTo>
                    <a:pt x="254927" y="164896"/>
                  </a:lnTo>
                  <a:lnTo>
                    <a:pt x="254508" y="167271"/>
                  </a:lnTo>
                  <a:lnTo>
                    <a:pt x="254850" y="174752"/>
                  </a:lnTo>
                  <a:lnTo>
                    <a:pt x="255295" y="176415"/>
                  </a:lnTo>
                  <a:lnTo>
                    <a:pt x="253898" y="176072"/>
                  </a:lnTo>
                  <a:lnTo>
                    <a:pt x="250698" y="176276"/>
                  </a:lnTo>
                  <a:lnTo>
                    <a:pt x="247497" y="176479"/>
                  </a:lnTo>
                  <a:lnTo>
                    <a:pt x="244932" y="177444"/>
                  </a:lnTo>
                  <a:lnTo>
                    <a:pt x="245021" y="179400"/>
                  </a:lnTo>
                  <a:lnTo>
                    <a:pt x="247662" y="180022"/>
                  </a:lnTo>
                  <a:lnTo>
                    <a:pt x="254076" y="179628"/>
                  </a:lnTo>
                  <a:lnTo>
                    <a:pt x="255498" y="179095"/>
                  </a:lnTo>
                  <a:lnTo>
                    <a:pt x="255206" y="180809"/>
                  </a:lnTo>
                  <a:lnTo>
                    <a:pt x="255371" y="184556"/>
                  </a:lnTo>
                  <a:lnTo>
                    <a:pt x="255549" y="188290"/>
                  </a:lnTo>
                  <a:lnTo>
                    <a:pt x="256374" y="191274"/>
                  </a:lnTo>
                  <a:lnTo>
                    <a:pt x="258051" y="191173"/>
                  </a:lnTo>
                  <a:lnTo>
                    <a:pt x="258584" y="188099"/>
                  </a:lnTo>
                  <a:lnTo>
                    <a:pt x="258241" y="180619"/>
                  </a:lnTo>
                  <a:lnTo>
                    <a:pt x="257784" y="178943"/>
                  </a:lnTo>
                  <a:lnTo>
                    <a:pt x="259270" y="179298"/>
                  </a:lnTo>
                  <a:lnTo>
                    <a:pt x="262470" y="179095"/>
                  </a:lnTo>
                  <a:lnTo>
                    <a:pt x="265671" y="178904"/>
                  </a:lnTo>
                  <a:lnTo>
                    <a:pt x="268236" y="177939"/>
                  </a:lnTo>
                  <a:lnTo>
                    <a:pt x="268211" y="177584"/>
                  </a:lnTo>
                  <a:lnTo>
                    <a:pt x="289572" y="202476"/>
                  </a:lnTo>
                  <a:lnTo>
                    <a:pt x="287934" y="202565"/>
                  </a:lnTo>
                  <a:lnTo>
                    <a:pt x="287401" y="205638"/>
                  </a:lnTo>
                  <a:lnTo>
                    <a:pt x="287743" y="213118"/>
                  </a:lnTo>
                  <a:lnTo>
                    <a:pt x="288188" y="214782"/>
                  </a:lnTo>
                  <a:lnTo>
                    <a:pt x="286791" y="214439"/>
                  </a:lnTo>
                  <a:lnTo>
                    <a:pt x="283591" y="214642"/>
                  </a:lnTo>
                  <a:lnTo>
                    <a:pt x="280377" y="214833"/>
                  </a:lnTo>
                  <a:lnTo>
                    <a:pt x="277812" y="215798"/>
                  </a:lnTo>
                  <a:lnTo>
                    <a:pt x="277914" y="217754"/>
                  </a:lnTo>
                  <a:lnTo>
                    <a:pt x="280555" y="218389"/>
                  </a:lnTo>
                  <a:lnTo>
                    <a:pt x="286956" y="217982"/>
                  </a:lnTo>
                  <a:lnTo>
                    <a:pt x="288391" y="217449"/>
                  </a:lnTo>
                  <a:lnTo>
                    <a:pt x="288099" y="219176"/>
                  </a:lnTo>
                  <a:lnTo>
                    <a:pt x="288264" y="222910"/>
                  </a:lnTo>
                  <a:lnTo>
                    <a:pt x="288429" y="226644"/>
                  </a:lnTo>
                  <a:lnTo>
                    <a:pt x="289255" y="229628"/>
                  </a:lnTo>
                  <a:lnTo>
                    <a:pt x="289801" y="229603"/>
                  </a:lnTo>
                  <a:lnTo>
                    <a:pt x="289801" y="203187"/>
                  </a:lnTo>
                  <a:lnTo>
                    <a:pt x="289623" y="202539"/>
                  </a:lnTo>
                  <a:lnTo>
                    <a:pt x="299415" y="213969"/>
                  </a:lnTo>
                  <a:lnTo>
                    <a:pt x="299415" y="203301"/>
                  </a:lnTo>
                  <a:lnTo>
                    <a:pt x="266522" y="164934"/>
                  </a:lnTo>
                  <a:lnTo>
                    <a:pt x="266522" y="175602"/>
                  </a:lnTo>
                  <a:lnTo>
                    <a:pt x="265506" y="175348"/>
                  </a:lnTo>
                  <a:lnTo>
                    <a:pt x="259092" y="175742"/>
                  </a:lnTo>
                  <a:lnTo>
                    <a:pt x="257581" y="176314"/>
                  </a:lnTo>
                  <a:lnTo>
                    <a:pt x="257886" y="174561"/>
                  </a:lnTo>
                  <a:lnTo>
                    <a:pt x="257721" y="170827"/>
                  </a:lnTo>
                  <a:lnTo>
                    <a:pt x="257556" y="167093"/>
                  </a:lnTo>
                  <a:lnTo>
                    <a:pt x="256743" y="164185"/>
                  </a:lnTo>
                  <a:lnTo>
                    <a:pt x="266522" y="175602"/>
                  </a:lnTo>
                  <a:lnTo>
                    <a:pt x="266522" y="164934"/>
                  </a:lnTo>
                  <a:lnTo>
                    <a:pt x="265277" y="163474"/>
                  </a:lnTo>
                  <a:lnTo>
                    <a:pt x="256692" y="153466"/>
                  </a:lnTo>
                  <a:lnTo>
                    <a:pt x="256692" y="164122"/>
                  </a:lnTo>
                  <a:lnTo>
                    <a:pt x="255536" y="164185"/>
                  </a:lnTo>
                  <a:lnTo>
                    <a:pt x="256146" y="163474"/>
                  </a:lnTo>
                  <a:lnTo>
                    <a:pt x="256692" y="164122"/>
                  </a:lnTo>
                  <a:lnTo>
                    <a:pt x="256692" y="153466"/>
                  </a:lnTo>
                  <a:lnTo>
                    <a:pt x="256146" y="152819"/>
                  </a:lnTo>
                  <a:lnTo>
                    <a:pt x="222097" y="192532"/>
                  </a:lnTo>
                  <a:lnTo>
                    <a:pt x="222097" y="214236"/>
                  </a:lnTo>
                  <a:lnTo>
                    <a:pt x="220700" y="213893"/>
                  </a:lnTo>
                  <a:lnTo>
                    <a:pt x="217500" y="214096"/>
                  </a:lnTo>
                  <a:lnTo>
                    <a:pt x="214287" y="214299"/>
                  </a:lnTo>
                  <a:lnTo>
                    <a:pt x="211810" y="215239"/>
                  </a:lnTo>
                  <a:lnTo>
                    <a:pt x="211810" y="217157"/>
                  </a:lnTo>
                  <a:lnTo>
                    <a:pt x="210972" y="216166"/>
                  </a:lnTo>
                  <a:lnTo>
                    <a:pt x="211721" y="215303"/>
                  </a:lnTo>
                  <a:lnTo>
                    <a:pt x="211810" y="217157"/>
                  </a:lnTo>
                  <a:lnTo>
                    <a:pt x="211810" y="215239"/>
                  </a:lnTo>
                  <a:lnTo>
                    <a:pt x="221526" y="203860"/>
                  </a:lnTo>
                  <a:lnTo>
                    <a:pt x="221310" y="205092"/>
                  </a:lnTo>
                  <a:lnTo>
                    <a:pt x="221653" y="212572"/>
                  </a:lnTo>
                  <a:lnTo>
                    <a:pt x="222097" y="214236"/>
                  </a:lnTo>
                  <a:lnTo>
                    <a:pt x="222097" y="192532"/>
                  </a:lnTo>
                  <a:lnTo>
                    <a:pt x="204952" y="212521"/>
                  </a:lnTo>
                  <a:lnTo>
                    <a:pt x="198958" y="205536"/>
                  </a:lnTo>
                  <a:lnTo>
                    <a:pt x="198958" y="216166"/>
                  </a:lnTo>
                  <a:lnTo>
                    <a:pt x="188861" y="227952"/>
                  </a:lnTo>
                  <a:lnTo>
                    <a:pt x="189128" y="226466"/>
                  </a:lnTo>
                  <a:lnTo>
                    <a:pt x="188772" y="218986"/>
                  </a:lnTo>
                  <a:lnTo>
                    <a:pt x="188315" y="217309"/>
                  </a:lnTo>
                  <a:lnTo>
                    <a:pt x="189801" y="217652"/>
                  </a:lnTo>
                  <a:lnTo>
                    <a:pt x="193001" y="217462"/>
                  </a:lnTo>
                  <a:lnTo>
                    <a:pt x="196202" y="217258"/>
                  </a:lnTo>
                  <a:lnTo>
                    <a:pt x="198767" y="216293"/>
                  </a:lnTo>
                  <a:lnTo>
                    <a:pt x="198742" y="215925"/>
                  </a:lnTo>
                  <a:lnTo>
                    <a:pt x="198958" y="216166"/>
                  </a:lnTo>
                  <a:lnTo>
                    <a:pt x="198958" y="205536"/>
                  </a:lnTo>
                  <a:lnTo>
                    <a:pt x="197053" y="203314"/>
                  </a:lnTo>
                  <a:lnTo>
                    <a:pt x="197053" y="213969"/>
                  </a:lnTo>
                  <a:lnTo>
                    <a:pt x="196037" y="213715"/>
                  </a:lnTo>
                  <a:lnTo>
                    <a:pt x="189636" y="214109"/>
                  </a:lnTo>
                  <a:lnTo>
                    <a:pt x="188112" y="214693"/>
                  </a:lnTo>
                  <a:lnTo>
                    <a:pt x="188417" y="212928"/>
                  </a:lnTo>
                  <a:lnTo>
                    <a:pt x="188252" y="209194"/>
                  </a:lnTo>
                  <a:lnTo>
                    <a:pt x="188087" y="205447"/>
                  </a:lnTo>
                  <a:lnTo>
                    <a:pt x="187439" y="203149"/>
                  </a:lnTo>
                  <a:lnTo>
                    <a:pt x="187439" y="229603"/>
                  </a:lnTo>
                  <a:lnTo>
                    <a:pt x="153797" y="268859"/>
                  </a:lnTo>
                  <a:lnTo>
                    <a:pt x="142113" y="255244"/>
                  </a:lnTo>
                  <a:lnTo>
                    <a:pt x="144691" y="255854"/>
                  </a:lnTo>
                  <a:lnTo>
                    <a:pt x="151091" y="255447"/>
                  </a:lnTo>
                  <a:lnTo>
                    <a:pt x="152527" y="254914"/>
                  </a:lnTo>
                  <a:lnTo>
                    <a:pt x="152234" y="256641"/>
                  </a:lnTo>
                  <a:lnTo>
                    <a:pt x="152400" y="260375"/>
                  </a:lnTo>
                  <a:lnTo>
                    <a:pt x="152565" y="264109"/>
                  </a:lnTo>
                  <a:lnTo>
                    <a:pt x="153390" y="267093"/>
                  </a:lnTo>
                  <a:lnTo>
                    <a:pt x="155067" y="266992"/>
                  </a:lnTo>
                  <a:lnTo>
                    <a:pt x="155613" y="263931"/>
                  </a:lnTo>
                  <a:lnTo>
                    <a:pt x="155270" y="256451"/>
                  </a:lnTo>
                  <a:lnTo>
                    <a:pt x="154813" y="254774"/>
                  </a:lnTo>
                  <a:lnTo>
                    <a:pt x="156286" y="255117"/>
                  </a:lnTo>
                  <a:lnTo>
                    <a:pt x="159499" y="254927"/>
                  </a:lnTo>
                  <a:lnTo>
                    <a:pt x="162699" y="254723"/>
                  </a:lnTo>
                  <a:lnTo>
                    <a:pt x="165265" y="253758"/>
                  </a:lnTo>
                  <a:lnTo>
                    <a:pt x="165163" y="251802"/>
                  </a:lnTo>
                  <a:lnTo>
                    <a:pt x="162534" y="251180"/>
                  </a:lnTo>
                  <a:lnTo>
                    <a:pt x="156121" y="251574"/>
                  </a:lnTo>
                  <a:lnTo>
                    <a:pt x="154609" y="252145"/>
                  </a:lnTo>
                  <a:lnTo>
                    <a:pt x="154914" y="250393"/>
                  </a:lnTo>
                  <a:lnTo>
                    <a:pt x="154749" y="246646"/>
                  </a:lnTo>
                  <a:lnTo>
                    <a:pt x="154584" y="242912"/>
                  </a:lnTo>
                  <a:lnTo>
                    <a:pt x="153758" y="239928"/>
                  </a:lnTo>
                  <a:lnTo>
                    <a:pt x="152082" y="240030"/>
                  </a:lnTo>
                  <a:lnTo>
                    <a:pt x="151536" y="243103"/>
                  </a:lnTo>
                  <a:lnTo>
                    <a:pt x="151879" y="250583"/>
                  </a:lnTo>
                  <a:lnTo>
                    <a:pt x="152323" y="252247"/>
                  </a:lnTo>
                  <a:lnTo>
                    <a:pt x="150926" y="251904"/>
                  </a:lnTo>
                  <a:lnTo>
                    <a:pt x="147726" y="252107"/>
                  </a:lnTo>
                  <a:lnTo>
                    <a:pt x="144526" y="252298"/>
                  </a:lnTo>
                  <a:lnTo>
                    <a:pt x="141960" y="253263"/>
                  </a:lnTo>
                  <a:lnTo>
                    <a:pt x="142036" y="255168"/>
                  </a:lnTo>
                  <a:lnTo>
                    <a:pt x="109537" y="217246"/>
                  </a:lnTo>
                  <a:lnTo>
                    <a:pt x="112102" y="217843"/>
                  </a:lnTo>
                  <a:lnTo>
                    <a:pt x="118516" y="217449"/>
                  </a:lnTo>
                  <a:lnTo>
                    <a:pt x="119951" y="216916"/>
                  </a:lnTo>
                  <a:lnTo>
                    <a:pt x="119646" y="218630"/>
                  </a:lnTo>
                  <a:lnTo>
                    <a:pt x="119824" y="222377"/>
                  </a:lnTo>
                  <a:lnTo>
                    <a:pt x="119989" y="226110"/>
                  </a:lnTo>
                  <a:lnTo>
                    <a:pt x="120815" y="229095"/>
                  </a:lnTo>
                  <a:lnTo>
                    <a:pt x="122491" y="228993"/>
                  </a:lnTo>
                  <a:lnTo>
                    <a:pt x="123037" y="225920"/>
                  </a:lnTo>
                  <a:lnTo>
                    <a:pt x="122694" y="218440"/>
                  </a:lnTo>
                  <a:lnTo>
                    <a:pt x="122224" y="216763"/>
                  </a:lnTo>
                  <a:lnTo>
                    <a:pt x="123710" y="217119"/>
                  </a:lnTo>
                  <a:lnTo>
                    <a:pt x="126911" y="216916"/>
                  </a:lnTo>
                  <a:lnTo>
                    <a:pt x="130111" y="216725"/>
                  </a:lnTo>
                  <a:lnTo>
                    <a:pt x="132676" y="215760"/>
                  </a:lnTo>
                  <a:lnTo>
                    <a:pt x="132588" y="213804"/>
                  </a:lnTo>
                  <a:lnTo>
                    <a:pt x="129946" y="213169"/>
                  </a:lnTo>
                  <a:lnTo>
                    <a:pt x="123545" y="213563"/>
                  </a:lnTo>
                  <a:lnTo>
                    <a:pt x="122034" y="214134"/>
                  </a:lnTo>
                  <a:lnTo>
                    <a:pt x="122339" y="212382"/>
                  </a:lnTo>
                  <a:lnTo>
                    <a:pt x="122174" y="208648"/>
                  </a:lnTo>
                  <a:lnTo>
                    <a:pt x="121996" y="204914"/>
                  </a:lnTo>
                  <a:lnTo>
                    <a:pt x="121170" y="201930"/>
                  </a:lnTo>
                  <a:lnTo>
                    <a:pt x="120802" y="201955"/>
                  </a:lnTo>
                  <a:lnTo>
                    <a:pt x="152577" y="164896"/>
                  </a:lnTo>
                  <a:lnTo>
                    <a:pt x="152158" y="167271"/>
                  </a:lnTo>
                  <a:lnTo>
                    <a:pt x="152501" y="174752"/>
                  </a:lnTo>
                  <a:lnTo>
                    <a:pt x="152946" y="176415"/>
                  </a:lnTo>
                  <a:lnTo>
                    <a:pt x="151549" y="176072"/>
                  </a:lnTo>
                  <a:lnTo>
                    <a:pt x="148348" y="176276"/>
                  </a:lnTo>
                  <a:lnTo>
                    <a:pt x="145148" y="176479"/>
                  </a:lnTo>
                  <a:lnTo>
                    <a:pt x="142582" y="177444"/>
                  </a:lnTo>
                  <a:lnTo>
                    <a:pt x="142671" y="179400"/>
                  </a:lnTo>
                  <a:lnTo>
                    <a:pt x="145313" y="180022"/>
                  </a:lnTo>
                  <a:lnTo>
                    <a:pt x="151714" y="179628"/>
                  </a:lnTo>
                  <a:lnTo>
                    <a:pt x="153149" y="179095"/>
                  </a:lnTo>
                  <a:lnTo>
                    <a:pt x="152857" y="180809"/>
                  </a:lnTo>
                  <a:lnTo>
                    <a:pt x="153022" y="184556"/>
                  </a:lnTo>
                  <a:lnTo>
                    <a:pt x="153187" y="188290"/>
                  </a:lnTo>
                  <a:lnTo>
                    <a:pt x="154012" y="191274"/>
                  </a:lnTo>
                  <a:lnTo>
                    <a:pt x="155689" y="191173"/>
                  </a:lnTo>
                  <a:lnTo>
                    <a:pt x="156235" y="188099"/>
                  </a:lnTo>
                  <a:lnTo>
                    <a:pt x="155892" y="180619"/>
                  </a:lnTo>
                  <a:lnTo>
                    <a:pt x="155435" y="178943"/>
                  </a:lnTo>
                  <a:lnTo>
                    <a:pt x="156908" y="179298"/>
                  </a:lnTo>
                  <a:lnTo>
                    <a:pt x="160121" y="179095"/>
                  </a:lnTo>
                  <a:lnTo>
                    <a:pt x="163322" y="178904"/>
                  </a:lnTo>
                  <a:lnTo>
                    <a:pt x="165887" y="177939"/>
                  </a:lnTo>
                  <a:lnTo>
                    <a:pt x="165862" y="177584"/>
                  </a:lnTo>
                  <a:lnTo>
                    <a:pt x="187210" y="202476"/>
                  </a:lnTo>
                  <a:lnTo>
                    <a:pt x="185585" y="202565"/>
                  </a:lnTo>
                  <a:lnTo>
                    <a:pt x="185039" y="205638"/>
                  </a:lnTo>
                  <a:lnTo>
                    <a:pt x="185381" y="213118"/>
                  </a:lnTo>
                  <a:lnTo>
                    <a:pt x="185826" y="214782"/>
                  </a:lnTo>
                  <a:lnTo>
                    <a:pt x="184442" y="214439"/>
                  </a:lnTo>
                  <a:lnTo>
                    <a:pt x="181229" y="214642"/>
                  </a:lnTo>
                  <a:lnTo>
                    <a:pt x="178028" y="214833"/>
                  </a:lnTo>
                  <a:lnTo>
                    <a:pt x="175463" y="215798"/>
                  </a:lnTo>
                  <a:lnTo>
                    <a:pt x="175552" y="217754"/>
                  </a:lnTo>
                  <a:lnTo>
                    <a:pt x="178193" y="218389"/>
                  </a:lnTo>
                  <a:lnTo>
                    <a:pt x="184607" y="217982"/>
                  </a:lnTo>
                  <a:lnTo>
                    <a:pt x="186029" y="217462"/>
                  </a:lnTo>
                  <a:lnTo>
                    <a:pt x="185737" y="219176"/>
                  </a:lnTo>
                  <a:lnTo>
                    <a:pt x="185902" y="222910"/>
                  </a:lnTo>
                  <a:lnTo>
                    <a:pt x="186080" y="226644"/>
                  </a:lnTo>
                  <a:lnTo>
                    <a:pt x="186905" y="229628"/>
                  </a:lnTo>
                  <a:lnTo>
                    <a:pt x="187439" y="229603"/>
                  </a:lnTo>
                  <a:lnTo>
                    <a:pt x="187439" y="203149"/>
                  </a:lnTo>
                  <a:lnTo>
                    <a:pt x="187274" y="202552"/>
                  </a:lnTo>
                  <a:lnTo>
                    <a:pt x="197053" y="213969"/>
                  </a:lnTo>
                  <a:lnTo>
                    <a:pt x="197053" y="203314"/>
                  </a:lnTo>
                  <a:lnTo>
                    <a:pt x="164160" y="164922"/>
                  </a:lnTo>
                  <a:lnTo>
                    <a:pt x="164160" y="175602"/>
                  </a:lnTo>
                  <a:lnTo>
                    <a:pt x="163156" y="175348"/>
                  </a:lnTo>
                  <a:lnTo>
                    <a:pt x="156743" y="175742"/>
                  </a:lnTo>
                  <a:lnTo>
                    <a:pt x="155232" y="176314"/>
                  </a:lnTo>
                  <a:lnTo>
                    <a:pt x="155536" y="174561"/>
                  </a:lnTo>
                  <a:lnTo>
                    <a:pt x="155371" y="170827"/>
                  </a:lnTo>
                  <a:lnTo>
                    <a:pt x="155206" y="167093"/>
                  </a:lnTo>
                  <a:lnTo>
                    <a:pt x="154393" y="164185"/>
                  </a:lnTo>
                  <a:lnTo>
                    <a:pt x="164160" y="175602"/>
                  </a:lnTo>
                  <a:lnTo>
                    <a:pt x="164160" y="164922"/>
                  </a:lnTo>
                  <a:lnTo>
                    <a:pt x="162928" y="163474"/>
                  </a:lnTo>
                  <a:lnTo>
                    <a:pt x="154330" y="153454"/>
                  </a:lnTo>
                  <a:lnTo>
                    <a:pt x="154330" y="164122"/>
                  </a:lnTo>
                  <a:lnTo>
                    <a:pt x="153187" y="164185"/>
                  </a:lnTo>
                  <a:lnTo>
                    <a:pt x="153797" y="163474"/>
                  </a:lnTo>
                  <a:lnTo>
                    <a:pt x="154330" y="164122"/>
                  </a:lnTo>
                  <a:lnTo>
                    <a:pt x="154330" y="153454"/>
                  </a:lnTo>
                  <a:lnTo>
                    <a:pt x="153797" y="152819"/>
                  </a:lnTo>
                  <a:lnTo>
                    <a:pt x="119748" y="192544"/>
                  </a:lnTo>
                  <a:lnTo>
                    <a:pt x="119748" y="214236"/>
                  </a:lnTo>
                  <a:lnTo>
                    <a:pt x="118351" y="213893"/>
                  </a:lnTo>
                  <a:lnTo>
                    <a:pt x="115138" y="214096"/>
                  </a:lnTo>
                  <a:lnTo>
                    <a:pt x="111937" y="214299"/>
                  </a:lnTo>
                  <a:lnTo>
                    <a:pt x="109461" y="215239"/>
                  </a:lnTo>
                  <a:lnTo>
                    <a:pt x="109461" y="217157"/>
                  </a:lnTo>
                  <a:lnTo>
                    <a:pt x="108623" y="216166"/>
                  </a:lnTo>
                  <a:lnTo>
                    <a:pt x="109372" y="215303"/>
                  </a:lnTo>
                  <a:lnTo>
                    <a:pt x="109461" y="217157"/>
                  </a:lnTo>
                  <a:lnTo>
                    <a:pt x="109461" y="215239"/>
                  </a:lnTo>
                  <a:lnTo>
                    <a:pt x="119164" y="203873"/>
                  </a:lnTo>
                  <a:lnTo>
                    <a:pt x="118948" y="205092"/>
                  </a:lnTo>
                  <a:lnTo>
                    <a:pt x="119303" y="212572"/>
                  </a:lnTo>
                  <a:lnTo>
                    <a:pt x="119748" y="214236"/>
                  </a:lnTo>
                  <a:lnTo>
                    <a:pt x="119748" y="192544"/>
                  </a:lnTo>
                  <a:lnTo>
                    <a:pt x="104051" y="210845"/>
                  </a:lnTo>
                  <a:lnTo>
                    <a:pt x="99479" y="205511"/>
                  </a:lnTo>
                  <a:lnTo>
                    <a:pt x="99479" y="216166"/>
                  </a:lnTo>
                  <a:lnTo>
                    <a:pt x="89382" y="227965"/>
                  </a:lnTo>
                  <a:lnTo>
                    <a:pt x="89649" y="226466"/>
                  </a:lnTo>
                  <a:lnTo>
                    <a:pt x="89293" y="218986"/>
                  </a:lnTo>
                  <a:lnTo>
                    <a:pt x="88836" y="217309"/>
                  </a:lnTo>
                  <a:lnTo>
                    <a:pt x="90322" y="217652"/>
                  </a:lnTo>
                  <a:lnTo>
                    <a:pt x="93522" y="217462"/>
                  </a:lnTo>
                  <a:lnTo>
                    <a:pt x="96723" y="217258"/>
                  </a:lnTo>
                  <a:lnTo>
                    <a:pt x="99288" y="216293"/>
                  </a:lnTo>
                  <a:lnTo>
                    <a:pt x="99263" y="215925"/>
                  </a:lnTo>
                  <a:lnTo>
                    <a:pt x="99479" y="216166"/>
                  </a:lnTo>
                  <a:lnTo>
                    <a:pt x="99479" y="205511"/>
                  </a:lnTo>
                  <a:lnTo>
                    <a:pt x="97574" y="203288"/>
                  </a:lnTo>
                  <a:lnTo>
                    <a:pt x="97574" y="213969"/>
                  </a:lnTo>
                  <a:lnTo>
                    <a:pt x="96558" y="213715"/>
                  </a:lnTo>
                  <a:lnTo>
                    <a:pt x="90157" y="214109"/>
                  </a:lnTo>
                  <a:lnTo>
                    <a:pt x="88646" y="214680"/>
                  </a:lnTo>
                  <a:lnTo>
                    <a:pt x="88950" y="212928"/>
                  </a:lnTo>
                  <a:lnTo>
                    <a:pt x="88773" y="209194"/>
                  </a:lnTo>
                  <a:lnTo>
                    <a:pt x="88607" y="205447"/>
                  </a:lnTo>
                  <a:lnTo>
                    <a:pt x="87972" y="203187"/>
                  </a:lnTo>
                  <a:lnTo>
                    <a:pt x="87972" y="229603"/>
                  </a:lnTo>
                  <a:lnTo>
                    <a:pt x="54317" y="268859"/>
                  </a:lnTo>
                  <a:lnTo>
                    <a:pt x="42633" y="255244"/>
                  </a:lnTo>
                  <a:lnTo>
                    <a:pt x="45212" y="255854"/>
                  </a:lnTo>
                  <a:lnTo>
                    <a:pt x="51625" y="255447"/>
                  </a:lnTo>
                  <a:lnTo>
                    <a:pt x="53047" y="254927"/>
                  </a:lnTo>
                  <a:lnTo>
                    <a:pt x="52755" y="256641"/>
                  </a:lnTo>
                  <a:lnTo>
                    <a:pt x="52920" y="260375"/>
                  </a:lnTo>
                  <a:lnTo>
                    <a:pt x="53086" y="264109"/>
                  </a:lnTo>
                  <a:lnTo>
                    <a:pt x="53911" y="267093"/>
                  </a:lnTo>
                  <a:lnTo>
                    <a:pt x="55587" y="266992"/>
                  </a:lnTo>
                  <a:lnTo>
                    <a:pt x="56134" y="263931"/>
                  </a:lnTo>
                  <a:lnTo>
                    <a:pt x="55791" y="256451"/>
                  </a:lnTo>
                  <a:lnTo>
                    <a:pt x="55333" y="254774"/>
                  </a:lnTo>
                  <a:lnTo>
                    <a:pt x="56807" y="255117"/>
                  </a:lnTo>
                  <a:lnTo>
                    <a:pt x="60020" y="254927"/>
                  </a:lnTo>
                  <a:lnTo>
                    <a:pt x="63220" y="254723"/>
                  </a:lnTo>
                  <a:lnTo>
                    <a:pt x="65786" y="253758"/>
                  </a:lnTo>
                  <a:lnTo>
                    <a:pt x="65697" y="251802"/>
                  </a:lnTo>
                  <a:lnTo>
                    <a:pt x="63055" y="251180"/>
                  </a:lnTo>
                  <a:lnTo>
                    <a:pt x="56642" y="251574"/>
                  </a:lnTo>
                  <a:lnTo>
                    <a:pt x="55130" y="252145"/>
                  </a:lnTo>
                  <a:lnTo>
                    <a:pt x="55435" y="250393"/>
                  </a:lnTo>
                  <a:lnTo>
                    <a:pt x="55270" y="246646"/>
                  </a:lnTo>
                  <a:lnTo>
                    <a:pt x="55105" y="242912"/>
                  </a:lnTo>
                  <a:lnTo>
                    <a:pt x="54279" y="239928"/>
                  </a:lnTo>
                  <a:lnTo>
                    <a:pt x="52603" y="240030"/>
                  </a:lnTo>
                  <a:lnTo>
                    <a:pt x="52057" y="243103"/>
                  </a:lnTo>
                  <a:lnTo>
                    <a:pt x="52400" y="250583"/>
                  </a:lnTo>
                  <a:lnTo>
                    <a:pt x="52844" y="252247"/>
                  </a:lnTo>
                  <a:lnTo>
                    <a:pt x="51447" y="251904"/>
                  </a:lnTo>
                  <a:lnTo>
                    <a:pt x="48247" y="252107"/>
                  </a:lnTo>
                  <a:lnTo>
                    <a:pt x="45046" y="252298"/>
                  </a:lnTo>
                  <a:lnTo>
                    <a:pt x="42481" y="253263"/>
                  </a:lnTo>
                  <a:lnTo>
                    <a:pt x="42557" y="255168"/>
                  </a:lnTo>
                  <a:lnTo>
                    <a:pt x="10058" y="217246"/>
                  </a:lnTo>
                  <a:lnTo>
                    <a:pt x="12623" y="217843"/>
                  </a:lnTo>
                  <a:lnTo>
                    <a:pt x="19037" y="217449"/>
                  </a:lnTo>
                  <a:lnTo>
                    <a:pt x="20472" y="216916"/>
                  </a:lnTo>
                  <a:lnTo>
                    <a:pt x="20180" y="218630"/>
                  </a:lnTo>
                  <a:lnTo>
                    <a:pt x="20345" y="222377"/>
                  </a:lnTo>
                  <a:lnTo>
                    <a:pt x="20510" y="226110"/>
                  </a:lnTo>
                  <a:lnTo>
                    <a:pt x="21336" y="229095"/>
                  </a:lnTo>
                  <a:lnTo>
                    <a:pt x="23012" y="228993"/>
                  </a:lnTo>
                  <a:lnTo>
                    <a:pt x="23558" y="225920"/>
                  </a:lnTo>
                  <a:lnTo>
                    <a:pt x="23215" y="218440"/>
                  </a:lnTo>
                  <a:lnTo>
                    <a:pt x="22745" y="216763"/>
                  </a:lnTo>
                  <a:lnTo>
                    <a:pt x="24231" y="217119"/>
                  </a:lnTo>
                  <a:lnTo>
                    <a:pt x="27432" y="216916"/>
                  </a:lnTo>
                  <a:lnTo>
                    <a:pt x="30645" y="216725"/>
                  </a:lnTo>
                  <a:lnTo>
                    <a:pt x="33210" y="215760"/>
                  </a:lnTo>
                  <a:lnTo>
                    <a:pt x="33108" y="213804"/>
                  </a:lnTo>
                  <a:lnTo>
                    <a:pt x="30467" y="213169"/>
                  </a:lnTo>
                  <a:lnTo>
                    <a:pt x="24066" y="213563"/>
                  </a:lnTo>
                  <a:lnTo>
                    <a:pt x="22555" y="214134"/>
                  </a:lnTo>
                  <a:lnTo>
                    <a:pt x="22860" y="212382"/>
                  </a:lnTo>
                  <a:lnTo>
                    <a:pt x="22694" y="208648"/>
                  </a:lnTo>
                  <a:lnTo>
                    <a:pt x="22517" y="204914"/>
                  </a:lnTo>
                  <a:lnTo>
                    <a:pt x="21691" y="201930"/>
                  </a:lnTo>
                  <a:lnTo>
                    <a:pt x="21323" y="201955"/>
                  </a:lnTo>
                  <a:lnTo>
                    <a:pt x="53098" y="164896"/>
                  </a:lnTo>
                  <a:lnTo>
                    <a:pt x="52679" y="167271"/>
                  </a:lnTo>
                  <a:lnTo>
                    <a:pt x="53022" y="174752"/>
                  </a:lnTo>
                  <a:lnTo>
                    <a:pt x="53835" y="177749"/>
                  </a:lnTo>
                  <a:lnTo>
                    <a:pt x="55524" y="177647"/>
                  </a:lnTo>
                  <a:lnTo>
                    <a:pt x="56057" y="174561"/>
                  </a:lnTo>
                  <a:lnTo>
                    <a:pt x="55892" y="170827"/>
                  </a:lnTo>
                  <a:lnTo>
                    <a:pt x="55714" y="167093"/>
                  </a:lnTo>
                  <a:lnTo>
                    <a:pt x="54914" y="164185"/>
                  </a:lnTo>
                  <a:lnTo>
                    <a:pt x="87731" y="202476"/>
                  </a:lnTo>
                  <a:lnTo>
                    <a:pt x="86106" y="202565"/>
                  </a:lnTo>
                  <a:lnTo>
                    <a:pt x="85559" y="205638"/>
                  </a:lnTo>
                  <a:lnTo>
                    <a:pt x="85915" y="213118"/>
                  </a:lnTo>
                  <a:lnTo>
                    <a:pt x="86360" y="214782"/>
                  </a:lnTo>
                  <a:lnTo>
                    <a:pt x="84963" y="214439"/>
                  </a:lnTo>
                  <a:lnTo>
                    <a:pt x="81749" y="214642"/>
                  </a:lnTo>
                  <a:lnTo>
                    <a:pt x="78549" y="214833"/>
                  </a:lnTo>
                  <a:lnTo>
                    <a:pt x="75984" y="215798"/>
                  </a:lnTo>
                  <a:lnTo>
                    <a:pt x="76073" y="217754"/>
                  </a:lnTo>
                  <a:lnTo>
                    <a:pt x="78714" y="218389"/>
                  </a:lnTo>
                  <a:lnTo>
                    <a:pt x="85128" y="217982"/>
                  </a:lnTo>
                  <a:lnTo>
                    <a:pt x="86550" y="217462"/>
                  </a:lnTo>
                  <a:lnTo>
                    <a:pt x="86258" y="219176"/>
                  </a:lnTo>
                  <a:lnTo>
                    <a:pt x="86423" y="222910"/>
                  </a:lnTo>
                  <a:lnTo>
                    <a:pt x="86601" y="226644"/>
                  </a:lnTo>
                  <a:lnTo>
                    <a:pt x="87426" y="229628"/>
                  </a:lnTo>
                  <a:lnTo>
                    <a:pt x="87972" y="229603"/>
                  </a:lnTo>
                  <a:lnTo>
                    <a:pt x="87972" y="203187"/>
                  </a:lnTo>
                  <a:lnTo>
                    <a:pt x="87795" y="202552"/>
                  </a:lnTo>
                  <a:lnTo>
                    <a:pt x="97574" y="213969"/>
                  </a:lnTo>
                  <a:lnTo>
                    <a:pt x="97574" y="203288"/>
                  </a:lnTo>
                  <a:lnTo>
                    <a:pt x="63449" y="163474"/>
                  </a:lnTo>
                  <a:lnTo>
                    <a:pt x="54851" y="153454"/>
                  </a:lnTo>
                  <a:lnTo>
                    <a:pt x="54851" y="164122"/>
                  </a:lnTo>
                  <a:lnTo>
                    <a:pt x="53708" y="164185"/>
                  </a:lnTo>
                  <a:lnTo>
                    <a:pt x="54317" y="163474"/>
                  </a:lnTo>
                  <a:lnTo>
                    <a:pt x="54851" y="164122"/>
                  </a:lnTo>
                  <a:lnTo>
                    <a:pt x="54851" y="153454"/>
                  </a:lnTo>
                  <a:lnTo>
                    <a:pt x="54317" y="152819"/>
                  </a:lnTo>
                  <a:lnTo>
                    <a:pt x="20269" y="192532"/>
                  </a:lnTo>
                  <a:lnTo>
                    <a:pt x="20269" y="214236"/>
                  </a:lnTo>
                  <a:lnTo>
                    <a:pt x="18872" y="213893"/>
                  </a:lnTo>
                  <a:lnTo>
                    <a:pt x="15671" y="214096"/>
                  </a:lnTo>
                  <a:lnTo>
                    <a:pt x="12458" y="214299"/>
                  </a:lnTo>
                  <a:lnTo>
                    <a:pt x="9982" y="215239"/>
                  </a:lnTo>
                  <a:lnTo>
                    <a:pt x="9982" y="217157"/>
                  </a:lnTo>
                  <a:lnTo>
                    <a:pt x="9144" y="216166"/>
                  </a:lnTo>
                  <a:lnTo>
                    <a:pt x="9893" y="215290"/>
                  </a:lnTo>
                  <a:lnTo>
                    <a:pt x="9982" y="217157"/>
                  </a:lnTo>
                  <a:lnTo>
                    <a:pt x="9982" y="215239"/>
                  </a:lnTo>
                  <a:lnTo>
                    <a:pt x="19685" y="203860"/>
                  </a:lnTo>
                  <a:lnTo>
                    <a:pt x="19481" y="205092"/>
                  </a:lnTo>
                  <a:lnTo>
                    <a:pt x="19824" y="212572"/>
                  </a:lnTo>
                  <a:lnTo>
                    <a:pt x="20269" y="214236"/>
                  </a:lnTo>
                  <a:lnTo>
                    <a:pt x="20269" y="192532"/>
                  </a:lnTo>
                  <a:lnTo>
                    <a:pt x="0" y="216166"/>
                  </a:lnTo>
                  <a:lnTo>
                    <a:pt x="54317" y="279514"/>
                  </a:lnTo>
                  <a:lnTo>
                    <a:pt x="63449" y="268859"/>
                  </a:lnTo>
                  <a:lnTo>
                    <a:pt x="104051" y="221500"/>
                  </a:lnTo>
                  <a:lnTo>
                    <a:pt x="153797" y="279514"/>
                  </a:lnTo>
                  <a:lnTo>
                    <a:pt x="162928" y="268859"/>
                  </a:lnTo>
                  <a:lnTo>
                    <a:pt x="204952" y="219824"/>
                  </a:lnTo>
                  <a:lnTo>
                    <a:pt x="256146" y="279514"/>
                  </a:lnTo>
                  <a:lnTo>
                    <a:pt x="265277" y="268859"/>
                  </a:lnTo>
                  <a:lnTo>
                    <a:pt x="310451" y="216166"/>
                  </a:lnTo>
                  <a:close/>
                </a:path>
                <a:path w="1632584" h="280034">
                  <a:moveTo>
                    <a:pt x="1599222" y="13830"/>
                  </a:moveTo>
                  <a:lnTo>
                    <a:pt x="1599120" y="11874"/>
                  </a:lnTo>
                  <a:lnTo>
                    <a:pt x="1596478" y="11239"/>
                  </a:lnTo>
                  <a:lnTo>
                    <a:pt x="1590078" y="11645"/>
                  </a:lnTo>
                  <a:lnTo>
                    <a:pt x="1588566" y="12217"/>
                  </a:lnTo>
                  <a:lnTo>
                    <a:pt x="1588871" y="10452"/>
                  </a:lnTo>
                  <a:lnTo>
                    <a:pt x="1588706" y="6718"/>
                  </a:lnTo>
                  <a:lnTo>
                    <a:pt x="1588541" y="2984"/>
                  </a:lnTo>
                  <a:lnTo>
                    <a:pt x="1587703" y="0"/>
                  </a:lnTo>
                  <a:lnTo>
                    <a:pt x="1586039" y="101"/>
                  </a:lnTo>
                  <a:lnTo>
                    <a:pt x="1585493" y="3175"/>
                  </a:lnTo>
                  <a:lnTo>
                    <a:pt x="1585836" y="10642"/>
                  </a:lnTo>
                  <a:lnTo>
                    <a:pt x="1586280" y="12319"/>
                  </a:lnTo>
                  <a:lnTo>
                    <a:pt x="1584883" y="11976"/>
                  </a:lnTo>
                  <a:lnTo>
                    <a:pt x="1581683" y="12166"/>
                  </a:lnTo>
                  <a:lnTo>
                    <a:pt x="1578470" y="12369"/>
                  </a:lnTo>
                  <a:lnTo>
                    <a:pt x="1575904" y="13335"/>
                  </a:lnTo>
                  <a:lnTo>
                    <a:pt x="1576006" y="15290"/>
                  </a:lnTo>
                  <a:lnTo>
                    <a:pt x="1578648" y="15913"/>
                  </a:lnTo>
                  <a:lnTo>
                    <a:pt x="1585048" y="15519"/>
                  </a:lnTo>
                  <a:lnTo>
                    <a:pt x="1586484" y="14986"/>
                  </a:lnTo>
                  <a:lnTo>
                    <a:pt x="1586191" y="16713"/>
                  </a:lnTo>
                  <a:lnTo>
                    <a:pt x="1586357" y="20447"/>
                  </a:lnTo>
                  <a:lnTo>
                    <a:pt x="1586522" y="24180"/>
                  </a:lnTo>
                  <a:lnTo>
                    <a:pt x="1587347" y="27165"/>
                  </a:lnTo>
                  <a:lnTo>
                    <a:pt x="1589024" y="27063"/>
                  </a:lnTo>
                  <a:lnTo>
                    <a:pt x="1589570" y="23990"/>
                  </a:lnTo>
                  <a:lnTo>
                    <a:pt x="1589227" y="16522"/>
                  </a:lnTo>
                  <a:lnTo>
                    <a:pt x="1588757" y="14846"/>
                  </a:lnTo>
                  <a:lnTo>
                    <a:pt x="1590243" y="15189"/>
                  </a:lnTo>
                  <a:lnTo>
                    <a:pt x="1593443" y="14986"/>
                  </a:lnTo>
                  <a:lnTo>
                    <a:pt x="1596656" y="14795"/>
                  </a:lnTo>
                  <a:lnTo>
                    <a:pt x="1599222" y="13830"/>
                  </a:lnTo>
                  <a:close/>
                </a:path>
                <a:path w="1632584" h="280034">
                  <a:moveTo>
                    <a:pt x="1632102" y="52184"/>
                  </a:moveTo>
                  <a:lnTo>
                    <a:pt x="1632013" y="50228"/>
                  </a:lnTo>
                  <a:lnTo>
                    <a:pt x="1629371" y="49606"/>
                  </a:lnTo>
                  <a:lnTo>
                    <a:pt x="1622958" y="49999"/>
                  </a:lnTo>
                  <a:lnTo>
                    <a:pt x="1620405" y="50965"/>
                  </a:lnTo>
                  <a:lnTo>
                    <a:pt x="1620443" y="51943"/>
                  </a:lnTo>
                  <a:lnTo>
                    <a:pt x="1619605" y="51993"/>
                  </a:lnTo>
                  <a:lnTo>
                    <a:pt x="1619072" y="55067"/>
                  </a:lnTo>
                  <a:lnTo>
                    <a:pt x="1619237" y="58801"/>
                  </a:lnTo>
                  <a:lnTo>
                    <a:pt x="1619402" y="62547"/>
                  </a:lnTo>
                  <a:lnTo>
                    <a:pt x="1620240" y="65532"/>
                  </a:lnTo>
                  <a:lnTo>
                    <a:pt x="1621904" y="65417"/>
                  </a:lnTo>
                  <a:lnTo>
                    <a:pt x="1622450" y="62357"/>
                  </a:lnTo>
                  <a:lnTo>
                    <a:pt x="1622107" y="54876"/>
                  </a:lnTo>
                  <a:lnTo>
                    <a:pt x="1621650" y="53200"/>
                  </a:lnTo>
                  <a:lnTo>
                    <a:pt x="1623136" y="53555"/>
                  </a:lnTo>
                  <a:lnTo>
                    <a:pt x="1626336" y="53352"/>
                  </a:lnTo>
                  <a:lnTo>
                    <a:pt x="1629537" y="53149"/>
                  </a:lnTo>
                  <a:lnTo>
                    <a:pt x="1632102" y="52184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1" name="object 2071" descr=""/>
            <p:cNvSpPr/>
            <p:nvPr/>
          </p:nvSpPr>
          <p:spPr>
            <a:xfrm>
              <a:off x="7219099" y="6908806"/>
              <a:ext cx="318135" cy="359410"/>
            </a:xfrm>
            <a:custGeom>
              <a:avLst/>
              <a:gdLst/>
              <a:ahLst/>
              <a:cxnLst/>
              <a:rect l="l" t="t" r="r" b="b"/>
              <a:pathLst>
                <a:path w="318134" h="359409">
                  <a:moveTo>
                    <a:pt x="23304" y="102285"/>
                  </a:moveTo>
                  <a:lnTo>
                    <a:pt x="23215" y="100330"/>
                  </a:lnTo>
                  <a:lnTo>
                    <a:pt x="20574" y="99695"/>
                  </a:lnTo>
                  <a:lnTo>
                    <a:pt x="14160" y="100088"/>
                  </a:lnTo>
                  <a:lnTo>
                    <a:pt x="12649" y="100660"/>
                  </a:lnTo>
                  <a:lnTo>
                    <a:pt x="12954" y="98907"/>
                  </a:lnTo>
                  <a:lnTo>
                    <a:pt x="12788" y="95173"/>
                  </a:lnTo>
                  <a:lnTo>
                    <a:pt x="12611" y="91440"/>
                  </a:lnTo>
                  <a:lnTo>
                    <a:pt x="11798" y="88455"/>
                  </a:lnTo>
                  <a:lnTo>
                    <a:pt x="10121" y="88557"/>
                  </a:lnTo>
                  <a:lnTo>
                    <a:pt x="9575" y="91617"/>
                  </a:lnTo>
                  <a:lnTo>
                    <a:pt x="9918" y="99098"/>
                  </a:lnTo>
                  <a:lnTo>
                    <a:pt x="10363" y="100761"/>
                  </a:lnTo>
                  <a:lnTo>
                    <a:pt x="8966" y="100418"/>
                  </a:lnTo>
                  <a:lnTo>
                    <a:pt x="5765" y="100622"/>
                  </a:lnTo>
                  <a:lnTo>
                    <a:pt x="2565" y="100825"/>
                  </a:lnTo>
                  <a:lnTo>
                    <a:pt x="0" y="101790"/>
                  </a:lnTo>
                  <a:lnTo>
                    <a:pt x="88" y="103746"/>
                  </a:lnTo>
                  <a:lnTo>
                    <a:pt x="2730" y="104368"/>
                  </a:lnTo>
                  <a:lnTo>
                    <a:pt x="9131" y="103974"/>
                  </a:lnTo>
                  <a:lnTo>
                    <a:pt x="10566" y="103441"/>
                  </a:lnTo>
                  <a:lnTo>
                    <a:pt x="10274" y="105156"/>
                  </a:lnTo>
                  <a:lnTo>
                    <a:pt x="10439" y="108902"/>
                  </a:lnTo>
                  <a:lnTo>
                    <a:pt x="10604" y="112636"/>
                  </a:lnTo>
                  <a:lnTo>
                    <a:pt x="11430" y="115620"/>
                  </a:lnTo>
                  <a:lnTo>
                    <a:pt x="13106" y="115519"/>
                  </a:lnTo>
                  <a:lnTo>
                    <a:pt x="13652" y="112445"/>
                  </a:lnTo>
                  <a:lnTo>
                    <a:pt x="13309" y="104965"/>
                  </a:lnTo>
                  <a:lnTo>
                    <a:pt x="12852" y="103289"/>
                  </a:lnTo>
                  <a:lnTo>
                    <a:pt x="14325" y="103644"/>
                  </a:lnTo>
                  <a:lnTo>
                    <a:pt x="17538" y="103441"/>
                  </a:lnTo>
                  <a:lnTo>
                    <a:pt x="20739" y="103251"/>
                  </a:lnTo>
                  <a:lnTo>
                    <a:pt x="23304" y="102285"/>
                  </a:lnTo>
                  <a:close/>
                </a:path>
                <a:path w="318134" h="359409">
                  <a:moveTo>
                    <a:pt x="115824" y="218681"/>
                  </a:moveTo>
                  <a:lnTo>
                    <a:pt x="106680" y="208026"/>
                  </a:lnTo>
                  <a:lnTo>
                    <a:pt x="106680" y="218681"/>
                  </a:lnTo>
                  <a:lnTo>
                    <a:pt x="96570" y="230479"/>
                  </a:lnTo>
                  <a:lnTo>
                    <a:pt x="96837" y="228981"/>
                  </a:lnTo>
                  <a:lnTo>
                    <a:pt x="96494" y="221500"/>
                  </a:lnTo>
                  <a:lnTo>
                    <a:pt x="96037" y="219824"/>
                  </a:lnTo>
                  <a:lnTo>
                    <a:pt x="97510" y="220167"/>
                  </a:lnTo>
                  <a:lnTo>
                    <a:pt x="100723" y="219976"/>
                  </a:lnTo>
                  <a:lnTo>
                    <a:pt x="103924" y="219773"/>
                  </a:lnTo>
                  <a:lnTo>
                    <a:pt x="106489" y="218808"/>
                  </a:lnTo>
                  <a:lnTo>
                    <a:pt x="106464" y="218440"/>
                  </a:lnTo>
                  <a:lnTo>
                    <a:pt x="106680" y="218681"/>
                  </a:lnTo>
                  <a:lnTo>
                    <a:pt x="106680" y="208026"/>
                  </a:lnTo>
                  <a:lnTo>
                    <a:pt x="104775" y="205803"/>
                  </a:lnTo>
                  <a:lnTo>
                    <a:pt x="104775" y="216484"/>
                  </a:lnTo>
                  <a:lnTo>
                    <a:pt x="103759" y="216230"/>
                  </a:lnTo>
                  <a:lnTo>
                    <a:pt x="97345" y="216623"/>
                  </a:lnTo>
                  <a:lnTo>
                    <a:pt x="95834" y="217195"/>
                  </a:lnTo>
                  <a:lnTo>
                    <a:pt x="96139" y="215442"/>
                  </a:lnTo>
                  <a:lnTo>
                    <a:pt x="95973" y="211709"/>
                  </a:lnTo>
                  <a:lnTo>
                    <a:pt x="95808" y="207962"/>
                  </a:lnTo>
                  <a:lnTo>
                    <a:pt x="95148" y="205587"/>
                  </a:lnTo>
                  <a:lnTo>
                    <a:pt x="95148" y="232130"/>
                  </a:lnTo>
                  <a:lnTo>
                    <a:pt x="61506" y="271373"/>
                  </a:lnTo>
                  <a:lnTo>
                    <a:pt x="49809" y="257746"/>
                  </a:lnTo>
                  <a:lnTo>
                    <a:pt x="52400" y="258368"/>
                  </a:lnTo>
                  <a:lnTo>
                    <a:pt x="58813" y="257975"/>
                  </a:lnTo>
                  <a:lnTo>
                    <a:pt x="60248" y="257441"/>
                  </a:lnTo>
                  <a:lnTo>
                    <a:pt x="59956" y="259156"/>
                  </a:lnTo>
                  <a:lnTo>
                    <a:pt x="60121" y="262890"/>
                  </a:lnTo>
                  <a:lnTo>
                    <a:pt x="60286" y="266636"/>
                  </a:lnTo>
                  <a:lnTo>
                    <a:pt x="61112" y="269621"/>
                  </a:lnTo>
                  <a:lnTo>
                    <a:pt x="62788" y="269506"/>
                  </a:lnTo>
                  <a:lnTo>
                    <a:pt x="63334" y="266446"/>
                  </a:lnTo>
                  <a:lnTo>
                    <a:pt x="62992" y="258965"/>
                  </a:lnTo>
                  <a:lnTo>
                    <a:pt x="62522" y="257289"/>
                  </a:lnTo>
                  <a:lnTo>
                    <a:pt x="64008" y="257632"/>
                  </a:lnTo>
                  <a:lnTo>
                    <a:pt x="67208" y="257441"/>
                  </a:lnTo>
                  <a:lnTo>
                    <a:pt x="70421" y="257238"/>
                  </a:lnTo>
                  <a:lnTo>
                    <a:pt x="72986" y="256273"/>
                  </a:lnTo>
                  <a:lnTo>
                    <a:pt x="72885" y="254317"/>
                  </a:lnTo>
                  <a:lnTo>
                    <a:pt x="70243" y="253695"/>
                  </a:lnTo>
                  <a:lnTo>
                    <a:pt x="63842" y="254088"/>
                  </a:lnTo>
                  <a:lnTo>
                    <a:pt x="62331" y="254660"/>
                  </a:lnTo>
                  <a:lnTo>
                    <a:pt x="62636" y="252907"/>
                  </a:lnTo>
                  <a:lnTo>
                    <a:pt x="62471" y="249174"/>
                  </a:lnTo>
                  <a:lnTo>
                    <a:pt x="62306" y="245427"/>
                  </a:lnTo>
                  <a:lnTo>
                    <a:pt x="61468" y="242443"/>
                  </a:lnTo>
                  <a:lnTo>
                    <a:pt x="59791" y="242544"/>
                  </a:lnTo>
                  <a:lnTo>
                    <a:pt x="59258" y="245618"/>
                  </a:lnTo>
                  <a:lnTo>
                    <a:pt x="59601" y="253098"/>
                  </a:lnTo>
                  <a:lnTo>
                    <a:pt x="60045" y="254762"/>
                  </a:lnTo>
                  <a:lnTo>
                    <a:pt x="58648" y="254419"/>
                  </a:lnTo>
                  <a:lnTo>
                    <a:pt x="55448" y="254622"/>
                  </a:lnTo>
                  <a:lnTo>
                    <a:pt x="52235" y="254812"/>
                  </a:lnTo>
                  <a:lnTo>
                    <a:pt x="49669" y="255778"/>
                  </a:lnTo>
                  <a:lnTo>
                    <a:pt x="49758" y="257695"/>
                  </a:lnTo>
                  <a:lnTo>
                    <a:pt x="17246" y="219760"/>
                  </a:lnTo>
                  <a:lnTo>
                    <a:pt x="19824" y="220357"/>
                  </a:lnTo>
                  <a:lnTo>
                    <a:pt x="26238" y="219964"/>
                  </a:lnTo>
                  <a:lnTo>
                    <a:pt x="27660" y="219430"/>
                  </a:lnTo>
                  <a:lnTo>
                    <a:pt x="27368" y="221145"/>
                  </a:lnTo>
                  <a:lnTo>
                    <a:pt x="27533" y="224891"/>
                  </a:lnTo>
                  <a:lnTo>
                    <a:pt x="27711" y="228625"/>
                  </a:lnTo>
                  <a:lnTo>
                    <a:pt x="28536" y="231609"/>
                  </a:lnTo>
                  <a:lnTo>
                    <a:pt x="30213" y="231508"/>
                  </a:lnTo>
                  <a:lnTo>
                    <a:pt x="30746" y="228434"/>
                  </a:lnTo>
                  <a:lnTo>
                    <a:pt x="30403" y="220967"/>
                  </a:lnTo>
                  <a:lnTo>
                    <a:pt x="29933" y="219278"/>
                  </a:lnTo>
                  <a:lnTo>
                    <a:pt x="31432" y="219633"/>
                  </a:lnTo>
                  <a:lnTo>
                    <a:pt x="34632" y="219430"/>
                  </a:lnTo>
                  <a:lnTo>
                    <a:pt x="37833" y="219240"/>
                  </a:lnTo>
                  <a:lnTo>
                    <a:pt x="40398" y="218274"/>
                  </a:lnTo>
                  <a:lnTo>
                    <a:pt x="40309" y="216319"/>
                  </a:lnTo>
                  <a:lnTo>
                    <a:pt x="37668" y="215684"/>
                  </a:lnTo>
                  <a:lnTo>
                    <a:pt x="31254" y="216077"/>
                  </a:lnTo>
                  <a:lnTo>
                    <a:pt x="29743" y="216649"/>
                  </a:lnTo>
                  <a:lnTo>
                    <a:pt x="30048" y="214896"/>
                  </a:lnTo>
                  <a:lnTo>
                    <a:pt x="29883" y="211162"/>
                  </a:lnTo>
                  <a:lnTo>
                    <a:pt x="29718" y="207429"/>
                  </a:lnTo>
                  <a:lnTo>
                    <a:pt x="28892" y="204444"/>
                  </a:lnTo>
                  <a:lnTo>
                    <a:pt x="28511" y="204470"/>
                  </a:lnTo>
                  <a:lnTo>
                    <a:pt x="60286" y="167424"/>
                  </a:lnTo>
                  <a:lnTo>
                    <a:pt x="59880" y="169799"/>
                  </a:lnTo>
                  <a:lnTo>
                    <a:pt x="60223" y="177266"/>
                  </a:lnTo>
                  <a:lnTo>
                    <a:pt x="60667" y="178930"/>
                  </a:lnTo>
                  <a:lnTo>
                    <a:pt x="59270" y="178587"/>
                  </a:lnTo>
                  <a:lnTo>
                    <a:pt x="56070" y="178790"/>
                  </a:lnTo>
                  <a:lnTo>
                    <a:pt x="52857" y="178993"/>
                  </a:lnTo>
                  <a:lnTo>
                    <a:pt x="50292" y="179959"/>
                  </a:lnTo>
                  <a:lnTo>
                    <a:pt x="50393" y="181914"/>
                  </a:lnTo>
                  <a:lnTo>
                    <a:pt x="53022" y="182537"/>
                  </a:lnTo>
                  <a:lnTo>
                    <a:pt x="59436" y="182143"/>
                  </a:lnTo>
                  <a:lnTo>
                    <a:pt x="60871" y="181610"/>
                  </a:lnTo>
                  <a:lnTo>
                    <a:pt x="60579" y="183324"/>
                  </a:lnTo>
                  <a:lnTo>
                    <a:pt x="60744" y="187071"/>
                  </a:lnTo>
                  <a:lnTo>
                    <a:pt x="60909" y="190804"/>
                  </a:lnTo>
                  <a:lnTo>
                    <a:pt x="61734" y="193789"/>
                  </a:lnTo>
                  <a:lnTo>
                    <a:pt x="63411" y="193687"/>
                  </a:lnTo>
                  <a:lnTo>
                    <a:pt x="63957" y="190614"/>
                  </a:lnTo>
                  <a:lnTo>
                    <a:pt x="63614" y="183146"/>
                  </a:lnTo>
                  <a:lnTo>
                    <a:pt x="63144" y="181470"/>
                  </a:lnTo>
                  <a:lnTo>
                    <a:pt x="64630" y="181813"/>
                  </a:lnTo>
                  <a:lnTo>
                    <a:pt x="67830" y="181610"/>
                  </a:lnTo>
                  <a:lnTo>
                    <a:pt x="71043" y="181419"/>
                  </a:lnTo>
                  <a:lnTo>
                    <a:pt x="73609" y="180454"/>
                  </a:lnTo>
                  <a:lnTo>
                    <a:pt x="73583" y="180124"/>
                  </a:lnTo>
                  <a:lnTo>
                    <a:pt x="94919" y="204990"/>
                  </a:lnTo>
                  <a:lnTo>
                    <a:pt x="93306" y="205092"/>
                  </a:lnTo>
                  <a:lnTo>
                    <a:pt x="92760" y="208153"/>
                  </a:lnTo>
                  <a:lnTo>
                    <a:pt x="93103" y="215633"/>
                  </a:lnTo>
                  <a:lnTo>
                    <a:pt x="93548" y="217297"/>
                  </a:lnTo>
                  <a:lnTo>
                    <a:pt x="92151" y="216954"/>
                  </a:lnTo>
                  <a:lnTo>
                    <a:pt x="88950" y="217157"/>
                  </a:lnTo>
                  <a:lnTo>
                    <a:pt x="85750" y="217347"/>
                  </a:lnTo>
                  <a:lnTo>
                    <a:pt x="83185" y="218313"/>
                  </a:lnTo>
                  <a:lnTo>
                    <a:pt x="83273" y="220268"/>
                  </a:lnTo>
                  <a:lnTo>
                    <a:pt x="85915" y="220903"/>
                  </a:lnTo>
                  <a:lnTo>
                    <a:pt x="92316" y="220510"/>
                  </a:lnTo>
                  <a:lnTo>
                    <a:pt x="93751" y="219976"/>
                  </a:lnTo>
                  <a:lnTo>
                    <a:pt x="93459" y="221691"/>
                  </a:lnTo>
                  <a:lnTo>
                    <a:pt x="93624" y="225425"/>
                  </a:lnTo>
                  <a:lnTo>
                    <a:pt x="93789" y="229171"/>
                  </a:lnTo>
                  <a:lnTo>
                    <a:pt x="94615" y="232156"/>
                  </a:lnTo>
                  <a:lnTo>
                    <a:pt x="95148" y="232130"/>
                  </a:lnTo>
                  <a:lnTo>
                    <a:pt x="95148" y="205587"/>
                  </a:lnTo>
                  <a:lnTo>
                    <a:pt x="95008" y="205079"/>
                  </a:lnTo>
                  <a:lnTo>
                    <a:pt x="104775" y="216484"/>
                  </a:lnTo>
                  <a:lnTo>
                    <a:pt x="104775" y="205803"/>
                  </a:lnTo>
                  <a:lnTo>
                    <a:pt x="71869" y="167424"/>
                  </a:lnTo>
                  <a:lnTo>
                    <a:pt x="71869" y="178104"/>
                  </a:lnTo>
                  <a:lnTo>
                    <a:pt x="70866" y="177863"/>
                  </a:lnTo>
                  <a:lnTo>
                    <a:pt x="64465" y="178269"/>
                  </a:lnTo>
                  <a:lnTo>
                    <a:pt x="62953" y="178841"/>
                  </a:lnTo>
                  <a:lnTo>
                    <a:pt x="63258" y="177076"/>
                  </a:lnTo>
                  <a:lnTo>
                    <a:pt x="63093" y="173342"/>
                  </a:lnTo>
                  <a:lnTo>
                    <a:pt x="62915" y="169608"/>
                  </a:lnTo>
                  <a:lnTo>
                    <a:pt x="62103" y="166712"/>
                  </a:lnTo>
                  <a:lnTo>
                    <a:pt x="71869" y="178104"/>
                  </a:lnTo>
                  <a:lnTo>
                    <a:pt x="71869" y="167424"/>
                  </a:lnTo>
                  <a:lnTo>
                    <a:pt x="70650" y="166001"/>
                  </a:lnTo>
                  <a:lnTo>
                    <a:pt x="62039" y="155956"/>
                  </a:lnTo>
                  <a:lnTo>
                    <a:pt x="62039" y="166636"/>
                  </a:lnTo>
                  <a:lnTo>
                    <a:pt x="60909" y="166700"/>
                  </a:lnTo>
                  <a:lnTo>
                    <a:pt x="61506" y="166001"/>
                  </a:lnTo>
                  <a:lnTo>
                    <a:pt x="62039" y="166636"/>
                  </a:lnTo>
                  <a:lnTo>
                    <a:pt x="62039" y="155956"/>
                  </a:lnTo>
                  <a:lnTo>
                    <a:pt x="61506" y="155333"/>
                  </a:lnTo>
                  <a:lnTo>
                    <a:pt x="27470" y="195046"/>
                  </a:lnTo>
                  <a:lnTo>
                    <a:pt x="27470" y="216763"/>
                  </a:lnTo>
                  <a:lnTo>
                    <a:pt x="26060" y="216420"/>
                  </a:lnTo>
                  <a:lnTo>
                    <a:pt x="22860" y="216611"/>
                  </a:lnTo>
                  <a:lnTo>
                    <a:pt x="19659" y="216814"/>
                  </a:lnTo>
                  <a:lnTo>
                    <a:pt x="17170" y="217766"/>
                  </a:lnTo>
                  <a:lnTo>
                    <a:pt x="17170" y="219671"/>
                  </a:lnTo>
                  <a:lnTo>
                    <a:pt x="16332" y="218681"/>
                  </a:lnTo>
                  <a:lnTo>
                    <a:pt x="17094" y="217792"/>
                  </a:lnTo>
                  <a:lnTo>
                    <a:pt x="17170" y="219671"/>
                  </a:lnTo>
                  <a:lnTo>
                    <a:pt x="17170" y="217766"/>
                  </a:lnTo>
                  <a:lnTo>
                    <a:pt x="26885" y="206375"/>
                  </a:lnTo>
                  <a:lnTo>
                    <a:pt x="26670" y="207619"/>
                  </a:lnTo>
                  <a:lnTo>
                    <a:pt x="27012" y="215087"/>
                  </a:lnTo>
                  <a:lnTo>
                    <a:pt x="27470" y="216763"/>
                  </a:lnTo>
                  <a:lnTo>
                    <a:pt x="27470" y="195046"/>
                  </a:lnTo>
                  <a:lnTo>
                    <a:pt x="7200" y="218681"/>
                  </a:lnTo>
                  <a:lnTo>
                    <a:pt x="61506" y="282028"/>
                  </a:lnTo>
                  <a:lnTo>
                    <a:pt x="70650" y="271373"/>
                  </a:lnTo>
                  <a:lnTo>
                    <a:pt x="115824" y="218681"/>
                  </a:lnTo>
                  <a:close/>
                </a:path>
                <a:path w="318134" h="359409">
                  <a:moveTo>
                    <a:pt x="164985" y="295846"/>
                  </a:moveTo>
                  <a:lnTo>
                    <a:pt x="155854" y="285203"/>
                  </a:lnTo>
                  <a:lnTo>
                    <a:pt x="155854" y="295846"/>
                  </a:lnTo>
                  <a:lnTo>
                    <a:pt x="145757" y="307632"/>
                  </a:lnTo>
                  <a:lnTo>
                    <a:pt x="146024" y="306133"/>
                  </a:lnTo>
                  <a:lnTo>
                    <a:pt x="145669" y="298665"/>
                  </a:lnTo>
                  <a:lnTo>
                    <a:pt x="145211" y="296989"/>
                  </a:lnTo>
                  <a:lnTo>
                    <a:pt x="146697" y="297332"/>
                  </a:lnTo>
                  <a:lnTo>
                    <a:pt x="149898" y="297129"/>
                  </a:lnTo>
                  <a:lnTo>
                    <a:pt x="153098" y="296938"/>
                  </a:lnTo>
                  <a:lnTo>
                    <a:pt x="155663" y="295973"/>
                  </a:lnTo>
                  <a:lnTo>
                    <a:pt x="155638" y="295605"/>
                  </a:lnTo>
                  <a:lnTo>
                    <a:pt x="155854" y="295846"/>
                  </a:lnTo>
                  <a:lnTo>
                    <a:pt x="155854" y="285203"/>
                  </a:lnTo>
                  <a:lnTo>
                    <a:pt x="153949" y="282981"/>
                  </a:lnTo>
                  <a:lnTo>
                    <a:pt x="153949" y="293636"/>
                  </a:lnTo>
                  <a:lnTo>
                    <a:pt x="152933" y="293382"/>
                  </a:lnTo>
                  <a:lnTo>
                    <a:pt x="146532" y="293789"/>
                  </a:lnTo>
                  <a:lnTo>
                    <a:pt x="145008" y="294360"/>
                  </a:lnTo>
                  <a:lnTo>
                    <a:pt x="145313" y="292608"/>
                  </a:lnTo>
                  <a:lnTo>
                    <a:pt x="145148" y="288861"/>
                  </a:lnTo>
                  <a:lnTo>
                    <a:pt x="144983" y="285127"/>
                  </a:lnTo>
                  <a:lnTo>
                    <a:pt x="144335" y="282829"/>
                  </a:lnTo>
                  <a:lnTo>
                    <a:pt x="144335" y="309283"/>
                  </a:lnTo>
                  <a:lnTo>
                    <a:pt x="110693" y="348538"/>
                  </a:lnTo>
                  <a:lnTo>
                    <a:pt x="99009" y="334924"/>
                  </a:lnTo>
                  <a:lnTo>
                    <a:pt x="101587" y="335534"/>
                  </a:lnTo>
                  <a:lnTo>
                    <a:pt x="107988" y="335127"/>
                  </a:lnTo>
                  <a:lnTo>
                    <a:pt x="109423" y="334594"/>
                  </a:lnTo>
                  <a:lnTo>
                    <a:pt x="109131" y="336321"/>
                  </a:lnTo>
                  <a:lnTo>
                    <a:pt x="109296" y="340055"/>
                  </a:lnTo>
                  <a:lnTo>
                    <a:pt x="109461" y="343789"/>
                  </a:lnTo>
                  <a:lnTo>
                    <a:pt x="110286" y="346773"/>
                  </a:lnTo>
                  <a:lnTo>
                    <a:pt x="111963" y="346671"/>
                  </a:lnTo>
                  <a:lnTo>
                    <a:pt x="112509" y="343598"/>
                  </a:lnTo>
                  <a:lnTo>
                    <a:pt x="112166" y="336130"/>
                  </a:lnTo>
                  <a:lnTo>
                    <a:pt x="111709" y="334454"/>
                  </a:lnTo>
                  <a:lnTo>
                    <a:pt x="113182" y="334797"/>
                  </a:lnTo>
                  <a:lnTo>
                    <a:pt x="116395" y="334594"/>
                  </a:lnTo>
                  <a:lnTo>
                    <a:pt x="119595" y="334403"/>
                  </a:lnTo>
                  <a:lnTo>
                    <a:pt x="122161" y="333438"/>
                  </a:lnTo>
                  <a:lnTo>
                    <a:pt x="122059" y="331482"/>
                  </a:lnTo>
                  <a:lnTo>
                    <a:pt x="119430" y="330847"/>
                  </a:lnTo>
                  <a:lnTo>
                    <a:pt x="113017" y="331254"/>
                  </a:lnTo>
                  <a:lnTo>
                    <a:pt x="111506" y="331825"/>
                  </a:lnTo>
                  <a:lnTo>
                    <a:pt x="111810" y="330073"/>
                  </a:lnTo>
                  <a:lnTo>
                    <a:pt x="111645" y="326326"/>
                  </a:lnTo>
                  <a:lnTo>
                    <a:pt x="111480" y="322592"/>
                  </a:lnTo>
                  <a:lnTo>
                    <a:pt x="110655" y="319608"/>
                  </a:lnTo>
                  <a:lnTo>
                    <a:pt x="108978" y="319709"/>
                  </a:lnTo>
                  <a:lnTo>
                    <a:pt x="108432" y="322783"/>
                  </a:lnTo>
                  <a:lnTo>
                    <a:pt x="108775" y="330250"/>
                  </a:lnTo>
                  <a:lnTo>
                    <a:pt x="109220" y="331927"/>
                  </a:lnTo>
                  <a:lnTo>
                    <a:pt x="107823" y="331584"/>
                  </a:lnTo>
                  <a:lnTo>
                    <a:pt x="104622" y="331774"/>
                  </a:lnTo>
                  <a:lnTo>
                    <a:pt x="101422" y="331978"/>
                  </a:lnTo>
                  <a:lnTo>
                    <a:pt x="98856" y="332943"/>
                  </a:lnTo>
                  <a:lnTo>
                    <a:pt x="98933" y="334848"/>
                  </a:lnTo>
                  <a:lnTo>
                    <a:pt x="66433" y="296926"/>
                  </a:lnTo>
                  <a:lnTo>
                    <a:pt x="68999" y="297522"/>
                  </a:lnTo>
                  <a:lnTo>
                    <a:pt x="75412" y="297129"/>
                  </a:lnTo>
                  <a:lnTo>
                    <a:pt x="76847" y="296595"/>
                  </a:lnTo>
                  <a:lnTo>
                    <a:pt x="76542" y="298310"/>
                  </a:lnTo>
                  <a:lnTo>
                    <a:pt x="76720" y="302044"/>
                  </a:lnTo>
                  <a:lnTo>
                    <a:pt x="76885" y="305790"/>
                  </a:lnTo>
                  <a:lnTo>
                    <a:pt x="77711" y="308775"/>
                  </a:lnTo>
                  <a:lnTo>
                    <a:pt x="79387" y="308673"/>
                  </a:lnTo>
                  <a:lnTo>
                    <a:pt x="79933" y="305600"/>
                  </a:lnTo>
                  <a:lnTo>
                    <a:pt x="79590" y="298119"/>
                  </a:lnTo>
                  <a:lnTo>
                    <a:pt x="79121" y="296456"/>
                  </a:lnTo>
                  <a:lnTo>
                    <a:pt x="80606" y="296799"/>
                  </a:lnTo>
                  <a:lnTo>
                    <a:pt x="83807" y="296595"/>
                  </a:lnTo>
                  <a:lnTo>
                    <a:pt x="87007" y="296392"/>
                  </a:lnTo>
                  <a:lnTo>
                    <a:pt x="89573" y="295427"/>
                  </a:lnTo>
                  <a:lnTo>
                    <a:pt x="89484" y="293471"/>
                  </a:lnTo>
                  <a:lnTo>
                    <a:pt x="86842" y="292849"/>
                  </a:lnTo>
                  <a:lnTo>
                    <a:pt x="80441" y="293243"/>
                  </a:lnTo>
                  <a:lnTo>
                    <a:pt x="78930" y="293814"/>
                  </a:lnTo>
                  <a:lnTo>
                    <a:pt x="79235" y="292061"/>
                  </a:lnTo>
                  <a:lnTo>
                    <a:pt x="79070" y="288328"/>
                  </a:lnTo>
                  <a:lnTo>
                    <a:pt x="78892" y="284581"/>
                  </a:lnTo>
                  <a:lnTo>
                    <a:pt x="78066" y="281597"/>
                  </a:lnTo>
                  <a:lnTo>
                    <a:pt x="77711" y="281622"/>
                  </a:lnTo>
                  <a:lnTo>
                    <a:pt x="109474" y="244576"/>
                  </a:lnTo>
                  <a:lnTo>
                    <a:pt x="109054" y="246951"/>
                  </a:lnTo>
                  <a:lnTo>
                    <a:pt x="109397" y="254431"/>
                  </a:lnTo>
                  <a:lnTo>
                    <a:pt x="109842" y="256095"/>
                  </a:lnTo>
                  <a:lnTo>
                    <a:pt x="108445" y="255752"/>
                  </a:lnTo>
                  <a:lnTo>
                    <a:pt x="105244" y="255955"/>
                  </a:lnTo>
                  <a:lnTo>
                    <a:pt x="102044" y="256159"/>
                  </a:lnTo>
                  <a:lnTo>
                    <a:pt x="99479" y="257111"/>
                  </a:lnTo>
                  <a:lnTo>
                    <a:pt x="99568" y="259080"/>
                  </a:lnTo>
                  <a:lnTo>
                    <a:pt x="102209" y="259702"/>
                  </a:lnTo>
                  <a:lnTo>
                    <a:pt x="108610" y="259308"/>
                  </a:lnTo>
                  <a:lnTo>
                    <a:pt x="110045" y="258775"/>
                  </a:lnTo>
                  <a:lnTo>
                    <a:pt x="109753" y="260489"/>
                  </a:lnTo>
                  <a:lnTo>
                    <a:pt x="109918" y="264223"/>
                  </a:lnTo>
                  <a:lnTo>
                    <a:pt x="110083" y="267970"/>
                  </a:lnTo>
                  <a:lnTo>
                    <a:pt x="110909" y="270954"/>
                  </a:lnTo>
                  <a:lnTo>
                    <a:pt x="112585" y="270840"/>
                  </a:lnTo>
                  <a:lnTo>
                    <a:pt x="113131" y="267779"/>
                  </a:lnTo>
                  <a:lnTo>
                    <a:pt x="112788" y="260299"/>
                  </a:lnTo>
                  <a:lnTo>
                    <a:pt x="111975" y="257302"/>
                  </a:lnTo>
                  <a:lnTo>
                    <a:pt x="112433" y="254241"/>
                  </a:lnTo>
                  <a:lnTo>
                    <a:pt x="112268" y="250507"/>
                  </a:lnTo>
                  <a:lnTo>
                    <a:pt x="112102" y="246761"/>
                  </a:lnTo>
                  <a:lnTo>
                    <a:pt x="111290" y="243865"/>
                  </a:lnTo>
                  <a:lnTo>
                    <a:pt x="144106" y="282155"/>
                  </a:lnTo>
                  <a:lnTo>
                    <a:pt x="142481" y="282244"/>
                  </a:lnTo>
                  <a:lnTo>
                    <a:pt x="141935" y="285318"/>
                  </a:lnTo>
                  <a:lnTo>
                    <a:pt x="142278" y="292785"/>
                  </a:lnTo>
                  <a:lnTo>
                    <a:pt x="142735" y="294462"/>
                  </a:lnTo>
                  <a:lnTo>
                    <a:pt x="141338" y="294119"/>
                  </a:lnTo>
                  <a:lnTo>
                    <a:pt x="138125" y="294309"/>
                  </a:lnTo>
                  <a:lnTo>
                    <a:pt x="134924" y="294513"/>
                  </a:lnTo>
                  <a:lnTo>
                    <a:pt x="132359" y="295478"/>
                  </a:lnTo>
                  <a:lnTo>
                    <a:pt x="132448" y="297434"/>
                  </a:lnTo>
                  <a:lnTo>
                    <a:pt x="135089" y="298069"/>
                  </a:lnTo>
                  <a:lnTo>
                    <a:pt x="141503" y="297662"/>
                  </a:lnTo>
                  <a:lnTo>
                    <a:pt x="142925" y="297129"/>
                  </a:lnTo>
                  <a:lnTo>
                    <a:pt x="142633" y="298856"/>
                  </a:lnTo>
                  <a:lnTo>
                    <a:pt x="142798" y="302590"/>
                  </a:lnTo>
                  <a:lnTo>
                    <a:pt x="142976" y="306324"/>
                  </a:lnTo>
                  <a:lnTo>
                    <a:pt x="143802" y="309308"/>
                  </a:lnTo>
                  <a:lnTo>
                    <a:pt x="144335" y="309283"/>
                  </a:lnTo>
                  <a:lnTo>
                    <a:pt x="144335" y="282829"/>
                  </a:lnTo>
                  <a:lnTo>
                    <a:pt x="144170" y="282232"/>
                  </a:lnTo>
                  <a:lnTo>
                    <a:pt x="153949" y="293636"/>
                  </a:lnTo>
                  <a:lnTo>
                    <a:pt x="153949" y="282981"/>
                  </a:lnTo>
                  <a:lnTo>
                    <a:pt x="119824" y="243154"/>
                  </a:lnTo>
                  <a:lnTo>
                    <a:pt x="111226" y="233133"/>
                  </a:lnTo>
                  <a:lnTo>
                    <a:pt x="111226" y="243789"/>
                  </a:lnTo>
                  <a:lnTo>
                    <a:pt x="110083" y="243865"/>
                  </a:lnTo>
                  <a:lnTo>
                    <a:pt x="110693" y="243154"/>
                  </a:lnTo>
                  <a:lnTo>
                    <a:pt x="111226" y="243789"/>
                  </a:lnTo>
                  <a:lnTo>
                    <a:pt x="111226" y="233133"/>
                  </a:lnTo>
                  <a:lnTo>
                    <a:pt x="110693" y="232498"/>
                  </a:lnTo>
                  <a:lnTo>
                    <a:pt x="76644" y="272211"/>
                  </a:lnTo>
                  <a:lnTo>
                    <a:pt x="76644" y="293916"/>
                  </a:lnTo>
                  <a:lnTo>
                    <a:pt x="75247" y="293573"/>
                  </a:lnTo>
                  <a:lnTo>
                    <a:pt x="72034" y="293776"/>
                  </a:lnTo>
                  <a:lnTo>
                    <a:pt x="68834" y="293979"/>
                  </a:lnTo>
                  <a:lnTo>
                    <a:pt x="66357" y="294906"/>
                  </a:lnTo>
                  <a:lnTo>
                    <a:pt x="66357" y="296837"/>
                  </a:lnTo>
                  <a:lnTo>
                    <a:pt x="65519" y="295846"/>
                  </a:lnTo>
                  <a:lnTo>
                    <a:pt x="66268" y="294982"/>
                  </a:lnTo>
                  <a:lnTo>
                    <a:pt x="66357" y="296837"/>
                  </a:lnTo>
                  <a:lnTo>
                    <a:pt x="66357" y="294906"/>
                  </a:lnTo>
                  <a:lnTo>
                    <a:pt x="76060" y="283552"/>
                  </a:lnTo>
                  <a:lnTo>
                    <a:pt x="75844" y="284772"/>
                  </a:lnTo>
                  <a:lnTo>
                    <a:pt x="76200" y="292252"/>
                  </a:lnTo>
                  <a:lnTo>
                    <a:pt x="76644" y="293916"/>
                  </a:lnTo>
                  <a:lnTo>
                    <a:pt x="76644" y="272211"/>
                  </a:lnTo>
                  <a:lnTo>
                    <a:pt x="56375" y="295846"/>
                  </a:lnTo>
                  <a:lnTo>
                    <a:pt x="110693" y="359194"/>
                  </a:lnTo>
                  <a:lnTo>
                    <a:pt x="119824" y="348538"/>
                  </a:lnTo>
                  <a:lnTo>
                    <a:pt x="164985" y="295846"/>
                  </a:lnTo>
                  <a:close/>
                </a:path>
                <a:path w="318134" h="359409">
                  <a:moveTo>
                    <a:pt x="317881" y="63360"/>
                  </a:moveTo>
                  <a:lnTo>
                    <a:pt x="308749" y="52717"/>
                  </a:lnTo>
                  <a:lnTo>
                    <a:pt x="308749" y="63360"/>
                  </a:lnTo>
                  <a:lnTo>
                    <a:pt x="298653" y="75145"/>
                  </a:lnTo>
                  <a:lnTo>
                    <a:pt x="298919" y="73647"/>
                  </a:lnTo>
                  <a:lnTo>
                    <a:pt x="298564" y="66167"/>
                  </a:lnTo>
                  <a:lnTo>
                    <a:pt x="298107" y="64490"/>
                  </a:lnTo>
                  <a:lnTo>
                    <a:pt x="299593" y="64846"/>
                  </a:lnTo>
                  <a:lnTo>
                    <a:pt x="302793" y="64643"/>
                  </a:lnTo>
                  <a:lnTo>
                    <a:pt x="305993" y="64439"/>
                  </a:lnTo>
                  <a:lnTo>
                    <a:pt x="308559" y="63474"/>
                  </a:lnTo>
                  <a:lnTo>
                    <a:pt x="308533" y="63131"/>
                  </a:lnTo>
                  <a:lnTo>
                    <a:pt x="308749" y="63360"/>
                  </a:lnTo>
                  <a:lnTo>
                    <a:pt x="308749" y="52717"/>
                  </a:lnTo>
                  <a:lnTo>
                    <a:pt x="306832" y="50469"/>
                  </a:lnTo>
                  <a:lnTo>
                    <a:pt x="306832" y="61137"/>
                  </a:lnTo>
                  <a:lnTo>
                    <a:pt x="305828" y="60896"/>
                  </a:lnTo>
                  <a:lnTo>
                    <a:pt x="299427" y="61290"/>
                  </a:lnTo>
                  <a:lnTo>
                    <a:pt x="297916" y="61861"/>
                  </a:lnTo>
                  <a:lnTo>
                    <a:pt x="298221" y="60109"/>
                  </a:lnTo>
                  <a:lnTo>
                    <a:pt x="298056" y="56375"/>
                  </a:lnTo>
                  <a:lnTo>
                    <a:pt x="297865" y="52641"/>
                  </a:lnTo>
                  <a:lnTo>
                    <a:pt x="297230" y="50355"/>
                  </a:lnTo>
                  <a:lnTo>
                    <a:pt x="297230" y="76796"/>
                  </a:lnTo>
                  <a:lnTo>
                    <a:pt x="263588" y="116039"/>
                  </a:lnTo>
                  <a:lnTo>
                    <a:pt x="251904" y="102438"/>
                  </a:lnTo>
                  <a:lnTo>
                    <a:pt x="254482" y="103035"/>
                  </a:lnTo>
                  <a:lnTo>
                    <a:pt x="260883" y="102641"/>
                  </a:lnTo>
                  <a:lnTo>
                    <a:pt x="262318" y="102108"/>
                  </a:lnTo>
                  <a:lnTo>
                    <a:pt x="262026" y="103822"/>
                  </a:lnTo>
                  <a:lnTo>
                    <a:pt x="262191" y="107569"/>
                  </a:lnTo>
                  <a:lnTo>
                    <a:pt x="262356" y="111302"/>
                  </a:lnTo>
                  <a:lnTo>
                    <a:pt x="263182" y="114287"/>
                  </a:lnTo>
                  <a:lnTo>
                    <a:pt x="264858" y="114185"/>
                  </a:lnTo>
                  <a:lnTo>
                    <a:pt x="265404" y="111112"/>
                  </a:lnTo>
                  <a:lnTo>
                    <a:pt x="265061" y="103632"/>
                  </a:lnTo>
                  <a:lnTo>
                    <a:pt x="264604" y="101955"/>
                  </a:lnTo>
                  <a:lnTo>
                    <a:pt x="266077" y="102311"/>
                  </a:lnTo>
                  <a:lnTo>
                    <a:pt x="269290" y="102108"/>
                  </a:lnTo>
                  <a:lnTo>
                    <a:pt x="272491" y="101904"/>
                  </a:lnTo>
                  <a:lnTo>
                    <a:pt x="275056" y="100952"/>
                  </a:lnTo>
                  <a:lnTo>
                    <a:pt x="274967" y="98983"/>
                  </a:lnTo>
                  <a:lnTo>
                    <a:pt x="272326" y="98361"/>
                  </a:lnTo>
                  <a:lnTo>
                    <a:pt x="265912" y="98755"/>
                  </a:lnTo>
                  <a:lnTo>
                    <a:pt x="264401" y="99326"/>
                  </a:lnTo>
                  <a:lnTo>
                    <a:pt x="264706" y="97574"/>
                  </a:lnTo>
                  <a:lnTo>
                    <a:pt x="264541" y="93840"/>
                  </a:lnTo>
                  <a:lnTo>
                    <a:pt x="264375" y="90093"/>
                  </a:lnTo>
                  <a:lnTo>
                    <a:pt x="263550" y="87122"/>
                  </a:lnTo>
                  <a:lnTo>
                    <a:pt x="261874" y="87223"/>
                  </a:lnTo>
                  <a:lnTo>
                    <a:pt x="261327" y="90284"/>
                  </a:lnTo>
                  <a:lnTo>
                    <a:pt x="261670" y="97764"/>
                  </a:lnTo>
                  <a:lnTo>
                    <a:pt x="262115" y="99428"/>
                  </a:lnTo>
                  <a:lnTo>
                    <a:pt x="260718" y="99085"/>
                  </a:lnTo>
                  <a:lnTo>
                    <a:pt x="257517" y="99288"/>
                  </a:lnTo>
                  <a:lnTo>
                    <a:pt x="254317" y="99491"/>
                  </a:lnTo>
                  <a:lnTo>
                    <a:pt x="251752" y="100444"/>
                  </a:lnTo>
                  <a:lnTo>
                    <a:pt x="251828" y="102349"/>
                  </a:lnTo>
                  <a:lnTo>
                    <a:pt x="219316" y="64427"/>
                  </a:lnTo>
                  <a:lnTo>
                    <a:pt x="221894" y="65036"/>
                  </a:lnTo>
                  <a:lnTo>
                    <a:pt x="228307" y="64630"/>
                  </a:lnTo>
                  <a:lnTo>
                    <a:pt x="229743" y="64096"/>
                  </a:lnTo>
                  <a:lnTo>
                    <a:pt x="229450" y="65824"/>
                  </a:lnTo>
                  <a:lnTo>
                    <a:pt x="229616" y="69557"/>
                  </a:lnTo>
                  <a:lnTo>
                    <a:pt x="229781" y="73291"/>
                  </a:lnTo>
                  <a:lnTo>
                    <a:pt x="230606" y="76276"/>
                  </a:lnTo>
                  <a:lnTo>
                    <a:pt x="232283" y="76174"/>
                  </a:lnTo>
                  <a:lnTo>
                    <a:pt x="232829" y="73113"/>
                  </a:lnTo>
                  <a:lnTo>
                    <a:pt x="232486" y="65633"/>
                  </a:lnTo>
                  <a:lnTo>
                    <a:pt x="232016" y="63957"/>
                  </a:lnTo>
                  <a:lnTo>
                    <a:pt x="233502" y="64300"/>
                  </a:lnTo>
                  <a:lnTo>
                    <a:pt x="236702" y="64109"/>
                  </a:lnTo>
                  <a:lnTo>
                    <a:pt x="239915" y="63906"/>
                  </a:lnTo>
                  <a:lnTo>
                    <a:pt x="242481" y="62941"/>
                  </a:lnTo>
                  <a:lnTo>
                    <a:pt x="242379" y="60985"/>
                  </a:lnTo>
                  <a:lnTo>
                    <a:pt x="239737" y="60350"/>
                  </a:lnTo>
                  <a:lnTo>
                    <a:pt x="233337" y="60756"/>
                  </a:lnTo>
                  <a:lnTo>
                    <a:pt x="231825" y="61328"/>
                  </a:lnTo>
                  <a:lnTo>
                    <a:pt x="232130" y="59575"/>
                  </a:lnTo>
                  <a:lnTo>
                    <a:pt x="231965" y="55829"/>
                  </a:lnTo>
                  <a:lnTo>
                    <a:pt x="231787" y="52095"/>
                  </a:lnTo>
                  <a:lnTo>
                    <a:pt x="230962" y="49110"/>
                  </a:lnTo>
                  <a:lnTo>
                    <a:pt x="230606" y="49136"/>
                  </a:lnTo>
                  <a:lnTo>
                    <a:pt x="262369" y="12090"/>
                  </a:lnTo>
                  <a:lnTo>
                    <a:pt x="261950" y="14465"/>
                  </a:lnTo>
                  <a:lnTo>
                    <a:pt x="262293" y="21932"/>
                  </a:lnTo>
                  <a:lnTo>
                    <a:pt x="262737" y="23609"/>
                  </a:lnTo>
                  <a:lnTo>
                    <a:pt x="261340" y="23266"/>
                  </a:lnTo>
                  <a:lnTo>
                    <a:pt x="258140" y="23456"/>
                  </a:lnTo>
                  <a:lnTo>
                    <a:pt x="254939" y="23660"/>
                  </a:lnTo>
                  <a:lnTo>
                    <a:pt x="252374" y="24625"/>
                  </a:lnTo>
                  <a:lnTo>
                    <a:pt x="252463" y="26581"/>
                  </a:lnTo>
                  <a:lnTo>
                    <a:pt x="255104" y="27216"/>
                  </a:lnTo>
                  <a:lnTo>
                    <a:pt x="261505" y="26809"/>
                  </a:lnTo>
                  <a:lnTo>
                    <a:pt x="262940" y="26276"/>
                  </a:lnTo>
                  <a:lnTo>
                    <a:pt x="262648" y="28003"/>
                  </a:lnTo>
                  <a:lnTo>
                    <a:pt x="262813" y="31737"/>
                  </a:lnTo>
                  <a:lnTo>
                    <a:pt x="262978" y="35471"/>
                  </a:lnTo>
                  <a:lnTo>
                    <a:pt x="263804" y="38455"/>
                  </a:lnTo>
                  <a:lnTo>
                    <a:pt x="265480" y="38354"/>
                  </a:lnTo>
                  <a:lnTo>
                    <a:pt x="266026" y="35293"/>
                  </a:lnTo>
                  <a:lnTo>
                    <a:pt x="265684" y="27813"/>
                  </a:lnTo>
                  <a:lnTo>
                    <a:pt x="265226" y="26136"/>
                  </a:lnTo>
                  <a:lnTo>
                    <a:pt x="266700" y="26479"/>
                  </a:lnTo>
                  <a:lnTo>
                    <a:pt x="269913" y="26289"/>
                  </a:lnTo>
                  <a:lnTo>
                    <a:pt x="273113" y="26085"/>
                  </a:lnTo>
                  <a:lnTo>
                    <a:pt x="275678" y="25120"/>
                  </a:lnTo>
                  <a:lnTo>
                    <a:pt x="275653" y="24777"/>
                  </a:lnTo>
                  <a:lnTo>
                    <a:pt x="297002" y="49669"/>
                  </a:lnTo>
                  <a:lnTo>
                    <a:pt x="295376" y="49758"/>
                  </a:lnTo>
                  <a:lnTo>
                    <a:pt x="294830" y="52819"/>
                  </a:lnTo>
                  <a:lnTo>
                    <a:pt x="295186" y="60299"/>
                  </a:lnTo>
                  <a:lnTo>
                    <a:pt x="295630" y="61963"/>
                  </a:lnTo>
                  <a:lnTo>
                    <a:pt x="294233" y="61620"/>
                  </a:lnTo>
                  <a:lnTo>
                    <a:pt x="291020" y="61823"/>
                  </a:lnTo>
                  <a:lnTo>
                    <a:pt x="287820" y="62026"/>
                  </a:lnTo>
                  <a:lnTo>
                    <a:pt x="285254" y="62992"/>
                  </a:lnTo>
                  <a:lnTo>
                    <a:pt x="285343" y="64947"/>
                  </a:lnTo>
                  <a:lnTo>
                    <a:pt x="287985" y="65570"/>
                  </a:lnTo>
                  <a:lnTo>
                    <a:pt x="294398" y="65176"/>
                  </a:lnTo>
                  <a:lnTo>
                    <a:pt x="295821" y="64643"/>
                  </a:lnTo>
                  <a:lnTo>
                    <a:pt x="295529" y="66357"/>
                  </a:lnTo>
                  <a:lnTo>
                    <a:pt x="295706" y="70091"/>
                  </a:lnTo>
                  <a:lnTo>
                    <a:pt x="295871" y="73837"/>
                  </a:lnTo>
                  <a:lnTo>
                    <a:pt x="296697" y="76822"/>
                  </a:lnTo>
                  <a:lnTo>
                    <a:pt x="297230" y="76796"/>
                  </a:lnTo>
                  <a:lnTo>
                    <a:pt x="297230" y="50355"/>
                  </a:lnTo>
                  <a:lnTo>
                    <a:pt x="297065" y="49745"/>
                  </a:lnTo>
                  <a:lnTo>
                    <a:pt x="306832" y="61137"/>
                  </a:lnTo>
                  <a:lnTo>
                    <a:pt x="306832" y="50469"/>
                  </a:lnTo>
                  <a:lnTo>
                    <a:pt x="273939" y="12103"/>
                  </a:lnTo>
                  <a:lnTo>
                    <a:pt x="273939" y="22771"/>
                  </a:lnTo>
                  <a:lnTo>
                    <a:pt x="272948" y="22529"/>
                  </a:lnTo>
                  <a:lnTo>
                    <a:pt x="266534" y="22936"/>
                  </a:lnTo>
                  <a:lnTo>
                    <a:pt x="265023" y="23507"/>
                  </a:lnTo>
                  <a:lnTo>
                    <a:pt x="265328" y="21755"/>
                  </a:lnTo>
                  <a:lnTo>
                    <a:pt x="265163" y="18008"/>
                  </a:lnTo>
                  <a:lnTo>
                    <a:pt x="264998" y="14274"/>
                  </a:lnTo>
                  <a:lnTo>
                    <a:pt x="264185" y="11379"/>
                  </a:lnTo>
                  <a:lnTo>
                    <a:pt x="273939" y="22771"/>
                  </a:lnTo>
                  <a:lnTo>
                    <a:pt x="273939" y="12103"/>
                  </a:lnTo>
                  <a:lnTo>
                    <a:pt x="272719" y="10668"/>
                  </a:lnTo>
                  <a:lnTo>
                    <a:pt x="264121" y="635"/>
                  </a:lnTo>
                  <a:lnTo>
                    <a:pt x="264121" y="11303"/>
                  </a:lnTo>
                  <a:lnTo>
                    <a:pt x="262991" y="11366"/>
                  </a:lnTo>
                  <a:lnTo>
                    <a:pt x="263588" y="10668"/>
                  </a:lnTo>
                  <a:lnTo>
                    <a:pt x="264121" y="11303"/>
                  </a:lnTo>
                  <a:lnTo>
                    <a:pt x="264121" y="635"/>
                  </a:lnTo>
                  <a:lnTo>
                    <a:pt x="263588" y="0"/>
                  </a:lnTo>
                  <a:lnTo>
                    <a:pt x="229539" y="39725"/>
                  </a:lnTo>
                  <a:lnTo>
                    <a:pt x="229539" y="61429"/>
                  </a:lnTo>
                  <a:lnTo>
                    <a:pt x="228142" y="61087"/>
                  </a:lnTo>
                  <a:lnTo>
                    <a:pt x="224942" y="61277"/>
                  </a:lnTo>
                  <a:lnTo>
                    <a:pt x="221729" y="61480"/>
                  </a:lnTo>
                  <a:lnTo>
                    <a:pt x="219252" y="62420"/>
                  </a:lnTo>
                  <a:lnTo>
                    <a:pt x="219252" y="64350"/>
                  </a:lnTo>
                  <a:lnTo>
                    <a:pt x="218414" y="63360"/>
                  </a:lnTo>
                  <a:lnTo>
                    <a:pt x="219163" y="62484"/>
                  </a:lnTo>
                  <a:lnTo>
                    <a:pt x="219252" y="64350"/>
                  </a:lnTo>
                  <a:lnTo>
                    <a:pt x="219252" y="62420"/>
                  </a:lnTo>
                  <a:lnTo>
                    <a:pt x="228955" y="51054"/>
                  </a:lnTo>
                  <a:lnTo>
                    <a:pt x="228752" y="52285"/>
                  </a:lnTo>
                  <a:lnTo>
                    <a:pt x="229095" y="59753"/>
                  </a:lnTo>
                  <a:lnTo>
                    <a:pt x="229539" y="61429"/>
                  </a:lnTo>
                  <a:lnTo>
                    <a:pt x="229539" y="39725"/>
                  </a:lnTo>
                  <a:lnTo>
                    <a:pt x="213055" y="58940"/>
                  </a:lnTo>
                  <a:lnTo>
                    <a:pt x="207721" y="52717"/>
                  </a:lnTo>
                  <a:lnTo>
                    <a:pt x="207721" y="63360"/>
                  </a:lnTo>
                  <a:lnTo>
                    <a:pt x="197599" y="75158"/>
                  </a:lnTo>
                  <a:lnTo>
                    <a:pt x="197878" y="73647"/>
                  </a:lnTo>
                  <a:lnTo>
                    <a:pt x="197535" y="66167"/>
                  </a:lnTo>
                  <a:lnTo>
                    <a:pt x="197065" y="64490"/>
                  </a:lnTo>
                  <a:lnTo>
                    <a:pt x="198551" y="64846"/>
                  </a:lnTo>
                  <a:lnTo>
                    <a:pt x="201752" y="64643"/>
                  </a:lnTo>
                  <a:lnTo>
                    <a:pt x="204965" y="64439"/>
                  </a:lnTo>
                  <a:lnTo>
                    <a:pt x="207530" y="63474"/>
                  </a:lnTo>
                  <a:lnTo>
                    <a:pt x="207505" y="63119"/>
                  </a:lnTo>
                  <a:lnTo>
                    <a:pt x="207721" y="63360"/>
                  </a:lnTo>
                  <a:lnTo>
                    <a:pt x="207721" y="52717"/>
                  </a:lnTo>
                  <a:lnTo>
                    <a:pt x="205803" y="50482"/>
                  </a:lnTo>
                  <a:lnTo>
                    <a:pt x="205803" y="61137"/>
                  </a:lnTo>
                  <a:lnTo>
                    <a:pt x="204800" y="60896"/>
                  </a:lnTo>
                  <a:lnTo>
                    <a:pt x="198386" y="61290"/>
                  </a:lnTo>
                  <a:lnTo>
                    <a:pt x="196875" y="61861"/>
                  </a:lnTo>
                  <a:lnTo>
                    <a:pt x="197180" y="60109"/>
                  </a:lnTo>
                  <a:lnTo>
                    <a:pt x="197015" y="56375"/>
                  </a:lnTo>
                  <a:lnTo>
                    <a:pt x="196850" y="52641"/>
                  </a:lnTo>
                  <a:lnTo>
                    <a:pt x="196202" y="50368"/>
                  </a:lnTo>
                  <a:lnTo>
                    <a:pt x="196202" y="76796"/>
                  </a:lnTo>
                  <a:lnTo>
                    <a:pt x="162547" y="116039"/>
                  </a:lnTo>
                  <a:lnTo>
                    <a:pt x="150863" y="102438"/>
                  </a:lnTo>
                  <a:lnTo>
                    <a:pt x="153441" y="103035"/>
                  </a:lnTo>
                  <a:lnTo>
                    <a:pt x="159854" y="102641"/>
                  </a:lnTo>
                  <a:lnTo>
                    <a:pt x="161277" y="102108"/>
                  </a:lnTo>
                  <a:lnTo>
                    <a:pt x="160985" y="103822"/>
                  </a:lnTo>
                  <a:lnTo>
                    <a:pt x="161150" y="107569"/>
                  </a:lnTo>
                  <a:lnTo>
                    <a:pt x="161328" y="111302"/>
                  </a:lnTo>
                  <a:lnTo>
                    <a:pt x="162153" y="114287"/>
                  </a:lnTo>
                  <a:lnTo>
                    <a:pt x="163830" y="114185"/>
                  </a:lnTo>
                  <a:lnTo>
                    <a:pt x="164376" y="111112"/>
                  </a:lnTo>
                  <a:lnTo>
                    <a:pt x="164020" y="103632"/>
                  </a:lnTo>
                  <a:lnTo>
                    <a:pt x="163563" y="101955"/>
                  </a:lnTo>
                  <a:lnTo>
                    <a:pt x="165049" y="102311"/>
                  </a:lnTo>
                  <a:lnTo>
                    <a:pt x="168249" y="102108"/>
                  </a:lnTo>
                  <a:lnTo>
                    <a:pt x="171450" y="101904"/>
                  </a:lnTo>
                  <a:lnTo>
                    <a:pt x="174015" y="100952"/>
                  </a:lnTo>
                  <a:lnTo>
                    <a:pt x="173926" y="98983"/>
                  </a:lnTo>
                  <a:lnTo>
                    <a:pt x="171284" y="98361"/>
                  </a:lnTo>
                  <a:lnTo>
                    <a:pt x="164884" y="98755"/>
                  </a:lnTo>
                  <a:lnTo>
                    <a:pt x="163372" y="99326"/>
                  </a:lnTo>
                  <a:lnTo>
                    <a:pt x="163677" y="97574"/>
                  </a:lnTo>
                  <a:lnTo>
                    <a:pt x="163499" y="93840"/>
                  </a:lnTo>
                  <a:lnTo>
                    <a:pt x="163334" y="90093"/>
                  </a:lnTo>
                  <a:lnTo>
                    <a:pt x="162509" y="87122"/>
                  </a:lnTo>
                  <a:lnTo>
                    <a:pt x="160832" y="87223"/>
                  </a:lnTo>
                  <a:lnTo>
                    <a:pt x="160286" y="90284"/>
                  </a:lnTo>
                  <a:lnTo>
                    <a:pt x="160629" y="97764"/>
                  </a:lnTo>
                  <a:lnTo>
                    <a:pt x="161074" y="99428"/>
                  </a:lnTo>
                  <a:lnTo>
                    <a:pt x="159689" y="99085"/>
                  </a:lnTo>
                  <a:lnTo>
                    <a:pt x="156476" y="99288"/>
                  </a:lnTo>
                  <a:lnTo>
                    <a:pt x="153276" y="99491"/>
                  </a:lnTo>
                  <a:lnTo>
                    <a:pt x="150710" y="100444"/>
                  </a:lnTo>
                  <a:lnTo>
                    <a:pt x="150799" y="102362"/>
                  </a:lnTo>
                  <a:lnTo>
                    <a:pt x="118275" y="64427"/>
                  </a:lnTo>
                  <a:lnTo>
                    <a:pt x="120865" y="65036"/>
                  </a:lnTo>
                  <a:lnTo>
                    <a:pt x="127266" y="64630"/>
                  </a:lnTo>
                  <a:lnTo>
                    <a:pt x="128701" y="64096"/>
                  </a:lnTo>
                  <a:lnTo>
                    <a:pt x="128409" y="65824"/>
                  </a:lnTo>
                  <a:lnTo>
                    <a:pt x="128574" y="69557"/>
                  </a:lnTo>
                  <a:lnTo>
                    <a:pt x="128739" y="73291"/>
                  </a:lnTo>
                  <a:lnTo>
                    <a:pt x="129565" y="76276"/>
                  </a:lnTo>
                  <a:lnTo>
                    <a:pt x="131241" y="76174"/>
                  </a:lnTo>
                  <a:lnTo>
                    <a:pt x="131787" y="73113"/>
                  </a:lnTo>
                  <a:lnTo>
                    <a:pt x="131445" y="65633"/>
                  </a:lnTo>
                  <a:lnTo>
                    <a:pt x="130987" y="63957"/>
                  </a:lnTo>
                  <a:lnTo>
                    <a:pt x="132461" y="64300"/>
                  </a:lnTo>
                  <a:lnTo>
                    <a:pt x="135674" y="64109"/>
                  </a:lnTo>
                  <a:lnTo>
                    <a:pt x="138874" y="63906"/>
                  </a:lnTo>
                  <a:lnTo>
                    <a:pt x="141439" y="62941"/>
                  </a:lnTo>
                  <a:lnTo>
                    <a:pt x="141351" y="60985"/>
                  </a:lnTo>
                  <a:lnTo>
                    <a:pt x="138709" y="60350"/>
                  </a:lnTo>
                  <a:lnTo>
                    <a:pt x="132295" y="60756"/>
                  </a:lnTo>
                  <a:lnTo>
                    <a:pt x="130784" y="61328"/>
                  </a:lnTo>
                  <a:lnTo>
                    <a:pt x="131089" y="59575"/>
                  </a:lnTo>
                  <a:lnTo>
                    <a:pt x="130924" y="55829"/>
                  </a:lnTo>
                  <a:lnTo>
                    <a:pt x="130759" y="52095"/>
                  </a:lnTo>
                  <a:lnTo>
                    <a:pt x="129933" y="49110"/>
                  </a:lnTo>
                  <a:lnTo>
                    <a:pt x="129565" y="49136"/>
                  </a:lnTo>
                  <a:lnTo>
                    <a:pt x="161328" y="12090"/>
                  </a:lnTo>
                  <a:lnTo>
                    <a:pt x="160909" y="14465"/>
                  </a:lnTo>
                  <a:lnTo>
                    <a:pt x="161251" y="21932"/>
                  </a:lnTo>
                  <a:lnTo>
                    <a:pt x="161709" y="23609"/>
                  </a:lnTo>
                  <a:lnTo>
                    <a:pt x="160312" y="23266"/>
                  </a:lnTo>
                  <a:lnTo>
                    <a:pt x="157099" y="23456"/>
                  </a:lnTo>
                  <a:lnTo>
                    <a:pt x="153898" y="23660"/>
                  </a:lnTo>
                  <a:lnTo>
                    <a:pt x="151333" y="24625"/>
                  </a:lnTo>
                  <a:lnTo>
                    <a:pt x="151422" y="26581"/>
                  </a:lnTo>
                  <a:lnTo>
                    <a:pt x="154063" y="27216"/>
                  </a:lnTo>
                  <a:lnTo>
                    <a:pt x="160477" y="26809"/>
                  </a:lnTo>
                  <a:lnTo>
                    <a:pt x="161899" y="26276"/>
                  </a:lnTo>
                  <a:lnTo>
                    <a:pt x="161607" y="28003"/>
                  </a:lnTo>
                  <a:lnTo>
                    <a:pt x="161772" y="31737"/>
                  </a:lnTo>
                  <a:lnTo>
                    <a:pt x="161950" y="35471"/>
                  </a:lnTo>
                  <a:lnTo>
                    <a:pt x="162775" y="38455"/>
                  </a:lnTo>
                  <a:lnTo>
                    <a:pt x="164452" y="38354"/>
                  </a:lnTo>
                  <a:lnTo>
                    <a:pt x="164998" y="35293"/>
                  </a:lnTo>
                  <a:lnTo>
                    <a:pt x="164642" y="27813"/>
                  </a:lnTo>
                  <a:lnTo>
                    <a:pt x="164185" y="26136"/>
                  </a:lnTo>
                  <a:lnTo>
                    <a:pt x="165671" y="26479"/>
                  </a:lnTo>
                  <a:lnTo>
                    <a:pt x="168871" y="26289"/>
                  </a:lnTo>
                  <a:lnTo>
                    <a:pt x="172072" y="26085"/>
                  </a:lnTo>
                  <a:lnTo>
                    <a:pt x="174637" y="25120"/>
                  </a:lnTo>
                  <a:lnTo>
                    <a:pt x="174612" y="24777"/>
                  </a:lnTo>
                  <a:lnTo>
                    <a:pt x="195973" y="49669"/>
                  </a:lnTo>
                  <a:lnTo>
                    <a:pt x="194335" y="49758"/>
                  </a:lnTo>
                  <a:lnTo>
                    <a:pt x="193802" y="52819"/>
                  </a:lnTo>
                  <a:lnTo>
                    <a:pt x="194144" y="60299"/>
                  </a:lnTo>
                  <a:lnTo>
                    <a:pt x="194589" y="61963"/>
                  </a:lnTo>
                  <a:lnTo>
                    <a:pt x="193192" y="61620"/>
                  </a:lnTo>
                  <a:lnTo>
                    <a:pt x="189992" y="61823"/>
                  </a:lnTo>
                  <a:lnTo>
                    <a:pt x="186778" y="62026"/>
                  </a:lnTo>
                  <a:lnTo>
                    <a:pt x="184213" y="62992"/>
                  </a:lnTo>
                  <a:lnTo>
                    <a:pt x="184315" y="64947"/>
                  </a:lnTo>
                  <a:lnTo>
                    <a:pt x="186956" y="65570"/>
                  </a:lnTo>
                  <a:lnTo>
                    <a:pt x="193357" y="65176"/>
                  </a:lnTo>
                  <a:lnTo>
                    <a:pt x="194792" y="64643"/>
                  </a:lnTo>
                  <a:lnTo>
                    <a:pt x="194500" y="66357"/>
                  </a:lnTo>
                  <a:lnTo>
                    <a:pt x="194665" y="70091"/>
                  </a:lnTo>
                  <a:lnTo>
                    <a:pt x="194830" y="73837"/>
                  </a:lnTo>
                  <a:lnTo>
                    <a:pt x="195656" y="76822"/>
                  </a:lnTo>
                  <a:lnTo>
                    <a:pt x="196202" y="76796"/>
                  </a:lnTo>
                  <a:lnTo>
                    <a:pt x="196202" y="50368"/>
                  </a:lnTo>
                  <a:lnTo>
                    <a:pt x="196024" y="49733"/>
                  </a:lnTo>
                  <a:lnTo>
                    <a:pt x="205803" y="61137"/>
                  </a:lnTo>
                  <a:lnTo>
                    <a:pt x="205803" y="50482"/>
                  </a:lnTo>
                  <a:lnTo>
                    <a:pt x="172910" y="12115"/>
                  </a:lnTo>
                  <a:lnTo>
                    <a:pt x="172910" y="22783"/>
                  </a:lnTo>
                  <a:lnTo>
                    <a:pt x="171907" y="22529"/>
                  </a:lnTo>
                  <a:lnTo>
                    <a:pt x="165506" y="22936"/>
                  </a:lnTo>
                  <a:lnTo>
                    <a:pt x="163982" y="23507"/>
                  </a:lnTo>
                  <a:lnTo>
                    <a:pt x="164299" y="21755"/>
                  </a:lnTo>
                  <a:lnTo>
                    <a:pt x="164122" y="18008"/>
                  </a:lnTo>
                  <a:lnTo>
                    <a:pt x="163957" y="14274"/>
                  </a:lnTo>
                  <a:lnTo>
                    <a:pt x="163144" y="11379"/>
                  </a:lnTo>
                  <a:lnTo>
                    <a:pt x="172910" y="22783"/>
                  </a:lnTo>
                  <a:lnTo>
                    <a:pt x="172910" y="12115"/>
                  </a:lnTo>
                  <a:lnTo>
                    <a:pt x="171678" y="10668"/>
                  </a:lnTo>
                  <a:lnTo>
                    <a:pt x="163080" y="635"/>
                  </a:lnTo>
                  <a:lnTo>
                    <a:pt x="163080" y="11303"/>
                  </a:lnTo>
                  <a:lnTo>
                    <a:pt x="161950" y="11366"/>
                  </a:lnTo>
                  <a:lnTo>
                    <a:pt x="162547" y="10668"/>
                  </a:lnTo>
                  <a:lnTo>
                    <a:pt x="163080" y="11303"/>
                  </a:lnTo>
                  <a:lnTo>
                    <a:pt x="163080" y="635"/>
                  </a:lnTo>
                  <a:lnTo>
                    <a:pt x="162547" y="0"/>
                  </a:lnTo>
                  <a:lnTo>
                    <a:pt x="128498" y="39725"/>
                  </a:lnTo>
                  <a:lnTo>
                    <a:pt x="128498" y="61429"/>
                  </a:lnTo>
                  <a:lnTo>
                    <a:pt x="127101" y="61087"/>
                  </a:lnTo>
                  <a:lnTo>
                    <a:pt x="123901" y="61277"/>
                  </a:lnTo>
                  <a:lnTo>
                    <a:pt x="120700" y="61480"/>
                  </a:lnTo>
                  <a:lnTo>
                    <a:pt x="118211" y="62433"/>
                  </a:lnTo>
                  <a:lnTo>
                    <a:pt x="118211" y="64350"/>
                  </a:lnTo>
                  <a:lnTo>
                    <a:pt x="117373" y="63360"/>
                  </a:lnTo>
                  <a:lnTo>
                    <a:pt x="118135" y="62471"/>
                  </a:lnTo>
                  <a:lnTo>
                    <a:pt x="118211" y="64350"/>
                  </a:lnTo>
                  <a:lnTo>
                    <a:pt x="118211" y="62433"/>
                  </a:lnTo>
                  <a:lnTo>
                    <a:pt x="127927" y="51054"/>
                  </a:lnTo>
                  <a:lnTo>
                    <a:pt x="127711" y="52285"/>
                  </a:lnTo>
                  <a:lnTo>
                    <a:pt x="128054" y="59753"/>
                  </a:lnTo>
                  <a:lnTo>
                    <a:pt x="128498" y="61429"/>
                  </a:lnTo>
                  <a:lnTo>
                    <a:pt x="128498" y="39725"/>
                  </a:lnTo>
                  <a:lnTo>
                    <a:pt x="108229" y="63360"/>
                  </a:lnTo>
                  <a:lnTo>
                    <a:pt x="162547" y="126707"/>
                  </a:lnTo>
                  <a:lnTo>
                    <a:pt x="171678" y="116039"/>
                  </a:lnTo>
                  <a:lnTo>
                    <a:pt x="213055" y="67792"/>
                  </a:lnTo>
                  <a:lnTo>
                    <a:pt x="263588" y="126707"/>
                  </a:lnTo>
                  <a:lnTo>
                    <a:pt x="272719" y="116039"/>
                  </a:lnTo>
                  <a:lnTo>
                    <a:pt x="317881" y="63360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2" name="object 2072" descr=""/>
            <p:cNvSpPr/>
            <p:nvPr/>
          </p:nvSpPr>
          <p:spPr>
            <a:xfrm>
              <a:off x="7175995" y="7064139"/>
              <a:ext cx="361315" cy="282575"/>
            </a:xfrm>
            <a:custGeom>
              <a:avLst/>
              <a:gdLst/>
              <a:ahLst/>
              <a:cxnLst/>
              <a:rect l="l" t="t" r="r" b="b"/>
              <a:pathLst>
                <a:path w="361315" h="282575">
                  <a:moveTo>
                    <a:pt x="108623" y="140512"/>
                  </a:moveTo>
                  <a:lnTo>
                    <a:pt x="99491" y="129870"/>
                  </a:lnTo>
                  <a:lnTo>
                    <a:pt x="99491" y="140512"/>
                  </a:lnTo>
                  <a:lnTo>
                    <a:pt x="89369" y="152311"/>
                  </a:lnTo>
                  <a:lnTo>
                    <a:pt x="89649" y="150799"/>
                  </a:lnTo>
                  <a:lnTo>
                    <a:pt x="89293" y="143332"/>
                  </a:lnTo>
                  <a:lnTo>
                    <a:pt x="88836" y="141655"/>
                  </a:lnTo>
                  <a:lnTo>
                    <a:pt x="90322" y="141998"/>
                  </a:lnTo>
                  <a:lnTo>
                    <a:pt x="93522" y="141795"/>
                  </a:lnTo>
                  <a:lnTo>
                    <a:pt x="96723" y="141605"/>
                  </a:lnTo>
                  <a:lnTo>
                    <a:pt x="99288" y="140639"/>
                  </a:lnTo>
                  <a:lnTo>
                    <a:pt x="99263" y="140258"/>
                  </a:lnTo>
                  <a:lnTo>
                    <a:pt x="99491" y="140512"/>
                  </a:lnTo>
                  <a:lnTo>
                    <a:pt x="99491" y="129870"/>
                  </a:lnTo>
                  <a:lnTo>
                    <a:pt x="97586" y="127647"/>
                  </a:lnTo>
                  <a:lnTo>
                    <a:pt x="97586" y="138303"/>
                  </a:lnTo>
                  <a:lnTo>
                    <a:pt x="96558" y="138049"/>
                  </a:lnTo>
                  <a:lnTo>
                    <a:pt x="90157" y="138455"/>
                  </a:lnTo>
                  <a:lnTo>
                    <a:pt x="88646" y="139026"/>
                  </a:lnTo>
                  <a:lnTo>
                    <a:pt x="88950" y="137274"/>
                  </a:lnTo>
                  <a:lnTo>
                    <a:pt x="88773" y="133527"/>
                  </a:lnTo>
                  <a:lnTo>
                    <a:pt x="88607" y="129794"/>
                  </a:lnTo>
                  <a:lnTo>
                    <a:pt x="87972" y="127533"/>
                  </a:lnTo>
                  <a:lnTo>
                    <a:pt x="87972" y="153949"/>
                  </a:lnTo>
                  <a:lnTo>
                    <a:pt x="54317" y="193205"/>
                  </a:lnTo>
                  <a:lnTo>
                    <a:pt x="42633" y="179590"/>
                  </a:lnTo>
                  <a:lnTo>
                    <a:pt x="45212" y="180200"/>
                  </a:lnTo>
                  <a:lnTo>
                    <a:pt x="51625" y="179793"/>
                  </a:lnTo>
                  <a:lnTo>
                    <a:pt x="53047" y="179260"/>
                  </a:lnTo>
                  <a:lnTo>
                    <a:pt x="52755" y="180987"/>
                  </a:lnTo>
                  <a:lnTo>
                    <a:pt x="52920" y="184721"/>
                  </a:lnTo>
                  <a:lnTo>
                    <a:pt x="53086" y="188455"/>
                  </a:lnTo>
                  <a:lnTo>
                    <a:pt x="53911" y="191439"/>
                  </a:lnTo>
                  <a:lnTo>
                    <a:pt x="55587" y="191338"/>
                  </a:lnTo>
                  <a:lnTo>
                    <a:pt x="56134" y="188264"/>
                  </a:lnTo>
                  <a:lnTo>
                    <a:pt x="55791" y="180797"/>
                  </a:lnTo>
                  <a:lnTo>
                    <a:pt x="55333" y="179120"/>
                  </a:lnTo>
                  <a:lnTo>
                    <a:pt x="56807" y="179463"/>
                  </a:lnTo>
                  <a:lnTo>
                    <a:pt x="60020" y="179260"/>
                  </a:lnTo>
                  <a:lnTo>
                    <a:pt x="63220" y="179070"/>
                  </a:lnTo>
                  <a:lnTo>
                    <a:pt x="65786" y="178104"/>
                  </a:lnTo>
                  <a:lnTo>
                    <a:pt x="65697" y="176149"/>
                  </a:lnTo>
                  <a:lnTo>
                    <a:pt x="63055" y="175514"/>
                  </a:lnTo>
                  <a:lnTo>
                    <a:pt x="56642" y="175920"/>
                  </a:lnTo>
                  <a:lnTo>
                    <a:pt x="55130" y="176491"/>
                  </a:lnTo>
                  <a:lnTo>
                    <a:pt x="55435" y="174739"/>
                  </a:lnTo>
                  <a:lnTo>
                    <a:pt x="55270" y="170992"/>
                  </a:lnTo>
                  <a:lnTo>
                    <a:pt x="55105" y="167259"/>
                  </a:lnTo>
                  <a:lnTo>
                    <a:pt x="54279" y="164274"/>
                  </a:lnTo>
                  <a:lnTo>
                    <a:pt x="52603" y="164376"/>
                  </a:lnTo>
                  <a:lnTo>
                    <a:pt x="52057" y="167449"/>
                  </a:lnTo>
                  <a:lnTo>
                    <a:pt x="52400" y="174917"/>
                  </a:lnTo>
                  <a:lnTo>
                    <a:pt x="52844" y="176593"/>
                  </a:lnTo>
                  <a:lnTo>
                    <a:pt x="51447" y="176250"/>
                  </a:lnTo>
                  <a:lnTo>
                    <a:pt x="48247" y="176441"/>
                  </a:lnTo>
                  <a:lnTo>
                    <a:pt x="45046" y="176644"/>
                  </a:lnTo>
                  <a:lnTo>
                    <a:pt x="42481" y="177609"/>
                  </a:lnTo>
                  <a:lnTo>
                    <a:pt x="42557" y="179514"/>
                  </a:lnTo>
                  <a:lnTo>
                    <a:pt x="10058" y="141592"/>
                  </a:lnTo>
                  <a:lnTo>
                    <a:pt x="12623" y="142189"/>
                  </a:lnTo>
                  <a:lnTo>
                    <a:pt x="19037" y="141795"/>
                  </a:lnTo>
                  <a:lnTo>
                    <a:pt x="20472" y="141262"/>
                  </a:lnTo>
                  <a:lnTo>
                    <a:pt x="20180" y="142976"/>
                  </a:lnTo>
                  <a:lnTo>
                    <a:pt x="20345" y="146710"/>
                  </a:lnTo>
                  <a:lnTo>
                    <a:pt x="20510" y="150456"/>
                  </a:lnTo>
                  <a:lnTo>
                    <a:pt x="21336" y="153441"/>
                  </a:lnTo>
                  <a:lnTo>
                    <a:pt x="23012" y="153339"/>
                  </a:lnTo>
                  <a:lnTo>
                    <a:pt x="23558" y="150266"/>
                  </a:lnTo>
                  <a:lnTo>
                    <a:pt x="23215" y="142786"/>
                  </a:lnTo>
                  <a:lnTo>
                    <a:pt x="22745" y="141122"/>
                  </a:lnTo>
                  <a:lnTo>
                    <a:pt x="24231" y="141465"/>
                  </a:lnTo>
                  <a:lnTo>
                    <a:pt x="27432" y="141262"/>
                  </a:lnTo>
                  <a:lnTo>
                    <a:pt x="30645" y="141058"/>
                  </a:lnTo>
                  <a:lnTo>
                    <a:pt x="33210" y="140093"/>
                  </a:lnTo>
                  <a:lnTo>
                    <a:pt x="33108" y="138137"/>
                  </a:lnTo>
                  <a:lnTo>
                    <a:pt x="30467" y="137515"/>
                  </a:lnTo>
                  <a:lnTo>
                    <a:pt x="24066" y="137909"/>
                  </a:lnTo>
                  <a:lnTo>
                    <a:pt x="22555" y="138480"/>
                  </a:lnTo>
                  <a:lnTo>
                    <a:pt x="22860" y="136728"/>
                  </a:lnTo>
                  <a:lnTo>
                    <a:pt x="22694" y="132994"/>
                  </a:lnTo>
                  <a:lnTo>
                    <a:pt x="22517" y="129247"/>
                  </a:lnTo>
                  <a:lnTo>
                    <a:pt x="21691" y="126263"/>
                  </a:lnTo>
                  <a:lnTo>
                    <a:pt x="21336" y="126288"/>
                  </a:lnTo>
                  <a:lnTo>
                    <a:pt x="53098" y="89242"/>
                  </a:lnTo>
                  <a:lnTo>
                    <a:pt x="52679" y="91617"/>
                  </a:lnTo>
                  <a:lnTo>
                    <a:pt x="53022" y="99098"/>
                  </a:lnTo>
                  <a:lnTo>
                    <a:pt x="53467" y="100761"/>
                  </a:lnTo>
                  <a:lnTo>
                    <a:pt x="52070" y="100418"/>
                  </a:lnTo>
                  <a:lnTo>
                    <a:pt x="48869" y="100622"/>
                  </a:lnTo>
                  <a:lnTo>
                    <a:pt x="45669" y="100825"/>
                  </a:lnTo>
                  <a:lnTo>
                    <a:pt x="43103" y="101777"/>
                  </a:lnTo>
                  <a:lnTo>
                    <a:pt x="43192" y="103746"/>
                  </a:lnTo>
                  <a:lnTo>
                    <a:pt x="45834" y="104368"/>
                  </a:lnTo>
                  <a:lnTo>
                    <a:pt x="52235" y="103974"/>
                  </a:lnTo>
                  <a:lnTo>
                    <a:pt x="53670" y="103441"/>
                  </a:lnTo>
                  <a:lnTo>
                    <a:pt x="53378" y="105156"/>
                  </a:lnTo>
                  <a:lnTo>
                    <a:pt x="53543" y="108889"/>
                  </a:lnTo>
                  <a:lnTo>
                    <a:pt x="53708" y="112636"/>
                  </a:lnTo>
                  <a:lnTo>
                    <a:pt x="54533" y="115620"/>
                  </a:lnTo>
                  <a:lnTo>
                    <a:pt x="56210" y="115506"/>
                  </a:lnTo>
                  <a:lnTo>
                    <a:pt x="56756" y="112445"/>
                  </a:lnTo>
                  <a:lnTo>
                    <a:pt x="56413" y="104965"/>
                  </a:lnTo>
                  <a:lnTo>
                    <a:pt x="55956" y="103301"/>
                  </a:lnTo>
                  <a:lnTo>
                    <a:pt x="57429" y="103644"/>
                  </a:lnTo>
                  <a:lnTo>
                    <a:pt x="60642" y="103441"/>
                  </a:lnTo>
                  <a:lnTo>
                    <a:pt x="63842" y="103238"/>
                  </a:lnTo>
                  <a:lnTo>
                    <a:pt x="66408" y="102273"/>
                  </a:lnTo>
                  <a:lnTo>
                    <a:pt x="66382" y="101930"/>
                  </a:lnTo>
                  <a:lnTo>
                    <a:pt x="87744" y="126822"/>
                  </a:lnTo>
                  <a:lnTo>
                    <a:pt x="86106" y="126911"/>
                  </a:lnTo>
                  <a:lnTo>
                    <a:pt x="85559" y="129984"/>
                  </a:lnTo>
                  <a:lnTo>
                    <a:pt x="85915" y="137452"/>
                  </a:lnTo>
                  <a:lnTo>
                    <a:pt x="86360" y="139128"/>
                  </a:lnTo>
                  <a:lnTo>
                    <a:pt x="84963" y="138785"/>
                  </a:lnTo>
                  <a:lnTo>
                    <a:pt x="81749" y="138976"/>
                  </a:lnTo>
                  <a:lnTo>
                    <a:pt x="78549" y="139179"/>
                  </a:lnTo>
                  <a:lnTo>
                    <a:pt x="75984" y="140144"/>
                  </a:lnTo>
                  <a:lnTo>
                    <a:pt x="76073" y="142100"/>
                  </a:lnTo>
                  <a:lnTo>
                    <a:pt x="78714" y="142735"/>
                  </a:lnTo>
                  <a:lnTo>
                    <a:pt x="85128" y="142328"/>
                  </a:lnTo>
                  <a:lnTo>
                    <a:pt x="86550" y="141795"/>
                  </a:lnTo>
                  <a:lnTo>
                    <a:pt x="86258" y="143522"/>
                  </a:lnTo>
                  <a:lnTo>
                    <a:pt x="86423" y="147256"/>
                  </a:lnTo>
                  <a:lnTo>
                    <a:pt x="86601" y="150990"/>
                  </a:lnTo>
                  <a:lnTo>
                    <a:pt x="87426" y="153974"/>
                  </a:lnTo>
                  <a:lnTo>
                    <a:pt x="87972" y="153949"/>
                  </a:lnTo>
                  <a:lnTo>
                    <a:pt x="87972" y="127533"/>
                  </a:lnTo>
                  <a:lnTo>
                    <a:pt x="87795" y="126885"/>
                  </a:lnTo>
                  <a:lnTo>
                    <a:pt x="97586" y="138303"/>
                  </a:lnTo>
                  <a:lnTo>
                    <a:pt x="97586" y="127647"/>
                  </a:lnTo>
                  <a:lnTo>
                    <a:pt x="64681" y="89268"/>
                  </a:lnTo>
                  <a:lnTo>
                    <a:pt x="64681" y="99936"/>
                  </a:lnTo>
                  <a:lnTo>
                    <a:pt x="63677" y="99695"/>
                  </a:lnTo>
                  <a:lnTo>
                    <a:pt x="57264" y="100088"/>
                  </a:lnTo>
                  <a:lnTo>
                    <a:pt x="55753" y="100660"/>
                  </a:lnTo>
                  <a:lnTo>
                    <a:pt x="56057" y="98907"/>
                  </a:lnTo>
                  <a:lnTo>
                    <a:pt x="55892" y="95173"/>
                  </a:lnTo>
                  <a:lnTo>
                    <a:pt x="55714" y="91427"/>
                  </a:lnTo>
                  <a:lnTo>
                    <a:pt x="54914" y="88531"/>
                  </a:lnTo>
                  <a:lnTo>
                    <a:pt x="64681" y="99936"/>
                  </a:lnTo>
                  <a:lnTo>
                    <a:pt x="64681" y="89268"/>
                  </a:lnTo>
                  <a:lnTo>
                    <a:pt x="63449" y="87820"/>
                  </a:lnTo>
                  <a:lnTo>
                    <a:pt x="54851" y="77800"/>
                  </a:lnTo>
                  <a:lnTo>
                    <a:pt x="54851" y="88455"/>
                  </a:lnTo>
                  <a:lnTo>
                    <a:pt x="53708" y="88531"/>
                  </a:lnTo>
                  <a:lnTo>
                    <a:pt x="54317" y="87820"/>
                  </a:lnTo>
                  <a:lnTo>
                    <a:pt x="54851" y="88455"/>
                  </a:lnTo>
                  <a:lnTo>
                    <a:pt x="54851" y="77800"/>
                  </a:lnTo>
                  <a:lnTo>
                    <a:pt x="54317" y="77165"/>
                  </a:lnTo>
                  <a:lnTo>
                    <a:pt x="20269" y="116878"/>
                  </a:lnTo>
                  <a:lnTo>
                    <a:pt x="20269" y="138582"/>
                  </a:lnTo>
                  <a:lnTo>
                    <a:pt x="18872" y="138239"/>
                  </a:lnTo>
                  <a:lnTo>
                    <a:pt x="15671" y="138442"/>
                  </a:lnTo>
                  <a:lnTo>
                    <a:pt x="12458" y="138645"/>
                  </a:lnTo>
                  <a:lnTo>
                    <a:pt x="9982" y="139573"/>
                  </a:lnTo>
                  <a:lnTo>
                    <a:pt x="9982" y="141503"/>
                  </a:lnTo>
                  <a:lnTo>
                    <a:pt x="9144" y="140512"/>
                  </a:lnTo>
                  <a:lnTo>
                    <a:pt x="9893" y="139636"/>
                  </a:lnTo>
                  <a:lnTo>
                    <a:pt x="9982" y="141503"/>
                  </a:lnTo>
                  <a:lnTo>
                    <a:pt x="9982" y="139573"/>
                  </a:lnTo>
                  <a:lnTo>
                    <a:pt x="19685" y="128206"/>
                  </a:lnTo>
                  <a:lnTo>
                    <a:pt x="19481" y="129438"/>
                  </a:lnTo>
                  <a:lnTo>
                    <a:pt x="19824" y="136918"/>
                  </a:lnTo>
                  <a:lnTo>
                    <a:pt x="20269" y="138582"/>
                  </a:lnTo>
                  <a:lnTo>
                    <a:pt x="20269" y="116878"/>
                  </a:lnTo>
                  <a:lnTo>
                    <a:pt x="0" y="140512"/>
                  </a:lnTo>
                  <a:lnTo>
                    <a:pt x="54317" y="203860"/>
                  </a:lnTo>
                  <a:lnTo>
                    <a:pt x="63449" y="193205"/>
                  </a:lnTo>
                  <a:lnTo>
                    <a:pt x="108623" y="140512"/>
                  </a:lnTo>
                  <a:close/>
                </a:path>
                <a:path w="361315" h="282575">
                  <a:moveTo>
                    <a:pt x="158927" y="218681"/>
                  </a:moveTo>
                  <a:lnTo>
                    <a:pt x="149783" y="208026"/>
                  </a:lnTo>
                  <a:lnTo>
                    <a:pt x="149783" y="218681"/>
                  </a:lnTo>
                  <a:lnTo>
                    <a:pt x="104609" y="271373"/>
                  </a:lnTo>
                  <a:lnTo>
                    <a:pt x="59436" y="218681"/>
                  </a:lnTo>
                  <a:lnTo>
                    <a:pt x="104609" y="165989"/>
                  </a:lnTo>
                  <a:lnTo>
                    <a:pt x="149783" y="218681"/>
                  </a:lnTo>
                  <a:lnTo>
                    <a:pt x="149783" y="208026"/>
                  </a:lnTo>
                  <a:lnTo>
                    <a:pt x="113753" y="165989"/>
                  </a:lnTo>
                  <a:lnTo>
                    <a:pt x="104609" y="155333"/>
                  </a:lnTo>
                  <a:lnTo>
                    <a:pt x="50304" y="218681"/>
                  </a:lnTo>
                  <a:lnTo>
                    <a:pt x="104609" y="282028"/>
                  </a:lnTo>
                  <a:lnTo>
                    <a:pt x="113753" y="271373"/>
                  </a:lnTo>
                  <a:lnTo>
                    <a:pt x="158927" y="218681"/>
                  </a:lnTo>
                  <a:close/>
                </a:path>
                <a:path w="361315" h="282575">
                  <a:moveTo>
                    <a:pt x="165887" y="102273"/>
                  </a:moveTo>
                  <a:lnTo>
                    <a:pt x="165785" y="100317"/>
                  </a:lnTo>
                  <a:lnTo>
                    <a:pt x="163156" y="99695"/>
                  </a:lnTo>
                  <a:lnTo>
                    <a:pt x="156743" y="100088"/>
                  </a:lnTo>
                  <a:lnTo>
                    <a:pt x="154190" y="101053"/>
                  </a:lnTo>
                  <a:lnTo>
                    <a:pt x="154228" y="102031"/>
                  </a:lnTo>
                  <a:lnTo>
                    <a:pt x="153390" y="102082"/>
                  </a:lnTo>
                  <a:lnTo>
                    <a:pt x="152857" y="105156"/>
                  </a:lnTo>
                  <a:lnTo>
                    <a:pt x="153022" y="108889"/>
                  </a:lnTo>
                  <a:lnTo>
                    <a:pt x="153187" y="112636"/>
                  </a:lnTo>
                  <a:lnTo>
                    <a:pt x="154012" y="115620"/>
                  </a:lnTo>
                  <a:lnTo>
                    <a:pt x="155689" y="115506"/>
                  </a:lnTo>
                  <a:lnTo>
                    <a:pt x="156235" y="112445"/>
                  </a:lnTo>
                  <a:lnTo>
                    <a:pt x="155892" y="104965"/>
                  </a:lnTo>
                  <a:lnTo>
                    <a:pt x="155435" y="103301"/>
                  </a:lnTo>
                  <a:lnTo>
                    <a:pt x="156908" y="103644"/>
                  </a:lnTo>
                  <a:lnTo>
                    <a:pt x="160121" y="103441"/>
                  </a:lnTo>
                  <a:lnTo>
                    <a:pt x="163322" y="103238"/>
                  </a:lnTo>
                  <a:lnTo>
                    <a:pt x="165887" y="102273"/>
                  </a:lnTo>
                  <a:close/>
                </a:path>
                <a:path w="361315" h="282575">
                  <a:moveTo>
                    <a:pt x="310451" y="140512"/>
                  </a:moveTo>
                  <a:lnTo>
                    <a:pt x="301320" y="129870"/>
                  </a:lnTo>
                  <a:lnTo>
                    <a:pt x="301320" y="140512"/>
                  </a:lnTo>
                  <a:lnTo>
                    <a:pt x="291198" y="152311"/>
                  </a:lnTo>
                  <a:lnTo>
                    <a:pt x="291477" y="150799"/>
                  </a:lnTo>
                  <a:lnTo>
                    <a:pt x="291134" y="143332"/>
                  </a:lnTo>
                  <a:lnTo>
                    <a:pt x="290664" y="141655"/>
                  </a:lnTo>
                  <a:lnTo>
                    <a:pt x="292150" y="141998"/>
                  </a:lnTo>
                  <a:lnTo>
                    <a:pt x="295351" y="141795"/>
                  </a:lnTo>
                  <a:lnTo>
                    <a:pt x="298564" y="141605"/>
                  </a:lnTo>
                  <a:lnTo>
                    <a:pt x="301129" y="140639"/>
                  </a:lnTo>
                  <a:lnTo>
                    <a:pt x="301104" y="140271"/>
                  </a:lnTo>
                  <a:lnTo>
                    <a:pt x="301320" y="140512"/>
                  </a:lnTo>
                  <a:lnTo>
                    <a:pt x="301320" y="129870"/>
                  </a:lnTo>
                  <a:lnTo>
                    <a:pt x="299415" y="127647"/>
                  </a:lnTo>
                  <a:lnTo>
                    <a:pt x="299415" y="138303"/>
                  </a:lnTo>
                  <a:lnTo>
                    <a:pt x="298386" y="138049"/>
                  </a:lnTo>
                  <a:lnTo>
                    <a:pt x="291985" y="138455"/>
                  </a:lnTo>
                  <a:lnTo>
                    <a:pt x="290474" y="139026"/>
                  </a:lnTo>
                  <a:lnTo>
                    <a:pt x="290779" y="137274"/>
                  </a:lnTo>
                  <a:lnTo>
                    <a:pt x="290614" y="133527"/>
                  </a:lnTo>
                  <a:lnTo>
                    <a:pt x="290436" y="129794"/>
                  </a:lnTo>
                  <a:lnTo>
                    <a:pt x="289801" y="127533"/>
                  </a:lnTo>
                  <a:lnTo>
                    <a:pt x="289801" y="153949"/>
                  </a:lnTo>
                  <a:lnTo>
                    <a:pt x="256146" y="193205"/>
                  </a:lnTo>
                  <a:lnTo>
                    <a:pt x="244462" y="179590"/>
                  </a:lnTo>
                  <a:lnTo>
                    <a:pt x="247040" y="180200"/>
                  </a:lnTo>
                  <a:lnTo>
                    <a:pt x="253453" y="179793"/>
                  </a:lnTo>
                  <a:lnTo>
                    <a:pt x="254876" y="179260"/>
                  </a:lnTo>
                  <a:lnTo>
                    <a:pt x="254584" y="180987"/>
                  </a:lnTo>
                  <a:lnTo>
                    <a:pt x="254749" y="184721"/>
                  </a:lnTo>
                  <a:lnTo>
                    <a:pt x="254927" y="188455"/>
                  </a:lnTo>
                  <a:lnTo>
                    <a:pt x="255752" y="191439"/>
                  </a:lnTo>
                  <a:lnTo>
                    <a:pt x="257429" y="191338"/>
                  </a:lnTo>
                  <a:lnTo>
                    <a:pt x="257975" y="188264"/>
                  </a:lnTo>
                  <a:lnTo>
                    <a:pt x="257619" y="180797"/>
                  </a:lnTo>
                  <a:lnTo>
                    <a:pt x="257162" y="179120"/>
                  </a:lnTo>
                  <a:lnTo>
                    <a:pt x="258648" y="179463"/>
                  </a:lnTo>
                  <a:lnTo>
                    <a:pt x="261848" y="179260"/>
                  </a:lnTo>
                  <a:lnTo>
                    <a:pt x="265049" y="179070"/>
                  </a:lnTo>
                  <a:lnTo>
                    <a:pt x="267614" y="178104"/>
                  </a:lnTo>
                  <a:lnTo>
                    <a:pt x="267525" y="176149"/>
                  </a:lnTo>
                  <a:lnTo>
                    <a:pt x="264883" y="175514"/>
                  </a:lnTo>
                  <a:lnTo>
                    <a:pt x="258470" y="175920"/>
                  </a:lnTo>
                  <a:lnTo>
                    <a:pt x="256959" y="176491"/>
                  </a:lnTo>
                  <a:lnTo>
                    <a:pt x="257276" y="174739"/>
                  </a:lnTo>
                  <a:lnTo>
                    <a:pt x="257098" y="170992"/>
                  </a:lnTo>
                  <a:lnTo>
                    <a:pt x="256933" y="167259"/>
                  </a:lnTo>
                  <a:lnTo>
                    <a:pt x="256108" y="164274"/>
                  </a:lnTo>
                  <a:lnTo>
                    <a:pt x="254431" y="164376"/>
                  </a:lnTo>
                  <a:lnTo>
                    <a:pt x="253885" y="167449"/>
                  </a:lnTo>
                  <a:lnTo>
                    <a:pt x="254228" y="174917"/>
                  </a:lnTo>
                  <a:lnTo>
                    <a:pt x="254685" y="176593"/>
                  </a:lnTo>
                  <a:lnTo>
                    <a:pt x="253276" y="176250"/>
                  </a:lnTo>
                  <a:lnTo>
                    <a:pt x="250075" y="176441"/>
                  </a:lnTo>
                  <a:lnTo>
                    <a:pt x="246875" y="176644"/>
                  </a:lnTo>
                  <a:lnTo>
                    <a:pt x="244309" y="177609"/>
                  </a:lnTo>
                  <a:lnTo>
                    <a:pt x="244386" y="179514"/>
                  </a:lnTo>
                  <a:lnTo>
                    <a:pt x="211886" y="141592"/>
                  </a:lnTo>
                  <a:lnTo>
                    <a:pt x="214464" y="142189"/>
                  </a:lnTo>
                  <a:lnTo>
                    <a:pt x="220865" y="141795"/>
                  </a:lnTo>
                  <a:lnTo>
                    <a:pt x="222300" y="141262"/>
                  </a:lnTo>
                  <a:lnTo>
                    <a:pt x="222008" y="142976"/>
                  </a:lnTo>
                  <a:lnTo>
                    <a:pt x="222173" y="146710"/>
                  </a:lnTo>
                  <a:lnTo>
                    <a:pt x="222338" y="150456"/>
                  </a:lnTo>
                  <a:lnTo>
                    <a:pt x="223164" y="153441"/>
                  </a:lnTo>
                  <a:lnTo>
                    <a:pt x="224840" y="153339"/>
                  </a:lnTo>
                  <a:lnTo>
                    <a:pt x="225386" y="150266"/>
                  </a:lnTo>
                  <a:lnTo>
                    <a:pt x="225044" y="142786"/>
                  </a:lnTo>
                  <a:lnTo>
                    <a:pt x="224586" y="141122"/>
                  </a:lnTo>
                  <a:lnTo>
                    <a:pt x="226060" y="141465"/>
                  </a:lnTo>
                  <a:lnTo>
                    <a:pt x="229273" y="141262"/>
                  </a:lnTo>
                  <a:lnTo>
                    <a:pt x="232473" y="141058"/>
                  </a:lnTo>
                  <a:lnTo>
                    <a:pt x="235038" y="140093"/>
                  </a:lnTo>
                  <a:lnTo>
                    <a:pt x="234937" y="138137"/>
                  </a:lnTo>
                  <a:lnTo>
                    <a:pt x="232308" y="137515"/>
                  </a:lnTo>
                  <a:lnTo>
                    <a:pt x="225894" y="137909"/>
                  </a:lnTo>
                  <a:lnTo>
                    <a:pt x="224383" y="138480"/>
                  </a:lnTo>
                  <a:lnTo>
                    <a:pt x="224688" y="136728"/>
                  </a:lnTo>
                  <a:lnTo>
                    <a:pt x="224523" y="132994"/>
                  </a:lnTo>
                  <a:lnTo>
                    <a:pt x="224358" y="129247"/>
                  </a:lnTo>
                  <a:lnTo>
                    <a:pt x="223532" y="126263"/>
                  </a:lnTo>
                  <a:lnTo>
                    <a:pt x="223164" y="126288"/>
                  </a:lnTo>
                  <a:lnTo>
                    <a:pt x="254927" y="89242"/>
                  </a:lnTo>
                  <a:lnTo>
                    <a:pt x="254508" y="91617"/>
                  </a:lnTo>
                  <a:lnTo>
                    <a:pt x="254850" y="99098"/>
                  </a:lnTo>
                  <a:lnTo>
                    <a:pt x="255295" y="100761"/>
                  </a:lnTo>
                  <a:lnTo>
                    <a:pt x="253898" y="100418"/>
                  </a:lnTo>
                  <a:lnTo>
                    <a:pt x="250698" y="100622"/>
                  </a:lnTo>
                  <a:lnTo>
                    <a:pt x="247497" y="100825"/>
                  </a:lnTo>
                  <a:lnTo>
                    <a:pt x="244932" y="101777"/>
                  </a:lnTo>
                  <a:lnTo>
                    <a:pt x="245021" y="103746"/>
                  </a:lnTo>
                  <a:lnTo>
                    <a:pt x="247662" y="104368"/>
                  </a:lnTo>
                  <a:lnTo>
                    <a:pt x="254076" y="103974"/>
                  </a:lnTo>
                  <a:lnTo>
                    <a:pt x="255498" y="103441"/>
                  </a:lnTo>
                  <a:lnTo>
                    <a:pt x="255206" y="105156"/>
                  </a:lnTo>
                  <a:lnTo>
                    <a:pt x="255371" y="108889"/>
                  </a:lnTo>
                  <a:lnTo>
                    <a:pt x="255549" y="112636"/>
                  </a:lnTo>
                  <a:lnTo>
                    <a:pt x="256374" y="115620"/>
                  </a:lnTo>
                  <a:lnTo>
                    <a:pt x="258051" y="115506"/>
                  </a:lnTo>
                  <a:lnTo>
                    <a:pt x="258584" y="112445"/>
                  </a:lnTo>
                  <a:lnTo>
                    <a:pt x="258241" y="104965"/>
                  </a:lnTo>
                  <a:lnTo>
                    <a:pt x="257784" y="103289"/>
                  </a:lnTo>
                  <a:lnTo>
                    <a:pt x="259270" y="103644"/>
                  </a:lnTo>
                  <a:lnTo>
                    <a:pt x="262470" y="103441"/>
                  </a:lnTo>
                  <a:lnTo>
                    <a:pt x="265671" y="103238"/>
                  </a:lnTo>
                  <a:lnTo>
                    <a:pt x="268236" y="102273"/>
                  </a:lnTo>
                  <a:lnTo>
                    <a:pt x="268211" y="101930"/>
                  </a:lnTo>
                  <a:lnTo>
                    <a:pt x="289572" y="126822"/>
                  </a:lnTo>
                  <a:lnTo>
                    <a:pt x="287934" y="126911"/>
                  </a:lnTo>
                  <a:lnTo>
                    <a:pt x="287401" y="129984"/>
                  </a:lnTo>
                  <a:lnTo>
                    <a:pt x="287743" y="137452"/>
                  </a:lnTo>
                  <a:lnTo>
                    <a:pt x="288188" y="139128"/>
                  </a:lnTo>
                  <a:lnTo>
                    <a:pt x="286791" y="138785"/>
                  </a:lnTo>
                  <a:lnTo>
                    <a:pt x="283591" y="138976"/>
                  </a:lnTo>
                  <a:lnTo>
                    <a:pt x="280377" y="139179"/>
                  </a:lnTo>
                  <a:lnTo>
                    <a:pt x="277812" y="140144"/>
                  </a:lnTo>
                  <a:lnTo>
                    <a:pt x="277914" y="142100"/>
                  </a:lnTo>
                  <a:lnTo>
                    <a:pt x="280555" y="142735"/>
                  </a:lnTo>
                  <a:lnTo>
                    <a:pt x="286956" y="142328"/>
                  </a:lnTo>
                  <a:lnTo>
                    <a:pt x="288391" y="141795"/>
                  </a:lnTo>
                  <a:lnTo>
                    <a:pt x="288099" y="143522"/>
                  </a:lnTo>
                  <a:lnTo>
                    <a:pt x="288264" y="147256"/>
                  </a:lnTo>
                  <a:lnTo>
                    <a:pt x="288429" y="150990"/>
                  </a:lnTo>
                  <a:lnTo>
                    <a:pt x="289255" y="153974"/>
                  </a:lnTo>
                  <a:lnTo>
                    <a:pt x="289801" y="153949"/>
                  </a:lnTo>
                  <a:lnTo>
                    <a:pt x="289801" y="127533"/>
                  </a:lnTo>
                  <a:lnTo>
                    <a:pt x="289623" y="126885"/>
                  </a:lnTo>
                  <a:lnTo>
                    <a:pt x="299415" y="138303"/>
                  </a:lnTo>
                  <a:lnTo>
                    <a:pt x="299415" y="127647"/>
                  </a:lnTo>
                  <a:lnTo>
                    <a:pt x="266509" y="89268"/>
                  </a:lnTo>
                  <a:lnTo>
                    <a:pt x="266509" y="99936"/>
                  </a:lnTo>
                  <a:lnTo>
                    <a:pt x="265506" y="99695"/>
                  </a:lnTo>
                  <a:lnTo>
                    <a:pt x="259092" y="100088"/>
                  </a:lnTo>
                  <a:lnTo>
                    <a:pt x="257581" y="100660"/>
                  </a:lnTo>
                  <a:lnTo>
                    <a:pt x="257886" y="98907"/>
                  </a:lnTo>
                  <a:lnTo>
                    <a:pt x="257721" y="95173"/>
                  </a:lnTo>
                  <a:lnTo>
                    <a:pt x="257556" y="91427"/>
                  </a:lnTo>
                  <a:lnTo>
                    <a:pt x="256743" y="88531"/>
                  </a:lnTo>
                  <a:lnTo>
                    <a:pt x="266509" y="99936"/>
                  </a:lnTo>
                  <a:lnTo>
                    <a:pt x="266509" y="89268"/>
                  </a:lnTo>
                  <a:lnTo>
                    <a:pt x="265277" y="87820"/>
                  </a:lnTo>
                  <a:lnTo>
                    <a:pt x="256679" y="77800"/>
                  </a:lnTo>
                  <a:lnTo>
                    <a:pt x="256679" y="88455"/>
                  </a:lnTo>
                  <a:lnTo>
                    <a:pt x="255536" y="88531"/>
                  </a:lnTo>
                  <a:lnTo>
                    <a:pt x="256146" y="87820"/>
                  </a:lnTo>
                  <a:lnTo>
                    <a:pt x="256679" y="88455"/>
                  </a:lnTo>
                  <a:lnTo>
                    <a:pt x="256679" y="77800"/>
                  </a:lnTo>
                  <a:lnTo>
                    <a:pt x="256146" y="77165"/>
                  </a:lnTo>
                  <a:lnTo>
                    <a:pt x="222097" y="116878"/>
                  </a:lnTo>
                  <a:lnTo>
                    <a:pt x="222097" y="138582"/>
                  </a:lnTo>
                  <a:lnTo>
                    <a:pt x="220700" y="138239"/>
                  </a:lnTo>
                  <a:lnTo>
                    <a:pt x="217500" y="138442"/>
                  </a:lnTo>
                  <a:lnTo>
                    <a:pt x="214287" y="138645"/>
                  </a:lnTo>
                  <a:lnTo>
                    <a:pt x="211810" y="139573"/>
                  </a:lnTo>
                  <a:lnTo>
                    <a:pt x="211810" y="141503"/>
                  </a:lnTo>
                  <a:lnTo>
                    <a:pt x="210972" y="140512"/>
                  </a:lnTo>
                  <a:lnTo>
                    <a:pt x="211721" y="139649"/>
                  </a:lnTo>
                  <a:lnTo>
                    <a:pt x="211810" y="141503"/>
                  </a:lnTo>
                  <a:lnTo>
                    <a:pt x="211810" y="139573"/>
                  </a:lnTo>
                  <a:lnTo>
                    <a:pt x="221526" y="128206"/>
                  </a:lnTo>
                  <a:lnTo>
                    <a:pt x="221310" y="129438"/>
                  </a:lnTo>
                  <a:lnTo>
                    <a:pt x="221653" y="136918"/>
                  </a:lnTo>
                  <a:lnTo>
                    <a:pt x="222097" y="138582"/>
                  </a:lnTo>
                  <a:lnTo>
                    <a:pt x="222097" y="116878"/>
                  </a:lnTo>
                  <a:lnTo>
                    <a:pt x="201828" y="140512"/>
                  </a:lnTo>
                  <a:lnTo>
                    <a:pt x="256146" y="203860"/>
                  </a:lnTo>
                  <a:lnTo>
                    <a:pt x="265277" y="193205"/>
                  </a:lnTo>
                  <a:lnTo>
                    <a:pt x="310451" y="140512"/>
                  </a:lnTo>
                  <a:close/>
                </a:path>
                <a:path w="361315" h="282575">
                  <a:moveTo>
                    <a:pt x="360984" y="63347"/>
                  </a:moveTo>
                  <a:lnTo>
                    <a:pt x="351853" y="52705"/>
                  </a:lnTo>
                  <a:lnTo>
                    <a:pt x="351853" y="63347"/>
                  </a:lnTo>
                  <a:lnTo>
                    <a:pt x="341757" y="75133"/>
                  </a:lnTo>
                  <a:lnTo>
                    <a:pt x="342023" y="73647"/>
                  </a:lnTo>
                  <a:lnTo>
                    <a:pt x="341668" y="66167"/>
                  </a:lnTo>
                  <a:lnTo>
                    <a:pt x="341210" y="64490"/>
                  </a:lnTo>
                  <a:lnTo>
                    <a:pt x="342696" y="64833"/>
                  </a:lnTo>
                  <a:lnTo>
                    <a:pt x="345897" y="64643"/>
                  </a:lnTo>
                  <a:lnTo>
                    <a:pt x="349097" y="64439"/>
                  </a:lnTo>
                  <a:lnTo>
                    <a:pt x="351663" y="63474"/>
                  </a:lnTo>
                  <a:lnTo>
                    <a:pt x="351637" y="63106"/>
                  </a:lnTo>
                  <a:lnTo>
                    <a:pt x="351853" y="63347"/>
                  </a:lnTo>
                  <a:lnTo>
                    <a:pt x="351853" y="52705"/>
                  </a:lnTo>
                  <a:lnTo>
                    <a:pt x="349948" y="50482"/>
                  </a:lnTo>
                  <a:lnTo>
                    <a:pt x="349948" y="61150"/>
                  </a:lnTo>
                  <a:lnTo>
                    <a:pt x="348932" y="60896"/>
                  </a:lnTo>
                  <a:lnTo>
                    <a:pt x="342531" y="61290"/>
                  </a:lnTo>
                  <a:lnTo>
                    <a:pt x="341020" y="61861"/>
                  </a:lnTo>
                  <a:lnTo>
                    <a:pt x="341325" y="60109"/>
                  </a:lnTo>
                  <a:lnTo>
                    <a:pt x="341160" y="56375"/>
                  </a:lnTo>
                  <a:lnTo>
                    <a:pt x="340969" y="52628"/>
                  </a:lnTo>
                  <a:lnTo>
                    <a:pt x="340334" y="50342"/>
                  </a:lnTo>
                  <a:lnTo>
                    <a:pt x="340334" y="76796"/>
                  </a:lnTo>
                  <a:lnTo>
                    <a:pt x="306692" y="116039"/>
                  </a:lnTo>
                  <a:lnTo>
                    <a:pt x="295008" y="102425"/>
                  </a:lnTo>
                  <a:lnTo>
                    <a:pt x="297586" y="103035"/>
                  </a:lnTo>
                  <a:lnTo>
                    <a:pt x="303987" y="102641"/>
                  </a:lnTo>
                  <a:lnTo>
                    <a:pt x="305422" y="102108"/>
                  </a:lnTo>
                  <a:lnTo>
                    <a:pt x="305130" y="103822"/>
                  </a:lnTo>
                  <a:lnTo>
                    <a:pt x="305295" y="107556"/>
                  </a:lnTo>
                  <a:lnTo>
                    <a:pt x="305460" y="111302"/>
                  </a:lnTo>
                  <a:lnTo>
                    <a:pt x="306285" y="114287"/>
                  </a:lnTo>
                  <a:lnTo>
                    <a:pt x="307962" y="114173"/>
                  </a:lnTo>
                  <a:lnTo>
                    <a:pt x="308508" y="111112"/>
                  </a:lnTo>
                  <a:lnTo>
                    <a:pt x="308165" y="103632"/>
                  </a:lnTo>
                  <a:lnTo>
                    <a:pt x="307708" y="101955"/>
                  </a:lnTo>
                  <a:lnTo>
                    <a:pt x="309181" y="102298"/>
                  </a:lnTo>
                  <a:lnTo>
                    <a:pt x="312394" y="102108"/>
                  </a:lnTo>
                  <a:lnTo>
                    <a:pt x="315595" y="101904"/>
                  </a:lnTo>
                  <a:lnTo>
                    <a:pt x="318160" y="100939"/>
                  </a:lnTo>
                  <a:lnTo>
                    <a:pt x="318071" y="98983"/>
                  </a:lnTo>
                  <a:lnTo>
                    <a:pt x="315429" y="98361"/>
                  </a:lnTo>
                  <a:lnTo>
                    <a:pt x="309016" y="98755"/>
                  </a:lnTo>
                  <a:lnTo>
                    <a:pt x="307505" y="99326"/>
                  </a:lnTo>
                  <a:lnTo>
                    <a:pt x="307809" y="97574"/>
                  </a:lnTo>
                  <a:lnTo>
                    <a:pt x="307644" y="93840"/>
                  </a:lnTo>
                  <a:lnTo>
                    <a:pt x="307479" y="90093"/>
                  </a:lnTo>
                  <a:lnTo>
                    <a:pt x="306654" y="87109"/>
                  </a:lnTo>
                  <a:lnTo>
                    <a:pt x="304977" y="87210"/>
                  </a:lnTo>
                  <a:lnTo>
                    <a:pt x="304431" y="90284"/>
                  </a:lnTo>
                  <a:lnTo>
                    <a:pt x="304774" y="97764"/>
                  </a:lnTo>
                  <a:lnTo>
                    <a:pt x="305219" y="99428"/>
                  </a:lnTo>
                  <a:lnTo>
                    <a:pt x="303822" y="99085"/>
                  </a:lnTo>
                  <a:lnTo>
                    <a:pt x="300621" y="99288"/>
                  </a:lnTo>
                  <a:lnTo>
                    <a:pt x="297421" y="99479"/>
                  </a:lnTo>
                  <a:lnTo>
                    <a:pt x="294855" y="100444"/>
                  </a:lnTo>
                  <a:lnTo>
                    <a:pt x="294932" y="102349"/>
                  </a:lnTo>
                  <a:lnTo>
                    <a:pt x="262432" y="64427"/>
                  </a:lnTo>
                  <a:lnTo>
                    <a:pt x="264998" y="65024"/>
                  </a:lnTo>
                  <a:lnTo>
                    <a:pt x="271411" y="64630"/>
                  </a:lnTo>
                  <a:lnTo>
                    <a:pt x="272846" y="64096"/>
                  </a:lnTo>
                  <a:lnTo>
                    <a:pt x="272554" y="65811"/>
                  </a:lnTo>
                  <a:lnTo>
                    <a:pt x="272719" y="69557"/>
                  </a:lnTo>
                  <a:lnTo>
                    <a:pt x="272884" y="73291"/>
                  </a:lnTo>
                  <a:lnTo>
                    <a:pt x="273710" y="76276"/>
                  </a:lnTo>
                  <a:lnTo>
                    <a:pt x="275386" y="76174"/>
                  </a:lnTo>
                  <a:lnTo>
                    <a:pt x="275932" y="73101"/>
                  </a:lnTo>
                  <a:lnTo>
                    <a:pt x="275590" y="65633"/>
                  </a:lnTo>
                  <a:lnTo>
                    <a:pt x="275120" y="63944"/>
                  </a:lnTo>
                  <a:lnTo>
                    <a:pt x="276606" y="64300"/>
                  </a:lnTo>
                  <a:lnTo>
                    <a:pt x="279806" y="64096"/>
                  </a:lnTo>
                  <a:lnTo>
                    <a:pt x="283019" y="63906"/>
                  </a:lnTo>
                  <a:lnTo>
                    <a:pt x="285584" y="62941"/>
                  </a:lnTo>
                  <a:lnTo>
                    <a:pt x="285483" y="60985"/>
                  </a:lnTo>
                  <a:lnTo>
                    <a:pt x="282841" y="60350"/>
                  </a:lnTo>
                  <a:lnTo>
                    <a:pt x="276440" y="60744"/>
                  </a:lnTo>
                  <a:lnTo>
                    <a:pt x="274929" y="61315"/>
                  </a:lnTo>
                  <a:lnTo>
                    <a:pt x="275234" y="59563"/>
                  </a:lnTo>
                  <a:lnTo>
                    <a:pt x="275069" y="55829"/>
                  </a:lnTo>
                  <a:lnTo>
                    <a:pt x="274891" y="52095"/>
                  </a:lnTo>
                  <a:lnTo>
                    <a:pt x="274066" y="49110"/>
                  </a:lnTo>
                  <a:lnTo>
                    <a:pt x="273697" y="49136"/>
                  </a:lnTo>
                  <a:lnTo>
                    <a:pt x="305473" y="12090"/>
                  </a:lnTo>
                  <a:lnTo>
                    <a:pt x="305054" y="14465"/>
                  </a:lnTo>
                  <a:lnTo>
                    <a:pt x="305396" y="21932"/>
                  </a:lnTo>
                  <a:lnTo>
                    <a:pt x="305841" y="23596"/>
                  </a:lnTo>
                  <a:lnTo>
                    <a:pt x="304444" y="23253"/>
                  </a:lnTo>
                  <a:lnTo>
                    <a:pt x="301244" y="23456"/>
                  </a:lnTo>
                  <a:lnTo>
                    <a:pt x="298043" y="23660"/>
                  </a:lnTo>
                  <a:lnTo>
                    <a:pt x="295478" y="24625"/>
                  </a:lnTo>
                  <a:lnTo>
                    <a:pt x="295567" y="26581"/>
                  </a:lnTo>
                  <a:lnTo>
                    <a:pt x="298208" y="27203"/>
                  </a:lnTo>
                  <a:lnTo>
                    <a:pt x="304609" y="26809"/>
                  </a:lnTo>
                  <a:lnTo>
                    <a:pt x="306044" y="26276"/>
                  </a:lnTo>
                  <a:lnTo>
                    <a:pt x="305752" y="27990"/>
                  </a:lnTo>
                  <a:lnTo>
                    <a:pt x="305917" y="31737"/>
                  </a:lnTo>
                  <a:lnTo>
                    <a:pt x="306082" y="35471"/>
                  </a:lnTo>
                  <a:lnTo>
                    <a:pt x="306908" y="38455"/>
                  </a:lnTo>
                  <a:lnTo>
                    <a:pt x="308584" y="38354"/>
                  </a:lnTo>
                  <a:lnTo>
                    <a:pt x="309130" y="35280"/>
                  </a:lnTo>
                  <a:lnTo>
                    <a:pt x="308787" y="27813"/>
                  </a:lnTo>
                  <a:lnTo>
                    <a:pt x="308330" y="26136"/>
                  </a:lnTo>
                  <a:lnTo>
                    <a:pt x="309803" y="26479"/>
                  </a:lnTo>
                  <a:lnTo>
                    <a:pt x="313016" y="26276"/>
                  </a:lnTo>
                  <a:lnTo>
                    <a:pt x="316217" y="26085"/>
                  </a:lnTo>
                  <a:lnTo>
                    <a:pt x="318782" y="25120"/>
                  </a:lnTo>
                  <a:lnTo>
                    <a:pt x="318757" y="24777"/>
                  </a:lnTo>
                  <a:lnTo>
                    <a:pt x="340106" y="49657"/>
                  </a:lnTo>
                  <a:lnTo>
                    <a:pt x="338480" y="49758"/>
                  </a:lnTo>
                  <a:lnTo>
                    <a:pt x="337934" y="52819"/>
                  </a:lnTo>
                  <a:lnTo>
                    <a:pt x="338289" y="60299"/>
                  </a:lnTo>
                  <a:lnTo>
                    <a:pt x="338734" y="61963"/>
                  </a:lnTo>
                  <a:lnTo>
                    <a:pt x="337337" y="61620"/>
                  </a:lnTo>
                  <a:lnTo>
                    <a:pt x="334124" y="61823"/>
                  </a:lnTo>
                  <a:lnTo>
                    <a:pt x="330923" y="62014"/>
                  </a:lnTo>
                  <a:lnTo>
                    <a:pt x="328358" y="62979"/>
                  </a:lnTo>
                  <a:lnTo>
                    <a:pt x="328447" y="64935"/>
                  </a:lnTo>
                  <a:lnTo>
                    <a:pt x="331089" y="65570"/>
                  </a:lnTo>
                  <a:lnTo>
                    <a:pt x="337502" y="65176"/>
                  </a:lnTo>
                  <a:lnTo>
                    <a:pt x="338924" y="64643"/>
                  </a:lnTo>
                  <a:lnTo>
                    <a:pt x="338632" y="66357"/>
                  </a:lnTo>
                  <a:lnTo>
                    <a:pt x="338810" y="70091"/>
                  </a:lnTo>
                  <a:lnTo>
                    <a:pt x="338975" y="73837"/>
                  </a:lnTo>
                  <a:lnTo>
                    <a:pt x="339801" y="76822"/>
                  </a:lnTo>
                  <a:lnTo>
                    <a:pt x="340334" y="76796"/>
                  </a:lnTo>
                  <a:lnTo>
                    <a:pt x="340334" y="50342"/>
                  </a:lnTo>
                  <a:lnTo>
                    <a:pt x="340169" y="49733"/>
                  </a:lnTo>
                  <a:lnTo>
                    <a:pt x="349948" y="61150"/>
                  </a:lnTo>
                  <a:lnTo>
                    <a:pt x="349948" y="50482"/>
                  </a:lnTo>
                  <a:lnTo>
                    <a:pt x="317055" y="12115"/>
                  </a:lnTo>
                  <a:lnTo>
                    <a:pt x="317055" y="22771"/>
                  </a:lnTo>
                  <a:lnTo>
                    <a:pt x="316052" y="22529"/>
                  </a:lnTo>
                  <a:lnTo>
                    <a:pt x="309638" y="22936"/>
                  </a:lnTo>
                  <a:lnTo>
                    <a:pt x="308127" y="23507"/>
                  </a:lnTo>
                  <a:lnTo>
                    <a:pt x="308432" y="21742"/>
                  </a:lnTo>
                  <a:lnTo>
                    <a:pt x="308267" y="18008"/>
                  </a:lnTo>
                  <a:lnTo>
                    <a:pt x="308102" y="14274"/>
                  </a:lnTo>
                  <a:lnTo>
                    <a:pt x="307289" y="11379"/>
                  </a:lnTo>
                  <a:lnTo>
                    <a:pt x="317055" y="22771"/>
                  </a:lnTo>
                  <a:lnTo>
                    <a:pt x="317055" y="12115"/>
                  </a:lnTo>
                  <a:lnTo>
                    <a:pt x="315823" y="10668"/>
                  </a:lnTo>
                  <a:lnTo>
                    <a:pt x="307225" y="635"/>
                  </a:lnTo>
                  <a:lnTo>
                    <a:pt x="307225" y="11303"/>
                  </a:lnTo>
                  <a:lnTo>
                    <a:pt x="306095" y="11366"/>
                  </a:lnTo>
                  <a:lnTo>
                    <a:pt x="306692" y="10668"/>
                  </a:lnTo>
                  <a:lnTo>
                    <a:pt x="307225" y="11303"/>
                  </a:lnTo>
                  <a:lnTo>
                    <a:pt x="307225" y="635"/>
                  </a:lnTo>
                  <a:lnTo>
                    <a:pt x="306692" y="0"/>
                  </a:lnTo>
                  <a:lnTo>
                    <a:pt x="272643" y="39712"/>
                  </a:lnTo>
                  <a:lnTo>
                    <a:pt x="272643" y="61429"/>
                  </a:lnTo>
                  <a:lnTo>
                    <a:pt x="271246" y="61087"/>
                  </a:lnTo>
                  <a:lnTo>
                    <a:pt x="268046" y="61277"/>
                  </a:lnTo>
                  <a:lnTo>
                    <a:pt x="264833" y="61480"/>
                  </a:lnTo>
                  <a:lnTo>
                    <a:pt x="262356" y="62420"/>
                  </a:lnTo>
                  <a:lnTo>
                    <a:pt x="262356" y="64338"/>
                  </a:lnTo>
                  <a:lnTo>
                    <a:pt x="261518" y="63347"/>
                  </a:lnTo>
                  <a:lnTo>
                    <a:pt x="262267" y="62484"/>
                  </a:lnTo>
                  <a:lnTo>
                    <a:pt x="262356" y="64338"/>
                  </a:lnTo>
                  <a:lnTo>
                    <a:pt x="262356" y="62420"/>
                  </a:lnTo>
                  <a:lnTo>
                    <a:pt x="272072" y="51041"/>
                  </a:lnTo>
                  <a:lnTo>
                    <a:pt x="271856" y="52285"/>
                  </a:lnTo>
                  <a:lnTo>
                    <a:pt x="272199" y="59753"/>
                  </a:lnTo>
                  <a:lnTo>
                    <a:pt x="272643" y="61429"/>
                  </a:lnTo>
                  <a:lnTo>
                    <a:pt x="272643" y="39712"/>
                  </a:lnTo>
                  <a:lnTo>
                    <a:pt x="256159" y="58928"/>
                  </a:lnTo>
                  <a:lnTo>
                    <a:pt x="250825" y="52717"/>
                  </a:lnTo>
                  <a:lnTo>
                    <a:pt x="250825" y="63347"/>
                  </a:lnTo>
                  <a:lnTo>
                    <a:pt x="240715" y="75145"/>
                  </a:lnTo>
                  <a:lnTo>
                    <a:pt x="240982" y="73647"/>
                  </a:lnTo>
                  <a:lnTo>
                    <a:pt x="240639" y="66167"/>
                  </a:lnTo>
                  <a:lnTo>
                    <a:pt x="240169" y="64490"/>
                  </a:lnTo>
                  <a:lnTo>
                    <a:pt x="241655" y="64833"/>
                  </a:lnTo>
                  <a:lnTo>
                    <a:pt x="244856" y="64643"/>
                  </a:lnTo>
                  <a:lnTo>
                    <a:pt x="248069" y="64439"/>
                  </a:lnTo>
                  <a:lnTo>
                    <a:pt x="250634" y="63474"/>
                  </a:lnTo>
                  <a:lnTo>
                    <a:pt x="250609" y="63106"/>
                  </a:lnTo>
                  <a:lnTo>
                    <a:pt x="250825" y="63347"/>
                  </a:lnTo>
                  <a:lnTo>
                    <a:pt x="250825" y="52717"/>
                  </a:lnTo>
                  <a:lnTo>
                    <a:pt x="248920" y="50495"/>
                  </a:lnTo>
                  <a:lnTo>
                    <a:pt x="248920" y="61150"/>
                  </a:lnTo>
                  <a:lnTo>
                    <a:pt x="247904" y="60896"/>
                  </a:lnTo>
                  <a:lnTo>
                    <a:pt x="241490" y="61290"/>
                  </a:lnTo>
                  <a:lnTo>
                    <a:pt x="239979" y="61861"/>
                  </a:lnTo>
                  <a:lnTo>
                    <a:pt x="240284" y="60109"/>
                  </a:lnTo>
                  <a:lnTo>
                    <a:pt x="240118" y="56375"/>
                  </a:lnTo>
                  <a:lnTo>
                    <a:pt x="239953" y="52628"/>
                  </a:lnTo>
                  <a:lnTo>
                    <a:pt x="239293" y="50304"/>
                  </a:lnTo>
                  <a:lnTo>
                    <a:pt x="239293" y="76796"/>
                  </a:lnTo>
                  <a:lnTo>
                    <a:pt x="205651" y="116039"/>
                  </a:lnTo>
                  <a:lnTo>
                    <a:pt x="193954" y="102412"/>
                  </a:lnTo>
                  <a:lnTo>
                    <a:pt x="196545" y="103035"/>
                  </a:lnTo>
                  <a:lnTo>
                    <a:pt x="202958" y="102641"/>
                  </a:lnTo>
                  <a:lnTo>
                    <a:pt x="204381" y="102108"/>
                  </a:lnTo>
                  <a:lnTo>
                    <a:pt x="204089" y="103822"/>
                  </a:lnTo>
                  <a:lnTo>
                    <a:pt x="204254" y="107556"/>
                  </a:lnTo>
                  <a:lnTo>
                    <a:pt x="204431" y="111302"/>
                  </a:lnTo>
                  <a:lnTo>
                    <a:pt x="205257" y="114287"/>
                  </a:lnTo>
                  <a:lnTo>
                    <a:pt x="206933" y="114173"/>
                  </a:lnTo>
                  <a:lnTo>
                    <a:pt x="207479" y="111112"/>
                  </a:lnTo>
                  <a:lnTo>
                    <a:pt x="207124" y="103632"/>
                  </a:lnTo>
                  <a:lnTo>
                    <a:pt x="206667" y="101955"/>
                  </a:lnTo>
                  <a:lnTo>
                    <a:pt x="208153" y="102298"/>
                  </a:lnTo>
                  <a:lnTo>
                    <a:pt x="211353" y="102108"/>
                  </a:lnTo>
                  <a:lnTo>
                    <a:pt x="214553" y="101904"/>
                  </a:lnTo>
                  <a:lnTo>
                    <a:pt x="217119" y="100939"/>
                  </a:lnTo>
                  <a:lnTo>
                    <a:pt x="217030" y="98983"/>
                  </a:lnTo>
                  <a:lnTo>
                    <a:pt x="214388" y="98361"/>
                  </a:lnTo>
                  <a:lnTo>
                    <a:pt x="207987" y="98755"/>
                  </a:lnTo>
                  <a:lnTo>
                    <a:pt x="206476" y="99326"/>
                  </a:lnTo>
                  <a:lnTo>
                    <a:pt x="206781" y="97574"/>
                  </a:lnTo>
                  <a:lnTo>
                    <a:pt x="206603" y="93840"/>
                  </a:lnTo>
                  <a:lnTo>
                    <a:pt x="206438" y="90093"/>
                  </a:lnTo>
                  <a:lnTo>
                    <a:pt x="205613" y="87109"/>
                  </a:lnTo>
                  <a:lnTo>
                    <a:pt x="203936" y="87210"/>
                  </a:lnTo>
                  <a:lnTo>
                    <a:pt x="203390" y="90284"/>
                  </a:lnTo>
                  <a:lnTo>
                    <a:pt x="203733" y="97764"/>
                  </a:lnTo>
                  <a:lnTo>
                    <a:pt x="204177" y="99428"/>
                  </a:lnTo>
                  <a:lnTo>
                    <a:pt x="202793" y="99085"/>
                  </a:lnTo>
                  <a:lnTo>
                    <a:pt x="199580" y="99288"/>
                  </a:lnTo>
                  <a:lnTo>
                    <a:pt x="196380" y="99479"/>
                  </a:lnTo>
                  <a:lnTo>
                    <a:pt x="193814" y="100444"/>
                  </a:lnTo>
                  <a:lnTo>
                    <a:pt x="193903" y="102362"/>
                  </a:lnTo>
                  <a:lnTo>
                    <a:pt x="161391" y="64427"/>
                  </a:lnTo>
                  <a:lnTo>
                    <a:pt x="163969" y="65024"/>
                  </a:lnTo>
                  <a:lnTo>
                    <a:pt x="170370" y="64630"/>
                  </a:lnTo>
                  <a:lnTo>
                    <a:pt x="171805" y="64096"/>
                  </a:lnTo>
                  <a:lnTo>
                    <a:pt x="171513" y="65811"/>
                  </a:lnTo>
                  <a:lnTo>
                    <a:pt x="171678" y="69557"/>
                  </a:lnTo>
                  <a:lnTo>
                    <a:pt x="171843" y="73291"/>
                  </a:lnTo>
                  <a:lnTo>
                    <a:pt x="172669" y="76276"/>
                  </a:lnTo>
                  <a:lnTo>
                    <a:pt x="174345" y="76174"/>
                  </a:lnTo>
                  <a:lnTo>
                    <a:pt x="174891" y="73101"/>
                  </a:lnTo>
                  <a:lnTo>
                    <a:pt x="174548" y="65633"/>
                  </a:lnTo>
                  <a:lnTo>
                    <a:pt x="174078" y="63944"/>
                  </a:lnTo>
                  <a:lnTo>
                    <a:pt x="175564" y="64300"/>
                  </a:lnTo>
                  <a:lnTo>
                    <a:pt x="178777" y="64096"/>
                  </a:lnTo>
                  <a:lnTo>
                    <a:pt x="181978" y="63906"/>
                  </a:lnTo>
                  <a:lnTo>
                    <a:pt x="184543" y="62941"/>
                  </a:lnTo>
                  <a:lnTo>
                    <a:pt x="184454" y="60985"/>
                  </a:lnTo>
                  <a:lnTo>
                    <a:pt x="181813" y="60350"/>
                  </a:lnTo>
                  <a:lnTo>
                    <a:pt x="175399" y="60744"/>
                  </a:lnTo>
                  <a:lnTo>
                    <a:pt x="173888" y="61315"/>
                  </a:lnTo>
                  <a:lnTo>
                    <a:pt x="174193" y="59563"/>
                  </a:lnTo>
                  <a:lnTo>
                    <a:pt x="174028" y="55829"/>
                  </a:lnTo>
                  <a:lnTo>
                    <a:pt x="173863" y="52095"/>
                  </a:lnTo>
                  <a:lnTo>
                    <a:pt x="173037" y="49110"/>
                  </a:lnTo>
                  <a:lnTo>
                    <a:pt x="172656" y="49136"/>
                  </a:lnTo>
                  <a:lnTo>
                    <a:pt x="204431" y="12090"/>
                  </a:lnTo>
                  <a:lnTo>
                    <a:pt x="204012" y="14465"/>
                  </a:lnTo>
                  <a:lnTo>
                    <a:pt x="204355" y="21932"/>
                  </a:lnTo>
                  <a:lnTo>
                    <a:pt x="204800" y="23596"/>
                  </a:lnTo>
                  <a:lnTo>
                    <a:pt x="203415" y="23253"/>
                  </a:lnTo>
                  <a:lnTo>
                    <a:pt x="200202" y="23456"/>
                  </a:lnTo>
                  <a:lnTo>
                    <a:pt x="197002" y="23660"/>
                  </a:lnTo>
                  <a:lnTo>
                    <a:pt x="194437" y="24625"/>
                  </a:lnTo>
                  <a:lnTo>
                    <a:pt x="194525" y="26581"/>
                  </a:lnTo>
                  <a:lnTo>
                    <a:pt x="197167" y="27203"/>
                  </a:lnTo>
                  <a:lnTo>
                    <a:pt x="203581" y="26809"/>
                  </a:lnTo>
                  <a:lnTo>
                    <a:pt x="205003" y="26276"/>
                  </a:lnTo>
                  <a:lnTo>
                    <a:pt x="204711" y="27990"/>
                  </a:lnTo>
                  <a:lnTo>
                    <a:pt x="204876" y="31737"/>
                  </a:lnTo>
                  <a:lnTo>
                    <a:pt x="205054" y="35471"/>
                  </a:lnTo>
                  <a:lnTo>
                    <a:pt x="205879" y="38455"/>
                  </a:lnTo>
                  <a:lnTo>
                    <a:pt x="207556" y="38354"/>
                  </a:lnTo>
                  <a:lnTo>
                    <a:pt x="208102" y="35280"/>
                  </a:lnTo>
                  <a:lnTo>
                    <a:pt x="207746" y="27813"/>
                  </a:lnTo>
                  <a:lnTo>
                    <a:pt x="207289" y="26136"/>
                  </a:lnTo>
                  <a:lnTo>
                    <a:pt x="208775" y="26479"/>
                  </a:lnTo>
                  <a:lnTo>
                    <a:pt x="211975" y="26276"/>
                  </a:lnTo>
                  <a:lnTo>
                    <a:pt x="215176" y="26085"/>
                  </a:lnTo>
                  <a:lnTo>
                    <a:pt x="217741" y="25120"/>
                  </a:lnTo>
                  <a:lnTo>
                    <a:pt x="217716" y="24777"/>
                  </a:lnTo>
                  <a:lnTo>
                    <a:pt x="239064" y="49657"/>
                  </a:lnTo>
                  <a:lnTo>
                    <a:pt x="237439" y="49758"/>
                  </a:lnTo>
                  <a:lnTo>
                    <a:pt x="236905" y="52819"/>
                  </a:lnTo>
                  <a:lnTo>
                    <a:pt x="237248" y="60299"/>
                  </a:lnTo>
                  <a:lnTo>
                    <a:pt x="237693" y="61963"/>
                  </a:lnTo>
                  <a:lnTo>
                    <a:pt x="236296" y="61620"/>
                  </a:lnTo>
                  <a:lnTo>
                    <a:pt x="233095" y="61823"/>
                  </a:lnTo>
                  <a:lnTo>
                    <a:pt x="229882" y="62014"/>
                  </a:lnTo>
                  <a:lnTo>
                    <a:pt x="227317" y="62979"/>
                  </a:lnTo>
                  <a:lnTo>
                    <a:pt x="227418" y="64935"/>
                  </a:lnTo>
                  <a:lnTo>
                    <a:pt x="230060" y="65570"/>
                  </a:lnTo>
                  <a:lnTo>
                    <a:pt x="236461" y="65176"/>
                  </a:lnTo>
                  <a:lnTo>
                    <a:pt x="237896" y="64643"/>
                  </a:lnTo>
                  <a:lnTo>
                    <a:pt x="237604" y="66357"/>
                  </a:lnTo>
                  <a:lnTo>
                    <a:pt x="237769" y="70091"/>
                  </a:lnTo>
                  <a:lnTo>
                    <a:pt x="237934" y="73837"/>
                  </a:lnTo>
                  <a:lnTo>
                    <a:pt x="238760" y="76822"/>
                  </a:lnTo>
                  <a:lnTo>
                    <a:pt x="239293" y="76796"/>
                  </a:lnTo>
                  <a:lnTo>
                    <a:pt x="239293" y="50304"/>
                  </a:lnTo>
                  <a:lnTo>
                    <a:pt x="239128" y="49720"/>
                  </a:lnTo>
                  <a:lnTo>
                    <a:pt x="248920" y="61150"/>
                  </a:lnTo>
                  <a:lnTo>
                    <a:pt x="248920" y="50495"/>
                  </a:lnTo>
                  <a:lnTo>
                    <a:pt x="216014" y="12115"/>
                  </a:lnTo>
                  <a:lnTo>
                    <a:pt x="216014" y="22771"/>
                  </a:lnTo>
                  <a:lnTo>
                    <a:pt x="215011" y="22529"/>
                  </a:lnTo>
                  <a:lnTo>
                    <a:pt x="208610" y="22936"/>
                  </a:lnTo>
                  <a:lnTo>
                    <a:pt x="207086" y="23507"/>
                  </a:lnTo>
                  <a:lnTo>
                    <a:pt x="207403" y="21742"/>
                  </a:lnTo>
                  <a:lnTo>
                    <a:pt x="207225" y="18008"/>
                  </a:lnTo>
                  <a:lnTo>
                    <a:pt x="207060" y="14274"/>
                  </a:lnTo>
                  <a:lnTo>
                    <a:pt x="206248" y="11379"/>
                  </a:lnTo>
                  <a:lnTo>
                    <a:pt x="216014" y="22771"/>
                  </a:lnTo>
                  <a:lnTo>
                    <a:pt x="216014" y="12115"/>
                  </a:lnTo>
                  <a:lnTo>
                    <a:pt x="214782" y="10668"/>
                  </a:lnTo>
                  <a:lnTo>
                    <a:pt x="206184" y="635"/>
                  </a:lnTo>
                  <a:lnTo>
                    <a:pt x="206184" y="11303"/>
                  </a:lnTo>
                  <a:lnTo>
                    <a:pt x="205054" y="11366"/>
                  </a:lnTo>
                  <a:lnTo>
                    <a:pt x="205651" y="10668"/>
                  </a:lnTo>
                  <a:lnTo>
                    <a:pt x="206184" y="11303"/>
                  </a:lnTo>
                  <a:lnTo>
                    <a:pt x="206184" y="635"/>
                  </a:lnTo>
                  <a:lnTo>
                    <a:pt x="205651" y="0"/>
                  </a:lnTo>
                  <a:lnTo>
                    <a:pt x="171602" y="39712"/>
                  </a:lnTo>
                  <a:lnTo>
                    <a:pt x="171602" y="61429"/>
                  </a:lnTo>
                  <a:lnTo>
                    <a:pt x="170205" y="61087"/>
                  </a:lnTo>
                  <a:lnTo>
                    <a:pt x="167005" y="61277"/>
                  </a:lnTo>
                  <a:lnTo>
                    <a:pt x="163804" y="61480"/>
                  </a:lnTo>
                  <a:lnTo>
                    <a:pt x="161315" y="62433"/>
                  </a:lnTo>
                  <a:lnTo>
                    <a:pt x="161315" y="64338"/>
                  </a:lnTo>
                  <a:lnTo>
                    <a:pt x="160477" y="63347"/>
                  </a:lnTo>
                  <a:lnTo>
                    <a:pt x="161239" y="62458"/>
                  </a:lnTo>
                  <a:lnTo>
                    <a:pt x="161315" y="64338"/>
                  </a:lnTo>
                  <a:lnTo>
                    <a:pt x="161315" y="62433"/>
                  </a:lnTo>
                  <a:lnTo>
                    <a:pt x="171030" y="51041"/>
                  </a:lnTo>
                  <a:lnTo>
                    <a:pt x="170815" y="52285"/>
                  </a:lnTo>
                  <a:lnTo>
                    <a:pt x="171157" y="59753"/>
                  </a:lnTo>
                  <a:lnTo>
                    <a:pt x="171602" y="61429"/>
                  </a:lnTo>
                  <a:lnTo>
                    <a:pt x="171602" y="39712"/>
                  </a:lnTo>
                  <a:lnTo>
                    <a:pt x="151333" y="63347"/>
                  </a:lnTo>
                  <a:lnTo>
                    <a:pt x="205651" y="126695"/>
                  </a:lnTo>
                  <a:lnTo>
                    <a:pt x="214782" y="116039"/>
                  </a:lnTo>
                  <a:lnTo>
                    <a:pt x="256159" y="67779"/>
                  </a:lnTo>
                  <a:lnTo>
                    <a:pt x="306692" y="126695"/>
                  </a:lnTo>
                  <a:lnTo>
                    <a:pt x="315823" y="116039"/>
                  </a:lnTo>
                  <a:lnTo>
                    <a:pt x="360984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3" name="object 2073" descr=""/>
            <p:cNvSpPr/>
            <p:nvPr/>
          </p:nvSpPr>
          <p:spPr>
            <a:xfrm>
              <a:off x="7175995" y="7219473"/>
              <a:ext cx="310515" cy="204470"/>
            </a:xfrm>
            <a:custGeom>
              <a:avLst/>
              <a:gdLst/>
              <a:ahLst/>
              <a:cxnLst/>
              <a:rect l="l" t="t" r="r" b="b"/>
              <a:pathLst>
                <a:path w="310515" h="204470">
                  <a:moveTo>
                    <a:pt x="259956" y="63347"/>
                  </a:moveTo>
                  <a:lnTo>
                    <a:pt x="250825" y="52705"/>
                  </a:lnTo>
                  <a:lnTo>
                    <a:pt x="250825" y="63347"/>
                  </a:lnTo>
                  <a:lnTo>
                    <a:pt x="205651" y="116039"/>
                  </a:lnTo>
                  <a:lnTo>
                    <a:pt x="161391" y="64427"/>
                  </a:lnTo>
                  <a:lnTo>
                    <a:pt x="163969" y="65024"/>
                  </a:lnTo>
                  <a:lnTo>
                    <a:pt x="170370" y="64630"/>
                  </a:lnTo>
                  <a:lnTo>
                    <a:pt x="172935" y="63665"/>
                  </a:lnTo>
                  <a:lnTo>
                    <a:pt x="172885" y="62699"/>
                  </a:lnTo>
                  <a:lnTo>
                    <a:pt x="173659" y="62649"/>
                  </a:lnTo>
                  <a:lnTo>
                    <a:pt x="174193" y="59563"/>
                  </a:lnTo>
                  <a:lnTo>
                    <a:pt x="174028" y="55829"/>
                  </a:lnTo>
                  <a:lnTo>
                    <a:pt x="173863" y="52095"/>
                  </a:lnTo>
                  <a:lnTo>
                    <a:pt x="173037" y="49110"/>
                  </a:lnTo>
                  <a:lnTo>
                    <a:pt x="172656" y="49136"/>
                  </a:lnTo>
                  <a:lnTo>
                    <a:pt x="205651" y="10655"/>
                  </a:lnTo>
                  <a:lnTo>
                    <a:pt x="250825" y="63347"/>
                  </a:lnTo>
                  <a:lnTo>
                    <a:pt x="250825" y="52705"/>
                  </a:lnTo>
                  <a:lnTo>
                    <a:pt x="214782" y="10655"/>
                  </a:lnTo>
                  <a:lnTo>
                    <a:pt x="205651" y="0"/>
                  </a:lnTo>
                  <a:lnTo>
                    <a:pt x="171602" y="39725"/>
                  </a:lnTo>
                  <a:lnTo>
                    <a:pt x="171602" y="61417"/>
                  </a:lnTo>
                  <a:lnTo>
                    <a:pt x="170205" y="61074"/>
                  </a:lnTo>
                  <a:lnTo>
                    <a:pt x="167005" y="61277"/>
                  </a:lnTo>
                  <a:lnTo>
                    <a:pt x="163804" y="61480"/>
                  </a:lnTo>
                  <a:lnTo>
                    <a:pt x="161315" y="62433"/>
                  </a:lnTo>
                  <a:lnTo>
                    <a:pt x="161315" y="64338"/>
                  </a:lnTo>
                  <a:lnTo>
                    <a:pt x="160477" y="63347"/>
                  </a:lnTo>
                  <a:lnTo>
                    <a:pt x="161239" y="62458"/>
                  </a:lnTo>
                  <a:lnTo>
                    <a:pt x="161315" y="64338"/>
                  </a:lnTo>
                  <a:lnTo>
                    <a:pt x="161315" y="62433"/>
                  </a:lnTo>
                  <a:lnTo>
                    <a:pt x="171030" y="51041"/>
                  </a:lnTo>
                  <a:lnTo>
                    <a:pt x="170815" y="52273"/>
                  </a:lnTo>
                  <a:lnTo>
                    <a:pt x="171157" y="59753"/>
                  </a:lnTo>
                  <a:lnTo>
                    <a:pt x="171602" y="61417"/>
                  </a:lnTo>
                  <a:lnTo>
                    <a:pt x="171602" y="39725"/>
                  </a:lnTo>
                  <a:lnTo>
                    <a:pt x="155130" y="58928"/>
                  </a:lnTo>
                  <a:lnTo>
                    <a:pt x="149783" y="52692"/>
                  </a:lnTo>
                  <a:lnTo>
                    <a:pt x="149783" y="63347"/>
                  </a:lnTo>
                  <a:lnTo>
                    <a:pt x="139674" y="75145"/>
                  </a:lnTo>
                  <a:lnTo>
                    <a:pt x="139941" y="73647"/>
                  </a:lnTo>
                  <a:lnTo>
                    <a:pt x="139598" y="66167"/>
                  </a:lnTo>
                  <a:lnTo>
                    <a:pt x="139141" y="64490"/>
                  </a:lnTo>
                  <a:lnTo>
                    <a:pt x="140614" y="64833"/>
                  </a:lnTo>
                  <a:lnTo>
                    <a:pt x="143827" y="64643"/>
                  </a:lnTo>
                  <a:lnTo>
                    <a:pt x="147027" y="64439"/>
                  </a:lnTo>
                  <a:lnTo>
                    <a:pt x="149593" y="63474"/>
                  </a:lnTo>
                  <a:lnTo>
                    <a:pt x="149567" y="63106"/>
                  </a:lnTo>
                  <a:lnTo>
                    <a:pt x="149783" y="63347"/>
                  </a:lnTo>
                  <a:lnTo>
                    <a:pt x="149783" y="52692"/>
                  </a:lnTo>
                  <a:lnTo>
                    <a:pt x="147878" y="50469"/>
                  </a:lnTo>
                  <a:lnTo>
                    <a:pt x="147878" y="61137"/>
                  </a:lnTo>
                  <a:lnTo>
                    <a:pt x="146862" y="60883"/>
                  </a:lnTo>
                  <a:lnTo>
                    <a:pt x="140449" y="61290"/>
                  </a:lnTo>
                  <a:lnTo>
                    <a:pt x="138938" y="61861"/>
                  </a:lnTo>
                  <a:lnTo>
                    <a:pt x="139242" y="60109"/>
                  </a:lnTo>
                  <a:lnTo>
                    <a:pt x="139077" y="56362"/>
                  </a:lnTo>
                  <a:lnTo>
                    <a:pt x="138912" y="52628"/>
                  </a:lnTo>
                  <a:lnTo>
                    <a:pt x="138264" y="50330"/>
                  </a:lnTo>
                  <a:lnTo>
                    <a:pt x="138264" y="76784"/>
                  </a:lnTo>
                  <a:lnTo>
                    <a:pt x="104609" y="116039"/>
                  </a:lnTo>
                  <a:lnTo>
                    <a:pt x="92913" y="102412"/>
                  </a:lnTo>
                  <a:lnTo>
                    <a:pt x="95504" y="103035"/>
                  </a:lnTo>
                  <a:lnTo>
                    <a:pt x="101917" y="102628"/>
                  </a:lnTo>
                  <a:lnTo>
                    <a:pt x="103352" y="102095"/>
                  </a:lnTo>
                  <a:lnTo>
                    <a:pt x="103060" y="103822"/>
                  </a:lnTo>
                  <a:lnTo>
                    <a:pt x="103225" y="107556"/>
                  </a:lnTo>
                  <a:lnTo>
                    <a:pt x="103390" y="111290"/>
                  </a:lnTo>
                  <a:lnTo>
                    <a:pt x="104216" y="114274"/>
                  </a:lnTo>
                  <a:lnTo>
                    <a:pt x="105892" y="114173"/>
                  </a:lnTo>
                  <a:lnTo>
                    <a:pt x="106438" y="111112"/>
                  </a:lnTo>
                  <a:lnTo>
                    <a:pt x="106095" y="103632"/>
                  </a:lnTo>
                  <a:lnTo>
                    <a:pt x="105625" y="101955"/>
                  </a:lnTo>
                  <a:lnTo>
                    <a:pt x="107111" y="102298"/>
                  </a:lnTo>
                  <a:lnTo>
                    <a:pt x="110312" y="102108"/>
                  </a:lnTo>
                  <a:lnTo>
                    <a:pt x="113525" y="101904"/>
                  </a:lnTo>
                  <a:lnTo>
                    <a:pt x="116090" y="100939"/>
                  </a:lnTo>
                  <a:lnTo>
                    <a:pt x="115989" y="98983"/>
                  </a:lnTo>
                  <a:lnTo>
                    <a:pt x="113347" y="98348"/>
                  </a:lnTo>
                  <a:lnTo>
                    <a:pt x="106946" y="98755"/>
                  </a:lnTo>
                  <a:lnTo>
                    <a:pt x="105435" y="99326"/>
                  </a:lnTo>
                  <a:lnTo>
                    <a:pt x="105740" y="97574"/>
                  </a:lnTo>
                  <a:lnTo>
                    <a:pt x="105575" y="93827"/>
                  </a:lnTo>
                  <a:lnTo>
                    <a:pt x="105410" y="90093"/>
                  </a:lnTo>
                  <a:lnTo>
                    <a:pt x="104571" y="87109"/>
                  </a:lnTo>
                  <a:lnTo>
                    <a:pt x="102895" y="87210"/>
                  </a:lnTo>
                  <a:lnTo>
                    <a:pt x="102362" y="90284"/>
                  </a:lnTo>
                  <a:lnTo>
                    <a:pt x="102704" y="97764"/>
                  </a:lnTo>
                  <a:lnTo>
                    <a:pt x="103149" y="99428"/>
                  </a:lnTo>
                  <a:lnTo>
                    <a:pt x="101752" y="99085"/>
                  </a:lnTo>
                  <a:lnTo>
                    <a:pt x="98552" y="99288"/>
                  </a:lnTo>
                  <a:lnTo>
                    <a:pt x="95338" y="99479"/>
                  </a:lnTo>
                  <a:lnTo>
                    <a:pt x="92773" y="100444"/>
                  </a:lnTo>
                  <a:lnTo>
                    <a:pt x="92862" y="102362"/>
                  </a:lnTo>
                  <a:lnTo>
                    <a:pt x="60350" y="64427"/>
                  </a:lnTo>
                  <a:lnTo>
                    <a:pt x="62928" y="65024"/>
                  </a:lnTo>
                  <a:lnTo>
                    <a:pt x="69342" y="64630"/>
                  </a:lnTo>
                  <a:lnTo>
                    <a:pt x="70764" y="64096"/>
                  </a:lnTo>
                  <a:lnTo>
                    <a:pt x="70472" y="65811"/>
                  </a:lnTo>
                  <a:lnTo>
                    <a:pt x="70637" y="69545"/>
                  </a:lnTo>
                  <a:lnTo>
                    <a:pt x="70815" y="73291"/>
                  </a:lnTo>
                  <a:lnTo>
                    <a:pt x="71640" y="76276"/>
                  </a:lnTo>
                  <a:lnTo>
                    <a:pt x="73317" y="76174"/>
                  </a:lnTo>
                  <a:lnTo>
                    <a:pt x="73850" y="73101"/>
                  </a:lnTo>
                  <a:lnTo>
                    <a:pt x="73507" y="65620"/>
                  </a:lnTo>
                  <a:lnTo>
                    <a:pt x="73050" y="63944"/>
                  </a:lnTo>
                  <a:lnTo>
                    <a:pt x="74536" y="64300"/>
                  </a:lnTo>
                  <a:lnTo>
                    <a:pt x="77736" y="64096"/>
                  </a:lnTo>
                  <a:lnTo>
                    <a:pt x="80937" y="63893"/>
                  </a:lnTo>
                  <a:lnTo>
                    <a:pt x="83502" y="62941"/>
                  </a:lnTo>
                  <a:lnTo>
                    <a:pt x="83413" y="60972"/>
                  </a:lnTo>
                  <a:lnTo>
                    <a:pt x="80772" y="60350"/>
                  </a:lnTo>
                  <a:lnTo>
                    <a:pt x="74358" y="60744"/>
                  </a:lnTo>
                  <a:lnTo>
                    <a:pt x="72847" y="61315"/>
                  </a:lnTo>
                  <a:lnTo>
                    <a:pt x="73152" y="59563"/>
                  </a:lnTo>
                  <a:lnTo>
                    <a:pt x="72986" y="55829"/>
                  </a:lnTo>
                  <a:lnTo>
                    <a:pt x="72821" y="52095"/>
                  </a:lnTo>
                  <a:lnTo>
                    <a:pt x="71996" y="49110"/>
                  </a:lnTo>
                  <a:lnTo>
                    <a:pt x="71615" y="49136"/>
                  </a:lnTo>
                  <a:lnTo>
                    <a:pt x="103390" y="12077"/>
                  </a:lnTo>
                  <a:lnTo>
                    <a:pt x="102984" y="14452"/>
                  </a:lnTo>
                  <a:lnTo>
                    <a:pt x="103327" y="21932"/>
                  </a:lnTo>
                  <a:lnTo>
                    <a:pt x="103771" y="23596"/>
                  </a:lnTo>
                  <a:lnTo>
                    <a:pt x="102374" y="23253"/>
                  </a:lnTo>
                  <a:lnTo>
                    <a:pt x="99174" y="23456"/>
                  </a:lnTo>
                  <a:lnTo>
                    <a:pt x="95961" y="23660"/>
                  </a:lnTo>
                  <a:lnTo>
                    <a:pt x="93395" y="24612"/>
                  </a:lnTo>
                  <a:lnTo>
                    <a:pt x="93497" y="26581"/>
                  </a:lnTo>
                  <a:lnTo>
                    <a:pt x="96126" y="27203"/>
                  </a:lnTo>
                  <a:lnTo>
                    <a:pt x="102539" y="26809"/>
                  </a:lnTo>
                  <a:lnTo>
                    <a:pt x="103974" y="26276"/>
                  </a:lnTo>
                  <a:lnTo>
                    <a:pt x="103682" y="27990"/>
                  </a:lnTo>
                  <a:lnTo>
                    <a:pt x="103847" y="31737"/>
                  </a:lnTo>
                  <a:lnTo>
                    <a:pt x="104013" y="35471"/>
                  </a:lnTo>
                  <a:lnTo>
                    <a:pt x="104838" y="38455"/>
                  </a:lnTo>
                  <a:lnTo>
                    <a:pt x="106514" y="38354"/>
                  </a:lnTo>
                  <a:lnTo>
                    <a:pt x="107061" y="35280"/>
                  </a:lnTo>
                  <a:lnTo>
                    <a:pt x="106718" y="27800"/>
                  </a:lnTo>
                  <a:lnTo>
                    <a:pt x="106248" y="26123"/>
                  </a:lnTo>
                  <a:lnTo>
                    <a:pt x="107734" y="26479"/>
                  </a:lnTo>
                  <a:lnTo>
                    <a:pt x="110934" y="26276"/>
                  </a:lnTo>
                  <a:lnTo>
                    <a:pt x="114147" y="26073"/>
                  </a:lnTo>
                  <a:lnTo>
                    <a:pt x="116713" y="25120"/>
                  </a:lnTo>
                  <a:lnTo>
                    <a:pt x="116687" y="24777"/>
                  </a:lnTo>
                  <a:lnTo>
                    <a:pt x="138036" y="49657"/>
                  </a:lnTo>
                  <a:lnTo>
                    <a:pt x="136410" y="49745"/>
                  </a:lnTo>
                  <a:lnTo>
                    <a:pt x="135864" y="52819"/>
                  </a:lnTo>
                  <a:lnTo>
                    <a:pt x="136207" y="60286"/>
                  </a:lnTo>
                  <a:lnTo>
                    <a:pt x="136652" y="61963"/>
                  </a:lnTo>
                  <a:lnTo>
                    <a:pt x="135255" y="61620"/>
                  </a:lnTo>
                  <a:lnTo>
                    <a:pt x="132054" y="61823"/>
                  </a:lnTo>
                  <a:lnTo>
                    <a:pt x="128854" y="62014"/>
                  </a:lnTo>
                  <a:lnTo>
                    <a:pt x="126288" y="62979"/>
                  </a:lnTo>
                  <a:lnTo>
                    <a:pt x="126377" y="64935"/>
                  </a:lnTo>
                  <a:lnTo>
                    <a:pt x="129019" y="65570"/>
                  </a:lnTo>
                  <a:lnTo>
                    <a:pt x="135420" y="65163"/>
                  </a:lnTo>
                  <a:lnTo>
                    <a:pt x="136855" y="64630"/>
                  </a:lnTo>
                  <a:lnTo>
                    <a:pt x="136563" y="66357"/>
                  </a:lnTo>
                  <a:lnTo>
                    <a:pt x="136728" y="70091"/>
                  </a:lnTo>
                  <a:lnTo>
                    <a:pt x="136893" y="73825"/>
                  </a:lnTo>
                  <a:lnTo>
                    <a:pt x="137718" y="76809"/>
                  </a:lnTo>
                  <a:lnTo>
                    <a:pt x="138264" y="76784"/>
                  </a:lnTo>
                  <a:lnTo>
                    <a:pt x="138264" y="50330"/>
                  </a:lnTo>
                  <a:lnTo>
                    <a:pt x="138099" y="49733"/>
                  </a:lnTo>
                  <a:lnTo>
                    <a:pt x="147878" y="61137"/>
                  </a:lnTo>
                  <a:lnTo>
                    <a:pt x="147878" y="50469"/>
                  </a:lnTo>
                  <a:lnTo>
                    <a:pt x="114973" y="12077"/>
                  </a:lnTo>
                  <a:lnTo>
                    <a:pt x="114973" y="22771"/>
                  </a:lnTo>
                  <a:lnTo>
                    <a:pt x="113969" y="22529"/>
                  </a:lnTo>
                  <a:lnTo>
                    <a:pt x="107569" y="22923"/>
                  </a:lnTo>
                  <a:lnTo>
                    <a:pt x="106057" y="23495"/>
                  </a:lnTo>
                  <a:lnTo>
                    <a:pt x="106362" y="21742"/>
                  </a:lnTo>
                  <a:lnTo>
                    <a:pt x="106197" y="18008"/>
                  </a:lnTo>
                  <a:lnTo>
                    <a:pt x="106019" y="14262"/>
                  </a:lnTo>
                  <a:lnTo>
                    <a:pt x="105206" y="11366"/>
                  </a:lnTo>
                  <a:lnTo>
                    <a:pt x="114973" y="22771"/>
                  </a:lnTo>
                  <a:lnTo>
                    <a:pt x="114973" y="12077"/>
                  </a:lnTo>
                  <a:lnTo>
                    <a:pt x="113753" y="10655"/>
                  </a:lnTo>
                  <a:lnTo>
                    <a:pt x="105156" y="647"/>
                  </a:lnTo>
                  <a:lnTo>
                    <a:pt x="105156" y="11303"/>
                  </a:lnTo>
                  <a:lnTo>
                    <a:pt x="104000" y="11366"/>
                  </a:lnTo>
                  <a:lnTo>
                    <a:pt x="104609" y="10655"/>
                  </a:lnTo>
                  <a:lnTo>
                    <a:pt x="105156" y="11303"/>
                  </a:lnTo>
                  <a:lnTo>
                    <a:pt x="105156" y="647"/>
                  </a:lnTo>
                  <a:lnTo>
                    <a:pt x="104609" y="0"/>
                  </a:lnTo>
                  <a:lnTo>
                    <a:pt x="70561" y="39725"/>
                  </a:lnTo>
                  <a:lnTo>
                    <a:pt x="70561" y="61417"/>
                  </a:lnTo>
                  <a:lnTo>
                    <a:pt x="69164" y="61074"/>
                  </a:lnTo>
                  <a:lnTo>
                    <a:pt x="65963" y="61277"/>
                  </a:lnTo>
                  <a:lnTo>
                    <a:pt x="62763" y="61480"/>
                  </a:lnTo>
                  <a:lnTo>
                    <a:pt x="60274" y="62433"/>
                  </a:lnTo>
                  <a:lnTo>
                    <a:pt x="60274" y="64338"/>
                  </a:lnTo>
                  <a:lnTo>
                    <a:pt x="59436" y="63347"/>
                  </a:lnTo>
                  <a:lnTo>
                    <a:pt x="60198" y="62458"/>
                  </a:lnTo>
                  <a:lnTo>
                    <a:pt x="60274" y="64338"/>
                  </a:lnTo>
                  <a:lnTo>
                    <a:pt x="60274" y="62433"/>
                  </a:lnTo>
                  <a:lnTo>
                    <a:pt x="69989" y="51041"/>
                  </a:lnTo>
                  <a:lnTo>
                    <a:pt x="69773" y="52273"/>
                  </a:lnTo>
                  <a:lnTo>
                    <a:pt x="70116" y="59753"/>
                  </a:lnTo>
                  <a:lnTo>
                    <a:pt x="70561" y="61417"/>
                  </a:lnTo>
                  <a:lnTo>
                    <a:pt x="70561" y="39725"/>
                  </a:lnTo>
                  <a:lnTo>
                    <a:pt x="50304" y="63347"/>
                  </a:lnTo>
                  <a:lnTo>
                    <a:pt x="104609" y="126695"/>
                  </a:lnTo>
                  <a:lnTo>
                    <a:pt x="113753" y="116039"/>
                  </a:lnTo>
                  <a:lnTo>
                    <a:pt x="155130" y="67779"/>
                  </a:lnTo>
                  <a:lnTo>
                    <a:pt x="205651" y="126695"/>
                  </a:lnTo>
                  <a:lnTo>
                    <a:pt x="214782" y="116039"/>
                  </a:lnTo>
                  <a:lnTo>
                    <a:pt x="259956" y="63347"/>
                  </a:lnTo>
                  <a:close/>
                </a:path>
                <a:path w="310515" h="204470">
                  <a:moveTo>
                    <a:pt x="310451" y="140512"/>
                  </a:moveTo>
                  <a:lnTo>
                    <a:pt x="301320" y="129870"/>
                  </a:lnTo>
                  <a:lnTo>
                    <a:pt x="301320" y="140512"/>
                  </a:lnTo>
                  <a:lnTo>
                    <a:pt x="291198" y="152311"/>
                  </a:lnTo>
                  <a:lnTo>
                    <a:pt x="291477" y="150799"/>
                  </a:lnTo>
                  <a:lnTo>
                    <a:pt x="291134" y="143332"/>
                  </a:lnTo>
                  <a:lnTo>
                    <a:pt x="290664" y="141643"/>
                  </a:lnTo>
                  <a:lnTo>
                    <a:pt x="292150" y="141998"/>
                  </a:lnTo>
                  <a:lnTo>
                    <a:pt x="295351" y="141795"/>
                  </a:lnTo>
                  <a:lnTo>
                    <a:pt x="298564" y="141605"/>
                  </a:lnTo>
                  <a:lnTo>
                    <a:pt x="301129" y="140639"/>
                  </a:lnTo>
                  <a:lnTo>
                    <a:pt x="301104" y="140271"/>
                  </a:lnTo>
                  <a:lnTo>
                    <a:pt x="301320" y="140512"/>
                  </a:lnTo>
                  <a:lnTo>
                    <a:pt x="301320" y="129870"/>
                  </a:lnTo>
                  <a:lnTo>
                    <a:pt x="299415" y="127647"/>
                  </a:lnTo>
                  <a:lnTo>
                    <a:pt x="299415" y="138303"/>
                  </a:lnTo>
                  <a:lnTo>
                    <a:pt x="298386" y="138049"/>
                  </a:lnTo>
                  <a:lnTo>
                    <a:pt x="291985" y="138442"/>
                  </a:lnTo>
                  <a:lnTo>
                    <a:pt x="290474" y="139014"/>
                  </a:lnTo>
                  <a:lnTo>
                    <a:pt x="290779" y="137261"/>
                  </a:lnTo>
                  <a:lnTo>
                    <a:pt x="290614" y="133527"/>
                  </a:lnTo>
                  <a:lnTo>
                    <a:pt x="290436" y="129794"/>
                  </a:lnTo>
                  <a:lnTo>
                    <a:pt x="289801" y="127533"/>
                  </a:lnTo>
                  <a:lnTo>
                    <a:pt x="289801" y="153949"/>
                  </a:lnTo>
                  <a:lnTo>
                    <a:pt x="256146" y="193205"/>
                  </a:lnTo>
                  <a:lnTo>
                    <a:pt x="244462" y="179590"/>
                  </a:lnTo>
                  <a:lnTo>
                    <a:pt x="247040" y="180187"/>
                  </a:lnTo>
                  <a:lnTo>
                    <a:pt x="253453" y="179793"/>
                  </a:lnTo>
                  <a:lnTo>
                    <a:pt x="254876" y="179260"/>
                  </a:lnTo>
                  <a:lnTo>
                    <a:pt x="254584" y="180975"/>
                  </a:lnTo>
                  <a:lnTo>
                    <a:pt x="254749" y="184721"/>
                  </a:lnTo>
                  <a:lnTo>
                    <a:pt x="254927" y="188455"/>
                  </a:lnTo>
                  <a:lnTo>
                    <a:pt x="255752" y="191439"/>
                  </a:lnTo>
                  <a:lnTo>
                    <a:pt x="257429" y="191338"/>
                  </a:lnTo>
                  <a:lnTo>
                    <a:pt x="257975" y="188264"/>
                  </a:lnTo>
                  <a:lnTo>
                    <a:pt x="257619" y="180797"/>
                  </a:lnTo>
                  <a:lnTo>
                    <a:pt x="257149" y="179108"/>
                  </a:lnTo>
                  <a:lnTo>
                    <a:pt x="258648" y="179463"/>
                  </a:lnTo>
                  <a:lnTo>
                    <a:pt x="261848" y="179260"/>
                  </a:lnTo>
                  <a:lnTo>
                    <a:pt x="265049" y="179070"/>
                  </a:lnTo>
                  <a:lnTo>
                    <a:pt x="267614" y="178104"/>
                  </a:lnTo>
                  <a:lnTo>
                    <a:pt x="267525" y="176149"/>
                  </a:lnTo>
                  <a:lnTo>
                    <a:pt x="264883" y="175514"/>
                  </a:lnTo>
                  <a:lnTo>
                    <a:pt x="258470" y="175907"/>
                  </a:lnTo>
                  <a:lnTo>
                    <a:pt x="256959" y="176479"/>
                  </a:lnTo>
                  <a:lnTo>
                    <a:pt x="257276" y="174726"/>
                  </a:lnTo>
                  <a:lnTo>
                    <a:pt x="257098" y="170992"/>
                  </a:lnTo>
                  <a:lnTo>
                    <a:pt x="256933" y="167259"/>
                  </a:lnTo>
                  <a:lnTo>
                    <a:pt x="256108" y="164274"/>
                  </a:lnTo>
                  <a:lnTo>
                    <a:pt x="254431" y="164376"/>
                  </a:lnTo>
                  <a:lnTo>
                    <a:pt x="253885" y="167449"/>
                  </a:lnTo>
                  <a:lnTo>
                    <a:pt x="254228" y="174917"/>
                  </a:lnTo>
                  <a:lnTo>
                    <a:pt x="254685" y="176593"/>
                  </a:lnTo>
                  <a:lnTo>
                    <a:pt x="253276" y="176250"/>
                  </a:lnTo>
                  <a:lnTo>
                    <a:pt x="250075" y="176441"/>
                  </a:lnTo>
                  <a:lnTo>
                    <a:pt x="246875" y="176644"/>
                  </a:lnTo>
                  <a:lnTo>
                    <a:pt x="244309" y="177609"/>
                  </a:lnTo>
                  <a:lnTo>
                    <a:pt x="244386" y="179501"/>
                  </a:lnTo>
                  <a:lnTo>
                    <a:pt x="211874" y="141566"/>
                  </a:lnTo>
                  <a:lnTo>
                    <a:pt x="214464" y="142189"/>
                  </a:lnTo>
                  <a:lnTo>
                    <a:pt x="220865" y="141782"/>
                  </a:lnTo>
                  <a:lnTo>
                    <a:pt x="222300" y="141249"/>
                  </a:lnTo>
                  <a:lnTo>
                    <a:pt x="222008" y="142976"/>
                  </a:lnTo>
                  <a:lnTo>
                    <a:pt x="222173" y="146710"/>
                  </a:lnTo>
                  <a:lnTo>
                    <a:pt x="222338" y="150456"/>
                  </a:lnTo>
                  <a:lnTo>
                    <a:pt x="223164" y="153428"/>
                  </a:lnTo>
                  <a:lnTo>
                    <a:pt x="224840" y="153327"/>
                  </a:lnTo>
                  <a:lnTo>
                    <a:pt x="225386" y="150266"/>
                  </a:lnTo>
                  <a:lnTo>
                    <a:pt x="225044" y="142786"/>
                  </a:lnTo>
                  <a:lnTo>
                    <a:pt x="224586" y="141109"/>
                  </a:lnTo>
                  <a:lnTo>
                    <a:pt x="226060" y="141452"/>
                  </a:lnTo>
                  <a:lnTo>
                    <a:pt x="229273" y="141262"/>
                  </a:lnTo>
                  <a:lnTo>
                    <a:pt x="232473" y="141058"/>
                  </a:lnTo>
                  <a:lnTo>
                    <a:pt x="235038" y="140093"/>
                  </a:lnTo>
                  <a:lnTo>
                    <a:pt x="234937" y="138137"/>
                  </a:lnTo>
                  <a:lnTo>
                    <a:pt x="232308" y="137515"/>
                  </a:lnTo>
                  <a:lnTo>
                    <a:pt x="225894" y="137909"/>
                  </a:lnTo>
                  <a:lnTo>
                    <a:pt x="224383" y="138480"/>
                  </a:lnTo>
                  <a:lnTo>
                    <a:pt x="224688" y="136728"/>
                  </a:lnTo>
                  <a:lnTo>
                    <a:pt x="224523" y="132994"/>
                  </a:lnTo>
                  <a:lnTo>
                    <a:pt x="224358" y="129247"/>
                  </a:lnTo>
                  <a:lnTo>
                    <a:pt x="223532" y="126263"/>
                  </a:lnTo>
                  <a:lnTo>
                    <a:pt x="223164" y="126288"/>
                  </a:lnTo>
                  <a:lnTo>
                    <a:pt x="254927" y="89242"/>
                  </a:lnTo>
                  <a:lnTo>
                    <a:pt x="254508" y="91617"/>
                  </a:lnTo>
                  <a:lnTo>
                    <a:pt x="254850" y="99098"/>
                  </a:lnTo>
                  <a:lnTo>
                    <a:pt x="255295" y="100761"/>
                  </a:lnTo>
                  <a:lnTo>
                    <a:pt x="253898" y="100418"/>
                  </a:lnTo>
                  <a:lnTo>
                    <a:pt x="250698" y="100622"/>
                  </a:lnTo>
                  <a:lnTo>
                    <a:pt x="247497" y="100812"/>
                  </a:lnTo>
                  <a:lnTo>
                    <a:pt x="244932" y="101777"/>
                  </a:lnTo>
                  <a:lnTo>
                    <a:pt x="245021" y="103733"/>
                  </a:lnTo>
                  <a:lnTo>
                    <a:pt x="247662" y="104368"/>
                  </a:lnTo>
                  <a:lnTo>
                    <a:pt x="254076" y="103962"/>
                  </a:lnTo>
                  <a:lnTo>
                    <a:pt x="255498" y="103441"/>
                  </a:lnTo>
                  <a:lnTo>
                    <a:pt x="255206" y="105156"/>
                  </a:lnTo>
                  <a:lnTo>
                    <a:pt x="255371" y="108889"/>
                  </a:lnTo>
                  <a:lnTo>
                    <a:pt x="255549" y="112636"/>
                  </a:lnTo>
                  <a:lnTo>
                    <a:pt x="256374" y="115620"/>
                  </a:lnTo>
                  <a:lnTo>
                    <a:pt x="258051" y="115506"/>
                  </a:lnTo>
                  <a:lnTo>
                    <a:pt x="258584" y="112445"/>
                  </a:lnTo>
                  <a:lnTo>
                    <a:pt x="258241" y="104965"/>
                  </a:lnTo>
                  <a:lnTo>
                    <a:pt x="257784" y="103289"/>
                  </a:lnTo>
                  <a:lnTo>
                    <a:pt x="259270" y="103632"/>
                  </a:lnTo>
                  <a:lnTo>
                    <a:pt x="262470" y="103441"/>
                  </a:lnTo>
                  <a:lnTo>
                    <a:pt x="265671" y="103238"/>
                  </a:lnTo>
                  <a:lnTo>
                    <a:pt x="268236" y="102273"/>
                  </a:lnTo>
                  <a:lnTo>
                    <a:pt x="268211" y="101930"/>
                  </a:lnTo>
                  <a:lnTo>
                    <a:pt x="289572" y="126822"/>
                  </a:lnTo>
                  <a:lnTo>
                    <a:pt x="287934" y="126911"/>
                  </a:lnTo>
                  <a:lnTo>
                    <a:pt x="287401" y="129984"/>
                  </a:lnTo>
                  <a:lnTo>
                    <a:pt x="287743" y="137452"/>
                  </a:lnTo>
                  <a:lnTo>
                    <a:pt x="288188" y="139115"/>
                  </a:lnTo>
                  <a:lnTo>
                    <a:pt x="286791" y="138772"/>
                  </a:lnTo>
                  <a:lnTo>
                    <a:pt x="283591" y="138976"/>
                  </a:lnTo>
                  <a:lnTo>
                    <a:pt x="280377" y="139179"/>
                  </a:lnTo>
                  <a:lnTo>
                    <a:pt x="277812" y="140144"/>
                  </a:lnTo>
                  <a:lnTo>
                    <a:pt x="277914" y="142100"/>
                  </a:lnTo>
                  <a:lnTo>
                    <a:pt x="280555" y="142722"/>
                  </a:lnTo>
                  <a:lnTo>
                    <a:pt x="286956" y="142328"/>
                  </a:lnTo>
                  <a:lnTo>
                    <a:pt x="288391" y="141795"/>
                  </a:lnTo>
                  <a:lnTo>
                    <a:pt x="288099" y="143510"/>
                  </a:lnTo>
                  <a:lnTo>
                    <a:pt x="288264" y="147256"/>
                  </a:lnTo>
                  <a:lnTo>
                    <a:pt x="288429" y="150990"/>
                  </a:lnTo>
                  <a:lnTo>
                    <a:pt x="289255" y="153974"/>
                  </a:lnTo>
                  <a:lnTo>
                    <a:pt x="289801" y="153949"/>
                  </a:lnTo>
                  <a:lnTo>
                    <a:pt x="289801" y="127533"/>
                  </a:lnTo>
                  <a:lnTo>
                    <a:pt x="289623" y="126885"/>
                  </a:lnTo>
                  <a:lnTo>
                    <a:pt x="299415" y="138303"/>
                  </a:lnTo>
                  <a:lnTo>
                    <a:pt x="299415" y="127647"/>
                  </a:lnTo>
                  <a:lnTo>
                    <a:pt x="266509" y="89268"/>
                  </a:lnTo>
                  <a:lnTo>
                    <a:pt x="266509" y="99936"/>
                  </a:lnTo>
                  <a:lnTo>
                    <a:pt x="265506" y="99695"/>
                  </a:lnTo>
                  <a:lnTo>
                    <a:pt x="259092" y="100088"/>
                  </a:lnTo>
                  <a:lnTo>
                    <a:pt x="257581" y="100660"/>
                  </a:lnTo>
                  <a:lnTo>
                    <a:pt x="257886" y="98907"/>
                  </a:lnTo>
                  <a:lnTo>
                    <a:pt x="257721" y="95173"/>
                  </a:lnTo>
                  <a:lnTo>
                    <a:pt x="257556" y="91427"/>
                  </a:lnTo>
                  <a:lnTo>
                    <a:pt x="256743" y="88531"/>
                  </a:lnTo>
                  <a:lnTo>
                    <a:pt x="266509" y="99936"/>
                  </a:lnTo>
                  <a:lnTo>
                    <a:pt x="266509" y="89268"/>
                  </a:lnTo>
                  <a:lnTo>
                    <a:pt x="265277" y="87820"/>
                  </a:lnTo>
                  <a:lnTo>
                    <a:pt x="256679" y="77800"/>
                  </a:lnTo>
                  <a:lnTo>
                    <a:pt x="256679" y="88455"/>
                  </a:lnTo>
                  <a:lnTo>
                    <a:pt x="255549" y="88519"/>
                  </a:lnTo>
                  <a:lnTo>
                    <a:pt x="256146" y="87820"/>
                  </a:lnTo>
                  <a:lnTo>
                    <a:pt x="256679" y="88455"/>
                  </a:lnTo>
                  <a:lnTo>
                    <a:pt x="256679" y="77800"/>
                  </a:lnTo>
                  <a:lnTo>
                    <a:pt x="256146" y="77165"/>
                  </a:lnTo>
                  <a:lnTo>
                    <a:pt x="222097" y="116878"/>
                  </a:lnTo>
                  <a:lnTo>
                    <a:pt x="222097" y="138569"/>
                  </a:lnTo>
                  <a:lnTo>
                    <a:pt x="220700" y="138239"/>
                  </a:lnTo>
                  <a:lnTo>
                    <a:pt x="217500" y="138442"/>
                  </a:lnTo>
                  <a:lnTo>
                    <a:pt x="214287" y="138633"/>
                  </a:lnTo>
                  <a:lnTo>
                    <a:pt x="211810" y="139573"/>
                  </a:lnTo>
                  <a:lnTo>
                    <a:pt x="211810" y="141503"/>
                  </a:lnTo>
                  <a:lnTo>
                    <a:pt x="210972" y="140512"/>
                  </a:lnTo>
                  <a:lnTo>
                    <a:pt x="211721" y="139649"/>
                  </a:lnTo>
                  <a:lnTo>
                    <a:pt x="211810" y="141503"/>
                  </a:lnTo>
                  <a:lnTo>
                    <a:pt x="211810" y="139573"/>
                  </a:lnTo>
                  <a:lnTo>
                    <a:pt x="221526" y="128206"/>
                  </a:lnTo>
                  <a:lnTo>
                    <a:pt x="221310" y="129438"/>
                  </a:lnTo>
                  <a:lnTo>
                    <a:pt x="221653" y="136918"/>
                  </a:lnTo>
                  <a:lnTo>
                    <a:pt x="222097" y="138569"/>
                  </a:lnTo>
                  <a:lnTo>
                    <a:pt x="222097" y="116878"/>
                  </a:lnTo>
                  <a:lnTo>
                    <a:pt x="204952" y="136867"/>
                  </a:lnTo>
                  <a:lnTo>
                    <a:pt x="198958" y="129882"/>
                  </a:lnTo>
                  <a:lnTo>
                    <a:pt x="198958" y="140512"/>
                  </a:lnTo>
                  <a:lnTo>
                    <a:pt x="188861" y="152298"/>
                  </a:lnTo>
                  <a:lnTo>
                    <a:pt x="189128" y="150799"/>
                  </a:lnTo>
                  <a:lnTo>
                    <a:pt x="188772" y="143332"/>
                  </a:lnTo>
                  <a:lnTo>
                    <a:pt x="188302" y="141643"/>
                  </a:lnTo>
                  <a:lnTo>
                    <a:pt x="189801" y="141998"/>
                  </a:lnTo>
                  <a:lnTo>
                    <a:pt x="193001" y="141795"/>
                  </a:lnTo>
                  <a:lnTo>
                    <a:pt x="196202" y="141605"/>
                  </a:lnTo>
                  <a:lnTo>
                    <a:pt x="198767" y="140639"/>
                  </a:lnTo>
                  <a:lnTo>
                    <a:pt x="198742" y="140271"/>
                  </a:lnTo>
                  <a:lnTo>
                    <a:pt x="198958" y="140512"/>
                  </a:lnTo>
                  <a:lnTo>
                    <a:pt x="198958" y="129882"/>
                  </a:lnTo>
                  <a:lnTo>
                    <a:pt x="197053" y="127660"/>
                  </a:lnTo>
                  <a:lnTo>
                    <a:pt x="197053" y="138303"/>
                  </a:lnTo>
                  <a:lnTo>
                    <a:pt x="196037" y="138049"/>
                  </a:lnTo>
                  <a:lnTo>
                    <a:pt x="189636" y="138442"/>
                  </a:lnTo>
                  <a:lnTo>
                    <a:pt x="188112" y="139026"/>
                  </a:lnTo>
                  <a:lnTo>
                    <a:pt x="188417" y="137261"/>
                  </a:lnTo>
                  <a:lnTo>
                    <a:pt x="188252" y="133527"/>
                  </a:lnTo>
                  <a:lnTo>
                    <a:pt x="188087" y="129794"/>
                  </a:lnTo>
                  <a:lnTo>
                    <a:pt x="187439" y="127495"/>
                  </a:lnTo>
                  <a:lnTo>
                    <a:pt x="187439" y="153949"/>
                  </a:lnTo>
                  <a:lnTo>
                    <a:pt x="153797" y="193205"/>
                  </a:lnTo>
                  <a:lnTo>
                    <a:pt x="142100" y="179590"/>
                  </a:lnTo>
                  <a:lnTo>
                    <a:pt x="144691" y="180187"/>
                  </a:lnTo>
                  <a:lnTo>
                    <a:pt x="151091" y="179793"/>
                  </a:lnTo>
                  <a:lnTo>
                    <a:pt x="152527" y="179260"/>
                  </a:lnTo>
                  <a:lnTo>
                    <a:pt x="152234" y="180975"/>
                  </a:lnTo>
                  <a:lnTo>
                    <a:pt x="152400" y="184721"/>
                  </a:lnTo>
                  <a:lnTo>
                    <a:pt x="152565" y="188455"/>
                  </a:lnTo>
                  <a:lnTo>
                    <a:pt x="153390" y="191439"/>
                  </a:lnTo>
                  <a:lnTo>
                    <a:pt x="155067" y="191338"/>
                  </a:lnTo>
                  <a:lnTo>
                    <a:pt x="155613" y="188264"/>
                  </a:lnTo>
                  <a:lnTo>
                    <a:pt x="155270" y="180797"/>
                  </a:lnTo>
                  <a:lnTo>
                    <a:pt x="154800" y="179108"/>
                  </a:lnTo>
                  <a:lnTo>
                    <a:pt x="156286" y="179463"/>
                  </a:lnTo>
                  <a:lnTo>
                    <a:pt x="159499" y="179260"/>
                  </a:lnTo>
                  <a:lnTo>
                    <a:pt x="162699" y="179070"/>
                  </a:lnTo>
                  <a:lnTo>
                    <a:pt x="165265" y="178104"/>
                  </a:lnTo>
                  <a:lnTo>
                    <a:pt x="165163" y="176149"/>
                  </a:lnTo>
                  <a:lnTo>
                    <a:pt x="162534" y="175514"/>
                  </a:lnTo>
                  <a:lnTo>
                    <a:pt x="156121" y="175907"/>
                  </a:lnTo>
                  <a:lnTo>
                    <a:pt x="154609" y="176479"/>
                  </a:lnTo>
                  <a:lnTo>
                    <a:pt x="154914" y="174726"/>
                  </a:lnTo>
                  <a:lnTo>
                    <a:pt x="154749" y="170992"/>
                  </a:lnTo>
                  <a:lnTo>
                    <a:pt x="154584" y="167259"/>
                  </a:lnTo>
                  <a:lnTo>
                    <a:pt x="153758" y="164274"/>
                  </a:lnTo>
                  <a:lnTo>
                    <a:pt x="152082" y="164376"/>
                  </a:lnTo>
                  <a:lnTo>
                    <a:pt x="151536" y="167449"/>
                  </a:lnTo>
                  <a:lnTo>
                    <a:pt x="151879" y="174917"/>
                  </a:lnTo>
                  <a:lnTo>
                    <a:pt x="152323" y="176593"/>
                  </a:lnTo>
                  <a:lnTo>
                    <a:pt x="150926" y="176250"/>
                  </a:lnTo>
                  <a:lnTo>
                    <a:pt x="147726" y="176441"/>
                  </a:lnTo>
                  <a:lnTo>
                    <a:pt x="144526" y="176644"/>
                  </a:lnTo>
                  <a:lnTo>
                    <a:pt x="141960" y="177609"/>
                  </a:lnTo>
                  <a:lnTo>
                    <a:pt x="142036" y="179514"/>
                  </a:lnTo>
                  <a:lnTo>
                    <a:pt x="109524" y="141579"/>
                  </a:lnTo>
                  <a:lnTo>
                    <a:pt x="112102" y="142189"/>
                  </a:lnTo>
                  <a:lnTo>
                    <a:pt x="118516" y="141782"/>
                  </a:lnTo>
                  <a:lnTo>
                    <a:pt x="119951" y="141249"/>
                  </a:lnTo>
                  <a:lnTo>
                    <a:pt x="119646" y="142976"/>
                  </a:lnTo>
                  <a:lnTo>
                    <a:pt x="119824" y="146710"/>
                  </a:lnTo>
                  <a:lnTo>
                    <a:pt x="119989" y="150456"/>
                  </a:lnTo>
                  <a:lnTo>
                    <a:pt x="120815" y="153428"/>
                  </a:lnTo>
                  <a:lnTo>
                    <a:pt x="122491" y="153327"/>
                  </a:lnTo>
                  <a:lnTo>
                    <a:pt x="123037" y="150266"/>
                  </a:lnTo>
                  <a:lnTo>
                    <a:pt x="122694" y="142786"/>
                  </a:lnTo>
                  <a:lnTo>
                    <a:pt x="122224" y="141109"/>
                  </a:lnTo>
                  <a:lnTo>
                    <a:pt x="123710" y="141452"/>
                  </a:lnTo>
                  <a:lnTo>
                    <a:pt x="126911" y="141262"/>
                  </a:lnTo>
                  <a:lnTo>
                    <a:pt x="130111" y="141058"/>
                  </a:lnTo>
                  <a:lnTo>
                    <a:pt x="132676" y="140093"/>
                  </a:lnTo>
                  <a:lnTo>
                    <a:pt x="132588" y="138137"/>
                  </a:lnTo>
                  <a:lnTo>
                    <a:pt x="129946" y="137515"/>
                  </a:lnTo>
                  <a:lnTo>
                    <a:pt x="123545" y="137909"/>
                  </a:lnTo>
                  <a:lnTo>
                    <a:pt x="122034" y="138480"/>
                  </a:lnTo>
                  <a:lnTo>
                    <a:pt x="122339" y="136728"/>
                  </a:lnTo>
                  <a:lnTo>
                    <a:pt x="122174" y="132994"/>
                  </a:lnTo>
                  <a:lnTo>
                    <a:pt x="121996" y="129247"/>
                  </a:lnTo>
                  <a:lnTo>
                    <a:pt x="121170" y="126263"/>
                  </a:lnTo>
                  <a:lnTo>
                    <a:pt x="120815" y="126288"/>
                  </a:lnTo>
                  <a:lnTo>
                    <a:pt x="152577" y="89242"/>
                  </a:lnTo>
                  <a:lnTo>
                    <a:pt x="152158" y="91617"/>
                  </a:lnTo>
                  <a:lnTo>
                    <a:pt x="152501" y="99098"/>
                  </a:lnTo>
                  <a:lnTo>
                    <a:pt x="152946" y="100761"/>
                  </a:lnTo>
                  <a:lnTo>
                    <a:pt x="151549" y="100418"/>
                  </a:lnTo>
                  <a:lnTo>
                    <a:pt x="148348" y="100622"/>
                  </a:lnTo>
                  <a:lnTo>
                    <a:pt x="145148" y="100812"/>
                  </a:lnTo>
                  <a:lnTo>
                    <a:pt x="142582" y="101777"/>
                  </a:lnTo>
                  <a:lnTo>
                    <a:pt x="142671" y="103733"/>
                  </a:lnTo>
                  <a:lnTo>
                    <a:pt x="145313" y="104368"/>
                  </a:lnTo>
                  <a:lnTo>
                    <a:pt x="151714" y="103962"/>
                  </a:lnTo>
                  <a:lnTo>
                    <a:pt x="153149" y="103428"/>
                  </a:lnTo>
                  <a:lnTo>
                    <a:pt x="152857" y="105156"/>
                  </a:lnTo>
                  <a:lnTo>
                    <a:pt x="153022" y="108889"/>
                  </a:lnTo>
                  <a:lnTo>
                    <a:pt x="153187" y="112636"/>
                  </a:lnTo>
                  <a:lnTo>
                    <a:pt x="154012" y="115620"/>
                  </a:lnTo>
                  <a:lnTo>
                    <a:pt x="155689" y="115506"/>
                  </a:lnTo>
                  <a:lnTo>
                    <a:pt x="156235" y="112445"/>
                  </a:lnTo>
                  <a:lnTo>
                    <a:pt x="155892" y="104965"/>
                  </a:lnTo>
                  <a:lnTo>
                    <a:pt x="155435" y="103289"/>
                  </a:lnTo>
                  <a:lnTo>
                    <a:pt x="156908" y="103632"/>
                  </a:lnTo>
                  <a:lnTo>
                    <a:pt x="160121" y="103441"/>
                  </a:lnTo>
                  <a:lnTo>
                    <a:pt x="163322" y="103238"/>
                  </a:lnTo>
                  <a:lnTo>
                    <a:pt x="165887" y="102273"/>
                  </a:lnTo>
                  <a:lnTo>
                    <a:pt x="165862" y="101930"/>
                  </a:lnTo>
                  <a:lnTo>
                    <a:pt x="187210" y="126822"/>
                  </a:lnTo>
                  <a:lnTo>
                    <a:pt x="185585" y="126911"/>
                  </a:lnTo>
                  <a:lnTo>
                    <a:pt x="185039" y="129984"/>
                  </a:lnTo>
                  <a:lnTo>
                    <a:pt x="185381" y="137452"/>
                  </a:lnTo>
                  <a:lnTo>
                    <a:pt x="185826" y="139115"/>
                  </a:lnTo>
                  <a:lnTo>
                    <a:pt x="184442" y="138772"/>
                  </a:lnTo>
                  <a:lnTo>
                    <a:pt x="181229" y="138976"/>
                  </a:lnTo>
                  <a:lnTo>
                    <a:pt x="178028" y="139179"/>
                  </a:lnTo>
                  <a:lnTo>
                    <a:pt x="175463" y="140144"/>
                  </a:lnTo>
                  <a:lnTo>
                    <a:pt x="175552" y="142100"/>
                  </a:lnTo>
                  <a:lnTo>
                    <a:pt x="178193" y="142722"/>
                  </a:lnTo>
                  <a:lnTo>
                    <a:pt x="184607" y="142328"/>
                  </a:lnTo>
                  <a:lnTo>
                    <a:pt x="186029" y="141795"/>
                  </a:lnTo>
                  <a:lnTo>
                    <a:pt x="185737" y="143510"/>
                  </a:lnTo>
                  <a:lnTo>
                    <a:pt x="185902" y="147256"/>
                  </a:lnTo>
                  <a:lnTo>
                    <a:pt x="186080" y="150990"/>
                  </a:lnTo>
                  <a:lnTo>
                    <a:pt x="186905" y="153974"/>
                  </a:lnTo>
                  <a:lnTo>
                    <a:pt x="187439" y="153949"/>
                  </a:lnTo>
                  <a:lnTo>
                    <a:pt x="187439" y="127495"/>
                  </a:lnTo>
                  <a:lnTo>
                    <a:pt x="187274" y="126898"/>
                  </a:lnTo>
                  <a:lnTo>
                    <a:pt x="197053" y="138303"/>
                  </a:lnTo>
                  <a:lnTo>
                    <a:pt x="197053" y="127660"/>
                  </a:lnTo>
                  <a:lnTo>
                    <a:pt x="164160" y="89268"/>
                  </a:lnTo>
                  <a:lnTo>
                    <a:pt x="164160" y="99936"/>
                  </a:lnTo>
                  <a:lnTo>
                    <a:pt x="163156" y="99695"/>
                  </a:lnTo>
                  <a:lnTo>
                    <a:pt x="156743" y="100088"/>
                  </a:lnTo>
                  <a:lnTo>
                    <a:pt x="155232" y="100660"/>
                  </a:lnTo>
                  <a:lnTo>
                    <a:pt x="155536" y="98907"/>
                  </a:lnTo>
                  <a:lnTo>
                    <a:pt x="155371" y="95173"/>
                  </a:lnTo>
                  <a:lnTo>
                    <a:pt x="155206" y="91427"/>
                  </a:lnTo>
                  <a:lnTo>
                    <a:pt x="154393" y="88531"/>
                  </a:lnTo>
                  <a:lnTo>
                    <a:pt x="164160" y="99936"/>
                  </a:lnTo>
                  <a:lnTo>
                    <a:pt x="164160" y="89268"/>
                  </a:lnTo>
                  <a:lnTo>
                    <a:pt x="162928" y="87820"/>
                  </a:lnTo>
                  <a:lnTo>
                    <a:pt x="154330" y="77800"/>
                  </a:lnTo>
                  <a:lnTo>
                    <a:pt x="154330" y="88455"/>
                  </a:lnTo>
                  <a:lnTo>
                    <a:pt x="153200" y="88519"/>
                  </a:lnTo>
                  <a:lnTo>
                    <a:pt x="153797" y="87820"/>
                  </a:lnTo>
                  <a:lnTo>
                    <a:pt x="154330" y="88455"/>
                  </a:lnTo>
                  <a:lnTo>
                    <a:pt x="154330" y="77800"/>
                  </a:lnTo>
                  <a:lnTo>
                    <a:pt x="153797" y="77165"/>
                  </a:lnTo>
                  <a:lnTo>
                    <a:pt x="119748" y="116890"/>
                  </a:lnTo>
                  <a:lnTo>
                    <a:pt x="119748" y="138569"/>
                  </a:lnTo>
                  <a:lnTo>
                    <a:pt x="118351" y="138239"/>
                  </a:lnTo>
                  <a:lnTo>
                    <a:pt x="115138" y="138442"/>
                  </a:lnTo>
                  <a:lnTo>
                    <a:pt x="111937" y="138633"/>
                  </a:lnTo>
                  <a:lnTo>
                    <a:pt x="109461" y="139573"/>
                  </a:lnTo>
                  <a:lnTo>
                    <a:pt x="109461" y="141503"/>
                  </a:lnTo>
                  <a:lnTo>
                    <a:pt x="108623" y="140512"/>
                  </a:lnTo>
                  <a:lnTo>
                    <a:pt x="109372" y="139649"/>
                  </a:lnTo>
                  <a:lnTo>
                    <a:pt x="109461" y="141503"/>
                  </a:lnTo>
                  <a:lnTo>
                    <a:pt x="109461" y="139573"/>
                  </a:lnTo>
                  <a:lnTo>
                    <a:pt x="119164" y="128219"/>
                  </a:lnTo>
                  <a:lnTo>
                    <a:pt x="118948" y="129438"/>
                  </a:lnTo>
                  <a:lnTo>
                    <a:pt x="119303" y="136918"/>
                  </a:lnTo>
                  <a:lnTo>
                    <a:pt x="119748" y="138569"/>
                  </a:lnTo>
                  <a:lnTo>
                    <a:pt x="119748" y="116890"/>
                  </a:lnTo>
                  <a:lnTo>
                    <a:pt x="104051" y="135191"/>
                  </a:lnTo>
                  <a:lnTo>
                    <a:pt x="99479" y="129857"/>
                  </a:lnTo>
                  <a:lnTo>
                    <a:pt x="99479" y="140512"/>
                  </a:lnTo>
                  <a:lnTo>
                    <a:pt x="89369" y="152311"/>
                  </a:lnTo>
                  <a:lnTo>
                    <a:pt x="89649" y="150799"/>
                  </a:lnTo>
                  <a:lnTo>
                    <a:pt x="89293" y="143332"/>
                  </a:lnTo>
                  <a:lnTo>
                    <a:pt x="88823" y="141643"/>
                  </a:lnTo>
                  <a:lnTo>
                    <a:pt x="90322" y="141998"/>
                  </a:lnTo>
                  <a:lnTo>
                    <a:pt x="93522" y="141795"/>
                  </a:lnTo>
                  <a:lnTo>
                    <a:pt x="96723" y="141605"/>
                  </a:lnTo>
                  <a:lnTo>
                    <a:pt x="99288" y="140639"/>
                  </a:lnTo>
                  <a:lnTo>
                    <a:pt x="99263" y="140271"/>
                  </a:lnTo>
                  <a:lnTo>
                    <a:pt x="99479" y="140512"/>
                  </a:lnTo>
                  <a:lnTo>
                    <a:pt x="99479" y="129857"/>
                  </a:lnTo>
                  <a:lnTo>
                    <a:pt x="97574" y="127635"/>
                  </a:lnTo>
                  <a:lnTo>
                    <a:pt x="97574" y="138303"/>
                  </a:lnTo>
                  <a:lnTo>
                    <a:pt x="96558" y="138049"/>
                  </a:lnTo>
                  <a:lnTo>
                    <a:pt x="90157" y="138442"/>
                  </a:lnTo>
                  <a:lnTo>
                    <a:pt x="88646" y="139014"/>
                  </a:lnTo>
                  <a:lnTo>
                    <a:pt x="88950" y="137261"/>
                  </a:lnTo>
                  <a:lnTo>
                    <a:pt x="88773" y="133527"/>
                  </a:lnTo>
                  <a:lnTo>
                    <a:pt x="88607" y="129794"/>
                  </a:lnTo>
                  <a:lnTo>
                    <a:pt x="87972" y="127533"/>
                  </a:lnTo>
                  <a:lnTo>
                    <a:pt x="87972" y="153949"/>
                  </a:lnTo>
                  <a:lnTo>
                    <a:pt x="54317" y="193205"/>
                  </a:lnTo>
                  <a:lnTo>
                    <a:pt x="42621" y="179590"/>
                  </a:lnTo>
                  <a:lnTo>
                    <a:pt x="45212" y="180187"/>
                  </a:lnTo>
                  <a:lnTo>
                    <a:pt x="51625" y="179793"/>
                  </a:lnTo>
                  <a:lnTo>
                    <a:pt x="53047" y="179260"/>
                  </a:lnTo>
                  <a:lnTo>
                    <a:pt x="52755" y="180975"/>
                  </a:lnTo>
                  <a:lnTo>
                    <a:pt x="52920" y="184721"/>
                  </a:lnTo>
                  <a:lnTo>
                    <a:pt x="53086" y="188455"/>
                  </a:lnTo>
                  <a:lnTo>
                    <a:pt x="53911" y="191439"/>
                  </a:lnTo>
                  <a:lnTo>
                    <a:pt x="55587" y="191338"/>
                  </a:lnTo>
                  <a:lnTo>
                    <a:pt x="56134" y="188264"/>
                  </a:lnTo>
                  <a:lnTo>
                    <a:pt x="55791" y="180797"/>
                  </a:lnTo>
                  <a:lnTo>
                    <a:pt x="55321" y="179108"/>
                  </a:lnTo>
                  <a:lnTo>
                    <a:pt x="56807" y="179463"/>
                  </a:lnTo>
                  <a:lnTo>
                    <a:pt x="60020" y="179260"/>
                  </a:lnTo>
                  <a:lnTo>
                    <a:pt x="63220" y="179070"/>
                  </a:lnTo>
                  <a:lnTo>
                    <a:pt x="65786" y="178104"/>
                  </a:lnTo>
                  <a:lnTo>
                    <a:pt x="65697" y="176149"/>
                  </a:lnTo>
                  <a:lnTo>
                    <a:pt x="63055" y="175514"/>
                  </a:lnTo>
                  <a:lnTo>
                    <a:pt x="56642" y="175907"/>
                  </a:lnTo>
                  <a:lnTo>
                    <a:pt x="55130" y="176479"/>
                  </a:lnTo>
                  <a:lnTo>
                    <a:pt x="55435" y="174726"/>
                  </a:lnTo>
                  <a:lnTo>
                    <a:pt x="55270" y="170992"/>
                  </a:lnTo>
                  <a:lnTo>
                    <a:pt x="55105" y="167259"/>
                  </a:lnTo>
                  <a:lnTo>
                    <a:pt x="54279" y="164274"/>
                  </a:lnTo>
                  <a:lnTo>
                    <a:pt x="52603" y="164376"/>
                  </a:lnTo>
                  <a:lnTo>
                    <a:pt x="52057" y="167449"/>
                  </a:lnTo>
                  <a:lnTo>
                    <a:pt x="52400" y="174917"/>
                  </a:lnTo>
                  <a:lnTo>
                    <a:pt x="52844" y="176593"/>
                  </a:lnTo>
                  <a:lnTo>
                    <a:pt x="51447" y="176250"/>
                  </a:lnTo>
                  <a:lnTo>
                    <a:pt x="48247" y="176441"/>
                  </a:lnTo>
                  <a:lnTo>
                    <a:pt x="45046" y="176644"/>
                  </a:lnTo>
                  <a:lnTo>
                    <a:pt x="42481" y="177609"/>
                  </a:lnTo>
                  <a:lnTo>
                    <a:pt x="42557" y="179514"/>
                  </a:lnTo>
                  <a:lnTo>
                    <a:pt x="10045" y="141579"/>
                  </a:lnTo>
                  <a:lnTo>
                    <a:pt x="12623" y="142189"/>
                  </a:lnTo>
                  <a:lnTo>
                    <a:pt x="19037" y="141782"/>
                  </a:lnTo>
                  <a:lnTo>
                    <a:pt x="20472" y="141249"/>
                  </a:lnTo>
                  <a:lnTo>
                    <a:pt x="20180" y="142976"/>
                  </a:lnTo>
                  <a:lnTo>
                    <a:pt x="20345" y="146710"/>
                  </a:lnTo>
                  <a:lnTo>
                    <a:pt x="20510" y="150456"/>
                  </a:lnTo>
                  <a:lnTo>
                    <a:pt x="21336" y="153428"/>
                  </a:lnTo>
                  <a:lnTo>
                    <a:pt x="23012" y="153327"/>
                  </a:lnTo>
                  <a:lnTo>
                    <a:pt x="23558" y="150266"/>
                  </a:lnTo>
                  <a:lnTo>
                    <a:pt x="23215" y="142786"/>
                  </a:lnTo>
                  <a:lnTo>
                    <a:pt x="22745" y="141109"/>
                  </a:lnTo>
                  <a:lnTo>
                    <a:pt x="24231" y="141452"/>
                  </a:lnTo>
                  <a:lnTo>
                    <a:pt x="27432" y="141262"/>
                  </a:lnTo>
                  <a:lnTo>
                    <a:pt x="30645" y="141058"/>
                  </a:lnTo>
                  <a:lnTo>
                    <a:pt x="33210" y="140093"/>
                  </a:lnTo>
                  <a:lnTo>
                    <a:pt x="33108" y="138137"/>
                  </a:lnTo>
                  <a:lnTo>
                    <a:pt x="30467" y="137515"/>
                  </a:lnTo>
                  <a:lnTo>
                    <a:pt x="24066" y="137909"/>
                  </a:lnTo>
                  <a:lnTo>
                    <a:pt x="22555" y="138480"/>
                  </a:lnTo>
                  <a:lnTo>
                    <a:pt x="22860" y="136728"/>
                  </a:lnTo>
                  <a:lnTo>
                    <a:pt x="22694" y="132994"/>
                  </a:lnTo>
                  <a:lnTo>
                    <a:pt x="22517" y="129247"/>
                  </a:lnTo>
                  <a:lnTo>
                    <a:pt x="21691" y="126263"/>
                  </a:lnTo>
                  <a:lnTo>
                    <a:pt x="21336" y="126288"/>
                  </a:lnTo>
                  <a:lnTo>
                    <a:pt x="53098" y="89242"/>
                  </a:lnTo>
                  <a:lnTo>
                    <a:pt x="52679" y="91617"/>
                  </a:lnTo>
                  <a:lnTo>
                    <a:pt x="53022" y="99098"/>
                  </a:lnTo>
                  <a:lnTo>
                    <a:pt x="53467" y="100761"/>
                  </a:lnTo>
                  <a:lnTo>
                    <a:pt x="52070" y="100418"/>
                  </a:lnTo>
                  <a:lnTo>
                    <a:pt x="48869" y="100622"/>
                  </a:lnTo>
                  <a:lnTo>
                    <a:pt x="45669" y="100812"/>
                  </a:lnTo>
                  <a:lnTo>
                    <a:pt x="43103" y="101777"/>
                  </a:lnTo>
                  <a:lnTo>
                    <a:pt x="43192" y="103733"/>
                  </a:lnTo>
                  <a:lnTo>
                    <a:pt x="45834" y="104368"/>
                  </a:lnTo>
                  <a:lnTo>
                    <a:pt x="52235" y="103962"/>
                  </a:lnTo>
                  <a:lnTo>
                    <a:pt x="53670" y="103428"/>
                  </a:lnTo>
                  <a:lnTo>
                    <a:pt x="53378" y="105156"/>
                  </a:lnTo>
                  <a:lnTo>
                    <a:pt x="53543" y="108889"/>
                  </a:lnTo>
                  <a:lnTo>
                    <a:pt x="53708" y="112636"/>
                  </a:lnTo>
                  <a:lnTo>
                    <a:pt x="54533" y="115620"/>
                  </a:lnTo>
                  <a:lnTo>
                    <a:pt x="56210" y="115506"/>
                  </a:lnTo>
                  <a:lnTo>
                    <a:pt x="56756" y="112445"/>
                  </a:lnTo>
                  <a:lnTo>
                    <a:pt x="56413" y="104965"/>
                  </a:lnTo>
                  <a:lnTo>
                    <a:pt x="55956" y="103289"/>
                  </a:lnTo>
                  <a:lnTo>
                    <a:pt x="57429" y="103632"/>
                  </a:lnTo>
                  <a:lnTo>
                    <a:pt x="60642" y="103441"/>
                  </a:lnTo>
                  <a:lnTo>
                    <a:pt x="63842" y="103238"/>
                  </a:lnTo>
                  <a:lnTo>
                    <a:pt x="66408" y="102273"/>
                  </a:lnTo>
                  <a:lnTo>
                    <a:pt x="66382" y="101930"/>
                  </a:lnTo>
                  <a:lnTo>
                    <a:pt x="87731" y="126822"/>
                  </a:lnTo>
                  <a:lnTo>
                    <a:pt x="86106" y="126911"/>
                  </a:lnTo>
                  <a:lnTo>
                    <a:pt x="85559" y="129984"/>
                  </a:lnTo>
                  <a:lnTo>
                    <a:pt x="85915" y="137452"/>
                  </a:lnTo>
                  <a:lnTo>
                    <a:pt x="86360" y="139115"/>
                  </a:lnTo>
                  <a:lnTo>
                    <a:pt x="84963" y="138772"/>
                  </a:lnTo>
                  <a:lnTo>
                    <a:pt x="81749" y="138976"/>
                  </a:lnTo>
                  <a:lnTo>
                    <a:pt x="78549" y="139179"/>
                  </a:lnTo>
                  <a:lnTo>
                    <a:pt x="75984" y="140144"/>
                  </a:lnTo>
                  <a:lnTo>
                    <a:pt x="76073" y="142100"/>
                  </a:lnTo>
                  <a:lnTo>
                    <a:pt x="78714" y="142722"/>
                  </a:lnTo>
                  <a:lnTo>
                    <a:pt x="85128" y="142328"/>
                  </a:lnTo>
                  <a:lnTo>
                    <a:pt x="86550" y="141795"/>
                  </a:lnTo>
                  <a:lnTo>
                    <a:pt x="86258" y="143510"/>
                  </a:lnTo>
                  <a:lnTo>
                    <a:pt x="86423" y="147256"/>
                  </a:lnTo>
                  <a:lnTo>
                    <a:pt x="86601" y="150990"/>
                  </a:lnTo>
                  <a:lnTo>
                    <a:pt x="87426" y="153974"/>
                  </a:lnTo>
                  <a:lnTo>
                    <a:pt x="87972" y="153949"/>
                  </a:lnTo>
                  <a:lnTo>
                    <a:pt x="87972" y="127533"/>
                  </a:lnTo>
                  <a:lnTo>
                    <a:pt x="87795" y="126898"/>
                  </a:lnTo>
                  <a:lnTo>
                    <a:pt x="97574" y="138303"/>
                  </a:lnTo>
                  <a:lnTo>
                    <a:pt x="97574" y="127635"/>
                  </a:lnTo>
                  <a:lnTo>
                    <a:pt x="64681" y="89268"/>
                  </a:lnTo>
                  <a:lnTo>
                    <a:pt x="64681" y="99936"/>
                  </a:lnTo>
                  <a:lnTo>
                    <a:pt x="63677" y="99695"/>
                  </a:lnTo>
                  <a:lnTo>
                    <a:pt x="57264" y="100088"/>
                  </a:lnTo>
                  <a:lnTo>
                    <a:pt x="55753" y="100660"/>
                  </a:lnTo>
                  <a:lnTo>
                    <a:pt x="56057" y="98907"/>
                  </a:lnTo>
                  <a:lnTo>
                    <a:pt x="55892" y="95173"/>
                  </a:lnTo>
                  <a:lnTo>
                    <a:pt x="55714" y="91427"/>
                  </a:lnTo>
                  <a:lnTo>
                    <a:pt x="54914" y="88531"/>
                  </a:lnTo>
                  <a:lnTo>
                    <a:pt x="64681" y="99936"/>
                  </a:lnTo>
                  <a:lnTo>
                    <a:pt x="64681" y="89268"/>
                  </a:lnTo>
                  <a:lnTo>
                    <a:pt x="63449" y="87820"/>
                  </a:lnTo>
                  <a:lnTo>
                    <a:pt x="54851" y="77800"/>
                  </a:lnTo>
                  <a:lnTo>
                    <a:pt x="54851" y="88455"/>
                  </a:lnTo>
                  <a:lnTo>
                    <a:pt x="53721" y="88519"/>
                  </a:lnTo>
                  <a:lnTo>
                    <a:pt x="54317" y="87820"/>
                  </a:lnTo>
                  <a:lnTo>
                    <a:pt x="54851" y="88455"/>
                  </a:lnTo>
                  <a:lnTo>
                    <a:pt x="54851" y="77800"/>
                  </a:lnTo>
                  <a:lnTo>
                    <a:pt x="54317" y="77165"/>
                  </a:lnTo>
                  <a:lnTo>
                    <a:pt x="20269" y="116878"/>
                  </a:lnTo>
                  <a:lnTo>
                    <a:pt x="20269" y="138569"/>
                  </a:lnTo>
                  <a:lnTo>
                    <a:pt x="18872" y="138239"/>
                  </a:lnTo>
                  <a:lnTo>
                    <a:pt x="15671" y="138442"/>
                  </a:lnTo>
                  <a:lnTo>
                    <a:pt x="12458" y="138633"/>
                  </a:lnTo>
                  <a:lnTo>
                    <a:pt x="9982" y="139573"/>
                  </a:lnTo>
                  <a:lnTo>
                    <a:pt x="9982" y="141503"/>
                  </a:lnTo>
                  <a:lnTo>
                    <a:pt x="9144" y="140512"/>
                  </a:lnTo>
                  <a:lnTo>
                    <a:pt x="9893" y="139636"/>
                  </a:lnTo>
                  <a:lnTo>
                    <a:pt x="9982" y="141503"/>
                  </a:lnTo>
                  <a:lnTo>
                    <a:pt x="9982" y="139573"/>
                  </a:lnTo>
                  <a:lnTo>
                    <a:pt x="19685" y="128206"/>
                  </a:lnTo>
                  <a:lnTo>
                    <a:pt x="19481" y="129438"/>
                  </a:lnTo>
                  <a:lnTo>
                    <a:pt x="19824" y="136918"/>
                  </a:lnTo>
                  <a:lnTo>
                    <a:pt x="20269" y="138569"/>
                  </a:lnTo>
                  <a:lnTo>
                    <a:pt x="20269" y="116878"/>
                  </a:lnTo>
                  <a:lnTo>
                    <a:pt x="0" y="140512"/>
                  </a:lnTo>
                  <a:lnTo>
                    <a:pt x="54317" y="203860"/>
                  </a:lnTo>
                  <a:lnTo>
                    <a:pt x="63449" y="193205"/>
                  </a:lnTo>
                  <a:lnTo>
                    <a:pt x="104051" y="145846"/>
                  </a:lnTo>
                  <a:lnTo>
                    <a:pt x="153797" y="203860"/>
                  </a:lnTo>
                  <a:lnTo>
                    <a:pt x="162928" y="193205"/>
                  </a:lnTo>
                  <a:lnTo>
                    <a:pt x="204952" y="144170"/>
                  </a:lnTo>
                  <a:lnTo>
                    <a:pt x="256146" y="203860"/>
                  </a:lnTo>
                  <a:lnTo>
                    <a:pt x="265277" y="193205"/>
                  </a:lnTo>
                  <a:lnTo>
                    <a:pt x="310451" y="140512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4" name="object 2074" descr=""/>
            <p:cNvSpPr/>
            <p:nvPr/>
          </p:nvSpPr>
          <p:spPr>
            <a:xfrm>
              <a:off x="7337234" y="6908806"/>
              <a:ext cx="455930" cy="437515"/>
            </a:xfrm>
            <a:custGeom>
              <a:avLst/>
              <a:gdLst/>
              <a:ahLst/>
              <a:cxnLst/>
              <a:rect l="l" t="t" r="r" b="b"/>
              <a:pathLst>
                <a:path w="455929" h="437515">
                  <a:moveTo>
                    <a:pt x="23304" y="373608"/>
                  </a:moveTo>
                  <a:lnTo>
                    <a:pt x="23215" y="371640"/>
                  </a:lnTo>
                  <a:lnTo>
                    <a:pt x="20574" y="371017"/>
                  </a:lnTo>
                  <a:lnTo>
                    <a:pt x="14160" y="371411"/>
                  </a:lnTo>
                  <a:lnTo>
                    <a:pt x="11607" y="372376"/>
                  </a:lnTo>
                  <a:lnTo>
                    <a:pt x="8966" y="371741"/>
                  </a:lnTo>
                  <a:lnTo>
                    <a:pt x="5765" y="371944"/>
                  </a:lnTo>
                  <a:lnTo>
                    <a:pt x="2565" y="372148"/>
                  </a:lnTo>
                  <a:lnTo>
                    <a:pt x="0" y="373113"/>
                  </a:lnTo>
                  <a:lnTo>
                    <a:pt x="88" y="375069"/>
                  </a:lnTo>
                  <a:lnTo>
                    <a:pt x="2730" y="375691"/>
                  </a:lnTo>
                  <a:lnTo>
                    <a:pt x="9131" y="375297"/>
                  </a:lnTo>
                  <a:lnTo>
                    <a:pt x="10566" y="374764"/>
                  </a:lnTo>
                  <a:lnTo>
                    <a:pt x="10274" y="376478"/>
                  </a:lnTo>
                  <a:lnTo>
                    <a:pt x="10439" y="380212"/>
                  </a:lnTo>
                  <a:lnTo>
                    <a:pt x="10604" y="383959"/>
                  </a:lnTo>
                  <a:lnTo>
                    <a:pt x="11430" y="386943"/>
                  </a:lnTo>
                  <a:lnTo>
                    <a:pt x="13106" y="386842"/>
                  </a:lnTo>
                  <a:lnTo>
                    <a:pt x="13652" y="383768"/>
                  </a:lnTo>
                  <a:lnTo>
                    <a:pt x="13309" y="376288"/>
                  </a:lnTo>
                  <a:lnTo>
                    <a:pt x="12852" y="374611"/>
                  </a:lnTo>
                  <a:lnTo>
                    <a:pt x="14325" y="374967"/>
                  </a:lnTo>
                  <a:lnTo>
                    <a:pt x="17538" y="374764"/>
                  </a:lnTo>
                  <a:lnTo>
                    <a:pt x="20739" y="374561"/>
                  </a:lnTo>
                  <a:lnTo>
                    <a:pt x="23304" y="373608"/>
                  </a:lnTo>
                  <a:close/>
                </a:path>
                <a:path w="455929" h="437515">
                  <a:moveTo>
                    <a:pt x="55880" y="411607"/>
                  </a:moveTo>
                  <a:lnTo>
                    <a:pt x="55791" y="409651"/>
                  </a:lnTo>
                  <a:lnTo>
                    <a:pt x="53149" y="409016"/>
                  </a:lnTo>
                  <a:lnTo>
                    <a:pt x="46748" y="409422"/>
                  </a:lnTo>
                  <a:lnTo>
                    <a:pt x="45237" y="409994"/>
                  </a:lnTo>
                  <a:lnTo>
                    <a:pt x="45542" y="408241"/>
                  </a:lnTo>
                  <a:lnTo>
                    <a:pt x="45364" y="404495"/>
                  </a:lnTo>
                  <a:lnTo>
                    <a:pt x="45199" y="400761"/>
                  </a:lnTo>
                  <a:lnTo>
                    <a:pt x="44373" y="397776"/>
                  </a:lnTo>
                  <a:lnTo>
                    <a:pt x="42697" y="397878"/>
                  </a:lnTo>
                  <a:lnTo>
                    <a:pt x="42151" y="400951"/>
                  </a:lnTo>
                  <a:lnTo>
                    <a:pt x="42494" y="408432"/>
                  </a:lnTo>
                  <a:lnTo>
                    <a:pt x="42938" y="410095"/>
                  </a:lnTo>
                  <a:lnTo>
                    <a:pt x="41554" y="409752"/>
                  </a:lnTo>
                  <a:lnTo>
                    <a:pt x="38341" y="409956"/>
                  </a:lnTo>
                  <a:lnTo>
                    <a:pt x="35140" y="410146"/>
                  </a:lnTo>
                  <a:lnTo>
                    <a:pt x="32575" y="411111"/>
                  </a:lnTo>
                  <a:lnTo>
                    <a:pt x="32677" y="413067"/>
                  </a:lnTo>
                  <a:lnTo>
                    <a:pt x="35306" y="413702"/>
                  </a:lnTo>
                  <a:lnTo>
                    <a:pt x="41719" y="413296"/>
                  </a:lnTo>
                  <a:lnTo>
                    <a:pt x="43141" y="412775"/>
                  </a:lnTo>
                  <a:lnTo>
                    <a:pt x="42849" y="414489"/>
                  </a:lnTo>
                  <a:lnTo>
                    <a:pt x="43014" y="418223"/>
                  </a:lnTo>
                  <a:lnTo>
                    <a:pt x="43192" y="421957"/>
                  </a:lnTo>
                  <a:lnTo>
                    <a:pt x="44018" y="424942"/>
                  </a:lnTo>
                  <a:lnTo>
                    <a:pt x="45694" y="424840"/>
                  </a:lnTo>
                  <a:lnTo>
                    <a:pt x="46240" y="421779"/>
                  </a:lnTo>
                  <a:lnTo>
                    <a:pt x="45885" y="414299"/>
                  </a:lnTo>
                  <a:lnTo>
                    <a:pt x="45427" y="412623"/>
                  </a:lnTo>
                  <a:lnTo>
                    <a:pt x="46913" y="412965"/>
                  </a:lnTo>
                  <a:lnTo>
                    <a:pt x="50114" y="412775"/>
                  </a:lnTo>
                  <a:lnTo>
                    <a:pt x="53314" y="412572"/>
                  </a:lnTo>
                  <a:lnTo>
                    <a:pt x="55880" y="411607"/>
                  </a:lnTo>
                  <a:close/>
                </a:path>
                <a:path w="455929" h="437515">
                  <a:moveTo>
                    <a:pt x="56502" y="335788"/>
                  </a:moveTo>
                  <a:lnTo>
                    <a:pt x="56413" y="333819"/>
                  </a:lnTo>
                  <a:lnTo>
                    <a:pt x="53771" y="333197"/>
                  </a:lnTo>
                  <a:lnTo>
                    <a:pt x="47371" y="333590"/>
                  </a:lnTo>
                  <a:lnTo>
                    <a:pt x="45847" y="334162"/>
                  </a:lnTo>
                  <a:lnTo>
                    <a:pt x="46164" y="332409"/>
                  </a:lnTo>
                  <a:lnTo>
                    <a:pt x="45986" y="328676"/>
                  </a:lnTo>
                  <a:lnTo>
                    <a:pt x="45821" y="324929"/>
                  </a:lnTo>
                  <a:lnTo>
                    <a:pt x="44996" y="321957"/>
                  </a:lnTo>
                  <a:lnTo>
                    <a:pt x="43319" y="322059"/>
                  </a:lnTo>
                  <a:lnTo>
                    <a:pt x="42773" y="325120"/>
                  </a:lnTo>
                  <a:lnTo>
                    <a:pt x="43116" y="332600"/>
                  </a:lnTo>
                  <a:lnTo>
                    <a:pt x="43561" y="334264"/>
                  </a:lnTo>
                  <a:lnTo>
                    <a:pt x="42176" y="333921"/>
                  </a:lnTo>
                  <a:lnTo>
                    <a:pt x="38963" y="334124"/>
                  </a:lnTo>
                  <a:lnTo>
                    <a:pt x="35763" y="334327"/>
                  </a:lnTo>
                  <a:lnTo>
                    <a:pt x="33197" y="335280"/>
                  </a:lnTo>
                  <a:lnTo>
                    <a:pt x="33286" y="337248"/>
                  </a:lnTo>
                  <a:lnTo>
                    <a:pt x="35928" y="337870"/>
                  </a:lnTo>
                  <a:lnTo>
                    <a:pt x="42341" y="337477"/>
                  </a:lnTo>
                  <a:lnTo>
                    <a:pt x="43764" y="336943"/>
                  </a:lnTo>
                  <a:lnTo>
                    <a:pt x="43472" y="338658"/>
                  </a:lnTo>
                  <a:lnTo>
                    <a:pt x="43637" y="342404"/>
                  </a:lnTo>
                  <a:lnTo>
                    <a:pt x="43815" y="346138"/>
                  </a:lnTo>
                  <a:lnTo>
                    <a:pt x="44640" y="349123"/>
                  </a:lnTo>
                  <a:lnTo>
                    <a:pt x="46316" y="349021"/>
                  </a:lnTo>
                  <a:lnTo>
                    <a:pt x="46863" y="345948"/>
                  </a:lnTo>
                  <a:lnTo>
                    <a:pt x="46507" y="338467"/>
                  </a:lnTo>
                  <a:lnTo>
                    <a:pt x="46050" y="336791"/>
                  </a:lnTo>
                  <a:lnTo>
                    <a:pt x="47536" y="337146"/>
                  </a:lnTo>
                  <a:lnTo>
                    <a:pt x="50736" y="336943"/>
                  </a:lnTo>
                  <a:lnTo>
                    <a:pt x="53936" y="336740"/>
                  </a:lnTo>
                  <a:lnTo>
                    <a:pt x="56502" y="335788"/>
                  </a:lnTo>
                  <a:close/>
                </a:path>
                <a:path w="455929" h="437515">
                  <a:moveTo>
                    <a:pt x="89395" y="374142"/>
                  </a:moveTo>
                  <a:lnTo>
                    <a:pt x="89293" y="372186"/>
                  </a:lnTo>
                  <a:lnTo>
                    <a:pt x="86664" y="371551"/>
                  </a:lnTo>
                  <a:lnTo>
                    <a:pt x="80251" y="371957"/>
                  </a:lnTo>
                  <a:lnTo>
                    <a:pt x="78740" y="372529"/>
                  </a:lnTo>
                  <a:lnTo>
                    <a:pt x="79044" y="370776"/>
                  </a:lnTo>
                  <a:lnTo>
                    <a:pt x="78879" y="367030"/>
                  </a:lnTo>
                  <a:lnTo>
                    <a:pt x="78714" y="363296"/>
                  </a:lnTo>
                  <a:lnTo>
                    <a:pt x="77876" y="360311"/>
                  </a:lnTo>
                  <a:lnTo>
                    <a:pt x="76200" y="360413"/>
                  </a:lnTo>
                  <a:lnTo>
                    <a:pt x="75666" y="363486"/>
                  </a:lnTo>
                  <a:lnTo>
                    <a:pt x="76009" y="370954"/>
                  </a:lnTo>
                  <a:lnTo>
                    <a:pt x="76454" y="372630"/>
                  </a:lnTo>
                  <a:lnTo>
                    <a:pt x="75057" y="372287"/>
                  </a:lnTo>
                  <a:lnTo>
                    <a:pt x="71856" y="372491"/>
                  </a:lnTo>
                  <a:lnTo>
                    <a:pt x="68643" y="372681"/>
                  </a:lnTo>
                  <a:lnTo>
                    <a:pt x="66078" y="373646"/>
                  </a:lnTo>
                  <a:lnTo>
                    <a:pt x="66179" y="375602"/>
                  </a:lnTo>
                  <a:lnTo>
                    <a:pt x="68821" y="376237"/>
                  </a:lnTo>
                  <a:lnTo>
                    <a:pt x="75222" y="375831"/>
                  </a:lnTo>
                  <a:lnTo>
                    <a:pt x="76657" y="375297"/>
                  </a:lnTo>
                  <a:lnTo>
                    <a:pt x="76365" y="377024"/>
                  </a:lnTo>
                  <a:lnTo>
                    <a:pt x="76530" y="380758"/>
                  </a:lnTo>
                  <a:lnTo>
                    <a:pt x="76695" y="384492"/>
                  </a:lnTo>
                  <a:lnTo>
                    <a:pt x="77520" y="387477"/>
                  </a:lnTo>
                  <a:lnTo>
                    <a:pt x="79197" y="387375"/>
                  </a:lnTo>
                  <a:lnTo>
                    <a:pt x="79743" y="384314"/>
                  </a:lnTo>
                  <a:lnTo>
                    <a:pt x="79400" y="376834"/>
                  </a:lnTo>
                  <a:lnTo>
                    <a:pt x="78930" y="375158"/>
                  </a:lnTo>
                  <a:lnTo>
                    <a:pt x="80416" y="375500"/>
                  </a:lnTo>
                  <a:lnTo>
                    <a:pt x="83616" y="375310"/>
                  </a:lnTo>
                  <a:lnTo>
                    <a:pt x="86829" y="375107"/>
                  </a:lnTo>
                  <a:lnTo>
                    <a:pt x="89395" y="374142"/>
                  </a:lnTo>
                  <a:close/>
                </a:path>
                <a:path w="455929" h="437515">
                  <a:moveTo>
                    <a:pt x="199745" y="374015"/>
                  </a:moveTo>
                  <a:lnTo>
                    <a:pt x="190614" y="363372"/>
                  </a:lnTo>
                  <a:lnTo>
                    <a:pt x="190614" y="374015"/>
                  </a:lnTo>
                  <a:lnTo>
                    <a:pt x="180517" y="385800"/>
                  </a:lnTo>
                  <a:lnTo>
                    <a:pt x="180784" y="384314"/>
                  </a:lnTo>
                  <a:lnTo>
                    <a:pt x="180428" y="376834"/>
                  </a:lnTo>
                  <a:lnTo>
                    <a:pt x="179971" y="375158"/>
                  </a:lnTo>
                  <a:lnTo>
                    <a:pt x="181457" y="375500"/>
                  </a:lnTo>
                  <a:lnTo>
                    <a:pt x="184658" y="375310"/>
                  </a:lnTo>
                  <a:lnTo>
                    <a:pt x="187858" y="375107"/>
                  </a:lnTo>
                  <a:lnTo>
                    <a:pt x="190423" y="374142"/>
                  </a:lnTo>
                  <a:lnTo>
                    <a:pt x="190398" y="373773"/>
                  </a:lnTo>
                  <a:lnTo>
                    <a:pt x="190614" y="374015"/>
                  </a:lnTo>
                  <a:lnTo>
                    <a:pt x="190614" y="363372"/>
                  </a:lnTo>
                  <a:lnTo>
                    <a:pt x="188709" y="361149"/>
                  </a:lnTo>
                  <a:lnTo>
                    <a:pt x="188709" y="371805"/>
                  </a:lnTo>
                  <a:lnTo>
                    <a:pt x="187693" y="371551"/>
                  </a:lnTo>
                  <a:lnTo>
                    <a:pt x="181292" y="371957"/>
                  </a:lnTo>
                  <a:lnTo>
                    <a:pt x="179781" y="372529"/>
                  </a:lnTo>
                  <a:lnTo>
                    <a:pt x="180086" y="370776"/>
                  </a:lnTo>
                  <a:lnTo>
                    <a:pt x="179920" y="367030"/>
                  </a:lnTo>
                  <a:lnTo>
                    <a:pt x="179730" y="363296"/>
                  </a:lnTo>
                  <a:lnTo>
                    <a:pt x="179095" y="361010"/>
                  </a:lnTo>
                  <a:lnTo>
                    <a:pt x="179095" y="387451"/>
                  </a:lnTo>
                  <a:lnTo>
                    <a:pt x="145453" y="426707"/>
                  </a:lnTo>
                  <a:lnTo>
                    <a:pt x="133769" y="413092"/>
                  </a:lnTo>
                  <a:lnTo>
                    <a:pt x="136347" y="413702"/>
                  </a:lnTo>
                  <a:lnTo>
                    <a:pt x="142748" y="413296"/>
                  </a:lnTo>
                  <a:lnTo>
                    <a:pt x="144183" y="412762"/>
                  </a:lnTo>
                  <a:lnTo>
                    <a:pt x="143891" y="414489"/>
                  </a:lnTo>
                  <a:lnTo>
                    <a:pt x="144056" y="418223"/>
                  </a:lnTo>
                  <a:lnTo>
                    <a:pt x="144221" y="421957"/>
                  </a:lnTo>
                  <a:lnTo>
                    <a:pt x="145046" y="424942"/>
                  </a:lnTo>
                  <a:lnTo>
                    <a:pt x="146723" y="424840"/>
                  </a:lnTo>
                  <a:lnTo>
                    <a:pt x="147269" y="421779"/>
                  </a:lnTo>
                  <a:lnTo>
                    <a:pt x="146926" y="414299"/>
                  </a:lnTo>
                  <a:lnTo>
                    <a:pt x="146469" y="412623"/>
                  </a:lnTo>
                  <a:lnTo>
                    <a:pt x="147942" y="412965"/>
                  </a:lnTo>
                  <a:lnTo>
                    <a:pt x="151155" y="412775"/>
                  </a:lnTo>
                  <a:lnTo>
                    <a:pt x="154355" y="412572"/>
                  </a:lnTo>
                  <a:lnTo>
                    <a:pt x="156921" y="411607"/>
                  </a:lnTo>
                  <a:lnTo>
                    <a:pt x="156832" y="409651"/>
                  </a:lnTo>
                  <a:lnTo>
                    <a:pt x="154190" y="409016"/>
                  </a:lnTo>
                  <a:lnTo>
                    <a:pt x="147777" y="409422"/>
                  </a:lnTo>
                  <a:lnTo>
                    <a:pt x="146265" y="409994"/>
                  </a:lnTo>
                  <a:lnTo>
                    <a:pt x="146570" y="408241"/>
                  </a:lnTo>
                  <a:lnTo>
                    <a:pt x="146405" y="404495"/>
                  </a:lnTo>
                  <a:lnTo>
                    <a:pt x="146240" y="400761"/>
                  </a:lnTo>
                  <a:lnTo>
                    <a:pt x="145415" y="397776"/>
                  </a:lnTo>
                  <a:lnTo>
                    <a:pt x="143738" y="397878"/>
                  </a:lnTo>
                  <a:lnTo>
                    <a:pt x="143192" y="400951"/>
                  </a:lnTo>
                  <a:lnTo>
                    <a:pt x="143535" y="408432"/>
                  </a:lnTo>
                  <a:lnTo>
                    <a:pt x="143979" y="410095"/>
                  </a:lnTo>
                  <a:lnTo>
                    <a:pt x="142582" y="409752"/>
                  </a:lnTo>
                  <a:lnTo>
                    <a:pt x="139382" y="409956"/>
                  </a:lnTo>
                  <a:lnTo>
                    <a:pt x="136182" y="410146"/>
                  </a:lnTo>
                  <a:lnTo>
                    <a:pt x="133616" y="411111"/>
                  </a:lnTo>
                  <a:lnTo>
                    <a:pt x="133692" y="413016"/>
                  </a:lnTo>
                  <a:lnTo>
                    <a:pt x="101193" y="375094"/>
                  </a:lnTo>
                  <a:lnTo>
                    <a:pt x="103759" y="375691"/>
                  </a:lnTo>
                  <a:lnTo>
                    <a:pt x="110172" y="375297"/>
                  </a:lnTo>
                  <a:lnTo>
                    <a:pt x="111607" y="374764"/>
                  </a:lnTo>
                  <a:lnTo>
                    <a:pt x="111315" y="376478"/>
                  </a:lnTo>
                  <a:lnTo>
                    <a:pt x="111480" y="380212"/>
                  </a:lnTo>
                  <a:lnTo>
                    <a:pt x="111645" y="383959"/>
                  </a:lnTo>
                  <a:lnTo>
                    <a:pt x="112471" y="386943"/>
                  </a:lnTo>
                  <a:lnTo>
                    <a:pt x="114147" y="386842"/>
                  </a:lnTo>
                  <a:lnTo>
                    <a:pt x="114693" y="383768"/>
                  </a:lnTo>
                  <a:lnTo>
                    <a:pt x="114350" y="376288"/>
                  </a:lnTo>
                  <a:lnTo>
                    <a:pt x="113880" y="374611"/>
                  </a:lnTo>
                  <a:lnTo>
                    <a:pt x="115366" y="374967"/>
                  </a:lnTo>
                  <a:lnTo>
                    <a:pt x="118567" y="374764"/>
                  </a:lnTo>
                  <a:lnTo>
                    <a:pt x="121780" y="374561"/>
                  </a:lnTo>
                  <a:lnTo>
                    <a:pt x="124345" y="373608"/>
                  </a:lnTo>
                  <a:lnTo>
                    <a:pt x="124244" y="371640"/>
                  </a:lnTo>
                  <a:lnTo>
                    <a:pt x="121602" y="371017"/>
                  </a:lnTo>
                  <a:lnTo>
                    <a:pt x="115201" y="371411"/>
                  </a:lnTo>
                  <a:lnTo>
                    <a:pt x="113690" y="371983"/>
                  </a:lnTo>
                  <a:lnTo>
                    <a:pt x="113995" y="370230"/>
                  </a:lnTo>
                  <a:lnTo>
                    <a:pt x="113830" y="366496"/>
                  </a:lnTo>
                  <a:lnTo>
                    <a:pt x="113652" y="362762"/>
                  </a:lnTo>
                  <a:lnTo>
                    <a:pt x="112826" y="359778"/>
                  </a:lnTo>
                  <a:lnTo>
                    <a:pt x="112458" y="359803"/>
                  </a:lnTo>
                  <a:lnTo>
                    <a:pt x="144233" y="322745"/>
                  </a:lnTo>
                  <a:lnTo>
                    <a:pt x="143814" y="325120"/>
                  </a:lnTo>
                  <a:lnTo>
                    <a:pt x="144157" y="332600"/>
                  </a:lnTo>
                  <a:lnTo>
                    <a:pt x="144602" y="334264"/>
                  </a:lnTo>
                  <a:lnTo>
                    <a:pt x="143205" y="333921"/>
                  </a:lnTo>
                  <a:lnTo>
                    <a:pt x="140004" y="334124"/>
                  </a:lnTo>
                  <a:lnTo>
                    <a:pt x="136804" y="334327"/>
                  </a:lnTo>
                  <a:lnTo>
                    <a:pt x="134239" y="335280"/>
                  </a:lnTo>
                  <a:lnTo>
                    <a:pt x="134327" y="337248"/>
                  </a:lnTo>
                  <a:lnTo>
                    <a:pt x="136969" y="337870"/>
                  </a:lnTo>
                  <a:lnTo>
                    <a:pt x="143370" y="337477"/>
                  </a:lnTo>
                  <a:lnTo>
                    <a:pt x="144805" y="336943"/>
                  </a:lnTo>
                  <a:lnTo>
                    <a:pt x="144513" y="338658"/>
                  </a:lnTo>
                  <a:lnTo>
                    <a:pt x="144678" y="342404"/>
                  </a:lnTo>
                  <a:lnTo>
                    <a:pt x="144843" y="346138"/>
                  </a:lnTo>
                  <a:lnTo>
                    <a:pt x="145669" y="349123"/>
                  </a:lnTo>
                  <a:lnTo>
                    <a:pt x="147345" y="349021"/>
                  </a:lnTo>
                  <a:lnTo>
                    <a:pt x="147891" y="345948"/>
                  </a:lnTo>
                  <a:lnTo>
                    <a:pt x="147548" y="338467"/>
                  </a:lnTo>
                  <a:lnTo>
                    <a:pt x="147091" y="336791"/>
                  </a:lnTo>
                  <a:lnTo>
                    <a:pt x="148564" y="337146"/>
                  </a:lnTo>
                  <a:lnTo>
                    <a:pt x="151777" y="336943"/>
                  </a:lnTo>
                  <a:lnTo>
                    <a:pt x="154978" y="336740"/>
                  </a:lnTo>
                  <a:lnTo>
                    <a:pt x="157543" y="335788"/>
                  </a:lnTo>
                  <a:lnTo>
                    <a:pt x="157518" y="335432"/>
                  </a:lnTo>
                  <a:lnTo>
                    <a:pt x="178866" y="360324"/>
                  </a:lnTo>
                  <a:lnTo>
                    <a:pt x="177241" y="360413"/>
                  </a:lnTo>
                  <a:lnTo>
                    <a:pt x="176695" y="363486"/>
                  </a:lnTo>
                  <a:lnTo>
                    <a:pt x="177050" y="370954"/>
                  </a:lnTo>
                  <a:lnTo>
                    <a:pt x="177495" y="372630"/>
                  </a:lnTo>
                  <a:lnTo>
                    <a:pt x="176098" y="372287"/>
                  </a:lnTo>
                  <a:lnTo>
                    <a:pt x="172885" y="372491"/>
                  </a:lnTo>
                  <a:lnTo>
                    <a:pt x="169684" y="372681"/>
                  </a:lnTo>
                  <a:lnTo>
                    <a:pt x="167119" y="373646"/>
                  </a:lnTo>
                  <a:lnTo>
                    <a:pt x="167208" y="375602"/>
                  </a:lnTo>
                  <a:lnTo>
                    <a:pt x="169849" y="376237"/>
                  </a:lnTo>
                  <a:lnTo>
                    <a:pt x="176263" y="375831"/>
                  </a:lnTo>
                  <a:lnTo>
                    <a:pt x="177685" y="375310"/>
                  </a:lnTo>
                  <a:lnTo>
                    <a:pt x="177393" y="377024"/>
                  </a:lnTo>
                  <a:lnTo>
                    <a:pt x="177571" y="380758"/>
                  </a:lnTo>
                  <a:lnTo>
                    <a:pt x="177736" y="384492"/>
                  </a:lnTo>
                  <a:lnTo>
                    <a:pt x="178562" y="387477"/>
                  </a:lnTo>
                  <a:lnTo>
                    <a:pt x="179095" y="387451"/>
                  </a:lnTo>
                  <a:lnTo>
                    <a:pt x="179095" y="361010"/>
                  </a:lnTo>
                  <a:lnTo>
                    <a:pt x="178930" y="360400"/>
                  </a:lnTo>
                  <a:lnTo>
                    <a:pt x="188709" y="371805"/>
                  </a:lnTo>
                  <a:lnTo>
                    <a:pt x="188709" y="361149"/>
                  </a:lnTo>
                  <a:lnTo>
                    <a:pt x="155816" y="322770"/>
                  </a:lnTo>
                  <a:lnTo>
                    <a:pt x="155816" y="333438"/>
                  </a:lnTo>
                  <a:lnTo>
                    <a:pt x="154813" y="333197"/>
                  </a:lnTo>
                  <a:lnTo>
                    <a:pt x="148399" y="333590"/>
                  </a:lnTo>
                  <a:lnTo>
                    <a:pt x="146888" y="334162"/>
                  </a:lnTo>
                  <a:lnTo>
                    <a:pt x="147193" y="332409"/>
                  </a:lnTo>
                  <a:lnTo>
                    <a:pt x="147027" y="328676"/>
                  </a:lnTo>
                  <a:lnTo>
                    <a:pt x="146862" y="324929"/>
                  </a:lnTo>
                  <a:lnTo>
                    <a:pt x="146050" y="322033"/>
                  </a:lnTo>
                  <a:lnTo>
                    <a:pt x="155816" y="333438"/>
                  </a:lnTo>
                  <a:lnTo>
                    <a:pt x="155816" y="322770"/>
                  </a:lnTo>
                  <a:lnTo>
                    <a:pt x="154584" y="321322"/>
                  </a:lnTo>
                  <a:lnTo>
                    <a:pt x="145986" y="311302"/>
                  </a:lnTo>
                  <a:lnTo>
                    <a:pt x="145986" y="321970"/>
                  </a:lnTo>
                  <a:lnTo>
                    <a:pt x="144843" y="322033"/>
                  </a:lnTo>
                  <a:lnTo>
                    <a:pt x="145453" y="321322"/>
                  </a:lnTo>
                  <a:lnTo>
                    <a:pt x="145986" y="321970"/>
                  </a:lnTo>
                  <a:lnTo>
                    <a:pt x="145986" y="311302"/>
                  </a:lnTo>
                  <a:lnTo>
                    <a:pt x="145453" y="310667"/>
                  </a:lnTo>
                  <a:lnTo>
                    <a:pt x="111404" y="350380"/>
                  </a:lnTo>
                  <a:lnTo>
                    <a:pt x="111404" y="372084"/>
                  </a:lnTo>
                  <a:lnTo>
                    <a:pt x="110007" y="371741"/>
                  </a:lnTo>
                  <a:lnTo>
                    <a:pt x="106807" y="371944"/>
                  </a:lnTo>
                  <a:lnTo>
                    <a:pt x="103593" y="372148"/>
                  </a:lnTo>
                  <a:lnTo>
                    <a:pt x="101117" y="373087"/>
                  </a:lnTo>
                  <a:lnTo>
                    <a:pt x="101117" y="375005"/>
                  </a:lnTo>
                  <a:lnTo>
                    <a:pt x="100279" y="374015"/>
                  </a:lnTo>
                  <a:lnTo>
                    <a:pt x="101028" y="373138"/>
                  </a:lnTo>
                  <a:lnTo>
                    <a:pt x="101117" y="375005"/>
                  </a:lnTo>
                  <a:lnTo>
                    <a:pt x="101117" y="373087"/>
                  </a:lnTo>
                  <a:lnTo>
                    <a:pt x="110820" y="361708"/>
                  </a:lnTo>
                  <a:lnTo>
                    <a:pt x="110617" y="362940"/>
                  </a:lnTo>
                  <a:lnTo>
                    <a:pt x="110959" y="370420"/>
                  </a:lnTo>
                  <a:lnTo>
                    <a:pt x="111404" y="372084"/>
                  </a:lnTo>
                  <a:lnTo>
                    <a:pt x="111404" y="350380"/>
                  </a:lnTo>
                  <a:lnTo>
                    <a:pt x="91135" y="374015"/>
                  </a:lnTo>
                  <a:lnTo>
                    <a:pt x="145453" y="437362"/>
                  </a:lnTo>
                  <a:lnTo>
                    <a:pt x="154584" y="426707"/>
                  </a:lnTo>
                  <a:lnTo>
                    <a:pt x="199745" y="374015"/>
                  </a:lnTo>
                  <a:close/>
                </a:path>
                <a:path w="455929" h="437515">
                  <a:moveTo>
                    <a:pt x="304241" y="63360"/>
                  </a:moveTo>
                  <a:lnTo>
                    <a:pt x="295109" y="52717"/>
                  </a:lnTo>
                  <a:lnTo>
                    <a:pt x="295109" y="63360"/>
                  </a:lnTo>
                  <a:lnTo>
                    <a:pt x="284988" y="75158"/>
                  </a:lnTo>
                  <a:lnTo>
                    <a:pt x="285267" y="73647"/>
                  </a:lnTo>
                  <a:lnTo>
                    <a:pt x="284924" y="66167"/>
                  </a:lnTo>
                  <a:lnTo>
                    <a:pt x="284454" y="64490"/>
                  </a:lnTo>
                  <a:lnTo>
                    <a:pt x="285940" y="64846"/>
                  </a:lnTo>
                  <a:lnTo>
                    <a:pt x="289140" y="64643"/>
                  </a:lnTo>
                  <a:lnTo>
                    <a:pt x="292354" y="64439"/>
                  </a:lnTo>
                  <a:lnTo>
                    <a:pt x="294919" y="63474"/>
                  </a:lnTo>
                  <a:lnTo>
                    <a:pt x="294894" y="63119"/>
                  </a:lnTo>
                  <a:lnTo>
                    <a:pt x="295109" y="63360"/>
                  </a:lnTo>
                  <a:lnTo>
                    <a:pt x="295109" y="52717"/>
                  </a:lnTo>
                  <a:lnTo>
                    <a:pt x="293192" y="50482"/>
                  </a:lnTo>
                  <a:lnTo>
                    <a:pt x="293192" y="61137"/>
                  </a:lnTo>
                  <a:lnTo>
                    <a:pt x="292188" y="60896"/>
                  </a:lnTo>
                  <a:lnTo>
                    <a:pt x="285775" y="61290"/>
                  </a:lnTo>
                  <a:lnTo>
                    <a:pt x="284264" y="61861"/>
                  </a:lnTo>
                  <a:lnTo>
                    <a:pt x="284568" y="60109"/>
                  </a:lnTo>
                  <a:lnTo>
                    <a:pt x="284403" y="56375"/>
                  </a:lnTo>
                  <a:lnTo>
                    <a:pt x="284238" y="52641"/>
                  </a:lnTo>
                  <a:lnTo>
                    <a:pt x="283591" y="50368"/>
                  </a:lnTo>
                  <a:lnTo>
                    <a:pt x="283591" y="76796"/>
                  </a:lnTo>
                  <a:lnTo>
                    <a:pt x="249936" y="116039"/>
                  </a:lnTo>
                  <a:lnTo>
                    <a:pt x="238252" y="102438"/>
                  </a:lnTo>
                  <a:lnTo>
                    <a:pt x="240830" y="103035"/>
                  </a:lnTo>
                  <a:lnTo>
                    <a:pt x="247243" y="102641"/>
                  </a:lnTo>
                  <a:lnTo>
                    <a:pt x="248666" y="102108"/>
                  </a:lnTo>
                  <a:lnTo>
                    <a:pt x="248373" y="103822"/>
                  </a:lnTo>
                  <a:lnTo>
                    <a:pt x="248551" y="107569"/>
                  </a:lnTo>
                  <a:lnTo>
                    <a:pt x="248716" y="111302"/>
                  </a:lnTo>
                  <a:lnTo>
                    <a:pt x="249542" y="114287"/>
                  </a:lnTo>
                  <a:lnTo>
                    <a:pt x="251218" y="114185"/>
                  </a:lnTo>
                  <a:lnTo>
                    <a:pt x="251764" y="111112"/>
                  </a:lnTo>
                  <a:lnTo>
                    <a:pt x="251409" y="103632"/>
                  </a:lnTo>
                  <a:lnTo>
                    <a:pt x="250952" y="101955"/>
                  </a:lnTo>
                  <a:lnTo>
                    <a:pt x="252437" y="102311"/>
                  </a:lnTo>
                  <a:lnTo>
                    <a:pt x="255638" y="102108"/>
                  </a:lnTo>
                  <a:lnTo>
                    <a:pt x="258838" y="101904"/>
                  </a:lnTo>
                  <a:lnTo>
                    <a:pt x="261404" y="100952"/>
                  </a:lnTo>
                  <a:lnTo>
                    <a:pt x="261315" y="98983"/>
                  </a:lnTo>
                  <a:lnTo>
                    <a:pt x="258673" y="98361"/>
                  </a:lnTo>
                  <a:lnTo>
                    <a:pt x="252272" y="98755"/>
                  </a:lnTo>
                  <a:lnTo>
                    <a:pt x="250761" y="99326"/>
                  </a:lnTo>
                  <a:lnTo>
                    <a:pt x="251066" y="97574"/>
                  </a:lnTo>
                  <a:lnTo>
                    <a:pt x="250888" y="93840"/>
                  </a:lnTo>
                  <a:lnTo>
                    <a:pt x="250723" y="90093"/>
                  </a:lnTo>
                  <a:lnTo>
                    <a:pt x="249897" y="87122"/>
                  </a:lnTo>
                  <a:lnTo>
                    <a:pt x="248221" y="87223"/>
                  </a:lnTo>
                  <a:lnTo>
                    <a:pt x="247675" y="90284"/>
                  </a:lnTo>
                  <a:lnTo>
                    <a:pt x="248018" y="97764"/>
                  </a:lnTo>
                  <a:lnTo>
                    <a:pt x="248462" y="99428"/>
                  </a:lnTo>
                  <a:lnTo>
                    <a:pt x="247078" y="99085"/>
                  </a:lnTo>
                  <a:lnTo>
                    <a:pt x="243865" y="99288"/>
                  </a:lnTo>
                  <a:lnTo>
                    <a:pt x="240665" y="99491"/>
                  </a:lnTo>
                  <a:lnTo>
                    <a:pt x="238099" y="100444"/>
                  </a:lnTo>
                  <a:lnTo>
                    <a:pt x="238175" y="102349"/>
                  </a:lnTo>
                  <a:lnTo>
                    <a:pt x="205663" y="64427"/>
                  </a:lnTo>
                  <a:lnTo>
                    <a:pt x="208254" y="65036"/>
                  </a:lnTo>
                  <a:lnTo>
                    <a:pt x="214655" y="64630"/>
                  </a:lnTo>
                  <a:lnTo>
                    <a:pt x="216090" y="64096"/>
                  </a:lnTo>
                  <a:lnTo>
                    <a:pt x="215798" y="65824"/>
                  </a:lnTo>
                  <a:lnTo>
                    <a:pt x="215963" y="69557"/>
                  </a:lnTo>
                  <a:lnTo>
                    <a:pt x="216128" y="73291"/>
                  </a:lnTo>
                  <a:lnTo>
                    <a:pt x="216954" y="76276"/>
                  </a:lnTo>
                  <a:lnTo>
                    <a:pt x="218630" y="76174"/>
                  </a:lnTo>
                  <a:lnTo>
                    <a:pt x="219176" y="73113"/>
                  </a:lnTo>
                  <a:lnTo>
                    <a:pt x="218833" y="65633"/>
                  </a:lnTo>
                  <a:lnTo>
                    <a:pt x="218376" y="63957"/>
                  </a:lnTo>
                  <a:lnTo>
                    <a:pt x="219849" y="64300"/>
                  </a:lnTo>
                  <a:lnTo>
                    <a:pt x="223062" y="64109"/>
                  </a:lnTo>
                  <a:lnTo>
                    <a:pt x="226263" y="63906"/>
                  </a:lnTo>
                  <a:lnTo>
                    <a:pt x="228828" y="62941"/>
                  </a:lnTo>
                  <a:lnTo>
                    <a:pt x="228739" y="60985"/>
                  </a:lnTo>
                  <a:lnTo>
                    <a:pt x="226098" y="60350"/>
                  </a:lnTo>
                  <a:lnTo>
                    <a:pt x="219684" y="60756"/>
                  </a:lnTo>
                  <a:lnTo>
                    <a:pt x="218173" y="61328"/>
                  </a:lnTo>
                  <a:lnTo>
                    <a:pt x="218478" y="59575"/>
                  </a:lnTo>
                  <a:lnTo>
                    <a:pt x="218313" y="55829"/>
                  </a:lnTo>
                  <a:lnTo>
                    <a:pt x="218147" y="52095"/>
                  </a:lnTo>
                  <a:lnTo>
                    <a:pt x="217322" y="49110"/>
                  </a:lnTo>
                  <a:lnTo>
                    <a:pt x="216954" y="49136"/>
                  </a:lnTo>
                  <a:lnTo>
                    <a:pt x="248716" y="12090"/>
                  </a:lnTo>
                  <a:lnTo>
                    <a:pt x="248297" y="14465"/>
                  </a:lnTo>
                  <a:lnTo>
                    <a:pt x="248640" y="21932"/>
                  </a:lnTo>
                  <a:lnTo>
                    <a:pt x="249097" y="23609"/>
                  </a:lnTo>
                  <a:lnTo>
                    <a:pt x="247700" y="23266"/>
                  </a:lnTo>
                  <a:lnTo>
                    <a:pt x="244487" y="23456"/>
                  </a:lnTo>
                  <a:lnTo>
                    <a:pt x="241287" y="23660"/>
                  </a:lnTo>
                  <a:lnTo>
                    <a:pt x="238721" y="24625"/>
                  </a:lnTo>
                  <a:lnTo>
                    <a:pt x="238810" y="26581"/>
                  </a:lnTo>
                  <a:lnTo>
                    <a:pt x="241452" y="27216"/>
                  </a:lnTo>
                  <a:lnTo>
                    <a:pt x="247865" y="26809"/>
                  </a:lnTo>
                  <a:lnTo>
                    <a:pt x="249288" y="26276"/>
                  </a:lnTo>
                  <a:lnTo>
                    <a:pt x="248996" y="28003"/>
                  </a:lnTo>
                  <a:lnTo>
                    <a:pt x="249161" y="31737"/>
                  </a:lnTo>
                  <a:lnTo>
                    <a:pt x="249339" y="35471"/>
                  </a:lnTo>
                  <a:lnTo>
                    <a:pt x="250164" y="38455"/>
                  </a:lnTo>
                  <a:lnTo>
                    <a:pt x="251841" y="38354"/>
                  </a:lnTo>
                  <a:lnTo>
                    <a:pt x="252387" y="35293"/>
                  </a:lnTo>
                  <a:lnTo>
                    <a:pt x="252031" y="27813"/>
                  </a:lnTo>
                  <a:lnTo>
                    <a:pt x="251574" y="26136"/>
                  </a:lnTo>
                  <a:lnTo>
                    <a:pt x="253060" y="26479"/>
                  </a:lnTo>
                  <a:lnTo>
                    <a:pt x="256260" y="26289"/>
                  </a:lnTo>
                  <a:lnTo>
                    <a:pt x="259461" y="26085"/>
                  </a:lnTo>
                  <a:lnTo>
                    <a:pt x="262026" y="25120"/>
                  </a:lnTo>
                  <a:lnTo>
                    <a:pt x="262001" y="24777"/>
                  </a:lnTo>
                  <a:lnTo>
                    <a:pt x="283362" y="49669"/>
                  </a:lnTo>
                  <a:lnTo>
                    <a:pt x="281736" y="49758"/>
                  </a:lnTo>
                  <a:lnTo>
                    <a:pt x="281190" y="52819"/>
                  </a:lnTo>
                  <a:lnTo>
                    <a:pt x="281533" y="60299"/>
                  </a:lnTo>
                  <a:lnTo>
                    <a:pt x="281978" y="61963"/>
                  </a:lnTo>
                  <a:lnTo>
                    <a:pt x="280581" y="61620"/>
                  </a:lnTo>
                  <a:lnTo>
                    <a:pt x="277380" y="61823"/>
                  </a:lnTo>
                  <a:lnTo>
                    <a:pt x="274167" y="62026"/>
                  </a:lnTo>
                  <a:lnTo>
                    <a:pt x="271602" y="62992"/>
                  </a:lnTo>
                  <a:lnTo>
                    <a:pt x="271703" y="64947"/>
                  </a:lnTo>
                  <a:lnTo>
                    <a:pt x="274345" y="65570"/>
                  </a:lnTo>
                  <a:lnTo>
                    <a:pt x="280746" y="65176"/>
                  </a:lnTo>
                  <a:lnTo>
                    <a:pt x="282181" y="64643"/>
                  </a:lnTo>
                  <a:lnTo>
                    <a:pt x="281889" y="66357"/>
                  </a:lnTo>
                  <a:lnTo>
                    <a:pt x="282054" y="70091"/>
                  </a:lnTo>
                  <a:lnTo>
                    <a:pt x="282219" y="73837"/>
                  </a:lnTo>
                  <a:lnTo>
                    <a:pt x="283044" y="76822"/>
                  </a:lnTo>
                  <a:lnTo>
                    <a:pt x="283591" y="76796"/>
                  </a:lnTo>
                  <a:lnTo>
                    <a:pt x="283591" y="50368"/>
                  </a:lnTo>
                  <a:lnTo>
                    <a:pt x="283413" y="49733"/>
                  </a:lnTo>
                  <a:lnTo>
                    <a:pt x="293192" y="61137"/>
                  </a:lnTo>
                  <a:lnTo>
                    <a:pt x="293192" y="50482"/>
                  </a:lnTo>
                  <a:lnTo>
                    <a:pt x="260299" y="12115"/>
                  </a:lnTo>
                  <a:lnTo>
                    <a:pt x="260299" y="22783"/>
                  </a:lnTo>
                  <a:lnTo>
                    <a:pt x="259295" y="22529"/>
                  </a:lnTo>
                  <a:lnTo>
                    <a:pt x="252895" y="22936"/>
                  </a:lnTo>
                  <a:lnTo>
                    <a:pt x="251383" y="23507"/>
                  </a:lnTo>
                  <a:lnTo>
                    <a:pt x="251688" y="21755"/>
                  </a:lnTo>
                  <a:lnTo>
                    <a:pt x="251510" y="18008"/>
                  </a:lnTo>
                  <a:lnTo>
                    <a:pt x="251345" y="14274"/>
                  </a:lnTo>
                  <a:lnTo>
                    <a:pt x="250532" y="11379"/>
                  </a:lnTo>
                  <a:lnTo>
                    <a:pt x="260299" y="22783"/>
                  </a:lnTo>
                  <a:lnTo>
                    <a:pt x="260299" y="12115"/>
                  </a:lnTo>
                  <a:lnTo>
                    <a:pt x="259067" y="10668"/>
                  </a:lnTo>
                  <a:lnTo>
                    <a:pt x="250469" y="635"/>
                  </a:lnTo>
                  <a:lnTo>
                    <a:pt x="250469" y="11303"/>
                  </a:lnTo>
                  <a:lnTo>
                    <a:pt x="249339" y="11366"/>
                  </a:lnTo>
                  <a:lnTo>
                    <a:pt x="249936" y="10668"/>
                  </a:lnTo>
                  <a:lnTo>
                    <a:pt x="250469" y="11303"/>
                  </a:lnTo>
                  <a:lnTo>
                    <a:pt x="250469" y="635"/>
                  </a:lnTo>
                  <a:lnTo>
                    <a:pt x="249936" y="0"/>
                  </a:lnTo>
                  <a:lnTo>
                    <a:pt x="215887" y="39725"/>
                  </a:lnTo>
                  <a:lnTo>
                    <a:pt x="215887" y="61429"/>
                  </a:lnTo>
                  <a:lnTo>
                    <a:pt x="214490" y="61087"/>
                  </a:lnTo>
                  <a:lnTo>
                    <a:pt x="211289" y="61277"/>
                  </a:lnTo>
                  <a:lnTo>
                    <a:pt x="208089" y="61480"/>
                  </a:lnTo>
                  <a:lnTo>
                    <a:pt x="205600" y="62433"/>
                  </a:lnTo>
                  <a:lnTo>
                    <a:pt x="205600" y="64350"/>
                  </a:lnTo>
                  <a:lnTo>
                    <a:pt x="204762" y="63360"/>
                  </a:lnTo>
                  <a:lnTo>
                    <a:pt x="205524" y="62471"/>
                  </a:lnTo>
                  <a:lnTo>
                    <a:pt x="205600" y="64350"/>
                  </a:lnTo>
                  <a:lnTo>
                    <a:pt x="205600" y="62433"/>
                  </a:lnTo>
                  <a:lnTo>
                    <a:pt x="215315" y="51054"/>
                  </a:lnTo>
                  <a:lnTo>
                    <a:pt x="215099" y="52285"/>
                  </a:lnTo>
                  <a:lnTo>
                    <a:pt x="215442" y="59753"/>
                  </a:lnTo>
                  <a:lnTo>
                    <a:pt x="215887" y="61429"/>
                  </a:lnTo>
                  <a:lnTo>
                    <a:pt x="215887" y="39725"/>
                  </a:lnTo>
                  <a:lnTo>
                    <a:pt x="195618" y="63360"/>
                  </a:lnTo>
                  <a:lnTo>
                    <a:pt x="249936" y="126707"/>
                  </a:lnTo>
                  <a:lnTo>
                    <a:pt x="259067" y="116039"/>
                  </a:lnTo>
                  <a:lnTo>
                    <a:pt x="304241" y="63360"/>
                  </a:lnTo>
                  <a:close/>
                </a:path>
                <a:path w="455929" h="437515">
                  <a:moveTo>
                    <a:pt x="455764" y="140512"/>
                  </a:moveTo>
                  <a:lnTo>
                    <a:pt x="446633" y="129870"/>
                  </a:lnTo>
                  <a:lnTo>
                    <a:pt x="446633" y="140512"/>
                  </a:lnTo>
                  <a:lnTo>
                    <a:pt x="401472" y="193205"/>
                  </a:lnTo>
                  <a:lnTo>
                    <a:pt x="357212" y="141592"/>
                  </a:lnTo>
                  <a:lnTo>
                    <a:pt x="359778" y="142189"/>
                  </a:lnTo>
                  <a:lnTo>
                    <a:pt x="366191" y="141795"/>
                  </a:lnTo>
                  <a:lnTo>
                    <a:pt x="367626" y="141262"/>
                  </a:lnTo>
                  <a:lnTo>
                    <a:pt x="367334" y="142976"/>
                  </a:lnTo>
                  <a:lnTo>
                    <a:pt x="367499" y="146723"/>
                  </a:lnTo>
                  <a:lnTo>
                    <a:pt x="367665" y="150456"/>
                  </a:lnTo>
                  <a:lnTo>
                    <a:pt x="368490" y="153441"/>
                  </a:lnTo>
                  <a:lnTo>
                    <a:pt x="370166" y="153339"/>
                  </a:lnTo>
                  <a:lnTo>
                    <a:pt x="370713" y="150266"/>
                  </a:lnTo>
                  <a:lnTo>
                    <a:pt x="370370" y="142786"/>
                  </a:lnTo>
                  <a:lnTo>
                    <a:pt x="369900" y="141109"/>
                  </a:lnTo>
                  <a:lnTo>
                    <a:pt x="371386" y="141465"/>
                  </a:lnTo>
                  <a:lnTo>
                    <a:pt x="374586" y="141262"/>
                  </a:lnTo>
                  <a:lnTo>
                    <a:pt x="377799" y="141071"/>
                  </a:lnTo>
                  <a:lnTo>
                    <a:pt x="380365" y="140106"/>
                  </a:lnTo>
                  <a:lnTo>
                    <a:pt x="380263" y="138150"/>
                  </a:lnTo>
                  <a:lnTo>
                    <a:pt x="377621" y="137515"/>
                  </a:lnTo>
                  <a:lnTo>
                    <a:pt x="371221" y="137909"/>
                  </a:lnTo>
                  <a:lnTo>
                    <a:pt x="369709" y="138480"/>
                  </a:lnTo>
                  <a:lnTo>
                    <a:pt x="370014" y="136728"/>
                  </a:lnTo>
                  <a:lnTo>
                    <a:pt x="369849" y="132994"/>
                  </a:lnTo>
                  <a:lnTo>
                    <a:pt x="369671" y="129260"/>
                  </a:lnTo>
                  <a:lnTo>
                    <a:pt x="368846" y="126276"/>
                  </a:lnTo>
                  <a:lnTo>
                    <a:pt x="368477" y="126301"/>
                  </a:lnTo>
                  <a:lnTo>
                    <a:pt x="401472" y="87820"/>
                  </a:lnTo>
                  <a:lnTo>
                    <a:pt x="446633" y="140512"/>
                  </a:lnTo>
                  <a:lnTo>
                    <a:pt x="446633" y="129870"/>
                  </a:lnTo>
                  <a:lnTo>
                    <a:pt x="410603" y="87820"/>
                  </a:lnTo>
                  <a:lnTo>
                    <a:pt x="401472" y="77165"/>
                  </a:lnTo>
                  <a:lnTo>
                    <a:pt x="367423" y="116878"/>
                  </a:lnTo>
                  <a:lnTo>
                    <a:pt x="367423" y="138582"/>
                  </a:lnTo>
                  <a:lnTo>
                    <a:pt x="366026" y="138239"/>
                  </a:lnTo>
                  <a:lnTo>
                    <a:pt x="362826" y="138442"/>
                  </a:lnTo>
                  <a:lnTo>
                    <a:pt x="359613" y="138645"/>
                  </a:lnTo>
                  <a:lnTo>
                    <a:pt x="357136" y="139585"/>
                  </a:lnTo>
                  <a:lnTo>
                    <a:pt x="357136" y="141503"/>
                  </a:lnTo>
                  <a:lnTo>
                    <a:pt x="356298" y="140512"/>
                  </a:lnTo>
                  <a:lnTo>
                    <a:pt x="357047" y="139649"/>
                  </a:lnTo>
                  <a:lnTo>
                    <a:pt x="357136" y="141503"/>
                  </a:lnTo>
                  <a:lnTo>
                    <a:pt x="357136" y="139585"/>
                  </a:lnTo>
                  <a:lnTo>
                    <a:pt x="366839" y="128219"/>
                  </a:lnTo>
                  <a:lnTo>
                    <a:pt x="366623" y="129438"/>
                  </a:lnTo>
                  <a:lnTo>
                    <a:pt x="366979" y="136918"/>
                  </a:lnTo>
                  <a:lnTo>
                    <a:pt x="367423" y="138582"/>
                  </a:lnTo>
                  <a:lnTo>
                    <a:pt x="367423" y="116878"/>
                  </a:lnTo>
                  <a:lnTo>
                    <a:pt x="350278" y="136867"/>
                  </a:lnTo>
                  <a:lnTo>
                    <a:pt x="344284" y="129882"/>
                  </a:lnTo>
                  <a:lnTo>
                    <a:pt x="344284" y="140512"/>
                  </a:lnTo>
                  <a:lnTo>
                    <a:pt x="334175" y="152311"/>
                  </a:lnTo>
                  <a:lnTo>
                    <a:pt x="334441" y="150812"/>
                  </a:lnTo>
                  <a:lnTo>
                    <a:pt x="334098" y="143332"/>
                  </a:lnTo>
                  <a:lnTo>
                    <a:pt x="333641" y="141655"/>
                  </a:lnTo>
                  <a:lnTo>
                    <a:pt x="335114" y="141998"/>
                  </a:lnTo>
                  <a:lnTo>
                    <a:pt x="338328" y="141808"/>
                  </a:lnTo>
                  <a:lnTo>
                    <a:pt x="341528" y="141605"/>
                  </a:lnTo>
                  <a:lnTo>
                    <a:pt x="344093" y="140639"/>
                  </a:lnTo>
                  <a:lnTo>
                    <a:pt x="344068" y="140271"/>
                  </a:lnTo>
                  <a:lnTo>
                    <a:pt x="344284" y="140512"/>
                  </a:lnTo>
                  <a:lnTo>
                    <a:pt x="344284" y="129882"/>
                  </a:lnTo>
                  <a:lnTo>
                    <a:pt x="342379" y="127660"/>
                  </a:lnTo>
                  <a:lnTo>
                    <a:pt x="342379" y="138315"/>
                  </a:lnTo>
                  <a:lnTo>
                    <a:pt x="341363" y="138061"/>
                  </a:lnTo>
                  <a:lnTo>
                    <a:pt x="334949" y="138455"/>
                  </a:lnTo>
                  <a:lnTo>
                    <a:pt x="333438" y="139026"/>
                  </a:lnTo>
                  <a:lnTo>
                    <a:pt x="333743" y="137274"/>
                  </a:lnTo>
                  <a:lnTo>
                    <a:pt x="333578" y="133540"/>
                  </a:lnTo>
                  <a:lnTo>
                    <a:pt x="333413" y="129794"/>
                  </a:lnTo>
                  <a:lnTo>
                    <a:pt x="332765" y="127495"/>
                  </a:lnTo>
                  <a:lnTo>
                    <a:pt x="332765" y="153949"/>
                  </a:lnTo>
                  <a:lnTo>
                    <a:pt x="299110" y="193205"/>
                  </a:lnTo>
                  <a:lnTo>
                    <a:pt x="287413" y="179578"/>
                  </a:lnTo>
                  <a:lnTo>
                    <a:pt x="290017" y="180200"/>
                  </a:lnTo>
                  <a:lnTo>
                    <a:pt x="296418" y="179793"/>
                  </a:lnTo>
                  <a:lnTo>
                    <a:pt x="297853" y="179260"/>
                  </a:lnTo>
                  <a:lnTo>
                    <a:pt x="297561" y="180987"/>
                  </a:lnTo>
                  <a:lnTo>
                    <a:pt x="297726" y="184721"/>
                  </a:lnTo>
                  <a:lnTo>
                    <a:pt x="297891" y="188455"/>
                  </a:lnTo>
                  <a:lnTo>
                    <a:pt x="298716" y="191439"/>
                  </a:lnTo>
                  <a:lnTo>
                    <a:pt x="300393" y="191338"/>
                  </a:lnTo>
                  <a:lnTo>
                    <a:pt x="300939" y="188277"/>
                  </a:lnTo>
                  <a:lnTo>
                    <a:pt x="300596" y="180797"/>
                  </a:lnTo>
                  <a:lnTo>
                    <a:pt x="300126" y="179120"/>
                  </a:lnTo>
                  <a:lnTo>
                    <a:pt x="301612" y="179463"/>
                  </a:lnTo>
                  <a:lnTo>
                    <a:pt x="304812" y="179273"/>
                  </a:lnTo>
                  <a:lnTo>
                    <a:pt x="308025" y="179070"/>
                  </a:lnTo>
                  <a:lnTo>
                    <a:pt x="310591" y="178104"/>
                  </a:lnTo>
                  <a:lnTo>
                    <a:pt x="310489" y="176149"/>
                  </a:lnTo>
                  <a:lnTo>
                    <a:pt x="307848" y="175526"/>
                  </a:lnTo>
                  <a:lnTo>
                    <a:pt x="301447" y="175920"/>
                  </a:lnTo>
                  <a:lnTo>
                    <a:pt x="299935" y="176491"/>
                  </a:lnTo>
                  <a:lnTo>
                    <a:pt x="300240" y="174739"/>
                  </a:lnTo>
                  <a:lnTo>
                    <a:pt x="300075" y="170992"/>
                  </a:lnTo>
                  <a:lnTo>
                    <a:pt x="299910" y="167259"/>
                  </a:lnTo>
                  <a:lnTo>
                    <a:pt x="299072" y="164274"/>
                  </a:lnTo>
                  <a:lnTo>
                    <a:pt x="297395" y="164376"/>
                  </a:lnTo>
                  <a:lnTo>
                    <a:pt x="296862" y="167449"/>
                  </a:lnTo>
                  <a:lnTo>
                    <a:pt x="297205" y="174929"/>
                  </a:lnTo>
                  <a:lnTo>
                    <a:pt x="297649" y="176593"/>
                  </a:lnTo>
                  <a:lnTo>
                    <a:pt x="296252" y="176250"/>
                  </a:lnTo>
                  <a:lnTo>
                    <a:pt x="293052" y="176453"/>
                  </a:lnTo>
                  <a:lnTo>
                    <a:pt x="289839" y="176644"/>
                  </a:lnTo>
                  <a:lnTo>
                    <a:pt x="287274" y="177609"/>
                  </a:lnTo>
                  <a:lnTo>
                    <a:pt x="287362" y="179527"/>
                  </a:lnTo>
                  <a:lnTo>
                    <a:pt x="254850" y="141592"/>
                  </a:lnTo>
                  <a:lnTo>
                    <a:pt x="257429" y="142189"/>
                  </a:lnTo>
                  <a:lnTo>
                    <a:pt x="263842" y="141795"/>
                  </a:lnTo>
                  <a:lnTo>
                    <a:pt x="265264" y="141262"/>
                  </a:lnTo>
                  <a:lnTo>
                    <a:pt x="264972" y="142976"/>
                  </a:lnTo>
                  <a:lnTo>
                    <a:pt x="265137" y="146723"/>
                  </a:lnTo>
                  <a:lnTo>
                    <a:pt x="265315" y="150456"/>
                  </a:lnTo>
                  <a:lnTo>
                    <a:pt x="266141" y="153441"/>
                  </a:lnTo>
                  <a:lnTo>
                    <a:pt x="267817" y="153339"/>
                  </a:lnTo>
                  <a:lnTo>
                    <a:pt x="268351" y="150266"/>
                  </a:lnTo>
                  <a:lnTo>
                    <a:pt x="268008" y="142786"/>
                  </a:lnTo>
                  <a:lnTo>
                    <a:pt x="267550" y="141109"/>
                  </a:lnTo>
                  <a:lnTo>
                    <a:pt x="269036" y="141465"/>
                  </a:lnTo>
                  <a:lnTo>
                    <a:pt x="272237" y="141262"/>
                  </a:lnTo>
                  <a:lnTo>
                    <a:pt x="275437" y="141071"/>
                  </a:lnTo>
                  <a:lnTo>
                    <a:pt x="278003" y="140106"/>
                  </a:lnTo>
                  <a:lnTo>
                    <a:pt x="277914" y="138150"/>
                  </a:lnTo>
                  <a:lnTo>
                    <a:pt x="275272" y="137515"/>
                  </a:lnTo>
                  <a:lnTo>
                    <a:pt x="268859" y="137909"/>
                  </a:lnTo>
                  <a:lnTo>
                    <a:pt x="267347" y="138480"/>
                  </a:lnTo>
                  <a:lnTo>
                    <a:pt x="267652" y="136728"/>
                  </a:lnTo>
                  <a:lnTo>
                    <a:pt x="267487" y="132994"/>
                  </a:lnTo>
                  <a:lnTo>
                    <a:pt x="267322" y="129260"/>
                  </a:lnTo>
                  <a:lnTo>
                    <a:pt x="266496" y="126276"/>
                  </a:lnTo>
                  <a:lnTo>
                    <a:pt x="266115" y="126301"/>
                  </a:lnTo>
                  <a:lnTo>
                    <a:pt x="297891" y="89242"/>
                  </a:lnTo>
                  <a:lnTo>
                    <a:pt x="297484" y="91617"/>
                  </a:lnTo>
                  <a:lnTo>
                    <a:pt x="297827" y="99098"/>
                  </a:lnTo>
                  <a:lnTo>
                    <a:pt x="298272" y="100761"/>
                  </a:lnTo>
                  <a:lnTo>
                    <a:pt x="296875" y="100418"/>
                  </a:lnTo>
                  <a:lnTo>
                    <a:pt x="293674" y="100622"/>
                  </a:lnTo>
                  <a:lnTo>
                    <a:pt x="290461" y="100825"/>
                  </a:lnTo>
                  <a:lnTo>
                    <a:pt x="287896" y="101790"/>
                  </a:lnTo>
                  <a:lnTo>
                    <a:pt x="287997" y="103746"/>
                  </a:lnTo>
                  <a:lnTo>
                    <a:pt x="290626" y="104368"/>
                  </a:lnTo>
                  <a:lnTo>
                    <a:pt x="297040" y="103974"/>
                  </a:lnTo>
                  <a:lnTo>
                    <a:pt x="298475" y="103441"/>
                  </a:lnTo>
                  <a:lnTo>
                    <a:pt x="298183" y="105156"/>
                  </a:lnTo>
                  <a:lnTo>
                    <a:pt x="298348" y="108902"/>
                  </a:lnTo>
                  <a:lnTo>
                    <a:pt x="298513" y="112636"/>
                  </a:lnTo>
                  <a:lnTo>
                    <a:pt x="299339" y="115620"/>
                  </a:lnTo>
                  <a:lnTo>
                    <a:pt x="301015" y="115519"/>
                  </a:lnTo>
                  <a:lnTo>
                    <a:pt x="301561" y="112445"/>
                  </a:lnTo>
                  <a:lnTo>
                    <a:pt x="301218" y="104965"/>
                  </a:lnTo>
                  <a:lnTo>
                    <a:pt x="300748" y="103289"/>
                  </a:lnTo>
                  <a:lnTo>
                    <a:pt x="302234" y="103644"/>
                  </a:lnTo>
                  <a:lnTo>
                    <a:pt x="305435" y="103441"/>
                  </a:lnTo>
                  <a:lnTo>
                    <a:pt x="308648" y="103251"/>
                  </a:lnTo>
                  <a:lnTo>
                    <a:pt x="311213" y="102285"/>
                  </a:lnTo>
                  <a:lnTo>
                    <a:pt x="311188" y="101942"/>
                  </a:lnTo>
                  <a:lnTo>
                    <a:pt x="332536" y="126822"/>
                  </a:lnTo>
                  <a:lnTo>
                    <a:pt x="330911" y="126911"/>
                  </a:lnTo>
                  <a:lnTo>
                    <a:pt x="330365" y="129984"/>
                  </a:lnTo>
                  <a:lnTo>
                    <a:pt x="330708" y="137464"/>
                  </a:lnTo>
                  <a:lnTo>
                    <a:pt x="331152" y="139128"/>
                  </a:lnTo>
                  <a:lnTo>
                    <a:pt x="329755" y="138785"/>
                  </a:lnTo>
                  <a:lnTo>
                    <a:pt x="326555" y="138988"/>
                  </a:lnTo>
                  <a:lnTo>
                    <a:pt x="323354" y="139179"/>
                  </a:lnTo>
                  <a:lnTo>
                    <a:pt x="320789" y="140144"/>
                  </a:lnTo>
                  <a:lnTo>
                    <a:pt x="320878" y="142100"/>
                  </a:lnTo>
                  <a:lnTo>
                    <a:pt x="323519" y="142735"/>
                  </a:lnTo>
                  <a:lnTo>
                    <a:pt x="329920" y="142328"/>
                  </a:lnTo>
                  <a:lnTo>
                    <a:pt x="331355" y="141795"/>
                  </a:lnTo>
                  <a:lnTo>
                    <a:pt x="331063" y="143522"/>
                  </a:lnTo>
                  <a:lnTo>
                    <a:pt x="331228" y="147256"/>
                  </a:lnTo>
                  <a:lnTo>
                    <a:pt x="331393" y="150990"/>
                  </a:lnTo>
                  <a:lnTo>
                    <a:pt x="332232" y="153974"/>
                  </a:lnTo>
                  <a:lnTo>
                    <a:pt x="332765" y="153949"/>
                  </a:lnTo>
                  <a:lnTo>
                    <a:pt x="332765" y="127495"/>
                  </a:lnTo>
                  <a:lnTo>
                    <a:pt x="332600" y="126898"/>
                  </a:lnTo>
                  <a:lnTo>
                    <a:pt x="342379" y="138315"/>
                  </a:lnTo>
                  <a:lnTo>
                    <a:pt x="342379" y="127660"/>
                  </a:lnTo>
                  <a:lnTo>
                    <a:pt x="309486" y="89268"/>
                  </a:lnTo>
                  <a:lnTo>
                    <a:pt x="309486" y="99949"/>
                  </a:lnTo>
                  <a:lnTo>
                    <a:pt x="308470" y="99695"/>
                  </a:lnTo>
                  <a:lnTo>
                    <a:pt x="302069" y="100088"/>
                  </a:lnTo>
                  <a:lnTo>
                    <a:pt x="300558" y="100660"/>
                  </a:lnTo>
                  <a:lnTo>
                    <a:pt x="300863" y="98907"/>
                  </a:lnTo>
                  <a:lnTo>
                    <a:pt x="300697" y="95173"/>
                  </a:lnTo>
                  <a:lnTo>
                    <a:pt x="300520" y="91440"/>
                  </a:lnTo>
                  <a:lnTo>
                    <a:pt x="299707" y="88531"/>
                  </a:lnTo>
                  <a:lnTo>
                    <a:pt x="309486" y="99949"/>
                  </a:lnTo>
                  <a:lnTo>
                    <a:pt x="309486" y="89268"/>
                  </a:lnTo>
                  <a:lnTo>
                    <a:pt x="308254" y="87820"/>
                  </a:lnTo>
                  <a:lnTo>
                    <a:pt x="299656" y="77812"/>
                  </a:lnTo>
                  <a:lnTo>
                    <a:pt x="299656" y="88468"/>
                  </a:lnTo>
                  <a:lnTo>
                    <a:pt x="298500" y="88531"/>
                  </a:lnTo>
                  <a:lnTo>
                    <a:pt x="299110" y="87820"/>
                  </a:lnTo>
                  <a:lnTo>
                    <a:pt x="299656" y="88468"/>
                  </a:lnTo>
                  <a:lnTo>
                    <a:pt x="299656" y="77812"/>
                  </a:lnTo>
                  <a:lnTo>
                    <a:pt x="299110" y="77165"/>
                  </a:lnTo>
                  <a:lnTo>
                    <a:pt x="265061" y="116890"/>
                  </a:lnTo>
                  <a:lnTo>
                    <a:pt x="265061" y="138582"/>
                  </a:lnTo>
                  <a:lnTo>
                    <a:pt x="263664" y="138239"/>
                  </a:lnTo>
                  <a:lnTo>
                    <a:pt x="260464" y="138442"/>
                  </a:lnTo>
                  <a:lnTo>
                    <a:pt x="257263" y="138645"/>
                  </a:lnTo>
                  <a:lnTo>
                    <a:pt x="254774" y="139598"/>
                  </a:lnTo>
                  <a:lnTo>
                    <a:pt x="254774" y="141503"/>
                  </a:lnTo>
                  <a:lnTo>
                    <a:pt x="253936" y="140512"/>
                  </a:lnTo>
                  <a:lnTo>
                    <a:pt x="254698" y="139623"/>
                  </a:lnTo>
                  <a:lnTo>
                    <a:pt x="254774" y="141503"/>
                  </a:lnTo>
                  <a:lnTo>
                    <a:pt x="254774" y="139598"/>
                  </a:lnTo>
                  <a:lnTo>
                    <a:pt x="264490" y="128206"/>
                  </a:lnTo>
                  <a:lnTo>
                    <a:pt x="264274" y="129438"/>
                  </a:lnTo>
                  <a:lnTo>
                    <a:pt x="264617" y="136918"/>
                  </a:lnTo>
                  <a:lnTo>
                    <a:pt x="265061" y="138582"/>
                  </a:lnTo>
                  <a:lnTo>
                    <a:pt x="265061" y="116890"/>
                  </a:lnTo>
                  <a:lnTo>
                    <a:pt x="244805" y="140512"/>
                  </a:lnTo>
                  <a:lnTo>
                    <a:pt x="299110" y="203860"/>
                  </a:lnTo>
                  <a:lnTo>
                    <a:pt x="308254" y="193205"/>
                  </a:lnTo>
                  <a:lnTo>
                    <a:pt x="350278" y="144170"/>
                  </a:lnTo>
                  <a:lnTo>
                    <a:pt x="401472" y="203860"/>
                  </a:lnTo>
                  <a:lnTo>
                    <a:pt x="410603" y="193205"/>
                  </a:lnTo>
                  <a:lnTo>
                    <a:pt x="455764" y="140512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5" name="object 2075" descr=""/>
            <p:cNvSpPr/>
            <p:nvPr/>
          </p:nvSpPr>
          <p:spPr>
            <a:xfrm>
              <a:off x="7482560" y="6908806"/>
              <a:ext cx="361315" cy="282575"/>
            </a:xfrm>
            <a:custGeom>
              <a:avLst/>
              <a:gdLst/>
              <a:ahLst/>
              <a:cxnLst/>
              <a:rect l="l" t="t" r="r" b="b"/>
              <a:pathLst>
                <a:path w="361315" h="282575">
                  <a:moveTo>
                    <a:pt x="108610" y="140512"/>
                  </a:moveTo>
                  <a:lnTo>
                    <a:pt x="99479" y="129870"/>
                  </a:lnTo>
                  <a:lnTo>
                    <a:pt x="99479" y="140512"/>
                  </a:lnTo>
                  <a:lnTo>
                    <a:pt x="89369" y="152311"/>
                  </a:lnTo>
                  <a:lnTo>
                    <a:pt x="89636" y="150812"/>
                  </a:lnTo>
                  <a:lnTo>
                    <a:pt x="89293" y="143332"/>
                  </a:lnTo>
                  <a:lnTo>
                    <a:pt x="88836" y="141655"/>
                  </a:lnTo>
                  <a:lnTo>
                    <a:pt x="90322" y="141998"/>
                  </a:lnTo>
                  <a:lnTo>
                    <a:pt x="93522" y="141808"/>
                  </a:lnTo>
                  <a:lnTo>
                    <a:pt x="96723" y="141605"/>
                  </a:lnTo>
                  <a:lnTo>
                    <a:pt x="99288" y="140639"/>
                  </a:lnTo>
                  <a:lnTo>
                    <a:pt x="99263" y="140271"/>
                  </a:lnTo>
                  <a:lnTo>
                    <a:pt x="99479" y="140512"/>
                  </a:lnTo>
                  <a:lnTo>
                    <a:pt x="99479" y="129870"/>
                  </a:lnTo>
                  <a:lnTo>
                    <a:pt x="97574" y="127647"/>
                  </a:lnTo>
                  <a:lnTo>
                    <a:pt x="97574" y="138315"/>
                  </a:lnTo>
                  <a:lnTo>
                    <a:pt x="96558" y="138061"/>
                  </a:lnTo>
                  <a:lnTo>
                    <a:pt x="90144" y="138455"/>
                  </a:lnTo>
                  <a:lnTo>
                    <a:pt x="88633" y="139026"/>
                  </a:lnTo>
                  <a:lnTo>
                    <a:pt x="88938" y="137274"/>
                  </a:lnTo>
                  <a:lnTo>
                    <a:pt x="88773" y="133540"/>
                  </a:lnTo>
                  <a:lnTo>
                    <a:pt x="88607" y="129794"/>
                  </a:lnTo>
                  <a:lnTo>
                    <a:pt x="87960" y="127495"/>
                  </a:lnTo>
                  <a:lnTo>
                    <a:pt x="87960" y="153949"/>
                  </a:lnTo>
                  <a:lnTo>
                    <a:pt x="54305" y="193205"/>
                  </a:lnTo>
                  <a:lnTo>
                    <a:pt x="42621" y="179578"/>
                  </a:lnTo>
                  <a:lnTo>
                    <a:pt x="45212" y="180200"/>
                  </a:lnTo>
                  <a:lnTo>
                    <a:pt x="51612" y="179793"/>
                  </a:lnTo>
                  <a:lnTo>
                    <a:pt x="53047" y="179260"/>
                  </a:lnTo>
                  <a:lnTo>
                    <a:pt x="52755" y="180987"/>
                  </a:lnTo>
                  <a:lnTo>
                    <a:pt x="52920" y="184721"/>
                  </a:lnTo>
                  <a:lnTo>
                    <a:pt x="53086" y="188455"/>
                  </a:lnTo>
                  <a:lnTo>
                    <a:pt x="53911" y="191439"/>
                  </a:lnTo>
                  <a:lnTo>
                    <a:pt x="55587" y="191338"/>
                  </a:lnTo>
                  <a:lnTo>
                    <a:pt x="56134" y="188277"/>
                  </a:lnTo>
                  <a:lnTo>
                    <a:pt x="55791" y="180797"/>
                  </a:lnTo>
                  <a:lnTo>
                    <a:pt x="55333" y="179120"/>
                  </a:lnTo>
                  <a:lnTo>
                    <a:pt x="56807" y="179463"/>
                  </a:lnTo>
                  <a:lnTo>
                    <a:pt x="60020" y="179273"/>
                  </a:lnTo>
                  <a:lnTo>
                    <a:pt x="63220" y="179070"/>
                  </a:lnTo>
                  <a:lnTo>
                    <a:pt x="65786" y="178104"/>
                  </a:lnTo>
                  <a:lnTo>
                    <a:pt x="65684" y="176149"/>
                  </a:lnTo>
                  <a:lnTo>
                    <a:pt x="63055" y="175526"/>
                  </a:lnTo>
                  <a:lnTo>
                    <a:pt x="56642" y="175920"/>
                  </a:lnTo>
                  <a:lnTo>
                    <a:pt x="55130" y="176491"/>
                  </a:lnTo>
                  <a:lnTo>
                    <a:pt x="55435" y="174739"/>
                  </a:lnTo>
                  <a:lnTo>
                    <a:pt x="55270" y="170992"/>
                  </a:lnTo>
                  <a:lnTo>
                    <a:pt x="55105" y="167259"/>
                  </a:lnTo>
                  <a:lnTo>
                    <a:pt x="54267" y="164274"/>
                  </a:lnTo>
                  <a:lnTo>
                    <a:pt x="52603" y="164376"/>
                  </a:lnTo>
                  <a:lnTo>
                    <a:pt x="52057" y="167449"/>
                  </a:lnTo>
                  <a:lnTo>
                    <a:pt x="52400" y="174929"/>
                  </a:lnTo>
                  <a:lnTo>
                    <a:pt x="52844" y="176593"/>
                  </a:lnTo>
                  <a:lnTo>
                    <a:pt x="51447" y="176250"/>
                  </a:lnTo>
                  <a:lnTo>
                    <a:pt x="48247" y="176453"/>
                  </a:lnTo>
                  <a:lnTo>
                    <a:pt x="45034" y="176644"/>
                  </a:lnTo>
                  <a:lnTo>
                    <a:pt x="42481" y="177609"/>
                  </a:lnTo>
                  <a:lnTo>
                    <a:pt x="42557" y="179514"/>
                  </a:lnTo>
                  <a:lnTo>
                    <a:pt x="10058" y="141592"/>
                  </a:lnTo>
                  <a:lnTo>
                    <a:pt x="12623" y="142189"/>
                  </a:lnTo>
                  <a:lnTo>
                    <a:pt x="19037" y="141795"/>
                  </a:lnTo>
                  <a:lnTo>
                    <a:pt x="20459" y="141262"/>
                  </a:lnTo>
                  <a:lnTo>
                    <a:pt x="20167" y="142976"/>
                  </a:lnTo>
                  <a:lnTo>
                    <a:pt x="20332" y="146723"/>
                  </a:lnTo>
                  <a:lnTo>
                    <a:pt x="20510" y="150456"/>
                  </a:lnTo>
                  <a:lnTo>
                    <a:pt x="21336" y="153441"/>
                  </a:lnTo>
                  <a:lnTo>
                    <a:pt x="23012" y="153339"/>
                  </a:lnTo>
                  <a:lnTo>
                    <a:pt x="23558" y="150266"/>
                  </a:lnTo>
                  <a:lnTo>
                    <a:pt x="23202" y="142786"/>
                  </a:lnTo>
                  <a:lnTo>
                    <a:pt x="22745" y="141109"/>
                  </a:lnTo>
                  <a:lnTo>
                    <a:pt x="24231" y="141465"/>
                  </a:lnTo>
                  <a:lnTo>
                    <a:pt x="27432" y="141262"/>
                  </a:lnTo>
                  <a:lnTo>
                    <a:pt x="30632" y="141071"/>
                  </a:lnTo>
                  <a:lnTo>
                    <a:pt x="33197" y="140106"/>
                  </a:lnTo>
                  <a:lnTo>
                    <a:pt x="33108" y="138150"/>
                  </a:lnTo>
                  <a:lnTo>
                    <a:pt x="30467" y="137515"/>
                  </a:lnTo>
                  <a:lnTo>
                    <a:pt x="24066" y="137909"/>
                  </a:lnTo>
                  <a:lnTo>
                    <a:pt x="22555" y="138480"/>
                  </a:lnTo>
                  <a:lnTo>
                    <a:pt x="22860" y="136728"/>
                  </a:lnTo>
                  <a:lnTo>
                    <a:pt x="22682" y="132994"/>
                  </a:lnTo>
                  <a:lnTo>
                    <a:pt x="22517" y="129260"/>
                  </a:lnTo>
                  <a:lnTo>
                    <a:pt x="21691" y="126276"/>
                  </a:lnTo>
                  <a:lnTo>
                    <a:pt x="21323" y="126301"/>
                  </a:lnTo>
                  <a:lnTo>
                    <a:pt x="53086" y="89242"/>
                  </a:lnTo>
                  <a:lnTo>
                    <a:pt x="52679" y="91617"/>
                  </a:lnTo>
                  <a:lnTo>
                    <a:pt x="53022" y="99098"/>
                  </a:lnTo>
                  <a:lnTo>
                    <a:pt x="53467" y="100761"/>
                  </a:lnTo>
                  <a:lnTo>
                    <a:pt x="52070" y="100418"/>
                  </a:lnTo>
                  <a:lnTo>
                    <a:pt x="48869" y="100622"/>
                  </a:lnTo>
                  <a:lnTo>
                    <a:pt x="45656" y="100825"/>
                  </a:lnTo>
                  <a:lnTo>
                    <a:pt x="43091" y="101790"/>
                  </a:lnTo>
                  <a:lnTo>
                    <a:pt x="43192" y="103746"/>
                  </a:lnTo>
                  <a:lnTo>
                    <a:pt x="45834" y="104368"/>
                  </a:lnTo>
                  <a:lnTo>
                    <a:pt x="52235" y="103974"/>
                  </a:lnTo>
                  <a:lnTo>
                    <a:pt x="53670" y="103441"/>
                  </a:lnTo>
                  <a:lnTo>
                    <a:pt x="53378" y="105156"/>
                  </a:lnTo>
                  <a:lnTo>
                    <a:pt x="53543" y="108902"/>
                  </a:lnTo>
                  <a:lnTo>
                    <a:pt x="53708" y="112636"/>
                  </a:lnTo>
                  <a:lnTo>
                    <a:pt x="54533" y="115620"/>
                  </a:lnTo>
                  <a:lnTo>
                    <a:pt x="56210" y="115519"/>
                  </a:lnTo>
                  <a:lnTo>
                    <a:pt x="56756" y="112445"/>
                  </a:lnTo>
                  <a:lnTo>
                    <a:pt x="56413" y="104965"/>
                  </a:lnTo>
                  <a:lnTo>
                    <a:pt x="55943" y="103289"/>
                  </a:lnTo>
                  <a:lnTo>
                    <a:pt x="57429" y="103644"/>
                  </a:lnTo>
                  <a:lnTo>
                    <a:pt x="60629" y="103441"/>
                  </a:lnTo>
                  <a:lnTo>
                    <a:pt x="63842" y="103251"/>
                  </a:lnTo>
                  <a:lnTo>
                    <a:pt x="66408" y="102285"/>
                  </a:lnTo>
                  <a:lnTo>
                    <a:pt x="66382" y="101942"/>
                  </a:lnTo>
                  <a:lnTo>
                    <a:pt x="87731" y="126822"/>
                  </a:lnTo>
                  <a:lnTo>
                    <a:pt x="86106" y="126911"/>
                  </a:lnTo>
                  <a:lnTo>
                    <a:pt x="85559" y="129984"/>
                  </a:lnTo>
                  <a:lnTo>
                    <a:pt x="85902" y="137464"/>
                  </a:lnTo>
                  <a:lnTo>
                    <a:pt x="86347" y="139128"/>
                  </a:lnTo>
                  <a:lnTo>
                    <a:pt x="84950" y="138785"/>
                  </a:lnTo>
                  <a:lnTo>
                    <a:pt x="81749" y="138988"/>
                  </a:lnTo>
                  <a:lnTo>
                    <a:pt x="78549" y="139179"/>
                  </a:lnTo>
                  <a:lnTo>
                    <a:pt x="75984" y="140144"/>
                  </a:lnTo>
                  <a:lnTo>
                    <a:pt x="76073" y="142100"/>
                  </a:lnTo>
                  <a:lnTo>
                    <a:pt x="78714" y="142735"/>
                  </a:lnTo>
                  <a:lnTo>
                    <a:pt x="85128" y="142328"/>
                  </a:lnTo>
                  <a:lnTo>
                    <a:pt x="86550" y="141808"/>
                  </a:lnTo>
                  <a:lnTo>
                    <a:pt x="86258" y="143522"/>
                  </a:lnTo>
                  <a:lnTo>
                    <a:pt x="86423" y="147256"/>
                  </a:lnTo>
                  <a:lnTo>
                    <a:pt x="86588" y="150990"/>
                  </a:lnTo>
                  <a:lnTo>
                    <a:pt x="87426" y="153974"/>
                  </a:lnTo>
                  <a:lnTo>
                    <a:pt x="87960" y="153949"/>
                  </a:lnTo>
                  <a:lnTo>
                    <a:pt x="87960" y="127495"/>
                  </a:lnTo>
                  <a:lnTo>
                    <a:pt x="87795" y="126898"/>
                  </a:lnTo>
                  <a:lnTo>
                    <a:pt x="97574" y="138315"/>
                  </a:lnTo>
                  <a:lnTo>
                    <a:pt x="97574" y="127647"/>
                  </a:lnTo>
                  <a:lnTo>
                    <a:pt x="64668" y="89255"/>
                  </a:lnTo>
                  <a:lnTo>
                    <a:pt x="64668" y="99949"/>
                  </a:lnTo>
                  <a:lnTo>
                    <a:pt x="63677" y="99695"/>
                  </a:lnTo>
                  <a:lnTo>
                    <a:pt x="57264" y="100088"/>
                  </a:lnTo>
                  <a:lnTo>
                    <a:pt x="55753" y="100660"/>
                  </a:lnTo>
                  <a:lnTo>
                    <a:pt x="56057" y="98907"/>
                  </a:lnTo>
                  <a:lnTo>
                    <a:pt x="55892" y="95173"/>
                  </a:lnTo>
                  <a:lnTo>
                    <a:pt x="55727" y="91440"/>
                  </a:lnTo>
                  <a:lnTo>
                    <a:pt x="54902" y="88531"/>
                  </a:lnTo>
                  <a:lnTo>
                    <a:pt x="64668" y="99949"/>
                  </a:lnTo>
                  <a:lnTo>
                    <a:pt x="64668" y="89255"/>
                  </a:lnTo>
                  <a:lnTo>
                    <a:pt x="63449" y="87820"/>
                  </a:lnTo>
                  <a:lnTo>
                    <a:pt x="54851" y="77812"/>
                  </a:lnTo>
                  <a:lnTo>
                    <a:pt x="54851" y="88468"/>
                  </a:lnTo>
                  <a:lnTo>
                    <a:pt x="53695" y="88531"/>
                  </a:lnTo>
                  <a:lnTo>
                    <a:pt x="54305" y="87820"/>
                  </a:lnTo>
                  <a:lnTo>
                    <a:pt x="54851" y="88468"/>
                  </a:lnTo>
                  <a:lnTo>
                    <a:pt x="54851" y="77812"/>
                  </a:lnTo>
                  <a:lnTo>
                    <a:pt x="54305" y="77165"/>
                  </a:lnTo>
                  <a:lnTo>
                    <a:pt x="20256" y="116890"/>
                  </a:lnTo>
                  <a:lnTo>
                    <a:pt x="20256" y="138582"/>
                  </a:lnTo>
                  <a:lnTo>
                    <a:pt x="18872" y="138239"/>
                  </a:lnTo>
                  <a:lnTo>
                    <a:pt x="15659" y="138442"/>
                  </a:lnTo>
                  <a:lnTo>
                    <a:pt x="12458" y="138645"/>
                  </a:lnTo>
                  <a:lnTo>
                    <a:pt x="9969" y="139585"/>
                  </a:lnTo>
                  <a:lnTo>
                    <a:pt x="9969" y="141490"/>
                  </a:lnTo>
                  <a:lnTo>
                    <a:pt x="9144" y="140512"/>
                  </a:lnTo>
                  <a:lnTo>
                    <a:pt x="9893" y="139649"/>
                  </a:lnTo>
                  <a:lnTo>
                    <a:pt x="9969" y="141490"/>
                  </a:lnTo>
                  <a:lnTo>
                    <a:pt x="9969" y="139585"/>
                  </a:lnTo>
                  <a:lnTo>
                    <a:pt x="19685" y="128219"/>
                  </a:lnTo>
                  <a:lnTo>
                    <a:pt x="19469" y="129438"/>
                  </a:lnTo>
                  <a:lnTo>
                    <a:pt x="19812" y="136918"/>
                  </a:lnTo>
                  <a:lnTo>
                    <a:pt x="20256" y="138582"/>
                  </a:lnTo>
                  <a:lnTo>
                    <a:pt x="20256" y="116890"/>
                  </a:lnTo>
                  <a:lnTo>
                    <a:pt x="0" y="140512"/>
                  </a:lnTo>
                  <a:lnTo>
                    <a:pt x="54305" y="203860"/>
                  </a:lnTo>
                  <a:lnTo>
                    <a:pt x="63449" y="193205"/>
                  </a:lnTo>
                  <a:lnTo>
                    <a:pt x="108610" y="140512"/>
                  </a:lnTo>
                  <a:close/>
                </a:path>
                <a:path w="361315" h="282575">
                  <a:moveTo>
                    <a:pt x="158915" y="218681"/>
                  </a:moveTo>
                  <a:lnTo>
                    <a:pt x="149783" y="208038"/>
                  </a:lnTo>
                  <a:lnTo>
                    <a:pt x="149783" y="218681"/>
                  </a:lnTo>
                  <a:lnTo>
                    <a:pt x="104609" y="271373"/>
                  </a:lnTo>
                  <a:lnTo>
                    <a:pt x="92925" y="257759"/>
                  </a:lnTo>
                  <a:lnTo>
                    <a:pt x="95504" y="258368"/>
                  </a:lnTo>
                  <a:lnTo>
                    <a:pt x="101917" y="257975"/>
                  </a:lnTo>
                  <a:lnTo>
                    <a:pt x="104470" y="257009"/>
                  </a:lnTo>
                  <a:lnTo>
                    <a:pt x="104419" y="256044"/>
                  </a:lnTo>
                  <a:lnTo>
                    <a:pt x="105206" y="255981"/>
                  </a:lnTo>
                  <a:lnTo>
                    <a:pt x="105740" y="252907"/>
                  </a:lnTo>
                  <a:lnTo>
                    <a:pt x="105562" y="249174"/>
                  </a:lnTo>
                  <a:lnTo>
                    <a:pt x="105397" y="245427"/>
                  </a:lnTo>
                  <a:lnTo>
                    <a:pt x="104571" y="242443"/>
                  </a:lnTo>
                  <a:lnTo>
                    <a:pt x="102895" y="242544"/>
                  </a:lnTo>
                  <a:lnTo>
                    <a:pt x="102349" y="245618"/>
                  </a:lnTo>
                  <a:lnTo>
                    <a:pt x="102692" y="253098"/>
                  </a:lnTo>
                  <a:lnTo>
                    <a:pt x="103136" y="254762"/>
                  </a:lnTo>
                  <a:lnTo>
                    <a:pt x="101752" y="254419"/>
                  </a:lnTo>
                  <a:lnTo>
                    <a:pt x="98539" y="254622"/>
                  </a:lnTo>
                  <a:lnTo>
                    <a:pt x="95338" y="254812"/>
                  </a:lnTo>
                  <a:lnTo>
                    <a:pt x="92773" y="255778"/>
                  </a:lnTo>
                  <a:lnTo>
                    <a:pt x="92849" y="257683"/>
                  </a:lnTo>
                  <a:lnTo>
                    <a:pt x="60350" y="219760"/>
                  </a:lnTo>
                  <a:lnTo>
                    <a:pt x="62928" y="220357"/>
                  </a:lnTo>
                  <a:lnTo>
                    <a:pt x="69329" y="219964"/>
                  </a:lnTo>
                  <a:lnTo>
                    <a:pt x="70764" y="219430"/>
                  </a:lnTo>
                  <a:lnTo>
                    <a:pt x="70472" y="221145"/>
                  </a:lnTo>
                  <a:lnTo>
                    <a:pt x="70637" y="224891"/>
                  </a:lnTo>
                  <a:lnTo>
                    <a:pt x="70802" y="228625"/>
                  </a:lnTo>
                  <a:lnTo>
                    <a:pt x="71628" y="231609"/>
                  </a:lnTo>
                  <a:lnTo>
                    <a:pt x="73304" y="231508"/>
                  </a:lnTo>
                  <a:lnTo>
                    <a:pt x="73850" y="228434"/>
                  </a:lnTo>
                  <a:lnTo>
                    <a:pt x="73507" y="220967"/>
                  </a:lnTo>
                  <a:lnTo>
                    <a:pt x="73037" y="219278"/>
                  </a:lnTo>
                  <a:lnTo>
                    <a:pt x="74523" y="219633"/>
                  </a:lnTo>
                  <a:lnTo>
                    <a:pt x="77736" y="219430"/>
                  </a:lnTo>
                  <a:lnTo>
                    <a:pt x="80937" y="219240"/>
                  </a:lnTo>
                  <a:lnTo>
                    <a:pt x="83502" y="218274"/>
                  </a:lnTo>
                  <a:lnTo>
                    <a:pt x="83413" y="216319"/>
                  </a:lnTo>
                  <a:lnTo>
                    <a:pt x="80772" y="215684"/>
                  </a:lnTo>
                  <a:lnTo>
                    <a:pt x="74358" y="216077"/>
                  </a:lnTo>
                  <a:lnTo>
                    <a:pt x="72847" y="216649"/>
                  </a:lnTo>
                  <a:lnTo>
                    <a:pt x="73152" y="214896"/>
                  </a:lnTo>
                  <a:lnTo>
                    <a:pt x="72986" y="211162"/>
                  </a:lnTo>
                  <a:lnTo>
                    <a:pt x="72821" y="207429"/>
                  </a:lnTo>
                  <a:lnTo>
                    <a:pt x="71996" y="204444"/>
                  </a:lnTo>
                  <a:lnTo>
                    <a:pt x="71615" y="204470"/>
                  </a:lnTo>
                  <a:lnTo>
                    <a:pt x="104609" y="166001"/>
                  </a:lnTo>
                  <a:lnTo>
                    <a:pt x="149783" y="218681"/>
                  </a:lnTo>
                  <a:lnTo>
                    <a:pt x="149783" y="208038"/>
                  </a:lnTo>
                  <a:lnTo>
                    <a:pt x="113741" y="166001"/>
                  </a:lnTo>
                  <a:lnTo>
                    <a:pt x="104609" y="155333"/>
                  </a:lnTo>
                  <a:lnTo>
                    <a:pt x="70561" y="195046"/>
                  </a:lnTo>
                  <a:lnTo>
                    <a:pt x="70561" y="216763"/>
                  </a:lnTo>
                  <a:lnTo>
                    <a:pt x="69164" y="216420"/>
                  </a:lnTo>
                  <a:lnTo>
                    <a:pt x="65963" y="216611"/>
                  </a:lnTo>
                  <a:lnTo>
                    <a:pt x="62763" y="216814"/>
                  </a:lnTo>
                  <a:lnTo>
                    <a:pt x="60274" y="217766"/>
                  </a:lnTo>
                  <a:lnTo>
                    <a:pt x="60274" y="219671"/>
                  </a:lnTo>
                  <a:lnTo>
                    <a:pt x="59436" y="218681"/>
                  </a:lnTo>
                  <a:lnTo>
                    <a:pt x="60198" y="217792"/>
                  </a:lnTo>
                  <a:lnTo>
                    <a:pt x="60274" y="219671"/>
                  </a:lnTo>
                  <a:lnTo>
                    <a:pt x="60274" y="217766"/>
                  </a:lnTo>
                  <a:lnTo>
                    <a:pt x="69989" y="206375"/>
                  </a:lnTo>
                  <a:lnTo>
                    <a:pt x="69773" y="207619"/>
                  </a:lnTo>
                  <a:lnTo>
                    <a:pt x="70116" y="215087"/>
                  </a:lnTo>
                  <a:lnTo>
                    <a:pt x="70561" y="216763"/>
                  </a:lnTo>
                  <a:lnTo>
                    <a:pt x="70561" y="195046"/>
                  </a:lnTo>
                  <a:lnTo>
                    <a:pt x="50292" y="218681"/>
                  </a:lnTo>
                  <a:lnTo>
                    <a:pt x="104609" y="282028"/>
                  </a:lnTo>
                  <a:lnTo>
                    <a:pt x="113741" y="271373"/>
                  </a:lnTo>
                  <a:lnTo>
                    <a:pt x="158915" y="218681"/>
                  </a:lnTo>
                  <a:close/>
                </a:path>
                <a:path w="361315" h="282575">
                  <a:moveTo>
                    <a:pt x="235038" y="140106"/>
                  </a:moveTo>
                  <a:lnTo>
                    <a:pt x="234937" y="138150"/>
                  </a:lnTo>
                  <a:lnTo>
                    <a:pt x="232295" y="137515"/>
                  </a:lnTo>
                  <a:lnTo>
                    <a:pt x="225894" y="137909"/>
                  </a:lnTo>
                  <a:lnTo>
                    <a:pt x="223342" y="138874"/>
                  </a:lnTo>
                  <a:lnTo>
                    <a:pt x="223418" y="140830"/>
                  </a:lnTo>
                  <a:lnTo>
                    <a:pt x="226060" y="141465"/>
                  </a:lnTo>
                  <a:lnTo>
                    <a:pt x="229260" y="141262"/>
                  </a:lnTo>
                  <a:lnTo>
                    <a:pt x="232473" y="141071"/>
                  </a:lnTo>
                  <a:lnTo>
                    <a:pt x="235038" y="140106"/>
                  </a:lnTo>
                  <a:close/>
                </a:path>
                <a:path w="361315" h="282575">
                  <a:moveTo>
                    <a:pt x="267614" y="178104"/>
                  </a:moveTo>
                  <a:lnTo>
                    <a:pt x="267525" y="176149"/>
                  </a:lnTo>
                  <a:lnTo>
                    <a:pt x="264883" y="175526"/>
                  </a:lnTo>
                  <a:lnTo>
                    <a:pt x="258470" y="175920"/>
                  </a:lnTo>
                  <a:lnTo>
                    <a:pt x="256959" y="176491"/>
                  </a:lnTo>
                  <a:lnTo>
                    <a:pt x="257263" y="174739"/>
                  </a:lnTo>
                  <a:lnTo>
                    <a:pt x="257098" y="170992"/>
                  </a:lnTo>
                  <a:lnTo>
                    <a:pt x="256933" y="167259"/>
                  </a:lnTo>
                  <a:lnTo>
                    <a:pt x="256108" y="164274"/>
                  </a:lnTo>
                  <a:lnTo>
                    <a:pt x="254431" y="164376"/>
                  </a:lnTo>
                  <a:lnTo>
                    <a:pt x="253885" y="167449"/>
                  </a:lnTo>
                  <a:lnTo>
                    <a:pt x="254228" y="174929"/>
                  </a:lnTo>
                  <a:lnTo>
                    <a:pt x="254673" y="176593"/>
                  </a:lnTo>
                  <a:lnTo>
                    <a:pt x="253276" y="176250"/>
                  </a:lnTo>
                  <a:lnTo>
                    <a:pt x="250075" y="176453"/>
                  </a:lnTo>
                  <a:lnTo>
                    <a:pt x="246875" y="176644"/>
                  </a:lnTo>
                  <a:lnTo>
                    <a:pt x="244309" y="177609"/>
                  </a:lnTo>
                  <a:lnTo>
                    <a:pt x="244398" y="179565"/>
                  </a:lnTo>
                  <a:lnTo>
                    <a:pt x="247040" y="180200"/>
                  </a:lnTo>
                  <a:lnTo>
                    <a:pt x="253441" y="179793"/>
                  </a:lnTo>
                  <a:lnTo>
                    <a:pt x="254876" y="179260"/>
                  </a:lnTo>
                  <a:lnTo>
                    <a:pt x="254584" y="180987"/>
                  </a:lnTo>
                  <a:lnTo>
                    <a:pt x="254749" y="184721"/>
                  </a:lnTo>
                  <a:lnTo>
                    <a:pt x="254914" y="188455"/>
                  </a:lnTo>
                  <a:lnTo>
                    <a:pt x="255739" y="191439"/>
                  </a:lnTo>
                  <a:lnTo>
                    <a:pt x="257416" y="191338"/>
                  </a:lnTo>
                  <a:lnTo>
                    <a:pt x="257962" y="188277"/>
                  </a:lnTo>
                  <a:lnTo>
                    <a:pt x="257619" y="180797"/>
                  </a:lnTo>
                  <a:lnTo>
                    <a:pt x="257162" y="179120"/>
                  </a:lnTo>
                  <a:lnTo>
                    <a:pt x="258635" y="179463"/>
                  </a:lnTo>
                  <a:lnTo>
                    <a:pt x="261848" y="179273"/>
                  </a:lnTo>
                  <a:lnTo>
                    <a:pt x="265049" y="179070"/>
                  </a:lnTo>
                  <a:lnTo>
                    <a:pt x="267614" y="178104"/>
                  </a:lnTo>
                  <a:close/>
                </a:path>
                <a:path w="361315" h="282575">
                  <a:moveTo>
                    <a:pt x="268236" y="102285"/>
                  </a:moveTo>
                  <a:lnTo>
                    <a:pt x="268147" y="100330"/>
                  </a:lnTo>
                  <a:lnTo>
                    <a:pt x="265506" y="99695"/>
                  </a:lnTo>
                  <a:lnTo>
                    <a:pt x="259092" y="100088"/>
                  </a:lnTo>
                  <a:lnTo>
                    <a:pt x="257581" y="100660"/>
                  </a:lnTo>
                  <a:lnTo>
                    <a:pt x="257886" y="98907"/>
                  </a:lnTo>
                  <a:lnTo>
                    <a:pt x="257721" y="95173"/>
                  </a:lnTo>
                  <a:lnTo>
                    <a:pt x="257556" y="91440"/>
                  </a:lnTo>
                  <a:lnTo>
                    <a:pt x="256730" y="88455"/>
                  </a:lnTo>
                  <a:lnTo>
                    <a:pt x="255054" y="88557"/>
                  </a:lnTo>
                  <a:lnTo>
                    <a:pt x="254508" y="91617"/>
                  </a:lnTo>
                  <a:lnTo>
                    <a:pt x="254850" y="99098"/>
                  </a:lnTo>
                  <a:lnTo>
                    <a:pt x="255295" y="100761"/>
                  </a:lnTo>
                  <a:lnTo>
                    <a:pt x="253898" y="100418"/>
                  </a:lnTo>
                  <a:lnTo>
                    <a:pt x="250698" y="100622"/>
                  </a:lnTo>
                  <a:lnTo>
                    <a:pt x="247497" y="100825"/>
                  </a:lnTo>
                  <a:lnTo>
                    <a:pt x="244932" y="101790"/>
                  </a:lnTo>
                  <a:lnTo>
                    <a:pt x="245021" y="103746"/>
                  </a:lnTo>
                  <a:lnTo>
                    <a:pt x="247662" y="104368"/>
                  </a:lnTo>
                  <a:lnTo>
                    <a:pt x="254063" y="103974"/>
                  </a:lnTo>
                  <a:lnTo>
                    <a:pt x="255498" y="103441"/>
                  </a:lnTo>
                  <a:lnTo>
                    <a:pt x="255206" y="105156"/>
                  </a:lnTo>
                  <a:lnTo>
                    <a:pt x="255371" y="108902"/>
                  </a:lnTo>
                  <a:lnTo>
                    <a:pt x="255536" y="112636"/>
                  </a:lnTo>
                  <a:lnTo>
                    <a:pt x="256362" y="115620"/>
                  </a:lnTo>
                  <a:lnTo>
                    <a:pt x="258038" y="115519"/>
                  </a:lnTo>
                  <a:lnTo>
                    <a:pt x="258584" y="112445"/>
                  </a:lnTo>
                  <a:lnTo>
                    <a:pt x="258241" y="104965"/>
                  </a:lnTo>
                  <a:lnTo>
                    <a:pt x="257784" y="103289"/>
                  </a:lnTo>
                  <a:lnTo>
                    <a:pt x="259257" y="103644"/>
                  </a:lnTo>
                  <a:lnTo>
                    <a:pt x="262470" y="103441"/>
                  </a:lnTo>
                  <a:lnTo>
                    <a:pt x="265671" y="103251"/>
                  </a:lnTo>
                  <a:lnTo>
                    <a:pt x="268236" y="102285"/>
                  </a:lnTo>
                  <a:close/>
                </a:path>
                <a:path w="361315" h="282575">
                  <a:moveTo>
                    <a:pt x="301117" y="140639"/>
                  </a:moveTo>
                  <a:lnTo>
                    <a:pt x="301028" y="138684"/>
                  </a:lnTo>
                  <a:lnTo>
                    <a:pt x="298386" y="138061"/>
                  </a:lnTo>
                  <a:lnTo>
                    <a:pt x="291985" y="138455"/>
                  </a:lnTo>
                  <a:lnTo>
                    <a:pt x="290474" y="139026"/>
                  </a:lnTo>
                  <a:lnTo>
                    <a:pt x="290779" y="137274"/>
                  </a:lnTo>
                  <a:lnTo>
                    <a:pt x="290601" y="133540"/>
                  </a:lnTo>
                  <a:lnTo>
                    <a:pt x="290436" y="129794"/>
                  </a:lnTo>
                  <a:lnTo>
                    <a:pt x="289610" y="126809"/>
                  </a:lnTo>
                  <a:lnTo>
                    <a:pt x="287934" y="126911"/>
                  </a:lnTo>
                  <a:lnTo>
                    <a:pt x="287388" y="129984"/>
                  </a:lnTo>
                  <a:lnTo>
                    <a:pt x="287743" y="137464"/>
                  </a:lnTo>
                  <a:lnTo>
                    <a:pt x="288188" y="139128"/>
                  </a:lnTo>
                  <a:lnTo>
                    <a:pt x="286791" y="138785"/>
                  </a:lnTo>
                  <a:lnTo>
                    <a:pt x="283578" y="138988"/>
                  </a:lnTo>
                  <a:lnTo>
                    <a:pt x="280377" y="139179"/>
                  </a:lnTo>
                  <a:lnTo>
                    <a:pt x="277812" y="140144"/>
                  </a:lnTo>
                  <a:lnTo>
                    <a:pt x="277901" y="142100"/>
                  </a:lnTo>
                  <a:lnTo>
                    <a:pt x="280543" y="142735"/>
                  </a:lnTo>
                  <a:lnTo>
                    <a:pt x="286956" y="142328"/>
                  </a:lnTo>
                  <a:lnTo>
                    <a:pt x="288378" y="141808"/>
                  </a:lnTo>
                  <a:lnTo>
                    <a:pt x="288086" y="143522"/>
                  </a:lnTo>
                  <a:lnTo>
                    <a:pt x="288264" y="147256"/>
                  </a:lnTo>
                  <a:lnTo>
                    <a:pt x="288429" y="150990"/>
                  </a:lnTo>
                  <a:lnTo>
                    <a:pt x="289255" y="153974"/>
                  </a:lnTo>
                  <a:lnTo>
                    <a:pt x="290931" y="153873"/>
                  </a:lnTo>
                  <a:lnTo>
                    <a:pt x="291477" y="150812"/>
                  </a:lnTo>
                  <a:lnTo>
                    <a:pt x="291122" y="143332"/>
                  </a:lnTo>
                  <a:lnTo>
                    <a:pt x="290664" y="141655"/>
                  </a:lnTo>
                  <a:lnTo>
                    <a:pt x="292150" y="141998"/>
                  </a:lnTo>
                  <a:lnTo>
                    <a:pt x="295351" y="141808"/>
                  </a:lnTo>
                  <a:lnTo>
                    <a:pt x="298551" y="141605"/>
                  </a:lnTo>
                  <a:lnTo>
                    <a:pt x="301117" y="140639"/>
                  </a:lnTo>
                  <a:close/>
                </a:path>
                <a:path w="361315" h="282575">
                  <a:moveTo>
                    <a:pt x="360984" y="63360"/>
                  </a:moveTo>
                  <a:lnTo>
                    <a:pt x="351853" y="52717"/>
                  </a:lnTo>
                  <a:lnTo>
                    <a:pt x="351853" y="63360"/>
                  </a:lnTo>
                  <a:lnTo>
                    <a:pt x="341744" y="75145"/>
                  </a:lnTo>
                  <a:lnTo>
                    <a:pt x="342011" y="73647"/>
                  </a:lnTo>
                  <a:lnTo>
                    <a:pt x="341668" y="66167"/>
                  </a:lnTo>
                  <a:lnTo>
                    <a:pt x="341210" y="64490"/>
                  </a:lnTo>
                  <a:lnTo>
                    <a:pt x="342696" y="64846"/>
                  </a:lnTo>
                  <a:lnTo>
                    <a:pt x="345897" y="64643"/>
                  </a:lnTo>
                  <a:lnTo>
                    <a:pt x="349097" y="64439"/>
                  </a:lnTo>
                  <a:lnTo>
                    <a:pt x="351663" y="63474"/>
                  </a:lnTo>
                  <a:lnTo>
                    <a:pt x="351637" y="63131"/>
                  </a:lnTo>
                  <a:lnTo>
                    <a:pt x="351853" y="63360"/>
                  </a:lnTo>
                  <a:lnTo>
                    <a:pt x="351853" y="52717"/>
                  </a:lnTo>
                  <a:lnTo>
                    <a:pt x="349935" y="50469"/>
                  </a:lnTo>
                  <a:lnTo>
                    <a:pt x="349935" y="61137"/>
                  </a:lnTo>
                  <a:lnTo>
                    <a:pt x="348932" y="60896"/>
                  </a:lnTo>
                  <a:lnTo>
                    <a:pt x="342519" y="61290"/>
                  </a:lnTo>
                  <a:lnTo>
                    <a:pt x="341007" y="61861"/>
                  </a:lnTo>
                  <a:lnTo>
                    <a:pt x="341312" y="60109"/>
                  </a:lnTo>
                  <a:lnTo>
                    <a:pt x="341147" y="56375"/>
                  </a:lnTo>
                  <a:lnTo>
                    <a:pt x="340982" y="52641"/>
                  </a:lnTo>
                  <a:lnTo>
                    <a:pt x="340334" y="50342"/>
                  </a:lnTo>
                  <a:lnTo>
                    <a:pt x="340334" y="76796"/>
                  </a:lnTo>
                  <a:lnTo>
                    <a:pt x="306679" y="116039"/>
                  </a:lnTo>
                  <a:lnTo>
                    <a:pt x="294995" y="102438"/>
                  </a:lnTo>
                  <a:lnTo>
                    <a:pt x="297586" y="103035"/>
                  </a:lnTo>
                  <a:lnTo>
                    <a:pt x="303987" y="102641"/>
                  </a:lnTo>
                  <a:lnTo>
                    <a:pt x="305422" y="102108"/>
                  </a:lnTo>
                  <a:lnTo>
                    <a:pt x="305130" y="103822"/>
                  </a:lnTo>
                  <a:lnTo>
                    <a:pt x="305295" y="107569"/>
                  </a:lnTo>
                  <a:lnTo>
                    <a:pt x="305460" y="111302"/>
                  </a:lnTo>
                  <a:lnTo>
                    <a:pt x="306285" y="114287"/>
                  </a:lnTo>
                  <a:lnTo>
                    <a:pt x="307962" y="114185"/>
                  </a:lnTo>
                  <a:lnTo>
                    <a:pt x="308508" y="111112"/>
                  </a:lnTo>
                  <a:lnTo>
                    <a:pt x="308165" y="103632"/>
                  </a:lnTo>
                  <a:lnTo>
                    <a:pt x="307708" y="101968"/>
                  </a:lnTo>
                  <a:lnTo>
                    <a:pt x="309181" y="102311"/>
                  </a:lnTo>
                  <a:lnTo>
                    <a:pt x="312394" y="102108"/>
                  </a:lnTo>
                  <a:lnTo>
                    <a:pt x="315595" y="101904"/>
                  </a:lnTo>
                  <a:lnTo>
                    <a:pt x="318160" y="100952"/>
                  </a:lnTo>
                  <a:lnTo>
                    <a:pt x="318058" y="98983"/>
                  </a:lnTo>
                  <a:lnTo>
                    <a:pt x="315429" y="98361"/>
                  </a:lnTo>
                  <a:lnTo>
                    <a:pt x="309016" y="98755"/>
                  </a:lnTo>
                  <a:lnTo>
                    <a:pt x="307505" y="99326"/>
                  </a:lnTo>
                  <a:lnTo>
                    <a:pt x="307809" y="97574"/>
                  </a:lnTo>
                  <a:lnTo>
                    <a:pt x="307644" y="93840"/>
                  </a:lnTo>
                  <a:lnTo>
                    <a:pt x="307479" y="90093"/>
                  </a:lnTo>
                  <a:lnTo>
                    <a:pt x="306654" y="87122"/>
                  </a:lnTo>
                  <a:lnTo>
                    <a:pt x="304977" y="87223"/>
                  </a:lnTo>
                  <a:lnTo>
                    <a:pt x="304431" y="90284"/>
                  </a:lnTo>
                  <a:lnTo>
                    <a:pt x="304774" y="97764"/>
                  </a:lnTo>
                  <a:lnTo>
                    <a:pt x="305219" y="99428"/>
                  </a:lnTo>
                  <a:lnTo>
                    <a:pt x="303822" y="99085"/>
                  </a:lnTo>
                  <a:lnTo>
                    <a:pt x="300621" y="99288"/>
                  </a:lnTo>
                  <a:lnTo>
                    <a:pt x="297408" y="99491"/>
                  </a:lnTo>
                  <a:lnTo>
                    <a:pt x="294843" y="100444"/>
                  </a:lnTo>
                  <a:lnTo>
                    <a:pt x="294932" y="102362"/>
                  </a:lnTo>
                  <a:lnTo>
                    <a:pt x="262420" y="64427"/>
                  </a:lnTo>
                  <a:lnTo>
                    <a:pt x="264998" y="65036"/>
                  </a:lnTo>
                  <a:lnTo>
                    <a:pt x="271411" y="64630"/>
                  </a:lnTo>
                  <a:lnTo>
                    <a:pt x="272834" y="64096"/>
                  </a:lnTo>
                  <a:lnTo>
                    <a:pt x="272542" y="65824"/>
                  </a:lnTo>
                  <a:lnTo>
                    <a:pt x="272707" y="69557"/>
                  </a:lnTo>
                  <a:lnTo>
                    <a:pt x="272884" y="73291"/>
                  </a:lnTo>
                  <a:lnTo>
                    <a:pt x="273710" y="76276"/>
                  </a:lnTo>
                  <a:lnTo>
                    <a:pt x="275386" y="76174"/>
                  </a:lnTo>
                  <a:lnTo>
                    <a:pt x="275932" y="73113"/>
                  </a:lnTo>
                  <a:lnTo>
                    <a:pt x="275577" y="65633"/>
                  </a:lnTo>
                  <a:lnTo>
                    <a:pt x="275120" y="63957"/>
                  </a:lnTo>
                  <a:lnTo>
                    <a:pt x="276606" y="64300"/>
                  </a:lnTo>
                  <a:lnTo>
                    <a:pt x="279806" y="64109"/>
                  </a:lnTo>
                  <a:lnTo>
                    <a:pt x="283006" y="63906"/>
                  </a:lnTo>
                  <a:lnTo>
                    <a:pt x="285572" y="62941"/>
                  </a:lnTo>
                  <a:lnTo>
                    <a:pt x="285483" y="60985"/>
                  </a:lnTo>
                  <a:lnTo>
                    <a:pt x="282841" y="60350"/>
                  </a:lnTo>
                  <a:lnTo>
                    <a:pt x="276440" y="60756"/>
                  </a:lnTo>
                  <a:lnTo>
                    <a:pt x="274916" y="61328"/>
                  </a:lnTo>
                  <a:lnTo>
                    <a:pt x="275234" y="59575"/>
                  </a:lnTo>
                  <a:lnTo>
                    <a:pt x="275056" y="55829"/>
                  </a:lnTo>
                  <a:lnTo>
                    <a:pt x="274891" y="52095"/>
                  </a:lnTo>
                  <a:lnTo>
                    <a:pt x="274066" y="49110"/>
                  </a:lnTo>
                  <a:lnTo>
                    <a:pt x="273710" y="49136"/>
                  </a:lnTo>
                  <a:lnTo>
                    <a:pt x="305473" y="12077"/>
                  </a:lnTo>
                  <a:lnTo>
                    <a:pt x="305054" y="14465"/>
                  </a:lnTo>
                  <a:lnTo>
                    <a:pt x="305396" y="21932"/>
                  </a:lnTo>
                  <a:lnTo>
                    <a:pt x="305841" y="23609"/>
                  </a:lnTo>
                  <a:lnTo>
                    <a:pt x="304444" y="23266"/>
                  </a:lnTo>
                  <a:lnTo>
                    <a:pt x="301244" y="23456"/>
                  </a:lnTo>
                  <a:lnTo>
                    <a:pt x="298030" y="23660"/>
                  </a:lnTo>
                  <a:lnTo>
                    <a:pt x="295465" y="24625"/>
                  </a:lnTo>
                  <a:lnTo>
                    <a:pt x="295567" y="26581"/>
                  </a:lnTo>
                  <a:lnTo>
                    <a:pt x="298208" y="27216"/>
                  </a:lnTo>
                  <a:lnTo>
                    <a:pt x="304609" y="26809"/>
                  </a:lnTo>
                  <a:lnTo>
                    <a:pt x="306044" y="26276"/>
                  </a:lnTo>
                  <a:lnTo>
                    <a:pt x="305752" y="28003"/>
                  </a:lnTo>
                  <a:lnTo>
                    <a:pt x="305917" y="31737"/>
                  </a:lnTo>
                  <a:lnTo>
                    <a:pt x="306082" y="35471"/>
                  </a:lnTo>
                  <a:lnTo>
                    <a:pt x="306908" y="38455"/>
                  </a:lnTo>
                  <a:lnTo>
                    <a:pt x="308584" y="38354"/>
                  </a:lnTo>
                  <a:lnTo>
                    <a:pt x="309130" y="35293"/>
                  </a:lnTo>
                  <a:lnTo>
                    <a:pt x="308787" y="27813"/>
                  </a:lnTo>
                  <a:lnTo>
                    <a:pt x="308330" y="26136"/>
                  </a:lnTo>
                  <a:lnTo>
                    <a:pt x="309803" y="26479"/>
                  </a:lnTo>
                  <a:lnTo>
                    <a:pt x="313004" y="26289"/>
                  </a:lnTo>
                  <a:lnTo>
                    <a:pt x="316217" y="26085"/>
                  </a:lnTo>
                  <a:lnTo>
                    <a:pt x="318782" y="25120"/>
                  </a:lnTo>
                  <a:lnTo>
                    <a:pt x="318757" y="24790"/>
                  </a:lnTo>
                  <a:lnTo>
                    <a:pt x="340106" y="49669"/>
                  </a:lnTo>
                  <a:lnTo>
                    <a:pt x="338480" y="49758"/>
                  </a:lnTo>
                  <a:lnTo>
                    <a:pt x="337934" y="52819"/>
                  </a:lnTo>
                  <a:lnTo>
                    <a:pt x="338277" y="60299"/>
                  </a:lnTo>
                  <a:lnTo>
                    <a:pt x="338721" y="61963"/>
                  </a:lnTo>
                  <a:lnTo>
                    <a:pt x="337324" y="61620"/>
                  </a:lnTo>
                  <a:lnTo>
                    <a:pt x="334124" y="61823"/>
                  </a:lnTo>
                  <a:lnTo>
                    <a:pt x="330923" y="62026"/>
                  </a:lnTo>
                  <a:lnTo>
                    <a:pt x="328358" y="62992"/>
                  </a:lnTo>
                  <a:lnTo>
                    <a:pt x="328447" y="64947"/>
                  </a:lnTo>
                  <a:lnTo>
                    <a:pt x="331089" y="65570"/>
                  </a:lnTo>
                  <a:lnTo>
                    <a:pt x="337502" y="65176"/>
                  </a:lnTo>
                  <a:lnTo>
                    <a:pt x="338924" y="64643"/>
                  </a:lnTo>
                  <a:lnTo>
                    <a:pt x="338632" y="66357"/>
                  </a:lnTo>
                  <a:lnTo>
                    <a:pt x="338797" y="70091"/>
                  </a:lnTo>
                  <a:lnTo>
                    <a:pt x="338963" y="73837"/>
                  </a:lnTo>
                  <a:lnTo>
                    <a:pt x="339801" y="76822"/>
                  </a:lnTo>
                  <a:lnTo>
                    <a:pt x="340334" y="76796"/>
                  </a:lnTo>
                  <a:lnTo>
                    <a:pt x="340334" y="50342"/>
                  </a:lnTo>
                  <a:lnTo>
                    <a:pt x="340169" y="49745"/>
                  </a:lnTo>
                  <a:lnTo>
                    <a:pt x="349935" y="61137"/>
                  </a:lnTo>
                  <a:lnTo>
                    <a:pt x="349935" y="50469"/>
                  </a:lnTo>
                  <a:lnTo>
                    <a:pt x="317030" y="12077"/>
                  </a:lnTo>
                  <a:lnTo>
                    <a:pt x="317030" y="22771"/>
                  </a:lnTo>
                  <a:lnTo>
                    <a:pt x="316052" y="22529"/>
                  </a:lnTo>
                  <a:lnTo>
                    <a:pt x="309638" y="22936"/>
                  </a:lnTo>
                  <a:lnTo>
                    <a:pt x="308127" y="23507"/>
                  </a:lnTo>
                  <a:lnTo>
                    <a:pt x="308432" y="21755"/>
                  </a:lnTo>
                  <a:lnTo>
                    <a:pt x="308267" y="18008"/>
                  </a:lnTo>
                  <a:lnTo>
                    <a:pt x="308102" y="14274"/>
                  </a:lnTo>
                  <a:lnTo>
                    <a:pt x="307276" y="11379"/>
                  </a:lnTo>
                  <a:lnTo>
                    <a:pt x="317030" y="22771"/>
                  </a:lnTo>
                  <a:lnTo>
                    <a:pt x="317030" y="12077"/>
                  </a:lnTo>
                  <a:lnTo>
                    <a:pt x="315823" y="10668"/>
                  </a:lnTo>
                  <a:lnTo>
                    <a:pt x="307213" y="622"/>
                  </a:lnTo>
                  <a:lnTo>
                    <a:pt x="307213" y="11303"/>
                  </a:lnTo>
                  <a:lnTo>
                    <a:pt x="306082" y="11366"/>
                  </a:lnTo>
                  <a:lnTo>
                    <a:pt x="306679" y="10668"/>
                  </a:lnTo>
                  <a:lnTo>
                    <a:pt x="307213" y="11303"/>
                  </a:lnTo>
                  <a:lnTo>
                    <a:pt x="307213" y="622"/>
                  </a:lnTo>
                  <a:lnTo>
                    <a:pt x="306679" y="0"/>
                  </a:lnTo>
                  <a:lnTo>
                    <a:pt x="272643" y="39712"/>
                  </a:lnTo>
                  <a:lnTo>
                    <a:pt x="272643" y="61429"/>
                  </a:lnTo>
                  <a:lnTo>
                    <a:pt x="271246" y="61087"/>
                  </a:lnTo>
                  <a:lnTo>
                    <a:pt x="268033" y="61277"/>
                  </a:lnTo>
                  <a:lnTo>
                    <a:pt x="264833" y="61480"/>
                  </a:lnTo>
                  <a:lnTo>
                    <a:pt x="262343" y="62433"/>
                  </a:lnTo>
                  <a:lnTo>
                    <a:pt x="262343" y="64338"/>
                  </a:lnTo>
                  <a:lnTo>
                    <a:pt x="261518" y="63360"/>
                  </a:lnTo>
                  <a:lnTo>
                    <a:pt x="262267" y="62496"/>
                  </a:lnTo>
                  <a:lnTo>
                    <a:pt x="262343" y="64338"/>
                  </a:lnTo>
                  <a:lnTo>
                    <a:pt x="262343" y="62433"/>
                  </a:lnTo>
                  <a:lnTo>
                    <a:pt x="272059" y="51066"/>
                  </a:lnTo>
                  <a:lnTo>
                    <a:pt x="271843" y="52285"/>
                  </a:lnTo>
                  <a:lnTo>
                    <a:pt x="272186" y="59753"/>
                  </a:lnTo>
                  <a:lnTo>
                    <a:pt x="272643" y="61429"/>
                  </a:lnTo>
                  <a:lnTo>
                    <a:pt x="272643" y="39712"/>
                  </a:lnTo>
                  <a:lnTo>
                    <a:pt x="256159" y="58940"/>
                  </a:lnTo>
                  <a:lnTo>
                    <a:pt x="250825" y="52717"/>
                  </a:lnTo>
                  <a:lnTo>
                    <a:pt x="250825" y="63360"/>
                  </a:lnTo>
                  <a:lnTo>
                    <a:pt x="240703" y="75158"/>
                  </a:lnTo>
                  <a:lnTo>
                    <a:pt x="240982" y="73647"/>
                  </a:lnTo>
                  <a:lnTo>
                    <a:pt x="240626" y="66167"/>
                  </a:lnTo>
                  <a:lnTo>
                    <a:pt x="240169" y="64490"/>
                  </a:lnTo>
                  <a:lnTo>
                    <a:pt x="241655" y="64846"/>
                  </a:lnTo>
                  <a:lnTo>
                    <a:pt x="244856" y="64643"/>
                  </a:lnTo>
                  <a:lnTo>
                    <a:pt x="248056" y="64439"/>
                  </a:lnTo>
                  <a:lnTo>
                    <a:pt x="250621" y="63474"/>
                  </a:lnTo>
                  <a:lnTo>
                    <a:pt x="250596" y="63106"/>
                  </a:lnTo>
                  <a:lnTo>
                    <a:pt x="250825" y="63360"/>
                  </a:lnTo>
                  <a:lnTo>
                    <a:pt x="250825" y="52717"/>
                  </a:lnTo>
                  <a:lnTo>
                    <a:pt x="248907" y="50482"/>
                  </a:lnTo>
                  <a:lnTo>
                    <a:pt x="248907" y="61150"/>
                  </a:lnTo>
                  <a:lnTo>
                    <a:pt x="247891" y="60896"/>
                  </a:lnTo>
                  <a:lnTo>
                    <a:pt x="241490" y="61290"/>
                  </a:lnTo>
                  <a:lnTo>
                    <a:pt x="239979" y="61861"/>
                  </a:lnTo>
                  <a:lnTo>
                    <a:pt x="240284" y="60109"/>
                  </a:lnTo>
                  <a:lnTo>
                    <a:pt x="240106" y="56375"/>
                  </a:lnTo>
                  <a:lnTo>
                    <a:pt x="239941" y="52641"/>
                  </a:lnTo>
                  <a:lnTo>
                    <a:pt x="239306" y="50380"/>
                  </a:lnTo>
                  <a:lnTo>
                    <a:pt x="239306" y="76796"/>
                  </a:lnTo>
                  <a:lnTo>
                    <a:pt x="205651" y="116039"/>
                  </a:lnTo>
                  <a:lnTo>
                    <a:pt x="193967" y="102438"/>
                  </a:lnTo>
                  <a:lnTo>
                    <a:pt x="196545" y="103035"/>
                  </a:lnTo>
                  <a:lnTo>
                    <a:pt x="202958" y="102641"/>
                  </a:lnTo>
                  <a:lnTo>
                    <a:pt x="204381" y="102108"/>
                  </a:lnTo>
                  <a:lnTo>
                    <a:pt x="204089" y="103822"/>
                  </a:lnTo>
                  <a:lnTo>
                    <a:pt x="204254" y="107569"/>
                  </a:lnTo>
                  <a:lnTo>
                    <a:pt x="204419" y="111302"/>
                  </a:lnTo>
                  <a:lnTo>
                    <a:pt x="205257" y="114287"/>
                  </a:lnTo>
                  <a:lnTo>
                    <a:pt x="206921" y="114185"/>
                  </a:lnTo>
                  <a:lnTo>
                    <a:pt x="207467" y="111112"/>
                  </a:lnTo>
                  <a:lnTo>
                    <a:pt x="207124" y="103632"/>
                  </a:lnTo>
                  <a:lnTo>
                    <a:pt x="206667" y="101955"/>
                  </a:lnTo>
                  <a:lnTo>
                    <a:pt x="208140" y="102311"/>
                  </a:lnTo>
                  <a:lnTo>
                    <a:pt x="211353" y="102108"/>
                  </a:lnTo>
                  <a:lnTo>
                    <a:pt x="214553" y="101904"/>
                  </a:lnTo>
                  <a:lnTo>
                    <a:pt x="217119" y="100952"/>
                  </a:lnTo>
                  <a:lnTo>
                    <a:pt x="217030" y="98983"/>
                  </a:lnTo>
                  <a:lnTo>
                    <a:pt x="214388" y="98361"/>
                  </a:lnTo>
                  <a:lnTo>
                    <a:pt x="207975" y="98755"/>
                  </a:lnTo>
                  <a:lnTo>
                    <a:pt x="206463" y="99326"/>
                  </a:lnTo>
                  <a:lnTo>
                    <a:pt x="206768" y="97574"/>
                  </a:lnTo>
                  <a:lnTo>
                    <a:pt x="206603" y="93840"/>
                  </a:lnTo>
                  <a:lnTo>
                    <a:pt x="206438" y="90093"/>
                  </a:lnTo>
                  <a:lnTo>
                    <a:pt x="205613" y="87122"/>
                  </a:lnTo>
                  <a:lnTo>
                    <a:pt x="203936" y="87223"/>
                  </a:lnTo>
                  <a:lnTo>
                    <a:pt x="203390" y="90284"/>
                  </a:lnTo>
                  <a:lnTo>
                    <a:pt x="203733" y="97764"/>
                  </a:lnTo>
                  <a:lnTo>
                    <a:pt x="204177" y="99428"/>
                  </a:lnTo>
                  <a:lnTo>
                    <a:pt x="202780" y="99085"/>
                  </a:lnTo>
                  <a:lnTo>
                    <a:pt x="199580" y="99288"/>
                  </a:lnTo>
                  <a:lnTo>
                    <a:pt x="196380" y="99491"/>
                  </a:lnTo>
                  <a:lnTo>
                    <a:pt x="193814" y="100444"/>
                  </a:lnTo>
                  <a:lnTo>
                    <a:pt x="193890" y="102349"/>
                  </a:lnTo>
                  <a:lnTo>
                    <a:pt x="161378" y="64427"/>
                  </a:lnTo>
                  <a:lnTo>
                    <a:pt x="163969" y="65036"/>
                  </a:lnTo>
                  <a:lnTo>
                    <a:pt x="170370" y="64630"/>
                  </a:lnTo>
                  <a:lnTo>
                    <a:pt x="171805" y="64096"/>
                  </a:lnTo>
                  <a:lnTo>
                    <a:pt x="171513" y="65824"/>
                  </a:lnTo>
                  <a:lnTo>
                    <a:pt x="171678" y="69557"/>
                  </a:lnTo>
                  <a:lnTo>
                    <a:pt x="171843" y="73291"/>
                  </a:lnTo>
                  <a:lnTo>
                    <a:pt x="172669" y="76276"/>
                  </a:lnTo>
                  <a:lnTo>
                    <a:pt x="174345" y="76174"/>
                  </a:lnTo>
                  <a:lnTo>
                    <a:pt x="174891" y="73113"/>
                  </a:lnTo>
                  <a:lnTo>
                    <a:pt x="174548" y="65633"/>
                  </a:lnTo>
                  <a:lnTo>
                    <a:pt x="174078" y="63957"/>
                  </a:lnTo>
                  <a:lnTo>
                    <a:pt x="175564" y="64300"/>
                  </a:lnTo>
                  <a:lnTo>
                    <a:pt x="178765" y="64109"/>
                  </a:lnTo>
                  <a:lnTo>
                    <a:pt x="181978" y="63906"/>
                  </a:lnTo>
                  <a:lnTo>
                    <a:pt x="184543" y="62941"/>
                  </a:lnTo>
                  <a:lnTo>
                    <a:pt x="184442" y="60985"/>
                  </a:lnTo>
                  <a:lnTo>
                    <a:pt x="181800" y="60350"/>
                  </a:lnTo>
                  <a:lnTo>
                    <a:pt x="175399" y="60756"/>
                  </a:lnTo>
                  <a:lnTo>
                    <a:pt x="173888" y="61328"/>
                  </a:lnTo>
                  <a:lnTo>
                    <a:pt x="174193" y="59575"/>
                  </a:lnTo>
                  <a:lnTo>
                    <a:pt x="174028" y="55829"/>
                  </a:lnTo>
                  <a:lnTo>
                    <a:pt x="173850" y="52095"/>
                  </a:lnTo>
                  <a:lnTo>
                    <a:pt x="173024" y="49110"/>
                  </a:lnTo>
                  <a:lnTo>
                    <a:pt x="172669" y="49136"/>
                  </a:lnTo>
                  <a:lnTo>
                    <a:pt x="204431" y="12090"/>
                  </a:lnTo>
                  <a:lnTo>
                    <a:pt x="204012" y="14465"/>
                  </a:lnTo>
                  <a:lnTo>
                    <a:pt x="204355" y="21932"/>
                  </a:lnTo>
                  <a:lnTo>
                    <a:pt x="204800" y="23609"/>
                  </a:lnTo>
                  <a:lnTo>
                    <a:pt x="203403" y="23266"/>
                  </a:lnTo>
                  <a:lnTo>
                    <a:pt x="200202" y="23456"/>
                  </a:lnTo>
                  <a:lnTo>
                    <a:pt x="197002" y="23660"/>
                  </a:lnTo>
                  <a:lnTo>
                    <a:pt x="194437" y="24625"/>
                  </a:lnTo>
                  <a:lnTo>
                    <a:pt x="194525" y="26581"/>
                  </a:lnTo>
                  <a:lnTo>
                    <a:pt x="197167" y="27216"/>
                  </a:lnTo>
                  <a:lnTo>
                    <a:pt x="203581" y="26809"/>
                  </a:lnTo>
                  <a:lnTo>
                    <a:pt x="205003" y="26276"/>
                  </a:lnTo>
                  <a:lnTo>
                    <a:pt x="204711" y="28003"/>
                  </a:lnTo>
                  <a:lnTo>
                    <a:pt x="204876" y="31737"/>
                  </a:lnTo>
                  <a:lnTo>
                    <a:pt x="205041" y="35471"/>
                  </a:lnTo>
                  <a:lnTo>
                    <a:pt x="205867" y="38455"/>
                  </a:lnTo>
                  <a:lnTo>
                    <a:pt x="207543" y="38354"/>
                  </a:lnTo>
                  <a:lnTo>
                    <a:pt x="208089" y="35293"/>
                  </a:lnTo>
                  <a:lnTo>
                    <a:pt x="207746" y="27813"/>
                  </a:lnTo>
                  <a:lnTo>
                    <a:pt x="207289" y="26136"/>
                  </a:lnTo>
                  <a:lnTo>
                    <a:pt x="208762" y="26479"/>
                  </a:lnTo>
                  <a:lnTo>
                    <a:pt x="211975" y="26289"/>
                  </a:lnTo>
                  <a:lnTo>
                    <a:pt x="215176" y="26085"/>
                  </a:lnTo>
                  <a:lnTo>
                    <a:pt x="217741" y="25120"/>
                  </a:lnTo>
                  <a:lnTo>
                    <a:pt x="217716" y="24777"/>
                  </a:lnTo>
                  <a:lnTo>
                    <a:pt x="239077" y="49669"/>
                  </a:lnTo>
                  <a:lnTo>
                    <a:pt x="237439" y="49758"/>
                  </a:lnTo>
                  <a:lnTo>
                    <a:pt x="236893" y="52819"/>
                  </a:lnTo>
                  <a:lnTo>
                    <a:pt x="237248" y="60299"/>
                  </a:lnTo>
                  <a:lnTo>
                    <a:pt x="237693" y="61963"/>
                  </a:lnTo>
                  <a:lnTo>
                    <a:pt x="236296" y="61620"/>
                  </a:lnTo>
                  <a:lnTo>
                    <a:pt x="233083" y="61823"/>
                  </a:lnTo>
                  <a:lnTo>
                    <a:pt x="229882" y="62026"/>
                  </a:lnTo>
                  <a:lnTo>
                    <a:pt x="227317" y="62992"/>
                  </a:lnTo>
                  <a:lnTo>
                    <a:pt x="227418" y="64947"/>
                  </a:lnTo>
                  <a:lnTo>
                    <a:pt x="230047" y="65570"/>
                  </a:lnTo>
                  <a:lnTo>
                    <a:pt x="236461" y="65176"/>
                  </a:lnTo>
                  <a:lnTo>
                    <a:pt x="237883" y="64643"/>
                  </a:lnTo>
                  <a:lnTo>
                    <a:pt x="237591" y="66357"/>
                  </a:lnTo>
                  <a:lnTo>
                    <a:pt x="237769" y="70091"/>
                  </a:lnTo>
                  <a:lnTo>
                    <a:pt x="237934" y="73837"/>
                  </a:lnTo>
                  <a:lnTo>
                    <a:pt x="238760" y="76822"/>
                  </a:lnTo>
                  <a:lnTo>
                    <a:pt x="239306" y="76796"/>
                  </a:lnTo>
                  <a:lnTo>
                    <a:pt x="239306" y="50380"/>
                  </a:lnTo>
                  <a:lnTo>
                    <a:pt x="239128" y="49733"/>
                  </a:lnTo>
                  <a:lnTo>
                    <a:pt x="248907" y="61150"/>
                  </a:lnTo>
                  <a:lnTo>
                    <a:pt x="248907" y="50482"/>
                  </a:lnTo>
                  <a:lnTo>
                    <a:pt x="216014" y="12115"/>
                  </a:lnTo>
                  <a:lnTo>
                    <a:pt x="216014" y="22783"/>
                  </a:lnTo>
                  <a:lnTo>
                    <a:pt x="215011" y="22529"/>
                  </a:lnTo>
                  <a:lnTo>
                    <a:pt x="208597" y="22936"/>
                  </a:lnTo>
                  <a:lnTo>
                    <a:pt x="207086" y="23507"/>
                  </a:lnTo>
                  <a:lnTo>
                    <a:pt x="207391" y="21755"/>
                  </a:lnTo>
                  <a:lnTo>
                    <a:pt x="207225" y="18008"/>
                  </a:lnTo>
                  <a:lnTo>
                    <a:pt x="207060" y="14274"/>
                  </a:lnTo>
                  <a:lnTo>
                    <a:pt x="206248" y="11379"/>
                  </a:lnTo>
                  <a:lnTo>
                    <a:pt x="216014" y="22783"/>
                  </a:lnTo>
                  <a:lnTo>
                    <a:pt x="216014" y="12115"/>
                  </a:lnTo>
                  <a:lnTo>
                    <a:pt x="214782" y="10668"/>
                  </a:lnTo>
                  <a:lnTo>
                    <a:pt x="206184" y="635"/>
                  </a:lnTo>
                  <a:lnTo>
                    <a:pt x="206184" y="11303"/>
                  </a:lnTo>
                  <a:lnTo>
                    <a:pt x="205054" y="11366"/>
                  </a:lnTo>
                  <a:lnTo>
                    <a:pt x="205651" y="10668"/>
                  </a:lnTo>
                  <a:lnTo>
                    <a:pt x="206184" y="11303"/>
                  </a:lnTo>
                  <a:lnTo>
                    <a:pt x="206184" y="635"/>
                  </a:lnTo>
                  <a:lnTo>
                    <a:pt x="205651" y="0"/>
                  </a:lnTo>
                  <a:lnTo>
                    <a:pt x="171602" y="39725"/>
                  </a:lnTo>
                  <a:lnTo>
                    <a:pt x="171602" y="61429"/>
                  </a:lnTo>
                  <a:lnTo>
                    <a:pt x="170205" y="61087"/>
                  </a:lnTo>
                  <a:lnTo>
                    <a:pt x="167005" y="61277"/>
                  </a:lnTo>
                  <a:lnTo>
                    <a:pt x="163791" y="61480"/>
                  </a:lnTo>
                  <a:lnTo>
                    <a:pt x="161315" y="62420"/>
                  </a:lnTo>
                  <a:lnTo>
                    <a:pt x="161315" y="64350"/>
                  </a:lnTo>
                  <a:lnTo>
                    <a:pt x="160477" y="63360"/>
                  </a:lnTo>
                  <a:lnTo>
                    <a:pt x="161226" y="62484"/>
                  </a:lnTo>
                  <a:lnTo>
                    <a:pt x="161315" y="64350"/>
                  </a:lnTo>
                  <a:lnTo>
                    <a:pt x="161315" y="62420"/>
                  </a:lnTo>
                  <a:lnTo>
                    <a:pt x="171018" y="51054"/>
                  </a:lnTo>
                  <a:lnTo>
                    <a:pt x="170815" y="52285"/>
                  </a:lnTo>
                  <a:lnTo>
                    <a:pt x="171157" y="59753"/>
                  </a:lnTo>
                  <a:lnTo>
                    <a:pt x="171602" y="61429"/>
                  </a:lnTo>
                  <a:lnTo>
                    <a:pt x="171602" y="39725"/>
                  </a:lnTo>
                  <a:lnTo>
                    <a:pt x="151333" y="63360"/>
                  </a:lnTo>
                  <a:lnTo>
                    <a:pt x="205651" y="126707"/>
                  </a:lnTo>
                  <a:lnTo>
                    <a:pt x="214782" y="116039"/>
                  </a:lnTo>
                  <a:lnTo>
                    <a:pt x="256159" y="67792"/>
                  </a:lnTo>
                  <a:lnTo>
                    <a:pt x="306679" y="126707"/>
                  </a:lnTo>
                  <a:lnTo>
                    <a:pt x="315823" y="116039"/>
                  </a:lnTo>
                  <a:lnTo>
                    <a:pt x="360984" y="63360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6" name="object 2076" descr=""/>
            <p:cNvSpPr/>
            <p:nvPr/>
          </p:nvSpPr>
          <p:spPr>
            <a:xfrm>
              <a:off x="7482560" y="7064139"/>
              <a:ext cx="310515" cy="204470"/>
            </a:xfrm>
            <a:custGeom>
              <a:avLst/>
              <a:gdLst/>
              <a:ahLst/>
              <a:cxnLst/>
              <a:rect l="l" t="t" r="r" b="b"/>
              <a:pathLst>
                <a:path w="310515" h="204470">
                  <a:moveTo>
                    <a:pt x="116078" y="100939"/>
                  </a:moveTo>
                  <a:lnTo>
                    <a:pt x="115989" y="98983"/>
                  </a:lnTo>
                  <a:lnTo>
                    <a:pt x="113347" y="98361"/>
                  </a:lnTo>
                  <a:lnTo>
                    <a:pt x="106946" y="98755"/>
                  </a:lnTo>
                  <a:lnTo>
                    <a:pt x="104381" y="99720"/>
                  </a:lnTo>
                  <a:lnTo>
                    <a:pt x="101752" y="99085"/>
                  </a:lnTo>
                  <a:lnTo>
                    <a:pt x="98539" y="99288"/>
                  </a:lnTo>
                  <a:lnTo>
                    <a:pt x="95338" y="99479"/>
                  </a:lnTo>
                  <a:lnTo>
                    <a:pt x="92773" y="100444"/>
                  </a:lnTo>
                  <a:lnTo>
                    <a:pt x="92862" y="102400"/>
                  </a:lnTo>
                  <a:lnTo>
                    <a:pt x="95504" y="103035"/>
                  </a:lnTo>
                  <a:lnTo>
                    <a:pt x="101917" y="102641"/>
                  </a:lnTo>
                  <a:lnTo>
                    <a:pt x="103339" y="102108"/>
                  </a:lnTo>
                  <a:lnTo>
                    <a:pt x="103047" y="103822"/>
                  </a:lnTo>
                  <a:lnTo>
                    <a:pt x="103225" y="107556"/>
                  </a:lnTo>
                  <a:lnTo>
                    <a:pt x="103390" y="111302"/>
                  </a:lnTo>
                  <a:lnTo>
                    <a:pt x="104216" y="114287"/>
                  </a:lnTo>
                  <a:lnTo>
                    <a:pt x="105892" y="114173"/>
                  </a:lnTo>
                  <a:lnTo>
                    <a:pt x="106438" y="111112"/>
                  </a:lnTo>
                  <a:lnTo>
                    <a:pt x="106083" y="103632"/>
                  </a:lnTo>
                  <a:lnTo>
                    <a:pt x="105625" y="101955"/>
                  </a:lnTo>
                  <a:lnTo>
                    <a:pt x="107111" y="102298"/>
                  </a:lnTo>
                  <a:lnTo>
                    <a:pt x="110312" y="102108"/>
                  </a:lnTo>
                  <a:lnTo>
                    <a:pt x="113512" y="101904"/>
                  </a:lnTo>
                  <a:lnTo>
                    <a:pt x="116078" y="100939"/>
                  </a:lnTo>
                  <a:close/>
                </a:path>
                <a:path w="310515" h="204470">
                  <a:moveTo>
                    <a:pt x="116700" y="25120"/>
                  </a:moveTo>
                  <a:lnTo>
                    <a:pt x="116611" y="23164"/>
                  </a:lnTo>
                  <a:lnTo>
                    <a:pt x="113969" y="22529"/>
                  </a:lnTo>
                  <a:lnTo>
                    <a:pt x="107569" y="22936"/>
                  </a:lnTo>
                  <a:lnTo>
                    <a:pt x="106057" y="23507"/>
                  </a:lnTo>
                  <a:lnTo>
                    <a:pt x="106362" y="21742"/>
                  </a:lnTo>
                  <a:lnTo>
                    <a:pt x="106184" y="18008"/>
                  </a:lnTo>
                  <a:lnTo>
                    <a:pt x="106019" y="14274"/>
                  </a:lnTo>
                  <a:lnTo>
                    <a:pt x="105194" y="11290"/>
                  </a:lnTo>
                  <a:lnTo>
                    <a:pt x="103517" y="11391"/>
                  </a:lnTo>
                  <a:lnTo>
                    <a:pt x="102971" y="14465"/>
                  </a:lnTo>
                  <a:lnTo>
                    <a:pt x="103314" y="21932"/>
                  </a:lnTo>
                  <a:lnTo>
                    <a:pt x="103759" y="23596"/>
                  </a:lnTo>
                  <a:lnTo>
                    <a:pt x="102374" y="23253"/>
                  </a:lnTo>
                  <a:lnTo>
                    <a:pt x="99161" y="23456"/>
                  </a:lnTo>
                  <a:lnTo>
                    <a:pt x="95961" y="23660"/>
                  </a:lnTo>
                  <a:lnTo>
                    <a:pt x="93395" y="24625"/>
                  </a:lnTo>
                  <a:lnTo>
                    <a:pt x="93484" y="26581"/>
                  </a:lnTo>
                  <a:lnTo>
                    <a:pt x="96126" y="27203"/>
                  </a:lnTo>
                  <a:lnTo>
                    <a:pt x="102539" y="26809"/>
                  </a:lnTo>
                  <a:lnTo>
                    <a:pt x="103962" y="26276"/>
                  </a:lnTo>
                  <a:lnTo>
                    <a:pt x="103670" y="27990"/>
                  </a:lnTo>
                  <a:lnTo>
                    <a:pt x="103835" y="31737"/>
                  </a:lnTo>
                  <a:lnTo>
                    <a:pt x="104013" y="35471"/>
                  </a:lnTo>
                  <a:lnTo>
                    <a:pt x="104838" y="38455"/>
                  </a:lnTo>
                  <a:lnTo>
                    <a:pt x="106514" y="38354"/>
                  </a:lnTo>
                  <a:lnTo>
                    <a:pt x="107061" y="35280"/>
                  </a:lnTo>
                  <a:lnTo>
                    <a:pt x="106705" y="27813"/>
                  </a:lnTo>
                  <a:lnTo>
                    <a:pt x="106248" y="26136"/>
                  </a:lnTo>
                  <a:lnTo>
                    <a:pt x="107734" y="26479"/>
                  </a:lnTo>
                  <a:lnTo>
                    <a:pt x="110934" y="26276"/>
                  </a:lnTo>
                  <a:lnTo>
                    <a:pt x="114134" y="26085"/>
                  </a:lnTo>
                  <a:lnTo>
                    <a:pt x="116700" y="25120"/>
                  </a:lnTo>
                  <a:close/>
                </a:path>
                <a:path w="310515" h="204470">
                  <a:moveTo>
                    <a:pt x="149593" y="63474"/>
                  </a:moveTo>
                  <a:lnTo>
                    <a:pt x="149491" y="61518"/>
                  </a:lnTo>
                  <a:lnTo>
                    <a:pt x="146862" y="60896"/>
                  </a:lnTo>
                  <a:lnTo>
                    <a:pt x="140449" y="61290"/>
                  </a:lnTo>
                  <a:lnTo>
                    <a:pt x="138938" y="61861"/>
                  </a:lnTo>
                  <a:lnTo>
                    <a:pt x="139242" y="60109"/>
                  </a:lnTo>
                  <a:lnTo>
                    <a:pt x="139077" y="56375"/>
                  </a:lnTo>
                  <a:lnTo>
                    <a:pt x="138912" y="52628"/>
                  </a:lnTo>
                  <a:lnTo>
                    <a:pt x="138074" y="49644"/>
                  </a:lnTo>
                  <a:lnTo>
                    <a:pt x="136410" y="49758"/>
                  </a:lnTo>
                  <a:lnTo>
                    <a:pt x="135864" y="52819"/>
                  </a:lnTo>
                  <a:lnTo>
                    <a:pt x="136207" y="60299"/>
                  </a:lnTo>
                  <a:lnTo>
                    <a:pt x="136652" y="61963"/>
                  </a:lnTo>
                  <a:lnTo>
                    <a:pt x="135255" y="61620"/>
                  </a:lnTo>
                  <a:lnTo>
                    <a:pt x="132054" y="61823"/>
                  </a:lnTo>
                  <a:lnTo>
                    <a:pt x="128841" y="62014"/>
                  </a:lnTo>
                  <a:lnTo>
                    <a:pt x="126276" y="62979"/>
                  </a:lnTo>
                  <a:lnTo>
                    <a:pt x="126377" y="64935"/>
                  </a:lnTo>
                  <a:lnTo>
                    <a:pt x="129019" y="65570"/>
                  </a:lnTo>
                  <a:lnTo>
                    <a:pt x="135420" y="65176"/>
                  </a:lnTo>
                  <a:lnTo>
                    <a:pt x="136855" y="64643"/>
                  </a:lnTo>
                  <a:lnTo>
                    <a:pt x="136563" y="66357"/>
                  </a:lnTo>
                  <a:lnTo>
                    <a:pt x="136728" y="70091"/>
                  </a:lnTo>
                  <a:lnTo>
                    <a:pt x="136893" y="73837"/>
                  </a:lnTo>
                  <a:lnTo>
                    <a:pt x="137718" y="76822"/>
                  </a:lnTo>
                  <a:lnTo>
                    <a:pt x="139395" y="76708"/>
                  </a:lnTo>
                  <a:lnTo>
                    <a:pt x="139941" y="73647"/>
                  </a:lnTo>
                  <a:lnTo>
                    <a:pt x="139598" y="66167"/>
                  </a:lnTo>
                  <a:lnTo>
                    <a:pt x="139128" y="64490"/>
                  </a:lnTo>
                  <a:lnTo>
                    <a:pt x="140614" y="64833"/>
                  </a:lnTo>
                  <a:lnTo>
                    <a:pt x="143814" y="64643"/>
                  </a:lnTo>
                  <a:lnTo>
                    <a:pt x="147027" y="64439"/>
                  </a:lnTo>
                  <a:lnTo>
                    <a:pt x="149593" y="63474"/>
                  </a:lnTo>
                  <a:close/>
                </a:path>
                <a:path w="310515" h="204470">
                  <a:moveTo>
                    <a:pt x="259956" y="63347"/>
                  </a:moveTo>
                  <a:lnTo>
                    <a:pt x="250825" y="52705"/>
                  </a:lnTo>
                  <a:lnTo>
                    <a:pt x="250825" y="63347"/>
                  </a:lnTo>
                  <a:lnTo>
                    <a:pt x="205651" y="116039"/>
                  </a:lnTo>
                  <a:lnTo>
                    <a:pt x="193967" y="102425"/>
                  </a:lnTo>
                  <a:lnTo>
                    <a:pt x="196545" y="103035"/>
                  </a:lnTo>
                  <a:lnTo>
                    <a:pt x="202958" y="102641"/>
                  </a:lnTo>
                  <a:lnTo>
                    <a:pt x="204381" y="102108"/>
                  </a:lnTo>
                  <a:lnTo>
                    <a:pt x="204089" y="103822"/>
                  </a:lnTo>
                  <a:lnTo>
                    <a:pt x="204254" y="107556"/>
                  </a:lnTo>
                  <a:lnTo>
                    <a:pt x="204419" y="111302"/>
                  </a:lnTo>
                  <a:lnTo>
                    <a:pt x="205257" y="114287"/>
                  </a:lnTo>
                  <a:lnTo>
                    <a:pt x="206921" y="114173"/>
                  </a:lnTo>
                  <a:lnTo>
                    <a:pt x="207467" y="111112"/>
                  </a:lnTo>
                  <a:lnTo>
                    <a:pt x="207124" y="103632"/>
                  </a:lnTo>
                  <a:lnTo>
                    <a:pt x="206667" y="101955"/>
                  </a:lnTo>
                  <a:lnTo>
                    <a:pt x="208140" y="102298"/>
                  </a:lnTo>
                  <a:lnTo>
                    <a:pt x="211353" y="102108"/>
                  </a:lnTo>
                  <a:lnTo>
                    <a:pt x="214553" y="101904"/>
                  </a:lnTo>
                  <a:lnTo>
                    <a:pt x="217119" y="100939"/>
                  </a:lnTo>
                  <a:lnTo>
                    <a:pt x="217030" y="98983"/>
                  </a:lnTo>
                  <a:lnTo>
                    <a:pt x="214388" y="98361"/>
                  </a:lnTo>
                  <a:lnTo>
                    <a:pt x="207975" y="98755"/>
                  </a:lnTo>
                  <a:lnTo>
                    <a:pt x="206463" y="99326"/>
                  </a:lnTo>
                  <a:lnTo>
                    <a:pt x="206768" y="97574"/>
                  </a:lnTo>
                  <a:lnTo>
                    <a:pt x="206603" y="93840"/>
                  </a:lnTo>
                  <a:lnTo>
                    <a:pt x="206438" y="90093"/>
                  </a:lnTo>
                  <a:lnTo>
                    <a:pt x="205613" y="87109"/>
                  </a:lnTo>
                  <a:lnTo>
                    <a:pt x="203936" y="87210"/>
                  </a:lnTo>
                  <a:lnTo>
                    <a:pt x="203390" y="90284"/>
                  </a:lnTo>
                  <a:lnTo>
                    <a:pt x="203733" y="97764"/>
                  </a:lnTo>
                  <a:lnTo>
                    <a:pt x="204177" y="99428"/>
                  </a:lnTo>
                  <a:lnTo>
                    <a:pt x="202780" y="99085"/>
                  </a:lnTo>
                  <a:lnTo>
                    <a:pt x="199580" y="99288"/>
                  </a:lnTo>
                  <a:lnTo>
                    <a:pt x="196380" y="99479"/>
                  </a:lnTo>
                  <a:lnTo>
                    <a:pt x="193814" y="100444"/>
                  </a:lnTo>
                  <a:lnTo>
                    <a:pt x="193890" y="102349"/>
                  </a:lnTo>
                  <a:lnTo>
                    <a:pt x="161391" y="64427"/>
                  </a:lnTo>
                  <a:lnTo>
                    <a:pt x="163969" y="65024"/>
                  </a:lnTo>
                  <a:lnTo>
                    <a:pt x="170370" y="64630"/>
                  </a:lnTo>
                  <a:lnTo>
                    <a:pt x="171805" y="64096"/>
                  </a:lnTo>
                  <a:lnTo>
                    <a:pt x="171513" y="65811"/>
                  </a:lnTo>
                  <a:lnTo>
                    <a:pt x="171678" y="69557"/>
                  </a:lnTo>
                  <a:lnTo>
                    <a:pt x="171843" y="73291"/>
                  </a:lnTo>
                  <a:lnTo>
                    <a:pt x="172669" y="76276"/>
                  </a:lnTo>
                  <a:lnTo>
                    <a:pt x="174345" y="76174"/>
                  </a:lnTo>
                  <a:lnTo>
                    <a:pt x="174891" y="73101"/>
                  </a:lnTo>
                  <a:lnTo>
                    <a:pt x="174548" y="65633"/>
                  </a:lnTo>
                  <a:lnTo>
                    <a:pt x="174078" y="63944"/>
                  </a:lnTo>
                  <a:lnTo>
                    <a:pt x="175564" y="64300"/>
                  </a:lnTo>
                  <a:lnTo>
                    <a:pt x="178765" y="64096"/>
                  </a:lnTo>
                  <a:lnTo>
                    <a:pt x="181978" y="63906"/>
                  </a:lnTo>
                  <a:lnTo>
                    <a:pt x="184543" y="62941"/>
                  </a:lnTo>
                  <a:lnTo>
                    <a:pt x="184442" y="60985"/>
                  </a:lnTo>
                  <a:lnTo>
                    <a:pt x="181800" y="60350"/>
                  </a:lnTo>
                  <a:lnTo>
                    <a:pt x="175399" y="60744"/>
                  </a:lnTo>
                  <a:lnTo>
                    <a:pt x="173888" y="61315"/>
                  </a:lnTo>
                  <a:lnTo>
                    <a:pt x="174193" y="59563"/>
                  </a:lnTo>
                  <a:lnTo>
                    <a:pt x="174028" y="55829"/>
                  </a:lnTo>
                  <a:lnTo>
                    <a:pt x="173850" y="52095"/>
                  </a:lnTo>
                  <a:lnTo>
                    <a:pt x="173024" y="49110"/>
                  </a:lnTo>
                  <a:lnTo>
                    <a:pt x="172656" y="49136"/>
                  </a:lnTo>
                  <a:lnTo>
                    <a:pt x="205651" y="10668"/>
                  </a:lnTo>
                  <a:lnTo>
                    <a:pt x="250825" y="63347"/>
                  </a:lnTo>
                  <a:lnTo>
                    <a:pt x="250825" y="52705"/>
                  </a:lnTo>
                  <a:lnTo>
                    <a:pt x="214782" y="10668"/>
                  </a:lnTo>
                  <a:lnTo>
                    <a:pt x="205651" y="0"/>
                  </a:lnTo>
                  <a:lnTo>
                    <a:pt x="171602" y="39712"/>
                  </a:lnTo>
                  <a:lnTo>
                    <a:pt x="171602" y="61429"/>
                  </a:lnTo>
                  <a:lnTo>
                    <a:pt x="170205" y="61087"/>
                  </a:lnTo>
                  <a:lnTo>
                    <a:pt x="167005" y="61277"/>
                  </a:lnTo>
                  <a:lnTo>
                    <a:pt x="163791" y="61480"/>
                  </a:lnTo>
                  <a:lnTo>
                    <a:pt x="161315" y="62420"/>
                  </a:lnTo>
                  <a:lnTo>
                    <a:pt x="161315" y="64338"/>
                  </a:lnTo>
                  <a:lnTo>
                    <a:pt x="160477" y="63347"/>
                  </a:lnTo>
                  <a:lnTo>
                    <a:pt x="161226" y="62484"/>
                  </a:lnTo>
                  <a:lnTo>
                    <a:pt x="161315" y="64338"/>
                  </a:lnTo>
                  <a:lnTo>
                    <a:pt x="161315" y="62420"/>
                  </a:lnTo>
                  <a:lnTo>
                    <a:pt x="171030" y="51041"/>
                  </a:lnTo>
                  <a:lnTo>
                    <a:pt x="170815" y="52285"/>
                  </a:lnTo>
                  <a:lnTo>
                    <a:pt x="171157" y="59753"/>
                  </a:lnTo>
                  <a:lnTo>
                    <a:pt x="171602" y="61429"/>
                  </a:lnTo>
                  <a:lnTo>
                    <a:pt x="171602" y="39712"/>
                  </a:lnTo>
                  <a:lnTo>
                    <a:pt x="151333" y="63347"/>
                  </a:lnTo>
                  <a:lnTo>
                    <a:pt x="205651" y="126695"/>
                  </a:lnTo>
                  <a:lnTo>
                    <a:pt x="214782" y="116039"/>
                  </a:lnTo>
                  <a:lnTo>
                    <a:pt x="259956" y="63347"/>
                  </a:lnTo>
                  <a:close/>
                </a:path>
                <a:path w="310515" h="204470">
                  <a:moveTo>
                    <a:pt x="310438" y="140512"/>
                  </a:moveTo>
                  <a:lnTo>
                    <a:pt x="301307" y="129870"/>
                  </a:lnTo>
                  <a:lnTo>
                    <a:pt x="301307" y="140512"/>
                  </a:lnTo>
                  <a:lnTo>
                    <a:pt x="291211" y="152298"/>
                  </a:lnTo>
                  <a:lnTo>
                    <a:pt x="291477" y="150799"/>
                  </a:lnTo>
                  <a:lnTo>
                    <a:pt x="291122" y="143332"/>
                  </a:lnTo>
                  <a:lnTo>
                    <a:pt x="290664" y="141655"/>
                  </a:lnTo>
                  <a:lnTo>
                    <a:pt x="292150" y="141998"/>
                  </a:lnTo>
                  <a:lnTo>
                    <a:pt x="295351" y="141795"/>
                  </a:lnTo>
                  <a:lnTo>
                    <a:pt x="298551" y="141605"/>
                  </a:lnTo>
                  <a:lnTo>
                    <a:pt x="301117" y="140639"/>
                  </a:lnTo>
                  <a:lnTo>
                    <a:pt x="301091" y="140271"/>
                  </a:lnTo>
                  <a:lnTo>
                    <a:pt x="301307" y="140512"/>
                  </a:lnTo>
                  <a:lnTo>
                    <a:pt x="301307" y="129870"/>
                  </a:lnTo>
                  <a:lnTo>
                    <a:pt x="299402" y="127647"/>
                  </a:lnTo>
                  <a:lnTo>
                    <a:pt x="299402" y="138303"/>
                  </a:lnTo>
                  <a:lnTo>
                    <a:pt x="298386" y="138049"/>
                  </a:lnTo>
                  <a:lnTo>
                    <a:pt x="291985" y="138455"/>
                  </a:lnTo>
                  <a:lnTo>
                    <a:pt x="290474" y="139026"/>
                  </a:lnTo>
                  <a:lnTo>
                    <a:pt x="290779" y="137274"/>
                  </a:lnTo>
                  <a:lnTo>
                    <a:pt x="290601" y="133527"/>
                  </a:lnTo>
                  <a:lnTo>
                    <a:pt x="290436" y="129794"/>
                  </a:lnTo>
                  <a:lnTo>
                    <a:pt x="289788" y="127495"/>
                  </a:lnTo>
                  <a:lnTo>
                    <a:pt x="289788" y="153949"/>
                  </a:lnTo>
                  <a:lnTo>
                    <a:pt x="256146" y="193205"/>
                  </a:lnTo>
                  <a:lnTo>
                    <a:pt x="244462" y="179590"/>
                  </a:lnTo>
                  <a:lnTo>
                    <a:pt x="247040" y="180200"/>
                  </a:lnTo>
                  <a:lnTo>
                    <a:pt x="253441" y="179793"/>
                  </a:lnTo>
                  <a:lnTo>
                    <a:pt x="254876" y="179260"/>
                  </a:lnTo>
                  <a:lnTo>
                    <a:pt x="254584" y="180987"/>
                  </a:lnTo>
                  <a:lnTo>
                    <a:pt x="254749" y="184721"/>
                  </a:lnTo>
                  <a:lnTo>
                    <a:pt x="254914" y="188455"/>
                  </a:lnTo>
                  <a:lnTo>
                    <a:pt x="255739" y="191439"/>
                  </a:lnTo>
                  <a:lnTo>
                    <a:pt x="257416" y="191338"/>
                  </a:lnTo>
                  <a:lnTo>
                    <a:pt x="257962" y="188264"/>
                  </a:lnTo>
                  <a:lnTo>
                    <a:pt x="257619" y="180797"/>
                  </a:lnTo>
                  <a:lnTo>
                    <a:pt x="257162" y="179120"/>
                  </a:lnTo>
                  <a:lnTo>
                    <a:pt x="258635" y="179463"/>
                  </a:lnTo>
                  <a:lnTo>
                    <a:pt x="261848" y="179260"/>
                  </a:lnTo>
                  <a:lnTo>
                    <a:pt x="265049" y="179070"/>
                  </a:lnTo>
                  <a:lnTo>
                    <a:pt x="267614" y="178104"/>
                  </a:lnTo>
                  <a:lnTo>
                    <a:pt x="267525" y="176149"/>
                  </a:lnTo>
                  <a:lnTo>
                    <a:pt x="264883" y="175514"/>
                  </a:lnTo>
                  <a:lnTo>
                    <a:pt x="258470" y="175920"/>
                  </a:lnTo>
                  <a:lnTo>
                    <a:pt x="256959" y="176491"/>
                  </a:lnTo>
                  <a:lnTo>
                    <a:pt x="257263" y="174739"/>
                  </a:lnTo>
                  <a:lnTo>
                    <a:pt x="257098" y="170992"/>
                  </a:lnTo>
                  <a:lnTo>
                    <a:pt x="256933" y="167259"/>
                  </a:lnTo>
                  <a:lnTo>
                    <a:pt x="256108" y="164274"/>
                  </a:lnTo>
                  <a:lnTo>
                    <a:pt x="254431" y="164376"/>
                  </a:lnTo>
                  <a:lnTo>
                    <a:pt x="253885" y="167449"/>
                  </a:lnTo>
                  <a:lnTo>
                    <a:pt x="254228" y="174917"/>
                  </a:lnTo>
                  <a:lnTo>
                    <a:pt x="254673" y="176593"/>
                  </a:lnTo>
                  <a:lnTo>
                    <a:pt x="253276" y="176250"/>
                  </a:lnTo>
                  <a:lnTo>
                    <a:pt x="250075" y="176441"/>
                  </a:lnTo>
                  <a:lnTo>
                    <a:pt x="246875" y="176644"/>
                  </a:lnTo>
                  <a:lnTo>
                    <a:pt x="244309" y="177609"/>
                  </a:lnTo>
                  <a:lnTo>
                    <a:pt x="244386" y="179514"/>
                  </a:lnTo>
                  <a:lnTo>
                    <a:pt x="211886" y="141592"/>
                  </a:lnTo>
                  <a:lnTo>
                    <a:pt x="214452" y="142189"/>
                  </a:lnTo>
                  <a:lnTo>
                    <a:pt x="220865" y="141795"/>
                  </a:lnTo>
                  <a:lnTo>
                    <a:pt x="222300" y="141262"/>
                  </a:lnTo>
                  <a:lnTo>
                    <a:pt x="222008" y="142976"/>
                  </a:lnTo>
                  <a:lnTo>
                    <a:pt x="222173" y="146710"/>
                  </a:lnTo>
                  <a:lnTo>
                    <a:pt x="222338" y="150456"/>
                  </a:lnTo>
                  <a:lnTo>
                    <a:pt x="223164" y="153441"/>
                  </a:lnTo>
                  <a:lnTo>
                    <a:pt x="224840" y="153339"/>
                  </a:lnTo>
                  <a:lnTo>
                    <a:pt x="225386" y="150266"/>
                  </a:lnTo>
                  <a:lnTo>
                    <a:pt x="225044" y="142786"/>
                  </a:lnTo>
                  <a:lnTo>
                    <a:pt x="224574" y="141122"/>
                  </a:lnTo>
                  <a:lnTo>
                    <a:pt x="226060" y="141465"/>
                  </a:lnTo>
                  <a:lnTo>
                    <a:pt x="229260" y="141262"/>
                  </a:lnTo>
                  <a:lnTo>
                    <a:pt x="232473" y="141058"/>
                  </a:lnTo>
                  <a:lnTo>
                    <a:pt x="235038" y="140093"/>
                  </a:lnTo>
                  <a:lnTo>
                    <a:pt x="234937" y="138137"/>
                  </a:lnTo>
                  <a:lnTo>
                    <a:pt x="232295" y="137515"/>
                  </a:lnTo>
                  <a:lnTo>
                    <a:pt x="225894" y="137909"/>
                  </a:lnTo>
                  <a:lnTo>
                    <a:pt x="224383" y="138480"/>
                  </a:lnTo>
                  <a:lnTo>
                    <a:pt x="224688" y="136728"/>
                  </a:lnTo>
                  <a:lnTo>
                    <a:pt x="224523" y="132994"/>
                  </a:lnTo>
                  <a:lnTo>
                    <a:pt x="224345" y="129247"/>
                  </a:lnTo>
                  <a:lnTo>
                    <a:pt x="223520" y="126263"/>
                  </a:lnTo>
                  <a:lnTo>
                    <a:pt x="223164" y="126288"/>
                  </a:lnTo>
                  <a:lnTo>
                    <a:pt x="254927" y="89242"/>
                  </a:lnTo>
                  <a:lnTo>
                    <a:pt x="254508" y="91617"/>
                  </a:lnTo>
                  <a:lnTo>
                    <a:pt x="254850" y="99098"/>
                  </a:lnTo>
                  <a:lnTo>
                    <a:pt x="255295" y="100761"/>
                  </a:lnTo>
                  <a:lnTo>
                    <a:pt x="253898" y="100418"/>
                  </a:lnTo>
                  <a:lnTo>
                    <a:pt x="250698" y="100622"/>
                  </a:lnTo>
                  <a:lnTo>
                    <a:pt x="247497" y="100825"/>
                  </a:lnTo>
                  <a:lnTo>
                    <a:pt x="244932" y="101777"/>
                  </a:lnTo>
                  <a:lnTo>
                    <a:pt x="245021" y="103746"/>
                  </a:lnTo>
                  <a:lnTo>
                    <a:pt x="247662" y="104368"/>
                  </a:lnTo>
                  <a:lnTo>
                    <a:pt x="254063" y="103974"/>
                  </a:lnTo>
                  <a:lnTo>
                    <a:pt x="255498" y="103441"/>
                  </a:lnTo>
                  <a:lnTo>
                    <a:pt x="255206" y="105156"/>
                  </a:lnTo>
                  <a:lnTo>
                    <a:pt x="255371" y="108889"/>
                  </a:lnTo>
                  <a:lnTo>
                    <a:pt x="255536" y="112636"/>
                  </a:lnTo>
                  <a:lnTo>
                    <a:pt x="256362" y="115620"/>
                  </a:lnTo>
                  <a:lnTo>
                    <a:pt x="258038" y="115506"/>
                  </a:lnTo>
                  <a:lnTo>
                    <a:pt x="258584" y="112445"/>
                  </a:lnTo>
                  <a:lnTo>
                    <a:pt x="258241" y="104965"/>
                  </a:lnTo>
                  <a:lnTo>
                    <a:pt x="257784" y="103301"/>
                  </a:lnTo>
                  <a:lnTo>
                    <a:pt x="259257" y="103644"/>
                  </a:lnTo>
                  <a:lnTo>
                    <a:pt x="262470" y="103441"/>
                  </a:lnTo>
                  <a:lnTo>
                    <a:pt x="265671" y="103238"/>
                  </a:lnTo>
                  <a:lnTo>
                    <a:pt x="268236" y="102273"/>
                  </a:lnTo>
                  <a:lnTo>
                    <a:pt x="268211" y="101930"/>
                  </a:lnTo>
                  <a:lnTo>
                    <a:pt x="289560" y="126822"/>
                  </a:lnTo>
                  <a:lnTo>
                    <a:pt x="287934" y="126911"/>
                  </a:lnTo>
                  <a:lnTo>
                    <a:pt x="287388" y="129984"/>
                  </a:lnTo>
                  <a:lnTo>
                    <a:pt x="287743" y="137452"/>
                  </a:lnTo>
                  <a:lnTo>
                    <a:pt x="288188" y="139128"/>
                  </a:lnTo>
                  <a:lnTo>
                    <a:pt x="286791" y="138785"/>
                  </a:lnTo>
                  <a:lnTo>
                    <a:pt x="283578" y="138976"/>
                  </a:lnTo>
                  <a:lnTo>
                    <a:pt x="280377" y="139179"/>
                  </a:lnTo>
                  <a:lnTo>
                    <a:pt x="277812" y="140144"/>
                  </a:lnTo>
                  <a:lnTo>
                    <a:pt x="277901" y="142100"/>
                  </a:lnTo>
                  <a:lnTo>
                    <a:pt x="280543" y="142735"/>
                  </a:lnTo>
                  <a:lnTo>
                    <a:pt x="286956" y="142328"/>
                  </a:lnTo>
                  <a:lnTo>
                    <a:pt x="288378" y="141795"/>
                  </a:lnTo>
                  <a:lnTo>
                    <a:pt x="288086" y="143522"/>
                  </a:lnTo>
                  <a:lnTo>
                    <a:pt x="288264" y="147256"/>
                  </a:lnTo>
                  <a:lnTo>
                    <a:pt x="288429" y="150990"/>
                  </a:lnTo>
                  <a:lnTo>
                    <a:pt x="289255" y="153974"/>
                  </a:lnTo>
                  <a:lnTo>
                    <a:pt x="289788" y="153949"/>
                  </a:lnTo>
                  <a:lnTo>
                    <a:pt x="289788" y="127495"/>
                  </a:lnTo>
                  <a:lnTo>
                    <a:pt x="289623" y="126898"/>
                  </a:lnTo>
                  <a:lnTo>
                    <a:pt x="299402" y="138303"/>
                  </a:lnTo>
                  <a:lnTo>
                    <a:pt x="299402" y="127647"/>
                  </a:lnTo>
                  <a:lnTo>
                    <a:pt x="266509" y="89268"/>
                  </a:lnTo>
                  <a:lnTo>
                    <a:pt x="266509" y="99936"/>
                  </a:lnTo>
                  <a:lnTo>
                    <a:pt x="265506" y="99695"/>
                  </a:lnTo>
                  <a:lnTo>
                    <a:pt x="259092" y="100088"/>
                  </a:lnTo>
                  <a:lnTo>
                    <a:pt x="257581" y="100660"/>
                  </a:lnTo>
                  <a:lnTo>
                    <a:pt x="257886" y="98907"/>
                  </a:lnTo>
                  <a:lnTo>
                    <a:pt x="257721" y="95173"/>
                  </a:lnTo>
                  <a:lnTo>
                    <a:pt x="257556" y="91427"/>
                  </a:lnTo>
                  <a:lnTo>
                    <a:pt x="256743" y="88531"/>
                  </a:lnTo>
                  <a:lnTo>
                    <a:pt x="266509" y="99936"/>
                  </a:lnTo>
                  <a:lnTo>
                    <a:pt x="266509" y="89268"/>
                  </a:lnTo>
                  <a:lnTo>
                    <a:pt x="265277" y="87820"/>
                  </a:lnTo>
                  <a:lnTo>
                    <a:pt x="256679" y="77800"/>
                  </a:lnTo>
                  <a:lnTo>
                    <a:pt x="256679" y="88455"/>
                  </a:lnTo>
                  <a:lnTo>
                    <a:pt x="255536" y="88531"/>
                  </a:lnTo>
                  <a:lnTo>
                    <a:pt x="256146" y="87820"/>
                  </a:lnTo>
                  <a:lnTo>
                    <a:pt x="256679" y="88455"/>
                  </a:lnTo>
                  <a:lnTo>
                    <a:pt x="256679" y="77800"/>
                  </a:lnTo>
                  <a:lnTo>
                    <a:pt x="256146" y="77165"/>
                  </a:lnTo>
                  <a:lnTo>
                    <a:pt x="222097" y="116878"/>
                  </a:lnTo>
                  <a:lnTo>
                    <a:pt x="222097" y="138582"/>
                  </a:lnTo>
                  <a:lnTo>
                    <a:pt x="220700" y="138239"/>
                  </a:lnTo>
                  <a:lnTo>
                    <a:pt x="217500" y="138442"/>
                  </a:lnTo>
                  <a:lnTo>
                    <a:pt x="214287" y="138645"/>
                  </a:lnTo>
                  <a:lnTo>
                    <a:pt x="211810" y="139573"/>
                  </a:lnTo>
                  <a:lnTo>
                    <a:pt x="211810" y="141503"/>
                  </a:lnTo>
                  <a:lnTo>
                    <a:pt x="210972" y="140512"/>
                  </a:lnTo>
                  <a:lnTo>
                    <a:pt x="211721" y="139649"/>
                  </a:lnTo>
                  <a:lnTo>
                    <a:pt x="211810" y="141503"/>
                  </a:lnTo>
                  <a:lnTo>
                    <a:pt x="211810" y="139573"/>
                  </a:lnTo>
                  <a:lnTo>
                    <a:pt x="221513" y="128219"/>
                  </a:lnTo>
                  <a:lnTo>
                    <a:pt x="221297" y="129438"/>
                  </a:lnTo>
                  <a:lnTo>
                    <a:pt x="221653" y="136918"/>
                  </a:lnTo>
                  <a:lnTo>
                    <a:pt x="222097" y="138582"/>
                  </a:lnTo>
                  <a:lnTo>
                    <a:pt x="222097" y="116878"/>
                  </a:lnTo>
                  <a:lnTo>
                    <a:pt x="204952" y="136867"/>
                  </a:lnTo>
                  <a:lnTo>
                    <a:pt x="198958" y="129882"/>
                  </a:lnTo>
                  <a:lnTo>
                    <a:pt x="198958" y="140512"/>
                  </a:lnTo>
                  <a:lnTo>
                    <a:pt x="188836" y="152311"/>
                  </a:lnTo>
                  <a:lnTo>
                    <a:pt x="189115" y="150799"/>
                  </a:lnTo>
                  <a:lnTo>
                    <a:pt x="188772" y="143332"/>
                  </a:lnTo>
                  <a:lnTo>
                    <a:pt x="188315" y="141655"/>
                  </a:lnTo>
                  <a:lnTo>
                    <a:pt x="189788" y="141998"/>
                  </a:lnTo>
                  <a:lnTo>
                    <a:pt x="193001" y="141795"/>
                  </a:lnTo>
                  <a:lnTo>
                    <a:pt x="196202" y="141605"/>
                  </a:lnTo>
                  <a:lnTo>
                    <a:pt x="198767" y="140639"/>
                  </a:lnTo>
                  <a:lnTo>
                    <a:pt x="198742" y="140271"/>
                  </a:lnTo>
                  <a:lnTo>
                    <a:pt x="198958" y="140512"/>
                  </a:lnTo>
                  <a:lnTo>
                    <a:pt x="198958" y="129882"/>
                  </a:lnTo>
                  <a:lnTo>
                    <a:pt x="197053" y="127660"/>
                  </a:lnTo>
                  <a:lnTo>
                    <a:pt x="197053" y="138303"/>
                  </a:lnTo>
                  <a:lnTo>
                    <a:pt x="196037" y="138049"/>
                  </a:lnTo>
                  <a:lnTo>
                    <a:pt x="189623" y="138455"/>
                  </a:lnTo>
                  <a:lnTo>
                    <a:pt x="188112" y="139026"/>
                  </a:lnTo>
                  <a:lnTo>
                    <a:pt x="188417" y="137274"/>
                  </a:lnTo>
                  <a:lnTo>
                    <a:pt x="188252" y="133527"/>
                  </a:lnTo>
                  <a:lnTo>
                    <a:pt x="188087" y="129794"/>
                  </a:lnTo>
                  <a:lnTo>
                    <a:pt x="187439" y="127495"/>
                  </a:lnTo>
                  <a:lnTo>
                    <a:pt x="187439" y="153949"/>
                  </a:lnTo>
                  <a:lnTo>
                    <a:pt x="153784" y="193205"/>
                  </a:lnTo>
                  <a:lnTo>
                    <a:pt x="142087" y="179578"/>
                  </a:lnTo>
                  <a:lnTo>
                    <a:pt x="144691" y="180200"/>
                  </a:lnTo>
                  <a:lnTo>
                    <a:pt x="151091" y="179793"/>
                  </a:lnTo>
                  <a:lnTo>
                    <a:pt x="152527" y="179260"/>
                  </a:lnTo>
                  <a:lnTo>
                    <a:pt x="152234" y="180987"/>
                  </a:lnTo>
                  <a:lnTo>
                    <a:pt x="152400" y="184721"/>
                  </a:lnTo>
                  <a:lnTo>
                    <a:pt x="152565" y="188455"/>
                  </a:lnTo>
                  <a:lnTo>
                    <a:pt x="153390" y="191439"/>
                  </a:lnTo>
                  <a:lnTo>
                    <a:pt x="155067" y="191338"/>
                  </a:lnTo>
                  <a:lnTo>
                    <a:pt x="155613" y="188264"/>
                  </a:lnTo>
                  <a:lnTo>
                    <a:pt x="155270" y="180797"/>
                  </a:lnTo>
                  <a:lnTo>
                    <a:pt x="154800" y="179120"/>
                  </a:lnTo>
                  <a:lnTo>
                    <a:pt x="156286" y="179463"/>
                  </a:lnTo>
                  <a:lnTo>
                    <a:pt x="159486" y="179260"/>
                  </a:lnTo>
                  <a:lnTo>
                    <a:pt x="162699" y="179070"/>
                  </a:lnTo>
                  <a:lnTo>
                    <a:pt x="165265" y="178104"/>
                  </a:lnTo>
                  <a:lnTo>
                    <a:pt x="165163" y="176149"/>
                  </a:lnTo>
                  <a:lnTo>
                    <a:pt x="162521" y="175514"/>
                  </a:lnTo>
                  <a:lnTo>
                    <a:pt x="156121" y="175920"/>
                  </a:lnTo>
                  <a:lnTo>
                    <a:pt x="154609" y="176491"/>
                  </a:lnTo>
                  <a:lnTo>
                    <a:pt x="154914" y="174739"/>
                  </a:lnTo>
                  <a:lnTo>
                    <a:pt x="154749" y="170992"/>
                  </a:lnTo>
                  <a:lnTo>
                    <a:pt x="154584" y="167259"/>
                  </a:lnTo>
                  <a:lnTo>
                    <a:pt x="153746" y="164274"/>
                  </a:lnTo>
                  <a:lnTo>
                    <a:pt x="152069" y="164376"/>
                  </a:lnTo>
                  <a:lnTo>
                    <a:pt x="151536" y="167449"/>
                  </a:lnTo>
                  <a:lnTo>
                    <a:pt x="151879" y="174917"/>
                  </a:lnTo>
                  <a:lnTo>
                    <a:pt x="152323" y="176593"/>
                  </a:lnTo>
                  <a:lnTo>
                    <a:pt x="150926" y="176250"/>
                  </a:lnTo>
                  <a:lnTo>
                    <a:pt x="147726" y="176441"/>
                  </a:lnTo>
                  <a:lnTo>
                    <a:pt x="144513" y="176644"/>
                  </a:lnTo>
                  <a:lnTo>
                    <a:pt x="141947" y="177609"/>
                  </a:lnTo>
                  <a:lnTo>
                    <a:pt x="142036" y="179527"/>
                  </a:lnTo>
                  <a:lnTo>
                    <a:pt x="109524" y="141592"/>
                  </a:lnTo>
                  <a:lnTo>
                    <a:pt x="112102" y="142189"/>
                  </a:lnTo>
                  <a:lnTo>
                    <a:pt x="118516" y="141795"/>
                  </a:lnTo>
                  <a:lnTo>
                    <a:pt x="119938" y="141262"/>
                  </a:lnTo>
                  <a:lnTo>
                    <a:pt x="119646" y="142976"/>
                  </a:lnTo>
                  <a:lnTo>
                    <a:pt x="119811" y="146710"/>
                  </a:lnTo>
                  <a:lnTo>
                    <a:pt x="119989" y="150456"/>
                  </a:lnTo>
                  <a:lnTo>
                    <a:pt x="120815" y="153441"/>
                  </a:lnTo>
                  <a:lnTo>
                    <a:pt x="122491" y="153339"/>
                  </a:lnTo>
                  <a:lnTo>
                    <a:pt x="123024" y="150266"/>
                  </a:lnTo>
                  <a:lnTo>
                    <a:pt x="122682" y="142786"/>
                  </a:lnTo>
                  <a:lnTo>
                    <a:pt x="122224" y="141109"/>
                  </a:lnTo>
                  <a:lnTo>
                    <a:pt x="123710" y="141465"/>
                  </a:lnTo>
                  <a:lnTo>
                    <a:pt x="126911" y="141262"/>
                  </a:lnTo>
                  <a:lnTo>
                    <a:pt x="130111" y="141058"/>
                  </a:lnTo>
                  <a:lnTo>
                    <a:pt x="132676" y="140093"/>
                  </a:lnTo>
                  <a:lnTo>
                    <a:pt x="132588" y="138137"/>
                  </a:lnTo>
                  <a:lnTo>
                    <a:pt x="129946" y="137515"/>
                  </a:lnTo>
                  <a:lnTo>
                    <a:pt x="123532" y="137909"/>
                  </a:lnTo>
                  <a:lnTo>
                    <a:pt x="122021" y="138480"/>
                  </a:lnTo>
                  <a:lnTo>
                    <a:pt x="122326" y="136728"/>
                  </a:lnTo>
                  <a:lnTo>
                    <a:pt x="122161" y="132994"/>
                  </a:lnTo>
                  <a:lnTo>
                    <a:pt x="121996" y="129247"/>
                  </a:lnTo>
                  <a:lnTo>
                    <a:pt x="121170" y="126263"/>
                  </a:lnTo>
                  <a:lnTo>
                    <a:pt x="120802" y="126288"/>
                  </a:lnTo>
                  <a:lnTo>
                    <a:pt x="152565" y="89242"/>
                  </a:lnTo>
                  <a:lnTo>
                    <a:pt x="152158" y="91617"/>
                  </a:lnTo>
                  <a:lnTo>
                    <a:pt x="152501" y="99098"/>
                  </a:lnTo>
                  <a:lnTo>
                    <a:pt x="152946" y="100761"/>
                  </a:lnTo>
                  <a:lnTo>
                    <a:pt x="151549" y="100418"/>
                  </a:lnTo>
                  <a:lnTo>
                    <a:pt x="148348" y="100622"/>
                  </a:lnTo>
                  <a:lnTo>
                    <a:pt x="145135" y="100825"/>
                  </a:lnTo>
                  <a:lnTo>
                    <a:pt x="142570" y="101777"/>
                  </a:lnTo>
                  <a:lnTo>
                    <a:pt x="142671" y="103746"/>
                  </a:lnTo>
                  <a:lnTo>
                    <a:pt x="145300" y="104368"/>
                  </a:lnTo>
                  <a:lnTo>
                    <a:pt x="151714" y="103974"/>
                  </a:lnTo>
                  <a:lnTo>
                    <a:pt x="153149" y="103441"/>
                  </a:lnTo>
                  <a:lnTo>
                    <a:pt x="152857" y="105156"/>
                  </a:lnTo>
                  <a:lnTo>
                    <a:pt x="153022" y="108889"/>
                  </a:lnTo>
                  <a:lnTo>
                    <a:pt x="153187" y="112636"/>
                  </a:lnTo>
                  <a:lnTo>
                    <a:pt x="154012" y="115620"/>
                  </a:lnTo>
                  <a:lnTo>
                    <a:pt x="155689" y="115506"/>
                  </a:lnTo>
                  <a:lnTo>
                    <a:pt x="156235" y="112445"/>
                  </a:lnTo>
                  <a:lnTo>
                    <a:pt x="155892" y="104965"/>
                  </a:lnTo>
                  <a:lnTo>
                    <a:pt x="155422" y="103301"/>
                  </a:lnTo>
                  <a:lnTo>
                    <a:pt x="156908" y="103644"/>
                  </a:lnTo>
                  <a:lnTo>
                    <a:pt x="160108" y="103441"/>
                  </a:lnTo>
                  <a:lnTo>
                    <a:pt x="163322" y="103238"/>
                  </a:lnTo>
                  <a:lnTo>
                    <a:pt x="165887" y="102273"/>
                  </a:lnTo>
                  <a:lnTo>
                    <a:pt x="165862" y="101942"/>
                  </a:lnTo>
                  <a:lnTo>
                    <a:pt x="187210" y="126822"/>
                  </a:lnTo>
                  <a:lnTo>
                    <a:pt x="185585" y="126911"/>
                  </a:lnTo>
                  <a:lnTo>
                    <a:pt x="185039" y="129984"/>
                  </a:lnTo>
                  <a:lnTo>
                    <a:pt x="185381" y="137452"/>
                  </a:lnTo>
                  <a:lnTo>
                    <a:pt x="185826" y="139128"/>
                  </a:lnTo>
                  <a:lnTo>
                    <a:pt x="184429" y="138785"/>
                  </a:lnTo>
                  <a:lnTo>
                    <a:pt x="181229" y="138976"/>
                  </a:lnTo>
                  <a:lnTo>
                    <a:pt x="178028" y="139179"/>
                  </a:lnTo>
                  <a:lnTo>
                    <a:pt x="175463" y="140144"/>
                  </a:lnTo>
                  <a:lnTo>
                    <a:pt x="175552" y="142100"/>
                  </a:lnTo>
                  <a:lnTo>
                    <a:pt x="178193" y="142735"/>
                  </a:lnTo>
                  <a:lnTo>
                    <a:pt x="184594" y="142328"/>
                  </a:lnTo>
                  <a:lnTo>
                    <a:pt x="186029" y="141795"/>
                  </a:lnTo>
                  <a:lnTo>
                    <a:pt x="185737" y="143522"/>
                  </a:lnTo>
                  <a:lnTo>
                    <a:pt x="185902" y="147256"/>
                  </a:lnTo>
                  <a:lnTo>
                    <a:pt x="186067" y="150990"/>
                  </a:lnTo>
                  <a:lnTo>
                    <a:pt x="186905" y="153974"/>
                  </a:lnTo>
                  <a:lnTo>
                    <a:pt x="187439" y="153949"/>
                  </a:lnTo>
                  <a:lnTo>
                    <a:pt x="187439" y="127495"/>
                  </a:lnTo>
                  <a:lnTo>
                    <a:pt x="187274" y="126898"/>
                  </a:lnTo>
                  <a:lnTo>
                    <a:pt x="197053" y="138303"/>
                  </a:lnTo>
                  <a:lnTo>
                    <a:pt x="197053" y="127660"/>
                  </a:lnTo>
                  <a:lnTo>
                    <a:pt x="164147" y="89255"/>
                  </a:lnTo>
                  <a:lnTo>
                    <a:pt x="164147" y="99936"/>
                  </a:lnTo>
                  <a:lnTo>
                    <a:pt x="163144" y="99695"/>
                  </a:lnTo>
                  <a:lnTo>
                    <a:pt x="156743" y="100088"/>
                  </a:lnTo>
                  <a:lnTo>
                    <a:pt x="155232" y="100660"/>
                  </a:lnTo>
                  <a:lnTo>
                    <a:pt x="155536" y="98907"/>
                  </a:lnTo>
                  <a:lnTo>
                    <a:pt x="155371" y="95173"/>
                  </a:lnTo>
                  <a:lnTo>
                    <a:pt x="155194" y="91427"/>
                  </a:lnTo>
                  <a:lnTo>
                    <a:pt x="154381" y="88531"/>
                  </a:lnTo>
                  <a:lnTo>
                    <a:pt x="164147" y="99936"/>
                  </a:lnTo>
                  <a:lnTo>
                    <a:pt x="164147" y="89255"/>
                  </a:lnTo>
                  <a:lnTo>
                    <a:pt x="162928" y="87820"/>
                  </a:lnTo>
                  <a:lnTo>
                    <a:pt x="154317" y="77787"/>
                  </a:lnTo>
                  <a:lnTo>
                    <a:pt x="154317" y="88455"/>
                  </a:lnTo>
                  <a:lnTo>
                    <a:pt x="153174" y="88531"/>
                  </a:lnTo>
                  <a:lnTo>
                    <a:pt x="153784" y="87820"/>
                  </a:lnTo>
                  <a:lnTo>
                    <a:pt x="154317" y="88455"/>
                  </a:lnTo>
                  <a:lnTo>
                    <a:pt x="154317" y="77787"/>
                  </a:lnTo>
                  <a:lnTo>
                    <a:pt x="153784" y="77165"/>
                  </a:lnTo>
                  <a:lnTo>
                    <a:pt x="119735" y="116890"/>
                  </a:lnTo>
                  <a:lnTo>
                    <a:pt x="119735" y="138582"/>
                  </a:lnTo>
                  <a:lnTo>
                    <a:pt x="118338" y="138239"/>
                  </a:lnTo>
                  <a:lnTo>
                    <a:pt x="115138" y="138442"/>
                  </a:lnTo>
                  <a:lnTo>
                    <a:pt x="111937" y="138645"/>
                  </a:lnTo>
                  <a:lnTo>
                    <a:pt x="109448" y="139585"/>
                  </a:lnTo>
                  <a:lnTo>
                    <a:pt x="109448" y="141503"/>
                  </a:lnTo>
                  <a:lnTo>
                    <a:pt x="108610" y="140512"/>
                  </a:lnTo>
                  <a:lnTo>
                    <a:pt x="109372" y="139623"/>
                  </a:lnTo>
                  <a:lnTo>
                    <a:pt x="109448" y="141503"/>
                  </a:lnTo>
                  <a:lnTo>
                    <a:pt x="109448" y="139585"/>
                  </a:lnTo>
                  <a:lnTo>
                    <a:pt x="119164" y="128206"/>
                  </a:lnTo>
                  <a:lnTo>
                    <a:pt x="118948" y="129438"/>
                  </a:lnTo>
                  <a:lnTo>
                    <a:pt x="119291" y="136918"/>
                  </a:lnTo>
                  <a:lnTo>
                    <a:pt x="119735" y="138582"/>
                  </a:lnTo>
                  <a:lnTo>
                    <a:pt x="119735" y="116890"/>
                  </a:lnTo>
                  <a:lnTo>
                    <a:pt x="104038" y="135191"/>
                  </a:lnTo>
                  <a:lnTo>
                    <a:pt x="99479" y="129882"/>
                  </a:lnTo>
                  <a:lnTo>
                    <a:pt x="99479" y="140512"/>
                  </a:lnTo>
                  <a:lnTo>
                    <a:pt x="89357" y="152311"/>
                  </a:lnTo>
                  <a:lnTo>
                    <a:pt x="89636" y="150799"/>
                  </a:lnTo>
                  <a:lnTo>
                    <a:pt x="89293" y="143332"/>
                  </a:lnTo>
                  <a:lnTo>
                    <a:pt x="88836" y="141655"/>
                  </a:lnTo>
                  <a:lnTo>
                    <a:pt x="90322" y="141998"/>
                  </a:lnTo>
                  <a:lnTo>
                    <a:pt x="93522" y="141795"/>
                  </a:lnTo>
                  <a:lnTo>
                    <a:pt x="96723" y="141605"/>
                  </a:lnTo>
                  <a:lnTo>
                    <a:pt x="99288" y="140639"/>
                  </a:lnTo>
                  <a:lnTo>
                    <a:pt x="99263" y="140271"/>
                  </a:lnTo>
                  <a:lnTo>
                    <a:pt x="99479" y="140512"/>
                  </a:lnTo>
                  <a:lnTo>
                    <a:pt x="99479" y="129882"/>
                  </a:lnTo>
                  <a:lnTo>
                    <a:pt x="97574" y="127647"/>
                  </a:lnTo>
                  <a:lnTo>
                    <a:pt x="97574" y="138303"/>
                  </a:lnTo>
                  <a:lnTo>
                    <a:pt x="96558" y="138049"/>
                  </a:lnTo>
                  <a:lnTo>
                    <a:pt x="90144" y="138455"/>
                  </a:lnTo>
                  <a:lnTo>
                    <a:pt x="88633" y="139026"/>
                  </a:lnTo>
                  <a:lnTo>
                    <a:pt x="88938" y="137274"/>
                  </a:lnTo>
                  <a:lnTo>
                    <a:pt x="88773" y="133527"/>
                  </a:lnTo>
                  <a:lnTo>
                    <a:pt x="88607" y="129794"/>
                  </a:lnTo>
                  <a:lnTo>
                    <a:pt x="87960" y="127495"/>
                  </a:lnTo>
                  <a:lnTo>
                    <a:pt x="87960" y="153949"/>
                  </a:lnTo>
                  <a:lnTo>
                    <a:pt x="54305" y="193205"/>
                  </a:lnTo>
                  <a:lnTo>
                    <a:pt x="42621" y="179578"/>
                  </a:lnTo>
                  <a:lnTo>
                    <a:pt x="45212" y="180200"/>
                  </a:lnTo>
                  <a:lnTo>
                    <a:pt x="51612" y="179793"/>
                  </a:lnTo>
                  <a:lnTo>
                    <a:pt x="53047" y="179260"/>
                  </a:lnTo>
                  <a:lnTo>
                    <a:pt x="52755" y="180987"/>
                  </a:lnTo>
                  <a:lnTo>
                    <a:pt x="52920" y="184721"/>
                  </a:lnTo>
                  <a:lnTo>
                    <a:pt x="53086" y="188455"/>
                  </a:lnTo>
                  <a:lnTo>
                    <a:pt x="53911" y="191439"/>
                  </a:lnTo>
                  <a:lnTo>
                    <a:pt x="55587" y="191338"/>
                  </a:lnTo>
                  <a:lnTo>
                    <a:pt x="56134" y="188264"/>
                  </a:lnTo>
                  <a:lnTo>
                    <a:pt x="55791" y="180797"/>
                  </a:lnTo>
                  <a:lnTo>
                    <a:pt x="55333" y="179120"/>
                  </a:lnTo>
                  <a:lnTo>
                    <a:pt x="56807" y="179463"/>
                  </a:lnTo>
                  <a:lnTo>
                    <a:pt x="60020" y="179260"/>
                  </a:lnTo>
                  <a:lnTo>
                    <a:pt x="63220" y="179070"/>
                  </a:lnTo>
                  <a:lnTo>
                    <a:pt x="65786" y="178104"/>
                  </a:lnTo>
                  <a:lnTo>
                    <a:pt x="65684" y="176149"/>
                  </a:lnTo>
                  <a:lnTo>
                    <a:pt x="63055" y="175514"/>
                  </a:lnTo>
                  <a:lnTo>
                    <a:pt x="56642" y="175920"/>
                  </a:lnTo>
                  <a:lnTo>
                    <a:pt x="55130" y="176491"/>
                  </a:lnTo>
                  <a:lnTo>
                    <a:pt x="55435" y="174739"/>
                  </a:lnTo>
                  <a:lnTo>
                    <a:pt x="55270" y="170992"/>
                  </a:lnTo>
                  <a:lnTo>
                    <a:pt x="55105" y="167259"/>
                  </a:lnTo>
                  <a:lnTo>
                    <a:pt x="54267" y="164274"/>
                  </a:lnTo>
                  <a:lnTo>
                    <a:pt x="52603" y="164376"/>
                  </a:lnTo>
                  <a:lnTo>
                    <a:pt x="52057" y="167449"/>
                  </a:lnTo>
                  <a:lnTo>
                    <a:pt x="52400" y="174917"/>
                  </a:lnTo>
                  <a:lnTo>
                    <a:pt x="52844" y="176593"/>
                  </a:lnTo>
                  <a:lnTo>
                    <a:pt x="51447" y="176250"/>
                  </a:lnTo>
                  <a:lnTo>
                    <a:pt x="48247" y="176441"/>
                  </a:lnTo>
                  <a:lnTo>
                    <a:pt x="45034" y="176644"/>
                  </a:lnTo>
                  <a:lnTo>
                    <a:pt x="42481" y="177609"/>
                  </a:lnTo>
                  <a:lnTo>
                    <a:pt x="42557" y="179514"/>
                  </a:lnTo>
                  <a:lnTo>
                    <a:pt x="10058" y="141592"/>
                  </a:lnTo>
                  <a:lnTo>
                    <a:pt x="12623" y="142189"/>
                  </a:lnTo>
                  <a:lnTo>
                    <a:pt x="19037" y="141795"/>
                  </a:lnTo>
                  <a:lnTo>
                    <a:pt x="20459" y="141262"/>
                  </a:lnTo>
                  <a:lnTo>
                    <a:pt x="20167" y="142976"/>
                  </a:lnTo>
                  <a:lnTo>
                    <a:pt x="20332" y="146710"/>
                  </a:lnTo>
                  <a:lnTo>
                    <a:pt x="20510" y="150456"/>
                  </a:lnTo>
                  <a:lnTo>
                    <a:pt x="21336" y="153441"/>
                  </a:lnTo>
                  <a:lnTo>
                    <a:pt x="23012" y="153339"/>
                  </a:lnTo>
                  <a:lnTo>
                    <a:pt x="23558" y="150266"/>
                  </a:lnTo>
                  <a:lnTo>
                    <a:pt x="23202" y="142786"/>
                  </a:lnTo>
                  <a:lnTo>
                    <a:pt x="22745" y="141109"/>
                  </a:lnTo>
                  <a:lnTo>
                    <a:pt x="24231" y="141465"/>
                  </a:lnTo>
                  <a:lnTo>
                    <a:pt x="27432" y="141262"/>
                  </a:lnTo>
                  <a:lnTo>
                    <a:pt x="30632" y="141058"/>
                  </a:lnTo>
                  <a:lnTo>
                    <a:pt x="33197" y="140093"/>
                  </a:lnTo>
                  <a:lnTo>
                    <a:pt x="33108" y="138137"/>
                  </a:lnTo>
                  <a:lnTo>
                    <a:pt x="30467" y="137515"/>
                  </a:lnTo>
                  <a:lnTo>
                    <a:pt x="24066" y="137909"/>
                  </a:lnTo>
                  <a:lnTo>
                    <a:pt x="22555" y="138480"/>
                  </a:lnTo>
                  <a:lnTo>
                    <a:pt x="22860" y="136728"/>
                  </a:lnTo>
                  <a:lnTo>
                    <a:pt x="22682" y="132994"/>
                  </a:lnTo>
                  <a:lnTo>
                    <a:pt x="22517" y="129247"/>
                  </a:lnTo>
                  <a:lnTo>
                    <a:pt x="21691" y="126263"/>
                  </a:lnTo>
                  <a:lnTo>
                    <a:pt x="21336" y="126288"/>
                  </a:lnTo>
                  <a:lnTo>
                    <a:pt x="53086" y="89242"/>
                  </a:lnTo>
                  <a:lnTo>
                    <a:pt x="52679" y="91617"/>
                  </a:lnTo>
                  <a:lnTo>
                    <a:pt x="53022" y="99098"/>
                  </a:lnTo>
                  <a:lnTo>
                    <a:pt x="53467" y="100761"/>
                  </a:lnTo>
                  <a:lnTo>
                    <a:pt x="52070" y="100418"/>
                  </a:lnTo>
                  <a:lnTo>
                    <a:pt x="48869" y="100622"/>
                  </a:lnTo>
                  <a:lnTo>
                    <a:pt x="45656" y="100825"/>
                  </a:lnTo>
                  <a:lnTo>
                    <a:pt x="43091" y="101777"/>
                  </a:lnTo>
                  <a:lnTo>
                    <a:pt x="43192" y="103746"/>
                  </a:lnTo>
                  <a:lnTo>
                    <a:pt x="45834" y="104368"/>
                  </a:lnTo>
                  <a:lnTo>
                    <a:pt x="52235" y="103974"/>
                  </a:lnTo>
                  <a:lnTo>
                    <a:pt x="53670" y="103441"/>
                  </a:lnTo>
                  <a:lnTo>
                    <a:pt x="53378" y="105156"/>
                  </a:lnTo>
                  <a:lnTo>
                    <a:pt x="53543" y="108889"/>
                  </a:lnTo>
                  <a:lnTo>
                    <a:pt x="53708" y="112636"/>
                  </a:lnTo>
                  <a:lnTo>
                    <a:pt x="54533" y="115620"/>
                  </a:lnTo>
                  <a:lnTo>
                    <a:pt x="56210" y="115506"/>
                  </a:lnTo>
                  <a:lnTo>
                    <a:pt x="56756" y="112445"/>
                  </a:lnTo>
                  <a:lnTo>
                    <a:pt x="56413" y="104965"/>
                  </a:lnTo>
                  <a:lnTo>
                    <a:pt x="55943" y="103301"/>
                  </a:lnTo>
                  <a:lnTo>
                    <a:pt x="57429" y="103644"/>
                  </a:lnTo>
                  <a:lnTo>
                    <a:pt x="60629" y="103441"/>
                  </a:lnTo>
                  <a:lnTo>
                    <a:pt x="63842" y="103238"/>
                  </a:lnTo>
                  <a:lnTo>
                    <a:pt x="66408" y="102273"/>
                  </a:lnTo>
                  <a:lnTo>
                    <a:pt x="66382" y="101942"/>
                  </a:lnTo>
                  <a:lnTo>
                    <a:pt x="87731" y="126822"/>
                  </a:lnTo>
                  <a:lnTo>
                    <a:pt x="86106" y="126911"/>
                  </a:lnTo>
                  <a:lnTo>
                    <a:pt x="85559" y="129984"/>
                  </a:lnTo>
                  <a:lnTo>
                    <a:pt x="85902" y="137452"/>
                  </a:lnTo>
                  <a:lnTo>
                    <a:pt x="86360" y="139128"/>
                  </a:lnTo>
                  <a:lnTo>
                    <a:pt x="84950" y="138785"/>
                  </a:lnTo>
                  <a:lnTo>
                    <a:pt x="81749" y="138976"/>
                  </a:lnTo>
                  <a:lnTo>
                    <a:pt x="78549" y="139179"/>
                  </a:lnTo>
                  <a:lnTo>
                    <a:pt x="75984" y="140144"/>
                  </a:lnTo>
                  <a:lnTo>
                    <a:pt x="76073" y="142100"/>
                  </a:lnTo>
                  <a:lnTo>
                    <a:pt x="78714" y="142735"/>
                  </a:lnTo>
                  <a:lnTo>
                    <a:pt x="85128" y="142328"/>
                  </a:lnTo>
                  <a:lnTo>
                    <a:pt x="86550" y="141795"/>
                  </a:lnTo>
                  <a:lnTo>
                    <a:pt x="86258" y="143522"/>
                  </a:lnTo>
                  <a:lnTo>
                    <a:pt x="86423" y="147256"/>
                  </a:lnTo>
                  <a:lnTo>
                    <a:pt x="86588" y="150990"/>
                  </a:lnTo>
                  <a:lnTo>
                    <a:pt x="87426" y="153974"/>
                  </a:lnTo>
                  <a:lnTo>
                    <a:pt x="87960" y="153949"/>
                  </a:lnTo>
                  <a:lnTo>
                    <a:pt x="87960" y="127495"/>
                  </a:lnTo>
                  <a:lnTo>
                    <a:pt x="87795" y="126898"/>
                  </a:lnTo>
                  <a:lnTo>
                    <a:pt x="97574" y="138303"/>
                  </a:lnTo>
                  <a:lnTo>
                    <a:pt x="97574" y="127647"/>
                  </a:lnTo>
                  <a:lnTo>
                    <a:pt x="64668" y="89255"/>
                  </a:lnTo>
                  <a:lnTo>
                    <a:pt x="64668" y="99936"/>
                  </a:lnTo>
                  <a:lnTo>
                    <a:pt x="63677" y="99695"/>
                  </a:lnTo>
                  <a:lnTo>
                    <a:pt x="57264" y="100088"/>
                  </a:lnTo>
                  <a:lnTo>
                    <a:pt x="55753" y="100660"/>
                  </a:lnTo>
                  <a:lnTo>
                    <a:pt x="56057" y="98907"/>
                  </a:lnTo>
                  <a:lnTo>
                    <a:pt x="55892" y="95173"/>
                  </a:lnTo>
                  <a:lnTo>
                    <a:pt x="55727" y="91427"/>
                  </a:lnTo>
                  <a:lnTo>
                    <a:pt x="54902" y="88531"/>
                  </a:lnTo>
                  <a:lnTo>
                    <a:pt x="64668" y="99936"/>
                  </a:lnTo>
                  <a:lnTo>
                    <a:pt x="64668" y="89255"/>
                  </a:lnTo>
                  <a:lnTo>
                    <a:pt x="63449" y="87820"/>
                  </a:lnTo>
                  <a:lnTo>
                    <a:pt x="54838" y="77787"/>
                  </a:lnTo>
                  <a:lnTo>
                    <a:pt x="54838" y="88455"/>
                  </a:lnTo>
                  <a:lnTo>
                    <a:pt x="53695" y="88531"/>
                  </a:lnTo>
                  <a:lnTo>
                    <a:pt x="54305" y="87820"/>
                  </a:lnTo>
                  <a:lnTo>
                    <a:pt x="54838" y="88455"/>
                  </a:lnTo>
                  <a:lnTo>
                    <a:pt x="54838" y="77787"/>
                  </a:lnTo>
                  <a:lnTo>
                    <a:pt x="54305" y="77165"/>
                  </a:lnTo>
                  <a:lnTo>
                    <a:pt x="20256" y="116890"/>
                  </a:lnTo>
                  <a:lnTo>
                    <a:pt x="20256" y="138582"/>
                  </a:lnTo>
                  <a:lnTo>
                    <a:pt x="18872" y="138239"/>
                  </a:lnTo>
                  <a:lnTo>
                    <a:pt x="15659" y="138442"/>
                  </a:lnTo>
                  <a:lnTo>
                    <a:pt x="12458" y="138645"/>
                  </a:lnTo>
                  <a:lnTo>
                    <a:pt x="9969" y="139585"/>
                  </a:lnTo>
                  <a:lnTo>
                    <a:pt x="9969" y="141490"/>
                  </a:lnTo>
                  <a:lnTo>
                    <a:pt x="9144" y="140512"/>
                  </a:lnTo>
                  <a:lnTo>
                    <a:pt x="9893" y="139649"/>
                  </a:lnTo>
                  <a:lnTo>
                    <a:pt x="9969" y="141490"/>
                  </a:lnTo>
                  <a:lnTo>
                    <a:pt x="9969" y="139585"/>
                  </a:lnTo>
                  <a:lnTo>
                    <a:pt x="19685" y="128219"/>
                  </a:lnTo>
                  <a:lnTo>
                    <a:pt x="19469" y="129438"/>
                  </a:lnTo>
                  <a:lnTo>
                    <a:pt x="19812" y="136918"/>
                  </a:lnTo>
                  <a:lnTo>
                    <a:pt x="20256" y="138582"/>
                  </a:lnTo>
                  <a:lnTo>
                    <a:pt x="20256" y="116890"/>
                  </a:lnTo>
                  <a:lnTo>
                    <a:pt x="0" y="140512"/>
                  </a:lnTo>
                  <a:lnTo>
                    <a:pt x="54305" y="203860"/>
                  </a:lnTo>
                  <a:lnTo>
                    <a:pt x="63449" y="193205"/>
                  </a:lnTo>
                  <a:lnTo>
                    <a:pt x="104038" y="145846"/>
                  </a:lnTo>
                  <a:lnTo>
                    <a:pt x="153784" y="203860"/>
                  </a:lnTo>
                  <a:lnTo>
                    <a:pt x="162928" y="193205"/>
                  </a:lnTo>
                  <a:lnTo>
                    <a:pt x="204952" y="144170"/>
                  </a:lnTo>
                  <a:lnTo>
                    <a:pt x="256146" y="203860"/>
                  </a:lnTo>
                  <a:lnTo>
                    <a:pt x="265277" y="193205"/>
                  </a:lnTo>
                  <a:lnTo>
                    <a:pt x="310438" y="140512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7" name="object 2077" descr=""/>
            <p:cNvSpPr/>
            <p:nvPr/>
          </p:nvSpPr>
          <p:spPr>
            <a:xfrm>
              <a:off x="7532852" y="7064139"/>
              <a:ext cx="311150" cy="359410"/>
            </a:xfrm>
            <a:custGeom>
              <a:avLst/>
              <a:gdLst/>
              <a:ahLst/>
              <a:cxnLst/>
              <a:rect l="l" t="t" r="r" b="b"/>
              <a:pathLst>
                <a:path w="311150" h="359409">
                  <a:moveTo>
                    <a:pt x="108623" y="218681"/>
                  </a:moveTo>
                  <a:lnTo>
                    <a:pt x="99491" y="208038"/>
                  </a:lnTo>
                  <a:lnTo>
                    <a:pt x="99491" y="218681"/>
                  </a:lnTo>
                  <a:lnTo>
                    <a:pt x="89382" y="230479"/>
                  </a:lnTo>
                  <a:lnTo>
                    <a:pt x="89649" y="228981"/>
                  </a:lnTo>
                  <a:lnTo>
                    <a:pt x="89306" y="221500"/>
                  </a:lnTo>
                  <a:lnTo>
                    <a:pt x="88836" y="219824"/>
                  </a:lnTo>
                  <a:lnTo>
                    <a:pt x="90322" y="220167"/>
                  </a:lnTo>
                  <a:lnTo>
                    <a:pt x="93522" y="219976"/>
                  </a:lnTo>
                  <a:lnTo>
                    <a:pt x="96735" y="219773"/>
                  </a:lnTo>
                  <a:lnTo>
                    <a:pt x="99301" y="218808"/>
                  </a:lnTo>
                  <a:lnTo>
                    <a:pt x="99275" y="218440"/>
                  </a:lnTo>
                  <a:lnTo>
                    <a:pt x="99491" y="218681"/>
                  </a:lnTo>
                  <a:lnTo>
                    <a:pt x="99491" y="208038"/>
                  </a:lnTo>
                  <a:lnTo>
                    <a:pt x="97586" y="205816"/>
                  </a:lnTo>
                  <a:lnTo>
                    <a:pt x="97586" y="216471"/>
                  </a:lnTo>
                  <a:lnTo>
                    <a:pt x="96570" y="216217"/>
                  </a:lnTo>
                  <a:lnTo>
                    <a:pt x="90157" y="216623"/>
                  </a:lnTo>
                  <a:lnTo>
                    <a:pt x="88646" y="217195"/>
                  </a:lnTo>
                  <a:lnTo>
                    <a:pt x="88950" y="215442"/>
                  </a:lnTo>
                  <a:lnTo>
                    <a:pt x="88785" y="211696"/>
                  </a:lnTo>
                  <a:lnTo>
                    <a:pt x="88620" y="207962"/>
                  </a:lnTo>
                  <a:lnTo>
                    <a:pt x="87972" y="205689"/>
                  </a:lnTo>
                  <a:lnTo>
                    <a:pt x="87972" y="232117"/>
                  </a:lnTo>
                  <a:lnTo>
                    <a:pt x="54317" y="271373"/>
                  </a:lnTo>
                  <a:lnTo>
                    <a:pt x="42633" y="257759"/>
                  </a:lnTo>
                  <a:lnTo>
                    <a:pt x="45212" y="258368"/>
                  </a:lnTo>
                  <a:lnTo>
                    <a:pt x="51625" y="257962"/>
                  </a:lnTo>
                  <a:lnTo>
                    <a:pt x="53047" y="257441"/>
                  </a:lnTo>
                  <a:lnTo>
                    <a:pt x="52755" y="259156"/>
                  </a:lnTo>
                  <a:lnTo>
                    <a:pt x="52933" y="262890"/>
                  </a:lnTo>
                  <a:lnTo>
                    <a:pt x="53098" y="266623"/>
                  </a:lnTo>
                  <a:lnTo>
                    <a:pt x="53924" y="269608"/>
                  </a:lnTo>
                  <a:lnTo>
                    <a:pt x="55600" y="269506"/>
                  </a:lnTo>
                  <a:lnTo>
                    <a:pt x="56146" y="266446"/>
                  </a:lnTo>
                  <a:lnTo>
                    <a:pt x="55791" y="258965"/>
                  </a:lnTo>
                  <a:lnTo>
                    <a:pt x="55333" y="257289"/>
                  </a:lnTo>
                  <a:lnTo>
                    <a:pt x="56819" y="257632"/>
                  </a:lnTo>
                  <a:lnTo>
                    <a:pt x="60020" y="257441"/>
                  </a:lnTo>
                  <a:lnTo>
                    <a:pt x="63220" y="257238"/>
                  </a:lnTo>
                  <a:lnTo>
                    <a:pt x="65786" y="256273"/>
                  </a:lnTo>
                  <a:lnTo>
                    <a:pt x="65697" y="254317"/>
                  </a:lnTo>
                  <a:lnTo>
                    <a:pt x="63055" y="253682"/>
                  </a:lnTo>
                  <a:lnTo>
                    <a:pt x="56654" y="254088"/>
                  </a:lnTo>
                  <a:lnTo>
                    <a:pt x="55143" y="254660"/>
                  </a:lnTo>
                  <a:lnTo>
                    <a:pt x="55448" y="252907"/>
                  </a:lnTo>
                  <a:lnTo>
                    <a:pt x="55270" y="249161"/>
                  </a:lnTo>
                  <a:lnTo>
                    <a:pt x="55105" y="245427"/>
                  </a:lnTo>
                  <a:lnTo>
                    <a:pt x="54279" y="242443"/>
                  </a:lnTo>
                  <a:lnTo>
                    <a:pt x="52603" y="242544"/>
                  </a:lnTo>
                  <a:lnTo>
                    <a:pt x="52057" y="245618"/>
                  </a:lnTo>
                  <a:lnTo>
                    <a:pt x="52400" y="253098"/>
                  </a:lnTo>
                  <a:lnTo>
                    <a:pt x="52844" y="254762"/>
                  </a:lnTo>
                  <a:lnTo>
                    <a:pt x="51460" y="254419"/>
                  </a:lnTo>
                  <a:lnTo>
                    <a:pt x="48247" y="254622"/>
                  </a:lnTo>
                  <a:lnTo>
                    <a:pt x="45046" y="254812"/>
                  </a:lnTo>
                  <a:lnTo>
                    <a:pt x="42481" y="255778"/>
                  </a:lnTo>
                  <a:lnTo>
                    <a:pt x="42557" y="257683"/>
                  </a:lnTo>
                  <a:lnTo>
                    <a:pt x="10058" y="219760"/>
                  </a:lnTo>
                  <a:lnTo>
                    <a:pt x="12636" y="220357"/>
                  </a:lnTo>
                  <a:lnTo>
                    <a:pt x="19037" y="219964"/>
                  </a:lnTo>
                  <a:lnTo>
                    <a:pt x="20472" y="219430"/>
                  </a:lnTo>
                  <a:lnTo>
                    <a:pt x="20180" y="221145"/>
                  </a:lnTo>
                  <a:lnTo>
                    <a:pt x="20345" y="224878"/>
                  </a:lnTo>
                  <a:lnTo>
                    <a:pt x="20510" y="228625"/>
                  </a:lnTo>
                  <a:lnTo>
                    <a:pt x="21336" y="231609"/>
                  </a:lnTo>
                  <a:lnTo>
                    <a:pt x="23012" y="231508"/>
                  </a:lnTo>
                  <a:lnTo>
                    <a:pt x="23558" y="228434"/>
                  </a:lnTo>
                  <a:lnTo>
                    <a:pt x="23215" y="220954"/>
                  </a:lnTo>
                  <a:lnTo>
                    <a:pt x="22758" y="219278"/>
                  </a:lnTo>
                  <a:lnTo>
                    <a:pt x="24231" y="219633"/>
                  </a:lnTo>
                  <a:lnTo>
                    <a:pt x="27444" y="219430"/>
                  </a:lnTo>
                  <a:lnTo>
                    <a:pt x="30645" y="219227"/>
                  </a:lnTo>
                  <a:lnTo>
                    <a:pt x="33210" y="218274"/>
                  </a:lnTo>
                  <a:lnTo>
                    <a:pt x="33121" y="216306"/>
                  </a:lnTo>
                  <a:lnTo>
                    <a:pt x="30480" y="215684"/>
                  </a:lnTo>
                  <a:lnTo>
                    <a:pt x="24066" y="216077"/>
                  </a:lnTo>
                  <a:lnTo>
                    <a:pt x="22555" y="216649"/>
                  </a:lnTo>
                  <a:lnTo>
                    <a:pt x="22860" y="214896"/>
                  </a:lnTo>
                  <a:lnTo>
                    <a:pt x="22694" y="211162"/>
                  </a:lnTo>
                  <a:lnTo>
                    <a:pt x="22529" y="207429"/>
                  </a:lnTo>
                  <a:lnTo>
                    <a:pt x="21704" y="204444"/>
                  </a:lnTo>
                  <a:lnTo>
                    <a:pt x="21323" y="204470"/>
                  </a:lnTo>
                  <a:lnTo>
                    <a:pt x="53098" y="167411"/>
                  </a:lnTo>
                  <a:lnTo>
                    <a:pt x="52679" y="169786"/>
                  </a:lnTo>
                  <a:lnTo>
                    <a:pt x="53022" y="177266"/>
                  </a:lnTo>
                  <a:lnTo>
                    <a:pt x="53467" y="178930"/>
                  </a:lnTo>
                  <a:lnTo>
                    <a:pt x="52082" y="178587"/>
                  </a:lnTo>
                  <a:lnTo>
                    <a:pt x="48869" y="178790"/>
                  </a:lnTo>
                  <a:lnTo>
                    <a:pt x="45669" y="178993"/>
                  </a:lnTo>
                  <a:lnTo>
                    <a:pt x="43103" y="179946"/>
                  </a:lnTo>
                  <a:lnTo>
                    <a:pt x="43192" y="181914"/>
                  </a:lnTo>
                  <a:lnTo>
                    <a:pt x="45834" y="182537"/>
                  </a:lnTo>
                  <a:lnTo>
                    <a:pt x="52247" y="182143"/>
                  </a:lnTo>
                  <a:lnTo>
                    <a:pt x="53670" y="181610"/>
                  </a:lnTo>
                  <a:lnTo>
                    <a:pt x="53378" y="183324"/>
                  </a:lnTo>
                  <a:lnTo>
                    <a:pt x="53543" y="187071"/>
                  </a:lnTo>
                  <a:lnTo>
                    <a:pt x="53721" y="190804"/>
                  </a:lnTo>
                  <a:lnTo>
                    <a:pt x="54546" y="193789"/>
                  </a:lnTo>
                  <a:lnTo>
                    <a:pt x="56222" y="193687"/>
                  </a:lnTo>
                  <a:lnTo>
                    <a:pt x="56769" y="190614"/>
                  </a:lnTo>
                  <a:lnTo>
                    <a:pt x="56413" y="183134"/>
                  </a:lnTo>
                  <a:lnTo>
                    <a:pt x="55956" y="181457"/>
                  </a:lnTo>
                  <a:lnTo>
                    <a:pt x="57442" y="181813"/>
                  </a:lnTo>
                  <a:lnTo>
                    <a:pt x="60642" y="181610"/>
                  </a:lnTo>
                  <a:lnTo>
                    <a:pt x="63842" y="181406"/>
                  </a:lnTo>
                  <a:lnTo>
                    <a:pt x="66408" y="180454"/>
                  </a:lnTo>
                  <a:lnTo>
                    <a:pt x="66382" y="180098"/>
                  </a:lnTo>
                  <a:lnTo>
                    <a:pt x="87744" y="204990"/>
                  </a:lnTo>
                  <a:lnTo>
                    <a:pt x="86118" y="205079"/>
                  </a:lnTo>
                  <a:lnTo>
                    <a:pt x="85572" y="208153"/>
                  </a:lnTo>
                  <a:lnTo>
                    <a:pt x="85915" y="215620"/>
                  </a:lnTo>
                  <a:lnTo>
                    <a:pt x="86360" y="217297"/>
                  </a:lnTo>
                  <a:lnTo>
                    <a:pt x="84963" y="216954"/>
                  </a:lnTo>
                  <a:lnTo>
                    <a:pt x="81762" y="217157"/>
                  </a:lnTo>
                  <a:lnTo>
                    <a:pt x="78549" y="217347"/>
                  </a:lnTo>
                  <a:lnTo>
                    <a:pt x="75984" y="218313"/>
                  </a:lnTo>
                  <a:lnTo>
                    <a:pt x="76085" y="220268"/>
                  </a:lnTo>
                  <a:lnTo>
                    <a:pt x="78727" y="220903"/>
                  </a:lnTo>
                  <a:lnTo>
                    <a:pt x="85128" y="220497"/>
                  </a:lnTo>
                  <a:lnTo>
                    <a:pt x="86563" y="219964"/>
                  </a:lnTo>
                  <a:lnTo>
                    <a:pt x="86271" y="221691"/>
                  </a:lnTo>
                  <a:lnTo>
                    <a:pt x="86436" y="225425"/>
                  </a:lnTo>
                  <a:lnTo>
                    <a:pt x="86601" y="229158"/>
                  </a:lnTo>
                  <a:lnTo>
                    <a:pt x="87426" y="232143"/>
                  </a:lnTo>
                  <a:lnTo>
                    <a:pt x="87972" y="232117"/>
                  </a:lnTo>
                  <a:lnTo>
                    <a:pt x="87972" y="205689"/>
                  </a:lnTo>
                  <a:lnTo>
                    <a:pt x="87795" y="205054"/>
                  </a:lnTo>
                  <a:lnTo>
                    <a:pt x="97586" y="216471"/>
                  </a:lnTo>
                  <a:lnTo>
                    <a:pt x="97586" y="205816"/>
                  </a:lnTo>
                  <a:lnTo>
                    <a:pt x="64681" y="167436"/>
                  </a:lnTo>
                  <a:lnTo>
                    <a:pt x="64681" y="178104"/>
                  </a:lnTo>
                  <a:lnTo>
                    <a:pt x="63677" y="177863"/>
                  </a:lnTo>
                  <a:lnTo>
                    <a:pt x="57277" y="178257"/>
                  </a:lnTo>
                  <a:lnTo>
                    <a:pt x="55765" y="178828"/>
                  </a:lnTo>
                  <a:lnTo>
                    <a:pt x="56070" y="177076"/>
                  </a:lnTo>
                  <a:lnTo>
                    <a:pt x="55892" y="173342"/>
                  </a:lnTo>
                  <a:lnTo>
                    <a:pt x="55727" y="169595"/>
                  </a:lnTo>
                  <a:lnTo>
                    <a:pt x="54914" y="166700"/>
                  </a:lnTo>
                  <a:lnTo>
                    <a:pt x="64681" y="178104"/>
                  </a:lnTo>
                  <a:lnTo>
                    <a:pt x="64681" y="167436"/>
                  </a:lnTo>
                  <a:lnTo>
                    <a:pt x="63449" y="165989"/>
                  </a:lnTo>
                  <a:lnTo>
                    <a:pt x="54864" y="155981"/>
                  </a:lnTo>
                  <a:lnTo>
                    <a:pt x="54864" y="166636"/>
                  </a:lnTo>
                  <a:lnTo>
                    <a:pt x="53708" y="166700"/>
                  </a:lnTo>
                  <a:lnTo>
                    <a:pt x="54317" y="165989"/>
                  </a:lnTo>
                  <a:lnTo>
                    <a:pt x="54864" y="166636"/>
                  </a:lnTo>
                  <a:lnTo>
                    <a:pt x="54864" y="155981"/>
                  </a:lnTo>
                  <a:lnTo>
                    <a:pt x="54317" y="155333"/>
                  </a:lnTo>
                  <a:lnTo>
                    <a:pt x="20269" y="195046"/>
                  </a:lnTo>
                  <a:lnTo>
                    <a:pt x="20269" y="216750"/>
                  </a:lnTo>
                  <a:lnTo>
                    <a:pt x="18872" y="216408"/>
                  </a:lnTo>
                  <a:lnTo>
                    <a:pt x="15671" y="216611"/>
                  </a:lnTo>
                  <a:lnTo>
                    <a:pt x="12471" y="216814"/>
                  </a:lnTo>
                  <a:lnTo>
                    <a:pt x="9982" y="217766"/>
                  </a:lnTo>
                  <a:lnTo>
                    <a:pt x="9982" y="219671"/>
                  </a:lnTo>
                  <a:lnTo>
                    <a:pt x="9144" y="218681"/>
                  </a:lnTo>
                  <a:lnTo>
                    <a:pt x="9906" y="217792"/>
                  </a:lnTo>
                  <a:lnTo>
                    <a:pt x="9982" y="219671"/>
                  </a:lnTo>
                  <a:lnTo>
                    <a:pt x="9982" y="217766"/>
                  </a:lnTo>
                  <a:lnTo>
                    <a:pt x="19697" y="206375"/>
                  </a:lnTo>
                  <a:lnTo>
                    <a:pt x="19481" y="207606"/>
                  </a:lnTo>
                  <a:lnTo>
                    <a:pt x="19824" y="215087"/>
                  </a:lnTo>
                  <a:lnTo>
                    <a:pt x="20269" y="216750"/>
                  </a:lnTo>
                  <a:lnTo>
                    <a:pt x="20269" y="195046"/>
                  </a:lnTo>
                  <a:lnTo>
                    <a:pt x="0" y="218681"/>
                  </a:lnTo>
                  <a:lnTo>
                    <a:pt x="54317" y="282028"/>
                  </a:lnTo>
                  <a:lnTo>
                    <a:pt x="63449" y="271373"/>
                  </a:lnTo>
                  <a:lnTo>
                    <a:pt x="108623" y="218681"/>
                  </a:lnTo>
                  <a:close/>
                </a:path>
                <a:path w="311150" h="359409">
                  <a:moveTo>
                    <a:pt x="166827" y="100939"/>
                  </a:moveTo>
                  <a:lnTo>
                    <a:pt x="166738" y="98983"/>
                  </a:lnTo>
                  <a:lnTo>
                    <a:pt x="164096" y="98361"/>
                  </a:lnTo>
                  <a:lnTo>
                    <a:pt x="157683" y="98755"/>
                  </a:lnTo>
                  <a:lnTo>
                    <a:pt x="155130" y="99720"/>
                  </a:lnTo>
                  <a:lnTo>
                    <a:pt x="155219" y="101676"/>
                  </a:lnTo>
                  <a:lnTo>
                    <a:pt x="157848" y="102298"/>
                  </a:lnTo>
                  <a:lnTo>
                    <a:pt x="161061" y="102108"/>
                  </a:lnTo>
                  <a:lnTo>
                    <a:pt x="164261" y="101904"/>
                  </a:lnTo>
                  <a:lnTo>
                    <a:pt x="166827" y="100939"/>
                  </a:lnTo>
                  <a:close/>
                </a:path>
                <a:path w="311150" h="359409">
                  <a:moveTo>
                    <a:pt x="167449" y="25120"/>
                  </a:moveTo>
                  <a:lnTo>
                    <a:pt x="167360" y="23164"/>
                  </a:lnTo>
                  <a:lnTo>
                    <a:pt x="164719" y="22529"/>
                  </a:lnTo>
                  <a:lnTo>
                    <a:pt x="158305" y="22936"/>
                  </a:lnTo>
                  <a:lnTo>
                    <a:pt x="156794" y="23507"/>
                  </a:lnTo>
                  <a:lnTo>
                    <a:pt x="157099" y="21742"/>
                  </a:lnTo>
                  <a:lnTo>
                    <a:pt x="156933" y="18008"/>
                  </a:lnTo>
                  <a:lnTo>
                    <a:pt x="156768" y="14274"/>
                  </a:lnTo>
                  <a:lnTo>
                    <a:pt x="155943" y="11290"/>
                  </a:lnTo>
                  <a:lnTo>
                    <a:pt x="154266" y="11391"/>
                  </a:lnTo>
                  <a:lnTo>
                    <a:pt x="153720" y="14465"/>
                  </a:lnTo>
                  <a:lnTo>
                    <a:pt x="154063" y="21932"/>
                  </a:lnTo>
                  <a:lnTo>
                    <a:pt x="154508" y="23596"/>
                  </a:lnTo>
                  <a:lnTo>
                    <a:pt x="153111" y="23253"/>
                  </a:lnTo>
                  <a:lnTo>
                    <a:pt x="149910" y="23456"/>
                  </a:lnTo>
                  <a:lnTo>
                    <a:pt x="146710" y="23660"/>
                  </a:lnTo>
                  <a:lnTo>
                    <a:pt x="144145" y="24625"/>
                  </a:lnTo>
                  <a:lnTo>
                    <a:pt x="144233" y="26581"/>
                  </a:lnTo>
                  <a:lnTo>
                    <a:pt x="146875" y="27203"/>
                  </a:lnTo>
                  <a:lnTo>
                    <a:pt x="153289" y="26809"/>
                  </a:lnTo>
                  <a:lnTo>
                    <a:pt x="154711" y="26276"/>
                  </a:lnTo>
                  <a:lnTo>
                    <a:pt x="154419" y="27990"/>
                  </a:lnTo>
                  <a:lnTo>
                    <a:pt x="154584" y="31737"/>
                  </a:lnTo>
                  <a:lnTo>
                    <a:pt x="154749" y="35471"/>
                  </a:lnTo>
                  <a:lnTo>
                    <a:pt x="155575" y="38455"/>
                  </a:lnTo>
                  <a:lnTo>
                    <a:pt x="157251" y="38354"/>
                  </a:lnTo>
                  <a:lnTo>
                    <a:pt x="157797" y="35280"/>
                  </a:lnTo>
                  <a:lnTo>
                    <a:pt x="157454" y="27813"/>
                  </a:lnTo>
                  <a:lnTo>
                    <a:pt x="156997" y="26136"/>
                  </a:lnTo>
                  <a:lnTo>
                    <a:pt x="158470" y="26479"/>
                  </a:lnTo>
                  <a:lnTo>
                    <a:pt x="161683" y="26276"/>
                  </a:lnTo>
                  <a:lnTo>
                    <a:pt x="164884" y="26085"/>
                  </a:lnTo>
                  <a:lnTo>
                    <a:pt x="167449" y="25120"/>
                  </a:lnTo>
                  <a:close/>
                </a:path>
                <a:path w="311150" h="359409">
                  <a:moveTo>
                    <a:pt x="200329" y="63474"/>
                  </a:moveTo>
                  <a:lnTo>
                    <a:pt x="200240" y="61518"/>
                  </a:lnTo>
                  <a:lnTo>
                    <a:pt x="197599" y="60896"/>
                  </a:lnTo>
                  <a:lnTo>
                    <a:pt x="191198" y="61290"/>
                  </a:lnTo>
                  <a:lnTo>
                    <a:pt x="189687" y="61861"/>
                  </a:lnTo>
                  <a:lnTo>
                    <a:pt x="189992" y="60109"/>
                  </a:lnTo>
                  <a:lnTo>
                    <a:pt x="189814" y="56375"/>
                  </a:lnTo>
                  <a:lnTo>
                    <a:pt x="189649" y="52628"/>
                  </a:lnTo>
                  <a:lnTo>
                    <a:pt x="188823" y="49644"/>
                  </a:lnTo>
                  <a:lnTo>
                    <a:pt x="187147" y="49758"/>
                  </a:lnTo>
                  <a:lnTo>
                    <a:pt x="186601" y="52819"/>
                  </a:lnTo>
                  <a:lnTo>
                    <a:pt x="186956" y="60299"/>
                  </a:lnTo>
                  <a:lnTo>
                    <a:pt x="187401" y="61963"/>
                  </a:lnTo>
                  <a:lnTo>
                    <a:pt x="186004" y="61620"/>
                  </a:lnTo>
                  <a:lnTo>
                    <a:pt x="182791" y="61823"/>
                  </a:lnTo>
                  <a:lnTo>
                    <a:pt x="179590" y="62014"/>
                  </a:lnTo>
                  <a:lnTo>
                    <a:pt x="177025" y="62979"/>
                  </a:lnTo>
                  <a:lnTo>
                    <a:pt x="177126" y="64935"/>
                  </a:lnTo>
                  <a:lnTo>
                    <a:pt x="179755" y="65570"/>
                  </a:lnTo>
                  <a:lnTo>
                    <a:pt x="186169" y="65176"/>
                  </a:lnTo>
                  <a:lnTo>
                    <a:pt x="187591" y="64643"/>
                  </a:lnTo>
                  <a:lnTo>
                    <a:pt x="187299" y="66357"/>
                  </a:lnTo>
                  <a:lnTo>
                    <a:pt x="187477" y="70091"/>
                  </a:lnTo>
                  <a:lnTo>
                    <a:pt x="187642" y="73837"/>
                  </a:lnTo>
                  <a:lnTo>
                    <a:pt x="188468" y="76822"/>
                  </a:lnTo>
                  <a:lnTo>
                    <a:pt x="190144" y="76708"/>
                  </a:lnTo>
                  <a:lnTo>
                    <a:pt x="190690" y="73647"/>
                  </a:lnTo>
                  <a:lnTo>
                    <a:pt x="190334" y="66167"/>
                  </a:lnTo>
                  <a:lnTo>
                    <a:pt x="189877" y="64490"/>
                  </a:lnTo>
                  <a:lnTo>
                    <a:pt x="191363" y="64833"/>
                  </a:lnTo>
                  <a:lnTo>
                    <a:pt x="194564" y="64643"/>
                  </a:lnTo>
                  <a:lnTo>
                    <a:pt x="197764" y="64439"/>
                  </a:lnTo>
                  <a:lnTo>
                    <a:pt x="200329" y="63474"/>
                  </a:lnTo>
                  <a:close/>
                </a:path>
                <a:path w="311150" h="359409">
                  <a:moveTo>
                    <a:pt x="260146" y="295846"/>
                  </a:moveTo>
                  <a:lnTo>
                    <a:pt x="251015" y="285203"/>
                  </a:lnTo>
                  <a:lnTo>
                    <a:pt x="251015" y="295846"/>
                  </a:lnTo>
                  <a:lnTo>
                    <a:pt x="205854" y="348538"/>
                  </a:lnTo>
                  <a:lnTo>
                    <a:pt x="194157" y="334924"/>
                  </a:lnTo>
                  <a:lnTo>
                    <a:pt x="196748" y="335521"/>
                  </a:lnTo>
                  <a:lnTo>
                    <a:pt x="203149" y="335127"/>
                  </a:lnTo>
                  <a:lnTo>
                    <a:pt x="204584" y="334594"/>
                  </a:lnTo>
                  <a:lnTo>
                    <a:pt x="204292" y="336308"/>
                  </a:lnTo>
                  <a:lnTo>
                    <a:pt x="204457" y="340055"/>
                  </a:lnTo>
                  <a:lnTo>
                    <a:pt x="204622" y="343789"/>
                  </a:lnTo>
                  <a:lnTo>
                    <a:pt x="205447" y="346773"/>
                  </a:lnTo>
                  <a:lnTo>
                    <a:pt x="207124" y="346671"/>
                  </a:lnTo>
                  <a:lnTo>
                    <a:pt x="207670" y="343598"/>
                  </a:lnTo>
                  <a:lnTo>
                    <a:pt x="207327" y="336130"/>
                  </a:lnTo>
                  <a:lnTo>
                    <a:pt x="206857" y="334441"/>
                  </a:lnTo>
                  <a:lnTo>
                    <a:pt x="208343" y="334797"/>
                  </a:lnTo>
                  <a:lnTo>
                    <a:pt x="211556" y="334594"/>
                  </a:lnTo>
                  <a:lnTo>
                    <a:pt x="214757" y="334403"/>
                  </a:lnTo>
                  <a:lnTo>
                    <a:pt x="217322" y="333438"/>
                  </a:lnTo>
                  <a:lnTo>
                    <a:pt x="217233" y="331482"/>
                  </a:lnTo>
                  <a:lnTo>
                    <a:pt x="214591" y="330847"/>
                  </a:lnTo>
                  <a:lnTo>
                    <a:pt x="208178" y="331241"/>
                  </a:lnTo>
                  <a:lnTo>
                    <a:pt x="206667" y="331812"/>
                  </a:lnTo>
                  <a:lnTo>
                    <a:pt x="206971" y="330060"/>
                  </a:lnTo>
                  <a:lnTo>
                    <a:pt x="206806" y="326326"/>
                  </a:lnTo>
                  <a:lnTo>
                    <a:pt x="206641" y="322592"/>
                  </a:lnTo>
                  <a:lnTo>
                    <a:pt x="205816" y="319608"/>
                  </a:lnTo>
                  <a:lnTo>
                    <a:pt x="204139" y="319709"/>
                  </a:lnTo>
                  <a:lnTo>
                    <a:pt x="203593" y="322783"/>
                  </a:lnTo>
                  <a:lnTo>
                    <a:pt x="203936" y="330250"/>
                  </a:lnTo>
                  <a:lnTo>
                    <a:pt x="204381" y="331927"/>
                  </a:lnTo>
                  <a:lnTo>
                    <a:pt x="202984" y="331584"/>
                  </a:lnTo>
                  <a:lnTo>
                    <a:pt x="199783" y="331774"/>
                  </a:lnTo>
                  <a:lnTo>
                    <a:pt x="196583" y="331978"/>
                  </a:lnTo>
                  <a:lnTo>
                    <a:pt x="194017" y="332943"/>
                  </a:lnTo>
                  <a:lnTo>
                    <a:pt x="194094" y="334848"/>
                  </a:lnTo>
                  <a:lnTo>
                    <a:pt x="161582" y="296913"/>
                  </a:lnTo>
                  <a:lnTo>
                    <a:pt x="164160" y="297522"/>
                  </a:lnTo>
                  <a:lnTo>
                    <a:pt x="170573" y="297116"/>
                  </a:lnTo>
                  <a:lnTo>
                    <a:pt x="172008" y="296583"/>
                  </a:lnTo>
                  <a:lnTo>
                    <a:pt x="171716" y="298310"/>
                  </a:lnTo>
                  <a:lnTo>
                    <a:pt x="171881" y="302044"/>
                  </a:lnTo>
                  <a:lnTo>
                    <a:pt x="172046" y="305790"/>
                  </a:lnTo>
                  <a:lnTo>
                    <a:pt x="172872" y="308762"/>
                  </a:lnTo>
                  <a:lnTo>
                    <a:pt x="174548" y="308660"/>
                  </a:lnTo>
                  <a:lnTo>
                    <a:pt x="175094" y="305600"/>
                  </a:lnTo>
                  <a:lnTo>
                    <a:pt x="174752" y="298119"/>
                  </a:lnTo>
                  <a:lnTo>
                    <a:pt x="174282" y="296443"/>
                  </a:lnTo>
                  <a:lnTo>
                    <a:pt x="175768" y="296786"/>
                  </a:lnTo>
                  <a:lnTo>
                    <a:pt x="178968" y="296595"/>
                  </a:lnTo>
                  <a:lnTo>
                    <a:pt x="182181" y="296392"/>
                  </a:lnTo>
                  <a:lnTo>
                    <a:pt x="184746" y="295427"/>
                  </a:lnTo>
                  <a:lnTo>
                    <a:pt x="184645" y="293471"/>
                  </a:lnTo>
                  <a:lnTo>
                    <a:pt x="182003" y="292849"/>
                  </a:lnTo>
                  <a:lnTo>
                    <a:pt x="175602" y="293243"/>
                  </a:lnTo>
                  <a:lnTo>
                    <a:pt x="174091" y="293814"/>
                  </a:lnTo>
                  <a:lnTo>
                    <a:pt x="174396" y="292061"/>
                  </a:lnTo>
                  <a:lnTo>
                    <a:pt x="174231" y="288328"/>
                  </a:lnTo>
                  <a:lnTo>
                    <a:pt x="174053" y="284581"/>
                  </a:lnTo>
                  <a:lnTo>
                    <a:pt x="173228" y="281597"/>
                  </a:lnTo>
                  <a:lnTo>
                    <a:pt x="172872" y="281622"/>
                  </a:lnTo>
                  <a:lnTo>
                    <a:pt x="205854" y="243154"/>
                  </a:lnTo>
                  <a:lnTo>
                    <a:pt x="239268" y="282155"/>
                  </a:lnTo>
                  <a:lnTo>
                    <a:pt x="237642" y="282244"/>
                  </a:lnTo>
                  <a:lnTo>
                    <a:pt x="237096" y="285318"/>
                  </a:lnTo>
                  <a:lnTo>
                    <a:pt x="237451" y="292785"/>
                  </a:lnTo>
                  <a:lnTo>
                    <a:pt x="237896" y="294449"/>
                  </a:lnTo>
                  <a:lnTo>
                    <a:pt x="236499" y="294106"/>
                  </a:lnTo>
                  <a:lnTo>
                    <a:pt x="233286" y="294309"/>
                  </a:lnTo>
                  <a:lnTo>
                    <a:pt x="230085" y="294513"/>
                  </a:lnTo>
                  <a:lnTo>
                    <a:pt x="227520" y="295478"/>
                  </a:lnTo>
                  <a:lnTo>
                    <a:pt x="227609" y="297434"/>
                  </a:lnTo>
                  <a:lnTo>
                    <a:pt x="230251" y="298056"/>
                  </a:lnTo>
                  <a:lnTo>
                    <a:pt x="236664" y="297662"/>
                  </a:lnTo>
                  <a:lnTo>
                    <a:pt x="239217" y="296697"/>
                  </a:lnTo>
                  <a:lnTo>
                    <a:pt x="239166" y="295732"/>
                  </a:lnTo>
                  <a:lnTo>
                    <a:pt x="239953" y="295681"/>
                  </a:lnTo>
                  <a:lnTo>
                    <a:pt x="240487" y="292595"/>
                  </a:lnTo>
                  <a:lnTo>
                    <a:pt x="240309" y="288861"/>
                  </a:lnTo>
                  <a:lnTo>
                    <a:pt x="240144" y="285127"/>
                  </a:lnTo>
                  <a:lnTo>
                    <a:pt x="239331" y="282232"/>
                  </a:lnTo>
                  <a:lnTo>
                    <a:pt x="251015" y="295846"/>
                  </a:lnTo>
                  <a:lnTo>
                    <a:pt x="251015" y="285203"/>
                  </a:lnTo>
                  <a:lnTo>
                    <a:pt x="214985" y="243154"/>
                  </a:lnTo>
                  <a:lnTo>
                    <a:pt x="205854" y="232498"/>
                  </a:lnTo>
                  <a:lnTo>
                    <a:pt x="171805" y="272211"/>
                  </a:lnTo>
                  <a:lnTo>
                    <a:pt x="171805" y="293903"/>
                  </a:lnTo>
                  <a:lnTo>
                    <a:pt x="170408" y="293573"/>
                  </a:lnTo>
                  <a:lnTo>
                    <a:pt x="167208" y="293776"/>
                  </a:lnTo>
                  <a:lnTo>
                    <a:pt x="163995" y="293966"/>
                  </a:lnTo>
                  <a:lnTo>
                    <a:pt x="161518" y="294906"/>
                  </a:lnTo>
                  <a:lnTo>
                    <a:pt x="161518" y="296837"/>
                  </a:lnTo>
                  <a:lnTo>
                    <a:pt x="160680" y="295846"/>
                  </a:lnTo>
                  <a:lnTo>
                    <a:pt x="161429" y="294982"/>
                  </a:lnTo>
                  <a:lnTo>
                    <a:pt x="161518" y="296837"/>
                  </a:lnTo>
                  <a:lnTo>
                    <a:pt x="161518" y="294906"/>
                  </a:lnTo>
                  <a:lnTo>
                    <a:pt x="171221" y="283552"/>
                  </a:lnTo>
                  <a:lnTo>
                    <a:pt x="171005" y="284772"/>
                  </a:lnTo>
                  <a:lnTo>
                    <a:pt x="171361" y="292252"/>
                  </a:lnTo>
                  <a:lnTo>
                    <a:pt x="171805" y="293903"/>
                  </a:lnTo>
                  <a:lnTo>
                    <a:pt x="171805" y="272211"/>
                  </a:lnTo>
                  <a:lnTo>
                    <a:pt x="154660" y="292201"/>
                  </a:lnTo>
                  <a:lnTo>
                    <a:pt x="148666" y="285216"/>
                  </a:lnTo>
                  <a:lnTo>
                    <a:pt x="148666" y="295846"/>
                  </a:lnTo>
                  <a:lnTo>
                    <a:pt x="138544" y="307644"/>
                  </a:lnTo>
                  <a:lnTo>
                    <a:pt x="138823" y="306133"/>
                  </a:lnTo>
                  <a:lnTo>
                    <a:pt x="138480" y="298665"/>
                  </a:lnTo>
                  <a:lnTo>
                    <a:pt x="138010" y="296976"/>
                  </a:lnTo>
                  <a:lnTo>
                    <a:pt x="139496" y="297332"/>
                  </a:lnTo>
                  <a:lnTo>
                    <a:pt x="142709" y="297129"/>
                  </a:lnTo>
                  <a:lnTo>
                    <a:pt x="145910" y="296938"/>
                  </a:lnTo>
                  <a:lnTo>
                    <a:pt x="148475" y="295973"/>
                  </a:lnTo>
                  <a:lnTo>
                    <a:pt x="148450" y="295605"/>
                  </a:lnTo>
                  <a:lnTo>
                    <a:pt x="148666" y="295846"/>
                  </a:lnTo>
                  <a:lnTo>
                    <a:pt x="148666" y="285216"/>
                  </a:lnTo>
                  <a:lnTo>
                    <a:pt x="146761" y="282994"/>
                  </a:lnTo>
                  <a:lnTo>
                    <a:pt x="146761" y="293636"/>
                  </a:lnTo>
                  <a:lnTo>
                    <a:pt x="145745" y="293382"/>
                  </a:lnTo>
                  <a:lnTo>
                    <a:pt x="139331" y="293776"/>
                  </a:lnTo>
                  <a:lnTo>
                    <a:pt x="137820" y="294347"/>
                  </a:lnTo>
                  <a:lnTo>
                    <a:pt x="138125" y="292595"/>
                  </a:lnTo>
                  <a:lnTo>
                    <a:pt x="137960" y="288861"/>
                  </a:lnTo>
                  <a:lnTo>
                    <a:pt x="137795" y="285127"/>
                  </a:lnTo>
                  <a:lnTo>
                    <a:pt x="137147" y="282829"/>
                  </a:lnTo>
                  <a:lnTo>
                    <a:pt x="137147" y="309283"/>
                  </a:lnTo>
                  <a:lnTo>
                    <a:pt x="103492" y="348538"/>
                  </a:lnTo>
                  <a:lnTo>
                    <a:pt x="91808" y="334911"/>
                  </a:lnTo>
                  <a:lnTo>
                    <a:pt x="94399" y="335521"/>
                  </a:lnTo>
                  <a:lnTo>
                    <a:pt x="100799" y="335127"/>
                  </a:lnTo>
                  <a:lnTo>
                    <a:pt x="102235" y="334594"/>
                  </a:lnTo>
                  <a:lnTo>
                    <a:pt x="101942" y="336308"/>
                  </a:lnTo>
                  <a:lnTo>
                    <a:pt x="102108" y="340055"/>
                  </a:lnTo>
                  <a:lnTo>
                    <a:pt x="102273" y="343789"/>
                  </a:lnTo>
                  <a:lnTo>
                    <a:pt x="103098" y="346773"/>
                  </a:lnTo>
                  <a:lnTo>
                    <a:pt x="104775" y="346671"/>
                  </a:lnTo>
                  <a:lnTo>
                    <a:pt x="105321" y="343598"/>
                  </a:lnTo>
                  <a:lnTo>
                    <a:pt x="104978" y="336130"/>
                  </a:lnTo>
                  <a:lnTo>
                    <a:pt x="104508" y="334441"/>
                  </a:lnTo>
                  <a:lnTo>
                    <a:pt x="105994" y="334797"/>
                  </a:lnTo>
                  <a:lnTo>
                    <a:pt x="109194" y="334594"/>
                  </a:lnTo>
                  <a:lnTo>
                    <a:pt x="112407" y="334403"/>
                  </a:lnTo>
                  <a:lnTo>
                    <a:pt x="114973" y="333438"/>
                  </a:lnTo>
                  <a:lnTo>
                    <a:pt x="114871" y="331482"/>
                  </a:lnTo>
                  <a:lnTo>
                    <a:pt x="112229" y="330847"/>
                  </a:lnTo>
                  <a:lnTo>
                    <a:pt x="105829" y="331241"/>
                  </a:lnTo>
                  <a:lnTo>
                    <a:pt x="104317" y="331812"/>
                  </a:lnTo>
                  <a:lnTo>
                    <a:pt x="104622" y="330060"/>
                  </a:lnTo>
                  <a:lnTo>
                    <a:pt x="104457" y="326326"/>
                  </a:lnTo>
                  <a:lnTo>
                    <a:pt x="104292" y="322592"/>
                  </a:lnTo>
                  <a:lnTo>
                    <a:pt x="103454" y="319608"/>
                  </a:lnTo>
                  <a:lnTo>
                    <a:pt x="101777" y="319709"/>
                  </a:lnTo>
                  <a:lnTo>
                    <a:pt x="101244" y="322783"/>
                  </a:lnTo>
                  <a:lnTo>
                    <a:pt x="101587" y="330250"/>
                  </a:lnTo>
                  <a:lnTo>
                    <a:pt x="102031" y="331927"/>
                  </a:lnTo>
                  <a:lnTo>
                    <a:pt x="100634" y="331584"/>
                  </a:lnTo>
                  <a:lnTo>
                    <a:pt x="97434" y="331774"/>
                  </a:lnTo>
                  <a:lnTo>
                    <a:pt x="94221" y="331978"/>
                  </a:lnTo>
                  <a:lnTo>
                    <a:pt x="91655" y="332943"/>
                  </a:lnTo>
                  <a:lnTo>
                    <a:pt x="91744" y="334860"/>
                  </a:lnTo>
                  <a:lnTo>
                    <a:pt x="59220" y="296900"/>
                  </a:lnTo>
                  <a:lnTo>
                    <a:pt x="61810" y="297522"/>
                  </a:lnTo>
                  <a:lnTo>
                    <a:pt x="68224" y="297116"/>
                  </a:lnTo>
                  <a:lnTo>
                    <a:pt x="69646" y="296595"/>
                  </a:lnTo>
                  <a:lnTo>
                    <a:pt x="69354" y="298310"/>
                  </a:lnTo>
                  <a:lnTo>
                    <a:pt x="69519" y="302044"/>
                  </a:lnTo>
                  <a:lnTo>
                    <a:pt x="69697" y="305790"/>
                  </a:lnTo>
                  <a:lnTo>
                    <a:pt x="70523" y="308762"/>
                  </a:lnTo>
                  <a:lnTo>
                    <a:pt x="72199" y="308660"/>
                  </a:lnTo>
                  <a:lnTo>
                    <a:pt x="72732" y="305600"/>
                  </a:lnTo>
                  <a:lnTo>
                    <a:pt x="72390" y="298119"/>
                  </a:lnTo>
                  <a:lnTo>
                    <a:pt x="71932" y="296443"/>
                  </a:lnTo>
                  <a:lnTo>
                    <a:pt x="73418" y="296786"/>
                  </a:lnTo>
                  <a:lnTo>
                    <a:pt x="76619" y="296595"/>
                  </a:lnTo>
                  <a:lnTo>
                    <a:pt x="79819" y="296392"/>
                  </a:lnTo>
                  <a:lnTo>
                    <a:pt x="82384" y="295427"/>
                  </a:lnTo>
                  <a:lnTo>
                    <a:pt x="82296" y="293471"/>
                  </a:lnTo>
                  <a:lnTo>
                    <a:pt x="79654" y="292849"/>
                  </a:lnTo>
                  <a:lnTo>
                    <a:pt x="73240" y="293243"/>
                  </a:lnTo>
                  <a:lnTo>
                    <a:pt x="71729" y="293814"/>
                  </a:lnTo>
                  <a:lnTo>
                    <a:pt x="72034" y="292061"/>
                  </a:lnTo>
                  <a:lnTo>
                    <a:pt x="71869" y="288328"/>
                  </a:lnTo>
                  <a:lnTo>
                    <a:pt x="71704" y="284581"/>
                  </a:lnTo>
                  <a:lnTo>
                    <a:pt x="70878" y="281597"/>
                  </a:lnTo>
                  <a:lnTo>
                    <a:pt x="70510" y="281622"/>
                  </a:lnTo>
                  <a:lnTo>
                    <a:pt x="102273" y="244576"/>
                  </a:lnTo>
                  <a:lnTo>
                    <a:pt x="101866" y="246951"/>
                  </a:lnTo>
                  <a:lnTo>
                    <a:pt x="102209" y="254431"/>
                  </a:lnTo>
                  <a:lnTo>
                    <a:pt x="102654" y="256095"/>
                  </a:lnTo>
                  <a:lnTo>
                    <a:pt x="101257" y="255752"/>
                  </a:lnTo>
                  <a:lnTo>
                    <a:pt x="98056" y="255955"/>
                  </a:lnTo>
                  <a:lnTo>
                    <a:pt x="94843" y="256146"/>
                  </a:lnTo>
                  <a:lnTo>
                    <a:pt x="92278" y="257111"/>
                  </a:lnTo>
                  <a:lnTo>
                    <a:pt x="92379" y="259067"/>
                  </a:lnTo>
                  <a:lnTo>
                    <a:pt x="95008" y="259702"/>
                  </a:lnTo>
                  <a:lnTo>
                    <a:pt x="101422" y="259295"/>
                  </a:lnTo>
                  <a:lnTo>
                    <a:pt x="102857" y="258762"/>
                  </a:lnTo>
                  <a:lnTo>
                    <a:pt x="102565" y="260489"/>
                  </a:lnTo>
                  <a:lnTo>
                    <a:pt x="102730" y="264223"/>
                  </a:lnTo>
                  <a:lnTo>
                    <a:pt x="102895" y="267970"/>
                  </a:lnTo>
                  <a:lnTo>
                    <a:pt x="103720" y="270954"/>
                  </a:lnTo>
                  <a:lnTo>
                    <a:pt x="105397" y="270840"/>
                  </a:lnTo>
                  <a:lnTo>
                    <a:pt x="105943" y="267779"/>
                  </a:lnTo>
                  <a:lnTo>
                    <a:pt x="105600" y="260299"/>
                  </a:lnTo>
                  <a:lnTo>
                    <a:pt x="105130" y="258622"/>
                  </a:lnTo>
                  <a:lnTo>
                    <a:pt x="106616" y="258965"/>
                  </a:lnTo>
                  <a:lnTo>
                    <a:pt x="109816" y="258775"/>
                  </a:lnTo>
                  <a:lnTo>
                    <a:pt x="113030" y="258572"/>
                  </a:lnTo>
                  <a:lnTo>
                    <a:pt x="115595" y="257606"/>
                  </a:lnTo>
                  <a:lnTo>
                    <a:pt x="115570" y="257276"/>
                  </a:lnTo>
                  <a:lnTo>
                    <a:pt x="136918" y="282155"/>
                  </a:lnTo>
                  <a:lnTo>
                    <a:pt x="135293" y="282244"/>
                  </a:lnTo>
                  <a:lnTo>
                    <a:pt x="134747" y="285318"/>
                  </a:lnTo>
                  <a:lnTo>
                    <a:pt x="135089" y="292785"/>
                  </a:lnTo>
                  <a:lnTo>
                    <a:pt x="135534" y="294449"/>
                  </a:lnTo>
                  <a:lnTo>
                    <a:pt x="134137" y="294106"/>
                  </a:lnTo>
                  <a:lnTo>
                    <a:pt x="130937" y="294309"/>
                  </a:lnTo>
                  <a:lnTo>
                    <a:pt x="127736" y="294513"/>
                  </a:lnTo>
                  <a:lnTo>
                    <a:pt x="125171" y="295478"/>
                  </a:lnTo>
                  <a:lnTo>
                    <a:pt x="125260" y="297434"/>
                  </a:lnTo>
                  <a:lnTo>
                    <a:pt x="127901" y="298056"/>
                  </a:lnTo>
                  <a:lnTo>
                    <a:pt x="134302" y="297662"/>
                  </a:lnTo>
                  <a:lnTo>
                    <a:pt x="135737" y="297129"/>
                  </a:lnTo>
                  <a:lnTo>
                    <a:pt x="135445" y="298843"/>
                  </a:lnTo>
                  <a:lnTo>
                    <a:pt x="135610" y="302590"/>
                  </a:lnTo>
                  <a:lnTo>
                    <a:pt x="135775" y="306324"/>
                  </a:lnTo>
                  <a:lnTo>
                    <a:pt x="136613" y="309308"/>
                  </a:lnTo>
                  <a:lnTo>
                    <a:pt x="137147" y="309283"/>
                  </a:lnTo>
                  <a:lnTo>
                    <a:pt x="137147" y="282829"/>
                  </a:lnTo>
                  <a:lnTo>
                    <a:pt x="136982" y="282232"/>
                  </a:lnTo>
                  <a:lnTo>
                    <a:pt x="146761" y="293636"/>
                  </a:lnTo>
                  <a:lnTo>
                    <a:pt x="146761" y="282994"/>
                  </a:lnTo>
                  <a:lnTo>
                    <a:pt x="113855" y="244589"/>
                  </a:lnTo>
                  <a:lnTo>
                    <a:pt x="113855" y="255270"/>
                  </a:lnTo>
                  <a:lnTo>
                    <a:pt x="112852" y="255028"/>
                  </a:lnTo>
                  <a:lnTo>
                    <a:pt x="106451" y="255422"/>
                  </a:lnTo>
                  <a:lnTo>
                    <a:pt x="104940" y="255993"/>
                  </a:lnTo>
                  <a:lnTo>
                    <a:pt x="105244" y="254241"/>
                  </a:lnTo>
                  <a:lnTo>
                    <a:pt x="105079" y="250507"/>
                  </a:lnTo>
                  <a:lnTo>
                    <a:pt x="104902" y="246761"/>
                  </a:lnTo>
                  <a:lnTo>
                    <a:pt x="104089" y="243865"/>
                  </a:lnTo>
                  <a:lnTo>
                    <a:pt x="113855" y="255270"/>
                  </a:lnTo>
                  <a:lnTo>
                    <a:pt x="113855" y="244589"/>
                  </a:lnTo>
                  <a:lnTo>
                    <a:pt x="112636" y="243154"/>
                  </a:lnTo>
                  <a:lnTo>
                    <a:pt x="104025" y="233121"/>
                  </a:lnTo>
                  <a:lnTo>
                    <a:pt x="104025" y="243789"/>
                  </a:lnTo>
                  <a:lnTo>
                    <a:pt x="102895" y="243852"/>
                  </a:lnTo>
                  <a:lnTo>
                    <a:pt x="103492" y="243154"/>
                  </a:lnTo>
                  <a:lnTo>
                    <a:pt x="104025" y="243789"/>
                  </a:lnTo>
                  <a:lnTo>
                    <a:pt x="104025" y="233121"/>
                  </a:lnTo>
                  <a:lnTo>
                    <a:pt x="103492" y="232498"/>
                  </a:lnTo>
                  <a:lnTo>
                    <a:pt x="69443" y="272224"/>
                  </a:lnTo>
                  <a:lnTo>
                    <a:pt x="69443" y="293916"/>
                  </a:lnTo>
                  <a:lnTo>
                    <a:pt x="68046" y="293573"/>
                  </a:lnTo>
                  <a:lnTo>
                    <a:pt x="64846" y="293776"/>
                  </a:lnTo>
                  <a:lnTo>
                    <a:pt x="61645" y="293966"/>
                  </a:lnTo>
                  <a:lnTo>
                    <a:pt x="59156" y="294919"/>
                  </a:lnTo>
                  <a:lnTo>
                    <a:pt x="59156" y="296837"/>
                  </a:lnTo>
                  <a:lnTo>
                    <a:pt x="58318" y="295846"/>
                  </a:lnTo>
                  <a:lnTo>
                    <a:pt x="59080" y="294957"/>
                  </a:lnTo>
                  <a:lnTo>
                    <a:pt x="59156" y="296837"/>
                  </a:lnTo>
                  <a:lnTo>
                    <a:pt x="59156" y="294919"/>
                  </a:lnTo>
                  <a:lnTo>
                    <a:pt x="68872" y="283540"/>
                  </a:lnTo>
                  <a:lnTo>
                    <a:pt x="68656" y="284772"/>
                  </a:lnTo>
                  <a:lnTo>
                    <a:pt x="68999" y="292252"/>
                  </a:lnTo>
                  <a:lnTo>
                    <a:pt x="69443" y="293916"/>
                  </a:lnTo>
                  <a:lnTo>
                    <a:pt x="69443" y="272224"/>
                  </a:lnTo>
                  <a:lnTo>
                    <a:pt x="49187" y="295846"/>
                  </a:lnTo>
                  <a:lnTo>
                    <a:pt x="103492" y="359194"/>
                  </a:lnTo>
                  <a:lnTo>
                    <a:pt x="112636" y="348538"/>
                  </a:lnTo>
                  <a:lnTo>
                    <a:pt x="154660" y="299504"/>
                  </a:lnTo>
                  <a:lnTo>
                    <a:pt x="205854" y="359194"/>
                  </a:lnTo>
                  <a:lnTo>
                    <a:pt x="214985" y="348538"/>
                  </a:lnTo>
                  <a:lnTo>
                    <a:pt x="260146" y="295846"/>
                  </a:lnTo>
                  <a:close/>
                </a:path>
                <a:path w="311150" h="359409">
                  <a:moveTo>
                    <a:pt x="310692" y="63347"/>
                  </a:moveTo>
                  <a:lnTo>
                    <a:pt x="301561" y="52705"/>
                  </a:lnTo>
                  <a:lnTo>
                    <a:pt x="301561" y="63347"/>
                  </a:lnTo>
                  <a:lnTo>
                    <a:pt x="291452" y="75133"/>
                  </a:lnTo>
                  <a:lnTo>
                    <a:pt x="291719" y="73647"/>
                  </a:lnTo>
                  <a:lnTo>
                    <a:pt x="291376" y="66167"/>
                  </a:lnTo>
                  <a:lnTo>
                    <a:pt x="290918" y="64490"/>
                  </a:lnTo>
                  <a:lnTo>
                    <a:pt x="292404" y="64833"/>
                  </a:lnTo>
                  <a:lnTo>
                    <a:pt x="295605" y="64643"/>
                  </a:lnTo>
                  <a:lnTo>
                    <a:pt x="298805" y="64439"/>
                  </a:lnTo>
                  <a:lnTo>
                    <a:pt x="301371" y="63474"/>
                  </a:lnTo>
                  <a:lnTo>
                    <a:pt x="301345" y="63106"/>
                  </a:lnTo>
                  <a:lnTo>
                    <a:pt x="301561" y="63347"/>
                  </a:lnTo>
                  <a:lnTo>
                    <a:pt x="301561" y="52705"/>
                  </a:lnTo>
                  <a:lnTo>
                    <a:pt x="299656" y="50482"/>
                  </a:lnTo>
                  <a:lnTo>
                    <a:pt x="299656" y="61150"/>
                  </a:lnTo>
                  <a:lnTo>
                    <a:pt x="298640" y="60896"/>
                  </a:lnTo>
                  <a:lnTo>
                    <a:pt x="292227" y="61290"/>
                  </a:lnTo>
                  <a:lnTo>
                    <a:pt x="290715" y="61861"/>
                  </a:lnTo>
                  <a:lnTo>
                    <a:pt x="291020" y="60109"/>
                  </a:lnTo>
                  <a:lnTo>
                    <a:pt x="290855" y="56375"/>
                  </a:lnTo>
                  <a:lnTo>
                    <a:pt x="290690" y="52628"/>
                  </a:lnTo>
                  <a:lnTo>
                    <a:pt x="290029" y="50253"/>
                  </a:lnTo>
                  <a:lnTo>
                    <a:pt x="290029" y="76796"/>
                  </a:lnTo>
                  <a:lnTo>
                    <a:pt x="256387" y="116039"/>
                  </a:lnTo>
                  <a:lnTo>
                    <a:pt x="244703" y="102412"/>
                  </a:lnTo>
                  <a:lnTo>
                    <a:pt x="247294" y="103035"/>
                  </a:lnTo>
                  <a:lnTo>
                    <a:pt x="253695" y="102641"/>
                  </a:lnTo>
                  <a:lnTo>
                    <a:pt x="255130" y="102108"/>
                  </a:lnTo>
                  <a:lnTo>
                    <a:pt x="254838" y="103822"/>
                  </a:lnTo>
                  <a:lnTo>
                    <a:pt x="255003" y="107556"/>
                  </a:lnTo>
                  <a:lnTo>
                    <a:pt x="255168" y="111302"/>
                  </a:lnTo>
                  <a:lnTo>
                    <a:pt x="255993" y="114287"/>
                  </a:lnTo>
                  <a:lnTo>
                    <a:pt x="257670" y="114173"/>
                  </a:lnTo>
                  <a:lnTo>
                    <a:pt x="258216" y="111112"/>
                  </a:lnTo>
                  <a:lnTo>
                    <a:pt x="257873" y="103632"/>
                  </a:lnTo>
                  <a:lnTo>
                    <a:pt x="257416" y="101955"/>
                  </a:lnTo>
                  <a:lnTo>
                    <a:pt x="258889" y="102298"/>
                  </a:lnTo>
                  <a:lnTo>
                    <a:pt x="262102" y="102108"/>
                  </a:lnTo>
                  <a:lnTo>
                    <a:pt x="265303" y="101904"/>
                  </a:lnTo>
                  <a:lnTo>
                    <a:pt x="267868" y="100939"/>
                  </a:lnTo>
                  <a:lnTo>
                    <a:pt x="267766" y="98983"/>
                  </a:lnTo>
                  <a:lnTo>
                    <a:pt x="265137" y="98361"/>
                  </a:lnTo>
                  <a:lnTo>
                    <a:pt x="258724" y="98755"/>
                  </a:lnTo>
                  <a:lnTo>
                    <a:pt x="257213" y="99326"/>
                  </a:lnTo>
                  <a:lnTo>
                    <a:pt x="257517" y="97574"/>
                  </a:lnTo>
                  <a:lnTo>
                    <a:pt x="257352" y="93840"/>
                  </a:lnTo>
                  <a:lnTo>
                    <a:pt x="257187" y="90093"/>
                  </a:lnTo>
                  <a:lnTo>
                    <a:pt x="256362" y="87109"/>
                  </a:lnTo>
                  <a:lnTo>
                    <a:pt x="254685" y="87210"/>
                  </a:lnTo>
                  <a:lnTo>
                    <a:pt x="254139" y="90284"/>
                  </a:lnTo>
                  <a:lnTo>
                    <a:pt x="254482" y="97764"/>
                  </a:lnTo>
                  <a:lnTo>
                    <a:pt x="254927" y="99428"/>
                  </a:lnTo>
                  <a:lnTo>
                    <a:pt x="253530" y="99085"/>
                  </a:lnTo>
                  <a:lnTo>
                    <a:pt x="250329" y="99288"/>
                  </a:lnTo>
                  <a:lnTo>
                    <a:pt x="247116" y="99479"/>
                  </a:lnTo>
                  <a:lnTo>
                    <a:pt x="244551" y="100444"/>
                  </a:lnTo>
                  <a:lnTo>
                    <a:pt x="244640" y="102349"/>
                  </a:lnTo>
                  <a:lnTo>
                    <a:pt x="212140" y="64427"/>
                  </a:lnTo>
                  <a:lnTo>
                    <a:pt x="214706" y="65024"/>
                  </a:lnTo>
                  <a:lnTo>
                    <a:pt x="221119" y="64630"/>
                  </a:lnTo>
                  <a:lnTo>
                    <a:pt x="222542" y="64096"/>
                  </a:lnTo>
                  <a:lnTo>
                    <a:pt x="222250" y="65811"/>
                  </a:lnTo>
                  <a:lnTo>
                    <a:pt x="222415" y="69557"/>
                  </a:lnTo>
                  <a:lnTo>
                    <a:pt x="222592" y="73291"/>
                  </a:lnTo>
                  <a:lnTo>
                    <a:pt x="223418" y="76276"/>
                  </a:lnTo>
                  <a:lnTo>
                    <a:pt x="225094" y="76174"/>
                  </a:lnTo>
                  <a:lnTo>
                    <a:pt x="225640" y="73101"/>
                  </a:lnTo>
                  <a:lnTo>
                    <a:pt x="225285" y="65633"/>
                  </a:lnTo>
                  <a:lnTo>
                    <a:pt x="224815" y="63944"/>
                  </a:lnTo>
                  <a:lnTo>
                    <a:pt x="226314" y="64300"/>
                  </a:lnTo>
                  <a:lnTo>
                    <a:pt x="229514" y="64096"/>
                  </a:lnTo>
                  <a:lnTo>
                    <a:pt x="232714" y="63906"/>
                  </a:lnTo>
                  <a:lnTo>
                    <a:pt x="235280" y="62941"/>
                  </a:lnTo>
                  <a:lnTo>
                    <a:pt x="235191" y="60985"/>
                  </a:lnTo>
                  <a:lnTo>
                    <a:pt x="232549" y="60350"/>
                  </a:lnTo>
                  <a:lnTo>
                    <a:pt x="226148" y="60744"/>
                  </a:lnTo>
                  <a:lnTo>
                    <a:pt x="224624" y="61315"/>
                  </a:lnTo>
                  <a:lnTo>
                    <a:pt x="224942" y="59563"/>
                  </a:lnTo>
                  <a:lnTo>
                    <a:pt x="224764" y="55829"/>
                  </a:lnTo>
                  <a:lnTo>
                    <a:pt x="224599" y="52095"/>
                  </a:lnTo>
                  <a:lnTo>
                    <a:pt x="223774" y="49110"/>
                  </a:lnTo>
                  <a:lnTo>
                    <a:pt x="223405" y="49136"/>
                  </a:lnTo>
                  <a:lnTo>
                    <a:pt x="255181" y="12077"/>
                  </a:lnTo>
                  <a:lnTo>
                    <a:pt x="254762" y="14465"/>
                  </a:lnTo>
                  <a:lnTo>
                    <a:pt x="255104" y="21932"/>
                  </a:lnTo>
                  <a:lnTo>
                    <a:pt x="255549" y="23596"/>
                  </a:lnTo>
                  <a:lnTo>
                    <a:pt x="254152" y="23253"/>
                  </a:lnTo>
                  <a:lnTo>
                    <a:pt x="250952" y="23456"/>
                  </a:lnTo>
                  <a:lnTo>
                    <a:pt x="247738" y="23660"/>
                  </a:lnTo>
                  <a:lnTo>
                    <a:pt x="245173" y="24625"/>
                  </a:lnTo>
                  <a:lnTo>
                    <a:pt x="245275" y="26581"/>
                  </a:lnTo>
                  <a:lnTo>
                    <a:pt x="247916" y="27203"/>
                  </a:lnTo>
                  <a:lnTo>
                    <a:pt x="254317" y="26809"/>
                  </a:lnTo>
                  <a:lnTo>
                    <a:pt x="255752" y="26276"/>
                  </a:lnTo>
                  <a:lnTo>
                    <a:pt x="255460" y="27990"/>
                  </a:lnTo>
                  <a:lnTo>
                    <a:pt x="255625" y="31737"/>
                  </a:lnTo>
                  <a:lnTo>
                    <a:pt x="255790" y="35471"/>
                  </a:lnTo>
                  <a:lnTo>
                    <a:pt x="256616" y="38455"/>
                  </a:lnTo>
                  <a:lnTo>
                    <a:pt x="258292" y="38354"/>
                  </a:lnTo>
                  <a:lnTo>
                    <a:pt x="258838" y="35280"/>
                  </a:lnTo>
                  <a:lnTo>
                    <a:pt x="258495" y="27813"/>
                  </a:lnTo>
                  <a:lnTo>
                    <a:pt x="258038" y="26136"/>
                  </a:lnTo>
                  <a:lnTo>
                    <a:pt x="259511" y="26479"/>
                  </a:lnTo>
                  <a:lnTo>
                    <a:pt x="262712" y="26276"/>
                  </a:lnTo>
                  <a:lnTo>
                    <a:pt x="265925" y="26085"/>
                  </a:lnTo>
                  <a:lnTo>
                    <a:pt x="268490" y="25120"/>
                  </a:lnTo>
                  <a:lnTo>
                    <a:pt x="268465" y="24790"/>
                  </a:lnTo>
                  <a:lnTo>
                    <a:pt x="289801" y="49657"/>
                  </a:lnTo>
                  <a:lnTo>
                    <a:pt x="288188" y="49758"/>
                  </a:lnTo>
                  <a:lnTo>
                    <a:pt x="287642" y="52819"/>
                  </a:lnTo>
                  <a:lnTo>
                    <a:pt x="287985" y="60299"/>
                  </a:lnTo>
                  <a:lnTo>
                    <a:pt x="288429" y="61963"/>
                  </a:lnTo>
                  <a:lnTo>
                    <a:pt x="287032" y="61620"/>
                  </a:lnTo>
                  <a:lnTo>
                    <a:pt x="283832" y="61823"/>
                  </a:lnTo>
                  <a:lnTo>
                    <a:pt x="280631" y="62014"/>
                  </a:lnTo>
                  <a:lnTo>
                    <a:pt x="278066" y="62979"/>
                  </a:lnTo>
                  <a:lnTo>
                    <a:pt x="278155" y="64935"/>
                  </a:lnTo>
                  <a:lnTo>
                    <a:pt x="280797" y="65570"/>
                  </a:lnTo>
                  <a:lnTo>
                    <a:pt x="287210" y="65176"/>
                  </a:lnTo>
                  <a:lnTo>
                    <a:pt x="288632" y="64643"/>
                  </a:lnTo>
                  <a:lnTo>
                    <a:pt x="288340" y="66357"/>
                  </a:lnTo>
                  <a:lnTo>
                    <a:pt x="288505" y="70091"/>
                  </a:lnTo>
                  <a:lnTo>
                    <a:pt x="288671" y="73837"/>
                  </a:lnTo>
                  <a:lnTo>
                    <a:pt x="289509" y="76822"/>
                  </a:lnTo>
                  <a:lnTo>
                    <a:pt x="290029" y="76796"/>
                  </a:lnTo>
                  <a:lnTo>
                    <a:pt x="290029" y="50253"/>
                  </a:lnTo>
                  <a:lnTo>
                    <a:pt x="289890" y="49745"/>
                  </a:lnTo>
                  <a:lnTo>
                    <a:pt x="299656" y="61150"/>
                  </a:lnTo>
                  <a:lnTo>
                    <a:pt x="299656" y="50482"/>
                  </a:lnTo>
                  <a:lnTo>
                    <a:pt x="266738" y="12077"/>
                  </a:lnTo>
                  <a:lnTo>
                    <a:pt x="266738" y="22771"/>
                  </a:lnTo>
                  <a:lnTo>
                    <a:pt x="265760" y="22529"/>
                  </a:lnTo>
                  <a:lnTo>
                    <a:pt x="259346" y="22936"/>
                  </a:lnTo>
                  <a:lnTo>
                    <a:pt x="257835" y="23507"/>
                  </a:lnTo>
                  <a:lnTo>
                    <a:pt x="258140" y="21742"/>
                  </a:lnTo>
                  <a:lnTo>
                    <a:pt x="257975" y="18008"/>
                  </a:lnTo>
                  <a:lnTo>
                    <a:pt x="257810" y="14274"/>
                  </a:lnTo>
                  <a:lnTo>
                    <a:pt x="256984" y="11379"/>
                  </a:lnTo>
                  <a:lnTo>
                    <a:pt x="266738" y="22771"/>
                  </a:lnTo>
                  <a:lnTo>
                    <a:pt x="266738" y="12077"/>
                  </a:lnTo>
                  <a:lnTo>
                    <a:pt x="265531" y="10668"/>
                  </a:lnTo>
                  <a:lnTo>
                    <a:pt x="256921" y="622"/>
                  </a:lnTo>
                  <a:lnTo>
                    <a:pt x="256921" y="11303"/>
                  </a:lnTo>
                  <a:lnTo>
                    <a:pt x="255790" y="11366"/>
                  </a:lnTo>
                  <a:lnTo>
                    <a:pt x="256387" y="10668"/>
                  </a:lnTo>
                  <a:lnTo>
                    <a:pt x="256921" y="11303"/>
                  </a:lnTo>
                  <a:lnTo>
                    <a:pt x="256921" y="622"/>
                  </a:lnTo>
                  <a:lnTo>
                    <a:pt x="256387" y="0"/>
                  </a:lnTo>
                  <a:lnTo>
                    <a:pt x="222351" y="39712"/>
                  </a:lnTo>
                  <a:lnTo>
                    <a:pt x="222351" y="61429"/>
                  </a:lnTo>
                  <a:lnTo>
                    <a:pt x="220954" y="61087"/>
                  </a:lnTo>
                  <a:lnTo>
                    <a:pt x="217741" y="61277"/>
                  </a:lnTo>
                  <a:lnTo>
                    <a:pt x="214541" y="61480"/>
                  </a:lnTo>
                  <a:lnTo>
                    <a:pt x="212051" y="62420"/>
                  </a:lnTo>
                  <a:lnTo>
                    <a:pt x="212051" y="64325"/>
                  </a:lnTo>
                  <a:lnTo>
                    <a:pt x="211226" y="63347"/>
                  </a:lnTo>
                  <a:lnTo>
                    <a:pt x="211975" y="62484"/>
                  </a:lnTo>
                  <a:lnTo>
                    <a:pt x="212051" y="64325"/>
                  </a:lnTo>
                  <a:lnTo>
                    <a:pt x="212051" y="62420"/>
                  </a:lnTo>
                  <a:lnTo>
                    <a:pt x="221767" y="51054"/>
                  </a:lnTo>
                  <a:lnTo>
                    <a:pt x="221551" y="52285"/>
                  </a:lnTo>
                  <a:lnTo>
                    <a:pt x="221894" y="59753"/>
                  </a:lnTo>
                  <a:lnTo>
                    <a:pt x="222351" y="61429"/>
                  </a:lnTo>
                  <a:lnTo>
                    <a:pt x="222351" y="39712"/>
                  </a:lnTo>
                  <a:lnTo>
                    <a:pt x="202082" y="63347"/>
                  </a:lnTo>
                  <a:lnTo>
                    <a:pt x="256387" y="126695"/>
                  </a:lnTo>
                  <a:lnTo>
                    <a:pt x="265531" y="116039"/>
                  </a:lnTo>
                  <a:lnTo>
                    <a:pt x="310692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8" name="object 2078" descr=""/>
            <p:cNvSpPr/>
            <p:nvPr/>
          </p:nvSpPr>
          <p:spPr>
            <a:xfrm>
              <a:off x="7482560" y="6908806"/>
              <a:ext cx="466090" cy="514984"/>
            </a:xfrm>
            <a:custGeom>
              <a:avLst/>
              <a:gdLst/>
              <a:ahLst/>
              <a:cxnLst/>
              <a:rect l="l" t="t" r="r" b="b"/>
              <a:pathLst>
                <a:path w="466090" h="514984">
                  <a:moveTo>
                    <a:pt x="108610" y="451180"/>
                  </a:moveTo>
                  <a:lnTo>
                    <a:pt x="99479" y="440537"/>
                  </a:lnTo>
                  <a:lnTo>
                    <a:pt x="99479" y="451180"/>
                  </a:lnTo>
                  <a:lnTo>
                    <a:pt x="89357" y="462978"/>
                  </a:lnTo>
                  <a:lnTo>
                    <a:pt x="89636" y="461467"/>
                  </a:lnTo>
                  <a:lnTo>
                    <a:pt x="89293" y="453999"/>
                  </a:lnTo>
                  <a:lnTo>
                    <a:pt x="88823" y="452310"/>
                  </a:lnTo>
                  <a:lnTo>
                    <a:pt x="90322" y="452666"/>
                  </a:lnTo>
                  <a:lnTo>
                    <a:pt x="93522" y="452462"/>
                  </a:lnTo>
                  <a:lnTo>
                    <a:pt x="96723" y="452272"/>
                  </a:lnTo>
                  <a:lnTo>
                    <a:pt x="99288" y="451307"/>
                  </a:lnTo>
                  <a:lnTo>
                    <a:pt x="99263" y="450938"/>
                  </a:lnTo>
                  <a:lnTo>
                    <a:pt x="99479" y="451180"/>
                  </a:lnTo>
                  <a:lnTo>
                    <a:pt x="99479" y="440537"/>
                  </a:lnTo>
                  <a:lnTo>
                    <a:pt x="97574" y="438315"/>
                  </a:lnTo>
                  <a:lnTo>
                    <a:pt x="97574" y="448970"/>
                  </a:lnTo>
                  <a:lnTo>
                    <a:pt x="96558" y="448716"/>
                  </a:lnTo>
                  <a:lnTo>
                    <a:pt x="90144" y="449110"/>
                  </a:lnTo>
                  <a:lnTo>
                    <a:pt x="88633" y="449681"/>
                  </a:lnTo>
                  <a:lnTo>
                    <a:pt x="88938" y="447929"/>
                  </a:lnTo>
                  <a:lnTo>
                    <a:pt x="88773" y="444195"/>
                  </a:lnTo>
                  <a:lnTo>
                    <a:pt x="88607" y="440461"/>
                  </a:lnTo>
                  <a:lnTo>
                    <a:pt x="87960" y="438162"/>
                  </a:lnTo>
                  <a:lnTo>
                    <a:pt x="87960" y="464616"/>
                  </a:lnTo>
                  <a:lnTo>
                    <a:pt x="54305" y="503872"/>
                  </a:lnTo>
                  <a:lnTo>
                    <a:pt x="42621" y="490245"/>
                  </a:lnTo>
                  <a:lnTo>
                    <a:pt x="45212" y="490855"/>
                  </a:lnTo>
                  <a:lnTo>
                    <a:pt x="51612" y="490461"/>
                  </a:lnTo>
                  <a:lnTo>
                    <a:pt x="53047" y="489927"/>
                  </a:lnTo>
                  <a:lnTo>
                    <a:pt x="52755" y="491642"/>
                  </a:lnTo>
                  <a:lnTo>
                    <a:pt x="52920" y="495388"/>
                  </a:lnTo>
                  <a:lnTo>
                    <a:pt x="53086" y="499122"/>
                  </a:lnTo>
                  <a:lnTo>
                    <a:pt x="53911" y="502107"/>
                  </a:lnTo>
                  <a:lnTo>
                    <a:pt x="55587" y="502005"/>
                  </a:lnTo>
                  <a:lnTo>
                    <a:pt x="56134" y="498932"/>
                  </a:lnTo>
                  <a:lnTo>
                    <a:pt x="55791" y="491464"/>
                  </a:lnTo>
                  <a:lnTo>
                    <a:pt x="55321" y="489788"/>
                  </a:lnTo>
                  <a:lnTo>
                    <a:pt x="56807" y="490131"/>
                  </a:lnTo>
                  <a:lnTo>
                    <a:pt x="60020" y="489927"/>
                  </a:lnTo>
                  <a:lnTo>
                    <a:pt x="63220" y="489737"/>
                  </a:lnTo>
                  <a:lnTo>
                    <a:pt x="65786" y="488772"/>
                  </a:lnTo>
                  <a:lnTo>
                    <a:pt x="65684" y="486816"/>
                  </a:lnTo>
                  <a:lnTo>
                    <a:pt x="63055" y="486181"/>
                  </a:lnTo>
                  <a:lnTo>
                    <a:pt x="56642" y="486575"/>
                  </a:lnTo>
                  <a:lnTo>
                    <a:pt x="55130" y="487146"/>
                  </a:lnTo>
                  <a:lnTo>
                    <a:pt x="55435" y="485394"/>
                  </a:lnTo>
                  <a:lnTo>
                    <a:pt x="55270" y="481660"/>
                  </a:lnTo>
                  <a:lnTo>
                    <a:pt x="55105" y="477926"/>
                  </a:lnTo>
                  <a:lnTo>
                    <a:pt x="54267" y="474941"/>
                  </a:lnTo>
                  <a:lnTo>
                    <a:pt x="52603" y="475043"/>
                  </a:lnTo>
                  <a:lnTo>
                    <a:pt x="52057" y="478116"/>
                  </a:lnTo>
                  <a:lnTo>
                    <a:pt x="52400" y="485584"/>
                  </a:lnTo>
                  <a:lnTo>
                    <a:pt x="52844" y="487260"/>
                  </a:lnTo>
                  <a:lnTo>
                    <a:pt x="51447" y="486918"/>
                  </a:lnTo>
                  <a:lnTo>
                    <a:pt x="48247" y="487108"/>
                  </a:lnTo>
                  <a:lnTo>
                    <a:pt x="45034" y="487311"/>
                  </a:lnTo>
                  <a:lnTo>
                    <a:pt x="42481" y="488276"/>
                  </a:lnTo>
                  <a:lnTo>
                    <a:pt x="42557" y="490194"/>
                  </a:lnTo>
                  <a:lnTo>
                    <a:pt x="10045" y="452247"/>
                  </a:lnTo>
                  <a:lnTo>
                    <a:pt x="12623" y="452856"/>
                  </a:lnTo>
                  <a:lnTo>
                    <a:pt x="19037" y="452450"/>
                  </a:lnTo>
                  <a:lnTo>
                    <a:pt x="20459" y="451929"/>
                  </a:lnTo>
                  <a:lnTo>
                    <a:pt x="20167" y="453644"/>
                  </a:lnTo>
                  <a:lnTo>
                    <a:pt x="20332" y="457377"/>
                  </a:lnTo>
                  <a:lnTo>
                    <a:pt x="20510" y="461124"/>
                  </a:lnTo>
                  <a:lnTo>
                    <a:pt x="21336" y="464096"/>
                  </a:lnTo>
                  <a:lnTo>
                    <a:pt x="23012" y="463994"/>
                  </a:lnTo>
                  <a:lnTo>
                    <a:pt x="23558" y="460933"/>
                  </a:lnTo>
                  <a:lnTo>
                    <a:pt x="23202" y="453453"/>
                  </a:lnTo>
                  <a:lnTo>
                    <a:pt x="22745" y="451777"/>
                  </a:lnTo>
                  <a:lnTo>
                    <a:pt x="24231" y="452120"/>
                  </a:lnTo>
                  <a:lnTo>
                    <a:pt x="27432" y="451929"/>
                  </a:lnTo>
                  <a:lnTo>
                    <a:pt x="30632" y="451726"/>
                  </a:lnTo>
                  <a:lnTo>
                    <a:pt x="33197" y="450761"/>
                  </a:lnTo>
                  <a:lnTo>
                    <a:pt x="33108" y="448805"/>
                  </a:lnTo>
                  <a:lnTo>
                    <a:pt x="30467" y="448183"/>
                  </a:lnTo>
                  <a:lnTo>
                    <a:pt x="24066" y="448576"/>
                  </a:lnTo>
                  <a:lnTo>
                    <a:pt x="22555" y="449148"/>
                  </a:lnTo>
                  <a:lnTo>
                    <a:pt x="22860" y="447395"/>
                  </a:lnTo>
                  <a:lnTo>
                    <a:pt x="22682" y="443661"/>
                  </a:lnTo>
                  <a:lnTo>
                    <a:pt x="22517" y="439915"/>
                  </a:lnTo>
                  <a:lnTo>
                    <a:pt x="21691" y="436930"/>
                  </a:lnTo>
                  <a:lnTo>
                    <a:pt x="21336" y="436956"/>
                  </a:lnTo>
                  <a:lnTo>
                    <a:pt x="53086" y="399910"/>
                  </a:lnTo>
                  <a:lnTo>
                    <a:pt x="52679" y="402285"/>
                  </a:lnTo>
                  <a:lnTo>
                    <a:pt x="53022" y="409765"/>
                  </a:lnTo>
                  <a:lnTo>
                    <a:pt x="53467" y="411429"/>
                  </a:lnTo>
                  <a:lnTo>
                    <a:pt x="52070" y="411086"/>
                  </a:lnTo>
                  <a:lnTo>
                    <a:pt x="48869" y="411289"/>
                  </a:lnTo>
                  <a:lnTo>
                    <a:pt x="45656" y="411480"/>
                  </a:lnTo>
                  <a:lnTo>
                    <a:pt x="43091" y="412445"/>
                  </a:lnTo>
                  <a:lnTo>
                    <a:pt x="43192" y="414401"/>
                  </a:lnTo>
                  <a:lnTo>
                    <a:pt x="45834" y="415036"/>
                  </a:lnTo>
                  <a:lnTo>
                    <a:pt x="52235" y="414629"/>
                  </a:lnTo>
                  <a:lnTo>
                    <a:pt x="53670" y="414096"/>
                  </a:lnTo>
                  <a:lnTo>
                    <a:pt x="53378" y="415823"/>
                  </a:lnTo>
                  <a:lnTo>
                    <a:pt x="53543" y="419557"/>
                  </a:lnTo>
                  <a:lnTo>
                    <a:pt x="53708" y="423303"/>
                  </a:lnTo>
                  <a:lnTo>
                    <a:pt x="54533" y="426288"/>
                  </a:lnTo>
                  <a:lnTo>
                    <a:pt x="56210" y="426173"/>
                  </a:lnTo>
                  <a:lnTo>
                    <a:pt x="56756" y="423113"/>
                  </a:lnTo>
                  <a:lnTo>
                    <a:pt x="56413" y="415632"/>
                  </a:lnTo>
                  <a:lnTo>
                    <a:pt x="55943" y="413956"/>
                  </a:lnTo>
                  <a:lnTo>
                    <a:pt x="57429" y="414299"/>
                  </a:lnTo>
                  <a:lnTo>
                    <a:pt x="60629" y="414108"/>
                  </a:lnTo>
                  <a:lnTo>
                    <a:pt x="63842" y="413905"/>
                  </a:lnTo>
                  <a:lnTo>
                    <a:pt x="66408" y="412940"/>
                  </a:lnTo>
                  <a:lnTo>
                    <a:pt x="66382" y="412610"/>
                  </a:lnTo>
                  <a:lnTo>
                    <a:pt x="87731" y="437489"/>
                  </a:lnTo>
                  <a:lnTo>
                    <a:pt x="86106" y="437578"/>
                  </a:lnTo>
                  <a:lnTo>
                    <a:pt x="85559" y="440651"/>
                  </a:lnTo>
                  <a:lnTo>
                    <a:pt x="85902" y="448119"/>
                  </a:lnTo>
                  <a:lnTo>
                    <a:pt x="86347" y="449783"/>
                  </a:lnTo>
                  <a:lnTo>
                    <a:pt x="84950" y="449440"/>
                  </a:lnTo>
                  <a:lnTo>
                    <a:pt x="81749" y="449643"/>
                  </a:lnTo>
                  <a:lnTo>
                    <a:pt x="78549" y="449846"/>
                  </a:lnTo>
                  <a:lnTo>
                    <a:pt x="75984" y="450811"/>
                  </a:lnTo>
                  <a:lnTo>
                    <a:pt x="76073" y="452767"/>
                  </a:lnTo>
                  <a:lnTo>
                    <a:pt x="78714" y="453390"/>
                  </a:lnTo>
                  <a:lnTo>
                    <a:pt x="85128" y="452996"/>
                  </a:lnTo>
                  <a:lnTo>
                    <a:pt x="86550" y="452462"/>
                  </a:lnTo>
                  <a:lnTo>
                    <a:pt x="86258" y="454177"/>
                  </a:lnTo>
                  <a:lnTo>
                    <a:pt x="86423" y="457923"/>
                  </a:lnTo>
                  <a:lnTo>
                    <a:pt x="86588" y="461657"/>
                  </a:lnTo>
                  <a:lnTo>
                    <a:pt x="87426" y="464642"/>
                  </a:lnTo>
                  <a:lnTo>
                    <a:pt x="87960" y="464616"/>
                  </a:lnTo>
                  <a:lnTo>
                    <a:pt x="87960" y="438162"/>
                  </a:lnTo>
                  <a:lnTo>
                    <a:pt x="87795" y="437565"/>
                  </a:lnTo>
                  <a:lnTo>
                    <a:pt x="97574" y="448970"/>
                  </a:lnTo>
                  <a:lnTo>
                    <a:pt x="97574" y="438315"/>
                  </a:lnTo>
                  <a:lnTo>
                    <a:pt x="64668" y="399923"/>
                  </a:lnTo>
                  <a:lnTo>
                    <a:pt x="64668" y="410603"/>
                  </a:lnTo>
                  <a:lnTo>
                    <a:pt x="63677" y="410362"/>
                  </a:lnTo>
                  <a:lnTo>
                    <a:pt x="57264" y="410756"/>
                  </a:lnTo>
                  <a:lnTo>
                    <a:pt x="55753" y="411327"/>
                  </a:lnTo>
                  <a:lnTo>
                    <a:pt x="56057" y="409575"/>
                  </a:lnTo>
                  <a:lnTo>
                    <a:pt x="55892" y="405841"/>
                  </a:lnTo>
                  <a:lnTo>
                    <a:pt x="55727" y="402094"/>
                  </a:lnTo>
                  <a:lnTo>
                    <a:pt x="54902" y="399199"/>
                  </a:lnTo>
                  <a:lnTo>
                    <a:pt x="64668" y="410603"/>
                  </a:lnTo>
                  <a:lnTo>
                    <a:pt x="64668" y="399923"/>
                  </a:lnTo>
                  <a:lnTo>
                    <a:pt x="63449" y="398487"/>
                  </a:lnTo>
                  <a:lnTo>
                    <a:pt x="54838" y="388454"/>
                  </a:lnTo>
                  <a:lnTo>
                    <a:pt x="54838" y="399122"/>
                  </a:lnTo>
                  <a:lnTo>
                    <a:pt x="53708" y="399186"/>
                  </a:lnTo>
                  <a:lnTo>
                    <a:pt x="54305" y="398487"/>
                  </a:lnTo>
                  <a:lnTo>
                    <a:pt x="54838" y="399122"/>
                  </a:lnTo>
                  <a:lnTo>
                    <a:pt x="54838" y="388454"/>
                  </a:lnTo>
                  <a:lnTo>
                    <a:pt x="54305" y="387832"/>
                  </a:lnTo>
                  <a:lnTo>
                    <a:pt x="20256" y="427558"/>
                  </a:lnTo>
                  <a:lnTo>
                    <a:pt x="20256" y="449237"/>
                  </a:lnTo>
                  <a:lnTo>
                    <a:pt x="18872" y="448906"/>
                  </a:lnTo>
                  <a:lnTo>
                    <a:pt x="15659" y="449110"/>
                  </a:lnTo>
                  <a:lnTo>
                    <a:pt x="12458" y="449300"/>
                  </a:lnTo>
                  <a:lnTo>
                    <a:pt x="9969" y="450253"/>
                  </a:lnTo>
                  <a:lnTo>
                    <a:pt x="9969" y="452158"/>
                  </a:lnTo>
                  <a:lnTo>
                    <a:pt x="9144" y="451180"/>
                  </a:lnTo>
                  <a:lnTo>
                    <a:pt x="9893" y="450316"/>
                  </a:lnTo>
                  <a:lnTo>
                    <a:pt x="9969" y="452158"/>
                  </a:lnTo>
                  <a:lnTo>
                    <a:pt x="9969" y="450253"/>
                  </a:lnTo>
                  <a:lnTo>
                    <a:pt x="19685" y="438886"/>
                  </a:lnTo>
                  <a:lnTo>
                    <a:pt x="19469" y="440105"/>
                  </a:lnTo>
                  <a:lnTo>
                    <a:pt x="19812" y="447586"/>
                  </a:lnTo>
                  <a:lnTo>
                    <a:pt x="20256" y="449237"/>
                  </a:lnTo>
                  <a:lnTo>
                    <a:pt x="20256" y="427558"/>
                  </a:lnTo>
                  <a:lnTo>
                    <a:pt x="0" y="451180"/>
                  </a:lnTo>
                  <a:lnTo>
                    <a:pt x="54305" y="514527"/>
                  </a:lnTo>
                  <a:lnTo>
                    <a:pt x="63449" y="503872"/>
                  </a:lnTo>
                  <a:lnTo>
                    <a:pt x="108610" y="451180"/>
                  </a:lnTo>
                  <a:close/>
                </a:path>
                <a:path w="466090" h="514984">
                  <a:moveTo>
                    <a:pt x="268236" y="412940"/>
                  </a:moveTo>
                  <a:lnTo>
                    <a:pt x="268147" y="410984"/>
                  </a:lnTo>
                  <a:lnTo>
                    <a:pt x="265506" y="410362"/>
                  </a:lnTo>
                  <a:lnTo>
                    <a:pt x="259092" y="410756"/>
                  </a:lnTo>
                  <a:lnTo>
                    <a:pt x="257581" y="411327"/>
                  </a:lnTo>
                  <a:lnTo>
                    <a:pt x="257886" y="409575"/>
                  </a:lnTo>
                  <a:lnTo>
                    <a:pt x="257721" y="405841"/>
                  </a:lnTo>
                  <a:lnTo>
                    <a:pt x="257556" y="402094"/>
                  </a:lnTo>
                  <a:lnTo>
                    <a:pt x="256730" y="399110"/>
                  </a:lnTo>
                  <a:lnTo>
                    <a:pt x="255054" y="399211"/>
                  </a:lnTo>
                  <a:lnTo>
                    <a:pt x="254508" y="402285"/>
                  </a:lnTo>
                  <a:lnTo>
                    <a:pt x="254850" y="409765"/>
                  </a:lnTo>
                  <a:lnTo>
                    <a:pt x="255295" y="411429"/>
                  </a:lnTo>
                  <a:lnTo>
                    <a:pt x="253898" y="411086"/>
                  </a:lnTo>
                  <a:lnTo>
                    <a:pt x="250698" y="411289"/>
                  </a:lnTo>
                  <a:lnTo>
                    <a:pt x="247497" y="411480"/>
                  </a:lnTo>
                  <a:lnTo>
                    <a:pt x="244932" y="412445"/>
                  </a:lnTo>
                  <a:lnTo>
                    <a:pt x="245021" y="414401"/>
                  </a:lnTo>
                  <a:lnTo>
                    <a:pt x="247662" y="415036"/>
                  </a:lnTo>
                  <a:lnTo>
                    <a:pt x="254063" y="414629"/>
                  </a:lnTo>
                  <a:lnTo>
                    <a:pt x="255498" y="414096"/>
                  </a:lnTo>
                  <a:lnTo>
                    <a:pt x="255206" y="415823"/>
                  </a:lnTo>
                  <a:lnTo>
                    <a:pt x="255371" y="419557"/>
                  </a:lnTo>
                  <a:lnTo>
                    <a:pt x="255536" y="423303"/>
                  </a:lnTo>
                  <a:lnTo>
                    <a:pt x="256362" y="426288"/>
                  </a:lnTo>
                  <a:lnTo>
                    <a:pt x="258038" y="426173"/>
                  </a:lnTo>
                  <a:lnTo>
                    <a:pt x="258584" y="423113"/>
                  </a:lnTo>
                  <a:lnTo>
                    <a:pt x="258241" y="415632"/>
                  </a:lnTo>
                  <a:lnTo>
                    <a:pt x="257784" y="413956"/>
                  </a:lnTo>
                  <a:lnTo>
                    <a:pt x="259257" y="414299"/>
                  </a:lnTo>
                  <a:lnTo>
                    <a:pt x="262470" y="414108"/>
                  </a:lnTo>
                  <a:lnTo>
                    <a:pt x="265671" y="413905"/>
                  </a:lnTo>
                  <a:lnTo>
                    <a:pt x="268236" y="412940"/>
                  </a:lnTo>
                  <a:close/>
                </a:path>
                <a:path w="466090" h="514984">
                  <a:moveTo>
                    <a:pt x="301117" y="451307"/>
                  </a:moveTo>
                  <a:lnTo>
                    <a:pt x="301028" y="449351"/>
                  </a:lnTo>
                  <a:lnTo>
                    <a:pt x="298386" y="448716"/>
                  </a:lnTo>
                  <a:lnTo>
                    <a:pt x="291985" y="449110"/>
                  </a:lnTo>
                  <a:lnTo>
                    <a:pt x="289420" y="450075"/>
                  </a:lnTo>
                  <a:lnTo>
                    <a:pt x="286791" y="449440"/>
                  </a:lnTo>
                  <a:lnTo>
                    <a:pt x="283578" y="449643"/>
                  </a:lnTo>
                  <a:lnTo>
                    <a:pt x="280377" y="449846"/>
                  </a:lnTo>
                  <a:lnTo>
                    <a:pt x="277812" y="450811"/>
                  </a:lnTo>
                  <a:lnTo>
                    <a:pt x="277901" y="452767"/>
                  </a:lnTo>
                  <a:lnTo>
                    <a:pt x="280543" y="453390"/>
                  </a:lnTo>
                  <a:lnTo>
                    <a:pt x="286956" y="452996"/>
                  </a:lnTo>
                  <a:lnTo>
                    <a:pt x="288378" y="452462"/>
                  </a:lnTo>
                  <a:lnTo>
                    <a:pt x="288086" y="454177"/>
                  </a:lnTo>
                  <a:lnTo>
                    <a:pt x="288264" y="457923"/>
                  </a:lnTo>
                  <a:lnTo>
                    <a:pt x="288429" y="461657"/>
                  </a:lnTo>
                  <a:lnTo>
                    <a:pt x="289255" y="464642"/>
                  </a:lnTo>
                  <a:lnTo>
                    <a:pt x="290931" y="464540"/>
                  </a:lnTo>
                  <a:lnTo>
                    <a:pt x="291477" y="461467"/>
                  </a:lnTo>
                  <a:lnTo>
                    <a:pt x="291122" y="453999"/>
                  </a:lnTo>
                  <a:lnTo>
                    <a:pt x="290652" y="452310"/>
                  </a:lnTo>
                  <a:lnTo>
                    <a:pt x="292150" y="452666"/>
                  </a:lnTo>
                  <a:lnTo>
                    <a:pt x="295351" y="452462"/>
                  </a:lnTo>
                  <a:lnTo>
                    <a:pt x="298551" y="452272"/>
                  </a:lnTo>
                  <a:lnTo>
                    <a:pt x="301117" y="451307"/>
                  </a:lnTo>
                  <a:close/>
                </a:path>
                <a:path w="466090" h="514984">
                  <a:moveTo>
                    <a:pt x="360984" y="374015"/>
                  </a:moveTo>
                  <a:lnTo>
                    <a:pt x="351853" y="363372"/>
                  </a:lnTo>
                  <a:lnTo>
                    <a:pt x="351853" y="374015"/>
                  </a:lnTo>
                  <a:lnTo>
                    <a:pt x="341744" y="385800"/>
                  </a:lnTo>
                  <a:lnTo>
                    <a:pt x="342011" y="384314"/>
                  </a:lnTo>
                  <a:lnTo>
                    <a:pt x="341668" y="376834"/>
                  </a:lnTo>
                  <a:lnTo>
                    <a:pt x="341210" y="375158"/>
                  </a:lnTo>
                  <a:lnTo>
                    <a:pt x="342696" y="375500"/>
                  </a:lnTo>
                  <a:lnTo>
                    <a:pt x="345897" y="375310"/>
                  </a:lnTo>
                  <a:lnTo>
                    <a:pt x="349097" y="375107"/>
                  </a:lnTo>
                  <a:lnTo>
                    <a:pt x="351663" y="374142"/>
                  </a:lnTo>
                  <a:lnTo>
                    <a:pt x="351637" y="373773"/>
                  </a:lnTo>
                  <a:lnTo>
                    <a:pt x="351853" y="374015"/>
                  </a:lnTo>
                  <a:lnTo>
                    <a:pt x="351853" y="363372"/>
                  </a:lnTo>
                  <a:lnTo>
                    <a:pt x="349948" y="361149"/>
                  </a:lnTo>
                  <a:lnTo>
                    <a:pt x="349948" y="371805"/>
                  </a:lnTo>
                  <a:lnTo>
                    <a:pt x="348932" y="371551"/>
                  </a:lnTo>
                  <a:lnTo>
                    <a:pt x="342519" y="371957"/>
                  </a:lnTo>
                  <a:lnTo>
                    <a:pt x="341007" y="372529"/>
                  </a:lnTo>
                  <a:lnTo>
                    <a:pt x="341312" y="370776"/>
                  </a:lnTo>
                  <a:lnTo>
                    <a:pt x="341147" y="367030"/>
                  </a:lnTo>
                  <a:lnTo>
                    <a:pt x="340982" y="363296"/>
                  </a:lnTo>
                  <a:lnTo>
                    <a:pt x="340334" y="360997"/>
                  </a:lnTo>
                  <a:lnTo>
                    <a:pt x="340334" y="387451"/>
                  </a:lnTo>
                  <a:lnTo>
                    <a:pt x="306679" y="426707"/>
                  </a:lnTo>
                  <a:lnTo>
                    <a:pt x="294995" y="413080"/>
                  </a:lnTo>
                  <a:lnTo>
                    <a:pt x="297586" y="413702"/>
                  </a:lnTo>
                  <a:lnTo>
                    <a:pt x="303987" y="413296"/>
                  </a:lnTo>
                  <a:lnTo>
                    <a:pt x="305422" y="412762"/>
                  </a:lnTo>
                  <a:lnTo>
                    <a:pt x="305130" y="414489"/>
                  </a:lnTo>
                  <a:lnTo>
                    <a:pt x="305295" y="418223"/>
                  </a:lnTo>
                  <a:lnTo>
                    <a:pt x="305460" y="421957"/>
                  </a:lnTo>
                  <a:lnTo>
                    <a:pt x="306285" y="424942"/>
                  </a:lnTo>
                  <a:lnTo>
                    <a:pt x="307962" y="424840"/>
                  </a:lnTo>
                  <a:lnTo>
                    <a:pt x="308508" y="421779"/>
                  </a:lnTo>
                  <a:lnTo>
                    <a:pt x="308165" y="414299"/>
                  </a:lnTo>
                  <a:lnTo>
                    <a:pt x="307708" y="412623"/>
                  </a:lnTo>
                  <a:lnTo>
                    <a:pt x="309181" y="412965"/>
                  </a:lnTo>
                  <a:lnTo>
                    <a:pt x="312394" y="412775"/>
                  </a:lnTo>
                  <a:lnTo>
                    <a:pt x="315595" y="412572"/>
                  </a:lnTo>
                  <a:lnTo>
                    <a:pt x="318160" y="411607"/>
                  </a:lnTo>
                  <a:lnTo>
                    <a:pt x="318058" y="409651"/>
                  </a:lnTo>
                  <a:lnTo>
                    <a:pt x="315429" y="409016"/>
                  </a:lnTo>
                  <a:lnTo>
                    <a:pt x="309016" y="409422"/>
                  </a:lnTo>
                  <a:lnTo>
                    <a:pt x="307505" y="409994"/>
                  </a:lnTo>
                  <a:lnTo>
                    <a:pt x="307809" y="408241"/>
                  </a:lnTo>
                  <a:lnTo>
                    <a:pt x="307644" y="404495"/>
                  </a:lnTo>
                  <a:lnTo>
                    <a:pt x="307479" y="400761"/>
                  </a:lnTo>
                  <a:lnTo>
                    <a:pt x="306654" y="397776"/>
                  </a:lnTo>
                  <a:lnTo>
                    <a:pt x="304977" y="397878"/>
                  </a:lnTo>
                  <a:lnTo>
                    <a:pt x="304431" y="400951"/>
                  </a:lnTo>
                  <a:lnTo>
                    <a:pt x="304774" y="408432"/>
                  </a:lnTo>
                  <a:lnTo>
                    <a:pt x="305219" y="410095"/>
                  </a:lnTo>
                  <a:lnTo>
                    <a:pt x="303822" y="409752"/>
                  </a:lnTo>
                  <a:lnTo>
                    <a:pt x="300621" y="409956"/>
                  </a:lnTo>
                  <a:lnTo>
                    <a:pt x="297408" y="410146"/>
                  </a:lnTo>
                  <a:lnTo>
                    <a:pt x="294843" y="411111"/>
                  </a:lnTo>
                  <a:lnTo>
                    <a:pt x="294932" y="413016"/>
                  </a:lnTo>
                  <a:lnTo>
                    <a:pt x="262432" y="375094"/>
                  </a:lnTo>
                  <a:lnTo>
                    <a:pt x="264998" y="375691"/>
                  </a:lnTo>
                  <a:lnTo>
                    <a:pt x="271411" y="375297"/>
                  </a:lnTo>
                  <a:lnTo>
                    <a:pt x="272834" y="374764"/>
                  </a:lnTo>
                  <a:lnTo>
                    <a:pt x="272542" y="376478"/>
                  </a:lnTo>
                  <a:lnTo>
                    <a:pt x="272707" y="380212"/>
                  </a:lnTo>
                  <a:lnTo>
                    <a:pt x="272884" y="383959"/>
                  </a:lnTo>
                  <a:lnTo>
                    <a:pt x="273710" y="386943"/>
                  </a:lnTo>
                  <a:lnTo>
                    <a:pt x="275386" y="386842"/>
                  </a:lnTo>
                  <a:lnTo>
                    <a:pt x="275932" y="383768"/>
                  </a:lnTo>
                  <a:lnTo>
                    <a:pt x="275577" y="376288"/>
                  </a:lnTo>
                  <a:lnTo>
                    <a:pt x="275120" y="374611"/>
                  </a:lnTo>
                  <a:lnTo>
                    <a:pt x="276606" y="374967"/>
                  </a:lnTo>
                  <a:lnTo>
                    <a:pt x="279806" y="374764"/>
                  </a:lnTo>
                  <a:lnTo>
                    <a:pt x="283006" y="374561"/>
                  </a:lnTo>
                  <a:lnTo>
                    <a:pt x="285572" y="373608"/>
                  </a:lnTo>
                  <a:lnTo>
                    <a:pt x="285483" y="371640"/>
                  </a:lnTo>
                  <a:lnTo>
                    <a:pt x="282841" y="371017"/>
                  </a:lnTo>
                  <a:lnTo>
                    <a:pt x="276440" y="371411"/>
                  </a:lnTo>
                  <a:lnTo>
                    <a:pt x="274916" y="371983"/>
                  </a:lnTo>
                  <a:lnTo>
                    <a:pt x="275234" y="370230"/>
                  </a:lnTo>
                  <a:lnTo>
                    <a:pt x="275056" y="366496"/>
                  </a:lnTo>
                  <a:lnTo>
                    <a:pt x="274891" y="362762"/>
                  </a:lnTo>
                  <a:lnTo>
                    <a:pt x="274066" y="359778"/>
                  </a:lnTo>
                  <a:lnTo>
                    <a:pt x="273697" y="359803"/>
                  </a:lnTo>
                  <a:lnTo>
                    <a:pt x="305473" y="322719"/>
                  </a:lnTo>
                  <a:lnTo>
                    <a:pt x="305054" y="325120"/>
                  </a:lnTo>
                  <a:lnTo>
                    <a:pt x="305396" y="332600"/>
                  </a:lnTo>
                  <a:lnTo>
                    <a:pt x="305841" y="334264"/>
                  </a:lnTo>
                  <a:lnTo>
                    <a:pt x="304444" y="333921"/>
                  </a:lnTo>
                  <a:lnTo>
                    <a:pt x="301244" y="334124"/>
                  </a:lnTo>
                  <a:lnTo>
                    <a:pt x="298030" y="334327"/>
                  </a:lnTo>
                  <a:lnTo>
                    <a:pt x="295465" y="335280"/>
                  </a:lnTo>
                  <a:lnTo>
                    <a:pt x="295567" y="337248"/>
                  </a:lnTo>
                  <a:lnTo>
                    <a:pt x="298208" y="337870"/>
                  </a:lnTo>
                  <a:lnTo>
                    <a:pt x="304609" y="337477"/>
                  </a:lnTo>
                  <a:lnTo>
                    <a:pt x="306044" y="336943"/>
                  </a:lnTo>
                  <a:lnTo>
                    <a:pt x="305752" y="338658"/>
                  </a:lnTo>
                  <a:lnTo>
                    <a:pt x="305917" y="342404"/>
                  </a:lnTo>
                  <a:lnTo>
                    <a:pt x="306082" y="346138"/>
                  </a:lnTo>
                  <a:lnTo>
                    <a:pt x="306908" y="349123"/>
                  </a:lnTo>
                  <a:lnTo>
                    <a:pt x="308584" y="349021"/>
                  </a:lnTo>
                  <a:lnTo>
                    <a:pt x="309130" y="345948"/>
                  </a:lnTo>
                  <a:lnTo>
                    <a:pt x="308787" y="338467"/>
                  </a:lnTo>
                  <a:lnTo>
                    <a:pt x="308330" y="336804"/>
                  </a:lnTo>
                  <a:lnTo>
                    <a:pt x="309803" y="337146"/>
                  </a:lnTo>
                  <a:lnTo>
                    <a:pt x="313004" y="336943"/>
                  </a:lnTo>
                  <a:lnTo>
                    <a:pt x="316217" y="336740"/>
                  </a:lnTo>
                  <a:lnTo>
                    <a:pt x="318782" y="335788"/>
                  </a:lnTo>
                  <a:lnTo>
                    <a:pt x="318757" y="335445"/>
                  </a:lnTo>
                  <a:lnTo>
                    <a:pt x="340106" y="360324"/>
                  </a:lnTo>
                  <a:lnTo>
                    <a:pt x="338480" y="360413"/>
                  </a:lnTo>
                  <a:lnTo>
                    <a:pt x="337934" y="363486"/>
                  </a:lnTo>
                  <a:lnTo>
                    <a:pt x="338277" y="370954"/>
                  </a:lnTo>
                  <a:lnTo>
                    <a:pt x="338734" y="372630"/>
                  </a:lnTo>
                  <a:lnTo>
                    <a:pt x="337324" y="372287"/>
                  </a:lnTo>
                  <a:lnTo>
                    <a:pt x="334124" y="372491"/>
                  </a:lnTo>
                  <a:lnTo>
                    <a:pt x="330923" y="372681"/>
                  </a:lnTo>
                  <a:lnTo>
                    <a:pt x="328358" y="373646"/>
                  </a:lnTo>
                  <a:lnTo>
                    <a:pt x="328447" y="375602"/>
                  </a:lnTo>
                  <a:lnTo>
                    <a:pt x="331089" y="376237"/>
                  </a:lnTo>
                  <a:lnTo>
                    <a:pt x="337502" y="375831"/>
                  </a:lnTo>
                  <a:lnTo>
                    <a:pt x="338924" y="375310"/>
                  </a:lnTo>
                  <a:lnTo>
                    <a:pt x="338632" y="377024"/>
                  </a:lnTo>
                  <a:lnTo>
                    <a:pt x="338797" y="380758"/>
                  </a:lnTo>
                  <a:lnTo>
                    <a:pt x="338963" y="384492"/>
                  </a:lnTo>
                  <a:lnTo>
                    <a:pt x="339801" y="387477"/>
                  </a:lnTo>
                  <a:lnTo>
                    <a:pt x="340334" y="387451"/>
                  </a:lnTo>
                  <a:lnTo>
                    <a:pt x="340334" y="360997"/>
                  </a:lnTo>
                  <a:lnTo>
                    <a:pt x="340169" y="360400"/>
                  </a:lnTo>
                  <a:lnTo>
                    <a:pt x="349948" y="371805"/>
                  </a:lnTo>
                  <a:lnTo>
                    <a:pt x="349948" y="361149"/>
                  </a:lnTo>
                  <a:lnTo>
                    <a:pt x="317042" y="322757"/>
                  </a:lnTo>
                  <a:lnTo>
                    <a:pt x="317042" y="333438"/>
                  </a:lnTo>
                  <a:lnTo>
                    <a:pt x="316052" y="333197"/>
                  </a:lnTo>
                  <a:lnTo>
                    <a:pt x="309638" y="333590"/>
                  </a:lnTo>
                  <a:lnTo>
                    <a:pt x="308127" y="334162"/>
                  </a:lnTo>
                  <a:lnTo>
                    <a:pt x="308432" y="332409"/>
                  </a:lnTo>
                  <a:lnTo>
                    <a:pt x="308267" y="328676"/>
                  </a:lnTo>
                  <a:lnTo>
                    <a:pt x="308102" y="324929"/>
                  </a:lnTo>
                  <a:lnTo>
                    <a:pt x="307276" y="322033"/>
                  </a:lnTo>
                  <a:lnTo>
                    <a:pt x="317042" y="333438"/>
                  </a:lnTo>
                  <a:lnTo>
                    <a:pt x="317042" y="322757"/>
                  </a:lnTo>
                  <a:lnTo>
                    <a:pt x="315823" y="321322"/>
                  </a:lnTo>
                  <a:lnTo>
                    <a:pt x="307225" y="311315"/>
                  </a:lnTo>
                  <a:lnTo>
                    <a:pt x="307225" y="321970"/>
                  </a:lnTo>
                  <a:lnTo>
                    <a:pt x="306070" y="322033"/>
                  </a:lnTo>
                  <a:lnTo>
                    <a:pt x="306679" y="321322"/>
                  </a:lnTo>
                  <a:lnTo>
                    <a:pt x="307225" y="321970"/>
                  </a:lnTo>
                  <a:lnTo>
                    <a:pt x="307225" y="311315"/>
                  </a:lnTo>
                  <a:lnTo>
                    <a:pt x="306679" y="310667"/>
                  </a:lnTo>
                  <a:lnTo>
                    <a:pt x="272630" y="350393"/>
                  </a:lnTo>
                  <a:lnTo>
                    <a:pt x="272630" y="372084"/>
                  </a:lnTo>
                  <a:lnTo>
                    <a:pt x="271246" y="371741"/>
                  </a:lnTo>
                  <a:lnTo>
                    <a:pt x="268033" y="371944"/>
                  </a:lnTo>
                  <a:lnTo>
                    <a:pt x="264833" y="372148"/>
                  </a:lnTo>
                  <a:lnTo>
                    <a:pt x="262343" y="373087"/>
                  </a:lnTo>
                  <a:lnTo>
                    <a:pt x="262343" y="374992"/>
                  </a:lnTo>
                  <a:lnTo>
                    <a:pt x="261518" y="374015"/>
                  </a:lnTo>
                  <a:lnTo>
                    <a:pt x="262267" y="373151"/>
                  </a:lnTo>
                  <a:lnTo>
                    <a:pt x="262343" y="374992"/>
                  </a:lnTo>
                  <a:lnTo>
                    <a:pt x="262343" y="373087"/>
                  </a:lnTo>
                  <a:lnTo>
                    <a:pt x="272059" y="361721"/>
                  </a:lnTo>
                  <a:lnTo>
                    <a:pt x="271843" y="362940"/>
                  </a:lnTo>
                  <a:lnTo>
                    <a:pt x="272186" y="370420"/>
                  </a:lnTo>
                  <a:lnTo>
                    <a:pt x="272630" y="372084"/>
                  </a:lnTo>
                  <a:lnTo>
                    <a:pt x="272630" y="350393"/>
                  </a:lnTo>
                  <a:lnTo>
                    <a:pt x="256159" y="369595"/>
                  </a:lnTo>
                  <a:lnTo>
                    <a:pt x="250825" y="363372"/>
                  </a:lnTo>
                  <a:lnTo>
                    <a:pt x="250825" y="374015"/>
                  </a:lnTo>
                  <a:lnTo>
                    <a:pt x="240715" y="385813"/>
                  </a:lnTo>
                  <a:lnTo>
                    <a:pt x="240982" y="384314"/>
                  </a:lnTo>
                  <a:lnTo>
                    <a:pt x="240626" y="376834"/>
                  </a:lnTo>
                  <a:lnTo>
                    <a:pt x="240169" y="375158"/>
                  </a:lnTo>
                  <a:lnTo>
                    <a:pt x="241655" y="375500"/>
                  </a:lnTo>
                  <a:lnTo>
                    <a:pt x="244856" y="375310"/>
                  </a:lnTo>
                  <a:lnTo>
                    <a:pt x="248056" y="375107"/>
                  </a:lnTo>
                  <a:lnTo>
                    <a:pt x="250621" y="374142"/>
                  </a:lnTo>
                  <a:lnTo>
                    <a:pt x="250596" y="373761"/>
                  </a:lnTo>
                  <a:lnTo>
                    <a:pt x="250825" y="374015"/>
                  </a:lnTo>
                  <a:lnTo>
                    <a:pt x="250825" y="363372"/>
                  </a:lnTo>
                  <a:lnTo>
                    <a:pt x="248920" y="361149"/>
                  </a:lnTo>
                  <a:lnTo>
                    <a:pt x="248920" y="371805"/>
                  </a:lnTo>
                  <a:lnTo>
                    <a:pt x="247891" y="371551"/>
                  </a:lnTo>
                  <a:lnTo>
                    <a:pt x="241490" y="371957"/>
                  </a:lnTo>
                  <a:lnTo>
                    <a:pt x="239979" y="372529"/>
                  </a:lnTo>
                  <a:lnTo>
                    <a:pt x="240284" y="370776"/>
                  </a:lnTo>
                  <a:lnTo>
                    <a:pt x="240106" y="367030"/>
                  </a:lnTo>
                  <a:lnTo>
                    <a:pt x="239941" y="363296"/>
                  </a:lnTo>
                  <a:lnTo>
                    <a:pt x="239306" y="361035"/>
                  </a:lnTo>
                  <a:lnTo>
                    <a:pt x="239306" y="387451"/>
                  </a:lnTo>
                  <a:lnTo>
                    <a:pt x="205651" y="426707"/>
                  </a:lnTo>
                  <a:lnTo>
                    <a:pt x="193967" y="413092"/>
                  </a:lnTo>
                  <a:lnTo>
                    <a:pt x="196545" y="413702"/>
                  </a:lnTo>
                  <a:lnTo>
                    <a:pt x="202958" y="413296"/>
                  </a:lnTo>
                  <a:lnTo>
                    <a:pt x="204381" y="412775"/>
                  </a:lnTo>
                  <a:lnTo>
                    <a:pt x="204089" y="414489"/>
                  </a:lnTo>
                  <a:lnTo>
                    <a:pt x="204254" y="418223"/>
                  </a:lnTo>
                  <a:lnTo>
                    <a:pt x="204419" y="421957"/>
                  </a:lnTo>
                  <a:lnTo>
                    <a:pt x="205257" y="424942"/>
                  </a:lnTo>
                  <a:lnTo>
                    <a:pt x="206921" y="424840"/>
                  </a:lnTo>
                  <a:lnTo>
                    <a:pt x="207467" y="421779"/>
                  </a:lnTo>
                  <a:lnTo>
                    <a:pt x="207124" y="414299"/>
                  </a:lnTo>
                  <a:lnTo>
                    <a:pt x="206667" y="412623"/>
                  </a:lnTo>
                  <a:lnTo>
                    <a:pt x="208140" y="412965"/>
                  </a:lnTo>
                  <a:lnTo>
                    <a:pt x="211353" y="412775"/>
                  </a:lnTo>
                  <a:lnTo>
                    <a:pt x="214553" y="412572"/>
                  </a:lnTo>
                  <a:lnTo>
                    <a:pt x="217119" y="411607"/>
                  </a:lnTo>
                  <a:lnTo>
                    <a:pt x="217030" y="409651"/>
                  </a:lnTo>
                  <a:lnTo>
                    <a:pt x="214388" y="409016"/>
                  </a:lnTo>
                  <a:lnTo>
                    <a:pt x="207975" y="409422"/>
                  </a:lnTo>
                  <a:lnTo>
                    <a:pt x="206463" y="409994"/>
                  </a:lnTo>
                  <a:lnTo>
                    <a:pt x="206768" y="408241"/>
                  </a:lnTo>
                  <a:lnTo>
                    <a:pt x="206603" y="404495"/>
                  </a:lnTo>
                  <a:lnTo>
                    <a:pt x="206438" y="400761"/>
                  </a:lnTo>
                  <a:lnTo>
                    <a:pt x="205613" y="397776"/>
                  </a:lnTo>
                  <a:lnTo>
                    <a:pt x="203936" y="397878"/>
                  </a:lnTo>
                  <a:lnTo>
                    <a:pt x="203390" y="400951"/>
                  </a:lnTo>
                  <a:lnTo>
                    <a:pt x="203733" y="408432"/>
                  </a:lnTo>
                  <a:lnTo>
                    <a:pt x="204177" y="410095"/>
                  </a:lnTo>
                  <a:lnTo>
                    <a:pt x="202780" y="409752"/>
                  </a:lnTo>
                  <a:lnTo>
                    <a:pt x="199580" y="409956"/>
                  </a:lnTo>
                  <a:lnTo>
                    <a:pt x="196380" y="410146"/>
                  </a:lnTo>
                  <a:lnTo>
                    <a:pt x="193814" y="411111"/>
                  </a:lnTo>
                  <a:lnTo>
                    <a:pt x="193890" y="413016"/>
                  </a:lnTo>
                  <a:lnTo>
                    <a:pt x="161391" y="375094"/>
                  </a:lnTo>
                  <a:lnTo>
                    <a:pt x="163969" y="375691"/>
                  </a:lnTo>
                  <a:lnTo>
                    <a:pt x="170370" y="375297"/>
                  </a:lnTo>
                  <a:lnTo>
                    <a:pt x="171805" y="374764"/>
                  </a:lnTo>
                  <a:lnTo>
                    <a:pt x="171513" y="376478"/>
                  </a:lnTo>
                  <a:lnTo>
                    <a:pt x="171678" y="380212"/>
                  </a:lnTo>
                  <a:lnTo>
                    <a:pt x="171843" y="383959"/>
                  </a:lnTo>
                  <a:lnTo>
                    <a:pt x="172669" y="386943"/>
                  </a:lnTo>
                  <a:lnTo>
                    <a:pt x="174345" y="386842"/>
                  </a:lnTo>
                  <a:lnTo>
                    <a:pt x="174891" y="383768"/>
                  </a:lnTo>
                  <a:lnTo>
                    <a:pt x="174548" y="376288"/>
                  </a:lnTo>
                  <a:lnTo>
                    <a:pt x="174078" y="374611"/>
                  </a:lnTo>
                  <a:lnTo>
                    <a:pt x="175564" y="374967"/>
                  </a:lnTo>
                  <a:lnTo>
                    <a:pt x="178765" y="374764"/>
                  </a:lnTo>
                  <a:lnTo>
                    <a:pt x="181978" y="374561"/>
                  </a:lnTo>
                  <a:lnTo>
                    <a:pt x="184543" y="373608"/>
                  </a:lnTo>
                  <a:lnTo>
                    <a:pt x="184442" y="371640"/>
                  </a:lnTo>
                  <a:lnTo>
                    <a:pt x="181800" y="371017"/>
                  </a:lnTo>
                  <a:lnTo>
                    <a:pt x="175399" y="371411"/>
                  </a:lnTo>
                  <a:lnTo>
                    <a:pt x="173888" y="371983"/>
                  </a:lnTo>
                  <a:lnTo>
                    <a:pt x="174193" y="370230"/>
                  </a:lnTo>
                  <a:lnTo>
                    <a:pt x="174028" y="366496"/>
                  </a:lnTo>
                  <a:lnTo>
                    <a:pt x="173850" y="362762"/>
                  </a:lnTo>
                  <a:lnTo>
                    <a:pt x="173024" y="359778"/>
                  </a:lnTo>
                  <a:lnTo>
                    <a:pt x="172656" y="359803"/>
                  </a:lnTo>
                  <a:lnTo>
                    <a:pt x="204431" y="322745"/>
                  </a:lnTo>
                  <a:lnTo>
                    <a:pt x="204012" y="325120"/>
                  </a:lnTo>
                  <a:lnTo>
                    <a:pt x="204355" y="332600"/>
                  </a:lnTo>
                  <a:lnTo>
                    <a:pt x="204800" y="334264"/>
                  </a:lnTo>
                  <a:lnTo>
                    <a:pt x="203403" y="333921"/>
                  </a:lnTo>
                  <a:lnTo>
                    <a:pt x="200202" y="334124"/>
                  </a:lnTo>
                  <a:lnTo>
                    <a:pt x="197002" y="334327"/>
                  </a:lnTo>
                  <a:lnTo>
                    <a:pt x="194437" y="335280"/>
                  </a:lnTo>
                  <a:lnTo>
                    <a:pt x="194525" y="337248"/>
                  </a:lnTo>
                  <a:lnTo>
                    <a:pt x="197167" y="337870"/>
                  </a:lnTo>
                  <a:lnTo>
                    <a:pt x="203581" y="337477"/>
                  </a:lnTo>
                  <a:lnTo>
                    <a:pt x="205003" y="336943"/>
                  </a:lnTo>
                  <a:lnTo>
                    <a:pt x="204711" y="338658"/>
                  </a:lnTo>
                  <a:lnTo>
                    <a:pt x="204876" y="342404"/>
                  </a:lnTo>
                  <a:lnTo>
                    <a:pt x="205041" y="346138"/>
                  </a:lnTo>
                  <a:lnTo>
                    <a:pt x="205867" y="349123"/>
                  </a:lnTo>
                  <a:lnTo>
                    <a:pt x="207543" y="349021"/>
                  </a:lnTo>
                  <a:lnTo>
                    <a:pt x="208089" y="345948"/>
                  </a:lnTo>
                  <a:lnTo>
                    <a:pt x="207746" y="338467"/>
                  </a:lnTo>
                  <a:lnTo>
                    <a:pt x="207289" y="336791"/>
                  </a:lnTo>
                  <a:lnTo>
                    <a:pt x="208762" y="337146"/>
                  </a:lnTo>
                  <a:lnTo>
                    <a:pt x="211975" y="336943"/>
                  </a:lnTo>
                  <a:lnTo>
                    <a:pt x="215176" y="336740"/>
                  </a:lnTo>
                  <a:lnTo>
                    <a:pt x="217741" y="335788"/>
                  </a:lnTo>
                  <a:lnTo>
                    <a:pt x="217716" y="335432"/>
                  </a:lnTo>
                  <a:lnTo>
                    <a:pt x="239077" y="360324"/>
                  </a:lnTo>
                  <a:lnTo>
                    <a:pt x="237439" y="360413"/>
                  </a:lnTo>
                  <a:lnTo>
                    <a:pt x="236893" y="363486"/>
                  </a:lnTo>
                  <a:lnTo>
                    <a:pt x="237248" y="370954"/>
                  </a:lnTo>
                  <a:lnTo>
                    <a:pt x="237693" y="372630"/>
                  </a:lnTo>
                  <a:lnTo>
                    <a:pt x="236296" y="372287"/>
                  </a:lnTo>
                  <a:lnTo>
                    <a:pt x="233083" y="372491"/>
                  </a:lnTo>
                  <a:lnTo>
                    <a:pt x="229882" y="372681"/>
                  </a:lnTo>
                  <a:lnTo>
                    <a:pt x="227317" y="373646"/>
                  </a:lnTo>
                  <a:lnTo>
                    <a:pt x="227418" y="375602"/>
                  </a:lnTo>
                  <a:lnTo>
                    <a:pt x="230047" y="376237"/>
                  </a:lnTo>
                  <a:lnTo>
                    <a:pt x="236461" y="375831"/>
                  </a:lnTo>
                  <a:lnTo>
                    <a:pt x="237883" y="375310"/>
                  </a:lnTo>
                  <a:lnTo>
                    <a:pt x="237591" y="377024"/>
                  </a:lnTo>
                  <a:lnTo>
                    <a:pt x="237769" y="380758"/>
                  </a:lnTo>
                  <a:lnTo>
                    <a:pt x="237934" y="384492"/>
                  </a:lnTo>
                  <a:lnTo>
                    <a:pt x="238760" y="387477"/>
                  </a:lnTo>
                  <a:lnTo>
                    <a:pt x="239306" y="387451"/>
                  </a:lnTo>
                  <a:lnTo>
                    <a:pt x="239306" y="361035"/>
                  </a:lnTo>
                  <a:lnTo>
                    <a:pt x="239128" y="360387"/>
                  </a:lnTo>
                  <a:lnTo>
                    <a:pt x="248920" y="371805"/>
                  </a:lnTo>
                  <a:lnTo>
                    <a:pt x="248920" y="361149"/>
                  </a:lnTo>
                  <a:lnTo>
                    <a:pt x="216014" y="322770"/>
                  </a:lnTo>
                  <a:lnTo>
                    <a:pt x="216014" y="333438"/>
                  </a:lnTo>
                  <a:lnTo>
                    <a:pt x="215011" y="333197"/>
                  </a:lnTo>
                  <a:lnTo>
                    <a:pt x="208597" y="333590"/>
                  </a:lnTo>
                  <a:lnTo>
                    <a:pt x="207086" y="334162"/>
                  </a:lnTo>
                  <a:lnTo>
                    <a:pt x="207391" y="332409"/>
                  </a:lnTo>
                  <a:lnTo>
                    <a:pt x="207225" y="328676"/>
                  </a:lnTo>
                  <a:lnTo>
                    <a:pt x="207060" y="324929"/>
                  </a:lnTo>
                  <a:lnTo>
                    <a:pt x="206248" y="322033"/>
                  </a:lnTo>
                  <a:lnTo>
                    <a:pt x="216014" y="333438"/>
                  </a:lnTo>
                  <a:lnTo>
                    <a:pt x="216014" y="322770"/>
                  </a:lnTo>
                  <a:lnTo>
                    <a:pt x="214782" y="321322"/>
                  </a:lnTo>
                  <a:lnTo>
                    <a:pt x="206197" y="311315"/>
                  </a:lnTo>
                  <a:lnTo>
                    <a:pt x="206197" y="321970"/>
                  </a:lnTo>
                  <a:lnTo>
                    <a:pt x="205041" y="322033"/>
                  </a:lnTo>
                  <a:lnTo>
                    <a:pt x="205651" y="321322"/>
                  </a:lnTo>
                  <a:lnTo>
                    <a:pt x="206197" y="321970"/>
                  </a:lnTo>
                  <a:lnTo>
                    <a:pt x="206197" y="311315"/>
                  </a:lnTo>
                  <a:lnTo>
                    <a:pt x="205651" y="310667"/>
                  </a:lnTo>
                  <a:lnTo>
                    <a:pt x="171602" y="350380"/>
                  </a:lnTo>
                  <a:lnTo>
                    <a:pt x="171602" y="372084"/>
                  </a:lnTo>
                  <a:lnTo>
                    <a:pt x="170205" y="371741"/>
                  </a:lnTo>
                  <a:lnTo>
                    <a:pt x="167005" y="371944"/>
                  </a:lnTo>
                  <a:lnTo>
                    <a:pt x="163791" y="372148"/>
                  </a:lnTo>
                  <a:lnTo>
                    <a:pt x="161315" y="373087"/>
                  </a:lnTo>
                  <a:lnTo>
                    <a:pt x="161315" y="375005"/>
                  </a:lnTo>
                  <a:lnTo>
                    <a:pt x="160477" y="374015"/>
                  </a:lnTo>
                  <a:lnTo>
                    <a:pt x="161226" y="373138"/>
                  </a:lnTo>
                  <a:lnTo>
                    <a:pt x="161315" y="375005"/>
                  </a:lnTo>
                  <a:lnTo>
                    <a:pt x="161315" y="373087"/>
                  </a:lnTo>
                  <a:lnTo>
                    <a:pt x="171018" y="361708"/>
                  </a:lnTo>
                  <a:lnTo>
                    <a:pt x="170815" y="362940"/>
                  </a:lnTo>
                  <a:lnTo>
                    <a:pt x="171157" y="370420"/>
                  </a:lnTo>
                  <a:lnTo>
                    <a:pt x="171602" y="372084"/>
                  </a:lnTo>
                  <a:lnTo>
                    <a:pt x="171602" y="350380"/>
                  </a:lnTo>
                  <a:lnTo>
                    <a:pt x="151333" y="374015"/>
                  </a:lnTo>
                  <a:lnTo>
                    <a:pt x="205651" y="437362"/>
                  </a:lnTo>
                  <a:lnTo>
                    <a:pt x="214782" y="426707"/>
                  </a:lnTo>
                  <a:lnTo>
                    <a:pt x="256159" y="378447"/>
                  </a:lnTo>
                  <a:lnTo>
                    <a:pt x="306679" y="437362"/>
                  </a:lnTo>
                  <a:lnTo>
                    <a:pt x="315823" y="426707"/>
                  </a:lnTo>
                  <a:lnTo>
                    <a:pt x="360984" y="374015"/>
                  </a:lnTo>
                  <a:close/>
                </a:path>
                <a:path w="466090" h="514984">
                  <a:moveTo>
                    <a:pt x="465480" y="63360"/>
                  </a:moveTo>
                  <a:lnTo>
                    <a:pt x="456336" y="52705"/>
                  </a:lnTo>
                  <a:lnTo>
                    <a:pt x="456336" y="63360"/>
                  </a:lnTo>
                  <a:lnTo>
                    <a:pt x="446239" y="75145"/>
                  </a:lnTo>
                  <a:lnTo>
                    <a:pt x="446506" y="73647"/>
                  </a:lnTo>
                  <a:lnTo>
                    <a:pt x="446163" y="66167"/>
                  </a:lnTo>
                  <a:lnTo>
                    <a:pt x="445693" y="64490"/>
                  </a:lnTo>
                  <a:lnTo>
                    <a:pt x="447179" y="64846"/>
                  </a:lnTo>
                  <a:lnTo>
                    <a:pt x="450380" y="64643"/>
                  </a:lnTo>
                  <a:lnTo>
                    <a:pt x="453593" y="64439"/>
                  </a:lnTo>
                  <a:lnTo>
                    <a:pt x="456158" y="63474"/>
                  </a:lnTo>
                  <a:lnTo>
                    <a:pt x="456133" y="63144"/>
                  </a:lnTo>
                  <a:lnTo>
                    <a:pt x="456336" y="63360"/>
                  </a:lnTo>
                  <a:lnTo>
                    <a:pt x="456336" y="52705"/>
                  </a:lnTo>
                  <a:lnTo>
                    <a:pt x="454418" y="50469"/>
                  </a:lnTo>
                  <a:lnTo>
                    <a:pt x="454418" y="61137"/>
                  </a:lnTo>
                  <a:lnTo>
                    <a:pt x="453415" y="60896"/>
                  </a:lnTo>
                  <a:lnTo>
                    <a:pt x="447014" y="61290"/>
                  </a:lnTo>
                  <a:lnTo>
                    <a:pt x="445503" y="61861"/>
                  </a:lnTo>
                  <a:lnTo>
                    <a:pt x="445808" y="60109"/>
                  </a:lnTo>
                  <a:lnTo>
                    <a:pt x="445643" y="56375"/>
                  </a:lnTo>
                  <a:lnTo>
                    <a:pt x="445465" y="52641"/>
                  </a:lnTo>
                  <a:lnTo>
                    <a:pt x="444817" y="50342"/>
                  </a:lnTo>
                  <a:lnTo>
                    <a:pt x="444817" y="76796"/>
                  </a:lnTo>
                  <a:lnTo>
                    <a:pt x="411175" y="116039"/>
                  </a:lnTo>
                  <a:lnTo>
                    <a:pt x="399491" y="102438"/>
                  </a:lnTo>
                  <a:lnTo>
                    <a:pt x="402069" y="103035"/>
                  </a:lnTo>
                  <a:lnTo>
                    <a:pt x="408482" y="102641"/>
                  </a:lnTo>
                  <a:lnTo>
                    <a:pt x="409905" y="102108"/>
                  </a:lnTo>
                  <a:lnTo>
                    <a:pt x="409613" y="103822"/>
                  </a:lnTo>
                  <a:lnTo>
                    <a:pt x="409778" y="107569"/>
                  </a:lnTo>
                  <a:lnTo>
                    <a:pt x="409943" y="111302"/>
                  </a:lnTo>
                  <a:lnTo>
                    <a:pt x="410781" y="114287"/>
                  </a:lnTo>
                  <a:lnTo>
                    <a:pt x="412445" y="114185"/>
                  </a:lnTo>
                  <a:lnTo>
                    <a:pt x="412991" y="111112"/>
                  </a:lnTo>
                  <a:lnTo>
                    <a:pt x="412648" y="103632"/>
                  </a:lnTo>
                  <a:lnTo>
                    <a:pt x="412191" y="101955"/>
                  </a:lnTo>
                  <a:lnTo>
                    <a:pt x="413677" y="102311"/>
                  </a:lnTo>
                  <a:lnTo>
                    <a:pt x="416877" y="102108"/>
                  </a:lnTo>
                  <a:lnTo>
                    <a:pt x="420077" y="101904"/>
                  </a:lnTo>
                  <a:lnTo>
                    <a:pt x="422643" y="100952"/>
                  </a:lnTo>
                  <a:lnTo>
                    <a:pt x="422554" y="98983"/>
                  </a:lnTo>
                  <a:lnTo>
                    <a:pt x="419912" y="98361"/>
                  </a:lnTo>
                  <a:lnTo>
                    <a:pt x="413499" y="98755"/>
                  </a:lnTo>
                  <a:lnTo>
                    <a:pt x="411988" y="99326"/>
                  </a:lnTo>
                  <a:lnTo>
                    <a:pt x="412292" y="97574"/>
                  </a:lnTo>
                  <a:lnTo>
                    <a:pt x="412127" y="93840"/>
                  </a:lnTo>
                  <a:lnTo>
                    <a:pt x="411962" y="90093"/>
                  </a:lnTo>
                  <a:lnTo>
                    <a:pt x="411137" y="87122"/>
                  </a:lnTo>
                  <a:lnTo>
                    <a:pt x="409460" y="87223"/>
                  </a:lnTo>
                  <a:lnTo>
                    <a:pt x="408914" y="90284"/>
                  </a:lnTo>
                  <a:lnTo>
                    <a:pt x="409257" y="97764"/>
                  </a:lnTo>
                  <a:lnTo>
                    <a:pt x="409702" y="99428"/>
                  </a:lnTo>
                  <a:lnTo>
                    <a:pt x="408305" y="99085"/>
                  </a:lnTo>
                  <a:lnTo>
                    <a:pt x="405104" y="99288"/>
                  </a:lnTo>
                  <a:lnTo>
                    <a:pt x="401904" y="99491"/>
                  </a:lnTo>
                  <a:lnTo>
                    <a:pt x="399338" y="100444"/>
                  </a:lnTo>
                  <a:lnTo>
                    <a:pt x="399415" y="102349"/>
                  </a:lnTo>
                  <a:lnTo>
                    <a:pt x="366903" y="64427"/>
                  </a:lnTo>
                  <a:lnTo>
                    <a:pt x="369493" y="65036"/>
                  </a:lnTo>
                  <a:lnTo>
                    <a:pt x="375894" y="64630"/>
                  </a:lnTo>
                  <a:lnTo>
                    <a:pt x="377329" y="64096"/>
                  </a:lnTo>
                  <a:lnTo>
                    <a:pt x="377037" y="65824"/>
                  </a:lnTo>
                  <a:lnTo>
                    <a:pt x="377202" y="69557"/>
                  </a:lnTo>
                  <a:lnTo>
                    <a:pt x="377380" y="73291"/>
                  </a:lnTo>
                  <a:lnTo>
                    <a:pt x="378193" y="76276"/>
                  </a:lnTo>
                  <a:lnTo>
                    <a:pt x="379869" y="76174"/>
                  </a:lnTo>
                  <a:lnTo>
                    <a:pt x="380415" y="73113"/>
                  </a:lnTo>
                  <a:lnTo>
                    <a:pt x="380072" y="65633"/>
                  </a:lnTo>
                  <a:lnTo>
                    <a:pt x="379603" y="63957"/>
                  </a:lnTo>
                  <a:lnTo>
                    <a:pt x="381088" y="64300"/>
                  </a:lnTo>
                  <a:lnTo>
                    <a:pt x="384289" y="64109"/>
                  </a:lnTo>
                  <a:lnTo>
                    <a:pt x="387502" y="63906"/>
                  </a:lnTo>
                  <a:lnTo>
                    <a:pt x="390067" y="62941"/>
                  </a:lnTo>
                  <a:lnTo>
                    <a:pt x="389966" y="60985"/>
                  </a:lnTo>
                  <a:lnTo>
                    <a:pt x="387337" y="60350"/>
                  </a:lnTo>
                  <a:lnTo>
                    <a:pt x="380923" y="60756"/>
                  </a:lnTo>
                  <a:lnTo>
                    <a:pt x="379412" y="61328"/>
                  </a:lnTo>
                  <a:lnTo>
                    <a:pt x="379717" y="59575"/>
                  </a:lnTo>
                  <a:lnTo>
                    <a:pt x="379552" y="55829"/>
                  </a:lnTo>
                  <a:lnTo>
                    <a:pt x="379387" y="52095"/>
                  </a:lnTo>
                  <a:lnTo>
                    <a:pt x="378548" y="49110"/>
                  </a:lnTo>
                  <a:lnTo>
                    <a:pt x="378193" y="49136"/>
                  </a:lnTo>
                  <a:lnTo>
                    <a:pt x="411175" y="10668"/>
                  </a:lnTo>
                  <a:lnTo>
                    <a:pt x="444588" y="49669"/>
                  </a:lnTo>
                  <a:lnTo>
                    <a:pt x="442963" y="49758"/>
                  </a:lnTo>
                  <a:lnTo>
                    <a:pt x="442417" y="52819"/>
                  </a:lnTo>
                  <a:lnTo>
                    <a:pt x="442772" y="60299"/>
                  </a:lnTo>
                  <a:lnTo>
                    <a:pt x="443217" y="61963"/>
                  </a:lnTo>
                  <a:lnTo>
                    <a:pt x="441820" y="61620"/>
                  </a:lnTo>
                  <a:lnTo>
                    <a:pt x="438607" y="61823"/>
                  </a:lnTo>
                  <a:lnTo>
                    <a:pt x="435406" y="62026"/>
                  </a:lnTo>
                  <a:lnTo>
                    <a:pt x="432841" y="62992"/>
                  </a:lnTo>
                  <a:lnTo>
                    <a:pt x="432943" y="64947"/>
                  </a:lnTo>
                  <a:lnTo>
                    <a:pt x="435571" y="65570"/>
                  </a:lnTo>
                  <a:lnTo>
                    <a:pt x="441985" y="65176"/>
                  </a:lnTo>
                  <a:lnTo>
                    <a:pt x="443420" y="64643"/>
                  </a:lnTo>
                  <a:lnTo>
                    <a:pt x="443115" y="66357"/>
                  </a:lnTo>
                  <a:lnTo>
                    <a:pt x="443293" y="70091"/>
                  </a:lnTo>
                  <a:lnTo>
                    <a:pt x="443458" y="73837"/>
                  </a:lnTo>
                  <a:lnTo>
                    <a:pt x="444284" y="76822"/>
                  </a:lnTo>
                  <a:lnTo>
                    <a:pt x="444817" y="76796"/>
                  </a:lnTo>
                  <a:lnTo>
                    <a:pt x="444817" y="50342"/>
                  </a:lnTo>
                  <a:lnTo>
                    <a:pt x="444652" y="49745"/>
                  </a:lnTo>
                  <a:lnTo>
                    <a:pt x="454418" y="61137"/>
                  </a:lnTo>
                  <a:lnTo>
                    <a:pt x="454418" y="50469"/>
                  </a:lnTo>
                  <a:lnTo>
                    <a:pt x="420306" y="10668"/>
                  </a:lnTo>
                  <a:lnTo>
                    <a:pt x="411175" y="0"/>
                  </a:lnTo>
                  <a:lnTo>
                    <a:pt x="377126" y="39725"/>
                  </a:lnTo>
                  <a:lnTo>
                    <a:pt x="377126" y="61429"/>
                  </a:lnTo>
                  <a:lnTo>
                    <a:pt x="375729" y="61087"/>
                  </a:lnTo>
                  <a:lnTo>
                    <a:pt x="372529" y="61277"/>
                  </a:lnTo>
                  <a:lnTo>
                    <a:pt x="369316" y="61480"/>
                  </a:lnTo>
                  <a:lnTo>
                    <a:pt x="366839" y="62420"/>
                  </a:lnTo>
                  <a:lnTo>
                    <a:pt x="366839" y="64350"/>
                  </a:lnTo>
                  <a:lnTo>
                    <a:pt x="366001" y="63360"/>
                  </a:lnTo>
                  <a:lnTo>
                    <a:pt x="366750" y="62484"/>
                  </a:lnTo>
                  <a:lnTo>
                    <a:pt x="366839" y="64350"/>
                  </a:lnTo>
                  <a:lnTo>
                    <a:pt x="366839" y="62420"/>
                  </a:lnTo>
                  <a:lnTo>
                    <a:pt x="376542" y="51054"/>
                  </a:lnTo>
                  <a:lnTo>
                    <a:pt x="376339" y="52285"/>
                  </a:lnTo>
                  <a:lnTo>
                    <a:pt x="376682" y="59753"/>
                  </a:lnTo>
                  <a:lnTo>
                    <a:pt x="377126" y="61429"/>
                  </a:lnTo>
                  <a:lnTo>
                    <a:pt x="377126" y="39725"/>
                  </a:lnTo>
                  <a:lnTo>
                    <a:pt x="356857" y="63360"/>
                  </a:lnTo>
                  <a:lnTo>
                    <a:pt x="411175" y="126707"/>
                  </a:lnTo>
                  <a:lnTo>
                    <a:pt x="420306" y="116039"/>
                  </a:lnTo>
                  <a:lnTo>
                    <a:pt x="465480" y="63360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9" name="object 2079" descr=""/>
            <p:cNvSpPr/>
            <p:nvPr/>
          </p:nvSpPr>
          <p:spPr>
            <a:xfrm>
              <a:off x="7789126" y="6908806"/>
              <a:ext cx="310515" cy="204470"/>
            </a:xfrm>
            <a:custGeom>
              <a:avLst/>
              <a:gdLst/>
              <a:ahLst/>
              <a:cxnLst/>
              <a:rect l="l" t="t" r="r" b="b"/>
              <a:pathLst>
                <a:path w="310515" h="204470">
                  <a:moveTo>
                    <a:pt x="116700" y="25120"/>
                  </a:moveTo>
                  <a:lnTo>
                    <a:pt x="116611" y="23164"/>
                  </a:lnTo>
                  <a:lnTo>
                    <a:pt x="113969" y="22529"/>
                  </a:lnTo>
                  <a:lnTo>
                    <a:pt x="107556" y="22936"/>
                  </a:lnTo>
                  <a:lnTo>
                    <a:pt x="106045" y="23507"/>
                  </a:lnTo>
                  <a:lnTo>
                    <a:pt x="106349" y="21755"/>
                  </a:lnTo>
                  <a:lnTo>
                    <a:pt x="106184" y="18008"/>
                  </a:lnTo>
                  <a:lnTo>
                    <a:pt x="106019" y="14274"/>
                  </a:lnTo>
                  <a:lnTo>
                    <a:pt x="105194" y="11290"/>
                  </a:lnTo>
                  <a:lnTo>
                    <a:pt x="103517" y="11391"/>
                  </a:lnTo>
                  <a:lnTo>
                    <a:pt x="102971" y="14465"/>
                  </a:lnTo>
                  <a:lnTo>
                    <a:pt x="103314" y="21932"/>
                  </a:lnTo>
                  <a:lnTo>
                    <a:pt x="103771" y="23609"/>
                  </a:lnTo>
                  <a:lnTo>
                    <a:pt x="102362" y="23266"/>
                  </a:lnTo>
                  <a:lnTo>
                    <a:pt x="99161" y="23456"/>
                  </a:lnTo>
                  <a:lnTo>
                    <a:pt x="95961" y="23660"/>
                  </a:lnTo>
                  <a:lnTo>
                    <a:pt x="93395" y="24625"/>
                  </a:lnTo>
                  <a:lnTo>
                    <a:pt x="93484" y="26581"/>
                  </a:lnTo>
                  <a:lnTo>
                    <a:pt x="96126" y="27216"/>
                  </a:lnTo>
                  <a:lnTo>
                    <a:pt x="102527" y="26809"/>
                  </a:lnTo>
                  <a:lnTo>
                    <a:pt x="103962" y="26276"/>
                  </a:lnTo>
                  <a:lnTo>
                    <a:pt x="103670" y="28003"/>
                  </a:lnTo>
                  <a:lnTo>
                    <a:pt x="103835" y="31737"/>
                  </a:lnTo>
                  <a:lnTo>
                    <a:pt x="104000" y="35471"/>
                  </a:lnTo>
                  <a:lnTo>
                    <a:pt x="104838" y="38455"/>
                  </a:lnTo>
                  <a:lnTo>
                    <a:pt x="106502" y="38354"/>
                  </a:lnTo>
                  <a:lnTo>
                    <a:pt x="107048" y="35293"/>
                  </a:lnTo>
                  <a:lnTo>
                    <a:pt x="106705" y="27813"/>
                  </a:lnTo>
                  <a:lnTo>
                    <a:pt x="106248" y="26136"/>
                  </a:lnTo>
                  <a:lnTo>
                    <a:pt x="107734" y="26479"/>
                  </a:lnTo>
                  <a:lnTo>
                    <a:pt x="110934" y="26289"/>
                  </a:lnTo>
                  <a:lnTo>
                    <a:pt x="114134" y="26085"/>
                  </a:lnTo>
                  <a:lnTo>
                    <a:pt x="116700" y="25120"/>
                  </a:lnTo>
                  <a:close/>
                </a:path>
                <a:path w="310515" h="204470">
                  <a:moveTo>
                    <a:pt x="149593" y="63474"/>
                  </a:moveTo>
                  <a:lnTo>
                    <a:pt x="149491" y="61518"/>
                  </a:lnTo>
                  <a:lnTo>
                    <a:pt x="146850" y="60896"/>
                  </a:lnTo>
                  <a:lnTo>
                    <a:pt x="140449" y="61290"/>
                  </a:lnTo>
                  <a:lnTo>
                    <a:pt x="137896" y="62255"/>
                  </a:lnTo>
                  <a:lnTo>
                    <a:pt x="137972" y="64211"/>
                  </a:lnTo>
                  <a:lnTo>
                    <a:pt x="140614" y="64846"/>
                  </a:lnTo>
                  <a:lnTo>
                    <a:pt x="143814" y="64643"/>
                  </a:lnTo>
                  <a:lnTo>
                    <a:pt x="147027" y="64439"/>
                  </a:lnTo>
                  <a:lnTo>
                    <a:pt x="149593" y="63474"/>
                  </a:lnTo>
                  <a:close/>
                </a:path>
                <a:path w="310515" h="204470">
                  <a:moveTo>
                    <a:pt x="259943" y="63360"/>
                  </a:moveTo>
                  <a:lnTo>
                    <a:pt x="250812" y="52717"/>
                  </a:lnTo>
                  <a:lnTo>
                    <a:pt x="250812" y="63360"/>
                  </a:lnTo>
                  <a:lnTo>
                    <a:pt x="240703" y="75145"/>
                  </a:lnTo>
                  <a:lnTo>
                    <a:pt x="240969" y="73647"/>
                  </a:lnTo>
                  <a:lnTo>
                    <a:pt x="240626" y="66167"/>
                  </a:lnTo>
                  <a:lnTo>
                    <a:pt x="240169" y="64490"/>
                  </a:lnTo>
                  <a:lnTo>
                    <a:pt x="241655" y="64846"/>
                  </a:lnTo>
                  <a:lnTo>
                    <a:pt x="244856" y="64643"/>
                  </a:lnTo>
                  <a:lnTo>
                    <a:pt x="248056" y="64439"/>
                  </a:lnTo>
                  <a:lnTo>
                    <a:pt x="250621" y="63474"/>
                  </a:lnTo>
                  <a:lnTo>
                    <a:pt x="250596" y="63131"/>
                  </a:lnTo>
                  <a:lnTo>
                    <a:pt x="250812" y="63360"/>
                  </a:lnTo>
                  <a:lnTo>
                    <a:pt x="250812" y="52717"/>
                  </a:lnTo>
                  <a:lnTo>
                    <a:pt x="248894" y="50469"/>
                  </a:lnTo>
                  <a:lnTo>
                    <a:pt x="248894" y="61137"/>
                  </a:lnTo>
                  <a:lnTo>
                    <a:pt x="247891" y="60896"/>
                  </a:lnTo>
                  <a:lnTo>
                    <a:pt x="241477" y="61290"/>
                  </a:lnTo>
                  <a:lnTo>
                    <a:pt x="239966" y="61861"/>
                  </a:lnTo>
                  <a:lnTo>
                    <a:pt x="240271" y="60109"/>
                  </a:lnTo>
                  <a:lnTo>
                    <a:pt x="240106" y="56375"/>
                  </a:lnTo>
                  <a:lnTo>
                    <a:pt x="239941" y="52641"/>
                  </a:lnTo>
                  <a:lnTo>
                    <a:pt x="239293" y="50342"/>
                  </a:lnTo>
                  <a:lnTo>
                    <a:pt x="239293" y="76796"/>
                  </a:lnTo>
                  <a:lnTo>
                    <a:pt x="205651" y="116039"/>
                  </a:lnTo>
                  <a:lnTo>
                    <a:pt x="193967" y="102438"/>
                  </a:lnTo>
                  <a:lnTo>
                    <a:pt x="196545" y="103035"/>
                  </a:lnTo>
                  <a:lnTo>
                    <a:pt x="202946" y="102641"/>
                  </a:lnTo>
                  <a:lnTo>
                    <a:pt x="204381" y="102108"/>
                  </a:lnTo>
                  <a:lnTo>
                    <a:pt x="204089" y="103822"/>
                  </a:lnTo>
                  <a:lnTo>
                    <a:pt x="204254" y="107569"/>
                  </a:lnTo>
                  <a:lnTo>
                    <a:pt x="204419" y="111302"/>
                  </a:lnTo>
                  <a:lnTo>
                    <a:pt x="205244" y="114287"/>
                  </a:lnTo>
                  <a:lnTo>
                    <a:pt x="206921" y="114185"/>
                  </a:lnTo>
                  <a:lnTo>
                    <a:pt x="207467" y="111112"/>
                  </a:lnTo>
                  <a:lnTo>
                    <a:pt x="207124" y="103632"/>
                  </a:lnTo>
                  <a:lnTo>
                    <a:pt x="206667" y="101968"/>
                  </a:lnTo>
                  <a:lnTo>
                    <a:pt x="208140" y="102311"/>
                  </a:lnTo>
                  <a:lnTo>
                    <a:pt x="211353" y="102108"/>
                  </a:lnTo>
                  <a:lnTo>
                    <a:pt x="214553" y="101904"/>
                  </a:lnTo>
                  <a:lnTo>
                    <a:pt x="217119" y="100952"/>
                  </a:lnTo>
                  <a:lnTo>
                    <a:pt x="217017" y="98983"/>
                  </a:lnTo>
                  <a:lnTo>
                    <a:pt x="214388" y="98361"/>
                  </a:lnTo>
                  <a:lnTo>
                    <a:pt x="207975" y="98755"/>
                  </a:lnTo>
                  <a:lnTo>
                    <a:pt x="206463" y="99326"/>
                  </a:lnTo>
                  <a:lnTo>
                    <a:pt x="206768" y="97574"/>
                  </a:lnTo>
                  <a:lnTo>
                    <a:pt x="206603" y="93840"/>
                  </a:lnTo>
                  <a:lnTo>
                    <a:pt x="206438" y="90093"/>
                  </a:lnTo>
                  <a:lnTo>
                    <a:pt x="205600" y="87122"/>
                  </a:lnTo>
                  <a:lnTo>
                    <a:pt x="203936" y="87223"/>
                  </a:lnTo>
                  <a:lnTo>
                    <a:pt x="203390" y="90284"/>
                  </a:lnTo>
                  <a:lnTo>
                    <a:pt x="203733" y="97764"/>
                  </a:lnTo>
                  <a:lnTo>
                    <a:pt x="204177" y="99428"/>
                  </a:lnTo>
                  <a:lnTo>
                    <a:pt x="202780" y="99085"/>
                  </a:lnTo>
                  <a:lnTo>
                    <a:pt x="199580" y="99288"/>
                  </a:lnTo>
                  <a:lnTo>
                    <a:pt x="196380" y="99491"/>
                  </a:lnTo>
                  <a:lnTo>
                    <a:pt x="193814" y="100444"/>
                  </a:lnTo>
                  <a:lnTo>
                    <a:pt x="193890" y="102349"/>
                  </a:lnTo>
                  <a:lnTo>
                    <a:pt x="161378" y="64427"/>
                  </a:lnTo>
                  <a:lnTo>
                    <a:pt x="163957" y="65036"/>
                  </a:lnTo>
                  <a:lnTo>
                    <a:pt x="170370" y="64630"/>
                  </a:lnTo>
                  <a:lnTo>
                    <a:pt x="171792" y="64096"/>
                  </a:lnTo>
                  <a:lnTo>
                    <a:pt x="171500" y="65824"/>
                  </a:lnTo>
                  <a:lnTo>
                    <a:pt x="171678" y="69557"/>
                  </a:lnTo>
                  <a:lnTo>
                    <a:pt x="171843" y="73291"/>
                  </a:lnTo>
                  <a:lnTo>
                    <a:pt x="172669" y="76276"/>
                  </a:lnTo>
                  <a:lnTo>
                    <a:pt x="174345" y="76174"/>
                  </a:lnTo>
                  <a:lnTo>
                    <a:pt x="174891" y="73113"/>
                  </a:lnTo>
                  <a:lnTo>
                    <a:pt x="174536" y="65633"/>
                  </a:lnTo>
                  <a:lnTo>
                    <a:pt x="174078" y="63957"/>
                  </a:lnTo>
                  <a:lnTo>
                    <a:pt x="175564" y="64300"/>
                  </a:lnTo>
                  <a:lnTo>
                    <a:pt x="178765" y="64109"/>
                  </a:lnTo>
                  <a:lnTo>
                    <a:pt x="181965" y="63906"/>
                  </a:lnTo>
                  <a:lnTo>
                    <a:pt x="184531" y="62941"/>
                  </a:lnTo>
                  <a:lnTo>
                    <a:pt x="184442" y="60985"/>
                  </a:lnTo>
                  <a:lnTo>
                    <a:pt x="181800" y="60350"/>
                  </a:lnTo>
                  <a:lnTo>
                    <a:pt x="175399" y="60756"/>
                  </a:lnTo>
                  <a:lnTo>
                    <a:pt x="173888" y="61328"/>
                  </a:lnTo>
                  <a:lnTo>
                    <a:pt x="174193" y="59575"/>
                  </a:lnTo>
                  <a:lnTo>
                    <a:pt x="174015" y="55829"/>
                  </a:lnTo>
                  <a:lnTo>
                    <a:pt x="173850" y="52095"/>
                  </a:lnTo>
                  <a:lnTo>
                    <a:pt x="173024" y="49110"/>
                  </a:lnTo>
                  <a:lnTo>
                    <a:pt x="172669" y="49136"/>
                  </a:lnTo>
                  <a:lnTo>
                    <a:pt x="204431" y="12090"/>
                  </a:lnTo>
                  <a:lnTo>
                    <a:pt x="204012" y="14465"/>
                  </a:lnTo>
                  <a:lnTo>
                    <a:pt x="204355" y="21932"/>
                  </a:lnTo>
                  <a:lnTo>
                    <a:pt x="204800" y="23609"/>
                  </a:lnTo>
                  <a:lnTo>
                    <a:pt x="203403" y="23266"/>
                  </a:lnTo>
                  <a:lnTo>
                    <a:pt x="200202" y="23456"/>
                  </a:lnTo>
                  <a:lnTo>
                    <a:pt x="196989" y="23660"/>
                  </a:lnTo>
                  <a:lnTo>
                    <a:pt x="194424" y="24625"/>
                  </a:lnTo>
                  <a:lnTo>
                    <a:pt x="194525" y="26581"/>
                  </a:lnTo>
                  <a:lnTo>
                    <a:pt x="197167" y="27216"/>
                  </a:lnTo>
                  <a:lnTo>
                    <a:pt x="203568" y="26809"/>
                  </a:lnTo>
                  <a:lnTo>
                    <a:pt x="206121" y="25844"/>
                  </a:lnTo>
                  <a:lnTo>
                    <a:pt x="206082" y="24879"/>
                  </a:lnTo>
                  <a:lnTo>
                    <a:pt x="206857" y="24828"/>
                  </a:lnTo>
                  <a:lnTo>
                    <a:pt x="207391" y="21755"/>
                  </a:lnTo>
                  <a:lnTo>
                    <a:pt x="207225" y="18008"/>
                  </a:lnTo>
                  <a:lnTo>
                    <a:pt x="207060" y="14274"/>
                  </a:lnTo>
                  <a:lnTo>
                    <a:pt x="206235" y="11366"/>
                  </a:lnTo>
                  <a:lnTo>
                    <a:pt x="239064" y="49669"/>
                  </a:lnTo>
                  <a:lnTo>
                    <a:pt x="237439" y="49758"/>
                  </a:lnTo>
                  <a:lnTo>
                    <a:pt x="236893" y="52819"/>
                  </a:lnTo>
                  <a:lnTo>
                    <a:pt x="237236" y="60299"/>
                  </a:lnTo>
                  <a:lnTo>
                    <a:pt x="237680" y="61963"/>
                  </a:lnTo>
                  <a:lnTo>
                    <a:pt x="236283" y="61620"/>
                  </a:lnTo>
                  <a:lnTo>
                    <a:pt x="233083" y="61823"/>
                  </a:lnTo>
                  <a:lnTo>
                    <a:pt x="229882" y="62026"/>
                  </a:lnTo>
                  <a:lnTo>
                    <a:pt x="227317" y="62992"/>
                  </a:lnTo>
                  <a:lnTo>
                    <a:pt x="227406" y="64947"/>
                  </a:lnTo>
                  <a:lnTo>
                    <a:pt x="230047" y="65570"/>
                  </a:lnTo>
                  <a:lnTo>
                    <a:pt x="236461" y="65176"/>
                  </a:lnTo>
                  <a:lnTo>
                    <a:pt x="237883" y="64643"/>
                  </a:lnTo>
                  <a:lnTo>
                    <a:pt x="237591" y="66357"/>
                  </a:lnTo>
                  <a:lnTo>
                    <a:pt x="237756" y="70091"/>
                  </a:lnTo>
                  <a:lnTo>
                    <a:pt x="237921" y="73837"/>
                  </a:lnTo>
                  <a:lnTo>
                    <a:pt x="238760" y="76822"/>
                  </a:lnTo>
                  <a:lnTo>
                    <a:pt x="239293" y="76796"/>
                  </a:lnTo>
                  <a:lnTo>
                    <a:pt x="239293" y="50342"/>
                  </a:lnTo>
                  <a:lnTo>
                    <a:pt x="239128" y="49745"/>
                  </a:lnTo>
                  <a:lnTo>
                    <a:pt x="248894" y="61137"/>
                  </a:lnTo>
                  <a:lnTo>
                    <a:pt x="248894" y="50469"/>
                  </a:lnTo>
                  <a:lnTo>
                    <a:pt x="214782" y="10668"/>
                  </a:lnTo>
                  <a:lnTo>
                    <a:pt x="206184" y="635"/>
                  </a:lnTo>
                  <a:lnTo>
                    <a:pt x="206184" y="11303"/>
                  </a:lnTo>
                  <a:lnTo>
                    <a:pt x="205054" y="11366"/>
                  </a:lnTo>
                  <a:lnTo>
                    <a:pt x="205651" y="10668"/>
                  </a:lnTo>
                  <a:lnTo>
                    <a:pt x="206184" y="11303"/>
                  </a:lnTo>
                  <a:lnTo>
                    <a:pt x="206184" y="635"/>
                  </a:lnTo>
                  <a:lnTo>
                    <a:pt x="205651" y="0"/>
                  </a:lnTo>
                  <a:lnTo>
                    <a:pt x="171602" y="39725"/>
                  </a:lnTo>
                  <a:lnTo>
                    <a:pt x="171602" y="61429"/>
                  </a:lnTo>
                  <a:lnTo>
                    <a:pt x="170205" y="61087"/>
                  </a:lnTo>
                  <a:lnTo>
                    <a:pt x="166992" y="61277"/>
                  </a:lnTo>
                  <a:lnTo>
                    <a:pt x="163791" y="61480"/>
                  </a:lnTo>
                  <a:lnTo>
                    <a:pt x="161302" y="62433"/>
                  </a:lnTo>
                  <a:lnTo>
                    <a:pt x="161302" y="64338"/>
                  </a:lnTo>
                  <a:lnTo>
                    <a:pt x="160477" y="63360"/>
                  </a:lnTo>
                  <a:lnTo>
                    <a:pt x="161226" y="62496"/>
                  </a:lnTo>
                  <a:lnTo>
                    <a:pt x="161302" y="64338"/>
                  </a:lnTo>
                  <a:lnTo>
                    <a:pt x="161302" y="62433"/>
                  </a:lnTo>
                  <a:lnTo>
                    <a:pt x="171018" y="51066"/>
                  </a:lnTo>
                  <a:lnTo>
                    <a:pt x="170802" y="52285"/>
                  </a:lnTo>
                  <a:lnTo>
                    <a:pt x="171157" y="59753"/>
                  </a:lnTo>
                  <a:lnTo>
                    <a:pt x="171602" y="61429"/>
                  </a:lnTo>
                  <a:lnTo>
                    <a:pt x="171602" y="39725"/>
                  </a:lnTo>
                  <a:lnTo>
                    <a:pt x="151333" y="63360"/>
                  </a:lnTo>
                  <a:lnTo>
                    <a:pt x="205651" y="126707"/>
                  </a:lnTo>
                  <a:lnTo>
                    <a:pt x="214782" y="116039"/>
                  </a:lnTo>
                  <a:lnTo>
                    <a:pt x="259943" y="63360"/>
                  </a:lnTo>
                  <a:close/>
                </a:path>
                <a:path w="310515" h="204470">
                  <a:moveTo>
                    <a:pt x="310438" y="140512"/>
                  </a:moveTo>
                  <a:lnTo>
                    <a:pt x="301307" y="129870"/>
                  </a:lnTo>
                  <a:lnTo>
                    <a:pt x="301307" y="140512"/>
                  </a:lnTo>
                  <a:lnTo>
                    <a:pt x="291198" y="152311"/>
                  </a:lnTo>
                  <a:lnTo>
                    <a:pt x="291465" y="150812"/>
                  </a:lnTo>
                  <a:lnTo>
                    <a:pt x="291122" y="143332"/>
                  </a:lnTo>
                  <a:lnTo>
                    <a:pt x="290664" y="141655"/>
                  </a:lnTo>
                  <a:lnTo>
                    <a:pt x="292138" y="141998"/>
                  </a:lnTo>
                  <a:lnTo>
                    <a:pt x="295351" y="141808"/>
                  </a:lnTo>
                  <a:lnTo>
                    <a:pt x="298551" y="141605"/>
                  </a:lnTo>
                  <a:lnTo>
                    <a:pt x="301117" y="140639"/>
                  </a:lnTo>
                  <a:lnTo>
                    <a:pt x="301091" y="140271"/>
                  </a:lnTo>
                  <a:lnTo>
                    <a:pt x="301307" y="140512"/>
                  </a:lnTo>
                  <a:lnTo>
                    <a:pt x="301307" y="129870"/>
                  </a:lnTo>
                  <a:lnTo>
                    <a:pt x="299402" y="127647"/>
                  </a:lnTo>
                  <a:lnTo>
                    <a:pt x="299402" y="138315"/>
                  </a:lnTo>
                  <a:lnTo>
                    <a:pt x="298386" y="138061"/>
                  </a:lnTo>
                  <a:lnTo>
                    <a:pt x="291973" y="138455"/>
                  </a:lnTo>
                  <a:lnTo>
                    <a:pt x="290461" y="139026"/>
                  </a:lnTo>
                  <a:lnTo>
                    <a:pt x="290766" y="137274"/>
                  </a:lnTo>
                  <a:lnTo>
                    <a:pt x="290601" y="133540"/>
                  </a:lnTo>
                  <a:lnTo>
                    <a:pt x="290436" y="129794"/>
                  </a:lnTo>
                  <a:lnTo>
                    <a:pt x="289788" y="127495"/>
                  </a:lnTo>
                  <a:lnTo>
                    <a:pt x="289788" y="153949"/>
                  </a:lnTo>
                  <a:lnTo>
                    <a:pt x="256133" y="193205"/>
                  </a:lnTo>
                  <a:lnTo>
                    <a:pt x="244449" y="179578"/>
                  </a:lnTo>
                  <a:lnTo>
                    <a:pt x="247040" y="180200"/>
                  </a:lnTo>
                  <a:lnTo>
                    <a:pt x="253441" y="179793"/>
                  </a:lnTo>
                  <a:lnTo>
                    <a:pt x="254876" y="179260"/>
                  </a:lnTo>
                  <a:lnTo>
                    <a:pt x="254584" y="180987"/>
                  </a:lnTo>
                  <a:lnTo>
                    <a:pt x="254749" y="184721"/>
                  </a:lnTo>
                  <a:lnTo>
                    <a:pt x="254914" y="188455"/>
                  </a:lnTo>
                  <a:lnTo>
                    <a:pt x="255739" y="191439"/>
                  </a:lnTo>
                  <a:lnTo>
                    <a:pt x="257416" y="191338"/>
                  </a:lnTo>
                  <a:lnTo>
                    <a:pt x="257962" y="188277"/>
                  </a:lnTo>
                  <a:lnTo>
                    <a:pt x="257619" y="180797"/>
                  </a:lnTo>
                  <a:lnTo>
                    <a:pt x="257149" y="179120"/>
                  </a:lnTo>
                  <a:lnTo>
                    <a:pt x="258635" y="179463"/>
                  </a:lnTo>
                  <a:lnTo>
                    <a:pt x="261835" y="179273"/>
                  </a:lnTo>
                  <a:lnTo>
                    <a:pt x="265049" y="179070"/>
                  </a:lnTo>
                  <a:lnTo>
                    <a:pt x="267614" y="178104"/>
                  </a:lnTo>
                  <a:lnTo>
                    <a:pt x="267512" y="176149"/>
                  </a:lnTo>
                  <a:lnTo>
                    <a:pt x="264883" y="175526"/>
                  </a:lnTo>
                  <a:lnTo>
                    <a:pt x="258470" y="175920"/>
                  </a:lnTo>
                  <a:lnTo>
                    <a:pt x="256959" y="176491"/>
                  </a:lnTo>
                  <a:lnTo>
                    <a:pt x="257263" y="174739"/>
                  </a:lnTo>
                  <a:lnTo>
                    <a:pt x="257098" y="170992"/>
                  </a:lnTo>
                  <a:lnTo>
                    <a:pt x="256933" y="167259"/>
                  </a:lnTo>
                  <a:lnTo>
                    <a:pt x="256095" y="164274"/>
                  </a:lnTo>
                  <a:lnTo>
                    <a:pt x="254431" y="164376"/>
                  </a:lnTo>
                  <a:lnTo>
                    <a:pt x="253885" y="167449"/>
                  </a:lnTo>
                  <a:lnTo>
                    <a:pt x="254228" y="174929"/>
                  </a:lnTo>
                  <a:lnTo>
                    <a:pt x="254673" y="176593"/>
                  </a:lnTo>
                  <a:lnTo>
                    <a:pt x="253276" y="176250"/>
                  </a:lnTo>
                  <a:lnTo>
                    <a:pt x="250075" y="176453"/>
                  </a:lnTo>
                  <a:lnTo>
                    <a:pt x="246862" y="176644"/>
                  </a:lnTo>
                  <a:lnTo>
                    <a:pt x="244297" y="177609"/>
                  </a:lnTo>
                  <a:lnTo>
                    <a:pt x="244386" y="179514"/>
                  </a:lnTo>
                  <a:lnTo>
                    <a:pt x="211886" y="141592"/>
                  </a:lnTo>
                  <a:lnTo>
                    <a:pt x="214452" y="142189"/>
                  </a:lnTo>
                  <a:lnTo>
                    <a:pt x="220865" y="141795"/>
                  </a:lnTo>
                  <a:lnTo>
                    <a:pt x="222288" y="141262"/>
                  </a:lnTo>
                  <a:lnTo>
                    <a:pt x="221996" y="142976"/>
                  </a:lnTo>
                  <a:lnTo>
                    <a:pt x="222161" y="146723"/>
                  </a:lnTo>
                  <a:lnTo>
                    <a:pt x="222338" y="150456"/>
                  </a:lnTo>
                  <a:lnTo>
                    <a:pt x="223164" y="153441"/>
                  </a:lnTo>
                  <a:lnTo>
                    <a:pt x="224840" y="153339"/>
                  </a:lnTo>
                  <a:lnTo>
                    <a:pt x="225386" y="150266"/>
                  </a:lnTo>
                  <a:lnTo>
                    <a:pt x="225031" y="142786"/>
                  </a:lnTo>
                  <a:lnTo>
                    <a:pt x="224574" y="141109"/>
                  </a:lnTo>
                  <a:lnTo>
                    <a:pt x="226060" y="141465"/>
                  </a:lnTo>
                  <a:lnTo>
                    <a:pt x="229260" y="141262"/>
                  </a:lnTo>
                  <a:lnTo>
                    <a:pt x="232460" y="141071"/>
                  </a:lnTo>
                  <a:lnTo>
                    <a:pt x="235026" y="140106"/>
                  </a:lnTo>
                  <a:lnTo>
                    <a:pt x="234937" y="138150"/>
                  </a:lnTo>
                  <a:lnTo>
                    <a:pt x="232295" y="137515"/>
                  </a:lnTo>
                  <a:lnTo>
                    <a:pt x="225894" y="137909"/>
                  </a:lnTo>
                  <a:lnTo>
                    <a:pt x="224370" y="138480"/>
                  </a:lnTo>
                  <a:lnTo>
                    <a:pt x="224688" y="136728"/>
                  </a:lnTo>
                  <a:lnTo>
                    <a:pt x="224510" y="132994"/>
                  </a:lnTo>
                  <a:lnTo>
                    <a:pt x="224345" y="129260"/>
                  </a:lnTo>
                  <a:lnTo>
                    <a:pt x="223520" y="126276"/>
                  </a:lnTo>
                  <a:lnTo>
                    <a:pt x="223151" y="126301"/>
                  </a:lnTo>
                  <a:lnTo>
                    <a:pt x="254927" y="89217"/>
                  </a:lnTo>
                  <a:lnTo>
                    <a:pt x="254508" y="91617"/>
                  </a:lnTo>
                  <a:lnTo>
                    <a:pt x="254850" y="99098"/>
                  </a:lnTo>
                  <a:lnTo>
                    <a:pt x="255295" y="100761"/>
                  </a:lnTo>
                  <a:lnTo>
                    <a:pt x="253898" y="100418"/>
                  </a:lnTo>
                  <a:lnTo>
                    <a:pt x="250698" y="100622"/>
                  </a:lnTo>
                  <a:lnTo>
                    <a:pt x="247484" y="100825"/>
                  </a:lnTo>
                  <a:lnTo>
                    <a:pt x="244919" y="101790"/>
                  </a:lnTo>
                  <a:lnTo>
                    <a:pt x="245021" y="103746"/>
                  </a:lnTo>
                  <a:lnTo>
                    <a:pt x="247662" y="104368"/>
                  </a:lnTo>
                  <a:lnTo>
                    <a:pt x="254063" y="103974"/>
                  </a:lnTo>
                  <a:lnTo>
                    <a:pt x="255498" y="103441"/>
                  </a:lnTo>
                  <a:lnTo>
                    <a:pt x="255206" y="105156"/>
                  </a:lnTo>
                  <a:lnTo>
                    <a:pt x="255371" y="108902"/>
                  </a:lnTo>
                  <a:lnTo>
                    <a:pt x="255536" y="112636"/>
                  </a:lnTo>
                  <a:lnTo>
                    <a:pt x="256362" y="115620"/>
                  </a:lnTo>
                  <a:lnTo>
                    <a:pt x="258038" y="115519"/>
                  </a:lnTo>
                  <a:lnTo>
                    <a:pt x="258584" y="112445"/>
                  </a:lnTo>
                  <a:lnTo>
                    <a:pt x="258241" y="104965"/>
                  </a:lnTo>
                  <a:lnTo>
                    <a:pt x="257771" y="103289"/>
                  </a:lnTo>
                  <a:lnTo>
                    <a:pt x="259257" y="103644"/>
                  </a:lnTo>
                  <a:lnTo>
                    <a:pt x="262458" y="103441"/>
                  </a:lnTo>
                  <a:lnTo>
                    <a:pt x="265671" y="103251"/>
                  </a:lnTo>
                  <a:lnTo>
                    <a:pt x="268236" y="102285"/>
                  </a:lnTo>
                  <a:lnTo>
                    <a:pt x="268211" y="101942"/>
                  </a:lnTo>
                  <a:lnTo>
                    <a:pt x="289560" y="126822"/>
                  </a:lnTo>
                  <a:lnTo>
                    <a:pt x="287934" y="126911"/>
                  </a:lnTo>
                  <a:lnTo>
                    <a:pt x="287388" y="129984"/>
                  </a:lnTo>
                  <a:lnTo>
                    <a:pt x="287731" y="137464"/>
                  </a:lnTo>
                  <a:lnTo>
                    <a:pt x="288175" y="139128"/>
                  </a:lnTo>
                  <a:lnTo>
                    <a:pt x="286778" y="138785"/>
                  </a:lnTo>
                  <a:lnTo>
                    <a:pt x="283578" y="138988"/>
                  </a:lnTo>
                  <a:lnTo>
                    <a:pt x="280377" y="139179"/>
                  </a:lnTo>
                  <a:lnTo>
                    <a:pt x="277812" y="140144"/>
                  </a:lnTo>
                  <a:lnTo>
                    <a:pt x="277901" y="142100"/>
                  </a:lnTo>
                  <a:lnTo>
                    <a:pt x="280543" y="142735"/>
                  </a:lnTo>
                  <a:lnTo>
                    <a:pt x="286956" y="142328"/>
                  </a:lnTo>
                  <a:lnTo>
                    <a:pt x="288378" y="141808"/>
                  </a:lnTo>
                  <a:lnTo>
                    <a:pt x="288086" y="143522"/>
                  </a:lnTo>
                  <a:lnTo>
                    <a:pt x="288251" y="147256"/>
                  </a:lnTo>
                  <a:lnTo>
                    <a:pt x="288417" y="150990"/>
                  </a:lnTo>
                  <a:lnTo>
                    <a:pt x="289255" y="153974"/>
                  </a:lnTo>
                  <a:lnTo>
                    <a:pt x="289788" y="153949"/>
                  </a:lnTo>
                  <a:lnTo>
                    <a:pt x="289788" y="127495"/>
                  </a:lnTo>
                  <a:lnTo>
                    <a:pt x="289623" y="126898"/>
                  </a:lnTo>
                  <a:lnTo>
                    <a:pt x="299402" y="138315"/>
                  </a:lnTo>
                  <a:lnTo>
                    <a:pt x="299402" y="127647"/>
                  </a:lnTo>
                  <a:lnTo>
                    <a:pt x="266496" y="89255"/>
                  </a:lnTo>
                  <a:lnTo>
                    <a:pt x="266496" y="99949"/>
                  </a:lnTo>
                  <a:lnTo>
                    <a:pt x="265506" y="99695"/>
                  </a:lnTo>
                  <a:lnTo>
                    <a:pt x="259092" y="100088"/>
                  </a:lnTo>
                  <a:lnTo>
                    <a:pt x="257581" y="100660"/>
                  </a:lnTo>
                  <a:lnTo>
                    <a:pt x="257886" y="98907"/>
                  </a:lnTo>
                  <a:lnTo>
                    <a:pt x="257721" y="95173"/>
                  </a:lnTo>
                  <a:lnTo>
                    <a:pt x="257556" y="91440"/>
                  </a:lnTo>
                  <a:lnTo>
                    <a:pt x="256730" y="88531"/>
                  </a:lnTo>
                  <a:lnTo>
                    <a:pt x="266496" y="99949"/>
                  </a:lnTo>
                  <a:lnTo>
                    <a:pt x="266496" y="89255"/>
                  </a:lnTo>
                  <a:lnTo>
                    <a:pt x="265277" y="87820"/>
                  </a:lnTo>
                  <a:lnTo>
                    <a:pt x="256679" y="77812"/>
                  </a:lnTo>
                  <a:lnTo>
                    <a:pt x="256679" y="88468"/>
                  </a:lnTo>
                  <a:lnTo>
                    <a:pt x="255524" y="88531"/>
                  </a:lnTo>
                  <a:lnTo>
                    <a:pt x="256133" y="87820"/>
                  </a:lnTo>
                  <a:lnTo>
                    <a:pt x="256679" y="88468"/>
                  </a:lnTo>
                  <a:lnTo>
                    <a:pt x="256679" y="77812"/>
                  </a:lnTo>
                  <a:lnTo>
                    <a:pt x="256133" y="77165"/>
                  </a:lnTo>
                  <a:lnTo>
                    <a:pt x="222084" y="116890"/>
                  </a:lnTo>
                  <a:lnTo>
                    <a:pt x="222084" y="138582"/>
                  </a:lnTo>
                  <a:lnTo>
                    <a:pt x="220700" y="138239"/>
                  </a:lnTo>
                  <a:lnTo>
                    <a:pt x="217487" y="138442"/>
                  </a:lnTo>
                  <a:lnTo>
                    <a:pt x="214287" y="138645"/>
                  </a:lnTo>
                  <a:lnTo>
                    <a:pt x="211797" y="139585"/>
                  </a:lnTo>
                  <a:lnTo>
                    <a:pt x="211797" y="141490"/>
                  </a:lnTo>
                  <a:lnTo>
                    <a:pt x="210972" y="140512"/>
                  </a:lnTo>
                  <a:lnTo>
                    <a:pt x="211721" y="139649"/>
                  </a:lnTo>
                  <a:lnTo>
                    <a:pt x="211797" y="141490"/>
                  </a:lnTo>
                  <a:lnTo>
                    <a:pt x="211797" y="139585"/>
                  </a:lnTo>
                  <a:lnTo>
                    <a:pt x="221513" y="128219"/>
                  </a:lnTo>
                  <a:lnTo>
                    <a:pt x="221297" y="129438"/>
                  </a:lnTo>
                  <a:lnTo>
                    <a:pt x="221640" y="136918"/>
                  </a:lnTo>
                  <a:lnTo>
                    <a:pt x="222084" y="138582"/>
                  </a:lnTo>
                  <a:lnTo>
                    <a:pt x="222084" y="116890"/>
                  </a:lnTo>
                  <a:lnTo>
                    <a:pt x="204952" y="136867"/>
                  </a:lnTo>
                  <a:lnTo>
                    <a:pt x="198958" y="129882"/>
                  </a:lnTo>
                  <a:lnTo>
                    <a:pt x="198958" y="140512"/>
                  </a:lnTo>
                  <a:lnTo>
                    <a:pt x="188849" y="152311"/>
                  </a:lnTo>
                  <a:lnTo>
                    <a:pt x="189115" y="150812"/>
                  </a:lnTo>
                  <a:lnTo>
                    <a:pt x="188772" y="143332"/>
                  </a:lnTo>
                  <a:lnTo>
                    <a:pt x="188315" y="141655"/>
                  </a:lnTo>
                  <a:lnTo>
                    <a:pt x="189788" y="141998"/>
                  </a:lnTo>
                  <a:lnTo>
                    <a:pt x="192989" y="141808"/>
                  </a:lnTo>
                  <a:lnTo>
                    <a:pt x="196202" y="141605"/>
                  </a:lnTo>
                  <a:lnTo>
                    <a:pt x="198767" y="140639"/>
                  </a:lnTo>
                  <a:lnTo>
                    <a:pt x="198742" y="140271"/>
                  </a:lnTo>
                  <a:lnTo>
                    <a:pt x="198958" y="140512"/>
                  </a:lnTo>
                  <a:lnTo>
                    <a:pt x="198958" y="129882"/>
                  </a:lnTo>
                  <a:lnTo>
                    <a:pt x="197053" y="127660"/>
                  </a:lnTo>
                  <a:lnTo>
                    <a:pt x="197053" y="138315"/>
                  </a:lnTo>
                  <a:lnTo>
                    <a:pt x="196037" y="138061"/>
                  </a:lnTo>
                  <a:lnTo>
                    <a:pt x="189623" y="138455"/>
                  </a:lnTo>
                  <a:lnTo>
                    <a:pt x="188112" y="139026"/>
                  </a:lnTo>
                  <a:lnTo>
                    <a:pt x="188417" y="137274"/>
                  </a:lnTo>
                  <a:lnTo>
                    <a:pt x="188252" y="133540"/>
                  </a:lnTo>
                  <a:lnTo>
                    <a:pt x="188087" y="129794"/>
                  </a:lnTo>
                  <a:lnTo>
                    <a:pt x="187439" y="127495"/>
                  </a:lnTo>
                  <a:lnTo>
                    <a:pt x="187439" y="153949"/>
                  </a:lnTo>
                  <a:lnTo>
                    <a:pt x="153784" y="193205"/>
                  </a:lnTo>
                  <a:lnTo>
                    <a:pt x="142100" y="179590"/>
                  </a:lnTo>
                  <a:lnTo>
                    <a:pt x="144678" y="180200"/>
                  </a:lnTo>
                  <a:lnTo>
                    <a:pt x="151091" y="179793"/>
                  </a:lnTo>
                  <a:lnTo>
                    <a:pt x="152514" y="179273"/>
                  </a:lnTo>
                  <a:lnTo>
                    <a:pt x="152222" y="180987"/>
                  </a:lnTo>
                  <a:lnTo>
                    <a:pt x="152400" y="184721"/>
                  </a:lnTo>
                  <a:lnTo>
                    <a:pt x="152565" y="188455"/>
                  </a:lnTo>
                  <a:lnTo>
                    <a:pt x="153390" y="191439"/>
                  </a:lnTo>
                  <a:lnTo>
                    <a:pt x="155067" y="191338"/>
                  </a:lnTo>
                  <a:lnTo>
                    <a:pt x="155613" y="188277"/>
                  </a:lnTo>
                  <a:lnTo>
                    <a:pt x="155257" y="180797"/>
                  </a:lnTo>
                  <a:lnTo>
                    <a:pt x="154800" y="179120"/>
                  </a:lnTo>
                  <a:lnTo>
                    <a:pt x="156286" y="179463"/>
                  </a:lnTo>
                  <a:lnTo>
                    <a:pt x="159486" y="179273"/>
                  </a:lnTo>
                  <a:lnTo>
                    <a:pt x="162687" y="179070"/>
                  </a:lnTo>
                  <a:lnTo>
                    <a:pt x="165252" y="178104"/>
                  </a:lnTo>
                  <a:lnTo>
                    <a:pt x="165163" y="176149"/>
                  </a:lnTo>
                  <a:lnTo>
                    <a:pt x="162521" y="175526"/>
                  </a:lnTo>
                  <a:lnTo>
                    <a:pt x="156121" y="175920"/>
                  </a:lnTo>
                  <a:lnTo>
                    <a:pt x="154609" y="176491"/>
                  </a:lnTo>
                  <a:lnTo>
                    <a:pt x="154914" y="174739"/>
                  </a:lnTo>
                  <a:lnTo>
                    <a:pt x="154736" y="170992"/>
                  </a:lnTo>
                  <a:lnTo>
                    <a:pt x="154571" y="167259"/>
                  </a:lnTo>
                  <a:lnTo>
                    <a:pt x="153746" y="164274"/>
                  </a:lnTo>
                  <a:lnTo>
                    <a:pt x="152069" y="164376"/>
                  </a:lnTo>
                  <a:lnTo>
                    <a:pt x="151523" y="167449"/>
                  </a:lnTo>
                  <a:lnTo>
                    <a:pt x="151879" y="174929"/>
                  </a:lnTo>
                  <a:lnTo>
                    <a:pt x="152323" y="176593"/>
                  </a:lnTo>
                  <a:lnTo>
                    <a:pt x="150926" y="176250"/>
                  </a:lnTo>
                  <a:lnTo>
                    <a:pt x="147713" y="176453"/>
                  </a:lnTo>
                  <a:lnTo>
                    <a:pt x="144513" y="176644"/>
                  </a:lnTo>
                  <a:lnTo>
                    <a:pt x="141947" y="177609"/>
                  </a:lnTo>
                  <a:lnTo>
                    <a:pt x="142024" y="179514"/>
                  </a:lnTo>
                  <a:lnTo>
                    <a:pt x="109524" y="141592"/>
                  </a:lnTo>
                  <a:lnTo>
                    <a:pt x="112102" y="142189"/>
                  </a:lnTo>
                  <a:lnTo>
                    <a:pt x="118503" y="141795"/>
                  </a:lnTo>
                  <a:lnTo>
                    <a:pt x="119938" y="141262"/>
                  </a:lnTo>
                  <a:lnTo>
                    <a:pt x="119646" y="142976"/>
                  </a:lnTo>
                  <a:lnTo>
                    <a:pt x="119811" y="146723"/>
                  </a:lnTo>
                  <a:lnTo>
                    <a:pt x="119989" y="150456"/>
                  </a:lnTo>
                  <a:lnTo>
                    <a:pt x="120802" y="153441"/>
                  </a:lnTo>
                  <a:lnTo>
                    <a:pt x="122478" y="153339"/>
                  </a:lnTo>
                  <a:lnTo>
                    <a:pt x="123024" y="150266"/>
                  </a:lnTo>
                  <a:lnTo>
                    <a:pt x="122682" y="142786"/>
                  </a:lnTo>
                  <a:lnTo>
                    <a:pt x="122224" y="141109"/>
                  </a:lnTo>
                  <a:lnTo>
                    <a:pt x="123698" y="141465"/>
                  </a:lnTo>
                  <a:lnTo>
                    <a:pt x="126911" y="141262"/>
                  </a:lnTo>
                  <a:lnTo>
                    <a:pt x="130111" y="141071"/>
                  </a:lnTo>
                  <a:lnTo>
                    <a:pt x="132676" y="140106"/>
                  </a:lnTo>
                  <a:lnTo>
                    <a:pt x="132588" y="138150"/>
                  </a:lnTo>
                  <a:lnTo>
                    <a:pt x="129946" y="137515"/>
                  </a:lnTo>
                  <a:lnTo>
                    <a:pt x="123532" y="137909"/>
                  </a:lnTo>
                  <a:lnTo>
                    <a:pt x="122021" y="138480"/>
                  </a:lnTo>
                  <a:lnTo>
                    <a:pt x="122326" y="136728"/>
                  </a:lnTo>
                  <a:lnTo>
                    <a:pt x="122161" y="132994"/>
                  </a:lnTo>
                  <a:lnTo>
                    <a:pt x="121996" y="129260"/>
                  </a:lnTo>
                  <a:lnTo>
                    <a:pt x="121170" y="126276"/>
                  </a:lnTo>
                  <a:lnTo>
                    <a:pt x="120789" y="126301"/>
                  </a:lnTo>
                  <a:lnTo>
                    <a:pt x="152565" y="89242"/>
                  </a:lnTo>
                  <a:lnTo>
                    <a:pt x="152146" y="91617"/>
                  </a:lnTo>
                  <a:lnTo>
                    <a:pt x="152488" y="99098"/>
                  </a:lnTo>
                  <a:lnTo>
                    <a:pt x="152933" y="100761"/>
                  </a:lnTo>
                  <a:lnTo>
                    <a:pt x="151549" y="100418"/>
                  </a:lnTo>
                  <a:lnTo>
                    <a:pt x="148336" y="100622"/>
                  </a:lnTo>
                  <a:lnTo>
                    <a:pt x="145135" y="100825"/>
                  </a:lnTo>
                  <a:lnTo>
                    <a:pt x="142570" y="101790"/>
                  </a:lnTo>
                  <a:lnTo>
                    <a:pt x="142659" y="103746"/>
                  </a:lnTo>
                  <a:lnTo>
                    <a:pt x="145300" y="104368"/>
                  </a:lnTo>
                  <a:lnTo>
                    <a:pt x="151714" y="103974"/>
                  </a:lnTo>
                  <a:lnTo>
                    <a:pt x="153136" y="103441"/>
                  </a:lnTo>
                  <a:lnTo>
                    <a:pt x="152844" y="105156"/>
                  </a:lnTo>
                  <a:lnTo>
                    <a:pt x="153009" y="108902"/>
                  </a:lnTo>
                  <a:lnTo>
                    <a:pt x="153187" y="112636"/>
                  </a:lnTo>
                  <a:lnTo>
                    <a:pt x="154012" y="115620"/>
                  </a:lnTo>
                  <a:lnTo>
                    <a:pt x="155689" y="115519"/>
                  </a:lnTo>
                  <a:lnTo>
                    <a:pt x="156235" y="112445"/>
                  </a:lnTo>
                  <a:lnTo>
                    <a:pt x="155879" y="104965"/>
                  </a:lnTo>
                  <a:lnTo>
                    <a:pt x="155422" y="103289"/>
                  </a:lnTo>
                  <a:lnTo>
                    <a:pt x="156908" y="103644"/>
                  </a:lnTo>
                  <a:lnTo>
                    <a:pt x="160108" y="103441"/>
                  </a:lnTo>
                  <a:lnTo>
                    <a:pt x="163309" y="103251"/>
                  </a:lnTo>
                  <a:lnTo>
                    <a:pt x="165874" y="102285"/>
                  </a:lnTo>
                  <a:lnTo>
                    <a:pt x="165849" y="101930"/>
                  </a:lnTo>
                  <a:lnTo>
                    <a:pt x="187210" y="126822"/>
                  </a:lnTo>
                  <a:lnTo>
                    <a:pt x="185585" y="126911"/>
                  </a:lnTo>
                  <a:lnTo>
                    <a:pt x="185039" y="129984"/>
                  </a:lnTo>
                  <a:lnTo>
                    <a:pt x="185381" y="137464"/>
                  </a:lnTo>
                  <a:lnTo>
                    <a:pt x="185826" y="139128"/>
                  </a:lnTo>
                  <a:lnTo>
                    <a:pt x="184429" y="138785"/>
                  </a:lnTo>
                  <a:lnTo>
                    <a:pt x="181229" y="138988"/>
                  </a:lnTo>
                  <a:lnTo>
                    <a:pt x="178015" y="139179"/>
                  </a:lnTo>
                  <a:lnTo>
                    <a:pt x="175450" y="140144"/>
                  </a:lnTo>
                  <a:lnTo>
                    <a:pt x="175552" y="142100"/>
                  </a:lnTo>
                  <a:lnTo>
                    <a:pt x="178193" y="142735"/>
                  </a:lnTo>
                  <a:lnTo>
                    <a:pt x="184594" y="142328"/>
                  </a:lnTo>
                  <a:lnTo>
                    <a:pt x="186029" y="141795"/>
                  </a:lnTo>
                  <a:lnTo>
                    <a:pt x="185737" y="143522"/>
                  </a:lnTo>
                  <a:lnTo>
                    <a:pt x="185902" y="147256"/>
                  </a:lnTo>
                  <a:lnTo>
                    <a:pt x="186067" y="150990"/>
                  </a:lnTo>
                  <a:lnTo>
                    <a:pt x="186893" y="153974"/>
                  </a:lnTo>
                  <a:lnTo>
                    <a:pt x="187439" y="153949"/>
                  </a:lnTo>
                  <a:lnTo>
                    <a:pt x="187439" y="127495"/>
                  </a:lnTo>
                  <a:lnTo>
                    <a:pt x="187274" y="126898"/>
                  </a:lnTo>
                  <a:lnTo>
                    <a:pt x="197053" y="138315"/>
                  </a:lnTo>
                  <a:lnTo>
                    <a:pt x="197053" y="127660"/>
                  </a:lnTo>
                  <a:lnTo>
                    <a:pt x="164160" y="89281"/>
                  </a:lnTo>
                  <a:lnTo>
                    <a:pt x="164160" y="99949"/>
                  </a:lnTo>
                  <a:lnTo>
                    <a:pt x="163144" y="99695"/>
                  </a:lnTo>
                  <a:lnTo>
                    <a:pt x="156743" y="100088"/>
                  </a:lnTo>
                  <a:lnTo>
                    <a:pt x="155232" y="100660"/>
                  </a:lnTo>
                  <a:lnTo>
                    <a:pt x="155536" y="98907"/>
                  </a:lnTo>
                  <a:lnTo>
                    <a:pt x="155359" y="95173"/>
                  </a:lnTo>
                  <a:lnTo>
                    <a:pt x="155194" y="91440"/>
                  </a:lnTo>
                  <a:lnTo>
                    <a:pt x="154381" y="88531"/>
                  </a:lnTo>
                  <a:lnTo>
                    <a:pt x="164160" y="99949"/>
                  </a:lnTo>
                  <a:lnTo>
                    <a:pt x="164160" y="89281"/>
                  </a:lnTo>
                  <a:lnTo>
                    <a:pt x="162915" y="87820"/>
                  </a:lnTo>
                  <a:lnTo>
                    <a:pt x="154330" y="77812"/>
                  </a:lnTo>
                  <a:lnTo>
                    <a:pt x="154330" y="88468"/>
                  </a:lnTo>
                  <a:lnTo>
                    <a:pt x="153174" y="88531"/>
                  </a:lnTo>
                  <a:lnTo>
                    <a:pt x="153784" y="87820"/>
                  </a:lnTo>
                  <a:lnTo>
                    <a:pt x="154330" y="88468"/>
                  </a:lnTo>
                  <a:lnTo>
                    <a:pt x="154330" y="77812"/>
                  </a:lnTo>
                  <a:lnTo>
                    <a:pt x="153784" y="77165"/>
                  </a:lnTo>
                  <a:lnTo>
                    <a:pt x="119735" y="116890"/>
                  </a:lnTo>
                  <a:lnTo>
                    <a:pt x="119735" y="138582"/>
                  </a:lnTo>
                  <a:lnTo>
                    <a:pt x="118338" y="138239"/>
                  </a:lnTo>
                  <a:lnTo>
                    <a:pt x="115138" y="138442"/>
                  </a:lnTo>
                  <a:lnTo>
                    <a:pt x="111937" y="138645"/>
                  </a:lnTo>
                  <a:lnTo>
                    <a:pt x="109448" y="139598"/>
                  </a:lnTo>
                  <a:lnTo>
                    <a:pt x="109448" y="141503"/>
                  </a:lnTo>
                  <a:lnTo>
                    <a:pt x="108610" y="140512"/>
                  </a:lnTo>
                  <a:lnTo>
                    <a:pt x="109372" y="139623"/>
                  </a:lnTo>
                  <a:lnTo>
                    <a:pt x="109448" y="141503"/>
                  </a:lnTo>
                  <a:lnTo>
                    <a:pt x="109448" y="139598"/>
                  </a:lnTo>
                  <a:lnTo>
                    <a:pt x="119164" y="128206"/>
                  </a:lnTo>
                  <a:lnTo>
                    <a:pt x="118948" y="129438"/>
                  </a:lnTo>
                  <a:lnTo>
                    <a:pt x="119291" y="136918"/>
                  </a:lnTo>
                  <a:lnTo>
                    <a:pt x="119735" y="138582"/>
                  </a:lnTo>
                  <a:lnTo>
                    <a:pt x="119735" y="116890"/>
                  </a:lnTo>
                  <a:lnTo>
                    <a:pt x="104038" y="135191"/>
                  </a:lnTo>
                  <a:lnTo>
                    <a:pt x="99466" y="129857"/>
                  </a:lnTo>
                  <a:lnTo>
                    <a:pt x="99466" y="140512"/>
                  </a:lnTo>
                  <a:lnTo>
                    <a:pt x="89369" y="152311"/>
                  </a:lnTo>
                  <a:lnTo>
                    <a:pt x="89636" y="150812"/>
                  </a:lnTo>
                  <a:lnTo>
                    <a:pt x="89293" y="143332"/>
                  </a:lnTo>
                  <a:lnTo>
                    <a:pt x="88836" y="141655"/>
                  </a:lnTo>
                  <a:lnTo>
                    <a:pt x="90309" y="141998"/>
                  </a:lnTo>
                  <a:lnTo>
                    <a:pt x="93522" y="141808"/>
                  </a:lnTo>
                  <a:lnTo>
                    <a:pt x="96723" y="141605"/>
                  </a:lnTo>
                  <a:lnTo>
                    <a:pt x="99288" y="140639"/>
                  </a:lnTo>
                  <a:lnTo>
                    <a:pt x="99263" y="140284"/>
                  </a:lnTo>
                  <a:lnTo>
                    <a:pt x="99466" y="140512"/>
                  </a:lnTo>
                  <a:lnTo>
                    <a:pt x="99466" y="129857"/>
                  </a:lnTo>
                  <a:lnTo>
                    <a:pt x="97561" y="127635"/>
                  </a:lnTo>
                  <a:lnTo>
                    <a:pt x="97561" y="138303"/>
                  </a:lnTo>
                  <a:lnTo>
                    <a:pt x="96558" y="138061"/>
                  </a:lnTo>
                  <a:lnTo>
                    <a:pt x="90144" y="138455"/>
                  </a:lnTo>
                  <a:lnTo>
                    <a:pt x="88633" y="139026"/>
                  </a:lnTo>
                  <a:lnTo>
                    <a:pt x="88938" y="137274"/>
                  </a:lnTo>
                  <a:lnTo>
                    <a:pt x="88773" y="133540"/>
                  </a:lnTo>
                  <a:lnTo>
                    <a:pt x="88607" y="129794"/>
                  </a:lnTo>
                  <a:lnTo>
                    <a:pt x="87960" y="127482"/>
                  </a:lnTo>
                  <a:lnTo>
                    <a:pt x="87960" y="153949"/>
                  </a:lnTo>
                  <a:lnTo>
                    <a:pt x="54305" y="193205"/>
                  </a:lnTo>
                  <a:lnTo>
                    <a:pt x="42608" y="179578"/>
                  </a:lnTo>
                  <a:lnTo>
                    <a:pt x="45199" y="180200"/>
                  </a:lnTo>
                  <a:lnTo>
                    <a:pt x="51612" y="179793"/>
                  </a:lnTo>
                  <a:lnTo>
                    <a:pt x="53047" y="179260"/>
                  </a:lnTo>
                  <a:lnTo>
                    <a:pt x="52743" y="180987"/>
                  </a:lnTo>
                  <a:lnTo>
                    <a:pt x="52920" y="184721"/>
                  </a:lnTo>
                  <a:lnTo>
                    <a:pt x="53086" y="188455"/>
                  </a:lnTo>
                  <a:lnTo>
                    <a:pt x="53911" y="191439"/>
                  </a:lnTo>
                  <a:lnTo>
                    <a:pt x="55587" y="191338"/>
                  </a:lnTo>
                  <a:lnTo>
                    <a:pt x="56134" y="188277"/>
                  </a:lnTo>
                  <a:lnTo>
                    <a:pt x="55791" y="180797"/>
                  </a:lnTo>
                  <a:lnTo>
                    <a:pt x="55321" y="179120"/>
                  </a:lnTo>
                  <a:lnTo>
                    <a:pt x="56807" y="179463"/>
                  </a:lnTo>
                  <a:lnTo>
                    <a:pt x="60007" y="179273"/>
                  </a:lnTo>
                  <a:lnTo>
                    <a:pt x="63207" y="179070"/>
                  </a:lnTo>
                  <a:lnTo>
                    <a:pt x="65773" y="178104"/>
                  </a:lnTo>
                  <a:lnTo>
                    <a:pt x="65684" y="176149"/>
                  </a:lnTo>
                  <a:lnTo>
                    <a:pt x="63042" y="175526"/>
                  </a:lnTo>
                  <a:lnTo>
                    <a:pt x="56642" y="175920"/>
                  </a:lnTo>
                  <a:lnTo>
                    <a:pt x="55130" y="176491"/>
                  </a:lnTo>
                  <a:lnTo>
                    <a:pt x="55435" y="174739"/>
                  </a:lnTo>
                  <a:lnTo>
                    <a:pt x="55270" y="170992"/>
                  </a:lnTo>
                  <a:lnTo>
                    <a:pt x="55092" y="167259"/>
                  </a:lnTo>
                  <a:lnTo>
                    <a:pt x="54267" y="164274"/>
                  </a:lnTo>
                  <a:lnTo>
                    <a:pt x="52590" y="164376"/>
                  </a:lnTo>
                  <a:lnTo>
                    <a:pt x="52044" y="167449"/>
                  </a:lnTo>
                  <a:lnTo>
                    <a:pt x="52400" y="174929"/>
                  </a:lnTo>
                  <a:lnTo>
                    <a:pt x="52844" y="176593"/>
                  </a:lnTo>
                  <a:lnTo>
                    <a:pt x="51447" y="176250"/>
                  </a:lnTo>
                  <a:lnTo>
                    <a:pt x="48234" y="176453"/>
                  </a:lnTo>
                  <a:lnTo>
                    <a:pt x="45034" y="176644"/>
                  </a:lnTo>
                  <a:lnTo>
                    <a:pt x="42468" y="177609"/>
                  </a:lnTo>
                  <a:lnTo>
                    <a:pt x="42557" y="179527"/>
                  </a:lnTo>
                  <a:lnTo>
                    <a:pt x="10045" y="141592"/>
                  </a:lnTo>
                  <a:lnTo>
                    <a:pt x="12623" y="142189"/>
                  </a:lnTo>
                  <a:lnTo>
                    <a:pt x="19037" y="141795"/>
                  </a:lnTo>
                  <a:lnTo>
                    <a:pt x="20459" y="141262"/>
                  </a:lnTo>
                  <a:lnTo>
                    <a:pt x="20167" y="142976"/>
                  </a:lnTo>
                  <a:lnTo>
                    <a:pt x="20332" y="146723"/>
                  </a:lnTo>
                  <a:lnTo>
                    <a:pt x="20497" y="150456"/>
                  </a:lnTo>
                  <a:lnTo>
                    <a:pt x="21323" y="153441"/>
                  </a:lnTo>
                  <a:lnTo>
                    <a:pt x="22999" y="153339"/>
                  </a:lnTo>
                  <a:lnTo>
                    <a:pt x="23545" y="150266"/>
                  </a:lnTo>
                  <a:lnTo>
                    <a:pt x="23202" y="142786"/>
                  </a:lnTo>
                  <a:lnTo>
                    <a:pt x="22745" y="141109"/>
                  </a:lnTo>
                  <a:lnTo>
                    <a:pt x="24231" y="141465"/>
                  </a:lnTo>
                  <a:lnTo>
                    <a:pt x="27432" y="141262"/>
                  </a:lnTo>
                  <a:lnTo>
                    <a:pt x="30632" y="141071"/>
                  </a:lnTo>
                  <a:lnTo>
                    <a:pt x="33197" y="140106"/>
                  </a:lnTo>
                  <a:lnTo>
                    <a:pt x="33108" y="138150"/>
                  </a:lnTo>
                  <a:lnTo>
                    <a:pt x="30467" y="137515"/>
                  </a:lnTo>
                  <a:lnTo>
                    <a:pt x="24053" y="137909"/>
                  </a:lnTo>
                  <a:lnTo>
                    <a:pt x="22542" y="138480"/>
                  </a:lnTo>
                  <a:lnTo>
                    <a:pt x="22847" y="136728"/>
                  </a:lnTo>
                  <a:lnTo>
                    <a:pt x="22682" y="132994"/>
                  </a:lnTo>
                  <a:lnTo>
                    <a:pt x="22517" y="129260"/>
                  </a:lnTo>
                  <a:lnTo>
                    <a:pt x="21691" y="126276"/>
                  </a:lnTo>
                  <a:lnTo>
                    <a:pt x="21310" y="126301"/>
                  </a:lnTo>
                  <a:lnTo>
                    <a:pt x="53086" y="89242"/>
                  </a:lnTo>
                  <a:lnTo>
                    <a:pt x="52666" y="91617"/>
                  </a:lnTo>
                  <a:lnTo>
                    <a:pt x="53022" y="99098"/>
                  </a:lnTo>
                  <a:lnTo>
                    <a:pt x="53467" y="100761"/>
                  </a:lnTo>
                  <a:lnTo>
                    <a:pt x="52070" y="100418"/>
                  </a:lnTo>
                  <a:lnTo>
                    <a:pt x="48856" y="100622"/>
                  </a:lnTo>
                  <a:lnTo>
                    <a:pt x="45656" y="100825"/>
                  </a:lnTo>
                  <a:lnTo>
                    <a:pt x="43091" y="101790"/>
                  </a:lnTo>
                  <a:lnTo>
                    <a:pt x="43192" y="103746"/>
                  </a:lnTo>
                  <a:lnTo>
                    <a:pt x="45821" y="104368"/>
                  </a:lnTo>
                  <a:lnTo>
                    <a:pt x="52235" y="103974"/>
                  </a:lnTo>
                  <a:lnTo>
                    <a:pt x="53657" y="103441"/>
                  </a:lnTo>
                  <a:lnTo>
                    <a:pt x="53365" y="105156"/>
                  </a:lnTo>
                  <a:lnTo>
                    <a:pt x="53543" y="108902"/>
                  </a:lnTo>
                  <a:lnTo>
                    <a:pt x="53708" y="112636"/>
                  </a:lnTo>
                  <a:lnTo>
                    <a:pt x="54533" y="115620"/>
                  </a:lnTo>
                  <a:lnTo>
                    <a:pt x="56210" y="115519"/>
                  </a:lnTo>
                  <a:lnTo>
                    <a:pt x="56756" y="112445"/>
                  </a:lnTo>
                  <a:lnTo>
                    <a:pt x="56400" y="104965"/>
                  </a:lnTo>
                  <a:lnTo>
                    <a:pt x="55943" y="103289"/>
                  </a:lnTo>
                  <a:lnTo>
                    <a:pt x="57429" y="103644"/>
                  </a:lnTo>
                  <a:lnTo>
                    <a:pt x="60629" y="103441"/>
                  </a:lnTo>
                  <a:lnTo>
                    <a:pt x="63830" y="103251"/>
                  </a:lnTo>
                  <a:lnTo>
                    <a:pt x="66395" y="102285"/>
                  </a:lnTo>
                  <a:lnTo>
                    <a:pt x="66370" y="101930"/>
                  </a:lnTo>
                  <a:lnTo>
                    <a:pt x="87718" y="126822"/>
                  </a:lnTo>
                  <a:lnTo>
                    <a:pt x="86106" y="126911"/>
                  </a:lnTo>
                  <a:lnTo>
                    <a:pt x="85559" y="129984"/>
                  </a:lnTo>
                  <a:lnTo>
                    <a:pt x="85902" y="137464"/>
                  </a:lnTo>
                  <a:lnTo>
                    <a:pt x="86347" y="139128"/>
                  </a:lnTo>
                  <a:lnTo>
                    <a:pt x="84950" y="138785"/>
                  </a:lnTo>
                  <a:lnTo>
                    <a:pt x="81749" y="138988"/>
                  </a:lnTo>
                  <a:lnTo>
                    <a:pt x="78549" y="139179"/>
                  </a:lnTo>
                  <a:lnTo>
                    <a:pt x="75984" y="140144"/>
                  </a:lnTo>
                  <a:lnTo>
                    <a:pt x="76073" y="142100"/>
                  </a:lnTo>
                  <a:lnTo>
                    <a:pt x="78714" y="142735"/>
                  </a:lnTo>
                  <a:lnTo>
                    <a:pt x="85115" y="142328"/>
                  </a:lnTo>
                  <a:lnTo>
                    <a:pt x="86550" y="141795"/>
                  </a:lnTo>
                  <a:lnTo>
                    <a:pt x="86258" y="143522"/>
                  </a:lnTo>
                  <a:lnTo>
                    <a:pt x="86423" y="147256"/>
                  </a:lnTo>
                  <a:lnTo>
                    <a:pt x="86588" y="150990"/>
                  </a:lnTo>
                  <a:lnTo>
                    <a:pt x="87414" y="153974"/>
                  </a:lnTo>
                  <a:lnTo>
                    <a:pt x="87960" y="153949"/>
                  </a:lnTo>
                  <a:lnTo>
                    <a:pt x="87960" y="127482"/>
                  </a:lnTo>
                  <a:lnTo>
                    <a:pt x="87807" y="126923"/>
                  </a:lnTo>
                  <a:lnTo>
                    <a:pt x="97561" y="138303"/>
                  </a:lnTo>
                  <a:lnTo>
                    <a:pt x="97561" y="127635"/>
                  </a:lnTo>
                  <a:lnTo>
                    <a:pt x="64668" y="89255"/>
                  </a:lnTo>
                  <a:lnTo>
                    <a:pt x="64668" y="99949"/>
                  </a:lnTo>
                  <a:lnTo>
                    <a:pt x="63665" y="99695"/>
                  </a:lnTo>
                  <a:lnTo>
                    <a:pt x="57264" y="100088"/>
                  </a:lnTo>
                  <a:lnTo>
                    <a:pt x="55753" y="100660"/>
                  </a:lnTo>
                  <a:lnTo>
                    <a:pt x="56057" y="98907"/>
                  </a:lnTo>
                  <a:lnTo>
                    <a:pt x="55892" y="95173"/>
                  </a:lnTo>
                  <a:lnTo>
                    <a:pt x="55714" y="91440"/>
                  </a:lnTo>
                  <a:lnTo>
                    <a:pt x="54902" y="88531"/>
                  </a:lnTo>
                  <a:lnTo>
                    <a:pt x="64668" y="99949"/>
                  </a:lnTo>
                  <a:lnTo>
                    <a:pt x="64668" y="89255"/>
                  </a:lnTo>
                  <a:lnTo>
                    <a:pt x="63449" y="87820"/>
                  </a:lnTo>
                  <a:lnTo>
                    <a:pt x="54838" y="77787"/>
                  </a:lnTo>
                  <a:lnTo>
                    <a:pt x="54838" y="88468"/>
                  </a:lnTo>
                  <a:lnTo>
                    <a:pt x="53695" y="88531"/>
                  </a:lnTo>
                  <a:lnTo>
                    <a:pt x="54305" y="87820"/>
                  </a:lnTo>
                  <a:lnTo>
                    <a:pt x="54838" y="88468"/>
                  </a:lnTo>
                  <a:lnTo>
                    <a:pt x="54838" y="77787"/>
                  </a:lnTo>
                  <a:lnTo>
                    <a:pt x="54305" y="77165"/>
                  </a:lnTo>
                  <a:lnTo>
                    <a:pt x="20256" y="116890"/>
                  </a:lnTo>
                  <a:lnTo>
                    <a:pt x="20256" y="138582"/>
                  </a:lnTo>
                  <a:lnTo>
                    <a:pt x="18859" y="138239"/>
                  </a:lnTo>
                  <a:lnTo>
                    <a:pt x="15659" y="138442"/>
                  </a:lnTo>
                  <a:lnTo>
                    <a:pt x="12458" y="138645"/>
                  </a:lnTo>
                  <a:lnTo>
                    <a:pt x="9969" y="139598"/>
                  </a:lnTo>
                  <a:lnTo>
                    <a:pt x="9969" y="141503"/>
                  </a:lnTo>
                  <a:lnTo>
                    <a:pt x="9131" y="140512"/>
                  </a:lnTo>
                  <a:lnTo>
                    <a:pt x="9893" y="139623"/>
                  </a:lnTo>
                  <a:lnTo>
                    <a:pt x="9969" y="141503"/>
                  </a:lnTo>
                  <a:lnTo>
                    <a:pt x="9969" y="139598"/>
                  </a:lnTo>
                  <a:lnTo>
                    <a:pt x="19685" y="128206"/>
                  </a:lnTo>
                  <a:lnTo>
                    <a:pt x="19469" y="129438"/>
                  </a:lnTo>
                  <a:lnTo>
                    <a:pt x="19812" y="136918"/>
                  </a:lnTo>
                  <a:lnTo>
                    <a:pt x="20256" y="138582"/>
                  </a:lnTo>
                  <a:lnTo>
                    <a:pt x="20256" y="116890"/>
                  </a:lnTo>
                  <a:lnTo>
                    <a:pt x="0" y="140512"/>
                  </a:lnTo>
                  <a:lnTo>
                    <a:pt x="54305" y="203860"/>
                  </a:lnTo>
                  <a:lnTo>
                    <a:pt x="63449" y="193205"/>
                  </a:lnTo>
                  <a:lnTo>
                    <a:pt x="104038" y="145846"/>
                  </a:lnTo>
                  <a:lnTo>
                    <a:pt x="153784" y="203860"/>
                  </a:lnTo>
                  <a:lnTo>
                    <a:pt x="162915" y="193205"/>
                  </a:lnTo>
                  <a:lnTo>
                    <a:pt x="204952" y="144170"/>
                  </a:lnTo>
                  <a:lnTo>
                    <a:pt x="256133" y="203860"/>
                  </a:lnTo>
                  <a:lnTo>
                    <a:pt x="265277" y="193205"/>
                  </a:lnTo>
                  <a:lnTo>
                    <a:pt x="310438" y="140512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0" name="object 2080" descr=""/>
            <p:cNvSpPr/>
            <p:nvPr/>
          </p:nvSpPr>
          <p:spPr>
            <a:xfrm>
              <a:off x="7839418" y="6908806"/>
              <a:ext cx="311150" cy="359410"/>
            </a:xfrm>
            <a:custGeom>
              <a:avLst/>
              <a:gdLst/>
              <a:ahLst/>
              <a:cxnLst/>
              <a:rect l="l" t="t" r="r" b="b"/>
              <a:pathLst>
                <a:path w="311150" h="359409">
                  <a:moveTo>
                    <a:pt x="108623" y="218681"/>
                  </a:moveTo>
                  <a:lnTo>
                    <a:pt x="99479" y="208026"/>
                  </a:lnTo>
                  <a:lnTo>
                    <a:pt x="99479" y="218681"/>
                  </a:lnTo>
                  <a:lnTo>
                    <a:pt x="89382" y="230466"/>
                  </a:lnTo>
                  <a:lnTo>
                    <a:pt x="89649" y="228981"/>
                  </a:lnTo>
                  <a:lnTo>
                    <a:pt x="89306" y="221500"/>
                  </a:lnTo>
                  <a:lnTo>
                    <a:pt x="88836" y="219824"/>
                  </a:lnTo>
                  <a:lnTo>
                    <a:pt x="90322" y="220167"/>
                  </a:lnTo>
                  <a:lnTo>
                    <a:pt x="93522" y="219976"/>
                  </a:lnTo>
                  <a:lnTo>
                    <a:pt x="96735" y="219773"/>
                  </a:lnTo>
                  <a:lnTo>
                    <a:pt x="99301" y="218808"/>
                  </a:lnTo>
                  <a:lnTo>
                    <a:pt x="99275" y="218452"/>
                  </a:lnTo>
                  <a:lnTo>
                    <a:pt x="99479" y="218681"/>
                  </a:lnTo>
                  <a:lnTo>
                    <a:pt x="99479" y="208026"/>
                  </a:lnTo>
                  <a:lnTo>
                    <a:pt x="97574" y="205803"/>
                  </a:lnTo>
                  <a:lnTo>
                    <a:pt x="97574" y="216484"/>
                  </a:lnTo>
                  <a:lnTo>
                    <a:pt x="96558" y="216230"/>
                  </a:lnTo>
                  <a:lnTo>
                    <a:pt x="90157" y="216623"/>
                  </a:lnTo>
                  <a:lnTo>
                    <a:pt x="88646" y="217195"/>
                  </a:lnTo>
                  <a:lnTo>
                    <a:pt x="88950" y="215442"/>
                  </a:lnTo>
                  <a:lnTo>
                    <a:pt x="88785" y="211709"/>
                  </a:lnTo>
                  <a:lnTo>
                    <a:pt x="88607" y="207962"/>
                  </a:lnTo>
                  <a:lnTo>
                    <a:pt x="87960" y="205663"/>
                  </a:lnTo>
                  <a:lnTo>
                    <a:pt x="87960" y="232130"/>
                  </a:lnTo>
                  <a:lnTo>
                    <a:pt x="54317" y="271373"/>
                  </a:lnTo>
                  <a:lnTo>
                    <a:pt x="42633" y="257759"/>
                  </a:lnTo>
                  <a:lnTo>
                    <a:pt x="45212" y="258368"/>
                  </a:lnTo>
                  <a:lnTo>
                    <a:pt x="51625" y="257975"/>
                  </a:lnTo>
                  <a:lnTo>
                    <a:pt x="53047" y="257441"/>
                  </a:lnTo>
                  <a:lnTo>
                    <a:pt x="52755" y="259156"/>
                  </a:lnTo>
                  <a:lnTo>
                    <a:pt x="52920" y="262890"/>
                  </a:lnTo>
                  <a:lnTo>
                    <a:pt x="53086" y="266636"/>
                  </a:lnTo>
                  <a:lnTo>
                    <a:pt x="53924" y="269621"/>
                  </a:lnTo>
                  <a:lnTo>
                    <a:pt x="55587" y="269506"/>
                  </a:lnTo>
                  <a:lnTo>
                    <a:pt x="56134" y="266446"/>
                  </a:lnTo>
                  <a:lnTo>
                    <a:pt x="55791" y="258965"/>
                  </a:lnTo>
                  <a:lnTo>
                    <a:pt x="55333" y="257289"/>
                  </a:lnTo>
                  <a:lnTo>
                    <a:pt x="56819" y="257632"/>
                  </a:lnTo>
                  <a:lnTo>
                    <a:pt x="60020" y="257441"/>
                  </a:lnTo>
                  <a:lnTo>
                    <a:pt x="63220" y="257238"/>
                  </a:lnTo>
                  <a:lnTo>
                    <a:pt x="65786" y="256273"/>
                  </a:lnTo>
                  <a:lnTo>
                    <a:pt x="65697" y="254317"/>
                  </a:lnTo>
                  <a:lnTo>
                    <a:pt x="63055" y="253695"/>
                  </a:lnTo>
                  <a:lnTo>
                    <a:pt x="56642" y="254088"/>
                  </a:lnTo>
                  <a:lnTo>
                    <a:pt x="55130" y="254660"/>
                  </a:lnTo>
                  <a:lnTo>
                    <a:pt x="55435" y="252907"/>
                  </a:lnTo>
                  <a:lnTo>
                    <a:pt x="55270" y="249174"/>
                  </a:lnTo>
                  <a:lnTo>
                    <a:pt x="55105" y="245427"/>
                  </a:lnTo>
                  <a:lnTo>
                    <a:pt x="54279" y="242443"/>
                  </a:lnTo>
                  <a:lnTo>
                    <a:pt x="52603" y="242544"/>
                  </a:lnTo>
                  <a:lnTo>
                    <a:pt x="52057" y="245618"/>
                  </a:lnTo>
                  <a:lnTo>
                    <a:pt x="52400" y="253098"/>
                  </a:lnTo>
                  <a:lnTo>
                    <a:pt x="52844" y="254762"/>
                  </a:lnTo>
                  <a:lnTo>
                    <a:pt x="51447" y="254419"/>
                  </a:lnTo>
                  <a:lnTo>
                    <a:pt x="48247" y="254622"/>
                  </a:lnTo>
                  <a:lnTo>
                    <a:pt x="45046" y="254812"/>
                  </a:lnTo>
                  <a:lnTo>
                    <a:pt x="42481" y="255778"/>
                  </a:lnTo>
                  <a:lnTo>
                    <a:pt x="42557" y="257683"/>
                  </a:lnTo>
                  <a:lnTo>
                    <a:pt x="10058" y="219760"/>
                  </a:lnTo>
                  <a:lnTo>
                    <a:pt x="12636" y="220357"/>
                  </a:lnTo>
                  <a:lnTo>
                    <a:pt x="19037" y="219964"/>
                  </a:lnTo>
                  <a:lnTo>
                    <a:pt x="20472" y="219430"/>
                  </a:lnTo>
                  <a:lnTo>
                    <a:pt x="20180" y="221145"/>
                  </a:lnTo>
                  <a:lnTo>
                    <a:pt x="20345" y="224891"/>
                  </a:lnTo>
                  <a:lnTo>
                    <a:pt x="20523" y="228625"/>
                  </a:lnTo>
                  <a:lnTo>
                    <a:pt x="21336" y="231609"/>
                  </a:lnTo>
                  <a:lnTo>
                    <a:pt x="23012" y="231508"/>
                  </a:lnTo>
                  <a:lnTo>
                    <a:pt x="23558" y="228434"/>
                  </a:lnTo>
                  <a:lnTo>
                    <a:pt x="23215" y="220967"/>
                  </a:lnTo>
                  <a:lnTo>
                    <a:pt x="22745" y="219278"/>
                  </a:lnTo>
                  <a:lnTo>
                    <a:pt x="24231" y="219633"/>
                  </a:lnTo>
                  <a:lnTo>
                    <a:pt x="27432" y="219430"/>
                  </a:lnTo>
                  <a:lnTo>
                    <a:pt x="30645" y="219240"/>
                  </a:lnTo>
                  <a:lnTo>
                    <a:pt x="33210" y="218274"/>
                  </a:lnTo>
                  <a:lnTo>
                    <a:pt x="33108" y="216319"/>
                  </a:lnTo>
                  <a:lnTo>
                    <a:pt x="30480" y="215684"/>
                  </a:lnTo>
                  <a:lnTo>
                    <a:pt x="24066" y="216077"/>
                  </a:lnTo>
                  <a:lnTo>
                    <a:pt x="22555" y="216649"/>
                  </a:lnTo>
                  <a:lnTo>
                    <a:pt x="22860" y="214896"/>
                  </a:lnTo>
                  <a:lnTo>
                    <a:pt x="22694" y="211162"/>
                  </a:lnTo>
                  <a:lnTo>
                    <a:pt x="22529" y="207429"/>
                  </a:lnTo>
                  <a:lnTo>
                    <a:pt x="21691" y="204444"/>
                  </a:lnTo>
                  <a:lnTo>
                    <a:pt x="21323" y="204470"/>
                  </a:lnTo>
                  <a:lnTo>
                    <a:pt x="53098" y="167424"/>
                  </a:lnTo>
                  <a:lnTo>
                    <a:pt x="52679" y="169799"/>
                  </a:lnTo>
                  <a:lnTo>
                    <a:pt x="53022" y="177266"/>
                  </a:lnTo>
                  <a:lnTo>
                    <a:pt x="53467" y="178930"/>
                  </a:lnTo>
                  <a:lnTo>
                    <a:pt x="52070" y="178587"/>
                  </a:lnTo>
                  <a:lnTo>
                    <a:pt x="48869" y="178790"/>
                  </a:lnTo>
                  <a:lnTo>
                    <a:pt x="45669" y="178993"/>
                  </a:lnTo>
                  <a:lnTo>
                    <a:pt x="43103" y="179959"/>
                  </a:lnTo>
                  <a:lnTo>
                    <a:pt x="43192" y="181914"/>
                  </a:lnTo>
                  <a:lnTo>
                    <a:pt x="45834" y="182537"/>
                  </a:lnTo>
                  <a:lnTo>
                    <a:pt x="52235" y="182143"/>
                  </a:lnTo>
                  <a:lnTo>
                    <a:pt x="53670" y="181610"/>
                  </a:lnTo>
                  <a:lnTo>
                    <a:pt x="53378" y="183324"/>
                  </a:lnTo>
                  <a:lnTo>
                    <a:pt x="53543" y="187071"/>
                  </a:lnTo>
                  <a:lnTo>
                    <a:pt x="53708" y="190804"/>
                  </a:lnTo>
                  <a:lnTo>
                    <a:pt x="54546" y="193789"/>
                  </a:lnTo>
                  <a:lnTo>
                    <a:pt x="56210" y="193687"/>
                  </a:lnTo>
                  <a:lnTo>
                    <a:pt x="56756" y="190614"/>
                  </a:lnTo>
                  <a:lnTo>
                    <a:pt x="56413" y="183146"/>
                  </a:lnTo>
                  <a:lnTo>
                    <a:pt x="55956" y="181470"/>
                  </a:lnTo>
                  <a:lnTo>
                    <a:pt x="57442" y="181813"/>
                  </a:lnTo>
                  <a:lnTo>
                    <a:pt x="60642" y="181610"/>
                  </a:lnTo>
                  <a:lnTo>
                    <a:pt x="63842" y="181419"/>
                  </a:lnTo>
                  <a:lnTo>
                    <a:pt x="66408" y="180454"/>
                  </a:lnTo>
                  <a:lnTo>
                    <a:pt x="66382" y="180111"/>
                  </a:lnTo>
                  <a:lnTo>
                    <a:pt x="87731" y="204990"/>
                  </a:lnTo>
                  <a:lnTo>
                    <a:pt x="86106" y="205092"/>
                  </a:lnTo>
                  <a:lnTo>
                    <a:pt x="85559" y="208153"/>
                  </a:lnTo>
                  <a:lnTo>
                    <a:pt x="85915" y="215633"/>
                  </a:lnTo>
                  <a:lnTo>
                    <a:pt x="86360" y="217297"/>
                  </a:lnTo>
                  <a:lnTo>
                    <a:pt x="84963" y="216954"/>
                  </a:lnTo>
                  <a:lnTo>
                    <a:pt x="81749" y="217157"/>
                  </a:lnTo>
                  <a:lnTo>
                    <a:pt x="78549" y="217347"/>
                  </a:lnTo>
                  <a:lnTo>
                    <a:pt x="75984" y="218313"/>
                  </a:lnTo>
                  <a:lnTo>
                    <a:pt x="76085" y="220268"/>
                  </a:lnTo>
                  <a:lnTo>
                    <a:pt x="78714" y="220903"/>
                  </a:lnTo>
                  <a:lnTo>
                    <a:pt x="85128" y="220510"/>
                  </a:lnTo>
                  <a:lnTo>
                    <a:pt x="86563" y="219976"/>
                  </a:lnTo>
                  <a:lnTo>
                    <a:pt x="86258" y="221691"/>
                  </a:lnTo>
                  <a:lnTo>
                    <a:pt x="86436" y="225425"/>
                  </a:lnTo>
                  <a:lnTo>
                    <a:pt x="86601" y="229171"/>
                  </a:lnTo>
                  <a:lnTo>
                    <a:pt x="87426" y="232156"/>
                  </a:lnTo>
                  <a:lnTo>
                    <a:pt x="87960" y="232130"/>
                  </a:lnTo>
                  <a:lnTo>
                    <a:pt x="87960" y="205663"/>
                  </a:lnTo>
                  <a:lnTo>
                    <a:pt x="87795" y="205066"/>
                  </a:lnTo>
                  <a:lnTo>
                    <a:pt x="97574" y="216484"/>
                  </a:lnTo>
                  <a:lnTo>
                    <a:pt x="97574" y="205803"/>
                  </a:lnTo>
                  <a:lnTo>
                    <a:pt x="64681" y="167449"/>
                  </a:lnTo>
                  <a:lnTo>
                    <a:pt x="64681" y="178104"/>
                  </a:lnTo>
                  <a:lnTo>
                    <a:pt x="63677" y="177863"/>
                  </a:lnTo>
                  <a:lnTo>
                    <a:pt x="57264" y="178269"/>
                  </a:lnTo>
                  <a:lnTo>
                    <a:pt x="55753" y="178841"/>
                  </a:lnTo>
                  <a:lnTo>
                    <a:pt x="56057" y="177076"/>
                  </a:lnTo>
                  <a:lnTo>
                    <a:pt x="55892" y="173342"/>
                  </a:lnTo>
                  <a:lnTo>
                    <a:pt x="55727" y="169608"/>
                  </a:lnTo>
                  <a:lnTo>
                    <a:pt x="54914" y="166712"/>
                  </a:lnTo>
                  <a:lnTo>
                    <a:pt x="64681" y="178104"/>
                  </a:lnTo>
                  <a:lnTo>
                    <a:pt x="64681" y="167449"/>
                  </a:lnTo>
                  <a:lnTo>
                    <a:pt x="63449" y="166001"/>
                  </a:lnTo>
                  <a:lnTo>
                    <a:pt x="54851" y="155968"/>
                  </a:lnTo>
                  <a:lnTo>
                    <a:pt x="54851" y="166636"/>
                  </a:lnTo>
                  <a:lnTo>
                    <a:pt x="53721" y="166700"/>
                  </a:lnTo>
                  <a:lnTo>
                    <a:pt x="54317" y="166001"/>
                  </a:lnTo>
                  <a:lnTo>
                    <a:pt x="54851" y="166636"/>
                  </a:lnTo>
                  <a:lnTo>
                    <a:pt x="54851" y="155968"/>
                  </a:lnTo>
                  <a:lnTo>
                    <a:pt x="54317" y="155333"/>
                  </a:lnTo>
                  <a:lnTo>
                    <a:pt x="20269" y="195046"/>
                  </a:lnTo>
                  <a:lnTo>
                    <a:pt x="20269" y="216763"/>
                  </a:lnTo>
                  <a:lnTo>
                    <a:pt x="18872" y="216420"/>
                  </a:lnTo>
                  <a:lnTo>
                    <a:pt x="15671" y="216611"/>
                  </a:lnTo>
                  <a:lnTo>
                    <a:pt x="12458" y="216814"/>
                  </a:lnTo>
                  <a:lnTo>
                    <a:pt x="9982" y="217754"/>
                  </a:lnTo>
                  <a:lnTo>
                    <a:pt x="9982" y="219671"/>
                  </a:lnTo>
                  <a:lnTo>
                    <a:pt x="9144" y="218681"/>
                  </a:lnTo>
                  <a:lnTo>
                    <a:pt x="9893" y="217817"/>
                  </a:lnTo>
                  <a:lnTo>
                    <a:pt x="9982" y="219671"/>
                  </a:lnTo>
                  <a:lnTo>
                    <a:pt x="9982" y="217754"/>
                  </a:lnTo>
                  <a:lnTo>
                    <a:pt x="19697" y="206375"/>
                  </a:lnTo>
                  <a:lnTo>
                    <a:pt x="19481" y="207619"/>
                  </a:lnTo>
                  <a:lnTo>
                    <a:pt x="19824" y="215087"/>
                  </a:lnTo>
                  <a:lnTo>
                    <a:pt x="20269" y="216763"/>
                  </a:lnTo>
                  <a:lnTo>
                    <a:pt x="20269" y="195046"/>
                  </a:lnTo>
                  <a:lnTo>
                    <a:pt x="0" y="218681"/>
                  </a:lnTo>
                  <a:lnTo>
                    <a:pt x="54317" y="282028"/>
                  </a:lnTo>
                  <a:lnTo>
                    <a:pt x="63449" y="271373"/>
                  </a:lnTo>
                  <a:lnTo>
                    <a:pt x="108623" y="218681"/>
                  </a:lnTo>
                  <a:close/>
                </a:path>
                <a:path w="311150" h="359409">
                  <a:moveTo>
                    <a:pt x="167449" y="25120"/>
                  </a:moveTo>
                  <a:lnTo>
                    <a:pt x="167347" y="23164"/>
                  </a:lnTo>
                  <a:lnTo>
                    <a:pt x="164719" y="22529"/>
                  </a:lnTo>
                  <a:lnTo>
                    <a:pt x="158305" y="22936"/>
                  </a:lnTo>
                  <a:lnTo>
                    <a:pt x="155752" y="23901"/>
                  </a:lnTo>
                  <a:lnTo>
                    <a:pt x="153111" y="23266"/>
                  </a:lnTo>
                  <a:lnTo>
                    <a:pt x="149910" y="23456"/>
                  </a:lnTo>
                  <a:lnTo>
                    <a:pt x="146697" y="23660"/>
                  </a:lnTo>
                  <a:lnTo>
                    <a:pt x="144132" y="24625"/>
                  </a:lnTo>
                  <a:lnTo>
                    <a:pt x="144233" y="26581"/>
                  </a:lnTo>
                  <a:lnTo>
                    <a:pt x="146875" y="27216"/>
                  </a:lnTo>
                  <a:lnTo>
                    <a:pt x="153276" y="26809"/>
                  </a:lnTo>
                  <a:lnTo>
                    <a:pt x="154711" y="26276"/>
                  </a:lnTo>
                  <a:lnTo>
                    <a:pt x="154419" y="28003"/>
                  </a:lnTo>
                  <a:lnTo>
                    <a:pt x="154584" y="31737"/>
                  </a:lnTo>
                  <a:lnTo>
                    <a:pt x="154749" y="35471"/>
                  </a:lnTo>
                  <a:lnTo>
                    <a:pt x="155575" y="38455"/>
                  </a:lnTo>
                  <a:lnTo>
                    <a:pt x="157251" y="38354"/>
                  </a:lnTo>
                  <a:lnTo>
                    <a:pt x="157797" y="35293"/>
                  </a:lnTo>
                  <a:lnTo>
                    <a:pt x="157454" y="27813"/>
                  </a:lnTo>
                  <a:lnTo>
                    <a:pt x="156997" y="26136"/>
                  </a:lnTo>
                  <a:lnTo>
                    <a:pt x="158470" y="26479"/>
                  </a:lnTo>
                  <a:lnTo>
                    <a:pt x="161671" y="26289"/>
                  </a:lnTo>
                  <a:lnTo>
                    <a:pt x="164884" y="26085"/>
                  </a:lnTo>
                  <a:lnTo>
                    <a:pt x="167449" y="25120"/>
                  </a:lnTo>
                  <a:close/>
                </a:path>
                <a:path w="311150" h="359409">
                  <a:moveTo>
                    <a:pt x="260146" y="295846"/>
                  </a:moveTo>
                  <a:lnTo>
                    <a:pt x="251015" y="285203"/>
                  </a:lnTo>
                  <a:lnTo>
                    <a:pt x="251015" y="295846"/>
                  </a:lnTo>
                  <a:lnTo>
                    <a:pt x="240893" y="307644"/>
                  </a:lnTo>
                  <a:lnTo>
                    <a:pt x="241173" y="306133"/>
                  </a:lnTo>
                  <a:lnTo>
                    <a:pt x="240830" y="298665"/>
                  </a:lnTo>
                  <a:lnTo>
                    <a:pt x="240372" y="296989"/>
                  </a:lnTo>
                  <a:lnTo>
                    <a:pt x="241846" y="297332"/>
                  </a:lnTo>
                  <a:lnTo>
                    <a:pt x="245059" y="297129"/>
                  </a:lnTo>
                  <a:lnTo>
                    <a:pt x="248259" y="296938"/>
                  </a:lnTo>
                  <a:lnTo>
                    <a:pt x="250825" y="295973"/>
                  </a:lnTo>
                  <a:lnTo>
                    <a:pt x="250799" y="295605"/>
                  </a:lnTo>
                  <a:lnTo>
                    <a:pt x="251015" y="295846"/>
                  </a:lnTo>
                  <a:lnTo>
                    <a:pt x="251015" y="285203"/>
                  </a:lnTo>
                  <a:lnTo>
                    <a:pt x="249110" y="282981"/>
                  </a:lnTo>
                  <a:lnTo>
                    <a:pt x="249110" y="293636"/>
                  </a:lnTo>
                  <a:lnTo>
                    <a:pt x="248094" y="293382"/>
                  </a:lnTo>
                  <a:lnTo>
                    <a:pt x="241681" y="293789"/>
                  </a:lnTo>
                  <a:lnTo>
                    <a:pt x="240169" y="294360"/>
                  </a:lnTo>
                  <a:lnTo>
                    <a:pt x="240474" y="292608"/>
                  </a:lnTo>
                  <a:lnTo>
                    <a:pt x="240309" y="288861"/>
                  </a:lnTo>
                  <a:lnTo>
                    <a:pt x="240144" y="285127"/>
                  </a:lnTo>
                  <a:lnTo>
                    <a:pt x="239496" y="282829"/>
                  </a:lnTo>
                  <a:lnTo>
                    <a:pt x="239496" y="309283"/>
                  </a:lnTo>
                  <a:lnTo>
                    <a:pt x="205841" y="348538"/>
                  </a:lnTo>
                  <a:lnTo>
                    <a:pt x="194157" y="334911"/>
                  </a:lnTo>
                  <a:lnTo>
                    <a:pt x="196748" y="335534"/>
                  </a:lnTo>
                  <a:lnTo>
                    <a:pt x="203149" y="335127"/>
                  </a:lnTo>
                  <a:lnTo>
                    <a:pt x="204584" y="334594"/>
                  </a:lnTo>
                  <a:lnTo>
                    <a:pt x="204292" y="336321"/>
                  </a:lnTo>
                  <a:lnTo>
                    <a:pt x="204457" y="340055"/>
                  </a:lnTo>
                  <a:lnTo>
                    <a:pt x="204622" y="343789"/>
                  </a:lnTo>
                  <a:lnTo>
                    <a:pt x="205447" y="346773"/>
                  </a:lnTo>
                  <a:lnTo>
                    <a:pt x="207124" y="346671"/>
                  </a:lnTo>
                  <a:lnTo>
                    <a:pt x="207670" y="343598"/>
                  </a:lnTo>
                  <a:lnTo>
                    <a:pt x="207327" y="336130"/>
                  </a:lnTo>
                  <a:lnTo>
                    <a:pt x="206857" y="334454"/>
                  </a:lnTo>
                  <a:lnTo>
                    <a:pt x="208343" y="334797"/>
                  </a:lnTo>
                  <a:lnTo>
                    <a:pt x="211543" y="334594"/>
                  </a:lnTo>
                  <a:lnTo>
                    <a:pt x="214757" y="334403"/>
                  </a:lnTo>
                  <a:lnTo>
                    <a:pt x="217322" y="333438"/>
                  </a:lnTo>
                  <a:lnTo>
                    <a:pt x="217220" y="331482"/>
                  </a:lnTo>
                  <a:lnTo>
                    <a:pt x="214591" y="330847"/>
                  </a:lnTo>
                  <a:lnTo>
                    <a:pt x="208178" y="331254"/>
                  </a:lnTo>
                  <a:lnTo>
                    <a:pt x="206667" y="331825"/>
                  </a:lnTo>
                  <a:lnTo>
                    <a:pt x="206971" y="330073"/>
                  </a:lnTo>
                  <a:lnTo>
                    <a:pt x="206806" y="326326"/>
                  </a:lnTo>
                  <a:lnTo>
                    <a:pt x="206641" y="322592"/>
                  </a:lnTo>
                  <a:lnTo>
                    <a:pt x="205803" y="319608"/>
                  </a:lnTo>
                  <a:lnTo>
                    <a:pt x="204139" y="319709"/>
                  </a:lnTo>
                  <a:lnTo>
                    <a:pt x="203593" y="322783"/>
                  </a:lnTo>
                  <a:lnTo>
                    <a:pt x="203936" y="330250"/>
                  </a:lnTo>
                  <a:lnTo>
                    <a:pt x="204381" y="331927"/>
                  </a:lnTo>
                  <a:lnTo>
                    <a:pt x="202984" y="331584"/>
                  </a:lnTo>
                  <a:lnTo>
                    <a:pt x="199783" y="331774"/>
                  </a:lnTo>
                  <a:lnTo>
                    <a:pt x="196570" y="331978"/>
                  </a:lnTo>
                  <a:lnTo>
                    <a:pt x="194005" y="332943"/>
                  </a:lnTo>
                  <a:lnTo>
                    <a:pt x="194094" y="334848"/>
                  </a:lnTo>
                  <a:lnTo>
                    <a:pt x="161594" y="296926"/>
                  </a:lnTo>
                  <a:lnTo>
                    <a:pt x="164160" y="297522"/>
                  </a:lnTo>
                  <a:lnTo>
                    <a:pt x="170573" y="297129"/>
                  </a:lnTo>
                  <a:lnTo>
                    <a:pt x="171996" y="296595"/>
                  </a:lnTo>
                  <a:lnTo>
                    <a:pt x="171704" y="298310"/>
                  </a:lnTo>
                  <a:lnTo>
                    <a:pt x="171869" y="302044"/>
                  </a:lnTo>
                  <a:lnTo>
                    <a:pt x="172046" y="305790"/>
                  </a:lnTo>
                  <a:lnTo>
                    <a:pt x="172872" y="308775"/>
                  </a:lnTo>
                  <a:lnTo>
                    <a:pt x="174548" y="308673"/>
                  </a:lnTo>
                  <a:lnTo>
                    <a:pt x="175094" y="305600"/>
                  </a:lnTo>
                  <a:lnTo>
                    <a:pt x="174739" y="298119"/>
                  </a:lnTo>
                  <a:lnTo>
                    <a:pt x="174282" y="296443"/>
                  </a:lnTo>
                  <a:lnTo>
                    <a:pt x="175768" y="296799"/>
                  </a:lnTo>
                  <a:lnTo>
                    <a:pt x="178968" y="296595"/>
                  </a:lnTo>
                  <a:lnTo>
                    <a:pt x="182168" y="296392"/>
                  </a:lnTo>
                  <a:lnTo>
                    <a:pt x="184734" y="295427"/>
                  </a:lnTo>
                  <a:lnTo>
                    <a:pt x="184645" y="293471"/>
                  </a:lnTo>
                  <a:lnTo>
                    <a:pt x="182003" y="292849"/>
                  </a:lnTo>
                  <a:lnTo>
                    <a:pt x="175602" y="293243"/>
                  </a:lnTo>
                  <a:lnTo>
                    <a:pt x="174078" y="293814"/>
                  </a:lnTo>
                  <a:lnTo>
                    <a:pt x="174396" y="292061"/>
                  </a:lnTo>
                  <a:lnTo>
                    <a:pt x="174218" y="288328"/>
                  </a:lnTo>
                  <a:lnTo>
                    <a:pt x="174053" y="284581"/>
                  </a:lnTo>
                  <a:lnTo>
                    <a:pt x="173228" y="281597"/>
                  </a:lnTo>
                  <a:lnTo>
                    <a:pt x="172872" y="281622"/>
                  </a:lnTo>
                  <a:lnTo>
                    <a:pt x="204635" y="244563"/>
                  </a:lnTo>
                  <a:lnTo>
                    <a:pt x="204216" y="246951"/>
                  </a:lnTo>
                  <a:lnTo>
                    <a:pt x="204558" y="254431"/>
                  </a:lnTo>
                  <a:lnTo>
                    <a:pt x="205003" y="256095"/>
                  </a:lnTo>
                  <a:lnTo>
                    <a:pt x="203606" y="255752"/>
                  </a:lnTo>
                  <a:lnTo>
                    <a:pt x="200406" y="255955"/>
                  </a:lnTo>
                  <a:lnTo>
                    <a:pt x="197192" y="256159"/>
                  </a:lnTo>
                  <a:lnTo>
                    <a:pt x="194627" y="257111"/>
                  </a:lnTo>
                  <a:lnTo>
                    <a:pt x="194729" y="259080"/>
                  </a:lnTo>
                  <a:lnTo>
                    <a:pt x="197370" y="259702"/>
                  </a:lnTo>
                  <a:lnTo>
                    <a:pt x="203771" y="259308"/>
                  </a:lnTo>
                  <a:lnTo>
                    <a:pt x="205206" y="258775"/>
                  </a:lnTo>
                  <a:lnTo>
                    <a:pt x="204914" y="260489"/>
                  </a:lnTo>
                  <a:lnTo>
                    <a:pt x="205079" y="264223"/>
                  </a:lnTo>
                  <a:lnTo>
                    <a:pt x="205244" y="267970"/>
                  </a:lnTo>
                  <a:lnTo>
                    <a:pt x="206070" y="270954"/>
                  </a:lnTo>
                  <a:lnTo>
                    <a:pt x="207746" y="270840"/>
                  </a:lnTo>
                  <a:lnTo>
                    <a:pt x="208292" y="267779"/>
                  </a:lnTo>
                  <a:lnTo>
                    <a:pt x="207949" y="260299"/>
                  </a:lnTo>
                  <a:lnTo>
                    <a:pt x="207479" y="258635"/>
                  </a:lnTo>
                  <a:lnTo>
                    <a:pt x="208965" y="258978"/>
                  </a:lnTo>
                  <a:lnTo>
                    <a:pt x="212166" y="258775"/>
                  </a:lnTo>
                  <a:lnTo>
                    <a:pt x="215379" y="258572"/>
                  </a:lnTo>
                  <a:lnTo>
                    <a:pt x="217944" y="257606"/>
                  </a:lnTo>
                  <a:lnTo>
                    <a:pt x="217919" y="257276"/>
                  </a:lnTo>
                  <a:lnTo>
                    <a:pt x="239268" y="282155"/>
                  </a:lnTo>
                  <a:lnTo>
                    <a:pt x="237642" y="282244"/>
                  </a:lnTo>
                  <a:lnTo>
                    <a:pt x="237096" y="285318"/>
                  </a:lnTo>
                  <a:lnTo>
                    <a:pt x="237439" y="292785"/>
                  </a:lnTo>
                  <a:lnTo>
                    <a:pt x="237896" y="294462"/>
                  </a:lnTo>
                  <a:lnTo>
                    <a:pt x="236486" y="294119"/>
                  </a:lnTo>
                  <a:lnTo>
                    <a:pt x="233286" y="294309"/>
                  </a:lnTo>
                  <a:lnTo>
                    <a:pt x="230085" y="294513"/>
                  </a:lnTo>
                  <a:lnTo>
                    <a:pt x="227520" y="295478"/>
                  </a:lnTo>
                  <a:lnTo>
                    <a:pt x="227609" y="297434"/>
                  </a:lnTo>
                  <a:lnTo>
                    <a:pt x="230251" y="298069"/>
                  </a:lnTo>
                  <a:lnTo>
                    <a:pt x="236664" y="297662"/>
                  </a:lnTo>
                  <a:lnTo>
                    <a:pt x="238086" y="297129"/>
                  </a:lnTo>
                  <a:lnTo>
                    <a:pt x="237794" y="298856"/>
                  </a:lnTo>
                  <a:lnTo>
                    <a:pt x="237959" y="302590"/>
                  </a:lnTo>
                  <a:lnTo>
                    <a:pt x="238125" y="306324"/>
                  </a:lnTo>
                  <a:lnTo>
                    <a:pt x="238963" y="309308"/>
                  </a:lnTo>
                  <a:lnTo>
                    <a:pt x="239496" y="309283"/>
                  </a:lnTo>
                  <a:lnTo>
                    <a:pt x="239496" y="282829"/>
                  </a:lnTo>
                  <a:lnTo>
                    <a:pt x="239331" y="282232"/>
                  </a:lnTo>
                  <a:lnTo>
                    <a:pt x="249110" y="293636"/>
                  </a:lnTo>
                  <a:lnTo>
                    <a:pt x="249110" y="282981"/>
                  </a:lnTo>
                  <a:lnTo>
                    <a:pt x="216204" y="244589"/>
                  </a:lnTo>
                  <a:lnTo>
                    <a:pt x="216204" y="255270"/>
                  </a:lnTo>
                  <a:lnTo>
                    <a:pt x="215214" y="255028"/>
                  </a:lnTo>
                  <a:lnTo>
                    <a:pt x="208800" y="255422"/>
                  </a:lnTo>
                  <a:lnTo>
                    <a:pt x="207289" y="255993"/>
                  </a:lnTo>
                  <a:lnTo>
                    <a:pt x="207594" y="254241"/>
                  </a:lnTo>
                  <a:lnTo>
                    <a:pt x="207429" y="250507"/>
                  </a:lnTo>
                  <a:lnTo>
                    <a:pt x="207264" y="246761"/>
                  </a:lnTo>
                  <a:lnTo>
                    <a:pt x="206438" y="243865"/>
                  </a:lnTo>
                  <a:lnTo>
                    <a:pt x="216204" y="255270"/>
                  </a:lnTo>
                  <a:lnTo>
                    <a:pt x="216204" y="244589"/>
                  </a:lnTo>
                  <a:lnTo>
                    <a:pt x="214985" y="243154"/>
                  </a:lnTo>
                  <a:lnTo>
                    <a:pt x="206375" y="233121"/>
                  </a:lnTo>
                  <a:lnTo>
                    <a:pt x="206375" y="243789"/>
                  </a:lnTo>
                  <a:lnTo>
                    <a:pt x="205232" y="243865"/>
                  </a:lnTo>
                  <a:lnTo>
                    <a:pt x="205841" y="243154"/>
                  </a:lnTo>
                  <a:lnTo>
                    <a:pt x="206375" y="243789"/>
                  </a:lnTo>
                  <a:lnTo>
                    <a:pt x="206375" y="233121"/>
                  </a:lnTo>
                  <a:lnTo>
                    <a:pt x="205841" y="232498"/>
                  </a:lnTo>
                  <a:lnTo>
                    <a:pt x="171792" y="272224"/>
                  </a:lnTo>
                  <a:lnTo>
                    <a:pt x="171792" y="293916"/>
                  </a:lnTo>
                  <a:lnTo>
                    <a:pt x="170408" y="293573"/>
                  </a:lnTo>
                  <a:lnTo>
                    <a:pt x="167195" y="293776"/>
                  </a:lnTo>
                  <a:lnTo>
                    <a:pt x="163995" y="293979"/>
                  </a:lnTo>
                  <a:lnTo>
                    <a:pt x="161505" y="294919"/>
                  </a:lnTo>
                  <a:lnTo>
                    <a:pt x="161505" y="296824"/>
                  </a:lnTo>
                  <a:lnTo>
                    <a:pt x="160680" y="295846"/>
                  </a:lnTo>
                  <a:lnTo>
                    <a:pt x="161429" y="294982"/>
                  </a:lnTo>
                  <a:lnTo>
                    <a:pt x="161505" y="296824"/>
                  </a:lnTo>
                  <a:lnTo>
                    <a:pt x="161505" y="294919"/>
                  </a:lnTo>
                  <a:lnTo>
                    <a:pt x="171221" y="283552"/>
                  </a:lnTo>
                  <a:lnTo>
                    <a:pt x="171005" y="284772"/>
                  </a:lnTo>
                  <a:lnTo>
                    <a:pt x="171348" y="292252"/>
                  </a:lnTo>
                  <a:lnTo>
                    <a:pt x="171792" y="293916"/>
                  </a:lnTo>
                  <a:lnTo>
                    <a:pt x="171792" y="272224"/>
                  </a:lnTo>
                  <a:lnTo>
                    <a:pt x="154660" y="292201"/>
                  </a:lnTo>
                  <a:lnTo>
                    <a:pt x="148666" y="285216"/>
                  </a:lnTo>
                  <a:lnTo>
                    <a:pt x="148666" y="295846"/>
                  </a:lnTo>
                  <a:lnTo>
                    <a:pt x="138544" y="307644"/>
                  </a:lnTo>
                  <a:lnTo>
                    <a:pt x="138823" y="306133"/>
                  </a:lnTo>
                  <a:lnTo>
                    <a:pt x="138480" y="298665"/>
                  </a:lnTo>
                  <a:lnTo>
                    <a:pt x="138023" y="296989"/>
                  </a:lnTo>
                  <a:lnTo>
                    <a:pt x="139496" y="297332"/>
                  </a:lnTo>
                  <a:lnTo>
                    <a:pt x="142697" y="297129"/>
                  </a:lnTo>
                  <a:lnTo>
                    <a:pt x="145910" y="296938"/>
                  </a:lnTo>
                  <a:lnTo>
                    <a:pt x="148475" y="295973"/>
                  </a:lnTo>
                  <a:lnTo>
                    <a:pt x="148450" y="295605"/>
                  </a:lnTo>
                  <a:lnTo>
                    <a:pt x="148666" y="295846"/>
                  </a:lnTo>
                  <a:lnTo>
                    <a:pt x="148666" y="285216"/>
                  </a:lnTo>
                  <a:lnTo>
                    <a:pt x="146761" y="282994"/>
                  </a:lnTo>
                  <a:lnTo>
                    <a:pt x="146761" y="293636"/>
                  </a:lnTo>
                  <a:lnTo>
                    <a:pt x="145745" y="293382"/>
                  </a:lnTo>
                  <a:lnTo>
                    <a:pt x="139331" y="293789"/>
                  </a:lnTo>
                  <a:lnTo>
                    <a:pt x="137820" y="294360"/>
                  </a:lnTo>
                  <a:lnTo>
                    <a:pt x="138125" y="292608"/>
                  </a:lnTo>
                  <a:lnTo>
                    <a:pt x="137960" y="288861"/>
                  </a:lnTo>
                  <a:lnTo>
                    <a:pt x="137795" y="285127"/>
                  </a:lnTo>
                  <a:lnTo>
                    <a:pt x="137147" y="282829"/>
                  </a:lnTo>
                  <a:lnTo>
                    <a:pt x="137147" y="309283"/>
                  </a:lnTo>
                  <a:lnTo>
                    <a:pt x="103492" y="348538"/>
                  </a:lnTo>
                  <a:lnTo>
                    <a:pt x="91808" y="334924"/>
                  </a:lnTo>
                  <a:lnTo>
                    <a:pt x="94386" y="335534"/>
                  </a:lnTo>
                  <a:lnTo>
                    <a:pt x="100799" y="335127"/>
                  </a:lnTo>
                  <a:lnTo>
                    <a:pt x="102222" y="334594"/>
                  </a:lnTo>
                  <a:lnTo>
                    <a:pt x="101930" y="336321"/>
                  </a:lnTo>
                  <a:lnTo>
                    <a:pt x="102108" y="340055"/>
                  </a:lnTo>
                  <a:lnTo>
                    <a:pt x="102273" y="343789"/>
                  </a:lnTo>
                  <a:lnTo>
                    <a:pt x="103098" y="346773"/>
                  </a:lnTo>
                  <a:lnTo>
                    <a:pt x="104775" y="346671"/>
                  </a:lnTo>
                  <a:lnTo>
                    <a:pt x="105321" y="343598"/>
                  </a:lnTo>
                  <a:lnTo>
                    <a:pt x="104965" y="336130"/>
                  </a:lnTo>
                  <a:lnTo>
                    <a:pt x="104508" y="334454"/>
                  </a:lnTo>
                  <a:lnTo>
                    <a:pt x="105994" y="334797"/>
                  </a:lnTo>
                  <a:lnTo>
                    <a:pt x="109194" y="334594"/>
                  </a:lnTo>
                  <a:lnTo>
                    <a:pt x="112395" y="334403"/>
                  </a:lnTo>
                  <a:lnTo>
                    <a:pt x="114960" y="333438"/>
                  </a:lnTo>
                  <a:lnTo>
                    <a:pt x="114871" y="331482"/>
                  </a:lnTo>
                  <a:lnTo>
                    <a:pt x="112229" y="330847"/>
                  </a:lnTo>
                  <a:lnTo>
                    <a:pt x="105829" y="331254"/>
                  </a:lnTo>
                  <a:lnTo>
                    <a:pt x="104317" y="331825"/>
                  </a:lnTo>
                  <a:lnTo>
                    <a:pt x="104622" y="330073"/>
                  </a:lnTo>
                  <a:lnTo>
                    <a:pt x="104444" y="326326"/>
                  </a:lnTo>
                  <a:lnTo>
                    <a:pt x="104279" y="322592"/>
                  </a:lnTo>
                  <a:lnTo>
                    <a:pt x="103454" y="319608"/>
                  </a:lnTo>
                  <a:lnTo>
                    <a:pt x="101777" y="319709"/>
                  </a:lnTo>
                  <a:lnTo>
                    <a:pt x="101231" y="322783"/>
                  </a:lnTo>
                  <a:lnTo>
                    <a:pt x="101587" y="330250"/>
                  </a:lnTo>
                  <a:lnTo>
                    <a:pt x="102031" y="331927"/>
                  </a:lnTo>
                  <a:lnTo>
                    <a:pt x="100634" y="331584"/>
                  </a:lnTo>
                  <a:lnTo>
                    <a:pt x="97421" y="331774"/>
                  </a:lnTo>
                  <a:lnTo>
                    <a:pt x="94221" y="331978"/>
                  </a:lnTo>
                  <a:lnTo>
                    <a:pt x="91655" y="332943"/>
                  </a:lnTo>
                  <a:lnTo>
                    <a:pt x="91732" y="334848"/>
                  </a:lnTo>
                  <a:lnTo>
                    <a:pt x="59232" y="296926"/>
                  </a:lnTo>
                  <a:lnTo>
                    <a:pt x="61810" y="297522"/>
                  </a:lnTo>
                  <a:lnTo>
                    <a:pt x="68211" y="297129"/>
                  </a:lnTo>
                  <a:lnTo>
                    <a:pt x="69646" y="296595"/>
                  </a:lnTo>
                  <a:lnTo>
                    <a:pt x="69354" y="298310"/>
                  </a:lnTo>
                  <a:lnTo>
                    <a:pt x="69519" y="302044"/>
                  </a:lnTo>
                  <a:lnTo>
                    <a:pt x="69697" y="305790"/>
                  </a:lnTo>
                  <a:lnTo>
                    <a:pt x="70510" y="308775"/>
                  </a:lnTo>
                  <a:lnTo>
                    <a:pt x="72186" y="308673"/>
                  </a:lnTo>
                  <a:lnTo>
                    <a:pt x="72732" y="305600"/>
                  </a:lnTo>
                  <a:lnTo>
                    <a:pt x="72390" y="298119"/>
                  </a:lnTo>
                  <a:lnTo>
                    <a:pt x="71932" y="296456"/>
                  </a:lnTo>
                  <a:lnTo>
                    <a:pt x="73406" y="296799"/>
                  </a:lnTo>
                  <a:lnTo>
                    <a:pt x="76619" y="296595"/>
                  </a:lnTo>
                  <a:lnTo>
                    <a:pt x="79819" y="296392"/>
                  </a:lnTo>
                  <a:lnTo>
                    <a:pt x="82384" y="295427"/>
                  </a:lnTo>
                  <a:lnTo>
                    <a:pt x="82296" y="293471"/>
                  </a:lnTo>
                  <a:lnTo>
                    <a:pt x="79654" y="292849"/>
                  </a:lnTo>
                  <a:lnTo>
                    <a:pt x="73240" y="293243"/>
                  </a:lnTo>
                  <a:lnTo>
                    <a:pt x="71729" y="293814"/>
                  </a:lnTo>
                  <a:lnTo>
                    <a:pt x="72034" y="292061"/>
                  </a:lnTo>
                  <a:lnTo>
                    <a:pt x="71869" y="288328"/>
                  </a:lnTo>
                  <a:lnTo>
                    <a:pt x="71704" y="284581"/>
                  </a:lnTo>
                  <a:lnTo>
                    <a:pt x="70878" y="281597"/>
                  </a:lnTo>
                  <a:lnTo>
                    <a:pt x="70510" y="281622"/>
                  </a:lnTo>
                  <a:lnTo>
                    <a:pt x="102273" y="244576"/>
                  </a:lnTo>
                  <a:lnTo>
                    <a:pt x="101854" y="246951"/>
                  </a:lnTo>
                  <a:lnTo>
                    <a:pt x="102196" y="254431"/>
                  </a:lnTo>
                  <a:lnTo>
                    <a:pt x="102641" y="256095"/>
                  </a:lnTo>
                  <a:lnTo>
                    <a:pt x="101257" y="255752"/>
                  </a:lnTo>
                  <a:lnTo>
                    <a:pt x="98044" y="255955"/>
                  </a:lnTo>
                  <a:lnTo>
                    <a:pt x="94843" y="256159"/>
                  </a:lnTo>
                  <a:lnTo>
                    <a:pt x="92278" y="257111"/>
                  </a:lnTo>
                  <a:lnTo>
                    <a:pt x="92367" y="259080"/>
                  </a:lnTo>
                  <a:lnTo>
                    <a:pt x="95008" y="259702"/>
                  </a:lnTo>
                  <a:lnTo>
                    <a:pt x="101422" y="259308"/>
                  </a:lnTo>
                  <a:lnTo>
                    <a:pt x="102844" y="258775"/>
                  </a:lnTo>
                  <a:lnTo>
                    <a:pt x="102552" y="260489"/>
                  </a:lnTo>
                  <a:lnTo>
                    <a:pt x="102717" y="264223"/>
                  </a:lnTo>
                  <a:lnTo>
                    <a:pt x="102895" y="267970"/>
                  </a:lnTo>
                  <a:lnTo>
                    <a:pt x="103720" y="270954"/>
                  </a:lnTo>
                  <a:lnTo>
                    <a:pt x="105397" y="270840"/>
                  </a:lnTo>
                  <a:lnTo>
                    <a:pt x="105943" y="267779"/>
                  </a:lnTo>
                  <a:lnTo>
                    <a:pt x="105587" y="260299"/>
                  </a:lnTo>
                  <a:lnTo>
                    <a:pt x="105130" y="258622"/>
                  </a:lnTo>
                  <a:lnTo>
                    <a:pt x="106616" y="258978"/>
                  </a:lnTo>
                  <a:lnTo>
                    <a:pt x="109816" y="258775"/>
                  </a:lnTo>
                  <a:lnTo>
                    <a:pt x="113017" y="258572"/>
                  </a:lnTo>
                  <a:lnTo>
                    <a:pt x="115582" y="257606"/>
                  </a:lnTo>
                  <a:lnTo>
                    <a:pt x="115557" y="257263"/>
                  </a:lnTo>
                  <a:lnTo>
                    <a:pt x="136918" y="282155"/>
                  </a:lnTo>
                  <a:lnTo>
                    <a:pt x="135293" y="282244"/>
                  </a:lnTo>
                  <a:lnTo>
                    <a:pt x="134747" y="285318"/>
                  </a:lnTo>
                  <a:lnTo>
                    <a:pt x="135089" y="292785"/>
                  </a:lnTo>
                  <a:lnTo>
                    <a:pt x="135534" y="294462"/>
                  </a:lnTo>
                  <a:lnTo>
                    <a:pt x="134137" y="294119"/>
                  </a:lnTo>
                  <a:lnTo>
                    <a:pt x="130937" y="294309"/>
                  </a:lnTo>
                  <a:lnTo>
                    <a:pt x="127723" y="294513"/>
                  </a:lnTo>
                  <a:lnTo>
                    <a:pt x="125158" y="295478"/>
                  </a:lnTo>
                  <a:lnTo>
                    <a:pt x="125260" y="297434"/>
                  </a:lnTo>
                  <a:lnTo>
                    <a:pt x="127901" y="298069"/>
                  </a:lnTo>
                  <a:lnTo>
                    <a:pt x="134302" y="297662"/>
                  </a:lnTo>
                  <a:lnTo>
                    <a:pt x="135737" y="297129"/>
                  </a:lnTo>
                  <a:lnTo>
                    <a:pt x="135445" y="298856"/>
                  </a:lnTo>
                  <a:lnTo>
                    <a:pt x="135610" y="302590"/>
                  </a:lnTo>
                  <a:lnTo>
                    <a:pt x="135775" y="306324"/>
                  </a:lnTo>
                  <a:lnTo>
                    <a:pt x="136601" y="309308"/>
                  </a:lnTo>
                  <a:lnTo>
                    <a:pt x="137147" y="309283"/>
                  </a:lnTo>
                  <a:lnTo>
                    <a:pt x="137147" y="282829"/>
                  </a:lnTo>
                  <a:lnTo>
                    <a:pt x="136982" y="282232"/>
                  </a:lnTo>
                  <a:lnTo>
                    <a:pt x="146761" y="293636"/>
                  </a:lnTo>
                  <a:lnTo>
                    <a:pt x="146761" y="282994"/>
                  </a:lnTo>
                  <a:lnTo>
                    <a:pt x="113855" y="244602"/>
                  </a:lnTo>
                  <a:lnTo>
                    <a:pt x="113855" y="255270"/>
                  </a:lnTo>
                  <a:lnTo>
                    <a:pt x="112852" y="255028"/>
                  </a:lnTo>
                  <a:lnTo>
                    <a:pt x="106451" y="255422"/>
                  </a:lnTo>
                  <a:lnTo>
                    <a:pt x="104940" y="255993"/>
                  </a:lnTo>
                  <a:lnTo>
                    <a:pt x="105244" y="254241"/>
                  </a:lnTo>
                  <a:lnTo>
                    <a:pt x="105067" y="250507"/>
                  </a:lnTo>
                  <a:lnTo>
                    <a:pt x="104902" y="246761"/>
                  </a:lnTo>
                  <a:lnTo>
                    <a:pt x="104089" y="243865"/>
                  </a:lnTo>
                  <a:lnTo>
                    <a:pt x="113855" y="255270"/>
                  </a:lnTo>
                  <a:lnTo>
                    <a:pt x="113855" y="244602"/>
                  </a:lnTo>
                  <a:lnTo>
                    <a:pt x="112623" y="243154"/>
                  </a:lnTo>
                  <a:lnTo>
                    <a:pt x="104025" y="233133"/>
                  </a:lnTo>
                  <a:lnTo>
                    <a:pt x="104025" y="243789"/>
                  </a:lnTo>
                  <a:lnTo>
                    <a:pt x="102882" y="243865"/>
                  </a:lnTo>
                  <a:lnTo>
                    <a:pt x="103492" y="243154"/>
                  </a:lnTo>
                  <a:lnTo>
                    <a:pt x="104025" y="243789"/>
                  </a:lnTo>
                  <a:lnTo>
                    <a:pt x="104025" y="233133"/>
                  </a:lnTo>
                  <a:lnTo>
                    <a:pt x="103492" y="232498"/>
                  </a:lnTo>
                  <a:lnTo>
                    <a:pt x="69443" y="272211"/>
                  </a:lnTo>
                  <a:lnTo>
                    <a:pt x="69443" y="293916"/>
                  </a:lnTo>
                  <a:lnTo>
                    <a:pt x="68046" y="293573"/>
                  </a:lnTo>
                  <a:lnTo>
                    <a:pt x="64846" y="293776"/>
                  </a:lnTo>
                  <a:lnTo>
                    <a:pt x="61645" y="293979"/>
                  </a:lnTo>
                  <a:lnTo>
                    <a:pt x="59156" y="294919"/>
                  </a:lnTo>
                  <a:lnTo>
                    <a:pt x="59156" y="296837"/>
                  </a:lnTo>
                  <a:lnTo>
                    <a:pt x="58318" y="295846"/>
                  </a:lnTo>
                  <a:lnTo>
                    <a:pt x="59080" y="294957"/>
                  </a:lnTo>
                  <a:lnTo>
                    <a:pt x="59156" y="296837"/>
                  </a:lnTo>
                  <a:lnTo>
                    <a:pt x="59156" y="294919"/>
                  </a:lnTo>
                  <a:lnTo>
                    <a:pt x="68872" y="283540"/>
                  </a:lnTo>
                  <a:lnTo>
                    <a:pt x="68656" y="284772"/>
                  </a:lnTo>
                  <a:lnTo>
                    <a:pt x="68999" y="292252"/>
                  </a:lnTo>
                  <a:lnTo>
                    <a:pt x="69443" y="293916"/>
                  </a:lnTo>
                  <a:lnTo>
                    <a:pt x="69443" y="272211"/>
                  </a:lnTo>
                  <a:lnTo>
                    <a:pt x="49174" y="295846"/>
                  </a:lnTo>
                  <a:lnTo>
                    <a:pt x="103492" y="359194"/>
                  </a:lnTo>
                  <a:lnTo>
                    <a:pt x="112623" y="348538"/>
                  </a:lnTo>
                  <a:lnTo>
                    <a:pt x="154660" y="299504"/>
                  </a:lnTo>
                  <a:lnTo>
                    <a:pt x="205841" y="359194"/>
                  </a:lnTo>
                  <a:lnTo>
                    <a:pt x="214985" y="348538"/>
                  </a:lnTo>
                  <a:lnTo>
                    <a:pt x="260146" y="295846"/>
                  </a:lnTo>
                  <a:close/>
                </a:path>
                <a:path w="311150" h="359409">
                  <a:moveTo>
                    <a:pt x="310692" y="63360"/>
                  </a:moveTo>
                  <a:lnTo>
                    <a:pt x="301561" y="52717"/>
                  </a:lnTo>
                  <a:lnTo>
                    <a:pt x="301561" y="63360"/>
                  </a:lnTo>
                  <a:lnTo>
                    <a:pt x="291439" y="75158"/>
                  </a:lnTo>
                  <a:lnTo>
                    <a:pt x="291719" y="73647"/>
                  </a:lnTo>
                  <a:lnTo>
                    <a:pt x="291376" y="66167"/>
                  </a:lnTo>
                  <a:lnTo>
                    <a:pt x="290918" y="64490"/>
                  </a:lnTo>
                  <a:lnTo>
                    <a:pt x="292392" y="64846"/>
                  </a:lnTo>
                  <a:lnTo>
                    <a:pt x="295605" y="64643"/>
                  </a:lnTo>
                  <a:lnTo>
                    <a:pt x="298805" y="64439"/>
                  </a:lnTo>
                  <a:lnTo>
                    <a:pt x="301371" y="63474"/>
                  </a:lnTo>
                  <a:lnTo>
                    <a:pt x="301345" y="63119"/>
                  </a:lnTo>
                  <a:lnTo>
                    <a:pt x="301561" y="63360"/>
                  </a:lnTo>
                  <a:lnTo>
                    <a:pt x="301561" y="52717"/>
                  </a:lnTo>
                  <a:lnTo>
                    <a:pt x="299643" y="50469"/>
                  </a:lnTo>
                  <a:lnTo>
                    <a:pt x="299643" y="61137"/>
                  </a:lnTo>
                  <a:lnTo>
                    <a:pt x="298640" y="60896"/>
                  </a:lnTo>
                  <a:lnTo>
                    <a:pt x="292227" y="61290"/>
                  </a:lnTo>
                  <a:lnTo>
                    <a:pt x="290715" y="61861"/>
                  </a:lnTo>
                  <a:lnTo>
                    <a:pt x="291020" y="60109"/>
                  </a:lnTo>
                  <a:lnTo>
                    <a:pt x="290855" y="56375"/>
                  </a:lnTo>
                  <a:lnTo>
                    <a:pt x="290690" y="52641"/>
                  </a:lnTo>
                  <a:lnTo>
                    <a:pt x="290042" y="50342"/>
                  </a:lnTo>
                  <a:lnTo>
                    <a:pt x="290042" y="76796"/>
                  </a:lnTo>
                  <a:lnTo>
                    <a:pt x="256387" y="116039"/>
                  </a:lnTo>
                  <a:lnTo>
                    <a:pt x="244703" y="102438"/>
                  </a:lnTo>
                  <a:lnTo>
                    <a:pt x="247281" y="103035"/>
                  </a:lnTo>
                  <a:lnTo>
                    <a:pt x="253695" y="102641"/>
                  </a:lnTo>
                  <a:lnTo>
                    <a:pt x="255130" y="102108"/>
                  </a:lnTo>
                  <a:lnTo>
                    <a:pt x="254838" y="103822"/>
                  </a:lnTo>
                  <a:lnTo>
                    <a:pt x="255003" y="107569"/>
                  </a:lnTo>
                  <a:lnTo>
                    <a:pt x="255168" y="111302"/>
                  </a:lnTo>
                  <a:lnTo>
                    <a:pt x="255993" y="114287"/>
                  </a:lnTo>
                  <a:lnTo>
                    <a:pt x="257670" y="114185"/>
                  </a:lnTo>
                  <a:lnTo>
                    <a:pt x="258216" y="111112"/>
                  </a:lnTo>
                  <a:lnTo>
                    <a:pt x="257873" y="103632"/>
                  </a:lnTo>
                  <a:lnTo>
                    <a:pt x="257403" y="101955"/>
                  </a:lnTo>
                  <a:lnTo>
                    <a:pt x="258889" y="102311"/>
                  </a:lnTo>
                  <a:lnTo>
                    <a:pt x="262089" y="102108"/>
                  </a:lnTo>
                  <a:lnTo>
                    <a:pt x="265290" y="101904"/>
                  </a:lnTo>
                  <a:lnTo>
                    <a:pt x="267855" y="100952"/>
                  </a:lnTo>
                  <a:lnTo>
                    <a:pt x="267766" y="98983"/>
                  </a:lnTo>
                  <a:lnTo>
                    <a:pt x="265125" y="98361"/>
                  </a:lnTo>
                  <a:lnTo>
                    <a:pt x="258724" y="98755"/>
                  </a:lnTo>
                  <a:lnTo>
                    <a:pt x="257213" y="99326"/>
                  </a:lnTo>
                  <a:lnTo>
                    <a:pt x="257517" y="97574"/>
                  </a:lnTo>
                  <a:lnTo>
                    <a:pt x="257352" y="93840"/>
                  </a:lnTo>
                  <a:lnTo>
                    <a:pt x="257175" y="90093"/>
                  </a:lnTo>
                  <a:lnTo>
                    <a:pt x="256349" y="87122"/>
                  </a:lnTo>
                  <a:lnTo>
                    <a:pt x="254673" y="87223"/>
                  </a:lnTo>
                  <a:lnTo>
                    <a:pt x="254127" y="90284"/>
                  </a:lnTo>
                  <a:lnTo>
                    <a:pt x="254482" y="97764"/>
                  </a:lnTo>
                  <a:lnTo>
                    <a:pt x="254927" y="99428"/>
                  </a:lnTo>
                  <a:lnTo>
                    <a:pt x="253530" y="99085"/>
                  </a:lnTo>
                  <a:lnTo>
                    <a:pt x="250317" y="99288"/>
                  </a:lnTo>
                  <a:lnTo>
                    <a:pt x="247116" y="99491"/>
                  </a:lnTo>
                  <a:lnTo>
                    <a:pt x="244551" y="100444"/>
                  </a:lnTo>
                  <a:lnTo>
                    <a:pt x="244640" y="102362"/>
                  </a:lnTo>
                  <a:lnTo>
                    <a:pt x="212115" y="64427"/>
                  </a:lnTo>
                  <a:lnTo>
                    <a:pt x="214706" y="65036"/>
                  </a:lnTo>
                  <a:lnTo>
                    <a:pt x="221119" y="64630"/>
                  </a:lnTo>
                  <a:lnTo>
                    <a:pt x="222542" y="64096"/>
                  </a:lnTo>
                  <a:lnTo>
                    <a:pt x="222250" y="65824"/>
                  </a:lnTo>
                  <a:lnTo>
                    <a:pt x="222415" y="69557"/>
                  </a:lnTo>
                  <a:lnTo>
                    <a:pt x="222580" y="73291"/>
                  </a:lnTo>
                  <a:lnTo>
                    <a:pt x="223418" y="76276"/>
                  </a:lnTo>
                  <a:lnTo>
                    <a:pt x="225082" y="76174"/>
                  </a:lnTo>
                  <a:lnTo>
                    <a:pt x="225628" y="73113"/>
                  </a:lnTo>
                  <a:lnTo>
                    <a:pt x="225285" y="65633"/>
                  </a:lnTo>
                  <a:lnTo>
                    <a:pt x="224828" y="63957"/>
                  </a:lnTo>
                  <a:lnTo>
                    <a:pt x="226314" y="64300"/>
                  </a:lnTo>
                  <a:lnTo>
                    <a:pt x="229514" y="64109"/>
                  </a:lnTo>
                  <a:lnTo>
                    <a:pt x="232714" y="63906"/>
                  </a:lnTo>
                  <a:lnTo>
                    <a:pt x="235280" y="62941"/>
                  </a:lnTo>
                  <a:lnTo>
                    <a:pt x="235191" y="60985"/>
                  </a:lnTo>
                  <a:lnTo>
                    <a:pt x="232549" y="60350"/>
                  </a:lnTo>
                  <a:lnTo>
                    <a:pt x="226136" y="60756"/>
                  </a:lnTo>
                  <a:lnTo>
                    <a:pt x="224624" y="61328"/>
                  </a:lnTo>
                  <a:lnTo>
                    <a:pt x="224929" y="59575"/>
                  </a:lnTo>
                  <a:lnTo>
                    <a:pt x="224764" y="55829"/>
                  </a:lnTo>
                  <a:lnTo>
                    <a:pt x="224599" y="52095"/>
                  </a:lnTo>
                  <a:lnTo>
                    <a:pt x="223774" y="49110"/>
                  </a:lnTo>
                  <a:lnTo>
                    <a:pt x="223405" y="49136"/>
                  </a:lnTo>
                  <a:lnTo>
                    <a:pt x="255168" y="12090"/>
                  </a:lnTo>
                  <a:lnTo>
                    <a:pt x="254749" y="14465"/>
                  </a:lnTo>
                  <a:lnTo>
                    <a:pt x="255104" y="21932"/>
                  </a:lnTo>
                  <a:lnTo>
                    <a:pt x="255549" y="23609"/>
                  </a:lnTo>
                  <a:lnTo>
                    <a:pt x="254152" y="23266"/>
                  </a:lnTo>
                  <a:lnTo>
                    <a:pt x="250939" y="23456"/>
                  </a:lnTo>
                  <a:lnTo>
                    <a:pt x="247738" y="23660"/>
                  </a:lnTo>
                  <a:lnTo>
                    <a:pt x="245173" y="24625"/>
                  </a:lnTo>
                  <a:lnTo>
                    <a:pt x="245275" y="26581"/>
                  </a:lnTo>
                  <a:lnTo>
                    <a:pt x="247904" y="27216"/>
                  </a:lnTo>
                  <a:lnTo>
                    <a:pt x="254317" y="26809"/>
                  </a:lnTo>
                  <a:lnTo>
                    <a:pt x="255739" y="26276"/>
                  </a:lnTo>
                  <a:lnTo>
                    <a:pt x="255447" y="28003"/>
                  </a:lnTo>
                  <a:lnTo>
                    <a:pt x="255625" y="31737"/>
                  </a:lnTo>
                  <a:lnTo>
                    <a:pt x="255790" y="35471"/>
                  </a:lnTo>
                  <a:lnTo>
                    <a:pt x="256616" y="38455"/>
                  </a:lnTo>
                  <a:lnTo>
                    <a:pt x="258292" y="38354"/>
                  </a:lnTo>
                  <a:lnTo>
                    <a:pt x="258838" y="35293"/>
                  </a:lnTo>
                  <a:lnTo>
                    <a:pt x="258483" y="27813"/>
                  </a:lnTo>
                  <a:lnTo>
                    <a:pt x="258025" y="26136"/>
                  </a:lnTo>
                  <a:lnTo>
                    <a:pt x="259511" y="26479"/>
                  </a:lnTo>
                  <a:lnTo>
                    <a:pt x="262712" y="26289"/>
                  </a:lnTo>
                  <a:lnTo>
                    <a:pt x="265912" y="26085"/>
                  </a:lnTo>
                  <a:lnTo>
                    <a:pt x="268478" y="25120"/>
                  </a:lnTo>
                  <a:lnTo>
                    <a:pt x="268452" y="24777"/>
                  </a:lnTo>
                  <a:lnTo>
                    <a:pt x="289814" y="49669"/>
                  </a:lnTo>
                  <a:lnTo>
                    <a:pt x="288188" y="49758"/>
                  </a:lnTo>
                  <a:lnTo>
                    <a:pt x="287642" y="52819"/>
                  </a:lnTo>
                  <a:lnTo>
                    <a:pt x="287985" y="60299"/>
                  </a:lnTo>
                  <a:lnTo>
                    <a:pt x="288429" y="61963"/>
                  </a:lnTo>
                  <a:lnTo>
                    <a:pt x="287032" y="61620"/>
                  </a:lnTo>
                  <a:lnTo>
                    <a:pt x="283832" y="61823"/>
                  </a:lnTo>
                  <a:lnTo>
                    <a:pt x="280631" y="62026"/>
                  </a:lnTo>
                  <a:lnTo>
                    <a:pt x="278066" y="62992"/>
                  </a:lnTo>
                  <a:lnTo>
                    <a:pt x="278155" y="64947"/>
                  </a:lnTo>
                  <a:lnTo>
                    <a:pt x="280797" y="65570"/>
                  </a:lnTo>
                  <a:lnTo>
                    <a:pt x="287197" y="65176"/>
                  </a:lnTo>
                  <a:lnTo>
                    <a:pt x="288632" y="64643"/>
                  </a:lnTo>
                  <a:lnTo>
                    <a:pt x="288340" y="66357"/>
                  </a:lnTo>
                  <a:lnTo>
                    <a:pt x="288505" y="70091"/>
                  </a:lnTo>
                  <a:lnTo>
                    <a:pt x="288671" y="73837"/>
                  </a:lnTo>
                  <a:lnTo>
                    <a:pt x="289496" y="76822"/>
                  </a:lnTo>
                  <a:lnTo>
                    <a:pt x="290042" y="76796"/>
                  </a:lnTo>
                  <a:lnTo>
                    <a:pt x="290042" y="50342"/>
                  </a:lnTo>
                  <a:lnTo>
                    <a:pt x="289877" y="49745"/>
                  </a:lnTo>
                  <a:lnTo>
                    <a:pt x="299643" y="61137"/>
                  </a:lnTo>
                  <a:lnTo>
                    <a:pt x="299643" y="50469"/>
                  </a:lnTo>
                  <a:lnTo>
                    <a:pt x="266750" y="12103"/>
                  </a:lnTo>
                  <a:lnTo>
                    <a:pt x="266750" y="22783"/>
                  </a:lnTo>
                  <a:lnTo>
                    <a:pt x="265747" y="22529"/>
                  </a:lnTo>
                  <a:lnTo>
                    <a:pt x="259346" y="22936"/>
                  </a:lnTo>
                  <a:lnTo>
                    <a:pt x="257835" y="23507"/>
                  </a:lnTo>
                  <a:lnTo>
                    <a:pt x="258140" y="21755"/>
                  </a:lnTo>
                  <a:lnTo>
                    <a:pt x="257975" y="18008"/>
                  </a:lnTo>
                  <a:lnTo>
                    <a:pt x="257797" y="14274"/>
                  </a:lnTo>
                  <a:lnTo>
                    <a:pt x="256984" y="11379"/>
                  </a:lnTo>
                  <a:lnTo>
                    <a:pt x="266750" y="22783"/>
                  </a:lnTo>
                  <a:lnTo>
                    <a:pt x="266750" y="12103"/>
                  </a:lnTo>
                  <a:lnTo>
                    <a:pt x="265531" y="10668"/>
                  </a:lnTo>
                  <a:lnTo>
                    <a:pt x="256921" y="622"/>
                  </a:lnTo>
                  <a:lnTo>
                    <a:pt x="256921" y="11303"/>
                  </a:lnTo>
                  <a:lnTo>
                    <a:pt x="255790" y="11366"/>
                  </a:lnTo>
                  <a:lnTo>
                    <a:pt x="256387" y="10668"/>
                  </a:lnTo>
                  <a:lnTo>
                    <a:pt x="256921" y="11303"/>
                  </a:lnTo>
                  <a:lnTo>
                    <a:pt x="256921" y="622"/>
                  </a:lnTo>
                  <a:lnTo>
                    <a:pt x="256387" y="0"/>
                  </a:lnTo>
                  <a:lnTo>
                    <a:pt x="222351" y="39712"/>
                  </a:lnTo>
                  <a:lnTo>
                    <a:pt x="222351" y="61429"/>
                  </a:lnTo>
                  <a:lnTo>
                    <a:pt x="220941" y="61087"/>
                  </a:lnTo>
                  <a:lnTo>
                    <a:pt x="217741" y="61277"/>
                  </a:lnTo>
                  <a:lnTo>
                    <a:pt x="214541" y="61480"/>
                  </a:lnTo>
                  <a:lnTo>
                    <a:pt x="212051" y="62433"/>
                  </a:lnTo>
                  <a:lnTo>
                    <a:pt x="212051" y="64350"/>
                  </a:lnTo>
                  <a:lnTo>
                    <a:pt x="211213" y="63360"/>
                  </a:lnTo>
                  <a:lnTo>
                    <a:pt x="211975" y="62471"/>
                  </a:lnTo>
                  <a:lnTo>
                    <a:pt x="212051" y="64350"/>
                  </a:lnTo>
                  <a:lnTo>
                    <a:pt x="212051" y="62433"/>
                  </a:lnTo>
                  <a:lnTo>
                    <a:pt x="221767" y="51054"/>
                  </a:lnTo>
                  <a:lnTo>
                    <a:pt x="221551" y="52285"/>
                  </a:lnTo>
                  <a:lnTo>
                    <a:pt x="221894" y="59753"/>
                  </a:lnTo>
                  <a:lnTo>
                    <a:pt x="222351" y="61429"/>
                  </a:lnTo>
                  <a:lnTo>
                    <a:pt x="222351" y="39712"/>
                  </a:lnTo>
                  <a:lnTo>
                    <a:pt x="202082" y="63360"/>
                  </a:lnTo>
                  <a:lnTo>
                    <a:pt x="256387" y="126707"/>
                  </a:lnTo>
                  <a:lnTo>
                    <a:pt x="265531" y="116039"/>
                  </a:lnTo>
                  <a:lnTo>
                    <a:pt x="310692" y="63360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1" name="object 2081" descr=""/>
            <p:cNvSpPr/>
            <p:nvPr/>
          </p:nvSpPr>
          <p:spPr>
            <a:xfrm>
              <a:off x="7789126" y="7064139"/>
              <a:ext cx="361315" cy="359410"/>
            </a:xfrm>
            <a:custGeom>
              <a:avLst/>
              <a:gdLst/>
              <a:ahLst/>
              <a:cxnLst/>
              <a:rect l="l" t="t" r="r" b="b"/>
              <a:pathLst>
                <a:path w="361315" h="359409">
                  <a:moveTo>
                    <a:pt x="108610" y="140512"/>
                  </a:moveTo>
                  <a:lnTo>
                    <a:pt x="99479" y="129870"/>
                  </a:lnTo>
                  <a:lnTo>
                    <a:pt x="99479" y="140512"/>
                  </a:lnTo>
                  <a:lnTo>
                    <a:pt x="89357" y="152311"/>
                  </a:lnTo>
                  <a:lnTo>
                    <a:pt x="89636" y="150799"/>
                  </a:lnTo>
                  <a:lnTo>
                    <a:pt x="89293" y="143332"/>
                  </a:lnTo>
                  <a:lnTo>
                    <a:pt x="88836" y="141655"/>
                  </a:lnTo>
                  <a:lnTo>
                    <a:pt x="90309" y="141998"/>
                  </a:lnTo>
                  <a:lnTo>
                    <a:pt x="93522" y="141795"/>
                  </a:lnTo>
                  <a:lnTo>
                    <a:pt x="96723" y="141605"/>
                  </a:lnTo>
                  <a:lnTo>
                    <a:pt x="99288" y="140639"/>
                  </a:lnTo>
                  <a:lnTo>
                    <a:pt x="99263" y="140271"/>
                  </a:lnTo>
                  <a:lnTo>
                    <a:pt x="99479" y="140512"/>
                  </a:lnTo>
                  <a:lnTo>
                    <a:pt x="99479" y="129870"/>
                  </a:lnTo>
                  <a:lnTo>
                    <a:pt x="97574" y="127647"/>
                  </a:lnTo>
                  <a:lnTo>
                    <a:pt x="97574" y="138303"/>
                  </a:lnTo>
                  <a:lnTo>
                    <a:pt x="96558" y="138049"/>
                  </a:lnTo>
                  <a:lnTo>
                    <a:pt x="90144" y="138455"/>
                  </a:lnTo>
                  <a:lnTo>
                    <a:pt x="88633" y="139026"/>
                  </a:lnTo>
                  <a:lnTo>
                    <a:pt x="88938" y="137274"/>
                  </a:lnTo>
                  <a:lnTo>
                    <a:pt x="88773" y="133527"/>
                  </a:lnTo>
                  <a:lnTo>
                    <a:pt x="88607" y="129794"/>
                  </a:lnTo>
                  <a:lnTo>
                    <a:pt x="87960" y="127495"/>
                  </a:lnTo>
                  <a:lnTo>
                    <a:pt x="87960" y="153949"/>
                  </a:lnTo>
                  <a:lnTo>
                    <a:pt x="54305" y="193205"/>
                  </a:lnTo>
                  <a:lnTo>
                    <a:pt x="42608" y="179578"/>
                  </a:lnTo>
                  <a:lnTo>
                    <a:pt x="45199" y="180200"/>
                  </a:lnTo>
                  <a:lnTo>
                    <a:pt x="51612" y="179793"/>
                  </a:lnTo>
                  <a:lnTo>
                    <a:pt x="53047" y="179260"/>
                  </a:lnTo>
                  <a:lnTo>
                    <a:pt x="52743" y="180987"/>
                  </a:lnTo>
                  <a:lnTo>
                    <a:pt x="52920" y="184721"/>
                  </a:lnTo>
                  <a:lnTo>
                    <a:pt x="53086" y="188455"/>
                  </a:lnTo>
                  <a:lnTo>
                    <a:pt x="53911" y="191439"/>
                  </a:lnTo>
                  <a:lnTo>
                    <a:pt x="55587" y="191338"/>
                  </a:lnTo>
                  <a:lnTo>
                    <a:pt x="56134" y="188264"/>
                  </a:lnTo>
                  <a:lnTo>
                    <a:pt x="55791" y="180797"/>
                  </a:lnTo>
                  <a:lnTo>
                    <a:pt x="55321" y="179120"/>
                  </a:lnTo>
                  <a:lnTo>
                    <a:pt x="56807" y="179463"/>
                  </a:lnTo>
                  <a:lnTo>
                    <a:pt x="60007" y="179260"/>
                  </a:lnTo>
                  <a:lnTo>
                    <a:pt x="63207" y="179070"/>
                  </a:lnTo>
                  <a:lnTo>
                    <a:pt x="65773" y="178104"/>
                  </a:lnTo>
                  <a:lnTo>
                    <a:pt x="65684" y="176149"/>
                  </a:lnTo>
                  <a:lnTo>
                    <a:pt x="63042" y="175514"/>
                  </a:lnTo>
                  <a:lnTo>
                    <a:pt x="56642" y="175920"/>
                  </a:lnTo>
                  <a:lnTo>
                    <a:pt x="55130" y="176491"/>
                  </a:lnTo>
                  <a:lnTo>
                    <a:pt x="55435" y="174739"/>
                  </a:lnTo>
                  <a:lnTo>
                    <a:pt x="55270" y="170992"/>
                  </a:lnTo>
                  <a:lnTo>
                    <a:pt x="55092" y="167259"/>
                  </a:lnTo>
                  <a:lnTo>
                    <a:pt x="54267" y="164274"/>
                  </a:lnTo>
                  <a:lnTo>
                    <a:pt x="52590" y="164376"/>
                  </a:lnTo>
                  <a:lnTo>
                    <a:pt x="52044" y="167449"/>
                  </a:lnTo>
                  <a:lnTo>
                    <a:pt x="52400" y="174917"/>
                  </a:lnTo>
                  <a:lnTo>
                    <a:pt x="52844" y="176593"/>
                  </a:lnTo>
                  <a:lnTo>
                    <a:pt x="51447" y="176250"/>
                  </a:lnTo>
                  <a:lnTo>
                    <a:pt x="48234" y="176441"/>
                  </a:lnTo>
                  <a:lnTo>
                    <a:pt x="45034" y="176644"/>
                  </a:lnTo>
                  <a:lnTo>
                    <a:pt x="42468" y="177609"/>
                  </a:lnTo>
                  <a:lnTo>
                    <a:pt x="42557" y="179527"/>
                  </a:lnTo>
                  <a:lnTo>
                    <a:pt x="10045" y="141592"/>
                  </a:lnTo>
                  <a:lnTo>
                    <a:pt x="12623" y="142189"/>
                  </a:lnTo>
                  <a:lnTo>
                    <a:pt x="19037" y="141795"/>
                  </a:lnTo>
                  <a:lnTo>
                    <a:pt x="20459" y="141262"/>
                  </a:lnTo>
                  <a:lnTo>
                    <a:pt x="20167" y="142976"/>
                  </a:lnTo>
                  <a:lnTo>
                    <a:pt x="20332" y="146710"/>
                  </a:lnTo>
                  <a:lnTo>
                    <a:pt x="20497" y="150456"/>
                  </a:lnTo>
                  <a:lnTo>
                    <a:pt x="21323" y="153441"/>
                  </a:lnTo>
                  <a:lnTo>
                    <a:pt x="22999" y="153339"/>
                  </a:lnTo>
                  <a:lnTo>
                    <a:pt x="23545" y="150266"/>
                  </a:lnTo>
                  <a:lnTo>
                    <a:pt x="23202" y="142786"/>
                  </a:lnTo>
                  <a:lnTo>
                    <a:pt x="22745" y="141109"/>
                  </a:lnTo>
                  <a:lnTo>
                    <a:pt x="24231" y="141465"/>
                  </a:lnTo>
                  <a:lnTo>
                    <a:pt x="27432" y="141262"/>
                  </a:lnTo>
                  <a:lnTo>
                    <a:pt x="30632" y="141058"/>
                  </a:lnTo>
                  <a:lnTo>
                    <a:pt x="33197" y="140093"/>
                  </a:lnTo>
                  <a:lnTo>
                    <a:pt x="33108" y="138137"/>
                  </a:lnTo>
                  <a:lnTo>
                    <a:pt x="30467" y="137515"/>
                  </a:lnTo>
                  <a:lnTo>
                    <a:pt x="24053" y="137909"/>
                  </a:lnTo>
                  <a:lnTo>
                    <a:pt x="22542" y="138480"/>
                  </a:lnTo>
                  <a:lnTo>
                    <a:pt x="22847" y="136728"/>
                  </a:lnTo>
                  <a:lnTo>
                    <a:pt x="22682" y="132994"/>
                  </a:lnTo>
                  <a:lnTo>
                    <a:pt x="22517" y="129247"/>
                  </a:lnTo>
                  <a:lnTo>
                    <a:pt x="21691" y="126263"/>
                  </a:lnTo>
                  <a:lnTo>
                    <a:pt x="21323" y="126288"/>
                  </a:lnTo>
                  <a:lnTo>
                    <a:pt x="53086" y="89242"/>
                  </a:lnTo>
                  <a:lnTo>
                    <a:pt x="52666" y="91617"/>
                  </a:lnTo>
                  <a:lnTo>
                    <a:pt x="53022" y="99098"/>
                  </a:lnTo>
                  <a:lnTo>
                    <a:pt x="53467" y="100761"/>
                  </a:lnTo>
                  <a:lnTo>
                    <a:pt x="52070" y="100418"/>
                  </a:lnTo>
                  <a:lnTo>
                    <a:pt x="48856" y="100622"/>
                  </a:lnTo>
                  <a:lnTo>
                    <a:pt x="45656" y="100825"/>
                  </a:lnTo>
                  <a:lnTo>
                    <a:pt x="43091" y="101777"/>
                  </a:lnTo>
                  <a:lnTo>
                    <a:pt x="43192" y="103746"/>
                  </a:lnTo>
                  <a:lnTo>
                    <a:pt x="45821" y="104368"/>
                  </a:lnTo>
                  <a:lnTo>
                    <a:pt x="52235" y="103974"/>
                  </a:lnTo>
                  <a:lnTo>
                    <a:pt x="53657" y="103441"/>
                  </a:lnTo>
                  <a:lnTo>
                    <a:pt x="53365" y="105156"/>
                  </a:lnTo>
                  <a:lnTo>
                    <a:pt x="53543" y="108889"/>
                  </a:lnTo>
                  <a:lnTo>
                    <a:pt x="53708" y="112636"/>
                  </a:lnTo>
                  <a:lnTo>
                    <a:pt x="54533" y="115620"/>
                  </a:lnTo>
                  <a:lnTo>
                    <a:pt x="56210" y="115506"/>
                  </a:lnTo>
                  <a:lnTo>
                    <a:pt x="56756" y="112445"/>
                  </a:lnTo>
                  <a:lnTo>
                    <a:pt x="56400" y="104965"/>
                  </a:lnTo>
                  <a:lnTo>
                    <a:pt x="55943" y="103289"/>
                  </a:lnTo>
                  <a:lnTo>
                    <a:pt x="57429" y="103644"/>
                  </a:lnTo>
                  <a:lnTo>
                    <a:pt x="60629" y="103441"/>
                  </a:lnTo>
                  <a:lnTo>
                    <a:pt x="63830" y="103238"/>
                  </a:lnTo>
                  <a:lnTo>
                    <a:pt x="66395" y="102273"/>
                  </a:lnTo>
                  <a:lnTo>
                    <a:pt x="66370" y="101930"/>
                  </a:lnTo>
                  <a:lnTo>
                    <a:pt x="87731" y="126822"/>
                  </a:lnTo>
                  <a:lnTo>
                    <a:pt x="86106" y="126911"/>
                  </a:lnTo>
                  <a:lnTo>
                    <a:pt x="85559" y="129984"/>
                  </a:lnTo>
                  <a:lnTo>
                    <a:pt x="85902" y="137452"/>
                  </a:lnTo>
                  <a:lnTo>
                    <a:pt x="86347" y="139128"/>
                  </a:lnTo>
                  <a:lnTo>
                    <a:pt x="84950" y="138785"/>
                  </a:lnTo>
                  <a:lnTo>
                    <a:pt x="81749" y="138976"/>
                  </a:lnTo>
                  <a:lnTo>
                    <a:pt x="78549" y="139179"/>
                  </a:lnTo>
                  <a:lnTo>
                    <a:pt x="75984" y="140144"/>
                  </a:lnTo>
                  <a:lnTo>
                    <a:pt x="76073" y="142100"/>
                  </a:lnTo>
                  <a:lnTo>
                    <a:pt x="78714" y="142735"/>
                  </a:lnTo>
                  <a:lnTo>
                    <a:pt x="85115" y="142328"/>
                  </a:lnTo>
                  <a:lnTo>
                    <a:pt x="86550" y="141795"/>
                  </a:lnTo>
                  <a:lnTo>
                    <a:pt x="86258" y="143522"/>
                  </a:lnTo>
                  <a:lnTo>
                    <a:pt x="86423" y="147256"/>
                  </a:lnTo>
                  <a:lnTo>
                    <a:pt x="86588" y="150990"/>
                  </a:lnTo>
                  <a:lnTo>
                    <a:pt x="87414" y="153974"/>
                  </a:lnTo>
                  <a:lnTo>
                    <a:pt x="87960" y="153949"/>
                  </a:lnTo>
                  <a:lnTo>
                    <a:pt x="87960" y="127495"/>
                  </a:lnTo>
                  <a:lnTo>
                    <a:pt x="87795" y="126898"/>
                  </a:lnTo>
                  <a:lnTo>
                    <a:pt x="97574" y="138303"/>
                  </a:lnTo>
                  <a:lnTo>
                    <a:pt x="97574" y="127647"/>
                  </a:lnTo>
                  <a:lnTo>
                    <a:pt x="64668" y="89255"/>
                  </a:lnTo>
                  <a:lnTo>
                    <a:pt x="64668" y="99936"/>
                  </a:lnTo>
                  <a:lnTo>
                    <a:pt x="63665" y="99695"/>
                  </a:lnTo>
                  <a:lnTo>
                    <a:pt x="57264" y="100088"/>
                  </a:lnTo>
                  <a:lnTo>
                    <a:pt x="55753" y="100660"/>
                  </a:lnTo>
                  <a:lnTo>
                    <a:pt x="56057" y="98907"/>
                  </a:lnTo>
                  <a:lnTo>
                    <a:pt x="55892" y="95173"/>
                  </a:lnTo>
                  <a:lnTo>
                    <a:pt x="55714" y="91427"/>
                  </a:lnTo>
                  <a:lnTo>
                    <a:pt x="54902" y="88531"/>
                  </a:lnTo>
                  <a:lnTo>
                    <a:pt x="64668" y="99936"/>
                  </a:lnTo>
                  <a:lnTo>
                    <a:pt x="64668" y="89255"/>
                  </a:lnTo>
                  <a:lnTo>
                    <a:pt x="63449" y="87820"/>
                  </a:lnTo>
                  <a:lnTo>
                    <a:pt x="54838" y="77787"/>
                  </a:lnTo>
                  <a:lnTo>
                    <a:pt x="54838" y="88455"/>
                  </a:lnTo>
                  <a:lnTo>
                    <a:pt x="53695" y="88531"/>
                  </a:lnTo>
                  <a:lnTo>
                    <a:pt x="54305" y="87820"/>
                  </a:lnTo>
                  <a:lnTo>
                    <a:pt x="54838" y="88455"/>
                  </a:lnTo>
                  <a:lnTo>
                    <a:pt x="54838" y="77787"/>
                  </a:lnTo>
                  <a:lnTo>
                    <a:pt x="54305" y="77165"/>
                  </a:lnTo>
                  <a:lnTo>
                    <a:pt x="20256" y="116890"/>
                  </a:lnTo>
                  <a:lnTo>
                    <a:pt x="20256" y="138582"/>
                  </a:lnTo>
                  <a:lnTo>
                    <a:pt x="18859" y="138239"/>
                  </a:lnTo>
                  <a:lnTo>
                    <a:pt x="15659" y="138442"/>
                  </a:lnTo>
                  <a:lnTo>
                    <a:pt x="12458" y="138645"/>
                  </a:lnTo>
                  <a:lnTo>
                    <a:pt x="9969" y="139585"/>
                  </a:lnTo>
                  <a:lnTo>
                    <a:pt x="9969" y="141503"/>
                  </a:lnTo>
                  <a:lnTo>
                    <a:pt x="9131" y="140512"/>
                  </a:lnTo>
                  <a:lnTo>
                    <a:pt x="9893" y="139623"/>
                  </a:lnTo>
                  <a:lnTo>
                    <a:pt x="9969" y="141503"/>
                  </a:lnTo>
                  <a:lnTo>
                    <a:pt x="9969" y="139585"/>
                  </a:lnTo>
                  <a:lnTo>
                    <a:pt x="19685" y="128206"/>
                  </a:lnTo>
                  <a:lnTo>
                    <a:pt x="19469" y="129438"/>
                  </a:lnTo>
                  <a:lnTo>
                    <a:pt x="19812" y="136918"/>
                  </a:lnTo>
                  <a:lnTo>
                    <a:pt x="20256" y="138582"/>
                  </a:lnTo>
                  <a:lnTo>
                    <a:pt x="20256" y="116890"/>
                  </a:lnTo>
                  <a:lnTo>
                    <a:pt x="0" y="140512"/>
                  </a:lnTo>
                  <a:lnTo>
                    <a:pt x="54305" y="203860"/>
                  </a:lnTo>
                  <a:lnTo>
                    <a:pt x="63449" y="193205"/>
                  </a:lnTo>
                  <a:lnTo>
                    <a:pt x="108610" y="140512"/>
                  </a:lnTo>
                  <a:close/>
                </a:path>
                <a:path w="361315" h="359409">
                  <a:moveTo>
                    <a:pt x="158915" y="218681"/>
                  </a:moveTo>
                  <a:lnTo>
                    <a:pt x="149771" y="208026"/>
                  </a:lnTo>
                  <a:lnTo>
                    <a:pt x="149771" y="218681"/>
                  </a:lnTo>
                  <a:lnTo>
                    <a:pt x="139674" y="230466"/>
                  </a:lnTo>
                  <a:lnTo>
                    <a:pt x="139941" y="228981"/>
                  </a:lnTo>
                  <a:lnTo>
                    <a:pt x="139598" y="221500"/>
                  </a:lnTo>
                  <a:lnTo>
                    <a:pt x="139128" y="219824"/>
                  </a:lnTo>
                  <a:lnTo>
                    <a:pt x="140614" y="220167"/>
                  </a:lnTo>
                  <a:lnTo>
                    <a:pt x="143814" y="219976"/>
                  </a:lnTo>
                  <a:lnTo>
                    <a:pt x="147027" y="219773"/>
                  </a:lnTo>
                  <a:lnTo>
                    <a:pt x="149593" y="218808"/>
                  </a:lnTo>
                  <a:lnTo>
                    <a:pt x="149567" y="218452"/>
                  </a:lnTo>
                  <a:lnTo>
                    <a:pt x="149771" y="218681"/>
                  </a:lnTo>
                  <a:lnTo>
                    <a:pt x="149771" y="208026"/>
                  </a:lnTo>
                  <a:lnTo>
                    <a:pt x="147866" y="205803"/>
                  </a:lnTo>
                  <a:lnTo>
                    <a:pt x="147866" y="216471"/>
                  </a:lnTo>
                  <a:lnTo>
                    <a:pt x="146850" y="216217"/>
                  </a:lnTo>
                  <a:lnTo>
                    <a:pt x="140449" y="216623"/>
                  </a:lnTo>
                  <a:lnTo>
                    <a:pt x="138938" y="217195"/>
                  </a:lnTo>
                  <a:lnTo>
                    <a:pt x="139242" y="215442"/>
                  </a:lnTo>
                  <a:lnTo>
                    <a:pt x="139077" y="211696"/>
                  </a:lnTo>
                  <a:lnTo>
                    <a:pt x="138899" y="207962"/>
                  </a:lnTo>
                  <a:lnTo>
                    <a:pt x="138252" y="205663"/>
                  </a:lnTo>
                  <a:lnTo>
                    <a:pt x="138252" y="232117"/>
                  </a:lnTo>
                  <a:lnTo>
                    <a:pt x="104609" y="271373"/>
                  </a:lnTo>
                  <a:lnTo>
                    <a:pt x="92925" y="257759"/>
                  </a:lnTo>
                  <a:lnTo>
                    <a:pt x="95504" y="258368"/>
                  </a:lnTo>
                  <a:lnTo>
                    <a:pt x="101917" y="257962"/>
                  </a:lnTo>
                  <a:lnTo>
                    <a:pt x="103339" y="257441"/>
                  </a:lnTo>
                  <a:lnTo>
                    <a:pt x="103047" y="259156"/>
                  </a:lnTo>
                  <a:lnTo>
                    <a:pt x="103212" y="262890"/>
                  </a:lnTo>
                  <a:lnTo>
                    <a:pt x="103378" y="266623"/>
                  </a:lnTo>
                  <a:lnTo>
                    <a:pt x="104216" y="269608"/>
                  </a:lnTo>
                  <a:lnTo>
                    <a:pt x="105879" y="269506"/>
                  </a:lnTo>
                  <a:lnTo>
                    <a:pt x="106426" y="266446"/>
                  </a:lnTo>
                  <a:lnTo>
                    <a:pt x="106083" y="258965"/>
                  </a:lnTo>
                  <a:lnTo>
                    <a:pt x="105625" y="257289"/>
                  </a:lnTo>
                  <a:lnTo>
                    <a:pt x="107111" y="257632"/>
                  </a:lnTo>
                  <a:lnTo>
                    <a:pt x="110312" y="257441"/>
                  </a:lnTo>
                  <a:lnTo>
                    <a:pt x="113512" y="257238"/>
                  </a:lnTo>
                  <a:lnTo>
                    <a:pt x="116078" y="256273"/>
                  </a:lnTo>
                  <a:lnTo>
                    <a:pt x="115989" y="254317"/>
                  </a:lnTo>
                  <a:lnTo>
                    <a:pt x="113347" y="253682"/>
                  </a:lnTo>
                  <a:lnTo>
                    <a:pt x="106934" y="254088"/>
                  </a:lnTo>
                  <a:lnTo>
                    <a:pt x="105422" y="254660"/>
                  </a:lnTo>
                  <a:lnTo>
                    <a:pt x="105727" y="252907"/>
                  </a:lnTo>
                  <a:lnTo>
                    <a:pt x="105562" y="249161"/>
                  </a:lnTo>
                  <a:lnTo>
                    <a:pt x="105397" y="245427"/>
                  </a:lnTo>
                  <a:lnTo>
                    <a:pt x="104571" y="242443"/>
                  </a:lnTo>
                  <a:lnTo>
                    <a:pt x="102895" y="242544"/>
                  </a:lnTo>
                  <a:lnTo>
                    <a:pt x="102349" y="245618"/>
                  </a:lnTo>
                  <a:lnTo>
                    <a:pt x="102692" y="253098"/>
                  </a:lnTo>
                  <a:lnTo>
                    <a:pt x="103136" y="254762"/>
                  </a:lnTo>
                  <a:lnTo>
                    <a:pt x="101739" y="254419"/>
                  </a:lnTo>
                  <a:lnTo>
                    <a:pt x="98539" y="254622"/>
                  </a:lnTo>
                  <a:lnTo>
                    <a:pt x="95338" y="254812"/>
                  </a:lnTo>
                  <a:lnTo>
                    <a:pt x="92773" y="255778"/>
                  </a:lnTo>
                  <a:lnTo>
                    <a:pt x="92849" y="257683"/>
                  </a:lnTo>
                  <a:lnTo>
                    <a:pt x="60350" y="219760"/>
                  </a:lnTo>
                  <a:lnTo>
                    <a:pt x="62928" y="220357"/>
                  </a:lnTo>
                  <a:lnTo>
                    <a:pt x="69329" y="219964"/>
                  </a:lnTo>
                  <a:lnTo>
                    <a:pt x="70764" y="219430"/>
                  </a:lnTo>
                  <a:lnTo>
                    <a:pt x="70472" y="221145"/>
                  </a:lnTo>
                  <a:lnTo>
                    <a:pt x="70637" y="224878"/>
                  </a:lnTo>
                  <a:lnTo>
                    <a:pt x="70815" y="228625"/>
                  </a:lnTo>
                  <a:lnTo>
                    <a:pt x="71628" y="231609"/>
                  </a:lnTo>
                  <a:lnTo>
                    <a:pt x="73304" y="231508"/>
                  </a:lnTo>
                  <a:lnTo>
                    <a:pt x="73850" y="228434"/>
                  </a:lnTo>
                  <a:lnTo>
                    <a:pt x="73507" y="220954"/>
                  </a:lnTo>
                  <a:lnTo>
                    <a:pt x="73037" y="219278"/>
                  </a:lnTo>
                  <a:lnTo>
                    <a:pt x="74523" y="219633"/>
                  </a:lnTo>
                  <a:lnTo>
                    <a:pt x="77724" y="219430"/>
                  </a:lnTo>
                  <a:lnTo>
                    <a:pt x="80937" y="219227"/>
                  </a:lnTo>
                  <a:lnTo>
                    <a:pt x="83502" y="218274"/>
                  </a:lnTo>
                  <a:lnTo>
                    <a:pt x="83400" y="216306"/>
                  </a:lnTo>
                  <a:lnTo>
                    <a:pt x="80772" y="215684"/>
                  </a:lnTo>
                  <a:lnTo>
                    <a:pt x="74358" y="216077"/>
                  </a:lnTo>
                  <a:lnTo>
                    <a:pt x="72847" y="216649"/>
                  </a:lnTo>
                  <a:lnTo>
                    <a:pt x="73152" y="214896"/>
                  </a:lnTo>
                  <a:lnTo>
                    <a:pt x="72986" y="211162"/>
                  </a:lnTo>
                  <a:lnTo>
                    <a:pt x="72821" y="207429"/>
                  </a:lnTo>
                  <a:lnTo>
                    <a:pt x="71983" y="204444"/>
                  </a:lnTo>
                  <a:lnTo>
                    <a:pt x="71615" y="204470"/>
                  </a:lnTo>
                  <a:lnTo>
                    <a:pt x="103390" y="167411"/>
                  </a:lnTo>
                  <a:lnTo>
                    <a:pt x="102971" y="169786"/>
                  </a:lnTo>
                  <a:lnTo>
                    <a:pt x="103314" y="177266"/>
                  </a:lnTo>
                  <a:lnTo>
                    <a:pt x="103759" y="178930"/>
                  </a:lnTo>
                  <a:lnTo>
                    <a:pt x="102362" y="178587"/>
                  </a:lnTo>
                  <a:lnTo>
                    <a:pt x="99161" y="178790"/>
                  </a:lnTo>
                  <a:lnTo>
                    <a:pt x="95961" y="178993"/>
                  </a:lnTo>
                  <a:lnTo>
                    <a:pt x="93395" y="179946"/>
                  </a:lnTo>
                  <a:lnTo>
                    <a:pt x="93484" y="181914"/>
                  </a:lnTo>
                  <a:lnTo>
                    <a:pt x="96126" y="182537"/>
                  </a:lnTo>
                  <a:lnTo>
                    <a:pt x="102527" y="182143"/>
                  </a:lnTo>
                  <a:lnTo>
                    <a:pt x="103962" y="181610"/>
                  </a:lnTo>
                  <a:lnTo>
                    <a:pt x="103670" y="183324"/>
                  </a:lnTo>
                  <a:lnTo>
                    <a:pt x="103835" y="187071"/>
                  </a:lnTo>
                  <a:lnTo>
                    <a:pt x="104000" y="190804"/>
                  </a:lnTo>
                  <a:lnTo>
                    <a:pt x="104838" y="193789"/>
                  </a:lnTo>
                  <a:lnTo>
                    <a:pt x="106502" y="193687"/>
                  </a:lnTo>
                  <a:lnTo>
                    <a:pt x="107048" y="190614"/>
                  </a:lnTo>
                  <a:lnTo>
                    <a:pt x="106705" y="183134"/>
                  </a:lnTo>
                  <a:lnTo>
                    <a:pt x="106248" y="181457"/>
                  </a:lnTo>
                  <a:lnTo>
                    <a:pt x="107734" y="181813"/>
                  </a:lnTo>
                  <a:lnTo>
                    <a:pt x="110934" y="181610"/>
                  </a:lnTo>
                  <a:lnTo>
                    <a:pt x="114134" y="181406"/>
                  </a:lnTo>
                  <a:lnTo>
                    <a:pt x="116700" y="180454"/>
                  </a:lnTo>
                  <a:lnTo>
                    <a:pt x="116674" y="180098"/>
                  </a:lnTo>
                  <a:lnTo>
                    <a:pt x="138023" y="204990"/>
                  </a:lnTo>
                  <a:lnTo>
                    <a:pt x="136398" y="205079"/>
                  </a:lnTo>
                  <a:lnTo>
                    <a:pt x="135851" y="208153"/>
                  </a:lnTo>
                  <a:lnTo>
                    <a:pt x="136207" y="215620"/>
                  </a:lnTo>
                  <a:lnTo>
                    <a:pt x="136652" y="217297"/>
                  </a:lnTo>
                  <a:lnTo>
                    <a:pt x="135255" y="216954"/>
                  </a:lnTo>
                  <a:lnTo>
                    <a:pt x="132041" y="217157"/>
                  </a:lnTo>
                  <a:lnTo>
                    <a:pt x="128841" y="217347"/>
                  </a:lnTo>
                  <a:lnTo>
                    <a:pt x="126276" y="218313"/>
                  </a:lnTo>
                  <a:lnTo>
                    <a:pt x="126377" y="220268"/>
                  </a:lnTo>
                  <a:lnTo>
                    <a:pt x="129006" y="220903"/>
                  </a:lnTo>
                  <a:lnTo>
                    <a:pt x="135420" y="220497"/>
                  </a:lnTo>
                  <a:lnTo>
                    <a:pt x="136855" y="219964"/>
                  </a:lnTo>
                  <a:lnTo>
                    <a:pt x="136550" y="221691"/>
                  </a:lnTo>
                  <a:lnTo>
                    <a:pt x="136728" y="225425"/>
                  </a:lnTo>
                  <a:lnTo>
                    <a:pt x="136893" y="229158"/>
                  </a:lnTo>
                  <a:lnTo>
                    <a:pt x="137718" y="232143"/>
                  </a:lnTo>
                  <a:lnTo>
                    <a:pt x="138252" y="232117"/>
                  </a:lnTo>
                  <a:lnTo>
                    <a:pt x="138252" y="205663"/>
                  </a:lnTo>
                  <a:lnTo>
                    <a:pt x="138087" y="205066"/>
                  </a:lnTo>
                  <a:lnTo>
                    <a:pt x="147866" y="216471"/>
                  </a:lnTo>
                  <a:lnTo>
                    <a:pt x="147866" y="205803"/>
                  </a:lnTo>
                  <a:lnTo>
                    <a:pt x="114973" y="167436"/>
                  </a:lnTo>
                  <a:lnTo>
                    <a:pt x="114973" y="178104"/>
                  </a:lnTo>
                  <a:lnTo>
                    <a:pt x="113969" y="177863"/>
                  </a:lnTo>
                  <a:lnTo>
                    <a:pt x="107556" y="178257"/>
                  </a:lnTo>
                  <a:lnTo>
                    <a:pt x="106045" y="178828"/>
                  </a:lnTo>
                  <a:lnTo>
                    <a:pt x="106349" y="177076"/>
                  </a:lnTo>
                  <a:lnTo>
                    <a:pt x="106184" y="173342"/>
                  </a:lnTo>
                  <a:lnTo>
                    <a:pt x="106019" y="169595"/>
                  </a:lnTo>
                  <a:lnTo>
                    <a:pt x="105206" y="166700"/>
                  </a:lnTo>
                  <a:lnTo>
                    <a:pt x="114973" y="178104"/>
                  </a:lnTo>
                  <a:lnTo>
                    <a:pt x="114973" y="167436"/>
                  </a:lnTo>
                  <a:lnTo>
                    <a:pt x="113741" y="165989"/>
                  </a:lnTo>
                  <a:lnTo>
                    <a:pt x="105143" y="155968"/>
                  </a:lnTo>
                  <a:lnTo>
                    <a:pt x="105143" y="166636"/>
                  </a:lnTo>
                  <a:lnTo>
                    <a:pt x="104000" y="166700"/>
                  </a:lnTo>
                  <a:lnTo>
                    <a:pt x="104609" y="165989"/>
                  </a:lnTo>
                  <a:lnTo>
                    <a:pt x="105143" y="166636"/>
                  </a:lnTo>
                  <a:lnTo>
                    <a:pt x="105143" y="155968"/>
                  </a:lnTo>
                  <a:lnTo>
                    <a:pt x="104609" y="155333"/>
                  </a:lnTo>
                  <a:lnTo>
                    <a:pt x="70561" y="195046"/>
                  </a:lnTo>
                  <a:lnTo>
                    <a:pt x="70561" y="216750"/>
                  </a:lnTo>
                  <a:lnTo>
                    <a:pt x="69164" y="216408"/>
                  </a:lnTo>
                  <a:lnTo>
                    <a:pt x="65963" y="216611"/>
                  </a:lnTo>
                  <a:lnTo>
                    <a:pt x="62750" y="216814"/>
                  </a:lnTo>
                  <a:lnTo>
                    <a:pt x="60274" y="217754"/>
                  </a:lnTo>
                  <a:lnTo>
                    <a:pt x="60274" y="219671"/>
                  </a:lnTo>
                  <a:lnTo>
                    <a:pt x="59436" y="218681"/>
                  </a:lnTo>
                  <a:lnTo>
                    <a:pt x="60185" y="217805"/>
                  </a:lnTo>
                  <a:lnTo>
                    <a:pt x="60274" y="219671"/>
                  </a:lnTo>
                  <a:lnTo>
                    <a:pt x="60274" y="217754"/>
                  </a:lnTo>
                  <a:lnTo>
                    <a:pt x="69977" y="206375"/>
                  </a:lnTo>
                  <a:lnTo>
                    <a:pt x="69773" y="207606"/>
                  </a:lnTo>
                  <a:lnTo>
                    <a:pt x="70116" y="215087"/>
                  </a:lnTo>
                  <a:lnTo>
                    <a:pt x="70561" y="216750"/>
                  </a:lnTo>
                  <a:lnTo>
                    <a:pt x="70561" y="195046"/>
                  </a:lnTo>
                  <a:lnTo>
                    <a:pt x="50292" y="218681"/>
                  </a:lnTo>
                  <a:lnTo>
                    <a:pt x="104609" y="282028"/>
                  </a:lnTo>
                  <a:lnTo>
                    <a:pt x="113741" y="271373"/>
                  </a:lnTo>
                  <a:lnTo>
                    <a:pt x="158915" y="218681"/>
                  </a:lnTo>
                  <a:close/>
                </a:path>
                <a:path w="361315" h="359409">
                  <a:moveTo>
                    <a:pt x="208089" y="295846"/>
                  </a:moveTo>
                  <a:lnTo>
                    <a:pt x="198958" y="285203"/>
                  </a:lnTo>
                  <a:lnTo>
                    <a:pt x="198958" y="295846"/>
                  </a:lnTo>
                  <a:lnTo>
                    <a:pt x="153784" y="348538"/>
                  </a:lnTo>
                  <a:lnTo>
                    <a:pt x="108610" y="295846"/>
                  </a:lnTo>
                  <a:lnTo>
                    <a:pt x="119164" y="283540"/>
                  </a:lnTo>
                  <a:lnTo>
                    <a:pt x="118948" y="284772"/>
                  </a:lnTo>
                  <a:lnTo>
                    <a:pt x="119291" y="292252"/>
                  </a:lnTo>
                  <a:lnTo>
                    <a:pt x="120103" y="295249"/>
                  </a:lnTo>
                  <a:lnTo>
                    <a:pt x="121793" y="295135"/>
                  </a:lnTo>
                  <a:lnTo>
                    <a:pt x="122326" y="292061"/>
                  </a:lnTo>
                  <a:lnTo>
                    <a:pt x="122161" y="288328"/>
                  </a:lnTo>
                  <a:lnTo>
                    <a:pt x="121996" y="284581"/>
                  </a:lnTo>
                  <a:lnTo>
                    <a:pt x="121170" y="281597"/>
                  </a:lnTo>
                  <a:lnTo>
                    <a:pt x="120802" y="281622"/>
                  </a:lnTo>
                  <a:lnTo>
                    <a:pt x="153784" y="243154"/>
                  </a:lnTo>
                  <a:lnTo>
                    <a:pt x="198958" y="295846"/>
                  </a:lnTo>
                  <a:lnTo>
                    <a:pt x="198958" y="285203"/>
                  </a:lnTo>
                  <a:lnTo>
                    <a:pt x="162915" y="243154"/>
                  </a:lnTo>
                  <a:lnTo>
                    <a:pt x="153784" y="232498"/>
                  </a:lnTo>
                  <a:lnTo>
                    <a:pt x="99466" y="295846"/>
                  </a:lnTo>
                  <a:lnTo>
                    <a:pt x="153784" y="359194"/>
                  </a:lnTo>
                  <a:lnTo>
                    <a:pt x="162915" y="348538"/>
                  </a:lnTo>
                  <a:lnTo>
                    <a:pt x="208089" y="295846"/>
                  </a:lnTo>
                  <a:close/>
                </a:path>
                <a:path w="361315" h="359409">
                  <a:moveTo>
                    <a:pt x="268236" y="102273"/>
                  </a:moveTo>
                  <a:lnTo>
                    <a:pt x="268135" y="100317"/>
                  </a:lnTo>
                  <a:lnTo>
                    <a:pt x="265506" y="99695"/>
                  </a:lnTo>
                  <a:lnTo>
                    <a:pt x="259092" y="100088"/>
                  </a:lnTo>
                  <a:lnTo>
                    <a:pt x="256540" y="101053"/>
                  </a:lnTo>
                  <a:lnTo>
                    <a:pt x="256616" y="103009"/>
                  </a:lnTo>
                  <a:lnTo>
                    <a:pt x="259257" y="103644"/>
                  </a:lnTo>
                  <a:lnTo>
                    <a:pt x="262458" y="103441"/>
                  </a:lnTo>
                  <a:lnTo>
                    <a:pt x="265671" y="103238"/>
                  </a:lnTo>
                  <a:lnTo>
                    <a:pt x="268236" y="102273"/>
                  </a:lnTo>
                  <a:close/>
                </a:path>
                <a:path w="361315" h="359409">
                  <a:moveTo>
                    <a:pt x="360984" y="63347"/>
                  </a:moveTo>
                  <a:lnTo>
                    <a:pt x="351853" y="52705"/>
                  </a:lnTo>
                  <a:lnTo>
                    <a:pt x="351853" y="63347"/>
                  </a:lnTo>
                  <a:lnTo>
                    <a:pt x="341744" y="75145"/>
                  </a:lnTo>
                  <a:lnTo>
                    <a:pt x="342011" y="73647"/>
                  </a:lnTo>
                  <a:lnTo>
                    <a:pt x="341668" y="66167"/>
                  </a:lnTo>
                  <a:lnTo>
                    <a:pt x="341210" y="64490"/>
                  </a:lnTo>
                  <a:lnTo>
                    <a:pt x="342684" y="64833"/>
                  </a:lnTo>
                  <a:lnTo>
                    <a:pt x="345897" y="64643"/>
                  </a:lnTo>
                  <a:lnTo>
                    <a:pt x="349097" y="64439"/>
                  </a:lnTo>
                  <a:lnTo>
                    <a:pt x="351663" y="63474"/>
                  </a:lnTo>
                  <a:lnTo>
                    <a:pt x="351637" y="63106"/>
                  </a:lnTo>
                  <a:lnTo>
                    <a:pt x="351853" y="63347"/>
                  </a:lnTo>
                  <a:lnTo>
                    <a:pt x="351853" y="52705"/>
                  </a:lnTo>
                  <a:lnTo>
                    <a:pt x="349948" y="50482"/>
                  </a:lnTo>
                  <a:lnTo>
                    <a:pt x="349948" y="61150"/>
                  </a:lnTo>
                  <a:lnTo>
                    <a:pt x="348932" y="60896"/>
                  </a:lnTo>
                  <a:lnTo>
                    <a:pt x="342519" y="61290"/>
                  </a:lnTo>
                  <a:lnTo>
                    <a:pt x="341007" y="61861"/>
                  </a:lnTo>
                  <a:lnTo>
                    <a:pt x="341312" y="60109"/>
                  </a:lnTo>
                  <a:lnTo>
                    <a:pt x="341147" y="56375"/>
                  </a:lnTo>
                  <a:lnTo>
                    <a:pt x="340982" y="52628"/>
                  </a:lnTo>
                  <a:lnTo>
                    <a:pt x="340321" y="50253"/>
                  </a:lnTo>
                  <a:lnTo>
                    <a:pt x="340321" y="76796"/>
                  </a:lnTo>
                  <a:lnTo>
                    <a:pt x="306679" y="116039"/>
                  </a:lnTo>
                  <a:lnTo>
                    <a:pt x="294982" y="102412"/>
                  </a:lnTo>
                  <a:lnTo>
                    <a:pt x="297573" y="103035"/>
                  </a:lnTo>
                  <a:lnTo>
                    <a:pt x="303987" y="102641"/>
                  </a:lnTo>
                  <a:lnTo>
                    <a:pt x="305422" y="102108"/>
                  </a:lnTo>
                  <a:lnTo>
                    <a:pt x="305130" y="103822"/>
                  </a:lnTo>
                  <a:lnTo>
                    <a:pt x="305295" y="107556"/>
                  </a:lnTo>
                  <a:lnTo>
                    <a:pt x="305460" y="111302"/>
                  </a:lnTo>
                  <a:lnTo>
                    <a:pt x="306285" y="114287"/>
                  </a:lnTo>
                  <a:lnTo>
                    <a:pt x="307962" y="114173"/>
                  </a:lnTo>
                  <a:lnTo>
                    <a:pt x="308508" y="111112"/>
                  </a:lnTo>
                  <a:lnTo>
                    <a:pt x="308165" y="103632"/>
                  </a:lnTo>
                  <a:lnTo>
                    <a:pt x="307695" y="101955"/>
                  </a:lnTo>
                  <a:lnTo>
                    <a:pt x="309181" y="102298"/>
                  </a:lnTo>
                  <a:lnTo>
                    <a:pt x="312381" y="102108"/>
                  </a:lnTo>
                  <a:lnTo>
                    <a:pt x="315582" y="101904"/>
                  </a:lnTo>
                  <a:lnTo>
                    <a:pt x="318147" y="100939"/>
                  </a:lnTo>
                  <a:lnTo>
                    <a:pt x="318058" y="98983"/>
                  </a:lnTo>
                  <a:lnTo>
                    <a:pt x="315417" y="98361"/>
                  </a:lnTo>
                  <a:lnTo>
                    <a:pt x="309016" y="98755"/>
                  </a:lnTo>
                  <a:lnTo>
                    <a:pt x="307505" y="99326"/>
                  </a:lnTo>
                  <a:lnTo>
                    <a:pt x="307809" y="97574"/>
                  </a:lnTo>
                  <a:lnTo>
                    <a:pt x="307644" y="93840"/>
                  </a:lnTo>
                  <a:lnTo>
                    <a:pt x="307467" y="90093"/>
                  </a:lnTo>
                  <a:lnTo>
                    <a:pt x="306641" y="87109"/>
                  </a:lnTo>
                  <a:lnTo>
                    <a:pt x="304965" y="87210"/>
                  </a:lnTo>
                  <a:lnTo>
                    <a:pt x="304419" y="90284"/>
                  </a:lnTo>
                  <a:lnTo>
                    <a:pt x="304774" y="97764"/>
                  </a:lnTo>
                  <a:lnTo>
                    <a:pt x="305219" y="99428"/>
                  </a:lnTo>
                  <a:lnTo>
                    <a:pt x="303822" y="99085"/>
                  </a:lnTo>
                  <a:lnTo>
                    <a:pt x="300609" y="99288"/>
                  </a:lnTo>
                  <a:lnTo>
                    <a:pt x="297408" y="99479"/>
                  </a:lnTo>
                  <a:lnTo>
                    <a:pt x="294843" y="100444"/>
                  </a:lnTo>
                  <a:lnTo>
                    <a:pt x="294932" y="102362"/>
                  </a:lnTo>
                  <a:lnTo>
                    <a:pt x="262420" y="64427"/>
                  </a:lnTo>
                  <a:lnTo>
                    <a:pt x="264998" y="65024"/>
                  </a:lnTo>
                  <a:lnTo>
                    <a:pt x="271411" y="64630"/>
                  </a:lnTo>
                  <a:lnTo>
                    <a:pt x="272834" y="64096"/>
                  </a:lnTo>
                  <a:lnTo>
                    <a:pt x="272542" y="65811"/>
                  </a:lnTo>
                  <a:lnTo>
                    <a:pt x="272707" y="69557"/>
                  </a:lnTo>
                  <a:lnTo>
                    <a:pt x="272872" y="73291"/>
                  </a:lnTo>
                  <a:lnTo>
                    <a:pt x="273710" y="76276"/>
                  </a:lnTo>
                  <a:lnTo>
                    <a:pt x="275374" y="76174"/>
                  </a:lnTo>
                  <a:lnTo>
                    <a:pt x="275920" y="73101"/>
                  </a:lnTo>
                  <a:lnTo>
                    <a:pt x="275577" y="65633"/>
                  </a:lnTo>
                  <a:lnTo>
                    <a:pt x="275107" y="63944"/>
                  </a:lnTo>
                  <a:lnTo>
                    <a:pt x="276606" y="64300"/>
                  </a:lnTo>
                  <a:lnTo>
                    <a:pt x="279806" y="64096"/>
                  </a:lnTo>
                  <a:lnTo>
                    <a:pt x="283006" y="63906"/>
                  </a:lnTo>
                  <a:lnTo>
                    <a:pt x="285572" y="62941"/>
                  </a:lnTo>
                  <a:lnTo>
                    <a:pt x="285483" y="60985"/>
                  </a:lnTo>
                  <a:lnTo>
                    <a:pt x="282841" y="60350"/>
                  </a:lnTo>
                  <a:lnTo>
                    <a:pt x="276428" y="60744"/>
                  </a:lnTo>
                  <a:lnTo>
                    <a:pt x="274916" y="61315"/>
                  </a:lnTo>
                  <a:lnTo>
                    <a:pt x="275221" y="59563"/>
                  </a:lnTo>
                  <a:lnTo>
                    <a:pt x="275056" y="55829"/>
                  </a:lnTo>
                  <a:lnTo>
                    <a:pt x="274891" y="52095"/>
                  </a:lnTo>
                  <a:lnTo>
                    <a:pt x="274066" y="49110"/>
                  </a:lnTo>
                  <a:lnTo>
                    <a:pt x="273685" y="49136"/>
                  </a:lnTo>
                  <a:lnTo>
                    <a:pt x="305460" y="12090"/>
                  </a:lnTo>
                  <a:lnTo>
                    <a:pt x="305041" y="14465"/>
                  </a:lnTo>
                  <a:lnTo>
                    <a:pt x="305396" y="21932"/>
                  </a:lnTo>
                  <a:lnTo>
                    <a:pt x="305841" y="23596"/>
                  </a:lnTo>
                  <a:lnTo>
                    <a:pt x="304444" y="23253"/>
                  </a:lnTo>
                  <a:lnTo>
                    <a:pt x="301231" y="23456"/>
                  </a:lnTo>
                  <a:lnTo>
                    <a:pt x="298030" y="23660"/>
                  </a:lnTo>
                  <a:lnTo>
                    <a:pt x="295465" y="24625"/>
                  </a:lnTo>
                  <a:lnTo>
                    <a:pt x="295567" y="26581"/>
                  </a:lnTo>
                  <a:lnTo>
                    <a:pt x="298196" y="27203"/>
                  </a:lnTo>
                  <a:lnTo>
                    <a:pt x="304609" y="26809"/>
                  </a:lnTo>
                  <a:lnTo>
                    <a:pt x="306031" y="26276"/>
                  </a:lnTo>
                  <a:lnTo>
                    <a:pt x="305739" y="27990"/>
                  </a:lnTo>
                  <a:lnTo>
                    <a:pt x="305917" y="31737"/>
                  </a:lnTo>
                  <a:lnTo>
                    <a:pt x="306082" y="35471"/>
                  </a:lnTo>
                  <a:lnTo>
                    <a:pt x="306908" y="38455"/>
                  </a:lnTo>
                  <a:lnTo>
                    <a:pt x="308584" y="38354"/>
                  </a:lnTo>
                  <a:lnTo>
                    <a:pt x="309130" y="35280"/>
                  </a:lnTo>
                  <a:lnTo>
                    <a:pt x="308775" y="27813"/>
                  </a:lnTo>
                  <a:lnTo>
                    <a:pt x="308317" y="26136"/>
                  </a:lnTo>
                  <a:lnTo>
                    <a:pt x="309803" y="26479"/>
                  </a:lnTo>
                  <a:lnTo>
                    <a:pt x="313004" y="26276"/>
                  </a:lnTo>
                  <a:lnTo>
                    <a:pt x="316204" y="26085"/>
                  </a:lnTo>
                  <a:lnTo>
                    <a:pt x="318770" y="25120"/>
                  </a:lnTo>
                  <a:lnTo>
                    <a:pt x="318744" y="24777"/>
                  </a:lnTo>
                  <a:lnTo>
                    <a:pt x="340093" y="49657"/>
                  </a:lnTo>
                  <a:lnTo>
                    <a:pt x="338480" y="49758"/>
                  </a:lnTo>
                  <a:lnTo>
                    <a:pt x="337934" y="52819"/>
                  </a:lnTo>
                  <a:lnTo>
                    <a:pt x="338277" y="60299"/>
                  </a:lnTo>
                  <a:lnTo>
                    <a:pt x="338721" y="61963"/>
                  </a:lnTo>
                  <a:lnTo>
                    <a:pt x="337324" y="61620"/>
                  </a:lnTo>
                  <a:lnTo>
                    <a:pt x="334124" y="61823"/>
                  </a:lnTo>
                  <a:lnTo>
                    <a:pt x="330923" y="62014"/>
                  </a:lnTo>
                  <a:lnTo>
                    <a:pt x="328358" y="62979"/>
                  </a:lnTo>
                  <a:lnTo>
                    <a:pt x="328447" y="64935"/>
                  </a:lnTo>
                  <a:lnTo>
                    <a:pt x="331089" y="65570"/>
                  </a:lnTo>
                  <a:lnTo>
                    <a:pt x="337489" y="65176"/>
                  </a:lnTo>
                  <a:lnTo>
                    <a:pt x="338924" y="64643"/>
                  </a:lnTo>
                  <a:lnTo>
                    <a:pt x="338632" y="66357"/>
                  </a:lnTo>
                  <a:lnTo>
                    <a:pt x="338797" y="70091"/>
                  </a:lnTo>
                  <a:lnTo>
                    <a:pt x="338963" y="73837"/>
                  </a:lnTo>
                  <a:lnTo>
                    <a:pt x="339788" y="76822"/>
                  </a:lnTo>
                  <a:lnTo>
                    <a:pt x="340321" y="76796"/>
                  </a:lnTo>
                  <a:lnTo>
                    <a:pt x="340321" y="50253"/>
                  </a:lnTo>
                  <a:lnTo>
                    <a:pt x="340182" y="49745"/>
                  </a:lnTo>
                  <a:lnTo>
                    <a:pt x="349948" y="61150"/>
                  </a:lnTo>
                  <a:lnTo>
                    <a:pt x="349948" y="50482"/>
                  </a:lnTo>
                  <a:lnTo>
                    <a:pt x="317042" y="12090"/>
                  </a:lnTo>
                  <a:lnTo>
                    <a:pt x="317042" y="22771"/>
                  </a:lnTo>
                  <a:lnTo>
                    <a:pt x="316039" y="22529"/>
                  </a:lnTo>
                  <a:lnTo>
                    <a:pt x="309638" y="22936"/>
                  </a:lnTo>
                  <a:lnTo>
                    <a:pt x="308127" y="23507"/>
                  </a:lnTo>
                  <a:lnTo>
                    <a:pt x="308432" y="21742"/>
                  </a:lnTo>
                  <a:lnTo>
                    <a:pt x="308267" y="18008"/>
                  </a:lnTo>
                  <a:lnTo>
                    <a:pt x="308089" y="14274"/>
                  </a:lnTo>
                  <a:lnTo>
                    <a:pt x="307276" y="11379"/>
                  </a:lnTo>
                  <a:lnTo>
                    <a:pt x="317042" y="22771"/>
                  </a:lnTo>
                  <a:lnTo>
                    <a:pt x="317042" y="12090"/>
                  </a:lnTo>
                  <a:lnTo>
                    <a:pt x="315823" y="10668"/>
                  </a:lnTo>
                  <a:lnTo>
                    <a:pt x="307213" y="622"/>
                  </a:lnTo>
                  <a:lnTo>
                    <a:pt x="307213" y="11303"/>
                  </a:lnTo>
                  <a:lnTo>
                    <a:pt x="306082" y="11366"/>
                  </a:lnTo>
                  <a:lnTo>
                    <a:pt x="306679" y="10668"/>
                  </a:lnTo>
                  <a:lnTo>
                    <a:pt x="307213" y="11303"/>
                  </a:lnTo>
                  <a:lnTo>
                    <a:pt x="307213" y="622"/>
                  </a:lnTo>
                  <a:lnTo>
                    <a:pt x="306679" y="0"/>
                  </a:lnTo>
                  <a:lnTo>
                    <a:pt x="272643" y="39700"/>
                  </a:lnTo>
                  <a:lnTo>
                    <a:pt x="272643" y="61429"/>
                  </a:lnTo>
                  <a:lnTo>
                    <a:pt x="271233" y="61087"/>
                  </a:lnTo>
                  <a:lnTo>
                    <a:pt x="268033" y="61277"/>
                  </a:lnTo>
                  <a:lnTo>
                    <a:pt x="264833" y="61480"/>
                  </a:lnTo>
                  <a:lnTo>
                    <a:pt x="262343" y="62433"/>
                  </a:lnTo>
                  <a:lnTo>
                    <a:pt x="262343" y="64338"/>
                  </a:lnTo>
                  <a:lnTo>
                    <a:pt x="261505" y="63347"/>
                  </a:lnTo>
                  <a:lnTo>
                    <a:pt x="262267" y="62458"/>
                  </a:lnTo>
                  <a:lnTo>
                    <a:pt x="262343" y="64338"/>
                  </a:lnTo>
                  <a:lnTo>
                    <a:pt x="262343" y="62433"/>
                  </a:lnTo>
                  <a:lnTo>
                    <a:pt x="272059" y="51041"/>
                  </a:lnTo>
                  <a:lnTo>
                    <a:pt x="271843" y="52285"/>
                  </a:lnTo>
                  <a:lnTo>
                    <a:pt x="272186" y="59753"/>
                  </a:lnTo>
                  <a:lnTo>
                    <a:pt x="272643" y="61429"/>
                  </a:lnTo>
                  <a:lnTo>
                    <a:pt x="272643" y="39700"/>
                  </a:lnTo>
                  <a:lnTo>
                    <a:pt x="256146" y="58940"/>
                  </a:lnTo>
                  <a:lnTo>
                    <a:pt x="250812" y="52717"/>
                  </a:lnTo>
                  <a:lnTo>
                    <a:pt x="250812" y="63347"/>
                  </a:lnTo>
                  <a:lnTo>
                    <a:pt x="240703" y="75145"/>
                  </a:lnTo>
                  <a:lnTo>
                    <a:pt x="240969" y="73647"/>
                  </a:lnTo>
                  <a:lnTo>
                    <a:pt x="240626" y="66167"/>
                  </a:lnTo>
                  <a:lnTo>
                    <a:pt x="240169" y="64490"/>
                  </a:lnTo>
                  <a:lnTo>
                    <a:pt x="241655" y="64833"/>
                  </a:lnTo>
                  <a:lnTo>
                    <a:pt x="244856" y="64643"/>
                  </a:lnTo>
                  <a:lnTo>
                    <a:pt x="248056" y="64439"/>
                  </a:lnTo>
                  <a:lnTo>
                    <a:pt x="250621" y="63474"/>
                  </a:lnTo>
                  <a:lnTo>
                    <a:pt x="250596" y="63106"/>
                  </a:lnTo>
                  <a:lnTo>
                    <a:pt x="250812" y="63347"/>
                  </a:lnTo>
                  <a:lnTo>
                    <a:pt x="250812" y="52717"/>
                  </a:lnTo>
                  <a:lnTo>
                    <a:pt x="248907" y="50495"/>
                  </a:lnTo>
                  <a:lnTo>
                    <a:pt x="248907" y="61150"/>
                  </a:lnTo>
                  <a:lnTo>
                    <a:pt x="247891" y="60896"/>
                  </a:lnTo>
                  <a:lnTo>
                    <a:pt x="241477" y="61290"/>
                  </a:lnTo>
                  <a:lnTo>
                    <a:pt x="239966" y="61861"/>
                  </a:lnTo>
                  <a:lnTo>
                    <a:pt x="240271" y="60109"/>
                  </a:lnTo>
                  <a:lnTo>
                    <a:pt x="240106" y="56375"/>
                  </a:lnTo>
                  <a:lnTo>
                    <a:pt x="239941" y="52628"/>
                  </a:lnTo>
                  <a:lnTo>
                    <a:pt x="239293" y="50330"/>
                  </a:lnTo>
                  <a:lnTo>
                    <a:pt x="239293" y="76796"/>
                  </a:lnTo>
                  <a:lnTo>
                    <a:pt x="205651" y="116039"/>
                  </a:lnTo>
                  <a:lnTo>
                    <a:pt x="193967" y="102425"/>
                  </a:lnTo>
                  <a:lnTo>
                    <a:pt x="196545" y="103035"/>
                  </a:lnTo>
                  <a:lnTo>
                    <a:pt x="202946" y="102641"/>
                  </a:lnTo>
                  <a:lnTo>
                    <a:pt x="204381" y="102108"/>
                  </a:lnTo>
                  <a:lnTo>
                    <a:pt x="204089" y="103822"/>
                  </a:lnTo>
                  <a:lnTo>
                    <a:pt x="204254" y="107556"/>
                  </a:lnTo>
                  <a:lnTo>
                    <a:pt x="204419" y="111302"/>
                  </a:lnTo>
                  <a:lnTo>
                    <a:pt x="205244" y="114287"/>
                  </a:lnTo>
                  <a:lnTo>
                    <a:pt x="206921" y="114173"/>
                  </a:lnTo>
                  <a:lnTo>
                    <a:pt x="207467" y="111112"/>
                  </a:lnTo>
                  <a:lnTo>
                    <a:pt x="207124" y="103632"/>
                  </a:lnTo>
                  <a:lnTo>
                    <a:pt x="206667" y="101955"/>
                  </a:lnTo>
                  <a:lnTo>
                    <a:pt x="208140" y="102298"/>
                  </a:lnTo>
                  <a:lnTo>
                    <a:pt x="211353" y="102108"/>
                  </a:lnTo>
                  <a:lnTo>
                    <a:pt x="214553" y="101904"/>
                  </a:lnTo>
                  <a:lnTo>
                    <a:pt x="217119" y="100939"/>
                  </a:lnTo>
                  <a:lnTo>
                    <a:pt x="217017" y="98983"/>
                  </a:lnTo>
                  <a:lnTo>
                    <a:pt x="214388" y="98361"/>
                  </a:lnTo>
                  <a:lnTo>
                    <a:pt x="207975" y="98755"/>
                  </a:lnTo>
                  <a:lnTo>
                    <a:pt x="206463" y="99326"/>
                  </a:lnTo>
                  <a:lnTo>
                    <a:pt x="206768" y="97574"/>
                  </a:lnTo>
                  <a:lnTo>
                    <a:pt x="206603" y="93840"/>
                  </a:lnTo>
                  <a:lnTo>
                    <a:pt x="206438" y="90093"/>
                  </a:lnTo>
                  <a:lnTo>
                    <a:pt x="205600" y="87109"/>
                  </a:lnTo>
                  <a:lnTo>
                    <a:pt x="203936" y="87210"/>
                  </a:lnTo>
                  <a:lnTo>
                    <a:pt x="203390" y="90284"/>
                  </a:lnTo>
                  <a:lnTo>
                    <a:pt x="203733" y="97764"/>
                  </a:lnTo>
                  <a:lnTo>
                    <a:pt x="204177" y="99428"/>
                  </a:lnTo>
                  <a:lnTo>
                    <a:pt x="202780" y="99085"/>
                  </a:lnTo>
                  <a:lnTo>
                    <a:pt x="199580" y="99288"/>
                  </a:lnTo>
                  <a:lnTo>
                    <a:pt x="196380" y="99479"/>
                  </a:lnTo>
                  <a:lnTo>
                    <a:pt x="193814" y="100444"/>
                  </a:lnTo>
                  <a:lnTo>
                    <a:pt x="193890" y="102349"/>
                  </a:lnTo>
                  <a:lnTo>
                    <a:pt x="161391" y="64427"/>
                  </a:lnTo>
                  <a:lnTo>
                    <a:pt x="163957" y="65024"/>
                  </a:lnTo>
                  <a:lnTo>
                    <a:pt x="170370" y="64630"/>
                  </a:lnTo>
                  <a:lnTo>
                    <a:pt x="171792" y="64096"/>
                  </a:lnTo>
                  <a:lnTo>
                    <a:pt x="171500" y="65811"/>
                  </a:lnTo>
                  <a:lnTo>
                    <a:pt x="171678" y="69557"/>
                  </a:lnTo>
                  <a:lnTo>
                    <a:pt x="171843" y="73291"/>
                  </a:lnTo>
                  <a:lnTo>
                    <a:pt x="172669" y="76276"/>
                  </a:lnTo>
                  <a:lnTo>
                    <a:pt x="174345" y="76174"/>
                  </a:lnTo>
                  <a:lnTo>
                    <a:pt x="174891" y="73101"/>
                  </a:lnTo>
                  <a:lnTo>
                    <a:pt x="174536" y="65633"/>
                  </a:lnTo>
                  <a:lnTo>
                    <a:pt x="174066" y="63944"/>
                  </a:lnTo>
                  <a:lnTo>
                    <a:pt x="175564" y="64300"/>
                  </a:lnTo>
                  <a:lnTo>
                    <a:pt x="178765" y="64096"/>
                  </a:lnTo>
                  <a:lnTo>
                    <a:pt x="181965" y="63906"/>
                  </a:lnTo>
                  <a:lnTo>
                    <a:pt x="184531" y="62941"/>
                  </a:lnTo>
                  <a:lnTo>
                    <a:pt x="184442" y="60985"/>
                  </a:lnTo>
                  <a:lnTo>
                    <a:pt x="181800" y="60350"/>
                  </a:lnTo>
                  <a:lnTo>
                    <a:pt x="175399" y="60744"/>
                  </a:lnTo>
                  <a:lnTo>
                    <a:pt x="173888" y="61315"/>
                  </a:lnTo>
                  <a:lnTo>
                    <a:pt x="174193" y="59563"/>
                  </a:lnTo>
                  <a:lnTo>
                    <a:pt x="174015" y="55829"/>
                  </a:lnTo>
                  <a:lnTo>
                    <a:pt x="173850" y="52095"/>
                  </a:lnTo>
                  <a:lnTo>
                    <a:pt x="173024" y="49110"/>
                  </a:lnTo>
                  <a:lnTo>
                    <a:pt x="172656" y="49136"/>
                  </a:lnTo>
                  <a:lnTo>
                    <a:pt x="204431" y="12090"/>
                  </a:lnTo>
                  <a:lnTo>
                    <a:pt x="204012" y="14465"/>
                  </a:lnTo>
                  <a:lnTo>
                    <a:pt x="204355" y="21932"/>
                  </a:lnTo>
                  <a:lnTo>
                    <a:pt x="204800" y="23596"/>
                  </a:lnTo>
                  <a:lnTo>
                    <a:pt x="203403" y="23253"/>
                  </a:lnTo>
                  <a:lnTo>
                    <a:pt x="200202" y="23456"/>
                  </a:lnTo>
                  <a:lnTo>
                    <a:pt x="196989" y="23660"/>
                  </a:lnTo>
                  <a:lnTo>
                    <a:pt x="194424" y="24625"/>
                  </a:lnTo>
                  <a:lnTo>
                    <a:pt x="194525" y="26581"/>
                  </a:lnTo>
                  <a:lnTo>
                    <a:pt x="197167" y="27203"/>
                  </a:lnTo>
                  <a:lnTo>
                    <a:pt x="203568" y="26809"/>
                  </a:lnTo>
                  <a:lnTo>
                    <a:pt x="205003" y="26276"/>
                  </a:lnTo>
                  <a:lnTo>
                    <a:pt x="204711" y="27990"/>
                  </a:lnTo>
                  <a:lnTo>
                    <a:pt x="204876" y="31737"/>
                  </a:lnTo>
                  <a:lnTo>
                    <a:pt x="205041" y="35471"/>
                  </a:lnTo>
                  <a:lnTo>
                    <a:pt x="205867" y="38455"/>
                  </a:lnTo>
                  <a:lnTo>
                    <a:pt x="207543" y="38354"/>
                  </a:lnTo>
                  <a:lnTo>
                    <a:pt x="208089" y="35280"/>
                  </a:lnTo>
                  <a:lnTo>
                    <a:pt x="207746" y="27813"/>
                  </a:lnTo>
                  <a:lnTo>
                    <a:pt x="207289" y="26136"/>
                  </a:lnTo>
                  <a:lnTo>
                    <a:pt x="208762" y="26479"/>
                  </a:lnTo>
                  <a:lnTo>
                    <a:pt x="211963" y="26276"/>
                  </a:lnTo>
                  <a:lnTo>
                    <a:pt x="215176" y="26085"/>
                  </a:lnTo>
                  <a:lnTo>
                    <a:pt x="217741" y="25120"/>
                  </a:lnTo>
                  <a:lnTo>
                    <a:pt x="217716" y="24777"/>
                  </a:lnTo>
                  <a:lnTo>
                    <a:pt x="239064" y="49657"/>
                  </a:lnTo>
                  <a:lnTo>
                    <a:pt x="237439" y="49758"/>
                  </a:lnTo>
                  <a:lnTo>
                    <a:pt x="236893" y="52819"/>
                  </a:lnTo>
                  <a:lnTo>
                    <a:pt x="237236" y="60299"/>
                  </a:lnTo>
                  <a:lnTo>
                    <a:pt x="237680" y="61963"/>
                  </a:lnTo>
                  <a:lnTo>
                    <a:pt x="236283" y="61620"/>
                  </a:lnTo>
                  <a:lnTo>
                    <a:pt x="233083" y="61823"/>
                  </a:lnTo>
                  <a:lnTo>
                    <a:pt x="229882" y="62014"/>
                  </a:lnTo>
                  <a:lnTo>
                    <a:pt x="227317" y="62979"/>
                  </a:lnTo>
                  <a:lnTo>
                    <a:pt x="227406" y="64935"/>
                  </a:lnTo>
                  <a:lnTo>
                    <a:pt x="230047" y="65570"/>
                  </a:lnTo>
                  <a:lnTo>
                    <a:pt x="236461" y="65176"/>
                  </a:lnTo>
                  <a:lnTo>
                    <a:pt x="237883" y="64643"/>
                  </a:lnTo>
                  <a:lnTo>
                    <a:pt x="237591" y="66357"/>
                  </a:lnTo>
                  <a:lnTo>
                    <a:pt x="237756" y="70091"/>
                  </a:lnTo>
                  <a:lnTo>
                    <a:pt x="237921" y="73837"/>
                  </a:lnTo>
                  <a:lnTo>
                    <a:pt x="238760" y="76822"/>
                  </a:lnTo>
                  <a:lnTo>
                    <a:pt x="239293" y="76796"/>
                  </a:lnTo>
                  <a:lnTo>
                    <a:pt x="239293" y="50330"/>
                  </a:lnTo>
                  <a:lnTo>
                    <a:pt x="239128" y="49733"/>
                  </a:lnTo>
                  <a:lnTo>
                    <a:pt x="248907" y="61150"/>
                  </a:lnTo>
                  <a:lnTo>
                    <a:pt x="248907" y="50495"/>
                  </a:lnTo>
                  <a:lnTo>
                    <a:pt x="216001" y="12103"/>
                  </a:lnTo>
                  <a:lnTo>
                    <a:pt x="216001" y="22783"/>
                  </a:lnTo>
                  <a:lnTo>
                    <a:pt x="215011" y="22529"/>
                  </a:lnTo>
                  <a:lnTo>
                    <a:pt x="208597" y="22936"/>
                  </a:lnTo>
                  <a:lnTo>
                    <a:pt x="207086" y="23507"/>
                  </a:lnTo>
                  <a:lnTo>
                    <a:pt x="207391" y="21742"/>
                  </a:lnTo>
                  <a:lnTo>
                    <a:pt x="207225" y="18008"/>
                  </a:lnTo>
                  <a:lnTo>
                    <a:pt x="207060" y="14274"/>
                  </a:lnTo>
                  <a:lnTo>
                    <a:pt x="206235" y="11366"/>
                  </a:lnTo>
                  <a:lnTo>
                    <a:pt x="216001" y="22783"/>
                  </a:lnTo>
                  <a:lnTo>
                    <a:pt x="216001" y="12103"/>
                  </a:lnTo>
                  <a:lnTo>
                    <a:pt x="214782" y="10668"/>
                  </a:lnTo>
                  <a:lnTo>
                    <a:pt x="206184" y="635"/>
                  </a:lnTo>
                  <a:lnTo>
                    <a:pt x="206184" y="11303"/>
                  </a:lnTo>
                  <a:lnTo>
                    <a:pt x="205054" y="11366"/>
                  </a:lnTo>
                  <a:lnTo>
                    <a:pt x="205651" y="10668"/>
                  </a:lnTo>
                  <a:lnTo>
                    <a:pt x="206184" y="11303"/>
                  </a:lnTo>
                  <a:lnTo>
                    <a:pt x="206184" y="635"/>
                  </a:lnTo>
                  <a:lnTo>
                    <a:pt x="205651" y="0"/>
                  </a:lnTo>
                  <a:lnTo>
                    <a:pt x="171602" y="39712"/>
                  </a:lnTo>
                  <a:lnTo>
                    <a:pt x="171602" y="61429"/>
                  </a:lnTo>
                  <a:lnTo>
                    <a:pt x="170205" y="61087"/>
                  </a:lnTo>
                  <a:lnTo>
                    <a:pt x="166992" y="61277"/>
                  </a:lnTo>
                  <a:lnTo>
                    <a:pt x="163791" y="61480"/>
                  </a:lnTo>
                  <a:lnTo>
                    <a:pt x="161302" y="62420"/>
                  </a:lnTo>
                  <a:lnTo>
                    <a:pt x="161302" y="64325"/>
                  </a:lnTo>
                  <a:lnTo>
                    <a:pt x="160477" y="63347"/>
                  </a:lnTo>
                  <a:lnTo>
                    <a:pt x="161226" y="62484"/>
                  </a:lnTo>
                  <a:lnTo>
                    <a:pt x="161302" y="64325"/>
                  </a:lnTo>
                  <a:lnTo>
                    <a:pt x="161302" y="62420"/>
                  </a:lnTo>
                  <a:lnTo>
                    <a:pt x="171018" y="51054"/>
                  </a:lnTo>
                  <a:lnTo>
                    <a:pt x="170802" y="52285"/>
                  </a:lnTo>
                  <a:lnTo>
                    <a:pt x="171157" y="59753"/>
                  </a:lnTo>
                  <a:lnTo>
                    <a:pt x="171602" y="61429"/>
                  </a:lnTo>
                  <a:lnTo>
                    <a:pt x="171602" y="39712"/>
                  </a:lnTo>
                  <a:lnTo>
                    <a:pt x="151333" y="63347"/>
                  </a:lnTo>
                  <a:lnTo>
                    <a:pt x="205651" y="126695"/>
                  </a:lnTo>
                  <a:lnTo>
                    <a:pt x="214782" y="116039"/>
                  </a:lnTo>
                  <a:lnTo>
                    <a:pt x="256159" y="67767"/>
                  </a:lnTo>
                  <a:lnTo>
                    <a:pt x="306679" y="126695"/>
                  </a:lnTo>
                  <a:lnTo>
                    <a:pt x="315823" y="116039"/>
                  </a:lnTo>
                  <a:lnTo>
                    <a:pt x="360984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2" name="object 2082" descr=""/>
            <p:cNvSpPr/>
            <p:nvPr/>
          </p:nvSpPr>
          <p:spPr>
            <a:xfrm>
              <a:off x="7789126" y="7219473"/>
              <a:ext cx="361315" cy="204470"/>
            </a:xfrm>
            <a:custGeom>
              <a:avLst/>
              <a:gdLst/>
              <a:ahLst/>
              <a:cxnLst/>
              <a:rect l="l" t="t" r="r" b="b"/>
              <a:pathLst>
                <a:path w="361315" h="204470">
                  <a:moveTo>
                    <a:pt x="108610" y="140512"/>
                  </a:moveTo>
                  <a:lnTo>
                    <a:pt x="99479" y="129870"/>
                  </a:lnTo>
                  <a:lnTo>
                    <a:pt x="99479" y="140512"/>
                  </a:lnTo>
                  <a:lnTo>
                    <a:pt x="89357" y="152311"/>
                  </a:lnTo>
                  <a:lnTo>
                    <a:pt x="89636" y="150799"/>
                  </a:lnTo>
                  <a:lnTo>
                    <a:pt x="89293" y="143332"/>
                  </a:lnTo>
                  <a:lnTo>
                    <a:pt x="88823" y="141643"/>
                  </a:lnTo>
                  <a:lnTo>
                    <a:pt x="90309" y="141998"/>
                  </a:lnTo>
                  <a:lnTo>
                    <a:pt x="93522" y="141795"/>
                  </a:lnTo>
                  <a:lnTo>
                    <a:pt x="96723" y="141605"/>
                  </a:lnTo>
                  <a:lnTo>
                    <a:pt x="99288" y="140639"/>
                  </a:lnTo>
                  <a:lnTo>
                    <a:pt x="99263" y="140271"/>
                  </a:lnTo>
                  <a:lnTo>
                    <a:pt x="99479" y="140512"/>
                  </a:lnTo>
                  <a:lnTo>
                    <a:pt x="99479" y="129870"/>
                  </a:lnTo>
                  <a:lnTo>
                    <a:pt x="97574" y="127647"/>
                  </a:lnTo>
                  <a:lnTo>
                    <a:pt x="97574" y="138303"/>
                  </a:lnTo>
                  <a:lnTo>
                    <a:pt x="96558" y="138049"/>
                  </a:lnTo>
                  <a:lnTo>
                    <a:pt x="90144" y="138442"/>
                  </a:lnTo>
                  <a:lnTo>
                    <a:pt x="88633" y="139014"/>
                  </a:lnTo>
                  <a:lnTo>
                    <a:pt x="88938" y="137261"/>
                  </a:lnTo>
                  <a:lnTo>
                    <a:pt x="88773" y="133527"/>
                  </a:lnTo>
                  <a:lnTo>
                    <a:pt x="88607" y="129794"/>
                  </a:lnTo>
                  <a:lnTo>
                    <a:pt x="87960" y="127495"/>
                  </a:lnTo>
                  <a:lnTo>
                    <a:pt x="87960" y="153949"/>
                  </a:lnTo>
                  <a:lnTo>
                    <a:pt x="54305" y="193205"/>
                  </a:lnTo>
                  <a:lnTo>
                    <a:pt x="42621" y="179578"/>
                  </a:lnTo>
                  <a:lnTo>
                    <a:pt x="45199" y="180187"/>
                  </a:lnTo>
                  <a:lnTo>
                    <a:pt x="51612" y="179793"/>
                  </a:lnTo>
                  <a:lnTo>
                    <a:pt x="53047" y="179260"/>
                  </a:lnTo>
                  <a:lnTo>
                    <a:pt x="52743" y="180975"/>
                  </a:lnTo>
                  <a:lnTo>
                    <a:pt x="52920" y="184721"/>
                  </a:lnTo>
                  <a:lnTo>
                    <a:pt x="53086" y="188455"/>
                  </a:lnTo>
                  <a:lnTo>
                    <a:pt x="53911" y="191439"/>
                  </a:lnTo>
                  <a:lnTo>
                    <a:pt x="55587" y="191338"/>
                  </a:lnTo>
                  <a:lnTo>
                    <a:pt x="56134" y="188264"/>
                  </a:lnTo>
                  <a:lnTo>
                    <a:pt x="55791" y="180797"/>
                  </a:lnTo>
                  <a:lnTo>
                    <a:pt x="55321" y="179108"/>
                  </a:lnTo>
                  <a:lnTo>
                    <a:pt x="56807" y="179463"/>
                  </a:lnTo>
                  <a:lnTo>
                    <a:pt x="60007" y="179260"/>
                  </a:lnTo>
                  <a:lnTo>
                    <a:pt x="63207" y="179070"/>
                  </a:lnTo>
                  <a:lnTo>
                    <a:pt x="65773" y="178104"/>
                  </a:lnTo>
                  <a:lnTo>
                    <a:pt x="65684" y="176149"/>
                  </a:lnTo>
                  <a:lnTo>
                    <a:pt x="63042" y="175514"/>
                  </a:lnTo>
                  <a:lnTo>
                    <a:pt x="56642" y="175907"/>
                  </a:lnTo>
                  <a:lnTo>
                    <a:pt x="55130" y="176479"/>
                  </a:lnTo>
                  <a:lnTo>
                    <a:pt x="55435" y="174726"/>
                  </a:lnTo>
                  <a:lnTo>
                    <a:pt x="55270" y="170992"/>
                  </a:lnTo>
                  <a:lnTo>
                    <a:pt x="55092" y="167259"/>
                  </a:lnTo>
                  <a:lnTo>
                    <a:pt x="54267" y="164274"/>
                  </a:lnTo>
                  <a:lnTo>
                    <a:pt x="52590" y="164376"/>
                  </a:lnTo>
                  <a:lnTo>
                    <a:pt x="52044" y="167449"/>
                  </a:lnTo>
                  <a:lnTo>
                    <a:pt x="52400" y="174917"/>
                  </a:lnTo>
                  <a:lnTo>
                    <a:pt x="52844" y="176593"/>
                  </a:lnTo>
                  <a:lnTo>
                    <a:pt x="51447" y="176250"/>
                  </a:lnTo>
                  <a:lnTo>
                    <a:pt x="48234" y="176441"/>
                  </a:lnTo>
                  <a:lnTo>
                    <a:pt x="45034" y="176644"/>
                  </a:lnTo>
                  <a:lnTo>
                    <a:pt x="42468" y="177609"/>
                  </a:lnTo>
                  <a:lnTo>
                    <a:pt x="42557" y="179527"/>
                  </a:lnTo>
                  <a:lnTo>
                    <a:pt x="10033" y="141566"/>
                  </a:lnTo>
                  <a:lnTo>
                    <a:pt x="12623" y="142189"/>
                  </a:lnTo>
                  <a:lnTo>
                    <a:pt x="19037" y="141782"/>
                  </a:lnTo>
                  <a:lnTo>
                    <a:pt x="20459" y="141262"/>
                  </a:lnTo>
                  <a:lnTo>
                    <a:pt x="20167" y="142976"/>
                  </a:lnTo>
                  <a:lnTo>
                    <a:pt x="20332" y="146710"/>
                  </a:lnTo>
                  <a:lnTo>
                    <a:pt x="20497" y="150456"/>
                  </a:lnTo>
                  <a:lnTo>
                    <a:pt x="21323" y="153428"/>
                  </a:lnTo>
                  <a:lnTo>
                    <a:pt x="22999" y="153327"/>
                  </a:lnTo>
                  <a:lnTo>
                    <a:pt x="23545" y="150266"/>
                  </a:lnTo>
                  <a:lnTo>
                    <a:pt x="23202" y="142786"/>
                  </a:lnTo>
                  <a:lnTo>
                    <a:pt x="22745" y="141109"/>
                  </a:lnTo>
                  <a:lnTo>
                    <a:pt x="24231" y="141452"/>
                  </a:lnTo>
                  <a:lnTo>
                    <a:pt x="27432" y="141262"/>
                  </a:lnTo>
                  <a:lnTo>
                    <a:pt x="30632" y="141058"/>
                  </a:lnTo>
                  <a:lnTo>
                    <a:pt x="33197" y="140093"/>
                  </a:lnTo>
                  <a:lnTo>
                    <a:pt x="33108" y="138137"/>
                  </a:lnTo>
                  <a:lnTo>
                    <a:pt x="30467" y="137515"/>
                  </a:lnTo>
                  <a:lnTo>
                    <a:pt x="24053" y="137909"/>
                  </a:lnTo>
                  <a:lnTo>
                    <a:pt x="22542" y="138480"/>
                  </a:lnTo>
                  <a:lnTo>
                    <a:pt x="22847" y="136728"/>
                  </a:lnTo>
                  <a:lnTo>
                    <a:pt x="22682" y="132994"/>
                  </a:lnTo>
                  <a:lnTo>
                    <a:pt x="22517" y="129247"/>
                  </a:lnTo>
                  <a:lnTo>
                    <a:pt x="21691" y="126263"/>
                  </a:lnTo>
                  <a:lnTo>
                    <a:pt x="21323" y="126288"/>
                  </a:lnTo>
                  <a:lnTo>
                    <a:pt x="53086" y="89242"/>
                  </a:lnTo>
                  <a:lnTo>
                    <a:pt x="52666" y="91617"/>
                  </a:lnTo>
                  <a:lnTo>
                    <a:pt x="53022" y="99098"/>
                  </a:lnTo>
                  <a:lnTo>
                    <a:pt x="53467" y="100761"/>
                  </a:lnTo>
                  <a:lnTo>
                    <a:pt x="52070" y="100418"/>
                  </a:lnTo>
                  <a:lnTo>
                    <a:pt x="48856" y="100622"/>
                  </a:lnTo>
                  <a:lnTo>
                    <a:pt x="45656" y="100812"/>
                  </a:lnTo>
                  <a:lnTo>
                    <a:pt x="43091" y="101777"/>
                  </a:lnTo>
                  <a:lnTo>
                    <a:pt x="43192" y="103733"/>
                  </a:lnTo>
                  <a:lnTo>
                    <a:pt x="45821" y="104368"/>
                  </a:lnTo>
                  <a:lnTo>
                    <a:pt x="52235" y="103962"/>
                  </a:lnTo>
                  <a:lnTo>
                    <a:pt x="53657" y="103441"/>
                  </a:lnTo>
                  <a:lnTo>
                    <a:pt x="53365" y="105156"/>
                  </a:lnTo>
                  <a:lnTo>
                    <a:pt x="53543" y="108889"/>
                  </a:lnTo>
                  <a:lnTo>
                    <a:pt x="53708" y="112636"/>
                  </a:lnTo>
                  <a:lnTo>
                    <a:pt x="54533" y="115620"/>
                  </a:lnTo>
                  <a:lnTo>
                    <a:pt x="56210" y="115506"/>
                  </a:lnTo>
                  <a:lnTo>
                    <a:pt x="56756" y="112445"/>
                  </a:lnTo>
                  <a:lnTo>
                    <a:pt x="56400" y="104965"/>
                  </a:lnTo>
                  <a:lnTo>
                    <a:pt x="55943" y="103289"/>
                  </a:lnTo>
                  <a:lnTo>
                    <a:pt x="57429" y="103632"/>
                  </a:lnTo>
                  <a:lnTo>
                    <a:pt x="60629" y="103441"/>
                  </a:lnTo>
                  <a:lnTo>
                    <a:pt x="63830" y="103238"/>
                  </a:lnTo>
                  <a:lnTo>
                    <a:pt x="66395" y="102273"/>
                  </a:lnTo>
                  <a:lnTo>
                    <a:pt x="66370" y="101930"/>
                  </a:lnTo>
                  <a:lnTo>
                    <a:pt x="87731" y="126822"/>
                  </a:lnTo>
                  <a:lnTo>
                    <a:pt x="86106" y="126911"/>
                  </a:lnTo>
                  <a:lnTo>
                    <a:pt x="85559" y="129984"/>
                  </a:lnTo>
                  <a:lnTo>
                    <a:pt x="85902" y="137452"/>
                  </a:lnTo>
                  <a:lnTo>
                    <a:pt x="86347" y="139115"/>
                  </a:lnTo>
                  <a:lnTo>
                    <a:pt x="84950" y="138772"/>
                  </a:lnTo>
                  <a:lnTo>
                    <a:pt x="81749" y="138976"/>
                  </a:lnTo>
                  <a:lnTo>
                    <a:pt x="78549" y="139179"/>
                  </a:lnTo>
                  <a:lnTo>
                    <a:pt x="75984" y="140144"/>
                  </a:lnTo>
                  <a:lnTo>
                    <a:pt x="76073" y="142100"/>
                  </a:lnTo>
                  <a:lnTo>
                    <a:pt x="78714" y="142722"/>
                  </a:lnTo>
                  <a:lnTo>
                    <a:pt x="85115" y="142328"/>
                  </a:lnTo>
                  <a:lnTo>
                    <a:pt x="86550" y="141795"/>
                  </a:lnTo>
                  <a:lnTo>
                    <a:pt x="86258" y="143510"/>
                  </a:lnTo>
                  <a:lnTo>
                    <a:pt x="86423" y="147256"/>
                  </a:lnTo>
                  <a:lnTo>
                    <a:pt x="86588" y="150990"/>
                  </a:lnTo>
                  <a:lnTo>
                    <a:pt x="87414" y="153974"/>
                  </a:lnTo>
                  <a:lnTo>
                    <a:pt x="87960" y="153949"/>
                  </a:lnTo>
                  <a:lnTo>
                    <a:pt x="87960" y="127495"/>
                  </a:lnTo>
                  <a:lnTo>
                    <a:pt x="87795" y="126898"/>
                  </a:lnTo>
                  <a:lnTo>
                    <a:pt x="97574" y="138303"/>
                  </a:lnTo>
                  <a:lnTo>
                    <a:pt x="97574" y="127647"/>
                  </a:lnTo>
                  <a:lnTo>
                    <a:pt x="64668" y="89255"/>
                  </a:lnTo>
                  <a:lnTo>
                    <a:pt x="64668" y="99936"/>
                  </a:lnTo>
                  <a:lnTo>
                    <a:pt x="63665" y="99695"/>
                  </a:lnTo>
                  <a:lnTo>
                    <a:pt x="57264" y="100088"/>
                  </a:lnTo>
                  <a:lnTo>
                    <a:pt x="55753" y="100660"/>
                  </a:lnTo>
                  <a:lnTo>
                    <a:pt x="56057" y="98907"/>
                  </a:lnTo>
                  <a:lnTo>
                    <a:pt x="55892" y="95173"/>
                  </a:lnTo>
                  <a:lnTo>
                    <a:pt x="55714" y="91427"/>
                  </a:lnTo>
                  <a:lnTo>
                    <a:pt x="54902" y="88531"/>
                  </a:lnTo>
                  <a:lnTo>
                    <a:pt x="64668" y="99936"/>
                  </a:lnTo>
                  <a:lnTo>
                    <a:pt x="64668" y="89255"/>
                  </a:lnTo>
                  <a:lnTo>
                    <a:pt x="63449" y="87820"/>
                  </a:lnTo>
                  <a:lnTo>
                    <a:pt x="54838" y="77787"/>
                  </a:lnTo>
                  <a:lnTo>
                    <a:pt x="54838" y="88455"/>
                  </a:lnTo>
                  <a:lnTo>
                    <a:pt x="53708" y="88519"/>
                  </a:lnTo>
                  <a:lnTo>
                    <a:pt x="54305" y="87820"/>
                  </a:lnTo>
                  <a:lnTo>
                    <a:pt x="54838" y="88455"/>
                  </a:lnTo>
                  <a:lnTo>
                    <a:pt x="54838" y="77787"/>
                  </a:lnTo>
                  <a:lnTo>
                    <a:pt x="54305" y="77165"/>
                  </a:lnTo>
                  <a:lnTo>
                    <a:pt x="20256" y="116890"/>
                  </a:lnTo>
                  <a:lnTo>
                    <a:pt x="20256" y="138569"/>
                  </a:lnTo>
                  <a:lnTo>
                    <a:pt x="18859" y="138239"/>
                  </a:lnTo>
                  <a:lnTo>
                    <a:pt x="15659" y="138442"/>
                  </a:lnTo>
                  <a:lnTo>
                    <a:pt x="12458" y="138633"/>
                  </a:lnTo>
                  <a:lnTo>
                    <a:pt x="9969" y="139585"/>
                  </a:lnTo>
                  <a:lnTo>
                    <a:pt x="9969" y="141503"/>
                  </a:lnTo>
                  <a:lnTo>
                    <a:pt x="9131" y="140512"/>
                  </a:lnTo>
                  <a:lnTo>
                    <a:pt x="9893" y="139623"/>
                  </a:lnTo>
                  <a:lnTo>
                    <a:pt x="9969" y="141503"/>
                  </a:lnTo>
                  <a:lnTo>
                    <a:pt x="9969" y="139585"/>
                  </a:lnTo>
                  <a:lnTo>
                    <a:pt x="19685" y="128206"/>
                  </a:lnTo>
                  <a:lnTo>
                    <a:pt x="19469" y="129438"/>
                  </a:lnTo>
                  <a:lnTo>
                    <a:pt x="19812" y="136918"/>
                  </a:lnTo>
                  <a:lnTo>
                    <a:pt x="20256" y="138569"/>
                  </a:lnTo>
                  <a:lnTo>
                    <a:pt x="20256" y="116890"/>
                  </a:lnTo>
                  <a:lnTo>
                    <a:pt x="0" y="140512"/>
                  </a:lnTo>
                  <a:lnTo>
                    <a:pt x="54305" y="203860"/>
                  </a:lnTo>
                  <a:lnTo>
                    <a:pt x="63449" y="193205"/>
                  </a:lnTo>
                  <a:lnTo>
                    <a:pt x="108610" y="140512"/>
                  </a:lnTo>
                  <a:close/>
                </a:path>
                <a:path w="361315" h="204470">
                  <a:moveTo>
                    <a:pt x="132676" y="140093"/>
                  </a:moveTo>
                  <a:lnTo>
                    <a:pt x="132588" y="138137"/>
                  </a:lnTo>
                  <a:lnTo>
                    <a:pt x="129946" y="137515"/>
                  </a:lnTo>
                  <a:lnTo>
                    <a:pt x="123532" y="137909"/>
                  </a:lnTo>
                  <a:lnTo>
                    <a:pt x="122021" y="138480"/>
                  </a:lnTo>
                  <a:lnTo>
                    <a:pt x="122326" y="136728"/>
                  </a:lnTo>
                  <a:lnTo>
                    <a:pt x="122161" y="132994"/>
                  </a:lnTo>
                  <a:lnTo>
                    <a:pt x="121996" y="129247"/>
                  </a:lnTo>
                  <a:lnTo>
                    <a:pt x="121170" y="126263"/>
                  </a:lnTo>
                  <a:lnTo>
                    <a:pt x="119494" y="126365"/>
                  </a:lnTo>
                  <a:lnTo>
                    <a:pt x="118948" y="129438"/>
                  </a:lnTo>
                  <a:lnTo>
                    <a:pt x="119291" y="136918"/>
                  </a:lnTo>
                  <a:lnTo>
                    <a:pt x="119735" y="138569"/>
                  </a:lnTo>
                  <a:lnTo>
                    <a:pt x="118338" y="138239"/>
                  </a:lnTo>
                  <a:lnTo>
                    <a:pt x="115138" y="138442"/>
                  </a:lnTo>
                  <a:lnTo>
                    <a:pt x="111937" y="138633"/>
                  </a:lnTo>
                  <a:lnTo>
                    <a:pt x="109372" y="139598"/>
                  </a:lnTo>
                  <a:lnTo>
                    <a:pt x="109461" y="141554"/>
                  </a:lnTo>
                  <a:lnTo>
                    <a:pt x="112102" y="142189"/>
                  </a:lnTo>
                  <a:lnTo>
                    <a:pt x="118503" y="141782"/>
                  </a:lnTo>
                  <a:lnTo>
                    <a:pt x="119938" y="141249"/>
                  </a:lnTo>
                  <a:lnTo>
                    <a:pt x="119646" y="142976"/>
                  </a:lnTo>
                  <a:lnTo>
                    <a:pt x="119811" y="146710"/>
                  </a:lnTo>
                  <a:lnTo>
                    <a:pt x="119989" y="150456"/>
                  </a:lnTo>
                  <a:lnTo>
                    <a:pt x="120802" y="153428"/>
                  </a:lnTo>
                  <a:lnTo>
                    <a:pt x="122478" y="153327"/>
                  </a:lnTo>
                  <a:lnTo>
                    <a:pt x="123024" y="150266"/>
                  </a:lnTo>
                  <a:lnTo>
                    <a:pt x="122682" y="142786"/>
                  </a:lnTo>
                  <a:lnTo>
                    <a:pt x="122224" y="141109"/>
                  </a:lnTo>
                  <a:lnTo>
                    <a:pt x="123698" y="141452"/>
                  </a:lnTo>
                  <a:lnTo>
                    <a:pt x="126911" y="141262"/>
                  </a:lnTo>
                  <a:lnTo>
                    <a:pt x="130111" y="141058"/>
                  </a:lnTo>
                  <a:lnTo>
                    <a:pt x="132676" y="140093"/>
                  </a:lnTo>
                  <a:close/>
                </a:path>
                <a:path w="361315" h="204470">
                  <a:moveTo>
                    <a:pt x="165252" y="178104"/>
                  </a:moveTo>
                  <a:lnTo>
                    <a:pt x="165163" y="176149"/>
                  </a:lnTo>
                  <a:lnTo>
                    <a:pt x="162521" y="175514"/>
                  </a:lnTo>
                  <a:lnTo>
                    <a:pt x="156121" y="175907"/>
                  </a:lnTo>
                  <a:lnTo>
                    <a:pt x="154609" y="176479"/>
                  </a:lnTo>
                  <a:lnTo>
                    <a:pt x="154914" y="174726"/>
                  </a:lnTo>
                  <a:lnTo>
                    <a:pt x="154736" y="170992"/>
                  </a:lnTo>
                  <a:lnTo>
                    <a:pt x="154571" y="167259"/>
                  </a:lnTo>
                  <a:lnTo>
                    <a:pt x="153746" y="164274"/>
                  </a:lnTo>
                  <a:lnTo>
                    <a:pt x="152069" y="164376"/>
                  </a:lnTo>
                  <a:lnTo>
                    <a:pt x="151523" y="167449"/>
                  </a:lnTo>
                  <a:lnTo>
                    <a:pt x="151879" y="174917"/>
                  </a:lnTo>
                  <a:lnTo>
                    <a:pt x="152323" y="176593"/>
                  </a:lnTo>
                  <a:lnTo>
                    <a:pt x="150926" y="176250"/>
                  </a:lnTo>
                  <a:lnTo>
                    <a:pt x="147713" y="176441"/>
                  </a:lnTo>
                  <a:lnTo>
                    <a:pt x="144513" y="176644"/>
                  </a:lnTo>
                  <a:lnTo>
                    <a:pt x="141947" y="177609"/>
                  </a:lnTo>
                  <a:lnTo>
                    <a:pt x="142036" y="179565"/>
                  </a:lnTo>
                  <a:lnTo>
                    <a:pt x="144678" y="180187"/>
                  </a:lnTo>
                  <a:lnTo>
                    <a:pt x="151091" y="179793"/>
                  </a:lnTo>
                  <a:lnTo>
                    <a:pt x="152514" y="179260"/>
                  </a:lnTo>
                  <a:lnTo>
                    <a:pt x="152222" y="180975"/>
                  </a:lnTo>
                  <a:lnTo>
                    <a:pt x="152400" y="184721"/>
                  </a:lnTo>
                  <a:lnTo>
                    <a:pt x="152565" y="188455"/>
                  </a:lnTo>
                  <a:lnTo>
                    <a:pt x="153390" y="191439"/>
                  </a:lnTo>
                  <a:lnTo>
                    <a:pt x="155067" y="191338"/>
                  </a:lnTo>
                  <a:lnTo>
                    <a:pt x="155613" y="188264"/>
                  </a:lnTo>
                  <a:lnTo>
                    <a:pt x="155257" y="180797"/>
                  </a:lnTo>
                  <a:lnTo>
                    <a:pt x="154787" y="179108"/>
                  </a:lnTo>
                  <a:lnTo>
                    <a:pt x="156286" y="179463"/>
                  </a:lnTo>
                  <a:lnTo>
                    <a:pt x="159486" y="179260"/>
                  </a:lnTo>
                  <a:lnTo>
                    <a:pt x="162687" y="179070"/>
                  </a:lnTo>
                  <a:lnTo>
                    <a:pt x="165252" y="178104"/>
                  </a:lnTo>
                  <a:close/>
                </a:path>
                <a:path w="361315" h="204470">
                  <a:moveTo>
                    <a:pt x="165874" y="102273"/>
                  </a:moveTo>
                  <a:lnTo>
                    <a:pt x="165785" y="100317"/>
                  </a:lnTo>
                  <a:lnTo>
                    <a:pt x="163144" y="99695"/>
                  </a:lnTo>
                  <a:lnTo>
                    <a:pt x="156743" y="100088"/>
                  </a:lnTo>
                  <a:lnTo>
                    <a:pt x="155232" y="100660"/>
                  </a:lnTo>
                  <a:lnTo>
                    <a:pt x="155536" y="98907"/>
                  </a:lnTo>
                  <a:lnTo>
                    <a:pt x="155359" y="95173"/>
                  </a:lnTo>
                  <a:lnTo>
                    <a:pt x="155194" y="91427"/>
                  </a:lnTo>
                  <a:lnTo>
                    <a:pt x="154368" y="88442"/>
                  </a:lnTo>
                  <a:lnTo>
                    <a:pt x="152692" y="88544"/>
                  </a:lnTo>
                  <a:lnTo>
                    <a:pt x="152146" y="91617"/>
                  </a:lnTo>
                  <a:lnTo>
                    <a:pt x="152488" y="99098"/>
                  </a:lnTo>
                  <a:lnTo>
                    <a:pt x="152933" y="100761"/>
                  </a:lnTo>
                  <a:lnTo>
                    <a:pt x="151549" y="100418"/>
                  </a:lnTo>
                  <a:lnTo>
                    <a:pt x="148336" y="100622"/>
                  </a:lnTo>
                  <a:lnTo>
                    <a:pt x="145135" y="100812"/>
                  </a:lnTo>
                  <a:lnTo>
                    <a:pt x="142570" y="101777"/>
                  </a:lnTo>
                  <a:lnTo>
                    <a:pt x="142659" y="103733"/>
                  </a:lnTo>
                  <a:lnTo>
                    <a:pt x="145300" y="104368"/>
                  </a:lnTo>
                  <a:lnTo>
                    <a:pt x="151714" y="103962"/>
                  </a:lnTo>
                  <a:lnTo>
                    <a:pt x="153136" y="103441"/>
                  </a:lnTo>
                  <a:lnTo>
                    <a:pt x="152844" y="105156"/>
                  </a:lnTo>
                  <a:lnTo>
                    <a:pt x="153009" y="108889"/>
                  </a:lnTo>
                  <a:lnTo>
                    <a:pt x="153187" y="112636"/>
                  </a:lnTo>
                  <a:lnTo>
                    <a:pt x="154012" y="115620"/>
                  </a:lnTo>
                  <a:lnTo>
                    <a:pt x="155689" y="115506"/>
                  </a:lnTo>
                  <a:lnTo>
                    <a:pt x="156235" y="112445"/>
                  </a:lnTo>
                  <a:lnTo>
                    <a:pt x="155879" y="104965"/>
                  </a:lnTo>
                  <a:lnTo>
                    <a:pt x="155422" y="103289"/>
                  </a:lnTo>
                  <a:lnTo>
                    <a:pt x="156908" y="103632"/>
                  </a:lnTo>
                  <a:lnTo>
                    <a:pt x="160108" y="103441"/>
                  </a:lnTo>
                  <a:lnTo>
                    <a:pt x="163309" y="103238"/>
                  </a:lnTo>
                  <a:lnTo>
                    <a:pt x="165874" y="102273"/>
                  </a:lnTo>
                  <a:close/>
                </a:path>
                <a:path w="361315" h="204470">
                  <a:moveTo>
                    <a:pt x="198767" y="140639"/>
                  </a:moveTo>
                  <a:lnTo>
                    <a:pt x="198666" y="138684"/>
                  </a:lnTo>
                  <a:lnTo>
                    <a:pt x="196037" y="138049"/>
                  </a:lnTo>
                  <a:lnTo>
                    <a:pt x="189623" y="138442"/>
                  </a:lnTo>
                  <a:lnTo>
                    <a:pt x="188112" y="139014"/>
                  </a:lnTo>
                  <a:lnTo>
                    <a:pt x="188417" y="137261"/>
                  </a:lnTo>
                  <a:lnTo>
                    <a:pt x="188252" y="133527"/>
                  </a:lnTo>
                  <a:lnTo>
                    <a:pt x="188087" y="129794"/>
                  </a:lnTo>
                  <a:lnTo>
                    <a:pt x="187261" y="126809"/>
                  </a:lnTo>
                  <a:lnTo>
                    <a:pt x="185585" y="126911"/>
                  </a:lnTo>
                  <a:lnTo>
                    <a:pt x="185039" y="129984"/>
                  </a:lnTo>
                  <a:lnTo>
                    <a:pt x="185381" y="137452"/>
                  </a:lnTo>
                  <a:lnTo>
                    <a:pt x="185826" y="139115"/>
                  </a:lnTo>
                  <a:lnTo>
                    <a:pt x="184429" y="138772"/>
                  </a:lnTo>
                  <a:lnTo>
                    <a:pt x="181229" y="138976"/>
                  </a:lnTo>
                  <a:lnTo>
                    <a:pt x="178015" y="139179"/>
                  </a:lnTo>
                  <a:lnTo>
                    <a:pt x="175450" y="140144"/>
                  </a:lnTo>
                  <a:lnTo>
                    <a:pt x="175552" y="142100"/>
                  </a:lnTo>
                  <a:lnTo>
                    <a:pt x="178193" y="142722"/>
                  </a:lnTo>
                  <a:lnTo>
                    <a:pt x="184594" y="142328"/>
                  </a:lnTo>
                  <a:lnTo>
                    <a:pt x="186029" y="141795"/>
                  </a:lnTo>
                  <a:lnTo>
                    <a:pt x="185737" y="143510"/>
                  </a:lnTo>
                  <a:lnTo>
                    <a:pt x="185902" y="147256"/>
                  </a:lnTo>
                  <a:lnTo>
                    <a:pt x="186067" y="150990"/>
                  </a:lnTo>
                  <a:lnTo>
                    <a:pt x="186893" y="153974"/>
                  </a:lnTo>
                  <a:lnTo>
                    <a:pt x="188569" y="153873"/>
                  </a:lnTo>
                  <a:lnTo>
                    <a:pt x="189115" y="150799"/>
                  </a:lnTo>
                  <a:lnTo>
                    <a:pt x="188772" y="143332"/>
                  </a:lnTo>
                  <a:lnTo>
                    <a:pt x="188302" y="141655"/>
                  </a:lnTo>
                  <a:lnTo>
                    <a:pt x="189788" y="141998"/>
                  </a:lnTo>
                  <a:lnTo>
                    <a:pt x="192989" y="141795"/>
                  </a:lnTo>
                  <a:lnTo>
                    <a:pt x="196202" y="141605"/>
                  </a:lnTo>
                  <a:lnTo>
                    <a:pt x="198767" y="140639"/>
                  </a:lnTo>
                  <a:close/>
                </a:path>
                <a:path w="361315" h="204470">
                  <a:moveTo>
                    <a:pt x="310438" y="140512"/>
                  </a:moveTo>
                  <a:lnTo>
                    <a:pt x="301307" y="129870"/>
                  </a:lnTo>
                  <a:lnTo>
                    <a:pt x="301307" y="140512"/>
                  </a:lnTo>
                  <a:lnTo>
                    <a:pt x="291185" y="152311"/>
                  </a:lnTo>
                  <a:lnTo>
                    <a:pt x="291465" y="150799"/>
                  </a:lnTo>
                  <a:lnTo>
                    <a:pt x="291122" y="143332"/>
                  </a:lnTo>
                  <a:lnTo>
                    <a:pt x="290652" y="141643"/>
                  </a:lnTo>
                  <a:lnTo>
                    <a:pt x="292138" y="141998"/>
                  </a:lnTo>
                  <a:lnTo>
                    <a:pt x="295351" y="141795"/>
                  </a:lnTo>
                  <a:lnTo>
                    <a:pt x="298551" y="141605"/>
                  </a:lnTo>
                  <a:lnTo>
                    <a:pt x="301117" y="140639"/>
                  </a:lnTo>
                  <a:lnTo>
                    <a:pt x="301091" y="140271"/>
                  </a:lnTo>
                  <a:lnTo>
                    <a:pt x="301307" y="140512"/>
                  </a:lnTo>
                  <a:lnTo>
                    <a:pt x="301307" y="129870"/>
                  </a:lnTo>
                  <a:lnTo>
                    <a:pt x="299402" y="127647"/>
                  </a:lnTo>
                  <a:lnTo>
                    <a:pt x="299402" y="138303"/>
                  </a:lnTo>
                  <a:lnTo>
                    <a:pt x="298386" y="138049"/>
                  </a:lnTo>
                  <a:lnTo>
                    <a:pt x="291973" y="138442"/>
                  </a:lnTo>
                  <a:lnTo>
                    <a:pt x="290461" y="139014"/>
                  </a:lnTo>
                  <a:lnTo>
                    <a:pt x="290766" y="137261"/>
                  </a:lnTo>
                  <a:lnTo>
                    <a:pt x="290601" y="133527"/>
                  </a:lnTo>
                  <a:lnTo>
                    <a:pt x="290436" y="129794"/>
                  </a:lnTo>
                  <a:lnTo>
                    <a:pt x="289788" y="127495"/>
                  </a:lnTo>
                  <a:lnTo>
                    <a:pt x="289788" y="153949"/>
                  </a:lnTo>
                  <a:lnTo>
                    <a:pt x="256133" y="193205"/>
                  </a:lnTo>
                  <a:lnTo>
                    <a:pt x="244449" y="179578"/>
                  </a:lnTo>
                  <a:lnTo>
                    <a:pt x="247040" y="180187"/>
                  </a:lnTo>
                  <a:lnTo>
                    <a:pt x="253441" y="179793"/>
                  </a:lnTo>
                  <a:lnTo>
                    <a:pt x="254876" y="179260"/>
                  </a:lnTo>
                  <a:lnTo>
                    <a:pt x="254584" y="180975"/>
                  </a:lnTo>
                  <a:lnTo>
                    <a:pt x="254749" y="184721"/>
                  </a:lnTo>
                  <a:lnTo>
                    <a:pt x="254914" y="188455"/>
                  </a:lnTo>
                  <a:lnTo>
                    <a:pt x="255739" y="191439"/>
                  </a:lnTo>
                  <a:lnTo>
                    <a:pt x="257416" y="191338"/>
                  </a:lnTo>
                  <a:lnTo>
                    <a:pt x="257962" y="188264"/>
                  </a:lnTo>
                  <a:lnTo>
                    <a:pt x="257619" y="180797"/>
                  </a:lnTo>
                  <a:lnTo>
                    <a:pt x="257149" y="179108"/>
                  </a:lnTo>
                  <a:lnTo>
                    <a:pt x="258635" y="179463"/>
                  </a:lnTo>
                  <a:lnTo>
                    <a:pt x="261835" y="179260"/>
                  </a:lnTo>
                  <a:lnTo>
                    <a:pt x="265049" y="179070"/>
                  </a:lnTo>
                  <a:lnTo>
                    <a:pt x="267614" y="178104"/>
                  </a:lnTo>
                  <a:lnTo>
                    <a:pt x="267512" y="176149"/>
                  </a:lnTo>
                  <a:lnTo>
                    <a:pt x="264883" y="175514"/>
                  </a:lnTo>
                  <a:lnTo>
                    <a:pt x="258470" y="175907"/>
                  </a:lnTo>
                  <a:lnTo>
                    <a:pt x="256959" y="176479"/>
                  </a:lnTo>
                  <a:lnTo>
                    <a:pt x="257263" y="174726"/>
                  </a:lnTo>
                  <a:lnTo>
                    <a:pt x="257098" y="170992"/>
                  </a:lnTo>
                  <a:lnTo>
                    <a:pt x="256933" y="167259"/>
                  </a:lnTo>
                  <a:lnTo>
                    <a:pt x="256095" y="164274"/>
                  </a:lnTo>
                  <a:lnTo>
                    <a:pt x="254431" y="164376"/>
                  </a:lnTo>
                  <a:lnTo>
                    <a:pt x="253885" y="167449"/>
                  </a:lnTo>
                  <a:lnTo>
                    <a:pt x="254228" y="174917"/>
                  </a:lnTo>
                  <a:lnTo>
                    <a:pt x="254673" y="176593"/>
                  </a:lnTo>
                  <a:lnTo>
                    <a:pt x="253276" y="176250"/>
                  </a:lnTo>
                  <a:lnTo>
                    <a:pt x="250075" y="176441"/>
                  </a:lnTo>
                  <a:lnTo>
                    <a:pt x="246862" y="176644"/>
                  </a:lnTo>
                  <a:lnTo>
                    <a:pt x="244297" y="177609"/>
                  </a:lnTo>
                  <a:lnTo>
                    <a:pt x="244386" y="179514"/>
                  </a:lnTo>
                  <a:lnTo>
                    <a:pt x="211874" y="141579"/>
                  </a:lnTo>
                  <a:lnTo>
                    <a:pt x="214452" y="142189"/>
                  </a:lnTo>
                  <a:lnTo>
                    <a:pt x="220865" y="141782"/>
                  </a:lnTo>
                  <a:lnTo>
                    <a:pt x="222288" y="141262"/>
                  </a:lnTo>
                  <a:lnTo>
                    <a:pt x="221996" y="142976"/>
                  </a:lnTo>
                  <a:lnTo>
                    <a:pt x="222161" y="146710"/>
                  </a:lnTo>
                  <a:lnTo>
                    <a:pt x="222338" y="150456"/>
                  </a:lnTo>
                  <a:lnTo>
                    <a:pt x="223164" y="153428"/>
                  </a:lnTo>
                  <a:lnTo>
                    <a:pt x="224840" y="153327"/>
                  </a:lnTo>
                  <a:lnTo>
                    <a:pt x="225386" y="150266"/>
                  </a:lnTo>
                  <a:lnTo>
                    <a:pt x="225031" y="142786"/>
                  </a:lnTo>
                  <a:lnTo>
                    <a:pt x="224574" y="141109"/>
                  </a:lnTo>
                  <a:lnTo>
                    <a:pt x="226060" y="141452"/>
                  </a:lnTo>
                  <a:lnTo>
                    <a:pt x="229260" y="141262"/>
                  </a:lnTo>
                  <a:lnTo>
                    <a:pt x="232460" y="141058"/>
                  </a:lnTo>
                  <a:lnTo>
                    <a:pt x="235026" y="140093"/>
                  </a:lnTo>
                  <a:lnTo>
                    <a:pt x="234937" y="138137"/>
                  </a:lnTo>
                  <a:lnTo>
                    <a:pt x="232295" y="137515"/>
                  </a:lnTo>
                  <a:lnTo>
                    <a:pt x="225894" y="137909"/>
                  </a:lnTo>
                  <a:lnTo>
                    <a:pt x="224370" y="138480"/>
                  </a:lnTo>
                  <a:lnTo>
                    <a:pt x="224688" y="136728"/>
                  </a:lnTo>
                  <a:lnTo>
                    <a:pt x="224510" y="132994"/>
                  </a:lnTo>
                  <a:lnTo>
                    <a:pt x="224345" y="129247"/>
                  </a:lnTo>
                  <a:lnTo>
                    <a:pt x="223520" y="126263"/>
                  </a:lnTo>
                  <a:lnTo>
                    <a:pt x="223164" y="126288"/>
                  </a:lnTo>
                  <a:lnTo>
                    <a:pt x="254927" y="89230"/>
                  </a:lnTo>
                  <a:lnTo>
                    <a:pt x="254508" y="91617"/>
                  </a:lnTo>
                  <a:lnTo>
                    <a:pt x="254850" y="99098"/>
                  </a:lnTo>
                  <a:lnTo>
                    <a:pt x="255295" y="100761"/>
                  </a:lnTo>
                  <a:lnTo>
                    <a:pt x="253898" y="100418"/>
                  </a:lnTo>
                  <a:lnTo>
                    <a:pt x="250698" y="100622"/>
                  </a:lnTo>
                  <a:lnTo>
                    <a:pt x="247484" y="100812"/>
                  </a:lnTo>
                  <a:lnTo>
                    <a:pt x="244919" y="101777"/>
                  </a:lnTo>
                  <a:lnTo>
                    <a:pt x="245021" y="103733"/>
                  </a:lnTo>
                  <a:lnTo>
                    <a:pt x="247662" y="104368"/>
                  </a:lnTo>
                  <a:lnTo>
                    <a:pt x="254063" y="103962"/>
                  </a:lnTo>
                  <a:lnTo>
                    <a:pt x="255498" y="103428"/>
                  </a:lnTo>
                  <a:lnTo>
                    <a:pt x="255206" y="105156"/>
                  </a:lnTo>
                  <a:lnTo>
                    <a:pt x="255371" y="108889"/>
                  </a:lnTo>
                  <a:lnTo>
                    <a:pt x="255536" y="112636"/>
                  </a:lnTo>
                  <a:lnTo>
                    <a:pt x="256362" y="115620"/>
                  </a:lnTo>
                  <a:lnTo>
                    <a:pt x="258038" y="115506"/>
                  </a:lnTo>
                  <a:lnTo>
                    <a:pt x="258584" y="112445"/>
                  </a:lnTo>
                  <a:lnTo>
                    <a:pt x="258241" y="104965"/>
                  </a:lnTo>
                  <a:lnTo>
                    <a:pt x="257771" y="103289"/>
                  </a:lnTo>
                  <a:lnTo>
                    <a:pt x="259257" y="103632"/>
                  </a:lnTo>
                  <a:lnTo>
                    <a:pt x="262458" y="103441"/>
                  </a:lnTo>
                  <a:lnTo>
                    <a:pt x="265671" y="103238"/>
                  </a:lnTo>
                  <a:lnTo>
                    <a:pt x="268236" y="102273"/>
                  </a:lnTo>
                  <a:lnTo>
                    <a:pt x="268211" y="101942"/>
                  </a:lnTo>
                  <a:lnTo>
                    <a:pt x="289560" y="126822"/>
                  </a:lnTo>
                  <a:lnTo>
                    <a:pt x="287934" y="126911"/>
                  </a:lnTo>
                  <a:lnTo>
                    <a:pt x="287388" y="129984"/>
                  </a:lnTo>
                  <a:lnTo>
                    <a:pt x="287731" y="137452"/>
                  </a:lnTo>
                  <a:lnTo>
                    <a:pt x="288175" y="139115"/>
                  </a:lnTo>
                  <a:lnTo>
                    <a:pt x="286778" y="138772"/>
                  </a:lnTo>
                  <a:lnTo>
                    <a:pt x="283578" y="138976"/>
                  </a:lnTo>
                  <a:lnTo>
                    <a:pt x="280377" y="139179"/>
                  </a:lnTo>
                  <a:lnTo>
                    <a:pt x="277812" y="140144"/>
                  </a:lnTo>
                  <a:lnTo>
                    <a:pt x="277901" y="142100"/>
                  </a:lnTo>
                  <a:lnTo>
                    <a:pt x="280543" y="142722"/>
                  </a:lnTo>
                  <a:lnTo>
                    <a:pt x="286956" y="142328"/>
                  </a:lnTo>
                  <a:lnTo>
                    <a:pt x="288378" y="141795"/>
                  </a:lnTo>
                  <a:lnTo>
                    <a:pt x="288086" y="143510"/>
                  </a:lnTo>
                  <a:lnTo>
                    <a:pt x="288251" y="147256"/>
                  </a:lnTo>
                  <a:lnTo>
                    <a:pt x="288417" y="150990"/>
                  </a:lnTo>
                  <a:lnTo>
                    <a:pt x="289255" y="153974"/>
                  </a:lnTo>
                  <a:lnTo>
                    <a:pt x="289788" y="153949"/>
                  </a:lnTo>
                  <a:lnTo>
                    <a:pt x="289788" y="127495"/>
                  </a:lnTo>
                  <a:lnTo>
                    <a:pt x="289623" y="126898"/>
                  </a:lnTo>
                  <a:lnTo>
                    <a:pt x="299402" y="138303"/>
                  </a:lnTo>
                  <a:lnTo>
                    <a:pt x="299402" y="127647"/>
                  </a:lnTo>
                  <a:lnTo>
                    <a:pt x="266496" y="89255"/>
                  </a:lnTo>
                  <a:lnTo>
                    <a:pt x="266496" y="99936"/>
                  </a:lnTo>
                  <a:lnTo>
                    <a:pt x="265506" y="99695"/>
                  </a:lnTo>
                  <a:lnTo>
                    <a:pt x="259092" y="100088"/>
                  </a:lnTo>
                  <a:lnTo>
                    <a:pt x="257581" y="100660"/>
                  </a:lnTo>
                  <a:lnTo>
                    <a:pt x="257886" y="98907"/>
                  </a:lnTo>
                  <a:lnTo>
                    <a:pt x="257721" y="95173"/>
                  </a:lnTo>
                  <a:lnTo>
                    <a:pt x="257556" y="91427"/>
                  </a:lnTo>
                  <a:lnTo>
                    <a:pt x="256730" y="88531"/>
                  </a:lnTo>
                  <a:lnTo>
                    <a:pt x="266496" y="99936"/>
                  </a:lnTo>
                  <a:lnTo>
                    <a:pt x="266496" y="89255"/>
                  </a:lnTo>
                  <a:lnTo>
                    <a:pt x="265277" y="87820"/>
                  </a:lnTo>
                  <a:lnTo>
                    <a:pt x="256667" y="77787"/>
                  </a:lnTo>
                  <a:lnTo>
                    <a:pt x="256667" y="88455"/>
                  </a:lnTo>
                  <a:lnTo>
                    <a:pt x="255536" y="88519"/>
                  </a:lnTo>
                  <a:lnTo>
                    <a:pt x="256133" y="87820"/>
                  </a:lnTo>
                  <a:lnTo>
                    <a:pt x="256667" y="88455"/>
                  </a:lnTo>
                  <a:lnTo>
                    <a:pt x="256667" y="77787"/>
                  </a:lnTo>
                  <a:lnTo>
                    <a:pt x="256133" y="77165"/>
                  </a:lnTo>
                  <a:lnTo>
                    <a:pt x="222084" y="116890"/>
                  </a:lnTo>
                  <a:lnTo>
                    <a:pt x="222084" y="138569"/>
                  </a:lnTo>
                  <a:lnTo>
                    <a:pt x="220700" y="138239"/>
                  </a:lnTo>
                  <a:lnTo>
                    <a:pt x="217487" y="138442"/>
                  </a:lnTo>
                  <a:lnTo>
                    <a:pt x="214287" y="138633"/>
                  </a:lnTo>
                  <a:lnTo>
                    <a:pt x="211797" y="139585"/>
                  </a:lnTo>
                  <a:lnTo>
                    <a:pt x="211797" y="141490"/>
                  </a:lnTo>
                  <a:lnTo>
                    <a:pt x="210972" y="140512"/>
                  </a:lnTo>
                  <a:lnTo>
                    <a:pt x="211721" y="139649"/>
                  </a:lnTo>
                  <a:lnTo>
                    <a:pt x="211797" y="141490"/>
                  </a:lnTo>
                  <a:lnTo>
                    <a:pt x="211797" y="139585"/>
                  </a:lnTo>
                  <a:lnTo>
                    <a:pt x="221513" y="128219"/>
                  </a:lnTo>
                  <a:lnTo>
                    <a:pt x="221297" y="129438"/>
                  </a:lnTo>
                  <a:lnTo>
                    <a:pt x="221640" y="136918"/>
                  </a:lnTo>
                  <a:lnTo>
                    <a:pt x="222084" y="138569"/>
                  </a:lnTo>
                  <a:lnTo>
                    <a:pt x="222084" y="116890"/>
                  </a:lnTo>
                  <a:lnTo>
                    <a:pt x="201828" y="140512"/>
                  </a:lnTo>
                  <a:lnTo>
                    <a:pt x="256133" y="203860"/>
                  </a:lnTo>
                  <a:lnTo>
                    <a:pt x="265277" y="193205"/>
                  </a:lnTo>
                  <a:lnTo>
                    <a:pt x="310438" y="140512"/>
                  </a:lnTo>
                  <a:close/>
                </a:path>
                <a:path w="361315" h="204470">
                  <a:moveTo>
                    <a:pt x="360984" y="63347"/>
                  </a:moveTo>
                  <a:lnTo>
                    <a:pt x="351853" y="52705"/>
                  </a:lnTo>
                  <a:lnTo>
                    <a:pt x="351853" y="63347"/>
                  </a:lnTo>
                  <a:lnTo>
                    <a:pt x="306679" y="116039"/>
                  </a:lnTo>
                  <a:lnTo>
                    <a:pt x="262420" y="64427"/>
                  </a:lnTo>
                  <a:lnTo>
                    <a:pt x="264998" y="65024"/>
                  </a:lnTo>
                  <a:lnTo>
                    <a:pt x="271411" y="64630"/>
                  </a:lnTo>
                  <a:lnTo>
                    <a:pt x="272834" y="64096"/>
                  </a:lnTo>
                  <a:lnTo>
                    <a:pt x="272542" y="65811"/>
                  </a:lnTo>
                  <a:lnTo>
                    <a:pt x="272707" y="69545"/>
                  </a:lnTo>
                  <a:lnTo>
                    <a:pt x="272872" y="73291"/>
                  </a:lnTo>
                  <a:lnTo>
                    <a:pt x="273710" y="76276"/>
                  </a:lnTo>
                  <a:lnTo>
                    <a:pt x="275374" y="76174"/>
                  </a:lnTo>
                  <a:lnTo>
                    <a:pt x="275920" y="73101"/>
                  </a:lnTo>
                  <a:lnTo>
                    <a:pt x="275577" y="65620"/>
                  </a:lnTo>
                  <a:lnTo>
                    <a:pt x="274764" y="62636"/>
                  </a:lnTo>
                  <a:lnTo>
                    <a:pt x="275221" y="59563"/>
                  </a:lnTo>
                  <a:lnTo>
                    <a:pt x="275056" y="55829"/>
                  </a:lnTo>
                  <a:lnTo>
                    <a:pt x="274891" y="52095"/>
                  </a:lnTo>
                  <a:lnTo>
                    <a:pt x="274066" y="49110"/>
                  </a:lnTo>
                  <a:lnTo>
                    <a:pt x="273685" y="49136"/>
                  </a:lnTo>
                  <a:lnTo>
                    <a:pt x="306679" y="10655"/>
                  </a:lnTo>
                  <a:lnTo>
                    <a:pt x="351853" y="63347"/>
                  </a:lnTo>
                  <a:lnTo>
                    <a:pt x="351853" y="52705"/>
                  </a:lnTo>
                  <a:lnTo>
                    <a:pt x="315823" y="10655"/>
                  </a:lnTo>
                  <a:lnTo>
                    <a:pt x="306679" y="0"/>
                  </a:lnTo>
                  <a:lnTo>
                    <a:pt x="272630" y="39725"/>
                  </a:lnTo>
                  <a:lnTo>
                    <a:pt x="272630" y="61417"/>
                  </a:lnTo>
                  <a:lnTo>
                    <a:pt x="271233" y="61074"/>
                  </a:lnTo>
                  <a:lnTo>
                    <a:pt x="268033" y="61277"/>
                  </a:lnTo>
                  <a:lnTo>
                    <a:pt x="264833" y="61480"/>
                  </a:lnTo>
                  <a:lnTo>
                    <a:pt x="262343" y="62433"/>
                  </a:lnTo>
                  <a:lnTo>
                    <a:pt x="262343" y="64338"/>
                  </a:lnTo>
                  <a:lnTo>
                    <a:pt x="261505" y="63347"/>
                  </a:lnTo>
                  <a:lnTo>
                    <a:pt x="262267" y="62458"/>
                  </a:lnTo>
                  <a:lnTo>
                    <a:pt x="262343" y="64338"/>
                  </a:lnTo>
                  <a:lnTo>
                    <a:pt x="262343" y="62433"/>
                  </a:lnTo>
                  <a:lnTo>
                    <a:pt x="272059" y="51041"/>
                  </a:lnTo>
                  <a:lnTo>
                    <a:pt x="271843" y="52273"/>
                  </a:lnTo>
                  <a:lnTo>
                    <a:pt x="272186" y="59753"/>
                  </a:lnTo>
                  <a:lnTo>
                    <a:pt x="272630" y="61417"/>
                  </a:lnTo>
                  <a:lnTo>
                    <a:pt x="272630" y="39725"/>
                  </a:lnTo>
                  <a:lnTo>
                    <a:pt x="256159" y="58940"/>
                  </a:lnTo>
                  <a:lnTo>
                    <a:pt x="250812" y="52705"/>
                  </a:lnTo>
                  <a:lnTo>
                    <a:pt x="250812" y="63347"/>
                  </a:lnTo>
                  <a:lnTo>
                    <a:pt x="240703" y="75145"/>
                  </a:lnTo>
                  <a:lnTo>
                    <a:pt x="240969" y="73647"/>
                  </a:lnTo>
                  <a:lnTo>
                    <a:pt x="240626" y="66167"/>
                  </a:lnTo>
                  <a:lnTo>
                    <a:pt x="240169" y="64490"/>
                  </a:lnTo>
                  <a:lnTo>
                    <a:pt x="241655" y="64833"/>
                  </a:lnTo>
                  <a:lnTo>
                    <a:pt x="244856" y="64643"/>
                  </a:lnTo>
                  <a:lnTo>
                    <a:pt x="248056" y="64439"/>
                  </a:lnTo>
                  <a:lnTo>
                    <a:pt x="250621" y="63474"/>
                  </a:lnTo>
                  <a:lnTo>
                    <a:pt x="250596" y="63106"/>
                  </a:lnTo>
                  <a:lnTo>
                    <a:pt x="250812" y="63347"/>
                  </a:lnTo>
                  <a:lnTo>
                    <a:pt x="250812" y="52705"/>
                  </a:lnTo>
                  <a:lnTo>
                    <a:pt x="248907" y="50482"/>
                  </a:lnTo>
                  <a:lnTo>
                    <a:pt x="248907" y="61137"/>
                  </a:lnTo>
                  <a:lnTo>
                    <a:pt x="247891" y="60883"/>
                  </a:lnTo>
                  <a:lnTo>
                    <a:pt x="241477" y="61290"/>
                  </a:lnTo>
                  <a:lnTo>
                    <a:pt x="239966" y="61861"/>
                  </a:lnTo>
                  <a:lnTo>
                    <a:pt x="240271" y="60109"/>
                  </a:lnTo>
                  <a:lnTo>
                    <a:pt x="240106" y="56362"/>
                  </a:lnTo>
                  <a:lnTo>
                    <a:pt x="239941" y="52628"/>
                  </a:lnTo>
                  <a:lnTo>
                    <a:pt x="239293" y="50330"/>
                  </a:lnTo>
                  <a:lnTo>
                    <a:pt x="239293" y="76784"/>
                  </a:lnTo>
                  <a:lnTo>
                    <a:pt x="205651" y="116039"/>
                  </a:lnTo>
                  <a:lnTo>
                    <a:pt x="193967" y="102425"/>
                  </a:lnTo>
                  <a:lnTo>
                    <a:pt x="196545" y="103035"/>
                  </a:lnTo>
                  <a:lnTo>
                    <a:pt x="202946" y="102628"/>
                  </a:lnTo>
                  <a:lnTo>
                    <a:pt x="204381" y="102095"/>
                  </a:lnTo>
                  <a:lnTo>
                    <a:pt x="204089" y="103822"/>
                  </a:lnTo>
                  <a:lnTo>
                    <a:pt x="204254" y="107556"/>
                  </a:lnTo>
                  <a:lnTo>
                    <a:pt x="204419" y="111290"/>
                  </a:lnTo>
                  <a:lnTo>
                    <a:pt x="205244" y="114274"/>
                  </a:lnTo>
                  <a:lnTo>
                    <a:pt x="206921" y="114173"/>
                  </a:lnTo>
                  <a:lnTo>
                    <a:pt x="207467" y="111112"/>
                  </a:lnTo>
                  <a:lnTo>
                    <a:pt x="207124" y="103632"/>
                  </a:lnTo>
                  <a:lnTo>
                    <a:pt x="206667" y="101955"/>
                  </a:lnTo>
                  <a:lnTo>
                    <a:pt x="208140" y="102298"/>
                  </a:lnTo>
                  <a:lnTo>
                    <a:pt x="211353" y="102108"/>
                  </a:lnTo>
                  <a:lnTo>
                    <a:pt x="214553" y="101904"/>
                  </a:lnTo>
                  <a:lnTo>
                    <a:pt x="217119" y="100939"/>
                  </a:lnTo>
                  <a:lnTo>
                    <a:pt x="217017" y="98983"/>
                  </a:lnTo>
                  <a:lnTo>
                    <a:pt x="214388" y="98348"/>
                  </a:lnTo>
                  <a:lnTo>
                    <a:pt x="207975" y="98755"/>
                  </a:lnTo>
                  <a:lnTo>
                    <a:pt x="206463" y="99326"/>
                  </a:lnTo>
                  <a:lnTo>
                    <a:pt x="206768" y="97574"/>
                  </a:lnTo>
                  <a:lnTo>
                    <a:pt x="206603" y="93827"/>
                  </a:lnTo>
                  <a:lnTo>
                    <a:pt x="206438" y="90093"/>
                  </a:lnTo>
                  <a:lnTo>
                    <a:pt x="205600" y="87109"/>
                  </a:lnTo>
                  <a:lnTo>
                    <a:pt x="203936" y="87210"/>
                  </a:lnTo>
                  <a:lnTo>
                    <a:pt x="203390" y="90284"/>
                  </a:lnTo>
                  <a:lnTo>
                    <a:pt x="203733" y="97764"/>
                  </a:lnTo>
                  <a:lnTo>
                    <a:pt x="204177" y="99428"/>
                  </a:lnTo>
                  <a:lnTo>
                    <a:pt x="202780" y="99085"/>
                  </a:lnTo>
                  <a:lnTo>
                    <a:pt x="199580" y="99288"/>
                  </a:lnTo>
                  <a:lnTo>
                    <a:pt x="196380" y="99479"/>
                  </a:lnTo>
                  <a:lnTo>
                    <a:pt x="193814" y="100444"/>
                  </a:lnTo>
                  <a:lnTo>
                    <a:pt x="193890" y="102349"/>
                  </a:lnTo>
                  <a:lnTo>
                    <a:pt x="161391" y="64427"/>
                  </a:lnTo>
                  <a:lnTo>
                    <a:pt x="163957" y="65024"/>
                  </a:lnTo>
                  <a:lnTo>
                    <a:pt x="170370" y="64630"/>
                  </a:lnTo>
                  <a:lnTo>
                    <a:pt x="171792" y="64096"/>
                  </a:lnTo>
                  <a:lnTo>
                    <a:pt x="171500" y="65811"/>
                  </a:lnTo>
                  <a:lnTo>
                    <a:pt x="171678" y="69545"/>
                  </a:lnTo>
                  <a:lnTo>
                    <a:pt x="171843" y="73291"/>
                  </a:lnTo>
                  <a:lnTo>
                    <a:pt x="172669" y="76276"/>
                  </a:lnTo>
                  <a:lnTo>
                    <a:pt x="174345" y="76174"/>
                  </a:lnTo>
                  <a:lnTo>
                    <a:pt x="174891" y="73101"/>
                  </a:lnTo>
                  <a:lnTo>
                    <a:pt x="174536" y="65620"/>
                  </a:lnTo>
                  <a:lnTo>
                    <a:pt x="174078" y="63944"/>
                  </a:lnTo>
                  <a:lnTo>
                    <a:pt x="175564" y="64300"/>
                  </a:lnTo>
                  <a:lnTo>
                    <a:pt x="178765" y="64096"/>
                  </a:lnTo>
                  <a:lnTo>
                    <a:pt x="181965" y="63893"/>
                  </a:lnTo>
                  <a:lnTo>
                    <a:pt x="184531" y="62941"/>
                  </a:lnTo>
                  <a:lnTo>
                    <a:pt x="184442" y="60972"/>
                  </a:lnTo>
                  <a:lnTo>
                    <a:pt x="181800" y="60350"/>
                  </a:lnTo>
                  <a:lnTo>
                    <a:pt x="175399" y="60744"/>
                  </a:lnTo>
                  <a:lnTo>
                    <a:pt x="173888" y="61315"/>
                  </a:lnTo>
                  <a:lnTo>
                    <a:pt x="174193" y="59563"/>
                  </a:lnTo>
                  <a:lnTo>
                    <a:pt x="174015" y="55829"/>
                  </a:lnTo>
                  <a:lnTo>
                    <a:pt x="173850" y="52095"/>
                  </a:lnTo>
                  <a:lnTo>
                    <a:pt x="173024" y="49110"/>
                  </a:lnTo>
                  <a:lnTo>
                    <a:pt x="172656" y="49136"/>
                  </a:lnTo>
                  <a:lnTo>
                    <a:pt x="204431" y="12077"/>
                  </a:lnTo>
                  <a:lnTo>
                    <a:pt x="204012" y="14452"/>
                  </a:lnTo>
                  <a:lnTo>
                    <a:pt x="204355" y="21932"/>
                  </a:lnTo>
                  <a:lnTo>
                    <a:pt x="204800" y="23596"/>
                  </a:lnTo>
                  <a:lnTo>
                    <a:pt x="203403" y="23253"/>
                  </a:lnTo>
                  <a:lnTo>
                    <a:pt x="200202" y="23456"/>
                  </a:lnTo>
                  <a:lnTo>
                    <a:pt x="196989" y="23660"/>
                  </a:lnTo>
                  <a:lnTo>
                    <a:pt x="194424" y="24612"/>
                  </a:lnTo>
                  <a:lnTo>
                    <a:pt x="194525" y="26581"/>
                  </a:lnTo>
                  <a:lnTo>
                    <a:pt x="197167" y="27203"/>
                  </a:lnTo>
                  <a:lnTo>
                    <a:pt x="203568" y="26809"/>
                  </a:lnTo>
                  <a:lnTo>
                    <a:pt x="205003" y="26276"/>
                  </a:lnTo>
                  <a:lnTo>
                    <a:pt x="204711" y="27990"/>
                  </a:lnTo>
                  <a:lnTo>
                    <a:pt x="204876" y="31737"/>
                  </a:lnTo>
                  <a:lnTo>
                    <a:pt x="205041" y="35471"/>
                  </a:lnTo>
                  <a:lnTo>
                    <a:pt x="205867" y="38455"/>
                  </a:lnTo>
                  <a:lnTo>
                    <a:pt x="207543" y="38354"/>
                  </a:lnTo>
                  <a:lnTo>
                    <a:pt x="208089" y="35280"/>
                  </a:lnTo>
                  <a:lnTo>
                    <a:pt x="207746" y="27800"/>
                  </a:lnTo>
                  <a:lnTo>
                    <a:pt x="207289" y="26136"/>
                  </a:lnTo>
                  <a:lnTo>
                    <a:pt x="208762" y="26479"/>
                  </a:lnTo>
                  <a:lnTo>
                    <a:pt x="211963" y="26276"/>
                  </a:lnTo>
                  <a:lnTo>
                    <a:pt x="215176" y="26073"/>
                  </a:lnTo>
                  <a:lnTo>
                    <a:pt x="217741" y="25120"/>
                  </a:lnTo>
                  <a:lnTo>
                    <a:pt x="217716" y="24752"/>
                  </a:lnTo>
                  <a:lnTo>
                    <a:pt x="239064" y="49657"/>
                  </a:lnTo>
                  <a:lnTo>
                    <a:pt x="237439" y="49745"/>
                  </a:lnTo>
                  <a:lnTo>
                    <a:pt x="236893" y="52819"/>
                  </a:lnTo>
                  <a:lnTo>
                    <a:pt x="237236" y="60286"/>
                  </a:lnTo>
                  <a:lnTo>
                    <a:pt x="237693" y="61963"/>
                  </a:lnTo>
                  <a:lnTo>
                    <a:pt x="236283" y="61620"/>
                  </a:lnTo>
                  <a:lnTo>
                    <a:pt x="233083" y="61823"/>
                  </a:lnTo>
                  <a:lnTo>
                    <a:pt x="229882" y="62014"/>
                  </a:lnTo>
                  <a:lnTo>
                    <a:pt x="227317" y="62979"/>
                  </a:lnTo>
                  <a:lnTo>
                    <a:pt x="227406" y="64935"/>
                  </a:lnTo>
                  <a:lnTo>
                    <a:pt x="230047" y="65570"/>
                  </a:lnTo>
                  <a:lnTo>
                    <a:pt x="236461" y="65163"/>
                  </a:lnTo>
                  <a:lnTo>
                    <a:pt x="237883" y="64643"/>
                  </a:lnTo>
                  <a:lnTo>
                    <a:pt x="237591" y="66357"/>
                  </a:lnTo>
                  <a:lnTo>
                    <a:pt x="237756" y="70091"/>
                  </a:lnTo>
                  <a:lnTo>
                    <a:pt x="237921" y="73825"/>
                  </a:lnTo>
                  <a:lnTo>
                    <a:pt x="238760" y="76809"/>
                  </a:lnTo>
                  <a:lnTo>
                    <a:pt x="239293" y="76784"/>
                  </a:lnTo>
                  <a:lnTo>
                    <a:pt x="239293" y="50330"/>
                  </a:lnTo>
                  <a:lnTo>
                    <a:pt x="239128" y="49733"/>
                  </a:lnTo>
                  <a:lnTo>
                    <a:pt x="248907" y="61137"/>
                  </a:lnTo>
                  <a:lnTo>
                    <a:pt x="248907" y="50482"/>
                  </a:lnTo>
                  <a:lnTo>
                    <a:pt x="216027" y="12115"/>
                  </a:lnTo>
                  <a:lnTo>
                    <a:pt x="216027" y="22771"/>
                  </a:lnTo>
                  <a:lnTo>
                    <a:pt x="215011" y="22529"/>
                  </a:lnTo>
                  <a:lnTo>
                    <a:pt x="208597" y="22923"/>
                  </a:lnTo>
                  <a:lnTo>
                    <a:pt x="207086" y="23495"/>
                  </a:lnTo>
                  <a:lnTo>
                    <a:pt x="207391" y="21742"/>
                  </a:lnTo>
                  <a:lnTo>
                    <a:pt x="207225" y="18008"/>
                  </a:lnTo>
                  <a:lnTo>
                    <a:pt x="207060" y="14262"/>
                  </a:lnTo>
                  <a:lnTo>
                    <a:pt x="206235" y="11341"/>
                  </a:lnTo>
                  <a:lnTo>
                    <a:pt x="216027" y="22771"/>
                  </a:lnTo>
                  <a:lnTo>
                    <a:pt x="216027" y="12115"/>
                  </a:lnTo>
                  <a:lnTo>
                    <a:pt x="214782" y="10655"/>
                  </a:lnTo>
                  <a:lnTo>
                    <a:pt x="206184" y="635"/>
                  </a:lnTo>
                  <a:lnTo>
                    <a:pt x="206184" y="11303"/>
                  </a:lnTo>
                  <a:lnTo>
                    <a:pt x="205041" y="11366"/>
                  </a:lnTo>
                  <a:lnTo>
                    <a:pt x="205651" y="10655"/>
                  </a:lnTo>
                  <a:lnTo>
                    <a:pt x="206184" y="11303"/>
                  </a:lnTo>
                  <a:lnTo>
                    <a:pt x="206184" y="635"/>
                  </a:lnTo>
                  <a:lnTo>
                    <a:pt x="205651" y="0"/>
                  </a:lnTo>
                  <a:lnTo>
                    <a:pt x="171602" y="39712"/>
                  </a:lnTo>
                  <a:lnTo>
                    <a:pt x="171602" y="61417"/>
                  </a:lnTo>
                  <a:lnTo>
                    <a:pt x="170205" y="61074"/>
                  </a:lnTo>
                  <a:lnTo>
                    <a:pt x="166992" y="61277"/>
                  </a:lnTo>
                  <a:lnTo>
                    <a:pt x="163791" y="61480"/>
                  </a:lnTo>
                  <a:lnTo>
                    <a:pt x="161302" y="62420"/>
                  </a:lnTo>
                  <a:lnTo>
                    <a:pt x="161302" y="64325"/>
                  </a:lnTo>
                  <a:lnTo>
                    <a:pt x="160477" y="63347"/>
                  </a:lnTo>
                  <a:lnTo>
                    <a:pt x="161226" y="62484"/>
                  </a:lnTo>
                  <a:lnTo>
                    <a:pt x="161302" y="64325"/>
                  </a:lnTo>
                  <a:lnTo>
                    <a:pt x="161302" y="62420"/>
                  </a:lnTo>
                  <a:lnTo>
                    <a:pt x="171018" y="51054"/>
                  </a:lnTo>
                  <a:lnTo>
                    <a:pt x="170802" y="52273"/>
                  </a:lnTo>
                  <a:lnTo>
                    <a:pt x="171157" y="59753"/>
                  </a:lnTo>
                  <a:lnTo>
                    <a:pt x="171602" y="61417"/>
                  </a:lnTo>
                  <a:lnTo>
                    <a:pt x="171602" y="39712"/>
                  </a:lnTo>
                  <a:lnTo>
                    <a:pt x="151333" y="63347"/>
                  </a:lnTo>
                  <a:lnTo>
                    <a:pt x="205651" y="126695"/>
                  </a:lnTo>
                  <a:lnTo>
                    <a:pt x="214782" y="116039"/>
                  </a:lnTo>
                  <a:lnTo>
                    <a:pt x="256159" y="67767"/>
                  </a:lnTo>
                  <a:lnTo>
                    <a:pt x="306679" y="126695"/>
                  </a:lnTo>
                  <a:lnTo>
                    <a:pt x="315823" y="116039"/>
                  </a:lnTo>
                  <a:lnTo>
                    <a:pt x="360984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3" name="object 2083" descr=""/>
            <p:cNvSpPr/>
            <p:nvPr/>
          </p:nvSpPr>
          <p:spPr>
            <a:xfrm>
              <a:off x="8061668" y="6908806"/>
              <a:ext cx="344805" cy="425450"/>
            </a:xfrm>
            <a:custGeom>
              <a:avLst/>
              <a:gdLst/>
              <a:ahLst/>
              <a:cxnLst/>
              <a:rect l="l" t="t" r="r" b="b"/>
              <a:pathLst>
                <a:path w="344804" h="425450">
                  <a:moveTo>
                    <a:pt x="13030" y="373608"/>
                  </a:moveTo>
                  <a:lnTo>
                    <a:pt x="12941" y="371640"/>
                  </a:lnTo>
                  <a:lnTo>
                    <a:pt x="10299" y="371017"/>
                  </a:lnTo>
                  <a:lnTo>
                    <a:pt x="3886" y="371411"/>
                  </a:lnTo>
                  <a:lnTo>
                    <a:pt x="1333" y="372376"/>
                  </a:lnTo>
                  <a:lnTo>
                    <a:pt x="1371" y="373354"/>
                  </a:lnTo>
                  <a:lnTo>
                    <a:pt x="533" y="373405"/>
                  </a:lnTo>
                  <a:lnTo>
                    <a:pt x="0" y="376478"/>
                  </a:lnTo>
                  <a:lnTo>
                    <a:pt x="165" y="380212"/>
                  </a:lnTo>
                  <a:lnTo>
                    <a:pt x="330" y="383959"/>
                  </a:lnTo>
                  <a:lnTo>
                    <a:pt x="1168" y="386943"/>
                  </a:lnTo>
                  <a:lnTo>
                    <a:pt x="2832" y="386842"/>
                  </a:lnTo>
                  <a:lnTo>
                    <a:pt x="3378" y="383768"/>
                  </a:lnTo>
                  <a:lnTo>
                    <a:pt x="3035" y="376288"/>
                  </a:lnTo>
                  <a:lnTo>
                    <a:pt x="2578" y="374611"/>
                  </a:lnTo>
                  <a:lnTo>
                    <a:pt x="4064" y="374967"/>
                  </a:lnTo>
                  <a:lnTo>
                    <a:pt x="7264" y="374764"/>
                  </a:lnTo>
                  <a:lnTo>
                    <a:pt x="10464" y="374561"/>
                  </a:lnTo>
                  <a:lnTo>
                    <a:pt x="13030" y="373608"/>
                  </a:lnTo>
                  <a:close/>
                </a:path>
                <a:path w="344804" h="425450">
                  <a:moveTo>
                    <a:pt x="45605" y="411607"/>
                  </a:moveTo>
                  <a:lnTo>
                    <a:pt x="45516" y="409651"/>
                  </a:lnTo>
                  <a:lnTo>
                    <a:pt x="42875" y="409016"/>
                  </a:lnTo>
                  <a:lnTo>
                    <a:pt x="36474" y="409422"/>
                  </a:lnTo>
                  <a:lnTo>
                    <a:pt x="34963" y="409994"/>
                  </a:lnTo>
                  <a:lnTo>
                    <a:pt x="35267" y="408241"/>
                  </a:lnTo>
                  <a:lnTo>
                    <a:pt x="35102" y="404495"/>
                  </a:lnTo>
                  <a:lnTo>
                    <a:pt x="34925" y="400761"/>
                  </a:lnTo>
                  <a:lnTo>
                    <a:pt x="34099" y="397776"/>
                  </a:lnTo>
                  <a:lnTo>
                    <a:pt x="32423" y="397878"/>
                  </a:lnTo>
                  <a:lnTo>
                    <a:pt x="31877" y="400951"/>
                  </a:lnTo>
                  <a:lnTo>
                    <a:pt x="32232" y="408432"/>
                  </a:lnTo>
                  <a:lnTo>
                    <a:pt x="32677" y="410095"/>
                  </a:lnTo>
                  <a:lnTo>
                    <a:pt x="31280" y="409752"/>
                  </a:lnTo>
                  <a:lnTo>
                    <a:pt x="28067" y="409956"/>
                  </a:lnTo>
                  <a:lnTo>
                    <a:pt x="24866" y="410146"/>
                  </a:lnTo>
                  <a:lnTo>
                    <a:pt x="22301" y="411111"/>
                  </a:lnTo>
                  <a:lnTo>
                    <a:pt x="22402" y="413067"/>
                  </a:lnTo>
                  <a:lnTo>
                    <a:pt x="25031" y="413702"/>
                  </a:lnTo>
                  <a:lnTo>
                    <a:pt x="31445" y="413296"/>
                  </a:lnTo>
                  <a:lnTo>
                    <a:pt x="32880" y="412762"/>
                  </a:lnTo>
                  <a:lnTo>
                    <a:pt x="32588" y="414489"/>
                  </a:lnTo>
                  <a:lnTo>
                    <a:pt x="32753" y="418223"/>
                  </a:lnTo>
                  <a:lnTo>
                    <a:pt x="32918" y="421957"/>
                  </a:lnTo>
                  <a:lnTo>
                    <a:pt x="33743" y="424942"/>
                  </a:lnTo>
                  <a:lnTo>
                    <a:pt x="35420" y="424840"/>
                  </a:lnTo>
                  <a:lnTo>
                    <a:pt x="35966" y="421779"/>
                  </a:lnTo>
                  <a:lnTo>
                    <a:pt x="35623" y="414299"/>
                  </a:lnTo>
                  <a:lnTo>
                    <a:pt x="35153" y="412623"/>
                  </a:lnTo>
                  <a:lnTo>
                    <a:pt x="36639" y="412965"/>
                  </a:lnTo>
                  <a:lnTo>
                    <a:pt x="39839" y="412775"/>
                  </a:lnTo>
                  <a:lnTo>
                    <a:pt x="43040" y="412572"/>
                  </a:lnTo>
                  <a:lnTo>
                    <a:pt x="45605" y="411607"/>
                  </a:lnTo>
                  <a:close/>
                </a:path>
                <a:path w="344804" h="425450">
                  <a:moveTo>
                    <a:pt x="46228" y="335788"/>
                  </a:moveTo>
                  <a:lnTo>
                    <a:pt x="46139" y="333819"/>
                  </a:lnTo>
                  <a:lnTo>
                    <a:pt x="43497" y="333197"/>
                  </a:lnTo>
                  <a:lnTo>
                    <a:pt x="37096" y="333590"/>
                  </a:lnTo>
                  <a:lnTo>
                    <a:pt x="35585" y="334162"/>
                  </a:lnTo>
                  <a:lnTo>
                    <a:pt x="35890" y="332409"/>
                  </a:lnTo>
                  <a:lnTo>
                    <a:pt x="35725" y="328676"/>
                  </a:lnTo>
                  <a:lnTo>
                    <a:pt x="35547" y="324929"/>
                  </a:lnTo>
                  <a:lnTo>
                    <a:pt x="34721" y="321957"/>
                  </a:lnTo>
                  <a:lnTo>
                    <a:pt x="33045" y="322059"/>
                  </a:lnTo>
                  <a:lnTo>
                    <a:pt x="32499" y="325120"/>
                  </a:lnTo>
                  <a:lnTo>
                    <a:pt x="32854" y="332600"/>
                  </a:lnTo>
                  <a:lnTo>
                    <a:pt x="33299" y="334264"/>
                  </a:lnTo>
                  <a:lnTo>
                    <a:pt x="31902" y="333921"/>
                  </a:lnTo>
                  <a:lnTo>
                    <a:pt x="28689" y="334124"/>
                  </a:lnTo>
                  <a:lnTo>
                    <a:pt x="25488" y="334327"/>
                  </a:lnTo>
                  <a:lnTo>
                    <a:pt x="22923" y="335280"/>
                  </a:lnTo>
                  <a:lnTo>
                    <a:pt x="23025" y="337248"/>
                  </a:lnTo>
                  <a:lnTo>
                    <a:pt x="25654" y="337870"/>
                  </a:lnTo>
                  <a:lnTo>
                    <a:pt x="32067" y="337477"/>
                  </a:lnTo>
                  <a:lnTo>
                    <a:pt x="33489" y="336943"/>
                  </a:lnTo>
                  <a:lnTo>
                    <a:pt x="33197" y="338658"/>
                  </a:lnTo>
                  <a:lnTo>
                    <a:pt x="33375" y="342404"/>
                  </a:lnTo>
                  <a:lnTo>
                    <a:pt x="33540" y="346138"/>
                  </a:lnTo>
                  <a:lnTo>
                    <a:pt x="34366" y="349123"/>
                  </a:lnTo>
                  <a:lnTo>
                    <a:pt x="36042" y="349021"/>
                  </a:lnTo>
                  <a:lnTo>
                    <a:pt x="36588" y="345948"/>
                  </a:lnTo>
                  <a:lnTo>
                    <a:pt x="36233" y="338467"/>
                  </a:lnTo>
                  <a:lnTo>
                    <a:pt x="35775" y="336791"/>
                  </a:lnTo>
                  <a:lnTo>
                    <a:pt x="37261" y="337146"/>
                  </a:lnTo>
                  <a:lnTo>
                    <a:pt x="40462" y="336943"/>
                  </a:lnTo>
                  <a:lnTo>
                    <a:pt x="43662" y="336740"/>
                  </a:lnTo>
                  <a:lnTo>
                    <a:pt x="46228" y="335788"/>
                  </a:lnTo>
                  <a:close/>
                </a:path>
                <a:path w="344804" h="425450">
                  <a:moveTo>
                    <a:pt x="79121" y="374142"/>
                  </a:moveTo>
                  <a:lnTo>
                    <a:pt x="79019" y="372186"/>
                  </a:lnTo>
                  <a:lnTo>
                    <a:pt x="76390" y="371551"/>
                  </a:lnTo>
                  <a:lnTo>
                    <a:pt x="69977" y="371957"/>
                  </a:lnTo>
                  <a:lnTo>
                    <a:pt x="68465" y="372529"/>
                  </a:lnTo>
                  <a:lnTo>
                    <a:pt x="68770" y="370776"/>
                  </a:lnTo>
                  <a:lnTo>
                    <a:pt x="68605" y="367030"/>
                  </a:lnTo>
                  <a:lnTo>
                    <a:pt x="68440" y="363296"/>
                  </a:lnTo>
                  <a:lnTo>
                    <a:pt x="67614" y="360311"/>
                  </a:lnTo>
                  <a:lnTo>
                    <a:pt x="65938" y="360413"/>
                  </a:lnTo>
                  <a:lnTo>
                    <a:pt x="65392" y="363486"/>
                  </a:lnTo>
                  <a:lnTo>
                    <a:pt x="65735" y="370954"/>
                  </a:lnTo>
                  <a:lnTo>
                    <a:pt x="66179" y="372630"/>
                  </a:lnTo>
                  <a:lnTo>
                    <a:pt x="64782" y="372287"/>
                  </a:lnTo>
                  <a:lnTo>
                    <a:pt x="61582" y="372491"/>
                  </a:lnTo>
                  <a:lnTo>
                    <a:pt x="58381" y="372681"/>
                  </a:lnTo>
                  <a:lnTo>
                    <a:pt x="55816" y="373646"/>
                  </a:lnTo>
                  <a:lnTo>
                    <a:pt x="55905" y="375602"/>
                  </a:lnTo>
                  <a:lnTo>
                    <a:pt x="58547" y="376237"/>
                  </a:lnTo>
                  <a:lnTo>
                    <a:pt x="64947" y="375831"/>
                  </a:lnTo>
                  <a:lnTo>
                    <a:pt x="66382" y="375297"/>
                  </a:lnTo>
                  <a:lnTo>
                    <a:pt x="66090" y="377024"/>
                  </a:lnTo>
                  <a:lnTo>
                    <a:pt x="66255" y="380758"/>
                  </a:lnTo>
                  <a:lnTo>
                    <a:pt x="66421" y="384492"/>
                  </a:lnTo>
                  <a:lnTo>
                    <a:pt x="67246" y="387477"/>
                  </a:lnTo>
                  <a:lnTo>
                    <a:pt x="68922" y="387375"/>
                  </a:lnTo>
                  <a:lnTo>
                    <a:pt x="69469" y="384314"/>
                  </a:lnTo>
                  <a:lnTo>
                    <a:pt x="69126" y="376834"/>
                  </a:lnTo>
                  <a:lnTo>
                    <a:pt x="68668" y="375158"/>
                  </a:lnTo>
                  <a:lnTo>
                    <a:pt x="70142" y="375500"/>
                  </a:lnTo>
                  <a:lnTo>
                    <a:pt x="73355" y="375310"/>
                  </a:lnTo>
                  <a:lnTo>
                    <a:pt x="76555" y="375107"/>
                  </a:lnTo>
                  <a:lnTo>
                    <a:pt x="79121" y="374142"/>
                  </a:lnTo>
                  <a:close/>
                </a:path>
                <a:path w="344804" h="425450">
                  <a:moveTo>
                    <a:pt x="89446" y="174739"/>
                  </a:moveTo>
                  <a:lnTo>
                    <a:pt x="89281" y="170992"/>
                  </a:lnTo>
                  <a:lnTo>
                    <a:pt x="89115" y="167259"/>
                  </a:lnTo>
                  <a:lnTo>
                    <a:pt x="88290" y="164274"/>
                  </a:lnTo>
                  <a:lnTo>
                    <a:pt x="86614" y="164376"/>
                  </a:lnTo>
                  <a:lnTo>
                    <a:pt x="86067" y="167449"/>
                  </a:lnTo>
                  <a:lnTo>
                    <a:pt x="86410" y="174929"/>
                  </a:lnTo>
                  <a:lnTo>
                    <a:pt x="87236" y="177914"/>
                  </a:lnTo>
                  <a:lnTo>
                    <a:pt x="88912" y="177812"/>
                  </a:lnTo>
                  <a:lnTo>
                    <a:pt x="89446" y="174739"/>
                  </a:lnTo>
                  <a:close/>
                </a:path>
                <a:path w="344804" h="425450">
                  <a:moveTo>
                    <a:pt x="192938" y="63360"/>
                  </a:moveTo>
                  <a:lnTo>
                    <a:pt x="183794" y="52705"/>
                  </a:lnTo>
                  <a:lnTo>
                    <a:pt x="183794" y="63360"/>
                  </a:lnTo>
                  <a:lnTo>
                    <a:pt x="173685" y="75145"/>
                  </a:lnTo>
                  <a:lnTo>
                    <a:pt x="173951" y="73647"/>
                  </a:lnTo>
                  <a:lnTo>
                    <a:pt x="173609" y="66167"/>
                  </a:lnTo>
                  <a:lnTo>
                    <a:pt x="173151" y="64490"/>
                  </a:lnTo>
                  <a:lnTo>
                    <a:pt x="174637" y="64846"/>
                  </a:lnTo>
                  <a:lnTo>
                    <a:pt x="177838" y="64643"/>
                  </a:lnTo>
                  <a:lnTo>
                    <a:pt x="181038" y="64439"/>
                  </a:lnTo>
                  <a:lnTo>
                    <a:pt x="183603" y="63474"/>
                  </a:lnTo>
                  <a:lnTo>
                    <a:pt x="183578" y="63131"/>
                  </a:lnTo>
                  <a:lnTo>
                    <a:pt x="183794" y="63360"/>
                  </a:lnTo>
                  <a:lnTo>
                    <a:pt x="183794" y="52705"/>
                  </a:lnTo>
                  <a:lnTo>
                    <a:pt x="181876" y="50469"/>
                  </a:lnTo>
                  <a:lnTo>
                    <a:pt x="181876" y="61137"/>
                  </a:lnTo>
                  <a:lnTo>
                    <a:pt x="180873" y="60896"/>
                  </a:lnTo>
                  <a:lnTo>
                    <a:pt x="174459" y="61290"/>
                  </a:lnTo>
                  <a:lnTo>
                    <a:pt x="172948" y="61861"/>
                  </a:lnTo>
                  <a:lnTo>
                    <a:pt x="173253" y="60109"/>
                  </a:lnTo>
                  <a:lnTo>
                    <a:pt x="173088" y="56375"/>
                  </a:lnTo>
                  <a:lnTo>
                    <a:pt x="172923" y="52641"/>
                  </a:lnTo>
                  <a:lnTo>
                    <a:pt x="172275" y="50342"/>
                  </a:lnTo>
                  <a:lnTo>
                    <a:pt x="172275" y="76796"/>
                  </a:lnTo>
                  <a:lnTo>
                    <a:pt x="138620" y="116039"/>
                  </a:lnTo>
                  <a:lnTo>
                    <a:pt x="126936" y="102438"/>
                  </a:lnTo>
                  <a:lnTo>
                    <a:pt x="129527" y="103035"/>
                  </a:lnTo>
                  <a:lnTo>
                    <a:pt x="135928" y="102641"/>
                  </a:lnTo>
                  <a:lnTo>
                    <a:pt x="137363" y="102108"/>
                  </a:lnTo>
                  <a:lnTo>
                    <a:pt x="137071" y="103822"/>
                  </a:lnTo>
                  <a:lnTo>
                    <a:pt x="137236" y="107569"/>
                  </a:lnTo>
                  <a:lnTo>
                    <a:pt x="137401" y="111302"/>
                  </a:lnTo>
                  <a:lnTo>
                    <a:pt x="138226" y="114287"/>
                  </a:lnTo>
                  <a:lnTo>
                    <a:pt x="139903" y="114185"/>
                  </a:lnTo>
                  <a:lnTo>
                    <a:pt x="140449" y="111112"/>
                  </a:lnTo>
                  <a:lnTo>
                    <a:pt x="140106" y="103632"/>
                  </a:lnTo>
                  <a:lnTo>
                    <a:pt x="139649" y="101955"/>
                  </a:lnTo>
                  <a:lnTo>
                    <a:pt x="141122" y="102311"/>
                  </a:lnTo>
                  <a:lnTo>
                    <a:pt x="144335" y="102108"/>
                  </a:lnTo>
                  <a:lnTo>
                    <a:pt x="147535" y="101904"/>
                  </a:lnTo>
                  <a:lnTo>
                    <a:pt x="150101" y="100952"/>
                  </a:lnTo>
                  <a:lnTo>
                    <a:pt x="149999" y="98983"/>
                  </a:lnTo>
                  <a:lnTo>
                    <a:pt x="147370" y="98361"/>
                  </a:lnTo>
                  <a:lnTo>
                    <a:pt x="140957" y="98755"/>
                  </a:lnTo>
                  <a:lnTo>
                    <a:pt x="139446" y="99326"/>
                  </a:lnTo>
                  <a:lnTo>
                    <a:pt x="139750" y="97574"/>
                  </a:lnTo>
                  <a:lnTo>
                    <a:pt x="139585" y="93840"/>
                  </a:lnTo>
                  <a:lnTo>
                    <a:pt x="139420" y="90093"/>
                  </a:lnTo>
                  <a:lnTo>
                    <a:pt x="138595" y="87122"/>
                  </a:lnTo>
                  <a:lnTo>
                    <a:pt x="136918" y="87223"/>
                  </a:lnTo>
                  <a:lnTo>
                    <a:pt x="136372" y="90284"/>
                  </a:lnTo>
                  <a:lnTo>
                    <a:pt x="136715" y="97764"/>
                  </a:lnTo>
                  <a:lnTo>
                    <a:pt x="137160" y="99428"/>
                  </a:lnTo>
                  <a:lnTo>
                    <a:pt x="135763" y="99085"/>
                  </a:lnTo>
                  <a:lnTo>
                    <a:pt x="132562" y="99288"/>
                  </a:lnTo>
                  <a:lnTo>
                    <a:pt x="129362" y="99491"/>
                  </a:lnTo>
                  <a:lnTo>
                    <a:pt x="126796" y="100444"/>
                  </a:lnTo>
                  <a:lnTo>
                    <a:pt x="126873" y="102362"/>
                  </a:lnTo>
                  <a:lnTo>
                    <a:pt x="94361" y="64427"/>
                  </a:lnTo>
                  <a:lnTo>
                    <a:pt x="96939" y="65036"/>
                  </a:lnTo>
                  <a:lnTo>
                    <a:pt x="103352" y="64630"/>
                  </a:lnTo>
                  <a:lnTo>
                    <a:pt x="104787" y="64096"/>
                  </a:lnTo>
                  <a:lnTo>
                    <a:pt x="104482" y="65824"/>
                  </a:lnTo>
                  <a:lnTo>
                    <a:pt x="104660" y="69557"/>
                  </a:lnTo>
                  <a:lnTo>
                    <a:pt x="104825" y="73291"/>
                  </a:lnTo>
                  <a:lnTo>
                    <a:pt x="105651" y="76276"/>
                  </a:lnTo>
                  <a:lnTo>
                    <a:pt x="107327" y="76174"/>
                  </a:lnTo>
                  <a:lnTo>
                    <a:pt x="107873" y="73113"/>
                  </a:lnTo>
                  <a:lnTo>
                    <a:pt x="107530" y="65633"/>
                  </a:lnTo>
                  <a:lnTo>
                    <a:pt x="107061" y="63957"/>
                  </a:lnTo>
                  <a:lnTo>
                    <a:pt x="108546" y="64300"/>
                  </a:lnTo>
                  <a:lnTo>
                    <a:pt x="111747" y="64109"/>
                  </a:lnTo>
                  <a:lnTo>
                    <a:pt x="114947" y="63906"/>
                  </a:lnTo>
                  <a:lnTo>
                    <a:pt x="117513" y="62941"/>
                  </a:lnTo>
                  <a:lnTo>
                    <a:pt x="117424" y="60985"/>
                  </a:lnTo>
                  <a:lnTo>
                    <a:pt x="114782" y="60350"/>
                  </a:lnTo>
                  <a:lnTo>
                    <a:pt x="108381" y="60756"/>
                  </a:lnTo>
                  <a:lnTo>
                    <a:pt x="106870" y="61328"/>
                  </a:lnTo>
                  <a:lnTo>
                    <a:pt x="107175" y="59575"/>
                  </a:lnTo>
                  <a:lnTo>
                    <a:pt x="106997" y="55829"/>
                  </a:lnTo>
                  <a:lnTo>
                    <a:pt x="106832" y="52095"/>
                  </a:lnTo>
                  <a:lnTo>
                    <a:pt x="106006" y="49110"/>
                  </a:lnTo>
                  <a:lnTo>
                    <a:pt x="105651" y="49136"/>
                  </a:lnTo>
                  <a:lnTo>
                    <a:pt x="137414" y="12077"/>
                  </a:lnTo>
                  <a:lnTo>
                    <a:pt x="136994" y="14465"/>
                  </a:lnTo>
                  <a:lnTo>
                    <a:pt x="137337" y="21932"/>
                  </a:lnTo>
                  <a:lnTo>
                    <a:pt x="137782" y="23609"/>
                  </a:lnTo>
                  <a:lnTo>
                    <a:pt x="136385" y="23266"/>
                  </a:lnTo>
                  <a:lnTo>
                    <a:pt x="133184" y="23456"/>
                  </a:lnTo>
                  <a:lnTo>
                    <a:pt x="129971" y="23660"/>
                  </a:lnTo>
                  <a:lnTo>
                    <a:pt x="127406" y="24625"/>
                  </a:lnTo>
                  <a:lnTo>
                    <a:pt x="127508" y="26581"/>
                  </a:lnTo>
                  <a:lnTo>
                    <a:pt x="130149" y="27216"/>
                  </a:lnTo>
                  <a:lnTo>
                    <a:pt x="136550" y="26809"/>
                  </a:lnTo>
                  <a:lnTo>
                    <a:pt x="137985" y="26276"/>
                  </a:lnTo>
                  <a:lnTo>
                    <a:pt x="137693" y="28003"/>
                  </a:lnTo>
                  <a:lnTo>
                    <a:pt x="137858" y="31737"/>
                  </a:lnTo>
                  <a:lnTo>
                    <a:pt x="138023" y="35471"/>
                  </a:lnTo>
                  <a:lnTo>
                    <a:pt x="138849" y="38455"/>
                  </a:lnTo>
                  <a:lnTo>
                    <a:pt x="140525" y="38354"/>
                  </a:lnTo>
                  <a:lnTo>
                    <a:pt x="141071" y="35293"/>
                  </a:lnTo>
                  <a:lnTo>
                    <a:pt x="140728" y="27813"/>
                  </a:lnTo>
                  <a:lnTo>
                    <a:pt x="140271" y="26136"/>
                  </a:lnTo>
                  <a:lnTo>
                    <a:pt x="141744" y="26479"/>
                  </a:lnTo>
                  <a:lnTo>
                    <a:pt x="144957" y="26289"/>
                  </a:lnTo>
                  <a:lnTo>
                    <a:pt x="148158" y="26085"/>
                  </a:lnTo>
                  <a:lnTo>
                    <a:pt x="150723" y="25120"/>
                  </a:lnTo>
                  <a:lnTo>
                    <a:pt x="150698" y="24777"/>
                  </a:lnTo>
                  <a:lnTo>
                    <a:pt x="172046" y="49669"/>
                  </a:lnTo>
                  <a:lnTo>
                    <a:pt x="170421" y="49758"/>
                  </a:lnTo>
                  <a:lnTo>
                    <a:pt x="169875" y="52819"/>
                  </a:lnTo>
                  <a:lnTo>
                    <a:pt x="170218" y="60299"/>
                  </a:lnTo>
                  <a:lnTo>
                    <a:pt x="170662" y="61963"/>
                  </a:lnTo>
                  <a:lnTo>
                    <a:pt x="169278" y="61620"/>
                  </a:lnTo>
                  <a:lnTo>
                    <a:pt x="166065" y="61823"/>
                  </a:lnTo>
                  <a:lnTo>
                    <a:pt x="162864" y="62026"/>
                  </a:lnTo>
                  <a:lnTo>
                    <a:pt x="160299" y="62992"/>
                  </a:lnTo>
                  <a:lnTo>
                    <a:pt x="160388" y="64947"/>
                  </a:lnTo>
                  <a:lnTo>
                    <a:pt x="163029" y="65570"/>
                  </a:lnTo>
                  <a:lnTo>
                    <a:pt x="169443" y="65176"/>
                  </a:lnTo>
                  <a:lnTo>
                    <a:pt x="170865" y="64643"/>
                  </a:lnTo>
                  <a:lnTo>
                    <a:pt x="170573" y="66357"/>
                  </a:lnTo>
                  <a:lnTo>
                    <a:pt x="170738" y="70091"/>
                  </a:lnTo>
                  <a:lnTo>
                    <a:pt x="170916" y="73837"/>
                  </a:lnTo>
                  <a:lnTo>
                    <a:pt x="171742" y="76822"/>
                  </a:lnTo>
                  <a:lnTo>
                    <a:pt x="172275" y="76796"/>
                  </a:lnTo>
                  <a:lnTo>
                    <a:pt x="172275" y="50342"/>
                  </a:lnTo>
                  <a:lnTo>
                    <a:pt x="172110" y="49745"/>
                  </a:lnTo>
                  <a:lnTo>
                    <a:pt x="181876" y="61137"/>
                  </a:lnTo>
                  <a:lnTo>
                    <a:pt x="181876" y="50469"/>
                  </a:lnTo>
                  <a:lnTo>
                    <a:pt x="148983" y="12090"/>
                  </a:lnTo>
                  <a:lnTo>
                    <a:pt x="148983" y="22771"/>
                  </a:lnTo>
                  <a:lnTo>
                    <a:pt x="147993" y="22529"/>
                  </a:lnTo>
                  <a:lnTo>
                    <a:pt x="141579" y="22936"/>
                  </a:lnTo>
                  <a:lnTo>
                    <a:pt x="140068" y="23507"/>
                  </a:lnTo>
                  <a:lnTo>
                    <a:pt x="140373" y="21755"/>
                  </a:lnTo>
                  <a:lnTo>
                    <a:pt x="140208" y="18008"/>
                  </a:lnTo>
                  <a:lnTo>
                    <a:pt x="140042" y="14274"/>
                  </a:lnTo>
                  <a:lnTo>
                    <a:pt x="139242" y="11404"/>
                  </a:lnTo>
                  <a:lnTo>
                    <a:pt x="148983" y="22771"/>
                  </a:lnTo>
                  <a:lnTo>
                    <a:pt x="148983" y="12090"/>
                  </a:lnTo>
                  <a:lnTo>
                    <a:pt x="147764" y="10668"/>
                  </a:lnTo>
                  <a:lnTo>
                    <a:pt x="139153" y="622"/>
                  </a:lnTo>
                  <a:lnTo>
                    <a:pt x="139153" y="11303"/>
                  </a:lnTo>
                  <a:lnTo>
                    <a:pt x="138023" y="11366"/>
                  </a:lnTo>
                  <a:lnTo>
                    <a:pt x="138620" y="10668"/>
                  </a:lnTo>
                  <a:lnTo>
                    <a:pt x="139153" y="11303"/>
                  </a:lnTo>
                  <a:lnTo>
                    <a:pt x="139153" y="622"/>
                  </a:lnTo>
                  <a:lnTo>
                    <a:pt x="138620" y="0"/>
                  </a:lnTo>
                  <a:lnTo>
                    <a:pt x="104584" y="39712"/>
                  </a:lnTo>
                  <a:lnTo>
                    <a:pt x="104584" y="61429"/>
                  </a:lnTo>
                  <a:lnTo>
                    <a:pt x="103187" y="61087"/>
                  </a:lnTo>
                  <a:lnTo>
                    <a:pt x="99974" y="61277"/>
                  </a:lnTo>
                  <a:lnTo>
                    <a:pt x="96774" y="61480"/>
                  </a:lnTo>
                  <a:lnTo>
                    <a:pt x="94297" y="62420"/>
                  </a:lnTo>
                  <a:lnTo>
                    <a:pt x="94297" y="64350"/>
                  </a:lnTo>
                  <a:lnTo>
                    <a:pt x="93459" y="63360"/>
                  </a:lnTo>
                  <a:lnTo>
                    <a:pt x="94208" y="62496"/>
                  </a:lnTo>
                  <a:lnTo>
                    <a:pt x="94297" y="64350"/>
                  </a:lnTo>
                  <a:lnTo>
                    <a:pt x="94297" y="62420"/>
                  </a:lnTo>
                  <a:lnTo>
                    <a:pt x="104000" y="51066"/>
                  </a:lnTo>
                  <a:lnTo>
                    <a:pt x="103784" y="52285"/>
                  </a:lnTo>
                  <a:lnTo>
                    <a:pt x="104140" y="59753"/>
                  </a:lnTo>
                  <a:lnTo>
                    <a:pt x="104584" y="61429"/>
                  </a:lnTo>
                  <a:lnTo>
                    <a:pt x="104584" y="39712"/>
                  </a:lnTo>
                  <a:lnTo>
                    <a:pt x="84315" y="63360"/>
                  </a:lnTo>
                  <a:lnTo>
                    <a:pt x="138620" y="126707"/>
                  </a:lnTo>
                  <a:lnTo>
                    <a:pt x="147764" y="116039"/>
                  </a:lnTo>
                  <a:lnTo>
                    <a:pt x="192938" y="63360"/>
                  </a:lnTo>
                  <a:close/>
                </a:path>
                <a:path w="344804" h="425450">
                  <a:moveTo>
                    <a:pt x="344462" y="140512"/>
                  </a:moveTo>
                  <a:lnTo>
                    <a:pt x="335330" y="129870"/>
                  </a:lnTo>
                  <a:lnTo>
                    <a:pt x="335330" y="140512"/>
                  </a:lnTo>
                  <a:lnTo>
                    <a:pt x="325221" y="152311"/>
                  </a:lnTo>
                  <a:lnTo>
                    <a:pt x="325488" y="150812"/>
                  </a:lnTo>
                  <a:lnTo>
                    <a:pt x="325145" y="143332"/>
                  </a:lnTo>
                  <a:lnTo>
                    <a:pt x="324688" y="141655"/>
                  </a:lnTo>
                  <a:lnTo>
                    <a:pt x="326161" y="141998"/>
                  </a:lnTo>
                  <a:lnTo>
                    <a:pt x="329374" y="141808"/>
                  </a:lnTo>
                  <a:lnTo>
                    <a:pt x="332574" y="141605"/>
                  </a:lnTo>
                  <a:lnTo>
                    <a:pt x="335140" y="140639"/>
                  </a:lnTo>
                  <a:lnTo>
                    <a:pt x="335114" y="140271"/>
                  </a:lnTo>
                  <a:lnTo>
                    <a:pt x="335330" y="140512"/>
                  </a:lnTo>
                  <a:lnTo>
                    <a:pt x="335330" y="129870"/>
                  </a:lnTo>
                  <a:lnTo>
                    <a:pt x="333425" y="127647"/>
                  </a:lnTo>
                  <a:lnTo>
                    <a:pt x="333425" y="138315"/>
                  </a:lnTo>
                  <a:lnTo>
                    <a:pt x="332409" y="138061"/>
                  </a:lnTo>
                  <a:lnTo>
                    <a:pt x="325996" y="138455"/>
                  </a:lnTo>
                  <a:lnTo>
                    <a:pt x="324485" y="139026"/>
                  </a:lnTo>
                  <a:lnTo>
                    <a:pt x="324789" y="137274"/>
                  </a:lnTo>
                  <a:lnTo>
                    <a:pt x="324624" y="133540"/>
                  </a:lnTo>
                  <a:lnTo>
                    <a:pt x="324459" y="129794"/>
                  </a:lnTo>
                  <a:lnTo>
                    <a:pt x="323811" y="127495"/>
                  </a:lnTo>
                  <a:lnTo>
                    <a:pt x="323811" y="153949"/>
                  </a:lnTo>
                  <a:lnTo>
                    <a:pt x="290156" y="193205"/>
                  </a:lnTo>
                  <a:lnTo>
                    <a:pt x="278460" y="179578"/>
                  </a:lnTo>
                  <a:lnTo>
                    <a:pt x="281051" y="180200"/>
                  </a:lnTo>
                  <a:lnTo>
                    <a:pt x="287464" y="179793"/>
                  </a:lnTo>
                  <a:lnTo>
                    <a:pt x="288886" y="179273"/>
                  </a:lnTo>
                  <a:lnTo>
                    <a:pt x="288594" y="180987"/>
                  </a:lnTo>
                  <a:lnTo>
                    <a:pt x="288772" y="184721"/>
                  </a:lnTo>
                  <a:lnTo>
                    <a:pt x="288937" y="188455"/>
                  </a:lnTo>
                  <a:lnTo>
                    <a:pt x="289763" y="191439"/>
                  </a:lnTo>
                  <a:lnTo>
                    <a:pt x="291439" y="191338"/>
                  </a:lnTo>
                  <a:lnTo>
                    <a:pt x="291985" y="188277"/>
                  </a:lnTo>
                  <a:lnTo>
                    <a:pt x="291642" y="180797"/>
                  </a:lnTo>
                  <a:lnTo>
                    <a:pt x="291172" y="179120"/>
                  </a:lnTo>
                  <a:lnTo>
                    <a:pt x="292658" y="179463"/>
                  </a:lnTo>
                  <a:lnTo>
                    <a:pt x="295859" y="179273"/>
                  </a:lnTo>
                  <a:lnTo>
                    <a:pt x="299059" y="179070"/>
                  </a:lnTo>
                  <a:lnTo>
                    <a:pt x="301625" y="178104"/>
                  </a:lnTo>
                  <a:lnTo>
                    <a:pt x="301536" y="176149"/>
                  </a:lnTo>
                  <a:lnTo>
                    <a:pt x="298894" y="175526"/>
                  </a:lnTo>
                  <a:lnTo>
                    <a:pt x="292493" y="175920"/>
                  </a:lnTo>
                  <a:lnTo>
                    <a:pt x="290982" y="176491"/>
                  </a:lnTo>
                  <a:lnTo>
                    <a:pt x="291287" y="174739"/>
                  </a:lnTo>
                  <a:lnTo>
                    <a:pt x="291122" y="170992"/>
                  </a:lnTo>
                  <a:lnTo>
                    <a:pt x="290944" y="167259"/>
                  </a:lnTo>
                  <a:lnTo>
                    <a:pt x="290118" y="164274"/>
                  </a:lnTo>
                  <a:lnTo>
                    <a:pt x="288442" y="164376"/>
                  </a:lnTo>
                  <a:lnTo>
                    <a:pt x="287896" y="167449"/>
                  </a:lnTo>
                  <a:lnTo>
                    <a:pt x="288251" y="174929"/>
                  </a:lnTo>
                  <a:lnTo>
                    <a:pt x="288696" y="176593"/>
                  </a:lnTo>
                  <a:lnTo>
                    <a:pt x="287299" y="176250"/>
                  </a:lnTo>
                  <a:lnTo>
                    <a:pt x="284086" y="176453"/>
                  </a:lnTo>
                  <a:lnTo>
                    <a:pt x="280885" y="176644"/>
                  </a:lnTo>
                  <a:lnTo>
                    <a:pt x="278320" y="177609"/>
                  </a:lnTo>
                  <a:lnTo>
                    <a:pt x="278409" y="179527"/>
                  </a:lnTo>
                  <a:lnTo>
                    <a:pt x="245897" y="141592"/>
                  </a:lnTo>
                  <a:lnTo>
                    <a:pt x="248475" y="142189"/>
                  </a:lnTo>
                  <a:lnTo>
                    <a:pt x="254876" y="141795"/>
                  </a:lnTo>
                  <a:lnTo>
                    <a:pt x="256311" y="141262"/>
                  </a:lnTo>
                  <a:lnTo>
                    <a:pt x="256019" y="142976"/>
                  </a:lnTo>
                  <a:lnTo>
                    <a:pt x="256184" y="146723"/>
                  </a:lnTo>
                  <a:lnTo>
                    <a:pt x="256349" y="150456"/>
                  </a:lnTo>
                  <a:lnTo>
                    <a:pt x="257187" y="153441"/>
                  </a:lnTo>
                  <a:lnTo>
                    <a:pt x="258851" y="153339"/>
                  </a:lnTo>
                  <a:lnTo>
                    <a:pt x="259397" y="150266"/>
                  </a:lnTo>
                  <a:lnTo>
                    <a:pt x="259054" y="142786"/>
                  </a:lnTo>
                  <a:lnTo>
                    <a:pt x="258597" y="141109"/>
                  </a:lnTo>
                  <a:lnTo>
                    <a:pt x="260070" y="141465"/>
                  </a:lnTo>
                  <a:lnTo>
                    <a:pt x="263283" y="141262"/>
                  </a:lnTo>
                  <a:lnTo>
                    <a:pt x="266484" y="141071"/>
                  </a:lnTo>
                  <a:lnTo>
                    <a:pt x="269049" y="140106"/>
                  </a:lnTo>
                  <a:lnTo>
                    <a:pt x="268960" y="138150"/>
                  </a:lnTo>
                  <a:lnTo>
                    <a:pt x="266319" y="137515"/>
                  </a:lnTo>
                  <a:lnTo>
                    <a:pt x="259905" y="137909"/>
                  </a:lnTo>
                  <a:lnTo>
                    <a:pt x="258394" y="138480"/>
                  </a:lnTo>
                  <a:lnTo>
                    <a:pt x="258699" y="136728"/>
                  </a:lnTo>
                  <a:lnTo>
                    <a:pt x="258533" y="132994"/>
                  </a:lnTo>
                  <a:lnTo>
                    <a:pt x="258368" y="129260"/>
                  </a:lnTo>
                  <a:lnTo>
                    <a:pt x="257543" y="126276"/>
                  </a:lnTo>
                  <a:lnTo>
                    <a:pt x="257162" y="126301"/>
                  </a:lnTo>
                  <a:lnTo>
                    <a:pt x="288937" y="89242"/>
                  </a:lnTo>
                  <a:lnTo>
                    <a:pt x="288518" y="91617"/>
                  </a:lnTo>
                  <a:lnTo>
                    <a:pt x="288874" y="99098"/>
                  </a:lnTo>
                  <a:lnTo>
                    <a:pt x="289318" y="100761"/>
                  </a:lnTo>
                  <a:lnTo>
                    <a:pt x="287921" y="100418"/>
                  </a:lnTo>
                  <a:lnTo>
                    <a:pt x="284708" y="100622"/>
                  </a:lnTo>
                  <a:lnTo>
                    <a:pt x="281508" y="100825"/>
                  </a:lnTo>
                  <a:lnTo>
                    <a:pt x="278942" y="101790"/>
                  </a:lnTo>
                  <a:lnTo>
                    <a:pt x="279044" y="103746"/>
                  </a:lnTo>
                  <a:lnTo>
                    <a:pt x="281673" y="104368"/>
                  </a:lnTo>
                  <a:lnTo>
                    <a:pt x="288086" y="103974"/>
                  </a:lnTo>
                  <a:lnTo>
                    <a:pt x="289509" y="103441"/>
                  </a:lnTo>
                  <a:lnTo>
                    <a:pt x="289217" y="105156"/>
                  </a:lnTo>
                  <a:lnTo>
                    <a:pt x="289394" y="108902"/>
                  </a:lnTo>
                  <a:lnTo>
                    <a:pt x="289560" y="112636"/>
                  </a:lnTo>
                  <a:lnTo>
                    <a:pt x="290385" y="115620"/>
                  </a:lnTo>
                  <a:lnTo>
                    <a:pt x="292061" y="115519"/>
                  </a:lnTo>
                  <a:lnTo>
                    <a:pt x="292608" y="112445"/>
                  </a:lnTo>
                  <a:lnTo>
                    <a:pt x="292252" y="104965"/>
                  </a:lnTo>
                  <a:lnTo>
                    <a:pt x="291795" y="103289"/>
                  </a:lnTo>
                  <a:lnTo>
                    <a:pt x="293281" y="103644"/>
                  </a:lnTo>
                  <a:lnTo>
                    <a:pt x="296481" y="103441"/>
                  </a:lnTo>
                  <a:lnTo>
                    <a:pt x="299681" y="103251"/>
                  </a:lnTo>
                  <a:lnTo>
                    <a:pt x="302247" y="102285"/>
                  </a:lnTo>
                  <a:lnTo>
                    <a:pt x="302221" y="101930"/>
                  </a:lnTo>
                  <a:lnTo>
                    <a:pt x="323583" y="126822"/>
                  </a:lnTo>
                  <a:lnTo>
                    <a:pt x="321957" y="126911"/>
                  </a:lnTo>
                  <a:lnTo>
                    <a:pt x="321411" y="129984"/>
                  </a:lnTo>
                  <a:lnTo>
                    <a:pt x="321754" y="137464"/>
                  </a:lnTo>
                  <a:lnTo>
                    <a:pt x="322199" y="139128"/>
                  </a:lnTo>
                  <a:lnTo>
                    <a:pt x="320802" y="138785"/>
                  </a:lnTo>
                  <a:lnTo>
                    <a:pt x="317601" y="138988"/>
                  </a:lnTo>
                  <a:lnTo>
                    <a:pt x="314388" y="139179"/>
                  </a:lnTo>
                  <a:lnTo>
                    <a:pt x="311823" y="140144"/>
                  </a:lnTo>
                  <a:lnTo>
                    <a:pt x="311924" y="142100"/>
                  </a:lnTo>
                  <a:lnTo>
                    <a:pt x="314566" y="142735"/>
                  </a:lnTo>
                  <a:lnTo>
                    <a:pt x="320967" y="142328"/>
                  </a:lnTo>
                  <a:lnTo>
                    <a:pt x="322402" y="141795"/>
                  </a:lnTo>
                  <a:lnTo>
                    <a:pt x="322110" y="143522"/>
                  </a:lnTo>
                  <a:lnTo>
                    <a:pt x="322275" y="147256"/>
                  </a:lnTo>
                  <a:lnTo>
                    <a:pt x="322440" y="150990"/>
                  </a:lnTo>
                  <a:lnTo>
                    <a:pt x="323265" y="153974"/>
                  </a:lnTo>
                  <a:lnTo>
                    <a:pt x="323811" y="153949"/>
                  </a:lnTo>
                  <a:lnTo>
                    <a:pt x="323811" y="127495"/>
                  </a:lnTo>
                  <a:lnTo>
                    <a:pt x="323646" y="126898"/>
                  </a:lnTo>
                  <a:lnTo>
                    <a:pt x="333425" y="138315"/>
                  </a:lnTo>
                  <a:lnTo>
                    <a:pt x="333425" y="127647"/>
                  </a:lnTo>
                  <a:lnTo>
                    <a:pt x="300532" y="89268"/>
                  </a:lnTo>
                  <a:lnTo>
                    <a:pt x="300532" y="99949"/>
                  </a:lnTo>
                  <a:lnTo>
                    <a:pt x="299516" y="99695"/>
                  </a:lnTo>
                  <a:lnTo>
                    <a:pt x="293116" y="100088"/>
                  </a:lnTo>
                  <a:lnTo>
                    <a:pt x="291604" y="100660"/>
                  </a:lnTo>
                  <a:lnTo>
                    <a:pt x="291909" y="98907"/>
                  </a:lnTo>
                  <a:lnTo>
                    <a:pt x="291731" y="95173"/>
                  </a:lnTo>
                  <a:lnTo>
                    <a:pt x="291566" y="91440"/>
                  </a:lnTo>
                  <a:lnTo>
                    <a:pt x="290753" y="88531"/>
                  </a:lnTo>
                  <a:lnTo>
                    <a:pt x="300532" y="99949"/>
                  </a:lnTo>
                  <a:lnTo>
                    <a:pt x="300532" y="89268"/>
                  </a:lnTo>
                  <a:lnTo>
                    <a:pt x="299300" y="87820"/>
                  </a:lnTo>
                  <a:lnTo>
                    <a:pt x="290703" y="77812"/>
                  </a:lnTo>
                  <a:lnTo>
                    <a:pt x="290703" y="88468"/>
                  </a:lnTo>
                  <a:lnTo>
                    <a:pt x="289547" y="88531"/>
                  </a:lnTo>
                  <a:lnTo>
                    <a:pt x="290156" y="87820"/>
                  </a:lnTo>
                  <a:lnTo>
                    <a:pt x="290703" y="88468"/>
                  </a:lnTo>
                  <a:lnTo>
                    <a:pt x="290703" y="77812"/>
                  </a:lnTo>
                  <a:lnTo>
                    <a:pt x="290156" y="77165"/>
                  </a:lnTo>
                  <a:lnTo>
                    <a:pt x="256108" y="116890"/>
                  </a:lnTo>
                  <a:lnTo>
                    <a:pt x="256108" y="138582"/>
                  </a:lnTo>
                  <a:lnTo>
                    <a:pt x="254711" y="138239"/>
                  </a:lnTo>
                  <a:lnTo>
                    <a:pt x="251510" y="138442"/>
                  </a:lnTo>
                  <a:lnTo>
                    <a:pt x="248310" y="138645"/>
                  </a:lnTo>
                  <a:lnTo>
                    <a:pt x="245821" y="139598"/>
                  </a:lnTo>
                  <a:lnTo>
                    <a:pt x="245821" y="141503"/>
                  </a:lnTo>
                  <a:lnTo>
                    <a:pt x="244983" y="140512"/>
                  </a:lnTo>
                  <a:lnTo>
                    <a:pt x="245745" y="139623"/>
                  </a:lnTo>
                  <a:lnTo>
                    <a:pt x="245821" y="141503"/>
                  </a:lnTo>
                  <a:lnTo>
                    <a:pt x="245821" y="139598"/>
                  </a:lnTo>
                  <a:lnTo>
                    <a:pt x="255536" y="128206"/>
                  </a:lnTo>
                  <a:lnTo>
                    <a:pt x="255320" y="129438"/>
                  </a:lnTo>
                  <a:lnTo>
                    <a:pt x="255663" y="136918"/>
                  </a:lnTo>
                  <a:lnTo>
                    <a:pt x="256108" y="138582"/>
                  </a:lnTo>
                  <a:lnTo>
                    <a:pt x="256108" y="116890"/>
                  </a:lnTo>
                  <a:lnTo>
                    <a:pt x="238975" y="136867"/>
                  </a:lnTo>
                  <a:lnTo>
                    <a:pt x="232981" y="129882"/>
                  </a:lnTo>
                  <a:lnTo>
                    <a:pt x="232981" y="140512"/>
                  </a:lnTo>
                  <a:lnTo>
                    <a:pt x="222872" y="152311"/>
                  </a:lnTo>
                  <a:lnTo>
                    <a:pt x="223139" y="150812"/>
                  </a:lnTo>
                  <a:lnTo>
                    <a:pt x="222796" y="143332"/>
                  </a:lnTo>
                  <a:lnTo>
                    <a:pt x="222326" y="141655"/>
                  </a:lnTo>
                  <a:lnTo>
                    <a:pt x="223812" y="141998"/>
                  </a:lnTo>
                  <a:lnTo>
                    <a:pt x="227012" y="141808"/>
                  </a:lnTo>
                  <a:lnTo>
                    <a:pt x="230212" y="141605"/>
                  </a:lnTo>
                  <a:lnTo>
                    <a:pt x="232778" y="140639"/>
                  </a:lnTo>
                  <a:lnTo>
                    <a:pt x="232752" y="140258"/>
                  </a:lnTo>
                  <a:lnTo>
                    <a:pt x="232981" y="140512"/>
                  </a:lnTo>
                  <a:lnTo>
                    <a:pt x="232981" y="129882"/>
                  </a:lnTo>
                  <a:lnTo>
                    <a:pt x="231076" y="127660"/>
                  </a:lnTo>
                  <a:lnTo>
                    <a:pt x="231076" y="138315"/>
                  </a:lnTo>
                  <a:lnTo>
                    <a:pt x="230047" y="138061"/>
                  </a:lnTo>
                  <a:lnTo>
                    <a:pt x="223647" y="138455"/>
                  </a:lnTo>
                  <a:lnTo>
                    <a:pt x="222135" y="139026"/>
                  </a:lnTo>
                  <a:lnTo>
                    <a:pt x="222440" y="137274"/>
                  </a:lnTo>
                  <a:lnTo>
                    <a:pt x="222275" y="133540"/>
                  </a:lnTo>
                  <a:lnTo>
                    <a:pt x="222097" y="129794"/>
                  </a:lnTo>
                  <a:lnTo>
                    <a:pt x="221462" y="127533"/>
                  </a:lnTo>
                  <a:lnTo>
                    <a:pt x="221462" y="153949"/>
                  </a:lnTo>
                  <a:lnTo>
                    <a:pt x="187807" y="193205"/>
                  </a:lnTo>
                  <a:lnTo>
                    <a:pt x="176123" y="179590"/>
                  </a:lnTo>
                  <a:lnTo>
                    <a:pt x="178701" y="180200"/>
                  </a:lnTo>
                  <a:lnTo>
                    <a:pt x="185115" y="179793"/>
                  </a:lnTo>
                  <a:lnTo>
                    <a:pt x="186537" y="179273"/>
                  </a:lnTo>
                  <a:lnTo>
                    <a:pt x="186245" y="180987"/>
                  </a:lnTo>
                  <a:lnTo>
                    <a:pt x="186410" y="184721"/>
                  </a:lnTo>
                  <a:lnTo>
                    <a:pt x="186575" y="188455"/>
                  </a:lnTo>
                  <a:lnTo>
                    <a:pt x="187413" y="191439"/>
                  </a:lnTo>
                  <a:lnTo>
                    <a:pt x="189090" y="191338"/>
                  </a:lnTo>
                  <a:lnTo>
                    <a:pt x="189623" y="188277"/>
                  </a:lnTo>
                  <a:lnTo>
                    <a:pt x="189280" y="180797"/>
                  </a:lnTo>
                  <a:lnTo>
                    <a:pt x="188823" y="179120"/>
                  </a:lnTo>
                  <a:lnTo>
                    <a:pt x="190309" y="179463"/>
                  </a:lnTo>
                  <a:lnTo>
                    <a:pt x="193509" y="179273"/>
                  </a:lnTo>
                  <a:lnTo>
                    <a:pt x="196710" y="179070"/>
                  </a:lnTo>
                  <a:lnTo>
                    <a:pt x="199275" y="178104"/>
                  </a:lnTo>
                  <a:lnTo>
                    <a:pt x="199186" y="176149"/>
                  </a:lnTo>
                  <a:lnTo>
                    <a:pt x="196545" y="175526"/>
                  </a:lnTo>
                  <a:lnTo>
                    <a:pt x="190131" y="175920"/>
                  </a:lnTo>
                  <a:lnTo>
                    <a:pt x="188620" y="176491"/>
                  </a:lnTo>
                  <a:lnTo>
                    <a:pt x="188937" y="174739"/>
                  </a:lnTo>
                  <a:lnTo>
                    <a:pt x="188760" y="170992"/>
                  </a:lnTo>
                  <a:lnTo>
                    <a:pt x="188595" y="167259"/>
                  </a:lnTo>
                  <a:lnTo>
                    <a:pt x="187769" y="164274"/>
                  </a:lnTo>
                  <a:lnTo>
                    <a:pt x="186093" y="164376"/>
                  </a:lnTo>
                  <a:lnTo>
                    <a:pt x="185547" y="167449"/>
                  </a:lnTo>
                  <a:lnTo>
                    <a:pt x="185889" y="174929"/>
                  </a:lnTo>
                  <a:lnTo>
                    <a:pt x="186334" y="176593"/>
                  </a:lnTo>
                  <a:lnTo>
                    <a:pt x="184937" y="176250"/>
                  </a:lnTo>
                  <a:lnTo>
                    <a:pt x="181737" y="176453"/>
                  </a:lnTo>
                  <a:lnTo>
                    <a:pt x="178536" y="176644"/>
                  </a:lnTo>
                  <a:lnTo>
                    <a:pt x="175971" y="177609"/>
                  </a:lnTo>
                  <a:lnTo>
                    <a:pt x="176047" y="179514"/>
                  </a:lnTo>
                  <a:lnTo>
                    <a:pt x="143548" y="141592"/>
                  </a:lnTo>
                  <a:lnTo>
                    <a:pt x="146126" y="142189"/>
                  </a:lnTo>
                  <a:lnTo>
                    <a:pt x="152527" y="141795"/>
                  </a:lnTo>
                  <a:lnTo>
                    <a:pt x="153962" y="141262"/>
                  </a:lnTo>
                  <a:lnTo>
                    <a:pt x="153670" y="142976"/>
                  </a:lnTo>
                  <a:lnTo>
                    <a:pt x="153835" y="146723"/>
                  </a:lnTo>
                  <a:lnTo>
                    <a:pt x="154000" y="150456"/>
                  </a:lnTo>
                  <a:lnTo>
                    <a:pt x="154825" y="153441"/>
                  </a:lnTo>
                  <a:lnTo>
                    <a:pt x="156502" y="153339"/>
                  </a:lnTo>
                  <a:lnTo>
                    <a:pt x="157048" y="150266"/>
                  </a:lnTo>
                  <a:lnTo>
                    <a:pt x="156705" y="142786"/>
                  </a:lnTo>
                  <a:lnTo>
                    <a:pt x="156235" y="141109"/>
                  </a:lnTo>
                  <a:lnTo>
                    <a:pt x="157721" y="141465"/>
                  </a:lnTo>
                  <a:lnTo>
                    <a:pt x="160921" y="141262"/>
                  </a:lnTo>
                  <a:lnTo>
                    <a:pt x="164134" y="141071"/>
                  </a:lnTo>
                  <a:lnTo>
                    <a:pt x="166700" y="140106"/>
                  </a:lnTo>
                  <a:lnTo>
                    <a:pt x="166598" y="138150"/>
                  </a:lnTo>
                  <a:lnTo>
                    <a:pt x="163957" y="137515"/>
                  </a:lnTo>
                  <a:lnTo>
                    <a:pt x="157556" y="137909"/>
                  </a:lnTo>
                  <a:lnTo>
                    <a:pt x="156044" y="138480"/>
                  </a:lnTo>
                  <a:lnTo>
                    <a:pt x="156349" y="136728"/>
                  </a:lnTo>
                  <a:lnTo>
                    <a:pt x="156184" y="132994"/>
                  </a:lnTo>
                  <a:lnTo>
                    <a:pt x="156019" y="129260"/>
                  </a:lnTo>
                  <a:lnTo>
                    <a:pt x="155181" y="126276"/>
                  </a:lnTo>
                  <a:lnTo>
                    <a:pt x="154813" y="126301"/>
                  </a:lnTo>
                  <a:lnTo>
                    <a:pt x="186588" y="89242"/>
                  </a:lnTo>
                  <a:lnTo>
                    <a:pt x="186169" y="91617"/>
                  </a:lnTo>
                  <a:lnTo>
                    <a:pt x="186512" y="99098"/>
                  </a:lnTo>
                  <a:lnTo>
                    <a:pt x="186956" y="100761"/>
                  </a:lnTo>
                  <a:lnTo>
                    <a:pt x="185559" y="100418"/>
                  </a:lnTo>
                  <a:lnTo>
                    <a:pt x="182359" y="100622"/>
                  </a:lnTo>
                  <a:lnTo>
                    <a:pt x="179158" y="100825"/>
                  </a:lnTo>
                  <a:lnTo>
                    <a:pt x="176593" y="101790"/>
                  </a:lnTo>
                  <a:lnTo>
                    <a:pt x="176682" y="103746"/>
                  </a:lnTo>
                  <a:lnTo>
                    <a:pt x="179324" y="104368"/>
                  </a:lnTo>
                  <a:lnTo>
                    <a:pt x="185737" y="103974"/>
                  </a:lnTo>
                  <a:lnTo>
                    <a:pt x="187159" y="103441"/>
                  </a:lnTo>
                  <a:lnTo>
                    <a:pt x="186867" y="105156"/>
                  </a:lnTo>
                  <a:lnTo>
                    <a:pt x="187032" y="108902"/>
                  </a:lnTo>
                  <a:lnTo>
                    <a:pt x="187198" y="112636"/>
                  </a:lnTo>
                  <a:lnTo>
                    <a:pt x="188036" y="115620"/>
                  </a:lnTo>
                  <a:lnTo>
                    <a:pt x="189699" y="115519"/>
                  </a:lnTo>
                  <a:lnTo>
                    <a:pt x="190246" y="112445"/>
                  </a:lnTo>
                  <a:lnTo>
                    <a:pt x="189903" y="104965"/>
                  </a:lnTo>
                  <a:lnTo>
                    <a:pt x="189445" y="103289"/>
                  </a:lnTo>
                  <a:lnTo>
                    <a:pt x="190931" y="103644"/>
                  </a:lnTo>
                  <a:lnTo>
                    <a:pt x="194132" y="103441"/>
                  </a:lnTo>
                  <a:lnTo>
                    <a:pt x="197332" y="103251"/>
                  </a:lnTo>
                  <a:lnTo>
                    <a:pt x="199898" y="102285"/>
                  </a:lnTo>
                  <a:lnTo>
                    <a:pt x="199872" y="101930"/>
                  </a:lnTo>
                  <a:lnTo>
                    <a:pt x="221234" y="126822"/>
                  </a:lnTo>
                  <a:lnTo>
                    <a:pt x="219595" y="126911"/>
                  </a:lnTo>
                  <a:lnTo>
                    <a:pt x="219049" y="129984"/>
                  </a:lnTo>
                  <a:lnTo>
                    <a:pt x="219405" y="137464"/>
                  </a:lnTo>
                  <a:lnTo>
                    <a:pt x="219849" y="139128"/>
                  </a:lnTo>
                  <a:lnTo>
                    <a:pt x="218452" y="138785"/>
                  </a:lnTo>
                  <a:lnTo>
                    <a:pt x="215239" y="138988"/>
                  </a:lnTo>
                  <a:lnTo>
                    <a:pt x="212039" y="139179"/>
                  </a:lnTo>
                  <a:lnTo>
                    <a:pt x="209473" y="140144"/>
                  </a:lnTo>
                  <a:lnTo>
                    <a:pt x="209575" y="142100"/>
                  </a:lnTo>
                  <a:lnTo>
                    <a:pt x="212204" y="142735"/>
                  </a:lnTo>
                  <a:lnTo>
                    <a:pt x="218617" y="142328"/>
                  </a:lnTo>
                  <a:lnTo>
                    <a:pt x="220052" y="141795"/>
                  </a:lnTo>
                  <a:lnTo>
                    <a:pt x="219748" y="143522"/>
                  </a:lnTo>
                  <a:lnTo>
                    <a:pt x="219925" y="147256"/>
                  </a:lnTo>
                  <a:lnTo>
                    <a:pt x="220091" y="150990"/>
                  </a:lnTo>
                  <a:lnTo>
                    <a:pt x="220916" y="153974"/>
                  </a:lnTo>
                  <a:lnTo>
                    <a:pt x="221462" y="153949"/>
                  </a:lnTo>
                  <a:lnTo>
                    <a:pt x="221462" y="127533"/>
                  </a:lnTo>
                  <a:lnTo>
                    <a:pt x="221284" y="126885"/>
                  </a:lnTo>
                  <a:lnTo>
                    <a:pt x="231076" y="138315"/>
                  </a:lnTo>
                  <a:lnTo>
                    <a:pt x="231076" y="127660"/>
                  </a:lnTo>
                  <a:lnTo>
                    <a:pt x="198183" y="89281"/>
                  </a:lnTo>
                  <a:lnTo>
                    <a:pt x="198183" y="99949"/>
                  </a:lnTo>
                  <a:lnTo>
                    <a:pt x="197167" y="99695"/>
                  </a:lnTo>
                  <a:lnTo>
                    <a:pt x="190754" y="100088"/>
                  </a:lnTo>
                  <a:lnTo>
                    <a:pt x="189242" y="100660"/>
                  </a:lnTo>
                  <a:lnTo>
                    <a:pt x="189547" y="98907"/>
                  </a:lnTo>
                  <a:lnTo>
                    <a:pt x="189382" y="95173"/>
                  </a:lnTo>
                  <a:lnTo>
                    <a:pt x="189217" y="91440"/>
                  </a:lnTo>
                  <a:lnTo>
                    <a:pt x="188404" y="88531"/>
                  </a:lnTo>
                  <a:lnTo>
                    <a:pt x="198183" y="99949"/>
                  </a:lnTo>
                  <a:lnTo>
                    <a:pt x="198183" y="89281"/>
                  </a:lnTo>
                  <a:lnTo>
                    <a:pt x="196938" y="87820"/>
                  </a:lnTo>
                  <a:lnTo>
                    <a:pt x="188353" y="77812"/>
                  </a:lnTo>
                  <a:lnTo>
                    <a:pt x="188353" y="88468"/>
                  </a:lnTo>
                  <a:lnTo>
                    <a:pt x="187198" y="88531"/>
                  </a:lnTo>
                  <a:lnTo>
                    <a:pt x="187807" y="87820"/>
                  </a:lnTo>
                  <a:lnTo>
                    <a:pt x="188353" y="88468"/>
                  </a:lnTo>
                  <a:lnTo>
                    <a:pt x="188353" y="77812"/>
                  </a:lnTo>
                  <a:lnTo>
                    <a:pt x="187807" y="77165"/>
                  </a:lnTo>
                  <a:lnTo>
                    <a:pt x="153758" y="116890"/>
                  </a:lnTo>
                  <a:lnTo>
                    <a:pt x="153758" y="138582"/>
                  </a:lnTo>
                  <a:lnTo>
                    <a:pt x="152361" y="138239"/>
                  </a:lnTo>
                  <a:lnTo>
                    <a:pt x="149161" y="138442"/>
                  </a:lnTo>
                  <a:lnTo>
                    <a:pt x="145948" y="138645"/>
                  </a:lnTo>
                  <a:lnTo>
                    <a:pt x="143471" y="139585"/>
                  </a:lnTo>
                  <a:lnTo>
                    <a:pt x="143471" y="141503"/>
                  </a:lnTo>
                  <a:lnTo>
                    <a:pt x="142633" y="140512"/>
                  </a:lnTo>
                  <a:lnTo>
                    <a:pt x="143383" y="139649"/>
                  </a:lnTo>
                  <a:lnTo>
                    <a:pt x="143471" y="141503"/>
                  </a:lnTo>
                  <a:lnTo>
                    <a:pt x="143471" y="139585"/>
                  </a:lnTo>
                  <a:lnTo>
                    <a:pt x="153187" y="128206"/>
                  </a:lnTo>
                  <a:lnTo>
                    <a:pt x="152971" y="129438"/>
                  </a:lnTo>
                  <a:lnTo>
                    <a:pt x="153314" y="136918"/>
                  </a:lnTo>
                  <a:lnTo>
                    <a:pt x="153758" y="138582"/>
                  </a:lnTo>
                  <a:lnTo>
                    <a:pt x="153758" y="116890"/>
                  </a:lnTo>
                  <a:lnTo>
                    <a:pt x="138061" y="135191"/>
                  </a:lnTo>
                  <a:lnTo>
                    <a:pt x="133489" y="129857"/>
                  </a:lnTo>
                  <a:lnTo>
                    <a:pt x="133489" y="140512"/>
                  </a:lnTo>
                  <a:lnTo>
                    <a:pt x="88328" y="193205"/>
                  </a:lnTo>
                  <a:lnTo>
                    <a:pt x="44069" y="141592"/>
                  </a:lnTo>
                  <a:lnTo>
                    <a:pt x="46647" y="142189"/>
                  </a:lnTo>
                  <a:lnTo>
                    <a:pt x="53047" y="141795"/>
                  </a:lnTo>
                  <a:lnTo>
                    <a:pt x="54483" y="141262"/>
                  </a:lnTo>
                  <a:lnTo>
                    <a:pt x="54190" y="142976"/>
                  </a:lnTo>
                  <a:lnTo>
                    <a:pt x="54356" y="146723"/>
                  </a:lnTo>
                  <a:lnTo>
                    <a:pt x="54521" y="150456"/>
                  </a:lnTo>
                  <a:lnTo>
                    <a:pt x="55346" y="153441"/>
                  </a:lnTo>
                  <a:lnTo>
                    <a:pt x="57023" y="153339"/>
                  </a:lnTo>
                  <a:lnTo>
                    <a:pt x="57569" y="150266"/>
                  </a:lnTo>
                  <a:lnTo>
                    <a:pt x="57226" y="142786"/>
                  </a:lnTo>
                  <a:lnTo>
                    <a:pt x="56769" y="141122"/>
                  </a:lnTo>
                  <a:lnTo>
                    <a:pt x="58242" y="141465"/>
                  </a:lnTo>
                  <a:lnTo>
                    <a:pt x="61455" y="141262"/>
                  </a:lnTo>
                  <a:lnTo>
                    <a:pt x="64655" y="141071"/>
                  </a:lnTo>
                  <a:lnTo>
                    <a:pt x="67221" y="140106"/>
                  </a:lnTo>
                  <a:lnTo>
                    <a:pt x="67119" y="138150"/>
                  </a:lnTo>
                  <a:lnTo>
                    <a:pt x="64490" y="137515"/>
                  </a:lnTo>
                  <a:lnTo>
                    <a:pt x="58077" y="137909"/>
                  </a:lnTo>
                  <a:lnTo>
                    <a:pt x="56565" y="138480"/>
                  </a:lnTo>
                  <a:lnTo>
                    <a:pt x="56870" y="136728"/>
                  </a:lnTo>
                  <a:lnTo>
                    <a:pt x="56705" y="132994"/>
                  </a:lnTo>
                  <a:lnTo>
                    <a:pt x="56540" y="129260"/>
                  </a:lnTo>
                  <a:lnTo>
                    <a:pt x="55714" y="126276"/>
                  </a:lnTo>
                  <a:lnTo>
                    <a:pt x="55333" y="126301"/>
                  </a:lnTo>
                  <a:lnTo>
                    <a:pt x="88328" y="87820"/>
                  </a:lnTo>
                  <a:lnTo>
                    <a:pt x="133489" y="140512"/>
                  </a:lnTo>
                  <a:lnTo>
                    <a:pt x="133489" y="129857"/>
                  </a:lnTo>
                  <a:lnTo>
                    <a:pt x="97459" y="87820"/>
                  </a:lnTo>
                  <a:lnTo>
                    <a:pt x="88328" y="77165"/>
                  </a:lnTo>
                  <a:lnTo>
                    <a:pt x="54279" y="116878"/>
                  </a:lnTo>
                  <a:lnTo>
                    <a:pt x="54279" y="138582"/>
                  </a:lnTo>
                  <a:lnTo>
                    <a:pt x="52882" y="138239"/>
                  </a:lnTo>
                  <a:lnTo>
                    <a:pt x="49682" y="138442"/>
                  </a:lnTo>
                  <a:lnTo>
                    <a:pt x="46482" y="138645"/>
                  </a:lnTo>
                  <a:lnTo>
                    <a:pt x="43992" y="139598"/>
                  </a:lnTo>
                  <a:lnTo>
                    <a:pt x="43992" y="141503"/>
                  </a:lnTo>
                  <a:lnTo>
                    <a:pt x="43154" y="140512"/>
                  </a:lnTo>
                  <a:lnTo>
                    <a:pt x="43916" y="139623"/>
                  </a:lnTo>
                  <a:lnTo>
                    <a:pt x="43992" y="141503"/>
                  </a:lnTo>
                  <a:lnTo>
                    <a:pt x="43992" y="139598"/>
                  </a:lnTo>
                  <a:lnTo>
                    <a:pt x="53708" y="128206"/>
                  </a:lnTo>
                  <a:lnTo>
                    <a:pt x="53492" y="129438"/>
                  </a:lnTo>
                  <a:lnTo>
                    <a:pt x="53835" y="136918"/>
                  </a:lnTo>
                  <a:lnTo>
                    <a:pt x="54279" y="138582"/>
                  </a:lnTo>
                  <a:lnTo>
                    <a:pt x="54279" y="116878"/>
                  </a:lnTo>
                  <a:lnTo>
                    <a:pt x="34010" y="140512"/>
                  </a:lnTo>
                  <a:lnTo>
                    <a:pt x="88328" y="203860"/>
                  </a:lnTo>
                  <a:lnTo>
                    <a:pt x="97459" y="193205"/>
                  </a:lnTo>
                  <a:lnTo>
                    <a:pt x="138061" y="145846"/>
                  </a:lnTo>
                  <a:lnTo>
                    <a:pt x="187807" y="203860"/>
                  </a:lnTo>
                  <a:lnTo>
                    <a:pt x="196938" y="193205"/>
                  </a:lnTo>
                  <a:lnTo>
                    <a:pt x="238975" y="144170"/>
                  </a:lnTo>
                  <a:lnTo>
                    <a:pt x="290156" y="203860"/>
                  </a:lnTo>
                  <a:lnTo>
                    <a:pt x="299300" y="193205"/>
                  </a:lnTo>
                  <a:lnTo>
                    <a:pt x="344462" y="140512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4" name="object 2084" descr=""/>
            <p:cNvSpPr/>
            <p:nvPr/>
          </p:nvSpPr>
          <p:spPr>
            <a:xfrm>
              <a:off x="8138160" y="6908806"/>
              <a:ext cx="318770" cy="359410"/>
            </a:xfrm>
            <a:custGeom>
              <a:avLst/>
              <a:gdLst/>
              <a:ahLst/>
              <a:cxnLst/>
              <a:rect l="l" t="t" r="r" b="b"/>
              <a:pathLst>
                <a:path w="318770" h="359409">
                  <a:moveTo>
                    <a:pt x="23304" y="178104"/>
                  </a:moveTo>
                  <a:lnTo>
                    <a:pt x="23215" y="176149"/>
                  </a:lnTo>
                  <a:lnTo>
                    <a:pt x="20574" y="175526"/>
                  </a:lnTo>
                  <a:lnTo>
                    <a:pt x="14160" y="175920"/>
                  </a:lnTo>
                  <a:lnTo>
                    <a:pt x="12649" y="176491"/>
                  </a:lnTo>
                  <a:lnTo>
                    <a:pt x="12954" y="174739"/>
                  </a:lnTo>
                  <a:lnTo>
                    <a:pt x="12788" y="170992"/>
                  </a:lnTo>
                  <a:lnTo>
                    <a:pt x="12623" y="167259"/>
                  </a:lnTo>
                  <a:lnTo>
                    <a:pt x="11798" y="164274"/>
                  </a:lnTo>
                  <a:lnTo>
                    <a:pt x="10121" y="164376"/>
                  </a:lnTo>
                  <a:lnTo>
                    <a:pt x="9575" y="167449"/>
                  </a:lnTo>
                  <a:lnTo>
                    <a:pt x="9918" y="174929"/>
                  </a:lnTo>
                  <a:lnTo>
                    <a:pt x="10363" y="176593"/>
                  </a:lnTo>
                  <a:lnTo>
                    <a:pt x="8978" y="176250"/>
                  </a:lnTo>
                  <a:lnTo>
                    <a:pt x="5765" y="176453"/>
                  </a:lnTo>
                  <a:lnTo>
                    <a:pt x="2565" y="176644"/>
                  </a:lnTo>
                  <a:lnTo>
                    <a:pt x="0" y="177609"/>
                  </a:lnTo>
                  <a:lnTo>
                    <a:pt x="88" y="179565"/>
                  </a:lnTo>
                  <a:lnTo>
                    <a:pt x="2730" y="180200"/>
                  </a:lnTo>
                  <a:lnTo>
                    <a:pt x="9144" y="179793"/>
                  </a:lnTo>
                  <a:lnTo>
                    <a:pt x="10566" y="179273"/>
                  </a:lnTo>
                  <a:lnTo>
                    <a:pt x="10274" y="180987"/>
                  </a:lnTo>
                  <a:lnTo>
                    <a:pt x="10439" y="184721"/>
                  </a:lnTo>
                  <a:lnTo>
                    <a:pt x="10617" y="188455"/>
                  </a:lnTo>
                  <a:lnTo>
                    <a:pt x="11442" y="191439"/>
                  </a:lnTo>
                  <a:lnTo>
                    <a:pt x="13119" y="191338"/>
                  </a:lnTo>
                  <a:lnTo>
                    <a:pt x="13652" y="188277"/>
                  </a:lnTo>
                  <a:lnTo>
                    <a:pt x="13309" y="180797"/>
                  </a:lnTo>
                  <a:lnTo>
                    <a:pt x="12852" y="179120"/>
                  </a:lnTo>
                  <a:lnTo>
                    <a:pt x="14338" y="179463"/>
                  </a:lnTo>
                  <a:lnTo>
                    <a:pt x="17538" y="179273"/>
                  </a:lnTo>
                  <a:lnTo>
                    <a:pt x="20739" y="179070"/>
                  </a:lnTo>
                  <a:lnTo>
                    <a:pt x="23304" y="178104"/>
                  </a:lnTo>
                  <a:close/>
                </a:path>
                <a:path w="318770" h="359409">
                  <a:moveTo>
                    <a:pt x="23926" y="102285"/>
                  </a:moveTo>
                  <a:lnTo>
                    <a:pt x="23837" y="100330"/>
                  </a:lnTo>
                  <a:lnTo>
                    <a:pt x="21196" y="99695"/>
                  </a:lnTo>
                  <a:lnTo>
                    <a:pt x="14782" y="100088"/>
                  </a:lnTo>
                  <a:lnTo>
                    <a:pt x="13271" y="100660"/>
                  </a:lnTo>
                  <a:lnTo>
                    <a:pt x="13576" y="98907"/>
                  </a:lnTo>
                  <a:lnTo>
                    <a:pt x="13411" y="95173"/>
                  </a:lnTo>
                  <a:lnTo>
                    <a:pt x="13246" y="91440"/>
                  </a:lnTo>
                  <a:lnTo>
                    <a:pt x="12420" y="88455"/>
                  </a:lnTo>
                  <a:lnTo>
                    <a:pt x="10744" y="88557"/>
                  </a:lnTo>
                  <a:lnTo>
                    <a:pt x="10198" y="91617"/>
                  </a:lnTo>
                  <a:lnTo>
                    <a:pt x="10541" y="99098"/>
                  </a:lnTo>
                  <a:lnTo>
                    <a:pt x="10985" y="100761"/>
                  </a:lnTo>
                  <a:lnTo>
                    <a:pt x="9588" y="100418"/>
                  </a:lnTo>
                  <a:lnTo>
                    <a:pt x="6388" y="100622"/>
                  </a:lnTo>
                  <a:lnTo>
                    <a:pt x="3187" y="100825"/>
                  </a:lnTo>
                  <a:lnTo>
                    <a:pt x="622" y="101790"/>
                  </a:lnTo>
                  <a:lnTo>
                    <a:pt x="711" y="103746"/>
                  </a:lnTo>
                  <a:lnTo>
                    <a:pt x="3352" y="104368"/>
                  </a:lnTo>
                  <a:lnTo>
                    <a:pt x="9766" y="103974"/>
                  </a:lnTo>
                  <a:lnTo>
                    <a:pt x="11188" y="103441"/>
                  </a:lnTo>
                  <a:lnTo>
                    <a:pt x="10896" y="105156"/>
                  </a:lnTo>
                  <a:lnTo>
                    <a:pt x="11061" y="108902"/>
                  </a:lnTo>
                  <a:lnTo>
                    <a:pt x="11239" y="112636"/>
                  </a:lnTo>
                  <a:lnTo>
                    <a:pt x="12065" y="115620"/>
                  </a:lnTo>
                  <a:lnTo>
                    <a:pt x="13741" y="115519"/>
                  </a:lnTo>
                  <a:lnTo>
                    <a:pt x="14274" y="112445"/>
                  </a:lnTo>
                  <a:lnTo>
                    <a:pt x="13931" y="104965"/>
                  </a:lnTo>
                  <a:lnTo>
                    <a:pt x="13474" y="103289"/>
                  </a:lnTo>
                  <a:lnTo>
                    <a:pt x="14960" y="103644"/>
                  </a:lnTo>
                  <a:lnTo>
                    <a:pt x="18161" y="103441"/>
                  </a:lnTo>
                  <a:lnTo>
                    <a:pt x="21361" y="103251"/>
                  </a:lnTo>
                  <a:lnTo>
                    <a:pt x="23926" y="102285"/>
                  </a:lnTo>
                  <a:close/>
                </a:path>
                <a:path w="318770" h="359409">
                  <a:moveTo>
                    <a:pt x="56819" y="140639"/>
                  </a:moveTo>
                  <a:lnTo>
                    <a:pt x="56718" y="138684"/>
                  </a:lnTo>
                  <a:lnTo>
                    <a:pt x="54076" y="138061"/>
                  </a:lnTo>
                  <a:lnTo>
                    <a:pt x="47675" y="138455"/>
                  </a:lnTo>
                  <a:lnTo>
                    <a:pt x="46164" y="139026"/>
                  </a:lnTo>
                  <a:lnTo>
                    <a:pt x="46469" y="137274"/>
                  </a:lnTo>
                  <a:lnTo>
                    <a:pt x="46304" y="133540"/>
                  </a:lnTo>
                  <a:lnTo>
                    <a:pt x="46126" y="129794"/>
                  </a:lnTo>
                  <a:lnTo>
                    <a:pt x="45300" y="126809"/>
                  </a:lnTo>
                  <a:lnTo>
                    <a:pt x="43624" y="126911"/>
                  </a:lnTo>
                  <a:lnTo>
                    <a:pt x="43091" y="129984"/>
                  </a:lnTo>
                  <a:lnTo>
                    <a:pt x="43434" y="137464"/>
                  </a:lnTo>
                  <a:lnTo>
                    <a:pt x="43878" y="139128"/>
                  </a:lnTo>
                  <a:lnTo>
                    <a:pt x="42481" y="138785"/>
                  </a:lnTo>
                  <a:lnTo>
                    <a:pt x="39281" y="138988"/>
                  </a:lnTo>
                  <a:lnTo>
                    <a:pt x="36068" y="139179"/>
                  </a:lnTo>
                  <a:lnTo>
                    <a:pt x="33502" y="140144"/>
                  </a:lnTo>
                  <a:lnTo>
                    <a:pt x="33604" y="142100"/>
                  </a:lnTo>
                  <a:lnTo>
                    <a:pt x="36233" y="142735"/>
                  </a:lnTo>
                  <a:lnTo>
                    <a:pt x="42646" y="142328"/>
                  </a:lnTo>
                  <a:lnTo>
                    <a:pt x="44081" y="141795"/>
                  </a:lnTo>
                  <a:lnTo>
                    <a:pt x="43789" y="143522"/>
                  </a:lnTo>
                  <a:lnTo>
                    <a:pt x="43954" y="147256"/>
                  </a:lnTo>
                  <a:lnTo>
                    <a:pt x="44119" y="150990"/>
                  </a:lnTo>
                  <a:lnTo>
                    <a:pt x="44945" y="153974"/>
                  </a:lnTo>
                  <a:lnTo>
                    <a:pt x="46621" y="153873"/>
                  </a:lnTo>
                  <a:lnTo>
                    <a:pt x="47167" y="150812"/>
                  </a:lnTo>
                  <a:lnTo>
                    <a:pt x="46824" y="143332"/>
                  </a:lnTo>
                  <a:lnTo>
                    <a:pt x="46355" y="141655"/>
                  </a:lnTo>
                  <a:lnTo>
                    <a:pt x="47840" y="141998"/>
                  </a:lnTo>
                  <a:lnTo>
                    <a:pt x="51041" y="141808"/>
                  </a:lnTo>
                  <a:lnTo>
                    <a:pt x="54254" y="141605"/>
                  </a:lnTo>
                  <a:lnTo>
                    <a:pt x="56819" y="140639"/>
                  </a:lnTo>
                  <a:close/>
                </a:path>
                <a:path w="318770" h="359409">
                  <a:moveTo>
                    <a:pt x="116446" y="218681"/>
                  </a:moveTo>
                  <a:lnTo>
                    <a:pt x="107302" y="208026"/>
                  </a:lnTo>
                  <a:lnTo>
                    <a:pt x="107302" y="218681"/>
                  </a:lnTo>
                  <a:lnTo>
                    <a:pt x="97193" y="230466"/>
                  </a:lnTo>
                  <a:lnTo>
                    <a:pt x="97459" y="228981"/>
                  </a:lnTo>
                  <a:lnTo>
                    <a:pt x="97116" y="221500"/>
                  </a:lnTo>
                  <a:lnTo>
                    <a:pt x="96659" y="219824"/>
                  </a:lnTo>
                  <a:lnTo>
                    <a:pt x="98145" y="220167"/>
                  </a:lnTo>
                  <a:lnTo>
                    <a:pt x="101346" y="219976"/>
                  </a:lnTo>
                  <a:lnTo>
                    <a:pt x="104546" y="219773"/>
                  </a:lnTo>
                  <a:lnTo>
                    <a:pt x="107111" y="218808"/>
                  </a:lnTo>
                  <a:lnTo>
                    <a:pt x="107086" y="218440"/>
                  </a:lnTo>
                  <a:lnTo>
                    <a:pt x="107302" y="218681"/>
                  </a:lnTo>
                  <a:lnTo>
                    <a:pt x="107302" y="208026"/>
                  </a:lnTo>
                  <a:lnTo>
                    <a:pt x="105397" y="205803"/>
                  </a:lnTo>
                  <a:lnTo>
                    <a:pt x="105397" y="216484"/>
                  </a:lnTo>
                  <a:lnTo>
                    <a:pt x="104381" y="216230"/>
                  </a:lnTo>
                  <a:lnTo>
                    <a:pt x="97967" y="216623"/>
                  </a:lnTo>
                  <a:lnTo>
                    <a:pt x="96456" y="217195"/>
                  </a:lnTo>
                  <a:lnTo>
                    <a:pt x="96761" y="215442"/>
                  </a:lnTo>
                  <a:lnTo>
                    <a:pt x="96596" y="211709"/>
                  </a:lnTo>
                  <a:lnTo>
                    <a:pt x="96431" y="207962"/>
                  </a:lnTo>
                  <a:lnTo>
                    <a:pt x="95770" y="205587"/>
                  </a:lnTo>
                  <a:lnTo>
                    <a:pt x="95770" y="232130"/>
                  </a:lnTo>
                  <a:lnTo>
                    <a:pt x="62128" y="271373"/>
                  </a:lnTo>
                  <a:lnTo>
                    <a:pt x="50444" y="257746"/>
                  </a:lnTo>
                  <a:lnTo>
                    <a:pt x="53035" y="258368"/>
                  </a:lnTo>
                  <a:lnTo>
                    <a:pt x="59436" y="257975"/>
                  </a:lnTo>
                  <a:lnTo>
                    <a:pt x="60871" y="257441"/>
                  </a:lnTo>
                  <a:lnTo>
                    <a:pt x="60579" y="259156"/>
                  </a:lnTo>
                  <a:lnTo>
                    <a:pt x="60744" y="262890"/>
                  </a:lnTo>
                  <a:lnTo>
                    <a:pt x="60909" y="266636"/>
                  </a:lnTo>
                  <a:lnTo>
                    <a:pt x="61734" y="269621"/>
                  </a:lnTo>
                  <a:lnTo>
                    <a:pt x="63411" y="269506"/>
                  </a:lnTo>
                  <a:lnTo>
                    <a:pt x="63957" y="266446"/>
                  </a:lnTo>
                  <a:lnTo>
                    <a:pt x="63614" y="258965"/>
                  </a:lnTo>
                  <a:lnTo>
                    <a:pt x="63157" y="257289"/>
                  </a:lnTo>
                  <a:lnTo>
                    <a:pt x="64630" y="257632"/>
                  </a:lnTo>
                  <a:lnTo>
                    <a:pt x="67843" y="257441"/>
                  </a:lnTo>
                  <a:lnTo>
                    <a:pt x="71043" y="257238"/>
                  </a:lnTo>
                  <a:lnTo>
                    <a:pt x="73609" y="256273"/>
                  </a:lnTo>
                  <a:lnTo>
                    <a:pt x="73507" y="254317"/>
                  </a:lnTo>
                  <a:lnTo>
                    <a:pt x="70878" y="253695"/>
                  </a:lnTo>
                  <a:lnTo>
                    <a:pt x="64465" y="254088"/>
                  </a:lnTo>
                  <a:lnTo>
                    <a:pt x="62953" y="254660"/>
                  </a:lnTo>
                  <a:lnTo>
                    <a:pt x="63258" y="252907"/>
                  </a:lnTo>
                  <a:lnTo>
                    <a:pt x="63093" y="249174"/>
                  </a:lnTo>
                  <a:lnTo>
                    <a:pt x="62928" y="245427"/>
                  </a:lnTo>
                  <a:lnTo>
                    <a:pt x="62103" y="242443"/>
                  </a:lnTo>
                  <a:lnTo>
                    <a:pt x="60426" y="242544"/>
                  </a:lnTo>
                  <a:lnTo>
                    <a:pt x="59880" y="245618"/>
                  </a:lnTo>
                  <a:lnTo>
                    <a:pt x="60223" y="253098"/>
                  </a:lnTo>
                  <a:lnTo>
                    <a:pt x="60667" y="254762"/>
                  </a:lnTo>
                  <a:lnTo>
                    <a:pt x="59270" y="254419"/>
                  </a:lnTo>
                  <a:lnTo>
                    <a:pt x="56070" y="254622"/>
                  </a:lnTo>
                  <a:lnTo>
                    <a:pt x="52870" y="254812"/>
                  </a:lnTo>
                  <a:lnTo>
                    <a:pt x="50304" y="255778"/>
                  </a:lnTo>
                  <a:lnTo>
                    <a:pt x="50380" y="257683"/>
                  </a:lnTo>
                  <a:lnTo>
                    <a:pt x="17881" y="219760"/>
                  </a:lnTo>
                  <a:lnTo>
                    <a:pt x="20447" y="220357"/>
                  </a:lnTo>
                  <a:lnTo>
                    <a:pt x="26860" y="219964"/>
                  </a:lnTo>
                  <a:lnTo>
                    <a:pt x="28295" y="219430"/>
                  </a:lnTo>
                  <a:lnTo>
                    <a:pt x="27990" y="221145"/>
                  </a:lnTo>
                  <a:lnTo>
                    <a:pt x="28168" y="224891"/>
                  </a:lnTo>
                  <a:lnTo>
                    <a:pt x="28333" y="228625"/>
                  </a:lnTo>
                  <a:lnTo>
                    <a:pt x="29159" y="231609"/>
                  </a:lnTo>
                  <a:lnTo>
                    <a:pt x="30835" y="231508"/>
                  </a:lnTo>
                  <a:lnTo>
                    <a:pt x="31381" y="228434"/>
                  </a:lnTo>
                  <a:lnTo>
                    <a:pt x="31038" y="220967"/>
                  </a:lnTo>
                  <a:lnTo>
                    <a:pt x="30568" y="219278"/>
                  </a:lnTo>
                  <a:lnTo>
                    <a:pt x="32054" y="219633"/>
                  </a:lnTo>
                  <a:lnTo>
                    <a:pt x="35255" y="219430"/>
                  </a:lnTo>
                  <a:lnTo>
                    <a:pt x="38455" y="219240"/>
                  </a:lnTo>
                  <a:lnTo>
                    <a:pt x="41021" y="218274"/>
                  </a:lnTo>
                  <a:lnTo>
                    <a:pt x="40932" y="216319"/>
                  </a:lnTo>
                  <a:lnTo>
                    <a:pt x="38290" y="215684"/>
                  </a:lnTo>
                  <a:lnTo>
                    <a:pt x="31889" y="216077"/>
                  </a:lnTo>
                  <a:lnTo>
                    <a:pt x="30378" y="216649"/>
                  </a:lnTo>
                  <a:lnTo>
                    <a:pt x="30683" y="214896"/>
                  </a:lnTo>
                  <a:lnTo>
                    <a:pt x="30505" y="211162"/>
                  </a:lnTo>
                  <a:lnTo>
                    <a:pt x="30340" y="207429"/>
                  </a:lnTo>
                  <a:lnTo>
                    <a:pt x="29514" y="204444"/>
                  </a:lnTo>
                  <a:lnTo>
                    <a:pt x="29146" y="204470"/>
                  </a:lnTo>
                  <a:lnTo>
                    <a:pt x="60921" y="167411"/>
                  </a:lnTo>
                  <a:lnTo>
                    <a:pt x="60502" y="169799"/>
                  </a:lnTo>
                  <a:lnTo>
                    <a:pt x="60845" y="177266"/>
                  </a:lnTo>
                  <a:lnTo>
                    <a:pt x="61290" y="178930"/>
                  </a:lnTo>
                  <a:lnTo>
                    <a:pt x="59893" y="178587"/>
                  </a:lnTo>
                  <a:lnTo>
                    <a:pt x="56692" y="178790"/>
                  </a:lnTo>
                  <a:lnTo>
                    <a:pt x="53479" y="178993"/>
                  </a:lnTo>
                  <a:lnTo>
                    <a:pt x="50914" y="179959"/>
                  </a:lnTo>
                  <a:lnTo>
                    <a:pt x="51015" y="181914"/>
                  </a:lnTo>
                  <a:lnTo>
                    <a:pt x="53657" y="182537"/>
                  </a:lnTo>
                  <a:lnTo>
                    <a:pt x="60058" y="182143"/>
                  </a:lnTo>
                  <a:lnTo>
                    <a:pt x="61493" y="181610"/>
                  </a:lnTo>
                  <a:lnTo>
                    <a:pt x="61201" y="183324"/>
                  </a:lnTo>
                  <a:lnTo>
                    <a:pt x="61366" y="187071"/>
                  </a:lnTo>
                  <a:lnTo>
                    <a:pt x="61531" y="190804"/>
                  </a:lnTo>
                  <a:lnTo>
                    <a:pt x="62357" y="193789"/>
                  </a:lnTo>
                  <a:lnTo>
                    <a:pt x="64033" y="193687"/>
                  </a:lnTo>
                  <a:lnTo>
                    <a:pt x="64579" y="190614"/>
                  </a:lnTo>
                  <a:lnTo>
                    <a:pt x="64236" y="183146"/>
                  </a:lnTo>
                  <a:lnTo>
                    <a:pt x="63779" y="181470"/>
                  </a:lnTo>
                  <a:lnTo>
                    <a:pt x="65252" y="181813"/>
                  </a:lnTo>
                  <a:lnTo>
                    <a:pt x="68465" y="181610"/>
                  </a:lnTo>
                  <a:lnTo>
                    <a:pt x="71666" y="181419"/>
                  </a:lnTo>
                  <a:lnTo>
                    <a:pt x="74231" y="180454"/>
                  </a:lnTo>
                  <a:lnTo>
                    <a:pt x="74206" y="180111"/>
                  </a:lnTo>
                  <a:lnTo>
                    <a:pt x="95542" y="204990"/>
                  </a:lnTo>
                  <a:lnTo>
                    <a:pt x="93929" y="205092"/>
                  </a:lnTo>
                  <a:lnTo>
                    <a:pt x="93383" y="208153"/>
                  </a:lnTo>
                  <a:lnTo>
                    <a:pt x="93726" y="215633"/>
                  </a:lnTo>
                  <a:lnTo>
                    <a:pt x="94170" y="217297"/>
                  </a:lnTo>
                  <a:lnTo>
                    <a:pt x="92786" y="216954"/>
                  </a:lnTo>
                  <a:lnTo>
                    <a:pt x="89573" y="217157"/>
                  </a:lnTo>
                  <a:lnTo>
                    <a:pt x="86372" y="217347"/>
                  </a:lnTo>
                  <a:lnTo>
                    <a:pt x="83807" y="218313"/>
                  </a:lnTo>
                  <a:lnTo>
                    <a:pt x="83896" y="220268"/>
                  </a:lnTo>
                  <a:lnTo>
                    <a:pt x="86537" y="220903"/>
                  </a:lnTo>
                  <a:lnTo>
                    <a:pt x="92951" y="220510"/>
                  </a:lnTo>
                  <a:lnTo>
                    <a:pt x="94373" y="219976"/>
                  </a:lnTo>
                  <a:lnTo>
                    <a:pt x="94081" y="221691"/>
                  </a:lnTo>
                  <a:lnTo>
                    <a:pt x="94246" y="225425"/>
                  </a:lnTo>
                  <a:lnTo>
                    <a:pt x="94424" y="229171"/>
                  </a:lnTo>
                  <a:lnTo>
                    <a:pt x="95250" y="232156"/>
                  </a:lnTo>
                  <a:lnTo>
                    <a:pt x="95770" y="232130"/>
                  </a:lnTo>
                  <a:lnTo>
                    <a:pt x="95770" y="205587"/>
                  </a:lnTo>
                  <a:lnTo>
                    <a:pt x="95631" y="205079"/>
                  </a:lnTo>
                  <a:lnTo>
                    <a:pt x="105397" y="216484"/>
                  </a:lnTo>
                  <a:lnTo>
                    <a:pt x="105397" y="205803"/>
                  </a:lnTo>
                  <a:lnTo>
                    <a:pt x="72491" y="167424"/>
                  </a:lnTo>
                  <a:lnTo>
                    <a:pt x="72491" y="178104"/>
                  </a:lnTo>
                  <a:lnTo>
                    <a:pt x="71501" y="177863"/>
                  </a:lnTo>
                  <a:lnTo>
                    <a:pt x="65087" y="178269"/>
                  </a:lnTo>
                  <a:lnTo>
                    <a:pt x="63576" y="178841"/>
                  </a:lnTo>
                  <a:lnTo>
                    <a:pt x="63881" y="177076"/>
                  </a:lnTo>
                  <a:lnTo>
                    <a:pt x="63715" y="173342"/>
                  </a:lnTo>
                  <a:lnTo>
                    <a:pt x="63550" y="169608"/>
                  </a:lnTo>
                  <a:lnTo>
                    <a:pt x="62750" y="166738"/>
                  </a:lnTo>
                  <a:lnTo>
                    <a:pt x="72491" y="178104"/>
                  </a:lnTo>
                  <a:lnTo>
                    <a:pt x="72491" y="167424"/>
                  </a:lnTo>
                  <a:lnTo>
                    <a:pt x="71272" y="166001"/>
                  </a:lnTo>
                  <a:lnTo>
                    <a:pt x="62661" y="155956"/>
                  </a:lnTo>
                  <a:lnTo>
                    <a:pt x="62661" y="166636"/>
                  </a:lnTo>
                  <a:lnTo>
                    <a:pt x="61531" y="166700"/>
                  </a:lnTo>
                  <a:lnTo>
                    <a:pt x="62128" y="166001"/>
                  </a:lnTo>
                  <a:lnTo>
                    <a:pt x="62661" y="166636"/>
                  </a:lnTo>
                  <a:lnTo>
                    <a:pt x="62661" y="155956"/>
                  </a:lnTo>
                  <a:lnTo>
                    <a:pt x="62128" y="155333"/>
                  </a:lnTo>
                  <a:lnTo>
                    <a:pt x="28092" y="195046"/>
                  </a:lnTo>
                  <a:lnTo>
                    <a:pt x="28092" y="216763"/>
                  </a:lnTo>
                  <a:lnTo>
                    <a:pt x="26695" y="216420"/>
                  </a:lnTo>
                  <a:lnTo>
                    <a:pt x="23482" y="216611"/>
                  </a:lnTo>
                  <a:lnTo>
                    <a:pt x="20281" y="216814"/>
                  </a:lnTo>
                  <a:lnTo>
                    <a:pt x="17805" y="217754"/>
                  </a:lnTo>
                  <a:lnTo>
                    <a:pt x="17805" y="219671"/>
                  </a:lnTo>
                  <a:lnTo>
                    <a:pt x="16967" y="218681"/>
                  </a:lnTo>
                  <a:lnTo>
                    <a:pt x="17716" y="217817"/>
                  </a:lnTo>
                  <a:lnTo>
                    <a:pt x="17805" y="219671"/>
                  </a:lnTo>
                  <a:lnTo>
                    <a:pt x="17805" y="217754"/>
                  </a:lnTo>
                  <a:lnTo>
                    <a:pt x="27508" y="206387"/>
                  </a:lnTo>
                  <a:lnTo>
                    <a:pt x="27292" y="207619"/>
                  </a:lnTo>
                  <a:lnTo>
                    <a:pt x="27647" y="215087"/>
                  </a:lnTo>
                  <a:lnTo>
                    <a:pt x="28092" y="216763"/>
                  </a:lnTo>
                  <a:lnTo>
                    <a:pt x="28092" y="195046"/>
                  </a:lnTo>
                  <a:lnTo>
                    <a:pt x="7823" y="218681"/>
                  </a:lnTo>
                  <a:lnTo>
                    <a:pt x="62128" y="282028"/>
                  </a:lnTo>
                  <a:lnTo>
                    <a:pt x="71272" y="271373"/>
                  </a:lnTo>
                  <a:lnTo>
                    <a:pt x="116446" y="218681"/>
                  </a:lnTo>
                  <a:close/>
                </a:path>
                <a:path w="318770" h="359409">
                  <a:moveTo>
                    <a:pt x="165620" y="295846"/>
                  </a:moveTo>
                  <a:lnTo>
                    <a:pt x="156489" y="285203"/>
                  </a:lnTo>
                  <a:lnTo>
                    <a:pt x="156489" y="295846"/>
                  </a:lnTo>
                  <a:lnTo>
                    <a:pt x="111315" y="348538"/>
                  </a:lnTo>
                  <a:lnTo>
                    <a:pt x="99631" y="334924"/>
                  </a:lnTo>
                  <a:lnTo>
                    <a:pt x="102209" y="335534"/>
                  </a:lnTo>
                  <a:lnTo>
                    <a:pt x="108623" y="335127"/>
                  </a:lnTo>
                  <a:lnTo>
                    <a:pt x="110045" y="334594"/>
                  </a:lnTo>
                  <a:lnTo>
                    <a:pt x="109753" y="336321"/>
                  </a:lnTo>
                  <a:lnTo>
                    <a:pt x="109918" y="340055"/>
                  </a:lnTo>
                  <a:lnTo>
                    <a:pt x="110083" y="343789"/>
                  </a:lnTo>
                  <a:lnTo>
                    <a:pt x="110921" y="346773"/>
                  </a:lnTo>
                  <a:lnTo>
                    <a:pt x="112598" y="346671"/>
                  </a:lnTo>
                  <a:lnTo>
                    <a:pt x="113131" y="343598"/>
                  </a:lnTo>
                  <a:lnTo>
                    <a:pt x="112788" y="336130"/>
                  </a:lnTo>
                  <a:lnTo>
                    <a:pt x="111975" y="333133"/>
                  </a:lnTo>
                  <a:lnTo>
                    <a:pt x="112445" y="330073"/>
                  </a:lnTo>
                  <a:lnTo>
                    <a:pt x="112268" y="326326"/>
                  </a:lnTo>
                  <a:lnTo>
                    <a:pt x="112102" y="322592"/>
                  </a:lnTo>
                  <a:lnTo>
                    <a:pt x="111277" y="319608"/>
                  </a:lnTo>
                  <a:lnTo>
                    <a:pt x="109601" y="319709"/>
                  </a:lnTo>
                  <a:lnTo>
                    <a:pt x="109054" y="322783"/>
                  </a:lnTo>
                  <a:lnTo>
                    <a:pt x="109397" y="330250"/>
                  </a:lnTo>
                  <a:lnTo>
                    <a:pt x="109855" y="331927"/>
                  </a:lnTo>
                  <a:lnTo>
                    <a:pt x="108445" y="331584"/>
                  </a:lnTo>
                  <a:lnTo>
                    <a:pt x="105244" y="331774"/>
                  </a:lnTo>
                  <a:lnTo>
                    <a:pt x="102044" y="331978"/>
                  </a:lnTo>
                  <a:lnTo>
                    <a:pt x="99479" y="332943"/>
                  </a:lnTo>
                  <a:lnTo>
                    <a:pt x="99555" y="334848"/>
                  </a:lnTo>
                  <a:lnTo>
                    <a:pt x="67056" y="296926"/>
                  </a:lnTo>
                  <a:lnTo>
                    <a:pt x="69634" y="297522"/>
                  </a:lnTo>
                  <a:lnTo>
                    <a:pt x="76034" y="297129"/>
                  </a:lnTo>
                  <a:lnTo>
                    <a:pt x="77470" y="296595"/>
                  </a:lnTo>
                  <a:lnTo>
                    <a:pt x="77177" y="298310"/>
                  </a:lnTo>
                  <a:lnTo>
                    <a:pt x="77343" y="302044"/>
                  </a:lnTo>
                  <a:lnTo>
                    <a:pt x="77508" y="305790"/>
                  </a:lnTo>
                  <a:lnTo>
                    <a:pt x="78333" y="308775"/>
                  </a:lnTo>
                  <a:lnTo>
                    <a:pt x="80010" y="308673"/>
                  </a:lnTo>
                  <a:lnTo>
                    <a:pt x="80556" y="305600"/>
                  </a:lnTo>
                  <a:lnTo>
                    <a:pt x="80213" y="298119"/>
                  </a:lnTo>
                  <a:lnTo>
                    <a:pt x="79743" y="296456"/>
                  </a:lnTo>
                  <a:lnTo>
                    <a:pt x="81229" y="296799"/>
                  </a:lnTo>
                  <a:lnTo>
                    <a:pt x="84429" y="296595"/>
                  </a:lnTo>
                  <a:lnTo>
                    <a:pt x="87642" y="296392"/>
                  </a:lnTo>
                  <a:lnTo>
                    <a:pt x="90208" y="295427"/>
                  </a:lnTo>
                  <a:lnTo>
                    <a:pt x="90106" y="293471"/>
                  </a:lnTo>
                  <a:lnTo>
                    <a:pt x="87464" y="292849"/>
                  </a:lnTo>
                  <a:lnTo>
                    <a:pt x="81064" y="293243"/>
                  </a:lnTo>
                  <a:lnTo>
                    <a:pt x="79552" y="293814"/>
                  </a:lnTo>
                  <a:lnTo>
                    <a:pt x="79857" y="292061"/>
                  </a:lnTo>
                  <a:lnTo>
                    <a:pt x="79692" y="288328"/>
                  </a:lnTo>
                  <a:lnTo>
                    <a:pt x="79527" y="284581"/>
                  </a:lnTo>
                  <a:lnTo>
                    <a:pt x="78689" y="281597"/>
                  </a:lnTo>
                  <a:lnTo>
                    <a:pt x="78333" y="281622"/>
                  </a:lnTo>
                  <a:lnTo>
                    <a:pt x="111315" y="243154"/>
                  </a:lnTo>
                  <a:lnTo>
                    <a:pt x="156489" y="295846"/>
                  </a:lnTo>
                  <a:lnTo>
                    <a:pt x="156489" y="285203"/>
                  </a:lnTo>
                  <a:lnTo>
                    <a:pt x="120446" y="243154"/>
                  </a:lnTo>
                  <a:lnTo>
                    <a:pt x="111315" y="232498"/>
                  </a:lnTo>
                  <a:lnTo>
                    <a:pt x="77266" y="272211"/>
                  </a:lnTo>
                  <a:lnTo>
                    <a:pt x="77266" y="293916"/>
                  </a:lnTo>
                  <a:lnTo>
                    <a:pt x="75869" y="293573"/>
                  </a:lnTo>
                  <a:lnTo>
                    <a:pt x="72669" y="293776"/>
                  </a:lnTo>
                  <a:lnTo>
                    <a:pt x="69456" y="293979"/>
                  </a:lnTo>
                  <a:lnTo>
                    <a:pt x="66979" y="294906"/>
                  </a:lnTo>
                  <a:lnTo>
                    <a:pt x="66979" y="296837"/>
                  </a:lnTo>
                  <a:lnTo>
                    <a:pt x="66141" y="295846"/>
                  </a:lnTo>
                  <a:lnTo>
                    <a:pt x="66890" y="294982"/>
                  </a:lnTo>
                  <a:lnTo>
                    <a:pt x="66979" y="296837"/>
                  </a:lnTo>
                  <a:lnTo>
                    <a:pt x="66979" y="294906"/>
                  </a:lnTo>
                  <a:lnTo>
                    <a:pt x="76695" y="283540"/>
                  </a:lnTo>
                  <a:lnTo>
                    <a:pt x="76479" y="284772"/>
                  </a:lnTo>
                  <a:lnTo>
                    <a:pt x="76822" y="292252"/>
                  </a:lnTo>
                  <a:lnTo>
                    <a:pt x="77266" y="293916"/>
                  </a:lnTo>
                  <a:lnTo>
                    <a:pt x="77266" y="272211"/>
                  </a:lnTo>
                  <a:lnTo>
                    <a:pt x="56997" y="295846"/>
                  </a:lnTo>
                  <a:lnTo>
                    <a:pt x="111315" y="359194"/>
                  </a:lnTo>
                  <a:lnTo>
                    <a:pt x="120446" y="348538"/>
                  </a:lnTo>
                  <a:lnTo>
                    <a:pt x="165620" y="295846"/>
                  </a:lnTo>
                  <a:close/>
                </a:path>
                <a:path w="318770" h="359409">
                  <a:moveTo>
                    <a:pt x="318516" y="63360"/>
                  </a:moveTo>
                  <a:lnTo>
                    <a:pt x="309384" y="52717"/>
                  </a:lnTo>
                  <a:lnTo>
                    <a:pt x="309384" y="63360"/>
                  </a:lnTo>
                  <a:lnTo>
                    <a:pt x="299262" y="75158"/>
                  </a:lnTo>
                  <a:lnTo>
                    <a:pt x="299542" y="73647"/>
                  </a:lnTo>
                  <a:lnTo>
                    <a:pt x="299199" y="66167"/>
                  </a:lnTo>
                  <a:lnTo>
                    <a:pt x="298729" y="64490"/>
                  </a:lnTo>
                  <a:lnTo>
                    <a:pt x="300215" y="64846"/>
                  </a:lnTo>
                  <a:lnTo>
                    <a:pt x="303415" y="64643"/>
                  </a:lnTo>
                  <a:lnTo>
                    <a:pt x="306628" y="64439"/>
                  </a:lnTo>
                  <a:lnTo>
                    <a:pt x="309194" y="63474"/>
                  </a:lnTo>
                  <a:lnTo>
                    <a:pt x="309168" y="63119"/>
                  </a:lnTo>
                  <a:lnTo>
                    <a:pt x="309384" y="63360"/>
                  </a:lnTo>
                  <a:lnTo>
                    <a:pt x="309384" y="52717"/>
                  </a:lnTo>
                  <a:lnTo>
                    <a:pt x="307467" y="50482"/>
                  </a:lnTo>
                  <a:lnTo>
                    <a:pt x="307467" y="61150"/>
                  </a:lnTo>
                  <a:lnTo>
                    <a:pt x="306451" y="60896"/>
                  </a:lnTo>
                  <a:lnTo>
                    <a:pt x="300050" y="61290"/>
                  </a:lnTo>
                  <a:lnTo>
                    <a:pt x="298538" y="61861"/>
                  </a:lnTo>
                  <a:lnTo>
                    <a:pt x="298843" y="60109"/>
                  </a:lnTo>
                  <a:lnTo>
                    <a:pt x="298678" y="56375"/>
                  </a:lnTo>
                  <a:lnTo>
                    <a:pt x="298500" y="52641"/>
                  </a:lnTo>
                  <a:lnTo>
                    <a:pt x="297865" y="50380"/>
                  </a:lnTo>
                  <a:lnTo>
                    <a:pt x="297865" y="76796"/>
                  </a:lnTo>
                  <a:lnTo>
                    <a:pt x="264210" y="116039"/>
                  </a:lnTo>
                  <a:lnTo>
                    <a:pt x="252526" y="102438"/>
                  </a:lnTo>
                  <a:lnTo>
                    <a:pt x="255104" y="103035"/>
                  </a:lnTo>
                  <a:lnTo>
                    <a:pt x="261518" y="102641"/>
                  </a:lnTo>
                  <a:lnTo>
                    <a:pt x="262940" y="102108"/>
                  </a:lnTo>
                  <a:lnTo>
                    <a:pt x="262648" y="103822"/>
                  </a:lnTo>
                  <a:lnTo>
                    <a:pt x="262813" y="107569"/>
                  </a:lnTo>
                  <a:lnTo>
                    <a:pt x="262991" y="111302"/>
                  </a:lnTo>
                  <a:lnTo>
                    <a:pt x="263817" y="114287"/>
                  </a:lnTo>
                  <a:lnTo>
                    <a:pt x="265493" y="114185"/>
                  </a:lnTo>
                  <a:lnTo>
                    <a:pt x="266039" y="111112"/>
                  </a:lnTo>
                  <a:lnTo>
                    <a:pt x="265684" y="103632"/>
                  </a:lnTo>
                  <a:lnTo>
                    <a:pt x="265226" y="101955"/>
                  </a:lnTo>
                  <a:lnTo>
                    <a:pt x="266712" y="102311"/>
                  </a:lnTo>
                  <a:lnTo>
                    <a:pt x="269913" y="102108"/>
                  </a:lnTo>
                  <a:lnTo>
                    <a:pt x="273113" y="101904"/>
                  </a:lnTo>
                  <a:lnTo>
                    <a:pt x="275678" y="100952"/>
                  </a:lnTo>
                  <a:lnTo>
                    <a:pt x="275590" y="98983"/>
                  </a:lnTo>
                  <a:lnTo>
                    <a:pt x="272948" y="98361"/>
                  </a:lnTo>
                  <a:lnTo>
                    <a:pt x="266534" y="98755"/>
                  </a:lnTo>
                  <a:lnTo>
                    <a:pt x="265023" y="99326"/>
                  </a:lnTo>
                  <a:lnTo>
                    <a:pt x="265341" y="97574"/>
                  </a:lnTo>
                  <a:lnTo>
                    <a:pt x="265163" y="93840"/>
                  </a:lnTo>
                  <a:lnTo>
                    <a:pt x="264998" y="90093"/>
                  </a:lnTo>
                  <a:lnTo>
                    <a:pt x="264172" y="87122"/>
                  </a:lnTo>
                  <a:lnTo>
                    <a:pt x="262496" y="87223"/>
                  </a:lnTo>
                  <a:lnTo>
                    <a:pt x="261950" y="90284"/>
                  </a:lnTo>
                  <a:lnTo>
                    <a:pt x="262293" y="97764"/>
                  </a:lnTo>
                  <a:lnTo>
                    <a:pt x="262737" y="99428"/>
                  </a:lnTo>
                  <a:lnTo>
                    <a:pt x="261340" y="99085"/>
                  </a:lnTo>
                  <a:lnTo>
                    <a:pt x="258140" y="99288"/>
                  </a:lnTo>
                  <a:lnTo>
                    <a:pt x="254939" y="99491"/>
                  </a:lnTo>
                  <a:lnTo>
                    <a:pt x="252374" y="100444"/>
                  </a:lnTo>
                  <a:lnTo>
                    <a:pt x="252450" y="102349"/>
                  </a:lnTo>
                  <a:lnTo>
                    <a:pt x="219938" y="64427"/>
                  </a:lnTo>
                  <a:lnTo>
                    <a:pt x="222529" y="65036"/>
                  </a:lnTo>
                  <a:lnTo>
                    <a:pt x="228930" y="64630"/>
                  </a:lnTo>
                  <a:lnTo>
                    <a:pt x="230365" y="64096"/>
                  </a:lnTo>
                  <a:lnTo>
                    <a:pt x="230073" y="65824"/>
                  </a:lnTo>
                  <a:lnTo>
                    <a:pt x="230238" y="69557"/>
                  </a:lnTo>
                  <a:lnTo>
                    <a:pt x="230403" y="73291"/>
                  </a:lnTo>
                  <a:lnTo>
                    <a:pt x="231228" y="76276"/>
                  </a:lnTo>
                  <a:lnTo>
                    <a:pt x="232905" y="76174"/>
                  </a:lnTo>
                  <a:lnTo>
                    <a:pt x="233451" y="73113"/>
                  </a:lnTo>
                  <a:lnTo>
                    <a:pt x="233108" y="65633"/>
                  </a:lnTo>
                  <a:lnTo>
                    <a:pt x="232651" y="63957"/>
                  </a:lnTo>
                  <a:lnTo>
                    <a:pt x="234124" y="64300"/>
                  </a:lnTo>
                  <a:lnTo>
                    <a:pt x="237337" y="64109"/>
                  </a:lnTo>
                  <a:lnTo>
                    <a:pt x="240538" y="63906"/>
                  </a:lnTo>
                  <a:lnTo>
                    <a:pt x="243103" y="62941"/>
                  </a:lnTo>
                  <a:lnTo>
                    <a:pt x="243001" y="60985"/>
                  </a:lnTo>
                  <a:lnTo>
                    <a:pt x="240372" y="60350"/>
                  </a:lnTo>
                  <a:lnTo>
                    <a:pt x="233959" y="60756"/>
                  </a:lnTo>
                  <a:lnTo>
                    <a:pt x="232448" y="61328"/>
                  </a:lnTo>
                  <a:lnTo>
                    <a:pt x="232752" y="59575"/>
                  </a:lnTo>
                  <a:lnTo>
                    <a:pt x="232587" y="55829"/>
                  </a:lnTo>
                  <a:lnTo>
                    <a:pt x="232422" y="52095"/>
                  </a:lnTo>
                  <a:lnTo>
                    <a:pt x="231597" y="49110"/>
                  </a:lnTo>
                  <a:lnTo>
                    <a:pt x="231228" y="49136"/>
                  </a:lnTo>
                  <a:lnTo>
                    <a:pt x="262991" y="12090"/>
                  </a:lnTo>
                  <a:lnTo>
                    <a:pt x="262572" y="14465"/>
                  </a:lnTo>
                  <a:lnTo>
                    <a:pt x="262915" y="21932"/>
                  </a:lnTo>
                  <a:lnTo>
                    <a:pt x="263372" y="23609"/>
                  </a:lnTo>
                  <a:lnTo>
                    <a:pt x="261962" y="23266"/>
                  </a:lnTo>
                  <a:lnTo>
                    <a:pt x="258762" y="23456"/>
                  </a:lnTo>
                  <a:lnTo>
                    <a:pt x="255562" y="23660"/>
                  </a:lnTo>
                  <a:lnTo>
                    <a:pt x="252996" y="24625"/>
                  </a:lnTo>
                  <a:lnTo>
                    <a:pt x="253085" y="26581"/>
                  </a:lnTo>
                  <a:lnTo>
                    <a:pt x="255727" y="27216"/>
                  </a:lnTo>
                  <a:lnTo>
                    <a:pt x="262140" y="26809"/>
                  </a:lnTo>
                  <a:lnTo>
                    <a:pt x="263563" y="26276"/>
                  </a:lnTo>
                  <a:lnTo>
                    <a:pt x="263271" y="28003"/>
                  </a:lnTo>
                  <a:lnTo>
                    <a:pt x="263436" y="31737"/>
                  </a:lnTo>
                  <a:lnTo>
                    <a:pt x="263613" y="35471"/>
                  </a:lnTo>
                  <a:lnTo>
                    <a:pt x="264439" y="38455"/>
                  </a:lnTo>
                  <a:lnTo>
                    <a:pt x="266115" y="38354"/>
                  </a:lnTo>
                  <a:lnTo>
                    <a:pt x="266649" y="35293"/>
                  </a:lnTo>
                  <a:lnTo>
                    <a:pt x="266306" y="27813"/>
                  </a:lnTo>
                  <a:lnTo>
                    <a:pt x="265849" y="26136"/>
                  </a:lnTo>
                  <a:lnTo>
                    <a:pt x="267335" y="26479"/>
                  </a:lnTo>
                  <a:lnTo>
                    <a:pt x="270535" y="26289"/>
                  </a:lnTo>
                  <a:lnTo>
                    <a:pt x="273735" y="26085"/>
                  </a:lnTo>
                  <a:lnTo>
                    <a:pt x="276301" y="25120"/>
                  </a:lnTo>
                  <a:lnTo>
                    <a:pt x="276275" y="24777"/>
                  </a:lnTo>
                  <a:lnTo>
                    <a:pt x="297637" y="49669"/>
                  </a:lnTo>
                  <a:lnTo>
                    <a:pt x="295998" y="49758"/>
                  </a:lnTo>
                  <a:lnTo>
                    <a:pt x="295465" y="52819"/>
                  </a:lnTo>
                  <a:lnTo>
                    <a:pt x="295808" y="60299"/>
                  </a:lnTo>
                  <a:lnTo>
                    <a:pt x="296252" y="61963"/>
                  </a:lnTo>
                  <a:lnTo>
                    <a:pt x="294855" y="61620"/>
                  </a:lnTo>
                  <a:lnTo>
                    <a:pt x="291655" y="61823"/>
                  </a:lnTo>
                  <a:lnTo>
                    <a:pt x="288442" y="62026"/>
                  </a:lnTo>
                  <a:lnTo>
                    <a:pt x="285877" y="62992"/>
                  </a:lnTo>
                  <a:lnTo>
                    <a:pt x="285978" y="64947"/>
                  </a:lnTo>
                  <a:lnTo>
                    <a:pt x="288607" y="65570"/>
                  </a:lnTo>
                  <a:lnTo>
                    <a:pt x="295021" y="65176"/>
                  </a:lnTo>
                  <a:lnTo>
                    <a:pt x="296456" y="64643"/>
                  </a:lnTo>
                  <a:lnTo>
                    <a:pt x="296164" y="66357"/>
                  </a:lnTo>
                  <a:lnTo>
                    <a:pt x="296329" y="70091"/>
                  </a:lnTo>
                  <a:lnTo>
                    <a:pt x="296494" y="73837"/>
                  </a:lnTo>
                  <a:lnTo>
                    <a:pt x="297319" y="76822"/>
                  </a:lnTo>
                  <a:lnTo>
                    <a:pt x="297865" y="76796"/>
                  </a:lnTo>
                  <a:lnTo>
                    <a:pt x="297865" y="50380"/>
                  </a:lnTo>
                  <a:lnTo>
                    <a:pt x="297688" y="49733"/>
                  </a:lnTo>
                  <a:lnTo>
                    <a:pt x="307467" y="61150"/>
                  </a:lnTo>
                  <a:lnTo>
                    <a:pt x="307467" y="50482"/>
                  </a:lnTo>
                  <a:lnTo>
                    <a:pt x="274574" y="12115"/>
                  </a:lnTo>
                  <a:lnTo>
                    <a:pt x="274574" y="22783"/>
                  </a:lnTo>
                  <a:lnTo>
                    <a:pt x="273570" y="22529"/>
                  </a:lnTo>
                  <a:lnTo>
                    <a:pt x="267157" y="22936"/>
                  </a:lnTo>
                  <a:lnTo>
                    <a:pt x="265645" y="23507"/>
                  </a:lnTo>
                  <a:lnTo>
                    <a:pt x="265950" y="21755"/>
                  </a:lnTo>
                  <a:lnTo>
                    <a:pt x="265785" y="18008"/>
                  </a:lnTo>
                  <a:lnTo>
                    <a:pt x="265620" y="14274"/>
                  </a:lnTo>
                  <a:lnTo>
                    <a:pt x="264807" y="11379"/>
                  </a:lnTo>
                  <a:lnTo>
                    <a:pt x="274574" y="22783"/>
                  </a:lnTo>
                  <a:lnTo>
                    <a:pt x="274574" y="12115"/>
                  </a:lnTo>
                  <a:lnTo>
                    <a:pt x="273342" y="10668"/>
                  </a:lnTo>
                  <a:lnTo>
                    <a:pt x="264744" y="635"/>
                  </a:lnTo>
                  <a:lnTo>
                    <a:pt x="264744" y="11303"/>
                  </a:lnTo>
                  <a:lnTo>
                    <a:pt x="263613" y="11366"/>
                  </a:lnTo>
                  <a:lnTo>
                    <a:pt x="264210" y="10668"/>
                  </a:lnTo>
                  <a:lnTo>
                    <a:pt x="264744" y="11303"/>
                  </a:lnTo>
                  <a:lnTo>
                    <a:pt x="264744" y="635"/>
                  </a:lnTo>
                  <a:lnTo>
                    <a:pt x="264210" y="0"/>
                  </a:lnTo>
                  <a:lnTo>
                    <a:pt x="230162" y="39725"/>
                  </a:lnTo>
                  <a:lnTo>
                    <a:pt x="230162" y="61429"/>
                  </a:lnTo>
                  <a:lnTo>
                    <a:pt x="228765" y="61087"/>
                  </a:lnTo>
                  <a:lnTo>
                    <a:pt x="225564" y="61277"/>
                  </a:lnTo>
                  <a:lnTo>
                    <a:pt x="222364" y="61480"/>
                  </a:lnTo>
                  <a:lnTo>
                    <a:pt x="219875" y="62433"/>
                  </a:lnTo>
                  <a:lnTo>
                    <a:pt x="219875" y="64350"/>
                  </a:lnTo>
                  <a:lnTo>
                    <a:pt x="219036" y="63360"/>
                  </a:lnTo>
                  <a:lnTo>
                    <a:pt x="219798" y="62471"/>
                  </a:lnTo>
                  <a:lnTo>
                    <a:pt x="219875" y="64350"/>
                  </a:lnTo>
                  <a:lnTo>
                    <a:pt x="219875" y="62433"/>
                  </a:lnTo>
                  <a:lnTo>
                    <a:pt x="229590" y="51054"/>
                  </a:lnTo>
                  <a:lnTo>
                    <a:pt x="229374" y="52285"/>
                  </a:lnTo>
                  <a:lnTo>
                    <a:pt x="229717" y="59753"/>
                  </a:lnTo>
                  <a:lnTo>
                    <a:pt x="230162" y="61429"/>
                  </a:lnTo>
                  <a:lnTo>
                    <a:pt x="230162" y="39725"/>
                  </a:lnTo>
                  <a:lnTo>
                    <a:pt x="213677" y="58940"/>
                  </a:lnTo>
                  <a:lnTo>
                    <a:pt x="208343" y="52717"/>
                  </a:lnTo>
                  <a:lnTo>
                    <a:pt x="208343" y="63360"/>
                  </a:lnTo>
                  <a:lnTo>
                    <a:pt x="198221" y="75158"/>
                  </a:lnTo>
                  <a:lnTo>
                    <a:pt x="198501" y="73647"/>
                  </a:lnTo>
                  <a:lnTo>
                    <a:pt x="198158" y="66167"/>
                  </a:lnTo>
                  <a:lnTo>
                    <a:pt x="197700" y="64490"/>
                  </a:lnTo>
                  <a:lnTo>
                    <a:pt x="199174" y="64846"/>
                  </a:lnTo>
                  <a:lnTo>
                    <a:pt x="202387" y="64643"/>
                  </a:lnTo>
                  <a:lnTo>
                    <a:pt x="205587" y="64439"/>
                  </a:lnTo>
                  <a:lnTo>
                    <a:pt x="208153" y="63474"/>
                  </a:lnTo>
                  <a:lnTo>
                    <a:pt x="208127" y="63131"/>
                  </a:lnTo>
                  <a:lnTo>
                    <a:pt x="208343" y="63360"/>
                  </a:lnTo>
                  <a:lnTo>
                    <a:pt x="208343" y="52717"/>
                  </a:lnTo>
                  <a:lnTo>
                    <a:pt x="206425" y="50482"/>
                  </a:lnTo>
                  <a:lnTo>
                    <a:pt x="206425" y="61137"/>
                  </a:lnTo>
                  <a:lnTo>
                    <a:pt x="205422" y="60896"/>
                  </a:lnTo>
                  <a:lnTo>
                    <a:pt x="199009" y="61290"/>
                  </a:lnTo>
                  <a:lnTo>
                    <a:pt x="197497" y="61861"/>
                  </a:lnTo>
                  <a:lnTo>
                    <a:pt x="197802" y="60109"/>
                  </a:lnTo>
                  <a:lnTo>
                    <a:pt x="197637" y="56375"/>
                  </a:lnTo>
                  <a:lnTo>
                    <a:pt x="197472" y="52641"/>
                  </a:lnTo>
                  <a:lnTo>
                    <a:pt x="196824" y="50342"/>
                  </a:lnTo>
                  <a:lnTo>
                    <a:pt x="196824" y="76796"/>
                  </a:lnTo>
                  <a:lnTo>
                    <a:pt x="163169" y="116039"/>
                  </a:lnTo>
                  <a:lnTo>
                    <a:pt x="151485" y="102438"/>
                  </a:lnTo>
                  <a:lnTo>
                    <a:pt x="154063" y="103035"/>
                  </a:lnTo>
                  <a:lnTo>
                    <a:pt x="160477" y="102641"/>
                  </a:lnTo>
                  <a:lnTo>
                    <a:pt x="161912" y="102108"/>
                  </a:lnTo>
                  <a:lnTo>
                    <a:pt x="161620" y="103822"/>
                  </a:lnTo>
                  <a:lnTo>
                    <a:pt x="161785" y="107569"/>
                  </a:lnTo>
                  <a:lnTo>
                    <a:pt x="161950" y="111302"/>
                  </a:lnTo>
                  <a:lnTo>
                    <a:pt x="162775" y="114287"/>
                  </a:lnTo>
                  <a:lnTo>
                    <a:pt x="164452" y="114185"/>
                  </a:lnTo>
                  <a:lnTo>
                    <a:pt x="164998" y="111112"/>
                  </a:lnTo>
                  <a:lnTo>
                    <a:pt x="164655" y="103632"/>
                  </a:lnTo>
                  <a:lnTo>
                    <a:pt x="164185" y="101955"/>
                  </a:lnTo>
                  <a:lnTo>
                    <a:pt x="165671" y="102311"/>
                  </a:lnTo>
                  <a:lnTo>
                    <a:pt x="168871" y="102108"/>
                  </a:lnTo>
                  <a:lnTo>
                    <a:pt x="172085" y="101904"/>
                  </a:lnTo>
                  <a:lnTo>
                    <a:pt x="174650" y="100952"/>
                  </a:lnTo>
                  <a:lnTo>
                    <a:pt x="174548" y="98983"/>
                  </a:lnTo>
                  <a:lnTo>
                    <a:pt x="171907" y="98361"/>
                  </a:lnTo>
                  <a:lnTo>
                    <a:pt x="165506" y="98755"/>
                  </a:lnTo>
                  <a:lnTo>
                    <a:pt x="163995" y="99326"/>
                  </a:lnTo>
                  <a:lnTo>
                    <a:pt x="164299" y="97574"/>
                  </a:lnTo>
                  <a:lnTo>
                    <a:pt x="164134" y="93840"/>
                  </a:lnTo>
                  <a:lnTo>
                    <a:pt x="163957" y="90093"/>
                  </a:lnTo>
                  <a:lnTo>
                    <a:pt x="163131" y="87122"/>
                  </a:lnTo>
                  <a:lnTo>
                    <a:pt x="161455" y="87223"/>
                  </a:lnTo>
                  <a:lnTo>
                    <a:pt x="160909" y="90284"/>
                  </a:lnTo>
                  <a:lnTo>
                    <a:pt x="161264" y="97764"/>
                  </a:lnTo>
                  <a:lnTo>
                    <a:pt x="161709" y="99428"/>
                  </a:lnTo>
                  <a:lnTo>
                    <a:pt x="160312" y="99085"/>
                  </a:lnTo>
                  <a:lnTo>
                    <a:pt x="157111" y="99288"/>
                  </a:lnTo>
                  <a:lnTo>
                    <a:pt x="153898" y="99491"/>
                  </a:lnTo>
                  <a:lnTo>
                    <a:pt x="151333" y="100444"/>
                  </a:lnTo>
                  <a:lnTo>
                    <a:pt x="151422" y="102362"/>
                  </a:lnTo>
                  <a:lnTo>
                    <a:pt x="118897" y="64427"/>
                  </a:lnTo>
                  <a:lnTo>
                    <a:pt x="121488" y="65036"/>
                  </a:lnTo>
                  <a:lnTo>
                    <a:pt x="127901" y="64630"/>
                  </a:lnTo>
                  <a:lnTo>
                    <a:pt x="129324" y="64096"/>
                  </a:lnTo>
                  <a:lnTo>
                    <a:pt x="129032" y="65824"/>
                  </a:lnTo>
                  <a:lnTo>
                    <a:pt x="129197" y="69557"/>
                  </a:lnTo>
                  <a:lnTo>
                    <a:pt x="129362" y="73291"/>
                  </a:lnTo>
                  <a:lnTo>
                    <a:pt x="130200" y="76276"/>
                  </a:lnTo>
                  <a:lnTo>
                    <a:pt x="131876" y="76174"/>
                  </a:lnTo>
                  <a:lnTo>
                    <a:pt x="132410" y="73113"/>
                  </a:lnTo>
                  <a:lnTo>
                    <a:pt x="132067" y="65633"/>
                  </a:lnTo>
                  <a:lnTo>
                    <a:pt x="131610" y="63957"/>
                  </a:lnTo>
                  <a:lnTo>
                    <a:pt x="133096" y="64300"/>
                  </a:lnTo>
                  <a:lnTo>
                    <a:pt x="136296" y="64109"/>
                  </a:lnTo>
                  <a:lnTo>
                    <a:pt x="139496" y="63906"/>
                  </a:lnTo>
                  <a:lnTo>
                    <a:pt x="142062" y="62941"/>
                  </a:lnTo>
                  <a:lnTo>
                    <a:pt x="141973" y="60985"/>
                  </a:lnTo>
                  <a:lnTo>
                    <a:pt x="139331" y="60350"/>
                  </a:lnTo>
                  <a:lnTo>
                    <a:pt x="132918" y="60756"/>
                  </a:lnTo>
                  <a:lnTo>
                    <a:pt x="131406" y="61328"/>
                  </a:lnTo>
                  <a:lnTo>
                    <a:pt x="131711" y="59575"/>
                  </a:lnTo>
                  <a:lnTo>
                    <a:pt x="131546" y="55829"/>
                  </a:lnTo>
                  <a:lnTo>
                    <a:pt x="131381" y="52095"/>
                  </a:lnTo>
                  <a:lnTo>
                    <a:pt x="130556" y="49110"/>
                  </a:lnTo>
                  <a:lnTo>
                    <a:pt x="130187" y="49136"/>
                  </a:lnTo>
                  <a:lnTo>
                    <a:pt x="161950" y="12090"/>
                  </a:lnTo>
                  <a:lnTo>
                    <a:pt x="161531" y="14465"/>
                  </a:lnTo>
                  <a:lnTo>
                    <a:pt x="161886" y="21932"/>
                  </a:lnTo>
                  <a:lnTo>
                    <a:pt x="162331" y="23609"/>
                  </a:lnTo>
                  <a:lnTo>
                    <a:pt x="160934" y="23266"/>
                  </a:lnTo>
                  <a:lnTo>
                    <a:pt x="157734" y="23456"/>
                  </a:lnTo>
                  <a:lnTo>
                    <a:pt x="154520" y="23660"/>
                  </a:lnTo>
                  <a:lnTo>
                    <a:pt x="151955" y="24625"/>
                  </a:lnTo>
                  <a:lnTo>
                    <a:pt x="152057" y="26581"/>
                  </a:lnTo>
                  <a:lnTo>
                    <a:pt x="154686" y="27216"/>
                  </a:lnTo>
                  <a:lnTo>
                    <a:pt x="161099" y="26809"/>
                  </a:lnTo>
                  <a:lnTo>
                    <a:pt x="162521" y="26276"/>
                  </a:lnTo>
                  <a:lnTo>
                    <a:pt x="162229" y="28003"/>
                  </a:lnTo>
                  <a:lnTo>
                    <a:pt x="162407" y="31737"/>
                  </a:lnTo>
                  <a:lnTo>
                    <a:pt x="162572" y="35471"/>
                  </a:lnTo>
                  <a:lnTo>
                    <a:pt x="163398" y="38455"/>
                  </a:lnTo>
                  <a:lnTo>
                    <a:pt x="165074" y="38354"/>
                  </a:lnTo>
                  <a:lnTo>
                    <a:pt x="165620" y="35293"/>
                  </a:lnTo>
                  <a:lnTo>
                    <a:pt x="165277" y="27813"/>
                  </a:lnTo>
                  <a:lnTo>
                    <a:pt x="164807" y="26136"/>
                  </a:lnTo>
                  <a:lnTo>
                    <a:pt x="166293" y="26479"/>
                  </a:lnTo>
                  <a:lnTo>
                    <a:pt x="169494" y="26289"/>
                  </a:lnTo>
                  <a:lnTo>
                    <a:pt x="172707" y="26085"/>
                  </a:lnTo>
                  <a:lnTo>
                    <a:pt x="175272" y="25120"/>
                  </a:lnTo>
                  <a:lnTo>
                    <a:pt x="175247" y="24790"/>
                  </a:lnTo>
                  <a:lnTo>
                    <a:pt x="196596" y="49669"/>
                  </a:lnTo>
                  <a:lnTo>
                    <a:pt x="194970" y="49758"/>
                  </a:lnTo>
                  <a:lnTo>
                    <a:pt x="194424" y="52819"/>
                  </a:lnTo>
                  <a:lnTo>
                    <a:pt x="194767" y="60299"/>
                  </a:lnTo>
                  <a:lnTo>
                    <a:pt x="195211" y="61963"/>
                  </a:lnTo>
                  <a:lnTo>
                    <a:pt x="193814" y="61620"/>
                  </a:lnTo>
                  <a:lnTo>
                    <a:pt x="190614" y="61823"/>
                  </a:lnTo>
                  <a:lnTo>
                    <a:pt x="187413" y="62026"/>
                  </a:lnTo>
                  <a:lnTo>
                    <a:pt x="184848" y="62992"/>
                  </a:lnTo>
                  <a:lnTo>
                    <a:pt x="184937" y="64947"/>
                  </a:lnTo>
                  <a:lnTo>
                    <a:pt x="187579" y="65570"/>
                  </a:lnTo>
                  <a:lnTo>
                    <a:pt x="193979" y="65176"/>
                  </a:lnTo>
                  <a:lnTo>
                    <a:pt x="195414" y="64643"/>
                  </a:lnTo>
                  <a:lnTo>
                    <a:pt x="195122" y="66357"/>
                  </a:lnTo>
                  <a:lnTo>
                    <a:pt x="195287" y="70091"/>
                  </a:lnTo>
                  <a:lnTo>
                    <a:pt x="195453" y="73837"/>
                  </a:lnTo>
                  <a:lnTo>
                    <a:pt x="196278" y="76822"/>
                  </a:lnTo>
                  <a:lnTo>
                    <a:pt x="196824" y="76796"/>
                  </a:lnTo>
                  <a:lnTo>
                    <a:pt x="196824" y="50342"/>
                  </a:lnTo>
                  <a:lnTo>
                    <a:pt x="196659" y="49745"/>
                  </a:lnTo>
                  <a:lnTo>
                    <a:pt x="206425" y="61137"/>
                  </a:lnTo>
                  <a:lnTo>
                    <a:pt x="206425" y="50482"/>
                  </a:lnTo>
                  <a:lnTo>
                    <a:pt x="173532" y="12103"/>
                  </a:lnTo>
                  <a:lnTo>
                    <a:pt x="173532" y="22783"/>
                  </a:lnTo>
                  <a:lnTo>
                    <a:pt x="172529" y="22529"/>
                  </a:lnTo>
                  <a:lnTo>
                    <a:pt x="166128" y="22936"/>
                  </a:lnTo>
                  <a:lnTo>
                    <a:pt x="164617" y="23507"/>
                  </a:lnTo>
                  <a:lnTo>
                    <a:pt x="164922" y="21755"/>
                  </a:lnTo>
                  <a:lnTo>
                    <a:pt x="164757" y="18008"/>
                  </a:lnTo>
                  <a:lnTo>
                    <a:pt x="164579" y="14274"/>
                  </a:lnTo>
                  <a:lnTo>
                    <a:pt x="163766" y="11379"/>
                  </a:lnTo>
                  <a:lnTo>
                    <a:pt x="173532" y="22783"/>
                  </a:lnTo>
                  <a:lnTo>
                    <a:pt x="173532" y="12103"/>
                  </a:lnTo>
                  <a:lnTo>
                    <a:pt x="172313" y="10668"/>
                  </a:lnTo>
                  <a:lnTo>
                    <a:pt x="163703" y="622"/>
                  </a:lnTo>
                  <a:lnTo>
                    <a:pt x="163703" y="11303"/>
                  </a:lnTo>
                  <a:lnTo>
                    <a:pt x="162572" y="11366"/>
                  </a:lnTo>
                  <a:lnTo>
                    <a:pt x="163169" y="10668"/>
                  </a:lnTo>
                  <a:lnTo>
                    <a:pt x="163703" y="11303"/>
                  </a:lnTo>
                  <a:lnTo>
                    <a:pt x="163703" y="622"/>
                  </a:lnTo>
                  <a:lnTo>
                    <a:pt x="163169" y="0"/>
                  </a:lnTo>
                  <a:lnTo>
                    <a:pt x="129133" y="39712"/>
                  </a:lnTo>
                  <a:lnTo>
                    <a:pt x="129133" y="61429"/>
                  </a:lnTo>
                  <a:lnTo>
                    <a:pt x="127723" y="61087"/>
                  </a:lnTo>
                  <a:lnTo>
                    <a:pt x="124523" y="61277"/>
                  </a:lnTo>
                  <a:lnTo>
                    <a:pt x="121323" y="61480"/>
                  </a:lnTo>
                  <a:lnTo>
                    <a:pt x="118833" y="62433"/>
                  </a:lnTo>
                  <a:lnTo>
                    <a:pt x="118833" y="64350"/>
                  </a:lnTo>
                  <a:lnTo>
                    <a:pt x="117995" y="63360"/>
                  </a:lnTo>
                  <a:lnTo>
                    <a:pt x="118757" y="62471"/>
                  </a:lnTo>
                  <a:lnTo>
                    <a:pt x="118833" y="64350"/>
                  </a:lnTo>
                  <a:lnTo>
                    <a:pt x="118833" y="62433"/>
                  </a:lnTo>
                  <a:lnTo>
                    <a:pt x="128549" y="51054"/>
                  </a:lnTo>
                  <a:lnTo>
                    <a:pt x="128333" y="52285"/>
                  </a:lnTo>
                  <a:lnTo>
                    <a:pt x="128676" y="59753"/>
                  </a:lnTo>
                  <a:lnTo>
                    <a:pt x="129133" y="61429"/>
                  </a:lnTo>
                  <a:lnTo>
                    <a:pt x="129133" y="39712"/>
                  </a:lnTo>
                  <a:lnTo>
                    <a:pt x="108864" y="63360"/>
                  </a:lnTo>
                  <a:lnTo>
                    <a:pt x="163169" y="126707"/>
                  </a:lnTo>
                  <a:lnTo>
                    <a:pt x="172313" y="116039"/>
                  </a:lnTo>
                  <a:lnTo>
                    <a:pt x="213677" y="67792"/>
                  </a:lnTo>
                  <a:lnTo>
                    <a:pt x="264210" y="126707"/>
                  </a:lnTo>
                  <a:lnTo>
                    <a:pt x="273342" y="116039"/>
                  </a:lnTo>
                  <a:lnTo>
                    <a:pt x="318516" y="63360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5" name="object 2085" descr=""/>
            <p:cNvSpPr/>
            <p:nvPr/>
          </p:nvSpPr>
          <p:spPr>
            <a:xfrm>
              <a:off x="8095678" y="7064139"/>
              <a:ext cx="361315" cy="204470"/>
            </a:xfrm>
            <a:custGeom>
              <a:avLst/>
              <a:gdLst/>
              <a:ahLst/>
              <a:cxnLst/>
              <a:rect l="l" t="t" r="r" b="b"/>
              <a:pathLst>
                <a:path w="361315" h="204470">
                  <a:moveTo>
                    <a:pt x="108623" y="140512"/>
                  </a:moveTo>
                  <a:lnTo>
                    <a:pt x="99491" y="129870"/>
                  </a:lnTo>
                  <a:lnTo>
                    <a:pt x="99491" y="140512"/>
                  </a:lnTo>
                  <a:lnTo>
                    <a:pt x="89369" y="152311"/>
                  </a:lnTo>
                  <a:lnTo>
                    <a:pt x="89649" y="150799"/>
                  </a:lnTo>
                  <a:lnTo>
                    <a:pt x="89306" y="143332"/>
                  </a:lnTo>
                  <a:lnTo>
                    <a:pt x="88836" y="141655"/>
                  </a:lnTo>
                  <a:lnTo>
                    <a:pt x="90322" y="141998"/>
                  </a:lnTo>
                  <a:lnTo>
                    <a:pt x="93522" y="141795"/>
                  </a:lnTo>
                  <a:lnTo>
                    <a:pt x="96735" y="141605"/>
                  </a:lnTo>
                  <a:lnTo>
                    <a:pt x="99301" y="140639"/>
                  </a:lnTo>
                  <a:lnTo>
                    <a:pt x="99275" y="140271"/>
                  </a:lnTo>
                  <a:lnTo>
                    <a:pt x="99491" y="140512"/>
                  </a:lnTo>
                  <a:lnTo>
                    <a:pt x="99491" y="129870"/>
                  </a:lnTo>
                  <a:lnTo>
                    <a:pt x="97586" y="127647"/>
                  </a:lnTo>
                  <a:lnTo>
                    <a:pt x="97586" y="138303"/>
                  </a:lnTo>
                  <a:lnTo>
                    <a:pt x="96558" y="138049"/>
                  </a:lnTo>
                  <a:lnTo>
                    <a:pt x="90157" y="138455"/>
                  </a:lnTo>
                  <a:lnTo>
                    <a:pt x="88646" y="139026"/>
                  </a:lnTo>
                  <a:lnTo>
                    <a:pt x="88950" y="137274"/>
                  </a:lnTo>
                  <a:lnTo>
                    <a:pt x="88785" y="133527"/>
                  </a:lnTo>
                  <a:lnTo>
                    <a:pt x="88607" y="129794"/>
                  </a:lnTo>
                  <a:lnTo>
                    <a:pt x="87972" y="127533"/>
                  </a:lnTo>
                  <a:lnTo>
                    <a:pt x="87972" y="153949"/>
                  </a:lnTo>
                  <a:lnTo>
                    <a:pt x="54317" y="193205"/>
                  </a:lnTo>
                  <a:lnTo>
                    <a:pt x="42633" y="179590"/>
                  </a:lnTo>
                  <a:lnTo>
                    <a:pt x="45212" y="180200"/>
                  </a:lnTo>
                  <a:lnTo>
                    <a:pt x="51625" y="179793"/>
                  </a:lnTo>
                  <a:lnTo>
                    <a:pt x="53047" y="179260"/>
                  </a:lnTo>
                  <a:lnTo>
                    <a:pt x="52755" y="180987"/>
                  </a:lnTo>
                  <a:lnTo>
                    <a:pt x="52920" y="184721"/>
                  </a:lnTo>
                  <a:lnTo>
                    <a:pt x="53098" y="188455"/>
                  </a:lnTo>
                  <a:lnTo>
                    <a:pt x="53924" y="191439"/>
                  </a:lnTo>
                  <a:lnTo>
                    <a:pt x="55600" y="191338"/>
                  </a:lnTo>
                  <a:lnTo>
                    <a:pt x="56134" y="188264"/>
                  </a:lnTo>
                  <a:lnTo>
                    <a:pt x="55791" y="180797"/>
                  </a:lnTo>
                  <a:lnTo>
                    <a:pt x="55333" y="179120"/>
                  </a:lnTo>
                  <a:lnTo>
                    <a:pt x="56819" y="179463"/>
                  </a:lnTo>
                  <a:lnTo>
                    <a:pt x="60020" y="179260"/>
                  </a:lnTo>
                  <a:lnTo>
                    <a:pt x="63220" y="179070"/>
                  </a:lnTo>
                  <a:lnTo>
                    <a:pt x="65786" y="178104"/>
                  </a:lnTo>
                  <a:lnTo>
                    <a:pt x="65697" y="176149"/>
                  </a:lnTo>
                  <a:lnTo>
                    <a:pt x="63055" y="175514"/>
                  </a:lnTo>
                  <a:lnTo>
                    <a:pt x="56642" y="175920"/>
                  </a:lnTo>
                  <a:lnTo>
                    <a:pt x="55130" y="176491"/>
                  </a:lnTo>
                  <a:lnTo>
                    <a:pt x="55435" y="174739"/>
                  </a:lnTo>
                  <a:lnTo>
                    <a:pt x="55270" y="170992"/>
                  </a:lnTo>
                  <a:lnTo>
                    <a:pt x="55105" y="167259"/>
                  </a:lnTo>
                  <a:lnTo>
                    <a:pt x="54279" y="164274"/>
                  </a:lnTo>
                  <a:lnTo>
                    <a:pt x="52603" y="164376"/>
                  </a:lnTo>
                  <a:lnTo>
                    <a:pt x="52057" y="167449"/>
                  </a:lnTo>
                  <a:lnTo>
                    <a:pt x="52400" y="174917"/>
                  </a:lnTo>
                  <a:lnTo>
                    <a:pt x="52857" y="176593"/>
                  </a:lnTo>
                  <a:lnTo>
                    <a:pt x="51460" y="176250"/>
                  </a:lnTo>
                  <a:lnTo>
                    <a:pt x="48247" y="176441"/>
                  </a:lnTo>
                  <a:lnTo>
                    <a:pt x="45046" y="176644"/>
                  </a:lnTo>
                  <a:lnTo>
                    <a:pt x="42481" y="177609"/>
                  </a:lnTo>
                  <a:lnTo>
                    <a:pt x="42557" y="179514"/>
                  </a:lnTo>
                  <a:lnTo>
                    <a:pt x="10058" y="141592"/>
                  </a:lnTo>
                  <a:lnTo>
                    <a:pt x="12636" y="142189"/>
                  </a:lnTo>
                  <a:lnTo>
                    <a:pt x="19037" y="141795"/>
                  </a:lnTo>
                  <a:lnTo>
                    <a:pt x="20472" y="141262"/>
                  </a:lnTo>
                  <a:lnTo>
                    <a:pt x="20180" y="142976"/>
                  </a:lnTo>
                  <a:lnTo>
                    <a:pt x="20345" y="146710"/>
                  </a:lnTo>
                  <a:lnTo>
                    <a:pt x="20510" y="150456"/>
                  </a:lnTo>
                  <a:lnTo>
                    <a:pt x="21336" y="153441"/>
                  </a:lnTo>
                  <a:lnTo>
                    <a:pt x="23012" y="153339"/>
                  </a:lnTo>
                  <a:lnTo>
                    <a:pt x="23558" y="150266"/>
                  </a:lnTo>
                  <a:lnTo>
                    <a:pt x="23215" y="142786"/>
                  </a:lnTo>
                  <a:lnTo>
                    <a:pt x="22758" y="141122"/>
                  </a:lnTo>
                  <a:lnTo>
                    <a:pt x="24231" y="141465"/>
                  </a:lnTo>
                  <a:lnTo>
                    <a:pt x="27444" y="141262"/>
                  </a:lnTo>
                  <a:lnTo>
                    <a:pt x="30645" y="141058"/>
                  </a:lnTo>
                  <a:lnTo>
                    <a:pt x="33210" y="140093"/>
                  </a:lnTo>
                  <a:lnTo>
                    <a:pt x="33108" y="138137"/>
                  </a:lnTo>
                  <a:lnTo>
                    <a:pt x="30480" y="137515"/>
                  </a:lnTo>
                  <a:lnTo>
                    <a:pt x="24066" y="137909"/>
                  </a:lnTo>
                  <a:lnTo>
                    <a:pt x="22555" y="138480"/>
                  </a:lnTo>
                  <a:lnTo>
                    <a:pt x="22860" y="136728"/>
                  </a:lnTo>
                  <a:lnTo>
                    <a:pt x="22694" y="132994"/>
                  </a:lnTo>
                  <a:lnTo>
                    <a:pt x="22529" y="129247"/>
                  </a:lnTo>
                  <a:lnTo>
                    <a:pt x="21704" y="126263"/>
                  </a:lnTo>
                  <a:lnTo>
                    <a:pt x="21336" y="126288"/>
                  </a:lnTo>
                  <a:lnTo>
                    <a:pt x="53098" y="89242"/>
                  </a:lnTo>
                  <a:lnTo>
                    <a:pt x="52679" y="91617"/>
                  </a:lnTo>
                  <a:lnTo>
                    <a:pt x="53022" y="99098"/>
                  </a:lnTo>
                  <a:lnTo>
                    <a:pt x="53467" y="100761"/>
                  </a:lnTo>
                  <a:lnTo>
                    <a:pt x="52070" y="100418"/>
                  </a:lnTo>
                  <a:lnTo>
                    <a:pt x="48869" y="100622"/>
                  </a:lnTo>
                  <a:lnTo>
                    <a:pt x="45669" y="100825"/>
                  </a:lnTo>
                  <a:lnTo>
                    <a:pt x="43103" y="101777"/>
                  </a:lnTo>
                  <a:lnTo>
                    <a:pt x="43192" y="103746"/>
                  </a:lnTo>
                  <a:lnTo>
                    <a:pt x="45834" y="104368"/>
                  </a:lnTo>
                  <a:lnTo>
                    <a:pt x="52247" y="103974"/>
                  </a:lnTo>
                  <a:lnTo>
                    <a:pt x="53670" y="103441"/>
                  </a:lnTo>
                  <a:lnTo>
                    <a:pt x="53378" y="105156"/>
                  </a:lnTo>
                  <a:lnTo>
                    <a:pt x="53543" y="108889"/>
                  </a:lnTo>
                  <a:lnTo>
                    <a:pt x="53721" y="112636"/>
                  </a:lnTo>
                  <a:lnTo>
                    <a:pt x="54546" y="115620"/>
                  </a:lnTo>
                  <a:lnTo>
                    <a:pt x="56222" y="115506"/>
                  </a:lnTo>
                  <a:lnTo>
                    <a:pt x="56756" y="112445"/>
                  </a:lnTo>
                  <a:lnTo>
                    <a:pt x="56413" y="104965"/>
                  </a:lnTo>
                  <a:lnTo>
                    <a:pt x="55956" y="103289"/>
                  </a:lnTo>
                  <a:lnTo>
                    <a:pt x="57442" y="103644"/>
                  </a:lnTo>
                  <a:lnTo>
                    <a:pt x="60642" y="103441"/>
                  </a:lnTo>
                  <a:lnTo>
                    <a:pt x="63842" y="103238"/>
                  </a:lnTo>
                  <a:lnTo>
                    <a:pt x="66408" y="102273"/>
                  </a:lnTo>
                  <a:lnTo>
                    <a:pt x="66382" y="101930"/>
                  </a:lnTo>
                  <a:lnTo>
                    <a:pt x="87744" y="126822"/>
                  </a:lnTo>
                  <a:lnTo>
                    <a:pt x="86106" y="126911"/>
                  </a:lnTo>
                  <a:lnTo>
                    <a:pt x="85572" y="129984"/>
                  </a:lnTo>
                  <a:lnTo>
                    <a:pt x="85915" y="137452"/>
                  </a:lnTo>
                  <a:lnTo>
                    <a:pt x="86360" y="139128"/>
                  </a:lnTo>
                  <a:lnTo>
                    <a:pt x="84963" y="138785"/>
                  </a:lnTo>
                  <a:lnTo>
                    <a:pt x="81762" y="138976"/>
                  </a:lnTo>
                  <a:lnTo>
                    <a:pt x="78549" y="139179"/>
                  </a:lnTo>
                  <a:lnTo>
                    <a:pt x="75984" y="140144"/>
                  </a:lnTo>
                  <a:lnTo>
                    <a:pt x="76085" y="142100"/>
                  </a:lnTo>
                  <a:lnTo>
                    <a:pt x="78714" y="142735"/>
                  </a:lnTo>
                  <a:lnTo>
                    <a:pt x="85128" y="142328"/>
                  </a:lnTo>
                  <a:lnTo>
                    <a:pt x="86563" y="141795"/>
                  </a:lnTo>
                  <a:lnTo>
                    <a:pt x="86271" y="143522"/>
                  </a:lnTo>
                  <a:lnTo>
                    <a:pt x="86436" y="147256"/>
                  </a:lnTo>
                  <a:lnTo>
                    <a:pt x="86601" y="150990"/>
                  </a:lnTo>
                  <a:lnTo>
                    <a:pt x="87426" y="153974"/>
                  </a:lnTo>
                  <a:lnTo>
                    <a:pt x="87972" y="153949"/>
                  </a:lnTo>
                  <a:lnTo>
                    <a:pt x="87972" y="127533"/>
                  </a:lnTo>
                  <a:lnTo>
                    <a:pt x="87795" y="126885"/>
                  </a:lnTo>
                  <a:lnTo>
                    <a:pt x="97586" y="138303"/>
                  </a:lnTo>
                  <a:lnTo>
                    <a:pt x="97586" y="127647"/>
                  </a:lnTo>
                  <a:lnTo>
                    <a:pt x="64681" y="89268"/>
                  </a:lnTo>
                  <a:lnTo>
                    <a:pt x="64681" y="99936"/>
                  </a:lnTo>
                  <a:lnTo>
                    <a:pt x="63677" y="99695"/>
                  </a:lnTo>
                  <a:lnTo>
                    <a:pt x="57264" y="100088"/>
                  </a:lnTo>
                  <a:lnTo>
                    <a:pt x="55753" y="100660"/>
                  </a:lnTo>
                  <a:lnTo>
                    <a:pt x="56057" y="98907"/>
                  </a:lnTo>
                  <a:lnTo>
                    <a:pt x="55892" y="95173"/>
                  </a:lnTo>
                  <a:lnTo>
                    <a:pt x="55727" y="91427"/>
                  </a:lnTo>
                  <a:lnTo>
                    <a:pt x="54914" y="88531"/>
                  </a:lnTo>
                  <a:lnTo>
                    <a:pt x="64681" y="99936"/>
                  </a:lnTo>
                  <a:lnTo>
                    <a:pt x="64681" y="89268"/>
                  </a:lnTo>
                  <a:lnTo>
                    <a:pt x="63449" y="87820"/>
                  </a:lnTo>
                  <a:lnTo>
                    <a:pt x="54851" y="77800"/>
                  </a:lnTo>
                  <a:lnTo>
                    <a:pt x="54851" y="88455"/>
                  </a:lnTo>
                  <a:lnTo>
                    <a:pt x="53708" y="88531"/>
                  </a:lnTo>
                  <a:lnTo>
                    <a:pt x="54317" y="87820"/>
                  </a:lnTo>
                  <a:lnTo>
                    <a:pt x="54851" y="88455"/>
                  </a:lnTo>
                  <a:lnTo>
                    <a:pt x="54851" y="77800"/>
                  </a:lnTo>
                  <a:lnTo>
                    <a:pt x="54317" y="77165"/>
                  </a:lnTo>
                  <a:lnTo>
                    <a:pt x="20269" y="116878"/>
                  </a:lnTo>
                  <a:lnTo>
                    <a:pt x="20269" y="138582"/>
                  </a:lnTo>
                  <a:lnTo>
                    <a:pt x="18872" y="138239"/>
                  </a:lnTo>
                  <a:lnTo>
                    <a:pt x="15671" y="138442"/>
                  </a:lnTo>
                  <a:lnTo>
                    <a:pt x="12471" y="138645"/>
                  </a:lnTo>
                  <a:lnTo>
                    <a:pt x="9982" y="139585"/>
                  </a:lnTo>
                  <a:lnTo>
                    <a:pt x="9982" y="141503"/>
                  </a:lnTo>
                  <a:lnTo>
                    <a:pt x="9144" y="140512"/>
                  </a:lnTo>
                  <a:lnTo>
                    <a:pt x="9906" y="139623"/>
                  </a:lnTo>
                  <a:lnTo>
                    <a:pt x="9982" y="141503"/>
                  </a:lnTo>
                  <a:lnTo>
                    <a:pt x="9982" y="139585"/>
                  </a:lnTo>
                  <a:lnTo>
                    <a:pt x="19697" y="128206"/>
                  </a:lnTo>
                  <a:lnTo>
                    <a:pt x="19481" y="129438"/>
                  </a:lnTo>
                  <a:lnTo>
                    <a:pt x="19824" y="136918"/>
                  </a:lnTo>
                  <a:lnTo>
                    <a:pt x="20269" y="138582"/>
                  </a:lnTo>
                  <a:lnTo>
                    <a:pt x="20269" y="116878"/>
                  </a:lnTo>
                  <a:lnTo>
                    <a:pt x="0" y="140512"/>
                  </a:lnTo>
                  <a:lnTo>
                    <a:pt x="54317" y="203860"/>
                  </a:lnTo>
                  <a:lnTo>
                    <a:pt x="63449" y="193205"/>
                  </a:lnTo>
                  <a:lnTo>
                    <a:pt x="108623" y="140512"/>
                  </a:lnTo>
                  <a:close/>
                </a:path>
                <a:path w="361315" h="204470">
                  <a:moveTo>
                    <a:pt x="165265" y="178104"/>
                  </a:moveTo>
                  <a:lnTo>
                    <a:pt x="165176" y="176149"/>
                  </a:lnTo>
                  <a:lnTo>
                    <a:pt x="162534" y="175514"/>
                  </a:lnTo>
                  <a:lnTo>
                    <a:pt x="156121" y="175920"/>
                  </a:lnTo>
                  <a:lnTo>
                    <a:pt x="153568" y="176885"/>
                  </a:lnTo>
                  <a:lnTo>
                    <a:pt x="153606" y="177863"/>
                  </a:lnTo>
                  <a:lnTo>
                    <a:pt x="152768" y="177901"/>
                  </a:lnTo>
                  <a:lnTo>
                    <a:pt x="152234" y="180987"/>
                  </a:lnTo>
                  <a:lnTo>
                    <a:pt x="152400" y="184721"/>
                  </a:lnTo>
                  <a:lnTo>
                    <a:pt x="152565" y="188455"/>
                  </a:lnTo>
                  <a:lnTo>
                    <a:pt x="153403" y="191439"/>
                  </a:lnTo>
                  <a:lnTo>
                    <a:pt x="155079" y="191338"/>
                  </a:lnTo>
                  <a:lnTo>
                    <a:pt x="155613" y="188264"/>
                  </a:lnTo>
                  <a:lnTo>
                    <a:pt x="155270" y="180797"/>
                  </a:lnTo>
                  <a:lnTo>
                    <a:pt x="154813" y="179120"/>
                  </a:lnTo>
                  <a:lnTo>
                    <a:pt x="156298" y="179463"/>
                  </a:lnTo>
                  <a:lnTo>
                    <a:pt x="159499" y="179260"/>
                  </a:lnTo>
                  <a:lnTo>
                    <a:pt x="162699" y="179070"/>
                  </a:lnTo>
                  <a:lnTo>
                    <a:pt x="165265" y="178104"/>
                  </a:lnTo>
                  <a:close/>
                </a:path>
                <a:path w="361315" h="204470">
                  <a:moveTo>
                    <a:pt x="165887" y="102273"/>
                  </a:moveTo>
                  <a:lnTo>
                    <a:pt x="165798" y="100317"/>
                  </a:lnTo>
                  <a:lnTo>
                    <a:pt x="163156" y="99695"/>
                  </a:lnTo>
                  <a:lnTo>
                    <a:pt x="156743" y="100088"/>
                  </a:lnTo>
                  <a:lnTo>
                    <a:pt x="155232" y="100660"/>
                  </a:lnTo>
                  <a:lnTo>
                    <a:pt x="155536" y="98907"/>
                  </a:lnTo>
                  <a:lnTo>
                    <a:pt x="155371" y="95173"/>
                  </a:lnTo>
                  <a:lnTo>
                    <a:pt x="155206" y="91427"/>
                  </a:lnTo>
                  <a:lnTo>
                    <a:pt x="154381" y="88442"/>
                  </a:lnTo>
                  <a:lnTo>
                    <a:pt x="152704" y="88557"/>
                  </a:lnTo>
                  <a:lnTo>
                    <a:pt x="152158" y="91617"/>
                  </a:lnTo>
                  <a:lnTo>
                    <a:pt x="152501" y="99098"/>
                  </a:lnTo>
                  <a:lnTo>
                    <a:pt x="152946" y="100761"/>
                  </a:lnTo>
                  <a:lnTo>
                    <a:pt x="151549" y="100418"/>
                  </a:lnTo>
                  <a:lnTo>
                    <a:pt x="148348" y="100622"/>
                  </a:lnTo>
                  <a:lnTo>
                    <a:pt x="145148" y="100825"/>
                  </a:lnTo>
                  <a:lnTo>
                    <a:pt x="142582" y="101777"/>
                  </a:lnTo>
                  <a:lnTo>
                    <a:pt x="142671" y="103746"/>
                  </a:lnTo>
                  <a:lnTo>
                    <a:pt x="145313" y="104368"/>
                  </a:lnTo>
                  <a:lnTo>
                    <a:pt x="151726" y="103974"/>
                  </a:lnTo>
                  <a:lnTo>
                    <a:pt x="153149" y="103441"/>
                  </a:lnTo>
                  <a:lnTo>
                    <a:pt x="152857" y="105156"/>
                  </a:lnTo>
                  <a:lnTo>
                    <a:pt x="153022" y="108889"/>
                  </a:lnTo>
                  <a:lnTo>
                    <a:pt x="153187" y="112636"/>
                  </a:lnTo>
                  <a:lnTo>
                    <a:pt x="154025" y="115620"/>
                  </a:lnTo>
                  <a:lnTo>
                    <a:pt x="155689" y="115506"/>
                  </a:lnTo>
                  <a:lnTo>
                    <a:pt x="156235" y="112445"/>
                  </a:lnTo>
                  <a:lnTo>
                    <a:pt x="155892" y="104965"/>
                  </a:lnTo>
                  <a:lnTo>
                    <a:pt x="155435" y="103289"/>
                  </a:lnTo>
                  <a:lnTo>
                    <a:pt x="156921" y="103644"/>
                  </a:lnTo>
                  <a:lnTo>
                    <a:pt x="160121" y="103441"/>
                  </a:lnTo>
                  <a:lnTo>
                    <a:pt x="163322" y="103238"/>
                  </a:lnTo>
                  <a:lnTo>
                    <a:pt x="165887" y="102273"/>
                  </a:lnTo>
                  <a:close/>
                </a:path>
                <a:path w="361315" h="204470">
                  <a:moveTo>
                    <a:pt x="198767" y="140639"/>
                  </a:moveTo>
                  <a:lnTo>
                    <a:pt x="198678" y="138684"/>
                  </a:lnTo>
                  <a:lnTo>
                    <a:pt x="196037" y="138049"/>
                  </a:lnTo>
                  <a:lnTo>
                    <a:pt x="189636" y="138455"/>
                  </a:lnTo>
                  <a:lnTo>
                    <a:pt x="188125" y="139026"/>
                  </a:lnTo>
                  <a:lnTo>
                    <a:pt x="188429" y="137274"/>
                  </a:lnTo>
                  <a:lnTo>
                    <a:pt x="188264" y="133527"/>
                  </a:lnTo>
                  <a:lnTo>
                    <a:pt x="188087" y="129794"/>
                  </a:lnTo>
                  <a:lnTo>
                    <a:pt x="187261" y="126809"/>
                  </a:lnTo>
                  <a:lnTo>
                    <a:pt x="185585" y="126911"/>
                  </a:lnTo>
                  <a:lnTo>
                    <a:pt x="185039" y="129984"/>
                  </a:lnTo>
                  <a:lnTo>
                    <a:pt x="185394" y="137452"/>
                  </a:lnTo>
                  <a:lnTo>
                    <a:pt x="185839" y="139128"/>
                  </a:lnTo>
                  <a:lnTo>
                    <a:pt x="184442" y="138785"/>
                  </a:lnTo>
                  <a:lnTo>
                    <a:pt x="181229" y="138976"/>
                  </a:lnTo>
                  <a:lnTo>
                    <a:pt x="178028" y="139179"/>
                  </a:lnTo>
                  <a:lnTo>
                    <a:pt x="175463" y="140144"/>
                  </a:lnTo>
                  <a:lnTo>
                    <a:pt x="175564" y="142100"/>
                  </a:lnTo>
                  <a:lnTo>
                    <a:pt x="178193" y="142735"/>
                  </a:lnTo>
                  <a:lnTo>
                    <a:pt x="184607" y="142328"/>
                  </a:lnTo>
                  <a:lnTo>
                    <a:pt x="186042" y="141795"/>
                  </a:lnTo>
                  <a:lnTo>
                    <a:pt x="185737" y="143522"/>
                  </a:lnTo>
                  <a:lnTo>
                    <a:pt x="185915" y="147256"/>
                  </a:lnTo>
                  <a:lnTo>
                    <a:pt x="186080" y="150990"/>
                  </a:lnTo>
                  <a:lnTo>
                    <a:pt x="186905" y="153974"/>
                  </a:lnTo>
                  <a:lnTo>
                    <a:pt x="188582" y="153873"/>
                  </a:lnTo>
                  <a:lnTo>
                    <a:pt x="189128" y="150799"/>
                  </a:lnTo>
                  <a:lnTo>
                    <a:pt x="188785" y="143332"/>
                  </a:lnTo>
                  <a:lnTo>
                    <a:pt x="188315" y="141655"/>
                  </a:lnTo>
                  <a:lnTo>
                    <a:pt x="189801" y="141998"/>
                  </a:lnTo>
                  <a:lnTo>
                    <a:pt x="193001" y="141795"/>
                  </a:lnTo>
                  <a:lnTo>
                    <a:pt x="196202" y="141605"/>
                  </a:lnTo>
                  <a:lnTo>
                    <a:pt x="198767" y="140639"/>
                  </a:lnTo>
                  <a:close/>
                </a:path>
                <a:path w="361315" h="204470">
                  <a:moveTo>
                    <a:pt x="310451" y="140512"/>
                  </a:moveTo>
                  <a:lnTo>
                    <a:pt x="301320" y="129870"/>
                  </a:lnTo>
                  <a:lnTo>
                    <a:pt x="301320" y="140512"/>
                  </a:lnTo>
                  <a:lnTo>
                    <a:pt x="291198" y="152311"/>
                  </a:lnTo>
                  <a:lnTo>
                    <a:pt x="291477" y="150799"/>
                  </a:lnTo>
                  <a:lnTo>
                    <a:pt x="291134" y="143332"/>
                  </a:lnTo>
                  <a:lnTo>
                    <a:pt x="290677" y="141655"/>
                  </a:lnTo>
                  <a:lnTo>
                    <a:pt x="292150" y="141998"/>
                  </a:lnTo>
                  <a:lnTo>
                    <a:pt x="295363" y="141795"/>
                  </a:lnTo>
                  <a:lnTo>
                    <a:pt x="298564" y="141605"/>
                  </a:lnTo>
                  <a:lnTo>
                    <a:pt x="301129" y="140639"/>
                  </a:lnTo>
                  <a:lnTo>
                    <a:pt x="301104" y="140271"/>
                  </a:lnTo>
                  <a:lnTo>
                    <a:pt x="301320" y="140512"/>
                  </a:lnTo>
                  <a:lnTo>
                    <a:pt x="301320" y="129870"/>
                  </a:lnTo>
                  <a:lnTo>
                    <a:pt x="299415" y="127647"/>
                  </a:lnTo>
                  <a:lnTo>
                    <a:pt x="299415" y="138303"/>
                  </a:lnTo>
                  <a:lnTo>
                    <a:pt x="298399" y="138049"/>
                  </a:lnTo>
                  <a:lnTo>
                    <a:pt x="291985" y="138455"/>
                  </a:lnTo>
                  <a:lnTo>
                    <a:pt x="290474" y="139026"/>
                  </a:lnTo>
                  <a:lnTo>
                    <a:pt x="290779" y="137274"/>
                  </a:lnTo>
                  <a:lnTo>
                    <a:pt x="290614" y="133527"/>
                  </a:lnTo>
                  <a:lnTo>
                    <a:pt x="290449" y="129794"/>
                  </a:lnTo>
                  <a:lnTo>
                    <a:pt x="289801" y="127495"/>
                  </a:lnTo>
                  <a:lnTo>
                    <a:pt x="289801" y="153949"/>
                  </a:lnTo>
                  <a:lnTo>
                    <a:pt x="256146" y="193205"/>
                  </a:lnTo>
                  <a:lnTo>
                    <a:pt x="244449" y="179578"/>
                  </a:lnTo>
                  <a:lnTo>
                    <a:pt x="247040" y="180200"/>
                  </a:lnTo>
                  <a:lnTo>
                    <a:pt x="253453" y="179793"/>
                  </a:lnTo>
                  <a:lnTo>
                    <a:pt x="254876" y="179260"/>
                  </a:lnTo>
                  <a:lnTo>
                    <a:pt x="254584" y="180987"/>
                  </a:lnTo>
                  <a:lnTo>
                    <a:pt x="254762" y="184721"/>
                  </a:lnTo>
                  <a:lnTo>
                    <a:pt x="254927" y="188455"/>
                  </a:lnTo>
                  <a:lnTo>
                    <a:pt x="255752" y="191439"/>
                  </a:lnTo>
                  <a:lnTo>
                    <a:pt x="257429" y="191338"/>
                  </a:lnTo>
                  <a:lnTo>
                    <a:pt x="257975" y="188264"/>
                  </a:lnTo>
                  <a:lnTo>
                    <a:pt x="257632" y="180797"/>
                  </a:lnTo>
                  <a:lnTo>
                    <a:pt x="257162" y="179120"/>
                  </a:lnTo>
                  <a:lnTo>
                    <a:pt x="258648" y="179463"/>
                  </a:lnTo>
                  <a:lnTo>
                    <a:pt x="261848" y="179260"/>
                  </a:lnTo>
                  <a:lnTo>
                    <a:pt x="265049" y="179070"/>
                  </a:lnTo>
                  <a:lnTo>
                    <a:pt x="267614" y="178104"/>
                  </a:lnTo>
                  <a:lnTo>
                    <a:pt x="267525" y="176149"/>
                  </a:lnTo>
                  <a:lnTo>
                    <a:pt x="264883" y="175514"/>
                  </a:lnTo>
                  <a:lnTo>
                    <a:pt x="258483" y="175920"/>
                  </a:lnTo>
                  <a:lnTo>
                    <a:pt x="256971" y="176491"/>
                  </a:lnTo>
                  <a:lnTo>
                    <a:pt x="257276" y="174739"/>
                  </a:lnTo>
                  <a:lnTo>
                    <a:pt x="257111" y="170992"/>
                  </a:lnTo>
                  <a:lnTo>
                    <a:pt x="256933" y="167259"/>
                  </a:lnTo>
                  <a:lnTo>
                    <a:pt x="256108" y="164274"/>
                  </a:lnTo>
                  <a:lnTo>
                    <a:pt x="254431" y="164376"/>
                  </a:lnTo>
                  <a:lnTo>
                    <a:pt x="253885" y="167449"/>
                  </a:lnTo>
                  <a:lnTo>
                    <a:pt x="254241" y="174917"/>
                  </a:lnTo>
                  <a:lnTo>
                    <a:pt x="254685" y="176593"/>
                  </a:lnTo>
                  <a:lnTo>
                    <a:pt x="253288" y="176250"/>
                  </a:lnTo>
                  <a:lnTo>
                    <a:pt x="250075" y="176441"/>
                  </a:lnTo>
                  <a:lnTo>
                    <a:pt x="246875" y="176644"/>
                  </a:lnTo>
                  <a:lnTo>
                    <a:pt x="244309" y="177609"/>
                  </a:lnTo>
                  <a:lnTo>
                    <a:pt x="244398" y="179527"/>
                  </a:lnTo>
                  <a:lnTo>
                    <a:pt x="211886" y="141592"/>
                  </a:lnTo>
                  <a:lnTo>
                    <a:pt x="214464" y="142189"/>
                  </a:lnTo>
                  <a:lnTo>
                    <a:pt x="220865" y="141795"/>
                  </a:lnTo>
                  <a:lnTo>
                    <a:pt x="222300" y="141262"/>
                  </a:lnTo>
                  <a:lnTo>
                    <a:pt x="222008" y="142976"/>
                  </a:lnTo>
                  <a:lnTo>
                    <a:pt x="222173" y="146710"/>
                  </a:lnTo>
                  <a:lnTo>
                    <a:pt x="222338" y="150456"/>
                  </a:lnTo>
                  <a:lnTo>
                    <a:pt x="223177" y="153441"/>
                  </a:lnTo>
                  <a:lnTo>
                    <a:pt x="224840" y="153339"/>
                  </a:lnTo>
                  <a:lnTo>
                    <a:pt x="225386" y="150266"/>
                  </a:lnTo>
                  <a:lnTo>
                    <a:pt x="225044" y="142786"/>
                  </a:lnTo>
                  <a:lnTo>
                    <a:pt x="224586" y="141122"/>
                  </a:lnTo>
                  <a:lnTo>
                    <a:pt x="226060" y="141465"/>
                  </a:lnTo>
                  <a:lnTo>
                    <a:pt x="229273" y="141262"/>
                  </a:lnTo>
                  <a:lnTo>
                    <a:pt x="232473" y="141058"/>
                  </a:lnTo>
                  <a:lnTo>
                    <a:pt x="235038" y="140093"/>
                  </a:lnTo>
                  <a:lnTo>
                    <a:pt x="234950" y="138137"/>
                  </a:lnTo>
                  <a:lnTo>
                    <a:pt x="232308" y="137515"/>
                  </a:lnTo>
                  <a:lnTo>
                    <a:pt x="225894" y="137909"/>
                  </a:lnTo>
                  <a:lnTo>
                    <a:pt x="224383" y="138480"/>
                  </a:lnTo>
                  <a:lnTo>
                    <a:pt x="224688" y="136728"/>
                  </a:lnTo>
                  <a:lnTo>
                    <a:pt x="224523" y="132994"/>
                  </a:lnTo>
                  <a:lnTo>
                    <a:pt x="224358" y="129247"/>
                  </a:lnTo>
                  <a:lnTo>
                    <a:pt x="223532" y="126263"/>
                  </a:lnTo>
                  <a:lnTo>
                    <a:pt x="223164" y="126288"/>
                  </a:lnTo>
                  <a:lnTo>
                    <a:pt x="254927" y="89242"/>
                  </a:lnTo>
                  <a:lnTo>
                    <a:pt x="254508" y="91617"/>
                  </a:lnTo>
                  <a:lnTo>
                    <a:pt x="254863" y="99098"/>
                  </a:lnTo>
                  <a:lnTo>
                    <a:pt x="255308" y="100761"/>
                  </a:lnTo>
                  <a:lnTo>
                    <a:pt x="253911" y="100418"/>
                  </a:lnTo>
                  <a:lnTo>
                    <a:pt x="250698" y="100622"/>
                  </a:lnTo>
                  <a:lnTo>
                    <a:pt x="247497" y="100825"/>
                  </a:lnTo>
                  <a:lnTo>
                    <a:pt x="244932" y="101777"/>
                  </a:lnTo>
                  <a:lnTo>
                    <a:pt x="245033" y="103746"/>
                  </a:lnTo>
                  <a:lnTo>
                    <a:pt x="247662" y="104368"/>
                  </a:lnTo>
                  <a:lnTo>
                    <a:pt x="254076" y="103974"/>
                  </a:lnTo>
                  <a:lnTo>
                    <a:pt x="255498" y="103441"/>
                  </a:lnTo>
                  <a:lnTo>
                    <a:pt x="255206" y="105156"/>
                  </a:lnTo>
                  <a:lnTo>
                    <a:pt x="255384" y="108889"/>
                  </a:lnTo>
                  <a:lnTo>
                    <a:pt x="255549" y="112636"/>
                  </a:lnTo>
                  <a:lnTo>
                    <a:pt x="256374" y="115620"/>
                  </a:lnTo>
                  <a:lnTo>
                    <a:pt x="258051" y="115506"/>
                  </a:lnTo>
                  <a:lnTo>
                    <a:pt x="258597" y="112445"/>
                  </a:lnTo>
                  <a:lnTo>
                    <a:pt x="258241" y="104965"/>
                  </a:lnTo>
                  <a:lnTo>
                    <a:pt x="257784" y="103289"/>
                  </a:lnTo>
                  <a:lnTo>
                    <a:pt x="259270" y="103644"/>
                  </a:lnTo>
                  <a:lnTo>
                    <a:pt x="262470" y="103441"/>
                  </a:lnTo>
                  <a:lnTo>
                    <a:pt x="265671" y="103238"/>
                  </a:lnTo>
                  <a:lnTo>
                    <a:pt x="268236" y="102273"/>
                  </a:lnTo>
                  <a:lnTo>
                    <a:pt x="268211" y="101930"/>
                  </a:lnTo>
                  <a:lnTo>
                    <a:pt x="289572" y="126822"/>
                  </a:lnTo>
                  <a:lnTo>
                    <a:pt x="287947" y="126911"/>
                  </a:lnTo>
                  <a:lnTo>
                    <a:pt x="287401" y="129984"/>
                  </a:lnTo>
                  <a:lnTo>
                    <a:pt x="287743" y="137452"/>
                  </a:lnTo>
                  <a:lnTo>
                    <a:pt x="288188" y="139128"/>
                  </a:lnTo>
                  <a:lnTo>
                    <a:pt x="286791" y="138785"/>
                  </a:lnTo>
                  <a:lnTo>
                    <a:pt x="283591" y="138976"/>
                  </a:lnTo>
                  <a:lnTo>
                    <a:pt x="280377" y="139179"/>
                  </a:lnTo>
                  <a:lnTo>
                    <a:pt x="277812" y="140144"/>
                  </a:lnTo>
                  <a:lnTo>
                    <a:pt x="277914" y="142100"/>
                  </a:lnTo>
                  <a:lnTo>
                    <a:pt x="280555" y="142735"/>
                  </a:lnTo>
                  <a:lnTo>
                    <a:pt x="286956" y="142328"/>
                  </a:lnTo>
                  <a:lnTo>
                    <a:pt x="288391" y="141795"/>
                  </a:lnTo>
                  <a:lnTo>
                    <a:pt x="288099" y="143522"/>
                  </a:lnTo>
                  <a:lnTo>
                    <a:pt x="288264" y="147256"/>
                  </a:lnTo>
                  <a:lnTo>
                    <a:pt x="288429" y="150990"/>
                  </a:lnTo>
                  <a:lnTo>
                    <a:pt x="289255" y="153974"/>
                  </a:lnTo>
                  <a:lnTo>
                    <a:pt x="289801" y="153949"/>
                  </a:lnTo>
                  <a:lnTo>
                    <a:pt x="289801" y="127495"/>
                  </a:lnTo>
                  <a:lnTo>
                    <a:pt x="289636" y="126898"/>
                  </a:lnTo>
                  <a:lnTo>
                    <a:pt x="299415" y="138303"/>
                  </a:lnTo>
                  <a:lnTo>
                    <a:pt x="299415" y="127647"/>
                  </a:lnTo>
                  <a:lnTo>
                    <a:pt x="266509" y="89255"/>
                  </a:lnTo>
                  <a:lnTo>
                    <a:pt x="266509" y="99936"/>
                  </a:lnTo>
                  <a:lnTo>
                    <a:pt x="265506" y="99695"/>
                  </a:lnTo>
                  <a:lnTo>
                    <a:pt x="259105" y="100088"/>
                  </a:lnTo>
                  <a:lnTo>
                    <a:pt x="257594" y="100660"/>
                  </a:lnTo>
                  <a:lnTo>
                    <a:pt x="257898" y="98907"/>
                  </a:lnTo>
                  <a:lnTo>
                    <a:pt x="257721" y="95173"/>
                  </a:lnTo>
                  <a:lnTo>
                    <a:pt x="257556" y="91427"/>
                  </a:lnTo>
                  <a:lnTo>
                    <a:pt x="256743" y="88531"/>
                  </a:lnTo>
                  <a:lnTo>
                    <a:pt x="266509" y="99936"/>
                  </a:lnTo>
                  <a:lnTo>
                    <a:pt x="266509" y="89255"/>
                  </a:lnTo>
                  <a:lnTo>
                    <a:pt x="265290" y="87820"/>
                  </a:lnTo>
                  <a:lnTo>
                    <a:pt x="256679" y="77787"/>
                  </a:lnTo>
                  <a:lnTo>
                    <a:pt x="256679" y="88455"/>
                  </a:lnTo>
                  <a:lnTo>
                    <a:pt x="255536" y="88531"/>
                  </a:lnTo>
                  <a:lnTo>
                    <a:pt x="256146" y="87820"/>
                  </a:lnTo>
                  <a:lnTo>
                    <a:pt x="256679" y="88455"/>
                  </a:lnTo>
                  <a:lnTo>
                    <a:pt x="256679" y="77787"/>
                  </a:lnTo>
                  <a:lnTo>
                    <a:pt x="256146" y="77165"/>
                  </a:lnTo>
                  <a:lnTo>
                    <a:pt x="222097" y="116890"/>
                  </a:lnTo>
                  <a:lnTo>
                    <a:pt x="222097" y="138582"/>
                  </a:lnTo>
                  <a:lnTo>
                    <a:pt x="220700" y="138239"/>
                  </a:lnTo>
                  <a:lnTo>
                    <a:pt x="217500" y="138442"/>
                  </a:lnTo>
                  <a:lnTo>
                    <a:pt x="214299" y="138645"/>
                  </a:lnTo>
                  <a:lnTo>
                    <a:pt x="211810" y="139585"/>
                  </a:lnTo>
                  <a:lnTo>
                    <a:pt x="211810" y="141503"/>
                  </a:lnTo>
                  <a:lnTo>
                    <a:pt x="210972" y="140512"/>
                  </a:lnTo>
                  <a:lnTo>
                    <a:pt x="211734" y="139623"/>
                  </a:lnTo>
                  <a:lnTo>
                    <a:pt x="211810" y="141503"/>
                  </a:lnTo>
                  <a:lnTo>
                    <a:pt x="211810" y="139585"/>
                  </a:lnTo>
                  <a:lnTo>
                    <a:pt x="221526" y="128206"/>
                  </a:lnTo>
                  <a:lnTo>
                    <a:pt x="221310" y="129438"/>
                  </a:lnTo>
                  <a:lnTo>
                    <a:pt x="221653" y="136918"/>
                  </a:lnTo>
                  <a:lnTo>
                    <a:pt x="222097" y="138582"/>
                  </a:lnTo>
                  <a:lnTo>
                    <a:pt x="222097" y="116890"/>
                  </a:lnTo>
                  <a:lnTo>
                    <a:pt x="201841" y="140512"/>
                  </a:lnTo>
                  <a:lnTo>
                    <a:pt x="256146" y="203860"/>
                  </a:lnTo>
                  <a:lnTo>
                    <a:pt x="265290" y="193205"/>
                  </a:lnTo>
                  <a:lnTo>
                    <a:pt x="310451" y="140512"/>
                  </a:lnTo>
                  <a:close/>
                </a:path>
                <a:path w="361315" h="204470">
                  <a:moveTo>
                    <a:pt x="360997" y="63347"/>
                  </a:moveTo>
                  <a:lnTo>
                    <a:pt x="351866" y="52705"/>
                  </a:lnTo>
                  <a:lnTo>
                    <a:pt x="351866" y="63347"/>
                  </a:lnTo>
                  <a:lnTo>
                    <a:pt x="306692" y="116039"/>
                  </a:lnTo>
                  <a:lnTo>
                    <a:pt x="295008" y="102425"/>
                  </a:lnTo>
                  <a:lnTo>
                    <a:pt x="297586" y="103035"/>
                  </a:lnTo>
                  <a:lnTo>
                    <a:pt x="303999" y="102641"/>
                  </a:lnTo>
                  <a:lnTo>
                    <a:pt x="305422" y="102108"/>
                  </a:lnTo>
                  <a:lnTo>
                    <a:pt x="305130" y="103822"/>
                  </a:lnTo>
                  <a:lnTo>
                    <a:pt x="305295" y="107556"/>
                  </a:lnTo>
                  <a:lnTo>
                    <a:pt x="305473" y="111302"/>
                  </a:lnTo>
                  <a:lnTo>
                    <a:pt x="306298" y="114287"/>
                  </a:lnTo>
                  <a:lnTo>
                    <a:pt x="307975" y="114173"/>
                  </a:lnTo>
                  <a:lnTo>
                    <a:pt x="308521" y="111112"/>
                  </a:lnTo>
                  <a:lnTo>
                    <a:pt x="308165" y="103632"/>
                  </a:lnTo>
                  <a:lnTo>
                    <a:pt x="307708" y="101955"/>
                  </a:lnTo>
                  <a:lnTo>
                    <a:pt x="309194" y="102298"/>
                  </a:lnTo>
                  <a:lnTo>
                    <a:pt x="312394" y="102108"/>
                  </a:lnTo>
                  <a:lnTo>
                    <a:pt x="315595" y="101904"/>
                  </a:lnTo>
                  <a:lnTo>
                    <a:pt x="318160" y="100939"/>
                  </a:lnTo>
                  <a:lnTo>
                    <a:pt x="318071" y="98983"/>
                  </a:lnTo>
                  <a:lnTo>
                    <a:pt x="315429" y="98361"/>
                  </a:lnTo>
                  <a:lnTo>
                    <a:pt x="309016" y="98755"/>
                  </a:lnTo>
                  <a:lnTo>
                    <a:pt x="307505" y="99326"/>
                  </a:lnTo>
                  <a:lnTo>
                    <a:pt x="307822" y="97574"/>
                  </a:lnTo>
                  <a:lnTo>
                    <a:pt x="307644" y="93840"/>
                  </a:lnTo>
                  <a:lnTo>
                    <a:pt x="307479" y="90093"/>
                  </a:lnTo>
                  <a:lnTo>
                    <a:pt x="306654" y="87109"/>
                  </a:lnTo>
                  <a:lnTo>
                    <a:pt x="304977" y="87210"/>
                  </a:lnTo>
                  <a:lnTo>
                    <a:pt x="304431" y="90284"/>
                  </a:lnTo>
                  <a:lnTo>
                    <a:pt x="304774" y="97764"/>
                  </a:lnTo>
                  <a:lnTo>
                    <a:pt x="305219" y="99428"/>
                  </a:lnTo>
                  <a:lnTo>
                    <a:pt x="303822" y="99085"/>
                  </a:lnTo>
                  <a:lnTo>
                    <a:pt x="300621" y="99288"/>
                  </a:lnTo>
                  <a:lnTo>
                    <a:pt x="297421" y="99479"/>
                  </a:lnTo>
                  <a:lnTo>
                    <a:pt x="294855" y="100444"/>
                  </a:lnTo>
                  <a:lnTo>
                    <a:pt x="294932" y="102349"/>
                  </a:lnTo>
                  <a:lnTo>
                    <a:pt x="262432" y="64427"/>
                  </a:lnTo>
                  <a:lnTo>
                    <a:pt x="265010" y="65024"/>
                  </a:lnTo>
                  <a:lnTo>
                    <a:pt x="271411" y="64630"/>
                  </a:lnTo>
                  <a:lnTo>
                    <a:pt x="272846" y="64096"/>
                  </a:lnTo>
                  <a:lnTo>
                    <a:pt x="272554" y="65811"/>
                  </a:lnTo>
                  <a:lnTo>
                    <a:pt x="272719" y="69557"/>
                  </a:lnTo>
                  <a:lnTo>
                    <a:pt x="272884" y="73291"/>
                  </a:lnTo>
                  <a:lnTo>
                    <a:pt x="273710" y="76276"/>
                  </a:lnTo>
                  <a:lnTo>
                    <a:pt x="275386" y="76174"/>
                  </a:lnTo>
                  <a:lnTo>
                    <a:pt x="275932" y="73101"/>
                  </a:lnTo>
                  <a:lnTo>
                    <a:pt x="275590" y="65633"/>
                  </a:lnTo>
                  <a:lnTo>
                    <a:pt x="275120" y="63957"/>
                  </a:lnTo>
                  <a:lnTo>
                    <a:pt x="276606" y="64300"/>
                  </a:lnTo>
                  <a:lnTo>
                    <a:pt x="279819" y="64096"/>
                  </a:lnTo>
                  <a:lnTo>
                    <a:pt x="283019" y="63906"/>
                  </a:lnTo>
                  <a:lnTo>
                    <a:pt x="285584" y="62941"/>
                  </a:lnTo>
                  <a:lnTo>
                    <a:pt x="285483" y="60985"/>
                  </a:lnTo>
                  <a:lnTo>
                    <a:pt x="282854" y="60350"/>
                  </a:lnTo>
                  <a:lnTo>
                    <a:pt x="276440" y="60744"/>
                  </a:lnTo>
                  <a:lnTo>
                    <a:pt x="274929" y="61315"/>
                  </a:lnTo>
                  <a:lnTo>
                    <a:pt x="275234" y="59563"/>
                  </a:lnTo>
                  <a:lnTo>
                    <a:pt x="275069" y="55829"/>
                  </a:lnTo>
                  <a:lnTo>
                    <a:pt x="274904" y="52095"/>
                  </a:lnTo>
                  <a:lnTo>
                    <a:pt x="274078" y="49110"/>
                  </a:lnTo>
                  <a:lnTo>
                    <a:pt x="273697" y="49136"/>
                  </a:lnTo>
                  <a:lnTo>
                    <a:pt x="306692" y="10668"/>
                  </a:lnTo>
                  <a:lnTo>
                    <a:pt x="340106" y="49657"/>
                  </a:lnTo>
                  <a:lnTo>
                    <a:pt x="338480" y="49758"/>
                  </a:lnTo>
                  <a:lnTo>
                    <a:pt x="337947" y="52819"/>
                  </a:lnTo>
                  <a:lnTo>
                    <a:pt x="338289" y="60299"/>
                  </a:lnTo>
                  <a:lnTo>
                    <a:pt x="339102" y="63296"/>
                  </a:lnTo>
                  <a:lnTo>
                    <a:pt x="340791" y="63182"/>
                  </a:lnTo>
                  <a:lnTo>
                    <a:pt x="341325" y="60109"/>
                  </a:lnTo>
                  <a:lnTo>
                    <a:pt x="341160" y="56375"/>
                  </a:lnTo>
                  <a:lnTo>
                    <a:pt x="340982" y="52628"/>
                  </a:lnTo>
                  <a:lnTo>
                    <a:pt x="340169" y="49720"/>
                  </a:lnTo>
                  <a:lnTo>
                    <a:pt x="351866" y="63347"/>
                  </a:lnTo>
                  <a:lnTo>
                    <a:pt x="351866" y="52705"/>
                  </a:lnTo>
                  <a:lnTo>
                    <a:pt x="315823" y="10668"/>
                  </a:lnTo>
                  <a:lnTo>
                    <a:pt x="306692" y="0"/>
                  </a:lnTo>
                  <a:lnTo>
                    <a:pt x="272643" y="39712"/>
                  </a:lnTo>
                  <a:lnTo>
                    <a:pt x="272643" y="61429"/>
                  </a:lnTo>
                  <a:lnTo>
                    <a:pt x="271246" y="61087"/>
                  </a:lnTo>
                  <a:lnTo>
                    <a:pt x="268046" y="61277"/>
                  </a:lnTo>
                  <a:lnTo>
                    <a:pt x="264845" y="61480"/>
                  </a:lnTo>
                  <a:lnTo>
                    <a:pt x="262356" y="62433"/>
                  </a:lnTo>
                  <a:lnTo>
                    <a:pt x="262356" y="64338"/>
                  </a:lnTo>
                  <a:lnTo>
                    <a:pt x="261518" y="63347"/>
                  </a:lnTo>
                  <a:lnTo>
                    <a:pt x="262280" y="62458"/>
                  </a:lnTo>
                  <a:lnTo>
                    <a:pt x="262356" y="64338"/>
                  </a:lnTo>
                  <a:lnTo>
                    <a:pt x="262356" y="62433"/>
                  </a:lnTo>
                  <a:lnTo>
                    <a:pt x="272072" y="51041"/>
                  </a:lnTo>
                  <a:lnTo>
                    <a:pt x="271856" y="52285"/>
                  </a:lnTo>
                  <a:lnTo>
                    <a:pt x="272199" y="59753"/>
                  </a:lnTo>
                  <a:lnTo>
                    <a:pt x="272643" y="61429"/>
                  </a:lnTo>
                  <a:lnTo>
                    <a:pt x="272643" y="39712"/>
                  </a:lnTo>
                  <a:lnTo>
                    <a:pt x="256159" y="58928"/>
                  </a:lnTo>
                  <a:lnTo>
                    <a:pt x="250825" y="52705"/>
                  </a:lnTo>
                  <a:lnTo>
                    <a:pt x="250825" y="63347"/>
                  </a:lnTo>
                  <a:lnTo>
                    <a:pt x="240715" y="75145"/>
                  </a:lnTo>
                  <a:lnTo>
                    <a:pt x="240982" y="73647"/>
                  </a:lnTo>
                  <a:lnTo>
                    <a:pt x="240639" y="66167"/>
                  </a:lnTo>
                  <a:lnTo>
                    <a:pt x="240182" y="64490"/>
                  </a:lnTo>
                  <a:lnTo>
                    <a:pt x="241655" y="64833"/>
                  </a:lnTo>
                  <a:lnTo>
                    <a:pt x="244868" y="64643"/>
                  </a:lnTo>
                  <a:lnTo>
                    <a:pt x="248069" y="64439"/>
                  </a:lnTo>
                  <a:lnTo>
                    <a:pt x="250634" y="63474"/>
                  </a:lnTo>
                  <a:lnTo>
                    <a:pt x="250609" y="63106"/>
                  </a:lnTo>
                  <a:lnTo>
                    <a:pt x="250825" y="63347"/>
                  </a:lnTo>
                  <a:lnTo>
                    <a:pt x="250825" y="52705"/>
                  </a:lnTo>
                  <a:lnTo>
                    <a:pt x="248920" y="50482"/>
                  </a:lnTo>
                  <a:lnTo>
                    <a:pt x="248920" y="61150"/>
                  </a:lnTo>
                  <a:lnTo>
                    <a:pt x="247904" y="60896"/>
                  </a:lnTo>
                  <a:lnTo>
                    <a:pt x="241490" y="61290"/>
                  </a:lnTo>
                  <a:lnTo>
                    <a:pt x="239979" y="61861"/>
                  </a:lnTo>
                  <a:lnTo>
                    <a:pt x="240284" y="60109"/>
                  </a:lnTo>
                  <a:lnTo>
                    <a:pt x="240118" y="56375"/>
                  </a:lnTo>
                  <a:lnTo>
                    <a:pt x="239953" y="52628"/>
                  </a:lnTo>
                  <a:lnTo>
                    <a:pt x="239293" y="50253"/>
                  </a:lnTo>
                  <a:lnTo>
                    <a:pt x="239293" y="76796"/>
                  </a:lnTo>
                  <a:lnTo>
                    <a:pt x="205651" y="116039"/>
                  </a:lnTo>
                  <a:lnTo>
                    <a:pt x="193954" y="102412"/>
                  </a:lnTo>
                  <a:lnTo>
                    <a:pt x="196545" y="103035"/>
                  </a:lnTo>
                  <a:lnTo>
                    <a:pt x="202958" y="102641"/>
                  </a:lnTo>
                  <a:lnTo>
                    <a:pt x="204393" y="102108"/>
                  </a:lnTo>
                  <a:lnTo>
                    <a:pt x="204101" y="103822"/>
                  </a:lnTo>
                  <a:lnTo>
                    <a:pt x="204266" y="107556"/>
                  </a:lnTo>
                  <a:lnTo>
                    <a:pt x="204431" y="111302"/>
                  </a:lnTo>
                  <a:lnTo>
                    <a:pt x="205257" y="114287"/>
                  </a:lnTo>
                  <a:lnTo>
                    <a:pt x="206933" y="114173"/>
                  </a:lnTo>
                  <a:lnTo>
                    <a:pt x="207479" y="111112"/>
                  </a:lnTo>
                  <a:lnTo>
                    <a:pt x="207137" y="103632"/>
                  </a:lnTo>
                  <a:lnTo>
                    <a:pt x="206667" y="101955"/>
                  </a:lnTo>
                  <a:lnTo>
                    <a:pt x="208153" y="102298"/>
                  </a:lnTo>
                  <a:lnTo>
                    <a:pt x="211353" y="102108"/>
                  </a:lnTo>
                  <a:lnTo>
                    <a:pt x="214566" y="101904"/>
                  </a:lnTo>
                  <a:lnTo>
                    <a:pt x="217131" y="100939"/>
                  </a:lnTo>
                  <a:lnTo>
                    <a:pt x="217030" y="98983"/>
                  </a:lnTo>
                  <a:lnTo>
                    <a:pt x="214388" y="98361"/>
                  </a:lnTo>
                  <a:lnTo>
                    <a:pt x="207987" y="98755"/>
                  </a:lnTo>
                  <a:lnTo>
                    <a:pt x="206476" y="99326"/>
                  </a:lnTo>
                  <a:lnTo>
                    <a:pt x="206781" y="97574"/>
                  </a:lnTo>
                  <a:lnTo>
                    <a:pt x="206616" y="93840"/>
                  </a:lnTo>
                  <a:lnTo>
                    <a:pt x="206438" y="90093"/>
                  </a:lnTo>
                  <a:lnTo>
                    <a:pt x="205613" y="87109"/>
                  </a:lnTo>
                  <a:lnTo>
                    <a:pt x="203936" y="87210"/>
                  </a:lnTo>
                  <a:lnTo>
                    <a:pt x="203390" y="90284"/>
                  </a:lnTo>
                  <a:lnTo>
                    <a:pt x="203746" y="97764"/>
                  </a:lnTo>
                  <a:lnTo>
                    <a:pt x="204190" y="99428"/>
                  </a:lnTo>
                  <a:lnTo>
                    <a:pt x="202793" y="99085"/>
                  </a:lnTo>
                  <a:lnTo>
                    <a:pt x="199593" y="99288"/>
                  </a:lnTo>
                  <a:lnTo>
                    <a:pt x="196380" y="99479"/>
                  </a:lnTo>
                  <a:lnTo>
                    <a:pt x="193814" y="100444"/>
                  </a:lnTo>
                  <a:lnTo>
                    <a:pt x="193903" y="102362"/>
                  </a:lnTo>
                  <a:lnTo>
                    <a:pt x="161391" y="64427"/>
                  </a:lnTo>
                  <a:lnTo>
                    <a:pt x="163969" y="65024"/>
                  </a:lnTo>
                  <a:lnTo>
                    <a:pt x="170383" y="64630"/>
                  </a:lnTo>
                  <a:lnTo>
                    <a:pt x="171805" y="64096"/>
                  </a:lnTo>
                  <a:lnTo>
                    <a:pt x="171513" y="65811"/>
                  </a:lnTo>
                  <a:lnTo>
                    <a:pt x="171678" y="69557"/>
                  </a:lnTo>
                  <a:lnTo>
                    <a:pt x="171843" y="73291"/>
                  </a:lnTo>
                  <a:lnTo>
                    <a:pt x="172681" y="76276"/>
                  </a:lnTo>
                  <a:lnTo>
                    <a:pt x="174358" y="76174"/>
                  </a:lnTo>
                  <a:lnTo>
                    <a:pt x="174891" y="73101"/>
                  </a:lnTo>
                  <a:lnTo>
                    <a:pt x="174548" y="65633"/>
                  </a:lnTo>
                  <a:lnTo>
                    <a:pt x="174078" y="63944"/>
                  </a:lnTo>
                  <a:lnTo>
                    <a:pt x="175577" y="64300"/>
                  </a:lnTo>
                  <a:lnTo>
                    <a:pt x="178777" y="64096"/>
                  </a:lnTo>
                  <a:lnTo>
                    <a:pt x="181978" y="63906"/>
                  </a:lnTo>
                  <a:lnTo>
                    <a:pt x="184543" y="62941"/>
                  </a:lnTo>
                  <a:lnTo>
                    <a:pt x="184454" y="60985"/>
                  </a:lnTo>
                  <a:lnTo>
                    <a:pt x="181813" y="60350"/>
                  </a:lnTo>
                  <a:lnTo>
                    <a:pt x="175399" y="60744"/>
                  </a:lnTo>
                  <a:lnTo>
                    <a:pt x="173888" y="61315"/>
                  </a:lnTo>
                  <a:lnTo>
                    <a:pt x="174193" y="59563"/>
                  </a:lnTo>
                  <a:lnTo>
                    <a:pt x="174028" y="55829"/>
                  </a:lnTo>
                  <a:lnTo>
                    <a:pt x="173863" y="52095"/>
                  </a:lnTo>
                  <a:lnTo>
                    <a:pt x="173037" y="49110"/>
                  </a:lnTo>
                  <a:lnTo>
                    <a:pt x="172656" y="49136"/>
                  </a:lnTo>
                  <a:lnTo>
                    <a:pt x="204431" y="12090"/>
                  </a:lnTo>
                  <a:lnTo>
                    <a:pt x="204012" y="14465"/>
                  </a:lnTo>
                  <a:lnTo>
                    <a:pt x="204368" y="21932"/>
                  </a:lnTo>
                  <a:lnTo>
                    <a:pt x="204812" y="23596"/>
                  </a:lnTo>
                  <a:lnTo>
                    <a:pt x="203415" y="23253"/>
                  </a:lnTo>
                  <a:lnTo>
                    <a:pt x="200215" y="23456"/>
                  </a:lnTo>
                  <a:lnTo>
                    <a:pt x="197002" y="23660"/>
                  </a:lnTo>
                  <a:lnTo>
                    <a:pt x="194437" y="24625"/>
                  </a:lnTo>
                  <a:lnTo>
                    <a:pt x="194538" y="26581"/>
                  </a:lnTo>
                  <a:lnTo>
                    <a:pt x="197167" y="27203"/>
                  </a:lnTo>
                  <a:lnTo>
                    <a:pt x="203581" y="26809"/>
                  </a:lnTo>
                  <a:lnTo>
                    <a:pt x="205003" y="26276"/>
                  </a:lnTo>
                  <a:lnTo>
                    <a:pt x="204711" y="27990"/>
                  </a:lnTo>
                  <a:lnTo>
                    <a:pt x="204889" y="31737"/>
                  </a:lnTo>
                  <a:lnTo>
                    <a:pt x="205054" y="35471"/>
                  </a:lnTo>
                  <a:lnTo>
                    <a:pt x="205879" y="38455"/>
                  </a:lnTo>
                  <a:lnTo>
                    <a:pt x="207556" y="38354"/>
                  </a:lnTo>
                  <a:lnTo>
                    <a:pt x="208102" y="35280"/>
                  </a:lnTo>
                  <a:lnTo>
                    <a:pt x="207759" y="27813"/>
                  </a:lnTo>
                  <a:lnTo>
                    <a:pt x="207289" y="26136"/>
                  </a:lnTo>
                  <a:lnTo>
                    <a:pt x="208775" y="26479"/>
                  </a:lnTo>
                  <a:lnTo>
                    <a:pt x="211975" y="26276"/>
                  </a:lnTo>
                  <a:lnTo>
                    <a:pt x="215188" y="26085"/>
                  </a:lnTo>
                  <a:lnTo>
                    <a:pt x="217754" y="25120"/>
                  </a:lnTo>
                  <a:lnTo>
                    <a:pt x="217728" y="24790"/>
                  </a:lnTo>
                  <a:lnTo>
                    <a:pt x="239064" y="49657"/>
                  </a:lnTo>
                  <a:lnTo>
                    <a:pt x="237451" y="49758"/>
                  </a:lnTo>
                  <a:lnTo>
                    <a:pt x="236905" y="52819"/>
                  </a:lnTo>
                  <a:lnTo>
                    <a:pt x="237248" y="60299"/>
                  </a:lnTo>
                  <a:lnTo>
                    <a:pt x="237693" y="61963"/>
                  </a:lnTo>
                  <a:lnTo>
                    <a:pt x="236296" y="61620"/>
                  </a:lnTo>
                  <a:lnTo>
                    <a:pt x="233095" y="61823"/>
                  </a:lnTo>
                  <a:lnTo>
                    <a:pt x="229895" y="62014"/>
                  </a:lnTo>
                  <a:lnTo>
                    <a:pt x="227330" y="62979"/>
                  </a:lnTo>
                  <a:lnTo>
                    <a:pt x="227418" y="64935"/>
                  </a:lnTo>
                  <a:lnTo>
                    <a:pt x="230060" y="65570"/>
                  </a:lnTo>
                  <a:lnTo>
                    <a:pt x="236461" y="65176"/>
                  </a:lnTo>
                  <a:lnTo>
                    <a:pt x="237896" y="64643"/>
                  </a:lnTo>
                  <a:lnTo>
                    <a:pt x="237604" y="66357"/>
                  </a:lnTo>
                  <a:lnTo>
                    <a:pt x="237769" y="70091"/>
                  </a:lnTo>
                  <a:lnTo>
                    <a:pt x="237934" y="73837"/>
                  </a:lnTo>
                  <a:lnTo>
                    <a:pt x="238760" y="76822"/>
                  </a:lnTo>
                  <a:lnTo>
                    <a:pt x="239293" y="76796"/>
                  </a:lnTo>
                  <a:lnTo>
                    <a:pt x="239293" y="50253"/>
                  </a:lnTo>
                  <a:lnTo>
                    <a:pt x="239153" y="49745"/>
                  </a:lnTo>
                  <a:lnTo>
                    <a:pt x="248920" y="61150"/>
                  </a:lnTo>
                  <a:lnTo>
                    <a:pt x="248920" y="50482"/>
                  </a:lnTo>
                  <a:lnTo>
                    <a:pt x="216014" y="12103"/>
                  </a:lnTo>
                  <a:lnTo>
                    <a:pt x="216014" y="22771"/>
                  </a:lnTo>
                  <a:lnTo>
                    <a:pt x="215011" y="22529"/>
                  </a:lnTo>
                  <a:lnTo>
                    <a:pt x="208610" y="22936"/>
                  </a:lnTo>
                  <a:lnTo>
                    <a:pt x="207098" y="23507"/>
                  </a:lnTo>
                  <a:lnTo>
                    <a:pt x="207403" y="21742"/>
                  </a:lnTo>
                  <a:lnTo>
                    <a:pt x="207238" y="18008"/>
                  </a:lnTo>
                  <a:lnTo>
                    <a:pt x="207060" y="14274"/>
                  </a:lnTo>
                  <a:lnTo>
                    <a:pt x="206248" y="11379"/>
                  </a:lnTo>
                  <a:lnTo>
                    <a:pt x="216014" y="22771"/>
                  </a:lnTo>
                  <a:lnTo>
                    <a:pt x="216014" y="12103"/>
                  </a:lnTo>
                  <a:lnTo>
                    <a:pt x="214795" y="10668"/>
                  </a:lnTo>
                  <a:lnTo>
                    <a:pt x="206184" y="622"/>
                  </a:lnTo>
                  <a:lnTo>
                    <a:pt x="206184" y="11303"/>
                  </a:lnTo>
                  <a:lnTo>
                    <a:pt x="205054" y="11366"/>
                  </a:lnTo>
                  <a:lnTo>
                    <a:pt x="205651" y="10668"/>
                  </a:lnTo>
                  <a:lnTo>
                    <a:pt x="206184" y="11303"/>
                  </a:lnTo>
                  <a:lnTo>
                    <a:pt x="206184" y="622"/>
                  </a:lnTo>
                  <a:lnTo>
                    <a:pt x="205651" y="0"/>
                  </a:lnTo>
                  <a:lnTo>
                    <a:pt x="171615" y="39712"/>
                  </a:lnTo>
                  <a:lnTo>
                    <a:pt x="171615" y="61429"/>
                  </a:lnTo>
                  <a:lnTo>
                    <a:pt x="170205" y="61087"/>
                  </a:lnTo>
                  <a:lnTo>
                    <a:pt x="167005" y="61277"/>
                  </a:lnTo>
                  <a:lnTo>
                    <a:pt x="163804" y="61480"/>
                  </a:lnTo>
                  <a:lnTo>
                    <a:pt x="161315" y="62433"/>
                  </a:lnTo>
                  <a:lnTo>
                    <a:pt x="161315" y="64338"/>
                  </a:lnTo>
                  <a:lnTo>
                    <a:pt x="160477" y="63347"/>
                  </a:lnTo>
                  <a:lnTo>
                    <a:pt x="161239" y="62458"/>
                  </a:lnTo>
                  <a:lnTo>
                    <a:pt x="161315" y="64338"/>
                  </a:lnTo>
                  <a:lnTo>
                    <a:pt x="161315" y="62433"/>
                  </a:lnTo>
                  <a:lnTo>
                    <a:pt x="171030" y="51041"/>
                  </a:lnTo>
                  <a:lnTo>
                    <a:pt x="170815" y="52285"/>
                  </a:lnTo>
                  <a:lnTo>
                    <a:pt x="171157" y="59753"/>
                  </a:lnTo>
                  <a:lnTo>
                    <a:pt x="171615" y="61429"/>
                  </a:lnTo>
                  <a:lnTo>
                    <a:pt x="171615" y="39712"/>
                  </a:lnTo>
                  <a:lnTo>
                    <a:pt x="151345" y="63347"/>
                  </a:lnTo>
                  <a:lnTo>
                    <a:pt x="205651" y="126695"/>
                  </a:lnTo>
                  <a:lnTo>
                    <a:pt x="214795" y="116039"/>
                  </a:lnTo>
                  <a:lnTo>
                    <a:pt x="256159" y="67779"/>
                  </a:lnTo>
                  <a:lnTo>
                    <a:pt x="306692" y="126695"/>
                  </a:lnTo>
                  <a:lnTo>
                    <a:pt x="315823" y="116039"/>
                  </a:lnTo>
                  <a:lnTo>
                    <a:pt x="360997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6" name="object 2086" descr=""/>
            <p:cNvSpPr/>
            <p:nvPr/>
          </p:nvSpPr>
          <p:spPr>
            <a:xfrm>
              <a:off x="8095678" y="7075430"/>
              <a:ext cx="351790" cy="347980"/>
            </a:xfrm>
            <a:custGeom>
              <a:avLst/>
              <a:gdLst/>
              <a:ahLst/>
              <a:cxnLst/>
              <a:rect l="l" t="t" r="r" b="b"/>
              <a:pathLst>
                <a:path w="351790" h="347979">
                  <a:moveTo>
                    <a:pt x="158927" y="207391"/>
                  </a:moveTo>
                  <a:lnTo>
                    <a:pt x="149783" y="196735"/>
                  </a:lnTo>
                  <a:lnTo>
                    <a:pt x="149783" y="207391"/>
                  </a:lnTo>
                  <a:lnTo>
                    <a:pt x="139674" y="219176"/>
                  </a:lnTo>
                  <a:lnTo>
                    <a:pt x="139941" y="217690"/>
                  </a:lnTo>
                  <a:lnTo>
                    <a:pt x="139598" y="210210"/>
                  </a:lnTo>
                  <a:lnTo>
                    <a:pt x="139141" y="208534"/>
                  </a:lnTo>
                  <a:lnTo>
                    <a:pt x="140627" y="208876"/>
                  </a:lnTo>
                  <a:lnTo>
                    <a:pt x="143827" y="208686"/>
                  </a:lnTo>
                  <a:lnTo>
                    <a:pt x="147027" y="208483"/>
                  </a:lnTo>
                  <a:lnTo>
                    <a:pt x="149593" y="207518"/>
                  </a:lnTo>
                  <a:lnTo>
                    <a:pt x="149567" y="207149"/>
                  </a:lnTo>
                  <a:lnTo>
                    <a:pt x="149783" y="207391"/>
                  </a:lnTo>
                  <a:lnTo>
                    <a:pt x="149783" y="196735"/>
                  </a:lnTo>
                  <a:lnTo>
                    <a:pt x="147878" y="194513"/>
                  </a:lnTo>
                  <a:lnTo>
                    <a:pt x="147878" y="205181"/>
                  </a:lnTo>
                  <a:lnTo>
                    <a:pt x="146862" y="204927"/>
                  </a:lnTo>
                  <a:lnTo>
                    <a:pt x="140449" y="205333"/>
                  </a:lnTo>
                  <a:lnTo>
                    <a:pt x="138938" y="205905"/>
                  </a:lnTo>
                  <a:lnTo>
                    <a:pt x="139242" y="204152"/>
                  </a:lnTo>
                  <a:lnTo>
                    <a:pt x="139077" y="200406"/>
                  </a:lnTo>
                  <a:lnTo>
                    <a:pt x="138912" y="196672"/>
                  </a:lnTo>
                  <a:lnTo>
                    <a:pt x="138264" y="194373"/>
                  </a:lnTo>
                  <a:lnTo>
                    <a:pt x="138264" y="220827"/>
                  </a:lnTo>
                  <a:lnTo>
                    <a:pt x="104609" y="260083"/>
                  </a:lnTo>
                  <a:lnTo>
                    <a:pt x="92925" y="246456"/>
                  </a:lnTo>
                  <a:lnTo>
                    <a:pt x="95516" y="247078"/>
                  </a:lnTo>
                  <a:lnTo>
                    <a:pt x="101917" y="246672"/>
                  </a:lnTo>
                  <a:lnTo>
                    <a:pt x="103352" y="246138"/>
                  </a:lnTo>
                  <a:lnTo>
                    <a:pt x="103060" y="247865"/>
                  </a:lnTo>
                  <a:lnTo>
                    <a:pt x="103225" y="251599"/>
                  </a:lnTo>
                  <a:lnTo>
                    <a:pt x="103390" y="255333"/>
                  </a:lnTo>
                  <a:lnTo>
                    <a:pt x="104216" y="258318"/>
                  </a:lnTo>
                  <a:lnTo>
                    <a:pt x="105892" y="258216"/>
                  </a:lnTo>
                  <a:lnTo>
                    <a:pt x="106438" y="255155"/>
                  </a:lnTo>
                  <a:lnTo>
                    <a:pt x="106095" y="247675"/>
                  </a:lnTo>
                  <a:lnTo>
                    <a:pt x="105638" y="245999"/>
                  </a:lnTo>
                  <a:lnTo>
                    <a:pt x="107111" y="246341"/>
                  </a:lnTo>
                  <a:lnTo>
                    <a:pt x="110324" y="246151"/>
                  </a:lnTo>
                  <a:lnTo>
                    <a:pt x="113525" y="245948"/>
                  </a:lnTo>
                  <a:lnTo>
                    <a:pt x="116090" y="244983"/>
                  </a:lnTo>
                  <a:lnTo>
                    <a:pt x="115989" y="243027"/>
                  </a:lnTo>
                  <a:lnTo>
                    <a:pt x="113360" y="242392"/>
                  </a:lnTo>
                  <a:lnTo>
                    <a:pt x="106946" y="242798"/>
                  </a:lnTo>
                  <a:lnTo>
                    <a:pt x="105435" y="243370"/>
                  </a:lnTo>
                  <a:lnTo>
                    <a:pt x="105740" y="241617"/>
                  </a:lnTo>
                  <a:lnTo>
                    <a:pt x="105575" y="237871"/>
                  </a:lnTo>
                  <a:lnTo>
                    <a:pt x="105410" y="234137"/>
                  </a:lnTo>
                  <a:lnTo>
                    <a:pt x="104584" y="231152"/>
                  </a:lnTo>
                  <a:lnTo>
                    <a:pt x="102908" y="231254"/>
                  </a:lnTo>
                  <a:lnTo>
                    <a:pt x="102362" y="234327"/>
                  </a:lnTo>
                  <a:lnTo>
                    <a:pt x="102704" y="241808"/>
                  </a:lnTo>
                  <a:lnTo>
                    <a:pt x="103149" y="243471"/>
                  </a:lnTo>
                  <a:lnTo>
                    <a:pt x="101752" y="243128"/>
                  </a:lnTo>
                  <a:lnTo>
                    <a:pt x="98552" y="243332"/>
                  </a:lnTo>
                  <a:lnTo>
                    <a:pt x="95351" y="243522"/>
                  </a:lnTo>
                  <a:lnTo>
                    <a:pt x="92786" y="244487"/>
                  </a:lnTo>
                  <a:lnTo>
                    <a:pt x="92862" y="246392"/>
                  </a:lnTo>
                  <a:lnTo>
                    <a:pt x="60363" y="208470"/>
                  </a:lnTo>
                  <a:lnTo>
                    <a:pt x="62928" y="209067"/>
                  </a:lnTo>
                  <a:lnTo>
                    <a:pt x="69342" y="208673"/>
                  </a:lnTo>
                  <a:lnTo>
                    <a:pt x="70777" y="208140"/>
                  </a:lnTo>
                  <a:lnTo>
                    <a:pt x="70472" y="209854"/>
                  </a:lnTo>
                  <a:lnTo>
                    <a:pt x="70650" y="213588"/>
                  </a:lnTo>
                  <a:lnTo>
                    <a:pt x="70815" y="217335"/>
                  </a:lnTo>
                  <a:lnTo>
                    <a:pt x="71640" y="220319"/>
                  </a:lnTo>
                  <a:lnTo>
                    <a:pt x="73317" y="220218"/>
                  </a:lnTo>
                  <a:lnTo>
                    <a:pt x="73863" y="217144"/>
                  </a:lnTo>
                  <a:lnTo>
                    <a:pt x="73520" y="209664"/>
                  </a:lnTo>
                  <a:lnTo>
                    <a:pt x="73050" y="207987"/>
                  </a:lnTo>
                  <a:lnTo>
                    <a:pt x="74536" y="208343"/>
                  </a:lnTo>
                  <a:lnTo>
                    <a:pt x="77736" y="208140"/>
                  </a:lnTo>
                  <a:lnTo>
                    <a:pt x="80937" y="207937"/>
                  </a:lnTo>
                  <a:lnTo>
                    <a:pt x="83502" y="206984"/>
                  </a:lnTo>
                  <a:lnTo>
                    <a:pt x="83413" y="205016"/>
                  </a:lnTo>
                  <a:lnTo>
                    <a:pt x="80772" y="204393"/>
                  </a:lnTo>
                  <a:lnTo>
                    <a:pt x="74371" y="204787"/>
                  </a:lnTo>
                  <a:lnTo>
                    <a:pt x="72859" y="205359"/>
                  </a:lnTo>
                  <a:lnTo>
                    <a:pt x="73164" y="203606"/>
                  </a:lnTo>
                  <a:lnTo>
                    <a:pt x="72986" y="199872"/>
                  </a:lnTo>
                  <a:lnTo>
                    <a:pt x="72821" y="196138"/>
                  </a:lnTo>
                  <a:lnTo>
                    <a:pt x="71996" y="193154"/>
                  </a:lnTo>
                  <a:lnTo>
                    <a:pt x="71628" y="193179"/>
                  </a:lnTo>
                  <a:lnTo>
                    <a:pt x="103403" y="156095"/>
                  </a:lnTo>
                  <a:lnTo>
                    <a:pt x="102984" y="158496"/>
                  </a:lnTo>
                  <a:lnTo>
                    <a:pt x="103327" y="165976"/>
                  </a:lnTo>
                  <a:lnTo>
                    <a:pt x="103771" y="167640"/>
                  </a:lnTo>
                  <a:lnTo>
                    <a:pt x="102374" y="167297"/>
                  </a:lnTo>
                  <a:lnTo>
                    <a:pt x="99174" y="167500"/>
                  </a:lnTo>
                  <a:lnTo>
                    <a:pt x="95961" y="167703"/>
                  </a:lnTo>
                  <a:lnTo>
                    <a:pt x="93395" y="168656"/>
                  </a:lnTo>
                  <a:lnTo>
                    <a:pt x="93497" y="170624"/>
                  </a:lnTo>
                  <a:lnTo>
                    <a:pt x="96139" y="171246"/>
                  </a:lnTo>
                  <a:lnTo>
                    <a:pt x="102539" y="170853"/>
                  </a:lnTo>
                  <a:lnTo>
                    <a:pt x="103974" y="170319"/>
                  </a:lnTo>
                  <a:lnTo>
                    <a:pt x="103682" y="172034"/>
                  </a:lnTo>
                  <a:lnTo>
                    <a:pt x="103847" y="175780"/>
                  </a:lnTo>
                  <a:lnTo>
                    <a:pt x="104013" y="179514"/>
                  </a:lnTo>
                  <a:lnTo>
                    <a:pt x="104838" y="182499"/>
                  </a:lnTo>
                  <a:lnTo>
                    <a:pt x="106514" y="182397"/>
                  </a:lnTo>
                  <a:lnTo>
                    <a:pt x="107061" y="179324"/>
                  </a:lnTo>
                  <a:lnTo>
                    <a:pt x="106718" y="171843"/>
                  </a:lnTo>
                  <a:lnTo>
                    <a:pt x="106260" y="170167"/>
                  </a:lnTo>
                  <a:lnTo>
                    <a:pt x="107734" y="170522"/>
                  </a:lnTo>
                  <a:lnTo>
                    <a:pt x="110947" y="170319"/>
                  </a:lnTo>
                  <a:lnTo>
                    <a:pt x="114147" y="170116"/>
                  </a:lnTo>
                  <a:lnTo>
                    <a:pt x="116713" y="169164"/>
                  </a:lnTo>
                  <a:lnTo>
                    <a:pt x="116687" y="168821"/>
                  </a:lnTo>
                  <a:lnTo>
                    <a:pt x="138036" y="193700"/>
                  </a:lnTo>
                  <a:lnTo>
                    <a:pt x="136410" y="193789"/>
                  </a:lnTo>
                  <a:lnTo>
                    <a:pt x="135864" y="196862"/>
                  </a:lnTo>
                  <a:lnTo>
                    <a:pt x="136207" y="204330"/>
                  </a:lnTo>
                  <a:lnTo>
                    <a:pt x="136664" y="206006"/>
                  </a:lnTo>
                  <a:lnTo>
                    <a:pt x="135267" y="205663"/>
                  </a:lnTo>
                  <a:lnTo>
                    <a:pt x="132054" y="205867"/>
                  </a:lnTo>
                  <a:lnTo>
                    <a:pt x="128854" y="206057"/>
                  </a:lnTo>
                  <a:lnTo>
                    <a:pt x="126288" y="207022"/>
                  </a:lnTo>
                  <a:lnTo>
                    <a:pt x="126377" y="208978"/>
                  </a:lnTo>
                  <a:lnTo>
                    <a:pt x="129019" y="209613"/>
                  </a:lnTo>
                  <a:lnTo>
                    <a:pt x="135432" y="209207"/>
                  </a:lnTo>
                  <a:lnTo>
                    <a:pt x="136855" y="208686"/>
                  </a:lnTo>
                  <a:lnTo>
                    <a:pt x="136563" y="210400"/>
                  </a:lnTo>
                  <a:lnTo>
                    <a:pt x="136728" y="214134"/>
                  </a:lnTo>
                  <a:lnTo>
                    <a:pt x="136906" y="217868"/>
                  </a:lnTo>
                  <a:lnTo>
                    <a:pt x="137731" y="220853"/>
                  </a:lnTo>
                  <a:lnTo>
                    <a:pt x="138264" y="220827"/>
                  </a:lnTo>
                  <a:lnTo>
                    <a:pt x="138264" y="194373"/>
                  </a:lnTo>
                  <a:lnTo>
                    <a:pt x="138099" y="193776"/>
                  </a:lnTo>
                  <a:lnTo>
                    <a:pt x="147878" y="205181"/>
                  </a:lnTo>
                  <a:lnTo>
                    <a:pt x="147878" y="194513"/>
                  </a:lnTo>
                  <a:lnTo>
                    <a:pt x="114960" y="156108"/>
                  </a:lnTo>
                  <a:lnTo>
                    <a:pt x="114960" y="166814"/>
                  </a:lnTo>
                  <a:lnTo>
                    <a:pt x="113982" y="166573"/>
                  </a:lnTo>
                  <a:lnTo>
                    <a:pt x="107569" y="166966"/>
                  </a:lnTo>
                  <a:lnTo>
                    <a:pt x="106057" y="167538"/>
                  </a:lnTo>
                  <a:lnTo>
                    <a:pt x="106362" y="165785"/>
                  </a:lnTo>
                  <a:lnTo>
                    <a:pt x="106197" y="162052"/>
                  </a:lnTo>
                  <a:lnTo>
                    <a:pt x="106032" y="158305"/>
                  </a:lnTo>
                  <a:lnTo>
                    <a:pt x="105219" y="155435"/>
                  </a:lnTo>
                  <a:lnTo>
                    <a:pt x="114960" y="166814"/>
                  </a:lnTo>
                  <a:lnTo>
                    <a:pt x="114960" y="156108"/>
                  </a:lnTo>
                  <a:lnTo>
                    <a:pt x="113753" y="154698"/>
                  </a:lnTo>
                  <a:lnTo>
                    <a:pt x="105156" y="144691"/>
                  </a:lnTo>
                  <a:lnTo>
                    <a:pt x="105156" y="155346"/>
                  </a:lnTo>
                  <a:lnTo>
                    <a:pt x="104000" y="155409"/>
                  </a:lnTo>
                  <a:lnTo>
                    <a:pt x="104609" y="154698"/>
                  </a:lnTo>
                  <a:lnTo>
                    <a:pt x="105156" y="155346"/>
                  </a:lnTo>
                  <a:lnTo>
                    <a:pt x="105156" y="144691"/>
                  </a:lnTo>
                  <a:lnTo>
                    <a:pt x="104609" y="144043"/>
                  </a:lnTo>
                  <a:lnTo>
                    <a:pt x="70573" y="183756"/>
                  </a:lnTo>
                  <a:lnTo>
                    <a:pt x="70573" y="205460"/>
                  </a:lnTo>
                  <a:lnTo>
                    <a:pt x="69176" y="205117"/>
                  </a:lnTo>
                  <a:lnTo>
                    <a:pt x="65963" y="205320"/>
                  </a:lnTo>
                  <a:lnTo>
                    <a:pt x="62763" y="205524"/>
                  </a:lnTo>
                  <a:lnTo>
                    <a:pt x="60286" y="206463"/>
                  </a:lnTo>
                  <a:lnTo>
                    <a:pt x="60286" y="208381"/>
                  </a:lnTo>
                  <a:lnTo>
                    <a:pt x="59448" y="207391"/>
                  </a:lnTo>
                  <a:lnTo>
                    <a:pt x="60198" y="206527"/>
                  </a:lnTo>
                  <a:lnTo>
                    <a:pt x="60286" y="208381"/>
                  </a:lnTo>
                  <a:lnTo>
                    <a:pt x="60286" y="206463"/>
                  </a:lnTo>
                  <a:lnTo>
                    <a:pt x="69989" y="195097"/>
                  </a:lnTo>
                  <a:lnTo>
                    <a:pt x="69773" y="196316"/>
                  </a:lnTo>
                  <a:lnTo>
                    <a:pt x="70129" y="203796"/>
                  </a:lnTo>
                  <a:lnTo>
                    <a:pt x="70573" y="205460"/>
                  </a:lnTo>
                  <a:lnTo>
                    <a:pt x="70573" y="183756"/>
                  </a:lnTo>
                  <a:lnTo>
                    <a:pt x="50304" y="207391"/>
                  </a:lnTo>
                  <a:lnTo>
                    <a:pt x="104609" y="270738"/>
                  </a:lnTo>
                  <a:lnTo>
                    <a:pt x="113753" y="260083"/>
                  </a:lnTo>
                  <a:lnTo>
                    <a:pt x="158927" y="207391"/>
                  </a:lnTo>
                  <a:close/>
                </a:path>
                <a:path w="351790" h="347979">
                  <a:moveTo>
                    <a:pt x="310451" y="284556"/>
                  </a:moveTo>
                  <a:lnTo>
                    <a:pt x="301320" y="273913"/>
                  </a:lnTo>
                  <a:lnTo>
                    <a:pt x="301320" y="284556"/>
                  </a:lnTo>
                  <a:lnTo>
                    <a:pt x="291198" y="296354"/>
                  </a:lnTo>
                  <a:lnTo>
                    <a:pt x="291477" y="294843"/>
                  </a:lnTo>
                  <a:lnTo>
                    <a:pt x="291134" y="287375"/>
                  </a:lnTo>
                  <a:lnTo>
                    <a:pt x="290664" y="285699"/>
                  </a:lnTo>
                  <a:lnTo>
                    <a:pt x="292150" y="286042"/>
                  </a:lnTo>
                  <a:lnTo>
                    <a:pt x="295363" y="285838"/>
                  </a:lnTo>
                  <a:lnTo>
                    <a:pt x="298564" y="285648"/>
                  </a:lnTo>
                  <a:lnTo>
                    <a:pt x="301129" y="284683"/>
                  </a:lnTo>
                  <a:lnTo>
                    <a:pt x="301104" y="284314"/>
                  </a:lnTo>
                  <a:lnTo>
                    <a:pt x="301320" y="284556"/>
                  </a:lnTo>
                  <a:lnTo>
                    <a:pt x="301320" y="273913"/>
                  </a:lnTo>
                  <a:lnTo>
                    <a:pt x="299415" y="271691"/>
                  </a:lnTo>
                  <a:lnTo>
                    <a:pt x="299415" y="282346"/>
                  </a:lnTo>
                  <a:lnTo>
                    <a:pt x="298399" y="282092"/>
                  </a:lnTo>
                  <a:lnTo>
                    <a:pt x="291985" y="282486"/>
                  </a:lnTo>
                  <a:lnTo>
                    <a:pt x="290474" y="283057"/>
                  </a:lnTo>
                  <a:lnTo>
                    <a:pt x="290779" y="281305"/>
                  </a:lnTo>
                  <a:lnTo>
                    <a:pt x="290614" y="277571"/>
                  </a:lnTo>
                  <a:lnTo>
                    <a:pt x="290449" y="273837"/>
                  </a:lnTo>
                  <a:lnTo>
                    <a:pt x="289801" y="271538"/>
                  </a:lnTo>
                  <a:lnTo>
                    <a:pt x="289801" y="297992"/>
                  </a:lnTo>
                  <a:lnTo>
                    <a:pt x="256146" y="337248"/>
                  </a:lnTo>
                  <a:lnTo>
                    <a:pt x="244462" y="323621"/>
                  </a:lnTo>
                  <a:lnTo>
                    <a:pt x="247040" y="324231"/>
                  </a:lnTo>
                  <a:lnTo>
                    <a:pt x="253453" y="323837"/>
                  </a:lnTo>
                  <a:lnTo>
                    <a:pt x="254876" y="323303"/>
                  </a:lnTo>
                  <a:lnTo>
                    <a:pt x="254584" y="325018"/>
                  </a:lnTo>
                  <a:lnTo>
                    <a:pt x="254762" y="328764"/>
                  </a:lnTo>
                  <a:lnTo>
                    <a:pt x="254927" y="332498"/>
                  </a:lnTo>
                  <a:lnTo>
                    <a:pt x="255752" y="335483"/>
                  </a:lnTo>
                  <a:lnTo>
                    <a:pt x="257429" y="335381"/>
                  </a:lnTo>
                  <a:lnTo>
                    <a:pt x="257975" y="332308"/>
                  </a:lnTo>
                  <a:lnTo>
                    <a:pt x="257632" y="324840"/>
                  </a:lnTo>
                  <a:lnTo>
                    <a:pt x="257162" y="323151"/>
                  </a:lnTo>
                  <a:lnTo>
                    <a:pt x="258648" y="323507"/>
                  </a:lnTo>
                  <a:lnTo>
                    <a:pt x="261848" y="323303"/>
                  </a:lnTo>
                  <a:lnTo>
                    <a:pt x="265049" y="323113"/>
                  </a:lnTo>
                  <a:lnTo>
                    <a:pt x="267614" y="322148"/>
                  </a:lnTo>
                  <a:lnTo>
                    <a:pt x="267525" y="320192"/>
                  </a:lnTo>
                  <a:lnTo>
                    <a:pt x="264883" y="319557"/>
                  </a:lnTo>
                  <a:lnTo>
                    <a:pt x="258483" y="319951"/>
                  </a:lnTo>
                  <a:lnTo>
                    <a:pt x="256971" y="320522"/>
                  </a:lnTo>
                  <a:lnTo>
                    <a:pt x="257276" y="318770"/>
                  </a:lnTo>
                  <a:lnTo>
                    <a:pt x="257111" y="315036"/>
                  </a:lnTo>
                  <a:lnTo>
                    <a:pt x="256933" y="311302"/>
                  </a:lnTo>
                  <a:lnTo>
                    <a:pt x="256108" y="308317"/>
                  </a:lnTo>
                  <a:lnTo>
                    <a:pt x="254431" y="308419"/>
                  </a:lnTo>
                  <a:lnTo>
                    <a:pt x="253885" y="311492"/>
                  </a:lnTo>
                  <a:lnTo>
                    <a:pt x="254241" y="318960"/>
                  </a:lnTo>
                  <a:lnTo>
                    <a:pt x="254685" y="320636"/>
                  </a:lnTo>
                  <a:lnTo>
                    <a:pt x="253288" y="320294"/>
                  </a:lnTo>
                  <a:lnTo>
                    <a:pt x="250075" y="320484"/>
                  </a:lnTo>
                  <a:lnTo>
                    <a:pt x="246875" y="320687"/>
                  </a:lnTo>
                  <a:lnTo>
                    <a:pt x="244309" y="321652"/>
                  </a:lnTo>
                  <a:lnTo>
                    <a:pt x="244398" y="323570"/>
                  </a:lnTo>
                  <a:lnTo>
                    <a:pt x="211874" y="285610"/>
                  </a:lnTo>
                  <a:lnTo>
                    <a:pt x="214464" y="286232"/>
                  </a:lnTo>
                  <a:lnTo>
                    <a:pt x="220865" y="285826"/>
                  </a:lnTo>
                  <a:lnTo>
                    <a:pt x="222300" y="285292"/>
                  </a:lnTo>
                  <a:lnTo>
                    <a:pt x="222008" y="287020"/>
                  </a:lnTo>
                  <a:lnTo>
                    <a:pt x="222173" y="290753"/>
                  </a:lnTo>
                  <a:lnTo>
                    <a:pt x="222338" y="294500"/>
                  </a:lnTo>
                  <a:lnTo>
                    <a:pt x="223177" y="297472"/>
                  </a:lnTo>
                  <a:lnTo>
                    <a:pt x="224840" y="297370"/>
                  </a:lnTo>
                  <a:lnTo>
                    <a:pt x="225386" y="294309"/>
                  </a:lnTo>
                  <a:lnTo>
                    <a:pt x="225044" y="286829"/>
                  </a:lnTo>
                  <a:lnTo>
                    <a:pt x="224586" y="285153"/>
                  </a:lnTo>
                  <a:lnTo>
                    <a:pt x="226060" y="285496"/>
                  </a:lnTo>
                  <a:lnTo>
                    <a:pt x="229273" y="285305"/>
                  </a:lnTo>
                  <a:lnTo>
                    <a:pt x="232473" y="285102"/>
                  </a:lnTo>
                  <a:lnTo>
                    <a:pt x="235038" y="284137"/>
                  </a:lnTo>
                  <a:lnTo>
                    <a:pt x="234950" y="282181"/>
                  </a:lnTo>
                  <a:lnTo>
                    <a:pt x="232308" y="281559"/>
                  </a:lnTo>
                  <a:lnTo>
                    <a:pt x="225894" y="281952"/>
                  </a:lnTo>
                  <a:lnTo>
                    <a:pt x="224383" y="282524"/>
                  </a:lnTo>
                  <a:lnTo>
                    <a:pt x="224688" y="280771"/>
                  </a:lnTo>
                  <a:lnTo>
                    <a:pt x="224523" y="277037"/>
                  </a:lnTo>
                  <a:lnTo>
                    <a:pt x="224358" y="273291"/>
                  </a:lnTo>
                  <a:lnTo>
                    <a:pt x="223532" y="270306"/>
                  </a:lnTo>
                  <a:lnTo>
                    <a:pt x="223164" y="270332"/>
                  </a:lnTo>
                  <a:lnTo>
                    <a:pt x="254927" y="233286"/>
                  </a:lnTo>
                  <a:lnTo>
                    <a:pt x="254508" y="235661"/>
                  </a:lnTo>
                  <a:lnTo>
                    <a:pt x="254863" y="243141"/>
                  </a:lnTo>
                  <a:lnTo>
                    <a:pt x="255308" y="244805"/>
                  </a:lnTo>
                  <a:lnTo>
                    <a:pt x="253911" y="244462"/>
                  </a:lnTo>
                  <a:lnTo>
                    <a:pt x="250698" y="244665"/>
                  </a:lnTo>
                  <a:lnTo>
                    <a:pt x="247497" y="244856"/>
                  </a:lnTo>
                  <a:lnTo>
                    <a:pt x="244932" y="245821"/>
                  </a:lnTo>
                  <a:lnTo>
                    <a:pt x="245033" y="247777"/>
                  </a:lnTo>
                  <a:lnTo>
                    <a:pt x="247662" y="248412"/>
                  </a:lnTo>
                  <a:lnTo>
                    <a:pt x="254076" y="248005"/>
                  </a:lnTo>
                  <a:lnTo>
                    <a:pt x="255498" y="247484"/>
                  </a:lnTo>
                  <a:lnTo>
                    <a:pt x="255206" y="249199"/>
                  </a:lnTo>
                  <a:lnTo>
                    <a:pt x="255384" y="252933"/>
                  </a:lnTo>
                  <a:lnTo>
                    <a:pt x="255549" y="256679"/>
                  </a:lnTo>
                  <a:lnTo>
                    <a:pt x="256374" y="259664"/>
                  </a:lnTo>
                  <a:lnTo>
                    <a:pt x="258051" y="259549"/>
                  </a:lnTo>
                  <a:lnTo>
                    <a:pt x="258597" y="256489"/>
                  </a:lnTo>
                  <a:lnTo>
                    <a:pt x="258241" y="249008"/>
                  </a:lnTo>
                  <a:lnTo>
                    <a:pt x="257784" y="247332"/>
                  </a:lnTo>
                  <a:lnTo>
                    <a:pt x="259270" y="247675"/>
                  </a:lnTo>
                  <a:lnTo>
                    <a:pt x="262470" y="247484"/>
                  </a:lnTo>
                  <a:lnTo>
                    <a:pt x="265671" y="247281"/>
                  </a:lnTo>
                  <a:lnTo>
                    <a:pt x="268236" y="246316"/>
                  </a:lnTo>
                  <a:lnTo>
                    <a:pt x="268211" y="245973"/>
                  </a:lnTo>
                  <a:lnTo>
                    <a:pt x="289572" y="270865"/>
                  </a:lnTo>
                  <a:lnTo>
                    <a:pt x="287947" y="270954"/>
                  </a:lnTo>
                  <a:lnTo>
                    <a:pt x="287401" y="274027"/>
                  </a:lnTo>
                  <a:lnTo>
                    <a:pt x="287743" y="281495"/>
                  </a:lnTo>
                  <a:lnTo>
                    <a:pt x="288188" y="283159"/>
                  </a:lnTo>
                  <a:lnTo>
                    <a:pt x="286791" y="282816"/>
                  </a:lnTo>
                  <a:lnTo>
                    <a:pt x="283591" y="283019"/>
                  </a:lnTo>
                  <a:lnTo>
                    <a:pt x="280377" y="283222"/>
                  </a:lnTo>
                  <a:lnTo>
                    <a:pt x="277812" y="284187"/>
                  </a:lnTo>
                  <a:lnTo>
                    <a:pt x="277914" y="286143"/>
                  </a:lnTo>
                  <a:lnTo>
                    <a:pt x="280555" y="286766"/>
                  </a:lnTo>
                  <a:lnTo>
                    <a:pt x="286956" y="286372"/>
                  </a:lnTo>
                  <a:lnTo>
                    <a:pt x="288391" y="285838"/>
                  </a:lnTo>
                  <a:lnTo>
                    <a:pt x="288099" y="287553"/>
                  </a:lnTo>
                  <a:lnTo>
                    <a:pt x="288264" y="291299"/>
                  </a:lnTo>
                  <a:lnTo>
                    <a:pt x="288429" y="295033"/>
                  </a:lnTo>
                  <a:lnTo>
                    <a:pt x="289255" y="298018"/>
                  </a:lnTo>
                  <a:lnTo>
                    <a:pt x="289801" y="297992"/>
                  </a:lnTo>
                  <a:lnTo>
                    <a:pt x="289801" y="271538"/>
                  </a:lnTo>
                  <a:lnTo>
                    <a:pt x="289636" y="270941"/>
                  </a:lnTo>
                  <a:lnTo>
                    <a:pt x="299415" y="282346"/>
                  </a:lnTo>
                  <a:lnTo>
                    <a:pt x="299415" y="271691"/>
                  </a:lnTo>
                  <a:lnTo>
                    <a:pt x="266509" y="233299"/>
                  </a:lnTo>
                  <a:lnTo>
                    <a:pt x="266509" y="243979"/>
                  </a:lnTo>
                  <a:lnTo>
                    <a:pt x="265506" y="243738"/>
                  </a:lnTo>
                  <a:lnTo>
                    <a:pt x="259105" y="244132"/>
                  </a:lnTo>
                  <a:lnTo>
                    <a:pt x="257594" y="244703"/>
                  </a:lnTo>
                  <a:lnTo>
                    <a:pt x="257898" y="242951"/>
                  </a:lnTo>
                  <a:lnTo>
                    <a:pt x="257721" y="239217"/>
                  </a:lnTo>
                  <a:lnTo>
                    <a:pt x="257556" y="235470"/>
                  </a:lnTo>
                  <a:lnTo>
                    <a:pt x="256743" y="232575"/>
                  </a:lnTo>
                  <a:lnTo>
                    <a:pt x="266509" y="243979"/>
                  </a:lnTo>
                  <a:lnTo>
                    <a:pt x="266509" y="233299"/>
                  </a:lnTo>
                  <a:lnTo>
                    <a:pt x="265290" y="231863"/>
                  </a:lnTo>
                  <a:lnTo>
                    <a:pt x="256679" y="221830"/>
                  </a:lnTo>
                  <a:lnTo>
                    <a:pt x="256679" y="232498"/>
                  </a:lnTo>
                  <a:lnTo>
                    <a:pt x="255549" y="232562"/>
                  </a:lnTo>
                  <a:lnTo>
                    <a:pt x="256146" y="231863"/>
                  </a:lnTo>
                  <a:lnTo>
                    <a:pt x="256679" y="232498"/>
                  </a:lnTo>
                  <a:lnTo>
                    <a:pt x="256679" y="221830"/>
                  </a:lnTo>
                  <a:lnTo>
                    <a:pt x="256146" y="221208"/>
                  </a:lnTo>
                  <a:lnTo>
                    <a:pt x="222097" y="260934"/>
                  </a:lnTo>
                  <a:lnTo>
                    <a:pt x="222097" y="282613"/>
                  </a:lnTo>
                  <a:lnTo>
                    <a:pt x="220700" y="282282"/>
                  </a:lnTo>
                  <a:lnTo>
                    <a:pt x="217500" y="282486"/>
                  </a:lnTo>
                  <a:lnTo>
                    <a:pt x="214299" y="282676"/>
                  </a:lnTo>
                  <a:lnTo>
                    <a:pt x="211810" y="283629"/>
                  </a:lnTo>
                  <a:lnTo>
                    <a:pt x="211810" y="285546"/>
                  </a:lnTo>
                  <a:lnTo>
                    <a:pt x="210972" y="284556"/>
                  </a:lnTo>
                  <a:lnTo>
                    <a:pt x="211734" y="283667"/>
                  </a:lnTo>
                  <a:lnTo>
                    <a:pt x="211810" y="285546"/>
                  </a:lnTo>
                  <a:lnTo>
                    <a:pt x="211810" y="283629"/>
                  </a:lnTo>
                  <a:lnTo>
                    <a:pt x="221526" y="272249"/>
                  </a:lnTo>
                  <a:lnTo>
                    <a:pt x="221310" y="273481"/>
                  </a:lnTo>
                  <a:lnTo>
                    <a:pt x="221653" y="280962"/>
                  </a:lnTo>
                  <a:lnTo>
                    <a:pt x="222097" y="282613"/>
                  </a:lnTo>
                  <a:lnTo>
                    <a:pt x="222097" y="260934"/>
                  </a:lnTo>
                  <a:lnTo>
                    <a:pt x="204965" y="280911"/>
                  </a:lnTo>
                  <a:lnTo>
                    <a:pt x="198970" y="273926"/>
                  </a:lnTo>
                  <a:lnTo>
                    <a:pt x="198970" y="284556"/>
                  </a:lnTo>
                  <a:lnTo>
                    <a:pt x="188849" y="296354"/>
                  </a:lnTo>
                  <a:lnTo>
                    <a:pt x="189128" y="294843"/>
                  </a:lnTo>
                  <a:lnTo>
                    <a:pt x="188785" y="287375"/>
                  </a:lnTo>
                  <a:lnTo>
                    <a:pt x="188315" y="285686"/>
                  </a:lnTo>
                  <a:lnTo>
                    <a:pt x="189801" y="286042"/>
                  </a:lnTo>
                  <a:lnTo>
                    <a:pt x="193001" y="285838"/>
                  </a:lnTo>
                  <a:lnTo>
                    <a:pt x="196202" y="285648"/>
                  </a:lnTo>
                  <a:lnTo>
                    <a:pt x="198767" y="284683"/>
                  </a:lnTo>
                  <a:lnTo>
                    <a:pt x="198742" y="284302"/>
                  </a:lnTo>
                  <a:lnTo>
                    <a:pt x="198970" y="284556"/>
                  </a:lnTo>
                  <a:lnTo>
                    <a:pt x="198970" y="273926"/>
                  </a:lnTo>
                  <a:lnTo>
                    <a:pt x="197065" y="271703"/>
                  </a:lnTo>
                  <a:lnTo>
                    <a:pt x="197065" y="282346"/>
                  </a:lnTo>
                  <a:lnTo>
                    <a:pt x="196037" y="282092"/>
                  </a:lnTo>
                  <a:lnTo>
                    <a:pt x="189636" y="282486"/>
                  </a:lnTo>
                  <a:lnTo>
                    <a:pt x="188125" y="283057"/>
                  </a:lnTo>
                  <a:lnTo>
                    <a:pt x="188429" y="281305"/>
                  </a:lnTo>
                  <a:lnTo>
                    <a:pt x="188264" y="277571"/>
                  </a:lnTo>
                  <a:lnTo>
                    <a:pt x="188087" y="273837"/>
                  </a:lnTo>
                  <a:lnTo>
                    <a:pt x="187452" y="271576"/>
                  </a:lnTo>
                  <a:lnTo>
                    <a:pt x="187452" y="297992"/>
                  </a:lnTo>
                  <a:lnTo>
                    <a:pt x="153797" y="337248"/>
                  </a:lnTo>
                  <a:lnTo>
                    <a:pt x="142113" y="323634"/>
                  </a:lnTo>
                  <a:lnTo>
                    <a:pt x="144691" y="324231"/>
                  </a:lnTo>
                  <a:lnTo>
                    <a:pt x="151104" y="323837"/>
                  </a:lnTo>
                  <a:lnTo>
                    <a:pt x="152527" y="323303"/>
                  </a:lnTo>
                  <a:lnTo>
                    <a:pt x="152234" y="325018"/>
                  </a:lnTo>
                  <a:lnTo>
                    <a:pt x="152400" y="328764"/>
                  </a:lnTo>
                  <a:lnTo>
                    <a:pt x="152565" y="332498"/>
                  </a:lnTo>
                  <a:lnTo>
                    <a:pt x="153403" y="335483"/>
                  </a:lnTo>
                  <a:lnTo>
                    <a:pt x="155079" y="335381"/>
                  </a:lnTo>
                  <a:lnTo>
                    <a:pt x="155613" y="332308"/>
                  </a:lnTo>
                  <a:lnTo>
                    <a:pt x="155270" y="324840"/>
                  </a:lnTo>
                  <a:lnTo>
                    <a:pt x="154800" y="323151"/>
                  </a:lnTo>
                  <a:lnTo>
                    <a:pt x="156298" y="323507"/>
                  </a:lnTo>
                  <a:lnTo>
                    <a:pt x="159499" y="323303"/>
                  </a:lnTo>
                  <a:lnTo>
                    <a:pt x="162699" y="323113"/>
                  </a:lnTo>
                  <a:lnTo>
                    <a:pt x="165265" y="322148"/>
                  </a:lnTo>
                  <a:lnTo>
                    <a:pt x="165176" y="320192"/>
                  </a:lnTo>
                  <a:lnTo>
                    <a:pt x="162534" y="319557"/>
                  </a:lnTo>
                  <a:lnTo>
                    <a:pt x="156121" y="319951"/>
                  </a:lnTo>
                  <a:lnTo>
                    <a:pt x="154609" y="320522"/>
                  </a:lnTo>
                  <a:lnTo>
                    <a:pt x="154927" y="318770"/>
                  </a:lnTo>
                  <a:lnTo>
                    <a:pt x="154749" y="315036"/>
                  </a:lnTo>
                  <a:lnTo>
                    <a:pt x="154584" y="311302"/>
                  </a:lnTo>
                  <a:lnTo>
                    <a:pt x="153758" y="308317"/>
                  </a:lnTo>
                  <a:lnTo>
                    <a:pt x="152082" y="308419"/>
                  </a:lnTo>
                  <a:lnTo>
                    <a:pt x="151536" y="311492"/>
                  </a:lnTo>
                  <a:lnTo>
                    <a:pt x="151879" y="318960"/>
                  </a:lnTo>
                  <a:lnTo>
                    <a:pt x="152336" y="320636"/>
                  </a:lnTo>
                  <a:lnTo>
                    <a:pt x="150926" y="320294"/>
                  </a:lnTo>
                  <a:lnTo>
                    <a:pt x="147726" y="320484"/>
                  </a:lnTo>
                  <a:lnTo>
                    <a:pt x="144526" y="320687"/>
                  </a:lnTo>
                  <a:lnTo>
                    <a:pt x="141960" y="321652"/>
                  </a:lnTo>
                  <a:lnTo>
                    <a:pt x="142036" y="323545"/>
                  </a:lnTo>
                  <a:lnTo>
                    <a:pt x="109524" y="285610"/>
                  </a:lnTo>
                  <a:lnTo>
                    <a:pt x="112115" y="286232"/>
                  </a:lnTo>
                  <a:lnTo>
                    <a:pt x="118516" y="285826"/>
                  </a:lnTo>
                  <a:lnTo>
                    <a:pt x="119951" y="285292"/>
                  </a:lnTo>
                  <a:lnTo>
                    <a:pt x="119659" y="287020"/>
                  </a:lnTo>
                  <a:lnTo>
                    <a:pt x="119824" y="290753"/>
                  </a:lnTo>
                  <a:lnTo>
                    <a:pt x="119989" y="294500"/>
                  </a:lnTo>
                  <a:lnTo>
                    <a:pt x="120815" y="297472"/>
                  </a:lnTo>
                  <a:lnTo>
                    <a:pt x="122491" y="297370"/>
                  </a:lnTo>
                  <a:lnTo>
                    <a:pt x="123037" y="294309"/>
                  </a:lnTo>
                  <a:lnTo>
                    <a:pt x="122694" y="286829"/>
                  </a:lnTo>
                  <a:lnTo>
                    <a:pt x="122224" y="285153"/>
                  </a:lnTo>
                  <a:lnTo>
                    <a:pt x="123710" y="285496"/>
                  </a:lnTo>
                  <a:lnTo>
                    <a:pt x="126911" y="285305"/>
                  </a:lnTo>
                  <a:lnTo>
                    <a:pt x="130124" y="285102"/>
                  </a:lnTo>
                  <a:lnTo>
                    <a:pt x="132689" y="284137"/>
                  </a:lnTo>
                  <a:lnTo>
                    <a:pt x="132588" y="282181"/>
                  </a:lnTo>
                  <a:lnTo>
                    <a:pt x="129946" y="281559"/>
                  </a:lnTo>
                  <a:lnTo>
                    <a:pt x="123545" y="281952"/>
                  </a:lnTo>
                  <a:lnTo>
                    <a:pt x="122034" y="282524"/>
                  </a:lnTo>
                  <a:lnTo>
                    <a:pt x="122339" y="280771"/>
                  </a:lnTo>
                  <a:lnTo>
                    <a:pt x="122174" y="277037"/>
                  </a:lnTo>
                  <a:lnTo>
                    <a:pt x="122008" y="273291"/>
                  </a:lnTo>
                  <a:lnTo>
                    <a:pt x="121170" y="270306"/>
                  </a:lnTo>
                  <a:lnTo>
                    <a:pt x="120815" y="270332"/>
                  </a:lnTo>
                  <a:lnTo>
                    <a:pt x="152577" y="233286"/>
                  </a:lnTo>
                  <a:lnTo>
                    <a:pt x="152158" y="235661"/>
                  </a:lnTo>
                  <a:lnTo>
                    <a:pt x="152501" y="243141"/>
                  </a:lnTo>
                  <a:lnTo>
                    <a:pt x="152946" y="244805"/>
                  </a:lnTo>
                  <a:lnTo>
                    <a:pt x="151549" y="244462"/>
                  </a:lnTo>
                  <a:lnTo>
                    <a:pt x="148348" y="244665"/>
                  </a:lnTo>
                  <a:lnTo>
                    <a:pt x="145148" y="244856"/>
                  </a:lnTo>
                  <a:lnTo>
                    <a:pt x="142582" y="245821"/>
                  </a:lnTo>
                  <a:lnTo>
                    <a:pt x="142671" y="247777"/>
                  </a:lnTo>
                  <a:lnTo>
                    <a:pt x="145313" y="248412"/>
                  </a:lnTo>
                  <a:lnTo>
                    <a:pt x="151726" y="248005"/>
                  </a:lnTo>
                  <a:lnTo>
                    <a:pt x="153149" y="247484"/>
                  </a:lnTo>
                  <a:lnTo>
                    <a:pt x="152857" y="249199"/>
                  </a:lnTo>
                  <a:lnTo>
                    <a:pt x="153022" y="252933"/>
                  </a:lnTo>
                  <a:lnTo>
                    <a:pt x="153187" y="256679"/>
                  </a:lnTo>
                  <a:lnTo>
                    <a:pt x="154025" y="259664"/>
                  </a:lnTo>
                  <a:lnTo>
                    <a:pt x="155689" y="259549"/>
                  </a:lnTo>
                  <a:lnTo>
                    <a:pt x="156235" y="256489"/>
                  </a:lnTo>
                  <a:lnTo>
                    <a:pt x="155892" y="249008"/>
                  </a:lnTo>
                  <a:lnTo>
                    <a:pt x="155435" y="247332"/>
                  </a:lnTo>
                  <a:lnTo>
                    <a:pt x="156921" y="247675"/>
                  </a:lnTo>
                  <a:lnTo>
                    <a:pt x="160121" y="247484"/>
                  </a:lnTo>
                  <a:lnTo>
                    <a:pt x="163322" y="247281"/>
                  </a:lnTo>
                  <a:lnTo>
                    <a:pt x="165887" y="246316"/>
                  </a:lnTo>
                  <a:lnTo>
                    <a:pt x="165862" y="245973"/>
                  </a:lnTo>
                  <a:lnTo>
                    <a:pt x="187223" y="270865"/>
                  </a:lnTo>
                  <a:lnTo>
                    <a:pt x="185585" y="270954"/>
                  </a:lnTo>
                  <a:lnTo>
                    <a:pt x="185039" y="274027"/>
                  </a:lnTo>
                  <a:lnTo>
                    <a:pt x="185394" y="281495"/>
                  </a:lnTo>
                  <a:lnTo>
                    <a:pt x="185839" y="283159"/>
                  </a:lnTo>
                  <a:lnTo>
                    <a:pt x="184442" y="282816"/>
                  </a:lnTo>
                  <a:lnTo>
                    <a:pt x="181229" y="283019"/>
                  </a:lnTo>
                  <a:lnTo>
                    <a:pt x="178028" y="283222"/>
                  </a:lnTo>
                  <a:lnTo>
                    <a:pt x="175463" y="284187"/>
                  </a:lnTo>
                  <a:lnTo>
                    <a:pt x="175564" y="286143"/>
                  </a:lnTo>
                  <a:lnTo>
                    <a:pt x="178193" y="286766"/>
                  </a:lnTo>
                  <a:lnTo>
                    <a:pt x="184607" y="286372"/>
                  </a:lnTo>
                  <a:lnTo>
                    <a:pt x="186042" y="285838"/>
                  </a:lnTo>
                  <a:lnTo>
                    <a:pt x="185737" y="287553"/>
                  </a:lnTo>
                  <a:lnTo>
                    <a:pt x="185915" y="291299"/>
                  </a:lnTo>
                  <a:lnTo>
                    <a:pt x="186080" y="295033"/>
                  </a:lnTo>
                  <a:lnTo>
                    <a:pt x="186905" y="298018"/>
                  </a:lnTo>
                  <a:lnTo>
                    <a:pt x="187452" y="297992"/>
                  </a:lnTo>
                  <a:lnTo>
                    <a:pt x="187452" y="271576"/>
                  </a:lnTo>
                  <a:lnTo>
                    <a:pt x="187274" y="270929"/>
                  </a:lnTo>
                  <a:lnTo>
                    <a:pt x="197065" y="282346"/>
                  </a:lnTo>
                  <a:lnTo>
                    <a:pt x="197065" y="271703"/>
                  </a:lnTo>
                  <a:lnTo>
                    <a:pt x="164160" y="233311"/>
                  </a:lnTo>
                  <a:lnTo>
                    <a:pt x="164160" y="243979"/>
                  </a:lnTo>
                  <a:lnTo>
                    <a:pt x="163156" y="243738"/>
                  </a:lnTo>
                  <a:lnTo>
                    <a:pt x="156743" y="244132"/>
                  </a:lnTo>
                  <a:lnTo>
                    <a:pt x="155232" y="244703"/>
                  </a:lnTo>
                  <a:lnTo>
                    <a:pt x="155536" y="242951"/>
                  </a:lnTo>
                  <a:lnTo>
                    <a:pt x="155371" y="239217"/>
                  </a:lnTo>
                  <a:lnTo>
                    <a:pt x="155206" y="235470"/>
                  </a:lnTo>
                  <a:lnTo>
                    <a:pt x="154393" y="232575"/>
                  </a:lnTo>
                  <a:lnTo>
                    <a:pt x="164160" y="243979"/>
                  </a:lnTo>
                  <a:lnTo>
                    <a:pt x="164160" y="233311"/>
                  </a:lnTo>
                  <a:lnTo>
                    <a:pt x="162928" y="231863"/>
                  </a:lnTo>
                  <a:lnTo>
                    <a:pt x="154330" y="221843"/>
                  </a:lnTo>
                  <a:lnTo>
                    <a:pt x="154330" y="232498"/>
                  </a:lnTo>
                  <a:lnTo>
                    <a:pt x="153200" y="232562"/>
                  </a:lnTo>
                  <a:lnTo>
                    <a:pt x="153797" y="231863"/>
                  </a:lnTo>
                  <a:lnTo>
                    <a:pt x="154330" y="232498"/>
                  </a:lnTo>
                  <a:lnTo>
                    <a:pt x="154330" y="221843"/>
                  </a:lnTo>
                  <a:lnTo>
                    <a:pt x="153797" y="221208"/>
                  </a:lnTo>
                  <a:lnTo>
                    <a:pt x="119748" y="260934"/>
                  </a:lnTo>
                  <a:lnTo>
                    <a:pt x="119748" y="282613"/>
                  </a:lnTo>
                  <a:lnTo>
                    <a:pt x="118351" y="282282"/>
                  </a:lnTo>
                  <a:lnTo>
                    <a:pt x="115150" y="282486"/>
                  </a:lnTo>
                  <a:lnTo>
                    <a:pt x="111937" y="282676"/>
                  </a:lnTo>
                  <a:lnTo>
                    <a:pt x="109461" y="283616"/>
                  </a:lnTo>
                  <a:lnTo>
                    <a:pt x="109461" y="285546"/>
                  </a:lnTo>
                  <a:lnTo>
                    <a:pt x="108623" y="284556"/>
                  </a:lnTo>
                  <a:lnTo>
                    <a:pt x="109372" y="283692"/>
                  </a:lnTo>
                  <a:lnTo>
                    <a:pt x="109461" y="285546"/>
                  </a:lnTo>
                  <a:lnTo>
                    <a:pt x="109461" y="283616"/>
                  </a:lnTo>
                  <a:lnTo>
                    <a:pt x="119176" y="272249"/>
                  </a:lnTo>
                  <a:lnTo>
                    <a:pt x="118960" y="273481"/>
                  </a:lnTo>
                  <a:lnTo>
                    <a:pt x="119303" y="280962"/>
                  </a:lnTo>
                  <a:lnTo>
                    <a:pt x="119748" y="282613"/>
                  </a:lnTo>
                  <a:lnTo>
                    <a:pt x="119748" y="260934"/>
                  </a:lnTo>
                  <a:lnTo>
                    <a:pt x="104051" y="279234"/>
                  </a:lnTo>
                  <a:lnTo>
                    <a:pt x="99479" y="273900"/>
                  </a:lnTo>
                  <a:lnTo>
                    <a:pt x="99479" y="284556"/>
                  </a:lnTo>
                  <a:lnTo>
                    <a:pt x="89369" y="296354"/>
                  </a:lnTo>
                  <a:lnTo>
                    <a:pt x="89649" y="294843"/>
                  </a:lnTo>
                  <a:lnTo>
                    <a:pt x="89306" y="287375"/>
                  </a:lnTo>
                  <a:lnTo>
                    <a:pt x="88480" y="284378"/>
                  </a:lnTo>
                  <a:lnTo>
                    <a:pt x="88950" y="281305"/>
                  </a:lnTo>
                  <a:lnTo>
                    <a:pt x="88785" y="277571"/>
                  </a:lnTo>
                  <a:lnTo>
                    <a:pt x="88607" y="273837"/>
                  </a:lnTo>
                  <a:lnTo>
                    <a:pt x="87972" y="271576"/>
                  </a:lnTo>
                  <a:lnTo>
                    <a:pt x="87972" y="297992"/>
                  </a:lnTo>
                  <a:lnTo>
                    <a:pt x="54317" y="337248"/>
                  </a:lnTo>
                  <a:lnTo>
                    <a:pt x="42633" y="323634"/>
                  </a:lnTo>
                  <a:lnTo>
                    <a:pt x="45212" y="324231"/>
                  </a:lnTo>
                  <a:lnTo>
                    <a:pt x="51625" y="323837"/>
                  </a:lnTo>
                  <a:lnTo>
                    <a:pt x="53047" y="323303"/>
                  </a:lnTo>
                  <a:lnTo>
                    <a:pt x="52755" y="325018"/>
                  </a:lnTo>
                  <a:lnTo>
                    <a:pt x="52920" y="328764"/>
                  </a:lnTo>
                  <a:lnTo>
                    <a:pt x="53098" y="332498"/>
                  </a:lnTo>
                  <a:lnTo>
                    <a:pt x="53924" y="335483"/>
                  </a:lnTo>
                  <a:lnTo>
                    <a:pt x="55600" y="335381"/>
                  </a:lnTo>
                  <a:lnTo>
                    <a:pt x="56134" y="332308"/>
                  </a:lnTo>
                  <a:lnTo>
                    <a:pt x="55791" y="324840"/>
                  </a:lnTo>
                  <a:lnTo>
                    <a:pt x="55321" y="323151"/>
                  </a:lnTo>
                  <a:lnTo>
                    <a:pt x="56819" y="323507"/>
                  </a:lnTo>
                  <a:lnTo>
                    <a:pt x="60020" y="323303"/>
                  </a:lnTo>
                  <a:lnTo>
                    <a:pt x="63220" y="323113"/>
                  </a:lnTo>
                  <a:lnTo>
                    <a:pt x="65786" y="322148"/>
                  </a:lnTo>
                  <a:lnTo>
                    <a:pt x="65697" y="320192"/>
                  </a:lnTo>
                  <a:lnTo>
                    <a:pt x="63055" y="319557"/>
                  </a:lnTo>
                  <a:lnTo>
                    <a:pt x="56642" y="319951"/>
                  </a:lnTo>
                  <a:lnTo>
                    <a:pt x="55130" y="320522"/>
                  </a:lnTo>
                  <a:lnTo>
                    <a:pt x="55435" y="318770"/>
                  </a:lnTo>
                  <a:lnTo>
                    <a:pt x="55270" y="315036"/>
                  </a:lnTo>
                  <a:lnTo>
                    <a:pt x="55105" y="311302"/>
                  </a:lnTo>
                  <a:lnTo>
                    <a:pt x="54279" y="308317"/>
                  </a:lnTo>
                  <a:lnTo>
                    <a:pt x="52603" y="308419"/>
                  </a:lnTo>
                  <a:lnTo>
                    <a:pt x="52057" y="311492"/>
                  </a:lnTo>
                  <a:lnTo>
                    <a:pt x="52400" y="318960"/>
                  </a:lnTo>
                  <a:lnTo>
                    <a:pt x="52857" y="320636"/>
                  </a:lnTo>
                  <a:lnTo>
                    <a:pt x="51460" y="320294"/>
                  </a:lnTo>
                  <a:lnTo>
                    <a:pt x="48247" y="320484"/>
                  </a:lnTo>
                  <a:lnTo>
                    <a:pt x="45046" y="320687"/>
                  </a:lnTo>
                  <a:lnTo>
                    <a:pt x="42481" y="321652"/>
                  </a:lnTo>
                  <a:lnTo>
                    <a:pt x="42557" y="323545"/>
                  </a:lnTo>
                  <a:lnTo>
                    <a:pt x="10045" y="285610"/>
                  </a:lnTo>
                  <a:lnTo>
                    <a:pt x="12636" y="286232"/>
                  </a:lnTo>
                  <a:lnTo>
                    <a:pt x="19037" y="285826"/>
                  </a:lnTo>
                  <a:lnTo>
                    <a:pt x="20472" y="285292"/>
                  </a:lnTo>
                  <a:lnTo>
                    <a:pt x="20180" y="287020"/>
                  </a:lnTo>
                  <a:lnTo>
                    <a:pt x="20345" y="290753"/>
                  </a:lnTo>
                  <a:lnTo>
                    <a:pt x="20510" y="294500"/>
                  </a:lnTo>
                  <a:lnTo>
                    <a:pt x="21336" y="297472"/>
                  </a:lnTo>
                  <a:lnTo>
                    <a:pt x="23012" y="297370"/>
                  </a:lnTo>
                  <a:lnTo>
                    <a:pt x="23558" y="294309"/>
                  </a:lnTo>
                  <a:lnTo>
                    <a:pt x="23215" y="286829"/>
                  </a:lnTo>
                  <a:lnTo>
                    <a:pt x="22758" y="285153"/>
                  </a:lnTo>
                  <a:lnTo>
                    <a:pt x="24231" y="285496"/>
                  </a:lnTo>
                  <a:lnTo>
                    <a:pt x="27444" y="285305"/>
                  </a:lnTo>
                  <a:lnTo>
                    <a:pt x="30645" y="285102"/>
                  </a:lnTo>
                  <a:lnTo>
                    <a:pt x="33210" y="284137"/>
                  </a:lnTo>
                  <a:lnTo>
                    <a:pt x="33108" y="282181"/>
                  </a:lnTo>
                  <a:lnTo>
                    <a:pt x="30480" y="281559"/>
                  </a:lnTo>
                  <a:lnTo>
                    <a:pt x="24066" y="281952"/>
                  </a:lnTo>
                  <a:lnTo>
                    <a:pt x="22555" y="282524"/>
                  </a:lnTo>
                  <a:lnTo>
                    <a:pt x="22860" y="280771"/>
                  </a:lnTo>
                  <a:lnTo>
                    <a:pt x="22694" y="277037"/>
                  </a:lnTo>
                  <a:lnTo>
                    <a:pt x="22529" y="273291"/>
                  </a:lnTo>
                  <a:lnTo>
                    <a:pt x="21704" y="270306"/>
                  </a:lnTo>
                  <a:lnTo>
                    <a:pt x="21336" y="270332"/>
                  </a:lnTo>
                  <a:lnTo>
                    <a:pt x="54317" y="231863"/>
                  </a:lnTo>
                  <a:lnTo>
                    <a:pt x="87731" y="270865"/>
                  </a:lnTo>
                  <a:lnTo>
                    <a:pt x="86106" y="270954"/>
                  </a:lnTo>
                  <a:lnTo>
                    <a:pt x="85572" y="274027"/>
                  </a:lnTo>
                  <a:lnTo>
                    <a:pt x="85915" y="281495"/>
                  </a:lnTo>
                  <a:lnTo>
                    <a:pt x="86360" y="283159"/>
                  </a:lnTo>
                  <a:lnTo>
                    <a:pt x="84963" y="282816"/>
                  </a:lnTo>
                  <a:lnTo>
                    <a:pt x="81762" y="283019"/>
                  </a:lnTo>
                  <a:lnTo>
                    <a:pt x="78549" y="283222"/>
                  </a:lnTo>
                  <a:lnTo>
                    <a:pt x="75984" y="284187"/>
                  </a:lnTo>
                  <a:lnTo>
                    <a:pt x="76085" y="286143"/>
                  </a:lnTo>
                  <a:lnTo>
                    <a:pt x="78714" y="286766"/>
                  </a:lnTo>
                  <a:lnTo>
                    <a:pt x="85128" y="286372"/>
                  </a:lnTo>
                  <a:lnTo>
                    <a:pt x="86563" y="285838"/>
                  </a:lnTo>
                  <a:lnTo>
                    <a:pt x="86271" y="287553"/>
                  </a:lnTo>
                  <a:lnTo>
                    <a:pt x="86436" y="291299"/>
                  </a:lnTo>
                  <a:lnTo>
                    <a:pt x="86601" y="295033"/>
                  </a:lnTo>
                  <a:lnTo>
                    <a:pt x="87426" y="298018"/>
                  </a:lnTo>
                  <a:lnTo>
                    <a:pt x="87972" y="297992"/>
                  </a:lnTo>
                  <a:lnTo>
                    <a:pt x="87972" y="271576"/>
                  </a:lnTo>
                  <a:lnTo>
                    <a:pt x="87795" y="270941"/>
                  </a:lnTo>
                  <a:lnTo>
                    <a:pt x="99479" y="284556"/>
                  </a:lnTo>
                  <a:lnTo>
                    <a:pt x="99479" y="273900"/>
                  </a:lnTo>
                  <a:lnTo>
                    <a:pt x="63449" y="231863"/>
                  </a:lnTo>
                  <a:lnTo>
                    <a:pt x="54317" y="221208"/>
                  </a:lnTo>
                  <a:lnTo>
                    <a:pt x="20269" y="260921"/>
                  </a:lnTo>
                  <a:lnTo>
                    <a:pt x="20269" y="282613"/>
                  </a:lnTo>
                  <a:lnTo>
                    <a:pt x="18872" y="282282"/>
                  </a:lnTo>
                  <a:lnTo>
                    <a:pt x="15671" y="282486"/>
                  </a:lnTo>
                  <a:lnTo>
                    <a:pt x="12471" y="282676"/>
                  </a:lnTo>
                  <a:lnTo>
                    <a:pt x="9982" y="283629"/>
                  </a:lnTo>
                  <a:lnTo>
                    <a:pt x="9982" y="285546"/>
                  </a:lnTo>
                  <a:lnTo>
                    <a:pt x="9144" y="284556"/>
                  </a:lnTo>
                  <a:lnTo>
                    <a:pt x="9906" y="283667"/>
                  </a:lnTo>
                  <a:lnTo>
                    <a:pt x="9982" y="285546"/>
                  </a:lnTo>
                  <a:lnTo>
                    <a:pt x="9982" y="283629"/>
                  </a:lnTo>
                  <a:lnTo>
                    <a:pt x="19697" y="272249"/>
                  </a:lnTo>
                  <a:lnTo>
                    <a:pt x="19481" y="273481"/>
                  </a:lnTo>
                  <a:lnTo>
                    <a:pt x="19824" y="280962"/>
                  </a:lnTo>
                  <a:lnTo>
                    <a:pt x="20269" y="282613"/>
                  </a:lnTo>
                  <a:lnTo>
                    <a:pt x="20269" y="260921"/>
                  </a:lnTo>
                  <a:lnTo>
                    <a:pt x="0" y="284556"/>
                  </a:lnTo>
                  <a:lnTo>
                    <a:pt x="54317" y="347903"/>
                  </a:lnTo>
                  <a:lnTo>
                    <a:pt x="63449" y="337248"/>
                  </a:lnTo>
                  <a:lnTo>
                    <a:pt x="104051" y="289890"/>
                  </a:lnTo>
                  <a:lnTo>
                    <a:pt x="153797" y="347903"/>
                  </a:lnTo>
                  <a:lnTo>
                    <a:pt x="162928" y="337248"/>
                  </a:lnTo>
                  <a:lnTo>
                    <a:pt x="204965" y="288213"/>
                  </a:lnTo>
                  <a:lnTo>
                    <a:pt x="256146" y="347903"/>
                  </a:lnTo>
                  <a:lnTo>
                    <a:pt x="265290" y="337248"/>
                  </a:lnTo>
                  <a:lnTo>
                    <a:pt x="310451" y="284556"/>
                  </a:lnTo>
                  <a:close/>
                </a:path>
                <a:path w="351790" h="347979">
                  <a:moveTo>
                    <a:pt x="318782" y="13830"/>
                  </a:moveTo>
                  <a:lnTo>
                    <a:pt x="318693" y="11874"/>
                  </a:lnTo>
                  <a:lnTo>
                    <a:pt x="316052" y="11239"/>
                  </a:lnTo>
                  <a:lnTo>
                    <a:pt x="309638" y="11645"/>
                  </a:lnTo>
                  <a:lnTo>
                    <a:pt x="308127" y="12217"/>
                  </a:lnTo>
                  <a:lnTo>
                    <a:pt x="308432" y="10452"/>
                  </a:lnTo>
                  <a:lnTo>
                    <a:pt x="308267" y="6718"/>
                  </a:lnTo>
                  <a:lnTo>
                    <a:pt x="308102" y="2984"/>
                  </a:lnTo>
                  <a:lnTo>
                    <a:pt x="307276" y="0"/>
                  </a:lnTo>
                  <a:lnTo>
                    <a:pt x="305600" y="101"/>
                  </a:lnTo>
                  <a:lnTo>
                    <a:pt x="305054" y="3175"/>
                  </a:lnTo>
                  <a:lnTo>
                    <a:pt x="305396" y="10642"/>
                  </a:lnTo>
                  <a:lnTo>
                    <a:pt x="305841" y="12306"/>
                  </a:lnTo>
                  <a:lnTo>
                    <a:pt x="304444" y="11963"/>
                  </a:lnTo>
                  <a:lnTo>
                    <a:pt x="301244" y="12166"/>
                  </a:lnTo>
                  <a:lnTo>
                    <a:pt x="298043" y="12369"/>
                  </a:lnTo>
                  <a:lnTo>
                    <a:pt x="295478" y="13335"/>
                  </a:lnTo>
                  <a:lnTo>
                    <a:pt x="295567" y="15290"/>
                  </a:lnTo>
                  <a:lnTo>
                    <a:pt x="298208" y="15913"/>
                  </a:lnTo>
                  <a:lnTo>
                    <a:pt x="304622" y="15519"/>
                  </a:lnTo>
                  <a:lnTo>
                    <a:pt x="306044" y="14986"/>
                  </a:lnTo>
                  <a:lnTo>
                    <a:pt x="305752" y="16700"/>
                  </a:lnTo>
                  <a:lnTo>
                    <a:pt x="305917" y="20447"/>
                  </a:lnTo>
                  <a:lnTo>
                    <a:pt x="306095" y="24180"/>
                  </a:lnTo>
                  <a:lnTo>
                    <a:pt x="306920" y="27165"/>
                  </a:lnTo>
                  <a:lnTo>
                    <a:pt x="308597" y="27063"/>
                  </a:lnTo>
                  <a:lnTo>
                    <a:pt x="309130" y="23990"/>
                  </a:lnTo>
                  <a:lnTo>
                    <a:pt x="308787" y="16522"/>
                  </a:lnTo>
                  <a:lnTo>
                    <a:pt x="308330" y="14846"/>
                  </a:lnTo>
                  <a:lnTo>
                    <a:pt x="309816" y="15189"/>
                  </a:lnTo>
                  <a:lnTo>
                    <a:pt x="313016" y="14986"/>
                  </a:lnTo>
                  <a:lnTo>
                    <a:pt x="316217" y="14795"/>
                  </a:lnTo>
                  <a:lnTo>
                    <a:pt x="318782" y="13830"/>
                  </a:lnTo>
                  <a:close/>
                </a:path>
                <a:path w="351790" h="347979">
                  <a:moveTo>
                    <a:pt x="351675" y="52184"/>
                  </a:moveTo>
                  <a:lnTo>
                    <a:pt x="351574" y="50228"/>
                  </a:lnTo>
                  <a:lnTo>
                    <a:pt x="348932" y="49606"/>
                  </a:lnTo>
                  <a:lnTo>
                    <a:pt x="342531" y="49999"/>
                  </a:lnTo>
                  <a:lnTo>
                    <a:pt x="341020" y="50571"/>
                  </a:lnTo>
                  <a:lnTo>
                    <a:pt x="341325" y="48818"/>
                  </a:lnTo>
                  <a:lnTo>
                    <a:pt x="341160" y="45085"/>
                  </a:lnTo>
                  <a:lnTo>
                    <a:pt x="340982" y="41338"/>
                  </a:lnTo>
                  <a:lnTo>
                    <a:pt x="340156" y="38354"/>
                  </a:lnTo>
                  <a:lnTo>
                    <a:pt x="338480" y="38468"/>
                  </a:lnTo>
                  <a:lnTo>
                    <a:pt x="337947" y="41529"/>
                  </a:lnTo>
                  <a:lnTo>
                    <a:pt x="338289" y="49009"/>
                  </a:lnTo>
                  <a:lnTo>
                    <a:pt x="338734" y="50673"/>
                  </a:lnTo>
                  <a:lnTo>
                    <a:pt x="337337" y="50330"/>
                  </a:lnTo>
                  <a:lnTo>
                    <a:pt x="334137" y="50533"/>
                  </a:lnTo>
                  <a:lnTo>
                    <a:pt x="330923" y="50723"/>
                  </a:lnTo>
                  <a:lnTo>
                    <a:pt x="328358" y="51689"/>
                  </a:lnTo>
                  <a:lnTo>
                    <a:pt x="328460" y="53644"/>
                  </a:lnTo>
                  <a:lnTo>
                    <a:pt x="331089" y="54279"/>
                  </a:lnTo>
                  <a:lnTo>
                    <a:pt x="337502" y="53886"/>
                  </a:lnTo>
                  <a:lnTo>
                    <a:pt x="338937" y="53352"/>
                  </a:lnTo>
                  <a:lnTo>
                    <a:pt x="338645" y="55067"/>
                  </a:lnTo>
                  <a:lnTo>
                    <a:pt x="338810" y="58801"/>
                  </a:lnTo>
                  <a:lnTo>
                    <a:pt x="338975" y="62547"/>
                  </a:lnTo>
                  <a:lnTo>
                    <a:pt x="339801" y="65532"/>
                  </a:lnTo>
                  <a:lnTo>
                    <a:pt x="341477" y="65417"/>
                  </a:lnTo>
                  <a:lnTo>
                    <a:pt x="342023" y="62357"/>
                  </a:lnTo>
                  <a:lnTo>
                    <a:pt x="341680" y="54876"/>
                  </a:lnTo>
                  <a:lnTo>
                    <a:pt x="341210" y="53200"/>
                  </a:lnTo>
                  <a:lnTo>
                    <a:pt x="342696" y="53543"/>
                  </a:lnTo>
                  <a:lnTo>
                    <a:pt x="345897" y="53352"/>
                  </a:lnTo>
                  <a:lnTo>
                    <a:pt x="349110" y="53149"/>
                  </a:lnTo>
                  <a:lnTo>
                    <a:pt x="351675" y="52184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7" name="object 2087" descr=""/>
            <p:cNvSpPr/>
            <p:nvPr/>
          </p:nvSpPr>
          <p:spPr>
            <a:xfrm>
              <a:off x="8138782" y="6908806"/>
              <a:ext cx="471805" cy="464820"/>
            </a:xfrm>
            <a:custGeom>
              <a:avLst/>
              <a:gdLst/>
              <a:ahLst/>
              <a:cxnLst/>
              <a:rect l="l" t="t" r="r" b="b"/>
              <a:pathLst>
                <a:path w="471804" h="464820">
                  <a:moveTo>
                    <a:pt x="23304" y="412940"/>
                  </a:moveTo>
                  <a:lnTo>
                    <a:pt x="23215" y="410984"/>
                  </a:lnTo>
                  <a:lnTo>
                    <a:pt x="20574" y="410362"/>
                  </a:lnTo>
                  <a:lnTo>
                    <a:pt x="14160" y="410756"/>
                  </a:lnTo>
                  <a:lnTo>
                    <a:pt x="12649" y="411327"/>
                  </a:lnTo>
                  <a:lnTo>
                    <a:pt x="12954" y="409575"/>
                  </a:lnTo>
                  <a:lnTo>
                    <a:pt x="12788" y="405841"/>
                  </a:lnTo>
                  <a:lnTo>
                    <a:pt x="12623" y="402094"/>
                  </a:lnTo>
                  <a:lnTo>
                    <a:pt x="11798" y="399110"/>
                  </a:lnTo>
                  <a:lnTo>
                    <a:pt x="10121" y="399211"/>
                  </a:lnTo>
                  <a:lnTo>
                    <a:pt x="9575" y="402285"/>
                  </a:lnTo>
                  <a:lnTo>
                    <a:pt x="9918" y="409765"/>
                  </a:lnTo>
                  <a:lnTo>
                    <a:pt x="10363" y="411429"/>
                  </a:lnTo>
                  <a:lnTo>
                    <a:pt x="8966" y="411086"/>
                  </a:lnTo>
                  <a:lnTo>
                    <a:pt x="5765" y="411289"/>
                  </a:lnTo>
                  <a:lnTo>
                    <a:pt x="2565" y="411480"/>
                  </a:lnTo>
                  <a:lnTo>
                    <a:pt x="0" y="412445"/>
                  </a:lnTo>
                  <a:lnTo>
                    <a:pt x="88" y="414401"/>
                  </a:lnTo>
                  <a:lnTo>
                    <a:pt x="2730" y="415036"/>
                  </a:lnTo>
                  <a:lnTo>
                    <a:pt x="9144" y="414629"/>
                  </a:lnTo>
                  <a:lnTo>
                    <a:pt x="10566" y="414108"/>
                  </a:lnTo>
                  <a:lnTo>
                    <a:pt x="10274" y="415823"/>
                  </a:lnTo>
                  <a:lnTo>
                    <a:pt x="10439" y="419557"/>
                  </a:lnTo>
                  <a:lnTo>
                    <a:pt x="10617" y="423303"/>
                  </a:lnTo>
                  <a:lnTo>
                    <a:pt x="11442" y="426288"/>
                  </a:lnTo>
                  <a:lnTo>
                    <a:pt x="13119" y="426173"/>
                  </a:lnTo>
                  <a:lnTo>
                    <a:pt x="13652" y="423113"/>
                  </a:lnTo>
                  <a:lnTo>
                    <a:pt x="13309" y="415632"/>
                  </a:lnTo>
                  <a:lnTo>
                    <a:pt x="12852" y="413956"/>
                  </a:lnTo>
                  <a:lnTo>
                    <a:pt x="14338" y="414299"/>
                  </a:lnTo>
                  <a:lnTo>
                    <a:pt x="17538" y="414108"/>
                  </a:lnTo>
                  <a:lnTo>
                    <a:pt x="20739" y="413905"/>
                  </a:lnTo>
                  <a:lnTo>
                    <a:pt x="23304" y="412940"/>
                  </a:lnTo>
                  <a:close/>
                </a:path>
                <a:path w="471804" h="464820">
                  <a:moveTo>
                    <a:pt x="56197" y="451307"/>
                  </a:moveTo>
                  <a:lnTo>
                    <a:pt x="56095" y="449351"/>
                  </a:lnTo>
                  <a:lnTo>
                    <a:pt x="53454" y="448716"/>
                  </a:lnTo>
                  <a:lnTo>
                    <a:pt x="47053" y="449110"/>
                  </a:lnTo>
                  <a:lnTo>
                    <a:pt x="44500" y="450075"/>
                  </a:lnTo>
                  <a:lnTo>
                    <a:pt x="44538" y="451053"/>
                  </a:lnTo>
                  <a:lnTo>
                    <a:pt x="43700" y="451104"/>
                  </a:lnTo>
                  <a:lnTo>
                    <a:pt x="43167" y="454177"/>
                  </a:lnTo>
                  <a:lnTo>
                    <a:pt x="43332" y="457923"/>
                  </a:lnTo>
                  <a:lnTo>
                    <a:pt x="43497" y="461657"/>
                  </a:lnTo>
                  <a:lnTo>
                    <a:pt x="44323" y="464642"/>
                  </a:lnTo>
                  <a:lnTo>
                    <a:pt x="45999" y="464540"/>
                  </a:lnTo>
                  <a:lnTo>
                    <a:pt x="46545" y="461467"/>
                  </a:lnTo>
                  <a:lnTo>
                    <a:pt x="46202" y="453999"/>
                  </a:lnTo>
                  <a:lnTo>
                    <a:pt x="45732" y="452310"/>
                  </a:lnTo>
                  <a:lnTo>
                    <a:pt x="47218" y="452666"/>
                  </a:lnTo>
                  <a:lnTo>
                    <a:pt x="50419" y="452462"/>
                  </a:lnTo>
                  <a:lnTo>
                    <a:pt x="53632" y="452272"/>
                  </a:lnTo>
                  <a:lnTo>
                    <a:pt x="56197" y="451307"/>
                  </a:lnTo>
                  <a:close/>
                </a:path>
                <a:path w="471804" h="464820">
                  <a:moveTo>
                    <a:pt x="317893" y="374015"/>
                  </a:moveTo>
                  <a:lnTo>
                    <a:pt x="308762" y="363372"/>
                  </a:lnTo>
                  <a:lnTo>
                    <a:pt x="308762" y="374015"/>
                  </a:lnTo>
                  <a:lnTo>
                    <a:pt x="298653" y="385813"/>
                  </a:lnTo>
                  <a:lnTo>
                    <a:pt x="298919" y="384314"/>
                  </a:lnTo>
                  <a:lnTo>
                    <a:pt x="298577" y="376834"/>
                  </a:lnTo>
                  <a:lnTo>
                    <a:pt x="298107" y="375158"/>
                  </a:lnTo>
                  <a:lnTo>
                    <a:pt x="299593" y="375500"/>
                  </a:lnTo>
                  <a:lnTo>
                    <a:pt x="302793" y="375310"/>
                  </a:lnTo>
                  <a:lnTo>
                    <a:pt x="306006" y="375107"/>
                  </a:lnTo>
                  <a:lnTo>
                    <a:pt x="308571" y="374142"/>
                  </a:lnTo>
                  <a:lnTo>
                    <a:pt x="308546" y="373773"/>
                  </a:lnTo>
                  <a:lnTo>
                    <a:pt x="308762" y="374015"/>
                  </a:lnTo>
                  <a:lnTo>
                    <a:pt x="308762" y="363372"/>
                  </a:lnTo>
                  <a:lnTo>
                    <a:pt x="306857" y="361149"/>
                  </a:lnTo>
                  <a:lnTo>
                    <a:pt x="306857" y="371805"/>
                  </a:lnTo>
                  <a:lnTo>
                    <a:pt x="305828" y="371551"/>
                  </a:lnTo>
                  <a:lnTo>
                    <a:pt x="299427" y="371957"/>
                  </a:lnTo>
                  <a:lnTo>
                    <a:pt x="297916" y="372529"/>
                  </a:lnTo>
                  <a:lnTo>
                    <a:pt x="298221" y="370776"/>
                  </a:lnTo>
                  <a:lnTo>
                    <a:pt x="298056" y="367030"/>
                  </a:lnTo>
                  <a:lnTo>
                    <a:pt x="297878" y="363296"/>
                  </a:lnTo>
                  <a:lnTo>
                    <a:pt x="297243" y="361035"/>
                  </a:lnTo>
                  <a:lnTo>
                    <a:pt x="297243" y="387451"/>
                  </a:lnTo>
                  <a:lnTo>
                    <a:pt x="263588" y="426707"/>
                  </a:lnTo>
                  <a:lnTo>
                    <a:pt x="251904" y="413092"/>
                  </a:lnTo>
                  <a:lnTo>
                    <a:pt x="254482" y="413702"/>
                  </a:lnTo>
                  <a:lnTo>
                    <a:pt x="260896" y="413296"/>
                  </a:lnTo>
                  <a:lnTo>
                    <a:pt x="262318" y="412775"/>
                  </a:lnTo>
                  <a:lnTo>
                    <a:pt x="262026" y="414489"/>
                  </a:lnTo>
                  <a:lnTo>
                    <a:pt x="262191" y="418223"/>
                  </a:lnTo>
                  <a:lnTo>
                    <a:pt x="262369" y="421957"/>
                  </a:lnTo>
                  <a:lnTo>
                    <a:pt x="263194" y="424942"/>
                  </a:lnTo>
                  <a:lnTo>
                    <a:pt x="264871" y="424840"/>
                  </a:lnTo>
                  <a:lnTo>
                    <a:pt x="265417" y="421779"/>
                  </a:lnTo>
                  <a:lnTo>
                    <a:pt x="265061" y="414299"/>
                  </a:lnTo>
                  <a:lnTo>
                    <a:pt x="264604" y="412623"/>
                  </a:lnTo>
                  <a:lnTo>
                    <a:pt x="266090" y="412965"/>
                  </a:lnTo>
                  <a:lnTo>
                    <a:pt x="269290" y="412775"/>
                  </a:lnTo>
                  <a:lnTo>
                    <a:pt x="272491" y="412572"/>
                  </a:lnTo>
                  <a:lnTo>
                    <a:pt x="275056" y="411607"/>
                  </a:lnTo>
                  <a:lnTo>
                    <a:pt x="274967" y="409651"/>
                  </a:lnTo>
                  <a:lnTo>
                    <a:pt x="272326" y="409016"/>
                  </a:lnTo>
                  <a:lnTo>
                    <a:pt x="265912" y="409422"/>
                  </a:lnTo>
                  <a:lnTo>
                    <a:pt x="264401" y="409994"/>
                  </a:lnTo>
                  <a:lnTo>
                    <a:pt x="264718" y="408241"/>
                  </a:lnTo>
                  <a:lnTo>
                    <a:pt x="264541" y="404495"/>
                  </a:lnTo>
                  <a:lnTo>
                    <a:pt x="264375" y="400761"/>
                  </a:lnTo>
                  <a:lnTo>
                    <a:pt x="263550" y="397776"/>
                  </a:lnTo>
                  <a:lnTo>
                    <a:pt x="261874" y="397878"/>
                  </a:lnTo>
                  <a:lnTo>
                    <a:pt x="261327" y="400951"/>
                  </a:lnTo>
                  <a:lnTo>
                    <a:pt x="261670" y="408432"/>
                  </a:lnTo>
                  <a:lnTo>
                    <a:pt x="262115" y="410095"/>
                  </a:lnTo>
                  <a:lnTo>
                    <a:pt x="260718" y="409752"/>
                  </a:lnTo>
                  <a:lnTo>
                    <a:pt x="257517" y="409956"/>
                  </a:lnTo>
                  <a:lnTo>
                    <a:pt x="254317" y="410146"/>
                  </a:lnTo>
                  <a:lnTo>
                    <a:pt x="251752" y="411111"/>
                  </a:lnTo>
                  <a:lnTo>
                    <a:pt x="251828" y="413016"/>
                  </a:lnTo>
                  <a:lnTo>
                    <a:pt x="219329" y="375094"/>
                  </a:lnTo>
                  <a:lnTo>
                    <a:pt x="221907" y="375691"/>
                  </a:lnTo>
                  <a:lnTo>
                    <a:pt x="228307" y="375297"/>
                  </a:lnTo>
                  <a:lnTo>
                    <a:pt x="229743" y="374764"/>
                  </a:lnTo>
                  <a:lnTo>
                    <a:pt x="229450" y="376478"/>
                  </a:lnTo>
                  <a:lnTo>
                    <a:pt x="229616" y="380212"/>
                  </a:lnTo>
                  <a:lnTo>
                    <a:pt x="229781" y="383959"/>
                  </a:lnTo>
                  <a:lnTo>
                    <a:pt x="230606" y="386943"/>
                  </a:lnTo>
                  <a:lnTo>
                    <a:pt x="232283" y="386842"/>
                  </a:lnTo>
                  <a:lnTo>
                    <a:pt x="232829" y="383768"/>
                  </a:lnTo>
                  <a:lnTo>
                    <a:pt x="232486" y="376288"/>
                  </a:lnTo>
                  <a:lnTo>
                    <a:pt x="232029" y="374624"/>
                  </a:lnTo>
                  <a:lnTo>
                    <a:pt x="233502" y="374967"/>
                  </a:lnTo>
                  <a:lnTo>
                    <a:pt x="236715" y="374764"/>
                  </a:lnTo>
                  <a:lnTo>
                    <a:pt x="239915" y="374561"/>
                  </a:lnTo>
                  <a:lnTo>
                    <a:pt x="242481" y="373608"/>
                  </a:lnTo>
                  <a:lnTo>
                    <a:pt x="242379" y="371640"/>
                  </a:lnTo>
                  <a:lnTo>
                    <a:pt x="239750" y="371017"/>
                  </a:lnTo>
                  <a:lnTo>
                    <a:pt x="233337" y="371411"/>
                  </a:lnTo>
                  <a:lnTo>
                    <a:pt x="231825" y="371983"/>
                  </a:lnTo>
                  <a:lnTo>
                    <a:pt x="232130" y="370230"/>
                  </a:lnTo>
                  <a:lnTo>
                    <a:pt x="231965" y="366496"/>
                  </a:lnTo>
                  <a:lnTo>
                    <a:pt x="231800" y="362762"/>
                  </a:lnTo>
                  <a:lnTo>
                    <a:pt x="230974" y="359778"/>
                  </a:lnTo>
                  <a:lnTo>
                    <a:pt x="230593" y="359803"/>
                  </a:lnTo>
                  <a:lnTo>
                    <a:pt x="262369" y="322745"/>
                  </a:lnTo>
                  <a:lnTo>
                    <a:pt x="261950" y="325120"/>
                  </a:lnTo>
                  <a:lnTo>
                    <a:pt x="262293" y="332600"/>
                  </a:lnTo>
                  <a:lnTo>
                    <a:pt x="262737" y="334264"/>
                  </a:lnTo>
                  <a:lnTo>
                    <a:pt x="261340" y="333921"/>
                  </a:lnTo>
                  <a:lnTo>
                    <a:pt x="258140" y="334124"/>
                  </a:lnTo>
                  <a:lnTo>
                    <a:pt x="254939" y="334327"/>
                  </a:lnTo>
                  <a:lnTo>
                    <a:pt x="252374" y="335280"/>
                  </a:lnTo>
                  <a:lnTo>
                    <a:pt x="252463" y="337248"/>
                  </a:lnTo>
                  <a:lnTo>
                    <a:pt x="255104" y="337870"/>
                  </a:lnTo>
                  <a:lnTo>
                    <a:pt x="261518" y="337477"/>
                  </a:lnTo>
                  <a:lnTo>
                    <a:pt x="262940" y="336943"/>
                  </a:lnTo>
                  <a:lnTo>
                    <a:pt x="262648" y="338658"/>
                  </a:lnTo>
                  <a:lnTo>
                    <a:pt x="262813" y="342404"/>
                  </a:lnTo>
                  <a:lnTo>
                    <a:pt x="262991" y="346138"/>
                  </a:lnTo>
                  <a:lnTo>
                    <a:pt x="263817" y="349123"/>
                  </a:lnTo>
                  <a:lnTo>
                    <a:pt x="265493" y="349021"/>
                  </a:lnTo>
                  <a:lnTo>
                    <a:pt x="266026" y="345948"/>
                  </a:lnTo>
                  <a:lnTo>
                    <a:pt x="265684" y="338467"/>
                  </a:lnTo>
                  <a:lnTo>
                    <a:pt x="265226" y="336791"/>
                  </a:lnTo>
                  <a:lnTo>
                    <a:pt x="266712" y="337146"/>
                  </a:lnTo>
                  <a:lnTo>
                    <a:pt x="269913" y="336943"/>
                  </a:lnTo>
                  <a:lnTo>
                    <a:pt x="273113" y="336740"/>
                  </a:lnTo>
                  <a:lnTo>
                    <a:pt x="275678" y="335788"/>
                  </a:lnTo>
                  <a:lnTo>
                    <a:pt x="275653" y="335432"/>
                  </a:lnTo>
                  <a:lnTo>
                    <a:pt x="297014" y="360324"/>
                  </a:lnTo>
                  <a:lnTo>
                    <a:pt x="295376" y="360413"/>
                  </a:lnTo>
                  <a:lnTo>
                    <a:pt x="294843" y="363486"/>
                  </a:lnTo>
                  <a:lnTo>
                    <a:pt x="295186" y="370954"/>
                  </a:lnTo>
                  <a:lnTo>
                    <a:pt x="295630" y="372630"/>
                  </a:lnTo>
                  <a:lnTo>
                    <a:pt x="294233" y="372287"/>
                  </a:lnTo>
                  <a:lnTo>
                    <a:pt x="291033" y="372491"/>
                  </a:lnTo>
                  <a:lnTo>
                    <a:pt x="287820" y="372681"/>
                  </a:lnTo>
                  <a:lnTo>
                    <a:pt x="285254" y="373646"/>
                  </a:lnTo>
                  <a:lnTo>
                    <a:pt x="285356" y="375602"/>
                  </a:lnTo>
                  <a:lnTo>
                    <a:pt x="287985" y="376237"/>
                  </a:lnTo>
                  <a:lnTo>
                    <a:pt x="294398" y="375831"/>
                  </a:lnTo>
                  <a:lnTo>
                    <a:pt x="295833" y="375297"/>
                  </a:lnTo>
                  <a:lnTo>
                    <a:pt x="295541" y="377024"/>
                  </a:lnTo>
                  <a:lnTo>
                    <a:pt x="295706" y="380758"/>
                  </a:lnTo>
                  <a:lnTo>
                    <a:pt x="295871" y="384492"/>
                  </a:lnTo>
                  <a:lnTo>
                    <a:pt x="296697" y="387477"/>
                  </a:lnTo>
                  <a:lnTo>
                    <a:pt x="297243" y="387451"/>
                  </a:lnTo>
                  <a:lnTo>
                    <a:pt x="297243" y="361035"/>
                  </a:lnTo>
                  <a:lnTo>
                    <a:pt x="297065" y="360387"/>
                  </a:lnTo>
                  <a:lnTo>
                    <a:pt x="306857" y="371805"/>
                  </a:lnTo>
                  <a:lnTo>
                    <a:pt x="306857" y="361149"/>
                  </a:lnTo>
                  <a:lnTo>
                    <a:pt x="273951" y="322770"/>
                  </a:lnTo>
                  <a:lnTo>
                    <a:pt x="273951" y="333438"/>
                  </a:lnTo>
                  <a:lnTo>
                    <a:pt x="272948" y="333197"/>
                  </a:lnTo>
                  <a:lnTo>
                    <a:pt x="266534" y="333590"/>
                  </a:lnTo>
                  <a:lnTo>
                    <a:pt x="265023" y="334162"/>
                  </a:lnTo>
                  <a:lnTo>
                    <a:pt x="265328" y="332409"/>
                  </a:lnTo>
                  <a:lnTo>
                    <a:pt x="265163" y="328676"/>
                  </a:lnTo>
                  <a:lnTo>
                    <a:pt x="264998" y="324929"/>
                  </a:lnTo>
                  <a:lnTo>
                    <a:pt x="264185" y="322033"/>
                  </a:lnTo>
                  <a:lnTo>
                    <a:pt x="273951" y="333438"/>
                  </a:lnTo>
                  <a:lnTo>
                    <a:pt x="273951" y="322770"/>
                  </a:lnTo>
                  <a:lnTo>
                    <a:pt x="272719" y="321322"/>
                  </a:lnTo>
                  <a:lnTo>
                    <a:pt x="264134" y="311315"/>
                  </a:lnTo>
                  <a:lnTo>
                    <a:pt x="264134" y="321970"/>
                  </a:lnTo>
                  <a:lnTo>
                    <a:pt x="262978" y="322033"/>
                  </a:lnTo>
                  <a:lnTo>
                    <a:pt x="263588" y="321322"/>
                  </a:lnTo>
                  <a:lnTo>
                    <a:pt x="264134" y="321970"/>
                  </a:lnTo>
                  <a:lnTo>
                    <a:pt x="264134" y="311315"/>
                  </a:lnTo>
                  <a:lnTo>
                    <a:pt x="263588" y="310667"/>
                  </a:lnTo>
                  <a:lnTo>
                    <a:pt x="229539" y="350380"/>
                  </a:lnTo>
                  <a:lnTo>
                    <a:pt x="229539" y="372084"/>
                  </a:lnTo>
                  <a:lnTo>
                    <a:pt x="228142" y="371741"/>
                  </a:lnTo>
                  <a:lnTo>
                    <a:pt x="224942" y="371944"/>
                  </a:lnTo>
                  <a:lnTo>
                    <a:pt x="221742" y="372148"/>
                  </a:lnTo>
                  <a:lnTo>
                    <a:pt x="219252" y="373100"/>
                  </a:lnTo>
                  <a:lnTo>
                    <a:pt x="219252" y="375005"/>
                  </a:lnTo>
                  <a:lnTo>
                    <a:pt x="218414" y="374015"/>
                  </a:lnTo>
                  <a:lnTo>
                    <a:pt x="219176" y="373126"/>
                  </a:lnTo>
                  <a:lnTo>
                    <a:pt x="219252" y="375005"/>
                  </a:lnTo>
                  <a:lnTo>
                    <a:pt x="219252" y="373100"/>
                  </a:lnTo>
                  <a:lnTo>
                    <a:pt x="228968" y="361708"/>
                  </a:lnTo>
                  <a:lnTo>
                    <a:pt x="228752" y="362940"/>
                  </a:lnTo>
                  <a:lnTo>
                    <a:pt x="229095" y="370420"/>
                  </a:lnTo>
                  <a:lnTo>
                    <a:pt x="229539" y="372084"/>
                  </a:lnTo>
                  <a:lnTo>
                    <a:pt x="229539" y="350380"/>
                  </a:lnTo>
                  <a:lnTo>
                    <a:pt x="213055" y="369595"/>
                  </a:lnTo>
                  <a:lnTo>
                    <a:pt x="207721" y="363372"/>
                  </a:lnTo>
                  <a:lnTo>
                    <a:pt x="207721" y="374015"/>
                  </a:lnTo>
                  <a:lnTo>
                    <a:pt x="197612" y="385813"/>
                  </a:lnTo>
                  <a:lnTo>
                    <a:pt x="197878" y="384314"/>
                  </a:lnTo>
                  <a:lnTo>
                    <a:pt x="197535" y="376834"/>
                  </a:lnTo>
                  <a:lnTo>
                    <a:pt x="197078" y="375158"/>
                  </a:lnTo>
                  <a:lnTo>
                    <a:pt x="198551" y="375500"/>
                  </a:lnTo>
                  <a:lnTo>
                    <a:pt x="201764" y="375310"/>
                  </a:lnTo>
                  <a:lnTo>
                    <a:pt x="204965" y="375107"/>
                  </a:lnTo>
                  <a:lnTo>
                    <a:pt x="207530" y="374142"/>
                  </a:lnTo>
                  <a:lnTo>
                    <a:pt x="207505" y="373773"/>
                  </a:lnTo>
                  <a:lnTo>
                    <a:pt x="207721" y="374015"/>
                  </a:lnTo>
                  <a:lnTo>
                    <a:pt x="207721" y="363372"/>
                  </a:lnTo>
                  <a:lnTo>
                    <a:pt x="205816" y="361149"/>
                  </a:lnTo>
                  <a:lnTo>
                    <a:pt x="205816" y="371805"/>
                  </a:lnTo>
                  <a:lnTo>
                    <a:pt x="204800" y="371551"/>
                  </a:lnTo>
                  <a:lnTo>
                    <a:pt x="198386" y="371957"/>
                  </a:lnTo>
                  <a:lnTo>
                    <a:pt x="196875" y="372529"/>
                  </a:lnTo>
                  <a:lnTo>
                    <a:pt x="197180" y="370776"/>
                  </a:lnTo>
                  <a:lnTo>
                    <a:pt x="197015" y="367030"/>
                  </a:lnTo>
                  <a:lnTo>
                    <a:pt x="196850" y="363296"/>
                  </a:lnTo>
                  <a:lnTo>
                    <a:pt x="196202" y="360997"/>
                  </a:lnTo>
                  <a:lnTo>
                    <a:pt x="196202" y="387451"/>
                  </a:lnTo>
                  <a:lnTo>
                    <a:pt x="162547" y="426707"/>
                  </a:lnTo>
                  <a:lnTo>
                    <a:pt x="150850" y="413080"/>
                  </a:lnTo>
                  <a:lnTo>
                    <a:pt x="153441" y="413702"/>
                  </a:lnTo>
                  <a:lnTo>
                    <a:pt x="159854" y="413296"/>
                  </a:lnTo>
                  <a:lnTo>
                    <a:pt x="161290" y="412762"/>
                  </a:lnTo>
                  <a:lnTo>
                    <a:pt x="160997" y="414489"/>
                  </a:lnTo>
                  <a:lnTo>
                    <a:pt x="161163" y="418223"/>
                  </a:lnTo>
                  <a:lnTo>
                    <a:pt x="161328" y="421957"/>
                  </a:lnTo>
                  <a:lnTo>
                    <a:pt x="162153" y="424942"/>
                  </a:lnTo>
                  <a:lnTo>
                    <a:pt x="163830" y="424840"/>
                  </a:lnTo>
                  <a:lnTo>
                    <a:pt x="164376" y="421779"/>
                  </a:lnTo>
                  <a:lnTo>
                    <a:pt x="164033" y="414299"/>
                  </a:lnTo>
                  <a:lnTo>
                    <a:pt x="163563" y="412623"/>
                  </a:lnTo>
                  <a:lnTo>
                    <a:pt x="165049" y="412965"/>
                  </a:lnTo>
                  <a:lnTo>
                    <a:pt x="168249" y="412775"/>
                  </a:lnTo>
                  <a:lnTo>
                    <a:pt x="171462" y="412572"/>
                  </a:lnTo>
                  <a:lnTo>
                    <a:pt x="174028" y="411607"/>
                  </a:lnTo>
                  <a:lnTo>
                    <a:pt x="173926" y="409651"/>
                  </a:lnTo>
                  <a:lnTo>
                    <a:pt x="171284" y="409016"/>
                  </a:lnTo>
                  <a:lnTo>
                    <a:pt x="164884" y="409422"/>
                  </a:lnTo>
                  <a:lnTo>
                    <a:pt x="163372" y="409994"/>
                  </a:lnTo>
                  <a:lnTo>
                    <a:pt x="163677" y="408241"/>
                  </a:lnTo>
                  <a:lnTo>
                    <a:pt x="163512" y="404495"/>
                  </a:lnTo>
                  <a:lnTo>
                    <a:pt x="163334" y="400761"/>
                  </a:lnTo>
                  <a:lnTo>
                    <a:pt x="162509" y="397776"/>
                  </a:lnTo>
                  <a:lnTo>
                    <a:pt x="160832" y="397878"/>
                  </a:lnTo>
                  <a:lnTo>
                    <a:pt x="160286" y="400951"/>
                  </a:lnTo>
                  <a:lnTo>
                    <a:pt x="160642" y="408432"/>
                  </a:lnTo>
                  <a:lnTo>
                    <a:pt x="161086" y="410095"/>
                  </a:lnTo>
                  <a:lnTo>
                    <a:pt x="159689" y="409752"/>
                  </a:lnTo>
                  <a:lnTo>
                    <a:pt x="156489" y="409956"/>
                  </a:lnTo>
                  <a:lnTo>
                    <a:pt x="153276" y="410146"/>
                  </a:lnTo>
                  <a:lnTo>
                    <a:pt x="150710" y="411111"/>
                  </a:lnTo>
                  <a:lnTo>
                    <a:pt x="150799" y="413029"/>
                  </a:lnTo>
                  <a:lnTo>
                    <a:pt x="118287" y="375094"/>
                  </a:lnTo>
                  <a:lnTo>
                    <a:pt x="120865" y="375691"/>
                  </a:lnTo>
                  <a:lnTo>
                    <a:pt x="127279" y="375297"/>
                  </a:lnTo>
                  <a:lnTo>
                    <a:pt x="128701" y="374764"/>
                  </a:lnTo>
                  <a:lnTo>
                    <a:pt x="128409" y="376478"/>
                  </a:lnTo>
                  <a:lnTo>
                    <a:pt x="128574" y="380212"/>
                  </a:lnTo>
                  <a:lnTo>
                    <a:pt x="128739" y="383959"/>
                  </a:lnTo>
                  <a:lnTo>
                    <a:pt x="129578" y="386943"/>
                  </a:lnTo>
                  <a:lnTo>
                    <a:pt x="131254" y="386842"/>
                  </a:lnTo>
                  <a:lnTo>
                    <a:pt x="131787" y="383768"/>
                  </a:lnTo>
                  <a:lnTo>
                    <a:pt x="131445" y="376288"/>
                  </a:lnTo>
                  <a:lnTo>
                    <a:pt x="130987" y="374611"/>
                  </a:lnTo>
                  <a:lnTo>
                    <a:pt x="132473" y="374967"/>
                  </a:lnTo>
                  <a:lnTo>
                    <a:pt x="135674" y="374764"/>
                  </a:lnTo>
                  <a:lnTo>
                    <a:pt x="138874" y="374561"/>
                  </a:lnTo>
                  <a:lnTo>
                    <a:pt x="141439" y="373608"/>
                  </a:lnTo>
                  <a:lnTo>
                    <a:pt x="141351" y="371640"/>
                  </a:lnTo>
                  <a:lnTo>
                    <a:pt x="138709" y="371017"/>
                  </a:lnTo>
                  <a:lnTo>
                    <a:pt x="132295" y="371411"/>
                  </a:lnTo>
                  <a:lnTo>
                    <a:pt x="130784" y="371983"/>
                  </a:lnTo>
                  <a:lnTo>
                    <a:pt x="131089" y="370230"/>
                  </a:lnTo>
                  <a:lnTo>
                    <a:pt x="130924" y="366496"/>
                  </a:lnTo>
                  <a:lnTo>
                    <a:pt x="130759" y="362762"/>
                  </a:lnTo>
                  <a:lnTo>
                    <a:pt x="129933" y="359778"/>
                  </a:lnTo>
                  <a:lnTo>
                    <a:pt x="129552" y="359803"/>
                  </a:lnTo>
                  <a:lnTo>
                    <a:pt x="161328" y="322745"/>
                  </a:lnTo>
                  <a:lnTo>
                    <a:pt x="160909" y="325120"/>
                  </a:lnTo>
                  <a:lnTo>
                    <a:pt x="161264" y="332600"/>
                  </a:lnTo>
                  <a:lnTo>
                    <a:pt x="161709" y="334264"/>
                  </a:lnTo>
                  <a:lnTo>
                    <a:pt x="160312" y="333921"/>
                  </a:lnTo>
                  <a:lnTo>
                    <a:pt x="157111" y="334124"/>
                  </a:lnTo>
                  <a:lnTo>
                    <a:pt x="153898" y="334327"/>
                  </a:lnTo>
                  <a:lnTo>
                    <a:pt x="151333" y="335280"/>
                  </a:lnTo>
                  <a:lnTo>
                    <a:pt x="151434" y="337248"/>
                  </a:lnTo>
                  <a:lnTo>
                    <a:pt x="154063" y="337870"/>
                  </a:lnTo>
                  <a:lnTo>
                    <a:pt x="160477" y="337477"/>
                  </a:lnTo>
                  <a:lnTo>
                    <a:pt x="161899" y="336943"/>
                  </a:lnTo>
                  <a:lnTo>
                    <a:pt x="161607" y="338658"/>
                  </a:lnTo>
                  <a:lnTo>
                    <a:pt x="161785" y="342404"/>
                  </a:lnTo>
                  <a:lnTo>
                    <a:pt x="161950" y="346138"/>
                  </a:lnTo>
                  <a:lnTo>
                    <a:pt x="162775" y="349123"/>
                  </a:lnTo>
                  <a:lnTo>
                    <a:pt x="164452" y="349021"/>
                  </a:lnTo>
                  <a:lnTo>
                    <a:pt x="164998" y="345948"/>
                  </a:lnTo>
                  <a:lnTo>
                    <a:pt x="164655" y="338467"/>
                  </a:lnTo>
                  <a:lnTo>
                    <a:pt x="164185" y="336791"/>
                  </a:lnTo>
                  <a:lnTo>
                    <a:pt x="165671" y="337146"/>
                  </a:lnTo>
                  <a:lnTo>
                    <a:pt x="168871" y="336943"/>
                  </a:lnTo>
                  <a:lnTo>
                    <a:pt x="172085" y="336740"/>
                  </a:lnTo>
                  <a:lnTo>
                    <a:pt x="174650" y="335788"/>
                  </a:lnTo>
                  <a:lnTo>
                    <a:pt x="174625" y="335445"/>
                  </a:lnTo>
                  <a:lnTo>
                    <a:pt x="195973" y="360324"/>
                  </a:lnTo>
                  <a:lnTo>
                    <a:pt x="194348" y="360413"/>
                  </a:lnTo>
                  <a:lnTo>
                    <a:pt x="193802" y="363486"/>
                  </a:lnTo>
                  <a:lnTo>
                    <a:pt x="194144" y="370954"/>
                  </a:lnTo>
                  <a:lnTo>
                    <a:pt x="194589" y="372630"/>
                  </a:lnTo>
                  <a:lnTo>
                    <a:pt x="193192" y="372287"/>
                  </a:lnTo>
                  <a:lnTo>
                    <a:pt x="189992" y="372491"/>
                  </a:lnTo>
                  <a:lnTo>
                    <a:pt x="186791" y="372681"/>
                  </a:lnTo>
                  <a:lnTo>
                    <a:pt x="184226" y="373646"/>
                  </a:lnTo>
                  <a:lnTo>
                    <a:pt x="184315" y="375602"/>
                  </a:lnTo>
                  <a:lnTo>
                    <a:pt x="186956" y="376237"/>
                  </a:lnTo>
                  <a:lnTo>
                    <a:pt x="193357" y="375831"/>
                  </a:lnTo>
                  <a:lnTo>
                    <a:pt x="194792" y="375297"/>
                  </a:lnTo>
                  <a:lnTo>
                    <a:pt x="194500" y="377024"/>
                  </a:lnTo>
                  <a:lnTo>
                    <a:pt x="194665" y="380758"/>
                  </a:lnTo>
                  <a:lnTo>
                    <a:pt x="194830" y="384492"/>
                  </a:lnTo>
                  <a:lnTo>
                    <a:pt x="195656" y="387477"/>
                  </a:lnTo>
                  <a:lnTo>
                    <a:pt x="196202" y="387451"/>
                  </a:lnTo>
                  <a:lnTo>
                    <a:pt x="196202" y="360997"/>
                  </a:lnTo>
                  <a:lnTo>
                    <a:pt x="196037" y="360400"/>
                  </a:lnTo>
                  <a:lnTo>
                    <a:pt x="205816" y="371805"/>
                  </a:lnTo>
                  <a:lnTo>
                    <a:pt x="205816" y="361149"/>
                  </a:lnTo>
                  <a:lnTo>
                    <a:pt x="172910" y="322757"/>
                  </a:lnTo>
                  <a:lnTo>
                    <a:pt x="172910" y="333438"/>
                  </a:lnTo>
                  <a:lnTo>
                    <a:pt x="171907" y="333197"/>
                  </a:lnTo>
                  <a:lnTo>
                    <a:pt x="165506" y="333590"/>
                  </a:lnTo>
                  <a:lnTo>
                    <a:pt x="163995" y="334162"/>
                  </a:lnTo>
                  <a:lnTo>
                    <a:pt x="164299" y="332409"/>
                  </a:lnTo>
                  <a:lnTo>
                    <a:pt x="164134" y="328676"/>
                  </a:lnTo>
                  <a:lnTo>
                    <a:pt x="163957" y="324929"/>
                  </a:lnTo>
                  <a:lnTo>
                    <a:pt x="163144" y="322033"/>
                  </a:lnTo>
                  <a:lnTo>
                    <a:pt x="172910" y="333438"/>
                  </a:lnTo>
                  <a:lnTo>
                    <a:pt x="172910" y="322757"/>
                  </a:lnTo>
                  <a:lnTo>
                    <a:pt x="171691" y="321322"/>
                  </a:lnTo>
                  <a:lnTo>
                    <a:pt x="163093" y="311315"/>
                  </a:lnTo>
                  <a:lnTo>
                    <a:pt x="163093" y="321970"/>
                  </a:lnTo>
                  <a:lnTo>
                    <a:pt x="161937" y="322033"/>
                  </a:lnTo>
                  <a:lnTo>
                    <a:pt x="162547" y="321322"/>
                  </a:lnTo>
                  <a:lnTo>
                    <a:pt x="163093" y="321970"/>
                  </a:lnTo>
                  <a:lnTo>
                    <a:pt x="163093" y="311315"/>
                  </a:lnTo>
                  <a:lnTo>
                    <a:pt x="162547" y="310667"/>
                  </a:lnTo>
                  <a:lnTo>
                    <a:pt x="128498" y="350393"/>
                  </a:lnTo>
                  <a:lnTo>
                    <a:pt x="128498" y="372084"/>
                  </a:lnTo>
                  <a:lnTo>
                    <a:pt x="127101" y="371741"/>
                  </a:lnTo>
                  <a:lnTo>
                    <a:pt x="123901" y="371944"/>
                  </a:lnTo>
                  <a:lnTo>
                    <a:pt x="120700" y="372148"/>
                  </a:lnTo>
                  <a:lnTo>
                    <a:pt x="118211" y="373100"/>
                  </a:lnTo>
                  <a:lnTo>
                    <a:pt x="118211" y="375005"/>
                  </a:lnTo>
                  <a:lnTo>
                    <a:pt x="117373" y="374015"/>
                  </a:lnTo>
                  <a:lnTo>
                    <a:pt x="118135" y="373126"/>
                  </a:lnTo>
                  <a:lnTo>
                    <a:pt x="118211" y="375005"/>
                  </a:lnTo>
                  <a:lnTo>
                    <a:pt x="118211" y="373100"/>
                  </a:lnTo>
                  <a:lnTo>
                    <a:pt x="127927" y="361708"/>
                  </a:lnTo>
                  <a:lnTo>
                    <a:pt x="127711" y="362940"/>
                  </a:lnTo>
                  <a:lnTo>
                    <a:pt x="128054" y="370420"/>
                  </a:lnTo>
                  <a:lnTo>
                    <a:pt x="128498" y="372084"/>
                  </a:lnTo>
                  <a:lnTo>
                    <a:pt x="128498" y="350393"/>
                  </a:lnTo>
                  <a:lnTo>
                    <a:pt x="108242" y="374015"/>
                  </a:lnTo>
                  <a:lnTo>
                    <a:pt x="162547" y="437362"/>
                  </a:lnTo>
                  <a:lnTo>
                    <a:pt x="171691" y="426707"/>
                  </a:lnTo>
                  <a:lnTo>
                    <a:pt x="213055" y="378447"/>
                  </a:lnTo>
                  <a:lnTo>
                    <a:pt x="263588" y="437362"/>
                  </a:lnTo>
                  <a:lnTo>
                    <a:pt x="272719" y="426707"/>
                  </a:lnTo>
                  <a:lnTo>
                    <a:pt x="317893" y="374015"/>
                  </a:lnTo>
                  <a:close/>
                </a:path>
                <a:path w="471804" h="464820">
                  <a:moveTo>
                    <a:pt x="422389" y="63360"/>
                  </a:moveTo>
                  <a:lnTo>
                    <a:pt x="413245" y="52705"/>
                  </a:lnTo>
                  <a:lnTo>
                    <a:pt x="413245" y="63360"/>
                  </a:lnTo>
                  <a:lnTo>
                    <a:pt x="403123" y="75158"/>
                  </a:lnTo>
                  <a:lnTo>
                    <a:pt x="403402" y="73647"/>
                  </a:lnTo>
                  <a:lnTo>
                    <a:pt x="403059" y="66167"/>
                  </a:lnTo>
                  <a:lnTo>
                    <a:pt x="402602" y="64490"/>
                  </a:lnTo>
                  <a:lnTo>
                    <a:pt x="404075" y="64846"/>
                  </a:lnTo>
                  <a:lnTo>
                    <a:pt x="407289" y="64643"/>
                  </a:lnTo>
                  <a:lnTo>
                    <a:pt x="410489" y="64439"/>
                  </a:lnTo>
                  <a:lnTo>
                    <a:pt x="413054" y="63474"/>
                  </a:lnTo>
                  <a:lnTo>
                    <a:pt x="413029" y="63131"/>
                  </a:lnTo>
                  <a:lnTo>
                    <a:pt x="413245" y="63360"/>
                  </a:lnTo>
                  <a:lnTo>
                    <a:pt x="413245" y="52705"/>
                  </a:lnTo>
                  <a:lnTo>
                    <a:pt x="411327" y="50469"/>
                  </a:lnTo>
                  <a:lnTo>
                    <a:pt x="411327" y="61137"/>
                  </a:lnTo>
                  <a:lnTo>
                    <a:pt x="410324" y="60896"/>
                  </a:lnTo>
                  <a:lnTo>
                    <a:pt x="403910" y="61290"/>
                  </a:lnTo>
                  <a:lnTo>
                    <a:pt x="402399" y="61861"/>
                  </a:lnTo>
                  <a:lnTo>
                    <a:pt x="402704" y="60109"/>
                  </a:lnTo>
                  <a:lnTo>
                    <a:pt x="402539" y="56375"/>
                  </a:lnTo>
                  <a:lnTo>
                    <a:pt x="402374" y="52641"/>
                  </a:lnTo>
                  <a:lnTo>
                    <a:pt x="401726" y="50342"/>
                  </a:lnTo>
                  <a:lnTo>
                    <a:pt x="401726" y="76796"/>
                  </a:lnTo>
                  <a:lnTo>
                    <a:pt x="368071" y="116039"/>
                  </a:lnTo>
                  <a:lnTo>
                    <a:pt x="356387" y="102438"/>
                  </a:lnTo>
                  <a:lnTo>
                    <a:pt x="358965" y="103035"/>
                  </a:lnTo>
                  <a:lnTo>
                    <a:pt x="365379" y="102641"/>
                  </a:lnTo>
                  <a:lnTo>
                    <a:pt x="366814" y="102108"/>
                  </a:lnTo>
                  <a:lnTo>
                    <a:pt x="366522" y="103822"/>
                  </a:lnTo>
                  <a:lnTo>
                    <a:pt x="366687" y="107569"/>
                  </a:lnTo>
                  <a:lnTo>
                    <a:pt x="366852" y="111302"/>
                  </a:lnTo>
                  <a:lnTo>
                    <a:pt x="367677" y="114287"/>
                  </a:lnTo>
                  <a:lnTo>
                    <a:pt x="369354" y="114185"/>
                  </a:lnTo>
                  <a:lnTo>
                    <a:pt x="369900" y="111112"/>
                  </a:lnTo>
                  <a:lnTo>
                    <a:pt x="369557" y="103632"/>
                  </a:lnTo>
                  <a:lnTo>
                    <a:pt x="369087" y="101955"/>
                  </a:lnTo>
                  <a:lnTo>
                    <a:pt x="370573" y="102311"/>
                  </a:lnTo>
                  <a:lnTo>
                    <a:pt x="373773" y="102108"/>
                  </a:lnTo>
                  <a:lnTo>
                    <a:pt x="376986" y="101904"/>
                  </a:lnTo>
                  <a:lnTo>
                    <a:pt x="379552" y="100952"/>
                  </a:lnTo>
                  <a:lnTo>
                    <a:pt x="379450" y="98983"/>
                  </a:lnTo>
                  <a:lnTo>
                    <a:pt x="376809" y="98361"/>
                  </a:lnTo>
                  <a:lnTo>
                    <a:pt x="370408" y="98755"/>
                  </a:lnTo>
                  <a:lnTo>
                    <a:pt x="368896" y="99326"/>
                  </a:lnTo>
                  <a:lnTo>
                    <a:pt x="369201" y="97574"/>
                  </a:lnTo>
                  <a:lnTo>
                    <a:pt x="369036" y="93840"/>
                  </a:lnTo>
                  <a:lnTo>
                    <a:pt x="368858" y="90093"/>
                  </a:lnTo>
                  <a:lnTo>
                    <a:pt x="368033" y="87122"/>
                  </a:lnTo>
                  <a:lnTo>
                    <a:pt x="366356" y="87223"/>
                  </a:lnTo>
                  <a:lnTo>
                    <a:pt x="365823" y="90284"/>
                  </a:lnTo>
                  <a:lnTo>
                    <a:pt x="366166" y="97764"/>
                  </a:lnTo>
                  <a:lnTo>
                    <a:pt x="366610" y="99428"/>
                  </a:lnTo>
                  <a:lnTo>
                    <a:pt x="365213" y="99085"/>
                  </a:lnTo>
                  <a:lnTo>
                    <a:pt x="362013" y="99288"/>
                  </a:lnTo>
                  <a:lnTo>
                    <a:pt x="358800" y="99491"/>
                  </a:lnTo>
                  <a:lnTo>
                    <a:pt x="356235" y="100444"/>
                  </a:lnTo>
                  <a:lnTo>
                    <a:pt x="356323" y="102362"/>
                  </a:lnTo>
                  <a:lnTo>
                    <a:pt x="323799" y="64427"/>
                  </a:lnTo>
                  <a:lnTo>
                    <a:pt x="326377" y="65036"/>
                  </a:lnTo>
                  <a:lnTo>
                    <a:pt x="332803" y="64630"/>
                  </a:lnTo>
                  <a:lnTo>
                    <a:pt x="334225" y="64096"/>
                  </a:lnTo>
                  <a:lnTo>
                    <a:pt x="333933" y="65824"/>
                  </a:lnTo>
                  <a:lnTo>
                    <a:pt x="334098" y="69557"/>
                  </a:lnTo>
                  <a:lnTo>
                    <a:pt x="334276" y="73291"/>
                  </a:lnTo>
                  <a:lnTo>
                    <a:pt x="335102" y="76276"/>
                  </a:lnTo>
                  <a:lnTo>
                    <a:pt x="336778" y="76174"/>
                  </a:lnTo>
                  <a:lnTo>
                    <a:pt x="337312" y="73113"/>
                  </a:lnTo>
                  <a:lnTo>
                    <a:pt x="336969" y="65633"/>
                  </a:lnTo>
                  <a:lnTo>
                    <a:pt x="336511" y="63957"/>
                  </a:lnTo>
                  <a:lnTo>
                    <a:pt x="337997" y="64300"/>
                  </a:lnTo>
                  <a:lnTo>
                    <a:pt x="341198" y="64109"/>
                  </a:lnTo>
                  <a:lnTo>
                    <a:pt x="344398" y="63906"/>
                  </a:lnTo>
                  <a:lnTo>
                    <a:pt x="346964" y="62941"/>
                  </a:lnTo>
                  <a:lnTo>
                    <a:pt x="346875" y="60985"/>
                  </a:lnTo>
                  <a:lnTo>
                    <a:pt x="344233" y="60350"/>
                  </a:lnTo>
                  <a:lnTo>
                    <a:pt x="337820" y="60756"/>
                  </a:lnTo>
                  <a:lnTo>
                    <a:pt x="336308" y="61328"/>
                  </a:lnTo>
                  <a:lnTo>
                    <a:pt x="336613" y="59575"/>
                  </a:lnTo>
                  <a:lnTo>
                    <a:pt x="336448" y="55829"/>
                  </a:lnTo>
                  <a:lnTo>
                    <a:pt x="336283" y="52095"/>
                  </a:lnTo>
                  <a:lnTo>
                    <a:pt x="335457" y="49110"/>
                  </a:lnTo>
                  <a:lnTo>
                    <a:pt x="335089" y="49136"/>
                  </a:lnTo>
                  <a:lnTo>
                    <a:pt x="366852" y="12090"/>
                  </a:lnTo>
                  <a:lnTo>
                    <a:pt x="366433" y="14465"/>
                  </a:lnTo>
                  <a:lnTo>
                    <a:pt x="366788" y="21932"/>
                  </a:lnTo>
                  <a:lnTo>
                    <a:pt x="367233" y="23609"/>
                  </a:lnTo>
                  <a:lnTo>
                    <a:pt x="365836" y="23266"/>
                  </a:lnTo>
                  <a:lnTo>
                    <a:pt x="362635" y="23456"/>
                  </a:lnTo>
                  <a:lnTo>
                    <a:pt x="359422" y="23660"/>
                  </a:lnTo>
                  <a:lnTo>
                    <a:pt x="356857" y="24625"/>
                  </a:lnTo>
                  <a:lnTo>
                    <a:pt x="356958" y="26581"/>
                  </a:lnTo>
                  <a:lnTo>
                    <a:pt x="359587" y="27216"/>
                  </a:lnTo>
                  <a:lnTo>
                    <a:pt x="366001" y="26809"/>
                  </a:lnTo>
                  <a:lnTo>
                    <a:pt x="367436" y="26276"/>
                  </a:lnTo>
                  <a:lnTo>
                    <a:pt x="367144" y="28003"/>
                  </a:lnTo>
                  <a:lnTo>
                    <a:pt x="367309" y="31737"/>
                  </a:lnTo>
                  <a:lnTo>
                    <a:pt x="367474" y="35471"/>
                  </a:lnTo>
                  <a:lnTo>
                    <a:pt x="368300" y="38455"/>
                  </a:lnTo>
                  <a:lnTo>
                    <a:pt x="369976" y="38354"/>
                  </a:lnTo>
                  <a:lnTo>
                    <a:pt x="370522" y="35293"/>
                  </a:lnTo>
                  <a:lnTo>
                    <a:pt x="370179" y="27813"/>
                  </a:lnTo>
                  <a:lnTo>
                    <a:pt x="369709" y="26136"/>
                  </a:lnTo>
                  <a:lnTo>
                    <a:pt x="371195" y="26479"/>
                  </a:lnTo>
                  <a:lnTo>
                    <a:pt x="374396" y="26289"/>
                  </a:lnTo>
                  <a:lnTo>
                    <a:pt x="377609" y="26085"/>
                  </a:lnTo>
                  <a:lnTo>
                    <a:pt x="380174" y="25120"/>
                  </a:lnTo>
                  <a:lnTo>
                    <a:pt x="380149" y="24790"/>
                  </a:lnTo>
                  <a:lnTo>
                    <a:pt x="401497" y="49669"/>
                  </a:lnTo>
                  <a:lnTo>
                    <a:pt x="399872" y="49758"/>
                  </a:lnTo>
                  <a:lnTo>
                    <a:pt x="399326" y="52819"/>
                  </a:lnTo>
                  <a:lnTo>
                    <a:pt x="399669" y="60299"/>
                  </a:lnTo>
                  <a:lnTo>
                    <a:pt x="400113" y="61963"/>
                  </a:lnTo>
                  <a:lnTo>
                    <a:pt x="398716" y="61620"/>
                  </a:lnTo>
                  <a:lnTo>
                    <a:pt x="395516" y="61823"/>
                  </a:lnTo>
                  <a:lnTo>
                    <a:pt x="392315" y="62026"/>
                  </a:lnTo>
                  <a:lnTo>
                    <a:pt x="389750" y="62992"/>
                  </a:lnTo>
                  <a:lnTo>
                    <a:pt x="389839" y="64947"/>
                  </a:lnTo>
                  <a:lnTo>
                    <a:pt x="392480" y="65570"/>
                  </a:lnTo>
                  <a:lnTo>
                    <a:pt x="398881" y="65176"/>
                  </a:lnTo>
                  <a:lnTo>
                    <a:pt x="400316" y="64643"/>
                  </a:lnTo>
                  <a:lnTo>
                    <a:pt x="400024" y="66357"/>
                  </a:lnTo>
                  <a:lnTo>
                    <a:pt x="400189" y="70091"/>
                  </a:lnTo>
                  <a:lnTo>
                    <a:pt x="400354" y="73837"/>
                  </a:lnTo>
                  <a:lnTo>
                    <a:pt x="401180" y="76822"/>
                  </a:lnTo>
                  <a:lnTo>
                    <a:pt x="401726" y="76796"/>
                  </a:lnTo>
                  <a:lnTo>
                    <a:pt x="401726" y="50342"/>
                  </a:lnTo>
                  <a:lnTo>
                    <a:pt x="401561" y="49745"/>
                  </a:lnTo>
                  <a:lnTo>
                    <a:pt x="411327" y="61137"/>
                  </a:lnTo>
                  <a:lnTo>
                    <a:pt x="411327" y="50469"/>
                  </a:lnTo>
                  <a:lnTo>
                    <a:pt x="378434" y="12090"/>
                  </a:lnTo>
                  <a:lnTo>
                    <a:pt x="378434" y="22783"/>
                  </a:lnTo>
                  <a:lnTo>
                    <a:pt x="377431" y="22529"/>
                  </a:lnTo>
                  <a:lnTo>
                    <a:pt x="371030" y="22936"/>
                  </a:lnTo>
                  <a:lnTo>
                    <a:pt x="369519" y="23507"/>
                  </a:lnTo>
                  <a:lnTo>
                    <a:pt x="369824" y="21755"/>
                  </a:lnTo>
                  <a:lnTo>
                    <a:pt x="369658" y="18008"/>
                  </a:lnTo>
                  <a:lnTo>
                    <a:pt x="369481" y="14274"/>
                  </a:lnTo>
                  <a:lnTo>
                    <a:pt x="368668" y="11379"/>
                  </a:lnTo>
                  <a:lnTo>
                    <a:pt x="378434" y="22783"/>
                  </a:lnTo>
                  <a:lnTo>
                    <a:pt x="378434" y="12090"/>
                  </a:lnTo>
                  <a:lnTo>
                    <a:pt x="377215" y="10668"/>
                  </a:lnTo>
                  <a:lnTo>
                    <a:pt x="368604" y="622"/>
                  </a:lnTo>
                  <a:lnTo>
                    <a:pt x="368604" y="11303"/>
                  </a:lnTo>
                  <a:lnTo>
                    <a:pt x="367474" y="11366"/>
                  </a:lnTo>
                  <a:lnTo>
                    <a:pt x="368071" y="10668"/>
                  </a:lnTo>
                  <a:lnTo>
                    <a:pt x="368604" y="11303"/>
                  </a:lnTo>
                  <a:lnTo>
                    <a:pt x="368604" y="622"/>
                  </a:lnTo>
                  <a:lnTo>
                    <a:pt x="368071" y="0"/>
                  </a:lnTo>
                  <a:lnTo>
                    <a:pt x="334035" y="39712"/>
                  </a:lnTo>
                  <a:lnTo>
                    <a:pt x="334035" y="61429"/>
                  </a:lnTo>
                  <a:lnTo>
                    <a:pt x="332625" y="61087"/>
                  </a:lnTo>
                  <a:lnTo>
                    <a:pt x="329425" y="61277"/>
                  </a:lnTo>
                  <a:lnTo>
                    <a:pt x="326224" y="61480"/>
                  </a:lnTo>
                  <a:lnTo>
                    <a:pt x="323735" y="62433"/>
                  </a:lnTo>
                  <a:lnTo>
                    <a:pt x="323735" y="64350"/>
                  </a:lnTo>
                  <a:lnTo>
                    <a:pt x="322897" y="63360"/>
                  </a:lnTo>
                  <a:lnTo>
                    <a:pt x="323659" y="62471"/>
                  </a:lnTo>
                  <a:lnTo>
                    <a:pt x="323735" y="64350"/>
                  </a:lnTo>
                  <a:lnTo>
                    <a:pt x="323735" y="62433"/>
                  </a:lnTo>
                  <a:lnTo>
                    <a:pt x="333451" y="51054"/>
                  </a:lnTo>
                  <a:lnTo>
                    <a:pt x="333235" y="52285"/>
                  </a:lnTo>
                  <a:lnTo>
                    <a:pt x="333578" y="59753"/>
                  </a:lnTo>
                  <a:lnTo>
                    <a:pt x="334035" y="61429"/>
                  </a:lnTo>
                  <a:lnTo>
                    <a:pt x="334035" y="39712"/>
                  </a:lnTo>
                  <a:lnTo>
                    <a:pt x="313753" y="63360"/>
                  </a:lnTo>
                  <a:lnTo>
                    <a:pt x="368071" y="126707"/>
                  </a:lnTo>
                  <a:lnTo>
                    <a:pt x="377215" y="116039"/>
                  </a:lnTo>
                  <a:lnTo>
                    <a:pt x="422389" y="63360"/>
                  </a:lnTo>
                  <a:close/>
                </a:path>
                <a:path w="471804" h="464820">
                  <a:moveTo>
                    <a:pt x="471551" y="140512"/>
                  </a:moveTo>
                  <a:lnTo>
                    <a:pt x="462419" y="129870"/>
                  </a:lnTo>
                  <a:lnTo>
                    <a:pt x="462419" y="140512"/>
                  </a:lnTo>
                  <a:lnTo>
                    <a:pt x="452310" y="152298"/>
                  </a:lnTo>
                  <a:lnTo>
                    <a:pt x="452577" y="150812"/>
                  </a:lnTo>
                  <a:lnTo>
                    <a:pt x="452234" y="143332"/>
                  </a:lnTo>
                  <a:lnTo>
                    <a:pt x="451777" y="141655"/>
                  </a:lnTo>
                  <a:lnTo>
                    <a:pt x="453263" y="141998"/>
                  </a:lnTo>
                  <a:lnTo>
                    <a:pt x="456463" y="141808"/>
                  </a:lnTo>
                  <a:lnTo>
                    <a:pt x="459663" y="141605"/>
                  </a:lnTo>
                  <a:lnTo>
                    <a:pt x="462229" y="140639"/>
                  </a:lnTo>
                  <a:lnTo>
                    <a:pt x="462203" y="140271"/>
                  </a:lnTo>
                  <a:lnTo>
                    <a:pt x="462419" y="140512"/>
                  </a:lnTo>
                  <a:lnTo>
                    <a:pt x="462419" y="129870"/>
                  </a:lnTo>
                  <a:lnTo>
                    <a:pt x="460514" y="127647"/>
                  </a:lnTo>
                  <a:lnTo>
                    <a:pt x="460514" y="138315"/>
                  </a:lnTo>
                  <a:lnTo>
                    <a:pt x="459498" y="138061"/>
                  </a:lnTo>
                  <a:lnTo>
                    <a:pt x="453097" y="138455"/>
                  </a:lnTo>
                  <a:lnTo>
                    <a:pt x="451573" y="139026"/>
                  </a:lnTo>
                  <a:lnTo>
                    <a:pt x="451891" y="137274"/>
                  </a:lnTo>
                  <a:lnTo>
                    <a:pt x="451713" y="133540"/>
                  </a:lnTo>
                  <a:lnTo>
                    <a:pt x="451548" y="129794"/>
                  </a:lnTo>
                  <a:lnTo>
                    <a:pt x="450900" y="127495"/>
                  </a:lnTo>
                  <a:lnTo>
                    <a:pt x="450900" y="153949"/>
                  </a:lnTo>
                  <a:lnTo>
                    <a:pt x="417245" y="193205"/>
                  </a:lnTo>
                  <a:lnTo>
                    <a:pt x="405561" y="179578"/>
                  </a:lnTo>
                  <a:lnTo>
                    <a:pt x="408152" y="180200"/>
                  </a:lnTo>
                  <a:lnTo>
                    <a:pt x="414553" y="179793"/>
                  </a:lnTo>
                  <a:lnTo>
                    <a:pt x="415988" y="179260"/>
                  </a:lnTo>
                  <a:lnTo>
                    <a:pt x="415696" y="180987"/>
                  </a:lnTo>
                  <a:lnTo>
                    <a:pt x="415861" y="184721"/>
                  </a:lnTo>
                  <a:lnTo>
                    <a:pt x="416026" y="188455"/>
                  </a:lnTo>
                  <a:lnTo>
                    <a:pt x="416852" y="191439"/>
                  </a:lnTo>
                  <a:lnTo>
                    <a:pt x="418528" y="191338"/>
                  </a:lnTo>
                  <a:lnTo>
                    <a:pt x="419074" y="188277"/>
                  </a:lnTo>
                  <a:lnTo>
                    <a:pt x="418731" y="180797"/>
                  </a:lnTo>
                  <a:lnTo>
                    <a:pt x="418274" y="179120"/>
                  </a:lnTo>
                  <a:lnTo>
                    <a:pt x="419747" y="179463"/>
                  </a:lnTo>
                  <a:lnTo>
                    <a:pt x="422960" y="179273"/>
                  </a:lnTo>
                  <a:lnTo>
                    <a:pt x="426161" y="179070"/>
                  </a:lnTo>
                  <a:lnTo>
                    <a:pt x="428726" y="178104"/>
                  </a:lnTo>
                  <a:lnTo>
                    <a:pt x="428625" y="176149"/>
                  </a:lnTo>
                  <a:lnTo>
                    <a:pt x="425996" y="175526"/>
                  </a:lnTo>
                  <a:lnTo>
                    <a:pt x="419582" y="175920"/>
                  </a:lnTo>
                  <a:lnTo>
                    <a:pt x="418071" y="176491"/>
                  </a:lnTo>
                  <a:lnTo>
                    <a:pt x="418376" y="174739"/>
                  </a:lnTo>
                  <a:lnTo>
                    <a:pt x="418211" y="170992"/>
                  </a:lnTo>
                  <a:lnTo>
                    <a:pt x="418045" y="167259"/>
                  </a:lnTo>
                  <a:lnTo>
                    <a:pt x="417220" y="164274"/>
                  </a:lnTo>
                  <a:lnTo>
                    <a:pt x="415544" y="164376"/>
                  </a:lnTo>
                  <a:lnTo>
                    <a:pt x="414997" y="167449"/>
                  </a:lnTo>
                  <a:lnTo>
                    <a:pt x="415340" y="174929"/>
                  </a:lnTo>
                  <a:lnTo>
                    <a:pt x="415785" y="176593"/>
                  </a:lnTo>
                  <a:lnTo>
                    <a:pt x="414388" y="176250"/>
                  </a:lnTo>
                  <a:lnTo>
                    <a:pt x="411187" y="176453"/>
                  </a:lnTo>
                  <a:lnTo>
                    <a:pt x="407987" y="176644"/>
                  </a:lnTo>
                  <a:lnTo>
                    <a:pt x="405422" y="177609"/>
                  </a:lnTo>
                  <a:lnTo>
                    <a:pt x="405498" y="179514"/>
                  </a:lnTo>
                  <a:lnTo>
                    <a:pt x="372999" y="141592"/>
                  </a:lnTo>
                  <a:lnTo>
                    <a:pt x="375564" y="142189"/>
                  </a:lnTo>
                  <a:lnTo>
                    <a:pt x="381977" y="141795"/>
                  </a:lnTo>
                  <a:lnTo>
                    <a:pt x="383400" y="141262"/>
                  </a:lnTo>
                  <a:lnTo>
                    <a:pt x="383108" y="142976"/>
                  </a:lnTo>
                  <a:lnTo>
                    <a:pt x="383286" y="146723"/>
                  </a:lnTo>
                  <a:lnTo>
                    <a:pt x="383463" y="150456"/>
                  </a:lnTo>
                  <a:lnTo>
                    <a:pt x="384276" y="153441"/>
                  </a:lnTo>
                  <a:lnTo>
                    <a:pt x="385953" y="153339"/>
                  </a:lnTo>
                  <a:lnTo>
                    <a:pt x="386499" y="150266"/>
                  </a:lnTo>
                  <a:lnTo>
                    <a:pt x="386143" y="142786"/>
                  </a:lnTo>
                  <a:lnTo>
                    <a:pt x="385686" y="141109"/>
                  </a:lnTo>
                  <a:lnTo>
                    <a:pt x="387172" y="141465"/>
                  </a:lnTo>
                  <a:lnTo>
                    <a:pt x="390372" y="141262"/>
                  </a:lnTo>
                  <a:lnTo>
                    <a:pt x="393573" y="141071"/>
                  </a:lnTo>
                  <a:lnTo>
                    <a:pt x="396138" y="140106"/>
                  </a:lnTo>
                  <a:lnTo>
                    <a:pt x="396049" y="138150"/>
                  </a:lnTo>
                  <a:lnTo>
                    <a:pt x="393407" y="137515"/>
                  </a:lnTo>
                  <a:lnTo>
                    <a:pt x="387007" y="137909"/>
                  </a:lnTo>
                  <a:lnTo>
                    <a:pt x="385495" y="138480"/>
                  </a:lnTo>
                  <a:lnTo>
                    <a:pt x="385800" y="136728"/>
                  </a:lnTo>
                  <a:lnTo>
                    <a:pt x="385635" y="132994"/>
                  </a:lnTo>
                  <a:lnTo>
                    <a:pt x="385457" y="129260"/>
                  </a:lnTo>
                  <a:lnTo>
                    <a:pt x="384632" y="126276"/>
                  </a:lnTo>
                  <a:lnTo>
                    <a:pt x="384263" y="126301"/>
                  </a:lnTo>
                  <a:lnTo>
                    <a:pt x="416039" y="89217"/>
                  </a:lnTo>
                  <a:lnTo>
                    <a:pt x="415620" y="91617"/>
                  </a:lnTo>
                  <a:lnTo>
                    <a:pt x="415963" y="99098"/>
                  </a:lnTo>
                  <a:lnTo>
                    <a:pt x="416775" y="102095"/>
                  </a:lnTo>
                  <a:lnTo>
                    <a:pt x="418465" y="101993"/>
                  </a:lnTo>
                  <a:lnTo>
                    <a:pt x="418998" y="98907"/>
                  </a:lnTo>
                  <a:lnTo>
                    <a:pt x="418833" y="95173"/>
                  </a:lnTo>
                  <a:lnTo>
                    <a:pt x="418668" y="91440"/>
                  </a:lnTo>
                  <a:lnTo>
                    <a:pt x="417855" y="88557"/>
                  </a:lnTo>
                  <a:lnTo>
                    <a:pt x="450672" y="126822"/>
                  </a:lnTo>
                  <a:lnTo>
                    <a:pt x="449046" y="126911"/>
                  </a:lnTo>
                  <a:lnTo>
                    <a:pt x="448500" y="129984"/>
                  </a:lnTo>
                  <a:lnTo>
                    <a:pt x="448843" y="137464"/>
                  </a:lnTo>
                  <a:lnTo>
                    <a:pt x="449287" y="139128"/>
                  </a:lnTo>
                  <a:lnTo>
                    <a:pt x="447903" y="138785"/>
                  </a:lnTo>
                  <a:lnTo>
                    <a:pt x="444690" y="138988"/>
                  </a:lnTo>
                  <a:lnTo>
                    <a:pt x="441490" y="139179"/>
                  </a:lnTo>
                  <a:lnTo>
                    <a:pt x="438924" y="140144"/>
                  </a:lnTo>
                  <a:lnTo>
                    <a:pt x="439013" y="142100"/>
                  </a:lnTo>
                  <a:lnTo>
                    <a:pt x="441655" y="142735"/>
                  </a:lnTo>
                  <a:lnTo>
                    <a:pt x="448068" y="142328"/>
                  </a:lnTo>
                  <a:lnTo>
                    <a:pt x="449491" y="141808"/>
                  </a:lnTo>
                  <a:lnTo>
                    <a:pt x="449199" y="143522"/>
                  </a:lnTo>
                  <a:lnTo>
                    <a:pt x="449364" y="147256"/>
                  </a:lnTo>
                  <a:lnTo>
                    <a:pt x="449541" y="150990"/>
                  </a:lnTo>
                  <a:lnTo>
                    <a:pt x="450367" y="153974"/>
                  </a:lnTo>
                  <a:lnTo>
                    <a:pt x="450900" y="153949"/>
                  </a:lnTo>
                  <a:lnTo>
                    <a:pt x="450900" y="127495"/>
                  </a:lnTo>
                  <a:lnTo>
                    <a:pt x="450735" y="126898"/>
                  </a:lnTo>
                  <a:lnTo>
                    <a:pt x="460514" y="138315"/>
                  </a:lnTo>
                  <a:lnTo>
                    <a:pt x="460514" y="127647"/>
                  </a:lnTo>
                  <a:lnTo>
                    <a:pt x="426389" y="87820"/>
                  </a:lnTo>
                  <a:lnTo>
                    <a:pt x="417791" y="77812"/>
                  </a:lnTo>
                  <a:lnTo>
                    <a:pt x="417791" y="88468"/>
                  </a:lnTo>
                  <a:lnTo>
                    <a:pt x="416636" y="88531"/>
                  </a:lnTo>
                  <a:lnTo>
                    <a:pt x="417245" y="87820"/>
                  </a:lnTo>
                  <a:lnTo>
                    <a:pt x="417791" y="88468"/>
                  </a:lnTo>
                  <a:lnTo>
                    <a:pt x="417791" y="77812"/>
                  </a:lnTo>
                  <a:lnTo>
                    <a:pt x="417245" y="77165"/>
                  </a:lnTo>
                  <a:lnTo>
                    <a:pt x="383209" y="116878"/>
                  </a:lnTo>
                  <a:lnTo>
                    <a:pt x="383209" y="138582"/>
                  </a:lnTo>
                  <a:lnTo>
                    <a:pt x="381812" y="138239"/>
                  </a:lnTo>
                  <a:lnTo>
                    <a:pt x="378599" y="138442"/>
                  </a:lnTo>
                  <a:lnTo>
                    <a:pt x="375399" y="138645"/>
                  </a:lnTo>
                  <a:lnTo>
                    <a:pt x="372922" y="139585"/>
                  </a:lnTo>
                  <a:lnTo>
                    <a:pt x="372922" y="141503"/>
                  </a:lnTo>
                  <a:lnTo>
                    <a:pt x="372084" y="140512"/>
                  </a:lnTo>
                  <a:lnTo>
                    <a:pt x="372833" y="139649"/>
                  </a:lnTo>
                  <a:lnTo>
                    <a:pt x="372922" y="141503"/>
                  </a:lnTo>
                  <a:lnTo>
                    <a:pt x="372922" y="139585"/>
                  </a:lnTo>
                  <a:lnTo>
                    <a:pt x="382625" y="128219"/>
                  </a:lnTo>
                  <a:lnTo>
                    <a:pt x="382409" y="129438"/>
                  </a:lnTo>
                  <a:lnTo>
                    <a:pt x="382765" y="136918"/>
                  </a:lnTo>
                  <a:lnTo>
                    <a:pt x="383209" y="138582"/>
                  </a:lnTo>
                  <a:lnTo>
                    <a:pt x="383209" y="116878"/>
                  </a:lnTo>
                  <a:lnTo>
                    <a:pt x="362940" y="140512"/>
                  </a:lnTo>
                  <a:lnTo>
                    <a:pt x="417245" y="203860"/>
                  </a:lnTo>
                  <a:lnTo>
                    <a:pt x="426389" y="193205"/>
                  </a:lnTo>
                  <a:lnTo>
                    <a:pt x="471551" y="140512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8" name="object 2088" descr=""/>
            <p:cNvSpPr/>
            <p:nvPr/>
          </p:nvSpPr>
          <p:spPr>
            <a:xfrm>
              <a:off x="8402244" y="6908806"/>
              <a:ext cx="361315" cy="204470"/>
            </a:xfrm>
            <a:custGeom>
              <a:avLst/>
              <a:gdLst/>
              <a:ahLst/>
              <a:cxnLst/>
              <a:rect l="l" t="t" r="r" b="b"/>
              <a:pathLst>
                <a:path w="361315" h="204470">
                  <a:moveTo>
                    <a:pt x="108610" y="140512"/>
                  </a:moveTo>
                  <a:lnTo>
                    <a:pt x="99491" y="129882"/>
                  </a:lnTo>
                  <a:lnTo>
                    <a:pt x="99491" y="140512"/>
                  </a:lnTo>
                  <a:lnTo>
                    <a:pt x="89382" y="152311"/>
                  </a:lnTo>
                  <a:lnTo>
                    <a:pt x="89649" y="150812"/>
                  </a:lnTo>
                  <a:lnTo>
                    <a:pt x="89293" y="143332"/>
                  </a:lnTo>
                  <a:lnTo>
                    <a:pt x="88836" y="141655"/>
                  </a:lnTo>
                  <a:lnTo>
                    <a:pt x="90322" y="141998"/>
                  </a:lnTo>
                  <a:lnTo>
                    <a:pt x="93522" y="141808"/>
                  </a:lnTo>
                  <a:lnTo>
                    <a:pt x="96723" y="141605"/>
                  </a:lnTo>
                  <a:lnTo>
                    <a:pt x="99288" y="140639"/>
                  </a:lnTo>
                  <a:lnTo>
                    <a:pt x="99263" y="140258"/>
                  </a:lnTo>
                  <a:lnTo>
                    <a:pt x="99491" y="140512"/>
                  </a:lnTo>
                  <a:lnTo>
                    <a:pt x="99491" y="129882"/>
                  </a:lnTo>
                  <a:lnTo>
                    <a:pt x="97586" y="127660"/>
                  </a:lnTo>
                  <a:lnTo>
                    <a:pt x="97586" y="138315"/>
                  </a:lnTo>
                  <a:lnTo>
                    <a:pt x="96558" y="138061"/>
                  </a:lnTo>
                  <a:lnTo>
                    <a:pt x="90157" y="138455"/>
                  </a:lnTo>
                  <a:lnTo>
                    <a:pt x="88633" y="139026"/>
                  </a:lnTo>
                  <a:lnTo>
                    <a:pt x="88950" y="137274"/>
                  </a:lnTo>
                  <a:lnTo>
                    <a:pt x="88773" y="133540"/>
                  </a:lnTo>
                  <a:lnTo>
                    <a:pt x="88607" y="129794"/>
                  </a:lnTo>
                  <a:lnTo>
                    <a:pt x="87972" y="127533"/>
                  </a:lnTo>
                  <a:lnTo>
                    <a:pt x="87972" y="153949"/>
                  </a:lnTo>
                  <a:lnTo>
                    <a:pt x="54317" y="193205"/>
                  </a:lnTo>
                  <a:lnTo>
                    <a:pt x="42633" y="179590"/>
                  </a:lnTo>
                  <a:lnTo>
                    <a:pt x="45212" y="180200"/>
                  </a:lnTo>
                  <a:lnTo>
                    <a:pt x="51612" y="179793"/>
                  </a:lnTo>
                  <a:lnTo>
                    <a:pt x="53047" y="179260"/>
                  </a:lnTo>
                  <a:lnTo>
                    <a:pt x="52755" y="180987"/>
                  </a:lnTo>
                  <a:lnTo>
                    <a:pt x="52920" y="184721"/>
                  </a:lnTo>
                  <a:lnTo>
                    <a:pt x="53086" y="188455"/>
                  </a:lnTo>
                  <a:lnTo>
                    <a:pt x="53911" y="191439"/>
                  </a:lnTo>
                  <a:lnTo>
                    <a:pt x="55587" y="191338"/>
                  </a:lnTo>
                  <a:lnTo>
                    <a:pt x="56134" y="188277"/>
                  </a:lnTo>
                  <a:lnTo>
                    <a:pt x="55791" y="180797"/>
                  </a:lnTo>
                  <a:lnTo>
                    <a:pt x="55333" y="179120"/>
                  </a:lnTo>
                  <a:lnTo>
                    <a:pt x="56807" y="179463"/>
                  </a:lnTo>
                  <a:lnTo>
                    <a:pt x="60020" y="179273"/>
                  </a:lnTo>
                  <a:lnTo>
                    <a:pt x="63220" y="179070"/>
                  </a:lnTo>
                  <a:lnTo>
                    <a:pt x="65786" y="178104"/>
                  </a:lnTo>
                  <a:lnTo>
                    <a:pt x="65697" y="176149"/>
                  </a:lnTo>
                  <a:lnTo>
                    <a:pt x="63055" y="175526"/>
                  </a:lnTo>
                  <a:lnTo>
                    <a:pt x="56642" y="175920"/>
                  </a:lnTo>
                  <a:lnTo>
                    <a:pt x="55130" y="176491"/>
                  </a:lnTo>
                  <a:lnTo>
                    <a:pt x="55435" y="174739"/>
                  </a:lnTo>
                  <a:lnTo>
                    <a:pt x="55270" y="170992"/>
                  </a:lnTo>
                  <a:lnTo>
                    <a:pt x="55105" y="167259"/>
                  </a:lnTo>
                  <a:lnTo>
                    <a:pt x="54279" y="164274"/>
                  </a:lnTo>
                  <a:lnTo>
                    <a:pt x="52603" y="164376"/>
                  </a:lnTo>
                  <a:lnTo>
                    <a:pt x="52057" y="167449"/>
                  </a:lnTo>
                  <a:lnTo>
                    <a:pt x="52400" y="174929"/>
                  </a:lnTo>
                  <a:lnTo>
                    <a:pt x="52844" y="176593"/>
                  </a:lnTo>
                  <a:lnTo>
                    <a:pt x="51447" y="176250"/>
                  </a:lnTo>
                  <a:lnTo>
                    <a:pt x="48247" y="176453"/>
                  </a:lnTo>
                  <a:lnTo>
                    <a:pt x="45046" y="176644"/>
                  </a:lnTo>
                  <a:lnTo>
                    <a:pt x="42481" y="177609"/>
                  </a:lnTo>
                  <a:lnTo>
                    <a:pt x="42557" y="179514"/>
                  </a:lnTo>
                  <a:lnTo>
                    <a:pt x="10058" y="141592"/>
                  </a:lnTo>
                  <a:lnTo>
                    <a:pt x="12623" y="142189"/>
                  </a:lnTo>
                  <a:lnTo>
                    <a:pt x="19037" y="141795"/>
                  </a:lnTo>
                  <a:lnTo>
                    <a:pt x="20472" y="141262"/>
                  </a:lnTo>
                  <a:lnTo>
                    <a:pt x="20180" y="142976"/>
                  </a:lnTo>
                  <a:lnTo>
                    <a:pt x="20345" y="146723"/>
                  </a:lnTo>
                  <a:lnTo>
                    <a:pt x="20523" y="150456"/>
                  </a:lnTo>
                  <a:lnTo>
                    <a:pt x="21336" y="153441"/>
                  </a:lnTo>
                  <a:lnTo>
                    <a:pt x="23012" y="153339"/>
                  </a:lnTo>
                  <a:lnTo>
                    <a:pt x="23558" y="150266"/>
                  </a:lnTo>
                  <a:lnTo>
                    <a:pt x="23215" y="142786"/>
                  </a:lnTo>
                  <a:lnTo>
                    <a:pt x="22745" y="141109"/>
                  </a:lnTo>
                  <a:lnTo>
                    <a:pt x="24231" y="141465"/>
                  </a:lnTo>
                  <a:lnTo>
                    <a:pt x="27432" y="141262"/>
                  </a:lnTo>
                  <a:lnTo>
                    <a:pt x="30645" y="141071"/>
                  </a:lnTo>
                  <a:lnTo>
                    <a:pt x="33210" y="140106"/>
                  </a:lnTo>
                  <a:lnTo>
                    <a:pt x="33108" y="138150"/>
                  </a:lnTo>
                  <a:lnTo>
                    <a:pt x="30467" y="137515"/>
                  </a:lnTo>
                  <a:lnTo>
                    <a:pt x="24066" y="137909"/>
                  </a:lnTo>
                  <a:lnTo>
                    <a:pt x="22555" y="138480"/>
                  </a:lnTo>
                  <a:lnTo>
                    <a:pt x="22860" y="136728"/>
                  </a:lnTo>
                  <a:lnTo>
                    <a:pt x="22694" y="132994"/>
                  </a:lnTo>
                  <a:lnTo>
                    <a:pt x="22517" y="129260"/>
                  </a:lnTo>
                  <a:lnTo>
                    <a:pt x="21691" y="126276"/>
                  </a:lnTo>
                  <a:lnTo>
                    <a:pt x="21323" y="126301"/>
                  </a:lnTo>
                  <a:lnTo>
                    <a:pt x="53098" y="89242"/>
                  </a:lnTo>
                  <a:lnTo>
                    <a:pt x="52679" y="91617"/>
                  </a:lnTo>
                  <a:lnTo>
                    <a:pt x="53022" y="99098"/>
                  </a:lnTo>
                  <a:lnTo>
                    <a:pt x="53467" y="100761"/>
                  </a:lnTo>
                  <a:lnTo>
                    <a:pt x="52070" y="100418"/>
                  </a:lnTo>
                  <a:lnTo>
                    <a:pt x="48869" y="100622"/>
                  </a:lnTo>
                  <a:lnTo>
                    <a:pt x="45669" y="100825"/>
                  </a:lnTo>
                  <a:lnTo>
                    <a:pt x="43103" y="101790"/>
                  </a:lnTo>
                  <a:lnTo>
                    <a:pt x="43192" y="103746"/>
                  </a:lnTo>
                  <a:lnTo>
                    <a:pt x="45834" y="104368"/>
                  </a:lnTo>
                  <a:lnTo>
                    <a:pt x="52235" y="103974"/>
                  </a:lnTo>
                  <a:lnTo>
                    <a:pt x="53670" y="103441"/>
                  </a:lnTo>
                  <a:lnTo>
                    <a:pt x="53378" y="105156"/>
                  </a:lnTo>
                  <a:lnTo>
                    <a:pt x="53543" y="108902"/>
                  </a:lnTo>
                  <a:lnTo>
                    <a:pt x="53708" y="112636"/>
                  </a:lnTo>
                  <a:lnTo>
                    <a:pt x="54533" y="115620"/>
                  </a:lnTo>
                  <a:lnTo>
                    <a:pt x="56210" y="115519"/>
                  </a:lnTo>
                  <a:lnTo>
                    <a:pt x="56756" y="112445"/>
                  </a:lnTo>
                  <a:lnTo>
                    <a:pt x="56413" y="104965"/>
                  </a:lnTo>
                  <a:lnTo>
                    <a:pt x="55956" y="103289"/>
                  </a:lnTo>
                  <a:lnTo>
                    <a:pt x="57429" y="103644"/>
                  </a:lnTo>
                  <a:lnTo>
                    <a:pt x="60642" y="103441"/>
                  </a:lnTo>
                  <a:lnTo>
                    <a:pt x="63842" y="103251"/>
                  </a:lnTo>
                  <a:lnTo>
                    <a:pt x="66408" y="102285"/>
                  </a:lnTo>
                  <a:lnTo>
                    <a:pt x="66382" y="101930"/>
                  </a:lnTo>
                  <a:lnTo>
                    <a:pt x="87744" y="126822"/>
                  </a:lnTo>
                  <a:lnTo>
                    <a:pt x="86106" y="126911"/>
                  </a:lnTo>
                  <a:lnTo>
                    <a:pt x="85559" y="129984"/>
                  </a:lnTo>
                  <a:lnTo>
                    <a:pt x="85902" y="137464"/>
                  </a:lnTo>
                  <a:lnTo>
                    <a:pt x="86347" y="139128"/>
                  </a:lnTo>
                  <a:lnTo>
                    <a:pt x="84963" y="138785"/>
                  </a:lnTo>
                  <a:lnTo>
                    <a:pt x="81749" y="138988"/>
                  </a:lnTo>
                  <a:lnTo>
                    <a:pt x="78549" y="139179"/>
                  </a:lnTo>
                  <a:lnTo>
                    <a:pt x="75984" y="140144"/>
                  </a:lnTo>
                  <a:lnTo>
                    <a:pt x="76073" y="142100"/>
                  </a:lnTo>
                  <a:lnTo>
                    <a:pt x="78714" y="142735"/>
                  </a:lnTo>
                  <a:lnTo>
                    <a:pt x="85128" y="142328"/>
                  </a:lnTo>
                  <a:lnTo>
                    <a:pt x="86550" y="141808"/>
                  </a:lnTo>
                  <a:lnTo>
                    <a:pt x="86258" y="143522"/>
                  </a:lnTo>
                  <a:lnTo>
                    <a:pt x="86423" y="147256"/>
                  </a:lnTo>
                  <a:lnTo>
                    <a:pt x="86601" y="150990"/>
                  </a:lnTo>
                  <a:lnTo>
                    <a:pt x="87426" y="153974"/>
                  </a:lnTo>
                  <a:lnTo>
                    <a:pt x="87972" y="153949"/>
                  </a:lnTo>
                  <a:lnTo>
                    <a:pt x="87972" y="127533"/>
                  </a:lnTo>
                  <a:lnTo>
                    <a:pt x="87795" y="126885"/>
                  </a:lnTo>
                  <a:lnTo>
                    <a:pt x="97586" y="138315"/>
                  </a:lnTo>
                  <a:lnTo>
                    <a:pt x="97586" y="127660"/>
                  </a:lnTo>
                  <a:lnTo>
                    <a:pt x="64693" y="89281"/>
                  </a:lnTo>
                  <a:lnTo>
                    <a:pt x="64693" y="99949"/>
                  </a:lnTo>
                  <a:lnTo>
                    <a:pt x="63677" y="99695"/>
                  </a:lnTo>
                  <a:lnTo>
                    <a:pt x="57264" y="100088"/>
                  </a:lnTo>
                  <a:lnTo>
                    <a:pt x="55753" y="100660"/>
                  </a:lnTo>
                  <a:lnTo>
                    <a:pt x="56057" y="98907"/>
                  </a:lnTo>
                  <a:lnTo>
                    <a:pt x="55892" y="95173"/>
                  </a:lnTo>
                  <a:lnTo>
                    <a:pt x="55727" y="91440"/>
                  </a:lnTo>
                  <a:lnTo>
                    <a:pt x="54914" y="88531"/>
                  </a:lnTo>
                  <a:lnTo>
                    <a:pt x="64693" y="99949"/>
                  </a:lnTo>
                  <a:lnTo>
                    <a:pt x="64693" y="89281"/>
                  </a:lnTo>
                  <a:lnTo>
                    <a:pt x="63449" y="87820"/>
                  </a:lnTo>
                  <a:lnTo>
                    <a:pt x="54864" y="77812"/>
                  </a:lnTo>
                  <a:lnTo>
                    <a:pt x="54864" y="88468"/>
                  </a:lnTo>
                  <a:lnTo>
                    <a:pt x="53708" y="88531"/>
                  </a:lnTo>
                  <a:lnTo>
                    <a:pt x="54317" y="87820"/>
                  </a:lnTo>
                  <a:lnTo>
                    <a:pt x="54864" y="88468"/>
                  </a:lnTo>
                  <a:lnTo>
                    <a:pt x="54864" y="77812"/>
                  </a:lnTo>
                  <a:lnTo>
                    <a:pt x="54317" y="77165"/>
                  </a:lnTo>
                  <a:lnTo>
                    <a:pt x="20269" y="116878"/>
                  </a:lnTo>
                  <a:lnTo>
                    <a:pt x="20269" y="138582"/>
                  </a:lnTo>
                  <a:lnTo>
                    <a:pt x="18872" y="138239"/>
                  </a:lnTo>
                  <a:lnTo>
                    <a:pt x="15671" y="138442"/>
                  </a:lnTo>
                  <a:lnTo>
                    <a:pt x="12458" y="138645"/>
                  </a:lnTo>
                  <a:lnTo>
                    <a:pt x="9982" y="139585"/>
                  </a:lnTo>
                  <a:lnTo>
                    <a:pt x="9982" y="141503"/>
                  </a:lnTo>
                  <a:lnTo>
                    <a:pt x="9144" y="140512"/>
                  </a:lnTo>
                  <a:lnTo>
                    <a:pt x="9893" y="139636"/>
                  </a:lnTo>
                  <a:lnTo>
                    <a:pt x="9982" y="141503"/>
                  </a:lnTo>
                  <a:lnTo>
                    <a:pt x="9982" y="139585"/>
                  </a:lnTo>
                  <a:lnTo>
                    <a:pt x="19685" y="128206"/>
                  </a:lnTo>
                  <a:lnTo>
                    <a:pt x="19481" y="129438"/>
                  </a:lnTo>
                  <a:lnTo>
                    <a:pt x="19824" y="136918"/>
                  </a:lnTo>
                  <a:lnTo>
                    <a:pt x="20269" y="138582"/>
                  </a:lnTo>
                  <a:lnTo>
                    <a:pt x="20269" y="116878"/>
                  </a:lnTo>
                  <a:lnTo>
                    <a:pt x="0" y="140512"/>
                  </a:lnTo>
                  <a:lnTo>
                    <a:pt x="54317" y="203860"/>
                  </a:lnTo>
                  <a:lnTo>
                    <a:pt x="63449" y="193205"/>
                  </a:lnTo>
                  <a:lnTo>
                    <a:pt x="108610" y="140512"/>
                  </a:lnTo>
                  <a:close/>
                </a:path>
                <a:path w="361315" h="204470">
                  <a:moveTo>
                    <a:pt x="165887" y="102285"/>
                  </a:moveTo>
                  <a:lnTo>
                    <a:pt x="165785" y="100330"/>
                  </a:lnTo>
                  <a:lnTo>
                    <a:pt x="163156" y="99695"/>
                  </a:lnTo>
                  <a:lnTo>
                    <a:pt x="156743" y="100088"/>
                  </a:lnTo>
                  <a:lnTo>
                    <a:pt x="155232" y="100660"/>
                  </a:lnTo>
                  <a:lnTo>
                    <a:pt x="155536" y="98907"/>
                  </a:lnTo>
                  <a:lnTo>
                    <a:pt x="155371" y="95173"/>
                  </a:lnTo>
                  <a:lnTo>
                    <a:pt x="155206" y="91440"/>
                  </a:lnTo>
                  <a:lnTo>
                    <a:pt x="154381" y="88455"/>
                  </a:lnTo>
                  <a:lnTo>
                    <a:pt x="152704" y="88557"/>
                  </a:lnTo>
                  <a:lnTo>
                    <a:pt x="152158" y="91617"/>
                  </a:lnTo>
                  <a:lnTo>
                    <a:pt x="152501" y="99098"/>
                  </a:lnTo>
                  <a:lnTo>
                    <a:pt x="152946" y="100761"/>
                  </a:lnTo>
                  <a:lnTo>
                    <a:pt x="151549" y="100418"/>
                  </a:lnTo>
                  <a:lnTo>
                    <a:pt x="148348" y="100622"/>
                  </a:lnTo>
                  <a:lnTo>
                    <a:pt x="145148" y="100825"/>
                  </a:lnTo>
                  <a:lnTo>
                    <a:pt x="142582" y="101790"/>
                  </a:lnTo>
                  <a:lnTo>
                    <a:pt x="142671" y="103746"/>
                  </a:lnTo>
                  <a:lnTo>
                    <a:pt x="145313" y="104368"/>
                  </a:lnTo>
                  <a:lnTo>
                    <a:pt x="151714" y="103974"/>
                  </a:lnTo>
                  <a:lnTo>
                    <a:pt x="153149" y="103441"/>
                  </a:lnTo>
                  <a:lnTo>
                    <a:pt x="152857" y="105156"/>
                  </a:lnTo>
                  <a:lnTo>
                    <a:pt x="153022" y="108902"/>
                  </a:lnTo>
                  <a:lnTo>
                    <a:pt x="153200" y="112636"/>
                  </a:lnTo>
                  <a:lnTo>
                    <a:pt x="154012" y="115620"/>
                  </a:lnTo>
                  <a:lnTo>
                    <a:pt x="155689" y="115519"/>
                  </a:lnTo>
                  <a:lnTo>
                    <a:pt x="156235" y="112445"/>
                  </a:lnTo>
                  <a:lnTo>
                    <a:pt x="155892" y="104965"/>
                  </a:lnTo>
                  <a:lnTo>
                    <a:pt x="155435" y="103289"/>
                  </a:lnTo>
                  <a:lnTo>
                    <a:pt x="156908" y="103644"/>
                  </a:lnTo>
                  <a:lnTo>
                    <a:pt x="160121" y="103441"/>
                  </a:lnTo>
                  <a:lnTo>
                    <a:pt x="163322" y="103251"/>
                  </a:lnTo>
                  <a:lnTo>
                    <a:pt x="165887" y="102285"/>
                  </a:lnTo>
                  <a:close/>
                </a:path>
                <a:path w="361315" h="204470">
                  <a:moveTo>
                    <a:pt x="310451" y="140512"/>
                  </a:moveTo>
                  <a:lnTo>
                    <a:pt x="301320" y="129870"/>
                  </a:lnTo>
                  <a:lnTo>
                    <a:pt x="301320" y="140512"/>
                  </a:lnTo>
                  <a:lnTo>
                    <a:pt x="291211" y="152311"/>
                  </a:lnTo>
                  <a:lnTo>
                    <a:pt x="291477" y="150812"/>
                  </a:lnTo>
                  <a:lnTo>
                    <a:pt x="291134" y="143332"/>
                  </a:lnTo>
                  <a:lnTo>
                    <a:pt x="290664" y="141655"/>
                  </a:lnTo>
                  <a:lnTo>
                    <a:pt x="292150" y="141998"/>
                  </a:lnTo>
                  <a:lnTo>
                    <a:pt x="295351" y="141808"/>
                  </a:lnTo>
                  <a:lnTo>
                    <a:pt x="298564" y="141605"/>
                  </a:lnTo>
                  <a:lnTo>
                    <a:pt x="301129" y="140639"/>
                  </a:lnTo>
                  <a:lnTo>
                    <a:pt x="301104" y="140271"/>
                  </a:lnTo>
                  <a:lnTo>
                    <a:pt x="301320" y="140512"/>
                  </a:lnTo>
                  <a:lnTo>
                    <a:pt x="301320" y="129870"/>
                  </a:lnTo>
                  <a:lnTo>
                    <a:pt x="299415" y="127647"/>
                  </a:lnTo>
                  <a:lnTo>
                    <a:pt x="299415" y="138315"/>
                  </a:lnTo>
                  <a:lnTo>
                    <a:pt x="298386" y="138061"/>
                  </a:lnTo>
                  <a:lnTo>
                    <a:pt x="291985" y="138455"/>
                  </a:lnTo>
                  <a:lnTo>
                    <a:pt x="290474" y="139026"/>
                  </a:lnTo>
                  <a:lnTo>
                    <a:pt x="290779" y="137274"/>
                  </a:lnTo>
                  <a:lnTo>
                    <a:pt x="290614" y="133540"/>
                  </a:lnTo>
                  <a:lnTo>
                    <a:pt x="290436" y="129794"/>
                  </a:lnTo>
                  <a:lnTo>
                    <a:pt x="289801" y="127533"/>
                  </a:lnTo>
                  <a:lnTo>
                    <a:pt x="289801" y="153949"/>
                  </a:lnTo>
                  <a:lnTo>
                    <a:pt x="256146" y="193205"/>
                  </a:lnTo>
                  <a:lnTo>
                    <a:pt x="244462" y="179590"/>
                  </a:lnTo>
                  <a:lnTo>
                    <a:pt x="247040" y="180200"/>
                  </a:lnTo>
                  <a:lnTo>
                    <a:pt x="253453" y="179793"/>
                  </a:lnTo>
                  <a:lnTo>
                    <a:pt x="254876" y="179273"/>
                  </a:lnTo>
                  <a:lnTo>
                    <a:pt x="254584" y="180987"/>
                  </a:lnTo>
                  <a:lnTo>
                    <a:pt x="254749" y="184721"/>
                  </a:lnTo>
                  <a:lnTo>
                    <a:pt x="254927" y="188455"/>
                  </a:lnTo>
                  <a:lnTo>
                    <a:pt x="255752" y="191439"/>
                  </a:lnTo>
                  <a:lnTo>
                    <a:pt x="257429" y="191338"/>
                  </a:lnTo>
                  <a:lnTo>
                    <a:pt x="257962" y="188277"/>
                  </a:lnTo>
                  <a:lnTo>
                    <a:pt x="257619" y="180797"/>
                  </a:lnTo>
                  <a:lnTo>
                    <a:pt x="257162" y="179120"/>
                  </a:lnTo>
                  <a:lnTo>
                    <a:pt x="258648" y="179463"/>
                  </a:lnTo>
                  <a:lnTo>
                    <a:pt x="261848" y="179273"/>
                  </a:lnTo>
                  <a:lnTo>
                    <a:pt x="265049" y="179070"/>
                  </a:lnTo>
                  <a:lnTo>
                    <a:pt x="267614" y="178104"/>
                  </a:lnTo>
                  <a:lnTo>
                    <a:pt x="267525" y="176149"/>
                  </a:lnTo>
                  <a:lnTo>
                    <a:pt x="264883" y="175526"/>
                  </a:lnTo>
                  <a:lnTo>
                    <a:pt x="258470" y="175920"/>
                  </a:lnTo>
                  <a:lnTo>
                    <a:pt x="256959" y="176491"/>
                  </a:lnTo>
                  <a:lnTo>
                    <a:pt x="257263" y="174739"/>
                  </a:lnTo>
                  <a:lnTo>
                    <a:pt x="257098" y="170992"/>
                  </a:lnTo>
                  <a:lnTo>
                    <a:pt x="256933" y="167259"/>
                  </a:lnTo>
                  <a:lnTo>
                    <a:pt x="256108" y="164274"/>
                  </a:lnTo>
                  <a:lnTo>
                    <a:pt x="254431" y="164376"/>
                  </a:lnTo>
                  <a:lnTo>
                    <a:pt x="253885" y="167449"/>
                  </a:lnTo>
                  <a:lnTo>
                    <a:pt x="254228" y="174929"/>
                  </a:lnTo>
                  <a:lnTo>
                    <a:pt x="254673" y="176593"/>
                  </a:lnTo>
                  <a:lnTo>
                    <a:pt x="253276" y="176250"/>
                  </a:lnTo>
                  <a:lnTo>
                    <a:pt x="250075" y="176453"/>
                  </a:lnTo>
                  <a:lnTo>
                    <a:pt x="246875" y="176644"/>
                  </a:lnTo>
                  <a:lnTo>
                    <a:pt x="244309" y="177609"/>
                  </a:lnTo>
                  <a:lnTo>
                    <a:pt x="244386" y="179514"/>
                  </a:lnTo>
                  <a:lnTo>
                    <a:pt x="211886" y="141592"/>
                  </a:lnTo>
                  <a:lnTo>
                    <a:pt x="214464" y="142189"/>
                  </a:lnTo>
                  <a:lnTo>
                    <a:pt x="220865" y="141795"/>
                  </a:lnTo>
                  <a:lnTo>
                    <a:pt x="222300" y="141262"/>
                  </a:lnTo>
                  <a:lnTo>
                    <a:pt x="222008" y="142976"/>
                  </a:lnTo>
                  <a:lnTo>
                    <a:pt x="222173" y="146723"/>
                  </a:lnTo>
                  <a:lnTo>
                    <a:pt x="222338" y="150456"/>
                  </a:lnTo>
                  <a:lnTo>
                    <a:pt x="223164" y="153441"/>
                  </a:lnTo>
                  <a:lnTo>
                    <a:pt x="224840" y="153339"/>
                  </a:lnTo>
                  <a:lnTo>
                    <a:pt x="225386" y="150266"/>
                  </a:lnTo>
                  <a:lnTo>
                    <a:pt x="225044" y="142786"/>
                  </a:lnTo>
                  <a:lnTo>
                    <a:pt x="224586" y="141122"/>
                  </a:lnTo>
                  <a:lnTo>
                    <a:pt x="226060" y="141465"/>
                  </a:lnTo>
                  <a:lnTo>
                    <a:pt x="229273" y="141262"/>
                  </a:lnTo>
                  <a:lnTo>
                    <a:pt x="232473" y="141071"/>
                  </a:lnTo>
                  <a:lnTo>
                    <a:pt x="235038" y="140106"/>
                  </a:lnTo>
                  <a:lnTo>
                    <a:pt x="234937" y="138150"/>
                  </a:lnTo>
                  <a:lnTo>
                    <a:pt x="232308" y="137515"/>
                  </a:lnTo>
                  <a:lnTo>
                    <a:pt x="225894" y="137909"/>
                  </a:lnTo>
                  <a:lnTo>
                    <a:pt x="224383" y="138480"/>
                  </a:lnTo>
                  <a:lnTo>
                    <a:pt x="224688" y="136728"/>
                  </a:lnTo>
                  <a:lnTo>
                    <a:pt x="224523" y="132994"/>
                  </a:lnTo>
                  <a:lnTo>
                    <a:pt x="224345" y="129260"/>
                  </a:lnTo>
                  <a:lnTo>
                    <a:pt x="223532" y="126276"/>
                  </a:lnTo>
                  <a:lnTo>
                    <a:pt x="223151" y="126301"/>
                  </a:lnTo>
                  <a:lnTo>
                    <a:pt x="254927" y="89242"/>
                  </a:lnTo>
                  <a:lnTo>
                    <a:pt x="254508" y="91617"/>
                  </a:lnTo>
                  <a:lnTo>
                    <a:pt x="254850" y="99098"/>
                  </a:lnTo>
                  <a:lnTo>
                    <a:pt x="255295" y="100761"/>
                  </a:lnTo>
                  <a:lnTo>
                    <a:pt x="253898" y="100418"/>
                  </a:lnTo>
                  <a:lnTo>
                    <a:pt x="250698" y="100622"/>
                  </a:lnTo>
                  <a:lnTo>
                    <a:pt x="247497" y="100825"/>
                  </a:lnTo>
                  <a:lnTo>
                    <a:pt x="244932" y="101790"/>
                  </a:lnTo>
                  <a:lnTo>
                    <a:pt x="245021" y="103746"/>
                  </a:lnTo>
                  <a:lnTo>
                    <a:pt x="247662" y="104368"/>
                  </a:lnTo>
                  <a:lnTo>
                    <a:pt x="254076" y="103974"/>
                  </a:lnTo>
                  <a:lnTo>
                    <a:pt x="255498" y="103441"/>
                  </a:lnTo>
                  <a:lnTo>
                    <a:pt x="255206" y="105156"/>
                  </a:lnTo>
                  <a:lnTo>
                    <a:pt x="255371" y="108902"/>
                  </a:lnTo>
                  <a:lnTo>
                    <a:pt x="255536" y="112636"/>
                  </a:lnTo>
                  <a:lnTo>
                    <a:pt x="256374" y="115620"/>
                  </a:lnTo>
                  <a:lnTo>
                    <a:pt x="258051" y="115519"/>
                  </a:lnTo>
                  <a:lnTo>
                    <a:pt x="258584" y="112445"/>
                  </a:lnTo>
                  <a:lnTo>
                    <a:pt x="258241" y="104965"/>
                  </a:lnTo>
                  <a:lnTo>
                    <a:pt x="257784" y="103289"/>
                  </a:lnTo>
                  <a:lnTo>
                    <a:pt x="259270" y="103644"/>
                  </a:lnTo>
                  <a:lnTo>
                    <a:pt x="262470" y="103441"/>
                  </a:lnTo>
                  <a:lnTo>
                    <a:pt x="265671" y="103251"/>
                  </a:lnTo>
                  <a:lnTo>
                    <a:pt x="268236" y="102285"/>
                  </a:lnTo>
                  <a:lnTo>
                    <a:pt x="268211" y="101930"/>
                  </a:lnTo>
                  <a:lnTo>
                    <a:pt x="289572" y="126822"/>
                  </a:lnTo>
                  <a:lnTo>
                    <a:pt x="287934" y="126911"/>
                  </a:lnTo>
                  <a:lnTo>
                    <a:pt x="287401" y="129984"/>
                  </a:lnTo>
                  <a:lnTo>
                    <a:pt x="287743" y="137464"/>
                  </a:lnTo>
                  <a:lnTo>
                    <a:pt x="288188" y="139128"/>
                  </a:lnTo>
                  <a:lnTo>
                    <a:pt x="286791" y="138785"/>
                  </a:lnTo>
                  <a:lnTo>
                    <a:pt x="283591" y="138988"/>
                  </a:lnTo>
                  <a:lnTo>
                    <a:pt x="280377" y="139179"/>
                  </a:lnTo>
                  <a:lnTo>
                    <a:pt x="277812" y="140144"/>
                  </a:lnTo>
                  <a:lnTo>
                    <a:pt x="277914" y="142100"/>
                  </a:lnTo>
                  <a:lnTo>
                    <a:pt x="280543" y="142735"/>
                  </a:lnTo>
                  <a:lnTo>
                    <a:pt x="286956" y="142328"/>
                  </a:lnTo>
                  <a:lnTo>
                    <a:pt x="288391" y="141795"/>
                  </a:lnTo>
                  <a:lnTo>
                    <a:pt x="288099" y="143522"/>
                  </a:lnTo>
                  <a:lnTo>
                    <a:pt x="288264" y="147256"/>
                  </a:lnTo>
                  <a:lnTo>
                    <a:pt x="288429" y="150990"/>
                  </a:lnTo>
                  <a:lnTo>
                    <a:pt x="289255" y="153974"/>
                  </a:lnTo>
                  <a:lnTo>
                    <a:pt x="289801" y="153949"/>
                  </a:lnTo>
                  <a:lnTo>
                    <a:pt x="289801" y="127533"/>
                  </a:lnTo>
                  <a:lnTo>
                    <a:pt x="289623" y="126885"/>
                  </a:lnTo>
                  <a:lnTo>
                    <a:pt x="299415" y="138315"/>
                  </a:lnTo>
                  <a:lnTo>
                    <a:pt x="299415" y="127647"/>
                  </a:lnTo>
                  <a:lnTo>
                    <a:pt x="266522" y="89281"/>
                  </a:lnTo>
                  <a:lnTo>
                    <a:pt x="266522" y="99949"/>
                  </a:lnTo>
                  <a:lnTo>
                    <a:pt x="265506" y="99695"/>
                  </a:lnTo>
                  <a:lnTo>
                    <a:pt x="259092" y="100088"/>
                  </a:lnTo>
                  <a:lnTo>
                    <a:pt x="257581" y="100660"/>
                  </a:lnTo>
                  <a:lnTo>
                    <a:pt x="257886" y="98907"/>
                  </a:lnTo>
                  <a:lnTo>
                    <a:pt x="257721" y="95173"/>
                  </a:lnTo>
                  <a:lnTo>
                    <a:pt x="257556" y="91440"/>
                  </a:lnTo>
                  <a:lnTo>
                    <a:pt x="256743" y="88531"/>
                  </a:lnTo>
                  <a:lnTo>
                    <a:pt x="266522" y="99949"/>
                  </a:lnTo>
                  <a:lnTo>
                    <a:pt x="266522" y="89281"/>
                  </a:lnTo>
                  <a:lnTo>
                    <a:pt x="265277" y="87820"/>
                  </a:lnTo>
                  <a:lnTo>
                    <a:pt x="256692" y="77812"/>
                  </a:lnTo>
                  <a:lnTo>
                    <a:pt x="256692" y="88468"/>
                  </a:lnTo>
                  <a:lnTo>
                    <a:pt x="255536" y="88531"/>
                  </a:lnTo>
                  <a:lnTo>
                    <a:pt x="256146" y="87820"/>
                  </a:lnTo>
                  <a:lnTo>
                    <a:pt x="256692" y="88468"/>
                  </a:lnTo>
                  <a:lnTo>
                    <a:pt x="256692" y="77812"/>
                  </a:lnTo>
                  <a:lnTo>
                    <a:pt x="256146" y="77165"/>
                  </a:lnTo>
                  <a:lnTo>
                    <a:pt x="222097" y="116878"/>
                  </a:lnTo>
                  <a:lnTo>
                    <a:pt x="222097" y="138582"/>
                  </a:lnTo>
                  <a:lnTo>
                    <a:pt x="220700" y="138239"/>
                  </a:lnTo>
                  <a:lnTo>
                    <a:pt x="217500" y="138442"/>
                  </a:lnTo>
                  <a:lnTo>
                    <a:pt x="214287" y="138645"/>
                  </a:lnTo>
                  <a:lnTo>
                    <a:pt x="211810" y="139585"/>
                  </a:lnTo>
                  <a:lnTo>
                    <a:pt x="211810" y="141503"/>
                  </a:lnTo>
                  <a:lnTo>
                    <a:pt x="210972" y="140512"/>
                  </a:lnTo>
                  <a:lnTo>
                    <a:pt x="211721" y="139649"/>
                  </a:lnTo>
                  <a:lnTo>
                    <a:pt x="211810" y="141503"/>
                  </a:lnTo>
                  <a:lnTo>
                    <a:pt x="211810" y="139585"/>
                  </a:lnTo>
                  <a:lnTo>
                    <a:pt x="221526" y="128206"/>
                  </a:lnTo>
                  <a:lnTo>
                    <a:pt x="221310" y="129438"/>
                  </a:lnTo>
                  <a:lnTo>
                    <a:pt x="221653" y="136918"/>
                  </a:lnTo>
                  <a:lnTo>
                    <a:pt x="222097" y="138582"/>
                  </a:lnTo>
                  <a:lnTo>
                    <a:pt x="222097" y="116878"/>
                  </a:lnTo>
                  <a:lnTo>
                    <a:pt x="201828" y="140512"/>
                  </a:lnTo>
                  <a:lnTo>
                    <a:pt x="256146" y="203860"/>
                  </a:lnTo>
                  <a:lnTo>
                    <a:pt x="265277" y="193205"/>
                  </a:lnTo>
                  <a:lnTo>
                    <a:pt x="310451" y="140512"/>
                  </a:lnTo>
                  <a:close/>
                </a:path>
                <a:path w="361315" h="204470">
                  <a:moveTo>
                    <a:pt x="360984" y="63360"/>
                  </a:moveTo>
                  <a:lnTo>
                    <a:pt x="351853" y="52717"/>
                  </a:lnTo>
                  <a:lnTo>
                    <a:pt x="351853" y="63360"/>
                  </a:lnTo>
                  <a:lnTo>
                    <a:pt x="341757" y="75145"/>
                  </a:lnTo>
                  <a:lnTo>
                    <a:pt x="342023" y="73647"/>
                  </a:lnTo>
                  <a:lnTo>
                    <a:pt x="341668" y="66167"/>
                  </a:lnTo>
                  <a:lnTo>
                    <a:pt x="341210" y="64490"/>
                  </a:lnTo>
                  <a:lnTo>
                    <a:pt x="342696" y="64846"/>
                  </a:lnTo>
                  <a:lnTo>
                    <a:pt x="345897" y="64643"/>
                  </a:lnTo>
                  <a:lnTo>
                    <a:pt x="349097" y="64439"/>
                  </a:lnTo>
                  <a:lnTo>
                    <a:pt x="351663" y="63474"/>
                  </a:lnTo>
                  <a:lnTo>
                    <a:pt x="351637" y="63131"/>
                  </a:lnTo>
                  <a:lnTo>
                    <a:pt x="351853" y="63360"/>
                  </a:lnTo>
                  <a:lnTo>
                    <a:pt x="351853" y="52717"/>
                  </a:lnTo>
                  <a:lnTo>
                    <a:pt x="349935" y="50469"/>
                  </a:lnTo>
                  <a:lnTo>
                    <a:pt x="349935" y="61137"/>
                  </a:lnTo>
                  <a:lnTo>
                    <a:pt x="348932" y="60896"/>
                  </a:lnTo>
                  <a:lnTo>
                    <a:pt x="342531" y="61290"/>
                  </a:lnTo>
                  <a:lnTo>
                    <a:pt x="341020" y="61861"/>
                  </a:lnTo>
                  <a:lnTo>
                    <a:pt x="341325" y="60109"/>
                  </a:lnTo>
                  <a:lnTo>
                    <a:pt x="341147" y="56375"/>
                  </a:lnTo>
                  <a:lnTo>
                    <a:pt x="340982" y="52641"/>
                  </a:lnTo>
                  <a:lnTo>
                    <a:pt x="340334" y="50342"/>
                  </a:lnTo>
                  <a:lnTo>
                    <a:pt x="340334" y="76796"/>
                  </a:lnTo>
                  <a:lnTo>
                    <a:pt x="306692" y="116039"/>
                  </a:lnTo>
                  <a:lnTo>
                    <a:pt x="295008" y="102438"/>
                  </a:lnTo>
                  <a:lnTo>
                    <a:pt x="297586" y="103035"/>
                  </a:lnTo>
                  <a:lnTo>
                    <a:pt x="303987" y="102641"/>
                  </a:lnTo>
                  <a:lnTo>
                    <a:pt x="305422" y="102108"/>
                  </a:lnTo>
                  <a:lnTo>
                    <a:pt x="305130" y="103822"/>
                  </a:lnTo>
                  <a:lnTo>
                    <a:pt x="305295" y="107569"/>
                  </a:lnTo>
                  <a:lnTo>
                    <a:pt x="305460" y="111302"/>
                  </a:lnTo>
                  <a:lnTo>
                    <a:pt x="306285" y="114287"/>
                  </a:lnTo>
                  <a:lnTo>
                    <a:pt x="307962" y="114185"/>
                  </a:lnTo>
                  <a:lnTo>
                    <a:pt x="308508" y="111112"/>
                  </a:lnTo>
                  <a:lnTo>
                    <a:pt x="308165" y="103632"/>
                  </a:lnTo>
                  <a:lnTo>
                    <a:pt x="307708" y="101955"/>
                  </a:lnTo>
                  <a:lnTo>
                    <a:pt x="309181" y="102311"/>
                  </a:lnTo>
                  <a:lnTo>
                    <a:pt x="312394" y="102108"/>
                  </a:lnTo>
                  <a:lnTo>
                    <a:pt x="315595" y="101904"/>
                  </a:lnTo>
                  <a:lnTo>
                    <a:pt x="318160" y="100952"/>
                  </a:lnTo>
                  <a:lnTo>
                    <a:pt x="318071" y="98983"/>
                  </a:lnTo>
                  <a:lnTo>
                    <a:pt x="315429" y="98361"/>
                  </a:lnTo>
                  <a:lnTo>
                    <a:pt x="309016" y="98755"/>
                  </a:lnTo>
                  <a:lnTo>
                    <a:pt x="307505" y="99326"/>
                  </a:lnTo>
                  <a:lnTo>
                    <a:pt x="307809" y="97574"/>
                  </a:lnTo>
                  <a:lnTo>
                    <a:pt x="307644" y="93840"/>
                  </a:lnTo>
                  <a:lnTo>
                    <a:pt x="307479" y="90093"/>
                  </a:lnTo>
                  <a:lnTo>
                    <a:pt x="306654" y="87122"/>
                  </a:lnTo>
                  <a:lnTo>
                    <a:pt x="304977" y="87223"/>
                  </a:lnTo>
                  <a:lnTo>
                    <a:pt x="304431" y="90284"/>
                  </a:lnTo>
                  <a:lnTo>
                    <a:pt x="304774" y="97764"/>
                  </a:lnTo>
                  <a:lnTo>
                    <a:pt x="305219" y="99428"/>
                  </a:lnTo>
                  <a:lnTo>
                    <a:pt x="303822" y="99085"/>
                  </a:lnTo>
                  <a:lnTo>
                    <a:pt x="300621" y="99288"/>
                  </a:lnTo>
                  <a:lnTo>
                    <a:pt x="297421" y="99491"/>
                  </a:lnTo>
                  <a:lnTo>
                    <a:pt x="294855" y="100444"/>
                  </a:lnTo>
                  <a:lnTo>
                    <a:pt x="294932" y="102349"/>
                  </a:lnTo>
                  <a:lnTo>
                    <a:pt x="262420" y="64427"/>
                  </a:lnTo>
                  <a:lnTo>
                    <a:pt x="264998" y="65036"/>
                  </a:lnTo>
                  <a:lnTo>
                    <a:pt x="271411" y="64630"/>
                  </a:lnTo>
                  <a:lnTo>
                    <a:pt x="272846" y="64096"/>
                  </a:lnTo>
                  <a:lnTo>
                    <a:pt x="272554" y="65824"/>
                  </a:lnTo>
                  <a:lnTo>
                    <a:pt x="272719" y="69557"/>
                  </a:lnTo>
                  <a:lnTo>
                    <a:pt x="272884" y="73291"/>
                  </a:lnTo>
                  <a:lnTo>
                    <a:pt x="273710" y="76276"/>
                  </a:lnTo>
                  <a:lnTo>
                    <a:pt x="275386" y="76174"/>
                  </a:lnTo>
                  <a:lnTo>
                    <a:pt x="275932" y="73113"/>
                  </a:lnTo>
                  <a:lnTo>
                    <a:pt x="275590" y="65633"/>
                  </a:lnTo>
                  <a:lnTo>
                    <a:pt x="275120" y="63957"/>
                  </a:lnTo>
                  <a:lnTo>
                    <a:pt x="276606" y="64300"/>
                  </a:lnTo>
                  <a:lnTo>
                    <a:pt x="279806" y="64109"/>
                  </a:lnTo>
                  <a:lnTo>
                    <a:pt x="283019" y="63906"/>
                  </a:lnTo>
                  <a:lnTo>
                    <a:pt x="285584" y="62941"/>
                  </a:lnTo>
                  <a:lnTo>
                    <a:pt x="285483" y="60985"/>
                  </a:lnTo>
                  <a:lnTo>
                    <a:pt x="282841" y="60350"/>
                  </a:lnTo>
                  <a:lnTo>
                    <a:pt x="276440" y="60756"/>
                  </a:lnTo>
                  <a:lnTo>
                    <a:pt x="274929" y="61328"/>
                  </a:lnTo>
                  <a:lnTo>
                    <a:pt x="275234" y="59575"/>
                  </a:lnTo>
                  <a:lnTo>
                    <a:pt x="275069" y="55829"/>
                  </a:lnTo>
                  <a:lnTo>
                    <a:pt x="274891" y="52095"/>
                  </a:lnTo>
                  <a:lnTo>
                    <a:pt x="274066" y="49110"/>
                  </a:lnTo>
                  <a:lnTo>
                    <a:pt x="273710" y="49136"/>
                  </a:lnTo>
                  <a:lnTo>
                    <a:pt x="305473" y="12090"/>
                  </a:lnTo>
                  <a:lnTo>
                    <a:pt x="305054" y="14465"/>
                  </a:lnTo>
                  <a:lnTo>
                    <a:pt x="305396" y="21932"/>
                  </a:lnTo>
                  <a:lnTo>
                    <a:pt x="305841" y="23609"/>
                  </a:lnTo>
                  <a:lnTo>
                    <a:pt x="304444" y="23266"/>
                  </a:lnTo>
                  <a:lnTo>
                    <a:pt x="301244" y="23456"/>
                  </a:lnTo>
                  <a:lnTo>
                    <a:pt x="298043" y="23660"/>
                  </a:lnTo>
                  <a:lnTo>
                    <a:pt x="295478" y="24625"/>
                  </a:lnTo>
                  <a:lnTo>
                    <a:pt x="295567" y="26581"/>
                  </a:lnTo>
                  <a:lnTo>
                    <a:pt x="298208" y="27216"/>
                  </a:lnTo>
                  <a:lnTo>
                    <a:pt x="304609" y="26809"/>
                  </a:lnTo>
                  <a:lnTo>
                    <a:pt x="306044" y="26276"/>
                  </a:lnTo>
                  <a:lnTo>
                    <a:pt x="305752" y="28003"/>
                  </a:lnTo>
                  <a:lnTo>
                    <a:pt x="305917" y="31737"/>
                  </a:lnTo>
                  <a:lnTo>
                    <a:pt x="306082" y="35471"/>
                  </a:lnTo>
                  <a:lnTo>
                    <a:pt x="306908" y="38455"/>
                  </a:lnTo>
                  <a:lnTo>
                    <a:pt x="308584" y="38354"/>
                  </a:lnTo>
                  <a:lnTo>
                    <a:pt x="309130" y="35293"/>
                  </a:lnTo>
                  <a:lnTo>
                    <a:pt x="308787" y="27813"/>
                  </a:lnTo>
                  <a:lnTo>
                    <a:pt x="307975" y="24815"/>
                  </a:lnTo>
                  <a:lnTo>
                    <a:pt x="308432" y="21755"/>
                  </a:lnTo>
                  <a:lnTo>
                    <a:pt x="308267" y="18008"/>
                  </a:lnTo>
                  <a:lnTo>
                    <a:pt x="308102" y="14274"/>
                  </a:lnTo>
                  <a:lnTo>
                    <a:pt x="307289" y="11379"/>
                  </a:lnTo>
                  <a:lnTo>
                    <a:pt x="340106" y="49669"/>
                  </a:lnTo>
                  <a:lnTo>
                    <a:pt x="338480" y="49758"/>
                  </a:lnTo>
                  <a:lnTo>
                    <a:pt x="337934" y="52819"/>
                  </a:lnTo>
                  <a:lnTo>
                    <a:pt x="338289" y="60299"/>
                  </a:lnTo>
                  <a:lnTo>
                    <a:pt x="338734" y="61963"/>
                  </a:lnTo>
                  <a:lnTo>
                    <a:pt x="337337" y="61620"/>
                  </a:lnTo>
                  <a:lnTo>
                    <a:pt x="334124" y="61823"/>
                  </a:lnTo>
                  <a:lnTo>
                    <a:pt x="330923" y="62026"/>
                  </a:lnTo>
                  <a:lnTo>
                    <a:pt x="328358" y="62992"/>
                  </a:lnTo>
                  <a:lnTo>
                    <a:pt x="328447" y="64947"/>
                  </a:lnTo>
                  <a:lnTo>
                    <a:pt x="331089" y="65570"/>
                  </a:lnTo>
                  <a:lnTo>
                    <a:pt x="337502" y="65176"/>
                  </a:lnTo>
                  <a:lnTo>
                    <a:pt x="338924" y="64643"/>
                  </a:lnTo>
                  <a:lnTo>
                    <a:pt x="338632" y="66357"/>
                  </a:lnTo>
                  <a:lnTo>
                    <a:pt x="338797" y="70091"/>
                  </a:lnTo>
                  <a:lnTo>
                    <a:pt x="338975" y="73837"/>
                  </a:lnTo>
                  <a:lnTo>
                    <a:pt x="339801" y="76822"/>
                  </a:lnTo>
                  <a:lnTo>
                    <a:pt x="340334" y="76796"/>
                  </a:lnTo>
                  <a:lnTo>
                    <a:pt x="340334" y="50342"/>
                  </a:lnTo>
                  <a:lnTo>
                    <a:pt x="340169" y="49745"/>
                  </a:lnTo>
                  <a:lnTo>
                    <a:pt x="349935" y="61137"/>
                  </a:lnTo>
                  <a:lnTo>
                    <a:pt x="349935" y="50469"/>
                  </a:lnTo>
                  <a:lnTo>
                    <a:pt x="315823" y="10668"/>
                  </a:lnTo>
                  <a:lnTo>
                    <a:pt x="307225" y="635"/>
                  </a:lnTo>
                  <a:lnTo>
                    <a:pt x="307225" y="11303"/>
                  </a:lnTo>
                  <a:lnTo>
                    <a:pt x="306095" y="11366"/>
                  </a:lnTo>
                  <a:lnTo>
                    <a:pt x="306692" y="10668"/>
                  </a:lnTo>
                  <a:lnTo>
                    <a:pt x="307225" y="11303"/>
                  </a:lnTo>
                  <a:lnTo>
                    <a:pt x="307225" y="635"/>
                  </a:lnTo>
                  <a:lnTo>
                    <a:pt x="306692" y="0"/>
                  </a:lnTo>
                  <a:lnTo>
                    <a:pt x="272643" y="39725"/>
                  </a:lnTo>
                  <a:lnTo>
                    <a:pt x="272643" y="61429"/>
                  </a:lnTo>
                  <a:lnTo>
                    <a:pt x="271246" y="61087"/>
                  </a:lnTo>
                  <a:lnTo>
                    <a:pt x="268046" y="61277"/>
                  </a:lnTo>
                  <a:lnTo>
                    <a:pt x="264833" y="61480"/>
                  </a:lnTo>
                  <a:lnTo>
                    <a:pt x="262356" y="62420"/>
                  </a:lnTo>
                  <a:lnTo>
                    <a:pt x="262356" y="64350"/>
                  </a:lnTo>
                  <a:lnTo>
                    <a:pt x="261518" y="63360"/>
                  </a:lnTo>
                  <a:lnTo>
                    <a:pt x="262267" y="62496"/>
                  </a:lnTo>
                  <a:lnTo>
                    <a:pt x="262356" y="64350"/>
                  </a:lnTo>
                  <a:lnTo>
                    <a:pt x="262356" y="62420"/>
                  </a:lnTo>
                  <a:lnTo>
                    <a:pt x="272059" y="51066"/>
                  </a:lnTo>
                  <a:lnTo>
                    <a:pt x="271843" y="52285"/>
                  </a:lnTo>
                  <a:lnTo>
                    <a:pt x="272199" y="59753"/>
                  </a:lnTo>
                  <a:lnTo>
                    <a:pt x="272643" y="61429"/>
                  </a:lnTo>
                  <a:lnTo>
                    <a:pt x="272643" y="39725"/>
                  </a:lnTo>
                  <a:lnTo>
                    <a:pt x="256159" y="58940"/>
                  </a:lnTo>
                  <a:lnTo>
                    <a:pt x="250825" y="52717"/>
                  </a:lnTo>
                  <a:lnTo>
                    <a:pt x="250825" y="63360"/>
                  </a:lnTo>
                  <a:lnTo>
                    <a:pt x="240703" y="75158"/>
                  </a:lnTo>
                  <a:lnTo>
                    <a:pt x="240982" y="73647"/>
                  </a:lnTo>
                  <a:lnTo>
                    <a:pt x="240639" y="66167"/>
                  </a:lnTo>
                  <a:lnTo>
                    <a:pt x="240169" y="64490"/>
                  </a:lnTo>
                  <a:lnTo>
                    <a:pt x="241655" y="64846"/>
                  </a:lnTo>
                  <a:lnTo>
                    <a:pt x="244856" y="64643"/>
                  </a:lnTo>
                  <a:lnTo>
                    <a:pt x="248069" y="64439"/>
                  </a:lnTo>
                  <a:lnTo>
                    <a:pt x="250634" y="63474"/>
                  </a:lnTo>
                  <a:lnTo>
                    <a:pt x="250609" y="63119"/>
                  </a:lnTo>
                  <a:lnTo>
                    <a:pt x="250825" y="63360"/>
                  </a:lnTo>
                  <a:lnTo>
                    <a:pt x="250825" y="52717"/>
                  </a:lnTo>
                  <a:lnTo>
                    <a:pt x="248907" y="50482"/>
                  </a:lnTo>
                  <a:lnTo>
                    <a:pt x="248907" y="61150"/>
                  </a:lnTo>
                  <a:lnTo>
                    <a:pt x="247891" y="60896"/>
                  </a:lnTo>
                  <a:lnTo>
                    <a:pt x="241490" y="61290"/>
                  </a:lnTo>
                  <a:lnTo>
                    <a:pt x="239979" y="61861"/>
                  </a:lnTo>
                  <a:lnTo>
                    <a:pt x="240284" y="60109"/>
                  </a:lnTo>
                  <a:lnTo>
                    <a:pt x="240118" y="56375"/>
                  </a:lnTo>
                  <a:lnTo>
                    <a:pt x="239953" y="52641"/>
                  </a:lnTo>
                  <a:lnTo>
                    <a:pt x="239306" y="50368"/>
                  </a:lnTo>
                  <a:lnTo>
                    <a:pt x="239306" y="76796"/>
                  </a:lnTo>
                  <a:lnTo>
                    <a:pt x="205651" y="116039"/>
                  </a:lnTo>
                  <a:lnTo>
                    <a:pt x="193967" y="102438"/>
                  </a:lnTo>
                  <a:lnTo>
                    <a:pt x="196545" y="103035"/>
                  </a:lnTo>
                  <a:lnTo>
                    <a:pt x="202958" y="102641"/>
                  </a:lnTo>
                  <a:lnTo>
                    <a:pt x="204381" y="102108"/>
                  </a:lnTo>
                  <a:lnTo>
                    <a:pt x="204089" y="103822"/>
                  </a:lnTo>
                  <a:lnTo>
                    <a:pt x="204254" y="107569"/>
                  </a:lnTo>
                  <a:lnTo>
                    <a:pt x="204431" y="111302"/>
                  </a:lnTo>
                  <a:lnTo>
                    <a:pt x="205257" y="114287"/>
                  </a:lnTo>
                  <a:lnTo>
                    <a:pt x="206933" y="114185"/>
                  </a:lnTo>
                  <a:lnTo>
                    <a:pt x="207479" y="111112"/>
                  </a:lnTo>
                  <a:lnTo>
                    <a:pt x="207124" y="103632"/>
                  </a:lnTo>
                  <a:lnTo>
                    <a:pt x="206667" y="101955"/>
                  </a:lnTo>
                  <a:lnTo>
                    <a:pt x="208153" y="102311"/>
                  </a:lnTo>
                  <a:lnTo>
                    <a:pt x="211353" y="102108"/>
                  </a:lnTo>
                  <a:lnTo>
                    <a:pt x="214553" y="101904"/>
                  </a:lnTo>
                  <a:lnTo>
                    <a:pt x="217119" y="100952"/>
                  </a:lnTo>
                  <a:lnTo>
                    <a:pt x="217030" y="98983"/>
                  </a:lnTo>
                  <a:lnTo>
                    <a:pt x="214388" y="98361"/>
                  </a:lnTo>
                  <a:lnTo>
                    <a:pt x="207987" y="98755"/>
                  </a:lnTo>
                  <a:lnTo>
                    <a:pt x="206476" y="99326"/>
                  </a:lnTo>
                  <a:lnTo>
                    <a:pt x="206781" y="97574"/>
                  </a:lnTo>
                  <a:lnTo>
                    <a:pt x="206603" y="93840"/>
                  </a:lnTo>
                  <a:lnTo>
                    <a:pt x="206438" y="90093"/>
                  </a:lnTo>
                  <a:lnTo>
                    <a:pt x="205613" y="87122"/>
                  </a:lnTo>
                  <a:lnTo>
                    <a:pt x="203936" y="87223"/>
                  </a:lnTo>
                  <a:lnTo>
                    <a:pt x="203390" y="90284"/>
                  </a:lnTo>
                  <a:lnTo>
                    <a:pt x="203733" y="97764"/>
                  </a:lnTo>
                  <a:lnTo>
                    <a:pt x="204177" y="99428"/>
                  </a:lnTo>
                  <a:lnTo>
                    <a:pt x="202793" y="99085"/>
                  </a:lnTo>
                  <a:lnTo>
                    <a:pt x="199580" y="99288"/>
                  </a:lnTo>
                  <a:lnTo>
                    <a:pt x="196380" y="99491"/>
                  </a:lnTo>
                  <a:lnTo>
                    <a:pt x="193814" y="100444"/>
                  </a:lnTo>
                  <a:lnTo>
                    <a:pt x="193890" y="102349"/>
                  </a:lnTo>
                  <a:lnTo>
                    <a:pt x="161378" y="64427"/>
                  </a:lnTo>
                  <a:lnTo>
                    <a:pt x="163969" y="65036"/>
                  </a:lnTo>
                  <a:lnTo>
                    <a:pt x="170370" y="64630"/>
                  </a:lnTo>
                  <a:lnTo>
                    <a:pt x="171805" y="64096"/>
                  </a:lnTo>
                  <a:lnTo>
                    <a:pt x="171513" y="65824"/>
                  </a:lnTo>
                  <a:lnTo>
                    <a:pt x="171678" y="69557"/>
                  </a:lnTo>
                  <a:lnTo>
                    <a:pt x="171843" y="73291"/>
                  </a:lnTo>
                  <a:lnTo>
                    <a:pt x="172669" y="76276"/>
                  </a:lnTo>
                  <a:lnTo>
                    <a:pt x="174345" y="76174"/>
                  </a:lnTo>
                  <a:lnTo>
                    <a:pt x="174891" y="73113"/>
                  </a:lnTo>
                  <a:lnTo>
                    <a:pt x="174548" y="65633"/>
                  </a:lnTo>
                  <a:lnTo>
                    <a:pt x="174091" y="63957"/>
                  </a:lnTo>
                  <a:lnTo>
                    <a:pt x="175564" y="64300"/>
                  </a:lnTo>
                  <a:lnTo>
                    <a:pt x="178777" y="64109"/>
                  </a:lnTo>
                  <a:lnTo>
                    <a:pt x="181978" y="63906"/>
                  </a:lnTo>
                  <a:lnTo>
                    <a:pt x="184543" y="62941"/>
                  </a:lnTo>
                  <a:lnTo>
                    <a:pt x="184442" y="60985"/>
                  </a:lnTo>
                  <a:lnTo>
                    <a:pt x="181813" y="60350"/>
                  </a:lnTo>
                  <a:lnTo>
                    <a:pt x="175399" y="60756"/>
                  </a:lnTo>
                  <a:lnTo>
                    <a:pt x="173888" y="61328"/>
                  </a:lnTo>
                  <a:lnTo>
                    <a:pt x="174193" y="59575"/>
                  </a:lnTo>
                  <a:lnTo>
                    <a:pt x="174028" y="55829"/>
                  </a:lnTo>
                  <a:lnTo>
                    <a:pt x="173863" y="52095"/>
                  </a:lnTo>
                  <a:lnTo>
                    <a:pt x="173037" y="49110"/>
                  </a:lnTo>
                  <a:lnTo>
                    <a:pt x="172669" y="49136"/>
                  </a:lnTo>
                  <a:lnTo>
                    <a:pt x="204431" y="12090"/>
                  </a:lnTo>
                  <a:lnTo>
                    <a:pt x="204012" y="14465"/>
                  </a:lnTo>
                  <a:lnTo>
                    <a:pt x="204355" y="21932"/>
                  </a:lnTo>
                  <a:lnTo>
                    <a:pt x="204812" y="23609"/>
                  </a:lnTo>
                  <a:lnTo>
                    <a:pt x="203403" y="23266"/>
                  </a:lnTo>
                  <a:lnTo>
                    <a:pt x="200202" y="23456"/>
                  </a:lnTo>
                  <a:lnTo>
                    <a:pt x="197002" y="23660"/>
                  </a:lnTo>
                  <a:lnTo>
                    <a:pt x="194437" y="24625"/>
                  </a:lnTo>
                  <a:lnTo>
                    <a:pt x="194525" y="26581"/>
                  </a:lnTo>
                  <a:lnTo>
                    <a:pt x="197167" y="27216"/>
                  </a:lnTo>
                  <a:lnTo>
                    <a:pt x="203581" y="26809"/>
                  </a:lnTo>
                  <a:lnTo>
                    <a:pt x="205003" y="26276"/>
                  </a:lnTo>
                  <a:lnTo>
                    <a:pt x="204711" y="28003"/>
                  </a:lnTo>
                  <a:lnTo>
                    <a:pt x="204876" y="31737"/>
                  </a:lnTo>
                  <a:lnTo>
                    <a:pt x="205054" y="35471"/>
                  </a:lnTo>
                  <a:lnTo>
                    <a:pt x="205879" y="38455"/>
                  </a:lnTo>
                  <a:lnTo>
                    <a:pt x="207556" y="38354"/>
                  </a:lnTo>
                  <a:lnTo>
                    <a:pt x="208102" y="35293"/>
                  </a:lnTo>
                  <a:lnTo>
                    <a:pt x="207746" y="27813"/>
                  </a:lnTo>
                  <a:lnTo>
                    <a:pt x="207289" y="26136"/>
                  </a:lnTo>
                  <a:lnTo>
                    <a:pt x="208775" y="26479"/>
                  </a:lnTo>
                  <a:lnTo>
                    <a:pt x="211975" y="26289"/>
                  </a:lnTo>
                  <a:lnTo>
                    <a:pt x="215176" y="26085"/>
                  </a:lnTo>
                  <a:lnTo>
                    <a:pt x="217741" y="25120"/>
                  </a:lnTo>
                  <a:lnTo>
                    <a:pt x="217716" y="24777"/>
                  </a:lnTo>
                  <a:lnTo>
                    <a:pt x="239077" y="49669"/>
                  </a:lnTo>
                  <a:lnTo>
                    <a:pt x="237439" y="49758"/>
                  </a:lnTo>
                  <a:lnTo>
                    <a:pt x="236905" y="52819"/>
                  </a:lnTo>
                  <a:lnTo>
                    <a:pt x="237248" y="60299"/>
                  </a:lnTo>
                  <a:lnTo>
                    <a:pt x="237693" y="61963"/>
                  </a:lnTo>
                  <a:lnTo>
                    <a:pt x="236296" y="61620"/>
                  </a:lnTo>
                  <a:lnTo>
                    <a:pt x="233095" y="61823"/>
                  </a:lnTo>
                  <a:lnTo>
                    <a:pt x="229882" y="62026"/>
                  </a:lnTo>
                  <a:lnTo>
                    <a:pt x="227317" y="62992"/>
                  </a:lnTo>
                  <a:lnTo>
                    <a:pt x="227418" y="64947"/>
                  </a:lnTo>
                  <a:lnTo>
                    <a:pt x="230060" y="65570"/>
                  </a:lnTo>
                  <a:lnTo>
                    <a:pt x="236461" y="65176"/>
                  </a:lnTo>
                  <a:lnTo>
                    <a:pt x="237896" y="64643"/>
                  </a:lnTo>
                  <a:lnTo>
                    <a:pt x="237591" y="66357"/>
                  </a:lnTo>
                  <a:lnTo>
                    <a:pt x="237769" y="70091"/>
                  </a:lnTo>
                  <a:lnTo>
                    <a:pt x="237934" y="73837"/>
                  </a:lnTo>
                  <a:lnTo>
                    <a:pt x="238760" y="76822"/>
                  </a:lnTo>
                  <a:lnTo>
                    <a:pt x="239306" y="76796"/>
                  </a:lnTo>
                  <a:lnTo>
                    <a:pt x="239306" y="50368"/>
                  </a:lnTo>
                  <a:lnTo>
                    <a:pt x="239128" y="49733"/>
                  </a:lnTo>
                  <a:lnTo>
                    <a:pt x="248907" y="61150"/>
                  </a:lnTo>
                  <a:lnTo>
                    <a:pt x="248907" y="50482"/>
                  </a:lnTo>
                  <a:lnTo>
                    <a:pt x="216014" y="12115"/>
                  </a:lnTo>
                  <a:lnTo>
                    <a:pt x="216014" y="22783"/>
                  </a:lnTo>
                  <a:lnTo>
                    <a:pt x="215011" y="22529"/>
                  </a:lnTo>
                  <a:lnTo>
                    <a:pt x="208610" y="22936"/>
                  </a:lnTo>
                  <a:lnTo>
                    <a:pt x="207086" y="23520"/>
                  </a:lnTo>
                  <a:lnTo>
                    <a:pt x="207391" y="21755"/>
                  </a:lnTo>
                  <a:lnTo>
                    <a:pt x="207225" y="18008"/>
                  </a:lnTo>
                  <a:lnTo>
                    <a:pt x="207060" y="14274"/>
                  </a:lnTo>
                  <a:lnTo>
                    <a:pt x="206248" y="11379"/>
                  </a:lnTo>
                  <a:lnTo>
                    <a:pt x="216014" y="22783"/>
                  </a:lnTo>
                  <a:lnTo>
                    <a:pt x="216014" y="12115"/>
                  </a:lnTo>
                  <a:lnTo>
                    <a:pt x="214782" y="10668"/>
                  </a:lnTo>
                  <a:lnTo>
                    <a:pt x="206184" y="635"/>
                  </a:lnTo>
                  <a:lnTo>
                    <a:pt x="206184" y="11303"/>
                  </a:lnTo>
                  <a:lnTo>
                    <a:pt x="205054" y="11366"/>
                  </a:lnTo>
                  <a:lnTo>
                    <a:pt x="205651" y="10668"/>
                  </a:lnTo>
                  <a:lnTo>
                    <a:pt x="206184" y="11303"/>
                  </a:lnTo>
                  <a:lnTo>
                    <a:pt x="206184" y="635"/>
                  </a:lnTo>
                  <a:lnTo>
                    <a:pt x="205651" y="0"/>
                  </a:lnTo>
                  <a:lnTo>
                    <a:pt x="171602" y="39725"/>
                  </a:lnTo>
                  <a:lnTo>
                    <a:pt x="171602" y="61429"/>
                  </a:lnTo>
                  <a:lnTo>
                    <a:pt x="170205" y="61087"/>
                  </a:lnTo>
                  <a:lnTo>
                    <a:pt x="167005" y="61277"/>
                  </a:lnTo>
                  <a:lnTo>
                    <a:pt x="163804" y="61480"/>
                  </a:lnTo>
                  <a:lnTo>
                    <a:pt x="161315" y="62433"/>
                  </a:lnTo>
                  <a:lnTo>
                    <a:pt x="161315" y="64350"/>
                  </a:lnTo>
                  <a:lnTo>
                    <a:pt x="160477" y="63360"/>
                  </a:lnTo>
                  <a:lnTo>
                    <a:pt x="161239" y="62471"/>
                  </a:lnTo>
                  <a:lnTo>
                    <a:pt x="161315" y="64350"/>
                  </a:lnTo>
                  <a:lnTo>
                    <a:pt x="161315" y="62433"/>
                  </a:lnTo>
                  <a:lnTo>
                    <a:pt x="171030" y="51054"/>
                  </a:lnTo>
                  <a:lnTo>
                    <a:pt x="170815" y="52285"/>
                  </a:lnTo>
                  <a:lnTo>
                    <a:pt x="171157" y="59753"/>
                  </a:lnTo>
                  <a:lnTo>
                    <a:pt x="171602" y="61429"/>
                  </a:lnTo>
                  <a:lnTo>
                    <a:pt x="171602" y="39725"/>
                  </a:lnTo>
                  <a:lnTo>
                    <a:pt x="151333" y="63360"/>
                  </a:lnTo>
                  <a:lnTo>
                    <a:pt x="205651" y="126707"/>
                  </a:lnTo>
                  <a:lnTo>
                    <a:pt x="214782" y="116039"/>
                  </a:lnTo>
                  <a:lnTo>
                    <a:pt x="256159" y="67792"/>
                  </a:lnTo>
                  <a:lnTo>
                    <a:pt x="306692" y="126707"/>
                  </a:lnTo>
                  <a:lnTo>
                    <a:pt x="315823" y="116039"/>
                  </a:lnTo>
                  <a:lnTo>
                    <a:pt x="360984" y="63360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9" name="object 2089" descr=""/>
            <p:cNvSpPr/>
            <p:nvPr/>
          </p:nvSpPr>
          <p:spPr>
            <a:xfrm>
              <a:off x="8402244" y="6931336"/>
              <a:ext cx="319405" cy="337185"/>
            </a:xfrm>
            <a:custGeom>
              <a:avLst/>
              <a:gdLst/>
              <a:ahLst/>
              <a:cxnLst/>
              <a:rect l="l" t="t" r="r" b="b"/>
              <a:pathLst>
                <a:path w="319404" h="337184">
                  <a:moveTo>
                    <a:pt x="259956" y="196151"/>
                  </a:moveTo>
                  <a:lnTo>
                    <a:pt x="250825" y="185508"/>
                  </a:lnTo>
                  <a:lnTo>
                    <a:pt x="250825" y="196151"/>
                  </a:lnTo>
                  <a:lnTo>
                    <a:pt x="205651" y="248843"/>
                  </a:lnTo>
                  <a:lnTo>
                    <a:pt x="160477" y="196151"/>
                  </a:lnTo>
                  <a:lnTo>
                    <a:pt x="205651" y="143471"/>
                  </a:lnTo>
                  <a:lnTo>
                    <a:pt x="250825" y="196151"/>
                  </a:lnTo>
                  <a:lnTo>
                    <a:pt x="250825" y="185508"/>
                  </a:lnTo>
                  <a:lnTo>
                    <a:pt x="214782" y="143471"/>
                  </a:lnTo>
                  <a:lnTo>
                    <a:pt x="205651" y="132803"/>
                  </a:lnTo>
                  <a:lnTo>
                    <a:pt x="155117" y="191731"/>
                  </a:lnTo>
                  <a:lnTo>
                    <a:pt x="149783" y="185508"/>
                  </a:lnTo>
                  <a:lnTo>
                    <a:pt x="149783" y="196151"/>
                  </a:lnTo>
                  <a:lnTo>
                    <a:pt x="139674" y="207949"/>
                  </a:lnTo>
                  <a:lnTo>
                    <a:pt x="139941" y="206451"/>
                  </a:lnTo>
                  <a:lnTo>
                    <a:pt x="139598" y="198970"/>
                  </a:lnTo>
                  <a:lnTo>
                    <a:pt x="139141" y="197294"/>
                  </a:lnTo>
                  <a:lnTo>
                    <a:pt x="140614" y="197637"/>
                  </a:lnTo>
                  <a:lnTo>
                    <a:pt x="143827" y="197446"/>
                  </a:lnTo>
                  <a:lnTo>
                    <a:pt x="147027" y="197243"/>
                  </a:lnTo>
                  <a:lnTo>
                    <a:pt x="149593" y="196278"/>
                  </a:lnTo>
                  <a:lnTo>
                    <a:pt x="149567" y="195910"/>
                  </a:lnTo>
                  <a:lnTo>
                    <a:pt x="149783" y="196151"/>
                  </a:lnTo>
                  <a:lnTo>
                    <a:pt x="149783" y="185508"/>
                  </a:lnTo>
                  <a:lnTo>
                    <a:pt x="147878" y="183286"/>
                  </a:lnTo>
                  <a:lnTo>
                    <a:pt x="147878" y="193954"/>
                  </a:lnTo>
                  <a:lnTo>
                    <a:pt x="146862" y="193700"/>
                  </a:lnTo>
                  <a:lnTo>
                    <a:pt x="140449" y="194094"/>
                  </a:lnTo>
                  <a:lnTo>
                    <a:pt x="138938" y="194665"/>
                  </a:lnTo>
                  <a:lnTo>
                    <a:pt x="139242" y="192913"/>
                  </a:lnTo>
                  <a:lnTo>
                    <a:pt x="139077" y="189179"/>
                  </a:lnTo>
                  <a:lnTo>
                    <a:pt x="138912" y="185432"/>
                  </a:lnTo>
                  <a:lnTo>
                    <a:pt x="138252" y="183057"/>
                  </a:lnTo>
                  <a:lnTo>
                    <a:pt x="138252" y="209600"/>
                  </a:lnTo>
                  <a:lnTo>
                    <a:pt x="104609" y="248843"/>
                  </a:lnTo>
                  <a:lnTo>
                    <a:pt x="92913" y="235216"/>
                  </a:lnTo>
                  <a:lnTo>
                    <a:pt x="95504" y="235839"/>
                  </a:lnTo>
                  <a:lnTo>
                    <a:pt x="101917" y="235445"/>
                  </a:lnTo>
                  <a:lnTo>
                    <a:pt x="103352" y="234911"/>
                  </a:lnTo>
                  <a:lnTo>
                    <a:pt x="103060" y="236626"/>
                  </a:lnTo>
                  <a:lnTo>
                    <a:pt x="103225" y="240360"/>
                  </a:lnTo>
                  <a:lnTo>
                    <a:pt x="103390" y="244106"/>
                  </a:lnTo>
                  <a:lnTo>
                    <a:pt x="104216" y="247091"/>
                  </a:lnTo>
                  <a:lnTo>
                    <a:pt x="105892" y="246976"/>
                  </a:lnTo>
                  <a:lnTo>
                    <a:pt x="106438" y="243916"/>
                  </a:lnTo>
                  <a:lnTo>
                    <a:pt x="106095" y="236435"/>
                  </a:lnTo>
                  <a:lnTo>
                    <a:pt x="105625" y="234759"/>
                  </a:lnTo>
                  <a:lnTo>
                    <a:pt x="107111" y="235102"/>
                  </a:lnTo>
                  <a:lnTo>
                    <a:pt x="110312" y="234911"/>
                  </a:lnTo>
                  <a:lnTo>
                    <a:pt x="113525" y="234708"/>
                  </a:lnTo>
                  <a:lnTo>
                    <a:pt x="116090" y="233743"/>
                  </a:lnTo>
                  <a:lnTo>
                    <a:pt x="115989" y="231787"/>
                  </a:lnTo>
                  <a:lnTo>
                    <a:pt x="113347" y="231165"/>
                  </a:lnTo>
                  <a:lnTo>
                    <a:pt x="106946" y="231559"/>
                  </a:lnTo>
                  <a:lnTo>
                    <a:pt x="105435" y="232130"/>
                  </a:lnTo>
                  <a:lnTo>
                    <a:pt x="105740" y="230378"/>
                  </a:lnTo>
                  <a:lnTo>
                    <a:pt x="105575" y="226644"/>
                  </a:lnTo>
                  <a:lnTo>
                    <a:pt x="105397" y="222897"/>
                  </a:lnTo>
                  <a:lnTo>
                    <a:pt x="104571" y="219913"/>
                  </a:lnTo>
                  <a:lnTo>
                    <a:pt x="102895" y="220014"/>
                  </a:lnTo>
                  <a:lnTo>
                    <a:pt x="102362" y="223088"/>
                  </a:lnTo>
                  <a:lnTo>
                    <a:pt x="102704" y="230568"/>
                  </a:lnTo>
                  <a:lnTo>
                    <a:pt x="103149" y="232232"/>
                  </a:lnTo>
                  <a:lnTo>
                    <a:pt x="101752" y="231889"/>
                  </a:lnTo>
                  <a:lnTo>
                    <a:pt x="98552" y="232092"/>
                  </a:lnTo>
                  <a:lnTo>
                    <a:pt x="95338" y="232283"/>
                  </a:lnTo>
                  <a:lnTo>
                    <a:pt x="92773" y="233248"/>
                  </a:lnTo>
                  <a:lnTo>
                    <a:pt x="92862" y="235165"/>
                  </a:lnTo>
                  <a:lnTo>
                    <a:pt x="60350" y="197231"/>
                  </a:lnTo>
                  <a:lnTo>
                    <a:pt x="62915" y="197827"/>
                  </a:lnTo>
                  <a:lnTo>
                    <a:pt x="69342" y="197434"/>
                  </a:lnTo>
                  <a:lnTo>
                    <a:pt x="70764" y="196900"/>
                  </a:lnTo>
                  <a:lnTo>
                    <a:pt x="70472" y="198615"/>
                  </a:lnTo>
                  <a:lnTo>
                    <a:pt x="70637" y="202361"/>
                  </a:lnTo>
                  <a:lnTo>
                    <a:pt x="70815" y="206095"/>
                  </a:lnTo>
                  <a:lnTo>
                    <a:pt x="71640" y="209080"/>
                  </a:lnTo>
                  <a:lnTo>
                    <a:pt x="73317" y="208978"/>
                  </a:lnTo>
                  <a:lnTo>
                    <a:pt x="73850" y="205905"/>
                  </a:lnTo>
                  <a:lnTo>
                    <a:pt x="73507" y="198437"/>
                  </a:lnTo>
                  <a:lnTo>
                    <a:pt x="73037" y="196748"/>
                  </a:lnTo>
                  <a:lnTo>
                    <a:pt x="74536" y="197104"/>
                  </a:lnTo>
                  <a:lnTo>
                    <a:pt x="77736" y="196900"/>
                  </a:lnTo>
                  <a:lnTo>
                    <a:pt x="80937" y="196710"/>
                  </a:lnTo>
                  <a:lnTo>
                    <a:pt x="83502" y="195745"/>
                  </a:lnTo>
                  <a:lnTo>
                    <a:pt x="83413" y="193789"/>
                  </a:lnTo>
                  <a:lnTo>
                    <a:pt x="80772" y="193154"/>
                  </a:lnTo>
                  <a:lnTo>
                    <a:pt x="74358" y="193548"/>
                  </a:lnTo>
                  <a:lnTo>
                    <a:pt x="72847" y="194119"/>
                  </a:lnTo>
                  <a:lnTo>
                    <a:pt x="73152" y="192366"/>
                  </a:lnTo>
                  <a:lnTo>
                    <a:pt x="72986" y="188633"/>
                  </a:lnTo>
                  <a:lnTo>
                    <a:pt x="72821" y="184899"/>
                  </a:lnTo>
                  <a:lnTo>
                    <a:pt x="71996" y="181914"/>
                  </a:lnTo>
                  <a:lnTo>
                    <a:pt x="71615" y="181940"/>
                  </a:lnTo>
                  <a:lnTo>
                    <a:pt x="103390" y="144894"/>
                  </a:lnTo>
                  <a:lnTo>
                    <a:pt x="102971" y="147269"/>
                  </a:lnTo>
                  <a:lnTo>
                    <a:pt x="103327" y="154736"/>
                  </a:lnTo>
                  <a:lnTo>
                    <a:pt x="103771" y="156400"/>
                  </a:lnTo>
                  <a:lnTo>
                    <a:pt x="102374" y="156057"/>
                  </a:lnTo>
                  <a:lnTo>
                    <a:pt x="99174" y="156260"/>
                  </a:lnTo>
                  <a:lnTo>
                    <a:pt x="95961" y="156464"/>
                  </a:lnTo>
                  <a:lnTo>
                    <a:pt x="93395" y="157429"/>
                  </a:lnTo>
                  <a:lnTo>
                    <a:pt x="93497" y="159385"/>
                  </a:lnTo>
                  <a:lnTo>
                    <a:pt x="96126" y="160007"/>
                  </a:lnTo>
                  <a:lnTo>
                    <a:pt x="102539" y="159613"/>
                  </a:lnTo>
                  <a:lnTo>
                    <a:pt x="103974" y="159080"/>
                  </a:lnTo>
                  <a:lnTo>
                    <a:pt x="103682" y="160794"/>
                  </a:lnTo>
                  <a:lnTo>
                    <a:pt x="103847" y="164541"/>
                  </a:lnTo>
                  <a:lnTo>
                    <a:pt x="104013" y="168275"/>
                  </a:lnTo>
                  <a:lnTo>
                    <a:pt x="104838" y="171259"/>
                  </a:lnTo>
                  <a:lnTo>
                    <a:pt x="106514" y="171157"/>
                  </a:lnTo>
                  <a:lnTo>
                    <a:pt x="107061" y="168084"/>
                  </a:lnTo>
                  <a:lnTo>
                    <a:pt x="106718" y="160616"/>
                  </a:lnTo>
                  <a:lnTo>
                    <a:pt x="106248" y="158940"/>
                  </a:lnTo>
                  <a:lnTo>
                    <a:pt x="107734" y="159283"/>
                  </a:lnTo>
                  <a:lnTo>
                    <a:pt x="110934" y="159080"/>
                  </a:lnTo>
                  <a:lnTo>
                    <a:pt x="114147" y="158889"/>
                  </a:lnTo>
                  <a:lnTo>
                    <a:pt x="116713" y="157924"/>
                  </a:lnTo>
                  <a:lnTo>
                    <a:pt x="116687" y="157594"/>
                  </a:lnTo>
                  <a:lnTo>
                    <a:pt x="138023" y="182460"/>
                  </a:lnTo>
                  <a:lnTo>
                    <a:pt x="136410" y="182562"/>
                  </a:lnTo>
                  <a:lnTo>
                    <a:pt x="135864" y="185623"/>
                  </a:lnTo>
                  <a:lnTo>
                    <a:pt x="136207" y="193103"/>
                  </a:lnTo>
                  <a:lnTo>
                    <a:pt x="136652" y="194767"/>
                  </a:lnTo>
                  <a:lnTo>
                    <a:pt x="135255" y="194424"/>
                  </a:lnTo>
                  <a:lnTo>
                    <a:pt x="132054" y="194627"/>
                  </a:lnTo>
                  <a:lnTo>
                    <a:pt x="128854" y="194818"/>
                  </a:lnTo>
                  <a:lnTo>
                    <a:pt x="126288" y="195783"/>
                  </a:lnTo>
                  <a:lnTo>
                    <a:pt x="126377" y="197739"/>
                  </a:lnTo>
                  <a:lnTo>
                    <a:pt x="129019" y="198374"/>
                  </a:lnTo>
                  <a:lnTo>
                    <a:pt x="135420" y="197980"/>
                  </a:lnTo>
                  <a:lnTo>
                    <a:pt x="136855" y="197446"/>
                  </a:lnTo>
                  <a:lnTo>
                    <a:pt x="136563" y="199161"/>
                  </a:lnTo>
                  <a:lnTo>
                    <a:pt x="136728" y="202895"/>
                  </a:lnTo>
                  <a:lnTo>
                    <a:pt x="136893" y="206641"/>
                  </a:lnTo>
                  <a:lnTo>
                    <a:pt x="137718" y="209626"/>
                  </a:lnTo>
                  <a:lnTo>
                    <a:pt x="138252" y="209600"/>
                  </a:lnTo>
                  <a:lnTo>
                    <a:pt x="138252" y="183057"/>
                  </a:lnTo>
                  <a:lnTo>
                    <a:pt x="138112" y="182549"/>
                  </a:lnTo>
                  <a:lnTo>
                    <a:pt x="147878" y="193954"/>
                  </a:lnTo>
                  <a:lnTo>
                    <a:pt x="147878" y="183286"/>
                  </a:lnTo>
                  <a:lnTo>
                    <a:pt x="114973" y="144907"/>
                  </a:lnTo>
                  <a:lnTo>
                    <a:pt x="114973" y="155575"/>
                  </a:lnTo>
                  <a:lnTo>
                    <a:pt x="113969" y="155333"/>
                  </a:lnTo>
                  <a:lnTo>
                    <a:pt x="107569" y="155740"/>
                  </a:lnTo>
                  <a:lnTo>
                    <a:pt x="106057" y="156311"/>
                  </a:lnTo>
                  <a:lnTo>
                    <a:pt x="106362" y="154546"/>
                  </a:lnTo>
                  <a:lnTo>
                    <a:pt x="106197" y="150812"/>
                  </a:lnTo>
                  <a:lnTo>
                    <a:pt x="106019" y="147078"/>
                  </a:lnTo>
                  <a:lnTo>
                    <a:pt x="105206" y="144183"/>
                  </a:lnTo>
                  <a:lnTo>
                    <a:pt x="114973" y="155575"/>
                  </a:lnTo>
                  <a:lnTo>
                    <a:pt x="114973" y="144907"/>
                  </a:lnTo>
                  <a:lnTo>
                    <a:pt x="113753" y="143471"/>
                  </a:lnTo>
                  <a:lnTo>
                    <a:pt x="105143" y="133426"/>
                  </a:lnTo>
                  <a:lnTo>
                    <a:pt x="105143" y="144106"/>
                  </a:lnTo>
                  <a:lnTo>
                    <a:pt x="104013" y="144170"/>
                  </a:lnTo>
                  <a:lnTo>
                    <a:pt x="104609" y="143471"/>
                  </a:lnTo>
                  <a:lnTo>
                    <a:pt x="105143" y="144106"/>
                  </a:lnTo>
                  <a:lnTo>
                    <a:pt x="105143" y="133426"/>
                  </a:lnTo>
                  <a:lnTo>
                    <a:pt x="104609" y="132803"/>
                  </a:lnTo>
                  <a:lnTo>
                    <a:pt x="70573" y="172504"/>
                  </a:lnTo>
                  <a:lnTo>
                    <a:pt x="70573" y="194233"/>
                  </a:lnTo>
                  <a:lnTo>
                    <a:pt x="69164" y="193890"/>
                  </a:lnTo>
                  <a:lnTo>
                    <a:pt x="65963" y="194081"/>
                  </a:lnTo>
                  <a:lnTo>
                    <a:pt x="62763" y="194284"/>
                  </a:lnTo>
                  <a:lnTo>
                    <a:pt x="60274" y="195237"/>
                  </a:lnTo>
                  <a:lnTo>
                    <a:pt x="60274" y="197142"/>
                  </a:lnTo>
                  <a:lnTo>
                    <a:pt x="59436" y="196151"/>
                  </a:lnTo>
                  <a:lnTo>
                    <a:pt x="60198" y="195262"/>
                  </a:lnTo>
                  <a:lnTo>
                    <a:pt x="60274" y="197142"/>
                  </a:lnTo>
                  <a:lnTo>
                    <a:pt x="60274" y="195237"/>
                  </a:lnTo>
                  <a:lnTo>
                    <a:pt x="69989" y="183845"/>
                  </a:lnTo>
                  <a:lnTo>
                    <a:pt x="69773" y="185089"/>
                  </a:lnTo>
                  <a:lnTo>
                    <a:pt x="70116" y="192557"/>
                  </a:lnTo>
                  <a:lnTo>
                    <a:pt x="70573" y="194233"/>
                  </a:lnTo>
                  <a:lnTo>
                    <a:pt x="70573" y="172504"/>
                  </a:lnTo>
                  <a:lnTo>
                    <a:pt x="50292" y="196151"/>
                  </a:lnTo>
                  <a:lnTo>
                    <a:pt x="104609" y="259499"/>
                  </a:lnTo>
                  <a:lnTo>
                    <a:pt x="113753" y="248843"/>
                  </a:lnTo>
                  <a:lnTo>
                    <a:pt x="155130" y="200583"/>
                  </a:lnTo>
                  <a:lnTo>
                    <a:pt x="205651" y="259499"/>
                  </a:lnTo>
                  <a:lnTo>
                    <a:pt x="214782" y="248843"/>
                  </a:lnTo>
                  <a:lnTo>
                    <a:pt x="259956" y="196151"/>
                  </a:lnTo>
                  <a:close/>
                </a:path>
                <a:path w="319404" h="337184">
                  <a:moveTo>
                    <a:pt x="310451" y="273316"/>
                  </a:moveTo>
                  <a:lnTo>
                    <a:pt x="301320" y="262674"/>
                  </a:lnTo>
                  <a:lnTo>
                    <a:pt x="301320" y="273316"/>
                  </a:lnTo>
                  <a:lnTo>
                    <a:pt x="291198" y="285115"/>
                  </a:lnTo>
                  <a:lnTo>
                    <a:pt x="291477" y="283603"/>
                  </a:lnTo>
                  <a:lnTo>
                    <a:pt x="291134" y="276136"/>
                  </a:lnTo>
                  <a:lnTo>
                    <a:pt x="290664" y="274459"/>
                  </a:lnTo>
                  <a:lnTo>
                    <a:pt x="292150" y="274802"/>
                  </a:lnTo>
                  <a:lnTo>
                    <a:pt x="295351" y="274599"/>
                  </a:lnTo>
                  <a:lnTo>
                    <a:pt x="298564" y="274408"/>
                  </a:lnTo>
                  <a:lnTo>
                    <a:pt x="301129" y="273443"/>
                  </a:lnTo>
                  <a:lnTo>
                    <a:pt x="301104" y="273075"/>
                  </a:lnTo>
                  <a:lnTo>
                    <a:pt x="301320" y="273316"/>
                  </a:lnTo>
                  <a:lnTo>
                    <a:pt x="301320" y="262674"/>
                  </a:lnTo>
                  <a:lnTo>
                    <a:pt x="299415" y="260451"/>
                  </a:lnTo>
                  <a:lnTo>
                    <a:pt x="299415" y="271106"/>
                  </a:lnTo>
                  <a:lnTo>
                    <a:pt x="298386" y="270852"/>
                  </a:lnTo>
                  <a:lnTo>
                    <a:pt x="291985" y="271259"/>
                  </a:lnTo>
                  <a:lnTo>
                    <a:pt x="290474" y="271830"/>
                  </a:lnTo>
                  <a:lnTo>
                    <a:pt x="290779" y="270078"/>
                  </a:lnTo>
                  <a:lnTo>
                    <a:pt x="290614" y="266331"/>
                  </a:lnTo>
                  <a:lnTo>
                    <a:pt x="290436" y="262597"/>
                  </a:lnTo>
                  <a:lnTo>
                    <a:pt x="289801" y="260337"/>
                  </a:lnTo>
                  <a:lnTo>
                    <a:pt x="289801" y="286753"/>
                  </a:lnTo>
                  <a:lnTo>
                    <a:pt x="256146" y="326009"/>
                  </a:lnTo>
                  <a:lnTo>
                    <a:pt x="244462" y="312394"/>
                  </a:lnTo>
                  <a:lnTo>
                    <a:pt x="247040" y="313004"/>
                  </a:lnTo>
                  <a:lnTo>
                    <a:pt x="253453" y="312597"/>
                  </a:lnTo>
                  <a:lnTo>
                    <a:pt x="254876" y="312064"/>
                  </a:lnTo>
                  <a:lnTo>
                    <a:pt x="254584" y="313791"/>
                  </a:lnTo>
                  <a:lnTo>
                    <a:pt x="254749" y="317525"/>
                  </a:lnTo>
                  <a:lnTo>
                    <a:pt x="254927" y="321259"/>
                  </a:lnTo>
                  <a:lnTo>
                    <a:pt x="255752" y="324243"/>
                  </a:lnTo>
                  <a:lnTo>
                    <a:pt x="257429" y="324142"/>
                  </a:lnTo>
                  <a:lnTo>
                    <a:pt x="257962" y="321068"/>
                  </a:lnTo>
                  <a:lnTo>
                    <a:pt x="257619" y="313601"/>
                  </a:lnTo>
                  <a:lnTo>
                    <a:pt x="257162" y="311924"/>
                  </a:lnTo>
                  <a:lnTo>
                    <a:pt x="258648" y="312267"/>
                  </a:lnTo>
                  <a:lnTo>
                    <a:pt x="261848" y="312064"/>
                  </a:lnTo>
                  <a:lnTo>
                    <a:pt x="265049" y="311873"/>
                  </a:lnTo>
                  <a:lnTo>
                    <a:pt x="267614" y="310908"/>
                  </a:lnTo>
                  <a:lnTo>
                    <a:pt x="267525" y="308952"/>
                  </a:lnTo>
                  <a:lnTo>
                    <a:pt x="264883" y="308317"/>
                  </a:lnTo>
                  <a:lnTo>
                    <a:pt x="258470" y="308724"/>
                  </a:lnTo>
                  <a:lnTo>
                    <a:pt x="256959" y="309295"/>
                  </a:lnTo>
                  <a:lnTo>
                    <a:pt x="257263" y="307543"/>
                  </a:lnTo>
                  <a:lnTo>
                    <a:pt x="257098" y="303796"/>
                  </a:lnTo>
                  <a:lnTo>
                    <a:pt x="256933" y="300062"/>
                  </a:lnTo>
                  <a:lnTo>
                    <a:pt x="256108" y="297078"/>
                  </a:lnTo>
                  <a:lnTo>
                    <a:pt x="254431" y="297180"/>
                  </a:lnTo>
                  <a:lnTo>
                    <a:pt x="253885" y="300253"/>
                  </a:lnTo>
                  <a:lnTo>
                    <a:pt x="254228" y="307721"/>
                  </a:lnTo>
                  <a:lnTo>
                    <a:pt x="254685" y="309397"/>
                  </a:lnTo>
                  <a:lnTo>
                    <a:pt x="253276" y="309054"/>
                  </a:lnTo>
                  <a:lnTo>
                    <a:pt x="250075" y="309245"/>
                  </a:lnTo>
                  <a:lnTo>
                    <a:pt x="246875" y="309448"/>
                  </a:lnTo>
                  <a:lnTo>
                    <a:pt x="244309" y="310413"/>
                  </a:lnTo>
                  <a:lnTo>
                    <a:pt x="244386" y="312318"/>
                  </a:lnTo>
                  <a:lnTo>
                    <a:pt x="211886" y="274396"/>
                  </a:lnTo>
                  <a:lnTo>
                    <a:pt x="214464" y="274993"/>
                  </a:lnTo>
                  <a:lnTo>
                    <a:pt x="220865" y="274599"/>
                  </a:lnTo>
                  <a:lnTo>
                    <a:pt x="222300" y="274066"/>
                  </a:lnTo>
                  <a:lnTo>
                    <a:pt x="222008" y="275780"/>
                  </a:lnTo>
                  <a:lnTo>
                    <a:pt x="222173" y="279514"/>
                  </a:lnTo>
                  <a:lnTo>
                    <a:pt x="222338" y="283260"/>
                  </a:lnTo>
                  <a:lnTo>
                    <a:pt x="223164" y="286245"/>
                  </a:lnTo>
                  <a:lnTo>
                    <a:pt x="224840" y="286143"/>
                  </a:lnTo>
                  <a:lnTo>
                    <a:pt x="225386" y="283070"/>
                  </a:lnTo>
                  <a:lnTo>
                    <a:pt x="225044" y="275590"/>
                  </a:lnTo>
                  <a:lnTo>
                    <a:pt x="224586" y="273926"/>
                  </a:lnTo>
                  <a:lnTo>
                    <a:pt x="226060" y="274269"/>
                  </a:lnTo>
                  <a:lnTo>
                    <a:pt x="229273" y="274066"/>
                  </a:lnTo>
                  <a:lnTo>
                    <a:pt x="232473" y="273862"/>
                  </a:lnTo>
                  <a:lnTo>
                    <a:pt x="235038" y="272897"/>
                  </a:lnTo>
                  <a:lnTo>
                    <a:pt x="234937" y="270941"/>
                  </a:lnTo>
                  <a:lnTo>
                    <a:pt x="232308" y="270319"/>
                  </a:lnTo>
                  <a:lnTo>
                    <a:pt x="225894" y="270713"/>
                  </a:lnTo>
                  <a:lnTo>
                    <a:pt x="224383" y="271284"/>
                  </a:lnTo>
                  <a:lnTo>
                    <a:pt x="224688" y="269532"/>
                  </a:lnTo>
                  <a:lnTo>
                    <a:pt x="224523" y="265798"/>
                  </a:lnTo>
                  <a:lnTo>
                    <a:pt x="224345" y="262051"/>
                  </a:lnTo>
                  <a:lnTo>
                    <a:pt x="223532" y="259067"/>
                  </a:lnTo>
                  <a:lnTo>
                    <a:pt x="223164" y="259092"/>
                  </a:lnTo>
                  <a:lnTo>
                    <a:pt x="254927" y="222046"/>
                  </a:lnTo>
                  <a:lnTo>
                    <a:pt x="254508" y="224421"/>
                  </a:lnTo>
                  <a:lnTo>
                    <a:pt x="254850" y="231902"/>
                  </a:lnTo>
                  <a:lnTo>
                    <a:pt x="255295" y="233565"/>
                  </a:lnTo>
                  <a:lnTo>
                    <a:pt x="253898" y="233222"/>
                  </a:lnTo>
                  <a:lnTo>
                    <a:pt x="250698" y="233426"/>
                  </a:lnTo>
                  <a:lnTo>
                    <a:pt x="247497" y="233629"/>
                  </a:lnTo>
                  <a:lnTo>
                    <a:pt x="244932" y="234581"/>
                  </a:lnTo>
                  <a:lnTo>
                    <a:pt x="245021" y="236550"/>
                  </a:lnTo>
                  <a:lnTo>
                    <a:pt x="247662" y="237172"/>
                  </a:lnTo>
                  <a:lnTo>
                    <a:pt x="254076" y="236778"/>
                  </a:lnTo>
                  <a:lnTo>
                    <a:pt x="255498" y="236245"/>
                  </a:lnTo>
                  <a:lnTo>
                    <a:pt x="255206" y="237959"/>
                  </a:lnTo>
                  <a:lnTo>
                    <a:pt x="255371" y="241693"/>
                  </a:lnTo>
                  <a:lnTo>
                    <a:pt x="255536" y="245440"/>
                  </a:lnTo>
                  <a:lnTo>
                    <a:pt x="256374" y="248424"/>
                  </a:lnTo>
                  <a:lnTo>
                    <a:pt x="258051" y="248310"/>
                  </a:lnTo>
                  <a:lnTo>
                    <a:pt x="258584" y="245249"/>
                  </a:lnTo>
                  <a:lnTo>
                    <a:pt x="258241" y="237769"/>
                  </a:lnTo>
                  <a:lnTo>
                    <a:pt x="257784" y="236093"/>
                  </a:lnTo>
                  <a:lnTo>
                    <a:pt x="259270" y="236448"/>
                  </a:lnTo>
                  <a:lnTo>
                    <a:pt x="262470" y="236245"/>
                  </a:lnTo>
                  <a:lnTo>
                    <a:pt x="265671" y="236042"/>
                  </a:lnTo>
                  <a:lnTo>
                    <a:pt x="268236" y="235077"/>
                  </a:lnTo>
                  <a:lnTo>
                    <a:pt x="268211" y="234734"/>
                  </a:lnTo>
                  <a:lnTo>
                    <a:pt x="289572" y="259626"/>
                  </a:lnTo>
                  <a:lnTo>
                    <a:pt x="287934" y="259715"/>
                  </a:lnTo>
                  <a:lnTo>
                    <a:pt x="287401" y="262788"/>
                  </a:lnTo>
                  <a:lnTo>
                    <a:pt x="287743" y="270256"/>
                  </a:lnTo>
                  <a:lnTo>
                    <a:pt x="288188" y="271932"/>
                  </a:lnTo>
                  <a:lnTo>
                    <a:pt x="286791" y="271589"/>
                  </a:lnTo>
                  <a:lnTo>
                    <a:pt x="283591" y="271780"/>
                  </a:lnTo>
                  <a:lnTo>
                    <a:pt x="280377" y="271983"/>
                  </a:lnTo>
                  <a:lnTo>
                    <a:pt x="277812" y="272948"/>
                  </a:lnTo>
                  <a:lnTo>
                    <a:pt x="277914" y="274904"/>
                  </a:lnTo>
                  <a:lnTo>
                    <a:pt x="280543" y="275539"/>
                  </a:lnTo>
                  <a:lnTo>
                    <a:pt x="286956" y="275132"/>
                  </a:lnTo>
                  <a:lnTo>
                    <a:pt x="288391" y="274599"/>
                  </a:lnTo>
                  <a:lnTo>
                    <a:pt x="288099" y="276326"/>
                  </a:lnTo>
                  <a:lnTo>
                    <a:pt x="288264" y="280060"/>
                  </a:lnTo>
                  <a:lnTo>
                    <a:pt x="288429" y="283794"/>
                  </a:lnTo>
                  <a:lnTo>
                    <a:pt x="289255" y="286778"/>
                  </a:lnTo>
                  <a:lnTo>
                    <a:pt x="289801" y="286753"/>
                  </a:lnTo>
                  <a:lnTo>
                    <a:pt x="289801" y="260337"/>
                  </a:lnTo>
                  <a:lnTo>
                    <a:pt x="289623" y="259689"/>
                  </a:lnTo>
                  <a:lnTo>
                    <a:pt x="299415" y="271106"/>
                  </a:lnTo>
                  <a:lnTo>
                    <a:pt x="299415" y="260451"/>
                  </a:lnTo>
                  <a:lnTo>
                    <a:pt x="266509" y="222072"/>
                  </a:lnTo>
                  <a:lnTo>
                    <a:pt x="266509" y="232740"/>
                  </a:lnTo>
                  <a:lnTo>
                    <a:pt x="265506" y="232498"/>
                  </a:lnTo>
                  <a:lnTo>
                    <a:pt x="259092" y="232892"/>
                  </a:lnTo>
                  <a:lnTo>
                    <a:pt x="257581" y="233464"/>
                  </a:lnTo>
                  <a:lnTo>
                    <a:pt x="257886" y="231711"/>
                  </a:lnTo>
                  <a:lnTo>
                    <a:pt x="257721" y="227977"/>
                  </a:lnTo>
                  <a:lnTo>
                    <a:pt x="257556" y="224231"/>
                  </a:lnTo>
                  <a:lnTo>
                    <a:pt x="256743" y="221335"/>
                  </a:lnTo>
                  <a:lnTo>
                    <a:pt x="266509" y="232740"/>
                  </a:lnTo>
                  <a:lnTo>
                    <a:pt x="266509" y="222072"/>
                  </a:lnTo>
                  <a:lnTo>
                    <a:pt x="265277" y="220624"/>
                  </a:lnTo>
                  <a:lnTo>
                    <a:pt x="256679" y="210604"/>
                  </a:lnTo>
                  <a:lnTo>
                    <a:pt x="256679" y="221259"/>
                  </a:lnTo>
                  <a:lnTo>
                    <a:pt x="255536" y="221335"/>
                  </a:lnTo>
                  <a:lnTo>
                    <a:pt x="256146" y="220624"/>
                  </a:lnTo>
                  <a:lnTo>
                    <a:pt x="256679" y="221259"/>
                  </a:lnTo>
                  <a:lnTo>
                    <a:pt x="256679" y="210604"/>
                  </a:lnTo>
                  <a:lnTo>
                    <a:pt x="256146" y="209969"/>
                  </a:lnTo>
                  <a:lnTo>
                    <a:pt x="222097" y="249682"/>
                  </a:lnTo>
                  <a:lnTo>
                    <a:pt x="222097" y="271386"/>
                  </a:lnTo>
                  <a:lnTo>
                    <a:pt x="220700" y="271043"/>
                  </a:lnTo>
                  <a:lnTo>
                    <a:pt x="217500" y="271246"/>
                  </a:lnTo>
                  <a:lnTo>
                    <a:pt x="214287" y="271449"/>
                  </a:lnTo>
                  <a:lnTo>
                    <a:pt x="211810" y="272376"/>
                  </a:lnTo>
                  <a:lnTo>
                    <a:pt x="211810" y="274307"/>
                  </a:lnTo>
                  <a:lnTo>
                    <a:pt x="210972" y="273316"/>
                  </a:lnTo>
                  <a:lnTo>
                    <a:pt x="211721" y="272453"/>
                  </a:lnTo>
                  <a:lnTo>
                    <a:pt x="211810" y="274307"/>
                  </a:lnTo>
                  <a:lnTo>
                    <a:pt x="211810" y="272376"/>
                  </a:lnTo>
                  <a:lnTo>
                    <a:pt x="221526" y="261010"/>
                  </a:lnTo>
                  <a:lnTo>
                    <a:pt x="221310" y="262242"/>
                  </a:lnTo>
                  <a:lnTo>
                    <a:pt x="221653" y="269722"/>
                  </a:lnTo>
                  <a:lnTo>
                    <a:pt x="222097" y="271386"/>
                  </a:lnTo>
                  <a:lnTo>
                    <a:pt x="222097" y="249682"/>
                  </a:lnTo>
                  <a:lnTo>
                    <a:pt x="204952" y="269671"/>
                  </a:lnTo>
                  <a:lnTo>
                    <a:pt x="198958" y="262686"/>
                  </a:lnTo>
                  <a:lnTo>
                    <a:pt x="198958" y="273316"/>
                  </a:lnTo>
                  <a:lnTo>
                    <a:pt x="188849" y="285102"/>
                  </a:lnTo>
                  <a:lnTo>
                    <a:pt x="189115" y="283603"/>
                  </a:lnTo>
                  <a:lnTo>
                    <a:pt x="188772" y="276136"/>
                  </a:lnTo>
                  <a:lnTo>
                    <a:pt x="188315" y="274459"/>
                  </a:lnTo>
                  <a:lnTo>
                    <a:pt x="189801" y="274802"/>
                  </a:lnTo>
                  <a:lnTo>
                    <a:pt x="193001" y="274599"/>
                  </a:lnTo>
                  <a:lnTo>
                    <a:pt x="196202" y="274408"/>
                  </a:lnTo>
                  <a:lnTo>
                    <a:pt x="198767" y="273443"/>
                  </a:lnTo>
                  <a:lnTo>
                    <a:pt x="198742" y="273075"/>
                  </a:lnTo>
                  <a:lnTo>
                    <a:pt x="198958" y="273316"/>
                  </a:lnTo>
                  <a:lnTo>
                    <a:pt x="198958" y="262686"/>
                  </a:lnTo>
                  <a:lnTo>
                    <a:pt x="197053" y="260464"/>
                  </a:lnTo>
                  <a:lnTo>
                    <a:pt x="197053" y="271106"/>
                  </a:lnTo>
                  <a:lnTo>
                    <a:pt x="196037" y="270852"/>
                  </a:lnTo>
                  <a:lnTo>
                    <a:pt x="189636" y="271259"/>
                  </a:lnTo>
                  <a:lnTo>
                    <a:pt x="188112" y="271830"/>
                  </a:lnTo>
                  <a:lnTo>
                    <a:pt x="188429" y="270078"/>
                  </a:lnTo>
                  <a:lnTo>
                    <a:pt x="188252" y="266331"/>
                  </a:lnTo>
                  <a:lnTo>
                    <a:pt x="188087" y="262597"/>
                  </a:lnTo>
                  <a:lnTo>
                    <a:pt x="187439" y="260299"/>
                  </a:lnTo>
                  <a:lnTo>
                    <a:pt x="187439" y="286753"/>
                  </a:lnTo>
                  <a:lnTo>
                    <a:pt x="153784" y="326009"/>
                  </a:lnTo>
                  <a:lnTo>
                    <a:pt x="142100" y="312381"/>
                  </a:lnTo>
                  <a:lnTo>
                    <a:pt x="144691" y="313004"/>
                  </a:lnTo>
                  <a:lnTo>
                    <a:pt x="151091" y="312597"/>
                  </a:lnTo>
                  <a:lnTo>
                    <a:pt x="152527" y="312064"/>
                  </a:lnTo>
                  <a:lnTo>
                    <a:pt x="152234" y="313791"/>
                  </a:lnTo>
                  <a:lnTo>
                    <a:pt x="152400" y="317525"/>
                  </a:lnTo>
                  <a:lnTo>
                    <a:pt x="152565" y="321259"/>
                  </a:lnTo>
                  <a:lnTo>
                    <a:pt x="153390" y="324243"/>
                  </a:lnTo>
                  <a:lnTo>
                    <a:pt x="155067" y="324142"/>
                  </a:lnTo>
                  <a:lnTo>
                    <a:pt x="155613" y="321068"/>
                  </a:lnTo>
                  <a:lnTo>
                    <a:pt x="155270" y="313601"/>
                  </a:lnTo>
                  <a:lnTo>
                    <a:pt x="154813" y="311924"/>
                  </a:lnTo>
                  <a:lnTo>
                    <a:pt x="156286" y="312267"/>
                  </a:lnTo>
                  <a:lnTo>
                    <a:pt x="159499" y="312064"/>
                  </a:lnTo>
                  <a:lnTo>
                    <a:pt x="162699" y="311873"/>
                  </a:lnTo>
                  <a:lnTo>
                    <a:pt x="165265" y="310908"/>
                  </a:lnTo>
                  <a:lnTo>
                    <a:pt x="165163" y="308952"/>
                  </a:lnTo>
                  <a:lnTo>
                    <a:pt x="162534" y="308317"/>
                  </a:lnTo>
                  <a:lnTo>
                    <a:pt x="156121" y="308724"/>
                  </a:lnTo>
                  <a:lnTo>
                    <a:pt x="154609" y="309295"/>
                  </a:lnTo>
                  <a:lnTo>
                    <a:pt x="154914" y="307543"/>
                  </a:lnTo>
                  <a:lnTo>
                    <a:pt x="154749" y="303796"/>
                  </a:lnTo>
                  <a:lnTo>
                    <a:pt x="154584" y="300062"/>
                  </a:lnTo>
                  <a:lnTo>
                    <a:pt x="153758" y="297078"/>
                  </a:lnTo>
                  <a:lnTo>
                    <a:pt x="152082" y="297180"/>
                  </a:lnTo>
                  <a:lnTo>
                    <a:pt x="151536" y="300253"/>
                  </a:lnTo>
                  <a:lnTo>
                    <a:pt x="151879" y="307721"/>
                  </a:lnTo>
                  <a:lnTo>
                    <a:pt x="152323" y="309397"/>
                  </a:lnTo>
                  <a:lnTo>
                    <a:pt x="150926" y="309054"/>
                  </a:lnTo>
                  <a:lnTo>
                    <a:pt x="147726" y="309245"/>
                  </a:lnTo>
                  <a:lnTo>
                    <a:pt x="144526" y="309448"/>
                  </a:lnTo>
                  <a:lnTo>
                    <a:pt x="141960" y="310413"/>
                  </a:lnTo>
                  <a:lnTo>
                    <a:pt x="142036" y="312318"/>
                  </a:lnTo>
                  <a:lnTo>
                    <a:pt x="109537" y="274396"/>
                  </a:lnTo>
                  <a:lnTo>
                    <a:pt x="112102" y="274993"/>
                  </a:lnTo>
                  <a:lnTo>
                    <a:pt x="118516" y="274599"/>
                  </a:lnTo>
                  <a:lnTo>
                    <a:pt x="119938" y="274066"/>
                  </a:lnTo>
                  <a:lnTo>
                    <a:pt x="119646" y="275780"/>
                  </a:lnTo>
                  <a:lnTo>
                    <a:pt x="119824" y="279514"/>
                  </a:lnTo>
                  <a:lnTo>
                    <a:pt x="120002" y="283260"/>
                  </a:lnTo>
                  <a:lnTo>
                    <a:pt x="120815" y="286245"/>
                  </a:lnTo>
                  <a:lnTo>
                    <a:pt x="122491" y="286143"/>
                  </a:lnTo>
                  <a:lnTo>
                    <a:pt x="123037" y="283070"/>
                  </a:lnTo>
                  <a:lnTo>
                    <a:pt x="122682" y="275590"/>
                  </a:lnTo>
                  <a:lnTo>
                    <a:pt x="122224" y="273913"/>
                  </a:lnTo>
                  <a:lnTo>
                    <a:pt x="123710" y="274269"/>
                  </a:lnTo>
                  <a:lnTo>
                    <a:pt x="126911" y="274066"/>
                  </a:lnTo>
                  <a:lnTo>
                    <a:pt x="130111" y="273862"/>
                  </a:lnTo>
                  <a:lnTo>
                    <a:pt x="132676" y="272897"/>
                  </a:lnTo>
                  <a:lnTo>
                    <a:pt x="132588" y="270941"/>
                  </a:lnTo>
                  <a:lnTo>
                    <a:pt x="129946" y="270319"/>
                  </a:lnTo>
                  <a:lnTo>
                    <a:pt x="123545" y="270713"/>
                  </a:lnTo>
                  <a:lnTo>
                    <a:pt x="122034" y="271284"/>
                  </a:lnTo>
                  <a:lnTo>
                    <a:pt x="122339" y="269532"/>
                  </a:lnTo>
                  <a:lnTo>
                    <a:pt x="122174" y="265798"/>
                  </a:lnTo>
                  <a:lnTo>
                    <a:pt x="121996" y="262051"/>
                  </a:lnTo>
                  <a:lnTo>
                    <a:pt x="121170" y="259067"/>
                  </a:lnTo>
                  <a:lnTo>
                    <a:pt x="120815" y="259092"/>
                  </a:lnTo>
                  <a:lnTo>
                    <a:pt x="152577" y="222034"/>
                  </a:lnTo>
                  <a:lnTo>
                    <a:pt x="152158" y="224421"/>
                  </a:lnTo>
                  <a:lnTo>
                    <a:pt x="152501" y="231902"/>
                  </a:lnTo>
                  <a:lnTo>
                    <a:pt x="152946" y="233565"/>
                  </a:lnTo>
                  <a:lnTo>
                    <a:pt x="151549" y="233222"/>
                  </a:lnTo>
                  <a:lnTo>
                    <a:pt x="148348" y="233426"/>
                  </a:lnTo>
                  <a:lnTo>
                    <a:pt x="145148" y="233629"/>
                  </a:lnTo>
                  <a:lnTo>
                    <a:pt x="142582" y="234581"/>
                  </a:lnTo>
                  <a:lnTo>
                    <a:pt x="142671" y="236550"/>
                  </a:lnTo>
                  <a:lnTo>
                    <a:pt x="145313" y="237172"/>
                  </a:lnTo>
                  <a:lnTo>
                    <a:pt x="151714" y="236778"/>
                  </a:lnTo>
                  <a:lnTo>
                    <a:pt x="153149" y="236245"/>
                  </a:lnTo>
                  <a:lnTo>
                    <a:pt x="152857" y="237959"/>
                  </a:lnTo>
                  <a:lnTo>
                    <a:pt x="153022" y="241693"/>
                  </a:lnTo>
                  <a:lnTo>
                    <a:pt x="153200" y="245440"/>
                  </a:lnTo>
                  <a:lnTo>
                    <a:pt x="154012" y="248424"/>
                  </a:lnTo>
                  <a:lnTo>
                    <a:pt x="155689" y="248310"/>
                  </a:lnTo>
                  <a:lnTo>
                    <a:pt x="156235" y="245249"/>
                  </a:lnTo>
                  <a:lnTo>
                    <a:pt x="155892" y="237769"/>
                  </a:lnTo>
                  <a:lnTo>
                    <a:pt x="155435" y="236105"/>
                  </a:lnTo>
                  <a:lnTo>
                    <a:pt x="156908" y="236448"/>
                  </a:lnTo>
                  <a:lnTo>
                    <a:pt x="160121" y="236245"/>
                  </a:lnTo>
                  <a:lnTo>
                    <a:pt x="163322" y="236042"/>
                  </a:lnTo>
                  <a:lnTo>
                    <a:pt x="165887" y="235077"/>
                  </a:lnTo>
                  <a:lnTo>
                    <a:pt x="165862" y="234734"/>
                  </a:lnTo>
                  <a:lnTo>
                    <a:pt x="187210" y="259626"/>
                  </a:lnTo>
                  <a:lnTo>
                    <a:pt x="185585" y="259715"/>
                  </a:lnTo>
                  <a:lnTo>
                    <a:pt x="185039" y="262788"/>
                  </a:lnTo>
                  <a:lnTo>
                    <a:pt x="185381" y="270256"/>
                  </a:lnTo>
                  <a:lnTo>
                    <a:pt x="185839" y="271932"/>
                  </a:lnTo>
                  <a:lnTo>
                    <a:pt x="184442" y="271589"/>
                  </a:lnTo>
                  <a:lnTo>
                    <a:pt x="181229" y="271780"/>
                  </a:lnTo>
                  <a:lnTo>
                    <a:pt x="178028" y="271983"/>
                  </a:lnTo>
                  <a:lnTo>
                    <a:pt x="175463" y="272948"/>
                  </a:lnTo>
                  <a:lnTo>
                    <a:pt x="175552" y="274904"/>
                  </a:lnTo>
                  <a:lnTo>
                    <a:pt x="178193" y="275539"/>
                  </a:lnTo>
                  <a:lnTo>
                    <a:pt x="184607" y="275132"/>
                  </a:lnTo>
                  <a:lnTo>
                    <a:pt x="186029" y="274599"/>
                  </a:lnTo>
                  <a:lnTo>
                    <a:pt x="185737" y="276326"/>
                  </a:lnTo>
                  <a:lnTo>
                    <a:pt x="185902" y="280060"/>
                  </a:lnTo>
                  <a:lnTo>
                    <a:pt x="186080" y="283794"/>
                  </a:lnTo>
                  <a:lnTo>
                    <a:pt x="186905" y="286778"/>
                  </a:lnTo>
                  <a:lnTo>
                    <a:pt x="187439" y="286753"/>
                  </a:lnTo>
                  <a:lnTo>
                    <a:pt x="187439" y="260299"/>
                  </a:lnTo>
                  <a:lnTo>
                    <a:pt x="187274" y="259702"/>
                  </a:lnTo>
                  <a:lnTo>
                    <a:pt x="197053" y="271106"/>
                  </a:lnTo>
                  <a:lnTo>
                    <a:pt x="197053" y="260464"/>
                  </a:lnTo>
                  <a:lnTo>
                    <a:pt x="164147" y="222059"/>
                  </a:lnTo>
                  <a:lnTo>
                    <a:pt x="164147" y="232740"/>
                  </a:lnTo>
                  <a:lnTo>
                    <a:pt x="163156" y="232498"/>
                  </a:lnTo>
                  <a:lnTo>
                    <a:pt x="156743" y="232892"/>
                  </a:lnTo>
                  <a:lnTo>
                    <a:pt x="155232" y="233464"/>
                  </a:lnTo>
                  <a:lnTo>
                    <a:pt x="155536" y="231711"/>
                  </a:lnTo>
                  <a:lnTo>
                    <a:pt x="155371" y="227977"/>
                  </a:lnTo>
                  <a:lnTo>
                    <a:pt x="155206" y="224231"/>
                  </a:lnTo>
                  <a:lnTo>
                    <a:pt x="154406" y="221361"/>
                  </a:lnTo>
                  <a:lnTo>
                    <a:pt x="164147" y="232740"/>
                  </a:lnTo>
                  <a:lnTo>
                    <a:pt x="164147" y="222059"/>
                  </a:lnTo>
                  <a:lnTo>
                    <a:pt x="162928" y="220624"/>
                  </a:lnTo>
                  <a:lnTo>
                    <a:pt x="154317" y="210591"/>
                  </a:lnTo>
                  <a:lnTo>
                    <a:pt x="154317" y="221259"/>
                  </a:lnTo>
                  <a:lnTo>
                    <a:pt x="153174" y="221335"/>
                  </a:lnTo>
                  <a:lnTo>
                    <a:pt x="153784" y="220624"/>
                  </a:lnTo>
                  <a:lnTo>
                    <a:pt x="154317" y="221259"/>
                  </a:lnTo>
                  <a:lnTo>
                    <a:pt x="154317" y="210591"/>
                  </a:lnTo>
                  <a:lnTo>
                    <a:pt x="153784" y="209969"/>
                  </a:lnTo>
                  <a:lnTo>
                    <a:pt x="119748" y="249682"/>
                  </a:lnTo>
                  <a:lnTo>
                    <a:pt x="119748" y="271386"/>
                  </a:lnTo>
                  <a:lnTo>
                    <a:pt x="118351" y="271043"/>
                  </a:lnTo>
                  <a:lnTo>
                    <a:pt x="115138" y="271246"/>
                  </a:lnTo>
                  <a:lnTo>
                    <a:pt x="111937" y="271449"/>
                  </a:lnTo>
                  <a:lnTo>
                    <a:pt x="109461" y="272376"/>
                  </a:lnTo>
                  <a:lnTo>
                    <a:pt x="109461" y="274307"/>
                  </a:lnTo>
                  <a:lnTo>
                    <a:pt x="108623" y="273316"/>
                  </a:lnTo>
                  <a:lnTo>
                    <a:pt x="109372" y="272453"/>
                  </a:lnTo>
                  <a:lnTo>
                    <a:pt x="109461" y="274307"/>
                  </a:lnTo>
                  <a:lnTo>
                    <a:pt x="109461" y="272376"/>
                  </a:lnTo>
                  <a:lnTo>
                    <a:pt x="119164" y="261023"/>
                  </a:lnTo>
                  <a:lnTo>
                    <a:pt x="118948" y="262242"/>
                  </a:lnTo>
                  <a:lnTo>
                    <a:pt x="119303" y="269722"/>
                  </a:lnTo>
                  <a:lnTo>
                    <a:pt x="119748" y="271386"/>
                  </a:lnTo>
                  <a:lnTo>
                    <a:pt x="119748" y="249682"/>
                  </a:lnTo>
                  <a:lnTo>
                    <a:pt x="104038" y="267995"/>
                  </a:lnTo>
                  <a:lnTo>
                    <a:pt x="99479" y="262686"/>
                  </a:lnTo>
                  <a:lnTo>
                    <a:pt x="99479" y="273316"/>
                  </a:lnTo>
                  <a:lnTo>
                    <a:pt x="89369" y="285115"/>
                  </a:lnTo>
                  <a:lnTo>
                    <a:pt x="89649" y="283603"/>
                  </a:lnTo>
                  <a:lnTo>
                    <a:pt x="89293" y="276136"/>
                  </a:lnTo>
                  <a:lnTo>
                    <a:pt x="88836" y="274459"/>
                  </a:lnTo>
                  <a:lnTo>
                    <a:pt x="90322" y="274802"/>
                  </a:lnTo>
                  <a:lnTo>
                    <a:pt x="93522" y="274599"/>
                  </a:lnTo>
                  <a:lnTo>
                    <a:pt x="96723" y="274408"/>
                  </a:lnTo>
                  <a:lnTo>
                    <a:pt x="99288" y="273443"/>
                  </a:lnTo>
                  <a:lnTo>
                    <a:pt x="99263" y="273075"/>
                  </a:lnTo>
                  <a:lnTo>
                    <a:pt x="99479" y="273316"/>
                  </a:lnTo>
                  <a:lnTo>
                    <a:pt x="99479" y="262686"/>
                  </a:lnTo>
                  <a:lnTo>
                    <a:pt x="97574" y="260451"/>
                  </a:lnTo>
                  <a:lnTo>
                    <a:pt x="97574" y="271106"/>
                  </a:lnTo>
                  <a:lnTo>
                    <a:pt x="96558" y="270852"/>
                  </a:lnTo>
                  <a:lnTo>
                    <a:pt x="90157" y="271259"/>
                  </a:lnTo>
                  <a:lnTo>
                    <a:pt x="88633" y="271830"/>
                  </a:lnTo>
                  <a:lnTo>
                    <a:pt x="88950" y="270078"/>
                  </a:lnTo>
                  <a:lnTo>
                    <a:pt x="88773" y="266331"/>
                  </a:lnTo>
                  <a:lnTo>
                    <a:pt x="88607" y="262597"/>
                  </a:lnTo>
                  <a:lnTo>
                    <a:pt x="87972" y="260337"/>
                  </a:lnTo>
                  <a:lnTo>
                    <a:pt x="87972" y="286753"/>
                  </a:lnTo>
                  <a:lnTo>
                    <a:pt x="54317" y="326009"/>
                  </a:lnTo>
                  <a:lnTo>
                    <a:pt x="42633" y="312394"/>
                  </a:lnTo>
                  <a:lnTo>
                    <a:pt x="45212" y="313004"/>
                  </a:lnTo>
                  <a:lnTo>
                    <a:pt x="51612" y="312597"/>
                  </a:lnTo>
                  <a:lnTo>
                    <a:pt x="53047" y="312064"/>
                  </a:lnTo>
                  <a:lnTo>
                    <a:pt x="52755" y="313791"/>
                  </a:lnTo>
                  <a:lnTo>
                    <a:pt x="52920" y="317525"/>
                  </a:lnTo>
                  <a:lnTo>
                    <a:pt x="53086" y="321259"/>
                  </a:lnTo>
                  <a:lnTo>
                    <a:pt x="53911" y="324243"/>
                  </a:lnTo>
                  <a:lnTo>
                    <a:pt x="55587" y="324142"/>
                  </a:lnTo>
                  <a:lnTo>
                    <a:pt x="56134" y="321068"/>
                  </a:lnTo>
                  <a:lnTo>
                    <a:pt x="55791" y="313601"/>
                  </a:lnTo>
                  <a:lnTo>
                    <a:pt x="55333" y="311924"/>
                  </a:lnTo>
                  <a:lnTo>
                    <a:pt x="56807" y="312267"/>
                  </a:lnTo>
                  <a:lnTo>
                    <a:pt x="60020" y="312064"/>
                  </a:lnTo>
                  <a:lnTo>
                    <a:pt x="63220" y="311873"/>
                  </a:lnTo>
                  <a:lnTo>
                    <a:pt x="65786" y="310908"/>
                  </a:lnTo>
                  <a:lnTo>
                    <a:pt x="65697" y="308952"/>
                  </a:lnTo>
                  <a:lnTo>
                    <a:pt x="63055" y="308317"/>
                  </a:lnTo>
                  <a:lnTo>
                    <a:pt x="56642" y="308724"/>
                  </a:lnTo>
                  <a:lnTo>
                    <a:pt x="55130" y="309295"/>
                  </a:lnTo>
                  <a:lnTo>
                    <a:pt x="55435" y="307543"/>
                  </a:lnTo>
                  <a:lnTo>
                    <a:pt x="55270" y="303796"/>
                  </a:lnTo>
                  <a:lnTo>
                    <a:pt x="55105" y="300062"/>
                  </a:lnTo>
                  <a:lnTo>
                    <a:pt x="54279" y="297078"/>
                  </a:lnTo>
                  <a:lnTo>
                    <a:pt x="52603" y="297180"/>
                  </a:lnTo>
                  <a:lnTo>
                    <a:pt x="52057" y="300253"/>
                  </a:lnTo>
                  <a:lnTo>
                    <a:pt x="52400" y="307721"/>
                  </a:lnTo>
                  <a:lnTo>
                    <a:pt x="52844" y="309397"/>
                  </a:lnTo>
                  <a:lnTo>
                    <a:pt x="51447" y="309054"/>
                  </a:lnTo>
                  <a:lnTo>
                    <a:pt x="48247" y="309245"/>
                  </a:lnTo>
                  <a:lnTo>
                    <a:pt x="45046" y="309448"/>
                  </a:lnTo>
                  <a:lnTo>
                    <a:pt x="42481" y="310413"/>
                  </a:lnTo>
                  <a:lnTo>
                    <a:pt x="42557" y="312318"/>
                  </a:lnTo>
                  <a:lnTo>
                    <a:pt x="10058" y="274396"/>
                  </a:lnTo>
                  <a:lnTo>
                    <a:pt x="12623" y="274993"/>
                  </a:lnTo>
                  <a:lnTo>
                    <a:pt x="19037" y="274599"/>
                  </a:lnTo>
                  <a:lnTo>
                    <a:pt x="20472" y="274066"/>
                  </a:lnTo>
                  <a:lnTo>
                    <a:pt x="20180" y="275780"/>
                  </a:lnTo>
                  <a:lnTo>
                    <a:pt x="20345" y="279514"/>
                  </a:lnTo>
                  <a:lnTo>
                    <a:pt x="20523" y="283260"/>
                  </a:lnTo>
                  <a:lnTo>
                    <a:pt x="21336" y="286245"/>
                  </a:lnTo>
                  <a:lnTo>
                    <a:pt x="23012" y="286143"/>
                  </a:lnTo>
                  <a:lnTo>
                    <a:pt x="23558" y="283070"/>
                  </a:lnTo>
                  <a:lnTo>
                    <a:pt x="23215" y="275590"/>
                  </a:lnTo>
                  <a:lnTo>
                    <a:pt x="22745" y="273926"/>
                  </a:lnTo>
                  <a:lnTo>
                    <a:pt x="24231" y="274269"/>
                  </a:lnTo>
                  <a:lnTo>
                    <a:pt x="27432" y="274066"/>
                  </a:lnTo>
                  <a:lnTo>
                    <a:pt x="30645" y="273862"/>
                  </a:lnTo>
                  <a:lnTo>
                    <a:pt x="33210" y="272897"/>
                  </a:lnTo>
                  <a:lnTo>
                    <a:pt x="33108" y="270941"/>
                  </a:lnTo>
                  <a:lnTo>
                    <a:pt x="30467" y="270319"/>
                  </a:lnTo>
                  <a:lnTo>
                    <a:pt x="24066" y="270713"/>
                  </a:lnTo>
                  <a:lnTo>
                    <a:pt x="22555" y="271284"/>
                  </a:lnTo>
                  <a:lnTo>
                    <a:pt x="22860" y="269532"/>
                  </a:lnTo>
                  <a:lnTo>
                    <a:pt x="22694" y="265798"/>
                  </a:lnTo>
                  <a:lnTo>
                    <a:pt x="22517" y="262051"/>
                  </a:lnTo>
                  <a:lnTo>
                    <a:pt x="21691" y="259067"/>
                  </a:lnTo>
                  <a:lnTo>
                    <a:pt x="21336" y="259092"/>
                  </a:lnTo>
                  <a:lnTo>
                    <a:pt x="53098" y="222046"/>
                  </a:lnTo>
                  <a:lnTo>
                    <a:pt x="52679" y="224421"/>
                  </a:lnTo>
                  <a:lnTo>
                    <a:pt x="53022" y="231902"/>
                  </a:lnTo>
                  <a:lnTo>
                    <a:pt x="53467" y="233565"/>
                  </a:lnTo>
                  <a:lnTo>
                    <a:pt x="52070" y="233222"/>
                  </a:lnTo>
                  <a:lnTo>
                    <a:pt x="48869" y="233426"/>
                  </a:lnTo>
                  <a:lnTo>
                    <a:pt x="45669" y="233629"/>
                  </a:lnTo>
                  <a:lnTo>
                    <a:pt x="43103" y="234581"/>
                  </a:lnTo>
                  <a:lnTo>
                    <a:pt x="43192" y="236550"/>
                  </a:lnTo>
                  <a:lnTo>
                    <a:pt x="45834" y="237172"/>
                  </a:lnTo>
                  <a:lnTo>
                    <a:pt x="52235" y="236778"/>
                  </a:lnTo>
                  <a:lnTo>
                    <a:pt x="53670" y="236245"/>
                  </a:lnTo>
                  <a:lnTo>
                    <a:pt x="53378" y="237959"/>
                  </a:lnTo>
                  <a:lnTo>
                    <a:pt x="53543" y="241693"/>
                  </a:lnTo>
                  <a:lnTo>
                    <a:pt x="53708" y="245440"/>
                  </a:lnTo>
                  <a:lnTo>
                    <a:pt x="54533" y="248424"/>
                  </a:lnTo>
                  <a:lnTo>
                    <a:pt x="56210" y="248310"/>
                  </a:lnTo>
                  <a:lnTo>
                    <a:pt x="56756" y="245249"/>
                  </a:lnTo>
                  <a:lnTo>
                    <a:pt x="56413" y="237769"/>
                  </a:lnTo>
                  <a:lnTo>
                    <a:pt x="55956" y="236105"/>
                  </a:lnTo>
                  <a:lnTo>
                    <a:pt x="57429" y="236448"/>
                  </a:lnTo>
                  <a:lnTo>
                    <a:pt x="60642" y="236245"/>
                  </a:lnTo>
                  <a:lnTo>
                    <a:pt x="63842" y="236042"/>
                  </a:lnTo>
                  <a:lnTo>
                    <a:pt x="66408" y="235077"/>
                  </a:lnTo>
                  <a:lnTo>
                    <a:pt x="66382" y="234734"/>
                  </a:lnTo>
                  <a:lnTo>
                    <a:pt x="87731" y="259626"/>
                  </a:lnTo>
                  <a:lnTo>
                    <a:pt x="86106" y="259715"/>
                  </a:lnTo>
                  <a:lnTo>
                    <a:pt x="85559" y="262788"/>
                  </a:lnTo>
                  <a:lnTo>
                    <a:pt x="85902" y="270256"/>
                  </a:lnTo>
                  <a:lnTo>
                    <a:pt x="86360" y="271932"/>
                  </a:lnTo>
                  <a:lnTo>
                    <a:pt x="84963" y="271589"/>
                  </a:lnTo>
                  <a:lnTo>
                    <a:pt x="81749" y="271780"/>
                  </a:lnTo>
                  <a:lnTo>
                    <a:pt x="78549" y="271983"/>
                  </a:lnTo>
                  <a:lnTo>
                    <a:pt x="75984" y="272948"/>
                  </a:lnTo>
                  <a:lnTo>
                    <a:pt x="76073" y="274904"/>
                  </a:lnTo>
                  <a:lnTo>
                    <a:pt x="78714" y="275539"/>
                  </a:lnTo>
                  <a:lnTo>
                    <a:pt x="85128" y="275132"/>
                  </a:lnTo>
                  <a:lnTo>
                    <a:pt x="86550" y="274599"/>
                  </a:lnTo>
                  <a:lnTo>
                    <a:pt x="86258" y="276326"/>
                  </a:lnTo>
                  <a:lnTo>
                    <a:pt x="86423" y="280060"/>
                  </a:lnTo>
                  <a:lnTo>
                    <a:pt x="86601" y="283794"/>
                  </a:lnTo>
                  <a:lnTo>
                    <a:pt x="87426" y="286778"/>
                  </a:lnTo>
                  <a:lnTo>
                    <a:pt x="87972" y="286753"/>
                  </a:lnTo>
                  <a:lnTo>
                    <a:pt x="87972" y="260337"/>
                  </a:lnTo>
                  <a:lnTo>
                    <a:pt x="87795" y="259702"/>
                  </a:lnTo>
                  <a:lnTo>
                    <a:pt x="97574" y="271106"/>
                  </a:lnTo>
                  <a:lnTo>
                    <a:pt x="97574" y="260451"/>
                  </a:lnTo>
                  <a:lnTo>
                    <a:pt x="64681" y="222072"/>
                  </a:lnTo>
                  <a:lnTo>
                    <a:pt x="64681" y="232740"/>
                  </a:lnTo>
                  <a:lnTo>
                    <a:pt x="63677" y="232498"/>
                  </a:lnTo>
                  <a:lnTo>
                    <a:pt x="57264" y="232892"/>
                  </a:lnTo>
                  <a:lnTo>
                    <a:pt x="55753" y="233464"/>
                  </a:lnTo>
                  <a:lnTo>
                    <a:pt x="56057" y="231711"/>
                  </a:lnTo>
                  <a:lnTo>
                    <a:pt x="55892" y="227977"/>
                  </a:lnTo>
                  <a:lnTo>
                    <a:pt x="55727" y="224231"/>
                  </a:lnTo>
                  <a:lnTo>
                    <a:pt x="54914" y="221335"/>
                  </a:lnTo>
                  <a:lnTo>
                    <a:pt x="64681" y="232740"/>
                  </a:lnTo>
                  <a:lnTo>
                    <a:pt x="64681" y="222072"/>
                  </a:lnTo>
                  <a:lnTo>
                    <a:pt x="63449" y="220624"/>
                  </a:lnTo>
                  <a:lnTo>
                    <a:pt x="54851" y="210604"/>
                  </a:lnTo>
                  <a:lnTo>
                    <a:pt x="54851" y="221259"/>
                  </a:lnTo>
                  <a:lnTo>
                    <a:pt x="53708" y="221335"/>
                  </a:lnTo>
                  <a:lnTo>
                    <a:pt x="54317" y="220624"/>
                  </a:lnTo>
                  <a:lnTo>
                    <a:pt x="54851" y="221259"/>
                  </a:lnTo>
                  <a:lnTo>
                    <a:pt x="54851" y="210604"/>
                  </a:lnTo>
                  <a:lnTo>
                    <a:pt x="54317" y="209969"/>
                  </a:lnTo>
                  <a:lnTo>
                    <a:pt x="20269" y="249682"/>
                  </a:lnTo>
                  <a:lnTo>
                    <a:pt x="20269" y="271386"/>
                  </a:lnTo>
                  <a:lnTo>
                    <a:pt x="18872" y="271043"/>
                  </a:lnTo>
                  <a:lnTo>
                    <a:pt x="15671" y="271246"/>
                  </a:lnTo>
                  <a:lnTo>
                    <a:pt x="12458" y="271449"/>
                  </a:lnTo>
                  <a:lnTo>
                    <a:pt x="9982" y="272376"/>
                  </a:lnTo>
                  <a:lnTo>
                    <a:pt x="9982" y="274307"/>
                  </a:lnTo>
                  <a:lnTo>
                    <a:pt x="9144" y="273316"/>
                  </a:lnTo>
                  <a:lnTo>
                    <a:pt x="9893" y="272440"/>
                  </a:lnTo>
                  <a:lnTo>
                    <a:pt x="9982" y="274307"/>
                  </a:lnTo>
                  <a:lnTo>
                    <a:pt x="9982" y="272376"/>
                  </a:lnTo>
                  <a:lnTo>
                    <a:pt x="19685" y="261010"/>
                  </a:lnTo>
                  <a:lnTo>
                    <a:pt x="19481" y="262242"/>
                  </a:lnTo>
                  <a:lnTo>
                    <a:pt x="19824" y="269722"/>
                  </a:lnTo>
                  <a:lnTo>
                    <a:pt x="20269" y="271386"/>
                  </a:lnTo>
                  <a:lnTo>
                    <a:pt x="20269" y="249682"/>
                  </a:lnTo>
                  <a:lnTo>
                    <a:pt x="0" y="273316"/>
                  </a:lnTo>
                  <a:lnTo>
                    <a:pt x="54317" y="336664"/>
                  </a:lnTo>
                  <a:lnTo>
                    <a:pt x="63449" y="326009"/>
                  </a:lnTo>
                  <a:lnTo>
                    <a:pt x="104038" y="278650"/>
                  </a:lnTo>
                  <a:lnTo>
                    <a:pt x="153784" y="336664"/>
                  </a:lnTo>
                  <a:lnTo>
                    <a:pt x="162928" y="326009"/>
                  </a:lnTo>
                  <a:lnTo>
                    <a:pt x="204952" y="276974"/>
                  </a:lnTo>
                  <a:lnTo>
                    <a:pt x="256146" y="336664"/>
                  </a:lnTo>
                  <a:lnTo>
                    <a:pt x="265277" y="326009"/>
                  </a:lnTo>
                  <a:lnTo>
                    <a:pt x="310451" y="273316"/>
                  </a:lnTo>
                  <a:close/>
                </a:path>
                <a:path w="319404" h="337184">
                  <a:moveTo>
                    <a:pt x="318782" y="2590"/>
                  </a:moveTo>
                  <a:lnTo>
                    <a:pt x="318693" y="635"/>
                  </a:lnTo>
                  <a:lnTo>
                    <a:pt x="316052" y="0"/>
                  </a:lnTo>
                  <a:lnTo>
                    <a:pt x="309638" y="406"/>
                  </a:lnTo>
                  <a:lnTo>
                    <a:pt x="307086" y="1371"/>
                  </a:lnTo>
                  <a:lnTo>
                    <a:pt x="307124" y="2349"/>
                  </a:lnTo>
                  <a:lnTo>
                    <a:pt x="306285" y="2387"/>
                  </a:lnTo>
                  <a:lnTo>
                    <a:pt x="305752" y="5473"/>
                  </a:lnTo>
                  <a:lnTo>
                    <a:pt x="305917" y="9207"/>
                  </a:lnTo>
                  <a:lnTo>
                    <a:pt x="306082" y="12941"/>
                  </a:lnTo>
                  <a:lnTo>
                    <a:pt x="306908" y="15925"/>
                  </a:lnTo>
                  <a:lnTo>
                    <a:pt x="308584" y="15824"/>
                  </a:lnTo>
                  <a:lnTo>
                    <a:pt x="309130" y="12763"/>
                  </a:lnTo>
                  <a:lnTo>
                    <a:pt x="308787" y="5283"/>
                  </a:lnTo>
                  <a:lnTo>
                    <a:pt x="308330" y="3606"/>
                  </a:lnTo>
                  <a:lnTo>
                    <a:pt x="309803" y="3949"/>
                  </a:lnTo>
                  <a:lnTo>
                    <a:pt x="313016" y="3759"/>
                  </a:lnTo>
                  <a:lnTo>
                    <a:pt x="316217" y="3556"/>
                  </a:lnTo>
                  <a:lnTo>
                    <a:pt x="318782" y="2590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0" name="object 2090" descr=""/>
            <p:cNvSpPr/>
            <p:nvPr/>
          </p:nvSpPr>
          <p:spPr>
            <a:xfrm>
              <a:off x="8452536" y="7064139"/>
              <a:ext cx="311150" cy="359410"/>
            </a:xfrm>
            <a:custGeom>
              <a:avLst/>
              <a:gdLst/>
              <a:ahLst/>
              <a:cxnLst/>
              <a:rect l="l" t="t" r="r" b="b"/>
              <a:pathLst>
                <a:path w="311150" h="359409">
                  <a:moveTo>
                    <a:pt x="108635" y="218681"/>
                  </a:moveTo>
                  <a:lnTo>
                    <a:pt x="99491" y="208026"/>
                  </a:lnTo>
                  <a:lnTo>
                    <a:pt x="99491" y="218681"/>
                  </a:lnTo>
                  <a:lnTo>
                    <a:pt x="89382" y="230479"/>
                  </a:lnTo>
                  <a:lnTo>
                    <a:pt x="89649" y="228981"/>
                  </a:lnTo>
                  <a:lnTo>
                    <a:pt x="89306" y="221500"/>
                  </a:lnTo>
                  <a:lnTo>
                    <a:pt x="88849" y="219824"/>
                  </a:lnTo>
                  <a:lnTo>
                    <a:pt x="90322" y="220167"/>
                  </a:lnTo>
                  <a:lnTo>
                    <a:pt x="93535" y="219976"/>
                  </a:lnTo>
                  <a:lnTo>
                    <a:pt x="96735" y="219773"/>
                  </a:lnTo>
                  <a:lnTo>
                    <a:pt x="99301" y="218808"/>
                  </a:lnTo>
                  <a:lnTo>
                    <a:pt x="99275" y="218440"/>
                  </a:lnTo>
                  <a:lnTo>
                    <a:pt x="99491" y="218681"/>
                  </a:lnTo>
                  <a:lnTo>
                    <a:pt x="99491" y="208026"/>
                  </a:lnTo>
                  <a:lnTo>
                    <a:pt x="97586" y="205803"/>
                  </a:lnTo>
                  <a:lnTo>
                    <a:pt x="97586" y="216471"/>
                  </a:lnTo>
                  <a:lnTo>
                    <a:pt x="96570" y="216217"/>
                  </a:lnTo>
                  <a:lnTo>
                    <a:pt x="90157" y="216623"/>
                  </a:lnTo>
                  <a:lnTo>
                    <a:pt x="88646" y="217195"/>
                  </a:lnTo>
                  <a:lnTo>
                    <a:pt x="88950" y="215442"/>
                  </a:lnTo>
                  <a:lnTo>
                    <a:pt x="88785" y="211696"/>
                  </a:lnTo>
                  <a:lnTo>
                    <a:pt x="88620" y="207962"/>
                  </a:lnTo>
                  <a:lnTo>
                    <a:pt x="87972" y="205663"/>
                  </a:lnTo>
                  <a:lnTo>
                    <a:pt x="87972" y="232117"/>
                  </a:lnTo>
                  <a:lnTo>
                    <a:pt x="54317" y="271373"/>
                  </a:lnTo>
                  <a:lnTo>
                    <a:pt x="42621" y="257746"/>
                  </a:lnTo>
                  <a:lnTo>
                    <a:pt x="45212" y="258368"/>
                  </a:lnTo>
                  <a:lnTo>
                    <a:pt x="51625" y="257962"/>
                  </a:lnTo>
                  <a:lnTo>
                    <a:pt x="53060" y="257429"/>
                  </a:lnTo>
                  <a:lnTo>
                    <a:pt x="52768" y="259156"/>
                  </a:lnTo>
                  <a:lnTo>
                    <a:pt x="52933" y="262890"/>
                  </a:lnTo>
                  <a:lnTo>
                    <a:pt x="53098" y="266623"/>
                  </a:lnTo>
                  <a:lnTo>
                    <a:pt x="53924" y="269608"/>
                  </a:lnTo>
                  <a:lnTo>
                    <a:pt x="55600" y="269506"/>
                  </a:lnTo>
                  <a:lnTo>
                    <a:pt x="56146" y="266446"/>
                  </a:lnTo>
                  <a:lnTo>
                    <a:pt x="55803" y="258965"/>
                  </a:lnTo>
                  <a:lnTo>
                    <a:pt x="55333" y="257289"/>
                  </a:lnTo>
                  <a:lnTo>
                    <a:pt x="56819" y="257632"/>
                  </a:lnTo>
                  <a:lnTo>
                    <a:pt x="60020" y="257441"/>
                  </a:lnTo>
                  <a:lnTo>
                    <a:pt x="63233" y="257238"/>
                  </a:lnTo>
                  <a:lnTo>
                    <a:pt x="65798" y="256273"/>
                  </a:lnTo>
                  <a:lnTo>
                    <a:pt x="65697" y="254317"/>
                  </a:lnTo>
                  <a:lnTo>
                    <a:pt x="63055" y="253682"/>
                  </a:lnTo>
                  <a:lnTo>
                    <a:pt x="56654" y="254088"/>
                  </a:lnTo>
                  <a:lnTo>
                    <a:pt x="55143" y="254660"/>
                  </a:lnTo>
                  <a:lnTo>
                    <a:pt x="55448" y="252907"/>
                  </a:lnTo>
                  <a:lnTo>
                    <a:pt x="55283" y="249161"/>
                  </a:lnTo>
                  <a:lnTo>
                    <a:pt x="55105" y="245427"/>
                  </a:lnTo>
                  <a:lnTo>
                    <a:pt x="54279" y="242443"/>
                  </a:lnTo>
                  <a:lnTo>
                    <a:pt x="52603" y="242544"/>
                  </a:lnTo>
                  <a:lnTo>
                    <a:pt x="52070" y="245618"/>
                  </a:lnTo>
                  <a:lnTo>
                    <a:pt x="52412" y="253098"/>
                  </a:lnTo>
                  <a:lnTo>
                    <a:pt x="52857" y="254762"/>
                  </a:lnTo>
                  <a:lnTo>
                    <a:pt x="51460" y="254419"/>
                  </a:lnTo>
                  <a:lnTo>
                    <a:pt x="48260" y="254622"/>
                  </a:lnTo>
                  <a:lnTo>
                    <a:pt x="45046" y="254812"/>
                  </a:lnTo>
                  <a:lnTo>
                    <a:pt x="42481" y="255778"/>
                  </a:lnTo>
                  <a:lnTo>
                    <a:pt x="42570" y="257695"/>
                  </a:lnTo>
                  <a:lnTo>
                    <a:pt x="10058" y="219760"/>
                  </a:lnTo>
                  <a:lnTo>
                    <a:pt x="12623" y="220357"/>
                  </a:lnTo>
                  <a:lnTo>
                    <a:pt x="19050" y="219964"/>
                  </a:lnTo>
                  <a:lnTo>
                    <a:pt x="20472" y="219430"/>
                  </a:lnTo>
                  <a:lnTo>
                    <a:pt x="20180" y="221145"/>
                  </a:lnTo>
                  <a:lnTo>
                    <a:pt x="20345" y="224878"/>
                  </a:lnTo>
                  <a:lnTo>
                    <a:pt x="20523" y="228625"/>
                  </a:lnTo>
                  <a:lnTo>
                    <a:pt x="21348" y="231609"/>
                  </a:lnTo>
                  <a:lnTo>
                    <a:pt x="23025" y="231508"/>
                  </a:lnTo>
                  <a:lnTo>
                    <a:pt x="23558" y="228434"/>
                  </a:lnTo>
                  <a:lnTo>
                    <a:pt x="23215" y="220954"/>
                  </a:lnTo>
                  <a:lnTo>
                    <a:pt x="22758" y="219278"/>
                  </a:lnTo>
                  <a:lnTo>
                    <a:pt x="24244" y="219633"/>
                  </a:lnTo>
                  <a:lnTo>
                    <a:pt x="27444" y="219430"/>
                  </a:lnTo>
                  <a:lnTo>
                    <a:pt x="30645" y="219227"/>
                  </a:lnTo>
                  <a:lnTo>
                    <a:pt x="33210" y="218274"/>
                  </a:lnTo>
                  <a:lnTo>
                    <a:pt x="33121" y="216306"/>
                  </a:lnTo>
                  <a:lnTo>
                    <a:pt x="30480" y="215684"/>
                  </a:lnTo>
                  <a:lnTo>
                    <a:pt x="24066" y="216077"/>
                  </a:lnTo>
                  <a:lnTo>
                    <a:pt x="22555" y="216649"/>
                  </a:lnTo>
                  <a:lnTo>
                    <a:pt x="22860" y="214896"/>
                  </a:lnTo>
                  <a:lnTo>
                    <a:pt x="22694" y="211162"/>
                  </a:lnTo>
                  <a:lnTo>
                    <a:pt x="22529" y="207429"/>
                  </a:lnTo>
                  <a:lnTo>
                    <a:pt x="21704" y="204444"/>
                  </a:lnTo>
                  <a:lnTo>
                    <a:pt x="21323" y="204470"/>
                  </a:lnTo>
                  <a:lnTo>
                    <a:pt x="53098" y="167411"/>
                  </a:lnTo>
                  <a:lnTo>
                    <a:pt x="52679" y="169786"/>
                  </a:lnTo>
                  <a:lnTo>
                    <a:pt x="53035" y="177266"/>
                  </a:lnTo>
                  <a:lnTo>
                    <a:pt x="53479" y="178930"/>
                  </a:lnTo>
                  <a:lnTo>
                    <a:pt x="52082" y="178587"/>
                  </a:lnTo>
                  <a:lnTo>
                    <a:pt x="48882" y="178790"/>
                  </a:lnTo>
                  <a:lnTo>
                    <a:pt x="45669" y="178993"/>
                  </a:lnTo>
                  <a:lnTo>
                    <a:pt x="43103" y="179946"/>
                  </a:lnTo>
                  <a:lnTo>
                    <a:pt x="43205" y="181914"/>
                  </a:lnTo>
                  <a:lnTo>
                    <a:pt x="45834" y="182537"/>
                  </a:lnTo>
                  <a:lnTo>
                    <a:pt x="52247" y="182143"/>
                  </a:lnTo>
                  <a:lnTo>
                    <a:pt x="53682" y="181610"/>
                  </a:lnTo>
                  <a:lnTo>
                    <a:pt x="53390" y="183324"/>
                  </a:lnTo>
                  <a:lnTo>
                    <a:pt x="53555" y="187071"/>
                  </a:lnTo>
                  <a:lnTo>
                    <a:pt x="53721" y="190804"/>
                  </a:lnTo>
                  <a:lnTo>
                    <a:pt x="54546" y="193789"/>
                  </a:lnTo>
                  <a:lnTo>
                    <a:pt x="56222" y="193687"/>
                  </a:lnTo>
                  <a:lnTo>
                    <a:pt x="56769" y="190614"/>
                  </a:lnTo>
                  <a:lnTo>
                    <a:pt x="56426" y="183134"/>
                  </a:lnTo>
                  <a:lnTo>
                    <a:pt x="55956" y="181457"/>
                  </a:lnTo>
                  <a:lnTo>
                    <a:pt x="57442" y="181813"/>
                  </a:lnTo>
                  <a:lnTo>
                    <a:pt x="60642" y="181610"/>
                  </a:lnTo>
                  <a:lnTo>
                    <a:pt x="63855" y="181406"/>
                  </a:lnTo>
                  <a:lnTo>
                    <a:pt x="66421" y="180454"/>
                  </a:lnTo>
                  <a:lnTo>
                    <a:pt x="66395" y="180111"/>
                  </a:lnTo>
                  <a:lnTo>
                    <a:pt x="87744" y="204990"/>
                  </a:lnTo>
                  <a:lnTo>
                    <a:pt x="86118" y="205079"/>
                  </a:lnTo>
                  <a:lnTo>
                    <a:pt x="85572" y="208153"/>
                  </a:lnTo>
                  <a:lnTo>
                    <a:pt x="85915" y="215620"/>
                  </a:lnTo>
                  <a:lnTo>
                    <a:pt x="86360" y="217297"/>
                  </a:lnTo>
                  <a:lnTo>
                    <a:pt x="84963" y="216954"/>
                  </a:lnTo>
                  <a:lnTo>
                    <a:pt x="81762" y="217157"/>
                  </a:lnTo>
                  <a:lnTo>
                    <a:pt x="78562" y="217347"/>
                  </a:lnTo>
                  <a:lnTo>
                    <a:pt x="75996" y="218313"/>
                  </a:lnTo>
                  <a:lnTo>
                    <a:pt x="76085" y="220268"/>
                  </a:lnTo>
                  <a:lnTo>
                    <a:pt x="78727" y="220903"/>
                  </a:lnTo>
                  <a:lnTo>
                    <a:pt x="85128" y="220497"/>
                  </a:lnTo>
                  <a:lnTo>
                    <a:pt x="86563" y="219964"/>
                  </a:lnTo>
                  <a:lnTo>
                    <a:pt x="86271" y="221691"/>
                  </a:lnTo>
                  <a:lnTo>
                    <a:pt x="86436" y="225425"/>
                  </a:lnTo>
                  <a:lnTo>
                    <a:pt x="86601" y="229158"/>
                  </a:lnTo>
                  <a:lnTo>
                    <a:pt x="87426" y="232143"/>
                  </a:lnTo>
                  <a:lnTo>
                    <a:pt x="87972" y="232117"/>
                  </a:lnTo>
                  <a:lnTo>
                    <a:pt x="87972" y="205663"/>
                  </a:lnTo>
                  <a:lnTo>
                    <a:pt x="87807" y="205066"/>
                  </a:lnTo>
                  <a:lnTo>
                    <a:pt x="97586" y="216471"/>
                  </a:lnTo>
                  <a:lnTo>
                    <a:pt x="97586" y="205803"/>
                  </a:lnTo>
                  <a:lnTo>
                    <a:pt x="64681" y="167411"/>
                  </a:lnTo>
                  <a:lnTo>
                    <a:pt x="64681" y="178104"/>
                  </a:lnTo>
                  <a:lnTo>
                    <a:pt x="63677" y="177863"/>
                  </a:lnTo>
                  <a:lnTo>
                    <a:pt x="57277" y="178257"/>
                  </a:lnTo>
                  <a:lnTo>
                    <a:pt x="55765" y="178828"/>
                  </a:lnTo>
                  <a:lnTo>
                    <a:pt x="56070" y="177076"/>
                  </a:lnTo>
                  <a:lnTo>
                    <a:pt x="55905" y="173342"/>
                  </a:lnTo>
                  <a:lnTo>
                    <a:pt x="55727" y="169595"/>
                  </a:lnTo>
                  <a:lnTo>
                    <a:pt x="54914" y="166700"/>
                  </a:lnTo>
                  <a:lnTo>
                    <a:pt x="64681" y="178104"/>
                  </a:lnTo>
                  <a:lnTo>
                    <a:pt x="64681" y="167411"/>
                  </a:lnTo>
                  <a:lnTo>
                    <a:pt x="63461" y="165989"/>
                  </a:lnTo>
                  <a:lnTo>
                    <a:pt x="54864" y="155981"/>
                  </a:lnTo>
                  <a:lnTo>
                    <a:pt x="54864" y="166636"/>
                  </a:lnTo>
                  <a:lnTo>
                    <a:pt x="53708" y="166700"/>
                  </a:lnTo>
                  <a:lnTo>
                    <a:pt x="54317" y="165989"/>
                  </a:lnTo>
                  <a:lnTo>
                    <a:pt x="54864" y="166636"/>
                  </a:lnTo>
                  <a:lnTo>
                    <a:pt x="54864" y="155981"/>
                  </a:lnTo>
                  <a:lnTo>
                    <a:pt x="54317" y="155333"/>
                  </a:lnTo>
                  <a:lnTo>
                    <a:pt x="20269" y="195046"/>
                  </a:lnTo>
                  <a:lnTo>
                    <a:pt x="20269" y="216750"/>
                  </a:lnTo>
                  <a:lnTo>
                    <a:pt x="18872" y="216408"/>
                  </a:lnTo>
                  <a:lnTo>
                    <a:pt x="15671" y="216611"/>
                  </a:lnTo>
                  <a:lnTo>
                    <a:pt x="12471" y="216814"/>
                  </a:lnTo>
                  <a:lnTo>
                    <a:pt x="9982" y="217766"/>
                  </a:lnTo>
                  <a:lnTo>
                    <a:pt x="9982" y="219671"/>
                  </a:lnTo>
                  <a:lnTo>
                    <a:pt x="9144" y="218681"/>
                  </a:lnTo>
                  <a:lnTo>
                    <a:pt x="9906" y="217792"/>
                  </a:lnTo>
                  <a:lnTo>
                    <a:pt x="9982" y="219671"/>
                  </a:lnTo>
                  <a:lnTo>
                    <a:pt x="9982" y="217766"/>
                  </a:lnTo>
                  <a:lnTo>
                    <a:pt x="19697" y="206375"/>
                  </a:lnTo>
                  <a:lnTo>
                    <a:pt x="19481" y="207606"/>
                  </a:lnTo>
                  <a:lnTo>
                    <a:pt x="19824" y="215087"/>
                  </a:lnTo>
                  <a:lnTo>
                    <a:pt x="20269" y="216750"/>
                  </a:lnTo>
                  <a:lnTo>
                    <a:pt x="20269" y="195046"/>
                  </a:lnTo>
                  <a:lnTo>
                    <a:pt x="0" y="218681"/>
                  </a:lnTo>
                  <a:lnTo>
                    <a:pt x="54317" y="282028"/>
                  </a:lnTo>
                  <a:lnTo>
                    <a:pt x="63461" y="271373"/>
                  </a:lnTo>
                  <a:lnTo>
                    <a:pt x="108635" y="218681"/>
                  </a:lnTo>
                  <a:close/>
                </a:path>
                <a:path w="311150" h="359409">
                  <a:moveTo>
                    <a:pt x="260159" y="295846"/>
                  </a:moveTo>
                  <a:lnTo>
                    <a:pt x="251028" y="285203"/>
                  </a:lnTo>
                  <a:lnTo>
                    <a:pt x="251028" y="295846"/>
                  </a:lnTo>
                  <a:lnTo>
                    <a:pt x="205854" y="348538"/>
                  </a:lnTo>
                  <a:lnTo>
                    <a:pt x="161582" y="296900"/>
                  </a:lnTo>
                  <a:lnTo>
                    <a:pt x="164172" y="297522"/>
                  </a:lnTo>
                  <a:lnTo>
                    <a:pt x="170573" y="297116"/>
                  </a:lnTo>
                  <a:lnTo>
                    <a:pt x="173126" y="296164"/>
                  </a:lnTo>
                  <a:lnTo>
                    <a:pt x="173088" y="295198"/>
                  </a:lnTo>
                  <a:lnTo>
                    <a:pt x="173863" y="295135"/>
                  </a:lnTo>
                  <a:lnTo>
                    <a:pt x="174396" y="292061"/>
                  </a:lnTo>
                  <a:lnTo>
                    <a:pt x="174231" y="288328"/>
                  </a:lnTo>
                  <a:lnTo>
                    <a:pt x="174053" y="284581"/>
                  </a:lnTo>
                  <a:lnTo>
                    <a:pt x="173240" y="281597"/>
                  </a:lnTo>
                  <a:lnTo>
                    <a:pt x="172872" y="281622"/>
                  </a:lnTo>
                  <a:lnTo>
                    <a:pt x="205854" y="243154"/>
                  </a:lnTo>
                  <a:lnTo>
                    <a:pt x="251028" y="295846"/>
                  </a:lnTo>
                  <a:lnTo>
                    <a:pt x="251028" y="285203"/>
                  </a:lnTo>
                  <a:lnTo>
                    <a:pt x="214985" y="243154"/>
                  </a:lnTo>
                  <a:lnTo>
                    <a:pt x="205854" y="232498"/>
                  </a:lnTo>
                  <a:lnTo>
                    <a:pt x="171805" y="272211"/>
                  </a:lnTo>
                  <a:lnTo>
                    <a:pt x="171805" y="293903"/>
                  </a:lnTo>
                  <a:lnTo>
                    <a:pt x="170408" y="293573"/>
                  </a:lnTo>
                  <a:lnTo>
                    <a:pt x="167208" y="293776"/>
                  </a:lnTo>
                  <a:lnTo>
                    <a:pt x="163995" y="293966"/>
                  </a:lnTo>
                  <a:lnTo>
                    <a:pt x="161518" y="294906"/>
                  </a:lnTo>
                  <a:lnTo>
                    <a:pt x="161518" y="296837"/>
                  </a:lnTo>
                  <a:lnTo>
                    <a:pt x="160680" y="295846"/>
                  </a:lnTo>
                  <a:lnTo>
                    <a:pt x="161429" y="294982"/>
                  </a:lnTo>
                  <a:lnTo>
                    <a:pt x="161518" y="296837"/>
                  </a:lnTo>
                  <a:lnTo>
                    <a:pt x="161518" y="294906"/>
                  </a:lnTo>
                  <a:lnTo>
                    <a:pt x="171234" y="283540"/>
                  </a:lnTo>
                  <a:lnTo>
                    <a:pt x="171018" y="284772"/>
                  </a:lnTo>
                  <a:lnTo>
                    <a:pt x="171361" y="292252"/>
                  </a:lnTo>
                  <a:lnTo>
                    <a:pt x="171805" y="293903"/>
                  </a:lnTo>
                  <a:lnTo>
                    <a:pt x="171805" y="272211"/>
                  </a:lnTo>
                  <a:lnTo>
                    <a:pt x="154660" y="292201"/>
                  </a:lnTo>
                  <a:lnTo>
                    <a:pt x="148666" y="285216"/>
                  </a:lnTo>
                  <a:lnTo>
                    <a:pt x="148666" y="295846"/>
                  </a:lnTo>
                  <a:lnTo>
                    <a:pt x="138557" y="307632"/>
                  </a:lnTo>
                  <a:lnTo>
                    <a:pt x="138823" y="306133"/>
                  </a:lnTo>
                  <a:lnTo>
                    <a:pt x="138480" y="298665"/>
                  </a:lnTo>
                  <a:lnTo>
                    <a:pt x="138010" y="296976"/>
                  </a:lnTo>
                  <a:lnTo>
                    <a:pt x="139509" y="297332"/>
                  </a:lnTo>
                  <a:lnTo>
                    <a:pt x="142709" y="297129"/>
                  </a:lnTo>
                  <a:lnTo>
                    <a:pt x="145910" y="296938"/>
                  </a:lnTo>
                  <a:lnTo>
                    <a:pt x="148475" y="295973"/>
                  </a:lnTo>
                  <a:lnTo>
                    <a:pt x="148450" y="295605"/>
                  </a:lnTo>
                  <a:lnTo>
                    <a:pt x="148666" y="295846"/>
                  </a:lnTo>
                  <a:lnTo>
                    <a:pt x="148666" y="285216"/>
                  </a:lnTo>
                  <a:lnTo>
                    <a:pt x="146761" y="282994"/>
                  </a:lnTo>
                  <a:lnTo>
                    <a:pt x="146761" y="293636"/>
                  </a:lnTo>
                  <a:lnTo>
                    <a:pt x="145745" y="293382"/>
                  </a:lnTo>
                  <a:lnTo>
                    <a:pt x="139344" y="293776"/>
                  </a:lnTo>
                  <a:lnTo>
                    <a:pt x="137820" y="294347"/>
                  </a:lnTo>
                  <a:lnTo>
                    <a:pt x="138137" y="292595"/>
                  </a:lnTo>
                  <a:lnTo>
                    <a:pt x="137960" y="288861"/>
                  </a:lnTo>
                  <a:lnTo>
                    <a:pt x="137795" y="285127"/>
                  </a:lnTo>
                  <a:lnTo>
                    <a:pt x="137147" y="282829"/>
                  </a:lnTo>
                  <a:lnTo>
                    <a:pt x="137147" y="309283"/>
                  </a:lnTo>
                  <a:lnTo>
                    <a:pt x="103492" y="348538"/>
                  </a:lnTo>
                  <a:lnTo>
                    <a:pt x="91808" y="334924"/>
                  </a:lnTo>
                  <a:lnTo>
                    <a:pt x="94399" y="335521"/>
                  </a:lnTo>
                  <a:lnTo>
                    <a:pt x="100799" y="335127"/>
                  </a:lnTo>
                  <a:lnTo>
                    <a:pt x="102235" y="334594"/>
                  </a:lnTo>
                  <a:lnTo>
                    <a:pt x="101942" y="336308"/>
                  </a:lnTo>
                  <a:lnTo>
                    <a:pt x="102108" y="340055"/>
                  </a:lnTo>
                  <a:lnTo>
                    <a:pt x="102273" y="343789"/>
                  </a:lnTo>
                  <a:lnTo>
                    <a:pt x="103098" y="346773"/>
                  </a:lnTo>
                  <a:lnTo>
                    <a:pt x="104775" y="346671"/>
                  </a:lnTo>
                  <a:lnTo>
                    <a:pt x="105321" y="343598"/>
                  </a:lnTo>
                  <a:lnTo>
                    <a:pt x="104978" y="336130"/>
                  </a:lnTo>
                  <a:lnTo>
                    <a:pt x="104508" y="334441"/>
                  </a:lnTo>
                  <a:lnTo>
                    <a:pt x="105994" y="334797"/>
                  </a:lnTo>
                  <a:lnTo>
                    <a:pt x="109207" y="334594"/>
                  </a:lnTo>
                  <a:lnTo>
                    <a:pt x="112407" y="334403"/>
                  </a:lnTo>
                  <a:lnTo>
                    <a:pt x="114973" y="333438"/>
                  </a:lnTo>
                  <a:lnTo>
                    <a:pt x="114871" y="331482"/>
                  </a:lnTo>
                  <a:lnTo>
                    <a:pt x="112242" y="330847"/>
                  </a:lnTo>
                  <a:lnTo>
                    <a:pt x="105829" y="331241"/>
                  </a:lnTo>
                  <a:lnTo>
                    <a:pt x="104317" y="331812"/>
                  </a:lnTo>
                  <a:lnTo>
                    <a:pt x="104622" y="330060"/>
                  </a:lnTo>
                  <a:lnTo>
                    <a:pt x="104457" y="326326"/>
                  </a:lnTo>
                  <a:lnTo>
                    <a:pt x="104292" y="322592"/>
                  </a:lnTo>
                  <a:lnTo>
                    <a:pt x="103466" y="319608"/>
                  </a:lnTo>
                  <a:lnTo>
                    <a:pt x="101790" y="319709"/>
                  </a:lnTo>
                  <a:lnTo>
                    <a:pt x="101244" y="322783"/>
                  </a:lnTo>
                  <a:lnTo>
                    <a:pt x="101587" y="330250"/>
                  </a:lnTo>
                  <a:lnTo>
                    <a:pt x="102031" y="331927"/>
                  </a:lnTo>
                  <a:lnTo>
                    <a:pt x="100634" y="331584"/>
                  </a:lnTo>
                  <a:lnTo>
                    <a:pt x="97434" y="331774"/>
                  </a:lnTo>
                  <a:lnTo>
                    <a:pt x="94234" y="331978"/>
                  </a:lnTo>
                  <a:lnTo>
                    <a:pt x="91668" y="332943"/>
                  </a:lnTo>
                  <a:lnTo>
                    <a:pt x="91744" y="334848"/>
                  </a:lnTo>
                  <a:lnTo>
                    <a:pt x="59232" y="296900"/>
                  </a:lnTo>
                  <a:lnTo>
                    <a:pt x="61810" y="297522"/>
                  </a:lnTo>
                  <a:lnTo>
                    <a:pt x="68224" y="297116"/>
                  </a:lnTo>
                  <a:lnTo>
                    <a:pt x="69646" y="296595"/>
                  </a:lnTo>
                  <a:lnTo>
                    <a:pt x="69354" y="298310"/>
                  </a:lnTo>
                  <a:lnTo>
                    <a:pt x="69532" y="302044"/>
                  </a:lnTo>
                  <a:lnTo>
                    <a:pt x="69710" y="305790"/>
                  </a:lnTo>
                  <a:lnTo>
                    <a:pt x="70523" y="308762"/>
                  </a:lnTo>
                  <a:lnTo>
                    <a:pt x="72199" y="308660"/>
                  </a:lnTo>
                  <a:lnTo>
                    <a:pt x="72745" y="305600"/>
                  </a:lnTo>
                  <a:lnTo>
                    <a:pt x="72390" y="298119"/>
                  </a:lnTo>
                  <a:lnTo>
                    <a:pt x="71932" y="296443"/>
                  </a:lnTo>
                  <a:lnTo>
                    <a:pt x="73418" y="296786"/>
                  </a:lnTo>
                  <a:lnTo>
                    <a:pt x="76619" y="296595"/>
                  </a:lnTo>
                  <a:lnTo>
                    <a:pt x="79819" y="296392"/>
                  </a:lnTo>
                  <a:lnTo>
                    <a:pt x="82384" y="295427"/>
                  </a:lnTo>
                  <a:lnTo>
                    <a:pt x="82296" y="293471"/>
                  </a:lnTo>
                  <a:lnTo>
                    <a:pt x="79654" y="292849"/>
                  </a:lnTo>
                  <a:lnTo>
                    <a:pt x="73253" y="293243"/>
                  </a:lnTo>
                  <a:lnTo>
                    <a:pt x="71742" y="293814"/>
                  </a:lnTo>
                  <a:lnTo>
                    <a:pt x="72047" y="292061"/>
                  </a:lnTo>
                  <a:lnTo>
                    <a:pt x="71882" y="288328"/>
                  </a:lnTo>
                  <a:lnTo>
                    <a:pt x="71704" y="284581"/>
                  </a:lnTo>
                  <a:lnTo>
                    <a:pt x="70878" y="281597"/>
                  </a:lnTo>
                  <a:lnTo>
                    <a:pt x="70523" y="281622"/>
                  </a:lnTo>
                  <a:lnTo>
                    <a:pt x="102285" y="244563"/>
                  </a:lnTo>
                  <a:lnTo>
                    <a:pt x="101866" y="246951"/>
                  </a:lnTo>
                  <a:lnTo>
                    <a:pt x="102209" y="254431"/>
                  </a:lnTo>
                  <a:lnTo>
                    <a:pt x="102654" y="256095"/>
                  </a:lnTo>
                  <a:lnTo>
                    <a:pt x="101257" y="255752"/>
                  </a:lnTo>
                  <a:lnTo>
                    <a:pt x="98056" y="255955"/>
                  </a:lnTo>
                  <a:lnTo>
                    <a:pt x="94856" y="256146"/>
                  </a:lnTo>
                  <a:lnTo>
                    <a:pt x="92290" y="257111"/>
                  </a:lnTo>
                  <a:lnTo>
                    <a:pt x="92379" y="259067"/>
                  </a:lnTo>
                  <a:lnTo>
                    <a:pt x="95021" y="259702"/>
                  </a:lnTo>
                  <a:lnTo>
                    <a:pt x="101422" y="259295"/>
                  </a:lnTo>
                  <a:lnTo>
                    <a:pt x="102857" y="258762"/>
                  </a:lnTo>
                  <a:lnTo>
                    <a:pt x="102565" y="260489"/>
                  </a:lnTo>
                  <a:lnTo>
                    <a:pt x="102730" y="264223"/>
                  </a:lnTo>
                  <a:lnTo>
                    <a:pt x="102908" y="267970"/>
                  </a:lnTo>
                  <a:lnTo>
                    <a:pt x="103720" y="270954"/>
                  </a:lnTo>
                  <a:lnTo>
                    <a:pt x="105397" y="270840"/>
                  </a:lnTo>
                  <a:lnTo>
                    <a:pt x="105943" y="267779"/>
                  </a:lnTo>
                  <a:lnTo>
                    <a:pt x="105600" y="260299"/>
                  </a:lnTo>
                  <a:lnTo>
                    <a:pt x="105143" y="258622"/>
                  </a:lnTo>
                  <a:lnTo>
                    <a:pt x="106616" y="258965"/>
                  </a:lnTo>
                  <a:lnTo>
                    <a:pt x="109829" y="258775"/>
                  </a:lnTo>
                  <a:lnTo>
                    <a:pt x="113030" y="258572"/>
                  </a:lnTo>
                  <a:lnTo>
                    <a:pt x="115595" y="257606"/>
                  </a:lnTo>
                  <a:lnTo>
                    <a:pt x="115570" y="257263"/>
                  </a:lnTo>
                  <a:lnTo>
                    <a:pt x="136918" y="282155"/>
                  </a:lnTo>
                  <a:lnTo>
                    <a:pt x="135293" y="282244"/>
                  </a:lnTo>
                  <a:lnTo>
                    <a:pt x="134747" y="285318"/>
                  </a:lnTo>
                  <a:lnTo>
                    <a:pt x="135089" y="292785"/>
                  </a:lnTo>
                  <a:lnTo>
                    <a:pt x="135534" y="294449"/>
                  </a:lnTo>
                  <a:lnTo>
                    <a:pt x="134150" y="294106"/>
                  </a:lnTo>
                  <a:lnTo>
                    <a:pt x="130937" y="294309"/>
                  </a:lnTo>
                  <a:lnTo>
                    <a:pt x="127736" y="294513"/>
                  </a:lnTo>
                  <a:lnTo>
                    <a:pt x="125171" y="295478"/>
                  </a:lnTo>
                  <a:lnTo>
                    <a:pt x="125260" y="297434"/>
                  </a:lnTo>
                  <a:lnTo>
                    <a:pt x="127901" y="298056"/>
                  </a:lnTo>
                  <a:lnTo>
                    <a:pt x="134315" y="297662"/>
                  </a:lnTo>
                  <a:lnTo>
                    <a:pt x="135737" y="297129"/>
                  </a:lnTo>
                  <a:lnTo>
                    <a:pt x="135445" y="298843"/>
                  </a:lnTo>
                  <a:lnTo>
                    <a:pt x="135610" y="302590"/>
                  </a:lnTo>
                  <a:lnTo>
                    <a:pt x="135788" y="306324"/>
                  </a:lnTo>
                  <a:lnTo>
                    <a:pt x="136613" y="309308"/>
                  </a:lnTo>
                  <a:lnTo>
                    <a:pt x="137147" y="309283"/>
                  </a:lnTo>
                  <a:lnTo>
                    <a:pt x="137147" y="282829"/>
                  </a:lnTo>
                  <a:lnTo>
                    <a:pt x="136982" y="282232"/>
                  </a:lnTo>
                  <a:lnTo>
                    <a:pt x="146761" y="293636"/>
                  </a:lnTo>
                  <a:lnTo>
                    <a:pt x="146761" y="282994"/>
                  </a:lnTo>
                  <a:lnTo>
                    <a:pt x="113855" y="244589"/>
                  </a:lnTo>
                  <a:lnTo>
                    <a:pt x="113855" y="255270"/>
                  </a:lnTo>
                  <a:lnTo>
                    <a:pt x="112864" y="255028"/>
                  </a:lnTo>
                  <a:lnTo>
                    <a:pt x="106451" y="255422"/>
                  </a:lnTo>
                  <a:lnTo>
                    <a:pt x="104940" y="255993"/>
                  </a:lnTo>
                  <a:lnTo>
                    <a:pt x="105244" y="254241"/>
                  </a:lnTo>
                  <a:lnTo>
                    <a:pt x="105079" y="250507"/>
                  </a:lnTo>
                  <a:lnTo>
                    <a:pt x="104914" y="246761"/>
                  </a:lnTo>
                  <a:lnTo>
                    <a:pt x="104114" y="243890"/>
                  </a:lnTo>
                  <a:lnTo>
                    <a:pt x="113855" y="255270"/>
                  </a:lnTo>
                  <a:lnTo>
                    <a:pt x="113855" y="244589"/>
                  </a:lnTo>
                  <a:lnTo>
                    <a:pt x="112636" y="243154"/>
                  </a:lnTo>
                  <a:lnTo>
                    <a:pt x="104025" y="233121"/>
                  </a:lnTo>
                  <a:lnTo>
                    <a:pt x="104025" y="243789"/>
                  </a:lnTo>
                  <a:lnTo>
                    <a:pt x="102895" y="243852"/>
                  </a:lnTo>
                  <a:lnTo>
                    <a:pt x="103492" y="243154"/>
                  </a:lnTo>
                  <a:lnTo>
                    <a:pt x="104025" y="243789"/>
                  </a:lnTo>
                  <a:lnTo>
                    <a:pt x="104025" y="233121"/>
                  </a:lnTo>
                  <a:lnTo>
                    <a:pt x="103492" y="232498"/>
                  </a:lnTo>
                  <a:lnTo>
                    <a:pt x="69456" y="272211"/>
                  </a:lnTo>
                  <a:lnTo>
                    <a:pt x="69456" y="293903"/>
                  </a:lnTo>
                  <a:lnTo>
                    <a:pt x="68059" y="293573"/>
                  </a:lnTo>
                  <a:lnTo>
                    <a:pt x="64846" y="293776"/>
                  </a:lnTo>
                  <a:lnTo>
                    <a:pt x="61645" y="293966"/>
                  </a:lnTo>
                  <a:lnTo>
                    <a:pt x="59169" y="294906"/>
                  </a:lnTo>
                  <a:lnTo>
                    <a:pt x="59169" y="296837"/>
                  </a:lnTo>
                  <a:lnTo>
                    <a:pt x="58331" y="295846"/>
                  </a:lnTo>
                  <a:lnTo>
                    <a:pt x="59080" y="294982"/>
                  </a:lnTo>
                  <a:lnTo>
                    <a:pt x="59169" y="296837"/>
                  </a:lnTo>
                  <a:lnTo>
                    <a:pt x="59169" y="294906"/>
                  </a:lnTo>
                  <a:lnTo>
                    <a:pt x="68872" y="283552"/>
                  </a:lnTo>
                  <a:lnTo>
                    <a:pt x="68656" y="284772"/>
                  </a:lnTo>
                  <a:lnTo>
                    <a:pt x="69011" y="292252"/>
                  </a:lnTo>
                  <a:lnTo>
                    <a:pt x="69456" y="293903"/>
                  </a:lnTo>
                  <a:lnTo>
                    <a:pt x="69456" y="272211"/>
                  </a:lnTo>
                  <a:lnTo>
                    <a:pt x="49187" y="295846"/>
                  </a:lnTo>
                  <a:lnTo>
                    <a:pt x="103492" y="359194"/>
                  </a:lnTo>
                  <a:lnTo>
                    <a:pt x="112636" y="348538"/>
                  </a:lnTo>
                  <a:lnTo>
                    <a:pt x="154660" y="299504"/>
                  </a:lnTo>
                  <a:lnTo>
                    <a:pt x="205854" y="359194"/>
                  </a:lnTo>
                  <a:lnTo>
                    <a:pt x="214985" y="348538"/>
                  </a:lnTo>
                  <a:lnTo>
                    <a:pt x="260159" y="295846"/>
                  </a:lnTo>
                  <a:close/>
                </a:path>
                <a:path w="311150" h="359409">
                  <a:moveTo>
                    <a:pt x="310692" y="63347"/>
                  </a:moveTo>
                  <a:lnTo>
                    <a:pt x="301561" y="52705"/>
                  </a:lnTo>
                  <a:lnTo>
                    <a:pt x="301561" y="63347"/>
                  </a:lnTo>
                  <a:lnTo>
                    <a:pt x="291465" y="75133"/>
                  </a:lnTo>
                  <a:lnTo>
                    <a:pt x="291731" y="73647"/>
                  </a:lnTo>
                  <a:lnTo>
                    <a:pt x="291376" y="66167"/>
                  </a:lnTo>
                  <a:lnTo>
                    <a:pt x="290918" y="64490"/>
                  </a:lnTo>
                  <a:lnTo>
                    <a:pt x="292404" y="64833"/>
                  </a:lnTo>
                  <a:lnTo>
                    <a:pt x="295605" y="64643"/>
                  </a:lnTo>
                  <a:lnTo>
                    <a:pt x="298805" y="64439"/>
                  </a:lnTo>
                  <a:lnTo>
                    <a:pt x="301371" y="63474"/>
                  </a:lnTo>
                  <a:lnTo>
                    <a:pt x="301345" y="63106"/>
                  </a:lnTo>
                  <a:lnTo>
                    <a:pt x="301561" y="63347"/>
                  </a:lnTo>
                  <a:lnTo>
                    <a:pt x="301561" y="52705"/>
                  </a:lnTo>
                  <a:lnTo>
                    <a:pt x="299656" y="50482"/>
                  </a:lnTo>
                  <a:lnTo>
                    <a:pt x="299656" y="61150"/>
                  </a:lnTo>
                  <a:lnTo>
                    <a:pt x="298640" y="60896"/>
                  </a:lnTo>
                  <a:lnTo>
                    <a:pt x="292239" y="61290"/>
                  </a:lnTo>
                  <a:lnTo>
                    <a:pt x="290728" y="61861"/>
                  </a:lnTo>
                  <a:lnTo>
                    <a:pt x="291033" y="60109"/>
                  </a:lnTo>
                  <a:lnTo>
                    <a:pt x="290855" y="56375"/>
                  </a:lnTo>
                  <a:lnTo>
                    <a:pt x="290690" y="52628"/>
                  </a:lnTo>
                  <a:lnTo>
                    <a:pt x="290042" y="50330"/>
                  </a:lnTo>
                  <a:lnTo>
                    <a:pt x="290042" y="76796"/>
                  </a:lnTo>
                  <a:lnTo>
                    <a:pt x="256400" y="116039"/>
                  </a:lnTo>
                  <a:lnTo>
                    <a:pt x="244716" y="102425"/>
                  </a:lnTo>
                  <a:lnTo>
                    <a:pt x="247294" y="103035"/>
                  </a:lnTo>
                  <a:lnTo>
                    <a:pt x="253695" y="102641"/>
                  </a:lnTo>
                  <a:lnTo>
                    <a:pt x="255130" y="102108"/>
                  </a:lnTo>
                  <a:lnTo>
                    <a:pt x="254838" y="103822"/>
                  </a:lnTo>
                  <a:lnTo>
                    <a:pt x="255003" y="107556"/>
                  </a:lnTo>
                  <a:lnTo>
                    <a:pt x="255168" y="111302"/>
                  </a:lnTo>
                  <a:lnTo>
                    <a:pt x="255993" y="114287"/>
                  </a:lnTo>
                  <a:lnTo>
                    <a:pt x="257670" y="114173"/>
                  </a:lnTo>
                  <a:lnTo>
                    <a:pt x="258216" y="111112"/>
                  </a:lnTo>
                  <a:lnTo>
                    <a:pt x="257873" y="103632"/>
                  </a:lnTo>
                  <a:lnTo>
                    <a:pt x="257416" y="101955"/>
                  </a:lnTo>
                  <a:lnTo>
                    <a:pt x="258889" y="102298"/>
                  </a:lnTo>
                  <a:lnTo>
                    <a:pt x="262102" y="102108"/>
                  </a:lnTo>
                  <a:lnTo>
                    <a:pt x="265303" y="101904"/>
                  </a:lnTo>
                  <a:lnTo>
                    <a:pt x="267868" y="100939"/>
                  </a:lnTo>
                  <a:lnTo>
                    <a:pt x="267779" y="98983"/>
                  </a:lnTo>
                  <a:lnTo>
                    <a:pt x="265137" y="98361"/>
                  </a:lnTo>
                  <a:lnTo>
                    <a:pt x="258724" y="98755"/>
                  </a:lnTo>
                  <a:lnTo>
                    <a:pt x="257213" y="99326"/>
                  </a:lnTo>
                  <a:lnTo>
                    <a:pt x="257517" y="97574"/>
                  </a:lnTo>
                  <a:lnTo>
                    <a:pt x="257352" y="93840"/>
                  </a:lnTo>
                  <a:lnTo>
                    <a:pt x="257187" y="90093"/>
                  </a:lnTo>
                  <a:lnTo>
                    <a:pt x="256362" y="87109"/>
                  </a:lnTo>
                  <a:lnTo>
                    <a:pt x="254685" y="87210"/>
                  </a:lnTo>
                  <a:lnTo>
                    <a:pt x="254139" y="90284"/>
                  </a:lnTo>
                  <a:lnTo>
                    <a:pt x="254482" y="97764"/>
                  </a:lnTo>
                  <a:lnTo>
                    <a:pt x="254927" y="99428"/>
                  </a:lnTo>
                  <a:lnTo>
                    <a:pt x="253530" y="99085"/>
                  </a:lnTo>
                  <a:lnTo>
                    <a:pt x="250329" y="99288"/>
                  </a:lnTo>
                  <a:lnTo>
                    <a:pt x="247129" y="99479"/>
                  </a:lnTo>
                  <a:lnTo>
                    <a:pt x="244563" y="100444"/>
                  </a:lnTo>
                  <a:lnTo>
                    <a:pt x="244640" y="102349"/>
                  </a:lnTo>
                  <a:lnTo>
                    <a:pt x="212140" y="64427"/>
                  </a:lnTo>
                  <a:lnTo>
                    <a:pt x="214706" y="65024"/>
                  </a:lnTo>
                  <a:lnTo>
                    <a:pt x="221119" y="64630"/>
                  </a:lnTo>
                  <a:lnTo>
                    <a:pt x="222554" y="64096"/>
                  </a:lnTo>
                  <a:lnTo>
                    <a:pt x="222262" y="65811"/>
                  </a:lnTo>
                  <a:lnTo>
                    <a:pt x="222427" y="69557"/>
                  </a:lnTo>
                  <a:lnTo>
                    <a:pt x="222592" y="73291"/>
                  </a:lnTo>
                  <a:lnTo>
                    <a:pt x="223418" y="76276"/>
                  </a:lnTo>
                  <a:lnTo>
                    <a:pt x="225094" y="76174"/>
                  </a:lnTo>
                  <a:lnTo>
                    <a:pt x="225640" y="73101"/>
                  </a:lnTo>
                  <a:lnTo>
                    <a:pt x="225298" y="65633"/>
                  </a:lnTo>
                  <a:lnTo>
                    <a:pt x="224828" y="63944"/>
                  </a:lnTo>
                  <a:lnTo>
                    <a:pt x="226314" y="64300"/>
                  </a:lnTo>
                  <a:lnTo>
                    <a:pt x="229514" y="64096"/>
                  </a:lnTo>
                  <a:lnTo>
                    <a:pt x="232727" y="63906"/>
                  </a:lnTo>
                  <a:lnTo>
                    <a:pt x="235292" y="62941"/>
                  </a:lnTo>
                  <a:lnTo>
                    <a:pt x="235191" y="60985"/>
                  </a:lnTo>
                  <a:lnTo>
                    <a:pt x="232549" y="60350"/>
                  </a:lnTo>
                  <a:lnTo>
                    <a:pt x="226148" y="60744"/>
                  </a:lnTo>
                  <a:lnTo>
                    <a:pt x="224637" y="61315"/>
                  </a:lnTo>
                  <a:lnTo>
                    <a:pt x="224942" y="59563"/>
                  </a:lnTo>
                  <a:lnTo>
                    <a:pt x="224777" y="55829"/>
                  </a:lnTo>
                  <a:lnTo>
                    <a:pt x="224599" y="52095"/>
                  </a:lnTo>
                  <a:lnTo>
                    <a:pt x="223774" y="49110"/>
                  </a:lnTo>
                  <a:lnTo>
                    <a:pt x="223405" y="49136"/>
                  </a:lnTo>
                  <a:lnTo>
                    <a:pt x="255181" y="12090"/>
                  </a:lnTo>
                  <a:lnTo>
                    <a:pt x="254762" y="14465"/>
                  </a:lnTo>
                  <a:lnTo>
                    <a:pt x="255104" y="21932"/>
                  </a:lnTo>
                  <a:lnTo>
                    <a:pt x="255549" y="23596"/>
                  </a:lnTo>
                  <a:lnTo>
                    <a:pt x="254152" y="23253"/>
                  </a:lnTo>
                  <a:lnTo>
                    <a:pt x="250952" y="23456"/>
                  </a:lnTo>
                  <a:lnTo>
                    <a:pt x="247751" y="23660"/>
                  </a:lnTo>
                  <a:lnTo>
                    <a:pt x="245186" y="24625"/>
                  </a:lnTo>
                  <a:lnTo>
                    <a:pt x="245275" y="26581"/>
                  </a:lnTo>
                  <a:lnTo>
                    <a:pt x="247916" y="27203"/>
                  </a:lnTo>
                  <a:lnTo>
                    <a:pt x="254317" y="26809"/>
                  </a:lnTo>
                  <a:lnTo>
                    <a:pt x="255752" y="26276"/>
                  </a:lnTo>
                  <a:lnTo>
                    <a:pt x="255460" y="27990"/>
                  </a:lnTo>
                  <a:lnTo>
                    <a:pt x="255625" y="31737"/>
                  </a:lnTo>
                  <a:lnTo>
                    <a:pt x="255790" y="35471"/>
                  </a:lnTo>
                  <a:lnTo>
                    <a:pt x="256616" y="38455"/>
                  </a:lnTo>
                  <a:lnTo>
                    <a:pt x="258292" y="38354"/>
                  </a:lnTo>
                  <a:lnTo>
                    <a:pt x="258838" y="35280"/>
                  </a:lnTo>
                  <a:lnTo>
                    <a:pt x="258495" y="27813"/>
                  </a:lnTo>
                  <a:lnTo>
                    <a:pt x="258038" y="26136"/>
                  </a:lnTo>
                  <a:lnTo>
                    <a:pt x="259511" y="26479"/>
                  </a:lnTo>
                  <a:lnTo>
                    <a:pt x="262724" y="26276"/>
                  </a:lnTo>
                  <a:lnTo>
                    <a:pt x="265925" y="26085"/>
                  </a:lnTo>
                  <a:lnTo>
                    <a:pt x="268490" y="25120"/>
                  </a:lnTo>
                  <a:lnTo>
                    <a:pt x="268465" y="24777"/>
                  </a:lnTo>
                  <a:lnTo>
                    <a:pt x="289814" y="49657"/>
                  </a:lnTo>
                  <a:lnTo>
                    <a:pt x="288188" y="49758"/>
                  </a:lnTo>
                  <a:lnTo>
                    <a:pt x="287642" y="52819"/>
                  </a:lnTo>
                  <a:lnTo>
                    <a:pt x="287997" y="60299"/>
                  </a:lnTo>
                  <a:lnTo>
                    <a:pt x="288442" y="61963"/>
                  </a:lnTo>
                  <a:lnTo>
                    <a:pt x="287045" y="61620"/>
                  </a:lnTo>
                  <a:lnTo>
                    <a:pt x="283832" y="61823"/>
                  </a:lnTo>
                  <a:lnTo>
                    <a:pt x="280631" y="62014"/>
                  </a:lnTo>
                  <a:lnTo>
                    <a:pt x="278066" y="62979"/>
                  </a:lnTo>
                  <a:lnTo>
                    <a:pt x="278155" y="64935"/>
                  </a:lnTo>
                  <a:lnTo>
                    <a:pt x="280797" y="65570"/>
                  </a:lnTo>
                  <a:lnTo>
                    <a:pt x="287210" y="65176"/>
                  </a:lnTo>
                  <a:lnTo>
                    <a:pt x="288632" y="64643"/>
                  </a:lnTo>
                  <a:lnTo>
                    <a:pt x="288340" y="66357"/>
                  </a:lnTo>
                  <a:lnTo>
                    <a:pt x="288505" y="70091"/>
                  </a:lnTo>
                  <a:lnTo>
                    <a:pt x="288683" y="73837"/>
                  </a:lnTo>
                  <a:lnTo>
                    <a:pt x="289509" y="76822"/>
                  </a:lnTo>
                  <a:lnTo>
                    <a:pt x="290042" y="76796"/>
                  </a:lnTo>
                  <a:lnTo>
                    <a:pt x="290042" y="50330"/>
                  </a:lnTo>
                  <a:lnTo>
                    <a:pt x="289877" y="49733"/>
                  </a:lnTo>
                  <a:lnTo>
                    <a:pt x="299656" y="61150"/>
                  </a:lnTo>
                  <a:lnTo>
                    <a:pt x="299656" y="50482"/>
                  </a:lnTo>
                  <a:lnTo>
                    <a:pt x="266763" y="12115"/>
                  </a:lnTo>
                  <a:lnTo>
                    <a:pt x="266763" y="22771"/>
                  </a:lnTo>
                  <a:lnTo>
                    <a:pt x="265760" y="22529"/>
                  </a:lnTo>
                  <a:lnTo>
                    <a:pt x="259346" y="22936"/>
                  </a:lnTo>
                  <a:lnTo>
                    <a:pt x="257835" y="23507"/>
                  </a:lnTo>
                  <a:lnTo>
                    <a:pt x="258140" y="21742"/>
                  </a:lnTo>
                  <a:lnTo>
                    <a:pt x="257975" y="18008"/>
                  </a:lnTo>
                  <a:lnTo>
                    <a:pt x="257810" y="14274"/>
                  </a:lnTo>
                  <a:lnTo>
                    <a:pt x="256997" y="11379"/>
                  </a:lnTo>
                  <a:lnTo>
                    <a:pt x="266763" y="22771"/>
                  </a:lnTo>
                  <a:lnTo>
                    <a:pt x="266763" y="12115"/>
                  </a:lnTo>
                  <a:lnTo>
                    <a:pt x="265531" y="10668"/>
                  </a:lnTo>
                  <a:lnTo>
                    <a:pt x="256933" y="635"/>
                  </a:lnTo>
                  <a:lnTo>
                    <a:pt x="256933" y="11303"/>
                  </a:lnTo>
                  <a:lnTo>
                    <a:pt x="255803" y="11366"/>
                  </a:lnTo>
                  <a:lnTo>
                    <a:pt x="256400" y="10668"/>
                  </a:lnTo>
                  <a:lnTo>
                    <a:pt x="256933" y="11303"/>
                  </a:lnTo>
                  <a:lnTo>
                    <a:pt x="256933" y="635"/>
                  </a:lnTo>
                  <a:lnTo>
                    <a:pt x="256400" y="0"/>
                  </a:lnTo>
                  <a:lnTo>
                    <a:pt x="222351" y="39712"/>
                  </a:lnTo>
                  <a:lnTo>
                    <a:pt x="222351" y="61429"/>
                  </a:lnTo>
                  <a:lnTo>
                    <a:pt x="220954" y="61087"/>
                  </a:lnTo>
                  <a:lnTo>
                    <a:pt x="217754" y="61277"/>
                  </a:lnTo>
                  <a:lnTo>
                    <a:pt x="214541" y="61480"/>
                  </a:lnTo>
                  <a:lnTo>
                    <a:pt x="212064" y="62420"/>
                  </a:lnTo>
                  <a:lnTo>
                    <a:pt x="212064" y="64338"/>
                  </a:lnTo>
                  <a:lnTo>
                    <a:pt x="211226" y="63347"/>
                  </a:lnTo>
                  <a:lnTo>
                    <a:pt x="211975" y="62484"/>
                  </a:lnTo>
                  <a:lnTo>
                    <a:pt x="212064" y="64338"/>
                  </a:lnTo>
                  <a:lnTo>
                    <a:pt x="212064" y="62420"/>
                  </a:lnTo>
                  <a:lnTo>
                    <a:pt x="221767" y="51054"/>
                  </a:lnTo>
                  <a:lnTo>
                    <a:pt x="221551" y="52285"/>
                  </a:lnTo>
                  <a:lnTo>
                    <a:pt x="221907" y="59753"/>
                  </a:lnTo>
                  <a:lnTo>
                    <a:pt x="222351" y="61429"/>
                  </a:lnTo>
                  <a:lnTo>
                    <a:pt x="222351" y="39712"/>
                  </a:lnTo>
                  <a:lnTo>
                    <a:pt x="205867" y="58928"/>
                  </a:lnTo>
                  <a:lnTo>
                    <a:pt x="200533" y="52717"/>
                  </a:lnTo>
                  <a:lnTo>
                    <a:pt x="200533" y="63347"/>
                  </a:lnTo>
                  <a:lnTo>
                    <a:pt x="190423" y="75145"/>
                  </a:lnTo>
                  <a:lnTo>
                    <a:pt x="190690" y="73647"/>
                  </a:lnTo>
                  <a:lnTo>
                    <a:pt x="190347" y="66167"/>
                  </a:lnTo>
                  <a:lnTo>
                    <a:pt x="189877" y="64490"/>
                  </a:lnTo>
                  <a:lnTo>
                    <a:pt x="191363" y="64833"/>
                  </a:lnTo>
                  <a:lnTo>
                    <a:pt x="194564" y="64643"/>
                  </a:lnTo>
                  <a:lnTo>
                    <a:pt x="197777" y="64439"/>
                  </a:lnTo>
                  <a:lnTo>
                    <a:pt x="200342" y="63474"/>
                  </a:lnTo>
                  <a:lnTo>
                    <a:pt x="200317" y="63106"/>
                  </a:lnTo>
                  <a:lnTo>
                    <a:pt x="200533" y="63347"/>
                  </a:lnTo>
                  <a:lnTo>
                    <a:pt x="200533" y="52717"/>
                  </a:lnTo>
                  <a:lnTo>
                    <a:pt x="198628" y="50495"/>
                  </a:lnTo>
                  <a:lnTo>
                    <a:pt x="198628" y="61150"/>
                  </a:lnTo>
                  <a:lnTo>
                    <a:pt x="197599" y="60896"/>
                  </a:lnTo>
                  <a:lnTo>
                    <a:pt x="191198" y="61290"/>
                  </a:lnTo>
                  <a:lnTo>
                    <a:pt x="189687" y="61861"/>
                  </a:lnTo>
                  <a:lnTo>
                    <a:pt x="189992" y="60109"/>
                  </a:lnTo>
                  <a:lnTo>
                    <a:pt x="189826" y="56375"/>
                  </a:lnTo>
                  <a:lnTo>
                    <a:pt x="189661" y="52628"/>
                  </a:lnTo>
                  <a:lnTo>
                    <a:pt x="189001" y="50304"/>
                  </a:lnTo>
                  <a:lnTo>
                    <a:pt x="189001" y="76796"/>
                  </a:lnTo>
                  <a:lnTo>
                    <a:pt x="155359" y="116039"/>
                  </a:lnTo>
                  <a:lnTo>
                    <a:pt x="143675" y="102425"/>
                  </a:lnTo>
                  <a:lnTo>
                    <a:pt x="146253" y="103035"/>
                  </a:lnTo>
                  <a:lnTo>
                    <a:pt x="152666" y="102641"/>
                  </a:lnTo>
                  <a:lnTo>
                    <a:pt x="154089" y="102108"/>
                  </a:lnTo>
                  <a:lnTo>
                    <a:pt x="153797" y="103822"/>
                  </a:lnTo>
                  <a:lnTo>
                    <a:pt x="153962" y="107556"/>
                  </a:lnTo>
                  <a:lnTo>
                    <a:pt x="154139" y="111302"/>
                  </a:lnTo>
                  <a:lnTo>
                    <a:pt x="154965" y="114287"/>
                  </a:lnTo>
                  <a:lnTo>
                    <a:pt x="156641" y="114173"/>
                  </a:lnTo>
                  <a:lnTo>
                    <a:pt x="157187" y="111112"/>
                  </a:lnTo>
                  <a:lnTo>
                    <a:pt x="156832" y="103632"/>
                  </a:lnTo>
                  <a:lnTo>
                    <a:pt x="156375" y="101955"/>
                  </a:lnTo>
                  <a:lnTo>
                    <a:pt x="157861" y="102298"/>
                  </a:lnTo>
                  <a:lnTo>
                    <a:pt x="161061" y="102108"/>
                  </a:lnTo>
                  <a:lnTo>
                    <a:pt x="164261" y="101904"/>
                  </a:lnTo>
                  <a:lnTo>
                    <a:pt x="166827" y="100939"/>
                  </a:lnTo>
                  <a:lnTo>
                    <a:pt x="166738" y="98983"/>
                  </a:lnTo>
                  <a:lnTo>
                    <a:pt x="164096" y="98361"/>
                  </a:lnTo>
                  <a:lnTo>
                    <a:pt x="157695" y="98755"/>
                  </a:lnTo>
                  <a:lnTo>
                    <a:pt x="156184" y="99326"/>
                  </a:lnTo>
                  <a:lnTo>
                    <a:pt x="156489" y="97574"/>
                  </a:lnTo>
                  <a:lnTo>
                    <a:pt x="156311" y="93840"/>
                  </a:lnTo>
                  <a:lnTo>
                    <a:pt x="156146" y="90093"/>
                  </a:lnTo>
                  <a:lnTo>
                    <a:pt x="155321" y="87109"/>
                  </a:lnTo>
                  <a:lnTo>
                    <a:pt x="153644" y="87210"/>
                  </a:lnTo>
                  <a:lnTo>
                    <a:pt x="153098" y="90284"/>
                  </a:lnTo>
                  <a:lnTo>
                    <a:pt x="153441" y="97764"/>
                  </a:lnTo>
                  <a:lnTo>
                    <a:pt x="153885" y="99428"/>
                  </a:lnTo>
                  <a:lnTo>
                    <a:pt x="152501" y="99085"/>
                  </a:lnTo>
                  <a:lnTo>
                    <a:pt x="149288" y="99288"/>
                  </a:lnTo>
                  <a:lnTo>
                    <a:pt x="146088" y="99479"/>
                  </a:lnTo>
                  <a:lnTo>
                    <a:pt x="143522" y="100444"/>
                  </a:lnTo>
                  <a:lnTo>
                    <a:pt x="143598" y="102349"/>
                  </a:lnTo>
                  <a:lnTo>
                    <a:pt x="111099" y="64427"/>
                  </a:lnTo>
                  <a:lnTo>
                    <a:pt x="113677" y="65024"/>
                  </a:lnTo>
                  <a:lnTo>
                    <a:pt x="120078" y="64630"/>
                  </a:lnTo>
                  <a:lnTo>
                    <a:pt x="121513" y="64096"/>
                  </a:lnTo>
                  <a:lnTo>
                    <a:pt x="121221" y="65811"/>
                  </a:lnTo>
                  <a:lnTo>
                    <a:pt x="121386" y="69557"/>
                  </a:lnTo>
                  <a:lnTo>
                    <a:pt x="121551" y="73291"/>
                  </a:lnTo>
                  <a:lnTo>
                    <a:pt x="122377" y="76276"/>
                  </a:lnTo>
                  <a:lnTo>
                    <a:pt x="124053" y="76174"/>
                  </a:lnTo>
                  <a:lnTo>
                    <a:pt x="124599" y="73101"/>
                  </a:lnTo>
                  <a:lnTo>
                    <a:pt x="124256" y="65633"/>
                  </a:lnTo>
                  <a:lnTo>
                    <a:pt x="123786" y="63944"/>
                  </a:lnTo>
                  <a:lnTo>
                    <a:pt x="125272" y="64300"/>
                  </a:lnTo>
                  <a:lnTo>
                    <a:pt x="128485" y="64096"/>
                  </a:lnTo>
                  <a:lnTo>
                    <a:pt x="131686" y="63906"/>
                  </a:lnTo>
                  <a:lnTo>
                    <a:pt x="134251" y="62941"/>
                  </a:lnTo>
                  <a:lnTo>
                    <a:pt x="134150" y="60985"/>
                  </a:lnTo>
                  <a:lnTo>
                    <a:pt x="131521" y="60350"/>
                  </a:lnTo>
                  <a:lnTo>
                    <a:pt x="125107" y="60744"/>
                  </a:lnTo>
                  <a:lnTo>
                    <a:pt x="123596" y="61315"/>
                  </a:lnTo>
                  <a:lnTo>
                    <a:pt x="123901" y="59563"/>
                  </a:lnTo>
                  <a:lnTo>
                    <a:pt x="123736" y="55829"/>
                  </a:lnTo>
                  <a:lnTo>
                    <a:pt x="123571" y="52095"/>
                  </a:lnTo>
                  <a:lnTo>
                    <a:pt x="122745" y="49110"/>
                  </a:lnTo>
                  <a:lnTo>
                    <a:pt x="122364" y="49136"/>
                  </a:lnTo>
                  <a:lnTo>
                    <a:pt x="154139" y="12090"/>
                  </a:lnTo>
                  <a:lnTo>
                    <a:pt x="153720" y="14465"/>
                  </a:lnTo>
                  <a:lnTo>
                    <a:pt x="154063" y="21932"/>
                  </a:lnTo>
                  <a:lnTo>
                    <a:pt x="154508" y="23596"/>
                  </a:lnTo>
                  <a:lnTo>
                    <a:pt x="153111" y="23253"/>
                  </a:lnTo>
                  <a:lnTo>
                    <a:pt x="149910" y="23456"/>
                  </a:lnTo>
                  <a:lnTo>
                    <a:pt x="146710" y="23660"/>
                  </a:lnTo>
                  <a:lnTo>
                    <a:pt x="144145" y="24625"/>
                  </a:lnTo>
                  <a:lnTo>
                    <a:pt x="144233" y="26581"/>
                  </a:lnTo>
                  <a:lnTo>
                    <a:pt x="146875" y="27203"/>
                  </a:lnTo>
                  <a:lnTo>
                    <a:pt x="153289" y="26809"/>
                  </a:lnTo>
                  <a:lnTo>
                    <a:pt x="154711" y="26276"/>
                  </a:lnTo>
                  <a:lnTo>
                    <a:pt x="154419" y="27990"/>
                  </a:lnTo>
                  <a:lnTo>
                    <a:pt x="154584" y="31737"/>
                  </a:lnTo>
                  <a:lnTo>
                    <a:pt x="154762" y="35471"/>
                  </a:lnTo>
                  <a:lnTo>
                    <a:pt x="155587" y="38455"/>
                  </a:lnTo>
                  <a:lnTo>
                    <a:pt x="157264" y="38354"/>
                  </a:lnTo>
                  <a:lnTo>
                    <a:pt x="157810" y="35280"/>
                  </a:lnTo>
                  <a:lnTo>
                    <a:pt x="157454" y="27813"/>
                  </a:lnTo>
                  <a:lnTo>
                    <a:pt x="156997" y="26136"/>
                  </a:lnTo>
                  <a:lnTo>
                    <a:pt x="158483" y="26479"/>
                  </a:lnTo>
                  <a:lnTo>
                    <a:pt x="161683" y="26276"/>
                  </a:lnTo>
                  <a:lnTo>
                    <a:pt x="164884" y="26085"/>
                  </a:lnTo>
                  <a:lnTo>
                    <a:pt x="167449" y="25120"/>
                  </a:lnTo>
                  <a:lnTo>
                    <a:pt x="167424" y="24777"/>
                  </a:lnTo>
                  <a:lnTo>
                    <a:pt x="188772" y="49657"/>
                  </a:lnTo>
                  <a:lnTo>
                    <a:pt x="187147" y="49758"/>
                  </a:lnTo>
                  <a:lnTo>
                    <a:pt x="186613" y="52819"/>
                  </a:lnTo>
                  <a:lnTo>
                    <a:pt x="186956" y="60299"/>
                  </a:lnTo>
                  <a:lnTo>
                    <a:pt x="187401" y="61963"/>
                  </a:lnTo>
                  <a:lnTo>
                    <a:pt x="186004" y="61620"/>
                  </a:lnTo>
                  <a:lnTo>
                    <a:pt x="182803" y="61823"/>
                  </a:lnTo>
                  <a:lnTo>
                    <a:pt x="179590" y="62014"/>
                  </a:lnTo>
                  <a:lnTo>
                    <a:pt x="177025" y="62979"/>
                  </a:lnTo>
                  <a:lnTo>
                    <a:pt x="177126" y="64935"/>
                  </a:lnTo>
                  <a:lnTo>
                    <a:pt x="179768" y="65570"/>
                  </a:lnTo>
                  <a:lnTo>
                    <a:pt x="186169" y="65176"/>
                  </a:lnTo>
                  <a:lnTo>
                    <a:pt x="187604" y="64643"/>
                  </a:lnTo>
                  <a:lnTo>
                    <a:pt x="187299" y="66357"/>
                  </a:lnTo>
                  <a:lnTo>
                    <a:pt x="187477" y="70091"/>
                  </a:lnTo>
                  <a:lnTo>
                    <a:pt x="187642" y="73837"/>
                  </a:lnTo>
                  <a:lnTo>
                    <a:pt x="188468" y="76822"/>
                  </a:lnTo>
                  <a:lnTo>
                    <a:pt x="189001" y="76796"/>
                  </a:lnTo>
                  <a:lnTo>
                    <a:pt x="189001" y="50304"/>
                  </a:lnTo>
                  <a:lnTo>
                    <a:pt x="188836" y="49720"/>
                  </a:lnTo>
                  <a:lnTo>
                    <a:pt x="198628" y="61150"/>
                  </a:lnTo>
                  <a:lnTo>
                    <a:pt x="198628" y="50495"/>
                  </a:lnTo>
                  <a:lnTo>
                    <a:pt x="165722" y="12115"/>
                  </a:lnTo>
                  <a:lnTo>
                    <a:pt x="165722" y="22771"/>
                  </a:lnTo>
                  <a:lnTo>
                    <a:pt x="164719" y="22529"/>
                  </a:lnTo>
                  <a:lnTo>
                    <a:pt x="158318" y="22936"/>
                  </a:lnTo>
                  <a:lnTo>
                    <a:pt x="156794" y="23507"/>
                  </a:lnTo>
                  <a:lnTo>
                    <a:pt x="157099" y="21742"/>
                  </a:lnTo>
                  <a:lnTo>
                    <a:pt x="156933" y="18008"/>
                  </a:lnTo>
                  <a:lnTo>
                    <a:pt x="156768" y="14274"/>
                  </a:lnTo>
                  <a:lnTo>
                    <a:pt x="155956" y="11379"/>
                  </a:lnTo>
                  <a:lnTo>
                    <a:pt x="165722" y="22771"/>
                  </a:lnTo>
                  <a:lnTo>
                    <a:pt x="165722" y="12115"/>
                  </a:lnTo>
                  <a:lnTo>
                    <a:pt x="164490" y="10668"/>
                  </a:lnTo>
                  <a:lnTo>
                    <a:pt x="155892" y="635"/>
                  </a:lnTo>
                  <a:lnTo>
                    <a:pt x="155892" y="11303"/>
                  </a:lnTo>
                  <a:lnTo>
                    <a:pt x="154762" y="11366"/>
                  </a:lnTo>
                  <a:lnTo>
                    <a:pt x="155359" y="10668"/>
                  </a:lnTo>
                  <a:lnTo>
                    <a:pt x="155892" y="11303"/>
                  </a:lnTo>
                  <a:lnTo>
                    <a:pt x="155892" y="635"/>
                  </a:lnTo>
                  <a:lnTo>
                    <a:pt x="155359" y="0"/>
                  </a:lnTo>
                  <a:lnTo>
                    <a:pt x="121310" y="39712"/>
                  </a:lnTo>
                  <a:lnTo>
                    <a:pt x="121310" y="61429"/>
                  </a:lnTo>
                  <a:lnTo>
                    <a:pt x="119913" y="61087"/>
                  </a:lnTo>
                  <a:lnTo>
                    <a:pt x="116713" y="61277"/>
                  </a:lnTo>
                  <a:lnTo>
                    <a:pt x="113512" y="61480"/>
                  </a:lnTo>
                  <a:lnTo>
                    <a:pt x="111023" y="62433"/>
                  </a:lnTo>
                  <a:lnTo>
                    <a:pt x="111023" y="64338"/>
                  </a:lnTo>
                  <a:lnTo>
                    <a:pt x="110185" y="63347"/>
                  </a:lnTo>
                  <a:lnTo>
                    <a:pt x="110947" y="62458"/>
                  </a:lnTo>
                  <a:lnTo>
                    <a:pt x="111023" y="64338"/>
                  </a:lnTo>
                  <a:lnTo>
                    <a:pt x="111023" y="62433"/>
                  </a:lnTo>
                  <a:lnTo>
                    <a:pt x="120738" y="51041"/>
                  </a:lnTo>
                  <a:lnTo>
                    <a:pt x="120523" y="52285"/>
                  </a:lnTo>
                  <a:lnTo>
                    <a:pt x="120865" y="59753"/>
                  </a:lnTo>
                  <a:lnTo>
                    <a:pt x="121310" y="61429"/>
                  </a:lnTo>
                  <a:lnTo>
                    <a:pt x="121310" y="39712"/>
                  </a:lnTo>
                  <a:lnTo>
                    <a:pt x="101041" y="63347"/>
                  </a:lnTo>
                  <a:lnTo>
                    <a:pt x="155359" y="126695"/>
                  </a:lnTo>
                  <a:lnTo>
                    <a:pt x="164490" y="116039"/>
                  </a:lnTo>
                  <a:lnTo>
                    <a:pt x="205867" y="67779"/>
                  </a:lnTo>
                  <a:lnTo>
                    <a:pt x="256400" y="126695"/>
                  </a:lnTo>
                  <a:lnTo>
                    <a:pt x="265531" y="116039"/>
                  </a:lnTo>
                  <a:lnTo>
                    <a:pt x="310692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1" name="object 2091" descr=""/>
            <p:cNvSpPr/>
            <p:nvPr/>
          </p:nvSpPr>
          <p:spPr>
            <a:xfrm>
              <a:off x="8402244" y="6908806"/>
              <a:ext cx="448945" cy="514984"/>
            </a:xfrm>
            <a:custGeom>
              <a:avLst/>
              <a:gdLst/>
              <a:ahLst/>
              <a:cxnLst/>
              <a:rect l="l" t="t" r="r" b="b"/>
              <a:pathLst>
                <a:path w="448945" h="514984">
                  <a:moveTo>
                    <a:pt x="108610" y="451180"/>
                  </a:moveTo>
                  <a:lnTo>
                    <a:pt x="99491" y="440550"/>
                  </a:lnTo>
                  <a:lnTo>
                    <a:pt x="99491" y="451180"/>
                  </a:lnTo>
                  <a:lnTo>
                    <a:pt x="89369" y="462978"/>
                  </a:lnTo>
                  <a:lnTo>
                    <a:pt x="89649" y="461467"/>
                  </a:lnTo>
                  <a:lnTo>
                    <a:pt x="89293" y="453999"/>
                  </a:lnTo>
                  <a:lnTo>
                    <a:pt x="88823" y="452310"/>
                  </a:lnTo>
                  <a:lnTo>
                    <a:pt x="90322" y="452666"/>
                  </a:lnTo>
                  <a:lnTo>
                    <a:pt x="93522" y="452462"/>
                  </a:lnTo>
                  <a:lnTo>
                    <a:pt x="96723" y="452272"/>
                  </a:lnTo>
                  <a:lnTo>
                    <a:pt x="99288" y="451307"/>
                  </a:lnTo>
                  <a:lnTo>
                    <a:pt x="99263" y="450926"/>
                  </a:lnTo>
                  <a:lnTo>
                    <a:pt x="99491" y="451180"/>
                  </a:lnTo>
                  <a:lnTo>
                    <a:pt x="99491" y="440550"/>
                  </a:lnTo>
                  <a:lnTo>
                    <a:pt x="97586" y="438327"/>
                  </a:lnTo>
                  <a:lnTo>
                    <a:pt x="97586" y="448970"/>
                  </a:lnTo>
                  <a:lnTo>
                    <a:pt x="96558" y="448716"/>
                  </a:lnTo>
                  <a:lnTo>
                    <a:pt x="90157" y="449110"/>
                  </a:lnTo>
                  <a:lnTo>
                    <a:pt x="88633" y="449681"/>
                  </a:lnTo>
                  <a:lnTo>
                    <a:pt x="88950" y="447929"/>
                  </a:lnTo>
                  <a:lnTo>
                    <a:pt x="88773" y="444195"/>
                  </a:lnTo>
                  <a:lnTo>
                    <a:pt x="88607" y="440461"/>
                  </a:lnTo>
                  <a:lnTo>
                    <a:pt x="87972" y="438200"/>
                  </a:lnTo>
                  <a:lnTo>
                    <a:pt x="87972" y="464616"/>
                  </a:lnTo>
                  <a:lnTo>
                    <a:pt x="54317" y="503872"/>
                  </a:lnTo>
                  <a:lnTo>
                    <a:pt x="42621" y="490258"/>
                  </a:lnTo>
                  <a:lnTo>
                    <a:pt x="45212" y="490855"/>
                  </a:lnTo>
                  <a:lnTo>
                    <a:pt x="51612" y="490461"/>
                  </a:lnTo>
                  <a:lnTo>
                    <a:pt x="53047" y="489927"/>
                  </a:lnTo>
                  <a:lnTo>
                    <a:pt x="52755" y="491642"/>
                  </a:lnTo>
                  <a:lnTo>
                    <a:pt x="52920" y="495388"/>
                  </a:lnTo>
                  <a:lnTo>
                    <a:pt x="53086" y="499122"/>
                  </a:lnTo>
                  <a:lnTo>
                    <a:pt x="53911" y="502107"/>
                  </a:lnTo>
                  <a:lnTo>
                    <a:pt x="55587" y="502005"/>
                  </a:lnTo>
                  <a:lnTo>
                    <a:pt x="56134" y="498932"/>
                  </a:lnTo>
                  <a:lnTo>
                    <a:pt x="55791" y="491464"/>
                  </a:lnTo>
                  <a:lnTo>
                    <a:pt x="55321" y="489775"/>
                  </a:lnTo>
                  <a:lnTo>
                    <a:pt x="56807" y="490131"/>
                  </a:lnTo>
                  <a:lnTo>
                    <a:pt x="60020" y="489927"/>
                  </a:lnTo>
                  <a:lnTo>
                    <a:pt x="63220" y="489737"/>
                  </a:lnTo>
                  <a:lnTo>
                    <a:pt x="65786" y="488772"/>
                  </a:lnTo>
                  <a:lnTo>
                    <a:pt x="65697" y="486816"/>
                  </a:lnTo>
                  <a:lnTo>
                    <a:pt x="63055" y="486181"/>
                  </a:lnTo>
                  <a:lnTo>
                    <a:pt x="56642" y="486575"/>
                  </a:lnTo>
                  <a:lnTo>
                    <a:pt x="55130" y="487146"/>
                  </a:lnTo>
                  <a:lnTo>
                    <a:pt x="55435" y="485394"/>
                  </a:lnTo>
                  <a:lnTo>
                    <a:pt x="55270" y="481660"/>
                  </a:lnTo>
                  <a:lnTo>
                    <a:pt x="55105" y="477926"/>
                  </a:lnTo>
                  <a:lnTo>
                    <a:pt x="54279" y="474941"/>
                  </a:lnTo>
                  <a:lnTo>
                    <a:pt x="52603" y="475043"/>
                  </a:lnTo>
                  <a:lnTo>
                    <a:pt x="52057" y="478116"/>
                  </a:lnTo>
                  <a:lnTo>
                    <a:pt x="52400" y="485584"/>
                  </a:lnTo>
                  <a:lnTo>
                    <a:pt x="52844" y="487260"/>
                  </a:lnTo>
                  <a:lnTo>
                    <a:pt x="51447" y="486918"/>
                  </a:lnTo>
                  <a:lnTo>
                    <a:pt x="48247" y="487108"/>
                  </a:lnTo>
                  <a:lnTo>
                    <a:pt x="45046" y="487311"/>
                  </a:lnTo>
                  <a:lnTo>
                    <a:pt x="42481" y="488276"/>
                  </a:lnTo>
                  <a:lnTo>
                    <a:pt x="42557" y="490181"/>
                  </a:lnTo>
                  <a:lnTo>
                    <a:pt x="10045" y="452247"/>
                  </a:lnTo>
                  <a:lnTo>
                    <a:pt x="12623" y="452856"/>
                  </a:lnTo>
                  <a:lnTo>
                    <a:pt x="19037" y="452450"/>
                  </a:lnTo>
                  <a:lnTo>
                    <a:pt x="20472" y="451916"/>
                  </a:lnTo>
                  <a:lnTo>
                    <a:pt x="20180" y="453644"/>
                  </a:lnTo>
                  <a:lnTo>
                    <a:pt x="20345" y="457377"/>
                  </a:lnTo>
                  <a:lnTo>
                    <a:pt x="20523" y="461124"/>
                  </a:lnTo>
                  <a:lnTo>
                    <a:pt x="21336" y="464096"/>
                  </a:lnTo>
                  <a:lnTo>
                    <a:pt x="23012" y="463994"/>
                  </a:lnTo>
                  <a:lnTo>
                    <a:pt x="23558" y="460933"/>
                  </a:lnTo>
                  <a:lnTo>
                    <a:pt x="23215" y="453453"/>
                  </a:lnTo>
                  <a:lnTo>
                    <a:pt x="22745" y="451777"/>
                  </a:lnTo>
                  <a:lnTo>
                    <a:pt x="24231" y="452120"/>
                  </a:lnTo>
                  <a:lnTo>
                    <a:pt x="27432" y="451929"/>
                  </a:lnTo>
                  <a:lnTo>
                    <a:pt x="30645" y="451726"/>
                  </a:lnTo>
                  <a:lnTo>
                    <a:pt x="33210" y="450761"/>
                  </a:lnTo>
                  <a:lnTo>
                    <a:pt x="33108" y="448805"/>
                  </a:lnTo>
                  <a:lnTo>
                    <a:pt x="30467" y="448183"/>
                  </a:lnTo>
                  <a:lnTo>
                    <a:pt x="24066" y="448576"/>
                  </a:lnTo>
                  <a:lnTo>
                    <a:pt x="22555" y="449148"/>
                  </a:lnTo>
                  <a:lnTo>
                    <a:pt x="22860" y="447395"/>
                  </a:lnTo>
                  <a:lnTo>
                    <a:pt x="22694" y="443661"/>
                  </a:lnTo>
                  <a:lnTo>
                    <a:pt x="22517" y="439915"/>
                  </a:lnTo>
                  <a:lnTo>
                    <a:pt x="21691" y="436930"/>
                  </a:lnTo>
                  <a:lnTo>
                    <a:pt x="21336" y="436956"/>
                  </a:lnTo>
                  <a:lnTo>
                    <a:pt x="53098" y="399910"/>
                  </a:lnTo>
                  <a:lnTo>
                    <a:pt x="52679" y="402285"/>
                  </a:lnTo>
                  <a:lnTo>
                    <a:pt x="53022" y="409765"/>
                  </a:lnTo>
                  <a:lnTo>
                    <a:pt x="53467" y="411429"/>
                  </a:lnTo>
                  <a:lnTo>
                    <a:pt x="52070" y="411086"/>
                  </a:lnTo>
                  <a:lnTo>
                    <a:pt x="48869" y="411289"/>
                  </a:lnTo>
                  <a:lnTo>
                    <a:pt x="45669" y="411480"/>
                  </a:lnTo>
                  <a:lnTo>
                    <a:pt x="43103" y="412445"/>
                  </a:lnTo>
                  <a:lnTo>
                    <a:pt x="43192" y="414401"/>
                  </a:lnTo>
                  <a:lnTo>
                    <a:pt x="45834" y="415036"/>
                  </a:lnTo>
                  <a:lnTo>
                    <a:pt x="52235" y="414629"/>
                  </a:lnTo>
                  <a:lnTo>
                    <a:pt x="53670" y="414096"/>
                  </a:lnTo>
                  <a:lnTo>
                    <a:pt x="53378" y="415823"/>
                  </a:lnTo>
                  <a:lnTo>
                    <a:pt x="53543" y="419557"/>
                  </a:lnTo>
                  <a:lnTo>
                    <a:pt x="53708" y="423303"/>
                  </a:lnTo>
                  <a:lnTo>
                    <a:pt x="54533" y="426288"/>
                  </a:lnTo>
                  <a:lnTo>
                    <a:pt x="56210" y="426173"/>
                  </a:lnTo>
                  <a:lnTo>
                    <a:pt x="56756" y="423113"/>
                  </a:lnTo>
                  <a:lnTo>
                    <a:pt x="56413" y="415632"/>
                  </a:lnTo>
                  <a:lnTo>
                    <a:pt x="55956" y="413956"/>
                  </a:lnTo>
                  <a:lnTo>
                    <a:pt x="57429" y="414299"/>
                  </a:lnTo>
                  <a:lnTo>
                    <a:pt x="60642" y="414108"/>
                  </a:lnTo>
                  <a:lnTo>
                    <a:pt x="63842" y="413905"/>
                  </a:lnTo>
                  <a:lnTo>
                    <a:pt x="66408" y="412940"/>
                  </a:lnTo>
                  <a:lnTo>
                    <a:pt x="66382" y="412597"/>
                  </a:lnTo>
                  <a:lnTo>
                    <a:pt x="87744" y="437489"/>
                  </a:lnTo>
                  <a:lnTo>
                    <a:pt x="86106" y="437578"/>
                  </a:lnTo>
                  <a:lnTo>
                    <a:pt x="85559" y="440651"/>
                  </a:lnTo>
                  <a:lnTo>
                    <a:pt x="85902" y="448119"/>
                  </a:lnTo>
                  <a:lnTo>
                    <a:pt x="86347" y="449783"/>
                  </a:lnTo>
                  <a:lnTo>
                    <a:pt x="84963" y="449440"/>
                  </a:lnTo>
                  <a:lnTo>
                    <a:pt x="81749" y="449643"/>
                  </a:lnTo>
                  <a:lnTo>
                    <a:pt x="78549" y="449846"/>
                  </a:lnTo>
                  <a:lnTo>
                    <a:pt x="75984" y="450811"/>
                  </a:lnTo>
                  <a:lnTo>
                    <a:pt x="76073" y="452767"/>
                  </a:lnTo>
                  <a:lnTo>
                    <a:pt x="78714" y="453390"/>
                  </a:lnTo>
                  <a:lnTo>
                    <a:pt x="85128" y="452996"/>
                  </a:lnTo>
                  <a:lnTo>
                    <a:pt x="86550" y="452462"/>
                  </a:lnTo>
                  <a:lnTo>
                    <a:pt x="86258" y="454177"/>
                  </a:lnTo>
                  <a:lnTo>
                    <a:pt x="86423" y="457923"/>
                  </a:lnTo>
                  <a:lnTo>
                    <a:pt x="86601" y="461657"/>
                  </a:lnTo>
                  <a:lnTo>
                    <a:pt x="87426" y="464642"/>
                  </a:lnTo>
                  <a:lnTo>
                    <a:pt x="87972" y="464616"/>
                  </a:lnTo>
                  <a:lnTo>
                    <a:pt x="87972" y="438200"/>
                  </a:lnTo>
                  <a:lnTo>
                    <a:pt x="87795" y="437553"/>
                  </a:lnTo>
                  <a:lnTo>
                    <a:pt x="97586" y="448970"/>
                  </a:lnTo>
                  <a:lnTo>
                    <a:pt x="97586" y="438327"/>
                  </a:lnTo>
                  <a:lnTo>
                    <a:pt x="64681" y="399935"/>
                  </a:lnTo>
                  <a:lnTo>
                    <a:pt x="64681" y="410603"/>
                  </a:lnTo>
                  <a:lnTo>
                    <a:pt x="63677" y="410362"/>
                  </a:lnTo>
                  <a:lnTo>
                    <a:pt x="57264" y="410756"/>
                  </a:lnTo>
                  <a:lnTo>
                    <a:pt x="55753" y="411327"/>
                  </a:lnTo>
                  <a:lnTo>
                    <a:pt x="56057" y="409575"/>
                  </a:lnTo>
                  <a:lnTo>
                    <a:pt x="55892" y="405841"/>
                  </a:lnTo>
                  <a:lnTo>
                    <a:pt x="55727" y="402094"/>
                  </a:lnTo>
                  <a:lnTo>
                    <a:pt x="54914" y="399199"/>
                  </a:lnTo>
                  <a:lnTo>
                    <a:pt x="64681" y="410603"/>
                  </a:lnTo>
                  <a:lnTo>
                    <a:pt x="64681" y="399935"/>
                  </a:lnTo>
                  <a:lnTo>
                    <a:pt x="63449" y="398487"/>
                  </a:lnTo>
                  <a:lnTo>
                    <a:pt x="54851" y="388467"/>
                  </a:lnTo>
                  <a:lnTo>
                    <a:pt x="54851" y="399122"/>
                  </a:lnTo>
                  <a:lnTo>
                    <a:pt x="53721" y="399186"/>
                  </a:lnTo>
                  <a:lnTo>
                    <a:pt x="54317" y="398487"/>
                  </a:lnTo>
                  <a:lnTo>
                    <a:pt x="54851" y="399122"/>
                  </a:lnTo>
                  <a:lnTo>
                    <a:pt x="54851" y="388467"/>
                  </a:lnTo>
                  <a:lnTo>
                    <a:pt x="54317" y="387832"/>
                  </a:lnTo>
                  <a:lnTo>
                    <a:pt x="20269" y="427545"/>
                  </a:lnTo>
                  <a:lnTo>
                    <a:pt x="20269" y="449237"/>
                  </a:lnTo>
                  <a:lnTo>
                    <a:pt x="18872" y="448906"/>
                  </a:lnTo>
                  <a:lnTo>
                    <a:pt x="15671" y="449110"/>
                  </a:lnTo>
                  <a:lnTo>
                    <a:pt x="12458" y="449300"/>
                  </a:lnTo>
                  <a:lnTo>
                    <a:pt x="9982" y="450240"/>
                  </a:lnTo>
                  <a:lnTo>
                    <a:pt x="9982" y="452170"/>
                  </a:lnTo>
                  <a:lnTo>
                    <a:pt x="9144" y="451180"/>
                  </a:lnTo>
                  <a:lnTo>
                    <a:pt x="9893" y="450303"/>
                  </a:lnTo>
                  <a:lnTo>
                    <a:pt x="9982" y="452170"/>
                  </a:lnTo>
                  <a:lnTo>
                    <a:pt x="9982" y="450240"/>
                  </a:lnTo>
                  <a:lnTo>
                    <a:pt x="19685" y="438873"/>
                  </a:lnTo>
                  <a:lnTo>
                    <a:pt x="19481" y="440105"/>
                  </a:lnTo>
                  <a:lnTo>
                    <a:pt x="19824" y="447586"/>
                  </a:lnTo>
                  <a:lnTo>
                    <a:pt x="20269" y="449237"/>
                  </a:lnTo>
                  <a:lnTo>
                    <a:pt x="20269" y="427545"/>
                  </a:lnTo>
                  <a:lnTo>
                    <a:pt x="0" y="451180"/>
                  </a:lnTo>
                  <a:lnTo>
                    <a:pt x="54317" y="514527"/>
                  </a:lnTo>
                  <a:lnTo>
                    <a:pt x="63449" y="503872"/>
                  </a:lnTo>
                  <a:lnTo>
                    <a:pt x="108610" y="451180"/>
                  </a:lnTo>
                  <a:close/>
                </a:path>
                <a:path w="448945" h="514984">
                  <a:moveTo>
                    <a:pt x="235038" y="450761"/>
                  </a:moveTo>
                  <a:lnTo>
                    <a:pt x="234937" y="448805"/>
                  </a:lnTo>
                  <a:lnTo>
                    <a:pt x="232308" y="448183"/>
                  </a:lnTo>
                  <a:lnTo>
                    <a:pt x="225894" y="448576"/>
                  </a:lnTo>
                  <a:lnTo>
                    <a:pt x="223342" y="449541"/>
                  </a:lnTo>
                  <a:lnTo>
                    <a:pt x="220700" y="448906"/>
                  </a:lnTo>
                  <a:lnTo>
                    <a:pt x="217500" y="449110"/>
                  </a:lnTo>
                  <a:lnTo>
                    <a:pt x="214287" y="449300"/>
                  </a:lnTo>
                  <a:lnTo>
                    <a:pt x="211721" y="450265"/>
                  </a:lnTo>
                  <a:lnTo>
                    <a:pt x="211823" y="452221"/>
                  </a:lnTo>
                  <a:lnTo>
                    <a:pt x="214464" y="452856"/>
                  </a:lnTo>
                  <a:lnTo>
                    <a:pt x="220865" y="452450"/>
                  </a:lnTo>
                  <a:lnTo>
                    <a:pt x="222300" y="451916"/>
                  </a:lnTo>
                  <a:lnTo>
                    <a:pt x="222008" y="453644"/>
                  </a:lnTo>
                  <a:lnTo>
                    <a:pt x="222173" y="457377"/>
                  </a:lnTo>
                  <a:lnTo>
                    <a:pt x="222338" y="461124"/>
                  </a:lnTo>
                  <a:lnTo>
                    <a:pt x="223164" y="464096"/>
                  </a:lnTo>
                  <a:lnTo>
                    <a:pt x="224840" y="463994"/>
                  </a:lnTo>
                  <a:lnTo>
                    <a:pt x="225386" y="460933"/>
                  </a:lnTo>
                  <a:lnTo>
                    <a:pt x="225044" y="453453"/>
                  </a:lnTo>
                  <a:lnTo>
                    <a:pt x="224586" y="451777"/>
                  </a:lnTo>
                  <a:lnTo>
                    <a:pt x="226060" y="452120"/>
                  </a:lnTo>
                  <a:lnTo>
                    <a:pt x="229273" y="451929"/>
                  </a:lnTo>
                  <a:lnTo>
                    <a:pt x="232473" y="451726"/>
                  </a:lnTo>
                  <a:lnTo>
                    <a:pt x="235038" y="450761"/>
                  </a:lnTo>
                  <a:close/>
                </a:path>
                <a:path w="448945" h="514984">
                  <a:moveTo>
                    <a:pt x="267614" y="488772"/>
                  </a:moveTo>
                  <a:lnTo>
                    <a:pt x="267525" y="486816"/>
                  </a:lnTo>
                  <a:lnTo>
                    <a:pt x="264883" y="486181"/>
                  </a:lnTo>
                  <a:lnTo>
                    <a:pt x="258470" y="486575"/>
                  </a:lnTo>
                  <a:lnTo>
                    <a:pt x="256959" y="487146"/>
                  </a:lnTo>
                  <a:lnTo>
                    <a:pt x="257263" y="485394"/>
                  </a:lnTo>
                  <a:lnTo>
                    <a:pt x="257098" y="481660"/>
                  </a:lnTo>
                  <a:lnTo>
                    <a:pt x="256933" y="477926"/>
                  </a:lnTo>
                  <a:lnTo>
                    <a:pt x="256108" y="474941"/>
                  </a:lnTo>
                  <a:lnTo>
                    <a:pt x="254431" y="475043"/>
                  </a:lnTo>
                  <a:lnTo>
                    <a:pt x="253885" y="478116"/>
                  </a:lnTo>
                  <a:lnTo>
                    <a:pt x="254228" y="485584"/>
                  </a:lnTo>
                  <a:lnTo>
                    <a:pt x="254685" y="487260"/>
                  </a:lnTo>
                  <a:lnTo>
                    <a:pt x="253276" y="486918"/>
                  </a:lnTo>
                  <a:lnTo>
                    <a:pt x="250075" y="487108"/>
                  </a:lnTo>
                  <a:lnTo>
                    <a:pt x="246875" y="487311"/>
                  </a:lnTo>
                  <a:lnTo>
                    <a:pt x="244309" y="488276"/>
                  </a:lnTo>
                  <a:lnTo>
                    <a:pt x="244398" y="490232"/>
                  </a:lnTo>
                  <a:lnTo>
                    <a:pt x="247040" y="490855"/>
                  </a:lnTo>
                  <a:lnTo>
                    <a:pt x="253453" y="490461"/>
                  </a:lnTo>
                  <a:lnTo>
                    <a:pt x="254876" y="489927"/>
                  </a:lnTo>
                  <a:lnTo>
                    <a:pt x="254584" y="491642"/>
                  </a:lnTo>
                  <a:lnTo>
                    <a:pt x="254749" y="495388"/>
                  </a:lnTo>
                  <a:lnTo>
                    <a:pt x="254927" y="499122"/>
                  </a:lnTo>
                  <a:lnTo>
                    <a:pt x="255752" y="502107"/>
                  </a:lnTo>
                  <a:lnTo>
                    <a:pt x="257429" y="502005"/>
                  </a:lnTo>
                  <a:lnTo>
                    <a:pt x="257962" y="498932"/>
                  </a:lnTo>
                  <a:lnTo>
                    <a:pt x="257619" y="491464"/>
                  </a:lnTo>
                  <a:lnTo>
                    <a:pt x="257149" y="489775"/>
                  </a:lnTo>
                  <a:lnTo>
                    <a:pt x="258648" y="490131"/>
                  </a:lnTo>
                  <a:lnTo>
                    <a:pt x="261848" y="489927"/>
                  </a:lnTo>
                  <a:lnTo>
                    <a:pt x="265049" y="489737"/>
                  </a:lnTo>
                  <a:lnTo>
                    <a:pt x="267614" y="488772"/>
                  </a:lnTo>
                  <a:close/>
                </a:path>
                <a:path w="448945" h="514984">
                  <a:moveTo>
                    <a:pt x="268236" y="412940"/>
                  </a:moveTo>
                  <a:lnTo>
                    <a:pt x="268147" y="410984"/>
                  </a:lnTo>
                  <a:lnTo>
                    <a:pt x="265506" y="410362"/>
                  </a:lnTo>
                  <a:lnTo>
                    <a:pt x="259092" y="410756"/>
                  </a:lnTo>
                  <a:lnTo>
                    <a:pt x="257581" y="411327"/>
                  </a:lnTo>
                  <a:lnTo>
                    <a:pt x="257886" y="409575"/>
                  </a:lnTo>
                  <a:lnTo>
                    <a:pt x="257721" y="405841"/>
                  </a:lnTo>
                  <a:lnTo>
                    <a:pt x="257556" y="402094"/>
                  </a:lnTo>
                  <a:lnTo>
                    <a:pt x="256730" y="399110"/>
                  </a:lnTo>
                  <a:lnTo>
                    <a:pt x="255054" y="399211"/>
                  </a:lnTo>
                  <a:lnTo>
                    <a:pt x="254508" y="402285"/>
                  </a:lnTo>
                  <a:lnTo>
                    <a:pt x="254850" y="409765"/>
                  </a:lnTo>
                  <a:lnTo>
                    <a:pt x="255295" y="411429"/>
                  </a:lnTo>
                  <a:lnTo>
                    <a:pt x="253898" y="411086"/>
                  </a:lnTo>
                  <a:lnTo>
                    <a:pt x="250698" y="411289"/>
                  </a:lnTo>
                  <a:lnTo>
                    <a:pt x="247497" y="411480"/>
                  </a:lnTo>
                  <a:lnTo>
                    <a:pt x="244932" y="412445"/>
                  </a:lnTo>
                  <a:lnTo>
                    <a:pt x="245021" y="414401"/>
                  </a:lnTo>
                  <a:lnTo>
                    <a:pt x="247662" y="415036"/>
                  </a:lnTo>
                  <a:lnTo>
                    <a:pt x="254076" y="414629"/>
                  </a:lnTo>
                  <a:lnTo>
                    <a:pt x="255498" y="414108"/>
                  </a:lnTo>
                  <a:lnTo>
                    <a:pt x="255206" y="415823"/>
                  </a:lnTo>
                  <a:lnTo>
                    <a:pt x="255371" y="419557"/>
                  </a:lnTo>
                  <a:lnTo>
                    <a:pt x="255536" y="423303"/>
                  </a:lnTo>
                  <a:lnTo>
                    <a:pt x="256374" y="426288"/>
                  </a:lnTo>
                  <a:lnTo>
                    <a:pt x="258051" y="426173"/>
                  </a:lnTo>
                  <a:lnTo>
                    <a:pt x="258584" y="423113"/>
                  </a:lnTo>
                  <a:lnTo>
                    <a:pt x="258241" y="415632"/>
                  </a:lnTo>
                  <a:lnTo>
                    <a:pt x="257784" y="413956"/>
                  </a:lnTo>
                  <a:lnTo>
                    <a:pt x="259270" y="414299"/>
                  </a:lnTo>
                  <a:lnTo>
                    <a:pt x="262470" y="414108"/>
                  </a:lnTo>
                  <a:lnTo>
                    <a:pt x="265671" y="413905"/>
                  </a:lnTo>
                  <a:lnTo>
                    <a:pt x="268236" y="412940"/>
                  </a:lnTo>
                  <a:close/>
                </a:path>
                <a:path w="448945" h="514984">
                  <a:moveTo>
                    <a:pt x="301129" y="451307"/>
                  </a:moveTo>
                  <a:lnTo>
                    <a:pt x="301028" y="449351"/>
                  </a:lnTo>
                  <a:lnTo>
                    <a:pt x="298386" y="448716"/>
                  </a:lnTo>
                  <a:lnTo>
                    <a:pt x="291985" y="449110"/>
                  </a:lnTo>
                  <a:lnTo>
                    <a:pt x="290474" y="449681"/>
                  </a:lnTo>
                  <a:lnTo>
                    <a:pt x="290779" y="447929"/>
                  </a:lnTo>
                  <a:lnTo>
                    <a:pt x="290614" y="444195"/>
                  </a:lnTo>
                  <a:lnTo>
                    <a:pt x="290436" y="440461"/>
                  </a:lnTo>
                  <a:lnTo>
                    <a:pt x="289610" y="437476"/>
                  </a:lnTo>
                  <a:lnTo>
                    <a:pt x="287934" y="437578"/>
                  </a:lnTo>
                  <a:lnTo>
                    <a:pt x="287401" y="440651"/>
                  </a:lnTo>
                  <a:lnTo>
                    <a:pt x="287743" y="448119"/>
                  </a:lnTo>
                  <a:lnTo>
                    <a:pt x="288188" y="449783"/>
                  </a:lnTo>
                  <a:lnTo>
                    <a:pt x="286791" y="449440"/>
                  </a:lnTo>
                  <a:lnTo>
                    <a:pt x="283591" y="449643"/>
                  </a:lnTo>
                  <a:lnTo>
                    <a:pt x="280377" y="449846"/>
                  </a:lnTo>
                  <a:lnTo>
                    <a:pt x="277812" y="450811"/>
                  </a:lnTo>
                  <a:lnTo>
                    <a:pt x="277914" y="452767"/>
                  </a:lnTo>
                  <a:lnTo>
                    <a:pt x="280543" y="453390"/>
                  </a:lnTo>
                  <a:lnTo>
                    <a:pt x="286956" y="452996"/>
                  </a:lnTo>
                  <a:lnTo>
                    <a:pt x="288391" y="452462"/>
                  </a:lnTo>
                  <a:lnTo>
                    <a:pt x="288099" y="454177"/>
                  </a:lnTo>
                  <a:lnTo>
                    <a:pt x="288264" y="457923"/>
                  </a:lnTo>
                  <a:lnTo>
                    <a:pt x="288429" y="461657"/>
                  </a:lnTo>
                  <a:lnTo>
                    <a:pt x="289255" y="464642"/>
                  </a:lnTo>
                  <a:lnTo>
                    <a:pt x="290931" y="464540"/>
                  </a:lnTo>
                  <a:lnTo>
                    <a:pt x="291477" y="461467"/>
                  </a:lnTo>
                  <a:lnTo>
                    <a:pt x="291134" y="453999"/>
                  </a:lnTo>
                  <a:lnTo>
                    <a:pt x="290664" y="452310"/>
                  </a:lnTo>
                  <a:lnTo>
                    <a:pt x="292150" y="452666"/>
                  </a:lnTo>
                  <a:lnTo>
                    <a:pt x="295351" y="452462"/>
                  </a:lnTo>
                  <a:lnTo>
                    <a:pt x="298564" y="452272"/>
                  </a:lnTo>
                  <a:lnTo>
                    <a:pt x="301129" y="451307"/>
                  </a:lnTo>
                  <a:close/>
                </a:path>
                <a:path w="448945" h="514984">
                  <a:moveTo>
                    <a:pt x="360984" y="374015"/>
                  </a:moveTo>
                  <a:lnTo>
                    <a:pt x="351853" y="363372"/>
                  </a:lnTo>
                  <a:lnTo>
                    <a:pt x="351853" y="374015"/>
                  </a:lnTo>
                  <a:lnTo>
                    <a:pt x="341757" y="385800"/>
                  </a:lnTo>
                  <a:lnTo>
                    <a:pt x="342023" y="384314"/>
                  </a:lnTo>
                  <a:lnTo>
                    <a:pt x="341668" y="376834"/>
                  </a:lnTo>
                  <a:lnTo>
                    <a:pt x="341210" y="375158"/>
                  </a:lnTo>
                  <a:lnTo>
                    <a:pt x="342696" y="375500"/>
                  </a:lnTo>
                  <a:lnTo>
                    <a:pt x="345897" y="375310"/>
                  </a:lnTo>
                  <a:lnTo>
                    <a:pt x="349097" y="375107"/>
                  </a:lnTo>
                  <a:lnTo>
                    <a:pt x="351663" y="374142"/>
                  </a:lnTo>
                  <a:lnTo>
                    <a:pt x="351637" y="373773"/>
                  </a:lnTo>
                  <a:lnTo>
                    <a:pt x="351853" y="374015"/>
                  </a:lnTo>
                  <a:lnTo>
                    <a:pt x="351853" y="363372"/>
                  </a:lnTo>
                  <a:lnTo>
                    <a:pt x="349948" y="361149"/>
                  </a:lnTo>
                  <a:lnTo>
                    <a:pt x="349948" y="371805"/>
                  </a:lnTo>
                  <a:lnTo>
                    <a:pt x="348932" y="371551"/>
                  </a:lnTo>
                  <a:lnTo>
                    <a:pt x="342531" y="371957"/>
                  </a:lnTo>
                  <a:lnTo>
                    <a:pt x="341020" y="372529"/>
                  </a:lnTo>
                  <a:lnTo>
                    <a:pt x="341325" y="370776"/>
                  </a:lnTo>
                  <a:lnTo>
                    <a:pt x="341147" y="367030"/>
                  </a:lnTo>
                  <a:lnTo>
                    <a:pt x="340982" y="363296"/>
                  </a:lnTo>
                  <a:lnTo>
                    <a:pt x="340334" y="360997"/>
                  </a:lnTo>
                  <a:lnTo>
                    <a:pt x="340334" y="387451"/>
                  </a:lnTo>
                  <a:lnTo>
                    <a:pt x="306692" y="426707"/>
                  </a:lnTo>
                  <a:lnTo>
                    <a:pt x="295008" y="413092"/>
                  </a:lnTo>
                  <a:lnTo>
                    <a:pt x="297586" y="413702"/>
                  </a:lnTo>
                  <a:lnTo>
                    <a:pt x="303987" y="413296"/>
                  </a:lnTo>
                  <a:lnTo>
                    <a:pt x="305422" y="412762"/>
                  </a:lnTo>
                  <a:lnTo>
                    <a:pt x="305130" y="414489"/>
                  </a:lnTo>
                  <a:lnTo>
                    <a:pt x="305295" y="418223"/>
                  </a:lnTo>
                  <a:lnTo>
                    <a:pt x="305460" y="421957"/>
                  </a:lnTo>
                  <a:lnTo>
                    <a:pt x="306285" y="424942"/>
                  </a:lnTo>
                  <a:lnTo>
                    <a:pt x="307962" y="424840"/>
                  </a:lnTo>
                  <a:lnTo>
                    <a:pt x="308508" y="421779"/>
                  </a:lnTo>
                  <a:lnTo>
                    <a:pt x="308165" y="414299"/>
                  </a:lnTo>
                  <a:lnTo>
                    <a:pt x="307708" y="412623"/>
                  </a:lnTo>
                  <a:lnTo>
                    <a:pt x="309181" y="412965"/>
                  </a:lnTo>
                  <a:lnTo>
                    <a:pt x="312394" y="412775"/>
                  </a:lnTo>
                  <a:lnTo>
                    <a:pt x="315595" y="412572"/>
                  </a:lnTo>
                  <a:lnTo>
                    <a:pt x="318160" y="411607"/>
                  </a:lnTo>
                  <a:lnTo>
                    <a:pt x="318071" y="409651"/>
                  </a:lnTo>
                  <a:lnTo>
                    <a:pt x="315429" y="409016"/>
                  </a:lnTo>
                  <a:lnTo>
                    <a:pt x="309016" y="409422"/>
                  </a:lnTo>
                  <a:lnTo>
                    <a:pt x="307505" y="409994"/>
                  </a:lnTo>
                  <a:lnTo>
                    <a:pt x="307809" y="408241"/>
                  </a:lnTo>
                  <a:lnTo>
                    <a:pt x="307644" y="404495"/>
                  </a:lnTo>
                  <a:lnTo>
                    <a:pt x="307479" y="400761"/>
                  </a:lnTo>
                  <a:lnTo>
                    <a:pt x="306654" y="397776"/>
                  </a:lnTo>
                  <a:lnTo>
                    <a:pt x="304977" y="397878"/>
                  </a:lnTo>
                  <a:lnTo>
                    <a:pt x="304431" y="400951"/>
                  </a:lnTo>
                  <a:lnTo>
                    <a:pt x="304774" y="408432"/>
                  </a:lnTo>
                  <a:lnTo>
                    <a:pt x="305219" y="410095"/>
                  </a:lnTo>
                  <a:lnTo>
                    <a:pt x="303822" y="409752"/>
                  </a:lnTo>
                  <a:lnTo>
                    <a:pt x="300621" y="409956"/>
                  </a:lnTo>
                  <a:lnTo>
                    <a:pt x="297421" y="410146"/>
                  </a:lnTo>
                  <a:lnTo>
                    <a:pt x="294855" y="411111"/>
                  </a:lnTo>
                  <a:lnTo>
                    <a:pt x="294932" y="413016"/>
                  </a:lnTo>
                  <a:lnTo>
                    <a:pt x="262432" y="375094"/>
                  </a:lnTo>
                  <a:lnTo>
                    <a:pt x="264998" y="375691"/>
                  </a:lnTo>
                  <a:lnTo>
                    <a:pt x="271411" y="375297"/>
                  </a:lnTo>
                  <a:lnTo>
                    <a:pt x="272846" y="374764"/>
                  </a:lnTo>
                  <a:lnTo>
                    <a:pt x="272554" y="376478"/>
                  </a:lnTo>
                  <a:lnTo>
                    <a:pt x="272719" y="380212"/>
                  </a:lnTo>
                  <a:lnTo>
                    <a:pt x="272884" y="383959"/>
                  </a:lnTo>
                  <a:lnTo>
                    <a:pt x="273710" y="386943"/>
                  </a:lnTo>
                  <a:lnTo>
                    <a:pt x="275386" y="386842"/>
                  </a:lnTo>
                  <a:lnTo>
                    <a:pt x="275932" y="383768"/>
                  </a:lnTo>
                  <a:lnTo>
                    <a:pt x="275590" y="376288"/>
                  </a:lnTo>
                  <a:lnTo>
                    <a:pt x="275120" y="374611"/>
                  </a:lnTo>
                  <a:lnTo>
                    <a:pt x="276606" y="374967"/>
                  </a:lnTo>
                  <a:lnTo>
                    <a:pt x="279806" y="374764"/>
                  </a:lnTo>
                  <a:lnTo>
                    <a:pt x="283019" y="374561"/>
                  </a:lnTo>
                  <a:lnTo>
                    <a:pt x="285584" y="373608"/>
                  </a:lnTo>
                  <a:lnTo>
                    <a:pt x="285483" y="371640"/>
                  </a:lnTo>
                  <a:lnTo>
                    <a:pt x="282841" y="371017"/>
                  </a:lnTo>
                  <a:lnTo>
                    <a:pt x="276440" y="371411"/>
                  </a:lnTo>
                  <a:lnTo>
                    <a:pt x="274929" y="371983"/>
                  </a:lnTo>
                  <a:lnTo>
                    <a:pt x="275234" y="370230"/>
                  </a:lnTo>
                  <a:lnTo>
                    <a:pt x="275069" y="366496"/>
                  </a:lnTo>
                  <a:lnTo>
                    <a:pt x="274891" y="362762"/>
                  </a:lnTo>
                  <a:lnTo>
                    <a:pt x="274066" y="359778"/>
                  </a:lnTo>
                  <a:lnTo>
                    <a:pt x="273697" y="359803"/>
                  </a:lnTo>
                  <a:lnTo>
                    <a:pt x="305473" y="322745"/>
                  </a:lnTo>
                  <a:lnTo>
                    <a:pt x="305054" y="325120"/>
                  </a:lnTo>
                  <a:lnTo>
                    <a:pt x="305396" y="332600"/>
                  </a:lnTo>
                  <a:lnTo>
                    <a:pt x="305841" y="334264"/>
                  </a:lnTo>
                  <a:lnTo>
                    <a:pt x="304444" y="333921"/>
                  </a:lnTo>
                  <a:lnTo>
                    <a:pt x="301244" y="334124"/>
                  </a:lnTo>
                  <a:lnTo>
                    <a:pt x="298043" y="334327"/>
                  </a:lnTo>
                  <a:lnTo>
                    <a:pt x="295478" y="335280"/>
                  </a:lnTo>
                  <a:lnTo>
                    <a:pt x="295567" y="337248"/>
                  </a:lnTo>
                  <a:lnTo>
                    <a:pt x="298208" y="337870"/>
                  </a:lnTo>
                  <a:lnTo>
                    <a:pt x="304609" y="337477"/>
                  </a:lnTo>
                  <a:lnTo>
                    <a:pt x="306044" y="336943"/>
                  </a:lnTo>
                  <a:lnTo>
                    <a:pt x="305752" y="338658"/>
                  </a:lnTo>
                  <a:lnTo>
                    <a:pt x="305917" y="342404"/>
                  </a:lnTo>
                  <a:lnTo>
                    <a:pt x="306082" y="346138"/>
                  </a:lnTo>
                  <a:lnTo>
                    <a:pt x="306908" y="349123"/>
                  </a:lnTo>
                  <a:lnTo>
                    <a:pt x="308584" y="349021"/>
                  </a:lnTo>
                  <a:lnTo>
                    <a:pt x="309130" y="345948"/>
                  </a:lnTo>
                  <a:lnTo>
                    <a:pt x="308787" y="338467"/>
                  </a:lnTo>
                  <a:lnTo>
                    <a:pt x="308330" y="336791"/>
                  </a:lnTo>
                  <a:lnTo>
                    <a:pt x="309803" y="337146"/>
                  </a:lnTo>
                  <a:lnTo>
                    <a:pt x="313016" y="336943"/>
                  </a:lnTo>
                  <a:lnTo>
                    <a:pt x="316217" y="336740"/>
                  </a:lnTo>
                  <a:lnTo>
                    <a:pt x="318782" y="335788"/>
                  </a:lnTo>
                  <a:lnTo>
                    <a:pt x="318757" y="335432"/>
                  </a:lnTo>
                  <a:lnTo>
                    <a:pt x="340106" y="360324"/>
                  </a:lnTo>
                  <a:lnTo>
                    <a:pt x="338480" y="360413"/>
                  </a:lnTo>
                  <a:lnTo>
                    <a:pt x="337934" y="363486"/>
                  </a:lnTo>
                  <a:lnTo>
                    <a:pt x="338289" y="370954"/>
                  </a:lnTo>
                  <a:lnTo>
                    <a:pt x="338734" y="372630"/>
                  </a:lnTo>
                  <a:lnTo>
                    <a:pt x="337337" y="372287"/>
                  </a:lnTo>
                  <a:lnTo>
                    <a:pt x="334124" y="372491"/>
                  </a:lnTo>
                  <a:lnTo>
                    <a:pt x="330923" y="372681"/>
                  </a:lnTo>
                  <a:lnTo>
                    <a:pt x="328358" y="373646"/>
                  </a:lnTo>
                  <a:lnTo>
                    <a:pt x="328447" y="375602"/>
                  </a:lnTo>
                  <a:lnTo>
                    <a:pt x="331089" y="376237"/>
                  </a:lnTo>
                  <a:lnTo>
                    <a:pt x="337502" y="375831"/>
                  </a:lnTo>
                  <a:lnTo>
                    <a:pt x="338924" y="375310"/>
                  </a:lnTo>
                  <a:lnTo>
                    <a:pt x="338632" y="377024"/>
                  </a:lnTo>
                  <a:lnTo>
                    <a:pt x="338797" y="380758"/>
                  </a:lnTo>
                  <a:lnTo>
                    <a:pt x="338975" y="384492"/>
                  </a:lnTo>
                  <a:lnTo>
                    <a:pt x="339801" y="387477"/>
                  </a:lnTo>
                  <a:lnTo>
                    <a:pt x="340334" y="387451"/>
                  </a:lnTo>
                  <a:lnTo>
                    <a:pt x="340334" y="360997"/>
                  </a:lnTo>
                  <a:lnTo>
                    <a:pt x="340169" y="360400"/>
                  </a:lnTo>
                  <a:lnTo>
                    <a:pt x="349948" y="371805"/>
                  </a:lnTo>
                  <a:lnTo>
                    <a:pt x="349948" y="361149"/>
                  </a:lnTo>
                  <a:lnTo>
                    <a:pt x="317055" y="322770"/>
                  </a:lnTo>
                  <a:lnTo>
                    <a:pt x="317055" y="333438"/>
                  </a:lnTo>
                  <a:lnTo>
                    <a:pt x="316052" y="333197"/>
                  </a:lnTo>
                  <a:lnTo>
                    <a:pt x="309638" y="333590"/>
                  </a:lnTo>
                  <a:lnTo>
                    <a:pt x="308127" y="334162"/>
                  </a:lnTo>
                  <a:lnTo>
                    <a:pt x="308432" y="332409"/>
                  </a:lnTo>
                  <a:lnTo>
                    <a:pt x="308267" y="328676"/>
                  </a:lnTo>
                  <a:lnTo>
                    <a:pt x="308102" y="324929"/>
                  </a:lnTo>
                  <a:lnTo>
                    <a:pt x="307289" y="322033"/>
                  </a:lnTo>
                  <a:lnTo>
                    <a:pt x="317055" y="333438"/>
                  </a:lnTo>
                  <a:lnTo>
                    <a:pt x="317055" y="322770"/>
                  </a:lnTo>
                  <a:lnTo>
                    <a:pt x="315823" y="321322"/>
                  </a:lnTo>
                  <a:lnTo>
                    <a:pt x="307225" y="311302"/>
                  </a:lnTo>
                  <a:lnTo>
                    <a:pt x="307225" y="321970"/>
                  </a:lnTo>
                  <a:lnTo>
                    <a:pt x="306082" y="322033"/>
                  </a:lnTo>
                  <a:lnTo>
                    <a:pt x="306692" y="321322"/>
                  </a:lnTo>
                  <a:lnTo>
                    <a:pt x="307225" y="321970"/>
                  </a:lnTo>
                  <a:lnTo>
                    <a:pt x="307225" y="311302"/>
                  </a:lnTo>
                  <a:lnTo>
                    <a:pt x="306692" y="310667"/>
                  </a:lnTo>
                  <a:lnTo>
                    <a:pt x="272643" y="350380"/>
                  </a:lnTo>
                  <a:lnTo>
                    <a:pt x="272643" y="372084"/>
                  </a:lnTo>
                  <a:lnTo>
                    <a:pt x="271246" y="371741"/>
                  </a:lnTo>
                  <a:lnTo>
                    <a:pt x="268046" y="371944"/>
                  </a:lnTo>
                  <a:lnTo>
                    <a:pt x="264833" y="372148"/>
                  </a:lnTo>
                  <a:lnTo>
                    <a:pt x="262356" y="373087"/>
                  </a:lnTo>
                  <a:lnTo>
                    <a:pt x="262356" y="375005"/>
                  </a:lnTo>
                  <a:lnTo>
                    <a:pt x="261518" y="374015"/>
                  </a:lnTo>
                  <a:lnTo>
                    <a:pt x="262267" y="373151"/>
                  </a:lnTo>
                  <a:lnTo>
                    <a:pt x="262356" y="375005"/>
                  </a:lnTo>
                  <a:lnTo>
                    <a:pt x="262356" y="373087"/>
                  </a:lnTo>
                  <a:lnTo>
                    <a:pt x="272059" y="361721"/>
                  </a:lnTo>
                  <a:lnTo>
                    <a:pt x="271843" y="362940"/>
                  </a:lnTo>
                  <a:lnTo>
                    <a:pt x="272199" y="370420"/>
                  </a:lnTo>
                  <a:lnTo>
                    <a:pt x="272643" y="372084"/>
                  </a:lnTo>
                  <a:lnTo>
                    <a:pt x="272643" y="350380"/>
                  </a:lnTo>
                  <a:lnTo>
                    <a:pt x="256159" y="369595"/>
                  </a:lnTo>
                  <a:lnTo>
                    <a:pt x="250825" y="363372"/>
                  </a:lnTo>
                  <a:lnTo>
                    <a:pt x="250825" y="374015"/>
                  </a:lnTo>
                  <a:lnTo>
                    <a:pt x="240715" y="385813"/>
                  </a:lnTo>
                  <a:lnTo>
                    <a:pt x="240982" y="384314"/>
                  </a:lnTo>
                  <a:lnTo>
                    <a:pt x="240639" y="376834"/>
                  </a:lnTo>
                  <a:lnTo>
                    <a:pt x="240169" y="375158"/>
                  </a:lnTo>
                  <a:lnTo>
                    <a:pt x="241655" y="375500"/>
                  </a:lnTo>
                  <a:lnTo>
                    <a:pt x="244856" y="375310"/>
                  </a:lnTo>
                  <a:lnTo>
                    <a:pt x="248069" y="375107"/>
                  </a:lnTo>
                  <a:lnTo>
                    <a:pt x="250634" y="374142"/>
                  </a:lnTo>
                  <a:lnTo>
                    <a:pt x="250609" y="373773"/>
                  </a:lnTo>
                  <a:lnTo>
                    <a:pt x="250825" y="374015"/>
                  </a:lnTo>
                  <a:lnTo>
                    <a:pt x="250825" y="363372"/>
                  </a:lnTo>
                  <a:lnTo>
                    <a:pt x="248920" y="361149"/>
                  </a:lnTo>
                  <a:lnTo>
                    <a:pt x="248920" y="371805"/>
                  </a:lnTo>
                  <a:lnTo>
                    <a:pt x="247891" y="371551"/>
                  </a:lnTo>
                  <a:lnTo>
                    <a:pt x="241490" y="371957"/>
                  </a:lnTo>
                  <a:lnTo>
                    <a:pt x="239979" y="372529"/>
                  </a:lnTo>
                  <a:lnTo>
                    <a:pt x="240284" y="370776"/>
                  </a:lnTo>
                  <a:lnTo>
                    <a:pt x="240118" y="367030"/>
                  </a:lnTo>
                  <a:lnTo>
                    <a:pt x="239953" y="363296"/>
                  </a:lnTo>
                  <a:lnTo>
                    <a:pt x="239306" y="361022"/>
                  </a:lnTo>
                  <a:lnTo>
                    <a:pt x="239306" y="387451"/>
                  </a:lnTo>
                  <a:lnTo>
                    <a:pt x="205651" y="426707"/>
                  </a:lnTo>
                  <a:lnTo>
                    <a:pt x="193967" y="413092"/>
                  </a:lnTo>
                  <a:lnTo>
                    <a:pt x="196545" y="413702"/>
                  </a:lnTo>
                  <a:lnTo>
                    <a:pt x="202958" y="413296"/>
                  </a:lnTo>
                  <a:lnTo>
                    <a:pt x="204381" y="412775"/>
                  </a:lnTo>
                  <a:lnTo>
                    <a:pt x="204089" y="414489"/>
                  </a:lnTo>
                  <a:lnTo>
                    <a:pt x="204254" y="418223"/>
                  </a:lnTo>
                  <a:lnTo>
                    <a:pt x="204431" y="421957"/>
                  </a:lnTo>
                  <a:lnTo>
                    <a:pt x="205257" y="424942"/>
                  </a:lnTo>
                  <a:lnTo>
                    <a:pt x="206933" y="424840"/>
                  </a:lnTo>
                  <a:lnTo>
                    <a:pt x="207479" y="421779"/>
                  </a:lnTo>
                  <a:lnTo>
                    <a:pt x="207124" y="414299"/>
                  </a:lnTo>
                  <a:lnTo>
                    <a:pt x="206667" y="412623"/>
                  </a:lnTo>
                  <a:lnTo>
                    <a:pt x="208153" y="412965"/>
                  </a:lnTo>
                  <a:lnTo>
                    <a:pt x="211353" y="412775"/>
                  </a:lnTo>
                  <a:lnTo>
                    <a:pt x="214553" y="412572"/>
                  </a:lnTo>
                  <a:lnTo>
                    <a:pt x="217119" y="411607"/>
                  </a:lnTo>
                  <a:lnTo>
                    <a:pt x="217030" y="409651"/>
                  </a:lnTo>
                  <a:lnTo>
                    <a:pt x="214388" y="409016"/>
                  </a:lnTo>
                  <a:lnTo>
                    <a:pt x="207987" y="409422"/>
                  </a:lnTo>
                  <a:lnTo>
                    <a:pt x="206476" y="409994"/>
                  </a:lnTo>
                  <a:lnTo>
                    <a:pt x="206781" y="408241"/>
                  </a:lnTo>
                  <a:lnTo>
                    <a:pt x="206603" y="404495"/>
                  </a:lnTo>
                  <a:lnTo>
                    <a:pt x="206438" y="400761"/>
                  </a:lnTo>
                  <a:lnTo>
                    <a:pt x="205613" y="397776"/>
                  </a:lnTo>
                  <a:lnTo>
                    <a:pt x="203936" y="397878"/>
                  </a:lnTo>
                  <a:lnTo>
                    <a:pt x="203390" y="400951"/>
                  </a:lnTo>
                  <a:lnTo>
                    <a:pt x="203733" y="408432"/>
                  </a:lnTo>
                  <a:lnTo>
                    <a:pt x="204177" y="410095"/>
                  </a:lnTo>
                  <a:lnTo>
                    <a:pt x="202793" y="409752"/>
                  </a:lnTo>
                  <a:lnTo>
                    <a:pt x="199580" y="409956"/>
                  </a:lnTo>
                  <a:lnTo>
                    <a:pt x="196380" y="410146"/>
                  </a:lnTo>
                  <a:lnTo>
                    <a:pt x="193814" y="411111"/>
                  </a:lnTo>
                  <a:lnTo>
                    <a:pt x="193890" y="413016"/>
                  </a:lnTo>
                  <a:lnTo>
                    <a:pt x="161391" y="375094"/>
                  </a:lnTo>
                  <a:lnTo>
                    <a:pt x="163969" y="375691"/>
                  </a:lnTo>
                  <a:lnTo>
                    <a:pt x="170370" y="375297"/>
                  </a:lnTo>
                  <a:lnTo>
                    <a:pt x="171805" y="374764"/>
                  </a:lnTo>
                  <a:lnTo>
                    <a:pt x="171513" y="376478"/>
                  </a:lnTo>
                  <a:lnTo>
                    <a:pt x="171678" y="380212"/>
                  </a:lnTo>
                  <a:lnTo>
                    <a:pt x="171843" y="383959"/>
                  </a:lnTo>
                  <a:lnTo>
                    <a:pt x="172669" y="386943"/>
                  </a:lnTo>
                  <a:lnTo>
                    <a:pt x="174345" y="386842"/>
                  </a:lnTo>
                  <a:lnTo>
                    <a:pt x="174891" y="383768"/>
                  </a:lnTo>
                  <a:lnTo>
                    <a:pt x="174548" y="376288"/>
                  </a:lnTo>
                  <a:lnTo>
                    <a:pt x="174091" y="374611"/>
                  </a:lnTo>
                  <a:lnTo>
                    <a:pt x="175564" y="374967"/>
                  </a:lnTo>
                  <a:lnTo>
                    <a:pt x="178777" y="374764"/>
                  </a:lnTo>
                  <a:lnTo>
                    <a:pt x="181978" y="374561"/>
                  </a:lnTo>
                  <a:lnTo>
                    <a:pt x="184543" y="373608"/>
                  </a:lnTo>
                  <a:lnTo>
                    <a:pt x="184442" y="371640"/>
                  </a:lnTo>
                  <a:lnTo>
                    <a:pt x="181813" y="371017"/>
                  </a:lnTo>
                  <a:lnTo>
                    <a:pt x="175399" y="371411"/>
                  </a:lnTo>
                  <a:lnTo>
                    <a:pt x="173888" y="371983"/>
                  </a:lnTo>
                  <a:lnTo>
                    <a:pt x="174193" y="370230"/>
                  </a:lnTo>
                  <a:lnTo>
                    <a:pt x="174028" y="366496"/>
                  </a:lnTo>
                  <a:lnTo>
                    <a:pt x="173863" y="362762"/>
                  </a:lnTo>
                  <a:lnTo>
                    <a:pt x="173037" y="359778"/>
                  </a:lnTo>
                  <a:lnTo>
                    <a:pt x="172656" y="359803"/>
                  </a:lnTo>
                  <a:lnTo>
                    <a:pt x="204431" y="322745"/>
                  </a:lnTo>
                  <a:lnTo>
                    <a:pt x="204012" y="325120"/>
                  </a:lnTo>
                  <a:lnTo>
                    <a:pt x="204355" y="332600"/>
                  </a:lnTo>
                  <a:lnTo>
                    <a:pt x="204800" y="334264"/>
                  </a:lnTo>
                  <a:lnTo>
                    <a:pt x="203403" y="333921"/>
                  </a:lnTo>
                  <a:lnTo>
                    <a:pt x="200202" y="334124"/>
                  </a:lnTo>
                  <a:lnTo>
                    <a:pt x="197002" y="334327"/>
                  </a:lnTo>
                  <a:lnTo>
                    <a:pt x="194437" y="335280"/>
                  </a:lnTo>
                  <a:lnTo>
                    <a:pt x="194525" y="337248"/>
                  </a:lnTo>
                  <a:lnTo>
                    <a:pt x="197167" y="337870"/>
                  </a:lnTo>
                  <a:lnTo>
                    <a:pt x="203581" y="337477"/>
                  </a:lnTo>
                  <a:lnTo>
                    <a:pt x="205003" y="336943"/>
                  </a:lnTo>
                  <a:lnTo>
                    <a:pt x="204711" y="338658"/>
                  </a:lnTo>
                  <a:lnTo>
                    <a:pt x="204876" y="342404"/>
                  </a:lnTo>
                  <a:lnTo>
                    <a:pt x="205054" y="346138"/>
                  </a:lnTo>
                  <a:lnTo>
                    <a:pt x="205879" y="349123"/>
                  </a:lnTo>
                  <a:lnTo>
                    <a:pt x="207556" y="349021"/>
                  </a:lnTo>
                  <a:lnTo>
                    <a:pt x="208102" y="345948"/>
                  </a:lnTo>
                  <a:lnTo>
                    <a:pt x="207746" y="338467"/>
                  </a:lnTo>
                  <a:lnTo>
                    <a:pt x="207289" y="336791"/>
                  </a:lnTo>
                  <a:lnTo>
                    <a:pt x="208775" y="337146"/>
                  </a:lnTo>
                  <a:lnTo>
                    <a:pt x="211975" y="336943"/>
                  </a:lnTo>
                  <a:lnTo>
                    <a:pt x="215176" y="336740"/>
                  </a:lnTo>
                  <a:lnTo>
                    <a:pt x="217741" y="335788"/>
                  </a:lnTo>
                  <a:lnTo>
                    <a:pt x="217716" y="335432"/>
                  </a:lnTo>
                  <a:lnTo>
                    <a:pt x="239077" y="360324"/>
                  </a:lnTo>
                  <a:lnTo>
                    <a:pt x="237439" y="360413"/>
                  </a:lnTo>
                  <a:lnTo>
                    <a:pt x="236905" y="363486"/>
                  </a:lnTo>
                  <a:lnTo>
                    <a:pt x="237248" y="370954"/>
                  </a:lnTo>
                  <a:lnTo>
                    <a:pt x="237693" y="372630"/>
                  </a:lnTo>
                  <a:lnTo>
                    <a:pt x="236296" y="372287"/>
                  </a:lnTo>
                  <a:lnTo>
                    <a:pt x="233095" y="372491"/>
                  </a:lnTo>
                  <a:lnTo>
                    <a:pt x="229882" y="372681"/>
                  </a:lnTo>
                  <a:lnTo>
                    <a:pt x="227317" y="373646"/>
                  </a:lnTo>
                  <a:lnTo>
                    <a:pt x="227418" y="375602"/>
                  </a:lnTo>
                  <a:lnTo>
                    <a:pt x="230060" y="376237"/>
                  </a:lnTo>
                  <a:lnTo>
                    <a:pt x="236461" y="375831"/>
                  </a:lnTo>
                  <a:lnTo>
                    <a:pt x="237896" y="375297"/>
                  </a:lnTo>
                  <a:lnTo>
                    <a:pt x="237591" y="377024"/>
                  </a:lnTo>
                  <a:lnTo>
                    <a:pt x="237769" y="380758"/>
                  </a:lnTo>
                  <a:lnTo>
                    <a:pt x="237934" y="384492"/>
                  </a:lnTo>
                  <a:lnTo>
                    <a:pt x="238760" y="387477"/>
                  </a:lnTo>
                  <a:lnTo>
                    <a:pt x="239306" y="387451"/>
                  </a:lnTo>
                  <a:lnTo>
                    <a:pt x="239306" y="361022"/>
                  </a:lnTo>
                  <a:lnTo>
                    <a:pt x="239128" y="360387"/>
                  </a:lnTo>
                  <a:lnTo>
                    <a:pt x="248920" y="371805"/>
                  </a:lnTo>
                  <a:lnTo>
                    <a:pt x="248920" y="361149"/>
                  </a:lnTo>
                  <a:lnTo>
                    <a:pt x="216014" y="322770"/>
                  </a:lnTo>
                  <a:lnTo>
                    <a:pt x="216014" y="333438"/>
                  </a:lnTo>
                  <a:lnTo>
                    <a:pt x="215011" y="333197"/>
                  </a:lnTo>
                  <a:lnTo>
                    <a:pt x="208610" y="333590"/>
                  </a:lnTo>
                  <a:lnTo>
                    <a:pt x="207086" y="334175"/>
                  </a:lnTo>
                  <a:lnTo>
                    <a:pt x="207391" y="332409"/>
                  </a:lnTo>
                  <a:lnTo>
                    <a:pt x="207225" y="328676"/>
                  </a:lnTo>
                  <a:lnTo>
                    <a:pt x="207060" y="324929"/>
                  </a:lnTo>
                  <a:lnTo>
                    <a:pt x="206248" y="322033"/>
                  </a:lnTo>
                  <a:lnTo>
                    <a:pt x="216014" y="333438"/>
                  </a:lnTo>
                  <a:lnTo>
                    <a:pt x="216014" y="322770"/>
                  </a:lnTo>
                  <a:lnTo>
                    <a:pt x="214782" y="321322"/>
                  </a:lnTo>
                  <a:lnTo>
                    <a:pt x="206197" y="311315"/>
                  </a:lnTo>
                  <a:lnTo>
                    <a:pt x="206197" y="321970"/>
                  </a:lnTo>
                  <a:lnTo>
                    <a:pt x="205041" y="322033"/>
                  </a:lnTo>
                  <a:lnTo>
                    <a:pt x="205651" y="321322"/>
                  </a:lnTo>
                  <a:lnTo>
                    <a:pt x="206197" y="321970"/>
                  </a:lnTo>
                  <a:lnTo>
                    <a:pt x="206197" y="311315"/>
                  </a:lnTo>
                  <a:lnTo>
                    <a:pt x="205651" y="310667"/>
                  </a:lnTo>
                  <a:lnTo>
                    <a:pt x="171602" y="350380"/>
                  </a:lnTo>
                  <a:lnTo>
                    <a:pt x="171602" y="372084"/>
                  </a:lnTo>
                  <a:lnTo>
                    <a:pt x="170205" y="371741"/>
                  </a:lnTo>
                  <a:lnTo>
                    <a:pt x="167005" y="371944"/>
                  </a:lnTo>
                  <a:lnTo>
                    <a:pt x="163804" y="372148"/>
                  </a:lnTo>
                  <a:lnTo>
                    <a:pt x="161315" y="373100"/>
                  </a:lnTo>
                  <a:lnTo>
                    <a:pt x="161315" y="375005"/>
                  </a:lnTo>
                  <a:lnTo>
                    <a:pt x="160477" y="374015"/>
                  </a:lnTo>
                  <a:lnTo>
                    <a:pt x="161239" y="373126"/>
                  </a:lnTo>
                  <a:lnTo>
                    <a:pt x="161315" y="375005"/>
                  </a:lnTo>
                  <a:lnTo>
                    <a:pt x="161315" y="373100"/>
                  </a:lnTo>
                  <a:lnTo>
                    <a:pt x="171030" y="361708"/>
                  </a:lnTo>
                  <a:lnTo>
                    <a:pt x="170815" y="362940"/>
                  </a:lnTo>
                  <a:lnTo>
                    <a:pt x="171157" y="370420"/>
                  </a:lnTo>
                  <a:lnTo>
                    <a:pt x="171602" y="372084"/>
                  </a:lnTo>
                  <a:lnTo>
                    <a:pt x="171602" y="350380"/>
                  </a:lnTo>
                  <a:lnTo>
                    <a:pt x="151333" y="374015"/>
                  </a:lnTo>
                  <a:lnTo>
                    <a:pt x="205651" y="437362"/>
                  </a:lnTo>
                  <a:lnTo>
                    <a:pt x="214782" y="426707"/>
                  </a:lnTo>
                  <a:lnTo>
                    <a:pt x="256159" y="378447"/>
                  </a:lnTo>
                  <a:lnTo>
                    <a:pt x="306692" y="437362"/>
                  </a:lnTo>
                  <a:lnTo>
                    <a:pt x="315823" y="426707"/>
                  </a:lnTo>
                  <a:lnTo>
                    <a:pt x="360984" y="374015"/>
                  </a:lnTo>
                  <a:close/>
                </a:path>
                <a:path w="448945" h="514984">
                  <a:moveTo>
                    <a:pt x="448640" y="43713"/>
                  </a:moveTo>
                  <a:lnTo>
                    <a:pt x="420306" y="10668"/>
                  </a:lnTo>
                  <a:lnTo>
                    <a:pt x="411175" y="0"/>
                  </a:lnTo>
                  <a:lnTo>
                    <a:pt x="377126" y="39725"/>
                  </a:lnTo>
                  <a:lnTo>
                    <a:pt x="377126" y="61429"/>
                  </a:lnTo>
                  <a:lnTo>
                    <a:pt x="375729" y="61087"/>
                  </a:lnTo>
                  <a:lnTo>
                    <a:pt x="372529" y="61277"/>
                  </a:lnTo>
                  <a:lnTo>
                    <a:pt x="369328" y="61480"/>
                  </a:lnTo>
                  <a:lnTo>
                    <a:pt x="366839" y="62433"/>
                  </a:lnTo>
                  <a:lnTo>
                    <a:pt x="366839" y="64350"/>
                  </a:lnTo>
                  <a:lnTo>
                    <a:pt x="366001" y="63360"/>
                  </a:lnTo>
                  <a:lnTo>
                    <a:pt x="366763" y="62471"/>
                  </a:lnTo>
                  <a:lnTo>
                    <a:pt x="366839" y="64350"/>
                  </a:lnTo>
                  <a:lnTo>
                    <a:pt x="366839" y="62433"/>
                  </a:lnTo>
                  <a:lnTo>
                    <a:pt x="376555" y="51054"/>
                  </a:lnTo>
                  <a:lnTo>
                    <a:pt x="376339" y="52285"/>
                  </a:lnTo>
                  <a:lnTo>
                    <a:pt x="376682" y="59753"/>
                  </a:lnTo>
                  <a:lnTo>
                    <a:pt x="377126" y="61429"/>
                  </a:lnTo>
                  <a:lnTo>
                    <a:pt x="377126" y="39725"/>
                  </a:lnTo>
                  <a:lnTo>
                    <a:pt x="356857" y="63360"/>
                  </a:lnTo>
                  <a:lnTo>
                    <a:pt x="411175" y="126707"/>
                  </a:lnTo>
                  <a:lnTo>
                    <a:pt x="420306" y="116039"/>
                  </a:lnTo>
                  <a:lnTo>
                    <a:pt x="448640" y="82994"/>
                  </a:lnTo>
                  <a:lnTo>
                    <a:pt x="448640" y="72339"/>
                  </a:lnTo>
                  <a:lnTo>
                    <a:pt x="411175" y="116039"/>
                  </a:lnTo>
                  <a:lnTo>
                    <a:pt x="366903" y="64427"/>
                  </a:lnTo>
                  <a:lnTo>
                    <a:pt x="369493" y="65036"/>
                  </a:lnTo>
                  <a:lnTo>
                    <a:pt x="375894" y="64630"/>
                  </a:lnTo>
                  <a:lnTo>
                    <a:pt x="377329" y="64096"/>
                  </a:lnTo>
                  <a:lnTo>
                    <a:pt x="377024" y="65824"/>
                  </a:lnTo>
                  <a:lnTo>
                    <a:pt x="377202" y="69557"/>
                  </a:lnTo>
                  <a:lnTo>
                    <a:pt x="377367" y="73291"/>
                  </a:lnTo>
                  <a:lnTo>
                    <a:pt x="378193" y="76276"/>
                  </a:lnTo>
                  <a:lnTo>
                    <a:pt x="379869" y="76174"/>
                  </a:lnTo>
                  <a:lnTo>
                    <a:pt x="380415" y="73113"/>
                  </a:lnTo>
                  <a:lnTo>
                    <a:pt x="380072" y="65633"/>
                  </a:lnTo>
                  <a:lnTo>
                    <a:pt x="379615" y="63957"/>
                  </a:lnTo>
                  <a:lnTo>
                    <a:pt x="381088" y="64300"/>
                  </a:lnTo>
                  <a:lnTo>
                    <a:pt x="384302" y="64109"/>
                  </a:lnTo>
                  <a:lnTo>
                    <a:pt x="387502" y="63906"/>
                  </a:lnTo>
                  <a:lnTo>
                    <a:pt x="390067" y="62941"/>
                  </a:lnTo>
                  <a:lnTo>
                    <a:pt x="389966" y="60985"/>
                  </a:lnTo>
                  <a:lnTo>
                    <a:pt x="387337" y="60350"/>
                  </a:lnTo>
                  <a:lnTo>
                    <a:pt x="380923" y="60756"/>
                  </a:lnTo>
                  <a:lnTo>
                    <a:pt x="379412" y="61328"/>
                  </a:lnTo>
                  <a:lnTo>
                    <a:pt x="379717" y="59575"/>
                  </a:lnTo>
                  <a:lnTo>
                    <a:pt x="379552" y="55829"/>
                  </a:lnTo>
                  <a:lnTo>
                    <a:pt x="379387" y="52095"/>
                  </a:lnTo>
                  <a:lnTo>
                    <a:pt x="378561" y="49110"/>
                  </a:lnTo>
                  <a:lnTo>
                    <a:pt x="378193" y="49136"/>
                  </a:lnTo>
                  <a:lnTo>
                    <a:pt x="411175" y="10668"/>
                  </a:lnTo>
                  <a:lnTo>
                    <a:pt x="448640" y="54368"/>
                  </a:lnTo>
                  <a:lnTo>
                    <a:pt x="448640" y="43713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2" name="object 2092" descr=""/>
            <p:cNvSpPr/>
            <p:nvPr/>
          </p:nvSpPr>
          <p:spPr>
            <a:xfrm>
              <a:off x="8708809" y="6920096"/>
              <a:ext cx="142240" cy="347980"/>
            </a:xfrm>
            <a:custGeom>
              <a:avLst/>
              <a:gdLst/>
              <a:ahLst/>
              <a:cxnLst/>
              <a:rect l="l" t="t" r="r" b="b"/>
              <a:pathLst>
                <a:path w="142240" h="347979">
                  <a:moveTo>
                    <a:pt x="83502" y="51650"/>
                  </a:moveTo>
                  <a:lnTo>
                    <a:pt x="83400" y="49695"/>
                  </a:lnTo>
                  <a:lnTo>
                    <a:pt x="80772" y="49060"/>
                  </a:lnTo>
                  <a:lnTo>
                    <a:pt x="74358" y="49466"/>
                  </a:lnTo>
                  <a:lnTo>
                    <a:pt x="71805" y="50431"/>
                  </a:lnTo>
                  <a:lnTo>
                    <a:pt x="71894" y="52387"/>
                  </a:lnTo>
                  <a:lnTo>
                    <a:pt x="74523" y="53009"/>
                  </a:lnTo>
                  <a:lnTo>
                    <a:pt x="77736" y="52819"/>
                  </a:lnTo>
                  <a:lnTo>
                    <a:pt x="80937" y="52616"/>
                  </a:lnTo>
                  <a:lnTo>
                    <a:pt x="83502" y="51650"/>
                  </a:lnTo>
                  <a:close/>
                </a:path>
                <a:path w="142240" h="347979">
                  <a:moveTo>
                    <a:pt x="116078" y="89662"/>
                  </a:moveTo>
                  <a:lnTo>
                    <a:pt x="115989" y="87693"/>
                  </a:lnTo>
                  <a:lnTo>
                    <a:pt x="113347" y="87071"/>
                  </a:lnTo>
                  <a:lnTo>
                    <a:pt x="106946" y="87464"/>
                  </a:lnTo>
                  <a:lnTo>
                    <a:pt x="105435" y="88036"/>
                  </a:lnTo>
                  <a:lnTo>
                    <a:pt x="105740" y="86283"/>
                  </a:lnTo>
                  <a:lnTo>
                    <a:pt x="105562" y="82550"/>
                  </a:lnTo>
                  <a:lnTo>
                    <a:pt x="105397" y="78803"/>
                  </a:lnTo>
                  <a:lnTo>
                    <a:pt x="104571" y="75831"/>
                  </a:lnTo>
                  <a:lnTo>
                    <a:pt x="102895" y="75933"/>
                  </a:lnTo>
                  <a:lnTo>
                    <a:pt x="102349" y="78994"/>
                  </a:lnTo>
                  <a:lnTo>
                    <a:pt x="102692" y="86474"/>
                  </a:lnTo>
                  <a:lnTo>
                    <a:pt x="103136" y="88138"/>
                  </a:lnTo>
                  <a:lnTo>
                    <a:pt x="101752" y="87795"/>
                  </a:lnTo>
                  <a:lnTo>
                    <a:pt x="98539" y="87998"/>
                  </a:lnTo>
                  <a:lnTo>
                    <a:pt x="95338" y="88201"/>
                  </a:lnTo>
                  <a:lnTo>
                    <a:pt x="92773" y="89154"/>
                  </a:lnTo>
                  <a:lnTo>
                    <a:pt x="92862" y="91122"/>
                  </a:lnTo>
                  <a:lnTo>
                    <a:pt x="95504" y="91744"/>
                  </a:lnTo>
                  <a:lnTo>
                    <a:pt x="101917" y="91351"/>
                  </a:lnTo>
                  <a:lnTo>
                    <a:pt x="103339" y="90817"/>
                  </a:lnTo>
                  <a:lnTo>
                    <a:pt x="103047" y="92532"/>
                  </a:lnTo>
                  <a:lnTo>
                    <a:pt x="103225" y="96278"/>
                  </a:lnTo>
                  <a:lnTo>
                    <a:pt x="103390" y="100012"/>
                  </a:lnTo>
                  <a:lnTo>
                    <a:pt x="104216" y="102997"/>
                  </a:lnTo>
                  <a:lnTo>
                    <a:pt x="105892" y="102895"/>
                  </a:lnTo>
                  <a:lnTo>
                    <a:pt x="106438" y="99822"/>
                  </a:lnTo>
                  <a:lnTo>
                    <a:pt x="106083" y="92341"/>
                  </a:lnTo>
                  <a:lnTo>
                    <a:pt x="105625" y="90665"/>
                  </a:lnTo>
                  <a:lnTo>
                    <a:pt x="107111" y="91020"/>
                  </a:lnTo>
                  <a:lnTo>
                    <a:pt x="110312" y="90817"/>
                  </a:lnTo>
                  <a:lnTo>
                    <a:pt x="113512" y="90614"/>
                  </a:lnTo>
                  <a:lnTo>
                    <a:pt x="116078" y="89662"/>
                  </a:lnTo>
                  <a:close/>
                </a:path>
                <a:path w="142240" h="347979">
                  <a:moveTo>
                    <a:pt x="116700" y="13830"/>
                  </a:moveTo>
                  <a:lnTo>
                    <a:pt x="116611" y="11874"/>
                  </a:lnTo>
                  <a:lnTo>
                    <a:pt x="113969" y="11239"/>
                  </a:lnTo>
                  <a:lnTo>
                    <a:pt x="107569" y="11645"/>
                  </a:lnTo>
                  <a:lnTo>
                    <a:pt x="106057" y="12217"/>
                  </a:lnTo>
                  <a:lnTo>
                    <a:pt x="106362" y="10464"/>
                  </a:lnTo>
                  <a:lnTo>
                    <a:pt x="106184" y="6718"/>
                  </a:lnTo>
                  <a:lnTo>
                    <a:pt x="106019" y="2984"/>
                  </a:lnTo>
                  <a:lnTo>
                    <a:pt x="105194" y="0"/>
                  </a:lnTo>
                  <a:lnTo>
                    <a:pt x="103517" y="101"/>
                  </a:lnTo>
                  <a:lnTo>
                    <a:pt x="102971" y="3175"/>
                  </a:lnTo>
                  <a:lnTo>
                    <a:pt x="103314" y="10642"/>
                  </a:lnTo>
                  <a:lnTo>
                    <a:pt x="103771" y="12319"/>
                  </a:lnTo>
                  <a:lnTo>
                    <a:pt x="102374" y="11976"/>
                  </a:lnTo>
                  <a:lnTo>
                    <a:pt x="99161" y="12166"/>
                  </a:lnTo>
                  <a:lnTo>
                    <a:pt x="95961" y="12369"/>
                  </a:lnTo>
                  <a:lnTo>
                    <a:pt x="93395" y="13335"/>
                  </a:lnTo>
                  <a:lnTo>
                    <a:pt x="93484" y="15290"/>
                  </a:lnTo>
                  <a:lnTo>
                    <a:pt x="96126" y="15925"/>
                  </a:lnTo>
                  <a:lnTo>
                    <a:pt x="102539" y="15519"/>
                  </a:lnTo>
                  <a:lnTo>
                    <a:pt x="103962" y="14986"/>
                  </a:lnTo>
                  <a:lnTo>
                    <a:pt x="103657" y="16713"/>
                  </a:lnTo>
                  <a:lnTo>
                    <a:pt x="103835" y="20447"/>
                  </a:lnTo>
                  <a:lnTo>
                    <a:pt x="104013" y="24180"/>
                  </a:lnTo>
                  <a:lnTo>
                    <a:pt x="104838" y="27165"/>
                  </a:lnTo>
                  <a:lnTo>
                    <a:pt x="106514" y="27063"/>
                  </a:lnTo>
                  <a:lnTo>
                    <a:pt x="107061" y="24003"/>
                  </a:lnTo>
                  <a:lnTo>
                    <a:pt x="106705" y="16522"/>
                  </a:lnTo>
                  <a:lnTo>
                    <a:pt x="106248" y="14846"/>
                  </a:lnTo>
                  <a:lnTo>
                    <a:pt x="107734" y="15189"/>
                  </a:lnTo>
                  <a:lnTo>
                    <a:pt x="110934" y="14998"/>
                  </a:lnTo>
                  <a:lnTo>
                    <a:pt x="114134" y="14795"/>
                  </a:lnTo>
                  <a:lnTo>
                    <a:pt x="116700" y="13830"/>
                  </a:lnTo>
                  <a:close/>
                </a:path>
                <a:path w="142240" h="347979">
                  <a:moveTo>
                    <a:pt x="142074" y="234861"/>
                  </a:moveTo>
                  <a:lnTo>
                    <a:pt x="119735" y="260934"/>
                  </a:lnTo>
                  <a:lnTo>
                    <a:pt x="119735" y="282625"/>
                  </a:lnTo>
                  <a:lnTo>
                    <a:pt x="118338" y="282282"/>
                  </a:lnTo>
                  <a:lnTo>
                    <a:pt x="115138" y="282486"/>
                  </a:lnTo>
                  <a:lnTo>
                    <a:pt x="111937" y="282689"/>
                  </a:lnTo>
                  <a:lnTo>
                    <a:pt x="109448" y="283629"/>
                  </a:lnTo>
                  <a:lnTo>
                    <a:pt x="109448" y="285546"/>
                  </a:lnTo>
                  <a:lnTo>
                    <a:pt x="108610" y="284556"/>
                  </a:lnTo>
                  <a:lnTo>
                    <a:pt x="109372" y="283667"/>
                  </a:lnTo>
                  <a:lnTo>
                    <a:pt x="109448" y="285546"/>
                  </a:lnTo>
                  <a:lnTo>
                    <a:pt x="109448" y="283629"/>
                  </a:lnTo>
                  <a:lnTo>
                    <a:pt x="119164" y="272249"/>
                  </a:lnTo>
                  <a:lnTo>
                    <a:pt x="118948" y="273481"/>
                  </a:lnTo>
                  <a:lnTo>
                    <a:pt x="119291" y="280962"/>
                  </a:lnTo>
                  <a:lnTo>
                    <a:pt x="119735" y="282625"/>
                  </a:lnTo>
                  <a:lnTo>
                    <a:pt x="119735" y="260934"/>
                  </a:lnTo>
                  <a:lnTo>
                    <a:pt x="104038" y="279234"/>
                  </a:lnTo>
                  <a:lnTo>
                    <a:pt x="99479" y="273926"/>
                  </a:lnTo>
                  <a:lnTo>
                    <a:pt x="99479" y="284556"/>
                  </a:lnTo>
                  <a:lnTo>
                    <a:pt x="89357" y="296354"/>
                  </a:lnTo>
                  <a:lnTo>
                    <a:pt x="89636" y="294843"/>
                  </a:lnTo>
                  <a:lnTo>
                    <a:pt x="89293" y="287375"/>
                  </a:lnTo>
                  <a:lnTo>
                    <a:pt x="88480" y="284378"/>
                  </a:lnTo>
                  <a:lnTo>
                    <a:pt x="88938" y="281317"/>
                  </a:lnTo>
                  <a:lnTo>
                    <a:pt x="88773" y="277571"/>
                  </a:lnTo>
                  <a:lnTo>
                    <a:pt x="88607" y="273837"/>
                  </a:lnTo>
                  <a:lnTo>
                    <a:pt x="87960" y="271538"/>
                  </a:lnTo>
                  <a:lnTo>
                    <a:pt x="87960" y="297992"/>
                  </a:lnTo>
                  <a:lnTo>
                    <a:pt x="54305" y="337248"/>
                  </a:lnTo>
                  <a:lnTo>
                    <a:pt x="42621" y="323621"/>
                  </a:lnTo>
                  <a:lnTo>
                    <a:pt x="45212" y="324243"/>
                  </a:lnTo>
                  <a:lnTo>
                    <a:pt x="51612" y="323837"/>
                  </a:lnTo>
                  <a:lnTo>
                    <a:pt x="53047" y="323303"/>
                  </a:lnTo>
                  <a:lnTo>
                    <a:pt x="52755" y="325031"/>
                  </a:lnTo>
                  <a:lnTo>
                    <a:pt x="52920" y="328764"/>
                  </a:lnTo>
                  <a:lnTo>
                    <a:pt x="53086" y="332498"/>
                  </a:lnTo>
                  <a:lnTo>
                    <a:pt x="53911" y="335483"/>
                  </a:lnTo>
                  <a:lnTo>
                    <a:pt x="55587" y="335381"/>
                  </a:lnTo>
                  <a:lnTo>
                    <a:pt x="56134" y="332308"/>
                  </a:lnTo>
                  <a:lnTo>
                    <a:pt x="55791" y="324840"/>
                  </a:lnTo>
                  <a:lnTo>
                    <a:pt x="55321" y="323164"/>
                  </a:lnTo>
                  <a:lnTo>
                    <a:pt x="56807" y="323507"/>
                  </a:lnTo>
                  <a:lnTo>
                    <a:pt x="60020" y="323303"/>
                  </a:lnTo>
                  <a:lnTo>
                    <a:pt x="63220" y="323113"/>
                  </a:lnTo>
                  <a:lnTo>
                    <a:pt x="65786" y="322148"/>
                  </a:lnTo>
                  <a:lnTo>
                    <a:pt x="65684" y="320192"/>
                  </a:lnTo>
                  <a:lnTo>
                    <a:pt x="63055" y="319557"/>
                  </a:lnTo>
                  <a:lnTo>
                    <a:pt x="56642" y="319963"/>
                  </a:lnTo>
                  <a:lnTo>
                    <a:pt x="55130" y="320535"/>
                  </a:lnTo>
                  <a:lnTo>
                    <a:pt x="55448" y="318782"/>
                  </a:lnTo>
                  <a:lnTo>
                    <a:pt x="55270" y="315036"/>
                  </a:lnTo>
                  <a:lnTo>
                    <a:pt x="55105" y="311302"/>
                  </a:lnTo>
                  <a:lnTo>
                    <a:pt x="54267" y="308317"/>
                  </a:lnTo>
                  <a:lnTo>
                    <a:pt x="52603" y="308419"/>
                  </a:lnTo>
                  <a:lnTo>
                    <a:pt x="52057" y="311492"/>
                  </a:lnTo>
                  <a:lnTo>
                    <a:pt x="52400" y="318960"/>
                  </a:lnTo>
                  <a:lnTo>
                    <a:pt x="52844" y="320636"/>
                  </a:lnTo>
                  <a:lnTo>
                    <a:pt x="51447" y="320294"/>
                  </a:lnTo>
                  <a:lnTo>
                    <a:pt x="48247" y="320484"/>
                  </a:lnTo>
                  <a:lnTo>
                    <a:pt x="45034" y="320687"/>
                  </a:lnTo>
                  <a:lnTo>
                    <a:pt x="42468" y="321652"/>
                  </a:lnTo>
                  <a:lnTo>
                    <a:pt x="42557" y="323557"/>
                  </a:lnTo>
                  <a:lnTo>
                    <a:pt x="10058" y="285635"/>
                  </a:lnTo>
                  <a:lnTo>
                    <a:pt x="12623" y="286232"/>
                  </a:lnTo>
                  <a:lnTo>
                    <a:pt x="19037" y="285838"/>
                  </a:lnTo>
                  <a:lnTo>
                    <a:pt x="20459" y="285305"/>
                  </a:lnTo>
                  <a:lnTo>
                    <a:pt x="20154" y="287020"/>
                  </a:lnTo>
                  <a:lnTo>
                    <a:pt x="20332" y="290753"/>
                  </a:lnTo>
                  <a:lnTo>
                    <a:pt x="20510" y="294500"/>
                  </a:lnTo>
                  <a:lnTo>
                    <a:pt x="21336" y="297484"/>
                  </a:lnTo>
                  <a:lnTo>
                    <a:pt x="23012" y="297383"/>
                  </a:lnTo>
                  <a:lnTo>
                    <a:pt x="23558" y="294309"/>
                  </a:lnTo>
                  <a:lnTo>
                    <a:pt x="23202" y="286829"/>
                  </a:lnTo>
                  <a:lnTo>
                    <a:pt x="22745" y="285153"/>
                  </a:lnTo>
                  <a:lnTo>
                    <a:pt x="24231" y="285508"/>
                  </a:lnTo>
                  <a:lnTo>
                    <a:pt x="27432" y="285305"/>
                  </a:lnTo>
                  <a:lnTo>
                    <a:pt x="30632" y="285102"/>
                  </a:lnTo>
                  <a:lnTo>
                    <a:pt x="33197" y="284137"/>
                  </a:lnTo>
                  <a:lnTo>
                    <a:pt x="33108" y="282181"/>
                  </a:lnTo>
                  <a:lnTo>
                    <a:pt x="30467" y="281559"/>
                  </a:lnTo>
                  <a:lnTo>
                    <a:pt x="24053" y="281952"/>
                  </a:lnTo>
                  <a:lnTo>
                    <a:pt x="22555" y="282524"/>
                  </a:lnTo>
                  <a:lnTo>
                    <a:pt x="22860" y="280771"/>
                  </a:lnTo>
                  <a:lnTo>
                    <a:pt x="22682" y="277037"/>
                  </a:lnTo>
                  <a:lnTo>
                    <a:pt x="22517" y="273291"/>
                  </a:lnTo>
                  <a:lnTo>
                    <a:pt x="21691" y="270306"/>
                  </a:lnTo>
                  <a:lnTo>
                    <a:pt x="21336" y="270332"/>
                  </a:lnTo>
                  <a:lnTo>
                    <a:pt x="54305" y="231863"/>
                  </a:lnTo>
                  <a:lnTo>
                    <a:pt x="87731" y="270865"/>
                  </a:lnTo>
                  <a:lnTo>
                    <a:pt x="86106" y="270954"/>
                  </a:lnTo>
                  <a:lnTo>
                    <a:pt x="85559" y="274027"/>
                  </a:lnTo>
                  <a:lnTo>
                    <a:pt x="85902" y="281495"/>
                  </a:lnTo>
                  <a:lnTo>
                    <a:pt x="86360" y="283171"/>
                  </a:lnTo>
                  <a:lnTo>
                    <a:pt x="84950" y="282829"/>
                  </a:lnTo>
                  <a:lnTo>
                    <a:pt x="81749" y="283019"/>
                  </a:lnTo>
                  <a:lnTo>
                    <a:pt x="78549" y="283222"/>
                  </a:lnTo>
                  <a:lnTo>
                    <a:pt x="75984" y="284187"/>
                  </a:lnTo>
                  <a:lnTo>
                    <a:pt x="76073" y="286143"/>
                  </a:lnTo>
                  <a:lnTo>
                    <a:pt x="78714" y="286778"/>
                  </a:lnTo>
                  <a:lnTo>
                    <a:pt x="85128" y="286372"/>
                  </a:lnTo>
                  <a:lnTo>
                    <a:pt x="86550" y="285838"/>
                  </a:lnTo>
                  <a:lnTo>
                    <a:pt x="86258" y="287566"/>
                  </a:lnTo>
                  <a:lnTo>
                    <a:pt x="86423" y="291299"/>
                  </a:lnTo>
                  <a:lnTo>
                    <a:pt x="86588" y="295033"/>
                  </a:lnTo>
                  <a:lnTo>
                    <a:pt x="87426" y="298018"/>
                  </a:lnTo>
                  <a:lnTo>
                    <a:pt x="87960" y="297992"/>
                  </a:lnTo>
                  <a:lnTo>
                    <a:pt x="87960" y="271538"/>
                  </a:lnTo>
                  <a:lnTo>
                    <a:pt x="87795" y="270941"/>
                  </a:lnTo>
                  <a:lnTo>
                    <a:pt x="99479" y="284556"/>
                  </a:lnTo>
                  <a:lnTo>
                    <a:pt x="99479" y="273926"/>
                  </a:lnTo>
                  <a:lnTo>
                    <a:pt x="63449" y="231863"/>
                  </a:lnTo>
                  <a:lnTo>
                    <a:pt x="54305" y="221208"/>
                  </a:lnTo>
                  <a:lnTo>
                    <a:pt x="20256" y="260934"/>
                  </a:lnTo>
                  <a:lnTo>
                    <a:pt x="20256" y="282625"/>
                  </a:lnTo>
                  <a:lnTo>
                    <a:pt x="18872" y="282282"/>
                  </a:lnTo>
                  <a:lnTo>
                    <a:pt x="15659" y="282486"/>
                  </a:lnTo>
                  <a:lnTo>
                    <a:pt x="12458" y="282689"/>
                  </a:lnTo>
                  <a:lnTo>
                    <a:pt x="9969" y="283629"/>
                  </a:lnTo>
                  <a:lnTo>
                    <a:pt x="9969" y="285534"/>
                  </a:lnTo>
                  <a:lnTo>
                    <a:pt x="9144" y="284556"/>
                  </a:lnTo>
                  <a:lnTo>
                    <a:pt x="9893" y="283692"/>
                  </a:lnTo>
                  <a:lnTo>
                    <a:pt x="9969" y="285534"/>
                  </a:lnTo>
                  <a:lnTo>
                    <a:pt x="9969" y="283629"/>
                  </a:lnTo>
                  <a:lnTo>
                    <a:pt x="19685" y="272262"/>
                  </a:lnTo>
                  <a:lnTo>
                    <a:pt x="19469" y="273481"/>
                  </a:lnTo>
                  <a:lnTo>
                    <a:pt x="19812" y="280962"/>
                  </a:lnTo>
                  <a:lnTo>
                    <a:pt x="20256" y="282625"/>
                  </a:lnTo>
                  <a:lnTo>
                    <a:pt x="20256" y="260934"/>
                  </a:lnTo>
                  <a:lnTo>
                    <a:pt x="0" y="284556"/>
                  </a:lnTo>
                  <a:lnTo>
                    <a:pt x="54305" y="347903"/>
                  </a:lnTo>
                  <a:lnTo>
                    <a:pt x="63449" y="337248"/>
                  </a:lnTo>
                  <a:lnTo>
                    <a:pt x="104038" y="289890"/>
                  </a:lnTo>
                  <a:lnTo>
                    <a:pt x="142074" y="334251"/>
                  </a:lnTo>
                  <a:lnTo>
                    <a:pt x="142074" y="323621"/>
                  </a:lnTo>
                  <a:lnTo>
                    <a:pt x="142074" y="321602"/>
                  </a:lnTo>
                  <a:lnTo>
                    <a:pt x="141947" y="321652"/>
                  </a:lnTo>
                  <a:lnTo>
                    <a:pt x="142036" y="323557"/>
                  </a:lnTo>
                  <a:lnTo>
                    <a:pt x="109524" y="285635"/>
                  </a:lnTo>
                  <a:lnTo>
                    <a:pt x="112102" y="286232"/>
                  </a:lnTo>
                  <a:lnTo>
                    <a:pt x="118516" y="285838"/>
                  </a:lnTo>
                  <a:lnTo>
                    <a:pt x="119938" y="285305"/>
                  </a:lnTo>
                  <a:lnTo>
                    <a:pt x="119646" y="287020"/>
                  </a:lnTo>
                  <a:lnTo>
                    <a:pt x="119811" y="290753"/>
                  </a:lnTo>
                  <a:lnTo>
                    <a:pt x="119989" y="294500"/>
                  </a:lnTo>
                  <a:lnTo>
                    <a:pt x="120815" y="297484"/>
                  </a:lnTo>
                  <a:lnTo>
                    <a:pt x="122491" y="297383"/>
                  </a:lnTo>
                  <a:lnTo>
                    <a:pt x="123024" y="294309"/>
                  </a:lnTo>
                  <a:lnTo>
                    <a:pt x="122682" y="286829"/>
                  </a:lnTo>
                  <a:lnTo>
                    <a:pt x="122224" y="285153"/>
                  </a:lnTo>
                  <a:lnTo>
                    <a:pt x="123710" y="285508"/>
                  </a:lnTo>
                  <a:lnTo>
                    <a:pt x="126911" y="285305"/>
                  </a:lnTo>
                  <a:lnTo>
                    <a:pt x="130111" y="285102"/>
                  </a:lnTo>
                  <a:lnTo>
                    <a:pt x="132676" y="284137"/>
                  </a:lnTo>
                  <a:lnTo>
                    <a:pt x="132588" y="282181"/>
                  </a:lnTo>
                  <a:lnTo>
                    <a:pt x="129946" y="281559"/>
                  </a:lnTo>
                  <a:lnTo>
                    <a:pt x="123532" y="281952"/>
                  </a:lnTo>
                  <a:lnTo>
                    <a:pt x="122021" y="282524"/>
                  </a:lnTo>
                  <a:lnTo>
                    <a:pt x="122326" y="280771"/>
                  </a:lnTo>
                  <a:lnTo>
                    <a:pt x="122161" y="277037"/>
                  </a:lnTo>
                  <a:lnTo>
                    <a:pt x="121996" y="273291"/>
                  </a:lnTo>
                  <a:lnTo>
                    <a:pt x="121170" y="270306"/>
                  </a:lnTo>
                  <a:lnTo>
                    <a:pt x="120802" y="270332"/>
                  </a:lnTo>
                  <a:lnTo>
                    <a:pt x="142074" y="245529"/>
                  </a:lnTo>
                  <a:lnTo>
                    <a:pt x="142074" y="234861"/>
                  </a:lnTo>
                  <a:close/>
                </a:path>
                <a:path w="142240" h="347979">
                  <a:moveTo>
                    <a:pt x="142074" y="187744"/>
                  </a:moveTo>
                  <a:lnTo>
                    <a:pt x="114973" y="156159"/>
                  </a:lnTo>
                  <a:lnTo>
                    <a:pt x="114973" y="166814"/>
                  </a:lnTo>
                  <a:lnTo>
                    <a:pt x="113969" y="166573"/>
                  </a:lnTo>
                  <a:lnTo>
                    <a:pt x="107569" y="166979"/>
                  </a:lnTo>
                  <a:lnTo>
                    <a:pt x="106057" y="167551"/>
                  </a:lnTo>
                  <a:lnTo>
                    <a:pt x="106362" y="165785"/>
                  </a:lnTo>
                  <a:lnTo>
                    <a:pt x="106184" y="162052"/>
                  </a:lnTo>
                  <a:lnTo>
                    <a:pt x="106019" y="158318"/>
                  </a:lnTo>
                  <a:lnTo>
                    <a:pt x="105206" y="155422"/>
                  </a:lnTo>
                  <a:lnTo>
                    <a:pt x="114973" y="166814"/>
                  </a:lnTo>
                  <a:lnTo>
                    <a:pt x="114973" y="156159"/>
                  </a:lnTo>
                  <a:lnTo>
                    <a:pt x="113741" y="154711"/>
                  </a:lnTo>
                  <a:lnTo>
                    <a:pt x="105143" y="144678"/>
                  </a:lnTo>
                  <a:lnTo>
                    <a:pt x="105143" y="155346"/>
                  </a:lnTo>
                  <a:lnTo>
                    <a:pt x="104013" y="155409"/>
                  </a:lnTo>
                  <a:lnTo>
                    <a:pt x="104609" y="154711"/>
                  </a:lnTo>
                  <a:lnTo>
                    <a:pt x="105143" y="155346"/>
                  </a:lnTo>
                  <a:lnTo>
                    <a:pt x="105143" y="144678"/>
                  </a:lnTo>
                  <a:lnTo>
                    <a:pt x="104609" y="144043"/>
                  </a:lnTo>
                  <a:lnTo>
                    <a:pt x="70561" y="183756"/>
                  </a:lnTo>
                  <a:lnTo>
                    <a:pt x="70561" y="205473"/>
                  </a:lnTo>
                  <a:lnTo>
                    <a:pt x="69164" y="205130"/>
                  </a:lnTo>
                  <a:lnTo>
                    <a:pt x="65963" y="205320"/>
                  </a:lnTo>
                  <a:lnTo>
                    <a:pt x="62763" y="205524"/>
                  </a:lnTo>
                  <a:lnTo>
                    <a:pt x="60274" y="206476"/>
                  </a:lnTo>
                  <a:lnTo>
                    <a:pt x="60274" y="208381"/>
                  </a:lnTo>
                  <a:lnTo>
                    <a:pt x="59436" y="207391"/>
                  </a:lnTo>
                  <a:lnTo>
                    <a:pt x="60198" y="206502"/>
                  </a:lnTo>
                  <a:lnTo>
                    <a:pt x="60274" y="208381"/>
                  </a:lnTo>
                  <a:lnTo>
                    <a:pt x="60274" y="206476"/>
                  </a:lnTo>
                  <a:lnTo>
                    <a:pt x="69989" y="195084"/>
                  </a:lnTo>
                  <a:lnTo>
                    <a:pt x="69773" y="196329"/>
                  </a:lnTo>
                  <a:lnTo>
                    <a:pt x="70116" y="203796"/>
                  </a:lnTo>
                  <a:lnTo>
                    <a:pt x="70561" y="205473"/>
                  </a:lnTo>
                  <a:lnTo>
                    <a:pt x="70561" y="183756"/>
                  </a:lnTo>
                  <a:lnTo>
                    <a:pt x="50292" y="207391"/>
                  </a:lnTo>
                  <a:lnTo>
                    <a:pt x="104609" y="270738"/>
                  </a:lnTo>
                  <a:lnTo>
                    <a:pt x="113741" y="260083"/>
                  </a:lnTo>
                  <a:lnTo>
                    <a:pt x="142074" y="227037"/>
                  </a:lnTo>
                  <a:lnTo>
                    <a:pt x="142074" y="216382"/>
                  </a:lnTo>
                  <a:lnTo>
                    <a:pt x="139674" y="219189"/>
                  </a:lnTo>
                  <a:lnTo>
                    <a:pt x="139941" y="217690"/>
                  </a:lnTo>
                  <a:lnTo>
                    <a:pt x="139598" y="210210"/>
                  </a:lnTo>
                  <a:lnTo>
                    <a:pt x="139128" y="208534"/>
                  </a:lnTo>
                  <a:lnTo>
                    <a:pt x="140614" y="208876"/>
                  </a:lnTo>
                  <a:lnTo>
                    <a:pt x="142074" y="208788"/>
                  </a:lnTo>
                  <a:lnTo>
                    <a:pt x="142074" y="205232"/>
                  </a:lnTo>
                  <a:lnTo>
                    <a:pt x="140449" y="205333"/>
                  </a:lnTo>
                  <a:lnTo>
                    <a:pt x="138938" y="205905"/>
                  </a:lnTo>
                  <a:lnTo>
                    <a:pt x="139242" y="204152"/>
                  </a:lnTo>
                  <a:lnTo>
                    <a:pt x="139077" y="200418"/>
                  </a:lnTo>
                  <a:lnTo>
                    <a:pt x="138912" y="196672"/>
                  </a:lnTo>
                  <a:lnTo>
                    <a:pt x="138252" y="194360"/>
                  </a:lnTo>
                  <a:lnTo>
                    <a:pt x="138252" y="220840"/>
                  </a:lnTo>
                  <a:lnTo>
                    <a:pt x="104609" y="260083"/>
                  </a:lnTo>
                  <a:lnTo>
                    <a:pt x="92925" y="246468"/>
                  </a:lnTo>
                  <a:lnTo>
                    <a:pt x="95504" y="247078"/>
                  </a:lnTo>
                  <a:lnTo>
                    <a:pt x="101917" y="246684"/>
                  </a:lnTo>
                  <a:lnTo>
                    <a:pt x="103339" y="246151"/>
                  </a:lnTo>
                  <a:lnTo>
                    <a:pt x="103047" y="247865"/>
                  </a:lnTo>
                  <a:lnTo>
                    <a:pt x="103225" y="251599"/>
                  </a:lnTo>
                  <a:lnTo>
                    <a:pt x="103390" y="255346"/>
                  </a:lnTo>
                  <a:lnTo>
                    <a:pt x="104216" y="258330"/>
                  </a:lnTo>
                  <a:lnTo>
                    <a:pt x="105892" y="258216"/>
                  </a:lnTo>
                  <a:lnTo>
                    <a:pt x="106438" y="255155"/>
                  </a:lnTo>
                  <a:lnTo>
                    <a:pt x="106083" y="247675"/>
                  </a:lnTo>
                  <a:lnTo>
                    <a:pt x="105625" y="245999"/>
                  </a:lnTo>
                  <a:lnTo>
                    <a:pt x="107111" y="246341"/>
                  </a:lnTo>
                  <a:lnTo>
                    <a:pt x="110312" y="246151"/>
                  </a:lnTo>
                  <a:lnTo>
                    <a:pt x="113512" y="245948"/>
                  </a:lnTo>
                  <a:lnTo>
                    <a:pt x="116078" y="244983"/>
                  </a:lnTo>
                  <a:lnTo>
                    <a:pt x="115989" y="243027"/>
                  </a:lnTo>
                  <a:lnTo>
                    <a:pt x="113347" y="242404"/>
                  </a:lnTo>
                  <a:lnTo>
                    <a:pt x="106946" y="242798"/>
                  </a:lnTo>
                  <a:lnTo>
                    <a:pt x="105435" y="243370"/>
                  </a:lnTo>
                  <a:lnTo>
                    <a:pt x="105740" y="241617"/>
                  </a:lnTo>
                  <a:lnTo>
                    <a:pt x="105562" y="237883"/>
                  </a:lnTo>
                  <a:lnTo>
                    <a:pt x="105397" y="234137"/>
                  </a:lnTo>
                  <a:lnTo>
                    <a:pt x="104571" y="231152"/>
                  </a:lnTo>
                  <a:lnTo>
                    <a:pt x="102895" y="231254"/>
                  </a:lnTo>
                  <a:lnTo>
                    <a:pt x="102349" y="234327"/>
                  </a:lnTo>
                  <a:lnTo>
                    <a:pt x="102692" y="241808"/>
                  </a:lnTo>
                  <a:lnTo>
                    <a:pt x="103136" y="243471"/>
                  </a:lnTo>
                  <a:lnTo>
                    <a:pt x="101752" y="243128"/>
                  </a:lnTo>
                  <a:lnTo>
                    <a:pt x="98539" y="243332"/>
                  </a:lnTo>
                  <a:lnTo>
                    <a:pt x="95338" y="243522"/>
                  </a:lnTo>
                  <a:lnTo>
                    <a:pt x="92773" y="244487"/>
                  </a:lnTo>
                  <a:lnTo>
                    <a:pt x="92849" y="246392"/>
                  </a:lnTo>
                  <a:lnTo>
                    <a:pt x="60350" y="208470"/>
                  </a:lnTo>
                  <a:lnTo>
                    <a:pt x="62928" y="209067"/>
                  </a:lnTo>
                  <a:lnTo>
                    <a:pt x="69329" y="208673"/>
                  </a:lnTo>
                  <a:lnTo>
                    <a:pt x="70764" y="208140"/>
                  </a:lnTo>
                  <a:lnTo>
                    <a:pt x="70459" y="209854"/>
                  </a:lnTo>
                  <a:lnTo>
                    <a:pt x="70637" y="213601"/>
                  </a:lnTo>
                  <a:lnTo>
                    <a:pt x="70802" y="217335"/>
                  </a:lnTo>
                  <a:lnTo>
                    <a:pt x="71628" y="220319"/>
                  </a:lnTo>
                  <a:lnTo>
                    <a:pt x="73304" y="220218"/>
                  </a:lnTo>
                  <a:lnTo>
                    <a:pt x="73850" y="217144"/>
                  </a:lnTo>
                  <a:lnTo>
                    <a:pt x="73507" y="209677"/>
                  </a:lnTo>
                  <a:lnTo>
                    <a:pt x="73037" y="207987"/>
                  </a:lnTo>
                  <a:lnTo>
                    <a:pt x="74523" y="208343"/>
                  </a:lnTo>
                  <a:lnTo>
                    <a:pt x="77736" y="208140"/>
                  </a:lnTo>
                  <a:lnTo>
                    <a:pt x="80937" y="207949"/>
                  </a:lnTo>
                  <a:lnTo>
                    <a:pt x="83502" y="206984"/>
                  </a:lnTo>
                  <a:lnTo>
                    <a:pt x="83400" y="205028"/>
                  </a:lnTo>
                  <a:lnTo>
                    <a:pt x="80772" y="204393"/>
                  </a:lnTo>
                  <a:lnTo>
                    <a:pt x="74358" y="204787"/>
                  </a:lnTo>
                  <a:lnTo>
                    <a:pt x="72847" y="205359"/>
                  </a:lnTo>
                  <a:lnTo>
                    <a:pt x="73152" y="203606"/>
                  </a:lnTo>
                  <a:lnTo>
                    <a:pt x="72986" y="199872"/>
                  </a:lnTo>
                  <a:lnTo>
                    <a:pt x="72821" y="196138"/>
                  </a:lnTo>
                  <a:lnTo>
                    <a:pt x="71996" y="193154"/>
                  </a:lnTo>
                  <a:lnTo>
                    <a:pt x="71615" y="193179"/>
                  </a:lnTo>
                  <a:lnTo>
                    <a:pt x="103390" y="156133"/>
                  </a:lnTo>
                  <a:lnTo>
                    <a:pt x="102971" y="158508"/>
                  </a:lnTo>
                  <a:lnTo>
                    <a:pt x="103314" y="165976"/>
                  </a:lnTo>
                  <a:lnTo>
                    <a:pt x="103759" y="167640"/>
                  </a:lnTo>
                  <a:lnTo>
                    <a:pt x="102374" y="167297"/>
                  </a:lnTo>
                  <a:lnTo>
                    <a:pt x="99161" y="167500"/>
                  </a:lnTo>
                  <a:lnTo>
                    <a:pt x="95961" y="167703"/>
                  </a:lnTo>
                  <a:lnTo>
                    <a:pt x="93395" y="168668"/>
                  </a:lnTo>
                  <a:lnTo>
                    <a:pt x="93484" y="170624"/>
                  </a:lnTo>
                  <a:lnTo>
                    <a:pt x="96126" y="171246"/>
                  </a:lnTo>
                  <a:lnTo>
                    <a:pt x="102539" y="170853"/>
                  </a:lnTo>
                  <a:lnTo>
                    <a:pt x="103962" y="170319"/>
                  </a:lnTo>
                  <a:lnTo>
                    <a:pt x="103657" y="172034"/>
                  </a:lnTo>
                  <a:lnTo>
                    <a:pt x="103835" y="175780"/>
                  </a:lnTo>
                  <a:lnTo>
                    <a:pt x="104013" y="179514"/>
                  </a:lnTo>
                  <a:lnTo>
                    <a:pt x="104838" y="182499"/>
                  </a:lnTo>
                  <a:lnTo>
                    <a:pt x="106514" y="182397"/>
                  </a:lnTo>
                  <a:lnTo>
                    <a:pt x="107061" y="179324"/>
                  </a:lnTo>
                  <a:lnTo>
                    <a:pt x="106705" y="171856"/>
                  </a:lnTo>
                  <a:lnTo>
                    <a:pt x="106248" y="170180"/>
                  </a:lnTo>
                  <a:lnTo>
                    <a:pt x="107734" y="170522"/>
                  </a:lnTo>
                  <a:lnTo>
                    <a:pt x="110934" y="170319"/>
                  </a:lnTo>
                  <a:lnTo>
                    <a:pt x="114134" y="170129"/>
                  </a:lnTo>
                  <a:lnTo>
                    <a:pt x="116700" y="169164"/>
                  </a:lnTo>
                  <a:lnTo>
                    <a:pt x="116674" y="168821"/>
                  </a:lnTo>
                  <a:lnTo>
                    <a:pt x="138023" y="193700"/>
                  </a:lnTo>
                  <a:lnTo>
                    <a:pt x="136398" y="193802"/>
                  </a:lnTo>
                  <a:lnTo>
                    <a:pt x="135864" y="196862"/>
                  </a:lnTo>
                  <a:lnTo>
                    <a:pt x="136207" y="204343"/>
                  </a:lnTo>
                  <a:lnTo>
                    <a:pt x="136652" y="206006"/>
                  </a:lnTo>
                  <a:lnTo>
                    <a:pt x="135255" y="205663"/>
                  </a:lnTo>
                  <a:lnTo>
                    <a:pt x="132054" y="205867"/>
                  </a:lnTo>
                  <a:lnTo>
                    <a:pt x="128841" y="206057"/>
                  </a:lnTo>
                  <a:lnTo>
                    <a:pt x="126276" y="207022"/>
                  </a:lnTo>
                  <a:lnTo>
                    <a:pt x="126377" y="208978"/>
                  </a:lnTo>
                  <a:lnTo>
                    <a:pt x="129019" y="209613"/>
                  </a:lnTo>
                  <a:lnTo>
                    <a:pt x="135420" y="209219"/>
                  </a:lnTo>
                  <a:lnTo>
                    <a:pt x="136855" y="208686"/>
                  </a:lnTo>
                  <a:lnTo>
                    <a:pt x="136563" y="210400"/>
                  </a:lnTo>
                  <a:lnTo>
                    <a:pt x="136728" y="214134"/>
                  </a:lnTo>
                  <a:lnTo>
                    <a:pt x="136893" y="217881"/>
                  </a:lnTo>
                  <a:lnTo>
                    <a:pt x="137718" y="220865"/>
                  </a:lnTo>
                  <a:lnTo>
                    <a:pt x="138252" y="220840"/>
                  </a:lnTo>
                  <a:lnTo>
                    <a:pt x="138252" y="194360"/>
                  </a:lnTo>
                  <a:lnTo>
                    <a:pt x="138087" y="193776"/>
                  </a:lnTo>
                  <a:lnTo>
                    <a:pt x="142074" y="198412"/>
                  </a:lnTo>
                  <a:lnTo>
                    <a:pt x="142074" y="187744"/>
                  </a:lnTo>
                  <a:close/>
                </a:path>
                <a:path w="142240" h="347979">
                  <a:moveTo>
                    <a:pt x="142074" y="79540"/>
                  </a:moveTo>
                  <a:lnTo>
                    <a:pt x="119735" y="105600"/>
                  </a:lnTo>
                  <a:lnTo>
                    <a:pt x="119735" y="127292"/>
                  </a:lnTo>
                  <a:lnTo>
                    <a:pt x="118338" y="126949"/>
                  </a:lnTo>
                  <a:lnTo>
                    <a:pt x="115138" y="127152"/>
                  </a:lnTo>
                  <a:lnTo>
                    <a:pt x="111937" y="127355"/>
                  </a:lnTo>
                  <a:lnTo>
                    <a:pt x="109448" y="128308"/>
                  </a:lnTo>
                  <a:lnTo>
                    <a:pt x="109448" y="130213"/>
                  </a:lnTo>
                  <a:lnTo>
                    <a:pt x="108610" y="129222"/>
                  </a:lnTo>
                  <a:lnTo>
                    <a:pt x="109372" y="128333"/>
                  </a:lnTo>
                  <a:lnTo>
                    <a:pt x="109448" y="130213"/>
                  </a:lnTo>
                  <a:lnTo>
                    <a:pt x="109448" y="128308"/>
                  </a:lnTo>
                  <a:lnTo>
                    <a:pt x="119164" y="116916"/>
                  </a:lnTo>
                  <a:lnTo>
                    <a:pt x="118948" y="118148"/>
                  </a:lnTo>
                  <a:lnTo>
                    <a:pt x="119291" y="125628"/>
                  </a:lnTo>
                  <a:lnTo>
                    <a:pt x="119735" y="127292"/>
                  </a:lnTo>
                  <a:lnTo>
                    <a:pt x="119735" y="105600"/>
                  </a:lnTo>
                  <a:lnTo>
                    <a:pt x="104038" y="123901"/>
                  </a:lnTo>
                  <a:lnTo>
                    <a:pt x="99479" y="118592"/>
                  </a:lnTo>
                  <a:lnTo>
                    <a:pt x="99479" y="129222"/>
                  </a:lnTo>
                  <a:lnTo>
                    <a:pt x="89369" y="141020"/>
                  </a:lnTo>
                  <a:lnTo>
                    <a:pt x="89636" y="139522"/>
                  </a:lnTo>
                  <a:lnTo>
                    <a:pt x="89293" y="132041"/>
                  </a:lnTo>
                  <a:lnTo>
                    <a:pt x="88836" y="130365"/>
                  </a:lnTo>
                  <a:lnTo>
                    <a:pt x="90322" y="130708"/>
                  </a:lnTo>
                  <a:lnTo>
                    <a:pt x="93522" y="130517"/>
                  </a:lnTo>
                  <a:lnTo>
                    <a:pt x="96723" y="130314"/>
                  </a:lnTo>
                  <a:lnTo>
                    <a:pt x="99288" y="129349"/>
                  </a:lnTo>
                  <a:lnTo>
                    <a:pt x="99263" y="128981"/>
                  </a:lnTo>
                  <a:lnTo>
                    <a:pt x="99479" y="129222"/>
                  </a:lnTo>
                  <a:lnTo>
                    <a:pt x="99479" y="118592"/>
                  </a:lnTo>
                  <a:lnTo>
                    <a:pt x="97574" y="116357"/>
                  </a:lnTo>
                  <a:lnTo>
                    <a:pt x="97574" y="127025"/>
                  </a:lnTo>
                  <a:lnTo>
                    <a:pt x="96558" y="126771"/>
                  </a:lnTo>
                  <a:lnTo>
                    <a:pt x="90144" y="127165"/>
                  </a:lnTo>
                  <a:lnTo>
                    <a:pt x="88633" y="127736"/>
                  </a:lnTo>
                  <a:lnTo>
                    <a:pt x="88938" y="125984"/>
                  </a:lnTo>
                  <a:lnTo>
                    <a:pt x="88773" y="122250"/>
                  </a:lnTo>
                  <a:lnTo>
                    <a:pt x="88607" y="118503"/>
                  </a:lnTo>
                  <a:lnTo>
                    <a:pt x="87960" y="116205"/>
                  </a:lnTo>
                  <a:lnTo>
                    <a:pt x="87960" y="142659"/>
                  </a:lnTo>
                  <a:lnTo>
                    <a:pt x="54305" y="181914"/>
                  </a:lnTo>
                  <a:lnTo>
                    <a:pt x="42621" y="168287"/>
                  </a:lnTo>
                  <a:lnTo>
                    <a:pt x="45212" y="168910"/>
                  </a:lnTo>
                  <a:lnTo>
                    <a:pt x="51612" y="168503"/>
                  </a:lnTo>
                  <a:lnTo>
                    <a:pt x="53047" y="167970"/>
                  </a:lnTo>
                  <a:lnTo>
                    <a:pt x="52755" y="169697"/>
                  </a:lnTo>
                  <a:lnTo>
                    <a:pt x="52920" y="173431"/>
                  </a:lnTo>
                  <a:lnTo>
                    <a:pt x="53086" y="177165"/>
                  </a:lnTo>
                  <a:lnTo>
                    <a:pt x="53911" y="180149"/>
                  </a:lnTo>
                  <a:lnTo>
                    <a:pt x="55587" y="180047"/>
                  </a:lnTo>
                  <a:lnTo>
                    <a:pt x="56134" y="176987"/>
                  </a:lnTo>
                  <a:lnTo>
                    <a:pt x="55791" y="169506"/>
                  </a:lnTo>
                  <a:lnTo>
                    <a:pt x="55321" y="167830"/>
                  </a:lnTo>
                  <a:lnTo>
                    <a:pt x="56807" y="168173"/>
                  </a:lnTo>
                  <a:lnTo>
                    <a:pt x="60020" y="167982"/>
                  </a:lnTo>
                  <a:lnTo>
                    <a:pt x="63220" y="167779"/>
                  </a:lnTo>
                  <a:lnTo>
                    <a:pt x="65786" y="166814"/>
                  </a:lnTo>
                  <a:lnTo>
                    <a:pt x="65684" y="164858"/>
                  </a:lnTo>
                  <a:lnTo>
                    <a:pt x="63055" y="164236"/>
                  </a:lnTo>
                  <a:lnTo>
                    <a:pt x="56642" y="164630"/>
                  </a:lnTo>
                  <a:lnTo>
                    <a:pt x="55130" y="165201"/>
                  </a:lnTo>
                  <a:lnTo>
                    <a:pt x="55448" y="163449"/>
                  </a:lnTo>
                  <a:lnTo>
                    <a:pt x="55270" y="159702"/>
                  </a:lnTo>
                  <a:lnTo>
                    <a:pt x="55105" y="155968"/>
                  </a:lnTo>
                  <a:lnTo>
                    <a:pt x="54267" y="152984"/>
                  </a:lnTo>
                  <a:lnTo>
                    <a:pt x="52603" y="153085"/>
                  </a:lnTo>
                  <a:lnTo>
                    <a:pt x="52057" y="156159"/>
                  </a:lnTo>
                  <a:lnTo>
                    <a:pt x="52400" y="163639"/>
                  </a:lnTo>
                  <a:lnTo>
                    <a:pt x="52844" y="165303"/>
                  </a:lnTo>
                  <a:lnTo>
                    <a:pt x="51447" y="164960"/>
                  </a:lnTo>
                  <a:lnTo>
                    <a:pt x="48247" y="165163"/>
                  </a:lnTo>
                  <a:lnTo>
                    <a:pt x="45034" y="165354"/>
                  </a:lnTo>
                  <a:lnTo>
                    <a:pt x="42468" y="166319"/>
                  </a:lnTo>
                  <a:lnTo>
                    <a:pt x="42557" y="168224"/>
                  </a:lnTo>
                  <a:lnTo>
                    <a:pt x="10058" y="130302"/>
                  </a:lnTo>
                  <a:lnTo>
                    <a:pt x="12623" y="130898"/>
                  </a:lnTo>
                  <a:lnTo>
                    <a:pt x="19037" y="130505"/>
                  </a:lnTo>
                  <a:lnTo>
                    <a:pt x="20459" y="129971"/>
                  </a:lnTo>
                  <a:lnTo>
                    <a:pt x="20154" y="131686"/>
                  </a:lnTo>
                  <a:lnTo>
                    <a:pt x="20332" y="135432"/>
                  </a:lnTo>
                  <a:lnTo>
                    <a:pt x="20510" y="139166"/>
                  </a:lnTo>
                  <a:lnTo>
                    <a:pt x="21336" y="142151"/>
                  </a:lnTo>
                  <a:lnTo>
                    <a:pt x="23012" y="142049"/>
                  </a:lnTo>
                  <a:lnTo>
                    <a:pt x="23558" y="138976"/>
                  </a:lnTo>
                  <a:lnTo>
                    <a:pt x="23202" y="131495"/>
                  </a:lnTo>
                  <a:lnTo>
                    <a:pt x="22745" y="129819"/>
                  </a:lnTo>
                  <a:lnTo>
                    <a:pt x="24231" y="130175"/>
                  </a:lnTo>
                  <a:lnTo>
                    <a:pt x="27432" y="129971"/>
                  </a:lnTo>
                  <a:lnTo>
                    <a:pt x="30632" y="129781"/>
                  </a:lnTo>
                  <a:lnTo>
                    <a:pt x="33197" y="128816"/>
                  </a:lnTo>
                  <a:lnTo>
                    <a:pt x="33108" y="126860"/>
                  </a:lnTo>
                  <a:lnTo>
                    <a:pt x="30467" y="126225"/>
                  </a:lnTo>
                  <a:lnTo>
                    <a:pt x="24053" y="126619"/>
                  </a:lnTo>
                  <a:lnTo>
                    <a:pt x="22555" y="127190"/>
                  </a:lnTo>
                  <a:lnTo>
                    <a:pt x="22860" y="125437"/>
                  </a:lnTo>
                  <a:lnTo>
                    <a:pt x="22682" y="121704"/>
                  </a:lnTo>
                  <a:lnTo>
                    <a:pt x="22517" y="117970"/>
                  </a:lnTo>
                  <a:lnTo>
                    <a:pt x="21691" y="114985"/>
                  </a:lnTo>
                  <a:lnTo>
                    <a:pt x="21323" y="115011"/>
                  </a:lnTo>
                  <a:lnTo>
                    <a:pt x="53098" y="77927"/>
                  </a:lnTo>
                  <a:lnTo>
                    <a:pt x="52679" y="80327"/>
                  </a:lnTo>
                  <a:lnTo>
                    <a:pt x="53022" y="87807"/>
                  </a:lnTo>
                  <a:lnTo>
                    <a:pt x="53467" y="89471"/>
                  </a:lnTo>
                  <a:lnTo>
                    <a:pt x="52070" y="89128"/>
                  </a:lnTo>
                  <a:lnTo>
                    <a:pt x="48869" y="89331"/>
                  </a:lnTo>
                  <a:lnTo>
                    <a:pt x="45656" y="89535"/>
                  </a:lnTo>
                  <a:lnTo>
                    <a:pt x="43091" y="90500"/>
                  </a:lnTo>
                  <a:lnTo>
                    <a:pt x="43192" y="92456"/>
                  </a:lnTo>
                  <a:lnTo>
                    <a:pt x="45834" y="93078"/>
                  </a:lnTo>
                  <a:lnTo>
                    <a:pt x="52235" y="92684"/>
                  </a:lnTo>
                  <a:lnTo>
                    <a:pt x="53670" y="92151"/>
                  </a:lnTo>
                  <a:lnTo>
                    <a:pt x="53378" y="93865"/>
                  </a:lnTo>
                  <a:lnTo>
                    <a:pt x="53543" y="97612"/>
                  </a:lnTo>
                  <a:lnTo>
                    <a:pt x="53708" y="101346"/>
                  </a:lnTo>
                  <a:lnTo>
                    <a:pt x="54533" y="104330"/>
                  </a:lnTo>
                  <a:lnTo>
                    <a:pt x="56210" y="104228"/>
                  </a:lnTo>
                  <a:lnTo>
                    <a:pt x="56756" y="101155"/>
                  </a:lnTo>
                  <a:lnTo>
                    <a:pt x="56413" y="93675"/>
                  </a:lnTo>
                  <a:lnTo>
                    <a:pt x="55943" y="91998"/>
                  </a:lnTo>
                  <a:lnTo>
                    <a:pt x="57429" y="92354"/>
                  </a:lnTo>
                  <a:lnTo>
                    <a:pt x="60629" y="92151"/>
                  </a:lnTo>
                  <a:lnTo>
                    <a:pt x="63842" y="91960"/>
                  </a:lnTo>
                  <a:lnTo>
                    <a:pt x="66408" y="90995"/>
                  </a:lnTo>
                  <a:lnTo>
                    <a:pt x="66382" y="90652"/>
                  </a:lnTo>
                  <a:lnTo>
                    <a:pt x="87731" y="115531"/>
                  </a:lnTo>
                  <a:lnTo>
                    <a:pt x="86106" y="115620"/>
                  </a:lnTo>
                  <a:lnTo>
                    <a:pt x="85559" y="118694"/>
                  </a:lnTo>
                  <a:lnTo>
                    <a:pt x="85902" y="126174"/>
                  </a:lnTo>
                  <a:lnTo>
                    <a:pt x="86347" y="127838"/>
                  </a:lnTo>
                  <a:lnTo>
                    <a:pt x="84950" y="127495"/>
                  </a:lnTo>
                  <a:lnTo>
                    <a:pt x="81749" y="127698"/>
                  </a:lnTo>
                  <a:lnTo>
                    <a:pt x="78549" y="127889"/>
                  </a:lnTo>
                  <a:lnTo>
                    <a:pt x="75984" y="128854"/>
                  </a:lnTo>
                  <a:lnTo>
                    <a:pt x="76073" y="130810"/>
                  </a:lnTo>
                  <a:lnTo>
                    <a:pt x="78714" y="131445"/>
                  </a:lnTo>
                  <a:lnTo>
                    <a:pt x="85128" y="131038"/>
                  </a:lnTo>
                  <a:lnTo>
                    <a:pt x="86550" y="130517"/>
                  </a:lnTo>
                  <a:lnTo>
                    <a:pt x="86258" y="132232"/>
                  </a:lnTo>
                  <a:lnTo>
                    <a:pt x="86423" y="135966"/>
                  </a:lnTo>
                  <a:lnTo>
                    <a:pt x="86588" y="139700"/>
                  </a:lnTo>
                  <a:lnTo>
                    <a:pt x="87426" y="142684"/>
                  </a:lnTo>
                  <a:lnTo>
                    <a:pt x="87960" y="142659"/>
                  </a:lnTo>
                  <a:lnTo>
                    <a:pt x="87960" y="116205"/>
                  </a:lnTo>
                  <a:lnTo>
                    <a:pt x="87795" y="115608"/>
                  </a:lnTo>
                  <a:lnTo>
                    <a:pt x="97574" y="127025"/>
                  </a:lnTo>
                  <a:lnTo>
                    <a:pt x="97574" y="116357"/>
                  </a:lnTo>
                  <a:lnTo>
                    <a:pt x="64681" y="77978"/>
                  </a:lnTo>
                  <a:lnTo>
                    <a:pt x="64681" y="88658"/>
                  </a:lnTo>
                  <a:lnTo>
                    <a:pt x="63665" y="88404"/>
                  </a:lnTo>
                  <a:lnTo>
                    <a:pt x="57264" y="88798"/>
                  </a:lnTo>
                  <a:lnTo>
                    <a:pt x="55753" y="89369"/>
                  </a:lnTo>
                  <a:lnTo>
                    <a:pt x="56057" y="87617"/>
                  </a:lnTo>
                  <a:lnTo>
                    <a:pt x="55892" y="83883"/>
                  </a:lnTo>
                  <a:lnTo>
                    <a:pt x="55727" y="80149"/>
                  </a:lnTo>
                  <a:lnTo>
                    <a:pt x="54902" y="77241"/>
                  </a:lnTo>
                  <a:lnTo>
                    <a:pt x="64681" y="88658"/>
                  </a:lnTo>
                  <a:lnTo>
                    <a:pt x="64681" y="77978"/>
                  </a:lnTo>
                  <a:lnTo>
                    <a:pt x="63449" y="76530"/>
                  </a:lnTo>
                  <a:lnTo>
                    <a:pt x="54851" y="66522"/>
                  </a:lnTo>
                  <a:lnTo>
                    <a:pt x="54851" y="77177"/>
                  </a:lnTo>
                  <a:lnTo>
                    <a:pt x="53695" y="77241"/>
                  </a:lnTo>
                  <a:lnTo>
                    <a:pt x="54305" y="76530"/>
                  </a:lnTo>
                  <a:lnTo>
                    <a:pt x="54851" y="77177"/>
                  </a:lnTo>
                  <a:lnTo>
                    <a:pt x="54851" y="66522"/>
                  </a:lnTo>
                  <a:lnTo>
                    <a:pt x="54305" y="65874"/>
                  </a:lnTo>
                  <a:lnTo>
                    <a:pt x="20256" y="105600"/>
                  </a:lnTo>
                  <a:lnTo>
                    <a:pt x="20256" y="127292"/>
                  </a:lnTo>
                  <a:lnTo>
                    <a:pt x="18872" y="126949"/>
                  </a:lnTo>
                  <a:lnTo>
                    <a:pt x="15659" y="127152"/>
                  </a:lnTo>
                  <a:lnTo>
                    <a:pt x="12458" y="127355"/>
                  </a:lnTo>
                  <a:lnTo>
                    <a:pt x="9969" y="128295"/>
                  </a:lnTo>
                  <a:lnTo>
                    <a:pt x="9969" y="130200"/>
                  </a:lnTo>
                  <a:lnTo>
                    <a:pt x="9144" y="129222"/>
                  </a:lnTo>
                  <a:lnTo>
                    <a:pt x="9893" y="128358"/>
                  </a:lnTo>
                  <a:lnTo>
                    <a:pt x="9969" y="130200"/>
                  </a:lnTo>
                  <a:lnTo>
                    <a:pt x="9969" y="128295"/>
                  </a:lnTo>
                  <a:lnTo>
                    <a:pt x="19685" y="116928"/>
                  </a:lnTo>
                  <a:lnTo>
                    <a:pt x="19469" y="118148"/>
                  </a:lnTo>
                  <a:lnTo>
                    <a:pt x="19812" y="125628"/>
                  </a:lnTo>
                  <a:lnTo>
                    <a:pt x="20256" y="127292"/>
                  </a:lnTo>
                  <a:lnTo>
                    <a:pt x="20256" y="105600"/>
                  </a:lnTo>
                  <a:lnTo>
                    <a:pt x="0" y="129222"/>
                  </a:lnTo>
                  <a:lnTo>
                    <a:pt x="54305" y="192570"/>
                  </a:lnTo>
                  <a:lnTo>
                    <a:pt x="63449" y="181914"/>
                  </a:lnTo>
                  <a:lnTo>
                    <a:pt x="104038" y="134556"/>
                  </a:lnTo>
                  <a:lnTo>
                    <a:pt x="142074" y="178917"/>
                  </a:lnTo>
                  <a:lnTo>
                    <a:pt x="142074" y="168287"/>
                  </a:lnTo>
                  <a:lnTo>
                    <a:pt x="142074" y="166268"/>
                  </a:lnTo>
                  <a:lnTo>
                    <a:pt x="141947" y="166319"/>
                  </a:lnTo>
                  <a:lnTo>
                    <a:pt x="142036" y="168236"/>
                  </a:lnTo>
                  <a:lnTo>
                    <a:pt x="109524" y="130302"/>
                  </a:lnTo>
                  <a:lnTo>
                    <a:pt x="112102" y="130898"/>
                  </a:lnTo>
                  <a:lnTo>
                    <a:pt x="118516" y="130505"/>
                  </a:lnTo>
                  <a:lnTo>
                    <a:pt x="119938" y="129971"/>
                  </a:lnTo>
                  <a:lnTo>
                    <a:pt x="119646" y="131686"/>
                  </a:lnTo>
                  <a:lnTo>
                    <a:pt x="119811" y="135432"/>
                  </a:lnTo>
                  <a:lnTo>
                    <a:pt x="119989" y="139166"/>
                  </a:lnTo>
                  <a:lnTo>
                    <a:pt x="120815" y="142151"/>
                  </a:lnTo>
                  <a:lnTo>
                    <a:pt x="122491" y="142049"/>
                  </a:lnTo>
                  <a:lnTo>
                    <a:pt x="123024" y="138976"/>
                  </a:lnTo>
                  <a:lnTo>
                    <a:pt x="122682" y="131495"/>
                  </a:lnTo>
                  <a:lnTo>
                    <a:pt x="122224" y="129819"/>
                  </a:lnTo>
                  <a:lnTo>
                    <a:pt x="123710" y="130175"/>
                  </a:lnTo>
                  <a:lnTo>
                    <a:pt x="126911" y="129971"/>
                  </a:lnTo>
                  <a:lnTo>
                    <a:pt x="130111" y="129781"/>
                  </a:lnTo>
                  <a:lnTo>
                    <a:pt x="132676" y="128816"/>
                  </a:lnTo>
                  <a:lnTo>
                    <a:pt x="132588" y="126860"/>
                  </a:lnTo>
                  <a:lnTo>
                    <a:pt x="129946" y="126225"/>
                  </a:lnTo>
                  <a:lnTo>
                    <a:pt x="123532" y="126619"/>
                  </a:lnTo>
                  <a:lnTo>
                    <a:pt x="122021" y="127190"/>
                  </a:lnTo>
                  <a:lnTo>
                    <a:pt x="122326" y="125437"/>
                  </a:lnTo>
                  <a:lnTo>
                    <a:pt x="122161" y="121704"/>
                  </a:lnTo>
                  <a:lnTo>
                    <a:pt x="121996" y="117970"/>
                  </a:lnTo>
                  <a:lnTo>
                    <a:pt x="121170" y="114985"/>
                  </a:lnTo>
                  <a:lnTo>
                    <a:pt x="120789" y="115011"/>
                  </a:lnTo>
                  <a:lnTo>
                    <a:pt x="142074" y="90195"/>
                  </a:lnTo>
                  <a:lnTo>
                    <a:pt x="142074" y="79540"/>
                  </a:lnTo>
                  <a:close/>
                </a:path>
                <a:path w="142240" h="347979">
                  <a:moveTo>
                    <a:pt x="142074" y="49898"/>
                  </a:moveTo>
                  <a:lnTo>
                    <a:pt x="140449" y="49999"/>
                  </a:lnTo>
                  <a:lnTo>
                    <a:pt x="138938" y="50571"/>
                  </a:lnTo>
                  <a:lnTo>
                    <a:pt x="139242" y="48818"/>
                  </a:lnTo>
                  <a:lnTo>
                    <a:pt x="139077" y="45085"/>
                  </a:lnTo>
                  <a:lnTo>
                    <a:pt x="138912" y="41351"/>
                  </a:lnTo>
                  <a:lnTo>
                    <a:pt x="138074" y="38366"/>
                  </a:lnTo>
                  <a:lnTo>
                    <a:pt x="136398" y="38468"/>
                  </a:lnTo>
                  <a:lnTo>
                    <a:pt x="135864" y="41529"/>
                  </a:lnTo>
                  <a:lnTo>
                    <a:pt x="136207" y="49009"/>
                  </a:lnTo>
                  <a:lnTo>
                    <a:pt x="136652" y="50673"/>
                  </a:lnTo>
                  <a:lnTo>
                    <a:pt x="135255" y="50330"/>
                  </a:lnTo>
                  <a:lnTo>
                    <a:pt x="132054" y="50533"/>
                  </a:lnTo>
                  <a:lnTo>
                    <a:pt x="128841" y="50736"/>
                  </a:lnTo>
                  <a:lnTo>
                    <a:pt x="126276" y="51701"/>
                  </a:lnTo>
                  <a:lnTo>
                    <a:pt x="126377" y="53657"/>
                  </a:lnTo>
                  <a:lnTo>
                    <a:pt x="129019" y="54279"/>
                  </a:lnTo>
                  <a:lnTo>
                    <a:pt x="135420" y="53886"/>
                  </a:lnTo>
                  <a:lnTo>
                    <a:pt x="136855" y="53352"/>
                  </a:lnTo>
                  <a:lnTo>
                    <a:pt x="136563" y="55067"/>
                  </a:lnTo>
                  <a:lnTo>
                    <a:pt x="136728" y="58801"/>
                  </a:lnTo>
                  <a:lnTo>
                    <a:pt x="136893" y="62547"/>
                  </a:lnTo>
                  <a:lnTo>
                    <a:pt x="137718" y="65532"/>
                  </a:lnTo>
                  <a:lnTo>
                    <a:pt x="139395" y="65430"/>
                  </a:lnTo>
                  <a:lnTo>
                    <a:pt x="139941" y="62357"/>
                  </a:lnTo>
                  <a:lnTo>
                    <a:pt x="139598" y="54876"/>
                  </a:lnTo>
                  <a:lnTo>
                    <a:pt x="139128" y="53200"/>
                  </a:lnTo>
                  <a:lnTo>
                    <a:pt x="140614" y="53555"/>
                  </a:lnTo>
                  <a:lnTo>
                    <a:pt x="142074" y="53467"/>
                  </a:lnTo>
                  <a:lnTo>
                    <a:pt x="142074" y="49898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3" name="object 2093" descr=""/>
            <p:cNvSpPr/>
            <p:nvPr/>
          </p:nvSpPr>
          <p:spPr>
            <a:xfrm>
              <a:off x="7226300" y="7152582"/>
              <a:ext cx="1624965" cy="434975"/>
            </a:xfrm>
            <a:custGeom>
              <a:avLst/>
              <a:gdLst/>
              <a:ahLst/>
              <a:cxnLst/>
              <a:rect l="l" t="t" r="r" b="b"/>
              <a:pathLst>
                <a:path w="1624965" h="434975">
                  <a:moveTo>
                    <a:pt x="108623" y="294347"/>
                  </a:moveTo>
                  <a:lnTo>
                    <a:pt x="99479" y="283692"/>
                  </a:lnTo>
                  <a:lnTo>
                    <a:pt x="99479" y="294347"/>
                  </a:lnTo>
                  <a:lnTo>
                    <a:pt x="89357" y="306146"/>
                  </a:lnTo>
                  <a:lnTo>
                    <a:pt x="89636" y="304634"/>
                  </a:lnTo>
                  <a:lnTo>
                    <a:pt x="89293" y="297167"/>
                  </a:lnTo>
                  <a:lnTo>
                    <a:pt x="88836" y="295490"/>
                  </a:lnTo>
                  <a:lnTo>
                    <a:pt x="90309" y="295833"/>
                  </a:lnTo>
                  <a:lnTo>
                    <a:pt x="93522" y="295630"/>
                  </a:lnTo>
                  <a:lnTo>
                    <a:pt x="96723" y="295440"/>
                  </a:lnTo>
                  <a:lnTo>
                    <a:pt x="99288" y="294474"/>
                  </a:lnTo>
                  <a:lnTo>
                    <a:pt x="99263" y="294106"/>
                  </a:lnTo>
                  <a:lnTo>
                    <a:pt x="99479" y="294347"/>
                  </a:lnTo>
                  <a:lnTo>
                    <a:pt x="99479" y="283692"/>
                  </a:lnTo>
                  <a:lnTo>
                    <a:pt x="97574" y="281470"/>
                  </a:lnTo>
                  <a:lnTo>
                    <a:pt x="97574" y="292138"/>
                  </a:lnTo>
                  <a:lnTo>
                    <a:pt x="96558" y="291884"/>
                  </a:lnTo>
                  <a:lnTo>
                    <a:pt x="90144" y="292290"/>
                  </a:lnTo>
                  <a:lnTo>
                    <a:pt x="88633" y="292862"/>
                  </a:lnTo>
                  <a:lnTo>
                    <a:pt x="88938" y="291096"/>
                  </a:lnTo>
                  <a:lnTo>
                    <a:pt x="88773" y="287362"/>
                  </a:lnTo>
                  <a:lnTo>
                    <a:pt x="88607" y="283629"/>
                  </a:lnTo>
                  <a:lnTo>
                    <a:pt x="87960" y="281330"/>
                  </a:lnTo>
                  <a:lnTo>
                    <a:pt x="87960" y="307784"/>
                  </a:lnTo>
                  <a:lnTo>
                    <a:pt x="54305" y="347040"/>
                  </a:lnTo>
                  <a:lnTo>
                    <a:pt x="42608" y="333413"/>
                  </a:lnTo>
                  <a:lnTo>
                    <a:pt x="45199" y="334035"/>
                  </a:lnTo>
                  <a:lnTo>
                    <a:pt x="51612" y="333629"/>
                  </a:lnTo>
                  <a:lnTo>
                    <a:pt x="53047" y="333095"/>
                  </a:lnTo>
                  <a:lnTo>
                    <a:pt x="52755" y="334822"/>
                  </a:lnTo>
                  <a:lnTo>
                    <a:pt x="52920" y="338556"/>
                  </a:lnTo>
                  <a:lnTo>
                    <a:pt x="53086" y="342290"/>
                  </a:lnTo>
                  <a:lnTo>
                    <a:pt x="53911" y="345274"/>
                  </a:lnTo>
                  <a:lnTo>
                    <a:pt x="55587" y="345173"/>
                  </a:lnTo>
                  <a:lnTo>
                    <a:pt x="56134" y="342099"/>
                  </a:lnTo>
                  <a:lnTo>
                    <a:pt x="55791" y="334632"/>
                  </a:lnTo>
                  <a:lnTo>
                    <a:pt x="55321" y="332955"/>
                  </a:lnTo>
                  <a:lnTo>
                    <a:pt x="56807" y="333298"/>
                  </a:lnTo>
                  <a:lnTo>
                    <a:pt x="60007" y="333095"/>
                  </a:lnTo>
                  <a:lnTo>
                    <a:pt x="63220" y="332905"/>
                  </a:lnTo>
                  <a:lnTo>
                    <a:pt x="65786" y="331939"/>
                  </a:lnTo>
                  <a:lnTo>
                    <a:pt x="65684" y="329984"/>
                  </a:lnTo>
                  <a:lnTo>
                    <a:pt x="63042" y="329349"/>
                  </a:lnTo>
                  <a:lnTo>
                    <a:pt x="56642" y="329755"/>
                  </a:lnTo>
                  <a:lnTo>
                    <a:pt x="55130" y="330327"/>
                  </a:lnTo>
                  <a:lnTo>
                    <a:pt x="55435" y="328574"/>
                  </a:lnTo>
                  <a:lnTo>
                    <a:pt x="55270" y="324827"/>
                  </a:lnTo>
                  <a:lnTo>
                    <a:pt x="55105" y="321094"/>
                  </a:lnTo>
                  <a:lnTo>
                    <a:pt x="54267" y="318109"/>
                  </a:lnTo>
                  <a:lnTo>
                    <a:pt x="52590" y="318211"/>
                  </a:lnTo>
                  <a:lnTo>
                    <a:pt x="52057" y="321284"/>
                  </a:lnTo>
                  <a:lnTo>
                    <a:pt x="52400" y="328752"/>
                  </a:lnTo>
                  <a:lnTo>
                    <a:pt x="52844" y="330428"/>
                  </a:lnTo>
                  <a:lnTo>
                    <a:pt x="51447" y="330085"/>
                  </a:lnTo>
                  <a:lnTo>
                    <a:pt x="48247" y="330276"/>
                  </a:lnTo>
                  <a:lnTo>
                    <a:pt x="45034" y="330479"/>
                  </a:lnTo>
                  <a:lnTo>
                    <a:pt x="42468" y="331444"/>
                  </a:lnTo>
                  <a:lnTo>
                    <a:pt x="42557" y="333362"/>
                  </a:lnTo>
                  <a:lnTo>
                    <a:pt x="10045" y="295427"/>
                  </a:lnTo>
                  <a:lnTo>
                    <a:pt x="12623" y="296024"/>
                  </a:lnTo>
                  <a:lnTo>
                    <a:pt x="19037" y="295630"/>
                  </a:lnTo>
                  <a:lnTo>
                    <a:pt x="20459" y="295097"/>
                  </a:lnTo>
                  <a:lnTo>
                    <a:pt x="20167" y="296811"/>
                  </a:lnTo>
                  <a:lnTo>
                    <a:pt x="20332" y="300545"/>
                  </a:lnTo>
                  <a:lnTo>
                    <a:pt x="20510" y="304292"/>
                  </a:lnTo>
                  <a:lnTo>
                    <a:pt x="21336" y="307276"/>
                  </a:lnTo>
                  <a:lnTo>
                    <a:pt x="23012" y="307162"/>
                  </a:lnTo>
                  <a:lnTo>
                    <a:pt x="23545" y="304101"/>
                  </a:lnTo>
                  <a:lnTo>
                    <a:pt x="23202" y="296621"/>
                  </a:lnTo>
                  <a:lnTo>
                    <a:pt x="22745" y="294944"/>
                  </a:lnTo>
                  <a:lnTo>
                    <a:pt x="24231" y="295300"/>
                  </a:lnTo>
                  <a:lnTo>
                    <a:pt x="27432" y="295097"/>
                  </a:lnTo>
                  <a:lnTo>
                    <a:pt x="30632" y="294894"/>
                  </a:lnTo>
                  <a:lnTo>
                    <a:pt x="33197" y="293928"/>
                  </a:lnTo>
                  <a:lnTo>
                    <a:pt x="33108" y="291973"/>
                  </a:lnTo>
                  <a:lnTo>
                    <a:pt x="30467" y="291350"/>
                  </a:lnTo>
                  <a:lnTo>
                    <a:pt x="24053" y="291744"/>
                  </a:lnTo>
                  <a:lnTo>
                    <a:pt x="22542" y="292315"/>
                  </a:lnTo>
                  <a:lnTo>
                    <a:pt x="22847" y="290563"/>
                  </a:lnTo>
                  <a:lnTo>
                    <a:pt x="22682" y="286829"/>
                  </a:lnTo>
                  <a:lnTo>
                    <a:pt x="22517" y="283083"/>
                  </a:lnTo>
                  <a:lnTo>
                    <a:pt x="21691" y="280098"/>
                  </a:lnTo>
                  <a:lnTo>
                    <a:pt x="21323" y="280123"/>
                  </a:lnTo>
                  <a:lnTo>
                    <a:pt x="53086" y="243078"/>
                  </a:lnTo>
                  <a:lnTo>
                    <a:pt x="52679" y="245452"/>
                  </a:lnTo>
                  <a:lnTo>
                    <a:pt x="53022" y="252933"/>
                  </a:lnTo>
                  <a:lnTo>
                    <a:pt x="53467" y="254596"/>
                  </a:lnTo>
                  <a:lnTo>
                    <a:pt x="52070" y="254254"/>
                  </a:lnTo>
                  <a:lnTo>
                    <a:pt x="48869" y="254457"/>
                  </a:lnTo>
                  <a:lnTo>
                    <a:pt x="45656" y="254647"/>
                  </a:lnTo>
                  <a:lnTo>
                    <a:pt x="43091" y="255612"/>
                  </a:lnTo>
                  <a:lnTo>
                    <a:pt x="43192" y="257568"/>
                  </a:lnTo>
                  <a:lnTo>
                    <a:pt x="45821" y="258203"/>
                  </a:lnTo>
                  <a:lnTo>
                    <a:pt x="52235" y="257810"/>
                  </a:lnTo>
                  <a:lnTo>
                    <a:pt x="53670" y="257276"/>
                  </a:lnTo>
                  <a:lnTo>
                    <a:pt x="53378" y="258991"/>
                  </a:lnTo>
                  <a:lnTo>
                    <a:pt x="53543" y="262724"/>
                  </a:lnTo>
                  <a:lnTo>
                    <a:pt x="53708" y="266471"/>
                  </a:lnTo>
                  <a:lnTo>
                    <a:pt x="54533" y="269455"/>
                  </a:lnTo>
                  <a:lnTo>
                    <a:pt x="56210" y="269341"/>
                  </a:lnTo>
                  <a:lnTo>
                    <a:pt x="56756" y="266280"/>
                  </a:lnTo>
                  <a:lnTo>
                    <a:pt x="56413" y="258800"/>
                  </a:lnTo>
                  <a:lnTo>
                    <a:pt x="55943" y="257136"/>
                  </a:lnTo>
                  <a:lnTo>
                    <a:pt x="57429" y="257479"/>
                  </a:lnTo>
                  <a:lnTo>
                    <a:pt x="60629" y="257276"/>
                  </a:lnTo>
                  <a:lnTo>
                    <a:pt x="63842" y="257073"/>
                  </a:lnTo>
                  <a:lnTo>
                    <a:pt x="66408" y="256108"/>
                  </a:lnTo>
                  <a:lnTo>
                    <a:pt x="66382" y="255778"/>
                  </a:lnTo>
                  <a:lnTo>
                    <a:pt x="87731" y="280657"/>
                  </a:lnTo>
                  <a:lnTo>
                    <a:pt x="86106" y="280746"/>
                  </a:lnTo>
                  <a:lnTo>
                    <a:pt x="85559" y="283819"/>
                  </a:lnTo>
                  <a:lnTo>
                    <a:pt x="85902" y="291287"/>
                  </a:lnTo>
                  <a:lnTo>
                    <a:pt x="86347" y="292963"/>
                  </a:lnTo>
                  <a:lnTo>
                    <a:pt x="84950" y="292620"/>
                  </a:lnTo>
                  <a:lnTo>
                    <a:pt x="81749" y="292811"/>
                  </a:lnTo>
                  <a:lnTo>
                    <a:pt x="78549" y="293014"/>
                  </a:lnTo>
                  <a:lnTo>
                    <a:pt x="75984" y="293979"/>
                  </a:lnTo>
                  <a:lnTo>
                    <a:pt x="76073" y="295935"/>
                  </a:lnTo>
                  <a:lnTo>
                    <a:pt x="78714" y="296557"/>
                  </a:lnTo>
                  <a:lnTo>
                    <a:pt x="85115" y="296164"/>
                  </a:lnTo>
                  <a:lnTo>
                    <a:pt x="86550" y="295630"/>
                  </a:lnTo>
                  <a:lnTo>
                    <a:pt x="86258" y="297357"/>
                  </a:lnTo>
                  <a:lnTo>
                    <a:pt x="86423" y="301091"/>
                  </a:lnTo>
                  <a:lnTo>
                    <a:pt x="86588" y="304825"/>
                  </a:lnTo>
                  <a:lnTo>
                    <a:pt x="87414" y="307809"/>
                  </a:lnTo>
                  <a:lnTo>
                    <a:pt x="87960" y="307784"/>
                  </a:lnTo>
                  <a:lnTo>
                    <a:pt x="87960" y="281330"/>
                  </a:lnTo>
                  <a:lnTo>
                    <a:pt x="87795" y="280733"/>
                  </a:lnTo>
                  <a:lnTo>
                    <a:pt x="97574" y="292138"/>
                  </a:lnTo>
                  <a:lnTo>
                    <a:pt x="97574" y="281470"/>
                  </a:lnTo>
                  <a:lnTo>
                    <a:pt x="64668" y="243078"/>
                  </a:lnTo>
                  <a:lnTo>
                    <a:pt x="64668" y="253771"/>
                  </a:lnTo>
                  <a:lnTo>
                    <a:pt x="63665" y="253530"/>
                  </a:lnTo>
                  <a:lnTo>
                    <a:pt x="57264" y="253923"/>
                  </a:lnTo>
                  <a:lnTo>
                    <a:pt x="55753" y="254495"/>
                  </a:lnTo>
                  <a:lnTo>
                    <a:pt x="56057" y="252742"/>
                  </a:lnTo>
                  <a:lnTo>
                    <a:pt x="55892" y="249008"/>
                  </a:lnTo>
                  <a:lnTo>
                    <a:pt x="55714" y="245262"/>
                  </a:lnTo>
                  <a:lnTo>
                    <a:pt x="54902" y="242366"/>
                  </a:lnTo>
                  <a:lnTo>
                    <a:pt x="64668" y="253771"/>
                  </a:lnTo>
                  <a:lnTo>
                    <a:pt x="64668" y="243078"/>
                  </a:lnTo>
                  <a:lnTo>
                    <a:pt x="63449" y="241655"/>
                  </a:lnTo>
                  <a:lnTo>
                    <a:pt x="54838" y="231622"/>
                  </a:lnTo>
                  <a:lnTo>
                    <a:pt x="54838" y="242290"/>
                  </a:lnTo>
                  <a:lnTo>
                    <a:pt x="53695" y="242366"/>
                  </a:lnTo>
                  <a:lnTo>
                    <a:pt x="54305" y="241655"/>
                  </a:lnTo>
                  <a:lnTo>
                    <a:pt x="54838" y="242290"/>
                  </a:lnTo>
                  <a:lnTo>
                    <a:pt x="54838" y="231622"/>
                  </a:lnTo>
                  <a:lnTo>
                    <a:pt x="54305" y="231000"/>
                  </a:lnTo>
                  <a:lnTo>
                    <a:pt x="20256" y="270725"/>
                  </a:lnTo>
                  <a:lnTo>
                    <a:pt x="20256" y="292417"/>
                  </a:lnTo>
                  <a:lnTo>
                    <a:pt x="18859" y="292074"/>
                  </a:lnTo>
                  <a:lnTo>
                    <a:pt x="15659" y="292277"/>
                  </a:lnTo>
                  <a:lnTo>
                    <a:pt x="12458" y="292468"/>
                  </a:lnTo>
                  <a:lnTo>
                    <a:pt x="9969" y="293420"/>
                  </a:lnTo>
                  <a:lnTo>
                    <a:pt x="9969" y="295338"/>
                  </a:lnTo>
                  <a:lnTo>
                    <a:pt x="9131" y="294347"/>
                  </a:lnTo>
                  <a:lnTo>
                    <a:pt x="9893" y="293458"/>
                  </a:lnTo>
                  <a:lnTo>
                    <a:pt x="9969" y="295338"/>
                  </a:lnTo>
                  <a:lnTo>
                    <a:pt x="9969" y="293420"/>
                  </a:lnTo>
                  <a:lnTo>
                    <a:pt x="19685" y="282041"/>
                  </a:lnTo>
                  <a:lnTo>
                    <a:pt x="19469" y="283273"/>
                  </a:lnTo>
                  <a:lnTo>
                    <a:pt x="19812" y="290753"/>
                  </a:lnTo>
                  <a:lnTo>
                    <a:pt x="20256" y="292417"/>
                  </a:lnTo>
                  <a:lnTo>
                    <a:pt x="20256" y="270725"/>
                  </a:lnTo>
                  <a:lnTo>
                    <a:pt x="0" y="294347"/>
                  </a:lnTo>
                  <a:lnTo>
                    <a:pt x="54305" y="357695"/>
                  </a:lnTo>
                  <a:lnTo>
                    <a:pt x="63449" y="347040"/>
                  </a:lnTo>
                  <a:lnTo>
                    <a:pt x="108623" y="294347"/>
                  </a:lnTo>
                  <a:close/>
                </a:path>
                <a:path w="1624965" h="434975">
                  <a:moveTo>
                    <a:pt x="157784" y="371513"/>
                  </a:moveTo>
                  <a:lnTo>
                    <a:pt x="148653" y="360870"/>
                  </a:lnTo>
                  <a:lnTo>
                    <a:pt x="148653" y="371513"/>
                  </a:lnTo>
                  <a:lnTo>
                    <a:pt x="103492" y="424192"/>
                  </a:lnTo>
                  <a:lnTo>
                    <a:pt x="91808" y="410591"/>
                  </a:lnTo>
                  <a:lnTo>
                    <a:pt x="94386" y="411187"/>
                  </a:lnTo>
                  <a:lnTo>
                    <a:pt x="100787" y="410794"/>
                  </a:lnTo>
                  <a:lnTo>
                    <a:pt x="102222" y="410260"/>
                  </a:lnTo>
                  <a:lnTo>
                    <a:pt x="101930" y="411975"/>
                  </a:lnTo>
                  <a:lnTo>
                    <a:pt x="102095" y="415721"/>
                  </a:lnTo>
                  <a:lnTo>
                    <a:pt x="102260" y="419455"/>
                  </a:lnTo>
                  <a:lnTo>
                    <a:pt x="103085" y="422440"/>
                  </a:lnTo>
                  <a:lnTo>
                    <a:pt x="104762" y="422338"/>
                  </a:lnTo>
                  <a:lnTo>
                    <a:pt x="105308" y="419265"/>
                  </a:lnTo>
                  <a:lnTo>
                    <a:pt x="104965" y="411784"/>
                  </a:lnTo>
                  <a:lnTo>
                    <a:pt x="104152" y="408800"/>
                  </a:lnTo>
                  <a:lnTo>
                    <a:pt x="104609" y="405726"/>
                  </a:lnTo>
                  <a:lnTo>
                    <a:pt x="104444" y="401993"/>
                  </a:lnTo>
                  <a:lnTo>
                    <a:pt x="104279" y="398259"/>
                  </a:lnTo>
                  <a:lnTo>
                    <a:pt x="103454" y="395274"/>
                  </a:lnTo>
                  <a:lnTo>
                    <a:pt x="101777" y="395376"/>
                  </a:lnTo>
                  <a:lnTo>
                    <a:pt x="101231" y="398437"/>
                  </a:lnTo>
                  <a:lnTo>
                    <a:pt x="101574" y="405917"/>
                  </a:lnTo>
                  <a:lnTo>
                    <a:pt x="102019" y="407581"/>
                  </a:lnTo>
                  <a:lnTo>
                    <a:pt x="100622" y="407238"/>
                  </a:lnTo>
                  <a:lnTo>
                    <a:pt x="97421" y="407441"/>
                  </a:lnTo>
                  <a:lnTo>
                    <a:pt x="94221" y="407644"/>
                  </a:lnTo>
                  <a:lnTo>
                    <a:pt x="91655" y="408609"/>
                  </a:lnTo>
                  <a:lnTo>
                    <a:pt x="91732" y="410502"/>
                  </a:lnTo>
                  <a:lnTo>
                    <a:pt x="59220" y="372579"/>
                  </a:lnTo>
                  <a:lnTo>
                    <a:pt x="61798" y="373189"/>
                  </a:lnTo>
                  <a:lnTo>
                    <a:pt x="68211" y="372783"/>
                  </a:lnTo>
                  <a:lnTo>
                    <a:pt x="69646" y="372249"/>
                  </a:lnTo>
                  <a:lnTo>
                    <a:pt x="69342" y="373976"/>
                  </a:lnTo>
                  <a:lnTo>
                    <a:pt x="69519" y="377710"/>
                  </a:lnTo>
                  <a:lnTo>
                    <a:pt x="69684" y="381444"/>
                  </a:lnTo>
                  <a:lnTo>
                    <a:pt x="70510" y="384429"/>
                  </a:lnTo>
                  <a:lnTo>
                    <a:pt x="72186" y="384327"/>
                  </a:lnTo>
                  <a:lnTo>
                    <a:pt x="72732" y="381254"/>
                  </a:lnTo>
                  <a:lnTo>
                    <a:pt x="72390" y="373786"/>
                  </a:lnTo>
                  <a:lnTo>
                    <a:pt x="71920" y="372110"/>
                  </a:lnTo>
                  <a:lnTo>
                    <a:pt x="73406" y="372452"/>
                  </a:lnTo>
                  <a:lnTo>
                    <a:pt x="76606" y="372262"/>
                  </a:lnTo>
                  <a:lnTo>
                    <a:pt x="79806" y="372059"/>
                  </a:lnTo>
                  <a:lnTo>
                    <a:pt x="82372" y="371094"/>
                  </a:lnTo>
                  <a:lnTo>
                    <a:pt x="82283" y="369138"/>
                  </a:lnTo>
                  <a:lnTo>
                    <a:pt x="79641" y="368503"/>
                  </a:lnTo>
                  <a:lnTo>
                    <a:pt x="73240" y="368909"/>
                  </a:lnTo>
                  <a:lnTo>
                    <a:pt x="71729" y="369481"/>
                  </a:lnTo>
                  <a:lnTo>
                    <a:pt x="72034" y="367728"/>
                  </a:lnTo>
                  <a:lnTo>
                    <a:pt x="71869" y="363982"/>
                  </a:lnTo>
                  <a:lnTo>
                    <a:pt x="71691" y="360248"/>
                  </a:lnTo>
                  <a:lnTo>
                    <a:pt x="70866" y="357263"/>
                  </a:lnTo>
                  <a:lnTo>
                    <a:pt x="70510" y="357289"/>
                  </a:lnTo>
                  <a:lnTo>
                    <a:pt x="103492" y="318820"/>
                  </a:lnTo>
                  <a:lnTo>
                    <a:pt x="148653" y="371513"/>
                  </a:lnTo>
                  <a:lnTo>
                    <a:pt x="148653" y="360870"/>
                  </a:lnTo>
                  <a:lnTo>
                    <a:pt x="112623" y="318820"/>
                  </a:lnTo>
                  <a:lnTo>
                    <a:pt x="103492" y="308165"/>
                  </a:lnTo>
                  <a:lnTo>
                    <a:pt x="69443" y="347878"/>
                  </a:lnTo>
                  <a:lnTo>
                    <a:pt x="69443" y="369582"/>
                  </a:lnTo>
                  <a:lnTo>
                    <a:pt x="68046" y="369239"/>
                  </a:lnTo>
                  <a:lnTo>
                    <a:pt x="64833" y="369430"/>
                  </a:lnTo>
                  <a:lnTo>
                    <a:pt x="61633" y="369633"/>
                  </a:lnTo>
                  <a:lnTo>
                    <a:pt x="59156" y="370573"/>
                  </a:lnTo>
                  <a:lnTo>
                    <a:pt x="59156" y="372503"/>
                  </a:lnTo>
                  <a:lnTo>
                    <a:pt x="58318" y="371513"/>
                  </a:lnTo>
                  <a:lnTo>
                    <a:pt x="59067" y="370649"/>
                  </a:lnTo>
                  <a:lnTo>
                    <a:pt x="59156" y="372503"/>
                  </a:lnTo>
                  <a:lnTo>
                    <a:pt x="59156" y="370573"/>
                  </a:lnTo>
                  <a:lnTo>
                    <a:pt x="68859" y="359219"/>
                  </a:lnTo>
                  <a:lnTo>
                    <a:pt x="68643" y="360438"/>
                  </a:lnTo>
                  <a:lnTo>
                    <a:pt x="68999" y="367919"/>
                  </a:lnTo>
                  <a:lnTo>
                    <a:pt x="69443" y="369582"/>
                  </a:lnTo>
                  <a:lnTo>
                    <a:pt x="69443" y="347878"/>
                  </a:lnTo>
                  <a:lnTo>
                    <a:pt x="49174" y="371513"/>
                  </a:lnTo>
                  <a:lnTo>
                    <a:pt x="103492" y="434860"/>
                  </a:lnTo>
                  <a:lnTo>
                    <a:pt x="112623" y="424192"/>
                  </a:lnTo>
                  <a:lnTo>
                    <a:pt x="157784" y="371513"/>
                  </a:lnTo>
                  <a:close/>
                </a:path>
                <a:path w="1624965" h="434975">
                  <a:moveTo>
                    <a:pt x="1548917" y="13830"/>
                  </a:moveTo>
                  <a:lnTo>
                    <a:pt x="1548815" y="11874"/>
                  </a:lnTo>
                  <a:lnTo>
                    <a:pt x="1546174" y="11252"/>
                  </a:lnTo>
                  <a:lnTo>
                    <a:pt x="1539773" y="11645"/>
                  </a:lnTo>
                  <a:lnTo>
                    <a:pt x="1538262" y="12217"/>
                  </a:lnTo>
                  <a:lnTo>
                    <a:pt x="1538566" y="10464"/>
                  </a:lnTo>
                  <a:lnTo>
                    <a:pt x="1538401" y="6731"/>
                  </a:lnTo>
                  <a:lnTo>
                    <a:pt x="1538236" y="2984"/>
                  </a:lnTo>
                  <a:lnTo>
                    <a:pt x="1537398" y="0"/>
                  </a:lnTo>
                  <a:lnTo>
                    <a:pt x="1535734" y="114"/>
                  </a:lnTo>
                  <a:lnTo>
                    <a:pt x="1535188" y="3175"/>
                  </a:lnTo>
                  <a:lnTo>
                    <a:pt x="1535531" y="10655"/>
                  </a:lnTo>
                  <a:lnTo>
                    <a:pt x="1535976" y="12319"/>
                  </a:lnTo>
                  <a:lnTo>
                    <a:pt x="1534579" y="11976"/>
                  </a:lnTo>
                  <a:lnTo>
                    <a:pt x="1531378" y="12179"/>
                  </a:lnTo>
                  <a:lnTo>
                    <a:pt x="1528165" y="12382"/>
                  </a:lnTo>
                  <a:lnTo>
                    <a:pt x="1525600" y="13335"/>
                  </a:lnTo>
                  <a:lnTo>
                    <a:pt x="1525701" y="15303"/>
                  </a:lnTo>
                  <a:lnTo>
                    <a:pt x="1528343" y="15925"/>
                  </a:lnTo>
                  <a:lnTo>
                    <a:pt x="1534744" y="15532"/>
                  </a:lnTo>
                  <a:lnTo>
                    <a:pt x="1536179" y="14998"/>
                  </a:lnTo>
                  <a:lnTo>
                    <a:pt x="1535887" y="16713"/>
                  </a:lnTo>
                  <a:lnTo>
                    <a:pt x="1536052" y="20447"/>
                  </a:lnTo>
                  <a:lnTo>
                    <a:pt x="1536217" y="24193"/>
                  </a:lnTo>
                  <a:lnTo>
                    <a:pt x="1537042" y="27178"/>
                  </a:lnTo>
                  <a:lnTo>
                    <a:pt x="1538719" y="27063"/>
                  </a:lnTo>
                  <a:lnTo>
                    <a:pt x="1539265" y="24003"/>
                  </a:lnTo>
                  <a:lnTo>
                    <a:pt x="1538922" y="16522"/>
                  </a:lnTo>
                  <a:lnTo>
                    <a:pt x="1538452" y="14859"/>
                  </a:lnTo>
                  <a:lnTo>
                    <a:pt x="1539938" y="15201"/>
                  </a:lnTo>
                  <a:lnTo>
                    <a:pt x="1543138" y="14998"/>
                  </a:lnTo>
                  <a:lnTo>
                    <a:pt x="1546352" y="14795"/>
                  </a:lnTo>
                  <a:lnTo>
                    <a:pt x="1548917" y="13830"/>
                  </a:lnTo>
                  <a:close/>
                </a:path>
                <a:path w="1624965" h="434975">
                  <a:moveTo>
                    <a:pt x="1581797" y="52197"/>
                  </a:moveTo>
                  <a:lnTo>
                    <a:pt x="1581708" y="50241"/>
                  </a:lnTo>
                  <a:lnTo>
                    <a:pt x="1579067" y="49606"/>
                  </a:lnTo>
                  <a:lnTo>
                    <a:pt x="1572653" y="50012"/>
                  </a:lnTo>
                  <a:lnTo>
                    <a:pt x="1570101" y="50965"/>
                  </a:lnTo>
                  <a:lnTo>
                    <a:pt x="1570139" y="51955"/>
                  </a:lnTo>
                  <a:lnTo>
                    <a:pt x="1569300" y="51993"/>
                  </a:lnTo>
                  <a:lnTo>
                    <a:pt x="1568767" y="55079"/>
                  </a:lnTo>
                  <a:lnTo>
                    <a:pt x="1568932" y="58813"/>
                  </a:lnTo>
                  <a:lnTo>
                    <a:pt x="1569097" y="62547"/>
                  </a:lnTo>
                  <a:lnTo>
                    <a:pt x="1569935" y="65532"/>
                  </a:lnTo>
                  <a:lnTo>
                    <a:pt x="1571599" y="65430"/>
                  </a:lnTo>
                  <a:lnTo>
                    <a:pt x="1572145" y="62357"/>
                  </a:lnTo>
                  <a:lnTo>
                    <a:pt x="1571802" y="54889"/>
                  </a:lnTo>
                  <a:lnTo>
                    <a:pt x="1571345" y="53213"/>
                  </a:lnTo>
                  <a:lnTo>
                    <a:pt x="1572831" y="53555"/>
                  </a:lnTo>
                  <a:lnTo>
                    <a:pt x="1576031" y="53352"/>
                  </a:lnTo>
                  <a:lnTo>
                    <a:pt x="1579232" y="53162"/>
                  </a:lnTo>
                  <a:lnTo>
                    <a:pt x="1581797" y="52197"/>
                  </a:lnTo>
                  <a:close/>
                </a:path>
                <a:path w="1624965" h="434975">
                  <a:moveTo>
                    <a:pt x="1624584" y="157708"/>
                  </a:moveTo>
                  <a:lnTo>
                    <a:pt x="1602244" y="183781"/>
                  </a:lnTo>
                  <a:lnTo>
                    <a:pt x="1602244" y="205473"/>
                  </a:lnTo>
                  <a:lnTo>
                    <a:pt x="1600847" y="205130"/>
                  </a:lnTo>
                  <a:lnTo>
                    <a:pt x="1597647" y="205333"/>
                  </a:lnTo>
                  <a:lnTo>
                    <a:pt x="1594446" y="205524"/>
                  </a:lnTo>
                  <a:lnTo>
                    <a:pt x="1591957" y="206476"/>
                  </a:lnTo>
                  <a:lnTo>
                    <a:pt x="1591957" y="208394"/>
                  </a:lnTo>
                  <a:lnTo>
                    <a:pt x="1591119" y="207403"/>
                  </a:lnTo>
                  <a:lnTo>
                    <a:pt x="1591881" y="206514"/>
                  </a:lnTo>
                  <a:lnTo>
                    <a:pt x="1591957" y="208394"/>
                  </a:lnTo>
                  <a:lnTo>
                    <a:pt x="1591957" y="206476"/>
                  </a:lnTo>
                  <a:lnTo>
                    <a:pt x="1601673" y="195097"/>
                  </a:lnTo>
                  <a:lnTo>
                    <a:pt x="1601457" y="196329"/>
                  </a:lnTo>
                  <a:lnTo>
                    <a:pt x="1601800" y="203809"/>
                  </a:lnTo>
                  <a:lnTo>
                    <a:pt x="1602244" y="205473"/>
                  </a:lnTo>
                  <a:lnTo>
                    <a:pt x="1602244" y="183781"/>
                  </a:lnTo>
                  <a:lnTo>
                    <a:pt x="1586547" y="202082"/>
                  </a:lnTo>
                  <a:lnTo>
                    <a:pt x="1581988" y="196773"/>
                  </a:lnTo>
                  <a:lnTo>
                    <a:pt x="1581988" y="207403"/>
                  </a:lnTo>
                  <a:lnTo>
                    <a:pt x="1571866" y="219202"/>
                  </a:lnTo>
                  <a:lnTo>
                    <a:pt x="1572145" y="217690"/>
                  </a:lnTo>
                  <a:lnTo>
                    <a:pt x="1571802" y="210223"/>
                  </a:lnTo>
                  <a:lnTo>
                    <a:pt x="1571332" y="208534"/>
                  </a:lnTo>
                  <a:lnTo>
                    <a:pt x="1572831" y="208889"/>
                  </a:lnTo>
                  <a:lnTo>
                    <a:pt x="1576031" y="208686"/>
                  </a:lnTo>
                  <a:lnTo>
                    <a:pt x="1579232" y="208495"/>
                  </a:lnTo>
                  <a:lnTo>
                    <a:pt x="1581797" y="207530"/>
                  </a:lnTo>
                  <a:lnTo>
                    <a:pt x="1581772" y="207162"/>
                  </a:lnTo>
                  <a:lnTo>
                    <a:pt x="1581988" y="207403"/>
                  </a:lnTo>
                  <a:lnTo>
                    <a:pt x="1581988" y="196773"/>
                  </a:lnTo>
                  <a:lnTo>
                    <a:pt x="1580083" y="194538"/>
                  </a:lnTo>
                  <a:lnTo>
                    <a:pt x="1580083" y="205193"/>
                  </a:lnTo>
                  <a:lnTo>
                    <a:pt x="1579067" y="204939"/>
                  </a:lnTo>
                  <a:lnTo>
                    <a:pt x="1572653" y="205333"/>
                  </a:lnTo>
                  <a:lnTo>
                    <a:pt x="1571142" y="205905"/>
                  </a:lnTo>
                  <a:lnTo>
                    <a:pt x="1571447" y="204152"/>
                  </a:lnTo>
                  <a:lnTo>
                    <a:pt x="1571282" y="200418"/>
                  </a:lnTo>
                  <a:lnTo>
                    <a:pt x="1571117" y="196684"/>
                  </a:lnTo>
                  <a:lnTo>
                    <a:pt x="1570469" y="194386"/>
                  </a:lnTo>
                  <a:lnTo>
                    <a:pt x="1570469" y="220840"/>
                  </a:lnTo>
                  <a:lnTo>
                    <a:pt x="1536814" y="260096"/>
                  </a:lnTo>
                  <a:lnTo>
                    <a:pt x="1525130" y="246468"/>
                  </a:lnTo>
                  <a:lnTo>
                    <a:pt x="1527721" y="247078"/>
                  </a:lnTo>
                  <a:lnTo>
                    <a:pt x="1534121" y="246684"/>
                  </a:lnTo>
                  <a:lnTo>
                    <a:pt x="1535557" y="246151"/>
                  </a:lnTo>
                  <a:lnTo>
                    <a:pt x="1535264" y="247865"/>
                  </a:lnTo>
                  <a:lnTo>
                    <a:pt x="1535430" y="251612"/>
                  </a:lnTo>
                  <a:lnTo>
                    <a:pt x="1535595" y="255346"/>
                  </a:lnTo>
                  <a:lnTo>
                    <a:pt x="1536420" y="258330"/>
                  </a:lnTo>
                  <a:lnTo>
                    <a:pt x="1538097" y="258229"/>
                  </a:lnTo>
                  <a:lnTo>
                    <a:pt x="1538643" y="255155"/>
                  </a:lnTo>
                  <a:lnTo>
                    <a:pt x="1538300" y="247688"/>
                  </a:lnTo>
                  <a:lnTo>
                    <a:pt x="1537830" y="245999"/>
                  </a:lnTo>
                  <a:lnTo>
                    <a:pt x="1539316" y="246354"/>
                  </a:lnTo>
                  <a:lnTo>
                    <a:pt x="1542529" y="246151"/>
                  </a:lnTo>
                  <a:lnTo>
                    <a:pt x="1545729" y="245960"/>
                  </a:lnTo>
                  <a:lnTo>
                    <a:pt x="1548295" y="244995"/>
                  </a:lnTo>
                  <a:lnTo>
                    <a:pt x="1548193" y="243039"/>
                  </a:lnTo>
                  <a:lnTo>
                    <a:pt x="1545564" y="242404"/>
                  </a:lnTo>
                  <a:lnTo>
                    <a:pt x="1539151" y="242798"/>
                  </a:lnTo>
                  <a:lnTo>
                    <a:pt x="1537639" y="243370"/>
                  </a:lnTo>
                  <a:lnTo>
                    <a:pt x="1537957" y="241617"/>
                  </a:lnTo>
                  <a:lnTo>
                    <a:pt x="1537779" y="237883"/>
                  </a:lnTo>
                  <a:lnTo>
                    <a:pt x="1537614" y="234149"/>
                  </a:lnTo>
                  <a:lnTo>
                    <a:pt x="1536776" y="231165"/>
                  </a:lnTo>
                  <a:lnTo>
                    <a:pt x="1535112" y="231267"/>
                  </a:lnTo>
                  <a:lnTo>
                    <a:pt x="1534566" y="234340"/>
                  </a:lnTo>
                  <a:lnTo>
                    <a:pt x="1534909" y="241808"/>
                  </a:lnTo>
                  <a:lnTo>
                    <a:pt x="1535353" y="243484"/>
                  </a:lnTo>
                  <a:lnTo>
                    <a:pt x="1533956" y="243141"/>
                  </a:lnTo>
                  <a:lnTo>
                    <a:pt x="1530756" y="243332"/>
                  </a:lnTo>
                  <a:lnTo>
                    <a:pt x="1527543" y="243535"/>
                  </a:lnTo>
                  <a:lnTo>
                    <a:pt x="1524977" y="244500"/>
                  </a:lnTo>
                  <a:lnTo>
                    <a:pt x="1525066" y="246405"/>
                  </a:lnTo>
                  <a:lnTo>
                    <a:pt x="1492554" y="208470"/>
                  </a:lnTo>
                  <a:lnTo>
                    <a:pt x="1495132" y="209080"/>
                  </a:lnTo>
                  <a:lnTo>
                    <a:pt x="1501546" y="208673"/>
                  </a:lnTo>
                  <a:lnTo>
                    <a:pt x="1502968" y="208153"/>
                  </a:lnTo>
                  <a:lnTo>
                    <a:pt x="1502664" y="209867"/>
                  </a:lnTo>
                  <a:lnTo>
                    <a:pt x="1502841" y="213601"/>
                  </a:lnTo>
                  <a:lnTo>
                    <a:pt x="1503019" y="217347"/>
                  </a:lnTo>
                  <a:lnTo>
                    <a:pt x="1503845" y="220319"/>
                  </a:lnTo>
                  <a:lnTo>
                    <a:pt x="1505521" y="220218"/>
                  </a:lnTo>
                  <a:lnTo>
                    <a:pt x="1506067" y="217157"/>
                  </a:lnTo>
                  <a:lnTo>
                    <a:pt x="1505712" y="209677"/>
                  </a:lnTo>
                  <a:lnTo>
                    <a:pt x="1505254" y="208000"/>
                  </a:lnTo>
                  <a:lnTo>
                    <a:pt x="1506740" y="208343"/>
                  </a:lnTo>
                  <a:lnTo>
                    <a:pt x="1509941" y="208153"/>
                  </a:lnTo>
                  <a:lnTo>
                    <a:pt x="1513141" y="207949"/>
                  </a:lnTo>
                  <a:lnTo>
                    <a:pt x="1515706" y="206984"/>
                  </a:lnTo>
                  <a:lnTo>
                    <a:pt x="1515618" y="205028"/>
                  </a:lnTo>
                  <a:lnTo>
                    <a:pt x="1512976" y="204406"/>
                  </a:lnTo>
                  <a:lnTo>
                    <a:pt x="1506562" y="204800"/>
                  </a:lnTo>
                  <a:lnTo>
                    <a:pt x="1505064" y="205371"/>
                  </a:lnTo>
                  <a:lnTo>
                    <a:pt x="1505369" y="203619"/>
                  </a:lnTo>
                  <a:lnTo>
                    <a:pt x="1505191" y="199885"/>
                  </a:lnTo>
                  <a:lnTo>
                    <a:pt x="1505026" y="196138"/>
                  </a:lnTo>
                  <a:lnTo>
                    <a:pt x="1504200" y="193154"/>
                  </a:lnTo>
                  <a:lnTo>
                    <a:pt x="1503845" y="193179"/>
                  </a:lnTo>
                  <a:lnTo>
                    <a:pt x="1535607" y="156121"/>
                  </a:lnTo>
                  <a:lnTo>
                    <a:pt x="1535188" y="158508"/>
                  </a:lnTo>
                  <a:lnTo>
                    <a:pt x="1535531" y="165989"/>
                  </a:lnTo>
                  <a:lnTo>
                    <a:pt x="1535976" y="167652"/>
                  </a:lnTo>
                  <a:lnTo>
                    <a:pt x="1534579" y="167309"/>
                  </a:lnTo>
                  <a:lnTo>
                    <a:pt x="1531378" y="167513"/>
                  </a:lnTo>
                  <a:lnTo>
                    <a:pt x="1528165" y="167703"/>
                  </a:lnTo>
                  <a:lnTo>
                    <a:pt x="1525600" y="168668"/>
                  </a:lnTo>
                  <a:lnTo>
                    <a:pt x="1525701" y="170624"/>
                  </a:lnTo>
                  <a:lnTo>
                    <a:pt x="1528343" y="171259"/>
                  </a:lnTo>
                  <a:lnTo>
                    <a:pt x="1534744" y="170853"/>
                  </a:lnTo>
                  <a:lnTo>
                    <a:pt x="1536179" y="170319"/>
                  </a:lnTo>
                  <a:lnTo>
                    <a:pt x="1535887" y="172046"/>
                  </a:lnTo>
                  <a:lnTo>
                    <a:pt x="1536052" y="175780"/>
                  </a:lnTo>
                  <a:lnTo>
                    <a:pt x="1536217" y="179527"/>
                  </a:lnTo>
                  <a:lnTo>
                    <a:pt x="1537042" y="182511"/>
                  </a:lnTo>
                  <a:lnTo>
                    <a:pt x="1538719" y="182397"/>
                  </a:lnTo>
                  <a:lnTo>
                    <a:pt x="1539265" y="179336"/>
                  </a:lnTo>
                  <a:lnTo>
                    <a:pt x="1538922" y="171856"/>
                  </a:lnTo>
                  <a:lnTo>
                    <a:pt x="1538452" y="170180"/>
                  </a:lnTo>
                  <a:lnTo>
                    <a:pt x="1539938" y="170522"/>
                  </a:lnTo>
                  <a:lnTo>
                    <a:pt x="1543138" y="170332"/>
                  </a:lnTo>
                  <a:lnTo>
                    <a:pt x="1546352" y="170129"/>
                  </a:lnTo>
                  <a:lnTo>
                    <a:pt x="1548917" y="169164"/>
                  </a:lnTo>
                  <a:lnTo>
                    <a:pt x="1548892" y="168833"/>
                  </a:lnTo>
                  <a:lnTo>
                    <a:pt x="1570240" y="193713"/>
                  </a:lnTo>
                  <a:lnTo>
                    <a:pt x="1568615" y="193802"/>
                  </a:lnTo>
                  <a:lnTo>
                    <a:pt x="1568069" y="196875"/>
                  </a:lnTo>
                  <a:lnTo>
                    <a:pt x="1568411" y="204343"/>
                  </a:lnTo>
                  <a:lnTo>
                    <a:pt x="1568856" y="206006"/>
                  </a:lnTo>
                  <a:lnTo>
                    <a:pt x="1567459" y="205663"/>
                  </a:lnTo>
                  <a:lnTo>
                    <a:pt x="1564259" y="205867"/>
                  </a:lnTo>
                  <a:lnTo>
                    <a:pt x="1561058" y="206070"/>
                  </a:lnTo>
                  <a:lnTo>
                    <a:pt x="1558493" y="207035"/>
                  </a:lnTo>
                  <a:lnTo>
                    <a:pt x="1558582" y="208991"/>
                  </a:lnTo>
                  <a:lnTo>
                    <a:pt x="1561223" y="209613"/>
                  </a:lnTo>
                  <a:lnTo>
                    <a:pt x="1567637" y="209219"/>
                  </a:lnTo>
                  <a:lnTo>
                    <a:pt x="1569059" y="208686"/>
                  </a:lnTo>
                  <a:lnTo>
                    <a:pt x="1568767" y="210400"/>
                  </a:lnTo>
                  <a:lnTo>
                    <a:pt x="1568932" y="214147"/>
                  </a:lnTo>
                  <a:lnTo>
                    <a:pt x="1569097" y="217881"/>
                  </a:lnTo>
                  <a:lnTo>
                    <a:pt x="1569935" y="220865"/>
                  </a:lnTo>
                  <a:lnTo>
                    <a:pt x="1570469" y="220840"/>
                  </a:lnTo>
                  <a:lnTo>
                    <a:pt x="1570469" y="194386"/>
                  </a:lnTo>
                  <a:lnTo>
                    <a:pt x="1570304" y="193789"/>
                  </a:lnTo>
                  <a:lnTo>
                    <a:pt x="1580083" y="205193"/>
                  </a:lnTo>
                  <a:lnTo>
                    <a:pt x="1580083" y="194538"/>
                  </a:lnTo>
                  <a:lnTo>
                    <a:pt x="1547177" y="156146"/>
                  </a:lnTo>
                  <a:lnTo>
                    <a:pt x="1547177" y="166827"/>
                  </a:lnTo>
                  <a:lnTo>
                    <a:pt x="1546174" y="166585"/>
                  </a:lnTo>
                  <a:lnTo>
                    <a:pt x="1539773" y="166979"/>
                  </a:lnTo>
                  <a:lnTo>
                    <a:pt x="1538262" y="167551"/>
                  </a:lnTo>
                  <a:lnTo>
                    <a:pt x="1538566" y="165798"/>
                  </a:lnTo>
                  <a:lnTo>
                    <a:pt x="1538401" y="162064"/>
                  </a:lnTo>
                  <a:lnTo>
                    <a:pt x="1538236" y="158318"/>
                  </a:lnTo>
                  <a:lnTo>
                    <a:pt x="1537411" y="155422"/>
                  </a:lnTo>
                  <a:lnTo>
                    <a:pt x="1547177" y="166827"/>
                  </a:lnTo>
                  <a:lnTo>
                    <a:pt x="1547177" y="156146"/>
                  </a:lnTo>
                  <a:lnTo>
                    <a:pt x="1545958" y="154711"/>
                  </a:lnTo>
                  <a:lnTo>
                    <a:pt x="1537347" y="144678"/>
                  </a:lnTo>
                  <a:lnTo>
                    <a:pt x="1537347" y="155346"/>
                  </a:lnTo>
                  <a:lnTo>
                    <a:pt x="1536217" y="155409"/>
                  </a:lnTo>
                  <a:lnTo>
                    <a:pt x="1536814" y="154711"/>
                  </a:lnTo>
                  <a:lnTo>
                    <a:pt x="1537347" y="155346"/>
                  </a:lnTo>
                  <a:lnTo>
                    <a:pt x="1537347" y="144678"/>
                  </a:lnTo>
                  <a:lnTo>
                    <a:pt x="1536814" y="144056"/>
                  </a:lnTo>
                  <a:lnTo>
                    <a:pt x="1502765" y="183781"/>
                  </a:lnTo>
                  <a:lnTo>
                    <a:pt x="1502765" y="205460"/>
                  </a:lnTo>
                  <a:lnTo>
                    <a:pt x="1501381" y="205130"/>
                  </a:lnTo>
                  <a:lnTo>
                    <a:pt x="1498168" y="205333"/>
                  </a:lnTo>
                  <a:lnTo>
                    <a:pt x="1494967" y="205524"/>
                  </a:lnTo>
                  <a:lnTo>
                    <a:pt x="1492478" y="206476"/>
                  </a:lnTo>
                  <a:lnTo>
                    <a:pt x="1492478" y="208381"/>
                  </a:lnTo>
                  <a:lnTo>
                    <a:pt x="1491653" y="207403"/>
                  </a:lnTo>
                  <a:lnTo>
                    <a:pt x="1492402" y="206540"/>
                  </a:lnTo>
                  <a:lnTo>
                    <a:pt x="1492478" y="208381"/>
                  </a:lnTo>
                  <a:lnTo>
                    <a:pt x="1492478" y="206476"/>
                  </a:lnTo>
                  <a:lnTo>
                    <a:pt x="1502194" y="195110"/>
                  </a:lnTo>
                  <a:lnTo>
                    <a:pt x="1501978" y="196329"/>
                  </a:lnTo>
                  <a:lnTo>
                    <a:pt x="1502321" y="203809"/>
                  </a:lnTo>
                  <a:lnTo>
                    <a:pt x="1502765" y="205460"/>
                  </a:lnTo>
                  <a:lnTo>
                    <a:pt x="1502765" y="183781"/>
                  </a:lnTo>
                  <a:lnTo>
                    <a:pt x="1482509" y="207403"/>
                  </a:lnTo>
                  <a:lnTo>
                    <a:pt x="1536814" y="270751"/>
                  </a:lnTo>
                  <a:lnTo>
                    <a:pt x="1545958" y="260096"/>
                  </a:lnTo>
                  <a:lnTo>
                    <a:pt x="1586547" y="212737"/>
                  </a:lnTo>
                  <a:lnTo>
                    <a:pt x="1624584" y="257098"/>
                  </a:lnTo>
                  <a:lnTo>
                    <a:pt x="1624584" y="246456"/>
                  </a:lnTo>
                  <a:lnTo>
                    <a:pt x="1624584" y="244449"/>
                  </a:lnTo>
                  <a:lnTo>
                    <a:pt x="1624457" y="244500"/>
                  </a:lnTo>
                  <a:lnTo>
                    <a:pt x="1624545" y="246405"/>
                  </a:lnTo>
                  <a:lnTo>
                    <a:pt x="1592021" y="208470"/>
                  </a:lnTo>
                  <a:lnTo>
                    <a:pt x="1594612" y="209080"/>
                  </a:lnTo>
                  <a:lnTo>
                    <a:pt x="1601025" y="208673"/>
                  </a:lnTo>
                  <a:lnTo>
                    <a:pt x="1602447" y="208153"/>
                  </a:lnTo>
                  <a:lnTo>
                    <a:pt x="1602155" y="209867"/>
                  </a:lnTo>
                  <a:lnTo>
                    <a:pt x="1602320" y="213601"/>
                  </a:lnTo>
                  <a:lnTo>
                    <a:pt x="1602498" y="217347"/>
                  </a:lnTo>
                  <a:lnTo>
                    <a:pt x="1603324" y="220319"/>
                  </a:lnTo>
                  <a:lnTo>
                    <a:pt x="1605000" y="220218"/>
                  </a:lnTo>
                  <a:lnTo>
                    <a:pt x="1605534" y="217157"/>
                  </a:lnTo>
                  <a:lnTo>
                    <a:pt x="1605191" y="209677"/>
                  </a:lnTo>
                  <a:lnTo>
                    <a:pt x="1604733" y="208000"/>
                  </a:lnTo>
                  <a:lnTo>
                    <a:pt x="1606219" y="208343"/>
                  </a:lnTo>
                  <a:lnTo>
                    <a:pt x="1609420" y="208153"/>
                  </a:lnTo>
                  <a:lnTo>
                    <a:pt x="1612620" y="207949"/>
                  </a:lnTo>
                  <a:lnTo>
                    <a:pt x="1615186" y="206984"/>
                  </a:lnTo>
                  <a:lnTo>
                    <a:pt x="1615097" y="205028"/>
                  </a:lnTo>
                  <a:lnTo>
                    <a:pt x="1612455" y="204406"/>
                  </a:lnTo>
                  <a:lnTo>
                    <a:pt x="1606042" y="204800"/>
                  </a:lnTo>
                  <a:lnTo>
                    <a:pt x="1604530" y="205371"/>
                  </a:lnTo>
                  <a:lnTo>
                    <a:pt x="1604835" y="203619"/>
                  </a:lnTo>
                  <a:lnTo>
                    <a:pt x="1604670" y="199885"/>
                  </a:lnTo>
                  <a:lnTo>
                    <a:pt x="1604505" y="196138"/>
                  </a:lnTo>
                  <a:lnTo>
                    <a:pt x="1603679" y="193154"/>
                  </a:lnTo>
                  <a:lnTo>
                    <a:pt x="1603311" y="193179"/>
                  </a:lnTo>
                  <a:lnTo>
                    <a:pt x="1624584" y="168376"/>
                  </a:lnTo>
                  <a:lnTo>
                    <a:pt x="1624584" y="157708"/>
                  </a:lnTo>
                  <a:close/>
                </a:path>
                <a:path w="1624965" h="434975">
                  <a:moveTo>
                    <a:pt x="1624584" y="110591"/>
                  </a:moveTo>
                  <a:lnTo>
                    <a:pt x="1597482" y="78994"/>
                  </a:lnTo>
                  <a:lnTo>
                    <a:pt x="1597482" y="89662"/>
                  </a:lnTo>
                  <a:lnTo>
                    <a:pt x="1596478" y="89420"/>
                  </a:lnTo>
                  <a:lnTo>
                    <a:pt x="1590078" y="89814"/>
                  </a:lnTo>
                  <a:lnTo>
                    <a:pt x="1588566" y="90385"/>
                  </a:lnTo>
                  <a:lnTo>
                    <a:pt x="1588871" y="88633"/>
                  </a:lnTo>
                  <a:lnTo>
                    <a:pt x="1588693" y="84899"/>
                  </a:lnTo>
                  <a:lnTo>
                    <a:pt x="1588528" y="81153"/>
                  </a:lnTo>
                  <a:lnTo>
                    <a:pt x="1587715" y="78257"/>
                  </a:lnTo>
                  <a:lnTo>
                    <a:pt x="1597482" y="89662"/>
                  </a:lnTo>
                  <a:lnTo>
                    <a:pt x="1597482" y="78994"/>
                  </a:lnTo>
                  <a:lnTo>
                    <a:pt x="1596250" y="77546"/>
                  </a:lnTo>
                  <a:lnTo>
                    <a:pt x="1587652" y="67525"/>
                  </a:lnTo>
                  <a:lnTo>
                    <a:pt x="1587652" y="78193"/>
                  </a:lnTo>
                  <a:lnTo>
                    <a:pt x="1586509" y="78257"/>
                  </a:lnTo>
                  <a:lnTo>
                    <a:pt x="1587119" y="77546"/>
                  </a:lnTo>
                  <a:lnTo>
                    <a:pt x="1587652" y="78193"/>
                  </a:lnTo>
                  <a:lnTo>
                    <a:pt x="1587652" y="67525"/>
                  </a:lnTo>
                  <a:lnTo>
                    <a:pt x="1587119" y="66890"/>
                  </a:lnTo>
                  <a:lnTo>
                    <a:pt x="1553070" y="106603"/>
                  </a:lnTo>
                  <a:lnTo>
                    <a:pt x="1553070" y="128308"/>
                  </a:lnTo>
                  <a:lnTo>
                    <a:pt x="1551673" y="127965"/>
                  </a:lnTo>
                  <a:lnTo>
                    <a:pt x="1548472" y="128168"/>
                  </a:lnTo>
                  <a:lnTo>
                    <a:pt x="1545272" y="128371"/>
                  </a:lnTo>
                  <a:lnTo>
                    <a:pt x="1542783" y="129324"/>
                  </a:lnTo>
                  <a:lnTo>
                    <a:pt x="1542783" y="131229"/>
                  </a:lnTo>
                  <a:lnTo>
                    <a:pt x="1541945" y="130238"/>
                  </a:lnTo>
                  <a:lnTo>
                    <a:pt x="1542707" y="129349"/>
                  </a:lnTo>
                  <a:lnTo>
                    <a:pt x="1542783" y="131229"/>
                  </a:lnTo>
                  <a:lnTo>
                    <a:pt x="1542783" y="129324"/>
                  </a:lnTo>
                  <a:lnTo>
                    <a:pt x="1552498" y="117932"/>
                  </a:lnTo>
                  <a:lnTo>
                    <a:pt x="1552282" y="119164"/>
                  </a:lnTo>
                  <a:lnTo>
                    <a:pt x="1552625" y="126644"/>
                  </a:lnTo>
                  <a:lnTo>
                    <a:pt x="1553070" y="128308"/>
                  </a:lnTo>
                  <a:lnTo>
                    <a:pt x="1553070" y="106603"/>
                  </a:lnTo>
                  <a:lnTo>
                    <a:pt x="1532801" y="130238"/>
                  </a:lnTo>
                  <a:lnTo>
                    <a:pt x="1587119" y="193586"/>
                  </a:lnTo>
                  <a:lnTo>
                    <a:pt x="1596250" y="182930"/>
                  </a:lnTo>
                  <a:lnTo>
                    <a:pt x="1624584" y="149885"/>
                  </a:lnTo>
                  <a:lnTo>
                    <a:pt x="1624584" y="139230"/>
                  </a:lnTo>
                  <a:lnTo>
                    <a:pt x="1622183" y="142036"/>
                  </a:lnTo>
                  <a:lnTo>
                    <a:pt x="1622450" y="140538"/>
                  </a:lnTo>
                  <a:lnTo>
                    <a:pt x="1622107" y="133057"/>
                  </a:lnTo>
                  <a:lnTo>
                    <a:pt x="1621637" y="131381"/>
                  </a:lnTo>
                  <a:lnTo>
                    <a:pt x="1623123" y="131724"/>
                  </a:lnTo>
                  <a:lnTo>
                    <a:pt x="1624584" y="131635"/>
                  </a:lnTo>
                  <a:lnTo>
                    <a:pt x="1624584" y="128079"/>
                  </a:lnTo>
                  <a:lnTo>
                    <a:pt x="1622958" y="128181"/>
                  </a:lnTo>
                  <a:lnTo>
                    <a:pt x="1621447" y="128752"/>
                  </a:lnTo>
                  <a:lnTo>
                    <a:pt x="1621751" y="127000"/>
                  </a:lnTo>
                  <a:lnTo>
                    <a:pt x="1621586" y="123253"/>
                  </a:lnTo>
                  <a:lnTo>
                    <a:pt x="1621421" y="119519"/>
                  </a:lnTo>
                  <a:lnTo>
                    <a:pt x="1620774" y="117259"/>
                  </a:lnTo>
                  <a:lnTo>
                    <a:pt x="1620774" y="143675"/>
                  </a:lnTo>
                  <a:lnTo>
                    <a:pt x="1587119" y="182930"/>
                  </a:lnTo>
                  <a:lnTo>
                    <a:pt x="1575435" y="169316"/>
                  </a:lnTo>
                  <a:lnTo>
                    <a:pt x="1578013" y="169926"/>
                  </a:lnTo>
                  <a:lnTo>
                    <a:pt x="1584426" y="169519"/>
                  </a:lnTo>
                  <a:lnTo>
                    <a:pt x="1585849" y="168998"/>
                  </a:lnTo>
                  <a:lnTo>
                    <a:pt x="1585556" y="170713"/>
                  </a:lnTo>
                  <a:lnTo>
                    <a:pt x="1585734" y="174447"/>
                  </a:lnTo>
                  <a:lnTo>
                    <a:pt x="1585899" y="178181"/>
                  </a:lnTo>
                  <a:lnTo>
                    <a:pt x="1586725" y="181165"/>
                  </a:lnTo>
                  <a:lnTo>
                    <a:pt x="1588401" y="181063"/>
                  </a:lnTo>
                  <a:lnTo>
                    <a:pt x="1588947" y="178003"/>
                  </a:lnTo>
                  <a:lnTo>
                    <a:pt x="1588592" y="170522"/>
                  </a:lnTo>
                  <a:lnTo>
                    <a:pt x="1588135" y="168846"/>
                  </a:lnTo>
                  <a:lnTo>
                    <a:pt x="1589620" y="169189"/>
                  </a:lnTo>
                  <a:lnTo>
                    <a:pt x="1592821" y="168998"/>
                  </a:lnTo>
                  <a:lnTo>
                    <a:pt x="1596021" y="168795"/>
                  </a:lnTo>
                  <a:lnTo>
                    <a:pt x="1598587" y="167830"/>
                  </a:lnTo>
                  <a:lnTo>
                    <a:pt x="1598498" y="165874"/>
                  </a:lnTo>
                  <a:lnTo>
                    <a:pt x="1595856" y="165239"/>
                  </a:lnTo>
                  <a:lnTo>
                    <a:pt x="1589455" y="165646"/>
                  </a:lnTo>
                  <a:lnTo>
                    <a:pt x="1587944" y="166217"/>
                  </a:lnTo>
                  <a:lnTo>
                    <a:pt x="1588249" y="164465"/>
                  </a:lnTo>
                  <a:lnTo>
                    <a:pt x="1588071" y="160718"/>
                  </a:lnTo>
                  <a:lnTo>
                    <a:pt x="1587906" y="156984"/>
                  </a:lnTo>
                  <a:lnTo>
                    <a:pt x="1587080" y="154000"/>
                  </a:lnTo>
                  <a:lnTo>
                    <a:pt x="1585404" y="154101"/>
                  </a:lnTo>
                  <a:lnTo>
                    <a:pt x="1584858" y="157175"/>
                  </a:lnTo>
                  <a:lnTo>
                    <a:pt x="1585201" y="164655"/>
                  </a:lnTo>
                  <a:lnTo>
                    <a:pt x="1585645" y="166319"/>
                  </a:lnTo>
                  <a:lnTo>
                    <a:pt x="1584261" y="165976"/>
                  </a:lnTo>
                  <a:lnTo>
                    <a:pt x="1581048" y="166179"/>
                  </a:lnTo>
                  <a:lnTo>
                    <a:pt x="1577848" y="166370"/>
                  </a:lnTo>
                  <a:lnTo>
                    <a:pt x="1575282" y="167335"/>
                  </a:lnTo>
                  <a:lnTo>
                    <a:pt x="1575358" y="169240"/>
                  </a:lnTo>
                  <a:lnTo>
                    <a:pt x="1542859" y="131318"/>
                  </a:lnTo>
                  <a:lnTo>
                    <a:pt x="1545437" y="131914"/>
                  </a:lnTo>
                  <a:lnTo>
                    <a:pt x="1551838" y="131521"/>
                  </a:lnTo>
                  <a:lnTo>
                    <a:pt x="1553273" y="130987"/>
                  </a:lnTo>
                  <a:lnTo>
                    <a:pt x="1552968" y="132702"/>
                  </a:lnTo>
                  <a:lnTo>
                    <a:pt x="1553146" y="136436"/>
                  </a:lnTo>
                  <a:lnTo>
                    <a:pt x="1553311" y="140182"/>
                  </a:lnTo>
                  <a:lnTo>
                    <a:pt x="1554137" y="143167"/>
                  </a:lnTo>
                  <a:lnTo>
                    <a:pt x="1555813" y="143065"/>
                  </a:lnTo>
                  <a:lnTo>
                    <a:pt x="1556359" y="139992"/>
                  </a:lnTo>
                  <a:lnTo>
                    <a:pt x="1556016" y="132511"/>
                  </a:lnTo>
                  <a:lnTo>
                    <a:pt x="1555559" y="130835"/>
                  </a:lnTo>
                  <a:lnTo>
                    <a:pt x="1557032" y="131191"/>
                  </a:lnTo>
                  <a:lnTo>
                    <a:pt x="1560245" y="130987"/>
                  </a:lnTo>
                  <a:lnTo>
                    <a:pt x="1563446" y="130784"/>
                  </a:lnTo>
                  <a:lnTo>
                    <a:pt x="1566011" y="129832"/>
                  </a:lnTo>
                  <a:lnTo>
                    <a:pt x="1565910" y="127863"/>
                  </a:lnTo>
                  <a:lnTo>
                    <a:pt x="1563281" y="127241"/>
                  </a:lnTo>
                  <a:lnTo>
                    <a:pt x="1556867" y="127635"/>
                  </a:lnTo>
                  <a:lnTo>
                    <a:pt x="1555356" y="128206"/>
                  </a:lnTo>
                  <a:lnTo>
                    <a:pt x="1555661" y="126453"/>
                  </a:lnTo>
                  <a:lnTo>
                    <a:pt x="1555496" y="122720"/>
                  </a:lnTo>
                  <a:lnTo>
                    <a:pt x="1555330" y="118986"/>
                  </a:lnTo>
                  <a:lnTo>
                    <a:pt x="1554505" y="116001"/>
                  </a:lnTo>
                  <a:lnTo>
                    <a:pt x="1554124" y="116027"/>
                  </a:lnTo>
                  <a:lnTo>
                    <a:pt x="1585899" y="78968"/>
                  </a:lnTo>
                  <a:lnTo>
                    <a:pt x="1585480" y="81343"/>
                  </a:lnTo>
                  <a:lnTo>
                    <a:pt x="1585823" y="88823"/>
                  </a:lnTo>
                  <a:lnTo>
                    <a:pt x="1586268" y="90487"/>
                  </a:lnTo>
                  <a:lnTo>
                    <a:pt x="1584883" y="90144"/>
                  </a:lnTo>
                  <a:lnTo>
                    <a:pt x="1581670" y="90347"/>
                  </a:lnTo>
                  <a:lnTo>
                    <a:pt x="1578470" y="90551"/>
                  </a:lnTo>
                  <a:lnTo>
                    <a:pt x="1575904" y="91503"/>
                  </a:lnTo>
                  <a:lnTo>
                    <a:pt x="1575993" y="93472"/>
                  </a:lnTo>
                  <a:lnTo>
                    <a:pt x="1578635" y="94094"/>
                  </a:lnTo>
                  <a:lnTo>
                    <a:pt x="1585048" y="93700"/>
                  </a:lnTo>
                  <a:lnTo>
                    <a:pt x="1586471" y="93167"/>
                  </a:lnTo>
                  <a:lnTo>
                    <a:pt x="1586166" y="94881"/>
                  </a:lnTo>
                  <a:lnTo>
                    <a:pt x="1586344" y="98628"/>
                  </a:lnTo>
                  <a:lnTo>
                    <a:pt x="1586522" y="102362"/>
                  </a:lnTo>
                  <a:lnTo>
                    <a:pt x="1587347" y="105346"/>
                  </a:lnTo>
                  <a:lnTo>
                    <a:pt x="1589024" y="105244"/>
                  </a:lnTo>
                  <a:lnTo>
                    <a:pt x="1589570" y="102171"/>
                  </a:lnTo>
                  <a:lnTo>
                    <a:pt x="1589214" y="94691"/>
                  </a:lnTo>
                  <a:lnTo>
                    <a:pt x="1588757" y="93014"/>
                  </a:lnTo>
                  <a:lnTo>
                    <a:pt x="1590243" y="93370"/>
                  </a:lnTo>
                  <a:lnTo>
                    <a:pt x="1593443" y="93167"/>
                  </a:lnTo>
                  <a:lnTo>
                    <a:pt x="1596644" y="92964"/>
                  </a:lnTo>
                  <a:lnTo>
                    <a:pt x="1599209" y="92011"/>
                  </a:lnTo>
                  <a:lnTo>
                    <a:pt x="1599184" y="91655"/>
                  </a:lnTo>
                  <a:lnTo>
                    <a:pt x="1620532" y="116547"/>
                  </a:lnTo>
                  <a:lnTo>
                    <a:pt x="1618907" y="116636"/>
                  </a:lnTo>
                  <a:lnTo>
                    <a:pt x="1618373" y="119710"/>
                  </a:lnTo>
                  <a:lnTo>
                    <a:pt x="1618716" y="127177"/>
                  </a:lnTo>
                  <a:lnTo>
                    <a:pt x="1619161" y="128854"/>
                  </a:lnTo>
                  <a:lnTo>
                    <a:pt x="1617764" y="128511"/>
                  </a:lnTo>
                  <a:lnTo>
                    <a:pt x="1614563" y="128714"/>
                  </a:lnTo>
                  <a:lnTo>
                    <a:pt x="1611350" y="128905"/>
                  </a:lnTo>
                  <a:lnTo>
                    <a:pt x="1608785" y="129870"/>
                  </a:lnTo>
                  <a:lnTo>
                    <a:pt x="1608886" y="131826"/>
                  </a:lnTo>
                  <a:lnTo>
                    <a:pt x="1611528" y="132461"/>
                  </a:lnTo>
                  <a:lnTo>
                    <a:pt x="1617929" y="132054"/>
                  </a:lnTo>
                  <a:lnTo>
                    <a:pt x="1619364" y="131521"/>
                  </a:lnTo>
                  <a:lnTo>
                    <a:pt x="1619072" y="133248"/>
                  </a:lnTo>
                  <a:lnTo>
                    <a:pt x="1619237" y="136982"/>
                  </a:lnTo>
                  <a:lnTo>
                    <a:pt x="1619402" y="140716"/>
                  </a:lnTo>
                  <a:lnTo>
                    <a:pt x="1620227" y="143700"/>
                  </a:lnTo>
                  <a:lnTo>
                    <a:pt x="1620774" y="143675"/>
                  </a:lnTo>
                  <a:lnTo>
                    <a:pt x="1620774" y="117259"/>
                  </a:lnTo>
                  <a:lnTo>
                    <a:pt x="1620596" y="116624"/>
                  </a:lnTo>
                  <a:lnTo>
                    <a:pt x="1624584" y="121259"/>
                  </a:lnTo>
                  <a:lnTo>
                    <a:pt x="1624584" y="110591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4" name="object 2094" descr=""/>
            <p:cNvSpPr/>
            <p:nvPr/>
          </p:nvSpPr>
          <p:spPr>
            <a:xfrm>
              <a:off x="7175995" y="7383583"/>
              <a:ext cx="361315" cy="204470"/>
            </a:xfrm>
            <a:custGeom>
              <a:avLst/>
              <a:gdLst/>
              <a:ahLst/>
              <a:cxnLst/>
              <a:rect l="l" t="t" r="r" b="b"/>
              <a:pathLst>
                <a:path w="361315" h="204470">
                  <a:moveTo>
                    <a:pt x="108623" y="140512"/>
                  </a:moveTo>
                  <a:lnTo>
                    <a:pt x="99491" y="129870"/>
                  </a:lnTo>
                  <a:lnTo>
                    <a:pt x="99491" y="140512"/>
                  </a:lnTo>
                  <a:lnTo>
                    <a:pt x="89369" y="152311"/>
                  </a:lnTo>
                  <a:lnTo>
                    <a:pt x="89649" y="150799"/>
                  </a:lnTo>
                  <a:lnTo>
                    <a:pt x="89293" y="143319"/>
                  </a:lnTo>
                  <a:lnTo>
                    <a:pt x="88836" y="141643"/>
                  </a:lnTo>
                  <a:lnTo>
                    <a:pt x="90322" y="141998"/>
                  </a:lnTo>
                  <a:lnTo>
                    <a:pt x="93522" y="141795"/>
                  </a:lnTo>
                  <a:lnTo>
                    <a:pt x="96723" y="141592"/>
                  </a:lnTo>
                  <a:lnTo>
                    <a:pt x="99288" y="140639"/>
                  </a:lnTo>
                  <a:lnTo>
                    <a:pt x="99263" y="140258"/>
                  </a:lnTo>
                  <a:lnTo>
                    <a:pt x="99491" y="140512"/>
                  </a:lnTo>
                  <a:lnTo>
                    <a:pt x="99491" y="129870"/>
                  </a:lnTo>
                  <a:lnTo>
                    <a:pt x="97574" y="127635"/>
                  </a:lnTo>
                  <a:lnTo>
                    <a:pt x="97574" y="138303"/>
                  </a:lnTo>
                  <a:lnTo>
                    <a:pt x="96558" y="138049"/>
                  </a:lnTo>
                  <a:lnTo>
                    <a:pt x="90157" y="138442"/>
                  </a:lnTo>
                  <a:lnTo>
                    <a:pt x="88646" y="139014"/>
                  </a:lnTo>
                  <a:lnTo>
                    <a:pt x="88950" y="137261"/>
                  </a:lnTo>
                  <a:lnTo>
                    <a:pt x="88773" y="133527"/>
                  </a:lnTo>
                  <a:lnTo>
                    <a:pt x="88607" y="129781"/>
                  </a:lnTo>
                  <a:lnTo>
                    <a:pt x="87972" y="127520"/>
                  </a:lnTo>
                  <a:lnTo>
                    <a:pt x="87972" y="153949"/>
                  </a:lnTo>
                  <a:lnTo>
                    <a:pt x="54317" y="193192"/>
                  </a:lnTo>
                  <a:lnTo>
                    <a:pt x="42633" y="179590"/>
                  </a:lnTo>
                  <a:lnTo>
                    <a:pt x="45212" y="180187"/>
                  </a:lnTo>
                  <a:lnTo>
                    <a:pt x="51625" y="179793"/>
                  </a:lnTo>
                  <a:lnTo>
                    <a:pt x="53047" y="179260"/>
                  </a:lnTo>
                  <a:lnTo>
                    <a:pt x="52755" y="180975"/>
                  </a:lnTo>
                  <a:lnTo>
                    <a:pt x="52920" y="184721"/>
                  </a:lnTo>
                  <a:lnTo>
                    <a:pt x="53086" y="188455"/>
                  </a:lnTo>
                  <a:lnTo>
                    <a:pt x="53911" y="191439"/>
                  </a:lnTo>
                  <a:lnTo>
                    <a:pt x="55587" y="191338"/>
                  </a:lnTo>
                  <a:lnTo>
                    <a:pt x="56134" y="188264"/>
                  </a:lnTo>
                  <a:lnTo>
                    <a:pt x="55791" y="180784"/>
                  </a:lnTo>
                  <a:lnTo>
                    <a:pt x="55333" y="179108"/>
                  </a:lnTo>
                  <a:lnTo>
                    <a:pt x="56807" y="179463"/>
                  </a:lnTo>
                  <a:lnTo>
                    <a:pt x="60020" y="179260"/>
                  </a:lnTo>
                  <a:lnTo>
                    <a:pt x="63220" y="179057"/>
                  </a:lnTo>
                  <a:lnTo>
                    <a:pt x="65786" y="178104"/>
                  </a:lnTo>
                  <a:lnTo>
                    <a:pt x="65697" y="176136"/>
                  </a:lnTo>
                  <a:lnTo>
                    <a:pt x="63055" y="175514"/>
                  </a:lnTo>
                  <a:lnTo>
                    <a:pt x="56642" y="175907"/>
                  </a:lnTo>
                  <a:lnTo>
                    <a:pt x="55130" y="176479"/>
                  </a:lnTo>
                  <a:lnTo>
                    <a:pt x="55435" y="174726"/>
                  </a:lnTo>
                  <a:lnTo>
                    <a:pt x="55270" y="170992"/>
                  </a:lnTo>
                  <a:lnTo>
                    <a:pt x="55105" y="167259"/>
                  </a:lnTo>
                  <a:lnTo>
                    <a:pt x="54279" y="164274"/>
                  </a:lnTo>
                  <a:lnTo>
                    <a:pt x="52603" y="164376"/>
                  </a:lnTo>
                  <a:lnTo>
                    <a:pt x="52057" y="167436"/>
                  </a:lnTo>
                  <a:lnTo>
                    <a:pt x="52400" y="174917"/>
                  </a:lnTo>
                  <a:lnTo>
                    <a:pt x="52844" y="176580"/>
                  </a:lnTo>
                  <a:lnTo>
                    <a:pt x="51447" y="176237"/>
                  </a:lnTo>
                  <a:lnTo>
                    <a:pt x="48247" y="176441"/>
                  </a:lnTo>
                  <a:lnTo>
                    <a:pt x="45046" y="176644"/>
                  </a:lnTo>
                  <a:lnTo>
                    <a:pt x="42481" y="177609"/>
                  </a:lnTo>
                  <a:lnTo>
                    <a:pt x="42557" y="179501"/>
                  </a:lnTo>
                  <a:lnTo>
                    <a:pt x="10045" y="141579"/>
                  </a:lnTo>
                  <a:lnTo>
                    <a:pt x="12623" y="142189"/>
                  </a:lnTo>
                  <a:lnTo>
                    <a:pt x="19037" y="141782"/>
                  </a:lnTo>
                  <a:lnTo>
                    <a:pt x="20472" y="141249"/>
                  </a:lnTo>
                  <a:lnTo>
                    <a:pt x="20180" y="142976"/>
                  </a:lnTo>
                  <a:lnTo>
                    <a:pt x="20345" y="146710"/>
                  </a:lnTo>
                  <a:lnTo>
                    <a:pt x="20510" y="150444"/>
                  </a:lnTo>
                  <a:lnTo>
                    <a:pt x="21336" y="153428"/>
                  </a:lnTo>
                  <a:lnTo>
                    <a:pt x="23012" y="153327"/>
                  </a:lnTo>
                  <a:lnTo>
                    <a:pt x="23558" y="150253"/>
                  </a:lnTo>
                  <a:lnTo>
                    <a:pt x="23215" y="142786"/>
                  </a:lnTo>
                  <a:lnTo>
                    <a:pt x="22745" y="141109"/>
                  </a:lnTo>
                  <a:lnTo>
                    <a:pt x="24231" y="141452"/>
                  </a:lnTo>
                  <a:lnTo>
                    <a:pt x="27432" y="141262"/>
                  </a:lnTo>
                  <a:lnTo>
                    <a:pt x="30645" y="141058"/>
                  </a:lnTo>
                  <a:lnTo>
                    <a:pt x="33210" y="140093"/>
                  </a:lnTo>
                  <a:lnTo>
                    <a:pt x="33108" y="138137"/>
                  </a:lnTo>
                  <a:lnTo>
                    <a:pt x="30467" y="137502"/>
                  </a:lnTo>
                  <a:lnTo>
                    <a:pt x="24066" y="137909"/>
                  </a:lnTo>
                  <a:lnTo>
                    <a:pt x="22555" y="138480"/>
                  </a:lnTo>
                  <a:lnTo>
                    <a:pt x="22860" y="136728"/>
                  </a:lnTo>
                  <a:lnTo>
                    <a:pt x="22694" y="132981"/>
                  </a:lnTo>
                  <a:lnTo>
                    <a:pt x="22517" y="129247"/>
                  </a:lnTo>
                  <a:lnTo>
                    <a:pt x="21691" y="126263"/>
                  </a:lnTo>
                  <a:lnTo>
                    <a:pt x="21336" y="126288"/>
                  </a:lnTo>
                  <a:lnTo>
                    <a:pt x="53098" y="89242"/>
                  </a:lnTo>
                  <a:lnTo>
                    <a:pt x="52679" y="91617"/>
                  </a:lnTo>
                  <a:lnTo>
                    <a:pt x="53022" y="99085"/>
                  </a:lnTo>
                  <a:lnTo>
                    <a:pt x="53467" y="100761"/>
                  </a:lnTo>
                  <a:lnTo>
                    <a:pt x="52070" y="100418"/>
                  </a:lnTo>
                  <a:lnTo>
                    <a:pt x="48869" y="100609"/>
                  </a:lnTo>
                  <a:lnTo>
                    <a:pt x="45669" y="100812"/>
                  </a:lnTo>
                  <a:lnTo>
                    <a:pt x="43103" y="101777"/>
                  </a:lnTo>
                  <a:lnTo>
                    <a:pt x="43192" y="103733"/>
                  </a:lnTo>
                  <a:lnTo>
                    <a:pt x="45834" y="104368"/>
                  </a:lnTo>
                  <a:lnTo>
                    <a:pt x="52235" y="103962"/>
                  </a:lnTo>
                  <a:lnTo>
                    <a:pt x="53670" y="103428"/>
                  </a:lnTo>
                  <a:lnTo>
                    <a:pt x="53378" y="105156"/>
                  </a:lnTo>
                  <a:lnTo>
                    <a:pt x="53543" y="108889"/>
                  </a:lnTo>
                  <a:lnTo>
                    <a:pt x="53708" y="112623"/>
                  </a:lnTo>
                  <a:lnTo>
                    <a:pt x="54533" y="115608"/>
                  </a:lnTo>
                  <a:lnTo>
                    <a:pt x="56210" y="115506"/>
                  </a:lnTo>
                  <a:lnTo>
                    <a:pt x="56756" y="112445"/>
                  </a:lnTo>
                  <a:lnTo>
                    <a:pt x="56413" y="104965"/>
                  </a:lnTo>
                  <a:lnTo>
                    <a:pt x="55956" y="103289"/>
                  </a:lnTo>
                  <a:lnTo>
                    <a:pt x="57429" y="103632"/>
                  </a:lnTo>
                  <a:lnTo>
                    <a:pt x="60642" y="103441"/>
                  </a:lnTo>
                  <a:lnTo>
                    <a:pt x="63842" y="103238"/>
                  </a:lnTo>
                  <a:lnTo>
                    <a:pt x="66408" y="102273"/>
                  </a:lnTo>
                  <a:lnTo>
                    <a:pt x="66382" y="101930"/>
                  </a:lnTo>
                  <a:lnTo>
                    <a:pt x="87731" y="126809"/>
                  </a:lnTo>
                  <a:lnTo>
                    <a:pt x="86106" y="126911"/>
                  </a:lnTo>
                  <a:lnTo>
                    <a:pt x="85559" y="129971"/>
                  </a:lnTo>
                  <a:lnTo>
                    <a:pt x="85915" y="137452"/>
                  </a:lnTo>
                  <a:lnTo>
                    <a:pt x="86360" y="139115"/>
                  </a:lnTo>
                  <a:lnTo>
                    <a:pt x="84963" y="138772"/>
                  </a:lnTo>
                  <a:lnTo>
                    <a:pt x="81749" y="138976"/>
                  </a:lnTo>
                  <a:lnTo>
                    <a:pt x="78549" y="139179"/>
                  </a:lnTo>
                  <a:lnTo>
                    <a:pt x="75984" y="140131"/>
                  </a:lnTo>
                  <a:lnTo>
                    <a:pt x="76073" y="142100"/>
                  </a:lnTo>
                  <a:lnTo>
                    <a:pt x="78714" y="142722"/>
                  </a:lnTo>
                  <a:lnTo>
                    <a:pt x="85128" y="142328"/>
                  </a:lnTo>
                  <a:lnTo>
                    <a:pt x="86550" y="141795"/>
                  </a:lnTo>
                  <a:lnTo>
                    <a:pt x="86258" y="143510"/>
                  </a:lnTo>
                  <a:lnTo>
                    <a:pt x="86423" y="147256"/>
                  </a:lnTo>
                  <a:lnTo>
                    <a:pt x="86601" y="150990"/>
                  </a:lnTo>
                  <a:lnTo>
                    <a:pt x="87426" y="153974"/>
                  </a:lnTo>
                  <a:lnTo>
                    <a:pt x="87972" y="153949"/>
                  </a:lnTo>
                  <a:lnTo>
                    <a:pt x="87972" y="127520"/>
                  </a:lnTo>
                  <a:lnTo>
                    <a:pt x="87795" y="126885"/>
                  </a:lnTo>
                  <a:lnTo>
                    <a:pt x="97574" y="138303"/>
                  </a:lnTo>
                  <a:lnTo>
                    <a:pt x="97574" y="127635"/>
                  </a:lnTo>
                  <a:lnTo>
                    <a:pt x="64681" y="89268"/>
                  </a:lnTo>
                  <a:lnTo>
                    <a:pt x="64681" y="99923"/>
                  </a:lnTo>
                  <a:lnTo>
                    <a:pt x="63677" y="99682"/>
                  </a:lnTo>
                  <a:lnTo>
                    <a:pt x="57264" y="100088"/>
                  </a:lnTo>
                  <a:lnTo>
                    <a:pt x="55753" y="100660"/>
                  </a:lnTo>
                  <a:lnTo>
                    <a:pt x="56057" y="98907"/>
                  </a:lnTo>
                  <a:lnTo>
                    <a:pt x="55892" y="95161"/>
                  </a:lnTo>
                  <a:lnTo>
                    <a:pt x="55714" y="91427"/>
                  </a:lnTo>
                  <a:lnTo>
                    <a:pt x="54914" y="88531"/>
                  </a:lnTo>
                  <a:lnTo>
                    <a:pt x="64681" y="99923"/>
                  </a:lnTo>
                  <a:lnTo>
                    <a:pt x="64681" y="89268"/>
                  </a:lnTo>
                  <a:lnTo>
                    <a:pt x="63449" y="87820"/>
                  </a:lnTo>
                  <a:lnTo>
                    <a:pt x="54851" y="77800"/>
                  </a:lnTo>
                  <a:lnTo>
                    <a:pt x="54851" y="88455"/>
                  </a:lnTo>
                  <a:lnTo>
                    <a:pt x="53721" y="88519"/>
                  </a:lnTo>
                  <a:lnTo>
                    <a:pt x="54317" y="87820"/>
                  </a:lnTo>
                  <a:lnTo>
                    <a:pt x="54851" y="88455"/>
                  </a:lnTo>
                  <a:lnTo>
                    <a:pt x="54851" y="77800"/>
                  </a:lnTo>
                  <a:lnTo>
                    <a:pt x="54317" y="77165"/>
                  </a:lnTo>
                  <a:lnTo>
                    <a:pt x="20269" y="116878"/>
                  </a:lnTo>
                  <a:lnTo>
                    <a:pt x="20269" y="138582"/>
                  </a:lnTo>
                  <a:lnTo>
                    <a:pt x="18872" y="138239"/>
                  </a:lnTo>
                  <a:lnTo>
                    <a:pt x="15671" y="138430"/>
                  </a:lnTo>
                  <a:lnTo>
                    <a:pt x="12458" y="138633"/>
                  </a:lnTo>
                  <a:lnTo>
                    <a:pt x="9982" y="139573"/>
                  </a:lnTo>
                  <a:lnTo>
                    <a:pt x="9982" y="141503"/>
                  </a:lnTo>
                  <a:lnTo>
                    <a:pt x="9144" y="140512"/>
                  </a:lnTo>
                  <a:lnTo>
                    <a:pt x="9893" y="139636"/>
                  </a:lnTo>
                  <a:lnTo>
                    <a:pt x="9982" y="141503"/>
                  </a:lnTo>
                  <a:lnTo>
                    <a:pt x="9982" y="139573"/>
                  </a:lnTo>
                  <a:lnTo>
                    <a:pt x="19685" y="128206"/>
                  </a:lnTo>
                  <a:lnTo>
                    <a:pt x="19481" y="129438"/>
                  </a:lnTo>
                  <a:lnTo>
                    <a:pt x="19824" y="136918"/>
                  </a:lnTo>
                  <a:lnTo>
                    <a:pt x="20269" y="138582"/>
                  </a:lnTo>
                  <a:lnTo>
                    <a:pt x="20269" y="116878"/>
                  </a:lnTo>
                  <a:lnTo>
                    <a:pt x="0" y="140512"/>
                  </a:lnTo>
                  <a:lnTo>
                    <a:pt x="54317" y="203860"/>
                  </a:lnTo>
                  <a:lnTo>
                    <a:pt x="63449" y="193192"/>
                  </a:lnTo>
                  <a:lnTo>
                    <a:pt x="108623" y="140512"/>
                  </a:lnTo>
                  <a:close/>
                </a:path>
                <a:path w="361315" h="204470">
                  <a:moveTo>
                    <a:pt x="165265" y="178104"/>
                  </a:moveTo>
                  <a:lnTo>
                    <a:pt x="165163" y="176136"/>
                  </a:lnTo>
                  <a:lnTo>
                    <a:pt x="162534" y="175514"/>
                  </a:lnTo>
                  <a:lnTo>
                    <a:pt x="156121" y="175907"/>
                  </a:lnTo>
                  <a:lnTo>
                    <a:pt x="153568" y="176872"/>
                  </a:lnTo>
                  <a:lnTo>
                    <a:pt x="153606" y="177850"/>
                  </a:lnTo>
                  <a:lnTo>
                    <a:pt x="152768" y="177901"/>
                  </a:lnTo>
                  <a:lnTo>
                    <a:pt x="152234" y="180975"/>
                  </a:lnTo>
                  <a:lnTo>
                    <a:pt x="152400" y="184721"/>
                  </a:lnTo>
                  <a:lnTo>
                    <a:pt x="152565" y="188455"/>
                  </a:lnTo>
                  <a:lnTo>
                    <a:pt x="153390" y="191439"/>
                  </a:lnTo>
                  <a:lnTo>
                    <a:pt x="155067" y="191338"/>
                  </a:lnTo>
                  <a:lnTo>
                    <a:pt x="155613" y="188264"/>
                  </a:lnTo>
                  <a:lnTo>
                    <a:pt x="155270" y="180784"/>
                  </a:lnTo>
                  <a:lnTo>
                    <a:pt x="154813" y="179108"/>
                  </a:lnTo>
                  <a:lnTo>
                    <a:pt x="156286" y="179463"/>
                  </a:lnTo>
                  <a:lnTo>
                    <a:pt x="159499" y="179260"/>
                  </a:lnTo>
                  <a:lnTo>
                    <a:pt x="162699" y="179057"/>
                  </a:lnTo>
                  <a:lnTo>
                    <a:pt x="165265" y="178104"/>
                  </a:lnTo>
                  <a:close/>
                </a:path>
                <a:path w="361315" h="204470">
                  <a:moveTo>
                    <a:pt x="165887" y="102273"/>
                  </a:moveTo>
                  <a:lnTo>
                    <a:pt x="165785" y="100317"/>
                  </a:lnTo>
                  <a:lnTo>
                    <a:pt x="163156" y="99682"/>
                  </a:lnTo>
                  <a:lnTo>
                    <a:pt x="156743" y="100088"/>
                  </a:lnTo>
                  <a:lnTo>
                    <a:pt x="155232" y="100660"/>
                  </a:lnTo>
                  <a:lnTo>
                    <a:pt x="155536" y="98907"/>
                  </a:lnTo>
                  <a:lnTo>
                    <a:pt x="155371" y="95161"/>
                  </a:lnTo>
                  <a:lnTo>
                    <a:pt x="155206" y="91427"/>
                  </a:lnTo>
                  <a:lnTo>
                    <a:pt x="154381" y="88442"/>
                  </a:lnTo>
                  <a:lnTo>
                    <a:pt x="152704" y="88544"/>
                  </a:lnTo>
                  <a:lnTo>
                    <a:pt x="152158" y="91617"/>
                  </a:lnTo>
                  <a:lnTo>
                    <a:pt x="152501" y="99085"/>
                  </a:lnTo>
                  <a:lnTo>
                    <a:pt x="152946" y="100761"/>
                  </a:lnTo>
                  <a:lnTo>
                    <a:pt x="151549" y="100418"/>
                  </a:lnTo>
                  <a:lnTo>
                    <a:pt x="148348" y="100609"/>
                  </a:lnTo>
                  <a:lnTo>
                    <a:pt x="145148" y="100812"/>
                  </a:lnTo>
                  <a:lnTo>
                    <a:pt x="142582" y="101777"/>
                  </a:lnTo>
                  <a:lnTo>
                    <a:pt x="142671" y="103733"/>
                  </a:lnTo>
                  <a:lnTo>
                    <a:pt x="145313" y="104368"/>
                  </a:lnTo>
                  <a:lnTo>
                    <a:pt x="151714" y="103962"/>
                  </a:lnTo>
                  <a:lnTo>
                    <a:pt x="153149" y="103428"/>
                  </a:lnTo>
                  <a:lnTo>
                    <a:pt x="152857" y="105156"/>
                  </a:lnTo>
                  <a:lnTo>
                    <a:pt x="153022" y="108889"/>
                  </a:lnTo>
                  <a:lnTo>
                    <a:pt x="153187" y="112623"/>
                  </a:lnTo>
                  <a:lnTo>
                    <a:pt x="154012" y="115608"/>
                  </a:lnTo>
                  <a:lnTo>
                    <a:pt x="155689" y="115506"/>
                  </a:lnTo>
                  <a:lnTo>
                    <a:pt x="156235" y="112445"/>
                  </a:lnTo>
                  <a:lnTo>
                    <a:pt x="155892" y="104965"/>
                  </a:lnTo>
                  <a:lnTo>
                    <a:pt x="155435" y="103289"/>
                  </a:lnTo>
                  <a:lnTo>
                    <a:pt x="156908" y="103632"/>
                  </a:lnTo>
                  <a:lnTo>
                    <a:pt x="160121" y="103441"/>
                  </a:lnTo>
                  <a:lnTo>
                    <a:pt x="163322" y="103238"/>
                  </a:lnTo>
                  <a:lnTo>
                    <a:pt x="165887" y="102273"/>
                  </a:lnTo>
                  <a:close/>
                </a:path>
                <a:path w="361315" h="204470">
                  <a:moveTo>
                    <a:pt x="198767" y="140639"/>
                  </a:moveTo>
                  <a:lnTo>
                    <a:pt x="198678" y="138671"/>
                  </a:lnTo>
                  <a:lnTo>
                    <a:pt x="196037" y="138049"/>
                  </a:lnTo>
                  <a:lnTo>
                    <a:pt x="189636" y="138442"/>
                  </a:lnTo>
                  <a:lnTo>
                    <a:pt x="188112" y="139026"/>
                  </a:lnTo>
                  <a:lnTo>
                    <a:pt x="188417" y="137261"/>
                  </a:lnTo>
                  <a:lnTo>
                    <a:pt x="188252" y="133527"/>
                  </a:lnTo>
                  <a:lnTo>
                    <a:pt x="188087" y="129781"/>
                  </a:lnTo>
                  <a:lnTo>
                    <a:pt x="187261" y="126796"/>
                  </a:lnTo>
                  <a:lnTo>
                    <a:pt x="185585" y="126911"/>
                  </a:lnTo>
                  <a:lnTo>
                    <a:pt x="185039" y="129971"/>
                  </a:lnTo>
                  <a:lnTo>
                    <a:pt x="185381" y="137452"/>
                  </a:lnTo>
                  <a:lnTo>
                    <a:pt x="185826" y="139115"/>
                  </a:lnTo>
                  <a:lnTo>
                    <a:pt x="184442" y="138772"/>
                  </a:lnTo>
                  <a:lnTo>
                    <a:pt x="181229" y="138976"/>
                  </a:lnTo>
                  <a:lnTo>
                    <a:pt x="178028" y="139179"/>
                  </a:lnTo>
                  <a:lnTo>
                    <a:pt x="175463" y="140131"/>
                  </a:lnTo>
                  <a:lnTo>
                    <a:pt x="175552" y="142100"/>
                  </a:lnTo>
                  <a:lnTo>
                    <a:pt x="178193" y="142722"/>
                  </a:lnTo>
                  <a:lnTo>
                    <a:pt x="184607" y="142328"/>
                  </a:lnTo>
                  <a:lnTo>
                    <a:pt x="186029" y="141795"/>
                  </a:lnTo>
                  <a:lnTo>
                    <a:pt x="185737" y="143510"/>
                  </a:lnTo>
                  <a:lnTo>
                    <a:pt x="185902" y="147256"/>
                  </a:lnTo>
                  <a:lnTo>
                    <a:pt x="186080" y="150990"/>
                  </a:lnTo>
                  <a:lnTo>
                    <a:pt x="186905" y="153974"/>
                  </a:lnTo>
                  <a:lnTo>
                    <a:pt x="188582" y="153873"/>
                  </a:lnTo>
                  <a:lnTo>
                    <a:pt x="189128" y="150799"/>
                  </a:lnTo>
                  <a:lnTo>
                    <a:pt x="188772" y="143319"/>
                  </a:lnTo>
                  <a:lnTo>
                    <a:pt x="188315" y="141643"/>
                  </a:lnTo>
                  <a:lnTo>
                    <a:pt x="189801" y="141998"/>
                  </a:lnTo>
                  <a:lnTo>
                    <a:pt x="193001" y="141795"/>
                  </a:lnTo>
                  <a:lnTo>
                    <a:pt x="196202" y="141592"/>
                  </a:lnTo>
                  <a:lnTo>
                    <a:pt x="198767" y="140639"/>
                  </a:lnTo>
                  <a:close/>
                </a:path>
                <a:path w="361315" h="204470">
                  <a:moveTo>
                    <a:pt x="310451" y="140512"/>
                  </a:moveTo>
                  <a:lnTo>
                    <a:pt x="301320" y="129870"/>
                  </a:lnTo>
                  <a:lnTo>
                    <a:pt x="301320" y="140512"/>
                  </a:lnTo>
                  <a:lnTo>
                    <a:pt x="291198" y="152311"/>
                  </a:lnTo>
                  <a:lnTo>
                    <a:pt x="291477" y="150799"/>
                  </a:lnTo>
                  <a:lnTo>
                    <a:pt x="291134" y="143319"/>
                  </a:lnTo>
                  <a:lnTo>
                    <a:pt x="290664" y="141643"/>
                  </a:lnTo>
                  <a:lnTo>
                    <a:pt x="292150" y="141998"/>
                  </a:lnTo>
                  <a:lnTo>
                    <a:pt x="295351" y="141795"/>
                  </a:lnTo>
                  <a:lnTo>
                    <a:pt x="298564" y="141592"/>
                  </a:lnTo>
                  <a:lnTo>
                    <a:pt x="301129" y="140639"/>
                  </a:lnTo>
                  <a:lnTo>
                    <a:pt x="301104" y="140271"/>
                  </a:lnTo>
                  <a:lnTo>
                    <a:pt x="301320" y="140512"/>
                  </a:lnTo>
                  <a:lnTo>
                    <a:pt x="301320" y="129870"/>
                  </a:lnTo>
                  <a:lnTo>
                    <a:pt x="299402" y="127635"/>
                  </a:lnTo>
                  <a:lnTo>
                    <a:pt x="299402" y="138303"/>
                  </a:lnTo>
                  <a:lnTo>
                    <a:pt x="298386" y="138049"/>
                  </a:lnTo>
                  <a:lnTo>
                    <a:pt x="291985" y="138442"/>
                  </a:lnTo>
                  <a:lnTo>
                    <a:pt x="290474" y="139014"/>
                  </a:lnTo>
                  <a:lnTo>
                    <a:pt x="290779" y="137261"/>
                  </a:lnTo>
                  <a:lnTo>
                    <a:pt x="290614" y="133527"/>
                  </a:lnTo>
                  <a:lnTo>
                    <a:pt x="290436" y="129781"/>
                  </a:lnTo>
                  <a:lnTo>
                    <a:pt x="289801" y="127520"/>
                  </a:lnTo>
                  <a:lnTo>
                    <a:pt x="289801" y="153949"/>
                  </a:lnTo>
                  <a:lnTo>
                    <a:pt x="256146" y="193192"/>
                  </a:lnTo>
                  <a:lnTo>
                    <a:pt x="244462" y="179590"/>
                  </a:lnTo>
                  <a:lnTo>
                    <a:pt x="247040" y="180187"/>
                  </a:lnTo>
                  <a:lnTo>
                    <a:pt x="253453" y="179793"/>
                  </a:lnTo>
                  <a:lnTo>
                    <a:pt x="254876" y="179260"/>
                  </a:lnTo>
                  <a:lnTo>
                    <a:pt x="254584" y="180975"/>
                  </a:lnTo>
                  <a:lnTo>
                    <a:pt x="254749" y="184721"/>
                  </a:lnTo>
                  <a:lnTo>
                    <a:pt x="254927" y="188455"/>
                  </a:lnTo>
                  <a:lnTo>
                    <a:pt x="255752" y="191439"/>
                  </a:lnTo>
                  <a:lnTo>
                    <a:pt x="257429" y="191338"/>
                  </a:lnTo>
                  <a:lnTo>
                    <a:pt x="257975" y="188264"/>
                  </a:lnTo>
                  <a:lnTo>
                    <a:pt x="257619" y="180784"/>
                  </a:lnTo>
                  <a:lnTo>
                    <a:pt x="257162" y="179108"/>
                  </a:lnTo>
                  <a:lnTo>
                    <a:pt x="258648" y="179463"/>
                  </a:lnTo>
                  <a:lnTo>
                    <a:pt x="261848" y="179260"/>
                  </a:lnTo>
                  <a:lnTo>
                    <a:pt x="265049" y="179057"/>
                  </a:lnTo>
                  <a:lnTo>
                    <a:pt x="267614" y="178104"/>
                  </a:lnTo>
                  <a:lnTo>
                    <a:pt x="267525" y="176136"/>
                  </a:lnTo>
                  <a:lnTo>
                    <a:pt x="264883" y="175514"/>
                  </a:lnTo>
                  <a:lnTo>
                    <a:pt x="258470" y="175907"/>
                  </a:lnTo>
                  <a:lnTo>
                    <a:pt x="256959" y="176479"/>
                  </a:lnTo>
                  <a:lnTo>
                    <a:pt x="257276" y="174726"/>
                  </a:lnTo>
                  <a:lnTo>
                    <a:pt x="257098" y="170992"/>
                  </a:lnTo>
                  <a:lnTo>
                    <a:pt x="256933" y="167259"/>
                  </a:lnTo>
                  <a:lnTo>
                    <a:pt x="256108" y="164274"/>
                  </a:lnTo>
                  <a:lnTo>
                    <a:pt x="254431" y="164376"/>
                  </a:lnTo>
                  <a:lnTo>
                    <a:pt x="253885" y="167436"/>
                  </a:lnTo>
                  <a:lnTo>
                    <a:pt x="254228" y="174917"/>
                  </a:lnTo>
                  <a:lnTo>
                    <a:pt x="254673" y="176580"/>
                  </a:lnTo>
                  <a:lnTo>
                    <a:pt x="253276" y="176237"/>
                  </a:lnTo>
                  <a:lnTo>
                    <a:pt x="250075" y="176441"/>
                  </a:lnTo>
                  <a:lnTo>
                    <a:pt x="246875" y="176644"/>
                  </a:lnTo>
                  <a:lnTo>
                    <a:pt x="244309" y="177609"/>
                  </a:lnTo>
                  <a:lnTo>
                    <a:pt x="244386" y="179501"/>
                  </a:lnTo>
                  <a:lnTo>
                    <a:pt x="211874" y="141579"/>
                  </a:lnTo>
                  <a:lnTo>
                    <a:pt x="214464" y="142189"/>
                  </a:lnTo>
                  <a:lnTo>
                    <a:pt x="220865" y="141782"/>
                  </a:lnTo>
                  <a:lnTo>
                    <a:pt x="222300" y="141249"/>
                  </a:lnTo>
                  <a:lnTo>
                    <a:pt x="222008" y="142976"/>
                  </a:lnTo>
                  <a:lnTo>
                    <a:pt x="222173" y="146710"/>
                  </a:lnTo>
                  <a:lnTo>
                    <a:pt x="222338" y="150444"/>
                  </a:lnTo>
                  <a:lnTo>
                    <a:pt x="223164" y="153428"/>
                  </a:lnTo>
                  <a:lnTo>
                    <a:pt x="224840" y="153327"/>
                  </a:lnTo>
                  <a:lnTo>
                    <a:pt x="225386" y="150253"/>
                  </a:lnTo>
                  <a:lnTo>
                    <a:pt x="225044" y="142786"/>
                  </a:lnTo>
                  <a:lnTo>
                    <a:pt x="224586" y="141109"/>
                  </a:lnTo>
                  <a:lnTo>
                    <a:pt x="226060" y="141452"/>
                  </a:lnTo>
                  <a:lnTo>
                    <a:pt x="229273" y="141262"/>
                  </a:lnTo>
                  <a:lnTo>
                    <a:pt x="232473" y="141058"/>
                  </a:lnTo>
                  <a:lnTo>
                    <a:pt x="235038" y="140093"/>
                  </a:lnTo>
                  <a:lnTo>
                    <a:pt x="234937" y="138137"/>
                  </a:lnTo>
                  <a:lnTo>
                    <a:pt x="232308" y="137502"/>
                  </a:lnTo>
                  <a:lnTo>
                    <a:pt x="225894" y="137909"/>
                  </a:lnTo>
                  <a:lnTo>
                    <a:pt x="224383" y="138480"/>
                  </a:lnTo>
                  <a:lnTo>
                    <a:pt x="224688" y="136728"/>
                  </a:lnTo>
                  <a:lnTo>
                    <a:pt x="224523" y="132981"/>
                  </a:lnTo>
                  <a:lnTo>
                    <a:pt x="224358" y="129247"/>
                  </a:lnTo>
                  <a:lnTo>
                    <a:pt x="223532" y="126263"/>
                  </a:lnTo>
                  <a:lnTo>
                    <a:pt x="223164" y="126288"/>
                  </a:lnTo>
                  <a:lnTo>
                    <a:pt x="254927" y="89242"/>
                  </a:lnTo>
                  <a:lnTo>
                    <a:pt x="254508" y="91617"/>
                  </a:lnTo>
                  <a:lnTo>
                    <a:pt x="254850" y="99085"/>
                  </a:lnTo>
                  <a:lnTo>
                    <a:pt x="255308" y="100761"/>
                  </a:lnTo>
                  <a:lnTo>
                    <a:pt x="253898" y="100418"/>
                  </a:lnTo>
                  <a:lnTo>
                    <a:pt x="250698" y="100609"/>
                  </a:lnTo>
                  <a:lnTo>
                    <a:pt x="247497" y="100812"/>
                  </a:lnTo>
                  <a:lnTo>
                    <a:pt x="244932" y="101777"/>
                  </a:lnTo>
                  <a:lnTo>
                    <a:pt x="245021" y="103733"/>
                  </a:lnTo>
                  <a:lnTo>
                    <a:pt x="247662" y="104368"/>
                  </a:lnTo>
                  <a:lnTo>
                    <a:pt x="254076" y="103962"/>
                  </a:lnTo>
                  <a:lnTo>
                    <a:pt x="255498" y="103428"/>
                  </a:lnTo>
                  <a:lnTo>
                    <a:pt x="255206" y="105156"/>
                  </a:lnTo>
                  <a:lnTo>
                    <a:pt x="255371" y="108889"/>
                  </a:lnTo>
                  <a:lnTo>
                    <a:pt x="255549" y="112623"/>
                  </a:lnTo>
                  <a:lnTo>
                    <a:pt x="256374" y="115608"/>
                  </a:lnTo>
                  <a:lnTo>
                    <a:pt x="258051" y="115506"/>
                  </a:lnTo>
                  <a:lnTo>
                    <a:pt x="258584" y="112445"/>
                  </a:lnTo>
                  <a:lnTo>
                    <a:pt x="258241" y="104965"/>
                  </a:lnTo>
                  <a:lnTo>
                    <a:pt x="257784" y="103289"/>
                  </a:lnTo>
                  <a:lnTo>
                    <a:pt x="259270" y="103632"/>
                  </a:lnTo>
                  <a:lnTo>
                    <a:pt x="262470" y="103441"/>
                  </a:lnTo>
                  <a:lnTo>
                    <a:pt x="265671" y="103238"/>
                  </a:lnTo>
                  <a:lnTo>
                    <a:pt x="268236" y="102273"/>
                  </a:lnTo>
                  <a:lnTo>
                    <a:pt x="268211" y="101930"/>
                  </a:lnTo>
                  <a:lnTo>
                    <a:pt x="289560" y="126809"/>
                  </a:lnTo>
                  <a:lnTo>
                    <a:pt x="287934" y="126911"/>
                  </a:lnTo>
                  <a:lnTo>
                    <a:pt x="287401" y="129971"/>
                  </a:lnTo>
                  <a:lnTo>
                    <a:pt x="287743" y="137452"/>
                  </a:lnTo>
                  <a:lnTo>
                    <a:pt x="288188" y="139115"/>
                  </a:lnTo>
                  <a:lnTo>
                    <a:pt x="286791" y="138772"/>
                  </a:lnTo>
                  <a:lnTo>
                    <a:pt x="283591" y="138976"/>
                  </a:lnTo>
                  <a:lnTo>
                    <a:pt x="280377" y="139179"/>
                  </a:lnTo>
                  <a:lnTo>
                    <a:pt x="277812" y="140131"/>
                  </a:lnTo>
                  <a:lnTo>
                    <a:pt x="277914" y="142100"/>
                  </a:lnTo>
                  <a:lnTo>
                    <a:pt x="280555" y="142722"/>
                  </a:lnTo>
                  <a:lnTo>
                    <a:pt x="286956" y="142328"/>
                  </a:lnTo>
                  <a:lnTo>
                    <a:pt x="288391" y="141795"/>
                  </a:lnTo>
                  <a:lnTo>
                    <a:pt x="288099" y="143510"/>
                  </a:lnTo>
                  <a:lnTo>
                    <a:pt x="288264" y="147256"/>
                  </a:lnTo>
                  <a:lnTo>
                    <a:pt x="288429" y="150990"/>
                  </a:lnTo>
                  <a:lnTo>
                    <a:pt x="289255" y="153974"/>
                  </a:lnTo>
                  <a:lnTo>
                    <a:pt x="289801" y="153949"/>
                  </a:lnTo>
                  <a:lnTo>
                    <a:pt x="289801" y="127520"/>
                  </a:lnTo>
                  <a:lnTo>
                    <a:pt x="289623" y="126885"/>
                  </a:lnTo>
                  <a:lnTo>
                    <a:pt x="299402" y="138303"/>
                  </a:lnTo>
                  <a:lnTo>
                    <a:pt x="299402" y="127635"/>
                  </a:lnTo>
                  <a:lnTo>
                    <a:pt x="266509" y="89268"/>
                  </a:lnTo>
                  <a:lnTo>
                    <a:pt x="266509" y="99923"/>
                  </a:lnTo>
                  <a:lnTo>
                    <a:pt x="265506" y="99682"/>
                  </a:lnTo>
                  <a:lnTo>
                    <a:pt x="259092" y="100088"/>
                  </a:lnTo>
                  <a:lnTo>
                    <a:pt x="257581" y="100660"/>
                  </a:lnTo>
                  <a:lnTo>
                    <a:pt x="257886" y="98907"/>
                  </a:lnTo>
                  <a:lnTo>
                    <a:pt x="257721" y="95161"/>
                  </a:lnTo>
                  <a:lnTo>
                    <a:pt x="257556" y="91427"/>
                  </a:lnTo>
                  <a:lnTo>
                    <a:pt x="256743" y="88531"/>
                  </a:lnTo>
                  <a:lnTo>
                    <a:pt x="266509" y="99923"/>
                  </a:lnTo>
                  <a:lnTo>
                    <a:pt x="266509" y="89268"/>
                  </a:lnTo>
                  <a:lnTo>
                    <a:pt x="265277" y="87820"/>
                  </a:lnTo>
                  <a:lnTo>
                    <a:pt x="256679" y="77800"/>
                  </a:lnTo>
                  <a:lnTo>
                    <a:pt x="256679" y="88455"/>
                  </a:lnTo>
                  <a:lnTo>
                    <a:pt x="255549" y="88519"/>
                  </a:lnTo>
                  <a:lnTo>
                    <a:pt x="256146" y="87820"/>
                  </a:lnTo>
                  <a:lnTo>
                    <a:pt x="256679" y="88455"/>
                  </a:lnTo>
                  <a:lnTo>
                    <a:pt x="256679" y="77800"/>
                  </a:lnTo>
                  <a:lnTo>
                    <a:pt x="256146" y="77165"/>
                  </a:lnTo>
                  <a:lnTo>
                    <a:pt x="222097" y="116878"/>
                  </a:lnTo>
                  <a:lnTo>
                    <a:pt x="222097" y="138582"/>
                  </a:lnTo>
                  <a:lnTo>
                    <a:pt x="220700" y="138239"/>
                  </a:lnTo>
                  <a:lnTo>
                    <a:pt x="217500" y="138430"/>
                  </a:lnTo>
                  <a:lnTo>
                    <a:pt x="214287" y="138633"/>
                  </a:lnTo>
                  <a:lnTo>
                    <a:pt x="211810" y="139573"/>
                  </a:lnTo>
                  <a:lnTo>
                    <a:pt x="211810" y="141503"/>
                  </a:lnTo>
                  <a:lnTo>
                    <a:pt x="210972" y="140512"/>
                  </a:lnTo>
                  <a:lnTo>
                    <a:pt x="211721" y="139649"/>
                  </a:lnTo>
                  <a:lnTo>
                    <a:pt x="211810" y="141503"/>
                  </a:lnTo>
                  <a:lnTo>
                    <a:pt x="211810" y="139573"/>
                  </a:lnTo>
                  <a:lnTo>
                    <a:pt x="221526" y="128206"/>
                  </a:lnTo>
                  <a:lnTo>
                    <a:pt x="221310" y="129438"/>
                  </a:lnTo>
                  <a:lnTo>
                    <a:pt x="221653" y="136918"/>
                  </a:lnTo>
                  <a:lnTo>
                    <a:pt x="222097" y="138582"/>
                  </a:lnTo>
                  <a:lnTo>
                    <a:pt x="222097" y="116878"/>
                  </a:lnTo>
                  <a:lnTo>
                    <a:pt x="201828" y="140512"/>
                  </a:lnTo>
                  <a:lnTo>
                    <a:pt x="256146" y="203860"/>
                  </a:lnTo>
                  <a:lnTo>
                    <a:pt x="265277" y="193192"/>
                  </a:lnTo>
                  <a:lnTo>
                    <a:pt x="310451" y="140512"/>
                  </a:lnTo>
                  <a:close/>
                </a:path>
                <a:path w="361315" h="204470">
                  <a:moveTo>
                    <a:pt x="360984" y="63347"/>
                  </a:moveTo>
                  <a:lnTo>
                    <a:pt x="351853" y="52705"/>
                  </a:lnTo>
                  <a:lnTo>
                    <a:pt x="351853" y="63347"/>
                  </a:lnTo>
                  <a:lnTo>
                    <a:pt x="306692" y="116039"/>
                  </a:lnTo>
                  <a:lnTo>
                    <a:pt x="295008" y="102425"/>
                  </a:lnTo>
                  <a:lnTo>
                    <a:pt x="297586" y="103035"/>
                  </a:lnTo>
                  <a:lnTo>
                    <a:pt x="303987" y="102628"/>
                  </a:lnTo>
                  <a:lnTo>
                    <a:pt x="305422" y="102095"/>
                  </a:lnTo>
                  <a:lnTo>
                    <a:pt x="305130" y="103822"/>
                  </a:lnTo>
                  <a:lnTo>
                    <a:pt x="305295" y="107556"/>
                  </a:lnTo>
                  <a:lnTo>
                    <a:pt x="305460" y="111290"/>
                  </a:lnTo>
                  <a:lnTo>
                    <a:pt x="306285" y="114274"/>
                  </a:lnTo>
                  <a:lnTo>
                    <a:pt x="307962" y="114173"/>
                  </a:lnTo>
                  <a:lnTo>
                    <a:pt x="308508" y="111099"/>
                  </a:lnTo>
                  <a:lnTo>
                    <a:pt x="308165" y="103632"/>
                  </a:lnTo>
                  <a:lnTo>
                    <a:pt x="307708" y="101955"/>
                  </a:lnTo>
                  <a:lnTo>
                    <a:pt x="309181" y="102298"/>
                  </a:lnTo>
                  <a:lnTo>
                    <a:pt x="312394" y="102095"/>
                  </a:lnTo>
                  <a:lnTo>
                    <a:pt x="315595" y="101904"/>
                  </a:lnTo>
                  <a:lnTo>
                    <a:pt x="318160" y="100939"/>
                  </a:lnTo>
                  <a:lnTo>
                    <a:pt x="318071" y="98983"/>
                  </a:lnTo>
                  <a:lnTo>
                    <a:pt x="315429" y="98348"/>
                  </a:lnTo>
                  <a:lnTo>
                    <a:pt x="309016" y="98755"/>
                  </a:lnTo>
                  <a:lnTo>
                    <a:pt x="307505" y="99326"/>
                  </a:lnTo>
                  <a:lnTo>
                    <a:pt x="307809" y="97574"/>
                  </a:lnTo>
                  <a:lnTo>
                    <a:pt x="307644" y="93827"/>
                  </a:lnTo>
                  <a:lnTo>
                    <a:pt x="307479" y="90093"/>
                  </a:lnTo>
                  <a:lnTo>
                    <a:pt x="306654" y="87109"/>
                  </a:lnTo>
                  <a:lnTo>
                    <a:pt x="304977" y="87210"/>
                  </a:lnTo>
                  <a:lnTo>
                    <a:pt x="304431" y="90284"/>
                  </a:lnTo>
                  <a:lnTo>
                    <a:pt x="304774" y="97751"/>
                  </a:lnTo>
                  <a:lnTo>
                    <a:pt x="305219" y="99428"/>
                  </a:lnTo>
                  <a:lnTo>
                    <a:pt x="303822" y="99085"/>
                  </a:lnTo>
                  <a:lnTo>
                    <a:pt x="300621" y="99275"/>
                  </a:lnTo>
                  <a:lnTo>
                    <a:pt x="297421" y="99479"/>
                  </a:lnTo>
                  <a:lnTo>
                    <a:pt x="294855" y="100444"/>
                  </a:lnTo>
                  <a:lnTo>
                    <a:pt x="294932" y="102349"/>
                  </a:lnTo>
                  <a:lnTo>
                    <a:pt x="262432" y="64427"/>
                  </a:lnTo>
                  <a:lnTo>
                    <a:pt x="264998" y="65024"/>
                  </a:lnTo>
                  <a:lnTo>
                    <a:pt x="271411" y="64630"/>
                  </a:lnTo>
                  <a:lnTo>
                    <a:pt x="272846" y="64096"/>
                  </a:lnTo>
                  <a:lnTo>
                    <a:pt x="272554" y="65811"/>
                  </a:lnTo>
                  <a:lnTo>
                    <a:pt x="272719" y="69545"/>
                  </a:lnTo>
                  <a:lnTo>
                    <a:pt x="272884" y="73291"/>
                  </a:lnTo>
                  <a:lnTo>
                    <a:pt x="273710" y="76276"/>
                  </a:lnTo>
                  <a:lnTo>
                    <a:pt x="275386" y="76161"/>
                  </a:lnTo>
                  <a:lnTo>
                    <a:pt x="275932" y="73101"/>
                  </a:lnTo>
                  <a:lnTo>
                    <a:pt x="275590" y="65620"/>
                  </a:lnTo>
                  <a:lnTo>
                    <a:pt x="275120" y="63957"/>
                  </a:lnTo>
                  <a:lnTo>
                    <a:pt x="276606" y="64300"/>
                  </a:lnTo>
                  <a:lnTo>
                    <a:pt x="279806" y="64096"/>
                  </a:lnTo>
                  <a:lnTo>
                    <a:pt x="283019" y="63893"/>
                  </a:lnTo>
                  <a:lnTo>
                    <a:pt x="285584" y="62928"/>
                  </a:lnTo>
                  <a:lnTo>
                    <a:pt x="285483" y="60972"/>
                  </a:lnTo>
                  <a:lnTo>
                    <a:pt x="282841" y="60350"/>
                  </a:lnTo>
                  <a:lnTo>
                    <a:pt x="276440" y="60744"/>
                  </a:lnTo>
                  <a:lnTo>
                    <a:pt x="274929" y="61315"/>
                  </a:lnTo>
                  <a:lnTo>
                    <a:pt x="275234" y="59563"/>
                  </a:lnTo>
                  <a:lnTo>
                    <a:pt x="275069" y="55829"/>
                  </a:lnTo>
                  <a:lnTo>
                    <a:pt x="274891" y="52082"/>
                  </a:lnTo>
                  <a:lnTo>
                    <a:pt x="274066" y="49098"/>
                  </a:lnTo>
                  <a:lnTo>
                    <a:pt x="273710" y="49123"/>
                  </a:lnTo>
                  <a:lnTo>
                    <a:pt x="306692" y="10655"/>
                  </a:lnTo>
                  <a:lnTo>
                    <a:pt x="340106" y="49657"/>
                  </a:lnTo>
                  <a:lnTo>
                    <a:pt x="338480" y="49745"/>
                  </a:lnTo>
                  <a:lnTo>
                    <a:pt x="337934" y="52819"/>
                  </a:lnTo>
                  <a:lnTo>
                    <a:pt x="338289" y="60286"/>
                  </a:lnTo>
                  <a:lnTo>
                    <a:pt x="339102" y="63284"/>
                  </a:lnTo>
                  <a:lnTo>
                    <a:pt x="340791" y="63182"/>
                  </a:lnTo>
                  <a:lnTo>
                    <a:pt x="341325" y="60096"/>
                  </a:lnTo>
                  <a:lnTo>
                    <a:pt x="341160" y="56362"/>
                  </a:lnTo>
                  <a:lnTo>
                    <a:pt x="340969" y="52628"/>
                  </a:lnTo>
                  <a:lnTo>
                    <a:pt x="340169" y="49733"/>
                  </a:lnTo>
                  <a:lnTo>
                    <a:pt x="351853" y="63347"/>
                  </a:lnTo>
                  <a:lnTo>
                    <a:pt x="351853" y="52705"/>
                  </a:lnTo>
                  <a:lnTo>
                    <a:pt x="315823" y="10655"/>
                  </a:lnTo>
                  <a:lnTo>
                    <a:pt x="306692" y="0"/>
                  </a:lnTo>
                  <a:lnTo>
                    <a:pt x="272643" y="39712"/>
                  </a:lnTo>
                  <a:lnTo>
                    <a:pt x="272643" y="61417"/>
                  </a:lnTo>
                  <a:lnTo>
                    <a:pt x="271246" y="61074"/>
                  </a:lnTo>
                  <a:lnTo>
                    <a:pt x="268046" y="61277"/>
                  </a:lnTo>
                  <a:lnTo>
                    <a:pt x="264833" y="61468"/>
                  </a:lnTo>
                  <a:lnTo>
                    <a:pt x="262356" y="62407"/>
                  </a:lnTo>
                  <a:lnTo>
                    <a:pt x="262356" y="64338"/>
                  </a:lnTo>
                  <a:lnTo>
                    <a:pt x="261518" y="63347"/>
                  </a:lnTo>
                  <a:lnTo>
                    <a:pt x="262267" y="62471"/>
                  </a:lnTo>
                  <a:lnTo>
                    <a:pt x="262356" y="64338"/>
                  </a:lnTo>
                  <a:lnTo>
                    <a:pt x="262356" y="62407"/>
                  </a:lnTo>
                  <a:lnTo>
                    <a:pt x="272059" y="51041"/>
                  </a:lnTo>
                  <a:lnTo>
                    <a:pt x="271856" y="52273"/>
                  </a:lnTo>
                  <a:lnTo>
                    <a:pt x="272199" y="59753"/>
                  </a:lnTo>
                  <a:lnTo>
                    <a:pt x="272643" y="61417"/>
                  </a:lnTo>
                  <a:lnTo>
                    <a:pt x="272643" y="39712"/>
                  </a:lnTo>
                  <a:lnTo>
                    <a:pt x="256159" y="58928"/>
                  </a:lnTo>
                  <a:lnTo>
                    <a:pt x="250825" y="52705"/>
                  </a:lnTo>
                  <a:lnTo>
                    <a:pt x="250825" y="63347"/>
                  </a:lnTo>
                  <a:lnTo>
                    <a:pt x="240703" y="75145"/>
                  </a:lnTo>
                  <a:lnTo>
                    <a:pt x="240982" y="73634"/>
                  </a:lnTo>
                  <a:lnTo>
                    <a:pt x="240639" y="66167"/>
                  </a:lnTo>
                  <a:lnTo>
                    <a:pt x="240169" y="64490"/>
                  </a:lnTo>
                  <a:lnTo>
                    <a:pt x="241655" y="64833"/>
                  </a:lnTo>
                  <a:lnTo>
                    <a:pt x="244856" y="64630"/>
                  </a:lnTo>
                  <a:lnTo>
                    <a:pt x="248069" y="64439"/>
                  </a:lnTo>
                  <a:lnTo>
                    <a:pt x="250634" y="63474"/>
                  </a:lnTo>
                  <a:lnTo>
                    <a:pt x="250609" y="63106"/>
                  </a:lnTo>
                  <a:lnTo>
                    <a:pt x="250825" y="63347"/>
                  </a:lnTo>
                  <a:lnTo>
                    <a:pt x="250825" y="52705"/>
                  </a:lnTo>
                  <a:lnTo>
                    <a:pt x="248920" y="50482"/>
                  </a:lnTo>
                  <a:lnTo>
                    <a:pt x="248920" y="61137"/>
                  </a:lnTo>
                  <a:lnTo>
                    <a:pt x="247904" y="60883"/>
                  </a:lnTo>
                  <a:lnTo>
                    <a:pt x="241490" y="61290"/>
                  </a:lnTo>
                  <a:lnTo>
                    <a:pt x="239979" y="61861"/>
                  </a:lnTo>
                  <a:lnTo>
                    <a:pt x="240284" y="60096"/>
                  </a:lnTo>
                  <a:lnTo>
                    <a:pt x="240118" y="56362"/>
                  </a:lnTo>
                  <a:lnTo>
                    <a:pt x="239953" y="52628"/>
                  </a:lnTo>
                  <a:lnTo>
                    <a:pt x="239306" y="50355"/>
                  </a:lnTo>
                  <a:lnTo>
                    <a:pt x="239306" y="76784"/>
                  </a:lnTo>
                  <a:lnTo>
                    <a:pt x="205651" y="116039"/>
                  </a:lnTo>
                  <a:lnTo>
                    <a:pt x="193954" y="102412"/>
                  </a:lnTo>
                  <a:lnTo>
                    <a:pt x="196545" y="103035"/>
                  </a:lnTo>
                  <a:lnTo>
                    <a:pt x="202958" y="102628"/>
                  </a:lnTo>
                  <a:lnTo>
                    <a:pt x="204381" y="102095"/>
                  </a:lnTo>
                  <a:lnTo>
                    <a:pt x="204089" y="103822"/>
                  </a:lnTo>
                  <a:lnTo>
                    <a:pt x="204254" y="107556"/>
                  </a:lnTo>
                  <a:lnTo>
                    <a:pt x="204431" y="111290"/>
                  </a:lnTo>
                  <a:lnTo>
                    <a:pt x="205257" y="114274"/>
                  </a:lnTo>
                  <a:lnTo>
                    <a:pt x="206933" y="114173"/>
                  </a:lnTo>
                  <a:lnTo>
                    <a:pt x="207479" y="111099"/>
                  </a:lnTo>
                  <a:lnTo>
                    <a:pt x="207124" y="103632"/>
                  </a:lnTo>
                  <a:lnTo>
                    <a:pt x="206667" y="101955"/>
                  </a:lnTo>
                  <a:lnTo>
                    <a:pt x="208153" y="102298"/>
                  </a:lnTo>
                  <a:lnTo>
                    <a:pt x="211353" y="102095"/>
                  </a:lnTo>
                  <a:lnTo>
                    <a:pt x="214553" y="101904"/>
                  </a:lnTo>
                  <a:lnTo>
                    <a:pt x="217119" y="100939"/>
                  </a:lnTo>
                  <a:lnTo>
                    <a:pt x="217030" y="98983"/>
                  </a:lnTo>
                  <a:lnTo>
                    <a:pt x="214388" y="98348"/>
                  </a:lnTo>
                  <a:lnTo>
                    <a:pt x="207987" y="98755"/>
                  </a:lnTo>
                  <a:lnTo>
                    <a:pt x="206476" y="99326"/>
                  </a:lnTo>
                  <a:lnTo>
                    <a:pt x="206781" y="97574"/>
                  </a:lnTo>
                  <a:lnTo>
                    <a:pt x="206603" y="93827"/>
                  </a:lnTo>
                  <a:lnTo>
                    <a:pt x="206438" y="90093"/>
                  </a:lnTo>
                  <a:lnTo>
                    <a:pt x="205613" y="87109"/>
                  </a:lnTo>
                  <a:lnTo>
                    <a:pt x="203936" y="87210"/>
                  </a:lnTo>
                  <a:lnTo>
                    <a:pt x="203390" y="90284"/>
                  </a:lnTo>
                  <a:lnTo>
                    <a:pt x="203733" y="97751"/>
                  </a:lnTo>
                  <a:lnTo>
                    <a:pt x="204190" y="99428"/>
                  </a:lnTo>
                  <a:lnTo>
                    <a:pt x="202793" y="99085"/>
                  </a:lnTo>
                  <a:lnTo>
                    <a:pt x="199580" y="99275"/>
                  </a:lnTo>
                  <a:lnTo>
                    <a:pt x="196380" y="99479"/>
                  </a:lnTo>
                  <a:lnTo>
                    <a:pt x="193814" y="100444"/>
                  </a:lnTo>
                  <a:lnTo>
                    <a:pt x="193903" y="102362"/>
                  </a:lnTo>
                  <a:lnTo>
                    <a:pt x="161391" y="64427"/>
                  </a:lnTo>
                  <a:lnTo>
                    <a:pt x="163969" y="65024"/>
                  </a:lnTo>
                  <a:lnTo>
                    <a:pt x="170370" y="64630"/>
                  </a:lnTo>
                  <a:lnTo>
                    <a:pt x="171805" y="64096"/>
                  </a:lnTo>
                  <a:lnTo>
                    <a:pt x="171513" y="65811"/>
                  </a:lnTo>
                  <a:lnTo>
                    <a:pt x="171678" y="69545"/>
                  </a:lnTo>
                  <a:lnTo>
                    <a:pt x="171843" y="73291"/>
                  </a:lnTo>
                  <a:lnTo>
                    <a:pt x="172669" y="76276"/>
                  </a:lnTo>
                  <a:lnTo>
                    <a:pt x="174345" y="76161"/>
                  </a:lnTo>
                  <a:lnTo>
                    <a:pt x="174891" y="73101"/>
                  </a:lnTo>
                  <a:lnTo>
                    <a:pt x="174548" y="65620"/>
                  </a:lnTo>
                  <a:lnTo>
                    <a:pt x="174091" y="63957"/>
                  </a:lnTo>
                  <a:lnTo>
                    <a:pt x="175564" y="64300"/>
                  </a:lnTo>
                  <a:lnTo>
                    <a:pt x="178777" y="64096"/>
                  </a:lnTo>
                  <a:lnTo>
                    <a:pt x="181978" y="63893"/>
                  </a:lnTo>
                  <a:lnTo>
                    <a:pt x="184543" y="62928"/>
                  </a:lnTo>
                  <a:lnTo>
                    <a:pt x="184454" y="60972"/>
                  </a:lnTo>
                  <a:lnTo>
                    <a:pt x="181813" y="60350"/>
                  </a:lnTo>
                  <a:lnTo>
                    <a:pt x="175399" y="60744"/>
                  </a:lnTo>
                  <a:lnTo>
                    <a:pt x="173888" y="61315"/>
                  </a:lnTo>
                  <a:lnTo>
                    <a:pt x="174193" y="59563"/>
                  </a:lnTo>
                  <a:lnTo>
                    <a:pt x="174028" y="55829"/>
                  </a:lnTo>
                  <a:lnTo>
                    <a:pt x="173863" y="52082"/>
                  </a:lnTo>
                  <a:lnTo>
                    <a:pt x="173037" y="49098"/>
                  </a:lnTo>
                  <a:lnTo>
                    <a:pt x="172669" y="49123"/>
                  </a:lnTo>
                  <a:lnTo>
                    <a:pt x="204431" y="12077"/>
                  </a:lnTo>
                  <a:lnTo>
                    <a:pt x="204012" y="14452"/>
                  </a:lnTo>
                  <a:lnTo>
                    <a:pt x="204355" y="21932"/>
                  </a:lnTo>
                  <a:lnTo>
                    <a:pt x="204800" y="23596"/>
                  </a:lnTo>
                  <a:lnTo>
                    <a:pt x="203415" y="23253"/>
                  </a:lnTo>
                  <a:lnTo>
                    <a:pt x="200202" y="23456"/>
                  </a:lnTo>
                  <a:lnTo>
                    <a:pt x="197002" y="23647"/>
                  </a:lnTo>
                  <a:lnTo>
                    <a:pt x="194437" y="24612"/>
                  </a:lnTo>
                  <a:lnTo>
                    <a:pt x="194525" y="26568"/>
                  </a:lnTo>
                  <a:lnTo>
                    <a:pt x="197167" y="27203"/>
                  </a:lnTo>
                  <a:lnTo>
                    <a:pt x="203581" y="26809"/>
                  </a:lnTo>
                  <a:lnTo>
                    <a:pt x="205003" y="26276"/>
                  </a:lnTo>
                  <a:lnTo>
                    <a:pt x="204711" y="27990"/>
                  </a:lnTo>
                  <a:lnTo>
                    <a:pt x="204876" y="31724"/>
                  </a:lnTo>
                  <a:lnTo>
                    <a:pt x="205054" y="35471"/>
                  </a:lnTo>
                  <a:lnTo>
                    <a:pt x="205879" y="38455"/>
                  </a:lnTo>
                  <a:lnTo>
                    <a:pt x="207556" y="38341"/>
                  </a:lnTo>
                  <a:lnTo>
                    <a:pt x="208102" y="35280"/>
                  </a:lnTo>
                  <a:lnTo>
                    <a:pt x="207746" y="27800"/>
                  </a:lnTo>
                  <a:lnTo>
                    <a:pt x="207289" y="26123"/>
                  </a:lnTo>
                  <a:lnTo>
                    <a:pt x="208775" y="26479"/>
                  </a:lnTo>
                  <a:lnTo>
                    <a:pt x="211975" y="26276"/>
                  </a:lnTo>
                  <a:lnTo>
                    <a:pt x="215176" y="26073"/>
                  </a:lnTo>
                  <a:lnTo>
                    <a:pt x="217741" y="25107"/>
                  </a:lnTo>
                  <a:lnTo>
                    <a:pt x="217716" y="24765"/>
                  </a:lnTo>
                  <a:lnTo>
                    <a:pt x="239077" y="49657"/>
                  </a:lnTo>
                  <a:lnTo>
                    <a:pt x="237439" y="49745"/>
                  </a:lnTo>
                  <a:lnTo>
                    <a:pt x="236905" y="52819"/>
                  </a:lnTo>
                  <a:lnTo>
                    <a:pt x="237248" y="60286"/>
                  </a:lnTo>
                  <a:lnTo>
                    <a:pt x="237693" y="61963"/>
                  </a:lnTo>
                  <a:lnTo>
                    <a:pt x="236296" y="61620"/>
                  </a:lnTo>
                  <a:lnTo>
                    <a:pt x="233095" y="61810"/>
                  </a:lnTo>
                  <a:lnTo>
                    <a:pt x="229882" y="62014"/>
                  </a:lnTo>
                  <a:lnTo>
                    <a:pt x="227317" y="62979"/>
                  </a:lnTo>
                  <a:lnTo>
                    <a:pt x="227418" y="64935"/>
                  </a:lnTo>
                  <a:lnTo>
                    <a:pt x="230060" y="65557"/>
                  </a:lnTo>
                  <a:lnTo>
                    <a:pt x="236461" y="65163"/>
                  </a:lnTo>
                  <a:lnTo>
                    <a:pt x="237896" y="64630"/>
                  </a:lnTo>
                  <a:lnTo>
                    <a:pt x="237604" y="66357"/>
                  </a:lnTo>
                  <a:lnTo>
                    <a:pt x="237769" y="70091"/>
                  </a:lnTo>
                  <a:lnTo>
                    <a:pt x="237934" y="73825"/>
                  </a:lnTo>
                  <a:lnTo>
                    <a:pt x="238760" y="76809"/>
                  </a:lnTo>
                  <a:lnTo>
                    <a:pt x="239306" y="76784"/>
                  </a:lnTo>
                  <a:lnTo>
                    <a:pt x="239306" y="50355"/>
                  </a:lnTo>
                  <a:lnTo>
                    <a:pt x="239128" y="49720"/>
                  </a:lnTo>
                  <a:lnTo>
                    <a:pt x="248920" y="61137"/>
                  </a:lnTo>
                  <a:lnTo>
                    <a:pt x="248920" y="50482"/>
                  </a:lnTo>
                  <a:lnTo>
                    <a:pt x="216014" y="12103"/>
                  </a:lnTo>
                  <a:lnTo>
                    <a:pt x="216014" y="22771"/>
                  </a:lnTo>
                  <a:lnTo>
                    <a:pt x="215011" y="22529"/>
                  </a:lnTo>
                  <a:lnTo>
                    <a:pt x="208610" y="22923"/>
                  </a:lnTo>
                  <a:lnTo>
                    <a:pt x="207086" y="23495"/>
                  </a:lnTo>
                  <a:lnTo>
                    <a:pt x="207403" y="21742"/>
                  </a:lnTo>
                  <a:lnTo>
                    <a:pt x="207225" y="18008"/>
                  </a:lnTo>
                  <a:lnTo>
                    <a:pt x="207060" y="14262"/>
                  </a:lnTo>
                  <a:lnTo>
                    <a:pt x="206248" y="11366"/>
                  </a:lnTo>
                  <a:lnTo>
                    <a:pt x="216014" y="22771"/>
                  </a:lnTo>
                  <a:lnTo>
                    <a:pt x="216014" y="12103"/>
                  </a:lnTo>
                  <a:lnTo>
                    <a:pt x="214782" y="10655"/>
                  </a:lnTo>
                  <a:lnTo>
                    <a:pt x="206184" y="635"/>
                  </a:lnTo>
                  <a:lnTo>
                    <a:pt x="206184" y="11290"/>
                  </a:lnTo>
                  <a:lnTo>
                    <a:pt x="205041" y="11366"/>
                  </a:lnTo>
                  <a:lnTo>
                    <a:pt x="205651" y="10655"/>
                  </a:lnTo>
                  <a:lnTo>
                    <a:pt x="206184" y="11290"/>
                  </a:lnTo>
                  <a:lnTo>
                    <a:pt x="206184" y="635"/>
                  </a:lnTo>
                  <a:lnTo>
                    <a:pt x="205651" y="0"/>
                  </a:lnTo>
                  <a:lnTo>
                    <a:pt x="171602" y="39712"/>
                  </a:lnTo>
                  <a:lnTo>
                    <a:pt x="171602" y="61417"/>
                  </a:lnTo>
                  <a:lnTo>
                    <a:pt x="170205" y="61074"/>
                  </a:lnTo>
                  <a:lnTo>
                    <a:pt x="167005" y="61277"/>
                  </a:lnTo>
                  <a:lnTo>
                    <a:pt x="163804" y="61468"/>
                  </a:lnTo>
                  <a:lnTo>
                    <a:pt x="161315" y="62420"/>
                  </a:lnTo>
                  <a:lnTo>
                    <a:pt x="161315" y="64338"/>
                  </a:lnTo>
                  <a:lnTo>
                    <a:pt x="160477" y="63347"/>
                  </a:lnTo>
                  <a:lnTo>
                    <a:pt x="161239" y="62458"/>
                  </a:lnTo>
                  <a:lnTo>
                    <a:pt x="161315" y="64338"/>
                  </a:lnTo>
                  <a:lnTo>
                    <a:pt x="161315" y="62420"/>
                  </a:lnTo>
                  <a:lnTo>
                    <a:pt x="171030" y="51041"/>
                  </a:lnTo>
                  <a:lnTo>
                    <a:pt x="170815" y="52273"/>
                  </a:lnTo>
                  <a:lnTo>
                    <a:pt x="171157" y="59753"/>
                  </a:lnTo>
                  <a:lnTo>
                    <a:pt x="171602" y="61417"/>
                  </a:lnTo>
                  <a:lnTo>
                    <a:pt x="171602" y="39712"/>
                  </a:lnTo>
                  <a:lnTo>
                    <a:pt x="151333" y="63347"/>
                  </a:lnTo>
                  <a:lnTo>
                    <a:pt x="205651" y="126695"/>
                  </a:lnTo>
                  <a:lnTo>
                    <a:pt x="214782" y="116039"/>
                  </a:lnTo>
                  <a:lnTo>
                    <a:pt x="256159" y="67779"/>
                  </a:lnTo>
                  <a:lnTo>
                    <a:pt x="306692" y="126695"/>
                  </a:lnTo>
                  <a:lnTo>
                    <a:pt x="315823" y="116039"/>
                  </a:lnTo>
                  <a:lnTo>
                    <a:pt x="360984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5" name="object 2095" descr=""/>
            <p:cNvSpPr/>
            <p:nvPr/>
          </p:nvSpPr>
          <p:spPr>
            <a:xfrm>
              <a:off x="7175995" y="7394860"/>
              <a:ext cx="351790" cy="347980"/>
            </a:xfrm>
            <a:custGeom>
              <a:avLst/>
              <a:gdLst/>
              <a:ahLst/>
              <a:cxnLst/>
              <a:rect l="l" t="t" r="r" b="b"/>
              <a:pathLst>
                <a:path w="351790" h="347979">
                  <a:moveTo>
                    <a:pt x="158927" y="207403"/>
                  </a:moveTo>
                  <a:lnTo>
                    <a:pt x="149783" y="196748"/>
                  </a:lnTo>
                  <a:lnTo>
                    <a:pt x="149783" y="207403"/>
                  </a:lnTo>
                  <a:lnTo>
                    <a:pt x="139661" y="219202"/>
                  </a:lnTo>
                  <a:lnTo>
                    <a:pt x="139941" y="217690"/>
                  </a:lnTo>
                  <a:lnTo>
                    <a:pt x="139598" y="210210"/>
                  </a:lnTo>
                  <a:lnTo>
                    <a:pt x="139141" y="208534"/>
                  </a:lnTo>
                  <a:lnTo>
                    <a:pt x="140614" y="208889"/>
                  </a:lnTo>
                  <a:lnTo>
                    <a:pt x="143827" y="208686"/>
                  </a:lnTo>
                  <a:lnTo>
                    <a:pt x="147027" y="208483"/>
                  </a:lnTo>
                  <a:lnTo>
                    <a:pt x="149593" y="207530"/>
                  </a:lnTo>
                  <a:lnTo>
                    <a:pt x="149567" y="207162"/>
                  </a:lnTo>
                  <a:lnTo>
                    <a:pt x="149783" y="207403"/>
                  </a:lnTo>
                  <a:lnTo>
                    <a:pt x="149783" y="196748"/>
                  </a:lnTo>
                  <a:lnTo>
                    <a:pt x="147866" y="194513"/>
                  </a:lnTo>
                  <a:lnTo>
                    <a:pt x="147866" y="205181"/>
                  </a:lnTo>
                  <a:lnTo>
                    <a:pt x="146862" y="204939"/>
                  </a:lnTo>
                  <a:lnTo>
                    <a:pt x="140449" y="205333"/>
                  </a:lnTo>
                  <a:lnTo>
                    <a:pt x="138938" y="205905"/>
                  </a:lnTo>
                  <a:lnTo>
                    <a:pt x="139242" y="204152"/>
                  </a:lnTo>
                  <a:lnTo>
                    <a:pt x="139077" y="200418"/>
                  </a:lnTo>
                  <a:lnTo>
                    <a:pt x="138912" y="196684"/>
                  </a:lnTo>
                  <a:lnTo>
                    <a:pt x="138264" y="194386"/>
                  </a:lnTo>
                  <a:lnTo>
                    <a:pt x="138264" y="220840"/>
                  </a:lnTo>
                  <a:lnTo>
                    <a:pt x="104609" y="260083"/>
                  </a:lnTo>
                  <a:lnTo>
                    <a:pt x="92925" y="246481"/>
                  </a:lnTo>
                  <a:lnTo>
                    <a:pt x="95504" y="247078"/>
                  </a:lnTo>
                  <a:lnTo>
                    <a:pt x="101917" y="246684"/>
                  </a:lnTo>
                  <a:lnTo>
                    <a:pt x="103352" y="246151"/>
                  </a:lnTo>
                  <a:lnTo>
                    <a:pt x="103060" y="247865"/>
                  </a:lnTo>
                  <a:lnTo>
                    <a:pt x="103225" y="251612"/>
                  </a:lnTo>
                  <a:lnTo>
                    <a:pt x="103390" y="255346"/>
                  </a:lnTo>
                  <a:lnTo>
                    <a:pt x="104216" y="258330"/>
                  </a:lnTo>
                  <a:lnTo>
                    <a:pt x="105892" y="258229"/>
                  </a:lnTo>
                  <a:lnTo>
                    <a:pt x="106438" y="255155"/>
                  </a:lnTo>
                  <a:lnTo>
                    <a:pt x="106095" y="247675"/>
                  </a:lnTo>
                  <a:lnTo>
                    <a:pt x="105625" y="245999"/>
                  </a:lnTo>
                  <a:lnTo>
                    <a:pt x="107111" y="246354"/>
                  </a:lnTo>
                  <a:lnTo>
                    <a:pt x="110312" y="246151"/>
                  </a:lnTo>
                  <a:lnTo>
                    <a:pt x="113525" y="245960"/>
                  </a:lnTo>
                  <a:lnTo>
                    <a:pt x="116090" y="244995"/>
                  </a:lnTo>
                  <a:lnTo>
                    <a:pt x="115989" y="243027"/>
                  </a:lnTo>
                  <a:lnTo>
                    <a:pt x="113347" y="242404"/>
                  </a:lnTo>
                  <a:lnTo>
                    <a:pt x="106946" y="242798"/>
                  </a:lnTo>
                  <a:lnTo>
                    <a:pt x="105435" y="243370"/>
                  </a:lnTo>
                  <a:lnTo>
                    <a:pt x="105740" y="241617"/>
                  </a:lnTo>
                  <a:lnTo>
                    <a:pt x="105575" y="237883"/>
                  </a:lnTo>
                  <a:lnTo>
                    <a:pt x="105410" y="234149"/>
                  </a:lnTo>
                  <a:lnTo>
                    <a:pt x="104571" y="231165"/>
                  </a:lnTo>
                  <a:lnTo>
                    <a:pt x="102895" y="231267"/>
                  </a:lnTo>
                  <a:lnTo>
                    <a:pt x="102362" y="234327"/>
                  </a:lnTo>
                  <a:lnTo>
                    <a:pt x="102704" y="241808"/>
                  </a:lnTo>
                  <a:lnTo>
                    <a:pt x="103149" y="243471"/>
                  </a:lnTo>
                  <a:lnTo>
                    <a:pt x="101752" y="243128"/>
                  </a:lnTo>
                  <a:lnTo>
                    <a:pt x="98552" y="243332"/>
                  </a:lnTo>
                  <a:lnTo>
                    <a:pt x="95338" y="243535"/>
                  </a:lnTo>
                  <a:lnTo>
                    <a:pt x="92773" y="244500"/>
                  </a:lnTo>
                  <a:lnTo>
                    <a:pt x="92862" y="246405"/>
                  </a:lnTo>
                  <a:lnTo>
                    <a:pt x="60337" y="208470"/>
                  </a:lnTo>
                  <a:lnTo>
                    <a:pt x="62928" y="209080"/>
                  </a:lnTo>
                  <a:lnTo>
                    <a:pt x="69342" y="208673"/>
                  </a:lnTo>
                  <a:lnTo>
                    <a:pt x="70764" y="208153"/>
                  </a:lnTo>
                  <a:lnTo>
                    <a:pt x="70472" y="209867"/>
                  </a:lnTo>
                  <a:lnTo>
                    <a:pt x="70637" y="213601"/>
                  </a:lnTo>
                  <a:lnTo>
                    <a:pt x="70815" y="217335"/>
                  </a:lnTo>
                  <a:lnTo>
                    <a:pt x="71640" y="220319"/>
                  </a:lnTo>
                  <a:lnTo>
                    <a:pt x="73317" y="220218"/>
                  </a:lnTo>
                  <a:lnTo>
                    <a:pt x="73850" y="217157"/>
                  </a:lnTo>
                  <a:lnTo>
                    <a:pt x="73507" y="209677"/>
                  </a:lnTo>
                  <a:lnTo>
                    <a:pt x="73050" y="208000"/>
                  </a:lnTo>
                  <a:lnTo>
                    <a:pt x="74536" y="208343"/>
                  </a:lnTo>
                  <a:lnTo>
                    <a:pt x="77736" y="208153"/>
                  </a:lnTo>
                  <a:lnTo>
                    <a:pt x="80937" y="207949"/>
                  </a:lnTo>
                  <a:lnTo>
                    <a:pt x="83502" y="206984"/>
                  </a:lnTo>
                  <a:lnTo>
                    <a:pt x="83413" y="205028"/>
                  </a:lnTo>
                  <a:lnTo>
                    <a:pt x="80772" y="204393"/>
                  </a:lnTo>
                  <a:lnTo>
                    <a:pt x="74358" y="204800"/>
                  </a:lnTo>
                  <a:lnTo>
                    <a:pt x="72847" y="205371"/>
                  </a:lnTo>
                  <a:lnTo>
                    <a:pt x="73152" y="203619"/>
                  </a:lnTo>
                  <a:lnTo>
                    <a:pt x="72986" y="199872"/>
                  </a:lnTo>
                  <a:lnTo>
                    <a:pt x="72821" y="196138"/>
                  </a:lnTo>
                  <a:lnTo>
                    <a:pt x="71996" y="193154"/>
                  </a:lnTo>
                  <a:lnTo>
                    <a:pt x="71628" y="193179"/>
                  </a:lnTo>
                  <a:lnTo>
                    <a:pt x="103390" y="156133"/>
                  </a:lnTo>
                  <a:lnTo>
                    <a:pt x="102984" y="158508"/>
                  </a:lnTo>
                  <a:lnTo>
                    <a:pt x="103327" y="165989"/>
                  </a:lnTo>
                  <a:lnTo>
                    <a:pt x="103771" y="167652"/>
                  </a:lnTo>
                  <a:lnTo>
                    <a:pt x="102374" y="167309"/>
                  </a:lnTo>
                  <a:lnTo>
                    <a:pt x="99174" y="167513"/>
                  </a:lnTo>
                  <a:lnTo>
                    <a:pt x="95961" y="167703"/>
                  </a:lnTo>
                  <a:lnTo>
                    <a:pt x="93395" y="168668"/>
                  </a:lnTo>
                  <a:lnTo>
                    <a:pt x="93497" y="170624"/>
                  </a:lnTo>
                  <a:lnTo>
                    <a:pt x="96126" y="171259"/>
                  </a:lnTo>
                  <a:lnTo>
                    <a:pt x="102539" y="170853"/>
                  </a:lnTo>
                  <a:lnTo>
                    <a:pt x="103974" y="170319"/>
                  </a:lnTo>
                  <a:lnTo>
                    <a:pt x="103682" y="172046"/>
                  </a:lnTo>
                  <a:lnTo>
                    <a:pt x="103847" y="175780"/>
                  </a:lnTo>
                  <a:lnTo>
                    <a:pt x="104013" y="179514"/>
                  </a:lnTo>
                  <a:lnTo>
                    <a:pt x="104838" y="182499"/>
                  </a:lnTo>
                  <a:lnTo>
                    <a:pt x="106514" y="182397"/>
                  </a:lnTo>
                  <a:lnTo>
                    <a:pt x="107061" y="179336"/>
                  </a:lnTo>
                  <a:lnTo>
                    <a:pt x="106718" y="171856"/>
                  </a:lnTo>
                  <a:lnTo>
                    <a:pt x="106248" y="170180"/>
                  </a:lnTo>
                  <a:lnTo>
                    <a:pt x="107734" y="170522"/>
                  </a:lnTo>
                  <a:lnTo>
                    <a:pt x="110934" y="170332"/>
                  </a:lnTo>
                  <a:lnTo>
                    <a:pt x="114147" y="170129"/>
                  </a:lnTo>
                  <a:lnTo>
                    <a:pt x="116713" y="169164"/>
                  </a:lnTo>
                  <a:lnTo>
                    <a:pt x="116687" y="168833"/>
                  </a:lnTo>
                  <a:lnTo>
                    <a:pt x="138036" y="193713"/>
                  </a:lnTo>
                  <a:lnTo>
                    <a:pt x="136410" y="193802"/>
                  </a:lnTo>
                  <a:lnTo>
                    <a:pt x="135864" y="196862"/>
                  </a:lnTo>
                  <a:lnTo>
                    <a:pt x="136207" y="204343"/>
                  </a:lnTo>
                  <a:lnTo>
                    <a:pt x="136652" y="206006"/>
                  </a:lnTo>
                  <a:lnTo>
                    <a:pt x="135255" y="205663"/>
                  </a:lnTo>
                  <a:lnTo>
                    <a:pt x="132054" y="205867"/>
                  </a:lnTo>
                  <a:lnTo>
                    <a:pt x="128854" y="206070"/>
                  </a:lnTo>
                  <a:lnTo>
                    <a:pt x="126288" y="207035"/>
                  </a:lnTo>
                  <a:lnTo>
                    <a:pt x="126377" y="208991"/>
                  </a:lnTo>
                  <a:lnTo>
                    <a:pt x="129019" y="209613"/>
                  </a:lnTo>
                  <a:lnTo>
                    <a:pt x="135420" y="209219"/>
                  </a:lnTo>
                  <a:lnTo>
                    <a:pt x="136855" y="208686"/>
                  </a:lnTo>
                  <a:lnTo>
                    <a:pt x="136563" y="210400"/>
                  </a:lnTo>
                  <a:lnTo>
                    <a:pt x="136728" y="214147"/>
                  </a:lnTo>
                  <a:lnTo>
                    <a:pt x="136893" y="217881"/>
                  </a:lnTo>
                  <a:lnTo>
                    <a:pt x="137718" y="220865"/>
                  </a:lnTo>
                  <a:lnTo>
                    <a:pt x="138264" y="220840"/>
                  </a:lnTo>
                  <a:lnTo>
                    <a:pt x="138264" y="194386"/>
                  </a:lnTo>
                  <a:lnTo>
                    <a:pt x="138099" y="193789"/>
                  </a:lnTo>
                  <a:lnTo>
                    <a:pt x="147866" y="205181"/>
                  </a:lnTo>
                  <a:lnTo>
                    <a:pt x="147866" y="194513"/>
                  </a:lnTo>
                  <a:lnTo>
                    <a:pt x="114973" y="156133"/>
                  </a:lnTo>
                  <a:lnTo>
                    <a:pt x="114973" y="166827"/>
                  </a:lnTo>
                  <a:lnTo>
                    <a:pt x="113969" y="166573"/>
                  </a:lnTo>
                  <a:lnTo>
                    <a:pt x="107569" y="166979"/>
                  </a:lnTo>
                  <a:lnTo>
                    <a:pt x="106057" y="167551"/>
                  </a:lnTo>
                  <a:lnTo>
                    <a:pt x="106362" y="165798"/>
                  </a:lnTo>
                  <a:lnTo>
                    <a:pt x="106197" y="162052"/>
                  </a:lnTo>
                  <a:lnTo>
                    <a:pt x="106019" y="158318"/>
                  </a:lnTo>
                  <a:lnTo>
                    <a:pt x="105206" y="155422"/>
                  </a:lnTo>
                  <a:lnTo>
                    <a:pt x="114973" y="166827"/>
                  </a:lnTo>
                  <a:lnTo>
                    <a:pt x="114973" y="156133"/>
                  </a:lnTo>
                  <a:lnTo>
                    <a:pt x="113753" y="154711"/>
                  </a:lnTo>
                  <a:lnTo>
                    <a:pt x="105143" y="144678"/>
                  </a:lnTo>
                  <a:lnTo>
                    <a:pt x="105143" y="155346"/>
                  </a:lnTo>
                  <a:lnTo>
                    <a:pt x="104013" y="155409"/>
                  </a:lnTo>
                  <a:lnTo>
                    <a:pt x="104609" y="154711"/>
                  </a:lnTo>
                  <a:lnTo>
                    <a:pt x="105143" y="155346"/>
                  </a:lnTo>
                  <a:lnTo>
                    <a:pt x="105143" y="144678"/>
                  </a:lnTo>
                  <a:lnTo>
                    <a:pt x="104609" y="144056"/>
                  </a:lnTo>
                  <a:lnTo>
                    <a:pt x="70561" y="183781"/>
                  </a:lnTo>
                  <a:lnTo>
                    <a:pt x="70561" y="205473"/>
                  </a:lnTo>
                  <a:lnTo>
                    <a:pt x="69164" y="205130"/>
                  </a:lnTo>
                  <a:lnTo>
                    <a:pt x="65963" y="205333"/>
                  </a:lnTo>
                  <a:lnTo>
                    <a:pt x="62763" y="205524"/>
                  </a:lnTo>
                  <a:lnTo>
                    <a:pt x="60274" y="206476"/>
                  </a:lnTo>
                  <a:lnTo>
                    <a:pt x="60274" y="208394"/>
                  </a:lnTo>
                  <a:lnTo>
                    <a:pt x="59436" y="207403"/>
                  </a:lnTo>
                  <a:lnTo>
                    <a:pt x="60198" y="206514"/>
                  </a:lnTo>
                  <a:lnTo>
                    <a:pt x="60274" y="208394"/>
                  </a:lnTo>
                  <a:lnTo>
                    <a:pt x="60274" y="206476"/>
                  </a:lnTo>
                  <a:lnTo>
                    <a:pt x="69989" y="195097"/>
                  </a:lnTo>
                  <a:lnTo>
                    <a:pt x="69773" y="196329"/>
                  </a:lnTo>
                  <a:lnTo>
                    <a:pt x="70116" y="203809"/>
                  </a:lnTo>
                  <a:lnTo>
                    <a:pt x="70561" y="205473"/>
                  </a:lnTo>
                  <a:lnTo>
                    <a:pt x="70561" y="183781"/>
                  </a:lnTo>
                  <a:lnTo>
                    <a:pt x="50304" y="207403"/>
                  </a:lnTo>
                  <a:lnTo>
                    <a:pt x="104609" y="270751"/>
                  </a:lnTo>
                  <a:lnTo>
                    <a:pt x="113753" y="260083"/>
                  </a:lnTo>
                  <a:lnTo>
                    <a:pt x="158927" y="207403"/>
                  </a:lnTo>
                  <a:close/>
                </a:path>
                <a:path w="351790" h="347979">
                  <a:moveTo>
                    <a:pt x="310451" y="284556"/>
                  </a:moveTo>
                  <a:lnTo>
                    <a:pt x="301320" y="273913"/>
                  </a:lnTo>
                  <a:lnTo>
                    <a:pt x="301320" y="284556"/>
                  </a:lnTo>
                  <a:lnTo>
                    <a:pt x="291211" y="296354"/>
                  </a:lnTo>
                  <a:lnTo>
                    <a:pt x="291477" y="294855"/>
                  </a:lnTo>
                  <a:lnTo>
                    <a:pt x="291134" y="287375"/>
                  </a:lnTo>
                  <a:lnTo>
                    <a:pt x="290664" y="285699"/>
                  </a:lnTo>
                  <a:lnTo>
                    <a:pt x="292150" y="286042"/>
                  </a:lnTo>
                  <a:lnTo>
                    <a:pt x="295351" y="285851"/>
                  </a:lnTo>
                  <a:lnTo>
                    <a:pt x="298564" y="285648"/>
                  </a:lnTo>
                  <a:lnTo>
                    <a:pt x="301129" y="284683"/>
                  </a:lnTo>
                  <a:lnTo>
                    <a:pt x="301104" y="284314"/>
                  </a:lnTo>
                  <a:lnTo>
                    <a:pt x="301320" y="284556"/>
                  </a:lnTo>
                  <a:lnTo>
                    <a:pt x="301320" y="273913"/>
                  </a:lnTo>
                  <a:lnTo>
                    <a:pt x="299415" y="271691"/>
                  </a:lnTo>
                  <a:lnTo>
                    <a:pt x="299415" y="282359"/>
                  </a:lnTo>
                  <a:lnTo>
                    <a:pt x="298386" y="282105"/>
                  </a:lnTo>
                  <a:lnTo>
                    <a:pt x="291985" y="282498"/>
                  </a:lnTo>
                  <a:lnTo>
                    <a:pt x="290474" y="283070"/>
                  </a:lnTo>
                  <a:lnTo>
                    <a:pt x="290779" y="281317"/>
                  </a:lnTo>
                  <a:lnTo>
                    <a:pt x="290614" y="277583"/>
                  </a:lnTo>
                  <a:lnTo>
                    <a:pt x="290436" y="273837"/>
                  </a:lnTo>
                  <a:lnTo>
                    <a:pt x="289788" y="271526"/>
                  </a:lnTo>
                  <a:lnTo>
                    <a:pt x="289788" y="298005"/>
                  </a:lnTo>
                  <a:lnTo>
                    <a:pt x="256146" y="337248"/>
                  </a:lnTo>
                  <a:lnTo>
                    <a:pt x="244462" y="323634"/>
                  </a:lnTo>
                  <a:lnTo>
                    <a:pt x="247040" y="324243"/>
                  </a:lnTo>
                  <a:lnTo>
                    <a:pt x="253453" y="323850"/>
                  </a:lnTo>
                  <a:lnTo>
                    <a:pt x="254876" y="323316"/>
                  </a:lnTo>
                  <a:lnTo>
                    <a:pt x="254584" y="325031"/>
                  </a:lnTo>
                  <a:lnTo>
                    <a:pt x="254749" y="328764"/>
                  </a:lnTo>
                  <a:lnTo>
                    <a:pt x="254927" y="332511"/>
                  </a:lnTo>
                  <a:lnTo>
                    <a:pt x="255752" y="335495"/>
                  </a:lnTo>
                  <a:lnTo>
                    <a:pt x="257429" y="335381"/>
                  </a:lnTo>
                  <a:lnTo>
                    <a:pt x="257975" y="332320"/>
                  </a:lnTo>
                  <a:lnTo>
                    <a:pt x="257619" y="324840"/>
                  </a:lnTo>
                  <a:lnTo>
                    <a:pt x="257162" y="323164"/>
                  </a:lnTo>
                  <a:lnTo>
                    <a:pt x="258648" y="323519"/>
                  </a:lnTo>
                  <a:lnTo>
                    <a:pt x="261848" y="323316"/>
                  </a:lnTo>
                  <a:lnTo>
                    <a:pt x="265049" y="323113"/>
                  </a:lnTo>
                  <a:lnTo>
                    <a:pt x="267614" y="322148"/>
                  </a:lnTo>
                  <a:lnTo>
                    <a:pt x="267525" y="320192"/>
                  </a:lnTo>
                  <a:lnTo>
                    <a:pt x="264883" y="319570"/>
                  </a:lnTo>
                  <a:lnTo>
                    <a:pt x="258470" y="319963"/>
                  </a:lnTo>
                  <a:lnTo>
                    <a:pt x="256959" y="320535"/>
                  </a:lnTo>
                  <a:lnTo>
                    <a:pt x="257276" y="318782"/>
                  </a:lnTo>
                  <a:lnTo>
                    <a:pt x="257098" y="315048"/>
                  </a:lnTo>
                  <a:lnTo>
                    <a:pt x="256933" y="311302"/>
                  </a:lnTo>
                  <a:lnTo>
                    <a:pt x="256108" y="308317"/>
                  </a:lnTo>
                  <a:lnTo>
                    <a:pt x="254431" y="308432"/>
                  </a:lnTo>
                  <a:lnTo>
                    <a:pt x="253885" y="311492"/>
                  </a:lnTo>
                  <a:lnTo>
                    <a:pt x="254228" y="318973"/>
                  </a:lnTo>
                  <a:lnTo>
                    <a:pt x="254673" y="320636"/>
                  </a:lnTo>
                  <a:lnTo>
                    <a:pt x="253276" y="320294"/>
                  </a:lnTo>
                  <a:lnTo>
                    <a:pt x="250075" y="320497"/>
                  </a:lnTo>
                  <a:lnTo>
                    <a:pt x="246875" y="320687"/>
                  </a:lnTo>
                  <a:lnTo>
                    <a:pt x="244309" y="321652"/>
                  </a:lnTo>
                  <a:lnTo>
                    <a:pt x="244386" y="323557"/>
                  </a:lnTo>
                  <a:lnTo>
                    <a:pt x="211886" y="285635"/>
                  </a:lnTo>
                  <a:lnTo>
                    <a:pt x="214464" y="286232"/>
                  </a:lnTo>
                  <a:lnTo>
                    <a:pt x="220865" y="285838"/>
                  </a:lnTo>
                  <a:lnTo>
                    <a:pt x="222300" y="285305"/>
                  </a:lnTo>
                  <a:lnTo>
                    <a:pt x="222008" y="287020"/>
                  </a:lnTo>
                  <a:lnTo>
                    <a:pt x="222173" y="290766"/>
                  </a:lnTo>
                  <a:lnTo>
                    <a:pt x="222338" y="294500"/>
                  </a:lnTo>
                  <a:lnTo>
                    <a:pt x="223164" y="297484"/>
                  </a:lnTo>
                  <a:lnTo>
                    <a:pt x="224840" y="297383"/>
                  </a:lnTo>
                  <a:lnTo>
                    <a:pt x="225386" y="294309"/>
                  </a:lnTo>
                  <a:lnTo>
                    <a:pt x="225044" y="286842"/>
                  </a:lnTo>
                  <a:lnTo>
                    <a:pt x="224586" y="285165"/>
                  </a:lnTo>
                  <a:lnTo>
                    <a:pt x="226060" y="285508"/>
                  </a:lnTo>
                  <a:lnTo>
                    <a:pt x="229273" y="285305"/>
                  </a:lnTo>
                  <a:lnTo>
                    <a:pt x="232473" y="285115"/>
                  </a:lnTo>
                  <a:lnTo>
                    <a:pt x="235038" y="284149"/>
                  </a:lnTo>
                  <a:lnTo>
                    <a:pt x="234937" y="282194"/>
                  </a:lnTo>
                  <a:lnTo>
                    <a:pt x="232308" y="281559"/>
                  </a:lnTo>
                  <a:lnTo>
                    <a:pt x="225894" y="281952"/>
                  </a:lnTo>
                  <a:lnTo>
                    <a:pt x="224383" y="282524"/>
                  </a:lnTo>
                  <a:lnTo>
                    <a:pt x="224688" y="280771"/>
                  </a:lnTo>
                  <a:lnTo>
                    <a:pt x="224523" y="277037"/>
                  </a:lnTo>
                  <a:lnTo>
                    <a:pt x="224358" y="273304"/>
                  </a:lnTo>
                  <a:lnTo>
                    <a:pt x="223532" y="270319"/>
                  </a:lnTo>
                  <a:lnTo>
                    <a:pt x="223151" y="270344"/>
                  </a:lnTo>
                  <a:lnTo>
                    <a:pt x="254927" y="233299"/>
                  </a:lnTo>
                  <a:lnTo>
                    <a:pt x="254508" y="235673"/>
                  </a:lnTo>
                  <a:lnTo>
                    <a:pt x="254850" y="243141"/>
                  </a:lnTo>
                  <a:lnTo>
                    <a:pt x="255308" y="244817"/>
                  </a:lnTo>
                  <a:lnTo>
                    <a:pt x="253898" y="244475"/>
                  </a:lnTo>
                  <a:lnTo>
                    <a:pt x="250698" y="244665"/>
                  </a:lnTo>
                  <a:lnTo>
                    <a:pt x="247497" y="244868"/>
                  </a:lnTo>
                  <a:lnTo>
                    <a:pt x="244932" y="245833"/>
                  </a:lnTo>
                  <a:lnTo>
                    <a:pt x="245021" y="247789"/>
                  </a:lnTo>
                  <a:lnTo>
                    <a:pt x="247662" y="248412"/>
                  </a:lnTo>
                  <a:lnTo>
                    <a:pt x="254076" y="248018"/>
                  </a:lnTo>
                  <a:lnTo>
                    <a:pt x="255498" y="247484"/>
                  </a:lnTo>
                  <a:lnTo>
                    <a:pt x="255206" y="249199"/>
                  </a:lnTo>
                  <a:lnTo>
                    <a:pt x="255371" y="252945"/>
                  </a:lnTo>
                  <a:lnTo>
                    <a:pt x="255549" y="256679"/>
                  </a:lnTo>
                  <a:lnTo>
                    <a:pt x="256374" y="259664"/>
                  </a:lnTo>
                  <a:lnTo>
                    <a:pt x="258051" y="259562"/>
                  </a:lnTo>
                  <a:lnTo>
                    <a:pt x="258584" y="256489"/>
                  </a:lnTo>
                  <a:lnTo>
                    <a:pt x="258241" y="249021"/>
                  </a:lnTo>
                  <a:lnTo>
                    <a:pt x="257784" y="247345"/>
                  </a:lnTo>
                  <a:lnTo>
                    <a:pt x="259270" y="247688"/>
                  </a:lnTo>
                  <a:lnTo>
                    <a:pt x="262470" y="247484"/>
                  </a:lnTo>
                  <a:lnTo>
                    <a:pt x="265671" y="247294"/>
                  </a:lnTo>
                  <a:lnTo>
                    <a:pt x="268236" y="246329"/>
                  </a:lnTo>
                  <a:lnTo>
                    <a:pt x="268211" y="245986"/>
                  </a:lnTo>
                  <a:lnTo>
                    <a:pt x="289560" y="270865"/>
                  </a:lnTo>
                  <a:lnTo>
                    <a:pt x="287934" y="270967"/>
                  </a:lnTo>
                  <a:lnTo>
                    <a:pt x="287401" y="274027"/>
                  </a:lnTo>
                  <a:lnTo>
                    <a:pt x="287743" y="281508"/>
                  </a:lnTo>
                  <a:lnTo>
                    <a:pt x="288188" y="283171"/>
                  </a:lnTo>
                  <a:lnTo>
                    <a:pt x="286791" y="282829"/>
                  </a:lnTo>
                  <a:lnTo>
                    <a:pt x="283591" y="283032"/>
                  </a:lnTo>
                  <a:lnTo>
                    <a:pt x="280377" y="283222"/>
                  </a:lnTo>
                  <a:lnTo>
                    <a:pt x="277812" y="284187"/>
                  </a:lnTo>
                  <a:lnTo>
                    <a:pt x="277914" y="286143"/>
                  </a:lnTo>
                  <a:lnTo>
                    <a:pt x="280555" y="286778"/>
                  </a:lnTo>
                  <a:lnTo>
                    <a:pt x="286956" y="286385"/>
                  </a:lnTo>
                  <a:lnTo>
                    <a:pt x="288391" y="285851"/>
                  </a:lnTo>
                  <a:lnTo>
                    <a:pt x="288099" y="287566"/>
                  </a:lnTo>
                  <a:lnTo>
                    <a:pt x="288264" y="291299"/>
                  </a:lnTo>
                  <a:lnTo>
                    <a:pt x="288429" y="295046"/>
                  </a:lnTo>
                  <a:lnTo>
                    <a:pt x="289255" y="298030"/>
                  </a:lnTo>
                  <a:lnTo>
                    <a:pt x="289788" y="298005"/>
                  </a:lnTo>
                  <a:lnTo>
                    <a:pt x="289788" y="271526"/>
                  </a:lnTo>
                  <a:lnTo>
                    <a:pt x="289623" y="270929"/>
                  </a:lnTo>
                  <a:lnTo>
                    <a:pt x="299415" y="282359"/>
                  </a:lnTo>
                  <a:lnTo>
                    <a:pt x="299415" y="271691"/>
                  </a:lnTo>
                  <a:lnTo>
                    <a:pt x="266509" y="233324"/>
                  </a:lnTo>
                  <a:lnTo>
                    <a:pt x="266509" y="243979"/>
                  </a:lnTo>
                  <a:lnTo>
                    <a:pt x="265506" y="243738"/>
                  </a:lnTo>
                  <a:lnTo>
                    <a:pt x="259092" y="244132"/>
                  </a:lnTo>
                  <a:lnTo>
                    <a:pt x="257581" y="244703"/>
                  </a:lnTo>
                  <a:lnTo>
                    <a:pt x="257886" y="242951"/>
                  </a:lnTo>
                  <a:lnTo>
                    <a:pt x="257721" y="239217"/>
                  </a:lnTo>
                  <a:lnTo>
                    <a:pt x="257556" y="235483"/>
                  </a:lnTo>
                  <a:lnTo>
                    <a:pt x="256743" y="232587"/>
                  </a:lnTo>
                  <a:lnTo>
                    <a:pt x="266509" y="243979"/>
                  </a:lnTo>
                  <a:lnTo>
                    <a:pt x="266509" y="233324"/>
                  </a:lnTo>
                  <a:lnTo>
                    <a:pt x="265277" y="231876"/>
                  </a:lnTo>
                  <a:lnTo>
                    <a:pt x="256679" y="221843"/>
                  </a:lnTo>
                  <a:lnTo>
                    <a:pt x="256679" y="232511"/>
                  </a:lnTo>
                  <a:lnTo>
                    <a:pt x="255549" y="232575"/>
                  </a:lnTo>
                  <a:lnTo>
                    <a:pt x="256146" y="231876"/>
                  </a:lnTo>
                  <a:lnTo>
                    <a:pt x="256679" y="232511"/>
                  </a:lnTo>
                  <a:lnTo>
                    <a:pt x="256679" y="221843"/>
                  </a:lnTo>
                  <a:lnTo>
                    <a:pt x="256146" y="221208"/>
                  </a:lnTo>
                  <a:lnTo>
                    <a:pt x="222097" y="260921"/>
                  </a:lnTo>
                  <a:lnTo>
                    <a:pt x="222097" y="282638"/>
                  </a:lnTo>
                  <a:lnTo>
                    <a:pt x="220700" y="282295"/>
                  </a:lnTo>
                  <a:lnTo>
                    <a:pt x="217500" y="282486"/>
                  </a:lnTo>
                  <a:lnTo>
                    <a:pt x="214287" y="282689"/>
                  </a:lnTo>
                  <a:lnTo>
                    <a:pt x="211810" y="283629"/>
                  </a:lnTo>
                  <a:lnTo>
                    <a:pt x="211810" y="285546"/>
                  </a:lnTo>
                  <a:lnTo>
                    <a:pt x="210972" y="284556"/>
                  </a:lnTo>
                  <a:lnTo>
                    <a:pt x="211721" y="283692"/>
                  </a:lnTo>
                  <a:lnTo>
                    <a:pt x="211810" y="285546"/>
                  </a:lnTo>
                  <a:lnTo>
                    <a:pt x="211810" y="283629"/>
                  </a:lnTo>
                  <a:lnTo>
                    <a:pt x="221526" y="272249"/>
                  </a:lnTo>
                  <a:lnTo>
                    <a:pt x="221310" y="273494"/>
                  </a:lnTo>
                  <a:lnTo>
                    <a:pt x="221653" y="280962"/>
                  </a:lnTo>
                  <a:lnTo>
                    <a:pt x="222097" y="282638"/>
                  </a:lnTo>
                  <a:lnTo>
                    <a:pt x="222097" y="260921"/>
                  </a:lnTo>
                  <a:lnTo>
                    <a:pt x="204952" y="280911"/>
                  </a:lnTo>
                  <a:lnTo>
                    <a:pt x="198958" y="273926"/>
                  </a:lnTo>
                  <a:lnTo>
                    <a:pt x="198958" y="284556"/>
                  </a:lnTo>
                  <a:lnTo>
                    <a:pt x="188861" y="296341"/>
                  </a:lnTo>
                  <a:lnTo>
                    <a:pt x="189128" y="294855"/>
                  </a:lnTo>
                  <a:lnTo>
                    <a:pt x="188772" y="287375"/>
                  </a:lnTo>
                  <a:lnTo>
                    <a:pt x="188315" y="285699"/>
                  </a:lnTo>
                  <a:lnTo>
                    <a:pt x="189801" y="286042"/>
                  </a:lnTo>
                  <a:lnTo>
                    <a:pt x="193001" y="285851"/>
                  </a:lnTo>
                  <a:lnTo>
                    <a:pt x="196202" y="285648"/>
                  </a:lnTo>
                  <a:lnTo>
                    <a:pt x="198767" y="284683"/>
                  </a:lnTo>
                  <a:lnTo>
                    <a:pt x="198742" y="284314"/>
                  </a:lnTo>
                  <a:lnTo>
                    <a:pt x="198958" y="284556"/>
                  </a:lnTo>
                  <a:lnTo>
                    <a:pt x="198958" y="273926"/>
                  </a:lnTo>
                  <a:lnTo>
                    <a:pt x="197053" y="271703"/>
                  </a:lnTo>
                  <a:lnTo>
                    <a:pt x="197053" y="282359"/>
                  </a:lnTo>
                  <a:lnTo>
                    <a:pt x="196037" y="282105"/>
                  </a:lnTo>
                  <a:lnTo>
                    <a:pt x="189636" y="282498"/>
                  </a:lnTo>
                  <a:lnTo>
                    <a:pt x="188112" y="283083"/>
                  </a:lnTo>
                  <a:lnTo>
                    <a:pt x="188417" y="281317"/>
                  </a:lnTo>
                  <a:lnTo>
                    <a:pt x="188252" y="277583"/>
                  </a:lnTo>
                  <a:lnTo>
                    <a:pt x="188087" y="273837"/>
                  </a:lnTo>
                  <a:lnTo>
                    <a:pt x="187439" y="271538"/>
                  </a:lnTo>
                  <a:lnTo>
                    <a:pt x="187439" y="298005"/>
                  </a:lnTo>
                  <a:lnTo>
                    <a:pt x="153797" y="337248"/>
                  </a:lnTo>
                  <a:lnTo>
                    <a:pt x="142113" y="323634"/>
                  </a:lnTo>
                  <a:lnTo>
                    <a:pt x="144691" y="324243"/>
                  </a:lnTo>
                  <a:lnTo>
                    <a:pt x="151091" y="323850"/>
                  </a:lnTo>
                  <a:lnTo>
                    <a:pt x="152527" y="323316"/>
                  </a:lnTo>
                  <a:lnTo>
                    <a:pt x="152234" y="325031"/>
                  </a:lnTo>
                  <a:lnTo>
                    <a:pt x="152400" y="328764"/>
                  </a:lnTo>
                  <a:lnTo>
                    <a:pt x="152565" y="332511"/>
                  </a:lnTo>
                  <a:lnTo>
                    <a:pt x="153390" y="335495"/>
                  </a:lnTo>
                  <a:lnTo>
                    <a:pt x="155067" y="335381"/>
                  </a:lnTo>
                  <a:lnTo>
                    <a:pt x="155613" y="332320"/>
                  </a:lnTo>
                  <a:lnTo>
                    <a:pt x="155270" y="324840"/>
                  </a:lnTo>
                  <a:lnTo>
                    <a:pt x="154813" y="323176"/>
                  </a:lnTo>
                  <a:lnTo>
                    <a:pt x="156286" y="323519"/>
                  </a:lnTo>
                  <a:lnTo>
                    <a:pt x="159499" y="323316"/>
                  </a:lnTo>
                  <a:lnTo>
                    <a:pt x="162699" y="323113"/>
                  </a:lnTo>
                  <a:lnTo>
                    <a:pt x="165265" y="322148"/>
                  </a:lnTo>
                  <a:lnTo>
                    <a:pt x="165163" y="320192"/>
                  </a:lnTo>
                  <a:lnTo>
                    <a:pt x="162534" y="319570"/>
                  </a:lnTo>
                  <a:lnTo>
                    <a:pt x="156121" y="319963"/>
                  </a:lnTo>
                  <a:lnTo>
                    <a:pt x="154609" y="320535"/>
                  </a:lnTo>
                  <a:lnTo>
                    <a:pt x="154914" y="318782"/>
                  </a:lnTo>
                  <a:lnTo>
                    <a:pt x="154749" y="315048"/>
                  </a:lnTo>
                  <a:lnTo>
                    <a:pt x="154584" y="311302"/>
                  </a:lnTo>
                  <a:lnTo>
                    <a:pt x="153758" y="308317"/>
                  </a:lnTo>
                  <a:lnTo>
                    <a:pt x="152082" y="308432"/>
                  </a:lnTo>
                  <a:lnTo>
                    <a:pt x="151536" y="311492"/>
                  </a:lnTo>
                  <a:lnTo>
                    <a:pt x="151879" y="318973"/>
                  </a:lnTo>
                  <a:lnTo>
                    <a:pt x="152323" y="320636"/>
                  </a:lnTo>
                  <a:lnTo>
                    <a:pt x="150926" y="320294"/>
                  </a:lnTo>
                  <a:lnTo>
                    <a:pt x="147726" y="320497"/>
                  </a:lnTo>
                  <a:lnTo>
                    <a:pt x="144526" y="320687"/>
                  </a:lnTo>
                  <a:lnTo>
                    <a:pt x="141960" y="321652"/>
                  </a:lnTo>
                  <a:lnTo>
                    <a:pt x="142036" y="323557"/>
                  </a:lnTo>
                  <a:lnTo>
                    <a:pt x="109537" y="285635"/>
                  </a:lnTo>
                  <a:lnTo>
                    <a:pt x="112102" y="286232"/>
                  </a:lnTo>
                  <a:lnTo>
                    <a:pt x="118516" y="285838"/>
                  </a:lnTo>
                  <a:lnTo>
                    <a:pt x="119951" y="285305"/>
                  </a:lnTo>
                  <a:lnTo>
                    <a:pt x="119646" y="287020"/>
                  </a:lnTo>
                  <a:lnTo>
                    <a:pt x="119824" y="290766"/>
                  </a:lnTo>
                  <a:lnTo>
                    <a:pt x="119989" y="294500"/>
                  </a:lnTo>
                  <a:lnTo>
                    <a:pt x="120815" y="297484"/>
                  </a:lnTo>
                  <a:lnTo>
                    <a:pt x="122491" y="297383"/>
                  </a:lnTo>
                  <a:lnTo>
                    <a:pt x="123037" y="294309"/>
                  </a:lnTo>
                  <a:lnTo>
                    <a:pt x="122694" y="286842"/>
                  </a:lnTo>
                  <a:lnTo>
                    <a:pt x="122224" y="285165"/>
                  </a:lnTo>
                  <a:lnTo>
                    <a:pt x="123710" y="285508"/>
                  </a:lnTo>
                  <a:lnTo>
                    <a:pt x="126911" y="285305"/>
                  </a:lnTo>
                  <a:lnTo>
                    <a:pt x="130111" y="285115"/>
                  </a:lnTo>
                  <a:lnTo>
                    <a:pt x="132676" y="284149"/>
                  </a:lnTo>
                  <a:lnTo>
                    <a:pt x="132588" y="282194"/>
                  </a:lnTo>
                  <a:lnTo>
                    <a:pt x="129946" y="281559"/>
                  </a:lnTo>
                  <a:lnTo>
                    <a:pt x="123545" y="281952"/>
                  </a:lnTo>
                  <a:lnTo>
                    <a:pt x="122034" y="282524"/>
                  </a:lnTo>
                  <a:lnTo>
                    <a:pt x="122339" y="280771"/>
                  </a:lnTo>
                  <a:lnTo>
                    <a:pt x="122174" y="277037"/>
                  </a:lnTo>
                  <a:lnTo>
                    <a:pt x="121996" y="273304"/>
                  </a:lnTo>
                  <a:lnTo>
                    <a:pt x="121170" y="270319"/>
                  </a:lnTo>
                  <a:lnTo>
                    <a:pt x="120802" y="270344"/>
                  </a:lnTo>
                  <a:lnTo>
                    <a:pt x="152577" y="233299"/>
                  </a:lnTo>
                  <a:lnTo>
                    <a:pt x="152158" y="235673"/>
                  </a:lnTo>
                  <a:lnTo>
                    <a:pt x="152501" y="243141"/>
                  </a:lnTo>
                  <a:lnTo>
                    <a:pt x="152946" y="244817"/>
                  </a:lnTo>
                  <a:lnTo>
                    <a:pt x="151549" y="244475"/>
                  </a:lnTo>
                  <a:lnTo>
                    <a:pt x="148348" y="244665"/>
                  </a:lnTo>
                  <a:lnTo>
                    <a:pt x="145148" y="244868"/>
                  </a:lnTo>
                  <a:lnTo>
                    <a:pt x="142582" y="245833"/>
                  </a:lnTo>
                  <a:lnTo>
                    <a:pt x="142671" y="247789"/>
                  </a:lnTo>
                  <a:lnTo>
                    <a:pt x="145313" y="248412"/>
                  </a:lnTo>
                  <a:lnTo>
                    <a:pt x="151714" y="248018"/>
                  </a:lnTo>
                  <a:lnTo>
                    <a:pt x="153149" y="247484"/>
                  </a:lnTo>
                  <a:lnTo>
                    <a:pt x="152857" y="249199"/>
                  </a:lnTo>
                  <a:lnTo>
                    <a:pt x="153022" y="252945"/>
                  </a:lnTo>
                  <a:lnTo>
                    <a:pt x="153187" y="256679"/>
                  </a:lnTo>
                  <a:lnTo>
                    <a:pt x="154012" y="259664"/>
                  </a:lnTo>
                  <a:lnTo>
                    <a:pt x="155689" y="259562"/>
                  </a:lnTo>
                  <a:lnTo>
                    <a:pt x="156235" y="256489"/>
                  </a:lnTo>
                  <a:lnTo>
                    <a:pt x="155892" y="249021"/>
                  </a:lnTo>
                  <a:lnTo>
                    <a:pt x="155435" y="247345"/>
                  </a:lnTo>
                  <a:lnTo>
                    <a:pt x="156908" y="247688"/>
                  </a:lnTo>
                  <a:lnTo>
                    <a:pt x="160121" y="247484"/>
                  </a:lnTo>
                  <a:lnTo>
                    <a:pt x="163322" y="247294"/>
                  </a:lnTo>
                  <a:lnTo>
                    <a:pt x="165887" y="246329"/>
                  </a:lnTo>
                  <a:lnTo>
                    <a:pt x="165862" y="245973"/>
                  </a:lnTo>
                  <a:lnTo>
                    <a:pt x="187210" y="270865"/>
                  </a:lnTo>
                  <a:lnTo>
                    <a:pt x="185585" y="270967"/>
                  </a:lnTo>
                  <a:lnTo>
                    <a:pt x="185039" y="274027"/>
                  </a:lnTo>
                  <a:lnTo>
                    <a:pt x="185381" y="281508"/>
                  </a:lnTo>
                  <a:lnTo>
                    <a:pt x="185826" y="283171"/>
                  </a:lnTo>
                  <a:lnTo>
                    <a:pt x="184442" y="282829"/>
                  </a:lnTo>
                  <a:lnTo>
                    <a:pt x="181229" y="283032"/>
                  </a:lnTo>
                  <a:lnTo>
                    <a:pt x="178028" y="283222"/>
                  </a:lnTo>
                  <a:lnTo>
                    <a:pt x="175463" y="284187"/>
                  </a:lnTo>
                  <a:lnTo>
                    <a:pt x="175552" y="286143"/>
                  </a:lnTo>
                  <a:lnTo>
                    <a:pt x="178193" y="286778"/>
                  </a:lnTo>
                  <a:lnTo>
                    <a:pt x="184607" y="286385"/>
                  </a:lnTo>
                  <a:lnTo>
                    <a:pt x="186029" y="285851"/>
                  </a:lnTo>
                  <a:lnTo>
                    <a:pt x="185737" y="287566"/>
                  </a:lnTo>
                  <a:lnTo>
                    <a:pt x="185902" y="291299"/>
                  </a:lnTo>
                  <a:lnTo>
                    <a:pt x="186080" y="295046"/>
                  </a:lnTo>
                  <a:lnTo>
                    <a:pt x="186905" y="298030"/>
                  </a:lnTo>
                  <a:lnTo>
                    <a:pt x="187439" y="298005"/>
                  </a:lnTo>
                  <a:lnTo>
                    <a:pt x="187439" y="271538"/>
                  </a:lnTo>
                  <a:lnTo>
                    <a:pt x="187274" y="270941"/>
                  </a:lnTo>
                  <a:lnTo>
                    <a:pt x="197053" y="282359"/>
                  </a:lnTo>
                  <a:lnTo>
                    <a:pt x="197053" y="271703"/>
                  </a:lnTo>
                  <a:lnTo>
                    <a:pt x="164160" y="233324"/>
                  </a:lnTo>
                  <a:lnTo>
                    <a:pt x="164160" y="243992"/>
                  </a:lnTo>
                  <a:lnTo>
                    <a:pt x="163156" y="243738"/>
                  </a:lnTo>
                  <a:lnTo>
                    <a:pt x="156743" y="244132"/>
                  </a:lnTo>
                  <a:lnTo>
                    <a:pt x="155232" y="244703"/>
                  </a:lnTo>
                  <a:lnTo>
                    <a:pt x="155536" y="242951"/>
                  </a:lnTo>
                  <a:lnTo>
                    <a:pt x="155371" y="239217"/>
                  </a:lnTo>
                  <a:lnTo>
                    <a:pt x="155206" y="235483"/>
                  </a:lnTo>
                  <a:lnTo>
                    <a:pt x="154393" y="232587"/>
                  </a:lnTo>
                  <a:lnTo>
                    <a:pt x="164160" y="243992"/>
                  </a:lnTo>
                  <a:lnTo>
                    <a:pt x="164160" y="233324"/>
                  </a:lnTo>
                  <a:lnTo>
                    <a:pt x="162928" y="231876"/>
                  </a:lnTo>
                  <a:lnTo>
                    <a:pt x="154330" y="221843"/>
                  </a:lnTo>
                  <a:lnTo>
                    <a:pt x="154330" y="232511"/>
                  </a:lnTo>
                  <a:lnTo>
                    <a:pt x="153200" y="232575"/>
                  </a:lnTo>
                  <a:lnTo>
                    <a:pt x="153797" y="231876"/>
                  </a:lnTo>
                  <a:lnTo>
                    <a:pt x="154330" y="232511"/>
                  </a:lnTo>
                  <a:lnTo>
                    <a:pt x="154330" y="221843"/>
                  </a:lnTo>
                  <a:lnTo>
                    <a:pt x="153797" y="221208"/>
                  </a:lnTo>
                  <a:lnTo>
                    <a:pt x="119748" y="260921"/>
                  </a:lnTo>
                  <a:lnTo>
                    <a:pt x="119748" y="282638"/>
                  </a:lnTo>
                  <a:lnTo>
                    <a:pt x="118351" y="282295"/>
                  </a:lnTo>
                  <a:lnTo>
                    <a:pt x="115138" y="282486"/>
                  </a:lnTo>
                  <a:lnTo>
                    <a:pt x="111937" y="282689"/>
                  </a:lnTo>
                  <a:lnTo>
                    <a:pt x="109461" y="283629"/>
                  </a:lnTo>
                  <a:lnTo>
                    <a:pt x="109461" y="285546"/>
                  </a:lnTo>
                  <a:lnTo>
                    <a:pt x="108623" y="284556"/>
                  </a:lnTo>
                  <a:lnTo>
                    <a:pt x="109372" y="283692"/>
                  </a:lnTo>
                  <a:lnTo>
                    <a:pt x="109461" y="285546"/>
                  </a:lnTo>
                  <a:lnTo>
                    <a:pt x="109461" y="283629"/>
                  </a:lnTo>
                  <a:lnTo>
                    <a:pt x="119164" y="272262"/>
                  </a:lnTo>
                  <a:lnTo>
                    <a:pt x="118948" y="273494"/>
                  </a:lnTo>
                  <a:lnTo>
                    <a:pt x="119303" y="280962"/>
                  </a:lnTo>
                  <a:lnTo>
                    <a:pt x="119748" y="282638"/>
                  </a:lnTo>
                  <a:lnTo>
                    <a:pt x="119748" y="260921"/>
                  </a:lnTo>
                  <a:lnTo>
                    <a:pt x="104038" y="279234"/>
                  </a:lnTo>
                  <a:lnTo>
                    <a:pt x="99479" y="273926"/>
                  </a:lnTo>
                  <a:lnTo>
                    <a:pt x="99479" y="284556"/>
                  </a:lnTo>
                  <a:lnTo>
                    <a:pt x="89382" y="296354"/>
                  </a:lnTo>
                  <a:lnTo>
                    <a:pt x="89649" y="294855"/>
                  </a:lnTo>
                  <a:lnTo>
                    <a:pt x="89293" y="287375"/>
                  </a:lnTo>
                  <a:lnTo>
                    <a:pt x="88480" y="284378"/>
                  </a:lnTo>
                  <a:lnTo>
                    <a:pt x="88950" y="281317"/>
                  </a:lnTo>
                  <a:lnTo>
                    <a:pt x="88773" y="277583"/>
                  </a:lnTo>
                  <a:lnTo>
                    <a:pt x="88607" y="273837"/>
                  </a:lnTo>
                  <a:lnTo>
                    <a:pt x="87960" y="271538"/>
                  </a:lnTo>
                  <a:lnTo>
                    <a:pt x="87960" y="298005"/>
                  </a:lnTo>
                  <a:lnTo>
                    <a:pt x="54317" y="337248"/>
                  </a:lnTo>
                  <a:lnTo>
                    <a:pt x="42633" y="323634"/>
                  </a:lnTo>
                  <a:lnTo>
                    <a:pt x="45212" y="324243"/>
                  </a:lnTo>
                  <a:lnTo>
                    <a:pt x="51625" y="323850"/>
                  </a:lnTo>
                  <a:lnTo>
                    <a:pt x="53047" y="323316"/>
                  </a:lnTo>
                  <a:lnTo>
                    <a:pt x="52755" y="325031"/>
                  </a:lnTo>
                  <a:lnTo>
                    <a:pt x="52920" y="328764"/>
                  </a:lnTo>
                  <a:lnTo>
                    <a:pt x="53086" y="332511"/>
                  </a:lnTo>
                  <a:lnTo>
                    <a:pt x="53911" y="335495"/>
                  </a:lnTo>
                  <a:lnTo>
                    <a:pt x="55587" y="335381"/>
                  </a:lnTo>
                  <a:lnTo>
                    <a:pt x="56134" y="332320"/>
                  </a:lnTo>
                  <a:lnTo>
                    <a:pt x="55791" y="324840"/>
                  </a:lnTo>
                  <a:lnTo>
                    <a:pt x="55333" y="323176"/>
                  </a:lnTo>
                  <a:lnTo>
                    <a:pt x="56807" y="323519"/>
                  </a:lnTo>
                  <a:lnTo>
                    <a:pt x="60020" y="323316"/>
                  </a:lnTo>
                  <a:lnTo>
                    <a:pt x="63220" y="323113"/>
                  </a:lnTo>
                  <a:lnTo>
                    <a:pt x="65786" y="322148"/>
                  </a:lnTo>
                  <a:lnTo>
                    <a:pt x="65697" y="320192"/>
                  </a:lnTo>
                  <a:lnTo>
                    <a:pt x="63055" y="319570"/>
                  </a:lnTo>
                  <a:lnTo>
                    <a:pt x="56642" y="319963"/>
                  </a:lnTo>
                  <a:lnTo>
                    <a:pt x="55130" y="320535"/>
                  </a:lnTo>
                  <a:lnTo>
                    <a:pt x="55435" y="318782"/>
                  </a:lnTo>
                  <a:lnTo>
                    <a:pt x="55270" y="315048"/>
                  </a:lnTo>
                  <a:lnTo>
                    <a:pt x="55105" y="311302"/>
                  </a:lnTo>
                  <a:lnTo>
                    <a:pt x="54279" y="308317"/>
                  </a:lnTo>
                  <a:lnTo>
                    <a:pt x="52603" y="308432"/>
                  </a:lnTo>
                  <a:lnTo>
                    <a:pt x="52057" y="311492"/>
                  </a:lnTo>
                  <a:lnTo>
                    <a:pt x="52400" y="318973"/>
                  </a:lnTo>
                  <a:lnTo>
                    <a:pt x="52844" y="320636"/>
                  </a:lnTo>
                  <a:lnTo>
                    <a:pt x="51447" y="320294"/>
                  </a:lnTo>
                  <a:lnTo>
                    <a:pt x="48247" y="320497"/>
                  </a:lnTo>
                  <a:lnTo>
                    <a:pt x="45046" y="320687"/>
                  </a:lnTo>
                  <a:lnTo>
                    <a:pt x="42481" y="321652"/>
                  </a:lnTo>
                  <a:lnTo>
                    <a:pt x="42557" y="323557"/>
                  </a:lnTo>
                  <a:lnTo>
                    <a:pt x="10058" y="285635"/>
                  </a:lnTo>
                  <a:lnTo>
                    <a:pt x="12623" y="286232"/>
                  </a:lnTo>
                  <a:lnTo>
                    <a:pt x="19037" y="285838"/>
                  </a:lnTo>
                  <a:lnTo>
                    <a:pt x="20472" y="285305"/>
                  </a:lnTo>
                  <a:lnTo>
                    <a:pt x="20180" y="287020"/>
                  </a:lnTo>
                  <a:lnTo>
                    <a:pt x="20345" y="290766"/>
                  </a:lnTo>
                  <a:lnTo>
                    <a:pt x="20510" y="294500"/>
                  </a:lnTo>
                  <a:lnTo>
                    <a:pt x="21336" y="297484"/>
                  </a:lnTo>
                  <a:lnTo>
                    <a:pt x="23012" y="297383"/>
                  </a:lnTo>
                  <a:lnTo>
                    <a:pt x="23558" y="294309"/>
                  </a:lnTo>
                  <a:lnTo>
                    <a:pt x="23215" y="286842"/>
                  </a:lnTo>
                  <a:lnTo>
                    <a:pt x="22745" y="285165"/>
                  </a:lnTo>
                  <a:lnTo>
                    <a:pt x="24231" y="285508"/>
                  </a:lnTo>
                  <a:lnTo>
                    <a:pt x="27432" y="285305"/>
                  </a:lnTo>
                  <a:lnTo>
                    <a:pt x="30645" y="285115"/>
                  </a:lnTo>
                  <a:lnTo>
                    <a:pt x="33210" y="284149"/>
                  </a:lnTo>
                  <a:lnTo>
                    <a:pt x="33108" y="282194"/>
                  </a:lnTo>
                  <a:lnTo>
                    <a:pt x="30467" y="281559"/>
                  </a:lnTo>
                  <a:lnTo>
                    <a:pt x="24066" y="281952"/>
                  </a:lnTo>
                  <a:lnTo>
                    <a:pt x="22555" y="282524"/>
                  </a:lnTo>
                  <a:lnTo>
                    <a:pt x="22860" y="280771"/>
                  </a:lnTo>
                  <a:lnTo>
                    <a:pt x="22694" y="277037"/>
                  </a:lnTo>
                  <a:lnTo>
                    <a:pt x="22517" y="273304"/>
                  </a:lnTo>
                  <a:lnTo>
                    <a:pt x="21691" y="270319"/>
                  </a:lnTo>
                  <a:lnTo>
                    <a:pt x="21323" y="270344"/>
                  </a:lnTo>
                  <a:lnTo>
                    <a:pt x="54317" y="231876"/>
                  </a:lnTo>
                  <a:lnTo>
                    <a:pt x="87731" y="270865"/>
                  </a:lnTo>
                  <a:lnTo>
                    <a:pt x="86106" y="270967"/>
                  </a:lnTo>
                  <a:lnTo>
                    <a:pt x="85559" y="274027"/>
                  </a:lnTo>
                  <a:lnTo>
                    <a:pt x="85915" y="281508"/>
                  </a:lnTo>
                  <a:lnTo>
                    <a:pt x="86360" y="283171"/>
                  </a:lnTo>
                  <a:lnTo>
                    <a:pt x="84963" y="282829"/>
                  </a:lnTo>
                  <a:lnTo>
                    <a:pt x="81749" y="283032"/>
                  </a:lnTo>
                  <a:lnTo>
                    <a:pt x="78549" y="283222"/>
                  </a:lnTo>
                  <a:lnTo>
                    <a:pt x="75984" y="284187"/>
                  </a:lnTo>
                  <a:lnTo>
                    <a:pt x="76073" y="286143"/>
                  </a:lnTo>
                  <a:lnTo>
                    <a:pt x="78714" y="286778"/>
                  </a:lnTo>
                  <a:lnTo>
                    <a:pt x="85128" y="286385"/>
                  </a:lnTo>
                  <a:lnTo>
                    <a:pt x="86550" y="285851"/>
                  </a:lnTo>
                  <a:lnTo>
                    <a:pt x="86258" y="287566"/>
                  </a:lnTo>
                  <a:lnTo>
                    <a:pt x="86423" y="291299"/>
                  </a:lnTo>
                  <a:lnTo>
                    <a:pt x="86601" y="295046"/>
                  </a:lnTo>
                  <a:lnTo>
                    <a:pt x="87426" y="298030"/>
                  </a:lnTo>
                  <a:lnTo>
                    <a:pt x="87960" y="298005"/>
                  </a:lnTo>
                  <a:lnTo>
                    <a:pt x="87960" y="271538"/>
                  </a:lnTo>
                  <a:lnTo>
                    <a:pt x="87795" y="270941"/>
                  </a:lnTo>
                  <a:lnTo>
                    <a:pt x="99479" y="284556"/>
                  </a:lnTo>
                  <a:lnTo>
                    <a:pt x="99479" y="273926"/>
                  </a:lnTo>
                  <a:lnTo>
                    <a:pt x="63449" y="231876"/>
                  </a:lnTo>
                  <a:lnTo>
                    <a:pt x="54317" y="221208"/>
                  </a:lnTo>
                  <a:lnTo>
                    <a:pt x="20269" y="260921"/>
                  </a:lnTo>
                  <a:lnTo>
                    <a:pt x="20269" y="282638"/>
                  </a:lnTo>
                  <a:lnTo>
                    <a:pt x="18872" y="282295"/>
                  </a:lnTo>
                  <a:lnTo>
                    <a:pt x="15671" y="282486"/>
                  </a:lnTo>
                  <a:lnTo>
                    <a:pt x="12458" y="282689"/>
                  </a:lnTo>
                  <a:lnTo>
                    <a:pt x="9982" y="283629"/>
                  </a:lnTo>
                  <a:lnTo>
                    <a:pt x="9982" y="285546"/>
                  </a:lnTo>
                  <a:lnTo>
                    <a:pt x="9144" y="284556"/>
                  </a:lnTo>
                  <a:lnTo>
                    <a:pt x="9893" y="283692"/>
                  </a:lnTo>
                  <a:lnTo>
                    <a:pt x="9982" y="285546"/>
                  </a:lnTo>
                  <a:lnTo>
                    <a:pt x="9982" y="283629"/>
                  </a:lnTo>
                  <a:lnTo>
                    <a:pt x="19697" y="272249"/>
                  </a:lnTo>
                  <a:lnTo>
                    <a:pt x="19481" y="273494"/>
                  </a:lnTo>
                  <a:lnTo>
                    <a:pt x="19824" y="280962"/>
                  </a:lnTo>
                  <a:lnTo>
                    <a:pt x="20269" y="282638"/>
                  </a:lnTo>
                  <a:lnTo>
                    <a:pt x="20269" y="260921"/>
                  </a:lnTo>
                  <a:lnTo>
                    <a:pt x="0" y="284556"/>
                  </a:lnTo>
                  <a:lnTo>
                    <a:pt x="54317" y="347916"/>
                  </a:lnTo>
                  <a:lnTo>
                    <a:pt x="63449" y="337248"/>
                  </a:lnTo>
                  <a:lnTo>
                    <a:pt x="104038" y="289890"/>
                  </a:lnTo>
                  <a:lnTo>
                    <a:pt x="153797" y="347916"/>
                  </a:lnTo>
                  <a:lnTo>
                    <a:pt x="162928" y="337248"/>
                  </a:lnTo>
                  <a:lnTo>
                    <a:pt x="204952" y="288213"/>
                  </a:lnTo>
                  <a:lnTo>
                    <a:pt x="256146" y="347916"/>
                  </a:lnTo>
                  <a:lnTo>
                    <a:pt x="265277" y="337248"/>
                  </a:lnTo>
                  <a:lnTo>
                    <a:pt x="310451" y="284556"/>
                  </a:lnTo>
                  <a:close/>
                </a:path>
                <a:path w="351790" h="347979">
                  <a:moveTo>
                    <a:pt x="318782" y="13830"/>
                  </a:moveTo>
                  <a:lnTo>
                    <a:pt x="318693" y="11874"/>
                  </a:lnTo>
                  <a:lnTo>
                    <a:pt x="316052" y="11252"/>
                  </a:lnTo>
                  <a:lnTo>
                    <a:pt x="309638" y="11645"/>
                  </a:lnTo>
                  <a:lnTo>
                    <a:pt x="308127" y="12217"/>
                  </a:lnTo>
                  <a:lnTo>
                    <a:pt x="308432" y="10464"/>
                  </a:lnTo>
                  <a:lnTo>
                    <a:pt x="308267" y="6731"/>
                  </a:lnTo>
                  <a:lnTo>
                    <a:pt x="308102" y="2984"/>
                  </a:lnTo>
                  <a:lnTo>
                    <a:pt x="307276" y="0"/>
                  </a:lnTo>
                  <a:lnTo>
                    <a:pt x="305600" y="114"/>
                  </a:lnTo>
                  <a:lnTo>
                    <a:pt x="305054" y="3175"/>
                  </a:lnTo>
                  <a:lnTo>
                    <a:pt x="305396" y="10655"/>
                  </a:lnTo>
                  <a:lnTo>
                    <a:pt x="305841" y="12319"/>
                  </a:lnTo>
                  <a:lnTo>
                    <a:pt x="304444" y="11976"/>
                  </a:lnTo>
                  <a:lnTo>
                    <a:pt x="301244" y="12179"/>
                  </a:lnTo>
                  <a:lnTo>
                    <a:pt x="298043" y="12369"/>
                  </a:lnTo>
                  <a:lnTo>
                    <a:pt x="295478" y="13335"/>
                  </a:lnTo>
                  <a:lnTo>
                    <a:pt x="295567" y="15290"/>
                  </a:lnTo>
                  <a:lnTo>
                    <a:pt x="298208" y="15925"/>
                  </a:lnTo>
                  <a:lnTo>
                    <a:pt x="304609" y="15532"/>
                  </a:lnTo>
                  <a:lnTo>
                    <a:pt x="306044" y="14998"/>
                  </a:lnTo>
                  <a:lnTo>
                    <a:pt x="305752" y="16713"/>
                  </a:lnTo>
                  <a:lnTo>
                    <a:pt x="305917" y="20447"/>
                  </a:lnTo>
                  <a:lnTo>
                    <a:pt x="306082" y="24193"/>
                  </a:lnTo>
                  <a:lnTo>
                    <a:pt x="306908" y="27178"/>
                  </a:lnTo>
                  <a:lnTo>
                    <a:pt x="308584" y="27063"/>
                  </a:lnTo>
                  <a:lnTo>
                    <a:pt x="309130" y="24003"/>
                  </a:lnTo>
                  <a:lnTo>
                    <a:pt x="308787" y="16522"/>
                  </a:lnTo>
                  <a:lnTo>
                    <a:pt x="308330" y="14859"/>
                  </a:lnTo>
                  <a:lnTo>
                    <a:pt x="309803" y="15201"/>
                  </a:lnTo>
                  <a:lnTo>
                    <a:pt x="313016" y="14998"/>
                  </a:lnTo>
                  <a:lnTo>
                    <a:pt x="316217" y="14795"/>
                  </a:lnTo>
                  <a:lnTo>
                    <a:pt x="318782" y="13830"/>
                  </a:lnTo>
                  <a:close/>
                </a:path>
                <a:path w="351790" h="347979">
                  <a:moveTo>
                    <a:pt x="351663" y="52197"/>
                  </a:moveTo>
                  <a:lnTo>
                    <a:pt x="351574" y="50241"/>
                  </a:lnTo>
                  <a:lnTo>
                    <a:pt x="348932" y="49606"/>
                  </a:lnTo>
                  <a:lnTo>
                    <a:pt x="342531" y="50012"/>
                  </a:lnTo>
                  <a:lnTo>
                    <a:pt x="341020" y="50584"/>
                  </a:lnTo>
                  <a:lnTo>
                    <a:pt x="341325" y="48818"/>
                  </a:lnTo>
                  <a:lnTo>
                    <a:pt x="341160" y="45085"/>
                  </a:lnTo>
                  <a:lnTo>
                    <a:pt x="340969" y="41351"/>
                  </a:lnTo>
                  <a:lnTo>
                    <a:pt x="340156" y="38366"/>
                  </a:lnTo>
                  <a:lnTo>
                    <a:pt x="338480" y="38468"/>
                  </a:lnTo>
                  <a:lnTo>
                    <a:pt x="337934" y="41541"/>
                  </a:lnTo>
                  <a:lnTo>
                    <a:pt x="338289" y="49009"/>
                  </a:lnTo>
                  <a:lnTo>
                    <a:pt x="338734" y="50685"/>
                  </a:lnTo>
                  <a:lnTo>
                    <a:pt x="337337" y="50342"/>
                  </a:lnTo>
                  <a:lnTo>
                    <a:pt x="334124" y="50533"/>
                  </a:lnTo>
                  <a:lnTo>
                    <a:pt x="330923" y="50736"/>
                  </a:lnTo>
                  <a:lnTo>
                    <a:pt x="328358" y="51701"/>
                  </a:lnTo>
                  <a:lnTo>
                    <a:pt x="328447" y="53657"/>
                  </a:lnTo>
                  <a:lnTo>
                    <a:pt x="331089" y="54279"/>
                  </a:lnTo>
                  <a:lnTo>
                    <a:pt x="337502" y="53886"/>
                  </a:lnTo>
                  <a:lnTo>
                    <a:pt x="338924" y="53352"/>
                  </a:lnTo>
                  <a:lnTo>
                    <a:pt x="338632" y="55079"/>
                  </a:lnTo>
                  <a:lnTo>
                    <a:pt x="338810" y="58813"/>
                  </a:lnTo>
                  <a:lnTo>
                    <a:pt x="338975" y="62547"/>
                  </a:lnTo>
                  <a:lnTo>
                    <a:pt x="339801" y="65532"/>
                  </a:lnTo>
                  <a:lnTo>
                    <a:pt x="341477" y="65430"/>
                  </a:lnTo>
                  <a:lnTo>
                    <a:pt x="342023" y="62357"/>
                  </a:lnTo>
                  <a:lnTo>
                    <a:pt x="341668" y="54889"/>
                  </a:lnTo>
                  <a:lnTo>
                    <a:pt x="341210" y="53213"/>
                  </a:lnTo>
                  <a:lnTo>
                    <a:pt x="342696" y="53555"/>
                  </a:lnTo>
                  <a:lnTo>
                    <a:pt x="345897" y="53352"/>
                  </a:lnTo>
                  <a:lnTo>
                    <a:pt x="349097" y="53162"/>
                  </a:lnTo>
                  <a:lnTo>
                    <a:pt x="351663" y="5219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6" name="object 2096" descr=""/>
            <p:cNvSpPr/>
            <p:nvPr/>
          </p:nvSpPr>
          <p:spPr>
            <a:xfrm>
              <a:off x="7219099" y="7538916"/>
              <a:ext cx="318135" cy="359410"/>
            </a:xfrm>
            <a:custGeom>
              <a:avLst/>
              <a:gdLst/>
              <a:ahLst/>
              <a:cxnLst/>
              <a:rect l="l" t="t" r="r" b="b"/>
              <a:pathLst>
                <a:path w="318134" h="359409">
                  <a:moveTo>
                    <a:pt x="23304" y="102273"/>
                  </a:moveTo>
                  <a:lnTo>
                    <a:pt x="23215" y="100317"/>
                  </a:lnTo>
                  <a:lnTo>
                    <a:pt x="20574" y="99682"/>
                  </a:lnTo>
                  <a:lnTo>
                    <a:pt x="14160" y="100076"/>
                  </a:lnTo>
                  <a:lnTo>
                    <a:pt x="12649" y="100647"/>
                  </a:lnTo>
                  <a:lnTo>
                    <a:pt x="12954" y="98894"/>
                  </a:lnTo>
                  <a:lnTo>
                    <a:pt x="12788" y="95161"/>
                  </a:lnTo>
                  <a:lnTo>
                    <a:pt x="12611" y="91427"/>
                  </a:lnTo>
                  <a:lnTo>
                    <a:pt x="11798" y="88442"/>
                  </a:lnTo>
                  <a:lnTo>
                    <a:pt x="10121" y="88544"/>
                  </a:lnTo>
                  <a:lnTo>
                    <a:pt x="9575" y="91617"/>
                  </a:lnTo>
                  <a:lnTo>
                    <a:pt x="9918" y="99085"/>
                  </a:lnTo>
                  <a:lnTo>
                    <a:pt x="10363" y="100761"/>
                  </a:lnTo>
                  <a:lnTo>
                    <a:pt x="8966" y="100418"/>
                  </a:lnTo>
                  <a:lnTo>
                    <a:pt x="5765" y="100609"/>
                  </a:lnTo>
                  <a:lnTo>
                    <a:pt x="2565" y="100812"/>
                  </a:lnTo>
                  <a:lnTo>
                    <a:pt x="0" y="101777"/>
                  </a:lnTo>
                  <a:lnTo>
                    <a:pt x="88" y="103733"/>
                  </a:lnTo>
                  <a:lnTo>
                    <a:pt x="2730" y="104355"/>
                  </a:lnTo>
                  <a:lnTo>
                    <a:pt x="9131" y="103962"/>
                  </a:lnTo>
                  <a:lnTo>
                    <a:pt x="10566" y="103428"/>
                  </a:lnTo>
                  <a:lnTo>
                    <a:pt x="10274" y="105143"/>
                  </a:lnTo>
                  <a:lnTo>
                    <a:pt x="10439" y="108889"/>
                  </a:lnTo>
                  <a:lnTo>
                    <a:pt x="10604" y="112623"/>
                  </a:lnTo>
                  <a:lnTo>
                    <a:pt x="11430" y="115608"/>
                  </a:lnTo>
                  <a:lnTo>
                    <a:pt x="13106" y="115506"/>
                  </a:lnTo>
                  <a:lnTo>
                    <a:pt x="13652" y="112433"/>
                  </a:lnTo>
                  <a:lnTo>
                    <a:pt x="13309" y="104965"/>
                  </a:lnTo>
                  <a:lnTo>
                    <a:pt x="12852" y="103289"/>
                  </a:lnTo>
                  <a:lnTo>
                    <a:pt x="14325" y="103632"/>
                  </a:lnTo>
                  <a:lnTo>
                    <a:pt x="17538" y="103428"/>
                  </a:lnTo>
                  <a:lnTo>
                    <a:pt x="20739" y="103238"/>
                  </a:lnTo>
                  <a:lnTo>
                    <a:pt x="23304" y="102273"/>
                  </a:lnTo>
                  <a:close/>
                </a:path>
                <a:path w="318134" h="359409">
                  <a:moveTo>
                    <a:pt x="56184" y="140627"/>
                  </a:moveTo>
                  <a:lnTo>
                    <a:pt x="56095" y="138671"/>
                  </a:lnTo>
                  <a:lnTo>
                    <a:pt x="53454" y="138049"/>
                  </a:lnTo>
                  <a:lnTo>
                    <a:pt x="47053" y="138442"/>
                  </a:lnTo>
                  <a:lnTo>
                    <a:pt x="44488" y="139407"/>
                  </a:lnTo>
                  <a:lnTo>
                    <a:pt x="44526" y="140385"/>
                  </a:lnTo>
                  <a:lnTo>
                    <a:pt x="43688" y="140436"/>
                  </a:lnTo>
                  <a:lnTo>
                    <a:pt x="43154" y="143510"/>
                  </a:lnTo>
                  <a:lnTo>
                    <a:pt x="43319" y="147243"/>
                  </a:lnTo>
                  <a:lnTo>
                    <a:pt x="43497" y="150990"/>
                  </a:lnTo>
                  <a:lnTo>
                    <a:pt x="44323" y="153974"/>
                  </a:lnTo>
                  <a:lnTo>
                    <a:pt x="45999" y="153860"/>
                  </a:lnTo>
                  <a:lnTo>
                    <a:pt x="46545" y="150799"/>
                  </a:lnTo>
                  <a:lnTo>
                    <a:pt x="46189" y="143319"/>
                  </a:lnTo>
                  <a:lnTo>
                    <a:pt x="45732" y="141643"/>
                  </a:lnTo>
                  <a:lnTo>
                    <a:pt x="47218" y="141986"/>
                  </a:lnTo>
                  <a:lnTo>
                    <a:pt x="50419" y="141795"/>
                  </a:lnTo>
                  <a:lnTo>
                    <a:pt x="53619" y="141592"/>
                  </a:lnTo>
                  <a:lnTo>
                    <a:pt x="56184" y="140627"/>
                  </a:lnTo>
                  <a:close/>
                </a:path>
                <a:path w="318134" h="359409">
                  <a:moveTo>
                    <a:pt x="115824" y="218668"/>
                  </a:moveTo>
                  <a:lnTo>
                    <a:pt x="106680" y="208013"/>
                  </a:lnTo>
                  <a:lnTo>
                    <a:pt x="106680" y="218668"/>
                  </a:lnTo>
                  <a:lnTo>
                    <a:pt x="96570" y="230466"/>
                  </a:lnTo>
                  <a:lnTo>
                    <a:pt x="96837" y="228968"/>
                  </a:lnTo>
                  <a:lnTo>
                    <a:pt x="96494" y="221488"/>
                  </a:lnTo>
                  <a:lnTo>
                    <a:pt x="96037" y="219824"/>
                  </a:lnTo>
                  <a:lnTo>
                    <a:pt x="97510" y="220167"/>
                  </a:lnTo>
                  <a:lnTo>
                    <a:pt x="100723" y="219964"/>
                  </a:lnTo>
                  <a:lnTo>
                    <a:pt x="103924" y="219760"/>
                  </a:lnTo>
                  <a:lnTo>
                    <a:pt x="106489" y="218795"/>
                  </a:lnTo>
                  <a:lnTo>
                    <a:pt x="106464" y="218427"/>
                  </a:lnTo>
                  <a:lnTo>
                    <a:pt x="106680" y="218668"/>
                  </a:lnTo>
                  <a:lnTo>
                    <a:pt x="106680" y="208013"/>
                  </a:lnTo>
                  <a:lnTo>
                    <a:pt x="104775" y="205790"/>
                  </a:lnTo>
                  <a:lnTo>
                    <a:pt x="104775" y="216471"/>
                  </a:lnTo>
                  <a:lnTo>
                    <a:pt x="103759" y="216217"/>
                  </a:lnTo>
                  <a:lnTo>
                    <a:pt x="97345" y="216611"/>
                  </a:lnTo>
                  <a:lnTo>
                    <a:pt x="95834" y="217182"/>
                  </a:lnTo>
                  <a:lnTo>
                    <a:pt x="96139" y="215430"/>
                  </a:lnTo>
                  <a:lnTo>
                    <a:pt x="95973" y="211696"/>
                  </a:lnTo>
                  <a:lnTo>
                    <a:pt x="95808" y="207949"/>
                  </a:lnTo>
                  <a:lnTo>
                    <a:pt x="95148" y="205574"/>
                  </a:lnTo>
                  <a:lnTo>
                    <a:pt x="95148" y="232117"/>
                  </a:lnTo>
                  <a:lnTo>
                    <a:pt x="61506" y="271360"/>
                  </a:lnTo>
                  <a:lnTo>
                    <a:pt x="49822" y="257759"/>
                  </a:lnTo>
                  <a:lnTo>
                    <a:pt x="52400" y="258356"/>
                  </a:lnTo>
                  <a:lnTo>
                    <a:pt x="58813" y="257962"/>
                  </a:lnTo>
                  <a:lnTo>
                    <a:pt x="60248" y="257429"/>
                  </a:lnTo>
                  <a:lnTo>
                    <a:pt x="59956" y="259143"/>
                  </a:lnTo>
                  <a:lnTo>
                    <a:pt x="60121" y="262877"/>
                  </a:lnTo>
                  <a:lnTo>
                    <a:pt x="60286" y="266623"/>
                  </a:lnTo>
                  <a:lnTo>
                    <a:pt x="61112" y="269608"/>
                  </a:lnTo>
                  <a:lnTo>
                    <a:pt x="62788" y="269494"/>
                  </a:lnTo>
                  <a:lnTo>
                    <a:pt x="63334" y="266433"/>
                  </a:lnTo>
                  <a:lnTo>
                    <a:pt x="62992" y="258953"/>
                  </a:lnTo>
                  <a:lnTo>
                    <a:pt x="62522" y="257289"/>
                  </a:lnTo>
                  <a:lnTo>
                    <a:pt x="64008" y="257632"/>
                  </a:lnTo>
                  <a:lnTo>
                    <a:pt x="67208" y="257429"/>
                  </a:lnTo>
                  <a:lnTo>
                    <a:pt x="70421" y="257225"/>
                  </a:lnTo>
                  <a:lnTo>
                    <a:pt x="72986" y="256260"/>
                  </a:lnTo>
                  <a:lnTo>
                    <a:pt x="72885" y="254304"/>
                  </a:lnTo>
                  <a:lnTo>
                    <a:pt x="70243" y="253682"/>
                  </a:lnTo>
                  <a:lnTo>
                    <a:pt x="63842" y="254076"/>
                  </a:lnTo>
                  <a:lnTo>
                    <a:pt x="62331" y="254647"/>
                  </a:lnTo>
                  <a:lnTo>
                    <a:pt x="62636" y="252895"/>
                  </a:lnTo>
                  <a:lnTo>
                    <a:pt x="62471" y="249161"/>
                  </a:lnTo>
                  <a:lnTo>
                    <a:pt x="62306" y="245414"/>
                  </a:lnTo>
                  <a:lnTo>
                    <a:pt x="61468" y="242430"/>
                  </a:lnTo>
                  <a:lnTo>
                    <a:pt x="59791" y="242544"/>
                  </a:lnTo>
                  <a:lnTo>
                    <a:pt x="59258" y="245605"/>
                  </a:lnTo>
                  <a:lnTo>
                    <a:pt x="59601" y="253085"/>
                  </a:lnTo>
                  <a:lnTo>
                    <a:pt x="60045" y="254749"/>
                  </a:lnTo>
                  <a:lnTo>
                    <a:pt x="58648" y="254406"/>
                  </a:lnTo>
                  <a:lnTo>
                    <a:pt x="55448" y="254609"/>
                  </a:lnTo>
                  <a:lnTo>
                    <a:pt x="52235" y="254800"/>
                  </a:lnTo>
                  <a:lnTo>
                    <a:pt x="49669" y="255765"/>
                  </a:lnTo>
                  <a:lnTo>
                    <a:pt x="49758" y="257683"/>
                  </a:lnTo>
                  <a:lnTo>
                    <a:pt x="17246" y="219748"/>
                  </a:lnTo>
                  <a:lnTo>
                    <a:pt x="19824" y="220345"/>
                  </a:lnTo>
                  <a:lnTo>
                    <a:pt x="26238" y="219951"/>
                  </a:lnTo>
                  <a:lnTo>
                    <a:pt x="27660" y="219417"/>
                  </a:lnTo>
                  <a:lnTo>
                    <a:pt x="27368" y="221145"/>
                  </a:lnTo>
                  <a:lnTo>
                    <a:pt x="27533" y="224878"/>
                  </a:lnTo>
                  <a:lnTo>
                    <a:pt x="27711" y="228612"/>
                  </a:lnTo>
                  <a:lnTo>
                    <a:pt x="28536" y="231597"/>
                  </a:lnTo>
                  <a:lnTo>
                    <a:pt x="30213" y="231495"/>
                  </a:lnTo>
                  <a:lnTo>
                    <a:pt x="30746" y="228422"/>
                  </a:lnTo>
                  <a:lnTo>
                    <a:pt x="30403" y="220954"/>
                  </a:lnTo>
                  <a:lnTo>
                    <a:pt x="29946" y="219278"/>
                  </a:lnTo>
                  <a:lnTo>
                    <a:pt x="31432" y="219621"/>
                  </a:lnTo>
                  <a:lnTo>
                    <a:pt x="34632" y="219417"/>
                  </a:lnTo>
                  <a:lnTo>
                    <a:pt x="37833" y="219227"/>
                  </a:lnTo>
                  <a:lnTo>
                    <a:pt x="40398" y="218262"/>
                  </a:lnTo>
                  <a:lnTo>
                    <a:pt x="40309" y="216306"/>
                  </a:lnTo>
                  <a:lnTo>
                    <a:pt x="37668" y="215671"/>
                  </a:lnTo>
                  <a:lnTo>
                    <a:pt x="31254" y="216077"/>
                  </a:lnTo>
                  <a:lnTo>
                    <a:pt x="29743" y="216649"/>
                  </a:lnTo>
                  <a:lnTo>
                    <a:pt x="30048" y="214896"/>
                  </a:lnTo>
                  <a:lnTo>
                    <a:pt x="29883" y="211150"/>
                  </a:lnTo>
                  <a:lnTo>
                    <a:pt x="29718" y="207416"/>
                  </a:lnTo>
                  <a:lnTo>
                    <a:pt x="28892" y="204431"/>
                  </a:lnTo>
                  <a:lnTo>
                    <a:pt x="28511" y="204457"/>
                  </a:lnTo>
                  <a:lnTo>
                    <a:pt x="60286" y="167411"/>
                  </a:lnTo>
                  <a:lnTo>
                    <a:pt x="59880" y="169786"/>
                  </a:lnTo>
                  <a:lnTo>
                    <a:pt x="60223" y="177253"/>
                  </a:lnTo>
                  <a:lnTo>
                    <a:pt x="60667" y="178930"/>
                  </a:lnTo>
                  <a:lnTo>
                    <a:pt x="59270" y="178587"/>
                  </a:lnTo>
                  <a:lnTo>
                    <a:pt x="56070" y="178777"/>
                  </a:lnTo>
                  <a:lnTo>
                    <a:pt x="52857" y="178981"/>
                  </a:lnTo>
                  <a:lnTo>
                    <a:pt x="50292" y="179946"/>
                  </a:lnTo>
                  <a:lnTo>
                    <a:pt x="50393" y="181902"/>
                  </a:lnTo>
                  <a:lnTo>
                    <a:pt x="53022" y="182537"/>
                  </a:lnTo>
                  <a:lnTo>
                    <a:pt x="59436" y="182130"/>
                  </a:lnTo>
                  <a:lnTo>
                    <a:pt x="60871" y="181597"/>
                  </a:lnTo>
                  <a:lnTo>
                    <a:pt x="60579" y="183324"/>
                  </a:lnTo>
                  <a:lnTo>
                    <a:pt x="60744" y="187058"/>
                  </a:lnTo>
                  <a:lnTo>
                    <a:pt x="60909" y="190792"/>
                  </a:lnTo>
                  <a:lnTo>
                    <a:pt x="61734" y="193776"/>
                  </a:lnTo>
                  <a:lnTo>
                    <a:pt x="63411" y="193675"/>
                  </a:lnTo>
                  <a:lnTo>
                    <a:pt x="63957" y="190601"/>
                  </a:lnTo>
                  <a:lnTo>
                    <a:pt x="63614" y="183134"/>
                  </a:lnTo>
                  <a:lnTo>
                    <a:pt x="63144" y="181457"/>
                  </a:lnTo>
                  <a:lnTo>
                    <a:pt x="64630" y="181800"/>
                  </a:lnTo>
                  <a:lnTo>
                    <a:pt x="67830" y="181597"/>
                  </a:lnTo>
                  <a:lnTo>
                    <a:pt x="71043" y="181406"/>
                  </a:lnTo>
                  <a:lnTo>
                    <a:pt x="73609" y="180441"/>
                  </a:lnTo>
                  <a:lnTo>
                    <a:pt x="73583" y="180111"/>
                  </a:lnTo>
                  <a:lnTo>
                    <a:pt x="94919" y="204978"/>
                  </a:lnTo>
                  <a:lnTo>
                    <a:pt x="93306" y="205079"/>
                  </a:lnTo>
                  <a:lnTo>
                    <a:pt x="92760" y="208140"/>
                  </a:lnTo>
                  <a:lnTo>
                    <a:pt x="93103" y="215620"/>
                  </a:lnTo>
                  <a:lnTo>
                    <a:pt x="93548" y="217284"/>
                  </a:lnTo>
                  <a:lnTo>
                    <a:pt x="92151" y="216941"/>
                  </a:lnTo>
                  <a:lnTo>
                    <a:pt x="88950" y="217144"/>
                  </a:lnTo>
                  <a:lnTo>
                    <a:pt x="85750" y="217335"/>
                  </a:lnTo>
                  <a:lnTo>
                    <a:pt x="83185" y="218300"/>
                  </a:lnTo>
                  <a:lnTo>
                    <a:pt x="83273" y="220268"/>
                  </a:lnTo>
                  <a:lnTo>
                    <a:pt x="85915" y="220891"/>
                  </a:lnTo>
                  <a:lnTo>
                    <a:pt x="92316" y="220497"/>
                  </a:lnTo>
                  <a:lnTo>
                    <a:pt x="93751" y="219964"/>
                  </a:lnTo>
                  <a:lnTo>
                    <a:pt x="93459" y="221678"/>
                  </a:lnTo>
                  <a:lnTo>
                    <a:pt x="93624" y="225412"/>
                  </a:lnTo>
                  <a:lnTo>
                    <a:pt x="93789" y="229158"/>
                  </a:lnTo>
                  <a:lnTo>
                    <a:pt x="94615" y="232143"/>
                  </a:lnTo>
                  <a:lnTo>
                    <a:pt x="95148" y="232117"/>
                  </a:lnTo>
                  <a:lnTo>
                    <a:pt x="95148" y="205574"/>
                  </a:lnTo>
                  <a:lnTo>
                    <a:pt x="95008" y="205066"/>
                  </a:lnTo>
                  <a:lnTo>
                    <a:pt x="104775" y="216471"/>
                  </a:lnTo>
                  <a:lnTo>
                    <a:pt x="104775" y="205790"/>
                  </a:lnTo>
                  <a:lnTo>
                    <a:pt x="71869" y="167411"/>
                  </a:lnTo>
                  <a:lnTo>
                    <a:pt x="71869" y="178092"/>
                  </a:lnTo>
                  <a:lnTo>
                    <a:pt x="70866" y="177850"/>
                  </a:lnTo>
                  <a:lnTo>
                    <a:pt x="64465" y="178257"/>
                  </a:lnTo>
                  <a:lnTo>
                    <a:pt x="62953" y="178828"/>
                  </a:lnTo>
                  <a:lnTo>
                    <a:pt x="63258" y="177076"/>
                  </a:lnTo>
                  <a:lnTo>
                    <a:pt x="63093" y="173329"/>
                  </a:lnTo>
                  <a:lnTo>
                    <a:pt x="62915" y="169595"/>
                  </a:lnTo>
                  <a:lnTo>
                    <a:pt x="62103" y="166700"/>
                  </a:lnTo>
                  <a:lnTo>
                    <a:pt x="71869" y="178092"/>
                  </a:lnTo>
                  <a:lnTo>
                    <a:pt x="71869" y="167411"/>
                  </a:lnTo>
                  <a:lnTo>
                    <a:pt x="70650" y="165989"/>
                  </a:lnTo>
                  <a:lnTo>
                    <a:pt x="62039" y="155943"/>
                  </a:lnTo>
                  <a:lnTo>
                    <a:pt x="62039" y="166624"/>
                  </a:lnTo>
                  <a:lnTo>
                    <a:pt x="60909" y="166687"/>
                  </a:lnTo>
                  <a:lnTo>
                    <a:pt x="61506" y="165989"/>
                  </a:lnTo>
                  <a:lnTo>
                    <a:pt x="62039" y="166624"/>
                  </a:lnTo>
                  <a:lnTo>
                    <a:pt x="62039" y="155943"/>
                  </a:lnTo>
                  <a:lnTo>
                    <a:pt x="61506" y="155321"/>
                  </a:lnTo>
                  <a:lnTo>
                    <a:pt x="27470" y="195033"/>
                  </a:lnTo>
                  <a:lnTo>
                    <a:pt x="27470" y="216750"/>
                  </a:lnTo>
                  <a:lnTo>
                    <a:pt x="26060" y="216408"/>
                  </a:lnTo>
                  <a:lnTo>
                    <a:pt x="22860" y="216598"/>
                  </a:lnTo>
                  <a:lnTo>
                    <a:pt x="19659" y="216801"/>
                  </a:lnTo>
                  <a:lnTo>
                    <a:pt x="17170" y="217754"/>
                  </a:lnTo>
                  <a:lnTo>
                    <a:pt x="17170" y="219659"/>
                  </a:lnTo>
                  <a:lnTo>
                    <a:pt x="16332" y="218668"/>
                  </a:lnTo>
                  <a:lnTo>
                    <a:pt x="17094" y="217779"/>
                  </a:lnTo>
                  <a:lnTo>
                    <a:pt x="17170" y="219659"/>
                  </a:lnTo>
                  <a:lnTo>
                    <a:pt x="17170" y="217754"/>
                  </a:lnTo>
                  <a:lnTo>
                    <a:pt x="26885" y="206362"/>
                  </a:lnTo>
                  <a:lnTo>
                    <a:pt x="26670" y="207606"/>
                  </a:lnTo>
                  <a:lnTo>
                    <a:pt x="27012" y="215074"/>
                  </a:lnTo>
                  <a:lnTo>
                    <a:pt x="27470" y="216750"/>
                  </a:lnTo>
                  <a:lnTo>
                    <a:pt x="27470" y="195033"/>
                  </a:lnTo>
                  <a:lnTo>
                    <a:pt x="7200" y="218668"/>
                  </a:lnTo>
                  <a:lnTo>
                    <a:pt x="61506" y="282028"/>
                  </a:lnTo>
                  <a:lnTo>
                    <a:pt x="70650" y="271360"/>
                  </a:lnTo>
                  <a:lnTo>
                    <a:pt x="115824" y="218668"/>
                  </a:lnTo>
                  <a:close/>
                </a:path>
                <a:path w="318134" h="359409">
                  <a:moveTo>
                    <a:pt x="164985" y="295833"/>
                  </a:moveTo>
                  <a:lnTo>
                    <a:pt x="155854" y="285191"/>
                  </a:lnTo>
                  <a:lnTo>
                    <a:pt x="155854" y="295833"/>
                  </a:lnTo>
                  <a:lnTo>
                    <a:pt x="145757" y="307619"/>
                  </a:lnTo>
                  <a:lnTo>
                    <a:pt x="146024" y="306120"/>
                  </a:lnTo>
                  <a:lnTo>
                    <a:pt x="145669" y="298653"/>
                  </a:lnTo>
                  <a:lnTo>
                    <a:pt x="145211" y="296976"/>
                  </a:lnTo>
                  <a:lnTo>
                    <a:pt x="146697" y="297319"/>
                  </a:lnTo>
                  <a:lnTo>
                    <a:pt x="149898" y="297129"/>
                  </a:lnTo>
                  <a:lnTo>
                    <a:pt x="153098" y="296926"/>
                  </a:lnTo>
                  <a:lnTo>
                    <a:pt x="155663" y="295960"/>
                  </a:lnTo>
                  <a:lnTo>
                    <a:pt x="155638" y="295592"/>
                  </a:lnTo>
                  <a:lnTo>
                    <a:pt x="155854" y="295833"/>
                  </a:lnTo>
                  <a:lnTo>
                    <a:pt x="155854" y="285191"/>
                  </a:lnTo>
                  <a:lnTo>
                    <a:pt x="153949" y="282968"/>
                  </a:lnTo>
                  <a:lnTo>
                    <a:pt x="153949" y="293624"/>
                  </a:lnTo>
                  <a:lnTo>
                    <a:pt x="152933" y="293370"/>
                  </a:lnTo>
                  <a:lnTo>
                    <a:pt x="146532" y="293776"/>
                  </a:lnTo>
                  <a:lnTo>
                    <a:pt x="145008" y="294360"/>
                  </a:lnTo>
                  <a:lnTo>
                    <a:pt x="145313" y="292595"/>
                  </a:lnTo>
                  <a:lnTo>
                    <a:pt x="145148" y="288848"/>
                  </a:lnTo>
                  <a:lnTo>
                    <a:pt x="144983" y="285115"/>
                  </a:lnTo>
                  <a:lnTo>
                    <a:pt x="144335" y="282816"/>
                  </a:lnTo>
                  <a:lnTo>
                    <a:pt x="144335" y="309270"/>
                  </a:lnTo>
                  <a:lnTo>
                    <a:pt x="110693" y="348526"/>
                  </a:lnTo>
                  <a:lnTo>
                    <a:pt x="99009" y="334911"/>
                  </a:lnTo>
                  <a:lnTo>
                    <a:pt x="101587" y="335521"/>
                  </a:lnTo>
                  <a:lnTo>
                    <a:pt x="107988" y="335114"/>
                  </a:lnTo>
                  <a:lnTo>
                    <a:pt x="109423" y="334581"/>
                  </a:lnTo>
                  <a:lnTo>
                    <a:pt x="109131" y="336308"/>
                  </a:lnTo>
                  <a:lnTo>
                    <a:pt x="109296" y="340042"/>
                  </a:lnTo>
                  <a:lnTo>
                    <a:pt x="109461" y="343776"/>
                  </a:lnTo>
                  <a:lnTo>
                    <a:pt x="110286" y="346760"/>
                  </a:lnTo>
                  <a:lnTo>
                    <a:pt x="111963" y="346659"/>
                  </a:lnTo>
                  <a:lnTo>
                    <a:pt x="112509" y="343598"/>
                  </a:lnTo>
                  <a:lnTo>
                    <a:pt x="112166" y="336118"/>
                  </a:lnTo>
                  <a:lnTo>
                    <a:pt x="111709" y="334441"/>
                  </a:lnTo>
                  <a:lnTo>
                    <a:pt x="113182" y="334784"/>
                  </a:lnTo>
                  <a:lnTo>
                    <a:pt x="116395" y="334594"/>
                  </a:lnTo>
                  <a:lnTo>
                    <a:pt x="119595" y="334391"/>
                  </a:lnTo>
                  <a:lnTo>
                    <a:pt x="122161" y="333425"/>
                  </a:lnTo>
                  <a:lnTo>
                    <a:pt x="122059" y="331470"/>
                  </a:lnTo>
                  <a:lnTo>
                    <a:pt x="119430" y="330835"/>
                  </a:lnTo>
                  <a:lnTo>
                    <a:pt x="113017" y="331241"/>
                  </a:lnTo>
                  <a:lnTo>
                    <a:pt x="111506" y="331812"/>
                  </a:lnTo>
                  <a:lnTo>
                    <a:pt x="111810" y="330060"/>
                  </a:lnTo>
                  <a:lnTo>
                    <a:pt x="111645" y="326313"/>
                  </a:lnTo>
                  <a:lnTo>
                    <a:pt x="111480" y="322580"/>
                  </a:lnTo>
                  <a:lnTo>
                    <a:pt x="110655" y="319595"/>
                  </a:lnTo>
                  <a:lnTo>
                    <a:pt x="108978" y="319697"/>
                  </a:lnTo>
                  <a:lnTo>
                    <a:pt x="108432" y="322770"/>
                  </a:lnTo>
                  <a:lnTo>
                    <a:pt x="108775" y="330250"/>
                  </a:lnTo>
                  <a:lnTo>
                    <a:pt x="109220" y="331914"/>
                  </a:lnTo>
                  <a:lnTo>
                    <a:pt x="107823" y="331571"/>
                  </a:lnTo>
                  <a:lnTo>
                    <a:pt x="104622" y="331774"/>
                  </a:lnTo>
                  <a:lnTo>
                    <a:pt x="101422" y="331965"/>
                  </a:lnTo>
                  <a:lnTo>
                    <a:pt x="98856" y="332930"/>
                  </a:lnTo>
                  <a:lnTo>
                    <a:pt x="98933" y="334835"/>
                  </a:lnTo>
                  <a:lnTo>
                    <a:pt x="66433" y="296913"/>
                  </a:lnTo>
                  <a:lnTo>
                    <a:pt x="68999" y="297510"/>
                  </a:lnTo>
                  <a:lnTo>
                    <a:pt x="75412" y="297116"/>
                  </a:lnTo>
                  <a:lnTo>
                    <a:pt x="76847" y="296583"/>
                  </a:lnTo>
                  <a:lnTo>
                    <a:pt x="76542" y="298297"/>
                  </a:lnTo>
                  <a:lnTo>
                    <a:pt x="76720" y="302044"/>
                  </a:lnTo>
                  <a:lnTo>
                    <a:pt x="76885" y="305777"/>
                  </a:lnTo>
                  <a:lnTo>
                    <a:pt x="77711" y="308762"/>
                  </a:lnTo>
                  <a:lnTo>
                    <a:pt x="79387" y="308660"/>
                  </a:lnTo>
                  <a:lnTo>
                    <a:pt x="79933" y="305587"/>
                  </a:lnTo>
                  <a:lnTo>
                    <a:pt x="79590" y="298107"/>
                  </a:lnTo>
                  <a:lnTo>
                    <a:pt x="79121" y="296430"/>
                  </a:lnTo>
                  <a:lnTo>
                    <a:pt x="80606" y="296786"/>
                  </a:lnTo>
                  <a:lnTo>
                    <a:pt x="83807" y="296583"/>
                  </a:lnTo>
                  <a:lnTo>
                    <a:pt x="87007" y="296379"/>
                  </a:lnTo>
                  <a:lnTo>
                    <a:pt x="89573" y="295427"/>
                  </a:lnTo>
                  <a:lnTo>
                    <a:pt x="89484" y="293458"/>
                  </a:lnTo>
                  <a:lnTo>
                    <a:pt x="86842" y="292836"/>
                  </a:lnTo>
                  <a:lnTo>
                    <a:pt x="80441" y="293230"/>
                  </a:lnTo>
                  <a:lnTo>
                    <a:pt x="78930" y="293801"/>
                  </a:lnTo>
                  <a:lnTo>
                    <a:pt x="79235" y="292049"/>
                  </a:lnTo>
                  <a:lnTo>
                    <a:pt x="79070" y="288315"/>
                  </a:lnTo>
                  <a:lnTo>
                    <a:pt x="78892" y="284568"/>
                  </a:lnTo>
                  <a:lnTo>
                    <a:pt x="78066" y="281584"/>
                  </a:lnTo>
                  <a:lnTo>
                    <a:pt x="77711" y="281609"/>
                  </a:lnTo>
                  <a:lnTo>
                    <a:pt x="109474" y="244563"/>
                  </a:lnTo>
                  <a:lnTo>
                    <a:pt x="109054" y="246938"/>
                  </a:lnTo>
                  <a:lnTo>
                    <a:pt x="109397" y="254419"/>
                  </a:lnTo>
                  <a:lnTo>
                    <a:pt x="110210" y="257416"/>
                  </a:lnTo>
                  <a:lnTo>
                    <a:pt x="111899" y="257314"/>
                  </a:lnTo>
                  <a:lnTo>
                    <a:pt x="112433" y="254228"/>
                  </a:lnTo>
                  <a:lnTo>
                    <a:pt x="112268" y="250494"/>
                  </a:lnTo>
                  <a:lnTo>
                    <a:pt x="112102" y="246761"/>
                  </a:lnTo>
                  <a:lnTo>
                    <a:pt x="111290" y="243852"/>
                  </a:lnTo>
                  <a:lnTo>
                    <a:pt x="144106" y="282143"/>
                  </a:lnTo>
                  <a:lnTo>
                    <a:pt x="142481" y="282232"/>
                  </a:lnTo>
                  <a:lnTo>
                    <a:pt x="141935" y="285305"/>
                  </a:lnTo>
                  <a:lnTo>
                    <a:pt x="142278" y="292785"/>
                  </a:lnTo>
                  <a:lnTo>
                    <a:pt x="142722" y="294449"/>
                  </a:lnTo>
                  <a:lnTo>
                    <a:pt x="141338" y="294106"/>
                  </a:lnTo>
                  <a:lnTo>
                    <a:pt x="138125" y="294297"/>
                  </a:lnTo>
                  <a:lnTo>
                    <a:pt x="134924" y="294500"/>
                  </a:lnTo>
                  <a:lnTo>
                    <a:pt x="132359" y="295465"/>
                  </a:lnTo>
                  <a:lnTo>
                    <a:pt x="132448" y="297421"/>
                  </a:lnTo>
                  <a:lnTo>
                    <a:pt x="135089" y="298056"/>
                  </a:lnTo>
                  <a:lnTo>
                    <a:pt x="141503" y="297649"/>
                  </a:lnTo>
                  <a:lnTo>
                    <a:pt x="142925" y="297116"/>
                  </a:lnTo>
                  <a:lnTo>
                    <a:pt x="142633" y="298843"/>
                  </a:lnTo>
                  <a:lnTo>
                    <a:pt x="142798" y="302577"/>
                  </a:lnTo>
                  <a:lnTo>
                    <a:pt x="142976" y="306311"/>
                  </a:lnTo>
                  <a:lnTo>
                    <a:pt x="143802" y="309295"/>
                  </a:lnTo>
                  <a:lnTo>
                    <a:pt x="144335" y="309270"/>
                  </a:lnTo>
                  <a:lnTo>
                    <a:pt x="144335" y="282816"/>
                  </a:lnTo>
                  <a:lnTo>
                    <a:pt x="144170" y="282219"/>
                  </a:lnTo>
                  <a:lnTo>
                    <a:pt x="153949" y="293624"/>
                  </a:lnTo>
                  <a:lnTo>
                    <a:pt x="153949" y="282968"/>
                  </a:lnTo>
                  <a:lnTo>
                    <a:pt x="119824" y="243141"/>
                  </a:lnTo>
                  <a:lnTo>
                    <a:pt x="111226" y="233121"/>
                  </a:lnTo>
                  <a:lnTo>
                    <a:pt x="111226" y="243789"/>
                  </a:lnTo>
                  <a:lnTo>
                    <a:pt x="110083" y="243852"/>
                  </a:lnTo>
                  <a:lnTo>
                    <a:pt x="110693" y="243141"/>
                  </a:lnTo>
                  <a:lnTo>
                    <a:pt x="111226" y="243789"/>
                  </a:lnTo>
                  <a:lnTo>
                    <a:pt x="111226" y="233121"/>
                  </a:lnTo>
                  <a:lnTo>
                    <a:pt x="110693" y="232486"/>
                  </a:lnTo>
                  <a:lnTo>
                    <a:pt x="76644" y="272199"/>
                  </a:lnTo>
                  <a:lnTo>
                    <a:pt x="76644" y="293903"/>
                  </a:lnTo>
                  <a:lnTo>
                    <a:pt x="75247" y="293560"/>
                  </a:lnTo>
                  <a:lnTo>
                    <a:pt x="72034" y="293763"/>
                  </a:lnTo>
                  <a:lnTo>
                    <a:pt x="68834" y="293966"/>
                  </a:lnTo>
                  <a:lnTo>
                    <a:pt x="66357" y="294894"/>
                  </a:lnTo>
                  <a:lnTo>
                    <a:pt x="66357" y="296824"/>
                  </a:lnTo>
                  <a:lnTo>
                    <a:pt x="65519" y="295833"/>
                  </a:lnTo>
                  <a:lnTo>
                    <a:pt x="66268" y="294970"/>
                  </a:lnTo>
                  <a:lnTo>
                    <a:pt x="66357" y="296824"/>
                  </a:lnTo>
                  <a:lnTo>
                    <a:pt x="66357" y="294894"/>
                  </a:lnTo>
                  <a:lnTo>
                    <a:pt x="76060" y="283540"/>
                  </a:lnTo>
                  <a:lnTo>
                    <a:pt x="75844" y="284759"/>
                  </a:lnTo>
                  <a:lnTo>
                    <a:pt x="76200" y="292239"/>
                  </a:lnTo>
                  <a:lnTo>
                    <a:pt x="76644" y="293903"/>
                  </a:lnTo>
                  <a:lnTo>
                    <a:pt x="76644" y="272199"/>
                  </a:lnTo>
                  <a:lnTo>
                    <a:pt x="56375" y="295833"/>
                  </a:lnTo>
                  <a:lnTo>
                    <a:pt x="110693" y="359181"/>
                  </a:lnTo>
                  <a:lnTo>
                    <a:pt x="119824" y="348526"/>
                  </a:lnTo>
                  <a:lnTo>
                    <a:pt x="164985" y="295833"/>
                  </a:lnTo>
                  <a:close/>
                </a:path>
                <a:path w="318134" h="359409">
                  <a:moveTo>
                    <a:pt x="317881" y="63347"/>
                  </a:moveTo>
                  <a:lnTo>
                    <a:pt x="308749" y="52705"/>
                  </a:lnTo>
                  <a:lnTo>
                    <a:pt x="308749" y="63347"/>
                  </a:lnTo>
                  <a:lnTo>
                    <a:pt x="298653" y="75133"/>
                  </a:lnTo>
                  <a:lnTo>
                    <a:pt x="298919" y="73634"/>
                  </a:lnTo>
                  <a:lnTo>
                    <a:pt x="298564" y="66154"/>
                  </a:lnTo>
                  <a:lnTo>
                    <a:pt x="298107" y="64477"/>
                  </a:lnTo>
                  <a:lnTo>
                    <a:pt x="299593" y="64833"/>
                  </a:lnTo>
                  <a:lnTo>
                    <a:pt x="302793" y="64630"/>
                  </a:lnTo>
                  <a:lnTo>
                    <a:pt x="305993" y="64427"/>
                  </a:lnTo>
                  <a:lnTo>
                    <a:pt x="308559" y="63474"/>
                  </a:lnTo>
                  <a:lnTo>
                    <a:pt x="308533" y="63106"/>
                  </a:lnTo>
                  <a:lnTo>
                    <a:pt x="308749" y="63347"/>
                  </a:lnTo>
                  <a:lnTo>
                    <a:pt x="308749" y="52705"/>
                  </a:lnTo>
                  <a:lnTo>
                    <a:pt x="306832" y="50457"/>
                  </a:lnTo>
                  <a:lnTo>
                    <a:pt x="306832" y="61125"/>
                  </a:lnTo>
                  <a:lnTo>
                    <a:pt x="305828" y="60883"/>
                  </a:lnTo>
                  <a:lnTo>
                    <a:pt x="299427" y="61277"/>
                  </a:lnTo>
                  <a:lnTo>
                    <a:pt x="297916" y="61849"/>
                  </a:lnTo>
                  <a:lnTo>
                    <a:pt x="298221" y="60096"/>
                  </a:lnTo>
                  <a:lnTo>
                    <a:pt x="298056" y="56362"/>
                  </a:lnTo>
                  <a:lnTo>
                    <a:pt x="297865" y="52628"/>
                  </a:lnTo>
                  <a:lnTo>
                    <a:pt x="297230" y="50342"/>
                  </a:lnTo>
                  <a:lnTo>
                    <a:pt x="297230" y="76784"/>
                  </a:lnTo>
                  <a:lnTo>
                    <a:pt x="263588" y="116027"/>
                  </a:lnTo>
                  <a:lnTo>
                    <a:pt x="251904" y="102425"/>
                  </a:lnTo>
                  <a:lnTo>
                    <a:pt x="254482" y="103022"/>
                  </a:lnTo>
                  <a:lnTo>
                    <a:pt x="260883" y="102628"/>
                  </a:lnTo>
                  <a:lnTo>
                    <a:pt x="262318" y="102095"/>
                  </a:lnTo>
                  <a:lnTo>
                    <a:pt x="262026" y="103809"/>
                  </a:lnTo>
                  <a:lnTo>
                    <a:pt x="262191" y="107556"/>
                  </a:lnTo>
                  <a:lnTo>
                    <a:pt x="262356" y="111290"/>
                  </a:lnTo>
                  <a:lnTo>
                    <a:pt x="263182" y="114274"/>
                  </a:lnTo>
                  <a:lnTo>
                    <a:pt x="264858" y="114173"/>
                  </a:lnTo>
                  <a:lnTo>
                    <a:pt x="265404" y="111099"/>
                  </a:lnTo>
                  <a:lnTo>
                    <a:pt x="265061" y="103619"/>
                  </a:lnTo>
                  <a:lnTo>
                    <a:pt x="264604" y="101942"/>
                  </a:lnTo>
                  <a:lnTo>
                    <a:pt x="266077" y="102298"/>
                  </a:lnTo>
                  <a:lnTo>
                    <a:pt x="269290" y="102095"/>
                  </a:lnTo>
                  <a:lnTo>
                    <a:pt x="272491" y="101904"/>
                  </a:lnTo>
                  <a:lnTo>
                    <a:pt x="275056" y="100939"/>
                  </a:lnTo>
                  <a:lnTo>
                    <a:pt x="274967" y="98971"/>
                  </a:lnTo>
                  <a:lnTo>
                    <a:pt x="272326" y="98348"/>
                  </a:lnTo>
                  <a:lnTo>
                    <a:pt x="265912" y="98742"/>
                  </a:lnTo>
                  <a:lnTo>
                    <a:pt x="264401" y="99314"/>
                  </a:lnTo>
                  <a:lnTo>
                    <a:pt x="264706" y="97561"/>
                  </a:lnTo>
                  <a:lnTo>
                    <a:pt x="264541" y="93827"/>
                  </a:lnTo>
                  <a:lnTo>
                    <a:pt x="264375" y="90093"/>
                  </a:lnTo>
                  <a:lnTo>
                    <a:pt x="263550" y="87109"/>
                  </a:lnTo>
                  <a:lnTo>
                    <a:pt x="261874" y="87210"/>
                  </a:lnTo>
                  <a:lnTo>
                    <a:pt x="261327" y="90271"/>
                  </a:lnTo>
                  <a:lnTo>
                    <a:pt x="261670" y="97751"/>
                  </a:lnTo>
                  <a:lnTo>
                    <a:pt x="262115" y="99415"/>
                  </a:lnTo>
                  <a:lnTo>
                    <a:pt x="260718" y="99072"/>
                  </a:lnTo>
                  <a:lnTo>
                    <a:pt x="257517" y="99275"/>
                  </a:lnTo>
                  <a:lnTo>
                    <a:pt x="254317" y="99479"/>
                  </a:lnTo>
                  <a:lnTo>
                    <a:pt x="251752" y="100444"/>
                  </a:lnTo>
                  <a:lnTo>
                    <a:pt x="251828" y="102336"/>
                  </a:lnTo>
                  <a:lnTo>
                    <a:pt x="219316" y="64414"/>
                  </a:lnTo>
                  <a:lnTo>
                    <a:pt x="221894" y="65024"/>
                  </a:lnTo>
                  <a:lnTo>
                    <a:pt x="228307" y="64617"/>
                  </a:lnTo>
                  <a:lnTo>
                    <a:pt x="229743" y="64084"/>
                  </a:lnTo>
                  <a:lnTo>
                    <a:pt x="229450" y="65811"/>
                  </a:lnTo>
                  <a:lnTo>
                    <a:pt x="229616" y="69545"/>
                  </a:lnTo>
                  <a:lnTo>
                    <a:pt x="229781" y="73279"/>
                  </a:lnTo>
                  <a:lnTo>
                    <a:pt x="230606" y="76263"/>
                  </a:lnTo>
                  <a:lnTo>
                    <a:pt x="232283" y="76161"/>
                  </a:lnTo>
                  <a:lnTo>
                    <a:pt x="232829" y="73101"/>
                  </a:lnTo>
                  <a:lnTo>
                    <a:pt x="232486" y="65620"/>
                  </a:lnTo>
                  <a:lnTo>
                    <a:pt x="232016" y="63944"/>
                  </a:lnTo>
                  <a:lnTo>
                    <a:pt x="233502" y="64287"/>
                  </a:lnTo>
                  <a:lnTo>
                    <a:pt x="236702" y="64096"/>
                  </a:lnTo>
                  <a:lnTo>
                    <a:pt x="239915" y="63893"/>
                  </a:lnTo>
                  <a:lnTo>
                    <a:pt x="242481" y="62928"/>
                  </a:lnTo>
                  <a:lnTo>
                    <a:pt x="242379" y="60972"/>
                  </a:lnTo>
                  <a:lnTo>
                    <a:pt x="239737" y="60337"/>
                  </a:lnTo>
                  <a:lnTo>
                    <a:pt x="233337" y="60744"/>
                  </a:lnTo>
                  <a:lnTo>
                    <a:pt x="231825" y="61315"/>
                  </a:lnTo>
                  <a:lnTo>
                    <a:pt x="232130" y="59563"/>
                  </a:lnTo>
                  <a:lnTo>
                    <a:pt x="231965" y="55816"/>
                  </a:lnTo>
                  <a:lnTo>
                    <a:pt x="231787" y="52082"/>
                  </a:lnTo>
                  <a:lnTo>
                    <a:pt x="230962" y="49098"/>
                  </a:lnTo>
                  <a:lnTo>
                    <a:pt x="230606" y="49123"/>
                  </a:lnTo>
                  <a:lnTo>
                    <a:pt x="262369" y="12077"/>
                  </a:lnTo>
                  <a:lnTo>
                    <a:pt x="261950" y="14452"/>
                  </a:lnTo>
                  <a:lnTo>
                    <a:pt x="262293" y="21932"/>
                  </a:lnTo>
                  <a:lnTo>
                    <a:pt x="262737" y="23596"/>
                  </a:lnTo>
                  <a:lnTo>
                    <a:pt x="261340" y="23253"/>
                  </a:lnTo>
                  <a:lnTo>
                    <a:pt x="258140" y="23456"/>
                  </a:lnTo>
                  <a:lnTo>
                    <a:pt x="254939" y="23647"/>
                  </a:lnTo>
                  <a:lnTo>
                    <a:pt x="252374" y="24612"/>
                  </a:lnTo>
                  <a:lnTo>
                    <a:pt x="252463" y="26568"/>
                  </a:lnTo>
                  <a:lnTo>
                    <a:pt x="255104" y="27203"/>
                  </a:lnTo>
                  <a:lnTo>
                    <a:pt x="261505" y="26797"/>
                  </a:lnTo>
                  <a:lnTo>
                    <a:pt x="262940" y="26263"/>
                  </a:lnTo>
                  <a:lnTo>
                    <a:pt x="262648" y="27990"/>
                  </a:lnTo>
                  <a:lnTo>
                    <a:pt x="262813" y="31724"/>
                  </a:lnTo>
                  <a:lnTo>
                    <a:pt x="262978" y="35458"/>
                  </a:lnTo>
                  <a:lnTo>
                    <a:pt x="263804" y="38442"/>
                  </a:lnTo>
                  <a:lnTo>
                    <a:pt x="265480" y="38341"/>
                  </a:lnTo>
                  <a:lnTo>
                    <a:pt x="266026" y="35280"/>
                  </a:lnTo>
                  <a:lnTo>
                    <a:pt x="265684" y="27800"/>
                  </a:lnTo>
                  <a:lnTo>
                    <a:pt x="265226" y="26123"/>
                  </a:lnTo>
                  <a:lnTo>
                    <a:pt x="266700" y="26466"/>
                  </a:lnTo>
                  <a:lnTo>
                    <a:pt x="269913" y="26276"/>
                  </a:lnTo>
                  <a:lnTo>
                    <a:pt x="273113" y="26073"/>
                  </a:lnTo>
                  <a:lnTo>
                    <a:pt x="275678" y="25107"/>
                  </a:lnTo>
                  <a:lnTo>
                    <a:pt x="275653" y="24765"/>
                  </a:lnTo>
                  <a:lnTo>
                    <a:pt x="297002" y="49657"/>
                  </a:lnTo>
                  <a:lnTo>
                    <a:pt x="295376" y="49745"/>
                  </a:lnTo>
                  <a:lnTo>
                    <a:pt x="294830" y="52806"/>
                  </a:lnTo>
                  <a:lnTo>
                    <a:pt x="295186" y="60286"/>
                  </a:lnTo>
                  <a:lnTo>
                    <a:pt x="295630" y="61950"/>
                  </a:lnTo>
                  <a:lnTo>
                    <a:pt x="294233" y="61607"/>
                  </a:lnTo>
                  <a:lnTo>
                    <a:pt x="291020" y="61810"/>
                  </a:lnTo>
                  <a:lnTo>
                    <a:pt x="287820" y="62014"/>
                  </a:lnTo>
                  <a:lnTo>
                    <a:pt x="285254" y="62979"/>
                  </a:lnTo>
                  <a:lnTo>
                    <a:pt x="285343" y="64935"/>
                  </a:lnTo>
                  <a:lnTo>
                    <a:pt x="287985" y="65557"/>
                  </a:lnTo>
                  <a:lnTo>
                    <a:pt x="294398" y="65163"/>
                  </a:lnTo>
                  <a:lnTo>
                    <a:pt x="295821" y="64630"/>
                  </a:lnTo>
                  <a:lnTo>
                    <a:pt x="295529" y="66344"/>
                  </a:lnTo>
                  <a:lnTo>
                    <a:pt x="295706" y="70091"/>
                  </a:lnTo>
                  <a:lnTo>
                    <a:pt x="295871" y="73825"/>
                  </a:lnTo>
                  <a:lnTo>
                    <a:pt x="296697" y="76809"/>
                  </a:lnTo>
                  <a:lnTo>
                    <a:pt x="297230" y="76784"/>
                  </a:lnTo>
                  <a:lnTo>
                    <a:pt x="297230" y="50342"/>
                  </a:lnTo>
                  <a:lnTo>
                    <a:pt x="297065" y="49733"/>
                  </a:lnTo>
                  <a:lnTo>
                    <a:pt x="306832" y="61125"/>
                  </a:lnTo>
                  <a:lnTo>
                    <a:pt x="306832" y="50457"/>
                  </a:lnTo>
                  <a:lnTo>
                    <a:pt x="273939" y="12090"/>
                  </a:lnTo>
                  <a:lnTo>
                    <a:pt x="273939" y="22758"/>
                  </a:lnTo>
                  <a:lnTo>
                    <a:pt x="272948" y="22517"/>
                  </a:lnTo>
                  <a:lnTo>
                    <a:pt x="266534" y="22923"/>
                  </a:lnTo>
                  <a:lnTo>
                    <a:pt x="265023" y="23495"/>
                  </a:lnTo>
                  <a:lnTo>
                    <a:pt x="265328" y="21742"/>
                  </a:lnTo>
                  <a:lnTo>
                    <a:pt x="265163" y="17995"/>
                  </a:lnTo>
                  <a:lnTo>
                    <a:pt x="264998" y="14262"/>
                  </a:lnTo>
                  <a:lnTo>
                    <a:pt x="264185" y="11366"/>
                  </a:lnTo>
                  <a:lnTo>
                    <a:pt x="273939" y="22758"/>
                  </a:lnTo>
                  <a:lnTo>
                    <a:pt x="273939" y="12090"/>
                  </a:lnTo>
                  <a:lnTo>
                    <a:pt x="272719" y="10655"/>
                  </a:lnTo>
                  <a:lnTo>
                    <a:pt x="264121" y="635"/>
                  </a:lnTo>
                  <a:lnTo>
                    <a:pt x="264121" y="11290"/>
                  </a:lnTo>
                  <a:lnTo>
                    <a:pt x="262991" y="11353"/>
                  </a:lnTo>
                  <a:lnTo>
                    <a:pt x="263588" y="10655"/>
                  </a:lnTo>
                  <a:lnTo>
                    <a:pt x="264121" y="11290"/>
                  </a:lnTo>
                  <a:lnTo>
                    <a:pt x="264121" y="635"/>
                  </a:lnTo>
                  <a:lnTo>
                    <a:pt x="263588" y="0"/>
                  </a:lnTo>
                  <a:lnTo>
                    <a:pt x="229539" y="39712"/>
                  </a:lnTo>
                  <a:lnTo>
                    <a:pt x="229539" y="61417"/>
                  </a:lnTo>
                  <a:lnTo>
                    <a:pt x="228142" y="61074"/>
                  </a:lnTo>
                  <a:lnTo>
                    <a:pt x="224942" y="61277"/>
                  </a:lnTo>
                  <a:lnTo>
                    <a:pt x="221729" y="61468"/>
                  </a:lnTo>
                  <a:lnTo>
                    <a:pt x="219252" y="62407"/>
                  </a:lnTo>
                  <a:lnTo>
                    <a:pt x="219252" y="64338"/>
                  </a:lnTo>
                  <a:lnTo>
                    <a:pt x="218414" y="63347"/>
                  </a:lnTo>
                  <a:lnTo>
                    <a:pt x="219163" y="62471"/>
                  </a:lnTo>
                  <a:lnTo>
                    <a:pt x="219252" y="64338"/>
                  </a:lnTo>
                  <a:lnTo>
                    <a:pt x="219252" y="62407"/>
                  </a:lnTo>
                  <a:lnTo>
                    <a:pt x="228955" y="51041"/>
                  </a:lnTo>
                  <a:lnTo>
                    <a:pt x="228752" y="52273"/>
                  </a:lnTo>
                  <a:lnTo>
                    <a:pt x="229095" y="59753"/>
                  </a:lnTo>
                  <a:lnTo>
                    <a:pt x="229539" y="61417"/>
                  </a:lnTo>
                  <a:lnTo>
                    <a:pt x="229539" y="39712"/>
                  </a:lnTo>
                  <a:lnTo>
                    <a:pt x="213055" y="58928"/>
                  </a:lnTo>
                  <a:lnTo>
                    <a:pt x="207721" y="52705"/>
                  </a:lnTo>
                  <a:lnTo>
                    <a:pt x="207721" y="63347"/>
                  </a:lnTo>
                  <a:lnTo>
                    <a:pt x="197599" y="75145"/>
                  </a:lnTo>
                  <a:lnTo>
                    <a:pt x="197878" y="73634"/>
                  </a:lnTo>
                  <a:lnTo>
                    <a:pt x="197535" y="66154"/>
                  </a:lnTo>
                  <a:lnTo>
                    <a:pt x="197065" y="64477"/>
                  </a:lnTo>
                  <a:lnTo>
                    <a:pt x="198551" y="64833"/>
                  </a:lnTo>
                  <a:lnTo>
                    <a:pt x="201752" y="64630"/>
                  </a:lnTo>
                  <a:lnTo>
                    <a:pt x="204965" y="64427"/>
                  </a:lnTo>
                  <a:lnTo>
                    <a:pt x="207530" y="63474"/>
                  </a:lnTo>
                  <a:lnTo>
                    <a:pt x="207505" y="63106"/>
                  </a:lnTo>
                  <a:lnTo>
                    <a:pt x="207721" y="63347"/>
                  </a:lnTo>
                  <a:lnTo>
                    <a:pt x="207721" y="52705"/>
                  </a:lnTo>
                  <a:lnTo>
                    <a:pt x="205803" y="50469"/>
                  </a:lnTo>
                  <a:lnTo>
                    <a:pt x="205803" y="61125"/>
                  </a:lnTo>
                  <a:lnTo>
                    <a:pt x="204800" y="60883"/>
                  </a:lnTo>
                  <a:lnTo>
                    <a:pt x="198386" y="61277"/>
                  </a:lnTo>
                  <a:lnTo>
                    <a:pt x="196875" y="61849"/>
                  </a:lnTo>
                  <a:lnTo>
                    <a:pt x="197180" y="60096"/>
                  </a:lnTo>
                  <a:lnTo>
                    <a:pt x="197015" y="56362"/>
                  </a:lnTo>
                  <a:lnTo>
                    <a:pt x="196850" y="52628"/>
                  </a:lnTo>
                  <a:lnTo>
                    <a:pt x="196202" y="50355"/>
                  </a:lnTo>
                  <a:lnTo>
                    <a:pt x="196202" y="76784"/>
                  </a:lnTo>
                  <a:lnTo>
                    <a:pt x="162547" y="116027"/>
                  </a:lnTo>
                  <a:lnTo>
                    <a:pt x="150863" y="102425"/>
                  </a:lnTo>
                  <a:lnTo>
                    <a:pt x="153441" y="103022"/>
                  </a:lnTo>
                  <a:lnTo>
                    <a:pt x="159854" y="102628"/>
                  </a:lnTo>
                  <a:lnTo>
                    <a:pt x="161277" y="102095"/>
                  </a:lnTo>
                  <a:lnTo>
                    <a:pt x="160985" y="103809"/>
                  </a:lnTo>
                  <a:lnTo>
                    <a:pt x="161150" y="107556"/>
                  </a:lnTo>
                  <a:lnTo>
                    <a:pt x="161328" y="111290"/>
                  </a:lnTo>
                  <a:lnTo>
                    <a:pt x="162153" y="114274"/>
                  </a:lnTo>
                  <a:lnTo>
                    <a:pt x="163830" y="114173"/>
                  </a:lnTo>
                  <a:lnTo>
                    <a:pt x="164376" y="111099"/>
                  </a:lnTo>
                  <a:lnTo>
                    <a:pt x="164020" y="103619"/>
                  </a:lnTo>
                  <a:lnTo>
                    <a:pt x="163563" y="101942"/>
                  </a:lnTo>
                  <a:lnTo>
                    <a:pt x="165049" y="102298"/>
                  </a:lnTo>
                  <a:lnTo>
                    <a:pt x="168249" y="102095"/>
                  </a:lnTo>
                  <a:lnTo>
                    <a:pt x="171450" y="101904"/>
                  </a:lnTo>
                  <a:lnTo>
                    <a:pt x="174015" y="100939"/>
                  </a:lnTo>
                  <a:lnTo>
                    <a:pt x="173926" y="98971"/>
                  </a:lnTo>
                  <a:lnTo>
                    <a:pt x="171284" y="98348"/>
                  </a:lnTo>
                  <a:lnTo>
                    <a:pt x="164884" y="98742"/>
                  </a:lnTo>
                  <a:lnTo>
                    <a:pt x="163372" y="99314"/>
                  </a:lnTo>
                  <a:lnTo>
                    <a:pt x="163677" y="97561"/>
                  </a:lnTo>
                  <a:lnTo>
                    <a:pt x="163499" y="93827"/>
                  </a:lnTo>
                  <a:lnTo>
                    <a:pt x="163334" y="90093"/>
                  </a:lnTo>
                  <a:lnTo>
                    <a:pt x="162509" y="87109"/>
                  </a:lnTo>
                  <a:lnTo>
                    <a:pt x="160832" y="87210"/>
                  </a:lnTo>
                  <a:lnTo>
                    <a:pt x="160286" y="90271"/>
                  </a:lnTo>
                  <a:lnTo>
                    <a:pt x="160629" y="97751"/>
                  </a:lnTo>
                  <a:lnTo>
                    <a:pt x="161074" y="99415"/>
                  </a:lnTo>
                  <a:lnTo>
                    <a:pt x="159689" y="99072"/>
                  </a:lnTo>
                  <a:lnTo>
                    <a:pt x="156476" y="99275"/>
                  </a:lnTo>
                  <a:lnTo>
                    <a:pt x="153276" y="99479"/>
                  </a:lnTo>
                  <a:lnTo>
                    <a:pt x="150710" y="100444"/>
                  </a:lnTo>
                  <a:lnTo>
                    <a:pt x="150799" y="102349"/>
                  </a:lnTo>
                  <a:lnTo>
                    <a:pt x="118275" y="64414"/>
                  </a:lnTo>
                  <a:lnTo>
                    <a:pt x="120865" y="65024"/>
                  </a:lnTo>
                  <a:lnTo>
                    <a:pt x="127266" y="64617"/>
                  </a:lnTo>
                  <a:lnTo>
                    <a:pt x="128701" y="64084"/>
                  </a:lnTo>
                  <a:lnTo>
                    <a:pt x="128409" y="65811"/>
                  </a:lnTo>
                  <a:lnTo>
                    <a:pt x="128574" y="69545"/>
                  </a:lnTo>
                  <a:lnTo>
                    <a:pt x="128739" y="73279"/>
                  </a:lnTo>
                  <a:lnTo>
                    <a:pt x="129565" y="76263"/>
                  </a:lnTo>
                  <a:lnTo>
                    <a:pt x="131241" y="76161"/>
                  </a:lnTo>
                  <a:lnTo>
                    <a:pt x="131787" y="73101"/>
                  </a:lnTo>
                  <a:lnTo>
                    <a:pt x="131445" y="65620"/>
                  </a:lnTo>
                  <a:lnTo>
                    <a:pt x="130987" y="63944"/>
                  </a:lnTo>
                  <a:lnTo>
                    <a:pt x="132461" y="64287"/>
                  </a:lnTo>
                  <a:lnTo>
                    <a:pt x="135674" y="64096"/>
                  </a:lnTo>
                  <a:lnTo>
                    <a:pt x="138874" y="63893"/>
                  </a:lnTo>
                  <a:lnTo>
                    <a:pt x="141439" y="62928"/>
                  </a:lnTo>
                  <a:lnTo>
                    <a:pt x="141351" y="60972"/>
                  </a:lnTo>
                  <a:lnTo>
                    <a:pt x="138709" y="60337"/>
                  </a:lnTo>
                  <a:lnTo>
                    <a:pt x="132295" y="60744"/>
                  </a:lnTo>
                  <a:lnTo>
                    <a:pt x="130784" y="61315"/>
                  </a:lnTo>
                  <a:lnTo>
                    <a:pt x="131089" y="59563"/>
                  </a:lnTo>
                  <a:lnTo>
                    <a:pt x="130924" y="55816"/>
                  </a:lnTo>
                  <a:lnTo>
                    <a:pt x="130759" y="52082"/>
                  </a:lnTo>
                  <a:lnTo>
                    <a:pt x="129933" y="49098"/>
                  </a:lnTo>
                  <a:lnTo>
                    <a:pt x="129565" y="49123"/>
                  </a:lnTo>
                  <a:lnTo>
                    <a:pt x="161328" y="12077"/>
                  </a:lnTo>
                  <a:lnTo>
                    <a:pt x="160909" y="14452"/>
                  </a:lnTo>
                  <a:lnTo>
                    <a:pt x="161251" y="21932"/>
                  </a:lnTo>
                  <a:lnTo>
                    <a:pt x="161696" y="23596"/>
                  </a:lnTo>
                  <a:lnTo>
                    <a:pt x="160312" y="23253"/>
                  </a:lnTo>
                  <a:lnTo>
                    <a:pt x="157099" y="23456"/>
                  </a:lnTo>
                  <a:lnTo>
                    <a:pt x="153898" y="23647"/>
                  </a:lnTo>
                  <a:lnTo>
                    <a:pt x="151333" y="24612"/>
                  </a:lnTo>
                  <a:lnTo>
                    <a:pt x="151422" y="26568"/>
                  </a:lnTo>
                  <a:lnTo>
                    <a:pt x="154063" y="27203"/>
                  </a:lnTo>
                  <a:lnTo>
                    <a:pt x="160477" y="26797"/>
                  </a:lnTo>
                  <a:lnTo>
                    <a:pt x="161899" y="26276"/>
                  </a:lnTo>
                  <a:lnTo>
                    <a:pt x="161607" y="27990"/>
                  </a:lnTo>
                  <a:lnTo>
                    <a:pt x="161772" y="31724"/>
                  </a:lnTo>
                  <a:lnTo>
                    <a:pt x="161950" y="35458"/>
                  </a:lnTo>
                  <a:lnTo>
                    <a:pt x="162775" y="38442"/>
                  </a:lnTo>
                  <a:lnTo>
                    <a:pt x="164452" y="38341"/>
                  </a:lnTo>
                  <a:lnTo>
                    <a:pt x="164998" y="35280"/>
                  </a:lnTo>
                  <a:lnTo>
                    <a:pt x="164642" y="27800"/>
                  </a:lnTo>
                  <a:lnTo>
                    <a:pt x="164185" y="26123"/>
                  </a:lnTo>
                  <a:lnTo>
                    <a:pt x="165671" y="26466"/>
                  </a:lnTo>
                  <a:lnTo>
                    <a:pt x="168871" y="26276"/>
                  </a:lnTo>
                  <a:lnTo>
                    <a:pt x="172072" y="26073"/>
                  </a:lnTo>
                  <a:lnTo>
                    <a:pt x="174637" y="25107"/>
                  </a:lnTo>
                  <a:lnTo>
                    <a:pt x="174612" y="24765"/>
                  </a:lnTo>
                  <a:lnTo>
                    <a:pt x="195973" y="49657"/>
                  </a:lnTo>
                  <a:lnTo>
                    <a:pt x="194335" y="49745"/>
                  </a:lnTo>
                  <a:lnTo>
                    <a:pt x="193802" y="52806"/>
                  </a:lnTo>
                  <a:lnTo>
                    <a:pt x="194144" y="60286"/>
                  </a:lnTo>
                  <a:lnTo>
                    <a:pt x="194589" y="61950"/>
                  </a:lnTo>
                  <a:lnTo>
                    <a:pt x="193192" y="61607"/>
                  </a:lnTo>
                  <a:lnTo>
                    <a:pt x="189992" y="61810"/>
                  </a:lnTo>
                  <a:lnTo>
                    <a:pt x="186778" y="62014"/>
                  </a:lnTo>
                  <a:lnTo>
                    <a:pt x="184213" y="62979"/>
                  </a:lnTo>
                  <a:lnTo>
                    <a:pt x="184315" y="64935"/>
                  </a:lnTo>
                  <a:lnTo>
                    <a:pt x="186956" y="65557"/>
                  </a:lnTo>
                  <a:lnTo>
                    <a:pt x="193357" y="65163"/>
                  </a:lnTo>
                  <a:lnTo>
                    <a:pt x="194792" y="64630"/>
                  </a:lnTo>
                  <a:lnTo>
                    <a:pt x="194500" y="66344"/>
                  </a:lnTo>
                  <a:lnTo>
                    <a:pt x="194665" y="70091"/>
                  </a:lnTo>
                  <a:lnTo>
                    <a:pt x="194830" y="73825"/>
                  </a:lnTo>
                  <a:lnTo>
                    <a:pt x="195656" y="76809"/>
                  </a:lnTo>
                  <a:lnTo>
                    <a:pt x="196202" y="76784"/>
                  </a:lnTo>
                  <a:lnTo>
                    <a:pt x="196202" y="50355"/>
                  </a:lnTo>
                  <a:lnTo>
                    <a:pt x="196024" y="49720"/>
                  </a:lnTo>
                  <a:lnTo>
                    <a:pt x="205803" y="61125"/>
                  </a:lnTo>
                  <a:lnTo>
                    <a:pt x="205803" y="50469"/>
                  </a:lnTo>
                  <a:lnTo>
                    <a:pt x="172910" y="12103"/>
                  </a:lnTo>
                  <a:lnTo>
                    <a:pt x="172910" y="22771"/>
                  </a:lnTo>
                  <a:lnTo>
                    <a:pt x="171907" y="22517"/>
                  </a:lnTo>
                  <a:lnTo>
                    <a:pt x="165506" y="22923"/>
                  </a:lnTo>
                  <a:lnTo>
                    <a:pt x="163982" y="23495"/>
                  </a:lnTo>
                  <a:lnTo>
                    <a:pt x="164299" y="21742"/>
                  </a:lnTo>
                  <a:lnTo>
                    <a:pt x="164122" y="17995"/>
                  </a:lnTo>
                  <a:lnTo>
                    <a:pt x="163957" y="14262"/>
                  </a:lnTo>
                  <a:lnTo>
                    <a:pt x="163144" y="11366"/>
                  </a:lnTo>
                  <a:lnTo>
                    <a:pt x="172910" y="22771"/>
                  </a:lnTo>
                  <a:lnTo>
                    <a:pt x="172910" y="12103"/>
                  </a:lnTo>
                  <a:lnTo>
                    <a:pt x="171678" y="10655"/>
                  </a:lnTo>
                  <a:lnTo>
                    <a:pt x="163080" y="635"/>
                  </a:lnTo>
                  <a:lnTo>
                    <a:pt x="163080" y="11290"/>
                  </a:lnTo>
                  <a:lnTo>
                    <a:pt x="161950" y="11353"/>
                  </a:lnTo>
                  <a:lnTo>
                    <a:pt x="162547" y="10655"/>
                  </a:lnTo>
                  <a:lnTo>
                    <a:pt x="163080" y="11290"/>
                  </a:lnTo>
                  <a:lnTo>
                    <a:pt x="163080" y="635"/>
                  </a:lnTo>
                  <a:lnTo>
                    <a:pt x="162547" y="0"/>
                  </a:lnTo>
                  <a:lnTo>
                    <a:pt x="128498" y="39712"/>
                  </a:lnTo>
                  <a:lnTo>
                    <a:pt x="128498" y="61417"/>
                  </a:lnTo>
                  <a:lnTo>
                    <a:pt x="127101" y="61074"/>
                  </a:lnTo>
                  <a:lnTo>
                    <a:pt x="123901" y="61277"/>
                  </a:lnTo>
                  <a:lnTo>
                    <a:pt x="120700" y="61468"/>
                  </a:lnTo>
                  <a:lnTo>
                    <a:pt x="118211" y="62420"/>
                  </a:lnTo>
                  <a:lnTo>
                    <a:pt x="118211" y="64338"/>
                  </a:lnTo>
                  <a:lnTo>
                    <a:pt x="117373" y="63347"/>
                  </a:lnTo>
                  <a:lnTo>
                    <a:pt x="118135" y="62458"/>
                  </a:lnTo>
                  <a:lnTo>
                    <a:pt x="118211" y="64338"/>
                  </a:lnTo>
                  <a:lnTo>
                    <a:pt x="118211" y="62420"/>
                  </a:lnTo>
                  <a:lnTo>
                    <a:pt x="127927" y="51041"/>
                  </a:lnTo>
                  <a:lnTo>
                    <a:pt x="127711" y="52273"/>
                  </a:lnTo>
                  <a:lnTo>
                    <a:pt x="128054" y="59753"/>
                  </a:lnTo>
                  <a:lnTo>
                    <a:pt x="128498" y="61417"/>
                  </a:lnTo>
                  <a:lnTo>
                    <a:pt x="128498" y="39712"/>
                  </a:lnTo>
                  <a:lnTo>
                    <a:pt x="108229" y="63347"/>
                  </a:lnTo>
                  <a:lnTo>
                    <a:pt x="162547" y="126695"/>
                  </a:lnTo>
                  <a:lnTo>
                    <a:pt x="171678" y="116027"/>
                  </a:lnTo>
                  <a:lnTo>
                    <a:pt x="213055" y="67779"/>
                  </a:lnTo>
                  <a:lnTo>
                    <a:pt x="263588" y="126695"/>
                  </a:lnTo>
                  <a:lnTo>
                    <a:pt x="272719" y="116027"/>
                  </a:lnTo>
                  <a:lnTo>
                    <a:pt x="317881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7" name="object 2097" descr=""/>
            <p:cNvSpPr/>
            <p:nvPr/>
          </p:nvSpPr>
          <p:spPr>
            <a:xfrm>
              <a:off x="7175995" y="7694237"/>
              <a:ext cx="361315" cy="204470"/>
            </a:xfrm>
            <a:custGeom>
              <a:avLst/>
              <a:gdLst/>
              <a:ahLst/>
              <a:cxnLst/>
              <a:rect l="l" t="t" r="r" b="b"/>
              <a:pathLst>
                <a:path w="361315" h="204470">
                  <a:moveTo>
                    <a:pt x="108623" y="140512"/>
                  </a:moveTo>
                  <a:lnTo>
                    <a:pt x="99491" y="129870"/>
                  </a:lnTo>
                  <a:lnTo>
                    <a:pt x="99491" y="140512"/>
                  </a:lnTo>
                  <a:lnTo>
                    <a:pt x="89369" y="152311"/>
                  </a:lnTo>
                  <a:lnTo>
                    <a:pt x="89649" y="150799"/>
                  </a:lnTo>
                  <a:lnTo>
                    <a:pt x="89293" y="143332"/>
                  </a:lnTo>
                  <a:lnTo>
                    <a:pt x="88836" y="141655"/>
                  </a:lnTo>
                  <a:lnTo>
                    <a:pt x="90322" y="141998"/>
                  </a:lnTo>
                  <a:lnTo>
                    <a:pt x="93522" y="141808"/>
                  </a:lnTo>
                  <a:lnTo>
                    <a:pt x="96723" y="141605"/>
                  </a:lnTo>
                  <a:lnTo>
                    <a:pt x="99288" y="140639"/>
                  </a:lnTo>
                  <a:lnTo>
                    <a:pt x="99263" y="140258"/>
                  </a:lnTo>
                  <a:lnTo>
                    <a:pt x="99491" y="140512"/>
                  </a:lnTo>
                  <a:lnTo>
                    <a:pt x="99491" y="129870"/>
                  </a:lnTo>
                  <a:lnTo>
                    <a:pt x="97586" y="127647"/>
                  </a:lnTo>
                  <a:lnTo>
                    <a:pt x="97586" y="138303"/>
                  </a:lnTo>
                  <a:lnTo>
                    <a:pt x="96558" y="138049"/>
                  </a:lnTo>
                  <a:lnTo>
                    <a:pt x="90157" y="138455"/>
                  </a:lnTo>
                  <a:lnTo>
                    <a:pt x="88646" y="139026"/>
                  </a:lnTo>
                  <a:lnTo>
                    <a:pt x="88950" y="137274"/>
                  </a:lnTo>
                  <a:lnTo>
                    <a:pt x="88773" y="133527"/>
                  </a:lnTo>
                  <a:lnTo>
                    <a:pt x="88607" y="129794"/>
                  </a:lnTo>
                  <a:lnTo>
                    <a:pt x="87972" y="127533"/>
                  </a:lnTo>
                  <a:lnTo>
                    <a:pt x="87972" y="153949"/>
                  </a:lnTo>
                  <a:lnTo>
                    <a:pt x="54317" y="193205"/>
                  </a:lnTo>
                  <a:lnTo>
                    <a:pt x="42633" y="179590"/>
                  </a:lnTo>
                  <a:lnTo>
                    <a:pt x="45212" y="180200"/>
                  </a:lnTo>
                  <a:lnTo>
                    <a:pt x="51625" y="179793"/>
                  </a:lnTo>
                  <a:lnTo>
                    <a:pt x="53047" y="179273"/>
                  </a:lnTo>
                  <a:lnTo>
                    <a:pt x="52755" y="180987"/>
                  </a:lnTo>
                  <a:lnTo>
                    <a:pt x="52920" y="184721"/>
                  </a:lnTo>
                  <a:lnTo>
                    <a:pt x="53086" y="188455"/>
                  </a:lnTo>
                  <a:lnTo>
                    <a:pt x="53911" y="191439"/>
                  </a:lnTo>
                  <a:lnTo>
                    <a:pt x="55587" y="191338"/>
                  </a:lnTo>
                  <a:lnTo>
                    <a:pt x="56134" y="188277"/>
                  </a:lnTo>
                  <a:lnTo>
                    <a:pt x="55791" y="180797"/>
                  </a:lnTo>
                  <a:lnTo>
                    <a:pt x="55333" y="179120"/>
                  </a:lnTo>
                  <a:lnTo>
                    <a:pt x="56807" y="179463"/>
                  </a:lnTo>
                  <a:lnTo>
                    <a:pt x="60020" y="179273"/>
                  </a:lnTo>
                  <a:lnTo>
                    <a:pt x="63220" y="179070"/>
                  </a:lnTo>
                  <a:lnTo>
                    <a:pt x="65786" y="178104"/>
                  </a:lnTo>
                  <a:lnTo>
                    <a:pt x="65697" y="176149"/>
                  </a:lnTo>
                  <a:lnTo>
                    <a:pt x="63055" y="175514"/>
                  </a:lnTo>
                  <a:lnTo>
                    <a:pt x="56642" y="175920"/>
                  </a:lnTo>
                  <a:lnTo>
                    <a:pt x="55130" y="176491"/>
                  </a:lnTo>
                  <a:lnTo>
                    <a:pt x="55435" y="174739"/>
                  </a:lnTo>
                  <a:lnTo>
                    <a:pt x="55270" y="170992"/>
                  </a:lnTo>
                  <a:lnTo>
                    <a:pt x="55105" y="167259"/>
                  </a:lnTo>
                  <a:lnTo>
                    <a:pt x="54279" y="164274"/>
                  </a:lnTo>
                  <a:lnTo>
                    <a:pt x="52603" y="164376"/>
                  </a:lnTo>
                  <a:lnTo>
                    <a:pt x="52057" y="167449"/>
                  </a:lnTo>
                  <a:lnTo>
                    <a:pt x="52400" y="174929"/>
                  </a:lnTo>
                  <a:lnTo>
                    <a:pt x="52844" y="176593"/>
                  </a:lnTo>
                  <a:lnTo>
                    <a:pt x="51447" y="176250"/>
                  </a:lnTo>
                  <a:lnTo>
                    <a:pt x="48247" y="176453"/>
                  </a:lnTo>
                  <a:lnTo>
                    <a:pt x="45046" y="176644"/>
                  </a:lnTo>
                  <a:lnTo>
                    <a:pt x="42481" y="177609"/>
                  </a:lnTo>
                  <a:lnTo>
                    <a:pt x="42557" y="179514"/>
                  </a:lnTo>
                  <a:lnTo>
                    <a:pt x="10058" y="141592"/>
                  </a:lnTo>
                  <a:lnTo>
                    <a:pt x="12623" y="142189"/>
                  </a:lnTo>
                  <a:lnTo>
                    <a:pt x="19037" y="141795"/>
                  </a:lnTo>
                  <a:lnTo>
                    <a:pt x="20472" y="141262"/>
                  </a:lnTo>
                  <a:lnTo>
                    <a:pt x="20180" y="142976"/>
                  </a:lnTo>
                  <a:lnTo>
                    <a:pt x="20345" y="146723"/>
                  </a:lnTo>
                  <a:lnTo>
                    <a:pt x="20510" y="150456"/>
                  </a:lnTo>
                  <a:lnTo>
                    <a:pt x="21336" y="153441"/>
                  </a:lnTo>
                  <a:lnTo>
                    <a:pt x="23012" y="153339"/>
                  </a:lnTo>
                  <a:lnTo>
                    <a:pt x="23558" y="150266"/>
                  </a:lnTo>
                  <a:lnTo>
                    <a:pt x="23215" y="142786"/>
                  </a:lnTo>
                  <a:lnTo>
                    <a:pt x="22745" y="141109"/>
                  </a:lnTo>
                  <a:lnTo>
                    <a:pt x="24231" y="141465"/>
                  </a:lnTo>
                  <a:lnTo>
                    <a:pt x="27432" y="141262"/>
                  </a:lnTo>
                  <a:lnTo>
                    <a:pt x="30645" y="141058"/>
                  </a:lnTo>
                  <a:lnTo>
                    <a:pt x="33210" y="140106"/>
                  </a:lnTo>
                  <a:lnTo>
                    <a:pt x="33108" y="138137"/>
                  </a:lnTo>
                  <a:lnTo>
                    <a:pt x="30467" y="137515"/>
                  </a:lnTo>
                  <a:lnTo>
                    <a:pt x="24066" y="137909"/>
                  </a:lnTo>
                  <a:lnTo>
                    <a:pt x="22555" y="138480"/>
                  </a:lnTo>
                  <a:lnTo>
                    <a:pt x="22860" y="136728"/>
                  </a:lnTo>
                  <a:lnTo>
                    <a:pt x="22694" y="132994"/>
                  </a:lnTo>
                  <a:lnTo>
                    <a:pt x="22517" y="129247"/>
                  </a:lnTo>
                  <a:lnTo>
                    <a:pt x="21691" y="126263"/>
                  </a:lnTo>
                  <a:lnTo>
                    <a:pt x="21336" y="126288"/>
                  </a:lnTo>
                  <a:lnTo>
                    <a:pt x="53098" y="89242"/>
                  </a:lnTo>
                  <a:lnTo>
                    <a:pt x="52679" y="91617"/>
                  </a:lnTo>
                  <a:lnTo>
                    <a:pt x="53022" y="99098"/>
                  </a:lnTo>
                  <a:lnTo>
                    <a:pt x="53467" y="100761"/>
                  </a:lnTo>
                  <a:lnTo>
                    <a:pt x="52070" y="100418"/>
                  </a:lnTo>
                  <a:lnTo>
                    <a:pt x="48869" y="100622"/>
                  </a:lnTo>
                  <a:lnTo>
                    <a:pt x="45669" y="100825"/>
                  </a:lnTo>
                  <a:lnTo>
                    <a:pt x="43103" y="101790"/>
                  </a:lnTo>
                  <a:lnTo>
                    <a:pt x="43192" y="103746"/>
                  </a:lnTo>
                  <a:lnTo>
                    <a:pt x="45834" y="104368"/>
                  </a:lnTo>
                  <a:lnTo>
                    <a:pt x="52235" y="103974"/>
                  </a:lnTo>
                  <a:lnTo>
                    <a:pt x="53670" y="103441"/>
                  </a:lnTo>
                  <a:lnTo>
                    <a:pt x="53378" y="105156"/>
                  </a:lnTo>
                  <a:lnTo>
                    <a:pt x="53543" y="108902"/>
                  </a:lnTo>
                  <a:lnTo>
                    <a:pt x="53708" y="112636"/>
                  </a:lnTo>
                  <a:lnTo>
                    <a:pt x="54533" y="115620"/>
                  </a:lnTo>
                  <a:lnTo>
                    <a:pt x="56210" y="115519"/>
                  </a:lnTo>
                  <a:lnTo>
                    <a:pt x="56756" y="112445"/>
                  </a:lnTo>
                  <a:lnTo>
                    <a:pt x="56413" y="104965"/>
                  </a:lnTo>
                  <a:lnTo>
                    <a:pt x="55956" y="103289"/>
                  </a:lnTo>
                  <a:lnTo>
                    <a:pt x="57429" y="103644"/>
                  </a:lnTo>
                  <a:lnTo>
                    <a:pt x="60642" y="103441"/>
                  </a:lnTo>
                  <a:lnTo>
                    <a:pt x="63842" y="103238"/>
                  </a:lnTo>
                  <a:lnTo>
                    <a:pt x="66408" y="102285"/>
                  </a:lnTo>
                  <a:lnTo>
                    <a:pt x="66382" y="101930"/>
                  </a:lnTo>
                  <a:lnTo>
                    <a:pt x="87744" y="126822"/>
                  </a:lnTo>
                  <a:lnTo>
                    <a:pt x="86106" y="126911"/>
                  </a:lnTo>
                  <a:lnTo>
                    <a:pt x="85559" y="129984"/>
                  </a:lnTo>
                  <a:lnTo>
                    <a:pt x="85915" y="137464"/>
                  </a:lnTo>
                  <a:lnTo>
                    <a:pt x="86360" y="139128"/>
                  </a:lnTo>
                  <a:lnTo>
                    <a:pt x="84963" y="138785"/>
                  </a:lnTo>
                  <a:lnTo>
                    <a:pt x="81749" y="138976"/>
                  </a:lnTo>
                  <a:lnTo>
                    <a:pt x="78549" y="139179"/>
                  </a:lnTo>
                  <a:lnTo>
                    <a:pt x="75984" y="140144"/>
                  </a:lnTo>
                  <a:lnTo>
                    <a:pt x="76073" y="142100"/>
                  </a:lnTo>
                  <a:lnTo>
                    <a:pt x="78714" y="142735"/>
                  </a:lnTo>
                  <a:lnTo>
                    <a:pt x="85128" y="142328"/>
                  </a:lnTo>
                  <a:lnTo>
                    <a:pt x="86550" y="141795"/>
                  </a:lnTo>
                  <a:lnTo>
                    <a:pt x="86258" y="143522"/>
                  </a:lnTo>
                  <a:lnTo>
                    <a:pt x="86423" y="147256"/>
                  </a:lnTo>
                  <a:lnTo>
                    <a:pt x="86601" y="150990"/>
                  </a:lnTo>
                  <a:lnTo>
                    <a:pt x="87426" y="153974"/>
                  </a:lnTo>
                  <a:lnTo>
                    <a:pt x="87972" y="153949"/>
                  </a:lnTo>
                  <a:lnTo>
                    <a:pt x="87972" y="127533"/>
                  </a:lnTo>
                  <a:lnTo>
                    <a:pt x="87795" y="126885"/>
                  </a:lnTo>
                  <a:lnTo>
                    <a:pt x="97586" y="138303"/>
                  </a:lnTo>
                  <a:lnTo>
                    <a:pt x="97586" y="127647"/>
                  </a:lnTo>
                  <a:lnTo>
                    <a:pt x="64681" y="89268"/>
                  </a:lnTo>
                  <a:lnTo>
                    <a:pt x="64681" y="99936"/>
                  </a:lnTo>
                  <a:lnTo>
                    <a:pt x="63677" y="99695"/>
                  </a:lnTo>
                  <a:lnTo>
                    <a:pt x="57264" y="100088"/>
                  </a:lnTo>
                  <a:lnTo>
                    <a:pt x="55753" y="100660"/>
                  </a:lnTo>
                  <a:lnTo>
                    <a:pt x="56057" y="98907"/>
                  </a:lnTo>
                  <a:lnTo>
                    <a:pt x="55892" y="95173"/>
                  </a:lnTo>
                  <a:lnTo>
                    <a:pt x="55714" y="91440"/>
                  </a:lnTo>
                  <a:lnTo>
                    <a:pt x="54914" y="88531"/>
                  </a:lnTo>
                  <a:lnTo>
                    <a:pt x="64681" y="99936"/>
                  </a:lnTo>
                  <a:lnTo>
                    <a:pt x="64681" y="89268"/>
                  </a:lnTo>
                  <a:lnTo>
                    <a:pt x="63449" y="87820"/>
                  </a:lnTo>
                  <a:lnTo>
                    <a:pt x="54864" y="77812"/>
                  </a:lnTo>
                  <a:lnTo>
                    <a:pt x="54864" y="88468"/>
                  </a:lnTo>
                  <a:lnTo>
                    <a:pt x="53708" y="88531"/>
                  </a:lnTo>
                  <a:lnTo>
                    <a:pt x="54317" y="87820"/>
                  </a:lnTo>
                  <a:lnTo>
                    <a:pt x="54864" y="88468"/>
                  </a:lnTo>
                  <a:lnTo>
                    <a:pt x="54864" y="77812"/>
                  </a:lnTo>
                  <a:lnTo>
                    <a:pt x="54317" y="77165"/>
                  </a:lnTo>
                  <a:lnTo>
                    <a:pt x="20269" y="116878"/>
                  </a:lnTo>
                  <a:lnTo>
                    <a:pt x="20269" y="138582"/>
                  </a:lnTo>
                  <a:lnTo>
                    <a:pt x="18872" y="138239"/>
                  </a:lnTo>
                  <a:lnTo>
                    <a:pt x="15671" y="138442"/>
                  </a:lnTo>
                  <a:lnTo>
                    <a:pt x="12458" y="138645"/>
                  </a:lnTo>
                  <a:lnTo>
                    <a:pt x="9982" y="139573"/>
                  </a:lnTo>
                  <a:lnTo>
                    <a:pt x="9982" y="141503"/>
                  </a:lnTo>
                  <a:lnTo>
                    <a:pt x="9144" y="140512"/>
                  </a:lnTo>
                  <a:lnTo>
                    <a:pt x="9893" y="139636"/>
                  </a:lnTo>
                  <a:lnTo>
                    <a:pt x="9982" y="141503"/>
                  </a:lnTo>
                  <a:lnTo>
                    <a:pt x="9982" y="139573"/>
                  </a:lnTo>
                  <a:lnTo>
                    <a:pt x="19685" y="128206"/>
                  </a:lnTo>
                  <a:lnTo>
                    <a:pt x="19481" y="129438"/>
                  </a:lnTo>
                  <a:lnTo>
                    <a:pt x="19824" y="136918"/>
                  </a:lnTo>
                  <a:lnTo>
                    <a:pt x="20269" y="138582"/>
                  </a:lnTo>
                  <a:lnTo>
                    <a:pt x="20269" y="116878"/>
                  </a:lnTo>
                  <a:lnTo>
                    <a:pt x="0" y="140512"/>
                  </a:lnTo>
                  <a:lnTo>
                    <a:pt x="54317" y="203860"/>
                  </a:lnTo>
                  <a:lnTo>
                    <a:pt x="63449" y="193205"/>
                  </a:lnTo>
                  <a:lnTo>
                    <a:pt x="108623" y="140512"/>
                  </a:lnTo>
                  <a:close/>
                </a:path>
                <a:path w="361315" h="204470">
                  <a:moveTo>
                    <a:pt x="165887" y="102285"/>
                  </a:moveTo>
                  <a:lnTo>
                    <a:pt x="165785" y="100317"/>
                  </a:lnTo>
                  <a:lnTo>
                    <a:pt x="163156" y="99695"/>
                  </a:lnTo>
                  <a:lnTo>
                    <a:pt x="156743" y="100088"/>
                  </a:lnTo>
                  <a:lnTo>
                    <a:pt x="155232" y="100660"/>
                  </a:lnTo>
                  <a:lnTo>
                    <a:pt x="155536" y="98907"/>
                  </a:lnTo>
                  <a:lnTo>
                    <a:pt x="155371" y="95173"/>
                  </a:lnTo>
                  <a:lnTo>
                    <a:pt x="155206" y="91440"/>
                  </a:lnTo>
                  <a:lnTo>
                    <a:pt x="154381" y="88455"/>
                  </a:lnTo>
                  <a:lnTo>
                    <a:pt x="152704" y="88557"/>
                  </a:lnTo>
                  <a:lnTo>
                    <a:pt x="152158" y="91617"/>
                  </a:lnTo>
                  <a:lnTo>
                    <a:pt x="152501" y="99098"/>
                  </a:lnTo>
                  <a:lnTo>
                    <a:pt x="152946" y="100761"/>
                  </a:lnTo>
                  <a:lnTo>
                    <a:pt x="151549" y="100418"/>
                  </a:lnTo>
                  <a:lnTo>
                    <a:pt x="148348" y="100622"/>
                  </a:lnTo>
                  <a:lnTo>
                    <a:pt x="145148" y="100825"/>
                  </a:lnTo>
                  <a:lnTo>
                    <a:pt x="142582" y="101790"/>
                  </a:lnTo>
                  <a:lnTo>
                    <a:pt x="142671" y="103746"/>
                  </a:lnTo>
                  <a:lnTo>
                    <a:pt x="145313" y="104368"/>
                  </a:lnTo>
                  <a:lnTo>
                    <a:pt x="151714" y="103974"/>
                  </a:lnTo>
                  <a:lnTo>
                    <a:pt x="153149" y="103441"/>
                  </a:lnTo>
                  <a:lnTo>
                    <a:pt x="152857" y="105156"/>
                  </a:lnTo>
                  <a:lnTo>
                    <a:pt x="153022" y="108902"/>
                  </a:lnTo>
                  <a:lnTo>
                    <a:pt x="153187" y="112636"/>
                  </a:lnTo>
                  <a:lnTo>
                    <a:pt x="154012" y="115620"/>
                  </a:lnTo>
                  <a:lnTo>
                    <a:pt x="155689" y="115519"/>
                  </a:lnTo>
                  <a:lnTo>
                    <a:pt x="156235" y="112445"/>
                  </a:lnTo>
                  <a:lnTo>
                    <a:pt x="155892" y="104965"/>
                  </a:lnTo>
                  <a:lnTo>
                    <a:pt x="155435" y="103289"/>
                  </a:lnTo>
                  <a:lnTo>
                    <a:pt x="156908" y="103644"/>
                  </a:lnTo>
                  <a:lnTo>
                    <a:pt x="160121" y="103441"/>
                  </a:lnTo>
                  <a:lnTo>
                    <a:pt x="163322" y="103238"/>
                  </a:lnTo>
                  <a:lnTo>
                    <a:pt x="165887" y="102285"/>
                  </a:lnTo>
                  <a:close/>
                </a:path>
                <a:path w="361315" h="204470">
                  <a:moveTo>
                    <a:pt x="310451" y="140512"/>
                  </a:moveTo>
                  <a:lnTo>
                    <a:pt x="301320" y="129870"/>
                  </a:lnTo>
                  <a:lnTo>
                    <a:pt x="301320" y="140512"/>
                  </a:lnTo>
                  <a:lnTo>
                    <a:pt x="291198" y="152311"/>
                  </a:lnTo>
                  <a:lnTo>
                    <a:pt x="291477" y="150799"/>
                  </a:lnTo>
                  <a:lnTo>
                    <a:pt x="291134" y="143332"/>
                  </a:lnTo>
                  <a:lnTo>
                    <a:pt x="290664" y="141655"/>
                  </a:lnTo>
                  <a:lnTo>
                    <a:pt x="292150" y="141998"/>
                  </a:lnTo>
                  <a:lnTo>
                    <a:pt x="295351" y="141808"/>
                  </a:lnTo>
                  <a:lnTo>
                    <a:pt x="298564" y="141605"/>
                  </a:lnTo>
                  <a:lnTo>
                    <a:pt x="301129" y="140639"/>
                  </a:lnTo>
                  <a:lnTo>
                    <a:pt x="301104" y="140271"/>
                  </a:lnTo>
                  <a:lnTo>
                    <a:pt x="301320" y="140512"/>
                  </a:lnTo>
                  <a:lnTo>
                    <a:pt x="301320" y="129870"/>
                  </a:lnTo>
                  <a:lnTo>
                    <a:pt x="299415" y="127647"/>
                  </a:lnTo>
                  <a:lnTo>
                    <a:pt x="299415" y="138303"/>
                  </a:lnTo>
                  <a:lnTo>
                    <a:pt x="298386" y="138049"/>
                  </a:lnTo>
                  <a:lnTo>
                    <a:pt x="291985" y="138455"/>
                  </a:lnTo>
                  <a:lnTo>
                    <a:pt x="290474" y="139026"/>
                  </a:lnTo>
                  <a:lnTo>
                    <a:pt x="290779" y="137274"/>
                  </a:lnTo>
                  <a:lnTo>
                    <a:pt x="290614" y="133527"/>
                  </a:lnTo>
                  <a:lnTo>
                    <a:pt x="290436" y="129794"/>
                  </a:lnTo>
                  <a:lnTo>
                    <a:pt x="289801" y="127533"/>
                  </a:lnTo>
                  <a:lnTo>
                    <a:pt x="289801" y="153949"/>
                  </a:lnTo>
                  <a:lnTo>
                    <a:pt x="256146" y="193205"/>
                  </a:lnTo>
                  <a:lnTo>
                    <a:pt x="244462" y="179590"/>
                  </a:lnTo>
                  <a:lnTo>
                    <a:pt x="247040" y="180200"/>
                  </a:lnTo>
                  <a:lnTo>
                    <a:pt x="253453" y="179793"/>
                  </a:lnTo>
                  <a:lnTo>
                    <a:pt x="254876" y="179273"/>
                  </a:lnTo>
                  <a:lnTo>
                    <a:pt x="254584" y="180987"/>
                  </a:lnTo>
                  <a:lnTo>
                    <a:pt x="254749" y="184721"/>
                  </a:lnTo>
                  <a:lnTo>
                    <a:pt x="254927" y="188455"/>
                  </a:lnTo>
                  <a:lnTo>
                    <a:pt x="255752" y="191439"/>
                  </a:lnTo>
                  <a:lnTo>
                    <a:pt x="257429" y="191338"/>
                  </a:lnTo>
                  <a:lnTo>
                    <a:pt x="257975" y="188277"/>
                  </a:lnTo>
                  <a:lnTo>
                    <a:pt x="257619" y="180797"/>
                  </a:lnTo>
                  <a:lnTo>
                    <a:pt x="257162" y="179120"/>
                  </a:lnTo>
                  <a:lnTo>
                    <a:pt x="258648" y="179463"/>
                  </a:lnTo>
                  <a:lnTo>
                    <a:pt x="261848" y="179273"/>
                  </a:lnTo>
                  <a:lnTo>
                    <a:pt x="265049" y="179070"/>
                  </a:lnTo>
                  <a:lnTo>
                    <a:pt x="267614" y="178104"/>
                  </a:lnTo>
                  <a:lnTo>
                    <a:pt x="267525" y="176149"/>
                  </a:lnTo>
                  <a:lnTo>
                    <a:pt x="264883" y="175514"/>
                  </a:lnTo>
                  <a:lnTo>
                    <a:pt x="258470" y="175920"/>
                  </a:lnTo>
                  <a:lnTo>
                    <a:pt x="256959" y="176491"/>
                  </a:lnTo>
                  <a:lnTo>
                    <a:pt x="257276" y="174739"/>
                  </a:lnTo>
                  <a:lnTo>
                    <a:pt x="257098" y="170992"/>
                  </a:lnTo>
                  <a:lnTo>
                    <a:pt x="256933" y="167259"/>
                  </a:lnTo>
                  <a:lnTo>
                    <a:pt x="256108" y="164274"/>
                  </a:lnTo>
                  <a:lnTo>
                    <a:pt x="254431" y="164376"/>
                  </a:lnTo>
                  <a:lnTo>
                    <a:pt x="253885" y="167449"/>
                  </a:lnTo>
                  <a:lnTo>
                    <a:pt x="254228" y="174929"/>
                  </a:lnTo>
                  <a:lnTo>
                    <a:pt x="254673" y="176593"/>
                  </a:lnTo>
                  <a:lnTo>
                    <a:pt x="253276" y="176250"/>
                  </a:lnTo>
                  <a:lnTo>
                    <a:pt x="250075" y="176453"/>
                  </a:lnTo>
                  <a:lnTo>
                    <a:pt x="246875" y="176644"/>
                  </a:lnTo>
                  <a:lnTo>
                    <a:pt x="244309" y="177609"/>
                  </a:lnTo>
                  <a:lnTo>
                    <a:pt x="244386" y="179514"/>
                  </a:lnTo>
                  <a:lnTo>
                    <a:pt x="211886" y="141592"/>
                  </a:lnTo>
                  <a:lnTo>
                    <a:pt x="214464" y="142189"/>
                  </a:lnTo>
                  <a:lnTo>
                    <a:pt x="220865" y="141795"/>
                  </a:lnTo>
                  <a:lnTo>
                    <a:pt x="222300" y="141262"/>
                  </a:lnTo>
                  <a:lnTo>
                    <a:pt x="222008" y="142976"/>
                  </a:lnTo>
                  <a:lnTo>
                    <a:pt x="222173" y="146723"/>
                  </a:lnTo>
                  <a:lnTo>
                    <a:pt x="222338" y="150456"/>
                  </a:lnTo>
                  <a:lnTo>
                    <a:pt x="223164" y="153441"/>
                  </a:lnTo>
                  <a:lnTo>
                    <a:pt x="224840" y="153339"/>
                  </a:lnTo>
                  <a:lnTo>
                    <a:pt x="225386" y="150266"/>
                  </a:lnTo>
                  <a:lnTo>
                    <a:pt x="225044" y="142786"/>
                  </a:lnTo>
                  <a:lnTo>
                    <a:pt x="224586" y="141122"/>
                  </a:lnTo>
                  <a:lnTo>
                    <a:pt x="226060" y="141465"/>
                  </a:lnTo>
                  <a:lnTo>
                    <a:pt x="229273" y="141262"/>
                  </a:lnTo>
                  <a:lnTo>
                    <a:pt x="232473" y="141058"/>
                  </a:lnTo>
                  <a:lnTo>
                    <a:pt x="235038" y="140106"/>
                  </a:lnTo>
                  <a:lnTo>
                    <a:pt x="234937" y="138137"/>
                  </a:lnTo>
                  <a:lnTo>
                    <a:pt x="232308" y="137515"/>
                  </a:lnTo>
                  <a:lnTo>
                    <a:pt x="225894" y="137909"/>
                  </a:lnTo>
                  <a:lnTo>
                    <a:pt x="224383" y="138480"/>
                  </a:lnTo>
                  <a:lnTo>
                    <a:pt x="224688" y="136728"/>
                  </a:lnTo>
                  <a:lnTo>
                    <a:pt x="224523" y="132994"/>
                  </a:lnTo>
                  <a:lnTo>
                    <a:pt x="224358" y="129247"/>
                  </a:lnTo>
                  <a:lnTo>
                    <a:pt x="223532" y="126263"/>
                  </a:lnTo>
                  <a:lnTo>
                    <a:pt x="223164" y="126288"/>
                  </a:lnTo>
                  <a:lnTo>
                    <a:pt x="254927" y="89242"/>
                  </a:lnTo>
                  <a:lnTo>
                    <a:pt x="254508" y="91617"/>
                  </a:lnTo>
                  <a:lnTo>
                    <a:pt x="254850" y="99098"/>
                  </a:lnTo>
                  <a:lnTo>
                    <a:pt x="255295" y="100761"/>
                  </a:lnTo>
                  <a:lnTo>
                    <a:pt x="253898" y="100418"/>
                  </a:lnTo>
                  <a:lnTo>
                    <a:pt x="250698" y="100622"/>
                  </a:lnTo>
                  <a:lnTo>
                    <a:pt x="247497" y="100825"/>
                  </a:lnTo>
                  <a:lnTo>
                    <a:pt x="244932" y="101790"/>
                  </a:lnTo>
                  <a:lnTo>
                    <a:pt x="245021" y="103746"/>
                  </a:lnTo>
                  <a:lnTo>
                    <a:pt x="247662" y="104368"/>
                  </a:lnTo>
                  <a:lnTo>
                    <a:pt x="254076" y="103974"/>
                  </a:lnTo>
                  <a:lnTo>
                    <a:pt x="255498" y="103441"/>
                  </a:lnTo>
                  <a:lnTo>
                    <a:pt x="255206" y="105156"/>
                  </a:lnTo>
                  <a:lnTo>
                    <a:pt x="255371" y="108902"/>
                  </a:lnTo>
                  <a:lnTo>
                    <a:pt x="255549" y="112636"/>
                  </a:lnTo>
                  <a:lnTo>
                    <a:pt x="256374" y="115620"/>
                  </a:lnTo>
                  <a:lnTo>
                    <a:pt x="258051" y="115519"/>
                  </a:lnTo>
                  <a:lnTo>
                    <a:pt x="258584" y="112445"/>
                  </a:lnTo>
                  <a:lnTo>
                    <a:pt x="258241" y="104965"/>
                  </a:lnTo>
                  <a:lnTo>
                    <a:pt x="257784" y="103289"/>
                  </a:lnTo>
                  <a:lnTo>
                    <a:pt x="259270" y="103644"/>
                  </a:lnTo>
                  <a:lnTo>
                    <a:pt x="262470" y="103441"/>
                  </a:lnTo>
                  <a:lnTo>
                    <a:pt x="265671" y="103238"/>
                  </a:lnTo>
                  <a:lnTo>
                    <a:pt x="268236" y="102285"/>
                  </a:lnTo>
                  <a:lnTo>
                    <a:pt x="268211" y="101930"/>
                  </a:lnTo>
                  <a:lnTo>
                    <a:pt x="289572" y="126822"/>
                  </a:lnTo>
                  <a:lnTo>
                    <a:pt x="287934" y="126911"/>
                  </a:lnTo>
                  <a:lnTo>
                    <a:pt x="287401" y="129984"/>
                  </a:lnTo>
                  <a:lnTo>
                    <a:pt x="287743" y="137464"/>
                  </a:lnTo>
                  <a:lnTo>
                    <a:pt x="288188" y="139128"/>
                  </a:lnTo>
                  <a:lnTo>
                    <a:pt x="286791" y="138785"/>
                  </a:lnTo>
                  <a:lnTo>
                    <a:pt x="283591" y="138976"/>
                  </a:lnTo>
                  <a:lnTo>
                    <a:pt x="280377" y="139179"/>
                  </a:lnTo>
                  <a:lnTo>
                    <a:pt x="277812" y="140144"/>
                  </a:lnTo>
                  <a:lnTo>
                    <a:pt x="277914" y="142100"/>
                  </a:lnTo>
                  <a:lnTo>
                    <a:pt x="280555" y="142735"/>
                  </a:lnTo>
                  <a:lnTo>
                    <a:pt x="286956" y="142328"/>
                  </a:lnTo>
                  <a:lnTo>
                    <a:pt x="288391" y="141795"/>
                  </a:lnTo>
                  <a:lnTo>
                    <a:pt x="288099" y="143522"/>
                  </a:lnTo>
                  <a:lnTo>
                    <a:pt x="288264" y="147256"/>
                  </a:lnTo>
                  <a:lnTo>
                    <a:pt x="288429" y="150990"/>
                  </a:lnTo>
                  <a:lnTo>
                    <a:pt x="289255" y="153974"/>
                  </a:lnTo>
                  <a:lnTo>
                    <a:pt x="289801" y="153949"/>
                  </a:lnTo>
                  <a:lnTo>
                    <a:pt x="289801" y="127533"/>
                  </a:lnTo>
                  <a:lnTo>
                    <a:pt x="289623" y="126885"/>
                  </a:lnTo>
                  <a:lnTo>
                    <a:pt x="299415" y="138303"/>
                  </a:lnTo>
                  <a:lnTo>
                    <a:pt x="299415" y="127647"/>
                  </a:lnTo>
                  <a:lnTo>
                    <a:pt x="266509" y="89268"/>
                  </a:lnTo>
                  <a:lnTo>
                    <a:pt x="266509" y="99936"/>
                  </a:lnTo>
                  <a:lnTo>
                    <a:pt x="265506" y="99695"/>
                  </a:lnTo>
                  <a:lnTo>
                    <a:pt x="259092" y="100088"/>
                  </a:lnTo>
                  <a:lnTo>
                    <a:pt x="257581" y="100660"/>
                  </a:lnTo>
                  <a:lnTo>
                    <a:pt x="257886" y="98907"/>
                  </a:lnTo>
                  <a:lnTo>
                    <a:pt x="257721" y="95173"/>
                  </a:lnTo>
                  <a:lnTo>
                    <a:pt x="257556" y="91440"/>
                  </a:lnTo>
                  <a:lnTo>
                    <a:pt x="256743" y="88531"/>
                  </a:lnTo>
                  <a:lnTo>
                    <a:pt x="266509" y="99936"/>
                  </a:lnTo>
                  <a:lnTo>
                    <a:pt x="266509" y="89268"/>
                  </a:lnTo>
                  <a:lnTo>
                    <a:pt x="265277" y="87820"/>
                  </a:lnTo>
                  <a:lnTo>
                    <a:pt x="256692" y="77812"/>
                  </a:lnTo>
                  <a:lnTo>
                    <a:pt x="256692" y="88468"/>
                  </a:lnTo>
                  <a:lnTo>
                    <a:pt x="255536" y="88531"/>
                  </a:lnTo>
                  <a:lnTo>
                    <a:pt x="256146" y="87820"/>
                  </a:lnTo>
                  <a:lnTo>
                    <a:pt x="256692" y="88468"/>
                  </a:lnTo>
                  <a:lnTo>
                    <a:pt x="256692" y="77812"/>
                  </a:lnTo>
                  <a:lnTo>
                    <a:pt x="256146" y="77165"/>
                  </a:lnTo>
                  <a:lnTo>
                    <a:pt x="222097" y="116878"/>
                  </a:lnTo>
                  <a:lnTo>
                    <a:pt x="222097" y="138582"/>
                  </a:lnTo>
                  <a:lnTo>
                    <a:pt x="220700" y="138239"/>
                  </a:lnTo>
                  <a:lnTo>
                    <a:pt x="217500" y="138442"/>
                  </a:lnTo>
                  <a:lnTo>
                    <a:pt x="214287" y="138645"/>
                  </a:lnTo>
                  <a:lnTo>
                    <a:pt x="211810" y="139573"/>
                  </a:lnTo>
                  <a:lnTo>
                    <a:pt x="211810" y="141503"/>
                  </a:lnTo>
                  <a:lnTo>
                    <a:pt x="210972" y="140512"/>
                  </a:lnTo>
                  <a:lnTo>
                    <a:pt x="211721" y="139649"/>
                  </a:lnTo>
                  <a:lnTo>
                    <a:pt x="211810" y="141503"/>
                  </a:lnTo>
                  <a:lnTo>
                    <a:pt x="211810" y="139573"/>
                  </a:lnTo>
                  <a:lnTo>
                    <a:pt x="221526" y="128206"/>
                  </a:lnTo>
                  <a:lnTo>
                    <a:pt x="221310" y="129438"/>
                  </a:lnTo>
                  <a:lnTo>
                    <a:pt x="221653" y="136918"/>
                  </a:lnTo>
                  <a:lnTo>
                    <a:pt x="222097" y="138582"/>
                  </a:lnTo>
                  <a:lnTo>
                    <a:pt x="222097" y="116878"/>
                  </a:lnTo>
                  <a:lnTo>
                    <a:pt x="201828" y="140512"/>
                  </a:lnTo>
                  <a:lnTo>
                    <a:pt x="256146" y="203860"/>
                  </a:lnTo>
                  <a:lnTo>
                    <a:pt x="265277" y="193205"/>
                  </a:lnTo>
                  <a:lnTo>
                    <a:pt x="310451" y="140512"/>
                  </a:lnTo>
                  <a:close/>
                </a:path>
                <a:path w="361315" h="204470">
                  <a:moveTo>
                    <a:pt x="360984" y="63347"/>
                  </a:moveTo>
                  <a:lnTo>
                    <a:pt x="351853" y="52705"/>
                  </a:lnTo>
                  <a:lnTo>
                    <a:pt x="351853" y="63347"/>
                  </a:lnTo>
                  <a:lnTo>
                    <a:pt x="341757" y="75133"/>
                  </a:lnTo>
                  <a:lnTo>
                    <a:pt x="342023" y="73647"/>
                  </a:lnTo>
                  <a:lnTo>
                    <a:pt x="341668" y="66167"/>
                  </a:lnTo>
                  <a:lnTo>
                    <a:pt x="341210" y="64490"/>
                  </a:lnTo>
                  <a:lnTo>
                    <a:pt x="342696" y="64846"/>
                  </a:lnTo>
                  <a:lnTo>
                    <a:pt x="345897" y="64643"/>
                  </a:lnTo>
                  <a:lnTo>
                    <a:pt x="349097" y="64439"/>
                  </a:lnTo>
                  <a:lnTo>
                    <a:pt x="351663" y="63474"/>
                  </a:lnTo>
                  <a:lnTo>
                    <a:pt x="351637" y="63106"/>
                  </a:lnTo>
                  <a:lnTo>
                    <a:pt x="351853" y="63347"/>
                  </a:lnTo>
                  <a:lnTo>
                    <a:pt x="351853" y="52705"/>
                  </a:lnTo>
                  <a:lnTo>
                    <a:pt x="349948" y="50482"/>
                  </a:lnTo>
                  <a:lnTo>
                    <a:pt x="349948" y="61150"/>
                  </a:lnTo>
                  <a:lnTo>
                    <a:pt x="348932" y="60896"/>
                  </a:lnTo>
                  <a:lnTo>
                    <a:pt x="342531" y="61290"/>
                  </a:lnTo>
                  <a:lnTo>
                    <a:pt x="341020" y="61861"/>
                  </a:lnTo>
                  <a:lnTo>
                    <a:pt x="341325" y="60109"/>
                  </a:lnTo>
                  <a:lnTo>
                    <a:pt x="341160" y="56375"/>
                  </a:lnTo>
                  <a:lnTo>
                    <a:pt x="340969" y="52628"/>
                  </a:lnTo>
                  <a:lnTo>
                    <a:pt x="340334" y="50342"/>
                  </a:lnTo>
                  <a:lnTo>
                    <a:pt x="340334" y="76796"/>
                  </a:lnTo>
                  <a:lnTo>
                    <a:pt x="306692" y="116039"/>
                  </a:lnTo>
                  <a:lnTo>
                    <a:pt x="295021" y="102438"/>
                  </a:lnTo>
                  <a:lnTo>
                    <a:pt x="297586" y="103035"/>
                  </a:lnTo>
                  <a:lnTo>
                    <a:pt x="303987" y="102641"/>
                  </a:lnTo>
                  <a:lnTo>
                    <a:pt x="305422" y="102108"/>
                  </a:lnTo>
                  <a:lnTo>
                    <a:pt x="305130" y="103822"/>
                  </a:lnTo>
                  <a:lnTo>
                    <a:pt x="305295" y="107556"/>
                  </a:lnTo>
                  <a:lnTo>
                    <a:pt x="305460" y="111302"/>
                  </a:lnTo>
                  <a:lnTo>
                    <a:pt x="306285" y="114287"/>
                  </a:lnTo>
                  <a:lnTo>
                    <a:pt x="307962" y="114173"/>
                  </a:lnTo>
                  <a:lnTo>
                    <a:pt x="308508" y="111112"/>
                  </a:lnTo>
                  <a:lnTo>
                    <a:pt x="308165" y="103632"/>
                  </a:lnTo>
                  <a:lnTo>
                    <a:pt x="307708" y="101968"/>
                  </a:lnTo>
                  <a:lnTo>
                    <a:pt x="309181" y="102311"/>
                  </a:lnTo>
                  <a:lnTo>
                    <a:pt x="312394" y="102108"/>
                  </a:lnTo>
                  <a:lnTo>
                    <a:pt x="315595" y="101904"/>
                  </a:lnTo>
                  <a:lnTo>
                    <a:pt x="318160" y="100939"/>
                  </a:lnTo>
                  <a:lnTo>
                    <a:pt x="318071" y="98983"/>
                  </a:lnTo>
                  <a:lnTo>
                    <a:pt x="315429" y="98361"/>
                  </a:lnTo>
                  <a:lnTo>
                    <a:pt x="309016" y="98755"/>
                  </a:lnTo>
                  <a:lnTo>
                    <a:pt x="307505" y="99326"/>
                  </a:lnTo>
                  <a:lnTo>
                    <a:pt x="307809" y="97574"/>
                  </a:lnTo>
                  <a:lnTo>
                    <a:pt x="307644" y="93840"/>
                  </a:lnTo>
                  <a:lnTo>
                    <a:pt x="307479" y="90093"/>
                  </a:lnTo>
                  <a:lnTo>
                    <a:pt x="306654" y="87109"/>
                  </a:lnTo>
                  <a:lnTo>
                    <a:pt x="304977" y="87223"/>
                  </a:lnTo>
                  <a:lnTo>
                    <a:pt x="304431" y="90284"/>
                  </a:lnTo>
                  <a:lnTo>
                    <a:pt x="304774" y="97764"/>
                  </a:lnTo>
                  <a:lnTo>
                    <a:pt x="305219" y="99428"/>
                  </a:lnTo>
                  <a:lnTo>
                    <a:pt x="303822" y="99085"/>
                  </a:lnTo>
                  <a:lnTo>
                    <a:pt x="300621" y="99288"/>
                  </a:lnTo>
                  <a:lnTo>
                    <a:pt x="297421" y="99479"/>
                  </a:lnTo>
                  <a:lnTo>
                    <a:pt x="294855" y="100444"/>
                  </a:lnTo>
                  <a:lnTo>
                    <a:pt x="294932" y="102349"/>
                  </a:lnTo>
                  <a:lnTo>
                    <a:pt x="262432" y="64427"/>
                  </a:lnTo>
                  <a:lnTo>
                    <a:pt x="264998" y="65024"/>
                  </a:lnTo>
                  <a:lnTo>
                    <a:pt x="271411" y="64630"/>
                  </a:lnTo>
                  <a:lnTo>
                    <a:pt x="272846" y="64096"/>
                  </a:lnTo>
                  <a:lnTo>
                    <a:pt x="272554" y="65824"/>
                  </a:lnTo>
                  <a:lnTo>
                    <a:pt x="272719" y="69557"/>
                  </a:lnTo>
                  <a:lnTo>
                    <a:pt x="272884" y="73291"/>
                  </a:lnTo>
                  <a:lnTo>
                    <a:pt x="273710" y="76276"/>
                  </a:lnTo>
                  <a:lnTo>
                    <a:pt x="275386" y="76174"/>
                  </a:lnTo>
                  <a:lnTo>
                    <a:pt x="275932" y="73101"/>
                  </a:lnTo>
                  <a:lnTo>
                    <a:pt x="275590" y="65633"/>
                  </a:lnTo>
                  <a:lnTo>
                    <a:pt x="275120" y="63957"/>
                  </a:lnTo>
                  <a:lnTo>
                    <a:pt x="276606" y="64300"/>
                  </a:lnTo>
                  <a:lnTo>
                    <a:pt x="279806" y="64096"/>
                  </a:lnTo>
                  <a:lnTo>
                    <a:pt x="283019" y="63906"/>
                  </a:lnTo>
                  <a:lnTo>
                    <a:pt x="285584" y="62941"/>
                  </a:lnTo>
                  <a:lnTo>
                    <a:pt x="285483" y="60985"/>
                  </a:lnTo>
                  <a:lnTo>
                    <a:pt x="282841" y="60350"/>
                  </a:lnTo>
                  <a:lnTo>
                    <a:pt x="276440" y="60756"/>
                  </a:lnTo>
                  <a:lnTo>
                    <a:pt x="274929" y="61328"/>
                  </a:lnTo>
                  <a:lnTo>
                    <a:pt x="275234" y="59575"/>
                  </a:lnTo>
                  <a:lnTo>
                    <a:pt x="275069" y="55829"/>
                  </a:lnTo>
                  <a:lnTo>
                    <a:pt x="274891" y="52095"/>
                  </a:lnTo>
                  <a:lnTo>
                    <a:pt x="274066" y="49110"/>
                  </a:lnTo>
                  <a:lnTo>
                    <a:pt x="273697" y="49136"/>
                  </a:lnTo>
                  <a:lnTo>
                    <a:pt x="305473" y="12090"/>
                  </a:lnTo>
                  <a:lnTo>
                    <a:pt x="305054" y="14465"/>
                  </a:lnTo>
                  <a:lnTo>
                    <a:pt x="305396" y="21932"/>
                  </a:lnTo>
                  <a:lnTo>
                    <a:pt x="305841" y="23609"/>
                  </a:lnTo>
                  <a:lnTo>
                    <a:pt x="304444" y="23266"/>
                  </a:lnTo>
                  <a:lnTo>
                    <a:pt x="301244" y="23456"/>
                  </a:lnTo>
                  <a:lnTo>
                    <a:pt x="298043" y="23660"/>
                  </a:lnTo>
                  <a:lnTo>
                    <a:pt x="295478" y="24625"/>
                  </a:lnTo>
                  <a:lnTo>
                    <a:pt x="295567" y="26581"/>
                  </a:lnTo>
                  <a:lnTo>
                    <a:pt x="298208" y="27216"/>
                  </a:lnTo>
                  <a:lnTo>
                    <a:pt x="304609" y="26809"/>
                  </a:lnTo>
                  <a:lnTo>
                    <a:pt x="306044" y="26276"/>
                  </a:lnTo>
                  <a:lnTo>
                    <a:pt x="305752" y="28003"/>
                  </a:lnTo>
                  <a:lnTo>
                    <a:pt x="305917" y="31737"/>
                  </a:lnTo>
                  <a:lnTo>
                    <a:pt x="306082" y="35471"/>
                  </a:lnTo>
                  <a:lnTo>
                    <a:pt x="306908" y="38455"/>
                  </a:lnTo>
                  <a:lnTo>
                    <a:pt x="308584" y="38354"/>
                  </a:lnTo>
                  <a:lnTo>
                    <a:pt x="309130" y="35280"/>
                  </a:lnTo>
                  <a:lnTo>
                    <a:pt x="308787" y="27813"/>
                  </a:lnTo>
                  <a:lnTo>
                    <a:pt x="307975" y="24815"/>
                  </a:lnTo>
                  <a:lnTo>
                    <a:pt x="308432" y="21755"/>
                  </a:lnTo>
                  <a:lnTo>
                    <a:pt x="308267" y="18008"/>
                  </a:lnTo>
                  <a:lnTo>
                    <a:pt x="308102" y="14274"/>
                  </a:lnTo>
                  <a:lnTo>
                    <a:pt x="307289" y="11379"/>
                  </a:lnTo>
                  <a:lnTo>
                    <a:pt x="340106" y="49657"/>
                  </a:lnTo>
                  <a:lnTo>
                    <a:pt x="338480" y="49758"/>
                  </a:lnTo>
                  <a:lnTo>
                    <a:pt x="337934" y="52819"/>
                  </a:lnTo>
                  <a:lnTo>
                    <a:pt x="338289" y="60299"/>
                  </a:lnTo>
                  <a:lnTo>
                    <a:pt x="338734" y="61963"/>
                  </a:lnTo>
                  <a:lnTo>
                    <a:pt x="337337" y="61620"/>
                  </a:lnTo>
                  <a:lnTo>
                    <a:pt x="334124" y="61823"/>
                  </a:lnTo>
                  <a:lnTo>
                    <a:pt x="330923" y="62014"/>
                  </a:lnTo>
                  <a:lnTo>
                    <a:pt x="328358" y="62979"/>
                  </a:lnTo>
                  <a:lnTo>
                    <a:pt x="328447" y="64947"/>
                  </a:lnTo>
                  <a:lnTo>
                    <a:pt x="331089" y="65570"/>
                  </a:lnTo>
                  <a:lnTo>
                    <a:pt x="337502" y="65176"/>
                  </a:lnTo>
                  <a:lnTo>
                    <a:pt x="338924" y="64643"/>
                  </a:lnTo>
                  <a:lnTo>
                    <a:pt x="338632" y="66357"/>
                  </a:lnTo>
                  <a:lnTo>
                    <a:pt x="338810" y="70091"/>
                  </a:lnTo>
                  <a:lnTo>
                    <a:pt x="338975" y="73837"/>
                  </a:lnTo>
                  <a:lnTo>
                    <a:pt x="339801" y="76822"/>
                  </a:lnTo>
                  <a:lnTo>
                    <a:pt x="340334" y="76796"/>
                  </a:lnTo>
                  <a:lnTo>
                    <a:pt x="340334" y="50342"/>
                  </a:lnTo>
                  <a:lnTo>
                    <a:pt x="340169" y="49733"/>
                  </a:lnTo>
                  <a:lnTo>
                    <a:pt x="349948" y="61150"/>
                  </a:lnTo>
                  <a:lnTo>
                    <a:pt x="349948" y="50482"/>
                  </a:lnTo>
                  <a:lnTo>
                    <a:pt x="315823" y="10668"/>
                  </a:lnTo>
                  <a:lnTo>
                    <a:pt x="307225" y="635"/>
                  </a:lnTo>
                  <a:lnTo>
                    <a:pt x="307225" y="11303"/>
                  </a:lnTo>
                  <a:lnTo>
                    <a:pt x="306095" y="11366"/>
                  </a:lnTo>
                  <a:lnTo>
                    <a:pt x="306692" y="10668"/>
                  </a:lnTo>
                  <a:lnTo>
                    <a:pt x="307225" y="11303"/>
                  </a:lnTo>
                  <a:lnTo>
                    <a:pt x="307225" y="635"/>
                  </a:lnTo>
                  <a:lnTo>
                    <a:pt x="306692" y="0"/>
                  </a:lnTo>
                  <a:lnTo>
                    <a:pt x="272643" y="39712"/>
                  </a:lnTo>
                  <a:lnTo>
                    <a:pt x="272643" y="61429"/>
                  </a:lnTo>
                  <a:lnTo>
                    <a:pt x="271246" y="61087"/>
                  </a:lnTo>
                  <a:lnTo>
                    <a:pt x="268046" y="61277"/>
                  </a:lnTo>
                  <a:lnTo>
                    <a:pt x="264833" y="61480"/>
                  </a:lnTo>
                  <a:lnTo>
                    <a:pt x="262356" y="62420"/>
                  </a:lnTo>
                  <a:lnTo>
                    <a:pt x="262356" y="64338"/>
                  </a:lnTo>
                  <a:lnTo>
                    <a:pt x="261518" y="63347"/>
                  </a:lnTo>
                  <a:lnTo>
                    <a:pt x="262267" y="62484"/>
                  </a:lnTo>
                  <a:lnTo>
                    <a:pt x="262356" y="64338"/>
                  </a:lnTo>
                  <a:lnTo>
                    <a:pt x="262356" y="62420"/>
                  </a:lnTo>
                  <a:lnTo>
                    <a:pt x="272072" y="51041"/>
                  </a:lnTo>
                  <a:lnTo>
                    <a:pt x="271856" y="52285"/>
                  </a:lnTo>
                  <a:lnTo>
                    <a:pt x="272199" y="59753"/>
                  </a:lnTo>
                  <a:lnTo>
                    <a:pt x="272643" y="61429"/>
                  </a:lnTo>
                  <a:lnTo>
                    <a:pt x="272643" y="39712"/>
                  </a:lnTo>
                  <a:lnTo>
                    <a:pt x="256159" y="58928"/>
                  </a:lnTo>
                  <a:lnTo>
                    <a:pt x="250825" y="52717"/>
                  </a:lnTo>
                  <a:lnTo>
                    <a:pt x="250825" y="63347"/>
                  </a:lnTo>
                  <a:lnTo>
                    <a:pt x="240715" y="75145"/>
                  </a:lnTo>
                  <a:lnTo>
                    <a:pt x="240982" y="73647"/>
                  </a:lnTo>
                  <a:lnTo>
                    <a:pt x="240639" y="66167"/>
                  </a:lnTo>
                  <a:lnTo>
                    <a:pt x="240169" y="64503"/>
                  </a:lnTo>
                  <a:lnTo>
                    <a:pt x="241655" y="64846"/>
                  </a:lnTo>
                  <a:lnTo>
                    <a:pt x="244856" y="64643"/>
                  </a:lnTo>
                  <a:lnTo>
                    <a:pt x="248069" y="64439"/>
                  </a:lnTo>
                  <a:lnTo>
                    <a:pt x="250634" y="63474"/>
                  </a:lnTo>
                  <a:lnTo>
                    <a:pt x="250609" y="63106"/>
                  </a:lnTo>
                  <a:lnTo>
                    <a:pt x="250825" y="63347"/>
                  </a:lnTo>
                  <a:lnTo>
                    <a:pt x="250825" y="52717"/>
                  </a:lnTo>
                  <a:lnTo>
                    <a:pt x="248920" y="50495"/>
                  </a:lnTo>
                  <a:lnTo>
                    <a:pt x="248920" y="61150"/>
                  </a:lnTo>
                  <a:lnTo>
                    <a:pt x="247904" y="60896"/>
                  </a:lnTo>
                  <a:lnTo>
                    <a:pt x="241490" y="61290"/>
                  </a:lnTo>
                  <a:lnTo>
                    <a:pt x="239979" y="61861"/>
                  </a:lnTo>
                  <a:lnTo>
                    <a:pt x="240284" y="60109"/>
                  </a:lnTo>
                  <a:lnTo>
                    <a:pt x="240118" y="56375"/>
                  </a:lnTo>
                  <a:lnTo>
                    <a:pt x="239953" y="52628"/>
                  </a:lnTo>
                  <a:lnTo>
                    <a:pt x="239293" y="50304"/>
                  </a:lnTo>
                  <a:lnTo>
                    <a:pt x="239293" y="76796"/>
                  </a:lnTo>
                  <a:lnTo>
                    <a:pt x="205651" y="116039"/>
                  </a:lnTo>
                  <a:lnTo>
                    <a:pt x="193967" y="102438"/>
                  </a:lnTo>
                  <a:lnTo>
                    <a:pt x="196545" y="103035"/>
                  </a:lnTo>
                  <a:lnTo>
                    <a:pt x="202958" y="102641"/>
                  </a:lnTo>
                  <a:lnTo>
                    <a:pt x="204381" y="102108"/>
                  </a:lnTo>
                  <a:lnTo>
                    <a:pt x="204089" y="103822"/>
                  </a:lnTo>
                  <a:lnTo>
                    <a:pt x="204254" y="107556"/>
                  </a:lnTo>
                  <a:lnTo>
                    <a:pt x="204431" y="111302"/>
                  </a:lnTo>
                  <a:lnTo>
                    <a:pt x="205257" y="114287"/>
                  </a:lnTo>
                  <a:lnTo>
                    <a:pt x="206933" y="114173"/>
                  </a:lnTo>
                  <a:lnTo>
                    <a:pt x="207479" y="111112"/>
                  </a:lnTo>
                  <a:lnTo>
                    <a:pt x="207124" y="103632"/>
                  </a:lnTo>
                  <a:lnTo>
                    <a:pt x="206667" y="101955"/>
                  </a:lnTo>
                  <a:lnTo>
                    <a:pt x="208153" y="102311"/>
                  </a:lnTo>
                  <a:lnTo>
                    <a:pt x="211353" y="102108"/>
                  </a:lnTo>
                  <a:lnTo>
                    <a:pt x="214553" y="101904"/>
                  </a:lnTo>
                  <a:lnTo>
                    <a:pt x="217119" y="100939"/>
                  </a:lnTo>
                  <a:lnTo>
                    <a:pt x="217030" y="98983"/>
                  </a:lnTo>
                  <a:lnTo>
                    <a:pt x="214388" y="98361"/>
                  </a:lnTo>
                  <a:lnTo>
                    <a:pt x="207987" y="98755"/>
                  </a:lnTo>
                  <a:lnTo>
                    <a:pt x="206476" y="99326"/>
                  </a:lnTo>
                  <a:lnTo>
                    <a:pt x="206781" y="97574"/>
                  </a:lnTo>
                  <a:lnTo>
                    <a:pt x="206603" y="93840"/>
                  </a:lnTo>
                  <a:lnTo>
                    <a:pt x="206438" y="90093"/>
                  </a:lnTo>
                  <a:lnTo>
                    <a:pt x="205613" y="87109"/>
                  </a:lnTo>
                  <a:lnTo>
                    <a:pt x="203936" y="87223"/>
                  </a:lnTo>
                  <a:lnTo>
                    <a:pt x="203390" y="90284"/>
                  </a:lnTo>
                  <a:lnTo>
                    <a:pt x="203733" y="97764"/>
                  </a:lnTo>
                  <a:lnTo>
                    <a:pt x="204177" y="99428"/>
                  </a:lnTo>
                  <a:lnTo>
                    <a:pt x="202793" y="99085"/>
                  </a:lnTo>
                  <a:lnTo>
                    <a:pt x="199580" y="99288"/>
                  </a:lnTo>
                  <a:lnTo>
                    <a:pt x="196380" y="99479"/>
                  </a:lnTo>
                  <a:lnTo>
                    <a:pt x="193814" y="100444"/>
                  </a:lnTo>
                  <a:lnTo>
                    <a:pt x="193903" y="102362"/>
                  </a:lnTo>
                  <a:lnTo>
                    <a:pt x="161391" y="64427"/>
                  </a:lnTo>
                  <a:lnTo>
                    <a:pt x="163969" y="65024"/>
                  </a:lnTo>
                  <a:lnTo>
                    <a:pt x="170370" y="64630"/>
                  </a:lnTo>
                  <a:lnTo>
                    <a:pt x="171805" y="64096"/>
                  </a:lnTo>
                  <a:lnTo>
                    <a:pt x="171513" y="65824"/>
                  </a:lnTo>
                  <a:lnTo>
                    <a:pt x="171678" y="69557"/>
                  </a:lnTo>
                  <a:lnTo>
                    <a:pt x="171843" y="73291"/>
                  </a:lnTo>
                  <a:lnTo>
                    <a:pt x="172669" y="76276"/>
                  </a:lnTo>
                  <a:lnTo>
                    <a:pt x="174345" y="76174"/>
                  </a:lnTo>
                  <a:lnTo>
                    <a:pt x="174891" y="73101"/>
                  </a:lnTo>
                  <a:lnTo>
                    <a:pt x="174548" y="65633"/>
                  </a:lnTo>
                  <a:lnTo>
                    <a:pt x="174091" y="63957"/>
                  </a:lnTo>
                  <a:lnTo>
                    <a:pt x="175564" y="64300"/>
                  </a:lnTo>
                  <a:lnTo>
                    <a:pt x="178777" y="64096"/>
                  </a:lnTo>
                  <a:lnTo>
                    <a:pt x="181978" y="63906"/>
                  </a:lnTo>
                  <a:lnTo>
                    <a:pt x="184543" y="62941"/>
                  </a:lnTo>
                  <a:lnTo>
                    <a:pt x="184454" y="60985"/>
                  </a:lnTo>
                  <a:lnTo>
                    <a:pt x="181813" y="60350"/>
                  </a:lnTo>
                  <a:lnTo>
                    <a:pt x="175399" y="60756"/>
                  </a:lnTo>
                  <a:lnTo>
                    <a:pt x="173888" y="61328"/>
                  </a:lnTo>
                  <a:lnTo>
                    <a:pt x="174193" y="59575"/>
                  </a:lnTo>
                  <a:lnTo>
                    <a:pt x="174028" y="55829"/>
                  </a:lnTo>
                  <a:lnTo>
                    <a:pt x="173863" y="52095"/>
                  </a:lnTo>
                  <a:lnTo>
                    <a:pt x="173037" y="49110"/>
                  </a:lnTo>
                  <a:lnTo>
                    <a:pt x="172656" y="49136"/>
                  </a:lnTo>
                  <a:lnTo>
                    <a:pt x="204431" y="12090"/>
                  </a:lnTo>
                  <a:lnTo>
                    <a:pt x="204012" y="14465"/>
                  </a:lnTo>
                  <a:lnTo>
                    <a:pt x="204355" y="21932"/>
                  </a:lnTo>
                  <a:lnTo>
                    <a:pt x="204812" y="23609"/>
                  </a:lnTo>
                  <a:lnTo>
                    <a:pt x="203415" y="23266"/>
                  </a:lnTo>
                  <a:lnTo>
                    <a:pt x="200202" y="23456"/>
                  </a:lnTo>
                  <a:lnTo>
                    <a:pt x="197002" y="23660"/>
                  </a:lnTo>
                  <a:lnTo>
                    <a:pt x="194437" y="24625"/>
                  </a:lnTo>
                  <a:lnTo>
                    <a:pt x="194525" y="26581"/>
                  </a:lnTo>
                  <a:lnTo>
                    <a:pt x="197167" y="27216"/>
                  </a:lnTo>
                  <a:lnTo>
                    <a:pt x="203581" y="26809"/>
                  </a:lnTo>
                  <a:lnTo>
                    <a:pt x="205003" y="26276"/>
                  </a:lnTo>
                  <a:lnTo>
                    <a:pt x="204711" y="28003"/>
                  </a:lnTo>
                  <a:lnTo>
                    <a:pt x="204876" y="31737"/>
                  </a:lnTo>
                  <a:lnTo>
                    <a:pt x="205054" y="35471"/>
                  </a:lnTo>
                  <a:lnTo>
                    <a:pt x="205879" y="38455"/>
                  </a:lnTo>
                  <a:lnTo>
                    <a:pt x="207556" y="38354"/>
                  </a:lnTo>
                  <a:lnTo>
                    <a:pt x="208102" y="35280"/>
                  </a:lnTo>
                  <a:lnTo>
                    <a:pt x="207746" y="27813"/>
                  </a:lnTo>
                  <a:lnTo>
                    <a:pt x="207289" y="26136"/>
                  </a:lnTo>
                  <a:lnTo>
                    <a:pt x="208775" y="26479"/>
                  </a:lnTo>
                  <a:lnTo>
                    <a:pt x="211975" y="26276"/>
                  </a:lnTo>
                  <a:lnTo>
                    <a:pt x="215176" y="26085"/>
                  </a:lnTo>
                  <a:lnTo>
                    <a:pt x="217741" y="25120"/>
                  </a:lnTo>
                  <a:lnTo>
                    <a:pt x="217716" y="24777"/>
                  </a:lnTo>
                  <a:lnTo>
                    <a:pt x="239064" y="49657"/>
                  </a:lnTo>
                  <a:lnTo>
                    <a:pt x="237439" y="49758"/>
                  </a:lnTo>
                  <a:lnTo>
                    <a:pt x="236905" y="52819"/>
                  </a:lnTo>
                  <a:lnTo>
                    <a:pt x="237248" y="60299"/>
                  </a:lnTo>
                  <a:lnTo>
                    <a:pt x="237693" y="61963"/>
                  </a:lnTo>
                  <a:lnTo>
                    <a:pt x="236296" y="61620"/>
                  </a:lnTo>
                  <a:lnTo>
                    <a:pt x="233095" y="61823"/>
                  </a:lnTo>
                  <a:lnTo>
                    <a:pt x="229882" y="62014"/>
                  </a:lnTo>
                  <a:lnTo>
                    <a:pt x="227317" y="62979"/>
                  </a:lnTo>
                  <a:lnTo>
                    <a:pt x="227418" y="64947"/>
                  </a:lnTo>
                  <a:lnTo>
                    <a:pt x="230060" y="65570"/>
                  </a:lnTo>
                  <a:lnTo>
                    <a:pt x="236461" y="65176"/>
                  </a:lnTo>
                  <a:lnTo>
                    <a:pt x="237896" y="64643"/>
                  </a:lnTo>
                  <a:lnTo>
                    <a:pt x="237604" y="66357"/>
                  </a:lnTo>
                  <a:lnTo>
                    <a:pt x="237769" y="70091"/>
                  </a:lnTo>
                  <a:lnTo>
                    <a:pt x="237934" y="73837"/>
                  </a:lnTo>
                  <a:lnTo>
                    <a:pt x="238760" y="76822"/>
                  </a:lnTo>
                  <a:lnTo>
                    <a:pt x="239293" y="76796"/>
                  </a:lnTo>
                  <a:lnTo>
                    <a:pt x="239293" y="50304"/>
                  </a:lnTo>
                  <a:lnTo>
                    <a:pt x="239128" y="49720"/>
                  </a:lnTo>
                  <a:lnTo>
                    <a:pt x="248920" y="61150"/>
                  </a:lnTo>
                  <a:lnTo>
                    <a:pt x="248920" y="50495"/>
                  </a:lnTo>
                  <a:lnTo>
                    <a:pt x="216014" y="12115"/>
                  </a:lnTo>
                  <a:lnTo>
                    <a:pt x="216014" y="22771"/>
                  </a:lnTo>
                  <a:lnTo>
                    <a:pt x="215011" y="22529"/>
                  </a:lnTo>
                  <a:lnTo>
                    <a:pt x="208610" y="22936"/>
                  </a:lnTo>
                  <a:lnTo>
                    <a:pt x="207086" y="23507"/>
                  </a:lnTo>
                  <a:lnTo>
                    <a:pt x="207403" y="21755"/>
                  </a:lnTo>
                  <a:lnTo>
                    <a:pt x="207225" y="18008"/>
                  </a:lnTo>
                  <a:lnTo>
                    <a:pt x="207060" y="14274"/>
                  </a:lnTo>
                  <a:lnTo>
                    <a:pt x="206248" y="11379"/>
                  </a:lnTo>
                  <a:lnTo>
                    <a:pt x="216014" y="22771"/>
                  </a:lnTo>
                  <a:lnTo>
                    <a:pt x="216014" y="12115"/>
                  </a:lnTo>
                  <a:lnTo>
                    <a:pt x="214782" y="10668"/>
                  </a:lnTo>
                  <a:lnTo>
                    <a:pt x="206184" y="635"/>
                  </a:lnTo>
                  <a:lnTo>
                    <a:pt x="206184" y="11303"/>
                  </a:lnTo>
                  <a:lnTo>
                    <a:pt x="205054" y="11366"/>
                  </a:lnTo>
                  <a:lnTo>
                    <a:pt x="205651" y="10668"/>
                  </a:lnTo>
                  <a:lnTo>
                    <a:pt x="206184" y="11303"/>
                  </a:lnTo>
                  <a:lnTo>
                    <a:pt x="206184" y="635"/>
                  </a:lnTo>
                  <a:lnTo>
                    <a:pt x="205651" y="0"/>
                  </a:lnTo>
                  <a:lnTo>
                    <a:pt x="171602" y="39712"/>
                  </a:lnTo>
                  <a:lnTo>
                    <a:pt x="171602" y="61429"/>
                  </a:lnTo>
                  <a:lnTo>
                    <a:pt x="170205" y="61087"/>
                  </a:lnTo>
                  <a:lnTo>
                    <a:pt x="167005" y="61277"/>
                  </a:lnTo>
                  <a:lnTo>
                    <a:pt x="163804" y="61480"/>
                  </a:lnTo>
                  <a:lnTo>
                    <a:pt x="161315" y="62433"/>
                  </a:lnTo>
                  <a:lnTo>
                    <a:pt x="161315" y="64338"/>
                  </a:lnTo>
                  <a:lnTo>
                    <a:pt x="160477" y="63347"/>
                  </a:lnTo>
                  <a:lnTo>
                    <a:pt x="161239" y="62458"/>
                  </a:lnTo>
                  <a:lnTo>
                    <a:pt x="161315" y="64338"/>
                  </a:lnTo>
                  <a:lnTo>
                    <a:pt x="161315" y="62433"/>
                  </a:lnTo>
                  <a:lnTo>
                    <a:pt x="171030" y="51041"/>
                  </a:lnTo>
                  <a:lnTo>
                    <a:pt x="170815" y="52285"/>
                  </a:lnTo>
                  <a:lnTo>
                    <a:pt x="171157" y="59753"/>
                  </a:lnTo>
                  <a:lnTo>
                    <a:pt x="171602" y="61429"/>
                  </a:lnTo>
                  <a:lnTo>
                    <a:pt x="171602" y="39712"/>
                  </a:lnTo>
                  <a:lnTo>
                    <a:pt x="151333" y="63347"/>
                  </a:lnTo>
                  <a:lnTo>
                    <a:pt x="205651" y="126707"/>
                  </a:lnTo>
                  <a:lnTo>
                    <a:pt x="214782" y="116039"/>
                  </a:lnTo>
                  <a:lnTo>
                    <a:pt x="256159" y="67779"/>
                  </a:lnTo>
                  <a:lnTo>
                    <a:pt x="306692" y="126707"/>
                  </a:lnTo>
                  <a:lnTo>
                    <a:pt x="315823" y="116039"/>
                  </a:lnTo>
                  <a:lnTo>
                    <a:pt x="360984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8" name="object 2098" descr=""/>
            <p:cNvSpPr/>
            <p:nvPr/>
          </p:nvSpPr>
          <p:spPr>
            <a:xfrm>
              <a:off x="7481748" y="7383583"/>
              <a:ext cx="311785" cy="349250"/>
            </a:xfrm>
            <a:custGeom>
              <a:avLst/>
              <a:gdLst/>
              <a:ahLst/>
              <a:cxnLst/>
              <a:rect l="l" t="t" r="r" b="b"/>
              <a:pathLst>
                <a:path w="311784" h="349250">
                  <a:moveTo>
                    <a:pt x="13030" y="335775"/>
                  </a:moveTo>
                  <a:lnTo>
                    <a:pt x="12941" y="333819"/>
                  </a:lnTo>
                  <a:lnTo>
                    <a:pt x="10299" y="333184"/>
                  </a:lnTo>
                  <a:lnTo>
                    <a:pt x="3886" y="333590"/>
                  </a:lnTo>
                  <a:lnTo>
                    <a:pt x="1333" y="334543"/>
                  </a:lnTo>
                  <a:lnTo>
                    <a:pt x="1371" y="335534"/>
                  </a:lnTo>
                  <a:lnTo>
                    <a:pt x="533" y="335572"/>
                  </a:lnTo>
                  <a:lnTo>
                    <a:pt x="0" y="338658"/>
                  </a:lnTo>
                  <a:lnTo>
                    <a:pt x="165" y="342392"/>
                  </a:lnTo>
                  <a:lnTo>
                    <a:pt x="330" y="346125"/>
                  </a:lnTo>
                  <a:lnTo>
                    <a:pt x="1155" y="349110"/>
                  </a:lnTo>
                  <a:lnTo>
                    <a:pt x="2832" y="349008"/>
                  </a:lnTo>
                  <a:lnTo>
                    <a:pt x="3378" y="345935"/>
                  </a:lnTo>
                  <a:lnTo>
                    <a:pt x="3035" y="338467"/>
                  </a:lnTo>
                  <a:lnTo>
                    <a:pt x="2578" y="336791"/>
                  </a:lnTo>
                  <a:lnTo>
                    <a:pt x="4051" y="337134"/>
                  </a:lnTo>
                  <a:lnTo>
                    <a:pt x="7264" y="336931"/>
                  </a:lnTo>
                  <a:lnTo>
                    <a:pt x="10464" y="336740"/>
                  </a:lnTo>
                  <a:lnTo>
                    <a:pt x="13030" y="335775"/>
                  </a:lnTo>
                  <a:close/>
                </a:path>
                <a:path w="311784" h="349250">
                  <a:moveTo>
                    <a:pt x="260769" y="63347"/>
                  </a:moveTo>
                  <a:lnTo>
                    <a:pt x="251637" y="52705"/>
                  </a:lnTo>
                  <a:lnTo>
                    <a:pt x="251637" y="63347"/>
                  </a:lnTo>
                  <a:lnTo>
                    <a:pt x="206463" y="116039"/>
                  </a:lnTo>
                  <a:lnTo>
                    <a:pt x="161290" y="63347"/>
                  </a:lnTo>
                  <a:lnTo>
                    <a:pt x="206463" y="10655"/>
                  </a:lnTo>
                  <a:lnTo>
                    <a:pt x="251637" y="63347"/>
                  </a:lnTo>
                  <a:lnTo>
                    <a:pt x="251637" y="52705"/>
                  </a:lnTo>
                  <a:lnTo>
                    <a:pt x="215595" y="10655"/>
                  </a:lnTo>
                  <a:lnTo>
                    <a:pt x="206463" y="0"/>
                  </a:lnTo>
                  <a:lnTo>
                    <a:pt x="155930" y="58928"/>
                  </a:lnTo>
                  <a:lnTo>
                    <a:pt x="150596" y="52705"/>
                  </a:lnTo>
                  <a:lnTo>
                    <a:pt x="150596" y="63347"/>
                  </a:lnTo>
                  <a:lnTo>
                    <a:pt x="140474" y="75145"/>
                  </a:lnTo>
                  <a:lnTo>
                    <a:pt x="140754" y="73634"/>
                  </a:lnTo>
                  <a:lnTo>
                    <a:pt x="140411" y="66167"/>
                  </a:lnTo>
                  <a:lnTo>
                    <a:pt x="139941" y="64490"/>
                  </a:lnTo>
                  <a:lnTo>
                    <a:pt x="141427" y="64833"/>
                  </a:lnTo>
                  <a:lnTo>
                    <a:pt x="144627" y="64630"/>
                  </a:lnTo>
                  <a:lnTo>
                    <a:pt x="147840" y="64439"/>
                  </a:lnTo>
                  <a:lnTo>
                    <a:pt x="150406" y="63474"/>
                  </a:lnTo>
                  <a:lnTo>
                    <a:pt x="150380" y="63106"/>
                  </a:lnTo>
                  <a:lnTo>
                    <a:pt x="150596" y="63347"/>
                  </a:lnTo>
                  <a:lnTo>
                    <a:pt x="150596" y="52705"/>
                  </a:lnTo>
                  <a:lnTo>
                    <a:pt x="148691" y="50482"/>
                  </a:lnTo>
                  <a:lnTo>
                    <a:pt x="148691" y="61137"/>
                  </a:lnTo>
                  <a:lnTo>
                    <a:pt x="147675" y="60883"/>
                  </a:lnTo>
                  <a:lnTo>
                    <a:pt x="141262" y="61290"/>
                  </a:lnTo>
                  <a:lnTo>
                    <a:pt x="139750" y="61861"/>
                  </a:lnTo>
                  <a:lnTo>
                    <a:pt x="140055" y="60096"/>
                  </a:lnTo>
                  <a:lnTo>
                    <a:pt x="139890" y="56362"/>
                  </a:lnTo>
                  <a:lnTo>
                    <a:pt x="139725" y="52628"/>
                  </a:lnTo>
                  <a:lnTo>
                    <a:pt x="139077" y="50355"/>
                  </a:lnTo>
                  <a:lnTo>
                    <a:pt x="139077" y="76784"/>
                  </a:lnTo>
                  <a:lnTo>
                    <a:pt x="105422" y="116039"/>
                  </a:lnTo>
                  <a:lnTo>
                    <a:pt x="93738" y="102425"/>
                  </a:lnTo>
                  <a:lnTo>
                    <a:pt x="96316" y="103035"/>
                  </a:lnTo>
                  <a:lnTo>
                    <a:pt x="102730" y="102628"/>
                  </a:lnTo>
                  <a:lnTo>
                    <a:pt x="104152" y="102095"/>
                  </a:lnTo>
                  <a:lnTo>
                    <a:pt x="103860" y="103822"/>
                  </a:lnTo>
                  <a:lnTo>
                    <a:pt x="104038" y="107556"/>
                  </a:lnTo>
                  <a:lnTo>
                    <a:pt x="104203" y="111290"/>
                  </a:lnTo>
                  <a:lnTo>
                    <a:pt x="105029" y="114274"/>
                  </a:lnTo>
                  <a:lnTo>
                    <a:pt x="106705" y="114173"/>
                  </a:lnTo>
                  <a:lnTo>
                    <a:pt x="107251" y="111099"/>
                  </a:lnTo>
                  <a:lnTo>
                    <a:pt x="106895" y="103632"/>
                  </a:lnTo>
                  <a:lnTo>
                    <a:pt x="106438" y="101955"/>
                  </a:lnTo>
                  <a:lnTo>
                    <a:pt x="107924" y="102298"/>
                  </a:lnTo>
                  <a:lnTo>
                    <a:pt x="111125" y="102095"/>
                  </a:lnTo>
                  <a:lnTo>
                    <a:pt x="114325" y="101904"/>
                  </a:lnTo>
                  <a:lnTo>
                    <a:pt x="116890" y="100939"/>
                  </a:lnTo>
                  <a:lnTo>
                    <a:pt x="116801" y="98983"/>
                  </a:lnTo>
                  <a:lnTo>
                    <a:pt x="114160" y="98348"/>
                  </a:lnTo>
                  <a:lnTo>
                    <a:pt x="107759" y="98755"/>
                  </a:lnTo>
                  <a:lnTo>
                    <a:pt x="106248" y="99326"/>
                  </a:lnTo>
                  <a:lnTo>
                    <a:pt x="106553" y="97574"/>
                  </a:lnTo>
                  <a:lnTo>
                    <a:pt x="106375" y="93827"/>
                  </a:lnTo>
                  <a:lnTo>
                    <a:pt x="106210" y="90093"/>
                  </a:lnTo>
                  <a:lnTo>
                    <a:pt x="105384" y="87109"/>
                  </a:lnTo>
                  <a:lnTo>
                    <a:pt x="103708" y="87210"/>
                  </a:lnTo>
                  <a:lnTo>
                    <a:pt x="103162" y="90284"/>
                  </a:lnTo>
                  <a:lnTo>
                    <a:pt x="103505" y="97751"/>
                  </a:lnTo>
                  <a:lnTo>
                    <a:pt x="103962" y="99428"/>
                  </a:lnTo>
                  <a:lnTo>
                    <a:pt x="102565" y="99085"/>
                  </a:lnTo>
                  <a:lnTo>
                    <a:pt x="99352" y="99275"/>
                  </a:lnTo>
                  <a:lnTo>
                    <a:pt x="96151" y="99479"/>
                  </a:lnTo>
                  <a:lnTo>
                    <a:pt x="93586" y="100444"/>
                  </a:lnTo>
                  <a:lnTo>
                    <a:pt x="93662" y="102349"/>
                  </a:lnTo>
                  <a:lnTo>
                    <a:pt x="61163" y="64427"/>
                  </a:lnTo>
                  <a:lnTo>
                    <a:pt x="63741" y="65024"/>
                  </a:lnTo>
                  <a:lnTo>
                    <a:pt x="70142" y="64630"/>
                  </a:lnTo>
                  <a:lnTo>
                    <a:pt x="71577" y="64096"/>
                  </a:lnTo>
                  <a:lnTo>
                    <a:pt x="71285" y="65811"/>
                  </a:lnTo>
                  <a:lnTo>
                    <a:pt x="71450" y="69545"/>
                  </a:lnTo>
                  <a:lnTo>
                    <a:pt x="71615" y="73291"/>
                  </a:lnTo>
                  <a:lnTo>
                    <a:pt x="72440" y="76276"/>
                  </a:lnTo>
                  <a:lnTo>
                    <a:pt x="74117" y="76161"/>
                  </a:lnTo>
                  <a:lnTo>
                    <a:pt x="74663" y="73101"/>
                  </a:lnTo>
                  <a:lnTo>
                    <a:pt x="74320" y="65620"/>
                  </a:lnTo>
                  <a:lnTo>
                    <a:pt x="73863" y="63957"/>
                  </a:lnTo>
                  <a:lnTo>
                    <a:pt x="75336" y="64300"/>
                  </a:lnTo>
                  <a:lnTo>
                    <a:pt x="78549" y="64096"/>
                  </a:lnTo>
                  <a:lnTo>
                    <a:pt x="81749" y="63893"/>
                  </a:lnTo>
                  <a:lnTo>
                    <a:pt x="84315" y="62928"/>
                  </a:lnTo>
                  <a:lnTo>
                    <a:pt x="84226" y="60972"/>
                  </a:lnTo>
                  <a:lnTo>
                    <a:pt x="81584" y="60350"/>
                  </a:lnTo>
                  <a:lnTo>
                    <a:pt x="75171" y="60744"/>
                  </a:lnTo>
                  <a:lnTo>
                    <a:pt x="73660" y="61315"/>
                  </a:lnTo>
                  <a:lnTo>
                    <a:pt x="73964" y="59563"/>
                  </a:lnTo>
                  <a:lnTo>
                    <a:pt x="73799" y="55829"/>
                  </a:lnTo>
                  <a:lnTo>
                    <a:pt x="73634" y="52082"/>
                  </a:lnTo>
                  <a:lnTo>
                    <a:pt x="72809" y="49098"/>
                  </a:lnTo>
                  <a:lnTo>
                    <a:pt x="72440" y="49123"/>
                  </a:lnTo>
                  <a:lnTo>
                    <a:pt x="104203" y="12077"/>
                  </a:lnTo>
                  <a:lnTo>
                    <a:pt x="103784" y="14452"/>
                  </a:lnTo>
                  <a:lnTo>
                    <a:pt x="104127" y="21932"/>
                  </a:lnTo>
                  <a:lnTo>
                    <a:pt x="104571" y="23596"/>
                  </a:lnTo>
                  <a:lnTo>
                    <a:pt x="103187" y="23253"/>
                  </a:lnTo>
                  <a:lnTo>
                    <a:pt x="99974" y="23456"/>
                  </a:lnTo>
                  <a:lnTo>
                    <a:pt x="96774" y="23647"/>
                  </a:lnTo>
                  <a:lnTo>
                    <a:pt x="94208" y="24612"/>
                  </a:lnTo>
                  <a:lnTo>
                    <a:pt x="94297" y="26568"/>
                  </a:lnTo>
                  <a:lnTo>
                    <a:pt x="96939" y="27203"/>
                  </a:lnTo>
                  <a:lnTo>
                    <a:pt x="103352" y="26809"/>
                  </a:lnTo>
                  <a:lnTo>
                    <a:pt x="104775" y="26276"/>
                  </a:lnTo>
                  <a:lnTo>
                    <a:pt x="104482" y="27990"/>
                  </a:lnTo>
                  <a:lnTo>
                    <a:pt x="104648" y="31724"/>
                  </a:lnTo>
                  <a:lnTo>
                    <a:pt x="104825" y="35471"/>
                  </a:lnTo>
                  <a:lnTo>
                    <a:pt x="105651" y="38455"/>
                  </a:lnTo>
                  <a:lnTo>
                    <a:pt x="107327" y="38341"/>
                  </a:lnTo>
                  <a:lnTo>
                    <a:pt x="107873" y="35280"/>
                  </a:lnTo>
                  <a:lnTo>
                    <a:pt x="107518" y="27800"/>
                  </a:lnTo>
                  <a:lnTo>
                    <a:pt x="107061" y="26123"/>
                  </a:lnTo>
                  <a:lnTo>
                    <a:pt x="108546" y="26479"/>
                  </a:lnTo>
                  <a:lnTo>
                    <a:pt x="111747" y="26276"/>
                  </a:lnTo>
                  <a:lnTo>
                    <a:pt x="114947" y="26073"/>
                  </a:lnTo>
                  <a:lnTo>
                    <a:pt x="117513" y="25107"/>
                  </a:lnTo>
                  <a:lnTo>
                    <a:pt x="117487" y="24765"/>
                  </a:lnTo>
                  <a:lnTo>
                    <a:pt x="138849" y="49657"/>
                  </a:lnTo>
                  <a:lnTo>
                    <a:pt x="137223" y="49745"/>
                  </a:lnTo>
                  <a:lnTo>
                    <a:pt x="136677" y="52819"/>
                  </a:lnTo>
                  <a:lnTo>
                    <a:pt x="137020" y="60286"/>
                  </a:lnTo>
                  <a:lnTo>
                    <a:pt x="137464" y="61963"/>
                  </a:lnTo>
                  <a:lnTo>
                    <a:pt x="136067" y="61620"/>
                  </a:lnTo>
                  <a:lnTo>
                    <a:pt x="132867" y="61810"/>
                  </a:lnTo>
                  <a:lnTo>
                    <a:pt x="129654" y="62014"/>
                  </a:lnTo>
                  <a:lnTo>
                    <a:pt x="127088" y="62979"/>
                  </a:lnTo>
                  <a:lnTo>
                    <a:pt x="127190" y="64935"/>
                  </a:lnTo>
                  <a:lnTo>
                    <a:pt x="129832" y="65557"/>
                  </a:lnTo>
                  <a:lnTo>
                    <a:pt x="136232" y="65163"/>
                  </a:lnTo>
                  <a:lnTo>
                    <a:pt x="137668" y="64630"/>
                  </a:lnTo>
                  <a:lnTo>
                    <a:pt x="137375" y="66357"/>
                  </a:lnTo>
                  <a:lnTo>
                    <a:pt x="137541" y="70091"/>
                  </a:lnTo>
                  <a:lnTo>
                    <a:pt x="137706" y="73825"/>
                  </a:lnTo>
                  <a:lnTo>
                    <a:pt x="138531" y="76809"/>
                  </a:lnTo>
                  <a:lnTo>
                    <a:pt x="139077" y="76784"/>
                  </a:lnTo>
                  <a:lnTo>
                    <a:pt x="139077" y="50355"/>
                  </a:lnTo>
                  <a:lnTo>
                    <a:pt x="138899" y="49720"/>
                  </a:lnTo>
                  <a:lnTo>
                    <a:pt x="148691" y="61137"/>
                  </a:lnTo>
                  <a:lnTo>
                    <a:pt x="148691" y="50482"/>
                  </a:lnTo>
                  <a:lnTo>
                    <a:pt x="115785" y="12103"/>
                  </a:lnTo>
                  <a:lnTo>
                    <a:pt x="115785" y="22771"/>
                  </a:lnTo>
                  <a:lnTo>
                    <a:pt x="114782" y="22529"/>
                  </a:lnTo>
                  <a:lnTo>
                    <a:pt x="108381" y="22923"/>
                  </a:lnTo>
                  <a:lnTo>
                    <a:pt x="106870" y="23495"/>
                  </a:lnTo>
                  <a:lnTo>
                    <a:pt x="107175" y="21742"/>
                  </a:lnTo>
                  <a:lnTo>
                    <a:pt x="106997" y="18008"/>
                  </a:lnTo>
                  <a:lnTo>
                    <a:pt x="106832" y="14262"/>
                  </a:lnTo>
                  <a:lnTo>
                    <a:pt x="106019" y="11366"/>
                  </a:lnTo>
                  <a:lnTo>
                    <a:pt x="115785" y="22771"/>
                  </a:lnTo>
                  <a:lnTo>
                    <a:pt x="115785" y="12103"/>
                  </a:lnTo>
                  <a:lnTo>
                    <a:pt x="114554" y="10655"/>
                  </a:lnTo>
                  <a:lnTo>
                    <a:pt x="105956" y="635"/>
                  </a:lnTo>
                  <a:lnTo>
                    <a:pt x="105956" y="11290"/>
                  </a:lnTo>
                  <a:lnTo>
                    <a:pt x="104813" y="11366"/>
                  </a:lnTo>
                  <a:lnTo>
                    <a:pt x="105422" y="10655"/>
                  </a:lnTo>
                  <a:lnTo>
                    <a:pt x="105956" y="11290"/>
                  </a:lnTo>
                  <a:lnTo>
                    <a:pt x="105956" y="635"/>
                  </a:lnTo>
                  <a:lnTo>
                    <a:pt x="105422" y="0"/>
                  </a:lnTo>
                  <a:lnTo>
                    <a:pt x="71374" y="39712"/>
                  </a:lnTo>
                  <a:lnTo>
                    <a:pt x="71374" y="61417"/>
                  </a:lnTo>
                  <a:lnTo>
                    <a:pt x="69977" y="61074"/>
                  </a:lnTo>
                  <a:lnTo>
                    <a:pt x="66776" y="61277"/>
                  </a:lnTo>
                  <a:lnTo>
                    <a:pt x="63576" y="61468"/>
                  </a:lnTo>
                  <a:lnTo>
                    <a:pt x="61087" y="62420"/>
                  </a:lnTo>
                  <a:lnTo>
                    <a:pt x="61087" y="64338"/>
                  </a:lnTo>
                  <a:lnTo>
                    <a:pt x="60248" y="63347"/>
                  </a:lnTo>
                  <a:lnTo>
                    <a:pt x="61010" y="62458"/>
                  </a:lnTo>
                  <a:lnTo>
                    <a:pt x="61087" y="64338"/>
                  </a:lnTo>
                  <a:lnTo>
                    <a:pt x="61087" y="62420"/>
                  </a:lnTo>
                  <a:lnTo>
                    <a:pt x="70802" y="51041"/>
                  </a:lnTo>
                  <a:lnTo>
                    <a:pt x="70586" y="52273"/>
                  </a:lnTo>
                  <a:lnTo>
                    <a:pt x="70929" y="59753"/>
                  </a:lnTo>
                  <a:lnTo>
                    <a:pt x="71374" y="61417"/>
                  </a:lnTo>
                  <a:lnTo>
                    <a:pt x="71374" y="39712"/>
                  </a:lnTo>
                  <a:lnTo>
                    <a:pt x="51104" y="63347"/>
                  </a:lnTo>
                  <a:lnTo>
                    <a:pt x="105422" y="126695"/>
                  </a:lnTo>
                  <a:lnTo>
                    <a:pt x="114554" y="116039"/>
                  </a:lnTo>
                  <a:lnTo>
                    <a:pt x="155930" y="67779"/>
                  </a:lnTo>
                  <a:lnTo>
                    <a:pt x="206463" y="126695"/>
                  </a:lnTo>
                  <a:lnTo>
                    <a:pt x="215595" y="116039"/>
                  </a:lnTo>
                  <a:lnTo>
                    <a:pt x="260769" y="63347"/>
                  </a:lnTo>
                  <a:close/>
                </a:path>
                <a:path w="311784" h="349250">
                  <a:moveTo>
                    <a:pt x="311251" y="140512"/>
                  </a:moveTo>
                  <a:lnTo>
                    <a:pt x="302120" y="129870"/>
                  </a:lnTo>
                  <a:lnTo>
                    <a:pt x="302120" y="140512"/>
                  </a:lnTo>
                  <a:lnTo>
                    <a:pt x="292023" y="152298"/>
                  </a:lnTo>
                  <a:lnTo>
                    <a:pt x="292290" y="150799"/>
                  </a:lnTo>
                  <a:lnTo>
                    <a:pt x="291934" y="143319"/>
                  </a:lnTo>
                  <a:lnTo>
                    <a:pt x="291477" y="141643"/>
                  </a:lnTo>
                  <a:lnTo>
                    <a:pt x="292963" y="141998"/>
                  </a:lnTo>
                  <a:lnTo>
                    <a:pt x="296164" y="141795"/>
                  </a:lnTo>
                  <a:lnTo>
                    <a:pt x="299364" y="141592"/>
                  </a:lnTo>
                  <a:lnTo>
                    <a:pt x="301929" y="140639"/>
                  </a:lnTo>
                  <a:lnTo>
                    <a:pt x="301904" y="140271"/>
                  </a:lnTo>
                  <a:lnTo>
                    <a:pt x="302120" y="140512"/>
                  </a:lnTo>
                  <a:lnTo>
                    <a:pt x="302120" y="129870"/>
                  </a:lnTo>
                  <a:lnTo>
                    <a:pt x="300202" y="127622"/>
                  </a:lnTo>
                  <a:lnTo>
                    <a:pt x="300202" y="138290"/>
                  </a:lnTo>
                  <a:lnTo>
                    <a:pt x="299199" y="138049"/>
                  </a:lnTo>
                  <a:lnTo>
                    <a:pt x="292798" y="138442"/>
                  </a:lnTo>
                  <a:lnTo>
                    <a:pt x="291287" y="139014"/>
                  </a:lnTo>
                  <a:lnTo>
                    <a:pt x="291592" y="137261"/>
                  </a:lnTo>
                  <a:lnTo>
                    <a:pt x="291414" y="133527"/>
                  </a:lnTo>
                  <a:lnTo>
                    <a:pt x="291249" y="129781"/>
                  </a:lnTo>
                  <a:lnTo>
                    <a:pt x="290601" y="127457"/>
                  </a:lnTo>
                  <a:lnTo>
                    <a:pt x="290601" y="153949"/>
                  </a:lnTo>
                  <a:lnTo>
                    <a:pt x="256959" y="193192"/>
                  </a:lnTo>
                  <a:lnTo>
                    <a:pt x="245275" y="179590"/>
                  </a:lnTo>
                  <a:lnTo>
                    <a:pt x="247853" y="180187"/>
                  </a:lnTo>
                  <a:lnTo>
                    <a:pt x="254254" y="179793"/>
                  </a:lnTo>
                  <a:lnTo>
                    <a:pt x="255689" y="179260"/>
                  </a:lnTo>
                  <a:lnTo>
                    <a:pt x="255397" y="180975"/>
                  </a:lnTo>
                  <a:lnTo>
                    <a:pt x="255562" y="184721"/>
                  </a:lnTo>
                  <a:lnTo>
                    <a:pt x="255727" y="188455"/>
                  </a:lnTo>
                  <a:lnTo>
                    <a:pt x="256552" y="191439"/>
                  </a:lnTo>
                  <a:lnTo>
                    <a:pt x="258229" y="191338"/>
                  </a:lnTo>
                  <a:lnTo>
                    <a:pt x="258775" y="188264"/>
                  </a:lnTo>
                  <a:lnTo>
                    <a:pt x="258432" y="180784"/>
                  </a:lnTo>
                  <a:lnTo>
                    <a:pt x="257975" y="179108"/>
                  </a:lnTo>
                  <a:lnTo>
                    <a:pt x="259448" y="179463"/>
                  </a:lnTo>
                  <a:lnTo>
                    <a:pt x="262661" y="179260"/>
                  </a:lnTo>
                  <a:lnTo>
                    <a:pt x="265861" y="179057"/>
                  </a:lnTo>
                  <a:lnTo>
                    <a:pt x="268427" y="178104"/>
                  </a:lnTo>
                  <a:lnTo>
                    <a:pt x="268338" y="176136"/>
                  </a:lnTo>
                  <a:lnTo>
                    <a:pt x="265696" y="175514"/>
                  </a:lnTo>
                  <a:lnTo>
                    <a:pt x="259283" y="175907"/>
                  </a:lnTo>
                  <a:lnTo>
                    <a:pt x="257771" y="176479"/>
                  </a:lnTo>
                  <a:lnTo>
                    <a:pt x="258076" y="174726"/>
                  </a:lnTo>
                  <a:lnTo>
                    <a:pt x="257911" y="170992"/>
                  </a:lnTo>
                  <a:lnTo>
                    <a:pt x="257746" y="167259"/>
                  </a:lnTo>
                  <a:lnTo>
                    <a:pt x="256921" y="164274"/>
                  </a:lnTo>
                  <a:lnTo>
                    <a:pt x="255244" y="164376"/>
                  </a:lnTo>
                  <a:lnTo>
                    <a:pt x="254698" y="167436"/>
                  </a:lnTo>
                  <a:lnTo>
                    <a:pt x="255041" y="174917"/>
                  </a:lnTo>
                  <a:lnTo>
                    <a:pt x="255485" y="176580"/>
                  </a:lnTo>
                  <a:lnTo>
                    <a:pt x="254088" y="176237"/>
                  </a:lnTo>
                  <a:lnTo>
                    <a:pt x="250888" y="176441"/>
                  </a:lnTo>
                  <a:lnTo>
                    <a:pt x="247688" y="176644"/>
                  </a:lnTo>
                  <a:lnTo>
                    <a:pt x="245122" y="177609"/>
                  </a:lnTo>
                  <a:lnTo>
                    <a:pt x="245198" y="179501"/>
                  </a:lnTo>
                  <a:lnTo>
                    <a:pt x="212686" y="141579"/>
                  </a:lnTo>
                  <a:lnTo>
                    <a:pt x="215265" y="142189"/>
                  </a:lnTo>
                  <a:lnTo>
                    <a:pt x="221678" y="141782"/>
                  </a:lnTo>
                  <a:lnTo>
                    <a:pt x="223113" y="141249"/>
                  </a:lnTo>
                  <a:lnTo>
                    <a:pt x="222821" y="142976"/>
                  </a:lnTo>
                  <a:lnTo>
                    <a:pt x="222986" y="146710"/>
                  </a:lnTo>
                  <a:lnTo>
                    <a:pt x="223151" y="150444"/>
                  </a:lnTo>
                  <a:lnTo>
                    <a:pt x="223977" y="153428"/>
                  </a:lnTo>
                  <a:lnTo>
                    <a:pt x="225653" y="153327"/>
                  </a:lnTo>
                  <a:lnTo>
                    <a:pt x="226199" y="150253"/>
                  </a:lnTo>
                  <a:lnTo>
                    <a:pt x="225856" y="142786"/>
                  </a:lnTo>
                  <a:lnTo>
                    <a:pt x="225386" y="141109"/>
                  </a:lnTo>
                  <a:lnTo>
                    <a:pt x="226872" y="141452"/>
                  </a:lnTo>
                  <a:lnTo>
                    <a:pt x="230073" y="141262"/>
                  </a:lnTo>
                  <a:lnTo>
                    <a:pt x="233286" y="141058"/>
                  </a:lnTo>
                  <a:lnTo>
                    <a:pt x="235851" y="140093"/>
                  </a:lnTo>
                  <a:lnTo>
                    <a:pt x="235750" y="138137"/>
                  </a:lnTo>
                  <a:lnTo>
                    <a:pt x="233108" y="137502"/>
                  </a:lnTo>
                  <a:lnTo>
                    <a:pt x="226707" y="137909"/>
                  </a:lnTo>
                  <a:lnTo>
                    <a:pt x="225196" y="138480"/>
                  </a:lnTo>
                  <a:lnTo>
                    <a:pt x="225501" y="136728"/>
                  </a:lnTo>
                  <a:lnTo>
                    <a:pt x="225336" y="132981"/>
                  </a:lnTo>
                  <a:lnTo>
                    <a:pt x="225158" y="129247"/>
                  </a:lnTo>
                  <a:lnTo>
                    <a:pt x="224332" y="126263"/>
                  </a:lnTo>
                  <a:lnTo>
                    <a:pt x="223977" y="126288"/>
                  </a:lnTo>
                  <a:lnTo>
                    <a:pt x="255739" y="89242"/>
                  </a:lnTo>
                  <a:lnTo>
                    <a:pt x="255320" y="91617"/>
                  </a:lnTo>
                  <a:lnTo>
                    <a:pt x="255663" y="99085"/>
                  </a:lnTo>
                  <a:lnTo>
                    <a:pt x="256108" y="100761"/>
                  </a:lnTo>
                  <a:lnTo>
                    <a:pt x="254711" y="100418"/>
                  </a:lnTo>
                  <a:lnTo>
                    <a:pt x="251510" y="100609"/>
                  </a:lnTo>
                  <a:lnTo>
                    <a:pt x="248310" y="100812"/>
                  </a:lnTo>
                  <a:lnTo>
                    <a:pt x="245745" y="101777"/>
                  </a:lnTo>
                  <a:lnTo>
                    <a:pt x="245833" y="103733"/>
                  </a:lnTo>
                  <a:lnTo>
                    <a:pt x="248475" y="104368"/>
                  </a:lnTo>
                  <a:lnTo>
                    <a:pt x="254876" y="103962"/>
                  </a:lnTo>
                  <a:lnTo>
                    <a:pt x="256311" y="103428"/>
                  </a:lnTo>
                  <a:lnTo>
                    <a:pt x="256019" y="105156"/>
                  </a:lnTo>
                  <a:lnTo>
                    <a:pt x="256184" y="108889"/>
                  </a:lnTo>
                  <a:lnTo>
                    <a:pt x="256349" y="112623"/>
                  </a:lnTo>
                  <a:lnTo>
                    <a:pt x="257175" y="115608"/>
                  </a:lnTo>
                  <a:lnTo>
                    <a:pt x="258851" y="115506"/>
                  </a:lnTo>
                  <a:lnTo>
                    <a:pt x="259397" y="112445"/>
                  </a:lnTo>
                  <a:lnTo>
                    <a:pt x="259054" y="104965"/>
                  </a:lnTo>
                  <a:lnTo>
                    <a:pt x="258597" y="103289"/>
                  </a:lnTo>
                  <a:lnTo>
                    <a:pt x="260070" y="103632"/>
                  </a:lnTo>
                  <a:lnTo>
                    <a:pt x="263283" y="103441"/>
                  </a:lnTo>
                  <a:lnTo>
                    <a:pt x="266484" y="103238"/>
                  </a:lnTo>
                  <a:lnTo>
                    <a:pt x="269049" y="102273"/>
                  </a:lnTo>
                  <a:lnTo>
                    <a:pt x="269024" y="101930"/>
                  </a:lnTo>
                  <a:lnTo>
                    <a:pt x="290360" y="126809"/>
                  </a:lnTo>
                  <a:lnTo>
                    <a:pt x="288747" y="126911"/>
                  </a:lnTo>
                  <a:lnTo>
                    <a:pt x="288201" y="129971"/>
                  </a:lnTo>
                  <a:lnTo>
                    <a:pt x="288556" y="137452"/>
                  </a:lnTo>
                  <a:lnTo>
                    <a:pt x="289001" y="139115"/>
                  </a:lnTo>
                  <a:lnTo>
                    <a:pt x="287604" y="138772"/>
                  </a:lnTo>
                  <a:lnTo>
                    <a:pt x="284391" y="138976"/>
                  </a:lnTo>
                  <a:lnTo>
                    <a:pt x="281190" y="139179"/>
                  </a:lnTo>
                  <a:lnTo>
                    <a:pt x="278625" y="140131"/>
                  </a:lnTo>
                  <a:lnTo>
                    <a:pt x="278714" y="142100"/>
                  </a:lnTo>
                  <a:lnTo>
                    <a:pt x="281355" y="142722"/>
                  </a:lnTo>
                  <a:lnTo>
                    <a:pt x="287769" y="142328"/>
                  </a:lnTo>
                  <a:lnTo>
                    <a:pt x="289191" y="141795"/>
                  </a:lnTo>
                  <a:lnTo>
                    <a:pt x="288899" y="143510"/>
                  </a:lnTo>
                  <a:lnTo>
                    <a:pt x="289077" y="147256"/>
                  </a:lnTo>
                  <a:lnTo>
                    <a:pt x="289242" y="150990"/>
                  </a:lnTo>
                  <a:lnTo>
                    <a:pt x="290068" y="153974"/>
                  </a:lnTo>
                  <a:lnTo>
                    <a:pt x="290601" y="153949"/>
                  </a:lnTo>
                  <a:lnTo>
                    <a:pt x="290601" y="127457"/>
                  </a:lnTo>
                  <a:lnTo>
                    <a:pt x="290449" y="126898"/>
                  </a:lnTo>
                  <a:lnTo>
                    <a:pt x="300202" y="138290"/>
                  </a:lnTo>
                  <a:lnTo>
                    <a:pt x="300202" y="127622"/>
                  </a:lnTo>
                  <a:lnTo>
                    <a:pt x="267309" y="89255"/>
                  </a:lnTo>
                  <a:lnTo>
                    <a:pt x="267309" y="99923"/>
                  </a:lnTo>
                  <a:lnTo>
                    <a:pt x="266319" y="99682"/>
                  </a:lnTo>
                  <a:lnTo>
                    <a:pt x="259905" y="100088"/>
                  </a:lnTo>
                  <a:lnTo>
                    <a:pt x="258394" y="100660"/>
                  </a:lnTo>
                  <a:lnTo>
                    <a:pt x="258699" y="98907"/>
                  </a:lnTo>
                  <a:lnTo>
                    <a:pt x="258533" y="95161"/>
                  </a:lnTo>
                  <a:lnTo>
                    <a:pt x="258368" y="91427"/>
                  </a:lnTo>
                  <a:lnTo>
                    <a:pt x="257556" y="88531"/>
                  </a:lnTo>
                  <a:lnTo>
                    <a:pt x="267309" y="99923"/>
                  </a:lnTo>
                  <a:lnTo>
                    <a:pt x="267309" y="89255"/>
                  </a:lnTo>
                  <a:lnTo>
                    <a:pt x="266090" y="87820"/>
                  </a:lnTo>
                  <a:lnTo>
                    <a:pt x="257492" y="77800"/>
                  </a:lnTo>
                  <a:lnTo>
                    <a:pt x="257492" y="88455"/>
                  </a:lnTo>
                  <a:lnTo>
                    <a:pt x="256362" y="88519"/>
                  </a:lnTo>
                  <a:lnTo>
                    <a:pt x="256959" y="87820"/>
                  </a:lnTo>
                  <a:lnTo>
                    <a:pt x="257492" y="88455"/>
                  </a:lnTo>
                  <a:lnTo>
                    <a:pt x="257492" y="77800"/>
                  </a:lnTo>
                  <a:lnTo>
                    <a:pt x="256959" y="77165"/>
                  </a:lnTo>
                  <a:lnTo>
                    <a:pt x="222910" y="116878"/>
                  </a:lnTo>
                  <a:lnTo>
                    <a:pt x="222910" y="138582"/>
                  </a:lnTo>
                  <a:lnTo>
                    <a:pt x="221513" y="138239"/>
                  </a:lnTo>
                  <a:lnTo>
                    <a:pt x="218313" y="138430"/>
                  </a:lnTo>
                  <a:lnTo>
                    <a:pt x="215099" y="138633"/>
                  </a:lnTo>
                  <a:lnTo>
                    <a:pt x="212623" y="139573"/>
                  </a:lnTo>
                  <a:lnTo>
                    <a:pt x="212623" y="141503"/>
                  </a:lnTo>
                  <a:lnTo>
                    <a:pt x="211785" y="140512"/>
                  </a:lnTo>
                  <a:lnTo>
                    <a:pt x="212534" y="139649"/>
                  </a:lnTo>
                  <a:lnTo>
                    <a:pt x="212623" y="141503"/>
                  </a:lnTo>
                  <a:lnTo>
                    <a:pt x="212623" y="139573"/>
                  </a:lnTo>
                  <a:lnTo>
                    <a:pt x="222326" y="128219"/>
                  </a:lnTo>
                  <a:lnTo>
                    <a:pt x="222110" y="129438"/>
                  </a:lnTo>
                  <a:lnTo>
                    <a:pt x="222465" y="136918"/>
                  </a:lnTo>
                  <a:lnTo>
                    <a:pt x="222910" y="138582"/>
                  </a:lnTo>
                  <a:lnTo>
                    <a:pt x="222910" y="116878"/>
                  </a:lnTo>
                  <a:lnTo>
                    <a:pt x="205765" y="136867"/>
                  </a:lnTo>
                  <a:lnTo>
                    <a:pt x="199771" y="129882"/>
                  </a:lnTo>
                  <a:lnTo>
                    <a:pt x="199771" y="140512"/>
                  </a:lnTo>
                  <a:lnTo>
                    <a:pt x="189649" y="152311"/>
                  </a:lnTo>
                  <a:lnTo>
                    <a:pt x="189928" y="150799"/>
                  </a:lnTo>
                  <a:lnTo>
                    <a:pt x="189585" y="143319"/>
                  </a:lnTo>
                  <a:lnTo>
                    <a:pt x="189128" y="141643"/>
                  </a:lnTo>
                  <a:lnTo>
                    <a:pt x="190601" y="141998"/>
                  </a:lnTo>
                  <a:lnTo>
                    <a:pt x="193814" y="141795"/>
                  </a:lnTo>
                  <a:lnTo>
                    <a:pt x="197015" y="141592"/>
                  </a:lnTo>
                  <a:lnTo>
                    <a:pt x="199580" y="140639"/>
                  </a:lnTo>
                  <a:lnTo>
                    <a:pt x="199555" y="140271"/>
                  </a:lnTo>
                  <a:lnTo>
                    <a:pt x="199771" y="140512"/>
                  </a:lnTo>
                  <a:lnTo>
                    <a:pt x="199771" y="129882"/>
                  </a:lnTo>
                  <a:lnTo>
                    <a:pt x="197853" y="127635"/>
                  </a:lnTo>
                  <a:lnTo>
                    <a:pt x="197853" y="138290"/>
                  </a:lnTo>
                  <a:lnTo>
                    <a:pt x="196850" y="138049"/>
                  </a:lnTo>
                  <a:lnTo>
                    <a:pt x="190436" y="138442"/>
                  </a:lnTo>
                  <a:lnTo>
                    <a:pt x="188925" y="139014"/>
                  </a:lnTo>
                  <a:lnTo>
                    <a:pt x="189230" y="137261"/>
                  </a:lnTo>
                  <a:lnTo>
                    <a:pt x="189064" y="133527"/>
                  </a:lnTo>
                  <a:lnTo>
                    <a:pt x="188899" y="129781"/>
                  </a:lnTo>
                  <a:lnTo>
                    <a:pt x="188252" y="127469"/>
                  </a:lnTo>
                  <a:lnTo>
                    <a:pt x="188252" y="153949"/>
                  </a:lnTo>
                  <a:lnTo>
                    <a:pt x="154597" y="193192"/>
                  </a:lnTo>
                  <a:lnTo>
                    <a:pt x="142913" y="179590"/>
                  </a:lnTo>
                  <a:lnTo>
                    <a:pt x="145503" y="180187"/>
                  </a:lnTo>
                  <a:lnTo>
                    <a:pt x="151904" y="179793"/>
                  </a:lnTo>
                  <a:lnTo>
                    <a:pt x="153339" y="179260"/>
                  </a:lnTo>
                  <a:lnTo>
                    <a:pt x="153047" y="180975"/>
                  </a:lnTo>
                  <a:lnTo>
                    <a:pt x="153212" y="184721"/>
                  </a:lnTo>
                  <a:lnTo>
                    <a:pt x="153377" y="188455"/>
                  </a:lnTo>
                  <a:lnTo>
                    <a:pt x="154203" y="191439"/>
                  </a:lnTo>
                  <a:lnTo>
                    <a:pt x="155879" y="191338"/>
                  </a:lnTo>
                  <a:lnTo>
                    <a:pt x="156425" y="188264"/>
                  </a:lnTo>
                  <a:lnTo>
                    <a:pt x="156083" y="180784"/>
                  </a:lnTo>
                  <a:lnTo>
                    <a:pt x="155613" y="179108"/>
                  </a:lnTo>
                  <a:lnTo>
                    <a:pt x="157099" y="179463"/>
                  </a:lnTo>
                  <a:lnTo>
                    <a:pt x="160299" y="179260"/>
                  </a:lnTo>
                  <a:lnTo>
                    <a:pt x="163512" y="179057"/>
                  </a:lnTo>
                  <a:lnTo>
                    <a:pt x="166077" y="178104"/>
                  </a:lnTo>
                  <a:lnTo>
                    <a:pt x="165976" y="176136"/>
                  </a:lnTo>
                  <a:lnTo>
                    <a:pt x="163334" y="175514"/>
                  </a:lnTo>
                  <a:lnTo>
                    <a:pt x="156933" y="175907"/>
                  </a:lnTo>
                  <a:lnTo>
                    <a:pt x="155422" y="176479"/>
                  </a:lnTo>
                  <a:lnTo>
                    <a:pt x="155727" y="174726"/>
                  </a:lnTo>
                  <a:lnTo>
                    <a:pt x="155562" y="170992"/>
                  </a:lnTo>
                  <a:lnTo>
                    <a:pt x="155397" y="167259"/>
                  </a:lnTo>
                  <a:lnTo>
                    <a:pt x="154559" y="164274"/>
                  </a:lnTo>
                  <a:lnTo>
                    <a:pt x="152882" y="164376"/>
                  </a:lnTo>
                  <a:lnTo>
                    <a:pt x="152349" y="167436"/>
                  </a:lnTo>
                  <a:lnTo>
                    <a:pt x="152692" y="174917"/>
                  </a:lnTo>
                  <a:lnTo>
                    <a:pt x="153136" y="176580"/>
                  </a:lnTo>
                  <a:lnTo>
                    <a:pt x="151739" y="176237"/>
                  </a:lnTo>
                  <a:lnTo>
                    <a:pt x="148539" y="176441"/>
                  </a:lnTo>
                  <a:lnTo>
                    <a:pt x="145326" y="176644"/>
                  </a:lnTo>
                  <a:lnTo>
                    <a:pt x="142760" y="177609"/>
                  </a:lnTo>
                  <a:lnTo>
                    <a:pt x="142849" y="179514"/>
                  </a:lnTo>
                  <a:lnTo>
                    <a:pt x="110324" y="141579"/>
                  </a:lnTo>
                  <a:lnTo>
                    <a:pt x="112915" y="142189"/>
                  </a:lnTo>
                  <a:lnTo>
                    <a:pt x="119329" y="141782"/>
                  </a:lnTo>
                  <a:lnTo>
                    <a:pt x="120751" y="141249"/>
                  </a:lnTo>
                  <a:lnTo>
                    <a:pt x="120459" y="142976"/>
                  </a:lnTo>
                  <a:lnTo>
                    <a:pt x="120624" y="146710"/>
                  </a:lnTo>
                  <a:lnTo>
                    <a:pt x="120802" y="150444"/>
                  </a:lnTo>
                  <a:lnTo>
                    <a:pt x="121627" y="153428"/>
                  </a:lnTo>
                  <a:lnTo>
                    <a:pt x="123304" y="153327"/>
                  </a:lnTo>
                  <a:lnTo>
                    <a:pt x="123837" y="150253"/>
                  </a:lnTo>
                  <a:lnTo>
                    <a:pt x="123494" y="142786"/>
                  </a:lnTo>
                  <a:lnTo>
                    <a:pt x="123037" y="141109"/>
                  </a:lnTo>
                  <a:lnTo>
                    <a:pt x="124523" y="141452"/>
                  </a:lnTo>
                  <a:lnTo>
                    <a:pt x="127723" y="141262"/>
                  </a:lnTo>
                  <a:lnTo>
                    <a:pt x="130924" y="141058"/>
                  </a:lnTo>
                  <a:lnTo>
                    <a:pt x="133489" y="140093"/>
                  </a:lnTo>
                  <a:lnTo>
                    <a:pt x="133400" y="138137"/>
                  </a:lnTo>
                  <a:lnTo>
                    <a:pt x="130759" y="137502"/>
                  </a:lnTo>
                  <a:lnTo>
                    <a:pt x="124345" y="137909"/>
                  </a:lnTo>
                  <a:lnTo>
                    <a:pt x="122834" y="138480"/>
                  </a:lnTo>
                  <a:lnTo>
                    <a:pt x="123139" y="136728"/>
                  </a:lnTo>
                  <a:lnTo>
                    <a:pt x="122974" y="132981"/>
                  </a:lnTo>
                  <a:lnTo>
                    <a:pt x="122809" y="129247"/>
                  </a:lnTo>
                  <a:lnTo>
                    <a:pt x="121983" y="126263"/>
                  </a:lnTo>
                  <a:lnTo>
                    <a:pt x="121615" y="126288"/>
                  </a:lnTo>
                  <a:lnTo>
                    <a:pt x="153377" y="89242"/>
                  </a:lnTo>
                  <a:lnTo>
                    <a:pt x="152971" y="91617"/>
                  </a:lnTo>
                  <a:lnTo>
                    <a:pt x="153314" y="99085"/>
                  </a:lnTo>
                  <a:lnTo>
                    <a:pt x="153758" y="100761"/>
                  </a:lnTo>
                  <a:lnTo>
                    <a:pt x="152361" y="100418"/>
                  </a:lnTo>
                  <a:lnTo>
                    <a:pt x="149161" y="100609"/>
                  </a:lnTo>
                  <a:lnTo>
                    <a:pt x="145948" y="100812"/>
                  </a:lnTo>
                  <a:lnTo>
                    <a:pt x="143383" y="101777"/>
                  </a:lnTo>
                  <a:lnTo>
                    <a:pt x="143484" y="103733"/>
                  </a:lnTo>
                  <a:lnTo>
                    <a:pt x="146113" y="104368"/>
                  </a:lnTo>
                  <a:lnTo>
                    <a:pt x="152527" y="103962"/>
                  </a:lnTo>
                  <a:lnTo>
                    <a:pt x="153962" y="103428"/>
                  </a:lnTo>
                  <a:lnTo>
                    <a:pt x="153670" y="105156"/>
                  </a:lnTo>
                  <a:lnTo>
                    <a:pt x="153835" y="108889"/>
                  </a:lnTo>
                  <a:lnTo>
                    <a:pt x="154000" y="112623"/>
                  </a:lnTo>
                  <a:lnTo>
                    <a:pt x="154825" y="115608"/>
                  </a:lnTo>
                  <a:lnTo>
                    <a:pt x="156502" y="115506"/>
                  </a:lnTo>
                  <a:lnTo>
                    <a:pt x="157048" y="112445"/>
                  </a:lnTo>
                  <a:lnTo>
                    <a:pt x="156705" y="104965"/>
                  </a:lnTo>
                  <a:lnTo>
                    <a:pt x="156235" y="103289"/>
                  </a:lnTo>
                  <a:lnTo>
                    <a:pt x="157721" y="103632"/>
                  </a:lnTo>
                  <a:lnTo>
                    <a:pt x="160921" y="103441"/>
                  </a:lnTo>
                  <a:lnTo>
                    <a:pt x="164134" y="103238"/>
                  </a:lnTo>
                  <a:lnTo>
                    <a:pt x="166700" y="102273"/>
                  </a:lnTo>
                  <a:lnTo>
                    <a:pt x="166674" y="101942"/>
                  </a:lnTo>
                  <a:lnTo>
                    <a:pt x="188010" y="126809"/>
                  </a:lnTo>
                  <a:lnTo>
                    <a:pt x="186397" y="126911"/>
                  </a:lnTo>
                  <a:lnTo>
                    <a:pt x="185851" y="129971"/>
                  </a:lnTo>
                  <a:lnTo>
                    <a:pt x="186194" y="137452"/>
                  </a:lnTo>
                  <a:lnTo>
                    <a:pt x="186639" y="139115"/>
                  </a:lnTo>
                  <a:lnTo>
                    <a:pt x="185242" y="138772"/>
                  </a:lnTo>
                  <a:lnTo>
                    <a:pt x="182041" y="138976"/>
                  </a:lnTo>
                  <a:lnTo>
                    <a:pt x="178841" y="139179"/>
                  </a:lnTo>
                  <a:lnTo>
                    <a:pt x="176276" y="140131"/>
                  </a:lnTo>
                  <a:lnTo>
                    <a:pt x="176364" y="142100"/>
                  </a:lnTo>
                  <a:lnTo>
                    <a:pt x="179006" y="142722"/>
                  </a:lnTo>
                  <a:lnTo>
                    <a:pt x="185407" y="142328"/>
                  </a:lnTo>
                  <a:lnTo>
                    <a:pt x="186842" y="141795"/>
                  </a:lnTo>
                  <a:lnTo>
                    <a:pt x="186550" y="143510"/>
                  </a:lnTo>
                  <a:lnTo>
                    <a:pt x="186715" y="147256"/>
                  </a:lnTo>
                  <a:lnTo>
                    <a:pt x="186880" y="150990"/>
                  </a:lnTo>
                  <a:lnTo>
                    <a:pt x="187718" y="153974"/>
                  </a:lnTo>
                  <a:lnTo>
                    <a:pt x="188252" y="153949"/>
                  </a:lnTo>
                  <a:lnTo>
                    <a:pt x="188252" y="127469"/>
                  </a:lnTo>
                  <a:lnTo>
                    <a:pt x="188099" y="126911"/>
                  </a:lnTo>
                  <a:lnTo>
                    <a:pt x="197853" y="138290"/>
                  </a:lnTo>
                  <a:lnTo>
                    <a:pt x="197853" y="127635"/>
                  </a:lnTo>
                  <a:lnTo>
                    <a:pt x="164960" y="89255"/>
                  </a:lnTo>
                  <a:lnTo>
                    <a:pt x="164960" y="99923"/>
                  </a:lnTo>
                  <a:lnTo>
                    <a:pt x="163957" y="99682"/>
                  </a:lnTo>
                  <a:lnTo>
                    <a:pt x="157556" y="100088"/>
                  </a:lnTo>
                  <a:lnTo>
                    <a:pt x="156044" y="100660"/>
                  </a:lnTo>
                  <a:lnTo>
                    <a:pt x="156349" y="98907"/>
                  </a:lnTo>
                  <a:lnTo>
                    <a:pt x="156184" y="95161"/>
                  </a:lnTo>
                  <a:lnTo>
                    <a:pt x="156006" y="91427"/>
                  </a:lnTo>
                  <a:lnTo>
                    <a:pt x="155194" y="88531"/>
                  </a:lnTo>
                  <a:lnTo>
                    <a:pt x="164960" y="99923"/>
                  </a:lnTo>
                  <a:lnTo>
                    <a:pt x="164960" y="89255"/>
                  </a:lnTo>
                  <a:lnTo>
                    <a:pt x="163741" y="87820"/>
                  </a:lnTo>
                  <a:lnTo>
                    <a:pt x="155130" y="77787"/>
                  </a:lnTo>
                  <a:lnTo>
                    <a:pt x="155130" y="88455"/>
                  </a:lnTo>
                  <a:lnTo>
                    <a:pt x="154000" y="88519"/>
                  </a:lnTo>
                  <a:lnTo>
                    <a:pt x="154597" y="87820"/>
                  </a:lnTo>
                  <a:lnTo>
                    <a:pt x="155130" y="88455"/>
                  </a:lnTo>
                  <a:lnTo>
                    <a:pt x="155130" y="77787"/>
                  </a:lnTo>
                  <a:lnTo>
                    <a:pt x="154597" y="77165"/>
                  </a:lnTo>
                  <a:lnTo>
                    <a:pt x="120548" y="116890"/>
                  </a:lnTo>
                  <a:lnTo>
                    <a:pt x="120548" y="138582"/>
                  </a:lnTo>
                  <a:lnTo>
                    <a:pt x="119151" y="138239"/>
                  </a:lnTo>
                  <a:lnTo>
                    <a:pt x="115951" y="138430"/>
                  </a:lnTo>
                  <a:lnTo>
                    <a:pt x="112750" y="138633"/>
                  </a:lnTo>
                  <a:lnTo>
                    <a:pt x="110261" y="139585"/>
                  </a:lnTo>
                  <a:lnTo>
                    <a:pt x="110261" y="141503"/>
                  </a:lnTo>
                  <a:lnTo>
                    <a:pt x="109423" y="140512"/>
                  </a:lnTo>
                  <a:lnTo>
                    <a:pt x="110185" y="139623"/>
                  </a:lnTo>
                  <a:lnTo>
                    <a:pt x="110261" y="141503"/>
                  </a:lnTo>
                  <a:lnTo>
                    <a:pt x="110261" y="139585"/>
                  </a:lnTo>
                  <a:lnTo>
                    <a:pt x="119976" y="128206"/>
                  </a:lnTo>
                  <a:lnTo>
                    <a:pt x="119761" y="129438"/>
                  </a:lnTo>
                  <a:lnTo>
                    <a:pt x="120103" y="136918"/>
                  </a:lnTo>
                  <a:lnTo>
                    <a:pt x="120548" y="138582"/>
                  </a:lnTo>
                  <a:lnTo>
                    <a:pt x="120548" y="116890"/>
                  </a:lnTo>
                  <a:lnTo>
                    <a:pt x="104851" y="135191"/>
                  </a:lnTo>
                  <a:lnTo>
                    <a:pt x="100291" y="129882"/>
                  </a:lnTo>
                  <a:lnTo>
                    <a:pt x="100291" y="140512"/>
                  </a:lnTo>
                  <a:lnTo>
                    <a:pt x="90170" y="152311"/>
                  </a:lnTo>
                  <a:lnTo>
                    <a:pt x="90449" y="150799"/>
                  </a:lnTo>
                  <a:lnTo>
                    <a:pt x="90106" y="143319"/>
                  </a:lnTo>
                  <a:lnTo>
                    <a:pt x="89649" y="141643"/>
                  </a:lnTo>
                  <a:lnTo>
                    <a:pt x="91135" y="141998"/>
                  </a:lnTo>
                  <a:lnTo>
                    <a:pt x="94335" y="141795"/>
                  </a:lnTo>
                  <a:lnTo>
                    <a:pt x="97536" y="141592"/>
                  </a:lnTo>
                  <a:lnTo>
                    <a:pt x="100101" y="140639"/>
                  </a:lnTo>
                  <a:lnTo>
                    <a:pt x="100076" y="140271"/>
                  </a:lnTo>
                  <a:lnTo>
                    <a:pt x="100291" y="140512"/>
                  </a:lnTo>
                  <a:lnTo>
                    <a:pt x="100291" y="129882"/>
                  </a:lnTo>
                  <a:lnTo>
                    <a:pt x="98374" y="127635"/>
                  </a:lnTo>
                  <a:lnTo>
                    <a:pt x="98374" y="138290"/>
                  </a:lnTo>
                  <a:lnTo>
                    <a:pt x="97370" y="138049"/>
                  </a:lnTo>
                  <a:lnTo>
                    <a:pt x="90957" y="138442"/>
                  </a:lnTo>
                  <a:lnTo>
                    <a:pt x="89446" y="139014"/>
                  </a:lnTo>
                  <a:lnTo>
                    <a:pt x="89750" y="137261"/>
                  </a:lnTo>
                  <a:lnTo>
                    <a:pt x="89585" y="133527"/>
                  </a:lnTo>
                  <a:lnTo>
                    <a:pt x="89420" y="129781"/>
                  </a:lnTo>
                  <a:lnTo>
                    <a:pt x="88773" y="127469"/>
                  </a:lnTo>
                  <a:lnTo>
                    <a:pt x="88773" y="153949"/>
                  </a:lnTo>
                  <a:lnTo>
                    <a:pt x="55118" y="193192"/>
                  </a:lnTo>
                  <a:lnTo>
                    <a:pt x="43434" y="179590"/>
                  </a:lnTo>
                  <a:lnTo>
                    <a:pt x="46024" y="180187"/>
                  </a:lnTo>
                  <a:lnTo>
                    <a:pt x="52425" y="179793"/>
                  </a:lnTo>
                  <a:lnTo>
                    <a:pt x="53860" y="179260"/>
                  </a:lnTo>
                  <a:lnTo>
                    <a:pt x="53568" y="180975"/>
                  </a:lnTo>
                  <a:lnTo>
                    <a:pt x="53733" y="184721"/>
                  </a:lnTo>
                  <a:lnTo>
                    <a:pt x="53898" y="188455"/>
                  </a:lnTo>
                  <a:lnTo>
                    <a:pt x="54724" y="191439"/>
                  </a:lnTo>
                  <a:lnTo>
                    <a:pt x="56400" y="191338"/>
                  </a:lnTo>
                  <a:lnTo>
                    <a:pt x="56946" y="188264"/>
                  </a:lnTo>
                  <a:lnTo>
                    <a:pt x="56603" y="180784"/>
                  </a:lnTo>
                  <a:lnTo>
                    <a:pt x="56146" y="179120"/>
                  </a:lnTo>
                  <a:lnTo>
                    <a:pt x="57619" y="179463"/>
                  </a:lnTo>
                  <a:lnTo>
                    <a:pt x="60833" y="179260"/>
                  </a:lnTo>
                  <a:lnTo>
                    <a:pt x="64033" y="179057"/>
                  </a:lnTo>
                  <a:lnTo>
                    <a:pt x="66598" y="178104"/>
                  </a:lnTo>
                  <a:lnTo>
                    <a:pt x="66497" y="176136"/>
                  </a:lnTo>
                  <a:lnTo>
                    <a:pt x="63868" y="175514"/>
                  </a:lnTo>
                  <a:lnTo>
                    <a:pt x="57454" y="175907"/>
                  </a:lnTo>
                  <a:lnTo>
                    <a:pt x="55943" y="176479"/>
                  </a:lnTo>
                  <a:lnTo>
                    <a:pt x="56248" y="174726"/>
                  </a:lnTo>
                  <a:lnTo>
                    <a:pt x="56083" y="170992"/>
                  </a:lnTo>
                  <a:lnTo>
                    <a:pt x="55918" y="167259"/>
                  </a:lnTo>
                  <a:lnTo>
                    <a:pt x="55079" y="164274"/>
                  </a:lnTo>
                  <a:lnTo>
                    <a:pt x="53416" y="164376"/>
                  </a:lnTo>
                  <a:lnTo>
                    <a:pt x="52870" y="167436"/>
                  </a:lnTo>
                  <a:lnTo>
                    <a:pt x="53213" y="174917"/>
                  </a:lnTo>
                  <a:lnTo>
                    <a:pt x="53657" y="176580"/>
                  </a:lnTo>
                  <a:lnTo>
                    <a:pt x="52260" y="176237"/>
                  </a:lnTo>
                  <a:lnTo>
                    <a:pt x="49060" y="176441"/>
                  </a:lnTo>
                  <a:lnTo>
                    <a:pt x="45847" y="176644"/>
                  </a:lnTo>
                  <a:lnTo>
                    <a:pt x="43294" y="177609"/>
                  </a:lnTo>
                  <a:lnTo>
                    <a:pt x="43370" y="179514"/>
                  </a:lnTo>
                  <a:lnTo>
                    <a:pt x="10858" y="141579"/>
                  </a:lnTo>
                  <a:lnTo>
                    <a:pt x="13436" y="142189"/>
                  </a:lnTo>
                  <a:lnTo>
                    <a:pt x="19850" y="141782"/>
                  </a:lnTo>
                  <a:lnTo>
                    <a:pt x="21272" y="141249"/>
                  </a:lnTo>
                  <a:lnTo>
                    <a:pt x="20980" y="142976"/>
                  </a:lnTo>
                  <a:lnTo>
                    <a:pt x="21145" y="146710"/>
                  </a:lnTo>
                  <a:lnTo>
                    <a:pt x="21323" y="150444"/>
                  </a:lnTo>
                  <a:lnTo>
                    <a:pt x="22148" y="153428"/>
                  </a:lnTo>
                  <a:lnTo>
                    <a:pt x="23825" y="153327"/>
                  </a:lnTo>
                  <a:lnTo>
                    <a:pt x="24371" y="150253"/>
                  </a:lnTo>
                  <a:lnTo>
                    <a:pt x="24015" y="142786"/>
                  </a:lnTo>
                  <a:lnTo>
                    <a:pt x="23558" y="141109"/>
                  </a:lnTo>
                  <a:lnTo>
                    <a:pt x="25044" y="141452"/>
                  </a:lnTo>
                  <a:lnTo>
                    <a:pt x="28244" y="141262"/>
                  </a:lnTo>
                  <a:lnTo>
                    <a:pt x="31445" y="141058"/>
                  </a:lnTo>
                  <a:lnTo>
                    <a:pt x="34010" y="140093"/>
                  </a:lnTo>
                  <a:lnTo>
                    <a:pt x="33921" y="138137"/>
                  </a:lnTo>
                  <a:lnTo>
                    <a:pt x="31280" y="137502"/>
                  </a:lnTo>
                  <a:lnTo>
                    <a:pt x="24879" y="137909"/>
                  </a:lnTo>
                  <a:lnTo>
                    <a:pt x="23368" y="138480"/>
                  </a:lnTo>
                  <a:lnTo>
                    <a:pt x="23672" y="136728"/>
                  </a:lnTo>
                  <a:lnTo>
                    <a:pt x="23495" y="132981"/>
                  </a:lnTo>
                  <a:lnTo>
                    <a:pt x="23329" y="129247"/>
                  </a:lnTo>
                  <a:lnTo>
                    <a:pt x="22504" y="126263"/>
                  </a:lnTo>
                  <a:lnTo>
                    <a:pt x="22148" y="126288"/>
                  </a:lnTo>
                  <a:lnTo>
                    <a:pt x="53898" y="89242"/>
                  </a:lnTo>
                  <a:lnTo>
                    <a:pt x="53492" y="91617"/>
                  </a:lnTo>
                  <a:lnTo>
                    <a:pt x="53835" y="99085"/>
                  </a:lnTo>
                  <a:lnTo>
                    <a:pt x="54279" y="100761"/>
                  </a:lnTo>
                  <a:lnTo>
                    <a:pt x="52882" y="100418"/>
                  </a:lnTo>
                  <a:lnTo>
                    <a:pt x="49682" y="100609"/>
                  </a:lnTo>
                  <a:lnTo>
                    <a:pt x="46469" y="100812"/>
                  </a:lnTo>
                  <a:lnTo>
                    <a:pt x="43903" y="101777"/>
                  </a:lnTo>
                  <a:lnTo>
                    <a:pt x="44005" y="103733"/>
                  </a:lnTo>
                  <a:lnTo>
                    <a:pt x="46647" y="104368"/>
                  </a:lnTo>
                  <a:lnTo>
                    <a:pt x="53047" y="103962"/>
                  </a:lnTo>
                  <a:lnTo>
                    <a:pt x="54483" y="103428"/>
                  </a:lnTo>
                  <a:lnTo>
                    <a:pt x="54190" y="105156"/>
                  </a:lnTo>
                  <a:lnTo>
                    <a:pt x="54356" y="108889"/>
                  </a:lnTo>
                  <a:lnTo>
                    <a:pt x="54521" y="112623"/>
                  </a:lnTo>
                  <a:lnTo>
                    <a:pt x="55346" y="115608"/>
                  </a:lnTo>
                  <a:lnTo>
                    <a:pt x="57023" y="115506"/>
                  </a:lnTo>
                  <a:lnTo>
                    <a:pt x="57569" y="112445"/>
                  </a:lnTo>
                  <a:lnTo>
                    <a:pt x="57226" y="104965"/>
                  </a:lnTo>
                  <a:lnTo>
                    <a:pt x="56756" y="103289"/>
                  </a:lnTo>
                  <a:lnTo>
                    <a:pt x="58242" y="103632"/>
                  </a:lnTo>
                  <a:lnTo>
                    <a:pt x="61442" y="103441"/>
                  </a:lnTo>
                  <a:lnTo>
                    <a:pt x="64655" y="103238"/>
                  </a:lnTo>
                  <a:lnTo>
                    <a:pt x="67221" y="102273"/>
                  </a:lnTo>
                  <a:lnTo>
                    <a:pt x="67195" y="101942"/>
                  </a:lnTo>
                  <a:lnTo>
                    <a:pt x="88531" y="126809"/>
                  </a:lnTo>
                  <a:lnTo>
                    <a:pt x="86918" y="126911"/>
                  </a:lnTo>
                  <a:lnTo>
                    <a:pt x="86372" y="129971"/>
                  </a:lnTo>
                  <a:lnTo>
                    <a:pt x="86715" y="137452"/>
                  </a:lnTo>
                  <a:lnTo>
                    <a:pt x="87160" y="139115"/>
                  </a:lnTo>
                  <a:lnTo>
                    <a:pt x="85763" y="138772"/>
                  </a:lnTo>
                  <a:lnTo>
                    <a:pt x="82562" y="138976"/>
                  </a:lnTo>
                  <a:lnTo>
                    <a:pt x="79362" y="139179"/>
                  </a:lnTo>
                  <a:lnTo>
                    <a:pt x="76796" y="140131"/>
                  </a:lnTo>
                  <a:lnTo>
                    <a:pt x="76885" y="142100"/>
                  </a:lnTo>
                  <a:lnTo>
                    <a:pt x="79527" y="142722"/>
                  </a:lnTo>
                  <a:lnTo>
                    <a:pt x="85940" y="142328"/>
                  </a:lnTo>
                  <a:lnTo>
                    <a:pt x="87363" y="141795"/>
                  </a:lnTo>
                  <a:lnTo>
                    <a:pt x="87071" y="143510"/>
                  </a:lnTo>
                  <a:lnTo>
                    <a:pt x="87236" y="147256"/>
                  </a:lnTo>
                  <a:lnTo>
                    <a:pt x="87401" y="150990"/>
                  </a:lnTo>
                  <a:lnTo>
                    <a:pt x="88239" y="153974"/>
                  </a:lnTo>
                  <a:lnTo>
                    <a:pt x="88773" y="153949"/>
                  </a:lnTo>
                  <a:lnTo>
                    <a:pt x="88773" y="127469"/>
                  </a:lnTo>
                  <a:lnTo>
                    <a:pt x="88620" y="126911"/>
                  </a:lnTo>
                  <a:lnTo>
                    <a:pt x="98374" y="138290"/>
                  </a:lnTo>
                  <a:lnTo>
                    <a:pt x="98374" y="127635"/>
                  </a:lnTo>
                  <a:lnTo>
                    <a:pt x="65468" y="89230"/>
                  </a:lnTo>
                  <a:lnTo>
                    <a:pt x="65468" y="99923"/>
                  </a:lnTo>
                  <a:lnTo>
                    <a:pt x="64490" y="99682"/>
                  </a:lnTo>
                  <a:lnTo>
                    <a:pt x="58077" y="100088"/>
                  </a:lnTo>
                  <a:lnTo>
                    <a:pt x="56565" y="100660"/>
                  </a:lnTo>
                  <a:lnTo>
                    <a:pt x="56870" y="98907"/>
                  </a:lnTo>
                  <a:lnTo>
                    <a:pt x="56705" y="95161"/>
                  </a:lnTo>
                  <a:lnTo>
                    <a:pt x="56540" y="91427"/>
                  </a:lnTo>
                  <a:lnTo>
                    <a:pt x="55714" y="88531"/>
                  </a:lnTo>
                  <a:lnTo>
                    <a:pt x="65468" y="99923"/>
                  </a:lnTo>
                  <a:lnTo>
                    <a:pt x="65468" y="89230"/>
                  </a:lnTo>
                  <a:lnTo>
                    <a:pt x="64262" y="87820"/>
                  </a:lnTo>
                  <a:lnTo>
                    <a:pt x="55651" y="77787"/>
                  </a:lnTo>
                  <a:lnTo>
                    <a:pt x="55651" y="88455"/>
                  </a:lnTo>
                  <a:lnTo>
                    <a:pt x="54521" y="88519"/>
                  </a:lnTo>
                  <a:lnTo>
                    <a:pt x="55118" y="87820"/>
                  </a:lnTo>
                  <a:lnTo>
                    <a:pt x="55651" y="88455"/>
                  </a:lnTo>
                  <a:lnTo>
                    <a:pt x="55651" y="77787"/>
                  </a:lnTo>
                  <a:lnTo>
                    <a:pt x="55118" y="77165"/>
                  </a:lnTo>
                  <a:lnTo>
                    <a:pt x="21069" y="116890"/>
                  </a:lnTo>
                  <a:lnTo>
                    <a:pt x="21069" y="138582"/>
                  </a:lnTo>
                  <a:lnTo>
                    <a:pt x="19685" y="138239"/>
                  </a:lnTo>
                  <a:lnTo>
                    <a:pt x="16471" y="138430"/>
                  </a:lnTo>
                  <a:lnTo>
                    <a:pt x="13271" y="138633"/>
                  </a:lnTo>
                  <a:lnTo>
                    <a:pt x="10782" y="139585"/>
                  </a:lnTo>
                  <a:lnTo>
                    <a:pt x="10782" y="141490"/>
                  </a:lnTo>
                  <a:lnTo>
                    <a:pt x="9956" y="140512"/>
                  </a:lnTo>
                  <a:lnTo>
                    <a:pt x="10706" y="139649"/>
                  </a:lnTo>
                  <a:lnTo>
                    <a:pt x="10782" y="141490"/>
                  </a:lnTo>
                  <a:lnTo>
                    <a:pt x="10782" y="139585"/>
                  </a:lnTo>
                  <a:lnTo>
                    <a:pt x="20497" y="128219"/>
                  </a:lnTo>
                  <a:lnTo>
                    <a:pt x="20281" y="129438"/>
                  </a:lnTo>
                  <a:lnTo>
                    <a:pt x="20624" y="136918"/>
                  </a:lnTo>
                  <a:lnTo>
                    <a:pt x="21069" y="138582"/>
                  </a:lnTo>
                  <a:lnTo>
                    <a:pt x="21069" y="116890"/>
                  </a:lnTo>
                  <a:lnTo>
                    <a:pt x="812" y="140512"/>
                  </a:lnTo>
                  <a:lnTo>
                    <a:pt x="55118" y="203860"/>
                  </a:lnTo>
                  <a:lnTo>
                    <a:pt x="64262" y="193192"/>
                  </a:lnTo>
                  <a:lnTo>
                    <a:pt x="104851" y="145846"/>
                  </a:lnTo>
                  <a:lnTo>
                    <a:pt x="154597" y="203860"/>
                  </a:lnTo>
                  <a:lnTo>
                    <a:pt x="163741" y="193192"/>
                  </a:lnTo>
                  <a:lnTo>
                    <a:pt x="205765" y="144170"/>
                  </a:lnTo>
                  <a:lnTo>
                    <a:pt x="256959" y="203860"/>
                  </a:lnTo>
                  <a:lnTo>
                    <a:pt x="266090" y="193192"/>
                  </a:lnTo>
                  <a:lnTo>
                    <a:pt x="311251" y="140512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9" name="object 2099" descr=""/>
            <p:cNvSpPr/>
            <p:nvPr/>
          </p:nvSpPr>
          <p:spPr>
            <a:xfrm>
              <a:off x="7532852" y="7383583"/>
              <a:ext cx="311150" cy="359410"/>
            </a:xfrm>
            <a:custGeom>
              <a:avLst/>
              <a:gdLst/>
              <a:ahLst/>
              <a:cxnLst/>
              <a:rect l="l" t="t" r="r" b="b"/>
              <a:pathLst>
                <a:path w="311150" h="359409">
                  <a:moveTo>
                    <a:pt x="108623" y="218681"/>
                  </a:moveTo>
                  <a:lnTo>
                    <a:pt x="99491" y="208038"/>
                  </a:lnTo>
                  <a:lnTo>
                    <a:pt x="99491" y="218681"/>
                  </a:lnTo>
                  <a:lnTo>
                    <a:pt x="89369" y="230479"/>
                  </a:lnTo>
                  <a:lnTo>
                    <a:pt x="89649" y="228968"/>
                  </a:lnTo>
                  <a:lnTo>
                    <a:pt x="89306" y="221488"/>
                  </a:lnTo>
                  <a:lnTo>
                    <a:pt x="88836" y="219811"/>
                  </a:lnTo>
                  <a:lnTo>
                    <a:pt x="90322" y="220167"/>
                  </a:lnTo>
                  <a:lnTo>
                    <a:pt x="93522" y="219964"/>
                  </a:lnTo>
                  <a:lnTo>
                    <a:pt x="96735" y="219760"/>
                  </a:lnTo>
                  <a:lnTo>
                    <a:pt x="99301" y="218808"/>
                  </a:lnTo>
                  <a:lnTo>
                    <a:pt x="99275" y="218440"/>
                  </a:lnTo>
                  <a:lnTo>
                    <a:pt x="99491" y="218681"/>
                  </a:lnTo>
                  <a:lnTo>
                    <a:pt x="99491" y="208038"/>
                  </a:lnTo>
                  <a:lnTo>
                    <a:pt x="97574" y="205803"/>
                  </a:lnTo>
                  <a:lnTo>
                    <a:pt x="97574" y="216458"/>
                  </a:lnTo>
                  <a:lnTo>
                    <a:pt x="96570" y="216217"/>
                  </a:lnTo>
                  <a:lnTo>
                    <a:pt x="90157" y="216611"/>
                  </a:lnTo>
                  <a:lnTo>
                    <a:pt x="88646" y="217182"/>
                  </a:lnTo>
                  <a:lnTo>
                    <a:pt x="88950" y="215430"/>
                  </a:lnTo>
                  <a:lnTo>
                    <a:pt x="88785" y="211696"/>
                  </a:lnTo>
                  <a:lnTo>
                    <a:pt x="88620" y="207962"/>
                  </a:lnTo>
                  <a:lnTo>
                    <a:pt x="87972" y="205689"/>
                  </a:lnTo>
                  <a:lnTo>
                    <a:pt x="87972" y="232117"/>
                  </a:lnTo>
                  <a:lnTo>
                    <a:pt x="54317" y="271360"/>
                  </a:lnTo>
                  <a:lnTo>
                    <a:pt x="42633" y="257759"/>
                  </a:lnTo>
                  <a:lnTo>
                    <a:pt x="45212" y="258356"/>
                  </a:lnTo>
                  <a:lnTo>
                    <a:pt x="51625" y="257962"/>
                  </a:lnTo>
                  <a:lnTo>
                    <a:pt x="53047" y="257429"/>
                  </a:lnTo>
                  <a:lnTo>
                    <a:pt x="52755" y="259143"/>
                  </a:lnTo>
                  <a:lnTo>
                    <a:pt x="52933" y="262890"/>
                  </a:lnTo>
                  <a:lnTo>
                    <a:pt x="53098" y="266623"/>
                  </a:lnTo>
                  <a:lnTo>
                    <a:pt x="53924" y="269608"/>
                  </a:lnTo>
                  <a:lnTo>
                    <a:pt x="55600" y="269506"/>
                  </a:lnTo>
                  <a:lnTo>
                    <a:pt x="56146" y="266433"/>
                  </a:lnTo>
                  <a:lnTo>
                    <a:pt x="55791" y="258953"/>
                  </a:lnTo>
                  <a:lnTo>
                    <a:pt x="55333" y="257276"/>
                  </a:lnTo>
                  <a:lnTo>
                    <a:pt x="56819" y="257632"/>
                  </a:lnTo>
                  <a:lnTo>
                    <a:pt x="60020" y="257429"/>
                  </a:lnTo>
                  <a:lnTo>
                    <a:pt x="63220" y="257238"/>
                  </a:lnTo>
                  <a:lnTo>
                    <a:pt x="65786" y="256273"/>
                  </a:lnTo>
                  <a:lnTo>
                    <a:pt x="65697" y="254304"/>
                  </a:lnTo>
                  <a:lnTo>
                    <a:pt x="63055" y="253682"/>
                  </a:lnTo>
                  <a:lnTo>
                    <a:pt x="56654" y="254076"/>
                  </a:lnTo>
                  <a:lnTo>
                    <a:pt x="55143" y="254647"/>
                  </a:lnTo>
                  <a:lnTo>
                    <a:pt x="55448" y="252895"/>
                  </a:lnTo>
                  <a:lnTo>
                    <a:pt x="55270" y="249161"/>
                  </a:lnTo>
                  <a:lnTo>
                    <a:pt x="55105" y="245427"/>
                  </a:lnTo>
                  <a:lnTo>
                    <a:pt x="54279" y="242443"/>
                  </a:lnTo>
                  <a:lnTo>
                    <a:pt x="52603" y="242544"/>
                  </a:lnTo>
                  <a:lnTo>
                    <a:pt x="52057" y="245605"/>
                  </a:lnTo>
                  <a:lnTo>
                    <a:pt x="52400" y="253085"/>
                  </a:lnTo>
                  <a:lnTo>
                    <a:pt x="52844" y="254749"/>
                  </a:lnTo>
                  <a:lnTo>
                    <a:pt x="51460" y="254406"/>
                  </a:lnTo>
                  <a:lnTo>
                    <a:pt x="48247" y="254609"/>
                  </a:lnTo>
                  <a:lnTo>
                    <a:pt x="45046" y="254812"/>
                  </a:lnTo>
                  <a:lnTo>
                    <a:pt x="42481" y="255778"/>
                  </a:lnTo>
                  <a:lnTo>
                    <a:pt x="42557" y="257670"/>
                  </a:lnTo>
                  <a:lnTo>
                    <a:pt x="10045" y="219748"/>
                  </a:lnTo>
                  <a:lnTo>
                    <a:pt x="12636" y="220357"/>
                  </a:lnTo>
                  <a:lnTo>
                    <a:pt x="19037" y="219951"/>
                  </a:lnTo>
                  <a:lnTo>
                    <a:pt x="20472" y="219417"/>
                  </a:lnTo>
                  <a:lnTo>
                    <a:pt x="20180" y="221145"/>
                  </a:lnTo>
                  <a:lnTo>
                    <a:pt x="20345" y="224878"/>
                  </a:lnTo>
                  <a:lnTo>
                    <a:pt x="20510" y="228612"/>
                  </a:lnTo>
                  <a:lnTo>
                    <a:pt x="21336" y="231597"/>
                  </a:lnTo>
                  <a:lnTo>
                    <a:pt x="23012" y="231495"/>
                  </a:lnTo>
                  <a:lnTo>
                    <a:pt x="23558" y="228434"/>
                  </a:lnTo>
                  <a:lnTo>
                    <a:pt x="23215" y="220954"/>
                  </a:lnTo>
                  <a:lnTo>
                    <a:pt x="22758" y="219278"/>
                  </a:lnTo>
                  <a:lnTo>
                    <a:pt x="24231" y="219621"/>
                  </a:lnTo>
                  <a:lnTo>
                    <a:pt x="27444" y="219430"/>
                  </a:lnTo>
                  <a:lnTo>
                    <a:pt x="30645" y="219227"/>
                  </a:lnTo>
                  <a:lnTo>
                    <a:pt x="33210" y="218262"/>
                  </a:lnTo>
                  <a:lnTo>
                    <a:pt x="33121" y="216306"/>
                  </a:lnTo>
                  <a:lnTo>
                    <a:pt x="30480" y="215671"/>
                  </a:lnTo>
                  <a:lnTo>
                    <a:pt x="24066" y="216077"/>
                  </a:lnTo>
                  <a:lnTo>
                    <a:pt x="22555" y="216649"/>
                  </a:lnTo>
                  <a:lnTo>
                    <a:pt x="22860" y="214896"/>
                  </a:lnTo>
                  <a:lnTo>
                    <a:pt x="22694" y="211150"/>
                  </a:lnTo>
                  <a:lnTo>
                    <a:pt x="22529" y="207416"/>
                  </a:lnTo>
                  <a:lnTo>
                    <a:pt x="21704" y="204431"/>
                  </a:lnTo>
                  <a:lnTo>
                    <a:pt x="21336" y="204457"/>
                  </a:lnTo>
                  <a:lnTo>
                    <a:pt x="53098" y="167411"/>
                  </a:lnTo>
                  <a:lnTo>
                    <a:pt x="52679" y="169786"/>
                  </a:lnTo>
                  <a:lnTo>
                    <a:pt x="53022" y="177266"/>
                  </a:lnTo>
                  <a:lnTo>
                    <a:pt x="53467" y="178930"/>
                  </a:lnTo>
                  <a:lnTo>
                    <a:pt x="52082" y="178587"/>
                  </a:lnTo>
                  <a:lnTo>
                    <a:pt x="48869" y="178790"/>
                  </a:lnTo>
                  <a:lnTo>
                    <a:pt x="45669" y="178981"/>
                  </a:lnTo>
                  <a:lnTo>
                    <a:pt x="43103" y="179946"/>
                  </a:lnTo>
                  <a:lnTo>
                    <a:pt x="43192" y="181902"/>
                  </a:lnTo>
                  <a:lnTo>
                    <a:pt x="45834" y="182537"/>
                  </a:lnTo>
                  <a:lnTo>
                    <a:pt x="52247" y="182130"/>
                  </a:lnTo>
                  <a:lnTo>
                    <a:pt x="53670" y="181610"/>
                  </a:lnTo>
                  <a:lnTo>
                    <a:pt x="53378" y="183324"/>
                  </a:lnTo>
                  <a:lnTo>
                    <a:pt x="53543" y="187058"/>
                  </a:lnTo>
                  <a:lnTo>
                    <a:pt x="53721" y="190792"/>
                  </a:lnTo>
                  <a:lnTo>
                    <a:pt x="54546" y="193776"/>
                  </a:lnTo>
                  <a:lnTo>
                    <a:pt x="56222" y="193675"/>
                  </a:lnTo>
                  <a:lnTo>
                    <a:pt x="56769" y="190614"/>
                  </a:lnTo>
                  <a:lnTo>
                    <a:pt x="56413" y="183134"/>
                  </a:lnTo>
                  <a:lnTo>
                    <a:pt x="55956" y="181457"/>
                  </a:lnTo>
                  <a:lnTo>
                    <a:pt x="57442" y="181800"/>
                  </a:lnTo>
                  <a:lnTo>
                    <a:pt x="60642" y="181610"/>
                  </a:lnTo>
                  <a:lnTo>
                    <a:pt x="63842" y="181406"/>
                  </a:lnTo>
                  <a:lnTo>
                    <a:pt x="66408" y="180441"/>
                  </a:lnTo>
                  <a:lnTo>
                    <a:pt x="66382" y="180098"/>
                  </a:lnTo>
                  <a:lnTo>
                    <a:pt x="87744" y="204990"/>
                  </a:lnTo>
                  <a:lnTo>
                    <a:pt x="86118" y="205079"/>
                  </a:lnTo>
                  <a:lnTo>
                    <a:pt x="85572" y="208140"/>
                  </a:lnTo>
                  <a:lnTo>
                    <a:pt x="85915" y="215620"/>
                  </a:lnTo>
                  <a:lnTo>
                    <a:pt x="86360" y="217284"/>
                  </a:lnTo>
                  <a:lnTo>
                    <a:pt x="84963" y="216941"/>
                  </a:lnTo>
                  <a:lnTo>
                    <a:pt x="81762" y="217144"/>
                  </a:lnTo>
                  <a:lnTo>
                    <a:pt x="78549" y="217347"/>
                  </a:lnTo>
                  <a:lnTo>
                    <a:pt x="75984" y="218313"/>
                  </a:lnTo>
                  <a:lnTo>
                    <a:pt x="76085" y="220268"/>
                  </a:lnTo>
                  <a:lnTo>
                    <a:pt x="78727" y="220891"/>
                  </a:lnTo>
                  <a:lnTo>
                    <a:pt x="85128" y="220497"/>
                  </a:lnTo>
                  <a:lnTo>
                    <a:pt x="86563" y="219964"/>
                  </a:lnTo>
                  <a:lnTo>
                    <a:pt x="86271" y="221678"/>
                  </a:lnTo>
                  <a:lnTo>
                    <a:pt x="86436" y="225425"/>
                  </a:lnTo>
                  <a:lnTo>
                    <a:pt x="86601" y="229158"/>
                  </a:lnTo>
                  <a:lnTo>
                    <a:pt x="87426" y="232143"/>
                  </a:lnTo>
                  <a:lnTo>
                    <a:pt x="87972" y="232117"/>
                  </a:lnTo>
                  <a:lnTo>
                    <a:pt x="87972" y="205689"/>
                  </a:lnTo>
                  <a:lnTo>
                    <a:pt x="87795" y="205054"/>
                  </a:lnTo>
                  <a:lnTo>
                    <a:pt x="97574" y="216458"/>
                  </a:lnTo>
                  <a:lnTo>
                    <a:pt x="97574" y="205803"/>
                  </a:lnTo>
                  <a:lnTo>
                    <a:pt x="64681" y="167436"/>
                  </a:lnTo>
                  <a:lnTo>
                    <a:pt x="64681" y="178104"/>
                  </a:lnTo>
                  <a:lnTo>
                    <a:pt x="63677" y="177850"/>
                  </a:lnTo>
                  <a:lnTo>
                    <a:pt x="57277" y="178257"/>
                  </a:lnTo>
                  <a:lnTo>
                    <a:pt x="55765" y="178828"/>
                  </a:lnTo>
                  <a:lnTo>
                    <a:pt x="56070" y="177076"/>
                  </a:lnTo>
                  <a:lnTo>
                    <a:pt x="55892" y="173329"/>
                  </a:lnTo>
                  <a:lnTo>
                    <a:pt x="55727" y="169595"/>
                  </a:lnTo>
                  <a:lnTo>
                    <a:pt x="54914" y="166700"/>
                  </a:lnTo>
                  <a:lnTo>
                    <a:pt x="64681" y="178104"/>
                  </a:lnTo>
                  <a:lnTo>
                    <a:pt x="64681" y="167436"/>
                  </a:lnTo>
                  <a:lnTo>
                    <a:pt x="63449" y="165989"/>
                  </a:lnTo>
                  <a:lnTo>
                    <a:pt x="54851" y="155968"/>
                  </a:lnTo>
                  <a:lnTo>
                    <a:pt x="54851" y="166624"/>
                  </a:lnTo>
                  <a:lnTo>
                    <a:pt x="53721" y="166687"/>
                  </a:lnTo>
                  <a:lnTo>
                    <a:pt x="54317" y="165989"/>
                  </a:lnTo>
                  <a:lnTo>
                    <a:pt x="54851" y="166624"/>
                  </a:lnTo>
                  <a:lnTo>
                    <a:pt x="54851" y="155968"/>
                  </a:lnTo>
                  <a:lnTo>
                    <a:pt x="54317" y="155333"/>
                  </a:lnTo>
                  <a:lnTo>
                    <a:pt x="20269" y="195046"/>
                  </a:lnTo>
                  <a:lnTo>
                    <a:pt x="20269" y="216750"/>
                  </a:lnTo>
                  <a:lnTo>
                    <a:pt x="18872" y="216408"/>
                  </a:lnTo>
                  <a:lnTo>
                    <a:pt x="15671" y="216611"/>
                  </a:lnTo>
                  <a:lnTo>
                    <a:pt x="12471" y="216801"/>
                  </a:lnTo>
                  <a:lnTo>
                    <a:pt x="9982" y="217754"/>
                  </a:lnTo>
                  <a:lnTo>
                    <a:pt x="9982" y="219671"/>
                  </a:lnTo>
                  <a:lnTo>
                    <a:pt x="9144" y="218681"/>
                  </a:lnTo>
                  <a:lnTo>
                    <a:pt x="9906" y="217792"/>
                  </a:lnTo>
                  <a:lnTo>
                    <a:pt x="9982" y="219671"/>
                  </a:lnTo>
                  <a:lnTo>
                    <a:pt x="9982" y="217754"/>
                  </a:lnTo>
                  <a:lnTo>
                    <a:pt x="19697" y="206375"/>
                  </a:lnTo>
                  <a:lnTo>
                    <a:pt x="19481" y="207606"/>
                  </a:lnTo>
                  <a:lnTo>
                    <a:pt x="19824" y="215087"/>
                  </a:lnTo>
                  <a:lnTo>
                    <a:pt x="20269" y="216750"/>
                  </a:lnTo>
                  <a:lnTo>
                    <a:pt x="20269" y="195046"/>
                  </a:lnTo>
                  <a:lnTo>
                    <a:pt x="0" y="218681"/>
                  </a:lnTo>
                  <a:lnTo>
                    <a:pt x="54317" y="282028"/>
                  </a:lnTo>
                  <a:lnTo>
                    <a:pt x="63449" y="271360"/>
                  </a:lnTo>
                  <a:lnTo>
                    <a:pt x="108623" y="218681"/>
                  </a:lnTo>
                  <a:close/>
                </a:path>
                <a:path w="311150" h="359409">
                  <a:moveTo>
                    <a:pt x="260146" y="295833"/>
                  </a:moveTo>
                  <a:lnTo>
                    <a:pt x="251015" y="285191"/>
                  </a:lnTo>
                  <a:lnTo>
                    <a:pt x="251015" y="295833"/>
                  </a:lnTo>
                  <a:lnTo>
                    <a:pt x="205854" y="348526"/>
                  </a:lnTo>
                  <a:lnTo>
                    <a:pt x="161594" y="296913"/>
                  </a:lnTo>
                  <a:lnTo>
                    <a:pt x="164160" y="297510"/>
                  </a:lnTo>
                  <a:lnTo>
                    <a:pt x="170573" y="297116"/>
                  </a:lnTo>
                  <a:lnTo>
                    <a:pt x="173126" y="296151"/>
                  </a:lnTo>
                  <a:lnTo>
                    <a:pt x="173088" y="295186"/>
                  </a:lnTo>
                  <a:lnTo>
                    <a:pt x="173863" y="295135"/>
                  </a:lnTo>
                  <a:lnTo>
                    <a:pt x="174396" y="292049"/>
                  </a:lnTo>
                  <a:lnTo>
                    <a:pt x="174231" y="288315"/>
                  </a:lnTo>
                  <a:lnTo>
                    <a:pt x="174053" y="284581"/>
                  </a:lnTo>
                  <a:lnTo>
                    <a:pt x="173228" y="281597"/>
                  </a:lnTo>
                  <a:lnTo>
                    <a:pt x="172859" y="281622"/>
                  </a:lnTo>
                  <a:lnTo>
                    <a:pt x="205854" y="243154"/>
                  </a:lnTo>
                  <a:lnTo>
                    <a:pt x="251015" y="295833"/>
                  </a:lnTo>
                  <a:lnTo>
                    <a:pt x="251015" y="285191"/>
                  </a:lnTo>
                  <a:lnTo>
                    <a:pt x="214985" y="243154"/>
                  </a:lnTo>
                  <a:lnTo>
                    <a:pt x="205854" y="232486"/>
                  </a:lnTo>
                  <a:lnTo>
                    <a:pt x="171805" y="272199"/>
                  </a:lnTo>
                  <a:lnTo>
                    <a:pt x="171805" y="293916"/>
                  </a:lnTo>
                  <a:lnTo>
                    <a:pt x="170408" y="293573"/>
                  </a:lnTo>
                  <a:lnTo>
                    <a:pt x="167208" y="293763"/>
                  </a:lnTo>
                  <a:lnTo>
                    <a:pt x="163995" y="293966"/>
                  </a:lnTo>
                  <a:lnTo>
                    <a:pt x="161518" y="294906"/>
                  </a:lnTo>
                  <a:lnTo>
                    <a:pt x="161518" y="296824"/>
                  </a:lnTo>
                  <a:lnTo>
                    <a:pt x="160680" y="295833"/>
                  </a:lnTo>
                  <a:lnTo>
                    <a:pt x="161429" y="294970"/>
                  </a:lnTo>
                  <a:lnTo>
                    <a:pt x="161518" y="296824"/>
                  </a:lnTo>
                  <a:lnTo>
                    <a:pt x="161518" y="294906"/>
                  </a:lnTo>
                  <a:lnTo>
                    <a:pt x="171221" y="283540"/>
                  </a:lnTo>
                  <a:lnTo>
                    <a:pt x="171005" y="284772"/>
                  </a:lnTo>
                  <a:lnTo>
                    <a:pt x="171361" y="292239"/>
                  </a:lnTo>
                  <a:lnTo>
                    <a:pt x="171805" y="293916"/>
                  </a:lnTo>
                  <a:lnTo>
                    <a:pt x="171805" y="272199"/>
                  </a:lnTo>
                  <a:lnTo>
                    <a:pt x="154660" y="292188"/>
                  </a:lnTo>
                  <a:lnTo>
                    <a:pt x="148666" y="285203"/>
                  </a:lnTo>
                  <a:lnTo>
                    <a:pt x="148666" y="295833"/>
                  </a:lnTo>
                  <a:lnTo>
                    <a:pt x="138557" y="307632"/>
                  </a:lnTo>
                  <a:lnTo>
                    <a:pt x="138823" y="306133"/>
                  </a:lnTo>
                  <a:lnTo>
                    <a:pt x="138480" y="298653"/>
                  </a:lnTo>
                  <a:lnTo>
                    <a:pt x="138023" y="296976"/>
                  </a:lnTo>
                  <a:lnTo>
                    <a:pt x="139496" y="297319"/>
                  </a:lnTo>
                  <a:lnTo>
                    <a:pt x="142709" y="297129"/>
                  </a:lnTo>
                  <a:lnTo>
                    <a:pt x="145910" y="296926"/>
                  </a:lnTo>
                  <a:lnTo>
                    <a:pt x="148475" y="295960"/>
                  </a:lnTo>
                  <a:lnTo>
                    <a:pt x="148450" y="295592"/>
                  </a:lnTo>
                  <a:lnTo>
                    <a:pt x="148666" y="295833"/>
                  </a:lnTo>
                  <a:lnTo>
                    <a:pt x="148666" y="285203"/>
                  </a:lnTo>
                  <a:lnTo>
                    <a:pt x="146761" y="282981"/>
                  </a:lnTo>
                  <a:lnTo>
                    <a:pt x="146761" y="293636"/>
                  </a:lnTo>
                  <a:lnTo>
                    <a:pt x="145745" y="293382"/>
                  </a:lnTo>
                  <a:lnTo>
                    <a:pt x="139331" y="293776"/>
                  </a:lnTo>
                  <a:lnTo>
                    <a:pt x="137820" y="294347"/>
                  </a:lnTo>
                  <a:lnTo>
                    <a:pt x="138125" y="292595"/>
                  </a:lnTo>
                  <a:lnTo>
                    <a:pt x="137960" y="288861"/>
                  </a:lnTo>
                  <a:lnTo>
                    <a:pt x="137795" y="285115"/>
                  </a:lnTo>
                  <a:lnTo>
                    <a:pt x="137134" y="282740"/>
                  </a:lnTo>
                  <a:lnTo>
                    <a:pt x="137134" y="309283"/>
                  </a:lnTo>
                  <a:lnTo>
                    <a:pt x="103492" y="348526"/>
                  </a:lnTo>
                  <a:lnTo>
                    <a:pt x="91795" y="334899"/>
                  </a:lnTo>
                  <a:lnTo>
                    <a:pt x="94399" y="335521"/>
                  </a:lnTo>
                  <a:lnTo>
                    <a:pt x="100799" y="335127"/>
                  </a:lnTo>
                  <a:lnTo>
                    <a:pt x="102235" y="334594"/>
                  </a:lnTo>
                  <a:lnTo>
                    <a:pt x="101942" y="336308"/>
                  </a:lnTo>
                  <a:lnTo>
                    <a:pt x="102108" y="340042"/>
                  </a:lnTo>
                  <a:lnTo>
                    <a:pt x="102273" y="343789"/>
                  </a:lnTo>
                  <a:lnTo>
                    <a:pt x="103098" y="346773"/>
                  </a:lnTo>
                  <a:lnTo>
                    <a:pt x="104775" y="346659"/>
                  </a:lnTo>
                  <a:lnTo>
                    <a:pt x="105321" y="343598"/>
                  </a:lnTo>
                  <a:lnTo>
                    <a:pt x="104978" y="336118"/>
                  </a:lnTo>
                  <a:lnTo>
                    <a:pt x="104508" y="334454"/>
                  </a:lnTo>
                  <a:lnTo>
                    <a:pt x="105994" y="334797"/>
                  </a:lnTo>
                  <a:lnTo>
                    <a:pt x="109194" y="334594"/>
                  </a:lnTo>
                  <a:lnTo>
                    <a:pt x="112407" y="334391"/>
                  </a:lnTo>
                  <a:lnTo>
                    <a:pt x="114973" y="333425"/>
                  </a:lnTo>
                  <a:lnTo>
                    <a:pt x="114871" y="331470"/>
                  </a:lnTo>
                  <a:lnTo>
                    <a:pt x="112229" y="330847"/>
                  </a:lnTo>
                  <a:lnTo>
                    <a:pt x="105829" y="331241"/>
                  </a:lnTo>
                  <a:lnTo>
                    <a:pt x="104317" y="331812"/>
                  </a:lnTo>
                  <a:lnTo>
                    <a:pt x="104622" y="330060"/>
                  </a:lnTo>
                  <a:lnTo>
                    <a:pt x="104457" y="326326"/>
                  </a:lnTo>
                  <a:lnTo>
                    <a:pt x="104292" y="322580"/>
                  </a:lnTo>
                  <a:lnTo>
                    <a:pt x="103454" y="319595"/>
                  </a:lnTo>
                  <a:lnTo>
                    <a:pt x="101777" y="319709"/>
                  </a:lnTo>
                  <a:lnTo>
                    <a:pt x="101244" y="322770"/>
                  </a:lnTo>
                  <a:lnTo>
                    <a:pt x="101587" y="330250"/>
                  </a:lnTo>
                  <a:lnTo>
                    <a:pt x="102031" y="331914"/>
                  </a:lnTo>
                  <a:lnTo>
                    <a:pt x="100634" y="331571"/>
                  </a:lnTo>
                  <a:lnTo>
                    <a:pt x="97434" y="331774"/>
                  </a:lnTo>
                  <a:lnTo>
                    <a:pt x="94221" y="331965"/>
                  </a:lnTo>
                  <a:lnTo>
                    <a:pt x="91655" y="332930"/>
                  </a:lnTo>
                  <a:lnTo>
                    <a:pt x="91744" y="334848"/>
                  </a:lnTo>
                  <a:lnTo>
                    <a:pt x="59232" y="296913"/>
                  </a:lnTo>
                  <a:lnTo>
                    <a:pt x="61810" y="297510"/>
                  </a:lnTo>
                  <a:lnTo>
                    <a:pt x="68224" y="297116"/>
                  </a:lnTo>
                  <a:lnTo>
                    <a:pt x="69646" y="296583"/>
                  </a:lnTo>
                  <a:lnTo>
                    <a:pt x="69354" y="298297"/>
                  </a:lnTo>
                  <a:lnTo>
                    <a:pt x="69519" y="302044"/>
                  </a:lnTo>
                  <a:lnTo>
                    <a:pt x="69697" y="305777"/>
                  </a:lnTo>
                  <a:lnTo>
                    <a:pt x="70523" y="308762"/>
                  </a:lnTo>
                  <a:lnTo>
                    <a:pt x="72199" y="308660"/>
                  </a:lnTo>
                  <a:lnTo>
                    <a:pt x="72732" y="305587"/>
                  </a:lnTo>
                  <a:lnTo>
                    <a:pt x="72390" y="298119"/>
                  </a:lnTo>
                  <a:lnTo>
                    <a:pt x="71932" y="296443"/>
                  </a:lnTo>
                  <a:lnTo>
                    <a:pt x="73418" y="296786"/>
                  </a:lnTo>
                  <a:lnTo>
                    <a:pt x="76619" y="296583"/>
                  </a:lnTo>
                  <a:lnTo>
                    <a:pt x="79819" y="296392"/>
                  </a:lnTo>
                  <a:lnTo>
                    <a:pt x="82384" y="295427"/>
                  </a:lnTo>
                  <a:lnTo>
                    <a:pt x="82296" y="293471"/>
                  </a:lnTo>
                  <a:lnTo>
                    <a:pt x="79654" y="292836"/>
                  </a:lnTo>
                  <a:lnTo>
                    <a:pt x="73240" y="293230"/>
                  </a:lnTo>
                  <a:lnTo>
                    <a:pt x="71729" y="293801"/>
                  </a:lnTo>
                  <a:lnTo>
                    <a:pt x="72034" y="292049"/>
                  </a:lnTo>
                  <a:lnTo>
                    <a:pt x="71869" y="288315"/>
                  </a:lnTo>
                  <a:lnTo>
                    <a:pt x="71704" y="284581"/>
                  </a:lnTo>
                  <a:lnTo>
                    <a:pt x="70878" y="281597"/>
                  </a:lnTo>
                  <a:lnTo>
                    <a:pt x="70497" y="281622"/>
                  </a:lnTo>
                  <a:lnTo>
                    <a:pt x="102273" y="244576"/>
                  </a:lnTo>
                  <a:lnTo>
                    <a:pt x="101866" y="246951"/>
                  </a:lnTo>
                  <a:lnTo>
                    <a:pt x="102209" y="254419"/>
                  </a:lnTo>
                  <a:lnTo>
                    <a:pt x="102654" y="256095"/>
                  </a:lnTo>
                  <a:lnTo>
                    <a:pt x="101257" y="255752"/>
                  </a:lnTo>
                  <a:lnTo>
                    <a:pt x="98056" y="255943"/>
                  </a:lnTo>
                  <a:lnTo>
                    <a:pt x="94843" y="256146"/>
                  </a:lnTo>
                  <a:lnTo>
                    <a:pt x="92278" y="257111"/>
                  </a:lnTo>
                  <a:lnTo>
                    <a:pt x="92379" y="259067"/>
                  </a:lnTo>
                  <a:lnTo>
                    <a:pt x="95008" y="259689"/>
                  </a:lnTo>
                  <a:lnTo>
                    <a:pt x="101422" y="259295"/>
                  </a:lnTo>
                  <a:lnTo>
                    <a:pt x="102857" y="258762"/>
                  </a:lnTo>
                  <a:lnTo>
                    <a:pt x="102565" y="260477"/>
                  </a:lnTo>
                  <a:lnTo>
                    <a:pt x="102730" y="264223"/>
                  </a:lnTo>
                  <a:lnTo>
                    <a:pt x="102895" y="267957"/>
                  </a:lnTo>
                  <a:lnTo>
                    <a:pt x="103720" y="270941"/>
                  </a:lnTo>
                  <a:lnTo>
                    <a:pt x="105397" y="270840"/>
                  </a:lnTo>
                  <a:lnTo>
                    <a:pt x="105943" y="267766"/>
                  </a:lnTo>
                  <a:lnTo>
                    <a:pt x="105600" y="260299"/>
                  </a:lnTo>
                  <a:lnTo>
                    <a:pt x="105130" y="258622"/>
                  </a:lnTo>
                  <a:lnTo>
                    <a:pt x="106616" y="258965"/>
                  </a:lnTo>
                  <a:lnTo>
                    <a:pt x="109816" y="258762"/>
                  </a:lnTo>
                  <a:lnTo>
                    <a:pt x="113030" y="258572"/>
                  </a:lnTo>
                  <a:lnTo>
                    <a:pt x="115595" y="257606"/>
                  </a:lnTo>
                  <a:lnTo>
                    <a:pt x="115570" y="257276"/>
                  </a:lnTo>
                  <a:lnTo>
                    <a:pt x="136906" y="282143"/>
                  </a:lnTo>
                  <a:lnTo>
                    <a:pt x="135293" y="282244"/>
                  </a:lnTo>
                  <a:lnTo>
                    <a:pt x="134747" y="285305"/>
                  </a:lnTo>
                  <a:lnTo>
                    <a:pt x="135089" y="292785"/>
                  </a:lnTo>
                  <a:lnTo>
                    <a:pt x="135534" y="294449"/>
                  </a:lnTo>
                  <a:lnTo>
                    <a:pt x="134137" y="294106"/>
                  </a:lnTo>
                  <a:lnTo>
                    <a:pt x="130937" y="294309"/>
                  </a:lnTo>
                  <a:lnTo>
                    <a:pt x="127736" y="294500"/>
                  </a:lnTo>
                  <a:lnTo>
                    <a:pt x="125171" y="295465"/>
                  </a:lnTo>
                  <a:lnTo>
                    <a:pt x="125260" y="297421"/>
                  </a:lnTo>
                  <a:lnTo>
                    <a:pt x="127901" y="298056"/>
                  </a:lnTo>
                  <a:lnTo>
                    <a:pt x="134302" y="297662"/>
                  </a:lnTo>
                  <a:lnTo>
                    <a:pt x="135737" y="297129"/>
                  </a:lnTo>
                  <a:lnTo>
                    <a:pt x="135445" y="298843"/>
                  </a:lnTo>
                  <a:lnTo>
                    <a:pt x="135610" y="302577"/>
                  </a:lnTo>
                  <a:lnTo>
                    <a:pt x="135775" y="306324"/>
                  </a:lnTo>
                  <a:lnTo>
                    <a:pt x="136613" y="309308"/>
                  </a:lnTo>
                  <a:lnTo>
                    <a:pt x="137134" y="309283"/>
                  </a:lnTo>
                  <a:lnTo>
                    <a:pt x="137134" y="282740"/>
                  </a:lnTo>
                  <a:lnTo>
                    <a:pt x="136994" y="282232"/>
                  </a:lnTo>
                  <a:lnTo>
                    <a:pt x="146761" y="293636"/>
                  </a:lnTo>
                  <a:lnTo>
                    <a:pt x="146761" y="282981"/>
                  </a:lnTo>
                  <a:lnTo>
                    <a:pt x="113855" y="244589"/>
                  </a:lnTo>
                  <a:lnTo>
                    <a:pt x="113855" y="255257"/>
                  </a:lnTo>
                  <a:lnTo>
                    <a:pt x="112852" y="255016"/>
                  </a:lnTo>
                  <a:lnTo>
                    <a:pt x="106451" y="255409"/>
                  </a:lnTo>
                  <a:lnTo>
                    <a:pt x="104940" y="255981"/>
                  </a:lnTo>
                  <a:lnTo>
                    <a:pt x="105244" y="254228"/>
                  </a:lnTo>
                  <a:lnTo>
                    <a:pt x="105079" y="250494"/>
                  </a:lnTo>
                  <a:lnTo>
                    <a:pt x="104902" y="246761"/>
                  </a:lnTo>
                  <a:lnTo>
                    <a:pt x="104089" y="243865"/>
                  </a:lnTo>
                  <a:lnTo>
                    <a:pt x="113855" y="255257"/>
                  </a:lnTo>
                  <a:lnTo>
                    <a:pt x="113855" y="244589"/>
                  </a:lnTo>
                  <a:lnTo>
                    <a:pt x="112636" y="243154"/>
                  </a:lnTo>
                  <a:lnTo>
                    <a:pt x="104025" y="233108"/>
                  </a:lnTo>
                  <a:lnTo>
                    <a:pt x="104025" y="243789"/>
                  </a:lnTo>
                  <a:lnTo>
                    <a:pt x="102895" y="243852"/>
                  </a:lnTo>
                  <a:lnTo>
                    <a:pt x="103492" y="243154"/>
                  </a:lnTo>
                  <a:lnTo>
                    <a:pt x="104025" y="243789"/>
                  </a:lnTo>
                  <a:lnTo>
                    <a:pt x="104025" y="233108"/>
                  </a:lnTo>
                  <a:lnTo>
                    <a:pt x="103492" y="232486"/>
                  </a:lnTo>
                  <a:lnTo>
                    <a:pt x="69456" y="272199"/>
                  </a:lnTo>
                  <a:lnTo>
                    <a:pt x="69456" y="293916"/>
                  </a:lnTo>
                  <a:lnTo>
                    <a:pt x="68046" y="293573"/>
                  </a:lnTo>
                  <a:lnTo>
                    <a:pt x="64846" y="293763"/>
                  </a:lnTo>
                  <a:lnTo>
                    <a:pt x="61645" y="293966"/>
                  </a:lnTo>
                  <a:lnTo>
                    <a:pt x="59156" y="294919"/>
                  </a:lnTo>
                  <a:lnTo>
                    <a:pt x="59156" y="296824"/>
                  </a:lnTo>
                  <a:lnTo>
                    <a:pt x="58318" y="295833"/>
                  </a:lnTo>
                  <a:lnTo>
                    <a:pt x="59080" y="294944"/>
                  </a:lnTo>
                  <a:lnTo>
                    <a:pt x="59156" y="296824"/>
                  </a:lnTo>
                  <a:lnTo>
                    <a:pt x="59156" y="294919"/>
                  </a:lnTo>
                  <a:lnTo>
                    <a:pt x="68872" y="283527"/>
                  </a:lnTo>
                  <a:lnTo>
                    <a:pt x="68656" y="284772"/>
                  </a:lnTo>
                  <a:lnTo>
                    <a:pt x="68999" y="292239"/>
                  </a:lnTo>
                  <a:lnTo>
                    <a:pt x="69456" y="293916"/>
                  </a:lnTo>
                  <a:lnTo>
                    <a:pt x="69456" y="272199"/>
                  </a:lnTo>
                  <a:lnTo>
                    <a:pt x="49187" y="295833"/>
                  </a:lnTo>
                  <a:lnTo>
                    <a:pt x="103492" y="359194"/>
                  </a:lnTo>
                  <a:lnTo>
                    <a:pt x="112636" y="348526"/>
                  </a:lnTo>
                  <a:lnTo>
                    <a:pt x="154660" y="299491"/>
                  </a:lnTo>
                  <a:lnTo>
                    <a:pt x="205854" y="359194"/>
                  </a:lnTo>
                  <a:lnTo>
                    <a:pt x="214985" y="348526"/>
                  </a:lnTo>
                  <a:lnTo>
                    <a:pt x="260146" y="295833"/>
                  </a:lnTo>
                  <a:close/>
                </a:path>
                <a:path w="311150" h="359409">
                  <a:moveTo>
                    <a:pt x="310692" y="63347"/>
                  </a:moveTo>
                  <a:lnTo>
                    <a:pt x="301561" y="52705"/>
                  </a:lnTo>
                  <a:lnTo>
                    <a:pt x="301561" y="63347"/>
                  </a:lnTo>
                  <a:lnTo>
                    <a:pt x="291452" y="75133"/>
                  </a:lnTo>
                  <a:lnTo>
                    <a:pt x="291719" y="73634"/>
                  </a:lnTo>
                  <a:lnTo>
                    <a:pt x="291376" y="66167"/>
                  </a:lnTo>
                  <a:lnTo>
                    <a:pt x="290918" y="64490"/>
                  </a:lnTo>
                  <a:lnTo>
                    <a:pt x="292404" y="64833"/>
                  </a:lnTo>
                  <a:lnTo>
                    <a:pt x="295605" y="64630"/>
                  </a:lnTo>
                  <a:lnTo>
                    <a:pt x="298805" y="64439"/>
                  </a:lnTo>
                  <a:lnTo>
                    <a:pt x="301371" y="63474"/>
                  </a:lnTo>
                  <a:lnTo>
                    <a:pt x="301345" y="63106"/>
                  </a:lnTo>
                  <a:lnTo>
                    <a:pt x="301561" y="63347"/>
                  </a:lnTo>
                  <a:lnTo>
                    <a:pt x="301561" y="52705"/>
                  </a:lnTo>
                  <a:lnTo>
                    <a:pt x="299656" y="50482"/>
                  </a:lnTo>
                  <a:lnTo>
                    <a:pt x="299656" y="61137"/>
                  </a:lnTo>
                  <a:lnTo>
                    <a:pt x="298640" y="60883"/>
                  </a:lnTo>
                  <a:lnTo>
                    <a:pt x="292227" y="61290"/>
                  </a:lnTo>
                  <a:lnTo>
                    <a:pt x="290715" y="61861"/>
                  </a:lnTo>
                  <a:lnTo>
                    <a:pt x="291020" y="60096"/>
                  </a:lnTo>
                  <a:lnTo>
                    <a:pt x="290855" y="56362"/>
                  </a:lnTo>
                  <a:lnTo>
                    <a:pt x="290690" y="52628"/>
                  </a:lnTo>
                  <a:lnTo>
                    <a:pt x="290042" y="50330"/>
                  </a:lnTo>
                  <a:lnTo>
                    <a:pt x="290042" y="76784"/>
                  </a:lnTo>
                  <a:lnTo>
                    <a:pt x="256387" y="116039"/>
                  </a:lnTo>
                  <a:lnTo>
                    <a:pt x="244703" y="102412"/>
                  </a:lnTo>
                  <a:lnTo>
                    <a:pt x="247294" y="103035"/>
                  </a:lnTo>
                  <a:lnTo>
                    <a:pt x="253695" y="102628"/>
                  </a:lnTo>
                  <a:lnTo>
                    <a:pt x="255130" y="102095"/>
                  </a:lnTo>
                  <a:lnTo>
                    <a:pt x="254838" y="103822"/>
                  </a:lnTo>
                  <a:lnTo>
                    <a:pt x="255003" y="107556"/>
                  </a:lnTo>
                  <a:lnTo>
                    <a:pt x="255168" y="111290"/>
                  </a:lnTo>
                  <a:lnTo>
                    <a:pt x="255993" y="114274"/>
                  </a:lnTo>
                  <a:lnTo>
                    <a:pt x="257670" y="114173"/>
                  </a:lnTo>
                  <a:lnTo>
                    <a:pt x="258216" y="111099"/>
                  </a:lnTo>
                  <a:lnTo>
                    <a:pt x="257873" y="103632"/>
                  </a:lnTo>
                  <a:lnTo>
                    <a:pt x="257416" y="101955"/>
                  </a:lnTo>
                  <a:lnTo>
                    <a:pt x="258889" y="102298"/>
                  </a:lnTo>
                  <a:lnTo>
                    <a:pt x="262102" y="102095"/>
                  </a:lnTo>
                  <a:lnTo>
                    <a:pt x="265303" y="101904"/>
                  </a:lnTo>
                  <a:lnTo>
                    <a:pt x="267868" y="100939"/>
                  </a:lnTo>
                  <a:lnTo>
                    <a:pt x="267766" y="98983"/>
                  </a:lnTo>
                  <a:lnTo>
                    <a:pt x="265137" y="98348"/>
                  </a:lnTo>
                  <a:lnTo>
                    <a:pt x="258724" y="98755"/>
                  </a:lnTo>
                  <a:lnTo>
                    <a:pt x="257213" y="99326"/>
                  </a:lnTo>
                  <a:lnTo>
                    <a:pt x="257517" y="97574"/>
                  </a:lnTo>
                  <a:lnTo>
                    <a:pt x="257352" y="93827"/>
                  </a:lnTo>
                  <a:lnTo>
                    <a:pt x="257187" y="90093"/>
                  </a:lnTo>
                  <a:lnTo>
                    <a:pt x="256362" y="87109"/>
                  </a:lnTo>
                  <a:lnTo>
                    <a:pt x="254685" y="87210"/>
                  </a:lnTo>
                  <a:lnTo>
                    <a:pt x="254139" y="90284"/>
                  </a:lnTo>
                  <a:lnTo>
                    <a:pt x="254482" y="97751"/>
                  </a:lnTo>
                  <a:lnTo>
                    <a:pt x="254927" y="99428"/>
                  </a:lnTo>
                  <a:lnTo>
                    <a:pt x="253530" y="99085"/>
                  </a:lnTo>
                  <a:lnTo>
                    <a:pt x="250329" y="99275"/>
                  </a:lnTo>
                  <a:lnTo>
                    <a:pt x="247116" y="99479"/>
                  </a:lnTo>
                  <a:lnTo>
                    <a:pt x="244551" y="100444"/>
                  </a:lnTo>
                  <a:lnTo>
                    <a:pt x="244640" y="102349"/>
                  </a:lnTo>
                  <a:lnTo>
                    <a:pt x="212140" y="64427"/>
                  </a:lnTo>
                  <a:lnTo>
                    <a:pt x="214706" y="65024"/>
                  </a:lnTo>
                  <a:lnTo>
                    <a:pt x="221119" y="64630"/>
                  </a:lnTo>
                  <a:lnTo>
                    <a:pt x="222542" y="64096"/>
                  </a:lnTo>
                  <a:lnTo>
                    <a:pt x="222250" y="65811"/>
                  </a:lnTo>
                  <a:lnTo>
                    <a:pt x="222415" y="69545"/>
                  </a:lnTo>
                  <a:lnTo>
                    <a:pt x="222592" y="73291"/>
                  </a:lnTo>
                  <a:lnTo>
                    <a:pt x="223418" y="76276"/>
                  </a:lnTo>
                  <a:lnTo>
                    <a:pt x="225094" y="76161"/>
                  </a:lnTo>
                  <a:lnTo>
                    <a:pt x="225640" y="73101"/>
                  </a:lnTo>
                  <a:lnTo>
                    <a:pt x="225285" y="65620"/>
                  </a:lnTo>
                  <a:lnTo>
                    <a:pt x="224828" y="63944"/>
                  </a:lnTo>
                  <a:lnTo>
                    <a:pt x="226314" y="64300"/>
                  </a:lnTo>
                  <a:lnTo>
                    <a:pt x="229514" y="64096"/>
                  </a:lnTo>
                  <a:lnTo>
                    <a:pt x="232714" y="63893"/>
                  </a:lnTo>
                  <a:lnTo>
                    <a:pt x="235280" y="62928"/>
                  </a:lnTo>
                  <a:lnTo>
                    <a:pt x="235191" y="60972"/>
                  </a:lnTo>
                  <a:lnTo>
                    <a:pt x="232549" y="60350"/>
                  </a:lnTo>
                  <a:lnTo>
                    <a:pt x="226148" y="60744"/>
                  </a:lnTo>
                  <a:lnTo>
                    <a:pt x="224624" y="61315"/>
                  </a:lnTo>
                  <a:lnTo>
                    <a:pt x="224942" y="59563"/>
                  </a:lnTo>
                  <a:lnTo>
                    <a:pt x="224764" y="55829"/>
                  </a:lnTo>
                  <a:lnTo>
                    <a:pt x="224599" y="52082"/>
                  </a:lnTo>
                  <a:lnTo>
                    <a:pt x="223774" y="49098"/>
                  </a:lnTo>
                  <a:lnTo>
                    <a:pt x="223418" y="49123"/>
                  </a:lnTo>
                  <a:lnTo>
                    <a:pt x="255181" y="12065"/>
                  </a:lnTo>
                  <a:lnTo>
                    <a:pt x="254762" y="14452"/>
                  </a:lnTo>
                  <a:lnTo>
                    <a:pt x="255104" y="21932"/>
                  </a:lnTo>
                  <a:lnTo>
                    <a:pt x="255549" y="23596"/>
                  </a:lnTo>
                  <a:lnTo>
                    <a:pt x="254152" y="23253"/>
                  </a:lnTo>
                  <a:lnTo>
                    <a:pt x="250952" y="23456"/>
                  </a:lnTo>
                  <a:lnTo>
                    <a:pt x="247738" y="23647"/>
                  </a:lnTo>
                  <a:lnTo>
                    <a:pt x="245173" y="24612"/>
                  </a:lnTo>
                  <a:lnTo>
                    <a:pt x="245275" y="26568"/>
                  </a:lnTo>
                  <a:lnTo>
                    <a:pt x="247916" y="27203"/>
                  </a:lnTo>
                  <a:lnTo>
                    <a:pt x="254317" y="26809"/>
                  </a:lnTo>
                  <a:lnTo>
                    <a:pt x="255752" y="26276"/>
                  </a:lnTo>
                  <a:lnTo>
                    <a:pt x="255460" y="27990"/>
                  </a:lnTo>
                  <a:lnTo>
                    <a:pt x="255625" y="31724"/>
                  </a:lnTo>
                  <a:lnTo>
                    <a:pt x="255790" y="35471"/>
                  </a:lnTo>
                  <a:lnTo>
                    <a:pt x="256616" y="38455"/>
                  </a:lnTo>
                  <a:lnTo>
                    <a:pt x="258292" y="38341"/>
                  </a:lnTo>
                  <a:lnTo>
                    <a:pt x="258838" y="35280"/>
                  </a:lnTo>
                  <a:lnTo>
                    <a:pt x="258495" y="27800"/>
                  </a:lnTo>
                  <a:lnTo>
                    <a:pt x="258038" y="26136"/>
                  </a:lnTo>
                  <a:lnTo>
                    <a:pt x="259511" y="26479"/>
                  </a:lnTo>
                  <a:lnTo>
                    <a:pt x="262712" y="26276"/>
                  </a:lnTo>
                  <a:lnTo>
                    <a:pt x="265925" y="26073"/>
                  </a:lnTo>
                  <a:lnTo>
                    <a:pt x="268490" y="25107"/>
                  </a:lnTo>
                  <a:lnTo>
                    <a:pt x="268465" y="24777"/>
                  </a:lnTo>
                  <a:lnTo>
                    <a:pt x="289814" y="49657"/>
                  </a:lnTo>
                  <a:lnTo>
                    <a:pt x="288188" y="49745"/>
                  </a:lnTo>
                  <a:lnTo>
                    <a:pt x="287642" y="52819"/>
                  </a:lnTo>
                  <a:lnTo>
                    <a:pt x="287985" y="60286"/>
                  </a:lnTo>
                  <a:lnTo>
                    <a:pt x="288442" y="61963"/>
                  </a:lnTo>
                  <a:lnTo>
                    <a:pt x="287032" y="61620"/>
                  </a:lnTo>
                  <a:lnTo>
                    <a:pt x="283832" y="61810"/>
                  </a:lnTo>
                  <a:lnTo>
                    <a:pt x="280631" y="62014"/>
                  </a:lnTo>
                  <a:lnTo>
                    <a:pt x="278066" y="62979"/>
                  </a:lnTo>
                  <a:lnTo>
                    <a:pt x="278155" y="64935"/>
                  </a:lnTo>
                  <a:lnTo>
                    <a:pt x="280797" y="65557"/>
                  </a:lnTo>
                  <a:lnTo>
                    <a:pt x="287210" y="65163"/>
                  </a:lnTo>
                  <a:lnTo>
                    <a:pt x="288632" y="64630"/>
                  </a:lnTo>
                  <a:lnTo>
                    <a:pt x="288340" y="66357"/>
                  </a:lnTo>
                  <a:lnTo>
                    <a:pt x="288505" y="70091"/>
                  </a:lnTo>
                  <a:lnTo>
                    <a:pt x="288671" y="73825"/>
                  </a:lnTo>
                  <a:lnTo>
                    <a:pt x="289509" y="76809"/>
                  </a:lnTo>
                  <a:lnTo>
                    <a:pt x="290042" y="76784"/>
                  </a:lnTo>
                  <a:lnTo>
                    <a:pt x="290042" y="50330"/>
                  </a:lnTo>
                  <a:lnTo>
                    <a:pt x="289877" y="49733"/>
                  </a:lnTo>
                  <a:lnTo>
                    <a:pt x="299656" y="61137"/>
                  </a:lnTo>
                  <a:lnTo>
                    <a:pt x="299656" y="50482"/>
                  </a:lnTo>
                  <a:lnTo>
                    <a:pt x="266750" y="12090"/>
                  </a:lnTo>
                  <a:lnTo>
                    <a:pt x="266750" y="22771"/>
                  </a:lnTo>
                  <a:lnTo>
                    <a:pt x="265760" y="22529"/>
                  </a:lnTo>
                  <a:lnTo>
                    <a:pt x="259346" y="22923"/>
                  </a:lnTo>
                  <a:lnTo>
                    <a:pt x="257835" y="23495"/>
                  </a:lnTo>
                  <a:lnTo>
                    <a:pt x="258140" y="21742"/>
                  </a:lnTo>
                  <a:lnTo>
                    <a:pt x="257975" y="18008"/>
                  </a:lnTo>
                  <a:lnTo>
                    <a:pt x="257810" y="14262"/>
                  </a:lnTo>
                  <a:lnTo>
                    <a:pt x="256984" y="11366"/>
                  </a:lnTo>
                  <a:lnTo>
                    <a:pt x="266750" y="22771"/>
                  </a:lnTo>
                  <a:lnTo>
                    <a:pt x="266750" y="12090"/>
                  </a:lnTo>
                  <a:lnTo>
                    <a:pt x="265531" y="10655"/>
                  </a:lnTo>
                  <a:lnTo>
                    <a:pt x="256921" y="622"/>
                  </a:lnTo>
                  <a:lnTo>
                    <a:pt x="256921" y="11290"/>
                  </a:lnTo>
                  <a:lnTo>
                    <a:pt x="255778" y="11366"/>
                  </a:lnTo>
                  <a:lnTo>
                    <a:pt x="256387" y="10655"/>
                  </a:lnTo>
                  <a:lnTo>
                    <a:pt x="256921" y="11290"/>
                  </a:lnTo>
                  <a:lnTo>
                    <a:pt x="256921" y="622"/>
                  </a:lnTo>
                  <a:lnTo>
                    <a:pt x="256387" y="0"/>
                  </a:lnTo>
                  <a:lnTo>
                    <a:pt x="222338" y="39725"/>
                  </a:lnTo>
                  <a:lnTo>
                    <a:pt x="222338" y="61417"/>
                  </a:lnTo>
                  <a:lnTo>
                    <a:pt x="220954" y="61074"/>
                  </a:lnTo>
                  <a:lnTo>
                    <a:pt x="217741" y="61277"/>
                  </a:lnTo>
                  <a:lnTo>
                    <a:pt x="214541" y="61468"/>
                  </a:lnTo>
                  <a:lnTo>
                    <a:pt x="212051" y="62420"/>
                  </a:lnTo>
                  <a:lnTo>
                    <a:pt x="212051" y="64325"/>
                  </a:lnTo>
                  <a:lnTo>
                    <a:pt x="211226" y="63347"/>
                  </a:lnTo>
                  <a:lnTo>
                    <a:pt x="211975" y="62484"/>
                  </a:lnTo>
                  <a:lnTo>
                    <a:pt x="212051" y="64325"/>
                  </a:lnTo>
                  <a:lnTo>
                    <a:pt x="212051" y="62420"/>
                  </a:lnTo>
                  <a:lnTo>
                    <a:pt x="221767" y="51054"/>
                  </a:lnTo>
                  <a:lnTo>
                    <a:pt x="221551" y="52273"/>
                  </a:lnTo>
                  <a:lnTo>
                    <a:pt x="221894" y="59753"/>
                  </a:lnTo>
                  <a:lnTo>
                    <a:pt x="222338" y="61417"/>
                  </a:lnTo>
                  <a:lnTo>
                    <a:pt x="222338" y="39725"/>
                  </a:lnTo>
                  <a:lnTo>
                    <a:pt x="205867" y="58928"/>
                  </a:lnTo>
                  <a:lnTo>
                    <a:pt x="200533" y="52705"/>
                  </a:lnTo>
                  <a:lnTo>
                    <a:pt x="200533" y="63347"/>
                  </a:lnTo>
                  <a:lnTo>
                    <a:pt x="190411" y="75145"/>
                  </a:lnTo>
                  <a:lnTo>
                    <a:pt x="190690" y="73634"/>
                  </a:lnTo>
                  <a:lnTo>
                    <a:pt x="190334" y="66167"/>
                  </a:lnTo>
                  <a:lnTo>
                    <a:pt x="189877" y="64490"/>
                  </a:lnTo>
                  <a:lnTo>
                    <a:pt x="191363" y="64833"/>
                  </a:lnTo>
                  <a:lnTo>
                    <a:pt x="194564" y="64630"/>
                  </a:lnTo>
                  <a:lnTo>
                    <a:pt x="197764" y="64439"/>
                  </a:lnTo>
                  <a:lnTo>
                    <a:pt x="200329" y="63474"/>
                  </a:lnTo>
                  <a:lnTo>
                    <a:pt x="200304" y="63093"/>
                  </a:lnTo>
                  <a:lnTo>
                    <a:pt x="200533" y="63347"/>
                  </a:lnTo>
                  <a:lnTo>
                    <a:pt x="200533" y="52705"/>
                  </a:lnTo>
                  <a:lnTo>
                    <a:pt x="198628" y="50482"/>
                  </a:lnTo>
                  <a:lnTo>
                    <a:pt x="198628" y="61137"/>
                  </a:lnTo>
                  <a:lnTo>
                    <a:pt x="197599" y="60883"/>
                  </a:lnTo>
                  <a:lnTo>
                    <a:pt x="191198" y="61290"/>
                  </a:lnTo>
                  <a:lnTo>
                    <a:pt x="189687" y="61861"/>
                  </a:lnTo>
                  <a:lnTo>
                    <a:pt x="189992" y="60096"/>
                  </a:lnTo>
                  <a:lnTo>
                    <a:pt x="189814" y="56362"/>
                  </a:lnTo>
                  <a:lnTo>
                    <a:pt x="189649" y="52628"/>
                  </a:lnTo>
                  <a:lnTo>
                    <a:pt x="189014" y="50368"/>
                  </a:lnTo>
                  <a:lnTo>
                    <a:pt x="189014" y="76784"/>
                  </a:lnTo>
                  <a:lnTo>
                    <a:pt x="155359" y="116039"/>
                  </a:lnTo>
                  <a:lnTo>
                    <a:pt x="143675" y="102425"/>
                  </a:lnTo>
                  <a:lnTo>
                    <a:pt x="146253" y="103035"/>
                  </a:lnTo>
                  <a:lnTo>
                    <a:pt x="152666" y="102628"/>
                  </a:lnTo>
                  <a:lnTo>
                    <a:pt x="154089" y="102095"/>
                  </a:lnTo>
                  <a:lnTo>
                    <a:pt x="153797" y="103822"/>
                  </a:lnTo>
                  <a:lnTo>
                    <a:pt x="153962" y="107556"/>
                  </a:lnTo>
                  <a:lnTo>
                    <a:pt x="154127" y="111290"/>
                  </a:lnTo>
                  <a:lnTo>
                    <a:pt x="154965" y="114274"/>
                  </a:lnTo>
                  <a:lnTo>
                    <a:pt x="156629" y="114173"/>
                  </a:lnTo>
                  <a:lnTo>
                    <a:pt x="157175" y="111099"/>
                  </a:lnTo>
                  <a:lnTo>
                    <a:pt x="156832" y="103632"/>
                  </a:lnTo>
                  <a:lnTo>
                    <a:pt x="156375" y="101955"/>
                  </a:lnTo>
                  <a:lnTo>
                    <a:pt x="157848" y="102298"/>
                  </a:lnTo>
                  <a:lnTo>
                    <a:pt x="161061" y="102095"/>
                  </a:lnTo>
                  <a:lnTo>
                    <a:pt x="164261" y="101904"/>
                  </a:lnTo>
                  <a:lnTo>
                    <a:pt x="166827" y="100939"/>
                  </a:lnTo>
                  <a:lnTo>
                    <a:pt x="166738" y="98983"/>
                  </a:lnTo>
                  <a:lnTo>
                    <a:pt x="164096" y="98348"/>
                  </a:lnTo>
                  <a:lnTo>
                    <a:pt x="157683" y="98755"/>
                  </a:lnTo>
                  <a:lnTo>
                    <a:pt x="156171" y="99326"/>
                  </a:lnTo>
                  <a:lnTo>
                    <a:pt x="156476" y="97574"/>
                  </a:lnTo>
                  <a:lnTo>
                    <a:pt x="156311" y="93827"/>
                  </a:lnTo>
                  <a:lnTo>
                    <a:pt x="156146" y="90093"/>
                  </a:lnTo>
                  <a:lnTo>
                    <a:pt x="155321" y="87109"/>
                  </a:lnTo>
                  <a:lnTo>
                    <a:pt x="153644" y="87210"/>
                  </a:lnTo>
                  <a:lnTo>
                    <a:pt x="153098" y="90284"/>
                  </a:lnTo>
                  <a:lnTo>
                    <a:pt x="153441" y="97751"/>
                  </a:lnTo>
                  <a:lnTo>
                    <a:pt x="153898" y="99428"/>
                  </a:lnTo>
                  <a:lnTo>
                    <a:pt x="152488" y="99085"/>
                  </a:lnTo>
                  <a:lnTo>
                    <a:pt x="149288" y="99275"/>
                  </a:lnTo>
                  <a:lnTo>
                    <a:pt x="146088" y="99479"/>
                  </a:lnTo>
                  <a:lnTo>
                    <a:pt x="143522" y="100444"/>
                  </a:lnTo>
                  <a:lnTo>
                    <a:pt x="143598" y="102349"/>
                  </a:lnTo>
                  <a:lnTo>
                    <a:pt x="111099" y="64427"/>
                  </a:lnTo>
                  <a:lnTo>
                    <a:pt x="113677" y="65024"/>
                  </a:lnTo>
                  <a:lnTo>
                    <a:pt x="120078" y="64630"/>
                  </a:lnTo>
                  <a:lnTo>
                    <a:pt x="121513" y="64096"/>
                  </a:lnTo>
                  <a:lnTo>
                    <a:pt x="121221" y="65811"/>
                  </a:lnTo>
                  <a:lnTo>
                    <a:pt x="121386" y="69545"/>
                  </a:lnTo>
                  <a:lnTo>
                    <a:pt x="121551" y="73291"/>
                  </a:lnTo>
                  <a:lnTo>
                    <a:pt x="122377" y="76276"/>
                  </a:lnTo>
                  <a:lnTo>
                    <a:pt x="124053" y="76161"/>
                  </a:lnTo>
                  <a:lnTo>
                    <a:pt x="124599" y="73101"/>
                  </a:lnTo>
                  <a:lnTo>
                    <a:pt x="124256" y="65620"/>
                  </a:lnTo>
                  <a:lnTo>
                    <a:pt x="123786" y="63957"/>
                  </a:lnTo>
                  <a:lnTo>
                    <a:pt x="125272" y="64300"/>
                  </a:lnTo>
                  <a:lnTo>
                    <a:pt x="128473" y="64096"/>
                  </a:lnTo>
                  <a:lnTo>
                    <a:pt x="131686" y="63893"/>
                  </a:lnTo>
                  <a:lnTo>
                    <a:pt x="134251" y="62928"/>
                  </a:lnTo>
                  <a:lnTo>
                    <a:pt x="134150" y="60972"/>
                  </a:lnTo>
                  <a:lnTo>
                    <a:pt x="131508" y="60350"/>
                  </a:lnTo>
                  <a:lnTo>
                    <a:pt x="125107" y="60744"/>
                  </a:lnTo>
                  <a:lnTo>
                    <a:pt x="123596" y="61315"/>
                  </a:lnTo>
                  <a:lnTo>
                    <a:pt x="123901" y="59563"/>
                  </a:lnTo>
                  <a:lnTo>
                    <a:pt x="123736" y="55829"/>
                  </a:lnTo>
                  <a:lnTo>
                    <a:pt x="123558" y="52082"/>
                  </a:lnTo>
                  <a:lnTo>
                    <a:pt x="122732" y="49098"/>
                  </a:lnTo>
                  <a:lnTo>
                    <a:pt x="122377" y="49123"/>
                  </a:lnTo>
                  <a:lnTo>
                    <a:pt x="154139" y="12077"/>
                  </a:lnTo>
                  <a:lnTo>
                    <a:pt x="153720" y="14452"/>
                  </a:lnTo>
                  <a:lnTo>
                    <a:pt x="154063" y="21932"/>
                  </a:lnTo>
                  <a:lnTo>
                    <a:pt x="154508" y="23596"/>
                  </a:lnTo>
                  <a:lnTo>
                    <a:pt x="153111" y="23253"/>
                  </a:lnTo>
                  <a:lnTo>
                    <a:pt x="149910" y="23456"/>
                  </a:lnTo>
                  <a:lnTo>
                    <a:pt x="146710" y="23647"/>
                  </a:lnTo>
                  <a:lnTo>
                    <a:pt x="144145" y="24612"/>
                  </a:lnTo>
                  <a:lnTo>
                    <a:pt x="144233" y="26568"/>
                  </a:lnTo>
                  <a:lnTo>
                    <a:pt x="146875" y="27203"/>
                  </a:lnTo>
                  <a:lnTo>
                    <a:pt x="153289" y="26809"/>
                  </a:lnTo>
                  <a:lnTo>
                    <a:pt x="154711" y="26276"/>
                  </a:lnTo>
                  <a:lnTo>
                    <a:pt x="154419" y="27990"/>
                  </a:lnTo>
                  <a:lnTo>
                    <a:pt x="154584" y="31724"/>
                  </a:lnTo>
                  <a:lnTo>
                    <a:pt x="154749" y="35471"/>
                  </a:lnTo>
                  <a:lnTo>
                    <a:pt x="155575" y="38455"/>
                  </a:lnTo>
                  <a:lnTo>
                    <a:pt x="157251" y="38341"/>
                  </a:lnTo>
                  <a:lnTo>
                    <a:pt x="157797" y="35280"/>
                  </a:lnTo>
                  <a:lnTo>
                    <a:pt x="157454" y="27800"/>
                  </a:lnTo>
                  <a:lnTo>
                    <a:pt x="156997" y="26136"/>
                  </a:lnTo>
                  <a:lnTo>
                    <a:pt x="158470" y="26479"/>
                  </a:lnTo>
                  <a:lnTo>
                    <a:pt x="161683" y="26276"/>
                  </a:lnTo>
                  <a:lnTo>
                    <a:pt x="164884" y="26073"/>
                  </a:lnTo>
                  <a:lnTo>
                    <a:pt x="167449" y="25107"/>
                  </a:lnTo>
                  <a:lnTo>
                    <a:pt x="167424" y="24765"/>
                  </a:lnTo>
                  <a:lnTo>
                    <a:pt x="188785" y="49657"/>
                  </a:lnTo>
                  <a:lnTo>
                    <a:pt x="187147" y="49745"/>
                  </a:lnTo>
                  <a:lnTo>
                    <a:pt x="186601" y="52819"/>
                  </a:lnTo>
                  <a:lnTo>
                    <a:pt x="186956" y="60286"/>
                  </a:lnTo>
                  <a:lnTo>
                    <a:pt x="187401" y="61963"/>
                  </a:lnTo>
                  <a:lnTo>
                    <a:pt x="186004" y="61620"/>
                  </a:lnTo>
                  <a:lnTo>
                    <a:pt x="182791" y="61810"/>
                  </a:lnTo>
                  <a:lnTo>
                    <a:pt x="179590" y="62014"/>
                  </a:lnTo>
                  <a:lnTo>
                    <a:pt x="177025" y="62979"/>
                  </a:lnTo>
                  <a:lnTo>
                    <a:pt x="177126" y="64935"/>
                  </a:lnTo>
                  <a:lnTo>
                    <a:pt x="179755" y="65557"/>
                  </a:lnTo>
                  <a:lnTo>
                    <a:pt x="186169" y="65163"/>
                  </a:lnTo>
                  <a:lnTo>
                    <a:pt x="187591" y="64630"/>
                  </a:lnTo>
                  <a:lnTo>
                    <a:pt x="187299" y="66357"/>
                  </a:lnTo>
                  <a:lnTo>
                    <a:pt x="187477" y="70091"/>
                  </a:lnTo>
                  <a:lnTo>
                    <a:pt x="187642" y="73825"/>
                  </a:lnTo>
                  <a:lnTo>
                    <a:pt x="188468" y="76809"/>
                  </a:lnTo>
                  <a:lnTo>
                    <a:pt x="189014" y="76784"/>
                  </a:lnTo>
                  <a:lnTo>
                    <a:pt x="189014" y="50368"/>
                  </a:lnTo>
                  <a:lnTo>
                    <a:pt x="188836" y="49720"/>
                  </a:lnTo>
                  <a:lnTo>
                    <a:pt x="198628" y="61137"/>
                  </a:lnTo>
                  <a:lnTo>
                    <a:pt x="198628" y="50482"/>
                  </a:lnTo>
                  <a:lnTo>
                    <a:pt x="165722" y="12103"/>
                  </a:lnTo>
                  <a:lnTo>
                    <a:pt x="165722" y="22771"/>
                  </a:lnTo>
                  <a:lnTo>
                    <a:pt x="164719" y="22529"/>
                  </a:lnTo>
                  <a:lnTo>
                    <a:pt x="158305" y="22923"/>
                  </a:lnTo>
                  <a:lnTo>
                    <a:pt x="156794" y="23495"/>
                  </a:lnTo>
                  <a:lnTo>
                    <a:pt x="157099" y="21742"/>
                  </a:lnTo>
                  <a:lnTo>
                    <a:pt x="156933" y="18008"/>
                  </a:lnTo>
                  <a:lnTo>
                    <a:pt x="156768" y="14262"/>
                  </a:lnTo>
                  <a:lnTo>
                    <a:pt x="155956" y="11366"/>
                  </a:lnTo>
                  <a:lnTo>
                    <a:pt x="165722" y="22771"/>
                  </a:lnTo>
                  <a:lnTo>
                    <a:pt x="165722" y="12103"/>
                  </a:lnTo>
                  <a:lnTo>
                    <a:pt x="164490" y="10655"/>
                  </a:lnTo>
                  <a:lnTo>
                    <a:pt x="155892" y="635"/>
                  </a:lnTo>
                  <a:lnTo>
                    <a:pt x="155892" y="11290"/>
                  </a:lnTo>
                  <a:lnTo>
                    <a:pt x="154749" y="11366"/>
                  </a:lnTo>
                  <a:lnTo>
                    <a:pt x="155359" y="10655"/>
                  </a:lnTo>
                  <a:lnTo>
                    <a:pt x="155892" y="11290"/>
                  </a:lnTo>
                  <a:lnTo>
                    <a:pt x="155892" y="635"/>
                  </a:lnTo>
                  <a:lnTo>
                    <a:pt x="155359" y="0"/>
                  </a:lnTo>
                  <a:lnTo>
                    <a:pt x="121310" y="39712"/>
                  </a:lnTo>
                  <a:lnTo>
                    <a:pt x="121310" y="61417"/>
                  </a:lnTo>
                  <a:lnTo>
                    <a:pt x="119913" y="61074"/>
                  </a:lnTo>
                  <a:lnTo>
                    <a:pt x="116713" y="61277"/>
                  </a:lnTo>
                  <a:lnTo>
                    <a:pt x="113499" y="61468"/>
                  </a:lnTo>
                  <a:lnTo>
                    <a:pt x="111023" y="62407"/>
                  </a:lnTo>
                  <a:lnTo>
                    <a:pt x="111023" y="64338"/>
                  </a:lnTo>
                  <a:lnTo>
                    <a:pt x="110185" y="63347"/>
                  </a:lnTo>
                  <a:lnTo>
                    <a:pt x="110934" y="62471"/>
                  </a:lnTo>
                  <a:lnTo>
                    <a:pt x="111023" y="64338"/>
                  </a:lnTo>
                  <a:lnTo>
                    <a:pt x="111023" y="62407"/>
                  </a:lnTo>
                  <a:lnTo>
                    <a:pt x="120726" y="51041"/>
                  </a:lnTo>
                  <a:lnTo>
                    <a:pt x="120523" y="52273"/>
                  </a:lnTo>
                  <a:lnTo>
                    <a:pt x="120865" y="59753"/>
                  </a:lnTo>
                  <a:lnTo>
                    <a:pt x="121310" y="61417"/>
                  </a:lnTo>
                  <a:lnTo>
                    <a:pt x="121310" y="39712"/>
                  </a:lnTo>
                  <a:lnTo>
                    <a:pt x="101041" y="63347"/>
                  </a:lnTo>
                  <a:lnTo>
                    <a:pt x="155359" y="126695"/>
                  </a:lnTo>
                  <a:lnTo>
                    <a:pt x="164490" y="116039"/>
                  </a:lnTo>
                  <a:lnTo>
                    <a:pt x="205867" y="67779"/>
                  </a:lnTo>
                  <a:lnTo>
                    <a:pt x="256387" y="126695"/>
                  </a:lnTo>
                  <a:lnTo>
                    <a:pt x="265531" y="116039"/>
                  </a:lnTo>
                  <a:lnTo>
                    <a:pt x="310692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0" name="object 2100" descr=""/>
            <p:cNvSpPr/>
            <p:nvPr/>
          </p:nvSpPr>
          <p:spPr>
            <a:xfrm>
              <a:off x="7482560" y="7538916"/>
              <a:ext cx="361315" cy="282575"/>
            </a:xfrm>
            <a:custGeom>
              <a:avLst/>
              <a:gdLst/>
              <a:ahLst/>
              <a:cxnLst/>
              <a:rect l="l" t="t" r="r" b="b"/>
              <a:pathLst>
                <a:path w="361315" h="282575">
                  <a:moveTo>
                    <a:pt x="108610" y="140500"/>
                  </a:moveTo>
                  <a:lnTo>
                    <a:pt x="99479" y="129857"/>
                  </a:lnTo>
                  <a:lnTo>
                    <a:pt x="99479" y="140500"/>
                  </a:lnTo>
                  <a:lnTo>
                    <a:pt x="89369" y="152298"/>
                  </a:lnTo>
                  <a:lnTo>
                    <a:pt x="89636" y="150799"/>
                  </a:lnTo>
                  <a:lnTo>
                    <a:pt x="89293" y="143319"/>
                  </a:lnTo>
                  <a:lnTo>
                    <a:pt x="88836" y="141643"/>
                  </a:lnTo>
                  <a:lnTo>
                    <a:pt x="90322" y="141986"/>
                  </a:lnTo>
                  <a:lnTo>
                    <a:pt x="93522" y="141795"/>
                  </a:lnTo>
                  <a:lnTo>
                    <a:pt x="96723" y="141592"/>
                  </a:lnTo>
                  <a:lnTo>
                    <a:pt x="99288" y="140627"/>
                  </a:lnTo>
                  <a:lnTo>
                    <a:pt x="99263" y="140258"/>
                  </a:lnTo>
                  <a:lnTo>
                    <a:pt x="99479" y="140500"/>
                  </a:lnTo>
                  <a:lnTo>
                    <a:pt x="99479" y="129857"/>
                  </a:lnTo>
                  <a:lnTo>
                    <a:pt x="97574" y="127635"/>
                  </a:lnTo>
                  <a:lnTo>
                    <a:pt x="97574" y="138303"/>
                  </a:lnTo>
                  <a:lnTo>
                    <a:pt x="96558" y="138049"/>
                  </a:lnTo>
                  <a:lnTo>
                    <a:pt x="90144" y="138442"/>
                  </a:lnTo>
                  <a:lnTo>
                    <a:pt x="88633" y="139014"/>
                  </a:lnTo>
                  <a:lnTo>
                    <a:pt x="88938" y="137261"/>
                  </a:lnTo>
                  <a:lnTo>
                    <a:pt x="88773" y="133527"/>
                  </a:lnTo>
                  <a:lnTo>
                    <a:pt x="88607" y="129781"/>
                  </a:lnTo>
                  <a:lnTo>
                    <a:pt x="87947" y="127406"/>
                  </a:lnTo>
                  <a:lnTo>
                    <a:pt x="87947" y="153949"/>
                  </a:lnTo>
                  <a:lnTo>
                    <a:pt x="54305" y="193192"/>
                  </a:lnTo>
                  <a:lnTo>
                    <a:pt x="42621" y="179565"/>
                  </a:lnTo>
                  <a:lnTo>
                    <a:pt x="45212" y="180187"/>
                  </a:lnTo>
                  <a:lnTo>
                    <a:pt x="51612" y="179793"/>
                  </a:lnTo>
                  <a:lnTo>
                    <a:pt x="53047" y="179260"/>
                  </a:lnTo>
                  <a:lnTo>
                    <a:pt x="52755" y="180975"/>
                  </a:lnTo>
                  <a:lnTo>
                    <a:pt x="52920" y="184708"/>
                  </a:lnTo>
                  <a:lnTo>
                    <a:pt x="53086" y="188455"/>
                  </a:lnTo>
                  <a:lnTo>
                    <a:pt x="53911" y="191439"/>
                  </a:lnTo>
                  <a:lnTo>
                    <a:pt x="55587" y="191325"/>
                  </a:lnTo>
                  <a:lnTo>
                    <a:pt x="56134" y="188264"/>
                  </a:lnTo>
                  <a:lnTo>
                    <a:pt x="55791" y="180784"/>
                  </a:lnTo>
                  <a:lnTo>
                    <a:pt x="55333" y="179120"/>
                  </a:lnTo>
                  <a:lnTo>
                    <a:pt x="56807" y="179463"/>
                  </a:lnTo>
                  <a:lnTo>
                    <a:pt x="60020" y="179260"/>
                  </a:lnTo>
                  <a:lnTo>
                    <a:pt x="63220" y="179057"/>
                  </a:lnTo>
                  <a:lnTo>
                    <a:pt x="65786" y="178092"/>
                  </a:lnTo>
                  <a:lnTo>
                    <a:pt x="65684" y="176136"/>
                  </a:lnTo>
                  <a:lnTo>
                    <a:pt x="63055" y="175514"/>
                  </a:lnTo>
                  <a:lnTo>
                    <a:pt x="56642" y="175907"/>
                  </a:lnTo>
                  <a:lnTo>
                    <a:pt x="55130" y="176479"/>
                  </a:lnTo>
                  <a:lnTo>
                    <a:pt x="55435" y="174726"/>
                  </a:lnTo>
                  <a:lnTo>
                    <a:pt x="55270" y="170992"/>
                  </a:lnTo>
                  <a:lnTo>
                    <a:pt x="55105" y="167246"/>
                  </a:lnTo>
                  <a:lnTo>
                    <a:pt x="54267" y="164261"/>
                  </a:lnTo>
                  <a:lnTo>
                    <a:pt x="52603" y="164376"/>
                  </a:lnTo>
                  <a:lnTo>
                    <a:pt x="52057" y="167436"/>
                  </a:lnTo>
                  <a:lnTo>
                    <a:pt x="52400" y="174917"/>
                  </a:lnTo>
                  <a:lnTo>
                    <a:pt x="52844" y="176580"/>
                  </a:lnTo>
                  <a:lnTo>
                    <a:pt x="51447" y="176237"/>
                  </a:lnTo>
                  <a:lnTo>
                    <a:pt x="48247" y="176441"/>
                  </a:lnTo>
                  <a:lnTo>
                    <a:pt x="45034" y="176631"/>
                  </a:lnTo>
                  <a:lnTo>
                    <a:pt x="42481" y="177596"/>
                  </a:lnTo>
                  <a:lnTo>
                    <a:pt x="42557" y="179501"/>
                  </a:lnTo>
                  <a:lnTo>
                    <a:pt x="10058" y="141579"/>
                  </a:lnTo>
                  <a:lnTo>
                    <a:pt x="12623" y="142176"/>
                  </a:lnTo>
                  <a:lnTo>
                    <a:pt x="19037" y="141782"/>
                  </a:lnTo>
                  <a:lnTo>
                    <a:pt x="20459" y="141249"/>
                  </a:lnTo>
                  <a:lnTo>
                    <a:pt x="20167" y="142963"/>
                  </a:lnTo>
                  <a:lnTo>
                    <a:pt x="20332" y="146710"/>
                  </a:lnTo>
                  <a:lnTo>
                    <a:pt x="20510" y="150444"/>
                  </a:lnTo>
                  <a:lnTo>
                    <a:pt x="21336" y="153428"/>
                  </a:lnTo>
                  <a:lnTo>
                    <a:pt x="23012" y="153327"/>
                  </a:lnTo>
                  <a:lnTo>
                    <a:pt x="23558" y="150253"/>
                  </a:lnTo>
                  <a:lnTo>
                    <a:pt x="23202" y="142786"/>
                  </a:lnTo>
                  <a:lnTo>
                    <a:pt x="22745" y="141109"/>
                  </a:lnTo>
                  <a:lnTo>
                    <a:pt x="24231" y="141452"/>
                  </a:lnTo>
                  <a:lnTo>
                    <a:pt x="27432" y="141249"/>
                  </a:lnTo>
                  <a:lnTo>
                    <a:pt x="30632" y="141058"/>
                  </a:lnTo>
                  <a:lnTo>
                    <a:pt x="33197" y="140093"/>
                  </a:lnTo>
                  <a:lnTo>
                    <a:pt x="33108" y="138137"/>
                  </a:lnTo>
                  <a:lnTo>
                    <a:pt x="30467" y="137502"/>
                  </a:lnTo>
                  <a:lnTo>
                    <a:pt x="24066" y="137896"/>
                  </a:lnTo>
                  <a:lnTo>
                    <a:pt x="22555" y="138468"/>
                  </a:lnTo>
                  <a:lnTo>
                    <a:pt x="22860" y="136715"/>
                  </a:lnTo>
                  <a:lnTo>
                    <a:pt x="22682" y="132981"/>
                  </a:lnTo>
                  <a:lnTo>
                    <a:pt x="22517" y="129247"/>
                  </a:lnTo>
                  <a:lnTo>
                    <a:pt x="21691" y="126263"/>
                  </a:lnTo>
                  <a:lnTo>
                    <a:pt x="21323" y="126288"/>
                  </a:lnTo>
                  <a:lnTo>
                    <a:pt x="53086" y="89242"/>
                  </a:lnTo>
                  <a:lnTo>
                    <a:pt x="52679" y="91617"/>
                  </a:lnTo>
                  <a:lnTo>
                    <a:pt x="53022" y="99085"/>
                  </a:lnTo>
                  <a:lnTo>
                    <a:pt x="53467" y="100761"/>
                  </a:lnTo>
                  <a:lnTo>
                    <a:pt x="52070" y="100418"/>
                  </a:lnTo>
                  <a:lnTo>
                    <a:pt x="48869" y="100609"/>
                  </a:lnTo>
                  <a:lnTo>
                    <a:pt x="45656" y="100812"/>
                  </a:lnTo>
                  <a:lnTo>
                    <a:pt x="43091" y="101777"/>
                  </a:lnTo>
                  <a:lnTo>
                    <a:pt x="43192" y="103733"/>
                  </a:lnTo>
                  <a:lnTo>
                    <a:pt x="45834" y="104355"/>
                  </a:lnTo>
                  <a:lnTo>
                    <a:pt x="52235" y="103962"/>
                  </a:lnTo>
                  <a:lnTo>
                    <a:pt x="53670" y="103428"/>
                  </a:lnTo>
                  <a:lnTo>
                    <a:pt x="53378" y="105143"/>
                  </a:lnTo>
                  <a:lnTo>
                    <a:pt x="53543" y="108889"/>
                  </a:lnTo>
                  <a:lnTo>
                    <a:pt x="53708" y="112623"/>
                  </a:lnTo>
                  <a:lnTo>
                    <a:pt x="54533" y="115608"/>
                  </a:lnTo>
                  <a:lnTo>
                    <a:pt x="56210" y="115506"/>
                  </a:lnTo>
                  <a:lnTo>
                    <a:pt x="56756" y="112433"/>
                  </a:lnTo>
                  <a:lnTo>
                    <a:pt x="56413" y="104965"/>
                  </a:lnTo>
                  <a:lnTo>
                    <a:pt x="55943" y="103289"/>
                  </a:lnTo>
                  <a:lnTo>
                    <a:pt x="57429" y="103632"/>
                  </a:lnTo>
                  <a:lnTo>
                    <a:pt x="60629" y="103428"/>
                  </a:lnTo>
                  <a:lnTo>
                    <a:pt x="63842" y="103238"/>
                  </a:lnTo>
                  <a:lnTo>
                    <a:pt x="66408" y="102273"/>
                  </a:lnTo>
                  <a:lnTo>
                    <a:pt x="66382" y="101942"/>
                  </a:lnTo>
                  <a:lnTo>
                    <a:pt x="87718" y="126809"/>
                  </a:lnTo>
                  <a:lnTo>
                    <a:pt x="86106" y="126911"/>
                  </a:lnTo>
                  <a:lnTo>
                    <a:pt x="85559" y="129971"/>
                  </a:lnTo>
                  <a:lnTo>
                    <a:pt x="85902" y="137452"/>
                  </a:lnTo>
                  <a:lnTo>
                    <a:pt x="86347" y="139115"/>
                  </a:lnTo>
                  <a:lnTo>
                    <a:pt x="84950" y="138772"/>
                  </a:lnTo>
                  <a:lnTo>
                    <a:pt x="81749" y="138976"/>
                  </a:lnTo>
                  <a:lnTo>
                    <a:pt x="78549" y="139166"/>
                  </a:lnTo>
                  <a:lnTo>
                    <a:pt x="75984" y="140131"/>
                  </a:lnTo>
                  <a:lnTo>
                    <a:pt x="76073" y="142087"/>
                  </a:lnTo>
                  <a:lnTo>
                    <a:pt x="78714" y="142722"/>
                  </a:lnTo>
                  <a:lnTo>
                    <a:pt x="85128" y="142328"/>
                  </a:lnTo>
                  <a:lnTo>
                    <a:pt x="86550" y="141795"/>
                  </a:lnTo>
                  <a:lnTo>
                    <a:pt x="86258" y="143510"/>
                  </a:lnTo>
                  <a:lnTo>
                    <a:pt x="86423" y="147243"/>
                  </a:lnTo>
                  <a:lnTo>
                    <a:pt x="86588" y="150990"/>
                  </a:lnTo>
                  <a:lnTo>
                    <a:pt x="87426" y="153974"/>
                  </a:lnTo>
                  <a:lnTo>
                    <a:pt x="87947" y="153949"/>
                  </a:lnTo>
                  <a:lnTo>
                    <a:pt x="87947" y="127406"/>
                  </a:lnTo>
                  <a:lnTo>
                    <a:pt x="87807" y="126898"/>
                  </a:lnTo>
                  <a:lnTo>
                    <a:pt x="97574" y="138303"/>
                  </a:lnTo>
                  <a:lnTo>
                    <a:pt x="97574" y="127635"/>
                  </a:lnTo>
                  <a:lnTo>
                    <a:pt x="64655" y="89230"/>
                  </a:lnTo>
                  <a:lnTo>
                    <a:pt x="64655" y="99923"/>
                  </a:lnTo>
                  <a:lnTo>
                    <a:pt x="63677" y="99682"/>
                  </a:lnTo>
                  <a:lnTo>
                    <a:pt x="57264" y="100076"/>
                  </a:lnTo>
                  <a:lnTo>
                    <a:pt x="55753" y="100647"/>
                  </a:lnTo>
                  <a:lnTo>
                    <a:pt x="56057" y="98894"/>
                  </a:lnTo>
                  <a:lnTo>
                    <a:pt x="55892" y="95161"/>
                  </a:lnTo>
                  <a:lnTo>
                    <a:pt x="55727" y="91427"/>
                  </a:lnTo>
                  <a:lnTo>
                    <a:pt x="54902" y="88531"/>
                  </a:lnTo>
                  <a:lnTo>
                    <a:pt x="64655" y="99923"/>
                  </a:lnTo>
                  <a:lnTo>
                    <a:pt x="64655" y="89230"/>
                  </a:lnTo>
                  <a:lnTo>
                    <a:pt x="63449" y="87820"/>
                  </a:lnTo>
                  <a:lnTo>
                    <a:pt x="54838" y="77774"/>
                  </a:lnTo>
                  <a:lnTo>
                    <a:pt x="54838" y="88455"/>
                  </a:lnTo>
                  <a:lnTo>
                    <a:pt x="53708" y="88519"/>
                  </a:lnTo>
                  <a:lnTo>
                    <a:pt x="54305" y="87820"/>
                  </a:lnTo>
                  <a:lnTo>
                    <a:pt x="54838" y="88455"/>
                  </a:lnTo>
                  <a:lnTo>
                    <a:pt x="54838" y="77774"/>
                  </a:lnTo>
                  <a:lnTo>
                    <a:pt x="54305" y="77152"/>
                  </a:lnTo>
                  <a:lnTo>
                    <a:pt x="20269" y="116865"/>
                  </a:lnTo>
                  <a:lnTo>
                    <a:pt x="20269" y="138582"/>
                  </a:lnTo>
                  <a:lnTo>
                    <a:pt x="18872" y="138239"/>
                  </a:lnTo>
                  <a:lnTo>
                    <a:pt x="15659" y="138430"/>
                  </a:lnTo>
                  <a:lnTo>
                    <a:pt x="12458" y="138633"/>
                  </a:lnTo>
                  <a:lnTo>
                    <a:pt x="9969" y="139573"/>
                  </a:lnTo>
                  <a:lnTo>
                    <a:pt x="9969" y="141478"/>
                  </a:lnTo>
                  <a:lnTo>
                    <a:pt x="9144" y="140500"/>
                  </a:lnTo>
                  <a:lnTo>
                    <a:pt x="9893" y="139636"/>
                  </a:lnTo>
                  <a:lnTo>
                    <a:pt x="9969" y="141478"/>
                  </a:lnTo>
                  <a:lnTo>
                    <a:pt x="9969" y="139573"/>
                  </a:lnTo>
                  <a:lnTo>
                    <a:pt x="19685" y="128206"/>
                  </a:lnTo>
                  <a:lnTo>
                    <a:pt x="19469" y="129438"/>
                  </a:lnTo>
                  <a:lnTo>
                    <a:pt x="19812" y="136906"/>
                  </a:lnTo>
                  <a:lnTo>
                    <a:pt x="20269" y="138582"/>
                  </a:lnTo>
                  <a:lnTo>
                    <a:pt x="20269" y="116865"/>
                  </a:lnTo>
                  <a:lnTo>
                    <a:pt x="0" y="140500"/>
                  </a:lnTo>
                  <a:lnTo>
                    <a:pt x="54305" y="203860"/>
                  </a:lnTo>
                  <a:lnTo>
                    <a:pt x="63449" y="193192"/>
                  </a:lnTo>
                  <a:lnTo>
                    <a:pt x="108610" y="140500"/>
                  </a:lnTo>
                  <a:close/>
                </a:path>
                <a:path w="361315" h="282575">
                  <a:moveTo>
                    <a:pt x="158915" y="218668"/>
                  </a:moveTo>
                  <a:lnTo>
                    <a:pt x="149783" y="208026"/>
                  </a:lnTo>
                  <a:lnTo>
                    <a:pt x="149783" y="218668"/>
                  </a:lnTo>
                  <a:lnTo>
                    <a:pt x="104609" y="271360"/>
                  </a:lnTo>
                  <a:lnTo>
                    <a:pt x="60350" y="219748"/>
                  </a:lnTo>
                  <a:lnTo>
                    <a:pt x="62928" y="220345"/>
                  </a:lnTo>
                  <a:lnTo>
                    <a:pt x="69329" y="219951"/>
                  </a:lnTo>
                  <a:lnTo>
                    <a:pt x="70764" y="219417"/>
                  </a:lnTo>
                  <a:lnTo>
                    <a:pt x="70472" y="221145"/>
                  </a:lnTo>
                  <a:lnTo>
                    <a:pt x="70637" y="224878"/>
                  </a:lnTo>
                  <a:lnTo>
                    <a:pt x="70802" y="228612"/>
                  </a:lnTo>
                  <a:lnTo>
                    <a:pt x="71628" y="231597"/>
                  </a:lnTo>
                  <a:lnTo>
                    <a:pt x="73304" y="231495"/>
                  </a:lnTo>
                  <a:lnTo>
                    <a:pt x="73850" y="228422"/>
                  </a:lnTo>
                  <a:lnTo>
                    <a:pt x="73507" y="220954"/>
                  </a:lnTo>
                  <a:lnTo>
                    <a:pt x="73050" y="219278"/>
                  </a:lnTo>
                  <a:lnTo>
                    <a:pt x="74523" y="219621"/>
                  </a:lnTo>
                  <a:lnTo>
                    <a:pt x="77736" y="219417"/>
                  </a:lnTo>
                  <a:lnTo>
                    <a:pt x="80937" y="219227"/>
                  </a:lnTo>
                  <a:lnTo>
                    <a:pt x="83502" y="218262"/>
                  </a:lnTo>
                  <a:lnTo>
                    <a:pt x="83413" y="216306"/>
                  </a:lnTo>
                  <a:lnTo>
                    <a:pt x="80772" y="215671"/>
                  </a:lnTo>
                  <a:lnTo>
                    <a:pt x="74358" y="216077"/>
                  </a:lnTo>
                  <a:lnTo>
                    <a:pt x="72847" y="216649"/>
                  </a:lnTo>
                  <a:lnTo>
                    <a:pt x="73152" y="214896"/>
                  </a:lnTo>
                  <a:lnTo>
                    <a:pt x="72986" y="211150"/>
                  </a:lnTo>
                  <a:lnTo>
                    <a:pt x="72821" y="207416"/>
                  </a:lnTo>
                  <a:lnTo>
                    <a:pt x="71996" y="204431"/>
                  </a:lnTo>
                  <a:lnTo>
                    <a:pt x="71615" y="204457"/>
                  </a:lnTo>
                  <a:lnTo>
                    <a:pt x="104609" y="165989"/>
                  </a:lnTo>
                  <a:lnTo>
                    <a:pt x="149783" y="218668"/>
                  </a:lnTo>
                  <a:lnTo>
                    <a:pt x="149783" y="208026"/>
                  </a:lnTo>
                  <a:lnTo>
                    <a:pt x="113741" y="165989"/>
                  </a:lnTo>
                  <a:lnTo>
                    <a:pt x="104609" y="155321"/>
                  </a:lnTo>
                  <a:lnTo>
                    <a:pt x="70561" y="195033"/>
                  </a:lnTo>
                  <a:lnTo>
                    <a:pt x="70561" y="216750"/>
                  </a:lnTo>
                  <a:lnTo>
                    <a:pt x="69164" y="216408"/>
                  </a:lnTo>
                  <a:lnTo>
                    <a:pt x="65963" y="216598"/>
                  </a:lnTo>
                  <a:lnTo>
                    <a:pt x="62763" y="216801"/>
                  </a:lnTo>
                  <a:lnTo>
                    <a:pt x="60274" y="217754"/>
                  </a:lnTo>
                  <a:lnTo>
                    <a:pt x="60274" y="219659"/>
                  </a:lnTo>
                  <a:lnTo>
                    <a:pt x="59436" y="218668"/>
                  </a:lnTo>
                  <a:lnTo>
                    <a:pt x="60198" y="217779"/>
                  </a:lnTo>
                  <a:lnTo>
                    <a:pt x="60274" y="219659"/>
                  </a:lnTo>
                  <a:lnTo>
                    <a:pt x="60274" y="217754"/>
                  </a:lnTo>
                  <a:lnTo>
                    <a:pt x="69989" y="206362"/>
                  </a:lnTo>
                  <a:lnTo>
                    <a:pt x="69773" y="207606"/>
                  </a:lnTo>
                  <a:lnTo>
                    <a:pt x="70116" y="215074"/>
                  </a:lnTo>
                  <a:lnTo>
                    <a:pt x="70561" y="216750"/>
                  </a:lnTo>
                  <a:lnTo>
                    <a:pt x="70561" y="195033"/>
                  </a:lnTo>
                  <a:lnTo>
                    <a:pt x="50292" y="218668"/>
                  </a:lnTo>
                  <a:lnTo>
                    <a:pt x="104609" y="282028"/>
                  </a:lnTo>
                  <a:lnTo>
                    <a:pt x="113741" y="271360"/>
                  </a:lnTo>
                  <a:lnTo>
                    <a:pt x="158915" y="218668"/>
                  </a:lnTo>
                  <a:close/>
                </a:path>
                <a:path w="361315" h="282575">
                  <a:moveTo>
                    <a:pt x="235038" y="140093"/>
                  </a:moveTo>
                  <a:lnTo>
                    <a:pt x="234937" y="138137"/>
                  </a:lnTo>
                  <a:lnTo>
                    <a:pt x="232295" y="137502"/>
                  </a:lnTo>
                  <a:lnTo>
                    <a:pt x="225894" y="137896"/>
                  </a:lnTo>
                  <a:lnTo>
                    <a:pt x="223342" y="138861"/>
                  </a:lnTo>
                  <a:lnTo>
                    <a:pt x="220700" y="138239"/>
                  </a:lnTo>
                  <a:lnTo>
                    <a:pt x="217500" y="138430"/>
                  </a:lnTo>
                  <a:lnTo>
                    <a:pt x="214287" y="138633"/>
                  </a:lnTo>
                  <a:lnTo>
                    <a:pt x="211721" y="139598"/>
                  </a:lnTo>
                  <a:lnTo>
                    <a:pt x="211823" y="141554"/>
                  </a:lnTo>
                  <a:lnTo>
                    <a:pt x="214452" y="142176"/>
                  </a:lnTo>
                  <a:lnTo>
                    <a:pt x="220865" y="141782"/>
                  </a:lnTo>
                  <a:lnTo>
                    <a:pt x="222300" y="141249"/>
                  </a:lnTo>
                  <a:lnTo>
                    <a:pt x="222008" y="142963"/>
                  </a:lnTo>
                  <a:lnTo>
                    <a:pt x="222173" y="146710"/>
                  </a:lnTo>
                  <a:lnTo>
                    <a:pt x="222338" y="150444"/>
                  </a:lnTo>
                  <a:lnTo>
                    <a:pt x="223164" y="153428"/>
                  </a:lnTo>
                  <a:lnTo>
                    <a:pt x="224840" y="153327"/>
                  </a:lnTo>
                  <a:lnTo>
                    <a:pt x="225386" y="150253"/>
                  </a:lnTo>
                  <a:lnTo>
                    <a:pt x="225044" y="142786"/>
                  </a:lnTo>
                  <a:lnTo>
                    <a:pt x="224574" y="141109"/>
                  </a:lnTo>
                  <a:lnTo>
                    <a:pt x="226060" y="141452"/>
                  </a:lnTo>
                  <a:lnTo>
                    <a:pt x="229260" y="141249"/>
                  </a:lnTo>
                  <a:lnTo>
                    <a:pt x="232473" y="141058"/>
                  </a:lnTo>
                  <a:lnTo>
                    <a:pt x="235038" y="140093"/>
                  </a:lnTo>
                  <a:close/>
                </a:path>
                <a:path w="361315" h="282575">
                  <a:moveTo>
                    <a:pt x="267614" y="178092"/>
                  </a:moveTo>
                  <a:lnTo>
                    <a:pt x="267525" y="176136"/>
                  </a:lnTo>
                  <a:lnTo>
                    <a:pt x="264883" y="175514"/>
                  </a:lnTo>
                  <a:lnTo>
                    <a:pt x="258470" y="175907"/>
                  </a:lnTo>
                  <a:lnTo>
                    <a:pt x="256959" y="176479"/>
                  </a:lnTo>
                  <a:lnTo>
                    <a:pt x="257263" y="174726"/>
                  </a:lnTo>
                  <a:lnTo>
                    <a:pt x="257098" y="170992"/>
                  </a:lnTo>
                  <a:lnTo>
                    <a:pt x="256933" y="167246"/>
                  </a:lnTo>
                  <a:lnTo>
                    <a:pt x="256108" y="164261"/>
                  </a:lnTo>
                  <a:lnTo>
                    <a:pt x="254431" y="164376"/>
                  </a:lnTo>
                  <a:lnTo>
                    <a:pt x="253885" y="167436"/>
                  </a:lnTo>
                  <a:lnTo>
                    <a:pt x="254228" y="174917"/>
                  </a:lnTo>
                  <a:lnTo>
                    <a:pt x="254673" y="176580"/>
                  </a:lnTo>
                  <a:lnTo>
                    <a:pt x="253276" y="176237"/>
                  </a:lnTo>
                  <a:lnTo>
                    <a:pt x="250075" y="176441"/>
                  </a:lnTo>
                  <a:lnTo>
                    <a:pt x="246875" y="176631"/>
                  </a:lnTo>
                  <a:lnTo>
                    <a:pt x="244309" y="177596"/>
                  </a:lnTo>
                  <a:lnTo>
                    <a:pt x="244398" y="179552"/>
                  </a:lnTo>
                  <a:lnTo>
                    <a:pt x="247040" y="180187"/>
                  </a:lnTo>
                  <a:lnTo>
                    <a:pt x="253441" y="179793"/>
                  </a:lnTo>
                  <a:lnTo>
                    <a:pt x="254876" y="179260"/>
                  </a:lnTo>
                  <a:lnTo>
                    <a:pt x="254584" y="180975"/>
                  </a:lnTo>
                  <a:lnTo>
                    <a:pt x="254749" y="184708"/>
                  </a:lnTo>
                  <a:lnTo>
                    <a:pt x="254914" y="188455"/>
                  </a:lnTo>
                  <a:lnTo>
                    <a:pt x="255739" y="191439"/>
                  </a:lnTo>
                  <a:lnTo>
                    <a:pt x="257416" y="191325"/>
                  </a:lnTo>
                  <a:lnTo>
                    <a:pt x="257962" y="188264"/>
                  </a:lnTo>
                  <a:lnTo>
                    <a:pt x="257619" y="180784"/>
                  </a:lnTo>
                  <a:lnTo>
                    <a:pt x="257162" y="179120"/>
                  </a:lnTo>
                  <a:lnTo>
                    <a:pt x="258635" y="179463"/>
                  </a:lnTo>
                  <a:lnTo>
                    <a:pt x="261848" y="179260"/>
                  </a:lnTo>
                  <a:lnTo>
                    <a:pt x="265049" y="179057"/>
                  </a:lnTo>
                  <a:lnTo>
                    <a:pt x="267614" y="178092"/>
                  </a:lnTo>
                  <a:close/>
                </a:path>
                <a:path w="361315" h="282575">
                  <a:moveTo>
                    <a:pt x="268236" y="102273"/>
                  </a:moveTo>
                  <a:lnTo>
                    <a:pt x="268147" y="100317"/>
                  </a:lnTo>
                  <a:lnTo>
                    <a:pt x="265506" y="99682"/>
                  </a:lnTo>
                  <a:lnTo>
                    <a:pt x="259092" y="100076"/>
                  </a:lnTo>
                  <a:lnTo>
                    <a:pt x="257581" y="100647"/>
                  </a:lnTo>
                  <a:lnTo>
                    <a:pt x="257886" y="98894"/>
                  </a:lnTo>
                  <a:lnTo>
                    <a:pt x="257721" y="95161"/>
                  </a:lnTo>
                  <a:lnTo>
                    <a:pt x="257556" y="91427"/>
                  </a:lnTo>
                  <a:lnTo>
                    <a:pt x="256730" y="88442"/>
                  </a:lnTo>
                  <a:lnTo>
                    <a:pt x="255054" y="88544"/>
                  </a:lnTo>
                  <a:lnTo>
                    <a:pt x="254508" y="91617"/>
                  </a:lnTo>
                  <a:lnTo>
                    <a:pt x="254850" y="99085"/>
                  </a:lnTo>
                  <a:lnTo>
                    <a:pt x="255295" y="100761"/>
                  </a:lnTo>
                  <a:lnTo>
                    <a:pt x="253898" y="100418"/>
                  </a:lnTo>
                  <a:lnTo>
                    <a:pt x="250698" y="100609"/>
                  </a:lnTo>
                  <a:lnTo>
                    <a:pt x="247497" y="100812"/>
                  </a:lnTo>
                  <a:lnTo>
                    <a:pt x="244932" y="101777"/>
                  </a:lnTo>
                  <a:lnTo>
                    <a:pt x="245021" y="103733"/>
                  </a:lnTo>
                  <a:lnTo>
                    <a:pt x="247662" y="104355"/>
                  </a:lnTo>
                  <a:lnTo>
                    <a:pt x="254063" y="103962"/>
                  </a:lnTo>
                  <a:lnTo>
                    <a:pt x="255498" y="103428"/>
                  </a:lnTo>
                  <a:lnTo>
                    <a:pt x="255206" y="105143"/>
                  </a:lnTo>
                  <a:lnTo>
                    <a:pt x="255371" y="108889"/>
                  </a:lnTo>
                  <a:lnTo>
                    <a:pt x="255536" y="112623"/>
                  </a:lnTo>
                  <a:lnTo>
                    <a:pt x="256362" y="115608"/>
                  </a:lnTo>
                  <a:lnTo>
                    <a:pt x="258038" y="115506"/>
                  </a:lnTo>
                  <a:lnTo>
                    <a:pt x="258584" y="112433"/>
                  </a:lnTo>
                  <a:lnTo>
                    <a:pt x="258241" y="104965"/>
                  </a:lnTo>
                  <a:lnTo>
                    <a:pt x="257784" y="103289"/>
                  </a:lnTo>
                  <a:lnTo>
                    <a:pt x="259257" y="103632"/>
                  </a:lnTo>
                  <a:lnTo>
                    <a:pt x="262470" y="103428"/>
                  </a:lnTo>
                  <a:lnTo>
                    <a:pt x="265671" y="103238"/>
                  </a:lnTo>
                  <a:lnTo>
                    <a:pt x="268236" y="102273"/>
                  </a:lnTo>
                  <a:close/>
                </a:path>
                <a:path w="361315" h="282575">
                  <a:moveTo>
                    <a:pt x="301117" y="140627"/>
                  </a:moveTo>
                  <a:lnTo>
                    <a:pt x="301028" y="138671"/>
                  </a:lnTo>
                  <a:lnTo>
                    <a:pt x="298386" y="138049"/>
                  </a:lnTo>
                  <a:lnTo>
                    <a:pt x="291985" y="138442"/>
                  </a:lnTo>
                  <a:lnTo>
                    <a:pt x="290474" y="139014"/>
                  </a:lnTo>
                  <a:lnTo>
                    <a:pt x="290779" y="137261"/>
                  </a:lnTo>
                  <a:lnTo>
                    <a:pt x="290601" y="133527"/>
                  </a:lnTo>
                  <a:lnTo>
                    <a:pt x="290436" y="129781"/>
                  </a:lnTo>
                  <a:lnTo>
                    <a:pt x="289610" y="126796"/>
                  </a:lnTo>
                  <a:lnTo>
                    <a:pt x="287934" y="126911"/>
                  </a:lnTo>
                  <a:lnTo>
                    <a:pt x="287388" y="129971"/>
                  </a:lnTo>
                  <a:lnTo>
                    <a:pt x="287743" y="137452"/>
                  </a:lnTo>
                  <a:lnTo>
                    <a:pt x="288188" y="139115"/>
                  </a:lnTo>
                  <a:lnTo>
                    <a:pt x="286791" y="138772"/>
                  </a:lnTo>
                  <a:lnTo>
                    <a:pt x="283578" y="138976"/>
                  </a:lnTo>
                  <a:lnTo>
                    <a:pt x="280377" y="139166"/>
                  </a:lnTo>
                  <a:lnTo>
                    <a:pt x="277812" y="140131"/>
                  </a:lnTo>
                  <a:lnTo>
                    <a:pt x="277901" y="142087"/>
                  </a:lnTo>
                  <a:lnTo>
                    <a:pt x="280543" y="142722"/>
                  </a:lnTo>
                  <a:lnTo>
                    <a:pt x="286956" y="142328"/>
                  </a:lnTo>
                  <a:lnTo>
                    <a:pt x="288378" y="141795"/>
                  </a:lnTo>
                  <a:lnTo>
                    <a:pt x="288086" y="143510"/>
                  </a:lnTo>
                  <a:lnTo>
                    <a:pt x="288264" y="147243"/>
                  </a:lnTo>
                  <a:lnTo>
                    <a:pt x="288429" y="150990"/>
                  </a:lnTo>
                  <a:lnTo>
                    <a:pt x="289255" y="153974"/>
                  </a:lnTo>
                  <a:lnTo>
                    <a:pt x="290931" y="153860"/>
                  </a:lnTo>
                  <a:lnTo>
                    <a:pt x="291477" y="150799"/>
                  </a:lnTo>
                  <a:lnTo>
                    <a:pt x="291122" y="143319"/>
                  </a:lnTo>
                  <a:lnTo>
                    <a:pt x="290664" y="141643"/>
                  </a:lnTo>
                  <a:lnTo>
                    <a:pt x="292150" y="141986"/>
                  </a:lnTo>
                  <a:lnTo>
                    <a:pt x="295351" y="141795"/>
                  </a:lnTo>
                  <a:lnTo>
                    <a:pt x="298551" y="141592"/>
                  </a:lnTo>
                  <a:lnTo>
                    <a:pt x="301117" y="140627"/>
                  </a:lnTo>
                  <a:close/>
                </a:path>
                <a:path w="361315" h="282575">
                  <a:moveTo>
                    <a:pt x="360984" y="63347"/>
                  </a:moveTo>
                  <a:lnTo>
                    <a:pt x="351853" y="52705"/>
                  </a:lnTo>
                  <a:lnTo>
                    <a:pt x="351853" y="63347"/>
                  </a:lnTo>
                  <a:lnTo>
                    <a:pt x="341744" y="75133"/>
                  </a:lnTo>
                  <a:lnTo>
                    <a:pt x="342011" y="73634"/>
                  </a:lnTo>
                  <a:lnTo>
                    <a:pt x="341668" y="66154"/>
                  </a:lnTo>
                  <a:lnTo>
                    <a:pt x="341210" y="64477"/>
                  </a:lnTo>
                  <a:lnTo>
                    <a:pt x="342696" y="64833"/>
                  </a:lnTo>
                  <a:lnTo>
                    <a:pt x="345897" y="64630"/>
                  </a:lnTo>
                  <a:lnTo>
                    <a:pt x="349097" y="64427"/>
                  </a:lnTo>
                  <a:lnTo>
                    <a:pt x="351663" y="63474"/>
                  </a:lnTo>
                  <a:lnTo>
                    <a:pt x="351637" y="63106"/>
                  </a:lnTo>
                  <a:lnTo>
                    <a:pt x="351853" y="63347"/>
                  </a:lnTo>
                  <a:lnTo>
                    <a:pt x="351853" y="52705"/>
                  </a:lnTo>
                  <a:lnTo>
                    <a:pt x="349935" y="50457"/>
                  </a:lnTo>
                  <a:lnTo>
                    <a:pt x="349935" y="61125"/>
                  </a:lnTo>
                  <a:lnTo>
                    <a:pt x="348932" y="60883"/>
                  </a:lnTo>
                  <a:lnTo>
                    <a:pt x="342519" y="61277"/>
                  </a:lnTo>
                  <a:lnTo>
                    <a:pt x="341007" y="61849"/>
                  </a:lnTo>
                  <a:lnTo>
                    <a:pt x="341312" y="60096"/>
                  </a:lnTo>
                  <a:lnTo>
                    <a:pt x="341147" y="56362"/>
                  </a:lnTo>
                  <a:lnTo>
                    <a:pt x="340982" y="52628"/>
                  </a:lnTo>
                  <a:lnTo>
                    <a:pt x="340334" y="50330"/>
                  </a:lnTo>
                  <a:lnTo>
                    <a:pt x="340334" y="76784"/>
                  </a:lnTo>
                  <a:lnTo>
                    <a:pt x="306679" y="116027"/>
                  </a:lnTo>
                  <a:lnTo>
                    <a:pt x="294995" y="102425"/>
                  </a:lnTo>
                  <a:lnTo>
                    <a:pt x="297586" y="103022"/>
                  </a:lnTo>
                  <a:lnTo>
                    <a:pt x="303987" y="102628"/>
                  </a:lnTo>
                  <a:lnTo>
                    <a:pt x="305422" y="102095"/>
                  </a:lnTo>
                  <a:lnTo>
                    <a:pt x="305130" y="103809"/>
                  </a:lnTo>
                  <a:lnTo>
                    <a:pt x="305295" y="107556"/>
                  </a:lnTo>
                  <a:lnTo>
                    <a:pt x="305460" y="111290"/>
                  </a:lnTo>
                  <a:lnTo>
                    <a:pt x="306285" y="114274"/>
                  </a:lnTo>
                  <a:lnTo>
                    <a:pt x="307962" y="114173"/>
                  </a:lnTo>
                  <a:lnTo>
                    <a:pt x="308508" y="111099"/>
                  </a:lnTo>
                  <a:lnTo>
                    <a:pt x="308165" y="103619"/>
                  </a:lnTo>
                  <a:lnTo>
                    <a:pt x="307708" y="101955"/>
                  </a:lnTo>
                  <a:lnTo>
                    <a:pt x="309181" y="102298"/>
                  </a:lnTo>
                  <a:lnTo>
                    <a:pt x="312394" y="102095"/>
                  </a:lnTo>
                  <a:lnTo>
                    <a:pt x="315595" y="101904"/>
                  </a:lnTo>
                  <a:lnTo>
                    <a:pt x="318160" y="100939"/>
                  </a:lnTo>
                  <a:lnTo>
                    <a:pt x="318058" y="98971"/>
                  </a:lnTo>
                  <a:lnTo>
                    <a:pt x="315429" y="98348"/>
                  </a:lnTo>
                  <a:lnTo>
                    <a:pt x="309016" y="98742"/>
                  </a:lnTo>
                  <a:lnTo>
                    <a:pt x="307505" y="99314"/>
                  </a:lnTo>
                  <a:lnTo>
                    <a:pt x="307809" y="97561"/>
                  </a:lnTo>
                  <a:lnTo>
                    <a:pt x="307644" y="93827"/>
                  </a:lnTo>
                  <a:lnTo>
                    <a:pt x="307479" y="90093"/>
                  </a:lnTo>
                  <a:lnTo>
                    <a:pt x="306654" y="87109"/>
                  </a:lnTo>
                  <a:lnTo>
                    <a:pt x="304977" y="87210"/>
                  </a:lnTo>
                  <a:lnTo>
                    <a:pt x="304431" y="90271"/>
                  </a:lnTo>
                  <a:lnTo>
                    <a:pt x="304774" y="97751"/>
                  </a:lnTo>
                  <a:lnTo>
                    <a:pt x="305219" y="99415"/>
                  </a:lnTo>
                  <a:lnTo>
                    <a:pt x="303822" y="99072"/>
                  </a:lnTo>
                  <a:lnTo>
                    <a:pt x="300621" y="99275"/>
                  </a:lnTo>
                  <a:lnTo>
                    <a:pt x="297408" y="99479"/>
                  </a:lnTo>
                  <a:lnTo>
                    <a:pt x="294843" y="100444"/>
                  </a:lnTo>
                  <a:lnTo>
                    <a:pt x="294932" y="102349"/>
                  </a:lnTo>
                  <a:lnTo>
                    <a:pt x="262420" y="64414"/>
                  </a:lnTo>
                  <a:lnTo>
                    <a:pt x="264998" y="65024"/>
                  </a:lnTo>
                  <a:lnTo>
                    <a:pt x="271411" y="64617"/>
                  </a:lnTo>
                  <a:lnTo>
                    <a:pt x="272834" y="64096"/>
                  </a:lnTo>
                  <a:lnTo>
                    <a:pt x="272542" y="65811"/>
                  </a:lnTo>
                  <a:lnTo>
                    <a:pt x="272707" y="69545"/>
                  </a:lnTo>
                  <a:lnTo>
                    <a:pt x="272884" y="73279"/>
                  </a:lnTo>
                  <a:lnTo>
                    <a:pt x="273710" y="76263"/>
                  </a:lnTo>
                  <a:lnTo>
                    <a:pt x="275386" y="76161"/>
                  </a:lnTo>
                  <a:lnTo>
                    <a:pt x="275932" y="73101"/>
                  </a:lnTo>
                  <a:lnTo>
                    <a:pt x="275577" y="65620"/>
                  </a:lnTo>
                  <a:lnTo>
                    <a:pt x="275120" y="63944"/>
                  </a:lnTo>
                  <a:lnTo>
                    <a:pt x="276606" y="64287"/>
                  </a:lnTo>
                  <a:lnTo>
                    <a:pt x="279806" y="64096"/>
                  </a:lnTo>
                  <a:lnTo>
                    <a:pt x="283006" y="63893"/>
                  </a:lnTo>
                  <a:lnTo>
                    <a:pt x="285572" y="62928"/>
                  </a:lnTo>
                  <a:lnTo>
                    <a:pt x="285483" y="60972"/>
                  </a:lnTo>
                  <a:lnTo>
                    <a:pt x="282841" y="60337"/>
                  </a:lnTo>
                  <a:lnTo>
                    <a:pt x="276440" y="60744"/>
                  </a:lnTo>
                  <a:lnTo>
                    <a:pt x="274916" y="61315"/>
                  </a:lnTo>
                  <a:lnTo>
                    <a:pt x="275234" y="59563"/>
                  </a:lnTo>
                  <a:lnTo>
                    <a:pt x="275056" y="55816"/>
                  </a:lnTo>
                  <a:lnTo>
                    <a:pt x="274891" y="52082"/>
                  </a:lnTo>
                  <a:lnTo>
                    <a:pt x="274066" y="49098"/>
                  </a:lnTo>
                  <a:lnTo>
                    <a:pt x="273710" y="49123"/>
                  </a:lnTo>
                  <a:lnTo>
                    <a:pt x="305473" y="12065"/>
                  </a:lnTo>
                  <a:lnTo>
                    <a:pt x="305054" y="14452"/>
                  </a:lnTo>
                  <a:lnTo>
                    <a:pt x="305396" y="21932"/>
                  </a:lnTo>
                  <a:lnTo>
                    <a:pt x="305841" y="23596"/>
                  </a:lnTo>
                  <a:lnTo>
                    <a:pt x="304444" y="23253"/>
                  </a:lnTo>
                  <a:lnTo>
                    <a:pt x="301244" y="23456"/>
                  </a:lnTo>
                  <a:lnTo>
                    <a:pt x="298030" y="23647"/>
                  </a:lnTo>
                  <a:lnTo>
                    <a:pt x="295465" y="24612"/>
                  </a:lnTo>
                  <a:lnTo>
                    <a:pt x="295567" y="26568"/>
                  </a:lnTo>
                  <a:lnTo>
                    <a:pt x="298208" y="27203"/>
                  </a:lnTo>
                  <a:lnTo>
                    <a:pt x="304609" y="26797"/>
                  </a:lnTo>
                  <a:lnTo>
                    <a:pt x="306044" y="26263"/>
                  </a:lnTo>
                  <a:lnTo>
                    <a:pt x="305752" y="27990"/>
                  </a:lnTo>
                  <a:lnTo>
                    <a:pt x="305917" y="31724"/>
                  </a:lnTo>
                  <a:lnTo>
                    <a:pt x="306082" y="35458"/>
                  </a:lnTo>
                  <a:lnTo>
                    <a:pt x="306908" y="38442"/>
                  </a:lnTo>
                  <a:lnTo>
                    <a:pt x="308584" y="38341"/>
                  </a:lnTo>
                  <a:lnTo>
                    <a:pt x="309130" y="35280"/>
                  </a:lnTo>
                  <a:lnTo>
                    <a:pt x="308787" y="27800"/>
                  </a:lnTo>
                  <a:lnTo>
                    <a:pt x="308330" y="26123"/>
                  </a:lnTo>
                  <a:lnTo>
                    <a:pt x="309803" y="26466"/>
                  </a:lnTo>
                  <a:lnTo>
                    <a:pt x="313004" y="26276"/>
                  </a:lnTo>
                  <a:lnTo>
                    <a:pt x="316217" y="26073"/>
                  </a:lnTo>
                  <a:lnTo>
                    <a:pt x="318782" y="25107"/>
                  </a:lnTo>
                  <a:lnTo>
                    <a:pt x="318757" y="24777"/>
                  </a:lnTo>
                  <a:lnTo>
                    <a:pt x="340106" y="49657"/>
                  </a:lnTo>
                  <a:lnTo>
                    <a:pt x="338480" y="49745"/>
                  </a:lnTo>
                  <a:lnTo>
                    <a:pt x="337934" y="52806"/>
                  </a:lnTo>
                  <a:lnTo>
                    <a:pt x="338277" y="60286"/>
                  </a:lnTo>
                  <a:lnTo>
                    <a:pt x="338721" y="61950"/>
                  </a:lnTo>
                  <a:lnTo>
                    <a:pt x="337324" y="61607"/>
                  </a:lnTo>
                  <a:lnTo>
                    <a:pt x="334124" y="61810"/>
                  </a:lnTo>
                  <a:lnTo>
                    <a:pt x="330923" y="62014"/>
                  </a:lnTo>
                  <a:lnTo>
                    <a:pt x="328358" y="62979"/>
                  </a:lnTo>
                  <a:lnTo>
                    <a:pt x="328447" y="64935"/>
                  </a:lnTo>
                  <a:lnTo>
                    <a:pt x="331089" y="65557"/>
                  </a:lnTo>
                  <a:lnTo>
                    <a:pt x="337502" y="65163"/>
                  </a:lnTo>
                  <a:lnTo>
                    <a:pt x="338924" y="64630"/>
                  </a:lnTo>
                  <a:lnTo>
                    <a:pt x="338632" y="66344"/>
                  </a:lnTo>
                  <a:lnTo>
                    <a:pt x="338797" y="70091"/>
                  </a:lnTo>
                  <a:lnTo>
                    <a:pt x="338963" y="73825"/>
                  </a:lnTo>
                  <a:lnTo>
                    <a:pt x="339801" y="76809"/>
                  </a:lnTo>
                  <a:lnTo>
                    <a:pt x="340334" y="76784"/>
                  </a:lnTo>
                  <a:lnTo>
                    <a:pt x="340334" y="50330"/>
                  </a:lnTo>
                  <a:lnTo>
                    <a:pt x="340169" y="49733"/>
                  </a:lnTo>
                  <a:lnTo>
                    <a:pt x="349935" y="61125"/>
                  </a:lnTo>
                  <a:lnTo>
                    <a:pt x="349935" y="50457"/>
                  </a:lnTo>
                  <a:lnTo>
                    <a:pt x="317030" y="12065"/>
                  </a:lnTo>
                  <a:lnTo>
                    <a:pt x="317030" y="22758"/>
                  </a:lnTo>
                  <a:lnTo>
                    <a:pt x="316052" y="22517"/>
                  </a:lnTo>
                  <a:lnTo>
                    <a:pt x="309638" y="22923"/>
                  </a:lnTo>
                  <a:lnTo>
                    <a:pt x="308127" y="23495"/>
                  </a:lnTo>
                  <a:lnTo>
                    <a:pt x="308432" y="21742"/>
                  </a:lnTo>
                  <a:lnTo>
                    <a:pt x="308267" y="17995"/>
                  </a:lnTo>
                  <a:lnTo>
                    <a:pt x="308102" y="14262"/>
                  </a:lnTo>
                  <a:lnTo>
                    <a:pt x="307276" y="11366"/>
                  </a:lnTo>
                  <a:lnTo>
                    <a:pt x="317030" y="22758"/>
                  </a:lnTo>
                  <a:lnTo>
                    <a:pt x="317030" y="12065"/>
                  </a:lnTo>
                  <a:lnTo>
                    <a:pt x="315823" y="10655"/>
                  </a:lnTo>
                  <a:lnTo>
                    <a:pt x="307213" y="622"/>
                  </a:lnTo>
                  <a:lnTo>
                    <a:pt x="307213" y="11290"/>
                  </a:lnTo>
                  <a:lnTo>
                    <a:pt x="306082" y="11353"/>
                  </a:lnTo>
                  <a:lnTo>
                    <a:pt x="306679" y="10655"/>
                  </a:lnTo>
                  <a:lnTo>
                    <a:pt x="307213" y="11290"/>
                  </a:lnTo>
                  <a:lnTo>
                    <a:pt x="307213" y="622"/>
                  </a:lnTo>
                  <a:lnTo>
                    <a:pt x="306679" y="0"/>
                  </a:lnTo>
                  <a:lnTo>
                    <a:pt x="272630" y="39725"/>
                  </a:lnTo>
                  <a:lnTo>
                    <a:pt x="272630" y="61417"/>
                  </a:lnTo>
                  <a:lnTo>
                    <a:pt x="271246" y="61074"/>
                  </a:lnTo>
                  <a:lnTo>
                    <a:pt x="268033" y="61277"/>
                  </a:lnTo>
                  <a:lnTo>
                    <a:pt x="264833" y="61468"/>
                  </a:lnTo>
                  <a:lnTo>
                    <a:pt x="262343" y="62420"/>
                  </a:lnTo>
                  <a:lnTo>
                    <a:pt x="262343" y="64325"/>
                  </a:lnTo>
                  <a:lnTo>
                    <a:pt x="261518" y="63347"/>
                  </a:lnTo>
                  <a:lnTo>
                    <a:pt x="262267" y="62484"/>
                  </a:lnTo>
                  <a:lnTo>
                    <a:pt x="262343" y="64325"/>
                  </a:lnTo>
                  <a:lnTo>
                    <a:pt x="262343" y="62420"/>
                  </a:lnTo>
                  <a:lnTo>
                    <a:pt x="272059" y="51054"/>
                  </a:lnTo>
                  <a:lnTo>
                    <a:pt x="271843" y="52273"/>
                  </a:lnTo>
                  <a:lnTo>
                    <a:pt x="272186" y="59753"/>
                  </a:lnTo>
                  <a:lnTo>
                    <a:pt x="272630" y="61417"/>
                  </a:lnTo>
                  <a:lnTo>
                    <a:pt x="272630" y="39725"/>
                  </a:lnTo>
                  <a:lnTo>
                    <a:pt x="256159" y="58928"/>
                  </a:lnTo>
                  <a:lnTo>
                    <a:pt x="250825" y="52705"/>
                  </a:lnTo>
                  <a:lnTo>
                    <a:pt x="250825" y="63347"/>
                  </a:lnTo>
                  <a:lnTo>
                    <a:pt x="240703" y="75145"/>
                  </a:lnTo>
                  <a:lnTo>
                    <a:pt x="240982" y="73634"/>
                  </a:lnTo>
                  <a:lnTo>
                    <a:pt x="240626" y="66154"/>
                  </a:lnTo>
                  <a:lnTo>
                    <a:pt x="240169" y="64477"/>
                  </a:lnTo>
                  <a:lnTo>
                    <a:pt x="241655" y="64833"/>
                  </a:lnTo>
                  <a:lnTo>
                    <a:pt x="244856" y="64630"/>
                  </a:lnTo>
                  <a:lnTo>
                    <a:pt x="248056" y="64427"/>
                  </a:lnTo>
                  <a:lnTo>
                    <a:pt x="250621" y="63474"/>
                  </a:lnTo>
                  <a:lnTo>
                    <a:pt x="250596" y="63093"/>
                  </a:lnTo>
                  <a:lnTo>
                    <a:pt x="250825" y="63347"/>
                  </a:lnTo>
                  <a:lnTo>
                    <a:pt x="250825" y="52705"/>
                  </a:lnTo>
                  <a:lnTo>
                    <a:pt x="248907" y="50469"/>
                  </a:lnTo>
                  <a:lnTo>
                    <a:pt x="248907" y="61137"/>
                  </a:lnTo>
                  <a:lnTo>
                    <a:pt x="247891" y="60883"/>
                  </a:lnTo>
                  <a:lnTo>
                    <a:pt x="241490" y="61277"/>
                  </a:lnTo>
                  <a:lnTo>
                    <a:pt x="239979" y="61849"/>
                  </a:lnTo>
                  <a:lnTo>
                    <a:pt x="240284" y="60096"/>
                  </a:lnTo>
                  <a:lnTo>
                    <a:pt x="240106" y="56362"/>
                  </a:lnTo>
                  <a:lnTo>
                    <a:pt x="239941" y="52628"/>
                  </a:lnTo>
                  <a:lnTo>
                    <a:pt x="239306" y="50368"/>
                  </a:lnTo>
                  <a:lnTo>
                    <a:pt x="239306" y="76784"/>
                  </a:lnTo>
                  <a:lnTo>
                    <a:pt x="205651" y="116027"/>
                  </a:lnTo>
                  <a:lnTo>
                    <a:pt x="193967" y="102425"/>
                  </a:lnTo>
                  <a:lnTo>
                    <a:pt x="196545" y="103022"/>
                  </a:lnTo>
                  <a:lnTo>
                    <a:pt x="202958" y="102628"/>
                  </a:lnTo>
                  <a:lnTo>
                    <a:pt x="204381" y="102095"/>
                  </a:lnTo>
                  <a:lnTo>
                    <a:pt x="204089" y="103809"/>
                  </a:lnTo>
                  <a:lnTo>
                    <a:pt x="204254" y="107556"/>
                  </a:lnTo>
                  <a:lnTo>
                    <a:pt x="204419" y="111290"/>
                  </a:lnTo>
                  <a:lnTo>
                    <a:pt x="205257" y="114274"/>
                  </a:lnTo>
                  <a:lnTo>
                    <a:pt x="206921" y="114173"/>
                  </a:lnTo>
                  <a:lnTo>
                    <a:pt x="207467" y="111099"/>
                  </a:lnTo>
                  <a:lnTo>
                    <a:pt x="207124" y="103619"/>
                  </a:lnTo>
                  <a:lnTo>
                    <a:pt x="206667" y="101942"/>
                  </a:lnTo>
                  <a:lnTo>
                    <a:pt x="208140" y="102298"/>
                  </a:lnTo>
                  <a:lnTo>
                    <a:pt x="211353" y="102095"/>
                  </a:lnTo>
                  <a:lnTo>
                    <a:pt x="214553" y="101904"/>
                  </a:lnTo>
                  <a:lnTo>
                    <a:pt x="217119" y="100939"/>
                  </a:lnTo>
                  <a:lnTo>
                    <a:pt x="217030" y="98971"/>
                  </a:lnTo>
                  <a:lnTo>
                    <a:pt x="214388" y="98348"/>
                  </a:lnTo>
                  <a:lnTo>
                    <a:pt x="207975" y="98742"/>
                  </a:lnTo>
                  <a:lnTo>
                    <a:pt x="206463" y="99314"/>
                  </a:lnTo>
                  <a:lnTo>
                    <a:pt x="206768" y="97561"/>
                  </a:lnTo>
                  <a:lnTo>
                    <a:pt x="206603" y="93827"/>
                  </a:lnTo>
                  <a:lnTo>
                    <a:pt x="206438" y="90093"/>
                  </a:lnTo>
                  <a:lnTo>
                    <a:pt x="205613" y="87109"/>
                  </a:lnTo>
                  <a:lnTo>
                    <a:pt x="203936" y="87210"/>
                  </a:lnTo>
                  <a:lnTo>
                    <a:pt x="203390" y="90271"/>
                  </a:lnTo>
                  <a:lnTo>
                    <a:pt x="203733" y="97751"/>
                  </a:lnTo>
                  <a:lnTo>
                    <a:pt x="204177" y="99415"/>
                  </a:lnTo>
                  <a:lnTo>
                    <a:pt x="202780" y="99072"/>
                  </a:lnTo>
                  <a:lnTo>
                    <a:pt x="199580" y="99275"/>
                  </a:lnTo>
                  <a:lnTo>
                    <a:pt x="196380" y="99479"/>
                  </a:lnTo>
                  <a:lnTo>
                    <a:pt x="193814" y="100444"/>
                  </a:lnTo>
                  <a:lnTo>
                    <a:pt x="193890" y="102336"/>
                  </a:lnTo>
                  <a:lnTo>
                    <a:pt x="161378" y="64414"/>
                  </a:lnTo>
                  <a:lnTo>
                    <a:pt x="163969" y="65024"/>
                  </a:lnTo>
                  <a:lnTo>
                    <a:pt x="170370" y="64617"/>
                  </a:lnTo>
                  <a:lnTo>
                    <a:pt x="171805" y="64084"/>
                  </a:lnTo>
                  <a:lnTo>
                    <a:pt x="171513" y="65811"/>
                  </a:lnTo>
                  <a:lnTo>
                    <a:pt x="171678" y="69545"/>
                  </a:lnTo>
                  <a:lnTo>
                    <a:pt x="171843" y="73279"/>
                  </a:lnTo>
                  <a:lnTo>
                    <a:pt x="172669" y="76263"/>
                  </a:lnTo>
                  <a:lnTo>
                    <a:pt x="174345" y="76161"/>
                  </a:lnTo>
                  <a:lnTo>
                    <a:pt x="174891" y="73101"/>
                  </a:lnTo>
                  <a:lnTo>
                    <a:pt x="174548" y="65620"/>
                  </a:lnTo>
                  <a:lnTo>
                    <a:pt x="174078" y="63944"/>
                  </a:lnTo>
                  <a:lnTo>
                    <a:pt x="175564" y="64287"/>
                  </a:lnTo>
                  <a:lnTo>
                    <a:pt x="178765" y="64096"/>
                  </a:lnTo>
                  <a:lnTo>
                    <a:pt x="181978" y="63893"/>
                  </a:lnTo>
                  <a:lnTo>
                    <a:pt x="184543" y="62928"/>
                  </a:lnTo>
                  <a:lnTo>
                    <a:pt x="184442" y="60972"/>
                  </a:lnTo>
                  <a:lnTo>
                    <a:pt x="181800" y="60337"/>
                  </a:lnTo>
                  <a:lnTo>
                    <a:pt x="175399" y="60744"/>
                  </a:lnTo>
                  <a:lnTo>
                    <a:pt x="173888" y="61315"/>
                  </a:lnTo>
                  <a:lnTo>
                    <a:pt x="174193" y="59563"/>
                  </a:lnTo>
                  <a:lnTo>
                    <a:pt x="174028" y="55816"/>
                  </a:lnTo>
                  <a:lnTo>
                    <a:pt x="173850" y="52082"/>
                  </a:lnTo>
                  <a:lnTo>
                    <a:pt x="173024" y="49098"/>
                  </a:lnTo>
                  <a:lnTo>
                    <a:pt x="172669" y="49123"/>
                  </a:lnTo>
                  <a:lnTo>
                    <a:pt x="204431" y="12077"/>
                  </a:lnTo>
                  <a:lnTo>
                    <a:pt x="204012" y="14452"/>
                  </a:lnTo>
                  <a:lnTo>
                    <a:pt x="204355" y="21932"/>
                  </a:lnTo>
                  <a:lnTo>
                    <a:pt x="204800" y="23596"/>
                  </a:lnTo>
                  <a:lnTo>
                    <a:pt x="203403" y="23253"/>
                  </a:lnTo>
                  <a:lnTo>
                    <a:pt x="200202" y="23456"/>
                  </a:lnTo>
                  <a:lnTo>
                    <a:pt x="197002" y="23647"/>
                  </a:lnTo>
                  <a:lnTo>
                    <a:pt x="194437" y="24612"/>
                  </a:lnTo>
                  <a:lnTo>
                    <a:pt x="194525" y="26568"/>
                  </a:lnTo>
                  <a:lnTo>
                    <a:pt x="197167" y="27203"/>
                  </a:lnTo>
                  <a:lnTo>
                    <a:pt x="203581" y="26797"/>
                  </a:lnTo>
                  <a:lnTo>
                    <a:pt x="205003" y="26276"/>
                  </a:lnTo>
                  <a:lnTo>
                    <a:pt x="204711" y="27990"/>
                  </a:lnTo>
                  <a:lnTo>
                    <a:pt x="204876" y="31724"/>
                  </a:lnTo>
                  <a:lnTo>
                    <a:pt x="205041" y="35458"/>
                  </a:lnTo>
                  <a:lnTo>
                    <a:pt x="205867" y="38442"/>
                  </a:lnTo>
                  <a:lnTo>
                    <a:pt x="207543" y="38341"/>
                  </a:lnTo>
                  <a:lnTo>
                    <a:pt x="208089" y="35280"/>
                  </a:lnTo>
                  <a:lnTo>
                    <a:pt x="207746" y="27800"/>
                  </a:lnTo>
                  <a:lnTo>
                    <a:pt x="207289" y="26123"/>
                  </a:lnTo>
                  <a:lnTo>
                    <a:pt x="208762" y="26466"/>
                  </a:lnTo>
                  <a:lnTo>
                    <a:pt x="211975" y="26276"/>
                  </a:lnTo>
                  <a:lnTo>
                    <a:pt x="215176" y="26073"/>
                  </a:lnTo>
                  <a:lnTo>
                    <a:pt x="217741" y="25107"/>
                  </a:lnTo>
                  <a:lnTo>
                    <a:pt x="217716" y="24765"/>
                  </a:lnTo>
                  <a:lnTo>
                    <a:pt x="239077" y="49657"/>
                  </a:lnTo>
                  <a:lnTo>
                    <a:pt x="237439" y="49745"/>
                  </a:lnTo>
                  <a:lnTo>
                    <a:pt x="236893" y="52806"/>
                  </a:lnTo>
                  <a:lnTo>
                    <a:pt x="237248" y="60286"/>
                  </a:lnTo>
                  <a:lnTo>
                    <a:pt x="237693" y="61950"/>
                  </a:lnTo>
                  <a:lnTo>
                    <a:pt x="236296" y="61607"/>
                  </a:lnTo>
                  <a:lnTo>
                    <a:pt x="233083" y="61810"/>
                  </a:lnTo>
                  <a:lnTo>
                    <a:pt x="229882" y="62014"/>
                  </a:lnTo>
                  <a:lnTo>
                    <a:pt x="227317" y="62979"/>
                  </a:lnTo>
                  <a:lnTo>
                    <a:pt x="227418" y="64935"/>
                  </a:lnTo>
                  <a:lnTo>
                    <a:pt x="230047" y="65557"/>
                  </a:lnTo>
                  <a:lnTo>
                    <a:pt x="236461" y="65163"/>
                  </a:lnTo>
                  <a:lnTo>
                    <a:pt x="237883" y="64630"/>
                  </a:lnTo>
                  <a:lnTo>
                    <a:pt x="237591" y="66344"/>
                  </a:lnTo>
                  <a:lnTo>
                    <a:pt x="237769" y="70091"/>
                  </a:lnTo>
                  <a:lnTo>
                    <a:pt x="237934" y="73825"/>
                  </a:lnTo>
                  <a:lnTo>
                    <a:pt x="238760" y="76809"/>
                  </a:lnTo>
                  <a:lnTo>
                    <a:pt x="239306" y="76784"/>
                  </a:lnTo>
                  <a:lnTo>
                    <a:pt x="239306" y="50368"/>
                  </a:lnTo>
                  <a:lnTo>
                    <a:pt x="239128" y="49720"/>
                  </a:lnTo>
                  <a:lnTo>
                    <a:pt x="248907" y="61137"/>
                  </a:lnTo>
                  <a:lnTo>
                    <a:pt x="248907" y="50469"/>
                  </a:lnTo>
                  <a:lnTo>
                    <a:pt x="216014" y="12103"/>
                  </a:lnTo>
                  <a:lnTo>
                    <a:pt x="216014" y="22771"/>
                  </a:lnTo>
                  <a:lnTo>
                    <a:pt x="215011" y="22517"/>
                  </a:lnTo>
                  <a:lnTo>
                    <a:pt x="208597" y="22923"/>
                  </a:lnTo>
                  <a:lnTo>
                    <a:pt x="207086" y="23495"/>
                  </a:lnTo>
                  <a:lnTo>
                    <a:pt x="207391" y="21742"/>
                  </a:lnTo>
                  <a:lnTo>
                    <a:pt x="207225" y="17995"/>
                  </a:lnTo>
                  <a:lnTo>
                    <a:pt x="207060" y="14262"/>
                  </a:lnTo>
                  <a:lnTo>
                    <a:pt x="206248" y="11366"/>
                  </a:lnTo>
                  <a:lnTo>
                    <a:pt x="216014" y="22771"/>
                  </a:lnTo>
                  <a:lnTo>
                    <a:pt x="216014" y="12103"/>
                  </a:lnTo>
                  <a:lnTo>
                    <a:pt x="214782" y="10655"/>
                  </a:lnTo>
                  <a:lnTo>
                    <a:pt x="206184" y="635"/>
                  </a:lnTo>
                  <a:lnTo>
                    <a:pt x="206184" y="11290"/>
                  </a:lnTo>
                  <a:lnTo>
                    <a:pt x="205054" y="11353"/>
                  </a:lnTo>
                  <a:lnTo>
                    <a:pt x="205651" y="10655"/>
                  </a:lnTo>
                  <a:lnTo>
                    <a:pt x="206184" y="11290"/>
                  </a:lnTo>
                  <a:lnTo>
                    <a:pt x="206184" y="635"/>
                  </a:lnTo>
                  <a:lnTo>
                    <a:pt x="205651" y="0"/>
                  </a:lnTo>
                  <a:lnTo>
                    <a:pt x="171602" y="39712"/>
                  </a:lnTo>
                  <a:lnTo>
                    <a:pt x="171602" y="61417"/>
                  </a:lnTo>
                  <a:lnTo>
                    <a:pt x="170205" y="61074"/>
                  </a:lnTo>
                  <a:lnTo>
                    <a:pt x="167005" y="61277"/>
                  </a:lnTo>
                  <a:lnTo>
                    <a:pt x="163791" y="61468"/>
                  </a:lnTo>
                  <a:lnTo>
                    <a:pt x="161315" y="62407"/>
                  </a:lnTo>
                  <a:lnTo>
                    <a:pt x="161315" y="64338"/>
                  </a:lnTo>
                  <a:lnTo>
                    <a:pt x="160477" y="63347"/>
                  </a:lnTo>
                  <a:lnTo>
                    <a:pt x="161226" y="62471"/>
                  </a:lnTo>
                  <a:lnTo>
                    <a:pt x="161315" y="64338"/>
                  </a:lnTo>
                  <a:lnTo>
                    <a:pt x="161315" y="62407"/>
                  </a:lnTo>
                  <a:lnTo>
                    <a:pt x="171018" y="51041"/>
                  </a:lnTo>
                  <a:lnTo>
                    <a:pt x="170815" y="52273"/>
                  </a:lnTo>
                  <a:lnTo>
                    <a:pt x="171157" y="59753"/>
                  </a:lnTo>
                  <a:lnTo>
                    <a:pt x="171602" y="61417"/>
                  </a:lnTo>
                  <a:lnTo>
                    <a:pt x="171602" y="39712"/>
                  </a:lnTo>
                  <a:lnTo>
                    <a:pt x="151333" y="63347"/>
                  </a:lnTo>
                  <a:lnTo>
                    <a:pt x="205651" y="126695"/>
                  </a:lnTo>
                  <a:lnTo>
                    <a:pt x="214782" y="116027"/>
                  </a:lnTo>
                  <a:lnTo>
                    <a:pt x="256159" y="67779"/>
                  </a:lnTo>
                  <a:lnTo>
                    <a:pt x="306679" y="126695"/>
                  </a:lnTo>
                  <a:lnTo>
                    <a:pt x="315823" y="116027"/>
                  </a:lnTo>
                  <a:lnTo>
                    <a:pt x="360984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1" name="object 2101" descr=""/>
            <p:cNvSpPr/>
            <p:nvPr/>
          </p:nvSpPr>
          <p:spPr>
            <a:xfrm>
              <a:off x="7482560" y="7694237"/>
              <a:ext cx="310515" cy="204470"/>
            </a:xfrm>
            <a:custGeom>
              <a:avLst/>
              <a:gdLst/>
              <a:ahLst/>
              <a:cxnLst/>
              <a:rect l="l" t="t" r="r" b="b"/>
              <a:pathLst>
                <a:path w="310515" h="204470">
                  <a:moveTo>
                    <a:pt x="83502" y="62941"/>
                  </a:moveTo>
                  <a:lnTo>
                    <a:pt x="83413" y="60985"/>
                  </a:lnTo>
                  <a:lnTo>
                    <a:pt x="80772" y="60350"/>
                  </a:lnTo>
                  <a:lnTo>
                    <a:pt x="74358" y="60756"/>
                  </a:lnTo>
                  <a:lnTo>
                    <a:pt x="71805" y="61709"/>
                  </a:lnTo>
                  <a:lnTo>
                    <a:pt x="71894" y="63677"/>
                  </a:lnTo>
                  <a:lnTo>
                    <a:pt x="74523" y="64300"/>
                  </a:lnTo>
                  <a:lnTo>
                    <a:pt x="77736" y="64096"/>
                  </a:lnTo>
                  <a:lnTo>
                    <a:pt x="80937" y="63906"/>
                  </a:lnTo>
                  <a:lnTo>
                    <a:pt x="83502" y="62941"/>
                  </a:lnTo>
                  <a:close/>
                </a:path>
                <a:path w="310515" h="204470">
                  <a:moveTo>
                    <a:pt x="116078" y="100939"/>
                  </a:moveTo>
                  <a:lnTo>
                    <a:pt x="115989" y="98983"/>
                  </a:lnTo>
                  <a:lnTo>
                    <a:pt x="113347" y="98361"/>
                  </a:lnTo>
                  <a:lnTo>
                    <a:pt x="106946" y="98755"/>
                  </a:lnTo>
                  <a:lnTo>
                    <a:pt x="105435" y="99326"/>
                  </a:lnTo>
                  <a:lnTo>
                    <a:pt x="105740" y="97574"/>
                  </a:lnTo>
                  <a:lnTo>
                    <a:pt x="105562" y="93840"/>
                  </a:lnTo>
                  <a:lnTo>
                    <a:pt x="105397" y="90093"/>
                  </a:lnTo>
                  <a:lnTo>
                    <a:pt x="104571" y="87109"/>
                  </a:lnTo>
                  <a:lnTo>
                    <a:pt x="102895" y="87223"/>
                  </a:lnTo>
                  <a:lnTo>
                    <a:pt x="102349" y="90284"/>
                  </a:lnTo>
                  <a:lnTo>
                    <a:pt x="102692" y="97764"/>
                  </a:lnTo>
                  <a:lnTo>
                    <a:pt x="103136" y="99428"/>
                  </a:lnTo>
                  <a:lnTo>
                    <a:pt x="101752" y="99085"/>
                  </a:lnTo>
                  <a:lnTo>
                    <a:pt x="98539" y="99288"/>
                  </a:lnTo>
                  <a:lnTo>
                    <a:pt x="95338" y="99479"/>
                  </a:lnTo>
                  <a:lnTo>
                    <a:pt x="92773" y="100444"/>
                  </a:lnTo>
                  <a:lnTo>
                    <a:pt x="92862" y="102412"/>
                  </a:lnTo>
                  <a:lnTo>
                    <a:pt x="95504" y="103035"/>
                  </a:lnTo>
                  <a:lnTo>
                    <a:pt x="101917" y="102641"/>
                  </a:lnTo>
                  <a:lnTo>
                    <a:pt x="103339" y="102108"/>
                  </a:lnTo>
                  <a:lnTo>
                    <a:pt x="103047" y="103822"/>
                  </a:lnTo>
                  <a:lnTo>
                    <a:pt x="103225" y="107556"/>
                  </a:lnTo>
                  <a:lnTo>
                    <a:pt x="103390" y="111302"/>
                  </a:lnTo>
                  <a:lnTo>
                    <a:pt x="104216" y="114287"/>
                  </a:lnTo>
                  <a:lnTo>
                    <a:pt x="105892" y="114173"/>
                  </a:lnTo>
                  <a:lnTo>
                    <a:pt x="106438" y="111112"/>
                  </a:lnTo>
                  <a:lnTo>
                    <a:pt x="106083" y="103632"/>
                  </a:lnTo>
                  <a:lnTo>
                    <a:pt x="105625" y="101955"/>
                  </a:lnTo>
                  <a:lnTo>
                    <a:pt x="107111" y="102311"/>
                  </a:lnTo>
                  <a:lnTo>
                    <a:pt x="110312" y="102108"/>
                  </a:lnTo>
                  <a:lnTo>
                    <a:pt x="113512" y="101904"/>
                  </a:lnTo>
                  <a:lnTo>
                    <a:pt x="116078" y="100939"/>
                  </a:lnTo>
                  <a:close/>
                </a:path>
                <a:path w="310515" h="204470">
                  <a:moveTo>
                    <a:pt x="116700" y="25120"/>
                  </a:moveTo>
                  <a:lnTo>
                    <a:pt x="116611" y="23164"/>
                  </a:lnTo>
                  <a:lnTo>
                    <a:pt x="113969" y="22529"/>
                  </a:lnTo>
                  <a:lnTo>
                    <a:pt x="107569" y="22936"/>
                  </a:lnTo>
                  <a:lnTo>
                    <a:pt x="106057" y="23507"/>
                  </a:lnTo>
                  <a:lnTo>
                    <a:pt x="106362" y="21755"/>
                  </a:lnTo>
                  <a:lnTo>
                    <a:pt x="106184" y="18008"/>
                  </a:lnTo>
                  <a:lnTo>
                    <a:pt x="106019" y="14274"/>
                  </a:lnTo>
                  <a:lnTo>
                    <a:pt x="105194" y="11290"/>
                  </a:lnTo>
                  <a:lnTo>
                    <a:pt x="103517" y="11391"/>
                  </a:lnTo>
                  <a:lnTo>
                    <a:pt x="102971" y="14465"/>
                  </a:lnTo>
                  <a:lnTo>
                    <a:pt x="103314" y="21932"/>
                  </a:lnTo>
                  <a:lnTo>
                    <a:pt x="103771" y="23609"/>
                  </a:lnTo>
                  <a:lnTo>
                    <a:pt x="102374" y="23266"/>
                  </a:lnTo>
                  <a:lnTo>
                    <a:pt x="99161" y="23456"/>
                  </a:lnTo>
                  <a:lnTo>
                    <a:pt x="95961" y="23660"/>
                  </a:lnTo>
                  <a:lnTo>
                    <a:pt x="93395" y="24625"/>
                  </a:lnTo>
                  <a:lnTo>
                    <a:pt x="93484" y="26581"/>
                  </a:lnTo>
                  <a:lnTo>
                    <a:pt x="96126" y="27216"/>
                  </a:lnTo>
                  <a:lnTo>
                    <a:pt x="102539" y="26809"/>
                  </a:lnTo>
                  <a:lnTo>
                    <a:pt x="103962" y="26276"/>
                  </a:lnTo>
                  <a:lnTo>
                    <a:pt x="103670" y="28003"/>
                  </a:lnTo>
                  <a:lnTo>
                    <a:pt x="103835" y="31737"/>
                  </a:lnTo>
                  <a:lnTo>
                    <a:pt x="104013" y="35471"/>
                  </a:lnTo>
                  <a:lnTo>
                    <a:pt x="104838" y="38455"/>
                  </a:lnTo>
                  <a:lnTo>
                    <a:pt x="106514" y="38354"/>
                  </a:lnTo>
                  <a:lnTo>
                    <a:pt x="107061" y="35280"/>
                  </a:lnTo>
                  <a:lnTo>
                    <a:pt x="106705" y="27813"/>
                  </a:lnTo>
                  <a:lnTo>
                    <a:pt x="106248" y="26136"/>
                  </a:lnTo>
                  <a:lnTo>
                    <a:pt x="107734" y="26479"/>
                  </a:lnTo>
                  <a:lnTo>
                    <a:pt x="110934" y="26276"/>
                  </a:lnTo>
                  <a:lnTo>
                    <a:pt x="114134" y="26085"/>
                  </a:lnTo>
                  <a:lnTo>
                    <a:pt x="116700" y="25120"/>
                  </a:lnTo>
                  <a:close/>
                </a:path>
                <a:path w="310515" h="204470">
                  <a:moveTo>
                    <a:pt x="149593" y="63474"/>
                  </a:moveTo>
                  <a:lnTo>
                    <a:pt x="149491" y="61518"/>
                  </a:lnTo>
                  <a:lnTo>
                    <a:pt x="146862" y="60896"/>
                  </a:lnTo>
                  <a:lnTo>
                    <a:pt x="140449" y="61290"/>
                  </a:lnTo>
                  <a:lnTo>
                    <a:pt x="138938" y="61861"/>
                  </a:lnTo>
                  <a:lnTo>
                    <a:pt x="139242" y="60109"/>
                  </a:lnTo>
                  <a:lnTo>
                    <a:pt x="139077" y="56375"/>
                  </a:lnTo>
                  <a:lnTo>
                    <a:pt x="138912" y="52628"/>
                  </a:lnTo>
                  <a:lnTo>
                    <a:pt x="138074" y="49644"/>
                  </a:lnTo>
                  <a:lnTo>
                    <a:pt x="136410" y="49758"/>
                  </a:lnTo>
                  <a:lnTo>
                    <a:pt x="135864" y="52819"/>
                  </a:lnTo>
                  <a:lnTo>
                    <a:pt x="136207" y="60299"/>
                  </a:lnTo>
                  <a:lnTo>
                    <a:pt x="136652" y="61963"/>
                  </a:lnTo>
                  <a:lnTo>
                    <a:pt x="135255" y="61620"/>
                  </a:lnTo>
                  <a:lnTo>
                    <a:pt x="132054" y="61823"/>
                  </a:lnTo>
                  <a:lnTo>
                    <a:pt x="128841" y="62014"/>
                  </a:lnTo>
                  <a:lnTo>
                    <a:pt x="126276" y="62979"/>
                  </a:lnTo>
                  <a:lnTo>
                    <a:pt x="126377" y="64947"/>
                  </a:lnTo>
                  <a:lnTo>
                    <a:pt x="129019" y="65570"/>
                  </a:lnTo>
                  <a:lnTo>
                    <a:pt x="135420" y="65176"/>
                  </a:lnTo>
                  <a:lnTo>
                    <a:pt x="136855" y="64643"/>
                  </a:lnTo>
                  <a:lnTo>
                    <a:pt x="136563" y="66357"/>
                  </a:lnTo>
                  <a:lnTo>
                    <a:pt x="136728" y="70091"/>
                  </a:lnTo>
                  <a:lnTo>
                    <a:pt x="136893" y="73837"/>
                  </a:lnTo>
                  <a:lnTo>
                    <a:pt x="137718" y="76822"/>
                  </a:lnTo>
                  <a:lnTo>
                    <a:pt x="139395" y="76708"/>
                  </a:lnTo>
                  <a:lnTo>
                    <a:pt x="139941" y="73647"/>
                  </a:lnTo>
                  <a:lnTo>
                    <a:pt x="139598" y="66167"/>
                  </a:lnTo>
                  <a:lnTo>
                    <a:pt x="139128" y="64503"/>
                  </a:lnTo>
                  <a:lnTo>
                    <a:pt x="140614" y="64846"/>
                  </a:lnTo>
                  <a:lnTo>
                    <a:pt x="143814" y="64643"/>
                  </a:lnTo>
                  <a:lnTo>
                    <a:pt x="147027" y="64439"/>
                  </a:lnTo>
                  <a:lnTo>
                    <a:pt x="149593" y="63474"/>
                  </a:lnTo>
                  <a:close/>
                </a:path>
                <a:path w="310515" h="204470">
                  <a:moveTo>
                    <a:pt x="259956" y="63347"/>
                  </a:moveTo>
                  <a:lnTo>
                    <a:pt x="250825" y="52705"/>
                  </a:lnTo>
                  <a:lnTo>
                    <a:pt x="250825" y="63347"/>
                  </a:lnTo>
                  <a:lnTo>
                    <a:pt x="205651" y="116039"/>
                  </a:lnTo>
                  <a:lnTo>
                    <a:pt x="193979" y="102438"/>
                  </a:lnTo>
                  <a:lnTo>
                    <a:pt x="196545" y="103035"/>
                  </a:lnTo>
                  <a:lnTo>
                    <a:pt x="202958" y="102641"/>
                  </a:lnTo>
                  <a:lnTo>
                    <a:pt x="205511" y="101676"/>
                  </a:lnTo>
                  <a:lnTo>
                    <a:pt x="205460" y="100711"/>
                  </a:lnTo>
                  <a:lnTo>
                    <a:pt x="206235" y="100647"/>
                  </a:lnTo>
                  <a:lnTo>
                    <a:pt x="206768" y="97574"/>
                  </a:lnTo>
                  <a:lnTo>
                    <a:pt x="206603" y="93840"/>
                  </a:lnTo>
                  <a:lnTo>
                    <a:pt x="206438" y="90093"/>
                  </a:lnTo>
                  <a:lnTo>
                    <a:pt x="205613" y="87109"/>
                  </a:lnTo>
                  <a:lnTo>
                    <a:pt x="203936" y="87223"/>
                  </a:lnTo>
                  <a:lnTo>
                    <a:pt x="203390" y="90284"/>
                  </a:lnTo>
                  <a:lnTo>
                    <a:pt x="203733" y="97764"/>
                  </a:lnTo>
                  <a:lnTo>
                    <a:pt x="204177" y="99428"/>
                  </a:lnTo>
                  <a:lnTo>
                    <a:pt x="202780" y="99085"/>
                  </a:lnTo>
                  <a:lnTo>
                    <a:pt x="199580" y="99288"/>
                  </a:lnTo>
                  <a:lnTo>
                    <a:pt x="196380" y="99479"/>
                  </a:lnTo>
                  <a:lnTo>
                    <a:pt x="193814" y="100444"/>
                  </a:lnTo>
                  <a:lnTo>
                    <a:pt x="193890" y="102349"/>
                  </a:lnTo>
                  <a:lnTo>
                    <a:pt x="161391" y="64427"/>
                  </a:lnTo>
                  <a:lnTo>
                    <a:pt x="163969" y="65024"/>
                  </a:lnTo>
                  <a:lnTo>
                    <a:pt x="170370" y="64630"/>
                  </a:lnTo>
                  <a:lnTo>
                    <a:pt x="171805" y="64096"/>
                  </a:lnTo>
                  <a:lnTo>
                    <a:pt x="171513" y="65824"/>
                  </a:lnTo>
                  <a:lnTo>
                    <a:pt x="171678" y="69557"/>
                  </a:lnTo>
                  <a:lnTo>
                    <a:pt x="171843" y="73291"/>
                  </a:lnTo>
                  <a:lnTo>
                    <a:pt x="172669" y="76276"/>
                  </a:lnTo>
                  <a:lnTo>
                    <a:pt x="174345" y="76174"/>
                  </a:lnTo>
                  <a:lnTo>
                    <a:pt x="174891" y="73101"/>
                  </a:lnTo>
                  <a:lnTo>
                    <a:pt x="174548" y="65633"/>
                  </a:lnTo>
                  <a:lnTo>
                    <a:pt x="174078" y="63957"/>
                  </a:lnTo>
                  <a:lnTo>
                    <a:pt x="175564" y="64300"/>
                  </a:lnTo>
                  <a:lnTo>
                    <a:pt x="178765" y="64096"/>
                  </a:lnTo>
                  <a:lnTo>
                    <a:pt x="181978" y="63906"/>
                  </a:lnTo>
                  <a:lnTo>
                    <a:pt x="184543" y="62941"/>
                  </a:lnTo>
                  <a:lnTo>
                    <a:pt x="184442" y="60985"/>
                  </a:lnTo>
                  <a:lnTo>
                    <a:pt x="181800" y="60350"/>
                  </a:lnTo>
                  <a:lnTo>
                    <a:pt x="175399" y="60756"/>
                  </a:lnTo>
                  <a:lnTo>
                    <a:pt x="173888" y="61328"/>
                  </a:lnTo>
                  <a:lnTo>
                    <a:pt x="174193" y="59575"/>
                  </a:lnTo>
                  <a:lnTo>
                    <a:pt x="174028" y="55829"/>
                  </a:lnTo>
                  <a:lnTo>
                    <a:pt x="173850" y="52095"/>
                  </a:lnTo>
                  <a:lnTo>
                    <a:pt x="173024" y="49110"/>
                  </a:lnTo>
                  <a:lnTo>
                    <a:pt x="172656" y="49136"/>
                  </a:lnTo>
                  <a:lnTo>
                    <a:pt x="205651" y="10668"/>
                  </a:lnTo>
                  <a:lnTo>
                    <a:pt x="250825" y="63347"/>
                  </a:lnTo>
                  <a:lnTo>
                    <a:pt x="250825" y="52705"/>
                  </a:lnTo>
                  <a:lnTo>
                    <a:pt x="214782" y="10668"/>
                  </a:lnTo>
                  <a:lnTo>
                    <a:pt x="205651" y="0"/>
                  </a:lnTo>
                  <a:lnTo>
                    <a:pt x="171602" y="39712"/>
                  </a:lnTo>
                  <a:lnTo>
                    <a:pt x="171602" y="61429"/>
                  </a:lnTo>
                  <a:lnTo>
                    <a:pt x="170205" y="61087"/>
                  </a:lnTo>
                  <a:lnTo>
                    <a:pt x="167005" y="61277"/>
                  </a:lnTo>
                  <a:lnTo>
                    <a:pt x="163791" y="61480"/>
                  </a:lnTo>
                  <a:lnTo>
                    <a:pt x="161315" y="62420"/>
                  </a:lnTo>
                  <a:lnTo>
                    <a:pt x="161315" y="64338"/>
                  </a:lnTo>
                  <a:lnTo>
                    <a:pt x="160477" y="63347"/>
                  </a:lnTo>
                  <a:lnTo>
                    <a:pt x="161226" y="62484"/>
                  </a:lnTo>
                  <a:lnTo>
                    <a:pt x="161315" y="64338"/>
                  </a:lnTo>
                  <a:lnTo>
                    <a:pt x="161315" y="62420"/>
                  </a:lnTo>
                  <a:lnTo>
                    <a:pt x="171030" y="51041"/>
                  </a:lnTo>
                  <a:lnTo>
                    <a:pt x="170815" y="52285"/>
                  </a:lnTo>
                  <a:lnTo>
                    <a:pt x="171157" y="59753"/>
                  </a:lnTo>
                  <a:lnTo>
                    <a:pt x="171602" y="61429"/>
                  </a:lnTo>
                  <a:lnTo>
                    <a:pt x="171602" y="39712"/>
                  </a:lnTo>
                  <a:lnTo>
                    <a:pt x="151333" y="63347"/>
                  </a:lnTo>
                  <a:lnTo>
                    <a:pt x="205651" y="126707"/>
                  </a:lnTo>
                  <a:lnTo>
                    <a:pt x="214782" y="116039"/>
                  </a:lnTo>
                  <a:lnTo>
                    <a:pt x="259956" y="63347"/>
                  </a:lnTo>
                  <a:close/>
                </a:path>
                <a:path w="310515" h="204470">
                  <a:moveTo>
                    <a:pt x="310438" y="140512"/>
                  </a:moveTo>
                  <a:lnTo>
                    <a:pt x="301307" y="129870"/>
                  </a:lnTo>
                  <a:lnTo>
                    <a:pt x="301307" y="140512"/>
                  </a:lnTo>
                  <a:lnTo>
                    <a:pt x="291211" y="152298"/>
                  </a:lnTo>
                  <a:lnTo>
                    <a:pt x="291477" y="150799"/>
                  </a:lnTo>
                  <a:lnTo>
                    <a:pt x="291122" y="143332"/>
                  </a:lnTo>
                  <a:lnTo>
                    <a:pt x="290664" y="141655"/>
                  </a:lnTo>
                  <a:lnTo>
                    <a:pt x="292150" y="141998"/>
                  </a:lnTo>
                  <a:lnTo>
                    <a:pt x="295351" y="141808"/>
                  </a:lnTo>
                  <a:lnTo>
                    <a:pt x="298551" y="141605"/>
                  </a:lnTo>
                  <a:lnTo>
                    <a:pt x="301117" y="140639"/>
                  </a:lnTo>
                  <a:lnTo>
                    <a:pt x="301091" y="140271"/>
                  </a:lnTo>
                  <a:lnTo>
                    <a:pt x="301307" y="140512"/>
                  </a:lnTo>
                  <a:lnTo>
                    <a:pt x="301307" y="129870"/>
                  </a:lnTo>
                  <a:lnTo>
                    <a:pt x="299402" y="127647"/>
                  </a:lnTo>
                  <a:lnTo>
                    <a:pt x="299402" y="138303"/>
                  </a:lnTo>
                  <a:lnTo>
                    <a:pt x="298386" y="138049"/>
                  </a:lnTo>
                  <a:lnTo>
                    <a:pt x="291985" y="138455"/>
                  </a:lnTo>
                  <a:lnTo>
                    <a:pt x="290474" y="139026"/>
                  </a:lnTo>
                  <a:lnTo>
                    <a:pt x="290779" y="137274"/>
                  </a:lnTo>
                  <a:lnTo>
                    <a:pt x="290601" y="133527"/>
                  </a:lnTo>
                  <a:lnTo>
                    <a:pt x="290436" y="129794"/>
                  </a:lnTo>
                  <a:lnTo>
                    <a:pt x="289788" y="127495"/>
                  </a:lnTo>
                  <a:lnTo>
                    <a:pt x="289788" y="153949"/>
                  </a:lnTo>
                  <a:lnTo>
                    <a:pt x="256146" y="193205"/>
                  </a:lnTo>
                  <a:lnTo>
                    <a:pt x="244462" y="179590"/>
                  </a:lnTo>
                  <a:lnTo>
                    <a:pt x="247040" y="180200"/>
                  </a:lnTo>
                  <a:lnTo>
                    <a:pt x="253441" y="179793"/>
                  </a:lnTo>
                  <a:lnTo>
                    <a:pt x="254876" y="179260"/>
                  </a:lnTo>
                  <a:lnTo>
                    <a:pt x="254584" y="180987"/>
                  </a:lnTo>
                  <a:lnTo>
                    <a:pt x="254749" y="184721"/>
                  </a:lnTo>
                  <a:lnTo>
                    <a:pt x="254914" y="188455"/>
                  </a:lnTo>
                  <a:lnTo>
                    <a:pt x="255739" y="191439"/>
                  </a:lnTo>
                  <a:lnTo>
                    <a:pt x="257416" y="191338"/>
                  </a:lnTo>
                  <a:lnTo>
                    <a:pt x="257962" y="188277"/>
                  </a:lnTo>
                  <a:lnTo>
                    <a:pt x="257619" y="180797"/>
                  </a:lnTo>
                  <a:lnTo>
                    <a:pt x="257162" y="179120"/>
                  </a:lnTo>
                  <a:lnTo>
                    <a:pt x="258635" y="179463"/>
                  </a:lnTo>
                  <a:lnTo>
                    <a:pt x="261848" y="179273"/>
                  </a:lnTo>
                  <a:lnTo>
                    <a:pt x="265049" y="179070"/>
                  </a:lnTo>
                  <a:lnTo>
                    <a:pt x="267614" y="178104"/>
                  </a:lnTo>
                  <a:lnTo>
                    <a:pt x="267525" y="176149"/>
                  </a:lnTo>
                  <a:lnTo>
                    <a:pt x="264883" y="175514"/>
                  </a:lnTo>
                  <a:lnTo>
                    <a:pt x="258470" y="175920"/>
                  </a:lnTo>
                  <a:lnTo>
                    <a:pt x="256959" y="176491"/>
                  </a:lnTo>
                  <a:lnTo>
                    <a:pt x="257263" y="174739"/>
                  </a:lnTo>
                  <a:lnTo>
                    <a:pt x="257098" y="170992"/>
                  </a:lnTo>
                  <a:lnTo>
                    <a:pt x="256933" y="167259"/>
                  </a:lnTo>
                  <a:lnTo>
                    <a:pt x="256108" y="164274"/>
                  </a:lnTo>
                  <a:lnTo>
                    <a:pt x="254431" y="164376"/>
                  </a:lnTo>
                  <a:lnTo>
                    <a:pt x="253885" y="167449"/>
                  </a:lnTo>
                  <a:lnTo>
                    <a:pt x="254228" y="174929"/>
                  </a:lnTo>
                  <a:lnTo>
                    <a:pt x="254673" y="176593"/>
                  </a:lnTo>
                  <a:lnTo>
                    <a:pt x="253276" y="176250"/>
                  </a:lnTo>
                  <a:lnTo>
                    <a:pt x="250075" y="176453"/>
                  </a:lnTo>
                  <a:lnTo>
                    <a:pt x="246875" y="176644"/>
                  </a:lnTo>
                  <a:lnTo>
                    <a:pt x="244309" y="177609"/>
                  </a:lnTo>
                  <a:lnTo>
                    <a:pt x="244386" y="179514"/>
                  </a:lnTo>
                  <a:lnTo>
                    <a:pt x="211886" y="141592"/>
                  </a:lnTo>
                  <a:lnTo>
                    <a:pt x="214452" y="142189"/>
                  </a:lnTo>
                  <a:lnTo>
                    <a:pt x="220865" y="141795"/>
                  </a:lnTo>
                  <a:lnTo>
                    <a:pt x="222300" y="141262"/>
                  </a:lnTo>
                  <a:lnTo>
                    <a:pt x="222008" y="142976"/>
                  </a:lnTo>
                  <a:lnTo>
                    <a:pt x="222173" y="146723"/>
                  </a:lnTo>
                  <a:lnTo>
                    <a:pt x="222338" y="150456"/>
                  </a:lnTo>
                  <a:lnTo>
                    <a:pt x="223164" y="153441"/>
                  </a:lnTo>
                  <a:lnTo>
                    <a:pt x="224840" y="153339"/>
                  </a:lnTo>
                  <a:lnTo>
                    <a:pt x="225386" y="150266"/>
                  </a:lnTo>
                  <a:lnTo>
                    <a:pt x="225044" y="142786"/>
                  </a:lnTo>
                  <a:lnTo>
                    <a:pt x="224574" y="141109"/>
                  </a:lnTo>
                  <a:lnTo>
                    <a:pt x="226060" y="141465"/>
                  </a:lnTo>
                  <a:lnTo>
                    <a:pt x="229260" y="141262"/>
                  </a:lnTo>
                  <a:lnTo>
                    <a:pt x="232473" y="141058"/>
                  </a:lnTo>
                  <a:lnTo>
                    <a:pt x="235038" y="140106"/>
                  </a:lnTo>
                  <a:lnTo>
                    <a:pt x="234937" y="138137"/>
                  </a:lnTo>
                  <a:lnTo>
                    <a:pt x="232295" y="137515"/>
                  </a:lnTo>
                  <a:lnTo>
                    <a:pt x="225894" y="137909"/>
                  </a:lnTo>
                  <a:lnTo>
                    <a:pt x="224383" y="138480"/>
                  </a:lnTo>
                  <a:lnTo>
                    <a:pt x="224688" y="136728"/>
                  </a:lnTo>
                  <a:lnTo>
                    <a:pt x="224523" y="132994"/>
                  </a:lnTo>
                  <a:lnTo>
                    <a:pt x="224345" y="129247"/>
                  </a:lnTo>
                  <a:lnTo>
                    <a:pt x="223520" y="126263"/>
                  </a:lnTo>
                  <a:lnTo>
                    <a:pt x="223164" y="126288"/>
                  </a:lnTo>
                  <a:lnTo>
                    <a:pt x="254927" y="89242"/>
                  </a:lnTo>
                  <a:lnTo>
                    <a:pt x="254508" y="91617"/>
                  </a:lnTo>
                  <a:lnTo>
                    <a:pt x="254850" y="99098"/>
                  </a:lnTo>
                  <a:lnTo>
                    <a:pt x="255295" y="100761"/>
                  </a:lnTo>
                  <a:lnTo>
                    <a:pt x="253898" y="100418"/>
                  </a:lnTo>
                  <a:lnTo>
                    <a:pt x="250698" y="100622"/>
                  </a:lnTo>
                  <a:lnTo>
                    <a:pt x="247497" y="100825"/>
                  </a:lnTo>
                  <a:lnTo>
                    <a:pt x="244932" y="101790"/>
                  </a:lnTo>
                  <a:lnTo>
                    <a:pt x="245021" y="103746"/>
                  </a:lnTo>
                  <a:lnTo>
                    <a:pt x="247662" y="104368"/>
                  </a:lnTo>
                  <a:lnTo>
                    <a:pt x="254063" y="103974"/>
                  </a:lnTo>
                  <a:lnTo>
                    <a:pt x="255498" y="103441"/>
                  </a:lnTo>
                  <a:lnTo>
                    <a:pt x="255206" y="105156"/>
                  </a:lnTo>
                  <a:lnTo>
                    <a:pt x="255371" y="108902"/>
                  </a:lnTo>
                  <a:lnTo>
                    <a:pt x="255536" y="112636"/>
                  </a:lnTo>
                  <a:lnTo>
                    <a:pt x="256362" y="115620"/>
                  </a:lnTo>
                  <a:lnTo>
                    <a:pt x="258038" y="115519"/>
                  </a:lnTo>
                  <a:lnTo>
                    <a:pt x="258584" y="112445"/>
                  </a:lnTo>
                  <a:lnTo>
                    <a:pt x="258241" y="104965"/>
                  </a:lnTo>
                  <a:lnTo>
                    <a:pt x="257784" y="103289"/>
                  </a:lnTo>
                  <a:lnTo>
                    <a:pt x="259257" y="103644"/>
                  </a:lnTo>
                  <a:lnTo>
                    <a:pt x="262470" y="103441"/>
                  </a:lnTo>
                  <a:lnTo>
                    <a:pt x="265671" y="103238"/>
                  </a:lnTo>
                  <a:lnTo>
                    <a:pt x="268236" y="102285"/>
                  </a:lnTo>
                  <a:lnTo>
                    <a:pt x="268211" y="101930"/>
                  </a:lnTo>
                  <a:lnTo>
                    <a:pt x="289560" y="126822"/>
                  </a:lnTo>
                  <a:lnTo>
                    <a:pt x="287934" y="126911"/>
                  </a:lnTo>
                  <a:lnTo>
                    <a:pt x="287388" y="129984"/>
                  </a:lnTo>
                  <a:lnTo>
                    <a:pt x="287743" y="137464"/>
                  </a:lnTo>
                  <a:lnTo>
                    <a:pt x="288188" y="139128"/>
                  </a:lnTo>
                  <a:lnTo>
                    <a:pt x="286791" y="138785"/>
                  </a:lnTo>
                  <a:lnTo>
                    <a:pt x="283578" y="138976"/>
                  </a:lnTo>
                  <a:lnTo>
                    <a:pt x="280377" y="139179"/>
                  </a:lnTo>
                  <a:lnTo>
                    <a:pt x="277812" y="140144"/>
                  </a:lnTo>
                  <a:lnTo>
                    <a:pt x="277901" y="142100"/>
                  </a:lnTo>
                  <a:lnTo>
                    <a:pt x="280543" y="142735"/>
                  </a:lnTo>
                  <a:lnTo>
                    <a:pt x="286956" y="142328"/>
                  </a:lnTo>
                  <a:lnTo>
                    <a:pt x="288378" y="141795"/>
                  </a:lnTo>
                  <a:lnTo>
                    <a:pt x="288086" y="143522"/>
                  </a:lnTo>
                  <a:lnTo>
                    <a:pt x="288264" y="147256"/>
                  </a:lnTo>
                  <a:lnTo>
                    <a:pt x="288429" y="150990"/>
                  </a:lnTo>
                  <a:lnTo>
                    <a:pt x="289255" y="153974"/>
                  </a:lnTo>
                  <a:lnTo>
                    <a:pt x="289788" y="153949"/>
                  </a:lnTo>
                  <a:lnTo>
                    <a:pt x="289788" y="127495"/>
                  </a:lnTo>
                  <a:lnTo>
                    <a:pt x="289623" y="126898"/>
                  </a:lnTo>
                  <a:lnTo>
                    <a:pt x="299402" y="138303"/>
                  </a:lnTo>
                  <a:lnTo>
                    <a:pt x="299402" y="127647"/>
                  </a:lnTo>
                  <a:lnTo>
                    <a:pt x="266509" y="89268"/>
                  </a:lnTo>
                  <a:lnTo>
                    <a:pt x="266509" y="99936"/>
                  </a:lnTo>
                  <a:lnTo>
                    <a:pt x="265506" y="99695"/>
                  </a:lnTo>
                  <a:lnTo>
                    <a:pt x="259092" y="100088"/>
                  </a:lnTo>
                  <a:lnTo>
                    <a:pt x="257581" y="100660"/>
                  </a:lnTo>
                  <a:lnTo>
                    <a:pt x="257886" y="98907"/>
                  </a:lnTo>
                  <a:lnTo>
                    <a:pt x="257721" y="95173"/>
                  </a:lnTo>
                  <a:lnTo>
                    <a:pt x="257556" y="91440"/>
                  </a:lnTo>
                  <a:lnTo>
                    <a:pt x="256743" y="88531"/>
                  </a:lnTo>
                  <a:lnTo>
                    <a:pt x="266509" y="99936"/>
                  </a:lnTo>
                  <a:lnTo>
                    <a:pt x="266509" y="89268"/>
                  </a:lnTo>
                  <a:lnTo>
                    <a:pt x="265277" y="87820"/>
                  </a:lnTo>
                  <a:lnTo>
                    <a:pt x="256679" y="77800"/>
                  </a:lnTo>
                  <a:lnTo>
                    <a:pt x="256679" y="88468"/>
                  </a:lnTo>
                  <a:lnTo>
                    <a:pt x="255536" y="88531"/>
                  </a:lnTo>
                  <a:lnTo>
                    <a:pt x="256146" y="87820"/>
                  </a:lnTo>
                  <a:lnTo>
                    <a:pt x="256679" y="88468"/>
                  </a:lnTo>
                  <a:lnTo>
                    <a:pt x="256679" y="77800"/>
                  </a:lnTo>
                  <a:lnTo>
                    <a:pt x="256146" y="77165"/>
                  </a:lnTo>
                  <a:lnTo>
                    <a:pt x="222097" y="116878"/>
                  </a:lnTo>
                  <a:lnTo>
                    <a:pt x="222097" y="138582"/>
                  </a:lnTo>
                  <a:lnTo>
                    <a:pt x="220700" y="138239"/>
                  </a:lnTo>
                  <a:lnTo>
                    <a:pt x="217500" y="138442"/>
                  </a:lnTo>
                  <a:lnTo>
                    <a:pt x="214287" y="138645"/>
                  </a:lnTo>
                  <a:lnTo>
                    <a:pt x="211810" y="139573"/>
                  </a:lnTo>
                  <a:lnTo>
                    <a:pt x="211810" y="141503"/>
                  </a:lnTo>
                  <a:lnTo>
                    <a:pt x="210972" y="140512"/>
                  </a:lnTo>
                  <a:lnTo>
                    <a:pt x="211721" y="139649"/>
                  </a:lnTo>
                  <a:lnTo>
                    <a:pt x="211810" y="141503"/>
                  </a:lnTo>
                  <a:lnTo>
                    <a:pt x="211810" y="139573"/>
                  </a:lnTo>
                  <a:lnTo>
                    <a:pt x="221513" y="128219"/>
                  </a:lnTo>
                  <a:lnTo>
                    <a:pt x="221297" y="129438"/>
                  </a:lnTo>
                  <a:lnTo>
                    <a:pt x="221653" y="136918"/>
                  </a:lnTo>
                  <a:lnTo>
                    <a:pt x="222097" y="138582"/>
                  </a:lnTo>
                  <a:lnTo>
                    <a:pt x="222097" y="116878"/>
                  </a:lnTo>
                  <a:lnTo>
                    <a:pt x="204952" y="136867"/>
                  </a:lnTo>
                  <a:lnTo>
                    <a:pt x="198958" y="129882"/>
                  </a:lnTo>
                  <a:lnTo>
                    <a:pt x="198958" y="140512"/>
                  </a:lnTo>
                  <a:lnTo>
                    <a:pt x="188836" y="152311"/>
                  </a:lnTo>
                  <a:lnTo>
                    <a:pt x="189115" y="150799"/>
                  </a:lnTo>
                  <a:lnTo>
                    <a:pt x="188772" y="143332"/>
                  </a:lnTo>
                  <a:lnTo>
                    <a:pt x="188315" y="141655"/>
                  </a:lnTo>
                  <a:lnTo>
                    <a:pt x="189788" y="141998"/>
                  </a:lnTo>
                  <a:lnTo>
                    <a:pt x="193001" y="141808"/>
                  </a:lnTo>
                  <a:lnTo>
                    <a:pt x="196202" y="141605"/>
                  </a:lnTo>
                  <a:lnTo>
                    <a:pt x="198767" y="140639"/>
                  </a:lnTo>
                  <a:lnTo>
                    <a:pt x="198742" y="140271"/>
                  </a:lnTo>
                  <a:lnTo>
                    <a:pt x="198958" y="140512"/>
                  </a:lnTo>
                  <a:lnTo>
                    <a:pt x="198958" y="129882"/>
                  </a:lnTo>
                  <a:lnTo>
                    <a:pt x="197053" y="127660"/>
                  </a:lnTo>
                  <a:lnTo>
                    <a:pt x="197053" y="138303"/>
                  </a:lnTo>
                  <a:lnTo>
                    <a:pt x="196037" y="138049"/>
                  </a:lnTo>
                  <a:lnTo>
                    <a:pt x="189623" y="138455"/>
                  </a:lnTo>
                  <a:lnTo>
                    <a:pt x="188112" y="139026"/>
                  </a:lnTo>
                  <a:lnTo>
                    <a:pt x="188417" y="137274"/>
                  </a:lnTo>
                  <a:lnTo>
                    <a:pt x="188252" y="133527"/>
                  </a:lnTo>
                  <a:lnTo>
                    <a:pt x="188087" y="129794"/>
                  </a:lnTo>
                  <a:lnTo>
                    <a:pt x="187439" y="127495"/>
                  </a:lnTo>
                  <a:lnTo>
                    <a:pt x="187439" y="153949"/>
                  </a:lnTo>
                  <a:lnTo>
                    <a:pt x="153784" y="193205"/>
                  </a:lnTo>
                  <a:lnTo>
                    <a:pt x="142087" y="179578"/>
                  </a:lnTo>
                  <a:lnTo>
                    <a:pt x="144691" y="180200"/>
                  </a:lnTo>
                  <a:lnTo>
                    <a:pt x="151091" y="179793"/>
                  </a:lnTo>
                  <a:lnTo>
                    <a:pt x="152527" y="179260"/>
                  </a:lnTo>
                  <a:lnTo>
                    <a:pt x="152234" y="180987"/>
                  </a:lnTo>
                  <a:lnTo>
                    <a:pt x="152400" y="184721"/>
                  </a:lnTo>
                  <a:lnTo>
                    <a:pt x="152565" y="188455"/>
                  </a:lnTo>
                  <a:lnTo>
                    <a:pt x="153390" y="191439"/>
                  </a:lnTo>
                  <a:lnTo>
                    <a:pt x="155067" y="191338"/>
                  </a:lnTo>
                  <a:lnTo>
                    <a:pt x="155613" y="188277"/>
                  </a:lnTo>
                  <a:lnTo>
                    <a:pt x="155270" y="180797"/>
                  </a:lnTo>
                  <a:lnTo>
                    <a:pt x="154800" y="179120"/>
                  </a:lnTo>
                  <a:lnTo>
                    <a:pt x="156286" y="179463"/>
                  </a:lnTo>
                  <a:lnTo>
                    <a:pt x="159486" y="179273"/>
                  </a:lnTo>
                  <a:lnTo>
                    <a:pt x="162699" y="179070"/>
                  </a:lnTo>
                  <a:lnTo>
                    <a:pt x="165265" y="178104"/>
                  </a:lnTo>
                  <a:lnTo>
                    <a:pt x="165163" y="176149"/>
                  </a:lnTo>
                  <a:lnTo>
                    <a:pt x="162521" y="175514"/>
                  </a:lnTo>
                  <a:lnTo>
                    <a:pt x="156121" y="175920"/>
                  </a:lnTo>
                  <a:lnTo>
                    <a:pt x="154609" y="176491"/>
                  </a:lnTo>
                  <a:lnTo>
                    <a:pt x="154914" y="174739"/>
                  </a:lnTo>
                  <a:lnTo>
                    <a:pt x="154749" y="170992"/>
                  </a:lnTo>
                  <a:lnTo>
                    <a:pt x="154584" y="167259"/>
                  </a:lnTo>
                  <a:lnTo>
                    <a:pt x="153746" y="164274"/>
                  </a:lnTo>
                  <a:lnTo>
                    <a:pt x="152069" y="164376"/>
                  </a:lnTo>
                  <a:lnTo>
                    <a:pt x="151536" y="167449"/>
                  </a:lnTo>
                  <a:lnTo>
                    <a:pt x="151879" y="174929"/>
                  </a:lnTo>
                  <a:lnTo>
                    <a:pt x="152323" y="176593"/>
                  </a:lnTo>
                  <a:lnTo>
                    <a:pt x="150926" y="176250"/>
                  </a:lnTo>
                  <a:lnTo>
                    <a:pt x="147726" y="176453"/>
                  </a:lnTo>
                  <a:lnTo>
                    <a:pt x="144513" y="176644"/>
                  </a:lnTo>
                  <a:lnTo>
                    <a:pt x="141947" y="177609"/>
                  </a:lnTo>
                  <a:lnTo>
                    <a:pt x="142036" y="179527"/>
                  </a:lnTo>
                  <a:lnTo>
                    <a:pt x="109524" y="141592"/>
                  </a:lnTo>
                  <a:lnTo>
                    <a:pt x="112102" y="142189"/>
                  </a:lnTo>
                  <a:lnTo>
                    <a:pt x="118516" y="141795"/>
                  </a:lnTo>
                  <a:lnTo>
                    <a:pt x="119938" y="141262"/>
                  </a:lnTo>
                  <a:lnTo>
                    <a:pt x="119646" y="142976"/>
                  </a:lnTo>
                  <a:lnTo>
                    <a:pt x="119811" y="146723"/>
                  </a:lnTo>
                  <a:lnTo>
                    <a:pt x="119989" y="150456"/>
                  </a:lnTo>
                  <a:lnTo>
                    <a:pt x="120815" y="153441"/>
                  </a:lnTo>
                  <a:lnTo>
                    <a:pt x="122491" y="153339"/>
                  </a:lnTo>
                  <a:lnTo>
                    <a:pt x="123024" y="150266"/>
                  </a:lnTo>
                  <a:lnTo>
                    <a:pt x="122682" y="142786"/>
                  </a:lnTo>
                  <a:lnTo>
                    <a:pt x="122224" y="141109"/>
                  </a:lnTo>
                  <a:lnTo>
                    <a:pt x="123710" y="141465"/>
                  </a:lnTo>
                  <a:lnTo>
                    <a:pt x="126911" y="141262"/>
                  </a:lnTo>
                  <a:lnTo>
                    <a:pt x="130111" y="141058"/>
                  </a:lnTo>
                  <a:lnTo>
                    <a:pt x="132676" y="140106"/>
                  </a:lnTo>
                  <a:lnTo>
                    <a:pt x="132588" y="138137"/>
                  </a:lnTo>
                  <a:lnTo>
                    <a:pt x="129946" y="137515"/>
                  </a:lnTo>
                  <a:lnTo>
                    <a:pt x="123532" y="137909"/>
                  </a:lnTo>
                  <a:lnTo>
                    <a:pt x="122021" y="138480"/>
                  </a:lnTo>
                  <a:lnTo>
                    <a:pt x="122326" y="136728"/>
                  </a:lnTo>
                  <a:lnTo>
                    <a:pt x="122161" y="132994"/>
                  </a:lnTo>
                  <a:lnTo>
                    <a:pt x="121996" y="129247"/>
                  </a:lnTo>
                  <a:lnTo>
                    <a:pt x="121170" y="126263"/>
                  </a:lnTo>
                  <a:lnTo>
                    <a:pt x="120802" y="126288"/>
                  </a:lnTo>
                  <a:lnTo>
                    <a:pt x="152565" y="89242"/>
                  </a:lnTo>
                  <a:lnTo>
                    <a:pt x="152158" y="91617"/>
                  </a:lnTo>
                  <a:lnTo>
                    <a:pt x="152501" y="99098"/>
                  </a:lnTo>
                  <a:lnTo>
                    <a:pt x="152946" y="100761"/>
                  </a:lnTo>
                  <a:lnTo>
                    <a:pt x="151549" y="100418"/>
                  </a:lnTo>
                  <a:lnTo>
                    <a:pt x="148348" y="100622"/>
                  </a:lnTo>
                  <a:lnTo>
                    <a:pt x="145135" y="100825"/>
                  </a:lnTo>
                  <a:lnTo>
                    <a:pt x="142570" y="101790"/>
                  </a:lnTo>
                  <a:lnTo>
                    <a:pt x="142671" y="103746"/>
                  </a:lnTo>
                  <a:lnTo>
                    <a:pt x="145300" y="104368"/>
                  </a:lnTo>
                  <a:lnTo>
                    <a:pt x="151714" y="103974"/>
                  </a:lnTo>
                  <a:lnTo>
                    <a:pt x="153149" y="103441"/>
                  </a:lnTo>
                  <a:lnTo>
                    <a:pt x="152857" y="105156"/>
                  </a:lnTo>
                  <a:lnTo>
                    <a:pt x="153022" y="108902"/>
                  </a:lnTo>
                  <a:lnTo>
                    <a:pt x="153187" y="112636"/>
                  </a:lnTo>
                  <a:lnTo>
                    <a:pt x="154012" y="115620"/>
                  </a:lnTo>
                  <a:lnTo>
                    <a:pt x="155689" y="115519"/>
                  </a:lnTo>
                  <a:lnTo>
                    <a:pt x="156235" y="112445"/>
                  </a:lnTo>
                  <a:lnTo>
                    <a:pt x="155892" y="104965"/>
                  </a:lnTo>
                  <a:lnTo>
                    <a:pt x="155422" y="103289"/>
                  </a:lnTo>
                  <a:lnTo>
                    <a:pt x="156908" y="103644"/>
                  </a:lnTo>
                  <a:lnTo>
                    <a:pt x="160108" y="103441"/>
                  </a:lnTo>
                  <a:lnTo>
                    <a:pt x="163322" y="103238"/>
                  </a:lnTo>
                  <a:lnTo>
                    <a:pt x="165887" y="102285"/>
                  </a:lnTo>
                  <a:lnTo>
                    <a:pt x="165862" y="101942"/>
                  </a:lnTo>
                  <a:lnTo>
                    <a:pt x="187210" y="126822"/>
                  </a:lnTo>
                  <a:lnTo>
                    <a:pt x="185585" y="126911"/>
                  </a:lnTo>
                  <a:lnTo>
                    <a:pt x="185039" y="129984"/>
                  </a:lnTo>
                  <a:lnTo>
                    <a:pt x="185381" y="137464"/>
                  </a:lnTo>
                  <a:lnTo>
                    <a:pt x="185826" y="139128"/>
                  </a:lnTo>
                  <a:lnTo>
                    <a:pt x="184429" y="138785"/>
                  </a:lnTo>
                  <a:lnTo>
                    <a:pt x="181229" y="138976"/>
                  </a:lnTo>
                  <a:lnTo>
                    <a:pt x="178028" y="139179"/>
                  </a:lnTo>
                  <a:lnTo>
                    <a:pt x="175463" y="140144"/>
                  </a:lnTo>
                  <a:lnTo>
                    <a:pt x="175552" y="142100"/>
                  </a:lnTo>
                  <a:lnTo>
                    <a:pt x="178193" y="142735"/>
                  </a:lnTo>
                  <a:lnTo>
                    <a:pt x="184594" y="142328"/>
                  </a:lnTo>
                  <a:lnTo>
                    <a:pt x="186029" y="141795"/>
                  </a:lnTo>
                  <a:lnTo>
                    <a:pt x="185737" y="143522"/>
                  </a:lnTo>
                  <a:lnTo>
                    <a:pt x="185902" y="147256"/>
                  </a:lnTo>
                  <a:lnTo>
                    <a:pt x="186067" y="150990"/>
                  </a:lnTo>
                  <a:lnTo>
                    <a:pt x="186905" y="153974"/>
                  </a:lnTo>
                  <a:lnTo>
                    <a:pt x="187439" y="153949"/>
                  </a:lnTo>
                  <a:lnTo>
                    <a:pt x="187439" y="127495"/>
                  </a:lnTo>
                  <a:lnTo>
                    <a:pt x="187274" y="126898"/>
                  </a:lnTo>
                  <a:lnTo>
                    <a:pt x="197053" y="138303"/>
                  </a:lnTo>
                  <a:lnTo>
                    <a:pt x="197053" y="127660"/>
                  </a:lnTo>
                  <a:lnTo>
                    <a:pt x="164147" y="89255"/>
                  </a:lnTo>
                  <a:lnTo>
                    <a:pt x="164147" y="99936"/>
                  </a:lnTo>
                  <a:lnTo>
                    <a:pt x="163144" y="99695"/>
                  </a:lnTo>
                  <a:lnTo>
                    <a:pt x="156743" y="100088"/>
                  </a:lnTo>
                  <a:lnTo>
                    <a:pt x="155232" y="100660"/>
                  </a:lnTo>
                  <a:lnTo>
                    <a:pt x="155536" y="98907"/>
                  </a:lnTo>
                  <a:lnTo>
                    <a:pt x="155371" y="95173"/>
                  </a:lnTo>
                  <a:lnTo>
                    <a:pt x="155194" y="91440"/>
                  </a:lnTo>
                  <a:lnTo>
                    <a:pt x="154381" y="88531"/>
                  </a:lnTo>
                  <a:lnTo>
                    <a:pt x="164147" y="99936"/>
                  </a:lnTo>
                  <a:lnTo>
                    <a:pt x="164147" y="89255"/>
                  </a:lnTo>
                  <a:lnTo>
                    <a:pt x="162928" y="87820"/>
                  </a:lnTo>
                  <a:lnTo>
                    <a:pt x="154330" y="77812"/>
                  </a:lnTo>
                  <a:lnTo>
                    <a:pt x="154330" y="88468"/>
                  </a:lnTo>
                  <a:lnTo>
                    <a:pt x="153174" y="88531"/>
                  </a:lnTo>
                  <a:lnTo>
                    <a:pt x="153784" y="87820"/>
                  </a:lnTo>
                  <a:lnTo>
                    <a:pt x="154330" y="88468"/>
                  </a:lnTo>
                  <a:lnTo>
                    <a:pt x="154330" y="77812"/>
                  </a:lnTo>
                  <a:lnTo>
                    <a:pt x="153784" y="77165"/>
                  </a:lnTo>
                  <a:lnTo>
                    <a:pt x="119735" y="116890"/>
                  </a:lnTo>
                  <a:lnTo>
                    <a:pt x="119735" y="138582"/>
                  </a:lnTo>
                  <a:lnTo>
                    <a:pt x="118338" y="138239"/>
                  </a:lnTo>
                  <a:lnTo>
                    <a:pt x="115138" y="138442"/>
                  </a:lnTo>
                  <a:lnTo>
                    <a:pt x="111937" y="138645"/>
                  </a:lnTo>
                  <a:lnTo>
                    <a:pt x="109448" y="139585"/>
                  </a:lnTo>
                  <a:lnTo>
                    <a:pt x="109448" y="141503"/>
                  </a:lnTo>
                  <a:lnTo>
                    <a:pt x="108610" y="140512"/>
                  </a:lnTo>
                  <a:lnTo>
                    <a:pt x="109372" y="139623"/>
                  </a:lnTo>
                  <a:lnTo>
                    <a:pt x="109448" y="141503"/>
                  </a:lnTo>
                  <a:lnTo>
                    <a:pt x="109448" y="139585"/>
                  </a:lnTo>
                  <a:lnTo>
                    <a:pt x="119164" y="128206"/>
                  </a:lnTo>
                  <a:lnTo>
                    <a:pt x="118948" y="129438"/>
                  </a:lnTo>
                  <a:lnTo>
                    <a:pt x="119291" y="136918"/>
                  </a:lnTo>
                  <a:lnTo>
                    <a:pt x="119735" y="138582"/>
                  </a:lnTo>
                  <a:lnTo>
                    <a:pt x="119735" y="116890"/>
                  </a:lnTo>
                  <a:lnTo>
                    <a:pt x="104038" y="135191"/>
                  </a:lnTo>
                  <a:lnTo>
                    <a:pt x="99479" y="129882"/>
                  </a:lnTo>
                  <a:lnTo>
                    <a:pt x="99479" y="140512"/>
                  </a:lnTo>
                  <a:lnTo>
                    <a:pt x="89357" y="152311"/>
                  </a:lnTo>
                  <a:lnTo>
                    <a:pt x="89636" y="150799"/>
                  </a:lnTo>
                  <a:lnTo>
                    <a:pt x="89293" y="143332"/>
                  </a:lnTo>
                  <a:lnTo>
                    <a:pt x="88836" y="141655"/>
                  </a:lnTo>
                  <a:lnTo>
                    <a:pt x="90322" y="141998"/>
                  </a:lnTo>
                  <a:lnTo>
                    <a:pt x="93522" y="141808"/>
                  </a:lnTo>
                  <a:lnTo>
                    <a:pt x="96723" y="141605"/>
                  </a:lnTo>
                  <a:lnTo>
                    <a:pt x="99288" y="140639"/>
                  </a:lnTo>
                  <a:lnTo>
                    <a:pt x="99263" y="140271"/>
                  </a:lnTo>
                  <a:lnTo>
                    <a:pt x="99479" y="140512"/>
                  </a:lnTo>
                  <a:lnTo>
                    <a:pt x="99479" y="129882"/>
                  </a:lnTo>
                  <a:lnTo>
                    <a:pt x="97574" y="127647"/>
                  </a:lnTo>
                  <a:lnTo>
                    <a:pt x="97574" y="138303"/>
                  </a:lnTo>
                  <a:lnTo>
                    <a:pt x="96558" y="138049"/>
                  </a:lnTo>
                  <a:lnTo>
                    <a:pt x="90144" y="138455"/>
                  </a:lnTo>
                  <a:lnTo>
                    <a:pt x="88633" y="139026"/>
                  </a:lnTo>
                  <a:lnTo>
                    <a:pt x="88938" y="137274"/>
                  </a:lnTo>
                  <a:lnTo>
                    <a:pt x="88773" y="133527"/>
                  </a:lnTo>
                  <a:lnTo>
                    <a:pt x="88607" y="129794"/>
                  </a:lnTo>
                  <a:lnTo>
                    <a:pt x="87960" y="127495"/>
                  </a:lnTo>
                  <a:lnTo>
                    <a:pt x="87960" y="153949"/>
                  </a:lnTo>
                  <a:lnTo>
                    <a:pt x="54305" y="193205"/>
                  </a:lnTo>
                  <a:lnTo>
                    <a:pt x="42621" y="179578"/>
                  </a:lnTo>
                  <a:lnTo>
                    <a:pt x="45212" y="180200"/>
                  </a:lnTo>
                  <a:lnTo>
                    <a:pt x="51612" y="179793"/>
                  </a:lnTo>
                  <a:lnTo>
                    <a:pt x="53047" y="179260"/>
                  </a:lnTo>
                  <a:lnTo>
                    <a:pt x="52755" y="180987"/>
                  </a:lnTo>
                  <a:lnTo>
                    <a:pt x="52920" y="184721"/>
                  </a:lnTo>
                  <a:lnTo>
                    <a:pt x="53086" y="188455"/>
                  </a:lnTo>
                  <a:lnTo>
                    <a:pt x="53911" y="191439"/>
                  </a:lnTo>
                  <a:lnTo>
                    <a:pt x="55587" y="191338"/>
                  </a:lnTo>
                  <a:lnTo>
                    <a:pt x="56134" y="188277"/>
                  </a:lnTo>
                  <a:lnTo>
                    <a:pt x="55791" y="180797"/>
                  </a:lnTo>
                  <a:lnTo>
                    <a:pt x="55333" y="179120"/>
                  </a:lnTo>
                  <a:lnTo>
                    <a:pt x="56807" y="179463"/>
                  </a:lnTo>
                  <a:lnTo>
                    <a:pt x="60020" y="179273"/>
                  </a:lnTo>
                  <a:lnTo>
                    <a:pt x="63220" y="179070"/>
                  </a:lnTo>
                  <a:lnTo>
                    <a:pt x="65786" y="178104"/>
                  </a:lnTo>
                  <a:lnTo>
                    <a:pt x="65684" y="176149"/>
                  </a:lnTo>
                  <a:lnTo>
                    <a:pt x="63055" y="175514"/>
                  </a:lnTo>
                  <a:lnTo>
                    <a:pt x="56642" y="175920"/>
                  </a:lnTo>
                  <a:lnTo>
                    <a:pt x="55130" y="176491"/>
                  </a:lnTo>
                  <a:lnTo>
                    <a:pt x="55435" y="174739"/>
                  </a:lnTo>
                  <a:lnTo>
                    <a:pt x="55270" y="170992"/>
                  </a:lnTo>
                  <a:lnTo>
                    <a:pt x="55105" y="167259"/>
                  </a:lnTo>
                  <a:lnTo>
                    <a:pt x="54267" y="164274"/>
                  </a:lnTo>
                  <a:lnTo>
                    <a:pt x="52603" y="164376"/>
                  </a:lnTo>
                  <a:lnTo>
                    <a:pt x="52057" y="167449"/>
                  </a:lnTo>
                  <a:lnTo>
                    <a:pt x="52400" y="174929"/>
                  </a:lnTo>
                  <a:lnTo>
                    <a:pt x="52844" y="176593"/>
                  </a:lnTo>
                  <a:lnTo>
                    <a:pt x="51447" y="176250"/>
                  </a:lnTo>
                  <a:lnTo>
                    <a:pt x="48247" y="176453"/>
                  </a:lnTo>
                  <a:lnTo>
                    <a:pt x="45034" y="176644"/>
                  </a:lnTo>
                  <a:lnTo>
                    <a:pt x="42481" y="177609"/>
                  </a:lnTo>
                  <a:lnTo>
                    <a:pt x="42557" y="179514"/>
                  </a:lnTo>
                  <a:lnTo>
                    <a:pt x="10058" y="141592"/>
                  </a:lnTo>
                  <a:lnTo>
                    <a:pt x="12623" y="142189"/>
                  </a:lnTo>
                  <a:lnTo>
                    <a:pt x="19037" y="141795"/>
                  </a:lnTo>
                  <a:lnTo>
                    <a:pt x="20459" y="141262"/>
                  </a:lnTo>
                  <a:lnTo>
                    <a:pt x="20167" y="142976"/>
                  </a:lnTo>
                  <a:lnTo>
                    <a:pt x="20332" y="146723"/>
                  </a:lnTo>
                  <a:lnTo>
                    <a:pt x="20510" y="150456"/>
                  </a:lnTo>
                  <a:lnTo>
                    <a:pt x="21336" y="153441"/>
                  </a:lnTo>
                  <a:lnTo>
                    <a:pt x="23012" y="153339"/>
                  </a:lnTo>
                  <a:lnTo>
                    <a:pt x="23558" y="150266"/>
                  </a:lnTo>
                  <a:lnTo>
                    <a:pt x="23202" y="142786"/>
                  </a:lnTo>
                  <a:lnTo>
                    <a:pt x="22745" y="141109"/>
                  </a:lnTo>
                  <a:lnTo>
                    <a:pt x="24231" y="141465"/>
                  </a:lnTo>
                  <a:lnTo>
                    <a:pt x="27432" y="141262"/>
                  </a:lnTo>
                  <a:lnTo>
                    <a:pt x="30632" y="141058"/>
                  </a:lnTo>
                  <a:lnTo>
                    <a:pt x="33197" y="140106"/>
                  </a:lnTo>
                  <a:lnTo>
                    <a:pt x="33108" y="138137"/>
                  </a:lnTo>
                  <a:lnTo>
                    <a:pt x="30467" y="137515"/>
                  </a:lnTo>
                  <a:lnTo>
                    <a:pt x="24066" y="137909"/>
                  </a:lnTo>
                  <a:lnTo>
                    <a:pt x="22555" y="138480"/>
                  </a:lnTo>
                  <a:lnTo>
                    <a:pt x="22860" y="136728"/>
                  </a:lnTo>
                  <a:lnTo>
                    <a:pt x="22682" y="132994"/>
                  </a:lnTo>
                  <a:lnTo>
                    <a:pt x="22517" y="129247"/>
                  </a:lnTo>
                  <a:lnTo>
                    <a:pt x="21691" y="126263"/>
                  </a:lnTo>
                  <a:lnTo>
                    <a:pt x="21336" y="126288"/>
                  </a:lnTo>
                  <a:lnTo>
                    <a:pt x="53086" y="89242"/>
                  </a:lnTo>
                  <a:lnTo>
                    <a:pt x="52679" y="91617"/>
                  </a:lnTo>
                  <a:lnTo>
                    <a:pt x="53022" y="99098"/>
                  </a:lnTo>
                  <a:lnTo>
                    <a:pt x="53467" y="100761"/>
                  </a:lnTo>
                  <a:lnTo>
                    <a:pt x="52070" y="100418"/>
                  </a:lnTo>
                  <a:lnTo>
                    <a:pt x="48869" y="100622"/>
                  </a:lnTo>
                  <a:lnTo>
                    <a:pt x="45656" y="100825"/>
                  </a:lnTo>
                  <a:lnTo>
                    <a:pt x="43091" y="101790"/>
                  </a:lnTo>
                  <a:lnTo>
                    <a:pt x="43192" y="103746"/>
                  </a:lnTo>
                  <a:lnTo>
                    <a:pt x="45834" y="104368"/>
                  </a:lnTo>
                  <a:lnTo>
                    <a:pt x="52235" y="103974"/>
                  </a:lnTo>
                  <a:lnTo>
                    <a:pt x="53670" y="103441"/>
                  </a:lnTo>
                  <a:lnTo>
                    <a:pt x="53378" y="105156"/>
                  </a:lnTo>
                  <a:lnTo>
                    <a:pt x="53543" y="108902"/>
                  </a:lnTo>
                  <a:lnTo>
                    <a:pt x="53708" y="112636"/>
                  </a:lnTo>
                  <a:lnTo>
                    <a:pt x="54533" y="115620"/>
                  </a:lnTo>
                  <a:lnTo>
                    <a:pt x="56210" y="115519"/>
                  </a:lnTo>
                  <a:lnTo>
                    <a:pt x="56756" y="112445"/>
                  </a:lnTo>
                  <a:lnTo>
                    <a:pt x="56413" y="104965"/>
                  </a:lnTo>
                  <a:lnTo>
                    <a:pt x="55943" y="103289"/>
                  </a:lnTo>
                  <a:lnTo>
                    <a:pt x="57429" y="103644"/>
                  </a:lnTo>
                  <a:lnTo>
                    <a:pt x="60629" y="103441"/>
                  </a:lnTo>
                  <a:lnTo>
                    <a:pt x="63842" y="103238"/>
                  </a:lnTo>
                  <a:lnTo>
                    <a:pt x="66408" y="102285"/>
                  </a:lnTo>
                  <a:lnTo>
                    <a:pt x="66382" y="101942"/>
                  </a:lnTo>
                  <a:lnTo>
                    <a:pt x="87731" y="126822"/>
                  </a:lnTo>
                  <a:lnTo>
                    <a:pt x="86106" y="126911"/>
                  </a:lnTo>
                  <a:lnTo>
                    <a:pt x="85559" y="129984"/>
                  </a:lnTo>
                  <a:lnTo>
                    <a:pt x="85902" y="137464"/>
                  </a:lnTo>
                  <a:lnTo>
                    <a:pt x="86347" y="139128"/>
                  </a:lnTo>
                  <a:lnTo>
                    <a:pt x="84950" y="138785"/>
                  </a:lnTo>
                  <a:lnTo>
                    <a:pt x="81749" y="138976"/>
                  </a:lnTo>
                  <a:lnTo>
                    <a:pt x="78549" y="139179"/>
                  </a:lnTo>
                  <a:lnTo>
                    <a:pt x="75984" y="140144"/>
                  </a:lnTo>
                  <a:lnTo>
                    <a:pt x="76073" y="142100"/>
                  </a:lnTo>
                  <a:lnTo>
                    <a:pt x="78714" y="142735"/>
                  </a:lnTo>
                  <a:lnTo>
                    <a:pt x="85128" y="142328"/>
                  </a:lnTo>
                  <a:lnTo>
                    <a:pt x="86550" y="141795"/>
                  </a:lnTo>
                  <a:lnTo>
                    <a:pt x="86258" y="143522"/>
                  </a:lnTo>
                  <a:lnTo>
                    <a:pt x="86423" y="147256"/>
                  </a:lnTo>
                  <a:lnTo>
                    <a:pt x="86588" y="150990"/>
                  </a:lnTo>
                  <a:lnTo>
                    <a:pt x="87426" y="153974"/>
                  </a:lnTo>
                  <a:lnTo>
                    <a:pt x="87960" y="153949"/>
                  </a:lnTo>
                  <a:lnTo>
                    <a:pt x="87960" y="127495"/>
                  </a:lnTo>
                  <a:lnTo>
                    <a:pt x="87795" y="126898"/>
                  </a:lnTo>
                  <a:lnTo>
                    <a:pt x="97574" y="138303"/>
                  </a:lnTo>
                  <a:lnTo>
                    <a:pt x="97574" y="127647"/>
                  </a:lnTo>
                  <a:lnTo>
                    <a:pt x="64668" y="89255"/>
                  </a:lnTo>
                  <a:lnTo>
                    <a:pt x="64668" y="99936"/>
                  </a:lnTo>
                  <a:lnTo>
                    <a:pt x="63677" y="99695"/>
                  </a:lnTo>
                  <a:lnTo>
                    <a:pt x="57264" y="100088"/>
                  </a:lnTo>
                  <a:lnTo>
                    <a:pt x="55753" y="100660"/>
                  </a:lnTo>
                  <a:lnTo>
                    <a:pt x="56057" y="98907"/>
                  </a:lnTo>
                  <a:lnTo>
                    <a:pt x="55892" y="95173"/>
                  </a:lnTo>
                  <a:lnTo>
                    <a:pt x="55727" y="91440"/>
                  </a:lnTo>
                  <a:lnTo>
                    <a:pt x="54902" y="88531"/>
                  </a:lnTo>
                  <a:lnTo>
                    <a:pt x="64668" y="99936"/>
                  </a:lnTo>
                  <a:lnTo>
                    <a:pt x="64668" y="89255"/>
                  </a:lnTo>
                  <a:lnTo>
                    <a:pt x="63449" y="87820"/>
                  </a:lnTo>
                  <a:lnTo>
                    <a:pt x="54851" y="77812"/>
                  </a:lnTo>
                  <a:lnTo>
                    <a:pt x="54851" y="88468"/>
                  </a:lnTo>
                  <a:lnTo>
                    <a:pt x="53695" y="88531"/>
                  </a:lnTo>
                  <a:lnTo>
                    <a:pt x="54305" y="87820"/>
                  </a:lnTo>
                  <a:lnTo>
                    <a:pt x="54851" y="88468"/>
                  </a:lnTo>
                  <a:lnTo>
                    <a:pt x="54851" y="77812"/>
                  </a:lnTo>
                  <a:lnTo>
                    <a:pt x="54305" y="77165"/>
                  </a:lnTo>
                  <a:lnTo>
                    <a:pt x="20256" y="116890"/>
                  </a:lnTo>
                  <a:lnTo>
                    <a:pt x="20256" y="138582"/>
                  </a:lnTo>
                  <a:lnTo>
                    <a:pt x="18872" y="138239"/>
                  </a:lnTo>
                  <a:lnTo>
                    <a:pt x="15659" y="138442"/>
                  </a:lnTo>
                  <a:lnTo>
                    <a:pt x="12458" y="138645"/>
                  </a:lnTo>
                  <a:lnTo>
                    <a:pt x="9969" y="139585"/>
                  </a:lnTo>
                  <a:lnTo>
                    <a:pt x="9969" y="141490"/>
                  </a:lnTo>
                  <a:lnTo>
                    <a:pt x="9144" y="140512"/>
                  </a:lnTo>
                  <a:lnTo>
                    <a:pt x="9893" y="139649"/>
                  </a:lnTo>
                  <a:lnTo>
                    <a:pt x="9969" y="141490"/>
                  </a:lnTo>
                  <a:lnTo>
                    <a:pt x="9969" y="139585"/>
                  </a:lnTo>
                  <a:lnTo>
                    <a:pt x="19685" y="128219"/>
                  </a:lnTo>
                  <a:lnTo>
                    <a:pt x="19469" y="129438"/>
                  </a:lnTo>
                  <a:lnTo>
                    <a:pt x="19812" y="136918"/>
                  </a:lnTo>
                  <a:lnTo>
                    <a:pt x="20256" y="138582"/>
                  </a:lnTo>
                  <a:lnTo>
                    <a:pt x="20256" y="116890"/>
                  </a:lnTo>
                  <a:lnTo>
                    <a:pt x="0" y="140512"/>
                  </a:lnTo>
                  <a:lnTo>
                    <a:pt x="54305" y="203860"/>
                  </a:lnTo>
                  <a:lnTo>
                    <a:pt x="63449" y="193205"/>
                  </a:lnTo>
                  <a:lnTo>
                    <a:pt x="104038" y="145846"/>
                  </a:lnTo>
                  <a:lnTo>
                    <a:pt x="153784" y="203860"/>
                  </a:lnTo>
                  <a:lnTo>
                    <a:pt x="162928" y="193205"/>
                  </a:lnTo>
                  <a:lnTo>
                    <a:pt x="204952" y="144170"/>
                  </a:lnTo>
                  <a:lnTo>
                    <a:pt x="256146" y="203860"/>
                  </a:lnTo>
                  <a:lnTo>
                    <a:pt x="265277" y="193205"/>
                  </a:lnTo>
                  <a:lnTo>
                    <a:pt x="310438" y="140512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2" name="object 2102" descr=""/>
            <p:cNvSpPr/>
            <p:nvPr/>
          </p:nvSpPr>
          <p:spPr>
            <a:xfrm>
              <a:off x="7676375" y="7383583"/>
              <a:ext cx="423545" cy="437515"/>
            </a:xfrm>
            <a:custGeom>
              <a:avLst/>
              <a:gdLst/>
              <a:ahLst/>
              <a:cxnLst/>
              <a:rect l="l" t="t" r="r" b="b"/>
              <a:pathLst>
                <a:path w="423545" h="437515">
                  <a:moveTo>
                    <a:pt x="23304" y="411594"/>
                  </a:moveTo>
                  <a:lnTo>
                    <a:pt x="23215" y="409638"/>
                  </a:lnTo>
                  <a:lnTo>
                    <a:pt x="20574" y="409016"/>
                  </a:lnTo>
                  <a:lnTo>
                    <a:pt x="14160" y="409409"/>
                  </a:lnTo>
                  <a:lnTo>
                    <a:pt x="11607" y="410375"/>
                  </a:lnTo>
                  <a:lnTo>
                    <a:pt x="8966" y="409740"/>
                  </a:lnTo>
                  <a:lnTo>
                    <a:pt x="5765" y="409943"/>
                  </a:lnTo>
                  <a:lnTo>
                    <a:pt x="2565" y="410133"/>
                  </a:lnTo>
                  <a:lnTo>
                    <a:pt x="0" y="411099"/>
                  </a:lnTo>
                  <a:lnTo>
                    <a:pt x="88" y="413067"/>
                  </a:lnTo>
                  <a:lnTo>
                    <a:pt x="2730" y="413689"/>
                  </a:lnTo>
                  <a:lnTo>
                    <a:pt x="9144" y="413296"/>
                  </a:lnTo>
                  <a:lnTo>
                    <a:pt x="10566" y="412762"/>
                  </a:lnTo>
                  <a:lnTo>
                    <a:pt x="10274" y="414477"/>
                  </a:lnTo>
                  <a:lnTo>
                    <a:pt x="10439" y="418211"/>
                  </a:lnTo>
                  <a:lnTo>
                    <a:pt x="10604" y="421957"/>
                  </a:lnTo>
                  <a:lnTo>
                    <a:pt x="11442" y="424942"/>
                  </a:lnTo>
                  <a:lnTo>
                    <a:pt x="13106" y="424827"/>
                  </a:lnTo>
                  <a:lnTo>
                    <a:pt x="13652" y="421767"/>
                  </a:lnTo>
                  <a:lnTo>
                    <a:pt x="13309" y="414286"/>
                  </a:lnTo>
                  <a:lnTo>
                    <a:pt x="12852" y="412623"/>
                  </a:lnTo>
                  <a:lnTo>
                    <a:pt x="14325" y="412965"/>
                  </a:lnTo>
                  <a:lnTo>
                    <a:pt x="17538" y="412762"/>
                  </a:lnTo>
                  <a:lnTo>
                    <a:pt x="20739" y="412559"/>
                  </a:lnTo>
                  <a:lnTo>
                    <a:pt x="23304" y="411594"/>
                  </a:lnTo>
                  <a:close/>
                </a:path>
                <a:path w="423545" h="437515">
                  <a:moveTo>
                    <a:pt x="23926" y="335775"/>
                  </a:moveTo>
                  <a:lnTo>
                    <a:pt x="23837" y="333819"/>
                  </a:lnTo>
                  <a:lnTo>
                    <a:pt x="21196" y="333184"/>
                  </a:lnTo>
                  <a:lnTo>
                    <a:pt x="14782" y="333590"/>
                  </a:lnTo>
                  <a:lnTo>
                    <a:pt x="13271" y="334162"/>
                  </a:lnTo>
                  <a:lnTo>
                    <a:pt x="13576" y="332409"/>
                  </a:lnTo>
                  <a:lnTo>
                    <a:pt x="13411" y="328663"/>
                  </a:lnTo>
                  <a:lnTo>
                    <a:pt x="13246" y="324929"/>
                  </a:lnTo>
                  <a:lnTo>
                    <a:pt x="12420" y="321945"/>
                  </a:lnTo>
                  <a:lnTo>
                    <a:pt x="10744" y="322046"/>
                  </a:lnTo>
                  <a:lnTo>
                    <a:pt x="10198" y="325120"/>
                  </a:lnTo>
                  <a:lnTo>
                    <a:pt x="10541" y="332587"/>
                  </a:lnTo>
                  <a:lnTo>
                    <a:pt x="10985" y="334264"/>
                  </a:lnTo>
                  <a:lnTo>
                    <a:pt x="9588" y="333921"/>
                  </a:lnTo>
                  <a:lnTo>
                    <a:pt x="6388" y="334111"/>
                  </a:lnTo>
                  <a:lnTo>
                    <a:pt x="3187" y="334314"/>
                  </a:lnTo>
                  <a:lnTo>
                    <a:pt x="622" y="335280"/>
                  </a:lnTo>
                  <a:lnTo>
                    <a:pt x="711" y="337235"/>
                  </a:lnTo>
                  <a:lnTo>
                    <a:pt x="3352" y="337870"/>
                  </a:lnTo>
                  <a:lnTo>
                    <a:pt x="9766" y="337464"/>
                  </a:lnTo>
                  <a:lnTo>
                    <a:pt x="11188" y="336931"/>
                  </a:lnTo>
                  <a:lnTo>
                    <a:pt x="10896" y="338658"/>
                  </a:lnTo>
                  <a:lnTo>
                    <a:pt x="11061" y="342392"/>
                  </a:lnTo>
                  <a:lnTo>
                    <a:pt x="11226" y="346125"/>
                  </a:lnTo>
                  <a:lnTo>
                    <a:pt x="12052" y="349110"/>
                  </a:lnTo>
                  <a:lnTo>
                    <a:pt x="13728" y="349008"/>
                  </a:lnTo>
                  <a:lnTo>
                    <a:pt x="14274" y="345935"/>
                  </a:lnTo>
                  <a:lnTo>
                    <a:pt x="13931" y="338467"/>
                  </a:lnTo>
                  <a:lnTo>
                    <a:pt x="13474" y="336791"/>
                  </a:lnTo>
                  <a:lnTo>
                    <a:pt x="14947" y="337134"/>
                  </a:lnTo>
                  <a:lnTo>
                    <a:pt x="18161" y="336931"/>
                  </a:lnTo>
                  <a:lnTo>
                    <a:pt x="21361" y="336740"/>
                  </a:lnTo>
                  <a:lnTo>
                    <a:pt x="23926" y="335775"/>
                  </a:lnTo>
                  <a:close/>
                </a:path>
                <a:path w="423545" h="437515">
                  <a:moveTo>
                    <a:pt x="56807" y="374129"/>
                  </a:moveTo>
                  <a:lnTo>
                    <a:pt x="56718" y="372173"/>
                  </a:lnTo>
                  <a:lnTo>
                    <a:pt x="54076" y="371551"/>
                  </a:lnTo>
                  <a:lnTo>
                    <a:pt x="47675" y="371944"/>
                  </a:lnTo>
                  <a:lnTo>
                    <a:pt x="46164" y="372516"/>
                  </a:lnTo>
                  <a:lnTo>
                    <a:pt x="46469" y="370763"/>
                  </a:lnTo>
                  <a:lnTo>
                    <a:pt x="46291" y="367030"/>
                  </a:lnTo>
                  <a:lnTo>
                    <a:pt x="46126" y="363283"/>
                  </a:lnTo>
                  <a:lnTo>
                    <a:pt x="45300" y="360299"/>
                  </a:lnTo>
                  <a:lnTo>
                    <a:pt x="43624" y="360413"/>
                  </a:lnTo>
                  <a:lnTo>
                    <a:pt x="43078" y="363474"/>
                  </a:lnTo>
                  <a:lnTo>
                    <a:pt x="43434" y="370954"/>
                  </a:lnTo>
                  <a:lnTo>
                    <a:pt x="43878" y="372618"/>
                  </a:lnTo>
                  <a:lnTo>
                    <a:pt x="42481" y="372275"/>
                  </a:lnTo>
                  <a:lnTo>
                    <a:pt x="39268" y="372478"/>
                  </a:lnTo>
                  <a:lnTo>
                    <a:pt x="36068" y="372668"/>
                  </a:lnTo>
                  <a:lnTo>
                    <a:pt x="33502" y="373634"/>
                  </a:lnTo>
                  <a:lnTo>
                    <a:pt x="33604" y="375602"/>
                  </a:lnTo>
                  <a:lnTo>
                    <a:pt x="36233" y="376224"/>
                  </a:lnTo>
                  <a:lnTo>
                    <a:pt x="42646" y="375831"/>
                  </a:lnTo>
                  <a:lnTo>
                    <a:pt x="44069" y="375297"/>
                  </a:lnTo>
                  <a:lnTo>
                    <a:pt x="43776" y="377012"/>
                  </a:lnTo>
                  <a:lnTo>
                    <a:pt x="43954" y="380746"/>
                  </a:lnTo>
                  <a:lnTo>
                    <a:pt x="44119" y="384492"/>
                  </a:lnTo>
                  <a:lnTo>
                    <a:pt x="44945" y="387477"/>
                  </a:lnTo>
                  <a:lnTo>
                    <a:pt x="46621" y="387362"/>
                  </a:lnTo>
                  <a:lnTo>
                    <a:pt x="47167" y="384302"/>
                  </a:lnTo>
                  <a:lnTo>
                    <a:pt x="46812" y="376821"/>
                  </a:lnTo>
                  <a:lnTo>
                    <a:pt x="46355" y="375145"/>
                  </a:lnTo>
                  <a:lnTo>
                    <a:pt x="47840" y="375500"/>
                  </a:lnTo>
                  <a:lnTo>
                    <a:pt x="51041" y="375297"/>
                  </a:lnTo>
                  <a:lnTo>
                    <a:pt x="54241" y="375094"/>
                  </a:lnTo>
                  <a:lnTo>
                    <a:pt x="56807" y="374129"/>
                  </a:lnTo>
                  <a:close/>
                </a:path>
                <a:path w="423545" h="437515">
                  <a:moveTo>
                    <a:pt x="167170" y="374002"/>
                  </a:moveTo>
                  <a:lnTo>
                    <a:pt x="158038" y="363359"/>
                  </a:lnTo>
                  <a:lnTo>
                    <a:pt x="158038" y="374002"/>
                  </a:lnTo>
                  <a:lnTo>
                    <a:pt x="147929" y="385787"/>
                  </a:lnTo>
                  <a:lnTo>
                    <a:pt x="148196" y="384302"/>
                  </a:lnTo>
                  <a:lnTo>
                    <a:pt x="147853" y="376821"/>
                  </a:lnTo>
                  <a:lnTo>
                    <a:pt x="147396" y="375145"/>
                  </a:lnTo>
                  <a:lnTo>
                    <a:pt x="148882" y="375500"/>
                  </a:lnTo>
                  <a:lnTo>
                    <a:pt x="152082" y="375297"/>
                  </a:lnTo>
                  <a:lnTo>
                    <a:pt x="155282" y="375094"/>
                  </a:lnTo>
                  <a:lnTo>
                    <a:pt x="157848" y="374129"/>
                  </a:lnTo>
                  <a:lnTo>
                    <a:pt x="157822" y="373761"/>
                  </a:lnTo>
                  <a:lnTo>
                    <a:pt x="158038" y="374002"/>
                  </a:lnTo>
                  <a:lnTo>
                    <a:pt x="158038" y="363359"/>
                  </a:lnTo>
                  <a:lnTo>
                    <a:pt x="156133" y="361137"/>
                  </a:lnTo>
                  <a:lnTo>
                    <a:pt x="156133" y="371805"/>
                  </a:lnTo>
                  <a:lnTo>
                    <a:pt x="155117" y="371551"/>
                  </a:lnTo>
                  <a:lnTo>
                    <a:pt x="148704" y="371944"/>
                  </a:lnTo>
                  <a:lnTo>
                    <a:pt x="147193" y="372516"/>
                  </a:lnTo>
                  <a:lnTo>
                    <a:pt x="147497" y="370763"/>
                  </a:lnTo>
                  <a:lnTo>
                    <a:pt x="147332" y="367030"/>
                  </a:lnTo>
                  <a:lnTo>
                    <a:pt x="147167" y="363283"/>
                  </a:lnTo>
                  <a:lnTo>
                    <a:pt x="146507" y="360908"/>
                  </a:lnTo>
                  <a:lnTo>
                    <a:pt x="146507" y="387451"/>
                  </a:lnTo>
                  <a:lnTo>
                    <a:pt x="112864" y="426694"/>
                  </a:lnTo>
                  <a:lnTo>
                    <a:pt x="101193" y="413092"/>
                  </a:lnTo>
                  <a:lnTo>
                    <a:pt x="103771" y="413689"/>
                  </a:lnTo>
                  <a:lnTo>
                    <a:pt x="110172" y="413296"/>
                  </a:lnTo>
                  <a:lnTo>
                    <a:pt x="111607" y="412762"/>
                  </a:lnTo>
                  <a:lnTo>
                    <a:pt x="111315" y="414477"/>
                  </a:lnTo>
                  <a:lnTo>
                    <a:pt x="111480" y="418211"/>
                  </a:lnTo>
                  <a:lnTo>
                    <a:pt x="111645" y="421957"/>
                  </a:lnTo>
                  <a:lnTo>
                    <a:pt x="112471" y="424942"/>
                  </a:lnTo>
                  <a:lnTo>
                    <a:pt x="114147" y="424827"/>
                  </a:lnTo>
                  <a:lnTo>
                    <a:pt x="114693" y="421767"/>
                  </a:lnTo>
                  <a:lnTo>
                    <a:pt x="114350" y="414286"/>
                  </a:lnTo>
                  <a:lnTo>
                    <a:pt x="113893" y="412623"/>
                  </a:lnTo>
                  <a:lnTo>
                    <a:pt x="115366" y="412965"/>
                  </a:lnTo>
                  <a:lnTo>
                    <a:pt x="118579" y="412762"/>
                  </a:lnTo>
                  <a:lnTo>
                    <a:pt x="121780" y="412559"/>
                  </a:lnTo>
                  <a:lnTo>
                    <a:pt x="124345" y="411594"/>
                  </a:lnTo>
                  <a:lnTo>
                    <a:pt x="124244" y="409638"/>
                  </a:lnTo>
                  <a:lnTo>
                    <a:pt x="121615" y="409016"/>
                  </a:lnTo>
                  <a:lnTo>
                    <a:pt x="115201" y="409409"/>
                  </a:lnTo>
                  <a:lnTo>
                    <a:pt x="113690" y="409981"/>
                  </a:lnTo>
                  <a:lnTo>
                    <a:pt x="113995" y="408228"/>
                  </a:lnTo>
                  <a:lnTo>
                    <a:pt x="113830" y="404495"/>
                  </a:lnTo>
                  <a:lnTo>
                    <a:pt x="113665" y="400748"/>
                  </a:lnTo>
                  <a:lnTo>
                    <a:pt x="112839" y="397764"/>
                  </a:lnTo>
                  <a:lnTo>
                    <a:pt x="111163" y="397878"/>
                  </a:lnTo>
                  <a:lnTo>
                    <a:pt x="110617" y="400939"/>
                  </a:lnTo>
                  <a:lnTo>
                    <a:pt x="110959" y="408419"/>
                  </a:lnTo>
                  <a:lnTo>
                    <a:pt x="111404" y="410083"/>
                  </a:lnTo>
                  <a:lnTo>
                    <a:pt x="110007" y="409740"/>
                  </a:lnTo>
                  <a:lnTo>
                    <a:pt x="106807" y="409943"/>
                  </a:lnTo>
                  <a:lnTo>
                    <a:pt x="103593" y="410133"/>
                  </a:lnTo>
                  <a:lnTo>
                    <a:pt x="101028" y="411099"/>
                  </a:lnTo>
                  <a:lnTo>
                    <a:pt x="101117" y="413004"/>
                  </a:lnTo>
                  <a:lnTo>
                    <a:pt x="68618" y="375081"/>
                  </a:lnTo>
                  <a:lnTo>
                    <a:pt x="71183" y="375678"/>
                  </a:lnTo>
                  <a:lnTo>
                    <a:pt x="77597" y="375285"/>
                  </a:lnTo>
                  <a:lnTo>
                    <a:pt x="79019" y="374751"/>
                  </a:lnTo>
                  <a:lnTo>
                    <a:pt x="78727" y="376478"/>
                  </a:lnTo>
                  <a:lnTo>
                    <a:pt x="78892" y="380212"/>
                  </a:lnTo>
                  <a:lnTo>
                    <a:pt x="79070" y="383946"/>
                  </a:lnTo>
                  <a:lnTo>
                    <a:pt x="79895" y="386930"/>
                  </a:lnTo>
                  <a:lnTo>
                    <a:pt x="81572" y="386829"/>
                  </a:lnTo>
                  <a:lnTo>
                    <a:pt x="82118" y="383755"/>
                  </a:lnTo>
                  <a:lnTo>
                    <a:pt x="81762" y="376288"/>
                  </a:lnTo>
                  <a:lnTo>
                    <a:pt x="81305" y="374611"/>
                  </a:lnTo>
                  <a:lnTo>
                    <a:pt x="82791" y="374954"/>
                  </a:lnTo>
                  <a:lnTo>
                    <a:pt x="85991" y="374751"/>
                  </a:lnTo>
                  <a:lnTo>
                    <a:pt x="89192" y="374561"/>
                  </a:lnTo>
                  <a:lnTo>
                    <a:pt x="91757" y="373595"/>
                  </a:lnTo>
                  <a:lnTo>
                    <a:pt x="91668" y="371640"/>
                  </a:lnTo>
                  <a:lnTo>
                    <a:pt x="89027" y="371005"/>
                  </a:lnTo>
                  <a:lnTo>
                    <a:pt x="82626" y="371411"/>
                  </a:lnTo>
                  <a:lnTo>
                    <a:pt x="81102" y="371983"/>
                  </a:lnTo>
                  <a:lnTo>
                    <a:pt x="81419" y="370230"/>
                  </a:lnTo>
                  <a:lnTo>
                    <a:pt x="81241" y="366483"/>
                  </a:lnTo>
                  <a:lnTo>
                    <a:pt x="81076" y="362750"/>
                  </a:lnTo>
                  <a:lnTo>
                    <a:pt x="80251" y="359765"/>
                  </a:lnTo>
                  <a:lnTo>
                    <a:pt x="79883" y="359791"/>
                  </a:lnTo>
                  <a:lnTo>
                    <a:pt x="111658" y="322732"/>
                  </a:lnTo>
                  <a:lnTo>
                    <a:pt x="111239" y="325120"/>
                  </a:lnTo>
                  <a:lnTo>
                    <a:pt x="111582" y="332587"/>
                  </a:lnTo>
                  <a:lnTo>
                    <a:pt x="112026" y="334264"/>
                  </a:lnTo>
                  <a:lnTo>
                    <a:pt x="110629" y="333921"/>
                  </a:lnTo>
                  <a:lnTo>
                    <a:pt x="107429" y="334111"/>
                  </a:lnTo>
                  <a:lnTo>
                    <a:pt x="104216" y="334314"/>
                  </a:lnTo>
                  <a:lnTo>
                    <a:pt x="101650" y="335280"/>
                  </a:lnTo>
                  <a:lnTo>
                    <a:pt x="101752" y="337235"/>
                  </a:lnTo>
                  <a:lnTo>
                    <a:pt x="104394" y="337870"/>
                  </a:lnTo>
                  <a:lnTo>
                    <a:pt x="110794" y="337464"/>
                  </a:lnTo>
                  <a:lnTo>
                    <a:pt x="112229" y="336931"/>
                  </a:lnTo>
                  <a:lnTo>
                    <a:pt x="111937" y="338658"/>
                  </a:lnTo>
                  <a:lnTo>
                    <a:pt x="112102" y="342392"/>
                  </a:lnTo>
                  <a:lnTo>
                    <a:pt x="112268" y="346125"/>
                  </a:lnTo>
                  <a:lnTo>
                    <a:pt x="113093" y="349110"/>
                  </a:lnTo>
                  <a:lnTo>
                    <a:pt x="114769" y="349008"/>
                  </a:lnTo>
                  <a:lnTo>
                    <a:pt x="115316" y="345935"/>
                  </a:lnTo>
                  <a:lnTo>
                    <a:pt x="114973" y="338467"/>
                  </a:lnTo>
                  <a:lnTo>
                    <a:pt x="114515" y="336791"/>
                  </a:lnTo>
                  <a:lnTo>
                    <a:pt x="115989" y="337134"/>
                  </a:lnTo>
                  <a:lnTo>
                    <a:pt x="119189" y="336931"/>
                  </a:lnTo>
                  <a:lnTo>
                    <a:pt x="122402" y="336740"/>
                  </a:lnTo>
                  <a:lnTo>
                    <a:pt x="124968" y="335775"/>
                  </a:lnTo>
                  <a:lnTo>
                    <a:pt x="124942" y="335445"/>
                  </a:lnTo>
                  <a:lnTo>
                    <a:pt x="146278" y="360311"/>
                  </a:lnTo>
                  <a:lnTo>
                    <a:pt x="144665" y="360413"/>
                  </a:lnTo>
                  <a:lnTo>
                    <a:pt x="144119" y="363474"/>
                  </a:lnTo>
                  <a:lnTo>
                    <a:pt x="144462" y="370954"/>
                  </a:lnTo>
                  <a:lnTo>
                    <a:pt x="144907" y="372618"/>
                  </a:lnTo>
                  <a:lnTo>
                    <a:pt x="143510" y="372275"/>
                  </a:lnTo>
                  <a:lnTo>
                    <a:pt x="140309" y="372478"/>
                  </a:lnTo>
                  <a:lnTo>
                    <a:pt x="137109" y="372668"/>
                  </a:lnTo>
                  <a:lnTo>
                    <a:pt x="134543" y="373634"/>
                  </a:lnTo>
                  <a:lnTo>
                    <a:pt x="134632" y="375602"/>
                  </a:lnTo>
                  <a:lnTo>
                    <a:pt x="137274" y="376224"/>
                  </a:lnTo>
                  <a:lnTo>
                    <a:pt x="143687" y="375831"/>
                  </a:lnTo>
                  <a:lnTo>
                    <a:pt x="145110" y="375297"/>
                  </a:lnTo>
                  <a:lnTo>
                    <a:pt x="144818" y="377012"/>
                  </a:lnTo>
                  <a:lnTo>
                    <a:pt x="144983" y="380746"/>
                  </a:lnTo>
                  <a:lnTo>
                    <a:pt x="145148" y="384492"/>
                  </a:lnTo>
                  <a:lnTo>
                    <a:pt x="145986" y="387477"/>
                  </a:lnTo>
                  <a:lnTo>
                    <a:pt x="146507" y="387451"/>
                  </a:lnTo>
                  <a:lnTo>
                    <a:pt x="146507" y="360908"/>
                  </a:lnTo>
                  <a:lnTo>
                    <a:pt x="146367" y="360400"/>
                  </a:lnTo>
                  <a:lnTo>
                    <a:pt x="156133" y="371805"/>
                  </a:lnTo>
                  <a:lnTo>
                    <a:pt x="156133" y="361137"/>
                  </a:lnTo>
                  <a:lnTo>
                    <a:pt x="123215" y="322732"/>
                  </a:lnTo>
                  <a:lnTo>
                    <a:pt x="123215" y="333425"/>
                  </a:lnTo>
                  <a:lnTo>
                    <a:pt x="122237" y="333184"/>
                  </a:lnTo>
                  <a:lnTo>
                    <a:pt x="115824" y="333590"/>
                  </a:lnTo>
                  <a:lnTo>
                    <a:pt x="114312" y="334162"/>
                  </a:lnTo>
                  <a:lnTo>
                    <a:pt x="114617" y="332409"/>
                  </a:lnTo>
                  <a:lnTo>
                    <a:pt x="114452" y="328663"/>
                  </a:lnTo>
                  <a:lnTo>
                    <a:pt x="114287" y="324929"/>
                  </a:lnTo>
                  <a:lnTo>
                    <a:pt x="113461" y="322033"/>
                  </a:lnTo>
                  <a:lnTo>
                    <a:pt x="123215" y="333425"/>
                  </a:lnTo>
                  <a:lnTo>
                    <a:pt x="123215" y="322732"/>
                  </a:lnTo>
                  <a:lnTo>
                    <a:pt x="122008" y="321322"/>
                  </a:lnTo>
                  <a:lnTo>
                    <a:pt x="113398" y="311277"/>
                  </a:lnTo>
                  <a:lnTo>
                    <a:pt x="113398" y="321957"/>
                  </a:lnTo>
                  <a:lnTo>
                    <a:pt x="112268" y="322021"/>
                  </a:lnTo>
                  <a:lnTo>
                    <a:pt x="112864" y="321322"/>
                  </a:lnTo>
                  <a:lnTo>
                    <a:pt x="113398" y="321957"/>
                  </a:lnTo>
                  <a:lnTo>
                    <a:pt x="113398" y="311277"/>
                  </a:lnTo>
                  <a:lnTo>
                    <a:pt x="112864" y="310654"/>
                  </a:lnTo>
                  <a:lnTo>
                    <a:pt x="78828" y="350367"/>
                  </a:lnTo>
                  <a:lnTo>
                    <a:pt x="78828" y="372084"/>
                  </a:lnTo>
                  <a:lnTo>
                    <a:pt x="77431" y="371741"/>
                  </a:lnTo>
                  <a:lnTo>
                    <a:pt x="74218" y="371932"/>
                  </a:lnTo>
                  <a:lnTo>
                    <a:pt x="71018" y="372135"/>
                  </a:lnTo>
                  <a:lnTo>
                    <a:pt x="68529" y="373075"/>
                  </a:lnTo>
                  <a:lnTo>
                    <a:pt x="68529" y="374980"/>
                  </a:lnTo>
                  <a:lnTo>
                    <a:pt x="67703" y="374002"/>
                  </a:lnTo>
                  <a:lnTo>
                    <a:pt x="68453" y="373138"/>
                  </a:lnTo>
                  <a:lnTo>
                    <a:pt x="68529" y="374980"/>
                  </a:lnTo>
                  <a:lnTo>
                    <a:pt x="68529" y="373075"/>
                  </a:lnTo>
                  <a:lnTo>
                    <a:pt x="78244" y="361708"/>
                  </a:lnTo>
                  <a:lnTo>
                    <a:pt x="78028" y="362940"/>
                  </a:lnTo>
                  <a:lnTo>
                    <a:pt x="78371" y="370408"/>
                  </a:lnTo>
                  <a:lnTo>
                    <a:pt x="78828" y="372084"/>
                  </a:lnTo>
                  <a:lnTo>
                    <a:pt x="78828" y="350367"/>
                  </a:lnTo>
                  <a:lnTo>
                    <a:pt x="58559" y="374002"/>
                  </a:lnTo>
                  <a:lnTo>
                    <a:pt x="112864" y="437362"/>
                  </a:lnTo>
                  <a:lnTo>
                    <a:pt x="122008" y="426694"/>
                  </a:lnTo>
                  <a:lnTo>
                    <a:pt x="167170" y="374002"/>
                  </a:lnTo>
                  <a:close/>
                </a:path>
                <a:path w="423545" h="437515">
                  <a:moveTo>
                    <a:pt x="271665" y="63347"/>
                  </a:moveTo>
                  <a:lnTo>
                    <a:pt x="262521" y="52692"/>
                  </a:lnTo>
                  <a:lnTo>
                    <a:pt x="262521" y="63347"/>
                  </a:lnTo>
                  <a:lnTo>
                    <a:pt x="252425" y="75133"/>
                  </a:lnTo>
                  <a:lnTo>
                    <a:pt x="252691" y="73634"/>
                  </a:lnTo>
                  <a:lnTo>
                    <a:pt x="252349" y="66167"/>
                  </a:lnTo>
                  <a:lnTo>
                    <a:pt x="251879" y="64490"/>
                  </a:lnTo>
                  <a:lnTo>
                    <a:pt x="253365" y="64833"/>
                  </a:lnTo>
                  <a:lnTo>
                    <a:pt x="256565" y="64630"/>
                  </a:lnTo>
                  <a:lnTo>
                    <a:pt x="259778" y="64439"/>
                  </a:lnTo>
                  <a:lnTo>
                    <a:pt x="262343" y="63474"/>
                  </a:lnTo>
                  <a:lnTo>
                    <a:pt x="262318" y="63119"/>
                  </a:lnTo>
                  <a:lnTo>
                    <a:pt x="262521" y="63347"/>
                  </a:lnTo>
                  <a:lnTo>
                    <a:pt x="262521" y="52692"/>
                  </a:lnTo>
                  <a:lnTo>
                    <a:pt x="260616" y="50469"/>
                  </a:lnTo>
                  <a:lnTo>
                    <a:pt x="260616" y="61137"/>
                  </a:lnTo>
                  <a:lnTo>
                    <a:pt x="259600" y="60883"/>
                  </a:lnTo>
                  <a:lnTo>
                    <a:pt x="253199" y="61290"/>
                  </a:lnTo>
                  <a:lnTo>
                    <a:pt x="251688" y="61861"/>
                  </a:lnTo>
                  <a:lnTo>
                    <a:pt x="251993" y="60096"/>
                  </a:lnTo>
                  <a:lnTo>
                    <a:pt x="251828" y="56362"/>
                  </a:lnTo>
                  <a:lnTo>
                    <a:pt x="251650" y="52628"/>
                  </a:lnTo>
                  <a:lnTo>
                    <a:pt x="251002" y="50330"/>
                  </a:lnTo>
                  <a:lnTo>
                    <a:pt x="251002" y="76784"/>
                  </a:lnTo>
                  <a:lnTo>
                    <a:pt x="217360" y="116039"/>
                  </a:lnTo>
                  <a:lnTo>
                    <a:pt x="205676" y="102425"/>
                  </a:lnTo>
                  <a:lnTo>
                    <a:pt x="208254" y="103035"/>
                  </a:lnTo>
                  <a:lnTo>
                    <a:pt x="214668" y="102628"/>
                  </a:lnTo>
                  <a:lnTo>
                    <a:pt x="216090" y="102095"/>
                  </a:lnTo>
                  <a:lnTo>
                    <a:pt x="215798" y="103822"/>
                  </a:lnTo>
                  <a:lnTo>
                    <a:pt x="215963" y="107556"/>
                  </a:lnTo>
                  <a:lnTo>
                    <a:pt x="216128" y="111290"/>
                  </a:lnTo>
                  <a:lnTo>
                    <a:pt x="216966" y="114274"/>
                  </a:lnTo>
                  <a:lnTo>
                    <a:pt x="218630" y="114173"/>
                  </a:lnTo>
                  <a:lnTo>
                    <a:pt x="219176" y="111099"/>
                  </a:lnTo>
                  <a:lnTo>
                    <a:pt x="218833" y="103632"/>
                  </a:lnTo>
                  <a:lnTo>
                    <a:pt x="218376" y="101955"/>
                  </a:lnTo>
                  <a:lnTo>
                    <a:pt x="219862" y="102298"/>
                  </a:lnTo>
                  <a:lnTo>
                    <a:pt x="223062" y="102095"/>
                  </a:lnTo>
                  <a:lnTo>
                    <a:pt x="226263" y="101904"/>
                  </a:lnTo>
                  <a:lnTo>
                    <a:pt x="228828" y="100939"/>
                  </a:lnTo>
                  <a:lnTo>
                    <a:pt x="228739" y="98983"/>
                  </a:lnTo>
                  <a:lnTo>
                    <a:pt x="226098" y="98348"/>
                  </a:lnTo>
                  <a:lnTo>
                    <a:pt x="219684" y="98755"/>
                  </a:lnTo>
                  <a:lnTo>
                    <a:pt x="218173" y="99326"/>
                  </a:lnTo>
                  <a:lnTo>
                    <a:pt x="218478" y="97574"/>
                  </a:lnTo>
                  <a:lnTo>
                    <a:pt x="218313" y="93827"/>
                  </a:lnTo>
                  <a:lnTo>
                    <a:pt x="218147" y="90093"/>
                  </a:lnTo>
                  <a:lnTo>
                    <a:pt x="217322" y="87109"/>
                  </a:lnTo>
                  <a:lnTo>
                    <a:pt x="215646" y="87210"/>
                  </a:lnTo>
                  <a:lnTo>
                    <a:pt x="215099" y="90284"/>
                  </a:lnTo>
                  <a:lnTo>
                    <a:pt x="215442" y="97751"/>
                  </a:lnTo>
                  <a:lnTo>
                    <a:pt x="215900" y="99428"/>
                  </a:lnTo>
                  <a:lnTo>
                    <a:pt x="214490" y="99085"/>
                  </a:lnTo>
                  <a:lnTo>
                    <a:pt x="211289" y="99275"/>
                  </a:lnTo>
                  <a:lnTo>
                    <a:pt x="208089" y="99479"/>
                  </a:lnTo>
                  <a:lnTo>
                    <a:pt x="205524" y="100444"/>
                  </a:lnTo>
                  <a:lnTo>
                    <a:pt x="205600" y="102349"/>
                  </a:lnTo>
                  <a:lnTo>
                    <a:pt x="173101" y="64427"/>
                  </a:lnTo>
                  <a:lnTo>
                    <a:pt x="175679" y="65024"/>
                  </a:lnTo>
                  <a:lnTo>
                    <a:pt x="182079" y="64630"/>
                  </a:lnTo>
                  <a:lnTo>
                    <a:pt x="183515" y="64096"/>
                  </a:lnTo>
                  <a:lnTo>
                    <a:pt x="183222" y="65811"/>
                  </a:lnTo>
                  <a:lnTo>
                    <a:pt x="183388" y="69545"/>
                  </a:lnTo>
                  <a:lnTo>
                    <a:pt x="183565" y="73291"/>
                  </a:lnTo>
                  <a:lnTo>
                    <a:pt x="184378" y="76276"/>
                  </a:lnTo>
                  <a:lnTo>
                    <a:pt x="186055" y="76161"/>
                  </a:lnTo>
                  <a:lnTo>
                    <a:pt x="186601" y="73101"/>
                  </a:lnTo>
                  <a:lnTo>
                    <a:pt x="186258" y="65620"/>
                  </a:lnTo>
                  <a:lnTo>
                    <a:pt x="185788" y="63957"/>
                  </a:lnTo>
                  <a:lnTo>
                    <a:pt x="187274" y="64300"/>
                  </a:lnTo>
                  <a:lnTo>
                    <a:pt x="190474" y="64096"/>
                  </a:lnTo>
                  <a:lnTo>
                    <a:pt x="193687" y="63893"/>
                  </a:lnTo>
                  <a:lnTo>
                    <a:pt x="196253" y="62928"/>
                  </a:lnTo>
                  <a:lnTo>
                    <a:pt x="196151" y="60972"/>
                  </a:lnTo>
                  <a:lnTo>
                    <a:pt x="193522" y="60350"/>
                  </a:lnTo>
                  <a:lnTo>
                    <a:pt x="187109" y="60744"/>
                  </a:lnTo>
                  <a:lnTo>
                    <a:pt x="185597" y="61315"/>
                  </a:lnTo>
                  <a:lnTo>
                    <a:pt x="185902" y="59563"/>
                  </a:lnTo>
                  <a:lnTo>
                    <a:pt x="185737" y="55829"/>
                  </a:lnTo>
                  <a:lnTo>
                    <a:pt x="185572" y="52082"/>
                  </a:lnTo>
                  <a:lnTo>
                    <a:pt x="184734" y="49098"/>
                  </a:lnTo>
                  <a:lnTo>
                    <a:pt x="184378" y="49123"/>
                  </a:lnTo>
                  <a:lnTo>
                    <a:pt x="216141" y="12077"/>
                  </a:lnTo>
                  <a:lnTo>
                    <a:pt x="215722" y="14452"/>
                  </a:lnTo>
                  <a:lnTo>
                    <a:pt x="216065" y="21932"/>
                  </a:lnTo>
                  <a:lnTo>
                    <a:pt x="216509" y="23596"/>
                  </a:lnTo>
                  <a:lnTo>
                    <a:pt x="215112" y="23253"/>
                  </a:lnTo>
                  <a:lnTo>
                    <a:pt x="211912" y="23456"/>
                  </a:lnTo>
                  <a:lnTo>
                    <a:pt x="208711" y="23647"/>
                  </a:lnTo>
                  <a:lnTo>
                    <a:pt x="206146" y="24612"/>
                  </a:lnTo>
                  <a:lnTo>
                    <a:pt x="206235" y="26568"/>
                  </a:lnTo>
                  <a:lnTo>
                    <a:pt x="208876" y="27203"/>
                  </a:lnTo>
                  <a:lnTo>
                    <a:pt x="215277" y="26809"/>
                  </a:lnTo>
                  <a:lnTo>
                    <a:pt x="216712" y="26276"/>
                  </a:lnTo>
                  <a:lnTo>
                    <a:pt x="216420" y="27990"/>
                  </a:lnTo>
                  <a:lnTo>
                    <a:pt x="216585" y="31724"/>
                  </a:lnTo>
                  <a:lnTo>
                    <a:pt x="216750" y="35471"/>
                  </a:lnTo>
                  <a:lnTo>
                    <a:pt x="217589" y="38455"/>
                  </a:lnTo>
                  <a:lnTo>
                    <a:pt x="219252" y="38341"/>
                  </a:lnTo>
                  <a:lnTo>
                    <a:pt x="219798" y="35280"/>
                  </a:lnTo>
                  <a:lnTo>
                    <a:pt x="219456" y="27800"/>
                  </a:lnTo>
                  <a:lnTo>
                    <a:pt x="218998" y="26123"/>
                  </a:lnTo>
                  <a:lnTo>
                    <a:pt x="220484" y="26479"/>
                  </a:lnTo>
                  <a:lnTo>
                    <a:pt x="223685" y="26276"/>
                  </a:lnTo>
                  <a:lnTo>
                    <a:pt x="226885" y="26073"/>
                  </a:lnTo>
                  <a:lnTo>
                    <a:pt x="229450" y="25107"/>
                  </a:lnTo>
                  <a:lnTo>
                    <a:pt x="229425" y="24765"/>
                  </a:lnTo>
                  <a:lnTo>
                    <a:pt x="250774" y="49657"/>
                  </a:lnTo>
                  <a:lnTo>
                    <a:pt x="249148" y="49745"/>
                  </a:lnTo>
                  <a:lnTo>
                    <a:pt x="248602" y="52819"/>
                  </a:lnTo>
                  <a:lnTo>
                    <a:pt x="248958" y="60286"/>
                  </a:lnTo>
                  <a:lnTo>
                    <a:pt x="249402" y="61963"/>
                  </a:lnTo>
                  <a:lnTo>
                    <a:pt x="248005" y="61620"/>
                  </a:lnTo>
                  <a:lnTo>
                    <a:pt x="244792" y="61810"/>
                  </a:lnTo>
                  <a:lnTo>
                    <a:pt x="241592" y="62014"/>
                  </a:lnTo>
                  <a:lnTo>
                    <a:pt x="239026" y="62979"/>
                  </a:lnTo>
                  <a:lnTo>
                    <a:pt x="239128" y="64935"/>
                  </a:lnTo>
                  <a:lnTo>
                    <a:pt x="241757" y="65557"/>
                  </a:lnTo>
                  <a:lnTo>
                    <a:pt x="248170" y="65163"/>
                  </a:lnTo>
                  <a:lnTo>
                    <a:pt x="249605" y="64630"/>
                  </a:lnTo>
                  <a:lnTo>
                    <a:pt x="249301" y="66357"/>
                  </a:lnTo>
                  <a:lnTo>
                    <a:pt x="249478" y="70091"/>
                  </a:lnTo>
                  <a:lnTo>
                    <a:pt x="249643" y="73825"/>
                  </a:lnTo>
                  <a:lnTo>
                    <a:pt x="250469" y="76809"/>
                  </a:lnTo>
                  <a:lnTo>
                    <a:pt x="251002" y="76784"/>
                  </a:lnTo>
                  <a:lnTo>
                    <a:pt x="251002" y="50330"/>
                  </a:lnTo>
                  <a:lnTo>
                    <a:pt x="250837" y="49733"/>
                  </a:lnTo>
                  <a:lnTo>
                    <a:pt x="260616" y="61137"/>
                  </a:lnTo>
                  <a:lnTo>
                    <a:pt x="260616" y="50469"/>
                  </a:lnTo>
                  <a:lnTo>
                    <a:pt x="227723" y="12103"/>
                  </a:lnTo>
                  <a:lnTo>
                    <a:pt x="227723" y="22771"/>
                  </a:lnTo>
                  <a:lnTo>
                    <a:pt x="226720" y="22529"/>
                  </a:lnTo>
                  <a:lnTo>
                    <a:pt x="220306" y="22923"/>
                  </a:lnTo>
                  <a:lnTo>
                    <a:pt x="218795" y="23495"/>
                  </a:lnTo>
                  <a:lnTo>
                    <a:pt x="219100" y="21742"/>
                  </a:lnTo>
                  <a:lnTo>
                    <a:pt x="218935" y="18008"/>
                  </a:lnTo>
                  <a:lnTo>
                    <a:pt x="218770" y="14262"/>
                  </a:lnTo>
                  <a:lnTo>
                    <a:pt x="217957" y="11366"/>
                  </a:lnTo>
                  <a:lnTo>
                    <a:pt x="227723" y="22771"/>
                  </a:lnTo>
                  <a:lnTo>
                    <a:pt x="227723" y="12103"/>
                  </a:lnTo>
                  <a:lnTo>
                    <a:pt x="226491" y="10655"/>
                  </a:lnTo>
                  <a:lnTo>
                    <a:pt x="217893" y="635"/>
                  </a:lnTo>
                  <a:lnTo>
                    <a:pt x="217893" y="11290"/>
                  </a:lnTo>
                  <a:lnTo>
                    <a:pt x="216750" y="11366"/>
                  </a:lnTo>
                  <a:lnTo>
                    <a:pt x="217360" y="10655"/>
                  </a:lnTo>
                  <a:lnTo>
                    <a:pt x="217893" y="11290"/>
                  </a:lnTo>
                  <a:lnTo>
                    <a:pt x="217893" y="635"/>
                  </a:lnTo>
                  <a:lnTo>
                    <a:pt x="217360" y="0"/>
                  </a:lnTo>
                  <a:lnTo>
                    <a:pt x="183311" y="39712"/>
                  </a:lnTo>
                  <a:lnTo>
                    <a:pt x="183311" y="61417"/>
                  </a:lnTo>
                  <a:lnTo>
                    <a:pt x="181914" y="61074"/>
                  </a:lnTo>
                  <a:lnTo>
                    <a:pt x="178714" y="61277"/>
                  </a:lnTo>
                  <a:lnTo>
                    <a:pt x="175501" y="61468"/>
                  </a:lnTo>
                  <a:lnTo>
                    <a:pt x="173024" y="62407"/>
                  </a:lnTo>
                  <a:lnTo>
                    <a:pt x="173024" y="64338"/>
                  </a:lnTo>
                  <a:lnTo>
                    <a:pt x="172186" y="63347"/>
                  </a:lnTo>
                  <a:lnTo>
                    <a:pt x="172935" y="62471"/>
                  </a:lnTo>
                  <a:lnTo>
                    <a:pt x="173024" y="64338"/>
                  </a:lnTo>
                  <a:lnTo>
                    <a:pt x="173024" y="62407"/>
                  </a:lnTo>
                  <a:lnTo>
                    <a:pt x="182727" y="51041"/>
                  </a:lnTo>
                  <a:lnTo>
                    <a:pt x="182524" y="52273"/>
                  </a:lnTo>
                  <a:lnTo>
                    <a:pt x="182867" y="59753"/>
                  </a:lnTo>
                  <a:lnTo>
                    <a:pt x="183311" y="61417"/>
                  </a:lnTo>
                  <a:lnTo>
                    <a:pt x="183311" y="39712"/>
                  </a:lnTo>
                  <a:lnTo>
                    <a:pt x="163042" y="63347"/>
                  </a:lnTo>
                  <a:lnTo>
                    <a:pt x="217360" y="126695"/>
                  </a:lnTo>
                  <a:lnTo>
                    <a:pt x="226491" y="116039"/>
                  </a:lnTo>
                  <a:lnTo>
                    <a:pt x="271665" y="63347"/>
                  </a:lnTo>
                  <a:close/>
                </a:path>
                <a:path w="423545" h="437515">
                  <a:moveTo>
                    <a:pt x="423189" y="140512"/>
                  </a:moveTo>
                  <a:lnTo>
                    <a:pt x="414058" y="129870"/>
                  </a:lnTo>
                  <a:lnTo>
                    <a:pt x="414058" y="140512"/>
                  </a:lnTo>
                  <a:lnTo>
                    <a:pt x="368884" y="193192"/>
                  </a:lnTo>
                  <a:lnTo>
                    <a:pt x="357200" y="179590"/>
                  </a:lnTo>
                  <a:lnTo>
                    <a:pt x="359791" y="180187"/>
                  </a:lnTo>
                  <a:lnTo>
                    <a:pt x="366191" y="179793"/>
                  </a:lnTo>
                  <a:lnTo>
                    <a:pt x="367626" y="179260"/>
                  </a:lnTo>
                  <a:lnTo>
                    <a:pt x="367334" y="180975"/>
                  </a:lnTo>
                  <a:lnTo>
                    <a:pt x="367499" y="184721"/>
                  </a:lnTo>
                  <a:lnTo>
                    <a:pt x="367665" y="188455"/>
                  </a:lnTo>
                  <a:lnTo>
                    <a:pt x="368490" y="191439"/>
                  </a:lnTo>
                  <a:lnTo>
                    <a:pt x="370166" y="191338"/>
                  </a:lnTo>
                  <a:lnTo>
                    <a:pt x="370713" y="188264"/>
                  </a:lnTo>
                  <a:lnTo>
                    <a:pt x="370370" y="180784"/>
                  </a:lnTo>
                  <a:lnTo>
                    <a:pt x="369900" y="179108"/>
                  </a:lnTo>
                  <a:lnTo>
                    <a:pt x="371386" y="179463"/>
                  </a:lnTo>
                  <a:lnTo>
                    <a:pt x="374586" y="179260"/>
                  </a:lnTo>
                  <a:lnTo>
                    <a:pt x="377799" y="179057"/>
                  </a:lnTo>
                  <a:lnTo>
                    <a:pt x="380365" y="178104"/>
                  </a:lnTo>
                  <a:lnTo>
                    <a:pt x="380263" y="176136"/>
                  </a:lnTo>
                  <a:lnTo>
                    <a:pt x="377634" y="175514"/>
                  </a:lnTo>
                  <a:lnTo>
                    <a:pt x="371221" y="175907"/>
                  </a:lnTo>
                  <a:lnTo>
                    <a:pt x="369709" y="176479"/>
                  </a:lnTo>
                  <a:lnTo>
                    <a:pt x="370014" y="174726"/>
                  </a:lnTo>
                  <a:lnTo>
                    <a:pt x="369849" y="170992"/>
                  </a:lnTo>
                  <a:lnTo>
                    <a:pt x="369684" y="167259"/>
                  </a:lnTo>
                  <a:lnTo>
                    <a:pt x="368846" y="164274"/>
                  </a:lnTo>
                  <a:lnTo>
                    <a:pt x="367182" y="164376"/>
                  </a:lnTo>
                  <a:lnTo>
                    <a:pt x="366636" y="167436"/>
                  </a:lnTo>
                  <a:lnTo>
                    <a:pt x="366979" y="174917"/>
                  </a:lnTo>
                  <a:lnTo>
                    <a:pt x="367423" y="176580"/>
                  </a:lnTo>
                  <a:lnTo>
                    <a:pt x="366026" y="176237"/>
                  </a:lnTo>
                  <a:lnTo>
                    <a:pt x="362826" y="176441"/>
                  </a:lnTo>
                  <a:lnTo>
                    <a:pt x="359613" y="176644"/>
                  </a:lnTo>
                  <a:lnTo>
                    <a:pt x="357047" y="177609"/>
                  </a:lnTo>
                  <a:lnTo>
                    <a:pt x="357136" y="179514"/>
                  </a:lnTo>
                  <a:lnTo>
                    <a:pt x="324624" y="141579"/>
                  </a:lnTo>
                  <a:lnTo>
                    <a:pt x="327202" y="142189"/>
                  </a:lnTo>
                  <a:lnTo>
                    <a:pt x="333616" y="141782"/>
                  </a:lnTo>
                  <a:lnTo>
                    <a:pt x="335038" y="141249"/>
                  </a:lnTo>
                  <a:lnTo>
                    <a:pt x="334746" y="142976"/>
                  </a:lnTo>
                  <a:lnTo>
                    <a:pt x="334911" y="146710"/>
                  </a:lnTo>
                  <a:lnTo>
                    <a:pt x="335089" y="150444"/>
                  </a:lnTo>
                  <a:lnTo>
                    <a:pt x="335915" y="153428"/>
                  </a:lnTo>
                  <a:lnTo>
                    <a:pt x="337591" y="153327"/>
                  </a:lnTo>
                  <a:lnTo>
                    <a:pt x="338137" y="150253"/>
                  </a:lnTo>
                  <a:lnTo>
                    <a:pt x="337781" y="142786"/>
                  </a:lnTo>
                  <a:lnTo>
                    <a:pt x="337324" y="141109"/>
                  </a:lnTo>
                  <a:lnTo>
                    <a:pt x="338810" y="141452"/>
                  </a:lnTo>
                  <a:lnTo>
                    <a:pt x="342011" y="141262"/>
                  </a:lnTo>
                  <a:lnTo>
                    <a:pt x="345211" y="141058"/>
                  </a:lnTo>
                  <a:lnTo>
                    <a:pt x="347776" y="140093"/>
                  </a:lnTo>
                  <a:lnTo>
                    <a:pt x="347687" y="138137"/>
                  </a:lnTo>
                  <a:lnTo>
                    <a:pt x="345046" y="137502"/>
                  </a:lnTo>
                  <a:lnTo>
                    <a:pt x="338645" y="137909"/>
                  </a:lnTo>
                  <a:lnTo>
                    <a:pt x="337121" y="138480"/>
                  </a:lnTo>
                  <a:lnTo>
                    <a:pt x="337439" y="136728"/>
                  </a:lnTo>
                  <a:lnTo>
                    <a:pt x="337261" y="132981"/>
                  </a:lnTo>
                  <a:lnTo>
                    <a:pt x="337096" y="129247"/>
                  </a:lnTo>
                  <a:lnTo>
                    <a:pt x="336270" y="126263"/>
                  </a:lnTo>
                  <a:lnTo>
                    <a:pt x="335915" y="126288"/>
                  </a:lnTo>
                  <a:lnTo>
                    <a:pt x="368884" y="87820"/>
                  </a:lnTo>
                  <a:lnTo>
                    <a:pt x="414058" y="140512"/>
                  </a:lnTo>
                  <a:lnTo>
                    <a:pt x="414058" y="129870"/>
                  </a:lnTo>
                  <a:lnTo>
                    <a:pt x="378028" y="87820"/>
                  </a:lnTo>
                  <a:lnTo>
                    <a:pt x="368884" y="77165"/>
                  </a:lnTo>
                  <a:lnTo>
                    <a:pt x="334835" y="116890"/>
                  </a:lnTo>
                  <a:lnTo>
                    <a:pt x="334835" y="138582"/>
                  </a:lnTo>
                  <a:lnTo>
                    <a:pt x="333451" y="138239"/>
                  </a:lnTo>
                  <a:lnTo>
                    <a:pt x="330238" y="138430"/>
                  </a:lnTo>
                  <a:lnTo>
                    <a:pt x="327037" y="138633"/>
                  </a:lnTo>
                  <a:lnTo>
                    <a:pt x="324548" y="139585"/>
                  </a:lnTo>
                  <a:lnTo>
                    <a:pt x="324548" y="141490"/>
                  </a:lnTo>
                  <a:lnTo>
                    <a:pt x="323723" y="140512"/>
                  </a:lnTo>
                  <a:lnTo>
                    <a:pt x="324472" y="139649"/>
                  </a:lnTo>
                  <a:lnTo>
                    <a:pt x="324548" y="141490"/>
                  </a:lnTo>
                  <a:lnTo>
                    <a:pt x="324548" y="139585"/>
                  </a:lnTo>
                  <a:lnTo>
                    <a:pt x="334264" y="128219"/>
                  </a:lnTo>
                  <a:lnTo>
                    <a:pt x="334048" y="129438"/>
                  </a:lnTo>
                  <a:lnTo>
                    <a:pt x="334391" y="136918"/>
                  </a:lnTo>
                  <a:lnTo>
                    <a:pt x="334835" y="138582"/>
                  </a:lnTo>
                  <a:lnTo>
                    <a:pt x="334835" y="116890"/>
                  </a:lnTo>
                  <a:lnTo>
                    <a:pt x="317703" y="136867"/>
                  </a:lnTo>
                  <a:lnTo>
                    <a:pt x="311708" y="129882"/>
                  </a:lnTo>
                  <a:lnTo>
                    <a:pt x="311708" y="140512"/>
                  </a:lnTo>
                  <a:lnTo>
                    <a:pt x="301586" y="152311"/>
                  </a:lnTo>
                  <a:lnTo>
                    <a:pt x="301866" y="150799"/>
                  </a:lnTo>
                  <a:lnTo>
                    <a:pt x="301523" y="143319"/>
                  </a:lnTo>
                  <a:lnTo>
                    <a:pt x="301066" y="141655"/>
                  </a:lnTo>
                  <a:lnTo>
                    <a:pt x="302539" y="141998"/>
                  </a:lnTo>
                  <a:lnTo>
                    <a:pt x="305739" y="141795"/>
                  </a:lnTo>
                  <a:lnTo>
                    <a:pt x="308952" y="141592"/>
                  </a:lnTo>
                  <a:lnTo>
                    <a:pt x="311518" y="140639"/>
                  </a:lnTo>
                  <a:lnTo>
                    <a:pt x="311492" y="140271"/>
                  </a:lnTo>
                  <a:lnTo>
                    <a:pt x="311708" y="140512"/>
                  </a:lnTo>
                  <a:lnTo>
                    <a:pt x="311708" y="129882"/>
                  </a:lnTo>
                  <a:lnTo>
                    <a:pt x="309791" y="127647"/>
                  </a:lnTo>
                  <a:lnTo>
                    <a:pt x="309791" y="138290"/>
                  </a:lnTo>
                  <a:lnTo>
                    <a:pt x="308787" y="138049"/>
                  </a:lnTo>
                  <a:lnTo>
                    <a:pt x="302374" y="138442"/>
                  </a:lnTo>
                  <a:lnTo>
                    <a:pt x="300863" y="139014"/>
                  </a:lnTo>
                  <a:lnTo>
                    <a:pt x="301167" y="137261"/>
                  </a:lnTo>
                  <a:lnTo>
                    <a:pt x="301002" y="133527"/>
                  </a:lnTo>
                  <a:lnTo>
                    <a:pt x="300837" y="129781"/>
                  </a:lnTo>
                  <a:lnTo>
                    <a:pt x="300189" y="127469"/>
                  </a:lnTo>
                  <a:lnTo>
                    <a:pt x="300189" y="153949"/>
                  </a:lnTo>
                  <a:lnTo>
                    <a:pt x="266534" y="193192"/>
                  </a:lnTo>
                  <a:lnTo>
                    <a:pt x="254850" y="179590"/>
                  </a:lnTo>
                  <a:lnTo>
                    <a:pt x="257429" y="180187"/>
                  </a:lnTo>
                  <a:lnTo>
                    <a:pt x="263842" y="179793"/>
                  </a:lnTo>
                  <a:lnTo>
                    <a:pt x="265264" y="179260"/>
                  </a:lnTo>
                  <a:lnTo>
                    <a:pt x="264972" y="180975"/>
                  </a:lnTo>
                  <a:lnTo>
                    <a:pt x="265150" y="184721"/>
                  </a:lnTo>
                  <a:lnTo>
                    <a:pt x="265315" y="188455"/>
                  </a:lnTo>
                  <a:lnTo>
                    <a:pt x="266141" y="191439"/>
                  </a:lnTo>
                  <a:lnTo>
                    <a:pt x="267817" y="191338"/>
                  </a:lnTo>
                  <a:lnTo>
                    <a:pt x="268363" y="188264"/>
                  </a:lnTo>
                  <a:lnTo>
                    <a:pt x="268008" y="180784"/>
                  </a:lnTo>
                  <a:lnTo>
                    <a:pt x="267550" y="179108"/>
                  </a:lnTo>
                  <a:lnTo>
                    <a:pt x="269036" y="179463"/>
                  </a:lnTo>
                  <a:lnTo>
                    <a:pt x="272237" y="179260"/>
                  </a:lnTo>
                  <a:lnTo>
                    <a:pt x="275437" y="179057"/>
                  </a:lnTo>
                  <a:lnTo>
                    <a:pt x="278003" y="178104"/>
                  </a:lnTo>
                  <a:lnTo>
                    <a:pt x="277914" y="176136"/>
                  </a:lnTo>
                  <a:lnTo>
                    <a:pt x="275272" y="175514"/>
                  </a:lnTo>
                  <a:lnTo>
                    <a:pt x="268871" y="175907"/>
                  </a:lnTo>
                  <a:lnTo>
                    <a:pt x="267360" y="176479"/>
                  </a:lnTo>
                  <a:lnTo>
                    <a:pt x="267665" y="174726"/>
                  </a:lnTo>
                  <a:lnTo>
                    <a:pt x="267487" y="170992"/>
                  </a:lnTo>
                  <a:lnTo>
                    <a:pt x="267322" y="167259"/>
                  </a:lnTo>
                  <a:lnTo>
                    <a:pt x="266496" y="164274"/>
                  </a:lnTo>
                  <a:lnTo>
                    <a:pt x="264820" y="164376"/>
                  </a:lnTo>
                  <a:lnTo>
                    <a:pt x="264274" y="167436"/>
                  </a:lnTo>
                  <a:lnTo>
                    <a:pt x="264629" y="174917"/>
                  </a:lnTo>
                  <a:lnTo>
                    <a:pt x="265074" y="176580"/>
                  </a:lnTo>
                  <a:lnTo>
                    <a:pt x="263677" y="176237"/>
                  </a:lnTo>
                  <a:lnTo>
                    <a:pt x="260464" y="176441"/>
                  </a:lnTo>
                  <a:lnTo>
                    <a:pt x="257263" y="176644"/>
                  </a:lnTo>
                  <a:lnTo>
                    <a:pt x="254698" y="177609"/>
                  </a:lnTo>
                  <a:lnTo>
                    <a:pt x="254774" y="179501"/>
                  </a:lnTo>
                  <a:lnTo>
                    <a:pt x="222262" y="141579"/>
                  </a:lnTo>
                  <a:lnTo>
                    <a:pt x="224853" y="142189"/>
                  </a:lnTo>
                  <a:lnTo>
                    <a:pt x="231254" y="141782"/>
                  </a:lnTo>
                  <a:lnTo>
                    <a:pt x="232689" y="141249"/>
                  </a:lnTo>
                  <a:lnTo>
                    <a:pt x="232397" y="142976"/>
                  </a:lnTo>
                  <a:lnTo>
                    <a:pt x="232562" y="146710"/>
                  </a:lnTo>
                  <a:lnTo>
                    <a:pt x="232740" y="150444"/>
                  </a:lnTo>
                  <a:lnTo>
                    <a:pt x="233553" y="153428"/>
                  </a:lnTo>
                  <a:lnTo>
                    <a:pt x="235229" y="153327"/>
                  </a:lnTo>
                  <a:lnTo>
                    <a:pt x="235775" y="150253"/>
                  </a:lnTo>
                  <a:lnTo>
                    <a:pt x="235432" y="142786"/>
                  </a:lnTo>
                  <a:lnTo>
                    <a:pt x="234975" y="141109"/>
                  </a:lnTo>
                  <a:lnTo>
                    <a:pt x="236448" y="141452"/>
                  </a:lnTo>
                  <a:lnTo>
                    <a:pt x="239661" y="141262"/>
                  </a:lnTo>
                  <a:lnTo>
                    <a:pt x="242862" y="141058"/>
                  </a:lnTo>
                  <a:lnTo>
                    <a:pt x="245427" y="140093"/>
                  </a:lnTo>
                  <a:lnTo>
                    <a:pt x="245338" y="138137"/>
                  </a:lnTo>
                  <a:lnTo>
                    <a:pt x="242697" y="137502"/>
                  </a:lnTo>
                  <a:lnTo>
                    <a:pt x="236283" y="137909"/>
                  </a:lnTo>
                  <a:lnTo>
                    <a:pt x="234772" y="138480"/>
                  </a:lnTo>
                  <a:lnTo>
                    <a:pt x="235077" y="136728"/>
                  </a:lnTo>
                  <a:lnTo>
                    <a:pt x="234911" y="132981"/>
                  </a:lnTo>
                  <a:lnTo>
                    <a:pt x="234746" y="129247"/>
                  </a:lnTo>
                  <a:lnTo>
                    <a:pt x="233921" y="126263"/>
                  </a:lnTo>
                  <a:lnTo>
                    <a:pt x="233553" y="126288"/>
                  </a:lnTo>
                  <a:lnTo>
                    <a:pt x="265315" y="89242"/>
                  </a:lnTo>
                  <a:lnTo>
                    <a:pt x="264896" y="91617"/>
                  </a:lnTo>
                  <a:lnTo>
                    <a:pt x="265239" y="99085"/>
                  </a:lnTo>
                  <a:lnTo>
                    <a:pt x="265696" y="100761"/>
                  </a:lnTo>
                  <a:lnTo>
                    <a:pt x="264299" y="100418"/>
                  </a:lnTo>
                  <a:lnTo>
                    <a:pt x="261086" y="100609"/>
                  </a:lnTo>
                  <a:lnTo>
                    <a:pt x="257886" y="100812"/>
                  </a:lnTo>
                  <a:lnTo>
                    <a:pt x="255320" y="101777"/>
                  </a:lnTo>
                  <a:lnTo>
                    <a:pt x="255409" y="103733"/>
                  </a:lnTo>
                  <a:lnTo>
                    <a:pt x="258051" y="104368"/>
                  </a:lnTo>
                  <a:lnTo>
                    <a:pt x="264464" y="103962"/>
                  </a:lnTo>
                  <a:lnTo>
                    <a:pt x="265887" y="103428"/>
                  </a:lnTo>
                  <a:lnTo>
                    <a:pt x="265595" y="105156"/>
                  </a:lnTo>
                  <a:lnTo>
                    <a:pt x="265760" y="108889"/>
                  </a:lnTo>
                  <a:lnTo>
                    <a:pt x="265938" y="112623"/>
                  </a:lnTo>
                  <a:lnTo>
                    <a:pt x="266763" y="115608"/>
                  </a:lnTo>
                  <a:lnTo>
                    <a:pt x="268439" y="115506"/>
                  </a:lnTo>
                  <a:lnTo>
                    <a:pt x="268986" y="112445"/>
                  </a:lnTo>
                  <a:lnTo>
                    <a:pt x="268630" y="104965"/>
                  </a:lnTo>
                  <a:lnTo>
                    <a:pt x="268173" y="103289"/>
                  </a:lnTo>
                  <a:lnTo>
                    <a:pt x="269659" y="103632"/>
                  </a:lnTo>
                  <a:lnTo>
                    <a:pt x="272859" y="103441"/>
                  </a:lnTo>
                  <a:lnTo>
                    <a:pt x="276059" y="103238"/>
                  </a:lnTo>
                  <a:lnTo>
                    <a:pt x="278625" y="102273"/>
                  </a:lnTo>
                  <a:lnTo>
                    <a:pt x="278599" y="101930"/>
                  </a:lnTo>
                  <a:lnTo>
                    <a:pt x="299948" y="126809"/>
                  </a:lnTo>
                  <a:lnTo>
                    <a:pt x="298335" y="126911"/>
                  </a:lnTo>
                  <a:lnTo>
                    <a:pt x="297789" y="129971"/>
                  </a:lnTo>
                  <a:lnTo>
                    <a:pt x="298132" y="137452"/>
                  </a:lnTo>
                  <a:lnTo>
                    <a:pt x="298577" y="139115"/>
                  </a:lnTo>
                  <a:lnTo>
                    <a:pt x="297180" y="138772"/>
                  </a:lnTo>
                  <a:lnTo>
                    <a:pt x="293979" y="138976"/>
                  </a:lnTo>
                  <a:lnTo>
                    <a:pt x="290766" y="139179"/>
                  </a:lnTo>
                  <a:lnTo>
                    <a:pt x="288201" y="140131"/>
                  </a:lnTo>
                  <a:lnTo>
                    <a:pt x="288302" y="142100"/>
                  </a:lnTo>
                  <a:lnTo>
                    <a:pt x="290944" y="142722"/>
                  </a:lnTo>
                  <a:lnTo>
                    <a:pt x="297345" y="142328"/>
                  </a:lnTo>
                  <a:lnTo>
                    <a:pt x="298780" y="141795"/>
                  </a:lnTo>
                  <a:lnTo>
                    <a:pt x="298488" y="143510"/>
                  </a:lnTo>
                  <a:lnTo>
                    <a:pt x="298653" y="147256"/>
                  </a:lnTo>
                  <a:lnTo>
                    <a:pt x="298818" y="150990"/>
                  </a:lnTo>
                  <a:lnTo>
                    <a:pt x="299643" y="153974"/>
                  </a:lnTo>
                  <a:lnTo>
                    <a:pt x="300189" y="153949"/>
                  </a:lnTo>
                  <a:lnTo>
                    <a:pt x="300189" y="127469"/>
                  </a:lnTo>
                  <a:lnTo>
                    <a:pt x="300037" y="126911"/>
                  </a:lnTo>
                  <a:lnTo>
                    <a:pt x="309791" y="138290"/>
                  </a:lnTo>
                  <a:lnTo>
                    <a:pt x="309791" y="127647"/>
                  </a:lnTo>
                  <a:lnTo>
                    <a:pt x="276898" y="89268"/>
                  </a:lnTo>
                  <a:lnTo>
                    <a:pt x="276898" y="99923"/>
                  </a:lnTo>
                  <a:lnTo>
                    <a:pt x="275894" y="99682"/>
                  </a:lnTo>
                  <a:lnTo>
                    <a:pt x="269494" y="100088"/>
                  </a:lnTo>
                  <a:lnTo>
                    <a:pt x="267982" y="100660"/>
                  </a:lnTo>
                  <a:lnTo>
                    <a:pt x="268287" y="98907"/>
                  </a:lnTo>
                  <a:lnTo>
                    <a:pt x="268109" y="95161"/>
                  </a:lnTo>
                  <a:lnTo>
                    <a:pt x="267944" y="91427"/>
                  </a:lnTo>
                  <a:lnTo>
                    <a:pt x="267131" y="88531"/>
                  </a:lnTo>
                  <a:lnTo>
                    <a:pt x="276898" y="99923"/>
                  </a:lnTo>
                  <a:lnTo>
                    <a:pt x="276898" y="89268"/>
                  </a:lnTo>
                  <a:lnTo>
                    <a:pt x="275666" y="87820"/>
                  </a:lnTo>
                  <a:lnTo>
                    <a:pt x="267068" y="77800"/>
                  </a:lnTo>
                  <a:lnTo>
                    <a:pt x="267068" y="88455"/>
                  </a:lnTo>
                  <a:lnTo>
                    <a:pt x="265938" y="88519"/>
                  </a:lnTo>
                  <a:lnTo>
                    <a:pt x="266534" y="87820"/>
                  </a:lnTo>
                  <a:lnTo>
                    <a:pt x="267068" y="88455"/>
                  </a:lnTo>
                  <a:lnTo>
                    <a:pt x="267068" y="77800"/>
                  </a:lnTo>
                  <a:lnTo>
                    <a:pt x="266534" y="77165"/>
                  </a:lnTo>
                  <a:lnTo>
                    <a:pt x="232486" y="116878"/>
                  </a:lnTo>
                  <a:lnTo>
                    <a:pt x="232486" y="138582"/>
                  </a:lnTo>
                  <a:lnTo>
                    <a:pt x="231089" y="138239"/>
                  </a:lnTo>
                  <a:lnTo>
                    <a:pt x="227888" y="138430"/>
                  </a:lnTo>
                  <a:lnTo>
                    <a:pt x="224688" y="138633"/>
                  </a:lnTo>
                  <a:lnTo>
                    <a:pt x="222199" y="139585"/>
                  </a:lnTo>
                  <a:lnTo>
                    <a:pt x="222199" y="141503"/>
                  </a:lnTo>
                  <a:lnTo>
                    <a:pt x="221361" y="140512"/>
                  </a:lnTo>
                  <a:lnTo>
                    <a:pt x="222123" y="139623"/>
                  </a:lnTo>
                  <a:lnTo>
                    <a:pt x="222199" y="141503"/>
                  </a:lnTo>
                  <a:lnTo>
                    <a:pt x="222199" y="139585"/>
                  </a:lnTo>
                  <a:lnTo>
                    <a:pt x="231914" y="128206"/>
                  </a:lnTo>
                  <a:lnTo>
                    <a:pt x="231698" y="129438"/>
                  </a:lnTo>
                  <a:lnTo>
                    <a:pt x="232041" y="136918"/>
                  </a:lnTo>
                  <a:lnTo>
                    <a:pt x="232486" y="138582"/>
                  </a:lnTo>
                  <a:lnTo>
                    <a:pt x="232486" y="116878"/>
                  </a:lnTo>
                  <a:lnTo>
                    <a:pt x="212217" y="140512"/>
                  </a:lnTo>
                  <a:lnTo>
                    <a:pt x="266534" y="203860"/>
                  </a:lnTo>
                  <a:lnTo>
                    <a:pt x="275666" y="193192"/>
                  </a:lnTo>
                  <a:lnTo>
                    <a:pt x="317703" y="144170"/>
                  </a:lnTo>
                  <a:lnTo>
                    <a:pt x="368884" y="203860"/>
                  </a:lnTo>
                  <a:lnTo>
                    <a:pt x="378028" y="193192"/>
                  </a:lnTo>
                  <a:lnTo>
                    <a:pt x="423189" y="140512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3" name="object 2103" descr=""/>
            <p:cNvSpPr/>
            <p:nvPr/>
          </p:nvSpPr>
          <p:spPr>
            <a:xfrm>
              <a:off x="7789126" y="7383583"/>
              <a:ext cx="361315" cy="282575"/>
            </a:xfrm>
            <a:custGeom>
              <a:avLst/>
              <a:gdLst/>
              <a:ahLst/>
              <a:cxnLst/>
              <a:rect l="l" t="t" r="r" b="b"/>
              <a:pathLst>
                <a:path w="361315" h="282575">
                  <a:moveTo>
                    <a:pt x="108610" y="140512"/>
                  </a:moveTo>
                  <a:lnTo>
                    <a:pt x="99479" y="129870"/>
                  </a:lnTo>
                  <a:lnTo>
                    <a:pt x="99479" y="140512"/>
                  </a:lnTo>
                  <a:lnTo>
                    <a:pt x="89357" y="152311"/>
                  </a:lnTo>
                  <a:lnTo>
                    <a:pt x="89636" y="150799"/>
                  </a:lnTo>
                  <a:lnTo>
                    <a:pt x="89293" y="143319"/>
                  </a:lnTo>
                  <a:lnTo>
                    <a:pt x="88836" y="141643"/>
                  </a:lnTo>
                  <a:lnTo>
                    <a:pt x="90309" y="141998"/>
                  </a:lnTo>
                  <a:lnTo>
                    <a:pt x="93522" y="141795"/>
                  </a:lnTo>
                  <a:lnTo>
                    <a:pt x="96723" y="141592"/>
                  </a:lnTo>
                  <a:lnTo>
                    <a:pt x="99288" y="140639"/>
                  </a:lnTo>
                  <a:lnTo>
                    <a:pt x="99263" y="140271"/>
                  </a:lnTo>
                  <a:lnTo>
                    <a:pt x="99479" y="140512"/>
                  </a:lnTo>
                  <a:lnTo>
                    <a:pt x="99479" y="129870"/>
                  </a:lnTo>
                  <a:lnTo>
                    <a:pt x="97561" y="127622"/>
                  </a:lnTo>
                  <a:lnTo>
                    <a:pt x="97561" y="138290"/>
                  </a:lnTo>
                  <a:lnTo>
                    <a:pt x="96558" y="138049"/>
                  </a:lnTo>
                  <a:lnTo>
                    <a:pt x="90144" y="138442"/>
                  </a:lnTo>
                  <a:lnTo>
                    <a:pt x="88633" y="139014"/>
                  </a:lnTo>
                  <a:lnTo>
                    <a:pt x="88938" y="137261"/>
                  </a:lnTo>
                  <a:lnTo>
                    <a:pt x="88773" y="133527"/>
                  </a:lnTo>
                  <a:lnTo>
                    <a:pt x="88607" y="129781"/>
                  </a:lnTo>
                  <a:lnTo>
                    <a:pt x="87960" y="127469"/>
                  </a:lnTo>
                  <a:lnTo>
                    <a:pt x="87960" y="153949"/>
                  </a:lnTo>
                  <a:lnTo>
                    <a:pt x="54305" y="193192"/>
                  </a:lnTo>
                  <a:lnTo>
                    <a:pt x="42621" y="179590"/>
                  </a:lnTo>
                  <a:lnTo>
                    <a:pt x="45199" y="180187"/>
                  </a:lnTo>
                  <a:lnTo>
                    <a:pt x="51612" y="179793"/>
                  </a:lnTo>
                  <a:lnTo>
                    <a:pt x="53047" y="179260"/>
                  </a:lnTo>
                  <a:lnTo>
                    <a:pt x="52743" y="180975"/>
                  </a:lnTo>
                  <a:lnTo>
                    <a:pt x="52920" y="184721"/>
                  </a:lnTo>
                  <a:lnTo>
                    <a:pt x="53086" y="188455"/>
                  </a:lnTo>
                  <a:lnTo>
                    <a:pt x="53911" y="191439"/>
                  </a:lnTo>
                  <a:lnTo>
                    <a:pt x="55587" y="191338"/>
                  </a:lnTo>
                  <a:lnTo>
                    <a:pt x="56134" y="188264"/>
                  </a:lnTo>
                  <a:lnTo>
                    <a:pt x="55791" y="180784"/>
                  </a:lnTo>
                  <a:lnTo>
                    <a:pt x="55321" y="179108"/>
                  </a:lnTo>
                  <a:lnTo>
                    <a:pt x="56807" y="179463"/>
                  </a:lnTo>
                  <a:lnTo>
                    <a:pt x="60007" y="179260"/>
                  </a:lnTo>
                  <a:lnTo>
                    <a:pt x="63207" y="179057"/>
                  </a:lnTo>
                  <a:lnTo>
                    <a:pt x="65773" y="178104"/>
                  </a:lnTo>
                  <a:lnTo>
                    <a:pt x="65684" y="176136"/>
                  </a:lnTo>
                  <a:lnTo>
                    <a:pt x="63042" y="175514"/>
                  </a:lnTo>
                  <a:lnTo>
                    <a:pt x="56642" y="175907"/>
                  </a:lnTo>
                  <a:lnTo>
                    <a:pt x="55130" y="176479"/>
                  </a:lnTo>
                  <a:lnTo>
                    <a:pt x="55435" y="174726"/>
                  </a:lnTo>
                  <a:lnTo>
                    <a:pt x="55270" y="170992"/>
                  </a:lnTo>
                  <a:lnTo>
                    <a:pt x="55092" y="167259"/>
                  </a:lnTo>
                  <a:lnTo>
                    <a:pt x="54267" y="164274"/>
                  </a:lnTo>
                  <a:lnTo>
                    <a:pt x="52590" y="164376"/>
                  </a:lnTo>
                  <a:lnTo>
                    <a:pt x="52044" y="167436"/>
                  </a:lnTo>
                  <a:lnTo>
                    <a:pt x="52400" y="174917"/>
                  </a:lnTo>
                  <a:lnTo>
                    <a:pt x="52844" y="176580"/>
                  </a:lnTo>
                  <a:lnTo>
                    <a:pt x="51447" y="176237"/>
                  </a:lnTo>
                  <a:lnTo>
                    <a:pt x="48234" y="176441"/>
                  </a:lnTo>
                  <a:lnTo>
                    <a:pt x="45034" y="176644"/>
                  </a:lnTo>
                  <a:lnTo>
                    <a:pt x="42468" y="177609"/>
                  </a:lnTo>
                  <a:lnTo>
                    <a:pt x="42557" y="179514"/>
                  </a:lnTo>
                  <a:lnTo>
                    <a:pt x="10033" y="141579"/>
                  </a:lnTo>
                  <a:lnTo>
                    <a:pt x="12623" y="142189"/>
                  </a:lnTo>
                  <a:lnTo>
                    <a:pt x="19037" y="141782"/>
                  </a:lnTo>
                  <a:lnTo>
                    <a:pt x="20459" y="141249"/>
                  </a:lnTo>
                  <a:lnTo>
                    <a:pt x="20167" y="142976"/>
                  </a:lnTo>
                  <a:lnTo>
                    <a:pt x="20332" y="146710"/>
                  </a:lnTo>
                  <a:lnTo>
                    <a:pt x="20497" y="150444"/>
                  </a:lnTo>
                  <a:lnTo>
                    <a:pt x="21323" y="153428"/>
                  </a:lnTo>
                  <a:lnTo>
                    <a:pt x="22999" y="153327"/>
                  </a:lnTo>
                  <a:lnTo>
                    <a:pt x="23545" y="150253"/>
                  </a:lnTo>
                  <a:lnTo>
                    <a:pt x="23202" y="142786"/>
                  </a:lnTo>
                  <a:lnTo>
                    <a:pt x="22745" y="141109"/>
                  </a:lnTo>
                  <a:lnTo>
                    <a:pt x="24231" y="141452"/>
                  </a:lnTo>
                  <a:lnTo>
                    <a:pt x="27432" y="141262"/>
                  </a:lnTo>
                  <a:lnTo>
                    <a:pt x="30632" y="141058"/>
                  </a:lnTo>
                  <a:lnTo>
                    <a:pt x="33197" y="140093"/>
                  </a:lnTo>
                  <a:lnTo>
                    <a:pt x="33108" y="138137"/>
                  </a:lnTo>
                  <a:lnTo>
                    <a:pt x="30467" y="137502"/>
                  </a:lnTo>
                  <a:lnTo>
                    <a:pt x="24053" y="137909"/>
                  </a:lnTo>
                  <a:lnTo>
                    <a:pt x="22542" y="138480"/>
                  </a:lnTo>
                  <a:lnTo>
                    <a:pt x="22847" y="136728"/>
                  </a:lnTo>
                  <a:lnTo>
                    <a:pt x="22682" y="132981"/>
                  </a:lnTo>
                  <a:lnTo>
                    <a:pt x="22517" y="129247"/>
                  </a:lnTo>
                  <a:lnTo>
                    <a:pt x="21691" y="126263"/>
                  </a:lnTo>
                  <a:lnTo>
                    <a:pt x="21323" y="126288"/>
                  </a:lnTo>
                  <a:lnTo>
                    <a:pt x="53086" y="89242"/>
                  </a:lnTo>
                  <a:lnTo>
                    <a:pt x="52666" y="91617"/>
                  </a:lnTo>
                  <a:lnTo>
                    <a:pt x="53022" y="99085"/>
                  </a:lnTo>
                  <a:lnTo>
                    <a:pt x="53467" y="100761"/>
                  </a:lnTo>
                  <a:lnTo>
                    <a:pt x="52070" y="100418"/>
                  </a:lnTo>
                  <a:lnTo>
                    <a:pt x="48856" y="100609"/>
                  </a:lnTo>
                  <a:lnTo>
                    <a:pt x="45656" y="100812"/>
                  </a:lnTo>
                  <a:lnTo>
                    <a:pt x="43091" y="101777"/>
                  </a:lnTo>
                  <a:lnTo>
                    <a:pt x="43192" y="103733"/>
                  </a:lnTo>
                  <a:lnTo>
                    <a:pt x="45821" y="104368"/>
                  </a:lnTo>
                  <a:lnTo>
                    <a:pt x="52235" y="103962"/>
                  </a:lnTo>
                  <a:lnTo>
                    <a:pt x="53657" y="103428"/>
                  </a:lnTo>
                  <a:lnTo>
                    <a:pt x="53365" y="105156"/>
                  </a:lnTo>
                  <a:lnTo>
                    <a:pt x="53543" y="108889"/>
                  </a:lnTo>
                  <a:lnTo>
                    <a:pt x="53708" y="112623"/>
                  </a:lnTo>
                  <a:lnTo>
                    <a:pt x="54533" y="115608"/>
                  </a:lnTo>
                  <a:lnTo>
                    <a:pt x="56210" y="115506"/>
                  </a:lnTo>
                  <a:lnTo>
                    <a:pt x="56756" y="112445"/>
                  </a:lnTo>
                  <a:lnTo>
                    <a:pt x="56400" y="104965"/>
                  </a:lnTo>
                  <a:lnTo>
                    <a:pt x="55943" y="103289"/>
                  </a:lnTo>
                  <a:lnTo>
                    <a:pt x="57429" y="103632"/>
                  </a:lnTo>
                  <a:lnTo>
                    <a:pt x="60629" y="103441"/>
                  </a:lnTo>
                  <a:lnTo>
                    <a:pt x="63830" y="103238"/>
                  </a:lnTo>
                  <a:lnTo>
                    <a:pt x="66395" y="102273"/>
                  </a:lnTo>
                  <a:lnTo>
                    <a:pt x="66370" y="101930"/>
                  </a:lnTo>
                  <a:lnTo>
                    <a:pt x="87718" y="126809"/>
                  </a:lnTo>
                  <a:lnTo>
                    <a:pt x="86106" y="126911"/>
                  </a:lnTo>
                  <a:lnTo>
                    <a:pt x="85559" y="129971"/>
                  </a:lnTo>
                  <a:lnTo>
                    <a:pt x="85902" y="137452"/>
                  </a:lnTo>
                  <a:lnTo>
                    <a:pt x="86347" y="139115"/>
                  </a:lnTo>
                  <a:lnTo>
                    <a:pt x="84950" y="138772"/>
                  </a:lnTo>
                  <a:lnTo>
                    <a:pt x="81749" y="138976"/>
                  </a:lnTo>
                  <a:lnTo>
                    <a:pt x="78549" y="139179"/>
                  </a:lnTo>
                  <a:lnTo>
                    <a:pt x="75984" y="140131"/>
                  </a:lnTo>
                  <a:lnTo>
                    <a:pt x="76073" y="142100"/>
                  </a:lnTo>
                  <a:lnTo>
                    <a:pt x="78714" y="142722"/>
                  </a:lnTo>
                  <a:lnTo>
                    <a:pt x="85115" y="142328"/>
                  </a:lnTo>
                  <a:lnTo>
                    <a:pt x="86550" y="141795"/>
                  </a:lnTo>
                  <a:lnTo>
                    <a:pt x="86258" y="143510"/>
                  </a:lnTo>
                  <a:lnTo>
                    <a:pt x="86423" y="147256"/>
                  </a:lnTo>
                  <a:lnTo>
                    <a:pt x="86588" y="150990"/>
                  </a:lnTo>
                  <a:lnTo>
                    <a:pt x="87414" y="153974"/>
                  </a:lnTo>
                  <a:lnTo>
                    <a:pt x="87960" y="153949"/>
                  </a:lnTo>
                  <a:lnTo>
                    <a:pt x="87960" y="127469"/>
                  </a:lnTo>
                  <a:lnTo>
                    <a:pt x="87807" y="126911"/>
                  </a:lnTo>
                  <a:lnTo>
                    <a:pt x="97561" y="138290"/>
                  </a:lnTo>
                  <a:lnTo>
                    <a:pt x="97561" y="127622"/>
                  </a:lnTo>
                  <a:lnTo>
                    <a:pt x="64668" y="89255"/>
                  </a:lnTo>
                  <a:lnTo>
                    <a:pt x="64668" y="99923"/>
                  </a:lnTo>
                  <a:lnTo>
                    <a:pt x="63665" y="99682"/>
                  </a:lnTo>
                  <a:lnTo>
                    <a:pt x="57264" y="100088"/>
                  </a:lnTo>
                  <a:lnTo>
                    <a:pt x="55753" y="100660"/>
                  </a:lnTo>
                  <a:lnTo>
                    <a:pt x="56057" y="98907"/>
                  </a:lnTo>
                  <a:lnTo>
                    <a:pt x="55892" y="95161"/>
                  </a:lnTo>
                  <a:lnTo>
                    <a:pt x="55714" y="91427"/>
                  </a:lnTo>
                  <a:lnTo>
                    <a:pt x="54902" y="88531"/>
                  </a:lnTo>
                  <a:lnTo>
                    <a:pt x="64668" y="99923"/>
                  </a:lnTo>
                  <a:lnTo>
                    <a:pt x="64668" y="89255"/>
                  </a:lnTo>
                  <a:lnTo>
                    <a:pt x="63449" y="87820"/>
                  </a:lnTo>
                  <a:lnTo>
                    <a:pt x="54838" y="77787"/>
                  </a:lnTo>
                  <a:lnTo>
                    <a:pt x="54838" y="88455"/>
                  </a:lnTo>
                  <a:lnTo>
                    <a:pt x="53708" y="88519"/>
                  </a:lnTo>
                  <a:lnTo>
                    <a:pt x="54305" y="87820"/>
                  </a:lnTo>
                  <a:lnTo>
                    <a:pt x="54838" y="88455"/>
                  </a:lnTo>
                  <a:lnTo>
                    <a:pt x="54838" y="77787"/>
                  </a:lnTo>
                  <a:lnTo>
                    <a:pt x="54305" y="77165"/>
                  </a:lnTo>
                  <a:lnTo>
                    <a:pt x="20256" y="116890"/>
                  </a:lnTo>
                  <a:lnTo>
                    <a:pt x="20256" y="138582"/>
                  </a:lnTo>
                  <a:lnTo>
                    <a:pt x="18859" y="138239"/>
                  </a:lnTo>
                  <a:lnTo>
                    <a:pt x="15659" y="138430"/>
                  </a:lnTo>
                  <a:lnTo>
                    <a:pt x="12458" y="138633"/>
                  </a:lnTo>
                  <a:lnTo>
                    <a:pt x="9969" y="139585"/>
                  </a:lnTo>
                  <a:lnTo>
                    <a:pt x="9969" y="141503"/>
                  </a:lnTo>
                  <a:lnTo>
                    <a:pt x="9131" y="140512"/>
                  </a:lnTo>
                  <a:lnTo>
                    <a:pt x="9893" y="139623"/>
                  </a:lnTo>
                  <a:lnTo>
                    <a:pt x="9969" y="141503"/>
                  </a:lnTo>
                  <a:lnTo>
                    <a:pt x="9969" y="139585"/>
                  </a:lnTo>
                  <a:lnTo>
                    <a:pt x="19685" y="128206"/>
                  </a:lnTo>
                  <a:lnTo>
                    <a:pt x="19469" y="129438"/>
                  </a:lnTo>
                  <a:lnTo>
                    <a:pt x="19812" y="136918"/>
                  </a:lnTo>
                  <a:lnTo>
                    <a:pt x="20256" y="138582"/>
                  </a:lnTo>
                  <a:lnTo>
                    <a:pt x="20256" y="116890"/>
                  </a:lnTo>
                  <a:lnTo>
                    <a:pt x="0" y="140512"/>
                  </a:lnTo>
                  <a:lnTo>
                    <a:pt x="54305" y="203860"/>
                  </a:lnTo>
                  <a:lnTo>
                    <a:pt x="63449" y="193192"/>
                  </a:lnTo>
                  <a:lnTo>
                    <a:pt x="108610" y="140512"/>
                  </a:lnTo>
                  <a:close/>
                </a:path>
                <a:path w="361315" h="282575">
                  <a:moveTo>
                    <a:pt x="158915" y="218681"/>
                  </a:moveTo>
                  <a:lnTo>
                    <a:pt x="149771" y="208026"/>
                  </a:lnTo>
                  <a:lnTo>
                    <a:pt x="149771" y="218681"/>
                  </a:lnTo>
                  <a:lnTo>
                    <a:pt x="104609" y="271360"/>
                  </a:lnTo>
                  <a:lnTo>
                    <a:pt x="92925" y="257759"/>
                  </a:lnTo>
                  <a:lnTo>
                    <a:pt x="95504" y="258356"/>
                  </a:lnTo>
                  <a:lnTo>
                    <a:pt x="101917" y="257962"/>
                  </a:lnTo>
                  <a:lnTo>
                    <a:pt x="103339" y="257429"/>
                  </a:lnTo>
                  <a:lnTo>
                    <a:pt x="103047" y="259143"/>
                  </a:lnTo>
                  <a:lnTo>
                    <a:pt x="103212" y="262890"/>
                  </a:lnTo>
                  <a:lnTo>
                    <a:pt x="103378" y="266623"/>
                  </a:lnTo>
                  <a:lnTo>
                    <a:pt x="104216" y="269608"/>
                  </a:lnTo>
                  <a:lnTo>
                    <a:pt x="105879" y="269506"/>
                  </a:lnTo>
                  <a:lnTo>
                    <a:pt x="106426" y="266433"/>
                  </a:lnTo>
                  <a:lnTo>
                    <a:pt x="106083" y="258953"/>
                  </a:lnTo>
                  <a:lnTo>
                    <a:pt x="105625" y="257276"/>
                  </a:lnTo>
                  <a:lnTo>
                    <a:pt x="107111" y="257632"/>
                  </a:lnTo>
                  <a:lnTo>
                    <a:pt x="110312" y="257429"/>
                  </a:lnTo>
                  <a:lnTo>
                    <a:pt x="113512" y="257238"/>
                  </a:lnTo>
                  <a:lnTo>
                    <a:pt x="116078" y="256273"/>
                  </a:lnTo>
                  <a:lnTo>
                    <a:pt x="115989" y="254304"/>
                  </a:lnTo>
                  <a:lnTo>
                    <a:pt x="113347" y="253682"/>
                  </a:lnTo>
                  <a:lnTo>
                    <a:pt x="106934" y="254076"/>
                  </a:lnTo>
                  <a:lnTo>
                    <a:pt x="105422" y="254647"/>
                  </a:lnTo>
                  <a:lnTo>
                    <a:pt x="105727" y="252895"/>
                  </a:lnTo>
                  <a:lnTo>
                    <a:pt x="105562" y="249161"/>
                  </a:lnTo>
                  <a:lnTo>
                    <a:pt x="105397" y="245427"/>
                  </a:lnTo>
                  <a:lnTo>
                    <a:pt x="104571" y="242443"/>
                  </a:lnTo>
                  <a:lnTo>
                    <a:pt x="102895" y="242544"/>
                  </a:lnTo>
                  <a:lnTo>
                    <a:pt x="102349" y="245605"/>
                  </a:lnTo>
                  <a:lnTo>
                    <a:pt x="102692" y="253085"/>
                  </a:lnTo>
                  <a:lnTo>
                    <a:pt x="103136" y="254749"/>
                  </a:lnTo>
                  <a:lnTo>
                    <a:pt x="101739" y="254406"/>
                  </a:lnTo>
                  <a:lnTo>
                    <a:pt x="98539" y="254609"/>
                  </a:lnTo>
                  <a:lnTo>
                    <a:pt x="95338" y="254812"/>
                  </a:lnTo>
                  <a:lnTo>
                    <a:pt x="92773" y="255778"/>
                  </a:lnTo>
                  <a:lnTo>
                    <a:pt x="92849" y="257670"/>
                  </a:lnTo>
                  <a:lnTo>
                    <a:pt x="60337" y="219748"/>
                  </a:lnTo>
                  <a:lnTo>
                    <a:pt x="62928" y="220357"/>
                  </a:lnTo>
                  <a:lnTo>
                    <a:pt x="69329" y="219951"/>
                  </a:lnTo>
                  <a:lnTo>
                    <a:pt x="70764" y="219417"/>
                  </a:lnTo>
                  <a:lnTo>
                    <a:pt x="70472" y="221145"/>
                  </a:lnTo>
                  <a:lnTo>
                    <a:pt x="70637" y="224878"/>
                  </a:lnTo>
                  <a:lnTo>
                    <a:pt x="70815" y="228612"/>
                  </a:lnTo>
                  <a:lnTo>
                    <a:pt x="71628" y="231597"/>
                  </a:lnTo>
                  <a:lnTo>
                    <a:pt x="73304" y="231495"/>
                  </a:lnTo>
                  <a:lnTo>
                    <a:pt x="73850" y="228434"/>
                  </a:lnTo>
                  <a:lnTo>
                    <a:pt x="73507" y="220954"/>
                  </a:lnTo>
                  <a:lnTo>
                    <a:pt x="73037" y="219278"/>
                  </a:lnTo>
                  <a:lnTo>
                    <a:pt x="74523" y="219621"/>
                  </a:lnTo>
                  <a:lnTo>
                    <a:pt x="77724" y="219430"/>
                  </a:lnTo>
                  <a:lnTo>
                    <a:pt x="80937" y="219227"/>
                  </a:lnTo>
                  <a:lnTo>
                    <a:pt x="83502" y="218262"/>
                  </a:lnTo>
                  <a:lnTo>
                    <a:pt x="83400" y="216306"/>
                  </a:lnTo>
                  <a:lnTo>
                    <a:pt x="80772" y="215671"/>
                  </a:lnTo>
                  <a:lnTo>
                    <a:pt x="74358" y="216077"/>
                  </a:lnTo>
                  <a:lnTo>
                    <a:pt x="72847" y="216649"/>
                  </a:lnTo>
                  <a:lnTo>
                    <a:pt x="73152" y="214896"/>
                  </a:lnTo>
                  <a:lnTo>
                    <a:pt x="72986" y="211150"/>
                  </a:lnTo>
                  <a:lnTo>
                    <a:pt x="72821" y="207416"/>
                  </a:lnTo>
                  <a:lnTo>
                    <a:pt x="71983" y="204431"/>
                  </a:lnTo>
                  <a:lnTo>
                    <a:pt x="71628" y="204457"/>
                  </a:lnTo>
                  <a:lnTo>
                    <a:pt x="104609" y="165989"/>
                  </a:lnTo>
                  <a:lnTo>
                    <a:pt x="138023" y="204990"/>
                  </a:lnTo>
                  <a:lnTo>
                    <a:pt x="136398" y="205079"/>
                  </a:lnTo>
                  <a:lnTo>
                    <a:pt x="135851" y="208140"/>
                  </a:lnTo>
                  <a:lnTo>
                    <a:pt x="136207" y="215620"/>
                  </a:lnTo>
                  <a:lnTo>
                    <a:pt x="136652" y="217284"/>
                  </a:lnTo>
                  <a:lnTo>
                    <a:pt x="135255" y="216941"/>
                  </a:lnTo>
                  <a:lnTo>
                    <a:pt x="132041" y="217144"/>
                  </a:lnTo>
                  <a:lnTo>
                    <a:pt x="128841" y="217347"/>
                  </a:lnTo>
                  <a:lnTo>
                    <a:pt x="126276" y="218313"/>
                  </a:lnTo>
                  <a:lnTo>
                    <a:pt x="126377" y="220268"/>
                  </a:lnTo>
                  <a:lnTo>
                    <a:pt x="129006" y="220891"/>
                  </a:lnTo>
                  <a:lnTo>
                    <a:pt x="135420" y="220497"/>
                  </a:lnTo>
                  <a:lnTo>
                    <a:pt x="137972" y="219532"/>
                  </a:lnTo>
                  <a:lnTo>
                    <a:pt x="137934" y="218567"/>
                  </a:lnTo>
                  <a:lnTo>
                    <a:pt x="138709" y="218516"/>
                  </a:lnTo>
                  <a:lnTo>
                    <a:pt x="139242" y="215430"/>
                  </a:lnTo>
                  <a:lnTo>
                    <a:pt x="139077" y="211696"/>
                  </a:lnTo>
                  <a:lnTo>
                    <a:pt x="138899" y="207962"/>
                  </a:lnTo>
                  <a:lnTo>
                    <a:pt x="138087" y="205066"/>
                  </a:lnTo>
                  <a:lnTo>
                    <a:pt x="149771" y="218681"/>
                  </a:lnTo>
                  <a:lnTo>
                    <a:pt x="149771" y="208026"/>
                  </a:lnTo>
                  <a:lnTo>
                    <a:pt x="113741" y="165989"/>
                  </a:lnTo>
                  <a:lnTo>
                    <a:pt x="104609" y="155333"/>
                  </a:lnTo>
                  <a:lnTo>
                    <a:pt x="70561" y="195046"/>
                  </a:lnTo>
                  <a:lnTo>
                    <a:pt x="70561" y="216750"/>
                  </a:lnTo>
                  <a:lnTo>
                    <a:pt x="69164" y="216408"/>
                  </a:lnTo>
                  <a:lnTo>
                    <a:pt x="65963" y="216611"/>
                  </a:lnTo>
                  <a:lnTo>
                    <a:pt x="62750" y="216801"/>
                  </a:lnTo>
                  <a:lnTo>
                    <a:pt x="60274" y="217741"/>
                  </a:lnTo>
                  <a:lnTo>
                    <a:pt x="60274" y="219671"/>
                  </a:lnTo>
                  <a:lnTo>
                    <a:pt x="59436" y="218681"/>
                  </a:lnTo>
                  <a:lnTo>
                    <a:pt x="60185" y="217805"/>
                  </a:lnTo>
                  <a:lnTo>
                    <a:pt x="60274" y="219671"/>
                  </a:lnTo>
                  <a:lnTo>
                    <a:pt x="60274" y="217741"/>
                  </a:lnTo>
                  <a:lnTo>
                    <a:pt x="69977" y="206375"/>
                  </a:lnTo>
                  <a:lnTo>
                    <a:pt x="69773" y="207606"/>
                  </a:lnTo>
                  <a:lnTo>
                    <a:pt x="70116" y="215087"/>
                  </a:lnTo>
                  <a:lnTo>
                    <a:pt x="70561" y="216750"/>
                  </a:lnTo>
                  <a:lnTo>
                    <a:pt x="70561" y="195046"/>
                  </a:lnTo>
                  <a:lnTo>
                    <a:pt x="50292" y="218681"/>
                  </a:lnTo>
                  <a:lnTo>
                    <a:pt x="104609" y="282028"/>
                  </a:lnTo>
                  <a:lnTo>
                    <a:pt x="113741" y="271360"/>
                  </a:lnTo>
                  <a:lnTo>
                    <a:pt x="158915" y="218681"/>
                  </a:lnTo>
                  <a:close/>
                </a:path>
                <a:path w="361315" h="282575">
                  <a:moveTo>
                    <a:pt x="267614" y="178104"/>
                  </a:moveTo>
                  <a:lnTo>
                    <a:pt x="267512" y="176136"/>
                  </a:lnTo>
                  <a:lnTo>
                    <a:pt x="264883" y="175514"/>
                  </a:lnTo>
                  <a:lnTo>
                    <a:pt x="258470" y="175907"/>
                  </a:lnTo>
                  <a:lnTo>
                    <a:pt x="255917" y="176872"/>
                  </a:lnTo>
                  <a:lnTo>
                    <a:pt x="255993" y="178828"/>
                  </a:lnTo>
                  <a:lnTo>
                    <a:pt x="258635" y="179463"/>
                  </a:lnTo>
                  <a:lnTo>
                    <a:pt x="261835" y="179260"/>
                  </a:lnTo>
                  <a:lnTo>
                    <a:pt x="265049" y="179057"/>
                  </a:lnTo>
                  <a:lnTo>
                    <a:pt x="267614" y="178104"/>
                  </a:lnTo>
                  <a:close/>
                </a:path>
                <a:path w="361315" h="282575">
                  <a:moveTo>
                    <a:pt x="268236" y="102273"/>
                  </a:moveTo>
                  <a:lnTo>
                    <a:pt x="268135" y="100317"/>
                  </a:lnTo>
                  <a:lnTo>
                    <a:pt x="265506" y="99682"/>
                  </a:lnTo>
                  <a:lnTo>
                    <a:pt x="259092" y="100088"/>
                  </a:lnTo>
                  <a:lnTo>
                    <a:pt x="257581" y="100660"/>
                  </a:lnTo>
                  <a:lnTo>
                    <a:pt x="257886" y="98907"/>
                  </a:lnTo>
                  <a:lnTo>
                    <a:pt x="257721" y="95161"/>
                  </a:lnTo>
                  <a:lnTo>
                    <a:pt x="257556" y="91427"/>
                  </a:lnTo>
                  <a:lnTo>
                    <a:pt x="256717" y="88442"/>
                  </a:lnTo>
                  <a:lnTo>
                    <a:pt x="255054" y="88544"/>
                  </a:lnTo>
                  <a:lnTo>
                    <a:pt x="254508" y="91617"/>
                  </a:lnTo>
                  <a:lnTo>
                    <a:pt x="254850" y="99085"/>
                  </a:lnTo>
                  <a:lnTo>
                    <a:pt x="255295" y="100761"/>
                  </a:lnTo>
                  <a:lnTo>
                    <a:pt x="253898" y="100418"/>
                  </a:lnTo>
                  <a:lnTo>
                    <a:pt x="250698" y="100609"/>
                  </a:lnTo>
                  <a:lnTo>
                    <a:pt x="247484" y="100812"/>
                  </a:lnTo>
                  <a:lnTo>
                    <a:pt x="244919" y="101777"/>
                  </a:lnTo>
                  <a:lnTo>
                    <a:pt x="245021" y="103733"/>
                  </a:lnTo>
                  <a:lnTo>
                    <a:pt x="247662" y="104368"/>
                  </a:lnTo>
                  <a:lnTo>
                    <a:pt x="254063" y="103962"/>
                  </a:lnTo>
                  <a:lnTo>
                    <a:pt x="255498" y="103428"/>
                  </a:lnTo>
                  <a:lnTo>
                    <a:pt x="255206" y="105156"/>
                  </a:lnTo>
                  <a:lnTo>
                    <a:pt x="255371" y="108889"/>
                  </a:lnTo>
                  <a:lnTo>
                    <a:pt x="255536" y="112623"/>
                  </a:lnTo>
                  <a:lnTo>
                    <a:pt x="256362" y="115608"/>
                  </a:lnTo>
                  <a:lnTo>
                    <a:pt x="258038" y="115506"/>
                  </a:lnTo>
                  <a:lnTo>
                    <a:pt x="258584" y="112445"/>
                  </a:lnTo>
                  <a:lnTo>
                    <a:pt x="258241" y="104965"/>
                  </a:lnTo>
                  <a:lnTo>
                    <a:pt x="257771" y="103289"/>
                  </a:lnTo>
                  <a:lnTo>
                    <a:pt x="259257" y="103632"/>
                  </a:lnTo>
                  <a:lnTo>
                    <a:pt x="262458" y="103441"/>
                  </a:lnTo>
                  <a:lnTo>
                    <a:pt x="265671" y="103238"/>
                  </a:lnTo>
                  <a:lnTo>
                    <a:pt x="268236" y="102273"/>
                  </a:lnTo>
                  <a:close/>
                </a:path>
                <a:path w="361315" h="282575">
                  <a:moveTo>
                    <a:pt x="301117" y="140639"/>
                  </a:moveTo>
                  <a:lnTo>
                    <a:pt x="301028" y="138671"/>
                  </a:lnTo>
                  <a:lnTo>
                    <a:pt x="298386" y="138049"/>
                  </a:lnTo>
                  <a:lnTo>
                    <a:pt x="291973" y="138442"/>
                  </a:lnTo>
                  <a:lnTo>
                    <a:pt x="290461" y="139014"/>
                  </a:lnTo>
                  <a:lnTo>
                    <a:pt x="290766" y="137261"/>
                  </a:lnTo>
                  <a:lnTo>
                    <a:pt x="290601" y="133527"/>
                  </a:lnTo>
                  <a:lnTo>
                    <a:pt x="290436" y="129781"/>
                  </a:lnTo>
                  <a:lnTo>
                    <a:pt x="289610" y="126796"/>
                  </a:lnTo>
                  <a:lnTo>
                    <a:pt x="287934" y="126911"/>
                  </a:lnTo>
                  <a:lnTo>
                    <a:pt x="287388" y="129971"/>
                  </a:lnTo>
                  <a:lnTo>
                    <a:pt x="287731" y="137452"/>
                  </a:lnTo>
                  <a:lnTo>
                    <a:pt x="288175" y="139115"/>
                  </a:lnTo>
                  <a:lnTo>
                    <a:pt x="286778" y="138772"/>
                  </a:lnTo>
                  <a:lnTo>
                    <a:pt x="283578" y="138976"/>
                  </a:lnTo>
                  <a:lnTo>
                    <a:pt x="280377" y="139179"/>
                  </a:lnTo>
                  <a:lnTo>
                    <a:pt x="277812" y="140131"/>
                  </a:lnTo>
                  <a:lnTo>
                    <a:pt x="277901" y="142100"/>
                  </a:lnTo>
                  <a:lnTo>
                    <a:pt x="280543" y="142722"/>
                  </a:lnTo>
                  <a:lnTo>
                    <a:pt x="286956" y="142328"/>
                  </a:lnTo>
                  <a:lnTo>
                    <a:pt x="288378" y="141795"/>
                  </a:lnTo>
                  <a:lnTo>
                    <a:pt x="288086" y="143510"/>
                  </a:lnTo>
                  <a:lnTo>
                    <a:pt x="288251" y="147256"/>
                  </a:lnTo>
                  <a:lnTo>
                    <a:pt x="288417" y="150990"/>
                  </a:lnTo>
                  <a:lnTo>
                    <a:pt x="289255" y="153974"/>
                  </a:lnTo>
                  <a:lnTo>
                    <a:pt x="290918" y="153873"/>
                  </a:lnTo>
                  <a:lnTo>
                    <a:pt x="291465" y="150799"/>
                  </a:lnTo>
                  <a:lnTo>
                    <a:pt x="291122" y="143319"/>
                  </a:lnTo>
                  <a:lnTo>
                    <a:pt x="290664" y="141643"/>
                  </a:lnTo>
                  <a:lnTo>
                    <a:pt x="292138" y="141998"/>
                  </a:lnTo>
                  <a:lnTo>
                    <a:pt x="295351" y="141795"/>
                  </a:lnTo>
                  <a:lnTo>
                    <a:pt x="298551" y="141592"/>
                  </a:lnTo>
                  <a:lnTo>
                    <a:pt x="301117" y="140639"/>
                  </a:lnTo>
                  <a:close/>
                </a:path>
                <a:path w="361315" h="282575">
                  <a:moveTo>
                    <a:pt x="360984" y="63347"/>
                  </a:moveTo>
                  <a:lnTo>
                    <a:pt x="351853" y="52705"/>
                  </a:lnTo>
                  <a:lnTo>
                    <a:pt x="351853" y="63347"/>
                  </a:lnTo>
                  <a:lnTo>
                    <a:pt x="341731" y="75145"/>
                  </a:lnTo>
                  <a:lnTo>
                    <a:pt x="342011" y="73634"/>
                  </a:lnTo>
                  <a:lnTo>
                    <a:pt x="341668" y="66167"/>
                  </a:lnTo>
                  <a:lnTo>
                    <a:pt x="341210" y="64490"/>
                  </a:lnTo>
                  <a:lnTo>
                    <a:pt x="342684" y="64833"/>
                  </a:lnTo>
                  <a:lnTo>
                    <a:pt x="345897" y="64630"/>
                  </a:lnTo>
                  <a:lnTo>
                    <a:pt x="349097" y="64439"/>
                  </a:lnTo>
                  <a:lnTo>
                    <a:pt x="351663" y="63474"/>
                  </a:lnTo>
                  <a:lnTo>
                    <a:pt x="351637" y="63106"/>
                  </a:lnTo>
                  <a:lnTo>
                    <a:pt x="351853" y="63347"/>
                  </a:lnTo>
                  <a:lnTo>
                    <a:pt x="351853" y="52705"/>
                  </a:lnTo>
                  <a:lnTo>
                    <a:pt x="349948" y="50482"/>
                  </a:lnTo>
                  <a:lnTo>
                    <a:pt x="349948" y="61137"/>
                  </a:lnTo>
                  <a:lnTo>
                    <a:pt x="348932" y="60883"/>
                  </a:lnTo>
                  <a:lnTo>
                    <a:pt x="342519" y="61290"/>
                  </a:lnTo>
                  <a:lnTo>
                    <a:pt x="341007" y="61861"/>
                  </a:lnTo>
                  <a:lnTo>
                    <a:pt x="341312" y="60096"/>
                  </a:lnTo>
                  <a:lnTo>
                    <a:pt x="341147" y="56362"/>
                  </a:lnTo>
                  <a:lnTo>
                    <a:pt x="340982" y="52628"/>
                  </a:lnTo>
                  <a:lnTo>
                    <a:pt x="340334" y="50330"/>
                  </a:lnTo>
                  <a:lnTo>
                    <a:pt x="340334" y="76784"/>
                  </a:lnTo>
                  <a:lnTo>
                    <a:pt x="306679" y="116039"/>
                  </a:lnTo>
                  <a:lnTo>
                    <a:pt x="294982" y="102412"/>
                  </a:lnTo>
                  <a:lnTo>
                    <a:pt x="297573" y="103035"/>
                  </a:lnTo>
                  <a:lnTo>
                    <a:pt x="303987" y="102628"/>
                  </a:lnTo>
                  <a:lnTo>
                    <a:pt x="305422" y="102095"/>
                  </a:lnTo>
                  <a:lnTo>
                    <a:pt x="305130" y="103822"/>
                  </a:lnTo>
                  <a:lnTo>
                    <a:pt x="305295" y="107556"/>
                  </a:lnTo>
                  <a:lnTo>
                    <a:pt x="305460" y="111290"/>
                  </a:lnTo>
                  <a:lnTo>
                    <a:pt x="306285" y="114274"/>
                  </a:lnTo>
                  <a:lnTo>
                    <a:pt x="307962" y="114173"/>
                  </a:lnTo>
                  <a:lnTo>
                    <a:pt x="308508" y="111099"/>
                  </a:lnTo>
                  <a:lnTo>
                    <a:pt x="308165" y="103632"/>
                  </a:lnTo>
                  <a:lnTo>
                    <a:pt x="307695" y="101955"/>
                  </a:lnTo>
                  <a:lnTo>
                    <a:pt x="309181" y="102298"/>
                  </a:lnTo>
                  <a:lnTo>
                    <a:pt x="312381" y="102095"/>
                  </a:lnTo>
                  <a:lnTo>
                    <a:pt x="315582" y="101904"/>
                  </a:lnTo>
                  <a:lnTo>
                    <a:pt x="318147" y="100939"/>
                  </a:lnTo>
                  <a:lnTo>
                    <a:pt x="318058" y="98983"/>
                  </a:lnTo>
                  <a:lnTo>
                    <a:pt x="315417" y="98348"/>
                  </a:lnTo>
                  <a:lnTo>
                    <a:pt x="309016" y="98755"/>
                  </a:lnTo>
                  <a:lnTo>
                    <a:pt x="307505" y="99326"/>
                  </a:lnTo>
                  <a:lnTo>
                    <a:pt x="307809" y="97574"/>
                  </a:lnTo>
                  <a:lnTo>
                    <a:pt x="307644" y="93827"/>
                  </a:lnTo>
                  <a:lnTo>
                    <a:pt x="307467" y="90093"/>
                  </a:lnTo>
                  <a:lnTo>
                    <a:pt x="306641" y="87109"/>
                  </a:lnTo>
                  <a:lnTo>
                    <a:pt x="304965" y="87210"/>
                  </a:lnTo>
                  <a:lnTo>
                    <a:pt x="304419" y="90284"/>
                  </a:lnTo>
                  <a:lnTo>
                    <a:pt x="304774" y="97751"/>
                  </a:lnTo>
                  <a:lnTo>
                    <a:pt x="305219" y="99428"/>
                  </a:lnTo>
                  <a:lnTo>
                    <a:pt x="303822" y="99085"/>
                  </a:lnTo>
                  <a:lnTo>
                    <a:pt x="300609" y="99275"/>
                  </a:lnTo>
                  <a:lnTo>
                    <a:pt x="297408" y="99479"/>
                  </a:lnTo>
                  <a:lnTo>
                    <a:pt x="294843" y="100444"/>
                  </a:lnTo>
                  <a:lnTo>
                    <a:pt x="294932" y="102362"/>
                  </a:lnTo>
                  <a:lnTo>
                    <a:pt x="262420" y="64427"/>
                  </a:lnTo>
                  <a:lnTo>
                    <a:pt x="264998" y="65024"/>
                  </a:lnTo>
                  <a:lnTo>
                    <a:pt x="271411" y="64630"/>
                  </a:lnTo>
                  <a:lnTo>
                    <a:pt x="272834" y="64096"/>
                  </a:lnTo>
                  <a:lnTo>
                    <a:pt x="272542" y="65811"/>
                  </a:lnTo>
                  <a:lnTo>
                    <a:pt x="272707" y="69545"/>
                  </a:lnTo>
                  <a:lnTo>
                    <a:pt x="272872" y="73291"/>
                  </a:lnTo>
                  <a:lnTo>
                    <a:pt x="273710" y="76276"/>
                  </a:lnTo>
                  <a:lnTo>
                    <a:pt x="275374" y="76161"/>
                  </a:lnTo>
                  <a:lnTo>
                    <a:pt x="275920" y="73101"/>
                  </a:lnTo>
                  <a:lnTo>
                    <a:pt x="275577" y="65620"/>
                  </a:lnTo>
                  <a:lnTo>
                    <a:pt x="275120" y="63944"/>
                  </a:lnTo>
                  <a:lnTo>
                    <a:pt x="276606" y="64300"/>
                  </a:lnTo>
                  <a:lnTo>
                    <a:pt x="279806" y="64096"/>
                  </a:lnTo>
                  <a:lnTo>
                    <a:pt x="283006" y="63893"/>
                  </a:lnTo>
                  <a:lnTo>
                    <a:pt x="285572" y="62928"/>
                  </a:lnTo>
                  <a:lnTo>
                    <a:pt x="285483" y="60972"/>
                  </a:lnTo>
                  <a:lnTo>
                    <a:pt x="282841" y="60350"/>
                  </a:lnTo>
                  <a:lnTo>
                    <a:pt x="276428" y="60744"/>
                  </a:lnTo>
                  <a:lnTo>
                    <a:pt x="274916" y="61315"/>
                  </a:lnTo>
                  <a:lnTo>
                    <a:pt x="275221" y="59563"/>
                  </a:lnTo>
                  <a:lnTo>
                    <a:pt x="275056" y="55829"/>
                  </a:lnTo>
                  <a:lnTo>
                    <a:pt x="274891" y="52082"/>
                  </a:lnTo>
                  <a:lnTo>
                    <a:pt x="274066" y="49098"/>
                  </a:lnTo>
                  <a:lnTo>
                    <a:pt x="273697" y="49123"/>
                  </a:lnTo>
                  <a:lnTo>
                    <a:pt x="305460" y="12077"/>
                  </a:lnTo>
                  <a:lnTo>
                    <a:pt x="305041" y="14452"/>
                  </a:lnTo>
                  <a:lnTo>
                    <a:pt x="305396" y="21932"/>
                  </a:lnTo>
                  <a:lnTo>
                    <a:pt x="305841" y="23596"/>
                  </a:lnTo>
                  <a:lnTo>
                    <a:pt x="304444" y="23253"/>
                  </a:lnTo>
                  <a:lnTo>
                    <a:pt x="301231" y="23456"/>
                  </a:lnTo>
                  <a:lnTo>
                    <a:pt x="298030" y="23647"/>
                  </a:lnTo>
                  <a:lnTo>
                    <a:pt x="295465" y="24612"/>
                  </a:lnTo>
                  <a:lnTo>
                    <a:pt x="295567" y="26568"/>
                  </a:lnTo>
                  <a:lnTo>
                    <a:pt x="298196" y="27203"/>
                  </a:lnTo>
                  <a:lnTo>
                    <a:pt x="304609" y="26809"/>
                  </a:lnTo>
                  <a:lnTo>
                    <a:pt x="306031" y="26276"/>
                  </a:lnTo>
                  <a:lnTo>
                    <a:pt x="305739" y="27990"/>
                  </a:lnTo>
                  <a:lnTo>
                    <a:pt x="305917" y="31724"/>
                  </a:lnTo>
                  <a:lnTo>
                    <a:pt x="306082" y="35471"/>
                  </a:lnTo>
                  <a:lnTo>
                    <a:pt x="306908" y="38455"/>
                  </a:lnTo>
                  <a:lnTo>
                    <a:pt x="308584" y="38341"/>
                  </a:lnTo>
                  <a:lnTo>
                    <a:pt x="309130" y="35280"/>
                  </a:lnTo>
                  <a:lnTo>
                    <a:pt x="308775" y="27800"/>
                  </a:lnTo>
                  <a:lnTo>
                    <a:pt x="308317" y="26123"/>
                  </a:lnTo>
                  <a:lnTo>
                    <a:pt x="309803" y="26479"/>
                  </a:lnTo>
                  <a:lnTo>
                    <a:pt x="313004" y="26276"/>
                  </a:lnTo>
                  <a:lnTo>
                    <a:pt x="316204" y="26073"/>
                  </a:lnTo>
                  <a:lnTo>
                    <a:pt x="318770" y="25107"/>
                  </a:lnTo>
                  <a:lnTo>
                    <a:pt x="318744" y="24765"/>
                  </a:lnTo>
                  <a:lnTo>
                    <a:pt x="340106" y="49657"/>
                  </a:lnTo>
                  <a:lnTo>
                    <a:pt x="338480" y="49745"/>
                  </a:lnTo>
                  <a:lnTo>
                    <a:pt x="337934" y="52819"/>
                  </a:lnTo>
                  <a:lnTo>
                    <a:pt x="338277" y="60286"/>
                  </a:lnTo>
                  <a:lnTo>
                    <a:pt x="338721" y="61963"/>
                  </a:lnTo>
                  <a:lnTo>
                    <a:pt x="337324" y="61620"/>
                  </a:lnTo>
                  <a:lnTo>
                    <a:pt x="334124" y="61810"/>
                  </a:lnTo>
                  <a:lnTo>
                    <a:pt x="330923" y="62014"/>
                  </a:lnTo>
                  <a:lnTo>
                    <a:pt x="328358" y="62979"/>
                  </a:lnTo>
                  <a:lnTo>
                    <a:pt x="328447" y="64935"/>
                  </a:lnTo>
                  <a:lnTo>
                    <a:pt x="331089" y="65557"/>
                  </a:lnTo>
                  <a:lnTo>
                    <a:pt x="337489" y="65163"/>
                  </a:lnTo>
                  <a:lnTo>
                    <a:pt x="338924" y="64630"/>
                  </a:lnTo>
                  <a:lnTo>
                    <a:pt x="338632" y="66357"/>
                  </a:lnTo>
                  <a:lnTo>
                    <a:pt x="338797" y="70091"/>
                  </a:lnTo>
                  <a:lnTo>
                    <a:pt x="338963" y="73825"/>
                  </a:lnTo>
                  <a:lnTo>
                    <a:pt x="339788" y="76809"/>
                  </a:lnTo>
                  <a:lnTo>
                    <a:pt x="340334" y="76784"/>
                  </a:lnTo>
                  <a:lnTo>
                    <a:pt x="340334" y="50330"/>
                  </a:lnTo>
                  <a:lnTo>
                    <a:pt x="340169" y="49733"/>
                  </a:lnTo>
                  <a:lnTo>
                    <a:pt x="349948" y="61137"/>
                  </a:lnTo>
                  <a:lnTo>
                    <a:pt x="349948" y="50482"/>
                  </a:lnTo>
                  <a:lnTo>
                    <a:pt x="317042" y="12090"/>
                  </a:lnTo>
                  <a:lnTo>
                    <a:pt x="317042" y="22771"/>
                  </a:lnTo>
                  <a:lnTo>
                    <a:pt x="316039" y="22529"/>
                  </a:lnTo>
                  <a:lnTo>
                    <a:pt x="309638" y="22923"/>
                  </a:lnTo>
                  <a:lnTo>
                    <a:pt x="308127" y="23495"/>
                  </a:lnTo>
                  <a:lnTo>
                    <a:pt x="308432" y="21742"/>
                  </a:lnTo>
                  <a:lnTo>
                    <a:pt x="308267" y="18008"/>
                  </a:lnTo>
                  <a:lnTo>
                    <a:pt x="308089" y="14262"/>
                  </a:lnTo>
                  <a:lnTo>
                    <a:pt x="307276" y="11366"/>
                  </a:lnTo>
                  <a:lnTo>
                    <a:pt x="317042" y="22771"/>
                  </a:lnTo>
                  <a:lnTo>
                    <a:pt x="317042" y="12090"/>
                  </a:lnTo>
                  <a:lnTo>
                    <a:pt x="315823" y="10655"/>
                  </a:lnTo>
                  <a:lnTo>
                    <a:pt x="307213" y="622"/>
                  </a:lnTo>
                  <a:lnTo>
                    <a:pt x="307213" y="11290"/>
                  </a:lnTo>
                  <a:lnTo>
                    <a:pt x="306070" y="11366"/>
                  </a:lnTo>
                  <a:lnTo>
                    <a:pt x="306679" y="10655"/>
                  </a:lnTo>
                  <a:lnTo>
                    <a:pt x="307213" y="11290"/>
                  </a:lnTo>
                  <a:lnTo>
                    <a:pt x="307213" y="622"/>
                  </a:lnTo>
                  <a:lnTo>
                    <a:pt x="306679" y="0"/>
                  </a:lnTo>
                  <a:lnTo>
                    <a:pt x="272630" y="39725"/>
                  </a:lnTo>
                  <a:lnTo>
                    <a:pt x="272630" y="61417"/>
                  </a:lnTo>
                  <a:lnTo>
                    <a:pt x="271233" y="61074"/>
                  </a:lnTo>
                  <a:lnTo>
                    <a:pt x="268033" y="61277"/>
                  </a:lnTo>
                  <a:lnTo>
                    <a:pt x="264833" y="61468"/>
                  </a:lnTo>
                  <a:lnTo>
                    <a:pt x="262343" y="62420"/>
                  </a:lnTo>
                  <a:lnTo>
                    <a:pt x="262343" y="64338"/>
                  </a:lnTo>
                  <a:lnTo>
                    <a:pt x="261505" y="63347"/>
                  </a:lnTo>
                  <a:lnTo>
                    <a:pt x="262267" y="62458"/>
                  </a:lnTo>
                  <a:lnTo>
                    <a:pt x="262343" y="64338"/>
                  </a:lnTo>
                  <a:lnTo>
                    <a:pt x="262343" y="62420"/>
                  </a:lnTo>
                  <a:lnTo>
                    <a:pt x="272059" y="51041"/>
                  </a:lnTo>
                  <a:lnTo>
                    <a:pt x="271843" y="52273"/>
                  </a:lnTo>
                  <a:lnTo>
                    <a:pt x="272186" y="59753"/>
                  </a:lnTo>
                  <a:lnTo>
                    <a:pt x="272630" y="61417"/>
                  </a:lnTo>
                  <a:lnTo>
                    <a:pt x="272630" y="39725"/>
                  </a:lnTo>
                  <a:lnTo>
                    <a:pt x="256159" y="58940"/>
                  </a:lnTo>
                  <a:lnTo>
                    <a:pt x="250812" y="52705"/>
                  </a:lnTo>
                  <a:lnTo>
                    <a:pt x="250812" y="63347"/>
                  </a:lnTo>
                  <a:lnTo>
                    <a:pt x="240703" y="75145"/>
                  </a:lnTo>
                  <a:lnTo>
                    <a:pt x="240969" y="73634"/>
                  </a:lnTo>
                  <a:lnTo>
                    <a:pt x="240626" y="66167"/>
                  </a:lnTo>
                  <a:lnTo>
                    <a:pt x="240169" y="64490"/>
                  </a:lnTo>
                  <a:lnTo>
                    <a:pt x="241655" y="64833"/>
                  </a:lnTo>
                  <a:lnTo>
                    <a:pt x="244856" y="64630"/>
                  </a:lnTo>
                  <a:lnTo>
                    <a:pt x="248056" y="64439"/>
                  </a:lnTo>
                  <a:lnTo>
                    <a:pt x="250621" y="63474"/>
                  </a:lnTo>
                  <a:lnTo>
                    <a:pt x="250596" y="63106"/>
                  </a:lnTo>
                  <a:lnTo>
                    <a:pt x="250812" y="63347"/>
                  </a:lnTo>
                  <a:lnTo>
                    <a:pt x="250812" y="52705"/>
                  </a:lnTo>
                  <a:lnTo>
                    <a:pt x="248907" y="50482"/>
                  </a:lnTo>
                  <a:lnTo>
                    <a:pt x="248907" y="61137"/>
                  </a:lnTo>
                  <a:lnTo>
                    <a:pt x="247891" y="60883"/>
                  </a:lnTo>
                  <a:lnTo>
                    <a:pt x="241477" y="61290"/>
                  </a:lnTo>
                  <a:lnTo>
                    <a:pt x="239966" y="61861"/>
                  </a:lnTo>
                  <a:lnTo>
                    <a:pt x="240271" y="60096"/>
                  </a:lnTo>
                  <a:lnTo>
                    <a:pt x="240106" y="56362"/>
                  </a:lnTo>
                  <a:lnTo>
                    <a:pt x="239941" y="52628"/>
                  </a:lnTo>
                  <a:lnTo>
                    <a:pt x="239293" y="50330"/>
                  </a:lnTo>
                  <a:lnTo>
                    <a:pt x="239293" y="76784"/>
                  </a:lnTo>
                  <a:lnTo>
                    <a:pt x="205651" y="116039"/>
                  </a:lnTo>
                  <a:lnTo>
                    <a:pt x="193967" y="102425"/>
                  </a:lnTo>
                  <a:lnTo>
                    <a:pt x="196545" y="103035"/>
                  </a:lnTo>
                  <a:lnTo>
                    <a:pt x="202946" y="102628"/>
                  </a:lnTo>
                  <a:lnTo>
                    <a:pt x="204381" y="102095"/>
                  </a:lnTo>
                  <a:lnTo>
                    <a:pt x="204089" y="103822"/>
                  </a:lnTo>
                  <a:lnTo>
                    <a:pt x="204254" y="107556"/>
                  </a:lnTo>
                  <a:lnTo>
                    <a:pt x="204419" y="111290"/>
                  </a:lnTo>
                  <a:lnTo>
                    <a:pt x="205244" y="114274"/>
                  </a:lnTo>
                  <a:lnTo>
                    <a:pt x="206921" y="114173"/>
                  </a:lnTo>
                  <a:lnTo>
                    <a:pt x="207467" y="111099"/>
                  </a:lnTo>
                  <a:lnTo>
                    <a:pt x="207124" y="103632"/>
                  </a:lnTo>
                  <a:lnTo>
                    <a:pt x="206667" y="101955"/>
                  </a:lnTo>
                  <a:lnTo>
                    <a:pt x="208140" y="102298"/>
                  </a:lnTo>
                  <a:lnTo>
                    <a:pt x="211353" y="102095"/>
                  </a:lnTo>
                  <a:lnTo>
                    <a:pt x="214553" y="101904"/>
                  </a:lnTo>
                  <a:lnTo>
                    <a:pt x="217119" y="100939"/>
                  </a:lnTo>
                  <a:lnTo>
                    <a:pt x="217017" y="98983"/>
                  </a:lnTo>
                  <a:lnTo>
                    <a:pt x="214388" y="98348"/>
                  </a:lnTo>
                  <a:lnTo>
                    <a:pt x="207975" y="98755"/>
                  </a:lnTo>
                  <a:lnTo>
                    <a:pt x="206463" y="99326"/>
                  </a:lnTo>
                  <a:lnTo>
                    <a:pt x="206768" y="97574"/>
                  </a:lnTo>
                  <a:lnTo>
                    <a:pt x="206603" y="93827"/>
                  </a:lnTo>
                  <a:lnTo>
                    <a:pt x="206438" y="90093"/>
                  </a:lnTo>
                  <a:lnTo>
                    <a:pt x="205600" y="87109"/>
                  </a:lnTo>
                  <a:lnTo>
                    <a:pt x="203936" y="87210"/>
                  </a:lnTo>
                  <a:lnTo>
                    <a:pt x="203390" y="90284"/>
                  </a:lnTo>
                  <a:lnTo>
                    <a:pt x="203733" y="97751"/>
                  </a:lnTo>
                  <a:lnTo>
                    <a:pt x="204177" y="99428"/>
                  </a:lnTo>
                  <a:lnTo>
                    <a:pt x="202780" y="99085"/>
                  </a:lnTo>
                  <a:lnTo>
                    <a:pt x="199580" y="99275"/>
                  </a:lnTo>
                  <a:lnTo>
                    <a:pt x="196380" y="99479"/>
                  </a:lnTo>
                  <a:lnTo>
                    <a:pt x="193814" y="100444"/>
                  </a:lnTo>
                  <a:lnTo>
                    <a:pt x="193890" y="102349"/>
                  </a:lnTo>
                  <a:lnTo>
                    <a:pt x="161391" y="64427"/>
                  </a:lnTo>
                  <a:lnTo>
                    <a:pt x="163957" y="65024"/>
                  </a:lnTo>
                  <a:lnTo>
                    <a:pt x="170370" y="64630"/>
                  </a:lnTo>
                  <a:lnTo>
                    <a:pt x="171792" y="64096"/>
                  </a:lnTo>
                  <a:lnTo>
                    <a:pt x="171500" y="65811"/>
                  </a:lnTo>
                  <a:lnTo>
                    <a:pt x="171678" y="69545"/>
                  </a:lnTo>
                  <a:lnTo>
                    <a:pt x="171843" y="73291"/>
                  </a:lnTo>
                  <a:lnTo>
                    <a:pt x="172669" y="76276"/>
                  </a:lnTo>
                  <a:lnTo>
                    <a:pt x="174345" y="76161"/>
                  </a:lnTo>
                  <a:lnTo>
                    <a:pt x="174891" y="73101"/>
                  </a:lnTo>
                  <a:lnTo>
                    <a:pt x="174536" y="65620"/>
                  </a:lnTo>
                  <a:lnTo>
                    <a:pt x="174078" y="63944"/>
                  </a:lnTo>
                  <a:lnTo>
                    <a:pt x="175564" y="64300"/>
                  </a:lnTo>
                  <a:lnTo>
                    <a:pt x="178765" y="64096"/>
                  </a:lnTo>
                  <a:lnTo>
                    <a:pt x="181965" y="63893"/>
                  </a:lnTo>
                  <a:lnTo>
                    <a:pt x="184531" y="62928"/>
                  </a:lnTo>
                  <a:lnTo>
                    <a:pt x="184442" y="60972"/>
                  </a:lnTo>
                  <a:lnTo>
                    <a:pt x="181800" y="60350"/>
                  </a:lnTo>
                  <a:lnTo>
                    <a:pt x="175399" y="60744"/>
                  </a:lnTo>
                  <a:lnTo>
                    <a:pt x="173888" y="61315"/>
                  </a:lnTo>
                  <a:lnTo>
                    <a:pt x="174193" y="59563"/>
                  </a:lnTo>
                  <a:lnTo>
                    <a:pt x="174015" y="55829"/>
                  </a:lnTo>
                  <a:lnTo>
                    <a:pt x="173850" y="52082"/>
                  </a:lnTo>
                  <a:lnTo>
                    <a:pt x="173024" y="49098"/>
                  </a:lnTo>
                  <a:lnTo>
                    <a:pt x="172669" y="49123"/>
                  </a:lnTo>
                  <a:lnTo>
                    <a:pt x="204431" y="12077"/>
                  </a:lnTo>
                  <a:lnTo>
                    <a:pt x="204012" y="14452"/>
                  </a:lnTo>
                  <a:lnTo>
                    <a:pt x="204355" y="21932"/>
                  </a:lnTo>
                  <a:lnTo>
                    <a:pt x="204800" y="23596"/>
                  </a:lnTo>
                  <a:lnTo>
                    <a:pt x="203403" y="23253"/>
                  </a:lnTo>
                  <a:lnTo>
                    <a:pt x="200202" y="23456"/>
                  </a:lnTo>
                  <a:lnTo>
                    <a:pt x="196989" y="23647"/>
                  </a:lnTo>
                  <a:lnTo>
                    <a:pt x="194424" y="24612"/>
                  </a:lnTo>
                  <a:lnTo>
                    <a:pt x="194525" y="26568"/>
                  </a:lnTo>
                  <a:lnTo>
                    <a:pt x="197167" y="27203"/>
                  </a:lnTo>
                  <a:lnTo>
                    <a:pt x="203568" y="26809"/>
                  </a:lnTo>
                  <a:lnTo>
                    <a:pt x="205003" y="26276"/>
                  </a:lnTo>
                  <a:lnTo>
                    <a:pt x="204711" y="27990"/>
                  </a:lnTo>
                  <a:lnTo>
                    <a:pt x="204876" y="31724"/>
                  </a:lnTo>
                  <a:lnTo>
                    <a:pt x="205041" y="35471"/>
                  </a:lnTo>
                  <a:lnTo>
                    <a:pt x="205867" y="38455"/>
                  </a:lnTo>
                  <a:lnTo>
                    <a:pt x="207543" y="38341"/>
                  </a:lnTo>
                  <a:lnTo>
                    <a:pt x="208089" y="35280"/>
                  </a:lnTo>
                  <a:lnTo>
                    <a:pt x="207746" y="27800"/>
                  </a:lnTo>
                  <a:lnTo>
                    <a:pt x="207289" y="26136"/>
                  </a:lnTo>
                  <a:lnTo>
                    <a:pt x="208762" y="26479"/>
                  </a:lnTo>
                  <a:lnTo>
                    <a:pt x="211963" y="26276"/>
                  </a:lnTo>
                  <a:lnTo>
                    <a:pt x="215176" y="26073"/>
                  </a:lnTo>
                  <a:lnTo>
                    <a:pt x="217741" y="25107"/>
                  </a:lnTo>
                  <a:lnTo>
                    <a:pt x="217716" y="24765"/>
                  </a:lnTo>
                  <a:lnTo>
                    <a:pt x="239064" y="49657"/>
                  </a:lnTo>
                  <a:lnTo>
                    <a:pt x="237439" y="49745"/>
                  </a:lnTo>
                  <a:lnTo>
                    <a:pt x="236893" y="52819"/>
                  </a:lnTo>
                  <a:lnTo>
                    <a:pt x="237236" y="60286"/>
                  </a:lnTo>
                  <a:lnTo>
                    <a:pt x="237693" y="61963"/>
                  </a:lnTo>
                  <a:lnTo>
                    <a:pt x="236283" y="61620"/>
                  </a:lnTo>
                  <a:lnTo>
                    <a:pt x="233083" y="61810"/>
                  </a:lnTo>
                  <a:lnTo>
                    <a:pt x="229882" y="62014"/>
                  </a:lnTo>
                  <a:lnTo>
                    <a:pt x="227317" y="62979"/>
                  </a:lnTo>
                  <a:lnTo>
                    <a:pt x="227406" y="64935"/>
                  </a:lnTo>
                  <a:lnTo>
                    <a:pt x="230047" y="65557"/>
                  </a:lnTo>
                  <a:lnTo>
                    <a:pt x="236461" y="65163"/>
                  </a:lnTo>
                  <a:lnTo>
                    <a:pt x="237883" y="64630"/>
                  </a:lnTo>
                  <a:lnTo>
                    <a:pt x="237591" y="66357"/>
                  </a:lnTo>
                  <a:lnTo>
                    <a:pt x="237756" y="70091"/>
                  </a:lnTo>
                  <a:lnTo>
                    <a:pt x="237921" y="73825"/>
                  </a:lnTo>
                  <a:lnTo>
                    <a:pt x="238760" y="76809"/>
                  </a:lnTo>
                  <a:lnTo>
                    <a:pt x="239293" y="76784"/>
                  </a:lnTo>
                  <a:lnTo>
                    <a:pt x="239293" y="50330"/>
                  </a:lnTo>
                  <a:lnTo>
                    <a:pt x="239128" y="49733"/>
                  </a:lnTo>
                  <a:lnTo>
                    <a:pt x="248907" y="61137"/>
                  </a:lnTo>
                  <a:lnTo>
                    <a:pt x="248907" y="50482"/>
                  </a:lnTo>
                  <a:lnTo>
                    <a:pt x="216014" y="12103"/>
                  </a:lnTo>
                  <a:lnTo>
                    <a:pt x="216014" y="22771"/>
                  </a:lnTo>
                  <a:lnTo>
                    <a:pt x="215011" y="22529"/>
                  </a:lnTo>
                  <a:lnTo>
                    <a:pt x="208597" y="22923"/>
                  </a:lnTo>
                  <a:lnTo>
                    <a:pt x="207086" y="23495"/>
                  </a:lnTo>
                  <a:lnTo>
                    <a:pt x="207391" y="21742"/>
                  </a:lnTo>
                  <a:lnTo>
                    <a:pt x="207225" y="18008"/>
                  </a:lnTo>
                  <a:lnTo>
                    <a:pt x="207060" y="14262"/>
                  </a:lnTo>
                  <a:lnTo>
                    <a:pt x="206235" y="11353"/>
                  </a:lnTo>
                  <a:lnTo>
                    <a:pt x="216014" y="22771"/>
                  </a:lnTo>
                  <a:lnTo>
                    <a:pt x="216014" y="12103"/>
                  </a:lnTo>
                  <a:lnTo>
                    <a:pt x="214782" y="10655"/>
                  </a:lnTo>
                  <a:lnTo>
                    <a:pt x="206184" y="635"/>
                  </a:lnTo>
                  <a:lnTo>
                    <a:pt x="206184" y="11290"/>
                  </a:lnTo>
                  <a:lnTo>
                    <a:pt x="205041" y="11366"/>
                  </a:lnTo>
                  <a:lnTo>
                    <a:pt x="205651" y="10655"/>
                  </a:lnTo>
                  <a:lnTo>
                    <a:pt x="206184" y="11290"/>
                  </a:lnTo>
                  <a:lnTo>
                    <a:pt x="206184" y="635"/>
                  </a:lnTo>
                  <a:lnTo>
                    <a:pt x="205651" y="0"/>
                  </a:lnTo>
                  <a:lnTo>
                    <a:pt x="171602" y="39712"/>
                  </a:lnTo>
                  <a:lnTo>
                    <a:pt x="171602" y="61417"/>
                  </a:lnTo>
                  <a:lnTo>
                    <a:pt x="170205" y="61074"/>
                  </a:lnTo>
                  <a:lnTo>
                    <a:pt x="166992" y="61277"/>
                  </a:lnTo>
                  <a:lnTo>
                    <a:pt x="163791" y="61468"/>
                  </a:lnTo>
                  <a:lnTo>
                    <a:pt x="161302" y="62420"/>
                  </a:lnTo>
                  <a:lnTo>
                    <a:pt x="161302" y="64325"/>
                  </a:lnTo>
                  <a:lnTo>
                    <a:pt x="160477" y="63347"/>
                  </a:lnTo>
                  <a:lnTo>
                    <a:pt x="161226" y="62484"/>
                  </a:lnTo>
                  <a:lnTo>
                    <a:pt x="161302" y="64325"/>
                  </a:lnTo>
                  <a:lnTo>
                    <a:pt x="161302" y="62420"/>
                  </a:lnTo>
                  <a:lnTo>
                    <a:pt x="171018" y="51054"/>
                  </a:lnTo>
                  <a:lnTo>
                    <a:pt x="170802" y="52273"/>
                  </a:lnTo>
                  <a:lnTo>
                    <a:pt x="171157" y="59753"/>
                  </a:lnTo>
                  <a:lnTo>
                    <a:pt x="171602" y="61417"/>
                  </a:lnTo>
                  <a:lnTo>
                    <a:pt x="171602" y="39712"/>
                  </a:lnTo>
                  <a:lnTo>
                    <a:pt x="151333" y="63347"/>
                  </a:lnTo>
                  <a:lnTo>
                    <a:pt x="205651" y="126695"/>
                  </a:lnTo>
                  <a:lnTo>
                    <a:pt x="214782" y="116039"/>
                  </a:lnTo>
                  <a:lnTo>
                    <a:pt x="256159" y="67767"/>
                  </a:lnTo>
                  <a:lnTo>
                    <a:pt x="306679" y="126695"/>
                  </a:lnTo>
                  <a:lnTo>
                    <a:pt x="315823" y="116039"/>
                  </a:lnTo>
                  <a:lnTo>
                    <a:pt x="360984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4" name="object 2104" descr=""/>
            <p:cNvSpPr/>
            <p:nvPr/>
          </p:nvSpPr>
          <p:spPr>
            <a:xfrm>
              <a:off x="7789126" y="7538916"/>
              <a:ext cx="310515" cy="204470"/>
            </a:xfrm>
            <a:custGeom>
              <a:avLst/>
              <a:gdLst/>
              <a:ahLst/>
              <a:cxnLst/>
              <a:rect l="l" t="t" r="r" b="b"/>
              <a:pathLst>
                <a:path w="310515" h="204470">
                  <a:moveTo>
                    <a:pt x="116700" y="25107"/>
                  </a:moveTo>
                  <a:lnTo>
                    <a:pt x="116611" y="23152"/>
                  </a:lnTo>
                  <a:lnTo>
                    <a:pt x="113969" y="22517"/>
                  </a:lnTo>
                  <a:lnTo>
                    <a:pt x="107556" y="22923"/>
                  </a:lnTo>
                  <a:lnTo>
                    <a:pt x="106045" y="23495"/>
                  </a:lnTo>
                  <a:lnTo>
                    <a:pt x="106349" y="21742"/>
                  </a:lnTo>
                  <a:lnTo>
                    <a:pt x="106184" y="17995"/>
                  </a:lnTo>
                  <a:lnTo>
                    <a:pt x="106019" y="14262"/>
                  </a:lnTo>
                  <a:lnTo>
                    <a:pt x="105194" y="11277"/>
                  </a:lnTo>
                  <a:lnTo>
                    <a:pt x="103517" y="11379"/>
                  </a:lnTo>
                  <a:lnTo>
                    <a:pt x="102971" y="14452"/>
                  </a:lnTo>
                  <a:lnTo>
                    <a:pt x="103314" y="21932"/>
                  </a:lnTo>
                  <a:lnTo>
                    <a:pt x="103759" y="23596"/>
                  </a:lnTo>
                  <a:lnTo>
                    <a:pt x="102362" y="23253"/>
                  </a:lnTo>
                  <a:lnTo>
                    <a:pt x="99161" y="23456"/>
                  </a:lnTo>
                  <a:lnTo>
                    <a:pt x="95961" y="23647"/>
                  </a:lnTo>
                  <a:lnTo>
                    <a:pt x="93395" y="24612"/>
                  </a:lnTo>
                  <a:lnTo>
                    <a:pt x="93484" y="26568"/>
                  </a:lnTo>
                  <a:lnTo>
                    <a:pt x="96126" y="27203"/>
                  </a:lnTo>
                  <a:lnTo>
                    <a:pt x="102527" y="26797"/>
                  </a:lnTo>
                  <a:lnTo>
                    <a:pt x="103962" y="26263"/>
                  </a:lnTo>
                  <a:lnTo>
                    <a:pt x="103670" y="27990"/>
                  </a:lnTo>
                  <a:lnTo>
                    <a:pt x="103835" y="31724"/>
                  </a:lnTo>
                  <a:lnTo>
                    <a:pt x="104000" y="35458"/>
                  </a:lnTo>
                  <a:lnTo>
                    <a:pt x="104838" y="38442"/>
                  </a:lnTo>
                  <a:lnTo>
                    <a:pt x="106502" y="38341"/>
                  </a:lnTo>
                  <a:lnTo>
                    <a:pt x="107048" y="35280"/>
                  </a:lnTo>
                  <a:lnTo>
                    <a:pt x="106705" y="27800"/>
                  </a:lnTo>
                  <a:lnTo>
                    <a:pt x="106248" y="26123"/>
                  </a:lnTo>
                  <a:lnTo>
                    <a:pt x="107734" y="26466"/>
                  </a:lnTo>
                  <a:lnTo>
                    <a:pt x="110934" y="26276"/>
                  </a:lnTo>
                  <a:lnTo>
                    <a:pt x="114134" y="26073"/>
                  </a:lnTo>
                  <a:lnTo>
                    <a:pt x="116700" y="25107"/>
                  </a:lnTo>
                  <a:close/>
                </a:path>
                <a:path w="310515" h="204470">
                  <a:moveTo>
                    <a:pt x="149593" y="63474"/>
                  </a:moveTo>
                  <a:lnTo>
                    <a:pt x="149491" y="61506"/>
                  </a:lnTo>
                  <a:lnTo>
                    <a:pt x="146850" y="60883"/>
                  </a:lnTo>
                  <a:lnTo>
                    <a:pt x="140449" y="61277"/>
                  </a:lnTo>
                  <a:lnTo>
                    <a:pt x="137896" y="62242"/>
                  </a:lnTo>
                  <a:lnTo>
                    <a:pt x="135255" y="61607"/>
                  </a:lnTo>
                  <a:lnTo>
                    <a:pt x="132041" y="61810"/>
                  </a:lnTo>
                  <a:lnTo>
                    <a:pt x="128841" y="62014"/>
                  </a:lnTo>
                  <a:lnTo>
                    <a:pt x="126276" y="62979"/>
                  </a:lnTo>
                  <a:lnTo>
                    <a:pt x="126377" y="64935"/>
                  </a:lnTo>
                  <a:lnTo>
                    <a:pt x="129006" y="65557"/>
                  </a:lnTo>
                  <a:lnTo>
                    <a:pt x="135420" y="65163"/>
                  </a:lnTo>
                  <a:lnTo>
                    <a:pt x="136855" y="64630"/>
                  </a:lnTo>
                  <a:lnTo>
                    <a:pt x="136550" y="66344"/>
                  </a:lnTo>
                  <a:lnTo>
                    <a:pt x="136728" y="70091"/>
                  </a:lnTo>
                  <a:lnTo>
                    <a:pt x="136893" y="73825"/>
                  </a:lnTo>
                  <a:lnTo>
                    <a:pt x="137718" y="76809"/>
                  </a:lnTo>
                  <a:lnTo>
                    <a:pt x="139395" y="76708"/>
                  </a:lnTo>
                  <a:lnTo>
                    <a:pt x="139941" y="73634"/>
                  </a:lnTo>
                  <a:lnTo>
                    <a:pt x="139598" y="66154"/>
                  </a:lnTo>
                  <a:lnTo>
                    <a:pt x="139128" y="64477"/>
                  </a:lnTo>
                  <a:lnTo>
                    <a:pt x="140614" y="64833"/>
                  </a:lnTo>
                  <a:lnTo>
                    <a:pt x="143814" y="64630"/>
                  </a:lnTo>
                  <a:lnTo>
                    <a:pt x="147027" y="64427"/>
                  </a:lnTo>
                  <a:lnTo>
                    <a:pt x="149593" y="63474"/>
                  </a:lnTo>
                  <a:close/>
                </a:path>
                <a:path w="310515" h="204470">
                  <a:moveTo>
                    <a:pt x="259943" y="63347"/>
                  </a:moveTo>
                  <a:lnTo>
                    <a:pt x="250812" y="52705"/>
                  </a:lnTo>
                  <a:lnTo>
                    <a:pt x="250812" y="63347"/>
                  </a:lnTo>
                  <a:lnTo>
                    <a:pt x="240703" y="75133"/>
                  </a:lnTo>
                  <a:lnTo>
                    <a:pt x="240969" y="73634"/>
                  </a:lnTo>
                  <a:lnTo>
                    <a:pt x="240626" y="66154"/>
                  </a:lnTo>
                  <a:lnTo>
                    <a:pt x="240169" y="64477"/>
                  </a:lnTo>
                  <a:lnTo>
                    <a:pt x="241655" y="64833"/>
                  </a:lnTo>
                  <a:lnTo>
                    <a:pt x="244856" y="64630"/>
                  </a:lnTo>
                  <a:lnTo>
                    <a:pt x="248056" y="64427"/>
                  </a:lnTo>
                  <a:lnTo>
                    <a:pt x="250621" y="63474"/>
                  </a:lnTo>
                  <a:lnTo>
                    <a:pt x="250596" y="63106"/>
                  </a:lnTo>
                  <a:lnTo>
                    <a:pt x="250812" y="63347"/>
                  </a:lnTo>
                  <a:lnTo>
                    <a:pt x="250812" y="52705"/>
                  </a:lnTo>
                  <a:lnTo>
                    <a:pt x="248894" y="50457"/>
                  </a:lnTo>
                  <a:lnTo>
                    <a:pt x="248894" y="61125"/>
                  </a:lnTo>
                  <a:lnTo>
                    <a:pt x="247891" y="60883"/>
                  </a:lnTo>
                  <a:lnTo>
                    <a:pt x="241477" y="61277"/>
                  </a:lnTo>
                  <a:lnTo>
                    <a:pt x="239966" y="61849"/>
                  </a:lnTo>
                  <a:lnTo>
                    <a:pt x="240271" y="60096"/>
                  </a:lnTo>
                  <a:lnTo>
                    <a:pt x="240106" y="56362"/>
                  </a:lnTo>
                  <a:lnTo>
                    <a:pt x="239941" y="52628"/>
                  </a:lnTo>
                  <a:lnTo>
                    <a:pt x="239293" y="50330"/>
                  </a:lnTo>
                  <a:lnTo>
                    <a:pt x="239293" y="76784"/>
                  </a:lnTo>
                  <a:lnTo>
                    <a:pt x="205651" y="116027"/>
                  </a:lnTo>
                  <a:lnTo>
                    <a:pt x="193967" y="102425"/>
                  </a:lnTo>
                  <a:lnTo>
                    <a:pt x="196545" y="103022"/>
                  </a:lnTo>
                  <a:lnTo>
                    <a:pt x="202946" y="102628"/>
                  </a:lnTo>
                  <a:lnTo>
                    <a:pt x="204381" y="102095"/>
                  </a:lnTo>
                  <a:lnTo>
                    <a:pt x="204089" y="103809"/>
                  </a:lnTo>
                  <a:lnTo>
                    <a:pt x="204254" y="107556"/>
                  </a:lnTo>
                  <a:lnTo>
                    <a:pt x="204419" y="111290"/>
                  </a:lnTo>
                  <a:lnTo>
                    <a:pt x="205244" y="114274"/>
                  </a:lnTo>
                  <a:lnTo>
                    <a:pt x="206921" y="114173"/>
                  </a:lnTo>
                  <a:lnTo>
                    <a:pt x="207467" y="111099"/>
                  </a:lnTo>
                  <a:lnTo>
                    <a:pt x="207124" y="103619"/>
                  </a:lnTo>
                  <a:lnTo>
                    <a:pt x="206667" y="101955"/>
                  </a:lnTo>
                  <a:lnTo>
                    <a:pt x="208140" y="102298"/>
                  </a:lnTo>
                  <a:lnTo>
                    <a:pt x="211353" y="102095"/>
                  </a:lnTo>
                  <a:lnTo>
                    <a:pt x="214553" y="101904"/>
                  </a:lnTo>
                  <a:lnTo>
                    <a:pt x="217119" y="100939"/>
                  </a:lnTo>
                  <a:lnTo>
                    <a:pt x="217017" y="98971"/>
                  </a:lnTo>
                  <a:lnTo>
                    <a:pt x="214388" y="98348"/>
                  </a:lnTo>
                  <a:lnTo>
                    <a:pt x="207975" y="98742"/>
                  </a:lnTo>
                  <a:lnTo>
                    <a:pt x="206463" y="99314"/>
                  </a:lnTo>
                  <a:lnTo>
                    <a:pt x="206768" y="97561"/>
                  </a:lnTo>
                  <a:lnTo>
                    <a:pt x="206603" y="93827"/>
                  </a:lnTo>
                  <a:lnTo>
                    <a:pt x="206438" y="90093"/>
                  </a:lnTo>
                  <a:lnTo>
                    <a:pt x="205600" y="87109"/>
                  </a:lnTo>
                  <a:lnTo>
                    <a:pt x="203936" y="87210"/>
                  </a:lnTo>
                  <a:lnTo>
                    <a:pt x="203390" y="90271"/>
                  </a:lnTo>
                  <a:lnTo>
                    <a:pt x="203733" y="97751"/>
                  </a:lnTo>
                  <a:lnTo>
                    <a:pt x="204177" y="99415"/>
                  </a:lnTo>
                  <a:lnTo>
                    <a:pt x="202780" y="99072"/>
                  </a:lnTo>
                  <a:lnTo>
                    <a:pt x="199580" y="99275"/>
                  </a:lnTo>
                  <a:lnTo>
                    <a:pt x="196380" y="99479"/>
                  </a:lnTo>
                  <a:lnTo>
                    <a:pt x="193814" y="100444"/>
                  </a:lnTo>
                  <a:lnTo>
                    <a:pt x="193890" y="102336"/>
                  </a:lnTo>
                  <a:lnTo>
                    <a:pt x="161378" y="64414"/>
                  </a:lnTo>
                  <a:lnTo>
                    <a:pt x="163957" y="65024"/>
                  </a:lnTo>
                  <a:lnTo>
                    <a:pt x="170370" y="64617"/>
                  </a:lnTo>
                  <a:lnTo>
                    <a:pt x="171792" y="64096"/>
                  </a:lnTo>
                  <a:lnTo>
                    <a:pt x="171500" y="65811"/>
                  </a:lnTo>
                  <a:lnTo>
                    <a:pt x="171678" y="69545"/>
                  </a:lnTo>
                  <a:lnTo>
                    <a:pt x="171843" y="73279"/>
                  </a:lnTo>
                  <a:lnTo>
                    <a:pt x="172669" y="76263"/>
                  </a:lnTo>
                  <a:lnTo>
                    <a:pt x="174345" y="76161"/>
                  </a:lnTo>
                  <a:lnTo>
                    <a:pt x="174891" y="73101"/>
                  </a:lnTo>
                  <a:lnTo>
                    <a:pt x="174536" y="65620"/>
                  </a:lnTo>
                  <a:lnTo>
                    <a:pt x="174078" y="63944"/>
                  </a:lnTo>
                  <a:lnTo>
                    <a:pt x="175564" y="64287"/>
                  </a:lnTo>
                  <a:lnTo>
                    <a:pt x="178765" y="64096"/>
                  </a:lnTo>
                  <a:lnTo>
                    <a:pt x="181965" y="63893"/>
                  </a:lnTo>
                  <a:lnTo>
                    <a:pt x="184531" y="62928"/>
                  </a:lnTo>
                  <a:lnTo>
                    <a:pt x="184442" y="60972"/>
                  </a:lnTo>
                  <a:lnTo>
                    <a:pt x="181800" y="60337"/>
                  </a:lnTo>
                  <a:lnTo>
                    <a:pt x="175399" y="60744"/>
                  </a:lnTo>
                  <a:lnTo>
                    <a:pt x="173888" y="61315"/>
                  </a:lnTo>
                  <a:lnTo>
                    <a:pt x="174193" y="59563"/>
                  </a:lnTo>
                  <a:lnTo>
                    <a:pt x="174015" y="55816"/>
                  </a:lnTo>
                  <a:lnTo>
                    <a:pt x="173850" y="52082"/>
                  </a:lnTo>
                  <a:lnTo>
                    <a:pt x="173024" y="49098"/>
                  </a:lnTo>
                  <a:lnTo>
                    <a:pt x="172669" y="49123"/>
                  </a:lnTo>
                  <a:lnTo>
                    <a:pt x="205651" y="10655"/>
                  </a:lnTo>
                  <a:lnTo>
                    <a:pt x="239064" y="49657"/>
                  </a:lnTo>
                  <a:lnTo>
                    <a:pt x="237439" y="49745"/>
                  </a:lnTo>
                  <a:lnTo>
                    <a:pt x="236893" y="52806"/>
                  </a:lnTo>
                  <a:lnTo>
                    <a:pt x="237236" y="60286"/>
                  </a:lnTo>
                  <a:lnTo>
                    <a:pt x="237680" y="61950"/>
                  </a:lnTo>
                  <a:lnTo>
                    <a:pt x="236283" y="61607"/>
                  </a:lnTo>
                  <a:lnTo>
                    <a:pt x="233083" y="61810"/>
                  </a:lnTo>
                  <a:lnTo>
                    <a:pt x="229882" y="62014"/>
                  </a:lnTo>
                  <a:lnTo>
                    <a:pt x="227317" y="62979"/>
                  </a:lnTo>
                  <a:lnTo>
                    <a:pt x="227406" y="64935"/>
                  </a:lnTo>
                  <a:lnTo>
                    <a:pt x="230047" y="65557"/>
                  </a:lnTo>
                  <a:lnTo>
                    <a:pt x="236461" y="65163"/>
                  </a:lnTo>
                  <a:lnTo>
                    <a:pt x="237883" y="64630"/>
                  </a:lnTo>
                  <a:lnTo>
                    <a:pt x="237591" y="66344"/>
                  </a:lnTo>
                  <a:lnTo>
                    <a:pt x="237756" y="70091"/>
                  </a:lnTo>
                  <a:lnTo>
                    <a:pt x="237921" y="73825"/>
                  </a:lnTo>
                  <a:lnTo>
                    <a:pt x="238760" y="76809"/>
                  </a:lnTo>
                  <a:lnTo>
                    <a:pt x="239293" y="76784"/>
                  </a:lnTo>
                  <a:lnTo>
                    <a:pt x="239293" y="50330"/>
                  </a:lnTo>
                  <a:lnTo>
                    <a:pt x="239128" y="49733"/>
                  </a:lnTo>
                  <a:lnTo>
                    <a:pt x="248894" y="61125"/>
                  </a:lnTo>
                  <a:lnTo>
                    <a:pt x="248894" y="50457"/>
                  </a:lnTo>
                  <a:lnTo>
                    <a:pt x="214782" y="10655"/>
                  </a:lnTo>
                  <a:lnTo>
                    <a:pt x="205651" y="0"/>
                  </a:lnTo>
                  <a:lnTo>
                    <a:pt x="171602" y="39712"/>
                  </a:lnTo>
                  <a:lnTo>
                    <a:pt x="171602" y="61417"/>
                  </a:lnTo>
                  <a:lnTo>
                    <a:pt x="170205" y="61074"/>
                  </a:lnTo>
                  <a:lnTo>
                    <a:pt x="166992" y="61277"/>
                  </a:lnTo>
                  <a:lnTo>
                    <a:pt x="163791" y="61468"/>
                  </a:lnTo>
                  <a:lnTo>
                    <a:pt x="161302" y="62420"/>
                  </a:lnTo>
                  <a:lnTo>
                    <a:pt x="161302" y="64325"/>
                  </a:lnTo>
                  <a:lnTo>
                    <a:pt x="160477" y="63347"/>
                  </a:lnTo>
                  <a:lnTo>
                    <a:pt x="161226" y="62484"/>
                  </a:lnTo>
                  <a:lnTo>
                    <a:pt x="161302" y="64325"/>
                  </a:lnTo>
                  <a:lnTo>
                    <a:pt x="161302" y="62420"/>
                  </a:lnTo>
                  <a:lnTo>
                    <a:pt x="171018" y="51054"/>
                  </a:lnTo>
                  <a:lnTo>
                    <a:pt x="170802" y="52273"/>
                  </a:lnTo>
                  <a:lnTo>
                    <a:pt x="171157" y="59753"/>
                  </a:lnTo>
                  <a:lnTo>
                    <a:pt x="171602" y="61417"/>
                  </a:lnTo>
                  <a:lnTo>
                    <a:pt x="171602" y="39712"/>
                  </a:lnTo>
                  <a:lnTo>
                    <a:pt x="151333" y="63347"/>
                  </a:lnTo>
                  <a:lnTo>
                    <a:pt x="205651" y="126695"/>
                  </a:lnTo>
                  <a:lnTo>
                    <a:pt x="214782" y="116027"/>
                  </a:lnTo>
                  <a:lnTo>
                    <a:pt x="259943" y="63347"/>
                  </a:lnTo>
                  <a:close/>
                </a:path>
                <a:path w="310515" h="204470">
                  <a:moveTo>
                    <a:pt x="310438" y="140500"/>
                  </a:moveTo>
                  <a:lnTo>
                    <a:pt x="301307" y="129857"/>
                  </a:lnTo>
                  <a:lnTo>
                    <a:pt x="301307" y="140500"/>
                  </a:lnTo>
                  <a:lnTo>
                    <a:pt x="291198" y="152298"/>
                  </a:lnTo>
                  <a:lnTo>
                    <a:pt x="291465" y="150799"/>
                  </a:lnTo>
                  <a:lnTo>
                    <a:pt x="291122" y="143319"/>
                  </a:lnTo>
                  <a:lnTo>
                    <a:pt x="290664" y="141643"/>
                  </a:lnTo>
                  <a:lnTo>
                    <a:pt x="292138" y="141986"/>
                  </a:lnTo>
                  <a:lnTo>
                    <a:pt x="295351" y="141795"/>
                  </a:lnTo>
                  <a:lnTo>
                    <a:pt x="298551" y="141592"/>
                  </a:lnTo>
                  <a:lnTo>
                    <a:pt x="301117" y="140627"/>
                  </a:lnTo>
                  <a:lnTo>
                    <a:pt x="301091" y="140258"/>
                  </a:lnTo>
                  <a:lnTo>
                    <a:pt x="301307" y="140500"/>
                  </a:lnTo>
                  <a:lnTo>
                    <a:pt x="301307" y="129857"/>
                  </a:lnTo>
                  <a:lnTo>
                    <a:pt x="299402" y="127635"/>
                  </a:lnTo>
                  <a:lnTo>
                    <a:pt x="299402" y="138303"/>
                  </a:lnTo>
                  <a:lnTo>
                    <a:pt x="298386" y="138049"/>
                  </a:lnTo>
                  <a:lnTo>
                    <a:pt x="291973" y="138442"/>
                  </a:lnTo>
                  <a:lnTo>
                    <a:pt x="290461" y="139014"/>
                  </a:lnTo>
                  <a:lnTo>
                    <a:pt x="290766" y="137261"/>
                  </a:lnTo>
                  <a:lnTo>
                    <a:pt x="290601" y="133527"/>
                  </a:lnTo>
                  <a:lnTo>
                    <a:pt x="290436" y="129781"/>
                  </a:lnTo>
                  <a:lnTo>
                    <a:pt x="289775" y="127406"/>
                  </a:lnTo>
                  <a:lnTo>
                    <a:pt x="289775" y="153949"/>
                  </a:lnTo>
                  <a:lnTo>
                    <a:pt x="256133" y="193192"/>
                  </a:lnTo>
                  <a:lnTo>
                    <a:pt x="244449" y="179565"/>
                  </a:lnTo>
                  <a:lnTo>
                    <a:pt x="247040" y="180187"/>
                  </a:lnTo>
                  <a:lnTo>
                    <a:pt x="253441" y="179793"/>
                  </a:lnTo>
                  <a:lnTo>
                    <a:pt x="254876" y="179260"/>
                  </a:lnTo>
                  <a:lnTo>
                    <a:pt x="254584" y="180975"/>
                  </a:lnTo>
                  <a:lnTo>
                    <a:pt x="254749" y="184708"/>
                  </a:lnTo>
                  <a:lnTo>
                    <a:pt x="254914" y="188455"/>
                  </a:lnTo>
                  <a:lnTo>
                    <a:pt x="255739" y="191439"/>
                  </a:lnTo>
                  <a:lnTo>
                    <a:pt x="257416" y="191325"/>
                  </a:lnTo>
                  <a:lnTo>
                    <a:pt x="257962" y="188264"/>
                  </a:lnTo>
                  <a:lnTo>
                    <a:pt x="257619" y="180784"/>
                  </a:lnTo>
                  <a:lnTo>
                    <a:pt x="257149" y="179120"/>
                  </a:lnTo>
                  <a:lnTo>
                    <a:pt x="258635" y="179463"/>
                  </a:lnTo>
                  <a:lnTo>
                    <a:pt x="261835" y="179260"/>
                  </a:lnTo>
                  <a:lnTo>
                    <a:pt x="265049" y="179057"/>
                  </a:lnTo>
                  <a:lnTo>
                    <a:pt x="267614" y="178092"/>
                  </a:lnTo>
                  <a:lnTo>
                    <a:pt x="267512" y="176136"/>
                  </a:lnTo>
                  <a:lnTo>
                    <a:pt x="264883" y="175514"/>
                  </a:lnTo>
                  <a:lnTo>
                    <a:pt x="258470" y="175907"/>
                  </a:lnTo>
                  <a:lnTo>
                    <a:pt x="256959" y="176479"/>
                  </a:lnTo>
                  <a:lnTo>
                    <a:pt x="257263" y="174726"/>
                  </a:lnTo>
                  <a:lnTo>
                    <a:pt x="257098" y="170992"/>
                  </a:lnTo>
                  <a:lnTo>
                    <a:pt x="256933" y="167246"/>
                  </a:lnTo>
                  <a:lnTo>
                    <a:pt x="256095" y="164261"/>
                  </a:lnTo>
                  <a:lnTo>
                    <a:pt x="254431" y="164376"/>
                  </a:lnTo>
                  <a:lnTo>
                    <a:pt x="253885" y="167436"/>
                  </a:lnTo>
                  <a:lnTo>
                    <a:pt x="254228" y="174917"/>
                  </a:lnTo>
                  <a:lnTo>
                    <a:pt x="254673" y="176580"/>
                  </a:lnTo>
                  <a:lnTo>
                    <a:pt x="253276" y="176237"/>
                  </a:lnTo>
                  <a:lnTo>
                    <a:pt x="250075" y="176441"/>
                  </a:lnTo>
                  <a:lnTo>
                    <a:pt x="246862" y="176631"/>
                  </a:lnTo>
                  <a:lnTo>
                    <a:pt x="244297" y="177596"/>
                  </a:lnTo>
                  <a:lnTo>
                    <a:pt x="244386" y="179501"/>
                  </a:lnTo>
                  <a:lnTo>
                    <a:pt x="211886" y="141579"/>
                  </a:lnTo>
                  <a:lnTo>
                    <a:pt x="214452" y="142176"/>
                  </a:lnTo>
                  <a:lnTo>
                    <a:pt x="220865" y="141782"/>
                  </a:lnTo>
                  <a:lnTo>
                    <a:pt x="222288" y="141249"/>
                  </a:lnTo>
                  <a:lnTo>
                    <a:pt x="221996" y="142963"/>
                  </a:lnTo>
                  <a:lnTo>
                    <a:pt x="222161" y="146710"/>
                  </a:lnTo>
                  <a:lnTo>
                    <a:pt x="222338" y="150444"/>
                  </a:lnTo>
                  <a:lnTo>
                    <a:pt x="223164" y="153428"/>
                  </a:lnTo>
                  <a:lnTo>
                    <a:pt x="224840" y="153327"/>
                  </a:lnTo>
                  <a:lnTo>
                    <a:pt x="225386" y="150253"/>
                  </a:lnTo>
                  <a:lnTo>
                    <a:pt x="225031" y="142786"/>
                  </a:lnTo>
                  <a:lnTo>
                    <a:pt x="224574" y="141109"/>
                  </a:lnTo>
                  <a:lnTo>
                    <a:pt x="226060" y="141452"/>
                  </a:lnTo>
                  <a:lnTo>
                    <a:pt x="229260" y="141249"/>
                  </a:lnTo>
                  <a:lnTo>
                    <a:pt x="232460" y="141058"/>
                  </a:lnTo>
                  <a:lnTo>
                    <a:pt x="235026" y="140093"/>
                  </a:lnTo>
                  <a:lnTo>
                    <a:pt x="234937" y="138137"/>
                  </a:lnTo>
                  <a:lnTo>
                    <a:pt x="232295" y="137502"/>
                  </a:lnTo>
                  <a:lnTo>
                    <a:pt x="225894" y="137896"/>
                  </a:lnTo>
                  <a:lnTo>
                    <a:pt x="224370" y="138468"/>
                  </a:lnTo>
                  <a:lnTo>
                    <a:pt x="224688" y="136715"/>
                  </a:lnTo>
                  <a:lnTo>
                    <a:pt x="224510" y="132981"/>
                  </a:lnTo>
                  <a:lnTo>
                    <a:pt x="224345" y="129247"/>
                  </a:lnTo>
                  <a:lnTo>
                    <a:pt x="223520" y="126263"/>
                  </a:lnTo>
                  <a:lnTo>
                    <a:pt x="223151" y="126288"/>
                  </a:lnTo>
                  <a:lnTo>
                    <a:pt x="254927" y="89230"/>
                  </a:lnTo>
                  <a:lnTo>
                    <a:pt x="254508" y="91617"/>
                  </a:lnTo>
                  <a:lnTo>
                    <a:pt x="254850" y="99085"/>
                  </a:lnTo>
                  <a:lnTo>
                    <a:pt x="255295" y="100761"/>
                  </a:lnTo>
                  <a:lnTo>
                    <a:pt x="253898" y="100418"/>
                  </a:lnTo>
                  <a:lnTo>
                    <a:pt x="250698" y="100609"/>
                  </a:lnTo>
                  <a:lnTo>
                    <a:pt x="247484" y="100812"/>
                  </a:lnTo>
                  <a:lnTo>
                    <a:pt x="244919" y="101777"/>
                  </a:lnTo>
                  <a:lnTo>
                    <a:pt x="245021" y="103733"/>
                  </a:lnTo>
                  <a:lnTo>
                    <a:pt x="247662" y="104355"/>
                  </a:lnTo>
                  <a:lnTo>
                    <a:pt x="254063" y="103962"/>
                  </a:lnTo>
                  <a:lnTo>
                    <a:pt x="255498" y="103428"/>
                  </a:lnTo>
                  <a:lnTo>
                    <a:pt x="255206" y="105143"/>
                  </a:lnTo>
                  <a:lnTo>
                    <a:pt x="255371" y="108889"/>
                  </a:lnTo>
                  <a:lnTo>
                    <a:pt x="255536" y="112623"/>
                  </a:lnTo>
                  <a:lnTo>
                    <a:pt x="256362" y="115608"/>
                  </a:lnTo>
                  <a:lnTo>
                    <a:pt x="258038" y="115506"/>
                  </a:lnTo>
                  <a:lnTo>
                    <a:pt x="258584" y="112433"/>
                  </a:lnTo>
                  <a:lnTo>
                    <a:pt x="258241" y="104965"/>
                  </a:lnTo>
                  <a:lnTo>
                    <a:pt x="257771" y="103289"/>
                  </a:lnTo>
                  <a:lnTo>
                    <a:pt x="259257" y="103632"/>
                  </a:lnTo>
                  <a:lnTo>
                    <a:pt x="262458" y="103428"/>
                  </a:lnTo>
                  <a:lnTo>
                    <a:pt x="265671" y="103238"/>
                  </a:lnTo>
                  <a:lnTo>
                    <a:pt x="268236" y="102273"/>
                  </a:lnTo>
                  <a:lnTo>
                    <a:pt x="268211" y="101942"/>
                  </a:lnTo>
                  <a:lnTo>
                    <a:pt x="289547" y="126809"/>
                  </a:lnTo>
                  <a:lnTo>
                    <a:pt x="287934" y="126911"/>
                  </a:lnTo>
                  <a:lnTo>
                    <a:pt x="287388" y="129971"/>
                  </a:lnTo>
                  <a:lnTo>
                    <a:pt x="287731" y="137452"/>
                  </a:lnTo>
                  <a:lnTo>
                    <a:pt x="288175" y="139115"/>
                  </a:lnTo>
                  <a:lnTo>
                    <a:pt x="286778" y="138772"/>
                  </a:lnTo>
                  <a:lnTo>
                    <a:pt x="283578" y="138976"/>
                  </a:lnTo>
                  <a:lnTo>
                    <a:pt x="280377" y="139166"/>
                  </a:lnTo>
                  <a:lnTo>
                    <a:pt x="277812" y="140131"/>
                  </a:lnTo>
                  <a:lnTo>
                    <a:pt x="277901" y="142087"/>
                  </a:lnTo>
                  <a:lnTo>
                    <a:pt x="280543" y="142722"/>
                  </a:lnTo>
                  <a:lnTo>
                    <a:pt x="286956" y="142328"/>
                  </a:lnTo>
                  <a:lnTo>
                    <a:pt x="288378" y="141795"/>
                  </a:lnTo>
                  <a:lnTo>
                    <a:pt x="288086" y="143510"/>
                  </a:lnTo>
                  <a:lnTo>
                    <a:pt x="288251" y="147243"/>
                  </a:lnTo>
                  <a:lnTo>
                    <a:pt x="288417" y="150990"/>
                  </a:lnTo>
                  <a:lnTo>
                    <a:pt x="289255" y="153974"/>
                  </a:lnTo>
                  <a:lnTo>
                    <a:pt x="289775" y="153949"/>
                  </a:lnTo>
                  <a:lnTo>
                    <a:pt x="289775" y="127406"/>
                  </a:lnTo>
                  <a:lnTo>
                    <a:pt x="289636" y="126898"/>
                  </a:lnTo>
                  <a:lnTo>
                    <a:pt x="299402" y="138303"/>
                  </a:lnTo>
                  <a:lnTo>
                    <a:pt x="299402" y="127635"/>
                  </a:lnTo>
                  <a:lnTo>
                    <a:pt x="266484" y="89230"/>
                  </a:lnTo>
                  <a:lnTo>
                    <a:pt x="266484" y="99923"/>
                  </a:lnTo>
                  <a:lnTo>
                    <a:pt x="265506" y="99682"/>
                  </a:lnTo>
                  <a:lnTo>
                    <a:pt x="259092" y="100076"/>
                  </a:lnTo>
                  <a:lnTo>
                    <a:pt x="257581" y="100647"/>
                  </a:lnTo>
                  <a:lnTo>
                    <a:pt x="257886" y="98894"/>
                  </a:lnTo>
                  <a:lnTo>
                    <a:pt x="257721" y="95161"/>
                  </a:lnTo>
                  <a:lnTo>
                    <a:pt x="257556" y="91427"/>
                  </a:lnTo>
                  <a:lnTo>
                    <a:pt x="256730" y="88531"/>
                  </a:lnTo>
                  <a:lnTo>
                    <a:pt x="266484" y="99923"/>
                  </a:lnTo>
                  <a:lnTo>
                    <a:pt x="266484" y="89230"/>
                  </a:lnTo>
                  <a:lnTo>
                    <a:pt x="265277" y="87820"/>
                  </a:lnTo>
                  <a:lnTo>
                    <a:pt x="256667" y="77774"/>
                  </a:lnTo>
                  <a:lnTo>
                    <a:pt x="256667" y="88455"/>
                  </a:lnTo>
                  <a:lnTo>
                    <a:pt x="255536" y="88519"/>
                  </a:lnTo>
                  <a:lnTo>
                    <a:pt x="256133" y="87820"/>
                  </a:lnTo>
                  <a:lnTo>
                    <a:pt x="256667" y="88455"/>
                  </a:lnTo>
                  <a:lnTo>
                    <a:pt x="256667" y="77774"/>
                  </a:lnTo>
                  <a:lnTo>
                    <a:pt x="256133" y="77152"/>
                  </a:lnTo>
                  <a:lnTo>
                    <a:pt x="222097" y="116865"/>
                  </a:lnTo>
                  <a:lnTo>
                    <a:pt x="222097" y="138582"/>
                  </a:lnTo>
                  <a:lnTo>
                    <a:pt x="220700" y="138239"/>
                  </a:lnTo>
                  <a:lnTo>
                    <a:pt x="217487" y="138430"/>
                  </a:lnTo>
                  <a:lnTo>
                    <a:pt x="214287" y="138633"/>
                  </a:lnTo>
                  <a:lnTo>
                    <a:pt x="211797" y="139573"/>
                  </a:lnTo>
                  <a:lnTo>
                    <a:pt x="211797" y="141478"/>
                  </a:lnTo>
                  <a:lnTo>
                    <a:pt x="210972" y="140500"/>
                  </a:lnTo>
                  <a:lnTo>
                    <a:pt x="211721" y="139636"/>
                  </a:lnTo>
                  <a:lnTo>
                    <a:pt x="211797" y="141478"/>
                  </a:lnTo>
                  <a:lnTo>
                    <a:pt x="211797" y="139573"/>
                  </a:lnTo>
                  <a:lnTo>
                    <a:pt x="221513" y="128206"/>
                  </a:lnTo>
                  <a:lnTo>
                    <a:pt x="221297" y="129438"/>
                  </a:lnTo>
                  <a:lnTo>
                    <a:pt x="221640" y="136906"/>
                  </a:lnTo>
                  <a:lnTo>
                    <a:pt x="222097" y="138582"/>
                  </a:lnTo>
                  <a:lnTo>
                    <a:pt x="222097" y="116865"/>
                  </a:lnTo>
                  <a:lnTo>
                    <a:pt x="204952" y="136855"/>
                  </a:lnTo>
                  <a:lnTo>
                    <a:pt x="198958" y="129870"/>
                  </a:lnTo>
                  <a:lnTo>
                    <a:pt x="198958" y="140500"/>
                  </a:lnTo>
                  <a:lnTo>
                    <a:pt x="188849" y="152298"/>
                  </a:lnTo>
                  <a:lnTo>
                    <a:pt x="189115" y="150799"/>
                  </a:lnTo>
                  <a:lnTo>
                    <a:pt x="188772" y="143319"/>
                  </a:lnTo>
                  <a:lnTo>
                    <a:pt x="188315" y="141643"/>
                  </a:lnTo>
                  <a:lnTo>
                    <a:pt x="189788" y="141986"/>
                  </a:lnTo>
                  <a:lnTo>
                    <a:pt x="192989" y="141795"/>
                  </a:lnTo>
                  <a:lnTo>
                    <a:pt x="196202" y="141592"/>
                  </a:lnTo>
                  <a:lnTo>
                    <a:pt x="198767" y="140627"/>
                  </a:lnTo>
                  <a:lnTo>
                    <a:pt x="198742" y="140258"/>
                  </a:lnTo>
                  <a:lnTo>
                    <a:pt x="198958" y="140500"/>
                  </a:lnTo>
                  <a:lnTo>
                    <a:pt x="198958" y="129870"/>
                  </a:lnTo>
                  <a:lnTo>
                    <a:pt x="197053" y="127647"/>
                  </a:lnTo>
                  <a:lnTo>
                    <a:pt x="197053" y="138303"/>
                  </a:lnTo>
                  <a:lnTo>
                    <a:pt x="196037" y="138049"/>
                  </a:lnTo>
                  <a:lnTo>
                    <a:pt x="189623" y="138442"/>
                  </a:lnTo>
                  <a:lnTo>
                    <a:pt x="188112" y="139014"/>
                  </a:lnTo>
                  <a:lnTo>
                    <a:pt x="188417" y="137261"/>
                  </a:lnTo>
                  <a:lnTo>
                    <a:pt x="188252" y="133527"/>
                  </a:lnTo>
                  <a:lnTo>
                    <a:pt x="188087" y="129781"/>
                  </a:lnTo>
                  <a:lnTo>
                    <a:pt x="187426" y="127406"/>
                  </a:lnTo>
                  <a:lnTo>
                    <a:pt x="187426" y="153949"/>
                  </a:lnTo>
                  <a:lnTo>
                    <a:pt x="153784" y="193192"/>
                  </a:lnTo>
                  <a:lnTo>
                    <a:pt x="142100" y="179578"/>
                  </a:lnTo>
                  <a:lnTo>
                    <a:pt x="144678" y="180187"/>
                  </a:lnTo>
                  <a:lnTo>
                    <a:pt x="151091" y="179793"/>
                  </a:lnTo>
                  <a:lnTo>
                    <a:pt x="152514" y="179260"/>
                  </a:lnTo>
                  <a:lnTo>
                    <a:pt x="152222" y="180975"/>
                  </a:lnTo>
                  <a:lnTo>
                    <a:pt x="152400" y="184708"/>
                  </a:lnTo>
                  <a:lnTo>
                    <a:pt x="152565" y="188455"/>
                  </a:lnTo>
                  <a:lnTo>
                    <a:pt x="153390" y="191439"/>
                  </a:lnTo>
                  <a:lnTo>
                    <a:pt x="155067" y="191325"/>
                  </a:lnTo>
                  <a:lnTo>
                    <a:pt x="155613" y="188264"/>
                  </a:lnTo>
                  <a:lnTo>
                    <a:pt x="155257" y="180784"/>
                  </a:lnTo>
                  <a:lnTo>
                    <a:pt x="154800" y="179108"/>
                  </a:lnTo>
                  <a:lnTo>
                    <a:pt x="156286" y="179463"/>
                  </a:lnTo>
                  <a:lnTo>
                    <a:pt x="159486" y="179260"/>
                  </a:lnTo>
                  <a:lnTo>
                    <a:pt x="162687" y="179057"/>
                  </a:lnTo>
                  <a:lnTo>
                    <a:pt x="165252" y="178092"/>
                  </a:lnTo>
                  <a:lnTo>
                    <a:pt x="165163" y="176136"/>
                  </a:lnTo>
                  <a:lnTo>
                    <a:pt x="162521" y="175514"/>
                  </a:lnTo>
                  <a:lnTo>
                    <a:pt x="156121" y="175907"/>
                  </a:lnTo>
                  <a:lnTo>
                    <a:pt x="154609" y="176479"/>
                  </a:lnTo>
                  <a:lnTo>
                    <a:pt x="154914" y="174726"/>
                  </a:lnTo>
                  <a:lnTo>
                    <a:pt x="154736" y="170992"/>
                  </a:lnTo>
                  <a:lnTo>
                    <a:pt x="154571" y="167246"/>
                  </a:lnTo>
                  <a:lnTo>
                    <a:pt x="153746" y="164261"/>
                  </a:lnTo>
                  <a:lnTo>
                    <a:pt x="152069" y="164376"/>
                  </a:lnTo>
                  <a:lnTo>
                    <a:pt x="151523" y="167436"/>
                  </a:lnTo>
                  <a:lnTo>
                    <a:pt x="151879" y="174917"/>
                  </a:lnTo>
                  <a:lnTo>
                    <a:pt x="152323" y="176580"/>
                  </a:lnTo>
                  <a:lnTo>
                    <a:pt x="150926" y="176237"/>
                  </a:lnTo>
                  <a:lnTo>
                    <a:pt x="147713" y="176441"/>
                  </a:lnTo>
                  <a:lnTo>
                    <a:pt x="144513" y="176631"/>
                  </a:lnTo>
                  <a:lnTo>
                    <a:pt x="141947" y="177596"/>
                  </a:lnTo>
                  <a:lnTo>
                    <a:pt x="142024" y="179501"/>
                  </a:lnTo>
                  <a:lnTo>
                    <a:pt x="109524" y="141579"/>
                  </a:lnTo>
                  <a:lnTo>
                    <a:pt x="112102" y="142176"/>
                  </a:lnTo>
                  <a:lnTo>
                    <a:pt x="118503" y="141782"/>
                  </a:lnTo>
                  <a:lnTo>
                    <a:pt x="119938" y="141249"/>
                  </a:lnTo>
                  <a:lnTo>
                    <a:pt x="119646" y="142963"/>
                  </a:lnTo>
                  <a:lnTo>
                    <a:pt x="119811" y="146710"/>
                  </a:lnTo>
                  <a:lnTo>
                    <a:pt x="119989" y="150444"/>
                  </a:lnTo>
                  <a:lnTo>
                    <a:pt x="120802" y="153428"/>
                  </a:lnTo>
                  <a:lnTo>
                    <a:pt x="122478" y="153327"/>
                  </a:lnTo>
                  <a:lnTo>
                    <a:pt x="123024" y="150253"/>
                  </a:lnTo>
                  <a:lnTo>
                    <a:pt x="122682" y="142786"/>
                  </a:lnTo>
                  <a:lnTo>
                    <a:pt x="122224" y="141109"/>
                  </a:lnTo>
                  <a:lnTo>
                    <a:pt x="123698" y="141452"/>
                  </a:lnTo>
                  <a:lnTo>
                    <a:pt x="126911" y="141249"/>
                  </a:lnTo>
                  <a:lnTo>
                    <a:pt x="130111" y="141058"/>
                  </a:lnTo>
                  <a:lnTo>
                    <a:pt x="132676" y="140093"/>
                  </a:lnTo>
                  <a:lnTo>
                    <a:pt x="132588" y="138137"/>
                  </a:lnTo>
                  <a:lnTo>
                    <a:pt x="129946" y="137502"/>
                  </a:lnTo>
                  <a:lnTo>
                    <a:pt x="123532" y="137896"/>
                  </a:lnTo>
                  <a:lnTo>
                    <a:pt x="122021" y="138468"/>
                  </a:lnTo>
                  <a:lnTo>
                    <a:pt x="122326" y="136715"/>
                  </a:lnTo>
                  <a:lnTo>
                    <a:pt x="122161" y="132981"/>
                  </a:lnTo>
                  <a:lnTo>
                    <a:pt x="121996" y="129247"/>
                  </a:lnTo>
                  <a:lnTo>
                    <a:pt x="121170" y="126263"/>
                  </a:lnTo>
                  <a:lnTo>
                    <a:pt x="120789" y="126288"/>
                  </a:lnTo>
                  <a:lnTo>
                    <a:pt x="152565" y="89242"/>
                  </a:lnTo>
                  <a:lnTo>
                    <a:pt x="152146" y="91617"/>
                  </a:lnTo>
                  <a:lnTo>
                    <a:pt x="152488" y="99085"/>
                  </a:lnTo>
                  <a:lnTo>
                    <a:pt x="152946" y="100761"/>
                  </a:lnTo>
                  <a:lnTo>
                    <a:pt x="151549" y="100418"/>
                  </a:lnTo>
                  <a:lnTo>
                    <a:pt x="148336" y="100609"/>
                  </a:lnTo>
                  <a:lnTo>
                    <a:pt x="145135" y="100812"/>
                  </a:lnTo>
                  <a:lnTo>
                    <a:pt x="142570" y="101777"/>
                  </a:lnTo>
                  <a:lnTo>
                    <a:pt x="142659" y="103733"/>
                  </a:lnTo>
                  <a:lnTo>
                    <a:pt x="145300" y="104355"/>
                  </a:lnTo>
                  <a:lnTo>
                    <a:pt x="151714" y="103962"/>
                  </a:lnTo>
                  <a:lnTo>
                    <a:pt x="153136" y="103428"/>
                  </a:lnTo>
                  <a:lnTo>
                    <a:pt x="152844" y="105143"/>
                  </a:lnTo>
                  <a:lnTo>
                    <a:pt x="153009" y="108889"/>
                  </a:lnTo>
                  <a:lnTo>
                    <a:pt x="153187" y="112623"/>
                  </a:lnTo>
                  <a:lnTo>
                    <a:pt x="154012" y="115608"/>
                  </a:lnTo>
                  <a:lnTo>
                    <a:pt x="155689" y="115506"/>
                  </a:lnTo>
                  <a:lnTo>
                    <a:pt x="156235" y="112433"/>
                  </a:lnTo>
                  <a:lnTo>
                    <a:pt x="155879" y="104965"/>
                  </a:lnTo>
                  <a:lnTo>
                    <a:pt x="155422" y="103289"/>
                  </a:lnTo>
                  <a:lnTo>
                    <a:pt x="156908" y="103632"/>
                  </a:lnTo>
                  <a:lnTo>
                    <a:pt x="160108" y="103428"/>
                  </a:lnTo>
                  <a:lnTo>
                    <a:pt x="163309" y="103238"/>
                  </a:lnTo>
                  <a:lnTo>
                    <a:pt x="165874" y="102273"/>
                  </a:lnTo>
                  <a:lnTo>
                    <a:pt x="165849" y="101930"/>
                  </a:lnTo>
                  <a:lnTo>
                    <a:pt x="187198" y="126809"/>
                  </a:lnTo>
                  <a:lnTo>
                    <a:pt x="185585" y="126911"/>
                  </a:lnTo>
                  <a:lnTo>
                    <a:pt x="185039" y="129971"/>
                  </a:lnTo>
                  <a:lnTo>
                    <a:pt x="185381" y="137452"/>
                  </a:lnTo>
                  <a:lnTo>
                    <a:pt x="185826" y="139115"/>
                  </a:lnTo>
                  <a:lnTo>
                    <a:pt x="184429" y="138772"/>
                  </a:lnTo>
                  <a:lnTo>
                    <a:pt x="181229" y="138976"/>
                  </a:lnTo>
                  <a:lnTo>
                    <a:pt x="178015" y="139166"/>
                  </a:lnTo>
                  <a:lnTo>
                    <a:pt x="175450" y="140131"/>
                  </a:lnTo>
                  <a:lnTo>
                    <a:pt x="175552" y="142087"/>
                  </a:lnTo>
                  <a:lnTo>
                    <a:pt x="178193" y="142722"/>
                  </a:lnTo>
                  <a:lnTo>
                    <a:pt x="184594" y="142328"/>
                  </a:lnTo>
                  <a:lnTo>
                    <a:pt x="186029" y="141795"/>
                  </a:lnTo>
                  <a:lnTo>
                    <a:pt x="185737" y="143510"/>
                  </a:lnTo>
                  <a:lnTo>
                    <a:pt x="185902" y="147243"/>
                  </a:lnTo>
                  <a:lnTo>
                    <a:pt x="186067" y="150990"/>
                  </a:lnTo>
                  <a:lnTo>
                    <a:pt x="186893" y="153974"/>
                  </a:lnTo>
                  <a:lnTo>
                    <a:pt x="187426" y="153949"/>
                  </a:lnTo>
                  <a:lnTo>
                    <a:pt x="187426" y="127406"/>
                  </a:lnTo>
                  <a:lnTo>
                    <a:pt x="187286" y="126898"/>
                  </a:lnTo>
                  <a:lnTo>
                    <a:pt x="197053" y="138303"/>
                  </a:lnTo>
                  <a:lnTo>
                    <a:pt x="197053" y="127647"/>
                  </a:lnTo>
                  <a:lnTo>
                    <a:pt x="164147" y="89268"/>
                  </a:lnTo>
                  <a:lnTo>
                    <a:pt x="164147" y="99923"/>
                  </a:lnTo>
                  <a:lnTo>
                    <a:pt x="163144" y="99682"/>
                  </a:lnTo>
                  <a:lnTo>
                    <a:pt x="156743" y="100076"/>
                  </a:lnTo>
                  <a:lnTo>
                    <a:pt x="155232" y="100647"/>
                  </a:lnTo>
                  <a:lnTo>
                    <a:pt x="155536" y="98894"/>
                  </a:lnTo>
                  <a:lnTo>
                    <a:pt x="155359" y="95161"/>
                  </a:lnTo>
                  <a:lnTo>
                    <a:pt x="155194" y="91427"/>
                  </a:lnTo>
                  <a:lnTo>
                    <a:pt x="154381" y="88531"/>
                  </a:lnTo>
                  <a:lnTo>
                    <a:pt x="164147" y="99923"/>
                  </a:lnTo>
                  <a:lnTo>
                    <a:pt x="164147" y="89268"/>
                  </a:lnTo>
                  <a:lnTo>
                    <a:pt x="162915" y="87820"/>
                  </a:lnTo>
                  <a:lnTo>
                    <a:pt x="154317" y="77787"/>
                  </a:lnTo>
                  <a:lnTo>
                    <a:pt x="154317" y="88455"/>
                  </a:lnTo>
                  <a:lnTo>
                    <a:pt x="153187" y="88519"/>
                  </a:lnTo>
                  <a:lnTo>
                    <a:pt x="153784" y="87820"/>
                  </a:lnTo>
                  <a:lnTo>
                    <a:pt x="154317" y="88455"/>
                  </a:lnTo>
                  <a:lnTo>
                    <a:pt x="154317" y="77787"/>
                  </a:lnTo>
                  <a:lnTo>
                    <a:pt x="153784" y="77152"/>
                  </a:lnTo>
                  <a:lnTo>
                    <a:pt x="119735" y="116878"/>
                  </a:lnTo>
                  <a:lnTo>
                    <a:pt x="119735" y="138582"/>
                  </a:lnTo>
                  <a:lnTo>
                    <a:pt x="118338" y="138239"/>
                  </a:lnTo>
                  <a:lnTo>
                    <a:pt x="115138" y="138430"/>
                  </a:lnTo>
                  <a:lnTo>
                    <a:pt x="111937" y="138633"/>
                  </a:lnTo>
                  <a:lnTo>
                    <a:pt x="109448" y="139585"/>
                  </a:lnTo>
                  <a:lnTo>
                    <a:pt x="109448" y="141490"/>
                  </a:lnTo>
                  <a:lnTo>
                    <a:pt x="108610" y="140500"/>
                  </a:lnTo>
                  <a:lnTo>
                    <a:pt x="109372" y="139611"/>
                  </a:lnTo>
                  <a:lnTo>
                    <a:pt x="109448" y="141490"/>
                  </a:lnTo>
                  <a:lnTo>
                    <a:pt x="109448" y="139585"/>
                  </a:lnTo>
                  <a:lnTo>
                    <a:pt x="119164" y="128193"/>
                  </a:lnTo>
                  <a:lnTo>
                    <a:pt x="118948" y="129438"/>
                  </a:lnTo>
                  <a:lnTo>
                    <a:pt x="119291" y="136906"/>
                  </a:lnTo>
                  <a:lnTo>
                    <a:pt x="119735" y="138582"/>
                  </a:lnTo>
                  <a:lnTo>
                    <a:pt x="119735" y="116878"/>
                  </a:lnTo>
                  <a:lnTo>
                    <a:pt x="104038" y="135178"/>
                  </a:lnTo>
                  <a:lnTo>
                    <a:pt x="99466" y="129844"/>
                  </a:lnTo>
                  <a:lnTo>
                    <a:pt x="99466" y="140500"/>
                  </a:lnTo>
                  <a:lnTo>
                    <a:pt x="89369" y="152298"/>
                  </a:lnTo>
                  <a:lnTo>
                    <a:pt x="89636" y="150799"/>
                  </a:lnTo>
                  <a:lnTo>
                    <a:pt x="89293" y="143319"/>
                  </a:lnTo>
                  <a:lnTo>
                    <a:pt x="88836" y="141643"/>
                  </a:lnTo>
                  <a:lnTo>
                    <a:pt x="90309" y="141986"/>
                  </a:lnTo>
                  <a:lnTo>
                    <a:pt x="93522" y="141795"/>
                  </a:lnTo>
                  <a:lnTo>
                    <a:pt x="96723" y="141592"/>
                  </a:lnTo>
                  <a:lnTo>
                    <a:pt x="99288" y="140627"/>
                  </a:lnTo>
                  <a:lnTo>
                    <a:pt x="99263" y="140271"/>
                  </a:lnTo>
                  <a:lnTo>
                    <a:pt x="99466" y="140500"/>
                  </a:lnTo>
                  <a:lnTo>
                    <a:pt x="99466" y="129844"/>
                  </a:lnTo>
                  <a:lnTo>
                    <a:pt x="97561" y="127622"/>
                  </a:lnTo>
                  <a:lnTo>
                    <a:pt x="97561" y="138290"/>
                  </a:lnTo>
                  <a:lnTo>
                    <a:pt x="96558" y="138049"/>
                  </a:lnTo>
                  <a:lnTo>
                    <a:pt x="90144" y="138442"/>
                  </a:lnTo>
                  <a:lnTo>
                    <a:pt x="88633" y="139014"/>
                  </a:lnTo>
                  <a:lnTo>
                    <a:pt x="88938" y="137261"/>
                  </a:lnTo>
                  <a:lnTo>
                    <a:pt x="88773" y="133527"/>
                  </a:lnTo>
                  <a:lnTo>
                    <a:pt x="88607" y="129781"/>
                  </a:lnTo>
                  <a:lnTo>
                    <a:pt x="87947" y="127419"/>
                  </a:lnTo>
                  <a:lnTo>
                    <a:pt x="87947" y="153949"/>
                  </a:lnTo>
                  <a:lnTo>
                    <a:pt x="54305" y="193192"/>
                  </a:lnTo>
                  <a:lnTo>
                    <a:pt x="42608" y="179565"/>
                  </a:lnTo>
                  <a:lnTo>
                    <a:pt x="45199" y="180187"/>
                  </a:lnTo>
                  <a:lnTo>
                    <a:pt x="51612" y="179793"/>
                  </a:lnTo>
                  <a:lnTo>
                    <a:pt x="53047" y="179260"/>
                  </a:lnTo>
                  <a:lnTo>
                    <a:pt x="52743" y="180975"/>
                  </a:lnTo>
                  <a:lnTo>
                    <a:pt x="52920" y="184708"/>
                  </a:lnTo>
                  <a:lnTo>
                    <a:pt x="53086" y="188455"/>
                  </a:lnTo>
                  <a:lnTo>
                    <a:pt x="53911" y="191439"/>
                  </a:lnTo>
                  <a:lnTo>
                    <a:pt x="55587" y="191325"/>
                  </a:lnTo>
                  <a:lnTo>
                    <a:pt x="56134" y="188264"/>
                  </a:lnTo>
                  <a:lnTo>
                    <a:pt x="55791" y="180784"/>
                  </a:lnTo>
                  <a:lnTo>
                    <a:pt x="55321" y="179120"/>
                  </a:lnTo>
                  <a:lnTo>
                    <a:pt x="56807" y="179463"/>
                  </a:lnTo>
                  <a:lnTo>
                    <a:pt x="60007" y="179260"/>
                  </a:lnTo>
                  <a:lnTo>
                    <a:pt x="63207" y="179057"/>
                  </a:lnTo>
                  <a:lnTo>
                    <a:pt x="65773" y="178092"/>
                  </a:lnTo>
                  <a:lnTo>
                    <a:pt x="65684" y="176136"/>
                  </a:lnTo>
                  <a:lnTo>
                    <a:pt x="63042" y="175514"/>
                  </a:lnTo>
                  <a:lnTo>
                    <a:pt x="56642" y="175907"/>
                  </a:lnTo>
                  <a:lnTo>
                    <a:pt x="55130" y="176479"/>
                  </a:lnTo>
                  <a:lnTo>
                    <a:pt x="55435" y="174726"/>
                  </a:lnTo>
                  <a:lnTo>
                    <a:pt x="55270" y="170992"/>
                  </a:lnTo>
                  <a:lnTo>
                    <a:pt x="55092" y="167246"/>
                  </a:lnTo>
                  <a:lnTo>
                    <a:pt x="54267" y="164261"/>
                  </a:lnTo>
                  <a:lnTo>
                    <a:pt x="52590" y="164376"/>
                  </a:lnTo>
                  <a:lnTo>
                    <a:pt x="52044" y="167436"/>
                  </a:lnTo>
                  <a:lnTo>
                    <a:pt x="52400" y="174917"/>
                  </a:lnTo>
                  <a:lnTo>
                    <a:pt x="52844" y="176580"/>
                  </a:lnTo>
                  <a:lnTo>
                    <a:pt x="51447" y="176237"/>
                  </a:lnTo>
                  <a:lnTo>
                    <a:pt x="48234" y="176441"/>
                  </a:lnTo>
                  <a:lnTo>
                    <a:pt x="45034" y="176631"/>
                  </a:lnTo>
                  <a:lnTo>
                    <a:pt x="42468" y="177596"/>
                  </a:lnTo>
                  <a:lnTo>
                    <a:pt x="42557" y="179514"/>
                  </a:lnTo>
                  <a:lnTo>
                    <a:pt x="10045" y="141579"/>
                  </a:lnTo>
                  <a:lnTo>
                    <a:pt x="12623" y="142176"/>
                  </a:lnTo>
                  <a:lnTo>
                    <a:pt x="19037" y="141782"/>
                  </a:lnTo>
                  <a:lnTo>
                    <a:pt x="20459" y="141249"/>
                  </a:lnTo>
                  <a:lnTo>
                    <a:pt x="20167" y="142963"/>
                  </a:lnTo>
                  <a:lnTo>
                    <a:pt x="20332" y="146710"/>
                  </a:lnTo>
                  <a:lnTo>
                    <a:pt x="20497" y="150444"/>
                  </a:lnTo>
                  <a:lnTo>
                    <a:pt x="21323" y="153428"/>
                  </a:lnTo>
                  <a:lnTo>
                    <a:pt x="22999" y="153327"/>
                  </a:lnTo>
                  <a:lnTo>
                    <a:pt x="23545" y="150253"/>
                  </a:lnTo>
                  <a:lnTo>
                    <a:pt x="23202" y="142786"/>
                  </a:lnTo>
                  <a:lnTo>
                    <a:pt x="22745" y="141109"/>
                  </a:lnTo>
                  <a:lnTo>
                    <a:pt x="24231" y="141452"/>
                  </a:lnTo>
                  <a:lnTo>
                    <a:pt x="27432" y="141249"/>
                  </a:lnTo>
                  <a:lnTo>
                    <a:pt x="30632" y="141058"/>
                  </a:lnTo>
                  <a:lnTo>
                    <a:pt x="33197" y="140093"/>
                  </a:lnTo>
                  <a:lnTo>
                    <a:pt x="33108" y="138137"/>
                  </a:lnTo>
                  <a:lnTo>
                    <a:pt x="30467" y="137502"/>
                  </a:lnTo>
                  <a:lnTo>
                    <a:pt x="24053" y="137896"/>
                  </a:lnTo>
                  <a:lnTo>
                    <a:pt x="22542" y="138468"/>
                  </a:lnTo>
                  <a:lnTo>
                    <a:pt x="22847" y="136715"/>
                  </a:lnTo>
                  <a:lnTo>
                    <a:pt x="22682" y="132981"/>
                  </a:lnTo>
                  <a:lnTo>
                    <a:pt x="22517" y="129247"/>
                  </a:lnTo>
                  <a:lnTo>
                    <a:pt x="21691" y="126263"/>
                  </a:lnTo>
                  <a:lnTo>
                    <a:pt x="21310" y="126288"/>
                  </a:lnTo>
                  <a:lnTo>
                    <a:pt x="53086" y="89242"/>
                  </a:lnTo>
                  <a:lnTo>
                    <a:pt x="52666" y="91617"/>
                  </a:lnTo>
                  <a:lnTo>
                    <a:pt x="53022" y="99085"/>
                  </a:lnTo>
                  <a:lnTo>
                    <a:pt x="53467" y="100761"/>
                  </a:lnTo>
                  <a:lnTo>
                    <a:pt x="52070" y="100418"/>
                  </a:lnTo>
                  <a:lnTo>
                    <a:pt x="48856" y="100609"/>
                  </a:lnTo>
                  <a:lnTo>
                    <a:pt x="45656" y="100812"/>
                  </a:lnTo>
                  <a:lnTo>
                    <a:pt x="43091" y="101777"/>
                  </a:lnTo>
                  <a:lnTo>
                    <a:pt x="43192" y="103733"/>
                  </a:lnTo>
                  <a:lnTo>
                    <a:pt x="45821" y="104355"/>
                  </a:lnTo>
                  <a:lnTo>
                    <a:pt x="52235" y="103962"/>
                  </a:lnTo>
                  <a:lnTo>
                    <a:pt x="53657" y="103428"/>
                  </a:lnTo>
                  <a:lnTo>
                    <a:pt x="53365" y="105143"/>
                  </a:lnTo>
                  <a:lnTo>
                    <a:pt x="53543" y="108889"/>
                  </a:lnTo>
                  <a:lnTo>
                    <a:pt x="53708" y="112623"/>
                  </a:lnTo>
                  <a:lnTo>
                    <a:pt x="54533" y="115608"/>
                  </a:lnTo>
                  <a:lnTo>
                    <a:pt x="56210" y="115506"/>
                  </a:lnTo>
                  <a:lnTo>
                    <a:pt x="56756" y="112433"/>
                  </a:lnTo>
                  <a:lnTo>
                    <a:pt x="56400" y="104965"/>
                  </a:lnTo>
                  <a:lnTo>
                    <a:pt x="55943" y="103289"/>
                  </a:lnTo>
                  <a:lnTo>
                    <a:pt x="57429" y="103632"/>
                  </a:lnTo>
                  <a:lnTo>
                    <a:pt x="60629" y="103428"/>
                  </a:lnTo>
                  <a:lnTo>
                    <a:pt x="63830" y="103238"/>
                  </a:lnTo>
                  <a:lnTo>
                    <a:pt x="66395" y="102273"/>
                  </a:lnTo>
                  <a:lnTo>
                    <a:pt x="66370" y="101930"/>
                  </a:lnTo>
                  <a:lnTo>
                    <a:pt x="87718" y="126809"/>
                  </a:lnTo>
                  <a:lnTo>
                    <a:pt x="86106" y="126911"/>
                  </a:lnTo>
                  <a:lnTo>
                    <a:pt x="85559" y="129971"/>
                  </a:lnTo>
                  <a:lnTo>
                    <a:pt x="85902" y="137452"/>
                  </a:lnTo>
                  <a:lnTo>
                    <a:pt x="86347" y="139115"/>
                  </a:lnTo>
                  <a:lnTo>
                    <a:pt x="84950" y="138772"/>
                  </a:lnTo>
                  <a:lnTo>
                    <a:pt x="81749" y="138976"/>
                  </a:lnTo>
                  <a:lnTo>
                    <a:pt x="78549" y="139166"/>
                  </a:lnTo>
                  <a:lnTo>
                    <a:pt x="75984" y="140131"/>
                  </a:lnTo>
                  <a:lnTo>
                    <a:pt x="76073" y="142087"/>
                  </a:lnTo>
                  <a:lnTo>
                    <a:pt x="78714" y="142722"/>
                  </a:lnTo>
                  <a:lnTo>
                    <a:pt x="85115" y="142328"/>
                  </a:lnTo>
                  <a:lnTo>
                    <a:pt x="86550" y="141795"/>
                  </a:lnTo>
                  <a:lnTo>
                    <a:pt x="86258" y="143510"/>
                  </a:lnTo>
                  <a:lnTo>
                    <a:pt x="86423" y="147243"/>
                  </a:lnTo>
                  <a:lnTo>
                    <a:pt x="86588" y="150990"/>
                  </a:lnTo>
                  <a:lnTo>
                    <a:pt x="87414" y="153974"/>
                  </a:lnTo>
                  <a:lnTo>
                    <a:pt x="87947" y="153949"/>
                  </a:lnTo>
                  <a:lnTo>
                    <a:pt x="87947" y="127419"/>
                  </a:lnTo>
                  <a:lnTo>
                    <a:pt x="87807" y="126911"/>
                  </a:lnTo>
                  <a:lnTo>
                    <a:pt x="97561" y="138290"/>
                  </a:lnTo>
                  <a:lnTo>
                    <a:pt x="97561" y="127622"/>
                  </a:lnTo>
                  <a:lnTo>
                    <a:pt x="64668" y="89255"/>
                  </a:lnTo>
                  <a:lnTo>
                    <a:pt x="64668" y="99923"/>
                  </a:lnTo>
                  <a:lnTo>
                    <a:pt x="63665" y="99682"/>
                  </a:lnTo>
                  <a:lnTo>
                    <a:pt x="57264" y="100076"/>
                  </a:lnTo>
                  <a:lnTo>
                    <a:pt x="55753" y="100647"/>
                  </a:lnTo>
                  <a:lnTo>
                    <a:pt x="56057" y="98894"/>
                  </a:lnTo>
                  <a:lnTo>
                    <a:pt x="55892" y="95161"/>
                  </a:lnTo>
                  <a:lnTo>
                    <a:pt x="55714" y="91427"/>
                  </a:lnTo>
                  <a:lnTo>
                    <a:pt x="54902" y="88531"/>
                  </a:lnTo>
                  <a:lnTo>
                    <a:pt x="64668" y="99923"/>
                  </a:lnTo>
                  <a:lnTo>
                    <a:pt x="64668" y="89255"/>
                  </a:lnTo>
                  <a:lnTo>
                    <a:pt x="63449" y="87820"/>
                  </a:lnTo>
                  <a:lnTo>
                    <a:pt x="54838" y="77774"/>
                  </a:lnTo>
                  <a:lnTo>
                    <a:pt x="54838" y="88455"/>
                  </a:lnTo>
                  <a:lnTo>
                    <a:pt x="53708" y="88519"/>
                  </a:lnTo>
                  <a:lnTo>
                    <a:pt x="54305" y="87820"/>
                  </a:lnTo>
                  <a:lnTo>
                    <a:pt x="54838" y="88455"/>
                  </a:lnTo>
                  <a:lnTo>
                    <a:pt x="54838" y="77774"/>
                  </a:lnTo>
                  <a:lnTo>
                    <a:pt x="54305" y="77152"/>
                  </a:lnTo>
                  <a:lnTo>
                    <a:pt x="20256" y="116878"/>
                  </a:lnTo>
                  <a:lnTo>
                    <a:pt x="20256" y="138582"/>
                  </a:lnTo>
                  <a:lnTo>
                    <a:pt x="18859" y="138239"/>
                  </a:lnTo>
                  <a:lnTo>
                    <a:pt x="15659" y="138430"/>
                  </a:lnTo>
                  <a:lnTo>
                    <a:pt x="12458" y="138633"/>
                  </a:lnTo>
                  <a:lnTo>
                    <a:pt x="9969" y="139585"/>
                  </a:lnTo>
                  <a:lnTo>
                    <a:pt x="9969" y="141490"/>
                  </a:lnTo>
                  <a:lnTo>
                    <a:pt x="9131" y="140500"/>
                  </a:lnTo>
                  <a:lnTo>
                    <a:pt x="9893" y="139611"/>
                  </a:lnTo>
                  <a:lnTo>
                    <a:pt x="9969" y="141490"/>
                  </a:lnTo>
                  <a:lnTo>
                    <a:pt x="9969" y="139585"/>
                  </a:lnTo>
                  <a:lnTo>
                    <a:pt x="19685" y="128193"/>
                  </a:lnTo>
                  <a:lnTo>
                    <a:pt x="19469" y="129438"/>
                  </a:lnTo>
                  <a:lnTo>
                    <a:pt x="19812" y="136906"/>
                  </a:lnTo>
                  <a:lnTo>
                    <a:pt x="20256" y="138582"/>
                  </a:lnTo>
                  <a:lnTo>
                    <a:pt x="20256" y="116878"/>
                  </a:lnTo>
                  <a:lnTo>
                    <a:pt x="0" y="140500"/>
                  </a:lnTo>
                  <a:lnTo>
                    <a:pt x="54305" y="203860"/>
                  </a:lnTo>
                  <a:lnTo>
                    <a:pt x="63449" y="193192"/>
                  </a:lnTo>
                  <a:lnTo>
                    <a:pt x="104038" y="145834"/>
                  </a:lnTo>
                  <a:lnTo>
                    <a:pt x="153784" y="203860"/>
                  </a:lnTo>
                  <a:lnTo>
                    <a:pt x="162915" y="193192"/>
                  </a:lnTo>
                  <a:lnTo>
                    <a:pt x="204952" y="144157"/>
                  </a:lnTo>
                  <a:lnTo>
                    <a:pt x="256133" y="203860"/>
                  </a:lnTo>
                  <a:lnTo>
                    <a:pt x="265277" y="193192"/>
                  </a:lnTo>
                  <a:lnTo>
                    <a:pt x="310438" y="140500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5" name="object 2105" descr=""/>
            <p:cNvSpPr/>
            <p:nvPr/>
          </p:nvSpPr>
          <p:spPr>
            <a:xfrm>
              <a:off x="7839418" y="7538916"/>
              <a:ext cx="311150" cy="359410"/>
            </a:xfrm>
            <a:custGeom>
              <a:avLst/>
              <a:gdLst/>
              <a:ahLst/>
              <a:cxnLst/>
              <a:rect l="l" t="t" r="r" b="b"/>
              <a:pathLst>
                <a:path w="311150" h="359409">
                  <a:moveTo>
                    <a:pt x="108623" y="218668"/>
                  </a:moveTo>
                  <a:lnTo>
                    <a:pt x="99479" y="208013"/>
                  </a:lnTo>
                  <a:lnTo>
                    <a:pt x="99479" y="218668"/>
                  </a:lnTo>
                  <a:lnTo>
                    <a:pt x="89382" y="230454"/>
                  </a:lnTo>
                  <a:lnTo>
                    <a:pt x="89649" y="228968"/>
                  </a:lnTo>
                  <a:lnTo>
                    <a:pt x="89306" y="221488"/>
                  </a:lnTo>
                  <a:lnTo>
                    <a:pt x="88836" y="219824"/>
                  </a:lnTo>
                  <a:lnTo>
                    <a:pt x="90322" y="220167"/>
                  </a:lnTo>
                  <a:lnTo>
                    <a:pt x="93522" y="219964"/>
                  </a:lnTo>
                  <a:lnTo>
                    <a:pt x="96735" y="219760"/>
                  </a:lnTo>
                  <a:lnTo>
                    <a:pt x="99301" y="218795"/>
                  </a:lnTo>
                  <a:lnTo>
                    <a:pt x="99275" y="218440"/>
                  </a:lnTo>
                  <a:lnTo>
                    <a:pt x="99479" y="218668"/>
                  </a:lnTo>
                  <a:lnTo>
                    <a:pt x="99479" y="208013"/>
                  </a:lnTo>
                  <a:lnTo>
                    <a:pt x="97574" y="205790"/>
                  </a:lnTo>
                  <a:lnTo>
                    <a:pt x="97574" y="216471"/>
                  </a:lnTo>
                  <a:lnTo>
                    <a:pt x="96558" y="216217"/>
                  </a:lnTo>
                  <a:lnTo>
                    <a:pt x="90157" y="216611"/>
                  </a:lnTo>
                  <a:lnTo>
                    <a:pt x="88646" y="217182"/>
                  </a:lnTo>
                  <a:lnTo>
                    <a:pt x="88950" y="215430"/>
                  </a:lnTo>
                  <a:lnTo>
                    <a:pt x="88785" y="211696"/>
                  </a:lnTo>
                  <a:lnTo>
                    <a:pt x="88607" y="207949"/>
                  </a:lnTo>
                  <a:lnTo>
                    <a:pt x="87960" y="205651"/>
                  </a:lnTo>
                  <a:lnTo>
                    <a:pt x="87960" y="232117"/>
                  </a:lnTo>
                  <a:lnTo>
                    <a:pt x="54317" y="271360"/>
                  </a:lnTo>
                  <a:lnTo>
                    <a:pt x="42646" y="257759"/>
                  </a:lnTo>
                  <a:lnTo>
                    <a:pt x="45212" y="258356"/>
                  </a:lnTo>
                  <a:lnTo>
                    <a:pt x="51625" y="257962"/>
                  </a:lnTo>
                  <a:lnTo>
                    <a:pt x="53047" y="257429"/>
                  </a:lnTo>
                  <a:lnTo>
                    <a:pt x="52755" y="259143"/>
                  </a:lnTo>
                  <a:lnTo>
                    <a:pt x="52920" y="262877"/>
                  </a:lnTo>
                  <a:lnTo>
                    <a:pt x="53086" y="266623"/>
                  </a:lnTo>
                  <a:lnTo>
                    <a:pt x="53924" y="269608"/>
                  </a:lnTo>
                  <a:lnTo>
                    <a:pt x="55587" y="269494"/>
                  </a:lnTo>
                  <a:lnTo>
                    <a:pt x="56134" y="266433"/>
                  </a:lnTo>
                  <a:lnTo>
                    <a:pt x="55791" y="258953"/>
                  </a:lnTo>
                  <a:lnTo>
                    <a:pt x="55333" y="257276"/>
                  </a:lnTo>
                  <a:lnTo>
                    <a:pt x="56819" y="257632"/>
                  </a:lnTo>
                  <a:lnTo>
                    <a:pt x="60020" y="257429"/>
                  </a:lnTo>
                  <a:lnTo>
                    <a:pt x="63220" y="257225"/>
                  </a:lnTo>
                  <a:lnTo>
                    <a:pt x="65786" y="256260"/>
                  </a:lnTo>
                  <a:lnTo>
                    <a:pt x="65697" y="254304"/>
                  </a:lnTo>
                  <a:lnTo>
                    <a:pt x="63055" y="253682"/>
                  </a:lnTo>
                  <a:lnTo>
                    <a:pt x="56642" y="254076"/>
                  </a:lnTo>
                  <a:lnTo>
                    <a:pt x="55130" y="254647"/>
                  </a:lnTo>
                  <a:lnTo>
                    <a:pt x="55435" y="252895"/>
                  </a:lnTo>
                  <a:lnTo>
                    <a:pt x="55270" y="249161"/>
                  </a:lnTo>
                  <a:lnTo>
                    <a:pt x="55105" y="245414"/>
                  </a:lnTo>
                  <a:lnTo>
                    <a:pt x="54279" y="242430"/>
                  </a:lnTo>
                  <a:lnTo>
                    <a:pt x="52603" y="242544"/>
                  </a:lnTo>
                  <a:lnTo>
                    <a:pt x="52057" y="245605"/>
                  </a:lnTo>
                  <a:lnTo>
                    <a:pt x="52400" y="253085"/>
                  </a:lnTo>
                  <a:lnTo>
                    <a:pt x="52844" y="254749"/>
                  </a:lnTo>
                  <a:lnTo>
                    <a:pt x="51447" y="254406"/>
                  </a:lnTo>
                  <a:lnTo>
                    <a:pt x="48247" y="254609"/>
                  </a:lnTo>
                  <a:lnTo>
                    <a:pt x="45046" y="254800"/>
                  </a:lnTo>
                  <a:lnTo>
                    <a:pt x="42481" y="255765"/>
                  </a:lnTo>
                  <a:lnTo>
                    <a:pt x="42557" y="257670"/>
                  </a:lnTo>
                  <a:lnTo>
                    <a:pt x="10058" y="219748"/>
                  </a:lnTo>
                  <a:lnTo>
                    <a:pt x="12636" y="220345"/>
                  </a:lnTo>
                  <a:lnTo>
                    <a:pt x="19037" y="219951"/>
                  </a:lnTo>
                  <a:lnTo>
                    <a:pt x="20472" y="219417"/>
                  </a:lnTo>
                  <a:lnTo>
                    <a:pt x="20180" y="221145"/>
                  </a:lnTo>
                  <a:lnTo>
                    <a:pt x="20345" y="224878"/>
                  </a:lnTo>
                  <a:lnTo>
                    <a:pt x="20523" y="228612"/>
                  </a:lnTo>
                  <a:lnTo>
                    <a:pt x="21336" y="231597"/>
                  </a:lnTo>
                  <a:lnTo>
                    <a:pt x="23012" y="231495"/>
                  </a:lnTo>
                  <a:lnTo>
                    <a:pt x="23558" y="228422"/>
                  </a:lnTo>
                  <a:lnTo>
                    <a:pt x="23215" y="220954"/>
                  </a:lnTo>
                  <a:lnTo>
                    <a:pt x="22745" y="219278"/>
                  </a:lnTo>
                  <a:lnTo>
                    <a:pt x="24231" y="219621"/>
                  </a:lnTo>
                  <a:lnTo>
                    <a:pt x="27432" y="219417"/>
                  </a:lnTo>
                  <a:lnTo>
                    <a:pt x="30645" y="219227"/>
                  </a:lnTo>
                  <a:lnTo>
                    <a:pt x="33210" y="218262"/>
                  </a:lnTo>
                  <a:lnTo>
                    <a:pt x="33108" y="216306"/>
                  </a:lnTo>
                  <a:lnTo>
                    <a:pt x="30480" y="215671"/>
                  </a:lnTo>
                  <a:lnTo>
                    <a:pt x="24066" y="216077"/>
                  </a:lnTo>
                  <a:lnTo>
                    <a:pt x="22555" y="216649"/>
                  </a:lnTo>
                  <a:lnTo>
                    <a:pt x="22860" y="214896"/>
                  </a:lnTo>
                  <a:lnTo>
                    <a:pt x="22694" y="211150"/>
                  </a:lnTo>
                  <a:lnTo>
                    <a:pt x="22529" y="207416"/>
                  </a:lnTo>
                  <a:lnTo>
                    <a:pt x="21691" y="204431"/>
                  </a:lnTo>
                  <a:lnTo>
                    <a:pt x="21323" y="204457"/>
                  </a:lnTo>
                  <a:lnTo>
                    <a:pt x="53098" y="167411"/>
                  </a:lnTo>
                  <a:lnTo>
                    <a:pt x="52679" y="169786"/>
                  </a:lnTo>
                  <a:lnTo>
                    <a:pt x="53022" y="177253"/>
                  </a:lnTo>
                  <a:lnTo>
                    <a:pt x="53479" y="178930"/>
                  </a:lnTo>
                  <a:lnTo>
                    <a:pt x="52070" y="178587"/>
                  </a:lnTo>
                  <a:lnTo>
                    <a:pt x="48869" y="178777"/>
                  </a:lnTo>
                  <a:lnTo>
                    <a:pt x="45669" y="178981"/>
                  </a:lnTo>
                  <a:lnTo>
                    <a:pt x="43103" y="179946"/>
                  </a:lnTo>
                  <a:lnTo>
                    <a:pt x="43192" y="181902"/>
                  </a:lnTo>
                  <a:lnTo>
                    <a:pt x="45834" y="182537"/>
                  </a:lnTo>
                  <a:lnTo>
                    <a:pt x="52235" y="182130"/>
                  </a:lnTo>
                  <a:lnTo>
                    <a:pt x="53670" y="181597"/>
                  </a:lnTo>
                  <a:lnTo>
                    <a:pt x="53378" y="183324"/>
                  </a:lnTo>
                  <a:lnTo>
                    <a:pt x="53543" y="187058"/>
                  </a:lnTo>
                  <a:lnTo>
                    <a:pt x="53708" y="190792"/>
                  </a:lnTo>
                  <a:lnTo>
                    <a:pt x="54546" y="193776"/>
                  </a:lnTo>
                  <a:lnTo>
                    <a:pt x="56210" y="193675"/>
                  </a:lnTo>
                  <a:lnTo>
                    <a:pt x="56756" y="190601"/>
                  </a:lnTo>
                  <a:lnTo>
                    <a:pt x="56413" y="183134"/>
                  </a:lnTo>
                  <a:lnTo>
                    <a:pt x="55956" y="181457"/>
                  </a:lnTo>
                  <a:lnTo>
                    <a:pt x="57442" y="181800"/>
                  </a:lnTo>
                  <a:lnTo>
                    <a:pt x="60642" y="181597"/>
                  </a:lnTo>
                  <a:lnTo>
                    <a:pt x="63842" y="181406"/>
                  </a:lnTo>
                  <a:lnTo>
                    <a:pt x="66408" y="180441"/>
                  </a:lnTo>
                  <a:lnTo>
                    <a:pt x="66382" y="180098"/>
                  </a:lnTo>
                  <a:lnTo>
                    <a:pt x="87731" y="204978"/>
                  </a:lnTo>
                  <a:lnTo>
                    <a:pt x="86106" y="205079"/>
                  </a:lnTo>
                  <a:lnTo>
                    <a:pt x="85559" y="208140"/>
                  </a:lnTo>
                  <a:lnTo>
                    <a:pt x="85915" y="215620"/>
                  </a:lnTo>
                  <a:lnTo>
                    <a:pt x="86360" y="217284"/>
                  </a:lnTo>
                  <a:lnTo>
                    <a:pt x="84963" y="216941"/>
                  </a:lnTo>
                  <a:lnTo>
                    <a:pt x="81749" y="217144"/>
                  </a:lnTo>
                  <a:lnTo>
                    <a:pt x="78549" y="217335"/>
                  </a:lnTo>
                  <a:lnTo>
                    <a:pt x="75984" y="218300"/>
                  </a:lnTo>
                  <a:lnTo>
                    <a:pt x="76085" y="220268"/>
                  </a:lnTo>
                  <a:lnTo>
                    <a:pt x="78714" y="220891"/>
                  </a:lnTo>
                  <a:lnTo>
                    <a:pt x="85128" y="220497"/>
                  </a:lnTo>
                  <a:lnTo>
                    <a:pt x="86563" y="219964"/>
                  </a:lnTo>
                  <a:lnTo>
                    <a:pt x="86258" y="221678"/>
                  </a:lnTo>
                  <a:lnTo>
                    <a:pt x="86436" y="225412"/>
                  </a:lnTo>
                  <a:lnTo>
                    <a:pt x="86601" y="229158"/>
                  </a:lnTo>
                  <a:lnTo>
                    <a:pt x="87426" y="232143"/>
                  </a:lnTo>
                  <a:lnTo>
                    <a:pt x="87960" y="232117"/>
                  </a:lnTo>
                  <a:lnTo>
                    <a:pt x="87960" y="205651"/>
                  </a:lnTo>
                  <a:lnTo>
                    <a:pt x="87795" y="205054"/>
                  </a:lnTo>
                  <a:lnTo>
                    <a:pt x="97574" y="216471"/>
                  </a:lnTo>
                  <a:lnTo>
                    <a:pt x="97574" y="205790"/>
                  </a:lnTo>
                  <a:lnTo>
                    <a:pt x="64681" y="167436"/>
                  </a:lnTo>
                  <a:lnTo>
                    <a:pt x="64681" y="178092"/>
                  </a:lnTo>
                  <a:lnTo>
                    <a:pt x="63677" y="177850"/>
                  </a:lnTo>
                  <a:lnTo>
                    <a:pt x="57264" y="178257"/>
                  </a:lnTo>
                  <a:lnTo>
                    <a:pt x="55753" y="178828"/>
                  </a:lnTo>
                  <a:lnTo>
                    <a:pt x="56057" y="177076"/>
                  </a:lnTo>
                  <a:lnTo>
                    <a:pt x="55892" y="173329"/>
                  </a:lnTo>
                  <a:lnTo>
                    <a:pt x="55727" y="169595"/>
                  </a:lnTo>
                  <a:lnTo>
                    <a:pt x="54914" y="166700"/>
                  </a:lnTo>
                  <a:lnTo>
                    <a:pt x="64681" y="178092"/>
                  </a:lnTo>
                  <a:lnTo>
                    <a:pt x="64681" y="167436"/>
                  </a:lnTo>
                  <a:lnTo>
                    <a:pt x="63449" y="165989"/>
                  </a:lnTo>
                  <a:lnTo>
                    <a:pt x="54851" y="155956"/>
                  </a:lnTo>
                  <a:lnTo>
                    <a:pt x="54851" y="166624"/>
                  </a:lnTo>
                  <a:lnTo>
                    <a:pt x="53721" y="166687"/>
                  </a:lnTo>
                  <a:lnTo>
                    <a:pt x="54317" y="165989"/>
                  </a:lnTo>
                  <a:lnTo>
                    <a:pt x="54851" y="166624"/>
                  </a:lnTo>
                  <a:lnTo>
                    <a:pt x="54851" y="155956"/>
                  </a:lnTo>
                  <a:lnTo>
                    <a:pt x="54317" y="155321"/>
                  </a:lnTo>
                  <a:lnTo>
                    <a:pt x="20269" y="195033"/>
                  </a:lnTo>
                  <a:lnTo>
                    <a:pt x="20269" y="216750"/>
                  </a:lnTo>
                  <a:lnTo>
                    <a:pt x="18872" y="216408"/>
                  </a:lnTo>
                  <a:lnTo>
                    <a:pt x="15671" y="216598"/>
                  </a:lnTo>
                  <a:lnTo>
                    <a:pt x="12458" y="216801"/>
                  </a:lnTo>
                  <a:lnTo>
                    <a:pt x="9982" y="217741"/>
                  </a:lnTo>
                  <a:lnTo>
                    <a:pt x="9982" y="219659"/>
                  </a:lnTo>
                  <a:lnTo>
                    <a:pt x="9144" y="218668"/>
                  </a:lnTo>
                  <a:lnTo>
                    <a:pt x="9893" y="217805"/>
                  </a:lnTo>
                  <a:lnTo>
                    <a:pt x="9982" y="219659"/>
                  </a:lnTo>
                  <a:lnTo>
                    <a:pt x="9982" y="217741"/>
                  </a:lnTo>
                  <a:lnTo>
                    <a:pt x="19697" y="206362"/>
                  </a:lnTo>
                  <a:lnTo>
                    <a:pt x="19481" y="207606"/>
                  </a:lnTo>
                  <a:lnTo>
                    <a:pt x="19824" y="215074"/>
                  </a:lnTo>
                  <a:lnTo>
                    <a:pt x="20269" y="216750"/>
                  </a:lnTo>
                  <a:lnTo>
                    <a:pt x="20269" y="195033"/>
                  </a:lnTo>
                  <a:lnTo>
                    <a:pt x="0" y="218668"/>
                  </a:lnTo>
                  <a:lnTo>
                    <a:pt x="54317" y="282028"/>
                  </a:lnTo>
                  <a:lnTo>
                    <a:pt x="63449" y="271360"/>
                  </a:lnTo>
                  <a:lnTo>
                    <a:pt x="108623" y="218668"/>
                  </a:lnTo>
                  <a:close/>
                </a:path>
                <a:path w="311150" h="359409">
                  <a:moveTo>
                    <a:pt x="167449" y="25107"/>
                  </a:moveTo>
                  <a:lnTo>
                    <a:pt x="167347" y="23152"/>
                  </a:lnTo>
                  <a:lnTo>
                    <a:pt x="164719" y="22517"/>
                  </a:lnTo>
                  <a:lnTo>
                    <a:pt x="158305" y="22923"/>
                  </a:lnTo>
                  <a:lnTo>
                    <a:pt x="156794" y="23495"/>
                  </a:lnTo>
                  <a:lnTo>
                    <a:pt x="157099" y="21742"/>
                  </a:lnTo>
                  <a:lnTo>
                    <a:pt x="156933" y="17995"/>
                  </a:lnTo>
                  <a:lnTo>
                    <a:pt x="156768" y="14262"/>
                  </a:lnTo>
                  <a:lnTo>
                    <a:pt x="155930" y="11277"/>
                  </a:lnTo>
                  <a:lnTo>
                    <a:pt x="154266" y="11379"/>
                  </a:lnTo>
                  <a:lnTo>
                    <a:pt x="153720" y="14452"/>
                  </a:lnTo>
                  <a:lnTo>
                    <a:pt x="154063" y="21932"/>
                  </a:lnTo>
                  <a:lnTo>
                    <a:pt x="154508" y="23596"/>
                  </a:lnTo>
                  <a:lnTo>
                    <a:pt x="153111" y="23253"/>
                  </a:lnTo>
                  <a:lnTo>
                    <a:pt x="149910" y="23456"/>
                  </a:lnTo>
                  <a:lnTo>
                    <a:pt x="146697" y="23647"/>
                  </a:lnTo>
                  <a:lnTo>
                    <a:pt x="144132" y="24612"/>
                  </a:lnTo>
                  <a:lnTo>
                    <a:pt x="144233" y="26568"/>
                  </a:lnTo>
                  <a:lnTo>
                    <a:pt x="146875" y="27203"/>
                  </a:lnTo>
                  <a:lnTo>
                    <a:pt x="153276" y="26797"/>
                  </a:lnTo>
                  <a:lnTo>
                    <a:pt x="154711" y="26263"/>
                  </a:lnTo>
                  <a:lnTo>
                    <a:pt x="154419" y="27990"/>
                  </a:lnTo>
                  <a:lnTo>
                    <a:pt x="154584" y="31724"/>
                  </a:lnTo>
                  <a:lnTo>
                    <a:pt x="154749" y="35458"/>
                  </a:lnTo>
                  <a:lnTo>
                    <a:pt x="155575" y="38442"/>
                  </a:lnTo>
                  <a:lnTo>
                    <a:pt x="157251" y="38341"/>
                  </a:lnTo>
                  <a:lnTo>
                    <a:pt x="157797" y="35280"/>
                  </a:lnTo>
                  <a:lnTo>
                    <a:pt x="157454" y="27800"/>
                  </a:lnTo>
                  <a:lnTo>
                    <a:pt x="156997" y="26123"/>
                  </a:lnTo>
                  <a:lnTo>
                    <a:pt x="158470" y="26466"/>
                  </a:lnTo>
                  <a:lnTo>
                    <a:pt x="161671" y="26276"/>
                  </a:lnTo>
                  <a:lnTo>
                    <a:pt x="164884" y="26073"/>
                  </a:lnTo>
                  <a:lnTo>
                    <a:pt x="167449" y="25107"/>
                  </a:lnTo>
                  <a:close/>
                </a:path>
                <a:path w="311150" h="359409">
                  <a:moveTo>
                    <a:pt x="200329" y="63474"/>
                  </a:moveTo>
                  <a:lnTo>
                    <a:pt x="200240" y="61506"/>
                  </a:lnTo>
                  <a:lnTo>
                    <a:pt x="197599" y="60883"/>
                  </a:lnTo>
                  <a:lnTo>
                    <a:pt x="191185" y="61277"/>
                  </a:lnTo>
                  <a:lnTo>
                    <a:pt x="188633" y="62242"/>
                  </a:lnTo>
                  <a:lnTo>
                    <a:pt x="188722" y="64198"/>
                  </a:lnTo>
                  <a:lnTo>
                    <a:pt x="191363" y="64833"/>
                  </a:lnTo>
                  <a:lnTo>
                    <a:pt x="194564" y="64630"/>
                  </a:lnTo>
                  <a:lnTo>
                    <a:pt x="197764" y="64427"/>
                  </a:lnTo>
                  <a:lnTo>
                    <a:pt x="200329" y="63474"/>
                  </a:lnTo>
                  <a:close/>
                </a:path>
                <a:path w="311150" h="359409">
                  <a:moveTo>
                    <a:pt x="260146" y="295833"/>
                  </a:moveTo>
                  <a:lnTo>
                    <a:pt x="251015" y="285191"/>
                  </a:lnTo>
                  <a:lnTo>
                    <a:pt x="251015" y="295833"/>
                  </a:lnTo>
                  <a:lnTo>
                    <a:pt x="240893" y="307632"/>
                  </a:lnTo>
                  <a:lnTo>
                    <a:pt x="241173" y="306120"/>
                  </a:lnTo>
                  <a:lnTo>
                    <a:pt x="240830" y="298653"/>
                  </a:lnTo>
                  <a:lnTo>
                    <a:pt x="240372" y="296976"/>
                  </a:lnTo>
                  <a:lnTo>
                    <a:pt x="241846" y="297319"/>
                  </a:lnTo>
                  <a:lnTo>
                    <a:pt x="245059" y="297129"/>
                  </a:lnTo>
                  <a:lnTo>
                    <a:pt x="248259" y="296926"/>
                  </a:lnTo>
                  <a:lnTo>
                    <a:pt x="250825" y="295960"/>
                  </a:lnTo>
                  <a:lnTo>
                    <a:pt x="250799" y="295592"/>
                  </a:lnTo>
                  <a:lnTo>
                    <a:pt x="251015" y="295833"/>
                  </a:lnTo>
                  <a:lnTo>
                    <a:pt x="251015" y="285191"/>
                  </a:lnTo>
                  <a:lnTo>
                    <a:pt x="249110" y="282968"/>
                  </a:lnTo>
                  <a:lnTo>
                    <a:pt x="249110" y="293624"/>
                  </a:lnTo>
                  <a:lnTo>
                    <a:pt x="248094" y="293370"/>
                  </a:lnTo>
                  <a:lnTo>
                    <a:pt x="241681" y="293776"/>
                  </a:lnTo>
                  <a:lnTo>
                    <a:pt x="240169" y="294347"/>
                  </a:lnTo>
                  <a:lnTo>
                    <a:pt x="240474" y="292595"/>
                  </a:lnTo>
                  <a:lnTo>
                    <a:pt x="240309" y="288848"/>
                  </a:lnTo>
                  <a:lnTo>
                    <a:pt x="240144" y="285115"/>
                  </a:lnTo>
                  <a:lnTo>
                    <a:pt x="239496" y="282816"/>
                  </a:lnTo>
                  <a:lnTo>
                    <a:pt x="239496" y="309270"/>
                  </a:lnTo>
                  <a:lnTo>
                    <a:pt x="205841" y="348526"/>
                  </a:lnTo>
                  <a:lnTo>
                    <a:pt x="194157" y="334899"/>
                  </a:lnTo>
                  <a:lnTo>
                    <a:pt x="196748" y="335521"/>
                  </a:lnTo>
                  <a:lnTo>
                    <a:pt x="203149" y="335114"/>
                  </a:lnTo>
                  <a:lnTo>
                    <a:pt x="204584" y="334581"/>
                  </a:lnTo>
                  <a:lnTo>
                    <a:pt x="204292" y="336308"/>
                  </a:lnTo>
                  <a:lnTo>
                    <a:pt x="204457" y="340042"/>
                  </a:lnTo>
                  <a:lnTo>
                    <a:pt x="204622" y="343776"/>
                  </a:lnTo>
                  <a:lnTo>
                    <a:pt x="205447" y="346760"/>
                  </a:lnTo>
                  <a:lnTo>
                    <a:pt x="207124" y="346659"/>
                  </a:lnTo>
                  <a:lnTo>
                    <a:pt x="207670" y="343598"/>
                  </a:lnTo>
                  <a:lnTo>
                    <a:pt x="207327" y="336118"/>
                  </a:lnTo>
                  <a:lnTo>
                    <a:pt x="206857" y="334441"/>
                  </a:lnTo>
                  <a:lnTo>
                    <a:pt x="208343" y="334784"/>
                  </a:lnTo>
                  <a:lnTo>
                    <a:pt x="211543" y="334594"/>
                  </a:lnTo>
                  <a:lnTo>
                    <a:pt x="214757" y="334391"/>
                  </a:lnTo>
                  <a:lnTo>
                    <a:pt x="217322" y="333425"/>
                  </a:lnTo>
                  <a:lnTo>
                    <a:pt x="217220" y="331470"/>
                  </a:lnTo>
                  <a:lnTo>
                    <a:pt x="214591" y="330835"/>
                  </a:lnTo>
                  <a:lnTo>
                    <a:pt x="208178" y="331241"/>
                  </a:lnTo>
                  <a:lnTo>
                    <a:pt x="206667" y="331812"/>
                  </a:lnTo>
                  <a:lnTo>
                    <a:pt x="206971" y="330060"/>
                  </a:lnTo>
                  <a:lnTo>
                    <a:pt x="206806" y="326313"/>
                  </a:lnTo>
                  <a:lnTo>
                    <a:pt x="206641" y="322580"/>
                  </a:lnTo>
                  <a:lnTo>
                    <a:pt x="205803" y="319595"/>
                  </a:lnTo>
                  <a:lnTo>
                    <a:pt x="204139" y="319697"/>
                  </a:lnTo>
                  <a:lnTo>
                    <a:pt x="203593" y="322770"/>
                  </a:lnTo>
                  <a:lnTo>
                    <a:pt x="203936" y="330250"/>
                  </a:lnTo>
                  <a:lnTo>
                    <a:pt x="204381" y="331914"/>
                  </a:lnTo>
                  <a:lnTo>
                    <a:pt x="202984" y="331571"/>
                  </a:lnTo>
                  <a:lnTo>
                    <a:pt x="199783" y="331774"/>
                  </a:lnTo>
                  <a:lnTo>
                    <a:pt x="196570" y="331965"/>
                  </a:lnTo>
                  <a:lnTo>
                    <a:pt x="194005" y="332930"/>
                  </a:lnTo>
                  <a:lnTo>
                    <a:pt x="194094" y="334835"/>
                  </a:lnTo>
                  <a:lnTo>
                    <a:pt x="161594" y="296913"/>
                  </a:lnTo>
                  <a:lnTo>
                    <a:pt x="164160" y="297510"/>
                  </a:lnTo>
                  <a:lnTo>
                    <a:pt x="170573" y="297116"/>
                  </a:lnTo>
                  <a:lnTo>
                    <a:pt x="171996" y="296583"/>
                  </a:lnTo>
                  <a:lnTo>
                    <a:pt x="171704" y="298297"/>
                  </a:lnTo>
                  <a:lnTo>
                    <a:pt x="171869" y="302044"/>
                  </a:lnTo>
                  <a:lnTo>
                    <a:pt x="172046" y="305777"/>
                  </a:lnTo>
                  <a:lnTo>
                    <a:pt x="172872" y="308762"/>
                  </a:lnTo>
                  <a:lnTo>
                    <a:pt x="174548" y="308660"/>
                  </a:lnTo>
                  <a:lnTo>
                    <a:pt x="175094" y="305587"/>
                  </a:lnTo>
                  <a:lnTo>
                    <a:pt x="174739" y="298107"/>
                  </a:lnTo>
                  <a:lnTo>
                    <a:pt x="174282" y="296430"/>
                  </a:lnTo>
                  <a:lnTo>
                    <a:pt x="175768" y="296786"/>
                  </a:lnTo>
                  <a:lnTo>
                    <a:pt x="178968" y="296583"/>
                  </a:lnTo>
                  <a:lnTo>
                    <a:pt x="182168" y="296379"/>
                  </a:lnTo>
                  <a:lnTo>
                    <a:pt x="184734" y="295427"/>
                  </a:lnTo>
                  <a:lnTo>
                    <a:pt x="184645" y="293458"/>
                  </a:lnTo>
                  <a:lnTo>
                    <a:pt x="182003" y="292836"/>
                  </a:lnTo>
                  <a:lnTo>
                    <a:pt x="175602" y="293230"/>
                  </a:lnTo>
                  <a:lnTo>
                    <a:pt x="174078" y="293801"/>
                  </a:lnTo>
                  <a:lnTo>
                    <a:pt x="174396" y="292049"/>
                  </a:lnTo>
                  <a:lnTo>
                    <a:pt x="174218" y="288315"/>
                  </a:lnTo>
                  <a:lnTo>
                    <a:pt x="174053" y="284568"/>
                  </a:lnTo>
                  <a:lnTo>
                    <a:pt x="173228" y="281584"/>
                  </a:lnTo>
                  <a:lnTo>
                    <a:pt x="172872" y="281609"/>
                  </a:lnTo>
                  <a:lnTo>
                    <a:pt x="204635" y="244551"/>
                  </a:lnTo>
                  <a:lnTo>
                    <a:pt x="204216" y="246938"/>
                  </a:lnTo>
                  <a:lnTo>
                    <a:pt x="204558" y="254419"/>
                  </a:lnTo>
                  <a:lnTo>
                    <a:pt x="205003" y="256082"/>
                  </a:lnTo>
                  <a:lnTo>
                    <a:pt x="203606" y="255739"/>
                  </a:lnTo>
                  <a:lnTo>
                    <a:pt x="200406" y="255943"/>
                  </a:lnTo>
                  <a:lnTo>
                    <a:pt x="197192" y="256146"/>
                  </a:lnTo>
                  <a:lnTo>
                    <a:pt x="194627" y="257111"/>
                  </a:lnTo>
                  <a:lnTo>
                    <a:pt x="194729" y="259067"/>
                  </a:lnTo>
                  <a:lnTo>
                    <a:pt x="197370" y="259689"/>
                  </a:lnTo>
                  <a:lnTo>
                    <a:pt x="203771" y="259295"/>
                  </a:lnTo>
                  <a:lnTo>
                    <a:pt x="206324" y="258330"/>
                  </a:lnTo>
                  <a:lnTo>
                    <a:pt x="206286" y="257365"/>
                  </a:lnTo>
                  <a:lnTo>
                    <a:pt x="207060" y="257314"/>
                  </a:lnTo>
                  <a:lnTo>
                    <a:pt x="207594" y="254228"/>
                  </a:lnTo>
                  <a:lnTo>
                    <a:pt x="207429" y="250494"/>
                  </a:lnTo>
                  <a:lnTo>
                    <a:pt x="207264" y="246761"/>
                  </a:lnTo>
                  <a:lnTo>
                    <a:pt x="206438" y="243852"/>
                  </a:lnTo>
                  <a:lnTo>
                    <a:pt x="239268" y="282143"/>
                  </a:lnTo>
                  <a:lnTo>
                    <a:pt x="237642" y="282232"/>
                  </a:lnTo>
                  <a:lnTo>
                    <a:pt x="237096" y="285305"/>
                  </a:lnTo>
                  <a:lnTo>
                    <a:pt x="237439" y="292785"/>
                  </a:lnTo>
                  <a:lnTo>
                    <a:pt x="237883" y="294449"/>
                  </a:lnTo>
                  <a:lnTo>
                    <a:pt x="236486" y="294106"/>
                  </a:lnTo>
                  <a:lnTo>
                    <a:pt x="233286" y="294297"/>
                  </a:lnTo>
                  <a:lnTo>
                    <a:pt x="230085" y="294500"/>
                  </a:lnTo>
                  <a:lnTo>
                    <a:pt x="227520" y="295465"/>
                  </a:lnTo>
                  <a:lnTo>
                    <a:pt x="227609" y="297421"/>
                  </a:lnTo>
                  <a:lnTo>
                    <a:pt x="230251" y="298056"/>
                  </a:lnTo>
                  <a:lnTo>
                    <a:pt x="236664" y="297649"/>
                  </a:lnTo>
                  <a:lnTo>
                    <a:pt x="238086" y="297116"/>
                  </a:lnTo>
                  <a:lnTo>
                    <a:pt x="237794" y="298843"/>
                  </a:lnTo>
                  <a:lnTo>
                    <a:pt x="237959" y="302577"/>
                  </a:lnTo>
                  <a:lnTo>
                    <a:pt x="238125" y="306311"/>
                  </a:lnTo>
                  <a:lnTo>
                    <a:pt x="238963" y="309295"/>
                  </a:lnTo>
                  <a:lnTo>
                    <a:pt x="239496" y="309270"/>
                  </a:lnTo>
                  <a:lnTo>
                    <a:pt x="239496" y="282816"/>
                  </a:lnTo>
                  <a:lnTo>
                    <a:pt x="239331" y="282219"/>
                  </a:lnTo>
                  <a:lnTo>
                    <a:pt x="249110" y="293624"/>
                  </a:lnTo>
                  <a:lnTo>
                    <a:pt x="249110" y="282968"/>
                  </a:lnTo>
                  <a:lnTo>
                    <a:pt x="214985" y="243141"/>
                  </a:lnTo>
                  <a:lnTo>
                    <a:pt x="206387" y="233133"/>
                  </a:lnTo>
                  <a:lnTo>
                    <a:pt x="206387" y="243789"/>
                  </a:lnTo>
                  <a:lnTo>
                    <a:pt x="205232" y="243852"/>
                  </a:lnTo>
                  <a:lnTo>
                    <a:pt x="205841" y="243141"/>
                  </a:lnTo>
                  <a:lnTo>
                    <a:pt x="206387" y="243789"/>
                  </a:lnTo>
                  <a:lnTo>
                    <a:pt x="206387" y="233133"/>
                  </a:lnTo>
                  <a:lnTo>
                    <a:pt x="205841" y="232486"/>
                  </a:lnTo>
                  <a:lnTo>
                    <a:pt x="171792" y="272211"/>
                  </a:lnTo>
                  <a:lnTo>
                    <a:pt x="171792" y="293903"/>
                  </a:lnTo>
                  <a:lnTo>
                    <a:pt x="170408" y="293560"/>
                  </a:lnTo>
                  <a:lnTo>
                    <a:pt x="167195" y="293763"/>
                  </a:lnTo>
                  <a:lnTo>
                    <a:pt x="163995" y="293966"/>
                  </a:lnTo>
                  <a:lnTo>
                    <a:pt x="161505" y="294906"/>
                  </a:lnTo>
                  <a:lnTo>
                    <a:pt x="161505" y="296811"/>
                  </a:lnTo>
                  <a:lnTo>
                    <a:pt x="160680" y="295833"/>
                  </a:lnTo>
                  <a:lnTo>
                    <a:pt x="161429" y="294970"/>
                  </a:lnTo>
                  <a:lnTo>
                    <a:pt x="161505" y="296811"/>
                  </a:lnTo>
                  <a:lnTo>
                    <a:pt x="161505" y="294906"/>
                  </a:lnTo>
                  <a:lnTo>
                    <a:pt x="171221" y="283540"/>
                  </a:lnTo>
                  <a:lnTo>
                    <a:pt x="171005" y="284759"/>
                  </a:lnTo>
                  <a:lnTo>
                    <a:pt x="171348" y="292239"/>
                  </a:lnTo>
                  <a:lnTo>
                    <a:pt x="171792" y="293903"/>
                  </a:lnTo>
                  <a:lnTo>
                    <a:pt x="171792" y="272211"/>
                  </a:lnTo>
                  <a:lnTo>
                    <a:pt x="154660" y="292188"/>
                  </a:lnTo>
                  <a:lnTo>
                    <a:pt x="148666" y="285203"/>
                  </a:lnTo>
                  <a:lnTo>
                    <a:pt x="148666" y="295833"/>
                  </a:lnTo>
                  <a:lnTo>
                    <a:pt x="138544" y="307632"/>
                  </a:lnTo>
                  <a:lnTo>
                    <a:pt x="138823" y="306120"/>
                  </a:lnTo>
                  <a:lnTo>
                    <a:pt x="138480" y="298653"/>
                  </a:lnTo>
                  <a:lnTo>
                    <a:pt x="138023" y="296976"/>
                  </a:lnTo>
                  <a:lnTo>
                    <a:pt x="139496" y="297319"/>
                  </a:lnTo>
                  <a:lnTo>
                    <a:pt x="142697" y="297129"/>
                  </a:lnTo>
                  <a:lnTo>
                    <a:pt x="145910" y="296926"/>
                  </a:lnTo>
                  <a:lnTo>
                    <a:pt x="148475" y="295960"/>
                  </a:lnTo>
                  <a:lnTo>
                    <a:pt x="148450" y="295592"/>
                  </a:lnTo>
                  <a:lnTo>
                    <a:pt x="148666" y="295833"/>
                  </a:lnTo>
                  <a:lnTo>
                    <a:pt x="148666" y="285203"/>
                  </a:lnTo>
                  <a:lnTo>
                    <a:pt x="146761" y="282981"/>
                  </a:lnTo>
                  <a:lnTo>
                    <a:pt x="146761" y="293624"/>
                  </a:lnTo>
                  <a:lnTo>
                    <a:pt x="145745" y="293370"/>
                  </a:lnTo>
                  <a:lnTo>
                    <a:pt x="139331" y="293776"/>
                  </a:lnTo>
                  <a:lnTo>
                    <a:pt x="137820" y="294347"/>
                  </a:lnTo>
                  <a:lnTo>
                    <a:pt x="138125" y="292595"/>
                  </a:lnTo>
                  <a:lnTo>
                    <a:pt x="137960" y="288848"/>
                  </a:lnTo>
                  <a:lnTo>
                    <a:pt x="137795" y="285115"/>
                  </a:lnTo>
                  <a:lnTo>
                    <a:pt x="137147" y="282816"/>
                  </a:lnTo>
                  <a:lnTo>
                    <a:pt x="137147" y="309270"/>
                  </a:lnTo>
                  <a:lnTo>
                    <a:pt x="103492" y="348526"/>
                  </a:lnTo>
                  <a:lnTo>
                    <a:pt x="91808" y="334911"/>
                  </a:lnTo>
                  <a:lnTo>
                    <a:pt x="94386" y="335521"/>
                  </a:lnTo>
                  <a:lnTo>
                    <a:pt x="100799" y="335114"/>
                  </a:lnTo>
                  <a:lnTo>
                    <a:pt x="102222" y="334594"/>
                  </a:lnTo>
                  <a:lnTo>
                    <a:pt x="101930" y="336308"/>
                  </a:lnTo>
                  <a:lnTo>
                    <a:pt x="102108" y="340042"/>
                  </a:lnTo>
                  <a:lnTo>
                    <a:pt x="102273" y="343776"/>
                  </a:lnTo>
                  <a:lnTo>
                    <a:pt x="103098" y="346760"/>
                  </a:lnTo>
                  <a:lnTo>
                    <a:pt x="104775" y="346659"/>
                  </a:lnTo>
                  <a:lnTo>
                    <a:pt x="105321" y="343598"/>
                  </a:lnTo>
                  <a:lnTo>
                    <a:pt x="104965" y="336118"/>
                  </a:lnTo>
                  <a:lnTo>
                    <a:pt x="104508" y="334441"/>
                  </a:lnTo>
                  <a:lnTo>
                    <a:pt x="105994" y="334784"/>
                  </a:lnTo>
                  <a:lnTo>
                    <a:pt x="109194" y="334594"/>
                  </a:lnTo>
                  <a:lnTo>
                    <a:pt x="112395" y="334391"/>
                  </a:lnTo>
                  <a:lnTo>
                    <a:pt x="114960" y="333425"/>
                  </a:lnTo>
                  <a:lnTo>
                    <a:pt x="114871" y="331470"/>
                  </a:lnTo>
                  <a:lnTo>
                    <a:pt x="112229" y="330835"/>
                  </a:lnTo>
                  <a:lnTo>
                    <a:pt x="105829" y="331241"/>
                  </a:lnTo>
                  <a:lnTo>
                    <a:pt x="104317" y="331812"/>
                  </a:lnTo>
                  <a:lnTo>
                    <a:pt x="104622" y="330060"/>
                  </a:lnTo>
                  <a:lnTo>
                    <a:pt x="104444" y="326313"/>
                  </a:lnTo>
                  <a:lnTo>
                    <a:pt x="104279" y="322580"/>
                  </a:lnTo>
                  <a:lnTo>
                    <a:pt x="103454" y="319595"/>
                  </a:lnTo>
                  <a:lnTo>
                    <a:pt x="101777" y="319697"/>
                  </a:lnTo>
                  <a:lnTo>
                    <a:pt x="101231" y="322770"/>
                  </a:lnTo>
                  <a:lnTo>
                    <a:pt x="101587" y="330250"/>
                  </a:lnTo>
                  <a:lnTo>
                    <a:pt x="102031" y="331914"/>
                  </a:lnTo>
                  <a:lnTo>
                    <a:pt x="100634" y="331571"/>
                  </a:lnTo>
                  <a:lnTo>
                    <a:pt x="97421" y="331774"/>
                  </a:lnTo>
                  <a:lnTo>
                    <a:pt x="94221" y="331965"/>
                  </a:lnTo>
                  <a:lnTo>
                    <a:pt x="91655" y="332930"/>
                  </a:lnTo>
                  <a:lnTo>
                    <a:pt x="91732" y="334835"/>
                  </a:lnTo>
                  <a:lnTo>
                    <a:pt x="59232" y="296913"/>
                  </a:lnTo>
                  <a:lnTo>
                    <a:pt x="61810" y="297510"/>
                  </a:lnTo>
                  <a:lnTo>
                    <a:pt x="68211" y="297116"/>
                  </a:lnTo>
                  <a:lnTo>
                    <a:pt x="69646" y="296583"/>
                  </a:lnTo>
                  <a:lnTo>
                    <a:pt x="69354" y="298297"/>
                  </a:lnTo>
                  <a:lnTo>
                    <a:pt x="69519" y="302044"/>
                  </a:lnTo>
                  <a:lnTo>
                    <a:pt x="69697" y="305777"/>
                  </a:lnTo>
                  <a:lnTo>
                    <a:pt x="70510" y="308762"/>
                  </a:lnTo>
                  <a:lnTo>
                    <a:pt x="72186" y="308660"/>
                  </a:lnTo>
                  <a:lnTo>
                    <a:pt x="72732" y="305587"/>
                  </a:lnTo>
                  <a:lnTo>
                    <a:pt x="72390" y="298107"/>
                  </a:lnTo>
                  <a:lnTo>
                    <a:pt x="71932" y="296430"/>
                  </a:lnTo>
                  <a:lnTo>
                    <a:pt x="73406" y="296786"/>
                  </a:lnTo>
                  <a:lnTo>
                    <a:pt x="76619" y="296583"/>
                  </a:lnTo>
                  <a:lnTo>
                    <a:pt x="79819" y="296379"/>
                  </a:lnTo>
                  <a:lnTo>
                    <a:pt x="82384" y="295427"/>
                  </a:lnTo>
                  <a:lnTo>
                    <a:pt x="82296" y="293458"/>
                  </a:lnTo>
                  <a:lnTo>
                    <a:pt x="79654" y="292836"/>
                  </a:lnTo>
                  <a:lnTo>
                    <a:pt x="73240" y="293230"/>
                  </a:lnTo>
                  <a:lnTo>
                    <a:pt x="71729" y="293801"/>
                  </a:lnTo>
                  <a:lnTo>
                    <a:pt x="72034" y="292049"/>
                  </a:lnTo>
                  <a:lnTo>
                    <a:pt x="71869" y="288315"/>
                  </a:lnTo>
                  <a:lnTo>
                    <a:pt x="71704" y="284568"/>
                  </a:lnTo>
                  <a:lnTo>
                    <a:pt x="70878" y="281584"/>
                  </a:lnTo>
                  <a:lnTo>
                    <a:pt x="70510" y="281609"/>
                  </a:lnTo>
                  <a:lnTo>
                    <a:pt x="102273" y="244563"/>
                  </a:lnTo>
                  <a:lnTo>
                    <a:pt x="101854" y="246938"/>
                  </a:lnTo>
                  <a:lnTo>
                    <a:pt x="102196" y="254419"/>
                  </a:lnTo>
                  <a:lnTo>
                    <a:pt x="102641" y="256082"/>
                  </a:lnTo>
                  <a:lnTo>
                    <a:pt x="101257" y="255739"/>
                  </a:lnTo>
                  <a:lnTo>
                    <a:pt x="98044" y="255943"/>
                  </a:lnTo>
                  <a:lnTo>
                    <a:pt x="94843" y="256146"/>
                  </a:lnTo>
                  <a:lnTo>
                    <a:pt x="92278" y="257111"/>
                  </a:lnTo>
                  <a:lnTo>
                    <a:pt x="92367" y="259067"/>
                  </a:lnTo>
                  <a:lnTo>
                    <a:pt x="95008" y="259689"/>
                  </a:lnTo>
                  <a:lnTo>
                    <a:pt x="101422" y="259295"/>
                  </a:lnTo>
                  <a:lnTo>
                    <a:pt x="102844" y="258762"/>
                  </a:lnTo>
                  <a:lnTo>
                    <a:pt x="102552" y="260477"/>
                  </a:lnTo>
                  <a:lnTo>
                    <a:pt x="102717" y="264223"/>
                  </a:lnTo>
                  <a:lnTo>
                    <a:pt x="102895" y="267957"/>
                  </a:lnTo>
                  <a:lnTo>
                    <a:pt x="103720" y="270941"/>
                  </a:lnTo>
                  <a:lnTo>
                    <a:pt x="105397" y="270840"/>
                  </a:lnTo>
                  <a:lnTo>
                    <a:pt x="105943" y="267766"/>
                  </a:lnTo>
                  <a:lnTo>
                    <a:pt x="105587" y="260286"/>
                  </a:lnTo>
                  <a:lnTo>
                    <a:pt x="105130" y="258610"/>
                  </a:lnTo>
                  <a:lnTo>
                    <a:pt x="106616" y="258965"/>
                  </a:lnTo>
                  <a:lnTo>
                    <a:pt x="109816" y="258762"/>
                  </a:lnTo>
                  <a:lnTo>
                    <a:pt x="113017" y="258559"/>
                  </a:lnTo>
                  <a:lnTo>
                    <a:pt x="115582" y="257606"/>
                  </a:lnTo>
                  <a:lnTo>
                    <a:pt x="115557" y="257251"/>
                  </a:lnTo>
                  <a:lnTo>
                    <a:pt x="136918" y="282143"/>
                  </a:lnTo>
                  <a:lnTo>
                    <a:pt x="135293" y="282232"/>
                  </a:lnTo>
                  <a:lnTo>
                    <a:pt x="134747" y="285305"/>
                  </a:lnTo>
                  <a:lnTo>
                    <a:pt x="135089" y="292785"/>
                  </a:lnTo>
                  <a:lnTo>
                    <a:pt x="135534" y="294449"/>
                  </a:lnTo>
                  <a:lnTo>
                    <a:pt x="134137" y="294106"/>
                  </a:lnTo>
                  <a:lnTo>
                    <a:pt x="130937" y="294297"/>
                  </a:lnTo>
                  <a:lnTo>
                    <a:pt x="127723" y="294500"/>
                  </a:lnTo>
                  <a:lnTo>
                    <a:pt x="125158" y="295465"/>
                  </a:lnTo>
                  <a:lnTo>
                    <a:pt x="125260" y="297421"/>
                  </a:lnTo>
                  <a:lnTo>
                    <a:pt x="127901" y="298056"/>
                  </a:lnTo>
                  <a:lnTo>
                    <a:pt x="134302" y="297649"/>
                  </a:lnTo>
                  <a:lnTo>
                    <a:pt x="135737" y="297116"/>
                  </a:lnTo>
                  <a:lnTo>
                    <a:pt x="135445" y="298843"/>
                  </a:lnTo>
                  <a:lnTo>
                    <a:pt x="135610" y="302577"/>
                  </a:lnTo>
                  <a:lnTo>
                    <a:pt x="135775" y="306311"/>
                  </a:lnTo>
                  <a:lnTo>
                    <a:pt x="136601" y="309295"/>
                  </a:lnTo>
                  <a:lnTo>
                    <a:pt x="137147" y="309270"/>
                  </a:lnTo>
                  <a:lnTo>
                    <a:pt x="137147" y="282816"/>
                  </a:lnTo>
                  <a:lnTo>
                    <a:pt x="136982" y="282219"/>
                  </a:lnTo>
                  <a:lnTo>
                    <a:pt x="146761" y="293624"/>
                  </a:lnTo>
                  <a:lnTo>
                    <a:pt x="146761" y="282981"/>
                  </a:lnTo>
                  <a:lnTo>
                    <a:pt x="113855" y="244589"/>
                  </a:lnTo>
                  <a:lnTo>
                    <a:pt x="113855" y="255257"/>
                  </a:lnTo>
                  <a:lnTo>
                    <a:pt x="112852" y="255016"/>
                  </a:lnTo>
                  <a:lnTo>
                    <a:pt x="106451" y="255409"/>
                  </a:lnTo>
                  <a:lnTo>
                    <a:pt x="104940" y="255981"/>
                  </a:lnTo>
                  <a:lnTo>
                    <a:pt x="105244" y="254228"/>
                  </a:lnTo>
                  <a:lnTo>
                    <a:pt x="105067" y="250494"/>
                  </a:lnTo>
                  <a:lnTo>
                    <a:pt x="104902" y="246761"/>
                  </a:lnTo>
                  <a:lnTo>
                    <a:pt x="104089" y="243852"/>
                  </a:lnTo>
                  <a:lnTo>
                    <a:pt x="113855" y="255257"/>
                  </a:lnTo>
                  <a:lnTo>
                    <a:pt x="113855" y="244589"/>
                  </a:lnTo>
                  <a:lnTo>
                    <a:pt x="112623" y="243141"/>
                  </a:lnTo>
                  <a:lnTo>
                    <a:pt x="104038" y="233133"/>
                  </a:lnTo>
                  <a:lnTo>
                    <a:pt x="104038" y="243789"/>
                  </a:lnTo>
                  <a:lnTo>
                    <a:pt x="102882" y="243852"/>
                  </a:lnTo>
                  <a:lnTo>
                    <a:pt x="103492" y="243141"/>
                  </a:lnTo>
                  <a:lnTo>
                    <a:pt x="104038" y="243789"/>
                  </a:lnTo>
                  <a:lnTo>
                    <a:pt x="104038" y="233133"/>
                  </a:lnTo>
                  <a:lnTo>
                    <a:pt x="103492" y="232486"/>
                  </a:lnTo>
                  <a:lnTo>
                    <a:pt x="69443" y="272199"/>
                  </a:lnTo>
                  <a:lnTo>
                    <a:pt x="69443" y="293903"/>
                  </a:lnTo>
                  <a:lnTo>
                    <a:pt x="68046" y="293560"/>
                  </a:lnTo>
                  <a:lnTo>
                    <a:pt x="64846" y="293763"/>
                  </a:lnTo>
                  <a:lnTo>
                    <a:pt x="61645" y="293966"/>
                  </a:lnTo>
                  <a:lnTo>
                    <a:pt x="59156" y="294906"/>
                  </a:lnTo>
                  <a:lnTo>
                    <a:pt x="59156" y="296824"/>
                  </a:lnTo>
                  <a:lnTo>
                    <a:pt x="58318" y="295833"/>
                  </a:lnTo>
                  <a:lnTo>
                    <a:pt x="59080" y="294944"/>
                  </a:lnTo>
                  <a:lnTo>
                    <a:pt x="59156" y="296824"/>
                  </a:lnTo>
                  <a:lnTo>
                    <a:pt x="59156" y="294906"/>
                  </a:lnTo>
                  <a:lnTo>
                    <a:pt x="68872" y="283527"/>
                  </a:lnTo>
                  <a:lnTo>
                    <a:pt x="68656" y="284759"/>
                  </a:lnTo>
                  <a:lnTo>
                    <a:pt x="68999" y="292239"/>
                  </a:lnTo>
                  <a:lnTo>
                    <a:pt x="69443" y="293903"/>
                  </a:lnTo>
                  <a:lnTo>
                    <a:pt x="69443" y="272199"/>
                  </a:lnTo>
                  <a:lnTo>
                    <a:pt x="49174" y="295833"/>
                  </a:lnTo>
                  <a:lnTo>
                    <a:pt x="103492" y="359181"/>
                  </a:lnTo>
                  <a:lnTo>
                    <a:pt x="112623" y="348526"/>
                  </a:lnTo>
                  <a:lnTo>
                    <a:pt x="154660" y="299491"/>
                  </a:lnTo>
                  <a:lnTo>
                    <a:pt x="205841" y="359181"/>
                  </a:lnTo>
                  <a:lnTo>
                    <a:pt x="214985" y="348526"/>
                  </a:lnTo>
                  <a:lnTo>
                    <a:pt x="260146" y="295833"/>
                  </a:lnTo>
                  <a:close/>
                </a:path>
                <a:path w="311150" h="359409">
                  <a:moveTo>
                    <a:pt x="310692" y="63347"/>
                  </a:moveTo>
                  <a:lnTo>
                    <a:pt x="301561" y="52705"/>
                  </a:lnTo>
                  <a:lnTo>
                    <a:pt x="301561" y="63347"/>
                  </a:lnTo>
                  <a:lnTo>
                    <a:pt x="291439" y="75145"/>
                  </a:lnTo>
                  <a:lnTo>
                    <a:pt x="291719" y="73634"/>
                  </a:lnTo>
                  <a:lnTo>
                    <a:pt x="291376" y="66154"/>
                  </a:lnTo>
                  <a:lnTo>
                    <a:pt x="290918" y="64477"/>
                  </a:lnTo>
                  <a:lnTo>
                    <a:pt x="292392" y="64833"/>
                  </a:lnTo>
                  <a:lnTo>
                    <a:pt x="295605" y="64630"/>
                  </a:lnTo>
                  <a:lnTo>
                    <a:pt x="298805" y="64427"/>
                  </a:lnTo>
                  <a:lnTo>
                    <a:pt x="301371" y="63474"/>
                  </a:lnTo>
                  <a:lnTo>
                    <a:pt x="301345" y="63106"/>
                  </a:lnTo>
                  <a:lnTo>
                    <a:pt x="301561" y="63347"/>
                  </a:lnTo>
                  <a:lnTo>
                    <a:pt x="301561" y="52705"/>
                  </a:lnTo>
                  <a:lnTo>
                    <a:pt x="299643" y="50457"/>
                  </a:lnTo>
                  <a:lnTo>
                    <a:pt x="299643" y="61125"/>
                  </a:lnTo>
                  <a:lnTo>
                    <a:pt x="298640" y="60883"/>
                  </a:lnTo>
                  <a:lnTo>
                    <a:pt x="292227" y="61277"/>
                  </a:lnTo>
                  <a:lnTo>
                    <a:pt x="290715" y="61849"/>
                  </a:lnTo>
                  <a:lnTo>
                    <a:pt x="291020" y="60096"/>
                  </a:lnTo>
                  <a:lnTo>
                    <a:pt x="290855" y="56362"/>
                  </a:lnTo>
                  <a:lnTo>
                    <a:pt x="290690" y="52628"/>
                  </a:lnTo>
                  <a:lnTo>
                    <a:pt x="290042" y="50330"/>
                  </a:lnTo>
                  <a:lnTo>
                    <a:pt x="290042" y="76784"/>
                  </a:lnTo>
                  <a:lnTo>
                    <a:pt x="256387" y="116027"/>
                  </a:lnTo>
                  <a:lnTo>
                    <a:pt x="244703" y="102425"/>
                  </a:lnTo>
                  <a:lnTo>
                    <a:pt x="247281" y="103022"/>
                  </a:lnTo>
                  <a:lnTo>
                    <a:pt x="253695" y="102628"/>
                  </a:lnTo>
                  <a:lnTo>
                    <a:pt x="255130" y="102095"/>
                  </a:lnTo>
                  <a:lnTo>
                    <a:pt x="254838" y="103809"/>
                  </a:lnTo>
                  <a:lnTo>
                    <a:pt x="255003" y="107556"/>
                  </a:lnTo>
                  <a:lnTo>
                    <a:pt x="255168" y="111290"/>
                  </a:lnTo>
                  <a:lnTo>
                    <a:pt x="255993" y="114274"/>
                  </a:lnTo>
                  <a:lnTo>
                    <a:pt x="257670" y="114173"/>
                  </a:lnTo>
                  <a:lnTo>
                    <a:pt x="258216" y="111099"/>
                  </a:lnTo>
                  <a:lnTo>
                    <a:pt x="257873" y="103619"/>
                  </a:lnTo>
                  <a:lnTo>
                    <a:pt x="257403" y="101942"/>
                  </a:lnTo>
                  <a:lnTo>
                    <a:pt x="258889" y="102298"/>
                  </a:lnTo>
                  <a:lnTo>
                    <a:pt x="262089" y="102095"/>
                  </a:lnTo>
                  <a:lnTo>
                    <a:pt x="265290" y="101904"/>
                  </a:lnTo>
                  <a:lnTo>
                    <a:pt x="267855" y="100939"/>
                  </a:lnTo>
                  <a:lnTo>
                    <a:pt x="267766" y="98971"/>
                  </a:lnTo>
                  <a:lnTo>
                    <a:pt x="265125" y="98348"/>
                  </a:lnTo>
                  <a:lnTo>
                    <a:pt x="258724" y="98742"/>
                  </a:lnTo>
                  <a:lnTo>
                    <a:pt x="257213" y="99314"/>
                  </a:lnTo>
                  <a:lnTo>
                    <a:pt x="257517" y="97561"/>
                  </a:lnTo>
                  <a:lnTo>
                    <a:pt x="257352" y="93827"/>
                  </a:lnTo>
                  <a:lnTo>
                    <a:pt x="257175" y="90093"/>
                  </a:lnTo>
                  <a:lnTo>
                    <a:pt x="256349" y="87109"/>
                  </a:lnTo>
                  <a:lnTo>
                    <a:pt x="254673" y="87210"/>
                  </a:lnTo>
                  <a:lnTo>
                    <a:pt x="254127" y="90271"/>
                  </a:lnTo>
                  <a:lnTo>
                    <a:pt x="254482" y="97751"/>
                  </a:lnTo>
                  <a:lnTo>
                    <a:pt x="254927" y="99415"/>
                  </a:lnTo>
                  <a:lnTo>
                    <a:pt x="253530" y="99072"/>
                  </a:lnTo>
                  <a:lnTo>
                    <a:pt x="250317" y="99275"/>
                  </a:lnTo>
                  <a:lnTo>
                    <a:pt x="247116" y="99479"/>
                  </a:lnTo>
                  <a:lnTo>
                    <a:pt x="244551" y="100444"/>
                  </a:lnTo>
                  <a:lnTo>
                    <a:pt x="244640" y="102349"/>
                  </a:lnTo>
                  <a:lnTo>
                    <a:pt x="212115" y="64414"/>
                  </a:lnTo>
                  <a:lnTo>
                    <a:pt x="214706" y="65024"/>
                  </a:lnTo>
                  <a:lnTo>
                    <a:pt x="221119" y="64617"/>
                  </a:lnTo>
                  <a:lnTo>
                    <a:pt x="222542" y="64096"/>
                  </a:lnTo>
                  <a:lnTo>
                    <a:pt x="222250" y="65811"/>
                  </a:lnTo>
                  <a:lnTo>
                    <a:pt x="222415" y="69545"/>
                  </a:lnTo>
                  <a:lnTo>
                    <a:pt x="222580" y="73279"/>
                  </a:lnTo>
                  <a:lnTo>
                    <a:pt x="223418" y="76263"/>
                  </a:lnTo>
                  <a:lnTo>
                    <a:pt x="225082" y="76161"/>
                  </a:lnTo>
                  <a:lnTo>
                    <a:pt x="225628" y="73101"/>
                  </a:lnTo>
                  <a:lnTo>
                    <a:pt x="225285" y="65620"/>
                  </a:lnTo>
                  <a:lnTo>
                    <a:pt x="224828" y="63944"/>
                  </a:lnTo>
                  <a:lnTo>
                    <a:pt x="226314" y="64287"/>
                  </a:lnTo>
                  <a:lnTo>
                    <a:pt x="229514" y="64096"/>
                  </a:lnTo>
                  <a:lnTo>
                    <a:pt x="232714" y="63893"/>
                  </a:lnTo>
                  <a:lnTo>
                    <a:pt x="235280" y="62928"/>
                  </a:lnTo>
                  <a:lnTo>
                    <a:pt x="235191" y="60972"/>
                  </a:lnTo>
                  <a:lnTo>
                    <a:pt x="232549" y="60337"/>
                  </a:lnTo>
                  <a:lnTo>
                    <a:pt x="226136" y="60744"/>
                  </a:lnTo>
                  <a:lnTo>
                    <a:pt x="224624" y="61315"/>
                  </a:lnTo>
                  <a:lnTo>
                    <a:pt x="224929" y="59563"/>
                  </a:lnTo>
                  <a:lnTo>
                    <a:pt x="224764" y="55816"/>
                  </a:lnTo>
                  <a:lnTo>
                    <a:pt x="224599" y="52082"/>
                  </a:lnTo>
                  <a:lnTo>
                    <a:pt x="223774" y="49098"/>
                  </a:lnTo>
                  <a:lnTo>
                    <a:pt x="223405" y="49123"/>
                  </a:lnTo>
                  <a:lnTo>
                    <a:pt x="255168" y="12077"/>
                  </a:lnTo>
                  <a:lnTo>
                    <a:pt x="254749" y="14452"/>
                  </a:lnTo>
                  <a:lnTo>
                    <a:pt x="255104" y="21932"/>
                  </a:lnTo>
                  <a:lnTo>
                    <a:pt x="255549" y="23596"/>
                  </a:lnTo>
                  <a:lnTo>
                    <a:pt x="254152" y="23253"/>
                  </a:lnTo>
                  <a:lnTo>
                    <a:pt x="250939" y="23456"/>
                  </a:lnTo>
                  <a:lnTo>
                    <a:pt x="247738" y="23647"/>
                  </a:lnTo>
                  <a:lnTo>
                    <a:pt x="245173" y="24612"/>
                  </a:lnTo>
                  <a:lnTo>
                    <a:pt x="245275" y="26568"/>
                  </a:lnTo>
                  <a:lnTo>
                    <a:pt x="247904" y="27203"/>
                  </a:lnTo>
                  <a:lnTo>
                    <a:pt x="254317" y="26797"/>
                  </a:lnTo>
                  <a:lnTo>
                    <a:pt x="255739" y="26276"/>
                  </a:lnTo>
                  <a:lnTo>
                    <a:pt x="255447" y="27990"/>
                  </a:lnTo>
                  <a:lnTo>
                    <a:pt x="255625" y="31724"/>
                  </a:lnTo>
                  <a:lnTo>
                    <a:pt x="255790" y="35458"/>
                  </a:lnTo>
                  <a:lnTo>
                    <a:pt x="256616" y="38442"/>
                  </a:lnTo>
                  <a:lnTo>
                    <a:pt x="258292" y="38341"/>
                  </a:lnTo>
                  <a:lnTo>
                    <a:pt x="258838" y="35280"/>
                  </a:lnTo>
                  <a:lnTo>
                    <a:pt x="258483" y="27800"/>
                  </a:lnTo>
                  <a:lnTo>
                    <a:pt x="258025" y="26123"/>
                  </a:lnTo>
                  <a:lnTo>
                    <a:pt x="259511" y="26466"/>
                  </a:lnTo>
                  <a:lnTo>
                    <a:pt x="262712" y="26276"/>
                  </a:lnTo>
                  <a:lnTo>
                    <a:pt x="265912" y="26073"/>
                  </a:lnTo>
                  <a:lnTo>
                    <a:pt x="268478" y="25107"/>
                  </a:lnTo>
                  <a:lnTo>
                    <a:pt x="268452" y="24765"/>
                  </a:lnTo>
                  <a:lnTo>
                    <a:pt x="289814" y="49657"/>
                  </a:lnTo>
                  <a:lnTo>
                    <a:pt x="288188" y="49745"/>
                  </a:lnTo>
                  <a:lnTo>
                    <a:pt x="287642" y="52806"/>
                  </a:lnTo>
                  <a:lnTo>
                    <a:pt x="287985" y="60286"/>
                  </a:lnTo>
                  <a:lnTo>
                    <a:pt x="288429" y="61950"/>
                  </a:lnTo>
                  <a:lnTo>
                    <a:pt x="287032" y="61607"/>
                  </a:lnTo>
                  <a:lnTo>
                    <a:pt x="283832" y="61810"/>
                  </a:lnTo>
                  <a:lnTo>
                    <a:pt x="280631" y="62014"/>
                  </a:lnTo>
                  <a:lnTo>
                    <a:pt x="278066" y="62979"/>
                  </a:lnTo>
                  <a:lnTo>
                    <a:pt x="278155" y="64935"/>
                  </a:lnTo>
                  <a:lnTo>
                    <a:pt x="280797" y="65557"/>
                  </a:lnTo>
                  <a:lnTo>
                    <a:pt x="287197" y="65163"/>
                  </a:lnTo>
                  <a:lnTo>
                    <a:pt x="288632" y="64630"/>
                  </a:lnTo>
                  <a:lnTo>
                    <a:pt x="288340" y="66344"/>
                  </a:lnTo>
                  <a:lnTo>
                    <a:pt x="288505" y="70091"/>
                  </a:lnTo>
                  <a:lnTo>
                    <a:pt x="288671" y="73825"/>
                  </a:lnTo>
                  <a:lnTo>
                    <a:pt x="289496" y="76809"/>
                  </a:lnTo>
                  <a:lnTo>
                    <a:pt x="290042" y="76784"/>
                  </a:lnTo>
                  <a:lnTo>
                    <a:pt x="290042" y="50330"/>
                  </a:lnTo>
                  <a:lnTo>
                    <a:pt x="289877" y="49733"/>
                  </a:lnTo>
                  <a:lnTo>
                    <a:pt x="299643" y="61125"/>
                  </a:lnTo>
                  <a:lnTo>
                    <a:pt x="299643" y="50457"/>
                  </a:lnTo>
                  <a:lnTo>
                    <a:pt x="266750" y="12090"/>
                  </a:lnTo>
                  <a:lnTo>
                    <a:pt x="266750" y="22771"/>
                  </a:lnTo>
                  <a:lnTo>
                    <a:pt x="265747" y="22517"/>
                  </a:lnTo>
                  <a:lnTo>
                    <a:pt x="259346" y="22923"/>
                  </a:lnTo>
                  <a:lnTo>
                    <a:pt x="257835" y="23495"/>
                  </a:lnTo>
                  <a:lnTo>
                    <a:pt x="258140" y="21742"/>
                  </a:lnTo>
                  <a:lnTo>
                    <a:pt x="257975" y="17995"/>
                  </a:lnTo>
                  <a:lnTo>
                    <a:pt x="257797" y="14262"/>
                  </a:lnTo>
                  <a:lnTo>
                    <a:pt x="256984" y="11366"/>
                  </a:lnTo>
                  <a:lnTo>
                    <a:pt x="266750" y="22771"/>
                  </a:lnTo>
                  <a:lnTo>
                    <a:pt x="266750" y="12090"/>
                  </a:lnTo>
                  <a:lnTo>
                    <a:pt x="265531" y="10655"/>
                  </a:lnTo>
                  <a:lnTo>
                    <a:pt x="256921" y="622"/>
                  </a:lnTo>
                  <a:lnTo>
                    <a:pt x="256921" y="11290"/>
                  </a:lnTo>
                  <a:lnTo>
                    <a:pt x="255790" y="11353"/>
                  </a:lnTo>
                  <a:lnTo>
                    <a:pt x="256387" y="10655"/>
                  </a:lnTo>
                  <a:lnTo>
                    <a:pt x="256921" y="11290"/>
                  </a:lnTo>
                  <a:lnTo>
                    <a:pt x="256921" y="622"/>
                  </a:lnTo>
                  <a:lnTo>
                    <a:pt x="256387" y="0"/>
                  </a:lnTo>
                  <a:lnTo>
                    <a:pt x="222338" y="39725"/>
                  </a:lnTo>
                  <a:lnTo>
                    <a:pt x="222338" y="61417"/>
                  </a:lnTo>
                  <a:lnTo>
                    <a:pt x="220941" y="61074"/>
                  </a:lnTo>
                  <a:lnTo>
                    <a:pt x="217741" y="61277"/>
                  </a:lnTo>
                  <a:lnTo>
                    <a:pt x="214541" y="61468"/>
                  </a:lnTo>
                  <a:lnTo>
                    <a:pt x="212051" y="62420"/>
                  </a:lnTo>
                  <a:lnTo>
                    <a:pt x="212051" y="64338"/>
                  </a:lnTo>
                  <a:lnTo>
                    <a:pt x="211213" y="63347"/>
                  </a:lnTo>
                  <a:lnTo>
                    <a:pt x="211975" y="62458"/>
                  </a:lnTo>
                  <a:lnTo>
                    <a:pt x="212051" y="64338"/>
                  </a:lnTo>
                  <a:lnTo>
                    <a:pt x="212051" y="62420"/>
                  </a:lnTo>
                  <a:lnTo>
                    <a:pt x="221767" y="51041"/>
                  </a:lnTo>
                  <a:lnTo>
                    <a:pt x="221551" y="52273"/>
                  </a:lnTo>
                  <a:lnTo>
                    <a:pt x="221894" y="59753"/>
                  </a:lnTo>
                  <a:lnTo>
                    <a:pt x="222338" y="61417"/>
                  </a:lnTo>
                  <a:lnTo>
                    <a:pt x="222338" y="39725"/>
                  </a:lnTo>
                  <a:lnTo>
                    <a:pt x="202082" y="63347"/>
                  </a:lnTo>
                  <a:lnTo>
                    <a:pt x="256387" y="126695"/>
                  </a:lnTo>
                  <a:lnTo>
                    <a:pt x="265531" y="116027"/>
                  </a:lnTo>
                  <a:lnTo>
                    <a:pt x="310692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6" name="object 2106" descr=""/>
            <p:cNvSpPr/>
            <p:nvPr/>
          </p:nvSpPr>
          <p:spPr>
            <a:xfrm>
              <a:off x="7789126" y="7383583"/>
              <a:ext cx="466090" cy="514984"/>
            </a:xfrm>
            <a:custGeom>
              <a:avLst/>
              <a:gdLst/>
              <a:ahLst/>
              <a:cxnLst/>
              <a:rect l="l" t="t" r="r" b="b"/>
              <a:pathLst>
                <a:path w="466090" h="514984">
                  <a:moveTo>
                    <a:pt x="108610" y="451167"/>
                  </a:moveTo>
                  <a:lnTo>
                    <a:pt x="99479" y="440524"/>
                  </a:lnTo>
                  <a:lnTo>
                    <a:pt x="99479" y="451167"/>
                  </a:lnTo>
                  <a:lnTo>
                    <a:pt x="89357" y="462965"/>
                  </a:lnTo>
                  <a:lnTo>
                    <a:pt x="89636" y="461454"/>
                  </a:lnTo>
                  <a:lnTo>
                    <a:pt x="89293" y="453986"/>
                  </a:lnTo>
                  <a:lnTo>
                    <a:pt x="88836" y="452310"/>
                  </a:lnTo>
                  <a:lnTo>
                    <a:pt x="90309" y="452653"/>
                  </a:lnTo>
                  <a:lnTo>
                    <a:pt x="93522" y="452462"/>
                  </a:lnTo>
                  <a:lnTo>
                    <a:pt x="96723" y="452259"/>
                  </a:lnTo>
                  <a:lnTo>
                    <a:pt x="99288" y="451294"/>
                  </a:lnTo>
                  <a:lnTo>
                    <a:pt x="99263" y="450926"/>
                  </a:lnTo>
                  <a:lnTo>
                    <a:pt x="99479" y="451167"/>
                  </a:lnTo>
                  <a:lnTo>
                    <a:pt x="99479" y="440524"/>
                  </a:lnTo>
                  <a:lnTo>
                    <a:pt x="97574" y="438302"/>
                  </a:lnTo>
                  <a:lnTo>
                    <a:pt x="97574" y="448957"/>
                  </a:lnTo>
                  <a:lnTo>
                    <a:pt x="96558" y="448703"/>
                  </a:lnTo>
                  <a:lnTo>
                    <a:pt x="90144" y="449110"/>
                  </a:lnTo>
                  <a:lnTo>
                    <a:pt x="88633" y="449681"/>
                  </a:lnTo>
                  <a:lnTo>
                    <a:pt x="88938" y="447929"/>
                  </a:lnTo>
                  <a:lnTo>
                    <a:pt x="88773" y="444182"/>
                  </a:lnTo>
                  <a:lnTo>
                    <a:pt x="88607" y="440448"/>
                  </a:lnTo>
                  <a:lnTo>
                    <a:pt x="87960" y="438150"/>
                  </a:lnTo>
                  <a:lnTo>
                    <a:pt x="87960" y="464604"/>
                  </a:lnTo>
                  <a:lnTo>
                    <a:pt x="54305" y="503859"/>
                  </a:lnTo>
                  <a:lnTo>
                    <a:pt x="42608" y="490232"/>
                  </a:lnTo>
                  <a:lnTo>
                    <a:pt x="45199" y="490855"/>
                  </a:lnTo>
                  <a:lnTo>
                    <a:pt x="51612" y="490448"/>
                  </a:lnTo>
                  <a:lnTo>
                    <a:pt x="53047" y="489915"/>
                  </a:lnTo>
                  <a:lnTo>
                    <a:pt x="52743" y="491642"/>
                  </a:lnTo>
                  <a:lnTo>
                    <a:pt x="52920" y="495376"/>
                  </a:lnTo>
                  <a:lnTo>
                    <a:pt x="53086" y="499110"/>
                  </a:lnTo>
                  <a:lnTo>
                    <a:pt x="53911" y="502094"/>
                  </a:lnTo>
                  <a:lnTo>
                    <a:pt x="55587" y="501992"/>
                  </a:lnTo>
                  <a:lnTo>
                    <a:pt x="56134" y="498932"/>
                  </a:lnTo>
                  <a:lnTo>
                    <a:pt x="55791" y="491451"/>
                  </a:lnTo>
                  <a:lnTo>
                    <a:pt x="55321" y="489775"/>
                  </a:lnTo>
                  <a:lnTo>
                    <a:pt x="56807" y="490118"/>
                  </a:lnTo>
                  <a:lnTo>
                    <a:pt x="60007" y="489927"/>
                  </a:lnTo>
                  <a:lnTo>
                    <a:pt x="63207" y="489724"/>
                  </a:lnTo>
                  <a:lnTo>
                    <a:pt x="65773" y="488759"/>
                  </a:lnTo>
                  <a:lnTo>
                    <a:pt x="65684" y="486803"/>
                  </a:lnTo>
                  <a:lnTo>
                    <a:pt x="63042" y="486168"/>
                  </a:lnTo>
                  <a:lnTo>
                    <a:pt x="56642" y="486575"/>
                  </a:lnTo>
                  <a:lnTo>
                    <a:pt x="55130" y="487146"/>
                  </a:lnTo>
                  <a:lnTo>
                    <a:pt x="55435" y="485394"/>
                  </a:lnTo>
                  <a:lnTo>
                    <a:pt x="55270" y="481647"/>
                  </a:lnTo>
                  <a:lnTo>
                    <a:pt x="55092" y="477913"/>
                  </a:lnTo>
                  <a:lnTo>
                    <a:pt x="54267" y="474929"/>
                  </a:lnTo>
                  <a:lnTo>
                    <a:pt x="52590" y="475030"/>
                  </a:lnTo>
                  <a:lnTo>
                    <a:pt x="52044" y="478104"/>
                  </a:lnTo>
                  <a:lnTo>
                    <a:pt x="52400" y="485584"/>
                  </a:lnTo>
                  <a:lnTo>
                    <a:pt x="52844" y="487248"/>
                  </a:lnTo>
                  <a:lnTo>
                    <a:pt x="51447" y="486905"/>
                  </a:lnTo>
                  <a:lnTo>
                    <a:pt x="48234" y="487108"/>
                  </a:lnTo>
                  <a:lnTo>
                    <a:pt x="45034" y="487299"/>
                  </a:lnTo>
                  <a:lnTo>
                    <a:pt x="42468" y="488264"/>
                  </a:lnTo>
                  <a:lnTo>
                    <a:pt x="42557" y="490181"/>
                  </a:lnTo>
                  <a:lnTo>
                    <a:pt x="10045" y="452247"/>
                  </a:lnTo>
                  <a:lnTo>
                    <a:pt x="12623" y="452843"/>
                  </a:lnTo>
                  <a:lnTo>
                    <a:pt x="19037" y="452450"/>
                  </a:lnTo>
                  <a:lnTo>
                    <a:pt x="20459" y="451916"/>
                  </a:lnTo>
                  <a:lnTo>
                    <a:pt x="20167" y="453631"/>
                  </a:lnTo>
                  <a:lnTo>
                    <a:pt x="20332" y="457377"/>
                  </a:lnTo>
                  <a:lnTo>
                    <a:pt x="20497" y="461111"/>
                  </a:lnTo>
                  <a:lnTo>
                    <a:pt x="21323" y="464096"/>
                  </a:lnTo>
                  <a:lnTo>
                    <a:pt x="22999" y="463994"/>
                  </a:lnTo>
                  <a:lnTo>
                    <a:pt x="23545" y="460921"/>
                  </a:lnTo>
                  <a:lnTo>
                    <a:pt x="23202" y="453440"/>
                  </a:lnTo>
                  <a:lnTo>
                    <a:pt x="22745" y="451764"/>
                  </a:lnTo>
                  <a:lnTo>
                    <a:pt x="24231" y="452120"/>
                  </a:lnTo>
                  <a:lnTo>
                    <a:pt x="27432" y="451916"/>
                  </a:lnTo>
                  <a:lnTo>
                    <a:pt x="30632" y="451713"/>
                  </a:lnTo>
                  <a:lnTo>
                    <a:pt x="33197" y="450761"/>
                  </a:lnTo>
                  <a:lnTo>
                    <a:pt x="33108" y="448792"/>
                  </a:lnTo>
                  <a:lnTo>
                    <a:pt x="30467" y="448170"/>
                  </a:lnTo>
                  <a:lnTo>
                    <a:pt x="24053" y="448564"/>
                  </a:lnTo>
                  <a:lnTo>
                    <a:pt x="22542" y="449135"/>
                  </a:lnTo>
                  <a:lnTo>
                    <a:pt x="22847" y="447382"/>
                  </a:lnTo>
                  <a:lnTo>
                    <a:pt x="22682" y="443649"/>
                  </a:lnTo>
                  <a:lnTo>
                    <a:pt x="22517" y="439902"/>
                  </a:lnTo>
                  <a:lnTo>
                    <a:pt x="21691" y="436918"/>
                  </a:lnTo>
                  <a:lnTo>
                    <a:pt x="21323" y="436943"/>
                  </a:lnTo>
                  <a:lnTo>
                    <a:pt x="53086" y="399897"/>
                  </a:lnTo>
                  <a:lnTo>
                    <a:pt x="52666" y="402272"/>
                  </a:lnTo>
                  <a:lnTo>
                    <a:pt x="53022" y="409752"/>
                  </a:lnTo>
                  <a:lnTo>
                    <a:pt x="53467" y="411416"/>
                  </a:lnTo>
                  <a:lnTo>
                    <a:pt x="52070" y="411073"/>
                  </a:lnTo>
                  <a:lnTo>
                    <a:pt x="48856" y="411276"/>
                  </a:lnTo>
                  <a:lnTo>
                    <a:pt x="45656" y="411480"/>
                  </a:lnTo>
                  <a:lnTo>
                    <a:pt x="43091" y="412445"/>
                  </a:lnTo>
                  <a:lnTo>
                    <a:pt x="43192" y="414401"/>
                  </a:lnTo>
                  <a:lnTo>
                    <a:pt x="45821" y="415023"/>
                  </a:lnTo>
                  <a:lnTo>
                    <a:pt x="52235" y="414629"/>
                  </a:lnTo>
                  <a:lnTo>
                    <a:pt x="53657" y="414096"/>
                  </a:lnTo>
                  <a:lnTo>
                    <a:pt x="53365" y="415810"/>
                  </a:lnTo>
                  <a:lnTo>
                    <a:pt x="53543" y="419557"/>
                  </a:lnTo>
                  <a:lnTo>
                    <a:pt x="53708" y="423291"/>
                  </a:lnTo>
                  <a:lnTo>
                    <a:pt x="54533" y="426275"/>
                  </a:lnTo>
                  <a:lnTo>
                    <a:pt x="56210" y="426173"/>
                  </a:lnTo>
                  <a:lnTo>
                    <a:pt x="56756" y="423100"/>
                  </a:lnTo>
                  <a:lnTo>
                    <a:pt x="56400" y="415620"/>
                  </a:lnTo>
                  <a:lnTo>
                    <a:pt x="55943" y="413943"/>
                  </a:lnTo>
                  <a:lnTo>
                    <a:pt x="57429" y="414299"/>
                  </a:lnTo>
                  <a:lnTo>
                    <a:pt x="60629" y="414096"/>
                  </a:lnTo>
                  <a:lnTo>
                    <a:pt x="63830" y="413893"/>
                  </a:lnTo>
                  <a:lnTo>
                    <a:pt x="66395" y="412940"/>
                  </a:lnTo>
                  <a:lnTo>
                    <a:pt x="66370" y="412584"/>
                  </a:lnTo>
                  <a:lnTo>
                    <a:pt x="87731" y="437476"/>
                  </a:lnTo>
                  <a:lnTo>
                    <a:pt x="86106" y="437565"/>
                  </a:lnTo>
                  <a:lnTo>
                    <a:pt x="85559" y="440639"/>
                  </a:lnTo>
                  <a:lnTo>
                    <a:pt x="85902" y="448119"/>
                  </a:lnTo>
                  <a:lnTo>
                    <a:pt x="86347" y="449783"/>
                  </a:lnTo>
                  <a:lnTo>
                    <a:pt x="84950" y="449440"/>
                  </a:lnTo>
                  <a:lnTo>
                    <a:pt x="81749" y="449630"/>
                  </a:lnTo>
                  <a:lnTo>
                    <a:pt x="78549" y="449834"/>
                  </a:lnTo>
                  <a:lnTo>
                    <a:pt x="75984" y="450799"/>
                  </a:lnTo>
                  <a:lnTo>
                    <a:pt x="76073" y="452755"/>
                  </a:lnTo>
                  <a:lnTo>
                    <a:pt x="78714" y="453390"/>
                  </a:lnTo>
                  <a:lnTo>
                    <a:pt x="85115" y="452983"/>
                  </a:lnTo>
                  <a:lnTo>
                    <a:pt x="86550" y="452450"/>
                  </a:lnTo>
                  <a:lnTo>
                    <a:pt x="86258" y="454177"/>
                  </a:lnTo>
                  <a:lnTo>
                    <a:pt x="86423" y="457911"/>
                  </a:lnTo>
                  <a:lnTo>
                    <a:pt x="86588" y="461645"/>
                  </a:lnTo>
                  <a:lnTo>
                    <a:pt x="87414" y="464629"/>
                  </a:lnTo>
                  <a:lnTo>
                    <a:pt x="87960" y="464604"/>
                  </a:lnTo>
                  <a:lnTo>
                    <a:pt x="87960" y="438150"/>
                  </a:lnTo>
                  <a:lnTo>
                    <a:pt x="87795" y="437553"/>
                  </a:lnTo>
                  <a:lnTo>
                    <a:pt x="97574" y="448957"/>
                  </a:lnTo>
                  <a:lnTo>
                    <a:pt x="97574" y="438302"/>
                  </a:lnTo>
                  <a:lnTo>
                    <a:pt x="64668" y="399910"/>
                  </a:lnTo>
                  <a:lnTo>
                    <a:pt x="64668" y="410591"/>
                  </a:lnTo>
                  <a:lnTo>
                    <a:pt x="63665" y="410349"/>
                  </a:lnTo>
                  <a:lnTo>
                    <a:pt x="57264" y="410743"/>
                  </a:lnTo>
                  <a:lnTo>
                    <a:pt x="55753" y="411314"/>
                  </a:lnTo>
                  <a:lnTo>
                    <a:pt x="56057" y="409562"/>
                  </a:lnTo>
                  <a:lnTo>
                    <a:pt x="55892" y="405828"/>
                  </a:lnTo>
                  <a:lnTo>
                    <a:pt x="55714" y="402094"/>
                  </a:lnTo>
                  <a:lnTo>
                    <a:pt x="54902" y="399186"/>
                  </a:lnTo>
                  <a:lnTo>
                    <a:pt x="64668" y="410591"/>
                  </a:lnTo>
                  <a:lnTo>
                    <a:pt x="64668" y="399910"/>
                  </a:lnTo>
                  <a:lnTo>
                    <a:pt x="63449" y="398475"/>
                  </a:lnTo>
                  <a:lnTo>
                    <a:pt x="54851" y="388467"/>
                  </a:lnTo>
                  <a:lnTo>
                    <a:pt x="54851" y="399122"/>
                  </a:lnTo>
                  <a:lnTo>
                    <a:pt x="53695" y="399186"/>
                  </a:lnTo>
                  <a:lnTo>
                    <a:pt x="54305" y="398475"/>
                  </a:lnTo>
                  <a:lnTo>
                    <a:pt x="54851" y="399122"/>
                  </a:lnTo>
                  <a:lnTo>
                    <a:pt x="54851" y="388467"/>
                  </a:lnTo>
                  <a:lnTo>
                    <a:pt x="54305" y="387819"/>
                  </a:lnTo>
                  <a:lnTo>
                    <a:pt x="20256" y="427545"/>
                  </a:lnTo>
                  <a:lnTo>
                    <a:pt x="20256" y="449237"/>
                  </a:lnTo>
                  <a:lnTo>
                    <a:pt x="18859" y="448894"/>
                  </a:lnTo>
                  <a:lnTo>
                    <a:pt x="15659" y="449097"/>
                  </a:lnTo>
                  <a:lnTo>
                    <a:pt x="12458" y="449300"/>
                  </a:lnTo>
                  <a:lnTo>
                    <a:pt x="9969" y="450240"/>
                  </a:lnTo>
                  <a:lnTo>
                    <a:pt x="9969" y="452158"/>
                  </a:lnTo>
                  <a:lnTo>
                    <a:pt x="9131" y="451167"/>
                  </a:lnTo>
                  <a:lnTo>
                    <a:pt x="9893" y="450278"/>
                  </a:lnTo>
                  <a:lnTo>
                    <a:pt x="9969" y="452158"/>
                  </a:lnTo>
                  <a:lnTo>
                    <a:pt x="9969" y="450240"/>
                  </a:lnTo>
                  <a:lnTo>
                    <a:pt x="19685" y="438861"/>
                  </a:lnTo>
                  <a:lnTo>
                    <a:pt x="19469" y="440093"/>
                  </a:lnTo>
                  <a:lnTo>
                    <a:pt x="19812" y="447573"/>
                  </a:lnTo>
                  <a:lnTo>
                    <a:pt x="20256" y="449237"/>
                  </a:lnTo>
                  <a:lnTo>
                    <a:pt x="20256" y="427545"/>
                  </a:lnTo>
                  <a:lnTo>
                    <a:pt x="0" y="451167"/>
                  </a:lnTo>
                  <a:lnTo>
                    <a:pt x="54305" y="514515"/>
                  </a:lnTo>
                  <a:lnTo>
                    <a:pt x="63449" y="503859"/>
                  </a:lnTo>
                  <a:lnTo>
                    <a:pt x="108610" y="451167"/>
                  </a:lnTo>
                  <a:close/>
                </a:path>
                <a:path w="466090" h="514984">
                  <a:moveTo>
                    <a:pt x="268236" y="412940"/>
                  </a:moveTo>
                  <a:lnTo>
                    <a:pt x="268135" y="410972"/>
                  </a:lnTo>
                  <a:lnTo>
                    <a:pt x="265506" y="410349"/>
                  </a:lnTo>
                  <a:lnTo>
                    <a:pt x="259092" y="410743"/>
                  </a:lnTo>
                  <a:lnTo>
                    <a:pt x="256540" y="411708"/>
                  </a:lnTo>
                  <a:lnTo>
                    <a:pt x="253898" y="411073"/>
                  </a:lnTo>
                  <a:lnTo>
                    <a:pt x="250698" y="411276"/>
                  </a:lnTo>
                  <a:lnTo>
                    <a:pt x="247484" y="411480"/>
                  </a:lnTo>
                  <a:lnTo>
                    <a:pt x="244919" y="412445"/>
                  </a:lnTo>
                  <a:lnTo>
                    <a:pt x="245021" y="414401"/>
                  </a:lnTo>
                  <a:lnTo>
                    <a:pt x="247662" y="415023"/>
                  </a:lnTo>
                  <a:lnTo>
                    <a:pt x="254063" y="414629"/>
                  </a:lnTo>
                  <a:lnTo>
                    <a:pt x="255498" y="414096"/>
                  </a:lnTo>
                  <a:lnTo>
                    <a:pt x="255206" y="415810"/>
                  </a:lnTo>
                  <a:lnTo>
                    <a:pt x="255371" y="419557"/>
                  </a:lnTo>
                  <a:lnTo>
                    <a:pt x="255536" y="423291"/>
                  </a:lnTo>
                  <a:lnTo>
                    <a:pt x="256362" y="426275"/>
                  </a:lnTo>
                  <a:lnTo>
                    <a:pt x="258038" y="426173"/>
                  </a:lnTo>
                  <a:lnTo>
                    <a:pt x="258584" y="423100"/>
                  </a:lnTo>
                  <a:lnTo>
                    <a:pt x="258241" y="415620"/>
                  </a:lnTo>
                  <a:lnTo>
                    <a:pt x="257771" y="413943"/>
                  </a:lnTo>
                  <a:lnTo>
                    <a:pt x="259257" y="414299"/>
                  </a:lnTo>
                  <a:lnTo>
                    <a:pt x="262458" y="414096"/>
                  </a:lnTo>
                  <a:lnTo>
                    <a:pt x="265671" y="413893"/>
                  </a:lnTo>
                  <a:lnTo>
                    <a:pt x="268236" y="412940"/>
                  </a:lnTo>
                  <a:close/>
                </a:path>
                <a:path w="466090" h="514984">
                  <a:moveTo>
                    <a:pt x="360984" y="374002"/>
                  </a:moveTo>
                  <a:lnTo>
                    <a:pt x="351853" y="363359"/>
                  </a:lnTo>
                  <a:lnTo>
                    <a:pt x="351853" y="374002"/>
                  </a:lnTo>
                  <a:lnTo>
                    <a:pt x="341744" y="385800"/>
                  </a:lnTo>
                  <a:lnTo>
                    <a:pt x="342011" y="384302"/>
                  </a:lnTo>
                  <a:lnTo>
                    <a:pt x="341668" y="376821"/>
                  </a:lnTo>
                  <a:lnTo>
                    <a:pt x="341210" y="375158"/>
                  </a:lnTo>
                  <a:lnTo>
                    <a:pt x="342684" y="375500"/>
                  </a:lnTo>
                  <a:lnTo>
                    <a:pt x="345897" y="375297"/>
                  </a:lnTo>
                  <a:lnTo>
                    <a:pt x="349097" y="375094"/>
                  </a:lnTo>
                  <a:lnTo>
                    <a:pt x="351663" y="374129"/>
                  </a:lnTo>
                  <a:lnTo>
                    <a:pt x="351637" y="373761"/>
                  </a:lnTo>
                  <a:lnTo>
                    <a:pt x="351853" y="374002"/>
                  </a:lnTo>
                  <a:lnTo>
                    <a:pt x="351853" y="363359"/>
                  </a:lnTo>
                  <a:lnTo>
                    <a:pt x="349948" y="361137"/>
                  </a:lnTo>
                  <a:lnTo>
                    <a:pt x="349948" y="371805"/>
                  </a:lnTo>
                  <a:lnTo>
                    <a:pt x="348932" y="371551"/>
                  </a:lnTo>
                  <a:lnTo>
                    <a:pt x="342519" y="371944"/>
                  </a:lnTo>
                  <a:lnTo>
                    <a:pt x="341007" y="372516"/>
                  </a:lnTo>
                  <a:lnTo>
                    <a:pt x="341312" y="370763"/>
                  </a:lnTo>
                  <a:lnTo>
                    <a:pt x="341147" y="367030"/>
                  </a:lnTo>
                  <a:lnTo>
                    <a:pt x="340982" y="363283"/>
                  </a:lnTo>
                  <a:lnTo>
                    <a:pt x="340321" y="360908"/>
                  </a:lnTo>
                  <a:lnTo>
                    <a:pt x="340321" y="387451"/>
                  </a:lnTo>
                  <a:lnTo>
                    <a:pt x="306679" y="426694"/>
                  </a:lnTo>
                  <a:lnTo>
                    <a:pt x="294995" y="413092"/>
                  </a:lnTo>
                  <a:lnTo>
                    <a:pt x="297573" y="413689"/>
                  </a:lnTo>
                  <a:lnTo>
                    <a:pt x="303987" y="413296"/>
                  </a:lnTo>
                  <a:lnTo>
                    <a:pt x="305422" y="412762"/>
                  </a:lnTo>
                  <a:lnTo>
                    <a:pt x="305130" y="414477"/>
                  </a:lnTo>
                  <a:lnTo>
                    <a:pt x="305295" y="418211"/>
                  </a:lnTo>
                  <a:lnTo>
                    <a:pt x="305460" y="421957"/>
                  </a:lnTo>
                  <a:lnTo>
                    <a:pt x="306285" y="424942"/>
                  </a:lnTo>
                  <a:lnTo>
                    <a:pt x="307962" y="424827"/>
                  </a:lnTo>
                  <a:lnTo>
                    <a:pt x="308508" y="421767"/>
                  </a:lnTo>
                  <a:lnTo>
                    <a:pt x="308165" y="414286"/>
                  </a:lnTo>
                  <a:lnTo>
                    <a:pt x="307695" y="412623"/>
                  </a:lnTo>
                  <a:lnTo>
                    <a:pt x="309181" y="412965"/>
                  </a:lnTo>
                  <a:lnTo>
                    <a:pt x="312381" y="412762"/>
                  </a:lnTo>
                  <a:lnTo>
                    <a:pt x="315582" y="412559"/>
                  </a:lnTo>
                  <a:lnTo>
                    <a:pt x="318147" y="411594"/>
                  </a:lnTo>
                  <a:lnTo>
                    <a:pt x="318058" y="409638"/>
                  </a:lnTo>
                  <a:lnTo>
                    <a:pt x="315417" y="409016"/>
                  </a:lnTo>
                  <a:lnTo>
                    <a:pt x="309016" y="409409"/>
                  </a:lnTo>
                  <a:lnTo>
                    <a:pt x="307505" y="409981"/>
                  </a:lnTo>
                  <a:lnTo>
                    <a:pt x="307809" y="408228"/>
                  </a:lnTo>
                  <a:lnTo>
                    <a:pt x="307644" y="404495"/>
                  </a:lnTo>
                  <a:lnTo>
                    <a:pt x="307467" y="400748"/>
                  </a:lnTo>
                  <a:lnTo>
                    <a:pt x="306641" y="397764"/>
                  </a:lnTo>
                  <a:lnTo>
                    <a:pt x="304965" y="397878"/>
                  </a:lnTo>
                  <a:lnTo>
                    <a:pt x="304419" y="400939"/>
                  </a:lnTo>
                  <a:lnTo>
                    <a:pt x="304774" y="408419"/>
                  </a:lnTo>
                  <a:lnTo>
                    <a:pt x="305219" y="410083"/>
                  </a:lnTo>
                  <a:lnTo>
                    <a:pt x="303822" y="409740"/>
                  </a:lnTo>
                  <a:lnTo>
                    <a:pt x="300609" y="409943"/>
                  </a:lnTo>
                  <a:lnTo>
                    <a:pt x="297408" y="410133"/>
                  </a:lnTo>
                  <a:lnTo>
                    <a:pt x="294843" y="411099"/>
                  </a:lnTo>
                  <a:lnTo>
                    <a:pt x="294932" y="413016"/>
                  </a:lnTo>
                  <a:lnTo>
                    <a:pt x="262420" y="375081"/>
                  </a:lnTo>
                  <a:lnTo>
                    <a:pt x="264998" y="375678"/>
                  </a:lnTo>
                  <a:lnTo>
                    <a:pt x="271411" y="375285"/>
                  </a:lnTo>
                  <a:lnTo>
                    <a:pt x="272834" y="374751"/>
                  </a:lnTo>
                  <a:lnTo>
                    <a:pt x="272542" y="376478"/>
                  </a:lnTo>
                  <a:lnTo>
                    <a:pt x="272707" y="380212"/>
                  </a:lnTo>
                  <a:lnTo>
                    <a:pt x="272872" y="383946"/>
                  </a:lnTo>
                  <a:lnTo>
                    <a:pt x="273710" y="386930"/>
                  </a:lnTo>
                  <a:lnTo>
                    <a:pt x="275374" y="386829"/>
                  </a:lnTo>
                  <a:lnTo>
                    <a:pt x="275920" y="383755"/>
                  </a:lnTo>
                  <a:lnTo>
                    <a:pt x="275577" y="376288"/>
                  </a:lnTo>
                  <a:lnTo>
                    <a:pt x="275120" y="374611"/>
                  </a:lnTo>
                  <a:lnTo>
                    <a:pt x="276606" y="374954"/>
                  </a:lnTo>
                  <a:lnTo>
                    <a:pt x="279806" y="374751"/>
                  </a:lnTo>
                  <a:lnTo>
                    <a:pt x="283006" y="374561"/>
                  </a:lnTo>
                  <a:lnTo>
                    <a:pt x="285572" y="373595"/>
                  </a:lnTo>
                  <a:lnTo>
                    <a:pt x="285483" y="371640"/>
                  </a:lnTo>
                  <a:lnTo>
                    <a:pt x="282841" y="371005"/>
                  </a:lnTo>
                  <a:lnTo>
                    <a:pt x="276428" y="371411"/>
                  </a:lnTo>
                  <a:lnTo>
                    <a:pt x="274916" y="371983"/>
                  </a:lnTo>
                  <a:lnTo>
                    <a:pt x="275221" y="370230"/>
                  </a:lnTo>
                  <a:lnTo>
                    <a:pt x="275056" y="366483"/>
                  </a:lnTo>
                  <a:lnTo>
                    <a:pt x="274891" y="362750"/>
                  </a:lnTo>
                  <a:lnTo>
                    <a:pt x="274066" y="359765"/>
                  </a:lnTo>
                  <a:lnTo>
                    <a:pt x="273685" y="359791"/>
                  </a:lnTo>
                  <a:lnTo>
                    <a:pt x="305460" y="322745"/>
                  </a:lnTo>
                  <a:lnTo>
                    <a:pt x="305041" y="325120"/>
                  </a:lnTo>
                  <a:lnTo>
                    <a:pt x="305396" y="332587"/>
                  </a:lnTo>
                  <a:lnTo>
                    <a:pt x="305841" y="334264"/>
                  </a:lnTo>
                  <a:lnTo>
                    <a:pt x="304444" y="333921"/>
                  </a:lnTo>
                  <a:lnTo>
                    <a:pt x="301231" y="334111"/>
                  </a:lnTo>
                  <a:lnTo>
                    <a:pt x="298030" y="334314"/>
                  </a:lnTo>
                  <a:lnTo>
                    <a:pt x="295465" y="335280"/>
                  </a:lnTo>
                  <a:lnTo>
                    <a:pt x="295567" y="337235"/>
                  </a:lnTo>
                  <a:lnTo>
                    <a:pt x="298196" y="337870"/>
                  </a:lnTo>
                  <a:lnTo>
                    <a:pt x="304609" y="337464"/>
                  </a:lnTo>
                  <a:lnTo>
                    <a:pt x="306031" y="336931"/>
                  </a:lnTo>
                  <a:lnTo>
                    <a:pt x="305739" y="338658"/>
                  </a:lnTo>
                  <a:lnTo>
                    <a:pt x="305917" y="342392"/>
                  </a:lnTo>
                  <a:lnTo>
                    <a:pt x="306082" y="346125"/>
                  </a:lnTo>
                  <a:lnTo>
                    <a:pt x="306908" y="349110"/>
                  </a:lnTo>
                  <a:lnTo>
                    <a:pt x="308584" y="349008"/>
                  </a:lnTo>
                  <a:lnTo>
                    <a:pt x="309130" y="345935"/>
                  </a:lnTo>
                  <a:lnTo>
                    <a:pt x="308775" y="338467"/>
                  </a:lnTo>
                  <a:lnTo>
                    <a:pt x="308317" y="336791"/>
                  </a:lnTo>
                  <a:lnTo>
                    <a:pt x="309803" y="337134"/>
                  </a:lnTo>
                  <a:lnTo>
                    <a:pt x="313004" y="336931"/>
                  </a:lnTo>
                  <a:lnTo>
                    <a:pt x="316204" y="336740"/>
                  </a:lnTo>
                  <a:lnTo>
                    <a:pt x="318770" y="335775"/>
                  </a:lnTo>
                  <a:lnTo>
                    <a:pt x="318744" y="335432"/>
                  </a:lnTo>
                  <a:lnTo>
                    <a:pt x="340093" y="360311"/>
                  </a:lnTo>
                  <a:lnTo>
                    <a:pt x="338480" y="360413"/>
                  </a:lnTo>
                  <a:lnTo>
                    <a:pt x="337934" y="363474"/>
                  </a:lnTo>
                  <a:lnTo>
                    <a:pt x="338277" y="370954"/>
                  </a:lnTo>
                  <a:lnTo>
                    <a:pt x="338721" y="372618"/>
                  </a:lnTo>
                  <a:lnTo>
                    <a:pt x="337324" y="372275"/>
                  </a:lnTo>
                  <a:lnTo>
                    <a:pt x="334124" y="372478"/>
                  </a:lnTo>
                  <a:lnTo>
                    <a:pt x="330923" y="372668"/>
                  </a:lnTo>
                  <a:lnTo>
                    <a:pt x="328358" y="373634"/>
                  </a:lnTo>
                  <a:lnTo>
                    <a:pt x="328447" y="375602"/>
                  </a:lnTo>
                  <a:lnTo>
                    <a:pt x="331089" y="376224"/>
                  </a:lnTo>
                  <a:lnTo>
                    <a:pt x="337489" y="375831"/>
                  </a:lnTo>
                  <a:lnTo>
                    <a:pt x="338924" y="375297"/>
                  </a:lnTo>
                  <a:lnTo>
                    <a:pt x="338632" y="377012"/>
                  </a:lnTo>
                  <a:lnTo>
                    <a:pt x="338797" y="380746"/>
                  </a:lnTo>
                  <a:lnTo>
                    <a:pt x="338963" y="384492"/>
                  </a:lnTo>
                  <a:lnTo>
                    <a:pt x="339788" y="387477"/>
                  </a:lnTo>
                  <a:lnTo>
                    <a:pt x="340321" y="387451"/>
                  </a:lnTo>
                  <a:lnTo>
                    <a:pt x="340321" y="360908"/>
                  </a:lnTo>
                  <a:lnTo>
                    <a:pt x="340182" y="360400"/>
                  </a:lnTo>
                  <a:lnTo>
                    <a:pt x="349948" y="371805"/>
                  </a:lnTo>
                  <a:lnTo>
                    <a:pt x="349948" y="361137"/>
                  </a:lnTo>
                  <a:lnTo>
                    <a:pt x="317042" y="322745"/>
                  </a:lnTo>
                  <a:lnTo>
                    <a:pt x="317042" y="333425"/>
                  </a:lnTo>
                  <a:lnTo>
                    <a:pt x="316039" y="333184"/>
                  </a:lnTo>
                  <a:lnTo>
                    <a:pt x="309638" y="333590"/>
                  </a:lnTo>
                  <a:lnTo>
                    <a:pt x="308127" y="334162"/>
                  </a:lnTo>
                  <a:lnTo>
                    <a:pt x="308432" y="332409"/>
                  </a:lnTo>
                  <a:lnTo>
                    <a:pt x="308267" y="328663"/>
                  </a:lnTo>
                  <a:lnTo>
                    <a:pt x="308089" y="324929"/>
                  </a:lnTo>
                  <a:lnTo>
                    <a:pt x="307276" y="322033"/>
                  </a:lnTo>
                  <a:lnTo>
                    <a:pt x="317042" y="333425"/>
                  </a:lnTo>
                  <a:lnTo>
                    <a:pt x="317042" y="322745"/>
                  </a:lnTo>
                  <a:lnTo>
                    <a:pt x="315823" y="321322"/>
                  </a:lnTo>
                  <a:lnTo>
                    <a:pt x="307213" y="311277"/>
                  </a:lnTo>
                  <a:lnTo>
                    <a:pt x="307213" y="321957"/>
                  </a:lnTo>
                  <a:lnTo>
                    <a:pt x="306082" y="322021"/>
                  </a:lnTo>
                  <a:lnTo>
                    <a:pt x="306679" y="321322"/>
                  </a:lnTo>
                  <a:lnTo>
                    <a:pt x="307213" y="321957"/>
                  </a:lnTo>
                  <a:lnTo>
                    <a:pt x="307213" y="311277"/>
                  </a:lnTo>
                  <a:lnTo>
                    <a:pt x="306679" y="310654"/>
                  </a:lnTo>
                  <a:lnTo>
                    <a:pt x="272643" y="350354"/>
                  </a:lnTo>
                  <a:lnTo>
                    <a:pt x="272643" y="372084"/>
                  </a:lnTo>
                  <a:lnTo>
                    <a:pt x="271233" y="371741"/>
                  </a:lnTo>
                  <a:lnTo>
                    <a:pt x="268033" y="371932"/>
                  </a:lnTo>
                  <a:lnTo>
                    <a:pt x="264833" y="372135"/>
                  </a:lnTo>
                  <a:lnTo>
                    <a:pt x="262343" y="373087"/>
                  </a:lnTo>
                  <a:lnTo>
                    <a:pt x="262343" y="374992"/>
                  </a:lnTo>
                  <a:lnTo>
                    <a:pt x="261505" y="374002"/>
                  </a:lnTo>
                  <a:lnTo>
                    <a:pt x="262267" y="373113"/>
                  </a:lnTo>
                  <a:lnTo>
                    <a:pt x="262343" y="374992"/>
                  </a:lnTo>
                  <a:lnTo>
                    <a:pt x="262343" y="373087"/>
                  </a:lnTo>
                  <a:lnTo>
                    <a:pt x="272059" y="361696"/>
                  </a:lnTo>
                  <a:lnTo>
                    <a:pt x="271843" y="362940"/>
                  </a:lnTo>
                  <a:lnTo>
                    <a:pt x="272186" y="370408"/>
                  </a:lnTo>
                  <a:lnTo>
                    <a:pt x="272643" y="372084"/>
                  </a:lnTo>
                  <a:lnTo>
                    <a:pt x="272643" y="350354"/>
                  </a:lnTo>
                  <a:lnTo>
                    <a:pt x="256146" y="369595"/>
                  </a:lnTo>
                  <a:lnTo>
                    <a:pt x="250812" y="363372"/>
                  </a:lnTo>
                  <a:lnTo>
                    <a:pt x="250812" y="374002"/>
                  </a:lnTo>
                  <a:lnTo>
                    <a:pt x="240703" y="385800"/>
                  </a:lnTo>
                  <a:lnTo>
                    <a:pt x="240969" y="384302"/>
                  </a:lnTo>
                  <a:lnTo>
                    <a:pt x="240626" y="376821"/>
                  </a:lnTo>
                  <a:lnTo>
                    <a:pt x="240169" y="375145"/>
                  </a:lnTo>
                  <a:lnTo>
                    <a:pt x="241655" y="375500"/>
                  </a:lnTo>
                  <a:lnTo>
                    <a:pt x="244856" y="375297"/>
                  </a:lnTo>
                  <a:lnTo>
                    <a:pt x="248056" y="375094"/>
                  </a:lnTo>
                  <a:lnTo>
                    <a:pt x="250621" y="374129"/>
                  </a:lnTo>
                  <a:lnTo>
                    <a:pt x="250596" y="373761"/>
                  </a:lnTo>
                  <a:lnTo>
                    <a:pt x="250812" y="374002"/>
                  </a:lnTo>
                  <a:lnTo>
                    <a:pt x="250812" y="363372"/>
                  </a:lnTo>
                  <a:lnTo>
                    <a:pt x="248907" y="361149"/>
                  </a:lnTo>
                  <a:lnTo>
                    <a:pt x="248907" y="371805"/>
                  </a:lnTo>
                  <a:lnTo>
                    <a:pt x="247891" y="371551"/>
                  </a:lnTo>
                  <a:lnTo>
                    <a:pt x="241477" y="371944"/>
                  </a:lnTo>
                  <a:lnTo>
                    <a:pt x="239966" y="372516"/>
                  </a:lnTo>
                  <a:lnTo>
                    <a:pt x="240271" y="370763"/>
                  </a:lnTo>
                  <a:lnTo>
                    <a:pt x="240106" y="367030"/>
                  </a:lnTo>
                  <a:lnTo>
                    <a:pt x="239941" y="363283"/>
                  </a:lnTo>
                  <a:lnTo>
                    <a:pt x="239293" y="360984"/>
                  </a:lnTo>
                  <a:lnTo>
                    <a:pt x="239293" y="387451"/>
                  </a:lnTo>
                  <a:lnTo>
                    <a:pt x="205651" y="426694"/>
                  </a:lnTo>
                  <a:lnTo>
                    <a:pt x="193979" y="413092"/>
                  </a:lnTo>
                  <a:lnTo>
                    <a:pt x="196545" y="413689"/>
                  </a:lnTo>
                  <a:lnTo>
                    <a:pt x="202946" y="413296"/>
                  </a:lnTo>
                  <a:lnTo>
                    <a:pt x="204381" y="412762"/>
                  </a:lnTo>
                  <a:lnTo>
                    <a:pt x="204089" y="414477"/>
                  </a:lnTo>
                  <a:lnTo>
                    <a:pt x="204254" y="418211"/>
                  </a:lnTo>
                  <a:lnTo>
                    <a:pt x="204419" y="421957"/>
                  </a:lnTo>
                  <a:lnTo>
                    <a:pt x="205244" y="424942"/>
                  </a:lnTo>
                  <a:lnTo>
                    <a:pt x="206921" y="424827"/>
                  </a:lnTo>
                  <a:lnTo>
                    <a:pt x="207467" y="421767"/>
                  </a:lnTo>
                  <a:lnTo>
                    <a:pt x="207124" y="414286"/>
                  </a:lnTo>
                  <a:lnTo>
                    <a:pt x="206667" y="412623"/>
                  </a:lnTo>
                  <a:lnTo>
                    <a:pt x="208140" y="412965"/>
                  </a:lnTo>
                  <a:lnTo>
                    <a:pt x="211353" y="412762"/>
                  </a:lnTo>
                  <a:lnTo>
                    <a:pt x="214553" y="412559"/>
                  </a:lnTo>
                  <a:lnTo>
                    <a:pt x="217119" y="411594"/>
                  </a:lnTo>
                  <a:lnTo>
                    <a:pt x="217017" y="409638"/>
                  </a:lnTo>
                  <a:lnTo>
                    <a:pt x="214388" y="409016"/>
                  </a:lnTo>
                  <a:lnTo>
                    <a:pt x="207975" y="409409"/>
                  </a:lnTo>
                  <a:lnTo>
                    <a:pt x="206463" y="409981"/>
                  </a:lnTo>
                  <a:lnTo>
                    <a:pt x="206768" y="408228"/>
                  </a:lnTo>
                  <a:lnTo>
                    <a:pt x="206603" y="404495"/>
                  </a:lnTo>
                  <a:lnTo>
                    <a:pt x="206438" y="400748"/>
                  </a:lnTo>
                  <a:lnTo>
                    <a:pt x="205600" y="397764"/>
                  </a:lnTo>
                  <a:lnTo>
                    <a:pt x="203936" y="397878"/>
                  </a:lnTo>
                  <a:lnTo>
                    <a:pt x="203390" y="400939"/>
                  </a:lnTo>
                  <a:lnTo>
                    <a:pt x="203733" y="408419"/>
                  </a:lnTo>
                  <a:lnTo>
                    <a:pt x="204177" y="410083"/>
                  </a:lnTo>
                  <a:lnTo>
                    <a:pt x="202780" y="409740"/>
                  </a:lnTo>
                  <a:lnTo>
                    <a:pt x="199580" y="409943"/>
                  </a:lnTo>
                  <a:lnTo>
                    <a:pt x="196380" y="410133"/>
                  </a:lnTo>
                  <a:lnTo>
                    <a:pt x="193814" y="411099"/>
                  </a:lnTo>
                  <a:lnTo>
                    <a:pt x="193890" y="413004"/>
                  </a:lnTo>
                  <a:lnTo>
                    <a:pt x="161391" y="375081"/>
                  </a:lnTo>
                  <a:lnTo>
                    <a:pt x="163957" y="375678"/>
                  </a:lnTo>
                  <a:lnTo>
                    <a:pt x="170370" y="375285"/>
                  </a:lnTo>
                  <a:lnTo>
                    <a:pt x="171792" y="374751"/>
                  </a:lnTo>
                  <a:lnTo>
                    <a:pt x="171500" y="376478"/>
                  </a:lnTo>
                  <a:lnTo>
                    <a:pt x="171678" y="380212"/>
                  </a:lnTo>
                  <a:lnTo>
                    <a:pt x="171843" y="383946"/>
                  </a:lnTo>
                  <a:lnTo>
                    <a:pt x="172669" y="386930"/>
                  </a:lnTo>
                  <a:lnTo>
                    <a:pt x="174345" y="386829"/>
                  </a:lnTo>
                  <a:lnTo>
                    <a:pt x="174891" y="383755"/>
                  </a:lnTo>
                  <a:lnTo>
                    <a:pt x="174536" y="376288"/>
                  </a:lnTo>
                  <a:lnTo>
                    <a:pt x="174078" y="374611"/>
                  </a:lnTo>
                  <a:lnTo>
                    <a:pt x="175564" y="374954"/>
                  </a:lnTo>
                  <a:lnTo>
                    <a:pt x="178765" y="374751"/>
                  </a:lnTo>
                  <a:lnTo>
                    <a:pt x="181965" y="374561"/>
                  </a:lnTo>
                  <a:lnTo>
                    <a:pt x="184531" y="373595"/>
                  </a:lnTo>
                  <a:lnTo>
                    <a:pt x="184442" y="371640"/>
                  </a:lnTo>
                  <a:lnTo>
                    <a:pt x="181800" y="371005"/>
                  </a:lnTo>
                  <a:lnTo>
                    <a:pt x="175399" y="371411"/>
                  </a:lnTo>
                  <a:lnTo>
                    <a:pt x="173888" y="371983"/>
                  </a:lnTo>
                  <a:lnTo>
                    <a:pt x="174193" y="370230"/>
                  </a:lnTo>
                  <a:lnTo>
                    <a:pt x="174015" y="366483"/>
                  </a:lnTo>
                  <a:lnTo>
                    <a:pt x="173850" y="362750"/>
                  </a:lnTo>
                  <a:lnTo>
                    <a:pt x="173024" y="359765"/>
                  </a:lnTo>
                  <a:lnTo>
                    <a:pt x="172656" y="359791"/>
                  </a:lnTo>
                  <a:lnTo>
                    <a:pt x="204431" y="322745"/>
                  </a:lnTo>
                  <a:lnTo>
                    <a:pt x="204012" y="325120"/>
                  </a:lnTo>
                  <a:lnTo>
                    <a:pt x="204355" y="332587"/>
                  </a:lnTo>
                  <a:lnTo>
                    <a:pt x="204800" y="334264"/>
                  </a:lnTo>
                  <a:lnTo>
                    <a:pt x="203403" y="333921"/>
                  </a:lnTo>
                  <a:lnTo>
                    <a:pt x="200202" y="334111"/>
                  </a:lnTo>
                  <a:lnTo>
                    <a:pt x="196989" y="334314"/>
                  </a:lnTo>
                  <a:lnTo>
                    <a:pt x="194424" y="335280"/>
                  </a:lnTo>
                  <a:lnTo>
                    <a:pt x="194525" y="337235"/>
                  </a:lnTo>
                  <a:lnTo>
                    <a:pt x="197167" y="337870"/>
                  </a:lnTo>
                  <a:lnTo>
                    <a:pt x="203568" y="337464"/>
                  </a:lnTo>
                  <a:lnTo>
                    <a:pt x="205003" y="336931"/>
                  </a:lnTo>
                  <a:lnTo>
                    <a:pt x="204711" y="338658"/>
                  </a:lnTo>
                  <a:lnTo>
                    <a:pt x="204876" y="342392"/>
                  </a:lnTo>
                  <a:lnTo>
                    <a:pt x="205041" y="346125"/>
                  </a:lnTo>
                  <a:lnTo>
                    <a:pt x="205867" y="349110"/>
                  </a:lnTo>
                  <a:lnTo>
                    <a:pt x="207543" y="349008"/>
                  </a:lnTo>
                  <a:lnTo>
                    <a:pt x="208089" y="345935"/>
                  </a:lnTo>
                  <a:lnTo>
                    <a:pt x="207746" y="338467"/>
                  </a:lnTo>
                  <a:lnTo>
                    <a:pt x="207289" y="336791"/>
                  </a:lnTo>
                  <a:lnTo>
                    <a:pt x="208762" y="337134"/>
                  </a:lnTo>
                  <a:lnTo>
                    <a:pt x="211963" y="336931"/>
                  </a:lnTo>
                  <a:lnTo>
                    <a:pt x="215176" y="336740"/>
                  </a:lnTo>
                  <a:lnTo>
                    <a:pt x="217741" y="335775"/>
                  </a:lnTo>
                  <a:lnTo>
                    <a:pt x="217716" y="335432"/>
                  </a:lnTo>
                  <a:lnTo>
                    <a:pt x="239064" y="360311"/>
                  </a:lnTo>
                  <a:lnTo>
                    <a:pt x="237439" y="360413"/>
                  </a:lnTo>
                  <a:lnTo>
                    <a:pt x="236893" y="363474"/>
                  </a:lnTo>
                  <a:lnTo>
                    <a:pt x="237236" y="370954"/>
                  </a:lnTo>
                  <a:lnTo>
                    <a:pt x="237680" y="372618"/>
                  </a:lnTo>
                  <a:lnTo>
                    <a:pt x="236283" y="372275"/>
                  </a:lnTo>
                  <a:lnTo>
                    <a:pt x="233083" y="372478"/>
                  </a:lnTo>
                  <a:lnTo>
                    <a:pt x="229882" y="372668"/>
                  </a:lnTo>
                  <a:lnTo>
                    <a:pt x="227317" y="373634"/>
                  </a:lnTo>
                  <a:lnTo>
                    <a:pt x="227406" y="375602"/>
                  </a:lnTo>
                  <a:lnTo>
                    <a:pt x="230047" y="376224"/>
                  </a:lnTo>
                  <a:lnTo>
                    <a:pt x="236461" y="375831"/>
                  </a:lnTo>
                  <a:lnTo>
                    <a:pt x="237883" y="375297"/>
                  </a:lnTo>
                  <a:lnTo>
                    <a:pt x="237591" y="377012"/>
                  </a:lnTo>
                  <a:lnTo>
                    <a:pt x="237756" y="380746"/>
                  </a:lnTo>
                  <a:lnTo>
                    <a:pt x="237921" y="384492"/>
                  </a:lnTo>
                  <a:lnTo>
                    <a:pt x="238760" y="387477"/>
                  </a:lnTo>
                  <a:lnTo>
                    <a:pt x="239293" y="387451"/>
                  </a:lnTo>
                  <a:lnTo>
                    <a:pt x="239293" y="360984"/>
                  </a:lnTo>
                  <a:lnTo>
                    <a:pt x="239128" y="360387"/>
                  </a:lnTo>
                  <a:lnTo>
                    <a:pt x="248907" y="371805"/>
                  </a:lnTo>
                  <a:lnTo>
                    <a:pt x="248907" y="361149"/>
                  </a:lnTo>
                  <a:lnTo>
                    <a:pt x="216001" y="322757"/>
                  </a:lnTo>
                  <a:lnTo>
                    <a:pt x="216001" y="333438"/>
                  </a:lnTo>
                  <a:lnTo>
                    <a:pt x="215011" y="333184"/>
                  </a:lnTo>
                  <a:lnTo>
                    <a:pt x="208597" y="333590"/>
                  </a:lnTo>
                  <a:lnTo>
                    <a:pt x="207086" y="334162"/>
                  </a:lnTo>
                  <a:lnTo>
                    <a:pt x="207391" y="332409"/>
                  </a:lnTo>
                  <a:lnTo>
                    <a:pt x="207225" y="328663"/>
                  </a:lnTo>
                  <a:lnTo>
                    <a:pt x="207060" y="324929"/>
                  </a:lnTo>
                  <a:lnTo>
                    <a:pt x="206235" y="322021"/>
                  </a:lnTo>
                  <a:lnTo>
                    <a:pt x="216001" y="333438"/>
                  </a:lnTo>
                  <a:lnTo>
                    <a:pt x="216001" y="322757"/>
                  </a:lnTo>
                  <a:lnTo>
                    <a:pt x="214782" y="321322"/>
                  </a:lnTo>
                  <a:lnTo>
                    <a:pt x="206184" y="311289"/>
                  </a:lnTo>
                  <a:lnTo>
                    <a:pt x="206184" y="321957"/>
                  </a:lnTo>
                  <a:lnTo>
                    <a:pt x="205054" y="322021"/>
                  </a:lnTo>
                  <a:lnTo>
                    <a:pt x="205651" y="321322"/>
                  </a:lnTo>
                  <a:lnTo>
                    <a:pt x="206184" y="321957"/>
                  </a:lnTo>
                  <a:lnTo>
                    <a:pt x="206184" y="311289"/>
                  </a:lnTo>
                  <a:lnTo>
                    <a:pt x="205651" y="310654"/>
                  </a:lnTo>
                  <a:lnTo>
                    <a:pt x="171602" y="350367"/>
                  </a:lnTo>
                  <a:lnTo>
                    <a:pt x="171602" y="372084"/>
                  </a:lnTo>
                  <a:lnTo>
                    <a:pt x="170205" y="371741"/>
                  </a:lnTo>
                  <a:lnTo>
                    <a:pt x="166992" y="371932"/>
                  </a:lnTo>
                  <a:lnTo>
                    <a:pt x="163791" y="372135"/>
                  </a:lnTo>
                  <a:lnTo>
                    <a:pt x="161302" y="373075"/>
                  </a:lnTo>
                  <a:lnTo>
                    <a:pt x="161302" y="374980"/>
                  </a:lnTo>
                  <a:lnTo>
                    <a:pt x="160477" y="374002"/>
                  </a:lnTo>
                  <a:lnTo>
                    <a:pt x="161226" y="373138"/>
                  </a:lnTo>
                  <a:lnTo>
                    <a:pt x="161302" y="374980"/>
                  </a:lnTo>
                  <a:lnTo>
                    <a:pt x="161302" y="373075"/>
                  </a:lnTo>
                  <a:lnTo>
                    <a:pt x="171018" y="361708"/>
                  </a:lnTo>
                  <a:lnTo>
                    <a:pt x="170802" y="362940"/>
                  </a:lnTo>
                  <a:lnTo>
                    <a:pt x="171157" y="370408"/>
                  </a:lnTo>
                  <a:lnTo>
                    <a:pt x="171602" y="372084"/>
                  </a:lnTo>
                  <a:lnTo>
                    <a:pt x="171602" y="350367"/>
                  </a:lnTo>
                  <a:lnTo>
                    <a:pt x="151333" y="374002"/>
                  </a:lnTo>
                  <a:lnTo>
                    <a:pt x="205651" y="437362"/>
                  </a:lnTo>
                  <a:lnTo>
                    <a:pt x="214782" y="426694"/>
                  </a:lnTo>
                  <a:lnTo>
                    <a:pt x="256159" y="378421"/>
                  </a:lnTo>
                  <a:lnTo>
                    <a:pt x="306679" y="437362"/>
                  </a:lnTo>
                  <a:lnTo>
                    <a:pt x="315823" y="426694"/>
                  </a:lnTo>
                  <a:lnTo>
                    <a:pt x="360984" y="374002"/>
                  </a:lnTo>
                  <a:close/>
                </a:path>
                <a:path w="466090" h="514984">
                  <a:moveTo>
                    <a:pt x="465480" y="63347"/>
                  </a:moveTo>
                  <a:lnTo>
                    <a:pt x="456336" y="52692"/>
                  </a:lnTo>
                  <a:lnTo>
                    <a:pt x="456336" y="63347"/>
                  </a:lnTo>
                  <a:lnTo>
                    <a:pt x="446227" y="75133"/>
                  </a:lnTo>
                  <a:lnTo>
                    <a:pt x="446493" y="73634"/>
                  </a:lnTo>
                  <a:lnTo>
                    <a:pt x="446151" y="66167"/>
                  </a:lnTo>
                  <a:lnTo>
                    <a:pt x="445693" y="64490"/>
                  </a:lnTo>
                  <a:lnTo>
                    <a:pt x="447179" y="64833"/>
                  </a:lnTo>
                  <a:lnTo>
                    <a:pt x="450380" y="64630"/>
                  </a:lnTo>
                  <a:lnTo>
                    <a:pt x="453580" y="64439"/>
                  </a:lnTo>
                  <a:lnTo>
                    <a:pt x="456145" y="63474"/>
                  </a:lnTo>
                  <a:lnTo>
                    <a:pt x="456120" y="63106"/>
                  </a:lnTo>
                  <a:lnTo>
                    <a:pt x="456336" y="63347"/>
                  </a:lnTo>
                  <a:lnTo>
                    <a:pt x="456336" y="52692"/>
                  </a:lnTo>
                  <a:lnTo>
                    <a:pt x="454431" y="50469"/>
                  </a:lnTo>
                  <a:lnTo>
                    <a:pt x="454431" y="61137"/>
                  </a:lnTo>
                  <a:lnTo>
                    <a:pt x="453415" y="60883"/>
                  </a:lnTo>
                  <a:lnTo>
                    <a:pt x="447001" y="61290"/>
                  </a:lnTo>
                  <a:lnTo>
                    <a:pt x="445490" y="61861"/>
                  </a:lnTo>
                  <a:lnTo>
                    <a:pt x="445795" y="60096"/>
                  </a:lnTo>
                  <a:lnTo>
                    <a:pt x="445630" y="56362"/>
                  </a:lnTo>
                  <a:lnTo>
                    <a:pt x="445465" y="52628"/>
                  </a:lnTo>
                  <a:lnTo>
                    <a:pt x="444817" y="50330"/>
                  </a:lnTo>
                  <a:lnTo>
                    <a:pt x="444817" y="76784"/>
                  </a:lnTo>
                  <a:lnTo>
                    <a:pt x="411162" y="116039"/>
                  </a:lnTo>
                  <a:lnTo>
                    <a:pt x="399478" y="102412"/>
                  </a:lnTo>
                  <a:lnTo>
                    <a:pt x="402069" y="103035"/>
                  </a:lnTo>
                  <a:lnTo>
                    <a:pt x="408470" y="102628"/>
                  </a:lnTo>
                  <a:lnTo>
                    <a:pt x="409905" y="102095"/>
                  </a:lnTo>
                  <a:lnTo>
                    <a:pt x="409613" y="103822"/>
                  </a:lnTo>
                  <a:lnTo>
                    <a:pt x="409778" y="107556"/>
                  </a:lnTo>
                  <a:lnTo>
                    <a:pt x="409943" y="111290"/>
                  </a:lnTo>
                  <a:lnTo>
                    <a:pt x="410768" y="114274"/>
                  </a:lnTo>
                  <a:lnTo>
                    <a:pt x="412445" y="114173"/>
                  </a:lnTo>
                  <a:lnTo>
                    <a:pt x="412991" y="111099"/>
                  </a:lnTo>
                  <a:lnTo>
                    <a:pt x="412648" y="103632"/>
                  </a:lnTo>
                  <a:lnTo>
                    <a:pt x="412191" y="101955"/>
                  </a:lnTo>
                  <a:lnTo>
                    <a:pt x="413664" y="102298"/>
                  </a:lnTo>
                  <a:lnTo>
                    <a:pt x="416877" y="102095"/>
                  </a:lnTo>
                  <a:lnTo>
                    <a:pt x="420077" y="101904"/>
                  </a:lnTo>
                  <a:lnTo>
                    <a:pt x="422643" y="100939"/>
                  </a:lnTo>
                  <a:lnTo>
                    <a:pt x="422541" y="98983"/>
                  </a:lnTo>
                  <a:lnTo>
                    <a:pt x="419912" y="98348"/>
                  </a:lnTo>
                  <a:lnTo>
                    <a:pt x="413499" y="98755"/>
                  </a:lnTo>
                  <a:lnTo>
                    <a:pt x="411988" y="99326"/>
                  </a:lnTo>
                  <a:lnTo>
                    <a:pt x="412292" y="97574"/>
                  </a:lnTo>
                  <a:lnTo>
                    <a:pt x="412127" y="93827"/>
                  </a:lnTo>
                  <a:lnTo>
                    <a:pt x="411962" y="90093"/>
                  </a:lnTo>
                  <a:lnTo>
                    <a:pt x="411137" y="87109"/>
                  </a:lnTo>
                  <a:lnTo>
                    <a:pt x="409460" y="87210"/>
                  </a:lnTo>
                  <a:lnTo>
                    <a:pt x="408914" y="90284"/>
                  </a:lnTo>
                  <a:lnTo>
                    <a:pt x="409257" y="97751"/>
                  </a:lnTo>
                  <a:lnTo>
                    <a:pt x="409702" y="99428"/>
                  </a:lnTo>
                  <a:lnTo>
                    <a:pt x="408305" y="99085"/>
                  </a:lnTo>
                  <a:lnTo>
                    <a:pt x="405104" y="99275"/>
                  </a:lnTo>
                  <a:lnTo>
                    <a:pt x="401904" y="99479"/>
                  </a:lnTo>
                  <a:lnTo>
                    <a:pt x="399338" y="100444"/>
                  </a:lnTo>
                  <a:lnTo>
                    <a:pt x="399415" y="102349"/>
                  </a:lnTo>
                  <a:lnTo>
                    <a:pt x="366915" y="64427"/>
                  </a:lnTo>
                  <a:lnTo>
                    <a:pt x="369481" y="65024"/>
                  </a:lnTo>
                  <a:lnTo>
                    <a:pt x="375894" y="64630"/>
                  </a:lnTo>
                  <a:lnTo>
                    <a:pt x="377329" y="64096"/>
                  </a:lnTo>
                  <a:lnTo>
                    <a:pt x="377024" y="65811"/>
                  </a:lnTo>
                  <a:lnTo>
                    <a:pt x="377202" y="69545"/>
                  </a:lnTo>
                  <a:lnTo>
                    <a:pt x="377367" y="73291"/>
                  </a:lnTo>
                  <a:lnTo>
                    <a:pt x="378193" y="76276"/>
                  </a:lnTo>
                  <a:lnTo>
                    <a:pt x="379869" y="76161"/>
                  </a:lnTo>
                  <a:lnTo>
                    <a:pt x="380415" y="73101"/>
                  </a:lnTo>
                  <a:lnTo>
                    <a:pt x="380072" y="65620"/>
                  </a:lnTo>
                  <a:lnTo>
                    <a:pt x="379603" y="63957"/>
                  </a:lnTo>
                  <a:lnTo>
                    <a:pt x="381088" y="64300"/>
                  </a:lnTo>
                  <a:lnTo>
                    <a:pt x="384289" y="64096"/>
                  </a:lnTo>
                  <a:lnTo>
                    <a:pt x="387489" y="63893"/>
                  </a:lnTo>
                  <a:lnTo>
                    <a:pt x="390055" y="62928"/>
                  </a:lnTo>
                  <a:lnTo>
                    <a:pt x="389966" y="60972"/>
                  </a:lnTo>
                  <a:lnTo>
                    <a:pt x="387324" y="60350"/>
                  </a:lnTo>
                  <a:lnTo>
                    <a:pt x="380923" y="60744"/>
                  </a:lnTo>
                  <a:lnTo>
                    <a:pt x="379412" y="61315"/>
                  </a:lnTo>
                  <a:lnTo>
                    <a:pt x="379717" y="59563"/>
                  </a:lnTo>
                  <a:lnTo>
                    <a:pt x="379539" y="55829"/>
                  </a:lnTo>
                  <a:lnTo>
                    <a:pt x="379374" y="52082"/>
                  </a:lnTo>
                  <a:lnTo>
                    <a:pt x="378548" y="49098"/>
                  </a:lnTo>
                  <a:lnTo>
                    <a:pt x="378193" y="49123"/>
                  </a:lnTo>
                  <a:lnTo>
                    <a:pt x="409956" y="12065"/>
                  </a:lnTo>
                  <a:lnTo>
                    <a:pt x="409536" y="14452"/>
                  </a:lnTo>
                  <a:lnTo>
                    <a:pt x="409879" y="21932"/>
                  </a:lnTo>
                  <a:lnTo>
                    <a:pt x="410324" y="23596"/>
                  </a:lnTo>
                  <a:lnTo>
                    <a:pt x="408927" y="23253"/>
                  </a:lnTo>
                  <a:lnTo>
                    <a:pt x="405726" y="23456"/>
                  </a:lnTo>
                  <a:lnTo>
                    <a:pt x="402513" y="23647"/>
                  </a:lnTo>
                  <a:lnTo>
                    <a:pt x="399948" y="24612"/>
                  </a:lnTo>
                  <a:lnTo>
                    <a:pt x="400050" y="26568"/>
                  </a:lnTo>
                  <a:lnTo>
                    <a:pt x="402691" y="27203"/>
                  </a:lnTo>
                  <a:lnTo>
                    <a:pt x="409092" y="26809"/>
                  </a:lnTo>
                  <a:lnTo>
                    <a:pt x="410527" y="26276"/>
                  </a:lnTo>
                  <a:lnTo>
                    <a:pt x="410235" y="27990"/>
                  </a:lnTo>
                  <a:lnTo>
                    <a:pt x="410400" y="31724"/>
                  </a:lnTo>
                  <a:lnTo>
                    <a:pt x="410565" y="35471"/>
                  </a:lnTo>
                  <a:lnTo>
                    <a:pt x="411391" y="38455"/>
                  </a:lnTo>
                  <a:lnTo>
                    <a:pt x="413067" y="38341"/>
                  </a:lnTo>
                  <a:lnTo>
                    <a:pt x="413613" y="35280"/>
                  </a:lnTo>
                  <a:lnTo>
                    <a:pt x="413270" y="27800"/>
                  </a:lnTo>
                  <a:lnTo>
                    <a:pt x="412813" y="26136"/>
                  </a:lnTo>
                  <a:lnTo>
                    <a:pt x="414286" y="26479"/>
                  </a:lnTo>
                  <a:lnTo>
                    <a:pt x="417499" y="26276"/>
                  </a:lnTo>
                  <a:lnTo>
                    <a:pt x="420700" y="26073"/>
                  </a:lnTo>
                  <a:lnTo>
                    <a:pt x="423265" y="25107"/>
                  </a:lnTo>
                  <a:lnTo>
                    <a:pt x="423240" y="24765"/>
                  </a:lnTo>
                  <a:lnTo>
                    <a:pt x="444588" y="49657"/>
                  </a:lnTo>
                  <a:lnTo>
                    <a:pt x="442963" y="49745"/>
                  </a:lnTo>
                  <a:lnTo>
                    <a:pt x="442417" y="52819"/>
                  </a:lnTo>
                  <a:lnTo>
                    <a:pt x="442760" y="60286"/>
                  </a:lnTo>
                  <a:lnTo>
                    <a:pt x="443217" y="61963"/>
                  </a:lnTo>
                  <a:lnTo>
                    <a:pt x="441820" y="61620"/>
                  </a:lnTo>
                  <a:lnTo>
                    <a:pt x="438607" y="61810"/>
                  </a:lnTo>
                  <a:lnTo>
                    <a:pt x="435406" y="62014"/>
                  </a:lnTo>
                  <a:lnTo>
                    <a:pt x="432841" y="62979"/>
                  </a:lnTo>
                  <a:lnTo>
                    <a:pt x="432930" y="64935"/>
                  </a:lnTo>
                  <a:lnTo>
                    <a:pt x="435571" y="65557"/>
                  </a:lnTo>
                  <a:lnTo>
                    <a:pt x="441985" y="65163"/>
                  </a:lnTo>
                  <a:lnTo>
                    <a:pt x="443407" y="64630"/>
                  </a:lnTo>
                  <a:lnTo>
                    <a:pt x="443115" y="66357"/>
                  </a:lnTo>
                  <a:lnTo>
                    <a:pt x="443280" y="70091"/>
                  </a:lnTo>
                  <a:lnTo>
                    <a:pt x="443458" y="73825"/>
                  </a:lnTo>
                  <a:lnTo>
                    <a:pt x="444284" y="76809"/>
                  </a:lnTo>
                  <a:lnTo>
                    <a:pt x="444817" y="76784"/>
                  </a:lnTo>
                  <a:lnTo>
                    <a:pt x="444817" y="50330"/>
                  </a:lnTo>
                  <a:lnTo>
                    <a:pt x="444652" y="49733"/>
                  </a:lnTo>
                  <a:lnTo>
                    <a:pt x="454431" y="61137"/>
                  </a:lnTo>
                  <a:lnTo>
                    <a:pt x="454431" y="50469"/>
                  </a:lnTo>
                  <a:lnTo>
                    <a:pt x="421525" y="12077"/>
                  </a:lnTo>
                  <a:lnTo>
                    <a:pt x="421525" y="22771"/>
                  </a:lnTo>
                  <a:lnTo>
                    <a:pt x="420535" y="22529"/>
                  </a:lnTo>
                  <a:lnTo>
                    <a:pt x="414121" y="22923"/>
                  </a:lnTo>
                  <a:lnTo>
                    <a:pt x="412610" y="23495"/>
                  </a:lnTo>
                  <a:lnTo>
                    <a:pt x="412915" y="21742"/>
                  </a:lnTo>
                  <a:lnTo>
                    <a:pt x="412750" y="18008"/>
                  </a:lnTo>
                  <a:lnTo>
                    <a:pt x="412584" y="14262"/>
                  </a:lnTo>
                  <a:lnTo>
                    <a:pt x="411784" y="11391"/>
                  </a:lnTo>
                  <a:lnTo>
                    <a:pt x="421525" y="22771"/>
                  </a:lnTo>
                  <a:lnTo>
                    <a:pt x="421525" y="12077"/>
                  </a:lnTo>
                  <a:lnTo>
                    <a:pt x="420306" y="10655"/>
                  </a:lnTo>
                  <a:lnTo>
                    <a:pt x="411695" y="622"/>
                  </a:lnTo>
                  <a:lnTo>
                    <a:pt x="411695" y="11290"/>
                  </a:lnTo>
                  <a:lnTo>
                    <a:pt x="410552" y="11366"/>
                  </a:lnTo>
                  <a:lnTo>
                    <a:pt x="411162" y="10655"/>
                  </a:lnTo>
                  <a:lnTo>
                    <a:pt x="411695" y="11290"/>
                  </a:lnTo>
                  <a:lnTo>
                    <a:pt x="411695" y="622"/>
                  </a:lnTo>
                  <a:lnTo>
                    <a:pt x="411162" y="0"/>
                  </a:lnTo>
                  <a:lnTo>
                    <a:pt x="377126" y="39712"/>
                  </a:lnTo>
                  <a:lnTo>
                    <a:pt x="377126" y="61417"/>
                  </a:lnTo>
                  <a:lnTo>
                    <a:pt x="375729" y="61074"/>
                  </a:lnTo>
                  <a:lnTo>
                    <a:pt x="372516" y="61277"/>
                  </a:lnTo>
                  <a:lnTo>
                    <a:pt x="369316" y="61468"/>
                  </a:lnTo>
                  <a:lnTo>
                    <a:pt x="366839" y="62407"/>
                  </a:lnTo>
                  <a:lnTo>
                    <a:pt x="366839" y="64338"/>
                  </a:lnTo>
                  <a:lnTo>
                    <a:pt x="366001" y="63347"/>
                  </a:lnTo>
                  <a:lnTo>
                    <a:pt x="366750" y="62484"/>
                  </a:lnTo>
                  <a:lnTo>
                    <a:pt x="366839" y="64338"/>
                  </a:lnTo>
                  <a:lnTo>
                    <a:pt x="366839" y="62407"/>
                  </a:lnTo>
                  <a:lnTo>
                    <a:pt x="376542" y="51054"/>
                  </a:lnTo>
                  <a:lnTo>
                    <a:pt x="376326" y="52273"/>
                  </a:lnTo>
                  <a:lnTo>
                    <a:pt x="376682" y="59753"/>
                  </a:lnTo>
                  <a:lnTo>
                    <a:pt x="377126" y="61417"/>
                  </a:lnTo>
                  <a:lnTo>
                    <a:pt x="377126" y="39712"/>
                  </a:lnTo>
                  <a:lnTo>
                    <a:pt x="356857" y="63347"/>
                  </a:lnTo>
                  <a:lnTo>
                    <a:pt x="411162" y="126695"/>
                  </a:lnTo>
                  <a:lnTo>
                    <a:pt x="420306" y="116039"/>
                  </a:lnTo>
                  <a:lnTo>
                    <a:pt x="465480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7" name="object 2107" descr=""/>
            <p:cNvSpPr/>
            <p:nvPr/>
          </p:nvSpPr>
          <p:spPr>
            <a:xfrm>
              <a:off x="8095678" y="7383583"/>
              <a:ext cx="361315" cy="204470"/>
            </a:xfrm>
            <a:custGeom>
              <a:avLst/>
              <a:gdLst/>
              <a:ahLst/>
              <a:cxnLst/>
              <a:rect l="l" t="t" r="r" b="b"/>
              <a:pathLst>
                <a:path w="361315" h="204470">
                  <a:moveTo>
                    <a:pt x="116713" y="25107"/>
                  </a:moveTo>
                  <a:lnTo>
                    <a:pt x="116611" y="23152"/>
                  </a:lnTo>
                  <a:lnTo>
                    <a:pt x="113982" y="22529"/>
                  </a:lnTo>
                  <a:lnTo>
                    <a:pt x="107569" y="22923"/>
                  </a:lnTo>
                  <a:lnTo>
                    <a:pt x="105016" y="23888"/>
                  </a:lnTo>
                  <a:lnTo>
                    <a:pt x="105105" y="25844"/>
                  </a:lnTo>
                  <a:lnTo>
                    <a:pt x="107734" y="26479"/>
                  </a:lnTo>
                  <a:lnTo>
                    <a:pt x="110947" y="26276"/>
                  </a:lnTo>
                  <a:lnTo>
                    <a:pt x="114147" y="26073"/>
                  </a:lnTo>
                  <a:lnTo>
                    <a:pt x="116713" y="25107"/>
                  </a:lnTo>
                  <a:close/>
                </a:path>
                <a:path w="361315" h="204470">
                  <a:moveTo>
                    <a:pt x="310451" y="140512"/>
                  </a:moveTo>
                  <a:lnTo>
                    <a:pt x="301320" y="129870"/>
                  </a:lnTo>
                  <a:lnTo>
                    <a:pt x="301320" y="140512"/>
                  </a:lnTo>
                  <a:lnTo>
                    <a:pt x="291198" y="152311"/>
                  </a:lnTo>
                  <a:lnTo>
                    <a:pt x="291477" y="150799"/>
                  </a:lnTo>
                  <a:lnTo>
                    <a:pt x="291134" y="143319"/>
                  </a:lnTo>
                  <a:lnTo>
                    <a:pt x="290677" y="141655"/>
                  </a:lnTo>
                  <a:lnTo>
                    <a:pt x="292150" y="141998"/>
                  </a:lnTo>
                  <a:lnTo>
                    <a:pt x="295363" y="141795"/>
                  </a:lnTo>
                  <a:lnTo>
                    <a:pt x="298564" y="141592"/>
                  </a:lnTo>
                  <a:lnTo>
                    <a:pt x="301129" y="140639"/>
                  </a:lnTo>
                  <a:lnTo>
                    <a:pt x="301104" y="140271"/>
                  </a:lnTo>
                  <a:lnTo>
                    <a:pt x="301320" y="140512"/>
                  </a:lnTo>
                  <a:lnTo>
                    <a:pt x="301320" y="129870"/>
                  </a:lnTo>
                  <a:lnTo>
                    <a:pt x="299402" y="127622"/>
                  </a:lnTo>
                  <a:lnTo>
                    <a:pt x="299402" y="138290"/>
                  </a:lnTo>
                  <a:lnTo>
                    <a:pt x="298399" y="138049"/>
                  </a:lnTo>
                  <a:lnTo>
                    <a:pt x="291985" y="138442"/>
                  </a:lnTo>
                  <a:lnTo>
                    <a:pt x="290474" y="139014"/>
                  </a:lnTo>
                  <a:lnTo>
                    <a:pt x="290779" y="137261"/>
                  </a:lnTo>
                  <a:lnTo>
                    <a:pt x="290614" y="133527"/>
                  </a:lnTo>
                  <a:lnTo>
                    <a:pt x="290449" y="129781"/>
                  </a:lnTo>
                  <a:lnTo>
                    <a:pt x="289801" y="127469"/>
                  </a:lnTo>
                  <a:lnTo>
                    <a:pt x="289801" y="153949"/>
                  </a:lnTo>
                  <a:lnTo>
                    <a:pt x="256146" y="193192"/>
                  </a:lnTo>
                  <a:lnTo>
                    <a:pt x="244462" y="179590"/>
                  </a:lnTo>
                  <a:lnTo>
                    <a:pt x="247040" y="180187"/>
                  </a:lnTo>
                  <a:lnTo>
                    <a:pt x="253453" y="179793"/>
                  </a:lnTo>
                  <a:lnTo>
                    <a:pt x="254876" y="179260"/>
                  </a:lnTo>
                  <a:lnTo>
                    <a:pt x="254584" y="180975"/>
                  </a:lnTo>
                  <a:lnTo>
                    <a:pt x="254762" y="184721"/>
                  </a:lnTo>
                  <a:lnTo>
                    <a:pt x="254927" y="188455"/>
                  </a:lnTo>
                  <a:lnTo>
                    <a:pt x="255752" y="191439"/>
                  </a:lnTo>
                  <a:lnTo>
                    <a:pt x="257429" y="191338"/>
                  </a:lnTo>
                  <a:lnTo>
                    <a:pt x="257975" y="188264"/>
                  </a:lnTo>
                  <a:lnTo>
                    <a:pt x="257632" y="180784"/>
                  </a:lnTo>
                  <a:lnTo>
                    <a:pt x="257162" y="179108"/>
                  </a:lnTo>
                  <a:lnTo>
                    <a:pt x="258648" y="179463"/>
                  </a:lnTo>
                  <a:lnTo>
                    <a:pt x="261848" y="179260"/>
                  </a:lnTo>
                  <a:lnTo>
                    <a:pt x="265049" y="179057"/>
                  </a:lnTo>
                  <a:lnTo>
                    <a:pt x="267614" y="178104"/>
                  </a:lnTo>
                  <a:lnTo>
                    <a:pt x="267525" y="176136"/>
                  </a:lnTo>
                  <a:lnTo>
                    <a:pt x="264883" y="175514"/>
                  </a:lnTo>
                  <a:lnTo>
                    <a:pt x="258483" y="175907"/>
                  </a:lnTo>
                  <a:lnTo>
                    <a:pt x="256971" y="176479"/>
                  </a:lnTo>
                  <a:lnTo>
                    <a:pt x="257276" y="174726"/>
                  </a:lnTo>
                  <a:lnTo>
                    <a:pt x="257111" y="170992"/>
                  </a:lnTo>
                  <a:lnTo>
                    <a:pt x="256933" y="167259"/>
                  </a:lnTo>
                  <a:lnTo>
                    <a:pt x="256108" y="164274"/>
                  </a:lnTo>
                  <a:lnTo>
                    <a:pt x="254431" y="164376"/>
                  </a:lnTo>
                  <a:lnTo>
                    <a:pt x="253885" y="167436"/>
                  </a:lnTo>
                  <a:lnTo>
                    <a:pt x="254241" y="174917"/>
                  </a:lnTo>
                  <a:lnTo>
                    <a:pt x="254685" y="176580"/>
                  </a:lnTo>
                  <a:lnTo>
                    <a:pt x="253288" y="176237"/>
                  </a:lnTo>
                  <a:lnTo>
                    <a:pt x="250075" y="176441"/>
                  </a:lnTo>
                  <a:lnTo>
                    <a:pt x="246875" y="176644"/>
                  </a:lnTo>
                  <a:lnTo>
                    <a:pt x="244309" y="177609"/>
                  </a:lnTo>
                  <a:lnTo>
                    <a:pt x="244398" y="179514"/>
                  </a:lnTo>
                  <a:lnTo>
                    <a:pt x="211874" y="141579"/>
                  </a:lnTo>
                  <a:lnTo>
                    <a:pt x="214464" y="142189"/>
                  </a:lnTo>
                  <a:lnTo>
                    <a:pt x="220865" y="141782"/>
                  </a:lnTo>
                  <a:lnTo>
                    <a:pt x="222300" y="141249"/>
                  </a:lnTo>
                  <a:lnTo>
                    <a:pt x="222008" y="142976"/>
                  </a:lnTo>
                  <a:lnTo>
                    <a:pt x="222173" y="146710"/>
                  </a:lnTo>
                  <a:lnTo>
                    <a:pt x="222338" y="150444"/>
                  </a:lnTo>
                  <a:lnTo>
                    <a:pt x="223177" y="153428"/>
                  </a:lnTo>
                  <a:lnTo>
                    <a:pt x="224840" y="153327"/>
                  </a:lnTo>
                  <a:lnTo>
                    <a:pt x="225386" y="150253"/>
                  </a:lnTo>
                  <a:lnTo>
                    <a:pt x="225044" y="142786"/>
                  </a:lnTo>
                  <a:lnTo>
                    <a:pt x="224586" y="141109"/>
                  </a:lnTo>
                  <a:lnTo>
                    <a:pt x="226060" y="141452"/>
                  </a:lnTo>
                  <a:lnTo>
                    <a:pt x="229273" y="141262"/>
                  </a:lnTo>
                  <a:lnTo>
                    <a:pt x="232473" y="141058"/>
                  </a:lnTo>
                  <a:lnTo>
                    <a:pt x="235038" y="140093"/>
                  </a:lnTo>
                  <a:lnTo>
                    <a:pt x="234950" y="138137"/>
                  </a:lnTo>
                  <a:lnTo>
                    <a:pt x="232308" y="137502"/>
                  </a:lnTo>
                  <a:lnTo>
                    <a:pt x="225894" y="137909"/>
                  </a:lnTo>
                  <a:lnTo>
                    <a:pt x="224383" y="138480"/>
                  </a:lnTo>
                  <a:lnTo>
                    <a:pt x="224688" y="136728"/>
                  </a:lnTo>
                  <a:lnTo>
                    <a:pt x="224523" y="132981"/>
                  </a:lnTo>
                  <a:lnTo>
                    <a:pt x="224358" y="129247"/>
                  </a:lnTo>
                  <a:lnTo>
                    <a:pt x="223532" y="126263"/>
                  </a:lnTo>
                  <a:lnTo>
                    <a:pt x="223164" y="126288"/>
                  </a:lnTo>
                  <a:lnTo>
                    <a:pt x="254927" y="89242"/>
                  </a:lnTo>
                  <a:lnTo>
                    <a:pt x="254508" y="91617"/>
                  </a:lnTo>
                  <a:lnTo>
                    <a:pt x="254863" y="99085"/>
                  </a:lnTo>
                  <a:lnTo>
                    <a:pt x="255308" y="100761"/>
                  </a:lnTo>
                  <a:lnTo>
                    <a:pt x="253911" y="100418"/>
                  </a:lnTo>
                  <a:lnTo>
                    <a:pt x="250698" y="100609"/>
                  </a:lnTo>
                  <a:lnTo>
                    <a:pt x="247497" y="100812"/>
                  </a:lnTo>
                  <a:lnTo>
                    <a:pt x="244932" y="101777"/>
                  </a:lnTo>
                  <a:lnTo>
                    <a:pt x="245033" y="103733"/>
                  </a:lnTo>
                  <a:lnTo>
                    <a:pt x="247662" y="104368"/>
                  </a:lnTo>
                  <a:lnTo>
                    <a:pt x="254076" y="103962"/>
                  </a:lnTo>
                  <a:lnTo>
                    <a:pt x="255498" y="103428"/>
                  </a:lnTo>
                  <a:lnTo>
                    <a:pt x="255206" y="105156"/>
                  </a:lnTo>
                  <a:lnTo>
                    <a:pt x="255384" y="108889"/>
                  </a:lnTo>
                  <a:lnTo>
                    <a:pt x="255549" y="112623"/>
                  </a:lnTo>
                  <a:lnTo>
                    <a:pt x="256374" y="115608"/>
                  </a:lnTo>
                  <a:lnTo>
                    <a:pt x="258051" y="115506"/>
                  </a:lnTo>
                  <a:lnTo>
                    <a:pt x="258597" y="112445"/>
                  </a:lnTo>
                  <a:lnTo>
                    <a:pt x="258241" y="104965"/>
                  </a:lnTo>
                  <a:lnTo>
                    <a:pt x="257784" y="103289"/>
                  </a:lnTo>
                  <a:lnTo>
                    <a:pt x="259270" y="103632"/>
                  </a:lnTo>
                  <a:lnTo>
                    <a:pt x="262470" y="103441"/>
                  </a:lnTo>
                  <a:lnTo>
                    <a:pt x="265671" y="103238"/>
                  </a:lnTo>
                  <a:lnTo>
                    <a:pt x="268236" y="102273"/>
                  </a:lnTo>
                  <a:lnTo>
                    <a:pt x="268211" y="101930"/>
                  </a:lnTo>
                  <a:lnTo>
                    <a:pt x="289560" y="126809"/>
                  </a:lnTo>
                  <a:lnTo>
                    <a:pt x="287947" y="126911"/>
                  </a:lnTo>
                  <a:lnTo>
                    <a:pt x="287401" y="129971"/>
                  </a:lnTo>
                  <a:lnTo>
                    <a:pt x="287743" y="137452"/>
                  </a:lnTo>
                  <a:lnTo>
                    <a:pt x="288188" y="139115"/>
                  </a:lnTo>
                  <a:lnTo>
                    <a:pt x="286791" y="138772"/>
                  </a:lnTo>
                  <a:lnTo>
                    <a:pt x="283591" y="138976"/>
                  </a:lnTo>
                  <a:lnTo>
                    <a:pt x="280377" y="139179"/>
                  </a:lnTo>
                  <a:lnTo>
                    <a:pt x="277812" y="140131"/>
                  </a:lnTo>
                  <a:lnTo>
                    <a:pt x="277914" y="142100"/>
                  </a:lnTo>
                  <a:lnTo>
                    <a:pt x="280555" y="142722"/>
                  </a:lnTo>
                  <a:lnTo>
                    <a:pt x="286956" y="142328"/>
                  </a:lnTo>
                  <a:lnTo>
                    <a:pt x="288391" y="141795"/>
                  </a:lnTo>
                  <a:lnTo>
                    <a:pt x="288099" y="143510"/>
                  </a:lnTo>
                  <a:lnTo>
                    <a:pt x="288264" y="147256"/>
                  </a:lnTo>
                  <a:lnTo>
                    <a:pt x="288429" y="150990"/>
                  </a:lnTo>
                  <a:lnTo>
                    <a:pt x="289255" y="153974"/>
                  </a:lnTo>
                  <a:lnTo>
                    <a:pt x="289801" y="153949"/>
                  </a:lnTo>
                  <a:lnTo>
                    <a:pt x="289801" y="127469"/>
                  </a:lnTo>
                  <a:lnTo>
                    <a:pt x="289648" y="126911"/>
                  </a:lnTo>
                  <a:lnTo>
                    <a:pt x="299402" y="138290"/>
                  </a:lnTo>
                  <a:lnTo>
                    <a:pt x="299402" y="127622"/>
                  </a:lnTo>
                  <a:lnTo>
                    <a:pt x="266509" y="89255"/>
                  </a:lnTo>
                  <a:lnTo>
                    <a:pt x="266509" y="99923"/>
                  </a:lnTo>
                  <a:lnTo>
                    <a:pt x="265506" y="99682"/>
                  </a:lnTo>
                  <a:lnTo>
                    <a:pt x="259105" y="100088"/>
                  </a:lnTo>
                  <a:lnTo>
                    <a:pt x="257594" y="100660"/>
                  </a:lnTo>
                  <a:lnTo>
                    <a:pt x="257898" y="98907"/>
                  </a:lnTo>
                  <a:lnTo>
                    <a:pt x="257721" y="95161"/>
                  </a:lnTo>
                  <a:lnTo>
                    <a:pt x="257556" y="91427"/>
                  </a:lnTo>
                  <a:lnTo>
                    <a:pt x="256743" y="88531"/>
                  </a:lnTo>
                  <a:lnTo>
                    <a:pt x="266509" y="99923"/>
                  </a:lnTo>
                  <a:lnTo>
                    <a:pt x="266509" y="89255"/>
                  </a:lnTo>
                  <a:lnTo>
                    <a:pt x="265290" y="87820"/>
                  </a:lnTo>
                  <a:lnTo>
                    <a:pt x="256679" y="77787"/>
                  </a:lnTo>
                  <a:lnTo>
                    <a:pt x="256679" y="88455"/>
                  </a:lnTo>
                  <a:lnTo>
                    <a:pt x="255549" y="88519"/>
                  </a:lnTo>
                  <a:lnTo>
                    <a:pt x="256146" y="87820"/>
                  </a:lnTo>
                  <a:lnTo>
                    <a:pt x="256679" y="88455"/>
                  </a:lnTo>
                  <a:lnTo>
                    <a:pt x="256679" y="77787"/>
                  </a:lnTo>
                  <a:lnTo>
                    <a:pt x="256146" y="77165"/>
                  </a:lnTo>
                  <a:lnTo>
                    <a:pt x="222097" y="116890"/>
                  </a:lnTo>
                  <a:lnTo>
                    <a:pt x="222097" y="138582"/>
                  </a:lnTo>
                  <a:lnTo>
                    <a:pt x="220700" y="138239"/>
                  </a:lnTo>
                  <a:lnTo>
                    <a:pt x="217500" y="138430"/>
                  </a:lnTo>
                  <a:lnTo>
                    <a:pt x="214299" y="138633"/>
                  </a:lnTo>
                  <a:lnTo>
                    <a:pt x="211810" y="139585"/>
                  </a:lnTo>
                  <a:lnTo>
                    <a:pt x="211810" y="141503"/>
                  </a:lnTo>
                  <a:lnTo>
                    <a:pt x="210972" y="140512"/>
                  </a:lnTo>
                  <a:lnTo>
                    <a:pt x="211734" y="139623"/>
                  </a:lnTo>
                  <a:lnTo>
                    <a:pt x="211810" y="141503"/>
                  </a:lnTo>
                  <a:lnTo>
                    <a:pt x="211810" y="139585"/>
                  </a:lnTo>
                  <a:lnTo>
                    <a:pt x="221526" y="128206"/>
                  </a:lnTo>
                  <a:lnTo>
                    <a:pt x="221310" y="129438"/>
                  </a:lnTo>
                  <a:lnTo>
                    <a:pt x="221653" y="136918"/>
                  </a:lnTo>
                  <a:lnTo>
                    <a:pt x="222097" y="138582"/>
                  </a:lnTo>
                  <a:lnTo>
                    <a:pt x="222097" y="116890"/>
                  </a:lnTo>
                  <a:lnTo>
                    <a:pt x="204965" y="136867"/>
                  </a:lnTo>
                  <a:lnTo>
                    <a:pt x="198970" y="129882"/>
                  </a:lnTo>
                  <a:lnTo>
                    <a:pt x="198970" y="140512"/>
                  </a:lnTo>
                  <a:lnTo>
                    <a:pt x="188849" y="152311"/>
                  </a:lnTo>
                  <a:lnTo>
                    <a:pt x="189128" y="150799"/>
                  </a:lnTo>
                  <a:lnTo>
                    <a:pt x="188785" y="143319"/>
                  </a:lnTo>
                  <a:lnTo>
                    <a:pt x="188315" y="141643"/>
                  </a:lnTo>
                  <a:lnTo>
                    <a:pt x="189801" y="141998"/>
                  </a:lnTo>
                  <a:lnTo>
                    <a:pt x="193001" y="141795"/>
                  </a:lnTo>
                  <a:lnTo>
                    <a:pt x="196202" y="141592"/>
                  </a:lnTo>
                  <a:lnTo>
                    <a:pt x="198767" y="140639"/>
                  </a:lnTo>
                  <a:lnTo>
                    <a:pt x="198742" y="140258"/>
                  </a:lnTo>
                  <a:lnTo>
                    <a:pt x="198970" y="140512"/>
                  </a:lnTo>
                  <a:lnTo>
                    <a:pt x="198970" y="129882"/>
                  </a:lnTo>
                  <a:lnTo>
                    <a:pt x="197053" y="127647"/>
                  </a:lnTo>
                  <a:lnTo>
                    <a:pt x="197053" y="138303"/>
                  </a:lnTo>
                  <a:lnTo>
                    <a:pt x="196037" y="138049"/>
                  </a:lnTo>
                  <a:lnTo>
                    <a:pt x="189636" y="138442"/>
                  </a:lnTo>
                  <a:lnTo>
                    <a:pt x="188125" y="139014"/>
                  </a:lnTo>
                  <a:lnTo>
                    <a:pt x="188429" y="137261"/>
                  </a:lnTo>
                  <a:lnTo>
                    <a:pt x="188264" y="133527"/>
                  </a:lnTo>
                  <a:lnTo>
                    <a:pt x="188087" y="129781"/>
                  </a:lnTo>
                  <a:lnTo>
                    <a:pt x="187452" y="127520"/>
                  </a:lnTo>
                  <a:lnTo>
                    <a:pt x="187452" y="153949"/>
                  </a:lnTo>
                  <a:lnTo>
                    <a:pt x="153797" y="193192"/>
                  </a:lnTo>
                  <a:lnTo>
                    <a:pt x="142113" y="179590"/>
                  </a:lnTo>
                  <a:lnTo>
                    <a:pt x="144691" y="180187"/>
                  </a:lnTo>
                  <a:lnTo>
                    <a:pt x="151104" y="179793"/>
                  </a:lnTo>
                  <a:lnTo>
                    <a:pt x="152527" y="179260"/>
                  </a:lnTo>
                  <a:lnTo>
                    <a:pt x="152234" y="180975"/>
                  </a:lnTo>
                  <a:lnTo>
                    <a:pt x="152400" y="184721"/>
                  </a:lnTo>
                  <a:lnTo>
                    <a:pt x="152565" y="188455"/>
                  </a:lnTo>
                  <a:lnTo>
                    <a:pt x="153403" y="191439"/>
                  </a:lnTo>
                  <a:lnTo>
                    <a:pt x="155079" y="191338"/>
                  </a:lnTo>
                  <a:lnTo>
                    <a:pt x="155613" y="188264"/>
                  </a:lnTo>
                  <a:lnTo>
                    <a:pt x="155270" y="180784"/>
                  </a:lnTo>
                  <a:lnTo>
                    <a:pt x="154813" y="179108"/>
                  </a:lnTo>
                  <a:lnTo>
                    <a:pt x="156298" y="179463"/>
                  </a:lnTo>
                  <a:lnTo>
                    <a:pt x="159499" y="179260"/>
                  </a:lnTo>
                  <a:lnTo>
                    <a:pt x="162699" y="179057"/>
                  </a:lnTo>
                  <a:lnTo>
                    <a:pt x="165265" y="178104"/>
                  </a:lnTo>
                  <a:lnTo>
                    <a:pt x="165176" y="176136"/>
                  </a:lnTo>
                  <a:lnTo>
                    <a:pt x="162534" y="175514"/>
                  </a:lnTo>
                  <a:lnTo>
                    <a:pt x="156121" y="175907"/>
                  </a:lnTo>
                  <a:lnTo>
                    <a:pt x="154609" y="176479"/>
                  </a:lnTo>
                  <a:lnTo>
                    <a:pt x="154927" y="174726"/>
                  </a:lnTo>
                  <a:lnTo>
                    <a:pt x="154749" y="170992"/>
                  </a:lnTo>
                  <a:lnTo>
                    <a:pt x="154584" y="167259"/>
                  </a:lnTo>
                  <a:lnTo>
                    <a:pt x="153758" y="164274"/>
                  </a:lnTo>
                  <a:lnTo>
                    <a:pt x="152082" y="164376"/>
                  </a:lnTo>
                  <a:lnTo>
                    <a:pt x="151536" y="167436"/>
                  </a:lnTo>
                  <a:lnTo>
                    <a:pt x="151879" y="174917"/>
                  </a:lnTo>
                  <a:lnTo>
                    <a:pt x="152323" y="176580"/>
                  </a:lnTo>
                  <a:lnTo>
                    <a:pt x="150926" y="176237"/>
                  </a:lnTo>
                  <a:lnTo>
                    <a:pt x="147726" y="176441"/>
                  </a:lnTo>
                  <a:lnTo>
                    <a:pt x="144526" y="176644"/>
                  </a:lnTo>
                  <a:lnTo>
                    <a:pt x="141960" y="177609"/>
                  </a:lnTo>
                  <a:lnTo>
                    <a:pt x="142036" y="179501"/>
                  </a:lnTo>
                  <a:lnTo>
                    <a:pt x="109524" y="141579"/>
                  </a:lnTo>
                  <a:lnTo>
                    <a:pt x="112115" y="142189"/>
                  </a:lnTo>
                  <a:lnTo>
                    <a:pt x="118516" y="141782"/>
                  </a:lnTo>
                  <a:lnTo>
                    <a:pt x="119951" y="141249"/>
                  </a:lnTo>
                  <a:lnTo>
                    <a:pt x="119659" y="142976"/>
                  </a:lnTo>
                  <a:lnTo>
                    <a:pt x="119824" y="146710"/>
                  </a:lnTo>
                  <a:lnTo>
                    <a:pt x="119989" y="150444"/>
                  </a:lnTo>
                  <a:lnTo>
                    <a:pt x="120815" y="153428"/>
                  </a:lnTo>
                  <a:lnTo>
                    <a:pt x="122491" y="153327"/>
                  </a:lnTo>
                  <a:lnTo>
                    <a:pt x="123037" y="150253"/>
                  </a:lnTo>
                  <a:lnTo>
                    <a:pt x="122694" y="142786"/>
                  </a:lnTo>
                  <a:lnTo>
                    <a:pt x="122224" y="141109"/>
                  </a:lnTo>
                  <a:lnTo>
                    <a:pt x="123710" y="141452"/>
                  </a:lnTo>
                  <a:lnTo>
                    <a:pt x="126911" y="141262"/>
                  </a:lnTo>
                  <a:lnTo>
                    <a:pt x="130124" y="141058"/>
                  </a:lnTo>
                  <a:lnTo>
                    <a:pt x="132689" y="140093"/>
                  </a:lnTo>
                  <a:lnTo>
                    <a:pt x="132588" y="138137"/>
                  </a:lnTo>
                  <a:lnTo>
                    <a:pt x="129946" y="137502"/>
                  </a:lnTo>
                  <a:lnTo>
                    <a:pt x="123545" y="137909"/>
                  </a:lnTo>
                  <a:lnTo>
                    <a:pt x="122034" y="138480"/>
                  </a:lnTo>
                  <a:lnTo>
                    <a:pt x="122339" y="136728"/>
                  </a:lnTo>
                  <a:lnTo>
                    <a:pt x="122174" y="132981"/>
                  </a:lnTo>
                  <a:lnTo>
                    <a:pt x="122008" y="129247"/>
                  </a:lnTo>
                  <a:lnTo>
                    <a:pt x="121170" y="126263"/>
                  </a:lnTo>
                  <a:lnTo>
                    <a:pt x="120815" y="126288"/>
                  </a:lnTo>
                  <a:lnTo>
                    <a:pt x="152577" y="89242"/>
                  </a:lnTo>
                  <a:lnTo>
                    <a:pt x="152158" y="91617"/>
                  </a:lnTo>
                  <a:lnTo>
                    <a:pt x="152501" y="99085"/>
                  </a:lnTo>
                  <a:lnTo>
                    <a:pt x="152958" y="100761"/>
                  </a:lnTo>
                  <a:lnTo>
                    <a:pt x="151549" y="100418"/>
                  </a:lnTo>
                  <a:lnTo>
                    <a:pt x="148348" y="100609"/>
                  </a:lnTo>
                  <a:lnTo>
                    <a:pt x="145148" y="100812"/>
                  </a:lnTo>
                  <a:lnTo>
                    <a:pt x="142582" y="101777"/>
                  </a:lnTo>
                  <a:lnTo>
                    <a:pt x="142671" y="103733"/>
                  </a:lnTo>
                  <a:lnTo>
                    <a:pt x="145313" y="104368"/>
                  </a:lnTo>
                  <a:lnTo>
                    <a:pt x="151726" y="103962"/>
                  </a:lnTo>
                  <a:lnTo>
                    <a:pt x="153149" y="103428"/>
                  </a:lnTo>
                  <a:lnTo>
                    <a:pt x="152857" y="105156"/>
                  </a:lnTo>
                  <a:lnTo>
                    <a:pt x="153022" y="108889"/>
                  </a:lnTo>
                  <a:lnTo>
                    <a:pt x="153187" y="112623"/>
                  </a:lnTo>
                  <a:lnTo>
                    <a:pt x="154025" y="115608"/>
                  </a:lnTo>
                  <a:lnTo>
                    <a:pt x="155689" y="115506"/>
                  </a:lnTo>
                  <a:lnTo>
                    <a:pt x="156235" y="112445"/>
                  </a:lnTo>
                  <a:lnTo>
                    <a:pt x="155892" y="104965"/>
                  </a:lnTo>
                  <a:lnTo>
                    <a:pt x="155435" y="103289"/>
                  </a:lnTo>
                  <a:lnTo>
                    <a:pt x="156921" y="103632"/>
                  </a:lnTo>
                  <a:lnTo>
                    <a:pt x="160121" y="103441"/>
                  </a:lnTo>
                  <a:lnTo>
                    <a:pt x="163322" y="103238"/>
                  </a:lnTo>
                  <a:lnTo>
                    <a:pt x="165887" y="102273"/>
                  </a:lnTo>
                  <a:lnTo>
                    <a:pt x="165862" y="101930"/>
                  </a:lnTo>
                  <a:lnTo>
                    <a:pt x="187210" y="126809"/>
                  </a:lnTo>
                  <a:lnTo>
                    <a:pt x="185585" y="126911"/>
                  </a:lnTo>
                  <a:lnTo>
                    <a:pt x="185039" y="129971"/>
                  </a:lnTo>
                  <a:lnTo>
                    <a:pt x="185394" y="137452"/>
                  </a:lnTo>
                  <a:lnTo>
                    <a:pt x="185839" y="139115"/>
                  </a:lnTo>
                  <a:lnTo>
                    <a:pt x="184442" y="138772"/>
                  </a:lnTo>
                  <a:lnTo>
                    <a:pt x="181229" y="138976"/>
                  </a:lnTo>
                  <a:lnTo>
                    <a:pt x="178028" y="139179"/>
                  </a:lnTo>
                  <a:lnTo>
                    <a:pt x="175463" y="140131"/>
                  </a:lnTo>
                  <a:lnTo>
                    <a:pt x="175564" y="142100"/>
                  </a:lnTo>
                  <a:lnTo>
                    <a:pt x="178193" y="142722"/>
                  </a:lnTo>
                  <a:lnTo>
                    <a:pt x="184607" y="142328"/>
                  </a:lnTo>
                  <a:lnTo>
                    <a:pt x="186042" y="141795"/>
                  </a:lnTo>
                  <a:lnTo>
                    <a:pt x="185737" y="143510"/>
                  </a:lnTo>
                  <a:lnTo>
                    <a:pt x="185915" y="147256"/>
                  </a:lnTo>
                  <a:lnTo>
                    <a:pt x="186080" y="150990"/>
                  </a:lnTo>
                  <a:lnTo>
                    <a:pt x="186905" y="153974"/>
                  </a:lnTo>
                  <a:lnTo>
                    <a:pt x="187452" y="153949"/>
                  </a:lnTo>
                  <a:lnTo>
                    <a:pt x="187452" y="127520"/>
                  </a:lnTo>
                  <a:lnTo>
                    <a:pt x="187274" y="126885"/>
                  </a:lnTo>
                  <a:lnTo>
                    <a:pt x="197053" y="138303"/>
                  </a:lnTo>
                  <a:lnTo>
                    <a:pt x="197053" y="127647"/>
                  </a:lnTo>
                  <a:lnTo>
                    <a:pt x="164160" y="89268"/>
                  </a:lnTo>
                  <a:lnTo>
                    <a:pt x="164160" y="99923"/>
                  </a:lnTo>
                  <a:lnTo>
                    <a:pt x="163156" y="99682"/>
                  </a:lnTo>
                  <a:lnTo>
                    <a:pt x="156743" y="100088"/>
                  </a:lnTo>
                  <a:lnTo>
                    <a:pt x="155232" y="100660"/>
                  </a:lnTo>
                  <a:lnTo>
                    <a:pt x="155536" y="98907"/>
                  </a:lnTo>
                  <a:lnTo>
                    <a:pt x="155371" y="95161"/>
                  </a:lnTo>
                  <a:lnTo>
                    <a:pt x="155206" y="91427"/>
                  </a:lnTo>
                  <a:lnTo>
                    <a:pt x="154393" y="88531"/>
                  </a:lnTo>
                  <a:lnTo>
                    <a:pt x="164160" y="99923"/>
                  </a:lnTo>
                  <a:lnTo>
                    <a:pt x="164160" y="89268"/>
                  </a:lnTo>
                  <a:lnTo>
                    <a:pt x="162928" y="87820"/>
                  </a:lnTo>
                  <a:lnTo>
                    <a:pt x="154330" y="77800"/>
                  </a:lnTo>
                  <a:lnTo>
                    <a:pt x="154330" y="88455"/>
                  </a:lnTo>
                  <a:lnTo>
                    <a:pt x="153200" y="88519"/>
                  </a:lnTo>
                  <a:lnTo>
                    <a:pt x="153797" y="87820"/>
                  </a:lnTo>
                  <a:lnTo>
                    <a:pt x="154330" y="88455"/>
                  </a:lnTo>
                  <a:lnTo>
                    <a:pt x="154330" y="77800"/>
                  </a:lnTo>
                  <a:lnTo>
                    <a:pt x="153797" y="77165"/>
                  </a:lnTo>
                  <a:lnTo>
                    <a:pt x="119748" y="116890"/>
                  </a:lnTo>
                  <a:lnTo>
                    <a:pt x="119748" y="138582"/>
                  </a:lnTo>
                  <a:lnTo>
                    <a:pt x="118351" y="138239"/>
                  </a:lnTo>
                  <a:lnTo>
                    <a:pt x="115150" y="138430"/>
                  </a:lnTo>
                  <a:lnTo>
                    <a:pt x="111937" y="138633"/>
                  </a:lnTo>
                  <a:lnTo>
                    <a:pt x="109461" y="139573"/>
                  </a:lnTo>
                  <a:lnTo>
                    <a:pt x="109461" y="141503"/>
                  </a:lnTo>
                  <a:lnTo>
                    <a:pt x="108623" y="140512"/>
                  </a:lnTo>
                  <a:lnTo>
                    <a:pt x="109372" y="139649"/>
                  </a:lnTo>
                  <a:lnTo>
                    <a:pt x="109461" y="141503"/>
                  </a:lnTo>
                  <a:lnTo>
                    <a:pt x="109461" y="139573"/>
                  </a:lnTo>
                  <a:lnTo>
                    <a:pt x="119176" y="128206"/>
                  </a:lnTo>
                  <a:lnTo>
                    <a:pt x="118960" y="129438"/>
                  </a:lnTo>
                  <a:lnTo>
                    <a:pt x="119303" y="136918"/>
                  </a:lnTo>
                  <a:lnTo>
                    <a:pt x="119748" y="138582"/>
                  </a:lnTo>
                  <a:lnTo>
                    <a:pt x="119748" y="116890"/>
                  </a:lnTo>
                  <a:lnTo>
                    <a:pt x="104051" y="135191"/>
                  </a:lnTo>
                  <a:lnTo>
                    <a:pt x="99479" y="129857"/>
                  </a:lnTo>
                  <a:lnTo>
                    <a:pt x="99479" y="140512"/>
                  </a:lnTo>
                  <a:lnTo>
                    <a:pt x="89382" y="152311"/>
                  </a:lnTo>
                  <a:lnTo>
                    <a:pt x="89649" y="150799"/>
                  </a:lnTo>
                  <a:lnTo>
                    <a:pt x="89306" y="143319"/>
                  </a:lnTo>
                  <a:lnTo>
                    <a:pt x="88836" y="141643"/>
                  </a:lnTo>
                  <a:lnTo>
                    <a:pt x="90322" y="141998"/>
                  </a:lnTo>
                  <a:lnTo>
                    <a:pt x="93522" y="141795"/>
                  </a:lnTo>
                  <a:lnTo>
                    <a:pt x="96735" y="141592"/>
                  </a:lnTo>
                  <a:lnTo>
                    <a:pt x="99301" y="140639"/>
                  </a:lnTo>
                  <a:lnTo>
                    <a:pt x="99275" y="140284"/>
                  </a:lnTo>
                  <a:lnTo>
                    <a:pt x="99479" y="140512"/>
                  </a:lnTo>
                  <a:lnTo>
                    <a:pt x="99479" y="129857"/>
                  </a:lnTo>
                  <a:lnTo>
                    <a:pt x="97561" y="127622"/>
                  </a:lnTo>
                  <a:lnTo>
                    <a:pt x="97561" y="138290"/>
                  </a:lnTo>
                  <a:lnTo>
                    <a:pt x="96558" y="138049"/>
                  </a:lnTo>
                  <a:lnTo>
                    <a:pt x="90157" y="138442"/>
                  </a:lnTo>
                  <a:lnTo>
                    <a:pt x="88646" y="139014"/>
                  </a:lnTo>
                  <a:lnTo>
                    <a:pt x="88950" y="137261"/>
                  </a:lnTo>
                  <a:lnTo>
                    <a:pt x="88785" y="133527"/>
                  </a:lnTo>
                  <a:lnTo>
                    <a:pt x="88607" y="129781"/>
                  </a:lnTo>
                  <a:lnTo>
                    <a:pt x="87972" y="127495"/>
                  </a:lnTo>
                  <a:lnTo>
                    <a:pt x="87972" y="153949"/>
                  </a:lnTo>
                  <a:lnTo>
                    <a:pt x="54317" y="193192"/>
                  </a:lnTo>
                  <a:lnTo>
                    <a:pt x="42633" y="179590"/>
                  </a:lnTo>
                  <a:lnTo>
                    <a:pt x="45212" y="180187"/>
                  </a:lnTo>
                  <a:lnTo>
                    <a:pt x="51625" y="179793"/>
                  </a:lnTo>
                  <a:lnTo>
                    <a:pt x="53047" y="179260"/>
                  </a:lnTo>
                  <a:lnTo>
                    <a:pt x="52755" y="180975"/>
                  </a:lnTo>
                  <a:lnTo>
                    <a:pt x="52920" y="184721"/>
                  </a:lnTo>
                  <a:lnTo>
                    <a:pt x="53098" y="188455"/>
                  </a:lnTo>
                  <a:lnTo>
                    <a:pt x="53924" y="191439"/>
                  </a:lnTo>
                  <a:lnTo>
                    <a:pt x="55600" y="191338"/>
                  </a:lnTo>
                  <a:lnTo>
                    <a:pt x="56134" y="188264"/>
                  </a:lnTo>
                  <a:lnTo>
                    <a:pt x="55791" y="180784"/>
                  </a:lnTo>
                  <a:lnTo>
                    <a:pt x="55333" y="179108"/>
                  </a:lnTo>
                  <a:lnTo>
                    <a:pt x="56819" y="179463"/>
                  </a:lnTo>
                  <a:lnTo>
                    <a:pt x="60020" y="179260"/>
                  </a:lnTo>
                  <a:lnTo>
                    <a:pt x="63220" y="179057"/>
                  </a:lnTo>
                  <a:lnTo>
                    <a:pt x="65786" y="178104"/>
                  </a:lnTo>
                  <a:lnTo>
                    <a:pt x="65697" y="176136"/>
                  </a:lnTo>
                  <a:lnTo>
                    <a:pt x="63055" y="175514"/>
                  </a:lnTo>
                  <a:lnTo>
                    <a:pt x="56642" y="175907"/>
                  </a:lnTo>
                  <a:lnTo>
                    <a:pt x="55130" y="176479"/>
                  </a:lnTo>
                  <a:lnTo>
                    <a:pt x="55435" y="174726"/>
                  </a:lnTo>
                  <a:lnTo>
                    <a:pt x="55270" y="170992"/>
                  </a:lnTo>
                  <a:lnTo>
                    <a:pt x="55105" y="167259"/>
                  </a:lnTo>
                  <a:lnTo>
                    <a:pt x="54279" y="164274"/>
                  </a:lnTo>
                  <a:lnTo>
                    <a:pt x="52603" y="164376"/>
                  </a:lnTo>
                  <a:lnTo>
                    <a:pt x="52057" y="167436"/>
                  </a:lnTo>
                  <a:lnTo>
                    <a:pt x="52400" y="174917"/>
                  </a:lnTo>
                  <a:lnTo>
                    <a:pt x="52844" y="176580"/>
                  </a:lnTo>
                  <a:lnTo>
                    <a:pt x="51460" y="176237"/>
                  </a:lnTo>
                  <a:lnTo>
                    <a:pt x="48247" y="176441"/>
                  </a:lnTo>
                  <a:lnTo>
                    <a:pt x="45046" y="176644"/>
                  </a:lnTo>
                  <a:lnTo>
                    <a:pt x="42481" y="177609"/>
                  </a:lnTo>
                  <a:lnTo>
                    <a:pt x="42557" y="179501"/>
                  </a:lnTo>
                  <a:lnTo>
                    <a:pt x="10045" y="141579"/>
                  </a:lnTo>
                  <a:lnTo>
                    <a:pt x="12636" y="142189"/>
                  </a:lnTo>
                  <a:lnTo>
                    <a:pt x="19037" y="141782"/>
                  </a:lnTo>
                  <a:lnTo>
                    <a:pt x="20472" y="141249"/>
                  </a:lnTo>
                  <a:lnTo>
                    <a:pt x="20180" y="142976"/>
                  </a:lnTo>
                  <a:lnTo>
                    <a:pt x="20345" y="146710"/>
                  </a:lnTo>
                  <a:lnTo>
                    <a:pt x="20510" y="150444"/>
                  </a:lnTo>
                  <a:lnTo>
                    <a:pt x="21336" y="153428"/>
                  </a:lnTo>
                  <a:lnTo>
                    <a:pt x="23012" y="153327"/>
                  </a:lnTo>
                  <a:lnTo>
                    <a:pt x="23558" y="150253"/>
                  </a:lnTo>
                  <a:lnTo>
                    <a:pt x="23215" y="142786"/>
                  </a:lnTo>
                  <a:lnTo>
                    <a:pt x="22758" y="141109"/>
                  </a:lnTo>
                  <a:lnTo>
                    <a:pt x="24231" y="141452"/>
                  </a:lnTo>
                  <a:lnTo>
                    <a:pt x="27444" y="141262"/>
                  </a:lnTo>
                  <a:lnTo>
                    <a:pt x="30645" y="141058"/>
                  </a:lnTo>
                  <a:lnTo>
                    <a:pt x="33210" y="140093"/>
                  </a:lnTo>
                  <a:lnTo>
                    <a:pt x="33108" y="138137"/>
                  </a:lnTo>
                  <a:lnTo>
                    <a:pt x="30480" y="137502"/>
                  </a:lnTo>
                  <a:lnTo>
                    <a:pt x="24066" y="137909"/>
                  </a:lnTo>
                  <a:lnTo>
                    <a:pt x="22555" y="138480"/>
                  </a:lnTo>
                  <a:lnTo>
                    <a:pt x="22860" y="136728"/>
                  </a:lnTo>
                  <a:lnTo>
                    <a:pt x="22694" y="132981"/>
                  </a:lnTo>
                  <a:lnTo>
                    <a:pt x="22529" y="129247"/>
                  </a:lnTo>
                  <a:lnTo>
                    <a:pt x="21704" y="126263"/>
                  </a:lnTo>
                  <a:lnTo>
                    <a:pt x="21336" y="126288"/>
                  </a:lnTo>
                  <a:lnTo>
                    <a:pt x="53098" y="89242"/>
                  </a:lnTo>
                  <a:lnTo>
                    <a:pt x="52679" y="91617"/>
                  </a:lnTo>
                  <a:lnTo>
                    <a:pt x="53022" y="99085"/>
                  </a:lnTo>
                  <a:lnTo>
                    <a:pt x="53479" y="100761"/>
                  </a:lnTo>
                  <a:lnTo>
                    <a:pt x="52070" y="100418"/>
                  </a:lnTo>
                  <a:lnTo>
                    <a:pt x="48869" y="100609"/>
                  </a:lnTo>
                  <a:lnTo>
                    <a:pt x="45669" y="100812"/>
                  </a:lnTo>
                  <a:lnTo>
                    <a:pt x="43103" y="101777"/>
                  </a:lnTo>
                  <a:lnTo>
                    <a:pt x="43192" y="103733"/>
                  </a:lnTo>
                  <a:lnTo>
                    <a:pt x="45834" y="104368"/>
                  </a:lnTo>
                  <a:lnTo>
                    <a:pt x="52247" y="103962"/>
                  </a:lnTo>
                  <a:lnTo>
                    <a:pt x="53670" y="103428"/>
                  </a:lnTo>
                  <a:lnTo>
                    <a:pt x="53378" y="105156"/>
                  </a:lnTo>
                  <a:lnTo>
                    <a:pt x="53543" y="108889"/>
                  </a:lnTo>
                  <a:lnTo>
                    <a:pt x="53721" y="112623"/>
                  </a:lnTo>
                  <a:lnTo>
                    <a:pt x="54546" y="115608"/>
                  </a:lnTo>
                  <a:lnTo>
                    <a:pt x="56222" y="115506"/>
                  </a:lnTo>
                  <a:lnTo>
                    <a:pt x="56756" y="112445"/>
                  </a:lnTo>
                  <a:lnTo>
                    <a:pt x="56413" y="104965"/>
                  </a:lnTo>
                  <a:lnTo>
                    <a:pt x="55956" y="103289"/>
                  </a:lnTo>
                  <a:lnTo>
                    <a:pt x="57442" y="103632"/>
                  </a:lnTo>
                  <a:lnTo>
                    <a:pt x="60642" y="103441"/>
                  </a:lnTo>
                  <a:lnTo>
                    <a:pt x="63842" y="103238"/>
                  </a:lnTo>
                  <a:lnTo>
                    <a:pt x="66408" y="102273"/>
                  </a:lnTo>
                  <a:lnTo>
                    <a:pt x="66382" y="101930"/>
                  </a:lnTo>
                  <a:lnTo>
                    <a:pt x="87718" y="126809"/>
                  </a:lnTo>
                  <a:lnTo>
                    <a:pt x="86106" y="126911"/>
                  </a:lnTo>
                  <a:lnTo>
                    <a:pt x="85572" y="129971"/>
                  </a:lnTo>
                  <a:lnTo>
                    <a:pt x="85915" y="137452"/>
                  </a:lnTo>
                  <a:lnTo>
                    <a:pt x="86360" y="139115"/>
                  </a:lnTo>
                  <a:lnTo>
                    <a:pt x="84963" y="138772"/>
                  </a:lnTo>
                  <a:lnTo>
                    <a:pt x="81762" y="138976"/>
                  </a:lnTo>
                  <a:lnTo>
                    <a:pt x="78549" y="139179"/>
                  </a:lnTo>
                  <a:lnTo>
                    <a:pt x="75984" y="140131"/>
                  </a:lnTo>
                  <a:lnTo>
                    <a:pt x="76085" y="142100"/>
                  </a:lnTo>
                  <a:lnTo>
                    <a:pt x="78714" y="142722"/>
                  </a:lnTo>
                  <a:lnTo>
                    <a:pt x="85128" y="142328"/>
                  </a:lnTo>
                  <a:lnTo>
                    <a:pt x="86563" y="141795"/>
                  </a:lnTo>
                  <a:lnTo>
                    <a:pt x="86271" y="143510"/>
                  </a:lnTo>
                  <a:lnTo>
                    <a:pt x="86436" y="147256"/>
                  </a:lnTo>
                  <a:lnTo>
                    <a:pt x="86601" y="150990"/>
                  </a:lnTo>
                  <a:lnTo>
                    <a:pt x="87426" y="153974"/>
                  </a:lnTo>
                  <a:lnTo>
                    <a:pt x="87972" y="153949"/>
                  </a:lnTo>
                  <a:lnTo>
                    <a:pt x="87972" y="127495"/>
                  </a:lnTo>
                  <a:lnTo>
                    <a:pt x="87807" y="126898"/>
                  </a:lnTo>
                  <a:lnTo>
                    <a:pt x="97561" y="138290"/>
                  </a:lnTo>
                  <a:lnTo>
                    <a:pt x="97561" y="127622"/>
                  </a:lnTo>
                  <a:lnTo>
                    <a:pt x="64668" y="89255"/>
                  </a:lnTo>
                  <a:lnTo>
                    <a:pt x="64668" y="99923"/>
                  </a:lnTo>
                  <a:lnTo>
                    <a:pt x="63677" y="99682"/>
                  </a:lnTo>
                  <a:lnTo>
                    <a:pt x="57264" y="100088"/>
                  </a:lnTo>
                  <a:lnTo>
                    <a:pt x="55753" y="100660"/>
                  </a:lnTo>
                  <a:lnTo>
                    <a:pt x="56057" y="98907"/>
                  </a:lnTo>
                  <a:lnTo>
                    <a:pt x="55892" y="95161"/>
                  </a:lnTo>
                  <a:lnTo>
                    <a:pt x="55727" y="91427"/>
                  </a:lnTo>
                  <a:lnTo>
                    <a:pt x="54914" y="88531"/>
                  </a:lnTo>
                  <a:lnTo>
                    <a:pt x="64668" y="99923"/>
                  </a:lnTo>
                  <a:lnTo>
                    <a:pt x="64668" y="89255"/>
                  </a:lnTo>
                  <a:lnTo>
                    <a:pt x="63449" y="87820"/>
                  </a:lnTo>
                  <a:lnTo>
                    <a:pt x="54851" y="77800"/>
                  </a:lnTo>
                  <a:lnTo>
                    <a:pt x="54851" y="88455"/>
                  </a:lnTo>
                  <a:lnTo>
                    <a:pt x="53721" y="88519"/>
                  </a:lnTo>
                  <a:lnTo>
                    <a:pt x="54317" y="87820"/>
                  </a:lnTo>
                  <a:lnTo>
                    <a:pt x="54851" y="88455"/>
                  </a:lnTo>
                  <a:lnTo>
                    <a:pt x="54851" y="77800"/>
                  </a:lnTo>
                  <a:lnTo>
                    <a:pt x="54317" y="77165"/>
                  </a:lnTo>
                  <a:lnTo>
                    <a:pt x="20269" y="116878"/>
                  </a:lnTo>
                  <a:lnTo>
                    <a:pt x="20269" y="138582"/>
                  </a:lnTo>
                  <a:lnTo>
                    <a:pt x="18872" y="138239"/>
                  </a:lnTo>
                  <a:lnTo>
                    <a:pt x="15671" y="138430"/>
                  </a:lnTo>
                  <a:lnTo>
                    <a:pt x="12471" y="138633"/>
                  </a:lnTo>
                  <a:lnTo>
                    <a:pt x="9982" y="139585"/>
                  </a:lnTo>
                  <a:lnTo>
                    <a:pt x="9982" y="141503"/>
                  </a:lnTo>
                  <a:lnTo>
                    <a:pt x="9144" y="140512"/>
                  </a:lnTo>
                  <a:lnTo>
                    <a:pt x="9906" y="139623"/>
                  </a:lnTo>
                  <a:lnTo>
                    <a:pt x="9982" y="141503"/>
                  </a:lnTo>
                  <a:lnTo>
                    <a:pt x="9982" y="139585"/>
                  </a:lnTo>
                  <a:lnTo>
                    <a:pt x="19697" y="128206"/>
                  </a:lnTo>
                  <a:lnTo>
                    <a:pt x="19481" y="129438"/>
                  </a:lnTo>
                  <a:lnTo>
                    <a:pt x="19824" y="136918"/>
                  </a:lnTo>
                  <a:lnTo>
                    <a:pt x="20269" y="138582"/>
                  </a:lnTo>
                  <a:lnTo>
                    <a:pt x="20269" y="116878"/>
                  </a:lnTo>
                  <a:lnTo>
                    <a:pt x="0" y="140512"/>
                  </a:lnTo>
                  <a:lnTo>
                    <a:pt x="54317" y="203860"/>
                  </a:lnTo>
                  <a:lnTo>
                    <a:pt x="63449" y="193192"/>
                  </a:lnTo>
                  <a:lnTo>
                    <a:pt x="104038" y="145846"/>
                  </a:lnTo>
                  <a:lnTo>
                    <a:pt x="153797" y="203860"/>
                  </a:lnTo>
                  <a:lnTo>
                    <a:pt x="162928" y="193192"/>
                  </a:lnTo>
                  <a:lnTo>
                    <a:pt x="204965" y="144170"/>
                  </a:lnTo>
                  <a:lnTo>
                    <a:pt x="256146" y="203860"/>
                  </a:lnTo>
                  <a:lnTo>
                    <a:pt x="265290" y="193192"/>
                  </a:lnTo>
                  <a:lnTo>
                    <a:pt x="310451" y="140512"/>
                  </a:lnTo>
                  <a:close/>
                </a:path>
                <a:path w="361315" h="204470">
                  <a:moveTo>
                    <a:pt x="360997" y="63347"/>
                  </a:moveTo>
                  <a:lnTo>
                    <a:pt x="351866" y="52705"/>
                  </a:lnTo>
                  <a:lnTo>
                    <a:pt x="351866" y="63347"/>
                  </a:lnTo>
                  <a:lnTo>
                    <a:pt x="306692" y="116039"/>
                  </a:lnTo>
                  <a:lnTo>
                    <a:pt x="261518" y="63347"/>
                  </a:lnTo>
                  <a:lnTo>
                    <a:pt x="272072" y="51041"/>
                  </a:lnTo>
                  <a:lnTo>
                    <a:pt x="271856" y="52273"/>
                  </a:lnTo>
                  <a:lnTo>
                    <a:pt x="272199" y="59753"/>
                  </a:lnTo>
                  <a:lnTo>
                    <a:pt x="273011" y="62750"/>
                  </a:lnTo>
                  <a:lnTo>
                    <a:pt x="274701" y="62636"/>
                  </a:lnTo>
                  <a:lnTo>
                    <a:pt x="275234" y="59563"/>
                  </a:lnTo>
                  <a:lnTo>
                    <a:pt x="275069" y="55829"/>
                  </a:lnTo>
                  <a:lnTo>
                    <a:pt x="274904" y="52082"/>
                  </a:lnTo>
                  <a:lnTo>
                    <a:pt x="274078" y="49098"/>
                  </a:lnTo>
                  <a:lnTo>
                    <a:pt x="273710" y="49123"/>
                  </a:lnTo>
                  <a:lnTo>
                    <a:pt x="306692" y="10655"/>
                  </a:lnTo>
                  <a:lnTo>
                    <a:pt x="351866" y="63347"/>
                  </a:lnTo>
                  <a:lnTo>
                    <a:pt x="351866" y="52705"/>
                  </a:lnTo>
                  <a:lnTo>
                    <a:pt x="315823" y="10655"/>
                  </a:lnTo>
                  <a:lnTo>
                    <a:pt x="306692" y="0"/>
                  </a:lnTo>
                  <a:lnTo>
                    <a:pt x="256159" y="58928"/>
                  </a:lnTo>
                  <a:lnTo>
                    <a:pt x="250825" y="52705"/>
                  </a:lnTo>
                  <a:lnTo>
                    <a:pt x="250825" y="63347"/>
                  </a:lnTo>
                  <a:lnTo>
                    <a:pt x="240703" y="75145"/>
                  </a:lnTo>
                  <a:lnTo>
                    <a:pt x="240982" y="73634"/>
                  </a:lnTo>
                  <a:lnTo>
                    <a:pt x="240639" y="66167"/>
                  </a:lnTo>
                  <a:lnTo>
                    <a:pt x="240182" y="64490"/>
                  </a:lnTo>
                  <a:lnTo>
                    <a:pt x="241655" y="64833"/>
                  </a:lnTo>
                  <a:lnTo>
                    <a:pt x="244868" y="64630"/>
                  </a:lnTo>
                  <a:lnTo>
                    <a:pt x="248069" y="64439"/>
                  </a:lnTo>
                  <a:lnTo>
                    <a:pt x="250634" y="63474"/>
                  </a:lnTo>
                  <a:lnTo>
                    <a:pt x="250609" y="63106"/>
                  </a:lnTo>
                  <a:lnTo>
                    <a:pt x="250825" y="63347"/>
                  </a:lnTo>
                  <a:lnTo>
                    <a:pt x="250825" y="52705"/>
                  </a:lnTo>
                  <a:lnTo>
                    <a:pt x="248920" y="50482"/>
                  </a:lnTo>
                  <a:lnTo>
                    <a:pt x="248920" y="61137"/>
                  </a:lnTo>
                  <a:lnTo>
                    <a:pt x="247904" y="60883"/>
                  </a:lnTo>
                  <a:lnTo>
                    <a:pt x="241490" y="61290"/>
                  </a:lnTo>
                  <a:lnTo>
                    <a:pt x="239979" y="61861"/>
                  </a:lnTo>
                  <a:lnTo>
                    <a:pt x="240284" y="60096"/>
                  </a:lnTo>
                  <a:lnTo>
                    <a:pt x="240118" y="56362"/>
                  </a:lnTo>
                  <a:lnTo>
                    <a:pt x="239953" y="52628"/>
                  </a:lnTo>
                  <a:lnTo>
                    <a:pt x="239306" y="50330"/>
                  </a:lnTo>
                  <a:lnTo>
                    <a:pt x="239306" y="76784"/>
                  </a:lnTo>
                  <a:lnTo>
                    <a:pt x="205651" y="116039"/>
                  </a:lnTo>
                  <a:lnTo>
                    <a:pt x="193954" y="102412"/>
                  </a:lnTo>
                  <a:lnTo>
                    <a:pt x="196545" y="103035"/>
                  </a:lnTo>
                  <a:lnTo>
                    <a:pt x="202958" y="102628"/>
                  </a:lnTo>
                  <a:lnTo>
                    <a:pt x="204393" y="102095"/>
                  </a:lnTo>
                  <a:lnTo>
                    <a:pt x="204101" y="103822"/>
                  </a:lnTo>
                  <a:lnTo>
                    <a:pt x="204266" y="107556"/>
                  </a:lnTo>
                  <a:lnTo>
                    <a:pt x="204431" y="111290"/>
                  </a:lnTo>
                  <a:lnTo>
                    <a:pt x="205257" y="114274"/>
                  </a:lnTo>
                  <a:lnTo>
                    <a:pt x="206933" y="114173"/>
                  </a:lnTo>
                  <a:lnTo>
                    <a:pt x="207479" y="111099"/>
                  </a:lnTo>
                  <a:lnTo>
                    <a:pt x="207137" y="103632"/>
                  </a:lnTo>
                  <a:lnTo>
                    <a:pt x="206667" y="101955"/>
                  </a:lnTo>
                  <a:lnTo>
                    <a:pt x="208153" y="102298"/>
                  </a:lnTo>
                  <a:lnTo>
                    <a:pt x="211353" y="102095"/>
                  </a:lnTo>
                  <a:lnTo>
                    <a:pt x="214566" y="101904"/>
                  </a:lnTo>
                  <a:lnTo>
                    <a:pt x="217131" y="100939"/>
                  </a:lnTo>
                  <a:lnTo>
                    <a:pt x="217030" y="98983"/>
                  </a:lnTo>
                  <a:lnTo>
                    <a:pt x="214388" y="98348"/>
                  </a:lnTo>
                  <a:lnTo>
                    <a:pt x="207987" y="98755"/>
                  </a:lnTo>
                  <a:lnTo>
                    <a:pt x="206476" y="99326"/>
                  </a:lnTo>
                  <a:lnTo>
                    <a:pt x="206781" y="97574"/>
                  </a:lnTo>
                  <a:lnTo>
                    <a:pt x="206616" y="93827"/>
                  </a:lnTo>
                  <a:lnTo>
                    <a:pt x="206438" y="90093"/>
                  </a:lnTo>
                  <a:lnTo>
                    <a:pt x="205613" y="87109"/>
                  </a:lnTo>
                  <a:lnTo>
                    <a:pt x="203936" y="87210"/>
                  </a:lnTo>
                  <a:lnTo>
                    <a:pt x="203390" y="90284"/>
                  </a:lnTo>
                  <a:lnTo>
                    <a:pt x="203746" y="97751"/>
                  </a:lnTo>
                  <a:lnTo>
                    <a:pt x="204190" y="99428"/>
                  </a:lnTo>
                  <a:lnTo>
                    <a:pt x="202793" y="99085"/>
                  </a:lnTo>
                  <a:lnTo>
                    <a:pt x="199593" y="99275"/>
                  </a:lnTo>
                  <a:lnTo>
                    <a:pt x="196380" y="99479"/>
                  </a:lnTo>
                  <a:lnTo>
                    <a:pt x="193814" y="100444"/>
                  </a:lnTo>
                  <a:lnTo>
                    <a:pt x="193903" y="102362"/>
                  </a:lnTo>
                  <a:lnTo>
                    <a:pt x="161391" y="64427"/>
                  </a:lnTo>
                  <a:lnTo>
                    <a:pt x="163969" y="65024"/>
                  </a:lnTo>
                  <a:lnTo>
                    <a:pt x="170383" y="64630"/>
                  </a:lnTo>
                  <a:lnTo>
                    <a:pt x="171805" y="64096"/>
                  </a:lnTo>
                  <a:lnTo>
                    <a:pt x="171513" y="65811"/>
                  </a:lnTo>
                  <a:lnTo>
                    <a:pt x="171678" y="69545"/>
                  </a:lnTo>
                  <a:lnTo>
                    <a:pt x="171843" y="73291"/>
                  </a:lnTo>
                  <a:lnTo>
                    <a:pt x="172681" y="76276"/>
                  </a:lnTo>
                  <a:lnTo>
                    <a:pt x="174358" y="76161"/>
                  </a:lnTo>
                  <a:lnTo>
                    <a:pt x="174891" y="73101"/>
                  </a:lnTo>
                  <a:lnTo>
                    <a:pt x="174548" y="65620"/>
                  </a:lnTo>
                  <a:lnTo>
                    <a:pt x="174091" y="63944"/>
                  </a:lnTo>
                  <a:lnTo>
                    <a:pt x="175577" y="64300"/>
                  </a:lnTo>
                  <a:lnTo>
                    <a:pt x="178777" y="64096"/>
                  </a:lnTo>
                  <a:lnTo>
                    <a:pt x="181978" y="63893"/>
                  </a:lnTo>
                  <a:lnTo>
                    <a:pt x="184543" y="62928"/>
                  </a:lnTo>
                  <a:lnTo>
                    <a:pt x="184454" y="60972"/>
                  </a:lnTo>
                  <a:lnTo>
                    <a:pt x="181813" y="60350"/>
                  </a:lnTo>
                  <a:lnTo>
                    <a:pt x="175399" y="60744"/>
                  </a:lnTo>
                  <a:lnTo>
                    <a:pt x="173888" y="61315"/>
                  </a:lnTo>
                  <a:lnTo>
                    <a:pt x="174193" y="59563"/>
                  </a:lnTo>
                  <a:lnTo>
                    <a:pt x="174028" y="55829"/>
                  </a:lnTo>
                  <a:lnTo>
                    <a:pt x="173863" y="52082"/>
                  </a:lnTo>
                  <a:lnTo>
                    <a:pt x="173037" y="49098"/>
                  </a:lnTo>
                  <a:lnTo>
                    <a:pt x="172669" y="49123"/>
                  </a:lnTo>
                  <a:lnTo>
                    <a:pt x="204431" y="12077"/>
                  </a:lnTo>
                  <a:lnTo>
                    <a:pt x="204012" y="14452"/>
                  </a:lnTo>
                  <a:lnTo>
                    <a:pt x="204368" y="21932"/>
                  </a:lnTo>
                  <a:lnTo>
                    <a:pt x="204812" y="23596"/>
                  </a:lnTo>
                  <a:lnTo>
                    <a:pt x="203415" y="23253"/>
                  </a:lnTo>
                  <a:lnTo>
                    <a:pt x="200215" y="23456"/>
                  </a:lnTo>
                  <a:lnTo>
                    <a:pt x="197002" y="23647"/>
                  </a:lnTo>
                  <a:lnTo>
                    <a:pt x="194437" y="24612"/>
                  </a:lnTo>
                  <a:lnTo>
                    <a:pt x="194538" y="26568"/>
                  </a:lnTo>
                  <a:lnTo>
                    <a:pt x="197167" y="27203"/>
                  </a:lnTo>
                  <a:lnTo>
                    <a:pt x="203581" y="26809"/>
                  </a:lnTo>
                  <a:lnTo>
                    <a:pt x="205003" y="26276"/>
                  </a:lnTo>
                  <a:lnTo>
                    <a:pt x="204711" y="27990"/>
                  </a:lnTo>
                  <a:lnTo>
                    <a:pt x="204889" y="31724"/>
                  </a:lnTo>
                  <a:lnTo>
                    <a:pt x="205054" y="35471"/>
                  </a:lnTo>
                  <a:lnTo>
                    <a:pt x="205879" y="38455"/>
                  </a:lnTo>
                  <a:lnTo>
                    <a:pt x="207556" y="38341"/>
                  </a:lnTo>
                  <a:lnTo>
                    <a:pt x="208102" y="35280"/>
                  </a:lnTo>
                  <a:lnTo>
                    <a:pt x="207759" y="27800"/>
                  </a:lnTo>
                  <a:lnTo>
                    <a:pt x="207289" y="26136"/>
                  </a:lnTo>
                  <a:lnTo>
                    <a:pt x="208775" y="26479"/>
                  </a:lnTo>
                  <a:lnTo>
                    <a:pt x="211975" y="26276"/>
                  </a:lnTo>
                  <a:lnTo>
                    <a:pt x="215188" y="26073"/>
                  </a:lnTo>
                  <a:lnTo>
                    <a:pt x="217754" y="25107"/>
                  </a:lnTo>
                  <a:lnTo>
                    <a:pt x="217728" y="24777"/>
                  </a:lnTo>
                  <a:lnTo>
                    <a:pt x="239077" y="49657"/>
                  </a:lnTo>
                  <a:lnTo>
                    <a:pt x="237451" y="49745"/>
                  </a:lnTo>
                  <a:lnTo>
                    <a:pt x="236905" y="52819"/>
                  </a:lnTo>
                  <a:lnTo>
                    <a:pt x="237248" y="60286"/>
                  </a:lnTo>
                  <a:lnTo>
                    <a:pt x="237693" y="61963"/>
                  </a:lnTo>
                  <a:lnTo>
                    <a:pt x="236296" y="61620"/>
                  </a:lnTo>
                  <a:lnTo>
                    <a:pt x="233095" y="61810"/>
                  </a:lnTo>
                  <a:lnTo>
                    <a:pt x="229895" y="62014"/>
                  </a:lnTo>
                  <a:lnTo>
                    <a:pt x="227330" y="62979"/>
                  </a:lnTo>
                  <a:lnTo>
                    <a:pt x="227418" y="64935"/>
                  </a:lnTo>
                  <a:lnTo>
                    <a:pt x="230060" y="65557"/>
                  </a:lnTo>
                  <a:lnTo>
                    <a:pt x="236461" y="65163"/>
                  </a:lnTo>
                  <a:lnTo>
                    <a:pt x="237896" y="64630"/>
                  </a:lnTo>
                  <a:lnTo>
                    <a:pt x="237604" y="66357"/>
                  </a:lnTo>
                  <a:lnTo>
                    <a:pt x="237769" y="70091"/>
                  </a:lnTo>
                  <a:lnTo>
                    <a:pt x="237934" y="73825"/>
                  </a:lnTo>
                  <a:lnTo>
                    <a:pt x="238760" y="76809"/>
                  </a:lnTo>
                  <a:lnTo>
                    <a:pt x="239306" y="76784"/>
                  </a:lnTo>
                  <a:lnTo>
                    <a:pt x="239306" y="50330"/>
                  </a:lnTo>
                  <a:lnTo>
                    <a:pt x="239141" y="49733"/>
                  </a:lnTo>
                  <a:lnTo>
                    <a:pt x="248920" y="61137"/>
                  </a:lnTo>
                  <a:lnTo>
                    <a:pt x="248920" y="50482"/>
                  </a:lnTo>
                  <a:lnTo>
                    <a:pt x="216014" y="12090"/>
                  </a:lnTo>
                  <a:lnTo>
                    <a:pt x="216014" y="22771"/>
                  </a:lnTo>
                  <a:lnTo>
                    <a:pt x="215011" y="22529"/>
                  </a:lnTo>
                  <a:lnTo>
                    <a:pt x="208610" y="22923"/>
                  </a:lnTo>
                  <a:lnTo>
                    <a:pt x="207098" y="23495"/>
                  </a:lnTo>
                  <a:lnTo>
                    <a:pt x="207403" y="21742"/>
                  </a:lnTo>
                  <a:lnTo>
                    <a:pt x="207238" y="18008"/>
                  </a:lnTo>
                  <a:lnTo>
                    <a:pt x="207060" y="14262"/>
                  </a:lnTo>
                  <a:lnTo>
                    <a:pt x="206248" y="11366"/>
                  </a:lnTo>
                  <a:lnTo>
                    <a:pt x="216014" y="22771"/>
                  </a:lnTo>
                  <a:lnTo>
                    <a:pt x="216014" y="12090"/>
                  </a:lnTo>
                  <a:lnTo>
                    <a:pt x="214795" y="10655"/>
                  </a:lnTo>
                  <a:lnTo>
                    <a:pt x="206184" y="622"/>
                  </a:lnTo>
                  <a:lnTo>
                    <a:pt x="206184" y="11290"/>
                  </a:lnTo>
                  <a:lnTo>
                    <a:pt x="205041" y="11366"/>
                  </a:lnTo>
                  <a:lnTo>
                    <a:pt x="205651" y="10655"/>
                  </a:lnTo>
                  <a:lnTo>
                    <a:pt x="206184" y="11290"/>
                  </a:lnTo>
                  <a:lnTo>
                    <a:pt x="206184" y="622"/>
                  </a:lnTo>
                  <a:lnTo>
                    <a:pt x="205651" y="0"/>
                  </a:lnTo>
                  <a:lnTo>
                    <a:pt x="171602" y="39725"/>
                  </a:lnTo>
                  <a:lnTo>
                    <a:pt x="171602" y="61417"/>
                  </a:lnTo>
                  <a:lnTo>
                    <a:pt x="170205" y="61074"/>
                  </a:lnTo>
                  <a:lnTo>
                    <a:pt x="167005" y="61277"/>
                  </a:lnTo>
                  <a:lnTo>
                    <a:pt x="163804" y="61468"/>
                  </a:lnTo>
                  <a:lnTo>
                    <a:pt x="161315" y="62420"/>
                  </a:lnTo>
                  <a:lnTo>
                    <a:pt x="161315" y="64338"/>
                  </a:lnTo>
                  <a:lnTo>
                    <a:pt x="160477" y="63347"/>
                  </a:lnTo>
                  <a:lnTo>
                    <a:pt x="161239" y="62458"/>
                  </a:lnTo>
                  <a:lnTo>
                    <a:pt x="161315" y="64338"/>
                  </a:lnTo>
                  <a:lnTo>
                    <a:pt x="161315" y="62420"/>
                  </a:lnTo>
                  <a:lnTo>
                    <a:pt x="171030" y="51041"/>
                  </a:lnTo>
                  <a:lnTo>
                    <a:pt x="170815" y="52273"/>
                  </a:lnTo>
                  <a:lnTo>
                    <a:pt x="171157" y="59753"/>
                  </a:lnTo>
                  <a:lnTo>
                    <a:pt x="171602" y="61417"/>
                  </a:lnTo>
                  <a:lnTo>
                    <a:pt x="171602" y="39725"/>
                  </a:lnTo>
                  <a:lnTo>
                    <a:pt x="151345" y="63347"/>
                  </a:lnTo>
                  <a:lnTo>
                    <a:pt x="205651" y="126695"/>
                  </a:lnTo>
                  <a:lnTo>
                    <a:pt x="214795" y="116039"/>
                  </a:lnTo>
                  <a:lnTo>
                    <a:pt x="256159" y="67779"/>
                  </a:lnTo>
                  <a:lnTo>
                    <a:pt x="306692" y="126695"/>
                  </a:lnTo>
                  <a:lnTo>
                    <a:pt x="315823" y="116039"/>
                  </a:lnTo>
                  <a:lnTo>
                    <a:pt x="360997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8" name="object 2108" descr=""/>
            <p:cNvSpPr/>
            <p:nvPr/>
          </p:nvSpPr>
          <p:spPr>
            <a:xfrm>
              <a:off x="8095678" y="7394860"/>
              <a:ext cx="351790" cy="347980"/>
            </a:xfrm>
            <a:custGeom>
              <a:avLst/>
              <a:gdLst/>
              <a:ahLst/>
              <a:cxnLst/>
              <a:rect l="l" t="t" r="r" b="b"/>
              <a:pathLst>
                <a:path w="351790" h="347979">
                  <a:moveTo>
                    <a:pt x="158927" y="207403"/>
                  </a:moveTo>
                  <a:lnTo>
                    <a:pt x="149783" y="196748"/>
                  </a:lnTo>
                  <a:lnTo>
                    <a:pt x="149783" y="207403"/>
                  </a:lnTo>
                  <a:lnTo>
                    <a:pt x="139674" y="219189"/>
                  </a:lnTo>
                  <a:lnTo>
                    <a:pt x="139941" y="217690"/>
                  </a:lnTo>
                  <a:lnTo>
                    <a:pt x="139598" y="210210"/>
                  </a:lnTo>
                  <a:lnTo>
                    <a:pt x="139141" y="208534"/>
                  </a:lnTo>
                  <a:lnTo>
                    <a:pt x="140627" y="208889"/>
                  </a:lnTo>
                  <a:lnTo>
                    <a:pt x="143827" y="208686"/>
                  </a:lnTo>
                  <a:lnTo>
                    <a:pt x="147027" y="208483"/>
                  </a:lnTo>
                  <a:lnTo>
                    <a:pt x="149593" y="207530"/>
                  </a:lnTo>
                  <a:lnTo>
                    <a:pt x="149567" y="207162"/>
                  </a:lnTo>
                  <a:lnTo>
                    <a:pt x="149783" y="207403"/>
                  </a:lnTo>
                  <a:lnTo>
                    <a:pt x="149783" y="196748"/>
                  </a:lnTo>
                  <a:lnTo>
                    <a:pt x="147866" y="194513"/>
                  </a:lnTo>
                  <a:lnTo>
                    <a:pt x="147866" y="205181"/>
                  </a:lnTo>
                  <a:lnTo>
                    <a:pt x="146862" y="204939"/>
                  </a:lnTo>
                  <a:lnTo>
                    <a:pt x="140449" y="205333"/>
                  </a:lnTo>
                  <a:lnTo>
                    <a:pt x="138938" y="205905"/>
                  </a:lnTo>
                  <a:lnTo>
                    <a:pt x="139242" y="204152"/>
                  </a:lnTo>
                  <a:lnTo>
                    <a:pt x="139077" y="200418"/>
                  </a:lnTo>
                  <a:lnTo>
                    <a:pt x="138912" y="196684"/>
                  </a:lnTo>
                  <a:lnTo>
                    <a:pt x="138264" y="194386"/>
                  </a:lnTo>
                  <a:lnTo>
                    <a:pt x="138264" y="220840"/>
                  </a:lnTo>
                  <a:lnTo>
                    <a:pt x="104609" y="260083"/>
                  </a:lnTo>
                  <a:lnTo>
                    <a:pt x="92925" y="246481"/>
                  </a:lnTo>
                  <a:lnTo>
                    <a:pt x="95516" y="247078"/>
                  </a:lnTo>
                  <a:lnTo>
                    <a:pt x="101917" y="246684"/>
                  </a:lnTo>
                  <a:lnTo>
                    <a:pt x="103352" y="246151"/>
                  </a:lnTo>
                  <a:lnTo>
                    <a:pt x="103060" y="247865"/>
                  </a:lnTo>
                  <a:lnTo>
                    <a:pt x="103225" y="251612"/>
                  </a:lnTo>
                  <a:lnTo>
                    <a:pt x="103390" y="255346"/>
                  </a:lnTo>
                  <a:lnTo>
                    <a:pt x="104216" y="258330"/>
                  </a:lnTo>
                  <a:lnTo>
                    <a:pt x="105892" y="258229"/>
                  </a:lnTo>
                  <a:lnTo>
                    <a:pt x="106438" y="255155"/>
                  </a:lnTo>
                  <a:lnTo>
                    <a:pt x="106095" y="247675"/>
                  </a:lnTo>
                  <a:lnTo>
                    <a:pt x="105638" y="245999"/>
                  </a:lnTo>
                  <a:lnTo>
                    <a:pt x="107111" y="246354"/>
                  </a:lnTo>
                  <a:lnTo>
                    <a:pt x="110324" y="246151"/>
                  </a:lnTo>
                  <a:lnTo>
                    <a:pt x="113525" y="245960"/>
                  </a:lnTo>
                  <a:lnTo>
                    <a:pt x="116090" y="244995"/>
                  </a:lnTo>
                  <a:lnTo>
                    <a:pt x="115989" y="243027"/>
                  </a:lnTo>
                  <a:lnTo>
                    <a:pt x="113360" y="242404"/>
                  </a:lnTo>
                  <a:lnTo>
                    <a:pt x="106946" y="242798"/>
                  </a:lnTo>
                  <a:lnTo>
                    <a:pt x="105435" y="243370"/>
                  </a:lnTo>
                  <a:lnTo>
                    <a:pt x="105740" y="241617"/>
                  </a:lnTo>
                  <a:lnTo>
                    <a:pt x="105575" y="237883"/>
                  </a:lnTo>
                  <a:lnTo>
                    <a:pt x="105410" y="234149"/>
                  </a:lnTo>
                  <a:lnTo>
                    <a:pt x="104584" y="231165"/>
                  </a:lnTo>
                  <a:lnTo>
                    <a:pt x="102908" y="231267"/>
                  </a:lnTo>
                  <a:lnTo>
                    <a:pt x="102362" y="234327"/>
                  </a:lnTo>
                  <a:lnTo>
                    <a:pt x="102704" y="241808"/>
                  </a:lnTo>
                  <a:lnTo>
                    <a:pt x="103149" y="243471"/>
                  </a:lnTo>
                  <a:lnTo>
                    <a:pt x="101752" y="243128"/>
                  </a:lnTo>
                  <a:lnTo>
                    <a:pt x="98552" y="243332"/>
                  </a:lnTo>
                  <a:lnTo>
                    <a:pt x="95351" y="243535"/>
                  </a:lnTo>
                  <a:lnTo>
                    <a:pt x="92786" y="244500"/>
                  </a:lnTo>
                  <a:lnTo>
                    <a:pt x="92862" y="246405"/>
                  </a:lnTo>
                  <a:lnTo>
                    <a:pt x="60350" y="208470"/>
                  </a:lnTo>
                  <a:lnTo>
                    <a:pt x="62928" y="209080"/>
                  </a:lnTo>
                  <a:lnTo>
                    <a:pt x="69342" y="208673"/>
                  </a:lnTo>
                  <a:lnTo>
                    <a:pt x="70777" y="208140"/>
                  </a:lnTo>
                  <a:lnTo>
                    <a:pt x="70472" y="209867"/>
                  </a:lnTo>
                  <a:lnTo>
                    <a:pt x="70650" y="213601"/>
                  </a:lnTo>
                  <a:lnTo>
                    <a:pt x="70815" y="217335"/>
                  </a:lnTo>
                  <a:lnTo>
                    <a:pt x="71640" y="220319"/>
                  </a:lnTo>
                  <a:lnTo>
                    <a:pt x="73317" y="220218"/>
                  </a:lnTo>
                  <a:lnTo>
                    <a:pt x="73863" y="217157"/>
                  </a:lnTo>
                  <a:lnTo>
                    <a:pt x="73520" y="209677"/>
                  </a:lnTo>
                  <a:lnTo>
                    <a:pt x="73050" y="208000"/>
                  </a:lnTo>
                  <a:lnTo>
                    <a:pt x="74536" y="208343"/>
                  </a:lnTo>
                  <a:lnTo>
                    <a:pt x="77736" y="208153"/>
                  </a:lnTo>
                  <a:lnTo>
                    <a:pt x="80937" y="207949"/>
                  </a:lnTo>
                  <a:lnTo>
                    <a:pt x="83502" y="206984"/>
                  </a:lnTo>
                  <a:lnTo>
                    <a:pt x="83413" y="205028"/>
                  </a:lnTo>
                  <a:lnTo>
                    <a:pt x="80772" y="204393"/>
                  </a:lnTo>
                  <a:lnTo>
                    <a:pt x="74371" y="204800"/>
                  </a:lnTo>
                  <a:lnTo>
                    <a:pt x="72859" y="205371"/>
                  </a:lnTo>
                  <a:lnTo>
                    <a:pt x="73164" y="203619"/>
                  </a:lnTo>
                  <a:lnTo>
                    <a:pt x="72986" y="199872"/>
                  </a:lnTo>
                  <a:lnTo>
                    <a:pt x="72821" y="196138"/>
                  </a:lnTo>
                  <a:lnTo>
                    <a:pt x="71996" y="193154"/>
                  </a:lnTo>
                  <a:lnTo>
                    <a:pt x="71640" y="193179"/>
                  </a:lnTo>
                  <a:lnTo>
                    <a:pt x="103403" y="156121"/>
                  </a:lnTo>
                  <a:lnTo>
                    <a:pt x="102984" y="158508"/>
                  </a:lnTo>
                  <a:lnTo>
                    <a:pt x="103327" y="165989"/>
                  </a:lnTo>
                  <a:lnTo>
                    <a:pt x="103771" y="167652"/>
                  </a:lnTo>
                  <a:lnTo>
                    <a:pt x="102374" y="167309"/>
                  </a:lnTo>
                  <a:lnTo>
                    <a:pt x="99174" y="167513"/>
                  </a:lnTo>
                  <a:lnTo>
                    <a:pt x="95961" y="167703"/>
                  </a:lnTo>
                  <a:lnTo>
                    <a:pt x="93395" y="168668"/>
                  </a:lnTo>
                  <a:lnTo>
                    <a:pt x="93497" y="170624"/>
                  </a:lnTo>
                  <a:lnTo>
                    <a:pt x="96139" y="171259"/>
                  </a:lnTo>
                  <a:lnTo>
                    <a:pt x="102539" y="170853"/>
                  </a:lnTo>
                  <a:lnTo>
                    <a:pt x="103974" y="170319"/>
                  </a:lnTo>
                  <a:lnTo>
                    <a:pt x="103682" y="172046"/>
                  </a:lnTo>
                  <a:lnTo>
                    <a:pt x="103847" y="175780"/>
                  </a:lnTo>
                  <a:lnTo>
                    <a:pt x="104013" y="179514"/>
                  </a:lnTo>
                  <a:lnTo>
                    <a:pt x="104838" y="182499"/>
                  </a:lnTo>
                  <a:lnTo>
                    <a:pt x="106514" y="182397"/>
                  </a:lnTo>
                  <a:lnTo>
                    <a:pt x="107061" y="179336"/>
                  </a:lnTo>
                  <a:lnTo>
                    <a:pt x="106718" y="171856"/>
                  </a:lnTo>
                  <a:lnTo>
                    <a:pt x="106260" y="170180"/>
                  </a:lnTo>
                  <a:lnTo>
                    <a:pt x="107734" y="170522"/>
                  </a:lnTo>
                  <a:lnTo>
                    <a:pt x="110947" y="170332"/>
                  </a:lnTo>
                  <a:lnTo>
                    <a:pt x="114147" y="170129"/>
                  </a:lnTo>
                  <a:lnTo>
                    <a:pt x="116713" y="169164"/>
                  </a:lnTo>
                  <a:lnTo>
                    <a:pt x="116687" y="168821"/>
                  </a:lnTo>
                  <a:lnTo>
                    <a:pt x="138036" y="193713"/>
                  </a:lnTo>
                  <a:lnTo>
                    <a:pt x="136410" y="193802"/>
                  </a:lnTo>
                  <a:lnTo>
                    <a:pt x="135864" y="196862"/>
                  </a:lnTo>
                  <a:lnTo>
                    <a:pt x="136207" y="204343"/>
                  </a:lnTo>
                  <a:lnTo>
                    <a:pt x="136652" y="206006"/>
                  </a:lnTo>
                  <a:lnTo>
                    <a:pt x="135267" y="205663"/>
                  </a:lnTo>
                  <a:lnTo>
                    <a:pt x="132054" y="205867"/>
                  </a:lnTo>
                  <a:lnTo>
                    <a:pt x="128854" y="206070"/>
                  </a:lnTo>
                  <a:lnTo>
                    <a:pt x="126288" y="207035"/>
                  </a:lnTo>
                  <a:lnTo>
                    <a:pt x="126377" y="208991"/>
                  </a:lnTo>
                  <a:lnTo>
                    <a:pt x="129019" y="209613"/>
                  </a:lnTo>
                  <a:lnTo>
                    <a:pt x="135432" y="209219"/>
                  </a:lnTo>
                  <a:lnTo>
                    <a:pt x="136855" y="208686"/>
                  </a:lnTo>
                  <a:lnTo>
                    <a:pt x="136563" y="210400"/>
                  </a:lnTo>
                  <a:lnTo>
                    <a:pt x="136728" y="214147"/>
                  </a:lnTo>
                  <a:lnTo>
                    <a:pt x="136906" y="217881"/>
                  </a:lnTo>
                  <a:lnTo>
                    <a:pt x="137731" y="220865"/>
                  </a:lnTo>
                  <a:lnTo>
                    <a:pt x="138264" y="220840"/>
                  </a:lnTo>
                  <a:lnTo>
                    <a:pt x="138264" y="194386"/>
                  </a:lnTo>
                  <a:lnTo>
                    <a:pt x="138099" y="193789"/>
                  </a:lnTo>
                  <a:lnTo>
                    <a:pt x="147866" y="205181"/>
                  </a:lnTo>
                  <a:lnTo>
                    <a:pt x="147866" y="194513"/>
                  </a:lnTo>
                  <a:lnTo>
                    <a:pt x="114973" y="156133"/>
                  </a:lnTo>
                  <a:lnTo>
                    <a:pt x="114973" y="166814"/>
                  </a:lnTo>
                  <a:lnTo>
                    <a:pt x="113982" y="166573"/>
                  </a:lnTo>
                  <a:lnTo>
                    <a:pt x="107569" y="166979"/>
                  </a:lnTo>
                  <a:lnTo>
                    <a:pt x="106057" y="167551"/>
                  </a:lnTo>
                  <a:lnTo>
                    <a:pt x="106362" y="165798"/>
                  </a:lnTo>
                  <a:lnTo>
                    <a:pt x="106197" y="162052"/>
                  </a:lnTo>
                  <a:lnTo>
                    <a:pt x="106032" y="158318"/>
                  </a:lnTo>
                  <a:lnTo>
                    <a:pt x="105232" y="155448"/>
                  </a:lnTo>
                  <a:lnTo>
                    <a:pt x="114973" y="166814"/>
                  </a:lnTo>
                  <a:lnTo>
                    <a:pt x="114973" y="156133"/>
                  </a:lnTo>
                  <a:lnTo>
                    <a:pt x="113753" y="154711"/>
                  </a:lnTo>
                  <a:lnTo>
                    <a:pt x="105143" y="144678"/>
                  </a:lnTo>
                  <a:lnTo>
                    <a:pt x="105143" y="155346"/>
                  </a:lnTo>
                  <a:lnTo>
                    <a:pt x="104013" y="155409"/>
                  </a:lnTo>
                  <a:lnTo>
                    <a:pt x="104609" y="154711"/>
                  </a:lnTo>
                  <a:lnTo>
                    <a:pt x="105143" y="155346"/>
                  </a:lnTo>
                  <a:lnTo>
                    <a:pt x="105143" y="144678"/>
                  </a:lnTo>
                  <a:lnTo>
                    <a:pt x="104609" y="144056"/>
                  </a:lnTo>
                  <a:lnTo>
                    <a:pt x="70573" y="183769"/>
                  </a:lnTo>
                  <a:lnTo>
                    <a:pt x="70573" y="205473"/>
                  </a:lnTo>
                  <a:lnTo>
                    <a:pt x="69176" y="205130"/>
                  </a:lnTo>
                  <a:lnTo>
                    <a:pt x="65963" y="205333"/>
                  </a:lnTo>
                  <a:lnTo>
                    <a:pt x="62763" y="205524"/>
                  </a:lnTo>
                  <a:lnTo>
                    <a:pt x="60286" y="206463"/>
                  </a:lnTo>
                  <a:lnTo>
                    <a:pt x="60286" y="208394"/>
                  </a:lnTo>
                  <a:lnTo>
                    <a:pt x="59448" y="207403"/>
                  </a:lnTo>
                  <a:lnTo>
                    <a:pt x="60198" y="206540"/>
                  </a:lnTo>
                  <a:lnTo>
                    <a:pt x="60286" y="208394"/>
                  </a:lnTo>
                  <a:lnTo>
                    <a:pt x="60286" y="206463"/>
                  </a:lnTo>
                  <a:lnTo>
                    <a:pt x="69989" y="195110"/>
                  </a:lnTo>
                  <a:lnTo>
                    <a:pt x="69773" y="196329"/>
                  </a:lnTo>
                  <a:lnTo>
                    <a:pt x="70129" y="203809"/>
                  </a:lnTo>
                  <a:lnTo>
                    <a:pt x="70573" y="205473"/>
                  </a:lnTo>
                  <a:lnTo>
                    <a:pt x="70573" y="183769"/>
                  </a:lnTo>
                  <a:lnTo>
                    <a:pt x="50304" y="207403"/>
                  </a:lnTo>
                  <a:lnTo>
                    <a:pt x="104609" y="270751"/>
                  </a:lnTo>
                  <a:lnTo>
                    <a:pt x="113753" y="260083"/>
                  </a:lnTo>
                  <a:lnTo>
                    <a:pt x="158927" y="207403"/>
                  </a:lnTo>
                  <a:close/>
                </a:path>
                <a:path w="351790" h="347979">
                  <a:moveTo>
                    <a:pt x="285584" y="51650"/>
                  </a:moveTo>
                  <a:lnTo>
                    <a:pt x="285483" y="49695"/>
                  </a:lnTo>
                  <a:lnTo>
                    <a:pt x="282854" y="49072"/>
                  </a:lnTo>
                  <a:lnTo>
                    <a:pt x="276440" y="49466"/>
                  </a:lnTo>
                  <a:lnTo>
                    <a:pt x="274929" y="50038"/>
                  </a:lnTo>
                  <a:lnTo>
                    <a:pt x="275234" y="48285"/>
                  </a:lnTo>
                  <a:lnTo>
                    <a:pt x="275069" y="44551"/>
                  </a:lnTo>
                  <a:lnTo>
                    <a:pt x="274904" y="40805"/>
                  </a:lnTo>
                  <a:lnTo>
                    <a:pt x="274078" y="37820"/>
                  </a:lnTo>
                  <a:lnTo>
                    <a:pt x="272402" y="37934"/>
                  </a:lnTo>
                  <a:lnTo>
                    <a:pt x="271856" y="40995"/>
                  </a:lnTo>
                  <a:lnTo>
                    <a:pt x="272199" y="48475"/>
                  </a:lnTo>
                  <a:lnTo>
                    <a:pt x="272643" y="50139"/>
                  </a:lnTo>
                  <a:lnTo>
                    <a:pt x="271246" y="49796"/>
                  </a:lnTo>
                  <a:lnTo>
                    <a:pt x="268046" y="49999"/>
                  </a:lnTo>
                  <a:lnTo>
                    <a:pt x="264845" y="50190"/>
                  </a:lnTo>
                  <a:lnTo>
                    <a:pt x="262280" y="51155"/>
                  </a:lnTo>
                  <a:lnTo>
                    <a:pt x="262369" y="53124"/>
                  </a:lnTo>
                  <a:lnTo>
                    <a:pt x="265010" y="53746"/>
                  </a:lnTo>
                  <a:lnTo>
                    <a:pt x="271411" y="53352"/>
                  </a:lnTo>
                  <a:lnTo>
                    <a:pt x="272846" y="52819"/>
                  </a:lnTo>
                  <a:lnTo>
                    <a:pt x="272554" y="54533"/>
                  </a:lnTo>
                  <a:lnTo>
                    <a:pt x="272719" y="58267"/>
                  </a:lnTo>
                  <a:lnTo>
                    <a:pt x="272884" y="62014"/>
                  </a:lnTo>
                  <a:lnTo>
                    <a:pt x="273710" y="64998"/>
                  </a:lnTo>
                  <a:lnTo>
                    <a:pt x="275386" y="64884"/>
                  </a:lnTo>
                  <a:lnTo>
                    <a:pt x="275932" y="61823"/>
                  </a:lnTo>
                  <a:lnTo>
                    <a:pt x="275590" y="54343"/>
                  </a:lnTo>
                  <a:lnTo>
                    <a:pt x="275132" y="52679"/>
                  </a:lnTo>
                  <a:lnTo>
                    <a:pt x="276606" y="53022"/>
                  </a:lnTo>
                  <a:lnTo>
                    <a:pt x="279819" y="52819"/>
                  </a:lnTo>
                  <a:lnTo>
                    <a:pt x="283019" y="52616"/>
                  </a:lnTo>
                  <a:lnTo>
                    <a:pt x="285584" y="51650"/>
                  </a:lnTo>
                  <a:close/>
                </a:path>
                <a:path w="351790" h="347979">
                  <a:moveTo>
                    <a:pt x="310451" y="284556"/>
                  </a:moveTo>
                  <a:lnTo>
                    <a:pt x="301320" y="273913"/>
                  </a:lnTo>
                  <a:lnTo>
                    <a:pt x="301320" y="284556"/>
                  </a:lnTo>
                  <a:lnTo>
                    <a:pt x="291211" y="296354"/>
                  </a:lnTo>
                  <a:lnTo>
                    <a:pt x="291477" y="294855"/>
                  </a:lnTo>
                  <a:lnTo>
                    <a:pt x="291134" y="287375"/>
                  </a:lnTo>
                  <a:lnTo>
                    <a:pt x="290677" y="285699"/>
                  </a:lnTo>
                  <a:lnTo>
                    <a:pt x="292150" y="286042"/>
                  </a:lnTo>
                  <a:lnTo>
                    <a:pt x="295363" y="285851"/>
                  </a:lnTo>
                  <a:lnTo>
                    <a:pt x="298564" y="285648"/>
                  </a:lnTo>
                  <a:lnTo>
                    <a:pt x="301129" y="284683"/>
                  </a:lnTo>
                  <a:lnTo>
                    <a:pt x="301104" y="284314"/>
                  </a:lnTo>
                  <a:lnTo>
                    <a:pt x="301320" y="284556"/>
                  </a:lnTo>
                  <a:lnTo>
                    <a:pt x="301320" y="273913"/>
                  </a:lnTo>
                  <a:lnTo>
                    <a:pt x="299415" y="271691"/>
                  </a:lnTo>
                  <a:lnTo>
                    <a:pt x="299415" y="282359"/>
                  </a:lnTo>
                  <a:lnTo>
                    <a:pt x="298399" y="282105"/>
                  </a:lnTo>
                  <a:lnTo>
                    <a:pt x="291985" y="282498"/>
                  </a:lnTo>
                  <a:lnTo>
                    <a:pt x="290474" y="283070"/>
                  </a:lnTo>
                  <a:lnTo>
                    <a:pt x="290779" y="281317"/>
                  </a:lnTo>
                  <a:lnTo>
                    <a:pt x="290614" y="277583"/>
                  </a:lnTo>
                  <a:lnTo>
                    <a:pt x="290449" y="273837"/>
                  </a:lnTo>
                  <a:lnTo>
                    <a:pt x="289788" y="271462"/>
                  </a:lnTo>
                  <a:lnTo>
                    <a:pt x="289788" y="298005"/>
                  </a:lnTo>
                  <a:lnTo>
                    <a:pt x="256146" y="337248"/>
                  </a:lnTo>
                  <a:lnTo>
                    <a:pt x="244449" y="323621"/>
                  </a:lnTo>
                  <a:lnTo>
                    <a:pt x="247040" y="324243"/>
                  </a:lnTo>
                  <a:lnTo>
                    <a:pt x="253453" y="323850"/>
                  </a:lnTo>
                  <a:lnTo>
                    <a:pt x="254876" y="323316"/>
                  </a:lnTo>
                  <a:lnTo>
                    <a:pt x="254584" y="325031"/>
                  </a:lnTo>
                  <a:lnTo>
                    <a:pt x="254762" y="328764"/>
                  </a:lnTo>
                  <a:lnTo>
                    <a:pt x="254927" y="332511"/>
                  </a:lnTo>
                  <a:lnTo>
                    <a:pt x="255752" y="335495"/>
                  </a:lnTo>
                  <a:lnTo>
                    <a:pt x="257429" y="335381"/>
                  </a:lnTo>
                  <a:lnTo>
                    <a:pt x="257975" y="332320"/>
                  </a:lnTo>
                  <a:lnTo>
                    <a:pt x="257632" y="324840"/>
                  </a:lnTo>
                  <a:lnTo>
                    <a:pt x="257162" y="323176"/>
                  </a:lnTo>
                  <a:lnTo>
                    <a:pt x="258648" y="323519"/>
                  </a:lnTo>
                  <a:lnTo>
                    <a:pt x="261848" y="323316"/>
                  </a:lnTo>
                  <a:lnTo>
                    <a:pt x="265049" y="323113"/>
                  </a:lnTo>
                  <a:lnTo>
                    <a:pt x="267614" y="322148"/>
                  </a:lnTo>
                  <a:lnTo>
                    <a:pt x="267525" y="320192"/>
                  </a:lnTo>
                  <a:lnTo>
                    <a:pt x="264883" y="319570"/>
                  </a:lnTo>
                  <a:lnTo>
                    <a:pt x="258483" y="319963"/>
                  </a:lnTo>
                  <a:lnTo>
                    <a:pt x="256971" y="320535"/>
                  </a:lnTo>
                  <a:lnTo>
                    <a:pt x="257276" y="318782"/>
                  </a:lnTo>
                  <a:lnTo>
                    <a:pt x="257111" y="315048"/>
                  </a:lnTo>
                  <a:lnTo>
                    <a:pt x="256933" y="311302"/>
                  </a:lnTo>
                  <a:lnTo>
                    <a:pt x="256108" y="308317"/>
                  </a:lnTo>
                  <a:lnTo>
                    <a:pt x="254431" y="308432"/>
                  </a:lnTo>
                  <a:lnTo>
                    <a:pt x="253885" y="311492"/>
                  </a:lnTo>
                  <a:lnTo>
                    <a:pt x="254241" y="318973"/>
                  </a:lnTo>
                  <a:lnTo>
                    <a:pt x="254685" y="320636"/>
                  </a:lnTo>
                  <a:lnTo>
                    <a:pt x="253288" y="320294"/>
                  </a:lnTo>
                  <a:lnTo>
                    <a:pt x="250075" y="320497"/>
                  </a:lnTo>
                  <a:lnTo>
                    <a:pt x="246875" y="320687"/>
                  </a:lnTo>
                  <a:lnTo>
                    <a:pt x="244309" y="321652"/>
                  </a:lnTo>
                  <a:lnTo>
                    <a:pt x="244398" y="323570"/>
                  </a:lnTo>
                  <a:lnTo>
                    <a:pt x="211886" y="285635"/>
                  </a:lnTo>
                  <a:lnTo>
                    <a:pt x="214464" y="286232"/>
                  </a:lnTo>
                  <a:lnTo>
                    <a:pt x="220865" y="285838"/>
                  </a:lnTo>
                  <a:lnTo>
                    <a:pt x="222300" y="285305"/>
                  </a:lnTo>
                  <a:lnTo>
                    <a:pt x="222008" y="287020"/>
                  </a:lnTo>
                  <a:lnTo>
                    <a:pt x="222173" y="290766"/>
                  </a:lnTo>
                  <a:lnTo>
                    <a:pt x="222338" y="294500"/>
                  </a:lnTo>
                  <a:lnTo>
                    <a:pt x="223177" y="297484"/>
                  </a:lnTo>
                  <a:lnTo>
                    <a:pt x="224840" y="297383"/>
                  </a:lnTo>
                  <a:lnTo>
                    <a:pt x="225386" y="294309"/>
                  </a:lnTo>
                  <a:lnTo>
                    <a:pt x="225044" y="286842"/>
                  </a:lnTo>
                  <a:lnTo>
                    <a:pt x="224586" y="285165"/>
                  </a:lnTo>
                  <a:lnTo>
                    <a:pt x="226060" y="285508"/>
                  </a:lnTo>
                  <a:lnTo>
                    <a:pt x="229273" y="285305"/>
                  </a:lnTo>
                  <a:lnTo>
                    <a:pt x="232473" y="285115"/>
                  </a:lnTo>
                  <a:lnTo>
                    <a:pt x="235038" y="284149"/>
                  </a:lnTo>
                  <a:lnTo>
                    <a:pt x="234950" y="282194"/>
                  </a:lnTo>
                  <a:lnTo>
                    <a:pt x="232308" y="281559"/>
                  </a:lnTo>
                  <a:lnTo>
                    <a:pt x="225894" y="281952"/>
                  </a:lnTo>
                  <a:lnTo>
                    <a:pt x="224383" y="282524"/>
                  </a:lnTo>
                  <a:lnTo>
                    <a:pt x="224688" y="280771"/>
                  </a:lnTo>
                  <a:lnTo>
                    <a:pt x="224523" y="277037"/>
                  </a:lnTo>
                  <a:lnTo>
                    <a:pt x="224358" y="273304"/>
                  </a:lnTo>
                  <a:lnTo>
                    <a:pt x="223532" y="270319"/>
                  </a:lnTo>
                  <a:lnTo>
                    <a:pt x="223151" y="270344"/>
                  </a:lnTo>
                  <a:lnTo>
                    <a:pt x="254927" y="233299"/>
                  </a:lnTo>
                  <a:lnTo>
                    <a:pt x="254508" y="235673"/>
                  </a:lnTo>
                  <a:lnTo>
                    <a:pt x="254863" y="243141"/>
                  </a:lnTo>
                  <a:lnTo>
                    <a:pt x="255308" y="244817"/>
                  </a:lnTo>
                  <a:lnTo>
                    <a:pt x="253911" y="244475"/>
                  </a:lnTo>
                  <a:lnTo>
                    <a:pt x="250698" y="244665"/>
                  </a:lnTo>
                  <a:lnTo>
                    <a:pt x="247497" y="244868"/>
                  </a:lnTo>
                  <a:lnTo>
                    <a:pt x="244932" y="245833"/>
                  </a:lnTo>
                  <a:lnTo>
                    <a:pt x="245033" y="247789"/>
                  </a:lnTo>
                  <a:lnTo>
                    <a:pt x="247662" y="248412"/>
                  </a:lnTo>
                  <a:lnTo>
                    <a:pt x="254076" y="248018"/>
                  </a:lnTo>
                  <a:lnTo>
                    <a:pt x="255498" y="247484"/>
                  </a:lnTo>
                  <a:lnTo>
                    <a:pt x="255206" y="249199"/>
                  </a:lnTo>
                  <a:lnTo>
                    <a:pt x="255384" y="252945"/>
                  </a:lnTo>
                  <a:lnTo>
                    <a:pt x="255549" y="256679"/>
                  </a:lnTo>
                  <a:lnTo>
                    <a:pt x="256374" y="259664"/>
                  </a:lnTo>
                  <a:lnTo>
                    <a:pt x="258051" y="259562"/>
                  </a:lnTo>
                  <a:lnTo>
                    <a:pt x="258597" y="256489"/>
                  </a:lnTo>
                  <a:lnTo>
                    <a:pt x="258241" y="249021"/>
                  </a:lnTo>
                  <a:lnTo>
                    <a:pt x="257784" y="247345"/>
                  </a:lnTo>
                  <a:lnTo>
                    <a:pt x="259270" y="247688"/>
                  </a:lnTo>
                  <a:lnTo>
                    <a:pt x="262470" y="247484"/>
                  </a:lnTo>
                  <a:lnTo>
                    <a:pt x="265671" y="247294"/>
                  </a:lnTo>
                  <a:lnTo>
                    <a:pt x="268236" y="246329"/>
                  </a:lnTo>
                  <a:lnTo>
                    <a:pt x="268211" y="245986"/>
                  </a:lnTo>
                  <a:lnTo>
                    <a:pt x="289560" y="270865"/>
                  </a:lnTo>
                  <a:lnTo>
                    <a:pt x="287947" y="270967"/>
                  </a:lnTo>
                  <a:lnTo>
                    <a:pt x="287401" y="274027"/>
                  </a:lnTo>
                  <a:lnTo>
                    <a:pt x="287743" y="281508"/>
                  </a:lnTo>
                  <a:lnTo>
                    <a:pt x="288188" y="283171"/>
                  </a:lnTo>
                  <a:lnTo>
                    <a:pt x="286791" y="282829"/>
                  </a:lnTo>
                  <a:lnTo>
                    <a:pt x="283591" y="283032"/>
                  </a:lnTo>
                  <a:lnTo>
                    <a:pt x="280377" y="283222"/>
                  </a:lnTo>
                  <a:lnTo>
                    <a:pt x="277812" y="284187"/>
                  </a:lnTo>
                  <a:lnTo>
                    <a:pt x="277914" y="286143"/>
                  </a:lnTo>
                  <a:lnTo>
                    <a:pt x="280555" y="286778"/>
                  </a:lnTo>
                  <a:lnTo>
                    <a:pt x="286956" y="286385"/>
                  </a:lnTo>
                  <a:lnTo>
                    <a:pt x="288391" y="285851"/>
                  </a:lnTo>
                  <a:lnTo>
                    <a:pt x="288099" y="287566"/>
                  </a:lnTo>
                  <a:lnTo>
                    <a:pt x="288264" y="291299"/>
                  </a:lnTo>
                  <a:lnTo>
                    <a:pt x="288429" y="295046"/>
                  </a:lnTo>
                  <a:lnTo>
                    <a:pt x="289255" y="298030"/>
                  </a:lnTo>
                  <a:lnTo>
                    <a:pt x="289788" y="298005"/>
                  </a:lnTo>
                  <a:lnTo>
                    <a:pt x="289788" y="271462"/>
                  </a:lnTo>
                  <a:lnTo>
                    <a:pt x="289648" y="270954"/>
                  </a:lnTo>
                  <a:lnTo>
                    <a:pt x="299415" y="282359"/>
                  </a:lnTo>
                  <a:lnTo>
                    <a:pt x="299415" y="271691"/>
                  </a:lnTo>
                  <a:lnTo>
                    <a:pt x="266509" y="233299"/>
                  </a:lnTo>
                  <a:lnTo>
                    <a:pt x="266509" y="243979"/>
                  </a:lnTo>
                  <a:lnTo>
                    <a:pt x="265506" y="243738"/>
                  </a:lnTo>
                  <a:lnTo>
                    <a:pt x="259105" y="244132"/>
                  </a:lnTo>
                  <a:lnTo>
                    <a:pt x="257594" y="244703"/>
                  </a:lnTo>
                  <a:lnTo>
                    <a:pt x="257898" y="242951"/>
                  </a:lnTo>
                  <a:lnTo>
                    <a:pt x="257721" y="239217"/>
                  </a:lnTo>
                  <a:lnTo>
                    <a:pt x="257556" y="235483"/>
                  </a:lnTo>
                  <a:lnTo>
                    <a:pt x="256743" y="232587"/>
                  </a:lnTo>
                  <a:lnTo>
                    <a:pt x="266509" y="243979"/>
                  </a:lnTo>
                  <a:lnTo>
                    <a:pt x="266509" y="233299"/>
                  </a:lnTo>
                  <a:lnTo>
                    <a:pt x="265290" y="231876"/>
                  </a:lnTo>
                  <a:lnTo>
                    <a:pt x="256679" y="221830"/>
                  </a:lnTo>
                  <a:lnTo>
                    <a:pt x="256679" y="232511"/>
                  </a:lnTo>
                  <a:lnTo>
                    <a:pt x="255549" y="232575"/>
                  </a:lnTo>
                  <a:lnTo>
                    <a:pt x="256146" y="231876"/>
                  </a:lnTo>
                  <a:lnTo>
                    <a:pt x="256679" y="232511"/>
                  </a:lnTo>
                  <a:lnTo>
                    <a:pt x="256679" y="221830"/>
                  </a:lnTo>
                  <a:lnTo>
                    <a:pt x="256146" y="221208"/>
                  </a:lnTo>
                  <a:lnTo>
                    <a:pt x="222097" y="260934"/>
                  </a:lnTo>
                  <a:lnTo>
                    <a:pt x="222097" y="282638"/>
                  </a:lnTo>
                  <a:lnTo>
                    <a:pt x="220700" y="282295"/>
                  </a:lnTo>
                  <a:lnTo>
                    <a:pt x="217500" y="282486"/>
                  </a:lnTo>
                  <a:lnTo>
                    <a:pt x="214299" y="282689"/>
                  </a:lnTo>
                  <a:lnTo>
                    <a:pt x="211810" y="283641"/>
                  </a:lnTo>
                  <a:lnTo>
                    <a:pt x="211810" y="285546"/>
                  </a:lnTo>
                  <a:lnTo>
                    <a:pt x="210972" y="284556"/>
                  </a:lnTo>
                  <a:lnTo>
                    <a:pt x="211734" y="283667"/>
                  </a:lnTo>
                  <a:lnTo>
                    <a:pt x="211810" y="285546"/>
                  </a:lnTo>
                  <a:lnTo>
                    <a:pt x="211810" y="283641"/>
                  </a:lnTo>
                  <a:lnTo>
                    <a:pt x="221526" y="272249"/>
                  </a:lnTo>
                  <a:lnTo>
                    <a:pt x="221310" y="273494"/>
                  </a:lnTo>
                  <a:lnTo>
                    <a:pt x="221653" y="280962"/>
                  </a:lnTo>
                  <a:lnTo>
                    <a:pt x="222097" y="282638"/>
                  </a:lnTo>
                  <a:lnTo>
                    <a:pt x="222097" y="260934"/>
                  </a:lnTo>
                  <a:lnTo>
                    <a:pt x="204965" y="280911"/>
                  </a:lnTo>
                  <a:lnTo>
                    <a:pt x="198970" y="273926"/>
                  </a:lnTo>
                  <a:lnTo>
                    <a:pt x="198970" y="284556"/>
                  </a:lnTo>
                  <a:lnTo>
                    <a:pt x="188861" y="296354"/>
                  </a:lnTo>
                  <a:lnTo>
                    <a:pt x="189128" y="294855"/>
                  </a:lnTo>
                  <a:lnTo>
                    <a:pt x="188785" y="287375"/>
                  </a:lnTo>
                  <a:lnTo>
                    <a:pt x="188315" y="285699"/>
                  </a:lnTo>
                  <a:lnTo>
                    <a:pt x="189801" y="286042"/>
                  </a:lnTo>
                  <a:lnTo>
                    <a:pt x="193001" y="285851"/>
                  </a:lnTo>
                  <a:lnTo>
                    <a:pt x="196202" y="285648"/>
                  </a:lnTo>
                  <a:lnTo>
                    <a:pt x="198767" y="284683"/>
                  </a:lnTo>
                  <a:lnTo>
                    <a:pt x="198742" y="284302"/>
                  </a:lnTo>
                  <a:lnTo>
                    <a:pt x="198970" y="284556"/>
                  </a:lnTo>
                  <a:lnTo>
                    <a:pt x="198970" y="273926"/>
                  </a:lnTo>
                  <a:lnTo>
                    <a:pt x="197065" y="271703"/>
                  </a:lnTo>
                  <a:lnTo>
                    <a:pt x="197065" y="282359"/>
                  </a:lnTo>
                  <a:lnTo>
                    <a:pt x="196037" y="282105"/>
                  </a:lnTo>
                  <a:lnTo>
                    <a:pt x="189636" y="282498"/>
                  </a:lnTo>
                  <a:lnTo>
                    <a:pt x="188125" y="283070"/>
                  </a:lnTo>
                  <a:lnTo>
                    <a:pt x="188429" y="281317"/>
                  </a:lnTo>
                  <a:lnTo>
                    <a:pt x="188264" y="277583"/>
                  </a:lnTo>
                  <a:lnTo>
                    <a:pt x="188087" y="273837"/>
                  </a:lnTo>
                  <a:lnTo>
                    <a:pt x="187439" y="271526"/>
                  </a:lnTo>
                  <a:lnTo>
                    <a:pt x="187439" y="298005"/>
                  </a:lnTo>
                  <a:lnTo>
                    <a:pt x="153797" y="337248"/>
                  </a:lnTo>
                  <a:lnTo>
                    <a:pt x="142113" y="323634"/>
                  </a:lnTo>
                  <a:lnTo>
                    <a:pt x="144691" y="324243"/>
                  </a:lnTo>
                  <a:lnTo>
                    <a:pt x="151104" y="323850"/>
                  </a:lnTo>
                  <a:lnTo>
                    <a:pt x="152527" y="323316"/>
                  </a:lnTo>
                  <a:lnTo>
                    <a:pt x="152234" y="325031"/>
                  </a:lnTo>
                  <a:lnTo>
                    <a:pt x="152400" y="328764"/>
                  </a:lnTo>
                  <a:lnTo>
                    <a:pt x="152565" y="332511"/>
                  </a:lnTo>
                  <a:lnTo>
                    <a:pt x="153403" y="335495"/>
                  </a:lnTo>
                  <a:lnTo>
                    <a:pt x="155079" y="335381"/>
                  </a:lnTo>
                  <a:lnTo>
                    <a:pt x="155613" y="332320"/>
                  </a:lnTo>
                  <a:lnTo>
                    <a:pt x="155270" y="324840"/>
                  </a:lnTo>
                  <a:lnTo>
                    <a:pt x="154813" y="323164"/>
                  </a:lnTo>
                  <a:lnTo>
                    <a:pt x="156298" y="323519"/>
                  </a:lnTo>
                  <a:lnTo>
                    <a:pt x="159499" y="323316"/>
                  </a:lnTo>
                  <a:lnTo>
                    <a:pt x="162699" y="323113"/>
                  </a:lnTo>
                  <a:lnTo>
                    <a:pt x="165265" y="322148"/>
                  </a:lnTo>
                  <a:lnTo>
                    <a:pt x="165176" y="320192"/>
                  </a:lnTo>
                  <a:lnTo>
                    <a:pt x="162534" y="319570"/>
                  </a:lnTo>
                  <a:lnTo>
                    <a:pt x="156121" y="319963"/>
                  </a:lnTo>
                  <a:lnTo>
                    <a:pt x="154609" y="320535"/>
                  </a:lnTo>
                  <a:lnTo>
                    <a:pt x="154927" y="318782"/>
                  </a:lnTo>
                  <a:lnTo>
                    <a:pt x="154749" y="315048"/>
                  </a:lnTo>
                  <a:lnTo>
                    <a:pt x="154584" y="311302"/>
                  </a:lnTo>
                  <a:lnTo>
                    <a:pt x="153758" y="308317"/>
                  </a:lnTo>
                  <a:lnTo>
                    <a:pt x="152082" y="308432"/>
                  </a:lnTo>
                  <a:lnTo>
                    <a:pt x="151536" y="311492"/>
                  </a:lnTo>
                  <a:lnTo>
                    <a:pt x="151879" y="318973"/>
                  </a:lnTo>
                  <a:lnTo>
                    <a:pt x="152323" y="320636"/>
                  </a:lnTo>
                  <a:lnTo>
                    <a:pt x="150926" y="320294"/>
                  </a:lnTo>
                  <a:lnTo>
                    <a:pt x="147726" y="320497"/>
                  </a:lnTo>
                  <a:lnTo>
                    <a:pt x="144526" y="320687"/>
                  </a:lnTo>
                  <a:lnTo>
                    <a:pt x="141960" y="321652"/>
                  </a:lnTo>
                  <a:lnTo>
                    <a:pt x="142036" y="323557"/>
                  </a:lnTo>
                  <a:lnTo>
                    <a:pt x="109537" y="285635"/>
                  </a:lnTo>
                  <a:lnTo>
                    <a:pt x="112115" y="286232"/>
                  </a:lnTo>
                  <a:lnTo>
                    <a:pt x="118516" y="285838"/>
                  </a:lnTo>
                  <a:lnTo>
                    <a:pt x="119951" y="285305"/>
                  </a:lnTo>
                  <a:lnTo>
                    <a:pt x="119659" y="287020"/>
                  </a:lnTo>
                  <a:lnTo>
                    <a:pt x="119824" y="290766"/>
                  </a:lnTo>
                  <a:lnTo>
                    <a:pt x="119989" y="294500"/>
                  </a:lnTo>
                  <a:lnTo>
                    <a:pt x="120815" y="297484"/>
                  </a:lnTo>
                  <a:lnTo>
                    <a:pt x="122491" y="297383"/>
                  </a:lnTo>
                  <a:lnTo>
                    <a:pt x="123037" y="294309"/>
                  </a:lnTo>
                  <a:lnTo>
                    <a:pt x="122694" y="286842"/>
                  </a:lnTo>
                  <a:lnTo>
                    <a:pt x="122224" y="285165"/>
                  </a:lnTo>
                  <a:lnTo>
                    <a:pt x="123710" y="285508"/>
                  </a:lnTo>
                  <a:lnTo>
                    <a:pt x="126911" y="285305"/>
                  </a:lnTo>
                  <a:lnTo>
                    <a:pt x="130124" y="285115"/>
                  </a:lnTo>
                  <a:lnTo>
                    <a:pt x="132689" y="284149"/>
                  </a:lnTo>
                  <a:lnTo>
                    <a:pt x="132588" y="282194"/>
                  </a:lnTo>
                  <a:lnTo>
                    <a:pt x="129946" y="281559"/>
                  </a:lnTo>
                  <a:lnTo>
                    <a:pt x="123545" y="281952"/>
                  </a:lnTo>
                  <a:lnTo>
                    <a:pt x="122034" y="282524"/>
                  </a:lnTo>
                  <a:lnTo>
                    <a:pt x="122339" y="280771"/>
                  </a:lnTo>
                  <a:lnTo>
                    <a:pt x="122174" y="277037"/>
                  </a:lnTo>
                  <a:lnTo>
                    <a:pt x="122008" y="273304"/>
                  </a:lnTo>
                  <a:lnTo>
                    <a:pt x="121170" y="270319"/>
                  </a:lnTo>
                  <a:lnTo>
                    <a:pt x="120802" y="270344"/>
                  </a:lnTo>
                  <a:lnTo>
                    <a:pt x="152577" y="233299"/>
                  </a:lnTo>
                  <a:lnTo>
                    <a:pt x="152158" y="235673"/>
                  </a:lnTo>
                  <a:lnTo>
                    <a:pt x="152501" y="243141"/>
                  </a:lnTo>
                  <a:lnTo>
                    <a:pt x="152958" y="244817"/>
                  </a:lnTo>
                  <a:lnTo>
                    <a:pt x="151549" y="244475"/>
                  </a:lnTo>
                  <a:lnTo>
                    <a:pt x="148348" y="244665"/>
                  </a:lnTo>
                  <a:lnTo>
                    <a:pt x="145148" y="244868"/>
                  </a:lnTo>
                  <a:lnTo>
                    <a:pt x="142582" y="245833"/>
                  </a:lnTo>
                  <a:lnTo>
                    <a:pt x="142671" y="247789"/>
                  </a:lnTo>
                  <a:lnTo>
                    <a:pt x="145313" y="248412"/>
                  </a:lnTo>
                  <a:lnTo>
                    <a:pt x="151726" y="248018"/>
                  </a:lnTo>
                  <a:lnTo>
                    <a:pt x="153149" y="247484"/>
                  </a:lnTo>
                  <a:lnTo>
                    <a:pt x="152857" y="249199"/>
                  </a:lnTo>
                  <a:lnTo>
                    <a:pt x="153022" y="252945"/>
                  </a:lnTo>
                  <a:lnTo>
                    <a:pt x="153187" y="256679"/>
                  </a:lnTo>
                  <a:lnTo>
                    <a:pt x="154025" y="259664"/>
                  </a:lnTo>
                  <a:lnTo>
                    <a:pt x="155689" y="259562"/>
                  </a:lnTo>
                  <a:lnTo>
                    <a:pt x="156235" y="256489"/>
                  </a:lnTo>
                  <a:lnTo>
                    <a:pt x="155892" y="249021"/>
                  </a:lnTo>
                  <a:lnTo>
                    <a:pt x="155435" y="247345"/>
                  </a:lnTo>
                  <a:lnTo>
                    <a:pt x="156921" y="247688"/>
                  </a:lnTo>
                  <a:lnTo>
                    <a:pt x="160121" y="247484"/>
                  </a:lnTo>
                  <a:lnTo>
                    <a:pt x="163322" y="247294"/>
                  </a:lnTo>
                  <a:lnTo>
                    <a:pt x="165887" y="246329"/>
                  </a:lnTo>
                  <a:lnTo>
                    <a:pt x="165862" y="245986"/>
                  </a:lnTo>
                  <a:lnTo>
                    <a:pt x="187210" y="270865"/>
                  </a:lnTo>
                  <a:lnTo>
                    <a:pt x="185585" y="270967"/>
                  </a:lnTo>
                  <a:lnTo>
                    <a:pt x="185039" y="274027"/>
                  </a:lnTo>
                  <a:lnTo>
                    <a:pt x="185394" y="281508"/>
                  </a:lnTo>
                  <a:lnTo>
                    <a:pt x="185839" y="283171"/>
                  </a:lnTo>
                  <a:lnTo>
                    <a:pt x="184442" y="282829"/>
                  </a:lnTo>
                  <a:lnTo>
                    <a:pt x="181229" y="283032"/>
                  </a:lnTo>
                  <a:lnTo>
                    <a:pt x="178028" y="283222"/>
                  </a:lnTo>
                  <a:lnTo>
                    <a:pt x="175463" y="284187"/>
                  </a:lnTo>
                  <a:lnTo>
                    <a:pt x="175564" y="286143"/>
                  </a:lnTo>
                  <a:lnTo>
                    <a:pt x="178193" y="286778"/>
                  </a:lnTo>
                  <a:lnTo>
                    <a:pt x="184607" y="286385"/>
                  </a:lnTo>
                  <a:lnTo>
                    <a:pt x="186042" y="285851"/>
                  </a:lnTo>
                  <a:lnTo>
                    <a:pt x="185737" y="287566"/>
                  </a:lnTo>
                  <a:lnTo>
                    <a:pt x="185915" y="291299"/>
                  </a:lnTo>
                  <a:lnTo>
                    <a:pt x="186080" y="295046"/>
                  </a:lnTo>
                  <a:lnTo>
                    <a:pt x="186905" y="298030"/>
                  </a:lnTo>
                  <a:lnTo>
                    <a:pt x="187439" y="298005"/>
                  </a:lnTo>
                  <a:lnTo>
                    <a:pt x="187439" y="271526"/>
                  </a:lnTo>
                  <a:lnTo>
                    <a:pt x="187274" y="270929"/>
                  </a:lnTo>
                  <a:lnTo>
                    <a:pt x="197065" y="282359"/>
                  </a:lnTo>
                  <a:lnTo>
                    <a:pt x="197065" y="271703"/>
                  </a:lnTo>
                  <a:lnTo>
                    <a:pt x="164160" y="233324"/>
                  </a:lnTo>
                  <a:lnTo>
                    <a:pt x="164160" y="243979"/>
                  </a:lnTo>
                  <a:lnTo>
                    <a:pt x="163156" y="243738"/>
                  </a:lnTo>
                  <a:lnTo>
                    <a:pt x="156743" y="244132"/>
                  </a:lnTo>
                  <a:lnTo>
                    <a:pt x="155232" y="244703"/>
                  </a:lnTo>
                  <a:lnTo>
                    <a:pt x="155536" y="242951"/>
                  </a:lnTo>
                  <a:lnTo>
                    <a:pt x="155371" y="239217"/>
                  </a:lnTo>
                  <a:lnTo>
                    <a:pt x="155206" y="235483"/>
                  </a:lnTo>
                  <a:lnTo>
                    <a:pt x="154393" y="232587"/>
                  </a:lnTo>
                  <a:lnTo>
                    <a:pt x="164160" y="243979"/>
                  </a:lnTo>
                  <a:lnTo>
                    <a:pt x="164160" y="233324"/>
                  </a:lnTo>
                  <a:lnTo>
                    <a:pt x="162928" y="231876"/>
                  </a:lnTo>
                  <a:lnTo>
                    <a:pt x="154330" y="221843"/>
                  </a:lnTo>
                  <a:lnTo>
                    <a:pt x="154330" y="232511"/>
                  </a:lnTo>
                  <a:lnTo>
                    <a:pt x="153200" y="232575"/>
                  </a:lnTo>
                  <a:lnTo>
                    <a:pt x="153797" y="231876"/>
                  </a:lnTo>
                  <a:lnTo>
                    <a:pt x="154330" y="232511"/>
                  </a:lnTo>
                  <a:lnTo>
                    <a:pt x="154330" y="221843"/>
                  </a:lnTo>
                  <a:lnTo>
                    <a:pt x="153797" y="221208"/>
                  </a:lnTo>
                  <a:lnTo>
                    <a:pt x="119748" y="260921"/>
                  </a:lnTo>
                  <a:lnTo>
                    <a:pt x="119748" y="282638"/>
                  </a:lnTo>
                  <a:lnTo>
                    <a:pt x="118351" y="282295"/>
                  </a:lnTo>
                  <a:lnTo>
                    <a:pt x="115150" y="282486"/>
                  </a:lnTo>
                  <a:lnTo>
                    <a:pt x="111937" y="282689"/>
                  </a:lnTo>
                  <a:lnTo>
                    <a:pt x="109461" y="283629"/>
                  </a:lnTo>
                  <a:lnTo>
                    <a:pt x="109461" y="285546"/>
                  </a:lnTo>
                  <a:lnTo>
                    <a:pt x="108623" y="284556"/>
                  </a:lnTo>
                  <a:lnTo>
                    <a:pt x="109372" y="283692"/>
                  </a:lnTo>
                  <a:lnTo>
                    <a:pt x="109461" y="285546"/>
                  </a:lnTo>
                  <a:lnTo>
                    <a:pt x="109461" y="283629"/>
                  </a:lnTo>
                  <a:lnTo>
                    <a:pt x="119176" y="272249"/>
                  </a:lnTo>
                  <a:lnTo>
                    <a:pt x="118960" y="273494"/>
                  </a:lnTo>
                  <a:lnTo>
                    <a:pt x="119303" y="280962"/>
                  </a:lnTo>
                  <a:lnTo>
                    <a:pt x="119748" y="282638"/>
                  </a:lnTo>
                  <a:lnTo>
                    <a:pt x="119748" y="260921"/>
                  </a:lnTo>
                  <a:lnTo>
                    <a:pt x="104038" y="279234"/>
                  </a:lnTo>
                  <a:lnTo>
                    <a:pt x="99479" y="273926"/>
                  </a:lnTo>
                  <a:lnTo>
                    <a:pt x="99479" y="284556"/>
                  </a:lnTo>
                  <a:lnTo>
                    <a:pt x="54317" y="337248"/>
                  </a:lnTo>
                  <a:lnTo>
                    <a:pt x="10058" y="285635"/>
                  </a:lnTo>
                  <a:lnTo>
                    <a:pt x="12636" y="286232"/>
                  </a:lnTo>
                  <a:lnTo>
                    <a:pt x="19037" y="285838"/>
                  </a:lnTo>
                  <a:lnTo>
                    <a:pt x="20472" y="285305"/>
                  </a:lnTo>
                  <a:lnTo>
                    <a:pt x="20180" y="287020"/>
                  </a:lnTo>
                  <a:lnTo>
                    <a:pt x="20345" y="290766"/>
                  </a:lnTo>
                  <a:lnTo>
                    <a:pt x="20510" y="294500"/>
                  </a:lnTo>
                  <a:lnTo>
                    <a:pt x="21336" y="297484"/>
                  </a:lnTo>
                  <a:lnTo>
                    <a:pt x="23012" y="297383"/>
                  </a:lnTo>
                  <a:lnTo>
                    <a:pt x="23558" y="294309"/>
                  </a:lnTo>
                  <a:lnTo>
                    <a:pt x="23215" y="286842"/>
                  </a:lnTo>
                  <a:lnTo>
                    <a:pt x="22402" y="283845"/>
                  </a:lnTo>
                  <a:lnTo>
                    <a:pt x="22860" y="280771"/>
                  </a:lnTo>
                  <a:lnTo>
                    <a:pt x="22694" y="277037"/>
                  </a:lnTo>
                  <a:lnTo>
                    <a:pt x="22529" y="273304"/>
                  </a:lnTo>
                  <a:lnTo>
                    <a:pt x="21704" y="270319"/>
                  </a:lnTo>
                  <a:lnTo>
                    <a:pt x="21323" y="270344"/>
                  </a:lnTo>
                  <a:lnTo>
                    <a:pt x="54317" y="231876"/>
                  </a:lnTo>
                  <a:lnTo>
                    <a:pt x="99479" y="284556"/>
                  </a:lnTo>
                  <a:lnTo>
                    <a:pt x="99479" y="273926"/>
                  </a:lnTo>
                  <a:lnTo>
                    <a:pt x="63449" y="231876"/>
                  </a:lnTo>
                  <a:lnTo>
                    <a:pt x="54317" y="221208"/>
                  </a:lnTo>
                  <a:lnTo>
                    <a:pt x="20269" y="260921"/>
                  </a:lnTo>
                  <a:lnTo>
                    <a:pt x="20269" y="282638"/>
                  </a:lnTo>
                  <a:lnTo>
                    <a:pt x="18872" y="282295"/>
                  </a:lnTo>
                  <a:lnTo>
                    <a:pt x="15671" y="282486"/>
                  </a:lnTo>
                  <a:lnTo>
                    <a:pt x="12471" y="282689"/>
                  </a:lnTo>
                  <a:lnTo>
                    <a:pt x="9982" y="283641"/>
                  </a:lnTo>
                  <a:lnTo>
                    <a:pt x="9982" y="285546"/>
                  </a:lnTo>
                  <a:lnTo>
                    <a:pt x="9144" y="284556"/>
                  </a:lnTo>
                  <a:lnTo>
                    <a:pt x="9906" y="283667"/>
                  </a:lnTo>
                  <a:lnTo>
                    <a:pt x="9982" y="285546"/>
                  </a:lnTo>
                  <a:lnTo>
                    <a:pt x="9982" y="283641"/>
                  </a:lnTo>
                  <a:lnTo>
                    <a:pt x="19697" y="272249"/>
                  </a:lnTo>
                  <a:lnTo>
                    <a:pt x="19481" y="273494"/>
                  </a:lnTo>
                  <a:lnTo>
                    <a:pt x="19824" y="280962"/>
                  </a:lnTo>
                  <a:lnTo>
                    <a:pt x="20269" y="282638"/>
                  </a:lnTo>
                  <a:lnTo>
                    <a:pt x="20269" y="260921"/>
                  </a:lnTo>
                  <a:lnTo>
                    <a:pt x="0" y="284556"/>
                  </a:lnTo>
                  <a:lnTo>
                    <a:pt x="54317" y="347916"/>
                  </a:lnTo>
                  <a:lnTo>
                    <a:pt x="63449" y="337248"/>
                  </a:lnTo>
                  <a:lnTo>
                    <a:pt x="104038" y="289890"/>
                  </a:lnTo>
                  <a:lnTo>
                    <a:pt x="153797" y="347916"/>
                  </a:lnTo>
                  <a:lnTo>
                    <a:pt x="162928" y="337248"/>
                  </a:lnTo>
                  <a:lnTo>
                    <a:pt x="204965" y="288213"/>
                  </a:lnTo>
                  <a:lnTo>
                    <a:pt x="256146" y="347916"/>
                  </a:lnTo>
                  <a:lnTo>
                    <a:pt x="265290" y="337248"/>
                  </a:lnTo>
                  <a:lnTo>
                    <a:pt x="310451" y="284556"/>
                  </a:lnTo>
                  <a:close/>
                </a:path>
                <a:path w="351790" h="347979">
                  <a:moveTo>
                    <a:pt x="318160" y="89662"/>
                  </a:moveTo>
                  <a:lnTo>
                    <a:pt x="318071" y="87706"/>
                  </a:lnTo>
                  <a:lnTo>
                    <a:pt x="315429" y="87071"/>
                  </a:lnTo>
                  <a:lnTo>
                    <a:pt x="309016" y="87477"/>
                  </a:lnTo>
                  <a:lnTo>
                    <a:pt x="307505" y="88049"/>
                  </a:lnTo>
                  <a:lnTo>
                    <a:pt x="307822" y="86296"/>
                  </a:lnTo>
                  <a:lnTo>
                    <a:pt x="307644" y="82550"/>
                  </a:lnTo>
                  <a:lnTo>
                    <a:pt x="307479" y="78816"/>
                  </a:lnTo>
                  <a:lnTo>
                    <a:pt x="306654" y="75831"/>
                  </a:lnTo>
                  <a:lnTo>
                    <a:pt x="304977" y="75933"/>
                  </a:lnTo>
                  <a:lnTo>
                    <a:pt x="304431" y="79006"/>
                  </a:lnTo>
                  <a:lnTo>
                    <a:pt x="304774" y="86474"/>
                  </a:lnTo>
                  <a:lnTo>
                    <a:pt x="305231" y="88150"/>
                  </a:lnTo>
                  <a:lnTo>
                    <a:pt x="303822" y="87807"/>
                  </a:lnTo>
                  <a:lnTo>
                    <a:pt x="300621" y="87998"/>
                  </a:lnTo>
                  <a:lnTo>
                    <a:pt x="297421" y="88201"/>
                  </a:lnTo>
                  <a:lnTo>
                    <a:pt x="294855" y="89166"/>
                  </a:lnTo>
                  <a:lnTo>
                    <a:pt x="294944" y="91122"/>
                  </a:lnTo>
                  <a:lnTo>
                    <a:pt x="297586" y="91757"/>
                  </a:lnTo>
                  <a:lnTo>
                    <a:pt x="303999" y="91351"/>
                  </a:lnTo>
                  <a:lnTo>
                    <a:pt x="305422" y="90817"/>
                  </a:lnTo>
                  <a:lnTo>
                    <a:pt x="305130" y="92544"/>
                  </a:lnTo>
                  <a:lnTo>
                    <a:pt x="305295" y="96278"/>
                  </a:lnTo>
                  <a:lnTo>
                    <a:pt x="305473" y="100012"/>
                  </a:lnTo>
                  <a:lnTo>
                    <a:pt x="306298" y="102997"/>
                  </a:lnTo>
                  <a:lnTo>
                    <a:pt x="307975" y="102895"/>
                  </a:lnTo>
                  <a:lnTo>
                    <a:pt x="308521" y="99822"/>
                  </a:lnTo>
                  <a:lnTo>
                    <a:pt x="308165" y="92354"/>
                  </a:lnTo>
                  <a:lnTo>
                    <a:pt x="307708" y="90678"/>
                  </a:lnTo>
                  <a:lnTo>
                    <a:pt x="309194" y="91020"/>
                  </a:lnTo>
                  <a:lnTo>
                    <a:pt x="312394" y="90817"/>
                  </a:lnTo>
                  <a:lnTo>
                    <a:pt x="315595" y="90627"/>
                  </a:lnTo>
                  <a:lnTo>
                    <a:pt x="318160" y="89662"/>
                  </a:lnTo>
                  <a:close/>
                </a:path>
                <a:path w="351790" h="347979">
                  <a:moveTo>
                    <a:pt x="318782" y="13830"/>
                  </a:moveTo>
                  <a:lnTo>
                    <a:pt x="318693" y="11874"/>
                  </a:lnTo>
                  <a:lnTo>
                    <a:pt x="316052" y="11252"/>
                  </a:lnTo>
                  <a:lnTo>
                    <a:pt x="309638" y="11645"/>
                  </a:lnTo>
                  <a:lnTo>
                    <a:pt x="308127" y="12217"/>
                  </a:lnTo>
                  <a:lnTo>
                    <a:pt x="308432" y="10464"/>
                  </a:lnTo>
                  <a:lnTo>
                    <a:pt x="308267" y="6731"/>
                  </a:lnTo>
                  <a:lnTo>
                    <a:pt x="308102" y="2984"/>
                  </a:lnTo>
                  <a:lnTo>
                    <a:pt x="307276" y="0"/>
                  </a:lnTo>
                  <a:lnTo>
                    <a:pt x="305600" y="114"/>
                  </a:lnTo>
                  <a:lnTo>
                    <a:pt x="305054" y="3175"/>
                  </a:lnTo>
                  <a:lnTo>
                    <a:pt x="305396" y="10655"/>
                  </a:lnTo>
                  <a:lnTo>
                    <a:pt x="305841" y="12319"/>
                  </a:lnTo>
                  <a:lnTo>
                    <a:pt x="304444" y="11976"/>
                  </a:lnTo>
                  <a:lnTo>
                    <a:pt x="301244" y="12179"/>
                  </a:lnTo>
                  <a:lnTo>
                    <a:pt x="298043" y="12369"/>
                  </a:lnTo>
                  <a:lnTo>
                    <a:pt x="295478" y="13335"/>
                  </a:lnTo>
                  <a:lnTo>
                    <a:pt x="295567" y="15290"/>
                  </a:lnTo>
                  <a:lnTo>
                    <a:pt x="298208" y="15925"/>
                  </a:lnTo>
                  <a:lnTo>
                    <a:pt x="304622" y="15532"/>
                  </a:lnTo>
                  <a:lnTo>
                    <a:pt x="306044" y="14998"/>
                  </a:lnTo>
                  <a:lnTo>
                    <a:pt x="305752" y="16713"/>
                  </a:lnTo>
                  <a:lnTo>
                    <a:pt x="305917" y="20447"/>
                  </a:lnTo>
                  <a:lnTo>
                    <a:pt x="306095" y="24193"/>
                  </a:lnTo>
                  <a:lnTo>
                    <a:pt x="306920" y="27178"/>
                  </a:lnTo>
                  <a:lnTo>
                    <a:pt x="308597" y="27063"/>
                  </a:lnTo>
                  <a:lnTo>
                    <a:pt x="309130" y="24003"/>
                  </a:lnTo>
                  <a:lnTo>
                    <a:pt x="308787" y="16522"/>
                  </a:lnTo>
                  <a:lnTo>
                    <a:pt x="308330" y="14846"/>
                  </a:lnTo>
                  <a:lnTo>
                    <a:pt x="309816" y="15201"/>
                  </a:lnTo>
                  <a:lnTo>
                    <a:pt x="313016" y="14998"/>
                  </a:lnTo>
                  <a:lnTo>
                    <a:pt x="316217" y="14795"/>
                  </a:lnTo>
                  <a:lnTo>
                    <a:pt x="318782" y="13830"/>
                  </a:lnTo>
                  <a:close/>
                </a:path>
                <a:path w="351790" h="347979">
                  <a:moveTo>
                    <a:pt x="351675" y="52197"/>
                  </a:moveTo>
                  <a:lnTo>
                    <a:pt x="351574" y="50241"/>
                  </a:lnTo>
                  <a:lnTo>
                    <a:pt x="348932" y="49606"/>
                  </a:lnTo>
                  <a:lnTo>
                    <a:pt x="342531" y="50012"/>
                  </a:lnTo>
                  <a:lnTo>
                    <a:pt x="341020" y="50584"/>
                  </a:lnTo>
                  <a:lnTo>
                    <a:pt x="341325" y="48818"/>
                  </a:lnTo>
                  <a:lnTo>
                    <a:pt x="341160" y="45085"/>
                  </a:lnTo>
                  <a:lnTo>
                    <a:pt x="340982" y="41351"/>
                  </a:lnTo>
                  <a:lnTo>
                    <a:pt x="340156" y="38366"/>
                  </a:lnTo>
                  <a:lnTo>
                    <a:pt x="338480" y="38468"/>
                  </a:lnTo>
                  <a:lnTo>
                    <a:pt x="337947" y="41541"/>
                  </a:lnTo>
                  <a:lnTo>
                    <a:pt x="338289" y="49009"/>
                  </a:lnTo>
                  <a:lnTo>
                    <a:pt x="338734" y="50685"/>
                  </a:lnTo>
                  <a:lnTo>
                    <a:pt x="337337" y="50342"/>
                  </a:lnTo>
                  <a:lnTo>
                    <a:pt x="334137" y="50533"/>
                  </a:lnTo>
                  <a:lnTo>
                    <a:pt x="330923" y="50736"/>
                  </a:lnTo>
                  <a:lnTo>
                    <a:pt x="328358" y="51701"/>
                  </a:lnTo>
                  <a:lnTo>
                    <a:pt x="328460" y="53657"/>
                  </a:lnTo>
                  <a:lnTo>
                    <a:pt x="331089" y="54279"/>
                  </a:lnTo>
                  <a:lnTo>
                    <a:pt x="337502" y="53886"/>
                  </a:lnTo>
                  <a:lnTo>
                    <a:pt x="338937" y="53352"/>
                  </a:lnTo>
                  <a:lnTo>
                    <a:pt x="338645" y="55079"/>
                  </a:lnTo>
                  <a:lnTo>
                    <a:pt x="338810" y="58813"/>
                  </a:lnTo>
                  <a:lnTo>
                    <a:pt x="338975" y="62547"/>
                  </a:lnTo>
                  <a:lnTo>
                    <a:pt x="339801" y="65532"/>
                  </a:lnTo>
                  <a:lnTo>
                    <a:pt x="341477" y="65430"/>
                  </a:lnTo>
                  <a:lnTo>
                    <a:pt x="342023" y="62357"/>
                  </a:lnTo>
                  <a:lnTo>
                    <a:pt x="341680" y="54889"/>
                  </a:lnTo>
                  <a:lnTo>
                    <a:pt x="341210" y="53213"/>
                  </a:lnTo>
                  <a:lnTo>
                    <a:pt x="342696" y="53555"/>
                  </a:lnTo>
                  <a:lnTo>
                    <a:pt x="345897" y="53352"/>
                  </a:lnTo>
                  <a:lnTo>
                    <a:pt x="349110" y="53162"/>
                  </a:lnTo>
                  <a:lnTo>
                    <a:pt x="351675" y="5219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9" name="object 2109" descr=""/>
            <p:cNvSpPr/>
            <p:nvPr/>
          </p:nvSpPr>
          <p:spPr>
            <a:xfrm>
              <a:off x="8115859" y="7538916"/>
              <a:ext cx="340995" cy="359410"/>
            </a:xfrm>
            <a:custGeom>
              <a:avLst/>
              <a:gdLst/>
              <a:ahLst/>
              <a:cxnLst/>
              <a:rect l="l" t="t" r="r" b="b"/>
              <a:pathLst>
                <a:path w="340995" h="359409">
                  <a:moveTo>
                    <a:pt x="13030" y="140093"/>
                  </a:moveTo>
                  <a:lnTo>
                    <a:pt x="12928" y="138137"/>
                  </a:lnTo>
                  <a:lnTo>
                    <a:pt x="10299" y="137502"/>
                  </a:lnTo>
                  <a:lnTo>
                    <a:pt x="3886" y="137896"/>
                  </a:lnTo>
                  <a:lnTo>
                    <a:pt x="1333" y="138861"/>
                  </a:lnTo>
                  <a:lnTo>
                    <a:pt x="1358" y="139852"/>
                  </a:lnTo>
                  <a:lnTo>
                    <a:pt x="533" y="139890"/>
                  </a:lnTo>
                  <a:lnTo>
                    <a:pt x="0" y="142963"/>
                  </a:lnTo>
                  <a:lnTo>
                    <a:pt x="165" y="146710"/>
                  </a:lnTo>
                  <a:lnTo>
                    <a:pt x="330" y="150444"/>
                  </a:lnTo>
                  <a:lnTo>
                    <a:pt x="1155" y="153428"/>
                  </a:lnTo>
                  <a:lnTo>
                    <a:pt x="2832" y="153327"/>
                  </a:lnTo>
                  <a:lnTo>
                    <a:pt x="3378" y="150253"/>
                  </a:lnTo>
                  <a:lnTo>
                    <a:pt x="3035" y="142786"/>
                  </a:lnTo>
                  <a:lnTo>
                    <a:pt x="2578" y="141109"/>
                  </a:lnTo>
                  <a:lnTo>
                    <a:pt x="4051" y="141452"/>
                  </a:lnTo>
                  <a:lnTo>
                    <a:pt x="7264" y="141249"/>
                  </a:lnTo>
                  <a:lnTo>
                    <a:pt x="10464" y="141058"/>
                  </a:lnTo>
                  <a:lnTo>
                    <a:pt x="13030" y="140093"/>
                  </a:lnTo>
                  <a:close/>
                </a:path>
                <a:path w="340995" h="359409">
                  <a:moveTo>
                    <a:pt x="45605" y="178092"/>
                  </a:moveTo>
                  <a:lnTo>
                    <a:pt x="45516" y="176136"/>
                  </a:lnTo>
                  <a:lnTo>
                    <a:pt x="42875" y="175514"/>
                  </a:lnTo>
                  <a:lnTo>
                    <a:pt x="36461" y="175907"/>
                  </a:lnTo>
                  <a:lnTo>
                    <a:pt x="34950" y="176479"/>
                  </a:lnTo>
                  <a:lnTo>
                    <a:pt x="35255" y="174726"/>
                  </a:lnTo>
                  <a:lnTo>
                    <a:pt x="35090" y="170992"/>
                  </a:lnTo>
                  <a:lnTo>
                    <a:pt x="34925" y="167246"/>
                  </a:lnTo>
                  <a:lnTo>
                    <a:pt x="34099" y="164261"/>
                  </a:lnTo>
                  <a:lnTo>
                    <a:pt x="32423" y="164376"/>
                  </a:lnTo>
                  <a:lnTo>
                    <a:pt x="31877" y="167436"/>
                  </a:lnTo>
                  <a:lnTo>
                    <a:pt x="32219" y="174917"/>
                  </a:lnTo>
                  <a:lnTo>
                    <a:pt x="32664" y="176580"/>
                  </a:lnTo>
                  <a:lnTo>
                    <a:pt x="31280" y="176237"/>
                  </a:lnTo>
                  <a:lnTo>
                    <a:pt x="28067" y="176441"/>
                  </a:lnTo>
                  <a:lnTo>
                    <a:pt x="24866" y="176631"/>
                  </a:lnTo>
                  <a:lnTo>
                    <a:pt x="22301" y="177596"/>
                  </a:lnTo>
                  <a:lnTo>
                    <a:pt x="22390" y="179552"/>
                  </a:lnTo>
                  <a:lnTo>
                    <a:pt x="25031" y="180187"/>
                  </a:lnTo>
                  <a:lnTo>
                    <a:pt x="31445" y="179793"/>
                  </a:lnTo>
                  <a:lnTo>
                    <a:pt x="32867" y="179260"/>
                  </a:lnTo>
                  <a:lnTo>
                    <a:pt x="32575" y="180975"/>
                  </a:lnTo>
                  <a:lnTo>
                    <a:pt x="32740" y="184708"/>
                  </a:lnTo>
                  <a:lnTo>
                    <a:pt x="32918" y="188455"/>
                  </a:lnTo>
                  <a:lnTo>
                    <a:pt x="33743" y="191439"/>
                  </a:lnTo>
                  <a:lnTo>
                    <a:pt x="35420" y="191325"/>
                  </a:lnTo>
                  <a:lnTo>
                    <a:pt x="35953" y="188264"/>
                  </a:lnTo>
                  <a:lnTo>
                    <a:pt x="35610" y="180784"/>
                  </a:lnTo>
                  <a:lnTo>
                    <a:pt x="35153" y="179108"/>
                  </a:lnTo>
                  <a:lnTo>
                    <a:pt x="36639" y="179463"/>
                  </a:lnTo>
                  <a:lnTo>
                    <a:pt x="39839" y="179260"/>
                  </a:lnTo>
                  <a:lnTo>
                    <a:pt x="43040" y="179057"/>
                  </a:lnTo>
                  <a:lnTo>
                    <a:pt x="45605" y="178092"/>
                  </a:lnTo>
                  <a:close/>
                </a:path>
                <a:path w="340995" h="359409">
                  <a:moveTo>
                    <a:pt x="46228" y="102273"/>
                  </a:moveTo>
                  <a:lnTo>
                    <a:pt x="46139" y="100317"/>
                  </a:lnTo>
                  <a:lnTo>
                    <a:pt x="43497" y="99682"/>
                  </a:lnTo>
                  <a:lnTo>
                    <a:pt x="37084" y="100076"/>
                  </a:lnTo>
                  <a:lnTo>
                    <a:pt x="35572" y="100647"/>
                  </a:lnTo>
                  <a:lnTo>
                    <a:pt x="35877" y="98894"/>
                  </a:lnTo>
                  <a:lnTo>
                    <a:pt x="35712" y="95161"/>
                  </a:lnTo>
                  <a:lnTo>
                    <a:pt x="35547" y="91427"/>
                  </a:lnTo>
                  <a:lnTo>
                    <a:pt x="34721" y="88442"/>
                  </a:lnTo>
                  <a:lnTo>
                    <a:pt x="33045" y="88544"/>
                  </a:lnTo>
                  <a:lnTo>
                    <a:pt x="32499" y="91617"/>
                  </a:lnTo>
                  <a:lnTo>
                    <a:pt x="32842" y="99085"/>
                  </a:lnTo>
                  <a:lnTo>
                    <a:pt x="33299" y="100761"/>
                  </a:lnTo>
                  <a:lnTo>
                    <a:pt x="31889" y="100418"/>
                  </a:lnTo>
                  <a:lnTo>
                    <a:pt x="28689" y="100609"/>
                  </a:lnTo>
                  <a:lnTo>
                    <a:pt x="25488" y="100812"/>
                  </a:lnTo>
                  <a:lnTo>
                    <a:pt x="22923" y="101777"/>
                  </a:lnTo>
                  <a:lnTo>
                    <a:pt x="23012" y="103733"/>
                  </a:lnTo>
                  <a:lnTo>
                    <a:pt x="25654" y="104355"/>
                  </a:lnTo>
                  <a:lnTo>
                    <a:pt x="32067" y="103962"/>
                  </a:lnTo>
                  <a:lnTo>
                    <a:pt x="33489" y="103428"/>
                  </a:lnTo>
                  <a:lnTo>
                    <a:pt x="33197" y="105143"/>
                  </a:lnTo>
                  <a:lnTo>
                    <a:pt x="33362" y="108889"/>
                  </a:lnTo>
                  <a:lnTo>
                    <a:pt x="33540" y="112623"/>
                  </a:lnTo>
                  <a:lnTo>
                    <a:pt x="34366" y="115608"/>
                  </a:lnTo>
                  <a:lnTo>
                    <a:pt x="36042" y="115506"/>
                  </a:lnTo>
                  <a:lnTo>
                    <a:pt x="36576" y="112433"/>
                  </a:lnTo>
                  <a:lnTo>
                    <a:pt x="36233" y="104965"/>
                  </a:lnTo>
                  <a:lnTo>
                    <a:pt x="35775" y="103289"/>
                  </a:lnTo>
                  <a:lnTo>
                    <a:pt x="37261" y="103632"/>
                  </a:lnTo>
                  <a:lnTo>
                    <a:pt x="40462" y="103428"/>
                  </a:lnTo>
                  <a:lnTo>
                    <a:pt x="43662" y="103238"/>
                  </a:lnTo>
                  <a:lnTo>
                    <a:pt x="46228" y="102273"/>
                  </a:lnTo>
                  <a:close/>
                </a:path>
                <a:path w="340995" h="359409">
                  <a:moveTo>
                    <a:pt x="79121" y="140627"/>
                  </a:moveTo>
                  <a:lnTo>
                    <a:pt x="79019" y="138671"/>
                  </a:lnTo>
                  <a:lnTo>
                    <a:pt x="76377" y="138049"/>
                  </a:lnTo>
                  <a:lnTo>
                    <a:pt x="69977" y="138442"/>
                  </a:lnTo>
                  <a:lnTo>
                    <a:pt x="68465" y="139014"/>
                  </a:lnTo>
                  <a:lnTo>
                    <a:pt x="68770" y="137261"/>
                  </a:lnTo>
                  <a:lnTo>
                    <a:pt x="68605" y="133527"/>
                  </a:lnTo>
                  <a:lnTo>
                    <a:pt x="68427" y="129781"/>
                  </a:lnTo>
                  <a:lnTo>
                    <a:pt x="67602" y="126796"/>
                  </a:lnTo>
                  <a:lnTo>
                    <a:pt x="65925" y="126911"/>
                  </a:lnTo>
                  <a:lnTo>
                    <a:pt x="65392" y="129971"/>
                  </a:lnTo>
                  <a:lnTo>
                    <a:pt x="65735" y="137452"/>
                  </a:lnTo>
                  <a:lnTo>
                    <a:pt x="66179" y="139115"/>
                  </a:lnTo>
                  <a:lnTo>
                    <a:pt x="64782" y="138772"/>
                  </a:lnTo>
                  <a:lnTo>
                    <a:pt x="61582" y="138976"/>
                  </a:lnTo>
                  <a:lnTo>
                    <a:pt x="58369" y="139166"/>
                  </a:lnTo>
                  <a:lnTo>
                    <a:pt x="55803" y="140131"/>
                  </a:lnTo>
                  <a:lnTo>
                    <a:pt x="55905" y="142087"/>
                  </a:lnTo>
                  <a:lnTo>
                    <a:pt x="58534" y="142722"/>
                  </a:lnTo>
                  <a:lnTo>
                    <a:pt x="64947" y="142328"/>
                  </a:lnTo>
                  <a:lnTo>
                    <a:pt x="66382" y="141795"/>
                  </a:lnTo>
                  <a:lnTo>
                    <a:pt x="66090" y="143510"/>
                  </a:lnTo>
                  <a:lnTo>
                    <a:pt x="66255" y="147243"/>
                  </a:lnTo>
                  <a:lnTo>
                    <a:pt x="66421" y="150990"/>
                  </a:lnTo>
                  <a:lnTo>
                    <a:pt x="67246" y="153974"/>
                  </a:lnTo>
                  <a:lnTo>
                    <a:pt x="68922" y="153860"/>
                  </a:lnTo>
                  <a:lnTo>
                    <a:pt x="69469" y="150799"/>
                  </a:lnTo>
                  <a:lnTo>
                    <a:pt x="69126" y="143319"/>
                  </a:lnTo>
                  <a:lnTo>
                    <a:pt x="68656" y="141643"/>
                  </a:lnTo>
                  <a:lnTo>
                    <a:pt x="70142" y="141986"/>
                  </a:lnTo>
                  <a:lnTo>
                    <a:pt x="73342" y="141795"/>
                  </a:lnTo>
                  <a:lnTo>
                    <a:pt x="76555" y="141592"/>
                  </a:lnTo>
                  <a:lnTo>
                    <a:pt x="79121" y="140627"/>
                  </a:lnTo>
                  <a:close/>
                </a:path>
                <a:path w="340995" h="359409">
                  <a:moveTo>
                    <a:pt x="134747" y="330060"/>
                  </a:moveTo>
                  <a:lnTo>
                    <a:pt x="134569" y="326313"/>
                  </a:lnTo>
                  <a:lnTo>
                    <a:pt x="134404" y="322580"/>
                  </a:lnTo>
                  <a:lnTo>
                    <a:pt x="133578" y="319595"/>
                  </a:lnTo>
                  <a:lnTo>
                    <a:pt x="131902" y="319697"/>
                  </a:lnTo>
                  <a:lnTo>
                    <a:pt x="131356" y="322770"/>
                  </a:lnTo>
                  <a:lnTo>
                    <a:pt x="131699" y="330250"/>
                  </a:lnTo>
                  <a:lnTo>
                    <a:pt x="132524" y="333235"/>
                  </a:lnTo>
                  <a:lnTo>
                    <a:pt x="134200" y="333133"/>
                  </a:lnTo>
                  <a:lnTo>
                    <a:pt x="134747" y="330060"/>
                  </a:lnTo>
                  <a:close/>
                </a:path>
                <a:path w="340995" h="359409">
                  <a:moveTo>
                    <a:pt x="138747" y="218668"/>
                  </a:moveTo>
                  <a:lnTo>
                    <a:pt x="129603" y="208013"/>
                  </a:lnTo>
                  <a:lnTo>
                    <a:pt x="129603" y="218668"/>
                  </a:lnTo>
                  <a:lnTo>
                    <a:pt x="119494" y="230454"/>
                  </a:lnTo>
                  <a:lnTo>
                    <a:pt x="119761" y="228968"/>
                  </a:lnTo>
                  <a:lnTo>
                    <a:pt x="119418" y="221488"/>
                  </a:lnTo>
                  <a:lnTo>
                    <a:pt x="118960" y="219811"/>
                  </a:lnTo>
                  <a:lnTo>
                    <a:pt x="120446" y="220167"/>
                  </a:lnTo>
                  <a:lnTo>
                    <a:pt x="123647" y="219964"/>
                  </a:lnTo>
                  <a:lnTo>
                    <a:pt x="126847" y="219760"/>
                  </a:lnTo>
                  <a:lnTo>
                    <a:pt x="129413" y="218795"/>
                  </a:lnTo>
                  <a:lnTo>
                    <a:pt x="129387" y="218427"/>
                  </a:lnTo>
                  <a:lnTo>
                    <a:pt x="129603" y="218668"/>
                  </a:lnTo>
                  <a:lnTo>
                    <a:pt x="129603" y="208013"/>
                  </a:lnTo>
                  <a:lnTo>
                    <a:pt x="127698" y="205790"/>
                  </a:lnTo>
                  <a:lnTo>
                    <a:pt x="127698" y="216471"/>
                  </a:lnTo>
                  <a:lnTo>
                    <a:pt x="126682" y="216217"/>
                  </a:lnTo>
                  <a:lnTo>
                    <a:pt x="120269" y="216611"/>
                  </a:lnTo>
                  <a:lnTo>
                    <a:pt x="118757" y="217182"/>
                  </a:lnTo>
                  <a:lnTo>
                    <a:pt x="119062" y="215430"/>
                  </a:lnTo>
                  <a:lnTo>
                    <a:pt x="118897" y="211696"/>
                  </a:lnTo>
                  <a:lnTo>
                    <a:pt x="118732" y="207949"/>
                  </a:lnTo>
                  <a:lnTo>
                    <a:pt x="118071" y="205574"/>
                  </a:lnTo>
                  <a:lnTo>
                    <a:pt x="118071" y="232117"/>
                  </a:lnTo>
                  <a:lnTo>
                    <a:pt x="84429" y="271360"/>
                  </a:lnTo>
                  <a:lnTo>
                    <a:pt x="72758" y="257759"/>
                  </a:lnTo>
                  <a:lnTo>
                    <a:pt x="75336" y="258356"/>
                  </a:lnTo>
                  <a:lnTo>
                    <a:pt x="81737" y="257962"/>
                  </a:lnTo>
                  <a:lnTo>
                    <a:pt x="83172" y="257429"/>
                  </a:lnTo>
                  <a:lnTo>
                    <a:pt x="82880" y="259143"/>
                  </a:lnTo>
                  <a:lnTo>
                    <a:pt x="83045" y="262877"/>
                  </a:lnTo>
                  <a:lnTo>
                    <a:pt x="83210" y="266623"/>
                  </a:lnTo>
                  <a:lnTo>
                    <a:pt x="84035" y="269608"/>
                  </a:lnTo>
                  <a:lnTo>
                    <a:pt x="85712" y="269494"/>
                  </a:lnTo>
                  <a:lnTo>
                    <a:pt x="86258" y="266433"/>
                  </a:lnTo>
                  <a:lnTo>
                    <a:pt x="85915" y="258953"/>
                  </a:lnTo>
                  <a:lnTo>
                    <a:pt x="85458" y="257289"/>
                  </a:lnTo>
                  <a:lnTo>
                    <a:pt x="86931" y="257632"/>
                  </a:lnTo>
                  <a:lnTo>
                    <a:pt x="90144" y="257429"/>
                  </a:lnTo>
                  <a:lnTo>
                    <a:pt x="93345" y="257225"/>
                  </a:lnTo>
                  <a:lnTo>
                    <a:pt x="95910" y="256260"/>
                  </a:lnTo>
                  <a:lnTo>
                    <a:pt x="95808" y="254304"/>
                  </a:lnTo>
                  <a:lnTo>
                    <a:pt x="93179" y="253682"/>
                  </a:lnTo>
                  <a:lnTo>
                    <a:pt x="86766" y="254076"/>
                  </a:lnTo>
                  <a:lnTo>
                    <a:pt x="85255" y="254647"/>
                  </a:lnTo>
                  <a:lnTo>
                    <a:pt x="85559" y="252895"/>
                  </a:lnTo>
                  <a:lnTo>
                    <a:pt x="85394" y="249161"/>
                  </a:lnTo>
                  <a:lnTo>
                    <a:pt x="85229" y="245414"/>
                  </a:lnTo>
                  <a:lnTo>
                    <a:pt x="84404" y="242430"/>
                  </a:lnTo>
                  <a:lnTo>
                    <a:pt x="82727" y="242544"/>
                  </a:lnTo>
                  <a:lnTo>
                    <a:pt x="82181" y="245605"/>
                  </a:lnTo>
                  <a:lnTo>
                    <a:pt x="82524" y="253085"/>
                  </a:lnTo>
                  <a:lnTo>
                    <a:pt x="82969" y="254749"/>
                  </a:lnTo>
                  <a:lnTo>
                    <a:pt x="81572" y="254406"/>
                  </a:lnTo>
                  <a:lnTo>
                    <a:pt x="78371" y="254609"/>
                  </a:lnTo>
                  <a:lnTo>
                    <a:pt x="75171" y="254800"/>
                  </a:lnTo>
                  <a:lnTo>
                    <a:pt x="72605" y="255765"/>
                  </a:lnTo>
                  <a:lnTo>
                    <a:pt x="72682" y="257670"/>
                  </a:lnTo>
                  <a:lnTo>
                    <a:pt x="40182" y="219748"/>
                  </a:lnTo>
                  <a:lnTo>
                    <a:pt x="42748" y="220345"/>
                  </a:lnTo>
                  <a:lnTo>
                    <a:pt x="49161" y="219951"/>
                  </a:lnTo>
                  <a:lnTo>
                    <a:pt x="50596" y="219417"/>
                  </a:lnTo>
                  <a:lnTo>
                    <a:pt x="50292" y="221145"/>
                  </a:lnTo>
                  <a:lnTo>
                    <a:pt x="50469" y="224878"/>
                  </a:lnTo>
                  <a:lnTo>
                    <a:pt x="50634" y="228612"/>
                  </a:lnTo>
                  <a:lnTo>
                    <a:pt x="51460" y="231597"/>
                  </a:lnTo>
                  <a:lnTo>
                    <a:pt x="53136" y="231495"/>
                  </a:lnTo>
                  <a:lnTo>
                    <a:pt x="53682" y="228422"/>
                  </a:lnTo>
                  <a:lnTo>
                    <a:pt x="53340" y="220954"/>
                  </a:lnTo>
                  <a:lnTo>
                    <a:pt x="52870" y="219278"/>
                  </a:lnTo>
                  <a:lnTo>
                    <a:pt x="54356" y="219621"/>
                  </a:lnTo>
                  <a:lnTo>
                    <a:pt x="57556" y="219417"/>
                  </a:lnTo>
                  <a:lnTo>
                    <a:pt x="60756" y="219227"/>
                  </a:lnTo>
                  <a:lnTo>
                    <a:pt x="63322" y="218262"/>
                  </a:lnTo>
                  <a:lnTo>
                    <a:pt x="63233" y="216306"/>
                  </a:lnTo>
                  <a:lnTo>
                    <a:pt x="60591" y="215671"/>
                  </a:lnTo>
                  <a:lnTo>
                    <a:pt x="54190" y="216077"/>
                  </a:lnTo>
                  <a:lnTo>
                    <a:pt x="52679" y="216649"/>
                  </a:lnTo>
                  <a:lnTo>
                    <a:pt x="52984" y="214896"/>
                  </a:lnTo>
                  <a:lnTo>
                    <a:pt x="52806" y="211150"/>
                  </a:lnTo>
                  <a:lnTo>
                    <a:pt x="52641" y="207416"/>
                  </a:lnTo>
                  <a:lnTo>
                    <a:pt x="51816" y="204431"/>
                  </a:lnTo>
                  <a:lnTo>
                    <a:pt x="51447" y="204457"/>
                  </a:lnTo>
                  <a:lnTo>
                    <a:pt x="83223" y="167398"/>
                  </a:lnTo>
                  <a:lnTo>
                    <a:pt x="82804" y="169786"/>
                  </a:lnTo>
                  <a:lnTo>
                    <a:pt x="83146" y="177253"/>
                  </a:lnTo>
                  <a:lnTo>
                    <a:pt x="83591" y="178930"/>
                  </a:lnTo>
                  <a:lnTo>
                    <a:pt x="82194" y="178587"/>
                  </a:lnTo>
                  <a:lnTo>
                    <a:pt x="78994" y="178777"/>
                  </a:lnTo>
                  <a:lnTo>
                    <a:pt x="75780" y="178981"/>
                  </a:lnTo>
                  <a:lnTo>
                    <a:pt x="73215" y="179946"/>
                  </a:lnTo>
                  <a:lnTo>
                    <a:pt x="73317" y="181902"/>
                  </a:lnTo>
                  <a:lnTo>
                    <a:pt x="75958" y="182537"/>
                  </a:lnTo>
                  <a:lnTo>
                    <a:pt x="82359" y="182130"/>
                  </a:lnTo>
                  <a:lnTo>
                    <a:pt x="83794" y="181597"/>
                  </a:lnTo>
                  <a:lnTo>
                    <a:pt x="83502" y="183324"/>
                  </a:lnTo>
                  <a:lnTo>
                    <a:pt x="83667" y="187058"/>
                  </a:lnTo>
                  <a:lnTo>
                    <a:pt x="83832" y="190792"/>
                  </a:lnTo>
                  <a:lnTo>
                    <a:pt x="84658" y="193776"/>
                  </a:lnTo>
                  <a:lnTo>
                    <a:pt x="86334" y="193675"/>
                  </a:lnTo>
                  <a:lnTo>
                    <a:pt x="86880" y="190601"/>
                  </a:lnTo>
                  <a:lnTo>
                    <a:pt x="86537" y="183134"/>
                  </a:lnTo>
                  <a:lnTo>
                    <a:pt x="86080" y="181457"/>
                  </a:lnTo>
                  <a:lnTo>
                    <a:pt x="87553" y="181800"/>
                  </a:lnTo>
                  <a:lnTo>
                    <a:pt x="90766" y="181597"/>
                  </a:lnTo>
                  <a:lnTo>
                    <a:pt x="93967" y="181406"/>
                  </a:lnTo>
                  <a:lnTo>
                    <a:pt x="96532" y="180441"/>
                  </a:lnTo>
                  <a:lnTo>
                    <a:pt x="96507" y="180098"/>
                  </a:lnTo>
                  <a:lnTo>
                    <a:pt x="117843" y="204978"/>
                  </a:lnTo>
                  <a:lnTo>
                    <a:pt x="116230" y="205079"/>
                  </a:lnTo>
                  <a:lnTo>
                    <a:pt x="115684" y="208140"/>
                  </a:lnTo>
                  <a:lnTo>
                    <a:pt x="116027" y="215620"/>
                  </a:lnTo>
                  <a:lnTo>
                    <a:pt x="116471" y="217284"/>
                  </a:lnTo>
                  <a:lnTo>
                    <a:pt x="115087" y="216941"/>
                  </a:lnTo>
                  <a:lnTo>
                    <a:pt x="111874" y="217144"/>
                  </a:lnTo>
                  <a:lnTo>
                    <a:pt x="108673" y="217335"/>
                  </a:lnTo>
                  <a:lnTo>
                    <a:pt x="106108" y="218300"/>
                  </a:lnTo>
                  <a:lnTo>
                    <a:pt x="106197" y="220268"/>
                  </a:lnTo>
                  <a:lnTo>
                    <a:pt x="108839" y="220891"/>
                  </a:lnTo>
                  <a:lnTo>
                    <a:pt x="115252" y="220497"/>
                  </a:lnTo>
                  <a:lnTo>
                    <a:pt x="116674" y="219964"/>
                  </a:lnTo>
                  <a:lnTo>
                    <a:pt x="116382" y="221678"/>
                  </a:lnTo>
                  <a:lnTo>
                    <a:pt x="116547" y="225412"/>
                  </a:lnTo>
                  <a:lnTo>
                    <a:pt x="116725" y="229158"/>
                  </a:lnTo>
                  <a:lnTo>
                    <a:pt x="117551" y="232143"/>
                  </a:lnTo>
                  <a:lnTo>
                    <a:pt x="118071" y="232117"/>
                  </a:lnTo>
                  <a:lnTo>
                    <a:pt x="118071" y="205574"/>
                  </a:lnTo>
                  <a:lnTo>
                    <a:pt x="117932" y="205066"/>
                  </a:lnTo>
                  <a:lnTo>
                    <a:pt x="127698" y="216471"/>
                  </a:lnTo>
                  <a:lnTo>
                    <a:pt x="127698" y="205790"/>
                  </a:lnTo>
                  <a:lnTo>
                    <a:pt x="94792" y="167411"/>
                  </a:lnTo>
                  <a:lnTo>
                    <a:pt x="94792" y="178092"/>
                  </a:lnTo>
                  <a:lnTo>
                    <a:pt x="93802" y="177850"/>
                  </a:lnTo>
                  <a:lnTo>
                    <a:pt x="87388" y="178257"/>
                  </a:lnTo>
                  <a:lnTo>
                    <a:pt x="85877" y="178828"/>
                  </a:lnTo>
                  <a:lnTo>
                    <a:pt x="86182" y="177076"/>
                  </a:lnTo>
                  <a:lnTo>
                    <a:pt x="86017" y="173329"/>
                  </a:lnTo>
                  <a:lnTo>
                    <a:pt x="85852" y="169595"/>
                  </a:lnTo>
                  <a:lnTo>
                    <a:pt x="85051" y="166725"/>
                  </a:lnTo>
                  <a:lnTo>
                    <a:pt x="94792" y="178092"/>
                  </a:lnTo>
                  <a:lnTo>
                    <a:pt x="94792" y="167411"/>
                  </a:lnTo>
                  <a:lnTo>
                    <a:pt x="93573" y="165989"/>
                  </a:lnTo>
                  <a:lnTo>
                    <a:pt x="84963" y="155943"/>
                  </a:lnTo>
                  <a:lnTo>
                    <a:pt x="84963" y="166624"/>
                  </a:lnTo>
                  <a:lnTo>
                    <a:pt x="83832" y="166687"/>
                  </a:lnTo>
                  <a:lnTo>
                    <a:pt x="84429" y="165989"/>
                  </a:lnTo>
                  <a:lnTo>
                    <a:pt x="84963" y="166624"/>
                  </a:lnTo>
                  <a:lnTo>
                    <a:pt x="84963" y="155943"/>
                  </a:lnTo>
                  <a:lnTo>
                    <a:pt x="84429" y="155321"/>
                  </a:lnTo>
                  <a:lnTo>
                    <a:pt x="50393" y="195033"/>
                  </a:lnTo>
                  <a:lnTo>
                    <a:pt x="50393" y="216750"/>
                  </a:lnTo>
                  <a:lnTo>
                    <a:pt x="48996" y="216408"/>
                  </a:lnTo>
                  <a:lnTo>
                    <a:pt x="45783" y="216598"/>
                  </a:lnTo>
                  <a:lnTo>
                    <a:pt x="42583" y="216801"/>
                  </a:lnTo>
                  <a:lnTo>
                    <a:pt x="40106" y="217741"/>
                  </a:lnTo>
                  <a:lnTo>
                    <a:pt x="40106" y="219659"/>
                  </a:lnTo>
                  <a:lnTo>
                    <a:pt x="39268" y="218668"/>
                  </a:lnTo>
                  <a:lnTo>
                    <a:pt x="40017" y="217805"/>
                  </a:lnTo>
                  <a:lnTo>
                    <a:pt x="40106" y="219659"/>
                  </a:lnTo>
                  <a:lnTo>
                    <a:pt x="40106" y="217741"/>
                  </a:lnTo>
                  <a:lnTo>
                    <a:pt x="49809" y="206375"/>
                  </a:lnTo>
                  <a:lnTo>
                    <a:pt x="49593" y="207606"/>
                  </a:lnTo>
                  <a:lnTo>
                    <a:pt x="49949" y="215074"/>
                  </a:lnTo>
                  <a:lnTo>
                    <a:pt x="50393" y="216750"/>
                  </a:lnTo>
                  <a:lnTo>
                    <a:pt x="50393" y="195033"/>
                  </a:lnTo>
                  <a:lnTo>
                    <a:pt x="30124" y="218668"/>
                  </a:lnTo>
                  <a:lnTo>
                    <a:pt x="84429" y="282028"/>
                  </a:lnTo>
                  <a:lnTo>
                    <a:pt x="93573" y="271360"/>
                  </a:lnTo>
                  <a:lnTo>
                    <a:pt x="138747" y="218668"/>
                  </a:lnTo>
                  <a:close/>
                </a:path>
                <a:path w="340995" h="359409">
                  <a:moveTo>
                    <a:pt x="187921" y="295833"/>
                  </a:moveTo>
                  <a:lnTo>
                    <a:pt x="178790" y="285191"/>
                  </a:lnTo>
                  <a:lnTo>
                    <a:pt x="178790" y="295833"/>
                  </a:lnTo>
                  <a:lnTo>
                    <a:pt x="133616" y="348526"/>
                  </a:lnTo>
                  <a:lnTo>
                    <a:pt x="89357" y="296913"/>
                  </a:lnTo>
                  <a:lnTo>
                    <a:pt x="91935" y="297510"/>
                  </a:lnTo>
                  <a:lnTo>
                    <a:pt x="98336" y="297116"/>
                  </a:lnTo>
                  <a:lnTo>
                    <a:pt x="99771" y="296583"/>
                  </a:lnTo>
                  <a:lnTo>
                    <a:pt x="99479" y="298297"/>
                  </a:lnTo>
                  <a:lnTo>
                    <a:pt x="99644" y="302044"/>
                  </a:lnTo>
                  <a:lnTo>
                    <a:pt x="99809" y="305777"/>
                  </a:lnTo>
                  <a:lnTo>
                    <a:pt x="100634" y="308762"/>
                  </a:lnTo>
                  <a:lnTo>
                    <a:pt x="102311" y="308660"/>
                  </a:lnTo>
                  <a:lnTo>
                    <a:pt x="102857" y="305587"/>
                  </a:lnTo>
                  <a:lnTo>
                    <a:pt x="102514" y="298107"/>
                  </a:lnTo>
                  <a:lnTo>
                    <a:pt x="102044" y="296430"/>
                  </a:lnTo>
                  <a:lnTo>
                    <a:pt x="103530" y="296786"/>
                  </a:lnTo>
                  <a:lnTo>
                    <a:pt x="106730" y="296583"/>
                  </a:lnTo>
                  <a:lnTo>
                    <a:pt x="109943" y="296379"/>
                  </a:lnTo>
                  <a:lnTo>
                    <a:pt x="112509" y="295427"/>
                  </a:lnTo>
                  <a:lnTo>
                    <a:pt x="112407" y="293458"/>
                  </a:lnTo>
                  <a:lnTo>
                    <a:pt x="109766" y="292836"/>
                  </a:lnTo>
                  <a:lnTo>
                    <a:pt x="103365" y="293230"/>
                  </a:lnTo>
                  <a:lnTo>
                    <a:pt x="101854" y="293801"/>
                  </a:lnTo>
                  <a:lnTo>
                    <a:pt x="102158" y="292049"/>
                  </a:lnTo>
                  <a:lnTo>
                    <a:pt x="101993" y="288315"/>
                  </a:lnTo>
                  <a:lnTo>
                    <a:pt x="101828" y="284568"/>
                  </a:lnTo>
                  <a:lnTo>
                    <a:pt x="100990" y="281584"/>
                  </a:lnTo>
                  <a:lnTo>
                    <a:pt x="100634" y="281609"/>
                  </a:lnTo>
                  <a:lnTo>
                    <a:pt x="133616" y="243141"/>
                  </a:lnTo>
                  <a:lnTo>
                    <a:pt x="178790" y="295833"/>
                  </a:lnTo>
                  <a:lnTo>
                    <a:pt x="178790" y="285191"/>
                  </a:lnTo>
                  <a:lnTo>
                    <a:pt x="142748" y="243141"/>
                  </a:lnTo>
                  <a:lnTo>
                    <a:pt x="133616" y="232486"/>
                  </a:lnTo>
                  <a:lnTo>
                    <a:pt x="99568" y="272199"/>
                  </a:lnTo>
                  <a:lnTo>
                    <a:pt x="99568" y="293903"/>
                  </a:lnTo>
                  <a:lnTo>
                    <a:pt x="98171" y="293560"/>
                  </a:lnTo>
                  <a:lnTo>
                    <a:pt x="94970" y="293763"/>
                  </a:lnTo>
                  <a:lnTo>
                    <a:pt x="91757" y="293966"/>
                  </a:lnTo>
                  <a:lnTo>
                    <a:pt x="89281" y="294894"/>
                  </a:lnTo>
                  <a:lnTo>
                    <a:pt x="89281" y="296824"/>
                  </a:lnTo>
                  <a:lnTo>
                    <a:pt x="88442" y="295833"/>
                  </a:lnTo>
                  <a:lnTo>
                    <a:pt x="89192" y="294970"/>
                  </a:lnTo>
                  <a:lnTo>
                    <a:pt x="89281" y="296824"/>
                  </a:lnTo>
                  <a:lnTo>
                    <a:pt x="89281" y="294894"/>
                  </a:lnTo>
                  <a:lnTo>
                    <a:pt x="98996" y="283527"/>
                  </a:lnTo>
                  <a:lnTo>
                    <a:pt x="98780" y="284759"/>
                  </a:lnTo>
                  <a:lnTo>
                    <a:pt x="99123" y="292239"/>
                  </a:lnTo>
                  <a:lnTo>
                    <a:pt x="99568" y="293903"/>
                  </a:lnTo>
                  <a:lnTo>
                    <a:pt x="99568" y="272199"/>
                  </a:lnTo>
                  <a:lnTo>
                    <a:pt x="79298" y="295833"/>
                  </a:lnTo>
                  <a:lnTo>
                    <a:pt x="133616" y="359181"/>
                  </a:lnTo>
                  <a:lnTo>
                    <a:pt x="142748" y="348526"/>
                  </a:lnTo>
                  <a:lnTo>
                    <a:pt x="187921" y="295833"/>
                  </a:lnTo>
                  <a:close/>
                </a:path>
                <a:path w="340995" h="359409">
                  <a:moveTo>
                    <a:pt x="340817" y="63347"/>
                  </a:moveTo>
                  <a:lnTo>
                    <a:pt x="331685" y="52705"/>
                  </a:lnTo>
                  <a:lnTo>
                    <a:pt x="331685" y="63347"/>
                  </a:lnTo>
                  <a:lnTo>
                    <a:pt x="321564" y="75145"/>
                  </a:lnTo>
                  <a:lnTo>
                    <a:pt x="321843" y="73634"/>
                  </a:lnTo>
                  <a:lnTo>
                    <a:pt x="321500" y="66154"/>
                  </a:lnTo>
                  <a:lnTo>
                    <a:pt x="321030" y="64477"/>
                  </a:lnTo>
                  <a:lnTo>
                    <a:pt x="322516" y="64833"/>
                  </a:lnTo>
                  <a:lnTo>
                    <a:pt x="325716" y="64630"/>
                  </a:lnTo>
                  <a:lnTo>
                    <a:pt x="328930" y="64427"/>
                  </a:lnTo>
                  <a:lnTo>
                    <a:pt x="331495" y="63474"/>
                  </a:lnTo>
                  <a:lnTo>
                    <a:pt x="331470" y="63106"/>
                  </a:lnTo>
                  <a:lnTo>
                    <a:pt x="331685" y="63347"/>
                  </a:lnTo>
                  <a:lnTo>
                    <a:pt x="331685" y="52705"/>
                  </a:lnTo>
                  <a:lnTo>
                    <a:pt x="329768" y="50469"/>
                  </a:lnTo>
                  <a:lnTo>
                    <a:pt x="329768" y="61137"/>
                  </a:lnTo>
                  <a:lnTo>
                    <a:pt x="328752" y="60883"/>
                  </a:lnTo>
                  <a:lnTo>
                    <a:pt x="322351" y="61277"/>
                  </a:lnTo>
                  <a:lnTo>
                    <a:pt x="320840" y="61849"/>
                  </a:lnTo>
                  <a:lnTo>
                    <a:pt x="321144" y="60096"/>
                  </a:lnTo>
                  <a:lnTo>
                    <a:pt x="320979" y="56362"/>
                  </a:lnTo>
                  <a:lnTo>
                    <a:pt x="320802" y="52628"/>
                  </a:lnTo>
                  <a:lnTo>
                    <a:pt x="320167" y="50368"/>
                  </a:lnTo>
                  <a:lnTo>
                    <a:pt x="320167" y="76784"/>
                  </a:lnTo>
                  <a:lnTo>
                    <a:pt x="286512" y="116027"/>
                  </a:lnTo>
                  <a:lnTo>
                    <a:pt x="274828" y="102425"/>
                  </a:lnTo>
                  <a:lnTo>
                    <a:pt x="277406" y="103022"/>
                  </a:lnTo>
                  <a:lnTo>
                    <a:pt x="283819" y="102628"/>
                  </a:lnTo>
                  <a:lnTo>
                    <a:pt x="285242" y="102095"/>
                  </a:lnTo>
                  <a:lnTo>
                    <a:pt x="284949" y="103809"/>
                  </a:lnTo>
                  <a:lnTo>
                    <a:pt x="285115" y="107556"/>
                  </a:lnTo>
                  <a:lnTo>
                    <a:pt x="285292" y="111290"/>
                  </a:lnTo>
                  <a:lnTo>
                    <a:pt x="286118" y="114274"/>
                  </a:lnTo>
                  <a:lnTo>
                    <a:pt x="287794" y="114173"/>
                  </a:lnTo>
                  <a:lnTo>
                    <a:pt x="288340" y="111099"/>
                  </a:lnTo>
                  <a:lnTo>
                    <a:pt x="287985" y="103619"/>
                  </a:lnTo>
                  <a:lnTo>
                    <a:pt x="287528" y="101942"/>
                  </a:lnTo>
                  <a:lnTo>
                    <a:pt x="289013" y="102298"/>
                  </a:lnTo>
                  <a:lnTo>
                    <a:pt x="292214" y="102095"/>
                  </a:lnTo>
                  <a:lnTo>
                    <a:pt x="295414" y="101904"/>
                  </a:lnTo>
                  <a:lnTo>
                    <a:pt x="297980" y="100939"/>
                  </a:lnTo>
                  <a:lnTo>
                    <a:pt x="297891" y="98971"/>
                  </a:lnTo>
                  <a:lnTo>
                    <a:pt x="295249" y="98348"/>
                  </a:lnTo>
                  <a:lnTo>
                    <a:pt x="288836" y="98742"/>
                  </a:lnTo>
                  <a:lnTo>
                    <a:pt x="287324" y="99314"/>
                  </a:lnTo>
                  <a:lnTo>
                    <a:pt x="287642" y="97561"/>
                  </a:lnTo>
                  <a:lnTo>
                    <a:pt x="287464" y="93827"/>
                  </a:lnTo>
                  <a:lnTo>
                    <a:pt x="287299" y="90093"/>
                  </a:lnTo>
                  <a:lnTo>
                    <a:pt x="286473" y="87109"/>
                  </a:lnTo>
                  <a:lnTo>
                    <a:pt x="284797" y="87210"/>
                  </a:lnTo>
                  <a:lnTo>
                    <a:pt x="284251" y="90271"/>
                  </a:lnTo>
                  <a:lnTo>
                    <a:pt x="284594" y="97751"/>
                  </a:lnTo>
                  <a:lnTo>
                    <a:pt x="285038" y="99415"/>
                  </a:lnTo>
                  <a:lnTo>
                    <a:pt x="283641" y="99072"/>
                  </a:lnTo>
                  <a:lnTo>
                    <a:pt x="280441" y="99275"/>
                  </a:lnTo>
                  <a:lnTo>
                    <a:pt x="277241" y="99479"/>
                  </a:lnTo>
                  <a:lnTo>
                    <a:pt x="274675" y="100444"/>
                  </a:lnTo>
                  <a:lnTo>
                    <a:pt x="274751" y="102336"/>
                  </a:lnTo>
                  <a:lnTo>
                    <a:pt x="242239" y="64414"/>
                  </a:lnTo>
                  <a:lnTo>
                    <a:pt x="244830" y="65024"/>
                  </a:lnTo>
                  <a:lnTo>
                    <a:pt x="251231" y="64617"/>
                  </a:lnTo>
                  <a:lnTo>
                    <a:pt x="252666" y="64084"/>
                  </a:lnTo>
                  <a:lnTo>
                    <a:pt x="252374" y="65811"/>
                  </a:lnTo>
                  <a:lnTo>
                    <a:pt x="252539" y="69545"/>
                  </a:lnTo>
                  <a:lnTo>
                    <a:pt x="252704" y="73279"/>
                  </a:lnTo>
                  <a:lnTo>
                    <a:pt x="253530" y="76263"/>
                  </a:lnTo>
                  <a:lnTo>
                    <a:pt x="255206" y="76161"/>
                  </a:lnTo>
                  <a:lnTo>
                    <a:pt x="255752" y="73101"/>
                  </a:lnTo>
                  <a:lnTo>
                    <a:pt x="255409" y="65620"/>
                  </a:lnTo>
                  <a:lnTo>
                    <a:pt x="254952" y="63944"/>
                  </a:lnTo>
                  <a:lnTo>
                    <a:pt x="256425" y="64287"/>
                  </a:lnTo>
                  <a:lnTo>
                    <a:pt x="259638" y="64096"/>
                  </a:lnTo>
                  <a:lnTo>
                    <a:pt x="262839" y="63893"/>
                  </a:lnTo>
                  <a:lnTo>
                    <a:pt x="265404" y="62928"/>
                  </a:lnTo>
                  <a:lnTo>
                    <a:pt x="265303" y="60972"/>
                  </a:lnTo>
                  <a:lnTo>
                    <a:pt x="262674" y="60337"/>
                  </a:lnTo>
                  <a:lnTo>
                    <a:pt x="256260" y="60744"/>
                  </a:lnTo>
                  <a:lnTo>
                    <a:pt x="254749" y="61315"/>
                  </a:lnTo>
                  <a:lnTo>
                    <a:pt x="255054" y="59563"/>
                  </a:lnTo>
                  <a:lnTo>
                    <a:pt x="254889" y="55816"/>
                  </a:lnTo>
                  <a:lnTo>
                    <a:pt x="254723" y="52082"/>
                  </a:lnTo>
                  <a:lnTo>
                    <a:pt x="253898" y="49098"/>
                  </a:lnTo>
                  <a:lnTo>
                    <a:pt x="253530" y="49123"/>
                  </a:lnTo>
                  <a:lnTo>
                    <a:pt x="285292" y="12077"/>
                  </a:lnTo>
                  <a:lnTo>
                    <a:pt x="284873" y="14452"/>
                  </a:lnTo>
                  <a:lnTo>
                    <a:pt x="285216" y="21932"/>
                  </a:lnTo>
                  <a:lnTo>
                    <a:pt x="285661" y="23596"/>
                  </a:lnTo>
                  <a:lnTo>
                    <a:pt x="284264" y="23253"/>
                  </a:lnTo>
                  <a:lnTo>
                    <a:pt x="281063" y="23456"/>
                  </a:lnTo>
                  <a:lnTo>
                    <a:pt x="277863" y="23647"/>
                  </a:lnTo>
                  <a:lnTo>
                    <a:pt x="275297" y="24612"/>
                  </a:lnTo>
                  <a:lnTo>
                    <a:pt x="275386" y="26568"/>
                  </a:lnTo>
                  <a:lnTo>
                    <a:pt x="278028" y="27203"/>
                  </a:lnTo>
                  <a:lnTo>
                    <a:pt x="284441" y="26797"/>
                  </a:lnTo>
                  <a:lnTo>
                    <a:pt x="285864" y="26276"/>
                  </a:lnTo>
                  <a:lnTo>
                    <a:pt x="285572" y="27990"/>
                  </a:lnTo>
                  <a:lnTo>
                    <a:pt x="285737" y="31724"/>
                  </a:lnTo>
                  <a:lnTo>
                    <a:pt x="285915" y="35458"/>
                  </a:lnTo>
                  <a:lnTo>
                    <a:pt x="286740" y="38442"/>
                  </a:lnTo>
                  <a:lnTo>
                    <a:pt x="288417" y="38341"/>
                  </a:lnTo>
                  <a:lnTo>
                    <a:pt x="288950" y="35280"/>
                  </a:lnTo>
                  <a:lnTo>
                    <a:pt x="288607" y="27800"/>
                  </a:lnTo>
                  <a:lnTo>
                    <a:pt x="288150" y="26123"/>
                  </a:lnTo>
                  <a:lnTo>
                    <a:pt x="289636" y="26466"/>
                  </a:lnTo>
                  <a:lnTo>
                    <a:pt x="292836" y="26276"/>
                  </a:lnTo>
                  <a:lnTo>
                    <a:pt x="296037" y="26073"/>
                  </a:lnTo>
                  <a:lnTo>
                    <a:pt x="298602" y="25107"/>
                  </a:lnTo>
                  <a:lnTo>
                    <a:pt x="298577" y="24765"/>
                  </a:lnTo>
                  <a:lnTo>
                    <a:pt x="319938" y="49657"/>
                  </a:lnTo>
                  <a:lnTo>
                    <a:pt x="318300" y="49745"/>
                  </a:lnTo>
                  <a:lnTo>
                    <a:pt x="317766" y="52806"/>
                  </a:lnTo>
                  <a:lnTo>
                    <a:pt x="318109" y="60286"/>
                  </a:lnTo>
                  <a:lnTo>
                    <a:pt x="318554" y="61950"/>
                  </a:lnTo>
                  <a:lnTo>
                    <a:pt x="317157" y="61607"/>
                  </a:lnTo>
                  <a:lnTo>
                    <a:pt x="313956" y="61810"/>
                  </a:lnTo>
                  <a:lnTo>
                    <a:pt x="310743" y="62014"/>
                  </a:lnTo>
                  <a:lnTo>
                    <a:pt x="308178" y="62979"/>
                  </a:lnTo>
                  <a:lnTo>
                    <a:pt x="308279" y="64935"/>
                  </a:lnTo>
                  <a:lnTo>
                    <a:pt x="310908" y="65557"/>
                  </a:lnTo>
                  <a:lnTo>
                    <a:pt x="317322" y="65163"/>
                  </a:lnTo>
                  <a:lnTo>
                    <a:pt x="318757" y="64630"/>
                  </a:lnTo>
                  <a:lnTo>
                    <a:pt x="318465" y="66344"/>
                  </a:lnTo>
                  <a:lnTo>
                    <a:pt x="318630" y="70091"/>
                  </a:lnTo>
                  <a:lnTo>
                    <a:pt x="318795" y="73825"/>
                  </a:lnTo>
                  <a:lnTo>
                    <a:pt x="319620" y="76809"/>
                  </a:lnTo>
                  <a:lnTo>
                    <a:pt x="320167" y="76784"/>
                  </a:lnTo>
                  <a:lnTo>
                    <a:pt x="320167" y="50368"/>
                  </a:lnTo>
                  <a:lnTo>
                    <a:pt x="319989" y="49720"/>
                  </a:lnTo>
                  <a:lnTo>
                    <a:pt x="329768" y="61137"/>
                  </a:lnTo>
                  <a:lnTo>
                    <a:pt x="329768" y="50469"/>
                  </a:lnTo>
                  <a:lnTo>
                    <a:pt x="296875" y="12103"/>
                  </a:lnTo>
                  <a:lnTo>
                    <a:pt x="296875" y="22771"/>
                  </a:lnTo>
                  <a:lnTo>
                    <a:pt x="295871" y="22517"/>
                  </a:lnTo>
                  <a:lnTo>
                    <a:pt x="289458" y="22923"/>
                  </a:lnTo>
                  <a:lnTo>
                    <a:pt x="287947" y="23495"/>
                  </a:lnTo>
                  <a:lnTo>
                    <a:pt x="288251" y="21742"/>
                  </a:lnTo>
                  <a:lnTo>
                    <a:pt x="288086" y="17995"/>
                  </a:lnTo>
                  <a:lnTo>
                    <a:pt x="287921" y="14262"/>
                  </a:lnTo>
                  <a:lnTo>
                    <a:pt x="287108" y="11366"/>
                  </a:lnTo>
                  <a:lnTo>
                    <a:pt x="296875" y="22771"/>
                  </a:lnTo>
                  <a:lnTo>
                    <a:pt x="296875" y="12103"/>
                  </a:lnTo>
                  <a:lnTo>
                    <a:pt x="295643" y="10655"/>
                  </a:lnTo>
                  <a:lnTo>
                    <a:pt x="287045" y="635"/>
                  </a:lnTo>
                  <a:lnTo>
                    <a:pt x="287045" y="11290"/>
                  </a:lnTo>
                  <a:lnTo>
                    <a:pt x="285915" y="11353"/>
                  </a:lnTo>
                  <a:lnTo>
                    <a:pt x="286512" y="10655"/>
                  </a:lnTo>
                  <a:lnTo>
                    <a:pt x="287045" y="11290"/>
                  </a:lnTo>
                  <a:lnTo>
                    <a:pt x="287045" y="635"/>
                  </a:lnTo>
                  <a:lnTo>
                    <a:pt x="286512" y="0"/>
                  </a:lnTo>
                  <a:lnTo>
                    <a:pt x="252463" y="39712"/>
                  </a:lnTo>
                  <a:lnTo>
                    <a:pt x="252463" y="61417"/>
                  </a:lnTo>
                  <a:lnTo>
                    <a:pt x="251066" y="61074"/>
                  </a:lnTo>
                  <a:lnTo>
                    <a:pt x="247865" y="61277"/>
                  </a:lnTo>
                  <a:lnTo>
                    <a:pt x="244665" y="61468"/>
                  </a:lnTo>
                  <a:lnTo>
                    <a:pt x="242176" y="62420"/>
                  </a:lnTo>
                  <a:lnTo>
                    <a:pt x="242176" y="64338"/>
                  </a:lnTo>
                  <a:lnTo>
                    <a:pt x="241338" y="63347"/>
                  </a:lnTo>
                  <a:lnTo>
                    <a:pt x="242100" y="62458"/>
                  </a:lnTo>
                  <a:lnTo>
                    <a:pt x="242176" y="64338"/>
                  </a:lnTo>
                  <a:lnTo>
                    <a:pt x="242176" y="62420"/>
                  </a:lnTo>
                  <a:lnTo>
                    <a:pt x="251891" y="51041"/>
                  </a:lnTo>
                  <a:lnTo>
                    <a:pt x="251675" y="52273"/>
                  </a:lnTo>
                  <a:lnTo>
                    <a:pt x="252018" y="59753"/>
                  </a:lnTo>
                  <a:lnTo>
                    <a:pt x="252463" y="61417"/>
                  </a:lnTo>
                  <a:lnTo>
                    <a:pt x="252463" y="39712"/>
                  </a:lnTo>
                  <a:lnTo>
                    <a:pt x="235978" y="58928"/>
                  </a:lnTo>
                  <a:lnTo>
                    <a:pt x="230644" y="52705"/>
                  </a:lnTo>
                  <a:lnTo>
                    <a:pt x="230644" y="63347"/>
                  </a:lnTo>
                  <a:lnTo>
                    <a:pt x="220522" y="75145"/>
                  </a:lnTo>
                  <a:lnTo>
                    <a:pt x="220802" y="73634"/>
                  </a:lnTo>
                  <a:lnTo>
                    <a:pt x="220459" y="66154"/>
                  </a:lnTo>
                  <a:lnTo>
                    <a:pt x="220002" y="64477"/>
                  </a:lnTo>
                  <a:lnTo>
                    <a:pt x="221475" y="64833"/>
                  </a:lnTo>
                  <a:lnTo>
                    <a:pt x="224688" y="64630"/>
                  </a:lnTo>
                  <a:lnTo>
                    <a:pt x="227888" y="64427"/>
                  </a:lnTo>
                  <a:lnTo>
                    <a:pt x="230454" y="63474"/>
                  </a:lnTo>
                  <a:lnTo>
                    <a:pt x="230428" y="63106"/>
                  </a:lnTo>
                  <a:lnTo>
                    <a:pt x="230644" y="63347"/>
                  </a:lnTo>
                  <a:lnTo>
                    <a:pt x="230644" y="52705"/>
                  </a:lnTo>
                  <a:lnTo>
                    <a:pt x="228727" y="50469"/>
                  </a:lnTo>
                  <a:lnTo>
                    <a:pt x="228727" y="61125"/>
                  </a:lnTo>
                  <a:lnTo>
                    <a:pt x="227723" y="60883"/>
                  </a:lnTo>
                  <a:lnTo>
                    <a:pt x="221310" y="61277"/>
                  </a:lnTo>
                  <a:lnTo>
                    <a:pt x="219798" y="61849"/>
                  </a:lnTo>
                  <a:lnTo>
                    <a:pt x="220103" y="60096"/>
                  </a:lnTo>
                  <a:lnTo>
                    <a:pt x="219938" y="56362"/>
                  </a:lnTo>
                  <a:lnTo>
                    <a:pt x="219773" y="52628"/>
                  </a:lnTo>
                  <a:lnTo>
                    <a:pt x="219125" y="50330"/>
                  </a:lnTo>
                  <a:lnTo>
                    <a:pt x="219125" y="76784"/>
                  </a:lnTo>
                  <a:lnTo>
                    <a:pt x="185470" y="116027"/>
                  </a:lnTo>
                  <a:lnTo>
                    <a:pt x="173786" y="102425"/>
                  </a:lnTo>
                  <a:lnTo>
                    <a:pt x="176364" y="103022"/>
                  </a:lnTo>
                  <a:lnTo>
                    <a:pt x="182778" y="102628"/>
                  </a:lnTo>
                  <a:lnTo>
                    <a:pt x="184213" y="102095"/>
                  </a:lnTo>
                  <a:lnTo>
                    <a:pt x="183921" y="103809"/>
                  </a:lnTo>
                  <a:lnTo>
                    <a:pt x="184086" y="107556"/>
                  </a:lnTo>
                  <a:lnTo>
                    <a:pt x="184251" y="111290"/>
                  </a:lnTo>
                  <a:lnTo>
                    <a:pt x="185077" y="114274"/>
                  </a:lnTo>
                  <a:lnTo>
                    <a:pt x="186753" y="114173"/>
                  </a:lnTo>
                  <a:lnTo>
                    <a:pt x="187299" y="111099"/>
                  </a:lnTo>
                  <a:lnTo>
                    <a:pt x="186956" y="103619"/>
                  </a:lnTo>
                  <a:lnTo>
                    <a:pt x="186486" y="101942"/>
                  </a:lnTo>
                  <a:lnTo>
                    <a:pt x="187972" y="102298"/>
                  </a:lnTo>
                  <a:lnTo>
                    <a:pt x="191173" y="102095"/>
                  </a:lnTo>
                  <a:lnTo>
                    <a:pt x="194386" y="101904"/>
                  </a:lnTo>
                  <a:lnTo>
                    <a:pt x="196951" y="100939"/>
                  </a:lnTo>
                  <a:lnTo>
                    <a:pt x="196850" y="98971"/>
                  </a:lnTo>
                  <a:lnTo>
                    <a:pt x="194208" y="98348"/>
                  </a:lnTo>
                  <a:lnTo>
                    <a:pt x="187807" y="98742"/>
                  </a:lnTo>
                  <a:lnTo>
                    <a:pt x="186296" y="99314"/>
                  </a:lnTo>
                  <a:lnTo>
                    <a:pt x="186601" y="97561"/>
                  </a:lnTo>
                  <a:lnTo>
                    <a:pt x="186436" y="93827"/>
                  </a:lnTo>
                  <a:lnTo>
                    <a:pt x="186258" y="90093"/>
                  </a:lnTo>
                  <a:lnTo>
                    <a:pt x="185432" y="87109"/>
                  </a:lnTo>
                  <a:lnTo>
                    <a:pt x="183756" y="87210"/>
                  </a:lnTo>
                  <a:lnTo>
                    <a:pt x="183210" y="90271"/>
                  </a:lnTo>
                  <a:lnTo>
                    <a:pt x="183565" y="97751"/>
                  </a:lnTo>
                  <a:lnTo>
                    <a:pt x="184010" y="99415"/>
                  </a:lnTo>
                  <a:lnTo>
                    <a:pt x="182613" y="99072"/>
                  </a:lnTo>
                  <a:lnTo>
                    <a:pt x="179412" y="99275"/>
                  </a:lnTo>
                  <a:lnTo>
                    <a:pt x="176199" y="99479"/>
                  </a:lnTo>
                  <a:lnTo>
                    <a:pt x="173634" y="100444"/>
                  </a:lnTo>
                  <a:lnTo>
                    <a:pt x="173723" y="102349"/>
                  </a:lnTo>
                  <a:lnTo>
                    <a:pt x="141198" y="64414"/>
                  </a:lnTo>
                  <a:lnTo>
                    <a:pt x="143789" y="65024"/>
                  </a:lnTo>
                  <a:lnTo>
                    <a:pt x="150202" y="64617"/>
                  </a:lnTo>
                  <a:lnTo>
                    <a:pt x="151625" y="64096"/>
                  </a:lnTo>
                  <a:lnTo>
                    <a:pt x="151333" y="65811"/>
                  </a:lnTo>
                  <a:lnTo>
                    <a:pt x="151498" y="69545"/>
                  </a:lnTo>
                  <a:lnTo>
                    <a:pt x="151663" y="73279"/>
                  </a:lnTo>
                  <a:lnTo>
                    <a:pt x="152501" y="76263"/>
                  </a:lnTo>
                  <a:lnTo>
                    <a:pt x="154178" y="76161"/>
                  </a:lnTo>
                  <a:lnTo>
                    <a:pt x="154711" y="73101"/>
                  </a:lnTo>
                  <a:lnTo>
                    <a:pt x="154368" y="65620"/>
                  </a:lnTo>
                  <a:lnTo>
                    <a:pt x="153911" y="63944"/>
                  </a:lnTo>
                  <a:lnTo>
                    <a:pt x="155397" y="64287"/>
                  </a:lnTo>
                  <a:lnTo>
                    <a:pt x="158597" y="64096"/>
                  </a:lnTo>
                  <a:lnTo>
                    <a:pt x="161798" y="63893"/>
                  </a:lnTo>
                  <a:lnTo>
                    <a:pt x="164363" y="62928"/>
                  </a:lnTo>
                  <a:lnTo>
                    <a:pt x="164274" y="60972"/>
                  </a:lnTo>
                  <a:lnTo>
                    <a:pt x="161632" y="60337"/>
                  </a:lnTo>
                  <a:lnTo>
                    <a:pt x="155219" y="60744"/>
                  </a:lnTo>
                  <a:lnTo>
                    <a:pt x="153708" y="61315"/>
                  </a:lnTo>
                  <a:lnTo>
                    <a:pt x="154012" y="59563"/>
                  </a:lnTo>
                  <a:lnTo>
                    <a:pt x="153847" y="55816"/>
                  </a:lnTo>
                  <a:lnTo>
                    <a:pt x="153682" y="52082"/>
                  </a:lnTo>
                  <a:lnTo>
                    <a:pt x="152857" y="49098"/>
                  </a:lnTo>
                  <a:lnTo>
                    <a:pt x="152488" y="49123"/>
                  </a:lnTo>
                  <a:lnTo>
                    <a:pt x="184251" y="12077"/>
                  </a:lnTo>
                  <a:lnTo>
                    <a:pt x="183832" y="14452"/>
                  </a:lnTo>
                  <a:lnTo>
                    <a:pt x="184188" y="21932"/>
                  </a:lnTo>
                  <a:lnTo>
                    <a:pt x="184632" y="23596"/>
                  </a:lnTo>
                  <a:lnTo>
                    <a:pt x="183235" y="23253"/>
                  </a:lnTo>
                  <a:lnTo>
                    <a:pt x="180035" y="23456"/>
                  </a:lnTo>
                  <a:lnTo>
                    <a:pt x="176822" y="23647"/>
                  </a:lnTo>
                  <a:lnTo>
                    <a:pt x="174256" y="24612"/>
                  </a:lnTo>
                  <a:lnTo>
                    <a:pt x="174358" y="26568"/>
                  </a:lnTo>
                  <a:lnTo>
                    <a:pt x="176987" y="27203"/>
                  </a:lnTo>
                  <a:lnTo>
                    <a:pt x="183400" y="26797"/>
                  </a:lnTo>
                  <a:lnTo>
                    <a:pt x="184823" y="26276"/>
                  </a:lnTo>
                  <a:lnTo>
                    <a:pt x="184531" y="27990"/>
                  </a:lnTo>
                  <a:lnTo>
                    <a:pt x="184708" y="31724"/>
                  </a:lnTo>
                  <a:lnTo>
                    <a:pt x="184873" y="35458"/>
                  </a:lnTo>
                  <a:lnTo>
                    <a:pt x="185699" y="38442"/>
                  </a:lnTo>
                  <a:lnTo>
                    <a:pt x="187375" y="38341"/>
                  </a:lnTo>
                  <a:lnTo>
                    <a:pt x="187921" y="35280"/>
                  </a:lnTo>
                  <a:lnTo>
                    <a:pt x="187579" y="27800"/>
                  </a:lnTo>
                  <a:lnTo>
                    <a:pt x="187109" y="26123"/>
                  </a:lnTo>
                  <a:lnTo>
                    <a:pt x="188595" y="26466"/>
                  </a:lnTo>
                  <a:lnTo>
                    <a:pt x="191795" y="26276"/>
                  </a:lnTo>
                  <a:lnTo>
                    <a:pt x="195008" y="26073"/>
                  </a:lnTo>
                  <a:lnTo>
                    <a:pt x="197573" y="25107"/>
                  </a:lnTo>
                  <a:lnTo>
                    <a:pt x="197548" y="24777"/>
                  </a:lnTo>
                  <a:lnTo>
                    <a:pt x="218897" y="49657"/>
                  </a:lnTo>
                  <a:lnTo>
                    <a:pt x="217271" y="49745"/>
                  </a:lnTo>
                  <a:lnTo>
                    <a:pt x="216725" y="52806"/>
                  </a:lnTo>
                  <a:lnTo>
                    <a:pt x="217068" y="60286"/>
                  </a:lnTo>
                  <a:lnTo>
                    <a:pt x="217512" y="61950"/>
                  </a:lnTo>
                  <a:lnTo>
                    <a:pt x="216115" y="61607"/>
                  </a:lnTo>
                  <a:lnTo>
                    <a:pt x="212915" y="61810"/>
                  </a:lnTo>
                  <a:lnTo>
                    <a:pt x="209715" y="62014"/>
                  </a:lnTo>
                  <a:lnTo>
                    <a:pt x="207149" y="62979"/>
                  </a:lnTo>
                  <a:lnTo>
                    <a:pt x="207238" y="64935"/>
                  </a:lnTo>
                  <a:lnTo>
                    <a:pt x="209880" y="65557"/>
                  </a:lnTo>
                  <a:lnTo>
                    <a:pt x="216281" y="65163"/>
                  </a:lnTo>
                  <a:lnTo>
                    <a:pt x="217716" y="64630"/>
                  </a:lnTo>
                  <a:lnTo>
                    <a:pt x="217424" y="66344"/>
                  </a:lnTo>
                  <a:lnTo>
                    <a:pt x="217589" y="70091"/>
                  </a:lnTo>
                  <a:lnTo>
                    <a:pt x="217754" y="73825"/>
                  </a:lnTo>
                  <a:lnTo>
                    <a:pt x="218579" y="76809"/>
                  </a:lnTo>
                  <a:lnTo>
                    <a:pt x="219125" y="76784"/>
                  </a:lnTo>
                  <a:lnTo>
                    <a:pt x="219125" y="50330"/>
                  </a:lnTo>
                  <a:lnTo>
                    <a:pt x="218960" y="49733"/>
                  </a:lnTo>
                  <a:lnTo>
                    <a:pt x="228727" y="61125"/>
                  </a:lnTo>
                  <a:lnTo>
                    <a:pt x="228727" y="50469"/>
                  </a:lnTo>
                  <a:lnTo>
                    <a:pt x="195834" y="12090"/>
                  </a:lnTo>
                  <a:lnTo>
                    <a:pt x="195834" y="22771"/>
                  </a:lnTo>
                  <a:lnTo>
                    <a:pt x="194830" y="22517"/>
                  </a:lnTo>
                  <a:lnTo>
                    <a:pt x="188429" y="22923"/>
                  </a:lnTo>
                  <a:lnTo>
                    <a:pt x="186918" y="23495"/>
                  </a:lnTo>
                  <a:lnTo>
                    <a:pt x="187223" y="21742"/>
                  </a:lnTo>
                  <a:lnTo>
                    <a:pt x="187058" y="17995"/>
                  </a:lnTo>
                  <a:lnTo>
                    <a:pt x="186880" y="14262"/>
                  </a:lnTo>
                  <a:lnTo>
                    <a:pt x="186067" y="11366"/>
                  </a:lnTo>
                  <a:lnTo>
                    <a:pt x="195834" y="22771"/>
                  </a:lnTo>
                  <a:lnTo>
                    <a:pt x="195834" y="12090"/>
                  </a:lnTo>
                  <a:lnTo>
                    <a:pt x="194614" y="10655"/>
                  </a:lnTo>
                  <a:lnTo>
                    <a:pt x="186004" y="622"/>
                  </a:lnTo>
                  <a:lnTo>
                    <a:pt x="186004" y="11290"/>
                  </a:lnTo>
                  <a:lnTo>
                    <a:pt x="184873" y="11353"/>
                  </a:lnTo>
                  <a:lnTo>
                    <a:pt x="185470" y="10655"/>
                  </a:lnTo>
                  <a:lnTo>
                    <a:pt x="186004" y="11290"/>
                  </a:lnTo>
                  <a:lnTo>
                    <a:pt x="186004" y="622"/>
                  </a:lnTo>
                  <a:lnTo>
                    <a:pt x="185470" y="0"/>
                  </a:lnTo>
                  <a:lnTo>
                    <a:pt x="151422" y="39725"/>
                  </a:lnTo>
                  <a:lnTo>
                    <a:pt x="151422" y="61417"/>
                  </a:lnTo>
                  <a:lnTo>
                    <a:pt x="150025" y="61074"/>
                  </a:lnTo>
                  <a:lnTo>
                    <a:pt x="146824" y="61277"/>
                  </a:lnTo>
                  <a:lnTo>
                    <a:pt x="143624" y="61468"/>
                  </a:lnTo>
                  <a:lnTo>
                    <a:pt x="141135" y="62420"/>
                  </a:lnTo>
                  <a:lnTo>
                    <a:pt x="141135" y="64338"/>
                  </a:lnTo>
                  <a:lnTo>
                    <a:pt x="140296" y="63347"/>
                  </a:lnTo>
                  <a:lnTo>
                    <a:pt x="141058" y="62458"/>
                  </a:lnTo>
                  <a:lnTo>
                    <a:pt x="141135" y="64338"/>
                  </a:lnTo>
                  <a:lnTo>
                    <a:pt x="141135" y="62420"/>
                  </a:lnTo>
                  <a:lnTo>
                    <a:pt x="150850" y="51041"/>
                  </a:lnTo>
                  <a:lnTo>
                    <a:pt x="150634" y="52273"/>
                  </a:lnTo>
                  <a:lnTo>
                    <a:pt x="150977" y="59753"/>
                  </a:lnTo>
                  <a:lnTo>
                    <a:pt x="151422" y="61417"/>
                  </a:lnTo>
                  <a:lnTo>
                    <a:pt x="151422" y="39725"/>
                  </a:lnTo>
                  <a:lnTo>
                    <a:pt x="131165" y="63347"/>
                  </a:lnTo>
                  <a:lnTo>
                    <a:pt x="185470" y="126695"/>
                  </a:lnTo>
                  <a:lnTo>
                    <a:pt x="194614" y="116027"/>
                  </a:lnTo>
                  <a:lnTo>
                    <a:pt x="235978" y="67779"/>
                  </a:lnTo>
                  <a:lnTo>
                    <a:pt x="286512" y="126695"/>
                  </a:lnTo>
                  <a:lnTo>
                    <a:pt x="295643" y="116027"/>
                  </a:lnTo>
                  <a:lnTo>
                    <a:pt x="340817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0" name="object 2110" descr=""/>
            <p:cNvSpPr/>
            <p:nvPr/>
          </p:nvSpPr>
          <p:spPr>
            <a:xfrm>
              <a:off x="8095678" y="7694237"/>
              <a:ext cx="361315" cy="204470"/>
            </a:xfrm>
            <a:custGeom>
              <a:avLst/>
              <a:gdLst/>
              <a:ahLst/>
              <a:cxnLst/>
              <a:rect l="l" t="t" r="r" b="b"/>
              <a:pathLst>
                <a:path w="361315" h="204470">
                  <a:moveTo>
                    <a:pt x="108623" y="140512"/>
                  </a:moveTo>
                  <a:lnTo>
                    <a:pt x="99491" y="129870"/>
                  </a:lnTo>
                  <a:lnTo>
                    <a:pt x="99491" y="140512"/>
                  </a:lnTo>
                  <a:lnTo>
                    <a:pt x="89369" y="152311"/>
                  </a:lnTo>
                  <a:lnTo>
                    <a:pt x="89649" y="150799"/>
                  </a:lnTo>
                  <a:lnTo>
                    <a:pt x="89306" y="143332"/>
                  </a:lnTo>
                  <a:lnTo>
                    <a:pt x="88836" y="141655"/>
                  </a:lnTo>
                  <a:lnTo>
                    <a:pt x="90322" y="141998"/>
                  </a:lnTo>
                  <a:lnTo>
                    <a:pt x="93522" y="141808"/>
                  </a:lnTo>
                  <a:lnTo>
                    <a:pt x="96735" y="141605"/>
                  </a:lnTo>
                  <a:lnTo>
                    <a:pt x="99301" y="140639"/>
                  </a:lnTo>
                  <a:lnTo>
                    <a:pt x="99275" y="140271"/>
                  </a:lnTo>
                  <a:lnTo>
                    <a:pt x="99491" y="140512"/>
                  </a:lnTo>
                  <a:lnTo>
                    <a:pt x="99491" y="129870"/>
                  </a:lnTo>
                  <a:lnTo>
                    <a:pt x="97586" y="127647"/>
                  </a:lnTo>
                  <a:lnTo>
                    <a:pt x="97586" y="138303"/>
                  </a:lnTo>
                  <a:lnTo>
                    <a:pt x="96558" y="138049"/>
                  </a:lnTo>
                  <a:lnTo>
                    <a:pt x="90157" y="138455"/>
                  </a:lnTo>
                  <a:lnTo>
                    <a:pt x="88646" y="139026"/>
                  </a:lnTo>
                  <a:lnTo>
                    <a:pt x="88950" y="137274"/>
                  </a:lnTo>
                  <a:lnTo>
                    <a:pt x="88785" y="133527"/>
                  </a:lnTo>
                  <a:lnTo>
                    <a:pt x="88607" y="129794"/>
                  </a:lnTo>
                  <a:lnTo>
                    <a:pt x="87972" y="127533"/>
                  </a:lnTo>
                  <a:lnTo>
                    <a:pt x="87972" y="153949"/>
                  </a:lnTo>
                  <a:lnTo>
                    <a:pt x="54317" y="193205"/>
                  </a:lnTo>
                  <a:lnTo>
                    <a:pt x="42633" y="179590"/>
                  </a:lnTo>
                  <a:lnTo>
                    <a:pt x="45212" y="180200"/>
                  </a:lnTo>
                  <a:lnTo>
                    <a:pt x="51625" y="179793"/>
                  </a:lnTo>
                  <a:lnTo>
                    <a:pt x="53047" y="179273"/>
                  </a:lnTo>
                  <a:lnTo>
                    <a:pt x="52755" y="180987"/>
                  </a:lnTo>
                  <a:lnTo>
                    <a:pt x="52920" y="184721"/>
                  </a:lnTo>
                  <a:lnTo>
                    <a:pt x="53098" y="188455"/>
                  </a:lnTo>
                  <a:lnTo>
                    <a:pt x="53924" y="191439"/>
                  </a:lnTo>
                  <a:lnTo>
                    <a:pt x="55600" y="191338"/>
                  </a:lnTo>
                  <a:lnTo>
                    <a:pt x="56134" y="188277"/>
                  </a:lnTo>
                  <a:lnTo>
                    <a:pt x="55791" y="180797"/>
                  </a:lnTo>
                  <a:lnTo>
                    <a:pt x="55333" y="179120"/>
                  </a:lnTo>
                  <a:lnTo>
                    <a:pt x="56819" y="179463"/>
                  </a:lnTo>
                  <a:lnTo>
                    <a:pt x="60020" y="179273"/>
                  </a:lnTo>
                  <a:lnTo>
                    <a:pt x="63220" y="179070"/>
                  </a:lnTo>
                  <a:lnTo>
                    <a:pt x="65786" y="178104"/>
                  </a:lnTo>
                  <a:lnTo>
                    <a:pt x="65697" y="176149"/>
                  </a:lnTo>
                  <a:lnTo>
                    <a:pt x="63055" y="175514"/>
                  </a:lnTo>
                  <a:lnTo>
                    <a:pt x="56642" y="175920"/>
                  </a:lnTo>
                  <a:lnTo>
                    <a:pt x="55130" y="176491"/>
                  </a:lnTo>
                  <a:lnTo>
                    <a:pt x="55435" y="174739"/>
                  </a:lnTo>
                  <a:lnTo>
                    <a:pt x="55270" y="170992"/>
                  </a:lnTo>
                  <a:lnTo>
                    <a:pt x="55105" y="167259"/>
                  </a:lnTo>
                  <a:lnTo>
                    <a:pt x="54279" y="164274"/>
                  </a:lnTo>
                  <a:lnTo>
                    <a:pt x="52603" y="164376"/>
                  </a:lnTo>
                  <a:lnTo>
                    <a:pt x="52057" y="167449"/>
                  </a:lnTo>
                  <a:lnTo>
                    <a:pt x="52400" y="174929"/>
                  </a:lnTo>
                  <a:lnTo>
                    <a:pt x="52844" y="176593"/>
                  </a:lnTo>
                  <a:lnTo>
                    <a:pt x="51460" y="176250"/>
                  </a:lnTo>
                  <a:lnTo>
                    <a:pt x="48247" y="176453"/>
                  </a:lnTo>
                  <a:lnTo>
                    <a:pt x="45046" y="176644"/>
                  </a:lnTo>
                  <a:lnTo>
                    <a:pt x="42481" y="177609"/>
                  </a:lnTo>
                  <a:lnTo>
                    <a:pt x="42557" y="179514"/>
                  </a:lnTo>
                  <a:lnTo>
                    <a:pt x="10058" y="141592"/>
                  </a:lnTo>
                  <a:lnTo>
                    <a:pt x="12636" y="142189"/>
                  </a:lnTo>
                  <a:lnTo>
                    <a:pt x="19037" y="141795"/>
                  </a:lnTo>
                  <a:lnTo>
                    <a:pt x="20472" y="141262"/>
                  </a:lnTo>
                  <a:lnTo>
                    <a:pt x="20180" y="142976"/>
                  </a:lnTo>
                  <a:lnTo>
                    <a:pt x="20345" y="146723"/>
                  </a:lnTo>
                  <a:lnTo>
                    <a:pt x="20510" y="150456"/>
                  </a:lnTo>
                  <a:lnTo>
                    <a:pt x="21336" y="153441"/>
                  </a:lnTo>
                  <a:lnTo>
                    <a:pt x="23012" y="153339"/>
                  </a:lnTo>
                  <a:lnTo>
                    <a:pt x="23558" y="150266"/>
                  </a:lnTo>
                  <a:lnTo>
                    <a:pt x="23215" y="142786"/>
                  </a:lnTo>
                  <a:lnTo>
                    <a:pt x="22758" y="141122"/>
                  </a:lnTo>
                  <a:lnTo>
                    <a:pt x="24231" y="141465"/>
                  </a:lnTo>
                  <a:lnTo>
                    <a:pt x="27444" y="141262"/>
                  </a:lnTo>
                  <a:lnTo>
                    <a:pt x="30645" y="141058"/>
                  </a:lnTo>
                  <a:lnTo>
                    <a:pt x="33210" y="140106"/>
                  </a:lnTo>
                  <a:lnTo>
                    <a:pt x="33108" y="138137"/>
                  </a:lnTo>
                  <a:lnTo>
                    <a:pt x="30480" y="137515"/>
                  </a:lnTo>
                  <a:lnTo>
                    <a:pt x="24066" y="137909"/>
                  </a:lnTo>
                  <a:lnTo>
                    <a:pt x="22555" y="138480"/>
                  </a:lnTo>
                  <a:lnTo>
                    <a:pt x="22860" y="136728"/>
                  </a:lnTo>
                  <a:lnTo>
                    <a:pt x="22694" y="132994"/>
                  </a:lnTo>
                  <a:lnTo>
                    <a:pt x="22529" y="129247"/>
                  </a:lnTo>
                  <a:lnTo>
                    <a:pt x="21704" y="126263"/>
                  </a:lnTo>
                  <a:lnTo>
                    <a:pt x="21336" y="126288"/>
                  </a:lnTo>
                  <a:lnTo>
                    <a:pt x="53098" y="89242"/>
                  </a:lnTo>
                  <a:lnTo>
                    <a:pt x="52679" y="91617"/>
                  </a:lnTo>
                  <a:lnTo>
                    <a:pt x="53022" y="99098"/>
                  </a:lnTo>
                  <a:lnTo>
                    <a:pt x="53467" y="100761"/>
                  </a:lnTo>
                  <a:lnTo>
                    <a:pt x="52070" y="100418"/>
                  </a:lnTo>
                  <a:lnTo>
                    <a:pt x="48869" y="100622"/>
                  </a:lnTo>
                  <a:lnTo>
                    <a:pt x="45669" y="100825"/>
                  </a:lnTo>
                  <a:lnTo>
                    <a:pt x="43103" y="101790"/>
                  </a:lnTo>
                  <a:lnTo>
                    <a:pt x="43192" y="103746"/>
                  </a:lnTo>
                  <a:lnTo>
                    <a:pt x="45834" y="104368"/>
                  </a:lnTo>
                  <a:lnTo>
                    <a:pt x="52247" y="103974"/>
                  </a:lnTo>
                  <a:lnTo>
                    <a:pt x="53670" y="103441"/>
                  </a:lnTo>
                  <a:lnTo>
                    <a:pt x="53378" y="105156"/>
                  </a:lnTo>
                  <a:lnTo>
                    <a:pt x="53543" y="108902"/>
                  </a:lnTo>
                  <a:lnTo>
                    <a:pt x="53721" y="112636"/>
                  </a:lnTo>
                  <a:lnTo>
                    <a:pt x="54546" y="115620"/>
                  </a:lnTo>
                  <a:lnTo>
                    <a:pt x="56222" y="115519"/>
                  </a:lnTo>
                  <a:lnTo>
                    <a:pt x="56756" y="112445"/>
                  </a:lnTo>
                  <a:lnTo>
                    <a:pt x="56413" y="104965"/>
                  </a:lnTo>
                  <a:lnTo>
                    <a:pt x="55956" y="103289"/>
                  </a:lnTo>
                  <a:lnTo>
                    <a:pt x="57442" y="103644"/>
                  </a:lnTo>
                  <a:lnTo>
                    <a:pt x="60642" y="103441"/>
                  </a:lnTo>
                  <a:lnTo>
                    <a:pt x="63842" y="103238"/>
                  </a:lnTo>
                  <a:lnTo>
                    <a:pt x="66408" y="102285"/>
                  </a:lnTo>
                  <a:lnTo>
                    <a:pt x="66382" y="101930"/>
                  </a:lnTo>
                  <a:lnTo>
                    <a:pt x="87744" y="126822"/>
                  </a:lnTo>
                  <a:lnTo>
                    <a:pt x="86106" y="126911"/>
                  </a:lnTo>
                  <a:lnTo>
                    <a:pt x="85572" y="129984"/>
                  </a:lnTo>
                  <a:lnTo>
                    <a:pt x="85915" y="137464"/>
                  </a:lnTo>
                  <a:lnTo>
                    <a:pt x="86360" y="139128"/>
                  </a:lnTo>
                  <a:lnTo>
                    <a:pt x="84963" y="138785"/>
                  </a:lnTo>
                  <a:lnTo>
                    <a:pt x="81762" y="138976"/>
                  </a:lnTo>
                  <a:lnTo>
                    <a:pt x="78549" y="139179"/>
                  </a:lnTo>
                  <a:lnTo>
                    <a:pt x="75984" y="140144"/>
                  </a:lnTo>
                  <a:lnTo>
                    <a:pt x="76085" y="142100"/>
                  </a:lnTo>
                  <a:lnTo>
                    <a:pt x="78714" y="142735"/>
                  </a:lnTo>
                  <a:lnTo>
                    <a:pt x="85128" y="142328"/>
                  </a:lnTo>
                  <a:lnTo>
                    <a:pt x="86563" y="141795"/>
                  </a:lnTo>
                  <a:lnTo>
                    <a:pt x="86271" y="143522"/>
                  </a:lnTo>
                  <a:lnTo>
                    <a:pt x="86436" y="147256"/>
                  </a:lnTo>
                  <a:lnTo>
                    <a:pt x="86601" y="150990"/>
                  </a:lnTo>
                  <a:lnTo>
                    <a:pt x="87426" y="153974"/>
                  </a:lnTo>
                  <a:lnTo>
                    <a:pt x="87972" y="153949"/>
                  </a:lnTo>
                  <a:lnTo>
                    <a:pt x="87972" y="127533"/>
                  </a:lnTo>
                  <a:lnTo>
                    <a:pt x="87795" y="126885"/>
                  </a:lnTo>
                  <a:lnTo>
                    <a:pt x="97586" y="138303"/>
                  </a:lnTo>
                  <a:lnTo>
                    <a:pt x="97586" y="127647"/>
                  </a:lnTo>
                  <a:lnTo>
                    <a:pt x="64681" y="89268"/>
                  </a:lnTo>
                  <a:lnTo>
                    <a:pt x="64681" y="99936"/>
                  </a:lnTo>
                  <a:lnTo>
                    <a:pt x="63677" y="99695"/>
                  </a:lnTo>
                  <a:lnTo>
                    <a:pt x="57264" y="100088"/>
                  </a:lnTo>
                  <a:lnTo>
                    <a:pt x="55753" y="100660"/>
                  </a:lnTo>
                  <a:lnTo>
                    <a:pt x="56057" y="98907"/>
                  </a:lnTo>
                  <a:lnTo>
                    <a:pt x="55892" y="95173"/>
                  </a:lnTo>
                  <a:lnTo>
                    <a:pt x="55727" y="91440"/>
                  </a:lnTo>
                  <a:lnTo>
                    <a:pt x="54914" y="88531"/>
                  </a:lnTo>
                  <a:lnTo>
                    <a:pt x="64681" y="99936"/>
                  </a:lnTo>
                  <a:lnTo>
                    <a:pt x="64681" y="89268"/>
                  </a:lnTo>
                  <a:lnTo>
                    <a:pt x="63449" y="87820"/>
                  </a:lnTo>
                  <a:lnTo>
                    <a:pt x="54864" y="77812"/>
                  </a:lnTo>
                  <a:lnTo>
                    <a:pt x="54864" y="88468"/>
                  </a:lnTo>
                  <a:lnTo>
                    <a:pt x="53708" y="88531"/>
                  </a:lnTo>
                  <a:lnTo>
                    <a:pt x="54317" y="87820"/>
                  </a:lnTo>
                  <a:lnTo>
                    <a:pt x="54864" y="88468"/>
                  </a:lnTo>
                  <a:lnTo>
                    <a:pt x="54864" y="77812"/>
                  </a:lnTo>
                  <a:lnTo>
                    <a:pt x="54317" y="77165"/>
                  </a:lnTo>
                  <a:lnTo>
                    <a:pt x="20269" y="116878"/>
                  </a:lnTo>
                  <a:lnTo>
                    <a:pt x="20269" y="138582"/>
                  </a:lnTo>
                  <a:lnTo>
                    <a:pt x="18872" y="138239"/>
                  </a:lnTo>
                  <a:lnTo>
                    <a:pt x="15671" y="138442"/>
                  </a:lnTo>
                  <a:lnTo>
                    <a:pt x="12471" y="138645"/>
                  </a:lnTo>
                  <a:lnTo>
                    <a:pt x="9982" y="139585"/>
                  </a:lnTo>
                  <a:lnTo>
                    <a:pt x="9982" y="141503"/>
                  </a:lnTo>
                  <a:lnTo>
                    <a:pt x="9144" y="140512"/>
                  </a:lnTo>
                  <a:lnTo>
                    <a:pt x="9906" y="139623"/>
                  </a:lnTo>
                  <a:lnTo>
                    <a:pt x="9982" y="141503"/>
                  </a:lnTo>
                  <a:lnTo>
                    <a:pt x="9982" y="139585"/>
                  </a:lnTo>
                  <a:lnTo>
                    <a:pt x="19697" y="128206"/>
                  </a:lnTo>
                  <a:lnTo>
                    <a:pt x="19481" y="129438"/>
                  </a:lnTo>
                  <a:lnTo>
                    <a:pt x="19824" y="136918"/>
                  </a:lnTo>
                  <a:lnTo>
                    <a:pt x="20269" y="138582"/>
                  </a:lnTo>
                  <a:lnTo>
                    <a:pt x="20269" y="116878"/>
                  </a:lnTo>
                  <a:lnTo>
                    <a:pt x="0" y="140512"/>
                  </a:lnTo>
                  <a:lnTo>
                    <a:pt x="54317" y="203860"/>
                  </a:lnTo>
                  <a:lnTo>
                    <a:pt x="63449" y="193205"/>
                  </a:lnTo>
                  <a:lnTo>
                    <a:pt x="108623" y="140512"/>
                  </a:lnTo>
                  <a:close/>
                </a:path>
                <a:path w="361315" h="204470">
                  <a:moveTo>
                    <a:pt x="165265" y="178104"/>
                  </a:moveTo>
                  <a:lnTo>
                    <a:pt x="165176" y="176149"/>
                  </a:lnTo>
                  <a:lnTo>
                    <a:pt x="162534" y="175514"/>
                  </a:lnTo>
                  <a:lnTo>
                    <a:pt x="156121" y="175920"/>
                  </a:lnTo>
                  <a:lnTo>
                    <a:pt x="154609" y="176491"/>
                  </a:lnTo>
                  <a:lnTo>
                    <a:pt x="154927" y="174739"/>
                  </a:lnTo>
                  <a:lnTo>
                    <a:pt x="154749" y="170992"/>
                  </a:lnTo>
                  <a:lnTo>
                    <a:pt x="154584" y="167259"/>
                  </a:lnTo>
                  <a:lnTo>
                    <a:pt x="153758" y="164274"/>
                  </a:lnTo>
                  <a:lnTo>
                    <a:pt x="152082" y="164376"/>
                  </a:lnTo>
                  <a:lnTo>
                    <a:pt x="151536" y="167449"/>
                  </a:lnTo>
                  <a:lnTo>
                    <a:pt x="151879" y="174929"/>
                  </a:lnTo>
                  <a:lnTo>
                    <a:pt x="152323" y="176593"/>
                  </a:lnTo>
                  <a:lnTo>
                    <a:pt x="150926" y="176250"/>
                  </a:lnTo>
                  <a:lnTo>
                    <a:pt x="147726" y="176453"/>
                  </a:lnTo>
                  <a:lnTo>
                    <a:pt x="144526" y="176644"/>
                  </a:lnTo>
                  <a:lnTo>
                    <a:pt x="141960" y="177609"/>
                  </a:lnTo>
                  <a:lnTo>
                    <a:pt x="142049" y="179565"/>
                  </a:lnTo>
                  <a:lnTo>
                    <a:pt x="144691" y="180200"/>
                  </a:lnTo>
                  <a:lnTo>
                    <a:pt x="151104" y="179793"/>
                  </a:lnTo>
                  <a:lnTo>
                    <a:pt x="152527" y="179273"/>
                  </a:lnTo>
                  <a:lnTo>
                    <a:pt x="152234" y="180987"/>
                  </a:lnTo>
                  <a:lnTo>
                    <a:pt x="152400" y="184721"/>
                  </a:lnTo>
                  <a:lnTo>
                    <a:pt x="152565" y="188455"/>
                  </a:lnTo>
                  <a:lnTo>
                    <a:pt x="153403" y="191439"/>
                  </a:lnTo>
                  <a:lnTo>
                    <a:pt x="155079" y="191338"/>
                  </a:lnTo>
                  <a:lnTo>
                    <a:pt x="155613" y="188277"/>
                  </a:lnTo>
                  <a:lnTo>
                    <a:pt x="155270" y="180797"/>
                  </a:lnTo>
                  <a:lnTo>
                    <a:pt x="154813" y="179120"/>
                  </a:lnTo>
                  <a:lnTo>
                    <a:pt x="156298" y="179463"/>
                  </a:lnTo>
                  <a:lnTo>
                    <a:pt x="159499" y="179273"/>
                  </a:lnTo>
                  <a:lnTo>
                    <a:pt x="162699" y="179070"/>
                  </a:lnTo>
                  <a:lnTo>
                    <a:pt x="165265" y="178104"/>
                  </a:lnTo>
                  <a:close/>
                </a:path>
                <a:path w="361315" h="204470">
                  <a:moveTo>
                    <a:pt x="165887" y="102285"/>
                  </a:moveTo>
                  <a:lnTo>
                    <a:pt x="165798" y="100317"/>
                  </a:lnTo>
                  <a:lnTo>
                    <a:pt x="163156" y="99695"/>
                  </a:lnTo>
                  <a:lnTo>
                    <a:pt x="156743" y="100088"/>
                  </a:lnTo>
                  <a:lnTo>
                    <a:pt x="155232" y="100660"/>
                  </a:lnTo>
                  <a:lnTo>
                    <a:pt x="155536" y="98907"/>
                  </a:lnTo>
                  <a:lnTo>
                    <a:pt x="155371" y="95173"/>
                  </a:lnTo>
                  <a:lnTo>
                    <a:pt x="155206" y="91440"/>
                  </a:lnTo>
                  <a:lnTo>
                    <a:pt x="154381" y="88455"/>
                  </a:lnTo>
                  <a:lnTo>
                    <a:pt x="152704" y="88557"/>
                  </a:lnTo>
                  <a:lnTo>
                    <a:pt x="152158" y="91617"/>
                  </a:lnTo>
                  <a:lnTo>
                    <a:pt x="152501" y="99098"/>
                  </a:lnTo>
                  <a:lnTo>
                    <a:pt x="152946" y="100761"/>
                  </a:lnTo>
                  <a:lnTo>
                    <a:pt x="151549" y="100418"/>
                  </a:lnTo>
                  <a:lnTo>
                    <a:pt x="148348" y="100622"/>
                  </a:lnTo>
                  <a:lnTo>
                    <a:pt x="145148" y="100825"/>
                  </a:lnTo>
                  <a:lnTo>
                    <a:pt x="142582" y="101790"/>
                  </a:lnTo>
                  <a:lnTo>
                    <a:pt x="142671" y="103746"/>
                  </a:lnTo>
                  <a:lnTo>
                    <a:pt x="145313" y="104368"/>
                  </a:lnTo>
                  <a:lnTo>
                    <a:pt x="151726" y="103974"/>
                  </a:lnTo>
                  <a:lnTo>
                    <a:pt x="153149" y="103441"/>
                  </a:lnTo>
                  <a:lnTo>
                    <a:pt x="152857" y="105156"/>
                  </a:lnTo>
                  <a:lnTo>
                    <a:pt x="153022" y="108902"/>
                  </a:lnTo>
                  <a:lnTo>
                    <a:pt x="153187" y="112636"/>
                  </a:lnTo>
                  <a:lnTo>
                    <a:pt x="154025" y="115620"/>
                  </a:lnTo>
                  <a:lnTo>
                    <a:pt x="155689" y="115519"/>
                  </a:lnTo>
                  <a:lnTo>
                    <a:pt x="156235" y="112445"/>
                  </a:lnTo>
                  <a:lnTo>
                    <a:pt x="155892" y="104965"/>
                  </a:lnTo>
                  <a:lnTo>
                    <a:pt x="155435" y="103289"/>
                  </a:lnTo>
                  <a:lnTo>
                    <a:pt x="156921" y="103644"/>
                  </a:lnTo>
                  <a:lnTo>
                    <a:pt x="160121" y="103441"/>
                  </a:lnTo>
                  <a:lnTo>
                    <a:pt x="163322" y="103238"/>
                  </a:lnTo>
                  <a:lnTo>
                    <a:pt x="165887" y="102285"/>
                  </a:lnTo>
                  <a:close/>
                </a:path>
                <a:path w="361315" h="204470">
                  <a:moveTo>
                    <a:pt x="198767" y="140639"/>
                  </a:moveTo>
                  <a:lnTo>
                    <a:pt x="198678" y="138684"/>
                  </a:lnTo>
                  <a:lnTo>
                    <a:pt x="196037" y="138049"/>
                  </a:lnTo>
                  <a:lnTo>
                    <a:pt x="189636" y="138455"/>
                  </a:lnTo>
                  <a:lnTo>
                    <a:pt x="188125" y="139026"/>
                  </a:lnTo>
                  <a:lnTo>
                    <a:pt x="188429" y="137274"/>
                  </a:lnTo>
                  <a:lnTo>
                    <a:pt x="188264" y="133527"/>
                  </a:lnTo>
                  <a:lnTo>
                    <a:pt x="188087" y="129794"/>
                  </a:lnTo>
                  <a:lnTo>
                    <a:pt x="187261" y="126809"/>
                  </a:lnTo>
                  <a:lnTo>
                    <a:pt x="185585" y="126911"/>
                  </a:lnTo>
                  <a:lnTo>
                    <a:pt x="185039" y="129984"/>
                  </a:lnTo>
                  <a:lnTo>
                    <a:pt x="185394" y="137464"/>
                  </a:lnTo>
                  <a:lnTo>
                    <a:pt x="185839" y="139128"/>
                  </a:lnTo>
                  <a:lnTo>
                    <a:pt x="184442" y="138785"/>
                  </a:lnTo>
                  <a:lnTo>
                    <a:pt x="181229" y="138976"/>
                  </a:lnTo>
                  <a:lnTo>
                    <a:pt x="178028" y="139179"/>
                  </a:lnTo>
                  <a:lnTo>
                    <a:pt x="175463" y="140144"/>
                  </a:lnTo>
                  <a:lnTo>
                    <a:pt x="175564" y="142100"/>
                  </a:lnTo>
                  <a:lnTo>
                    <a:pt x="178193" y="142735"/>
                  </a:lnTo>
                  <a:lnTo>
                    <a:pt x="184607" y="142328"/>
                  </a:lnTo>
                  <a:lnTo>
                    <a:pt x="186042" y="141795"/>
                  </a:lnTo>
                  <a:lnTo>
                    <a:pt x="185737" y="143522"/>
                  </a:lnTo>
                  <a:lnTo>
                    <a:pt x="185915" y="147256"/>
                  </a:lnTo>
                  <a:lnTo>
                    <a:pt x="186080" y="150990"/>
                  </a:lnTo>
                  <a:lnTo>
                    <a:pt x="186905" y="153974"/>
                  </a:lnTo>
                  <a:lnTo>
                    <a:pt x="188582" y="153873"/>
                  </a:lnTo>
                  <a:lnTo>
                    <a:pt x="189128" y="150799"/>
                  </a:lnTo>
                  <a:lnTo>
                    <a:pt x="188785" y="143332"/>
                  </a:lnTo>
                  <a:lnTo>
                    <a:pt x="188315" y="141655"/>
                  </a:lnTo>
                  <a:lnTo>
                    <a:pt x="189801" y="141998"/>
                  </a:lnTo>
                  <a:lnTo>
                    <a:pt x="193001" y="141808"/>
                  </a:lnTo>
                  <a:lnTo>
                    <a:pt x="196202" y="141605"/>
                  </a:lnTo>
                  <a:lnTo>
                    <a:pt x="198767" y="140639"/>
                  </a:lnTo>
                  <a:close/>
                </a:path>
                <a:path w="361315" h="204470">
                  <a:moveTo>
                    <a:pt x="310451" y="140512"/>
                  </a:moveTo>
                  <a:lnTo>
                    <a:pt x="301320" y="129870"/>
                  </a:lnTo>
                  <a:lnTo>
                    <a:pt x="301320" y="140512"/>
                  </a:lnTo>
                  <a:lnTo>
                    <a:pt x="291198" y="152311"/>
                  </a:lnTo>
                  <a:lnTo>
                    <a:pt x="291477" y="150799"/>
                  </a:lnTo>
                  <a:lnTo>
                    <a:pt x="291134" y="143332"/>
                  </a:lnTo>
                  <a:lnTo>
                    <a:pt x="290677" y="141655"/>
                  </a:lnTo>
                  <a:lnTo>
                    <a:pt x="292150" y="141998"/>
                  </a:lnTo>
                  <a:lnTo>
                    <a:pt x="295363" y="141808"/>
                  </a:lnTo>
                  <a:lnTo>
                    <a:pt x="298564" y="141605"/>
                  </a:lnTo>
                  <a:lnTo>
                    <a:pt x="301129" y="140639"/>
                  </a:lnTo>
                  <a:lnTo>
                    <a:pt x="301104" y="140271"/>
                  </a:lnTo>
                  <a:lnTo>
                    <a:pt x="301320" y="140512"/>
                  </a:lnTo>
                  <a:lnTo>
                    <a:pt x="301320" y="129870"/>
                  </a:lnTo>
                  <a:lnTo>
                    <a:pt x="299415" y="127647"/>
                  </a:lnTo>
                  <a:lnTo>
                    <a:pt x="299415" y="138303"/>
                  </a:lnTo>
                  <a:lnTo>
                    <a:pt x="298399" y="138049"/>
                  </a:lnTo>
                  <a:lnTo>
                    <a:pt x="291985" y="138455"/>
                  </a:lnTo>
                  <a:lnTo>
                    <a:pt x="290474" y="139026"/>
                  </a:lnTo>
                  <a:lnTo>
                    <a:pt x="290779" y="137274"/>
                  </a:lnTo>
                  <a:lnTo>
                    <a:pt x="290614" y="133527"/>
                  </a:lnTo>
                  <a:lnTo>
                    <a:pt x="290449" y="129794"/>
                  </a:lnTo>
                  <a:lnTo>
                    <a:pt x="289801" y="127495"/>
                  </a:lnTo>
                  <a:lnTo>
                    <a:pt x="289801" y="153949"/>
                  </a:lnTo>
                  <a:lnTo>
                    <a:pt x="256146" y="193205"/>
                  </a:lnTo>
                  <a:lnTo>
                    <a:pt x="244449" y="179578"/>
                  </a:lnTo>
                  <a:lnTo>
                    <a:pt x="247040" y="180200"/>
                  </a:lnTo>
                  <a:lnTo>
                    <a:pt x="253453" y="179793"/>
                  </a:lnTo>
                  <a:lnTo>
                    <a:pt x="254876" y="179273"/>
                  </a:lnTo>
                  <a:lnTo>
                    <a:pt x="254584" y="180987"/>
                  </a:lnTo>
                  <a:lnTo>
                    <a:pt x="254762" y="184721"/>
                  </a:lnTo>
                  <a:lnTo>
                    <a:pt x="254927" y="188455"/>
                  </a:lnTo>
                  <a:lnTo>
                    <a:pt x="255752" y="191439"/>
                  </a:lnTo>
                  <a:lnTo>
                    <a:pt x="257429" y="191338"/>
                  </a:lnTo>
                  <a:lnTo>
                    <a:pt x="257975" y="188277"/>
                  </a:lnTo>
                  <a:lnTo>
                    <a:pt x="257632" y="180797"/>
                  </a:lnTo>
                  <a:lnTo>
                    <a:pt x="257162" y="179120"/>
                  </a:lnTo>
                  <a:lnTo>
                    <a:pt x="258648" y="179463"/>
                  </a:lnTo>
                  <a:lnTo>
                    <a:pt x="261848" y="179273"/>
                  </a:lnTo>
                  <a:lnTo>
                    <a:pt x="265049" y="179070"/>
                  </a:lnTo>
                  <a:lnTo>
                    <a:pt x="267614" y="178104"/>
                  </a:lnTo>
                  <a:lnTo>
                    <a:pt x="267525" y="176149"/>
                  </a:lnTo>
                  <a:lnTo>
                    <a:pt x="264883" y="175514"/>
                  </a:lnTo>
                  <a:lnTo>
                    <a:pt x="258483" y="175920"/>
                  </a:lnTo>
                  <a:lnTo>
                    <a:pt x="256971" y="176491"/>
                  </a:lnTo>
                  <a:lnTo>
                    <a:pt x="257276" y="174739"/>
                  </a:lnTo>
                  <a:lnTo>
                    <a:pt x="257111" y="170992"/>
                  </a:lnTo>
                  <a:lnTo>
                    <a:pt x="256933" y="167259"/>
                  </a:lnTo>
                  <a:lnTo>
                    <a:pt x="256108" y="164274"/>
                  </a:lnTo>
                  <a:lnTo>
                    <a:pt x="254431" y="164376"/>
                  </a:lnTo>
                  <a:lnTo>
                    <a:pt x="253885" y="167449"/>
                  </a:lnTo>
                  <a:lnTo>
                    <a:pt x="254241" y="174929"/>
                  </a:lnTo>
                  <a:lnTo>
                    <a:pt x="254685" y="176593"/>
                  </a:lnTo>
                  <a:lnTo>
                    <a:pt x="253288" y="176250"/>
                  </a:lnTo>
                  <a:lnTo>
                    <a:pt x="250075" y="176453"/>
                  </a:lnTo>
                  <a:lnTo>
                    <a:pt x="246875" y="176644"/>
                  </a:lnTo>
                  <a:lnTo>
                    <a:pt x="244309" y="177609"/>
                  </a:lnTo>
                  <a:lnTo>
                    <a:pt x="244398" y="179527"/>
                  </a:lnTo>
                  <a:lnTo>
                    <a:pt x="211886" y="141592"/>
                  </a:lnTo>
                  <a:lnTo>
                    <a:pt x="214464" y="142189"/>
                  </a:lnTo>
                  <a:lnTo>
                    <a:pt x="220865" y="141795"/>
                  </a:lnTo>
                  <a:lnTo>
                    <a:pt x="222300" y="141262"/>
                  </a:lnTo>
                  <a:lnTo>
                    <a:pt x="222008" y="142976"/>
                  </a:lnTo>
                  <a:lnTo>
                    <a:pt x="222173" y="146723"/>
                  </a:lnTo>
                  <a:lnTo>
                    <a:pt x="222338" y="150456"/>
                  </a:lnTo>
                  <a:lnTo>
                    <a:pt x="223177" y="153441"/>
                  </a:lnTo>
                  <a:lnTo>
                    <a:pt x="224840" y="153339"/>
                  </a:lnTo>
                  <a:lnTo>
                    <a:pt x="225386" y="150266"/>
                  </a:lnTo>
                  <a:lnTo>
                    <a:pt x="225044" y="142786"/>
                  </a:lnTo>
                  <a:lnTo>
                    <a:pt x="224586" y="141109"/>
                  </a:lnTo>
                  <a:lnTo>
                    <a:pt x="226060" y="141465"/>
                  </a:lnTo>
                  <a:lnTo>
                    <a:pt x="229273" y="141262"/>
                  </a:lnTo>
                  <a:lnTo>
                    <a:pt x="232473" y="141058"/>
                  </a:lnTo>
                  <a:lnTo>
                    <a:pt x="235038" y="140106"/>
                  </a:lnTo>
                  <a:lnTo>
                    <a:pt x="234950" y="138137"/>
                  </a:lnTo>
                  <a:lnTo>
                    <a:pt x="232308" y="137515"/>
                  </a:lnTo>
                  <a:lnTo>
                    <a:pt x="225894" y="137909"/>
                  </a:lnTo>
                  <a:lnTo>
                    <a:pt x="224383" y="138480"/>
                  </a:lnTo>
                  <a:lnTo>
                    <a:pt x="224688" y="136728"/>
                  </a:lnTo>
                  <a:lnTo>
                    <a:pt x="224523" y="132994"/>
                  </a:lnTo>
                  <a:lnTo>
                    <a:pt x="224358" y="129247"/>
                  </a:lnTo>
                  <a:lnTo>
                    <a:pt x="223532" y="126263"/>
                  </a:lnTo>
                  <a:lnTo>
                    <a:pt x="223164" y="126288"/>
                  </a:lnTo>
                  <a:lnTo>
                    <a:pt x="254927" y="89242"/>
                  </a:lnTo>
                  <a:lnTo>
                    <a:pt x="254508" y="91617"/>
                  </a:lnTo>
                  <a:lnTo>
                    <a:pt x="254863" y="99098"/>
                  </a:lnTo>
                  <a:lnTo>
                    <a:pt x="255308" y="100761"/>
                  </a:lnTo>
                  <a:lnTo>
                    <a:pt x="253911" y="100418"/>
                  </a:lnTo>
                  <a:lnTo>
                    <a:pt x="250698" y="100622"/>
                  </a:lnTo>
                  <a:lnTo>
                    <a:pt x="247497" y="100825"/>
                  </a:lnTo>
                  <a:lnTo>
                    <a:pt x="244932" y="101790"/>
                  </a:lnTo>
                  <a:lnTo>
                    <a:pt x="245033" y="103746"/>
                  </a:lnTo>
                  <a:lnTo>
                    <a:pt x="247662" y="104368"/>
                  </a:lnTo>
                  <a:lnTo>
                    <a:pt x="254076" y="103974"/>
                  </a:lnTo>
                  <a:lnTo>
                    <a:pt x="255498" y="103441"/>
                  </a:lnTo>
                  <a:lnTo>
                    <a:pt x="255206" y="105156"/>
                  </a:lnTo>
                  <a:lnTo>
                    <a:pt x="255384" y="108902"/>
                  </a:lnTo>
                  <a:lnTo>
                    <a:pt x="255549" y="112636"/>
                  </a:lnTo>
                  <a:lnTo>
                    <a:pt x="256374" y="115620"/>
                  </a:lnTo>
                  <a:lnTo>
                    <a:pt x="258051" y="115519"/>
                  </a:lnTo>
                  <a:lnTo>
                    <a:pt x="258597" y="112445"/>
                  </a:lnTo>
                  <a:lnTo>
                    <a:pt x="258241" y="104965"/>
                  </a:lnTo>
                  <a:lnTo>
                    <a:pt x="257784" y="103289"/>
                  </a:lnTo>
                  <a:lnTo>
                    <a:pt x="259270" y="103644"/>
                  </a:lnTo>
                  <a:lnTo>
                    <a:pt x="262470" y="103441"/>
                  </a:lnTo>
                  <a:lnTo>
                    <a:pt x="265671" y="103238"/>
                  </a:lnTo>
                  <a:lnTo>
                    <a:pt x="268236" y="102285"/>
                  </a:lnTo>
                  <a:lnTo>
                    <a:pt x="268211" y="101930"/>
                  </a:lnTo>
                  <a:lnTo>
                    <a:pt x="289572" y="126822"/>
                  </a:lnTo>
                  <a:lnTo>
                    <a:pt x="287947" y="126911"/>
                  </a:lnTo>
                  <a:lnTo>
                    <a:pt x="287401" y="129984"/>
                  </a:lnTo>
                  <a:lnTo>
                    <a:pt x="287743" y="137464"/>
                  </a:lnTo>
                  <a:lnTo>
                    <a:pt x="288188" y="139128"/>
                  </a:lnTo>
                  <a:lnTo>
                    <a:pt x="286791" y="138785"/>
                  </a:lnTo>
                  <a:lnTo>
                    <a:pt x="283591" y="138976"/>
                  </a:lnTo>
                  <a:lnTo>
                    <a:pt x="280377" y="139179"/>
                  </a:lnTo>
                  <a:lnTo>
                    <a:pt x="277812" y="140144"/>
                  </a:lnTo>
                  <a:lnTo>
                    <a:pt x="277914" y="142100"/>
                  </a:lnTo>
                  <a:lnTo>
                    <a:pt x="280555" y="142735"/>
                  </a:lnTo>
                  <a:lnTo>
                    <a:pt x="286956" y="142328"/>
                  </a:lnTo>
                  <a:lnTo>
                    <a:pt x="288391" y="141795"/>
                  </a:lnTo>
                  <a:lnTo>
                    <a:pt x="288099" y="143522"/>
                  </a:lnTo>
                  <a:lnTo>
                    <a:pt x="288264" y="147256"/>
                  </a:lnTo>
                  <a:lnTo>
                    <a:pt x="288429" y="150990"/>
                  </a:lnTo>
                  <a:lnTo>
                    <a:pt x="289255" y="153974"/>
                  </a:lnTo>
                  <a:lnTo>
                    <a:pt x="289801" y="153949"/>
                  </a:lnTo>
                  <a:lnTo>
                    <a:pt x="289801" y="127495"/>
                  </a:lnTo>
                  <a:lnTo>
                    <a:pt x="289636" y="126898"/>
                  </a:lnTo>
                  <a:lnTo>
                    <a:pt x="299415" y="138303"/>
                  </a:lnTo>
                  <a:lnTo>
                    <a:pt x="299415" y="127647"/>
                  </a:lnTo>
                  <a:lnTo>
                    <a:pt x="266509" y="89255"/>
                  </a:lnTo>
                  <a:lnTo>
                    <a:pt x="266509" y="99936"/>
                  </a:lnTo>
                  <a:lnTo>
                    <a:pt x="265506" y="99695"/>
                  </a:lnTo>
                  <a:lnTo>
                    <a:pt x="259105" y="100088"/>
                  </a:lnTo>
                  <a:lnTo>
                    <a:pt x="257594" y="100660"/>
                  </a:lnTo>
                  <a:lnTo>
                    <a:pt x="257898" y="98907"/>
                  </a:lnTo>
                  <a:lnTo>
                    <a:pt x="257721" y="95173"/>
                  </a:lnTo>
                  <a:lnTo>
                    <a:pt x="257556" y="91440"/>
                  </a:lnTo>
                  <a:lnTo>
                    <a:pt x="256743" y="88531"/>
                  </a:lnTo>
                  <a:lnTo>
                    <a:pt x="266509" y="99936"/>
                  </a:lnTo>
                  <a:lnTo>
                    <a:pt x="266509" y="89255"/>
                  </a:lnTo>
                  <a:lnTo>
                    <a:pt x="265290" y="87820"/>
                  </a:lnTo>
                  <a:lnTo>
                    <a:pt x="256692" y="77812"/>
                  </a:lnTo>
                  <a:lnTo>
                    <a:pt x="256692" y="88468"/>
                  </a:lnTo>
                  <a:lnTo>
                    <a:pt x="255536" y="88531"/>
                  </a:lnTo>
                  <a:lnTo>
                    <a:pt x="256146" y="87820"/>
                  </a:lnTo>
                  <a:lnTo>
                    <a:pt x="256692" y="88468"/>
                  </a:lnTo>
                  <a:lnTo>
                    <a:pt x="256692" y="77812"/>
                  </a:lnTo>
                  <a:lnTo>
                    <a:pt x="256146" y="77165"/>
                  </a:lnTo>
                  <a:lnTo>
                    <a:pt x="222097" y="116890"/>
                  </a:lnTo>
                  <a:lnTo>
                    <a:pt x="222097" y="138582"/>
                  </a:lnTo>
                  <a:lnTo>
                    <a:pt x="220700" y="138239"/>
                  </a:lnTo>
                  <a:lnTo>
                    <a:pt x="217500" y="138442"/>
                  </a:lnTo>
                  <a:lnTo>
                    <a:pt x="214299" y="138645"/>
                  </a:lnTo>
                  <a:lnTo>
                    <a:pt x="211810" y="139585"/>
                  </a:lnTo>
                  <a:lnTo>
                    <a:pt x="211810" y="141503"/>
                  </a:lnTo>
                  <a:lnTo>
                    <a:pt x="210972" y="140512"/>
                  </a:lnTo>
                  <a:lnTo>
                    <a:pt x="211734" y="139623"/>
                  </a:lnTo>
                  <a:lnTo>
                    <a:pt x="211810" y="141503"/>
                  </a:lnTo>
                  <a:lnTo>
                    <a:pt x="211810" y="139585"/>
                  </a:lnTo>
                  <a:lnTo>
                    <a:pt x="221526" y="128206"/>
                  </a:lnTo>
                  <a:lnTo>
                    <a:pt x="221310" y="129438"/>
                  </a:lnTo>
                  <a:lnTo>
                    <a:pt x="221653" y="136918"/>
                  </a:lnTo>
                  <a:lnTo>
                    <a:pt x="222097" y="138582"/>
                  </a:lnTo>
                  <a:lnTo>
                    <a:pt x="222097" y="116890"/>
                  </a:lnTo>
                  <a:lnTo>
                    <a:pt x="201841" y="140512"/>
                  </a:lnTo>
                  <a:lnTo>
                    <a:pt x="256146" y="203860"/>
                  </a:lnTo>
                  <a:lnTo>
                    <a:pt x="265290" y="193205"/>
                  </a:lnTo>
                  <a:lnTo>
                    <a:pt x="310451" y="140512"/>
                  </a:lnTo>
                  <a:close/>
                </a:path>
                <a:path w="361315" h="204470">
                  <a:moveTo>
                    <a:pt x="360997" y="63347"/>
                  </a:moveTo>
                  <a:lnTo>
                    <a:pt x="351866" y="52705"/>
                  </a:lnTo>
                  <a:lnTo>
                    <a:pt x="351866" y="63347"/>
                  </a:lnTo>
                  <a:lnTo>
                    <a:pt x="306692" y="116039"/>
                  </a:lnTo>
                  <a:lnTo>
                    <a:pt x="295021" y="102438"/>
                  </a:lnTo>
                  <a:lnTo>
                    <a:pt x="297586" y="103035"/>
                  </a:lnTo>
                  <a:lnTo>
                    <a:pt x="303999" y="102641"/>
                  </a:lnTo>
                  <a:lnTo>
                    <a:pt x="305422" y="102108"/>
                  </a:lnTo>
                  <a:lnTo>
                    <a:pt x="305130" y="103822"/>
                  </a:lnTo>
                  <a:lnTo>
                    <a:pt x="305295" y="107556"/>
                  </a:lnTo>
                  <a:lnTo>
                    <a:pt x="305473" y="111302"/>
                  </a:lnTo>
                  <a:lnTo>
                    <a:pt x="306298" y="114287"/>
                  </a:lnTo>
                  <a:lnTo>
                    <a:pt x="307975" y="114173"/>
                  </a:lnTo>
                  <a:lnTo>
                    <a:pt x="308521" y="111112"/>
                  </a:lnTo>
                  <a:lnTo>
                    <a:pt x="308165" y="103632"/>
                  </a:lnTo>
                  <a:lnTo>
                    <a:pt x="307352" y="100634"/>
                  </a:lnTo>
                  <a:lnTo>
                    <a:pt x="307822" y="97574"/>
                  </a:lnTo>
                  <a:lnTo>
                    <a:pt x="307644" y="93840"/>
                  </a:lnTo>
                  <a:lnTo>
                    <a:pt x="307479" y="90093"/>
                  </a:lnTo>
                  <a:lnTo>
                    <a:pt x="306654" y="87109"/>
                  </a:lnTo>
                  <a:lnTo>
                    <a:pt x="304977" y="87223"/>
                  </a:lnTo>
                  <a:lnTo>
                    <a:pt x="304431" y="90284"/>
                  </a:lnTo>
                  <a:lnTo>
                    <a:pt x="304774" y="97764"/>
                  </a:lnTo>
                  <a:lnTo>
                    <a:pt x="305219" y="99428"/>
                  </a:lnTo>
                  <a:lnTo>
                    <a:pt x="303822" y="99085"/>
                  </a:lnTo>
                  <a:lnTo>
                    <a:pt x="300621" y="99288"/>
                  </a:lnTo>
                  <a:lnTo>
                    <a:pt x="297421" y="99479"/>
                  </a:lnTo>
                  <a:lnTo>
                    <a:pt x="294855" y="100444"/>
                  </a:lnTo>
                  <a:lnTo>
                    <a:pt x="294932" y="102349"/>
                  </a:lnTo>
                  <a:lnTo>
                    <a:pt x="262432" y="64427"/>
                  </a:lnTo>
                  <a:lnTo>
                    <a:pt x="265010" y="65024"/>
                  </a:lnTo>
                  <a:lnTo>
                    <a:pt x="271411" y="64630"/>
                  </a:lnTo>
                  <a:lnTo>
                    <a:pt x="272846" y="64096"/>
                  </a:lnTo>
                  <a:lnTo>
                    <a:pt x="272554" y="65824"/>
                  </a:lnTo>
                  <a:lnTo>
                    <a:pt x="272719" y="69557"/>
                  </a:lnTo>
                  <a:lnTo>
                    <a:pt x="272884" y="73291"/>
                  </a:lnTo>
                  <a:lnTo>
                    <a:pt x="273710" y="76276"/>
                  </a:lnTo>
                  <a:lnTo>
                    <a:pt x="275386" y="76174"/>
                  </a:lnTo>
                  <a:lnTo>
                    <a:pt x="275932" y="73101"/>
                  </a:lnTo>
                  <a:lnTo>
                    <a:pt x="275590" y="65633"/>
                  </a:lnTo>
                  <a:lnTo>
                    <a:pt x="275132" y="63957"/>
                  </a:lnTo>
                  <a:lnTo>
                    <a:pt x="276606" y="64300"/>
                  </a:lnTo>
                  <a:lnTo>
                    <a:pt x="279819" y="64096"/>
                  </a:lnTo>
                  <a:lnTo>
                    <a:pt x="283019" y="63906"/>
                  </a:lnTo>
                  <a:lnTo>
                    <a:pt x="285584" y="62941"/>
                  </a:lnTo>
                  <a:lnTo>
                    <a:pt x="285483" y="60985"/>
                  </a:lnTo>
                  <a:lnTo>
                    <a:pt x="282854" y="60350"/>
                  </a:lnTo>
                  <a:lnTo>
                    <a:pt x="276440" y="60756"/>
                  </a:lnTo>
                  <a:lnTo>
                    <a:pt x="274929" y="61328"/>
                  </a:lnTo>
                  <a:lnTo>
                    <a:pt x="275234" y="59575"/>
                  </a:lnTo>
                  <a:lnTo>
                    <a:pt x="275069" y="55829"/>
                  </a:lnTo>
                  <a:lnTo>
                    <a:pt x="274904" y="52095"/>
                  </a:lnTo>
                  <a:lnTo>
                    <a:pt x="274078" y="49110"/>
                  </a:lnTo>
                  <a:lnTo>
                    <a:pt x="273697" y="49136"/>
                  </a:lnTo>
                  <a:lnTo>
                    <a:pt x="306692" y="10668"/>
                  </a:lnTo>
                  <a:lnTo>
                    <a:pt x="351866" y="63347"/>
                  </a:lnTo>
                  <a:lnTo>
                    <a:pt x="351866" y="52705"/>
                  </a:lnTo>
                  <a:lnTo>
                    <a:pt x="315823" y="10668"/>
                  </a:lnTo>
                  <a:lnTo>
                    <a:pt x="306692" y="0"/>
                  </a:lnTo>
                  <a:lnTo>
                    <a:pt x="272643" y="39712"/>
                  </a:lnTo>
                  <a:lnTo>
                    <a:pt x="272643" y="61429"/>
                  </a:lnTo>
                  <a:lnTo>
                    <a:pt x="271246" y="61087"/>
                  </a:lnTo>
                  <a:lnTo>
                    <a:pt x="268046" y="61277"/>
                  </a:lnTo>
                  <a:lnTo>
                    <a:pt x="264845" y="61480"/>
                  </a:lnTo>
                  <a:lnTo>
                    <a:pt x="262356" y="62433"/>
                  </a:lnTo>
                  <a:lnTo>
                    <a:pt x="262356" y="64338"/>
                  </a:lnTo>
                  <a:lnTo>
                    <a:pt x="261518" y="63347"/>
                  </a:lnTo>
                  <a:lnTo>
                    <a:pt x="262280" y="62458"/>
                  </a:lnTo>
                  <a:lnTo>
                    <a:pt x="262356" y="64338"/>
                  </a:lnTo>
                  <a:lnTo>
                    <a:pt x="262356" y="62433"/>
                  </a:lnTo>
                  <a:lnTo>
                    <a:pt x="272072" y="51041"/>
                  </a:lnTo>
                  <a:lnTo>
                    <a:pt x="271856" y="52285"/>
                  </a:lnTo>
                  <a:lnTo>
                    <a:pt x="272199" y="59753"/>
                  </a:lnTo>
                  <a:lnTo>
                    <a:pt x="272643" y="61429"/>
                  </a:lnTo>
                  <a:lnTo>
                    <a:pt x="272643" y="39712"/>
                  </a:lnTo>
                  <a:lnTo>
                    <a:pt x="256159" y="58928"/>
                  </a:lnTo>
                  <a:lnTo>
                    <a:pt x="250825" y="52705"/>
                  </a:lnTo>
                  <a:lnTo>
                    <a:pt x="250825" y="63347"/>
                  </a:lnTo>
                  <a:lnTo>
                    <a:pt x="240715" y="75145"/>
                  </a:lnTo>
                  <a:lnTo>
                    <a:pt x="240982" y="73647"/>
                  </a:lnTo>
                  <a:lnTo>
                    <a:pt x="240639" y="66167"/>
                  </a:lnTo>
                  <a:lnTo>
                    <a:pt x="240182" y="64503"/>
                  </a:lnTo>
                  <a:lnTo>
                    <a:pt x="241655" y="64846"/>
                  </a:lnTo>
                  <a:lnTo>
                    <a:pt x="244868" y="64643"/>
                  </a:lnTo>
                  <a:lnTo>
                    <a:pt x="248069" y="64439"/>
                  </a:lnTo>
                  <a:lnTo>
                    <a:pt x="250634" y="63474"/>
                  </a:lnTo>
                  <a:lnTo>
                    <a:pt x="250609" y="63106"/>
                  </a:lnTo>
                  <a:lnTo>
                    <a:pt x="250825" y="63347"/>
                  </a:lnTo>
                  <a:lnTo>
                    <a:pt x="250825" y="52705"/>
                  </a:lnTo>
                  <a:lnTo>
                    <a:pt x="248920" y="50482"/>
                  </a:lnTo>
                  <a:lnTo>
                    <a:pt x="248920" y="61150"/>
                  </a:lnTo>
                  <a:lnTo>
                    <a:pt x="247904" y="60896"/>
                  </a:lnTo>
                  <a:lnTo>
                    <a:pt x="241490" y="61290"/>
                  </a:lnTo>
                  <a:lnTo>
                    <a:pt x="239979" y="61861"/>
                  </a:lnTo>
                  <a:lnTo>
                    <a:pt x="240284" y="60109"/>
                  </a:lnTo>
                  <a:lnTo>
                    <a:pt x="240118" y="56375"/>
                  </a:lnTo>
                  <a:lnTo>
                    <a:pt x="239953" y="52628"/>
                  </a:lnTo>
                  <a:lnTo>
                    <a:pt x="239293" y="50253"/>
                  </a:lnTo>
                  <a:lnTo>
                    <a:pt x="239293" y="76796"/>
                  </a:lnTo>
                  <a:lnTo>
                    <a:pt x="205651" y="116039"/>
                  </a:lnTo>
                  <a:lnTo>
                    <a:pt x="193967" y="102438"/>
                  </a:lnTo>
                  <a:lnTo>
                    <a:pt x="196545" y="103035"/>
                  </a:lnTo>
                  <a:lnTo>
                    <a:pt x="202958" y="102641"/>
                  </a:lnTo>
                  <a:lnTo>
                    <a:pt x="204393" y="102108"/>
                  </a:lnTo>
                  <a:lnTo>
                    <a:pt x="204101" y="103822"/>
                  </a:lnTo>
                  <a:lnTo>
                    <a:pt x="204266" y="107556"/>
                  </a:lnTo>
                  <a:lnTo>
                    <a:pt x="204431" y="111302"/>
                  </a:lnTo>
                  <a:lnTo>
                    <a:pt x="205257" y="114287"/>
                  </a:lnTo>
                  <a:lnTo>
                    <a:pt x="206933" y="114173"/>
                  </a:lnTo>
                  <a:lnTo>
                    <a:pt x="207479" y="111112"/>
                  </a:lnTo>
                  <a:lnTo>
                    <a:pt x="207137" y="103632"/>
                  </a:lnTo>
                  <a:lnTo>
                    <a:pt x="206667" y="101968"/>
                  </a:lnTo>
                  <a:lnTo>
                    <a:pt x="208153" y="102311"/>
                  </a:lnTo>
                  <a:lnTo>
                    <a:pt x="211353" y="102108"/>
                  </a:lnTo>
                  <a:lnTo>
                    <a:pt x="214566" y="101904"/>
                  </a:lnTo>
                  <a:lnTo>
                    <a:pt x="217131" y="100939"/>
                  </a:lnTo>
                  <a:lnTo>
                    <a:pt x="217030" y="98983"/>
                  </a:lnTo>
                  <a:lnTo>
                    <a:pt x="214388" y="98361"/>
                  </a:lnTo>
                  <a:lnTo>
                    <a:pt x="207987" y="98755"/>
                  </a:lnTo>
                  <a:lnTo>
                    <a:pt x="206476" y="99326"/>
                  </a:lnTo>
                  <a:lnTo>
                    <a:pt x="206781" y="97574"/>
                  </a:lnTo>
                  <a:lnTo>
                    <a:pt x="206616" y="93840"/>
                  </a:lnTo>
                  <a:lnTo>
                    <a:pt x="206438" y="90093"/>
                  </a:lnTo>
                  <a:lnTo>
                    <a:pt x="205613" y="87109"/>
                  </a:lnTo>
                  <a:lnTo>
                    <a:pt x="203936" y="87223"/>
                  </a:lnTo>
                  <a:lnTo>
                    <a:pt x="203390" y="90284"/>
                  </a:lnTo>
                  <a:lnTo>
                    <a:pt x="203746" y="97764"/>
                  </a:lnTo>
                  <a:lnTo>
                    <a:pt x="204190" y="99428"/>
                  </a:lnTo>
                  <a:lnTo>
                    <a:pt x="202793" y="99085"/>
                  </a:lnTo>
                  <a:lnTo>
                    <a:pt x="199593" y="99288"/>
                  </a:lnTo>
                  <a:lnTo>
                    <a:pt x="196380" y="99479"/>
                  </a:lnTo>
                  <a:lnTo>
                    <a:pt x="193814" y="100444"/>
                  </a:lnTo>
                  <a:lnTo>
                    <a:pt x="193903" y="102362"/>
                  </a:lnTo>
                  <a:lnTo>
                    <a:pt x="161391" y="64427"/>
                  </a:lnTo>
                  <a:lnTo>
                    <a:pt x="163969" y="65024"/>
                  </a:lnTo>
                  <a:lnTo>
                    <a:pt x="170383" y="64630"/>
                  </a:lnTo>
                  <a:lnTo>
                    <a:pt x="171805" y="64096"/>
                  </a:lnTo>
                  <a:lnTo>
                    <a:pt x="171513" y="65824"/>
                  </a:lnTo>
                  <a:lnTo>
                    <a:pt x="171678" y="69557"/>
                  </a:lnTo>
                  <a:lnTo>
                    <a:pt x="171843" y="73291"/>
                  </a:lnTo>
                  <a:lnTo>
                    <a:pt x="172681" y="76276"/>
                  </a:lnTo>
                  <a:lnTo>
                    <a:pt x="174358" y="76174"/>
                  </a:lnTo>
                  <a:lnTo>
                    <a:pt x="174891" y="73101"/>
                  </a:lnTo>
                  <a:lnTo>
                    <a:pt x="174548" y="65633"/>
                  </a:lnTo>
                  <a:lnTo>
                    <a:pt x="174091" y="63957"/>
                  </a:lnTo>
                  <a:lnTo>
                    <a:pt x="175577" y="64300"/>
                  </a:lnTo>
                  <a:lnTo>
                    <a:pt x="178777" y="64096"/>
                  </a:lnTo>
                  <a:lnTo>
                    <a:pt x="181978" y="63906"/>
                  </a:lnTo>
                  <a:lnTo>
                    <a:pt x="184543" y="62941"/>
                  </a:lnTo>
                  <a:lnTo>
                    <a:pt x="184454" y="60985"/>
                  </a:lnTo>
                  <a:lnTo>
                    <a:pt x="181813" y="60350"/>
                  </a:lnTo>
                  <a:lnTo>
                    <a:pt x="175399" y="60756"/>
                  </a:lnTo>
                  <a:lnTo>
                    <a:pt x="173888" y="61328"/>
                  </a:lnTo>
                  <a:lnTo>
                    <a:pt x="174193" y="59575"/>
                  </a:lnTo>
                  <a:lnTo>
                    <a:pt x="174028" y="55829"/>
                  </a:lnTo>
                  <a:lnTo>
                    <a:pt x="173863" y="52095"/>
                  </a:lnTo>
                  <a:lnTo>
                    <a:pt x="173037" y="49110"/>
                  </a:lnTo>
                  <a:lnTo>
                    <a:pt x="172656" y="49136"/>
                  </a:lnTo>
                  <a:lnTo>
                    <a:pt x="204431" y="12090"/>
                  </a:lnTo>
                  <a:lnTo>
                    <a:pt x="204012" y="14465"/>
                  </a:lnTo>
                  <a:lnTo>
                    <a:pt x="204368" y="21932"/>
                  </a:lnTo>
                  <a:lnTo>
                    <a:pt x="204812" y="23609"/>
                  </a:lnTo>
                  <a:lnTo>
                    <a:pt x="203415" y="23266"/>
                  </a:lnTo>
                  <a:lnTo>
                    <a:pt x="200215" y="23456"/>
                  </a:lnTo>
                  <a:lnTo>
                    <a:pt x="197002" y="23660"/>
                  </a:lnTo>
                  <a:lnTo>
                    <a:pt x="194437" y="24625"/>
                  </a:lnTo>
                  <a:lnTo>
                    <a:pt x="194538" y="26581"/>
                  </a:lnTo>
                  <a:lnTo>
                    <a:pt x="197167" y="27216"/>
                  </a:lnTo>
                  <a:lnTo>
                    <a:pt x="203581" y="26809"/>
                  </a:lnTo>
                  <a:lnTo>
                    <a:pt x="205003" y="26276"/>
                  </a:lnTo>
                  <a:lnTo>
                    <a:pt x="204711" y="28003"/>
                  </a:lnTo>
                  <a:lnTo>
                    <a:pt x="204889" y="31737"/>
                  </a:lnTo>
                  <a:lnTo>
                    <a:pt x="205054" y="35471"/>
                  </a:lnTo>
                  <a:lnTo>
                    <a:pt x="205879" y="38455"/>
                  </a:lnTo>
                  <a:lnTo>
                    <a:pt x="207556" y="38354"/>
                  </a:lnTo>
                  <a:lnTo>
                    <a:pt x="208102" y="35280"/>
                  </a:lnTo>
                  <a:lnTo>
                    <a:pt x="207759" y="27813"/>
                  </a:lnTo>
                  <a:lnTo>
                    <a:pt x="207289" y="26136"/>
                  </a:lnTo>
                  <a:lnTo>
                    <a:pt x="208775" y="26479"/>
                  </a:lnTo>
                  <a:lnTo>
                    <a:pt x="211975" y="26276"/>
                  </a:lnTo>
                  <a:lnTo>
                    <a:pt x="215188" y="26085"/>
                  </a:lnTo>
                  <a:lnTo>
                    <a:pt x="217754" y="25120"/>
                  </a:lnTo>
                  <a:lnTo>
                    <a:pt x="217728" y="24790"/>
                  </a:lnTo>
                  <a:lnTo>
                    <a:pt x="239064" y="49657"/>
                  </a:lnTo>
                  <a:lnTo>
                    <a:pt x="237451" y="49758"/>
                  </a:lnTo>
                  <a:lnTo>
                    <a:pt x="236905" y="52819"/>
                  </a:lnTo>
                  <a:lnTo>
                    <a:pt x="237248" y="60299"/>
                  </a:lnTo>
                  <a:lnTo>
                    <a:pt x="237693" y="61963"/>
                  </a:lnTo>
                  <a:lnTo>
                    <a:pt x="236296" y="61620"/>
                  </a:lnTo>
                  <a:lnTo>
                    <a:pt x="233095" y="61823"/>
                  </a:lnTo>
                  <a:lnTo>
                    <a:pt x="229895" y="62014"/>
                  </a:lnTo>
                  <a:lnTo>
                    <a:pt x="227330" y="62979"/>
                  </a:lnTo>
                  <a:lnTo>
                    <a:pt x="227418" y="64947"/>
                  </a:lnTo>
                  <a:lnTo>
                    <a:pt x="230060" y="65570"/>
                  </a:lnTo>
                  <a:lnTo>
                    <a:pt x="236461" y="65176"/>
                  </a:lnTo>
                  <a:lnTo>
                    <a:pt x="237896" y="64643"/>
                  </a:lnTo>
                  <a:lnTo>
                    <a:pt x="237604" y="66357"/>
                  </a:lnTo>
                  <a:lnTo>
                    <a:pt x="237769" y="70091"/>
                  </a:lnTo>
                  <a:lnTo>
                    <a:pt x="237934" y="73837"/>
                  </a:lnTo>
                  <a:lnTo>
                    <a:pt x="238760" y="76822"/>
                  </a:lnTo>
                  <a:lnTo>
                    <a:pt x="239293" y="76796"/>
                  </a:lnTo>
                  <a:lnTo>
                    <a:pt x="239293" y="50253"/>
                  </a:lnTo>
                  <a:lnTo>
                    <a:pt x="239153" y="49745"/>
                  </a:lnTo>
                  <a:lnTo>
                    <a:pt x="248920" y="61150"/>
                  </a:lnTo>
                  <a:lnTo>
                    <a:pt x="248920" y="50482"/>
                  </a:lnTo>
                  <a:lnTo>
                    <a:pt x="216014" y="12103"/>
                  </a:lnTo>
                  <a:lnTo>
                    <a:pt x="216014" y="22771"/>
                  </a:lnTo>
                  <a:lnTo>
                    <a:pt x="215011" y="22529"/>
                  </a:lnTo>
                  <a:lnTo>
                    <a:pt x="208610" y="22936"/>
                  </a:lnTo>
                  <a:lnTo>
                    <a:pt x="207098" y="23507"/>
                  </a:lnTo>
                  <a:lnTo>
                    <a:pt x="207403" y="21755"/>
                  </a:lnTo>
                  <a:lnTo>
                    <a:pt x="207238" y="18008"/>
                  </a:lnTo>
                  <a:lnTo>
                    <a:pt x="207060" y="14274"/>
                  </a:lnTo>
                  <a:lnTo>
                    <a:pt x="206248" y="11379"/>
                  </a:lnTo>
                  <a:lnTo>
                    <a:pt x="216014" y="22771"/>
                  </a:lnTo>
                  <a:lnTo>
                    <a:pt x="216014" y="12103"/>
                  </a:lnTo>
                  <a:lnTo>
                    <a:pt x="214795" y="10668"/>
                  </a:lnTo>
                  <a:lnTo>
                    <a:pt x="206184" y="622"/>
                  </a:lnTo>
                  <a:lnTo>
                    <a:pt x="206184" y="11303"/>
                  </a:lnTo>
                  <a:lnTo>
                    <a:pt x="205054" y="11366"/>
                  </a:lnTo>
                  <a:lnTo>
                    <a:pt x="205651" y="10668"/>
                  </a:lnTo>
                  <a:lnTo>
                    <a:pt x="206184" y="11303"/>
                  </a:lnTo>
                  <a:lnTo>
                    <a:pt x="206184" y="622"/>
                  </a:lnTo>
                  <a:lnTo>
                    <a:pt x="205651" y="0"/>
                  </a:lnTo>
                  <a:lnTo>
                    <a:pt x="171615" y="39712"/>
                  </a:lnTo>
                  <a:lnTo>
                    <a:pt x="171615" y="61429"/>
                  </a:lnTo>
                  <a:lnTo>
                    <a:pt x="170205" y="61087"/>
                  </a:lnTo>
                  <a:lnTo>
                    <a:pt x="167005" y="61277"/>
                  </a:lnTo>
                  <a:lnTo>
                    <a:pt x="163804" y="61480"/>
                  </a:lnTo>
                  <a:lnTo>
                    <a:pt x="161315" y="62433"/>
                  </a:lnTo>
                  <a:lnTo>
                    <a:pt x="161315" y="64338"/>
                  </a:lnTo>
                  <a:lnTo>
                    <a:pt x="160477" y="63347"/>
                  </a:lnTo>
                  <a:lnTo>
                    <a:pt x="161239" y="62458"/>
                  </a:lnTo>
                  <a:lnTo>
                    <a:pt x="161315" y="64338"/>
                  </a:lnTo>
                  <a:lnTo>
                    <a:pt x="161315" y="62433"/>
                  </a:lnTo>
                  <a:lnTo>
                    <a:pt x="171030" y="51041"/>
                  </a:lnTo>
                  <a:lnTo>
                    <a:pt x="170815" y="52285"/>
                  </a:lnTo>
                  <a:lnTo>
                    <a:pt x="171157" y="59753"/>
                  </a:lnTo>
                  <a:lnTo>
                    <a:pt x="171615" y="61429"/>
                  </a:lnTo>
                  <a:lnTo>
                    <a:pt x="171615" y="39712"/>
                  </a:lnTo>
                  <a:lnTo>
                    <a:pt x="151345" y="63347"/>
                  </a:lnTo>
                  <a:lnTo>
                    <a:pt x="205651" y="126707"/>
                  </a:lnTo>
                  <a:lnTo>
                    <a:pt x="214795" y="116039"/>
                  </a:lnTo>
                  <a:lnTo>
                    <a:pt x="256159" y="67779"/>
                  </a:lnTo>
                  <a:lnTo>
                    <a:pt x="306692" y="126707"/>
                  </a:lnTo>
                  <a:lnTo>
                    <a:pt x="315823" y="116039"/>
                  </a:lnTo>
                  <a:lnTo>
                    <a:pt x="360997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1" name="object 2111" descr=""/>
            <p:cNvSpPr/>
            <p:nvPr/>
          </p:nvSpPr>
          <p:spPr>
            <a:xfrm>
              <a:off x="8391156" y="7383583"/>
              <a:ext cx="321945" cy="425450"/>
            </a:xfrm>
            <a:custGeom>
              <a:avLst/>
              <a:gdLst/>
              <a:ahLst/>
              <a:cxnLst/>
              <a:rect l="l" t="t" r="r" b="b"/>
              <a:pathLst>
                <a:path w="321945" h="425450">
                  <a:moveTo>
                    <a:pt x="22682" y="411594"/>
                  </a:moveTo>
                  <a:lnTo>
                    <a:pt x="22593" y="409638"/>
                  </a:lnTo>
                  <a:lnTo>
                    <a:pt x="19951" y="409016"/>
                  </a:lnTo>
                  <a:lnTo>
                    <a:pt x="13538" y="409409"/>
                  </a:lnTo>
                  <a:lnTo>
                    <a:pt x="10985" y="410375"/>
                  </a:lnTo>
                  <a:lnTo>
                    <a:pt x="11023" y="411353"/>
                  </a:lnTo>
                  <a:lnTo>
                    <a:pt x="10185" y="411403"/>
                  </a:lnTo>
                  <a:lnTo>
                    <a:pt x="9652" y="414477"/>
                  </a:lnTo>
                  <a:lnTo>
                    <a:pt x="9817" y="418211"/>
                  </a:lnTo>
                  <a:lnTo>
                    <a:pt x="9994" y="421957"/>
                  </a:lnTo>
                  <a:lnTo>
                    <a:pt x="10820" y="424942"/>
                  </a:lnTo>
                  <a:lnTo>
                    <a:pt x="12496" y="424827"/>
                  </a:lnTo>
                  <a:lnTo>
                    <a:pt x="13042" y="421767"/>
                  </a:lnTo>
                  <a:lnTo>
                    <a:pt x="12687" y="414286"/>
                  </a:lnTo>
                  <a:lnTo>
                    <a:pt x="12230" y="412610"/>
                  </a:lnTo>
                  <a:lnTo>
                    <a:pt x="13716" y="412965"/>
                  </a:lnTo>
                  <a:lnTo>
                    <a:pt x="16916" y="412762"/>
                  </a:lnTo>
                  <a:lnTo>
                    <a:pt x="20116" y="412559"/>
                  </a:lnTo>
                  <a:lnTo>
                    <a:pt x="22682" y="411594"/>
                  </a:lnTo>
                  <a:close/>
                </a:path>
                <a:path w="321945" h="425450">
                  <a:moveTo>
                    <a:pt x="23304" y="335775"/>
                  </a:moveTo>
                  <a:lnTo>
                    <a:pt x="23215" y="333819"/>
                  </a:lnTo>
                  <a:lnTo>
                    <a:pt x="20574" y="333184"/>
                  </a:lnTo>
                  <a:lnTo>
                    <a:pt x="14160" y="333590"/>
                  </a:lnTo>
                  <a:lnTo>
                    <a:pt x="12649" y="334162"/>
                  </a:lnTo>
                  <a:lnTo>
                    <a:pt x="12954" y="332409"/>
                  </a:lnTo>
                  <a:lnTo>
                    <a:pt x="12788" y="328663"/>
                  </a:lnTo>
                  <a:lnTo>
                    <a:pt x="12623" y="324929"/>
                  </a:lnTo>
                  <a:lnTo>
                    <a:pt x="11798" y="321945"/>
                  </a:lnTo>
                  <a:lnTo>
                    <a:pt x="10121" y="322046"/>
                  </a:lnTo>
                  <a:lnTo>
                    <a:pt x="9575" y="325120"/>
                  </a:lnTo>
                  <a:lnTo>
                    <a:pt x="9918" y="332587"/>
                  </a:lnTo>
                  <a:lnTo>
                    <a:pt x="10375" y="334264"/>
                  </a:lnTo>
                  <a:lnTo>
                    <a:pt x="8966" y="333921"/>
                  </a:lnTo>
                  <a:lnTo>
                    <a:pt x="5765" y="334111"/>
                  </a:lnTo>
                  <a:lnTo>
                    <a:pt x="2565" y="334314"/>
                  </a:lnTo>
                  <a:lnTo>
                    <a:pt x="0" y="335280"/>
                  </a:lnTo>
                  <a:lnTo>
                    <a:pt x="88" y="337235"/>
                  </a:lnTo>
                  <a:lnTo>
                    <a:pt x="2730" y="337870"/>
                  </a:lnTo>
                  <a:lnTo>
                    <a:pt x="9144" y="337464"/>
                  </a:lnTo>
                  <a:lnTo>
                    <a:pt x="10566" y="336931"/>
                  </a:lnTo>
                  <a:lnTo>
                    <a:pt x="10274" y="338658"/>
                  </a:lnTo>
                  <a:lnTo>
                    <a:pt x="10439" y="342392"/>
                  </a:lnTo>
                  <a:lnTo>
                    <a:pt x="10617" y="346125"/>
                  </a:lnTo>
                  <a:lnTo>
                    <a:pt x="11442" y="349110"/>
                  </a:lnTo>
                  <a:lnTo>
                    <a:pt x="13119" y="349008"/>
                  </a:lnTo>
                  <a:lnTo>
                    <a:pt x="13652" y="345935"/>
                  </a:lnTo>
                  <a:lnTo>
                    <a:pt x="13309" y="338467"/>
                  </a:lnTo>
                  <a:lnTo>
                    <a:pt x="12852" y="336791"/>
                  </a:lnTo>
                  <a:lnTo>
                    <a:pt x="14338" y="337134"/>
                  </a:lnTo>
                  <a:lnTo>
                    <a:pt x="17538" y="336931"/>
                  </a:lnTo>
                  <a:lnTo>
                    <a:pt x="20739" y="336740"/>
                  </a:lnTo>
                  <a:lnTo>
                    <a:pt x="23304" y="335775"/>
                  </a:lnTo>
                  <a:close/>
                </a:path>
                <a:path w="321945" h="425450">
                  <a:moveTo>
                    <a:pt x="56197" y="374129"/>
                  </a:moveTo>
                  <a:lnTo>
                    <a:pt x="56095" y="372173"/>
                  </a:lnTo>
                  <a:lnTo>
                    <a:pt x="53454" y="371551"/>
                  </a:lnTo>
                  <a:lnTo>
                    <a:pt x="47053" y="371944"/>
                  </a:lnTo>
                  <a:lnTo>
                    <a:pt x="45542" y="372516"/>
                  </a:lnTo>
                  <a:lnTo>
                    <a:pt x="45847" y="370763"/>
                  </a:lnTo>
                  <a:lnTo>
                    <a:pt x="45681" y="367030"/>
                  </a:lnTo>
                  <a:lnTo>
                    <a:pt x="45504" y="363283"/>
                  </a:lnTo>
                  <a:lnTo>
                    <a:pt x="44678" y="360299"/>
                  </a:lnTo>
                  <a:lnTo>
                    <a:pt x="43002" y="360413"/>
                  </a:lnTo>
                  <a:lnTo>
                    <a:pt x="42468" y="363474"/>
                  </a:lnTo>
                  <a:lnTo>
                    <a:pt x="42811" y="370954"/>
                  </a:lnTo>
                  <a:lnTo>
                    <a:pt x="43256" y="372618"/>
                  </a:lnTo>
                  <a:lnTo>
                    <a:pt x="41859" y="372275"/>
                  </a:lnTo>
                  <a:lnTo>
                    <a:pt x="38658" y="372478"/>
                  </a:lnTo>
                  <a:lnTo>
                    <a:pt x="35445" y="372668"/>
                  </a:lnTo>
                  <a:lnTo>
                    <a:pt x="32880" y="373634"/>
                  </a:lnTo>
                  <a:lnTo>
                    <a:pt x="32981" y="375602"/>
                  </a:lnTo>
                  <a:lnTo>
                    <a:pt x="35610" y="376224"/>
                  </a:lnTo>
                  <a:lnTo>
                    <a:pt x="42024" y="375831"/>
                  </a:lnTo>
                  <a:lnTo>
                    <a:pt x="43459" y="375297"/>
                  </a:lnTo>
                  <a:lnTo>
                    <a:pt x="43167" y="377012"/>
                  </a:lnTo>
                  <a:lnTo>
                    <a:pt x="43332" y="380746"/>
                  </a:lnTo>
                  <a:lnTo>
                    <a:pt x="43497" y="384492"/>
                  </a:lnTo>
                  <a:lnTo>
                    <a:pt x="44323" y="387477"/>
                  </a:lnTo>
                  <a:lnTo>
                    <a:pt x="45999" y="387362"/>
                  </a:lnTo>
                  <a:lnTo>
                    <a:pt x="46545" y="384302"/>
                  </a:lnTo>
                  <a:lnTo>
                    <a:pt x="46202" y="376821"/>
                  </a:lnTo>
                  <a:lnTo>
                    <a:pt x="45732" y="375158"/>
                  </a:lnTo>
                  <a:lnTo>
                    <a:pt x="47218" y="375500"/>
                  </a:lnTo>
                  <a:lnTo>
                    <a:pt x="50419" y="375297"/>
                  </a:lnTo>
                  <a:lnTo>
                    <a:pt x="53632" y="375094"/>
                  </a:lnTo>
                  <a:lnTo>
                    <a:pt x="56197" y="374129"/>
                  </a:lnTo>
                  <a:close/>
                </a:path>
                <a:path w="321945" h="425450">
                  <a:moveTo>
                    <a:pt x="170014" y="63347"/>
                  </a:moveTo>
                  <a:lnTo>
                    <a:pt x="160870" y="52692"/>
                  </a:lnTo>
                  <a:lnTo>
                    <a:pt x="160870" y="63347"/>
                  </a:lnTo>
                  <a:lnTo>
                    <a:pt x="150749" y="75145"/>
                  </a:lnTo>
                  <a:lnTo>
                    <a:pt x="151028" y="73634"/>
                  </a:lnTo>
                  <a:lnTo>
                    <a:pt x="150685" y="66167"/>
                  </a:lnTo>
                  <a:lnTo>
                    <a:pt x="150228" y="64490"/>
                  </a:lnTo>
                  <a:lnTo>
                    <a:pt x="151701" y="64833"/>
                  </a:lnTo>
                  <a:lnTo>
                    <a:pt x="154914" y="64630"/>
                  </a:lnTo>
                  <a:lnTo>
                    <a:pt x="158115" y="64439"/>
                  </a:lnTo>
                  <a:lnTo>
                    <a:pt x="160680" y="63474"/>
                  </a:lnTo>
                  <a:lnTo>
                    <a:pt x="160655" y="63106"/>
                  </a:lnTo>
                  <a:lnTo>
                    <a:pt x="160870" y="63347"/>
                  </a:lnTo>
                  <a:lnTo>
                    <a:pt x="160870" y="52692"/>
                  </a:lnTo>
                  <a:lnTo>
                    <a:pt x="158965" y="50469"/>
                  </a:lnTo>
                  <a:lnTo>
                    <a:pt x="158965" y="61137"/>
                  </a:lnTo>
                  <a:lnTo>
                    <a:pt x="157949" y="60883"/>
                  </a:lnTo>
                  <a:lnTo>
                    <a:pt x="151536" y="61290"/>
                  </a:lnTo>
                  <a:lnTo>
                    <a:pt x="150025" y="61861"/>
                  </a:lnTo>
                  <a:lnTo>
                    <a:pt x="150329" y="60096"/>
                  </a:lnTo>
                  <a:lnTo>
                    <a:pt x="150164" y="56362"/>
                  </a:lnTo>
                  <a:lnTo>
                    <a:pt x="149999" y="52628"/>
                  </a:lnTo>
                  <a:lnTo>
                    <a:pt x="149352" y="50330"/>
                  </a:lnTo>
                  <a:lnTo>
                    <a:pt x="149352" y="76784"/>
                  </a:lnTo>
                  <a:lnTo>
                    <a:pt x="115697" y="116039"/>
                  </a:lnTo>
                  <a:lnTo>
                    <a:pt x="104000" y="102412"/>
                  </a:lnTo>
                  <a:lnTo>
                    <a:pt x="106591" y="103035"/>
                  </a:lnTo>
                  <a:lnTo>
                    <a:pt x="113004" y="102628"/>
                  </a:lnTo>
                  <a:lnTo>
                    <a:pt x="114439" y="102095"/>
                  </a:lnTo>
                  <a:lnTo>
                    <a:pt x="114147" y="103822"/>
                  </a:lnTo>
                  <a:lnTo>
                    <a:pt x="114312" y="107556"/>
                  </a:lnTo>
                  <a:lnTo>
                    <a:pt x="114477" y="111290"/>
                  </a:lnTo>
                  <a:lnTo>
                    <a:pt x="115303" y="114274"/>
                  </a:lnTo>
                  <a:lnTo>
                    <a:pt x="116979" y="114173"/>
                  </a:lnTo>
                  <a:lnTo>
                    <a:pt x="117525" y="111099"/>
                  </a:lnTo>
                  <a:lnTo>
                    <a:pt x="117182" y="103632"/>
                  </a:lnTo>
                  <a:lnTo>
                    <a:pt x="116713" y="101955"/>
                  </a:lnTo>
                  <a:lnTo>
                    <a:pt x="118198" y="102298"/>
                  </a:lnTo>
                  <a:lnTo>
                    <a:pt x="121399" y="102095"/>
                  </a:lnTo>
                  <a:lnTo>
                    <a:pt x="124612" y="101904"/>
                  </a:lnTo>
                  <a:lnTo>
                    <a:pt x="127177" y="100939"/>
                  </a:lnTo>
                  <a:lnTo>
                    <a:pt x="127076" y="98983"/>
                  </a:lnTo>
                  <a:lnTo>
                    <a:pt x="124434" y="98348"/>
                  </a:lnTo>
                  <a:lnTo>
                    <a:pt x="118033" y="98755"/>
                  </a:lnTo>
                  <a:lnTo>
                    <a:pt x="116522" y="99326"/>
                  </a:lnTo>
                  <a:lnTo>
                    <a:pt x="116827" y="97574"/>
                  </a:lnTo>
                  <a:lnTo>
                    <a:pt x="116662" y="93827"/>
                  </a:lnTo>
                  <a:lnTo>
                    <a:pt x="116484" y="90093"/>
                  </a:lnTo>
                  <a:lnTo>
                    <a:pt x="115658" y="87109"/>
                  </a:lnTo>
                  <a:lnTo>
                    <a:pt x="113982" y="87210"/>
                  </a:lnTo>
                  <a:lnTo>
                    <a:pt x="113449" y="90284"/>
                  </a:lnTo>
                  <a:lnTo>
                    <a:pt x="113792" y="97751"/>
                  </a:lnTo>
                  <a:lnTo>
                    <a:pt x="114236" y="99428"/>
                  </a:lnTo>
                  <a:lnTo>
                    <a:pt x="112839" y="99085"/>
                  </a:lnTo>
                  <a:lnTo>
                    <a:pt x="109639" y="99275"/>
                  </a:lnTo>
                  <a:lnTo>
                    <a:pt x="106426" y="99479"/>
                  </a:lnTo>
                  <a:lnTo>
                    <a:pt x="103860" y="100444"/>
                  </a:lnTo>
                  <a:lnTo>
                    <a:pt x="103949" y="102362"/>
                  </a:lnTo>
                  <a:lnTo>
                    <a:pt x="71437" y="64427"/>
                  </a:lnTo>
                  <a:lnTo>
                    <a:pt x="74002" y="65024"/>
                  </a:lnTo>
                  <a:lnTo>
                    <a:pt x="80429" y="64630"/>
                  </a:lnTo>
                  <a:lnTo>
                    <a:pt x="81851" y="64096"/>
                  </a:lnTo>
                  <a:lnTo>
                    <a:pt x="81559" y="65811"/>
                  </a:lnTo>
                  <a:lnTo>
                    <a:pt x="81724" y="69545"/>
                  </a:lnTo>
                  <a:lnTo>
                    <a:pt x="81902" y="73291"/>
                  </a:lnTo>
                  <a:lnTo>
                    <a:pt x="82727" y="76276"/>
                  </a:lnTo>
                  <a:lnTo>
                    <a:pt x="84404" y="76161"/>
                  </a:lnTo>
                  <a:lnTo>
                    <a:pt x="84937" y="73101"/>
                  </a:lnTo>
                  <a:lnTo>
                    <a:pt x="84594" y="65620"/>
                  </a:lnTo>
                  <a:lnTo>
                    <a:pt x="84137" y="63944"/>
                  </a:lnTo>
                  <a:lnTo>
                    <a:pt x="85623" y="64300"/>
                  </a:lnTo>
                  <a:lnTo>
                    <a:pt x="88823" y="64096"/>
                  </a:lnTo>
                  <a:lnTo>
                    <a:pt x="92024" y="63893"/>
                  </a:lnTo>
                  <a:lnTo>
                    <a:pt x="94589" y="62928"/>
                  </a:lnTo>
                  <a:lnTo>
                    <a:pt x="94500" y="60972"/>
                  </a:lnTo>
                  <a:lnTo>
                    <a:pt x="91859" y="60350"/>
                  </a:lnTo>
                  <a:lnTo>
                    <a:pt x="85445" y="60744"/>
                  </a:lnTo>
                  <a:lnTo>
                    <a:pt x="83934" y="61315"/>
                  </a:lnTo>
                  <a:lnTo>
                    <a:pt x="84239" y="59563"/>
                  </a:lnTo>
                  <a:lnTo>
                    <a:pt x="84074" y="55829"/>
                  </a:lnTo>
                  <a:lnTo>
                    <a:pt x="83908" y="52082"/>
                  </a:lnTo>
                  <a:lnTo>
                    <a:pt x="83083" y="49098"/>
                  </a:lnTo>
                  <a:lnTo>
                    <a:pt x="82715" y="49123"/>
                  </a:lnTo>
                  <a:lnTo>
                    <a:pt x="114477" y="12077"/>
                  </a:lnTo>
                  <a:lnTo>
                    <a:pt x="114058" y="14452"/>
                  </a:lnTo>
                  <a:lnTo>
                    <a:pt x="114414" y="21932"/>
                  </a:lnTo>
                  <a:lnTo>
                    <a:pt x="114858" y="23596"/>
                  </a:lnTo>
                  <a:lnTo>
                    <a:pt x="113461" y="23253"/>
                  </a:lnTo>
                  <a:lnTo>
                    <a:pt x="110261" y="23456"/>
                  </a:lnTo>
                  <a:lnTo>
                    <a:pt x="107048" y="23647"/>
                  </a:lnTo>
                  <a:lnTo>
                    <a:pt x="104482" y="24612"/>
                  </a:lnTo>
                  <a:lnTo>
                    <a:pt x="104584" y="26568"/>
                  </a:lnTo>
                  <a:lnTo>
                    <a:pt x="107213" y="27203"/>
                  </a:lnTo>
                  <a:lnTo>
                    <a:pt x="113626" y="26809"/>
                  </a:lnTo>
                  <a:lnTo>
                    <a:pt x="115062" y="26276"/>
                  </a:lnTo>
                  <a:lnTo>
                    <a:pt x="114769" y="27990"/>
                  </a:lnTo>
                  <a:lnTo>
                    <a:pt x="114935" y="31724"/>
                  </a:lnTo>
                  <a:lnTo>
                    <a:pt x="115100" y="35471"/>
                  </a:lnTo>
                  <a:lnTo>
                    <a:pt x="115925" y="38455"/>
                  </a:lnTo>
                  <a:lnTo>
                    <a:pt x="117602" y="38341"/>
                  </a:lnTo>
                  <a:lnTo>
                    <a:pt x="118148" y="35280"/>
                  </a:lnTo>
                  <a:lnTo>
                    <a:pt x="117805" y="27800"/>
                  </a:lnTo>
                  <a:lnTo>
                    <a:pt x="117335" y="26136"/>
                  </a:lnTo>
                  <a:lnTo>
                    <a:pt x="118821" y="26479"/>
                  </a:lnTo>
                  <a:lnTo>
                    <a:pt x="122021" y="26276"/>
                  </a:lnTo>
                  <a:lnTo>
                    <a:pt x="125234" y="26073"/>
                  </a:lnTo>
                  <a:lnTo>
                    <a:pt x="127800" y="25107"/>
                  </a:lnTo>
                  <a:lnTo>
                    <a:pt x="127774" y="24777"/>
                  </a:lnTo>
                  <a:lnTo>
                    <a:pt x="149123" y="49657"/>
                  </a:lnTo>
                  <a:lnTo>
                    <a:pt x="147497" y="49745"/>
                  </a:lnTo>
                  <a:lnTo>
                    <a:pt x="146951" y="52819"/>
                  </a:lnTo>
                  <a:lnTo>
                    <a:pt x="147294" y="60286"/>
                  </a:lnTo>
                  <a:lnTo>
                    <a:pt x="147739" y="61963"/>
                  </a:lnTo>
                  <a:lnTo>
                    <a:pt x="146342" y="61620"/>
                  </a:lnTo>
                  <a:lnTo>
                    <a:pt x="143141" y="61810"/>
                  </a:lnTo>
                  <a:lnTo>
                    <a:pt x="139941" y="62014"/>
                  </a:lnTo>
                  <a:lnTo>
                    <a:pt x="137375" y="62979"/>
                  </a:lnTo>
                  <a:lnTo>
                    <a:pt x="137464" y="64935"/>
                  </a:lnTo>
                  <a:lnTo>
                    <a:pt x="140106" y="65557"/>
                  </a:lnTo>
                  <a:lnTo>
                    <a:pt x="146507" y="65163"/>
                  </a:lnTo>
                  <a:lnTo>
                    <a:pt x="147942" y="64630"/>
                  </a:lnTo>
                  <a:lnTo>
                    <a:pt x="147650" y="66357"/>
                  </a:lnTo>
                  <a:lnTo>
                    <a:pt x="147815" y="70091"/>
                  </a:lnTo>
                  <a:lnTo>
                    <a:pt x="147980" y="73825"/>
                  </a:lnTo>
                  <a:lnTo>
                    <a:pt x="148805" y="76809"/>
                  </a:lnTo>
                  <a:lnTo>
                    <a:pt x="149352" y="76784"/>
                  </a:lnTo>
                  <a:lnTo>
                    <a:pt x="149352" y="50330"/>
                  </a:lnTo>
                  <a:lnTo>
                    <a:pt x="149186" y="49733"/>
                  </a:lnTo>
                  <a:lnTo>
                    <a:pt x="158965" y="61137"/>
                  </a:lnTo>
                  <a:lnTo>
                    <a:pt x="158965" y="50469"/>
                  </a:lnTo>
                  <a:lnTo>
                    <a:pt x="126060" y="12077"/>
                  </a:lnTo>
                  <a:lnTo>
                    <a:pt x="126060" y="22771"/>
                  </a:lnTo>
                  <a:lnTo>
                    <a:pt x="125056" y="22529"/>
                  </a:lnTo>
                  <a:lnTo>
                    <a:pt x="118656" y="22923"/>
                  </a:lnTo>
                  <a:lnTo>
                    <a:pt x="117144" y="23495"/>
                  </a:lnTo>
                  <a:lnTo>
                    <a:pt x="117449" y="21742"/>
                  </a:lnTo>
                  <a:lnTo>
                    <a:pt x="117284" y="18008"/>
                  </a:lnTo>
                  <a:lnTo>
                    <a:pt x="117106" y="14262"/>
                  </a:lnTo>
                  <a:lnTo>
                    <a:pt x="116293" y="11366"/>
                  </a:lnTo>
                  <a:lnTo>
                    <a:pt x="126060" y="22771"/>
                  </a:lnTo>
                  <a:lnTo>
                    <a:pt x="126060" y="12077"/>
                  </a:lnTo>
                  <a:lnTo>
                    <a:pt x="124841" y="10655"/>
                  </a:lnTo>
                  <a:lnTo>
                    <a:pt x="116230" y="622"/>
                  </a:lnTo>
                  <a:lnTo>
                    <a:pt x="116230" y="11290"/>
                  </a:lnTo>
                  <a:lnTo>
                    <a:pt x="115087" y="11366"/>
                  </a:lnTo>
                  <a:lnTo>
                    <a:pt x="115697" y="10655"/>
                  </a:lnTo>
                  <a:lnTo>
                    <a:pt x="116230" y="11290"/>
                  </a:lnTo>
                  <a:lnTo>
                    <a:pt x="116230" y="622"/>
                  </a:lnTo>
                  <a:lnTo>
                    <a:pt x="115697" y="0"/>
                  </a:lnTo>
                  <a:lnTo>
                    <a:pt x="81648" y="39712"/>
                  </a:lnTo>
                  <a:lnTo>
                    <a:pt x="81648" y="61417"/>
                  </a:lnTo>
                  <a:lnTo>
                    <a:pt x="80251" y="61074"/>
                  </a:lnTo>
                  <a:lnTo>
                    <a:pt x="77050" y="61277"/>
                  </a:lnTo>
                  <a:lnTo>
                    <a:pt x="73850" y="61468"/>
                  </a:lnTo>
                  <a:lnTo>
                    <a:pt x="71361" y="62420"/>
                  </a:lnTo>
                  <a:lnTo>
                    <a:pt x="71361" y="64338"/>
                  </a:lnTo>
                  <a:lnTo>
                    <a:pt x="70523" y="63347"/>
                  </a:lnTo>
                  <a:lnTo>
                    <a:pt x="71285" y="62458"/>
                  </a:lnTo>
                  <a:lnTo>
                    <a:pt x="71361" y="64338"/>
                  </a:lnTo>
                  <a:lnTo>
                    <a:pt x="71361" y="62420"/>
                  </a:lnTo>
                  <a:lnTo>
                    <a:pt x="81076" y="51041"/>
                  </a:lnTo>
                  <a:lnTo>
                    <a:pt x="80860" y="52273"/>
                  </a:lnTo>
                  <a:lnTo>
                    <a:pt x="81203" y="59753"/>
                  </a:lnTo>
                  <a:lnTo>
                    <a:pt x="81648" y="61417"/>
                  </a:lnTo>
                  <a:lnTo>
                    <a:pt x="81648" y="39712"/>
                  </a:lnTo>
                  <a:lnTo>
                    <a:pt x="61379" y="63347"/>
                  </a:lnTo>
                  <a:lnTo>
                    <a:pt x="115697" y="126695"/>
                  </a:lnTo>
                  <a:lnTo>
                    <a:pt x="124841" y="116039"/>
                  </a:lnTo>
                  <a:lnTo>
                    <a:pt x="170014" y="63347"/>
                  </a:lnTo>
                  <a:close/>
                </a:path>
                <a:path w="321945" h="425450">
                  <a:moveTo>
                    <a:pt x="321538" y="140512"/>
                  </a:moveTo>
                  <a:lnTo>
                    <a:pt x="312407" y="129870"/>
                  </a:lnTo>
                  <a:lnTo>
                    <a:pt x="312407" y="140512"/>
                  </a:lnTo>
                  <a:lnTo>
                    <a:pt x="302285" y="152311"/>
                  </a:lnTo>
                  <a:lnTo>
                    <a:pt x="302564" y="150799"/>
                  </a:lnTo>
                  <a:lnTo>
                    <a:pt x="302221" y="143319"/>
                  </a:lnTo>
                  <a:lnTo>
                    <a:pt x="301752" y="141643"/>
                  </a:lnTo>
                  <a:lnTo>
                    <a:pt x="303237" y="141998"/>
                  </a:lnTo>
                  <a:lnTo>
                    <a:pt x="306438" y="141795"/>
                  </a:lnTo>
                  <a:lnTo>
                    <a:pt x="309651" y="141592"/>
                  </a:lnTo>
                  <a:lnTo>
                    <a:pt x="312216" y="140639"/>
                  </a:lnTo>
                  <a:lnTo>
                    <a:pt x="312191" y="140271"/>
                  </a:lnTo>
                  <a:lnTo>
                    <a:pt x="312407" y="140512"/>
                  </a:lnTo>
                  <a:lnTo>
                    <a:pt x="312407" y="129870"/>
                  </a:lnTo>
                  <a:lnTo>
                    <a:pt x="310489" y="127635"/>
                  </a:lnTo>
                  <a:lnTo>
                    <a:pt x="310489" y="138303"/>
                  </a:lnTo>
                  <a:lnTo>
                    <a:pt x="309473" y="138049"/>
                  </a:lnTo>
                  <a:lnTo>
                    <a:pt x="303072" y="138442"/>
                  </a:lnTo>
                  <a:lnTo>
                    <a:pt x="301561" y="139014"/>
                  </a:lnTo>
                  <a:lnTo>
                    <a:pt x="301866" y="137261"/>
                  </a:lnTo>
                  <a:lnTo>
                    <a:pt x="301701" y="133527"/>
                  </a:lnTo>
                  <a:lnTo>
                    <a:pt x="301523" y="129781"/>
                  </a:lnTo>
                  <a:lnTo>
                    <a:pt x="300888" y="127520"/>
                  </a:lnTo>
                  <a:lnTo>
                    <a:pt x="300888" y="153949"/>
                  </a:lnTo>
                  <a:lnTo>
                    <a:pt x="267233" y="193192"/>
                  </a:lnTo>
                  <a:lnTo>
                    <a:pt x="255549" y="179590"/>
                  </a:lnTo>
                  <a:lnTo>
                    <a:pt x="258127" y="180187"/>
                  </a:lnTo>
                  <a:lnTo>
                    <a:pt x="264541" y="179793"/>
                  </a:lnTo>
                  <a:lnTo>
                    <a:pt x="265963" y="179260"/>
                  </a:lnTo>
                  <a:lnTo>
                    <a:pt x="265671" y="180975"/>
                  </a:lnTo>
                  <a:lnTo>
                    <a:pt x="265836" y="184721"/>
                  </a:lnTo>
                  <a:lnTo>
                    <a:pt x="266014" y="188455"/>
                  </a:lnTo>
                  <a:lnTo>
                    <a:pt x="266839" y="191439"/>
                  </a:lnTo>
                  <a:lnTo>
                    <a:pt x="268516" y="191338"/>
                  </a:lnTo>
                  <a:lnTo>
                    <a:pt x="269049" y="188264"/>
                  </a:lnTo>
                  <a:lnTo>
                    <a:pt x="268706" y="180784"/>
                  </a:lnTo>
                  <a:lnTo>
                    <a:pt x="268249" y="179108"/>
                  </a:lnTo>
                  <a:lnTo>
                    <a:pt x="269735" y="179463"/>
                  </a:lnTo>
                  <a:lnTo>
                    <a:pt x="272935" y="179260"/>
                  </a:lnTo>
                  <a:lnTo>
                    <a:pt x="276136" y="179057"/>
                  </a:lnTo>
                  <a:lnTo>
                    <a:pt x="278701" y="178104"/>
                  </a:lnTo>
                  <a:lnTo>
                    <a:pt x="278612" y="176136"/>
                  </a:lnTo>
                  <a:lnTo>
                    <a:pt x="275971" y="175514"/>
                  </a:lnTo>
                  <a:lnTo>
                    <a:pt x="269557" y="175907"/>
                  </a:lnTo>
                  <a:lnTo>
                    <a:pt x="268046" y="176479"/>
                  </a:lnTo>
                  <a:lnTo>
                    <a:pt x="268351" y="174726"/>
                  </a:lnTo>
                  <a:lnTo>
                    <a:pt x="268185" y="170992"/>
                  </a:lnTo>
                  <a:lnTo>
                    <a:pt x="268020" y="167259"/>
                  </a:lnTo>
                  <a:lnTo>
                    <a:pt x="267195" y="164274"/>
                  </a:lnTo>
                  <a:lnTo>
                    <a:pt x="265518" y="164376"/>
                  </a:lnTo>
                  <a:lnTo>
                    <a:pt x="264972" y="167436"/>
                  </a:lnTo>
                  <a:lnTo>
                    <a:pt x="265315" y="174917"/>
                  </a:lnTo>
                  <a:lnTo>
                    <a:pt x="265760" y="176580"/>
                  </a:lnTo>
                  <a:lnTo>
                    <a:pt x="264363" y="176237"/>
                  </a:lnTo>
                  <a:lnTo>
                    <a:pt x="261162" y="176441"/>
                  </a:lnTo>
                  <a:lnTo>
                    <a:pt x="257962" y="176644"/>
                  </a:lnTo>
                  <a:lnTo>
                    <a:pt x="255397" y="177609"/>
                  </a:lnTo>
                  <a:lnTo>
                    <a:pt x="255473" y="179501"/>
                  </a:lnTo>
                  <a:lnTo>
                    <a:pt x="222961" y="141579"/>
                  </a:lnTo>
                  <a:lnTo>
                    <a:pt x="225552" y="142189"/>
                  </a:lnTo>
                  <a:lnTo>
                    <a:pt x="231952" y="141782"/>
                  </a:lnTo>
                  <a:lnTo>
                    <a:pt x="233387" y="141249"/>
                  </a:lnTo>
                  <a:lnTo>
                    <a:pt x="233095" y="142976"/>
                  </a:lnTo>
                  <a:lnTo>
                    <a:pt x="233260" y="146710"/>
                  </a:lnTo>
                  <a:lnTo>
                    <a:pt x="233426" y="150444"/>
                  </a:lnTo>
                  <a:lnTo>
                    <a:pt x="234251" y="153428"/>
                  </a:lnTo>
                  <a:lnTo>
                    <a:pt x="235927" y="153327"/>
                  </a:lnTo>
                  <a:lnTo>
                    <a:pt x="236474" y="150253"/>
                  </a:lnTo>
                  <a:lnTo>
                    <a:pt x="236131" y="142786"/>
                  </a:lnTo>
                  <a:lnTo>
                    <a:pt x="235673" y="141109"/>
                  </a:lnTo>
                  <a:lnTo>
                    <a:pt x="237147" y="141452"/>
                  </a:lnTo>
                  <a:lnTo>
                    <a:pt x="240360" y="141262"/>
                  </a:lnTo>
                  <a:lnTo>
                    <a:pt x="243560" y="141058"/>
                  </a:lnTo>
                  <a:lnTo>
                    <a:pt x="246126" y="140093"/>
                  </a:lnTo>
                  <a:lnTo>
                    <a:pt x="246024" y="138137"/>
                  </a:lnTo>
                  <a:lnTo>
                    <a:pt x="243395" y="137502"/>
                  </a:lnTo>
                  <a:lnTo>
                    <a:pt x="236982" y="137909"/>
                  </a:lnTo>
                  <a:lnTo>
                    <a:pt x="235470" y="138480"/>
                  </a:lnTo>
                  <a:lnTo>
                    <a:pt x="235775" y="136728"/>
                  </a:lnTo>
                  <a:lnTo>
                    <a:pt x="235610" y="132981"/>
                  </a:lnTo>
                  <a:lnTo>
                    <a:pt x="235432" y="129247"/>
                  </a:lnTo>
                  <a:lnTo>
                    <a:pt x="234619" y="126263"/>
                  </a:lnTo>
                  <a:lnTo>
                    <a:pt x="234251" y="126288"/>
                  </a:lnTo>
                  <a:lnTo>
                    <a:pt x="266014" y="89242"/>
                  </a:lnTo>
                  <a:lnTo>
                    <a:pt x="265595" y="91617"/>
                  </a:lnTo>
                  <a:lnTo>
                    <a:pt x="265938" y="99085"/>
                  </a:lnTo>
                  <a:lnTo>
                    <a:pt x="266395" y="100761"/>
                  </a:lnTo>
                  <a:lnTo>
                    <a:pt x="264985" y="100418"/>
                  </a:lnTo>
                  <a:lnTo>
                    <a:pt x="261785" y="100609"/>
                  </a:lnTo>
                  <a:lnTo>
                    <a:pt x="258584" y="100812"/>
                  </a:lnTo>
                  <a:lnTo>
                    <a:pt x="256019" y="101777"/>
                  </a:lnTo>
                  <a:lnTo>
                    <a:pt x="256108" y="103733"/>
                  </a:lnTo>
                  <a:lnTo>
                    <a:pt x="258749" y="104368"/>
                  </a:lnTo>
                  <a:lnTo>
                    <a:pt x="265163" y="103962"/>
                  </a:lnTo>
                  <a:lnTo>
                    <a:pt x="266585" y="103428"/>
                  </a:lnTo>
                  <a:lnTo>
                    <a:pt x="266293" y="105156"/>
                  </a:lnTo>
                  <a:lnTo>
                    <a:pt x="266458" y="108889"/>
                  </a:lnTo>
                  <a:lnTo>
                    <a:pt x="266623" y="112623"/>
                  </a:lnTo>
                  <a:lnTo>
                    <a:pt x="267462" y="115608"/>
                  </a:lnTo>
                  <a:lnTo>
                    <a:pt x="269138" y="115506"/>
                  </a:lnTo>
                  <a:lnTo>
                    <a:pt x="269671" y="112445"/>
                  </a:lnTo>
                  <a:lnTo>
                    <a:pt x="269328" y="104965"/>
                  </a:lnTo>
                  <a:lnTo>
                    <a:pt x="268871" y="103289"/>
                  </a:lnTo>
                  <a:lnTo>
                    <a:pt x="270357" y="103632"/>
                  </a:lnTo>
                  <a:lnTo>
                    <a:pt x="273558" y="103441"/>
                  </a:lnTo>
                  <a:lnTo>
                    <a:pt x="276758" y="103238"/>
                  </a:lnTo>
                  <a:lnTo>
                    <a:pt x="279323" y="102273"/>
                  </a:lnTo>
                  <a:lnTo>
                    <a:pt x="279298" y="101930"/>
                  </a:lnTo>
                  <a:lnTo>
                    <a:pt x="300647" y="126809"/>
                  </a:lnTo>
                  <a:lnTo>
                    <a:pt x="299021" y="126911"/>
                  </a:lnTo>
                  <a:lnTo>
                    <a:pt x="298488" y="129971"/>
                  </a:lnTo>
                  <a:lnTo>
                    <a:pt x="298831" y="137452"/>
                  </a:lnTo>
                  <a:lnTo>
                    <a:pt x="299275" y="139115"/>
                  </a:lnTo>
                  <a:lnTo>
                    <a:pt x="297878" y="138772"/>
                  </a:lnTo>
                  <a:lnTo>
                    <a:pt x="294678" y="138976"/>
                  </a:lnTo>
                  <a:lnTo>
                    <a:pt x="291465" y="139179"/>
                  </a:lnTo>
                  <a:lnTo>
                    <a:pt x="288899" y="140131"/>
                  </a:lnTo>
                  <a:lnTo>
                    <a:pt x="289001" y="142100"/>
                  </a:lnTo>
                  <a:lnTo>
                    <a:pt x="291630" y="142722"/>
                  </a:lnTo>
                  <a:lnTo>
                    <a:pt x="298043" y="142328"/>
                  </a:lnTo>
                  <a:lnTo>
                    <a:pt x="299478" y="141795"/>
                  </a:lnTo>
                  <a:lnTo>
                    <a:pt x="299186" y="143510"/>
                  </a:lnTo>
                  <a:lnTo>
                    <a:pt x="299351" y="147256"/>
                  </a:lnTo>
                  <a:lnTo>
                    <a:pt x="299516" y="150990"/>
                  </a:lnTo>
                  <a:lnTo>
                    <a:pt x="300342" y="153974"/>
                  </a:lnTo>
                  <a:lnTo>
                    <a:pt x="300888" y="153949"/>
                  </a:lnTo>
                  <a:lnTo>
                    <a:pt x="300888" y="127520"/>
                  </a:lnTo>
                  <a:lnTo>
                    <a:pt x="300710" y="126885"/>
                  </a:lnTo>
                  <a:lnTo>
                    <a:pt x="310489" y="138303"/>
                  </a:lnTo>
                  <a:lnTo>
                    <a:pt x="310489" y="127635"/>
                  </a:lnTo>
                  <a:lnTo>
                    <a:pt x="277596" y="89268"/>
                  </a:lnTo>
                  <a:lnTo>
                    <a:pt x="277596" y="99923"/>
                  </a:lnTo>
                  <a:lnTo>
                    <a:pt x="276593" y="99682"/>
                  </a:lnTo>
                  <a:lnTo>
                    <a:pt x="270179" y="100088"/>
                  </a:lnTo>
                  <a:lnTo>
                    <a:pt x="268668" y="100660"/>
                  </a:lnTo>
                  <a:lnTo>
                    <a:pt x="268973" y="98907"/>
                  </a:lnTo>
                  <a:lnTo>
                    <a:pt x="268808" y="95161"/>
                  </a:lnTo>
                  <a:lnTo>
                    <a:pt x="268643" y="91427"/>
                  </a:lnTo>
                  <a:lnTo>
                    <a:pt x="267830" y="88531"/>
                  </a:lnTo>
                  <a:lnTo>
                    <a:pt x="277596" y="99923"/>
                  </a:lnTo>
                  <a:lnTo>
                    <a:pt x="277596" y="89268"/>
                  </a:lnTo>
                  <a:lnTo>
                    <a:pt x="276364" y="87820"/>
                  </a:lnTo>
                  <a:lnTo>
                    <a:pt x="267766" y="77800"/>
                  </a:lnTo>
                  <a:lnTo>
                    <a:pt x="267766" y="88455"/>
                  </a:lnTo>
                  <a:lnTo>
                    <a:pt x="266636" y="88519"/>
                  </a:lnTo>
                  <a:lnTo>
                    <a:pt x="267233" y="87820"/>
                  </a:lnTo>
                  <a:lnTo>
                    <a:pt x="267766" y="88455"/>
                  </a:lnTo>
                  <a:lnTo>
                    <a:pt x="267766" y="77800"/>
                  </a:lnTo>
                  <a:lnTo>
                    <a:pt x="267233" y="77165"/>
                  </a:lnTo>
                  <a:lnTo>
                    <a:pt x="233184" y="116878"/>
                  </a:lnTo>
                  <a:lnTo>
                    <a:pt x="233184" y="138582"/>
                  </a:lnTo>
                  <a:lnTo>
                    <a:pt x="231787" y="138239"/>
                  </a:lnTo>
                  <a:lnTo>
                    <a:pt x="228587" y="138430"/>
                  </a:lnTo>
                  <a:lnTo>
                    <a:pt x="225374" y="138633"/>
                  </a:lnTo>
                  <a:lnTo>
                    <a:pt x="222897" y="139573"/>
                  </a:lnTo>
                  <a:lnTo>
                    <a:pt x="222897" y="141503"/>
                  </a:lnTo>
                  <a:lnTo>
                    <a:pt x="222059" y="140512"/>
                  </a:lnTo>
                  <a:lnTo>
                    <a:pt x="222808" y="139649"/>
                  </a:lnTo>
                  <a:lnTo>
                    <a:pt x="222897" y="141503"/>
                  </a:lnTo>
                  <a:lnTo>
                    <a:pt x="222897" y="139573"/>
                  </a:lnTo>
                  <a:lnTo>
                    <a:pt x="232613" y="128206"/>
                  </a:lnTo>
                  <a:lnTo>
                    <a:pt x="232397" y="129438"/>
                  </a:lnTo>
                  <a:lnTo>
                    <a:pt x="232740" y="136918"/>
                  </a:lnTo>
                  <a:lnTo>
                    <a:pt x="233184" y="138582"/>
                  </a:lnTo>
                  <a:lnTo>
                    <a:pt x="233184" y="116878"/>
                  </a:lnTo>
                  <a:lnTo>
                    <a:pt x="216039" y="136867"/>
                  </a:lnTo>
                  <a:lnTo>
                    <a:pt x="210045" y="129882"/>
                  </a:lnTo>
                  <a:lnTo>
                    <a:pt x="210045" y="140512"/>
                  </a:lnTo>
                  <a:lnTo>
                    <a:pt x="199936" y="152298"/>
                  </a:lnTo>
                  <a:lnTo>
                    <a:pt x="200202" y="150799"/>
                  </a:lnTo>
                  <a:lnTo>
                    <a:pt x="199859" y="143319"/>
                  </a:lnTo>
                  <a:lnTo>
                    <a:pt x="199402" y="141643"/>
                  </a:lnTo>
                  <a:lnTo>
                    <a:pt x="200888" y="141998"/>
                  </a:lnTo>
                  <a:lnTo>
                    <a:pt x="204089" y="141795"/>
                  </a:lnTo>
                  <a:lnTo>
                    <a:pt x="207289" y="141592"/>
                  </a:lnTo>
                  <a:lnTo>
                    <a:pt x="209854" y="140639"/>
                  </a:lnTo>
                  <a:lnTo>
                    <a:pt x="209829" y="140271"/>
                  </a:lnTo>
                  <a:lnTo>
                    <a:pt x="210045" y="140512"/>
                  </a:lnTo>
                  <a:lnTo>
                    <a:pt x="210045" y="129882"/>
                  </a:lnTo>
                  <a:lnTo>
                    <a:pt x="208127" y="127635"/>
                  </a:lnTo>
                  <a:lnTo>
                    <a:pt x="208127" y="138290"/>
                  </a:lnTo>
                  <a:lnTo>
                    <a:pt x="207124" y="138049"/>
                  </a:lnTo>
                  <a:lnTo>
                    <a:pt x="200723" y="138442"/>
                  </a:lnTo>
                  <a:lnTo>
                    <a:pt x="199199" y="139014"/>
                  </a:lnTo>
                  <a:lnTo>
                    <a:pt x="199517" y="137261"/>
                  </a:lnTo>
                  <a:lnTo>
                    <a:pt x="199339" y="133527"/>
                  </a:lnTo>
                  <a:lnTo>
                    <a:pt x="199174" y="129781"/>
                  </a:lnTo>
                  <a:lnTo>
                    <a:pt x="198526" y="127469"/>
                  </a:lnTo>
                  <a:lnTo>
                    <a:pt x="198526" y="153949"/>
                  </a:lnTo>
                  <a:lnTo>
                    <a:pt x="164871" y="193192"/>
                  </a:lnTo>
                  <a:lnTo>
                    <a:pt x="153187" y="179590"/>
                  </a:lnTo>
                  <a:lnTo>
                    <a:pt x="155778" y="180187"/>
                  </a:lnTo>
                  <a:lnTo>
                    <a:pt x="162179" y="179793"/>
                  </a:lnTo>
                  <a:lnTo>
                    <a:pt x="163614" y="179260"/>
                  </a:lnTo>
                  <a:lnTo>
                    <a:pt x="163322" y="180975"/>
                  </a:lnTo>
                  <a:lnTo>
                    <a:pt x="163487" y="184721"/>
                  </a:lnTo>
                  <a:lnTo>
                    <a:pt x="163652" y="188455"/>
                  </a:lnTo>
                  <a:lnTo>
                    <a:pt x="164477" y="191439"/>
                  </a:lnTo>
                  <a:lnTo>
                    <a:pt x="166154" y="191338"/>
                  </a:lnTo>
                  <a:lnTo>
                    <a:pt x="166700" y="188264"/>
                  </a:lnTo>
                  <a:lnTo>
                    <a:pt x="166357" y="180784"/>
                  </a:lnTo>
                  <a:lnTo>
                    <a:pt x="165900" y="179108"/>
                  </a:lnTo>
                  <a:lnTo>
                    <a:pt x="167373" y="179463"/>
                  </a:lnTo>
                  <a:lnTo>
                    <a:pt x="170586" y="179260"/>
                  </a:lnTo>
                  <a:lnTo>
                    <a:pt x="173786" y="179057"/>
                  </a:lnTo>
                  <a:lnTo>
                    <a:pt x="176352" y="178104"/>
                  </a:lnTo>
                  <a:lnTo>
                    <a:pt x="176250" y="176136"/>
                  </a:lnTo>
                  <a:lnTo>
                    <a:pt x="173621" y="175514"/>
                  </a:lnTo>
                  <a:lnTo>
                    <a:pt x="167208" y="175907"/>
                  </a:lnTo>
                  <a:lnTo>
                    <a:pt x="165696" y="176479"/>
                  </a:lnTo>
                  <a:lnTo>
                    <a:pt x="166001" y="174726"/>
                  </a:lnTo>
                  <a:lnTo>
                    <a:pt x="165836" y="170992"/>
                  </a:lnTo>
                  <a:lnTo>
                    <a:pt x="165671" y="167259"/>
                  </a:lnTo>
                  <a:lnTo>
                    <a:pt x="164846" y="164274"/>
                  </a:lnTo>
                  <a:lnTo>
                    <a:pt x="163169" y="164376"/>
                  </a:lnTo>
                  <a:lnTo>
                    <a:pt x="162623" y="167436"/>
                  </a:lnTo>
                  <a:lnTo>
                    <a:pt x="162966" y="174917"/>
                  </a:lnTo>
                  <a:lnTo>
                    <a:pt x="163410" y="176580"/>
                  </a:lnTo>
                  <a:lnTo>
                    <a:pt x="162013" y="176237"/>
                  </a:lnTo>
                  <a:lnTo>
                    <a:pt x="158813" y="176441"/>
                  </a:lnTo>
                  <a:lnTo>
                    <a:pt x="155613" y="176644"/>
                  </a:lnTo>
                  <a:lnTo>
                    <a:pt x="153047" y="177609"/>
                  </a:lnTo>
                  <a:lnTo>
                    <a:pt x="153123" y="179514"/>
                  </a:lnTo>
                  <a:lnTo>
                    <a:pt x="120611" y="141579"/>
                  </a:lnTo>
                  <a:lnTo>
                    <a:pt x="123190" y="142189"/>
                  </a:lnTo>
                  <a:lnTo>
                    <a:pt x="129603" y="141782"/>
                  </a:lnTo>
                  <a:lnTo>
                    <a:pt x="131025" y="141249"/>
                  </a:lnTo>
                  <a:lnTo>
                    <a:pt x="130733" y="142976"/>
                  </a:lnTo>
                  <a:lnTo>
                    <a:pt x="130911" y="146710"/>
                  </a:lnTo>
                  <a:lnTo>
                    <a:pt x="131089" y="150444"/>
                  </a:lnTo>
                  <a:lnTo>
                    <a:pt x="131902" y="153428"/>
                  </a:lnTo>
                  <a:lnTo>
                    <a:pt x="133578" y="153327"/>
                  </a:lnTo>
                  <a:lnTo>
                    <a:pt x="134124" y="150253"/>
                  </a:lnTo>
                  <a:lnTo>
                    <a:pt x="133769" y="142786"/>
                  </a:lnTo>
                  <a:lnTo>
                    <a:pt x="133311" y="141109"/>
                  </a:lnTo>
                  <a:lnTo>
                    <a:pt x="134797" y="141452"/>
                  </a:lnTo>
                  <a:lnTo>
                    <a:pt x="137998" y="141262"/>
                  </a:lnTo>
                  <a:lnTo>
                    <a:pt x="141198" y="141058"/>
                  </a:lnTo>
                  <a:lnTo>
                    <a:pt x="143764" y="140093"/>
                  </a:lnTo>
                  <a:lnTo>
                    <a:pt x="143675" y="138137"/>
                  </a:lnTo>
                  <a:lnTo>
                    <a:pt x="141033" y="137502"/>
                  </a:lnTo>
                  <a:lnTo>
                    <a:pt x="134632" y="137909"/>
                  </a:lnTo>
                  <a:lnTo>
                    <a:pt x="133121" y="138480"/>
                  </a:lnTo>
                  <a:lnTo>
                    <a:pt x="133426" y="136728"/>
                  </a:lnTo>
                  <a:lnTo>
                    <a:pt x="133261" y="132981"/>
                  </a:lnTo>
                  <a:lnTo>
                    <a:pt x="133083" y="129247"/>
                  </a:lnTo>
                  <a:lnTo>
                    <a:pt x="132257" y="126263"/>
                  </a:lnTo>
                  <a:lnTo>
                    <a:pt x="131902" y="126288"/>
                  </a:lnTo>
                  <a:lnTo>
                    <a:pt x="163664" y="89230"/>
                  </a:lnTo>
                  <a:lnTo>
                    <a:pt x="163245" y="91617"/>
                  </a:lnTo>
                  <a:lnTo>
                    <a:pt x="163588" y="99085"/>
                  </a:lnTo>
                  <a:lnTo>
                    <a:pt x="164033" y="100761"/>
                  </a:lnTo>
                  <a:lnTo>
                    <a:pt x="162636" y="100418"/>
                  </a:lnTo>
                  <a:lnTo>
                    <a:pt x="159435" y="100609"/>
                  </a:lnTo>
                  <a:lnTo>
                    <a:pt x="156235" y="100812"/>
                  </a:lnTo>
                  <a:lnTo>
                    <a:pt x="153670" y="101777"/>
                  </a:lnTo>
                  <a:lnTo>
                    <a:pt x="153758" y="103733"/>
                  </a:lnTo>
                  <a:lnTo>
                    <a:pt x="156400" y="104368"/>
                  </a:lnTo>
                  <a:lnTo>
                    <a:pt x="162801" y="103962"/>
                  </a:lnTo>
                  <a:lnTo>
                    <a:pt x="164236" y="103428"/>
                  </a:lnTo>
                  <a:lnTo>
                    <a:pt x="163944" y="105156"/>
                  </a:lnTo>
                  <a:lnTo>
                    <a:pt x="164109" y="108889"/>
                  </a:lnTo>
                  <a:lnTo>
                    <a:pt x="164287" y="112623"/>
                  </a:lnTo>
                  <a:lnTo>
                    <a:pt x="165100" y="115608"/>
                  </a:lnTo>
                  <a:lnTo>
                    <a:pt x="166776" y="115506"/>
                  </a:lnTo>
                  <a:lnTo>
                    <a:pt x="167322" y="112445"/>
                  </a:lnTo>
                  <a:lnTo>
                    <a:pt x="166979" y="104965"/>
                  </a:lnTo>
                  <a:lnTo>
                    <a:pt x="166522" y="103289"/>
                  </a:lnTo>
                  <a:lnTo>
                    <a:pt x="167995" y="103632"/>
                  </a:lnTo>
                  <a:lnTo>
                    <a:pt x="171208" y="103441"/>
                  </a:lnTo>
                  <a:lnTo>
                    <a:pt x="174409" y="103238"/>
                  </a:lnTo>
                  <a:lnTo>
                    <a:pt x="176974" y="102273"/>
                  </a:lnTo>
                  <a:lnTo>
                    <a:pt x="176949" y="101930"/>
                  </a:lnTo>
                  <a:lnTo>
                    <a:pt x="198285" y="126809"/>
                  </a:lnTo>
                  <a:lnTo>
                    <a:pt x="196672" y="126911"/>
                  </a:lnTo>
                  <a:lnTo>
                    <a:pt x="196126" y="129971"/>
                  </a:lnTo>
                  <a:lnTo>
                    <a:pt x="196469" y="137452"/>
                  </a:lnTo>
                  <a:lnTo>
                    <a:pt x="196913" y="139115"/>
                  </a:lnTo>
                  <a:lnTo>
                    <a:pt x="195529" y="138772"/>
                  </a:lnTo>
                  <a:lnTo>
                    <a:pt x="192316" y="138976"/>
                  </a:lnTo>
                  <a:lnTo>
                    <a:pt x="189115" y="139179"/>
                  </a:lnTo>
                  <a:lnTo>
                    <a:pt x="186550" y="140131"/>
                  </a:lnTo>
                  <a:lnTo>
                    <a:pt x="186639" y="142100"/>
                  </a:lnTo>
                  <a:lnTo>
                    <a:pt x="189280" y="142722"/>
                  </a:lnTo>
                  <a:lnTo>
                    <a:pt x="195694" y="142328"/>
                  </a:lnTo>
                  <a:lnTo>
                    <a:pt x="197116" y="141795"/>
                  </a:lnTo>
                  <a:lnTo>
                    <a:pt x="196824" y="143510"/>
                  </a:lnTo>
                  <a:lnTo>
                    <a:pt x="196989" y="147256"/>
                  </a:lnTo>
                  <a:lnTo>
                    <a:pt x="197167" y="150990"/>
                  </a:lnTo>
                  <a:lnTo>
                    <a:pt x="197993" y="153974"/>
                  </a:lnTo>
                  <a:lnTo>
                    <a:pt x="198526" y="153949"/>
                  </a:lnTo>
                  <a:lnTo>
                    <a:pt x="198526" y="127469"/>
                  </a:lnTo>
                  <a:lnTo>
                    <a:pt x="198374" y="126911"/>
                  </a:lnTo>
                  <a:lnTo>
                    <a:pt x="208127" y="138290"/>
                  </a:lnTo>
                  <a:lnTo>
                    <a:pt x="208127" y="127635"/>
                  </a:lnTo>
                  <a:lnTo>
                    <a:pt x="175234" y="89255"/>
                  </a:lnTo>
                  <a:lnTo>
                    <a:pt x="175234" y="99923"/>
                  </a:lnTo>
                  <a:lnTo>
                    <a:pt x="174244" y="99682"/>
                  </a:lnTo>
                  <a:lnTo>
                    <a:pt x="167830" y="100088"/>
                  </a:lnTo>
                  <a:lnTo>
                    <a:pt x="166319" y="100660"/>
                  </a:lnTo>
                  <a:lnTo>
                    <a:pt x="166624" y="98907"/>
                  </a:lnTo>
                  <a:lnTo>
                    <a:pt x="166458" y="95161"/>
                  </a:lnTo>
                  <a:lnTo>
                    <a:pt x="166293" y="91427"/>
                  </a:lnTo>
                  <a:lnTo>
                    <a:pt x="165493" y="88557"/>
                  </a:lnTo>
                  <a:lnTo>
                    <a:pt x="175234" y="99923"/>
                  </a:lnTo>
                  <a:lnTo>
                    <a:pt x="175234" y="89255"/>
                  </a:lnTo>
                  <a:lnTo>
                    <a:pt x="174015" y="87820"/>
                  </a:lnTo>
                  <a:lnTo>
                    <a:pt x="165404" y="77787"/>
                  </a:lnTo>
                  <a:lnTo>
                    <a:pt x="165404" y="88455"/>
                  </a:lnTo>
                  <a:lnTo>
                    <a:pt x="164274" y="88519"/>
                  </a:lnTo>
                  <a:lnTo>
                    <a:pt x="164871" y="87820"/>
                  </a:lnTo>
                  <a:lnTo>
                    <a:pt x="165404" y="88455"/>
                  </a:lnTo>
                  <a:lnTo>
                    <a:pt x="165404" y="77787"/>
                  </a:lnTo>
                  <a:lnTo>
                    <a:pt x="164871" y="77165"/>
                  </a:lnTo>
                  <a:lnTo>
                    <a:pt x="130835" y="116878"/>
                  </a:lnTo>
                  <a:lnTo>
                    <a:pt x="130835" y="138582"/>
                  </a:lnTo>
                  <a:lnTo>
                    <a:pt x="129438" y="138239"/>
                  </a:lnTo>
                  <a:lnTo>
                    <a:pt x="126225" y="138430"/>
                  </a:lnTo>
                  <a:lnTo>
                    <a:pt x="123024" y="138633"/>
                  </a:lnTo>
                  <a:lnTo>
                    <a:pt x="120548" y="139573"/>
                  </a:lnTo>
                  <a:lnTo>
                    <a:pt x="120548" y="141503"/>
                  </a:lnTo>
                  <a:lnTo>
                    <a:pt x="119710" y="140512"/>
                  </a:lnTo>
                  <a:lnTo>
                    <a:pt x="120459" y="139649"/>
                  </a:lnTo>
                  <a:lnTo>
                    <a:pt x="120548" y="141503"/>
                  </a:lnTo>
                  <a:lnTo>
                    <a:pt x="120548" y="139573"/>
                  </a:lnTo>
                  <a:lnTo>
                    <a:pt x="130251" y="128219"/>
                  </a:lnTo>
                  <a:lnTo>
                    <a:pt x="130035" y="129438"/>
                  </a:lnTo>
                  <a:lnTo>
                    <a:pt x="130390" y="136918"/>
                  </a:lnTo>
                  <a:lnTo>
                    <a:pt x="130835" y="138582"/>
                  </a:lnTo>
                  <a:lnTo>
                    <a:pt x="130835" y="116878"/>
                  </a:lnTo>
                  <a:lnTo>
                    <a:pt x="115125" y="135191"/>
                  </a:lnTo>
                  <a:lnTo>
                    <a:pt x="110566" y="129882"/>
                  </a:lnTo>
                  <a:lnTo>
                    <a:pt x="110566" y="140512"/>
                  </a:lnTo>
                  <a:lnTo>
                    <a:pt x="65405" y="193192"/>
                  </a:lnTo>
                  <a:lnTo>
                    <a:pt x="53721" y="179590"/>
                  </a:lnTo>
                  <a:lnTo>
                    <a:pt x="56299" y="180187"/>
                  </a:lnTo>
                  <a:lnTo>
                    <a:pt x="62699" y="179793"/>
                  </a:lnTo>
                  <a:lnTo>
                    <a:pt x="64135" y="179260"/>
                  </a:lnTo>
                  <a:lnTo>
                    <a:pt x="63842" y="180975"/>
                  </a:lnTo>
                  <a:lnTo>
                    <a:pt x="64008" y="184721"/>
                  </a:lnTo>
                  <a:lnTo>
                    <a:pt x="64173" y="188455"/>
                  </a:lnTo>
                  <a:lnTo>
                    <a:pt x="64998" y="191439"/>
                  </a:lnTo>
                  <a:lnTo>
                    <a:pt x="66675" y="191338"/>
                  </a:lnTo>
                  <a:lnTo>
                    <a:pt x="67221" y="188264"/>
                  </a:lnTo>
                  <a:lnTo>
                    <a:pt x="66878" y="180784"/>
                  </a:lnTo>
                  <a:lnTo>
                    <a:pt x="66421" y="179108"/>
                  </a:lnTo>
                  <a:lnTo>
                    <a:pt x="67894" y="179463"/>
                  </a:lnTo>
                  <a:lnTo>
                    <a:pt x="71107" y="179260"/>
                  </a:lnTo>
                  <a:lnTo>
                    <a:pt x="74307" y="179057"/>
                  </a:lnTo>
                  <a:lnTo>
                    <a:pt x="76873" y="178104"/>
                  </a:lnTo>
                  <a:lnTo>
                    <a:pt x="76784" y="176136"/>
                  </a:lnTo>
                  <a:lnTo>
                    <a:pt x="74142" y="175514"/>
                  </a:lnTo>
                  <a:lnTo>
                    <a:pt x="67729" y="175907"/>
                  </a:lnTo>
                  <a:lnTo>
                    <a:pt x="66217" y="176479"/>
                  </a:lnTo>
                  <a:lnTo>
                    <a:pt x="66522" y="174726"/>
                  </a:lnTo>
                  <a:lnTo>
                    <a:pt x="66357" y="170992"/>
                  </a:lnTo>
                  <a:lnTo>
                    <a:pt x="66192" y="167259"/>
                  </a:lnTo>
                  <a:lnTo>
                    <a:pt x="65366" y="164274"/>
                  </a:lnTo>
                  <a:lnTo>
                    <a:pt x="63690" y="164376"/>
                  </a:lnTo>
                  <a:lnTo>
                    <a:pt x="63144" y="167436"/>
                  </a:lnTo>
                  <a:lnTo>
                    <a:pt x="63487" y="174917"/>
                  </a:lnTo>
                  <a:lnTo>
                    <a:pt x="63931" y="176580"/>
                  </a:lnTo>
                  <a:lnTo>
                    <a:pt x="62534" y="176237"/>
                  </a:lnTo>
                  <a:lnTo>
                    <a:pt x="59334" y="176441"/>
                  </a:lnTo>
                  <a:lnTo>
                    <a:pt x="56134" y="176644"/>
                  </a:lnTo>
                  <a:lnTo>
                    <a:pt x="53568" y="177609"/>
                  </a:lnTo>
                  <a:lnTo>
                    <a:pt x="53644" y="179501"/>
                  </a:lnTo>
                  <a:lnTo>
                    <a:pt x="21132" y="141579"/>
                  </a:lnTo>
                  <a:lnTo>
                    <a:pt x="23710" y="142189"/>
                  </a:lnTo>
                  <a:lnTo>
                    <a:pt x="30124" y="141782"/>
                  </a:lnTo>
                  <a:lnTo>
                    <a:pt x="31559" y="141249"/>
                  </a:lnTo>
                  <a:lnTo>
                    <a:pt x="31267" y="142976"/>
                  </a:lnTo>
                  <a:lnTo>
                    <a:pt x="31432" y="146710"/>
                  </a:lnTo>
                  <a:lnTo>
                    <a:pt x="31610" y="150444"/>
                  </a:lnTo>
                  <a:lnTo>
                    <a:pt x="32423" y="153428"/>
                  </a:lnTo>
                  <a:lnTo>
                    <a:pt x="34099" y="153327"/>
                  </a:lnTo>
                  <a:lnTo>
                    <a:pt x="34645" y="150253"/>
                  </a:lnTo>
                  <a:lnTo>
                    <a:pt x="34302" y="142786"/>
                  </a:lnTo>
                  <a:lnTo>
                    <a:pt x="33832" y="141109"/>
                  </a:lnTo>
                  <a:lnTo>
                    <a:pt x="35318" y="141452"/>
                  </a:lnTo>
                  <a:lnTo>
                    <a:pt x="38519" y="141262"/>
                  </a:lnTo>
                  <a:lnTo>
                    <a:pt x="41732" y="141058"/>
                  </a:lnTo>
                  <a:lnTo>
                    <a:pt x="44297" y="140093"/>
                  </a:lnTo>
                  <a:lnTo>
                    <a:pt x="44196" y="138137"/>
                  </a:lnTo>
                  <a:lnTo>
                    <a:pt x="41554" y="137502"/>
                  </a:lnTo>
                  <a:lnTo>
                    <a:pt x="35153" y="137909"/>
                  </a:lnTo>
                  <a:lnTo>
                    <a:pt x="33642" y="138480"/>
                  </a:lnTo>
                  <a:lnTo>
                    <a:pt x="33947" y="136728"/>
                  </a:lnTo>
                  <a:lnTo>
                    <a:pt x="33782" y="132981"/>
                  </a:lnTo>
                  <a:lnTo>
                    <a:pt x="33604" y="129247"/>
                  </a:lnTo>
                  <a:lnTo>
                    <a:pt x="32778" y="126263"/>
                  </a:lnTo>
                  <a:lnTo>
                    <a:pt x="32423" y="126288"/>
                  </a:lnTo>
                  <a:lnTo>
                    <a:pt x="65405" y="87820"/>
                  </a:lnTo>
                  <a:lnTo>
                    <a:pt x="98806" y="126809"/>
                  </a:lnTo>
                  <a:lnTo>
                    <a:pt x="97193" y="126911"/>
                  </a:lnTo>
                  <a:lnTo>
                    <a:pt x="96647" y="129971"/>
                  </a:lnTo>
                  <a:lnTo>
                    <a:pt x="96989" y="137452"/>
                  </a:lnTo>
                  <a:lnTo>
                    <a:pt x="97815" y="140449"/>
                  </a:lnTo>
                  <a:lnTo>
                    <a:pt x="99491" y="140347"/>
                  </a:lnTo>
                  <a:lnTo>
                    <a:pt x="100037" y="137261"/>
                  </a:lnTo>
                  <a:lnTo>
                    <a:pt x="99860" y="133527"/>
                  </a:lnTo>
                  <a:lnTo>
                    <a:pt x="99695" y="129781"/>
                  </a:lnTo>
                  <a:lnTo>
                    <a:pt x="98894" y="126898"/>
                  </a:lnTo>
                  <a:lnTo>
                    <a:pt x="110566" y="140512"/>
                  </a:lnTo>
                  <a:lnTo>
                    <a:pt x="110566" y="129882"/>
                  </a:lnTo>
                  <a:lnTo>
                    <a:pt x="74536" y="87820"/>
                  </a:lnTo>
                  <a:lnTo>
                    <a:pt x="65405" y="77165"/>
                  </a:lnTo>
                  <a:lnTo>
                    <a:pt x="31356" y="116878"/>
                  </a:lnTo>
                  <a:lnTo>
                    <a:pt x="31356" y="138582"/>
                  </a:lnTo>
                  <a:lnTo>
                    <a:pt x="29959" y="138239"/>
                  </a:lnTo>
                  <a:lnTo>
                    <a:pt x="26758" y="138430"/>
                  </a:lnTo>
                  <a:lnTo>
                    <a:pt x="23545" y="138633"/>
                  </a:lnTo>
                  <a:lnTo>
                    <a:pt x="21069" y="139573"/>
                  </a:lnTo>
                  <a:lnTo>
                    <a:pt x="21069" y="141503"/>
                  </a:lnTo>
                  <a:lnTo>
                    <a:pt x="20231" y="140512"/>
                  </a:lnTo>
                  <a:lnTo>
                    <a:pt x="20980" y="139636"/>
                  </a:lnTo>
                  <a:lnTo>
                    <a:pt x="21069" y="141503"/>
                  </a:lnTo>
                  <a:lnTo>
                    <a:pt x="21069" y="139573"/>
                  </a:lnTo>
                  <a:lnTo>
                    <a:pt x="30772" y="128206"/>
                  </a:lnTo>
                  <a:lnTo>
                    <a:pt x="30568" y="129438"/>
                  </a:lnTo>
                  <a:lnTo>
                    <a:pt x="30911" y="136918"/>
                  </a:lnTo>
                  <a:lnTo>
                    <a:pt x="31356" y="138582"/>
                  </a:lnTo>
                  <a:lnTo>
                    <a:pt x="31356" y="116878"/>
                  </a:lnTo>
                  <a:lnTo>
                    <a:pt x="11087" y="140512"/>
                  </a:lnTo>
                  <a:lnTo>
                    <a:pt x="65405" y="203860"/>
                  </a:lnTo>
                  <a:lnTo>
                    <a:pt x="74536" y="193192"/>
                  </a:lnTo>
                  <a:lnTo>
                    <a:pt x="115125" y="145846"/>
                  </a:lnTo>
                  <a:lnTo>
                    <a:pt x="164871" y="203860"/>
                  </a:lnTo>
                  <a:lnTo>
                    <a:pt x="174015" y="193192"/>
                  </a:lnTo>
                  <a:lnTo>
                    <a:pt x="216039" y="144170"/>
                  </a:lnTo>
                  <a:lnTo>
                    <a:pt x="267233" y="203860"/>
                  </a:lnTo>
                  <a:lnTo>
                    <a:pt x="276364" y="193192"/>
                  </a:lnTo>
                  <a:lnTo>
                    <a:pt x="321538" y="140512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2" name="object 2112" descr=""/>
            <p:cNvSpPr/>
            <p:nvPr/>
          </p:nvSpPr>
          <p:spPr>
            <a:xfrm>
              <a:off x="8445347" y="7383583"/>
              <a:ext cx="318135" cy="359410"/>
            </a:xfrm>
            <a:custGeom>
              <a:avLst/>
              <a:gdLst/>
              <a:ahLst/>
              <a:cxnLst/>
              <a:rect l="l" t="t" r="r" b="b"/>
              <a:pathLst>
                <a:path w="318134" h="359409">
                  <a:moveTo>
                    <a:pt x="23304" y="102273"/>
                  </a:moveTo>
                  <a:lnTo>
                    <a:pt x="23215" y="100317"/>
                  </a:lnTo>
                  <a:lnTo>
                    <a:pt x="20574" y="99682"/>
                  </a:lnTo>
                  <a:lnTo>
                    <a:pt x="14160" y="100088"/>
                  </a:lnTo>
                  <a:lnTo>
                    <a:pt x="12649" y="100660"/>
                  </a:lnTo>
                  <a:lnTo>
                    <a:pt x="12954" y="98907"/>
                  </a:lnTo>
                  <a:lnTo>
                    <a:pt x="12788" y="95161"/>
                  </a:lnTo>
                  <a:lnTo>
                    <a:pt x="12623" y="91427"/>
                  </a:lnTo>
                  <a:lnTo>
                    <a:pt x="11798" y="88442"/>
                  </a:lnTo>
                  <a:lnTo>
                    <a:pt x="10121" y="88544"/>
                  </a:lnTo>
                  <a:lnTo>
                    <a:pt x="9575" y="91617"/>
                  </a:lnTo>
                  <a:lnTo>
                    <a:pt x="9918" y="99085"/>
                  </a:lnTo>
                  <a:lnTo>
                    <a:pt x="10363" y="100761"/>
                  </a:lnTo>
                  <a:lnTo>
                    <a:pt x="8966" y="100418"/>
                  </a:lnTo>
                  <a:lnTo>
                    <a:pt x="5765" y="100609"/>
                  </a:lnTo>
                  <a:lnTo>
                    <a:pt x="2565" y="100812"/>
                  </a:lnTo>
                  <a:lnTo>
                    <a:pt x="0" y="101777"/>
                  </a:lnTo>
                  <a:lnTo>
                    <a:pt x="88" y="103733"/>
                  </a:lnTo>
                  <a:lnTo>
                    <a:pt x="2730" y="104368"/>
                  </a:lnTo>
                  <a:lnTo>
                    <a:pt x="9131" y="103962"/>
                  </a:lnTo>
                  <a:lnTo>
                    <a:pt x="10566" y="103428"/>
                  </a:lnTo>
                  <a:lnTo>
                    <a:pt x="10274" y="105156"/>
                  </a:lnTo>
                  <a:lnTo>
                    <a:pt x="10439" y="108889"/>
                  </a:lnTo>
                  <a:lnTo>
                    <a:pt x="10604" y="112623"/>
                  </a:lnTo>
                  <a:lnTo>
                    <a:pt x="11430" y="115608"/>
                  </a:lnTo>
                  <a:lnTo>
                    <a:pt x="13106" y="115506"/>
                  </a:lnTo>
                  <a:lnTo>
                    <a:pt x="13652" y="112445"/>
                  </a:lnTo>
                  <a:lnTo>
                    <a:pt x="13309" y="104965"/>
                  </a:lnTo>
                  <a:lnTo>
                    <a:pt x="12852" y="103289"/>
                  </a:lnTo>
                  <a:lnTo>
                    <a:pt x="14325" y="103632"/>
                  </a:lnTo>
                  <a:lnTo>
                    <a:pt x="17538" y="103441"/>
                  </a:lnTo>
                  <a:lnTo>
                    <a:pt x="20739" y="103238"/>
                  </a:lnTo>
                  <a:lnTo>
                    <a:pt x="23304" y="102273"/>
                  </a:lnTo>
                  <a:close/>
                </a:path>
                <a:path w="318134" h="359409">
                  <a:moveTo>
                    <a:pt x="56184" y="140639"/>
                  </a:moveTo>
                  <a:lnTo>
                    <a:pt x="56095" y="138671"/>
                  </a:lnTo>
                  <a:lnTo>
                    <a:pt x="53454" y="138049"/>
                  </a:lnTo>
                  <a:lnTo>
                    <a:pt x="47053" y="138442"/>
                  </a:lnTo>
                  <a:lnTo>
                    <a:pt x="45529" y="139014"/>
                  </a:lnTo>
                  <a:lnTo>
                    <a:pt x="45847" y="137261"/>
                  </a:lnTo>
                  <a:lnTo>
                    <a:pt x="45669" y="133527"/>
                  </a:lnTo>
                  <a:lnTo>
                    <a:pt x="45504" y="129781"/>
                  </a:lnTo>
                  <a:lnTo>
                    <a:pt x="44678" y="126796"/>
                  </a:lnTo>
                  <a:lnTo>
                    <a:pt x="43002" y="126911"/>
                  </a:lnTo>
                  <a:lnTo>
                    <a:pt x="42456" y="129971"/>
                  </a:lnTo>
                  <a:lnTo>
                    <a:pt x="42799" y="137452"/>
                  </a:lnTo>
                  <a:lnTo>
                    <a:pt x="43243" y="139115"/>
                  </a:lnTo>
                  <a:lnTo>
                    <a:pt x="41859" y="138772"/>
                  </a:lnTo>
                  <a:lnTo>
                    <a:pt x="38646" y="138976"/>
                  </a:lnTo>
                  <a:lnTo>
                    <a:pt x="35445" y="139179"/>
                  </a:lnTo>
                  <a:lnTo>
                    <a:pt x="32880" y="140131"/>
                  </a:lnTo>
                  <a:lnTo>
                    <a:pt x="32969" y="142100"/>
                  </a:lnTo>
                  <a:lnTo>
                    <a:pt x="35610" y="142722"/>
                  </a:lnTo>
                  <a:lnTo>
                    <a:pt x="42024" y="142328"/>
                  </a:lnTo>
                  <a:lnTo>
                    <a:pt x="43446" y="141795"/>
                  </a:lnTo>
                  <a:lnTo>
                    <a:pt x="43154" y="143510"/>
                  </a:lnTo>
                  <a:lnTo>
                    <a:pt x="43319" y="147256"/>
                  </a:lnTo>
                  <a:lnTo>
                    <a:pt x="43497" y="150990"/>
                  </a:lnTo>
                  <a:lnTo>
                    <a:pt x="44323" y="153974"/>
                  </a:lnTo>
                  <a:lnTo>
                    <a:pt x="45999" y="153873"/>
                  </a:lnTo>
                  <a:lnTo>
                    <a:pt x="46545" y="150799"/>
                  </a:lnTo>
                  <a:lnTo>
                    <a:pt x="46189" y="143319"/>
                  </a:lnTo>
                  <a:lnTo>
                    <a:pt x="45732" y="141643"/>
                  </a:lnTo>
                  <a:lnTo>
                    <a:pt x="47218" y="141998"/>
                  </a:lnTo>
                  <a:lnTo>
                    <a:pt x="50419" y="141795"/>
                  </a:lnTo>
                  <a:lnTo>
                    <a:pt x="53619" y="141592"/>
                  </a:lnTo>
                  <a:lnTo>
                    <a:pt x="56184" y="140639"/>
                  </a:lnTo>
                  <a:close/>
                </a:path>
                <a:path w="318134" h="359409">
                  <a:moveTo>
                    <a:pt x="115824" y="218681"/>
                  </a:moveTo>
                  <a:lnTo>
                    <a:pt x="106680" y="208026"/>
                  </a:lnTo>
                  <a:lnTo>
                    <a:pt x="106680" y="218681"/>
                  </a:lnTo>
                  <a:lnTo>
                    <a:pt x="96558" y="230479"/>
                  </a:lnTo>
                  <a:lnTo>
                    <a:pt x="96837" y="228968"/>
                  </a:lnTo>
                  <a:lnTo>
                    <a:pt x="96494" y="221488"/>
                  </a:lnTo>
                  <a:lnTo>
                    <a:pt x="96037" y="219811"/>
                  </a:lnTo>
                  <a:lnTo>
                    <a:pt x="97510" y="220167"/>
                  </a:lnTo>
                  <a:lnTo>
                    <a:pt x="100723" y="219964"/>
                  </a:lnTo>
                  <a:lnTo>
                    <a:pt x="103924" y="219760"/>
                  </a:lnTo>
                  <a:lnTo>
                    <a:pt x="106489" y="218808"/>
                  </a:lnTo>
                  <a:lnTo>
                    <a:pt x="106464" y="218440"/>
                  </a:lnTo>
                  <a:lnTo>
                    <a:pt x="106680" y="218681"/>
                  </a:lnTo>
                  <a:lnTo>
                    <a:pt x="106680" y="208026"/>
                  </a:lnTo>
                  <a:lnTo>
                    <a:pt x="104762" y="205790"/>
                  </a:lnTo>
                  <a:lnTo>
                    <a:pt x="104762" y="216458"/>
                  </a:lnTo>
                  <a:lnTo>
                    <a:pt x="103759" y="216217"/>
                  </a:lnTo>
                  <a:lnTo>
                    <a:pt x="97345" y="216611"/>
                  </a:lnTo>
                  <a:lnTo>
                    <a:pt x="95834" y="217182"/>
                  </a:lnTo>
                  <a:lnTo>
                    <a:pt x="96139" y="215430"/>
                  </a:lnTo>
                  <a:lnTo>
                    <a:pt x="95973" y="211696"/>
                  </a:lnTo>
                  <a:lnTo>
                    <a:pt x="95808" y="207962"/>
                  </a:lnTo>
                  <a:lnTo>
                    <a:pt x="95161" y="205663"/>
                  </a:lnTo>
                  <a:lnTo>
                    <a:pt x="95161" y="232117"/>
                  </a:lnTo>
                  <a:lnTo>
                    <a:pt x="61506" y="271360"/>
                  </a:lnTo>
                  <a:lnTo>
                    <a:pt x="49822" y="257759"/>
                  </a:lnTo>
                  <a:lnTo>
                    <a:pt x="52400" y="258356"/>
                  </a:lnTo>
                  <a:lnTo>
                    <a:pt x="58813" y="257962"/>
                  </a:lnTo>
                  <a:lnTo>
                    <a:pt x="60248" y="257429"/>
                  </a:lnTo>
                  <a:lnTo>
                    <a:pt x="59956" y="259143"/>
                  </a:lnTo>
                  <a:lnTo>
                    <a:pt x="60121" y="262890"/>
                  </a:lnTo>
                  <a:lnTo>
                    <a:pt x="60286" y="266623"/>
                  </a:lnTo>
                  <a:lnTo>
                    <a:pt x="61112" y="269608"/>
                  </a:lnTo>
                  <a:lnTo>
                    <a:pt x="62788" y="269506"/>
                  </a:lnTo>
                  <a:lnTo>
                    <a:pt x="63334" y="266433"/>
                  </a:lnTo>
                  <a:lnTo>
                    <a:pt x="62992" y="258953"/>
                  </a:lnTo>
                  <a:lnTo>
                    <a:pt x="62522" y="257276"/>
                  </a:lnTo>
                  <a:lnTo>
                    <a:pt x="64008" y="257632"/>
                  </a:lnTo>
                  <a:lnTo>
                    <a:pt x="67208" y="257429"/>
                  </a:lnTo>
                  <a:lnTo>
                    <a:pt x="70421" y="257238"/>
                  </a:lnTo>
                  <a:lnTo>
                    <a:pt x="72986" y="256273"/>
                  </a:lnTo>
                  <a:lnTo>
                    <a:pt x="72885" y="254304"/>
                  </a:lnTo>
                  <a:lnTo>
                    <a:pt x="70243" y="253682"/>
                  </a:lnTo>
                  <a:lnTo>
                    <a:pt x="63842" y="254076"/>
                  </a:lnTo>
                  <a:lnTo>
                    <a:pt x="62331" y="254647"/>
                  </a:lnTo>
                  <a:lnTo>
                    <a:pt x="62636" y="252895"/>
                  </a:lnTo>
                  <a:lnTo>
                    <a:pt x="62471" y="249161"/>
                  </a:lnTo>
                  <a:lnTo>
                    <a:pt x="62293" y="245427"/>
                  </a:lnTo>
                  <a:lnTo>
                    <a:pt x="61468" y="242443"/>
                  </a:lnTo>
                  <a:lnTo>
                    <a:pt x="59791" y="242544"/>
                  </a:lnTo>
                  <a:lnTo>
                    <a:pt x="59258" y="245605"/>
                  </a:lnTo>
                  <a:lnTo>
                    <a:pt x="59601" y="253085"/>
                  </a:lnTo>
                  <a:lnTo>
                    <a:pt x="60045" y="254749"/>
                  </a:lnTo>
                  <a:lnTo>
                    <a:pt x="58648" y="254406"/>
                  </a:lnTo>
                  <a:lnTo>
                    <a:pt x="55448" y="254609"/>
                  </a:lnTo>
                  <a:lnTo>
                    <a:pt x="52235" y="254812"/>
                  </a:lnTo>
                  <a:lnTo>
                    <a:pt x="49669" y="255778"/>
                  </a:lnTo>
                  <a:lnTo>
                    <a:pt x="49758" y="257683"/>
                  </a:lnTo>
                  <a:lnTo>
                    <a:pt x="17233" y="219748"/>
                  </a:lnTo>
                  <a:lnTo>
                    <a:pt x="19812" y="220357"/>
                  </a:lnTo>
                  <a:lnTo>
                    <a:pt x="26238" y="219951"/>
                  </a:lnTo>
                  <a:lnTo>
                    <a:pt x="27660" y="219430"/>
                  </a:lnTo>
                  <a:lnTo>
                    <a:pt x="27368" y="221145"/>
                  </a:lnTo>
                  <a:lnTo>
                    <a:pt x="27533" y="224878"/>
                  </a:lnTo>
                  <a:lnTo>
                    <a:pt x="27711" y="228612"/>
                  </a:lnTo>
                  <a:lnTo>
                    <a:pt x="28536" y="231597"/>
                  </a:lnTo>
                  <a:lnTo>
                    <a:pt x="30213" y="231495"/>
                  </a:lnTo>
                  <a:lnTo>
                    <a:pt x="30746" y="228434"/>
                  </a:lnTo>
                  <a:lnTo>
                    <a:pt x="30403" y="220954"/>
                  </a:lnTo>
                  <a:lnTo>
                    <a:pt x="29946" y="219278"/>
                  </a:lnTo>
                  <a:lnTo>
                    <a:pt x="31432" y="219621"/>
                  </a:lnTo>
                  <a:lnTo>
                    <a:pt x="34632" y="219430"/>
                  </a:lnTo>
                  <a:lnTo>
                    <a:pt x="37833" y="219227"/>
                  </a:lnTo>
                  <a:lnTo>
                    <a:pt x="40398" y="218262"/>
                  </a:lnTo>
                  <a:lnTo>
                    <a:pt x="40309" y="216306"/>
                  </a:lnTo>
                  <a:lnTo>
                    <a:pt x="37668" y="215671"/>
                  </a:lnTo>
                  <a:lnTo>
                    <a:pt x="31254" y="216077"/>
                  </a:lnTo>
                  <a:lnTo>
                    <a:pt x="29743" y="216649"/>
                  </a:lnTo>
                  <a:lnTo>
                    <a:pt x="30048" y="214896"/>
                  </a:lnTo>
                  <a:lnTo>
                    <a:pt x="29883" y="211150"/>
                  </a:lnTo>
                  <a:lnTo>
                    <a:pt x="29718" y="207416"/>
                  </a:lnTo>
                  <a:lnTo>
                    <a:pt x="28892" y="204431"/>
                  </a:lnTo>
                  <a:lnTo>
                    <a:pt x="28524" y="204457"/>
                  </a:lnTo>
                  <a:lnTo>
                    <a:pt x="60286" y="167411"/>
                  </a:lnTo>
                  <a:lnTo>
                    <a:pt x="59867" y="169786"/>
                  </a:lnTo>
                  <a:lnTo>
                    <a:pt x="60223" y="177266"/>
                  </a:lnTo>
                  <a:lnTo>
                    <a:pt x="60667" y="178930"/>
                  </a:lnTo>
                  <a:lnTo>
                    <a:pt x="59270" y="178587"/>
                  </a:lnTo>
                  <a:lnTo>
                    <a:pt x="56070" y="178790"/>
                  </a:lnTo>
                  <a:lnTo>
                    <a:pt x="52857" y="178981"/>
                  </a:lnTo>
                  <a:lnTo>
                    <a:pt x="50292" y="179946"/>
                  </a:lnTo>
                  <a:lnTo>
                    <a:pt x="50393" y="181902"/>
                  </a:lnTo>
                  <a:lnTo>
                    <a:pt x="53022" y="182537"/>
                  </a:lnTo>
                  <a:lnTo>
                    <a:pt x="59436" y="182130"/>
                  </a:lnTo>
                  <a:lnTo>
                    <a:pt x="60871" y="181597"/>
                  </a:lnTo>
                  <a:lnTo>
                    <a:pt x="60579" y="183324"/>
                  </a:lnTo>
                  <a:lnTo>
                    <a:pt x="60744" y="187058"/>
                  </a:lnTo>
                  <a:lnTo>
                    <a:pt x="60909" y="190792"/>
                  </a:lnTo>
                  <a:lnTo>
                    <a:pt x="61734" y="193776"/>
                  </a:lnTo>
                  <a:lnTo>
                    <a:pt x="63411" y="193675"/>
                  </a:lnTo>
                  <a:lnTo>
                    <a:pt x="63957" y="190614"/>
                  </a:lnTo>
                  <a:lnTo>
                    <a:pt x="63614" y="183134"/>
                  </a:lnTo>
                  <a:lnTo>
                    <a:pt x="63144" y="181457"/>
                  </a:lnTo>
                  <a:lnTo>
                    <a:pt x="64630" y="181800"/>
                  </a:lnTo>
                  <a:lnTo>
                    <a:pt x="67830" y="181610"/>
                  </a:lnTo>
                  <a:lnTo>
                    <a:pt x="71043" y="181406"/>
                  </a:lnTo>
                  <a:lnTo>
                    <a:pt x="73609" y="180441"/>
                  </a:lnTo>
                  <a:lnTo>
                    <a:pt x="73583" y="180111"/>
                  </a:lnTo>
                  <a:lnTo>
                    <a:pt x="94932" y="204990"/>
                  </a:lnTo>
                  <a:lnTo>
                    <a:pt x="93306" y="205079"/>
                  </a:lnTo>
                  <a:lnTo>
                    <a:pt x="92760" y="208140"/>
                  </a:lnTo>
                  <a:lnTo>
                    <a:pt x="93103" y="215620"/>
                  </a:lnTo>
                  <a:lnTo>
                    <a:pt x="93548" y="217284"/>
                  </a:lnTo>
                  <a:lnTo>
                    <a:pt x="92151" y="216941"/>
                  </a:lnTo>
                  <a:lnTo>
                    <a:pt x="88950" y="217144"/>
                  </a:lnTo>
                  <a:lnTo>
                    <a:pt x="85750" y="217347"/>
                  </a:lnTo>
                  <a:lnTo>
                    <a:pt x="83185" y="218313"/>
                  </a:lnTo>
                  <a:lnTo>
                    <a:pt x="83273" y="220268"/>
                  </a:lnTo>
                  <a:lnTo>
                    <a:pt x="85915" y="220891"/>
                  </a:lnTo>
                  <a:lnTo>
                    <a:pt x="92316" y="220497"/>
                  </a:lnTo>
                  <a:lnTo>
                    <a:pt x="93751" y="219964"/>
                  </a:lnTo>
                  <a:lnTo>
                    <a:pt x="93459" y="221678"/>
                  </a:lnTo>
                  <a:lnTo>
                    <a:pt x="93624" y="225425"/>
                  </a:lnTo>
                  <a:lnTo>
                    <a:pt x="93789" y="229158"/>
                  </a:lnTo>
                  <a:lnTo>
                    <a:pt x="94615" y="232143"/>
                  </a:lnTo>
                  <a:lnTo>
                    <a:pt x="95161" y="232117"/>
                  </a:lnTo>
                  <a:lnTo>
                    <a:pt x="95161" y="205663"/>
                  </a:lnTo>
                  <a:lnTo>
                    <a:pt x="94996" y="205066"/>
                  </a:lnTo>
                  <a:lnTo>
                    <a:pt x="104762" y="216458"/>
                  </a:lnTo>
                  <a:lnTo>
                    <a:pt x="104762" y="205790"/>
                  </a:lnTo>
                  <a:lnTo>
                    <a:pt x="71869" y="167411"/>
                  </a:lnTo>
                  <a:lnTo>
                    <a:pt x="71869" y="178104"/>
                  </a:lnTo>
                  <a:lnTo>
                    <a:pt x="70866" y="177850"/>
                  </a:lnTo>
                  <a:lnTo>
                    <a:pt x="64465" y="178257"/>
                  </a:lnTo>
                  <a:lnTo>
                    <a:pt x="62953" y="178828"/>
                  </a:lnTo>
                  <a:lnTo>
                    <a:pt x="63258" y="177076"/>
                  </a:lnTo>
                  <a:lnTo>
                    <a:pt x="63093" y="173329"/>
                  </a:lnTo>
                  <a:lnTo>
                    <a:pt x="62915" y="169595"/>
                  </a:lnTo>
                  <a:lnTo>
                    <a:pt x="62103" y="166700"/>
                  </a:lnTo>
                  <a:lnTo>
                    <a:pt x="71869" y="178104"/>
                  </a:lnTo>
                  <a:lnTo>
                    <a:pt x="71869" y="167411"/>
                  </a:lnTo>
                  <a:lnTo>
                    <a:pt x="70650" y="165989"/>
                  </a:lnTo>
                  <a:lnTo>
                    <a:pt x="62039" y="155956"/>
                  </a:lnTo>
                  <a:lnTo>
                    <a:pt x="62039" y="166624"/>
                  </a:lnTo>
                  <a:lnTo>
                    <a:pt x="60909" y="166687"/>
                  </a:lnTo>
                  <a:lnTo>
                    <a:pt x="61506" y="165989"/>
                  </a:lnTo>
                  <a:lnTo>
                    <a:pt x="62039" y="166624"/>
                  </a:lnTo>
                  <a:lnTo>
                    <a:pt x="62039" y="155956"/>
                  </a:lnTo>
                  <a:lnTo>
                    <a:pt x="61506" y="155333"/>
                  </a:lnTo>
                  <a:lnTo>
                    <a:pt x="27457" y="195046"/>
                  </a:lnTo>
                  <a:lnTo>
                    <a:pt x="27457" y="216750"/>
                  </a:lnTo>
                  <a:lnTo>
                    <a:pt x="26060" y="216408"/>
                  </a:lnTo>
                  <a:lnTo>
                    <a:pt x="22860" y="216611"/>
                  </a:lnTo>
                  <a:lnTo>
                    <a:pt x="19659" y="216801"/>
                  </a:lnTo>
                  <a:lnTo>
                    <a:pt x="17170" y="217754"/>
                  </a:lnTo>
                  <a:lnTo>
                    <a:pt x="17170" y="219671"/>
                  </a:lnTo>
                  <a:lnTo>
                    <a:pt x="16332" y="218681"/>
                  </a:lnTo>
                  <a:lnTo>
                    <a:pt x="17094" y="217792"/>
                  </a:lnTo>
                  <a:lnTo>
                    <a:pt x="17170" y="219671"/>
                  </a:lnTo>
                  <a:lnTo>
                    <a:pt x="17170" y="217754"/>
                  </a:lnTo>
                  <a:lnTo>
                    <a:pt x="26885" y="206375"/>
                  </a:lnTo>
                  <a:lnTo>
                    <a:pt x="26670" y="207606"/>
                  </a:lnTo>
                  <a:lnTo>
                    <a:pt x="27012" y="215087"/>
                  </a:lnTo>
                  <a:lnTo>
                    <a:pt x="27457" y="216750"/>
                  </a:lnTo>
                  <a:lnTo>
                    <a:pt x="27457" y="195046"/>
                  </a:lnTo>
                  <a:lnTo>
                    <a:pt x="7188" y="218681"/>
                  </a:lnTo>
                  <a:lnTo>
                    <a:pt x="61506" y="282028"/>
                  </a:lnTo>
                  <a:lnTo>
                    <a:pt x="70650" y="271360"/>
                  </a:lnTo>
                  <a:lnTo>
                    <a:pt x="115824" y="218681"/>
                  </a:lnTo>
                  <a:close/>
                </a:path>
                <a:path w="318134" h="359409">
                  <a:moveTo>
                    <a:pt x="164985" y="295833"/>
                  </a:moveTo>
                  <a:lnTo>
                    <a:pt x="155854" y="285191"/>
                  </a:lnTo>
                  <a:lnTo>
                    <a:pt x="155854" y="295833"/>
                  </a:lnTo>
                  <a:lnTo>
                    <a:pt x="145745" y="307619"/>
                  </a:lnTo>
                  <a:lnTo>
                    <a:pt x="146011" y="306133"/>
                  </a:lnTo>
                  <a:lnTo>
                    <a:pt x="145669" y="298653"/>
                  </a:lnTo>
                  <a:lnTo>
                    <a:pt x="144856" y="295656"/>
                  </a:lnTo>
                  <a:lnTo>
                    <a:pt x="145326" y="292595"/>
                  </a:lnTo>
                  <a:lnTo>
                    <a:pt x="145148" y="288861"/>
                  </a:lnTo>
                  <a:lnTo>
                    <a:pt x="144983" y="285115"/>
                  </a:lnTo>
                  <a:lnTo>
                    <a:pt x="144322" y="282740"/>
                  </a:lnTo>
                  <a:lnTo>
                    <a:pt x="144322" y="309283"/>
                  </a:lnTo>
                  <a:lnTo>
                    <a:pt x="110680" y="348526"/>
                  </a:lnTo>
                  <a:lnTo>
                    <a:pt x="98996" y="334899"/>
                  </a:lnTo>
                  <a:lnTo>
                    <a:pt x="101587" y="335521"/>
                  </a:lnTo>
                  <a:lnTo>
                    <a:pt x="107988" y="335127"/>
                  </a:lnTo>
                  <a:lnTo>
                    <a:pt x="109423" y="334594"/>
                  </a:lnTo>
                  <a:lnTo>
                    <a:pt x="109131" y="336308"/>
                  </a:lnTo>
                  <a:lnTo>
                    <a:pt x="109296" y="340042"/>
                  </a:lnTo>
                  <a:lnTo>
                    <a:pt x="109461" y="343789"/>
                  </a:lnTo>
                  <a:lnTo>
                    <a:pt x="110286" y="346773"/>
                  </a:lnTo>
                  <a:lnTo>
                    <a:pt x="111963" y="346659"/>
                  </a:lnTo>
                  <a:lnTo>
                    <a:pt x="112509" y="343598"/>
                  </a:lnTo>
                  <a:lnTo>
                    <a:pt x="112166" y="336118"/>
                  </a:lnTo>
                  <a:lnTo>
                    <a:pt x="111709" y="334454"/>
                  </a:lnTo>
                  <a:lnTo>
                    <a:pt x="113182" y="334797"/>
                  </a:lnTo>
                  <a:lnTo>
                    <a:pt x="116395" y="334594"/>
                  </a:lnTo>
                  <a:lnTo>
                    <a:pt x="119595" y="334391"/>
                  </a:lnTo>
                  <a:lnTo>
                    <a:pt x="122161" y="333425"/>
                  </a:lnTo>
                  <a:lnTo>
                    <a:pt x="122059" y="331470"/>
                  </a:lnTo>
                  <a:lnTo>
                    <a:pt x="119430" y="330847"/>
                  </a:lnTo>
                  <a:lnTo>
                    <a:pt x="113017" y="331241"/>
                  </a:lnTo>
                  <a:lnTo>
                    <a:pt x="111506" y="331812"/>
                  </a:lnTo>
                  <a:lnTo>
                    <a:pt x="111810" y="330060"/>
                  </a:lnTo>
                  <a:lnTo>
                    <a:pt x="111645" y="326326"/>
                  </a:lnTo>
                  <a:lnTo>
                    <a:pt x="111480" y="322580"/>
                  </a:lnTo>
                  <a:lnTo>
                    <a:pt x="110655" y="319595"/>
                  </a:lnTo>
                  <a:lnTo>
                    <a:pt x="108978" y="319709"/>
                  </a:lnTo>
                  <a:lnTo>
                    <a:pt x="108432" y="322770"/>
                  </a:lnTo>
                  <a:lnTo>
                    <a:pt x="108775" y="330250"/>
                  </a:lnTo>
                  <a:lnTo>
                    <a:pt x="109220" y="331914"/>
                  </a:lnTo>
                  <a:lnTo>
                    <a:pt x="107823" y="331571"/>
                  </a:lnTo>
                  <a:lnTo>
                    <a:pt x="104622" y="331774"/>
                  </a:lnTo>
                  <a:lnTo>
                    <a:pt x="101422" y="331965"/>
                  </a:lnTo>
                  <a:lnTo>
                    <a:pt x="98856" y="332930"/>
                  </a:lnTo>
                  <a:lnTo>
                    <a:pt x="98933" y="334835"/>
                  </a:lnTo>
                  <a:lnTo>
                    <a:pt x="66433" y="296913"/>
                  </a:lnTo>
                  <a:lnTo>
                    <a:pt x="68999" y="297510"/>
                  </a:lnTo>
                  <a:lnTo>
                    <a:pt x="75412" y="297116"/>
                  </a:lnTo>
                  <a:lnTo>
                    <a:pt x="76835" y="296583"/>
                  </a:lnTo>
                  <a:lnTo>
                    <a:pt x="76542" y="298297"/>
                  </a:lnTo>
                  <a:lnTo>
                    <a:pt x="76720" y="302044"/>
                  </a:lnTo>
                  <a:lnTo>
                    <a:pt x="76898" y="305777"/>
                  </a:lnTo>
                  <a:lnTo>
                    <a:pt x="77711" y="308762"/>
                  </a:lnTo>
                  <a:lnTo>
                    <a:pt x="79387" y="308660"/>
                  </a:lnTo>
                  <a:lnTo>
                    <a:pt x="79933" y="305587"/>
                  </a:lnTo>
                  <a:lnTo>
                    <a:pt x="79578" y="298119"/>
                  </a:lnTo>
                  <a:lnTo>
                    <a:pt x="79121" y="296443"/>
                  </a:lnTo>
                  <a:lnTo>
                    <a:pt x="80606" y="296786"/>
                  </a:lnTo>
                  <a:lnTo>
                    <a:pt x="83807" y="296583"/>
                  </a:lnTo>
                  <a:lnTo>
                    <a:pt x="87007" y="296392"/>
                  </a:lnTo>
                  <a:lnTo>
                    <a:pt x="89573" y="295427"/>
                  </a:lnTo>
                  <a:lnTo>
                    <a:pt x="89484" y="293471"/>
                  </a:lnTo>
                  <a:lnTo>
                    <a:pt x="86842" y="292836"/>
                  </a:lnTo>
                  <a:lnTo>
                    <a:pt x="80441" y="293230"/>
                  </a:lnTo>
                  <a:lnTo>
                    <a:pt x="78930" y="293801"/>
                  </a:lnTo>
                  <a:lnTo>
                    <a:pt x="79235" y="292049"/>
                  </a:lnTo>
                  <a:lnTo>
                    <a:pt x="79070" y="288315"/>
                  </a:lnTo>
                  <a:lnTo>
                    <a:pt x="78892" y="284581"/>
                  </a:lnTo>
                  <a:lnTo>
                    <a:pt x="78066" y="281597"/>
                  </a:lnTo>
                  <a:lnTo>
                    <a:pt x="77698" y="281622"/>
                  </a:lnTo>
                  <a:lnTo>
                    <a:pt x="110680" y="243154"/>
                  </a:lnTo>
                  <a:lnTo>
                    <a:pt x="144094" y="282143"/>
                  </a:lnTo>
                  <a:lnTo>
                    <a:pt x="142481" y="282244"/>
                  </a:lnTo>
                  <a:lnTo>
                    <a:pt x="141935" y="285305"/>
                  </a:lnTo>
                  <a:lnTo>
                    <a:pt x="142278" y="292785"/>
                  </a:lnTo>
                  <a:lnTo>
                    <a:pt x="142722" y="294449"/>
                  </a:lnTo>
                  <a:lnTo>
                    <a:pt x="141338" y="294106"/>
                  </a:lnTo>
                  <a:lnTo>
                    <a:pt x="138125" y="294309"/>
                  </a:lnTo>
                  <a:lnTo>
                    <a:pt x="134924" y="294500"/>
                  </a:lnTo>
                  <a:lnTo>
                    <a:pt x="132359" y="295465"/>
                  </a:lnTo>
                  <a:lnTo>
                    <a:pt x="132448" y="297421"/>
                  </a:lnTo>
                  <a:lnTo>
                    <a:pt x="135089" y="298056"/>
                  </a:lnTo>
                  <a:lnTo>
                    <a:pt x="141503" y="297662"/>
                  </a:lnTo>
                  <a:lnTo>
                    <a:pt x="142925" y="297129"/>
                  </a:lnTo>
                  <a:lnTo>
                    <a:pt x="142633" y="298843"/>
                  </a:lnTo>
                  <a:lnTo>
                    <a:pt x="142798" y="302577"/>
                  </a:lnTo>
                  <a:lnTo>
                    <a:pt x="142976" y="306324"/>
                  </a:lnTo>
                  <a:lnTo>
                    <a:pt x="143802" y="309308"/>
                  </a:lnTo>
                  <a:lnTo>
                    <a:pt x="144322" y="309283"/>
                  </a:lnTo>
                  <a:lnTo>
                    <a:pt x="144322" y="282740"/>
                  </a:lnTo>
                  <a:lnTo>
                    <a:pt x="144183" y="282232"/>
                  </a:lnTo>
                  <a:lnTo>
                    <a:pt x="155854" y="295833"/>
                  </a:lnTo>
                  <a:lnTo>
                    <a:pt x="155854" y="285191"/>
                  </a:lnTo>
                  <a:lnTo>
                    <a:pt x="119824" y="243154"/>
                  </a:lnTo>
                  <a:lnTo>
                    <a:pt x="110680" y="232486"/>
                  </a:lnTo>
                  <a:lnTo>
                    <a:pt x="76644" y="272199"/>
                  </a:lnTo>
                  <a:lnTo>
                    <a:pt x="76644" y="293916"/>
                  </a:lnTo>
                  <a:lnTo>
                    <a:pt x="75247" y="293573"/>
                  </a:lnTo>
                  <a:lnTo>
                    <a:pt x="72034" y="293763"/>
                  </a:lnTo>
                  <a:lnTo>
                    <a:pt x="68834" y="293966"/>
                  </a:lnTo>
                  <a:lnTo>
                    <a:pt x="66357" y="294906"/>
                  </a:lnTo>
                  <a:lnTo>
                    <a:pt x="66357" y="296824"/>
                  </a:lnTo>
                  <a:lnTo>
                    <a:pt x="65519" y="295833"/>
                  </a:lnTo>
                  <a:lnTo>
                    <a:pt x="66268" y="294970"/>
                  </a:lnTo>
                  <a:lnTo>
                    <a:pt x="66357" y="296824"/>
                  </a:lnTo>
                  <a:lnTo>
                    <a:pt x="66357" y="294906"/>
                  </a:lnTo>
                  <a:lnTo>
                    <a:pt x="76060" y="283540"/>
                  </a:lnTo>
                  <a:lnTo>
                    <a:pt x="75844" y="284772"/>
                  </a:lnTo>
                  <a:lnTo>
                    <a:pt x="76200" y="292239"/>
                  </a:lnTo>
                  <a:lnTo>
                    <a:pt x="76644" y="293916"/>
                  </a:lnTo>
                  <a:lnTo>
                    <a:pt x="76644" y="272199"/>
                  </a:lnTo>
                  <a:lnTo>
                    <a:pt x="56375" y="295833"/>
                  </a:lnTo>
                  <a:lnTo>
                    <a:pt x="110680" y="359194"/>
                  </a:lnTo>
                  <a:lnTo>
                    <a:pt x="119824" y="348526"/>
                  </a:lnTo>
                  <a:lnTo>
                    <a:pt x="164985" y="295833"/>
                  </a:lnTo>
                  <a:close/>
                </a:path>
                <a:path w="318134" h="359409">
                  <a:moveTo>
                    <a:pt x="317881" y="63347"/>
                  </a:moveTo>
                  <a:lnTo>
                    <a:pt x="308749" y="52705"/>
                  </a:lnTo>
                  <a:lnTo>
                    <a:pt x="308749" y="63347"/>
                  </a:lnTo>
                  <a:lnTo>
                    <a:pt x="298653" y="75133"/>
                  </a:lnTo>
                  <a:lnTo>
                    <a:pt x="298919" y="73634"/>
                  </a:lnTo>
                  <a:lnTo>
                    <a:pt x="298564" y="66167"/>
                  </a:lnTo>
                  <a:lnTo>
                    <a:pt x="298107" y="64490"/>
                  </a:lnTo>
                  <a:lnTo>
                    <a:pt x="299593" y="64833"/>
                  </a:lnTo>
                  <a:lnTo>
                    <a:pt x="302793" y="64630"/>
                  </a:lnTo>
                  <a:lnTo>
                    <a:pt x="305993" y="64439"/>
                  </a:lnTo>
                  <a:lnTo>
                    <a:pt x="308559" y="63474"/>
                  </a:lnTo>
                  <a:lnTo>
                    <a:pt x="308533" y="63106"/>
                  </a:lnTo>
                  <a:lnTo>
                    <a:pt x="308749" y="63347"/>
                  </a:lnTo>
                  <a:lnTo>
                    <a:pt x="308749" y="52705"/>
                  </a:lnTo>
                  <a:lnTo>
                    <a:pt x="306844" y="50482"/>
                  </a:lnTo>
                  <a:lnTo>
                    <a:pt x="306844" y="61137"/>
                  </a:lnTo>
                  <a:lnTo>
                    <a:pt x="305828" y="60883"/>
                  </a:lnTo>
                  <a:lnTo>
                    <a:pt x="299427" y="61290"/>
                  </a:lnTo>
                  <a:lnTo>
                    <a:pt x="297916" y="61861"/>
                  </a:lnTo>
                  <a:lnTo>
                    <a:pt x="298221" y="60096"/>
                  </a:lnTo>
                  <a:lnTo>
                    <a:pt x="298043" y="56362"/>
                  </a:lnTo>
                  <a:lnTo>
                    <a:pt x="297878" y="52628"/>
                  </a:lnTo>
                  <a:lnTo>
                    <a:pt x="297230" y="50330"/>
                  </a:lnTo>
                  <a:lnTo>
                    <a:pt x="297230" y="76784"/>
                  </a:lnTo>
                  <a:lnTo>
                    <a:pt x="263588" y="116039"/>
                  </a:lnTo>
                  <a:lnTo>
                    <a:pt x="251904" y="102425"/>
                  </a:lnTo>
                  <a:lnTo>
                    <a:pt x="254482" y="103035"/>
                  </a:lnTo>
                  <a:lnTo>
                    <a:pt x="260883" y="102628"/>
                  </a:lnTo>
                  <a:lnTo>
                    <a:pt x="262318" y="102095"/>
                  </a:lnTo>
                  <a:lnTo>
                    <a:pt x="262026" y="103822"/>
                  </a:lnTo>
                  <a:lnTo>
                    <a:pt x="262191" y="107556"/>
                  </a:lnTo>
                  <a:lnTo>
                    <a:pt x="262356" y="111290"/>
                  </a:lnTo>
                  <a:lnTo>
                    <a:pt x="263182" y="114274"/>
                  </a:lnTo>
                  <a:lnTo>
                    <a:pt x="264858" y="114173"/>
                  </a:lnTo>
                  <a:lnTo>
                    <a:pt x="265404" y="111099"/>
                  </a:lnTo>
                  <a:lnTo>
                    <a:pt x="265061" y="103632"/>
                  </a:lnTo>
                  <a:lnTo>
                    <a:pt x="264604" y="101955"/>
                  </a:lnTo>
                  <a:lnTo>
                    <a:pt x="266077" y="102298"/>
                  </a:lnTo>
                  <a:lnTo>
                    <a:pt x="269290" y="102095"/>
                  </a:lnTo>
                  <a:lnTo>
                    <a:pt x="272491" y="101904"/>
                  </a:lnTo>
                  <a:lnTo>
                    <a:pt x="275056" y="100939"/>
                  </a:lnTo>
                  <a:lnTo>
                    <a:pt x="274967" y="98983"/>
                  </a:lnTo>
                  <a:lnTo>
                    <a:pt x="272326" y="98348"/>
                  </a:lnTo>
                  <a:lnTo>
                    <a:pt x="265912" y="98755"/>
                  </a:lnTo>
                  <a:lnTo>
                    <a:pt x="264401" y="99326"/>
                  </a:lnTo>
                  <a:lnTo>
                    <a:pt x="264706" y="97574"/>
                  </a:lnTo>
                  <a:lnTo>
                    <a:pt x="264541" y="93827"/>
                  </a:lnTo>
                  <a:lnTo>
                    <a:pt x="264375" y="90093"/>
                  </a:lnTo>
                  <a:lnTo>
                    <a:pt x="263550" y="87109"/>
                  </a:lnTo>
                  <a:lnTo>
                    <a:pt x="261874" y="87210"/>
                  </a:lnTo>
                  <a:lnTo>
                    <a:pt x="261327" y="90284"/>
                  </a:lnTo>
                  <a:lnTo>
                    <a:pt x="261670" y="97751"/>
                  </a:lnTo>
                  <a:lnTo>
                    <a:pt x="262115" y="99428"/>
                  </a:lnTo>
                  <a:lnTo>
                    <a:pt x="260718" y="99085"/>
                  </a:lnTo>
                  <a:lnTo>
                    <a:pt x="257517" y="99275"/>
                  </a:lnTo>
                  <a:lnTo>
                    <a:pt x="254317" y="99479"/>
                  </a:lnTo>
                  <a:lnTo>
                    <a:pt x="251752" y="100444"/>
                  </a:lnTo>
                  <a:lnTo>
                    <a:pt x="251828" y="102349"/>
                  </a:lnTo>
                  <a:lnTo>
                    <a:pt x="219329" y="64427"/>
                  </a:lnTo>
                  <a:lnTo>
                    <a:pt x="221894" y="65024"/>
                  </a:lnTo>
                  <a:lnTo>
                    <a:pt x="228307" y="64630"/>
                  </a:lnTo>
                  <a:lnTo>
                    <a:pt x="229743" y="64096"/>
                  </a:lnTo>
                  <a:lnTo>
                    <a:pt x="229450" y="65811"/>
                  </a:lnTo>
                  <a:lnTo>
                    <a:pt x="229616" y="69545"/>
                  </a:lnTo>
                  <a:lnTo>
                    <a:pt x="229781" y="73291"/>
                  </a:lnTo>
                  <a:lnTo>
                    <a:pt x="230606" y="76276"/>
                  </a:lnTo>
                  <a:lnTo>
                    <a:pt x="232283" y="76161"/>
                  </a:lnTo>
                  <a:lnTo>
                    <a:pt x="232829" y="73101"/>
                  </a:lnTo>
                  <a:lnTo>
                    <a:pt x="232486" y="65620"/>
                  </a:lnTo>
                  <a:lnTo>
                    <a:pt x="232016" y="63957"/>
                  </a:lnTo>
                  <a:lnTo>
                    <a:pt x="233502" y="64300"/>
                  </a:lnTo>
                  <a:lnTo>
                    <a:pt x="236702" y="64096"/>
                  </a:lnTo>
                  <a:lnTo>
                    <a:pt x="239915" y="63893"/>
                  </a:lnTo>
                  <a:lnTo>
                    <a:pt x="242481" y="62928"/>
                  </a:lnTo>
                  <a:lnTo>
                    <a:pt x="242379" y="60972"/>
                  </a:lnTo>
                  <a:lnTo>
                    <a:pt x="239737" y="60350"/>
                  </a:lnTo>
                  <a:lnTo>
                    <a:pt x="233337" y="60744"/>
                  </a:lnTo>
                  <a:lnTo>
                    <a:pt x="231825" y="61315"/>
                  </a:lnTo>
                  <a:lnTo>
                    <a:pt x="232130" y="59563"/>
                  </a:lnTo>
                  <a:lnTo>
                    <a:pt x="231965" y="55829"/>
                  </a:lnTo>
                  <a:lnTo>
                    <a:pt x="231787" y="52082"/>
                  </a:lnTo>
                  <a:lnTo>
                    <a:pt x="230962" y="49098"/>
                  </a:lnTo>
                  <a:lnTo>
                    <a:pt x="230606" y="49123"/>
                  </a:lnTo>
                  <a:lnTo>
                    <a:pt x="262369" y="12077"/>
                  </a:lnTo>
                  <a:lnTo>
                    <a:pt x="261950" y="14452"/>
                  </a:lnTo>
                  <a:lnTo>
                    <a:pt x="262293" y="21932"/>
                  </a:lnTo>
                  <a:lnTo>
                    <a:pt x="262737" y="23596"/>
                  </a:lnTo>
                  <a:lnTo>
                    <a:pt x="261340" y="23253"/>
                  </a:lnTo>
                  <a:lnTo>
                    <a:pt x="258140" y="23456"/>
                  </a:lnTo>
                  <a:lnTo>
                    <a:pt x="254939" y="23647"/>
                  </a:lnTo>
                  <a:lnTo>
                    <a:pt x="252374" y="24612"/>
                  </a:lnTo>
                  <a:lnTo>
                    <a:pt x="252463" y="26568"/>
                  </a:lnTo>
                  <a:lnTo>
                    <a:pt x="255104" y="27203"/>
                  </a:lnTo>
                  <a:lnTo>
                    <a:pt x="261505" y="26809"/>
                  </a:lnTo>
                  <a:lnTo>
                    <a:pt x="262940" y="26276"/>
                  </a:lnTo>
                  <a:lnTo>
                    <a:pt x="262648" y="27990"/>
                  </a:lnTo>
                  <a:lnTo>
                    <a:pt x="262813" y="31724"/>
                  </a:lnTo>
                  <a:lnTo>
                    <a:pt x="262978" y="35471"/>
                  </a:lnTo>
                  <a:lnTo>
                    <a:pt x="263804" y="38455"/>
                  </a:lnTo>
                  <a:lnTo>
                    <a:pt x="265480" y="38341"/>
                  </a:lnTo>
                  <a:lnTo>
                    <a:pt x="266026" y="35280"/>
                  </a:lnTo>
                  <a:lnTo>
                    <a:pt x="265684" y="27800"/>
                  </a:lnTo>
                  <a:lnTo>
                    <a:pt x="265226" y="26136"/>
                  </a:lnTo>
                  <a:lnTo>
                    <a:pt x="266700" y="26479"/>
                  </a:lnTo>
                  <a:lnTo>
                    <a:pt x="269913" y="26276"/>
                  </a:lnTo>
                  <a:lnTo>
                    <a:pt x="273113" y="26073"/>
                  </a:lnTo>
                  <a:lnTo>
                    <a:pt x="275678" y="25107"/>
                  </a:lnTo>
                  <a:lnTo>
                    <a:pt x="275653" y="24765"/>
                  </a:lnTo>
                  <a:lnTo>
                    <a:pt x="297002" y="49657"/>
                  </a:lnTo>
                  <a:lnTo>
                    <a:pt x="295376" y="49745"/>
                  </a:lnTo>
                  <a:lnTo>
                    <a:pt x="294830" y="52819"/>
                  </a:lnTo>
                  <a:lnTo>
                    <a:pt x="295186" y="60286"/>
                  </a:lnTo>
                  <a:lnTo>
                    <a:pt x="295630" y="61963"/>
                  </a:lnTo>
                  <a:lnTo>
                    <a:pt x="294233" y="61620"/>
                  </a:lnTo>
                  <a:lnTo>
                    <a:pt x="291020" y="61810"/>
                  </a:lnTo>
                  <a:lnTo>
                    <a:pt x="287820" y="62014"/>
                  </a:lnTo>
                  <a:lnTo>
                    <a:pt x="285254" y="62979"/>
                  </a:lnTo>
                  <a:lnTo>
                    <a:pt x="285343" y="64935"/>
                  </a:lnTo>
                  <a:lnTo>
                    <a:pt x="287985" y="65557"/>
                  </a:lnTo>
                  <a:lnTo>
                    <a:pt x="294398" y="65163"/>
                  </a:lnTo>
                  <a:lnTo>
                    <a:pt x="295821" y="64630"/>
                  </a:lnTo>
                  <a:lnTo>
                    <a:pt x="295529" y="66357"/>
                  </a:lnTo>
                  <a:lnTo>
                    <a:pt x="295694" y="70091"/>
                  </a:lnTo>
                  <a:lnTo>
                    <a:pt x="295871" y="73825"/>
                  </a:lnTo>
                  <a:lnTo>
                    <a:pt x="296697" y="76809"/>
                  </a:lnTo>
                  <a:lnTo>
                    <a:pt x="297230" y="76784"/>
                  </a:lnTo>
                  <a:lnTo>
                    <a:pt x="297230" y="50330"/>
                  </a:lnTo>
                  <a:lnTo>
                    <a:pt x="297065" y="49733"/>
                  </a:lnTo>
                  <a:lnTo>
                    <a:pt x="306844" y="61137"/>
                  </a:lnTo>
                  <a:lnTo>
                    <a:pt x="306844" y="50482"/>
                  </a:lnTo>
                  <a:lnTo>
                    <a:pt x="273951" y="12103"/>
                  </a:lnTo>
                  <a:lnTo>
                    <a:pt x="273951" y="22771"/>
                  </a:lnTo>
                  <a:lnTo>
                    <a:pt x="272948" y="22529"/>
                  </a:lnTo>
                  <a:lnTo>
                    <a:pt x="266534" y="22923"/>
                  </a:lnTo>
                  <a:lnTo>
                    <a:pt x="265023" y="23495"/>
                  </a:lnTo>
                  <a:lnTo>
                    <a:pt x="265328" y="21742"/>
                  </a:lnTo>
                  <a:lnTo>
                    <a:pt x="265163" y="18008"/>
                  </a:lnTo>
                  <a:lnTo>
                    <a:pt x="264998" y="14262"/>
                  </a:lnTo>
                  <a:lnTo>
                    <a:pt x="264185" y="11366"/>
                  </a:lnTo>
                  <a:lnTo>
                    <a:pt x="273951" y="22771"/>
                  </a:lnTo>
                  <a:lnTo>
                    <a:pt x="273951" y="12103"/>
                  </a:lnTo>
                  <a:lnTo>
                    <a:pt x="272719" y="10655"/>
                  </a:lnTo>
                  <a:lnTo>
                    <a:pt x="264121" y="635"/>
                  </a:lnTo>
                  <a:lnTo>
                    <a:pt x="264121" y="11290"/>
                  </a:lnTo>
                  <a:lnTo>
                    <a:pt x="262978" y="11366"/>
                  </a:lnTo>
                  <a:lnTo>
                    <a:pt x="263588" y="10655"/>
                  </a:lnTo>
                  <a:lnTo>
                    <a:pt x="264121" y="11290"/>
                  </a:lnTo>
                  <a:lnTo>
                    <a:pt x="264121" y="635"/>
                  </a:lnTo>
                  <a:lnTo>
                    <a:pt x="263588" y="0"/>
                  </a:lnTo>
                  <a:lnTo>
                    <a:pt x="229539" y="39712"/>
                  </a:lnTo>
                  <a:lnTo>
                    <a:pt x="229539" y="61417"/>
                  </a:lnTo>
                  <a:lnTo>
                    <a:pt x="228142" y="61074"/>
                  </a:lnTo>
                  <a:lnTo>
                    <a:pt x="224942" y="61277"/>
                  </a:lnTo>
                  <a:lnTo>
                    <a:pt x="221729" y="61468"/>
                  </a:lnTo>
                  <a:lnTo>
                    <a:pt x="219252" y="62407"/>
                  </a:lnTo>
                  <a:lnTo>
                    <a:pt x="219252" y="64338"/>
                  </a:lnTo>
                  <a:lnTo>
                    <a:pt x="218414" y="63347"/>
                  </a:lnTo>
                  <a:lnTo>
                    <a:pt x="219163" y="62484"/>
                  </a:lnTo>
                  <a:lnTo>
                    <a:pt x="219252" y="64338"/>
                  </a:lnTo>
                  <a:lnTo>
                    <a:pt x="219252" y="62407"/>
                  </a:lnTo>
                  <a:lnTo>
                    <a:pt x="228955" y="51054"/>
                  </a:lnTo>
                  <a:lnTo>
                    <a:pt x="228739" y="52273"/>
                  </a:lnTo>
                  <a:lnTo>
                    <a:pt x="229095" y="59753"/>
                  </a:lnTo>
                  <a:lnTo>
                    <a:pt x="229539" y="61417"/>
                  </a:lnTo>
                  <a:lnTo>
                    <a:pt x="229539" y="39712"/>
                  </a:lnTo>
                  <a:lnTo>
                    <a:pt x="213055" y="58928"/>
                  </a:lnTo>
                  <a:lnTo>
                    <a:pt x="207721" y="52705"/>
                  </a:lnTo>
                  <a:lnTo>
                    <a:pt x="207721" y="63347"/>
                  </a:lnTo>
                  <a:lnTo>
                    <a:pt x="197599" y="75145"/>
                  </a:lnTo>
                  <a:lnTo>
                    <a:pt x="197878" y="73634"/>
                  </a:lnTo>
                  <a:lnTo>
                    <a:pt x="197535" y="66167"/>
                  </a:lnTo>
                  <a:lnTo>
                    <a:pt x="197065" y="64490"/>
                  </a:lnTo>
                  <a:lnTo>
                    <a:pt x="198551" y="64833"/>
                  </a:lnTo>
                  <a:lnTo>
                    <a:pt x="201752" y="64630"/>
                  </a:lnTo>
                  <a:lnTo>
                    <a:pt x="204965" y="64439"/>
                  </a:lnTo>
                  <a:lnTo>
                    <a:pt x="207530" y="63474"/>
                  </a:lnTo>
                  <a:lnTo>
                    <a:pt x="207505" y="63106"/>
                  </a:lnTo>
                  <a:lnTo>
                    <a:pt x="207721" y="63347"/>
                  </a:lnTo>
                  <a:lnTo>
                    <a:pt x="207721" y="52705"/>
                  </a:lnTo>
                  <a:lnTo>
                    <a:pt x="205816" y="50482"/>
                  </a:lnTo>
                  <a:lnTo>
                    <a:pt x="205816" y="61137"/>
                  </a:lnTo>
                  <a:lnTo>
                    <a:pt x="204787" y="60883"/>
                  </a:lnTo>
                  <a:lnTo>
                    <a:pt x="198386" y="61290"/>
                  </a:lnTo>
                  <a:lnTo>
                    <a:pt x="196875" y="61861"/>
                  </a:lnTo>
                  <a:lnTo>
                    <a:pt x="197180" y="60096"/>
                  </a:lnTo>
                  <a:lnTo>
                    <a:pt x="197015" y="56362"/>
                  </a:lnTo>
                  <a:lnTo>
                    <a:pt x="196850" y="52628"/>
                  </a:lnTo>
                  <a:lnTo>
                    <a:pt x="196202" y="50355"/>
                  </a:lnTo>
                  <a:lnTo>
                    <a:pt x="196202" y="76784"/>
                  </a:lnTo>
                  <a:lnTo>
                    <a:pt x="162547" y="116039"/>
                  </a:lnTo>
                  <a:lnTo>
                    <a:pt x="150863" y="102425"/>
                  </a:lnTo>
                  <a:lnTo>
                    <a:pt x="153441" y="103035"/>
                  </a:lnTo>
                  <a:lnTo>
                    <a:pt x="159854" y="102628"/>
                  </a:lnTo>
                  <a:lnTo>
                    <a:pt x="161277" y="102095"/>
                  </a:lnTo>
                  <a:lnTo>
                    <a:pt x="160985" y="103822"/>
                  </a:lnTo>
                  <a:lnTo>
                    <a:pt x="161150" y="107556"/>
                  </a:lnTo>
                  <a:lnTo>
                    <a:pt x="161328" y="111290"/>
                  </a:lnTo>
                  <a:lnTo>
                    <a:pt x="162153" y="114274"/>
                  </a:lnTo>
                  <a:lnTo>
                    <a:pt x="163830" y="114173"/>
                  </a:lnTo>
                  <a:lnTo>
                    <a:pt x="164376" y="111099"/>
                  </a:lnTo>
                  <a:lnTo>
                    <a:pt x="164020" y="103632"/>
                  </a:lnTo>
                  <a:lnTo>
                    <a:pt x="163563" y="101955"/>
                  </a:lnTo>
                  <a:lnTo>
                    <a:pt x="165049" y="102298"/>
                  </a:lnTo>
                  <a:lnTo>
                    <a:pt x="168249" y="102095"/>
                  </a:lnTo>
                  <a:lnTo>
                    <a:pt x="171450" y="101904"/>
                  </a:lnTo>
                  <a:lnTo>
                    <a:pt x="174015" y="100939"/>
                  </a:lnTo>
                  <a:lnTo>
                    <a:pt x="173926" y="98983"/>
                  </a:lnTo>
                  <a:lnTo>
                    <a:pt x="171284" y="98348"/>
                  </a:lnTo>
                  <a:lnTo>
                    <a:pt x="164884" y="98755"/>
                  </a:lnTo>
                  <a:lnTo>
                    <a:pt x="163372" y="99326"/>
                  </a:lnTo>
                  <a:lnTo>
                    <a:pt x="163677" y="97574"/>
                  </a:lnTo>
                  <a:lnTo>
                    <a:pt x="163499" y="93827"/>
                  </a:lnTo>
                  <a:lnTo>
                    <a:pt x="163334" y="90093"/>
                  </a:lnTo>
                  <a:lnTo>
                    <a:pt x="162509" y="87109"/>
                  </a:lnTo>
                  <a:lnTo>
                    <a:pt x="160832" y="87210"/>
                  </a:lnTo>
                  <a:lnTo>
                    <a:pt x="160286" y="90284"/>
                  </a:lnTo>
                  <a:lnTo>
                    <a:pt x="160629" y="97751"/>
                  </a:lnTo>
                  <a:lnTo>
                    <a:pt x="161086" y="99428"/>
                  </a:lnTo>
                  <a:lnTo>
                    <a:pt x="159689" y="99085"/>
                  </a:lnTo>
                  <a:lnTo>
                    <a:pt x="156476" y="99275"/>
                  </a:lnTo>
                  <a:lnTo>
                    <a:pt x="153276" y="99479"/>
                  </a:lnTo>
                  <a:lnTo>
                    <a:pt x="150710" y="100444"/>
                  </a:lnTo>
                  <a:lnTo>
                    <a:pt x="150787" y="102349"/>
                  </a:lnTo>
                  <a:lnTo>
                    <a:pt x="118287" y="64427"/>
                  </a:lnTo>
                  <a:lnTo>
                    <a:pt x="120865" y="65024"/>
                  </a:lnTo>
                  <a:lnTo>
                    <a:pt x="127266" y="64630"/>
                  </a:lnTo>
                  <a:lnTo>
                    <a:pt x="128701" y="64096"/>
                  </a:lnTo>
                  <a:lnTo>
                    <a:pt x="128409" y="65811"/>
                  </a:lnTo>
                  <a:lnTo>
                    <a:pt x="128574" y="69545"/>
                  </a:lnTo>
                  <a:lnTo>
                    <a:pt x="128739" y="73291"/>
                  </a:lnTo>
                  <a:lnTo>
                    <a:pt x="129565" y="76276"/>
                  </a:lnTo>
                  <a:lnTo>
                    <a:pt x="131241" y="76161"/>
                  </a:lnTo>
                  <a:lnTo>
                    <a:pt x="131787" y="73101"/>
                  </a:lnTo>
                  <a:lnTo>
                    <a:pt x="131445" y="65620"/>
                  </a:lnTo>
                  <a:lnTo>
                    <a:pt x="130987" y="63957"/>
                  </a:lnTo>
                  <a:lnTo>
                    <a:pt x="132461" y="64300"/>
                  </a:lnTo>
                  <a:lnTo>
                    <a:pt x="135674" y="64096"/>
                  </a:lnTo>
                  <a:lnTo>
                    <a:pt x="138874" y="63893"/>
                  </a:lnTo>
                  <a:lnTo>
                    <a:pt x="141439" y="62928"/>
                  </a:lnTo>
                  <a:lnTo>
                    <a:pt x="141338" y="60972"/>
                  </a:lnTo>
                  <a:lnTo>
                    <a:pt x="138709" y="60350"/>
                  </a:lnTo>
                  <a:lnTo>
                    <a:pt x="132295" y="60744"/>
                  </a:lnTo>
                  <a:lnTo>
                    <a:pt x="130784" y="61315"/>
                  </a:lnTo>
                  <a:lnTo>
                    <a:pt x="131089" y="59563"/>
                  </a:lnTo>
                  <a:lnTo>
                    <a:pt x="130924" y="55829"/>
                  </a:lnTo>
                  <a:lnTo>
                    <a:pt x="130759" y="52082"/>
                  </a:lnTo>
                  <a:lnTo>
                    <a:pt x="129933" y="49098"/>
                  </a:lnTo>
                  <a:lnTo>
                    <a:pt x="129565" y="49123"/>
                  </a:lnTo>
                  <a:lnTo>
                    <a:pt x="161328" y="12077"/>
                  </a:lnTo>
                  <a:lnTo>
                    <a:pt x="160909" y="14452"/>
                  </a:lnTo>
                  <a:lnTo>
                    <a:pt x="161251" y="21932"/>
                  </a:lnTo>
                  <a:lnTo>
                    <a:pt x="161696" y="23596"/>
                  </a:lnTo>
                  <a:lnTo>
                    <a:pt x="160299" y="23253"/>
                  </a:lnTo>
                  <a:lnTo>
                    <a:pt x="157099" y="23456"/>
                  </a:lnTo>
                  <a:lnTo>
                    <a:pt x="153898" y="23647"/>
                  </a:lnTo>
                  <a:lnTo>
                    <a:pt x="151333" y="24612"/>
                  </a:lnTo>
                  <a:lnTo>
                    <a:pt x="151422" y="26568"/>
                  </a:lnTo>
                  <a:lnTo>
                    <a:pt x="154063" y="27203"/>
                  </a:lnTo>
                  <a:lnTo>
                    <a:pt x="160477" y="26809"/>
                  </a:lnTo>
                  <a:lnTo>
                    <a:pt x="161899" y="26276"/>
                  </a:lnTo>
                  <a:lnTo>
                    <a:pt x="161607" y="27990"/>
                  </a:lnTo>
                  <a:lnTo>
                    <a:pt x="161772" y="31724"/>
                  </a:lnTo>
                  <a:lnTo>
                    <a:pt x="161950" y="35471"/>
                  </a:lnTo>
                  <a:lnTo>
                    <a:pt x="162775" y="38455"/>
                  </a:lnTo>
                  <a:lnTo>
                    <a:pt x="164452" y="38341"/>
                  </a:lnTo>
                  <a:lnTo>
                    <a:pt x="164998" y="35280"/>
                  </a:lnTo>
                  <a:lnTo>
                    <a:pt x="164642" y="27800"/>
                  </a:lnTo>
                  <a:lnTo>
                    <a:pt x="164185" y="26123"/>
                  </a:lnTo>
                  <a:lnTo>
                    <a:pt x="165671" y="26479"/>
                  </a:lnTo>
                  <a:lnTo>
                    <a:pt x="168871" y="26276"/>
                  </a:lnTo>
                  <a:lnTo>
                    <a:pt x="172072" y="26073"/>
                  </a:lnTo>
                  <a:lnTo>
                    <a:pt x="174637" y="25107"/>
                  </a:lnTo>
                  <a:lnTo>
                    <a:pt x="174612" y="24765"/>
                  </a:lnTo>
                  <a:lnTo>
                    <a:pt x="195973" y="49657"/>
                  </a:lnTo>
                  <a:lnTo>
                    <a:pt x="194335" y="49745"/>
                  </a:lnTo>
                  <a:lnTo>
                    <a:pt x="193802" y="52819"/>
                  </a:lnTo>
                  <a:lnTo>
                    <a:pt x="194144" y="60286"/>
                  </a:lnTo>
                  <a:lnTo>
                    <a:pt x="194589" y="61963"/>
                  </a:lnTo>
                  <a:lnTo>
                    <a:pt x="193192" y="61620"/>
                  </a:lnTo>
                  <a:lnTo>
                    <a:pt x="189992" y="61810"/>
                  </a:lnTo>
                  <a:lnTo>
                    <a:pt x="186778" y="62014"/>
                  </a:lnTo>
                  <a:lnTo>
                    <a:pt x="184213" y="62979"/>
                  </a:lnTo>
                  <a:lnTo>
                    <a:pt x="184315" y="64935"/>
                  </a:lnTo>
                  <a:lnTo>
                    <a:pt x="186956" y="65557"/>
                  </a:lnTo>
                  <a:lnTo>
                    <a:pt x="193357" y="65163"/>
                  </a:lnTo>
                  <a:lnTo>
                    <a:pt x="194792" y="64630"/>
                  </a:lnTo>
                  <a:lnTo>
                    <a:pt x="194487" y="66357"/>
                  </a:lnTo>
                  <a:lnTo>
                    <a:pt x="194665" y="70091"/>
                  </a:lnTo>
                  <a:lnTo>
                    <a:pt x="194830" y="73825"/>
                  </a:lnTo>
                  <a:lnTo>
                    <a:pt x="195656" y="76809"/>
                  </a:lnTo>
                  <a:lnTo>
                    <a:pt x="196202" y="76784"/>
                  </a:lnTo>
                  <a:lnTo>
                    <a:pt x="196202" y="50355"/>
                  </a:lnTo>
                  <a:lnTo>
                    <a:pt x="196024" y="49720"/>
                  </a:lnTo>
                  <a:lnTo>
                    <a:pt x="205816" y="61137"/>
                  </a:lnTo>
                  <a:lnTo>
                    <a:pt x="205816" y="50482"/>
                  </a:lnTo>
                  <a:lnTo>
                    <a:pt x="172910" y="12103"/>
                  </a:lnTo>
                  <a:lnTo>
                    <a:pt x="172910" y="22771"/>
                  </a:lnTo>
                  <a:lnTo>
                    <a:pt x="171907" y="22529"/>
                  </a:lnTo>
                  <a:lnTo>
                    <a:pt x="165506" y="22923"/>
                  </a:lnTo>
                  <a:lnTo>
                    <a:pt x="163982" y="23507"/>
                  </a:lnTo>
                  <a:lnTo>
                    <a:pt x="164287" y="21742"/>
                  </a:lnTo>
                  <a:lnTo>
                    <a:pt x="164122" y="18008"/>
                  </a:lnTo>
                  <a:lnTo>
                    <a:pt x="163957" y="14262"/>
                  </a:lnTo>
                  <a:lnTo>
                    <a:pt x="163144" y="11366"/>
                  </a:lnTo>
                  <a:lnTo>
                    <a:pt x="172910" y="22771"/>
                  </a:lnTo>
                  <a:lnTo>
                    <a:pt x="172910" y="12103"/>
                  </a:lnTo>
                  <a:lnTo>
                    <a:pt x="171678" y="10655"/>
                  </a:lnTo>
                  <a:lnTo>
                    <a:pt x="163080" y="635"/>
                  </a:lnTo>
                  <a:lnTo>
                    <a:pt x="163080" y="11290"/>
                  </a:lnTo>
                  <a:lnTo>
                    <a:pt x="161937" y="11366"/>
                  </a:lnTo>
                  <a:lnTo>
                    <a:pt x="162547" y="10655"/>
                  </a:lnTo>
                  <a:lnTo>
                    <a:pt x="163080" y="11290"/>
                  </a:lnTo>
                  <a:lnTo>
                    <a:pt x="163080" y="635"/>
                  </a:lnTo>
                  <a:lnTo>
                    <a:pt x="162547" y="0"/>
                  </a:lnTo>
                  <a:lnTo>
                    <a:pt x="128498" y="39712"/>
                  </a:lnTo>
                  <a:lnTo>
                    <a:pt x="128498" y="61417"/>
                  </a:lnTo>
                  <a:lnTo>
                    <a:pt x="127101" y="61074"/>
                  </a:lnTo>
                  <a:lnTo>
                    <a:pt x="123901" y="61277"/>
                  </a:lnTo>
                  <a:lnTo>
                    <a:pt x="120700" y="61468"/>
                  </a:lnTo>
                  <a:lnTo>
                    <a:pt x="118211" y="62420"/>
                  </a:lnTo>
                  <a:lnTo>
                    <a:pt x="118211" y="64338"/>
                  </a:lnTo>
                  <a:lnTo>
                    <a:pt x="117373" y="63347"/>
                  </a:lnTo>
                  <a:lnTo>
                    <a:pt x="118135" y="62458"/>
                  </a:lnTo>
                  <a:lnTo>
                    <a:pt x="118211" y="64338"/>
                  </a:lnTo>
                  <a:lnTo>
                    <a:pt x="118211" y="62420"/>
                  </a:lnTo>
                  <a:lnTo>
                    <a:pt x="127927" y="51041"/>
                  </a:lnTo>
                  <a:lnTo>
                    <a:pt x="127711" y="52273"/>
                  </a:lnTo>
                  <a:lnTo>
                    <a:pt x="128054" y="59753"/>
                  </a:lnTo>
                  <a:lnTo>
                    <a:pt x="128498" y="61417"/>
                  </a:lnTo>
                  <a:lnTo>
                    <a:pt x="128498" y="39712"/>
                  </a:lnTo>
                  <a:lnTo>
                    <a:pt x="108229" y="63347"/>
                  </a:lnTo>
                  <a:lnTo>
                    <a:pt x="162547" y="126695"/>
                  </a:lnTo>
                  <a:lnTo>
                    <a:pt x="171678" y="116039"/>
                  </a:lnTo>
                  <a:lnTo>
                    <a:pt x="213055" y="67779"/>
                  </a:lnTo>
                  <a:lnTo>
                    <a:pt x="263588" y="126695"/>
                  </a:lnTo>
                  <a:lnTo>
                    <a:pt x="272719" y="116039"/>
                  </a:lnTo>
                  <a:lnTo>
                    <a:pt x="317881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3" name="object 2113" descr=""/>
            <p:cNvSpPr/>
            <p:nvPr/>
          </p:nvSpPr>
          <p:spPr>
            <a:xfrm>
              <a:off x="8402244" y="7538916"/>
              <a:ext cx="361315" cy="204470"/>
            </a:xfrm>
            <a:custGeom>
              <a:avLst/>
              <a:gdLst/>
              <a:ahLst/>
              <a:cxnLst/>
              <a:rect l="l" t="t" r="r" b="b"/>
              <a:pathLst>
                <a:path w="361315" h="204470">
                  <a:moveTo>
                    <a:pt x="108610" y="140500"/>
                  </a:moveTo>
                  <a:lnTo>
                    <a:pt x="99491" y="129870"/>
                  </a:lnTo>
                  <a:lnTo>
                    <a:pt x="99491" y="140500"/>
                  </a:lnTo>
                  <a:lnTo>
                    <a:pt x="89382" y="152298"/>
                  </a:lnTo>
                  <a:lnTo>
                    <a:pt x="89649" y="150799"/>
                  </a:lnTo>
                  <a:lnTo>
                    <a:pt x="89293" y="143319"/>
                  </a:lnTo>
                  <a:lnTo>
                    <a:pt x="88836" y="141643"/>
                  </a:lnTo>
                  <a:lnTo>
                    <a:pt x="90322" y="141986"/>
                  </a:lnTo>
                  <a:lnTo>
                    <a:pt x="93522" y="141795"/>
                  </a:lnTo>
                  <a:lnTo>
                    <a:pt x="96723" y="141592"/>
                  </a:lnTo>
                  <a:lnTo>
                    <a:pt x="99288" y="140627"/>
                  </a:lnTo>
                  <a:lnTo>
                    <a:pt x="99263" y="140246"/>
                  </a:lnTo>
                  <a:lnTo>
                    <a:pt x="99491" y="140500"/>
                  </a:lnTo>
                  <a:lnTo>
                    <a:pt x="99491" y="129870"/>
                  </a:lnTo>
                  <a:lnTo>
                    <a:pt x="97586" y="127647"/>
                  </a:lnTo>
                  <a:lnTo>
                    <a:pt x="97586" y="138303"/>
                  </a:lnTo>
                  <a:lnTo>
                    <a:pt x="96558" y="138049"/>
                  </a:lnTo>
                  <a:lnTo>
                    <a:pt x="90157" y="138442"/>
                  </a:lnTo>
                  <a:lnTo>
                    <a:pt x="88633" y="139014"/>
                  </a:lnTo>
                  <a:lnTo>
                    <a:pt x="88950" y="137261"/>
                  </a:lnTo>
                  <a:lnTo>
                    <a:pt x="88773" y="133527"/>
                  </a:lnTo>
                  <a:lnTo>
                    <a:pt x="88607" y="129781"/>
                  </a:lnTo>
                  <a:lnTo>
                    <a:pt x="87960" y="127469"/>
                  </a:lnTo>
                  <a:lnTo>
                    <a:pt x="87960" y="153949"/>
                  </a:lnTo>
                  <a:lnTo>
                    <a:pt x="54317" y="193192"/>
                  </a:lnTo>
                  <a:lnTo>
                    <a:pt x="42633" y="179578"/>
                  </a:lnTo>
                  <a:lnTo>
                    <a:pt x="45212" y="180187"/>
                  </a:lnTo>
                  <a:lnTo>
                    <a:pt x="51612" y="179793"/>
                  </a:lnTo>
                  <a:lnTo>
                    <a:pt x="53047" y="179260"/>
                  </a:lnTo>
                  <a:lnTo>
                    <a:pt x="52755" y="180975"/>
                  </a:lnTo>
                  <a:lnTo>
                    <a:pt x="52920" y="184708"/>
                  </a:lnTo>
                  <a:lnTo>
                    <a:pt x="53086" y="188455"/>
                  </a:lnTo>
                  <a:lnTo>
                    <a:pt x="53911" y="191439"/>
                  </a:lnTo>
                  <a:lnTo>
                    <a:pt x="55587" y="191325"/>
                  </a:lnTo>
                  <a:lnTo>
                    <a:pt x="56134" y="188264"/>
                  </a:lnTo>
                  <a:lnTo>
                    <a:pt x="55791" y="180784"/>
                  </a:lnTo>
                  <a:lnTo>
                    <a:pt x="55333" y="179120"/>
                  </a:lnTo>
                  <a:lnTo>
                    <a:pt x="56807" y="179463"/>
                  </a:lnTo>
                  <a:lnTo>
                    <a:pt x="60020" y="179260"/>
                  </a:lnTo>
                  <a:lnTo>
                    <a:pt x="63220" y="179057"/>
                  </a:lnTo>
                  <a:lnTo>
                    <a:pt x="65786" y="178092"/>
                  </a:lnTo>
                  <a:lnTo>
                    <a:pt x="65697" y="176136"/>
                  </a:lnTo>
                  <a:lnTo>
                    <a:pt x="63055" y="175514"/>
                  </a:lnTo>
                  <a:lnTo>
                    <a:pt x="56642" y="175907"/>
                  </a:lnTo>
                  <a:lnTo>
                    <a:pt x="55130" y="176479"/>
                  </a:lnTo>
                  <a:lnTo>
                    <a:pt x="55435" y="174726"/>
                  </a:lnTo>
                  <a:lnTo>
                    <a:pt x="55270" y="170992"/>
                  </a:lnTo>
                  <a:lnTo>
                    <a:pt x="55105" y="167246"/>
                  </a:lnTo>
                  <a:lnTo>
                    <a:pt x="54279" y="164261"/>
                  </a:lnTo>
                  <a:lnTo>
                    <a:pt x="52603" y="164376"/>
                  </a:lnTo>
                  <a:lnTo>
                    <a:pt x="52057" y="167436"/>
                  </a:lnTo>
                  <a:lnTo>
                    <a:pt x="52400" y="174917"/>
                  </a:lnTo>
                  <a:lnTo>
                    <a:pt x="52844" y="176580"/>
                  </a:lnTo>
                  <a:lnTo>
                    <a:pt x="51447" y="176237"/>
                  </a:lnTo>
                  <a:lnTo>
                    <a:pt x="48247" y="176441"/>
                  </a:lnTo>
                  <a:lnTo>
                    <a:pt x="45046" y="176631"/>
                  </a:lnTo>
                  <a:lnTo>
                    <a:pt x="42481" y="177596"/>
                  </a:lnTo>
                  <a:lnTo>
                    <a:pt x="42557" y="179501"/>
                  </a:lnTo>
                  <a:lnTo>
                    <a:pt x="10058" y="141579"/>
                  </a:lnTo>
                  <a:lnTo>
                    <a:pt x="12623" y="142176"/>
                  </a:lnTo>
                  <a:lnTo>
                    <a:pt x="19037" y="141782"/>
                  </a:lnTo>
                  <a:lnTo>
                    <a:pt x="20472" y="141249"/>
                  </a:lnTo>
                  <a:lnTo>
                    <a:pt x="20180" y="142963"/>
                  </a:lnTo>
                  <a:lnTo>
                    <a:pt x="20345" y="146710"/>
                  </a:lnTo>
                  <a:lnTo>
                    <a:pt x="20523" y="150444"/>
                  </a:lnTo>
                  <a:lnTo>
                    <a:pt x="21336" y="153428"/>
                  </a:lnTo>
                  <a:lnTo>
                    <a:pt x="23012" y="153327"/>
                  </a:lnTo>
                  <a:lnTo>
                    <a:pt x="23558" y="150253"/>
                  </a:lnTo>
                  <a:lnTo>
                    <a:pt x="23215" y="142786"/>
                  </a:lnTo>
                  <a:lnTo>
                    <a:pt x="22745" y="141109"/>
                  </a:lnTo>
                  <a:lnTo>
                    <a:pt x="24231" y="141452"/>
                  </a:lnTo>
                  <a:lnTo>
                    <a:pt x="27432" y="141249"/>
                  </a:lnTo>
                  <a:lnTo>
                    <a:pt x="30645" y="141058"/>
                  </a:lnTo>
                  <a:lnTo>
                    <a:pt x="33210" y="140093"/>
                  </a:lnTo>
                  <a:lnTo>
                    <a:pt x="33108" y="138137"/>
                  </a:lnTo>
                  <a:lnTo>
                    <a:pt x="30467" y="137502"/>
                  </a:lnTo>
                  <a:lnTo>
                    <a:pt x="24066" y="137896"/>
                  </a:lnTo>
                  <a:lnTo>
                    <a:pt x="22555" y="138468"/>
                  </a:lnTo>
                  <a:lnTo>
                    <a:pt x="22860" y="136715"/>
                  </a:lnTo>
                  <a:lnTo>
                    <a:pt x="22694" y="132981"/>
                  </a:lnTo>
                  <a:lnTo>
                    <a:pt x="22517" y="129247"/>
                  </a:lnTo>
                  <a:lnTo>
                    <a:pt x="21691" y="126263"/>
                  </a:lnTo>
                  <a:lnTo>
                    <a:pt x="21323" y="126288"/>
                  </a:lnTo>
                  <a:lnTo>
                    <a:pt x="53098" y="89242"/>
                  </a:lnTo>
                  <a:lnTo>
                    <a:pt x="52679" y="91617"/>
                  </a:lnTo>
                  <a:lnTo>
                    <a:pt x="53022" y="99085"/>
                  </a:lnTo>
                  <a:lnTo>
                    <a:pt x="53467" y="100761"/>
                  </a:lnTo>
                  <a:lnTo>
                    <a:pt x="52070" y="100418"/>
                  </a:lnTo>
                  <a:lnTo>
                    <a:pt x="48869" y="100609"/>
                  </a:lnTo>
                  <a:lnTo>
                    <a:pt x="45669" y="100812"/>
                  </a:lnTo>
                  <a:lnTo>
                    <a:pt x="43103" y="101777"/>
                  </a:lnTo>
                  <a:lnTo>
                    <a:pt x="43192" y="103733"/>
                  </a:lnTo>
                  <a:lnTo>
                    <a:pt x="45834" y="104355"/>
                  </a:lnTo>
                  <a:lnTo>
                    <a:pt x="52235" y="103962"/>
                  </a:lnTo>
                  <a:lnTo>
                    <a:pt x="53670" y="103428"/>
                  </a:lnTo>
                  <a:lnTo>
                    <a:pt x="53378" y="105143"/>
                  </a:lnTo>
                  <a:lnTo>
                    <a:pt x="53543" y="108889"/>
                  </a:lnTo>
                  <a:lnTo>
                    <a:pt x="53708" y="112623"/>
                  </a:lnTo>
                  <a:lnTo>
                    <a:pt x="54533" y="115608"/>
                  </a:lnTo>
                  <a:lnTo>
                    <a:pt x="56210" y="115506"/>
                  </a:lnTo>
                  <a:lnTo>
                    <a:pt x="56756" y="112433"/>
                  </a:lnTo>
                  <a:lnTo>
                    <a:pt x="56413" y="104965"/>
                  </a:lnTo>
                  <a:lnTo>
                    <a:pt x="55956" y="103289"/>
                  </a:lnTo>
                  <a:lnTo>
                    <a:pt x="57429" y="103632"/>
                  </a:lnTo>
                  <a:lnTo>
                    <a:pt x="60642" y="103428"/>
                  </a:lnTo>
                  <a:lnTo>
                    <a:pt x="63842" y="103238"/>
                  </a:lnTo>
                  <a:lnTo>
                    <a:pt x="66408" y="102273"/>
                  </a:lnTo>
                  <a:lnTo>
                    <a:pt x="66382" y="101930"/>
                  </a:lnTo>
                  <a:lnTo>
                    <a:pt x="87731" y="126809"/>
                  </a:lnTo>
                  <a:lnTo>
                    <a:pt x="86106" y="126911"/>
                  </a:lnTo>
                  <a:lnTo>
                    <a:pt x="85559" y="129971"/>
                  </a:lnTo>
                  <a:lnTo>
                    <a:pt x="85902" y="137452"/>
                  </a:lnTo>
                  <a:lnTo>
                    <a:pt x="86347" y="139115"/>
                  </a:lnTo>
                  <a:lnTo>
                    <a:pt x="84963" y="138772"/>
                  </a:lnTo>
                  <a:lnTo>
                    <a:pt x="81749" y="138976"/>
                  </a:lnTo>
                  <a:lnTo>
                    <a:pt x="78549" y="139166"/>
                  </a:lnTo>
                  <a:lnTo>
                    <a:pt x="75984" y="140131"/>
                  </a:lnTo>
                  <a:lnTo>
                    <a:pt x="76073" y="142087"/>
                  </a:lnTo>
                  <a:lnTo>
                    <a:pt x="78714" y="142722"/>
                  </a:lnTo>
                  <a:lnTo>
                    <a:pt x="85128" y="142328"/>
                  </a:lnTo>
                  <a:lnTo>
                    <a:pt x="86550" y="141795"/>
                  </a:lnTo>
                  <a:lnTo>
                    <a:pt x="86258" y="143510"/>
                  </a:lnTo>
                  <a:lnTo>
                    <a:pt x="86423" y="147243"/>
                  </a:lnTo>
                  <a:lnTo>
                    <a:pt x="86601" y="150990"/>
                  </a:lnTo>
                  <a:lnTo>
                    <a:pt x="87426" y="153974"/>
                  </a:lnTo>
                  <a:lnTo>
                    <a:pt x="87960" y="153949"/>
                  </a:lnTo>
                  <a:lnTo>
                    <a:pt x="87960" y="127469"/>
                  </a:lnTo>
                  <a:lnTo>
                    <a:pt x="87795" y="126873"/>
                  </a:lnTo>
                  <a:lnTo>
                    <a:pt x="97586" y="138303"/>
                  </a:lnTo>
                  <a:lnTo>
                    <a:pt x="97586" y="127647"/>
                  </a:lnTo>
                  <a:lnTo>
                    <a:pt x="64681" y="89268"/>
                  </a:lnTo>
                  <a:lnTo>
                    <a:pt x="64681" y="99923"/>
                  </a:lnTo>
                  <a:lnTo>
                    <a:pt x="63677" y="99682"/>
                  </a:lnTo>
                  <a:lnTo>
                    <a:pt x="57264" y="100076"/>
                  </a:lnTo>
                  <a:lnTo>
                    <a:pt x="55753" y="100647"/>
                  </a:lnTo>
                  <a:lnTo>
                    <a:pt x="56057" y="98894"/>
                  </a:lnTo>
                  <a:lnTo>
                    <a:pt x="55892" y="95161"/>
                  </a:lnTo>
                  <a:lnTo>
                    <a:pt x="55727" y="91427"/>
                  </a:lnTo>
                  <a:lnTo>
                    <a:pt x="54914" y="88531"/>
                  </a:lnTo>
                  <a:lnTo>
                    <a:pt x="64681" y="99923"/>
                  </a:lnTo>
                  <a:lnTo>
                    <a:pt x="64681" y="89268"/>
                  </a:lnTo>
                  <a:lnTo>
                    <a:pt x="63449" y="87820"/>
                  </a:lnTo>
                  <a:lnTo>
                    <a:pt x="54851" y="77787"/>
                  </a:lnTo>
                  <a:lnTo>
                    <a:pt x="54851" y="88455"/>
                  </a:lnTo>
                  <a:lnTo>
                    <a:pt x="53721" y="88519"/>
                  </a:lnTo>
                  <a:lnTo>
                    <a:pt x="54317" y="87820"/>
                  </a:lnTo>
                  <a:lnTo>
                    <a:pt x="54851" y="88455"/>
                  </a:lnTo>
                  <a:lnTo>
                    <a:pt x="54851" y="77787"/>
                  </a:lnTo>
                  <a:lnTo>
                    <a:pt x="54317" y="77152"/>
                  </a:lnTo>
                  <a:lnTo>
                    <a:pt x="20269" y="116865"/>
                  </a:lnTo>
                  <a:lnTo>
                    <a:pt x="20269" y="138582"/>
                  </a:lnTo>
                  <a:lnTo>
                    <a:pt x="18872" y="138239"/>
                  </a:lnTo>
                  <a:lnTo>
                    <a:pt x="15671" y="138430"/>
                  </a:lnTo>
                  <a:lnTo>
                    <a:pt x="12458" y="138633"/>
                  </a:lnTo>
                  <a:lnTo>
                    <a:pt x="9982" y="139573"/>
                  </a:lnTo>
                  <a:lnTo>
                    <a:pt x="9982" y="141490"/>
                  </a:lnTo>
                  <a:lnTo>
                    <a:pt x="9144" y="140500"/>
                  </a:lnTo>
                  <a:lnTo>
                    <a:pt x="9893" y="139636"/>
                  </a:lnTo>
                  <a:lnTo>
                    <a:pt x="9982" y="141490"/>
                  </a:lnTo>
                  <a:lnTo>
                    <a:pt x="9982" y="139573"/>
                  </a:lnTo>
                  <a:lnTo>
                    <a:pt x="19697" y="128193"/>
                  </a:lnTo>
                  <a:lnTo>
                    <a:pt x="19481" y="129438"/>
                  </a:lnTo>
                  <a:lnTo>
                    <a:pt x="19824" y="136906"/>
                  </a:lnTo>
                  <a:lnTo>
                    <a:pt x="20269" y="138582"/>
                  </a:lnTo>
                  <a:lnTo>
                    <a:pt x="20269" y="116865"/>
                  </a:lnTo>
                  <a:lnTo>
                    <a:pt x="0" y="140500"/>
                  </a:lnTo>
                  <a:lnTo>
                    <a:pt x="54317" y="203860"/>
                  </a:lnTo>
                  <a:lnTo>
                    <a:pt x="63449" y="193192"/>
                  </a:lnTo>
                  <a:lnTo>
                    <a:pt x="108610" y="140500"/>
                  </a:lnTo>
                  <a:close/>
                </a:path>
                <a:path w="361315" h="204470">
                  <a:moveTo>
                    <a:pt x="165887" y="102273"/>
                  </a:moveTo>
                  <a:lnTo>
                    <a:pt x="165785" y="100317"/>
                  </a:lnTo>
                  <a:lnTo>
                    <a:pt x="163156" y="99682"/>
                  </a:lnTo>
                  <a:lnTo>
                    <a:pt x="156743" y="100076"/>
                  </a:lnTo>
                  <a:lnTo>
                    <a:pt x="155232" y="100647"/>
                  </a:lnTo>
                  <a:lnTo>
                    <a:pt x="155536" y="98894"/>
                  </a:lnTo>
                  <a:lnTo>
                    <a:pt x="155371" y="95161"/>
                  </a:lnTo>
                  <a:lnTo>
                    <a:pt x="155206" y="91427"/>
                  </a:lnTo>
                  <a:lnTo>
                    <a:pt x="154381" y="88442"/>
                  </a:lnTo>
                  <a:lnTo>
                    <a:pt x="152704" y="88544"/>
                  </a:lnTo>
                  <a:lnTo>
                    <a:pt x="152158" y="91617"/>
                  </a:lnTo>
                  <a:lnTo>
                    <a:pt x="152501" y="99085"/>
                  </a:lnTo>
                  <a:lnTo>
                    <a:pt x="152946" y="100761"/>
                  </a:lnTo>
                  <a:lnTo>
                    <a:pt x="151549" y="100418"/>
                  </a:lnTo>
                  <a:lnTo>
                    <a:pt x="148348" y="100609"/>
                  </a:lnTo>
                  <a:lnTo>
                    <a:pt x="145148" y="100812"/>
                  </a:lnTo>
                  <a:lnTo>
                    <a:pt x="142582" y="101777"/>
                  </a:lnTo>
                  <a:lnTo>
                    <a:pt x="142671" y="103733"/>
                  </a:lnTo>
                  <a:lnTo>
                    <a:pt x="145313" y="104355"/>
                  </a:lnTo>
                  <a:lnTo>
                    <a:pt x="151714" y="103962"/>
                  </a:lnTo>
                  <a:lnTo>
                    <a:pt x="153149" y="103428"/>
                  </a:lnTo>
                  <a:lnTo>
                    <a:pt x="152857" y="105143"/>
                  </a:lnTo>
                  <a:lnTo>
                    <a:pt x="153022" y="108889"/>
                  </a:lnTo>
                  <a:lnTo>
                    <a:pt x="153200" y="112623"/>
                  </a:lnTo>
                  <a:lnTo>
                    <a:pt x="154012" y="115608"/>
                  </a:lnTo>
                  <a:lnTo>
                    <a:pt x="155689" y="115506"/>
                  </a:lnTo>
                  <a:lnTo>
                    <a:pt x="156235" y="112433"/>
                  </a:lnTo>
                  <a:lnTo>
                    <a:pt x="155892" y="104965"/>
                  </a:lnTo>
                  <a:lnTo>
                    <a:pt x="155435" y="103289"/>
                  </a:lnTo>
                  <a:lnTo>
                    <a:pt x="156908" y="103632"/>
                  </a:lnTo>
                  <a:lnTo>
                    <a:pt x="160121" y="103428"/>
                  </a:lnTo>
                  <a:lnTo>
                    <a:pt x="163322" y="103238"/>
                  </a:lnTo>
                  <a:lnTo>
                    <a:pt x="165887" y="102273"/>
                  </a:lnTo>
                  <a:close/>
                </a:path>
                <a:path w="361315" h="204470">
                  <a:moveTo>
                    <a:pt x="198767" y="140627"/>
                  </a:moveTo>
                  <a:lnTo>
                    <a:pt x="198678" y="138671"/>
                  </a:lnTo>
                  <a:lnTo>
                    <a:pt x="196037" y="138049"/>
                  </a:lnTo>
                  <a:lnTo>
                    <a:pt x="189636" y="138442"/>
                  </a:lnTo>
                  <a:lnTo>
                    <a:pt x="187071" y="139407"/>
                  </a:lnTo>
                  <a:lnTo>
                    <a:pt x="187109" y="140385"/>
                  </a:lnTo>
                  <a:lnTo>
                    <a:pt x="186270" y="140436"/>
                  </a:lnTo>
                  <a:lnTo>
                    <a:pt x="185737" y="143510"/>
                  </a:lnTo>
                  <a:lnTo>
                    <a:pt x="185902" y="147243"/>
                  </a:lnTo>
                  <a:lnTo>
                    <a:pt x="186080" y="150990"/>
                  </a:lnTo>
                  <a:lnTo>
                    <a:pt x="186905" y="153974"/>
                  </a:lnTo>
                  <a:lnTo>
                    <a:pt x="188582" y="153860"/>
                  </a:lnTo>
                  <a:lnTo>
                    <a:pt x="189115" y="150799"/>
                  </a:lnTo>
                  <a:lnTo>
                    <a:pt x="188772" y="143319"/>
                  </a:lnTo>
                  <a:lnTo>
                    <a:pt x="188315" y="141643"/>
                  </a:lnTo>
                  <a:lnTo>
                    <a:pt x="189801" y="141986"/>
                  </a:lnTo>
                  <a:lnTo>
                    <a:pt x="193001" y="141795"/>
                  </a:lnTo>
                  <a:lnTo>
                    <a:pt x="196202" y="141592"/>
                  </a:lnTo>
                  <a:lnTo>
                    <a:pt x="198767" y="140627"/>
                  </a:lnTo>
                  <a:close/>
                </a:path>
                <a:path w="361315" h="204470">
                  <a:moveTo>
                    <a:pt x="310451" y="140500"/>
                  </a:moveTo>
                  <a:lnTo>
                    <a:pt x="301320" y="129857"/>
                  </a:lnTo>
                  <a:lnTo>
                    <a:pt x="301320" y="140500"/>
                  </a:lnTo>
                  <a:lnTo>
                    <a:pt x="291211" y="152298"/>
                  </a:lnTo>
                  <a:lnTo>
                    <a:pt x="291477" y="150799"/>
                  </a:lnTo>
                  <a:lnTo>
                    <a:pt x="291134" y="143319"/>
                  </a:lnTo>
                  <a:lnTo>
                    <a:pt x="290664" y="141643"/>
                  </a:lnTo>
                  <a:lnTo>
                    <a:pt x="292150" y="141986"/>
                  </a:lnTo>
                  <a:lnTo>
                    <a:pt x="295351" y="141795"/>
                  </a:lnTo>
                  <a:lnTo>
                    <a:pt x="298564" y="141592"/>
                  </a:lnTo>
                  <a:lnTo>
                    <a:pt x="301129" y="140627"/>
                  </a:lnTo>
                  <a:lnTo>
                    <a:pt x="301104" y="140258"/>
                  </a:lnTo>
                  <a:lnTo>
                    <a:pt x="301320" y="140500"/>
                  </a:lnTo>
                  <a:lnTo>
                    <a:pt x="301320" y="129857"/>
                  </a:lnTo>
                  <a:lnTo>
                    <a:pt x="299415" y="127635"/>
                  </a:lnTo>
                  <a:lnTo>
                    <a:pt x="299415" y="138303"/>
                  </a:lnTo>
                  <a:lnTo>
                    <a:pt x="298386" y="138049"/>
                  </a:lnTo>
                  <a:lnTo>
                    <a:pt x="291985" y="138442"/>
                  </a:lnTo>
                  <a:lnTo>
                    <a:pt x="290474" y="139014"/>
                  </a:lnTo>
                  <a:lnTo>
                    <a:pt x="290779" y="137261"/>
                  </a:lnTo>
                  <a:lnTo>
                    <a:pt x="290614" y="133527"/>
                  </a:lnTo>
                  <a:lnTo>
                    <a:pt x="290436" y="129781"/>
                  </a:lnTo>
                  <a:lnTo>
                    <a:pt x="289788" y="127469"/>
                  </a:lnTo>
                  <a:lnTo>
                    <a:pt x="289788" y="153949"/>
                  </a:lnTo>
                  <a:lnTo>
                    <a:pt x="256146" y="193192"/>
                  </a:lnTo>
                  <a:lnTo>
                    <a:pt x="244462" y="179578"/>
                  </a:lnTo>
                  <a:lnTo>
                    <a:pt x="247040" y="180187"/>
                  </a:lnTo>
                  <a:lnTo>
                    <a:pt x="253453" y="179793"/>
                  </a:lnTo>
                  <a:lnTo>
                    <a:pt x="254876" y="179260"/>
                  </a:lnTo>
                  <a:lnTo>
                    <a:pt x="254584" y="180975"/>
                  </a:lnTo>
                  <a:lnTo>
                    <a:pt x="254749" y="184708"/>
                  </a:lnTo>
                  <a:lnTo>
                    <a:pt x="254927" y="188455"/>
                  </a:lnTo>
                  <a:lnTo>
                    <a:pt x="255752" y="191439"/>
                  </a:lnTo>
                  <a:lnTo>
                    <a:pt x="257429" y="191325"/>
                  </a:lnTo>
                  <a:lnTo>
                    <a:pt x="257962" y="188264"/>
                  </a:lnTo>
                  <a:lnTo>
                    <a:pt x="257619" y="180784"/>
                  </a:lnTo>
                  <a:lnTo>
                    <a:pt x="257162" y="179108"/>
                  </a:lnTo>
                  <a:lnTo>
                    <a:pt x="258648" y="179463"/>
                  </a:lnTo>
                  <a:lnTo>
                    <a:pt x="261848" y="179260"/>
                  </a:lnTo>
                  <a:lnTo>
                    <a:pt x="265049" y="179057"/>
                  </a:lnTo>
                  <a:lnTo>
                    <a:pt x="267614" y="178092"/>
                  </a:lnTo>
                  <a:lnTo>
                    <a:pt x="267525" y="176136"/>
                  </a:lnTo>
                  <a:lnTo>
                    <a:pt x="264883" y="175514"/>
                  </a:lnTo>
                  <a:lnTo>
                    <a:pt x="258470" y="175907"/>
                  </a:lnTo>
                  <a:lnTo>
                    <a:pt x="256959" y="176479"/>
                  </a:lnTo>
                  <a:lnTo>
                    <a:pt x="257263" y="174726"/>
                  </a:lnTo>
                  <a:lnTo>
                    <a:pt x="257098" y="170992"/>
                  </a:lnTo>
                  <a:lnTo>
                    <a:pt x="256933" y="167246"/>
                  </a:lnTo>
                  <a:lnTo>
                    <a:pt x="256108" y="164261"/>
                  </a:lnTo>
                  <a:lnTo>
                    <a:pt x="254431" y="164376"/>
                  </a:lnTo>
                  <a:lnTo>
                    <a:pt x="253885" y="167436"/>
                  </a:lnTo>
                  <a:lnTo>
                    <a:pt x="254228" y="174917"/>
                  </a:lnTo>
                  <a:lnTo>
                    <a:pt x="254673" y="176580"/>
                  </a:lnTo>
                  <a:lnTo>
                    <a:pt x="253276" y="176237"/>
                  </a:lnTo>
                  <a:lnTo>
                    <a:pt x="250075" y="176441"/>
                  </a:lnTo>
                  <a:lnTo>
                    <a:pt x="246875" y="176631"/>
                  </a:lnTo>
                  <a:lnTo>
                    <a:pt x="244309" y="177596"/>
                  </a:lnTo>
                  <a:lnTo>
                    <a:pt x="244386" y="179501"/>
                  </a:lnTo>
                  <a:lnTo>
                    <a:pt x="211886" y="141579"/>
                  </a:lnTo>
                  <a:lnTo>
                    <a:pt x="214464" y="142176"/>
                  </a:lnTo>
                  <a:lnTo>
                    <a:pt x="220865" y="141782"/>
                  </a:lnTo>
                  <a:lnTo>
                    <a:pt x="222300" y="141249"/>
                  </a:lnTo>
                  <a:lnTo>
                    <a:pt x="222008" y="142963"/>
                  </a:lnTo>
                  <a:lnTo>
                    <a:pt x="222173" y="146710"/>
                  </a:lnTo>
                  <a:lnTo>
                    <a:pt x="222338" y="150444"/>
                  </a:lnTo>
                  <a:lnTo>
                    <a:pt x="223164" y="153428"/>
                  </a:lnTo>
                  <a:lnTo>
                    <a:pt x="224840" y="153327"/>
                  </a:lnTo>
                  <a:lnTo>
                    <a:pt x="225386" y="150253"/>
                  </a:lnTo>
                  <a:lnTo>
                    <a:pt x="225044" y="142786"/>
                  </a:lnTo>
                  <a:lnTo>
                    <a:pt x="224586" y="141109"/>
                  </a:lnTo>
                  <a:lnTo>
                    <a:pt x="226060" y="141452"/>
                  </a:lnTo>
                  <a:lnTo>
                    <a:pt x="229273" y="141249"/>
                  </a:lnTo>
                  <a:lnTo>
                    <a:pt x="232473" y="141058"/>
                  </a:lnTo>
                  <a:lnTo>
                    <a:pt x="235038" y="140093"/>
                  </a:lnTo>
                  <a:lnTo>
                    <a:pt x="234937" y="138137"/>
                  </a:lnTo>
                  <a:lnTo>
                    <a:pt x="232308" y="137502"/>
                  </a:lnTo>
                  <a:lnTo>
                    <a:pt x="225894" y="137896"/>
                  </a:lnTo>
                  <a:lnTo>
                    <a:pt x="224383" y="138468"/>
                  </a:lnTo>
                  <a:lnTo>
                    <a:pt x="224688" y="136715"/>
                  </a:lnTo>
                  <a:lnTo>
                    <a:pt x="224523" y="132981"/>
                  </a:lnTo>
                  <a:lnTo>
                    <a:pt x="224345" y="129247"/>
                  </a:lnTo>
                  <a:lnTo>
                    <a:pt x="223532" y="126263"/>
                  </a:lnTo>
                  <a:lnTo>
                    <a:pt x="223151" y="126288"/>
                  </a:lnTo>
                  <a:lnTo>
                    <a:pt x="254927" y="89242"/>
                  </a:lnTo>
                  <a:lnTo>
                    <a:pt x="254508" y="91617"/>
                  </a:lnTo>
                  <a:lnTo>
                    <a:pt x="254850" y="99085"/>
                  </a:lnTo>
                  <a:lnTo>
                    <a:pt x="255308" y="100761"/>
                  </a:lnTo>
                  <a:lnTo>
                    <a:pt x="253898" y="100418"/>
                  </a:lnTo>
                  <a:lnTo>
                    <a:pt x="250698" y="100609"/>
                  </a:lnTo>
                  <a:lnTo>
                    <a:pt x="247497" y="100812"/>
                  </a:lnTo>
                  <a:lnTo>
                    <a:pt x="244932" y="101777"/>
                  </a:lnTo>
                  <a:lnTo>
                    <a:pt x="245021" y="103733"/>
                  </a:lnTo>
                  <a:lnTo>
                    <a:pt x="247662" y="104355"/>
                  </a:lnTo>
                  <a:lnTo>
                    <a:pt x="254076" y="103962"/>
                  </a:lnTo>
                  <a:lnTo>
                    <a:pt x="255498" y="103428"/>
                  </a:lnTo>
                  <a:lnTo>
                    <a:pt x="255206" y="105143"/>
                  </a:lnTo>
                  <a:lnTo>
                    <a:pt x="255371" y="108889"/>
                  </a:lnTo>
                  <a:lnTo>
                    <a:pt x="255536" y="112623"/>
                  </a:lnTo>
                  <a:lnTo>
                    <a:pt x="256374" y="115608"/>
                  </a:lnTo>
                  <a:lnTo>
                    <a:pt x="258051" y="115506"/>
                  </a:lnTo>
                  <a:lnTo>
                    <a:pt x="258584" y="112433"/>
                  </a:lnTo>
                  <a:lnTo>
                    <a:pt x="258241" y="104965"/>
                  </a:lnTo>
                  <a:lnTo>
                    <a:pt x="257784" y="103289"/>
                  </a:lnTo>
                  <a:lnTo>
                    <a:pt x="259270" y="103632"/>
                  </a:lnTo>
                  <a:lnTo>
                    <a:pt x="262470" y="103428"/>
                  </a:lnTo>
                  <a:lnTo>
                    <a:pt x="265671" y="103238"/>
                  </a:lnTo>
                  <a:lnTo>
                    <a:pt x="268236" y="102273"/>
                  </a:lnTo>
                  <a:lnTo>
                    <a:pt x="268211" y="101930"/>
                  </a:lnTo>
                  <a:lnTo>
                    <a:pt x="289560" y="126809"/>
                  </a:lnTo>
                  <a:lnTo>
                    <a:pt x="287934" y="126911"/>
                  </a:lnTo>
                  <a:lnTo>
                    <a:pt x="287401" y="129971"/>
                  </a:lnTo>
                  <a:lnTo>
                    <a:pt x="287743" y="137452"/>
                  </a:lnTo>
                  <a:lnTo>
                    <a:pt x="288188" y="139115"/>
                  </a:lnTo>
                  <a:lnTo>
                    <a:pt x="286791" y="138772"/>
                  </a:lnTo>
                  <a:lnTo>
                    <a:pt x="283591" y="138976"/>
                  </a:lnTo>
                  <a:lnTo>
                    <a:pt x="280377" y="139166"/>
                  </a:lnTo>
                  <a:lnTo>
                    <a:pt x="277812" y="140131"/>
                  </a:lnTo>
                  <a:lnTo>
                    <a:pt x="277914" y="142087"/>
                  </a:lnTo>
                  <a:lnTo>
                    <a:pt x="280543" y="142722"/>
                  </a:lnTo>
                  <a:lnTo>
                    <a:pt x="286956" y="142328"/>
                  </a:lnTo>
                  <a:lnTo>
                    <a:pt x="288391" y="141795"/>
                  </a:lnTo>
                  <a:lnTo>
                    <a:pt x="288099" y="143510"/>
                  </a:lnTo>
                  <a:lnTo>
                    <a:pt x="288264" y="147243"/>
                  </a:lnTo>
                  <a:lnTo>
                    <a:pt x="288429" y="150990"/>
                  </a:lnTo>
                  <a:lnTo>
                    <a:pt x="289255" y="153974"/>
                  </a:lnTo>
                  <a:lnTo>
                    <a:pt x="289788" y="153949"/>
                  </a:lnTo>
                  <a:lnTo>
                    <a:pt x="289788" y="127469"/>
                  </a:lnTo>
                  <a:lnTo>
                    <a:pt x="289623" y="126873"/>
                  </a:lnTo>
                  <a:lnTo>
                    <a:pt x="299415" y="138303"/>
                  </a:lnTo>
                  <a:lnTo>
                    <a:pt x="299415" y="127635"/>
                  </a:lnTo>
                  <a:lnTo>
                    <a:pt x="266509" y="89268"/>
                  </a:lnTo>
                  <a:lnTo>
                    <a:pt x="266509" y="99923"/>
                  </a:lnTo>
                  <a:lnTo>
                    <a:pt x="265506" y="99682"/>
                  </a:lnTo>
                  <a:lnTo>
                    <a:pt x="259092" y="100076"/>
                  </a:lnTo>
                  <a:lnTo>
                    <a:pt x="257581" y="100647"/>
                  </a:lnTo>
                  <a:lnTo>
                    <a:pt x="257886" y="98894"/>
                  </a:lnTo>
                  <a:lnTo>
                    <a:pt x="257721" y="95161"/>
                  </a:lnTo>
                  <a:lnTo>
                    <a:pt x="257556" y="91427"/>
                  </a:lnTo>
                  <a:lnTo>
                    <a:pt x="256743" y="88531"/>
                  </a:lnTo>
                  <a:lnTo>
                    <a:pt x="266509" y="99923"/>
                  </a:lnTo>
                  <a:lnTo>
                    <a:pt x="266509" y="89268"/>
                  </a:lnTo>
                  <a:lnTo>
                    <a:pt x="265277" y="87820"/>
                  </a:lnTo>
                  <a:lnTo>
                    <a:pt x="256679" y="77787"/>
                  </a:lnTo>
                  <a:lnTo>
                    <a:pt x="256679" y="88455"/>
                  </a:lnTo>
                  <a:lnTo>
                    <a:pt x="255549" y="88519"/>
                  </a:lnTo>
                  <a:lnTo>
                    <a:pt x="256146" y="87820"/>
                  </a:lnTo>
                  <a:lnTo>
                    <a:pt x="256679" y="88455"/>
                  </a:lnTo>
                  <a:lnTo>
                    <a:pt x="256679" y="77787"/>
                  </a:lnTo>
                  <a:lnTo>
                    <a:pt x="256146" y="77152"/>
                  </a:lnTo>
                  <a:lnTo>
                    <a:pt x="222097" y="116865"/>
                  </a:lnTo>
                  <a:lnTo>
                    <a:pt x="222097" y="138582"/>
                  </a:lnTo>
                  <a:lnTo>
                    <a:pt x="220700" y="138239"/>
                  </a:lnTo>
                  <a:lnTo>
                    <a:pt x="217500" y="138430"/>
                  </a:lnTo>
                  <a:lnTo>
                    <a:pt x="214287" y="138633"/>
                  </a:lnTo>
                  <a:lnTo>
                    <a:pt x="211810" y="139573"/>
                  </a:lnTo>
                  <a:lnTo>
                    <a:pt x="211810" y="141490"/>
                  </a:lnTo>
                  <a:lnTo>
                    <a:pt x="210972" y="140500"/>
                  </a:lnTo>
                  <a:lnTo>
                    <a:pt x="211721" y="139636"/>
                  </a:lnTo>
                  <a:lnTo>
                    <a:pt x="211810" y="141490"/>
                  </a:lnTo>
                  <a:lnTo>
                    <a:pt x="211810" y="139573"/>
                  </a:lnTo>
                  <a:lnTo>
                    <a:pt x="221526" y="128193"/>
                  </a:lnTo>
                  <a:lnTo>
                    <a:pt x="221310" y="129438"/>
                  </a:lnTo>
                  <a:lnTo>
                    <a:pt x="221653" y="136906"/>
                  </a:lnTo>
                  <a:lnTo>
                    <a:pt x="222097" y="138582"/>
                  </a:lnTo>
                  <a:lnTo>
                    <a:pt x="222097" y="116865"/>
                  </a:lnTo>
                  <a:lnTo>
                    <a:pt x="201828" y="140500"/>
                  </a:lnTo>
                  <a:lnTo>
                    <a:pt x="256146" y="203860"/>
                  </a:lnTo>
                  <a:lnTo>
                    <a:pt x="265277" y="193192"/>
                  </a:lnTo>
                  <a:lnTo>
                    <a:pt x="310451" y="140500"/>
                  </a:lnTo>
                  <a:close/>
                </a:path>
                <a:path w="361315" h="204470">
                  <a:moveTo>
                    <a:pt x="360984" y="63347"/>
                  </a:moveTo>
                  <a:lnTo>
                    <a:pt x="351853" y="52705"/>
                  </a:lnTo>
                  <a:lnTo>
                    <a:pt x="351853" y="63347"/>
                  </a:lnTo>
                  <a:lnTo>
                    <a:pt x="341757" y="75133"/>
                  </a:lnTo>
                  <a:lnTo>
                    <a:pt x="342023" y="73634"/>
                  </a:lnTo>
                  <a:lnTo>
                    <a:pt x="341668" y="66154"/>
                  </a:lnTo>
                  <a:lnTo>
                    <a:pt x="341210" y="64477"/>
                  </a:lnTo>
                  <a:lnTo>
                    <a:pt x="342696" y="64833"/>
                  </a:lnTo>
                  <a:lnTo>
                    <a:pt x="345897" y="64630"/>
                  </a:lnTo>
                  <a:lnTo>
                    <a:pt x="349097" y="64427"/>
                  </a:lnTo>
                  <a:lnTo>
                    <a:pt x="351663" y="63474"/>
                  </a:lnTo>
                  <a:lnTo>
                    <a:pt x="351637" y="63106"/>
                  </a:lnTo>
                  <a:lnTo>
                    <a:pt x="351853" y="63347"/>
                  </a:lnTo>
                  <a:lnTo>
                    <a:pt x="351853" y="52705"/>
                  </a:lnTo>
                  <a:lnTo>
                    <a:pt x="349935" y="50457"/>
                  </a:lnTo>
                  <a:lnTo>
                    <a:pt x="349935" y="61125"/>
                  </a:lnTo>
                  <a:lnTo>
                    <a:pt x="348932" y="60883"/>
                  </a:lnTo>
                  <a:lnTo>
                    <a:pt x="342531" y="61277"/>
                  </a:lnTo>
                  <a:lnTo>
                    <a:pt x="341020" y="61849"/>
                  </a:lnTo>
                  <a:lnTo>
                    <a:pt x="341325" y="60096"/>
                  </a:lnTo>
                  <a:lnTo>
                    <a:pt x="341147" y="56362"/>
                  </a:lnTo>
                  <a:lnTo>
                    <a:pt x="340982" y="52628"/>
                  </a:lnTo>
                  <a:lnTo>
                    <a:pt x="340334" y="50330"/>
                  </a:lnTo>
                  <a:lnTo>
                    <a:pt x="340334" y="76784"/>
                  </a:lnTo>
                  <a:lnTo>
                    <a:pt x="306692" y="116027"/>
                  </a:lnTo>
                  <a:lnTo>
                    <a:pt x="295008" y="102425"/>
                  </a:lnTo>
                  <a:lnTo>
                    <a:pt x="297586" y="103022"/>
                  </a:lnTo>
                  <a:lnTo>
                    <a:pt x="303987" y="102628"/>
                  </a:lnTo>
                  <a:lnTo>
                    <a:pt x="305422" y="102095"/>
                  </a:lnTo>
                  <a:lnTo>
                    <a:pt x="305130" y="103809"/>
                  </a:lnTo>
                  <a:lnTo>
                    <a:pt x="305295" y="107556"/>
                  </a:lnTo>
                  <a:lnTo>
                    <a:pt x="305460" y="111290"/>
                  </a:lnTo>
                  <a:lnTo>
                    <a:pt x="306285" y="114274"/>
                  </a:lnTo>
                  <a:lnTo>
                    <a:pt x="307962" y="114173"/>
                  </a:lnTo>
                  <a:lnTo>
                    <a:pt x="308508" y="111099"/>
                  </a:lnTo>
                  <a:lnTo>
                    <a:pt x="308165" y="103619"/>
                  </a:lnTo>
                  <a:lnTo>
                    <a:pt x="307708" y="101942"/>
                  </a:lnTo>
                  <a:lnTo>
                    <a:pt x="309181" y="102298"/>
                  </a:lnTo>
                  <a:lnTo>
                    <a:pt x="312394" y="102095"/>
                  </a:lnTo>
                  <a:lnTo>
                    <a:pt x="315595" y="101904"/>
                  </a:lnTo>
                  <a:lnTo>
                    <a:pt x="318160" y="100939"/>
                  </a:lnTo>
                  <a:lnTo>
                    <a:pt x="318071" y="98971"/>
                  </a:lnTo>
                  <a:lnTo>
                    <a:pt x="315429" y="98348"/>
                  </a:lnTo>
                  <a:lnTo>
                    <a:pt x="309016" y="98742"/>
                  </a:lnTo>
                  <a:lnTo>
                    <a:pt x="307505" y="99314"/>
                  </a:lnTo>
                  <a:lnTo>
                    <a:pt x="307809" y="97561"/>
                  </a:lnTo>
                  <a:lnTo>
                    <a:pt x="307644" y="93827"/>
                  </a:lnTo>
                  <a:lnTo>
                    <a:pt x="307479" y="90093"/>
                  </a:lnTo>
                  <a:lnTo>
                    <a:pt x="306654" y="87109"/>
                  </a:lnTo>
                  <a:lnTo>
                    <a:pt x="304977" y="87210"/>
                  </a:lnTo>
                  <a:lnTo>
                    <a:pt x="304431" y="90271"/>
                  </a:lnTo>
                  <a:lnTo>
                    <a:pt x="304774" y="97751"/>
                  </a:lnTo>
                  <a:lnTo>
                    <a:pt x="305219" y="99415"/>
                  </a:lnTo>
                  <a:lnTo>
                    <a:pt x="303822" y="99072"/>
                  </a:lnTo>
                  <a:lnTo>
                    <a:pt x="300621" y="99275"/>
                  </a:lnTo>
                  <a:lnTo>
                    <a:pt x="297421" y="99479"/>
                  </a:lnTo>
                  <a:lnTo>
                    <a:pt x="294855" y="100444"/>
                  </a:lnTo>
                  <a:lnTo>
                    <a:pt x="294932" y="102336"/>
                  </a:lnTo>
                  <a:lnTo>
                    <a:pt x="262420" y="64414"/>
                  </a:lnTo>
                  <a:lnTo>
                    <a:pt x="264998" y="65024"/>
                  </a:lnTo>
                  <a:lnTo>
                    <a:pt x="271411" y="64617"/>
                  </a:lnTo>
                  <a:lnTo>
                    <a:pt x="272846" y="64084"/>
                  </a:lnTo>
                  <a:lnTo>
                    <a:pt x="272554" y="65811"/>
                  </a:lnTo>
                  <a:lnTo>
                    <a:pt x="272719" y="69545"/>
                  </a:lnTo>
                  <a:lnTo>
                    <a:pt x="272884" y="73279"/>
                  </a:lnTo>
                  <a:lnTo>
                    <a:pt x="273710" y="76263"/>
                  </a:lnTo>
                  <a:lnTo>
                    <a:pt x="275386" y="76161"/>
                  </a:lnTo>
                  <a:lnTo>
                    <a:pt x="275932" y="73101"/>
                  </a:lnTo>
                  <a:lnTo>
                    <a:pt x="275590" y="65620"/>
                  </a:lnTo>
                  <a:lnTo>
                    <a:pt x="275120" y="63944"/>
                  </a:lnTo>
                  <a:lnTo>
                    <a:pt x="276606" y="64287"/>
                  </a:lnTo>
                  <a:lnTo>
                    <a:pt x="279806" y="64096"/>
                  </a:lnTo>
                  <a:lnTo>
                    <a:pt x="283019" y="63893"/>
                  </a:lnTo>
                  <a:lnTo>
                    <a:pt x="285584" y="62928"/>
                  </a:lnTo>
                  <a:lnTo>
                    <a:pt x="285483" y="60972"/>
                  </a:lnTo>
                  <a:lnTo>
                    <a:pt x="282841" y="60337"/>
                  </a:lnTo>
                  <a:lnTo>
                    <a:pt x="276440" y="60744"/>
                  </a:lnTo>
                  <a:lnTo>
                    <a:pt x="274929" y="61315"/>
                  </a:lnTo>
                  <a:lnTo>
                    <a:pt x="275234" y="59563"/>
                  </a:lnTo>
                  <a:lnTo>
                    <a:pt x="275069" y="55816"/>
                  </a:lnTo>
                  <a:lnTo>
                    <a:pt x="274891" y="52082"/>
                  </a:lnTo>
                  <a:lnTo>
                    <a:pt x="274066" y="49098"/>
                  </a:lnTo>
                  <a:lnTo>
                    <a:pt x="273710" y="49123"/>
                  </a:lnTo>
                  <a:lnTo>
                    <a:pt x="305473" y="12077"/>
                  </a:lnTo>
                  <a:lnTo>
                    <a:pt x="305054" y="14452"/>
                  </a:lnTo>
                  <a:lnTo>
                    <a:pt x="305396" y="21932"/>
                  </a:lnTo>
                  <a:lnTo>
                    <a:pt x="306209" y="24917"/>
                  </a:lnTo>
                  <a:lnTo>
                    <a:pt x="307898" y="24815"/>
                  </a:lnTo>
                  <a:lnTo>
                    <a:pt x="308432" y="21742"/>
                  </a:lnTo>
                  <a:lnTo>
                    <a:pt x="308267" y="17995"/>
                  </a:lnTo>
                  <a:lnTo>
                    <a:pt x="308102" y="14262"/>
                  </a:lnTo>
                  <a:lnTo>
                    <a:pt x="307289" y="11366"/>
                  </a:lnTo>
                  <a:lnTo>
                    <a:pt x="340106" y="49657"/>
                  </a:lnTo>
                  <a:lnTo>
                    <a:pt x="338480" y="49745"/>
                  </a:lnTo>
                  <a:lnTo>
                    <a:pt x="337934" y="52806"/>
                  </a:lnTo>
                  <a:lnTo>
                    <a:pt x="338289" y="60286"/>
                  </a:lnTo>
                  <a:lnTo>
                    <a:pt x="338734" y="61950"/>
                  </a:lnTo>
                  <a:lnTo>
                    <a:pt x="337337" y="61607"/>
                  </a:lnTo>
                  <a:lnTo>
                    <a:pt x="334124" y="61810"/>
                  </a:lnTo>
                  <a:lnTo>
                    <a:pt x="330923" y="62014"/>
                  </a:lnTo>
                  <a:lnTo>
                    <a:pt x="328358" y="62979"/>
                  </a:lnTo>
                  <a:lnTo>
                    <a:pt x="328447" y="64935"/>
                  </a:lnTo>
                  <a:lnTo>
                    <a:pt x="331089" y="65557"/>
                  </a:lnTo>
                  <a:lnTo>
                    <a:pt x="337502" y="65163"/>
                  </a:lnTo>
                  <a:lnTo>
                    <a:pt x="338924" y="64630"/>
                  </a:lnTo>
                  <a:lnTo>
                    <a:pt x="338632" y="66344"/>
                  </a:lnTo>
                  <a:lnTo>
                    <a:pt x="338797" y="70091"/>
                  </a:lnTo>
                  <a:lnTo>
                    <a:pt x="338975" y="73825"/>
                  </a:lnTo>
                  <a:lnTo>
                    <a:pt x="339801" y="76809"/>
                  </a:lnTo>
                  <a:lnTo>
                    <a:pt x="340334" y="76784"/>
                  </a:lnTo>
                  <a:lnTo>
                    <a:pt x="340334" y="50330"/>
                  </a:lnTo>
                  <a:lnTo>
                    <a:pt x="340169" y="49733"/>
                  </a:lnTo>
                  <a:lnTo>
                    <a:pt x="349935" y="61125"/>
                  </a:lnTo>
                  <a:lnTo>
                    <a:pt x="349935" y="50457"/>
                  </a:lnTo>
                  <a:lnTo>
                    <a:pt x="315823" y="10655"/>
                  </a:lnTo>
                  <a:lnTo>
                    <a:pt x="307225" y="635"/>
                  </a:lnTo>
                  <a:lnTo>
                    <a:pt x="307225" y="11290"/>
                  </a:lnTo>
                  <a:lnTo>
                    <a:pt x="306095" y="11353"/>
                  </a:lnTo>
                  <a:lnTo>
                    <a:pt x="306692" y="10655"/>
                  </a:lnTo>
                  <a:lnTo>
                    <a:pt x="307225" y="11290"/>
                  </a:lnTo>
                  <a:lnTo>
                    <a:pt x="307225" y="635"/>
                  </a:lnTo>
                  <a:lnTo>
                    <a:pt x="306692" y="0"/>
                  </a:lnTo>
                  <a:lnTo>
                    <a:pt x="272643" y="39712"/>
                  </a:lnTo>
                  <a:lnTo>
                    <a:pt x="272643" y="61417"/>
                  </a:lnTo>
                  <a:lnTo>
                    <a:pt x="271246" y="61074"/>
                  </a:lnTo>
                  <a:lnTo>
                    <a:pt x="268046" y="61277"/>
                  </a:lnTo>
                  <a:lnTo>
                    <a:pt x="264833" y="61468"/>
                  </a:lnTo>
                  <a:lnTo>
                    <a:pt x="262356" y="62407"/>
                  </a:lnTo>
                  <a:lnTo>
                    <a:pt x="262356" y="64338"/>
                  </a:lnTo>
                  <a:lnTo>
                    <a:pt x="261518" y="63347"/>
                  </a:lnTo>
                  <a:lnTo>
                    <a:pt x="262267" y="62484"/>
                  </a:lnTo>
                  <a:lnTo>
                    <a:pt x="262356" y="64338"/>
                  </a:lnTo>
                  <a:lnTo>
                    <a:pt x="262356" y="62407"/>
                  </a:lnTo>
                  <a:lnTo>
                    <a:pt x="272059" y="51054"/>
                  </a:lnTo>
                  <a:lnTo>
                    <a:pt x="271843" y="52273"/>
                  </a:lnTo>
                  <a:lnTo>
                    <a:pt x="272199" y="59753"/>
                  </a:lnTo>
                  <a:lnTo>
                    <a:pt x="272643" y="61417"/>
                  </a:lnTo>
                  <a:lnTo>
                    <a:pt x="272643" y="39712"/>
                  </a:lnTo>
                  <a:lnTo>
                    <a:pt x="256159" y="58928"/>
                  </a:lnTo>
                  <a:lnTo>
                    <a:pt x="250825" y="52705"/>
                  </a:lnTo>
                  <a:lnTo>
                    <a:pt x="250825" y="63347"/>
                  </a:lnTo>
                  <a:lnTo>
                    <a:pt x="240703" y="75145"/>
                  </a:lnTo>
                  <a:lnTo>
                    <a:pt x="240982" y="73634"/>
                  </a:lnTo>
                  <a:lnTo>
                    <a:pt x="240639" y="66154"/>
                  </a:lnTo>
                  <a:lnTo>
                    <a:pt x="240169" y="64477"/>
                  </a:lnTo>
                  <a:lnTo>
                    <a:pt x="241655" y="64833"/>
                  </a:lnTo>
                  <a:lnTo>
                    <a:pt x="244856" y="64630"/>
                  </a:lnTo>
                  <a:lnTo>
                    <a:pt x="248069" y="64427"/>
                  </a:lnTo>
                  <a:lnTo>
                    <a:pt x="250634" y="63474"/>
                  </a:lnTo>
                  <a:lnTo>
                    <a:pt x="250609" y="63106"/>
                  </a:lnTo>
                  <a:lnTo>
                    <a:pt x="250825" y="63347"/>
                  </a:lnTo>
                  <a:lnTo>
                    <a:pt x="250825" y="52705"/>
                  </a:lnTo>
                  <a:lnTo>
                    <a:pt x="248907" y="50469"/>
                  </a:lnTo>
                  <a:lnTo>
                    <a:pt x="248907" y="61137"/>
                  </a:lnTo>
                  <a:lnTo>
                    <a:pt x="247891" y="60883"/>
                  </a:lnTo>
                  <a:lnTo>
                    <a:pt x="241490" y="61277"/>
                  </a:lnTo>
                  <a:lnTo>
                    <a:pt x="239979" y="61849"/>
                  </a:lnTo>
                  <a:lnTo>
                    <a:pt x="240284" y="60096"/>
                  </a:lnTo>
                  <a:lnTo>
                    <a:pt x="240118" y="56362"/>
                  </a:lnTo>
                  <a:lnTo>
                    <a:pt x="239953" y="52628"/>
                  </a:lnTo>
                  <a:lnTo>
                    <a:pt x="239306" y="50355"/>
                  </a:lnTo>
                  <a:lnTo>
                    <a:pt x="239306" y="76784"/>
                  </a:lnTo>
                  <a:lnTo>
                    <a:pt x="205651" y="116027"/>
                  </a:lnTo>
                  <a:lnTo>
                    <a:pt x="193967" y="102425"/>
                  </a:lnTo>
                  <a:lnTo>
                    <a:pt x="196545" y="103022"/>
                  </a:lnTo>
                  <a:lnTo>
                    <a:pt x="202958" y="102628"/>
                  </a:lnTo>
                  <a:lnTo>
                    <a:pt x="204381" y="102095"/>
                  </a:lnTo>
                  <a:lnTo>
                    <a:pt x="204089" y="103809"/>
                  </a:lnTo>
                  <a:lnTo>
                    <a:pt x="204254" y="107556"/>
                  </a:lnTo>
                  <a:lnTo>
                    <a:pt x="204431" y="111290"/>
                  </a:lnTo>
                  <a:lnTo>
                    <a:pt x="205257" y="114274"/>
                  </a:lnTo>
                  <a:lnTo>
                    <a:pt x="206933" y="114173"/>
                  </a:lnTo>
                  <a:lnTo>
                    <a:pt x="207479" y="111099"/>
                  </a:lnTo>
                  <a:lnTo>
                    <a:pt x="207124" y="103619"/>
                  </a:lnTo>
                  <a:lnTo>
                    <a:pt x="206667" y="101942"/>
                  </a:lnTo>
                  <a:lnTo>
                    <a:pt x="208153" y="102298"/>
                  </a:lnTo>
                  <a:lnTo>
                    <a:pt x="211353" y="102095"/>
                  </a:lnTo>
                  <a:lnTo>
                    <a:pt x="214553" y="101904"/>
                  </a:lnTo>
                  <a:lnTo>
                    <a:pt x="217119" y="100939"/>
                  </a:lnTo>
                  <a:lnTo>
                    <a:pt x="217030" y="98971"/>
                  </a:lnTo>
                  <a:lnTo>
                    <a:pt x="214388" y="98348"/>
                  </a:lnTo>
                  <a:lnTo>
                    <a:pt x="207987" y="98742"/>
                  </a:lnTo>
                  <a:lnTo>
                    <a:pt x="206476" y="99314"/>
                  </a:lnTo>
                  <a:lnTo>
                    <a:pt x="206781" y="97561"/>
                  </a:lnTo>
                  <a:lnTo>
                    <a:pt x="206603" y="93827"/>
                  </a:lnTo>
                  <a:lnTo>
                    <a:pt x="206438" y="90093"/>
                  </a:lnTo>
                  <a:lnTo>
                    <a:pt x="205613" y="87109"/>
                  </a:lnTo>
                  <a:lnTo>
                    <a:pt x="203936" y="87210"/>
                  </a:lnTo>
                  <a:lnTo>
                    <a:pt x="203390" y="90271"/>
                  </a:lnTo>
                  <a:lnTo>
                    <a:pt x="203733" y="97751"/>
                  </a:lnTo>
                  <a:lnTo>
                    <a:pt x="204177" y="99415"/>
                  </a:lnTo>
                  <a:lnTo>
                    <a:pt x="202793" y="99072"/>
                  </a:lnTo>
                  <a:lnTo>
                    <a:pt x="199580" y="99275"/>
                  </a:lnTo>
                  <a:lnTo>
                    <a:pt x="196380" y="99479"/>
                  </a:lnTo>
                  <a:lnTo>
                    <a:pt x="193814" y="100444"/>
                  </a:lnTo>
                  <a:lnTo>
                    <a:pt x="193890" y="102336"/>
                  </a:lnTo>
                  <a:lnTo>
                    <a:pt x="161378" y="64414"/>
                  </a:lnTo>
                  <a:lnTo>
                    <a:pt x="163969" y="65024"/>
                  </a:lnTo>
                  <a:lnTo>
                    <a:pt x="170370" y="64617"/>
                  </a:lnTo>
                  <a:lnTo>
                    <a:pt x="171805" y="64084"/>
                  </a:lnTo>
                  <a:lnTo>
                    <a:pt x="171513" y="65811"/>
                  </a:lnTo>
                  <a:lnTo>
                    <a:pt x="171678" y="69545"/>
                  </a:lnTo>
                  <a:lnTo>
                    <a:pt x="171843" y="73279"/>
                  </a:lnTo>
                  <a:lnTo>
                    <a:pt x="172669" y="76263"/>
                  </a:lnTo>
                  <a:lnTo>
                    <a:pt x="174345" y="76161"/>
                  </a:lnTo>
                  <a:lnTo>
                    <a:pt x="174891" y="73101"/>
                  </a:lnTo>
                  <a:lnTo>
                    <a:pt x="174548" y="65620"/>
                  </a:lnTo>
                  <a:lnTo>
                    <a:pt x="174091" y="63944"/>
                  </a:lnTo>
                  <a:lnTo>
                    <a:pt x="175564" y="64287"/>
                  </a:lnTo>
                  <a:lnTo>
                    <a:pt x="178777" y="64096"/>
                  </a:lnTo>
                  <a:lnTo>
                    <a:pt x="181978" y="63893"/>
                  </a:lnTo>
                  <a:lnTo>
                    <a:pt x="184543" y="62928"/>
                  </a:lnTo>
                  <a:lnTo>
                    <a:pt x="184442" y="60972"/>
                  </a:lnTo>
                  <a:lnTo>
                    <a:pt x="181813" y="60337"/>
                  </a:lnTo>
                  <a:lnTo>
                    <a:pt x="175399" y="60744"/>
                  </a:lnTo>
                  <a:lnTo>
                    <a:pt x="173888" y="61315"/>
                  </a:lnTo>
                  <a:lnTo>
                    <a:pt x="174193" y="59563"/>
                  </a:lnTo>
                  <a:lnTo>
                    <a:pt x="174028" y="55816"/>
                  </a:lnTo>
                  <a:lnTo>
                    <a:pt x="173863" y="52082"/>
                  </a:lnTo>
                  <a:lnTo>
                    <a:pt x="173037" y="49098"/>
                  </a:lnTo>
                  <a:lnTo>
                    <a:pt x="172669" y="49123"/>
                  </a:lnTo>
                  <a:lnTo>
                    <a:pt x="204431" y="12077"/>
                  </a:lnTo>
                  <a:lnTo>
                    <a:pt x="204012" y="14452"/>
                  </a:lnTo>
                  <a:lnTo>
                    <a:pt x="204355" y="21932"/>
                  </a:lnTo>
                  <a:lnTo>
                    <a:pt x="204800" y="23596"/>
                  </a:lnTo>
                  <a:lnTo>
                    <a:pt x="203403" y="23253"/>
                  </a:lnTo>
                  <a:lnTo>
                    <a:pt x="200202" y="23456"/>
                  </a:lnTo>
                  <a:lnTo>
                    <a:pt x="197002" y="23647"/>
                  </a:lnTo>
                  <a:lnTo>
                    <a:pt x="194437" y="24612"/>
                  </a:lnTo>
                  <a:lnTo>
                    <a:pt x="194525" y="26568"/>
                  </a:lnTo>
                  <a:lnTo>
                    <a:pt x="197167" y="27203"/>
                  </a:lnTo>
                  <a:lnTo>
                    <a:pt x="203581" y="26797"/>
                  </a:lnTo>
                  <a:lnTo>
                    <a:pt x="205003" y="26276"/>
                  </a:lnTo>
                  <a:lnTo>
                    <a:pt x="204711" y="27990"/>
                  </a:lnTo>
                  <a:lnTo>
                    <a:pt x="204876" y="31724"/>
                  </a:lnTo>
                  <a:lnTo>
                    <a:pt x="205054" y="35458"/>
                  </a:lnTo>
                  <a:lnTo>
                    <a:pt x="205879" y="38442"/>
                  </a:lnTo>
                  <a:lnTo>
                    <a:pt x="207556" y="38341"/>
                  </a:lnTo>
                  <a:lnTo>
                    <a:pt x="208102" y="35280"/>
                  </a:lnTo>
                  <a:lnTo>
                    <a:pt x="207746" y="27800"/>
                  </a:lnTo>
                  <a:lnTo>
                    <a:pt x="207289" y="26123"/>
                  </a:lnTo>
                  <a:lnTo>
                    <a:pt x="208775" y="26466"/>
                  </a:lnTo>
                  <a:lnTo>
                    <a:pt x="211975" y="26276"/>
                  </a:lnTo>
                  <a:lnTo>
                    <a:pt x="215176" y="26073"/>
                  </a:lnTo>
                  <a:lnTo>
                    <a:pt x="217741" y="25107"/>
                  </a:lnTo>
                  <a:lnTo>
                    <a:pt x="217716" y="24765"/>
                  </a:lnTo>
                  <a:lnTo>
                    <a:pt x="239077" y="49657"/>
                  </a:lnTo>
                  <a:lnTo>
                    <a:pt x="237439" y="49745"/>
                  </a:lnTo>
                  <a:lnTo>
                    <a:pt x="236905" y="52806"/>
                  </a:lnTo>
                  <a:lnTo>
                    <a:pt x="237248" y="60286"/>
                  </a:lnTo>
                  <a:lnTo>
                    <a:pt x="237693" y="61950"/>
                  </a:lnTo>
                  <a:lnTo>
                    <a:pt x="236296" y="61607"/>
                  </a:lnTo>
                  <a:lnTo>
                    <a:pt x="233095" y="61810"/>
                  </a:lnTo>
                  <a:lnTo>
                    <a:pt x="229882" y="62014"/>
                  </a:lnTo>
                  <a:lnTo>
                    <a:pt x="227317" y="62979"/>
                  </a:lnTo>
                  <a:lnTo>
                    <a:pt x="227418" y="64935"/>
                  </a:lnTo>
                  <a:lnTo>
                    <a:pt x="230060" y="65557"/>
                  </a:lnTo>
                  <a:lnTo>
                    <a:pt x="236461" y="65163"/>
                  </a:lnTo>
                  <a:lnTo>
                    <a:pt x="237896" y="64630"/>
                  </a:lnTo>
                  <a:lnTo>
                    <a:pt x="237591" y="66344"/>
                  </a:lnTo>
                  <a:lnTo>
                    <a:pt x="237769" y="70091"/>
                  </a:lnTo>
                  <a:lnTo>
                    <a:pt x="237934" y="73825"/>
                  </a:lnTo>
                  <a:lnTo>
                    <a:pt x="238760" y="76809"/>
                  </a:lnTo>
                  <a:lnTo>
                    <a:pt x="239306" y="76784"/>
                  </a:lnTo>
                  <a:lnTo>
                    <a:pt x="239306" y="50355"/>
                  </a:lnTo>
                  <a:lnTo>
                    <a:pt x="239128" y="49720"/>
                  </a:lnTo>
                  <a:lnTo>
                    <a:pt x="248907" y="61137"/>
                  </a:lnTo>
                  <a:lnTo>
                    <a:pt x="248907" y="50469"/>
                  </a:lnTo>
                  <a:lnTo>
                    <a:pt x="216014" y="12103"/>
                  </a:lnTo>
                  <a:lnTo>
                    <a:pt x="216014" y="22771"/>
                  </a:lnTo>
                  <a:lnTo>
                    <a:pt x="215011" y="22517"/>
                  </a:lnTo>
                  <a:lnTo>
                    <a:pt x="208610" y="22923"/>
                  </a:lnTo>
                  <a:lnTo>
                    <a:pt x="207086" y="23507"/>
                  </a:lnTo>
                  <a:lnTo>
                    <a:pt x="207391" y="21742"/>
                  </a:lnTo>
                  <a:lnTo>
                    <a:pt x="207225" y="17995"/>
                  </a:lnTo>
                  <a:lnTo>
                    <a:pt x="207060" y="14262"/>
                  </a:lnTo>
                  <a:lnTo>
                    <a:pt x="206248" y="11366"/>
                  </a:lnTo>
                  <a:lnTo>
                    <a:pt x="216014" y="22771"/>
                  </a:lnTo>
                  <a:lnTo>
                    <a:pt x="216014" y="12103"/>
                  </a:lnTo>
                  <a:lnTo>
                    <a:pt x="214782" y="10655"/>
                  </a:lnTo>
                  <a:lnTo>
                    <a:pt x="206184" y="635"/>
                  </a:lnTo>
                  <a:lnTo>
                    <a:pt x="206184" y="11290"/>
                  </a:lnTo>
                  <a:lnTo>
                    <a:pt x="205054" y="11353"/>
                  </a:lnTo>
                  <a:lnTo>
                    <a:pt x="205651" y="10655"/>
                  </a:lnTo>
                  <a:lnTo>
                    <a:pt x="206184" y="11290"/>
                  </a:lnTo>
                  <a:lnTo>
                    <a:pt x="206184" y="635"/>
                  </a:lnTo>
                  <a:lnTo>
                    <a:pt x="205651" y="0"/>
                  </a:lnTo>
                  <a:lnTo>
                    <a:pt x="171602" y="39712"/>
                  </a:lnTo>
                  <a:lnTo>
                    <a:pt x="171602" y="61417"/>
                  </a:lnTo>
                  <a:lnTo>
                    <a:pt x="170205" y="61074"/>
                  </a:lnTo>
                  <a:lnTo>
                    <a:pt x="167005" y="61277"/>
                  </a:lnTo>
                  <a:lnTo>
                    <a:pt x="163804" y="61468"/>
                  </a:lnTo>
                  <a:lnTo>
                    <a:pt x="161315" y="62420"/>
                  </a:lnTo>
                  <a:lnTo>
                    <a:pt x="161315" y="64338"/>
                  </a:lnTo>
                  <a:lnTo>
                    <a:pt x="160477" y="63347"/>
                  </a:lnTo>
                  <a:lnTo>
                    <a:pt x="161239" y="62458"/>
                  </a:lnTo>
                  <a:lnTo>
                    <a:pt x="161315" y="64338"/>
                  </a:lnTo>
                  <a:lnTo>
                    <a:pt x="161315" y="62420"/>
                  </a:lnTo>
                  <a:lnTo>
                    <a:pt x="171030" y="51041"/>
                  </a:lnTo>
                  <a:lnTo>
                    <a:pt x="170815" y="52273"/>
                  </a:lnTo>
                  <a:lnTo>
                    <a:pt x="171157" y="59753"/>
                  </a:lnTo>
                  <a:lnTo>
                    <a:pt x="171602" y="61417"/>
                  </a:lnTo>
                  <a:lnTo>
                    <a:pt x="171602" y="39712"/>
                  </a:lnTo>
                  <a:lnTo>
                    <a:pt x="151333" y="63347"/>
                  </a:lnTo>
                  <a:lnTo>
                    <a:pt x="205651" y="126695"/>
                  </a:lnTo>
                  <a:lnTo>
                    <a:pt x="214782" y="116027"/>
                  </a:lnTo>
                  <a:lnTo>
                    <a:pt x="256159" y="67779"/>
                  </a:lnTo>
                  <a:lnTo>
                    <a:pt x="306692" y="126695"/>
                  </a:lnTo>
                  <a:lnTo>
                    <a:pt x="315823" y="116027"/>
                  </a:lnTo>
                  <a:lnTo>
                    <a:pt x="360984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4" name="object 2114" descr=""/>
            <p:cNvSpPr/>
            <p:nvPr/>
          </p:nvSpPr>
          <p:spPr>
            <a:xfrm>
              <a:off x="8402244" y="7550194"/>
              <a:ext cx="319405" cy="347980"/>
            </a:xfrm>
            <a:custGeom>
              <a:avLst/>
              <a:gdLst/>
              <a:ahLst/>
              <a:cxnLst/>
              <a:rect l="l" t="t" r="r" b="b"/>
              <a:pathLst>
                <a:path w="319404" h="347979">
                  <a:moveTo>
                    <a:pt x="158927" y="207391"/>
                  </a:moveTo>
                  <a:lnTo>
                    <a:pt x="149783" y="196735"/>
                  </a:lnTo>
                  <a:lnTo>
                    <a:pt x="149783" y="207391"/>
                  </a:lnTo>
                  <a:lnTo>
                    <a:pt x="139674" y="219189"/>
                  </a:lnTo>
                  <a:lnTo>
                    <a:pt x="139941" y="217690"/>
                  </a:lnTo>
                  <a:lnTo>
                    <a:pt x="139598" y="210210"/>
                  </a:lnTo>
                  <a:lnTo>
                    <a:pt x="139141" y="208546"/>
                  </a:lnTo>
                  <a:lnTo>
                    <a:pt x="140614" y="208889"/>
                  </a:lnTo>
                  <a:lnTo>
                    <a:pt x="143827" y="208686"/>
                  </a:lnTo>
                  <a:lnTo>
                    <a:pt x="147027" y="208483"/>
                  </a:lnTo>
                  <a:lnTo>
                    <a:pt x="149593" y="207518"/>
                  </a:lnTo>
                  <a:lnTo>
                    <a:pt x="149567" y="207149"/>
                  </a:lnTo>
                  <a:lnTo>
                    <a:pt x="149783" y="207391"/>
                  </a:lnTo>
                  <a:lnTo>
                    <a:pt x="149783" y="196735"/>
                  </a:lnTo>
                  <a:lnTo>
                    <a:pt x="147878" y="194513"/>
                  </a:lnTo>
                  <a:lnTo>
                    <a:pt x="147878" y="205193"/>
                  </a:lnTo>
                  <a:lnTo>
                    <a:pt x="146862" y="204939"/>
                  </a:lnTo>
                  <a:lnTo>
                    <a:pt x="140449" y="205333"/>
                  </a:lnTo>
                  <a:lnTo>
                    <a:pt x="138938" y="205905"/>
                  </a:lnTo>
                  <a:lnTo>
                    <a:pt x="139242" y="204152"/>
                  </a:lnTo>
                  <a:lnTo>
                    <a:pt x="139077" y="200418"/>
                  </a:lnTo>
                  <a:lnTo>
                    <a:pt x="138912" y="196672"/>
                  </a:lnTo>
                  <a:lnTo>
                    <a:pt x="138252" y="194297"/>
                  </a:lnTo>
                  <a:lnTo>
                    <a:pt x="138252" y="220840"/>
                  </a:lnTo>
                  <a:lnTo>
                    <a:pt x="104609" y="260083"/>
                  </a:lnTo>
                  <a:lnTo>
                    <a:pt x="92925" y="246481"/>
                  </a:lnTo>
                  <a:lnTo>
                    <a:pt x="95504" y="247078"/>
                  </a:lnTo>
                  <a:lnTo>
                    <a:pt x="101917" y="246684"/>
                  </a:lnTo>
                  <a:lnTo>
                    <a:pt x="103352" y="246151"/>
                  </a:lnTo>
                  <a:lnTo>
                    <a:pt x="103060" y="247865"/>
                  </a:lnTo>
                  <a:lnTo>
                    <a:pt x="103225" y="251599"/>
                  </a:lnTo>
                  <a:lnTo>
                    <a:pt x="103390" y="255346"/>
                  </a:lnTo>
                  <a:lnTo>
                    <a:pt x="104216" y="258330"/>
                  </a:lnTo>
                  <a:lnTo>
                    <a:pt x="105892" y="258216"/>
                  </a:lnTo>
                  <a:lnTo>
                    <a:pt x="106438" y="255155"/>
                  </a:lnTo>
                  <a:lnTo>
                    <a:pt x="106095" y="247675"/>
                  </a:lnTo>
                  <a:lnTo>
                    <a:pt x="105625" y="246011"/>
                  </a:lnTo>
                  <a:lnTo>
                    <a:pt x="107111" y="246354"/>
                  </a:lnTo>
                  <a:lnTo>
                    <a:pt x="110312" y="246151"/>
                  </a:lnTo>
                  <a:lnTo>
                    <a:pt x="113525" y="245948"/>
                  </a:lnTo>
                  <a:lnTo>
                    <a:pt x="116090" y="244983"/>
                  </a:lnTo>
                  <a:lnTo>
                    <a:pt x="115989" y="243027"/>
                  </a:lnTo>
                  <a:lnTo>
                    <a:pt x="113347" y="242404"/>
                  </a:lnTo>
                  <a:lnTo>
                    <a:pt x="106946" y="242798"/>
                  </a:lnTo>
                  <a:lnTo>
                    <a:pt x="105435" y="243370"/>
                  </a:lnTo>
                  <a:lnTo>
                    <a:pt x="105740" y="241617"/>
                  </a:lnTo>
                  <a:lnTo>
                    <a:pt x="105575" y="237883"/>
                  </a:lnTo>
                  <a:lnTo>
                    <a:pt x="105397" y="234137"/>
                  </a:lnTo>
                  <a:lnTo>
                    <a:pt x="104571" y="231152"/>
                  </a:lnTo>
                  <a:lnTo>
                    <a:pt x="102895" y="231267"/>
                  </a:lnTo>
                  <a:lnTo>
                    <a:pt x="102362" y="234327"/>
                  </a:lnTo>
                  <a:lnTo>
                    <a:pt x="102704" y="241808"/>
                  </a:lnTo>
                  <a:lnTo>
                    <a:pt x="103149" y="243471"/>
                  </a:lnTo>
                  <a:lnTo>
                    <a:pt x="101752" y="243128"/>
                  </a:lnTo>
                  <a:lnTo>
                    <a:pt x="98552" y="243332"/>
                  </a:lnTo>
                  <a:lnTo>
                    <a:pt x="95338" y="243522"/>
                  </a:lnTo>
                  <a:lnTo>
                    <a:pt x="92773" y="244487"/>
                  </a:lnTo>
                  <a:lnTo>
                    <a:pt x="92862" y="246405"/>
                  </a:lnTo>
                  <a:lnTo>
                    <a:pt x="60350" y="208470"/>
                  </a:lnTo>
                  <a:lnTo>
                    <a:pt x="62915" y="209067"/>
                  </a:lnTo>
                  <a:lnTo>
                    <a:pt x="69342" y="208673"/>
                  </a:lnTo>
                  <a:lnTo>
                    <a:pt x="70764" y="208140"/>
                  </a:lnTo>
                  <a:lnTo>
                    <a:pt x="70472" y="209867"/>
                  </a:lnTo>
                  <a:lnTo>
                    <a:pt x="70637" y="213601"/>
                  </a:lnTo>
                  <a:lnTo>
                    <a:pt x="70815" y="217335"/>
                  </a:lnTo>
                  <a:lnTo>
                    <a:pt x="71640" y="220319"/>
                  </a:lnTo>
                  <a:lnTo>
                    <a:pt x="73317" y="220218"/>
                  </a:lnTo>
                  <a:lnTo>
                    <a:pt x="73850" y="217144"/>
                  </a:lnTo>
                  <a:lnTo>
                    <a:pt x="73507" y="209677"/>
                  </a:lnTo>
                  <a:lnTo>
                    <a:pt x="73050" y="208000"/>
                  </a:lnTo>
                  <a:lnTo>
                    <a:pt x="74536" y="208343"/>
                  </a:lnTo>
                  <a:lnTo>
                    <a:pt x="77736" y="208140"/>
                  </a:lnTo>
                  <a:lnTo>
                    <a:pt x="80937" y="207949"/>
                  </a:lnTo>
                  <a:lnTo>
                    <a:pt x="83502" y="206984"/>
                  </a:lnTo>
                  <a:lnTo>
                    <a:pt x="83413" y="205028"/>
                  </a:lnTo>
                  <a:lnTo>
                    <a:pt x="80772" y="204393"/>
                  </a:lnTo>
                  <a:lnTo>
                    <a:pt x="74358" y="204800"/>
                  </a:lnTo>
                  <a:lnTo>
                    <a:pt x="72847" y="205371"/>
                  </a:lnTo>
                  <a:lnTo>
                    <a:pt x="73152" y="203619"/>
                  </a:lnTo>
                  <a:lnTo>
                    <a:pt x="72986" y="199872"/>
                  </a:lnTo>
                  <a:lnTo>
                    <a:pt x="72821" y="196138"/>
                  </a:lnTo>
                  <a:lnTo>
                    <a:pt x="71996" y="193154"/>
                  </a:lnTo>
                  <a:lnTo>
                    <a:pt x="71615" y="193179"/>
                  </a:lnTo>
                  <a:lnTo>
                    <a:pt x="103390" y="156133"/>
                  </a:lnTo>
                  <a:lnTo>
                    <a:pt x="102971" y="158508"/>
                  </a:lnTo>
                  <a:lnTo>
                    <a:pt x="103327" y="165976"/>
                  </a:lnTo>
                  <a:lnTo>
                    <a:pt x="103771" y="167652"/>
                  </a:lnTo>
                  <a:lnTo>
                    <a:pt x="102374" y="167309"/>
                  </a:lnTo>
                  <a:lnTo>
                    <a:pt x="99174" y="167500"/>
                  </a:lnTo>
                  <a:lnTo>
                    <a:pt x="95961" y="167703"/>
                  </a:lnTo>
                  <a:lnTo>
                    <a:pt x="93395" y="168668"/>
                  </a:lnTo>
                  <a:lnTo>
                    <a:pt x="93497" y="170624"/>
                  </a:lnTo>
                  <a:lnTo>
                    <a:pt x="96126" y="171259"/>
                  </a:lnTo>
                  <a:lnTo>
                    <a:pt x="102539" y="170853"/>
                  </a:lnTo>
                  <a:lnTo>
                    <a:pt x="103974" y="170319"/>
                  </a:lnTo>
                  <a:lnTo>
                    <a:pt x="103682" y="172046"/>
                  </a:lnTo>
                  <a:lnTo>
                    <a:pt x="103847" y="175780"/>
                  </a:lnTo>
                  <a:lnTo>
                    <a:pt x="104013" y="179514"/>
                  </a:lnTo>
                  <a:lnTo>
                    <a:pt x="104838" y="182499"/>
                  </a:lnTo>
                  <a:lnTo>
                    <a:pt x="106514" y="182397"/>
                  </a:lnTo>
                  <a:lnTo>
                    <a:pt x="107061" y="179324"/>
                  </a:lnTo>
                  <a:lnTo>
                    <a:pt x="106718" y="171856"/>
                  </a:lnTo>
                  <a:lnTo>
                    <a:pt x="106248" y="170180"/>
                  </a:lnTo>
                  <a:lnTo>
                    <a:pt x="107734" y="170522"/>
                  </a:lnTo>
                  <a:lnTo>
                    <a:pt x="110934" y="170319"/>
                  </a:lnTo>
                  <a:lnTo>
                    <a:pt x="114147" y="170129"/>
                  </a:lnTo>
                  <a:lnTo>
                    <a:pt x="116713" y="169164"/>
                  </a:lnTo>
                  <a:lnTo>
                    <a:pt x="116687" y="168833"/>
                  </a:lnTo>
                  <a:lnTo>
                    <a:pt x="138023" y="193700"/>
                  </a:lnTo>
                  <a:lnTo>
                    <a:pt x="136410" y="193802"/>
                  </a:lnTo>
                  <a:lnTo>
                    <a:pt x="135864" y="196862"/>
                  </a:lnTo>
                  <a:lnTo>
                    <a:pt x="136207" y="204343"/>
                  </a:lnTo>
                  <a:lnTo>
                    <a:pt x="136652" y="206006"/>
                  </a:lnTo>
                  <a:lnTo>
                    <a:pt x="135255" y="205663"/>
                  </a:lnTo>
                  <a:lnTo>
                    <a:pt x="132054" y="205867"/>
                  </a:lnTo>
                  <a:lnTo>
                    <a:pt x="128854" y="206057"/>
                  </a:lnTo>
                  <a:lnTo>
                    <a:pt x="126288" y="207022"/>
                  </a:lnTo>
                  <a:lnTo>
                    <a:pt x="126377" y="208991"/>
                  </a:lnTo>
                  <a:lnTo>
                    <a:pt x="129019" y="209613"/>
                  </a:lnTo>
                  <a:lnTo>
                    <a:pt x="135420" y="209219"/>
                  </a:lnTo>
                  <a:lnTo>
                    <a:pt x="136855" y="208686"/>
                  </a:lnTo>
                  <a:lnTo>
                    <a:pt x="136563" y="210400"/>
                  </a:lnTo>
                  <a:lnTo>
                    <a:pt x="136728" y="214134"/>
                  </a:lnTo>
                  <a:lnTo>
                    <a:pt x="136893" y="217881"/>
                  </a:lnTo>
                  <a:lnTo>
                    <a:pt x="137718" y="220865"/>
                  </a:lnTo>
                  <a:lnTo>
                    <a:pt x="138252" y="220840"/>
                  </a:lnTo>
                  <a:lnTo>
                    <a:pt x="138252" y="194297"/>
                  </a:lnTo>
                  <a:lnTo>
                    <a:pt x="138112" y="193789"/>
                  </a:lnTo>
                  <a:lnTo>
                    <a:pt x="147878" y="205193"/>
                  </a:lnTo>
                  <a:lnTo>
                    <a:pt x="147878" y="194513"/>
                  </a:lnTo>
                  <a:lnTo>
                    <a:pt x="114973" y="156133"/>
                  </a:lnTo>
                  <a:lnTo>
                    <a:pt x="114973" y="166814"/>
                  </a:lnTo>
                  <a:lnTo>
                    <a:pt x="113969" y="166573"/>
                  </a:lnTo>
                  <a:lnTo>
                    <a:pt x="107569" y="166979"/>
                  </a:lnTo>
                  <a:lnTo>
                    <a:pt x="106057" y="167551"/>
                  </a:lnTo>
                  <a:lnTo>
                    <a:pt x="106362" y="165798"/>
                  </a:lnTo>
                  <a:lnTo>
                    <a:pt x="106197" y="162052"/>
                  </a:lnTo>
                  <a:lnTo>
                    <a:pt x="106019" y="158318"/>
                  </a:lnTo>
                  <a:lnTo>
                    <a:pt x="105206" y="155422"/>
                  </a:lnTo>
                  <a:lnTo>
                    <a:pt x="114973" y="166814"/>
                  </a:lnTo>
                  <a:lnTo>
                    <a:pt x="114973" y="156133"/>
                  </a:lnTo>
                  <a:lnTo>
                    <a:pt x="113753" y="154711"/>
                  </a:lnTo>
                  <a:lnTo>
                    <a:pt x="105143" y="144665"/>
                  </a:lnTo>
                  <a:lnTo>
                    <a:pt x="105143" y="155346"/>
                  </a:lnTo>
                  <a:lnTo>
                    <a:pt x="104013" y="155409"/>
                  </a:lnTo>
                  <a:lnTo>
                    <a:pt x="104609" y="154711"/>
                  </a:lnTo>
                  <a:lnTo>
                    <a:pt x="105143" y="155346"/>
                  </a:lnTo>
                  <a:lnTo>
                    <a:pt x="105143" y="144665"/>
                  </a:lnTo>
                  <a:lnTo>
                    <a:pt x="104609" y="144043"/>
                  </a:lnTo>
                  <a:lnTo>
                    <a:pt x="70573" y="183743"/>
                  </a:lnTo>
                  <a:lnTo>
                    <a:pt x="70573" y="205473"/>
                  </a:lnTo>
                  <a:lnTo>
                    <a:pt x="69164" y="205130"/>
                  </a:lnTo>
                  <a:lnTo>
                    <a:pt x="65963" y="205320"/>
                  </a:lnTo>
                  <a:lnTo>
                    <a:pt x="62763" y="205524"/>
                  </a:lnTo>
                  <a:lnTo>
                    <a:pt x="60274" y="206476"/>
                  </a:lnTo>
                  <a:lnTo>
                    <a:pt x="60274" y="208381"/>
                  </a:lnTo>
                  <a:lnTo>
                    <a:pt x="59436" y="207391"/>
                  </a:lnTo>
                  <a:lnTo>
                    <a:pt x="60198" y="206502"/>
                  </a:lnTo>
                  <a:lnTo>
                    <a:pt x="60274" y="208381"/>
                  </a:lnTo>
                  <a:lnTo>
                    <a:pt x="60274" y="206476"/>
                  </a:lnTo>
                  <a:lnTo>
                    <a:pt x="69989" y="195084"/>
                  </a:lnTo>
                  <a:lnTo>
                    <a:pt x="69773" y="196329"/>
                  </a:lnTo>
                  <a:lnTo>
                    <a:pt x="70116" y="203796"/>
                  </a:lnTo>
                  <a:lnTo>
                    <a:pt x="70573" y="205473"/>
                  </a:lnTo>
                  <a:lnTo>
                    <a:pt x="70573" y="183743"/>
                  </a:lnTo>
                  <a:lnTo>
                    <a:pt x="50292" y="207391"/>
                  </a:lnTo>
                  <a:lnTo>
                    <a:pt x="104609" y="270751"/>
                  </a:lnTo>
                  <a:lnTo>
                    <a:pt x="113753" y="260083"/>
                  </a:lnTo>
                  <a:lnTo>
                    <a:pt x="158927" y="207391"/>
                  </a:lnTo>
                  <a:close/>
                </a:path>
                <a:path w="319404" h="347979">
                  <a:moveTo>
                    <a:pt x="310451" y="284556"/>
                  </a:moveTo>
                  <a:lnTo>
                    <a:pt x="301320" y="273913"/>
                  </a:lnTo>
                  <a:lnTo>
                    <a:pt x="301320" y="284556"/>
                  </a:lnTo>
                  <a:lnTo>
                    <a:pt x="291198" y="296354"/>
                  </a:lnTo>
                  <a:lnTo>
                    <a:pt x="291477" y="294843"/>
                  </a:lnTo>
                  <a:lnTo>
                    <a:pt x="291134" y="287375"/>
                  </a:lnTo>
                  <a:lnTo>
                    <a:pt x="290664" y="285699"/>
                  </a:lnTo>
                  <a:lnTo>
                    <a:pt x="292150" y="286042"/>
                  </a:lnTo>
                  <a:lnTo>
                    <a:pt x="295351" y="285851"/>
                  </a:lnTo>
                  <a:lnTo>
                    <a:pt x="298564" y="285648"/>
                  </a:lnTo>
                  <a:lnTo>
                    <a:pt x="301129" y="284683"/>
                  </a:lnTo>
                  <a:lnTo>
                    <a:pt x="301104" y="284314"/>
                  </a:lnTo>
                  <a:lnTo>
                    <a:pt x="301320" y="284556"/>
                  </a:lnTo>
                  <a:lnTo>
                    <a:pt x="301320" y="273913"/>
                  </a:lnTo>
                  <a:lnTo>
                    <a:pt x="299415" y="271691"/>
                  </a:lnTo>
                  <a:lnTo>
                    <a:pt x="299415" y="282346"/>
                  </a:lnTo>
                  <a:lnTo>
                    <a:pt x="298386" y="282092"/>
                  </a:lnTo>
                  <a:lnTo>
                    <a:pt x="291985" y="282498"/>
                  </a:lnTo>
                  <a:lnTo>
                    <a:pt x="290474" y="283070"/>
                  </a:lnTo>
                  <a:lnTo>
                    <a:pt x="290779" y="281317"/>
                  </a:lnTo>
                  <a:lnTo>
                    <a:pt x="290614" y="277571"/>
                  </a:lnTo>
                  <a:lnTo>
                    <a:pt x="290436" y="273837"/>
                  </a:lnTo>
                  <a:lnTo>
                    <a:pt x="289801" y="271576"/>
                  </a:lnTo>
                  <a:lnTo>
                    <a:pt x="289801" y="297992"/>
                  </a:lnTo>
                  <a:lnTo>
                    <a:pt x="256146" y="337248"/>
                  </a:lnTo>
                  <a:lnTo>
                    <a:pt x="244462" y="323634"/>
                  </a:lnTo>
                  <a:lnTo>
                    <a:pt x="247040" y="324243"/>
                  </a:lnTo>
                  <a:lnTo>
                    <a:pt x="253453" y="323837"/>
                  </a:lnTo>
                  <a:lnTo>
                    <a:pt x="254876" y="323316"/>
                  </a:lnTo>
                  <a:lnTo>
                    <a:pt x="254584" y="325031"/>
                  </a:lnTo>
                  <a:lnTo>
                    <a:pt x="254749" y="328764"/>
                  </a:lnTo>
                  <a:lnTo>
                    <a:pt x="254927" y="332498"/>
                  </a:lnTo>
                  <a:lnTo>
                    <a:pt x="255752" y="335483"/>
                  </a:lnTo>
                  <a:lnTo>
                    <a:pt x="257429" y="335381"/>
                  </a:lnTo>
                  <a:lnTo>
                    <a:pt x="257962" y="332320"/>
                  </a:lnTo>
                  <a:lnTo>
                    <a:pt x="257619" y="324840"/>
                  </a:lnTo>
                  <a:lnTo>
                    <a:pt x="257162" y="323164"/>
                  </a:lnTo>
                  <a:lnTo>
                    <a:pt x="258648" y="323507"/>
                  </a:lnTo>
                  <a:lnTo>
                    <a:pt x="261848" y="323316"/>
                  </a:lnTo>
                  <a:lnTo>
                    <a:pt x="265049" y="323113"/>
                  </a:lnTo>
                  <a:lnTo>
                    <a:pt x="267614" y="322148"/>
                  </a:lnTo>
                  <a:lnTo>
                    <a:pt x="267525" y="320192"/>
                  </a:lnTo>
                  <a:lnTo>
                    <a:pt x="264883" y="319557"/>
                  </a:lnTo>
                  <a:lnTo>
                    <a:pt x="258470" y="319963"/>
                  </a:lnTo>
                  <a:lnTo>
                    <a:pt x="256959" y="320535"/>
                  </a:lnTo>
                  <a:lnTo>
                    <a:pt x="257263" y="318782"/>
                  </a:lnTo>
                  <a:lnTo>
                    <a:pt x="257098" y="315036"/>
                  </a:lnTo>
                  <a:lnTo>
                    <a:pt x="256933" y="311302"/>
                  </a:lnTo>
                  <a:lnTo>
                    <a:pt x="256108" y="308317"/>
                  </a:lnTo>
                  <a:lnTo>
                    <a:pt x="254431" y="308419"/>
                  </a:lnTo>
                  <a:lnTo>
                    <a:pt x="253885" y="311492"/>
                  </a:lnTo>
                  <a:lnTo>
                    <a:pt x="254228" y="318973"/>
                  </a:lnTo>
                  <a:lnTo>
                    <a:pt x="254673" y="320636"/>
                  </a:lnTo>
                  <a:lnTo>
                    <a:pt x="253276" y="320294"/>
                  </a:lnTo>
                  <a:lnTo>
                    <a:pt x="250075" y="320497"/>
                  </a:lnTo>
                  <a:lnTo>
                    <a:pt x="246875" y="320687"/>
                  </a:lnTo>
                  <a:lnTo>
                    <a:pt x="244309" y="321652"/>
                  </a:lnTo>
                  <a:lnTo>
                    <a:pt x="244386" y="323557"/>
                  </a:lnTo>
                  <a:lnTo>
                    <a:pt x="211886" y="285635"/>
                  </a:lnTo>
                  <a:lnTo>
                    <a:pt x="214464" y="286232"/>
                  </a:lnTo>
                  <a:lnTo>
                    <a:pt x="220865" y="285838"/>
                  </a:lnTo>
                  <a:lnTo>
                    <a:pt x="222300" y="285305"/>
                  </a:lnTo>
                  <a:lnTo>
                    <a:pt x="222008" y="287020"/>
                  </a:lnTo>
                  <a:lnTo>
                    <a:pt x="222173" y="290766"/>
                  </a:lnTo>
                  <a:lnTo>
                    <a:pt x="222338" y="294500"/>
                  </a:lnTo>
                  <a:lnTo>
                    <a:pt x="223164" y="297484"/>
                  </a:lnTo>
                  <a:lnTo>
                    <a:pt x="224840" y="297383"/>
                  </a:lnTo>
                  <a:lnTo>
                    <a:pt x="225386" y="294309"/>
                  </a:lnTo>
                  <a:lnTo>
                    <a:pt x="225044" y="286829"/>
                  </a:lnTo>
                  <a:lnTo>
                    <a:pt x="224586" y="285165"/>
                  </a:lnTo>
                  <a:lnTo>
                    <a:pt x="226060" y="285508"/>
                  </a:lnTo>
                  <a:lnTo>
                    <a:pt x="229273" y="285305"/>
                  </a:lnTo>
                  <a:lnTo>
                    <a:pt x="232473" y="285102"/>
                  </a:lnTo>
                  <a:lnTo>
                    <a:pt x="235038" y="284149"/>
                  </a:lnTo>
                  <a:lnTo>
                    <a:pt x="234937" y="282181"/>
                  </a:lnTo>
                  <a:lnTo>
                    <a:pt x="232308" y="281559"/>
                  </a:lnTo>
                  <a:lnTo>
                    <a:pt x="225894" y="281952"/>
                  </a:lnTo>
                  <a:lnTo>
                    <a:pt x="224383" y="282524"/>
                  </a:lnTo>
                  <a:lnTo>
                    <a:pt x="224688" y="280771"/>
                  </a:lnTo>
                  <a:lnTo>
                    <a:pt x="224523" y="277037"/>
                  </a:lnTo>
                  <a:lnTo>
                    <a:pt x="224345" y="273291"/>
                  </a:lnTo>
                  <a:lnTo>
                    <a:pt x="223532" y="270306"/>
                  </a:lnTo>
                  <a:lnTo>
                    <a:pt x="223164" y="270332"/>
                  </a:lnTo>
                  <a:lnTo>
                    <a:pt x="254927" y="233286"/>
                  </a:lnTo>
                  <a:lnTo>
                    <a:pt x="254508" y="235661"/>
                  </a:lnTo>
                  <a:lnTo>
                    <a:pt x="254850" y="243141"/>
                  </a:lnTo>
                  <a:lnTo>
                    <a:pt x="255295" y="244805"/>
                  </a:lnTo>
                  <a:lnTo>
                    <a:pt x="253898" y="244462"/>
                  </a:lnTo>
                  <a:lnTo>
                    <a:pt x="250698" y="244665"/>
                  </a:lnTo>
                  <a:lnTo>
                    <a:pt x="247497" y="244868"/>
                  </a:lnTo>
                  <a:lnTo>
                    <a:pt x="244932" y="245833"/>
                  </a:lnTo>
                  <a:lnTo>
                    <a:pt x="245021" y="247789"/>
                  </a:lnTo>
                  <a:lnTo>
                    <a:pt x="247662" y="248412"/>
                  </a:lnTo>
                  <a:lnTo>
                    <a:pt x="254076" y="248018"/>
                  </a:lnTo>
                  <a:lnTo>
                    <a:pt x="255498" y="247484"/>
                  </a:lnTo>
                  <a:lnTo>
                    <a:pt x="255206" y="249199"/>
                  </a:lnTo>
                  <a:lnTo>
                    <a:pt x="255371" y="252945"/>
                  </a:lnTo>
                  <a:lnTo>
                    <a:pt x="255536" y="256679"/>
                  </a:lnTo>
                  <a:lnTo>
                    <a:pt x="256374" y="259664"/>
                  </a:lnTo>
                  <a:lnTo>
                    <a:pt x="258051" y="259562"/>
                  </a:lnTo>
                  <a:lnTo>
                    <a:pt x="258584" y="256489"/>
                  </a:lnTo>
                  <a:lnTo>
                    <a:pt x="258241" y="249008"/>
                  </a:lnTo>
                  <a:lnTo>
                    <a:pt x="257784" y="247332"/>
                  </a:lnTo>
                  <a:lnTo>
                    <a:pt x="259270" y="247688"/>
                  </a:lnTo>
                  <a:lnTo>
                    <a:pt x="262470" y="247484"/>
                  </a:lnTo>
                  <a:lnTo>
                    <a:pt x="265671" y="247281"/>
                  </a:lnTo>
                  <a:lnTo>
                    <a:pt x="268236" y="246329"/>
                  </a:lnTo>
                  <a:lnTo>
                    <a:pt x="268211" y="245973"/>
                  </a:lnTo>
                  <a:lnTo>
                    <a:pt x="289572" y="270865"/>
                  </a:lnTo>
                  <a:lnTo>
                    <a:pt x="287934" y="270954"/>
                  </a:lnTo>
                  <a:lnTo>
                    <a:pt x="287401" y="274027"/>
                  </a:lnTo>
                  <a:lnTo>
                    <a:pt x="287743" y="281508"/>
                  </a:lnTo>
                  <a:lnTo>
                    <a:pt x="288188" y="283171"/>
                  </a:lnTo>
                  <a:lnTo>
                    <a:pt x="286791" y="282829"/>
                  </a:lnTo>
                  <a:lnTo>
                    <a:pt x="283591" y="283019"/>
                  </a:lnTo>
                  <a:lnTo>
                    <a:pt x="280377" y="283222"/>
                  </a:lnTo>
                  <a:lnTo>
                    <a:pt x="277812" y="284187"/>
                  </a:lnTo>
                  <a:lnTo>
                    <a:pt x="277914" y="286143"/>
                  </a:lnTo>
                  <a:lnTo>
                    <a:pt x="280543" y="286778"/>
                  </a:lnTo>
                  <a:lnTo>
                    <a:pt x="286956" y="286372"/>
                  </a:lnTo>
                  <a:lnTo>
                    <a:pt x="288391" y="285838"/>
                  </a:lnTo>
                  <a:lnTo>
                    <a:pt x="288099" y="287566"/>
                  </a:lnTo>
                  <a:lnTo>
                    <a:pt x="288264" y="291299"/>
                  </a:lnTo>
                  <a:lnTo>
                    <a:pt x="288429" y="295033"/>
                  </a:lnTo>
                  <a:lnTo>
                    <a:pt x="289255" y="298018"/>
                  </a:lnTo>
                  <a:lnTo>
                    <a:pt x="289801" y="297992"/>
                  </a:lnTo>
                  <a:lnTo>
                    <a:pt x="289801" y="271576"/>
                  </a:lnTo>
                  <a:lnTo>
                    <a:pt x="289623" y="270929"/>
                  </a:lnTo>
                  <a:lnTo>
                    <a:pt x="299415" y="282346"/>
                  </a:lnTo>
                  <a:lnTo>
                    <a:pt x="299415" y="271691"/>
                  </a:lnTo>
                  <a:lnTo>
                    <a:pt x="266509" y="233311"/>
                  </a:lnTo>
                  <a:lnTo>
                    <a:pt x="266509" y="243979"/>
                  </a:lnTo>
                  <a:lnTo>
                    <a:pt x="265506" y="243738"/>
                  </a:lnTo>
                  <a:lnTo>
                    <a:pt x="259092" y="244132"/>
                  </a:lnTo>
                  <a:lnTo>
                    <a:pt x="257581" y="244703"/>
                  </a:lnTo>
                  <a:lnTo>
                    <a:pt x="257886" y="242951"/>
                  </a:lnTo>
                  <a:lnTo>
                    <a:pt x="257721" y="239217"/>
                  </a:lnTo>
                  <a:lnTo>
                    <a:pt x="257556" y="235483"/>
                  </a:lnTo>
                  <a:lnTo>
                    <a:pt x="256743" y="232575"/>
                  </a:lnTo>
                  <a:lnTo>
                    <a:pt x="266509" y="243979"/>
                  </a:lnTo>
                  <a:lnTo>
                    <a:pt x="266509" y="233311"/>
                  </a:lnTo>
                  <a:lnTo>
                    <a:pt x="265277" y="231863"/>
                  </a:lnTo>
                  <a:lnTo>
                    <a:pt x="256692" y="221856"/>
                  </a:lnTo>
                  <a:lnTo>
                    <a:pt x="256692" y="232511"/>
                  </a:lnTo>
                  <a:lnTo>
                    <a:pt x="255536" y="232575"/>
                  </a:lnTo>
                  <a:lnTo>
                    <a:pt x="256146" y="231863"/>
                  </a:lnTo>
                  <a:lnTo>
                    <a:pt x="256692" y="232511"/>
                  </a:lnTo>
                  <a:lnTo>
                    <a:pt x="256692" y="221856"/>
                  </a:lnTo>
                  <a:lnTo>
                    <a:pt x="256146" y="221208"/>
                  </a:lnTo>
                  <a:lnTo>
                    <a:pt x="222097" y="260921"/>
                  </a:lnTo>
                  <a:lnTo>
                    <a:pt x="222097" y="282625"/>
                  </a:lnTo>
                  <a:lnTo>
                    <a:pt x="220700" y="282282"/>
                  </a:lnTo>
                  <a:lnTo>
                    <a:pt x="217500" y="282486"/>
                  </a:lnTo>
                  <a:lnTo>
                    <a:pt x="214287" y="282689"/>
                  </a:lnTo>
                  <a:lnTo>
                    <a:pt x="211810" y="283616"/>
                  </a:lnTo>
                  <a:lnTo>
                    <a:pt x="211810" y="285546"/>
                  </a:lnTo>
                  <a:lnTo>
                    <a:pt x="210972" y="284556"/>
                  </a:lnTo>
                  <a:lnTo>
                    <a:pt x="211721" y="283692"/>
                  </a:lnTo>
                  <a:lnTo>
                    <a:pt x="211810" y="285546"/>
                  </a:lnTo>
                  <a:lnTo>
                    <a:pt x="211810" y="283616"/>
                  </a:lnTo>
                  <a:lnTo>
                    <a:pt x="221526" y="272249"/>
                  </a:lnTo>
                  <a:lnTo>
                    <a:pt x="221310" y="273481"/>
                  </a:lnTo>
                  <a:lnTo>
                    <a:pt x="221653" y="280962"/>
                  </a:lnTo>
                  <a:lnTo>
                    <a:pt x="222097" y="282625"/>
                  </a:lnTo>
                  <a:lnTo>
                    <a:pt x="222097" y="260921"/>
                  </a:lnTo>
                  <a:lnTo>
                    <a:pt x="204952" y="280911"/>
                  </a:lnTo>
                  <a:lnTo>
                    <a:pt x="198958" y="273926"/>
                  </a:lnTo>
                  <a:lnTo>
                    <a:pt x="198958" y="284556"/>
                  </a:lnTo>
                  <a:lnTo>
                    <a:pt x="188849" y="296341"/>
                  </a:lnTo>
                  <a:lnTo>
                    <a:pt x="189115" y="294843"/>
                  </a:lnTo>
                  <a:lnTo>
                    <a:pt x="188772" y="287375"/>
                  </a:lnTo>
                  <a:lnTo>
                    <a:pt x="188315" y="285699"/>
                  </a:lnTo>
                  <a:lnTo>
                    <a:pt x="189801" y="286042"/>
                  </a:lnTo>
                  <a:lnTo>
                    <a:pt x="193001" y="285851"/>
                  </a:lnTo>
                  <a:lnTo>
                    <a:pt x="196202" y="285648"/>
                  </a:lnTo>
                  <a:lnTo>
                    <a:pt x="198767" y="284683"/>
                  </a:lnTo>
                  <a:lnTo>
                    <a:pt x="198742" y="284314"/>
                  </a:lnTo>
                  <a:lnTo>
                    <a:pt x="198958" y="284556"/>
                  </a:lnTo>
                  <a:lnTo>
                    <a:pt x="198958" y="273926"/>
                  </a:lnTo>
                  <a:lnTo>
                    <a:pt x="197053" y="271703"/>
                  </a:lnTo>
                  <a:lnTo>
                    <a:pt x="197053" y="282346"/>
                  </a:lnTo>
                  <a:lnTo>
                    <a:pt x="196037" y="282092"/>
                  </a:lnTo>
                  <a:lnTo>
                    <a:pt x="189636" y="282498"/>
                  </a:lnTo>
                  <a:lnTo>
                    <a:pt x="188112" y="283070"/>
                  </a:lnTo>
                  <a:lnTo>
                    <a:pt x="188429" y="281317"/>
                  </a:lnTo>
                  <a:lnTo>
                    <a:pt x="188252" y="277571"/>
                  </a:lnTo>
                  <a:lnTo>
                    <a:pt x="188087" y="273837"/>
                  </a:lnTo>
                  <a:lnTo>
                    <a:pt x="187439" y="271538"/>
                  </a:lnTo>
                  <a:lnTo>
                    <a:pt x="187439" y="297992"/>
                  </a:lnTo>
                  <a:lnTo>
                    <a:pt x="153784" y="337248"/>
                  </a:lnTo>
                  <a:lnTo>
                    <a:pt x="142100" y="323621"/>
                  </a:lnTo>
                  <a:lnTo>
                    <a:pt x="144691" y="324243"/>
                  </a:lnTo>
                  <a:lnTo>
                    <a:pt x="151091" y="323837"/>
                  </a:lnTo>
                  <a:lnTo>
                    <a:pt x="152527" y="323303"/>
                  </a:lnTo>
                  <a:lnTo>
                    <a:pt x="152234" y="325031"/>
                  </a:lnTo>
                  <a:lnTo>
                    <a:pt x="152400" y="328764"/>
                  </a:lnTo>
                  <a:lnTo>
                    <a:pt x="152565" y="332498"/>
                  </a:lnTo>
                  <a:lnTo>
                    <a:pt x="153390" y="335483"/>
                  </a:lnTo>
                  <a:lnTo>
                    <a:pt x="155067" y="335381"/>
                  </a:lnTo>
                  <a:lnTo>
                    <a:pt x="155613" y="332320"/>
                  </a:lnTo>
                  <a:lnTo>
                    <a:pt x="155270" y="324840"/>
                  </a:lnTo>
                  <a:lnTo>
                    <a:pt x="154813" y="323164"/>
                  </a:lnTo>
                  <a:lnTo>
                    <a:pt x="156286" y="323507"/>
                  </a:lnTo>
                  <a:lnTo>
                    <a:pt x="159499" y="323316"/>
                  </a:lnTo>
                  <a:lnTo>
                    <a:pt x="162699" y="323113"/>
                  </a:lnTo>
                  <a:lnTo>
                    <a:pt x="165265" y="322148"/>
                  </a:lnTo>
                  <a:lnTo>
                    <a:pt x="165163" y="320192"/>
                  </a:lnTo>
                  <a:lnTo>
                    <a:pt x="162534" y="319557"/>
                  </a:lnTo>
                  <a:lnTo>
                    <a:pt x="156121" y="319963"/>
                  </a:lnTo>
                  <a:lnTo>
                    <a:pt x="154609" y="320535"/>
                  </a:lnTo>
                  <a:lnTo>
                    <a:pt x="154914" y="318782"/>
                  </a:lnTo>
                  <a:lnTo>
                    <a:pt x="154749" y="315036"/>
                  </a:lnTo>
                  <a:lnTo>
                    <a:pt x="154584" y="311302"/>
                  </a:lnTo>
                  <a:lnTo>
                    <a:pt x="153758" y="308317"/>
                  </a:lnTo>
                  <a:lnTo>
                    <a:pt x="152082" y="308419"/>
                  </a:lnTo>
                  <a:lnTo>
                    <a:pt x="151536" y="311492"/>
                  </a:lnTo>
                  <a:lnTo>
                    <a:pt x="151879" y="318973"/>
                  </a:lnTo>
                  <a:lnTo>
                    <a:pt x="152323" y="320636"/>
                  </a:lnTo>
                  <a:lnTo>
                    <a:pt x="150926" y="320294"/>
                  </a:lnTo>
                  <a:lnTo>
                    <a:pt x="147726" y="320497"/>
                  </a:lnTo>
                  <a:lnTo>
                    <a:pt x="144526" y="320687"/>
                  </a:lnTo>
                  <a:lnTo>
                    <a:pt x="141960" y="321652"/>
                  </a:lnTo>
                  <a:lnTo>
                    <a:pt x="142036" y="323557"/>
                  </a:lnTo>
                  <a:lnTo>
                    <a:pt x="109537" y="285635"/>
                  </a:lnTo>
                  <a:lnTo>
                    <a:pt x="112102" y="286232"/>
                  </a:lnTo>
                  <a:lnTo>
                    <a:pt x="118516" y="285838"/>
                  </a:lnTo>
                  <a:lnTo>
                    <a:pt x="119938" y="285305"/>
                  </a:lnTo>
                  <a:lnTo>
                    <a:pt x="119646" y="287020"/>
                  </a:lnTo>
                  <a:lnTo>
                    <a:pt x="119824" y="290766"/>
                  </a:lnTo>
                  <a:lnTo>
                    <a:pt x="120002" y="294500"/>
                  </a:lnTo>
                  <a:lnTo>
                    <a:pt x="120815" y="297484"/>
                  </a:lnTo>
                  <a:lnTo>
                    <a:pt x="122491" y="297383"/>
                  </a:lnTo>
                  <a:lnTo>
                    <a:pt x="123037" y="294309"/>
                  </a:lnTo>
                  <a:lnTo>
                    <a:pt x="122682" y="286829"/>
                  </a:lnTo>
                  <a:lnTo>
                    <a:pt x="122224" y="285153"/>
                  </a:lnTo>
                  <a:lnTo>
                    <a:pt x="123710" y="285508"/>
                  </a:lnTo>
                  <a:lnTo>
                    <a:pt x="126911" y="285305"/>
                  </a:lnTo>
                  <a:lnTo>
                    <a:pt x="130111" y="285102"/>
                  </a:lnTo>
                  <a:lnTo>
                    <a:pt x="132676" y="284149"/>
                  </a:lnTo>
                  <a:lnTo>
                    <a:pt x="132588" y="282181"/>
                  </a:lnTo>
                  <a:lnTo>
                    <a:pt x="129946" y="281559"/>
                  </a:lnTo>
                  <a:lnTo>
                    <a:pt x="123545" y="281952"/>
                  </a:lnTo>
                  <a:lnTo>
                    <a:pt x="122034" y="282524"/>
                  </a:lnTo>
                  <a:lnTo>
                    <a:pt x="122339" y="280771"/>
                  </a:lnTo>
                  <a:lnTo>
                    <a:pt x="122174" y="277037"/>
                  </a:lnTo>
                  <a:lnTo>
                    <a:pt x="121996" y="273291"/>
                  </a:lnTo>
                  <a:lnTo>
                    <a:pt x="121170" y="270306"/>
                  </a:lnTo>
                  <a:lnTo>
                    <a:pt x="120815" y="270332"/>
                  </a:lnTo>
                  <a:lnTo>
                    <a:pt x="152577" y="233273"/>
                  </a:lnTo>
                  <a:lnTo>
                    <a:pt x="152158" y="235661"/>
                  </a:lnTo>
                  <a:lnTo>
                    <a:pt x="152501" y="243141"/>
                  </a:lnTo>
                  <a:lnTo>
                    <a:pt x="152946" y="244805"/>
                  </a:lnTo>
                  <a:lnTo>
                    <a:pt x="151549" y="244462"/>
                  </a:lnTo>
                  <a:lnTo>
                    <a:pt x="148348" y="244665"/>
                  </a:lnTo>
                  <a:lnTo>
                    <a:pt x="145148" y="244868"/>
                  </a:lnTo>
                  <a:lnTo>
                    <a:pt x="142582" y="245833"/>
                  </a:lnTo>
                  <a:lnTo>
                    <a:pt x="142671" y="247789"/>
                  </a:lnTo>
                  <a:lnTo>
                    <a:pt x="145313" y="248412"/>
                  </a:lnTo>
                  <a:lnTo>
                    <a:pt x="151714" y="248018"/>
                  </a:lnTo>
                  <a:lnTo>
                    <a:pt x="153149" y="247484"/>
                  </a:lnTo>
                  <a:lnTo>
                    <a:pt x="152857" y="249199"/>
                  </a:lnTo>
                  <a:lnTo>
                    <a:pt x="153022" y="252945"/>
                  </a:lnTo>
                  <a:lnTo>
                    <a:pt x="153200" y="256679"/>
                  </a:lnTo>
                  <a:lnTo>
                    <a:pt x="154012" y="259664"/>
                  </a:lnTo>
                  <a:lnTo>
                    <a:pt x="155689" y="259562"/>
                  </a:lnTo>
                  <a:lnTo>
                    <a:pt x="156235" y="256489"/>
                  </a:lnTo>
                  <a:lnTo>
                    <a:pt x="155892" y="249008"/>
                  </a:lnTo>
                  <a:lnTo>
                    <a:pt x="155435" y="247332"/>
                  </a:lnTo>
                  <a:lnTo>
                    <a:pt x="156908" y="247688"/>
                  </a:lnTo>
                  <a:lnTo>
                    <a:pt x="160121" y="247484"/>
                  </a:lnTo>
                  <a:lnTo>
                    <a:pt x="163322" y="247281"/>
                  </a:lnTo>
                  <a:lnTo>
                    <a:pt x="165887" y="246329"/>
                  </a:lnTo>
                  <a:lnTo>
                    <a:pt x="165862" y="245986"/>
                  </a:lnTo>
                  <a:lnTo>
                    <a:pt x="187210" y="270865"/>
                  </a:lnTo>
                  <a:lnTo>
                    <a:pt x="185585" y="270954"/>
                  </a:lnTo>
                  <a:lnTo>
                    <a:pt x="185039" y="274027"/>
                  </a:lnTo>
                  <a:lnTo>
                    <a:pt x="185381" y="281508"/>
                  </a:lnTo>
                  <a:lnTo>
                    <a:pt x="185826" y="283171"/>
                  </a:lnTo>
                  <a:lnTo>
                    <a:pt x="184442" y="282829"/>
                  </a:lnTo>
                  <a:lnTo>
                    <a:pt x="181229" y="283019"/>
                  </a:lnTo>
                  <a:lnTo>
                    <a:pt x="178028" y="283222"/>
                  </a:lnTo>
                  <a:lnTo>
                    <a:pt x="175463" y="284187"/>
                  </a:lnTo>
                  <a:lnTo>
                    <a:pt x="175552" y="286143"/>
                  </a:lnTo>
                  <a:lnTo>
                    <a:pt x="178193" y="286778"/>
                  </a:lnTo>
                  <a:lnTo>
                    <a:pt x="184607" y="286372"/>
                  </a:lnTo>
                  <a:lnTo>
                    <a:pt x="186029" y="285838"/>
                  </a:lnTo>
                  <a:lnTo>
                    <a:pt x="185737" y="287566"/>
                  </a:lnTo>
                  <a:lnTo>
                    <a:pt x="185902" y="291299"/>
                  </a:lnTo>
                  <a:lnTo>
                    <a:pt x="186080" y="295033"/>
                  </a:lnTo>
                  <a:lnTo>
                    <a:pt x="186905" y="298018"/>
                  </a:lnTo>
                  <a:lnTo>
                    <a:pt x="187439" y="297992"/>
                  </a:lnTo>
                  <a:lnTo>
                    <a:pt x="187439" y="271538"/>
                  </a:lnTo>
                  <a:lnTo>
                    <a:pt x="187274" y="270941"/>
                  </a:lnTo>
                  <a:lnTo>
                    <a:pt x="197053" y="282346"/>
                  </a:lnTo>
                  <a:lnTo>
                    <a:pt x="197053" y="271703"/>
                  </a:lnTo>
                  <a:lnTo>
                    <a:pt x="164134" y="233273"/>
                  </a:lnTo>
                  <a:lnTo>
                    <a:pt x="164134" y="243979"/>
                  </a:lnTo>
                  <a:lnTo>
                    <a:pt x="163156" y="243738"/>
                  </a:lnTo>
                  <a:lnTo>
                    <a:pt x="156743" y="244132"/>
                  </a:lnTo>
                  <a:lnTo>
                    <a:pt x="155232" y="244703"/>
                  </a:lnTo>
                  <a:lnTo>
                    <a:pt x="155536" y="242951"/>
                  </a:lnTo>
                  <a:lnTo>
                    <a:pt x="155371" y="239217"/>
                  </a:lnTo>
                  <a:lnTo>
                    <a:pt x="155206" y="235483"/>
                  </a:lnTo>
                  <a:lnTo>
                    <a:pt x="154393" y="232600"/>
                  </a:lnTo>
                  <a:lnTo>
                    <a:pt x="164134" y="243979"/>
                  </a:lnTo>
                  <a:lnTo>
                    <a:pt x="164134" y="233273"/>
                  </a:lnTo>
                  <a:lnTo>
                    <a:pt x="162928" y="231863"/>
                  </a:lnTo>
                  <a:lnTo>
                    <a:pt x="154330" y="221856"/>
                  </a:lnTo>
                  <a:lnTo>
                    <a:pt x="154330" y="232511"/>
                  </a:lnTo>
                  <a:lnTo>
                    <a:pt x="153174" y="232575"/>
                  </a:lnTo>
                  <a:lnTo>
                    <a:pt x="153784" y="231863"/>
                  </a:lnTo>
                  <a:lnTo>
                    <a:pt x="154330" y="232511"/>
                  </a:lnTo>
                  <a:lnTo>
                    <a:pt x="154330" y="221856"/>
                  </a:lnTo>
                  <a:lnTo>
                    <a:pt x="153784" y="221208"/>
                  </a:lnTo>
                  <a:lnTo>
                    <a:pt x="119748" y="260921"/>
                  </a:lnTo>
                  <a:lnTo>
                    <a:pt x="119748" y="282625"/>
                  </a:lnTo>
                  <a:lnTo>
                    <a:pt x="118351" y="282282"/>
                  </a:lnTo>
                  <a:lnTo>
                    <a:pt x="115138" y="282486"/>
                  </a:lnTo>
                  <a:lnTo>
                    <a:pt x="111937" y="282689"/>
                  </a:lnTo>
                  <a:lnTo>
                    <a:pt x="109461" y="283616"/>
                  </a:lnTo>
                  <a:lnTo>
                    <a:pt x="109461" y="285546"/>
                  </a:lnTo>
                  <a:lnTo>
                    <a:pt x="108623" y="284556"/>
                  </a:lnTo>
                  <a:lnTo>
                    <a:pt x="109372" y="283692"/>
                  </a:lnTo>
                  <a:lnTo>
                    <a:pt x="109461" y="285546"/>
                  </a:lnTo>
                  <a:lnTo>
                    <a:pt x="109461" y="283616"/>
                  </a:lnTo>
                  <a:lnTo>
                    <a:pt x="119164" y="272262"/>
                  </a:lnTo>
                  <a:lnTo>
                    <a:pt x="118948" y="273481"/>
                  </a:lnTo>
                  <a:lnTo>
                    <a:pt x="119303" y="280962"/>
                  </a:lnTo>
                  <a:lnTo>
                    <a:pt x="119748" y="282625"/>
                  </a:lnTo>
                  <a:lnTo>
                    <a:pt x="119748" y="260921"/>
                  </a:lnTo>
                  <a:lnTo>
                    <a:pt x="104038" y="279234"/>
                  </a:lnTo>
                  <a:lnTo>
                    <a:pt x="99479" y="273926"/>
                  </a:lnTo>
                  <a:lnTo>
                    <a:pt x="99479" y="284556"/>
                  </a:lnTo>
                  <a:lnTo>
                    <a:pt x="89369" y="296354"/>
                  </a:lnTo>
                  <a:lnTo>
                    <a:pt x="89649" y="294843"/>
                  </a:lnTo>
                  <a:lnTo>
                    <a:pt x="89293" y="287375"/>
                  </a:lnTo>
                  <a:lnTo>
                    <a:pt x="88836" y="285699"/>
                  </a:lnTo>
                  <a:lnTo>
                    <a:pt x="90322" y="286042"/>
                  </a:lnTo>
                  <a:lnTo>
                    <a:pt x="93522" y="285851"/>
                  </a:lnTo>
                  <a:lnTo>
                    <a:pt x="96723" y="285648"/>
                  </a:lnTo>
                  <a:lnTo>
                    <a:pt x="99288" y="284683"/>
                  </a:lnTo>
                  <a:lnTo>
                    <a:pt x="99263" y="284314"/>
                  </a:lnTo>
                  <a:lnTo>
                    <a:pt x="99479" y="284556"/>
                  </a:lnTo>
                  <a:lnTo>
                    <a:pt x="99479" y="273926"/>
                  </a:lnTo>
                  <a:lnTo>
                    <a:pt x="97574" y="271691"/>
                  </a:lnTo>
                  <a:lnTo>
                    <a:pt x="97574" y="282346"/>
                  </a:lnTo>
                  <a:lnTo>
                    <a:pt x="96558" y="282092"/>
                  </a:lnTo>
                  <a:lnTo>
                    <a:pt x="90157" y="282498"/>
                  </a:lnTo>
                  <a:lnTo>
                    <a:pt x="88633" y="283070"/>
                  </a:lnTo>
                  <a:lnTo>
                    <a:pt x="88950" y="281317"/>
                  </a:lnTo>
                  <a:lnTo>
                    <a:pt x="88773" y="277571"/>
                  </a:lnTo>
                  <a:lnTo>
                    <a:pt x="88607" y="273837"/>
                  </a:lnTo>
                  <a:lnTo>
                    <a:pt x="87972" y="271576"/>
                  </a:lnTo>
                  <a:lnTo>
                    <a:pt x="87972" y="297992"/>
                  </a:lnTo>
                  <a:lnTo>
                    <a:pt x="54317" y="337248"/>
                  </a:lnTo>
                  <a:lnTo>
                    <a:pt x="42633" y="323634"/>
                  </a:lnTo>
                  <a:lnTo>
                    <a:pt x="45212" y="324243"/>
                  </a:lnTo>
                  <a:lnTo>
                    <a:pt x="51612" y="323837"/>
                  </a:lnTo>
                  <a:lnTo>
                    <a:pt x="53047" y="323303"/>
                  </a:lnTo>
                  <a:lnTo>
                    <a:pt x="52755" y="325031"/>
                  </a:lnTo>
                  <a:lnTo>
                    <a:pt x="52920" y="328764"/>
                  </a:lnTo>
                  <a:lnTo>
                    <a:pt x="53086" y="332498"/>
                  </a:lnTo>
                  <a:lnTo>
                    <a:pt x="53911" y="335483"/>
                  </a:lnTo>
                  <a:lnTo>
                    <a:pt x="55587" y="335381"/>
                  </a:lnTo>
                  <a:lnTo>
                    <a:pt x="56134" y="332320"/>
                  </a:lnTo>
                  <a:lnTo>
                    <a:pt x="55791" y="324840"/>
                  </a:lnTo>
                  <a:lnTo>
                    <a:pt x="55333" y="323164"/>
                  </a:lnTo>
                  <a:lnTo>
                    <a:pt x="56807" y="323507"/>
                  </a:lnTo>
                  <a:lnTo>
                    <a:pt x="60020" y="323316"/>
                  </a:lnTo>
                  <a:lnTo>
                    <a:pt x="63220" y="323113"/>
                  </a:lnTo>
                  <a:lnTo>
                    <a:pt x="65786" y="322148"/>
                  </a:lnTo>
                  <a:lnTo>
                    <a:pt x="65697" y="320192"/>
                  </a:lnTo>
                  <a:lnTo>
                    <a:pt x="63055" y="319557"/>
                  </a:lnTo>
                  <a:lnTo>
                    <a:pt x="56642" y="319963"/>
                  </a:lnTo>
                  <a:lnTo>
                    <a:pt x="55130" y="320535"/>
                  </a:lnTo>
                  <a:lnTo>
                    <a:pt x="55435" y="318782"/>
                  </a:lnTo>
                  <a:lnTo>
                    <a:pt x="55270" y="315036"/>
                  </a:lnTo>
                  <a:lnTo>
                    <a:pt x="55105" y="311302"/>
                  </a:lnTo>
                  <a:lnTo>
                    <a:pt x="54279" y="308317"/>
                  </a:lnTo>
                  <a:lnTo>
                    <a:pt x="52603" y="308419"/>
                  </a:lnTo>
                  <a:lnTo>
                    <a:pt x="52057" y="311492"/>
                  </a:lnTo>
                  <a:lnTo>
                    <a:pt x="52400" y="318973"/>
                  </a:lnTo>
                  <a:lnTo>
                    <a:pt x="52844" y="320636"/>
                  </a:lnTo>
                  <a:lnTo>
                    <a:pt x="51447" y="320294"/>
                  </a:lnTo>
                  <a:lnTo>
                    <a:pt x="48247" y="320497"/>
                  </a:lnTo>
                  <a:lnTo>
                    <a:pt x="45046" y="320687"/>
                  </a:lnTo>
                  <a:lnTo>
                    <a:pt x="42481" y="321652"/>
                  </a:lnTo>
                  <a:lnTo>
                    <a:pt x="42557" y="323557"/>
                  </a:lnTo>
                  <a:lnTo>
                    <a:pt x="10058" y="285635"/>
                  </a:lnTo>
                  <a:lnTo>
                    <a:pt x="12623" y="286232"/>
                  </a:lnTo>
                  <a:lnTo>
                    <a:pt x="19037" y="285838"/>
                  </a:lnTo>
                  <a:lnTo>
                    <a:pt x="20472" y="285305"/>
                  </a:lnTo>
                  <a:lnTo>
                    <a:pt x="20180" y="287020"/>
                  </a:lnTo>
                  <a:lnTo>
                    <a:pt x="20345" y="290766"/>
                  </a:lnTo>
                  <a:lnTo>
                    <a:pt x="20523" y="294500"/>
                  </a:lnTo>
                  <a:lnTo>
                    <a:pt x="21336" y="297484"/>
                  </a:lnTo>
                  <a:lnTo>
                    <a:pt x="23012" y="297383"/>
                  </a:lnTo>
                  <a:lnTo>
                    <a:pt x="23558" y="294309"/>
                  </a:lnTo>
                  <a:lnTo>
                    <a:pt x="23215" y="286829"/>
                  </a:lnTo>
                  <a:lnTo>
                    <a:pt x="22745" y="285153"/>
                  </a:lnTo>
                  <a:lnTo>
                    <a:pt x="24231" y="285508"/>
                  </a:lnTo>
                  <a:lnTo>
                    <a:pt x="27432" y="285305"/>
                  </a:lnTo>
                  <a:lnTo>
                    <a:pt x="30645" y="285102"/>
                  </a:lnTo>
                  <a:lnTo>
                    <a:pt x="33210" y="284149"/>
                  </a:lnTo>
                  <a:lnTo>
                    <a:pt x="33108" y="282181"/>
                  </a:lnTo>
                  <a:lnTo>
                    <a:pt x="30467" y="281559"/>
                  </a:lnTo>
                  <a:lnTo>
                    <a:pt x="24066" y="281952"/>
                  </a:lnTo>
                  <a:lnTo>
                    <a:pt x="22555" y="282524"/>
                  </a:lnTo>
                  <a:lnTo>
                    <a:pt x="22860" y="280771"/>
                  </a:lnTo>
                  <a:lnTo>
                    <a:pt x="22694" y="277037"/>
                  </a:lnTo>
                  <a:lnTo>
                    <a:pt x="22517" y="273291"/>
                  </a:lnTo>
                  <a:lnTo>
                    <a:pt x="21691" y="270306"/>
                  </a:lnTo>
                  <a:lnTo>
                    <a:pt x="21336" y="270332"/>
                  </a:lnTo>
                  <a:lnTo>
                    <a:pt x="53098" y="233286"/>
                  </a:lnTo>
                  <a:lnTo>
                    <a:pt x="52679" y="235661"/>
                  </a:lnTo>
                  <a:lnTo>
                    <a:pt x="53022" y="243141"/>
                  </a:lnTo>
                  <a:lnTo>
                    <a:pt x="53467" y="244805"/>
                  </a:lnTo>
                  <a:lnTo>
                    <a:pt x="52070" y="244462"/>
                  </a:lnTo>
                  <a:lnTo>
                    <a:pt x="48869" y="244665"/>
                  </a:lnTo>
                  <a:lnTo>
                    <a:pt x="45669" y="244868"/>
                  </a:lnTo>
                  <a:lnTo>
                    <a:pt x="43103" y="245833"/>
                  </a:lnTo>
                  <a:lnTo>
                    <a:pt x="43192" y="247789"/>
                  </a:lnTo>
                  <a:lnTo>
                    <a:pt x="45834" y="248412"/>
                  </a:lnTo>
                  <a:lnTo>
                    <a:pt x="52235" y="248018"/>
                  </a:lnTo>
                  <a:lnTo>
                    <a:pt x="53670" y="247484"/>
                  </a:lnTo>
                  <a:lnTo>
                    <a:pt x="53378" y="249199"/>
                  </a:lnTo>
                  <a:lnTo>
                    <a:pt x="53543" y="252945"/>
                  </a:lnTo>
                  <a:lnTo>
                    <a:pt x="53708" y="256679"/>
                  </a:lnTo>
                  <a:lnTo>
                    <a:pt x="54533" y="259664"/>
                  </a:lnTo>
                  <a:lnTo>
                    <a:pt x="56210" y="259562"/>
                  </a:lnTo>
                  <a:lnTo>
                    <a:pt x="56756" y="256489"/>
                  </a:lnTo>
                  <a:lnTo>
                    <a:pt x="56413" y="249008"/>
                  </a:lnTo>
                  <a:lnTo>
                    <a:pt x="55600" y="246024"/>
                  </a:lnTo>
                  <a:lnTo>
                    <a:pt x="56057" y="242951"/>
                  </a:lnTo>
                  <a:lnTo>
                    <a:pt x="55892" y="239217"/>
                  </a:lnTo>
                  <a:lnTo>
                    <a:pt x="55727" y="235483"/>
                  </a:lnTo>
                  <a:lnTo>
                    <a:pt x="54914" y="232575"/>
                  </a:lnTo>
                  <a:lnTo>
                    <a:pt x="87731" y="270865"/>
                  </a:lnTo>
                  <a:lnTo>
                    <a:pt x="86106" y="270954"/>
                  </a:lnTo>
                  <a:lnTo>
                    <a:pt x="85559" y="274027"/>
                  </a:lnTo>
                  <a:lnTo>
                    <a:pt x="85902" y="281508"/>
                  </a:lnTo>
                  <a:lnTo>
                    <a:pt x="86347" y="283171"/>
                  </a:lnTo>
                  <a:lnTo>
                    <a:pt x="84963" y="282829"/>
                  </a:lnTo>
                  <a:lnTo>
                    <a:pt x="81749" y="283019"/>
                  </a:lnTo>
                  <a:lnTo>
                    <a:pt x="78549" y="283222"/>
                  </a:lnTo>
                  <a:lnTo>
                    <a:pt x="75984" y="284187"/>
                  </a:lnTo>
                  <a:lnTo>
                    <a:pt x="76073" y="286143"/>
                  </a:lnTo>
                  <a:lnTo>
                    <a:pt x="78714" y="286778"/>
                  </a:lnTo>
                  <a:lnTo>
                    <a:pt x="85128" y="286372"/>
                  </a:lnTo>
                  <a:lnTo>
                    <a:pt x="86550" y="285838"/>
                  </a:lnTo>
                  <a:lnTo>
                    <a:pt x="86258" y="287566"/>
                  </a:lnTo>
                  <a:lnTo>
                    <a:pt x="86423" y="291299"/>
                  </a:lnTo>
                  <a:lnTo>
                    <a:pt x="86601" y="295033"/>
                  </a:lnTo>
                  <a:lnTo>
                    <a:pt x="87426" y="298018"/>
                  </a:lnTo>
                  <a:lnTo>
                    <a:pt x="87972" y="297992"/>
                  </a:lnTo>
                  <a:lnTo>
                    <a:pt x="87972" y="271576"/>
                  </a:lnTo>
                  <a:lnTo>
                    <a:pt x="87795" y="270941"/>
                  </a:lnTo>
                  <a:lnTo>
                    <a:pt x="97574" y="282346"/>
                  </a:lnTo>
                  <a:lnTo>
                    <a:pt x="97574" y="271691"/>
                  </a:lnTo>
                  <a:lnTo>
                    <a:pt x="63449" y="231863"/>
                  </a:lnTo>
                  <a:lnTo>
                    <a:pt x="54851" y="221843"/>
                  </a:lnTo>
                  <a:lnTo>
                    <a:pt x="54851" y="232511"/>
                  </a:lnTo>
                  <a:lnTo>
                    <a:pt x="53708" y="232575"/>
                  </a:lnTo>
                  <a:lnTo>
                    <a:pt x="54317" y="231863"/>
                  </a:lnTo>
                  <a:lnTo>
                    <a:pt x="54851" y="232511"/>
                  </a:lnTo>
                  <a:lnTo>
                    <a:pt x="54851" y="221843"/>
                  </a:lnTo>
                  <a:lnTo>
                    <a:pt x="54317" y="221208"/>
                  </a:lnTo>
                  <a:lnTo>
                    <a:pt x="20269" y="260921"/>
                  </a:lnTo>
                  <a:lnTo>
                    <a:pt x="20269" y="282625"/>
                  </a:lnTo>
                  <a:lnTo>
                    <a:pt x="18872" y="282282"/>
                  </a:lnTo>
                  <a:lnTo>
                    <a:pt x="15671" y="282486"/>
                  </a:lnTo>
                  <a:lnTo>
                    <a:pt x="12458" y="282689"/>
                  </a:lnTo>
                  <a:lnTo>
                    <a:pt x="9982" y="283616"/>
                  </a:lnTo>
                  <a:lnTo>
                    <a:pt x="9982" y="285546"/>
                  </a:lnTo>
                  <a:lnTo>
                    <a:pt x="9144" y="284556"/>
                  </a:lnTo>
                  <a:lnTo>
                    <a:pt x="9893" y="283679"/>
                  </a:lnTo>
                  <a:lnTo>
                    <a:pt x="9982" y="285546"/>
                  </a:lnTo>
                  <a:lnTo>
                    <a:pt x="9982" y="283616"/>
                  </a:lnTo>
                  <a:lnTo>
                    <a:pt x="19685" y="272249"/>
                  </a:lnTo>
                  <a:lnTo>
                    <a:pt x="19481" y="273481"/>
                  </a:lnTo>
                  <a:lnTo>
                    <a:pt x="19824" y="280962"/>
                  </a:lnTo>
                  <a:lnTo>
                    <a:pt x="20269" y="282625"/>
                  </a:lnTo>
                  <a:lnTo>
                    <a:pt x="20269" y="260921"/>
                  </a:lnTo>
                  <a:lnTo>
                    <a:pt x="0" y="284556"/>
                  </a:lnTo>
                  <a:lnTo>
                    <a:pt x="54317" y="347903"/>
                  </a:lnTo>
                  <a:lnTo>
                    <a:pt x="63449" y="337248"/>
                  </a:lnTo>
                  <a:lnTo>
                    <a:pt x="104038" y="289890"/>
                  </a:lnTo>
                  <a:lnTo>
                    <a:pt x="153784" y="347903"/>
                  </a:lnTo>
                  <a:lnTo>
                    <a:pt x="162928" y="337248"/>
                  </a:lnTo>
                  <a:lnTo>
                    <a:pt x="204952" y="288213"/>
                  </a:lnTo>
                  <a:lnTo>
                    <a:pt x="256146" y="347903"/>
                  </a:lnTo>
                  <a:lnTo>
                    <a:pt x="265277" y="337248"/>
                  </a:lnTo>
                  <a:lnTo>
                    <a:pt x="310451" y="284556"/>
                  </a:lnTo>
                  <a:close/>
                </a:path>
                <a:path w="319404" h="347979">
                  <a:moveTo>
                    <a:pt x="318782" y="13830"/>
                  </a:moveTo>
                  <a:lnTo>
                    <a:pt x="318693" y="11874"/>
                  </a:lnTo>
                  <a:lnTo>
                    <a:pt x="316052" y="11239"/>
                  </a:lnTo>
                  <a:lnTo>
                    <a:pt x="309638" y="11645"/>
                  </a:lnTo>
                  <a:lnTo>
                    <a:pt x="308127" y="12217"/>
                  </a:lnTo>
                  <a:lnTo>
                    <a:pt x="308432" y="10464"/>
                  </a:lnTo>
                  <a:lnTo>
                    <a:pt x="308267" y="6718"/>
                  </a:lnTo>
                  <a:lnTo>
                    <a:pt x="308102" y="2984"/>
                  </a:lnTo>
                  <a:lnTo>
                    <a:pt x="307276" y="0"/>
                  </a:lnTo>
                  <a:lnTo>
                    <a:pt x="305600" y="101"/>
                  </a:lnTo>
                  <a:lnTo>
                    <a:pt x="305054" y="3175"/>
                  </a:lnTo>
                  <a:lnTo>
                    <a:pt x="305396" y="10655"/>
                  </a:lnTo>
                  <a:lnTo>
                    <a:pt x="305841" y="12319"/>
                  </a:lnTo>
                  <a:lnTo>
                    <a:pt x="304444" y="11976"/>
                  </a:lnTo>
                  <a:lnTo>
                    <a:pt x="301244" y="12179"/>
                  </a:lnTo>
                  <a:lnTo>
                    <a:pt x="298043" y="12369"/>
                  </a:lnTo>
                  <a:lnTo>
                    <a:pt x="295478" y="13335"/>
                  </a:lnTo>
                  <a:lnTo>
                    <a:pt x="295567" y="15290"/>
                  </a:lnTo>
                  <a:lnTo>
                    <a:pt x="298208" y="15925"/>
                  </a:lnTo>
                  <a:lnTo>
                    <a:pt x="304609" y="15519"/>
                  </a:lnTo>
                  <a:lnTo>
                    <a:pt x="306044" y="14986"/>
                  </a:lnTo>
                  <a:lnTo>
                    <a:pt x="305752" y="16713"/>
                  </a:lnTo>
                  <a:lnTo>
                    <a:pt x="305917" y="20447"/>
                  </a:lnTo>
                  <a:lnTo>
                    <a:pt x="306082" y="24180"/>
                  </a:lnTo>
                  <a:lnTo>
                    <a:pt x="306908" y="27165"/>
                  </a:lnTo>
                  <a:lnTo>
                    <a:pt x="308584" y="27063"/>
                  </a:lnTo>
                  <a:lnTo>
                    <a:pt x="309130" y="24003"/>
                  </a:lnTo>
                  <a:lnTo>
                    <a:pt x="308787" y="16522"/>
                  </a:lnTo>
                  <a:lnTo>
                    <a:pt x="308330" y="14846"/>
                  </a:lnTo>
                  <a:lnTo>
                    <a:pt x="309803" y="15189"/>
                  </a:lnTo>
                  <a:lnTo>
                    <a:pt x="313016" y="14998"/>
                  </a:lnTo>
                  <a:lnTo>
                    <a:pt x="316217" y="14795"/>
                  </a:lnTo>
                  <a:lnTo>
                    <a:pt x="318782" y="13830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5" name="object 2115" descr=""/>
            <p:cNvSpPr/>
            <p:nvPr/>
          </p:nvSpPr>
          <p:spPr>
            <a:xfrm>
              <a:off x="8455622" y="7383583"/>
              <a:ext cx="395605" cy="437515"/>
            </a:xfrm>
            <a:custGeom>
              <a:avLst/>
              <a:gdLst/>
              <a:ahLst/>
              <a:cxnLst/>
              <a:rect l="l" t="t" r="r" b="b"/>
              <a:pathLst>
                <a:path w="395604" h="437515">
                  <a:moveTo>
                    <a:pt x="13030" y="412940"/>
                  </a:moveTo>
                  <a:lnTo>
                    <a:pt x="12941" y="410972"/>
                  </a:lnTo>
                  <a:lnTo>
                    <a:pt x="10299" y="410349"/>
                  </a:lnTo>
                  <a:lnTo>
                    <a:pt x="3886" y="410743"/>
                  </a:lnTo>
                  <a:lnTo>
                    <a:pt x="1333" y="411708"/>
                  </a:lnTo>
                  <a:lnTo>
                    <a:pt x="1371" y="412686"/>
                  </a:lnTo>
                  <a:lnTo>
                    <a:pt x="533" y="412737"/>
                  </a:lnTo>
                  <a:lnTo>
                    <a:pt x="0" y="415810"/>
                  </a:lnTo>
                  <a:lnTo>
                    <a:pt x="165" y="419557"/>
                  </a:lnTo>
                  <a:lnTo>
                    <a:pt x="330" y="423291"/>
                  </a:lnTo>
                  <a:lnTo>
                    <a:pt x="1155" y="426275"/>
                  </a:lnTo>
                  <a:lnTo>
                    <a:pt x="2832" y="426173"/>
                  </a:lnTo>
                  <a:lnTo>
                    <a:pt x="3378" y="423100"/>
                  </a:lnTo>
                  <a:lnTo>
                    <a:pt x="3035" y="415620"/>
                  </a:lnTo>
                  <a:lnTo>
                    <a:pt x="2578" y="413943"/>
                  </a:lnTo>
                  <a:lnTo>
                    <a:pt x="4051" y="414299"/>
                  </a:lnTo>
                  <a:lnTo>
                    <a:pt x="7264" y="414096"/>
                  </a:lnTo>
                  <a:lnTo>
                    <a:pt x="10464" y="413893"/>
                  </a:lnTo>
                  <a:lnTo>
                    <a:pt x="13030" y="412940"/>
                  </a:lnTo>
                  <a:close/>
                </a:path>
                <a:path w="395604" h="437515">
                  <a:moveTo>
                    <a:pt x="307606" y="374002"/>
                  </a:moveTo>
                  <a:lnTo>
                    <a:pt x="298475" y="363359"/>
                  </a:lnTo>
                  <a:lnTo>
                    <a:pt x="298475" y="374002"/>
                  </a:lnTo>
                  <a:lnTo>
                    <a:pt x="288378" y="385787"/>
                  </a:lnTo>
                  <a:lnTo>
                    <a:pt x="288645" y="384302"/>
                  </a:lnTo>
                  <a:lnTo>
                    <a:pt x="288290" y="376821"/>
                  </a:lnTo>
                  <a:lnTo>
                    <a:pt x="287832" y="375145"/>
                  </a:lnTo>
                  <a:lnTo>
                    <a:pt x="289318" y="375500"/>
                  </a:lnTo>
                  <a:lnTo>
                    <a:pt x="292519" y="375297"/>
                  </a:lnTo>
                  <a:lnTo>
                    <a:pt x="295719" y="375094"/>
                  </a:lnTo>
                  <a:lnTo>
                    <a:pt x="298284" y="374129"/>
                  </a:lnTo>
                  <a:lnTo>
                    <a:pt x="298259" y="373761"/>
                  </a:lnTo>
                  <a:lnTo>
                    <a:pt x="298475" y="374002"/>
                  </a:lnTo>
                  <a:lnTo>
                    <a:pt x="298475" y="363359"/>
                  </a:lnTo>
                  <a:lnTo>
                    <a:pt x="296570" y="361137"/>
                  </a:lnTo>
                  <a:lnTo>
                    <a:pt x="296570" y="371805"/>
                  </a:lnTo>
                  <a:lnTo>
                    <a:pt x="295554" y="371551"/>
                  </a:lnTo>
                  <a:lnTo>
                    <a:pt x="289153" y="371944"/>
                  </a:lnTo>
                  <a:lnTo>
                    <a:pt x="287642" y="372516"/>
                  </a:lnTo>
                  <a:lnTo>
                    <a:pt x="287947" y="370763"/>
                  </a:lnTo>
                  <a:lnTo>
                    <a:pt x="287769" y="367030"/>
                  </a:lnTo>
                  <a:lnTo>
                    <a:pt x="287604" y="363283"/>
                  </a:lnTo>
                  <a:lnTo>
                    <a:pt x="286956" y="360984"/>
                  </a:lnTo>
                  <a:lnTo>
                    <a:pt x="286956" y="387451"/>
                  </a:lnTo>
                  <a:lnTo>
                    <a:pt x="253314" y="426694"/>
                  </a:lnTo>
                  <a:lnTo>
                    <a:pt x="241642" y="413092"/>
                  </a:lnTo>
                  <a:lnTo>
                    <a:pt x="244208" y="413689"/>
                  </a:lnTo>
                  <a:lnTo>
                    <a:pt x="250609" y="413296"/>
                  </a:lnTo>
                  <a:lnTo>
                    <a:pt x="252044" y="412762"/>
                  </a:lnTo>
                  <a:lnTo>
                    <a:pt x="251752" y="414477"/>
                  </a:lnTo>
                  <a:lnTo>
                    <a:pt x="251917" y="418211"/>
                  </a:lnTo>
                  <a:lnTo>
                    <a:pt x="252082" y="421957"/>
                  </a:lnTo>
                  <a:lnTo>
                    <a:pt x="252907" y="424942"/>
                  </a:lnTo>
                  <a:lnTo>
                    <a:pt x="254584" y="424827"/>
                  </a:lnTo>
                  <a:lnTo>
                    <a:pt x="255130" y="421767"/>
                  </a:lnTo>
                  <a:lnTo>
                    <a:pt x="254787" y="414286"/>
                  </a:lnTo>
                  <a:lnTo>
                    <a:pt x="254330" y="412623"/>
                  </a:lnTo>
                  <a:lnTo>
                    <a:pt x="255803" y="412965"/>
                  </a:lnTo>
                  <a:lnTo>
                    <a:pt x="259016" y="412762"/>
                  </a:lnTo>
                  <a:lnTo>
                    <a:pt x="262216" y="412559"/>
                  </a:lnTo>
                  <a:lnTo>
                    <a:pt x="264782" y="411594"/>
                  </a:lnTo>
                  <a:lnTo>
                    <a:pt x="264693" y="409638"/>
                  </a:lnTo>
                  <a:lnTo>
                    <a:pt x="262051" y="409016"/>
                  </a:lnTo>
                  <a:lnTo>
                    <a:pt x="255638" y="409409"/>
                  </a:lnTo>
                  <a:lnTo>
                    <a:pt x="254127" y="409981"/>
                  </a:lnTo>
                  <a:lnTo>
                    <a:pt x="254431" y="408228"/>
                  </a:lnTo>
                  <a:lnTo>
                    <a:pt x="254266" y="404495"/>
                  </a:lnTo>
                  <a:lnTo>
                    <a:pt x="254101" y="400748"/>
                  </a:lnTo>
                  <a:lnTo>
                    <a:pt x="253276" y="397764"/>
                  </a:lnTo>
                  <a:lnTo>
                    <a:pt x="251599" y="397878"/>
                  </a:lnTo>
                  <a:lnTo>
                    <a:pt x="251053" y="400939"/>
                  </a:lnTo>
                  <a:lnTo>
                    <a:pt x="251396" y="408419"/>
                  </a:lnTo>
                  <a:lnTo>
                    <a:pt x="251841" y="410083"/>
                  </a:lnTo>
                  <a:lnTo>
                    <a:pt x="250444" y="409740"/>
                  </a:lnTo>
                  <a:lnTo>
                    <a:pt x="247243" y="409943"/>
                  </a:lnTo>
                  <a:lnTo>
                    <a:pt x="244043" y="410133"/>
                  </a:lnTo>
                  <a:lnTo>
                    <a:pt x="241477" y="411099"/>
                  </a:lnTo>
                  <a:lnTo>
                    <a:pt x="241554" y="413004"/>
                  </a:lnTo>
                  <a:lnTo>
                    <a:pt x="209054" y="375081"/>
                  </a:lnTo>
                  <a:lnTo>
                    <a:pt x="211620" y="375678"/>
                  </a:lnTo>
                  <a:lnTo>
                    <a:pt x="218033" y="375285"/>
                  </a:lnTo>
                  <a:lnTo>
                    <a:pt x="219468" y="374751"/>
                  </a:lnTo>
                  <a:lnTo>
                    <a:pt x="219176" y="376478"/>
                  </a:lnTo>
                  <a:lnTo>
                    <a:pt x="219341" y="380212"/>
                  </a:lnTo>
                  <a:lnTo>
                    <a:pt x="219506" y="383946"/>
                  </a:lnTo>
                  <a:lnTo>
                    <a:pt x="220332" y="386930"/>
                  </a:lnTo>
                  <a:lnTo>
                    <a:pt x="222008" y="386829"/>
                  </a:lnTo>
                  <a:lnTo>
                    <a:pt x="222554" y="383755"/>
                  </a:lnTo>
                  <a:lnTo>
                    <a:pt x="222211" y="376288"/>
                  </a:lnTo>
                  <a:lnTo>
                    <a:pt x="221742" y="374611"/>
                  </a:lnTo>
                  <a:lnTo>
                    <a:pt x="223227" y="374954"/>
                  </a:lnTo>
                  <a:lnTo>
                    <a:pt x="226428" y="374751"/>
                  </a:lnTo>
                  <a:lnTo>
                    <a:pt x="229641" y="374561"/>
                  </a:lnTo>
                  <a:lnTo>
                    <a:pt x="232206" y="373595"/>
                  </a:lnTo>
                  <a:lnTo>
                    <a:pt x="232105" y="371640"/>
                  </a:lnTo>
                  <a:lnTo>
                    <a:pt x="229463" y="371005"/>
                  </a:lnTo>
                  <a:lnTo>
                    <a:pt x="223062" y="371411"/>
                  </a:lnTo>
                  <a:lnTo>
                    <a:pt x="221551" y="371983"/>
                  </a:lnTo>
                  <a:lnTo>
                    <a:pt x="221856" y="370230"/>
                  </a:lnTo>
                  <a:lnTo>
                    <a:pt x="221691" y="366483"/>
                  </a:lnTo>
                  <a:lnTo>
                    <a:pt x="221513" y="362750"/>
                  </a:lnTo>
                  <a:lnTo>
                    <a:pt x="220687" y="359765"/>
                  </a:lnTo>
                  <a:lnTo>
                    <a:pt x="220319" y="359791"/>
                  </a:lnTo>
                  <a:lnTo>
                    <a:pt x="252095" y="322745"/>
                  </a:lnTo>
                  <a:lnTo>
                    <a:pt x="251675" y="325120"/>
                  </a:lnTo>
                  <a:lnTo>
                    <a:pt x="252018" y="332587"/>
                  </a:lnTo>
                  <a:lnTo>
                    <a:pt x="252463" y="334264"/>
                  </a:lnTo>
                  <a:lnTo>
                    <a:pt x="251066" y="333921"/>
                  </a:lnTo>
                  <a:lnTo>
                    <a:pt x="247865" y="334111"/>
                  </a:lnTo>
                  <a:lnTo>
                    <a:pt x="244665" y="334314"/>
                  </a:lnTo>
                  <a:lnTo>
                    <a:pt x="242100" y="335280"/>
                  </a:lnTo>
                  <a:lnTo>
                    <a:pt x="242189" y="337235"/>
                  </a:lnTo>
                  <a:lnTo>
                    <a:pt x="244830" y="337870"/>
                  </a:lnTo>
                  <a:lnTo>
                    <a:pt x="251231" y="337464"/>
                  </a:lnTo>
                  <a:lnTo>
                    <a:pt x="252666" y="336931"/>
                  </a:lnTo>
                  <a:lnTo>
                    <a:pt x="252374" y="338658"/>
                  </a:lnTo>
                  <a:lnTo>
                    <a:pt x="252539" y="342392"/>
                  </a:lnTo>
                  <a:lnTo>
                    <a:pt x="252704" y="346125"/>
                  </a:lnTo>
                  <a:lnTo>
                    <a:pt x="253530" y="349110"/>
                  </a:lnTo>
                  <a:lnTo>
                    <a:pt x="255206" y="349008"/>
                  </a:lnTo>
                  <a:lnTo>
                    <a:pt x="255752" y="345935"/>
                  </a:lnTo>
                  <a:lnTo>
                    <a:pt x="255409" y="338467"/>
                  </a:lnTo>
                  <a:lnTo>
                    <a:pt x="254952" y="336791"/>
                  </a:lnTo>
                  <a:lnTo>
                    <a:pt x="256425" y="337134"/>
                  </a:lnTo>
                  <a:lnTo>
                    <a:pt x="259638" y="336931"/>
                  </a:lnTo>
                  <a:lnTo>
                    <a:pt x="262839" y="336740"/>
                  </a:lnTo>
                  <a:lnTo>
                    <a:pt x="265404" y="335775"/>
                  </a:lnTo>
                  <a:lnTo>
                    <a:pt x="265379" y="335432"/>
                  </a:lnTo>
                  <a:lnTo>
                    <a:pt x="286727" y="360311"/>
                  </a:lnTo>
                  <a:lnTo>
                    <a:pt x="285102" y="360413"/>
                  </a:lnTo>
                  <a:lnTo>
                    <a:pt x="284556" y="363474"/>
                  </a:lnTo>
                  <a:lnTo>
                    <a:pt x="284911" y="370954"/>
                  </a:lnTo>
                  <a:lnTo>
                    <a:pt x="285356" y="372618"/>
                  </a:lnTo>
                  <a:lnTo>
                    <a:pt x="283959" y="372275"/>
                  </a:lnTo>
                  <a:lnTo>
                    <a:pt x="280746" y="372478"/>
                  </a:lnTo>
                  <a:lnTo>
                    <a:pt x="277545" y="372668"/>
                  </a:lnTo>
                  <a:lnTo>
                    <a:pt x="274980" y="373634"/>
                  </a:lnTo>
                  <a:lnTo>
                    <a:pt x="275069" y="375602"/>
                  </a:lnTo>
                  <a:lnTo>
                    <a:pt x="277710" y="376224"/>
                  </a:lnTo>
                  <a:lnTo>
                    <a:pt x="284124" y="375831"/>
                  </a:lnTo>
                  <a:lnTo>
                    <a:pt x="285546" y="375297"/>
                  </a:lnTo>
                  <a:lnTo>
                    <a:pt x="285254" y="377012"/>
                  </a:lnTo>
                  <a:lnTo>
                    <a:pt x="285419" y="380746"/>
                  </a:lnTo>
                  <a:lnTo>
                    <a:pt x="285597" y="384492"/>
                  </a:lnTo>
                  <a:lnTo>
                    <a:pt x="286423" y="387477"/>
                  </a:lnTo>
                  <a:lnTo>
                    <a:pt x="286956" y="387451"/>
                  </a:lnTo>
                  <a:lnTo>
                    <a:pt x="286956" y="360984"/>
                  </a:lnTo>
                  <a:lnTo>
                    <a:pt x="286791" y="360387"/>
                  </a:lnTo>
                  <a:lnTo>
                    <a:pt x="296570" y="371805"/>
                  </a:lnTo>
                  <a:lnTo>
                    <a:pt x="296570" y="361137"/>
                  </a:lnTo>
                  <a:lnTo>
                    <a:pt x="263677" y="322770"/>
                  </a:lnTo>
                  <a:lnTo>
                    <a:pt x="263677" y="333425"/>
                  </a:lnTo>
                  <a:lnTo>
                    <a:pt x="262674" y="333184"/>
                  </a:lnTo>
                  <a:lnTo>
                    <a:pt x="256260" y="333590"/>
                  </a:lnTo>
                  <a:lnTo>
                    <a:pt x="254749" y="334162"/>
                  </a:lnTo>
                  <a:lnTo>
                    <a:pt x="255054" y="332409"/>
                  </a:lnTo>
                  <a:lnTo>
                    <a:pt x="254889" y="328663"/>
                  </a:lnTo>
                  <a:lnTo>
                    <a:pt x="254723" y="324929"/>
                  </a:lnTo>
                  <a:lnTo>
                    <a:pt x="253911" y="322033"/>
                  </a:lnTo>
                  <a:lnTo>
                    <a:pt x="263677" y="333425"/>
                  </a:lnTo>
                  <a:lnTo>
                    <a:pt x="263677" y="322770"/>
                  </a:lnTo>
                  <a:lnTo>
                    <a:pt x="262445" y="321322"/>
                  </a:lnTo>
                  <a:lnTo>
                    <a:pt x="253847" y="311289"/>
                  </a:lnTo>
                  <a:lnTo>
                    <a:pt x="253847" y="321957"/>
                  </a:lnTo>
                  <a:lnTo>
                    <a:pt x="252717" y="322021"/>
                  </a:lnTo>
                  <a:lnTo>
                    <a:pt x="253314" y="321322"/>
                  </a:lnTo>
                  <a:lnTo>
                    <a:pt x="253847" y="321957"/>
                  </a:lnTo>
                  <a:lnTo>
                    <a:pt x="253847" y="311289"/>
                  </a:lnTo>
                  <a:lnTo>
                    <a:pt x="253314" y="310654"/>
                  </a:lnTo>
                  <a:lnTo>
                    <a:pt x="219265" y="350367"/>
                  </a:lnTo>
                  <a:lnTo>
                    <a:pt x="219265" y="372084"/>
                  </a:lnTo>
                  <a:lnTo>
                    <a:pt x="217868" y="371741"/>
                  </a:lnTo>
                  <a:lnTo>
                    <a:pt x="214668" y="371932"/>
                  </a:lnTo>
                  <a:lnTo>
                    <a:pt x="211455" y="372135"/>
                  </a:lnTo>
                  <a:lnTo>
                    <a:pt x="208978" y="373075"/>
                  </a:lnTo>
                  <a:lnTo>
                    <a:pt x="208978" y="374992"/>
                  </a:lnTo>
                  <a:lnTo>
                    <a:pt x="208140" y="374002"/>
                  </a:lnTo>
                  <a:lnTo>
                    <a:pt x="208889" y="373138"/>
                  </a:lnTo>
                  <a:lnTo>
                    <a:pt x="208978" y="374992"/>
                  </a:lnTo>
                  <a:lnTo>
                    <a:pt x="208978" y="373075"/>
                  </a:lnTo>
                  <a:lnTo>
                    <a:pt x="218681" y="361708"/>
                  </a:lnTo>
                  <a:lnTo>
                    <a:pt x="218465" y="362940"/>
                  </a:lnTo>
                  <a:lnTo>
                    <a:pt x="218821" y="370408"/>
                  </a:lnTo>
                  <a:lnTo>
                    <a:pt x="219265" y="372084"/>
                  </a:lnTo>
                  <a:lnTo>
                    <a:pt x="219265" y="350367"/>
                  </a:lnTo>
                  <a:lnTo>
                    <a:pt x="202780" y="369582"/>
                  </a:lnTo>
                  <a:lnTo>
                    <a:pt x="197446" y="363372"/>
                  </a:lnTo>
                  <a:lnTo>
                    <a:pt x="197446" y="374002"/>
                  </a:lnTo>
                  <a:lnTo>
                    <a:pt x="187337" y="385800"/>
                  </a:lnTo>
                  <a:lnTo>
                    <a:pt x="187604" y="384302"/>
                  </a:lnTo>
                  <a:lnTo>
                    <a:pt x="187261" y="376821"/>
                  </a:lnTo>
                  <a:lnTo>
                    <a:pt x="186791" y="375158"/>
                  </a:lnTo>
                  <a:lnTo>
                    <a:pt x="188277" y="375500"/>
                  </a:lnTo>
                  <a:lnTo>
                    <a:pt x="191477" y="375297"/>
                  </a:lnTo>
                  <a:lnTo>
                    <a:pt x="194691" y="375094"/>
                  </a:lnTo>
                  <a:lnTo>
                    <a:pt x="197256" y="374129"/>
                  </a:lnTo>
                  <a:lnTo>
                    <a:pt x="197231" y="373761"/>
                  </a:lnTo>
                  <a:lnTo>
                    <a:pt x="197446" y="374002"/>
                  </a:lnTo>
                  <a:lnTo>
                    <a:pt x="197446" y="363372"/>
                  </a:lnTo>
                  <a:lnTo>
                    <a:pt x="195541" y="361149"/>
                  </a:lnTo>
                  <a:lnTo>
                    <a:pt x="195541" y="371805"/>
                  </a:lnTo>
                  <a:lnTo>
                    <a:pt x="194513" y="371551"/>
                  </a:lnTo>
                  <a:lnTo>
                    <a:pt x="188112" y="371944"/>
                  </a:lnTo>
                  <a:lnTo>
                    <a:pt x="186601" y="372516"/>
                  </a:lnTo>
                  <a:lnTo>
                    <a:pt x="186905" y="370763"/>
                  </a:lnTo>
                  <a:lnTo>
                    <a:pt x="186740" y="367030"/>
                  </a:lnTo>
                  <a:lnTo>
                    <a:pt x="186575" y="363283"/>
                  </a:lnTo>
                  <a:lnTo>
                    <a:pt x="185915" y="360959"/>
                  </a:lnTo>
                  <a:lnTo>
                    <a:pt x="185915" y="387451"/>
                  </a:lnTo>
                  <a:lnTo>
                    <a:pt x="152273" y="426694"/>
                  </a:lnTo>
                  <a:lnTo>
                    <a:pt x="140601" y="413092"/>
                  </a:lnTo>
                  <a:lnTo>
                    <a:pt x="143167" y="413689"/>
                  </a:lnTo>
                  <a:lnTo>
                    <a:pt x="149580" y="413296"/>
                  </a:lnTo>
                  <a:lnTo>
                    <a:pt x="151003" y="412762"/>
                  </a:lnTo>
                  <a:lnTo>
                    <a:pt x="150710" y="414477"/>
                  </a:lnTo>
                  <a:lnTo>
                    <a:pt x="150876" y="418211"/>
                  </a:lnTo>
                  <a:lnTo>
                    <a:pt x="151053" y="421957"/>
                  </a:lnTo>
                  <a:lnTo>
                    <a:pt x="151879" y="424942"/>
                  </a:lnTo>
                  <a:lnTo>
                    <a:pt x="153555" y="424827"/>
                  </a:lnTo>
                  <a:lnTo>
                    <a:pt x="154101" y="421767"/>
                  </a:lnTo>
                  <a:lnTo>
                    <a:pt x="153746" y="414286"/>
                  </a:lnTo>
                  <a:lnTo>
                    <a:pt x="153289" y="412610"/>
                  </a:lnTo>
                  <a:lnTo>
                    <a:pt x="154774" y="412965"/>
                  </a:lnTo>
                  <a:lnTo>
                    <a:pt x="157975" y="412762"/>
                  </a:lnTo>
                  <a:lnTo>
                    <a:pt x="161175" y="412559"/>
                  </a:lnTo>
                  <a:lnTo>
                    <a:pt x="163741" y="411594"/>
                  </a:lnTo>
                  <a:lnTo>
                    <a:pt x="163652" y="409638"/>
                  </a:lnTo>
                  <a:lnTo>
                    <a:pt x="161010" y="409016"/>
                  </a:lnTo>
                  <a:lnTo>
                    <a:pt x="154609" y="409409"/>
                  </a:lnTo>
                  <a:lnTo>
                    <a:pt x="153098" y="409981"/>
                  </a:lnTo>
                  <a:lnTo>
                    <a:pt x="153403" y="408228"/>
                  </a:lnTo>
                  <a:lnTo>
                    <a:pt x="153225" y="404495"/>
                  </a:lnTo>
                  <a:lnTo>
                    <a:pt x="153060" y="400748"/>
                  </a:lnTo>
                  <a:lnTo>
                    <a:pt x="152234" y="397764"/>
                  </a:lnTo>
                  <a:lnTo>
                    <a:pt x="150558" y="397878"/>
                  </a:lnTo>
                  <a:lnTo>
                    <a:pt x="150012" y="400939"/>
                  </a:lnTo>
                  <a:lnTo>
                    <a:pt x="150355" y="408419"/>
                  </a:lnTo>
                  <a:lnTo>
                    <a:pt x="150799" y="410083"/>
                  </a:lnTo>
                  <a:lnTo>
                    <a:pt x="149415" y="409740"/>
                  </a:lnTo>
                  <a:lnTo>
                    <a:pt x="146202" y="409943"/>
                  </a:lnTo>
                  <a:lnTo>
                    <a:pt x="143002" y="410133"/>
                  </a:lnTo>
                  <a:lnTo>
                    <a:pt x="140436" y="411099"/>
                  </a:lnTo>
                  <a:lnTo>
                    <a:pt x="140512" y="413004"/>
                  </a:lnTo>
                  <a:lnTo>
                    <a:pt x="108013" y="375081"/>
                  </a:lnTo>
                  <a:lnTo>
                    <a:pt x="110591" y="375678"/>
                  </a:lnTo>
                  <a:lnTo>
                    <a:pt x="116992" y="375285"/>
                  </a:lnTo>
                  <a:lnTo>
                    <a:pt x="118427" y="374751"/>
                  </a:lnTo>
                  <a:lnTo>
                    <a:pt x="118135" y="376478"/>
                  </a:lnTo>
                  <a:lnTo>
                    <a:pt x="118300" y="380212"/>
                  </a:lnTo>
                  <a:lnTo>
                    <a:pt x="118465" y="383946"/>
                  </a:lnTo>
                  <a:lnTo>
                    <a:pt x="119291" y="386930"/>
                  </a:lnTo>
                  <a:lnTo>
                    <a:pt x="120967" y="386829"/>
                  </a:lnTo>
                  <a:lnTo>
                    <a:pt x="121513" y="383755"/>
                  </a:lnTo>
                  <a:lnTo>
                    <a:pt x="121170" y="376288"/>
                  </a:lnTo>
                  <a:lnTo>
                    <a:pt x="120713" y="374611"/>
                  </a:lnTo>
                  <a:lnTo>
                    <a:pt x="122186" y="374954"/>
                  </a:lnTo>
                  <a:lnTo>
                    <a:pt x="125399" y="374751"/>
                  </a:lnTo>
                  <a:lnTo>
                    <a:pt x="128600" y="374561"/>
                  </a:lnTo>
                  <a:lnTo>
                    <a:pt x="131165" y="373595"/>
                  </a:lnTo>
                  <a:lnTo>
                    <a:pt x="131064" y="371640"/>
                  </a:lnTo>
                  <a:lnTo>
                    <a:pt x="128435" y="371005"/>
                  </a:lnTo>
                  <a:lnTo>
                    <a:pt x="122021" y="371411"/>
                  </a:lnTo>
                  <a:lnTo>
                    <a:pt x="120510" y="371983"/>
                  </a:lnTo>
                  <a:lnTo>
                    <a:pt x="120815" y="370230"/>
                  </a:lnTo>
                  <a:lnTo>
                    <a:pt x="120650" y="366483"/>
                  </a:lnTo>
                  <a:lnTo>
                    <a:pt x="120484" y="362750"/>
                  </a:lnTo>
                  <a:lnTo>
                    <a:pt x="119659" y="359765"/>
                  </a:lnTo>
                  <a:lnTo>
                    <a:pt x="119278" y="359791"/>
                  </a:lnTo>
                  <a:lnTo>
                    <a:pt x="151053" y="322745"/>
                  </a:lnTo>
                  <a:lnTo>
                    <a:pt x="150634" y="325120"/>
                  </a:lnTo>
                  <a:lnTo>
                    <a:pt x="150977" y="332587"/>
                  </a:lnTo>
                  <a:lnTo>
                    <a:pt x="151434" y="334264"/>
                  </a:lnTo>
                  <a:lnTo>
                    <a:pt x="150025" y="333921"/>
                  </a:lnTo>
                  <a:lnTo>
                    <a:pt x="146824" y="334111"/>
                  </a:lnTo>
                  <a:lnTo>
                    <a:pt x="143624" y="334314"/>
                  </a:lnTo>
                  <a:lnTo>
                    <a:pt x="141058" y="335280"/>
                  </a:lnTo>
                  <a:lnTo>
                    <a:pt x="141147" y="337235"/>
                  </a:lnTo>
                  <a:lnTo>
                    <a:pt x="143789" y="337870"/>
                  </a:lnTo>
                  <a:lnTo>
                    <a:pt x="150202" y="337464"/>
                  </a:lnTo>
                  <a:lnTo>
                    <a:pt x="151625" y="336931"/>
                  </a:lnTo>
                  <a:lnTo>
                    <a:pt x="151333" y="338658"/>
                  </a:lnTo>
                  <a:lnTo>
                    <a:pt x="151498" y="342392"/>
                  </a:lnTo>
                  <a:lnTo>
                    <a:pt x="151676" y="346125"/>
                  </a:lnTo>
                  <a:lnTo>
                    <a:pt x="152501" y="349110"/>
                  </a:lnTo>
                  <a:lnTo>
                    <a:pt x="154178" y="349008"/>
                  </a:lnTo>
                  <a:lnTo>
                    <a:pt x="154724" y="345935"/>
                  </a:lnTo>
                  <a:lnTo>
                    <a:pt x="154368" y="338467"/>
                  </a:lnTo>
                  <a:lnTo>
                    <a:pt x="153911" y="336791"/>
                  </a:lnTo>
                  <a:lnTo>
                    <a:pt x="155397" y="337134"/>
                  </a:lnTo>
                  <a:lnTo>
                    <a:pt x="158597" y="336931"/>
                  </a:lnTo>
                  <a:lnTo>
                    <a:pt x="161798" y="336740"/>
                  </a:lnTo>
                  <a:lnTo>
                    <a:pt x="164363" y="335775"/>
                  </a:lnTo>
                  <a:lnTo>
                    <a:pt x="164338" y="335432"/>
                  </a:lnTo>
                  <a:lnTo>
                    <a:pt x="185686" y="360311"/>
                  </a:lnTo>
                  <a:lnTo>
                    <a:pt x="184061" y="360413"/>
                  </a:lnTo>
                  <a:lnTo>
                    <a:pt x="183527" y="363474"/>
                  </a:lnTo>
                  <a:lnTo>
                    <a:pt x="183870" y="370954"/>
                  </a:lnTo>
                  <a:lnTo>
                    <a:pt x="184315" y="372618"/>
                  </a:lnTo>
                  <a:lnTo>
                    <a:pt x="182918" y="372275"/>
                  </a:lnTo>
                  <a:lnTo>
                    <a:pt x="179717" y="372478"/>
                  </a:lnTo>
                  <a:lnTo>
                    <a:pt x="176504" y="372668"/>
                  </a:lnTo>
                  <a:lnTo>
                    <a:pt x="173939" y="373634"/>
                  </a:lnTo>
                  <a:lnTo>
                    <a:pt x="174040" y="375602"/>
                  </a:lnTo>
                  <a:lnTo>
                    <a:pt x="176682" y="376224"/>
                  </a:lnTo>
                  <a:lnTo>
                    <a:pt x="183083" y="375831"/>
                  </a:lnTo>
                  <a:lnTo>
                    <a:pt x="184518" y="375297"/>
                  </a:lnTo>
                  <a:lnTo>
                    <a:pt x="184213" y="377012"/>
                  </a:lnTo>
                  <a:lnTo>
                    <a:pt x="184391" y="380746"/>
                  </a:lnTo>
                  <a:lnTo>
                    <a:pt x="184556" y="384492"/>
                  </a:lnTo>
                  <a:lnTo>
                    <a:pt x="185381" y="387477"/>
                  </a:lnTo>
                  <a:lnTo>
                    <a:pt x="185915" y="387451"/>
                  </a:lnTo>
                  <a:lnTo>
                    <a:pt x="185915" y="360959"/>
                  </a:lnTo>
                  <a:lnTo>
                    <a:pt x="185750" y="360375"/>
                  </a:lnTo>
                  <a:lnTo>
                    <a:pt x="195541" y="371805"/>
                  </a:lnTo>
                  <a:lnTo>
                    <a:pt x="195541" y="361149"/>
                  </a:lnTo>
                  <a:lnTo>
                    <a:pt x="162636" y="322770"/>
                  </a:lnTo>
                  <a:lnTo>
                    <a:pt x="162636" y="333425"/>
                  </a:lnTo>
                  <a:lnTo>
                    <a:pt x="161632" y="333184"/>
                  </a:lnTo>
                  <a:lnTo>
                    <a:pt x="155232" y="333590"/>
                  </a:lnTo>
                  <a:lnTo>
                    <a:pt x="153708" y="334162"/>
                  </a:lnTo>
                  <a:lnTo>
                    <a:pt x="154012" y="332409"/>
                  </a:lnTo>
                  <a:lnTo>
                    <a:pt x="153847" y="328663"/>
                  </a:lnTo>
                  <a:lnTo>
                    <a:pt x="153682" y="324929"/>
                  </a:lnTo>
                  <a:lnTo>
                    <a:pt x="152869" y="322033"/>
                  </a:lnTo>
                  <a:lnTo>
                    <a:pt x="162636" y="333425"/>
                  </a:lnTo>
                  <a:lnTo>
                    <a:pt x="162636" y="322770"/>
                  </a:lnTo>
                  <a:lnTo>
                    <a:pt x="161404" y="321322"/>
                  </a:lnTo>
                  <a:lnTo>
                    <a:pt x="152806" y="311289"/>
                  </a:lnTo>
                  <a:lnTo>
                    <a:pt x="152806" y="321957"/>
                  </a:lnTo>
                  <a:lnTo>
                    <a:pt x="151676" y="322021"/>
                  </a:lnTo>
                  <a:lnTo>
                    <a:pt x="152273" y="321322"/>
                  </a:lnTo>
                  <a:lnTo>
                    <a:pt x="152806" y="321957"/>
                  </a:lnTo>
                  <a:lnTo>
                    <a:pt x="152806" y="311289"/>
                  </a:lnTo>
                  <a:lnTo>
                    <a:pt x="152273" y="310654"/>
                  </a:lnTo>
                  <a:lnTo>
                    <a:pt x="118224" y="350367"/>
                  </a:lnTo>
                  <a:lnTo>
                    <a:pt x="118224" y="372084"/>
                  </a:lnTo>
                  <a:lnTo>
                    <a:pt x="116827" y="371741"/>
                  </a:lnTo>
                  <a:lnTo>
                    <a:pt x="113626" y="371932"/>
                  </a:lnTo>
                  <a:lnTo>
                    <a:pt x="110426" y="372135"/>
                  </a:lnTo>
                  <a:lnTo>
                    <a:pt x="107937" y="373087"/>
                  </a:lnTo>
                  <a:lnTo>
                    <a:pt x="107937" y="374992"/>
                  </a:lnTo>
                  <a:lnTo>
                    <a:pt x="107099" y="374002"/>
                  </a:lnTo>
                  <a:lnTo>
                    <a:pt x="107861" y="373113"/>
                  </a:lnTo>
                  <a:lnTo>
                    <a:pt x="107937" y="374992"/>
                  </a:lnTo>
                  <a:lnTo>
                    <a:pt x="107937" y="373087"/>
                  </a:lnTo>
                  <a:lnTo>
                    <a:pt x="117652" y="361696"/>
                  </a:lnTo>
                  <a:lnTo>
                    <a:pt x="117436" y="362940"/>
                  </a:lnTo>
                  <a:lnTo>
                    <a:pt x="117779" y="370408"/>
                  </a:lnTo>
                  <a:lnTo>
                    <a:pt x="118224" y="372084"/>
                  </a:lnTo>
                  <a:lnTo>
                    <a:pt x="118224" y="350367"/>
                  </a:lnTo>
                  <a:lnTo>
                    <a:pt x="97955" y="374002"/>
                  </a:lnTo>
                  <a:lnTo>
                    <a:pt x="152273" y="437362"/>
                  </a:lnTo>
                  <a:lnTo>
                    <a:pt x="161404" y="426694"/>
                  </a:lnTo>
                  <a:lnTo>
                    <a:pt x="202780" y="378434"/>
                  </a:lnTo>
                  <a:lnTo>
                    <a:pt x="253314" y="437362"/>
                  </a:lnTo>
                  <a:lnTo>
                    <a:pt x="262445" y="426694"/>
                  </a:lnTo>
                  <a:lnTo>
                    <a:pt x="307606" y="374002"/>
                  </a:lnTo>
                  <a:close/>
                </a:path>
                <a:path w="395604" h="437515">
                  <a:moveTo>
                    <a:pt x="395262" y="90817"/>
                  </a:moveTo>
                  <a:lnTo>
                    <a:pt x="372922" y="116890"/>
                  </a:lnTo>
                  <a:lnTo>
                    <a:pt x="372922" y="138582"/>
                  </a:lnTo>
                  <a:lnTo>
                    <a:pt x="371525" y="138239"/>
                  </a:lnTo>
                  <a:lnTo>
                    <a:pt x="368325" y="138430"/>
                  </a:lnTo>
                  <a:lnTo>
                    <a:pt x="365125" y="138633"/>
                  </a:lnTo>
                  <a:lnTo>
                    <a:pt x="362635" y="139585"/>
                  </a:lnTo>
                  <a:lnTo>
                    <a:pt x="362635" y="141503"/>
                  </a:lnTo>
                  <a:lnTo>
                    <a:pt x="361797" y="140512"/>
                  </a:lnTo>
                  <a:lnTo>
                    <a:pt x="362559" y="139623"/>
                  </a:lnTo>
                  <a:lnTo>
                    <a:pt x="362635" y="141503"/>
                  </a:lnTo>
                  <a:lnTo>
                    <a:pt x="362635" y="139585"/>
                  </a:lnTo>
                  <a:lnTo>
                    <a:pt x="372351" y="128206"/>
                  </a:lnTo>
                  <a:lnTo>
                    <a:pt x="372135" y="129438"/>
                  </a:lnTo>
                  <a:lnTo>
                    <a:pt x="372478" y="136918"/>
                  </a:lnTo>
                  <a:lnTo>
                    <a:pt x="372922" y="138582"/>
                  </a:lnTo>
                  <a:lnTo>
                    <a:pt x="372922" y="116890"/>
                  </a:lnTo>
                  <a:lnTo>
                    <a:pt x="357225" y="135191"/>
                  </a:lnTo>
                  <a:lnTo>
                    <a:pt x="352666" y="129882"/>
                  </a:lnTo>
                  <a:lnTo>
                    <a:pt x="352666" y="140512"/>
                  </a:lnTo>
                  <a:lnTo>
                    <a:pt x="342544" y="152311"/>
                  </a:lnTo>
                  <a:lnTo>
                    <a:pt x="342823" y="150799"/>
                  </a:lnTo>
                  <a:lnTo>
                    <a:pt x="342480" y="143319"/>
                  </a:lnTo>
                  <a:lnTo>
                    <a:pt x="341668" y="140335"/>
                  </a:lnTo>
                  <a:lnTo>
                    <a:pt x="342125" y="137261"/>
                  </a:lnTo>
                  <a:lnTo>
                    <a:pt x="341960" y="133527"/>
                  </a:lnTo>
                  <a:lnTo>
                    <a:pt x="341795" y="129781"/>
                  </a:lnTo>
                  <a:lnTo>
                    <a:pt x="341147" y="127469"/>
                  </a:lnTo>
                  <a:lnTo>
                    <a:pt x="341147" y="153949"/>
                  </a:lnTo>
                  <a:lnTo>
                    <a:pt x="307492" y="193192"/>
                  </a:lnTo>
                  <a:lnTo>
                    <a:pt x="295808" y="179590"/>
                  </a:lnTo>
                  <a:lnTo>
                    <a:pt x="298399" y="180187"/>
                  </a:lnTo>
                  <a:lnTo>
                    <a:pt x="304800" y="179793"/>
                  </a:lnTo>
                  <a:lnTo>
                    <a:pt x="306235" y="179260"/>
                  </a:lnTo>
                  <a:lnTo>
                    <a:pt x="305943" y="180975"/>
                  </a:lnTo>
                  <a:lnTo>
                    <a:pt x="306108" y="184721"/>
                  </a:lnTo>
                  <a:lnTo>
                    <a:pt x="306273" y="188455"/>
                  </a:lnTo>
                  <a:lnTo>
                    <a:pt x="307098" y="191439"/>
                  </a:lnTo>
                  <a:lnTo>
                    <a:pt x="308775" y="191338"/>
                  </a:lnTo>
                  <a:lnTo>
                    <a:pt x="309321" y="188264"/>
                  </a:lnTo>
                  <a:lnTo>
                    <a:pt x="308978" y="180784"/>
                  </a:lnTo>
                  <a:lnTo>
                    <a:pt x="308508" y="179108"/>
                  </a:lnTo>
                  <a:lnTo>
                    <a:pt x="309994" y="179463"/>
                  </a:lnTo>
                  <a:lnTo>
                    <a:pt x="313207" y="179260"/>
                  </a:lnTo>
                  <a:lnTo>
                    <a:pt x="316407" y="179057"/>
                  </a:lnTo>
                  <a:lnTo>
                    <a:pt x="318973" y="178104"/>
                  </a:lnTo>
                  <a:lnTo>
                    <a:pt x="318871" y="176136"/>
                  </a:lnTo>
                  <a:lnTo>
                    <a:pt x="316242" y="175514"/>
                  </a:lnTo>
                  <a:lnTo>
                    <a:pt x="309829" y="175907"/>
                  </a:lnTo>
                  <a:lnTo>
                    <a:pt x="308317" y="176479"/>
                  </a:lnTo>
                  <a:lnTo>
                    <a:pt x="308635" y="174726"/>
                  </a:lnTo>
                  <a:lnTo>
                    <a:pt x="308457" y="170992"/>
                  </a:lnTo>
                  <a:lnTo>
                    <a:pt x="308292" y="167259"/>
                  </a:lnTo>
                  <a:lnTo>
                    <a:pt x="307454" y="164274"/>
                  </a:lnTo>
                  <a:lnTo>
                    <a:pt x="305790" y="164376"/>
                  </a:lnTo>
                  <a:lnTo>
                    <a:pt x="305244" y="167436"/>
                  </a:lnTo>
                  <a:lnTo>
                    <a:pt x="305587" y="174917"/>
                  </a:lnTo>
                  <a:lnTo>
                    <a:pt x="306031" y="176580"/>
                  </a:lnTo>
                  <a:lnTo>
                    <a:pt x="304634" y="176237"/>
                  </a:lnTo>
                  <a:lnTo>
                    <a:pt x="301434" y="176441"/>
                  </a:lnTo>
                  <a:lnTo>
                    <a:pt x="298221" y="176644"/>
                  </a:lnTo>
                  <a:lnTo>
                    <a:pt x="295656" y="177609"/>
                  </a:lnTo>
                  <a:lnTo>
                    <a:pt x="295744" y="179514"/>
                  </a:lnTo>
                  <a:lnTo>
                    <a:pt x="263232" y="141579"/>
                  </a:lnTo>
                  <a:lnTo>
                    <a:pt x="265811" y="142189"/>
                  </a:lnTo>
                  <a:lnTo>
                    <a:pt x="272224" y="141782"/>
                  </a:lnTo>
                  <a:lnTo>
                    <a:pt x="273646" y="141249"/>
                  </a:lnTo>
                  <a:lnTo>
                    <a:pt x="273342" y="142976"/>
                  </a:lnTo>
                  <a:lnTo>
                    <a:pt x="273519" y="146710"/>
                  </a:lnTo>
                  <a:lnTo>
                    <a:pt x="273697" y="150444"/>
                  </a:lnTo>
                  <a:lnTo>
                    <a:pt x="274523" y="153428"/>
                  </a:lnTo>
                  <a:lnTo>
                    <a:pt x="276199" y="153327"/>
                  </a:lnTo>
                  <a:lnTo>
                    <a:pt x="276745" y="150253"/>
                  </a:lnTo>
                  <a:lnTo>
                    <a:pt x="276390" y="142786"/>
                  </a:lnTo>
                  <a:lnTo>
                    <a:pt x="275932" y="141109"/>
                  </a:lnTo>
                  <a:lnTo>
                    <a:pt x="277418" y="141452"/>
                  </a:lnTo>
                  <a:lnTo>
                    <a:pt x="280619" y="141262"/>
                  </a:lnTo>
                  <a:lnTo>
                    <a:pt x="283819" y="141058"/>
                  </a:lnTo>
                  <a:lnTo>
                    <a:pt x="286385" y="140093"/>
                  </a:lnTo>
                  <a:lnTo>
                    <a:pt x="286296" y="138137"/>
                  </a:lnTo>
                  <a:lnTo>
                    <a:pt x="283654" y="137502"/>
                  </a:lnTo>
                  <a:lnTo>
                    <a:pt x="277241" y="137909"/>
                  </a:lnTo>
                  <a:lnTo>
                    <a:pt x="275742" y="138480"/>
                  </a:lnTo>
                  <a:lnTo>
                    <a:pt x="276047" y="136728"/>
                  </a:lnTo>
                  <a:lnTo>
                    <a:pt x="275869" y="132981"/>
                  </a:lnTo>
                  <a:lnTo>
                    <a:pt x="275704" y="129247"/>
                  </a:lnTo>
                  <a:lnTo>
                    <a:pt x="274878" y="126263"/>
                  </a:lnTo>
                  <a:lnTo>
                    <a:pt x="274523" y="126288"/>
                  </a:lnTo>
                  <a:lnTo>
                    <a:pt x="307492" y="87820"/>
                  </a:lnTo>
                  <a:lnTo>
                    <a:pt x="340906" y="126809"/>
                  </a:lnTo>
                  <a:lnTo>
                    <a:pt x="339293" y="126911"/>
                  </a:lnTo>
                  <a:lnTo>
                    <a:pt x="338747" y="129971"/>
                  </a:lnTo>
                  <a:lnTo>
                    <a:pt x="339090" y="137452"/>
                  </a:lnTo>
                  <a:lnTo>
                    <a:pt x="339534" y="139115"/>
                  </a:lnTo>
                  <a:lnTo>
                    <a:pt x="338137" y="138772"/>
                  </a:lnTo>
                  <a:lnTo>
                    <a:pt x="334937" y="138976"/>
                  </a:lnTo>
                  <a:lnTo>
                    <a:pt x="331736" y="139179"/>
                  </a:lnTo>
                  <a:lnTo>
                    <a:pt x="329171" y="140131"/>
                  </a:lnTo>
                  <a:lnTo>
                    <a:pt x="329260" y="142100"/>
                  </a:lnTo>
                  <a:lnTo>
                    <a:pt x="331901" y="142722"/>
                  </a:lnTo>
                  <a:lnTo>
                    <a:pt x="338315" y="142328"/>
                  </a:lnTo>
                  <a:lnTo>
                    <a:pt x="339737" y="141795"/>
                  </a:lnTo>
                  <a:lnTo>
                    <a:pt x="339445" y="143510"/>
                  </a:lnTo>
                  <a:lnTo>
                    <a:pt x="339610" y="147256"/>
                  </a:lnTo>
                  <a:lnTo>
                    <a:pt x="339775" y="150990"/>
                  </a:lnTo>
                  <a:lnTo>
                    <a:pt x="340614" y="153974"/>
                  </a:lnTo>
                  <a:lnTo>
                    <a:pt x="341147" y="153949"/>
                  </a:lnTo>
                  <a:lnTo>
                    <a:pt x="341147" y="127469"/>
                  </a:lnTo>
                  <a:lnTo>
                    <a:pt x="340995" y="126911"/>
                  </a:lnTo>
                  <a:lnTo>
                    <a:pt x="352666" y="140512"/>
                  </a:lnTo>
                  <a:lnTo>
                    <a:pt x="352666" y="129882"/>
                  </a:lnTo>
                  <a:lnTo>
                    <a:pt x="316636" y="87820"/>
                  </a:lnTo>
                  <a:lnTo>
                    <a:pt x="307492" y="77165"/>
                  </a:lnTo>
                  <a:lnTo>
                    <a:pt x="273443" y="116890"/>
                  </a:lnTo>
                  <a:lnTo>
                    <a:pt x="273443" y="138582"/>
                  </a:lnTo>
                  <a:lnTo>
                    <a:pt x="272059" y="138239"/>
                  </a:lnTo>
                  <a:lnTo>
                    <a:pt x="268846" y="138430"/>
                  </a:lnTo>
                  <a:lnTo>
                    <a:pt x="265645" y="138633"/>
                  </a:lnTo>
                  <a:lnTo>
                    <a:pt x="263156" y="139585"/>
                  </a:lnTo>
                  <a:lnTo>
                    <a:pt x="263156" y="141490"/>
                  </a:lnTo>
                  <a:lnTo>
                    <a:pt x="262331" y="140512"/>
                  </a:lnTo>
                  <a:lnTo>
                    <a:pt x="263080" y="139649"/>
                  </a:lnTo>
                  <a:lnTo>
                    <a:pt x="263156" y="141490"/>
                  </a:lnTo>
                  <a:lnTo>
                    <a:pt x="263156" y="139585"/>
                  </a:lnTo>
                  <a:lnTo>
                    <a:pt x="272872" y="128219"/>
                  </a:lnTo>
                  <a:lnTo>
                    <a:pt x="272656" y="129438"/>
                  </a:lnTo>
                  <a:lnTo>
                    <a:pt x="272999" y="136918"/>
                  </a:lnTo>
                  <a:lnTo>
                    <a:pt x="273443" y="138582"/>
                  </a:lnTo>
                  <a:lnTo>
                    <a:pt x="273443" y="116890"/>
                  </a:lnTo>
                  <a:lnTo>
                    <a:pt x="253187" y="140512"/>
                  </a:lnTo>
                  <a:lnTo>
                    <a:pt x="307492" y="203860"/>
                  </a:lnTo>
                  <a:lnTo>
                    <a:pt x="316636" y="193192"/>
                  </a:lnTo>
                  <a:lnTo>
                    <a:pt x="357225" y="145846"/>
                  </a:lnTo>
                  <a:lnTo>
                    <a:pt x="395262" y="190195"/>
                  </a:lnTo>
                  <a:lnTo>
                    <a:pt x="395262" y="179565"/>
                  </a:lnTo>
                  <a:lnTo>
                    <a:pt x="395262" y="177558"/>
                  </a:lnTo>
                  <a:lnTo>
                    <a:pt x="395135" y="177609"/>
                  </a:lnTo>
                  <a:lnTo>
                    <a:pt x="395224" y="179514"/>
                  </a:lnTo>
                  <a:lnTo>
                    <a:pt x="362699" y="141579"/>
                  </a:lnTo>
                  <a:lnTo>
                    <a:pt x="365290" y="142189"/>
                  </a:lnTo>
                  <a:lnTo>
                    <a:pt x="371703" y="141782"/>
                  </a:lnTo>
                  <a:lnTo>
                    <a:pt x="373126" y="141249"/>
                  </a:lnTo>
                  <a:lnTo>
                    <a:pt x="372833" y="142976"/>
                  </a:lnTo>
                  <a:lnTo>
                    <a:pt x="372999" y="146710"/>
                  </a:lnTo>
                  <a:lnTo>
                    <a:pt x="373176" y="150444"/>
                  </a:lnTo>
                  <a:lnTo>
                    <a:pt x="374002" y="153428"/>
                  </a:lnTo>
                  <a:lnTo>
                    <a:pt x="375678" y="153327"/>
                  </a:lnTo>
                  <a:lnTo>
                    <a:pt x="376212" y="150253"/>
                  </a:lnTo>
                  <a:lnTo>
                    <a:pt x="375869" y="142786"/>
                  </a:lnTo>
                  <a:lnTo>
                    <a:pt x="375412" y="141109"/>
                  </a:lnTo>
                  <a:lnTo>
                    <a:pt x="376897" y="141452"/>
                  </a:lnTo>
                  <a:lnTo>
                    <a:pt x="380098" y="141262"/>
                  </a:lnTo>
                  <a:lnTo>
                    <a:pt x="383298" y="141058"/>
                  </a:lnTo>
                  <a:lnTo>
                    <a:pt x="385864" y="140093"/>
                  </a:lnTo>
                  <a:lnTo>
                    <a:pt x="385775" y="138137"/>
                  </a:lnTo>
                  <a:lnTo>
                    <a:pt x="383133" y="137502"/>
                  </a:lnTo>
                  <a:lnTo>
                    <a:pt x="376720" y="137909"/>
                  </a:lnTo>
                  <a:lnTo>
                    <a:pt x="375208" y="138480"/>
                  </a:lnTo>
                  <a:lnTo>
                    <a:pt x="375513" y="136728"/>
                  </a:lnTo>
                  <a:lnTo>
                    <a:pt x="375348" y="132981"/>
                  </a:lnTo>
                  <a:lnTo>
                    <a:pt x="375183" y="129247"/>
                  </a:lnTo>
                  <a:lnTo>
                    <a:pt x="374357" y="126263"/>
                  </a:lnTo>
                  <a:lnTo>
                    <a:pt x="373989" y="126288"/>
                  </a:lnTo>
                  <a:lnTo>
                    <a:pt x="395262" y="101473"/>
                  </a:lnTo>
                  <a:lnTo>
                    <a:pt x="395262" y="90817"/>
                  </a:lnTo>
                  <a:close/>
                </a:path>
                <a:path w="395604" h="437515">
                  <a:moveTo>
                    <a:pt x="395262" y="43700"/>
                  </a:moveTo>
                  <a:lnTo>
                    <a:pt x="368160" y="12103"/>
                  </a:lnTo>
                  <a:lnTo>
                    <a:pt x="368160" y="22771"/>
                  </a:lnTo>
                  <a:lnTo>
                    <a:pt x="367157" y="22529"/>
                  </a:lnTo>
                  <a:lnTo>
                    <a:pt x="360756" y="22923"/>
                  </a:lnTo>
                  <a:lnTo>
                    <a:pt x="359244" y="23495"/>
                  </a:lnTo>
                  <a:lnTo>
                    <a:pt x="359549" y="21742"/>
                  </a:lnTo>
                  <a:lnTo>
                    <a:pt x="359371" y="18008"/>
                  </a:lnTo>
                  <a:lnTo>
                    <a:pt x="359206" y="14262"/>
                  </a:lnTo>
                  <a:lnTo>
                    <a:pt x="358394" y="11366"/>
                  </a:lnTo>
                  <a:lnTo>
                    <a:pt x="368160" y="22771"/>
                  </a:lnTo>
                  <a:lnTo>
                    <a:pt x="368160" y="12103"/>
                  </a:lnTo>
                  <a:lnTo>
                    <a:pt x="366928" y="10655"/>
                  </a:lnTo>
                  <a:lnTo>
                    <a:pt x="358330" y="635"/>
                  </a:lnTo>
                  <a:lnTo>
                    <a:pt x="358330" y="11290"/>
                  </a:lnTo>
                  <a:lnTo>
                    <a:pt x="357187" y="11366"/>
                  </a:lnTo>
                  <a:lnTo>
                    <a:pt x="357797" y="10655"/>
                  </a:lnTo>
                  <a:lnTo>
                    <a:pt x="358330" y="11290"/>
                  </a:lnTo>
                  <a:lnTo>
                    <a:pt x="358330" y="635"/>
                  </a:lnTo>
                  <a:lnTo>
                    <a:pt x="357797" y="0"/>
                  </a:lnTo>
                  <a:lnTo>
                    <a:pt x="323748" y="39712"/>
                  </a:lnTo>
                  <a:lnTo>
                    <a:pt x="323748" y="61417"/>
                  </a:lnTo>
                  <a:lnTo>
                    <a:pt x="322351" y="61074"/>
                  </a:lnTo>
                  <a:lnTo>
                    <a:pt x="319151" y="61277"/>
                  </a:lnTo>
                  <a:lnTo>
                    <a:pt x="315950" y="61468"/>
                  </a:lnTo>
                  <a:lnTo>
                    <a:pt x="313461" y="62420"/>
                  </a:lnTo>
                  <a:lnTo>
                    <a:pt x="313461" y="64338"/>
                  </a:lnTo>
                  <a:lnTo>
                    <a:pt x="312623" y="63347"/>
                  </a:lnTo>
                  <a:lnTo>
                    <a:pt x="313385" y="62458"/>
                  </a:lnTo>
                  <a:lnTo>
                    <a:pt x="313461" y="64338"/>
                  </a:lnTo>
                  <a:lnTo>
                    <a:pt x="313461" y="62420"/>
                  </a:lnTo>
                  <a:lnTo>
                    <a:pt x="323176" y="51041"/>
                  </a:lnTo>
                  <a:lnTo>
                    <a:pt x="322961" y="52273"/>
                  </a:lnTo>
                  <a:lnTo>
                    <a:pt x="323303" y="59753"/>
                  </a:lnTo>
                  <a:lnTo>
                    <a:pt x="323748" y="61417"/>
                  </a:lnTo>
                  <a:lnTo>
                    <a:pt x="323748" y="39712"/>
                  </a:lnTo>
                  <a:lnTo>
                    <a:pt x="303479" y="63347"/>
                  </a:lnTo>
                  <a:lnTo>
                    <a:pt x="357797" y="126695"/>
                  </a:lnTo>
                  <a:lnTo>
                    <a:pt x="366928" y="116039"/>
                  </a:lnTo>
                  <a:lnTo>
                    <a:pt x="395262" y="82994"/>
                  </a:lnTo>
                  <a:lnTo>
                    <a:pt x="395262" y="72326"/>
                  </a:lnTo>
                  <a:lnTo>
                    <a:pt x="392861" y="75133"/>
                  </a:lnTo>
                  <a:lnTo>
                    <a:pt x="393128" y="73634"/>
                  </a:lnTo>
                  <a:lnTo>
                    <a:pt x="392785" y="66167"/>
                  </a:lnTo>
                  <a:lnTo>
                    <a:pt x="392315" y="64490"/>
                  </a:lnTo>
                  <a:lnTo>
                    <a:pt x="393801" y="64833"/>
                  </a:lnTo>
                  <a:lnTo>
                    <a:pt x="395262" y="64744"/>
                  </a:lnTo>
                  <a:lnTo>
                    <a:pt x="395262" y="61188"/>
                  </a:lnTo>
                  <a:lnTo>
                    <a:pt x="393636" y="61290"/>
                  </a:lnTo>
                  <a:lnTo>
                    <a:pt x="392125" y="61861"/>
                  </a:lnTo>
                  <a:lnTo>
                    <a:pt x="392430" y="60096"/>
                  </a:lnTo>
                  <a:lnTo>
                    <a:pt x="392264" y="56362"/>
                  </a:lnTo>
                  <a:lnTo>
                    <a:pt x="392099" y="52628"/>
                  </a:lnTo>
                  <a:lnTo>
                    <a:pt x="391439" y="50317"/>
                  </a:lnTo>
                  <a:lnTo>
                    <a:pt x="391439" y="76784"/>
                  </a:lnTo>
                  <a:lnTo>
                    <a:pt x="357797" y="116039"/>
                  </a:lnTo>
                  <a:lnTo>
                    <a:pt x="346113" y="102425"/>
                  </a:lnTo>
                  <a:lnTo>
                    <a:pt x="348691" y="103035"/>
                  </a:lnTo>
                  <a:lnTo>
                    <a:pt x="355104" y="102628"/>
                  </a:lnTo>
                  <a:lnTo>
                    <a:pt x="356527" y="102095"/>
                  </a:lnTo>
                  <a:lnTo>
                    <a:pt x="356235" y="103822"/>
                  </a:lnTo>
                  <a:lnTo>
                    <a:pt x="356412" y="107556"/>
                  </a:lnTo>
                  <a:lnTo>
                    <a:pt x="356577" y="111290"/>
                  </a:lnTo>
                  <a:lnTo>
                    <a:pt x="357403" y="114274"/>
                  </a:lnTo>
                  <a:lnTo>
                    <a:pt x="359079" y="114173"/>
                  </a:lnTo>
                  <a:lnTo>
                    <a:pt x="359625" y="111099"/>
                  </a:lnTo>
                  <a:lnTo>
                    <a:pt x="359270" y="103632"/>
                  </a:lnTo>
                  <a:lnTo>
                    <a:pt x="358813" y="101955"/>
                  </a:lnTo>
                  <a:lnTo>
                    <a:pt x="360299" y="102298"/>
                  </a:lnTo>
                  <a:lnTo>
                    <a:pt x="363499" y="102095"/>
                  </a:lnTo>
                  <a:lnTo>
                    <a:pt x="366699" y="101904"/>
                  </a:lnTo>
                  <a:lnTo>
                    <a:pt x="369265" y="100939"/>
                  </a:lnTo>
                  <a:lnTo>
                    <a:pt x="369176" y="98983"/>
                  </a:lnTo>
                  <a:lnTo>
                    <a:pt x="366534" y="98348"/>
                  </a:lnTo>
                  <a:lnTo>
                    <a:pt x="360133" y="98755"/>
                  </a:lnTo>
                  <a:lnTo>
                    <a:pt x="358622" y="99326"/>
                  </a:lnTo>
                  <a:lnTo>
                    <a:pt x="358927" y="97574"/>
                  </a:lnTo>
                  <a:lnTo>
                    <a:pt x="358749" y="93827"/>
                  </a:lnTo>
                  <a:lnTo>
                    <a:pt x="358584" y="90093"/>
                  </a:lnTo>
                  <a:lnTo>
                    <a:pt x="357759" y="87109"/>
                  </a:lnTo>
                  <a:lnTo>
                    <a:pt x="356082" y="87210"/>
                  </a:lnTo>
                  <a:lnTo>
                    <a:pt x="355536" y="90284"/>
                  </a:lnTo>
                  <a:lnTo>
                    <a:pt x="355879" y="97751"/>
                  </a:lnTo>
                  <a:lnTo>
                    <a:pt x="356336" y="99428"/>
                  </a:lnTo>
                  <a:lnTo>
                    <a:pt x="354939" y="99085"/>
                  </a:lnTo>
                  <a:lnTo>
                    <a:pt x="351726" y="99275"/>
                  </a:lnTo>
                  <a:lnTo>
                    <a:pt x="348526" y="99479"/>
                  </a:lnTo>
                  <a:lnTo>
                    <a:pt x="345960" y="100444"/>
                  </a:lnTo>
                  <a:lnTo>
                    <a:pt x="346036" y="102349"/>
                  </a:lnTo>
                  <a:lnTo>
                    <a:pt x="313537" y="64427"/>
                  </a:lnTo>
                  <a:lnTo>
                    <a:pt x="316115" y="65024"/>
                  </a:lnTo>
                  <a:lnTo>
                    <a:pt x="322516" y="64630"/>
                  </a:lnTo>
                  <a:lnTo>
                    <a:pt x="323951" y="64096"/>
                  </a:lnTo>
                  <a:lnTo>
                    <a:pt x="323646" y="65811"/>
                  </a:lnTo>
                  <a:lnTo>
                    <a:pt x="323824" y="69545"/>
                  </a:lnTo>
                  <a:lnTo>
                    <a:pt x="323989" y="73291"/>
                  </a:lnTo>
                  <a:lnTo>
                    <a:pt x="324815" y="76276"/>
                  </a:lnTo>
                  <a:lnTo>
                    <a:pt x="326491" y="76161"/>
                  </a:lnTo>
                  <a:lnTo>
                    <a:pt x="327037" y="73101"/>
                  </a:lnTo>
                  <a:lnTo>
                    <a:pt x="326694" y="65620"/>
                  </a:lnTo>
                  <a:lnTo>
                    <a:pt x="326237" y="63957"/>
                  </a:lnTo>
                  <a:lnTo>
                    <a:pt x="327710" y="64300"/>
                  </a:lnTo>
                  <a:lnTo>
                    <a:pt x="330923" y="64096"/>
                  </a:lnTo>
                  <a:lnTo>
                    <a:pt x="334124" y="63893"/>
                  </a:lnTo>
                  <a:lnTo>
                    <a:pt x="336689" y="62928"/>
                  </a:lnTo>
                  <a:lnTo>
                    <a:pt x="336588" y="60972"/>
                  </a:lnTo>
                  <a:lnTo>
                    <a:pt x="333959" y="60350"/>
                  </a:lnTo>
                  <a:lnTo>
                    <a:pt x="327545" y="60744"/>
                  </a:lnTo>
                  <a:lnTo>
                    <a:pt x="326034" y="61315"/>
                  </a:lnTo>
                  <a:lnTo>
                    <a:pt x="326339" y="59563"/>
                  </a:lnTo>
                  <a:lnTo>
                    <a:pt x="326174" y="55829"/>
                  </a:lnTo>
                  <a:lnTo>
                    <a:pt x="326009" y="52082"/>
                  </a:lnTo>
                  <a:lnTo>
                    <a:pt x="325183" y="49098"/>
                  </a:lnTo>
                  <a:lnTo>
                    <a:pt x="324815" y="49123"/>
                  </a:lnTo>
                  <a:lnTo>
                    <a:pt x="356577" y="12077"/>
                  </a:lnTo>
                  <a:lnTo>
                    <a:pt x="356158" y="14452"/>
                  </a:lnTo>
                  <a:lnTo>
                    <a:pt x="356501" y="21932"/>
                  </a:lnTo>
                  <a:lnTo>
                    <a:pt x="356946" y="23596"/>
                  </a:lnTo>
                  <a:lnTo>
                    <a:pt x="355561" y="23253"/>
                  </a:lnTo>
                  <a:lnTo>
                    <a:pt x="352348" y="23456"/>
                  </a:lnTo>
                  <a:lnTo>
                    <a:pt x="349148" y="23647"/>
                  </a:lnTo>
                  <a:lnTo>
                    <a:pt x="346583" y="24612"/>
                  </a:lnTo>
                  <a:lnTo>
                    <a:pt x="346671" y="26568"/>
                  </a:lnTo>
                  <a:lnTo>
                    <a:pt x="349313" y="27203"/>
                  </a:lnTo>
                  <a:lnTo>
                    <a:pt x="355727" y="26809"/>
                  </a:lnTo>
                  <a:lnTo>
                    <a:pt x="357149" y="26276"/>
                  </a:lnTo>
                  <a:lnTo>
                    <a:pt x="356844" y="27990"/>
                  </a:lnTo>
                  <a:lnTo>
                    <a:pt x="357022" y="31724"/>
                  </a:lnTo>
                  <a:lnTo>
                    <a:pt x="357200" y="35471"/>
                  </a:lnTo>
                  <a:lnTo>
                    <a:pt x="358025" y="38455"/>
                  </a:lnTo>
                  <a:lnTo>
                    <a:pt x="359702" y="38341"/>
                  </a:lnTo>
                  <a:lnTo>
                    <a:pt x="360248" y="35280"/>
                  </a:lnTo>
                  <a:lnTo>
                    <a:pt x="359892" y="27800"/>
                  </a:lnTo>
                  <a:lnTo>
                    <a:pt x="359435" y="26123"/>
                  </a:lnTo>
                  <a:lnTo>
                    <a:pt x="360921" y="26479"/>
                  </a:lnTo>
                  <a:lnTo>
                    <a:pt x="364121" y="26276"/>
                  </a:lnTo>
                  <a:lnTo>
                    <a:pt x="367322" y="26073"/>
                  </a:lnTo>
                  <a:lnTo>
                    <a:pt x="369887" y="25107"/>
                  </a:lnTo>
                  <a:lnTo>
                    <a:pt x="369862" y="24765"/>
                  </a:lnTo>
                  <a:lnTo>
                    <a:pt x="391210" y="49657"/>
                  </a:lnTo>
                  <a:lnTo>
                    <a:pt x="389585" y="49745"/>
                  </a:lnTo>
                  <a:lnTo>
                    <a:pt x="389051" y="52819"/>
                  </a:lnTo>
                  <a:lnTo>
                    <a:pt x="389394" y="60286"/>
                  </a:lnTo>
                  <a:lnTo>
                    <a:pt x="389839" y="61963"/>
                  </a:lnTo>
                  <a:lnTo>
                    <a:pt x="388442" y="61620"/>
                  </a:lnTo>
                  <a:lnTo>
                    <a:pt x="385241" y="61810"/>
                  </a:lnTo>
                  <a:lnTo>
                    <a:pt x="382028" y="62014"/>
                  </a:lnTo>
                  <a:lnTo>
                    <a:pt x="379463" y="62979"/>
                  </a:lnTo>
                  <a:lnTo>
                    <a:pt x="379564" y="64935"/>
                  </a:lnTo>
                  <a:lnTo>
                    <a:pt x="382206" y="65557"/>
                  </a:lnTo>
                  <a:lnTo>
                    <a:pt x="388607" y="65163"/>
                  </a:lnTo>
                  <a:lnTo>
                    <a:pt x="390042" y="64630"/>
                  </a:lnTo>
                  <a:lnTo>
                    <a:pt x="389750" y="66357"/>
                  </a:lnTo>
                  <a:lnTo>
                    <a:pt x="389915" y="70091"/>
                  </a:lnTo>
                  <a:lnTo>
                    <a:pt x="390080" y="73825"/>
                  </a:lnTo>
                  <a:lnTo>
                    <a:pt x="390906" y="76809"/>
                  </a:lnTo>
                  <a:lnTo>
                    <a:pt x="391439" y="76784"/>
                  </a:lnTo>
                  <a:lnTo>
                    <a:pt x="391439" y="50317"/>
                  </a:lnTo>
                  <a:lnTo>
                    <a:pt x="391274" y="49733"/>
                  </a:lnTo>
                  <a:lnTo>
                    <a:pt x="395262" y="54368"/>
                  </a:lnTo>
                  <a:lnTo>
                    <a:pt x="395262" y="43700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6" name="object 2116" descr=""/>
            <p:cNvSpPr/>
            <p:nvPr/>
          </p:nvSpPr>
          <p:spPr>
            <a:xfrm>
              <a:off x="8708809" y="7472025"/>
              <a:ext cx="142240" cy="426084"/>
            </a:xfrm>
            <a:custGeom>
              <a:avLst/>
              <a:gdLst/>
              <a:ahLst/>
              <a:cxnLst/>
              <a:rect l="l" t="t" r="r" b="b"/>
              <a:pathLst>
                <a:path w="142240" h="426084">
                  <a:moveTo>
                    <a:pt x="66408" y="13830"/>
                  </a:moveTo>
                  <a:lnTo>
                    <a:pt x="66306" y="11874"/>
                  </a:lnTo>
                  <a:lnTo>
                    <a:pt x="63665" y="11239"/>
                  </a:lnTo>
                  <a:lnTo>
                    <a:pt x="57264" y="11645"/>
                  </a:lnTo>
                  <a:lnTo>
                    <a:pt x="55753" y="12217"/>
                  </a:lnTo>
                  <a:lnTo>
                    <a:pt x="56057" y="10464"/>
                  </a:lnTo>
                  <a:lnTo>
                    <a:pt x="55892" y="6718"/>
                  </a:lnTo>
                  <a:lnTo>
                    <a:pt x="55727" y="2984"/>
                  </a:lnTo>
                  <a:lnTo>
                    <a:pt x="54889" y="0"/>
                  </a:lnTo>
                  <a:lnTo>
                    <a:pt x="53225" y="101"/>
                  </a:lnTo>
                  <a:lnTo>
                    <a:pt x="52679" y="3175"/>
                  </a:lnTo>
                  <a:lnTo>
                    <a:pt x="53022" y="10642"/>
                  </a:lnTo>
                  <a:lnTo>
                    <a:pt x="53467" y="12319"/>
                  </a:lnTo>
                  <a:lnTo>
                    <a:pt x="52070" y="11976"/>
                  </a:lnTo>
                  <a:lnTo>
                    <a:pt x="48869" y="12166"/>
                  </a:lnTo>
                  <a:lnTo>
                    <a:pt x="45656" y="12369"/>
                  </a:lnTo>
                  <a:lnTo>
                    <a:pt x="43091" y="13335"/>
                  </a:lnTo>
                  <a:lnTo>
                    <a:pt x="43192" y="15290"/>
                  </a:lnTo>
                  <a:lnTo>
                    <a:pt x="45834" y="15925"/>
                  </a:lnTo>
                  <a:lnTo>
                    <a:pt x="52235" y="15519"/>
                  </a:lnTo>
                  <a:lnTo>
                    <a:pt x="53670" y="14986"/>
                  </a:lnTo>
                  <a:lnTo>
                    <a:pt x="53378" y="16713"/>
                  </a:lnTo>
                  <a:lnTo>
                    <a:pt x="53543" y="20447"/>
                  </a:lnTo>
                  <a:lnTo>
                    <a:pt x="53708" y="24180"/>
                  </a:lnTo>
                  <a:lnTo>
                    <a:pt x="54533" y="27165"/>
                  </a:lnTo>
                  <a:lnTo>
                    <a:pt x="56210" y="27063"/>
                  </a:lnTo>
                  <a:lnTo>
                    <a:pt x="56756" y="24003"/>
                  </a:lnTo>
                  <a:lnTo>
                    <a:pt x="56413" y="16522"/>
                  </a:lnTo>
                  <a:lnTo>
                    <a:pt x="55943" y="14846"/>
                  </a:lnTo>
                  <a:lnTo>
                    <a:pt x="57429" y="15189"/>
                  </a:lnTo>
                  <a:lnTo>
                    <a:pt x="60629" y="14998"/>
                  </a:lnTo>
                  <a:lnTo>
                    <a:pt x="63842" y="14795"/>
                  </a:lnTo>
                  <a:lnTo>
                    <a:pt x="66408" y="13830"/>
                  </a:lnTo>
                  <a:close/>
                </a:path>
                <a:path w="142240" h="426084">
                  <a:moveTo>
                    <a:pt x="99288" y="52197"/>
                  </a:moveTo>
                  <a:lnTo>
                    <a:pt x="99199" y="50228"/>
                  </a:lnTo>
                  <a:lnTo>
                    <a:pt x="96558" y="49606"/>
                  </a:lnTo>
                  <a:lnTo>
                    <a:pt x="90144" y="49999"/>
                  </a:lnTo>
                  <a:lnTo>
                    <a:pt x="87591" y="50965"/>
                  </a:lnTo>
                  <a:lnTo>
                    <a:pt x="87630" y="51943"/>
                  </a:lnTo>
                  <a:lnTo>
                    <a:pt x="86791" y="51993"/>
                  </a:lnTo>
                  <a:lnTo>
                    <a:pt x="86258" y="55067"/>
                  </a:lnTo>
                  <a:lnTo>
                    <a:pt x="86423" y="58813"/>
                  </a:lnTo>
                  <a:lnTo>
                    <a:pt x="86588" y="62547"/>
                  </a:lnTo>
                  <a:lnTo>
                    <a:pt x="87426" y="65532"/>
                  </a:lnTo>
                  <a:lnTo>
                    <a:pt x="89090" y="65430"/>
                  </a:lnTo>
                  <a:lnTo>
                    <a:pt x="89636" y="62357"/>
                  </a:lnTo>
                  <a:lnTo>
                    <a:pt x="89293" y="54876"/>
                  </a:lnTo>
                  <a:lnTo>
                    <a:pt x="88836" y="53200"/>
                  </a:lnTo>
                  <a:lnTo>
                    <a:pt x="90322" y="53555"/>
                  </a:lnTo>
                  <a:lnTo>
                    <a:pt x="93522" y="53352"/>
                  </a:lnTo>
                  <a:lnTo>
                    <a:pt x="96723" y="53149"/>
                  </a:lnTo>
                  <a:lnTo>
                    <a:pt x="99288" y="52197"/>
                  </a:lnTo>
                  <a:close/>
                </a:path>
                <a:path w="142240" h="426084">
                  <a:moveTo>
                    <a:pt x="142074" y="313042"/>
                  </a:moveTo>
                  <a:lnTo>
                    <a:pt x="119735" y="339102"/>
                  </a:lnTo>
                  <a:lnTo>
                    <a:pt x="119735" y="360794"/>
                  </a:lnTo>
                  <a:lnTo>
                    <a:pt x="118338" y="360451"/>
                  </a:lnTo>
                  <a:lnTo>
                    <a:pt x="115138" y="360654"/>
                  </a:lnTo>
                  <a:lnTo>
                    <a:pt x="111937" y="360857"/>
                  </a:lnTo>
                  <a:lnTo>
                    <a:pt x="109448" y="361797"/>
                  </a:lnTo>
                  <a:lnTo>
                    <a:pt x="109448" y="363715"/>
                  </a:lnTo>
                  <a:lnTo>
                    <a:pt x="108610" y="362724"/>
                  </a:lnTo>
                  <a:lnTo>
                    <a:pt x="109372" y="361835"/>
                  </a:lnTo>
                  <a:lnTo>
                    <a:pt x="109448" y="363715"/>
                  </a:lnTo>
                  <a:lnTo>
                    <a:pt x="109448" y="361797"/>
                  </a:lnTo>
                  <a:lnTo>
                    <a:pt x="119164" y="350418"/>
                  </a:lnTo>
                  <a:lnTo>
                    <a:pt x="118948" y="351650"/>
                  </a:lnTo>
                  <a:lnTo>
                    <a:pt x="119291" y="359130"/>
                  </a:lnTo>
                  <a:lnTo>
                    <a:pt x="119735" y="360794"/>
                  </a:lnTo>
                  <a:lnTo>
                    <a:pt x="119735" y="339102"/>
                  </a:lnTo>
                  <a:lnTo>
                    <a:pt x="104038" y="357403"/>
                  </a:lnTo>
                  <a:lnTo>
                    <a:pt x="99479" y="352094"/>
                  </a:lnTo>
                  <a:lnTo>
                    <a:pt x="99479" y="362724"/>
                  </a:lnTo>
                  <a:lnTo>
                    <a:pt x="54305" y="415417"/>
                  </a:lnTo>
                  <a:lnTo>
                    <a:pt x="9144" y="362724"/>
                  </a:lnTo>
                  <a:lnTo>
                    <a:pt x="19685" y="350431"/>
                  </a:lnTo>
                  <a:lnTo>
                    <a:pt x="19469" y="351650"/>
                  </a:lnTo>
                  <a:lnTo>
                    <a:pt x="19812" y="359130"/>
                  </a:lnTo>
                  <a:lnTo>
                    <a:pt x="20637" y="362127"/>
                  </a:lnTo>
                  <a:lnTo>
                    <a:pt x="22326" y="362026"/>
                  </a:lnTo>
                  <a:lnTo>
                    <a:pt x="22860" y="358940"/>
                  </a:lnTo>
                  <a:lnTo>
                    <a:pt x="22682" y="355206"/>
                  </a:lnTo>
                  <a:lnTo>
                    <a:pt x="22517" y="351459"/>
                  </a:lnTo>
                  <a:lnTo>
                    <a:pt x="21691" y="348475"/>
                  </a:lnTo>
                  <a:lnTo>
                    <a:pt x="21336" y="348500"/>
                  </a:lnTo>
                  <a:lnTo>
                    <a:pt x="54305" y="310032"/>
                  </a:lnTo>
                  <a:lnTo>
                    <a:pt x="99479" y="362724"/>
                  </a:lnTo>
                  <a:lnTo>
                    <a:pt x="99479" y="352094"/>
                  </a:lnTo>
                  <a:lnTo>
                    <a:pt x="63449" y="310032"/>
                  </a:lnTo>
                  <a:lnTo>
                    <a:pt x="54305" y="299377"/>
                  </a:lnTo>
                  <a:lnTo>
                    <a:pt x="0" y="362724"/>
                  </a:lnTo>
                  <a:lnTo>
                    <a:pt x="54305" y="426072"/>
                  </a:lnTo>
                  <a:lnTo>
                    <a:pt x="63449" y="415417"/>
                  </a:lnTo>
                  <a:lnTo>
                    <a:pt x="104038" y="368058"/>
                  </a:lnTo>
                  <a:lnTo>
                    <a:pt x="142074" y="412419"/>
                  </a:lnTo>
                  <a:lnTo>
                    <a:pt x="142074" y="401789"/>
                  </a:lnTo>
                  <a:lnTo>
                    <a:pt x="142074" y="399770"/>
                  </a:lnTo>
                  <a:lnTo>
                    <a:pt x="141947" y="399821"/>
                  </a:lnTo>
                  <a:lnTo>
                    <a:pt x="142036" y="401739"/>
                  </a:lnTo>
                  <a:lnTo>
                    <a:pt x="109524" y="363804"/>
                  </a:lnTo>
                  <a:lnTo>
                    <a:pt x="112102" y="364401"/>
                  </a:lnTo>
                  <a:lnTo>
                    <a:pt x="118516" y="364007"/>
                  </a:lnTo>
                  <a:lnTo>
                    <a:pt x="119938" y="363474"/>
                  </a:lnTo>
                  <a:lnTo>
                    <a:pt x="119646" y="365188"/>
                  </a:lnTo>
                  <a:lnTo>
                    <a:pt x="119811" y="368935"/>
                  </a:lnTo>
                  <a:lnTo>
                    <a:pt x="119989" y="372668"/>
                  </a:lnTo>
                  <a:lnTo>
                    <a:pt x="120815" y="375653"/>
                  </a:lnTo>
                  <a:lnTo>
                    <a:pt x="122491" y="375551"/>
                  </a:lnTo>
                  <a:lnTo>
                    <a:pt x="123024" y="372478"/>
                  </a:lnTo>
                  <a:lnTo>
                    <a:pt x="122682" y="364998"/>
                  </a:lnTo>
                  <a:lnTo>
                    <a:pt x="122224" y="363321"/>
                  </a:lnTo>
                  <a:lnTo>
                    <a:pt x="123710" y="363677"/>
                  </a:lnTo>
                  <a:lnTo>
                    <a:pt x="126911" y="363474"/>
                  </a:lnTo>
                  <a:lnTo>
                    <a:pt x="130111" y="363270"/>
                  </a:lnTo>
                  <a:lnTo>
                    <a:pt x="132676" y="362318"/>
                  </a:lnTo>
                  <a:lnTo>
                    <a:pt x="132588" y="360349"/>
                  </a:lnTo>
                  <a:lnTo>
                    <a:pt x="129946" y="359727"/>
                  </a:lnTo>
                  <a:lnTo>
                    <a:pt x="123532" y="360121"/>
                  </a:lnTo>
                  <a:lnTo>
                    <a:pt x="122021" y="360692"/>
                  </a:lnTo>
                  <a:lnTo>
                    <a:pt x="122326" y="358940"/>
                  </a:lnTo>
                  <a:lnTo>
                    <a:pt x="122161" y="355206"/>
                  </a:lnTo>
                  <a:lnTo>
                    <a:pt x="121996" y="351459"/>
                  </a:lnTo>
                  <a:lnTo>
                    <a:pt x="121170" y="348475"/>
                  </a:lnTo>
                  <a:lnTo>
                    <a:pt x="120802" y="348500"/>
                  </a:lnTo>
                  <a:lnTo>
                    <a:pt x="142074" y="323697"/>
                  </a:lnTo>
                  <a:lnTo>
                    <a:pt x="142074" y="313042"/>
                  </a:lnTo>
                  <a:close/>
                </a:path>
                <a:path w="142240" h="426084">
                  <a:moveTo>
                    <a:pt x="142074" y="265925"/>
                  </a:moveTo>
                  <a:lnTo>
                    <a:pt x="114973" y="234327"/>
                  </a:lnTo>
                  <a:lnTo>
                    <a:pt x="114973" y="244983"/>
                  </a:lnTo>
                  <a:lnTo>
                    <a:pt x="113969" y="244741"/>
                  </a:lnTo>
                  <a:lnTo>
                    <a:pt x="107569" y="245148"/>
                  </a:lnTo>
                  <a:lnTo>
                    <a:pt x="106057" y="245719"/>
                  </a:lnTo>
                  <a:lnTo>
                    <a:pt x="106362" y="243967"/>
                  </a:lnTo>
                  <a:lnTo>
                    <a:pt x="106184" y="240220"/>
                  </a:lnTo>
                  <a:lnTo>
                    <a:pt x="106019" y="236486"/>
                  </a:lnTo>
                  <a:lnTo>
                    <a:pt x="105206" y="233591"/>
                  </a:lnTo>
                  <a:lnTo>
                    <a:pt x="114973" y="244983"/>
                  </a:lnTo>
                  <a:lnTo>
                    <a:pt x="114973" y="234327"/>
                  </a:lnTo>
                  <a:lnTo>
                    <a:pt x="113741" y="232879"/>
                  </a:lnTo>
                  <a:lnTo>
                    <a:pt x="105143" y="222846"/>
                  </a:lnTo>
                  <a:lnTo>
                    <a:pt x="105143" y="233514"/>
                  </a:lnTo>
                  <a:lnTo>
                    <a:pt x="104013" y="233578"/>
                  </a:lnTo>
                  <a:lnTo>
                    <a:pt x="104609" y="232879"/>
                  </a:lnTo>
                  <a:lnTo>
                    <a:pt x="105143" y="233514"/>
                  </a:lnTo>
                  <a:lnTo>
                    <a:pt x="105143" y="222846"/>
                  </a:lnTo>
                  <a:lnTo>
                    <a:pt x="104609" y="222211"/>
                  </a:lnTo>
                  <a:lnTo>
                    <a:pt x="70561" y="261924"/>
                  </a:lnTo>
                  <a:lnTo>
                    <a:pt x="70561" y="283641"/>
                  </a:lnTo>
                  <a:lnTo>
                    <a:pt x="69164" y="283298"/>
                  </a:lnTo>
                  <a:lnTo>
                    <a:pt x="65963" y="283489"/>
                  </a:lnTo>
                  <a:lnTo>
                    <a:pt x="62763" y="283692"/>
                  </a:lnTo>
                  <a:lnTo>
                    <a:pt x="60274" y="284645"/>
                  </a:lnTo>
                  <a:lnTo>
                    <a:pt x="60274" y="286550"/>
                  </a:lnTo>
                  <a:lnTo>
                    <a:pt x="59436" y="285559"/>
                  </a:lnTo>
                  <a:lnTo>
                    <a:pt x="60198" y="284670"/>
                  </a:lnTo>
                  <a:lnTo>
                    <a:pt x="60274" y="286550"/>
                  </a:lnTo>
                  <a:lnTo>
                    <a:pt x="60274" y="284645"/>
                  </a:lnTo>
                  <a:lnTo>
                    <a:pt x="69989" y="273253"/>
                  </a:lnTo>
                  <a:lnTo>
                    <a:pt x="69773" y="274497"/>
                  </a:lnTo>
                  <a:lnTo>
                    <a:pt x="70116" y="281965"/>
                  </a:lnTo>
                  <a:lnTo>
                    <a:pt x="70561" y="283641"/>
                  </a:lnTo>
                  <a:lnTo>
                    <a:pt x="70561" y="261924"/>
                  </a:lnTo>
                  <a:lnTo>
                    <a:pt x="50292" y="285559"/>
                  </a:lnTo>
                  <a:lnTo>
                    <a:pt x="104609" y="348919"/>
                  </a:lnTo>
                  <a:lnTo>
                    <a:pt x="113741" y="338251"/>
                  </a:lnTo>
                  <a:lnTo>
                    <a:pt x="142074" y="305206"/>
                  </a:lnTo>
                  <a:lnTo>
                    <a:pt x="142074" y="294551"/>
                  </a:lnTo>
                  <a:lnTo>
                    <a:pt x="139674" y="297357"/>
                  </a:lnTo>
                  <a:lnTo>
                    <a:pt x="139941" y="295859"/>
                  </a:lnTo>
                  <a:lnTo>
                    <a:pt x="139598" y="288378"/>
                  </a:lnTo>
                  <a:lnTo>
                    <a:pt x="139128" y="286715"/>
                  </a:lnTo>
                  <a:lnTo>
                    <a:pt x="140614" y="287058"/>
                  </a:lnTo>
                  <a:lnTo>
                    <a:pt x="142074" y="286956"/>
                  </a:lnTo>
                  <a:lnTo>
                    <a:pt x="142074" y="283400"/>
                  </a:lnTo>
                  <a:lnTo>
                    <a:pt x="140449" y="283502"/>
                  </a:lnTo>
                  <a:lnTo>
                    <a:pt x="138938" y="284073"/>
                  </a:lnTo>
                  <a:lnTo>
                    <a:pt x="139242" y="282321"/>
                  </a:lnTo>
                  <a:lnTo>
                    <a:pt x="139077" y="278587"/>
                  </a:lnTo>
                  <a:lnTo>
                    <a:pt x="138912" y="274840"/>
                  </a:lnTo>
                  <a:lnTo>
                    <a:pt x="138252" y="272529"/>
                  </a:lnTo>
                  <a:lnTo>
                    <a:pt x="138252" y="299008"/>
                  </a:lnTo>
                  <a:lnTo>
                    <a:pt x="104609" y="338251"/>
                  </a:lnTo>
                  <a:lnTo>
                    <a:pt x="92938" y="324650"/>
                  </a:lnTo>
                  <a:lnTo>
                    <a:pt x="95504" y="325247"/>
                  </a:lnTo>
                  <a:lnTo>
                    <a:pt x="101917" y="324853"/>
                  </a:lnTo>
                  <a:lnTo>
                    <a:pt x="103339" y="324319"/>
                  </a:lnTo>
                  <a:lnTo>
                    <a:pt x="103047" y="326034"/>
                  </a:lnTo>
                  <a:lnTo>
                    <a:pt x="103225" y="329768"/>
                  </a:lnTo>
                  <a:lnTo>
                    <a:pt x="103390" y="333514"/>
                  </a:lnTo>
                  <a:lnTo>
                    <a:pt x="104216" y="336499"/>
                  </a:lnTo>
                  <a:lnTo>
                    <a:pt x="105892" y="336384"/>
                  </a:lnTo>
                  <a:lnTo>
                    <a:pt x="106438" y="333324"/>
                  </a:lnTo>
                  <a:lnTo>
                    <a:pt x="106083" y="325843"/>
                  </a:lnTo>
                  <a:lnTo>
                    <a:pt x="105625" y="324167"/>
                  </a:lnTo>
                  <a:lnTo>
                    <a:pt x="107111" y="324523"/>
                  </a:lnTo>
                  <a:lnTo>
                    <a:pt x="110312" y="324319"/>
                  </a:lnTo>
                  <a:lnTo>
                    <a:pt x="113512" y="324116"/>
                  </a:lnTo>
                  <a:lnTo>
                    <a:pt x="116078" y="323151"/>
                  </a:lnTo>
                  <a:lnTo>
                    <a:pt x="115989" y="321195"/>
                  </a:lnTo>
                  <a:lnTo>
                    <a:pt x="113347" y="320573"/>
                  </a:lnTo>
                  <a:lnTo>
                    <a:pt x="106946" y="320967"/>
                  </a:lnTo>
                  <a:lnTo>
                    <a:pt x="105435" y="321538"/>
                  </a:lnTo>
                  <a:lnTo>
                    <a:pt x="105740" y="319786"/>
                  </a:lnTo>
                  <a:lnTo>
                    <a:pt x="105562" y="316052"/>
                  </a:lnTo>
                  <a:lnTo>
                    <a:pt x="105397" y="312305"/>
                  </a:lnTo>
                  <a:lnTo>
                    <a:pt x="104571" y="309321"/>
                  </a:lnTo>
                  <a:lnTo>
                    <a:pt x="102895" y="309435"/>
                  </a:lnTo>
                  <a:lnTo>
                    <a:pt x="102349" y="312496"/>
                  </a:lnTo>
                  <a:lnTo>
                    <a:pt x="102692" y="319976"/>
                  </a:lnTo>
                  <a:lnTo>
                    <a:pt x="103136" y="321640"/>
                  </a:lnTo>
                  <a:lnTo>
                    <a:pt x="101752" y="321297"/>
                  </a:lnTo>
                  <a:lnTo>
                    <a:pt x="98539" y="321500"/>
                  </a:lnTo>
                  <a:lnTo>
                    <a:pt x="95338" y="321691"/>
                  </a:lnTo>
                  <a:lnTo>
                    <a:pt x="92773" y="322656"/>
                  </a:lnTo>
                  <a:lnTo>
                    <a:pt x="92849" y="324561"/>
                  </a:lnTo>
                  <a:lnTo>
                    <a:pt x="60350" y="286639"/>
                  </a:lnTo>
                  <a:lnTo>
                    <a:pt x="62928" y="287235"/>
                  </a:lnTo>
                  <a:lnTo>
                    <a:pt x="69329" y="286842"/>
                  </a:lnTo>
                  <a:lnTo>
                    <a:pt x="70764" y="286308"/>
                  </a:lnTo>
                  <a:lnTo>
                    <a:pt x="70459" y="288036"/>
                  </a:lnTo>
                  <a:lnTo>
                    <a:pt x="70637" y="291769"/>
                  </a:lnTo>
                  <a:lnTo>
                    <a:pt x="70802" y="295503"/>
                  </a:lnTo>
                  <a:lnTo>
                    <a:pt x="71628" y="298488"/>
                  </a:lnTo>
                  <a:lnTo>
                    <a:pt x="73304" y="298386"/>
                  </a:lnTo>
                  <a:lnTo>
                    <a:pt x="73850" y="295313"/>
                  </a:lnTo>
                  <a:lnTo>
                    <a:pt x="73507" y="287845"/>
                  </a:lnTo>
                  <a:lnTo>
                    <a:pt x="73050" y="286169"/>
                  </a:lnTo>
                  <a:lnTo>
                    <a:pt x="74523" y="286512"/>
                  </a:lnTo>
                  <a:lnTo>
                    <a:pt x="77736" y="286308"/>
                  </a:lnTo>
                  <a:lnTo>
                    <a:pt x="80937" y="286118"/>
                  </a:lnTo>
                  <a:lnTo>
                    <a:pt x="83502" y="285153"/>
                  </a:lnTo>
                  <a:lnTo>
                    <a:pt x="83400" y="283197"/>
                  </a:lnTo>
                  <a:lnTo>
                    <a:pt x="80772" y="282562"/>
                  </a:lnTo>
                  <a:lnTo>
                    <a:pt x="74358" y="282968"/>
                  </a:lnTo>
                  <a:lnTo>
                    <a:pt x="72847" y="283540"/>
                  </a:lnTo>
                  <a:lnTo>
                    <a:pt x="73152" y="281787"/>
                  </a:lnTo>
                  <a:lnTo>
                    <a:pt x="72986" y="278041"/>
                  </a:lnTo>
                  <a:lnTo>
                    <a:pt x="72821" y="274307"/>
                  </a:lnTo>
                  <a:lnTo>
                    <a:pt x="71996" y="271322"/>
                  </a:lnTo>
                  <a:lnTo>
                    <a:pt x="71615" y="271348"/>
                  </a:lnTo>
                  <a:lnTo>
                    <a:pt x="103390" y="234302"/>
                  </a:lnTo>
                  <a:lnTo>
                    <a:pt x="102971" y="236677"/>
                  </a:lnTo>
                  <a:lnTo>
                    <a:pt x="103314" y="244144"/>
                  </a:lnTo>
                  <a:lnTo>
                    <a:pt x="103771" y="245821"/>
                  </a:lnTo>
                  <a:lnTo>
                    <a:pt x="102374" y="245478"/>
                  </a:lnTo>
                  <a:lnTo>
                    <a:pt x="99161" y="245668"/>
                  </a:lnTo>
                  <a:lnTo>
                    <a:pt x="95961" y="245872"/>
                  </a:lnTo>
                  <a:lnTo>
                    <a:pt x="93395" y="246837"/>
                  </a:lnTo>
                  <a:lnTo>
                    <a:pt x="93484" y="248793"/>
                  </a:lnTo>
                  <a:lnTo>
                    <a:pt x="96126" y="249428"/>
                  </a:lnTo>
                  <a:lnTo>
                    <a:pt x="102539" y="249021"/>
                  </a:lnTo>
                  <a:lnTo>
                    <a:pt x="103962" y="248488"/>
                  </a:lnTo>
                  <a:lnTo>
                    <a:pt x="103657" y="250215"/>
                  </a:lnTo>
                  <a:lnTo>
                    <a:pt x="103835" y="253949"/>
                  </a:lnTo>
                  <a:lnTo>
                    <a:pt x="104013" y="257683"/>
                  </a:lnTo>
                  <a:lnTo>
                    <a:pt x="104838" y="260667"/>
                  </a:lnTo>
                  <a:lnTo>
                    <a:pt x="106514" y="260565"/>
                  </a:lnTo>
                  <a:lnTo>
                    <a:pt x="107061" y="257492"/>
                  </a:lnTo>
                  <a:lnTo>
                    <a:pt x="106705" y="250024"/>
                  </a:lnTo>
                  <a:lnTo>
                    <a:pt x="106248" y="248348"/>
                  </a:lnTo>
                  <a:lnTo>
                    <a:pt x="107734" y="248691"/>
                  </a:lnTo>
                  <a:lnTo>
                    <a:pt x="110934" y="248488"/>
                  </a:lnTo>
                  <a:lnTo>
                    <a:pt x="114134" y="248297"/>
                  </a:lnTo>
                  <a:lnTo>
                    <a:pt x="116700" y="247332"/>
                  </a:lnTo>
                  <a:lnTo>
                    <a:pt x="116674" y="246989"/>
                  </a:lnTo>
                  <a:lnTo>
                    <a:pt x="138023" y="271868"/>
                  </a:lnTo>
                  <a:lnTo>
                    <a:pt x="136398" y="271970"/>
                  </a:lnTo>
                  <a:lnTo>
                    <a:pt x="135864" y="275031"/>
                  </a:lnTo>
                  <a:lnTo>
                    <a:pt x="136207" y="282511"/>
                  </a:lnTo>
                  <a:lnTo>
                    <a:pt x="136652" y="284175"/>
                  </a:lnTo>
                  <a:lnTo>
                    <a:pt x="135255" y="283832"/>
                  </a:lnTo>
                  <a:lnTo>
                    <a:pt x="132054" y="284035"/>
                  </a:lnTo>
                  <a:lnTo>
                    <a:pt x="128841" y="284226"/>
                  </a:lnTo>
                  <a:lnTo>
                    <a:pt x="126276" y="285191"/>
                  </a:lnTo>
                  <a:lnTo>
                    <a:pt x="126377" y="287159"/>
                  </a:lnTo>
                  <a:lnTo>
                    <a:pt x="129019" y="287782"/>
                  </a:lnTo>
                  <a:lnTo>
                    <a:pt x="135420" y="287388"/>
                  </a:lnTo>
                  <a:lnTo>
                    <a:pt x="136855" y="286854"/>
                  </a:lnTo>
                  <a:lnTo>
                    <a:pt x="136563" y="288569"/>
                  </a:lnTo>
                  <a:lnTo>
                    <a:pt x="136728" y="292303"/>
                  </a:lnTo>
                  <a:lnTo>
                    <a:pt x="136893" y="296049"/>
                  </a:lnTo>
                  <a:lnTo>
                    <a:pt x="137718" y="299034"/>
                  </a:lnTo>
                  <a:lnTo>
                    <a:pt x="138252" y="299008"/>
                  </a:lnTo>
                  <a:lnTo>
                    <a:pt x="138252" y="272529"/>
                  </a:lnTo>
                  <a:lnTo>
                    <a:pt x="138087" y="271945"/>
                  </a:lnTo>
                  <a:lnTo>
                    <a:pt x="142074" y="276580"/>
                  </a:lnTo>
                  <a:lnTo>
                    <a:pt x="142074" y="265925"/>
                  </a:lnTo>
                  <a:close/>
                </a:path>
                <a:path w="142240" h="426084">
                  <a:moveTo>
                    <a:pt x="142074" y="157708"/>
                  </a:moveTo>
                  <a:lnTo>
                    <a:pt x="119748" y="183756"/>
                  </a:lnTo>
                  <a:lnTo>
                    <a:pt x="119748" y="205473"/>
                  </a:lnTo>
                  <a:lnTo>
                    <a:pt x="118338" y="205130"/>
                  </a:lnTo>
                  <a:lnTo>
                    <a:pt x="115138" y="205320"/>
                  </a:lnTo>
                  <a:lnTo>
                    <a:pt x="111937" y="205524"/>
                  </a:lnTo>
                  <a:lnTo>
                    <a:pt x="109448" y="206476"/>
                  </a:lnTo>
                  <a:lnTo>
                    <a:pt x="109448" y="208381"/>
                  </a:lnTo>
                  <a:lnTo>
                    <a:pt x="108610" y="207391"/>
                  </a:lnTo>
                  <a:lnTo>
                    <a:pt x="109372" y="206502"/>
                  </a:lnTo>
                  <a:lnTo>
                    <a:pt x="109448" y="208381"/>
                  </a:lnTo>
                  <a:lnTo>
                    <a:pt x="109448" y="206476"/>
                  </a:lnTo>
                  <a:lnTo>
                    <a:pt x="119164" y="195084"/>
                  </a:lnTo>
                  <a:lnTo>
                    <a:pt x="118948" y="196329"/>
                  </a:lnTo>
                  <a:lnTo>
                    <a:pt x="119291" y="203796"/>
                  </a:lnTo>
                  <a:lnTo>
                    <a:pt x="119748" y="205473"/>
                  </a:lnTo>
                  <a:lnTo>
                    <a:pt x="119748" y="183756"/>
                  </a:lnTo>
                  <a:lnTo>
                    <a:pt x="104038" y="202069"/>
                  </a:lnTo>
                  <a:lnTo>
                    <a:pt x="99479" y="196761"/>
                  </a:lnTo>
                  <a:lnTo>
                    <a:pt x="99479" y="207391"/>
                  </a:lnTo>
                  <a:lnTo>
                    <a:pt x="89369" y="219189"/>
                  </a:lnTo>
                  <a:lnTo>
                    <a:pt x="89636" y="217690"/>
                  </a:lnTo>
                  <a:lnTo>
                    <a:pt x="89293" y="210210"/>
                  </a:lnTo>
                  <a:lnTo>
                    <a:pt x="88836" y="208534"/>
                  </a:lnTo>
                  <a:lnTo>
                    <a:pt x="90322" y="208876"/>
                  </a:lnTo>
                  <a:lnTo>
                    <a:pt x="93522" y="208686"/>
                  </a:lnTo>
                  <a:lnTo>
                    <a:pt x="96723" y="208483"/>
                  </a:lnTo>
                  <a:lnTo>
                    <a:pt x="99288" y="207518"/>
                  </a:lnTo>
                  <a:lnTo>
                    <a:pt x="99263" y="207149"/>
                  </a:lnTo>
                  <a:lnTo>
                    <a:pt x="99479" y="207391"/>
                  </a:lnTo>
                  <a:lnTo>
                    <a:pt x="99479" y="196761"/>
                  </a:lnTo>
                  <a:lnTo>
                    <a:pt x="97574" y="194538"/>
                  </a:lnTo>
                  <a:lnTo>
                    <a:pt x="97574" y="205193"/>
                  </a:lnTo>
                  <a:lnTo>
                    <a:pt x="96558" y="204939"/>
                  </a:lnTo>
                  <a:lnTo>
                    <a:pt x="90144" y="205333"/>
                  </a:lnTo>
                  <a:lnTo>
                    <a:pt x="88633" y="205905"/>
                  </a:lnTo>
                  <a:lnTo>
                    <a:pt x="88938" y="204152"/>
                  </a:lnTo>
                  <a:lnTo>
                    <a:pt x="88773" y="200418"/>
                  </a:lnTo>
                  <a:lnTo>
                    <a:pt x="88607" y="196672"/>
                  </a:lnTo>
                  <a:lnTo>
                    <a:pt x="87947" y="194297"/>
                  </a:lnTo>
                  <a:lnTo>
                    <a:pt x="87947" y="220840"/>
                  </a:lnTo>
                  <a:lnTo>
                    <a:pt x="54305" y="260083"/>
                  </a:lnTo>
                  <a:lnTo>
                    <a:pt x="42621" y="246456"/>
                  </a:lnTo>
                  <a:lnTo>
                    <a:pt x="45212" y="247078"/>
                  </a:lnTo>
                  <a:lnTo>
                    <a:pt x="51612" y="246684"/>
                  </a:lnTo>
                  <a:lnTo>
                    <a:pt x="53047" y="246151"/>
                  </a:lnTo>
                  <a:lnTo>
                    <a:pt x="52755" y="247865"/>
                  </a:lnTo>
                  <a:lnTo>
                    <a:pt x="52920" y="251599"/>
                  </a:lnTo>
                  <a:lnTo>
                    <a:pt x="53086" y="255346"/>
                  </a:lnTo>
                  <a:lnTo>
                    <a:pt x="53911" y="258330"/>
                  </a:lnTo>
                  <a:lnTo>
                    <a:pt x="55587" y="258216"/>
                  </a:lnTo>
                  <a:lnTo>
                    <a:pt x="56134" y="255155"/>
                  </a:lnTo>
                  <a:lnTo>
                    <a:pt x="55791" y="247675"/>
                  </a:lnTo>
                  <a:lnTo>
                    <a:pt x="55321" y="246011"/>
                  </a:lnTo>
                  <a:lnTo>
                    <a:pt x="56807" y="246354"/>
                  </a:lnTo>
                  <a:lnTo>
                    <a:pt x="60020" y="246151"/>
                  </a:lnTo>
                  <a:lnTo>
                    <a:pt x="63220" y="245948"/>
                  </a:lnTo>
                  <a:lnTo>
                    <a:pt x="65786" y="244983"/>
                  </a:lnTo>
                  <a:lnTo>
                    <a:pt x="65684" y="243027"/>
                  </a:lnTo>
                  <a:lnTo>
                    <a:pt x="63055" y="242404"/>
                  </a:lnTo>
                  <a:lnTo>
                    <a:pt x="56642" y="242798"/>
                  </a:lnTo>
                  <a:lnTo>
                    <a:pt x="55130" y="243370"/>
                  </a:lnTo>
                  <a:lnTo>
                    <a:pt x="55448" y="241617"/>
                  </a:lnTo>
                  <a:lnTo>
                    <a:pt x="55270" y="237883"/>
                  </a:lnTo>
                  <a:lnTo>
                    <a:pt x="55105" y="234137"/>
                  </a:lnTo>
                  <a:lnTo>
                    <a:pt x="54267" y="231152"/>
                  </a:lnTo>
                  <a:lnTo>
                    <a:pt x="52603" y="231267"/>
                  </a:lnTo>
                  <a:lnTo>
                    <a:pt x="52057" y="234327"/>
                  </a:lnTo>
                  <a:lnTo>
                    <a:pt x="52400" y="241808"/>
                  </a:lnTo>
                  <a:lnTo>
                    <a:pt x="52844" y="243471"/>
                  </a:lnTo>
                  <a:lnTo>
                    <a:pt x="51447" y="243128"/>
                  </a:lnTo>
                  <a:lnTo>
                    <a:pt x="48247" y="243332"/>
                  </a:lnTo>
                  <a:lnTo>
                    <a:pt x="45034" y="243522"/>
                  </a:lnTo>
                  <a:lnTo>
                    <a:pt x="42468" y="244487"/>
                  </a:lnTo>
                  <a:lnTo>
                    <a:pt x="42557" y="246392"/>
                  </a:lnTo>
                  <a:lnTo>
                    <a:pt x="10058" y="208470"/>
                  </a:lnTo>
                  <a:lnTo>
                    <a:pt x="12623" y="209067"/>
                  </a:lnTo>
                  <a:lnTo>
                    <a:pt x="19037" y="208673"/>
                  </a:lnTo>
                  <a:lnTo>
                    <a:pt x="20459" y="208140"/>
                  </a:lnTo>
                  <a:lnTo>
                    <a:pt x="20154" y="209854"/>
                  </a:lnTo>
                  <a:lnTo>
                    <a:pt x="20332" y="213601"/>
                  </a:lnTo>
                  <a:lnTo>
                    <a:pt x="20510" y="217335"/>
                  </a:lnTo>
                  <a:lnTo>
                    <a:pt x="21336" y="220319"/>
                  </a:lnTo>
                  <a:lnTo>
                    <a:pt x="23012" y="220218"/>
                  </a:lnTo>
                  <a:lnTo>
                    <a:pt x="23558" y="217144"/>
                  </a:lnTo>
                  <a:lnTo>
                    <a:pt x="23202" y="209677"/>
                  </a:lnTo>
                  <a:lnTo>
                    <a:pt x="22745" y="208000"/>
                  </a:lnTo>
                  <a:lnTo>
                    <a:pt x="24231" y="208343"/>
                  </a:lnTo>
                  <a:lnTo>
                    <a:pt x="27432" y="208140"/>
                  </a:lnTo>
                  <a:lnTo>
                    <a:pt x="30632" y="207949"/>
                  </a:lnTo>
                  <a:lnTo>
                    <a:pt x="33197" y="206984"/>
                  </a:lnTo>
                  <a:lnTo>
                    <a:pt x="33108" y="205028"/>
                  </a:lnTo>
                  <a:lnTo>
                    <a:pt x="30467" y="204393"/>
                  </a:lnTo>
                  <a:lnTo>
                    <a:pt x="24053" y="204787"/>
                  </a:lnTo>
                  <a:lnTo>
                    <a:pt x="22555" y="205359"/>
                  </a:lnTo>
                  <a:lnTo>
                    <a:pt x="22860" y="203606"/>
                  </a:lnTo>
                  <a:lnTo>
                    <a:pt x="22682" y="199872"/>
                  </a:lnTo>
                  <a:lnTo>
                    <a:pt x="22517" y="196138"/>
                  </a:lnTo>
                  <a:lnTo>
                    <a:pt x="21691" y="193154"/>
                  </a:lnTo>
                  <a:lnTo>
                    <a:pt x="21323" y="193179"/>
                  </a:lnTo>
                  <a:lnTo>
                    <a:pt x="53098" y="156121"/>
                  </a:lnTo>
                  <a:lnTo>
                    <a:pt x="52679" y="158508"/>
                  </a:lnTo>
                  <a:lnTo>
                    <a:pt x="53022" y="165976"/>
                  </a:lnTo>
                  <a:lnTo>
                    <a:pt x="53467" y="167652"/>
                  </a:lnTo>
                  <a:lnTo>
                    <a:pt x="52070" y="167309"/>
                  </a:lnTo>
                  <a:lnTo>
                    <a:pt x="48869" y="167500"/>
                  </a:lnTo>
                  <a:lnTo>
                    <a:pt x="45656" y="167703"/>
                  </a:lnTo>
                  <a:lnTo>
                    <a:pt x="43091" y="168668"/>
                  </a:lnTo>
                  <a:lnTo>
                    <a:pt x="43192" y="170624"/>
                  </a:lnTo>
                  <a:lnTo>
                    <a:pt x="45834" y="171246"/>
                  </a:lnTo>
                  <a:lnTo>
                    <a:pt x="52235" y="170853"/>
                  </a:lnTo>
                  <a:lnTo>
                    <a:pt x="53670" y="170319"/>
                  </a:lnTo>
                  <a:lnTo>
                    <a:pt x="53378" y="172034"/>
                  </a:lnTo>
                  <a:lnTo>
                    <a:pt x="53543" y="175780"/>
                  </a:lnTo>
                  <a:lnTo>
                    <a:pt x="53708" y="179514"/>
                  </a:lnTo>
                  <a:lnTo>
                    <a:pt x="54533" y="182499"/>
                  </a:lnTo>
                  <a:lnTo>
                    <a:pt x="56210" y="182397"/>
                  </a:lnTo>
                  <a:lnTo>
                    <a:pt x="56756" y="179324"/>
                  </a:lnTo>
                  <a:lnTo>
                    <a:pt x="56413" y="171856"/>
                  </a:lnTo>
                  <a:lnTo>
                    <a:pt x="55943" y="170180"/>
                  </a:lnTo>
                  <a:lnTo>
                    <a:pt x="57429" y="170522"/>
                  </a:lnTo>
                  <a:lnTo>
                    <a:pt x="60629" y="170319"/>
                  </a:lnTo>
                  <a:lnTo>
                    <a:pt x="63842" y="170129"/>
                  </a:lnTo>
                  <a:lnTo>
                    <a:pt x="66408" y="169164"/>
                  </a:lnTo>
                  <a:lnTo>
                    <a:pt x="66382" y="168833"/>
                  </a:lnTo>
                  <a:lnTo>
                    <a:pt x="87718" y="193700"/>
                  </a:lnTo>
                  <a:lnTo>
                    <a:pt x="86106" y="193802"/>
                  </a:lnTo>
                  <a:lnTo>
                    <a:pt x="85559" y="196862"/>
                  </a:lnTo>
                  <a:lnTo>
                    <a:pt x="85902" y="204343"/>
                  </a:lnTo>
                  <a:lnTo>
                    <a:pt x="86347" y="206006"/>
                  </a:lnTo>
                  <a:lnTo>
                    <a:pt x="84950" y="205663"/>
                  </a:lnTo>
                  <a:lnTo>
                    <a:pt x="81749" y="205867"/>
                  </a:lnTo>
                  <a:lnTo>
                    <a:pt x="78549" y="206057"/>
                  </a:lnTo>
                  <a:lnTo>
                    <a:pt x="75984" y="207022"/>
                  </a:lnTo>
                  <a:lnTo>
                    <a:pt x="76073" y="208978"/>
                  </a:lnTo>
                  <a:lnTo>
                    <a:pt x="78714" y="209613"/>
                  </a:lnTo>
                  <a:lnTo>
                    <a:pt x="85128" y="209219"/>
                  </a:lnTo>
                  <a:lnTo>
                    <a:pt x="86550" y="208686"/>
                  </a:lnTo>
                  <a:lnTo>
                    <a:pt x="86258" y="210400"/>
                  </a:lnTo>
                  <a:lnTo>
                    <a:pt x="86423" y="214134"/>
                  </a:lnTo>
                  <a:lnTo>
                    <a:pt x="86588" y="217881"/>
                  </a:lnTo>
                  <a:lnTo>
                    <a:pt x="87426" y="220865"/>
                  </a:lnTo>
                  <a:lnTo>
                    <a:pt x="87947" y="220840"/>
                  </a:lnTo>
                  <a:lnTo>
                    <a:pt x="87947" y="194297"/>
                  </a:lnTo>
                  <a:lnTo>
                    <a:pt x="87807" y="193789"/>
                  </a:lnTo>
                  <a:lnTo>
                    <a:pt x="97574" y="205193"/>
                  </a:lnTo>
                  <a:lnTo>
                    <a:pt x="97574" y="194538"/>
                  </a:lnTo>
                  <a:lnTo>
                    <a:pt x="64668" y="156146"/>
                  </a:lnTo>
                  <a:lnTo>
                    <a:pt x="64668" y="166814"/>
                  </a:lnTo>
                  <a:lnTo>
                    <a:pt x="63665" y="166573"/>
                  </a:lnTo>
                  <a:lnTo>
                    <a:pt x="57264" y="166966"/>
                  </a:lnTo>
                  <a:lnTo>
                    <a:pt x="55753" y="167538"/>
                  </a:lnTo>
                  <a:lnTo>
                    <a:pt x="56057" y="165785"/>
                  </a:lnTo>
                  <a:lnTo>
                    <a:pt x="55892" y="162052"/>
                  </a:lnTo>
                  <a:lnTo>
                    <a:pt x="55727" y="158318"/>
                  </a:lnTo>
                  <a:lnTo>
                    <a:pt x="54902" y="155422"/>
                  </a:lnTo>
                  <a:lnTo>
                    <a:pt x="64668" y="166814"/>
                  </a:lnTo>
                  <a:lnTo>
                    <a:pt x="64668" y="156146"/>
                  </a:lnTo>
                  <a:lnTo>
                    <a:pt x="63449" y="154711"/>
                  </a:lnTo>
                  <a:lnTo>
                    <a:pt x="54838" y="144665"/>
                  </a:lnTo>
                  <a:lnTo>
                    <a:pt x="54838" y="155346"/>
                  </a:lnTo>
                  <a:lnTo>
                    <a:pt x="53708" y="155409"/>
                  </a:lnTo>
                  <a:lnTo>
                    <a:pt x="54305" y="154711"/>
                  </a:lnTo>
                  <a:lnTo>
                    <a:pt x="54838" y="155346"/>
                  </a:lnTo>
                  <a:lnTo>
                    <a:pt x="54838" y="144665"/>
                  </a:lnTo>
                  <a:lnTo>
                    <a:pt x="54305" y="144043"/>
                  </a:lnTo>
                  <a:lnTo>
                    <a:pt x="20269" y="183756"/>
                  </a:lnTo>
                  <a:lnTo>
                    <a:pt x="20269" y="205473"/>
                  </a:lnTo>
                  <a:lnTo>
                    <a:pt x="18872" y="205130"/>
                  </a:lnTo>
                  <a:lnTo>
                    <a:pt x="15659" y="205320"/>
                  </a:lnTo>
                  <a:lnTo>
                    <a:pt x="12458" y="205524"/>
                  </a:lnTo>
                  <a:lnTo>
                    <a:pt x="9969" y="206463"/>
                  </a:lnTo>
                  <a:lnTo>
                    <a:pt x="9969" y="208368"/>
                  </a:lnTo>
                  <a:lnTo>
                    <a:pt x="9144" y="207391"/>
                  </a:lnTo>
                  <a:lnTo>
                    <a:pt x="9893" y="206527"/>
                  </a:lnTo>
                  <a:lnTo>
                    <a:pt x="9969" y="208368"/>
                  </a:lnTo>
                  <a:lnTo>
                    <a:pt x="9969" y="206463"/>
                  </a:lnTo>
                  <a:lnTo>
                    <a:pt x="19685" y="195097"/>
                  </a:lnTo>
                  <a:lnTo>
                    <a:pt x="19469" y="196329"/>
                  </a:lnTo>
                  <a:lnTo>
                    <a:pt x="19812" y="203796"/>
                  </a:lnTo>
                  <a:lnTo>
                    <a:pt x="20269" y="205473"/>
                  </a:lnTo>
                  <a:lnTo>
                    <a:pt x="20269" y="183756"/>
                  </a:lnTo>
                  <a:lnTo>
                    <a:pt x="0" y="207391"/>
                  </a:lnTo>
                  <a:lnTo>
                    <a:pt x="54305" y="270751"/>
                  </a:lnTo>
                  <a:lnTo>
                    <a:pt x="63449" y="260083"/>
                  </a:lnTo>
                  <a:lnTo>
                    <a:pt x="104038" y="212725"/>
                  </a:lnTo>
                  <a:lnTo>
                    <a:pt x="142074" y="257086"/>
                  </a:lnTo>
                  <a:lnTo>
                    <a:pt x="142074" y="246456"/>
                  </a:lnTo>
                  <a:lnTo>
                    <a:pt x="142074" y="244449"/>
                  </a:lnTo>
                  <a:lnTo>
                    <a:pt x="141947" y="244487"/>
                  </a:lnTo>
                  <a:lnTo>
                    <a:pt x="142036" y="246405"/>
                  </a:lnTo>
                  <a:lnTo>
                    <a:pt x="109524" y="208470"/>
                  </a:lnTo>
                  <a:lnTo>
                    <a:pt x="112102" y="209067"/>
                  </a:lnTo>
                  <a:lnTo>
                    <a:pt x="118516" y="208673"/>
                  </a:lnTo>
                  <a:lnTo>
                    <a:pt x="119938" y="208140"/>
                  </a:lnTo>
                  <a:lnTo>
                    <a:pt x="119646" y="209854"/>
                  </a:lnTo>
                  <a:lnTo>
                    <a:pt x="119811" y="213601"/>
                  </a:lnTo>
                  <a:lnTo>
                    <a:pt x="119989" y="217335"/>
                  </a:lnTo>
                  <a:lnTo>
                    <a:pt x="120815" y="220319"/>
                  </a:lnTo>
                  <a:lnTo>
                    <a:pt x="122491" y="220218"/>
                  </a:lnTo>
                  <a:lnTo>
                    <a:pt x="123024" y="217144"/>
                  </a:lnTo>
                  <a:lnTo>
                    <a:pt x="122682" y="209677"/>
                  </a:lnTo>
                  <a:lnTo>
                    <a:pt x="122224" y="208000"/>
                  </a:lnTo>
                  <a:lnTo>
                    <a:pt x="123710" y="208343"/>
                  </a:lnTo>
                  <a:lnTo>
                    <a:pt x="126911" y="208140"/>
                  </a:lnTo>
                  <a:lnTo>
                    <a:pt x="130111" y="207949"/>
                  </a:lnTo>
                  <a:lnTo>
                    <a:pt x="132676" y="206984"/>
                  </a:lnTo>
                  <a:lnTo>
                    <a:pt x="132588" y="205028"/>
                  </a:lnTo>
                  <a:lnTo>
                    <a:pt x="129946" y="204393"/>
                  </a:lnTo>
                  <a:lnTo>
                    <a:pt x="123532" y="204787"/>
                  </a:lnTo>
                  <a:lnTo>
                    <a:pt x="122021" y="205359"/>
                  </a:lnTo>
                  <a:lnTo>
                    <a:pt x="122326" y="203606"/>
                  </a:lnTo>
                  <a:lnTo>
                    <a:pt x="122161" y="199872"/>
                  </a:lnTo>
                  <a:lnTo>
                    <a:pt x="121996" y="196138"/>
                  </a:lnTo>
                  <a:lnTo>
                    <a:pt x="121170" y="193154"/>
                  </a:lnTo>
                  <a:lnTo>
                    <a:pt x="120789" y="193179"/>
                  </a:lnTo>
                  <a:lnTo>
                    <a:pt x="142074" y="168363"/>
                  </a:lnTo>
                  <a:lnTo>
                    <a:pt x="142074" y="157708"/>
                  </a:lnTo>
                  <a:close/>
                </a:path>
                <a:path w="142240" h="426084">
                  <a:moveTo>
                    <a:pt x="142074" y="110591"/>
                  </a:moveTo>
                  <a:lnTo>
                    <a:pt x="114973" y="78994"/>
                  </a:lnTo>
                  <a:lnTo>
                    <a:pt x="114973" y="89662"/>
                  </a:lnTo>
                  <a:lnTo>
                    <a:pt x="113969" y="89408"/>
                  </a:lnTo>
                  <a:lnTo>
                    <a:pt x="107569" y="89814"/>
                  </a:lnTo>
                  <a:lnTo>
                    <a:pt x="106057" y="90385"/>
                  </a:lnTo>
                  <a:lnTo>
                    <a:pt x="106362" y="88633"/>
                  </a:lnTo>
                  <a:lnTo>
                    <a:pt x="106184" y="84886"/>
                  </a:lnTo>
                  <a:lnTo>
                    <a:pt x="106019" y="81153"/>
                  </a:lnTo>
                  <a:lnTo>
                    <a:pt x="105206" y="78257"/>
                  </a:lnTo>
                  <a:lnTo>
                    <a:pt x="114973" y="89662"/>
                  </a:lnTo>
                  <a:lnTo>
                    <a:pt x="114973" y="78994"/>
                  </a:lnTo>
                  <a:lnTo>
                    <a:pt x="113741" y="77546"/>
                  </a:lnTo>
                  <a:lnTo>
                    <a:pt x="105143" y="67525"/>
                  </a:lnTo>
                  <a:lnTo>
                    <a:pt x="105143" y="78181"/>
                  </a:lnTo>
                  <a:lnTo>
                    <a:pt x="104013" y="78244"/>
                  </a:lnTo>
                  <a:lnTo>
                    <a:pt x="104609" y="77546"/>
                  </a:lnTo>
                  <a:lnTo>
                    <a:pt x="105143" y="78181"/>
                  </a:lnTo>
                  <a:lnTo>
                    <a:pt x="105143" y="67525"/>
                  </a:lnTo>
                  <a:lnTo>
                    <a:pt x="104609" y="66890"/>
                  </a:lnTo>
                  <a:lnTo>
                    <a:pt x="70561" y="106603"/>
                  </a:lnTo>
                  <a:lnTo>
                    <a:pt x="70561" y="128308"/>
                  </a:lnTo>
                  <a:lnTo>
                    <a:pt x="69164" y="127965"/>
                  </a:lnTo>
                  <a:lnTo>
                    <a:pt x="65963" y="128168"/>
                  </a:lnTo>
                  <a:lnTo>
                    <a:pt x="62763" y="128358"/>
                  </a:lnTo>
                  <a:lnTo>
                    <a:pt x="60274" y="129311"/>
                  </a:lnTo>
                  <a:lnTo>
                    <a:pt x="60274" y="131229"/>
                  </a:lnTo>
                  <a:lnTo>
                    <a:pt x="59436" y="130238"/>
                  </a:lnTo>
                  <a:lnTo>
                    <a:pt x="60198" y="129349"/>
                  </a:lnTo>
                  <a:lnTo>
                    <a:pt x="60274" y="131229"/>
                  </a:lnTo>
                  <a:lnTo>
                    <a:pt x="60274" y="129311"/>
                  </a:lnTo>
                  <a:lnTo>
                    <a:pt x="69989" y="117932"/>
                  </a:lnTo>
                  <a:lnTo>
                    <a:pt x="69773" y="119164"/>
                  </a:lnTo>
                  <a:lnTo>
                    <a:pt x="70116" y="126644"/>
                  </a:lnTo>
                  <a:lnTo>
                    <a:pt x="70561" y="128308"/>
                  </a:lnTo>
                  <a:lnTo>
                    <a:pt x="70561" y="106603"/>
                  </a:lnTo>
                  <a:lnTo>
                    <a:pt x="50292" y="130238"/>
                  </a:lnTo>
                  <a:lnTo>
                    <a:pt x="104609" y="193586"/>
                  </a:lnTo>
                  <a:lnTo>
                    <a:pt x="113741" y="182918"/>
                  </a:lnTo>
                  <a:lnTo>
                    <a:pt x="142074" y="149885"/>
                  </a:lnTo>
                  <a:lnTo>
                    <a:pt x="142074" y="139217"/>
                  </a:lnTo>
                  <a:lnTo>
                    <a:pt x="139674" y="142024"/>
                  </a:lnTo>
                  <a:lnTo>
                    <a:pt x="139941" y="140525"/>
                  </a:lnTo>
                  <a:lnTo>
                    <a:pt x="139598" y="133045"/>
                  </a:lnTo>
                  <a:lnTo>
                    <a:pt x="139128" y="131368"/>
                  </a:lnTo>
                  <a:lnTo>
                    <a:pt x="140614" y="131724"/>
                  </a:lnTo>
                  <a:lnTo>
                    <a:pt x="142074" y="131635"/>
                  </a:lnTo>
                  <a:lnTo>
                    <a:pt x="142074" y="128066"/>
                  </a:lnTo>
                  <a:lnTo>
                    <a:pt x="140449" y="128168"/>
                  </a:lnTo>
                  <a:lnTo>
                    <a:pt x="138938" y="128739"/>
                  </a:lnTo>
                  <a:lnTo>
                    <a:pt x="139242" y="126987"/>
                  </a:lnTo>
                  <a:lnTo>
                    <a:pt x="139077" y="123253"/>
                  </a:lnTo>
                  <a:lnTo>
                    <a:pt x="138912" y="119519"/>
                  </a:lnTo>
                  <a:lnTo>
                    <a:pt x="138252" y="117195"/>
                  </a:lnTo>
                  <a:lnTo>
                    <a:pt x="138252" y="143675"/>
                  </a:lnTo>
                  <a:lnTo>
                    <a:pt x="104609" y="182918"/>
                  </a:lnTo>
                  <a:lnTo>
                    <a:pt x="92925" y="169316"/>
                  </a:lnTo>
                  <a:lnTo>
                    <a:pt x="95504" y="169913"/>
                  </a:lnTo>
                  <a:lnTo>
                    <a:pt x="101917" y="169519"/>
                  </a:lnTo>
                  <a:lnTo>
                    <a:pt x="103339" y="168986"/>
                  </a:lnTo>
                  <a:lnTo>
                    <a:pt x="103047" y="170700"/>
                  </a:lnTo>
                  <a:lnTo>
                    <a:pt x="103225" y="174447"/>
                  </a:lnTo>
                  <a:lnTo>
                    <a:pt x="103390" y="178181"/>
                  </a:lnTo>
                  <a:lnTo>
                    <a:pt x="104216" y="181165"/>
                  </a:lnTo>
                  <a:lnTo>
                    <a:pt x="105892" y="181063"/>
                  </a:lnTo>
                  <a:lnTo>
                    <a:pt x="106438" y="177990"/>
                  </a:lnTo>
                  <a:lnTo>
                    <a:pt x="106083" y="170510"/>
                  </a:lnTo>
                  <a:lnTo>
                    <a:pt x="105625" y="168833"/>
                  </a:lnTo>
                  <a:lnTo>
                    <a:pt x="107111" y="169189"/>
                  </a:lnTo>
                  <a:lnTo>
                    <a:pt x="110312" y="168986"/>
                  </a:lnTo>
                  <a:lnTo>
                    <a:pt x="113512" y="168795"/>
                  </a:lnTo>
                  <a:lnTo>
                    <a:pt x="116078" y="167830"/>
                  </a:lnTo>
                  <a:lnTo>
                    <a:pt x="115989" y="165862"/>
                  </a:lnTo>
                  <a:lnTo>
                    <a:pt x="113347" y="165239"/>
                  </a:lnTo>
                  <a:lnTo>
                    <a:pt x="106946" y="165633"/>
                  </a:lnTo>
                  <a:lnTo>
                    <a:pt x="105435" y="166204"/>
                  </a:lnTo>
                  <a:lnTo>
                    <a:pt x="105740" y="164452"/>
                  </a:lnTo>
                  <a:lnTo>
                    <a:pt x="105562" y="160718"/>
                  </a:lnTo>
                  <a:lnTo>
                    <a:pt x="105397" y="156984"/>
                  </a:lnTo>
                  <a:lnTo>
                    <a:pt x="104571" y="154000"/>
                  </a:lnTo>
                  <a:lnTo>
                    <a:pt x="102895" y="154101"/>
                  </a:lnTo>
                  <a:lnTo>
                    <a:pt x="102349" y="157162"/>
                  </a:lnTo>
                  <a:lnTo>
                    <a:pt x="102692" y="164642"/>
                  </a:lnTo>
                  <a:lnTo>
                    <a:pt x="103136" y="166306"/>
                  </a:lnTo>
                  <a:lnTo>
                    <a:pt x="101752" y="165963"/>
                  </a:lnTo>
                  <a:lnTo>
                    <a:pt x="98539" y="166166"/>
                  </a:lnTo>
                  <a:lnTo>
                    <a:pt x="95338" y="166370"/>
                  </a:lnTo>
                  <a:lnTo>
                    <a:pt x="92773" y="167335"/>
                  </a:lnTo>
                  <a:lnTo>
                    <a:pt x="92849" y="169227"/>
                  </a:lnTo>
                  <a:lnTo>
                    <a:pt x="60337" y="131305"/>
                  </a:lnTo>
                  <a:lnTo>
                    <a:pt x="62928" y="131914"/>
                  </a:lnTo>
                  <a:lnTo>
                    <a:pt x="69329" y="131508"/>
                  </a:lnTo>
                  <a:lnTo>
                    <a:pt x="70764" y="130987"/>
                  </a:lnTo>
                  <a:lnTo>
                    <a:pt x="70459" y="132702"/>
                  </a:lnTo>
                  <a:lnTo>
                    <a:pt x="70637" y="136436"/>
                  </a:lnTo>
                  <a:lnTo>
                    <a:pt x="70802" y="140169"/>
                  </a:lnTo>
                  <a:lnTo>
                    <a:pt x="71628" y="143154"/>
                  </a:lnTo>
                  <a:lnTo>
                    <a:pt x="73304" y="143052"/>
                  </a:lnTo>
                  <a:lnTo>
                    <a:pt x="73850" y="139992"/>
                  </a:lnTo>
                  <a:lnTo>
                    <a:pt x="73507" y="132511"/>
                  </a:lnTo>
                  <a:lnTo>
                    <a:pt x="73050" y="130835"/>
                  </a:lnTo>
                  <a:lnTo>
                    <a:pt x="74523" y="131178"/>
                  </a:lnTo>
                  <a:lnTo>
                    <a:pt x="77736" y="130987"/>
                  </a:lnTo>
                  <a:lnTo>
                    <a:pt x="80937" y="130784"/>
                  </a:lnTo>
                  <a:lnTo>
                    <a:pt x="83502" y="129819"/>
                  </a:lnTo>
                  <a:lnTo>
                    <a:pt x="83400" y="127863"/>
                  </a:lnTo>
                  <a:lnTo>
                    <a:pt x="80772" y="127228"/>
                  </a:lnTo>
                  <a:lnTo>
                    <a:pt x="74358" y="127635"/>
                  </a:lnTo>
                  <a:lnTo>
                    <a:pt x="72847" y="128206"/>
                  </a:lnTo>
                  <a:lnTo>
                    <a:pt x="73152" y="126453"/>
                  </a:lnTo>
                  <a:lnTo>
                    <a:pt x="72986" y="122707"/>
                  </a:lnTo>
                  <a:lnTo>
                    <a:pt x="72821" y="118973"/>
                  </a:lnTo>
                  <a:lnTo>
                    <a:pt x="71996" y="115989"/>
                  </a:lnTo>
                  <a:lnTo>
                    <a:pt x="71628" y="116014"/>
                  </a:lnTo>
                  <a:lnTo>
                    <a:pt x="103390" y="78968"/>
                  </a:lnTo>
                  <a:lnTo>
                    <a:pt x="102971" y="81343"/>
                  </a:lnTo>
                  <a:lnTo>
                    <a:pt x="103314" y="88823"/>
                  </a:lnTo>
                  <a:lnTo>
                    <a:pt x="103759" y="90487"/>
                  </a:lnTo>
                  <a:lnTo>
                    <a:pt x="102374" y="90144"/>
                  </a:lnTo>
                  <a:lnTo>
                    <a:pt x="99161" y="90347"/>
                  </a:lnTo>
                  <a:lnTo>
                    <a:pt x="95961" y="90538"/>
                  </a:lnTo>
                  <a:lnTo>
                    <a:pt x="93395" y="91503"/>
                  </a:lnTo>
                  <a:lnTo>
                    <a:pt x="93484" y="93459"/>
                  </a:lnTo>
                  <a:lnTo>
                    <a:pt x="96126" y="94094"/>
                  </a:lnTo>
                  <a:lnTo>
                    <a:pt x="102539" y="93687"/>
                  </a:lnTo>
                  <a:lnTo>
                    <a:pt x="103962" y="93167"/>
                  </a:lnTo>
                  <a:lnTo>
                    <a:pt x="103657" y="94881"/>
                  </a:lnTo>
                  <a:lnTo>
                    <a:pt x="103835" y="98615"/>
                  </a:lnTo>
                  <a:lnTo>
                    <a:pt x="104013" y="102349"/>
                  </a:lnTo>
                  <a:lnTo>
                    <a:pt x="104838" y="105333"/>
                  </a:lnTo>
                  <a:lnTo>
                    <a:pt x="106514" y="105232"/>
                  </a:lnTo>
                  <a:lnTo>
                    <a:pt x="107061" y="102171"/>
                  </a:lnTo>
                  <a:lnTo>
                    <a:pt x="106705" y="94691"/>
                  </a:lnTo>
                  <a:lnTo>
                    <a:pt x="106248" y="93014"/>
                  </a:lnTo>
                  <a:lnTo>
                    <a:pt x="107734" y="93357"/>
                  </a:lnTo>
                  <a:lnTo>
                    <a:pt x="110934" y="93167"/>
                  </a:lnTo>
                  <a:lnTo>
                    <a:pt x="114134" y="92964"/>
                  </a:lnTo>
                  <a:lnTo>
                    <a:pt x="116700" y="91998"/>
                  </a:lnTo>
                  <a:lnTo>
                    <a:pt x="116674" y="91655"/>
                  </a:lnTo>
                  <a:lnTo>
                    <a:pt x="138036" y="116547"/>
                  </a:lnTo>
                  <a:lnTo>
                    <a:pt x="136398" y="116636"/>
                  </a:lnTo>
                  <a:lnTo>
                    <a:pt x="135864" y="119697"/>
                  </a:lnTo>
                  <a:lnTo>
                    <a:pt x="136207" y="127177"/>
                  </a:lnTo>
                  <a:lnTo>
                    <a:pt x="136652" y="128841"/>
                  </a:lnTo>
                  <a:lnTo>
                    <a:pt x="135255" y="128498"/>
                  </a:lnTo>
                  <a:lnTo>
                    <a:pt x="132054" y="128701"/>
                  </a:lnTo>
                  <a:lnTo>
                    <a:pt x="128841" y="128905"/>
                  </a:lnTo>
                  <a:lnTo>
                    <a:pt x="126276" y="129870"/>
                  </a:lnTo>
                  <a:lnTo>
                    <a:pt x="126377" y="131826"/>
                  </a:lnTo>
                  <a:lnTo>
                    <a:pt x="129019" y="132448"/>
                  </a:lnTo>
                  <a:lnTo>
                    <a:pt x="135420" y="132054"/>
                  </a:lnTo>
                  <a:lnTo>
                    <a:pt x="136855" y="131521"/>
                  </a:lnTo>
                  <a:lnTo>
                    <a:pt x="136563" y="133235"/>
                  </a:lnTo>
                  <a:lnTo>
                    <a:pt x="136728" y="136982"/>
                  </a:lnTo>
                  <a:lnTo>
                    <a:pt x="136893" y="140716"/>
                  </a:lnTo>
                  <a:lnTo>
                    <a:pt x="137718" y="143700"/>
                  </a:lnTo>
                  <a:lnTo>
                    <a:pt x="138252" y="143675"/>
                  </a:lnTo>
                  <a:lnTo>
                    <a:pt x="138252" y="117195"/>
                  </a:lnTo>
                  <a:lnTo>
                    <a:pt x="138087" y="116611"/>
                  </a:lnTo>
                  <a:lnTo>
                    <a:pt x="142074" y="121246"/>
                  </a:lnTo>
                  <a:lnTo>
                    <a:pt x="142074" y="110591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7" name="object 2117" descr=""/>
            <p:cNvSpPr/>
            <p:nvPr/>
          </p:nvSpPr>
          <p:spPr>
            <a:xfrm>
              <a:off x="7175995" y="7782693"/>
              <a:ext cx="1632585" cy="280035"/>
            </a:xfrm>
            <a:custGeom>
              <a:avLst/>
              <a:gdLst/>
              <a:ahLst/>
              <a:cxnLst/>
              <a:rect l="l" t="t" r="r" b="b"/>
              <a:pathLst>
                <a:path w="1632584" h="280034">
                  <a:moveTo>
                    <a:pt x="158927" y="139001"/>
                  </a:moveTo>
                  <a:lnTo>
                    <a:pt x="149783" y="128346"/>
                  </a:lnTo>
                  <a:lnTo>
                    <a:pt x="149783" y="139001"/>
                  </a:lnTo>
                  <a:lnTo>
                    <a:pt x="139674" y="150799"/>
                  </a:lnTo>
                  <a:lnTo>
                    <a:pt x="139941" y="149301"/>
                  </a:lnTo>
                  <a:lnTo>
                    <a:pt x="139598" y="141820"/>
                  </a:lnTo>
                  <a:lnTo>
                    <a:pt x="139141" y="140144"/>
                  </a:lnTo>
                  <a:lnTo>
                    <a:pt x="140614" y="140487"/>
                  </a:lnTo>
                  <a:lnTo>
                    <a:pt x="143827" y="140296"/>
                  </a:lnTo>
                  <a:lnTo>
                    <a:pt x="147027" y="140093"/>
                  </a:lnTo>
                  <a:lnTo>
                    <a:pt x="149593" y="139128"/>
                  </a:lnTo>
                  <a:lnTo>
                    <a:pt x="149567" y="138760"/>
                  </a:lnTo>
                  <a:lnTo>
                    <a:pt x="149783" y="139001"/>
                  </a:lnTo>
                  <a:lnTo>
                    <a:pt x="149783" y="128346"/>
                  </a:lnTo>
                  <a:lnTo>
                    <a:pt x="147878" y="126123"/>
                  </a:lnTo>
                  <a:lnTo>
                    <a:pt x="147878" y="136804"/>
                  </a:lnTo>
                  <a:lnTo>
                    <a:pt x="146862" y="136550"/>
                  </a:lnTo>
                  <a:lnTo>
                    <a:pt x="140449" y="136944"/>
                  </a:lnTo>
                  <a:lnTo>
                    <a:pt x="138938" y="137515"/>
                  </a:lnTo>
                  <a:lnTo>
                    <a:pt x="139242" y="135763"/>
                  </a:lnTo>
                  <a:lnTo>
                    <a:pt x="139077" y="132016"/>
                  </a:lnTo>
                  <a:lnTo>
                    <a:pt x="138912" y="128282"/>
                  </a:lnTo>
                  <a:lnTo>
                    <a:pt x="138252" y="125933"/>
                  </a:lnTo>
                  <a:lnTo>
                    <a:pt x="138252" y="152450"/>
                  </a:lnTo>
                  <a:lnTo>
                    <a:pt x="104609" y="191693"/>
                  </a:lnTo>
                  <a:lnTo>
                    <a:pt x="92913" y="178066"/>
                  </a:lnTo>
                  <a:lnTo>
                    <a:pt x="95504" y="178689"/>
                  </a:lnTo>
                  <a:lnTo>
                    <a:pt x="101917" y="178282"/>
                  </a:lnTo>
                  <a:lnTo>
                    <a:pt x="103352" y="177749"/>
                  </a:lnTo>
                  <a:lnTo>
                    <a:pt x="103060" y="179476"/>
                  </a:lnTo>
                  <a:lnTo>
                    <a:pt x="103225" y="183210"/>
                  </a:lnTo>
                  <a:lnTo>
                    <a:pt x="103390" y="186956"/>
                  </a:lnTo>
                  <a:lnTo>
                    <a:pt x="104216" y="189941"/>
                  </a:lnTo>
                  <a:lnTo>
                    <a:pt x="105892" y="189826"/>
                  </a:lnTo>
                  <a:lnTo>
                    <a:pt x="106438" y="186766"/>
                  </a:lnTo>
                  <a:lnTo>
                    <a:pt x="106095" y="179285"/>
                  </a:lnTo>
                  <a:lnTo>
                    <a:pt x="105625" y="177609"/>
                  </a:lnTo>
                  <a:lnTo>
                    <a:pt x="107111" y="177952"/>
                  </a:lnTo>
                  <a:lnTo>
                    <a:pt x="110312" y="177761"/>
                  </a:lnTo>
                  <a:lnTo>
                    <a:pt x="113525" y="177558"/>
                  </a:lnTo>
                  <a:lnTo>
                    <a:pt x="116090" y="176593"/>
                  </a:lnTo>
                  <a:lnTo>
                    <a:pt x="115989" y="174637"/>
                  </a:lnTo>
                  <a:lnTo>
                    <a:pt x="113347" y="174015"/>
                  </a:lnTo>
                  <a:lnTo>
                    <a:pt x="106946" y="174409"/>
                  </a:lnTo>
                  <a:lnTo>
                    <a:pt x="105435" y="174980"/>
                  </a:lnTo>
                  <a:lnTo>
                    <a:pt x="105740" y="173228"/>
                  </a:lnTo>
                  <a:lnTo>
                    <a:pt x="105575" y="169481"/>
                  </a:lnTo>
                  <a:lnTo>
                    <a:pt x="105410" y="165747"/>
                  </a:lnTo>
                  <a:lnTo>
                    <a:pt x="104571" y="162763"/>
                  </a:lnTo>
                  <a:lnTo>
                    <a:pt x="102895" y="162864"/>
                  </a:lnTo>
                  <a:lnTo>
                    <a:pt x="102362" y="165938"/>
                  </a:lnTo>
                  <a:lnTo>
                    <a:pt x="102704" y="173418"/>
                  </a:lnTo>
                  <a:lnTo>
                    <a:pt x="103149" y="175082"/>
                  </a:lnTo>
                  <a:lnTo>
                    <a:pt x="101752" y="174739"/>
                  </a:lnTo>
                  <a:lnTo>
                    <a:pt x="98552" y="174942"/>
                  </a:lnTo>
                  <a:lnTo>
                    <a:pt x="95338" y="175133"/>
                  </a:lnTo>
                  <a:lnTo>
                    <a:pt x="92773" y="176098"/>
                  </a:lnTo>
                  <a:lnTo>
                    <a:pt x="92862" y="178015"/>
                  </a:lnTo>
                  <a:lnTo>
                    <a:pt x="60350" y="140081"/>
                  </a:lnTo>
                  <a:lnTo>
                    <a:pt x="62928" y="140677"/>
                  </a:lnTo>
                  <a:lnTo>
                    <a:pt x="69342" y="140284"/>
                  </a:lnTo>
                  <a:lnTo>
                    <a:pt x="70764" y="139750"/>
                  </a:lnTo>
                  <a:lnTo>
                    <a:pt x="70472" y="141465"/>
                  </a:lnTo>
                  <a:lnTo>
                    <a:pt x="70637" y="145211"/>
                  </a:lnTo>
                  <a:lnTo>
                    <a:pt x="70815" y="148945"/>
                  </a:lnTo>
                  <a:lnTo>
                    <a:pt x="71640" y="151930"/>
                  </a:lnTo>
                  <a:lnTo>
                    <a:pt x="73317" y="151828"/>
                  </a:lnTo>
                  <a:lnTo>
                    <a:pt x="73850" y="148755"/>
                  </a:lnTo>
                  <a:lnTo>
                    <a:pt x="73507" y="141287"/>
                  </a:lnTo>
                  <a:lnTo>
                    <a:pt x="73037" y="139598"/>
                  </a:lnTo>
                  <a:lnTo>
                    <a:pt x="74536" y="139954"/>
                  </a:lnTo>
                  <a:lnTo>
                    <a:pt x="77736" y="139750"/>
                  </a:lnTo>
                  <a:lnTo>
                    <a:pt x="80937" y="139560"/>
                  </a:lnTo>
                  <a:lnTo>
                    <a:pt x="83502" y="138595"/>
                  </a:lnTo>
                  <a:lnTo>
                    <a:pt x="83413" y="136639"/>
                  </a:lnTo>
                  <a:lnTo>
                    <a:pt x="80772" y="136004"/>
                  </a:lnTo>
                  <a:lnTo>
                    <a:pt x="74358" y="136398"/>
                  </a:lnTo>
                  <a:lnTo>
                    <a:pt x="72847" y="136969"/>
                  </a:lnTo>
                  <a:lnTo>
                    <a:pt x="73152" y="135216"/>
                  </a:lnTo>
                  <a:lnTo>
                    <a:pt x="72986" y="131483"/>
                  </a:lnTo>
                  <a:lnTo>
                    <a:pt x="72821" y="127749"/>
                  </a:lnTo>
                  <a:lnTo>
                    <a:pt x="71996" y="124764"/>
                  </a:lnTo>
                  <a:lnTo>
                    <a:pt x="71615" y="124790"/>
                  </a:lnTo>
                  <a:lnTo>
                    <a:pt x="103390" y="87731"/>
                  </a:lnTo>
                  <a:lnTo>
                    <a:pt x="102984" y="90119"/>
                  </a:lnTo>
                  <a:lnTo>
                    <a:pt x="103327" y="97586"/>
                  </a:lnTo>
                  <a:lnTo>
                    <a:pt x="103771" y="99250"/>
                  </a:lnTo>
                  <a:lnTo>
                    <a:pt x="102374" y="98907"/>
                  </a:lnTo>
                  <a:lnTo>
                    <a:pt x="99174" y="99110"/>
                  </a:lnTo>
                  <a:lnTo>
                    <a:pt x="95961" y="99314"/>
                  </a:lnTo>
                  <a:lnTo>
                    <a:pt x="93395" y="100279"/>
                  </a:lnTo>
                  <a:lnTo>
                    <a:pt x="93497" y="102235"/>
                  </a:lnTo>
                  <a:lnTo>
                    <a:pt x="96126" y="102857"/>
                  </a:lnTo>
                  <a:lnTo>
                    <a:pt x="102539" y="102463"/>
                  </a:lnTo>
                  <a:lnTo>
                    <a:pt x="103974" y="101930"/>
                  </a:lnTo>
                  <a:lnTo>
                    <a:pt x="103682" y="103644"/>
                  </a:lnTo>
                  <a:lnTo>
                    <a:pt x="103847" y="107391"/>
                  </a:lnTo>
                  <a:lnTo>
                    <a:pt x="104013" y="111125"/>
                  </a:lnTo>
                  <a:lnTo>
                    <a:pt x="104838" y="114109"/>
                  </a:lnTo>
                  <a:lnTo>
                    <a:pt x="106514" y="114007"/>
                  </a:lnTo>
                  <a:lnTo>
                    <a:pt x="107061" y="110934"/>
                  </a:lnTo>
                  <a:lnTo>
                    <a:pt x="106718" y="103466"/>
                  </a:lnTo>
                  <a:lnTo>
                    <a:pt x="106248" y="101777"/>
                  </a:lnTo>
                  <a:lnTo>
                    <a:pt x="107734" y="102133"/>
                  </a:lnTo>
                  <a:lnTo>
                    <a:pt x="110934" y="101930"/>
                  </a:lnTo>
                  <a:lnTo>
                    <a:pt x="114147" y="101739"/>
                  </a:lnTo>
                  <a:lnTo>
                    <a:pt x="116713" y="100774"/>
                  </a:lnTo>
                  <a:lnTo>
                    <a:pt x="116687" y="100431"/>
                  </a:lnTo>
                  <a:lnTo>
                    <a:pt x="138036" y="125310"/>
                  </a:lnTo>
                  <a:lnTo>
                    <a:pt x="136410" y="125399"/>
                  </a:lnTo>
                  <a:lnTo>
                    <a:pt x="135864" y="128473"/>
                  </a:lnTo>
                  <a:lnTo>
                    <a:pt x="136207" y="135953"/>
                  </a:lnTo>
                  <a:lnTo>
                    <a:pt x="136652" y="137617"/>
                  </a:lnTo>
                  <a:lnTo>
                    <a:pt x="135255" y="137274"/>
                  </a:lnTo>
                  <a:lnTo>
                    <a:pt x="132054" y="137477"/>
                  </a:lnTo>
                  <a:lnTo>
                    <a:pt x="128854" y="137668"/>
                  </a:lnTo>
                  <a:lnTo>
                    <a:pt x="126288" y="138633"/>
                  </a:lnTo>
                  <a:lnTo>
                    <a:pt x="126377" y="140589"/>
                  </a:lnTo>
                  <a:lnTo>
                    <a:pt x="129019" y="141224"/>
                  </a:lnTo>
                  <a:lnTo>
                    <a:pt x="135420" y="140817"/>
                  </a:lnTo>
                  <a:lnTo>
                    <a:pt x="136855" y="140284"/>
                  </a:lnTo>
                  <a:lnTo>
                    <a:pt x="136563" y="142011"/>
                  </a:lnTo>
                  <a:lnTo>
                    <a:pt x="136728" y="145745"/>
                  </a:lnTo>
                  <a:lnTo>
                    <a:pt x="136893" y="149491"/>
                  </a:lnTo>
                  <a:lnTo>
                    <a:pt x="137718" y="152476"/>
                  </a:lnTo>
                  <a:lnTo>
                    <a:pt x="138252" y="152450"/>
                  </a:lnTo>
                  <a:lnTo>
                    <a:pt x="138252" y="125933"/>
                  </a:lnTo>
                  <a:lnTo>
                    <a:pt x="138099" y="125387"/>
                  </a:lnTo>
                  <a:lnTo>
                    <a:pt x="147878" y="136804"/>
                  </a:lnTo>
                  <a:lnTo>
                    <a:pt x="147878" y="126123"/>
                  </a:lnTo>
                  <a:lnTo>
                    <a:pt x="114985" y="87757"/>
                  </a:lnTo>
                  <a:lnTo>
                    <a:pt x="114985" y="98437"/>
                  </a:lnTo>
                  <a:lnTo>
                    <a:pt x="113969" y="98183"/>
                  </a:lnTo>
                  <a:lnTo>
                    <a:pt x="107569" y="98577"/>
                  </a:lnTo>
                  <a:lnTo>
                    <a:pt x="106057" y="99148"/>
                  </a:lnTo>
                  <a:lnTo>
                    <a:pt x="106362" y="97396"/>
                  </a:lnTo>
                  <a:lnTo>
                    <a:pt x="106197" y="93662"/>
                  </a:lnTo>
                  <a:lnTo>
                    <a:pt x="106019" y="89928"/>
                  </a:lnTo>
                  <a:lnTo>
                    <a:pt x="105206" y="87020"/>
                  </a:lnTo>
                  <a:lnTo>
                    <a:pt x="114985" y="98437"/>
                  </a:lnTo>
                  <a:lnTo>
                    <a:pt x="114985" y="87757"/>
                  </a:lnTo>
                  <a:lnTo>
                    <a:pt x="113753" y="86309"/>
                  </a:lnTo>
                  <a:lnTo>
                    <a:pt x="105156" y="76301"/>
                  </a:lnTo>
                  <a:lnTo>
                    <a:pt x="105156" y="86956"/>
                  </a:lnTo>
                  <a:lnTo>
                    <a:pt x="104000" y="87020"/>
                  </a:lnTo>
                  <a:lnTo>
                    <a:pt x="104609" y="86309"/>
                  </a:lnTo>
                  <a:lnTo>
                    <a:pt x="105156" y="86956"/>
                  </a:lnTo>
                  <a:lnTo>
                    <a:pt x="105156" y="76301"/>
                  </a:lnTo>
                  <a:lnTo>
                    <a:pt x="104609" y="75653"/>
                  </a:lnTo>
                  <a:lnTo>
                    <a:pt x="70561" y="115379"/>
                  </a:lnTo>
                  <a:lnTo>
                    <a:pt x="70561" y="137071"/>
                  </a:lnTo>
                  <a:lnTo>
                    <a:pt x="69164" y="136728"/>
                  </a:lnTo>
                  <a:lnTo>
                    <a:pt x="65963" y="136931"/>
                  </a:lnTo>
                  <a:lnTo>
                    <a:pt x="62763" y="137134"/>
                  </a:lnTo>
                  <a:lnTo>
                    <a:pt x="60274" y="138087"/>
                  </a:lnTo>
                  <a:lnTo>
                    <a:pt x="60274" y="139992"/>
                  </a:lnTo>
                  <a:lnTo>
                    <a:pt x="59436" y="139001"/>
                  </a:lnTo>
                  <a:lnTo>
                    <a:pt x="60198" y="138112"/>
                  </a:lnTo>
                  <a:lnTo>
                    <a:pt x="60274" y="139992"/>
                  </a:lnTo>
                  <a:lnTo>
                    <a:pt x="60274" y="138087"/>
                  </a:lnTo>
                  <a:lnTo>
                    <a:pt x="69989" y="126695"/>
                  </a:lnTo>
                  <a:lnTo>
                    <a:pt x="69773" y="127939"/>
                  </a:lnTo>
                  <a:lnTo>
                    <a:pt x="70116" y="135407"/>
                  </a:lnTo>
                  <a:lnTo>
                    <a:pt x="70561" y="137071"/>
                  </a:lnTo>
                  <a:lnTo>
                    <a:pt x="70561" y="115379"/>
                  </a:lnTo>
                  <a:lnTo>
                    <a:pt x="50304" y="139001"/>
                  </a:lnTo>
                  <a:lnTo>
                    <a:pt x="104609" y="202349"/>
                  </a:lnTo>
                  <a:lnTo>
                    <a:pt x="113753" y="191693"/>
                  </a:lnTo>
                  <a:lnTo>
                    <a:pt x="158927" y="139001"/>
                  </a:lnTo>
                  <a:close/>
                </a:path>
                <a:path w="1632584" h="280034">
                  <a:moveTo>
                    <a:pt x="310451" y="216166"/>
                  </a:moveTo>
                  <a:lnTo>
                    <a:pt x="301320" y="205524"/>
                  </a:lnTo>
                  <a:lnTo>
                    <a:pt x="301320" y="216166"/>
                  </a:lnTo>
                  <a:lnTo>
                    <a:pt x="291198" y="227965"/>
                  </a:lnTo>
                  <a:lnTo>
                    <a:pt x="291477" y="226453"/>
                  </a:lnTo>
                  <a:lnTo>
                    <a:pt x="291134" y="218986"/>
                  </a:lnTo>
                  <a:lnTo>
                    <a:pt x="290664" y="217309"/>
                  </a:lnTo>
                  <a:lnTo>
                    <a:pt x="292150" y="217652"/>
                  </a:lnTo>
                  <a:lnTo>
                    <a:pt x="295351" y="217449"/>
                  </a:lnTo>
                  <a:lnTo>
                    <a:pt x="298564" y="217258"/>
                  </a:lnTo>
                  <a:lnTo>
                    <a:pt x="301129" y="216293"/>
                  </a:lnTo>
                  <a:lnTo>
                    <a:pt x="301104" y="215925"/>
                  </a:lnTo>
                  <a:lnTo>
                    <a:pt x="301320" y="216166"/>
                  </a:lnTo>
                  <a:lnTo>
                    <a:pt x="301320" y="205524"/>
                  </a:lnTo>
                  <a:lnTo>
                    <a:pt x="299415" y="203301"/>
                  </a:lnTo>
                  <a:lnTo>
                    <a:pt x="299415" y="213956"/>
                  </a:lnTo>
                  <a:lnTo>
                    <a:pt x="298386" y="213702"/>
                  </a:lnTo>
                  <a:lnTo>
                    <a:pt x="291985" y="214109"/>
                  </a:lnTo>
                  <a:lnTo>
                    <a:pt x="290474" y="214680"/>
                  </a:lnTo>
                  <a:lnTo>
                    <a:pt x="290779" y="212928"/>
                  </a:lnTo>
                  <a:lnTo>
                    <a:pt x="290614" y="209181"/>
                  </a:lnTo>
                  <a:lnTo>
                    <a:pt x="290436" y="205447"/>
                  </a:lnTo>
                  <a:lnTo>
                    <a:pt x="289801" y="203187"/>
                  </a:lnTo>
                  <a:lnTo>
                    <a:pt x="289801" y="229603"/>
                  </a:lnTo>
                  <a:lnTo>
                    <a:pt x="256146" y="268859"/>
                  </a:lnTo>
                  <a:lnTo>
                    <a:pt x="244462" y="255244"/>
                  </a:lnTo>
                  <a:lnTo>
                    <a:pt x="247040" y="255841"/>
                  </a:lnTo>
                  <a:lnTo>
                    <a:pt x="253453" y="255447"/>
                  </a:lnTo>
                  <a:lnTo>
                    <a:pt x="254876" y="254914"/>
                  </a:lnTo>
                  <a:lnTo>
                    <a:pt x="254584" y="256641"/>
                  </a:lnTo>
                  <a:lnTo>
                    <a:pt x="254749" y="260375"/>
                  </a:lnTo>
                  <a:lnTo>
                    <a:pt x="254927" y="264109"/>
                  </a:lnTo>
                  <a:lnTo>
                    <a:pt x="255752" y="267093"/>
                  </a:lnTo>
                  <a:lnTo>
                    <a:pt x="257429" y="266992"/>
                  </a:lnTo>
                  <a:lnTo>
                    <a:pt x="257975" y="263918"/>
                  </a:lnTo>
                  <a:lnTo>
                    <a:pt x="257619" y="256451"/>
                  </a:lnTo>
                  <a:lnTo>
                    <a:pt x="257162" y="254774"/>
                  </a:lnTo>
                  <a:lnTo>
                    <a:pt x="258648" y="255117"/>
                  </a:lnTo>
                  <a:lnTo>
                    <a:pt x="261848" y="254914"/>
                  </a:lnTo>
                  <a:lnTo>
                    <a:pt x="265049" y="254723"/>
                  </a:lnTo>
                  <a:lnTo>
                    <a:pt x="267614" y="253758"/>
                  </a:lnTo>
                  <a:lnTo>
                    <a:pt x="267525" y="251802"/>
                  </a:lnTo>
                  <a:lnTo>
                    <a:pt x="264883" y="251167"/>
                  </a:lnTo>
                  <a:lnTo>
                    <a:pt x="258470" y="251574"/>
                  </a:lnTo>
                  <a:lnTo>
                    <a:pt x="256959" y="252145"/>
                  </a:lnTo>
                  <a:lnTo>
                    <a:pt x="257276" y="250393"/>
                  </a:lnTo>
                  <a:lnTo>
                    <a:pt x="257098" y="246646"/>
                  </a:lnTo>
                  <a:lnTo>
                    <a:pt x="256933" y="242912"/>
                  </a:lnTo>
                  <a:lnTo>
                    <a:pt x="256108" y="239928"/>
                  </a:lnTo>
                  <a:lnTo>
                    <a:pt x="254431" y="240030"/>
                  </a:lnTo>
                  <a:lnTo>
                    <a:pt x="253885" y="243103"/>
                  </a:lnTo>
                  <a:lnTo>
                    <a:pt x="254228" y="250571"/>
                  </a:lnTo>
                  <a:lnTo>
                    <a:pt x="254685" y="252247"/>
                  </a:lnTo>
                  <a:lnTo>
                    <a:pt x="253276" y="251904"/>
                  </a:lnTo>
                  <a:lnTo>
                    <a:pt x="250075" y="252095"/>
                  </a:lnTo>
                  <a:lnTo>
                    <a:pt x="246875" y="252298"/>
                  </a:lnTo>
                  <a:lnTo>
                    <a:pt x="244309" y="253263"/>
                  </a:lnTo>
                  <a:lnTo>
                    <a:pt x="244386" y="255155"/>
                  </a:lnTo>
                  <a:lnTo>
                    <a:pt x="211874" y="217220"/>
                  </a:lnTo>
                  <a:lnTo>
                    <a:pt x="214464" y="217843"/>
                  </a:lnTo>
                  <a:lnTo>
                    <a:pt x="220865" y="217449"/>
                  </a:lnTo>
                  <a:lnTo>
                    <a:pt x="222300" y="216916"/>
                  </a:lnTo>
                  <a:lnTo>
                    <a:pt x="222008" y="218630"/>
                  </a:lnTo>
                  <a:lnTo>
                    <a:pt x="222173" y="222364"/>
                  </a:lnTo>
                  <a:lnTo>
                    <a:pt x="222338" y="226110"/>
                  </a:lnTo>
                  <a:lnTo>
                    <a:pt x="223164" y="229095"/>
                  </a:lnTo>
                  <a:lnTo>
                    <a:pt x="224840" y="228981"/>
                  </a:lnTo>
                  <a:lnTo>
                    <a:pt x="225386" y="225920"/>
                  </a:lnTo>
                  <a:lnTo>
                    <a:pt x="225044" y="218440"/>
                  </a:lnTo>
                  <a:lnTo>
                    <a:pt x="224586" y="216776"/>
                  </a:lnTo>
                  <a:lnTo>
                    <a:pt x="226060" y="217119"/>
                  </a:lnTo>
                  <a:lnTo>
                    <a:pt x="229273" y="216916"/>
                  </a:lnTo>
                  <a:lnTo>
                    <a:pt x="232473" y="216712"/>
                  </a:lnTo>
                  <a:lnTo>
                    <a:pt x="235038" y="215747"/>
                  </a:lnTo>
                  <a:lnTo>
                    <a:pt x="234937" y="213791"/>
                  </a:lnTo>
                  <a:lnTo>
                    <a:pt x="232308" y="213169"/>
                  </a:lnTo>
                  <a:lnTo>
                    <a:pt x="225894" y="213563"/>
                  </a:lnTo>
                  <a:lnTo>
                    <a:pt x="224383" y="214134"/>
                  </a:lnTo>
                  <a:lnTo>
                    <a:pt x="224688" y="212382"/>
                  </a:lnTo>
                  <a:lnTo>
                    <a:pt x="224523" y="208648"/>
                  </a:lnTo>
                  <a:lnTo>
                    <a:pt x="224358" y="204901"/>
                  </a:lnTo>
                  <a:lnTo>
                    <a:pt x="223532" y="201917"/>
                  </a:lnTo>
                  <a:lnTo>
                    <a:pt x="223164" y="201942"/>
                  </a:lnTo>
                  <a:lnTo>
                    <a:pt x="254927" y="164896"/>
                  </a:lnTo>
                  <a:lnTo>
                    <a:pt x="254508" y="167271"/>
                  </a:lnTo>
                  <a:lnTo>
                    <a:pt x="254850" y="174752"/>
                  </a:lnTo>
                  <a:lnTo>
                    <a:pt x="255295" y="176415"/>
                  </a:lnTo>
                  <a:lnTo>
                    <a:pt x="253898" y="176072"/>
                  </a:lnTo>
                  <a:lnTo>
                    <a:pt x="250698" y="176276"/>
                  </a:lnTo>
                  <a:lnTo>
                    <a:pt x="247497" y="176466"/>
                  </a:lnTo>
                  <a:lnTo>
                    <a:pt x="244932" y="177431"/>
                  </a:lnTo>
                  <a:lnTo>
                    <a:pt x="245021" y="179400"/>
                  </a:lnTo>
                  <a:lnTo>
                    <a:pt x="247662" y="180022"/>
                  </a:lnTo>
                  <a:lnTo>
                    <a:pt x="254076" y="179628"/>
                  </a:lnTo>
                  <a:lnTo>
                    <a:pt x="255498" y="179095"/>
                  </a:lnTo>
                  <a:lnTo>
                    <a:pt x="255206" y="180809"/>
                  </a:lnTo>
                  <a:lnTo>
                    <a:pt x="255371" y="184543"/>
                  </a:lnTo>
                  <a:lnTo>
                    <a:pt x="255549" y="188290"/>
                  </a:lnTo>
                  <a:lnTo>
                    <a:pt x="256374" y="191274"/>
                  </a:lnTo>
                  <a:lnTo>
                    <a:pt x="258051" y="191160"/>
                  </a:lnTo>
                  <a:lnTo>
                    <a:pt x="258584" y="188099"/>
                  </a:lnTo>
                  <a:lnTo>
                    <a:pt x="258241" y="180619"/>
                  </a:lnTo>
                  <a:lnTo>
                    <a:pt x="257784" y="178943"/>
                  </a:lnTo>
                  <a:lnTo>
                    <a:pt x="259270" y="179298"/>
                  </a:lnTo>
                  <a:lnTo>
                    <a:pt x="262470" y="179095"/>
                  </a:lnTo>
                  <a:lnTo>
                    <a:pt x="265671" y="178892"/>
                  </a:lnTo>
                  <a:lnTo>
                    <a:pt x="268236" y="177927"/>
                  </a:lnTo>
                  <a:lnTo>
                    <a:pt x="268211" y="177584"/>
                  </a:lnTo>
                  <a:lnTo>
                    <a:pt x="289572" y="202476"/>
                  </a:lnTo>
                  <a:lnTo>
                    <a:pt x="287934" y="202565"/>
                  </a:lnTo>
                  <a:lnTo>
                    <a:pt x="287401" y="205638"/>
                  </a:lnTo>
                  <a:lnTo>
                    <a:pt x="287743" y="213106"/>
                  </a:lnTo>
                  <a:lnTo>
                    <a:pt x="288188" y="214782"/>
                  </a:lnTo>
                  <a:lnTo>
                    <a:pt x="286791" y="214439"/>
                  </a:lnTo>
                  <a:lnTo>
                    <a:pt x="283591" y="214630"/>
                  </a:lnTo>
                  <a:lnTo>
                    <a:pt x="280377" y="214833"/>
                  </a:lnTo>
                  <a:lnTo>
                    <a:pt x="277812" y="215798"/>
                  </a:lnTo>
                  <a:lnTo>
                    <a:pt x="277914" y="217754"/>
                  </a:lnTo>
                  <a:lnTo>
                    <a:pt x="280555" y="218376"/>
                  </a:lnTo>
                  <a:lnTo>
                    <a:pt x="286956" y="217982"/>
                  </a:lnTo>
                  <a:lnTo>
                    <a:pt x="288391" y="217449"/>
                  </a:lnTo>
                  <a:lnTo>
                    <a:pt x="288099" y="219163"/>
                  </a:lnTo>
                  <a:lnTo>
                    <a:pt x="288264" y="222910"/>
                  </a:lnTo>
                  <a:lnTo>
                    <a:pt x="288429" y="226644"/>
                  </a:lnTo>
                  <a:lnTo>
                    <a:pt x="289255" y="229628"/>
                  </a:lnTo>
                  <a:lnTo>
                    <a:pt x="289801" y="229603"/>
                  </a:lnTo>
                  <a:lnTo>
                    <a:pt x="289801" y="203187"/>
                  </a:lnTo>
                  <a:lnTo>
                    <a:pt x="289623" y="202539"/>
                  </a:lnTo>
                  <a:lnTo>
                    <a:pt x="299415" y="213956"/>
                  </a:lnTo>
                  <a:lnTo>
                    <a:pt x="299415" y="203301"/>
                  </a:lnTo>
                  <a:lnTo>
                    <a:pt x="266509" y="164922"/>
                  </a:lnTo>
                  <a:lnTo>
                    <a:pt x="266509" y="175590"/>
                  </a:lnTo>
                  <a:lnTo>
                    <a:pt x="265506" y="175348"/>
                  </a:lnTo>
                  <a:lnTo>
                    <a:pt x="259092" y="175742"/>
                  </a:lnTo>
                  <a:lnTo>
                    <a:pt x="257581" y="176314"/>
                  </a:lnTo>
                  <a:lnTo>
                    <a:pt x="257886" y="174561"/>
                  </a:lnTo>
                  <a:lnTo>
                    <a:pt x="257721" y="170827"/>
                  </a:lnTo>
                  <a:lnTo>
                    <a:pt x="257556" y="167081"/>
                  </a:lnTo>
                  <a:lnTo>
                    <a:pt x="256743" y="164185"/>
                  </a:lnTo>
                  <a:lnTo>
                    <a:pt x="266509" y="175590"/>
                  </a:lnTo>
                  <a:lnTo>
                    <a:pt x="266509" y="164922"/>
                  </a:lnTo>
                  <a:lnTo>
                    <a:pt x="265277" y="163474"/>
                  </a:lnTo>
                  <a:lnTo>
                    <a:pt x="256679" y="153454"/>
                  </a:lnTo>
                  <a:lnTo>
                    <a:pt x="256679" y="164109"/>
                  </a:lnTo>
                  <a:lnTo>
                    <a:pt x="255536" y="164185"/>
                  </a:lnTo>
                  <a:lnTo>
                    <a:pt x="256146" y="163474"/>
                  </a:lnTo>
                  <a:lnTo>
                    <a:pt x="256679" y="164109"/>
                  </a:lnTo>
                  <a:lnTo>
                    <a:pt x="256679" y="153454"/>
                  </a:lnTo>
                  <a:lnTo>
                    <a:pt x="256146" y="152819"/>
                  </a:lnTo>
                  <a:lnTo>
                    <a:pt x="222097" y="192532"/>
                  </a:lnTo>
                  <a:lnTo>
                    <a:pt x="222097" y="214236"/>
                  </a:lnTo>
                  <a:lnTo>
                    <a:pt x="220700" y="213893"/>
                  </a:lnTo>
                  <a:lnTo>
                    <a:pt x="217500" y="214096"/>
                  </a:lnTo>
                  <a:lnTo>
                    <a:pt x="214287" y="214287"/>
                  </a:lnTo>
                  <a:lnTo>
                    <a:pt x="211810" y="215226"/>
                  </a:lnTo>
                  <a:lnTo>
                    <a:pt x="211810" y="217157"/>
                  </a:lnTo>
                  <a:lnTo>
                    <a:pt x="210972" y="216166"/>
                  </a:lnTo>
                  <a:lnTo>
                    <a:pt x="211721" y="215303"/>
                  </a:lnTo>
                  <a:lnTo>
                    <a:pt x="211810" y="217157"/>
                  </a:lnTo>
                  <a:lnTo>
                    <a:pt x="211810" y="215226"/>
                  </a:lnTo>
                  <a:lnTo>
                    <a:pt x="221526" y="203860"/>
                  </a:lnTo>
                  <a:lnTo>
                    <a:pt x="221310" y="205092"/>
                  </a:lnTo>
                  <a:lnTo>
                    <a:pt x="221653" y="212572"/>
                  </a:lnTo>
                  <a:lnTo>
                    <a:pt x="222097" y="214236"/>
                  </a:lnTo>
                  <a:lnTo>
                    <a:pt x="222097" y="192532"/>
                  </a:lnTo>
                  <a:lnTo>
                    <a:pt x="204952" y="212521"/>
                  </a:lnTo>
                  <a:lnTo>
                    <a:pt x="198958" y="205536"/>
                  </a:lnTo>
                  <a:lnTo>
                    <a:pt x="198958" y="216166"/>
                  </a:lnTo>
                  <a:lnTo>
                    <a:pt x="188861" y="227952"/>
                  </a:lnTo>
                  <a:lnTo>
                    <a:pt x="189128" y="226453"/>
                  </a:lnTo>
                  <a:lnTo>
                    <a:pt x="188772" y="218986"/>
                  </a:lnTo>
                  <a:lnTo>
                    <a:pt x="188315" y="217309"/>
                  </a:lnTo>
                  <a:lnTo>
                    <a:pt x="189801" y="217652"/>
                  </a:lnTo>
                  <a:lnTo>
                    <a:pt x="193001" y="217449"/>
                  </a:lnTo>
                  <a:lnTo>
                    <a:pt x="196202" y="217258"/>
                  </a:lnTo>
                  <a:lnTo>
                    <a:pt x="198767" y="216293"/>
                  </a:lnTo>
                  <a:lnTo>
                    <a:pt x="198742" y="215925"/>
                  </a:lnTo>
                  <a:lnTo>
                    <a:pt x="198958" y="216166"/>
                  </a:lnTo>
                  <a:lnTo>
                    <a:pt x="198958" y="205536"/>
                  </a:lnTo>
                  <a:lnTo>
                    <a:pt x="197053" y="203314"/>
                  </a:lnTo>
                  <a:lnTo>
                    <a:pt x="197053" y="213956"/>
                  </a:lnTo>
                  <a:lnTo>
                    <a:pt x="196037" y="213702"/>
                  </a:lnTo>
                  <a:lnTo>
                    <a:pt x="189636" y="214109"/>
                  </a:lnTo>
                  <a:lnTo>
                    <a:pt x="188112" y="214680"/>
                  </a:lnTo>
                  <a:lnTo>
                    <a:pt x="188417" y="212928"/>
                  </a:lnTo>
                  <a:lnTo>
                    <a:pt x="188252" y="209181"/>
                  </a:lnTo>
                  <a:lnTo>
                    <a:pt x="188087" y="205447"/>
                  </a:lnTo>
                  <a:lnTo>
                    <a:pt x="187439" y="203149"/>
                  </a:lnTo>
                  <a:lnTo>
                    <a:pt x="187439" y="229603"/>
                  </a:lnTo>
                  <a:lnTo>
                    <a:pt x="153797" y="268859"/>
                  </a:lnTo>
                  <a:lnTo>
                    <a:pt x="142100" y="255244"/>
                  </a:lnTo>
                  <a:lnTo>
                    <a:pt x="144691" y="255841"/>
                  </a:lnTo>
                  <a:lnTo>
                    <a:pt x="151091" y="255447"/>
                  </a:lnTo>
                  <a:lnTo>
                    <a:pt x="152527" y="254914"/>
                  </a:lnTo>
                  <a:lnTo>
                    <a:pt x="152234" y="256641"/>
                  </a:lnTo>
                  <a:lnTo>
                    <a:pt x="152400" y="260375"/>
                  </a:lnTo>
                  <a:lnTo>
                    <a:pt x="152565" y="264109"/>
                  </a:lnTo>
                  <a:lnTo>
                    <a:pt x="153390" y="267093"/>
                  </a:lnTo>
                  <a:lnTo>
                    <a:pt x="155067" y="266992"/>
                  </a:lnTo>
                  <a:lnTo>
                    <a:pt x="155613" y="263918"/>
                  </a:lnTo>
                  <a:lnTo>
                    <a:pt x="155270" y="256451"/>
                  </a:lnTo>
                  <a:lnTo>
                    <a:pt x="154813" y="254774"/>
                  </a:lnTo>
                  <a:lnTo>
                    <a:pt x="156286" y="255117"/>
                  </a:lnTo>
                  <a:lnTo>
                    <a:pt x="159499" y="254914"/>
                  </a:lnTo>
                  <a:lnTo>
                    <a:pt x="162699" y="254723"/>
                  </a:lnTo>
                  <a:lnTo>
                    <a:pt x="165265" y="253758"/>
                  </a:lnTo>
                  <a:lnTo>
                    <a:pt x="165163" y="251802"/>
                  </a:lnTo>
                  <a:lnTo>
                    <a:pt x="162534" y="251167"/>
                  </a:lnTo>
                  <a:lnTo>
                    <a:pt x="156121" y="251574"/>
                  </a:lnTo>
                  <a:lnTo>
                    <a:pt x="154609" y="252145"/>
                  </a:lnTo>
                  <a:lnTo>
                    <a:pt x="154914" y="250393"/>
                  </a:lnTo>
                  <a:lnTo>
                    <a:pt x="154749" y="246646"/>
                  </a:lnTo>
                  <a:lnTo>
                    <a:pt x="154584" y="242912"/>
                  </a:lnTo>
                  <a:lnTo>
                    <a:pt x="153758" y="239928"/>
                  </a:lnTo>
                  <a:lnTo>
                    <a:pt x="152082" y="240030"/>
                  </a:lnTo>
                  <a:lnTo>
                    <a:pt x="151536" y="243103"/>
                  </a:lnTo>
                  <a:lnTo>
                    <a:pt x="151879" y="250571"/>
                  </a:lnTo>
                  <a:lnTo>
                    <a:pt x="152323" y="252247"/>
                  </a:lnTo>
                  <a:lnTo>
                    <a:pt x="150926" y="251904"/>
                  </a:lnTo>
                  <a:lnTo>
                    <a:pt x="147726" y="252095"/>
                  </a:lnTo>
                  <a:lnTo>
                    <a:pt x="144526" y="252298"/>
                  </a:lnTo>
                  <a:lnTo>
                    <a:pt x="141960" y="253263"/>
                  </a:lnTo>
                  <a:lnTo>
                    <a:pt x="142036" y="255168"/>
                  </a:lnTo>
                  <a:lnTo>
                    <a:pt x="109524" y="217233"/>
                  </a:lnTo>
                  <a:lnTo>
                    <a:pt x="112102" y="217843"/>
                  </a:lnTo>
                  <a:lnTo>
                    <a:pt x="118516" y="217449"/>
                  </a:lnTo>
                  <a:lnTo>
                    <a:pt x="119951" y="216916"/>
                  </a:lnTo>
                  <a:lnTo>
                    <a:pt x="119646" y="218630"/>
                  </a:lnTo>
                  <a:lnTo>
                    <a:pt x="119824" y="222364"/>
                  </a:lnTo>
                  <a:lnTo>
                    <a:pt x="119989" y="226110"/>
                  </a:lnTo>
                  <a:lnTo>
                    <a:pt x="120815" y="229095"/>
                  </a:lnTo>
                  <a:lnTo>
                    <a:pt x="122491" y="228981"/>
                  </a:lnTo>
                  <a:lnTo>
                    <a:pt x="123037" y="225920"/>
                  </a:lnTo>
                  <a:lnTo>
                    <a:pt x="122694" y="218440"/>
                  </a:lnTo>
                  <a:lnTo>
                    <a:pt x="122224" y="216776"/>
                  </a:lnTo>
                  <a:lnTo>
                    <a:pt x="123710" y="217119"/>
                  </a:lnTo>
                  <a:lnTo>
                    <a:pt x="126911" y="216916"/>
                  </a:lnTo>
                  <a:lnTo>
                    <a:pt x="130111" y="216712"/>
                  </a:lnTo>
                  <a:lnTo>
                    <a:pt x="132676" y="215747"/>
                  </a:lnTo>
                  <a:lnTo>
                    <a:pt x="132588" y="213791"/>
                  </a:lnTo>
                  <a:lnTo>
                    <a:pt x="129946" y="213169"/>
                  </a:lnTo>
                  <a:lnTo>
                    <a:pt x="123545" y="213563"/>
                  </a:lnTo>
                  <a:lnTo>
                    <a:pt x="122034" y="214134"/>
                  </a:lnTo>
                  <a:lnTo>
                    <a:pt x="122339" y="212382"/>
                  </a:lnTo>
                  <a:lnTo>
                    <a:pt x="122174" y="208648"/>
                  </a:lnTo>
                  <a:lnTo>
                    <a:pt x="121996" y="204901"/>
                  </a:lnTo>
                  <a:lnTo>
                    <a:pt x="121170" y="201917"/>
                  </a:lnTo>
                  <a:lnTo>
                    <a:pt x="120815" y="201942"/>
                  </a:lnTo>
                  <a:lnTo>
                    <a:pt x="152577" y="164896"/>
                  </a:lnTo>
                  <a:lnTo>
                    <a:pt x="152158" y="167271"/>
                  </a:lnTo>
                  <a:lnTo>
                    <a:pt x="152501" y="174752"/>
                  </a:lnTo>
                  <a:lnTo>
                    <a:pt x="152946" y="176415"/>
                  </a:lnTo>
                  <a:lnTo>
                    <a:pt x="151549" y="176072"/>
                  </a:lnTo>
                  <a:lnTo>
                    <a:pt x="148348" y="176276"/>
                  </a:lnTo>
                  <a:lnTo>
                    <a:pt x="145148" y="176466"/>
                  </a:lnTo>
                  <a:lnTo>
                    <a:pt x="142582" y="177431"/>
                  </a:lnTo>
                  <a:lnTo>
                    <a:pt x="142671" y="179400"/>
                  </a:lnTo>
                  <a:lnTo>
                    <a:pt x="145313" y="180022"/>
                  </a:lnTo>
                  <a:lnTo>
                    <a:pt x="151714" y="179628"/>
                  </a:lnTo>
                  <a:lnTo>
                    <a:pt x="153149" y="179095"/>
                  </a:lnTo>
                  <a:lnTo>
                    <a:pt x="152857" y="180809"/>
                  </a:lnTo>
                  <a:lnTo>
                    <a:pt x="153022" y="184543"/>
                  </a:lnTo>
                  <a:lnTo>
                    <a:pt x="153187" y="188290"/>
                  </a:lnTo>
                  <a:lnTo>
                    <a:pt x="154012" y="191274"/>
                  </a:lnTo>
                  <a:lnTo>
                    <a:pt x="155689" y="191160"/>
                  </a:lnTo>
                  <a:lnTo>
                    <a:pt x="156235" y="188099"/>
                  </a:lnTo>
                  <a:lnTo>
                    <a:pt x="155892" y="180619"/>
                  </a:lnTo>
                  <a:lnTo>
                    <a:pt x="155435" y="178955"/>
                  </a:lnTo>
                  <a:lnTo>
                    <a:pt x="156908" y="179298"/>
                  </a:lnTo>
                  <a:lnTo>
                    <a:pt x="160121" y="179095"/>
                  </a:lnTo>
                  <a:lnTo>
                    <a:pt x="163322" y="178892"/>
                  </a:lnTo>
                  <a:lnTo>
                    <a:pt x="165887" y="177927"/>
                  </a:lnTo>
                  <a:lnTo>
                    <a:pt x="165862" y="177584"/>
                  </a:lnTo>
                  <a:lnTo>
                    <a:pt x="187210" y="202476"/>
                  </a:lnTo>
                  <a:lnTo>
                    <a:pt x="185585" y="202565"/>
                  </a:lnTo>
                  <a:lnTo>
                    <a:pt x="185039" y="205638"/>
                  </a:lnTo>
                  <a:lnTo>
                    <a:pt x="185381" y="213106"/>
                  </a:lnTo>
                  <a:lnTo>
                    <a:pt x="185839" y="214782"/>
                  </a:lnTo>
                  <a:lnTo>
                    <a:pt x="184442" y="214439"/>
                  </a:lnTo>
                  <a:lnTo>
                    <a:pt x="181229" y="214630"/>
                  </a:lnTo>
                  <a:lnTo>
                    <a:pt x="178028" y="214833"/>
                  </a:lnTo>
                  <a:lnTo>
                    <a:pt x="175463" y="215798"/>
                  </a:lnTo>
                  <a:lnTo>
                    <a:pt x="175552" y="217754"/>
                  </a:lnTo>
                  <a:lnTo>
                    <a:pt x="178193" y="218376"/>
                  </a:lnTo>
                  <a:lnTo>
                    <a:pt x="184607" y="217982"/>
                  </a:lnTo>
                  <a:lnTo>
                    <a:pt x="186029" y="217449"/>
                  </a:lnTo>
                  <a:lnTo>
                    <a:pt x="185737" y="219163"/>
                  </a:lnTo>
                  <a:lnTo>
                    <a:pt x="185902" y="222910"/>
                  </a:lnTo>
                  <a:lnTo>
                    <a:pt x="186080" y="226644"/>
                  </a:lnTo>
                  <a:lnTo>
                    <a:pt x="186905" y="229628"/>
                  </a:lnTo>
                  <a:lnTo>
                    <a:pt x="187439" y="229603"/>
                  </a:lnTo>
                  <a:lnTo>
                    <a:pt x="187439" y="203149"/>
                  </a:lnTo>
                  <a:lnTo>
                    <a:pt x="187274" y="202552"/>
                  </a:lnTo>
                  <a:lnTo>
                    <a:pt x="197053" y="213956"/>
                  </a:lnTo>
                  <a:lnTo>
                    <a:pt x="197053" y="203314"/>
                  </a:lnTo>
                  <a:lnTo>
                    <a:pt x="164160" y="164922"/>
                  </a:lnTo>
                  <a:lnTo>
                    <a:pt x="164160" y="175590"/>
                  </a:lnTo>
                  <a:lnTo>
                    <a:pt x="163156" y="175348"/>
                  </a:lnTo>
                  <a:lnTo>
                    <a:pt x="156743" y="175742"/>
                  </a:lnTo>
                  <a:lnTo>
                    <a:pt x="155232" y="176314"/>
                  </a:lnTo>
                  <a:lnTo>
                    <a:pt x="155536" y="174561"/>
                  </a:lnTo>
                  <a:lnTo>
                    <a:pt x="155371" y="170827"/>
                  </a:lnTo>
                  <a:lnTo>
                    <a:pt x="155206" y="167081"/>
                  </a:lnTo>
                  <a:lnTo>
                    <a:pt x="154393" y="164185"/>
                  </a:lnTo>
                  <a:lnTo>
                    <a:pt x="164160" y="175590"/>
                  </a:lnTo>
                  <a:lnTo>
                    <a:pt x="164160" y="164922"/>
                  </a:lnTo>
                  <a:lnTo>
                    <a:pt x="162928" y="163474"/>
                  </a:lnTo>
                  <a:lnTo>
                    <a:pt x="154330" y="153454"/>
                  </a:lnTo>
                  <a:lnTo>
                    <a:pt x="154330" y="164109"/>
                  </a:lnTo>
                  <a:lnTo>
                    <a:pt x="153187" y="164185"/>
                  </a:lnTo>
                  <a:lnTo>
                    <a:pt x="153797" y="163474"/>
                  </a:lnTo>
                  <a:lnTo>
                    <a:pt x="154330" y="164109"/>
                  </a:lnTo>
                  <a:lnTo>
                    <a:pt x="154330" y="153454"/>
                  </a:lnTo>
                  <a:lnTo>
                    <a:pt x="153797" y="152819"/>
                  </a:lnTo>
                  <a:lnTo>
                    <a:pt x="119748" y="192544"/>
                  </a:lnTo>
                  <a:lnTo>
                    <a:pt x="119748" y="214236"/>
                  </a:lnTo>
                  <a:lnTo>
                    <a:pt x="118351" y="213893"/>
                  </a:lnTo>
                  <a:lnTo>
                    <a:pt x="115138" y="214096"/>
                  </a:lnTo>
                  <a:lnTo>
                    <a:pt x="111937" y="214287"/>
                  </a:lnTo>
                  <a:lnTo>
                    <a:pt x="109461" y="215226"/>
                  </a:lnTo>
                  <a:lnTo>
                    <a:pt x="109461" y="217157"/>
                  </a:lnTo>
                  <a:lnTo>
                    <a:pt x="108623" y="216166"/>
                  </a:lnTo>
                  <a:lnTo>
                    <a:pt x="109372" y="215303"/>
                  </a:lnTo>
                  <a:lnTo>
                    <a:pt x="109461" y="217157"/>
                  </a:lnTo>
                  <a:lnTo>
                    <a:pt x="109461" y="215226"/>
                  </a:lnTo>
                  <a:lnTo>
                    <a:pt x="119164" y="203873"/>
                  </a:lnTo>
                  <a:lnTo>
                    <a:pt x="118948" y="205092"/>
                  </a:lnTo>
                  <a:lnTo>
                    <a:pt x="119303" y="212572"/>
                  </a:lnTo>
                  <a:lnTo>
                    <a:pt x="119748" y="214236"/>
                  </a:lnTo>
                  <a:lnTo>
                    <a:pt x="119748" y="192544"/>
                  </a:lnTo>
                  <a:lnTo>
                    <a:pt x="104051" y="210845"/>
                  </a:lnTo>
                  <a:lnTo>
                    <a:pt x="99479" y="205511"/>
                  </a:lnTo>
                  <a:lnTo>
                    <a:pt x="99479" y="216166"/>
                  </a:lnTo>
                  <a:lnTo>
                    <a:pt x="54317" y="268859"/>
                  </a:lnTo>
                  <a:lnTo>
                    <a:pt x="10045" y="217233"/>
                  </a:lnTo>
                  <a:lnTo>
                    <a:pt x="12623" y="217843"/>
                  </a:lnTo>
                  <a:lnTo>
                    <a:pt x="19037" y="217449"/>
                  </a:lnTo>
                  <a:lnTo>
                    <a:pt x="20472" y="216916"/>
                  </a:lnTo>
                  <a:lnTo>
                    <a:pt x="20180" y="218630"/>
                  </a:lnTo>
                  <a:lnTo>
                    <a:pt x="20345" y="222364"/>
                  </a:lnTo>
                  <a:lnTo>
                    <a:pt x="20510" y="226110"/>
                  </a:lnTo>
                  <a:lnTo>
                    <a:pt x="21336" y="229095"/>
                  </a:lnTo>
                  <a:lnTo>
                    <a:pt x="23012" y="228981"/>
                  </a:lnTo>
                  <a:lnTo>
                    <a:pt x="23558" y="225920"/>
                  </a:lnTo>
                  <a:lnTo>
                    <a:pt x="23215" y="218440"/>
                  </a:lnTo>
                  <a:lnTo>
                    <a:pt x="22390" y="215442"/>
                  </a:lnTo>
                  <a:lnTo>
                    <a:pt x="22860" y="212382"/>
                  </a:lnTo>
                  <a:lnTo>
                    <a:pt x="22694" y="208648"/>
                  </a:lnTo>
                  <a:lnTo>
                    <a:pt x="22517" y="204901"/>
                  </a:lnTo>
                  <a:lnTo>
                    <a:pt x="21691" y="201917"/>
                  </a:lnTo>
                  <a:lnTo>
                    <a:pt x="21336" y="201942"/>
                  </a:lnTo>
                  <a:lnTo>
                    <a:pt x="54317" y="163474"/>
                  </a:lnTo>
                  <a:lnTo>
                    <a:pt x="99479" y="216166"/>
                  </a:lnTo>
                  <a:lnTo>
                    <a:pt x="99479" y="205511"/>
                  </a:lnTo>
                  <a:lnTo>
                    <a:pt x="63449" y="163474"/>
                  </a:lnTo>
                  <a:lnTo>
                    <a:pt x="54317" y="152819"/>
                  </a:lnTo>
                  <a:lnTo>
                    <a:pt x="20269" y="192532"/>
                  </a:lnTo>
                  <a:lnTo>
                    <a:pt x="20269" y="214236"/>
                  </a:lnTo>
                  <a:lnTo>
                    <a:pt x="18872" y="213893"/>
                  </a:lnTo>
                  <a:lnTo>
                    <a:pt x="15671" y="214096"/>
                  </a:lnTo>
                  <a:lnTo>
                    <a:pt x="12458" y="214287"/>
                  </a:lnTo>
                  <a:lnTo>
                    <a:pt x="9982" y="215226"/>
                  </a:lnTo>
                  <a:lnTo>
                    <a:pt x="9982" y="217157"/>
                  </a:lnTo>
                  <a:lnTo>
                    <a:pt x="9144" y="216166"/>
                  </a:lnTo>
                  <a:lnTo>
                    <a:pt x="9893" y="215290"/>
                  </a:lnTo>
                  <a:lnTo>
                    <a:pt x="9982" y="217157"/>
                  </a:lnTo>
                  <a:lnTo>
                    <a:pt x="9982" y="215226"/>
                  </a:lnTo>
                  <a:lnTo>
                    <a:pt x="19685" y="203860"/>
                  </a:lnTo>
                  <a:lnTo>
                    <a:pt x="19481" y="205092"/>
                  </a:lnTo>
                  <a:lnTo>
                    <a:pt x="19824" y="212572"/>
                  </a:lnTo>
                  <a:lnTo>
                    <a:pt x="20269" y="214236"/>
                  </a:lnTo>
                  <a:lnTo>
                    <a:pt x="20269" y="192532"/>
                  </a:lnTo>
                  <a:lnTo>
                    <a:pt x="0" y="216166"/>
                  </a:lnTo>
                  <a:lnTo>
                    <a:pt x="54317" y="279514"/>
                  </a:lnTo>
                  <a:lnTo>
                    <a:pt x="63449" y="268859"/>
                  </a:lnTo>
                  <a:lnTo>
                    <a:pt x="104051" y="221500"/>
                  </a:lnTo>
                  <a:lnTo>
                    <a:pt x="153797" y="279514"/>
                  </a:lnTo>
                  <a:lnTo>
                    <a:pt x="162928" y="268859"/>
                  </a:lnTo>
                  <a:lnTo>
                    <a:pt x="204952" y="219824"/>
                  </a:lnTo>
                  <a:lnTo>
                    <a:pt x="256146" y="279514"/>
                  </a:lnTo>
                  <a:lnTo>
                    <a:pt x="265277" y="268859"/>
                  </a:lnTo>
                  <a:lnTo>
                    <a:pt x="310451" y="216166"/>
                  </a:lnTo>
                  <a:close/>
                </a:path>
                <a:path w="1632584" h="280034">
                  <a:moveTo>
                    <a:pt x="1566011" y="51650"/>
                  </a:moveTo>
                  <a:lnTo>
                    <a:pt x="1565922" y="49682"/>
                  </a:lnTo>
                  <a:lnTo>
                    <a:pt x="1563281" y="49060"/>
                  </a:lnTo>
                  <a:lnTo>
                    <a:pt x="1556867" y="49453"/>
                  </a:lnTo>
                  <a:lnTo>
                    <a:pt x="1555369" y="50025"/>
                  </a:lnTo>
                  <a:lnTo>
                    <a:pt x="1555673" y="48272"/>
                  </a:lnTo>
                  <a:lnTo>
                    <a:pt x="1555496" y="44538"/>
                  </a:lnTo>
                  <a:lnTo>
                    <a:pt x="1555330" y="40792"/>
                  </a:lnTo>
                  <a:lnTo>
                    <a:pt x="1554505" y="37807"/>
                  </a:lnTo>
                  <a:lnTo>
                    <a:pt x="1552829" y="37922"/>
                  </a:lnTo>
                  <a:lnTo>
                    <a:pt x="1552282" y="40982"/>
                  </a:lnTo>
                  <a:lnTo>
                    <a:pt x="1552625" y="48463"/>
                  </a:lnTo>
                  <a:lnTo>
                    <a:pt x="1553070" y="50126"/>
                  </a:lnTo>
                  <a:lnTo>
                    <a:pt x="1551686" y="49784"/>
                  </a:lnTo>
                  <a:lnTo>
                    <a:pt x="1548472" y="49987"/>
                  </a:lnTo>
                  <a:lnTo>
                    <a:pt x="1545272" y="50190"/>
                  </a:lnTo>
                  <a:lnTo>
                    <a:pt x="1542707" y="51142"/>
                  </a:lnTo>
                  <a:lnTo>
                    <a:pt x="1542796" y="53111"/>
                  </a:lnTo>
                  <a:lnTo>
                    <a:pt x="1545437" y="53733"/>
                  </a:lnTo>
                  <a:lnTo>
                    <a:pt x="1551851" y="53340"/>
                  </a:lnTo>
                  <a:lnTo>
                    <a:pt x="1553273" y="52806"/>
                  </a:lnTo>
                  <a:lnTo>
                    <a:pt x="1552968" y="54521"/>
                  </a:lnTo>
                  <a:lnTo>
                    <a:pt x="1553146" y="58267"/>
                  </a:lnTo>
                  <a:lnTo>
                    <a:pt x="1553324" y="62001"/>
                  </a:lnTo>
                  <a:lnTo>
                    <a:pt x="1554149" y="64985"/>
                  </a:lnTo>
                  <a:lnTo>
                    <a:pt x="1555826" y="64884"/>
                  </a:lnTo>
                  <a:lnTo>
                    <a:pt x="1556372" y="61810"/>
                  </a:lnTo>
                  <a:lnTo>
                    <a:pt x="1556016" y="54330"/>
                  </a:lnTo>
                  <a:lnTo>
                    <a:pt x="1555559" y="52654"/>
                  </a:lnTo>
                  <a:lnTo>
                    <a:pt x="1557045" y="53009"/>
                  </a:lnTo>
                  <a:lnTo>
                    <a:pt x="1560245" y="52806"/>
                  </a:lnTo>
                  <a:lnTo>
                    <a:pt x="1563446" y="52603"/>
                  </a:lnTo>
                  <a:lnTo>
                    <a:pt x="1566011" y="51650"/>
                  </a:lnTo>
                  <a:close/>
                </a:path>
                <a:path w="1632584" h="280034">
                  <a:moveTo>
                    <a:pt x="1598599" y="89649"/>
                  </a:moveTo>
                  <a:lnTo>
                    <a:pt x="1598498" y="87693"/>
                  </a:lnTo>
                  <a:lnTo>
                    <a:pt x="1595869" y="87058"/>
                  </a:lnTo>
                  <a:lnTo>
                    <a:pt x="1589455" y="87464"/>
                  </a:lnTo>
                  <a:lnTo>
                    <a:pt x="1587944" y="88036"/>
                  </a:lnTo>
                  <a:lnTo>
                    <a:pt x="1588262" y="86283"/>
                  </a:lnTo>
                  <a:lnTo>
                    <a:pt x="1588084" y="82537"/>
                  </a:lnTo>
                  <a:lnTo>
                    <a:pt x="1587919" y="78803"/>
                  </a:lnTo>
                  <a:lnTo>
                    <a:pt x="1587080" y="75819"/>
                  </a:lnTo>
                  <a:lnTo>
                    <a:pt x="1585417" y="75920"/>
                  </a:lnTo>
                  <a:lnTo>
                    <a:pt x="1584871" y="78994"/>
                  </a:lnTo>
                  <a:lnTo>
                    <a:pt x="1585214" y="86474"/>
                  </a:lnTo>
                  <a:lnTo>
                    <a:pt x="1585658" y="88138"/>
                  </a:lnTo>
                  <a:lnTo>
                    <a:pt x="1584261" y="87795"/>
                  </a:lnTo>
                  <a:lnTo>
                    <a:pt x="1581061" y="87998"/>
                  </a:lnTo>
                  <a:lnTo>
                    <a:pt x="1577848" y="88188"/>
                  </a:lnTo>
                  <a:lnTo>
                    <a:pt x="1575282" y="89154"/>
                  </a:lnTo>
                  <a:lnTo>
                    <a:pt x="1575384" y="91109"/>
                  </a:lnTo>
                  <a:lnTo>
                    <a:pt x="1578025" y="91744"/>
                  </a:lnTo>
                  <a:lnTo>
                    <a:pt x="1584426" y="91338"/>
                  </a:lnTo>
                  <a:lnTo>
                    <a:pt x="1585861" y="90805"/>
                  </a:lnTo>
                  <a:lnTo>
                    <a:pt x="1585569" y="92532"/>
                  </a:lnTo>
                  <a:lnTo>
                    <a:pt x="1585734" y="96266"/>
                  </a:lnTo>
                  <a:lnTo>
                    <a:pt x="1585899" y="99999"/>
                  </a:lnTo>
                  <a:lnTo>
                    <a:pt x="1586725" y="102984"/>
                  </a:lnTo>
                  <a:lnTo>
                    <a:pt x="1588401" y="102882"/>
                  </a:lnTo>
                  <a:lnTo>
                    <a:pt x="1588947" y="99822"/>
                  </a:lnTo>
                  <a:lnTo>
                    <a:pt x="1588604" y="92341"/>
                  </a:lnTo>
                  <a:lnTo>
                    <a:pt x="1588135" y="90665"/>
                  </a:lnTo>
                  <a:lnTo>
                    <a:pt x="1589620" y="91008"/>
                  </a:lnTo>
                  <a:lnTo>
                    <a:pt x="1592834" y="90817"/>
                  </a:lnTo>
                  <a:lnTo>
                    <a:pt x="1596034" y="90614"/>
                  </a:lnTo>
                  <a:lnTo>
                    <a:pt x="1598599" y="89649"/>
                  </a:lnTo>
                  <a:close/>
                </a:path>
                <a:path w="1632584" h="280034">
                  <a:moveTo>
                    <a:pt x="1599222" y="13830"/>
                  </a:moveTo>
                  <a:lnTo>
                    <a:pt x="1599120" y="11861"/>
                  </a:lnTo>
                  <a:lnTo>
                    <a:pt x="1596478" y="11239"/>
                  </a:lnTo>
                  <a:lnTo>
                    <a:pt x="1590078" y="11633"/>
                  </a:lnTo>
                  <a:lnTo>
                    <a:pt x="1588566" y="12204"/>
                  </a:lnTo>
                  <a:lnTo>
                    <a:pt x="1588871" y="10452"/>
                  </a:lnTo>
                  <a:lnTo>
                    <a:pt x="1588706" y="6718"/>
                  </a:lnTo>
                  <a:lnTo>
                    <a:pt x="1588541" y="2984"/>
                  </a:lnTo>
                  <a:lnTo>
                    <a:pt x="1587703" y="0"/>
                  </a:lnTo>
                  <a:lnTo>
                    <a:pt x="1586039" y="101"/>
                  </a:lnTo>
                  <a:lnTo>
                    <a:pt x="1585493" y="3162"/>
                  </a:lnTo>
                  <a:lnTo>
                    <a:pt x="1585836" y="10642"/>
                  </a:lnTo>
                  <a:lnTo>
                    <a:pt x="1586280" y="12306"/>
                  </a:lnTo>
                  <a:lnTo>
                    <a:pt x="1584883" y="11963"/>
                  </a:lnTo>
                  <a:lnTo>
                    <a:pt x="1581683" y="12166"/>
                  </a:lnTo>
                  <a:lnTo>
                    <a:pt x="1578470" y="12369"/>
                  </a:lnTo>
                  <a:lnTo>
                    <a:pt x="1575904" y="13335"/>
                  </a:lnTo>
                  <a:lnTo>
                    <a:pt x="1576006" y="15290"/>
                  </a:lnTo>
                  <a:lnTo>
                    <a:pt x="1578648" y="15913"/>
                  </a:lnTo>
                  <a:lnTo>
                    <a:pt x="1585048" y="15519"/>
                  </a:lnTo>
                  <a:lnTo>
                    <a:pt x="1586484" y="14986"/>
                  </a:lnTo>
                  <a:lnTo>
                    <a:pt x="1586191" y="16700"/>
                  </a:lnTo>
                  <a:lnTo>
                    <a:pt x="1586357" y="20447"/>
                  </a:lnTo>
                  <a:lnTo>
                    <a:pt x="1586522" y="24180"/>
                  </a:lnTo>
                  <a:lnTo>
                    <a:pt x="1587347" y="27165"/>
                  </a:lnTo>
                  <a:lnTo>
                    <a:pt x="1589024" y="27063"/>
                  </a:lnTo>
                  <a:lnTo>
                    <a:pt x="1589570" y="23990"/>
                  </a:lnTo>
                  <a:lnTo>
                    <a:pt x="1589227" y="16510"/>
                  </a:lnTo>
                  <a:lnTo>
                    <a:pt x="1588757" y="14833"/>
                  </a:lnTo>
                  <a:lnTo>
                    <a:pt x="1590243" y="15189"/>
                  </a:lnTo>
                  <a:lnTo>
                    <a:pt x="1593443" y="14986"/>
                  </a:lnTo>
                  <a:lnTo>
                    <a:pt x="1596656" y="14782"/>
                  </a:lnTo>
                  <a:lnTo>
                    <a:pt x="1599222" y="13830"/>
                  </a:lnTo>
                  <a:close/>
                </a:path>
                <a:path w="1632584" h="280034">
                  <a:moveTo>
                    <a:pt x="1632102" y="52184"/>
                  </a:moveTo>
                  <a:lnTo>
                    <a:pt x="1632013" y="50228"/>
                  </a:lnTo>
                  <a:lnTo>
                    <a:pt x="1629371" y="49593"/>
                  </a:lnTo>
                  <a:lnTo>
                    <a:pt x="1622958" y="49999"/>
                  </a:lnTo>
                  <a:lnTo>
                    <a:pt x="1621447" y="50571"/>
                  </a:lnTo>
                  <a:lnTo>
                    <a:pt x="1621751" y="48818"/>
                  </a:lnTo>
                  <a:lnTo>
                    <a:pt x="1621586" y="45072"/>
                  </a:lnTo>
                  <a:lnTo>
                    <a:pt x="1621421" y="41338"/>
                  </a:lnTo>
                  <a:lnTo>
                    <a:pt x="1620596" y="38354"/>
                  </a:lnTo>
                  <a:lnTo>
                    <a:pt x="1618919" y="38455"/>
                  </a:lnTo>
                  <a:lnTo>
                    <a:pt x="1618373" y="41529"/>
                  </a:lnTo>
                  <a:lnTo>
                    <a:pt x="1618716" y="49009"/>
                  </a:lnTo>
                  <a:lnTo>
                    <a:pt x="1619161" y="50673"/>
                  </a:lnTo>
                  <a:lnTo>
                    <a:pt x="1617764" y="50330"/>
                  </a:lnTo>
                  <a:lnTo>
                    <a:pt x="1614563" y="50520"/>
                  </a:lnTo>
                  <a:lnTo>
                    <a:pt x="1611363" y="50723"/>
                  </a:lnTo>
                  <a:lnTo>
                    <a:pt x="1608797" y="51689"/>
                  </a:lnTo>
                  <a:lnTo>
                    <a:pt x="1608886" y="53644"/>
                  </a:lnTo>
                  <a:lnTo>
                    <a:pt x="1611528" y="54279"/>
                  </a:lnTo>
                  <a:lnTo>
                    <a:pt x="1617941" y="53873"/>
                  </a:lnTo>
                  <a:lnTo>
                    <a:pt x="1619364" y="53340"/>
                  </a:lnTo>
                  <a:lnTo>
                    <a:pt x="1619072" y="55067"/>
                  </a:lnTo>
                  <a:lnTo>
                    <a:pt x="1619237" y="58801"/>
                  </a:lnTo>
                  <a:lnTo>
                    <a:pt x="1619402" y="62534"/>
                  </a:lnTo>
                  <a:lnTo>
                    <a:pt x="1620240" y="65519"/>
                  </a:lnTo>
                  <a:lnTo>
                    <a:pt x="1621904" y="65417"/>
                  </a:lnTo>
                  <a:lnTo>
                    <a:pt x="1622450" y="62344"/>
                  </a:lnTo>
                  <a:lnTo>
                    <a:pt x="1622107" y="54876"/>
                  </a:lnTo>
                  <a:lnTo>
                    <a:pt x="1621650" y="53200"/>
                  </a:lnTo>
                  <a:lnTo>
                    <a:pt x="1623136" y="53543"/>
                  </a:lnTo>
                  <a:lnTo>
                    <a:pt x="1626336" y="53352"/>
                  </a:lnTo>
                  <a:lnTo>
                    <a:pt x="1629537" y="53149"/>
                  </a:lnTo>
                  <a:lnTo>
                    <a:pt x="1632102" y="52184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8" name="object 2118" descr=""/>
            <p:cNvSpPr/>
            <p:nvPr/>
          </p:nvSpPr>
          <p:spPr>
            <a:xfrm>
              <a:off x="7196175" y="7858347"/>
              <a:ext cx="340995" cy="359410"/>
            </a:xfrm>
            <a:custGeom>
              <a:avLst/>
              <a:gdLst/>
              <a:ahLst/>
              <a:cxnLst/>
              <a:rect l="l" t="t" r="r" b="b"/>
              <a:pathLst>
                <a:path w="340995" h="359409">
                  <a:moveTo>
                    <a:pt x="13030" y="140093"/>
                  </a:moveTo>
                  <a:lnTo>
                    <a:pt x="12928" y="138137"/>
                  </a:lnTo>
                  <a:lnTo>
                    <a:pt x="10287" y="137515"/>
                  </a:lnTo>
                  <a:lnTo>
                    <a:pt x="3886" y="137909"/>
                  </a:lnTo>
                  <a:lnTo>
                    <a:pt x="1333" y="138874"/>
                  </a:lnTo>
                  <a:lnTo>
                    <a:pt x="1358" y="139852"/>
                  </a:lnTo>
                  <a:lnTo>
                    <a:pt x="533" y="139903"/>
                  </a:lnTo>
                  <a:lnTo>
                    <a:pt x="0" y="142976"/>
                  </a:lnTo>
                  <a:lnTo>
                    <a:pt x="165" y="146710"/>
                  </a:lnTo>
                  <a:lnTo>
                    <a:pt x="330" y="150456"/>
                  </a:lnTo>
                  <a:lnTo>
                    <a:pt x="1155" y="153441"/>
                  </a:lnTo>
                  <a:lnTo>
                    <a:pt x="2832" y="153327"/>
                  </a:lnTo>
                  <a:lnTo>
                    <a:pt x="3378" y="150266"/>
                  </a:lnTo>
                  <a:lnTo>
                    <a:pt x="3035" y="142786"/>
                  </a:lnTo>
                  <a:lnTo>
                    <a:pt x="2565" y="141122"/>
                  </a:lnTo>
                  <a:lnTo>
                    <a:pt x="4051" y="141465"/>
                  </a:lnTo>
                  <a:lnTo>
                    <a:pt x="7251" y="141262"/>
                  </a:lnTo>
                  <a:lnTo>
                    <a:pt x="10464" y="141058"/>
                  </a:lnTo>
                  <a:lnTo>
                    <a:pt x="13030" y="140093"/>
                  </a:lnTo>
                  <a:close/>
                </a:path>
                <a:path w="340995" h="359409">
                  <a:moveTo>
                    <a:pt x="45605" y="178104"/>
                  </a:moveTo>
                  <a:lnTo>
                    <a:pt x="45516" y="176149"/>
                  </a:lnTo>
                  <a:lnTo>
                    <a:pt x="42875" y="175514"/>
                  </a:lnTo>
                  <a:lnTo>
                    <a:pt x="36461" y="175920"/>
                  </a:lnTo>
                  <a:lnTo>
                    <a:pt x="34950" y="176491"/>
                  </a:lnTo>
                  <a:lnTo>
                    <a:pt x="35255" y="174739"/>
                  </a:lnTo>
                  <a:lnTo>
                    <a:pt x="35090" y="170992"/>
                  </a:lnTo>
                  <a:lnTo>
                    <a:pt x="34925" y="167259"/>
                  </a:lnTo>
                  <a:lnTo>
                    <a:pt x="34099" y="164274"/>
                  </a:lnTo>
                  <a:lnTo>
                    <a:pt x="32423" y="164376"/>
                  </a:lnTo>
                  <a:lnTo>
                    <a:pt x="31877" y="167449"/>
                  </a:lnTo>
                  <a:lnTo>
                    <a:pt x="32219" y="174917"/>
                  </a:lnTo>
                  <a:lnTo>
                    <a:pt x="32664" y="176593"/>
                  </a:lnTo>
                  <a:lnTo>
                    <a:pt x="31267" y="176250"/>
                  </a:lnTo>
                  <a:lnTo>
                    <a:pt x="28067" y="176441"/>
                  </a:lnTo>
                  <a:lnTo>
                    <a:pt x="24866" y="176644"/>
                  </a:lnTo>
                  <a:lnTo>
                    <a:pt x="22301" y="177609"/>
                  </a:lnTo>
                  <a:lnTo>
                    <a:pt x="22390" y="179565"/>
                  </a:lnTo>
                  <a:lnTo>
                    <a:pt x="25031" y="180187"/>
                  </a:lnTo>
                  <a:lnTo>
                    <a:pt x="31445" y="179793"/>
                  </a:lnTo>
                  <a:lnTo>
                    <a:pt x="32867" y="179260"/>
                  </a:lnTo>
                  <a:lnTo>
                    <a:pt x="32575" y="180987"/>
                  </a:lnTo>
                  <a:lnTo>
                    <a:pt x="32740" y="184721"/>
                  </a:lnTo>
                  <a:lnTo>
                    <a:pt x="32905" y="188455"/>
                  </a:lnTo>
                  <a:lnTo>
                    <a:pt x="33731" y="191439"/>
                  </a:lnTo>
                  <a:lnTo>
                    <a:pt x="35407" y="191338"/>
                  </a:lnTo>
                  <a:lnTo>
                    <a:pt x="35953" y="188264"/>
                  </a:lnTo>
                  <a:lnTo>
                    <a:pt x="35610" y="180797"/>
                  </a:lnTo>
                  <a:lnTo>
                    <a:pt x="35153" y="179120"/>
                  </a:lnTo>
                  <a:lnTo>
                    <a:pt x="36626" y="179463"/>
                  </a:lnTo>
                  <a:lnTo>
                    <a:pt x="39839" y="179260"/>
                  </a:lnTo>
                  <a:lnTo>
                    <a:pt x="43040" y="179070"/>
                  </a:lnTo>
                  <a:lnTo>
                    <a:pt x="45605" y="178104"/>
                  </a:lnTo>
                  <a:close/>
                </a:path>
                <a:path w="340995" h="359409">
                  <a:moveTo>
                    <a:pt x="46228" y="102273"/>
                  </a:moveTo>
                  <a:lnTo>
                    <a:pt x="46139" y="100317"/>
                  </a:lnTo>
                  <a:lnTo>
                    <a:pt x="43497" y="99695"/>
                  </a:lnTo>
                  <a:lnTo>
                    <a:pt x="37084" y="100088"/>
                  </a:lnTo>
                  <a:lnTo>
                    <a:pt x="35572" y="100660"/>
                  </a:lnTo>
                  <a:lnTo>
                    <a:pt x="35877" y="98907"/>
                  </a:lnTo>
                  <a:lnTo>
                    <a:pt x="35712" y="95173"/>
                  </a:lnTo>
                  <a:lnTo>
                    <a:pt x="35534" y="91427"/>
                  </a:lnTo>
                  <a:lnTo>
                    <a:pt x="34721" y="88442"/>
                  </a:lnTo>
                  <a:lnTo>
                    <a:pt x="33045" y="88557"/>
                  </a:lnTo>
                  <a:lnTo>
                    <a:pt x="32499" y="91617"/>
                  </a:lnTo>
                  <a:lnTo>
                    <a:pt x="32842" y="99098"/>
                  </a:lnTo>
                  <a:lnTo>
                    <a:pt x="33286" y="100761"/>
                  </a:lnTo>
                  <a:lnTo>
                    <a:pt x="31889" y="100418"/>
                  </a:lnTo>
                  <a:lnTo>
                    <a:pt x="28689" y="100622"/>
                  </a:lnTo>
                  <a:lnTo>
                    <a:pt x="25488" y="100812"/>
                  </a:lnTo>
                  <a:lnTo>
                    <a:pt x="22923" y="101777"/>
                  </a:lnTo>
                  <a:lnTo>
                    <a:pt x="23012" y="103746"/>
                  </a:lnTo>
                  <a:lnTo>
                    <a:pt x="25654" y="104368"/>
                  </a:lnTo>
                  <a:lnTo>
                    <a:pt x="32054" y="103974"/>
                  </a:lnTo>
                  <a:lnTo>
                    <a:pt x="33489" y="103441"/>
                  </a:lnTo>
                  <a:lnTo>
                    <a:pt x="33197" y="105156"/>
                  </a:lnTo>
                  <a:lnTo>
                    <a:pt x="33362" y="108889"/>
                  </a:lnTo>
                  <a:lnTo>
                    <a:pt x="33528" y="112636"/>
                  </a:lnTo>
                  <a:lnTo>
                    <a:pt x="34353" y="115620"/>
                  </a:lnTo>
                  <a:lnTo>
                    <a:pt x="36029" y="115506"/>
                  </a:lnTo>
                  <a:lnTo>
                    <a:pt x="36576" y="112445"/>
                  </a:lnTo>
                  <a:lnTo>
                    <a:pt x="36233" y="104965"/>
                  </a:lnTo>
                  <a:lnTo>
                    <a:pt x="35775" y="103301"/>
                  </a:lnTo>
                  <a:lnTo>
                    <a:pt x="37249" y="103644"/>
                  </a:lnTo>
                  <a:lnTo>
                    <a:pt x="40462" y="103441"/>
                  </a:lnTo>
                  <a:lnTo>
                    <a:pt x="43662" y="103238"/>
                  </a:lnTo>
                  <a:lnTo>
                    <a:pt x="46228" y="102273"/>
                  </a:lnTo>
                  <a:close/>
                </a:path>
                <a:path w="340995" h="359409">
                  <a:moveTo>
                    <a:pt x="79108" y="140639"/>
                  </a:moveTo>
                  <a:lnTo>
                    <a:pt x="79019" y="138684"/>
                  </a:lnTo>
                  <a:lnTo>
                    <a:pt x="76377" y="138049"/>
                  </a:lnTo>
                  <a:lnTo>
                    <a:pt x="69977" y="138455"/>
                  </a:lnTo>
                  <a:lnTo>
                    <a:pt x="68465" y="139026"/>
                  </a:lnTo>
                  <a:lnTo>
                    <a:pt x="68770" y="137274"/>
                  </a:lnTo>
                  <a:lnTo>
                    <a:pt x="68592" y="133527"/>
                  </a:lnTo>
                  <a:lnTo>
                    <a:pt x="68427" y="129794"/>
                  </a:lnTo>
                  <a:lnTo>
                    <a:pt x="67602" y="126809"/>
                  </a:lnTo>
                  <a:lnTo>
                    <a:pt x="65925" y="126911"/>
                  </a:lnTo>
                  <a:lnTo>
                    <a:pt x="65379" y="129984"/>
                  </a:lnTo>
                  <a:lnTo>
                    <a:pt x="65735" y="137452"/>
                  </a:lnTo>
                  <a:lnTo>
                    <a:pt x="66179" y="139128"/>
                  </a:lnTo>
                  <a:lnTo>
                    <a:pt x="64782" y="138785"/>
                  </a:lnTo>
                  <a:lnTo>
                    <a:pt x="61569" y="138976"/>
                  </a:lnTo>
                  <a:lnTo>
                    <a:pt x="58369" y="139179"/>
                  </a:lnTo>
                  <a:lnTo>
                    <a:pt x="55803" y="140144"/>
                  </a:lnTo>
                  <a:lnTo>
                    <a:pt x="55892" y="142100"/>
                  </a:lnTo>
                  <a:lnTo>
                    <a:pt x="58534" y="142722"/>
                  </a:lnTo>
                  <a:lnTo>
                    <a:pt x="64947" y="142328"/>
                  </a:lnTo>
                  <a:lnTo>
                    <a:pt x="66370" y="141795"/>
                  </a:lnTo>
                  <a:lnTo>
                    <a:pt x="66078" y="143510"/>
                  </a:lnTo>
                  <a:lnTo>
                    <a:pt x="66243" y="147256"/>
                  </a:lnTo>
                  <a:lnTo>
                    <a:pt x="66421" y="150990"/>
                  </a:lnTo>
                  <a:lnTo>
                    <a:pt x="67246" y="153974"/>
                  </a:lnTo>
                  <a:lnTo>
                    <a:pt x="68922" y="153873"/>
                  </a:lnTo>
                  <a:lnTo>
                    <a:pt x="69469" y="150799"/>
                  </a:lnTo>
                  <a:lnTo>
                    <a:pt x="69113" y="143332"/>
                  </a:lnTo>
                  <a:lnTo>
                    <a:pt x="68656" y="141655"/>
                  </a:lnTo>
                  <a:lnTo>
                    <a:pt x="70142" y="141998"/>
                  </a:lnTo>
                  <a:lnTo>
                    <a:pt x="73342" y="141795"/>
                  </a:lnTo>
                  <a:lnTo>
                    <a:pt x="76542" y="141605"/>
                  </a:lnTo>
                  <a:lnTo>
                    <a:pt x="79108" y="140639"/>
                  </a:lnTo>
                  <a:close/>
                </a:path>
                <a:path w="340995" h="359409">
                  <a:moveTo>
                    <a:pt x="134734" y="330060"/>
                  </a:moveTo>
                  <a:lnTo>
                    <a:pt x="134569" y="326326"/>
                  </a:lnTo>
                  <a:lnTo>
                    <a:pt x="134404" y="322592"/>
                  </a:lnTo>
                  <a:lnTo>
                    <a:pt x="133578" y="319608"/>
                  </a:lnTo>
                  <a:lnTo>
                    <a:pt x="131902" y="319709"/>
                  </a:lnTo>
                  <a:lnTo>
                    <a:pt x="131356" y="322770"/>
                  </a:lnTo>
                  <a:lnTo>
                    <a:pt x="131699" y="330250"/>
                  </a:lnTo>
                  <a:lnTo>
                    <a:pt x="132511" y="333248"/>
                  </a:lnTo>
                  <a:lnTo>
                    <a:pt x="134200" y="333146"/>
                  </a:lnTo>
                  <a:lnTo>
                    <a:pt x="134734" y="330060"/>
                  </a:lnTo>
                  <a:close/>
                </a:path>
                <a:path w="340995" h="359409">
                  <a:moveTo>
                    <a:pt x="138747" y="218681"/>
                  </a:moveTo>
                  <a:lnTo>
                    <a:pt x="129603" y="208026"/>
                  </a:lnTo>
                  <a:lnTo>
                    <a:pt x="129603" y="218681"/>
                  </a:lnTo>
                  <a:lnTo>
                    <a:pt x="119481" y="230479"/>
                  </a:lnTo>
                  <a:lnTo>
                    <a:pt x="119761" y="228968"/>
                  </a:lnTo>
                  <a:lnTo>
                    <a:pt x="119418" y="221500"/>
                  </a:lnTo>
                  <a:lnTo>
                    <a:pt x="118960" y="219824"/>
                  </a:lnTo>
                  <a:lnTo>
                    <a:pt x="120434" y="220167"/>
                  </a:lnTo>
                  <a:lnTo>
                    <a:pt x="123647" y="219964"/>
                  </a:lnTo>
                  <a:lnTo>
                    <a:pt x="126847" y="219773"/>
                  </a:lnTo>
                  <a:lnTo>
                    <a:pt x="129413" y="218808"/>
                  </a:lnTo>
                  <a:lnTo>
                    <a:pt x="129387" y="218440"/>
                  </a:lnTo>
                  <a:lnTo>
                    <a:pt x="129603" y="218681"/>
                  </a:lnTo>
                  <a:lnTo>
                    <a:pt x="129603" y="208026"/>
                  </a:lnTo>
                  <a:lnTo>
                    <a:pt x="127698" y="205803"/>
                  </a:lnTo>
                  <a:lnTo>
                    <a:pt x="127698" y="216471"/>
                  </a:lnTo>
                  <a:lnTo>
                    <a:pt x="126682" y="216217"/>
                  </a:lnTo>
                  <a:lnTo>
                    <a:pt x="120269" y="216623"/>
                  </a:lnTo>
                  <a:lnTo>
                    <a:pt x="118757" y="217195"/>
                  </a:lnTo>
                  <a:lnTo>
                    <a:pt x="119062" y="215442"/>
                  </a:lnTo>
                  <a:lnTo>
                    <a:pt x="118897" y="211696"/>
                  </a:lnTo>
                  <a:lnTo>
                    <a:pt x="118732" y="207962"/>
                  </a:lnTo>
                  <a:lnTo>
                    <a:pt x="118084" y="205663"/>
                  </a:lnTo>
                  <a:lnTo>
                    <a:pt x="118084" y="232117"/>
                  </a:lnTo>
                  <a:lnTo>
                    <a:pt x="84429" y="271373"/>
                  </a:lnTo>
                  <a:lnTo>
                    <a:pt x="72732" y="257746"/>
                  </a:lnTo>
                  <a:lnTo>
                    <a:pt x="75323" y="258368"/>
                  </a:lnTo>
                  <a:lnTo>
                    <a:pt x="81737" y="257962"/>
                  </a:lnTo>
                  <a:lnTo>
                    <a:pt x="83172" y="257429"/>
                  </a:lnTo>
                  <a:lnTo>
                    <a:pt x="82880" y="259156"/>
                  </a:lnTo>
                  <a:lnTo>
                    <a:pt x="83045" y="262890"/>
                  </a:lnTo>
                  <a:lnTo>
                    <a:pt x="83210" y="266623"/>
                  </a:lnTo>
                  <a:lnTo>
                    <a:pt x="84035" y="269608"/>
                  </a:lnTo>
                  <a:lnTo>
                    <a:pt x="85712" y="269506"/>
                  </a:lnTo>
                  <a:lnTo>
                    <a:pt x="86258" y="266433"/>
                  </a:lnTo>
                  <a:lnTo>
                    <a:pt x="85915" y="258965"/>
                  </a:lnTo>
                  <a:lnTo>
                    <a:pt x="85445" y="257289"/>
                  </a:lnTo>
                  <a:lnTo>
                    <a:pt x="86931" y="257632"/>
                  </a:lnTo>
                  <a:lnTo>
                    <a:pt x="90131" y="257429"/>
                  </a:lnTo>
                  <a:lnTo>
                    <a:pt x="93345" y="257238"/>
                  </a:lnTo>
                  <a:lnTo>
                    <a:pt x="95910" y="256273"/>
                  </a:lnTo>
                  <a:lnTo>
                    <a:pt x="95808" y="254317"/>
                  </a:lnTo>
                  <a:lnTo>
                    <a:pt x="93167" y="253682"/>
                  </a:lnTo>
                  <a:lnTo>
                    <a:pt x="86766" y="254088"/>
                  </a:lnTo>
                  <a:lnTo>
                    <a:pt x="85255" y="254660"/>
                  </a:lnTo>
                  <a:lnTo>
                    <a:pt x="85559" y="252907"/>
                  </a:lnTo>
                  <a:lnTo>
                    <a:pt x="85394" y="249161"/>
                  </a:lnTo>
                  <a:lnTo>
                    <a:pt x="85229" y="245427"/>
                  </a:lnTo>
                  <a:lnTo>
                    <a:pt x="84391" y="242443"/>
                  </a:lnTo>
                  <a:lnTo>
                    <a:pt x="82715" y="242544"/>
                  </a:lnTo>
                  <a:lnTo>
                    <a:pt x="82181" y="245618"/>
                  </a:lnTo>
                  <a:lnTo>
                    <a:pt x="82524" y="253085"/>
                  </a:lnTo>
                  <a:lnTo>
                    <a:pt x="82969" y="254762"/>
                  </a:lnTo>
                  <a:lnTo>
                    <a:pt x="81572" y="254419"/>
                  </a:lnTo>
                  <a:lnTo>
                    <a:pt x="78371" y="254609"/>
                  </a:lnTo>
                  <a:lnTo>
                    <a:pt x="75158" y="254812"/>
                  </a:lnTo>
                  <a:lnTo>
                    <a:pt x="72593" y="255778"/>
                  </a:lnTo>
                  <a:lnTo>
                    <a:pt x="72682" y="257695"/>
                  </a:lnTo>
                  <a:lnTo>
                    <a:pt x="40170" y="219760"/>
                  </a:lnTo>
                  <a:lnTo>
                    <a:pt x="42748" y="220357"/>
                  </a:lnTo>
                  <a:lnTo>
                    <a:pt x="49161" y="219964"/>
                  </a:lnTo>
                  <a:lnTo>
                    <a:pt x="50584" y="219430"/>
                  </a:lnTo>
                  <a:lnTo>
                    <a:pt x="50292" y="221145"/>
                  </a:lnTo>
                  <a:lnTo>
                    <a:pt x="50457" y="224878"/>
                  </a:lnTo>
                  <a:lnTo>
                    <a:pt x="50634" y="228625"/>
                  </a:lnTo>
                  <a:lnTo>
                    <a:pt x="51460" y="231609"/>
                  </a:lnTo>
                  <a:lnTo>
                    <a:pt x="53136" y="231495"/>
                  </a:lnTo>
                  <a:lnTo>
                    <a:pt x="53670" y="228434"/>
                  </a:lnTo>
                  <a:lnTo>
                    <a:pt x="53327" y="220954"/>
                  </a:lnTo>
                  <a:lnTo>
                    <a:pt x="52870" y="219278"/>
                  </a:lnTo>
                  <a:lnTo>
                    <a:pt x="54356" y="219633"/>
                  </a:lnTo>
                  <a:lnTo>
                    <a:pt x="57556" y="219430"/>
                  </a:lnTo>
                  <a:lnTo>
                    <a:pt x="60756" y="219227"/>
                  </a:lnTo>
                  <a:lnTo>
                    <a:pt x="63322" y="218274"/>
                  </a:lnTo>
                  <a:lnTo>
                    <a:pt x="63233" y="216306"/>
                  </a:lnTo>
                  <a:lnTo>
                    <a:pt x="60591" y="215684"/>
                  </a:lnTo>
                  <a:lnTo>
                    <a:pt x="54178" y="216077"/>
                  </a:lnTo>
                  <a:lnTo>
                    <a:pt x="52666" y="216649"/>
                  </a:lnTo>
                  <a:lnTo>
                    <a:pt x="52971" y="214896"/>
                  </a:lnTo>
                  <a:lnTo>
                    <a:pt x="52806" y="211162"/>
                  </a:lnTo>
                  <a:lnTo>
                    <a:pt x="52641" y="207416"/>
                  </a:lnTo>
                  <a:lnTo>
                    <a:pt x="51816" y="204431"/>
                  </a:lnTo>
                  <a:lnTo>
                    <a:pt x="51447" y="204457"/>
                  </a:lnTo>
                  <a:lnTo>
                    <a:pt x="83210" y="167411"/>
                  </a:lnTo>
                  <a:lnTo>
                    <a:pt x="82804" y="169786"/>
                  </a:lnTo>
                  <a:lnTo>
                    <a:pt x="83146" y="177266"/>
                  </a:lnTo>
                  <a:lnTo>
                    <a:pt x="83591" y="178930"/>
                  </a:lnTo>
                  <a:lnTo>
                    <a:pt x="82194" y="178587"/>
                  </a:lnTo>
                  <a:lnTo>
                    <a:pt x="78994" y="178790"/>
                  </a:lnTo>
                  <a:lnTo>
                    <a:pt x="75780" y="178993"/>
                  </a:lnTo>
                  <a:lnTo>
                    <a:pt x="73215" y="179946"/>
                  </a:lnTo>
                  <a:lnTo>
                    <a:pt x="73317" y="181914"/>
                  </a:lnTo>
                  <a:lnTo>
                    <a:pt x="75946" y="182537"/>
                  </a:lnTo>
                  <a:lnTo>
                    <a:pt x="82359" y="182143"/>
                  </a:lnTo>
                  <a:lnTo>
                    <a:pt x="83794" y="181610"/>
                  </a:lnTo>
                  <a:lnTo>
                    <a:pt x="83502" y="183324"/>
                  </a:lnTo>
                  <a:lnTo>
                    <a:pt x="83667" y="187058"/>
                  </a:lnTo>
                  <a:lnTo>
                    <a:pt x="83832" y="190804"/>
                  </a:lnTo>
                  <a:lnTo>
                    <a:pt x="84658" y="193789"/>
                  </a:lnTo>
                  <a:lnTo>
                    <a:pt x="86334" y="193687"/>
                  </a:lnTo>
                  <a:lnTo>
                    <a:pt x="86880" y="190614"/>
                  </a:lnTo>
                  <a:lnTo>
                    <a:pt x="86537" y="183134"/>
                  </a:lnTo>
                  <a:lnTo>
                    <a:pt x="86067" y="181457"/>
                  </a:lnTo>
                  <a:lnTo>
                    <a:pt x="87553" y="181813"/>
                  </a:lnTo>
                  <a:lnTo>
                    <a:pt x="90754" y="181610"/>
                  </a:lnTo>
                  <a:lnTo>
                    <a:pt x="93967" y="181406"/>
                  </a:lnTo>
                  <a:lnTo>
                    <a:pt x="96532" y="180441"/>
                  </a:lnTo>
                  <a:lnTo>
                    <a:pt x="96507" y="180111"/>
                  </a:lnTo>
                  <a:lnTo>
                    <a:pt x="117856" y="204990"/>
                  </a:lnTo>
                  <a:lnTo>
                    <a:pt x="116230" y="205079"/>
                  </a:lnTo>
                  <a:lnTo>
                    <a:pt x="115684" y="208153"/>
                  </a:lnTo>
                  <a:lnTo>
                    <a:pt x="116027" y="215620"/>
                  </a:lnTo>
                  <a:lnTo>
                    <a:pt x="116471" y="217297"/>
                  </a:lnTo>
                  <a:lnTo>
                    <a:pt x="115074" y="216954"/>
                  </a:lnTo>
                  <a:lnTo>
                    <a:pt x="111874" y="217144"/>
                  </a:lnTo>
                  <a:lnTo>
                    <a:pt x="108673" y="217347"/>
                  </a:lnTo>
                  <a:lnTo>
                    <a:pt x="106108" y="218313"/>
                  </a:lnTo>
                  <a:lnTo>
                    <a:pt x="106197" y="220268"/>
                  </a:lnTo>
                  <a:lnTo>
                    <a:pt x="108839" y="220903"/>
                  </a:lnTo>
                  <a:lnTo>
                    <a:pt x="115239" y="220497"/>
                  </a:lnTo>
                  <a:lnTo>
                    <a:pt x="116674" y="219964"/>
                  </a:lnTo>
                  <a:lnTo>
                    <a:pt x="116382" y="221691"/>
                  </a:lnTo>
                  <a:lnTo>
                    <a:pt x="116547" y="225425"/>
                  </a:lnTo>
                  <a:lnTo>
                    <a:pt x="116713" y="229158"/>
                  </a:lnTo>
                  <a:lnTo>
                    <a:pt x="117538" y="232143"/>
                  </a:lnTo>
                  <a:lnTo>
                    <a:pt x="118084" y="232117"/>
                  </a:lnTo>
                  <a:lnTo>
                    <a:pt x="118084" y="205663"/>
                  </a:lnTo>
                  <a:lnTo>
                    <a:pt x="117919" y="205066"/>
                  </a:lnTo>
                  <a:lnTo>
                    <a:pt x="127698" y="216471"/>
                  </a:lnTo>
                  <a:lnTo>
                    <a:pt x="127698" y="205803"/>
                  </a:lnTo>
                  <a:lnTo>
                    <a:pt x="94792" y="167411"/>
                  </a:lnTo>
                  <a:lnTo>
                    <a:pt x="94792" y="178104"/>
                  </a:lnTo>
                  <a:lnTo>
                    <a:pt x="93789" y="177863"/>
                  </a:lnTo>
                  <a:lnTo>
                    <a:pt x="87388" y="178257"/>
                  </a:lnTo>
                  <a:lnTo>
                    <a:pt x="85877" y="178828"/>
                  </a:lnTo>
                  <a:lnTo>
                    <a:pt x="86182" y="177076"/>
                  </a:lnTo>
                  <a:lnTo>
                    <a:pt x="86017" y="173342"/>
                  </a:lnTo>
                  <a:lnTo>
                    <a:pt x="85839" y="169595"/>
                  </a:lnTo>
                  <a:lnTo>
                    <a:pt x="85026" y="166700"/>
                  </a:lnTo>
                  <a:lnTo>
                    <a:pt x="94792" y="178104"/>
                  </a:lnTo>
                  <a:lnTo>
                    <a:pt x="94792" y="167411"/>
                  </a:lnTo>
                  <a:lnTo>
                    <a:pt x="93573" y="165989"/>
                  </a:lnTo>
                  <a:lnTo>
                    <a:pt x="84975" y="155981"/>
                  </a:lnTo>
                  <a:lnTo>
                    <a:pt x="84975" y="166636"/>
                  </a:lnTo>
                  <a:lnTo>
                    <a:pt x="83820" y="166700"/>
                  </a:lnTo>
                  <a:lnTo>
                    <a:pt x="84429" y="165989"/>
                  </a:lnTo>
                  <a:lnTo>
                    <a:pt x="84975" y="166636"/>
                  </a:lnTo>
                  <a:lnTo>
                    <a:pt x="84975" y="155981"/>
                  </a:lnTo>
                  <a:lnTo>
                    <a:pt x="84429" y="155333"/>
                  </a:lnTo>
                  <a:lnTo>
                    <a:pt x="50380" y="195059"/>
                  </a:lnTo>
                  <a:lnTo>
                    <a:pt x="50380" y="216750"/>
                  </a:lnTo>
                  <a:lnTo>
                    <a:pt x="48983" y="216408"/>
                  </a:lnTo>
                  <a:lnTo>
                    <a:pt x="45783" y="216611"/>
                  </a:lnTo>
                  <a:lnTo>
                    <a:pt x="42583" y="216814"/>
                  </a:lnTo>
                  <a:lnTo>
                    <a:pt x="40093" y="217754"/>
                  </a:lnTo>
                  <a:lnTo>
                    <a:pt x="40093" y="219671"/>
                  </a:lnTo>
                  <a:lnTo>
                    <a:pt x="39255" y="218681"/>
                  </a:lnTo>
                  <a:lnTo>
                    <a:pt x="40017" y="217792"/>
                  </a:lnTo>
                  <a:lnTo>
                    <a:pt x="40093" y="219671"/>
                  </a:lnTo>
                  <a:lnTo>
                    <a:pt x="40093" y="217754"/>
                  </a:lnTo>
                  <a:lnTo>
                    <a:pt x="49809" y="206375"/>
                  </a:lnTo>
                  <a:lnTo>
                    <a:pt x="49593" y="207606"/>
                  </a:lnTo>
                  <a:lnTo>
                    <a:pt x="49936" y="215087"/>
                  </a:lnTo>
                  <a:lnTo>
                    <a:pt x="50380" y="216750"/>
                  </a:lnTo>
                  <a:lnTo>
                    <a:pt x="50380" y="195059"/>
                  </a:lnTo>
                  <a:lnTo>
                    <a:pt x="30124" y="218681"/>
                  </a:lnTo>
                  <a:lnTo>
                    <a:pt x="84429" y="282028"/>
                  </a:lnTo>
                  <a:lnTo>
                    <a:pt x="93573" y="271373"/>
                  </a:lnTo>
                  <a:lnTo>
                    <a:pt x="138747" y="218681"/>
                  </a:lnTo>
                  <a:close/>
                </a:path>
                <a:path w="340995" h="359409">
                  <a:moveTo>
                    <a:pt x="187909" y="295846"/>
                  </a:moveTo>
                  <a:lnTo>
                    <a:pt x="178777" y="285203"/>
                  </a:lnTo>
                  <a:lnTo>
                    <a:pt x="178777" y="295846"/>
                  </a:lnTo>
                  <a:lnTo>
                    <a:pt x="133616" y="348538"/>
                  </a:lnTo>
                  <a:lnTo>
                    <a:pt x="89344" y="296913"/>
                  </a:lnTo>
                  <a:lnTo>
                    <a:pt x="91922" y="297522"/>
                  </a:lnTo>
                  <a:lnTo>
                    <a:pt x="98336" y="297116"/>
                  </a:lnTo>
                  <a:lnTo>
                    <a:pt x="99771" y="296583"/>
                  </a:lnTo>
                  <a:lnTo>
                    <a:pt x="99466" y="298310"/>
                  </a:lnTo>
                  <a:lnTo>
                    <a:pt x="99644" y="302044"/>
                  </a:lnTo>
                  <a:lnTo>
                    <a:pt x="99809" y="305777"/>
                  </a:lnTo>
                  <a:lnTo>
                    <a:pt x="100634" y="308762"/>
                  </a:lnTo>
                  <a:lnTo>
                    <a:pt x="102311" y="308660"/>
                  </a:lnTo>
                  <a:lnTo>
                    <a:pt x="102857" y="305600"/>
                  </a:lnTo>
                  <a:lnTo>
                    <a:pt x="102514" y="298119"/>
                  </a:lnTo>
                  <a:lnTo>
                    <a:pt x="102044" y="296443"/>
                  </a:lnTo>
                  <a:lnTo>
                    <a:pt x="103530" y="296786"/>
                  </a:lnTo>
                  <a:lnTo>
                    <a:pt x="106730" y="296595"/>
                  </a:lnTo>
                  <a:lnTo>
                    <a:pt x="109931" y="296392"/>
                  </a:lnTo>
                  <a:lnTo>
                    <a:pt x="112496" y="295427"/>
                  </a:lnTo>
                  <a:lnTo>
                    <a:pt x="112407" y="293471"/>
                  </a:lnTo>
                  <a:lnTo>
                    <a:pt x="109766" y="292836"/>
                  </a:lnTo>
                  <a:lnTo>
                    <a:pt x="103365" y="293243"/>
                  </a:lnTo>
                  <a:lnTo>
                    <a:pt x="101854" y="293814"/>
                  </a:lnTo>
                  <a:lnTo>
                    <a:pt x="102158" y="292061"/>
                  </a:lnTo>
                  <a:lnTo>
                    <a:pt x="101993" y="288315"/>
                  </a:lnTo>
                  <a:lnTo>
                    <a:pt x="101815" y="284581"/>
                  </a:lnTo>
                  <a:lnTo>
                    <a:pt x="100990" y="281597"/>
                  </a:lnTo>
                  <a:lnTo>
                    <a:pt x="100634" y="281622"/>
                  </a:lnTo>
                  <a:lnTo>
                    <a:pt x="133616" y="243154"/>
                  </a:lnTo>
                  <a:lnTo>
                    <a:pt x="178777" y="295846"/>
                  </a:lnTo>
                  <a:lnTo>
                    <a:pt x="178777" y="285203"/>
                  </a:lnTo>
                  <a:lnTo>
                    <a:pt x="142748" y="243154"/>
                  </a:lnTo>
                  <a:lnTo>
                    <a:pt x="133616" y="232498"/>
                  </a:lnTo>
                  <a:lnTo>
                    <a:pt x="99568" y="272211"/>
                  </a:lnTo>
                  <a:lnTo>
                    <a:pt x="99568" y="293916"/>
                  </a:lnTo>
                  <a:lnTo>
                    <a:pt x="98171" y="293573"/>
                  </a:lnTo>
                  <a:lnTo>
                    <a:pt x="94957" y="293776"/>
                  </a:lnTo>
                  <a:lnTo>
                    <a:pt x="91757" y="293966"/>
                  </a:lnTo>
                  <a:lnTo>
                    <a:pt x="89281" y="294906"/>
                  </a:lnTo>
                  <a:lnTo>
                    <a:pt x="89281" y="296837"/>
                  </a:lnTo>
                  <a:lnTo>
                    <a:pt x="88442" y="295846"/>
                  </a:lnTo>
                  <a:lnTo>
                    <a:pt x="89192" y="294982"/>
                  </a:lnTo>
                  <a:lnTo>
                    <a:pt x="89281" y="296837"/>
                  </a:lnTo>
                  <a:lnTo>
                    <a:pt x="89281" y="294906"/>
                  </a:lnTo>
                  <a:lnTo>
                    <a:pt x="98983" y="283552"/>
                  </a:lnTo>
                  <a:lnTo>
                    <a:pt x="98767" y="284772"/>
                  </a:lnTo>
                  <a:lnTo>
                    <a:pt x="99123" y="292252"/>
                  </a:lnTo>
                  <a:lnTo>
                    <a:pt x="99568" y="293916"/>
                  </a:lnTo>
                  <a:lnTo>
                    <a:pt x="99568" y="272211"/>
                  </a:lnTo>
                  <a:lnTo>
                    <a:pt x="79298" y="295846"/>
                  </a:lnTo>
                  <a:lnTo>
                    <a:pt x="133616" y="359194"/>
                  </a:lnTo>
                  <a:lnTo>
                    <a:pt x="142748" y="348538"/>
                  </a:lnTo>
                  <a:lnTo>
                    <a:pt x="187909" y="295846"/>
                  </a:lnTo>
                  <a:close/>
                </a:path>
                <a:path w="340995" h="359409">
                  <a:moveTo>
                    <a:pt x="340804" y="63347"/>
                  </a:moveTo>
                  <a:lnTo>
                    <a:pt x="331673" y="52705"/>
                  </a:lnTo>
                  <a:lnTo>
                    <a:pt x="331673" y="63347"/>
                  </a:lnTo>
                  <a:lnTo>
                    <a:pt x="321576" y="75133"/>
                  </a:lnTo>
                  <a:lnTo>
                    <a:pt x="321843" y="73647"/>
                  </a:lnTo>
                  <a:lnTo>
                    <a:pt x="321487" y="66167"/>
                  </a:lnTo>
                  <a:lnTo>
                    <a:pt x="321030" y="64490"/>
                  </a:lnTo>
                  <a:lnTo>
                    <a:pt x="322516" y="64833"/>
                  </a:lnTo>
                  <a:lnTo>
                    <a:pt x="325716" y="64643"/>
                  </a:lnTo>
                  <a:lnTo>
                    <a:pt x="328917" y="64439"/>
                  </a:lnTo>
                  <a:lnTo>
                    <a:pt x="331482" y="63474"/>
                  </a:lnTo>
                  <a:lnTo>
                    <a:pt x="331457" y="63106"/>
                  </a:lnTo>
                  <a:lnTo>
                    <a:pt x="331673" y="63347"/>
                  </a:lnTo>
                  <a:lnTo>
                    <a:pt x="331673" y="52705"/>
                  </a:lnTo>
                  <a:lnTo>
                    <a:pt x="329768" y="50482"/>
                  </a:lnTo>
                  <a:lnTo>
                    <a:pt x="329768" y="61150"/>
                  </a:lnTo>
                  <a:lnTo>
                    <a:pt x="328752" y="60896"/>
                  </a:lnTo>
                  <a:lnTo>
                    <a:pt x="322351" y="61290"/>
                  </a:lnTo>
                  <a:lnTo>
                    <a:pt x="320840" y="61861"/>
                  </a:lnTo>
                  <a:lnTo>
                    <a:pt x="321144" y="60109"/>
                  </a:lnTo>
                  <a:lnTo>
                    <a:pt x="320979" y="56362"/>
                  </a:lnTo>
                  <a:lnTo>
                    <a:pt x="320789" y="52628"/>
                  </a:lnTo>
                  <a:lnTo>
                    <a:pt x="320154" y="50342"/>
                  </a:lnTo>
                  <a:lnTo>
                    <a:pt x="320154" y="76796"/>
                  </a:lnTo>
                  <a:lnTo>
                    <a:pt x="286512" y="116039"/>
                  </a:lnTo>
                  <a:lnTo>
                    <a:pt x="274828" y="102425"/>
                  </a:lnTo>
                  <a:lnTo>
                    <a:pt x="277406" y="103035"/>
                  </a:lnTo>
                  <a:lnTo>
                    <a:pt x="283806" y="102628"/>
                  </a:lnTo>
                  <a:lnTo>
                    <a:pt x="285242" y="102095"/>
                  </a:lnTo>
                  <a:lnTo>
                    <a:pt x="284949" y="103822"/>
                  </a:lnTo>
                  <a:lnTo>
                    <a:pt x="285115" y="107556"/>
                  </a:lnTo>
                  <a:lnTo>
                    <a:pt x="285280" y="111302"/>
                  </a:lnTo>
                  <a:lnTo>
                    <a:pt x="286105" y="114287"/>
                  </a:lnTo>
                  <a:lnTo>
                    <a:pt x="287782" y="114173"/>
                  </a:lnTo>
                  <a:lnTo>
                    <a:pt x="288328" y="111112"/>
                  </a:lnTo>
                  <a:lnTo>
                    <a:pt x="287985" y="103632"/>
                  </a:lnTo>
                  <a:lnTo>
                    <a:pt x="287528" y="101955"/>
                  </a:lnTo>
                  <a:lnTo>
                    <a:pt x="289001" y="102298"/>
                  </a:lnTo>
                  <a:lnTo>
                    <a:pt x="292214" y="102108"/>
                  </a:lnTo>
                  <a:lnTo>
                    <a:pt x="295414" y="101904"/>
                  </a:lnTo>
                  <a:lnTo>
                    <a:pt x="297980" y="100939"/>
                  </a:lnTo>
                  <a:lnTo>
                    <a:pt x="297891" y="98983"/>
                  </a:lnTo>
                  <a:lnTo>
                    <a:pt x="295249" y="98361"/>
                  </a:lnTo>
                  <a:lnTo>
                    <a:pt x="288836" y="98755"/>
                  </a:lnTo>
                  <a:lnTo>
                    <a:pt x="287324" y="99326"/>
                  </a:lnTo>
                  <a:lnTo>
                    <a:pt x="287629" y="97574"/>
                  </a:lnTo>
                  <a:lnTo>
                    <a:pt x="287464" y="93827"/>
                  </a:lnTo>
                  <a:lnTo>
                    <a:pt x="287299" y="90093"/>
                  </a:lnTo>
                  <a:lnTo>
                    <a:pt x="286473" y="87109"/>
                  </a:lnTo>
                  <a:lnTo>
                    <a:pt x="284797" y="87210"/>
                  </a:lnTo>
                  <a:lnTo>
                    <a:pt x="284251" y="90284"/>
                  </a:lnTo>
                  <a:lnTo>
                    <a:pt x="284594" y="97764"/>
                  </a:lnTo>
                  <a:lnTo>
                    <a:pt x="285038" y="99428"/>
                  </a:lnTo>
                  <a:lnTo>
                    <a:pt x="283641" y="99085"/>
                  </a:lnTo>
                  <a:lnTo>
                    <a:pt x="280441" y="99288"/>
                  </a:lnTo>
                  <a:lnTo>
                    <a:pt x="277241" y="99479"/>
                  </a:lnTo>
                  <a:lnTo>
                    <a:pt x="274675" y="100444"/>
                  </a:lnTo>
                  <a:lnTo>
                    <a:pt x="274751" y="102349"/>
                  </a:lnTo>
                  <a:lnTo>
                    <a:pt x="242252" y="64427"/>
                  </a:lnTo>
                  <a:lnTo>
                    <a:pt x="244817" y="65024"/>
                  </a:lnTo>
                  <a:lnTo>
                    <a:pt x="251231" y="64630"/>
                  </a:lnTo>
                  <a:lnTo>
                    <a:pt x="252666" y="64096"/>
                  </a:lnTo>
                  <a:lnTo>
                    <a:pt x="252374" y="65811"/>
                  </a:lnTo>
                  <a:lnTo>
                    <a:pt x="252539" y="69557"/>
                  </a:lnTo>
                  <a:lnTo>
                    <a:pt x="252704" y="73291"/>
                  </a:lnTo>
                  <a:lnTo>
                    <a:pt x="253530" y="76276"/>
                  </a:lnTo>
                  <a:lnTo>
                    <a:pt x="255206" y="76174"/>
                  </a:lnTo>
                  <a:lnTo>
                    <a:pt x="255752" y="73101"/>
                  </a:lnTo>
                  <a:lnTo>
                    <a:pt x="255409" y="65633"/>
                  </a:lnTo>
                  <a:lnTo>
                    <a:pt x="254939" y="63944"/>
                  </a:lnTo>
                  <a:lnTo>
                    <a:pt x="256425" y="64300"/>
                  </a:lnTo>
                  <a:lnTo>
                    <a:pt x="259626" y="64096"/>
                  </a:lnTo>
                  <a:lnTo>
                    <a:pt x="262839" y="63906"/>
                  </a:lnTo>
                  <a:lnTo>
                    <a:pt x="265404" y="62941"/>
                  </a:lnTo>
                  <a:lnTo>
                    <a:pt x="265303" y="60985"/>
                  </a:lnTo>
                  <a:lnTo>
                    <a:pt x="262661" y="60350"/>
                  </a:lnTo>
                  <a:lnTo>
                    <a:pt x="256260" y="60744"/>
                  </a:lnTo>
                  <a:lnTo>
                    <a:pt x="254749" y="61315"/>
                  </a:lnTo>
                  <a:lnTo>
                    <a:pt x="255054" y="59563"/>
                  </a:lnTo>
                  <a:lnTo>
                    <a:pt x="254889" y="55829"/>
                  </a:lnTo>
                  <a:lnTo>
                    <a:pt x="254711" y="52095"/>
                  </a:lnTo>
                  <a:lnTo>
                    <a:pt x="253885" y="49110"/>
                  </a:lnTo>
                  <a:lnTo>
                    <a:pt x="253517" y="49136"/>
                  </a:lnTo>
                  <a:lnTo>
                    <a:pt x="285292" y="12077"/>
                  </a:lnTo>
                  <a:lnTo>
                    <a:pt x="284873" y="14465"/>
                  </a:lnTo>
                  <a:lnTo>
                    <a:pt x="285216" y="21932"/>
                  </a:lnTo>
                  <a:lnTo>
                    <a:pt x="285661" y="23596"/>
                  </a:lnTo>
                  <a:lnTo>
                    <a:pt x="284264" y="23253"/>
                  </a:lnTo>
                  <a:lnTo>
                    <a:pt x="281063" y="23456"/>
                  </a:lnTo>
                  <a:lnTo>
                    <a:pt x="277863" y="23660"/>
                  </a:lnTo>
                  <a:lnTo>
                    <a:pt x="275297" y="24625"/>
                  </a:lnTo>
                  <a:lnTo>
                    <a:pt x="275386" y="26581"/>
                  </a:lnTo>
                  <a:lnTo>
                    <a:pt x="278028" y="27203"/>
                  </a:lnTo>
                  <a:lnTo>
                    <a:pt x="284429" y="26809"/>
                  </a:lnTo>
                  <a:lnTo>
                    <a:pt x="285864" y="26276"/>
                  </a:lnTo>
                  <a:lnTo>
                    <a:pt x="285572" y="27990"/>
                  </a:lnTo>
                  <a:lnTo>
                    <a:pt x="285737" y="31737"/>
                  </a:lnTo>
                  <a:lnTo>
                    <a:pt x="285902" y="35471"/>
                  </a:lnTo>
                  <a:lnTo>
                    <a:pt x="286727" y="38455"/>
                  </a:lnTo>
                  <a:lnTo>
                    <a:pt x="288404" y="38354"/>
                  </a:lnTo>
                  <a:lnTo>
                    <a:pt x="288950" y="35280"/>
                  </a:lnTo>
                  <a:lnTo>
                    <a:pt x="288607" y="27813"/>
                  </a:lnTo>
                  <a:lnTo>
                    <a:pt x="288137" y="26123"/>
                  </a:lnTo>
                  <a:lnTo>
                    <a:pt x="289623" y="26479"/>
                  </a:lnTo>
                  <a:lnTo>
                    <a:pt x="292836" y="26276"/>
                  </a:lnTo>
                  <a:lnTo>
                    <a:pt x="296037" y="26085"/>
                  </a:lnTo>
                  <a:lnTo>
                    <a:pt x="298602" y="25120"/>
                  </a:lnTo>
                  <a:lnTo>
                    <a:pt x="298577" y="24765"/>
                  </a:lnTo>
                  <a:lnTo>
                    <a:pt x="319925" y="49657"/>
                  </a:lnTo>
                  <a:lnTo>
                    <a:pt x="318300" y="49745"/>
                  </a:lnTo>
                  <a:lnTo>
                    <a:pt x="317754" y="52819"/>
                  </a:lnTo>
                  <a:lnTo>
                    <a:pt x="318109" y="60299"/>
                  </a:lnTo>
                  <a:lnTo>
                    <a:pt x="318554" y="61963"/>
                  </a:lnTo>
                  <a:lnTo>
                    <a:pt x="317157" y="61620"/>
                  </a:lnTo>
                  <a:lnTo>
                    <a:pt x="313944" y="61823"/>
                  </a:lnTo>
                  <a:lnTo>
                    <a:pt x="310743" y="62014"/>
                  </a:lnTo>
                  <a:lnTo>
                    <a:pt x="308178" y="62979"/>
                  </a:lnTo>
                  <a:lnTo>
                    <a:pt x="308267" y="64935"/>
                  </a:lnTo>
                  <a:lnTo>
                    <a:pt x="310908" y="65570"/>
                  </a:lnTo>
                  <a:lnTo>
                    <a:pt x="317322" y="65163"/>
                  </a:lnTo>
                  <a:lnTo>
                    <a:pt x="318744" y="64643"/>
                  </a:lnTo>
                  <a:lnTo>
                    <a:pt x="318452" y="66357"/>
                  </a:lnTo>
                  <a:lnTo>
                    <a:pt x="318630" y="70091"/>
                  </a:lnTo>
                  <a:lnTo>
                    <a:pt x="318795" y="73837"/>
                  </a:lnTo>
                  <a:lnTo>
                    <a:pt x="319620" y="76822"/>
                  </a:lnTo>
                  <a:lnTo>
                    <a:pt x="320154" y="76796"/>
                  </a:lnTo>
                  <a:lnTo>
                    <a:pt x="320154" y="50342"/>
                  </a:lnTo>
                  <a:lnTo>
                    <a:pt x="319989" y="49733"/>
                  </a:lnTo>
                  <a:lnTo>
                    <a:pt x="329768" y="61150"/>
                  </a:lnTo>
                  <a:lnTo>
                    <a:pt x="329768" y="50482"/>
                  </a:lnTo>
                  <a:lnTo>
                    <a:pt x="296875" y="12103"/>
                  </a:lnTo>
                  <a:lnTo>
                    <a:pt x="296875" y="22783"/>
                  </a:lnTo>
                  <a:lnTo>
                    <a:pt x="295871" y="22529"/>
                  </a:lnTo>
                  <a:lnTo>
                    <a:pt x="289458" y="22923"/>
                  </a:lnTo>
                  <a:lnTo>
                    <a:pt x="287947" y="23495"/>
                  </a:lnTo>
                  <a:lnTo>
                    <a:pt x="288251" y="21742"/>
                  </a:lnTo>
                  <a:lnTo>
                    <a:pt x="288086" y="18008"/>
                  </a:lnTo>
                  <a:lnTo>
                    <a:pt x="287921" y="14274"/>
                  </a:lnTo>
                  <a:lnTo>
                    <a:pt x="287108" y="11366"/>
                  </a:lnTo>
                  <a:lnTo>
                    <a:pt x="296875" y="22783"/>
                  </a:lnTo>
                  <a:lnTo>
                    <a:pt x="296875" y="12103"/>
                  </a:lnTo>
                  <a:lnTo>
                    <a:pt x="295643" y="10655"/>
                  </a:lnTo>
                  <a:lnTo>
                    <a:pt x="287045" y="635"/>
                  </a:lnTo>
                  <a:lnTo>
                    <a:pt x="287045" y="11303"/>
                  </a:lnTo>
                  <a:lnTo>
                    <a:pt x="285902" y="11366"/>
                  </a:lnTo>
                  <a:lnTo>
                    <a:pt x="286512" y="10655"/>
                  </a:lnTo>
                  <a:lnTo>
                    <a:pt x="287045" y="11303"/>
                  </a:lnTo>
                  <a:lnTo>
                    <a:pt x="287045" y="635"/>
                  </a:lnTo>
                  <a:lnTo>
                    <a:pt x="286512" y="0"/>
                  </a:lnTo>
                  <a:lnTo>
                    <a:pt x="252463" y="39712"/>
                  </a:lnTo>
                  <a:lnTo>
                    <a:pt x="252463" y="61417"/>
                  </a:lnTo>
                  <a:lnTo>
                    <a:pt x="251066" y="61074"/>
                  </a:lnTo>
                  <a:lnTo>
                    <a:pt x="247865" y="61277"/>
                  </a:lnTo>
                  <a:lnTo>
                    <a:pt x="244652" y="61480"/>
                  </a:lnTo>
                  <a:lnTo>
                    <a:pt x="242176" y="62420"/>
                  </a:lnTo>
                  <a:lnTo>
                    <a:pt x="242176" y="64338"/>
                  </a:lnTo>
                  <a:lnTo>
                    <a:pt x="241338" y="63347"/>
                  </a:lnTo>
                  <a:lnTo>
                    <a:pt x="242087" y="62484"/>
                  </a:lnTo>
                  <a:lnTo>
                    <a:pt x="242176" y="64338"/>
                  </a:lnTo>
                  <a:lnTo>
                    <a:pt x="242176" y="62420"/>
                  </a:lnTo>
                  <a:lnTo>
                    <a:pt x="251891" y="51041"/>
                  </a:lnTo>
                  <a:lnTo>
                    <a:pt x="251675" y="52285"/>
                  </a:lnTo>
                  <a:lnTo>
                    <a:pt x="252018" y="59753"/>
                  </a:lnTo>
                  <a:lnTo>
                    <a:pt x="252463" y="61417"/>
                  </a:lnTo>
                  <a:lnTo>
                    <a:pt x="252463" y="39712"/>
                  </a:lnTo>
                  <a:lnTo>
                    <a:pt x="235978" y="58928"/>
                  </a:lnTo>
                  <a:lnTo>
                    <a:pt x="230644" y="52705"/>
                  </a:lnTo>
                  <a:lnTo>
                    <a:pt x="230644" y="63347"/>
                  </a:lnTo>
                  <a:lnTo>
                    <a:pt x="220535" y="75145"/>
                  </a:lnTo>
                  <a:lnTo>
                    <a:pt x="220802" y="73647"/>
                  </a:lnTo>
                  <a:lnTo>
                    <a:pt x="220459" y="66167"/>
                  </a:lnTo>
                  <a:lnTo>
                    <a:pt x="219989" y="64490"/>
                  </a:lnTo>
                  <a:lnTo>
                    <a:pt x="221475" y="64833"/>
                  </a:lnTo>
                  <a:lnTo>
                    <a:pt x="224675" y="64643"/>
                  </a:lnTo>
                  <a:lnTo>
                    <a:pt x="227888" y="64439"/>
                  </a:lnTo>
                  <a:lnTo>
                    <a:pt x="230454" y="63474"/>
                  </a:lnTo>
                  <a:lnTo>
                    <a:pt x="230428" y="63106"/>
                  </a:lnTo>
                  <a:lnTo>
                    <a:pt x="230644" y="63347"/>
                  </a:lnTo>
                  <a:lnTo>
                    <a:pt x="230644" y="52705"/>
                  </a:lnTo>
                  <a:lnTo>
                    <a:pt x="228739" y="50482"/>
                  </a:lnTo>
                  <a:lnTo>
                    <a:pt x="228739" y="61150"/>
                  </a:lnTo>
                  <a:lnTo>
                    <a:pt x="227723" y="60896"/>
                  </a:lnTo>
                  <a:lnTo>
                    <a:pt x="221310" y="61290"/>
                  </a:lnTo>
                  <a:lnTo>
                    <a:pt x="219798" y="61861"/>
                  </a:lnTo>
                  <a:lnTo>
                    <a:pt x="220103" y="60109"/>
                  </a:lnTo>
                  <a:lnTo>
                    <a:pt x="219938" y="56362"/>
                  </a:lnTo>
                  <a:lnTo>
                    <a:pt x="219773" y="52628"/>
                  </a:lnTo>
                  <a:lnTo>
                    <a:pt x="219113" y="50304"/>
                  </a:lnTo>
                  <a:lnTo>
                    <a:pt x="219113" y="76796"/>
                  </a:lnTo>
                  <a:lnTo>
                    <a:pt x="185470" y="116039"/>
                  </a:lnTo>
                  <a:lnTo>
                    <a:pt x="173774" y="102412"/>
                  </a:lnTo>
                  <a:lnTo>
                    <a:pt x="176364" y="103035"/>
                  </a:lnTo>
                  <a:lnTo>
                    <a:pt x="182778" y="102628"/>
                  </a:lnTo>
                  <a:lnTo>
                    <a:pt x="184200" y="102108"/>
                  </a:lnTo>
                  <a:lnTo>
                    <a:pt x="183908" y="103822"/>
                  </a:lnTo>
                  <a:lnTo>
                    <a:pt x="184073" y="107556"/>
                  </a:lnTo>
                  <a:lnTo>
                    <a:pt x="184251" y="111302"/>
                  </a:lnTo>
                  <a:lnTo>
                    <a:pt x="185077" y="114287"/>
                  </a:lnTo>
                  <a:lnTo>
                    <a:pt x="186753" y="114173"/>
                  </a:lnTo>
                  <a:lnTo>
                    <a:pt x="187299" y="111112"/>
                  </a:lnTo>
                  <a:lnTo>
                    <a:pt x="186944" y="103632"/>
                  </a:lnTo>
                  <a:lnTo>
                    <a:pt x="186486" y="101955"/>
                  </a:lnTo>
                  <a:lnTo>
                    <a:pt x="187972" y="102298"/>
                  </a:lnTo>
                  <a:lnTo>
                    <a:pt x="191173" y="102108"/>
                  </a:lnTo>
                  <a:lnTo>
                    <a:pt x="194373" y="101904"/>
                  </a:lnTo>
                  <a:lnTo>
                    <a:pt x="196938" y="100939"/>
                  </a:lnTo>
                  <a:lnTo>
                    <a:pt x="196850" y="98983"/>
                  </a:lnTo>
                  <a:lnTo>
                    <a:pt x="194208" y="98361"/>
                  </a:lnTo>
                  <a:lnTo>
                    <a:pt x="187807" y="98755"/>
                  </a:lnTo>
                  <a:lnTo>
                    <a:pt x="186296" y="99326"/>
                  </a:lnTo>
                  <a:lnTo>
                    <a:pt x="186601" y="97574"/>
                  </a:lnTo>
                  <a:lnTo>
                    <a:pt x="186423" y="93827"/>
                  </a:lnTo>
                  <a:lnTo>
                    <a:pt x="186258" y="90093"/>
                  </a:lnTo>
                  <a:lnTo>
                    <a:pt x="185432" y="87109"/>
                  </a:lnTo>
                  <a:lnTo>
                    <a:pt x="183756" y="87210"/>
                  </a:lnTo>
                  <a:lnTo>
                    <a:pt x="183210" y="90284"/>
                  </a:lnTo>
                  <a:lnTo>
                    <a:pt x="183553" y="97764"/>
                  </a:lnTo>
                  <a:lnTo>
                    <a:pt x="183997" y="99428"/>
                  </a:lnTo>
                  <a:lnTo>
                    <a:pt x="182613" y="99085"/>
                  </a:lnTo>
                  <a:lnTo>
                    <a:pt x="179400" y="99288"/>
                  </a:lnTo>
                  <a:lnTo>
                    <a:pt x="176199" y="99479"/>
                  </a:lnTo>
                  <a:lnTo>
                    <a:pt x="173634" y="100444"/>
                  </a:lnTo>
                  <a:lnTo>
                    <a:pt x="173723" y="102362"/>
                  </a:lnTo>
                  <a:lnTo>
                    <a:pt x="141211" y="64427"/>
                  </a:lnTo>
                  <a:lnTo>
                    <a:pt x="143789" y="65024"/>
                  </a:lnTo>
                  <a:lnTo>
                    <a:pt x="150190" y="64630"/>
                  </a:lnTo>
                  <a:lnTo>
                    <a:pt x="151625" y="64096"/>
                  </a:lnTo>
                  <a:lnTo>
                    <a:pt x="151333" y="65811"/>
                  </a:lnTo>
                  <a:lnTo>
                    <a:pt x="151498" y="69557"/>
                  </a:lnTo>
                  <a:lnTo>
                    <a:pt x="151663" y="73291"/>
                  </a:lnTo>
                  <a:lnTo>
                    <a:pt x="152488" y="76276"/>
                  </a:lnTo>
                  <a:lnTo>
                    <a:pt x="154165" y="76174"/>
                  </a:lnTo>
                  <a:lnTo>
                    <a:pt x="154711" y="73101"/>
                  </a:lnTo>
                  <a:lnTo>
                    <a:pt x="154368" y="65633"/>
                  </a:lnTo>
                  <a:lnTo>
                    <a:pt x="153898" y="63944"/>
                  </a:lnTo>
                  <a:lnTo>
                    <a:pt x="155384" y="64300"/>
                  </a:lnTo>
                  <a:lnTo>
                    <a:pt x="158597" y="64096"/>
                  </a:lnTo>
                  <a:lnTo>
                    <a:pt x="161798" y="63906"/>
                  </a:lnTo>
                  <a:lnTo>
                    <a:pt x="164363" y="62941"/>
                  </a:lnTo>
                  <a:lnTo>
                    <a:pt x="164274" y="60985"/>
                  </a:lnTo>
                  <a:lnTo>
                    <a:pt x="161632" y="60350"/>
                  </a:lnTo>
                  <a:lnTo>
                    <a:pt x="155219" y="60744"/>
                  </a:lnTo>
                  <a:lnTo>
                    <a:pt x="153708" y="61315"/>
                  </a:lnTo>
                  <a:lnTo>
                    <a:pt x="154012" y="59563"/>
                  </a:lnTo>
                  <a:lnTo>
                    <a:pt x="153847" y="55829"/>
                  </a:lnTo>
                  <a:lnTo>
                    <a:pt x="153682" y="52095"/>
                  </a:lnTo>
                  <a:lnTo>
                    <a:pt x="152857" y="49110"/>
                  </a:lnTo>
                  <a:lnTo>
                    <a:pt x="152476" y="49136"/>
                  </a:lnTo>
                  <a:lnTo>
                    <a:pt x="184251" y="12077"/>
                  </a:lnTo>
                  <a:lnTo>
                    <a:pt x="183832" y="14465"/>
                  </a:lnTo>
                  <a:lnTo>
                    <a:pt x="184175" y="21932"/>
                  </a:lnTo>
                  <a:lnTo>
                    <a:pt x="184619" y="23596"/>
                  </a:lnTo>
                  <a:lnTo>
                    <a:pt x="183235" y="23253"/>
                  </a:lnTo>
                  <a:lnTo>
                    <a:pt x="180022" y="23456"/>
                  </a:lnTo>
                  <a:lnTo>
                    <a:pt x="176822" y="23660"/>
                  </a:lnTo>
                  <a:lnTo>
                    <a:pt x="174256" y="24625"/>
                  </a:lnTo>
                  <a:lnTo>
                    <a:pt x="174345" y="26581"/>
                  </a:lnTo>
                  <a:lnTo>
                    <a:pt x="176987" y="27203"/>
                  </a:lnTo>
                  <a:lnTo>
                    <a:pt x="183400" y="26809"/>
                  </a:lnTo>
                  <a:lnTo>
                    <a:pt x="184823" y="26276"/>
                  </a:lnTo>
                  <a:lnTo>
                    <a:pt x="184531" y="27990"/>
                  </a:lnTo>
                  <a:lnTo>
                    <a:pt x="184696" y="31737"/>
                  </a:lnTo>
                  <a:lnTo>
                    <a:pt x="184873" y="35471"/>
                  </a:lnTo>
                  <a:lnTo>
                    <a:pt x="185699" y="38455"/>
                  </a:lnTo>
                  <a:lnTo>
                    <a:pt x="187375" y="38354"/>
                  </a:lnTo>
                  <a:lnTo>
                    <a:pt x="187921" y="35280"/>
                  </a:lnTo>
                  <a:lnTo>
                    <a:pt x="187566" y="27813"/>
                  </a:lnTo>
                  <a:lnTo>
                    <a:pt x="187096" y="26123"/>
                  </a:lnTo>
                  <a:lnTo>
                    <a:pt x="188595" y="26479"/>
                  </a:lnTo>
                  <a:lnTo>
                    <a:pt x="191795" y="26276"/>
                  </a:lnTo>
                  <a:lnTo>
                    <a:pt x="194995" y="26085"/>
                  </a:lnTo>
                  <a:lnTo>
                    <a:pt x="197561" y="25120"/>
                  </a:lnTo>
                  <a:lnTo>
                    <a:pt x="197535" y="24765"/>
                  </a:lnTo>
                  <a:lnTo>
                    <a:pt x="218897" y="49657"/>
                  </a:lnTo>
                  <a:lnTo>
                    <a:pt x="217258" y="49745"/>
                  </a:lnTo>
                  <a:lnTo>
                    <a:pt x="216725" y="52819"/>
                  </a:lnTo>
                  <a:lnTo>
                    <a:pt x="217068" y="60299"/>
                  </a:lnTo>
                  <a:lnTo>
                    <a:pt x="217512" y="61963"/>
                  </a:lnTo>
                  <a:lnTo>
                    <a:pt x="216115" y="61620"/>
                  </a:lnTo>
                  <a:lnTo>
                    <a:pt x="212915" y="61823"/>
                  </a:lnTo>
                  <a:lnTo>
                    <a:pt x="209702" y="62014"/>
                  </a:lnTo>
                  <a:lnTo>
                    <a:pt x="207137" y="62979"/>
                  </a:lnTo>
                  <a:lnTo>
                    <a:pt x="207238" y="64935"/>
                  </a:lnTo>
                  <a:lnTo>
                    <a:pt x="209880" y="65570"/>
                  </a:lnTo>
                  <a:lnTo>
                    <a:pt x="216281" y="65163"/>
                  </a:lnTo>
                  <a:lnTo>
                    <a:pt x="217716" y="64630"/>
                  </a:lnTo>
                  <a:lnTo>
                    <a:pt x="217424" y="66357"/>
                  </a:lnTo>
                  <a:lnTo>
                    <a:pt x="217589" y="70091"/>
                  </a:lnTo>
                  <a:lnTo>
                    <a:pt x="217754" y="73837"/>
                  </a:lnTo>
                  <a:lnTo>
                    <a:pt x="218579" y="76822"/>
                  </a:lnTo>
                  <a:lnTo>
                    <a:pt x="219113" y="76796"/>
                  </a:lnTo>
                  <a:lnTo>
                    <a:pt x="219113" y="50304"/>
                  </a:lnTo>
                  <a:lnTo>
                    <a:pt x="218948" y="49720"/>
                  </a:lnTo>
                  <a:lnTo>
                    <a:pt x="228739" y="61150"/>
                  </a:lnTo>
                  <a:lnTo>
                    <a:pt x="228739" y="50482"/>
                  </a:lnTo>
                  <a:lnTo>
                    <a:pt x="195846" y="12115"/>
                  </a:lnTo>
                  <a:lnTo>
                    <a:pt x="195846" y="22783"/>
                  </a:lnTo>
                  <a:lnTo>
                    <a:pt x="194830" y="22529"/>
                  </a:lnTo>
                  <a:lnTo>
                    <a:pt x="188429" y="22923"/>
                  </a:lnTo>
                  <a:lnTo>
                    <a:pt x="186905" y="23495"/>
                  </a:lnTo>
                  <a:lnTo>
                    <a:pt x="187223" y="21742"/>
                  </a:lnTo>
                  <a:lnTo>
                    <a:pt x="187045" y="18008"/>
                  </a:lnTo>
                  <a:lnTo>
                    <a:pt x="186880" y="14274"/>
                  </a:lnTo>
                  <a:lnTo>
                    <a:pt x="186067" y="11366"/>
                  </a:lnTo>
                  <a:lnTo>
                    <a:pt x="195846" y="22783"/>
                  </a:lnTo>
                  <a:lnTo>
                    <a:pt x="195846" y="12115"/>
                  </a:lnTo>
                  <a:lnTo>
                    <a:pt x="194602" y="10655"/>
                  </a:lnTo>
                  <a:lnTo>
                    <a:pt x="186016" y="647"/>
                  </a:lnTo>
                  <a:lnTo>
                    <a:pt x="186016" y="11303"/>
                  </a:lnTo>
                  <a:lnTo>
                    <a:pt x="184861" y="11366"/>
                  </a:lnTo>
                  <a:lnTo>
                    <a:pt x="185470" y="10655"/>
                  </a:lnTo>
                  <a:lnTo>
                    <a:pt x="186016" y="11303"/>
                  </a:lnTo>
                  <a:lnTo>
                    <a:pt x="186016" y="647"/>
                  </a:lnTo>
                  <a:lnTo>
                    <a:pt x="185470" y="0"/>
                  </a:lnTo>
                  <a:lnTo>
                    <a:pt x="151422" y="39712"/>
                  </a:lnTo>
                  <a:lnTo>
                    <a:pt x="151422" y="61417"/>
                  </a:lnTo>
                  <a:lnTo>
                    <a:pt x="150025" y="61074"/>
                  </a:lnTo>
                  <a:lnTo>
                    <a:pt x="146824" y="61277"/>
                  </a:lnTo>
                  <a:lnTo>
                    <a:pt x="143624" y="61480"/>
                  </a:lnTo>
                  <a:lnTo>
                    <a:pt x="141135" y="62433"/>
                  </a:lnTo>
                  <a:lnTo>
                    <a:pt x="141135" y="64338"/>
                  </a:lnTo>
                  <a:lnTo>
                    <a:pt x="140296" y="63347"/>
                  </a:lnTo>
                  <a:lnTo>
                    <a:pt x="141058" y="62458"/>
                  </a:lnTo>
                  <a:lnTo>
                    <a:pt x="141135" y="64338"/>
                  </a:lnTo>
                  <a:lnTo>
                    <a:pt x="141135" y="62433"/>
                  </a:lnTo>
                  <a:lnTo>
                    <a:pt x="150850" y="51041"/>
                  </a:lnTo>
                  <a:lnTo>
                    <a:pt x="150634" y="52285"/>
                  </a:lnTo>
                  <a:lnTo>
                    <a:pt x="150977" y="59753"/>
                  </a:lnTo>
                  <a:lnTo>
                    <a:pt x="151422" y="61417"/>
                  </a:lnTo>
                  <a:lnTo>
                    <a:pt x="151422" y="39712"/>
                  </a:lnTo>
                  <a:lnTo>
                    <a:pt x="131152" y="63347"/>
                  </a:lnTo>
                  <a:lnTo>
                    <a:pt x="185470" y="126695"/>
                  </a:lnTo>
                  <a:lnTo>
                    <a:pt x="194602" y="116039"/>
                  </a:lnTo>
                  <a:lnTo>
                    <a:pt x="235978" y="67779"/>
                  </a:lnTo>
                  <a:lnTo>
                    <a:pt x="286512" y="126695"/>
                  </a:lnTo>
                  <a:lnTo>
                    <a:pt x="295643" y="116039"/>
                  </a:lnTo>
                  <a:lnTo>
                    <a:pt x="340804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9" name="object 2119" descr=""/>
            <p:cNvSpPr/>
            <p:nvPr/>
          </p:nvSpPr>
          <p:spPr>
            <a:xfrm>
              <a:off x="7175995" y="8013681"/>
              <a:ext cx="361315" cy="204470"/>
            </a:xfrm>
            <a:custGeom>
              <a:avLst/>
              <a:gdLst/>
              <a:ahLst/>
              <a:cxnLst/>
              <a:rect l="l" t="t" r="r" b="b"/>
              <a:pathLst>
                <a:path w="361315" h="204470">
                  <a:moveTo>
                    <a:pt x="108623" y="140512"/>
                  </a:moveTo>
                  <a:lnTo>
                    <a:pt x="99491" y="129870"/>
                  </a:lnTo>
                  <a:lnTo>
                    <a:pt x="99491" y="140512"/>
                  </a:lnTo>
                  <a:lnTo>
                    <a:pt x="89369" y="152311"/>
                  </a:lnTo>
                  <a:lnTo>
                    <a:pt x="89649" y="150799"/>
                  </a:lnTo>
                  <a:lnTo>
                    <a:pt x="89293" y="143319"/>
                  </a:lnTo>
                  <a:lnTo>
                    <a:pt x="88836" y="141643"/>
                  </a:lnTo>
                  <a:lnTo>
                    <a:pt x="90322" y="141998"/>
                  </a:lnTo>
                  <a:lnTo>
                    <a:pt x="93522" y="141795"/>
                  </a:lnTo>
                  <a:lnTo>
                    <a:pt x="96723" y="141592"/>
                  </a:lnTo>
                  <a:lnTo>
                    <a:pt x="99288" y="140639"/>
                  </a:lnTo>
                  <a:lnTo>
                    <a:pt x="99263" y="140258"/>
                  </a:lnTo>
                  <a:lnTo>
                    <a:pt x="99491" y="140512"/>
                  </a:lnTo>
                  <a:lnTo>
                    <a:pt x="99491" y="129870"/>
                  </a:lnTo>
                  <a:lnTo>
                    <a:pt x="97574" y="127635"/>
                  </a:lnTo>
                  <a:lnTo>
                    <a:pt x="97574" y="138303"/>
                  </a:lnTo>
                  <a:lnTo>
                    <a:pt x="96558" y="138049"/>
                  </a:lnTo>
                  <a:lnTo>
                    <a:pt x="90157" y="138442"/>
                  </a:lnTo>
                  <a:lnTo>
                    <a:pt x="88646" y="139014"/>
                  </a:lnTo>
                  <a:lnTo>
                    <a:pt x="88950" y="137261"/>
                  </a:lnTo>
                  <a:lnTo>
                    <a:pt x="88773" y="133527"/>
                  </a:lnTo>
                  <a:lnTo>
                    <a:pt x="88607" y="129794"/>
                  </a:lnTo>
                  <a:lnTo>
                    <a:pt x="87972" y="127533"/>
                  </a:lnTo>
                  <a:lnTo>
                    <a:pt x="87972" y="153949"/>
                  </a:lnTo>
                  <a:lnTo>
                    <a:pt x="54317" y="193205"/>
                  </a:lnTo>
                  <a:lnTo>
                    <a:pt x="42621" y="179590"/>
                  </a:lnTo>
                  <a:lnTo>
                    <a:pt x="45212" y="180187"/>
                  </a:lnTo>
                  <a:lnTo>
                    <a:pt x="51625" y="179793"/>
                  </a:lnTo>
                  <a:lnTo>
                    <a:pt x="53047" y="179260"/>
                  </a:lnTo>
                  <a:lnTo>
                    <a:pt x="52755" y="180975"/>
                  </a:lnTo>
                  <a:lnTo>
                    <a:pt x="52920" y="184721"/>
                  </a:lnTo>
                  <a:lnTo>
                    <a:pt x="53086" y="188455"/>
                  </a:lnTo>
                  <a:lnTo>
                    <a:pt x="53911" y="191439"/>
                  </a:lnTo>
                  <a:lnTo>
                    <a:pt x="55587" y="191338"/>
                  </a:lnTo>
                  <a:lnTo>
                    <a:pt x="56134" y="188264"/>
                  </a:lnTo>
                  <a:lnTo>
                    <a:pt x="55791" y="180784"/>
                  </a:lnTo>
                  <a:lnTo>
                    <a:pt x="55333" y="179108"/>
                  </a:lnTo>
                  <a:lnTo>
                    <a:pt x="56807" y="179463"/>
                  </a:lnTo>
                  <a:lnTo>
                    <a:pt x="60020" y="179260"/>
                  </a:lnTo>
                  <a:lnTo>
                    <a:pt x="63220" y="179057"/>
                  </a:lnTo>
                  <a:lnTo>
                    <a:pt x="65786" y="178104"/>
                  </a:lnTo>
                  <a:lnTo>
                    <a:pt x="65697" y="176136"/>
                  </a:lnTo>
                  <a:lnTo>
                    <a:pt x="63055" y="175514"/>
                  </a:lnTo>
                  <a:lnTo>
                    <a:pt x="56642" y="175907"/>
                  </a:lnTo>
                  <a:lnTo>
                    <a:pt x="55130" y="176479"/>
                  </a:lnTo>
                  <a:lnTo>
                    <a:pt x="55435" y="174726"/>
                  </a:lnTo>
                  <a:lnTo>
                    <a:pt x="55270" y="170992"/>
                  </a:lnTo>
                  <a:lnTo>
                    <a:pt x="55105" y="167259"/>
                  </a:lnTo>
                  <a:lnTo>
                    <a:pt x="54279" y="164274"/>
                  </a:lnTo>
                  <a:lnTo>
                    <a:pt x="52603" y="164376"/>
                  </a:lnTo>
                  <a:lnTo>
                    <a:pt x="52057" y="167436"/>
                  </a:lnTo>
                  <a:lnTo>
                    <a:pt x="52400" y="174917"/>
                  </a:lnTo>
                  <a:lnTo>
                    <a:pt x="52844" y="176580"/>
                  </a:lnTo>
                  <a:lnTo>
                    <a:pt x="51447" y="176237"/>
                  </a:lnTo>
                  <a:lnTo>
                    <a:pt x="48247" y="176441"/>
                  </a:lnTo>
                  <a:lnTo>
                    <a:pt x="45046" y="176644"/>
                  </a:lnTo>
                  <a:lnTo>
                    <a:pt x="42481" y="177609"/>
                  </a:lnTo>
                  <a:lnTo>
                    <a:pt x="42557" y="179514"/>
                  </a:lnTo>
                  <a:lnTo>
                    <a:pt x="10045" y="141579"/>
                  </a:lnTo>
                  <a:lnTo>
                    <a:pt x="12623" y="142189"/>
                  </a:lnTo>
                  <a:lnTo>
                    <a:pt x="19037" y="141782"/>
                  </a:lnTo>
                  <a:lnTo>
                    <a:pt x="20472" y="141249"/>
                  </a:lnTo>
                  <a:lnTo>
                    <a:pt x="20180" y="142976"/>
                  </a:lnTo>
                  <a:lnTo>
                    <a:pt x="20345" y="146710"/>
                  </a:lnTo>
                  <a:lnTo>
                    <a:pt x="20510" y="150444"/>
                  </a:lnTo>
                  <a:lnTo>
                    <a:pt x="21336" y="153428"/>
                  </a:lnTo>
                  <a:lnTo>
                    <a:pt x="23012" y="153327"/>
                  </a:lnTo>
                  <a:lnTo>
                    <a:pt x="23558" y="150266"/>
                  </a:lnTo>
                  <a:lnTo>
                    <a:pt x="23215" y="142786"/>
                  </a:lnTo>
                  <a:lnTo>
                    <a:pt x="22745" y="141109"/>
                  </a:lnTo>
                  <a:lnTo>
                    <a:pt x="24231" y="141452"/>
                  </a:lnTo>
                  <a:lnTo>
                    <a:pt x="27432" y="141262"/>
                  </a:lnTo>
                  <a:lnTo>
                    <a:pt x="30645" y="141058"/>
                  </a:lnTo>
                  <a:lnTo>
                    <a:pt x="33210" y="140093"/>
                  </a:lnTo>
                  <a:lnTo>
                    <a:pt x="33108" y="138137"/>
                  </a:lnTo>
                  <a:lnTo>
                    <a:pt x="30467" y="137502"/>
                  </a:lnTo>
                  <a:lnTo>
                    <a:pt x="24066" y="137909"/>
                  </a:lnTo>
                  <a:lnTo>
                    <a:pt x="22555" y="138480"/>
                  </a:lnTo>
                  <a:lnTo>
                    <a:pt x="22860" y="136728"/>
                  </a:lnTo>
                  <a:lnTo>
                    <a:pt x="22694" y="132981"/>
                  </a:lnTo>
                  <a:lnTo>
                    <a:pt x="22517" y="129247"/>
                  </a:lnTo>
                  <a:lnTo>
                    <a:pt x="21691" y="126263"/>
                  </a:lnTo>
                  <a:lnTo>
                    <a:pt x="21336" y="126288"/>
                  </a:lnTo>
                  <a:lnTo>
                    <a:pt x="53098" y="89242"/>
                  </a:lnTo>
                  <a:lnTo>
                    <a:pt x="52679" y="91617"/>
                  </a:lnTo>
                  <a:lnTo>
                    <a:pt x="53022" y="99098"/>
                  </a:lnTo>
                  <a:lnTo>
                    <a:pt x="53467" y="100761"/>
                  </a:lnTo>
                  <a:lnTo>
                    <a:pt x="52070" y="100418"/>
                  </a:lnTo>
                  <a:lnTo>
                    <a:pt x="48869" y="100622"/>
                  </a:lnTo>
                  <a:lnTo>
                    <a:pt x="45669" y="100812"/>
                  </a:lnTo>
                  <a:lnTo>
                    <a:pt x="43103" y="101777"/>
                  </a:lnTo>
                  <a:lnTo>
                    <a:pt x="43192" y="103733"/>
                  </a:lnTo>
                  <a:lnTo>
                    <a:pt x="45834" y="104368"/>
                  </a:lnTo>
                  <a:lnTo>
                    <a:pt x="52235" y="103962"/>
                  </a:lnTo>
                  <a:lnTo>
                    <a:pt x="53670" y="103428"/>
                  </a:lnTo>
                  <a:lnTo>
                    <a:pt x="53378" y="105156"/>
                  </a:lnTo>
                  <a:lnTo>
                    <a:pt x="53543" y="108889"/>
                  </a:lnTo>
                  <a:lnTo>
                    <a:pt x="53708" y="112623"/>
                  </a:lnTo>
                  <a:lnTo>
                    <a:pt x="54533" y="115608"/>
                  </a:lnTo>
                  <a:lnTo>
                    <a:pt x="56210" y="115506"/>
                  </a:lnTo>
                  <a:lnTo>
                    <a:pt x="56756" y="112445"/>
                  </a:lnTo>
                  <a:lnTo>
                    <a:pt x="56413" y="104965"/>
                  </a:lnTo>
                  <a:lnTo>
                    <a:pt x="55956" y="103289"/>
                  </a:lnTo>
                  <a:lnTo>
                    <a:pt x="57429" y="103632"/>
                  </a:lnTo>
                  <a:lnTo>
                    <a:pt x="60642" y="103441"/>
                  </a:lnTo>
                  <a:lnTo>
                    <a:pt x="63842" y="103238"/>
                  </a:lnTo>
                  <a:lnTo>
                    <a:pt x="66408" y="102273"/>
                  </a:lnTo>
                  <a:lnTo>
                    <a:pt x="66382" y="101930"/>
                  </a:lnTo>
                  <a:lnTo>
                    <a:pt x="87744" y="126822"/>
                  </a:lnTo>
                  <a:lnTo>
                    <a:pt x="86106" y="126911"/>
                  </a:lnTo>
                  <a:lnTo>
                    <a:pt x="85559" y="129971"/>
                  </a:lnTo>
                  <a:lnTo>
                    <a:pt x="85915" y="137452"/>
                  </a:lnTo>
                  <a:lnTo>
                    <a:pt x="86360" y="139115"/>
                  </a:lnTo>
                  <a:lnTo>
                    <a:pt x="84963" y="138772"/>
                  </a:lnTo>
                  <a:lnTo>
                    <a:pt x="81749" y="138976"/>
                  </a:lnTo>
                  <a:lnTo>
                    <a:pt x="78549" y="139179"/>
                  </a:lnTo>
                  <a:lnTo>
                    <a:pt x="75984" y="140144"/>
                  </a:lnTo>
                  <a:lnTo>
                    <a:pt x="76073" y="142100"/>
                  </a:lnTo>
                  <a:lnTo>
                    <a:pt x="78714" y="142722"/>
                  </a:lnTo>
                  <a:lnTo>
                    <a:pt x="85128" y="142328"/>
                  </a:lnTo>
                  <a:lnTo>
                    <a:pt x="86550" y="141795"/>
                  </a:lnTo>
                  <a:lnTo>
                    <a:pt x="86258" y="143510"/>
                  </a:lnTo>
                  <a:lnTo>
                    <a:pt x="86423" y="147256"/>
                  </a:lnTo>
                  <a:lnTo>
                    <a:pt x="86601" y="150990"/>
                  </a:lnTo>
                  <a:lnTo>
                    <a:pt x="87426" y="153974"/>
                  </a:lnTo>
                  <a:lnTo>
                    <a:pt x="87972" y="153949"/>
                  </a:lnTo>
                  <a:lnTo>
                    <a:pt x="87972" y="127533"/>
                  </a:lnTo>
                  <a:lnTo>
                    <a:pt x="87795" y="126885"/>
                  </a:lnTo>
                  <a:lnTo>
                    <a:pt x="97574" y="138303"/>
                  </a:lnTo>
                  <a:lnTo>
                    <a:pt x="97574" y="127635"/>
                  </a:lnTo>
                  <a:lnTo>
                    <a:pt x="64681" y="89268"/>
                  </a:lnTo>
                  <a:lnTo>
                    <a:pt x="64681" y="99936"/>
                  </a:lnTo>
                  <a:lnTo>
                    <a:pt x="63677" y="99695"/>
                  </a:lnTo>
                  <a:lnTo>
                    <a:pt x="57264" y="100088"/>
                  </a:lnTo>
                  <a:lnTo>
                    <a:pt x="55753" y="100660"/>
                  </a:lnTo>
                  <a:lnTo>
                    <a:pt x="56057" y="98907"/>
                  </a:lnTo>
                  <a:lnTo>
                    <a:pt x="55892" y="95161"/>
                  </a:lnTo>
                  <a:lnTo>
                    <a:pt x="55714" y="91427"/>
                  </a:lnTo>
                  <a:lnTo>
                    <a:pt x="54914" y="88531"/>
                  </a:lnTo>
                  <a:lnTo>
                    <a:pt x="64681" y="99936"/>
                  </a:lnTo>
                  <a:lnTo>
                    <a:pt x="64681" y="89268"/>
                  </a:lnTo>
                  <a:lnTo>
                    <a:pt x="63449" y="87820"/>
                  </a:lnTo>
                  <a:lnTo>
                    <a:pt x="54851" y="77800"/>
                  </a:lnTo>
                  <a:lnTo>
                    <a:pt x="54851" y="88455"/>
                  </a:lnTo>
                  <a:lnTo>
                    <a:pt x="53721" y="88519"/>
                  </a:lnTo>
                  <a:lnTo>
                    <a:pt x="54317" y="87820"/>
                  </a:lnTo>
                  <a:lnTo>
                    <a:pt x="54851" y="88455"/>
                  </a:lnTo>
                  <a:lnTo>
                    <a:pt x="54851" y="77800"/>
                  </a:lnTo>
                  <a:lnTo>
                    <a:pt x="54317" y="77165"/>
                  </a:lnTo>
                  <a:lnTo>
                    <a:pt x="20269" y="116878"/>
                  </a:lnTo>
                  <a:lnTo>
                    <a:pt x="20269" y="138582"/>
                  </a:lnTo>
                  <a:lnTo>
                    <a:pt x="18872" y="138239"/>
                  </a:lnTo>
                  <a:lnTo>
                    <a:pt x="15671" y="138442"/>
                  </a:lnTo>
                  <a:lnTo>
                    <a:pt x="12458" y="138633"/>
                  </a:lnTo>
                  <a:lnTo>
                    <a:pt x="9982" y="139573"/>
                  </a:lnTo>
                  <a:lnTo>
                    <a:pt x="9982" y="141503"/>
                  </a:lnTo>
                  <a:lnTo>
                    <a:pt x="9144" y="140512"/>
                  </a:lnTo>
                  <a:lnTo>
                    <a:pt x="9893" y="139636"/>
                  </a:lnTo>
                  <a:lnTo>
                    <a:pt x="9982" y="141503"/>
                  </a:lnTo>
                  <a:lnTo>
                    <a:pt x="9982" y="139573"/>
                  </a:lnTo>
                  <a:lnTo>
                    <a:pt x="19685" y="128206"/>
                  </a:lnTo>
                  <a:lnTo>
                    <a:pt x="19481" y="129438"/>
                  </a:lnTo>
                  <a:lnTo>
                    <a:pt x="19824" y="136918"/>
                  </a:lnTo>
                  <a:lnTo>
                    <a:pt x="20269" y="138582"/>
                  </a:lnTo>
                  <a:lnTo>
                    <a:pt x="20269" y="116878"/>
                  </a:lnTo>
                  <a:lnTo>
                    <a:pt x="0" y="140512"/>
                  </a:lnTo>
                  <a:lnTo>
                    <a:pt x="54317" y="203860"/>
                  </a:lnTo>
                  <a:lnTo>
                    <a:pt x="63449" y="193205"/>
                  </a:lnTo>
                  <a:lnTo>
                    <a:pt x="108623" y="140512"/>
                  </a:lnTo>
                  <a:close/>
                </a:path>
                <a:path w="361315" h="204470">
                  <a:moveTo>
                    <a:pt x="165265" y="178104"/>
                  </a:moveTo>
                  <a:lnTo>
                    <a:pt x="165163" y="176136"/>
                  </a:lnTo>
                  <a:lnTo>
                    <a:pt x="162534" y="175514"/>
                  </a:lnTo>
                  <a:lnTo>
                    <a:pt x="156121" y="175907"/>
                  </a:lnTo>
                  <a:lnTo>
                    <a:pt x="154609" y="176479"/>
                  </a:lnTo>
                  <a:lnTo>
                    <a:pt x="154914" y="174726"/>
                  </a:lnTo>
                  <a:lnTo>
                    <a:pt x="154749" y="170992"/>
                  </a:lnTo>
                  <a:lnTo>
                    <a:pt x="154584" y="167259"/>
                  </a:lnTo>
                  <a:lnTo>
                    <a:pt x="153758" y="164274"/>
                  </a:lnTo>
                  <a:lnTo>
                    <a:pt x="152082" y="164376"/>
                  </a:lnTo>
                  <a:lnTo>
                    <a:pt x="151536" y="167436"/>
                  </a:lnTo>
                  <a:lnTo>
                    <a:pt x="151879" y="174917"/>
                  </a:lnTo>
                  <a:lnTo>
                    <a:pt x="152323" y="176580"/>
                  </a:lnTo>
                  <a:lnTo>
                    <a:pt x="150926" y="176237"/>
                  </a:lnTo>
                  <a:lnTo>
                    <a:pt x="147726" y="176441"/>
                  </a:lnTo>
                  <a:lnTo>
                    <a:pt x="144526" y="176644"/>
                  </a:lnTo>
                  <a:lnTo>
                    <a:pt x="141960" y="177609"/>
                  </a:lnTo>
                  <a:lnTo>
                    <a:pt x="142049" y="179565"/>
                  </a:lnTo>
                  <a:lnTo>
                    <a:pt x="144691" y="180187"/>
                  </a:lnTo>
                  <a:lnTo>
                    <a:pt x="151091" y="179793"/>
                  </a:lnTo>
                  <a:lnTo>
                    <a:pt x="152527" y="179260"/>
                  </a:lnTo>
                  <a:lnTo>
                    <a:pt x="152234" y="180975"/>
                  </a:lnTo>
                  <a:lnTo>
                    <a:pt x="152400" y="184721"/>
                  </a:lnTo>
                  <a:lnTo>
                    <a:pt x="152565" y="188455"/>
                  </a:lnTo>
                  <a:lnTo>
                    <a:pt x="153390" y="191439"/>
                  </a:lnTo>
                  <a:lnTo>
                    <a:pt x="155067" y="191338"/>
                  </a:lnTo>
                  <a:lnTo>
                    <a:pt x="155613" y="188264"/>
                  </a:lnTo>
                  <a:lnTo>
                    <a:pt x="155270" y="180784"/>
                  </a:lnTo>
                  <a:lnTo>
                    <a:pt x="154813" y="179108"/>
                  </a:lnTo>
                  <a:lnTo>
                    <a:pt x="156286" y="179463"/>
                  </a:lnTo>
                  <a:lnTo>
                    <a:pt x="159499" y="179260"/>
                  </a:lnTo>
                  <a:lnTo>
                    <a:pt x="162699" y="179057"/>
                  </a:lnTo>
                  <a:lnTo>
                    <a:pt x="165265" y="178104"/>
                  </a:lnTo>
                  <a:close/>
                </a:path>
                <a:path w="361315" h="204470">
                  <a:moveTo>
                    <a:pt x="165887" y="102273"/>
                  </a:moveTo>
                  <a:lnTo>
                    <a:pt x="165785" y="100317"/>
                  </a:lnTo>
                  <a:lnTo>
                    <a:pt x="163156" y="99695"/>
                  </a:lnTo>
                  <a:lnTo>
                    <a:pt x="156743" y="100088"/>
                  </a:lnTo>
                  <a:lnTo>
                    <a:pt x="155232" y="100660"/>
                  </a:lnTo>
                  <a:lnTo>
                    <a:pt x="155536" y="98907"/>
                  </a:lnTo>
                  <a:lnTo>
                    <a:pt x="155371" y="95161"/>
                  </a:lnTo>
                  <a:lnTo>
                    <a:pt x="155206" y="91427"/>
                  </a:lnTo>
                  <a:lnTo>
                    <a:pt x="154381" y="88442"/>
                  </a:lnTo>
                  <a:lnTo>
                    <a:pt x="152704" y="88544"/>
                  </a:lnTo>
                  <a:lnTo>
                    <a:pt x="152158" y="91617"/>
                  </a:lnTo>
                  <a:lnTo>
                    <a:pt x="152501" y="99098"/>
                  </a:lnTo>
                  <a:lnTo>
                    <a:pt x="152946" y="100761"/>
                  </a:lnTo>
                  <a:lnTo>
                    <a:pt x="151549" y="100418"/>
                  </a:lnTo>
                  <a:lnTo>
                    <a:pt x="148348" y="100622"/>
                  </a:lnTo>
                  <a:lnTo>
                    <a:pt x="145148" y="100812"/>
                  </a:lnTo>
                  <a:lnTo>
                    <a:pt x="142582" y="101777"/>
                  </a:lnTo>
                  <a:lnTo>
                    <a:pt x="142671" y="103733"/>
                  </a:lnTo>
                  <a:lnTo>
                    <a:pt x="145313" y="104368"/>
                  </a:lnTo>
                  <a:lnTo>
                    <a:pt x="151714" y="103962"/>
                  </a:lnTo>
                  <a:lnTo>
                    <a:pt x="153149" y="103428"/>
                  </a:lnTo>
                  <a:lnTo>
                    <a:pt x="152857" y="105156"/>
                  </a:lnTo>
                  <a:lnTo>
                    <a:pt x="153022" y="108889"/>
                  </a:lnTo>
                  <a:lnTo>
                    <a:pt x="153187" y="112623"/>
                  </a:lnTo>
                  <a:lnTo>
                    <a:pt x="154012" y="115608"/>
                  </a:lnTo>
                  <a:lnTo>
                    <a:pt x="155689" y="115506"/>
                  </a:lnTo>
                  <a:lnTo>
                    <a:pt x="156235" y="112445"/>
                  </a:lnTo>
                  <a:lnTo>
                    <a:pt x="155892" y="104965"/>
                  </a:lnTo>
                  <a:lnTo>
                    <a:pt x="155435" y="103289"/>
                  </a:lnTo>
                  <a:lnTo>
                    <a:pt x="156908" y="103632"/>
                  </a:lnTo>
                  <a:lnTo>
                    <a:pt x="160121" y="103441"/>
                  </a:lnTo>
                  <a:lnTo>
                    <a:pt x="163322" y="103238"/>
                  </a:lnTo>
                  <a:lnTo>
                    <a:pt x="165887" y="102273"/>
                  </a:lnTo>
                  <a:close/>
                </a:path>
                <a:path w="361315" h="204470">
                  <a:moveTo>
                    <a:pt x="198767" y="140639"/>
                  </a:moveTo>
                  <a:lnTo>
                    <a:pt x="198678" y="138671"/>
                  </a:lnTo>
                  <a:lnTo>
                    <a:pt x="196037" y="138049"/>
                  </a:lnTo>
                  <a:lnTo>
                    <a:pt x="189636" y="138442"/>
                  </a:lnTo>
                  <a:lnTo>
                    <a:pt x="188112" y="139026"/>
                  </a:lnTo>
                  <a:lnTo>
                    <a:pt x="188417" y="137261"/>
                  </a:lnTo>
                  <a:lnTo>
                    <a:pt x="188252" y="133527"/>
                  </a:lnTo>
                  <a:lnTo>
                    <a:pt x="188087" y="129794"/>
                  </a:lnTo>
                  <a:lnTo>
                    <a:pt x="187261" y="126809"/>
                  </a:lnTo>
                  <a:lnTo>
                    <a:pt x="185585" y="126911"/>
                  </a:lnTo>
                  <a:lnTo>
                    <a:pt x="185039" y="129971"/>
                  </a:lnTo>
                  <a:lnTo>
                    <a:pt x="185381" y="137452"/>
                  </a:lnTo>
                  <a:lnTo>
                    <a:pt x="185826" y="139115"/>
                  </a:lnTo>
                  <a:lnTo>
                    <a:pt x="184442" y="138772"/>
                  </a:lnTo>
                  <a:lnTo>
                    <a:pt x="181229" y="138976"/>
                  </a:lnTo>
                  <a:lnTo>
                    <a:pt x="178028" y="139179"/>
                  </a:lnTo>
                  <a:lnTo>
                    <a:pt x="175463" y="140144"/>
                  </a:lnTo>
                  <a:lnTo>
                    <a:pt x="175552" y="142100"/>
                  </a:lnTo>
                  <a:lnTo>
                    <a:pt x="178193" y="142722"/>
                  </a:lnTo>
                  <a:lnTo>
                    <a:pt x="184607" y="142328"/>
                  </a:lnTo>
                  <a:lnTo>
                    <a:pt x="186029" y="141795"/>
                  </a:lnTo>
                  <a:lnTo>
                    <a:pt x="185737" y="143510"/>
                  </a:lnTo>
                  <a:lnTo>
                    <a:pt x="185902" y="147256"/>
                  </a:lnTo>
                  <a:lnTo>
                    <a:pt x="186080" y="150990"/>
                  </a:lnTo>
                  <a:lnTo>
                    <a:pt x="186905" y="153974"/>
                  </a:lnTo>
                  <a:lnTo>
                    <a:pt x="188582" y="153873"/>
                  </a:lnTo>
                  <a:lnTo>
                    <a:pt x="189128" y="150799"/>
                  </a:lnTo>
                  <a:lnTo>
                    <a:pt x="188772" y="143319"/>
                  </a:lnTo>
                  <a:lnTo>
                    <a:pt x="188315" y="141643"/>
                  </a:lnTo>
                  <a:lnTo>
                    <a:pt x="189801" y="141998"/>
                  </a:lnTo>
                  <a:lnTo>
                    <a:pt x="193001" y="141795"/>
                  </a:lnTo>
                  <a:lnTo>
                    <a:pt x="196202" y="141592"/>
                  </a:lnTo>
                  <a:lnTo>
                    <a:pt x="198767" y="140639"/>
                  </a:lnTo>
                  <a:close/>
                </a:path>
                <a:path w="361315" h="204470">
                  <a:moveTo>
                    <a:pt x="310451" y="140512"/>
                  </a:moveTo>
                  <a:lnTo>
                    <a:pt x="301320" y="129870"/>
                  </a:lnTo>
                  <a:lnTo>
                    <a:pt x="301320" y="140512"/>
                  </a:lnTo>
                  <a:lnTo>
                    <a:pt x="291198" y="152311"/>
                  </a:lnTo>
                  <a:lnTo>
                    <a:pt x="291477" y="150799"/>
                  </a:lnTo>
                  <a:lnTo>
                    <a:pt x="291134" y="143319"/>
                  </a:lnTo>
                  <a:lnTo>
                    <a:pt x="290664" y="141643"/>
                  </a:lnTo>
                  <a:lnTo>
                    <a:pt x="292150" y="141998"/>
                  </a:lnTo>
                  <a:lnTo>
                    <a:pt x="295351" y="141795"/>
                  </a:lnTo>
                  <a:lnTo>
                    <a:pt x="298564" y="141592"/>
                  </a:lnTo>
                  <a:lnTo>
                    <a:pt x="301129" y="140639"/>
                  </a:lnTo>
                  <a:lnTo>
                    <a:pt x="301104" y="140271"/>
                  </a:lnTo>
                  <a:lnTo>
                    <a:pt x="301320" y="140512"/>
                  </a:lnTo>
                  <a:lnTo>
                    <a:pt x="301320" y="129870"/>
                  </a:lnTo>
                  <a:lnTo>
                    <a:pt x="299402" y="127635"/>
                  </a:lnTo>
                  <a:lnTo>
                    <a:pt x="299402" y="138303"/>
                  </a:lnTo>
                  <a:lnTo>
                    <a:pt x="298386" y="138049"/>
                  </a:lnTo>
                  <a:lnTo>
                    <a:pt x="291985" y="138442"/>
                  </a:lnTo>
                  <a:lnTo>
                    <a:pt x="290474" y="139014"/>
                  </a:lnTo>
                  <a:lnTo>
                    <a:pt x="290779" y="137261"/>
                  </a:lnTo>
                  <a:lnTo>
                    <a:pt x="290614" y="133527"/>
                  </a:lnTo>
                  <a:lnTo>
                    <a:pt x="290436" y="129794"/>
                  </a:lnTo>
                  <a:lnTo>
                    <a:pt x="289801" y="127533"/>
                  </a:lnTo>
                  <a:lnTo>
                    <a:pt x="289801" y="153949"/>
                  </a:lnTo>
                  <a:lnTo>
                    <a:pt x="256146" y="193205"/>
                  </a:lnTo>
                  <a:lnTo>
                    <a:pt x="244462" y="179590"/>
                  </a:lnTo>
                  <a:lnTo>
                    <a:pt x="247040" y="180187"/>
                  </a:lnTo>
                  <a:lnTo>
                    <a:pt x="253453" y="179793"/>
                  </a:lnTo>
                  <a:lnTo>
                    <a:pt x="254876" y="179260"/>
                  </a:lnTo>
                  <a:lnTo>
                    <a:pt x="254584" y="180975"/>
                  </a:lnTo>
                  <a:lnTo>
                    <a:pt x="254749" y="184721"/>
                  </a:lnTo>
                  <a:lnTo>
                    <a:pt x="254927" y="188455"/>
                  </a:lnTo>
                  <a:lnTo>
                    <a:pt x="255752" y="191439"/>
                  </a:lnTo>
                  <a:lnTo>
                    <a:pt x="257429" y="191338"/>
                  </a:lnTo>
                  <a:lnTo>
                    <a:pt x="257975" y="188264"/>
                  </a:lnTo>
                  <a:lnTo>
                    <a:pt x="257619" y="180784"/>
                  </a:lnTo>
                  <a:lnTo>
                    <a:pt x="257162" y="179108"/>
                  </a:lnTo>
                  <a:lnTo>
                    <a:pt x="258648" y="179463"/>
                  </a:lnTo>
                  <a:lnTo>
                    <a:pt x="261848" y="179260"/>
                  </a:lnTo>
                  <a:lnTo>
                    <a:pt x="265049" y="179057"/>
                  </a:lnTo>
                  <a:lnTo>
                    <a:pt x="267614" y="178104"/>
                  </a:lnTo>
                  <a:lnTo>
                    <a:pt x="267525" y="176136"/>
                  </a:lnTo>
                  <a:lnTo>
                    <a:pt x="264883" y="175514"/>
                  </a:lnTo>
                  <a:lnTo>
                    <a:pt x="258470" y="175907"/>
                  </a:lnTo>
                  <a:lnTo>
                    <a:pt x="256959" y="176479"/>
                  </a:lnTo>
                  <a:lnTo>
                    <a:pt x="257276" y="174726"/>
                  </a:lnTo>
                  <a:lnTo>
                    <a:pt x="257098" y="170992"/>
                  </a:lnTo>
                  <a:lnTo>
                    <a:pt x="256933" y="167259"/>
                  </a:lnTo>
                  <a:lnTo>
                    <a:pt x="256108" y="164274"/>
                  </a:lnTo>
                  <a:lnTo>
                    <a:pt x="254431" y="164376"/>
                  </a:lnTo>
                  <a:lnTo>
                    <a:pt x="253885" y="167436"/>
                  </a:lnTo>
                  <a:lnTo>
                    <a:pt x="254228" y="174917"/>
                  </a:lnTo>
                  <a:lnTo>
                    <a:pt x="254673" y="176580"/>
                  </a:lnTo>
                  <a:lnTo>
                    <a:pt x="253276" y="176237"/>
                  </a:lnTo>
                  <a:lnTo>
                    <a:pt x="250075" y="176441"/>
                  </a:lnTo>
                  <a:lnTo>
                    <a:pt x="246875" y="176644"/>
                  </a:lnTo>
                  <a:lnTo>
                    <a:pt x="244309" y="177609"/>
                  </a:lnTo>
                  <a:lnTo>
                    <a:pt x="244386" y="179501"/>
                  </a:lnTo>
                  <a:lnTo>
                    <a:pt x="211874" y="141566"/>
                  </a:lnTo>
                  <a:lnTo>
                    <a:pt x="214464" y="142189"/>
                  </a:lnTo>
                  <a:lnTo>
                    <a:pt x="220865" y="141782"/>
                  </a:lnTo>
                  <a:lnTo>
                    <a:pt x="222300" y="141249"/>
                  </a:lnTo>
                  <a:lnTo>
                    <a:pt x="222008" y="142976"/>
                  </a:lnTo>
                  <a:lnTo>
                    <a:pt x="222173" y="146710"/>
                  </a:lnTo>
                  <a:lnTo>
                    <a:pt x="222338" y="150444"/>
                  </a:lnTo>
                  <a:lnTo>
                    <a:pt x="223164" y="153428"/>
                  </a:lnTo>
                  <a:lnTo>
                    <a:pt x="224840" y="153327"/>
                  </a:lnTo>
                  <a:lnTo>
                    <a:pt x="225386" y="150266"/>
                  </a:lnTo>
                  <a:lnTo>
                    <a:pt x="225044" y="142786"/>
                  </a:lnTo>
                  <a:lnTo>
                    <a:pt x="224586" y="141109"/>
                  </a:lnTo>
                  <a:lnTo>
                    <a:pt x="226060" y="141452"/>
                  </a:lnTo>
                  <a:lnTo>
                    <a:pt x="229273" y="141262"/>
                  </a:lnTo>
                  <a:lnTo>
                    <a:pt x="232473" y="141058"/>
                  </a:lnTo>
                  <a:lnTo>
                    <a:pt x="235038" y="140093"/>
                  </a:lnTo>
                  <a:lnTo>
                    <a:pt x="234937" y="138137"/>
                  </a:lnTo>
                  <a:lnTo>
                    <a:pt x="232308" y="137502"/>
                  </a:lnTo>
                  <a:lnTo>
                    <a:pt x="225894" y="137909"/>
                  </a:lnTo>
                  <a:lnTo>
                    <a:pt x="224383" y="138480"/>
                  </a:lnTo>
                  <a:lnTo>
                    <a:pt x="224688" y="136728"/>
                  </a:lnTo>
                  <a:lnTo>
                    <a:pt x="224523" y="132981"/>
                  </a:lnTo>
                  <a:lnTo>
                    <a:pt x="224358" y="129247"/>
                  </a:lnTo>
                  <a:lnTo>
                    <a:pt x="223532" y="126263"/>
                  </a:lnTo>
                  <a:lnTo>
                    <a:pt x="223164" y="126288"/>
                  </a:lnTo>
                  <a:lnTo>
                    <a:pt x="254927" y="89242"/>
                  </a:lnTo>
                  <a:lnTo>
                    <a:pt x="254508" y="91617"/>
                  </a:lnTo>
                  <a:lnTo>
                    <a:pt x="254850" y="99098"/>
                  </a:lnTo>
                  <a:lnTo>
                    <a:pt x="255295" y="100761"/>
                  </a:lnTo>
                  <a:lnTo>
                    <a:pt x="253898" y="100418"/>
                  </a:lnTo>
                  <a:lnTo>
                    <a:pt x="250698" y="100622"/>
                  </a:lnTo>
                  <a:lnTo>
                    <a:pt x="247497" y="100812"/>
                  </a:lnTo>
                  <a:lnTo>
                    <a:pt x="244932" y="101777"/>
                  </a:lnTo>
                  <a:lnTo>
                    <a:pt x="245021" y="103733"/>
                  </a:lnTo>
                  <a:lnTo>
                    <a:pt x="247662" y="104368"/>
                  </a:lnTo>
                  <a:lnTo>
                    <a:pt x="254076" y="103962"/>
                  </a:lnTo>
                  <a:lnTo>
                    <a:pt x="255498" y="103441"/>
                  </a:lnTo>
                  <a:lnTo>
                    <a:pt x="255206" y="105156"/>
                  </a:lnTo>
                  <a:lnTo>
                    <a:pt x="255371" y="108889"/>
                  </a:lnTo>
                  <a:lnTo>
                    <a:pt x="255549" y="112623"/>
                  </a:lnTo>
                  <a:lnTo>
                    <a:pt x="256374" y="115608"/>
                  </a:lnTo>
                  <a:lnTo>
                    <a:pt x="258051" y="115506"/>
                  </a:lnTo>
                  <a:lnTo>
                    <a:pt x="258584" y="112445"/>
                  </a:lnTo>
                  <a:lnTo>
                    <a:pt x="258241" y="104965"/>
                  </a:lnTo>
                  <a:lnTo>
                    <a:pt x="257784" y="103289"/>
                  </a:lnTo>
                  <a:lnTo>
                    <a:pt x="259270" y="103632"/>
                  </a:lnTo>
                  <a:lnTo>
                    <a:pt x="262470" y="103441"/>
                  </a:lnTo>
                  <a:lnTo>
                    <a:pt x="265671" y="103238"/>
                  </a:lnTo>
                  <a:lnTo>
                    <a:pt x="268236" y="102273"/>
                  </a:lnTo>
                  <a:lnTo>
                    <a:pt x="268211" y="101930"/>
                  </a:lnTo>
                  <a:lnTo>
                    <a:pt x="289572" y="126822"/>
                  </a:lnTo>
                  <a:lnTo>
                    <a:pt x="287934" y="126911"/>
                  </a:lnTo>
                  <a:lnTo>
                    <a:pt x="287401" y="129971"/>
                  </a:lnTo>
                  <a:lnTo>
                    <a:pt x="287743" y="137452"/>
                  </a:lnTo>
                  <a:lnTo>
                    <a:pt x="288188" y="139115"/>
                  </a:lnTo>
                  <a:lnTo>
                    <a:pt x="286791" y="138772"/>
                  </a:lnTo>
                  <a:lnTo>
                    <a:pt x="283591" y="138976"/>
                  </a:lnTo>
                  <a:lnTo>
                    <a:pt x="280377" y="139179"/>
                  </a:lnTo>
                  <a:lnTo>
                    <a:pt x="277812" y="140144"/>
                  </a:lnTo>
                  <a:lnTo>
                    <a:pt x="277914" y="142100"/>
                  </a:lnTo>
                  <a:lnTo>
                    <a:pt x="280555" y="142722"/>
                  </a:lnTo>
                  <a:lnTo>
                    <a:pt x="286956" y="142328"/>
                  </a:lnTo>
                  <a:lnTo>
                    <a:pt x="288391" y="141795"/>
                  </a:lnTo>
                  <a:lnTo>
                    <a:pt x="288099" y="143510"/>
                  </a:lnTo>
                  <a:lnTo>
                    <a:pt x="288264" y="147256"/>
                  </a:lnTo>
                  <a:lnTo>
                    <a:pt x="288429" y="150990"/>
                  </a:lnTo>
                  <a:lnTo>
                    <a:pt x="289255" y="153974"/>
                  </a:lnTo>
                  <a:lnTo>
                    <a:pt x="289801" y="153949"/>
                  </a:lnTo>
                  <a:lnTo>
                    <a:pt x="289801" y="127533"/>
                  </a:lnTo>
                  <a:lnTo>
                    <a:pt x="289623" y="126885"/>
                  </a:lnTo>
                  <a:lnTo>
                    <a:pt x="299402" y="138303"/>
                  </a:lnTo>
                  <a:lnTo>
                    <a:pt x="299402" y="127635"/>
                  </a:lnTo>
                  <a:lnTo>
                    <a:pt x="266509" y="89268"/>
                  </a:lnTo>
                  <a:lnTo>
                    <a:pt x="266509" y="99936"/>
                  </a:lnTo>
                  <a:lnTo>
                    <a:pt x="265506" y="99695"/>
                  </a:lnTo>
                  <a:lnTo>
                    <a:pt x="259092" y="100088"/>
                  </a:lnTo>
                  <a:lnTo>
                    <a:pt x="257581" y="100660"/>
                  </a:lnTo>
                  <a:lnTo>
                    <a:pt x="257886" y="98907"/>
                  </a:lnTo>
                  <a:lnTo>
                    <a:pt x="257721" y="95161"/>
                  </a:lnTo>
                  <a:lnTo>
                    <a:pt x="257556" y="91427"/>
                  </a:lnTo>
                  <a:lnTo>
                    <a:pt x="256743" y="88531"/>
                  </a:lnTo>
                  <a:lnTo>
                    <a:pt x="266509" y="99936"/>
                  </a:lnTo>
                  <a:lnTo>
                    <a:pt x="266509" y="89268"/>
                  </a:lnTo>
                  <a:lnTo>
                    <a:pt x="265277" y="87820"/>
                  </a:lnTo>
                  <a:lnTo>
                    <a:pt x="256679" y="77800"/>
                  </a:lnTo>
                  <a:lnTo>
                    <a:pt x="256679" y="88455"/>
                  </a:lnTo>
                  <a:lnTo>
                    <a:pt x="255549" y="88519"/>
                  </a:lnTo>
                  <a:lnTo>
                    <a:pt x="256146" y="87820"/>
                  </a:lnTo>
                  <a:lnTo>
                    <a:pt x="256679" y="88455"/>
                  </a:lnTo>
                  <a:lnTo>
                    <a:pt x="256679" y="77800"/>
                  </a:lnTo>
                  <a:lnTo>
                    <a:pt x="256146" y="77165"/>
                  </a:lnTo>
                  <a:lnTo>
                    <a:pt x="222097" y="116878"/>
                  </a:lnTo>
                  <a:lnTo>
                    <a:pt x="222097" y="138582"/>
                  </a:lnTo>
                  <a:lnTo>
                    <a:pt x="220700" y="138239"/>
                  </a:lnTo>
                  <a:lnTo>
                    <a:pt x="217500" y="138442"/>
                  </a:lnTo>
                  <a:lnTo>
                    <a:pt x="214287" y="138633"/>
                  </a:lnTo>
                  <a:lnTo>
                    <a:pt x="211810" y="139573"/>
                  </a:lnTo>
                  <a:lnTo>
                    <a:pt x="211810" y="141503"/>
                  </a:lnTo>
                  <a:lnTo>
                    <a:pt x="210972" y="140512"/>
                  </a:lnTo>
                  <a:lnTo>
                    <a:pt x="211721" y="139649"/>
                  </a:lnTo>
                  <a:lnTo>
                    <a:pt x="211810" y="141503"/>
                  </a:lnTo>
                  <a:lnTo>
                    <a:pt x="211810" y="139573"/>
                  </a:lnTo>
                  <a:lnTo>
                    <a:pt x="221526" y="128206"/>
                  </a:lnTo>
                  <a:lnTo>
                    <a:pt x="221310" y="129438"/>
                  </a:lnTo>
                  <a:lnTo>
                    <a:pt x="221653" y="136918"/>
                  </a:lnTo>
                  <a:lnTo>
                    <a:pt x="222097" y="138582"/>
                  </a:lnTo>
                  <a:lnTo>
                    <a:pt x="222097" y="116878"/>
                  </a:lnTo>
                  <a:lnTo>
                    <a:pt x="201828" y="140512"/>
                  </a:lnTo>
                  <a:lnTo>
                    <a:pt x="256146" y="203860"/>
                  </a:lnTo>
                  <a:lnTo>
                    <a:pt x="265277" y="193205"/>
                  </a:lnTo>
                  <a:lnTo>
                    <a:pt x="310451" y="140512"/>
                  </a:lnTo>
                  <a:close/>
                </a:path>
                <a:path w="361315" h="204470">
                  <a:moveTo>
                    <a:pt x="360984" y="63347"/>
                  </a:moveTo>
                  <a:lnTo>
                    <a:pt x="351853" y="52705"/>
                  </a:lnTo>
                  <a:lnTo>
                    <a:pt x="351853" y="63347"/>
                  </a:lnTo>
                  <a:lnTo>
                    <a:pt x="306692" y="116039"/>
                  </a:lnTo>
                  <a:lnTo>
                    <a:pt x="295008" y="102425"/>
                  </a:lnTo>
                  <a:lnTo>
                    <a:pt x="297586" y="103035"/>
                  </a:lnTo>
                  <a:lnTo>
                    <a:pt x="303987" y="102628"/>
                  </a:lnTo>
                  <a:lnTo>
                    <a:pt x="305422" y="102095"/>
                  </a:lnTo>
                  <a:lnTo>
                    <a:pt x="305130" y="103822"/>
                  </a:lnTo>
                  <a:lnTo>
                    <a:pt x="305295" y="107556"/>
                  </a:lnTo>
                  <a:lnTo>
                    <a:pt x="305460" y="111290"/>
                  </a:lnTo>
                  <a:lnTo>
                    <a:pt x="306285" y="114274"/>
                  </a:lnTo>
                  <a:lnTo>
                    <a:pt x="307962" y="114173"/>
                  </a:lnTo>
                  <a:lnTo>
                    <a:pt x="308508" y="111099"/>
                  </a:lnTo>
                  <a:lnTo>
                    <a:pt x="308165" y="103632"/>
                  </a:lnTo>
                  <a:lnTo>
                    <a:pt x="307352" y="100634"/>
                  </a:lnTo>
                  <a:lnTo>
                    <a:pt x="307809" y="97574"/>
                  </a:lnTo>
                  <a:lnTo>
                    <a:pt x="307644" y="93827"/>
                  </a:lnTo>
                  <a:lnTo>
                    <a:pt x="307479" y="90093"/>
                  </a:lnTo>
                  <a:lnTo>
                    <a:pt x="306654" y="87109"/>
                  </a:lnTo>
                  <a:lnTo>
                    <a:pt x="304977" y="87210"/>
                  </a:lnTo>
                  <a:lnTo>
                    <a:pt x="304431" y="90284"/>
                  </a:lnTo>
                  <a:lnTo>
                    <a:pt x="304774" y="97751"/>
                  </a:lnTo>
                  <a:lnTo>
                    <a:pt x="305219" y="99428"/>
                  </a:lnTo>
                  <a:lnTo>
                    <a:pt x="303822" y="99085"/>
                  </a:lnTo>
                  <a:lnTo>
                    <a:pt x="300621" y="99275"/>
                  </a:lnTo>
                  <a:lnTo>
                    <a:pt x="297421" y="99479"/>
                  </a:lnTo>
                  <a:lnTo>
                    <a:pt x="294855" y="100444"/>
                  </a:lnTo>
                  <a:lnTo>
                    <a:pt x="294932" y="102349"/>
                  </a:lnTo>
                  <a:lnTo>
                    <a:pt x="262432" y="64427"/>
                  </a:lnTo>
                  <a:lnTo>
                    <a:pt x="264998" y="65024"/>
                  </a:lnTo>
                  <a:lnTo>
                    <a:pt x="271411" y="64630"/>
                  </a:lnTo>
                  <a:lnTo>
                    <a:pt x="272846" y="64096"/>
                  </a:lnTo>
                  <a:lnTo>
                    <a:pt x="272554" y="65811"/>
                  </a:lnTo>
                  <a:lnTo>
                    <a:pt x="272719" y="69545"/>
                  </a:lnTo>
                  <a:lnTo>
                    <a:pt x="272884" y="73291"/>
                  </a:lnTo>
                  <a:lnTo>
                    <a:pt x="273710" y="76276"/>
                  </a:lnTo>
                  <a:lnTo>
                    <a:pt x="275386" y="76161"/>
                  </a:lnTo>
                  <a:lnTo>
                    <a:pt x="275932" y="73101"/>
                  </a:lnTo>
                  <a:lnTo>
                    <a:pt x="275590" y="65620"/>
                  </a:lnTo>
                  <a:lnTo>
                    <a:pt x="275120" y="63957"/>
                  </a:lnTo>
                  <a:lnTo>
                    <a:pt x="276606" y="64300"/>
                  </a:lnTo>
                  <a:lnTo>
                    <a:pt x="279806" y="64096"/>
                  </a:lnTo>
                  <a:lnTo>
                    <a:pt x="283019" y="63893"/>
                  </a:lnTo>
                  <a:lnTo>
                    <a:pt x="285584" y="62941"/>
                  </a:lnTo>
                  <a:lnTo>
                    <a:pt x="285483" y="60972"/>
                  </a:lnTo>
                  <a:lnTo>
                    <a:pt x="282841" y="60350"/>
                  </a:lnTo>
                  <a:lnTo>
                    <a:pt x="276440" y="60744"/>
                  </a:lnTo>
                  <a:lnTo>
                    <a:pt x="274929" y="61315"/>
                  </a:lnTo>
                  <a:lnTo>
                    <a:pt x="275234" y="59563"/>
                  </a:lnTo>
                  <a:lnTo>
                    <a:pt x="275069" y="55829"/>
                  </a:lnTo>
                  <a:lnTo>
                    <a:pt x="274891" y="52082"/>
                  </a:lnTo>
                  <a:lnTo>
                    <a:pt x="274066" y="49098"/>
                  </a:lnTo>
                  <a:lnTo>
                    <a:pt x="273710" y="49123"/>
                  </a:lnTo>
                  <a:lnTo>
                    <a:pt x="306692" y="10655"/>
                  </a:lnTo>
                  <a:lnTo>
                    <a:pt x="351853" y="63347"/>
                  </a:lnTo>
                  <a:lnTo>
                    <a:pt x="351853" y="52705"/>
                  </a:lnTo>
                  <a:lnTo>
                    <a:pt x="315823" y="10655"/>
                  </a:lnTo>
                  <a:lnTo>
                    <a:pt x="306692" y="0"/>
                  </a:lnTo>
                  <a:lnTo>
                    <a:pt x="272643" y="39712"/>
                  </a:lnTo>
                  <a:lnTo>
                    <a:pt x="272643" y="61417"/>
                  </a:lnTo>
                  <a:lnTo>
                    <a:pt x="271246" y="61074"/>
                  </a:lnTo>
                  <a:lnTo>
                    <a:pt x="268046" y="61277"/>
                  </a:lnTo>
                  <a:lnTo>
                    <a:pt x="264833" y="61480"/>
                  </a:lnTo>
                  <a:lnTo>
                    <a:pt x="262356" y="62407"/>
                  </a:lnTo>
                  <a:lnTo>
                    <a:pt x="262356" y="64338"/>
                  </a:lnTo>
                  <a:lnTo>
                    <a:pt x="261518" y="63347"/>
                  </a:lnTo>
                  <a:lnTo>
                    <a:pt x="262267" y="62471"/>
                  </a:lnTo>
                  <a:lnTo>
                    <a:pt x="262356" y="64338"/>
                  </a:lnTo>
                  <a:lnTo>
                    <a:pt x="262356" y="62407"/>
                  </a:lnTo>
                  <a:lnTo>
                    <a:pt x="272059" y="51041"/>
                  </a:lnTo>
                  <a:lnTo>
                    <a:pt x="271856" y="52273"/>
                  </a:lnTo>
                  <a:lnTo>
                    <a:pt x="272199" y="59753"/>
                  </a:lnTo>
                  <a:lnTo>
                    <a:pt x="272643" y="61417"/>
                  </a:lnTo>
                  <a:lnTo>
                    <a:pt x="272643" y="39712"/>
                  </a:lnTo>
                  <a:lnTo>
                    <a:pt x="256159" y="58928"/>
                  </a:lnTo>
                  <a:lnTo>
                    <a:pt x="250825" y="52705"/>
                  </a:lnTo>
                  <a:lnTo>
                    <a:pt x="250825" y="63347"/>
                  </a:lnTo>
                  <a:lnTo>
                    <a:pt x="240703" y="75145"/>
                  </a:lnTo>
                  <a:lnTo>
                    <a:pt x="240982" y="73634"/>
                  </a:lnTo>
                  <a:lnTo>
                    <a:pt x="240639" y="66167"/>
                  </a:lnTo>
                  <a:lnTo>
                    <a:pt x="240169" y="64490"/>
                  </a:lnTo>
                  <a:lnTo>
                    <a:pt x="241655" y="64833"/>
                  </a:lnTo>
                  <a:lnTo>
                    <a:pt x="244856" y="64630"/>
                  </a:lnTo>
                  <a:lnTo>
                    <a:pt x="248069" y="64439"/>
                  </a:lnTo>
                  <a:lnTo>
                    <a:pt x="250634" y="63474"/>
                  </a:lnTo>
                  <a:lnTo>
                    <a:pt x="250609" y="63106"/>
                  </a:lnTo>
                  <a:lnTo>
                    <a:pt x="250825" y="63347"/>
                  </a:lnTo>
                  <a:lnTo>
                    <a:pt x="250825" y="52705"/>
                  </a:lnTo>
                  <a:lnTo>
                    <a:pt x="248920" y="50482"/>
                  </a:lnTo>
                  <a:lnTo>
                    <a:pt x="248920" y="61137"/>
                  </a:lnTo>
                  <a:lnTo>
                    <a:pt x="247904" y="60883"/>
                  </a:lnTo>
                  <a:lnTo>
                    <a:pt x="241490" y="61290"/>
                  </a:lnTo>
                  <a:lnTo>
                    <a:pt x="239979" y="61861"/>
                  </a:lnTo>
                  <a:lnTo>
                    <a:pt x="240284" y="60109"/>
                  </a:lnTo>
                  <a:lnTo>
                    <a:pt x="240118" y="56362"/>
                  </a:lnTo>
                  <a:lnTo>
                    <a:pt x="239953" y="52628"/>
                  </a:lnTo>
                  <a:lnTo>
                    <a:pt x="239306" y="50355"/>
                  </a:lnTo>
                  <a:lnTo>
                    <a:pt x="239306" y="76784"/>
                  </a:lnTo>
                  <a:lnTo>
                    <a:pt x="205651" y="116039"/>
                  </a:lnTo>
                  <a:lnTo>
                    <a:pt x="193954" y="102412"/>
                  </a:lnTo>
                  <a:lnTo>
                    <a:pt x="196545" y="103035"/>
                  </a:lnTo>
                  <a:lnTo>
                    <a:pt x="202958" y="102628"/>
                  </a:lnTo>
                  <a:lnTo>
                    <a:pt x="204381" y="102095"/>
                  </a:lnTo>
                  <a:lnTo>
                    <a:pt x="204089" y="103822"/>
                  </a:lnTo>
                  <a:lnTo>
                    <a:pt x="204254" y="107556"/>
                  </a:lnTo>
                  <a:lnTo>
                    <a:pt x="204431" y="111290"/>
                  </a:lnTo>
                  <a:lnTo>
                    <a:pt x="205257" y="114274"/>
                  </a:lnTo>
                  <a:lnTo>
                    <a:pt x="206933" y="114173"/>
                  </a:lnTo>
                  <a:lnTo>
                    <a:pt x="207479" y="111099"/>
                  </a:lnTo>
                  <a:lnTo>
                    <a:pt x="207124" y="103632"/>
                  </a:lnTo>
                  <a:lnTo>
                    <a:pt x="206667" y="101955"/>
                  </a:lnTo>
                  <a:lnTo>
                    <a:pt x="208153" y="102298"/>
                  </a:lnTo>
                  <a:lnTo>
                    <a:pt x="211353" y="102095"/>
                  </a:lnTo>
                  <a:lnTo>
                    <a:pt x="214553" y="101904"/>
                  </a:lnTo>
                  <a:lnTo>
                    <a:pt x="217119" y="100939"/>
                  </a:lnTo>
                  <a:lnTo>
                    <a:pt x="217030" y="98983"/>
                  </a:lnTo>
                  <a:lnTo>
                    <a:pt x="214388" y="98348"/>
                  </a:lnTo>
                  <a:lnTo>
                    <a:pt x="207987" y="98755"/>
                  </a:lnTo>
                  <a:lnTo>
                    <a:pt x="206476" y="99326"/>
                  </a:lnTo>
                  <a:lnTo>
                    <a:pt x="206781" y="97574"/>
                  </a:lnTo>
                  <a:lnTo>
                    <a:pt x="206603" y="93827"/>
                  </a:lnTo>
                  <a:lnTo>
                    <a:pt x="206438" y="90093"/>
                  </a:lnTo>
                  <a:lnTo>
                    <a:pt x="205613" y="87109"/>
                  </a:lnTo>
                  <a:lnTo>
                    <a:pt x="203936" y="87210"/>
                  </a:lnTo>
                  <a:lnTo>
                    <a:pt x="203390" y="90284"/>
                  </a:lnTo>
                  <a:lnTo>
                    <a:pt x="203733" y="97751"/>
                  </a:lnTo>
                  <a:lnTo>
                    <a:pt x="204190" y="99428"/>
                  </a:lnTo>
                  <a:lnTo>
                    <a:pt x="202793" y="99085"/>
                  </a:lnTo>
                  <a:lnTo>
                    <a:pt x="199580" y="99275"/>
                  </a:lnTo>
                  <a:lnTo>
                    <a:pt x="196380" y="99479"/>
                  </a:lnTo>
                  <a:lnTo>
                    <a:pt x="193814" y="100444"/>
                  </a:lnTo>
                  <a:lnTo>
                    <a:pt x="193903" y="102362"/>
                  </a:lnTo>
                  <a:lnTo>
                    <a:pt x="161391" y="64427"/>
                  </a:lnTo>
                  <a:lnTo>
                    <a:pt x="163969" y="65024"/>
                  </a:lnTo>
                  <a:lnTo>
                    <a:pt x="170370" y="64630"/>
                  </a:lnTo>
                  <a:lnTo>
                    <a:pt x="171805" y="64096"/>
                  </a:lnTo>
                  <a:lnTo>
                    <a:pt x="171513" y="65811"/>
                  </a:lnTo>
                  <a:lnTo>
                    <a:pt x="171678" y="69545"/>
                  </a:lnTo>
                  <a:lnTo>
                    <a:pt x="171843" y="73291"/>
                  </a:lnTo>
                  <a:lnTo>
                    <a:pt x="172669" y="76276"/>
                  </a:lnTo>
                  <a:lnTo>
                    <a:pt x="174345" y="76161"/>
                  </a:lnTo>
                  <a:lnTo>
                    <a:pt x="174891" y="73101"/>
                  </a:lnTo>
                  <a:lnTo>
                    <a:pt x="174548" y="65620"/>
                  </a:lnTo>
                  <a:lnTo>
                    <a:pt x="174091" y="63957"/>
                  </a:lnTo>
                  <a:lnTo>
                    <a:pt x="175564" y="64300"/>
                  </a:lnTo>
                  <a:lnTo>
                    <a:pt x="178777" y="64096"/>
                  </a:lnTo>
                  <a:lnTo>
                    <a:pt x="181978" y="63893"/>
                  </a:lnTo>
                  <a:lnTo>
                    <a:pt x="184543" y="62941"/>
                  </a:lnTo>
                  <a:lnTo>
                    <a:pt x="184454" y="60972"/>
                  </a:lnTo>
                  <a:lnTo>
                    <a:pt x="181813" y="60350"/>
                  </a:lnTo>
                  <a:lnTo>
                    <a:pt x="175399" y="60744"/>
                  </a:lnTo>
                  <a:lnTo>
                    <a:pt x="173888" y="61315"/>
                  </a:lnTo>
                  <a:lnTo>
                    <a:pt x="174193" y="59563"/>
                  </a:lnTo>
                  <a:lnTo>
                    <a:pt x="174028" y="55829"/>
                  </a:lnTo>
                  <a:lnTo>
                    <a:pt x="173863" y="52082"/>
                  </a:lnTo>
                  <a:lnTo>
                    <a:pt x="173037" y="49098"/>
                  </a:lnTo>
                  <a:lnTo>
                    <a:pt x="172669" y="49123"/>
                  </a:lnTo>
                  <a:lnTo>
                    <a:pt x="204431" y="12077"/>
                  </a:lnTo>
                  <a:lnTo>
                    <a:pt x="204012" y="14452"/>
                  </a:lnTo>
                  <a:lnTo>
                    <a:pt x="204355" y="21932"/>
                  </a:lnTo>
                  <a:lnTo>
                    <a:pt x="204800" y="23596"/>
                  </a:lnTo>
                  <a:lnTo>
                    <a:pt x="203415" y="23253"/>
                  </a:lnTo>
                  <a:lnTo>
                    <a:pt x="200202" y="23456"/>
                  </a:lnTo>
                  <a:lnTo>
                    <a:pt x="197002" y="23660"/>
                  </a:lnTo>
                  <a:lnTo>
                    <a:pt x="194437" y="24612"/>
                  </a:lnTo>
                  <a:lnTo>
                    <a:pt x="194525" y="26581"/>
                  </a:lnTo>
                  <a:lnTo>
                    <a:pt x="197167" y="27203"/>
                  </a:lnTo>
                  <a:lnTo>
                    <a:pt x="203581" y="26809"/>
                  </a:lnTo>
                  <a:lnTo>
                    <a:pt x="205003" y="26276"/>
                  </a:lnTo>
                  <a:lnTo>
                    <a:pt x="204711" y="27990"/>
                  </a:lnTo>
                  <a:lnTo>
                    <a:pt x="204876" y="31724"/>
                  </a:lnTo>
                  <a:lnTo>
                    <a:pt x="205054" y="35471"/>
                  </a:lnTo>
                  <a:lnTo>
                    <a:pt x="205879" y="38455"/>
                  </a:lnTo>
                  <a:lnTo>
                    <a:pt x="207556" y="38354"/>
                  </a:lnTo>
                  <a:lnTo>
                    <a:pt x="208102" y="35280"/>
                  </a:lnTo>
                  <a:lnTo>
                    <a:pt x="207746" y="27800"/>
                  </a:lnTo>
                  <a:lnTo>
                    <a:pt x="207289" y="26123"/>
                  </a:lnTo>
                  <a:lnTo>
                    <a:pt x="208775" y="26479"/>
                  </a:lnTo>
                  <a:lnTo>
                    <a:pt x="211975" y="26276"/>
                  </a:lnTo>
                  <a:lnTo>
                    <a:pt x="215176" y="26073"/>
                  </a:lnTo>
                  <a:lnTo>
                    <a:pt x="217741" y="25107"/>
                  </a:lnTo>
                  <a:lnTo>
                    <a:pt x="217716" y="24765"/>
                  </a:lnTo>
                  <a:lnTo>
                    <a:pt x="239077" y="49657"/>
                  </a:lnTo>
                  <a:lnTo>
                    <a:pt x="237439" y="49745"/>
                  </a:lnTo>
                  <a:lnTo>
                    <a:pt x="236905" y="52819"/>
                  </a:lnTo>
                  <a:lnTo>
                    <a:pt x="237248" y="60286"/>
                  </a:lnTo>
                  <a:lnTo>
                    <a:pt x="237693" y="61963"/>
                  </a:lnTo>
                  <a:lnTo>
                    <a:pt x="236296" y="61620"/>
                  </a:lnTo>
                  <a:lnTo>
                    <a:pt x="233095" y="61810"/>
                  </a:lnTo>
                  <a:lnTo>
                    <a:pt x="229882" y="62014"/>
                  </a:lnTo>
                  <a:lnTo>
                    <a:pt x="227317" y="62979"/>
                  </a:lnTo>
                  <a:lnTo>
                    <a:pt x="227418" y="64935"/>
                  </a:lnTo>
                  <a:lnTo>
                    <a:pt x="230060" y="65570"/>
                  </a:lnTo>
                  <a:lnTo>
                    <a:pt x="236461" y="65163"/>
                  </a:lnTo>
                  <a:lnTo>
                    <a:pt x="237896" y="64630"/>
                  </a:lnTo>
                  <a:lnTo>
                    <a:pt x="237604" y="66357"/>
                  </a:lnTo>
                  <a:lnTo>
                    <a:pt x="237769" y="70091"/>
                  </a:lnTo>
                  <a:lnTo>
                    <a:pt x="237934" y="73825"/>
                  </a:lnTo>
                  <a:lnTo>
                    <a:pt x="238760" y="76809"/>
                  </a:lnTo>
                  <a:lnTo>
                    <a:pt x="239306" y="76784"/>
                  </a:lnTo>
                  <a:lnTo>
                    <a:pt x="239306" y="50355"/>
                  </a:lnTo>
                  <a:lnTo>
                    <a:pt x="239128" y="49720"/>
                  </a:lnTo>
                  <a:lnTo>
                    <a:pt x="248920" y="61137"/>
                  </a:lnTo>
                  <a:lnTo>
                    <a:pt x="248920" y="50482"/>
                  </a:lnTo>
                  <a:lnTo>
                    <a:pt x="216014" y="12103"/>
                  </a:lnTo>
                  <a:lnTo>
                    <a:pt x="216014" y="22771"/>
                  </a:lnTo>
                  <a:lnTo>
                    <a:pt x="215011" y="22529"/>
                  </a:lnTo>
                  <a:lnTo>
                    <a:pt x="208610" y="22923"/>
                  </a:lnTo>
                  <a:lnTo>
                    <a:pt x="207086" y="23495"/>
                  </a:lnTo>
                  <a:lnTo>
                    <a:pt x="207403" y="21742"/>
                  </a:lnTo>
                  <a:lnTo>
                    <a:pt x="207225" y="18008"/>
                  </a:lnTo>
                  <a:lnTo>
                    <a:pt x="207060" y="14262"/>
                  </a:lnTo>
                  <a:lnTo>
                    <a:pt x="206248" y="11366"/>
                  </a:lnTo>
                  <a:lnTo>
                    <a:pt x="216014" y="22771"/>
                  </a:lnTo>
                  <a:lnTo>
                    <a:pt x="216014" y="12103"/>
                  </a:lnTo>
                  <a:lnTo>
                    <a:pt x="214782" y="10655"/>
                  </a:lnTo>
                  <a:lnTo>
                    <a:pt x="206197" y="647"/>
                  </a:lnTo>
                  <a:lnTo>
                    <a:pt x="206197" y="11303"/>
                  </a:lnTo>
                  <a:lnTo>
                    <a:pt x="205041" y="11366"/>
                  </a:lnTo>
                  <a:lnTo>
                    <a:pt x="205651" y="10655"/>
                  </a:lnTo>
                  <a:lnTo>
                    <a:pt x="206197" y="11303"/>
                  </a:lnTo>
                  <a:lnTo>
                    <a:pt x="206197" y="647"/>
                  </a:lnTo>
                  <a:lnTo>
                    <a:pt x="205651" y="0"/>
                  </a:lnTo>
                  <a:lnTo>
                    <a:pt x="171602" y="39712"/>
                  </a:lnTo>
                  <a:lnTo>
                    <a:pt x="171602" y="61417"/>
                  </a:lnTo>
                  <a:lnTo>
                    <a:pt x="170205" y="61074"/>
                  </a:lnTo>
                  <a:lnTo>
                    <a:pt x="167005" y="61277"/>
                  </a:lnTo>
                  <a:lnTo>
                    <a:pt x="163804" y="61480"/>
                  </a:lnTo>
                  <a:lnTo>
                    <a:pt x="161315" y="62420"/>
                  </a:lnTo>
                  <a:lnTo>
                    <a:pt x="161315" y="64338"/>
                  </a:lnTo>
                  <a:lnTo>
                    <a:pt x="160477" y="63347"/>
                  </a:lnTo>
                  <a:lnTo>
                    <a:pt x="161239" y="62458"/>
                  </a:lnTo>
                  <a:lnTo>
                    <a:pt x="161315" y="64338"/>
                  </a:lnTo>
                  <a:lnTo>
                    <a:pt x="161315" y="62420"/>
                  </a:lnTo>
                  <a:lnTo>
                    <a:pt x="171030" y="51041"/>
                  </a:lnTo>
                  <a:lnTo>
                    <a:pt x="170815" y="52273"/>
                  </a:lnTo>
                  <a:lnTo>
                    <a:pt x="171157" y="59753"/>
                  </a:lnTo>
                  <a:lnTo>
                    <a:pt x="171602" y="61417"/>
                  </a:lnTo>
                  <a:lnTo>
                    <a:pt x="171602" y="39712"/>
                  </a:lnTo>
                  <a:lnTo>
                    <a:pt x="151333" y="63347"/>
                  </a:lnTo>
                  <a:lnTo>
                    <a:pt x="205651" y="126695"/>
                  </a:lnTo>
                  <a:lnTo>
                    <a:pt x="214782" y="116039"/>
                  </a:lnTo>
                  <a:lnTo>
                    <a:pt x="256159" y="67779"/>
                  </a:lnTo>
                  <a:lnTo>
                    <a:pt x="306692" y="126695"/>
                  </a:lnTo>
                  <a:lnTo>
                    <a:pt x="315823" y="116039"/>
                  </a:lnTo>
                  <a:lnTo>
                    <a:pt x="360984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0" name="object 2120" descr=""/>
            <p:cNvSpPr/>
            <p:nvPr/>
          </p:nvSpPr>
          <p:spPr>
            <a:xfrm>
              <a:off x="7175995" y="8024971"/>
              <a:ext cx="351790" cy="347980"/>
            </a:xfrm>
            <a:custGeom>
              <a:avLst/>
              <a:gdLst/>
              <a:ahLst/>
              <a:cxnLst/>
              <a:rect l="l" t="t" r="r" b="b"/>
              <a:pathLst>
                <a:path w="351790" h="347979">
                  <a:moveTo>
                    <a:pt x="158927" y="207391"/>
                  </a:moveTo>
                  <a:lnTo>
                    <a:pt x="149783" y="196735"/>
                  </a:lnTo>
                  <a:lnTo>
                    <a:pt x="149783" y="207391"/>
                  </a:lnTo>
                  <a:lnTo>
                    <a:pt x="139661" y="219189"/>
                  </a:lnTo>
                  <a:lnTo>
                    <a:pt x="139941" y="217678"/>
                  </a:lnTo>
                  <a:lnTo>
                    <a:pt x="139598" y="210210"/>
                  </a:lnTo>
                  <a:lnTo>
                    <a:pt x="139141" y="208534"/>
                  </a:lnTo>
                  <a:lnTo>
                    <a:pt x="140614" y="208876"/>
                  </a:lnTo>
                  <a:lnTo>
                    <a:pt x="143827" y="208673"/>
                  </a:lnTo>
                  <a:lnTo>
                    <a:pt x="147027" y="208483"/>
                  </a:lnTo>
                  <a:lnTo>
                    <a:pt x="149593" y="207518"/>
                  </a:lnTo>
                  <a:lnTo>
                    <a:pt x="149567" y="207149"/>
                  </a:lnTo>
                  <a:lnTo>
                    <a:pt x="149783" y="207391"/>
                  </a:lnTo>
                  <a:lnTo>
                    <a:pt x="149783" y="196735"/>
                  </a:lnTo>
                  <a:lnTo>
                    <a:pt x="147878" y="194513"/>
                  </a:lnTo>
                  <a:lnTo>
                    <a:pt x="147878" y="205181"/>
                  </a:lnTo>
                  <a:lnTo>
                    <a:pt x="146862" y="204927"/>
                  </a:lnTo>
                  <a:lnTo>
                    <a:pt x="140449" y="205320"/>
                  </a:lnTo>
                  <a:lnTo>
                    <a:pt x="138938" y="205892"/>
                  </a:lnTo>
                  <a:lnTo>
                    <a:pt x="139242" y="204139"/>
                  </a:lnTo>
                  <a:lnTo>
                    <a:pt x="139077" y="200406"/>
                  </a:lnTo>
                  <a:lnTo>
                    <a:pt x="138912" y="196672"/>
                  </a:lnTo>
                  <a:lnTo>
                    <a:pt x="138264" y="194373"/>
                  </a:lnTo>
                  <a:lnTo>
                    <a:pt x="138264" y="220827"/>
                  </a:lnTo>
                  <a:lnTo>
                    <a:pt x="104609" y="260083"/>
                  </a:lnTo>
                  <a:lnTo>
                    <a:pt x="92925" y="246456"/>
                  </a:lnTo>
                  <a:lnTo>
                    <a:pt x="95504" y="247065"/>
                  </a:lnTo>
                  <a:lnTo>
                    <a:pt x="101917" y="246672"/>
                  </a:lnTo>
                  <a:lnTo>
                    <a:pt x="103352" y="246138"/>
                  </a:lnTo>
                  <a:lnTo>
                    <a:pt x="103060" y="247853"/>
                  </a:lnTo>
                  <a:lnTo>
                    <a:pt x="103225" y="251599"/>
                  </a:lnTo>
                  <a:lnTo>
                    <a:pt x="103390" y="255333"/>
                  </a:lnTo>
                  <a:lnTo>
                    <a:pt x="104216" y="258318"/>
                  </a:lnTo>
                  <a:lnTo>
                    <a:pt x="105892" y="258216"/>
                  </a:lnTo>
                  <a:lnTo>
                    <a:pt x="106438" y="255143"/>
                  </a:lnTo>
                  <a:lnTo>
                    <a:pt x="106095" y="247675"/>
                  </a:lnTo>
                  <a:lnTo>
                    <a:pt x="105625" y="245986"/>
                  </a:lnTo>
                  <a:lnTo>
                    <a:pt x="107111" y="246341"/>
                  </a:lnTo>
                  <a:lnTo>
                    <a:pt x="110312" y="246138"/>
                  </a:lnTo>
                  <a:lnTo>
                    <a:pt x="113525" y="245948"/>
                  </a:lnTo>
                  <a:lnTo>
                    <a:pt x="116090" y="244983"/>
                  </a:lnTo>
                  <a:lnTo>
                    <a:pt x="115989" y="243027"/>
                  </a:lnTo>
                  <a:lnTo>
                    <a:pt x="113347" y="242392"/>
                  </a:lnTo>
                  <a:lnTo>
                    <a:pt x="106946" y="242785"/>
                  </a:lnTo>
                  <a:lnTo>
                    <a:pt x="105435" y="243357"/>
                  </a:lnTo>
                  <a:lnTo>
                    <a:pt x="105740" y="241604"/>
                  </a:lnTo>
                  <a:lnTo>
                    <a:pt x="105575" y="237871"/>
                  </a:lnTo>
                  <a:lnTo>
                    <a:pt x="105410" y="234137"/>
                  </a:lnTo>
                  <a:lnTo>
                    <a:pt x="104571" y="231152"/>
                  </a:lnTo>
                  <a:lnTo>
                    <a:pt x="102895" y="231254"/>
                  </a:lnTo>
                  <a:lnTo>
                    <a:pt x="102362" y="234327"/>
                  </a:lnTo>
                  <a:lnTo>
                    <a:pt x="102704" y="241795"/>
                  </a:lnTo>
                  <a:lnTo>
                    <a:pt x="103149" y="243471"/>
                  </a:lnTo>
                  <a:lnTo>
                    <a:pt x="101752" y="243128"/>
                  </a:lnTo>
                  <a:lnTo>
                    <a:pt x="98552" y="243319"/>
                  </a:lnTo>
                  <a:lnTo>
                    <a:pt x="95338" y="243522"/>
                  </a:lnTo>
                  <a:lnTo>
                    <a:pt x="92773" y="244487"/>
                  </a:lnTo>
                  <a:lnTo>
                    <a:pt x="92862" y="246405"/>
                  </a:lnTo>
                  <a:lnTo>
                    <a:pt x="60337" y="208445"/>
                  </a:lnTo>
                  <a:lnTo>
                    <a:pt x="62928" y="209067"/>
                  </a:lnTo>
                  <a:lnTo>
                    <a:pt x="69342" y="208661"/>
                  </a:lnTo>
                  <a:lnTo>
                    <a:pt x="70764" y="208127"/>
                  </a:lnTo>
                  <a:lnTo>
                    <a:pt x="70472" y="209854"/>
                  </a:lnTo>
                  <a:lnTo>
                    <a:pt x="70637" y="213588"/>
                  </a:lnTo>
                  <a:lnTo>
                    <a:pt x="70815" y="217335"/>
                  </a:lnTo>
                  <a:lnTo>
                    <a:pt x="71640" y="220319"/>
                  </a:lnTo>
                  <a:lnTo>
                    <a:pt x="73317" y="220205"/>
                  </a:lnTo>
                  <a:lnTo>
                    <a:pt x="73850" y="217144"/>
                  </a:lnTo>
                  <a:lnTo>
                    <a:pt x="73507" y="209664"/>
                  </a:lnTo>
                  <a:lnTo>
                    <a:pt x="73050" y="207987"/>
                  </a:lnTo>
                  <a:lnTo>
                    <a:pt x="74536" y="208330"/>
                  </a:lnTo>
                  <a:lnTo>
                    <a:pt x="77736" y="208140"/>
                  </a:lnTo>
                  <a:lnTo>
                    <a:pt x="80937" y="207937"/>
                  </a:lnTo>
                  <a:lnTo>
                    <a:pt x="83502" y="206971"/>
                  </a:lnTo>
                  <a:lnTo>
                    <a:pt x="83413" y="205016"/>
                  </a:lnTo>
                  <a:lnTo>
                    <a:pt x="80772" y="204393"/>
                  </a:lnTo>
                  <a:lnTo>
                    <a:pt x="74358" y="204787"/>
                  </a:lnTo>
                  <a:lnTo>
                    <a:pt x="72847" y="205359"/>
                  </a:lnTo>
                  <a:lnTo>
                    <a:pt x="73152" y="203606"/>
                  </a:lnTo>
                  <a:lnTo>
                    <a:pt x="72986" y="199872"/>
                  </a:lnTo>
                  <a:lnTo>
                    <a:pt x="72821" y="196126"/>
                  </a:lnTo>
                  <a:lnTo>
                    <a:pt x="71996" y="193141"/>
                  </a:lnTo>
                  <a:lnTo>
                    <a:pt x="71628" y="193167"/>
                  </a:lnTo>
                  <a:lnTo>
                    <a:pt x="103390" y="156121"/>
                  </a:lnTo>
                  <a:lnTo>
                    <a:pt x="102984" y="158496"/>
                  </a:lnTo>
                  <a:lnTo>
                    <a:pt x="103327" y="165976"/>
                  </a:lnTo>
                  <a:lnTo>
                    <a:pt x="103771" y="167627"/>
                  </a:lnTo>
                  <a:lnTo>
                    <a:pt x="102374" y="167297"/>
                  </a:lnTo>
                  <a:lnTo>
                    <a:pt x="99174" y="167500"/>
                  </a:lnTo>
                  <a:lnTo>
                    <a:pt x="95961" y="167690"/>
                  </a:lnTo>
                  <a:lnTo>
                    <a:pt x="93395" y="168656"/>
                  </a:lnTo>
                  <a:lnTo>
                    <a:pt x="93497" y="170611"/>
                  </a:lnTo>
                  <a:lnTo>
                    <a:pt x="96126" y="171246"/>
                  </a:lnTo>
                  <a:lnTo>
                    <a:pt x="102539" y="170840"/>
                  </a:lnTo>
                  <a:lnTo>
                    <a:pt x="103974" y="170307"/>
                  </a:lnTo>
                  <a:lnTo>
                    <a:pt x="103682" y="172034"/>
                  </a:lnTo>
                  <a:lnTo>
                    <a:pt x="103847" y="175768"/>
                  </a:lnTo>
                  <a:lnTo>
                    <a:pt x="104013" y="179514"/>
                  </a:lnTo>
                  <a:lnTo>
                    <a:pt x="104838" y="182499"/>
                  </a:lnTo>
                  <a:lnTo>
                    <a:pt x="106514" y="182384"/>
                  </a:lnTo>
                  <a:lnTo>
                    <a:pt x="107061" y="179324"/>
                  </a:lnTo>
                  <a:lnTo>
                    <a:pt x="106718" y="171843"/>
                  </a:lnTo>
                  <a:lnTo>
                    <a:pt x="106248" y="170167"/>
                  </a:lnTo>
                  <a:lnTo>
                    <a:pt x="107734" y="170510"/>
                  </a:lnTo>
                  <a:lnTo>
                    <a:pt x="110934" y="170319"/>
                  </a:lnTo>
                  <a:lnTo>
                    <a:pt x="114147" y="170116"/>
                  </a:lnTo>
                  <a:lnTo>
                    <a:pt x="116713" y="169151"/>
                  </a:lnTo>
                  <a:lnTo>
                    <a:pt x="116687" y="168821"/>
                  </a:lnTo>
                  <a:lnTo>
                    <a:pt x="138036" y="193700"/>
                  </a:lnTo>
                  <a:lnTo>
                    <a:pt x="136410" y="193789"/>
                  </a:lnTo>
                  <a:lnTo>
                    <a:pt x="135864" y="196862"/>
                  </a:lnTo>
                  <a:lnTo>
                    <a:pt x="136207" y="204330"/>
                  </a:lnTo>
                  <a:lnTo>
                    <a:pt x="136652" y="206006"/>
                  </a:lnTo>
                  <a:lnTo>
                    <a:pt x="135255" y="205663"/>
                  </a:lnTo>
                  <a:lnTo>
                    <a:pt x="132054" y="205854"/>
                  </a:lnTo>
                  <a:lnTo>
                    <a:pt x="128854" y="206057"/>
                  </a:lnTo>
                  <a:lnTo>
                    <a:pt x="126288" y="207022"/>
                  </a:lnTo>
                  <a:lnTo>
                    <a:pt x="126377" y="208978"/>
                  </a:lnTo>
                  <a:lnTo>
                    <a:pt x="129019" y="209600"/>
                  </a:lnTo>
                  <a:lnTo>
                    <a:pt x="135420" y="209207"/>
                  </a:lnTo>
                  <a:lnTo>
                    <a:pt x="136855" y="208673"/>
                  </a:lnTo>
                  <a:lnTo>
                    <a:pt x="136563" y="210388"/>
                  </a:lnTo>
                  <a:lnTo>
                    <a:pt x="136728" y="214134"/>
                  </a:lnTo>
                  <a:lnTo>
                    <a:pt x="136893" y="217868"/>
                  </a:lnTo>
                  <a:lnTo>
                    <a:pt x="137718" y="220853"/>
                  </a:lnTo>
                  <a:lnTo>
                    <a:pt x="138264" y="220827"/>
                  </a:lnTo>
                  <a:lnTo>
                    <a:pt x="138264" y="194373"/>
                  </a:lnTo>
                  <a:lnTo>
                    <a:pt x="138099" y="193776"/>
                  </a:lnTo>
                  <a:lnTo>
                    <a:pt x="147878" y="205181"/>
                  </a:lnTo>
                  <a:lnTo>
                    <a:pt x="147878" y="194513"/>
                  </a:lnTo>
                  <a:lnTo>
                    <a:pt x="114973" y="156121"/>
                  </a:lnTo>
                  <a:lnTo>
                    <a:pt x="114973" y="166814"/>
                  </a:lnTo>
                  <a:lnTo>
                    <a:pt x="113969" y="166573"/>
                  </a:lnTo>
                  <a:lnTo>
                    <a:pt x="107569" y="166966"/>
                  </a:lnTo>
                  <a:lnTo>
                    <a:pt x="106057" y="167538"/>
                  </a:lnTo>
                  <a:lnTo>
                    <a:pt x="106362" y="165785"/>
                  </a:lnTo>
                  <a:lnTo>
                    <a:pt x="106197" y="162052"/>
                  </a:lnTo>
                  <a:lnTo>
                    <a:pt x="106019" y="158305"/>
                  </a:lnTo>
                  <a:lnTo>
                    <a:pt x="105206" y="155409"/>
                  </a:lnTo>
                  <a:lnTo>
                    <a:pt x="114973" y="166814"/>
                  </a:lnTo>
                  <a:lnTo>
                    <a:pt x="114973" y="156121"/>
                  </a:lnTo>
                  <a:lnTo>
                    <a:pt x="113753" y="154698"/>
                  </a:lnTo>
                  <a:lnTo>
                    <a:pt x="105143" y="144665"/>
                  </a:lnTo>
                  <a:lnTo>
                    <a:pt x="105143" y="155333"/>
                  </a:lnTo>
                  <a:lnTo>
                    <a:pt x="104000" y="155409"/>
                  </a:lnTo>
                  <a:lnTo>
                    <a:pt x="104609" y="154698"/>
                  </a:lnTo>
                  <a:lnTo>
                    <a:pt x="105143" y="155333"/>
                  </a:lnTo>
                  <a:lnTo>
                    <a:pt x="105143" y="144665"/>
                  </a:lnTo>
                  <a:lnTo>
                    <a:pt x="104609" y="144043"/>
                  </a:lnTo>
                  <a:lnTo>
                    <a:pt x="70561" y="183769"/>
                  </a:lnTo>
                  <a:lnTo>
                    <a:pt x="70561" y="205460"/>
                  </a:lnTo>
                  <a:lnTo>
                    <a:pt x="69164" y="205117"/>
                  </a:lnTo>
                  <a:lnTo>
                    <a:pt x="65963" y="205320"/>
                  </a:lnTo>
                  <a:lnTo>
                    <a:pt x="62763" y="205511"/>
                  </a:lnTo>
                  <a:lnTo>
                    <a:pt x="60274" y="206463"/>
                  </a:lnTo>
                  <a:lnTo>
                    <a:pt x="60274" y="208381"/>
                  </a:lnTo>
                  <a:lnTo>
                    <a:pt x="59436" y="207391"/>
                  </a:lnTo>
                  <a:lnTo>
                    <a:pt x="60198" y="206502"/>
                  </a:lnTo>
                  <a:lnTo>
                    <a:pt x="60274" y="208381"/>
                  </a:lnTo>
                  <a:lnTo>
                    <a:pt x="60274" y="206463"/>
                  </a:lnTo>
                  <a:lnTo>
                    <a:pt x="69989" y="195084"/>
                  </a:lnTo>
                  <a:lnTo>
                    <a:pt x="69773" y="196316"/>
                  </a:lnTo>
                  <a:lnTo>
                    <a:pt x="70116" y="203796"/>
                  </a:lnTo>
                  <a:lnTo>
                    <a:pt x="70561" y="205460"/>
                  </a:lnTo>
                  <a:lnTo>
                    <a:pt x="70561" y="183769"/>
                  </a:lnTo>
                  <a:lnTo>
                    <a:pt x="50304" y="207391"/>
                  </a:lnTo>
                  <a:lnTo>
                    <a:pt x="104609" y="270738"/>
                  </a:lnTo>
                  <a:lnTo>
                    <a:pt x="113753" y="260083"/>
                  </a:lnTo>
                  <a:lnTo>
                    <a:pt x="158927" y="207391"/>
                  </a:lnTo>
                  <a:close/>
                </a:path>
                <a:path w="351790" h="347979">
                  <a:moveTo>
                    <a:pt x="310451" y="284556"/>
                  </a:moveTo>
                  <a:lnTo>
                    <a:pt x="301320" y="273913"/>
                  </a:lnTo>
                  <a:lnTo>
                    <a:pt x="301320" y="284556"/>
                  </a:lnTo>
                  <a:lnTo>
                    <a:pt x="291198" y="296354"/>
                  </a:lnTo>
                  <a:lnTo>
                    <a:pt x="291477" y="294843"/>
                  </a:lnTo>
                  <a:lnTo>
                    <a:pt x="291134" y="287362"/>
                  </a:lnTo>
                  <a:lnTo>
                    <a:pt x="290664" y="285699"/>
                  </a:lnTo>
                  <a:lnTo>
                    <a:pt x="292150" y="286042"/>
                  </a:lnTo>
                  <a:lnTo>
                    <a:pt x="295351" y="285838"/>
                  </a:lnTo>
                  <a:lnTo>
                    <a:pt x="298564" y="285635"/>
                  </a:lnTo>
                  <a:lnTo>
                    <a:pt x="301129" y="284670"/>
                  </a:lnTo>
                  <a:lnTo>
                    <a:pt x="301104" y="284314"/>
                  </a:lnTo>
                  <a:lnTo>
                    <a:pt x="301320" y="284556"/>
                  </a:lnTo>
                  <a:lnTo>
                    <a:pt x="301320" y="273913"/>
                  </a:lnTo>
                  <a:lnTo>
                    <a:pt x="299402" y="271678"/>
                  </a:lnTo>
                  <a:lnTo>
                    <a:pt x="299402" y="282346"/>
                  </a:lnTo>
                  <a:lnTo>
                    <a:pt x="298386" y="282092"/>
                  </a:lnTo>
                  <a:lnTo>
                    <a:pt x="291985" y="282486"/>
                  </a:lnTo>
                  <a:lnTo>
                    <a:pt x="290474" y="283057"/>
                  </a:lnTo>
                  <a:lnTo>
                    <a:pt x="290779" y="281305"/>
                  </a:lnTo>
                  <a:lnTo>
                    <a:pt x="290614" y="277571"/>
                  </a:lnTo>
                  <a:lnTo>
                    <a:pt x="290436" y="273824"/>
                  </a:lnTo>
                  <a:lnTo>
                    <a:pt x="289801" y="271564"/>
                  </a:lnTo>
                  <a:lnTo>
                    <a:pt x="289801" y="297992"/>
                  </a:lnTo>
                  <a:lnTo>
                    <a:pt x="256146" y="337235"/>
                  </a:lnTo>
                  <a:lnTo>
                    <a:pt x="244475" y="323634"/>
                  </a:lnTo>
                  <a:lnTo>
                    <a:pt x="247040" y="324231"/>
                  </a:lnTo>
                  <a:lnTo>
                    <a:pt x="253453" y="323837"/>
                  </a:lnTo>
                  <a:lnTo>
                    <a:pt x="254876" y="323303"/>
                  </a:lnTo>
                  <a:lnTo>
                    <a:pt x="254584" y="325018"/>
                  </a:lnTo>
                  <a:lnTo>
                    <a:pt x="254749" y="328752"/>
                  </a:lnTo>
                  <a:lnTo>
                    <a:pt x="254927" y="332498"/>
                  </a:lnTo>
                  <a:lnTo>
                    <a:pt x="255752" y="335483"/>
                  </a:lnTo>
                  <a:lnTo>
                    <a:pt x="257429" y="335368"/>
                  </a:lnTo>
                  <a:lnTo>
                    <a:pt x="257975" y="332308"/>
                  </a:lnTo>
                  <a:lnTo>
                    <a:pt x="257619" y="324827"/>
                  </a:lnTo>
                  <a:lnTo>
                    <a:pt x="257162" y="323151"/>
                  </a:lnTo>
                  <a:lnTo>
                    <a:pt x="258648" y="323507"/>
                  </a:lnTo>
                  <a:lnTo>
                    <a:pt x="261848" y="323303"/>
                  </a:lnTo>
                  <a:lnTo>
                    <a:pt x="265049" y="323100"/>
                  </a:lnTo>
                  <a:lnTo>
                    <a:pt x="267614" y="322135"/>
                  </a:lnTo>
                  <a:lnTo>
                    <a:pt x="267525" y="320179"/>
                  </a:lnTo>
                  <a:lnTo>
                    <a:pt x="264883" y="319557"/>
                  </a:lnTo>
                  <a:lnTo>
                    <a:pt x="258470" y="319951"/>
                  </a:lnTo>
                  <a:lnTo>
                    <a:pt x="256959" y="320522"/>
                  </a:lnTo>
                  <a:lnTo>
                    <a:pt x="257276" y="318770"/>
                  </a:lnTo>
                  <a:lnTo>
                    <a:pt x="257098" y="315036"/>
                  </a:lnTo>
                  <a:lnTo>
                    <a:pt x="256933" y="311289"/>
                  </a:lnTo>
                  <a:lnTo>
                    <a:pt x="256108" y="308305"/>
                  </a:lnTo>
                  <a:lnTo>
                    <a:pt x="254431" y="308419"/>
                  </a:lnTo>
                  <a:lnTo>
                    <a:pt x="253885" y="311480"/>
                  </a:lnTo>
                  <a:lnTo>
                    <a:pt x="254228" y="318960"/>
                  </a:lnTo>
                  <a:lnTo>
                    <a:pt x="254673" y="320624"/>
                  </a:lnTo>
                  <a:lnTo>
                    <a:pt x="253276" y="320281"/>
                  </a:lnTo>
                  <a:lnTo>
                    <a:pt x="250075" y="320484"/>
                  </a:lnTo>
                  <a:lnTo>
                    <a:pt x="246875" y="320687"/>
                  </a:lnTo>
                  <a:lnTo>
                    <a:pt x="244309" y="321640"/>
                  </a:lnTo>
                  <a:lnTo>
                    <a:pt x="244386" y="323545"/>
                  </a:lnTo>
                  <a:lnTo>
                    <a:pt x="211874" y="285610"/>
                  </a:lnTo>
                  <a:lnTo>
                    <a:pt x="214464" y="286219"/>
                  </a:lnTo>
                  <a:lnTo>
                    <a:pt x="220865" y="285826"/>
                  </a:lnTo>
                  <a:lnTo>
                    <a:pt x="222300" y="285292"/>
                  </a:lnTo>
                  <a:lnTo>
                    <a:pt x="222008" y="287020"/>
                  </a:lnTo>
                  <a:lnTo>
                    <a:pt x="222173" y="290753"/>
                  </a:lnTo>
                  <a:lnTo>
                    <a:pt x="222338" y="294487"/>
                  </a:lnTo>
                  <a:lnTo>
                    <a:pt x="223164" y="297472"/>
                  </a:lnTo>
                  <a:lnTo>
                    <a:pt x="224840" y="297370"/>
                  </a:lnTo>
                  <a:lnTo>
                    <a:pt x="225386" y="294297"/>
                  </a:lnTo>
                  <a:lnTo>
                    <a:pt x="225044" y="286829"/>
                  </a:lnTo>
                  <a:lnTo>
                    <a:pt x="224586" y="285153"/>
                  </a:lnTo>
                  <a:lnTo>
                    <a:pt x="226060" y="285496"/>
                  </a:lnTo>
                  <a:lnTo>
                    <a:pt x="229273" y="285292"/>
                  </a:lnTo>
                  <a:lnTo>
                    <a:pt x="232473" y="285102"/>
                  </a:lnTo>
                  <a:lnTo>
                    <a:pt x="235038" y="284137"/>
                  </a:lnTo>
                  <a:lnTo>
                    <a:pt x="234937" y="282181"/>
                  </a:lnTo>
                  <a:lnTo>
                    <a:pt x="232308" y="281546"/>
                  </a:lnTo>
                  <a:lnTo>
                    <a:pt x="225894" y="281952"/>
                  </a:lnTo>
                  <a:lnTo>
                    <a:pt x="224383" y="282524"/>
                  </a:lnTo>
                  <a:lnTo>
                    <a:pt x="224688" y="280771"/>
                  </a:lnTo>
                  <a:lnTo>
                    <a:pt x="224523" y="277025"/>
                  </a:lnTo>
                  <a:lnTo>
                    <a:pt x="224358" y="273291"/>
                  </a:lnTo>
                  <a:lnTo>
                    <a:pt x="223532" y="270306"/>
                  </a:lnTo>
                  <a:lnTo>
                    <a:pt x="223164" y="270332"/>
                  </a:lnTo>
                  <a:lnTo>
                    <a:pt x="254927" y="233286"/>
                  </a:lnTo>
                  <a:lnTo>
                    <a:pt x="254508" y="235661"/>
                  </a:lnTo>
                  <a:lnTo>
                    <a:pt x="254850" y="243128"/>
                  </a:lnTo>
                  <a:lnTo>
                    <a:pt x="255308" y="244805"/>
                  </a:lnTo>
                  <a:lnTo>
                    <a:pt x="253898" y="244462"/>
                  </a:lnTo>
                  <a:lnTo>
                    <a:pt x="250698" y="244652"/>
                  </a:lnTo>
                  <a:lnTo>
                    <a:pt x="247497" y="244856"/>
                  </a:lnTo>
                  <a:lnTo>
                    <a:pt x="244932" y="245821"/>
                  </a:lnTo>
                  <a:lnTo>
                    <a:pt x="245021" y="247777"/>
                  </a:lnTo>
                  <a:lnTo>
                    <a:pt x="247662" y="248399"/>
                  </a:lnTo>
                  <a:lnTo>
                    <a:pt x="254076" y="248005"/>
                  </a:lnTo>
                  <a:lnTo>
                    <a:pt x="255498" y="247472"/>
                  </a:lnTo>
                  <a:lnTo>
                    <a:pt x="255206" y="249199"/>
                  </a:lnTo>
                  <a:lnTo>
                    <a:pt x="255371" y="252933"/>
                  </a:lnTo>
                  <a:lnTo>
                    <a:pt x="255549" y="256667"/>
                  </a:lnTo>
                  <a:lnTo>
                    <a:pt x="256374" y="259651"/>
                  </a:lnTo>
                  <a:lnTo>
                    <a:pt x="258051" y="259549"/>
                  </a:lnTo>
                  <a:lnTo>
                    <a:pt x="258584" y="256476"/>
                  </a:lnTo>
                  <a:lnTo>
                    <a:pt x="258241" y="249008"/>
                  </a:lnTo>
                  <a:lnTo>
                    <a:pt x="257784" y="247332"/>
                  </a:lnTo>
                  <a:lnTo>
                    <a:pt x="259270" y="247675"/>
                  </a:lnTo>
                  <a:lnTo>
                    <a:pt x="262470" y="247472"/>
                  </a:lnTo>
                  <a:lnTo>
                    <a:pt x="265671" y="247281"/>
                  </a:lnTo>
                  <a:lnTo>
                    <a:pt x="268236" y="246316"/>
                  </a:lnTo>
                  <a:lnTo>
                    <a:pt x="268211" y="245973"/>
                  </a:lnTo>
                  <a:lnTo>
                    <a:pt x="289560" y="270852"/>
                  </a:lnTo>
                  <a:lnTo>
                    <a:pt x="287934" y="270954"/>
                  </a:lnTo>
                  <a:lnTo>
                    <a:pt x="287401" y="274015"/>
                  </a:lnTo>
                  <a:lnTo>
                    <a:pt x="287743" y="281495"/>
                  </a:lnTo>
                  <a:lnTo>
                    <a:pt x="288188" y="283159"/>
                  </a:lnTo>
                  <a:lnTo>
                    <a:pt x="286791" y="282816"/>
                  </a:lnTo>
                  <a:lnTo>
                    <a:pt x="283591" y="283019"/>
                  </a:lnTo>
                  <a:lnTo>
                    <a:pt x="280377" y="283222"/>
                  </a:lnTo>
                  <a:lnTo>
                    <a:pt x="277812" y="284175"/>
                  </a:lnTo>
                  <a:lnTo>
                    <a:pt x="277914" y="286143"/>
                  </a:lnTo>
                  <a:lnTo>
                    <a:pt x="280555" y="286766"/>
                  </a:lnTo>
                  <a:lnTo>
                    <a:pt x="286956" y="286372"/>
                  </a:lnTo>
                  <a:lnTo>
                    <a:pt x="288391" y="285838"/>
                  </a:lnTo>
                  <a:lnTo>
                    <a:pt x="288099" y="287553"/>
                  </a:lnTo>
                  <a:lnTo>
                    <a:pt x="288264" y="291287"/>
                  </a:lnTo>
                  <a:lnTo>
                    <a:pt x="288429" y="295033"/>
                  </a:lnTo>
                  <a:lnTo>
                    <a:pt x="289255" y="298018"/>
                  </a:lnTo>
                  <a:lnTo>
                    <a:pt x="289801" y="297992"/>
                  </a:lnTo>
                  <a:lnTo>
                    <a:pt x="289801" y="271564"/>
                  </a:lnTo>
                  <a:lnTo>
                    <a:pt x="289623" y="270929"/>
                  </a:lnTo>
                  <a:lnTo>
                    <a:pt x="299402" y="282346"/>
                  </a:lnTo>
                  <a:lnTo>
                    <a:pt x="299402" y="271678"/>
                  </a:lnTo>
                  <a:lnTo>
                    <a:pt x="266509" y="233311"/>
                  </a:lnTo>
                  <a:lnTo>
                    <a:pt x="266509" y="243967"/>
                  </a:lnTo>
                  <a:lnTo>
                    <a:pt x="265506" y="243725"/>
                  </a:lnTo>
                  <a:lnTo>
                    <a:pt x="259092" y="244132"/>
                  </a:lnTo>
                  <a:lnTo>
                    <a:pt x="257581" y="244703"/>
                  </a:lnTo>
                  <a:lnTo>
                    <a:pt x="257886" y="242951"/>
                  </a:lnTo>
                  <a:lnTo>
                    <a:pt x="257721" y="239204"/>
                  </a:lnTo>
                  <a:lnTo>
                    <a:pt x="257556" y="235470"/>
                  </a:lnTo>
                  <a:lnTo>
                    <a:pt x="256743" y="232575"/>
                  </a:lnTo>
                  <a:lnTo>
                    <a:pt x="266509" y="243967"/>
                  </a:lnTo>
                  <a:lnTo>
                    <a:pt x="266509" y="233311"/>
                  </a:lnTo>
                  <a:lnTo>
                    <a:pt x="265277" y="231863"/>
                  </a:lnTo>
                  <a:lnTo>
                    <a:pt x="256679" y="221830"/>
                  </a:lnTo>
                  <a:lnTo>
                    <a:pt x="256679" y="232498"/>
                  </a:lnTo>
                  <a:lnTo>
                    <a:pt x="255549" y="232562"/>
                  </a:lnTo>
                  <a:lnTo>
                    <a:pt x="256146" y="231863"/>
                  </a:lnTo>
                  <a:lnTo>
                    <a:pt x="256679" y="232498"/>
                  </a:lnTo>
                  <a:lnTo>
                    <a:pt x="256679" y="221830"/>
                  </a:lnTo>
                  <a:lnTo>
                    <a:pt x="256146" y="221195"/>
                  </a:lnTo>
                  <a:lnTo>
                    <a:pt x="222097" y="260921"/>
                  </a:lnTo>
                  <a:lnTo>
                    <a:pt x="222097" y="282625"/>
                  </a:lnTo>
                  <a:lnTo>
                    <a:pt x="220700" y="282282"/>
                  </a:lnTo>
                  <a:lnTo>
                    <a:pt x="217500" y="282473"/>
                  </a:lnTo>
                  <a:lnTo>
                    <a:pt x="214287" y="282676"/>
                  </a:lnTo>
                  <a:lnTo>
                    <a:pt x="211810" y="283616"/>
                  </a:lnTo>
                  <a:lnTo>
                    <a:pt x="211810" y="285546"/>
                  </a:lnTo>
                  <a:lnTo>
                    <a:pt x="210972" y="284556"/>
                  </a:lnTo>
                  <a:lnTo>
                    <a:pt x="211721" y="283692"/>
                  </a:lnTo>
                  <a:lnTo>
                    <a:pt x="211810" y="285546"/>
                  </a:lnTo>
                  <a:lnTo>
                    <a:pt x="211810" y="283616"/>
                  </a:lnTo>
                  <a:lnTo>
                    <a:pt x="221526" y="272249"/>
                  </a:lnTo>
                  <a:lnTo>
                    <a:pt x="221310" y="273481"/>
                  </a:lnTo>
                  <a:lnTo>
                    <a:pt x="221653" y="280949"/>
                  </a:lnTo>
                  <a:lnTo>
                    <a:pt x="222097" y="282625"/>
                  </a:lnTo>
                  <a:lnTo>
                    <a:pt x="222097" y="260921"/>
                  </a:lnTo>
                  <a:lnTo>
                    <a:pt x="204952" y="280911"/>
                  </a:lnTo>
                  <a:lnTo>
                    <a:pt x="198958" y="273926"/>
                  </a:lnTo>
                  <a:lnTo>
                    <a:pt x="198958" y="284556"/>
                  </a:lnTo>
                  <a:lnTo>
                    <a:pt x="188861" y="296341"/>
                  </a:lnTo>
                  <a:lnTo>
                    <a:pt x="189128" y="294843"/>
                  </a:lnTo>
                  <a:lnTo>
                    <a:pt x="188772" y="287362"/>
                  </a:lnTo>
                  <a:lnTo>
                    <a:pt x="188315" y="285686"/>
                  </a:lnTo>
                  <a:lnTo>
                    <a:pt x="189801" y="286042"/>
                  </a:lnTo>
                  <a:lnTo>
                    <a:pt x="193001" y="285838"/>
                  </a:lnTo>
                  <a:lnTo>
                    <a:pt x="196202" y="285635"/>
                  </a:lnTo>
                  <a:lnTo>
                    <a:pt x="198767" y="284670"/>
                  </a:lnTo>
                  <a:lnTo>
                    <a:pt x="198742" y="284327"/>
                  </a:lnTo>
                  <a:lnTo>
                    <a:pt x="198958" y="284556"/>
                  </a:lnTo>
                  <a:lnTo>
                    <a:pt x="198958" y="273926"/>
                  </a:lnTo>
                  <a:lnTo>
                    <a:pt x="197040" y="271678"/>
                  </a:lnTo>
                  <a:lnTo>
                    <a:pt x="197040" y="282333"/>
                  </a:lnTo>
                  <a:lnTo>
                    <a:pt x="196037" y="282092"/>
                  </a:lnTo>
                  <a:lnTo>
                    <a:pt x="189636" y="282486"/>
                  </a:lnTo>
                  <a:lnTo>
                    <a:pt x="188112" y="283070"/>
                  </a:lnTo>
                  <a:lnTo>
                    <a:pt x="188417" y="281305"/>
                  </a:lnTo>
                  <a:lnTo>
                    <a:pt x="188252" y="277571"/>
                  </a:lnTo>
                  <a:lnTo>
                    <a:pt x="188087" y="273824"/>
                  </a:lnTo>
                  <a:lnTo>
                    <a:pt x="187439" y="271500"/>
                  </a:lnTo>
                  <a:lnTo>
                    <a:pt x="187439" y="297992"/>
                  </a:lnTo>
                  <a:lnTo>
                    <a:pt x="153797" y="337235"/>
                  </a:lnTo>
                  <a:lnTo>
                    <a:pt x="142125" y="323634"/>
                  </a:lnTo>
                  <a:lnTo>
                    <a:pt x="144691" y="324231"/>
                  </a:lnTo>
                  <a:lnTo>
                    <a:pt x="151091" y="323837"/>
                  </a:lnTo>
                  <a:lnTo>
                    <a:pt x="152527" y="323303"/>
                  </a:lnTo>
                  <a:lnTo>
                    <a:pt x="152234" y="325018"/>
                  </a:lnTo>
                  <a:lnTo>
                    <a:pt x="152400" y="328752"/>
                  </a:lnTo>
                  <a:lnTo>
                    <a:pt x="152565" y="332498"/>
                  </a:lnTo>
                  <a:lnTo>
                    <a:pt x="153390" y="335483"/>
                  </a:lnTo>
                  <a:lnTo>
                    <a:pt x="155067" y="335368"/>
                  </a:lnTo>
                  <a:lnTo>
                    <a:pt x="155613" y="332308"/>
                  </a:lnTo>
                  <a:lnTo>
                    <a:pt x="155270" y="324827"/>
                  </a:lnTo>
                  <a:lnTo>
                    <a:pt x="154813" y="323164"/>
                  </a:lnTo>
                  <a:lnTo>
                    <a:pt x="156286" y="323507"/>
                  </a:lnTo>
                  <a:lnTo>
                    <a:pt x="159499" y="323303"/>
                  </a:lnTo>
                  <a:lnTo>
                    <a:pt x="162699" y="323100"/>
                  </a:lnTo>
                  <a:lnTo>
                    <a:pt x="165265" y="322135"/>
                  </a:lnTo>
                  <a:lnTo>
                    <a:pt x="165163" y="320179"/>
                  </a:lnTo>
                  <a:lnTo>
                    <a:pt x="162534" y="319557"/>
                  </a:lnTo>
                  <a:lnTo>
                    <a:pt x="156121" y="319951"/>
                  </a:lnTo>
                  <a:lnTo>
                    <a:pt x="154609" y="320522"/>
                  </a:lnTo>
                  <a:lnTo>
                    <a:pt x="154914" y="318770"/>
                  </a:lnTo>
                  <a:lnTo>
                    <a:pt x="154749" y="315036"/>
                  </a:lnTo>
                  <a:lnTo>
                    <a:pt x="154584" y="311289"/>
                  </a:lnTo>
                  <a:lnTo>
                    <a:pt x="153758" y="308305"/>
                  </a:lnTo>
                  <a:lnTo>
                    <a:pt x="152082" y="308419"/>
                  </a:lnTo>
                  <a:lnTo>
                    <a:pt x="151536" y="311480"/>
                  </a:lnTo>
                  <a:lnTo>
                    <a:pt x="151879" y="318960"/>
                  </a:lnTo>
                  <a:lnTo>
                    <a:pt x="152323" y="320624"/>
                  </a:lnTo>
                  <a:lnTo>
                    <a:pt x="150926" y="320281"/>
                  </a:lnTo>
                  <a:lnTo>
                    <a:pt x="147726" y="320484"/>
                  </a:lnTo>
                  <a:lnTo>
                    <a:pt x="144526" y="320687"/>
                  </a:lnTo>
                  <a:lnTo>
                    <a:pt x="141960" y="321640"/>
                  </a:lnTo>
                  <a:lnTo>
                    <a:pt x="142036" y="323545"/>
                  </a:lnTo>
                  <a:lnTo>
                    <a:pt x="109524" y="285610"/>
                  </a:lnTo>
                  <a:lnTo>
                    <a:pt x="112102" y="286219"/>
                  </a:lnTo>
                  <a:lnTo>
                    <a:pt x="118516" y="285826"/>
                  </a:lnTo>
                  <a:lnTo>
                    <a:pt x="119951" y="285292"/>
                  </a:lnTo>
                  <a:lnTo>
                    <a:pt x="119646" y="287020"/>
                  </a:lnTo>
                  <a:lnTo>
                    <a:pt x="119824" y="290753"/>
                  </a:lnTo>
                  <a:lnTo>
                    <a:pt x="119989" y="294487"/>
                  </a:lnTo>
                  <a:lnTo>
                    <a:pt x="120815" y="297472"/>
                  </a:lnTo>
                  <a:lnTo>
                    <a:pt x="122491" y="297370"/>
                  </a:lnTo>
                  <a:lnTo>
                    <a:pt x="123037" y="294297"/>
                  </a:lnTo>
                  <a:lnTo>
                    <a:pt x="122694" y="286829"/>
                  </a:lnTo>
                  <a:lnTo>
                    <a:pt x="122224" y="285153"/>
                  </a:lnTo>
                  <a:lnTo>
                    <a:pt x="123710" y="285496"/>
                  </a:lnTo>
                  <a:lnTo>
                    <a:pt x="126911" y="285292"/>
                  </a:lnTo>
                  <a:lnTo>
                    <a:pt x="130111" y="285102"/>
                  </a:lnTo>
                  <a:lnTo>
                    <a:pt x="132676" y="284137"/>
                  </a:lnTo>
                  <a:lnTo>
                    <a:pt x="132588" y="282181"/>
                  </a:lnTo>
                  <a:lnTo>
                    <a:pt x="129946" y="281546"/>
                  </a:lnTo>
                  <a:lnTo>
                    <a:pt x="123545" y="281952"/>
                  </a:lnTo>
                  <a:lnTo>
                    <a:pt x="122034" y="282524"/>
                  </a:lnTo>
                  <a:lnTo>
                    <a:pt x="122339" y="280771"/>
                  </a:lnTo>
                  <a:lnTo>
                    <a:pt x="122174" y="277025"/>
                  </a:lnTo>
                  <a:lnTo>
                    <a:pt x="121996" y="273291"/>
                  </a:lnTo>
                  <a:lnTo>
                    <a:pt x="121170" y="270306"/>
                  </a:lnTo>
                  <a:lnTo>
                    <a:pt x="120815" y="270332"/>
                  </a:lnTo>
                  <a:lnTo>
                    <a:pt x="152577" y="233286"/>
                  </a:lnTo>
                  <a:lnTo>
                    <a:pt x="152158" y="235661"/>
                  </a:lnTo>
                  <a:lnTo>
                    <a:pt x="152501" y="243128"/>
                  </a:lnTo>
                  <a:lnTo>
                    <a:pt x="152946" y="244805"/>
                  </a:lnTo>
                  <a:lnTo>
                    <a:pt x="151549" y="244462"/>
                  </a:lnTo>
                  <a:lnTo>
                    <a:pt x="148348" y="244652"/>
                  </a:lnTo>
                  <a:lnTo>
                    <a:pt x="145148" y="244856"/>
                  </a:lnTo>
                  <a:lnTo>
                    <a:pt x="142582" y="245821"/>
                  </a:lnTo>
                  <a:lnTo>
                    <a:pt x="142671" y="247777"/>
                  </a:lnTo>
                  <a:lnTo>
                    <a:pt x="145313" y="248399"/>
                  </a:lnTo>
                  <a:lnTo>
                    <a:pt x="151714" y="248005"/>
                  </a:lnTo>
                  <a:lnTo>
                    <a:pt x="153149" y="247472"/>
                  </a:lnTo>
                  <a:lnTo>
                    <a:pt x="152857" y="249199"/>
                  </a:lnTo>
                  <a:lnTo>
                    <a:pt x="153022" y="252933"/>
                  </a:lnTo>
                  <a:lnTo>
                    <a:pt x="153187" y="256667"/>
                  </a:lnTo>
                  <a:lnTo>
                    <a:pt x="154012" y="259651"/>
                  </a:lnTo>
                  <a:lnTo>
                    <a:pt x="155689" y="259549"/>
                  </a:lnTo>
                  <a:lnTo>
                    <a:pt x="156235" y="256476"/>
                  </a:lnTo>
                  <a:lnTo>
                    <a:pt x="155892" y="249008"/>
                  </a:lnTo>
                  <a:lnTo>
                    <a:pt x="155435" y="247332"/>
                  </a:lnTo>
                  <a:lnTo>
                    <a:pt x="156908" y="247675"/>
                  </a:lnTo>
                  <a:lnTo>
                    <a:pt x="160121" y="247472"/>
                  </a:lnTo>
                  <a:lnTo>
                    <a:pt x="163322" y="247281"/>
                  </a:lnTo>
                  <a:lnTo>
                    <a:pt x="165887" y="246316"/>
                  </a:lnTo>
                  <a:lnTo>
                    <a:pt x="165862" y="245973"/>
                  </a:lnTo>
                  <a:lnTo>
                    <a:pt x="187198" y="270852"/>
                  </a:lnTo>
                  <a:lnTo>
                    <a:pt x="185585" y="270954"/>
                  </a:lnTo>
                  <a:lnTo>
                    <a:pt x="185039" y="274015"/>
                  </a:lnTo>
                  <a:lnTo>
                    <a:pt x="185381" y="281495"/>
                  </a:lnTo>
                  <a:lnTo>
                    <a:pt x="185826" y="283159"/>
                  </a:lnTo>
                  <a:lnTo>
                    <a:pt x="184442" y="282816"/>
                  </a:lnTo>
                  <a:lnTo>
                    <a:pt x="181229" y="283019"/>
                  </a:lnTo>
                  <a:lnTo>
                    <a:pt x="178028" y="283222"/>
                  </a:lnTo>
                  <a:lnTo>
                    <a:pt x="175463" y="284175"/>
                  </a:lnTo>
                  <a:lnTo>
                    <a:pt x="175552" y="286143"/>
                  </a:lnTo>
                  <a:lnTo>
                    <a:pt x="178193" y="286766"/>
                  </a:lnTo>
                  <a:lnTo>
                    <a:pt x="184607" y="286372"/>
                  </a:lnTo>
                  <a:lnTo>
                    <a:pt x="186029" y="285838"/>
                  </a:lnTo>
                  <a:lnTo>
                    <a:pt x="185737" y="287553"/>
                  </a:lnTo>
                  <a:lnTo>
                    <a:pt x="185902" y="291287"/>
                  </a:lnTo>
                  <a:lnTo>
                    <a:pt x="186080" y="295033"/>
                  </a:lnTo>
                  <a:lnTo>
                    <a:pt x="186905" y="298018"/>
                  </a:lnTo>
                  <a:lnTo>
                    <a:pt x="187439" y="297992"/>
                  </a:lnTo>
                  <a:lnTo>
                    <a:pt x="187439" y="271500"/>
                  </a:lnTo>
                  <a:lnTo>
                    <a:pt x="187286" y="270941"/>
                  </a:lnTo>
                  <a:lnTo>
                    <a:pt x="197040" y="282333"/>
                  </a:lnTo>
                  <a:lnTo>
                    <a:pt x="197040" y="271678"/>
                  </a:lnTo>
                  <a:lnTo>
                    <a:pt x="164147" y="233299"/>
                  </a:lnTo>
                  <a:lnTo>
                    <a:pt x="164147" y="243979"/>
                  </a:lnTo>
                  <a:lnTo>
                    <a:pt x="163156" y="243725"/>
                  </a:lnTo>
                  <a:lnTo>
                    <a:pt x="156743" y="244132"/>
                  </a:lnTo>
                  <a:lnTo>
                    <a:pt x="155232" y="244703"/>
                  </a:lnTo>
                  <a:lnTo>
                    <a:pt x="155536" y="242951"/>
                  </a:lnTo>
                  <a:lnTo>
                    <a:pt x="155371" y="239204"/>
                  </a:lnTo>
                  <a:lnTo>
                    <a:pt x="155206" y="235470"/>
                  </a:lnTo>
                  <a:lnTo>
                    <a:pt x="154393" y="232575"/>
                  </a:lnTo>
                  <a:lnTo>
                    <a:pt x="164147" y="243979"/>
                  </a:lnTo>
                  <a:lnTo>
                    <a:pt x="164147" y="233299"/>
                  </a:lnTo>
                  <a:lnTo>
                    <a:pt x="162928" y="231863"/>
                  </a:lnTo>
                  <a:lnTo>
                    <a:pt x="154330" y="221830"/>
                  </a:lnTo>
                  <a:lnTo>
                    <a:pt x="154330" y="232498"/>
                  </a:lnTo>
                  <a:lnTo>
                    <a:pt x="153200" y="232562"/>
                  </a:lnTo>
                  <a:lnTo>
                    <a:pt x="153797" y="231863"/>
                  </a:lnTo>
                  <a:lnTo>
                    <a:pt x="154330" y="232498"/>
                  </a:lnTo>
                  <a:lnTo>
                    <a:pt x="154330" y="221830"/>
                  </a:lnTo>
                  <a:lnTo>
                    <a:pt x="153797" y="221195"/>
                  </a:lnTo>
                  <a:lnTo>
                    <a:pt x="119748" y="260921"/>
                  </a:lnTo>
                  <a:lnTo>
                    <a:pt x="119748" y="282625"/>
                  </a:lnTo>
                  <a:lnTo>
                    <a:pt x="118351" y="282282"/>
                  </a:lnTo>
                  <a:lnTo>
                    <a:pt x="115138" y="282473"/>
                  </a:lnTo>
                  <a:lnTo>
                    <a:pt x="111937" y="282676"/>
                  </a:lnTo>
                  <a:lnTo>
                    <a:pt x="109461" y="283616"/>
                  </a:lnTo>
                  <a:lnTo>
                    <a:pt x="109461" y="285546"/>
                  </a:lnTo>
                  <a:lnTo>
                    <a:pt x="108623" y="284556"/>
                  </a:lnTo>
                  <a:lnTo>
                    <a:pt x="109372" y="283692"/>
                  </a:lnTo>
                  <a:lnTo>
                    <a:pt x="109461" y="285546"/>
                  </a:lnTo>
                  <a:lnTo>
                    <a:pt x="109461" y="283616"/>
                  </a:lnTo>
                  <a:lnTo>
                    <a:pt x="119164" y="272262"/>
                  </a:lnTo>
                  <a:lnTo>
                    <a:pt x="118948" y="273481"/>
                  </a:lnTo>
                  <a:lnTo>
                    <a:pt x="119303" y="280949"/>
                  </a:lnTo>
                  <a:lnTo>
                    <a:pt x="119748" y="282625"/>
                  </a:lnTo>
                  <a:lnTo>
                    <a:pt x="119748" y="260921"/>
                  </a:lnTo>
                  <a:lnTo>
                    <a:pt x="104038" y="279234"/>
                  </a:lnTo>
                  <a:lnTo>
                    <a:pt x="99479" y="273926"/>
                  </a:lnTo>
                  <a:lnTo>
                    <a:pt x="99479" y="284556"/>
                  </a:lnTo>
                  <a:lnTo>
                    <a:pt x="89369" y="296354"/>
                  </a:lnTo>
                  <a:lnTo>
                    <a:pt x="89649" y="294843"/>
                  </a:lnTo>
                  <a:lnTo>
                    <a:pt x="89293" y="287362"/>
                  </a:lnTo>
                  <a:lnTo>
                    <a:pt x="88836" y="285686"/>
                  </a:lnTo>
                  <a:lnTo>
                    <a:pt x="90322" y="286042"/>
                  </a:lnTo>
                  <a:lnTo>
                    <a:pt x="93522" y="285838"/>
                  </a:lnTo>
                  <a:lnTo>
                    <a:pt x="96723" y="285635"/>
                  </a:lnTo>
                  <a:lnTo>
                    <a:pt x="99288" y="284670"/>
                  </a:lnTo>
                  <a:lnTo>
                    <a:pt x="99263" y="284327"/>
                  </a:lnTo>
                  <a:lnTo>
                    <a:pt x="99479" y="284556"/>
                  </a:lnTo>
                  <a:lnTo>
                    <a:pt x="99479" y="273926"/>
                  </a:lnTo>
                  <a:lnTo>
                    <a:pt x="97561" y="271678"/>
                  </a:lnTo>
                  <a:lnTo>
                    <a:pt x="97561" y="282333"/>
                  </a:lnTo>
                  <a:lnTo>
                    <a:pt x="96558" y="282092"/>
                  </a:lnTo>
                  <a:lnTo>
                    <a:pt x="90157" y="282486"/>
                  </a:lnTo>
                  <a:lnTo>
                    <a:pt x="88646" y="283057"/>
                  </a:lnTo>
                  <a:lnTo>
                    <a:pt x="88950" y="281305"/>
                  </a:lnTo>
                  <a:lnTo>
                    <a:pt x="88773" y="277571"/>
                  </a:lnTo>
                  <a:lnTo>
                    <a:pt x="88607" y="273824"/>
                  </a:lnTo>
                  <a:lnTo>
                    <a:pt x="87972" y="271538"/>
                  </a:lnTo>
                  <a:lnTo>
                    <a:pt x="87972" y="297992"/>
                  </a:lnTo>
                  <a:lnTo>
                    <a:pt x="54317" y="337235"/>
                  </a:lnTo>
                  <a:lnTo>
                    <a:pt x="43154" y="324231"/>
                  </a:lnTo>
                  <a:lnTo>
                    <a:pt x="52882" y="324231"/>
                  </a:lnTo>
                  <a:lnTo>
                    <a:pt x="52755" y="325018"/>
                  </a:lnTo>
                  <a:lnTo>
                    <a:pt x="52920" y="328752"/>
                  </a:lnTo>
                  <a:lnTo>
                    <a:pt x="53086" y="332498"/>
                  </a:lnTo>
                  <a:lnTo>
                    <a:pt x="53911" y="335483"/>
                  </a:lnTo>
                  <a:lnTo>
                    <a:pt x="55587" y="335368"/>
                  </a:lnTo>
                  <a:lnTo>
                    <a:pt x="56134" y="332308"/>
                  </a:lnTo>
                  <a:lnTo>
                    <a:pt x="55791" y="324827"/>
                  </a:lnTo>
                  <a:lnTo>
                    <a:pt x="55333" y="323164"/>
                  </a:lnTo>
                  <a:lnTo>
                    <a:pt x="56807" y="323507"/>
                  </a:lnTo>
                  <a:lnTo>
                    <a:pt x="60020" y="323303"/>
                  </a:lnTo>
                  <a:lnTo>
                    <a:pt x="63220" y="323100"/>
                  </a:lnTo>
                  <a:lnTo>
                    <a:pt x="65786" y="322135"/>
                  </a:lnTo>
                  <a:lnTo>
                    <a:pt x="65697" y="320179"/>
                  </a:lnTo>
                  <a:lnTo>
                    <a:pt x="63055" y="319557"/>
                  </a:lnTo>
                  <a:lnTo>
                    <a:pt x="56642" y="319951"/>
                  </a:lnTo>
                  <a:lnTo>
                    <a:pt x="55130" y="320522"/>
                  </a:lnTo>
                  <a:lnTo>
                    <a:pt x="55435" y="318770"/>
                  </a:lnTo>
                  <a:lnTo>
                    <a:pt x="55270" y="315036"/>
                  </a:lnTo>
                  <a:lnTo>
                    <a:pt x="55105" y="311289"/>
                  </a:lnTo>
                  <a:lnTo>
                    <a:pt x="54279" y="308305"/>
                  </a:lnTo>
                  <a:lnTo>
                    <a:pt x="52603" y="308419"/>
                  </a:lnTo>
                  <a:lnTo>
                    <a:pt x="52057" y="311480"/>
                  </a:lnTo>
                  <a:lnTo>
                    <a:pt x="52400" y="318960"/>
                  </a:lnTo>
                  <a:lnTo>
                    <a:pt x="52755" y="320281"/>
                  </a:lnTo>
                  <a:lnTo>
                    <a:pt x="42722" y="320281"/>
                  </a:lnTo>
                  <a:lnTo>
                    <a:pt x="42722" y="323723"/>
                  </a:lnTo>
                  <a:lnTo>
                    <a:pt x="9144" y="284556"/>
                  </a:lnTo>
                  <a:lnTo>
                    <a:pt x="53098" y="233286"/>
                  </a:lnTo>
                  <a:lnTo>
                    <a:pt x="52679" y="235661"/>
                  </a:lnTo>
                  <a:lnTo>
                    <a:pt x="53022" y="243128"/>
                  </a:lnTo>
                  <a:lnTo>
                    <a:pt x="53835" y="246126"/>
                  </a:lnTo>
                  <a:lnTo>
                    <a:pt x="55524" y="246024"/>
                  </a:lnTo>
                  <a:lnTo>
                    <a:pt x="56057" y="242951"/>
                  </a:lnTo>
                  <a:lnTo>
                    <a:pt x="55892" y="239204"/>
                  </a:lnTo>
                  <a:lnTo>
                    <a:pt x="55714" y="235470"/>
                  </a:lnTo>
                  <a:lnTo>
                    <a:pt x="54914" y="232575"/>
                  </a:lnTo>
                  <a:lnTo>
                    <a:pt x="87718" y="270852"/>
                  </a:lnTo>
                  <a:lnTo>
                    <a:pt x="86106" y="270954"/>
                  </a:lnTo>
                  <a:lnTo>
                    <a:pt x="85559" y="274015"/>
                  </a:lnTo>
                  <a:lnTo>
                    <a:pt x="85915" y="281495"/>
                  </a:lnTo>
                  <a:lnTo>
                    <a:pt x="86360" y="283159"/>
                  </a:lnTo>
                  <a:lnTo>
                    <a:pt x="84963" y="282816"/>
                  </a:lnTo>
                  <a:lnTo>
                    <a:pt x="81749" y="283019"/>
                  </a:lnTo>
                  <a:lnTo>
                    <a:pt x="78549" y="283222"/>
                  </a:lnTo>
                  <a:lnTo>
                    <a:pt x="75984" y="284175"/>
                  </a:lnTo>
                  <a:lnTo>
                    <a:pt x="76073" y="286143"/>
                  </a:lnTo>
                  <a:lnTo>
                    <a:pt x="78714" y="286766"/>
                  </a:lnTo>
                  <a:lnTo>
                    <a:pt x="85128" y="286372"/>
                  </a:lnTo>
                  <a:lnTo>
                    <a:pt x="86550" y="285838"/>
                  </a:lnTo>
                  <a:lnTo>
                    <a:pt x="86258" y="287553"/>
                  </a:lnTo>
                  <a:lnTo>
                    <a:pt x="86423" y="291287"/>
                  </a:lnTo>
                  <a:lnTo>
                    <a:pt x="86601" y="295033"/>
                  </a:lnTo>
                  <a:lnTo>
                    <a:pt x="87426" y="298018"/>
                  </a:lnTo>
                  <a:lnTo>
                    <a:pt x="87972" y="297992"/>
                  </a:lnTo>
                  <a:lnTo>
                    <a:pt x="87972" y="271538"/>
                  </a:lnTo>
                  <a:lnTo>
                    <a:pt x="87807" y="270941"/>
                  </a:lnTo>
                  <a:lnTo>
                    <a:pt x="97561" y="282333"/>
                  </a:lnTo>
                  <a:lnTo>
                    <a:pt x="97561" y="271678"/>
                  </a:lnTo>
                  <a:lnTo>
                    <a:pt x="63449" y="231863"/>
                  </a:lnTo>
                  <a:lnTo>
                    <a:pt x="54851" y="221830"/>
                  </a:lnTo>
                  <a:lnTo>
                    <a:pt x="54851" y="232498"/>
                  </a:lnTo>
                  <a:lnTo>
                    <a:pt x="53721" y="232562"/>
                  </a:lnTo>
                  <a:lnTo>
                    <a:pt x="54317" y="231863"/>
                  </a:lnTo>
                  <a:lnTo>
                    <a:pt x="54851" y="232498"/>
                  </a:lnTo>
                  <a:lnTo>
                    <a:pt x="54851" y="221830"/>
                  </a:lnTo>
                  <a:lnTo>
                    <a:pt x="54317" y="221195"/>
                  </a:lnTo>
                  <a:lnTo>
                    <a:pt x="0" y="284556"/>
                  </a:lnTo>
                  <a:lnTo>
                    <a:pt x="54317" y="347903"/>
                  </a:lnTo>
                  <a:lnTo>
                    <a:pt x="63449" y="337235"/>
                  </a:lnTo>
                  <a:lnTo>
                    <a:pt x="104038" y="289890"/>
                  </a:lnTo>
                  <a:lnTo>
                    <a:pt x="153797" y="347903"/>
                  </a:lnTo>
                  <a:lnTo>
                    <a:pt x="162928" y="337235"/>
                  </a:lnTo>
                  <a:lnTo>
                    <a:pt x="204952" y="288213"/>
                  </a:lnTo>
                  <a:lnTo>
                    <a:pt x="256146" y="347903"/>
                  </a:lnTo>
                  <a:lnTo>
                    <a:pt x="265277" y="337235"/>
                  </a:lnTo>
                  <a:lnTo>
                    <a:pt x="310451" y="284556"/>
                  </a:lnTo>
                  <a:close/>
                </a:path>
                <a:path w="351790" h="347979">
                  <a:moveTo>
                    <a:pt x="318160" y="89649"/>
                  </a:moveTo>
                  <a:lnTo>
                    <a:pt x="318071" y="87693"/>
                  </a:lnTo>
                  <a:lnTo>
                    <a:pt x="315429" y="87058"/>
                  </a:lnTo>
                  <a:lnTo>
                    <a:pt x="309016" y="87464"/>
                  </a:lnTo>
                  <a:lnTo>
                    <a:pt x="306463" y="88417"/>
                  </a:lnTo>
                  <a:lnTo>
                    <a:pt x="306501" y="89408"/>
                  </a:lnTo>
                  <a:lnTo>
                    <a:pt x="305663" y="89446"/>
                  </a:lnTo>
                  <a:lnTo>
                    <a:pt x="305130" y="92532"/>
                  </a:lnTo>
                  <a:lnTo>
                    <a:pt x="305295" y="96266"/>
                  </a:lnTo>
                  <a:lnTo>
                    <a:pt x="305460" y="99999"/>
                  </a:lnTo>
                  <a:lnTo>
                    <a:pt x="306285" y="102984"/>
                  </a:lnTo>
                  <a:lnTo>
                    <a:pt x="307962" y="102882"/>
                  </a:lnTo>
                  <a:lnTo>
                    <a:pt x="308508" y="99809"/>
                  </a:lnTo>
                  <a:lnTo>
                    <a:pt x="308165" y="92341"/>
                  </a:lnTo>
                  <a:lnTo>
                    <a:pt x="307708" y="90665"/>
                  </a:lnTo>
                  <a:lnTo>
                    <a:pt x="309181" y="91008"/>
                  </a:lnTo>
                  <a:lnTo>
                    <a:pt x="312394" y="90805"/>
                  </a:lnTo>
                  <a:lnTo>
                    <a:pt x="315595" y="90614"/>
                  </a:lnTo>
                  <a:lnTo>
                    <a:pt x="318160" y="89649"/>
                  </a:lnTo>
                  <a:close/>
                </a:path>
                <a:path w="351790" h="347979">
                  <a:moveTo>
                    <a:pt x="318782" y="13817"/>
                  </a:moveTo>
                  <a:lnTo>
                    <a:pt x="318693" y="11861"/>
                  </a:lnTo>
                  <a:lnTo>
                    <a:pt x="316052" y="11239"/>
                  </a:lnTo>
                  <a:lnTo>
                    <a:pt x="309638" y="11633"/>
                  </a:lnTo>
                  <a:lnTo>
                    <a:pt x="308127" y="12204"/>
                  </a:lnTo>
                  <a:lnTo>
                    <a:pt x="308432" y="10452"/>
                  </a:lnTo>
                  <a:lnTo>
                    <a:pt x="308267" y="6718"/>
                  </a:lnTo>
                  <a:lnTo>
                    <a:pt x="308102" y="2971"/>
                  </a:lnTo>
                  <a:lnTo>
                    <a:pt x="307276" y="0"/>
                  </a:lnTo>
                  <a:lnTo>
                    <a:pt x="305600" y="101"/>
                  </a:lnTo>
                  <a:lnTo>
                    <a:pt x="305054" y="3162"/>
                  </a:lnTo>
                  <a:lnTo>
                    <a:pt x="305396" y="10642"/>
                  </a:lnTo>
                  <a:lnTo>
                    <a:pt x="305841" y="12306"/>
                  </a:lnTo>
                  <a:lnTo>
                    <a:pt x="304444" y="11963"/>
                  </a:lnTo>
                  <a:lnTo>
                    <a:pt x="301244" y="12166"/>
                  </a:lnTo>
                  <a:lnTo>
                    <a:pt x="298043" y="12369"/>
                  </a:lnTo>
                  <a:lnTo>
                    <a:pt x="295478" y="13322"/>
                  </a:lnTo>
                  <a:lnTo>
                    <a:pt x="295567" y="15290"/>
                  </a:lnTo>
                  <a:lnTo>
                    <a:pt x="298208" y="15913"/>
                  </a:lnTo>
                  <a:lnTo>
                    <a:pt x="304609" y="15519"/>
                  </a:lnTo>
                  <a:lnTo>
                    <a:pt x="306044" y="14986"/>
                  </a:lnTo>
                  <a:lnTo>
                    <a:pt x="305752" y="16700"/>
                  </a:lnTo>
                  <a:lnTo>
                    <a:pt x="305917" y="20434"/>
                  </a:lnTo>
                  <a:lnTo>
                    <a:pt x="306082" y="24180"/>
                  </a:lnTo>
                  <a:lnTo>
                    <a:pt x="306908" y="27165"/>
                  </a:lnTo>
                  <a:lnTo>
                    <a:pt x="308584" y="27063"/>
                  </a:lnTo>
                  <a:lnTo>
                    <a:pt x="309130" y="23990"/>
                  </a:lnTo>
                  <a:lnTo>
                    <a:pt x="308787" y="16510"/>
                  </a:lnTo>
                  <a:lnTo>
                    <a:pt x="308330" y="14833"/>
                  </a:lnTo>
                  <a:lnTo>
                    <a:pt x="309803" y="15189"/>
                  </a:lnTo>
                  <a:lnTo>
                    <a:pt x="313016" y="14986"/>
                  </a:lnTo>
                  <a:lnTo>
                    <a:pt x="316217" y="14782"/>
                  </a:lnTo>
                  <a:lnTo>
                    <a:pt x="318782" y="13817"/>
                  </a:lnTo>
                  <a:close/>
                </a:path>
                <a:path w="351790" h="347979">
                  <a:moveTo>
                    <a:pt x="351663" y="52184"/>
                  </a:moveTo>
                  <a:lnTo>
                    <a:pt x="351574" y="50228"/>
                  </a:lnTo>
                  <a:lnTo>
                    <a:pt x="348932" y="49593"/>
                  </a:lnTo>
                  <a:lnTo>
                    <a:pt x="342531" y="49999"/>
                  </a:lnTo>
                  <a:lnTo>
                    <a:pt x="341020" y="50571"/>
                  </a:lnTo>
                  <a:lnTo>
                    <a:pt x="341325" y="48818"/>
                  </a:lnTo>
                  <a:lnTo>
                    <a:pt x="341160" y="45072"/>
                  </a:lnTo>
                  <a:lnTo>
                    <a:pt x="340969" y="41338"/>
                  </a:lnTo>
                  <a:lnTo>
                    <a:pt x="340156" y="38354"/>
                  </a:lnTo>
                  <a:lnTo>
                    <a:pt x="338480" y="38455"/>
                  </a:lnTo>
                  <a:lnTo>
                    <a:pt x="337934" y="41529"/>
                  </a:lnTo>
                  <a:lnTo>
                    <a:pt x="338289" y="48996"/>
                  </a:lnTo>
                  <a:lnTo>
                    <a:pt x="338734" y="50673"/>
                  </a:lnTo>
                  <a:lnTo>
                    <a:pt x="337337" y="50330"/>
                  </a:lnTo>
                  <a:lnTo>
                    <a:pt x="334124" y="50520"/>
                  </a:lnTo>
                  <a:lnTo>
                    <a:pt x="330923" y="50723"/>
                  </a:lnTo>
                  <a:lnTo>
                    <a:pt x="328358" y="51689"/>
                  </a:lnTo>
                  <a:lnTo>
                    <a:pt x="328447" y="53644"/>
                  </a:lnTo>
                  <a:lnTo>
                    <a:pt x="331089" y="54279"/>
                  </a:lnTo>
                  <a:lnTo>
                    <a:pt x="337502" y="53873"/>
                  </a:lnTo>
                  <a:lnTo>
                    <a:pt x="338924" y="53340"/>
                  </a:lnTo>
                  <a:lnTo>
                    <a:pt x="338632" y="55067"/>
                  </a:lnTo>
                  <a:lnTo>
                    <a:pt x="338810" y="58801"/>
                  </a:lnTo>
                  <a:lnTo>
                    <a:pt x="338975" y="62534"/>
                  </a:lnTo>
                  <a:lnTo>
                    <a:pt x="339801" y="65519"/>
                  </a:lnTo>
                  <a:lnTo>
                    <a:pt x="341477" y="65417"/>
                  </a:lnTo>
                  <a:lnTo>
                    <a:pt x="342023" y="62344"/>
                  </a:lnTo>
                  <a:lnTo>
                    <a:pt x="341668" y="54876"/>
                  </a:lnTo>
                  <a:lnTo>
                    <a:pt x="341210" y="53200"/>
                  </a:lnTo>
                  <a:lnTo>
                    <a:pt x="342696" y="53543"/>
                  </a:lnTo>
                  <a:lnTo>
                    <a:pt x="345897" y="53340"/>
                  </a:lnTo>
                  <a:lnTo>
                    <a:pt x="349097" y="53149"/>
                  </a:lnTo>
                  <a:lnTo>
                    <a:pt x="351663" y="52184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1" name="object 2121" descr=""/>
            <p:cNvSpPr/>
            <p:nvPr/>
          </p:nvSpPr>
          <p:spPr>
            <a:xfrm>
              <a:off x="7219099" y="7858347"/>
              <a:ext cx="471805" cy="437515"/>
            </a:xfrm>
            <a:custGeom>
              <a:avLst/>
              <a:gdLst/>
              <a:ahLst/>
              <a:cxnLst/>
              <a:rect l="l" t="t" r="r" b="b"/>
              <a:pathLst>
                <a:path w="471804" h="437515">
                  <a:moveTo>
                    <a:pt x="23304" y="412940"/>
                  </a:moveTo>
                  <a:lnTo>
                    <a:pt x="23215" y="410984"/>
                  </a:lnTo>
                  <a:lnTo>
                    <a:pt x="20574" y="410349"/>
                  </a:lnTo>
                  <a:lnTo>
                    <a:pt x="14160" y="410756"/>
                  </a:lnTo>
                  <a:lnTo>
                    <a:pt x="12649" y="411327"/>
                  </a:lnTo>
                  <a:lnTo>
                    <a:pt x="12954" y="409575"/>
                  </a:lnTo>
                  <a:lnTo>
                    <a:pt x="12788" y="405828"/>
                  </a:lnTo>
                  <a:lnTo>
                    <a:pt x="12611" y="402094"/>
                  </a:lnTo>
                  <a:lnTo>
                    <a:pt x="11798" y="399110"/>
                  </a:lnTo>
                  <a:lnTo>
                    <a:pt x="10121" y="399211"/>
                  </a:lnTo>
                  <a:lnTo>
                    <a:pt x="9575" y="402285"/>
                  </a:lnTo>
                  <a:lnTo>
                    <a:pt x="9918" y="409752"/>
                  </a:lnTo>
                  <a:lnTo>
                    <a:pt x="10363" y="411429"/>
                  </a:lnTo>
                  <a:lnTo>
                    <a:pt x="8966" y="411086"/>
                  </a:lnTo>
                  <a:lnTo>
                    <a:pt x="5765" y="411276"/>
                  </a:lnTo>
                  <a:lnTo>
                    <a:pt x="2565" y="411480"/>
                  </a:lnTo>
                  <a:lnTo>
                    <a:pt x="0" y="412445"/>
                  </a:lnTo>
                  <a:lnTo>
                    <a:pt x="88" y="414401"/>
                  </a:lnTo>
                  <a:lnTo>
                    <a:pt x="2730" y="415023"/>
                  </a:lnTo>
                  <a:lnTo>
                    <a:pt x="9131" y="414629"/>
                  </a:lnTo>
                  <a:lnTo>
                    <a:pt x="10566" y="414096"/>
                  </a:lnTo>
                  <a:lnTo>
                    <a:pt x="10274" y="415823"/>
                  </a:lnTo>
                  <a:lnTo>
                    <a:pt x="10439" y="419557"/>
                  </a:lnTo>
                  <a:lnTo>
                    <a:pt x="10604" y="423291"/>
                  </a:lnTo>
                  <a:lnTo>
                    <a:pt x="11430" y="426275"/>
                  </a:lnTo>
                  <a:lnTo>
                    <a:pt x="13106" y="426173"/>
                  </a:lnTo>
                  <a:lnTo>
                    <a:pt x="13652" y="423100"/>
                  </a:lnTo>
                  <a:lnTo>
                    <a:pt x="13309" y="415632"/>
                  </a:lnTo>
                  <a:lnTo>
                    <a:pt x="12852" y="413956"/>
                  </a:lnTo>
                  <a:lnTo>
                    <a:pt x="14325" y="414299"/>
                  </a:lnTo>
                  <a:lnTo>
                    <a:pt x="17538" y="414096"/>
                  </a:lnTo>
                  <a:lnTo>
                    <a:pt x="20739" y="413905"/>
                  </a:lnTo>
                  <a:lnTo>
                    <a:pt x="23304" y="412940"/>
                  </a:lnTo>
                  <a:close/>
                </a:path>
                <a:path w="471804" h="437515">
                  <a:moveTo>
                    <a:pt x="317881" y="374015"/>
                  </a:moveTo>
                  <a:lnTo>
                    <a:pt x="308749" y="363372"/>
                  </a:lnTo>
                  <a:lnTo>
                    <a:pt x="308749" y="374015"/>
                  </a:lnTo>
                  <a:lnTo>
                    <a:pt x="298653" y="385800"/>
                  </a:lnTo>
                  <a:lnTo>
                    <a:pt x="298919" y="384302"/>
                  </a:lnTo>
                  <a:lnTo>
                    <a:pt x="298564" y="376834"/>
                  </a:lnTo>
                  <a:lnTo>
                    <a:pt x="298107" y="375158"/>
                  </a:lnTo>
                  <a:lnTo>
                    <a:pt x="299593" y="375500"/>
                  </a:lnTo>
                  <a:lnTo>
                    <a:pt x="302793" y="375297"/>
                  </a:lnTo>
                  <a:lnTo>
                    <a:pt x="305993" y="375107"/>
                  </a:lnTo>
                  <a:lnTo>
                    <a:pt x="308559" y="374142"/>
                  </a:lnTo>
                  <a:lnTo>
                    <a:pt x="308533" y="373773"/>
                  </a:lnTo>
                  <a:lnTo>
                    <a:pt x="308749" y="374015"/>
                  </a:lnTo>
                  <a:lnTo>
                    <a:pt x="308749" y="363372"/>
                  </a:lnTo>
                  <a:lnTo>
                    <a:pt x="306844" y="361149"/>
                  </a:lnTo>
                  <a:lnTo>
                    <a:pt x="306844" y="371805"/>
                  </a:lnTo>
                  <a:lnTo>
                    <a:pt x="305828" y="371551"/>
                  </a:lnTo>
                  <a:lnTo>
                    <a:pt x="299427" y="371944"/>
                  </a:lnTo>
                  <a:lnTo>
                    <a:pt x="297916" y="372516"/>
                  </a:lnTo>
                  <a:lnTo>
                    <a:pt x="298221" y="370763"/>
                  </a:lnTo>
                  <a:lnTo>
                    <a:pt x="298056" y="367030"/>
                  </a:lnTo>
                  <a:lnTo>
                    <a:pt x="297865" y="363296"/>
                  </a:lnTo>
                  <a:lnTo>
                    <a:pt x="297230" y="361010"/>
                  </a:lnTo>
                  <a:lnTo>
                    <a:pt x="297230" y="387451"/>
                  </a:lnTo>
                  <a:lnTo>
                    <a:pt x="263588" y="426707"/>
                  </a:lnTo>
                  <a:lnTo>
                    <a:pt x="251891" y="413092"/>
                  </a:lnTo>
                  <a:lnTo>
                    <a:pt x="254482" y="413689"/>
                  </a:lnTo>
                  <a:lnTo>
                    <a:pt x="260883" y="413296"/>
                  </a:lnTo>
                  <a:lnTo>
                    <a:pt x="262318" y="412762"/>
                  </a:lnTo>
                  <a:lnTo>
                    <a:pt x="262026" y="414477"/>
                  </a:lnTo>
                  <a:lnTo>
                    <a:pt x="262191" y="418223"/>
                  </a:lnTo>
                  <a:lnTo>
                    <a:pt x="262356" y="421957"/>
                  </a:lnTo>
                  <a:lnTo>
                    <a:pt x="263182" y="424942"/>
                  </a:lnTo>
                  <a:lnTo>
                    <a:pt x="264858" y="424840"/>
                  </a:lnTo>
                  <a:lnTo>
                    <a:pt x="265404" y="421767"/>
                  </a:lnTo>
                  <a:lnTo>
                    <a:pt x="265061" y="414299"/>
                  </a:lnTo>
                  <a:lnTo>
                    <a:pt x="264591" y="412610"/>
                  </a:lnTo>
                  <a:lnTo>
                    <a:pt x="266077" y="412965"/>
                  </a:lnTo>
                  <a:lnTo>
                    <a:pt x="269290" y="412762"/>
                  </a:lnTo>
                  <a:lnTo>
                    <a:pt x="272491" y="412572"/>
                  </a:lnTo>
                  <a:lnTo>
                    <a:pt x="275056" y="411607"/>
                  </a:lnTo>
                  <a:lnTo>
                    <a:pt x="274967" y="409651"/>
                  </a:lnTo>
                  <a:lnTo>
                    <a:pt x="272326" y="409016"/>
                  </a:lnTo>
                  <a:lnTo>
                    <a:pt x="265912" y="409409"/>
                  </a:lnTo>
                  <a:lnTo>
                    <a:pt x="264401" y="409981"/>
                  </a:lnTo>
                  <a:lnTo>
                    <a:pt x="264706" y="408228"/>
                  </a:lnTo>
                  <a:lnTo>
                    <a:pt x="264541" y="404495"/>
                  </a:lnTo>
                  <a:lnTo>
                    <a:pt x="264375" y="400761"/>
                  </a:lnTo>
                  <a:lnTo>
                    <a:pt x="263550" y="397776"/>
                  </a:lnTo>
                  <a:lnTo>
                    <a:pt x="261874" y="397878"/>
                  </a:lnTo>
                  <a:lnTo>
                    <a:pt x="261327" y="400951"/>
                  </a:lnTo>
                  <a:lnTo>
                    <a:pt x="261670" y="408419"/>
                  </a:lnTo>
                  <a:lnTo>
                    <a:pt x="262115" y="410095"/>
                  </a:lnTo>
                  <a:lnTo>
                    <a:pt x="260718" y="409752"/>
                  </a:lnTo>
                  <a:lnTo>
                    <a:pt x="257517" y="409943"/>
                  </a:lnTo>
                  <a:lnTo>
                    <a:pt x="254317" y="410146"/>
                  </a:lnTo>
                  <a:lnTo>
                    <a:pt x="251752" y="411111"/>
                  </a:lnTo>
                  <a:lnTo>
                    <a:pt x="251828" y="413016"/>
                  </a:lnTo>
                  <a:lnTo>
                    <a:pt x="219316" y="375081"/>
                  </a:lnTo>
                  <a:lnTo>
                    <a:pt x="221894" y="375691"/>
                  </a:lnTo>
                  <a:lnTo>
                    <a:pt x="228307" y="375285"/>
                  </a:lnTo>
                  <a:lnTo>
                    <a:pt x="229743" y="374751"/>
                  </a:lnTo>
                  <a:lnTo>
                    <a:pt x="229450" y="376478"/>
                  </a:lnTo>
                  <a:lnTo>
                    <a:pt x="229616" y="380212"/>
                  </a:lnTo>
                  <a:lnTo>
                    <a:pt x="229781" y="383959"/>
                  </a:lnTo>
                  <a:lnTo>
                    <a:pt x="230606" y="386943"/>
                  </a:lnTo>
                  <a:lnTo>
                    <a:pt x="232283" y="386829"/>
                  </a:lnTo>
                  <a:lnTo>
                    <a:pt x="232829" y="383768"/>
                  </a:lnTo>
                  <a:lnTo>
                    <a:pt x="232486" y="376288"/>
                  </a:lnTo>
                  <a:lnTo>
                    <a:pt x="232016" y="374611"/>
                  </a:lnTo>
                  <a:lnTo>
                    <a:pt x="233502" y="374954"/>
                  </a:lnTo>
                  <a:lnTo>
                    <a:pt x="236702" y="374764"/>
                  </a:lnTo>
                  <a:lnTo>
                    <a:pt x="239915" y="374561"/>
                  </a:lnTo>
                  <a:lnTo>
                    <a:pt x="242481" y="373595"/>
                  </a:lnTo>
                  <a:lnTo>
                    <a:pt x="242379" y="371640"/>
                  </a:lnTo>
                  <a:lnTo>
                    <a:pt x="239737" y="371017"/>
                  </a:lnTo>
                  <a:lnTo>
                    <a:pt x="233337" y="371411"/>
                  </a:lnTo>
                  <a:lnTo>
                    <a:pt x="231825" y="371983"/>
                  </a:lnTo>
                  <a:lnTo>
                    <a:pt x="232130" y="370230"/>
                  </a:lnTo>
                  <a:lnTo>
                    <a:pt x="231965" y="366496"/>
                  </a:lnTo>
                  <a:lnTo>
                    <a:pt x="231787" y="362750"/>
                  </a:lnTo>
                  <a:lnTo>
                    <a:pt x="230962" y="359765"/>
                  </a:lnTo>
                  <a:lnTo>
                    <a:pt x="230606" y="359791"/>
                  </a:lnTo>
                  <a:lnTo>
                    <a:pt x="262369" y="322745"/>
                  </a:lnTo>
                  <a:lnTo>
                    <a:pt x="261950" y="325120"/>
                  </a:lnTo>
                  <a:lnTo>
                    <a:pt x="262293" y="332600"/>
                  </a:lnTo>
                  <a:lnTo>
                    <a:pt x="262737" y="334251"/>
                  </a:lnTo>
                  <a:lnTo>
                    <a:pt x="261340" y="333921"/>
                  </a:lnTo>
                  <a:lnTo>
                    <a:pt x="258140" y="334124"/>
                  </a:lnTo>
                  <a:lnTo>
                    <a:pt x="254939" y="334314"/>
                  </a:lnTo>
                  <a:lnTo>
                    <a:pt x="252374" y="335280"/>
                  </a:lnTo>
                  <a:lnTo>
                    <a:pt x="252463" y="337235"/>
                  </a:lnTo>
                  <a:lnTo>
                    <a:pt x="255104" y="337870"/>
                  </a:lnTo>
                  <a:lnTo>
                    <a:pt x="261505" y="337464"/>
                  </a:lnTo>
                  <a:lnTo>
                    <a:pt x="262940" y="336931"/>
                  </a:lnTo>
                  <a:lnTo>
                    <a:pt x="262648" y="338658"/>
                  </a:lnTo>
                  <a:lnTo>
                    <a:pt x="262813" y="342392"/>
                  </a:lnTo>
                  <a:lnTo>
                    <a:pt x="262978" y="346138"/>
                  </a:lnTo>
                  <a:lnTo>
                    <a:pt x="263804" y="349123"/>
                  </a:lnTo>
                  <a:lnTo>
                    <a:pt x="265480" y="349008"/>
                  </a:lnTo>
                  <a:lnTo>
                    <a:pt x="266026" y="345948"/>
                  </a:lnTo>
                  <a:lnTo>
                    <a:pt x="265684" y="338467"/>
                  </a:lnTo>
                  <a:lnTo>
                    <a:pt x="265226" y="336791"/>
                  </a:lnTo>
                  <a:lnTo>
                    <a:pt x="266700" y="337134"/>
                  </a:lnTo>
                  <a:lnTo>
                    <a:pt x="269913" y="336943"/>
                  </a:lnTo>
                  <a:lnTo>
                    <a:pt x="273113" y="336740"/>
                  </a:lnTo>
                  <a:lnTo>
                    <a:pt x="275678" y="335775"/>
                  </a:lnTo>
                  <a:lnTo>
                    <a:pt x="275653" y="335432"/>
                  </a:lnTo>
                  <a:lnTo>
                    <a:pt x="297002" y="360324"/>
                  </a:lnTo>
                  <a:lnTo>
                    <a:pt x="295376" y="360413"/>
                  </a:lnTo>
                  <a:lnTo>
                    <a:pt x="294830" y="363486"/>
                  </a:lnTo>
                  <a:lnTo>
                    <a:pt x="295186" y="370954"/>
                  </a:lnTo>
                  <a:lnTo>
                    <a:pt x="295630" y="372630"/>
                  </a:lnTo>
                  <a:lnTo>
                    <a:pt x="294233" y="372287"/>
                  </a:lnTo>
                  <a:lnTo>
                    <a:pt x="291020" y="372478"/>
                  </a:lnTo>
                  <a:lnTo>
                    <a:pt x="287820" y="372681"/>
                  </a:lnTo>
                  <a:lnTo>
                    <a:pt x="285254" y="373646"/>
                  </a:lnTo>
                  <a:lnTo>
                    <a:pt x="285343" y="375602"/>
                  </a:lnTo>
                  <a:lnTo>
                    <a:pt x="287985" y="376224"/>
                  </a:lnTo>
                  <a:lnTo>
                    <a:pt x="294398" y="375831"/>
                  </a:lnTo>
                  <a:lnTo>
                    <a:pt x="295821" y="375297"/>
                  </a:lnTo>
                  <a:lnTo>
                    <a:pt x="295529" y="377012"/>
                  </a:lnTo>
                  <a:lnTo>
                    <a:pt x="295706" y="380758"/>
                  </a:lnTo>
                  <a:lnTo>
                    <a:pt x="295871" y="384492"/>
                  </a:lnTo>
                  <a:lnTo>
                    <a:pt x="296697" y="387477"/>
                  </a:lnTo>
                  <a:lnTo>
                    <a:pt x="297230" y="387451"/>
                  </a:lnTo>
                  <a:lnTo>
                    <a:pt x="297230" y="361010"/>
                  </a:lnTo>
                  <a:lnTo>
                    <a:pt x="297065" y="360400"/>
                  </a:lnTo>
                  <a:lnTo>
                    <a:pt x="306844" y="371805"/>
                  </a:lnTo>
                  <a:lnTo>
                    <a:pt x="306844" y="361149"/>
                  </a:lnTo>
                  <a:lnTo>
                    <a:pt x="273951" y="322770"/>
                  </a:lnTo>
                  <a:lnTo>
                    <a:pt x="273951" y="333438"/>
                  </a:lnTo>
                  <a:lnTo>
                    <a:pt x="272948" y="333197"/>
                  </a:lnTo>
                  <a:lnTo>
                    <a:pt x="266534" y="333590"/>
                  </a:lnTo>
                  <a:lnTo>
                    <a:pt x="265023" y="334162"/>
                  </a:lnTo>
                  <a:lnTo>
                    <a:pt x="265328" y="332409"/>
                  </a:lnTo>
                  <a:lnTo>
                    <a:pt x="265163" y="328676"/>
                  </a:lnTo>
                  <a:lnTo>
                    <a:pt x="264998" y="324929"/>
                  </a:lnTo>
                  <a:lnTo>
                    <a:pt x="264185" y="322033"/>
                  </a:lnTo>
                  <a:lnTo>
                    <a:pt x="273951" y="333438"/>
                  </a:lnTo>
                  <a:lnTo>
                    <a:pt x="273951" y="322770"/>
                  </a:lnTo>
                  <a:lnTo>
                    <a:pt x="272719" y="321322"/>
                  </a:lnTo>
                  <a:lnTo>
                    <a:pt x="264121" y="311302"/>
                  </a:lnTo>
                  <a:lnTo>
                    <a:pt x="264121" y="321957"/>
                  </a:lnTo>
                  <a:lnTo>
                    <a:pt x="262978" y="322033"/>
                  </a:lnTo>
                  <a:lnTo>
                    <a:pt x="263588" y="321322"/>
                  </a:lnTo>
                  <a:lnTo>
                    <a:pt x="264121" y="321957"/>
                  </a:lnTo>
                  <a:lnTo>
                    <a:pt x="264121" y="311302"/>
                  </a:lnTo>
                  <a:lnTo>
                    <a:pt x="263588" y="310667"/>
                  </a:lnTo>
                  <a:lnTo>
                    <a:pt x="229539" y="350380"/>
                  </a:lnTo>
                  <a:lnTo>
                    <a:pt x="229539" y="372084"/>
                  </a:lnTo>
                  <a:lnTo>
                    <a:pt x="228142" y="371741"/>
                  </a:lnTo>
                  <a:lnTo>
                    <a:pt x="224942" y="371944"/>
                  </a:lnTo>
                  <a:lnTo>
                    <a:pt x="221729" y="372135"/>
                  </a:lnTo>
                  <a:lnTo>
                    <a:pt x="219252" y="373075"/>
                  </a:lnTo>
                  <a:lnTo>
                    <a:pt x="219252" y="375005"/>
                  </a:lnTo>
                  <a:lnTo>
                    <a:pt x="218414" y="374015"/>
                  </a:lnTo>
                  <a:lnTo>
                    <a:pt x="219163" y="373138"/>
                  </a:lnTo>
                  <a:lnTo>
                    <a:pt x="219252" y="375005"/>
                  </a:lnTo>
                  <a:lnTo>
                    <a:pt x="219252" y="373075"/>
                  </a:lnTo>
                  <a:lnTo>
                    <a:pt x="228955" y="361708"/>
                  </a:lnTo>
                  <a:lnTo>
                    <a:pt x="228752" y="362940"/>
                  </a:lnTo>
                  <a:lnTo>
                    <a:pt x="229095" y="370420"/>
                  </a:lnTo>
                  <a:lnTo>
                    <a:pt x="229539" y="372084"/>
                  </a:lnTo>
                  <a:lnTo>
                    <a:pt x="229539" y="350380"/>
                  </a:lnTo>
                  <a:lnTo>
                    <a:pt x="213055" y="369595"/>
                  </a:lnTo>
                  <a:lnTo>
                    <a:pt x="207721" y="363372"/>
                  </a:lnTo>
                  <a:lnTo>
                    <a:pt x="207721" y="374015"/>
                  </a:lnTo>
                  <a:lnTo>
                    <a:pt x="197599" y="385813"/>
                  </a:lnTo>
                  <a:lnTo>
                    <a:pt x="197878" y="384302"/>
                  </a:lnTo>
                  <a:lnTo>
                    <a:pt x="197535" y="376834"/>
                  </a:lnTo>
                  <a:lnTo>
                    <a:pt x="197065" y="375158"/>
                  </a:lnTo>
                  <a:lnTo>
                    <a:pt x="198551" y="375500"/>
                  </a:lnTo>
                  <a:lnTo>
                    <a:pt x="201752" y="375297"/>
                  </a:lnTo>
                  <a:lnTo>
                    <a:pt x="204965" y="375107"/>
                  </a:lnTo>
                  <a:lnTo>
                    <a:pt x="207530" y="374142"/>
                  </a:lnTo>
                  <a:lnTo>
                    <a:pt x="207505" y="373773"/>
                  </a:lnTo>
                  <a:lnTo>
                    <a:pt x="207721" y="374015"/>
                  </a:lnTo>
                  <a:lnTo>
                    <a:pt x="207721" y="363372"/>
                  </a:lnTo>
                  <a:lnTo>
                    <a:pt x="205816" y="361149"/>
                  </a:lnTo>
                  <a:lnTo>
                    <a:pt x="205816" y="371805"/>
                  </a:lnTo>
                  <a:lnTo>
                    <a:pt x="204800" y="371551"/>
                  </a:lnTo>
                  <a:lnTo>
                    <a:pt x="198386" y="371944"/>
                  </a:lnTo>
                  <a:lnTo>
                    <a:pt x="196875" y="372516"/>
                  </a:lnTo>
                  <a:lnTo>
                    <a:pt x="197180" y="370763"/>
                  </a:lnTo>
                  <a:lnTo>
                    <a:pt x="197015" y="367030"/>
                  </a:lnTo>
                  <a:lnTo>
                    <a:pt x="196850" y="363296"/>
                  </a:lnTo>
                  <a:lnTo>
                    <a:pt x="196202" y="361022"/>
                  </a:lnTo>
                  <a:lnTo>
                    <a:pt x="196202" y="387451"/>
                  </a:lnTo>
                  <a:lnTo>
                    <a:pt x="162547" y="426707"/>
                  </a:lnTo>
                  <a:lnTo>
                    <a:pt x="150863" y="413080"/>
                  </a:lnTo>
                  <a:lnTo>
                    <a:pt x="153441" y="413689"/>
                  </a:lnTo>
                  <a:lnTo>
                    <a:pt x="159854" y="413296"/>
                  </a:lnTo>
                  <a:lnTo>
                    <a:pt x="161277" y="412762"/>
                  </a:lnTo>
                  <a:lnTo>
                    <a:pt x="160985" y="414477"/>
                  </a:lnTo>
                  <a:lnTo>
                    <a:pt x="161150" y="418223"/>
                  </a:lnTo>
                  <a:lnTo>
                    <a:pt x="161328" y="421957"/>
                  </a:lnTo>
                  <a:lnTo>
                    <a:pt x="162153" y="424942"/>
                  </a:lnTo>
                  <a:lnTo>
                    <a:pt x="163830" y="424840"/>
                  </a:lnTo>
                  <a:lnTo>
                    <a:pt x="164376" y="421767"/>
                  </a:lnTo>
                  <a:lnTo>
                    <a:pt x="164020" y="414299"/>
                  </a:lnTo>
                  <a:lnTo>
                    <a:pt x="163550" y="412610"/>
                  </a:lnTo>
                  <a:lnTo>
                    <a:pt x="165049" y="412965"/>
                  </a:lnTo>
                  <a:lnTo>
                    <a:pt x="168249" y="412762"/>
                  </a:lnTo>
                  <a:lnTo>
                    <a:pt x="171450" y="412572"/>
                  </a:lnTo>
                  <a:lnTo>
                    <a:pt x="174015" y="411607"/>
                  </a:lnTo>
                  <a:lnTo>
                    <a:pt x="173926" y="409651"/>
                  </a:lnTo>
                  <a:lnTo>
                    <a:pt x="171284" y="409016"/>
                  </a:lnTo>
                  <a:lnTo>
                    <a:pt x="164884" y="409409"/>
                  </a:lnTo>
                  <a:lnTo>
                    <a:pt x="163372" y="409981"/>
                  </a:lnTo>
                  <a:lnTo>
                    <a:pt x="163677" y="408228"/>
                  </a:lnTo>
                  <a:lnTo>
                    <a:pt x="163499" y="404495"/>
                  </a:lnTo>
                  <a:lnTo>
                    <a:pt x="163334" y="400761"/>
                  </a:lnTo>
                  <a:lnTo>
                    <a:pt x="162509" y="397776"/>
                  </a:lnTo>
                  <a:lnTo>
                    <a:pt x="160832" y="397878"/>
                  </a:lnTo>
                  <a:lnTo>
                    <a:pt x="160286" y="400951"/>
                  </a:lnTo>
                  <a:lnTo>
                    <a:pt x="160629" y="408419"/>
                  </a:lnTo>
                  <a:lnTo>
                    <a:pt x="161086" y="410095"/>
                  </a:lnTo>
                  <a:lnTo>
                    <a:pt x="159689" y="409752"/>
                  </a:lnTo>
                  <a:lnTo>
                    <a:pt x="156476" y="409943"/>
                  </a:lnTo>
                  <a:lnTo>
                    <a:pt x="153276" y="410146"/>
                  </a:lnTo>
                  <a:lnTo>
                    <a:pt x="150710" y="411111"/>
                  </a:lnTo>
                  <a:lnTo>
                    <a:pt x="150799" y="413029"/>
                  </a:lnTo>
                  <a:lnTo>
                    <a:pt x="118275" y="375069"/>
                  </a:lnTo>
                  <a:lnTo>
                    <a:pt x="120865" y="375691"/>
                  </a:lnTo>
                  <a:lnTo>
                    <a:pt x="127266" y="375285"/>
                  </a:lnTo>
                  <a:lnTo>
                    <a:pt x="128701" y="374751"/>
                  </a:lnTo>
                  <a:lnTo>
                    <a:pt x="128409" y="376478"/>
                  </a:lnTo>
                  <a:lnTo>
                    <a:pt x="128574" y="380212"/>
                  </a:lnTo>
                  <a:lnTo>
                    <a:pt x="128739" y="383959"/>
                  </a:lnTo>
                  <a:lnTo>
                    <a:pt x="129565" y="386943"/>
                  </a:lnTo>
                  <a:lnTo>
                    <a:pt x="131241" y="386829"/>
                  </a:lnTo>
                  <a:lnTo>
                    <a:pt x="131787" y="383768"/>
                  </a:lnTo>
                  <a:lnTo>
                    <a:pt x="131445" y="376288"/>
                  </a:lnTo>
                  <a:lnTo>
                    <a:pt x="130987" y="374611"/>
                  </a:lnTo>
                  <a:lnTo>
                    <a:pt x="132461" y="374954"/>
                  </a:lnTo>
                  <a:lnTo>
                    <a:pt x="135674" y="374764"/>
                  </a:lnTo>
                  <a:lnTo>
                    <a:pt x="138874" y="374561"/>
                  </a:lnTo>
                  <a:lnTo>
                    <a:pt x="141439" y="373595"/>
                  </a:lnTo>
                  <a:lnTo>
                    <a:pt x="141351" y="371640"/>
                  </a:lnTo>
                  <a:lnTo>
                    <a:pt x="138709" y="371017"/>
                  </a:lnTo>
                  <a:lnTo>
                    <a:pt x="132295" y="371411"/>
                  </a:lnTo>
                  <a:lnTo>
                    <a:pt x="130784" y="371983"/>
                  </a:lnTo>
                  <a:lnTo>
                    <a:pt x="131089" y="370230"/>
                  </a:lnTo>
                  <a:lnTo>
                    <a:pt x="130924" y="366496"/>
                  </a:lnTo>
                  <a:lnTo>
                    <a:pt x="130759" y="362750"/>
                  </a:lnTo>
                  <a:lnTo>
                    <a:pt x="129933" y="359765"/>
                  </a:lnTo>
                  <a:lnTo>
                    <a:pt x="129565" y="359791"/>
                  </a:lnTo>
                  <a:lnTo>
                    <a:pt x="161328" y="322745"/>
                  </a:lnTo>
                  <a:lnTo>
                    <a:pt x="160909" y="325120"/>
                  </a:lnTo>
                  <a:lnTo>
                    <a:pt x="161251" y="332600"/>
                  </a:lnTo>
                  <a:lnTo>
                    <a:pt x="161696" y="334251"/>
                  </a:lnTo>
                  <a:lnTo>
                    <a:pt x="160312" y="333921"/>
                  </a:lnTo>
                  <a:lnTo>
                    <a:pt x="157099" y="334124"/>
                  </a:lnTo>
                  <a:lnTo>
                    <a:pt x="153898" y="334314"/>
                  </a:lnTo>
                  <a:lnTo>
                    <a:pt x="151333" y="335280"/>
                  </a:lnTo>
                  <a:lnTo>
                    <a:pt x="151422" y="337235"/>
                  </a:lnTo>
                  <a:lnTo>
                    <a:pt x="154063" y="337870"/>
                  </a:lnTo>
                  <a:lnTo>
                    <a:pt x="160477" y="337464"/>
                  </a:lnTo>
                  <a:lnTo>
                    <a:pt x="161899" y="336931"/>
                  </a:lnTo>
                  <a:lnTo>
                    <a:pt x="161607" y="338658"/>
                  </a:lnTo>
                  <a:lnTo>
                    <a:pt x="161772" y="342392"/>
                  </a:lnTo>
                  <a:lnTo>
                    <a:pt x="161950" y="346138"/>
                  </a:lnTo>
                  <a:lnTo>
                    <a:pt x="162775" y="349123"/>
                  </a:lnTo>
                  <a:lnTo>
                    <a:pt x="164452" y="349008"/>
                  </a:lnTo>
                  <a:lnTo>
                    <a:pt x="164998" y="345948"/>
                  </a:lnTo>
                  <a:lnTo>
                    <a:pt x="164642" y="338467"/>
                  </a:lnTo>
                  <a:lnTo>
                    <a:pt x="164185" y="336791"/>
                  </a:lnTo>
                  <a:lnTo>
                    <a:pt x="165671" y="337134"/>
                  </a:lnTo>
                  <a:lnTo>
                    <a:pt x="168871" y="336943"/>
                  </a:lnTo>
                  <a:lnTo>
                    <a:pt x="172072" y="336740"/>
                  </a:lnTo>
                  <a:lnTo>
                    <a:pt x="174637" y="335775"/>
                  </a:lnTo>
                  <a:lnTo>
                    <a:pt x="174612" y="335432"/>
                  </a:lnTo>
                  <a:lnTo>
                    <a:pt x="195973" y="360324"/>
                  </a:lnTo>
                  <a:lnTo>
                    <a:pt x="194335" y="360413"/>
                  </a:lnTo>
                  <a:lnTo>
                    <a:pt x="193802" y="363486"/>
                  </a:lnTo>
                  <a:lnTo>
                    <a:pt x="194144" y="370954"/>
                  </a:lnTo>
                  <a:lnTo>
                    <a:pt x="194589" y="372630"/>
                  </a:lnTo>
                  <a:lnTo>
                    <a:pt x="193192" y="372287"/>
                  </a:lnTo>
                  <a:lnTo>
                    <a:pt x="189992" y="372478"/>
                  </a:lnTo>
                  <a:lnTo>
                    <a:pt x="186778" y="372681"/>
                  </a:lnTo>
                  <a:lnTo>
                    <a:pt x="184213" y="373646"/>
                  </a:lnTo>
                  <a:lnTo>
                    <a:pt x="184315" y="375602"/>
                  </a:lnTo>
                  <a:lnTo>
                    <a:pt x="186956" y="376224"/>
                  </a:lnTo>
                  <a:lnTo>
                    <a:pt x="193357" y="375831"/>
                  </a:lnTo>
                  <a:lnTo>
                    <a:pt x="194792" y="375297"/>
                  </a:lnTo>
                  <a:lnTo>
                    <a:pt x="194500" y="377012"/>
                  </a:lnTo>
                  <a:lnTo>
                    <a:pt x="194665" y="380758"/>
                  </a:lnTo>
                  <a:lnTo>
                    <a:pt x="194830" y="384492"/>
                  </a:lnTo>
                  <a:lnTo>
                    <a:pt x="195656" y="387477"/>
                  </a:lnTo>
                  <a:lnTo>
                    <a:pt x="196202" y="387451"/>
                  </a:lnTo>
                  <a:lnTo>
                    <a:pt x="196202" y="361022"/>
                  </a:lnTo>
                  <a:lnTo>
                    <a:pt x="196024" y="360387"/>
                  </a:lnTo>
                  <a:lnTo>
                    <a:pt x="205816" y="371805"/>
                  </a:lnTo>
                  <a:lnTo>
                    <a:pt x="205816" y="361149"/>
                  </a:lnTo>
                  <a:lnTo>
                    <a:pt x="172910" y="322770"/>
                  </a:lnTo>
                  <a:lnTo>
                    <a:pt x="172910" y="333438"/>
                  </a:lnTo>
                  <a:lnTo>
                    <a:pt x="171907" y="333197"/>
                  </a:lnTo>
                  <a:lnTo>
                    <a:pt x="165506" y="333590"/>
                  </a:lnTo>
                  <a:lnTo>
                    <a:pt x="163982" y="334162"/>
                  </a:lnTo>
                  <a:lnTo>
                    <a:pt x="164299" y="332409"/>
                  </a:lnTo>
                  <a:lnTo>
                    <a:pt x="164122" y="328676"/>
                  </a:lnTo>
                  <a:lnTo>
                    <a:pt x="163957" y="324929"/>
                  </a:lnTo>
                  <a:lnTo>
                    <a:pt x="163144" y="322033"/>
                  </a:lnTo>
                  <a:lnTo>
                    <a:pt x="172910" y="333438"/>
                  </a:lnTo>
                  <a:lnTo>
                    <a:pt x="172910" y="322770"/>
                  </a:lnTo>
                  <a:lnTo>
                    <a:pt x="171678" y="321322"/>
                  </a:lnTo>
                  <a:lnTo>
                    <a:pt x="163080" y="311302"/>
                  </a:lnTo>
                  <a:lnTo>
                    <a:pt x="163080" y="321957"/>
                  </a:lnTo>
                  <a:lnTo>
                    <a:pt x="161937" y="322033"/>
                  </a:lnTo>
                  <a:lnTo>
                    <a:pt x="162547" y="321322"/>
                  </a:lnTo>
                  <a:lnTo>
                    <a:pt x="163080" y="321957"/>
                  </a:lnTo>
                  <a:lnTo>
                    <a:pt x="163080" y="311302"/>
                  </a:lnTo>
                  <a:lnTo>
                    <a:pt x="162547" y="310667"/>
                  </a:lnTo>
                  <a:lnTo>
                    <a:pt x="128498" y="350380"/>
                  </a:lnTo>
                  <a:lnTo>
                    <a:pt x="128498" y="372084"/>
                  </a:lnTo>
                  <a:lnTo>
                    <a:pt x="127101" y="371741"/>
                  </a:lnTo>
                  <a:lnTo>
                    <a:pt x="123901" y="371944"/>
                  </a:lnTo>
                  <a:lnTo>
                    <a:pt x="120700" y="372135"/>
                  </a:lnTo>
                  <a:lnTo>
                    <a:pt x="118211" y="373087"/>
                  </a:lnTo>
                  <a:lnTo>
                    <a:pt x="118211" y="375005"/>
                  </a:lnTo>
                  <a:lnTo>
                    <a:pt x="117373" y="374015"/>
                  </a:lnTo>
                  <a:lnTo>
                    <a:pt x="118135" y="373126"/>
                  </a:lnTo>
                  <a:lnTo>
                    <a:pt x="118211" y="375005"/>
                  </a:lnTo>
                  <a:lnTo>
                    <a:pt x="118211" y="373087"/>
                  </a:lnTo>
                  <a:lnTo>
                    <a:pt x="127927" y="361708"/>
                  </a:lnTo>
                  <a:lnTo>
                    <a:pt x="127711" y="362940"/>
                  </a:lnTo>
                  <a:lnTo>
                    <a:pt x="128054" y="370420"/>
                  </a:lnTo>
                  <a:lnTo>
                    <a:pt x="128498" y="372084"/>
                  </a:lnTo>
                  <a:lnTo>
                    <a:pt x="128498" y="350380"/>
                  </a:lnTo>
                  <a:lnTo>
                    <a:pt x="108229" y="374015"/>
                  </a:lnTo>
                  <a:lnTo>
                    <a:pt x="162547" y="437362"/>
                  </a:lnTo>
                  <a:lnTo>
                    <a:pt x="171678" y="426707"/>
                  </a:lnTo>
                  <a:lnTo>
                    <a:pt x="213055" y="378447"/>
                  </a:lnTo>
                  <a:lnTo>
                    <a:pt x="263588" y="437362"/>
                  </a:lnTo>
                  <a:lnTo>
                    <a:pt x="272719" y="426707"/>
                  </a:lnTo>
                  <a:lnTo>
                    <a:pt x="317881" y="374015"/>
                  </a:lnTo>
                  <a:close/>
                </a:path>
                <a:path w="471804" h="437515">
                  <a:moveTo>
                    <a:pt x="422376" y="63347"/>
                  </a:moveTo>
                  <a:lnTo>
                    <a:pt x="413245" y="52705"/>
                  </a:lnTo>
                  <a:lnTo>
                    <a:pt x="413245" y="63347"/>
                  </a:lnTo>
                  <a:lnTo>
                    <a:pt x="403136" y="75145"/>
                  </a:lnTo>
                  <a:lnTo>
                    <a:pt x="403402" y="73647"/>
                  </a:lnTo>
                  <a:lnTo>
                    <a:pt x="403059" y="66167"/>
                  </a:lnTo>
                  <a:lnTo>
                    <a:pt x="402590" y="64490"/>
                  </a:lnTo>
                  <a:lnTo>
                    <a:pt x="404075" y="64833"/>
                  </a:lnTo>
                  <a:lnTo>
                    <a:pt x="407276" y="64643"/>
                  </a:lnTo>
                  <a:lnTo>
                    <a:pt x="410489" y="64439"/>
                  </a:lnTo>
                  <a:lnTo>
                    <a:pt x="413054" y="63474"/>
                  </a:lnTo>
                  <a:lnTo>
                    <a:pt x="413029" y="63106"/>
                  </a:lnTo>
                  <a:lnTo>
                    <a:pt x="413245" y="63347"/>
                  </a:lnTo>
                  <a:lnTo>
                    <a:pt x="413245" y="52705"/>
                  </a:lnTo>
                  <a:lnTo>
                    <a:pt x="411340" y="50482"/>
                  </a:lnTo>
                  <a:lnTo>
                    <a:pt x="411340" y="61150"/>
                  </a:lnTo>
                  <a:lnTo>
                    <a:pt x="410324" y="60896"/>
                  </a:lnTo>
                  <a:lnTo>
                    <a:pt x="403910" y="61290"/>
                  </a:lnTo>
                  <a:lnTo>
                    <a:pt x="402399" y="61861"/>
                  </a:lnTo>
                  <a:lnTo>
                    <a:pt x="402704" y="60109"/>
                  </a:lnTo>
                  <a:lnTo>
                    <a:pt x="402539" y="56362"/>
                  </a:lnTo>
                  <a:lnTo>
                    <a:pt x="402374" y="52628"/>
                  </a:lnTo>
                  <a:lnTo>
                    <a:pt x="401713" y="50304"/>
                  </a:lnTo>
                  <a:lnTo>
                    <a:pt x="401713" y="76796"/>
                  </a:lnTo>
                  <a:lnTo>
                    <a:pt x="368071" y="116039"/>
                  </a:lnTo>
                  <a:lnTo>
                    <a:pt x="356387" y="102425"/>
                  </a:lnTo>
                  <a:lnTo>
                    <a:pt x="358965" y="103035"/>
                  </a:lnTo>
                  <a:lnTo>
                    <a:pt x="365379" y="102628"/>
                  </a:lnTo>
                  <a:lnTo>
                    <a:pt x="366801" y="102108"/>
                  </a:lnTo>
                  <a:lnTo>
                    <a:pt x="366509" y="103822"/>
                  </a:lnTo>
                  <a:lnTo>
                    <a:pt x="366687" y="107556"/>
                  </a:lnTo>
                  <a:lnTo>
                    <a:pt x="366852" y="111302"/>
                  </a:lnTo>
                  <a:lnTo>
                    <a:pt x="367677" y="114287"/>
                  </a:lnTo>
                  <a:lnTo>
                    <a:pt x="369354" y="114173"/>
                  </a:lnTo>
                  <a:lnTo>
                    <a:pt x="369900" y="111112"/>
                  </a:lnTo>
                  <a:lnTo>
                    <a:pt x="369544" y="103632"/>
                  </a:lnTo>
                  <a:lnTo>
                    <a:pt x="369087" y="101955"/>
                  </a:lnTo>
                  <a:lnTo>
                    <a:pt x="370573" y="102298"/>
                  </a:lnTo>
                  <a:lnTo>
                    <a:pt x="373773" y="102108"/>
                  </a:lnTo>
                  <a:lnTo>
                    <a:pt x="376974" y="101904"/>
                  </a:lnTo>
                  <a:lnTo>
                    <a:pt x="379539" y="100939"/>
                  </a:lnTo>
                  <a:lnTo>
                    <a:pt x="379450" y="98983"/>
                  </a:lnTo>
                  <a:lnTo>
                    <a:pt x="376809" y="98361"/>
                  </a:lnTo>
                  <a:lnTo>
                    <a:pt x="370408" y="98755"/>
                  </a:lnTo>
                  <a:lnTo>
                    <a:pt x="368896" y="99326"/>
                  </a:lnTo>
                  <a:lnTo>
                    <a:pt x="369201" y="97574"/>
                  </a:lnTo>
                  <a:lnTo>
                    <a:pt x="369023" y="93827"/>
                  </a:lnTo>
                  <a:lnTo>
                    <a:pt x="368858" y="90093"/>
                  </a:lnTo>
                  <a:lnTo>
                    <a:pt x="368033" y="87109"/>
                  </a:lnTo>
                  <a:lnTo>
                    <a:pt x="366356" y="87210"/>
                  </a:lnTo>
                  <a:lnTo>
                    <a:pt x="365810" y="90284"/>
                  </a:lnTo>
                  <a:lnTo>
                    <a:pt x="366153" y="97764"/>
                  </a:lnTo>
                  <a:lnTo>
                    <a:pt x="366598" y="99428"/>
                  </a:lnTo>
                  <a:lnTo>
                    <a:pt x="365213" y="99085"/>
                  </a:lnTo>
                  <a:lnTo>
                    <a:pt x="362000" y="99288"/>
                  </a:lnTo>
                  <a:lnTo>
                    <a:pt x="358800" y="99479"/>
                  </a:lnTo>
                  <a:lnTo>
                    <a:pt x="356235" y="100444"/>
                  </a:lnTo>
                  <a:lnTo>
                    <a:pt x="356311" y="102349"/>
                  </a:lnTo>
                  <a:lnTo>
                    <a:pt x="323811" y="64427"/>
                  </a:lnTo>
                  <a:lnTo>
                    <a:pt x="326390" y="65024"/>
                  </a:lnTo>
                  <a:lnTo>
                    <a:pt x="332790" y="64630"/>
                  </a:lnTo>
                  <a:lnTo>
                    <a:pt x="334225" y="64096"/>
                  </a:lnTo>
                  <a:lnTo>
                    <a:pt x="333933" y="65811"/>
                  </a:lnTo>
                  <a:lnTo>
                    <a:pt x="334098" y="69557"/>
                  </a:lnTo>
                  <a:lnTo>
                    <a:pt x="334264" y="73291"/>
                  </a:lnTo>
                  <a:lnTo>
                    <a:pt x="335089" y="76276"/>
                  </a:lnTo>
                  <a:lnTo>
                    <a:pt x="336765" y="76174"/>
                  </a:lnTo>
                  <a:lnTo>
                    <a:pt x="337312" y="73101"/>
                  </a:lnTo>
                  <a:lnTo>
                    <a:pt x="336969" y="65633"/>
                  </a:lnTo>
                  <a:lnTo>
                    <a:pt x="336499" y="63944"/>
                  </a:lnTo>
                  <a:lnTo>
                    <a:pt x="337985" y="64300"/>
                  </a:lnTo>
                  <a:lnTo>
                    <a:pt x="341198" y="64096"/>
                  </a:lnTo>
                  <a:lnTo>
                    <a:pt x="344398" y="63906"/>
                  </a:lnTo>
                  <a:lnTo>
                    <a:pt x="346964" y="62941"/>
                  </a:lnTo>
                  <a:lnTo>
                    <a:pt x="346875" y="60985"/>
                  </a:lnTo>
                  <a:lnTo>
                    <a:pt x="344233" y="60350"/>
                  </a:lnTo>
                  <a:lnTo>
                    <a:pt x="337820" y="60744"/>
                  </a:lnTo>
                  <a:lnTo>
                    <a:pt x="336308" y="61315"/>
                  </a:lnTo>
                  <a:lnTo>
                    <a:pt x="336613" y="59563"/>
                  </a:lnTo>
                  <a:lnTo>
                    <a:pt x="336448" y="55829"/>
                  </a:lnTo>
                  <a:lnTo>
                    <a:pt x="336283" y="52095"/>
                  </a:lnTo>
                  <a:lnTo>
                    <a:pt x="335457" y="49110"/>
                  </a:lnTo>
                  <a:lnTo>
                    <a:pt x="335076" y="49136"/>
                  </a:lnTo>
                  <a:lnTo>
                    <a:pt x="366852" y="12077"/>
                  </a:lnTo>
                  <a:lnTo>
                    <a:pt x="366433" y="14465"/>
                  </a:lnTo>
                  <a:lnTo>
                    <a:pt x="366776" y="21932"/>
                  </a:lnTo>
                  <a:lnTo>
                    <a:pt x="367220" y="23596"/>
                  </a:lnTo>
                  <a:lnTo>
                    <a:pt x="365836" y="23253"/>
                  </a:lnTo>
                  <a:lnTo>
                    <a:pt x="362623" y="23456"/>
                  </a:lnTo>
                  <a:lnTo>
                    <a:pt x="359422" y="23660"/>
                  </a:lnTo>
                  <a:lnTo>
                    <a:pt x="356857" y="24625"/>
                  </a:lnTo>
                  <a:lnTo>
                    <a:pt x="356946" y="26581"/>
                  </a:lnTo>
                  <a:lnTo>
                    <a:pt x="359587" y="27203"/>
                  </a:lnTo>
                  <a:lnTo>
                    <a:pt x="366001" y="26809"/>
                  </a:lnTo>
                  <a:lnTo>
                    <a:pt x="367423" y="26276"/>
                  </a:lnTo>
                  <a:lnTo>
                    <a:pt x="367131" y="27990"/>
                  </a:lnTo>
                  <a:lnTo>
                    <a:pt x="367296" y="31737"/>
                  </a:lnTo>
                  <a:lnTo>
                    <a:pt x="367474" y="35471"/>
                  </a:lnTo>
                  <a:lnTo>
                    <a:pt x="368300" y="38455"/>
                  </a:lnTo>
                  <a:lnTo>
                    <a:pt x="369976" y="38354"/>
                  </a:lnTo>
                  <a:lnTo>
                    <a:pt x="370522" y="35280"/>
                  </a:lnTo>
                  <a:lnTo>
                    <a:pt x="370166" y="27813"/>
                  </a:lnTo>
                  <a:lnTo>
                    <a:pt x="369697" y="26123"/>
                  </a:lnTo>
                  <a:lnTo>
                    <a:pt x="371195" y="26479"/>
                  </a:lnTo>
                  <a:lnTo>
                    <a:pt x="374396" y="26276"/>
                  </a:lnTo>
                  <a:lnTo>
                    <a:pt x="377596" y="26085"/>
                  </a:lnTo>
                  <a:lnTo>
                    <a:pt x="380161" y="25120"/>
                  </a:lnTo>
                  <a:lnTo>
                    <a:pt x="380136" y="24765"/>
                  </a:lnTo>
                  <a:lnTo>
                    <a:pt x="401497" y="49657"/>
                  </a:lnTo>
                  <a:lnTo>
                    <a:pt x="399872" y="49745"/>
                  </a:lnTo>
                  <a:lnTo>
                    <a:pt x="399326" y="52819"/>
                  </a:lnTo>
                  <a:lnTo>
                    <a:pt x="399669" y="60299"/>
                  </a:lnTo>
                  <a:lnTo>
                    <a:pt x="400113" y="61963"/>
                  </a:lnTo>
                  <a:lnTo>
                    <a:pt x="398716" y="61620"/>
                  </a:lnTo>
                  <a:lnTo>
                    <a:pt x="395516" y="61823"/>
                  </a:lnTo>
                  <a:lnTo>
                    <a:pt x="392303" y="62014"/>
                  </a:lnTo>
                  <a:lnTo>
                    <a:pt x="389737" y="62979"/>
                  </a:lnTo>
                  <a:lnTo>
                    <a:pt x="389839" y="64935"/>
                  </a:lnTo>
                  <a:lnTo>
                    <a:pt x="392480" y="65570"/>
                  </a:lnTo>
                  <a:lnTo>
                    <a:pt x="398881" y="65163"/>
                  </a:lnTo>
                  <a:lnTo>
                    <a:pt x="400316" y="64630"/>
                  </a:lnTo>
                  <a:lnTo>
                    <a:pt x="400024" y="66357"/>
                  </a:lnTo>
                  <a:lnTo>
                    <a:pt x="400189" y="70091"/>
                  </a:lnTo>
                  <a:lnTo>
                    <a:pt x="400354" y="73837"/>
                  </a:lnTo>
                  <a:lnTo>
                    <a:pt x="401180" y="76822"/>
                  </a:lnTo>
                  <a:lnTo>
                    <a:pt x="401713" y="76796"/>
                  </a:lnTo>
                  <a:lnTo>
                    <a:pt x="401713" y="50304"/>
                  </a:lnTo>
                  <a:lnTo>
                    <a:pt x="401548" y="49720"/>
                  </a:lnTo>
                  <a:lnTo>
                    <a:pt x="411340" y="61150"/>
                  </a:lnTo>
                  <a:lnTo>
                    <a:pt x="411340" y="50482"/>
                  </a:lnTo>
                  <a:lnTo>
                    <a:pt x="378447" y="12115"/>
                  </a:lnTo>
                  <a:lnTo>
                    <a:pt x="378447" y="22783"/>
                  </a:lnTo>
                  <a:lnTo>
                    <a:pt x="377431" y="22529"/>
                  </a:lnTo>
                  <a:lnTo>
                    <a:pt x="371030" y="22923"/>
                  </a:lnTo>
                  <a:lnTo>
                    <a:pt x="369519" y="23495"/>
                  </a:lnTo>
                  <a:lnTo>
                    <a:pt x="369824" y="21742"/>
                  </a:lnTo>
                  <a:lnTo>
                    <a:pt x="369646" y="18008"/>
                  </a:lnTo>
                  <a:lnTo>
                    <a:pt x="369481" y="14274"/>
                  </a:lnTo>
                  <a:lnTo>
                    <a:pt x="368668" y="11366"/>
                  </a:lnTo>
                  <a:lnTo>
                    <a:pt x="378447" y="22783"/>
                  </a:lnTo>
                  <a:lnTo>
                    <a:pt x="378447" y="12115"/>
                  </a:lnTo>
                  <a:lnTo>
                    <a:pt x="377202" y="10655"/>
                  </a:lnTo>
                  <a:lnTo>
                    <a:pt x="368617" y="647"/>
                  </a:lnTo>
                  <a:lnTo>
                    <a:pt x="368617" y="11303"/>
                  </a:lnTo>
                  <a:lnTo>
                    <a:pt x="367461" y="11366"/>
                  </a:lnTo>
                  <a:lnTo>
                    <a:pt x="368071" y="10655"/>
                  </a:lnTo>
                  <a:lnTo>
                    <a:pt x="368617" y="11303"/>
                  </a:lnTo>
                  <a:lnTo>
                    <a:pt x="368617" y="647"/>
                  </a:lnTo>
                  <a:lnTo>
                    <a:pt x="368071" y="0"/>
                  </a:lnTo>
                  <a:lnTo>
                    <a:pt x="334022" y="39712"/>
                  </a:lnTo>
                  <a:lnTo>
                    <a:pt x="334022" y="61417"/>
                  </a:lnTo>
                  <a:lnTo>
                    <a:pt x="332625" y="61074"/>
                  </a:lnTo>
                  <a:lnTo>
                    <a:pt x="329425" y="61277"/>
                  </a:lnTo>
                  <a:lnTo>
                    <a:pt x="326224" y="61480"/>
                  </a:lnTo>
                  <a:lnTo>
                    <a:pt x="323735" y="62433"/>
                  </a:lnTo>
                  <a:lnTo>
                    <a:pt x="323735" y="64338"/>
                  </a:lnTo>
                  <a:lnTo>
                    <a:pt x="322897" y="63347"/>
                  </a:lnTo>
                  <a:lnTo>
                    <a:pt x="323659" y="62458"/>
                  </a:lnTo>
                  <a:lnTo>
                    <a:pt x="323735" y="64338"/>
                  </a:lnTo>
                  <a:lnTo>
                    <a:pt x="323735" y="62433"/>
                  </a:lnTo>
                  <a:lnTo>
                    <a:pt x="333451" y="51041"/>
                  </a:lnTo>
                  <a:lnTo>
                    <a:pt x="333235" y="52285"/>
                  </a:lnTo>
                  <a:lnTo>
                    <a:pt x="333578" y="59753"/>
                  </a:lnTo>
                  <a:lnTo>
                    <a:pt x="334022" y="61417"/>
                  </a:lnTo>
                  <a:lnTo>
                    <a:pt x="334022" y="39712"/>
                  </a:lnTo>
                  <a:lnTo>
                    <a:pt x="313753" y="63347"/>
                  </a:lnTo>
                  <a:lnTo>
                    <a:pt x="368071" y="126695"/>
                  </a:lnTo>
                  <a:lnTo>
                    <a:pt x="377202" y="116039"/>
                  </a:lnTo>
                  <a:lnTo>
                    <a:pt x="422376" y="63347"/>
                  </a:lnTo>
                  <a:close/>
                </a:path>
                <a:path w="471804" h="437515">
                  <a:moveTo>
                    <a:pt x="471551" y="140512"/>
                  </a:moveTo>
                  <a:lnTo>
                    <a:pt x="462419" y="129870"/>
                  </a:lnTo>
                  <a:lnTo>
                    <a:pt x="462419" y="140512"/>
                  </a:lnTo>
                  <a:lnTo>
                    <a:pt x="452297" y="152311"/>
                  </a:lnTo>
                  <a:lnTo>
                    <a:pt x="452577" y="150799"/>
                  </a:lnTo>
                  <a:lnTo>
                    <a:pt x="452234" y="143332"/>
                  </a:lnTo>
                  <a:lnTo>
                    <a:pt x="451777" y="141655"/>
                  </a:lnTo>
                  <a:lnTo>
                    <a:pt x="453250" y="141998"/>
                  </a:lnTo>
                  <a:lnTo>
                    <a:pt x="456463" y="141795"/>
                  </a:lnTo>
                  <a:lnTo>
                    <a:pt x="459663" y="141605"/>
                  </a:lnTo>
                  <a:lnTo>
                    <a:pt x="462229" y="140639"/>
                  </a:lnTo>
                  <a:lnTo>
                    <a:pt x="462203" y="140271"/>
                  </a:lnTo>
                  <a:lnTo>
                    <a:pt x="462419" y="140512"/>
                  </a:lnTo>
                  <a:lnTo>
                    <a:pt x="462419" y="129870"/>
                  </a:lnTo>
                  <a:lnTo>
                    <a:pt x="460514" y="127647"/>
                  </a:lnTo>
                  <a:lnTo>
                    <a:pt x="460514" y="138303"/>
                  </a:lnTo>
                  <a:lnTo>
                    <a:pt x="459498" y="138049"/>
                  </a:lnTo>
                  <a:lnTo>
                    <a:pt x="453085" y="138455"/>
                  </a:lnTo>
                  <a:lnTo>
                    <a:pt x="451573" y="139026"/>
                  </a:lnTo>
                  <a:lnTo>
                    <a:pt x="451878" y="137274"/>
                  </a:lnTo>
                  <a:lnTo>
                    <a:pt x="451713" y="133527"/>
                  </a:lnTo>
                  <a:lnTo>
                    <a:pt x="451548" y="129794"/>
                  </a:lnTo>
                  <a:lnTo>
                    <a:pt x="450900" y="127495"/>
                  </a:lnTo>
                  <a:lnTo>
                    <a:pt x="450900" y="153949"/>
                  </a:lnTo>
                  <a:lnTo>
                    <a:pt x="417245" y="193205"/>
                  </a:lnTo>
                  <a:lnTo>
                    <a:pt x="405561" y="179578"/>
                  </a:lnTo>
                  <a:lnTo>
                    <a:pt x="408152" y="180187"/>
                  </a:lnTo>
                  <a:lnTo>
                    <a:pt x="414553" y="179793"/>
                  </a:lnTo>
                  <a:lnTo>
                    <a:pt x="415988" y="179260"/>
                  </a:lnTo>
                  <a:lnTo>
                    <a:pt x="415696" y="180987"/>
                  </a:lnTo>
                  <a:lnTo>
                    <a:pt x="415861" y="184721"/>
                  </a:lnTo>
                  <a:lnTo>
                    <a:pt x="416026" y="188455"/>
                  </a:lnTo>
                  <a:lnTo>
                    <a:pt x="416852" y="191439"/>
                  </a:lnTo>
                  <a:lnTo>
                    <a:pt x="418528" y="191338"/>
                  </a:lnTo>
                  <a:lnTo>
                    <a:pt x="419074" y="188264"/>
                  </a:lnTo>
                  <a:lnTo>
                    <a:pt x="418731" y="180797"/>
                  </a:lnTo>
                  <a:lnTo>
                    <a:pt x="418261" y="179120"/>
                  </a:lnTo>
                  <a:lnTo>
                    <a:pt x="419747" y="179463"/>
                  </a:lnTo>
                  <a:lnTo>
                    <a:pt x="422948" y="179260"/>
                  </a:lnTo>
                  <a:lnTo>
                    <a:pt x="426161" y="179070"/>
                  </a:lnTo>
                  <a:lnTo>
                    <a:pt x="428726" y="178104"/>
                  </a:lnTo>
                  <a:lnTo>
                    <a:pt x="428625" y="176149"/>
                  </a:lnTo>
                  <a:lnTo>
                    <a:pt x="425983" y="175514"/>
                  </a:lnTo>
                  <a:lnTo>
                    <a:pt x="419582" y="175920"/>
                  </a:lnTo>
                  <a:lnTo>
                    <a:pt x="418071" y="176491"/>
                  </a:lnTo>
                  <a:lnTo>
                    <a:pt x="418376" y="174739"/>
                  </a:lnTo>
                  <a:lnTo>
                    <a:pt x="418211" y="170992"/>
                  </a:lnTo>
                  <a:lnTo>
                    <a:pt x="418045" y="167259"/>
                  </a:lnTo>
                  <a:lnTo>
                    <a:pt x="417207" y="164274"/>
                  </a:lnTo>
                  <a:lnTo>
                    <a:pt x="415531" y="164376"/>
                  </a:lnTo>
                  <a:lnTo>
                    <a:pt x="414997" y="167449"/>
                  </a:lnTo>
                  <a:lnTo>
                    <a:pt x="415340" y="174917"/>
                  </a:lnTo>
                  <a:lnTo>
                    <a:pt x="415785" y="176593"/>
                  </a:lnTo>
                  <a:lnTo>
                    <a:pt x="414388" y="176250"/>
                  </a:lnTo>
                  <a:lnTo>
                    <a:pt x="411187" y="176441"/>
                  </a:lnTo>
                  <a:lnTo>
                    <a:pt x="407974" y="176644"/>
                  </a:lnTo>
                  <a:lnTo>
                    <a:pt x="405409" y="177609"/>
                  </a:lnTo>
                  <a:lnTo>
                    <a:pt x="405498" y="179527"/>
                  </a:lnTo>
                  <a:lnTo>
                    <a:pt x="372973" y="141566"/>
                  </a:lnTo>
                  <a:lnTo>
                    <a:pt x="375564" y="142189"/>
                  </a:lnTo>
                  <a:lnTo>
                    <a:pt x="381977" y="141795"/>
                  </a:lnTo>
                  <a:lnTo>
                    <a:pt x="383400" y="141262"/>
                  </a:lnTo>
                  <a:lnTo>
                    <a:pt x="383108" y="142976"/>
                  </a:lnTo>
                  <a:lnTo>
                    <a:pt x="383273" y="146710"/>
                  </a:lnTo>
                  <a:lnTo>
                    <a:pt x="383451" y="150456"/>
                  </a:lnTo>
                  <a:lnTo>
                    <a:pt x="384276" y="153441"/>
                  </a:lnTo>
                  <a:lnTo>
                    <a:pt x="385953" y="153327"/>
                  </a:lnTo>
                  <a:lnTo>
                    <a:pt x="386486" y="150266"/>
                  </a:lnTo>
                  <a:lnTo>
                    <a:pt x="386143" y="142786"/>
                  </a:lnTo>
                  <a:lnTo>
                    <a:pt x="385686" y="141109"/>
                  </a:lnTo>
                  <a:lnTo>
                    <a:pt x="387172" y="141465"/>
                  </a:lnTo>
                  <a:lnTo>
                    <a:pt x="390372" y="141262"/>
                  </a:lnTo>
                  <a:lnTo>
                    <a:pt x="393573" y="141058"/>
                  </a:lnTo>
                  <a:lnTo>
                    <a:pt x="396138" y="140093"/>
                  </a:lnTo>
                  <a:lnTo>
                    <a:pt x="396049" y="138137"/>
                  </a:lnTo>
                  <a:lnTo>
                    <a:pt x="393407" y="137515"/>
                  </a:lnTo>
                  <a:lnTo>
                    <a:pt x="386994" y="137909"/>
                  </a:lnTo>
                  <a:lnTo>
                    <a:pt x="385483" y="138480"/>
                  </a:lnTo>
                  <a:lnTo>
                    <a:pt x="385787" y="136728"/>
                  </a:lnTo>
                  <a:lnTo>
                    <a:pt x="385622" y="132994"/>
                  </a:lnTo>
                  <a:lnTo>
                    <a:pt x="385457" y="129247"/>
                  </a:lnTo>
                  <a:lnTo>
                    <a:pt x="384632" y="126263"/>
                  </a:lnTo>
                  <a:lnTo>
                    <a:pt x="384263" y="126288"/>
                  </a:lnTo>
                  <a:lnTo>
                    <a:pt x="416026" y="89242"/>
                  </a:lnTo>
                  <a:lnTo>
                    <a:pt x="415620" y="91617"/>
                  </a:lnTo>
                  <a:lnTo>
                    <a:pt x="415963" y="99098"/>
                  </a:lnTo>
                  <a:lnTo>
                    <a:pt x="416407" y="100761"/>
                  </a:lnTo>
                  <a:lnTo>
                    <a:pt x="415010" y="100418"/>
                  </a:lnTo>
                  <a:lnTo>
                    <a:pt x="411810" y="100622"/>
                  </a:lnTo>
                  <a:lnTo>
                    <a:pt x="408597" y="100812"/>
                  </a:lnTo>
                  <a:lnTo>
                    <a:pt x="406031" y="101777"/>
                  </a:lnTo>
                  <a:lnTo>
                    <a:pt x="406133" y="103746"/>
                  </a:lnTo>
                  <a:lnTo>
                    <a:pt x="408762" y="104368"/>
                  </a:lnTo>
                  <a:lnTo>
                    <a:pt x="415175" y="103974"/>
                  </a:lnTo>
                  <a:lnTo>
                    <a:pt x="416610" y="103441"/>
                  </a:lnTo>
                  <a:lnTo>
                    <a:pt x="416318" y="105156"/>
                  </a:lnTo>
                  <a:lnTo>
                    <a:pt x="416483" y="108889"/>
                  </a:lnTo>
                  <a:lnTo>
                    <a:pt x="416648" y="112636"/>
                  </a:lnTo>
                  <a:lnTo>
                    <a:pt x="417474" y="115620"/>
                  </a:lnTo>
                  <a:lnTo>
                    <a:pt x="419150" y="115506"/>
                  </a:lnTo>
                  <a:lnTo>
                    <a:pt x="419696" y="112445"/>
                  </a:lnTo>
                  <a:lnTo>
                    <a:pt x="419354" y="104965"/>
                  </a:lnTo>
                  <a:lnTo>
                    <a:pt x="418528" y="101968"/>
                  </a:lnTo>
                  <a:lnTo>
                    <a:pt x="418998" y="98907"/>
                  </a:lnTo>
                  <a:lnTo>
                    <a:pt x="418833" y="95173"/>
                  </a:lnTo>
                  <a:lnTo>
                    <a:pt x="418655" y="91427"/>
                  </a:lnTo>
                  <a:lnTo>
                    <a:pt x="417842" y="88531"/>
                  </a:lnTo>
                  <a:lnTo>
                    <a:pt x="450672" y="126822"/>
                  </a:lnTo>
                  <a:lnTo>
                    <a:pt x="449046" y="126911"/>
                  </a:lnTo>
                  <a:lnTo>
                    <a:pt x="448500" y="129984"/>
                  </a:lnTo>
                  <a:lnTo>
                    <a:pt x="448843" y="137452"/>
                  </a:lnTo>
                  <a:lnTo>
                    <a:pt x="449287" y="139128"/>
                  </a:lnTo>
                  <a:lnTo>
                    <a:pt x="447890" y="138785"/>
                  </a:lnTo>
                  <a:lnTo>
                    <a:pt x="444690" y="138976"/>
                  </a:lnTo>
                  <a:lnTo>
                    <a:pt x="441490" y="139179"/>
                  </a:lnTo>
                  <a:lnTo>
                    <a:pt x="438924" y="140144"/>
                  </a:lnTo>
                  <a:lnTo>
                    <a:pt x="439013" y="142100"/>
                  </a:lnTo>
                  <a:lnTo>
                    <a:pt x="441655" y="142722"/>
                  </a:lnTo>
                  <a:lnTo>
                    <a:pt x="448056" y="142328"/>
                  </a:lnTo>
                  <a:lnTo>
                    <a:pt x="449491" y="141795"/>
                  </a:lnTo>
                  <a:lnTo>
                    <a:pt x="449199" y="143510"/>
                  </a:lnTo>
                  <a:lnTo>
                    <a:pt x="449364" y="147256"/>
                  </a:lnTo>
                  <a:lnTo>
                    <a:pt x="449529" y="150990"/>
                  </a:lnTo>
                  <a:lnTo>
                    <a:pt x="450367" y="153974"/>
                  </a:lnTo>
                  <a:lnTo>
                    <a:pt x="450900" y="153949"/>
                  </a:lnTo>
                  <a:lnTo>
                    <a:pt x="450900" y="127495"/>
                  </a:lnTo>
                  <a:lnTo>
                    <a:pt x="450735" y="126898"/>
                  </a:lnTo>
                  <a:lnTo>
                    <a:pt x="460514" y="138303"/>
                  </a:lnTo>
                  <a:lnTo>
                    <a:pt x="460514" y="127647"/>
                  </a:lnTo>
                  <a:lnTo>
                    <a:pt x="426389" y="87820"/>
                  </a:lnTo>
                  <a:lnTo>
                    <a:pt x="417779" y="77787"/>
                  </a:lnTo>
                  <a:lnTo>
                    <a:pt x="417779" y="88455"/>
                  </a:lnTo>
                  <a:lnTo>
                    <a:pt x="416636" y="88531"/>
                  </a:lnTo>
                  <a:lnTo>
                    <a:pt x="417245" y="87820"/>
                  </a:lnTo>
                  <a:lnTo>
                    <a:pt x="417779" y="88455"/>
                  </a:lnTo>
                  <a:lnTo>
                    <a:pt x="417779" y="77787"/>
                  </a:lnTo>
                  <a:lnTo>
                    <a:pt x="417245" y="77165"/>
                  </a:lnTo>
                  <a:lnTo>
                    <a:pt x="383197" y="116890"/>
                  </a:lnTo>
                  <a:lnTo>
                    <a:pt x="383197" y="138582"/>
                  </a:lnTo>
                  <a:lnTo>
                    <a:pt x="381800" y="138239"/>
                  </a:lnTo>
                  <a:lnTo>
                    <a:pt x="378599" y="138442"/>
                  </a:lnTo>
                  <a:lnTo>
                    <a:pt x="375399" y="138633"/>
                  </a:lnTo>
                  <a:lnTo>
                    <a:pt x="372910" y="139585"/>
                  </a:lnTo>
                  <a:lnTo>
                    <a:pt x="372910" y="141503"/>
                  </a:lnTo>
                  <a:lnTo>
                    <a:pt x="372071" y="140512"/>
                  </a:lnTo>
                  <a:lnTo>
                    <a:pt x="372833" y="139623"/>
                  </a:lnTo>
                  <a:lnTo>
                    <a:pt x="372910" y="141503"/>
                  </a:lnTo>
                  <a:lnTo>
                    <a:pt x="372910" y="139585"/>
                  </a:lnTo>
                  <a:lnTo>
                    <a:pt x="382625" y="128206"/>
                  </a:lnTo>
                  <a:lnTo>
                    <a:pt x="382409" y="129438"/>
                  </a:lnTo>
                  <a:lnTo>
                    <a:pt x="382752" y="136918"/>
                  </a:lnTo>
                  <a:lnTo>
                    <a:pt x="383197" y="138582"/>
                  </a:lnTo>
                  <a:lnTo>
                    <a:pt x="383197" y="116890"/>
                  </a:lnTo>
                  <a:lnTo>
                    <a:pt x="362940" y="140512"/>
                  </a:lnTo>
                  <a:lnTo>
                    <a:pt x="417245" y="203860"/>
                  </a:lnTo>
                  <a:lnTo>
                    <a:pt x="426389" y="193205"/>
                  </a:lnTo>
                  <a:lnTo>
                    <a:pt x="471551" y="140512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2" name="object 2122" descr=""/>
            <p:cNvSpPr/>
            <p:nvPr/>
          </p:nvSpPr>
          <p:spPr>
            <a:xfrm>
              <a:off x="7482560" y="7858347"/>
              <a:ext cx="361315" cy="282575"/>
            </a:xfrm>
            <a:custGeom>
              <a:avLst/>
              <a:gdLst/>
              <a:ahLst/>
              <a:cxnLst/>
              <a:rect l="l" t="t" r="r" b="b"/>
              <a:pathLst>
                <a:path w="361315" h="282575">
                  <a:moveTo>
                    <a:pt x="108610" y="140512"/>
                  </a:moveTo>
                  <a:lnTo>
                    <a:pt x="99479" y="129870"/>
                  </a:lnTo>
                  <a:lnTo>
                    <a:pt x="99479" y="140512"/>
                  </a:lnTo>
                  <a:lnTo>
                    <a:pt x="89357" y="152311"/>
                  </a:lnTo>
                  <a:lnTo>
                    <a:pt x="89636" y="150799"/>
                  </a:lnTo>
                  <a:lnTo>
                    <a:pt x="89293" y="143332"/>
                  </a:lnTo>
                  <a:lnTo>
                    <a:pt x="88836" y="141655"/>
                  </a:lnTo>
                  <a:lnTo>
                    <a:pt x="90322" y="141998"/>
                  </a:lnTo>
                  <a:lnTo>
                    <a:pt x="93522" y="141795"/>
                  </a:lnTo>
                  <a:lnTo>
                    <a:pt x="96723" y="141605"/>
                  </a:lnTo>
                  <a:lnTo>
                    <a:pt x="99288" y="140639"/>
                  </a:lnTo>
                  <a:lnTo>
                    <a:pt x="99263" y="140271"/>
                  </a:lnTo>
                  <a:lnTo>
                    <a:pt x="99479" y="140512"/>
                  </a:lnTo>
                  <a:lnTo>
                    <a:pt x="99479" y="129870"/>
                  </a:lnTo>
                  <a:lnTo>
                    <a:pt x="97574" y="127647"/>
                  </a:lnTo>
                  <a:lnTo>
                    <a:pt x="97574" y="138303"/>
                  </a:lnTo>
                  <a:lnTo>
                    <a:pt x="96558" y="138049"/>
                  </a:lnTo>
                  <a:lnTo>
                    <a:pt x="90144" y="138455"/>
                  </a:lnTo>
                  <a:lnTo>
                    <a:pt x="88633" y="139026"/>
                  </a:lnTo>
                  <a:lnTo>
                    <a:pt x="88938" y="137274"/>
                  </a:lnTo>
                  <a:lnTo>
                    <a:pt x="88773" y="133527"/>
                  </a:lnTo>
                  <a:lnTo>
                    <a:pt x="88607" y="129794"/>
                  </a:lnTo>
                  <a:lnTo>
                    <a:pt x="87960" y="127495"/>
                  </a:lnTo>
                  <a:lnTo>
                    <a:pt x="87960" y="153949"/>
                  </a:lnTo>
                  <a:lnTo>
                    <a:pt x="54305" y="193205"/>
                  </a:lnTo>
                  <a:lnTo>
                    <a:pt x="42621" y="179578"/>
                  </a:lnTo>
                  <a:lnTo>
                    <a:pt x="45212" y="180187"/>
                  </a:lnTo>
                  <a:lnTo>
                    <a:pt x="51612" y="179793"/>
                  </a:lnTo>
                  <a:lnTo>
                    <a:pt x="53047" y="179260"/>
                  </a:lnTo>
                  <a:lnTo>
                    <a:pt x="52755" y="180987"/>
                  </a:lnTo>
                  <a:lnTo>
                    <a:pt x="52920" y="184721"/>
                  </a:lnTo>
                  <a:lnTo>
                    <a:pt x="53086" y="188455"/>
                  </a:lnTo>
                  <a:lnTo>
                    <a:pt x="53911" y="191439"/>
                  </a:lnTo>
                  <a:lnTo>
                    <a:pt x="55587" y="191338"/>
                  </a:lnTo>
                  <a:lnTo>
                    <a:pt x="56134" y="188264"/>
                  </a:lnTo>
                  <a:lnTo>
                    <a:pt x="55791" y="180797"/>
                  </a:lnTo>
                  <a:lnTo>
                    <a:pt x="55333" y="179120"/>
                  </a:lnTo>
                  <a:lnTo>
                    <a:pt x="56807" y="179463"/>
                  </a:lnTo>
                  <a:lnTo>
                    <a:pt x="60020" y="179260"/>
                  </a:lnTo>
                  <a:lnTo>
                    <a:pt x="63220" y="179070"/>
                  </a:lnTo>
                  <a:lnTo>
                    <a:pt x="65786" y="178104"/>
                  </a:lnTo>
                  <a:lnTo>
                    <a:pt x="65684" y="176149"/>
                  </a:lnTo>
                  <a:lnTo>
                    <a:pt x="63055" y="175514"/>
                  </a:lnTo>
                  <a:lnTo>
                    <a:pt x="56642" y="175920"/>
                  </a:lnTo>
                  <a:lnTo>
                    <a:pt x="55130" y="176491"/>
                  </a:lnTo>
                  <a:lnTo>
                    <a:pt x="55435" y="174739"/>
                  </a:lnTo>
                  <a:lnTo>
                    <a:pt x="55270" y="170992"/>
                  </a:lnTo>
                  <a:lnTo>
                    <a:pt x="55105" y="167259"/>
                  </a:lnTo>
                  <a:lnTo>
                    <a:pt x="54267" y="164274"/>
                  </a:lnTo>
                  <a:lnTo>
                    <a:pt x="52603" y="164376"/>
                  </a:lnTo>
                  <a:lnTo>
                    <a:pt x="52057" y="167449"/>
                  </a:lnTo>
                  <a:lnTo>
                    <a:pt x="52400" y="174917"/>
                  </a:lnTo>
                  <a:lnTo>
                    <a:pt x="52844" y="176593"/>
                  </a:lnTo>
                  <a:lnTo>
                    <a:pt x="51447" y="176250"/>
                  </a:lnTo>
                  <a:lnTo>
                    <a:pt x="48247" y="176441"/>
                  </a:lnTo>
                  <a:lnTo>
                    <a:pt x="45034" y="176644"/>
                  </a:lnTo>
                  <a:lnTo>
                    <a:pt x="42481" y="177609"/>
                  </a:lnTo>
                  <a:lnTo>
                    <a:pt x="42557" y="179527"/>
                  </a:lnTo>
                  <a:lnTo>
                    <a:pt x="10045" y="141579"/>
                  </a:lnTo>
                  <a:lnTo>
                    <a:pt x="12623" y="142189"/>
                  </a:lnTo>
                  <a:lnTo>
                    <a:pt x="19037" y="141795"/>
                  </a:lnTo>
                  <a:lnTo>
                    <a:pt x="20459" y="141262"/>
                  </a:lnTo>
                  <a:lnTo>
                    <a:pt x="20167" y="142976"/>
                  </a:lnTo>
                  <a:lnTo>
                    <a:pt x="20332" y="146710"/>
                  </a:lnTo>
                  <a:lnTo>
                    <a:pt x="20510" y="150456"/>
                  </a:lnTo>
                  <a:lnTo>
                    <a:pt x="21336" y="153441"/>
                  </a:lnTo>
                  <a:lnTo>
                    <a:pt x="23012" y="153327"/>
                  </a:lnTo>
                  <a:lnTo>
                    <a:pt x="23558" y="150266"/>
                  </a:lnTo>
                  <a:lnTo>
                    <a:pt x="23202" y="142786"/>
                  </a:lnTo>
                  <a:lnTo>
                    <a:pt x="22745" y="141109"/>
                  </a:lnTo>
                  <a:lnTo>
                    <a:pt x="24231" y="141465"/>
                  </a:lnTo>
                  <a:lnTo>
                    <a:pt x="27432" y="141262"/>
                  </a:lnTo>
                  <a:lnTo>
                    <a:pt x="30632" y="141058"/>
                  </a:lnTo>
                  <a:lnTo>
                    <a:pt x="33197" y="140093"/>
                  </a:lnTo>
                  <a:lnTo>
                    <a:pt x="33108" y="138137"/>
                  </a:lnTo>
                  <a:lnTo>
                    <a:pt x="30467" y="137515"/>
                  </a:lnTo>
                  <a:lnTo>
                    <a:pt x="24066" y="137909"/>
                  </a:lnTo>
                  <a:lnTo>
                    <a:pt x="22555" y="138480"/>
                  </a:lnTo>
                  <a:lnTo>
                    <a:pt x="22860" y="136728"/>
                  </a:lnTo>
                  <a:lnTo>
                    <a:pt x="22682" y="132994"/>
                  </a:lnTo>
                  <a:lnTo>
                    <a:pt x="22517" y="129247"/>
                  </a:lnTo>
                  <a:lnTo>
                    <a:pt x="21691" y="126263"/>
                  </a:lnTo>
                  <a:lnTo>
                    <a:pt x="21336" y="126288"/>
                  </a:lnTo>
                  <a:lnTo>
                    <a:pt x="53086" y="89242"/>
                  </a:lnTo>
                  <a:lnTo>
                    <a:pt x="52679" y="91617"/>
                  </a:lnTo>
                  <a:lnTo>
                    <a:pt x="53022" y="99098"/>
                  </a:lnTo>
                  <a:lnTo>
                    <a:pt x="53467" y="100761"/>
                  </a:lnTo>
                  <a:lnTo>
                    <a:pt x="52070" y="100418"/>
                  </a:lnTo>
                  <a:lnTo>
                    <a:pt x="48869" y="100622"/>
                  </a:lnTo>
                  <a:lnTo>
                    <a:pt x="45656" y="100812"/>
                  </a:lnTo>
                  <a:lnTo>
                    <a:pt x="43091" y="101777"/>
                  </a:lnTo>
                  <a:lnTo>
                    <a:pt x="43192" y="103746"/>
                  </a:lnTo>
                  <a:lnTo>
                    <a:pt x="45834" y="104368"/>
                  </a:lnTo>
                  <a:lnTo>
                    <a:pt x="52235" y="103974"/>
                  </a:lnTo>
                  <a:lnTo>
                    <a:pt x="53670" y="103441"/>
                  </a:lnTo>
                  <a:lnTo>
                    <a:pt x="53378" y="105156"/>
                  </a:lnTo>
                  <a:lnTo>
                    <a:pt x="53543" y="108889"/>
                  </a:lnTo>
                  <a:lnTo>
                    <a:pt x="53708" y="112636"/>
                  </a:lnTo>
                  <a:lnTo>
                    <a:pt x="54533" y="115620"/>
                  </a:lnTo>
                  <a:lnTo>
                    <a:pt x="56210" y="115506"/>
                  </a:lnTo>
                  <a:lnTo>
                    <a:pt x="56756" y="112445"/>
                  </a:lnTo>
                  <a:lnTo>
                    <a:pt x="56413" y="104965"/>
                  </a:lnTo>
                  <a:lnTo>
                    <a:pt x="55943" y="103301"/>
                  </a:lnTo>
                  <a:lnTo>
                    <a:pt x="57429" y="103644"/>
                  </a:lnTo>
                  <a:lnTo>
                    <a:pt x="60629" y="103441"/>
                  </a:lnTo>
                  <a:lnTo>
                    <a:pt x="63842" y="103238"/>
                  </a:lnTo>
                  <a:lnTo>
                    <a:pt x="66408" y="102273"/>
                  </a:lnTo>
                  <a:lnTo>
                    <a:pt x="66382" y="101942"/>
                  </a:lnTo>
                  <a:lnTo>
                    <a:pt x="87731" y="126822"/>
                  </a:lnTo>
                  <a:lnTo>
                    <a:pt x="86106" y="126911"/>
                  </a:lnTo>
                  <a:lnTo>
                    <a:pt x="85559" y="129984"/>
                  </a:lnTo>
                  <a:lnTo>
                    <a:pt x="85902" y="137452"/>
                  </a:lnTo>
                  <a:lnTo>
                    <a:pt x="86360" y="139128"/>
                  </a:lnTo>
                  <a:lnTo>
                    <a:pt x="84950" y="138785"/>
                  </a:lnTo>
                  <a:lnTo>
                    <a:pt x="81749" y="138976"/>
                  </a:lnTo>
                  <a:lnTo>
                    <a:pt x="78549" y="139179"/>
                  </a:lnTo>
                  <a:lnTo>
                    <a:pt x="75984" y="140144"/>
                  </a:lnTo>
                  <a:lnTo>
                    <a:pt x="76073" y="142100"/>
                  </a:lnTo>
                  <a:lnTo>
                    <a:pt x="78714" y="142722"/>
                  </a:lnTo>
                  <a:lnTo>
                    <a:pt x="85128" y="142328"/>
                  </a:lnTo>
                  <a:lnTo>
                    <a:pt x="86550" y="141795"/>
                  </a:lnTo>
                  <a:lnTo>
                    <a:pt x="86258" y="143510"/>
                  </a:lnTo>
                  <a:lnTo>
                    <a:pt x="86423" y="147256"/>
                  </a:lnTo>
                  <a:lnTo>
                    <a:pt x="86588" y="150990"/>
                  </a:lnTo>
                  <a:lnTo>
                    <a:pt x="87426" y="153974"/>
                  </a:lnTo>
                  <a:lnTo>
                    <a:pt x="87960" y="153949"/>
                  </a:lnTo>
                  <a:lnTo>
                    <a:pt x="87960" y="127495"/>
                  </a:lnTo>
                  <a:lnTo>
                    <a:pt x="87795" y="126898"/>
                  </a:lnTo>
                  <a:lnTo>
                    <a:pt x="97574" y="138303"/>
                  </a:lnTo>
                  <a:lnTo>
                    <a:pt x="97574" y="127647"/>
                  </a:lnTo>
                  <a:lnTo>
                    <a:pt x="64668" y="89255"/>
                  </a:lnTo>
                  <a:lnTo>
                    <a:pt x="64668" y="99936"/>
                  </a:lnTo>
                  <a:lnTo>
                    <a:pt x="63677" y="99695"/>
                  </a:lnTo>
                  <a:lnTo>
                    <a:pt x="57264" y="100088"/>
                  </a:lnTo>
                  <a:lnTo>
                    <a:pt x="55753" y="100660"/>
                  </a:lnTo>
                  <a:lnTo>
                    <a:pt x="56057" y="98907"/>
                  </a:lnTo>
                  <a:lnTo>
                    <a:pt x="55892" y="95173"/>
                  </a:lnTo>
                  <a:lnTo>
                    <a:pt x="55727" y="91427"/>
                  </a:lnTo>
                  <a:lnTo>
                    <a:pt x="54902" y="88531"/>
                  </a:lnTo>
                  <a:lnTo>
                    <a:pt x="64668" y="99936"/>
                  </a:lnTo>
                  <a:lnTo>
                    <a:pt x="64668" y="89255"/>
                  </a:lnTo>
                  <a:lnTo>
                    <a:pt x="63449" y="87820"/>
                  </a:lnTo>
                  <a:lnTo>
                    <a:pt x="54838" y="77787"/>
                  </a:lnTo>
                  <a:lnTo>
                    <a:pt x="54838" y="88455"/>
                  </a:lnTo>
                  <a:lnTo>
                    <a:pt x="53695" y="88531"/>
                  </a:lnTo>
                  <a:lnTo>
                    <a:pt x="54305" y="87820"/>
                  </a:lnTo>
                  <a:lnTo>
                    <a:pt x="54838" y="88455"/>
                  </a:lnTo>
                  <a:lnTo>
                    <a:pt x="54838" y="77787"/>
                  </a:lnTo>
                  <a:lnTo>
                    <a:pt x="54305" y="77165"/>
                  </a:lnTo>
                  <a:lnTo>
                    <a:pt x="20256" y="116890"/>
                  </a:lnTo>
                  <a:lnTo>
                    <a:pt x="20256" y="138582"/>
                  </a:lnTo>
                  <a:lnTo>
                    <a:pt x="18872" y="138239"/>
                  </a:lnTo>
                  <a:lnTo>
                    <a:pt x="15659" y="138442"/>
                  </a:lnTo>
                  <a:lnTo>
                    <a:pt x="12458" y="138633"/>
                  </a:lnTo>
                  <a:lnTo>
                    <a:pt x="9969" y="139585"/>
                  </a:lnTo>
                  <a:lnTo>
                    <a:pt x="9969" y="141490"/>
                  </a:lnTo>
                  <a:lnTo>
                    <a:pt x="9144" y="140512"/>
                  </a:lnTo>
                  <a:lnTo>
                    <a:pt x="9893" y="139649"/>
                  </a:lnTo>
                  <a:lnTo>
                    <a:pt x="9969" y="141490"/>
                  </a:lnTo>
                  <a:lnTo>
                    <a:pt x="9969" y="139585"/>
                  </a:lnTo>
                  <a:lnTo>
                    <a:pt x="19685" y="128219"/>
                  </a:lnTo>
                  <a:lnTo>
                    <a:pt x="19469" y="129438"/>
                  </a:lnTo>
                  <a:lnTo>
                    <a:pt x="19812" y="136918"/>
                  </a:lnTo>
                  <a:lnTo>
                    <a:pt x="20256" y="138582"/>
                  </a:lnTo>
                  <a:lnTo>
                    <a:pt x="20256" y="116890"/>
                  </a:lnTo>
                  <a:lnTo>
                    <a:pt x="0" y="140512"/>
                  </a:lnTo>
                  <a:lnTo>
                    <a:pt x="54305" y="203860"/>
                  </a:lnTo>
                  <a:lnTo>
                    <a:pt x="63449" y="193205"/>
                  </a:lnTo>
                  <a:lnTo>
                    <a:pt x="108610" y="140512"/>
                  </a:lnTo>
                  <a:close/>
                </a:path>
                <a:path w="361315" h="282575">
                  <a:moveTo>
                    <a:pt x="158915" y="218681"/>
                  </a:moveTo>
                  <a:lnTo>
                    <a:pt x="149783" y="208038"/>
                  </a:lnTo>
                  <a:lnTo>
                    <a:pt x="149783" y="218681"/>
                  </a:lnTo>
                  <a:lnTo>
                    <a:pt x="104609" y="271373"/>
                  </a:lnTo>
                  <a:lnTo>
                    <a:pt x="59436" y="218681"/>
                  </a:lnTo>
                  <a:lnTo>
                    <a:pt x="104609" y="165989"/>
                  </a:lnTo>
                  <a:lnTo>
                    <a:pt x="149783" y="218681"/>
                  </a:lnTo>
                  <a:lnTo>
                    <a:pt x="149783" y="208038"/>
                  </a:lnTo>
                  <a:lnTo>
                    <a:pt x="113741" y="165989"/>
                  </a:lnTo>
                  <a:lnTo>
                    <a:pt x="104609" y="155333"/>
                  </a:lnTo>
                  <a:lnTo>
                    <a:pt x="50292" y="218681"/>
                  </a:lnTo>
                  <a:lnTo>
                    <a:pt x="104609" y="282028"/>
                  </a:lnTo>
                  <a:lnTo>
                    <a:pt x="113741" y="271373"/>
                  </a:lnTo>
                  <a:lnTo>
                    <a:pt x="158915" y="218681"/>
                  </a:lnTo>
                  <a:close/>
                </a:path>
                <a:path w="361315" h="282575">
                  <a:moveTo>
                    <a:pt x="165887" y="102273"/>
                  </a:moveTo>
                  <a:lnTo>
                    <a:pt x="165785" y="100317"/>
                  </a:lnTo>
                  <a:lnTo>
                    <a:pt x="163144" y="99695"/>
                  </a:lnTo>
                  <a:lnTo>
                    <a:pt x="156743" y="100088"/>
                  </a:lnTo>
                  <a:lnTo>
                    <a:pt x="154190" y="101053"/>
                  </a:lnTo>
                  <a:lnTo>
                    <a:pt x="154216" y="102031"/>
                  </a:lnTo>
                  <a:lnTo>
                    <a:pt x="153390" y="102082"/>
                  </a:lnTo>
                  <a:lnTo>
                    <a:pt x="152857" y="105156"/>
                  </a:lnTo>
                  <a:lnTo>
                    <a:pt x="153022" y="108889"/>
                  </a:lnTo>
                  <a:lnTo>
                    <a:pt x="153187" y="112636"/>
                  </a:lnTo>
                  <a:lnTo>
                    <a:pt x="154012" y="115620"/>
                  </a:lnTo>
                  <a:lnTo>
                    <a:pt x="155689" y="115506"/>
                  </a:lnTo>
                  <a:lnTo>
                    <a:pt x="156235" y="112445"/>
                  </a:lnTo>
                  <a:lnTo>
                    <a:pt x="155892" y="104965"/>
                  </a:lnTo>
                  <a:lnTo>
                    <a:pt x="155422" y="103301"/>
                  </a:lnTo>
                  <a:lnTo>
                    <a:pt x="156908" y="103644"/>
                  </a:lnTo>
                  <a:lnTo>
                    <a:pt x="160108" y="103441"/>
                  </a:lnTo>
                  <a:lnTo>
                    <a:pt x="163322" y="103238"/>
                  </a:lnTo>
                  <a:lnTo>
                    <a:pt x="165887" y="102273"/>
                  </a:lnTo>
                  <a:close/>
                </a:path>
                <a:path w="361315" h="282575">
                  <a:moveTo>
                    <a:pt x="310438" y="140512"/>
                  </a:moveTo>
                  <a:lnTo>
                    <a:pt x="301307" y="129870"/>
                  </a:lnTo>
                  <a:lnTo>
                    <a:pt x="301307" y="140512"/>
                  </a:lnTo>
                  <a:lnTo>
                    <a:pt x="291211" y="152298"/>
                  </a:lnTo>
                  <a:lnTo>
                    <a:pt x="291477" y="150799"/>
                  </a:lnTo>
                  <a:lnTo>
                    <a:pt x="291122" y="143332"/>
                  </a:lnTo>
                  <a:lnTo>
                    <a:pt x="290664" y="141655"/>
                  </a:lnTo>
                  <a:lnTo>
                    <a:pt x="292150" y="141998"/>
                  </a:lnTo>
                  <a:lnTo>
                    <a:pt x="295351" y="141795"/>
                  </a:lnTo>
                  <a:lnTo>
                    <a:pt x="298551" y="141605"/>
                  </a:lnTo>
                  <a:lnTo>
                    <a:pt x="301117" y="140639"/>
                  </a:lnTo>
                  <a:lnTo>
                    <a:pt x="301091" y="140271"/>
                  </a:lnTo>
                  <a:lnTo>
                    <a:pt x="301307" y="140512"/>
                  </a:lnTo>
                  <a:lnTo>
                    <a:pt x="301307" y="129870"/>
                  </a:lnTo>
                  <a:lnTo>
                    <a:pt x="299402" y="127647"/>
                  </a:lnTo>
                  <a:lnTo>
                    <a:pt x="299402" y="138303"/>
                  </a:lnTo>
                  <a:lnTo>
                    <a:pt x="298386" y="138049"/>
                  </a:lnTo>
                  <a:lnTo>
                    <a:pt x="291985" y="138455"/>
                  </a:lnTo>
                  <a:lnTo>
                    <a:pt x="290474" y="139026"/>
                  </a:lnTo>
                  <a:lnTo>
                    <a:pt x="290779" y="137274"/>
                  </a:lnTo>
                  <a:lnTo>
                    <a:pt x="290601" y="133527"/>
                  </a:lnTo>
                  <a:lnTo>
                    <a:pt x="290436" y="129794"/>
                  </a:lnTo>
                  <a:lnTo>
                    <a:pt x="289788" y="127495"/>
                  </a:lnTo>
                  <a:lnTo>
                    <a:pt x="289788" y="153949"/>
                  </a:lnTo>
                  <a:lnTo>
                    <a:pt x="256146" y="193205"/>
                  </a:lnTo>
                  <a:lnTo>
                    <a:pt x="244449" y="179590"/>
                  </a:lnTo>
                  <a:lnTo>
                    <a:pt x="247040" y="180187"/>
                  </a:lnTo>
                  <a:lnTo>
                    <a:pt x="253441" y="179793"/>
                  </a:lnTo>
                  <a:lnTo>
                    <a:pt x="254876" y="179260"/>
                  </a:lnTo>
                  <a:lnTo>
                    <a:pt x="254584" y="180987"/>
                  </a:lnTo>
                  <a:lnTo>
                    <a:pt x="254749" y="184721"/>
                  </a:lnTo>
                  <a:lnTo>
                    <a:pt x="254914" y="188455"/>
                  </a:lnTo>
                  <a:lnTo>
                    <a:pt x="255739" y="191439"/>
                  </a:lnTo>
                  <a:lnTo>
                    <a:pt x="257416" y="191338"/>
                  </a:lnTo>
                  <a:lnTo>
                    <a:pt x="257962" y="188264"/>
                  </a:lnTo>
                  <a:lnTo>
                    <a:pt x="257619" y="180797"/>
                  </a:lnTo>
                  <a:lnTo>
                    <a:pt x="257162" y="179120"/>
                  </a:lnTo>
                  <a:lnTo>
                    <a:pt x="258635" y="179463"/>
                  </a:lnTo>
                  <a:lnTo>
                    <a:pt x="261848" y="179260"/>
                  </a:lnTo>
                  <a:lnTo>
                    <a:pt x="265049" y="179070"/>
                  </a:lnTo>
                  <a:lnTo>
                    <a:pt x="267614" y="178104"/>
                  </a:lnTo>
                  <a:lnTo>
                    <a:pt x="267525" y="176149"/>
                  </a:lnTo>
                  <a:lnTo>
                    <a:pt x="264883" y="175514"/>
                  </a:lnTo>
                  <a:lnTo>
                    <a:pt x="258470" y="175920"/>
                  </a:lnTo>
                  <a:lnTo>
                    <a:pt x="256959" y="176491"/>
                  </a:lnTo>
                  <a:lnTo>
                    <a:pt x="257263" y="174739"/>
                  </a:lnTo>
                  <a:lnTo>
                    <a:pt x="257098" y="170992"/>
                  </a:lnTo>
                  <a:lnTo>
                    <a:pt x="256933" y="167259"/>
                  </a:lnTo>
                  <a:lnTo>
                    <a:pt x="256108" y="164274"/>
                  </a:lnTo>
                  <a:lnTo>
                    <a:pt x="254431" y="164376"/>
                  </a:lnTo>
                  <a:lnTo>
                    <a:pt x="253885" y="167449"/>
                  </a:lnTo>
                  <a:lnTo>
                    <a:pt x="254228" y="174917"/>
                  </a:lnTo>
                  <a:lnTo>
                    <a:pt x="254673" y="176593"/>
                  </a:lnTo>
                  <a:lnTo>
                    <a:pt x="253276" y="176250"/>
                  </a:lnTo>
                  <a:lnTo>
                    <a:pt x="250075" y="176441"/>
                  </a:lnTo>
                  <a:lnTo>
                    <a:pt x="246875" y="176644"/>
                  </a:lnTo>
                  <a:lnTo>
                    <a:pt x="244309" y="177609"/>
                  </a:lnTo>
                  <a:lnTo>
                    <a:pt x="244386" y="179514"/>
                  </a:lnTo>
                  <a:lnTo>
                    <a:pt x="211874" y="141579"/>
                  </a:lnTo>
                  <a:lnTo>
                    <a:pt x="214452" y="142189"/>
                  </a:lnTo>
                  <a:lnTo>
                    <a:pt x="220865" y="141795"/>
                  </a:lnTo>
                  <a:lnTo>
                    <a:pt x="222300" y="141262"/>
                  </a:lnTo>
                  <a:lnTo>
                    <a:pt x="222008" y="142976"/>
                  </a:lnTo>
                  <a:lnTo>
                    <a:pt x="222173" y="146710"/>
                  </a:lnTo>
                  <a:lnTo>
                    <a:pt x="222338" y="150456"/>
                  </a:lnTo>
                  <a:lnTo>
                    <a:pt x="223164" y="153441"/>
                  </a:lnTo>
                  <a:lnTo>
                    <a:pt x="224840" y="153327"/>
                  </a:lnTo>
                  <a:lnTo>
                    <a:pt x="225386" y="150266"/>
                  </a:lnTo>
                  <a:lnTo>
                    <a:pt x="225044" y="142786"/>
                  </a:lnTo>
                  <a:lnTo>
                    <a:pt x="224574" y="141122"/>
                  </a:lnTo>
                  <a:lnTo>
                    <a:pt x="226060" y="141465"/>
                  </a:lnTo>
                  <a:lnTo>
                    <a:pt x="229260" y="141262"/>
                  </a:lnTo>
                  <a:lnTo>
                    <a:pt x="232473" y="141058"/>
                  </a:lnTo>
                  <a:lnTo>
                    <a:pt x="235038" y="140093"/>
                  </a:lnTo>
                  <a:lnTo>
                    <a:pt x="234937" y="138137"/>
                  </a:lnTo>
                  <a:lnTo>
                    <a:pt x="232295" y="137515"/>
                  </a:lnTo>
                  <a:lnTo>
                    <a:pt x="225894" y="137909"/>
                  </a:lnTo>
                  <a:lnTo>
                    <a:pt x="224383" y="138480"/>
                  </a:lnTo>
                  <a:lnTo>
                    <a:pt x="224688" y="136728"/>
                  </a:lnTo>
                  <a:lnTo>
                    <a:pt x="224523" y="132994"/>
                  </a:lnTo>
                  <a:lnTo>
                    <a:pt x="224345" y="129247"/>
                  </a:lnTo>
                  <a:lnTo>
                    <a:pt x="223520" y="126263"/>
                  </a:lnTo>
                  <a:lnTo>
                    <a:pt x="223164" y="126288"/>
                  </a:lnTo>
                  <a:lnTo>
                    <a:pt x="254927" y="89242"/>
                  </a:lnTo>
                  <a:lnTo>
                    <a:pt x="254508" y="91617"/>
                  </a:lnTo>
                  <a:lnTo>
                    <a:pt x="254850" y="99098"/>
                  </a:lnTo>
                  <a:lnTo>
                    <a:pt x="255295" y="100761"/>
                  </a:lnTo>
                  <a:lnTo>
                    <a:pt x="253898" y="100418"/>
                  </a:lnTo>
                  <a:lnTo>
                    <a:pt x="250698" y="100622"/>
                  </a:lnTo>
                  <a:lnTo>
                    <a:pt x="247497" y="100812"/>
                  </a:lnTo>
                  <a:lnTo>
                    <a:pt x="244932" y="101777"/>
                  </a:lnTo>
                  <a:lnTo>
                    <a:pt x="245021" y="103746"/>
                  </a:lnTo>
                  <a:lnTo>
                    <a:pt x="247662" y="104368"/>
                  </a:lnTo>
                  <a:lnTo>
                    <a:pt x="254063" y="103974"/>
                  </a:lnTo>
                  <a:lnTo>
                    <a:pt x="255498" y="103441"/>
                  </a:lnTo>
                  <a:lnTo>
                    <a:pt x="255206" y="105156"/>
                  </a:lnTo>
                  <a:lnTo>
                    <a:pt x="255371" y="108889"/>
                  </a:lnTo>
                  <a:lnTo>
                    <a:pt x="255536" y="112636"/>
                  </a:lnTo>
                  <a:lnTo>
                    <a:pt x="256362" y="115620"/>
                  </a:lnTo>
                  <a:lnTo>
                    <a:pt x="258038" y="115506"/>
                  </a:lnTo>
                  <a:lnTo>
                    <a:pt x="258584" y="112445"/>
                  </a:lnTo>
                  <a:lnTo>
                    <a:pt x="258241" y="104965"/>
                  </a:lnTo>
                  <a:lnTo>
                    <a:pt x="257784" y="103301"/>
                  </a:lnTo>
                  <a:lnTo>
                    <a:pt x="259257" y="103644"/>
                  </a:lnTo>
                  <a:lnTo>
                    <a:pt x="262470" y="103441"/>
                  </a:lnTo>
                  <a:lnTo>
                    <a:pt x="265671" y="103238"/>
                  </a:lnTo>
                  <a:lnTo>
                    <a:pt x="268236" y="102273"/>
                  </a:lnTo>
                  <a:lnTo>
                    <a:pt x="268211" y="101930"/>
                  </a:lnTo>
                  <a:lnTo>
                    <a:pt x="289560" y="126822"/>
                  </a:lnTo>
                  <a:lnTo>
                    <a:pt x="287934" y="126911"/>
                  </a:lnTo>
                  <a:lnTo>
                    <a:pt x="287388" y="129984"/>
                  </a:lnTo>
                  <a:lnTo>
                    <a:pt x="287743" y="137452"/>
                  </a:lnTo>
                  <a:lnTo>
                    <a:pt x="288188" y="139128"/>
                  </a:lnTo>
                  <a:lnTo>
                    <a:pt x="286791" y="138785"/>
                  </a:lnTo>
                  <a:lnTo>
                    <a:pt x="283578" y="138976"/>
                  </a:lnTo>
                  <a:lnTo>
                    <a:pt x="280377" y="139179"/>
                  </a:lnTo>
                  <a:lnTo>
                    <a:pt x="277812" y="140144"/>
                  </a:lnTo>
                  <a:lnTo>
                    <a:pt x="277901" y="142100"/>
                  </a:lnTo>
                  <a:lnTo>
                    <a:pt x="280543" y="142722"/>
                  </a:lnTo>
                  <a:lnTo>
                    <a:pt x="286956" y="142328"/>
                  </a:lnTo>
                  <a:lnTo>
                    <a:pt x="288378" y="141795"/>
                  </a:lnTo>
                  <a:lnTo>
                    <a:pt x="288086" y="143510"/>
                  </a:lnTo>
                  <a:lnTo>
                    <a:pt x="288264" y="147256"/>
                  </a:lnTo>
                  <a:lnTo>
                    <a:pt x="288429" y="150990"/>
                  </a:lnTo>
                  <a:lnTo>
                    <a:pt x="289255" y="153974"/>
                  </a:lnTo>
                  <a:lnTo>
                    <a:pt x="289788" y="153949"/>
                  </a:lnTo>
                  <a:lnTo>
                    <a:pt x="289788" y="127495"/>
                  </a:lnTo>
                  <a:lnTo>
                    <a:pt x="289623" y="126898"/>
                  </a:lnTo>
                  <a:lnTo>
                    <a:pt x="299402" y="138303"/>
                  </a:lnTo>
                  <a:lnTo>
                    <a:pt x="299402" y="127647"/>
                  </a:lnTo>
                  <a:lnTo>
                    <a:pt x="266509" y="89268"/>
                  </a:lnTo>
                  <a:lnTo>
                    <a:pt x="266509" y="99936"/>
                  </a:lnTo>
                  <a:lnTo>
                    <a:pt x="265506" y="99695"/>
                  </a:lnTo>
                  <a:lnTo>
                    <a:pt x="259092" y="100088"/>
                  </a:lnTo>
                  <a:lnTo>
                    <a:pt x="257581" y="100660"/>
                  </a:lnTo>
                  <a:lnTo>
                    <a:pt x="257886" y="98907"/>
                  </a:lnTo>
                  <a:lnTo>
                    <a:pt x="257721" y="95173"/>
                  </a:lnTo>
                  <a:lnTo>
                    <a:pt x="257556" y="91427"/>
                  </a:lnTo>
                  <a:lnTo>
                    <a:pt x="256743" y="88531"/>
                  </a:lnTo>
                  <a:lnTo>
                    <a:pt x="266509" y="99936"/>
                  </a:lnTo>
                  <a:lnTo>
                    <a:pt x="266509" y="89268"/>
                  </a:lnTo>
                  <a:lnTo>
                    <a:pt x="265277" y="87820"/>
                  </a:lnTo>
                  <a:lnTo>
                    <a:pt x="256679" y="77800"/>
                  </a:lnTo>
                  <a:lnTo>
                    <a:pt x="256679" y="88455"/>
                  </a:lnTo>
                  <a:lnTo>
                    <a:pt x="255536" y="88531"/>
                  </a:lnTo>
                  <a:lnTo>
                    <a:pt x="256146" y="87820"/>
                  </a:lnTo>
                  <a:lnTo>
                    <a:pt x="256679" y="88455"/>
                  </a:lnTo>
                  <a:lnTo>
                    <a:pt x="256679" y="77800"/>
                  </a:lnTo>
                  <a:lnTo>
                    <a:pt x="256146" y="77165"/>
                  </a:lnTo>
                  <a:lnTo>
                    <a:pt x="222097" y="116878"/>
                  </a:lnTo>
                  <a:lnTo>
                    <a:pt x="222097" y="138582"/>
                  </a:lnTo>
                  <a:lnTo>
                    <a:pt x="220700" y="138239"/>
                  </a:lnTo>
                  <a:lnTo>
                    <a:pt x="217500" y="138442"/>
                  </a:lnTo>
                  <a:lnTo>
                    <a:pt x="214287" y="138633"/>
                  </a:lnTo>
                  <a:lnTo>
                    <a:pt x="211810" y="139573"/>
                  </a:lnTo>
                  <a:lnTo>
                    <a:pt x="211810" y="141503"/>
                  </a:lnTo>
                  <a:lnTo>
                    <a:pt x="210972" y="140512"/>
                  </a:lnTo>
                  <a:lnTo>
                    <a:pt x="211721" y="139649"/>
                  </a:lnTo>
                  <a:lnTo>
                    <a:pt x="211810" y="141503"/>
                  </a:lnTo>
                  <a:lnTo>
                    <a:pt x="211810" y="139573"/>
                  </a:lnTo>
                  <a:lnTo>
                    <a:pt x="221513" y="128219"/>
                  </a:lnTo>
                  <a:lnTo>
                    <a:pt x="221297" y="129438"/>
                  </a:lnTo>
                  <a:lnTo>
                    <a:pt x="221653" y="136918"/>
                  </a:lnTo>
                  <a:lnTo>
                    <a:pt x="222097" y="138582"/>
                  </a:lnTo>
                  <a:lnTo>
                    <a:pt x="222097" y="116878"/>
                  </a:lnTo>
                  <a:lnTo>
                    <a:pt x="201828" y="140512"/>
                  </a:lnTo>
                  <a:lnTo>
                    <a:pt x="256146" y="203860"/>
                  </a:lnTo>
                  <a:lnTo>
                    <a:pt x="265277" y="193205"/>
                  </a:lnTo>
                  <a:lnTo>
                    <a:pt x="310438" y="140512"/>
                  </a:lnTo>
                  <a:close/>
                </a:path>
                <a:path w="361315" h="282575">
                  <a:moveTo>
                    <a:pt x="360984" y="63347"/>
                  </a:moveTo>
                  <a:lnTo>
                    <a:pt x="351853" y="52705"/>
                  </a:lnTo>
                  <a:lnTo>
                    <a:pt x="351853" y="63347"/>
                  </a:lnTo>
                  <a:lnTo>
                    <a:pt x="341744" y="75133"/>
                  </a:lnTo>
                  <a:lnTo>
                    <a:pt x="342011" y="73647"/>
                  </a:lnTo>
                  <a:lnTo>
                    <a:pt x="341668" y="66167"/>
                  </a:lnTo>
                  <a:lnTo>
                    <a:pt x="341210" y="64490"/>
                  </a:lnTo>
                  <a:lnTo>
                    <a:pt x="342696" y="64833"/>
                  </a:lnTo>
                  <a:lnTo>
                    <a:pt x="345897" y="64643"/>
                  </a:lnTo>
                  <a:lnTo>
                    <a:pt x="349097" y="64439"/>
                  </a:lnTo>
                  <a:lnTo>
                    <a:pt x="351663" y="63474"/>
                  </a:lnTo>
                  <a:lnTo>
                    <a:pt x="351637" y="63106"/>
                  </a:lnTo>
                  <a:lnTo>
                    <a:pt x="351853" y="63347"/>
                  </a:lnTo>
                  <a:lnTo>
                    <a:pt x="351853" y="52705"/>
                  </a:lnTo>
                  <a:lnTo>
                    <a:pt x="349948" y="50482"/>
                  </a:lnTo>
                  <a:lnTo>
                    <a:pt x="349948" y="61150"/>
                  </a:lnTo>
                  <a:lnTo>
                    <a:pt x="348932" y="60896"/>
                  </a:lnTo>
                  <a:lnTo>
                    <a:pt x="342519" y="61290"/>
                  </a:lnTo>
                  <a:lnTo>
                    <a:pt x="341007" y="61861"/>
                  </a:lnTo>
                  <a:lnTo>
                    <a:pt x="341312" y="60109"/>
                  </a:lnTo>
                  <a:lnTo>
                    <a:pt x="341147" y="56362"/>
                  </a:lnTo>
                  <a:lnTo>
                    <a:pt x="340982" y="52628"/>
                  </a:lnTo>
                  <a:lnTo>
                    <a:pt x="340321" y="50279"/>
                  </a:lnTo>
                  <a:lnTo>
                    <a:pt x="340321" y="76796"/>
                  </a:lnTo>
                  <a:lnTo>
                    <a:pt x="306679" y="116039"/>
                  </a:lnTo>
                  <a:lnTo>
                    <a:pt x="294995" y="102412"/>
                  </a:lnTo>
                  <a:lnTo>
                    <a:pt x="297586" y="103035"/>
                  </a:lnTo>
                  <a:lnTo>
                    <a:pt x="303987" y="102628"/>
                  </a:lnTo>
                  <a:lnTo>
                    <a:pt x="305422" y="102095"/>
                  </a:lnTo>
                  <a:lnTo>
                    <a:pt x="305130" y="103822"/>
                  </a:lnTo>
                  <a:lnTo>
                    <a:pt x="305295" y="107556"/>
                  </a:lnTo>
                  <a:lnTo>
                    <a:pt x="305460" y="111302"/>
                  </a:lnTo>
                  <a:lnTo>
                    <a:pt x="306285" y="114287"/>
                  </a:lnTo>
                  <a:lnTo>
                    <a:pt x="307962" y="114173"/>
                  </a:lnTo>
                  <a:lnTo>
                    <a:pt x="308508" y="111112"/>
                  </a:lnTo>
                  <a:lnTo>
                    <a:pt x="308165" y="103632"/>
                  </a:lnTo>
                  <a:lnTo>
                    <a:pt x="307708" y="101955"/>
                  </a:lnTo>
                  <a:lnTo>
                    <a:pt x="309181" y="102298"/>
                  </a:lnTo>
                  <a:lnTo>
                    <a:pt x="312394" y="102108"/>
                  </a:lnTo>
                  <a:lnTo>
                    <a:pt x="315595" y="101904"/>
                  </a:lnTo>
                  <a:lnTo>
                    <a:pt x="318160" y="100939"/>
                  </a:lnTo>
                  <a:lnTo>
                    <a:pt x="318058" y="98983"/>
                  </a:lnTo>
                  <a:lnTo>
                    <a:pt x="315429" y="98361"/>
                  </a:lnTo>
                  <a:lnTo>
                    <a:pt x="309016" y="98755"/>
                  </a:lnTo>
                  <a:lnTo>
                    <a:pt x="307505" y="99326"/>
                  </a:lnTo>
                  <a:lnTo>
                    <a:pt x="307809" y="97574"/>
                  </a:lnTo>
                  <a:lnTo>
                    <a:pt x="307644" y="93827"/>
                  </a:lnTo>
                  <a:lnTo>
                    <a:pt x="307479" y="90093"/>
                  </a:lnTo>
                  <a:lnTo>
                    <a:pt x="306654" y="87109"/>
                  </a:lnTo>
                  <a:lnTo>
                    <a:pt x="304977" y="87210"/>
                  </a:lnTo>
                  <a:lnTo>
                    <a:pt x="304431" y="90284"/>
                  </a:lnTo>
                  <a:lnTo>
                    <a:pt x="304774" y="97764"/>
                  </a:lnTo>
                  <a:lnTo>
                    <a:pt x="305219" y="99428"/>
                  </a:lnTo>
                  <a:lnTo>
                    <a:pt x="303822" y="99085"/>
                  </a:lnTo>
                  <a:lnTo>
                    <a:pt x="300621" y="99288"/>
                  </a:lnTo>
                  <a:lnTo>
                    <a:pt x="297408" y="99479"/>
                  </a:lnTo>
                  <a:lnTo>
                    <a:pt x="294843" y="100444"/>
                  </a:lnTo>
                  <a:lnTo>
                    <a:pt x="294932" y="102349"/>
                  </a:lnTo>
                  <a:lnTo>
                    <a:pt x="262432" y="64427"/>
                  </a:lnTo>
                  <a:lnTo>
                    <a:pt x="264998" y="65024"/>
                  </a:lnTo>
                  <a:lnTo>
                    <a:pt x="271411" y="64630"/>
                  </a:lnTo>
                  <a:lnTo>
                    <a:pt x="272834" y="64096"/>
                  </a:lnTo>
                  <a:lnTo>
                    <a:pt x="272542" y="65811"/>
                  </a:lnTo>
                  <a:lnTo>
                    <a:pt x="272707" y="69557"/>
                  </a:lnTo>
                  <a:lnTo>
                    <a:pt x="272884" y="73291"/>
                  </a:lnTo>
                  <a:lnTo>
                    <a:pt x="273710" y="76276"/>
                  </a:lnTo>
                  <a:lnTo>
                    <a:pt x="275386" y="76174"/>
                  </a:lnTo>
                  <a:lnTo>
                    <a:pt x="275932" y="73101"/>
                  </a:lnTo>
                  <a:lnTo>
                    <a:pt x="275577" y="65633"/>
                  </a:lnTo>
                  <a:lnTo>
                    <a:pt x="275107" y="63944"/>
                  </a:lnTo>
                  <a:lnTo>
                    <a:pt x="276606" y="64300"/>
                  </a:lnTo>
                  <a:lnTo>
                    <a:pt x="279806" y="64096"/>
                  </a:lnTo>
                  <a:lnTo>
                    <a:pt x="283006" y="63906"/>
                  </a:lnTo>
                  <a:lnTo>
                    <a:pt x="285572" y="62941"/>
                  </a:lnTo>
                  <a:lnTo>
                    <a:pt x="285483" y="60985"/>
                  </a:lnTo>
                  <a:lnTo>
                    <a:pt x="282841" y="60350"/>
                  </a:lnTo>
                  <a:lnTo>
                    <a:pt x="276440" y="60744"/>
                  </a:lnTo>
                  <a:lnTo>
                    <a:pt x="274916" y="61315"/>
                  </a:lnTo>
                  <a:lnTo>
                    <a:pt x="275234" y="59563"/>
                  </a:lnTo>
                  <a:lnTo>
                    <a:pt x="275056" y="55829"/>
                  </a:lnTo>
                  <a:lnTo>
                    <a:pt x="274891" y="52095"/>
                  </a:lnTo>
                  <a:lnTo>
                    <a:pt x="274066" y="49110"/>
                  </a:lnTo>
                  <a:lnTo>
                    <a:pt x="273697" y="49136"/>
                  </a:lnTo>
                  <a:lnTo>
                    <a:pt x="305473" y="12052"/>
                  </a:lnTo>
                  <a:lnTo>
                    <a:pt x="305054" y="14465"/>
                  </a:lnTo>
                  <a:lnTo>
                    <a:pt x="305396" y="21932"/>
                  </a:lnTo>
                  <a:lnTo>
                    <a:pt x="305841" y="23596"/>
                  </a:lnTo>
                  <a:lnTo>
                    <a:pt x="304444" y="23253"/>
                  </a:lnTo>
                  <a:lnTo>
                    <a:pt x="301244" y="23456"/>
                  </a:lnTo>
                  <a:lnTo>
                    <a:pt x="298030" y="23660"/>
                  </a:lnTo>
                  <a:lnTo>
                    <a:pt x="295465" y="24625"/>
                  </a:lnTo>
                  <a:lnTo>
                    <a:pt x="295567" y="26581"/>
                  </a:lnTo>
                  <a:lnTo>
                    <a:pt x="298208" y="27203"/>
                  </a:lnTo>
                  <a:lnTo>
                    <a:pt x="304609" y="26809"/>
                  </a:lnTo>
                  <a:lnTo>
                    <a:pt x="306044" y="26276"/>
                  </a:lnTo>
                  <a:lnTo>
                    <a:pt x="305752" y="27990"/>
                  </a:lnTo>
                  <a:lnTo>
                    <a:pt x="305917" y="31737"/>
                  </a:lnTo>
                  <a:lnTo>
                    <a:pt x="306082" y="35471"/>
                  </a:lnTo>
                  <a:lnTo>
                    <a:pt x="306908" y="38455"/>
                  </a:lnTo>
                  <a:lnTo>
                    <a:pt x="308584" y="38354"/>
                  </a:lnTo>
                  <a:lnTo>
                    <a:pt x="309130" y="35280"/>
                  </a:lnTo>
                  <a:lnTo>
                    <a:pt x="308787" y="27813"/>
                  </a:lnTo>
                  <a:lnTo>
                    <a:pt x="308317" y="26136"/>
                  </a:lnTo>
                  <a:lnTo>
                    <a:pt x="309803" y="26479"/>
                  </a:lnTo>
                  <a:lnTo>
                    <a:pt x="313004" y="26276"/>
                  </a:lnTo>
                  <a:lnTo>
                    <a:pt x="316217" y="26085"/>
                  </a:lnTo>
                  <a:lnTo>
                    <a:pt x="318782" y="25120"/>
                  </a:lnTo>
                  <a:lnTo>
                    <a:pt x="318757" y="24777"/>
                  </a:lnTo>
                  <a:lnTo>
                    <a:pt x="340106" y="49657"/>
                  </a:lnTo>
                  <a:lnTo>
                    <a:pt x="338480" y="49745"/>
                  </a:lnTo>
                  <a:lnTo>
                    <a:pt x="337934" y="52819"/>
                  </a:lnTo>
                  <a:lnTo>
                    <a:pt x="338277" y="60299"/>
                  </a:lnTo>
                  <a:lnTo>
                    <a:pt x="338721" y="61963"/>
                  </a:lnTo>
                  <a:lnTo>
                    <a:pt x="337324" y="61620"/>
                  </a:lnTo>
                  <a:lnTo>
                    <a:pt x="334124" y="61823"/>
                  </a:lnTo>
                  <a:lnTo>
                    <a:pt x="330923" y="62014"/>
                  </a:lnTo>
                  <a:lnTo>
                    <a:pt x="328358" y="62979"/>
                  </a:lnTo>
                  <a:lnTo>
                    <a:pt x="328447" y="64935"/>
                  </a:lnTo>
                  <a:lnTo>
                    <a:pt x="331089" y="65570"/>
                  </a:lnTo>
                  <a:lnTo>
                    <a:pt x="337502" y="65163"/>
                  </a:lnTo>
                  <a:lnTo>
                    <a:pt x="338924" y="64643"/>
                  </a:lnTo>
                  <a:lnTo>
                    <a:pt x="338632" y="66357"/>
                  </a:lnTo>
                  <a:lnTo>
                    <a:pt x="338797" y="70091"/>
                  </a:lnTo>
                  <a:lnTo>
                    <a:pt x="338963" y="73837"/>
                  </a:lnTo>
                  <a:lnTo>
                    <a:pt x="339801" y="76822"/>
                  </a:lnTo>
                  <a:lnTo>
                    <a:pt x="340321" y="76796"/>
                  </a:lnTo>
                  <a:lnTo>
                    <a:pt x="340321" y="50279"/>
                  </a:lnTo>
                  <a:lnTo>
                    <a:pt x="340169" y="49733"/>
                  </a:lnTo>
                  <a:lnTo>
                    <a:pt x="349948" y="61150"/>
                  </a:lnTo>
                  <a:lnTo>
                    <a:pt x="349948" y="50482"/>
                  </a:lnTo>
                  <a:lnTo>
                    <a:pt x="317042" y="12090"/>
                  </a:lnTo>
                  <a:lnTo>
                    <a:pt x="317042" y="22783"/>
                  </a:lnTo>
                  <a:lnTo>
                    <a:pt x="316052" y="22529"/>
                  </a:lnTo>
                  <a:lnTo>
                    <a:pt x="309638" y="22923"/>
                  </a:lnTo>
                  <a:lnTo>
                    <a:pt x="308127" y="23495"/>
                  </a:lnTo>
                  <a:lnTo>
                    <a:pt x="308432" y="21742"/>
                  </a:lnTo>
                  <a:lnTo>
                    <a:pt x="308267" y="18008"/>
                  </a:lnTo>
                  <a:lnTo>
                    <a:pt x="308102" y="14274"/>
                  </a:lnTo>
                  <a:lnTo>
                    <a:pt x="307276" y="11366"/>
                  </a:lnTo>
                  <a:lnTo>
                    <a:pt x="317042" y="22783"/>
                  </a:lnTo>
                  <a:lnTo>
                    <a:pt x="317042" y="12090"/>
                  </a:lnTo>
                  <a:lnTo>
                    <a:pt x="315823" y="10655"/>
                  </a:lnTo>
                  <a:lnTo>
                    <a:pt x="307225" y="647"/>
                  </a:lnTo>
                  <a:lnTo>
                    <a:pt x="307225" y="11303"/>
                  </a:lnTo>
                  <a:lnTo>
                    <a:pt x="306070" y="11366"/>
                  </a:lnTo>
                  <a:lnTo>
                    <a:pt x="306679" y="10655"/>
                  </a:lnTo>
                  <a:lnTo>
                    <a:pt x="307225" y="11303"/>
                  </a:lnTo>
                  <a:lnTo>
                    <a:pt x="307225" y="647"/>
                  </a:lnTo>
                  <a:lnTo>
                    <a:pt x="306679" y="0"/>
                  </a:lnTo>
                  <a:lnTo>
                    <a:pt x="272630" y="39725"/>
                  </a:lnTo>
                  <a:lnTo>
                    <a:pt x="272630" y="61417"/>
                  </a:lnTo>
                  <a:lnTo>
                    <a:pt x="271246" y="61074"/>
                  </a:lnTo>
                  <a:lnTo>
                    <a:pt x="268033" y="61277"/>
                  </a:lnTo>
                  <a:lnTo>
                    <a:pt x="264833" y="61480"/>
                  </a:lnTo>
                  <a:lnTo>
                    <a:pt x="262343" y="62420"/>
                  </a:lnTo>
                  <a:lnTo>
                    <a:pt x="262343" y="64325"/>
                  </a:lnTo>
                  <a:lnTo>
                    <a:pt x="261518" y="63347"/>
                  </a:lnTo>
                  <a:lnTo>
                    <a:pt x="262267" y="62484"/>
                  </a:lnTo>
                  <a:lnTo>
                    <a:pt x="262343" y="64325"/>
                  </a:lnTo>
                  <a:lnTo>
                    <a:pt x="262343" y="62420"/>
                  </a:lnTo>
                  <a:lnTo>
                    <a:pt x="272059" y="51054"/>
                  </a:lnTo>
                  <a:lnTo>
                    <a:pt x="271843" y="52285"/>
                  </a:lnTo>
                  <a:lnTo>
                    <a:pt x="272186" y="59753"/>
                  </a:lnTo>
                  <a:lnTo>
                    <a:pt x="272630" y="61417"/>
                  </a:lnTo>
                  <a:lnTo>
                    <a:pt x="272630" y="39725"/>
                  </a:lnTo>
                  <a:lnTo>
                    <a:pt x="256159" y="58928"/>
                  </a:lnTo>
                  <a:lnTo>
                    <a:pt x="250825" y="52705"/>
                  </a:lnTo>
                  <a:lnTo>
                    <a:pt x="250825" y="63347"/>
                  </a:lnTo>
                  <a:lnTo>
                    <a:pt x="240715" y="75145"/>
                  </a:lnTo>
                  <a:lnTo>
                    <a:pt x="240982" y="73647"/>
                  </a:lnTo>
                  <a:lnTo>
                    <a:pt x="240626" y="66167"/>
                  </a:lnTo>
                  <a:lnTo>
                    <a:pt x="240169" y="64490"/>
                  </a:lnTo>
                  <a:lnTo>
                    <a:pt x="241655" y="64833"/>
                  </a:lnTo>
                  <a:lnTo>
                    <a:pt x="244856" y="64643"/>
                  </a:lnTo>
                  <a:lnTo>
                    <a:pt x="248056" y="64439"/>
                  </a:lnTo>
                  <a:lnTo>
                    <a:pt x="250621" y="63474"/>
                  </a:lnTo>
                  <a:lnTo>
                    <a:pt x="250596" y="63093"/>
                  </a:lnTo>
                  <a:lnTo>
                    <a:pt x="250825" y="63347"/>
                  </a:lnTo>
                  <a:lnTo>
                    <a:pt x="250825" y="52705"/>
                  </a:lnTo>
                  <a:lnTo>
                    <a:pt x="248920" y="50482"/>
                  </a:lnTo>
                  <a:lnTo>
                    <a:pt x="248920" y="61150"/>
                  </a:lnTo>
                  <a:lnTo>
                    <a:pt x="247891" y="60896"/>
                  </a:lnTo>
                  <a:lnTo>
                    <a:pt x="241490" y="61290"/>
                  </a:lnTo>
                  <a:lnTo>
                    <a:pt x="239979" y="61861"/>
                  </a:lnTo>
                  <a:lnTo>
                    <a:pt x="240284" y="60109"/>
                  </a:lnTo>
                  <a:lnTo>
                    <a:pt x="240106" y="56362"/>
                  </a:lnTo>
                  <a:lnTo>
                    <a:pt x="239941" y="52628"/>
                  </a:lnTo>
                  <a:lnTo>
                    <a:pt x="239293" y="50317"/>
                  </a:lnTo>
                  <a:lnTo>
                    <a:pt x="239293" y="76796"/>
                  </a:lnTo>
                  <a:lnTo>
                    <a:pt x="205651" y="116039"/>
                  </a:lnTo>
                  <a:lnTo>
                    <a:pt x="193967" y="102425"/>
                  </a:lnTo>
                  <a:lnTo>
                    <a:pt x="196545" y="103035"/>
                  </a:lnTo>
                  <a:lnTo>
                    <a:pt x="202958" y="102628"/>
                  </a:lnTo>
                  <a:lnTo>
                    <a:pt x="204381" y="102108"/>
                  </a:lnTo>
                  <a:lnTo>
                    <a:pt x="204089" y="103822"/>
                  </a:lnTo>
                  <a:lnTo>
                    <a:pt x="204254" y="107556"/>
                  </a:lnTo>
                  <a:lnTo>
                    <a:pt x="204419" y="111302"/>
                  </a:lnTo>
                  <a:lnTo>
                    <a:pt x="205257" y="114287"/>
                  </a:lnTo>
                  <a:lnTo>
                    <a:pt x="206921" y="114173"/>
                  </a:lnTo>
                  <a:lnTo>
                    <a:pt x="207467" y="111112"/>
                  </a:lnTo>
                  <a:lnTo>
                    <a:pt x="207124" y="103632"/>
                  </a:lnTo>
                  <a:lnTo>
                    <a:pt x="206667" y="101955"/>
                  </a:lnTo>
                  <a:lnTo>
                    <a:pt x="208140" y="102298"/>
                  </a:lnTo>
                  <a:lnTo>
                    <a:pt x="211353" y="102108"/>
                  </a:lnTo>
                  <a:lnTo>
                    <a:pt x="214553" y="101904"/>
                  </a:lnTo>
                  <a:lnTo>
                    <a:pt x="217119" y="100939"/>
                  </a:lnTo>
                  <a:lnTo>
                    <a:pt x="217030" y="98983"/>
                  </a:lnTo>
                  <a:lnTo>
                    <a:pt x="214388" y="98361"/>
                  </a:lnTo>
                  <a:lnTo>
                    <a:pt x="207975" y="98755"/>
                  </a:lnTo>
                  <a:lnTo>
                    <a:pt x="206463" y="99326"/>
                  </a:lnTo>
                  <a:lnTo>
                    <a:pt x="206768" y="97574"/>
                  </a:lnTo>
                  <a:lnTo>
                    <a:pt x="206603" y="93827"/>
                  </a:lnTo>
                  <a:lnTo>
                    <a:pt x="206438" y="90093"/>
                  </a:lnTo>
                  <a:lnTo>
                    <a:pt x="205613" y="87109"/>
                  </a:lnTo>
                  <a:lnTo>
                    <a:pt x="203936" y="87210"/>
                  </a:lnTo>
                  <a:lnTo>
                    <a:pt x="203390" y="90284"/>
                  </a:lnTo>
                  <a:lnTo>
                    <a:pt x="203733" y="97764"/>
                  </a:lnTo>
                  <a:lnTo>
                    <a:pt x="204177" y="99428"/>
                  </a:lnTo>
                  <a:lnTo>
                    <a:pt x="202780" y="99085"/>
                  </a:lnTo>
                  <a:lnTo>
                    <a:pt x="199580" y="99288"/>
                  </a:lnTo>
                  <a:lnTo>
                    <a:pt x="196380" y="99479"/>
                  </a:lnTo>
                  <a:lnTo>
                    <a:pt x="193814" y="100444"/>
                  </a:lnTo>
                  <a:lnTo>
                    <a:pt x="193890" y="102349"/>
                  </a:lnTo>
                  <a:lnTo>
                    <a:pt x="161391" y="64427"/>
                  </a:lnTo>
                  <a:lnTo>
                    <a:pt x="163969" y="65024"/>
                  </a:lnTo>
                  <a:lnTo>
                    <a:pt x="170370" y="64630"/>
                  </a:lnTo>
                  <a:lnTo>
                    <a:pt x="171805" y="64096"/>
                  </a:lnTo>
                  <a:lnTo>
                    <a:pt x="171513" y="65811"/>
                  </a:lnTo>
                  <a:lnTo>
                    <a:pt x="171678" y="69557"/>
                  </a:lnTo>
                  <a:lnTo>
                    <a:pt x="171843" y="73291"/>
                  </a:lnTo>
                  <a:lnTo>
                    <a:pt x="172669" y="76276"/>
                  </a:lnTo>
                  <a:lnTo>
                    <a:pt x="174345" y="76174"/>
                  </a:lnTo>
                  <a:lnTo>
                    <a:pt x="174891" y="73101"/>
                  </a:lnTo>
                  <a:lnTo>
                    <a:pt x="174548" y="65633"/>
                  </a:lnTo>
                  <a:lnTo>
                    <a:pt x="174078" y="63944"/>
                  </a:lnTo>
                  <a:lnTo>
                    <a:pt x="175564" y="64300"/>
                  </a:lnTo>
                  <a:lnTo>
                    <a:pt x="178765" y="64096"/>
                  </a:lnTo>
                  <a:lnTo>
                    <a:pt x="181978" y="63906"/>
                  </a:lnTo>
                  <a:lnTo>
                    <a:pt x="184543" y="62941"/>
                  </a:lnTo>
                  <a:lnTo>
                    <a:pt x="184442" y="60985"/>
                  </a:lnTo>
                  <a:lnTo>
                    <a:pt x="181800" y="60350"/>
                  </a:lnTo>
                  <a:lnTo>
                    <a:pt x="175399" y="60744"/>
                  </a:lnTo>
                  <a:lnTo>
                    <a:pt x="173888" y="61315"/>
                  </a:lnTo>
                  <a:lnTo>
                    <a:pt x="174193" y="59563"/>
                  </a:lnTo>
                  <a:lnTo>
                    <a:pt x="174028" y="55829"/>
                  </a:lnTo>
                  <a:lnTo>
                    <a:pt x="173850" y="52095"/>
                  </a:lnTo>
                  <a:lnTo>
                    <a:pt x="173024" y="49110"/>
                  </a:lnTo>
                  <a:lnTo>
                    <a:pt x="172656" y="49136"/>
                  </a:lnTo>
                  <a:lnTo>
                    <a:pt x="204431" y="12077"/>
                  </a:lnTo>
                  <a:lnTo>
                    <a:pt x="204012" y="14465"/>
                  </a:lnTo>
                  <a:lnTo>
                    <a:pt x="204355" y="21932"/>
                  </a:lnTo>
                  <a:lnTo>
                    <a:pt x="204800" y="23596"/>
                  </a:lnTo>
                  <a:lnTo>
                    <a:pt x="203403" y="23253"/>
                  </a:lnTo>
                  <a:lnTo>
                    <a:pt x="200202" y="23456"/>
                  </a:lnTo>
                  <a:lnTo>
                    <a:pt x="197002" y="23660"/>
                  </a:lnTo>
                  <a:lnTo>
                    <a:pt x="194437" y="24625"/>
                  </a:lnTo>
                  <a:lnTo>
                    <a:pt x="194525" y="26581"/>
                  </a:lnTo>
                  <a:lnTo>
                    <a:pt x="197167" y="27203"/>
                  </a:lnTo>
                  <a:lnTo>
                    <a:pt x="203581" y="26809"/>
                  </a:lnTo>
                  <a:lnTo>
                    <a:pt x="205003" y="26276"/>
                  </a:lnTo>
                  <a:lnTo>
                    <a:pt x="204711" y="27990"/>
                  </a:lnTo>
                  <a:lnTo>
                    <a:pt x="204876" y="31737"/>
                  </a:lnTo>
                  <a:lnTo>
                    <a:pt x="205041" y="35471"/>
                  </a:lnTo>
                  <a:lnTo>
                    <a:pt x="205867" y="38455"/>
                  </a:lnTo>
                  <a:lnTo>
                    <a:pt x="207543" y="38354"/>
                  </a:lnTo>
                  <a:lnTo>
                    <a:pt x="208089" y="35280"/>
                  </a:lnTo>
                  <a:lnTo>
                    <a:pt x="207746" y="27813"/>
                  </a:lnTo>
                  <a:lnTo>
                    <a:pt x="207276" y="26123"/>
                  </a:lnTo>
                  <a:lnTo>
                    <a:pt x="208762" y="26479"/>
                  </a:lnTo>
                  <a:lnTo>
                    <a:pt x="211975" y="26276"/>
                  </a:lnTo>
                  <a:lnTo>
                    <a:pt x="215176" y="26085"/>
                  </a:lnTo>
                  <a:lnTo>
                    <a:pt x="217741" y="25120"/>
                  </a:lnTo>
                  <a:lnTo>
                    <a:pt x="217716" y="24765"/>
                  </a:lnTo>
                  <a:lnTo>
                    <a:pt x="239077" y="49657"/>
                  </a:lnTo>
                  <a:lnTo>
                    <a:pt x="237439" y="49745"/>
                  </a:lnTo>
                  <a:lnTo>
                    <a:pt x="236893" y="52819"/>
                  </a:lnTo>
                  <a:lnTo>
                    <a:pt x="237248" y="60299"/>
                  </a:lnTo>
                  <a:lnTo>
                    <a:pt x="237693" y="61963"/>
                  </a:lnTo>
                  <a:lnTo>
                    <a:pt x="236296" y="61620"/>
                  </a:lnTo>
                  <a:lnTo>
                    <a:pt x="233083" y="61823"/>
                  </a:lnTo>
                  <a:lnTo>
                    <a:pt x="229882" y="62014"/>
                  </a:lnTo>
                  <a:lnTo>
                    <a:pt x="227317" y="62979"/>
                  </a:lnTo>
                  <a:lnTo>
                    <a:pt x="227418" y="64935"/>
                  </a:lnTo>
                  <a:lnTo>
                    <a:pt x="230047" y="65570"/>
                  </a:lnTo>
                  <a:lnTo>
                    <a:pt x="236461" y="65163"/>
                  </a:lnTo>
                  <a:lnTo>
                    <a:pt x="237883" y="64643"/>
                  </a:lnTo>
                  <a:lnTo>
                    <a:pt x="237591" y="66357"/>
                  </a:lnTo>
                  <a:lnTo>
                    <a:pt x="237769" y="70091"/>
                  </a:lnTo>
                  <a:lnTo>
                    <a:pt x="237934" y="73837"/>
                  </a:lnTo>
                  <a:lnTo>
                    <a:pt x="238760" y="76822"/>
                  </a:lnTo>
                  <a:lnTo>
                    <a:pt x="239293" y="76796"/>
                  </a:lnTo>
                  <a:lnTo>
                    <a:pt x="239293" y="50317"/>
                  </a:lnTo>
                  <a:lnTo>
                    <a:pt x="239128" y="49720"/>
                  </a:lnTo>
                  <a:lnTo>
                    <a:pt x="248920" y="61150"/>
                  </a:lnTo>
                  <a:lnTo>
                    <a:pt x="248920" y="50482"/>
                  </a:lnTo>
                  <a:lnTo>
                    <a:pt x="216027" y="12115"/>
                  </a:lnTo>
                  <a:lnTo>
                    <a:pt x="216027" y="22783"/>
                  </a:lnTo>
                  <a:lnTo>
                    <a:pt x="215011" y="22529"/>
                  </a:lnTo>
                  <a:lnTo>
                    <a:pt x="208597" y="22923"/>
                  </a:lnTo>
                  <a:lnTo>
                    <a:pt x="207086" y="23495"/>
                  </a:lnTo>
                  <a:lnTo>
                    <a:pt x="207391" y="21742"/>
                  </a:lnTo>
                  <a:lnTo>
                    <a:pt x="207225" y="18008"/>
                  </a:lnTo>
                  <a:lnTo>
                    <a:pt x="207060" y="14274"/>
                  </a:lnTo>
                  <a:lnTo>
                    <a:pt x="206248" y="11366"/>
                  </a:lnTo>
                  <a:lnTo>
                    <a:pt x="216027" y="22783"/>
                  </a:lnTo>
                  <a:lnTo>
                    <a:pt x="216027" y="12115"/>
                  </a:lnTo>
                  <a:lnTo>
                    <a:pt x="214782" y="10655"/>
                  </a:lnTo>
                  <a:lnTo>
                    <a:pt x="206197" y="647"/>
                  </a:lnTo>
                  <a:lnTo>
                    <a:pt x="206197" y="11303"/>
                  </a:lnTo>
                  <a:lnTo>
                    <a:pt x="205041" y="11366"/>
                  </a:lnTo>
                  <a:lnTo>
                    <a:pt x="205651" y="10655"/>
                  </a:lnTo>
                  <a:lnTo>
                    <a:pt x="206197" y="11303"/>
                  </a:lnTo>
                  <a:lnTo>
                    <a:pt x="206197" y="647"/>
                  </a:lnTo>
                  <a:lnTo>
                    <a:pt x="205651" y="0"/>
                  </a:lnTo>
                  <a:lnTo>
                    <a:pt x="171602" y="39712"/>
                  </a:lnTo>
                  <a:lnTo>
                    <a:pt x="171602" y="61417"/>
                  </a:lnTo>
                  <a:lnTo>
                    <a:pt x="170205" y="61074"/>
                  </a:lnTo>
                  <a:lnTo>
                    <a:pt x="167005" y="61277"/>
                  </a:lnTo>
                  <a:lnTo>
                    <a:pt x="163791" y="61480"/>
                  </a:lnTo>
                  <a:lnTo>
                    <a:pt x="161315" y="62420"/>
                  </a:lnTo>
                  <a:lnTo>
                    <a:pt x="161315" y="64338"/>
                  </a:lnTo>
                  <a:lnTo>
                    <a:pt x="160477" y="63347"/>
                  </a:lnTo>
                  <a:lnTo>
                    <a:pt x="161226" y="62484"/>
                  </a:lnTo>
                  <a:lnTo>
                    <a:pt x="161315" y="64338"/>
                  </a:lnTo>
                  <a:lnTo>
                    <a:pt x="161315" y="62420"/>
                  </a:lnTo>
                  <a:lnTo>
                    <a:pt x="171030" y="51041"/>
                  </a:lnTo>
                  <a:lnTo>
                    <a:pt x="170815" y="52285"/>
                  </a:lnTo>
                  <a:lnTo>
                    <a:pt x="171157" y="59753"/>
                  </a:lnTo>
                  <a:lnTo>
                    <a:pt x="171602" y="61417"/>
                  </a:lnTo>
                  <a:lnTo>
                    <a:pt x="171602" y="39712"/>
                  </a:lnTo>
                  <a:lnTo>
                    <a:pt x="151333" y="63347"/>
                  </a:lnTo>
                  <a:lnTo>
                    <a:pt x="205651" y="126695"/>
                  </a:lnTo>
                  <a:lnTo>
                    <a:pt x="214782" y="116039"/>
                  </a:lnTo>
                  <a:lnTo>
                    <a:pt x="256159" y="67779"/>
                  </a:lnTo>
                  <a:lnTo>
                    <a:pt x="306679" y="126695"/>
                  </a:lnTo>
                  <a:lnTo>
                    <a:pt x="315823" y="116039"/>
                  </a:lnTo>
                  <a:lnTo>
                    <a:pt x="360984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3" name="object 2123" descr=""/>
            <p:cNvSpPr/>
            <p:nvPr/>
          </p:nvSpPr>
          <p:spPr>
            <a:xfrm>
              <a:off x="7482560" y="8013681"/>
              <a:ext cx="310515" cy="204470"/>
            </a:xfrm>
            <a:custGeom>
              <a:avLst/>
              <a:gdLst/>
              <a:ahLst/>
              <a:cxnLst/>
              <a:rect l="l" t="t" r="r" b="b"/>
              <a:pathLst>
                <a:path w="310515" h="204470">
                  <a:moveTo>
                    <a:pt x="259956" y="63347"/>
                  </a:moveTo>
                  <a:lnTo>
                    <a:pt x="250825" y="52705"/>
                  </a:lnTo>
                  <a:lnTo>
                    <a:pt x="250825" y="63347"/>
                  </a:lnTo>
                  <a:lnTo>
                    <a:pt x="205651" y="116039"/>
                  </a:lnTo>
                  <a:lnTo>
                    <a:pt x="161391" y="64427"/>
                  </a:lnTo>
                  <a:lnTo>
                    <a:pt x="163969" y="65024"/>
                  </a:lnTo>
                  <a:lnTo>
                    <a:pt x="170370" y="64630"/>
                  </a:lnTo>
                  <a:lnTo>
                    <a:pt x="172923" y="63665"/>
                  </a:lnTo>
                  <a:lnTo>
                    <a:pt x="172885" y="62699"/>
                  </a:lnTo>
                  <a:lnTo>
                    <a:pt x="173659" y="62649"/>
                  </a:lnTo>
                  <a:lnTo>
                    <a:pt x="174193" y="59563"/>
                  </a:lnTo>
                  <a:lnTo>
                    <a:pt x="174028" y="55829"/>
                  </a:lnTo>
                  <a:lnTo>
                    <a:pt x="173850" y="52082"/>
                  </a:lnTo>
                  <a:lnTo>
                    <a:pt x="173024" y="49098"/>
                  </a:lnTo>
                  <a:lnTo>
                    <a:pt x="172669" y="49123"/>
                  </a:lnTo>
                  <a:lnTo>
                    <a:pt x="205651" y="10655"/>
                  </a:lnTo>
                  <a:lnTo>
                    <a:pt x="250825" y="63347"/>
                  </a:lnTo>
                  <a:lnTo>
                    <a:pt x="250825" y="52705"/>
                  </a:lnTo>
                  <a:lnTo>
                    <a:pt x="214782" y="10655"/>
                  </a:lnTo>
                  <a:lnTo>
                    <a:pt x="205651" y="0"/>
                  </a:lnTo>
                  <a:lnTo>
                    <a:pt x="171602" y="39712"/>
                  </a:lnTo>
                  <a:lnTo>
                    <a:pt x="171602" y="61417"/>
                  </a:lnTo>
                  <a:lnTo>
                    <a:pt x="170205" y="61074"/>
                  </a:lnTo>
                  <a:lnTo>
                    <a:pt x="167005" y="61277"/>
                  </a:lnTo>
                  <a:lnTo>
                    <a:pt x="163791" y="61480"/>
                  </a:lnTo>
                  <a:lnTo>
                    <a:pt x="161315" y="62407"/>
                  </a:lnTo>
                  <a:lnTo>
                    <a:pt x="161315" y="64338"/>
                  </a:lnTo>
                  <a:lnTo>
                    <a:pt x="160477" y="63347"/>
                  </a:lnTo>
                  <a:lnTo>
                    <a:pt x="161226" y="62471"/>
                  </a:lnTo>
                  <a:lnTo>
                    <a:pt x="161315" y="64338"/>
                  </a:lnTo>
                  <a:lnTo>
                    <a:pt x="161315" y="62407"/>
                  </a:lnTo>
                  <a:lnTo>
                    <a:pt x="171018" y="51041"/>
                  </a:lnTo>
                  <a:lnTo>
                    <a:pt x="170815" y="52273"/>
                  </a:lnTo>
                  <a:lnTo>
                    <a:pt x="171157" y="59753"/>
                  </a:lnTo>
                  <a:lnTo>
                    <a:pt x="171602" y="61417"/>
                  </a:lnTo>
                  <a:lnTo>
                    <a:pt x="171602" y="39712"/>
                  </a:lnTo>
                  <a:lnTo>
                    <a:pt x="155117" y="58928"/>
                  </a:lnTo>
                  <a:lnTo>
                    <a:pt x="149783" y="52705"/>
                  </a:lnTo>
                  <a:lnTo>
                    <a:pt x="149783" y="63347"/>
                  </a:lnTo>
                  <a:lnTo>
                    <a:pt x="139661" y="75145"/>
                  </a:lnTo>
                  <a:lnTo>
                    <a:pt x="139941" y="73634"/>
                  </a:lnTo>
                  <a:lnTo>
                    <a:pt x="139598" y="66167"/>
                  </a:lnTo>
                  <a:lnTo>
                    <a:pt x="139128" y="64490"/>
                  </a:lnTo>
                  <a:lnTo>
                    <a:pt x="140614" y="64833"/>
                  </a:lnTo>
                  <a:lnTo>
                    <a:pt x="143814" y="64630"/>
                  </a:lnTo>
                  <a:lnTo>
                    <a:pt x="147027" y="64439"/>
                  </a:lnTo>
                  <a:lnTo>
                    <a:pt x="149593" y="63474"/>
                  </a:lnTo>
                  <a:lnTo>
                    <a:pt x="149567" y="63106"/>
                  </a:lnTo>
                  <a:lnTo>
                    <a:pt x="149783" y="63347"/>
                  </a:lnTo>
                  <a:lnTo>
                    <a:pt x="149783" y="52705"/>
                  </a:lnTo>
                  <a:lnTo>
                    <a:pt x="147878" y="50482"/>
                  </a:lnTo>
                  <a:lnTo>
                    <a:pt x="147878" y="61137"/>
                  </a:lnTo>
                  <a:lnTo>
                    <a:pt x="146862" y="60883"/>
                  </a:lnTo>
                  <a:lnTo>
                    <a:pt x="140449" y="61290"/>
                  </a:lnTo>
                  <a:lnTo>
                    <a:pt x="138938" y="61861"/>
                  </a:lnTo>
                  <a:lnTo>
                    <a:pt x="139242" y="60109"/>
                  </a:lnTo>
                  <a:lnTo>
                    <a:pt x="139077" y="56362"/>
                  </a:lnTo>
                  <a:lnTo>
                    <a:pt x="138912" y="52628"/>
                  </a:lnTo>
                  <a:lnTo>
                    <a:pt x="138264" y="50355"/>
                  </a:lnTo>
                  <a:lnTo>
                    <a:pt x="138264" y="76784"/>
                  </a:lnTo>
                  <a:lnTo>
                    <a:pt x="104609" y="116039"/>
                  </a:lnTo>
                  <a:lnTo>
                    <a:pt x="92925" y="102425"/>
                  </a:lnTo>
                  <a:lnTo>
                    <a:pt x="95504" y="103035"/>
                  </a:lnTo>
                  <a:lnTo>
                    <a:pt x="101917" y="102628"/>
                  </a:lnTo>
                  <a:lnTo>
                    <a:pt x="103339" y="102095"/>
                  </a:lnTo>
                  <a:lnTo>
                    <a:pt x="103047" y="103822"/>
                  </a:lnTo>
                  <a:lnTo>
                    <a:pt x="103225" y="107556"/>
                  </a:lnTo>
                  <a:lnTo>
                    <a:pt x="103390" y="111290"/>
                  </a:lnTo>
                  <a:lnTo>
                    <a:pt x="104216" y="114274"/>
                  </a:lnTo>
                  <a:lnTo>
                    <a:pt x="105892" y="114173"/>
                  </a:lnTo>
                  <a:lnTo>
                    <a:pt x="106438" y="111099"/>
                  </a:lnTo>
                  <a:lnTo>
                    <a:pt x="106083" y="103632"/>
                  </a:lnTo>
                  <a:lnTo>
                    <a:pt x="105625" y="101955"/>
                  </a:lnTo>
                  <a:lnTo>
                    <a:pt x="107111" y="102298"/>
                  </a:lnTo>
                  <a:lnTo>
                    <a:pt x="110312" y="102095"/>
                  </a:lnTo>
                  <a:lnTo>
                    <a:pt x="113512" y="101904"/>
                  </a:lnTo>
                  <a:lnTo>
                    <a:pt x="116078" y="100939"/>
                  </a:lnTo>
                  <a:lnTo>
                    <a:pt x="115989" y="98983"/>
                  </a:lnTo>
                  <a:lnTo>
                    <a:pt x="113347" y="98348"/>
                  </a:lnTo>
                  <a:lnTo>
                    <a:pt x="106946" y="98755"/>
                  </a:lnTo>
                  <a:lnTo>
                    <a:pt x="105435" y="99326"/>
                  </a:lnTo>
                  <a:lnTo>
                    <a:pt x="105740" y="97574"/>
                  </a:lnTo>
                  <a:lnTo>
                    <a:pt x="105562" y="93827"/>
                  </a:lnTo>
                  <a:lnTo>
                    <a:pt x="105397" y="90093"/>
                  </a:lnTo>
                  <a:lnTo>
                    <a:pt x="104571" y="87109"/>
                  </a:lnTo>
                  <a:lnTo>
                    <a:pt x="102895" y="87210"/>
                  </a:lnTo>
                  <a:lnTo>
                    <a:pt x="102349" y="90284"/>
                  </a:lnTo>
                  <a:lnTo>
                    <a:pt x="102692" y="97751"/>
                  </a:lnTo>
                  <a:lnTo>
                    <a:pt x="103149" y="99428"/>
                  </a:lnTo>
                  <a:lnTo>
                    <a:pt x="101752" y="99085"/>
                  </a:lnTo>
                  <a:lnTo>
                    <a:pt x="98539" y="99275"/>
                  </a:lnTo>
                  <a:lnTo>
                    <a:pt x="95338" y="99479"/>
                  </a:lnTo>
                  <a:lnTo>
                    <a:pt x="92773" y="100444"/>
                  </a:lnTo>
                  <a:lnTo>
                    <a:pt x="92849" y="102349"/>
                  </a:lnTo>
                  <a:lnTo>
                    <a:pt x="60350" y="64427"/>
                  </a:lnTo>
                  <a:lnTo>
                    <a:pt x="62928" y="65024"/>
                  </a:lnTo>
                  <a:lnTo>
                    <a:pt x="69329" y="64630"/>
                  </a:lnTo>
                  <a:lnTo>
                    <a:pt x="70764" y="64096"/>
                  </a:lnTo>
                  <a:lnTo>
                    <a:pt x="70472" y="65811"/>
                  </a:lnTo>
                  <a:lnTo>
                    <a:pt x="70637" y="69545"/>
                  </a:lnTo>
                  <a:lnTo>
                    <a:pt x="70802" y="73291"/>
                  </a:lnTo>
                  <a:lnTo>
                    <a:pt x="71628" y="76276"/>
                  </a:lnTo>
                  <a:lnTo>
                    <a:pt x="73304" y="76161"/>
                  </a:lnTo>
                  <a:lnTo>
                    <a:pt x="73850" y="73101"/>
                  </a:lnTo>
                  <a:lnTo>
                    <a:pt x="73507" y="65620"/>
                  </a:lnTo>
                  <a:lnTo>
                    <a:pt x="73050" y="63957"/>
                  </a:lnTo>
                  <a:lnTo>
                    <a:pt x="74523" y="64300"/>
                  </a:lnTo>
                  <a:lnTo>
                    <a:pt x="77736" y="64096"/>
                  </a:lnTo>
                  <a:lnTo>
                    <a:pt x="80937" y="63893"/>
                  </a:lnTo>
                  <a:lnTo>
                    <a:pt x="83502" y="62941"/>
                  </a:lnTo>
                  <a:lnTo>
                    <a:pt x="83413" y="60972"/>
                  </a:lnTo>
                  <a:lnTo>
                    <a:pt x="80772" y="60350"/>
                  </a:lnTo>
                  <a:lnTo>
                    <a:pt x="74358" y="60744"/>
                  </a:lnTo>
                  <a:lnTo>
                    <a:pt x="72847" y="61315"/>
                  </a:lnTo>
                  <a:lnTo>
                    <a:pt x="73152" y="59563"/>
                  </a:lnTo>
                  <a:lnTo>
                    <a:pt x="72986" y="55829"/>
                  </a:lnTo>
                  <a:lnTo>
                    <a:pt x="72821" y="52082"/>
                  </a:lnTo>
                  <a:lnTo>
                    <a:pt x="71996" y="49098"/>
                  </a:lnTo>
                  <a:lnTo>
                    <a:pt x="71628" y="49123"/>
                  </a:lnTo>
                  <a:lnTo>
                    <a:pt x="103390" y="12077"/>
                  </a:lnTo>
                  <a:lnTo>
                    <a:pt x="102971" y="14452"/>
                  </a:lnTo>
                  <a:lnTo>
                    <a:pt x="103314" y="21932"/>
                  </a:lnTo>
                  <a:lnTo>
                    <a:pt x="103759" y="23596"/>
                  </a:lnTo>
                  <a:lnTo>
                    <a:pt x="102374" y="23253"/>
                  </a:lnTo>
                  <a:lnTo>
                    <a:pt x="99161" y="23456"/>
                  </a:lnTo>
                  <a:lnTo>
                    <a:pt x="95961" y="23660"/>
                  </a:lnTo>
                  <a:lnTo>
                    <a:pt x="93395" y="24612"/>
                  </a:lnTo>
                  <a:lnTo>
                    <a:pt x="93484" y="26581"/>
                  </a:lnTo>
                  <a:lnTo>
                    <a:pt x="96126" y="27203"/>
                  </a:lnTo>
                  <a:lnTo>
                    <a:pt x="102539" y="26809"/>
                  </a:lnTo>
                  <a:lnTo>
                    <a:pt x="103962" y="26276"/>
                  </a:lnTo>
                  <a:lnTo>
                    <a:pt x="103670" y="27990"/>
                  </a:lnTo>
                  <a:lnTo>
                    <a:pt x="103835" y="31724"/>
                  </a:lnTo>
                  <a:lnTo>
                    <a:pt x="104013" y="35471"/>
                  </a:lnTo>
                  <a:lnTo>
                    <a:pt x="104838" y="38455"/>
                  </a:lnTo>
                  <a:lnTo>
                    <a:pt x="106514" y="38354"/>
                  </a:lnTo>
                  <a:lnTo>
                    <a:pt x="107061" y="35280"/>
                  </a:lnTo>
                  <a:lnTo>
                    <a:pt x="106705" y="27800"/>
                  </a:lnTo>
                  <a:lnTo>
                    <a:pt x="106248" y="26123"/>
                  </a:lnTo>
                  <a:lnTo>
                    <a:pt x="107734" y="26479"/>
                  </a:lnTo>
                  <a:lnTo>
                    <a:pt x="110934" y="26276"/>
                  </a:lnTo>
                  <a:lnTo>
                    <a:pt x="114134" y="26073"/>
                  </a:lnTo>
                  <a:lnTo>
                    <a:pt x="116700" y="25107"/>
                  </a:lnTo>
                  <a:lnTo>
                    <a:pt x="116674" y="24765"/>
                  </a:lnTo>
                  <a:lnTo>
                    <a:pt x="138036" y="49657"/>
                  </a:lnTo>
                  <a:lnTo>
                    <a:pt x="136410" y="49745"/>
                  </a:lnTo>
                  <a:lnTo>
                    <a:pt x="135864" y="52819"/>
                  </a:lnTo>
                  <a:lnTo>
                    <a:pt x="136207" y="60286"/>
                  </a:lnTo>
                  <a:lnTo>
                    <a:pt x="136652" y="61963"/>
                  </a:lnTo>
                  <a:lnTo>
                    <a:pt x="135255" y="61620"/>
                  </a:lnTo>
                  <a:lnTo>
                    <a:pt x="132054" y="61810"/>
                  </a:lnTo>
                  <a:lnTo>
                    <a:pt x="128841" y="62014"/>
                  </a:lnTo>
                  <a:lnTo>
                    <a:pt x="126276" y="62979"/>
                  </a:lnTo>
                  <a:lnTo>
                    <a:pt x="126377" y="64935"/>
                  </a:lnTo>
                  <a:lnTo>
                    <a:pt x="129019" y="65570"/>
                  </a:lnTo>
                  <a:lnTo>
                    <a:pt x="135420" y="65163"/>
                  </a:lnTo>
                  <a:lnTo>
                    <a:pt x="136855" y="64630"/>
                  </a:lnTo>
                  <a:lnTo>
                    <a:pt x="136563" y="66357"/>
                  </a:lnTo>
                  <a:lnTo>
                    <a:pt x="136728" y="70091"/>
                  </a:lnTo>
                  <a:lnTo>
                    <a:pt x="136893" y="73825"/>
                  </a:lnTo>
                  <a:lnTo>
                    <a:pt x="137718" y="76809"/>
                  </a:lnTo>
                  <a:lnTo>
                    <a:pt x="138264" y="76784"/>
                  </a:lnTo>
                  <a:lnTo>
                    <a:pt x="138264" y="50355"/>
                  </a:lnTo>
                  <a:lnTo>
                    <a:pt x="138087" y="49720"/>
                  </a:lnTo>
                  <a:lnTo>
                    <a:pt x="147878" y="61137"/>
                  </a:lnTo>
                  <a:lnTo>
                    <a:pt x="147878" y="50482"/>
                  </a:lnTo>
                  <a:lnTo>
                    <a:pt x="114973" y="12103"/>
                  </a:lnTo>
                  <a:lnTo>
                    <a:pt x="114973" y="22771"/>
                  </a:lnTo>
                  <a:lnTo>
                    <a:pt x="113969" y="22529"/>
                  </a:lnTo>
                  <a:lnTo>
                    <a:pt x="107569" y="22923"/>
                  </a:lnTo>
                  <a:lnTo>
                    <a:pt x="106057" y="23495"/>
                  </a:lnTo>
                  <a:lnTo>
                    <a:pt x="106362" y="21742"/>
                  </a:lnTo>
                  <a:lnTo>
                    <a:pt x="106184" y="18008"/>
                  </a:lnTo>
                  <a:lnTo>
                    <a:pt x="106019" y="14262"/>
                  </a:lnTo>
                  <a:lnTo>
                    <a:pt x="105206" y="11366"/>
                  </a:lnTo>
                  <a:lnTo>
                    <a:pt x="114973" y="22771"/>
                  </a:lnTo>
                  <a:lnTo>
                    <a:pt x="114973" y="12103"/>
                  </a:lnTo>
                  <a:lnTo>
                    <a:pt x="113741" y="10655"/>
                  </a:lnTo>
                  <a:lnTo>
                    <a:pt x="105156" y="647"/>
                  </a:lnTo>
                  <a:lnTo>
                    <a:pt x="105156" y="11303"/>
                  </a:lnTo>
                  <a:lnTo>
                    <a:pt x="104000" y="11366"/>
                  </a:lnTo>
                  <a:lnTo>
                    <a:pt x="104609" y="10655"/>
                  </a:lnTo>
                  <a:lnTo>
                    <a:pt x="105156" y="11303"/>
                  </a:lnTo>
                  <a:lnTo>
                    <a:pt x="105156" y="647"/>
                  </a:lnTo>
                  <a:lnTo>
                    <a:pt x="104609" y="0"/>
                  </a:lnTo>
                  <a:lnTo>
                    <a:pt x="70561" y="39712"/>
                  </a:lnTo>
                  <a:lnTo>
                    <a:pt x="70561" y="61417"/>
                  </a:lnTo>
                  <a:lnTo>
                    <a:pt x="69164" y="61074"/>
                  </a:lnTo>
                  <a:lnTo>
                    <a:pt x="65963" y="61277"/>
                  </a:lnTo>
                  <a:lnTo>
                    <a:pt x="62763" y="61480"/>
                  </a:lnTo>
                  <a:lnTo>
                    <a:pt x="60274" y="62420"/>
                  </a:lnTo>
                  <a:lnTo>
                    <a:pt x="60274" y="64338"/>
                  </a:lnTo>
                  <a:lnTo>
                    <a:pt x="59436" y="63347"/>
                  </a:lnTo>
                  <a:lnTo>
                    <a:pt x="60198" y="62458"/>
                  </a:lnTo>
                  <a:lnTo>
                    <a:pt x="60274" y="64338"/>
                  </a:lnTo>
                  <a:lnTo>
                    <a:pt x="60274" y="62420"/>
                  </a:lnTo>
                  <a:lnTo>
                    <a:pt x="69989" y="51041"/>
                  </a:lnTo>
                  <a:lnTo>
                    <a:pt x="69773" y="52273"/>
                  </a:lnTo>
                  <a:lnTo>
                    <a:pt x="70116" y="59753"/>
                  </a:lnTo>
                  <a:lnTo>
                    <a:pt x="70561" y="61417"/>
                  </a:lnTo>
                  <a:lnTo>
                    <a:pt x="70561" y="39712"/>
                  </a:lnTo>
                  <a:lnTo>
                    <a:pt x="50292" y="63347"/>
                  </a:lnTo>
                  <a:lnTo>
                    <a:pt x="104609" y="126695"/>
                  </a:lnTo>
                  <a:lnTo>
                    <a:pt x="113741" y="116039"/>
                  </a:lnTo>
                  <a:lnTo>
                    <a:pt x="155117" y="67779"/>
                  </a:lnTo>
                  <a:lnTo>
                    <a:pt x="205651" y="126695"/>
                  </a:lnTo>
                  <a:lnTo>
                    <a:pt x="214782" y="116039"/>
                  </a:lnTo>
                  <a:lnTo>
                    <a:pt x="259956" y="63347"/>
                  </a:lnTo>
                  <a:close/>
                </a:path>
                <a:path w="310515" h="204470">
                  <a:moveTo>
                    <a:pt x="310438" y="140512"/>
                  </a:moveTo>
                  <a:lnTo>
                    <a:pt x="301307" y="129870"/>
                  </a:lnTo>
                  <a:lnTo>
                    <a:pt x="301307" y="140512"/>
                  </a:lnTo>
                  <a:lnTo>
                    <a:pt x="291211" y="152298"/>
                  </a:lnTo>
                  <a:lnTo>
                    <a:pt x="291477" y="150799"/>
                  </a:lnTo>
                  <a:lnTo>
                    <a:pt x="291122" y="143319"/>
                  </a:lnTo>
                  <a:lnTo>
                    <a:pt x="290664" y="141643"/>
                  </a:lnTo>
                  <a:lnTo>
                    <a:pt x="292150" y="141998"/>
                  </a:lnTo>
                  <a:lnTo>
                    <a:pt x="295351" y="141795"/>
                  </a:lnTo>
                  <a:lnTo>
                    <a:pt x="298551" y="141592"/>
                  </a:lnTo>
                  <a:lnTo>
                    <a:pt x="301117" y="140639"/>
                  </a:lnTo>
                  <a:lnTo>
                    <a:pt x="301091" y="140271"/>
                  </a:lnTo>
                  <a:lnTo>
                    <a:pt x="301307" y="140512"/>
                  </a:lnTo>
                  <a:lnTo>
                    <a:pt x="301307" y="129870"/>
                  </a:lnTo>
                  <a:lnTo>
                    <a:pt x="299389" y="127622"/>
                  </a:lnTo>
                  <a:lnTo>
                    <a:pt x="299389" y="138290"/>
                  </a:lnTo>
                  <a:lnTo>
                    <a:pt x="298386" y="138049"/>
                  </a:lnTo>
                  <a:lnTo>
                    <a:pt x="291985" y="138442"/>
                  </a:lnTo>
                  <a:lnTo>
                    <a:pt x="290474" y="139014"/>
                  </a:lnTo>
                  <a:lnTo>
                    <a:pt x="290779" y="137261"/>
                  </a:lnTo>
                  <a:lnTo>
                    <a:pt x="290601" y="133527"/>
                  </a:lnTo>
                  <a:lnTo>
                    <a:pt x="290436" y="129794"/>
                  </a:lnTo>
                  <a:lnTo>
                    <a:pt x="289788" y="127495"/>
                  </a:lnTo>
                  <a:lnTo>
                    <a:pt x="289788" y="153949"/>
                  </a:lnTo>
                  <a:lnTo>
                    <a:pt x="256146" y="193205"/>
                  </a:lnTo>
                  <a:lnTo>
                    <a:pt x="244449" y="179590"/>
                  </a:lnTo>
                  <a:lnTo>
                    <a:pt x="247040" y="180187"/>
                  </a:lnTo>
                  <a:lnTo>
                    <a:pt x="253441" y="179793"/>
                  </a:lnTo>
                  <a:lnTo>
                    <a:pt x="254876" y="179260"/>
                  </a:lnTo>
                  <a:lnTo>
                    <a:pt x="254584" y="180975"/>
                  </a:lnTo>
                  <a:lnTo>
                    <a:pt x="254749" y="184721"/>
                  </a:lnTo>
                  <a:lnTo>
                    <a:pt x="254914" y="188455"/>
                  </a:lnTo>
                  <a:lnTo>
                    <a:pt x="255739" y="191439"/>
                  </a:lnTo>
                  <a:lnTo>
                    <a:pt x="257416" y="191338"/>
                  </a:lnTo>
                  <a:lnTo>
                    <a:pt x="257962" y="188264"/>
                  </a:lnTo>
                  <a:lnTo>
                    <a:pt x="257619" y="180784"/>
                  </a:lnTo>
                  <a:lnTo>
                    <a:pt x="257162" y="179108"/>
                  </a:lnTo>
                  <a:lnTo>
                    <a:pt x="258635" y="179463"/>
                  </a:lnTo>
                  <a:lnTo>
                    <a:pt x="261848" y="179260"/>
                  </a:lnTo>
                  <a:lnTo>
                    <a:pt x="265049" y="179057"/>
                  </a:lnTo>
                  <a:lnTo>
                    <a:pt x="267614" y="178104"/>
                  </a:lnTo>
                  <a:lnTo>
                    <a:pt x="267525" y="176136"/>
                  </a:lnTo>
                  <a:lnTo>
                    <a:pt x="264883" y="175514"/>
                  </a:lnTo>
                  <a:lnTo>
                    <a:pt x="258470" y="175907"/>
                  </a:lnTo>
                  <a:lnTo>
                    <a:pt x="256959" y="176479"/>
                  </a:lnTo>
                  <a:lnTo>
                    <a:pt x="257263" y="174726"/>
                  </a:lnTo>
                  <a:lnTo>
                    <a:pt x="257098" y="170992"/>
                  </a:lnTo>
                  <a:lnTo>
                    <a:pt x="256933" y="167259"/>
                  </a:lnTo>
                  <a:lnTo>
                    <a:pt x="256108" y="164274"/>
                  </a:lnTo>
                  <a:lnTo>
                    <a:pt x="254431" y="164376"/>
                  </a:lnTo>
                  <a:lnTo>
                    <a:pt x="253885" y="167436"/>
                  </a:lnTo>
                  <a:lnTo>
                    <a:pt x="254228" y="174917"/>
                  </a:lnTo>
                  <a:lnTo>
                    <a:pt x="254673" y="176580"/>
                  </a:lnTo>
                  <a:lnTo>
                    <a:pt x="253276" y="176237"/>
                  </a:lnTo>
                  <a:lnTo>
                    <a:pt x="250075" y="176441"/>
                  </a:lnTo>
                  <a:lnTo>
                    <a:pt x="246875" y="176644"/>
                  </a:lnTo>
                  <a:lnTo>
                    <a:pt x="244309" y="177609"/>
                  </a:lnTo>
                  <a:lnTo>
                    <a:pt x="244386" y="179514"/>
                  </a:lnTo>
                  <a:lnTo>
                    <a:pt x="211874" y="141579"/>
                  </a:lnTo>
                  <a:lnTo>
                    <a:pt x="214452" y="142189"/>
                  </a:lnTo>
                  <a:lnTo>
                    <a:pt x="220865" y="141782"/>
                  </a:lnTo>
                  <a:lnTo>
                    <a:pt x="222300" y="141249"/>
                  </a:lnTo>
                  <a:lnTo>
                    <a:pt x="222008" y="142976"/>
                  </a:lnTo>
                  <a:lnTo>
                    <a:pt x="222173" y="146710"/>
                  </a:lnTo>
                  <a:lnTo>
                    <a:pt x="222338" y="150444"/>
                  </a:lnTo>
                  <a:lnTo>
                    <a:pt x="223164" y="153428"/>
                  </a:lnTo>
                  <a:lnTo>
                    <a:pt x="224840" y="153327"/>
                  </a:lnTo>
                  <a:lnTo>
                    <a:pt x="225386" y="150266"/>
                  </a:lnTo>
                  <a:lnTo>
                    <a:pt x="225044" y="142786"/>
                  </a:lnTo>
                  <a:lnTo>
                    <a:pt x="224574" y="141109"/>
                  </a:lnTo>
                  <a:lnTo>
                    <a:pt x="226060" y="141452"/>
                  </a:lnTo>
                  <a:lnTo>
                    <a:pt x="229260" y="141262"/>
                  </a:lnTo>
                  <a:lnTo>
                    <a:pt x="232473" y="141058"/>
                  </a:lnTo>
                  <a:lnTo>
                    <a:pt x="235038" y="140093"/>
                  </a:lnTo>
                  <a:lnTo>
                    <a:pt x="234937" y="138137"/>
                  </a:lnTo>
                  <a:lnTo>
                    <a:pt x="232295" y="137502"/>
                  </a:lnTo>
                  <a:lnTo>
                    <a:pt x="225894" y="137909"/>
                  </a:lnTo>
                  <a:lnTo>
                    <a:pt x="224383" y="138480"/>
                  </a:lnTo>
                  <a:lnTo>
                    <a:pt x="224688" y="136728"/>
                  </a:lnTo>
                  <a:lnTo>
                    <a:pt x="224523" y="132981"/>
                  </a:lnTo>
                  <a:lnTo>
                    <a:pt x="224345" y="129247"/>
                  </a:lnTo>
                  <a:lnTo>
                    <a:pt x="223520" y="126263"/>
                  </a:lnTo>
                  <a:lnTo>
                    <a:pt x="223164" y="126288"/>
                  </a:lnTo>
                  <a:lnTo>
                    <a:pt x="254927" y="89242"/>
                  </a:lnTo>
                  <a:lnTo>
                    <a:pt x="254508" y="91617"/>
                  </a:lnTo>
                  <a:lnTo>
                    <a:pt x="254850" y="99098"/>
                  </a:lnTo>
                  <a:lnTo>
                    <a:pt x="255295" y="100761"/>
                  </a:lnTo>
                  <a:lnTo>
                    <a:pt x="253898" y="100418"/>
                  </a:lnTo>
                  <a:lnTo>
                    <a:pt x="250698" y="100622"/>
                  </a:lnTo>
                  <a:lnTo>
                    <a:pt x="247497" y="100812"/>
                  </a:lnTo>
                  <a:lnTo>
                    <a:pt x="244932" y="101777"/>
                  </a:lnTo>
                  <a:lnTo>
                    <a:pt x="245021" y="103733"/>
                  </a:lnTo>
                  <a:lnTo>
                    <a:pt x="247662" y="104368"/>
                  </a:lnTo>
                  <a:lnTo>
                    <a:pt x="254063" y="103962"/>
                  </a:lnTo>
                  <a:lnTo>
                    <a:pt x="255498" y="103428"/>
                  </a:lnTo>
                  <a:lnTo>
                    <a:pt x="255206" y="105156"/>
                  </a:lnTo>
                  <a:lnTo>
                    <a:pt x="255371" y="108889"/>
                  </a:lnTo>
                  <a:lnTo>
                    <a:pt x="255536" y="112623"/>
                  </a:lnTo>
                  <a:lnTo>
                    <a:pt x="256362" y="115608"/>
                  </a:lnTo>
                  <a:lnTo>
                    <a:pt x="258038" y="115506"/>
                  </a:lnTo>
                  <a:lnTo>
                    <a:pt x="258584" y="112445"/>
                  </a:lnTo>
                  <a:lnTo>
                    <a:pt x="258241" y="104965"/>
                  </a:lnTo>
                  <a:lnTo>
                    <a:pt x="257784" y="103289"/>
                  </a:lnTo>
                  <a:lnTo>
                    <a:pt x="259257" y="103632"/>
                  </a:lnTo>
                  <a:lnTo>
                    <a:pt x="262470" y="103441"/>
                  </a:lnTo>
                  <a:lnTo>
                    <a:pt x="265671" y="103238"/>
                  </a:lnTo>
                  <a:lnTo>
                    <a:pt x="268236" y="102273"/>
                  </a:lnTo>
                  <a:lnTo>
                    <a:pt x="268211" y="101930"/>
                  </a:lnTo>
                  <a:lnTo>
                    <a:pt x="289560" y="126822"/>
                  </a:lnTo>
                  <a:lnTo>
                    <a:pt x="287934" y="126911"/>
                  </a:lnTo>
                  <a:lnTo>
                    <a:pt x="287388" y="129971"/>
                  </a:lnTo>
                  <a:lnTo>
                    <a:pt x="287743" y="137452"/>
                  </a:lnTo>
                  <a:lnTo>
                    <a:pt x="288188" y="139115"/>
                  </a:lnTo>
                  <a:lnTo>
                    <a:pt x="286791" y="138772"/>
                  </a:lnTo>
                  <a:lnTo>
                    <a:pt x="283578" y="138976"/>
                  </a:lnTo>
                  <a:lnTo>
                    <a:pt x="280377" y="139179"/>
                  </a:lnTo>
                  <a:lnTo>
                    <a:pt x="277812" y="140144"/>
                  </a:lnTo>
                  <a:lnTo>
                    <a:pt x="277901" y="142100"/>
                  </a:lnTo>
                  <a:lnTo>
                    <a:pt x="280543" y="142722"/>
                  </a:lnTo>
                  <a:lnTo>
                    <a:pt x="286956" y="142328"/>
                  </a:lnTo>
                  <a:lnTo>
                    <a:pt x="288378" y="141795"/>
                  </a:lnTo>
                  <a:lnTo>
                    <a:pt x="288086" y="143510"/>
                  </a:lnTo>
                  <a:lnTo>
                    <a:pt x="288264" y="147256"/>
                  </a:lnTo>
                  <a:lnTo>
                    <a:pt x="288429" y="150990"/>
                  </a:lnTo>
                  <a:lnTo>
                    <a:pt x="289255" y="153974"/>
                  </a:lnTo>
                  <a:lnTo>
                    <a:pt x="289788" y="153949"/>
                  </a:lnTo>
                  <a:lnTo>
                    <a:pt x="289788" y="127495"/>
                  </a:lnTo>
                  <a:lnTo>
                    <a:pt x="289623" y="126898"/>
                  </a:lnTo>
                  <a:lnTo>
                    <a:pt x="299389" y="138290"/>
                  </a:lnTo>
                  <a:lnTo>
                    <a:pt x="299389" y="127622"/>
                  </a:lnTo>
                  <a:lnTo>
                    <a:pt x="266509" y="89268"/>
                  </a:lnTo>
                  <a:lnTo>
                    <a:pt x="266509" y="99936"/>
                  </a:lnTo>
                  <a:lnTo>
                    <a:pt x="265506" y="99695"/>
                  </a:lnTo>
                  <a:lnTo>
                    <a:pt x="259092" y="100088"/>
                  </a:lnTo>
                  <a:lnTo>
                    <a:pt x="257581" y="100660"/>
                  </a:lnTo>
                  <a:lnTo>
                    <a:pt x="257886" y="98907"/>
                  </a:lnTo>
                  <a:lnTo>
                    <a:pt x="257721" y="95161"/>
                  </a:lnTo>
                  <a:lnTo>
                    <a:pt x="257556" y="91427"/>
                  </a:lnTo>
                  <a:lnTo>
                    <a:pt x="256743" y="88531"/>
                  </a:lnTo>
                  <a:lnTo>
                    <a:pt x="266509" y="99936"/>
                  </a:lnTo>
                  <a:lnTo>
                    <a:pt x="266509" y="89268"/>
                  </a:lnTo>
                  <a:lnTo>
                    <a:pt x="265277" y="87820"/>
                  </a:lnTo>
                  <a:lnTo>
                    <a:pt x="256679" y="77800"/>
                  </a:lnTo>
                  <a:lnTo>
                    <a:pt x="256679" y="88455"/>
                  </a:lnTo>
                  <a:lnTo>
                    <a:pt x="255549" y="88519"/>
                  </a:lnTo>
                  <a:lnTo>
                    <a:pt x="256146" y="87820"/>
                  </a:lnTo>
                  <a:lnTo>
                    <a:pt x="256679" y="88455"/>
                  </a:lnTo>
                  <a:lnTo>
                    <a:pt x="256679" y="77800"/>
                  </a:lnTo>
                  <a:lnTo>
                    <a:pt x="256146" y="77165"/>
                  </a:lnTo>
                  <a:lnTo>
                    <a:pt x="222097" y="116878"/>
                  </a:lnTo>
                  <a:lnTo>
                    <a:pt x="222097" y="138582"/>
                  </a:lnTo>
                  <a:lnTo>
                    <a:pt x="220700" y="138239"/>
                  </a:lnTo>
                  <a:lnTo>
                    <a:pt x="217500" y="138442"/>
                  </a:lnTo>
                  <a:lnTo>
                    <a:pt x="214287" y="138633"/>
                  </a:lnTo>
                  <a:lnTo>
                    <a:pt x="211810" y="139573"/>
                  </a:lnTo>
                  <a:lnTo>
                    <a:pt x="211810" y="141503"/>
                  </a:lnTo>
                  <a:lnTo>
                    <a:pt x="210972" y="140512"/>
                  </a:lnTo>
                  <a:lnTo>
                    <a:pt x="211721" y="139649"/>
                  </a:lnTo>
                  <a:lnTo>
                    <a:pt x="211810" y="141503"/>
                  </a:lnTo>
                  <a:lnTo>
                    <a:pt x="211810" y="139573"/>
                  </a:lnTo>
                  <a:lnTo>
                    <a:pt x="221513" y="128219"/>
                  </a:lnTo>
                  <a:lnTo>
                    <a:pt x="221297" y="129438"/>
                  </a:lnTo>
                  <a:lnTo>
                    <a:pt x="221653" y="136918"/>
                  </a:lnTo>
                  <a:lnTo>
                    <a:pt x="222097" y="138582"/>
                  </a:lnTo>
                  <a:lnTo>
                    <a:pt x="222097" y="116878"/>
                  </a:lnTo>
                  <a:lnTo>
                    <a:pt x="204952" y="136867"/>
                  </a:lnTo>
                  <a:lnTo>
                    <a:pt x="198958" y="129882"/>
                  </a:lnTo>
                  <a:lnTo>
                    <a:pt x="198958" y="140512"/>
                  </a:lnTo>
                  <a:lnTo>
                    <a:pt x="188836" y="152311"/>
                  </a:lnTo>
                  <a:lnTo>
                    <a:pt x="189115" y="150799"/>
                  </a:lnTo>
                  <a:lnTo>
                    <a:pt x="188772" y="143319"/>
                  </a:lnTo>
                  <a:lnTo>
                    <a:pt x="188315" y="141643"/>
                  </a:lnTo>
                  <a:lnTo>
                    <a:pt x="189788" y="141998"/>
                  </a:lnTo>
                  <a:lnTo>
                    <a:pt x="193001" y="141795"/>
                  </a:lnTo>
                  <a:lnTo>
                    <a:pt x="196202" y="141592"/>
                  </a:lnTo>
                  <a:lnTo>
                    <a:pt x="198767" y="140639"/>
                  </a:lnTo>
                  <a:lnTo>
                    <a:pt x="198742" y="140271"/>
                  </a:lnTo>
                  <a:lnTo>
                    <a:pt x="198958" y="140512"/>
                  </a:lnTo>
                  <a:lnTo>
                    <a:pt x="198958" y="129882"/>
                  </a:lnTo>
                  <a:lnTo>
                    <a:pt x="197040" y="127635"/>
                  </a:lnTo>
                  <a:lnTo>
                    <a:pt x="197040" y="138290"/>
                  </a:lnTo>
                  <a:lnTo>
                    <a:pt x="196037" y="138049"/>
                  </a:lnTo>
                  <a:lnTo>
                    <a:pt x="189623" y="138442"/>
                  </a:lnTo>
                  <a:lnTo>
                    <a:pt x="188112" y="139014"/>
                  </a:lnTo>
                  <a:lnTo>
                    <a:pt x="188417" y="137261"/>
                  </a:lnTo>
                  <a:lnTo>
                    <a:pt x="188252" y="133527"/>
                  </a:lnTo>
                  <a:lnTo>
                    <a:pt x="188087" y="129794"/>
                  </a:lnTo>
                  <a:lnTo>
                    <a:pt x="187439" y="127495"/>
                  </a:lnTo>
                  <a:lnTo>
                    <a:pt x="187439" y="153949"/>
                  </a:lnTo>
                  <a:lnTo>
                    <a:pt x="153784" y="193205"/>
                  </a:lnTo>
                  <a:lnTo>
                    <a:pt x="142100" y="179578"/>
                  </a:lnTo>
                  <a:lnTo>
                    <a:pt x="144691" y="180187"/>
                  </a:lnTo>
                  <a:lnTo>
                    <a:pt x="151091" y="179793"/>
                  </a:lnTo>
                  <a:lnTo>
                    <a:pt x="152527" y="179260"/>
                  </a:lnTo>
                  <a:lnTo>
                    <a:pt x="152234" y="180975"/>
                  </a:lnTo>
                  <a:lnTo>
                    <a:pt x="152400" y="184721"/>
                  </a:lnTo>
                  <a:lnTo>
                    <a:pt x="152565" y="188455"/>
                  </a:lnTo>
                  <a:lnTo>
                    <a:pt x="153390" y="191439"/>
                  </a:lnTo>
                  <a:lnTo>
                    <a:pt x="155067" y="191338"/>
                  </a:lnTo>
                  <a:lnTo>
                    <a:pt x="155613" y="188264"/>
                  </a:lnTo>
                  <a:lnTo>
                    <a:pt x="155270" y="180784"/>
                  </a:lnTo>
                  <a:lnTo>
                    <a:pt x="154800" y="179108"/>
                  </a:lnTo>
                  <a:lnTo>
                    <a:pt x="156286" y="179463"/>
                  </a:lnTo>
                  <a:lnTo>
                    <a:pt x="159486" y="179260"/>
                  </a:lnTo>
                  <a:lnTo>
                    <a:pt x="162699" y="179057"/>
                  </a:lnTo>
                  <a:lnTo>
                    <a:pt x="165265" y="178104"/>
                  </a:lnTo>
                  <a:lnTo>
                    <a:pt x="165163" y="176136"/>
                  </a:lnTo>
                  <a:lnTo>
                    <a:pt x="162521" y="175514"/>
                  </a:lnTo>
                  <a:lnTo>
                    <a:pt x="156121" y="175907"/>
                  </a:lnTo>
                  <a:lnTo>
                    <a:pt x="154609" y="176479"/>
                  </a:lnTo>
                  <a:lnTo>
                    <a:pt x="154914" y="174726"/>
                  </a:lnTo>
                  <a:lnTo>
                    <a:pt x="154749" y="170992"/>
                  </a:lnTo>
                  <a:lnTo>
                    <a:pt x="154584" y="167259"/>
                  </a:lnTo>
                  <a:lnTo>
                    <a:pt x="153746" y="164274"/>
                  </a:lnTo>
                  <a:lnTo>
                    <a:pt x="152069" y="164376"/>
                  </a:lnTo>
                  <a:lnTo>
                    <a:pt x="151536" y="167436"/>
                  </a:lnTo>
                  <a:lnTo>
                    <a:pt x="151879" y="174917"/>
                  </a:lnTo>
                  <a:lnTo>
                    <a:pt x="152323" y="176580"/>
                  </a:lnTo>
                  <a:lnTo>
                    <a:pt x="150926" y="176237"/>
                  </a:lnTo>
                  <a:lnTo>
                    <a:pt x="147726" y="176441"/>
                  </a:lnTo>
                  <a:lnTo>
                    <a:pt x="144513" y="176644"/>
                  </a:lnTo>
                  <a:lnTo>
                    <a:pt x="141947" y="177609"/>
                  </a:lnTo>
                  <a:lnTo>
                    <a:pt x="142036" y="179527"/>
                  </a:lnTo>
                  <a:lnTo>
                    <a:pt x="109512" y="141566"/>
                  </a:lnTo>
                  <a:lnTo>
                    <a:pt x="112102" y="142189"/>
                  </a:lnTo>
                  <a:lnTo>
                    <a:pt x="118516" y="141782"/>
                  </a:lnTo>
                  <a:lnTo>
                    <a:pt x="119938" y="141249"/>
                  </a:lnTo>
                  <a:lnTo>
                    <a:pt x="119646" y="142976"/>
                  </a:lnTo>
                  <a:lnTo>
                    <a:pt x="119811" y="146710"/>
                  </a:lnTo>
                  <a:lnTo>
                    <a:pt x="119989" y="150444"/>
                  </a:lnTo>
                  <a:lnTo>
                    <a:pt x="120815" y="153428"/>
                  </a:lnTo>
                  <a:lnTo>
                    <a:pt x="122491" y="153327"/>
                  </a:lnTo>
                  <a:lnTo>
                    <a:pt x="123024" y="150266"/>
                  </a:lnTo>
                  <a:lnTo>
                    <a:pt x="122682" y="142786"/>
                  </a:lnTo>
                  <a:lnTo>
                    <a:pt x="122224" y="141109"/>
                  </a:lnTo>
                  <a:lnTo>
                    <a:pt x="123710" y="141452"/>
                  </a:lnTo>
                  <a:lnTo>
                    <a:pt x="126911" y="141262"/>
                  </a:lnTo>
                  <a:lnTo>
                    <a:pt x="130111" y="141058"/>
                  </a:lnTo>
                  <a:lnTo>
                    <a:pt x="132676" y="140093"/>
                  </a:lnTo>
                  <a:lnTo>
                    <a:pt x="132588" y="138137"/>
                  </a:lnTo>
                  <a:lnTo>
                    <a:pt x="129946" y="137502"/>
                  </a:lnTo>
                  <a:lnTo>
                    <a:pt x="123532" y="137909"/>
                  </a:lnTo>
                  <a:lnTo>
                    <a:pt x="122021" y="138480"/>
                  </a:lnTo>
                  <a:lnTo>
                    <a:pt x="122326" y="136728"/>
                  </a:lnTo>
                  <a:lnTo>
                    <a:pt x="122161" y="132981"/>
                  </a:lnTo>
                  <a:lnTo>
                    <a:pt x="121996" y="129247"/>
                  </a:lnTo>
                  <a:lnTo>
                    <a:pt x="121170" y="126263"/>
                  </a:lnTo>
                  <a:lnTo>
                    <a:pt x="120802" y="126288"/>
                  </a:lnTo>
                  <a:lnTo>
                    <a:pt x="152565" y="89242"/>
                  </a:lnTo>
                  <a:lnTo>
                    <a:pt x="152158" y="91617"/>
                  </a:lnTo>
                  <a:lnTo>
                    <a:pt x="152501" y="99098"/>
                  </a:lnTo>
                  <a:lnTo>
                    <a:pt x="152946" y="100761"/>
                  </a:lnTo>
                  <a:lnTo>
                    <a:pt x="151549" y="100418"/>
                  </a:lnTo>
                  <a:lnTo>
                    <a:pt x="148348" y="100622"/>
                  </a:lnTo>
                  <a:lnTo>
                    <a:pt x="145135" y="100812"/>
                  </a:lnTo>
                  <a:lnTo>
                    <a:pt x="142570" y="101777"/>
                  </a:lnTo>
                  <a:lnTo>
                    <a:pt x="142671" y="103733"/>
                  </a:lnTo>
                  <a:lnTo>
                    <a:pt x="145300" y="104368"/>
                  </a:lnTo>
                  <a:lnTo>
                    <a:pt x="151714" y="103962"/>
                  </a:lnTo>
                  <a:lnTo>
                    <a:pt x="153149" y="103428"/>
                  </a:lnTo>
                  <a:lnTo>
                    <a:pt x="152857" y="105156"/>
                  </a:lnTo>
                  <a:lnTo>
                    <a:pt x="153022" y="108889"/>
                  </a:lnTo>
                  <a:lnTo>
                    <a:pt x="153187" y="112623"/>
                  </a:lnTo>
                  <a:lnTo>
                    <a:pt x="154012" y="115608"/>
                  </a:lnTo>
                  <a:lnTo>
                    <a:pt x="155689" y="115506"/>
                  </a:lnTo>
                  <a:lnTo>
                    <a:pt x="156235" y="112445"/>
                  </a:lnTo>
                  <a:lnTo>
                    <a:pt x="155892" y="104965"/>
                  </a:lnTo>
                  <a:lnTo>
                    <a:pt x="155422" y="103289"/>
                  </a:lnTo>
                  <a:lnTo>
                    <a:pt x="156908" y="103632"/>
                  </a:lnTo>
                  <a:lnTo>
                    <a:pt x="160108" y="103441"/>
                  </a:lnTo>
                  <a:lnTo>
                    <a:pt x="163322" y="103238"/>
                  </a:lnTo>
                  <a:lnTo>
                    <a:pt x="165887" y="102273"/>
                  </a:lnTo>
                  <a:lnTo>
                    <a:pt x="165862" y="101942"/>
                  </a:lnTo>
                  <a:lnTo>
                    <a:pt x="187210" y="126822"/>
                  </a:lnTo>
                  <a:lnTo>
                    <a:pt x="185585" y="126911"/>
                  </a:lnTo>
                  <a:lnTo>
                    <a:pt x="185039" y="129971"/>
                  </a:lnTo>
                  <a:lnTo>
                    <a:pt x="185381" y="137452"/>
                  </a:lnTo>
                  <a:lnTo>
                    <a:pt x="185826" y="139115"/>
                  </a:lnTo>
                  <a:lnTo>
                    <a:pt x="184429" y="138772"/>
                  </a:lnTo>
                  <a:lnTo>
                    <a:pt x="181229" y="138976"/>
                  </a:lnTo>
                  <a:lnTo>
                    <a:pt x="178028" y="139179"/>
                  </a:lnTo>
                  <a:lnTo>
                    <a:pt x="175463" y="140144"/>
                  </a:lnTo>
                  <a:lnTo>
                    <a:pt x="175552" y="142100"/>
                  </a:lnTo>
                  <a:lnTo>
                    <a:pt x="178193" y="142722"/>
                  </a:lnTo>
                  <a:lnTo>
                    <a:pt x="184594" y="142328"/>
                  </a:lnTo>
                  <a:lnTo>
                    <a:pt x="186029" y="141795"/>
                  </a:lnTo>
                  <a:lnTo>
                    <a:pt x="185737" y="143510"/>
                  </a:lnTo>
                  <a:lnTo>
                    <a:pt x="185902" y="147256"/>
                  </a:lnTo>
                  <a:lnTo>
                    <a:pt x="186067" y="150990"/>
                  </a:lnTo>
                  <a:lnTo>
                    <a:pt x="186905" y="153974"/>
                  </a:lnTo>
                  <a:lnTo>
                    <a:pt x="187439" y="153949"/>
                  </a:lnTo>
                  <a:lnTo>
                    <a:pt x="187439" y="127495"/>
                  </a:lnTo>
                  <a:lnTo>
                    <a:pt x="187274" y="126898"/>
                  </a:lnTo>
                  <a:lnTo>
                    <a:pt x="197040" y="138290"/>
                  </a:lnTo>
                  <a:lnTo>
                    <a:pt x="197040" y="127635"/>
                  </a:lnTo>
                  <a:lnTo>
                    <a:pt x="164147" y="89255"/>
                  </a:lnTo>
                  <a:lnTo>
                    <a:pt x="164147" y="99936"/>
                  </a:lnTo>
                  <a:lnTo>
                    <a:pt x="163144" y="99695"/>
                  </a:lnTo>
                  <a:lnTo>
                    <a:pt x="156743" y="100088"/>
                  </a:lnTo>
                  <a:lnTo>
                    <a:pt x="155232" y="100660"/>
                  </a:lnTo>
                  <a:lnTo>
                    <a:pt x="155536" y="98907"/>
                  </a:lnTo>
                  <a:lnTo>
                    <a:pt x="155371" y="95161"/>
                  </a:lnTo>
                  <a:lnTo>
                    <a:pt x="155194" y="91427"/>
                  </a:lnTo>
                  <a:lnTo>
                    <a:pt x="154381" y="88531"/>
                  </a:lnTo>
                  <a:lnTo>
                    <a:pt x="164147" y="99936"/>
                  </a:lnTo>
                  <a:lnTo>
                    <a:pt x="164147" y="89255"/>
                  </a:lnTo>
                  <a:lnTo>
                    <a:pt x="162928" y="87820"/>
                  </a:lnTo>
                  <a:lnTo>
                    <a:pt x="154317" y="77787"/>
                  </a:lnTo>
                  <a:lnTo>
                    <a:pt x="154317" y="88455"/>
                  </a:lnTo>
                  <a:lnTo>
                    <a:pt x="153187" y="88519"/>
                  </a:lnTo>
                  <a:lnTo>
                    <a:pt x="153784" y="87820"/>
                  </a:lnTo>
                  <a:lnTo>
                    <a:pt x="154317" y="88455"/>
                  </a:lnTo>
                  <a:lnTo>
                    <a:pt x="154317" y="77787"/>
                  </a:lnTo>
                  <a:lnTo>
                    <a:pt x="153784" y="77165"/>
                  </a:lnTo>
                  <a:lnTo>
                    <a:pt x="119735" y="116890"/>
                  </a:lnTo>
                  <a:lnTo>
                    <a:pt x="119735" y="138582"/>
                  </a:lnTo>
                  <a:lnTo>
                    <a:pt x="118338" y="138239"/>
                  </a:lnTo>
                  <a:lnTo>
                    <a:pt x="115138" y="138442"/>
                  </a:lnTo>
                  <a:lnTo>
                    <a:pt x="111937" y="138633"/>
                  </a:lnTo>
                  <a:lnTo>
                    <a:pt x="109448" y="139585"/>
                  </a:lnTo>
                  <a:lnTo>
                    <a:pt x="109448" y="141503"/>
                  </a:lnTo>
                  <a:lnTo>
                    <a:pt x="108610" y="140512"/>
                  </a:lnTo>
                  <a:lnTo>
                    <a:pt x="109372" y="139623"/>
                  </a:lnTo>
                  <a:lnTo>
                    <a:pt x="109448" y="141503"/>
                  </a:lnTo>
                  <a:lnTo>
                    <a:pt x="109448" y="139585"/>
                  </a:lnTo>
                  <a:lnTo>
                    <a:pt x="119164" y="128206"/>
                  </a:lnTo>
                  <a:lnTo>
                    <a:pt x="118948" y="129438"/>
                  </a:lnTo>
                  <a:lnTo>
                    <a:pt x="119291" y="136918"/>
                  </a:lnTo>
                  <a:lnTo>
                    <a:pt x="119735" y="138582"/>
                  </a:lnTo>
                  <a:lnTo>
                    <a:pt x="119735" y="116890"/>
                  </a:lnTo>
                  <a:lnTo>
                    <a:pt x="104038" y="135191"/>
                  </a:lnTo>
                  <a:lnTo>
                    <a:pt x="99479" y="129882"/>
                  </a:lnTo>
                  <a:lnTo>
                    <a:pt x="99479" y="140512"/>
                  </a:lnTo>
                  <a:lnTo>
                    <a:pt x="89357" y="152311"/>
                  </a:lnTo>
                  <a:lnTo>
                    <a:pt x="89636" y="150799"/>
                  </a:lnTo>
                  <a:lnTo>
                    <a:pt x="89293" y="143319"/>
                  </a:lnTo>
                  <a:lnTo>
                    <a:pt x="88836" y="141643"/>
                  </a:lnTo>
                  <a:lnTo>
                    <a:pt x="90322" y="141998"/>
                  </a:lnTo>
                  <a:lnTo>
                    <a:pt x="93522" y="141795"/>
                  </a:lnTo>
                  <a:lnTo>
                    <a:pt x="96723" y="141592"/>
                  </a:lnTo>
                  <a:lnTo>
                    <a:pt x="99288" y="140639"/>
                  </a:lnTo>
                  <a:lnTo>
                    <a:pt x="99263" y="140271"/>
                  </a:lnTo>
                  <a:lnTo>
                    <a:pt x="99479" y="140512"/>
                  </a:lnTo>
                  <a:lnTo>
                    <a:pt x="99479" y="129882"/>
                  </a:lnTo>
                  <a:lnTo>
                    <a:pt x="97561" y="127635"/>
                  </a:lnTo>
                  <a:lnTo>
                    <a:pt x="97561" y="138290"/>
                  </a:lnTo>
                  <a:lnTo>
                    <a:pt x="96558" y="138049"/>
                  </a:lnTo>
                  <a:lnTo>
                    <a:pt x="90144" y="138442"/>
                  </a:lnTo>
                  <a:lnTo>
                    <a:pt x="88633" y="139014"/>
                  </a:lnTo>
                  <a:lnTo>
                    <a:pt x="88938" y="137261"/>
                  </a:lnTo>
                  <a:lnTo>
                    <a:pt x="88773" y="133527"/>
                  </a:lnTo>
                  <a:lnTo>
                    <a:pt x="88607" y="129794"/>
                  </a:lnTo>
                  <a:lnTo>
                    <a:pt x="87960" y="127495"/>
                  </a:lnTo>
                  <a:lnTo>
                    <a:pt x="87960" y="153949"/>
                  </a:lnTo>
                  <a:lnTo>
                    <a:pt x="54305" y="193205"/>
                  </a:lnTo>
                  <a:lnTo>
                    <a:pt x="42621" y="179578"/>
                  </a:lnTo>
                  <a:lnTo>
                    <a:pt x="45212" y="180187"/>
                  </a:lnTo>
                  <a:lnTo>
                    <a:pt x="51612" y="179793"/>
                  </a:lnTo>
                  <a:lnTo>
                    <a:pt x="53047" y="179260"/>
                  </a:lnTo>
                  <a:lnTo>
                    <a:pt x="52755" y="180975"/>
                  </a:lnTo>
                  <a:lnTo>
                    <a:pt x="52920" y="184721"/>
                  </a:lnTo>
                  <a:lnTo>
                    <a:pt x="53086" y="188455"/>
                  </a:lnTo>
                  <a:lnTo>
                    <a:pt x="53911" y="191439"/>
                  </a:lnTo>
                  <a:lnTo>
                    <a:pt x="55587" y="191338"/>
                  </a:lnTo>
                  <a:lnTo>
                    <a:pt x="56134" y="188264"/>
                  </a:lnTo>
                  <a:lnTo>
                    <a:pt x="55791" y="180784"/>
                  </a:lnTo>
                  <a:lnTo>
                    <a:pt x="55333" y="179120"/>
                  </a:lnTo>
                  <a:lnTo>
                    <a:pt x="56807" y="179463"/>
                  </a:lnTo>
                  <a:lnTo>
                    <a:pt x="60020" y="179260"/>
                  </a:lnTo>
                  <a:lnTo>
                    <a:pt x="63220" y="179057"/>
                  </a:lnTo>
                  <a:lnTo>
                    <a:pt x="65786" y="178104"/>
                  </a:lnTo>
                  <a:lnTo>
                    <a:pt x="65684" y="176136"/>
                  </a:lnTo>
                  <a:lnTo>
                    <a:pt x="63055" y="175514"/>
                  </a:lnTo>
                  <a:lnTo>
                    <a:pt x="56642" y="175907"/>
                  </a:lnTo>
                  <a:lnTo>
                    <a:pt x="55130" y="176479"/>
                  </a:lnTo>
                  <a:lnTo>
                    <a:pt x="55435" y="174726"/>
                  </a:lnTo>
                  <a:lnTo>
                    <a:pt x="55270" y="170992"/>
                  </a:lnTo>
                  <a:lnTo>
                    <a:pt x="55105" y="167259"/>
                  </a:lnTo>
                  <a:lnTo>
                    <a:pt x="54267" y="164274"/>
                  </a:lnTo>
                  <a:lnTo>
                    <a:pt x="52603" y="164376"/>
                  </a:lnTo>
                  <a:lnTo>
                    <a:pt x="52057" y="167436"/>
                  </a:lnTo>
                  <a:lnTo>
                    <a:pt x="52400" y="174917"/>
                  </a:lnTo>
                  <a:lnTo>
                    <a:pt x="52844" y="176580"/>
                  </a:lnTo>
                  <a:lnTo>
                    <a:pt x="51447" y="176237"/>
                  </a:lnTo>
                  <a:lnTo>
                    <a:pt x="48247" y="176441"/>
                  </a:lnTo>
                  <a:lnTo>
                    <a:pt x="45034" y="176644"/>
                  </a:lnTo>
                  <a:lnTo>
                    <a:pt x="42481" y="177609"/>
                  </a:lnTo>
                  <a:lnTo>
                    <a:pt x="42557" y="179527"/>
                  </a:lnTo>
                  <a:lnTo>
                    <a:pt x="10045" y="141579"/>
                  </a:lnTo>
                  <a:lnTo>
                    <a:pt x="12623" y="142189"/>
                  </a:lnTo>
                  <a:lnTo>
                    <a:pt x="19037" y="141782"/>
                  </a:lnTo>
                  <a:lnTo>
                    <a:pt x="20459" y="141249"/>
                  </a:lnTo>
                  <a:lnTo>
                    <a:pt x="20167" y="142976"/>
                  </a:lnTo>
                  <a:lnTo>
                    <a:pt x="20332" y="146710"/>
                  </a:lnTo>
                  <a:lnTo>
                    <a:pt x="20510" y="150444"/>
                  </a:lnTo>
                  <a:lnTo>
                    <a:pt x="21336" y="153428"/>
                  </a:lnTo>
                  <a:lnTo>
                    <a:pt x="23012" y="153327"/>
                  </a:lnTo>
                  <a:lnTo>
                    <a:pt x="23558" y="150266"/>
                  </a:lnTo>
                  <a:lnTo>
                    <a:pt x="23202" y="142786"/>
                  </a:lnTo>
                  <a:lnTo>
                    <a:pt x="22745" y="141109"/>
                  </a:lnTo>
                  <a:lnTo>
                    <a:pt x="24231" y="141452"/>
                  </a:lnTo>
                  <a:lnTo>
                    <a:pt x="27432" y="141262"/>
                  </a:lnTo>
                  <a:lnTo>
                    <a:pt x="30632" y="141058"/>
                  </a:lnTo>
                  <a:lnTo>
                    <a:pt x="33197" y="140093"/>
                  </a:lnTo>
                  <a:lnTo>
                    <a:pt x="33108" y="138137"/>
                  </a:lnTo>
                  <a:lnTo>
                    <a:pt x="30467" y="137502"/>
                  </a:lnTo>
                  <a:lnTo>
                    <a:pt x="24066" y="137909"/>
                  </a:lnTo>
                  <a:lnTo>
                    <a:pt x="22555" y="138480"/>
                  </a:lnTo>
                  <a:lnTo>
                    <a:pt x="22860" y="136728"/>
                  </a:lnTo>
                  <a:lnTo>
                    <a:pt x="22682" y="132981"/>
                  </a:lnTo>
                  <a:lnTo>
                    <a:pt x="22517" y="129247"/>
                  </a:lnTo>
                  <a:lnTo>
                    <a:pt x="21691" y="126263"/>
                  </a:lnTo>
                  <a:lnTo>
                    <a:pt x="21336" y="126288"/>
                  </a:lnTo>
                  <a:lnTo>
                    <a:pt x="53086" y="89242"/>
                  </a:lnTo>
                  <a:lnTo>
                    <a:pt x="52679" y="91617"/>
                  </a:lnTo>
                  <a:lnTo>
                    <a:pt x="53022" y="99098"/>
                  </a:lnTo>
                  <a:lnTo>
                    <a:pt x="53467" y="100761"/>
                  </a:lnTo>
                  <a:lnTo>
                    <a:pt x="52070" y="100418"/>
                  </a:lnTo>
                  <a:lnTo>
                    <a:pt x="48869" y="100622"/>
                  </a:lnTo>
                  <a:lnTo>
                    <a:pt x="45656" y="100812"/>
                  </a:lnTo>
                  <a:lnTo>
                    <a:pt x="43091" y="101777"/>
                  </a:lnTo>
                  <a:lnTo>
                    <a:pt x="43192" y="103733"/>
                  </a:lnTo>
                  <a:lnTo>
                    <a:pt x="45834" y="104368"/>
                  </a:lnTo>
                  <a:lnTo>
                    <a:pt x="52235" y="103962"/>
                  </a:lnTo>
                  <a:lnTo>
                    <a:pt x="53670" y="103428"/>
                  </a:lnTo>
                  <a:lnTo>
                    <a:pt x="53378" y="105156"/>
                  </a:lnTo>
                  <a:lnTo>
                    <a:pt x="53543" y="108889"/>
                  </a:lnTo>
                  <a:lnTo>
                    <a:pt x="53708" y="112623"/>
                  </a:lnTo>
                  <a:lnTo>
                    <a:pt x="54533" y="115608"/>
                  </a:lnTo>
                  <a:lnTo>
                    <a:pt x="56210" y="115506"/>
                  </a:lnTo>
                  <a:lnTo>
                    <a:pt x="56756" y="112445"/>
                  </a:lnTo>
                  <a:lnTo>
                    <a:pt x="56413" y="104965"/>
                  </a:lnTo>
                  <a:lnTo>
                    <a:pt x="55943" y="103289"/>
                  </a:lnTo>
                  <a:lnTo>
                    <a:pt x="57429" y="103632"/>
                  </a:lnTo>
                  <a:lnTo>
                    <a:pt x="60629" y="103441"/>
                  </a:lnTo>
                  <a:lnTo>
                    <a:pt x="63842" y="103238"/>
                  </a:lnTo>
                  <a:lnTo>
                    <a:pt x="66408" y="102273"/>
                  </a:lnTo>
                  <a:lnTo>
                    <a:pt x="66382" y="101942"/>
                  </a:lnTo>
                  <a:lnTo>
                    <a:pt x="87731" y="126822"/>
                  </a:lnTo>
                  <a:lnTo>
                    <a:pt x="86106" y="126911"/>
                  </a:lnTo>
                  <a:lnTo>
                    <a:pt x="85559" y="129971"/>
                  </a:lnTo>
                  <a:lnTo>
                    <a:pt x="85902" y="137452"/>
                  </a:lnTo>
                  <a:lnTo>
                    <a:pt x="86347" y="139115"/>
                  </a:lnTo>
                  <a:lnTo>
                    <a:pt x="84950" y="138772"/>
                  </a:lnTo>
                  <a:lnTo>
                    <a:pt x="81749" y="138976"/>
                  </a:lnTo>
                  <a:lnTo>
                    <a:pt x="78549" y="139179"/>
                  </a:lnTo>
                  <a:lnTo>
                    <a:pt x="75984" y="140144"/>
                  </a:lnTo>
                  <a:lnTo>
                    <a:pt x="76073" y="142100"/>
                  </a:lnTo>
                  <a:lnTo>
                    <a:pt x="78714" y="142722"/>
                  </a:lnTo>
                  <a:lnTo>
                    <a:pt x="85128" y="142328"/>
                  </a:lnTo>
                  <a:lnTo>
                    <a:pt x="86550" y="141795"/>
                  </a:lnTo>
                  <a:lnTo>
                    <a:pt x="86258" y="143510"/>
                  </a:lnTo>
                  <a:lnTo>
                    <a:pt x="86423" y="147256"/>
                  </a:lnTo>
                  <a:lnTo>
                    <a:pt x="86588" y="150990"/>
                  </a:lnTo>
                  <a:lnTo>
                    <a:pt x="87426" y="153974"/>
                  </a:lnTo>
                  <a:lnTo>
                    <a:pt x="87960" y="153949"/>
                  </a:lnTo>
                  <a:lnTo>
                    <a:pt x="87960" y="127495"/>
                  </a:lnTo>
                  <a:lnTo>
                    <a:pt x="87795" y="126898"/>
                  </a:lnTo>
                  <a:lnTo>
                    <a:pt x="97561" y="138290"/>
                  </a:lnTo>
                  <a:lnTo>
                    <a:pt x="97561" y="127635"/>
                  </a:lnTo>
                  <a:lnTo>
                    <a:pt x="64668" y="89255"/>
                  </a:lnTo>
                  <a:lnTo>
                    <a:pt x="64668" y="99936"/>
                  </a:lnTo>
                  <a:lnTo>
                    <a:pt x="63677" y="99695"/>
                  </a:lnTo>
                  <a:lnTo>
                    <a:pt x="57264" y="100088"/>
                  </a:lnTo>
                  <a:lnTo>
                    <a:pt x="55753" y="100660"/>
                  </a:lnTo>
                  <a:lnTo>
                    <a:pt x="56057" y="98907"/>
                  </a:lnTo>
                  <a:lnTo>
                    <a:pt x="55892" y="95161"/>
                  </a:lnTo>
                  <a:lnTo>
                    <a:pt x="55727" y="91427"/>
                  </a:lnTo>
                  <a:lnTo>
                    <a:pt x="54902" y="88531"/>
                  </a:lnTo>
                  <a:lnTo>
                    <a:pt x="64668" y="99936"/>
                  </a:lnTo>
                  <a:lnTo>
                    <a:pt x="64668" y="89255"/>
                  </a:lnTo>
                  <a:lnTo>
                    <a:pt x="63449" y="87820"/>
                  </a:lnTo>
                  <a:lnTo>
                    <a:pt x="54838" y="77787"/>
                  </a:lnTo>
                  <a:lnTo>
                    <a:pt x="54838" y="88455"/>
                  </a:lnTo>
                  <a:lnTo>
                    <a:pt x="53708" y="88519"/>
                  </a:lnTo>
                  <a:lnTo>
                    <a:pt x="54305" y="87820"/>
                  </a:lnTo>
                  <a:lnTo>
                    <a:pt x="54838" y="88455"/>
                  </a:lnTo>
                  <a:lnTo>
                    <a:pt x="54838" y="77787"/>
                  </a:lnTo>
                  <a:lnTo>
                    <a:pt x="54305" y="77165"/>
                  </a:lnTo>
                  <a:lnTo>
                    <a:pt x="20256" y="116890"/>
                  </a:lnTo>
                  <a:lnTo>
                    <a:pt x="20256" y="138582"/>
                  </a:lnTo>
                  <a:lnTo>
                    <a:pt x="18872" y="138239"/>
                  </a:lnTo>
                  <a:lnTo>
                    <a:pt x="15659" y="138442"/>
                  </a:lnTo>
                  <a:lnTo>
                    <a:pt x="12458" y="138633"/>
                  </a:lnTo>
                  <a:lnTo>
                    <a:pt x="9969" y="139585"/>
                  </a:lnTo>
                  <a:lnTo>
                    <a:pt x="9969" y="141490"/>
                  </a:lnTo>
                  <a:lnTo>
                    <a:pt x="9144" y="140512"/>
                  </a:lnTo>
                  <a:lnTo>
                    <a:pt x="9893" y="139649"/>
                  </a:lnTo>
                  <a:lnTo>
                    <a:pt x="9969" y="141490"/>
                  </a:lnTo>
                  <a:lnTo>
                    <a:pt x="9969" y="139585"/>
                  </a:lnTo>
                  <a:lnTo>
                    <a:pt x="19685" y="128219"/>
                  </a:lnTo>
                  <a:lnTo>
                    <a:pt x="19469" y="129438"/>
                  </a:lnTo>
                  <a:lnTo>
                    <a:pt x="19812" y="136918"/>
                  </a:lnTo>
                  <a:lnTo>
                    <a:pt x="20256" y="138582"/>
                  </a:lnTo>
                  <a:lnTo>
                    <a:pt x="20256" y="116890"/>
                  </a:lnTo>
                  <a:lnTo>
                    <a:pt x="0" y="140512"/>
                  </a:lnTo>
                  <a:lnTo>
                    <a:pt x="54305" y="203860"/>
                  </a:lnTo>
                  <a:lnTo>
                    <a:pt x="63449" y="193205"/>
                  </a:lnTo>
                  <a:lnTo>
                    <a:pt x="104038" y="145846"/>
                  </a:lnTo>
                  <a:lnTo>
                    <a:pt x="153784" y="203860"/>
                  </a:lnTo>
                  <a:lnTo>
                    <a:pt x="162928" y="193205"/>
                  </a:lnTo>
                  <a:lnTo>
                    <a:pt x="204952" y="144170"/>
                  </a:lnTo>
                  <a:lnTo>
                    <a:pt x="256146" y="203860"/>
                  </a:lnTo>
                  <a:lnTo>
                    <a:pt x="265277" y="193205"/>
                  </a:lnTo>
                  <a:lnTo>
                    <a:pt x="310438" y="140512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4" name="object 2124" descr=""/>
            <p:cNvSpPr/>
            <p:nvPr/>
          </p:nvSpPr>
          <p:spPr>
            <a:xfrm>
              <a:off x="7532852" y="8013681"/>
              <a:ext cx="311150" cy="359410"/>
            </a:xfrm>
            <a:custGeom>
              <a:avLst/>
              <a:gdLst/>
              <a:ahLst/>
              <a:cxnLst/>
              <a:rect l="l" t="t" r="r" b="b"/>
              <a:pathLst>
                <a:path w="311150" h="359409">
                  <a:moveTo>
                    <a:pt x="108623" y="218681"/>
                  </a:moveTo>
                  <a:lnTo>
                    <a:pt x="99491" y="208038"/>
                  </a:lnTo>
                  <a:lnTo>
                    <a:pt x="99491" y="218681"/>
                  </a:lnTo>
                  <a:lnTo>
                    <a:pt x="89369" y="230479"/>
                  </a:lnTo>
                  <a:lnTo>
                    <a:pt x="89649" y="228968"/>
                  </a:lnTo>
                  <a:lnTo>
                    <a:pt x="89306" y="221500"/>
                  </a:lnTo>
                  <a:lnTo>
                    <a:pt x="88836" y="219824"/>
                  </a:lnTo>
                  <a:lnTo>
                    <a:pt x="90322" y="220167"/>
                  </a:lnTo>
                  <a:lnTo>
                    <a:pt x="93522" y="219964"/>
                  </a:lnTo>
                  <a:lnTo>
                    <a:pt x="96735" y="219773"/>
                  </a:lnTo>
                  <a:lnTo>
                    <a:pt x="99301" y="218808"/>
                  </a:lnTo>
                  <a:lnTo>
                    <a:pt x="99275" y="218440"/>
                  </a:lnTo>
                  <a:lnTo>
                    <a:pt x="99491" y="218681"/>
                  </a:lnTo>
                  <a:lnTo>
                    <a:pt x="99491" y="208038"/>
                  </a:lnTo>
                  <a:lnTo>
                    <a:pt x="97586" y="205816"/>
                  </a:lnTo>
                  <a:lnTo>
                    <a:pt x="97586" y="216471"/>
                  </a:lnTo>
                  <a:lnTo>
                    <a:pt x="96570" y="216217"/>
                  </a:lnTo>
                  <a:lnTo>
                    <a:pt x="90157" y="216611"/>
                  </a:lnTo>
                  <a:lnTo>
                    <a:pt x="88646" y="217182"/>
                  </a:lnTo>
                  <a:lnTo>
                    <a:pt x="88950" y="215430"/>
                  </a:lnTo>
                  <a:lnTo>
                    <a:pt x="88785" y="211696"/>
                  </a:lnTo>
                  <a:lnTo>
                    <a:pt x="88620" y="207962"/>
                  </a:lnTo>
                  <a:lnTo>
                    <a:pt x="87972" y="205689"/>
                  </a:lnTo>
                  <a:lnTo>
                    <a:pt x="87972" y="232117"/>
                  </a:lnTo>
                  <a:lnTo>
                    <a:pt x="54317" y="271373"/>
                  </a:lnTo>
                  <a:lnTo>
                    <a:pt x="42633" y="257759"/>
                  </a:lnTo>
                  <a:lnTo>
                    <a:pt x="45212" y="258356"/>
                  </a:lnTo>
                  <a:lnTo>
                    <a:pt x="51625" y="257962"/>
                  </a:lnTo>
                  <a:lnTo>
                    <a:pt x="53047" y="257429"/>
                  </a:lnTo>
                  <a:lnTo>
                    <a:pt x="52755" y="259143"/>
                  </a:lnTo>
                  <a:lnTo>
                    <a:pt x="52933" y="262890"/>
                  </a:lnTo>
                  <a:lnTo>
                    <a:pt x="53098" y="266623"/>
                  </a:lnTo>
                  <a:lnTo>
                    <a:pt x="53924" y="269608"/>
                  </a:lnTo>
                  <a:lnTo>
                    <a:pt x="55600" y="269506"/>
                  </a:lnTo>
                  <a:lnTo>
                    <a:pt x="56146" y="266433"/>
                  </a:lnTo>
                  <a:lnTo>
                    <a:pt x="55791" y="258965"/>
                  </a:lnTo>
                  <a:lnTo>
                    <a:pt x="55321" y="257276"/>
                  </a:lnTo>
                  <a:lnTo>
                    <a:pt x="56819" y="257632"/>
                  </a:lnTo>
                  <a:lnTo>
                    <a:pt x="60020" y="257429"/>
                  </a:lnTo>
                  <a:lnTo>
                    <a:pt x="63220" y="257238"/>
                  </a:lnTo>
                  <a:lnTo>
                    <a:pt x="65786" y="256273"/>
                  </a:lnTo>
                  <a:lnTo>
                    <a:pt x="65697" y="254317"/>
                  </a:lnTo>
                  <a:lnTo>
                    <a:pt x="63055" y="253682"/>
                  </a:lnTo>
                  <a:lnTo>
                    <a:pt x="56654" y="254076"/>
                  </a:lnTo>
                  <a:lnTo>
                    <a:pt x="55143" y="254647"/>
                  </a:lnTo>
                  <a:lnTo>
                    <a:pt x="55448" y="252895"/>
                  </a:lnTo>
                  <a:lnTo>
                    <a:pt x="55270" y="249161"/>
                  </a:lnTo>
                  <a:lnTo>
                    <a:pt x="55105" y="245427"/>
                  </a:lnTo>
                  <a:lnTo>
                    <a:pt x="54279" y="242443"/>
                  </a:lnTo>
                  <a:lnTo>
                    <a:pt x="52603" y="242544"/>
                  </a:lnTo>
                  <a:lnTo>
                    <a:pt x="52057" y="245618"/>
                  </a:lnTo>
                  <a:lnTo>
                    <a:pt x="52400" y="253085"/>
                  </a:lnTo>
                  <a:lnTo>
                    <a:pt x="52857" y="254762"/>
                  </a:lnTo>
                  <a:lnTo>
                    <a:pt x="51460" y="254419"/>
                  </a:lnTo>
                  <a:lnTo>
                    <a:pt x="48247" y="254609"/>
                  </a:lnTo>
                  <a:lnTo>
                    <a:pt x="45046" y="254812"/>
                  </a:lnTo>
                  <a:lnTo>
                    <a:pt x="42481" y="255778"/>
                  </a:lnTo>
                  <a:lnTo>
                    <a:pt x="42557" y="257670"/>
                  </a:lnTo>
                  <a:lnTo>
                    <a:pt x="10045" y="219735"/>
                  </a:lnTo>
                  <a:lnTo>
                    <a:pt x="12636" y="220357"/>
                  </a:lnTo>
                  <a:lnTo>
                    <a:pt x="19037" y="219951"/>
                  </a:lnTo>
                  <a:lnTo>
                    <a:pt x="20472" y="219417"/>
                  </a:lnTo>
                  <a:lnTo>
                    <a:pt x="20180" y="221145"/>
                  </a:lnTo>
                  <a:lnTo>
                    <a:pt x="20345" y="224878"/>
                  </a:lnTo>
                  <a:lnTo>
                    <a:pt x="20510" y="228625"/>
                  </a:lnTo>
                  <a:lnTo>
                    <a:pt x="21336" y="231609"/>
                  </a:lnTo>
                  <a:lnTo>
                    <a:pt x="23012" y="231495"/>
                  </a:lnTo>
                  <a:lnTo>
                    <a:pt x="23558" y="228434"/>
                  </a:lnTo>
                  <a:lnTo>
                    <a:pt x="23215" y="220954"/>
                  </a:lnTo>
                  <a:lnTo>
                    <a:pt x="22758" y="219278"/>
                  </a:lnTo>
                  <a:lnTo>
                    <a:pt x="24231" y="219621"/>
                  </a:lnTo>
                  <a:lnTo>
                    <a:pt x="27444" y="219430"/>
                  </a:lnTo>
                  <a:lnTo>
                    <a:pt x="30645" y="219227"/>
                  </a:lnTo>
                  <a:lnTo>
                    <a:pt x="33210" y="218262"/>
                  </a:lnTo>
                  <a:lnTo>
                    <a:pt x="33121" y="216306"/>
                  </a:lnTo>
                  <a:lnTo>
                    <a:pt x="30480" y="215684"/>
                  </a:lnTo>
                  <a:lnTo>
                    <a:pt x="24066" y="216077"/>
                  </a:lnTo>
                  <a:lnTo>
                    <a:pt x="22555" y="216649"/>
                  </a:lnTo>
                  <a:lnTo>
                    <a:pt x="22860" y="214896"/>
                  </a:lnTo>
                  <a:lnTo>
                    <a:pt x="22694" y="211162"/>
                  </a:lnTo>
                  <a:lnTo>
                    <a:pt x="22529" y="207416"/>
                  </a:lnTo>
                  <a:lnTo>
                    <a:pt x="21704" y="204431"/>
                  </a:lnTo>
                  <a:lnTo>
                    <a:pt x="21336" y="204457"/>
                  </a:lnTo>
                  <a:lnTo>
                    <a:pt x="53098" y="167411"/>
                  </a:lnTo>
                  <a:lnTo>
                    <a:pt x="52679" y="169786"/>
                  </a:lnTo>
                  <a:lnTo>
                    <a:pt x="53022" y="177266"/>
                  </a:lnTo>
                  <a:lnTo>
                    <a:pt x="53467" y="178917"/>
                  </a:lnTo>
                  <a:lnTo>
                    <a:pt x="52082" y="178587"/>
                  </a:lnTo>
                  <a:lnTo>
                    <a:pt x="48869" y="178790"/>
                  </a:lnTo>
                  <a:lnTo>
                    <a:pt x="45669" y="178981"/>
                  </a:lnTo>
                  <a:lnTo>
                    <a:pt x="43103" y="179946"/>
                  </a:lnTo>
                  <a:lnTo>
                    <a:pt x="43192" y="181902"/>
                  </a:lnTo>
                  <a:lnTo>
                    <a:pt x="45834" y="182537"/>
                  </a:lnTo>
                  <a:lnTo>
                    <a:pt x="52247" y="182130"/>
                  </a:lnTo>
                  <a:lnTo>
                    <a:pt x="53670" y="181597"/>
                  </a:lnTo>
                  <a:lnTo>
                    <a:pt x="53378" y="183324"/>
                  </a:lnTo>
                  <a:lnTo>
                    <a:pt x="53543" y="187058"/>
                  </a:lnTo>
                  <a:lnTo>
                    <a:pt x="53721" y="190804"/>
                  </a:lnTo>
                  <a:lnTo>
                    <a:pt x="54546" y="193789"/>
                  </a:lnTo>
                  <a:lnTo>
                    <a:pt x="56222" y="193675"/>
                  </a:lnTo>
                  <a:lnTo>
                    <a:pt x="56769" y="190614"/>
                  </a:lnTo>
                  <a:lnTo>
                    <a:pt x="56413" y="183134"/>
                  </a:lnTo>
                  <a:lnTo>
                    <a:pt x="55956" y="181457"/>
                  </a:lnTo>
                  <a:lnTo>
                    <a:pt x="57442" y="181800"/>
                  </a:lnTo>
                  <a:lnTo>
                    <a:pt x="60642" y="181610"/>
                  </a:lnTo>
                  <a:lnTo>
                    <a:pt x="63842" y="181406"/>
                  </a:lnTo>
                  <a:lnTo>
                    <a:pt x="66408" y="180441"/>
                  </a:lnTo>
                  <a:lnTo>
                    <a:pt x="66382" y="180098"/>
                  </a:lnTo>
                  <a:lnTo>
                    <a:pt x="87744" y="204990"/>
                  </a:lnTo>
                  <a:lnTo>
                    <a:pt x="86118" y="205079"/>
                  </a:lnTo>
                  <a:lnTo>
                    <a:pt x="85572" y="208153"/>
                  </a:lnTo>
                  <a:lnTo>
                    <a:pt x="85915" y="215620"/>
                  </a:lnTo>
                  <a:lnTo>
                    <a:pt x="86360" y="217297"/>
                  </a:lnTo>
                  <a:lnTo>
                    <a:pt x="84963" y="216954"/>
                  </a:lnTo>
                  <a:lnTo>
                    <a:pt x="81762" y="217144"/>
                  </a:lnTo>
                  <a:lnTo>
                    <a:pt x="78549" y="217347"/>
                  </a:lnTo>
                  <a:lnTo>
                    <a:pt x="75984" y="218313"/>
                  </a:lnTo>
                  <a:lnTo>
                    <a:pt x="76085" y="220268"/>
                  </a:lnTo>
                  <a:lnTo>
                    <a:pt x="78727" y="220891"/>
                  </a:lnTo>
                  <a:lnTo>
                    <a:pt x="85128" y="220497"/>
                  </a:lnTo>
                  <a:lnTo>
                    <a:pt x="86563" y="219964"/>
                  </a:lnTo>
                  <a:lnTo>
                    <a:pt x="86271" y="221678"/>
                  </a:lnTo>
                  <a:lnTo>
                    <a:pt x="86436" y="225425"/>
                  </a:lnTo>
                  <a:lnTo>
                    <a:pt x="86601" y="229158"/>
                  </a:lnTo>
                  <a:lnTo>
                    <a:pt x="87426" y="232143"/>
                  </a:lnTo>
                  <a:lnTo>
                    <a:pt x="87972" y="232117"/>
                  </a:lnTo>
                  <a:lnTo>
                    <a:pt x="87972" y="205689"/>
                  </a:lnTo>
                  <a:lnTo>
                    <a:pt x="87795" y="205054"/>
                  </a:lnTo>
                  <a:lnTo>
                    <a:pt x="97586" y="216471"/>
                  </a:lnTo>
                  <a:lnTo>
                    <a:pt x="97586" y="205816"/>
                  </a:lnTo>
                  <a:lnTo>
                    <a:pt x="64681" y="167436"/>
                  </a:lnTo>
                  <a:lnTo>
                    <a:pt x="64681" y="178104"/>
                  </a:lnTo>
                  <a:lnTo>
                    <a:pt x="63677" y="177863"/>
                  </a:lnTo>
                  <a:lnTo>
                    <a:pt x="57277" y="178257"/>
                  </a:lnTo>
                  <a:lnTo>
                    <a:pt x="55765" y="178828"/>
                  </a:lnTo>
                  <a:lnTo>
                    <a:pt x="56070" y="177076"/>
                  </a:lnTo>
                  <a:lnTo>
                    <a:pt x="55892" y="173342"/>
                  </a:lnTo>
                  <a:lnTo>
                    <a:pt x="55727" y="169595"/>
                  </a:lnTo>
                  <a:lnTo>
                    <a:pt x="54914" y="166700"/>
                  </a:lnTo>
                  <a:lnTo>
                    <a:pt x="64681" y="178104"/>
                  </a:lnTo>
                  <a:lnTo>
                    <a:pt x="64681" y="167436"/>
                  </a:lnTo>
                  <a:lnTo>
                    <a:pt x="63449" y="165989"/>
                  </a:lnTo>
                  <a:lnTo>
                    <a:pt x="54851" y="155968"/>
                  </a:lnTo>
                  <a:lnTo>
                    <a:pt x="54851" y="166624"/>
                  </a:lnTo>
                  <a:lnTo>
                    <a:pt x="53708" y="166700"/>
                  </a:lnTo>
                  <a:lnTo>
                    <a:pt x="54317" y="165989"/>
                  </a:lnTo>
                  <a:lnTo>
                    <a:pt x="54851" y="166624"/>
                  </a:lnTo>
                  <a:lnTo>
                    <a:pt x="54851" y="155968"/>
                  </a:lnTo>
                  <a:lnTo>
                    <a:pt x="54317" y="155333"/>
                  </a:lnTo>
                  <a:lnTo>
                    <a:pt x="20269" y="195046"/>
                  </a:lnTo>
                  <a:lnTo>
                    <a:pt x="20269" y="216750"/>
                  </a:lnTo>
                  <a:lnTo>
                    <a:pt x="18872" y="216408"/>
                  </a:lnTo>
                  <a:lnTo>
                    <a:pt x="15671" y="216611"/>
                  </a:lnTo>
                  <a:lnTo>
                    <a:pt x="12471" y="216801"/>
                  </a:lnTo>
                  <a:lnTo>
                    <a:pt x="9982" y="217754"/>
                  </a:lnTo>
                  <a:lnTo>
                    <a:pt x="9982" y="219671"/>
                  </a:lnTo>
                  <a:lnTo>
                    <a:pt x="9144" y="218681"/>
                  </a:lnTo>
                  <a:lnTo>
                    <a:pt x="9906" y="217792"/>
                  </a:lnTo>
                  <a:lnTo>
                    <a:pt x="9982" y="219671"/>
                  </a:lnTo>
                  <a:lnTo>
                    <a:pt x="9982" y="217754"/>
                  </a:lnTo>
                  <a:lnTo>
                    <a:pt x="19697" y="206375"/>
                  </a:lnTo>
                  <a:lnTo>
                    <a:pt x="19481" y="207606"/>
                  </a:lnTo>
                  <a:lnTo>
                    <a:pt x="19824" y="215087"/>
                  </a:lnTo>
                  <a:lnTo>
                    <a:pt x="20269" y="216750"/>
                  </a:lnTo>
                  <a:lnTo>
                    <a:pt x="20269" y="195046"/>
                  </a:lnTo>
                  <a:lnTo>
                    <a:pt x="0" y="218681"/>
                  </a:lnTo>
                  <a:lnTo>
                    <a:pt x="54317" y="282028"/>
                  </a:lnTo>
                  <a:lnTo>
                    <a:pt x="63449" y="271373"/>
                  </a:lnTo>
                  <a:lnTo>
                    <a:pt x="108623" y="218681"/>
                  </a:lnTo>
                  <a:close/>
                </a:path>
                <a:path w="311150" h="359409">
                  <a:moveTo>
                    <a:pt x="134251" y="62941"/>
                  </a:moveTo>
                  <a:lnTo>
                    <a:pt x="134150" y="60972"/>
                  </a:lnTo>
                  <a:lnTo>
                    <a:pt x="131508" y="60350"/>
                  </a:lnTo>
                  <a:lnTo>
                    <a:pt x="125107" y="60744"/>
                  </a:lnTo>
                  <a:lnTo>
                    <a:pt x="122555" y="61709"/>
                  </a:lnTo>
                  <a:lnTo>
                    <a:pt x="119913" y="61074"/>
                  </a:lnTo>
                  <a:lnTo>
                    <a:pt x="116713" y="61277"/>
                  </a:lnTo>
                  <a:lnTo>
                    <a:pt x="113499" y="61480"/>
                  </a:lnTo>
                  <a:lnTo>
                    <a:pt x="110934" y="62433"/>
                  </a:lnTo>
                  <a:lnTo>
                    <a:pt x="111036" y="64401"/>
                  </a:lnTo>
                  <a:lnTo>
                    <a:pt x="113677" y="65024"/>
                  </a:lnTo>
                  <a:lnTo>
                    <a:pt x="120078" y="64630"/>
                  </a:lnTo>
                  <a:lnTo>
                    <a:pt x="121513" y="64096"/>
                  </a:lnTo>
                  <a:lnTo>
                    <a:pt x="121221" y="65811"/>
                  </a:lnTo>
                  <a:lnTo>
                    <a:pt x="121386" y="69545"/>
                  </a:lnTo>
                  <a:lnTo>
                    <a:pt x="121551" y="73291"/>
                  </a:lnTo>
                  <a:lnTo>
                    <a:pt x="122377" y="76276"/>
                  </a:lnTo>
                  <a:lnTo>
                    <a:pt x="124053" y="76161"/>
                  </a:lnTo>
                  <a:lnTo>
                    <a:pt x="124599" y="73101"/>
                  </a:lnTo>
                  <a:lnTo>
                    <a:pt x="124256" y="65620"/>
                  </a:lnTo>
                  <a:lnTo>
                    <a:pt x="123786" y="63957"/>
                  </a:lnTo>
                  <a:lnTo>
                    <a:pt x="125272" y="64300"/>
                  </a:lnTo>
                  <a:lnTo>
                    <a:pt x="128473" y="64096"/>
                  </a:lnTo>
                  <a:lnTo>
                    <a:pt x="131686" y="63893"/>
                  </a:lnTo>
                  <a:lnTo>
                    <a:pt x="134251" y="62941"/>
                  </a:lnTo>
                  <a:close/>
                </a:path>
                <a:path w="311150" h="359409">
                  <a:moveTo>
                    <a:pt x="166827" y="100939"/>
                  </a:moveTo>
                  <a:lnTo>
                    <a:pt x="166738" y="98983"/>
                  </a:lnTo>
                  <a:lnTo>
                    <a:pt x="164096" y="98348"/>
                  </a:lnTo>
                  <a:lnTo>
                    <a:pt x="157683" y="98755"/>
                  </a:lnTo>
                  <a:lnTo>
                    <a:pt x="156171" y="99326"/>
                  </a:lnTo>
                  <a:lnTo>
                    <a:pt x="156476" y="97574"/>
                  </a:lnTo>
                  <a:lnTo>
                    <a:pt x="156311" y="93827"/>
                  </a:lnTo>
                  <a:lnTo>
                    <a:pt x="156146" y="90093"/>
                  </a:lnTo>
                  <a:lnTo>
                    <a:pt x="155321" y="87109"/>
                  </a:lnTo>
                  <a:lnTo>
                    <a:pt x="153644" y="87210"/>
                  </a:lnTo>
                  <a:lnTo>
                    <a:pt x="153098" y="90284"/>
                  </a:lnTo>
                  <a:lnTo>
                    <a:pt x="153441" y="97751"/>
                  </a:lnTo>
                  <a:lnTo>
                    <a:pt x="153898" y="99428"/>
                  </a:lnTo>
                  <a:lnTo>
                    <a:pt x="152488" y="99085"/>
                  </a:lnTo>
                  <a:lnTo>
                    <a:pt x="149288" y="99275"/>
                  </a:lnTo>
                  <a:lnTo>
                    <a:pt x="146088" y="99479"/>
                  </a:lnTo>
                  <a:lnTo>
                    <a:pt x="143522" y="100444"/>
                  </a:lnTo>
                  <a:lnTo>
                    <a:pt x="143611" y="102400"/>
                  </a:lnTo>
                  <a:lnTo>
                    <a:pt x="146253" y="103035"/>
                  </a:lnTo>
                  <a:lnTo>
                    <a:pt x="152666" y="102628"/>
                  </a:lnTo>
                  <a:lnTo>
                    <a:pt x="154089" y="102095"/>
                  </a:lnTo>
                  <a:lnTo>
                    <a:pt x="153797" y="103822"/>
                  </a:lnTo>
                  <a:lnTo>
                    <a:pt x="153962" y="107556"/>
                  </a:lnTo>
                  <a:lnTo>
                    <a:pt x="154127" y="111290"/>
                  </a:lnTo>
                  <a:lnTo>
                    <a:pt x="154965" y="114274"/>
                  </a:lnTo>
                  <a:lnTo>
                    <a:pt x="156629" y="114173"/>
                  </a:lnTo>
                  <a:lnTo>
                    <a:pt x="157175" y="111099"/>
                  </a:lnTo>
                  <a:lnTo>
                    <a:pt x="156832" y="103632"/>
                  </a:lnTo>
                  <a:lnTo>
                    <a:pt x="156375" y="101955"/>
                  </a:lnTo>
                  <a:lnTo>
                    <a:pt x="157848" y="102298"/>
                  </a:lnTo>
                  <a:lnTo>
                    <a:pt x="161061" y="102095"/>
                  </a:lnTo>
                  <a:lnTo>
                    <a:pt x="164261" y="101904"/>
                  </a:lnTo>
                  <a:lnTo>
                    <a:pt x="166827" y="100939"/>
                  </a:lnTo>
                  <a:close/>
                </a:path>
                <a:path w="311150" h="359409">
                  <a:moveTo>
                    <a:pt x="167449" y="25107"/>
                  </a:moveTo>
                  <a:lnTo>
                    <a:pt x="167360" y="23152"/>
                  </a:lnTo>
                  <a:lnTo>
                    <a:pt x="164719" y="22529"/>
                  </a:lnTo>
                  <a:lnTo>
                    <a:pt x="158305" y="22923"/>
                  </a:lnTo>
                  <a:lnTo>
                    <a:pt x="156794" y="23495"/>
                  </a:lnTo>
                  <a:lnTo>
                    <a:pt x="157099" y="21742"/>
                  </a:lnTo>
                  <a:lnTo>
                    <a:pt x="156933" y="18008"/>
                  </a:lnTo>
                  <a:lnTo>
                    <a:pt x="156768" y="14262"/>
                  </a:lnTo>
                  <a:lnTo>
                    <a:pt x="155943" y="11290"/>
                  </a:lnTo>
                  <a:lnTo>
                    <a:pt x="154266" y="11391"/>
                  </a:lnTo>
                  <a:lnTo>
                    <a:pt x="153720" y="14452"/>
                  </a:lnTo>
                  <a:lnTo>
                    <a:pt x="154063" y="21932"/>
                  </a:lnTo>
                  <a:lnTo>
                    <a:pt x="154508" y="23596"/>
                  </a:lnTo>
                  <a:lnTo>
                    <a:pt x="153111" y="23253"/>
                  </a:lnTo>
                  <a:lnTo>
                    <a:pt x="149910" y="23456"/>
                  </a:lnTo>
                  <a:lnTo>
                    <a:pt x="146710" y="23660"/>
                  </a:lnTo>
                  <a:lnTo>
                    <a:pt x="144145" y="24612"/>
                  </a:lnTo>
                  <a:lnTo>
                    <a:pt x="144233" y="26581"/>
                  </a:lnTo>
                  <a:lnTo>
                    <a:pt x="146875" y="27203"/>
                  </a:lnTo>
                  <a:lnTo>
                    <a:pt x="153289" y="26809"/>
                  </a:lnTo>
                  <a:lnTo>
                    <a:pt x="154711" y="26276"/>
                  </a:lnTo>
                  <a:lnTo>
                    <a:pt x="154419" y="27990"/>
                  </a:lnTo>
                  <a:lnTo>
                    <a:pt x="154584" y="31724"/>
                  </a:lnTo>
                  <a:lnTo>
                    <a:pt x="154749" y="35471"/>
                  </a:lnTo>
                  <a:lnTo>
                    <a:pt x="155575" y="38455"/>
                  </a:lnTo>
                  <a:lnTo>
                    <a:pt x="157251" y="38354"/>
                  </a:lnTo>
                  <a:lnTo>
                    <a:pt x="157797" y="35280"/>
                  </a:lnTo>
                  <a:lnTo>
                    <a:pt x="157454" y="27800"/>
                  </a:lnTo>
                  <a:lnTo>
                    <a:pt x="156997" y="26123"/>
                  </a:lnTo>
                  <a:lnTo>
                    <a:pt x="158470" y="26479"/>
                  </a:lnTo>
                  <a:lnTo>
                    <a:pt x="161683" y="26276"/>
                  </a:lnTo>
                  <a:lnTo>
                    <a:pt x="164884" y="26073"/>
                  </a:lnTo>
                  <a:lnTo>
                    <a:pt x="167449" y="25107"/>
                  </a:lnTo>
                  <a:close/>
                </a:path>
                <a:path w="311150" h="359409">
                  <a:moveTo>
                    <a:pt x="200329" y="63474"/>
                  </a:moveTo>
                  <a:lnTo>
                    <a:pt x="200240" y="61518"/>
                  </a:lnTo>
                  <a:lnTo>
                    <a:pt x="197599" y="60883"/>
                  </a:lnTo>
                  <a:lnTo>
                    <a:pt x="191198" y="61290"/>
                  </a:lnTo>
                  <a:lnTo>
                    <a:pt x="189687" y="61861"/>
                  </a:lnTo>
                  <a:lnTo>
                    <a:pt x="189992" y="60109"/>
                  </a:lnTo>
                  <a:lnTo>
                    <a:pt x="189814" y="56362"/>
                  </a:lnTo>
                  <a:lnTo>
                    <a:pt x="189649" y="52628"/>
                  </a:lnTo>
                  <a:lnTo>
                    <a:pt x="188823" y="49644"/>
                  </a:lnTo>
                  <a:lnTo>
                    <a:pt x="187147" y="49745"/>
                  </a:lnTo>
                  <a:lnTo>
                    <a:pt x="186601" y="52819"/>
                  </a:lnTo>
                  <a:lnTo>
                    <a:pt x="186956" y="60286"/>
                  </a:lnTo>
                  <a:lnTo>
                    <a:pt x="187401" y="61963"/>
                  </a:lnTo>
                  <a:lnTo>
                    <a:pt x="186004" y="61620"/>
                  </a:lnTo>
                  <a:lnTo>
                    <a:pt x="182791" y="61810"/>
                  </a:lnTo>
                  <a:lnTo>
                    <a:pt x="179590" y="62014"/>
                  </a:lnTo>
                  <a:lnTo>
                    <a:pt x="177025" y="62979"/>
                  </a:lnTo>
                  <a:lnTo>
                    <a:pt x="177126" y="64935"/>
                  </a:lnTo>
                  <a:lnTo>
                    <a:pt x="179755" y="65570"/>
                  </a:lnTo>
                  <a:lnTo>
                    <a:pt x="186169" y="65163"/>
                  </a:lnTo>
                  <a:lnTo>
                    <a:pt x="187591" y="64630"/>
                  </a:lnTo>
                  <a:lnTo>
                    <a:pt x="187299" y="66357"/>
                  </a:lnTo>
                  <a:lnTo>
                    <a:pt x="187477" y="70091"/>
                  </a:lnTo>
                  <a:lnTo>
                    <a:pt x="187642" y="73825"/>
                  </a:lnTo>
                  <a:lnTo>
                    <a:pt x="188468" y="76809"/>
                  </a:lnTo>
                  <a:lnTo>
                    <a:pt x="190144" y="76708"/>
                  </a:lnTo>
                  <a:lnTo>
                    <a:pt x="190690" y="73634"/>
                  </a:lnTo>
                  <a:lnTo>
                    <a:pt x="190334" y="66167"/>
                  </a:lnTo>
                  <a:lnTo>
                    <a:pt x="189877" y="64490"/>
                  </a:lnTo>
                  <a:lnTo>
                    <a:pt x="191363" y="64833"/>
                  </a:lnTo>
                  <a:lnTo>
                    <a:pt x="194564" y="64630"/>
                  </a:lnTo>
                  <a:lnTo>
                    <a:pt x="197764" y="64439"/>
                  </a:lnTo>
                  <a:lnTo>
                    <a:pt x="200329" y="63474"/>
                  </a:lnTo>
                  <a:close/>
                </a:path>
                <a:path w="311150" h="359409">
                  <a:moveTo>
                    <a:pt x="260146" y="295846"/>
                  </a:moveTo>
                  <a:lnTo>
                    <a:pt x="251015" y="285203"/>
                  </a:lnTo>
                  <a:lnTo>
                    <a:pt x="251015" y="295846"/>
                  </a:lnTo>
                  <a:lnTo>
                    <a:pt x="205854" y="348526"/>
                  </a:lnTo>
                  <a:lnTo>
                    <a:pt x="161582" y="296900"/>
                  </a:lnTo>
                  <a:lnTo>
                    <a:pt x="164160" y="297510"/>
                  </a:lnTo>
                  <a:lnTo>
                    <a:pt x="170573" y="297116"/>
                  </a:lnTo>
                  <a:lnTo>
                    <a:pt x="172008" y="296583"/>
                  </a:lnTo>
                  <a:lnTo>
                    <a:pt x="171716" y="298310"/>
                  </a:lnTo>
                  <a:lnTo>
                    <a:pt x="171881" y="302044"/>
                  </a:lnTo>
                  <a:lnTo>
                    <a:pt x="172046" y="305777"/>
                  </a:lnTo>
                  <a:lnTo>
                    <a:pt x="172872" y="308762"/>
                  </a:lnTo>
                  <a:lnTo>
                    <a:pt x="174548" y="308660"/>
                  </a:lnTo>
                  <a:lnTo>
                    <a:pt x="175094" y="305587"/>
                  </a:lnTo>
                  <a:lnTo>
                    <a:pt x="174752" y="298119"/>
                  </a:lnTo>
                  <a:lnTo>
                    <a:pt x="174282" y="296443"/>
                  </a:lnTo>
                  <a:lnTo>
                    <a:pt x="175768" y="296786"/>
                  </a:lnTo>
                  <a:lnTo>
                    <a:pt x="178968" y="296583"/>
                  </a:lnTo>
                  <a:lnTo>
                    <a:pt x="182181" y="296392"/>
                  </a:lnTo>
                  <a:lnTo>
                    <a:pt x="184746" y="295427"/>
                  </a:lnTo>
                  <a:lnTo>
                    <a:pt x="184645" y="293471"/>
                  </a:lnTo>
                  <a:lnTo>
                    <a:pt x="182003" y="292836"/>
                  </a:lnTo>
                  <a:lnTo>
                    <a:pt x="175602" y="293243"/>
                  </a:lnTo>
                  <a:lnTo>
                    <a:pt x="174091" y="293814"/>
                  </a:lnTo>
                  <a:lnTo>
                    <a:pt x="174396" y="292061"/>
                  </a:lnTo>
                  <a:lnTo>
                    <a:pt x="174231" y="288315"/>
                  </a:lnTo>
                  <a:lnTo>
                    <a:pt x="174053" y="284581"/>
                  </a:lnTo>
                  <a:lnTo>
                    <a:pt x="173228" y="281597"/>
                  </a:lnTo>
                  <a:lnTo>
                    <a:pt x="172872" y="281622"/>
                  </a:lnTo>
                  <a:lnTo>
                    <a:pt x="205854" y="243154"/>
                  </a:lnTo>
                  <a:lnTo>
                    <a:pt x="251015" y="295846"/>
                  </a:lnTo>
                  <a:lnTo>
                    <a:pt x="251015" y="285203"/>
                  </a:lnTo>
                  <a:lnTo>
                    <a:pt x="214985" y="243154"/>
                  </a:lnTo>
                  <a:lnTo>
                    <a:pt x="205854" y="232486"/>
                  </a:lnTo>
                  <a:lnTo>
                    <a:pt x="171805" y="272211"/>
                  </a:lnTo>
                  <a:lnTo>
                    <a:pt x="171805" y="293916"/>
                  </a:lnTo>
                  <a:lnTo>
                    <a:pt x="170408" y="293573"/>
                  </a:lnTo>
                  <a:lnTo>
                    <a:pt x="167208" y="293763"/>
                  </a:lnTo>
                  <a:lnTo>
                    <a:pt x="163995" y="293966"/>
                  </a:lnTo>
                  <a:lnTo>
                    <a:pt x="161518" y="294906"/>
                  </a:lnTo>
                  <a:lnTo>
                    <a:pt x="161518" y="296837"/>
                  </a:lnTo>
                  <a:lnTo>
                    <a:pt x="160680" y="295846"/>
                  </a:lnTo>
                  <a:lnTo>
                    <a:pt x="161429" y="294982"/>
                  </a:lnTo>
                  <a:lnTo>
                    <a:pt x="161518" y="296837"/>
                  </a:lnTo>
                  <a:lnTo>
                    <a:pt x="161518" y="294906"/>
                  </a:lnTo>
                  <a:lnTo>
                    <a:pt x="171221" y="283552"/>
                  </a:lnTo>
                  <a:lnTo>
                    <a:pt x="171005" y="284772"/>
                  </a:lnTo>
                  <a:lnTo>
                    <a:pt x="171361" y="292239"/>
                  </a:lnTo>
                  <a:lnTo>
                    <a:pt x="171805" y="293916"/>
                  </a:lnTo>
                  <a:lnTo>
                    <a:pt x="171805" y="272211"/>
                  </a:lnTo>
                  <a:lnTo>
                    <a:pt x="154660" y="292201"/>
                  </a:lnTo>
                  <a:lnTo>
                    <a:pt x="148666" y="285216"/>
                  </a:lnTo>
                  <a:lnTo>
                    <a:pt x="148666" y="295846"/>
                  </a:lnTo>
                  <a:lnTo>
                    <a:pt x="138544" y="307644"/>
                  </a:lnTo>
                  <a:lnTo>
                    <a:pt x="138823" y="306133"/>
                  </a:lnTo>
                  <a:lnTo>
                    <a:pt x="138480" y="298653"/>
                  </a:lnTo>
                  <a:lnTo>
                    <a:pt x="138023" y="296989"/>
                  </a:lnTo>
                  <a:lnTo>
                    <a:pt x="139496" y="297332"/>
                  </a:lnTo>
                  <a:lnTo>
                    <a:pt x="142709" y="297129"/>
                  </a:lnTo>
                  <a:lnTo>
                    <a:pt x="145910" y="296926"/>
                  </a:lnTo>
                  <a:lnTo>
                    <a:pt x="148475" y="295960"/>
                  </a:lnTo>
                  <a:lnTo>
                    <a:pt x="148450" y="295617"/>
                  </a:lnTo>
                  <a:lnTo>
                    <a:pt x="148666" y="295846"/>
                  </a:lnTo>
                  <a:lnTo>
                    <a:pt x="148666" y="285216"/>
                  </a:lnTo>
                  <a:lnTo>
                    <a:pt x="146748" y="282968"/>
                  </a:lnTo>
                  <a:lnTo>
                    <a:pt x="146748" y="293624"/>
                  </a:lnTo>
                  <a:lnTo>
                    <a:pt x="145745" y="293382"/>
                  </a:lnTo>
                  <a:lnTo>
                    <a:pt x="139331" y="293776"/>
                  </a:lnTo>
                  <a:lnTo>
                    <a:pt x="137820" y="294347"/>
                  </a:lnTo>
                  <a:lnTo>
                    <a:pt x="138125" y="292595"/>
                  </a:lnTo>
                  <a:lnTo>
                    <a:pt x="137960" y="288861"/>
                  </a:lnTo>
                  <a:lnTo>
                    <a:pt x="137795" y="285115"/>
                  </a:lnTo>
                  <a:lnTo>
                    <a:pt x="137147" y="282803"/>
                  </a:lnTo>
                  <a:lnTo>
                    <a:pt x="137147" y="309283"/>
                  </a:lnTo>
                  <a:lnTo>
                    <a:pt x="103492" y="348526"/>
                  </a:lnTo>
                  <a:lnTo>
                    <a:pt x="91808" y="334924"/>
                  </a:lnTo>
                  <a:lnTo>
                    <a:pt x="94399" y="335521"/>
                  </a:lnTo>
                  <a:lnTo>
                    <a:pt x="100799" y="335127"/>
                  </a:lnTo>
                  <a:lnTo>
                    <a:pt x="102235" y="334594"/>
                  </a:lnTo>
                  <a:lnTo>
                    <a:pt x="101942" y="336308"/>
                  </a:lnTo>
                  <a:lnTo>
                    <a:pt x="102108" y="340042"/>
                  </a:lnTo>
                  <a:lnTo>
                    <a:pt x="102273" y="343789"/>
                  </a:lnTo>
                  <a:lnTo>
                    <a:pt x="103098" y="346773"/>
                  </a:lnTo>
                  <a:lnTo>
                    <a:pt x="104775" y="346659"/>
                  </a:lnTo>
                  <a:lnTo>
                    <a:pt x="105321" y="343598"/>
                  </a:lnTo>
                  <a:lnTo>
                    <a:pt x="104978" y="336118"/>
                  </a:lnTo>
                  <a:lnTo>
                    <a:pt x="104508" y="334454"/>
                  </a:lnTo>
                  <a:lnTo>
                    <a:pt x="105994" y="334797"/>
                  </a:lnTo>
                  <a:lnTo>
                    <a:pt x="109194" y="334594"/>
                  </a:lnTo>
                  <a:lnTo>
                    <a:pt x="112407" y="334391"/>
                  </a:lnTo>
                  <a:lnTo>
                    <a:pt x="114973" y="333425"/>
                  </a:lnTo>
                  <a:lnTo>
                    <a:pt x="114871" y="331470"/>
                  </a:lnTo>
                  <a:lnTo>
                    <a:pt x="112229" y="330847"/>
                  </a:lnTo>
                  <a:lnTo>
                    <a:pt x="105829" y="331241"/>
                  </a:lnTo>
                  <a:lnTo>
                    <a:pt x="104317" y="331812"/>
                  </a:lnTo>
                  <a:lnTo>
                    <a:pt x="104622" y="330060"/>
                  </a:lnTo>
                  <a:lnTo>
                    <a:pt x="104457" y="326326"/>
                  </a:lnTo>
                  <a:lnTo>
                    <a:pt x="104292" y="322580"/>
                  </a:lnTo>
                  <a:lnTo>
                    <a:pt x="103454" y="319595"/>
                  </a:lnTo>
                  <a:lnTo>
                    <a:pt x="101777" y="319709"/>
                  </a:lnTo>
                  <a:lnTo>
                    <a:pt x="101244" y="322770"/>
                  </a:lnTo>
                  <a:lnTo>
                    <a:pt x="101587" y="330250"/>
                  </a:lnTo>
                  <a:lnTo>
                    <a:pt x="102031" y="331914"/>
                  </a:lnTo>
                  <a:lnTo>
                    <a:pt x="100634" y="331571"/>
                  </a:lnTo>
                  <a:lnTo>
                    <a:pt x="97434" y="331774"/>
                  </a:lnTo>
                  <a:lnTo>
                    <a:pt x="94221" y="331978"/>
                  </a:lnTo>
                  <a:lnTo>
                    <a:pt x="91655" y="332930"/>
                  </a:lnTo>
                  <a:lnTo>
                    <a:pt x="91744" y="334848"/>
                  </a:lnTo>
                  <a:lnTo>
                    <a:pt x="59220" y="296900"/>
                  </a:lnTo>
                  <a:lnTo>
                    <a:pt x="61810" y="297510"/>
                  </a:lnTo>
                  <a:lnTo>
                    <a:pt x="68224" y="297116"/>
                  </a:lnTo>
                  <a:lnTo>
                    <a:pt x="69646" y="296583"/>
                  </a:lnTo>
                  <a:lnTo>
                    <a:pt x="69354" y="298310"/>
                  </a:lnTo>
                  <a:lnTo>
                    <a:pt x="69519" y="302044"/>
                  </a:lnTo>
                  <a:lnTo>
                    <a:pt x="69697" y="305777"/>
                  </a:lnTo>
                  <a:lnTo>
                    <a:pt x="70523" y="308762"/>
                  </a:lnTo>
                  <a:lnTo>
                    <a:pt x="72199" y="308660"/>
                  </a:lnTo>
                  <a:lnTo>
                    <a:pt x="72732" y="305587"/>
                  </a:lnTo>
                  <a:lnTo>
                    <a:pt x="72390" y="298119"/>
                  </a:lnTo>
                  <a:lnTo>
                    <a:pt x="71932" y="296443"/>
                  </a:lnTo>
                  <a:lnTo>
                    <a:pt x="73418" y="296786"/>
                  </a:lnTo>
                  <a:lnTo>
                    <a:pt x="76619" y="296583"/>
                  </a:lnTo>
                  <a:lnTo>
                    <a:pt x="79819" y="296392"/>
                  </a:lnTo>
                  <a:lnTo>
                    <a:pt x="82384" y="295427"/>
                  </a:lnTo>
                  <a:lnTo>
                    <a:pt x="82296" y="293471"/>
                  </a:lnTo>
                  <a:lnTo>
                    <a:pt x="79654" y="292836"/>
                  </a:lnTo>
                  <a:lnTo>
                    <a:pt x="73240" y="293243"/>
                  </a:lnTo>
                  <a:lnTo>
                    <a:pt x="71729" y="293814"/>
                  </a:lnTo>
                  <a:lnTo>
                    <a:pt x="72034" y="292061"/>
                  </a:lnTo>
                  <a:lnTo>
                    <a:pt x="71869" y="288315"/>
                  </a:lnTo>
                  <a:lnTo>
                    <a:pt x="71704" y="284581"/>
                  </a:lnTo>
                  <a:lnTo>
                    <a:pt x="70878" y="281597"/>
                  </a:lnTo>
                  <a:lnTo>
                    <a:pt x="70510" y="281622"/>
                  </a:lnTo>
                  <a:lnTo>
                    <a:pt x="102273" y="244576"/>
                  </a:lnTo>
                  <a:lnTo>
                    <a:pt x="101866" y="246951"/>
                  </a:lnTo>
                  <a:lnTo>
                    <a:pt x="102209" y="254419"/>
                  </a:lnTo>
                  <a:lnTo>
                    <a:pt x="102654" y="256095"/>
                  </a:lnTo>
                  <a:lnTo>
                    <a:pt x="101257" y="255752"/>
                  </a:lnTo>
                  <a:lnTo>
                    <a:pt x="98056" y="255943"/>
                  </a:lnTo>
                  <a:lnTo>
                    <a:pt x="94843" y="256146"/>
                  </a:lnTo>
                  <a:lnTo>
                    <a:pt x="92278" y="257111"/>
                  </a:lnTo>
                  <a:lnTo>
                    <a:pt x="92379" y="259067"/>
                  </a:lnTo>
                  <a:lnTo>
                    <a:pt x="95008" y="259689"/>
                  </a:lnTo>
                  <a:lnTo>
                    <a:pt x="101422" y="259295"/>
                  </a:lnTo>
                  <a:lnTo>
                    <a:pt x="102857" y="258762"/>
                  </a:lnTo>
                  <a:lnTo>
                    <a:pt x="102565" y="260489"/>
                  </a:lnTo>
                  <a:lnTo>
                    <a:pt x="102730" y="264223"/>
                  </a:lnTo>
                  <a:lnTo>
                    <a:pt x="102895" y="267957"/>
                  </a:lnTo>
                  <a:lnTo>
                    <a:pt x="103720" y="270941"/>
                  </a:lnTo>
                  <a:lnTo>
                    <a:pt x="105397" y="270840"/>
                  </a:lnTo>
                  <a:lnTo>
                    <a:pt x="105943" y="267766"/>
                  </a:lnTo>
                  <a:lnTo>
                    <a:pt x="105600" y="260299"/>
                  </a:lnTo>
                  <a:lnTo>
                    <a:pt x="105130" y="258622"/>
                  </a:lnTo>
                  <a:lnTo>
                    <a:pt x="106616" y="258965"/>
                  </a:lnTo>
                  <a:lnTo>
                    <a:pt x="109816" y="258762"/>
                  </a:lnTo>
                  <a:lnTo>
                    <a:pt x="113030" y="258572"/>
                  </a:lnTo>
                  <a:lnTo>
                    <a:pt x="115595" y="257606"/>
                  </a:lnTo>
                  <a:lnTo>
                    <a:pt x="115570" y="257276"/>
                  </a:lnTo>
                  <a:lnTo>
                    <a:pt x="136906" y="282143"/>
                  </a:lnTo>
                  <a:lnTo>
                    <a:pt x="135293" y="282244"/>
                  </a:lnTo>
                  <a:lnTo>
                    <a:pt x="134747" y="285305"/>
                  </a:lnTo>
                  <a:lnTo>
                    <a:pt x="135089" y="292785"/>
                  </a:lnTo>
                  <a:lnTo>
                    <a:pt x="135534" y="294449"/>
                  </a:lnTo>
                  <a:lnTo>
                    <a:pt x="134137" y="294106"/>
                  </a:lnTo>
                  <a:lnTo>
                    <a:pt x="130937" y="294309"/>
                  </a:lnTo>
                  <a:lnTo>
                    <a:pt x="127736" y="294513"/>
                  </a:lnTo>
                  <a:lnTo>
                    <a:pt x="125171" y="295465"/>
                  </a:lnTo>
                  <a:lnTo>
                    <a:pt x="125260" y="297434"/>
                  </a:lnTo>
                  <a:lnTo>
                    <a:pt x="127901" y="298056"/>
                  </a:lnTo>
                  <a:lnTo>
                    <a:pt x="134302" y="297662"/>
                  </a:lnTo>
                  <a:lnTo>
                    <a:pt x="135737" y="297129"/>
                  </a:lnTo>
                  <a:lnTo>
                    <a:pt x="135445" y="298843"/>
                  </a:lnTo>
                  <a:lnTo>
                    <a:pt x="135610" y="302577"/>
                  </a:lnTo>
                  <a:lnTo>
                    <a:pt x="135775" y="306324"/>
                  </a:lnTo>
                  <a:lnTo>
                    <a:pt x="136613" y="309308"/>
                  </a:lnTo>
                  <a:lnTo>
                    <a:pt x="137147" y="309283"/>
                  </a:lnTo>
                  <a:lnTo>
                    <a:pt x="137147" y="282803"/>
                  </a:lnTo>
                  <a:lnTo>
                    <a:pt x="136994" y="282244"/>
                  </a:lnTo>
                  <a:lnTo>
                    <a:pt x="146748" y="293624"/>
                  </a:lnTo>
                  <a:lnTo>
                    <a:pt x="146748" y="282968"/>
                  </a:lnTo>
                  <a:lnTo>
                    <a:pt x="113855" y="244589"/>
                  </a:lnTo>
                  <a:lnTo>
                    <a:pt x="113855" y="255257"/>
                  </a:lnTo>
                  <a:lnTo>
                    <a:pt x="112852" y="255016"/>
                  </a:lnTo>
                  <a:lnTo>
                    <a:pt x="106451" y="255422"/>
                  </a:lnTo>
                  <a:lnTo>
                    <a:pt x="104940" y="255993"/>
                  </a:lnTo>
                  <a:lnTo>
                    <a:pt x="105244" y="254241"/>
                  </a:lnTo>
                  <a:lnTo>
                    <a:pt x="105079" y="250494"/>
                  </a:lnTo>
                  <a:lnTo>
                    <a:pt x="104902" y="246761"/>
                  </a:lnTo>
                  <a:lnTo>
                    <a:pt x="104089" y="243865"/>
                  </a:lnTo>
                  <a:lnTo>
                    <a:pt x="113855" y="255257"/>
                  </a:lnTo>
                  <a:lnTo>
                    <a:pt x="113855" y="244589"/>
                  </a:lnTo>
                  <a:lnTo>
                    <a:pt x="112636" y="243154"/>
                  </a:lnTo>
                  <a:lnTo>
                    <a:pt x="104025" y="233108"/>
                  </a:lnTo>
                  <a:lnTo>
                    <a:pt x="104025" y="243789"/>
                  </a:lnTo>
                  <a:lnTo>
                    <a:pt x="102895" y="243852"/>
                  </a:lnTo>
                  <a:lnTo>
                    <a:pt x="103492" y="243154"/>
                  </a:lnTo>
                  <a:lnTo>
                    <a:pt x="104025" y="243789"/>
                  </a:lnTo>
                  <a:lnTo>
                    <a:pt x="104025" y="233108"/>
                  </a:lnTo>
                  <a:lnTo>
                    <a:pt x="103492" y="232486"/>
                  </a:lnTo>
                  <a:lnTo>
                    <a:pt x="69456" y="272199"/>
                  </a:lnTo>
                  <a:lnTo>
                    <a:pt x="69456" y="293916"/>
                  </a:lnTo>
                  <a:lnTo>
                    <a:pt x="68046" y="293573"/>
                  </a:lnTo>
                  <a:lnTo>
                    <a:pt x="64846" y="293763"/>
                  </a:lnTo>
                  <a:lnTo>
                    <a:pt x="61645" y="293966"/>
                  </a:lnTo>
                  <a:lnTo>
                    <a:pt x="59156" y="294919"/>
                  </a:lnTo>
                  <a:lnTo>
                    <a:pt x="59156" y="296837"/>
                  </a:lnTo>
                  <a:lnTo>
                    <a:pt x="58318" y="295846"/>
                  </a:lnTo>
                  <a:lnTo>
                    <a:pt x="59080" y="294957"/>
                  </a:lnTo>
                  <a:lnTo>
                    <a:pt x="59156" y="296837"/>
                  </a:lnTo>
                  <a:lnTo>
                    <a:pt x="59156" y="294919"/>
                  </a:lnTo>
                  <a:lnTo>
                    <a:pt x="68872" y="283540"/>
                  </a:lnTo>
                  <a:lnTo>
                    <a:pt x="68656" y="284772"/>
                  </a:lnTo>
                  <a:lnTo>
                    <a:pt x="68999" y="292239"/>
                  </a:lnTo>
                  <a:lnTo>
                    <a:pt x="69456" y="293916"/>
                  </a:lnTo>
                  <a:lnTo>
                    <a:pt x="69456" y="272199"/>
                  </a:lnTo>
                  <a:lnTo>
                    <a:pt x="49187" y="295846"/>
                  </a:lnTo>
                  <a:lnTo>
                    <a:pt x="103492" y="359194"/>
                  </a:lnTo>
                  <a:lnTo>
                    <a:pt x="112636" y="348526"/>
                  </a:lnTo>
                  <a:lnTo>
                    <a:pt x="154660" y="299504"/>
                  </a:lnTo>
                  <a:lnTo>
                    <a:pt x="205854" y="359194"/>
                  </a:lnTo>
                  <a:lnTo>
                    <a:pt x="214985" y="348526"/>
                  </a:lnTo>
                  <a:lnTo>
                    <a:pt x="260146" y="295846"/>
                  </a:lnTo>
                  <a:close/>
                </a:path>
                <a:path w="311150" h="359409">
                  <a:moveTo>
                    <a:pt x="310692" y="63347"/>
                  </a:moveTo>
                  <a:lnTo>
                    <a:pt x="301561" y="52705"/>
                  </a:lnTo>
                  <a:lnTo>
                    <a:pt x="301561" y="63347"/>
                  </a:lnTo>
                  <a:lnTo>
                    <a:pt x="291452" y="75133"/>
                  </a:lnTo>
                  <a:lnTo>
                    <a:pt x="291719" y="73634"/>
                  </a:lnTo>
                  <a:lnTo>
                    <a:pt x="291376" y="66167"/>
                  </a:lnTo>
                  <a:lnTo>
                    <a:pt x="290918" y="64490"/>
                  </a:lnTo>
                  <a:lnTo>
                    <a:pt x="292404" y="64833"/>
                  </a:lnTo>
                  <a:lnTo>
                    <a:pt x="295605" y="64630"/>
                  </a:lnTo>
                  <a:lnTo>
                    <a:pt x="298805" y="64439"/>
                  </a:lnTo>
                  <a:lnTo>
                    <a:pt x="301371" y="63474"/>
                  </a:lnTo>
                  <a:lnTo>
                    <a:pt x="301345" y="63106"/>
                  </a:lnTo>
                  <a:lnTo>
                    <a:pt x="301561" y="63347"/>
                  </a:lnTo>
                  <a:lnTo>
                    <a:pt x="301561" y="52705"/>
                  </a:lnTo>
                  <a:lnTo>
                    <a:pt x="299656" y="50482"/>
                  </a:lnTo>
                  <a:lnTo>
                    <a:pt x="299656" y="61137"/>
                  </a:lnTo>
                  <a:lnTo>
                    <a:pt x="298640" y="60883"/>
                  </a:lnTo>
                  <a:lnTo>
                    <a:pt x="292227" y="61290"/>
                  </a:lnTo>
                  <a:lnTo>
                    <a:pt x="290715" y="61861"/>
                  </a:lnTo>
                  <a:lnTo>
                    <a:pt x="291020" y="60109"/>
                  </a:lnTo>
                  <a:lnTo>
                    <a:pt x="290855" y="56362"/>
                  </a:lnTo>
                  <a:lnTo>
                    <a:pt x="290690" y="52628"/>
                  </a:lnTo>
                  <a:lnTo>
                    <a:pt x="290042" y="50330"/>
                  </a:lnTo>
                  <a:lnTo>
                    <a:pt x="290042" y="76784"/>
                  </a:lnTo>
                  <a:lnTo>
                    <a:pt x="256387" y="116039"/>
                  </a:lnTo>
                  <a:lnTo>
                    <a:pt x="244703" y="102412"/>
                  </a:lnTo>
                  <a:lnTo>
                    <a:pt x="247294" y="103035"/>
                  </a:lnTo>
                  <a:lnTo>
                    <a:pt x="253695" y="102628"/>
                  </a:lnTo>
                  <a:lnTo>
                    <a:pt x="255130" y="102095"/>
                  </a:lnTo>
                  <a:lnTo>
                    <a:pt x="254838" y="103822"/>
                  </a:lnTo>
                  <a:lnTo>
                    <a:pt x="255003" y="107556"/>
                  </a:lnTo>
                  <a:lnTo>
                    <a:pt x="255168" y="111290"/>
                  </a:lnTo>
                  <a:lnTo>
                    <a:pt x="255993" y="114274"/>
                  </a:lnTo>
                  <a:lnTo>
                    <a:pt x="257670" y="114173"/>
                  </a:lnTo>
                  <a:lnTo>
                    <a:pt x="258216" y="111099"/>
                  </a:lnTo>
                  <a:lnTo>
                    <a:pt x="257873" y="103632"/>
                  </a:lnTo>
                  <a:lnTo>
                    <a:pt x="257416" y="101955"/>
                  </a:lnTo>
                  <a:lnTo>
                    <a:pt x="258889" y="102298"/>
                  </a:lnTo>
                  <a:lnTo>
                    <a:pt x="262102" y="102095"/>
                  </a:lnTo>
                  <a:lnTo>
                    <a:pt x="265303" y="101904"/>
                  </a:lnTo>
                  <a:lnTo>
                    <a:pt x="267868" y="100939"/>
                  </a:lnTo>
                  <a:lnTo>
                    <a:pt x="267766" y="98983"/>
                  </a:lnTo>
                  <a:lnTo>
                    <a:pt x="265137" y="98348"/>
                  </a:lnTo>
                  <a:lnTo>
                    <a:pt x="258724" y="98755"/>
                  </a:lnTo>
                  <a:lnTo>
                    <a:pt x="257213" y="99326"/>
                  </a:lnTo>
                  <a:lnTo>
                    <a:pt x="257517" y="97574"/>
                  </a:lnTo>
                  <a:lnTo>
                    <a:pt x="257352" y="93827"/>
                  </a:lnTo>
                  <a:lnTo>
                    <a:pt x="257187" y="90093"/>
                  </a:lnTo>
                  <a:lnTo>
                    <a:pt x="256362" y="87109"/>
                  </a:lnTo>
                  <a:lnTo>
                    <a:pt x="254685" y="87210"/>
                  </a:lnTo>
                  <a:lnTo>
                    <a:pt x="254139" y="90284"/>
                  </a:lnTo>
                  <a:lnTo>
                    <a:pt x="254482" y="97751"/>
                  </a:lnTo>
                  <a:lnTo>
                    <a:pt x="254927" y="99428"/>
                  </a:lnTo>
                  <a:lnTo>
                    <a:pt x="253530" y="99085"/>
                  </a:lnTo>
                  <a:lnTo>
                    <a:pt x="250329" y="99275"/>
                  </a:lnTo>
                  <a:lnTo>
                    <a:pt x="247116" y="99479"/>
                  </a:lnTo>
                  <a:lnTo>
                    <a:pt x="244551" y="100444"/>
                  </a:lnTo>
                  <a:lnTo>
                    <a:pt x="244640" y="102349"/>
                  </a:lnTo>
                  <a:lnTo>
                    <a:pt x="212140" y="64427"/>
                  </a:lnTo>
                  <a:lnTo>
                    <a:pt x="214706" y="65024"/>
                  </a:lnTo>
                  <a:lnTo>
                    <a:pt x="221119" y="64630"/>
                  </a:lnTo>
                  <a:lnTo>
                    <a:pt x="222542" y="64096"/>
                  </a:lnTo>
                  <a:lnTo>
                    <a:pt x="222250" y="65811"/>
                  </a:lnTo>
                  <a:lnTo>
                    <a:pt x="222415" y="69545"/>
                  </a:lnTo>
                  <a:lnTo>
                    <a:pt x="222592" y="73291"/>
                  </a:lnTo>
                  <a:lnTo>
                    <a:pt x="223418" y="76276"/>
                  </a:lnTo>
                  <a:lnTo>
                    <a:pt x="225094" y="76161"/>
                  </a:lnTo>
                  <a:lnTo>
                    <a:pt x="225640" y="73101"/>
                  </a:lnTo>
                  <a:lnTo>
                    <a:pt x="225285" y="65620"/>
                  </a:lnTo>
                  <a:lnTo>
                    <a:pt x="224828" y="63944"/>
                  </a:lnTo>
                  <a:lnTo>
                    <a:pt x="226314" y="64300"/>
                  </a:lnTo>
                  <a:lnTo>
                    <a:pt x="229514" y="64096"/>
                  </a:lnTo>
                  <a:lnTo>
                    <a:pt x="232714" y="63893"/>
                  </a:lnTo>
                  <a:lnTo>
                    <a:pt x="235280" y="62941"/>
                  </a:lnTo>
                  <a:lnTo>
                    <a:pt x="235191" y="60972"/>
                  </a:lnTo>
                  <a:lnTo>
                    <a:pt x="232549" y="60350"/>
                  </a:lnTo>
                  <a:lnTo>
                    <a:pt x="226148" y="60744"/>
                  </a:lnTo>
                  <a:lnTo>
                    <a:pt x="224624" y="61315"/>
                  </a:lnTo>
                  <a:lnTo>
                    <a:pt x="224942" y="59563"/>
                  </a:lnTo>
                  <a:lnTo>
                    <a:pt x="224764" y="55829"/>
                  </a:lnTo>
                  <a:lnTo>
                    <a:pt x="224599" y="52082"/>
                  </a:lnTo>
                  <a:lnTo>
                    <a:pt x="223774" y="49098"/>
                  </a:lnTo>
                  <a:lnTo>
                    <a:pt x="223418" y="49123"/>
                  </a:lnTo>
                  <a:lnTo>
                    <a:pt x="255181" y="12065"/>
                  </a:lnTo>
                  <a:lnTo>
                    <a:pt x="254762" y="14452"/>
                  </a:lnTo>
                  <a:lnTo>
                    <a:pt x="255104" y="21932"/>
                  </a:lnTo>
                  <a:lnTo>
                    <a:pt x="255549" y="23596"/>
                  </a:lnTo>
                  <a:lnTo>
                    <a:pt x="254152" y="23253"/>
                  </a:lnTo>
                  <a:lnTo>
                    <a:pt x="250952" y="23456"/>
                  </a:lnTo>
                  <a:lnTo>
                    <a:pt x="247738" y="23660"/>
                  </a:lnTo>
                  <a:lnTo>
                    <a:pt x="245173" y="24612"/>
                  </a:lnTo>
                  <a:lnTo>
                    <a:pt x="245275" y="26581"/>
                  </a:lnTo>
                  <a:lnTo>
                    <a:pt x="247916" y="27203"/>
                  </a:lnTo>
                  <a:lnTo>
                    <a:pt x="254317" y="26809"/>
                  </a:lnTo>
                  <a:lnTo>
                    <a:pt x="255752" y="26276"/>
                  </a:lnTo>
                  <a:lnTo>
                    <a:pt x="255460" y="27990"/>
                  </a:lnTo>
                  <a:lnTo>
                    <a:pt x="255625" y="31724"/>
                  </a:lnTo>
                  <a:lnTo>
                    <a:pt x="255790" y="35471"/>
                  </a:lnTo>
                  <a:lnTo>
                    <a:pt x="256616" y="38455"/>
                  </a:lnTo>
                  <a:lnTo>
                    <a:pt x="258292" y="38354"/>
                  </a:lnTo>
                  <a:lnTo>
                    <a:pt x="258838" y="35280"/>
                  </a:lnTo>
                  <a:lnTo>
                    <a:pt x="258495" y="27800"/>
                  </a:lnTo>
                  <a:lnTo>
                    <a:pt x="258038" y="26136"/>
                  </a:lnTo>
                  <a:lnTo>
                    <a:pt x="259511" y="26479"/>
                  </a:lnTo>
                  <a:lnTo>
                    <a:pt x="262712" y="26276"/>
                  </a:lnTo>
                  <a:lnTo>
                    <a:pt x="265925" y="26073"/>
                  </a:lnTo>
                  <a:lnTo>
                    <a:pt x="268490" y="25107"/>
                  </a:lnTo>
                  <a:lnTo>
                    <a:pt x="268465" y="24777"/>
                  </a:lnTo>
                  <a:lnTo>
                    <a:pt x="289814" y="49657"/>
                  </a:lnTo>
                  <a:lnTo>
                    <a:pt x="288188" y="49745"/>
                  </a:lnTo>
                  <a:lnTo>
                    <a:pt x="287642" y="52819"/>
                  </a:lnTo>
                  <a:lnTo>
                    <a:pt x="287985" y="60286"/>
                  </a:lnTo>
                  <a:lnTo>
                    <a:pt x="288442" y="61963"/>
                  </a:lnTo>
                  <a:lnTo>
                    <a:pt x="287032" y="61620"/>
                  </a:lnTo>
                  <a:lnTo>
                    <a:pt x="283832" y="61810"/>
                  </a:lnTo>
                  <a:lnTo>
                    <a:pt x="280631" y="62014"/>
                  </a:lnTo>
                  <a:lnTo>
                    <a:pt x="278066" y="62979"/>
                  </a:lnTo>
                  <a:lnTo>
                    <a:pt x="278155" y="64935"/>
                  </a:lnTo>
                  <a:lnTo>
                    <a:pt x="280797" y="65570"/>
                  </a:lnTo>
                  <a:lnTo>
                    <a:pt x="287210" y="65163"/>
                  </a:lnTo>
                  <a:lnTo>
                    <a:pt x="288632" y="64630"/>
                  </a:lnTo>
                  <a:lnTo>
                    <a:pt x="288340" y="66357"/>
                  </a:lnTo>
                  <a:lnTo>
                    <a:pt x="288505" y="70091"/>
                  </a:lnTo>
                  <a:lnTo>
                    <a:pt x="288671" y="73825"/>
                  </a:lnTo>
                  <a:lnTo>
                    <a:pt x="289509" y="76809"/>
                  </a:lnTo>
                  <a:lnTo>
                    <a:pt x="290042" y="76784"/>
                  </a:lnTo>
                  <a:lnTo>
                    <a:pt x="290042" y="50330"/>
                  </a:lnTo>
                  <a:lnTo>
                    <a:pt x="289877" y="49733"/>
                  </a:lnTo>
                  <a:lnTo>
                    <a:pt x="299656" y="61137"/>
                  </a:lnTo>
                  <a:lnTo>
                    <a:pt x="299656" y="50482"/>
                  </a:lnTo>
                  <a:lnTo>
                    <a:pt x="266750" y="12090"/>
                  </a:lnTo>
                  <a:lnTo>
                    <a:pt x="266750" y="22771"/>
                  </a:lnTo>
                  <a:lnTo>
                    <a:pt x="265760" y="22529"/>
                  </a:lnTo>
                  <a:lnTo>
                    <a:pt x="259346" y="22923"/>
                  </a:lnTo>
                  <a:lnTo>
                    <a:pt x="257835" y="23495"/>
                  </a:lnTo>
                  <a:lnTo>
                    <a:pt x="258140" y="21742"/>
                  </a:lnTo>
                  <a:lnTo>
                    <a:pt x="257975" y="18008"/>
                  </a:lnTo>
                  <a:lnTo>
                    <a:pt x="257810" y="14262"/>
                  </a:lnTo>
                  <a:lnTo>
                    <a:pt x="256984" y="11366"/>
                  </a:lnTo>
                  <a:lnTo>
                    <a:pt x="266750" y="22771"/>
                  </a:lnTo>
                  <a:lnTo>
                    <a:pt x="266750" y="12090"/>
                  </a:lnTo>
                  <a:lnTo>
                    <a:pt x="265531" y="10655"/>
                  </a:lnTo>
                  <a:lnTo>
                    <a:pt x="256933" y="647"/>
                  </a:lnTo>
                  <a:lnTo>
                    <a:pt x="256933" y="11303"/>
                  </a:lnTo>
                  <a:lnTo>
                    <a:pt x="255778" y="11366"/>
                  </a:lnTo>
                  <a:lnTo>
                    <a:pt x="256387" y="10655"/>
                  </a:lnTo>
                  <a:lnTo>
                    <a:pt x="256933" y="11303"/>
                  </a:lnTo>
                  <a:lnTo>
                    <a:pt x="256933" y="647"/>
                  </a:lnTo>
                  <a:lnTo>
                    <a:pt x="256387" y="0"/>
                  </a:lnTo>
                  <a:lnTo>
                    <a:pt x="222338" y="39725"/>
                  </a:lnTo>
                  <a:lnTo>
                    <a:pt x="222338" y="61417"/>
                  </a:lnTo>
                  <a:lnTo>
                    <a:pt x="220954" y="61074"/>
                  </a:lnTo>
                  <a:lnTo>
                    <a:pt x="217741" y="61277"/>
                  </a:lnTo>
                  <a:lnTo>
                    <a:pt x="214541" y="61480"/>
                  </a:lnTo>
                  <a:lnTo>
                    <a:pt x="212051" y="62420"/>
                  </a:lnTo>
                  <a:lnTo>
                    <a:pt x="212051" y="64325"/>
                  </a:lnTo>
                  <a:lnTo>
                    <a:pt x="211226" y="63347"/>
                  </a:lnTo>
                  <a:lnTo>
                    <a:pt x="211975" y="62484"/>
                  </a:lnTo>
                  <a:lnTo>
                    <a:pt x="212051" y="64325"/>
                  </a:lnTo>
                  <a:lnTo>
                    <a:pt x="212051" y="62420"/>
                  </a:lnTo>
                  <a:lnTo>
                    <a:pt x="221767" y="51054"/>
                  </a:lnTo>
                  <a:lnTo>
                    <a:pt x="221551" y="52273"/>
                  </a:lnTo>
                  <a:lnTo>
                    <a:pt x="221894" y="59753"/>
                  </a:lnTo>
                  <a:lnTo>
                    <a:pt x="222338" y="61417"/>
                  </a:lnTo>
                  <a:lnTo>
                    <a:pt x="222338" y="39725"/>
                  </a:lnTo>
                  <a:lnTo>
                    <a:pt x="202082" y="63347"/>
                  </a:lnTo>
                  <a:lnTo>
                    <a:pt x="256387" y="126695"/>
                  </a:lnTo>
                  <a:lnTo>
                    <a:pt x="265531" y="116039"/>
                  </a:lnTo>
                  <a:lnTo>
                    <a:pt x="310692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5" name="object 2125" descr=""/>
            <p:cNvSpPr/>
            <p:nvPr/>
          </p:nvSpPr>
          <p:spPr>
            <a:xfrm>
              <a:off x="7482560" y="7858347"/>
              <a:ext cx="466090" cy="514984"/>
            </a:xfrm>
            <a:custGeom>
              <a:avLst/>
              <a:gdLst/>
              <a:ahLst/>
              <a:cxnLst/>
              <a:rect l="l" t="t" r="r" b="b"/>
              <a:pathLst>
                <a:path w="466090" h="514984">
                  <a:moveTo>
                    <a:pt x="108610" y="451180"/>
                  </a:moveTo>
                  <a:lnTo>
                    <a:pt x="99479" y="440537"/>
                  </a:lnTo>
                  <a:lnTo>
                    <a:pt x="99479" y="451180"/>
                  </a:lnTo>
                  <a:lnTo>
                    <a:pt x="89357" y="462978"/>
                  </a:lnTo>
                  <a:lnTo>
                    <a:pt x="89636" y="461467"/>
                  </a:lnTo>
                  <a:lnTo>
                    <a:pt x="89293" y="453986"/>
                  </a:lnTo>
                  <a:lnTo>
                    <a:pt x="88836" y="452310"/>
                  </a:lnTo>
                  <a:lnTo>
                    <a:pt x="90322" y="452666"/>
                  </a:lnTo>
                  <a:lnTo>
                    <a:pt x="93522" y="452462"/>
                  </a:lnTo>
                  <a:lnTo>
                    <a:pt x="96723" y="452259"/>
                  </a:lnTo>
                  <a:lnTo>
                    <a:pt x="99288" y="451294"/>
                  </a:lnTo>
                  <a:lnTo>
                    <a:pt x="99263" y="450951"/>
                  </a:lnTo>
                  <a:lnTo>
                    <a:pt x="99479" y="451180"/>
                  </a:lnTo>
                  <a:lnTo>
                    <a:pt x="99479" y="440537"/>
                  </a:lnTo>
                  <a:lnTo>
                    <a:pt x="97561" y="438289"/>
                  </a:lnTo>
                  <a:lnTo>
                    <a:pt x="97561" y="448957"/>
                  </a:lnTo>
                  <a:lnTo>
                    <a:pt x="96558" y="448716"/>
                  </a:lnTo>
                  <a:lnTo>
                    <a:pt x="90144" y="449110"/>
                  </a:lnTo>
                  <a:lnTo>
                    <a:pt x="88633" y="449681"/>
                  </a:lnTo>
                  <a:lnTo>
                    <a:pt x="88938" y="447929"/>
                  </a:lnTo>
                  <a:lnTo>
                    <a:pt x="88773" y="444195"/>
                  </a:lnTo>
                  <a:lnTo>
                    <a:pt x="88607" y="440448"/>
                  </a:lnTo>
                  <a:lnTo>
                    <a:pt x="87960" y="438137"/>
                  </a:lnTo>
                  <a:lnTo>
                    <a:pt x="87960" y="464616"/>
                  </a:lnTo>
                  <a:lnTo>
                    <a:pt x="54305" y="503859"/>
                  </a:lnTo>
                  <a:lnTo>
                    <a:pt x="42621" y="490258"/>
                  </a:lnTo>
                  <a:lnTo>
                    <a:pt x="45212" y="490855"/>
                  </a:lnTo>
                  <a:lnTo>
                    <a:pt x="51612" y="490461"/>
                  </a:lnTo>
                  <a:lnTo>
                    <a:pt x="53047" y="489927"/>
                  </a:lnTo>
                  <a:lnTo>
                    <a:pt x="52755" y="491642"/>
                  </a:lnTo>
                  <a:lnTo>
                    <a:pt x="52920" y="495376"/>
                  </a:lnTo>
                  <a:lnTo>
                    <a:pt x="53086" y="499122"/>
                  </a:lnTo>
                  <a:lnTo>
                    <a:pt x="53911" y="502107"/>
                  </a:lnTo>
                  <a:lnTo>
                    <a:pt x="55587" y="501992"/>
                  </a:lnTo>
                  <a:lnTo>
                    <a:pt x="56134" y="498932"/>
                  </a:lnTo>
                  <a:lnTo>
                    <a:pt x="55791" y="491451"/>
                  </a:lnTo>
                  <a:lnTo>
                    <a:pt x="55333" y="489788"/>
                  </a:lnTo>
                  <a:lnTo>
                    <a:pt x="56807" y="490131"/>
                  </a:lnTo>
                  <a:lnTo>
                    <a:pt x="60020" y="489927"/>
                  </a:lnTo>
                  <a:lnTo>
                    <a:pt x="63220" y="489724"/>
                  </a:lnTo>
                  <a:lnTo>
                    <a:pt x="65786" y="488759"/>
                  </a:lnTo>
                  <a:lnTo>
                    <a:pt x="65684" y="486803"/>
                  </a:lnTo>
                  <a:lnTo>
                    <a:pt x="63055" y="486181"/>
                  </a:lnTo>
                  <a:lnTo>
                    <a:pt x="56642" y="486575"/>
                  </a:lnTo>
                  <a:lnTo>
                    <a:pt x="55130" y="487146"/>
                  </a:lnTo>
                  <a:lnTo>
                    <a:pt x="55435" y="485394"/>
                  </a:lnTo>
                  <a:lnTo>
                    <a:pt x="55270" y="481660"/>
                  </a:lnTo>
                  <a:lnTo>
                    <a:pt x="55105" y="477913"/>
                  </a:lnTo>
                  <a:lnTo>
                    <a:pt x="54267" y="474929"/>
                  </a:lnTo>
                  <a:lnTo>
                    <a:pt x="52603" y="475043"/>
                  </a:lnTo>
                  <a:lnTo>
                    <a:pt x="52057" y="478104"/>
                  </a:lnTo>
                  <a:lnTo>
                    <a:pt x="52400" y="485584"/>
                  </a:lnTo>
                  <a:lnTo>
                    <a:pt x="52844" y="487248"/>
                  </a:lnTo>
                  <a:lnTo>
                    <a:pt x="51447" y="486905"/>
                  </a:lnTo>
                  <a:lnTo>
                    <a:pt x="48247" y="487108"/>
                  </a:lnTo>
                  <a:lnTo>
                    <a:pt x="45034" y="487311"/>
                  </a:lnTo>
                  <a:lnTo>
                    <a:pt x="42481" y="488264"/>
                  </a:lnTo>
                  <a:lnTo>
                    <a:pt x="42557" y="490181"/>
                  </a:lnTo>
                  <a:lnTo>
                    <a:pt x="20205" y="464096"/>
                  </a:lnTo>
                  <a:lnTo>
                    <a:pt x="23558" y="464096"/>
                  </a:lnTo>
                  <a:lnTo>
                    <a:pt x="23558" y="458939"/>
                  </a:lnTo>
                  <a:lnTo>
                    <a:pt x="23558" y="451967"/>
                  </a:lnTo>
                  <a:lnTo>
                    <a:pt x="24231" y="452120"/>
                  </a:lnTo>
                  <a:lnTo>
                    <a:pt x="27432" y="451916"/>
                  </a:lnTo>
                  <a:lnTo>
                    <a:pt x="30632" y="451726"/>
                  </a:lnTo>
                  <a:lnTo>
                    <a:pt x="33197" y="450761"/>
                  </a:lnTo>
                  <a:lnTo>
                    <a:pt x="33108" y="448805"/>
                  </a:lnTo>
                  <a:lnTo>
                    <a:pt x="30467" y="448170"/>
                  </a:lnTo>
                  <a:lnTo>
                    <a:pt x="24066" y="448576"/>
                  </a:lnTo>
                  <a:lnTo>
                    <a:pt x="22555" y="449148"/>
                  </a:lnTo>
                  <a:lnTo>
                    <a:pt x="22860" y="447395"/>
                  </a:lnTo>
                  <a:lnTo>
                    <a:pt x="22682" y="443649"/>
                  </a:lnTo>
                  <a:lnTo>
                    <a:pt x="22517" y="439915"/>
                  </a:lnTo>
                  <a:lnTo>
                    <a:pt x="21691" y="436930"/>
                  </a:lnTo>
                  <a:lnTo>
                    <a:pt x="21336" y="436956"/>
                  </a:lnTo>
                  <a:lnTo>
                    <a:pt x="53086" y="399910"/>
                  </a:lnTo>
                  <a:lnTo>
                    <a:pt x="52679" y="402285"/>
                  </a:lnTo>
                  <a:lnTo>
                    <a:pt x="53022" y="409752"/>
                  </a:lnTo>
                  <a:lnTo>
                    <a:pt x="53467" y="411429"/>
                  </a:lnTo>
                  <a:lnTo>
                    <a:pt x="52070" y="411086"/>
                  </a:lnTo>
                  <a:lnTo>
                    <a:pt x="48869" y="411276"/>
                  </a:lnTo>
                  <a:lnTo>
                    <a:pt x="45656" y="411480"/>
                  </a:lnTo>
                  <a:lnTo>
                    <a:pt x="43091" y="412445"/>
                  </a:lnTo>
                  <a:lnTo>
                    <a:pt x="43192" y="414401"/>
                  </a:lnTo>
                  <a:lnTo>
                    <a:pt x="45834" y="415023"/>
                  </a:lnTo>
                  <a:lnTo>
                    <a:pt x="52235" y="414629"/>
                  </a:lnTo>
                  <a:lnTo>
                    <a:pt x="53670" y="414096"/>
                  </a:lnTo>
                  <a:lnTo>
                    <a:pt x="53378" y="415823"/>
                  </a:lnTo>
                  <a:lnTo>
                    <a:pt x="53543" y="419557"/>
                  </a:lnTo>
                  <a:lnTo>
                    <a:pt x="53708" y="423291"/>
                  </a:lnTo>
                  <a:lnTo>
                    <a:pt x="54533" y="426275"/>
                  </a:lnTo>
                  <a:lnTo>
                    <a:pt x="56210" y="426173"/>
                  </a:lnTo>
                  <a:lnTo>
                    <a:pt x="56756" y="423100"/>
                  </a:lnTo>
                  <a:lnTo>
                    <a:pt x="56413" y="415632"/>
                  </a:lnTo>
                  <a:lnTo>
                    <a:pt x="55943" y="413956"/>
                  </a:lnTo>
                  <a:lnTo>
                    <a:pt x="57429" y="414299"/>
                  </a:lnTo>
                  <a:lnTo>
                    <a:pt x="60629" y="414096"/>
                  </a:lnTo>
                  <a:lnTo>
                    <a:pt x="63842" y="413905"/>
                  </a:lnTo>
                  <a:lnTo>
                    <a:pt x="66408" y="412940"/>
                  </a:lnTo>
                  <a:lnTo>
                    <a:pt x="66382" y="412610"/>
                  </a:lnTo>
                  <a:lnTo>
                    <a:pt x="87718" y="437476"/>
                  </a:lnTo>
                  <a:lnTo>
                    <a:pt x="86106" y="437578"/>
                  </a:lnTo>
                  <a:lnTo>
                    <a:pt x="85559" y="440639"/>
                  </a:lnTo>
                  <a:lnTo>
                    <a:pt x="85902" y="448119"/>
                  </a:lnTo>
                  <a:lnTo>
                    <a:pt x="86347" y="449783"/>
                  </a:lnTo>
                  <a:lnTo>
                    <a:pt x="84950" y="449440"/>
                  </a:lnTo>
                  <a:lnTo>
                    <a:pt x="81749" y="449643"/>
                  </a:lnTo>
                  <a:lnTo>
                    <a:pt x="78549" y="449846"/>
                  </a:lnTo>
                  <a:lnTo>
                    <a:pt x="75984" y="450799"/>
                  </a:lnTo>
                  <a:lnTo>
                    <a:pt x="76073" y="452767"/>
                  </a:lnTo>
                  <a:lnTo>
                    <a:pt x="78714" y="453390"/>
                  </a:lnTo>
                  <a:lnTo>
                    <a:pt x="85128" y="452996"/>
                  </a:lnTo>
                  <a:lnTo>
                    <a:pt x="86550" y="452462"/>
                  </a:lnTo>
                  <a:lnTo>
                    <a:pt x="86258" y="454177"/>
                  </a:lnTo>
                  <a:lnTo>
                    <a:pt x="86423" y="457911"/>
                  </a:lnTo>
                  <a:lnTo>
                    <a:pt x="86588" y="461657"/>
                  </a:lnTo>
                  <a:lnTo>
                    <a:pt x="87426" y="464642"/>
                  </a:lnTo>
                  <a:lnTo>
                    <a:pt x="87960" y="464616"/>
                  </a:lnTo>
                  <a:lnTo>
                    <a:pt x="87960" y="438137"/>
                  </a:lnTo>
                  <a:lnTo>
                    <a:pt x="87807" y="437578"/>
                  </a:lnTo>
                  <a:lnTo>
                    <a:pt x="97561" y="448957"/>
                  </a:lnTo>
                  <a:lnTo>
                    <a:pt x="97561" y="438289"/>
                  </a:lnTo>
                  <a:lnTo>
                    <a:pt x="64655" y="399897"/>
                  </a:lnTo>
                  <a:lnTo>
                    <a:pt x="64655" y="410591"/>
                  </a:lnTo>
                  <a:lnTo>
                    <a:pt x="63677" y="410349"/>
                  </a:lnTo>
                  <a:lnTo>
                    <a:pt x="57264" y="410756"/>
                  </a:lnTo>
                  <a:lnTo>
                    <a:pt x="55753" y="411327"/>
                  </a:lnTo>
                  <a:lnTo>
                    <a:pt x="56057" y="409575"/>
                  </a:lnTo>
                  <a:lnTo>
                    <a:pt x="55892" y="405828"/>
                  </a:lnTo>
                  <a:lnTo>
                    <a:pt x="55727" y="402094"/>
                  </a:lnTo>
                  <a:lnTo>
                    <a:pt x="54902" y="399199"/>
                  </a:lnTo>
                  <a:lnTo>
                    <a:pt x="64655" y="410591"/>
                  </a:lnTo>
                  <a:lnTo>
                    <a:pt x="64655" y="399897"/>
                  </a:lnTo>
                  <a:lnTo>
                    <a:pt x="63449" y="398487"/>
                  </a:lnTo>
                  <a:lnTo>
                    <a:pt x="54838" y="388442"/>
                  </a:lnTo>
                  <a:lnTo>
                    <a:pt x="54838" y="399122"/>
                  </a:lnTo>
                  <a:lnTo>
                    <a:pt x="53708" y="399186"/>
                  </a:lnTo>
                  <a:lnTo>
                    <a:pt x="54305" y="398487"/>
                  </a:lnTo>
                  <a:lnTo>
                    <a:pt x="54838" y="399122"/>
                  </a:lnTo>
                  <a:lnTo>
                    <a:pt x="54838" y="388442"/>
                  </a:lnTo>
                  <a:lnTo>
                    <a:pt x="54305" y="387819"/>
                  </a:lnTo>
                  <a:lnTo>
                    <a:pt x="20269" y="427532"/>
                  </a:lnTo>
                  <a:lnTo>
                    <a:pt x="20269" y="449249"/>
                  </a:lnTo>
                  <a:lnTo>
                    <a:pt x="20167" y="452031"/>
                  </a:lnTo>
                  <a:lnTo>
                    <a:pt x="20167" y="458939"/>
                  </a:lnTo>
                  <a:lnTo>
                    <a:pt x="20167" y="464058"/>
                  </a:lnTo>
                  <a:lnTo>
                    <a:pt x="10045" y="452247"/>
                  </a:lnTo>
                  <a:lnTo>
                    <a:pt x="12623" y="452843"/>
                  </a:lnTo>
                  <a:lnTo>
                    <a:pt x="19037" y="452450"/>
                  </a:lnTo>
                  <a:lnTo>
                    <a:pt x="20167" y="452031"/>
                  </a:lnTo>
                  <a:lnTo>
                    <a:pt x="20167" y="449237"/>
                  </a:lnTo>
                  <a:lnTo>
                    <a:pt x="18872" y="448906"/>
                  </a:lnTo>
                  <a:lnTo>
                    <a:pt x="15659" y="449097"/>
                  </a:lnTo>
                  <a:lnTo>
                    <a:pt x="12458" y="449300"/>
                  </a:lnTo>
                  <a:lnTo>
                    <a:pt x="9969" y="450253"/>
                  </a:lnTo>
                  <a:lnTo>
                    <a:pt x="9969" y="452158"/>
                  </a:lnTo>
                  <a:lnTo>
                    <a:pt x="9144" y="451180"/>
                  </a:lnTo>
                  <a:lnTo>
                    <a:pt x="9893" y="450316"/>
                  </a:lnTo>
                  <a:lnTo>
                    <a:pt x="9969" y="452158"/>
                  </a:lnTo>
                  <a:lnTo>
                    <a:pt x="9969" y="450253"/>
                  </a:lnTo>
                  <a:lnTo>
                    <a:pt x="19685" y="438886"/>
                  </a:lnTo>
                  <a:lnTo>
                    <a:pt x="19469" y="440105"/>
                  </a:lnTo>
                  <a:lnTo>
                    <a:pt x="19812" y="447573"/>
                  </a:lnTo>
                  <a:lnTo>
                    <a:pt x="20269" y="449249"/>
                  </a:lnTo>
                  <a:lnTo>
                    <a:pt x="20269" y="427532"/>
                  </a:lnTo>
                  <a:lnTo>
                    <a:pt x="0" y="451180"/>
                  </a:lnTo>
                  <a:lnTo>
                    <a:pt x="54305" y="514527"/>
                  </a:lnTo>
                  <a:lnTo>
                    <a:pt x="63449" y="503859"/>
                  </a:lnTo>
                  <a:lnTo>
                    <a:pt x="108610" y="451180"/>
                  </a:lnTo>
                  <a:close/>
                </a:path>
                <a:path w="466090" h="514984">
                  <a:moveTo>
                    <a:pt x="235038" y="450761"/>
                  </a:moveTo>
                  <a:lnTo>
                    <a:pt x="234937" y="448805"/>
                  </a:lnTo>
                  <a:lnTo>
                    <a:pt x="232295" y="448170"/>
                  </a:lnTo>
                  <a:lnTo>
                    <a:pt x="225894" y="448576"/>
                  </a:lnTo>
                  <a:lnTo>
                    <a:pt x="223342" y="449529"/>
                  </a:lnTo>
                  <a:lnTo>
                    <a:pt x="223418" y="451497"/>
                  </a:lnTo>
                  <a:lnTo>
                    <a:pt x="226060" y="452120"/>
                  </a:lnTo>
                  <a:lnTo>
                    <a:pt x="229260" y="451916"/>
                  </a:lnTo>
                  <a:lnTo>
                    <a:pt x="232473" y="451726"/>
                  </a:lnTo>
                  <a:lnTo>
                    <a:pt x="235038" y="450761"/>
                  </a:lnTo>
                  <a:close/>
                </a:path>
                <a:path w="466090" h="514984">
                  <a:moveTo>
                    <a:pt x="267614" y="488759"/>
                  </a:moveTo>
                  <a:lnTo>
                    <a:pt x="267525" y="486803"/>
                  </a:lnTo>
                  <a:lnTo>
                    <a:pt x="264883" y="486181"/>
                  </a:lnTo>
                  <a:lnTo>
                    <a:pt x="258470" y="486575"/>
                  </a:lnTo>
                  <a:lnTo>
                    <a:pt x="256959" y="487146"/>
                  </a:lnTo>
                  <a:lnTo>
                    <a:pt x="257263" y="485394"/>
                  </a:lnTo>
                  <a:lnTo>
                    <a:pt x="257098" y="481660"/>
                  </a:lnTo>
                  <a:lnTo>
                    <a:pt x="256933" y="477913"/>
                  </a:lnTo>
                  <a:lnTo>
                    <a:pt x="256108" y="474929"/>
                  </a:lnTo>
                  <a:lnTo>
                    <a:pt x="254431" y="475043"/>
                  </a:lnTo>
                  <a:lnTo>
                    <a:pt x="253885" y="478104"/>
                  </a:lnTo>
                  <a:lnTo>
                    <a:pt x="254228" y="485584"/>
                  </a:lnTo>
                  <a:lnTo>
                    <a:pt x="254673" y="487248"/>
                  </a:lnTo>
                  <a:lnTo>
                    <a:pt x="253276" y="486905"/>
                  </a:lnTo>
                  <a:lnTo>
                    <a:pt x="250075" y="487108"/>
                  </a:lnTo>
                  <a:lnTo>
                    <a:pt x="246875" y="487311"/>
                  </a:lnTo>
                  <a:lnTo>
                    <a:pt x="244309" y="488264"/>
                  </a:lnTo>
                  <a:lnTo>
                    <a:pt x="244398" y="490232"/>
                  </a:lnTo>
                  <a:lnTo>
                    <a:pt x="247040" y="490855"/>
                  </a:lnTo>
                  <a:lnTo>
                    <a:pt x="253441" y="490461"/>
                  </a:lnTo>
                  <a:lnTo>
                    <a:pt x="254876" y="489927"/>
                  </a:lnTo>
                  <a:lnTo>
                    <a:pt x="254584" y="491642"/>
                  </a:lnTo>
                  <a:lnTo>
                    <a:pt x="254749" y="495376"/>
                  </a:lnTo>
                  <a:lnTo>
                    <a:pt x="254914" y="499122"/>
                  </a:lnTo>
                  <a:lnTo>
                    <a:pt x="255739" y="502107"/>
                  </a:lnTo>
                  <a:lnTo>
                    <a:pt x="257416" y="501992"/>
                  </a:lnTo>
                  <a:lnTo>
                    <a:pt x="257962" y="498932"/>
                  </a:lnTo>
                  <a:lnTo>
                    <a:pt x="257619" y="491451"/>
                  </a:lnTo>
                  <a:lnTo>
                    <a:pt x="257162" y="489788"/>
                  </a:lnTo>
                  <a:lnTo>
                    <a:pt x="258635" y="490131"/>
                  </a:lnTo>
                  <a:lnTo>
                    <a:pt x="261848" y="489927"/>
                  </a:lnTo>
                  <a:lnTo>
                    <a:pt x="265049" y="489724"/>
                  </a:lnTo>
                  <a:lnTo>
                    <a:pt x="267614" y="488759"/>
                  </a:lnTo>
                  <a:close/>
                </a:path>
                <a:path w="466090" h="514984">
                  <a:moveTo>
                    <a:pt x="268236" y="412940"/>
                  </a:moveTo>
                  <a:lnTo>
                    <a:pt x="268147" y="410984"/>
                  </a:lnTo>
                  <a:lnTo>
                    <a:pt x="265506" y="410349"/>
                  </a:lnTo>
                  <a:lnTo>
                    <a:pt x="259092" y="410756"/>
                  </a:lnTo>
                  <a:lnTo>
                    <a:pt x="257581" y="411327"/>
                  </a:lnTo>
                  <a:lnTo>
                    <a:pt x="257886" y="409575"/>
                  </a:lnTo>
                  <a:lnTo>
                    <a:pt x="257721" y="405828"/>
                  </a:lnTo>
                  <a:lnTo>
                    <a:pt x="257556" y="402094"/>
                  </a:lnTo>
                  <a:lnTo>
                    <a:pt x="256730" y="399110"/>
                  </a:lnTo>
                  <a:lnTo>
                    <a:pt x="255054" y="399211"/>
                  </a:lnTo>
                  <a:lnTo>
                    <a:pt x="254508" y="402285"/>
                  </a:lnTo>
                  <a:lnTo>
                    <a:pt x="254850" y="409752"/>
                  </a:lnTo>
                  <a:lnTo>
                    <a:pt x="255295" y="411429"/>
                  </a:lnTo>
                  <a:lnTo>
                    <a:pt x="253898" y="411086"/>
                  </a:lnTo>
                  <a:lnTo>
                    <a:pt x="250698" y="411276"/>
                  </a:lnTo>
                  <a:lnTo>
                    <a:pt x="247497" y="411480"/>
                  </a:lnTo>
                  <a:lnTo>
                    <a:pt x="244932" y="412445"/>
                  </a:lnTo>
                  <a:lnTo>
                    <a:pt x="245021" y="414401"/>
                  </a:lnTo>
                  <a:lnTo>
                    <a:pt x="247662" y="415023"/>
                  </a:lnTo>
                  <a:lnTo>
                    <a:pt x="254063" y="414629"/>
                  </a:lnTo>
                  <a:lnTo>
                    <a:pt x="255498" y="414096"/>
                  </a:lnTo>
                  <a:lnTo>
                    <a:pt x="255206" y="415823"/>
                  </a:lnTo>
                  <a:lnTo>
                    <a:pt x="255371" y="419557"/>
                  </a:lnTo>
                  <a:lnTo>
                    <a:pt x="255536" y="423291"/>
                  </a:lnTo>
                  <a:lnTo>
                    <a:pt x="256362" y="426275"/>
                  </a:lnTo>
                  <a:lnTo>
                    <a:pt x="258038" y="426173"/>
                  </a:lnTo>
                  <a:lnTo>
                    <a:pt x="258584" y="423100"/>
                  </a:lnTo>
                  <a:lnTo>
                    <a:pt x="258241" y="415632"/>
                  </a:lnTo>
                  <a:lnTo>
                    <a:pt x="257784" y="413956"/>
                  </a:lnTo>
                  <a:lnTo>
                    <a:pt x="259257" y="414299"/>
                  </a:lnTo>
                  <a:lnTo>
                    <a:pt x="262470" y="414096"/>
                  </a:lnTo>
                  <a:lnTo>
                    <a:pt x="265671" y="413905"/>
                  </a:lnTo>
                  <a:lnTo>
                    <a:pt x="268236" y="412940"/>
                  </a:lnTo>
                  <a:close/>
                </a:path>
                <a:path w="466090" h="514984">
                  <a:moveTo>
                    <a:pt x="301117" y="451294"/>
                  </a:moveTo>
                  <a:lnTo>
                    <a:pt x="301028" y="449338"/>
                  </a:lnTo>
                  <a:lnTo>
                    <a:pt x="298386" y="448716"/>
                  </a:lnTo>
                  <a:lnTo>
                    <a:pt x="291985" y="449110"/>
                  </a:lnTo>
                  <a:lnTo>
                    <a:pt x="290474" y="449681"/>
                  </a:lnTo>
                  <a:lnTo>
                    <a:pt x="290779" y="447929"/>
                  </a:lnTo>
                  <a:lnTo>
                    <a:pt x="290601" y="444195"/>
                  </a:lnTo>
                  <a:lnTo>
                    <a:pt x="290436" y="440448"/>
                  </a:lnTo>
                  <a:lnTo>
                    <a:pt x="289610" y="437464"/>
                  </a:lnTo>
                  <a:lnTo>
                    <a:pt x="287934" y="437578"/>
                  </a:lnTo>
                  <a:lnTo>
                    <a:pt x="287388" y="440639"/>
                  </a:lnTo>
                  <a:lnTo>
                    <a:pt x="287743" y="448119"/>
                  </a:lnTo>
                  <a:lnTo>
                    <a:pt x="288188" y="449783"/>
                  </a:lnTo>
                  <a:lnTo>
                    <a:pt x="286791" y="449440"/>
                  </a:lnTo>
                  <a:lnTo>
                    <a:pt x="283578" y="449643"/>
                  </a:lnTo>
                  <a:lnTo>
                    <a:pt x="280377" y="449846"/>
                  </a:lnTo>
                  <a:lnTo>
                    <a:pt x="277812" y="450799"/>
                  </a:lnTo>
                  <a:lnTo>
                    <a:pt x="277901" y="452767"/>
                  </a:lnTo>
                  <a:lnTo>
                    <a:pt x="280543" y="453390"/>
                  </a:lnTo>
                  <a:lnTo>
                    <a:pt x="286956" y="452996"/>
                  </a:lnTo>
                  <a:lnTo>
                    <a:pt x="288378" y="452462"/>
                  </a:lnTo>
                  <a:lnTo>
                    <a:pt x="288086" y="454177"/>
                  </a:lnTo>
                  <a:lnTo>
                    <a:pt x="288264" y="457911"/>
                  </a:lnTo>
                  <a:lnTo>
                    <a:pt x="288429" y="461657"/>
                  </a:lnTo>
                  <a:lnTo>
                    <a:pt x="289255" y="464642"/>
                  </a:lnTo>
                  <a:lnTo>
                    <a:pt x="290931" y="464527"/>
                  </a:lnTo>
                  <a:lnTo>
                    <a:pt x="291477" y="461467"/>
                  </a:lnTo>
                  <a:lnTo>
                    <a:pt x="291122" y="453986"/>
                  </a:lnTo>
                  <a:lnTo>
                    <a:pt x="290664" y="452310"/>
                  </a:lnTo>
                  <a:lnTo>
                    <a:pt x="292150" y="452666"/>
                  </a:lnTo>
                  <a:lnTo>
                    <a:pt x="295351" y="452462"/>
                  </a:lnTo>
                  <a:lnTo>
                    <a:pt x="298551" y="452259"/>
                  </a:lnTo>
                  <a:lnTo>
                    <a:pt x="301117" y="451294"/>
                  </a:lnTo>
                  <a:close/>
                </a:path>
                <a:path w="466090" h="514984">
                  <a:moveTo>
                    <a:pt x="360984" y="374015"/>
                  </a:moveTo>
                  <a:lnTo>
                    <a:pt x="351853" y="363372"/>
                  </a:lnTo>
                  <a:lnTo>
                    <a:pt x="351853" y="374015"/>
                  </a:lnTo>
                  <a:lnTo>
                    <a:pt x="341744" y="385800"/>
                  </a:lnTo>
                  <a:lnTo>
                    <a:pt x="342011" y="384302"/>
                  </a:lnTo>
                  <a:lnTo>
                    <a:pt x="341668" y="376834"/>
                  </a:lnTo>
                  <a:lnTo>
                    <a:pt x="341210" y="375158"/>
                  </a:lnTo>
                  <a:lnTo>
                    <a:pt x="342696" y="375500"/>
                  </a:lnTo>
                  <a:lnTo>
                    <a:pt x="345897" y="375297"/>
                  </a:lnTo>
                  <a:lnTo>
                    <a:pt x="349097" y="375107"/>
                  </a:lnTo>
                  <a:lnTo>
                    <a:pt x="351663" y="374142"/>
                  </a:lnTo>
                  <a:lnTo>
                    <a:pt x="351637" y="373773"/>
                  </a:lnTo>
                  <a:lnTo>
                    <a:pt x="351853" y="374015"/>
                  </a:lnTo>
                  <a:lnTo>
                    <a:pt x="351853" y="363372"/>
                  </a:lnTo>
                  <a:lnTo>
                    <a:pt x="349948" y="361149"/>
                  </a:lnTo>
                  <a:lnTo>
                    <a:pt x="349948" y="371805"/>
                  </a:lnTo>
                  <a:lnTo>
                    <a:pt x="348932" y="371551"/>
                  </a:lnTo>
                  <a:lnTo>
                    <a:pt x="342519" y="371944"/>
                  </a:lnTo>
                  <a:lnTo>
                    <a:pt x="341007" y="372516"/>
                  </a:lnTo>
                  <a:lnTo>
                    <a:pt x="341312" y="370763"/>
                  </a:lnTo>
                  <a:lnTo>
                    <a:pt x="341147" y="367030"/>
                  </a:lnTo>
                  <a:lnTo>
                    <a:pt x="340982" y="363296"/>
                  </a:lnTo>
                  <a:lnTo>
                    <a:pt x="340334" y="360997"/>
                  </a:lnTo>
                  <a:lnTo>
                    <a:pt x="340334" y="387451"/>
                  </a:lnTo>
                  <a:lnTo>
                    <a:pt x="306679" y="426707"/>
                  </a:lnTo>
                  <a:lnTo>
                    <a:pt x="294995" y="413080"/>
                  </a:lnTo>
                  <a:lnTo>
                    <a:pt x="297586" y="413689"/>
                  </a:lnTo>
                  <a:lnTo>
                    <a:pt x="303987" y="413296"/>
                  </a:lnTo>
                  <a:lnTo>
                    <a:pt x="305422" y="412762"/>
                  </a:lnTo>
                  <a:lnTo>
                    <a:pt x="305130" y="414477"/>
                  </a:lnTo>
                  <a:lnTo>
                    <a:pt x="305295" y="418223"/>
                  </a:lnTo>
                  <a:lnTo>
                    <a:pt x="305460" y="421957"/>
                  </a:lnTo>
                  <a:lnTo>
                    <a:pt x="306285" y="424942"/>
                  </a:lnTo>
                  <a:lnTo>
                    <a:pt x="307962" y="424840"/>
                  </a:lnTo>
                  <a:lnTo>
                    <a:pt x="308508" y="421767"/>
                  </a:lnTo>
                  <a:lnTo>
                    <a:pt x="308165" y="414299"/>
                  </a:lnTo>
                  <a:lnTo>
                    <a:pt x="307695" y="412623"/>
                  </a:lnTo>
                  <a:lnTo>
                    <a:pt x="309181" y="412965"/>
                  </a:lnTo>
                  <a:lnTo>
                    <a:pt x="312394" y="412762"/>
                  </a:lnTo>
                  <a:lnTo>
                    <a:pt x="315595" y="412572"/>
                  </a:lnTo>
                  <a:lnTo>
                    <a:pt x="318160" y="411607"/>
                  </a:lnTo>
                  <a:lnTo>
                    <a:pt x="318058" y="409651"/>
                  </a:lnTo>
                  <a:lnTo>
                    <a:pt x="315429" y="409016"/>
                  </a:lnTo>
                  <a:lnTo>
                    <a:pt x="309016" y="409409"/>
                  </a:lnTo>
                  <a:lnTo>
                    <a:pt x="307505" y="409981"/>
                  </a:lnTo>
                  <a:lnTo>
                    <a:pt x="307809" y="408228"/>
                  </a:lnTo>
                  <a:lnTo>
                    <a:pt x="307644" y="404495"/>
                  </a:lnTo>
                  <a:lnTo>
                    <a:pt x="307479" y="400761"/>
                  </a:lnTo>
                  <a:lnTo>
                    <a:pt x="306654" y="397776"/>
                  </a:lnTo>
                  <a:lnTo>
                    <a:pt x="304977" y="397878"/>
                  </a:lnTo>
                  <a:lnTo>
                    <a:pt x="304431" y="400951"/>
                  </a:lnTo>
                  <a:lnTo>
                    <a:pt x="304774" y="408419"/>
                  </a:lnTo>
                  <a:lnTo>
                    <a:pt x="305219" y="410095"/>
                  </a:lnTo>
                  <a:lnTo>
                    <a:pt x="303822" y="409752"/>
                  </a:lnTo>
                  <a:lnTo>
                    <a:pt x="300621" y="409943"/>
                  </a:lnTo>
                  <a:lnTo>
                    <a:pt x="297408" y="410146"/>
                  </a:lnTo>
                  <a:lnTo>
                    <a:pt x="294843" y="411111"/>
                  </a:lnTo>
                  <a:lnTo>
                    <a:pt x="294932" y="413016"/>
                  </a:lnTo>
                  <a:lnTo>
                    <a:pt x="262420" y="375081"/>
                  </a:lnTo>
                  <a:lnTo>
                    <a:pt x="264998" y="375691"/>
                  </a:lnTo>
                  <a:lnTo>
                    <a:pt x="271411" y="375285"/>
                  </a:lnTo>
                  <a:lnTo>
                    <a:pt x="272834" y="374751"/>
                  </a:lnTo>
                  <a:lnTo>
                    <a:pt x="272542" y="376478"/>
                  </a:lnTo>
                  <a:lnTo>
                    <a:pt x="272707" y="380212"/>
                  </a:lnTo>
                  <a:lnTo>
                    <a:pt x="272884" y="383959"/>
                  </a:lnTo>
                  <a:lnTo>
                    <a:pt x="273710" y="386943"/>
                  </a:lnTo>
                  <a:lnTo>
                    <a:pt x="275386" y="386829"/>
                  </a:lnTo>
                  <a:lnTo>
                    <a:pt x="275932" y="383768"/>
                  </a:lnTo>
                  <a:lnTo>
                    <a:pt x="275577" y="376288"/>
                  </a:lnTo>
                  <a:lnTo>
                    <a:pt x="275120" y="374611"/>
                  </a:lnTo>
                  <a:lnTo>
                    <a:pt x="276606" y="374954"/>
                  </a:lnTo>
                  <a:lnTo>
                    <a:pt x="279806" y="374764"/>
                  </a:lnTo>
                  <a:lnTo>
                    <a:pt x="283006" y="374561"/>
                  </a:lnTo>
                  <a:lnTo>
                    <a:pt x="285572" y="373595"/>
                  </a:lnTo>
                  <a:lnTo>
                    <a:pt x="285483" y="371640"/>
                  </a:lnTo>
                  <a:lnTo>
                    <a:pt x="282841" y="371017"/>
                  </a:lnTo>
                  <a:lnTo>
                    <a:pt x="276440" y="371411"/>
                  </a:lnTo>
                  <a:lnTo>
                    <a:pt x="274916" y="371983"/>
                  </a:lnTo>
                  <a:lnTo>
                    <a:pt x="275234" y="370230"/>
                  </a:lnTo>
                  <a:lnTo>
                    <a:pt x="275056" y="366496"/>
                  </a:lnTo>
                  <a:lnTo>
                    <a:pt x="274891" y="362750"/>
                  </a:lnTo>
                  <a:lnTo>
                    <a:pt x="274066" y="359765"/>
                  </a:lnTo>
                  <a:lnTo>
                    <a:pt x="273710" y="359791"/>
                  </a:lnTo>
                  <a:lnTo>
                    <a:pt x="305473" y="322732"/>
                  </a:lnTo>
                  <a:lnTo>
                    <a:pt x="305054" y="325120"/>
                  </a:lnTo>
                  <a:lnTo>
                    <a:pt x="305396" y="332600"/>
                  </a:lnTo>
                  <a:lnTo>
                    <a:pt x="305841" y="334251"/>
                  </a:lnTo>
                  <a:lnTo>
                    <a:pt x="304444" y="333921"/>
                  </a:lnTo>
                  <a:lnTo>
                    <a:pt x="301244" y="334124"/>
                  </a:lnTo>
                  <a:lnTo>
                    <a:pt x="298030" y="334314"/>
                  </a:lnTo>
                  <a:lnTo>
                    <a:pt x="295465" y="335280"/>
                  </a:lnTo>
                  <a:lnTo>
                    <a:pt x="295567" y="337235"/>
                  </a:lnTo>
                  <a:lnTo>
                    <a:pt x="298208" y="337870"/>
                  </a:lnTo>
                  <a:lnTo>
                    <a:pt x="304609" y="337464"/>
                  </a:lnTo>
                  <a:lnTo>
                    <a:pt x="306044" y="336931"/>
                  </a:lnTo>
                  <a:lnTo>
                    <a:pt x="305752" y="338658"/>
                  </a:lnTo>
                  <a:lnTo>
                    <a:pt x="305917" y="342392"/>
                  </a:lnTo>
                  <a:lnTo>
                    <a:pt x="306082" y="346138"/>
                  </a:lnTo>
                  <a:lnTo>
                    <a:pt x="306908" y="349123"/>
                  </a:lnTo>
                  <a:lnTo>
                    <a:pt x="308584" y="349008"/>
                  </a:lnTo>
                  <a:lnTo>
                    <a:pt x="309130" y="345948"/>
                  </a:lnTo>
                  <a:lnTo>
                    <a:pt x="308787" y="338467"/>
                  </a:lnTo>
                  <a:lnTo>
                    <a:pt x="308330" y="336791"/>
                  </a:lnTo>
                  <a:lnTo>
                    <a:pt x="309803" y="337134"/>
                  </a:lnTo>
                  <a:lnTo>
                    <a:pt x="313004" y="336943"/>
                  </a:lnTo>
                  <a:lnTo>
                    <a:pt x="316217" y="336740"/>
                  </a:lnTo>
                  <a:lnTo>
                    <a:pt x="318782" y="335775"/>
                  </a:lnTo>
                  <a:lnTo>
                    <a:pt x="318757" y="335445"/>
                  </a:lnTo>
                  <a:lnTo>
                    <a:pt x="340106" y="360324"/>
                  </a:lnTo>
                  <a:lnTo>
                    <a:pt x="338480" y="360413"/>
                  </a:lnTo>
                  <a:lnTo>
                    <a:pt x="337934" y="363486"/>
                  </a:lnTo>
                  <a:lnTo>
                    <a:pt x="338277" y="370954"/>
                  </a:lnTo>
                  <a:lnTo>
                    <a:pt x="338734" y="372630"/>
                  </a:lnTo>
                  <a:lnTo>
                    <a:pt x="337324" y="372287"/>
                  </a:lnTo>
                  <a:lnTo>
                    <a:pt x="334124" y="372478"/>
                  </a:lnTo>
                  <a:lnTo>
                    <a:pt x="330923" y="372681"/>
                  </a:lnTo>
                  <a:lnTo>
                    <a:pt x="328358" y="373646"/>
                  </a:lnTo>
                  <a:lnTo>
                    <a:pt x="328447" y="375602"/>
                  </a:lnTo>
                  <a:lnTo>
                    <a:pt x="331089" y="376224"/>
                  </a:lnTo>
                  <a:lnTo>
                    <a:pt x="337502" y="375831"/>
                  </a:lnTo>
                  <a:lnTo>
                    <a:pt x="338924" y="375297"/>
                  </a:lnTo>
                  <a:lnTo>
                    <a:pt x="338632" y="377012"/>
                  </a:lnTo>
                  <a:lnTo>
                    <a:pt x="338797" y="380758"/>
                  </a:lnTo>
                  <a:lnTo>
                    <a:pt x="338963" y="384492"/>
                  </a:lnTo>
                  <a:lnTo>
                    <a:pt x="339801" y="387477"/>
                  </a:lnTo>
                  <a:lnTo>
                    <a:pt x="340334" y="387451"/>
                  </a:lnTo>
                  <a:lnTo>
                    <a:pt x="340334" y="360997"/>
                  </a:lnTo>
                  <a:lnTo>
                    <a:pt x="340169" y="360400"/>
                  </a:lnTo>
                  <a:lnTo>
                    <a:pt x="349948" y="371805"/>
                  </a:lnTo>
                  <a:lnTo>
                    <a:pt x="349948" y="361149"/>
                  </a:lnTo>
                  <a:lnTo>
                    <a:pt x="317042" y="322757"/>
                  </a:lnTo>
                  <a:lnTo>
                    <a:pt x="317042" y="333438"/>
                  </a:lnTo>
                  <a:lnTo>
                    <a:pt x="316052" y="333197"/>
                  </a:lnTo>
                  <a:lnTo>
                    <a:pt x="309638" y="333590"/>
                  </a:lnTo>
                  <a:lnTo>
                    <a:pt x="308127" y="334162"/>
                  </a:lnTo>
                  <a:lnTo>
                    <a:pt x="308432" y="332409"/>
                  </a:lnTo>
                  <a:lnTo>
                    <a:pt x="308267" y="328676"/>
                  </a:lnTo>
                  <a:lnTo>
                    <a:pt x="308102" y="324929"/>
                  </a:lnTo>
                  <a:lnTo>
                    <a:pt x="307276" y="322033"/>
                  </a:lnTo>
                  <a:lnTo>
                    <a:pt x="317042" y="333438"/>
                  </a:lnTo>
                  <a:lnTo>
                    <a:pt x="317042" y="322757"/>
                  </a:lnTo>
                  <a:lnTo>
                    <a:pt x="315823" y="321322"/>
                  </a:lnTo>
                  <a:lnTo>
                    <a:pt x="307213" y="311289"/>
                  </a:lnTo>
                  <a:lnTo>
                    <a:pt x="307213" y="321957"/>
                  </a:lnTo>
                  <a:lnTo>
                    <a:pt x="306070" y="322033"/>
                  </a:lnTo>
                  <a:lnTo>
                    <a:pt x="306679" y="321322"/>
                  </a:lnTo>
                  <a:lnTo>
                    <a:pt x="307213" y="321957"/>
                  </a:lnTo>
                  <a:lnTo>
                    <a:pt x="307213" y="311289"/>
                  </a:lnTo>
                  <a:lnTo>
                    <a:pt x="306679" y="310667"/>
                  </a:lnTo>
                  <a:lnTo>
                    <a:pt x="272630" y="350393"/>
                  </a:lnTo>
                  <a:lnTo>
                    <a:pt x="272630" y="372084"/>
                  </a:lnTo>
                  <a:lnTo>
                    <a:pt x="271246" y="371741"/>
                  </a:lnTo>
                  <a:lnTo>
                    <a:pt x="268033" y="371944"/>
                  </a:lnTo>
                  <a:lnTo>
                    <a:pt x="264833" y="372135"/>
                  </a:lnTo>
                  <a:lnTo>
                    <a:pt x="262343" y="373087"/>
                  </a:lnTo>
                  <a:lnTo>
                    <a:pt x="262343" y="374992"/>
                  </a:lnTo>
                  <a:lnTo>
                    <a:pt x="261518" y="374015"/>
                  </a:lnTo>
                  <a:lnTo>
                    <a:pt x="262267" y="373151"/>
                  </a:lnTo>
                  <a:lnTo>
                    <a:pt x="262343" y="374992"/>
                  </a:lnTo>
                  <a:lnTo>
                    <a:pt x="262343" y="373087"/>
                  </a:lnTo>
                  <a:lnTo>
                    <a:pt x="272059" y="361721"/>
                  </a:lnTo>
                  <a:lnTo>
                    <a:pt x="271843" y="362940"/>
                  </a:lnTo>
                  <a:lnTo>
                    <a:pt x="272186" y="370420"/>
                  </a:lnTo>
                  <a:lnTo>
                    <a:pt x="272630" y="372084"/>
                  </a:lnTo>
                  <a:lnTo>
                    <a:pt x="272630" y="350393"/>
                  </a:lnTo>
                  <a:lnTo>
                    <a:pt x="256159" y="369595"/>
                  </a:lnTo>
                  <a:lnTo>
                    <a:pt x="250825" y="363372"/>
                  </a:lnTo>
                  <a:lnTo>
                    <a:pt x="250825" y="374015"/>
                  </a:lnTo>
                  <a:lnTo>
                    <a:pt x="240703" y="385813"/>
                  </a:lnTo>
                  <a:lnTo>
                    <a:pt x="240982" y="384302"/>
                  </a:lnTo>
                  <a:lnTo>
                    <a:pt x="240626" y="376834"/>
                  </a:lnTo>
                  <a:lnTo>
                    <a:pt x="240169" y="375158"/>
                  </a:lnTo>
                  <a:lnTo>
                    <a:pt x="241655" y="375500"/>
                  </a:lnTo>
                  <a:lnTo>
                    <a:pt x="244856" y="375297"/>
                  </a:lnTo>
                  <a:lnTo>
                    <a:pt x="248056" y="375107"/>
                  </a:lnTo>
                  <a:lnTo>
                    <a:pt x="250621" y="374142"/>
                  </a:lnTo>
                  <a:lnTo>
                    <a:pt x="250596" y="373761"/>
                  </a:lnTo>
                  <a:lnTo>
                    <a:pt x="250825" y="374015"/>
                  </a:lnTo>
                  <a:lnTo>
                    <a:pt x="250825" y="363372"/>
                  </a:lnTo>
                  <a:lnTo>
                    <a:pt x="248920" y="361149"/>
                  </a:lnTo>
                  <a:lnTo>
                    <a:pt x="248920" y="371805"/>
                  </a:lnTo>
                  <a:lnTo>
                    <a:pt x="247891" y="371551"/>
                  </a:lnTo>
                  <a:lnTo>
                    <a:pt x="241490" y="371944"/>
                  </a:lnTo>
                  <a:lnTo>
                    <a:pt x="239979" y="372516"/>
                  </a:lnTo>
                  <a:lnTo>
                    <a:pt x="240284" y="370763"/>
                  </a:lnTo>
                  <a:lnTo>
                    <a:pt x="240106" y="367030"/>
                  </a:lnTo>
                  <a:lnTo>
                    <a:pt x="239941" y="363296"/>
                  </a:lnTo>
                  <a:lnTo>
                    <a:pt x="239306" y="361035"/>
                  </a:lnTo>
                  <a:lnTo>
                    <a:pt x="239306" y="387451"/>
                  </a:lnTo>
                  <a:lnTo>
                    <a:pt x="205651" y="426707"/>
                  </a:lnTo>
                  <a:lnTo>
                    <a:pt x="193967" y="413092"/>
                  </a:lnTo>
                  <a:lnTo>
                    <a:pt x="196545" y="413689"/>
                  </a:lnTo>
                  <a:lnTo>
                    <a:pt x="202958" y="413296"/>
                  </a:lnTo>
                  <a:lnTo>
                    <a:pt x="204381" y="412762"/>
                  </a:lnTo>
                  <a:lnTo>
                    <a:pt x="204089" y="414477"/>
                  </a:lnTo>
                  <a:lnTo>
                    <a:pt x="204254" y="418223"/>
                  </a:lnTo>
                  <a:lnTo>
                    <a:pt x="204419" y="421957"/>
                  </a:lnTo>
                  <a:lnTo>
                    <a:pt x="205257" y="424942"/>
                  </a:lnTo>
                  <a:lnTo>
                    <a:pt x="206921" y="424840"/>
                  </a:lnTo>
                  <a:lnTo>
                    <a:pt x="207467" y="421767"/>
                  </a:lnTo>
                  <a:lnTo>
                    <a:pt x="207124" y="414299"/>
                  </a:lnTo>
                  <a:lnTo>
                    <a:pt x="206654" y="412610"/>
                  </a:lnTo>
                  <a:lnTo>
                    <a:pt x="208140" y="412965"/>
                  </a:lnTo>
                  <a:lnTo>
                    <a:pt x="211353" y="412762"/>
                  </a:lnTo>
                  <a:lnTo>
                    <a:pt x="214553" y="412572"/>
                  </a:lnTo>
                  <a:lnTo>
                    <a:pt x="217119" y="411607"/>
                  </a:lnTo>
                  <a:lnTo>
                    <a:pt x="217030" y="409651"/>
                  </a:lnTo>
                  <a:lnTo>
                    <a:pt x="214388" y="409016"/>
                  </a:lnTo>
                  <a:lnTo>
                    <a:pt x="207975" y="409409"/>
                  </a:lnTo>
                  <a:lnTo>
                    <a:pt x="206463" y="409981"/>
                  </a:lnTo>
                  <a:lnTo>
                    <a:pt x="206768" y="408228"/>
                  </a:lnTo>
                  <a:lnTo>
                    <a:pt x="206603" y="404495"/>
                  </a:lnTo>
                  <a:lnTo>
                    <a:pt x="206438" y="400761"/>
                  </a:lnTo>
                  <a:lnTo>
                    <a:pt x="205613" y="397776"/>
                  </a:lnTo>
                  <a:lnTo>
                    <a:pt x="203936" y="397878"/>
                  </a:lnTo>
                  <a:lnTo>
                    <a:pt x="203390" y="400951"/>
                  </a:lnTo>
                  <a:lnTo>
                    <a:pt x="203733" y="408419"/>
                  </a:lnTo>
                  <a:lnTo>
                    <a:pt x="204190" y="410095"/>
                  </a:lnTo>
                  <a:lnTo>
                    <a:pt x="202780" y="409752"/>
                  </a:lnTo>
                  <a:lnTo>
                    <a:pt x="199580" y="409943"/>
                  </a:lnTo>
                  <a:lnTo>
                    <a:pt x="196380" y="410146"/>
                  </a:lnTo>
                  <a:lnTo>
                    <a:pt x="193814" y="411111"/>
                  </a:lnTo>
                  <a:lnTo>
                    <a:pt x="193890" y="413004"/>
                  </a:lnTo>
                  <a:lnTo>
                    <a:pt x="161378" y="375069"/>
                  </a:lnTo>
                  <a:lnTo>
                    <a:pt x="163969" y="375691"/>
                  </a:lnTo>
                  <a:lnTo>
                    <a:pt x="170370" y="375285"/>
                  </a:lnTo>
                  <a:lnTo>
                    <a:pt x="171805" y="374751"/>
                  </a:lnTo>
                  <a:lnTo>
                    <a:pt x="171513" y="376478"/>
                  </a:lnTo>
                  <a:lnTo>
                    <a:pt x="171678" y="380212"/>
                  </a:lnTo>
                  <a:lnTo>
                    <a:pt x="171843" y="383959"/>
                  </a:lnTo>
                  <a:lnTo>
                    <a:pt x="172669" y="386943"/>
                  </a:lnTo>
                  <a:lnTo>
                    <a:pt x="174345" y="386829"/>
                  </a:lnTo>
                  <a:lnTo>
                    <a:pt x="174891" y="383768"/>
                  </a:lnTo>
                  <a:lnTo>
                    <a:pt x="174548" y="376288"/>
                  </a:lnTo>
                  <a:lnTo>
                    <a:pt x="174078" y="374611"/>
                  </a:lnTo>
                  <a:lnTo>
                    <a:pt x="175564" y="374954"/>
                  </a:lnTo>
                  <a:lnTo>
                    <a:pt x="178765" y="374764"/>
                  </a:lnTo>
                  <a:lnTo>
                    <a:pt x="181978" y="374561"/>
                  </a:lnTo>
                  <a:lnTo>
                    <a:pt x="184543" y="373595"/>
                  </a:lnTo>
                  <a:lnTo>
                    <a:pt x="184442" y="371640"/>
                  </a:lnTo>
                  <a:lnTo>
                    <a:pt x="181800" y="371017"/>
                  </a:lnTo>
                  <a:lnTo>
                    <a:pt x="175399" y="371411"/>
                  </a:lnTo>
                  <a:lnTo>
                    <a:pt x="173888" y="371983"/>
                  </a:lnTo>
                  <a:lnTo>
                    <a:pt x="174193" y="370230"/>
                  </a:lnTo>
                  <a:lnTo>
                    <a:pt x="174028" y="366496"/>
                  </a:lnTo>
                  <a:lnTo>
                    <a:pt x="173850" y="362750"/>
                  </a:lnTo>
                  <a:lnTo>
                    <a:pt x="173024" y="359765"/>
                  </a:lnTo>
                  <a:lnTo>
                    <a:pt x="172669" y="359791"/>
                  </a:lnTo>
                  <a:lnTo>
                    <a:pt x="204431" y="322745"/>
                  </a:lnTo>
                  <a:lnTo>
                    <a:pt x="204012" y="325120"/>
                  </a:lnTo>
                  <a:lnTo>
                    <a:pt x="204355" y="332600"/>
                  </a:lnTo>
                  <a:lnTo>
                    <a:pt x="204800" y="334251"/>
                  </a:lnTo>
                  <a:lnTo>
                    <a:pt x="203403" y="333921"/>
                  </a:lnTo>
                  <a:lnTo>
                    <a:pt x="200202" y="334124"/>
                  </a:lnTo>
                  <a:lnTo>
                    <a:pt x="197002" y="334314"/>
                  </a:lnTo>
                  <a:lnTo>
                    <a:pt x="194437" y="335280"/>
                  </a:lnTo>
                  <a:lnTo>
                    <a:pt x="194525" y="337235"/>
                  </a:lnTo>
                  <a:lnTo>
                    <a:pt x="197167" y="337870"/>
                  </a:lnTo>
                  <a:lnTo>
                    <a:pt x="203581" y="337464"/>
                  </a:lnTo>
                  <a:lnTo>
                    <a:pt x="205003" y="336931"/>
                  </a:lnTo>
                  <a:lnTo>
                    <a:pt x="204711" y="338658"/>
                  </a:lnTo>
                  <a:lnTo>
                    <a:pt x="204876" y="342392"/>
                  </a:lnTo>
                  <a:lnTo>
                    <a:pt x="205041" y="346138"/>
                  </a:lnTo>
                  <a:lnTo>
                    <a:pt x="205867" y="349123"/>
                  </a:lnTo>
                  <a:lnTo>
                    <a:pt x="207543" y="349008"/>
                  </a:lnTo>
                  <a:lnTo>
                    <a:pt x="208089" y="345948"/>
                  </a:lnTo>
                  <a:lnTo>
                    <a:pt x="207746" y="338467"/>
                  </a:lnTo>
                  <a:lnTo>
                    <a:pt x="207289" y="336791"/>
                  </a:lnTo>
                  <a:lnTo>
                    <a:pt x="208762" y="337134"/>
                  </a:lnTo>
                  <a:lnTo>
                    <a:pt x="211975" y="336943"/>
                  </a:lnTo>
                  <a:lnTo>
                    <a:pt x="215176" y="336740"/>
                  </a:lnTo>
                  <a:lnTo>
                    <a:pt x="217741" y="335775"/>
                  </a:lnTo>
                  <a:lnTo>
                    <a:pt x="217716" y="335432"/>
                  </a:lnTo>
                  <a:lnTo>
                    <a:pt x="239077" y="360324"/>
                  </a:lnTo>
                  <a:lnTo>
                    <a:pt x="237439" y="360413"/>
                  </a:lnTo>
                  <a:lnTo>
                    <a:pt x="236893" y="363486"/>
                  </a:lnTo>
                  <a:lnTo>
                    <a:pt x="237248" y="370954"/>
                  </a:lnTo>
                  <a:lnTo>
                    <a:pt x="237693" y="372630"/>
                  </a:lnTo>
                  <a:lnTo>
                    <a:pt x="236296" y="372287"/>
                  </a:lnTo>
                  <a:lnTo>
                    <a:pt x="233083" y="372478"/>
                  </a:lnTo>
                  <a:lnTo>
                    <a:pt x="229882" y="372681"/>
                  </a:lnTo>
                  <a:lnTo>
                    <a:pt x="227317" y="373646"/>
                  </a:lnTo>
                  <a:lnTo>
                    <a:pt x="227418" y="375602"/>
                  </a:lnTo>
                  <a:lnTo>
                    <a:pt x="230047" y="376224"/>
                  </a:lnTo>
                  <a:lnTo>
                    <a:pt x="236461" y="375831"/>
                  </a:lnTo>
                  <a:lnTo>
                    <a:pt x="237883" y="375297"/>
                  </a:lnTo>
                  <a:lnTo>
                    <a:pt x="237591" y="377012"/>
                  </a:lnTo>
                  <a:lnTo>
                    <a:pt x="237769" y="380758"/>
                  </a:lnTo>
                  <a:lnTo>
                    <a:pt x="237934" y="384492"/>
                  </a:lnTo>
                  <a:lnTo>
                    <a:pt x="238760" y="387477"/>
                  </a:lnTo>
                  <a:lnTo>
                    <a:pt x="239306" y="387451"/>
                  </a:lnTo>
                  <a:lnTo>
                    <a:pt x="239306" y="361035"/>
                  </a:lnTo>
                  <a:lnTo>
                    <a:pt x="239128" y="360387"/>
                  </a:lnTo>
                  <a:lnTo>
                    <a:pt x="248920" y="371805"/>
                  </a:lnTo>
                  <a:lnTo>
                    <a:pt x="248920" y="361149"/>
                  </a:lnTo>
                  <a:lnTo>
                    <a:pt x="216014" y="322770"/>
                  </a:lnTo>
                  <a:lnTo>
                    <a:pt x="216014" y="333438"/>
                  </a:lnTo>
                  <a:lnTo>
                    <a:pt x="215011" y="333197"/>
                  </a:lnTo>
                  <a:lnTo>
                    <a:pt x="208597" y="333590"/>
                  </a:lnTo>
                  <a:lnTo>
                    <a:pt x="207086" y="334162"/>
                  </a:lnTo>
                  <a:lnTo>
                    <a:pt x="207391" y="332409"/>
                  </a:lnTo>
                  <a:lnTo>
                    <a:pt x="207225" y="328676"/>
                  </a:lnTo>
                  <a:lnTo>
                    <a:pt x="207060" y="324929"/>
                  </a:lnTo>
                  <a:lnTo>
                    <a:pt x="206248" y="322033"/>
                  </a:lnTo>
                  <a:lnTo>
                    <a:pt x="216014" y="333438"/>
                  </a:lnTo>
                  <a:lnTo>
                    <a:pt x="216014" y="322770"/>
                  </a:lnTo>
                  <a:lnTo>
                    <a:pt x="214782" y="321322"/>
                  </a:lnTo>
                  <a:lnTo>
                    <a:pt x="206184" y="311302"/>
                  </a:lnTo>
                  <a:lnTo>
                    <a:pt x="206184" y="321957"/>
                  </a:lnTo>
                  <a:lnTo>
                    <a:pt x="205041" y="322033"/>
                  </a:lnTo>
                  <a:lnTo>
                    <a:pt x="205651" y="321322"/>
                  </a:lnTo>
                  <a:lnTo>
                    <a:pt x="206184" y="321957"/>
                  </a:lnTo>
                  <a:lnTo>
                    <a:pt x="206184" y="311302"/>
                  </a:lnTo>
                  <a:lnTo>
                    <a:pt x="205651" y="310667"/>
                  </a:lnTo>
                  <a:lnTo>
                    <a:pt x="171602" y="350380"/>
                  </a:lnTo>
                  <a:lnTo>
                    <a:pt x="171602" y="372084"/>
                  </a:lnTo>
                  <a:lnTo>
                    <a:pt x="170205" y="371741"/>
                  </a:lnTo>
                  <a:lnTo>
                    <a:pt x="167005" y="371944"/>
                  </a:lnTo>
                  <a:lnTo>
                    <a:pt x="163791" y="372135"/>
                  </a:lnTo>
                  <a:lnTo>
                    <a:pt x="161315" y="373075"/>
                  </a:lnTo>
                  <a:lnTo>
                    <a:pt x="161315" y="375005"/>
                  </a:lnTo>
                  <a:lnTo>
                    <a:pt x="160477" y="374015"/>
                  </a:lnTo>
                  <a:lnTo>
                    <a:pt x="161226" y="373138"/>
                  </a:lnTo>
                  <a:lnTo>
                    <a:pt x="161315" y="375005"/>
                  </a:lnTo>
                  <a:lnTo>
                    <a:pt x="161315" y="373075"/>
                  </a:lnTo>
                  <a:lnTo>
                    <a:pt x="171018" y="361708"/>
                  </a:lnTo>
                  <a:lnTo>
                    <a:pt x="170815" y="362940"/>
                  </a:lnTo>
                  <a:lnTo>
                    <a:pt x="171157" y="370420"/>
                  </a:lnTo>
                  <a:lnTo>
                    <a:pt x="171602" y="372084"/>
                  </a:lnTo>
                  <a:lnTo>
                    <a:pt x="171602" y="350380"/>
                  </a:lnTo>
                  <a:lnTo>
                    <a:pt x="151333" y="374015"/>
                  </a:lnTo>
                  <a:lnTo>
                    <a:pt x="205651" y="437362"/>
                  </a:lnTo>
                  <a:lnTo>
                    <a:pt x="214782" y="426707"/>
                  </a:lnTo>
                  <a:lnTo>
                    <a:pt x="256159" y="378447"/>
                  </a:lnTo>
                  <a:lnTo>
                    <a:pt x="306679" y="437362"/>
                  </a:lnTo>
                  <a:lnTo>
                    <a:pt x="315823" y="426707"/>
                  </a:lnTo>
                  <a:lnTo>
                    <a:pt x="360984" y="374015"/>
                  </a:lnTo>
                  <a:close/>
                </a:path>
                <a:path w="466090" h="514984">
                  <a:moveTo>
                    <a:pt x="412292" y="97574"/>
                  </a:moveTo>
                  <a:lnTo>
                    <a:pt x="412127" y="93827"/>
                  </a:lnTo>
                  <a:lnTo>
                    <a:pt x="411962" y="90093"/>
                  </a:lnTo>
                  <a:lnTo>
                    <a:pt x="411137" y="87109"/>
                  </a:lnTo>
                  <a:lnTo>
                    <a:pt x="409460" y="87210"/>
                  </a:lnTo>
                  <a:lnTo>
                    <a:pt x="408914" y="90284"/>
                  </a:lnTo>
                  <a:lnTo>
                    <a:pt x="409257" y="97764"/>
                  </a:lnTo>
                  <a:lnTo>
                    <a:pt x="410083" y="100749"/>
                  </a:lnTo>
                  <a:lnTo>
                    <a:pt x="411759" y="100647"/>
                  </a:lnTo>
                  <a:lnTo>
                    <a:pt x="412292" y="97574"/>
                  </a:lnTo>
                  <a:close/>
                </a:path>
                <a:path w="466090" h="514984">
                  <a:moveTo>
                    <a:pt x="465480" y="63347"/>
                  </a:moveTo>
                  <a:lnTo>
                    <a:pt x="456336" y="52692"/>
                  </a:lnTo>
                  <a:lnTo>
                    <a:pt x="456336" y="63347"/>
                  </a:lnTo>
                  <a:lnTo>
                    <a:pt x="411175" y="116039"/>
                  </a:lnTo>
                  <a:lnTo>
                    <a:pt x="366915" y="64427"/>
                  </a:lnTo>
                  <a:lnTo>
                    <a:pt x="369493" y="65024"/>
                  </a:lnTo>
                  <a:lnTo>
                    <a:pt x="375894" y="64630"/>
                  </a:lnTo>
                  <a:lnTo>
                    <a:pt x="377329" y="64096"/>
                  </a:lnTo>
                  <a:lnTo>
                    <a:pt x="377037" y="65811"/>
                  </a:lnTo>
                  <a:lnTo>
                    <a:pt x="377202" y="69557"/>
                  </a:lnTo>
                  <a:lnTo>
                    <a:pt x="377380" y="73291"/>
                  </a:lnTo>
                  <a:lnTo>
                    <a:pt x="378193" y="76276"/>
                  </a:lnTo>
                  <a:lnTo>
                    <a:pt x="379869" y="76174"/>
                  </a:lnTo>
                  <a:lnTo>
                    <a:pt x="380415" y="73101"/>
                  </a:lnTo>
                  <a:lnTo>
                    <a:pt x="380072" y="65633"/>
                  </a:lnTo>
                  <a:lnTo>
                    <a:pt x="379603" y="63944"/>
                  </a:lnTo>
                  <a:lnTo>
                    <a:pt x="381088" y="64300"/>
                  </a:lnTo>
                  <a:lnTo>
                    <a:pt x="384289" y="64096"/>
                  </a:lnTo>
                  <a:lnTo>
                    <a:pt x="387502" y="63906"/>
                  </a:lnTo>
                  <a:lnTo>
                    <a:pt x="390067" y="62941"/>
                  </a:lnTo>
                  <a:lnTo>
                    <a:pt x="389966" y="60985"/>
                  </a:lnTo>
                  <a:lnTo>
                    <a:pt x="387337" y="60350"/>
                  </a:lnTo>
                  <a:lnTo>
                    <a:pt x="380923" y="60744"/>
                  </a:lnTo>
                  <a:lnTo>
                    <a:pt x="379412" y="61315"/>
                  </a:lnTo>
                  <a:lnTo>
                    <a:pt x="379717" y="59563"/>
                  </a:lnTo>
                  <a:lnTo>
                    <a:pt x="379552" y="55829"/>
                  </a:lnTo>
                  <a:lnTo>
                    <a:pt x="379387" y="52095"/>
                  </a:lnTo>
                  <a:lnTo>
                    <a:pt x="378548" y="49110"/>
                  </a:lnTo>
                  <a:lnTo>
                    <a:pt x="378180" y="49136"/>
                  </a:lnTo>
                  <a:lnTo>
                    <a:pt x="411175" y="10655"/>
                  </a:lnTo>
                  <a:lnTo>
                    <a:pt x="456336" y="63347"/>
                  </a:lnTo>
                  <a:lnTo>
                    <a:pt x="456336" y="52692"/>
                  </a:lnTo>
                  <a:lnTo>
                    <a:pt x="420306" y="10655"/>
                  </a:lnTo>
                  <a:lnTo>
                    <a:pt x="411175" y="0"/>
                  </a:lnTo>
                  <a:lnTo>
                    <a:pt x="377126" y="39712"/>
                  </a:lnTo>
                  <a:lnTo>
                    <a:pt x="377126" y="61417"/>
                  </a:lnTo>
                  <a:lnTo>
                    <a:pt x="375729" y="61074"/>
                  </a:lnTo>
                  <a:lnTo>
                    <a:pt x="372529" y="61277"/>
                  </a:lnTo>
                  <a:lnTo>
                    <a:pt x="369316" y="61480"/>
                  </a:lnTo>
                  <a:lnTo>
                    <a:pt x="366839" y="62420"/>
                  </a:lnTo>
                  <a:lnTo>
                    <a:pt x="366839" y="64338"/>
                  </a:lnTo>
                  <a:lnTo>
                    <a:pt x="366001" y="63347"/>
                  </a:lnTo>
                  <a:lnTo>
                    <a:pt x="366750" y="62484"/>
                  </a:lnTo>
                  <a:lnTo>
                    <a:pt x="366839" y="64338"/>
                  </a:lnTo>
                  <a:lnTo>
                    <a:pt x="366839" y="62420"/>
                  </a:lnTo>
                  <a:lnTo>
                    <a:pt x="376555" y="51041"/>
                  </a:lnTo>
                  <a:lnTo>
                    <a:pt x="376339" y="52285"/>
                  </a:lnTo>
                  <a:lnTo>
                    <a:pt x="376682" y="59753"/>
                  </a:lnTo>
                  <a:lnTo>
                    <a:pt x="377126" y="61417"/>
                  </a:lnTo>
                  <a:lnTo>
                    <a:pt x="377126" y="39712"/>
                  </a:lnTo>
                  <a:lnTo>
                    <a:pt x="356857" y="63347"/>
                  </a:lnTo>
                  <a:lnTo>
                    <a:pt x="411175" y="126695"/>
                  </a:lnTo>
                  <a:lnTo>
                    <a:pt x="420306" y="116039"/>
                  </a:lnTo>
                  <a:lnTo>
                    <a:pt x="465480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6" name="object 2126" descr=""/>
            <p:cNvSpPr/>
            <p:nvPr/>
          </p:nvSpPr>
          <p:spPr>
            <a:xfrm>
              <a:off x="7789126" y="7858347"/>
              <a:ext cx="310515" cy="204470"/>
            </a:xfrm>
            <a:custGeom>
              <a:avLst/>
              <a:gdLst/>
              <a:ahLst/>
              <a:cxnLst/>
              <a:rect l="l" t="t" r="r" b="b"/>
              <a:pathLst>
                <a:path w="310515" h="204470">
                  <a:moveTo>
                    <a:pt x="116078" y="100939"/>
                  </a:moveTo>
                  <a:lnTo>
                    <a:pt x="115989" y="98983"/>
                  </a:lnTo>
                  <a:lnTo>
                    <a:pt x="113347" y="98361"/>
                  </a:lnTo>
                  <a:lnTo>
                    <a:pt x="106934" y="98755"/>
                  </a:lnTo>
                  <a:lnTo>
                    <a:pt x="105422" y="99326"/>
                  </a:lnTo>
                  <a:lnTo>
                    <a:pt x="105727" y="97574"/>
                  </a:lnTo>
                  <a:lnTo>
                    <a:pt x="105562" y="93827"/>
                  </a:lnTo>
                  <a:lnTo>
                    <a:pt x="105397" y="90093"/>
                  </a:lnTo>
                  <a:lnTo>
                    <a:pt x="104571" y="87109"/>
                  </a:lnTo>
                  <a:lnTo>
                    <a:pt x="102895" y="87210"/>
                  </a:lnTo>
                  <a:lnTo>
                    <a:pt x="102349" y="90284"/>
                  </a:lnTo>
                  <a:lnTo>
                    <a:pt x="102692" y="97764"/>
                  </a:lnTo>
                  <a:lnTo>
                    <a:pt x="103136" y="99428"/>
                  </a:lnTo>
                  <a:lnTo>
                    <a:pt x="101739" y="99085"/>
                  </a:lnTo>
                  <a:lnTo>
                    <a:pt x="98539" y="99288"/>
                  </a:lnTo>
                  <a:lnTo>
                    <a:pt x="95338" y="99479"/>
                  </a:lnTo>
                  <a:lnTo>
                    <a:pt x="92773" y="100444"/>
                  </a:lnTo>
                  <a:lnTo>
                    <a:pt x="92862" y="102400"/>
                  </a:lnTo>
                  <a:lnTo>
                    <a:pt x="95504" y="103035"/>
                  </a:lnTo>
                  <a:lnTo>
                    <a:pt x="101917" y="102628"/>
                  </a:lnTo>
                  <a:lnTo>
                    <a:pt x="103339" y="102108"/>
                  </a:lnTo>
                  <a:lnTo>
                    <a:pt x="103047" y="103822"/>
                  </a:lnTo>
                  <a:lnTo>
                    <a:pt x="103212" y="107556"/>
                  </a:lnTo>
                  <a:lnTo>
                    <a:pt x="103378" y="111302"/>
                  </a:lnTo>
                  <a:lnTo>
                    <a:pt x="104216" y="114287"/>
                  </a:lnTo>
                  <a:lnTo>
                    <a:pt x="105879" y="114173"/>
                  </a:lnTo>
                  <a:lnTo>
                    <a:pt x="106426" y="111112"/>
                  </a:lnTo>
                  <a:lnTo>
                    <a:pt x="106083" y="103632"/>
                  </a:lnTo>
                  <a:lnTo>
                    <a:pt x="105625" y="101955"/>
                  </a:lnTo>
                  <a:lnTo>
                    <a:pt x="107111" y="102298"/>
                  </a:lnTo>
                  <a:lnTo>
                    <a:pt x="110312" y="102108"/>
                  </a:lnTo>
                  <a:lnTo>
                    <a:pt x="113512" y="101904"/>
                  </a:lnTo>
                  <a:lnTo>
                    <a:pt x="116078" y="100939"/>
                  </a:lnTo>
                  <a:close/>
                </a:path>
                <a:path w="310515" h="204470">
                  <a:moveTo>
                    <a:pt x="116700" y="25120"/>
                  </a:moveTo>
                  <a:lnTo>
                    <a:pt x="116611" y="23164"/>
                  </a:lnTo>
                  <a:lnTo>
                    <a:pt x="113969" y="22529"/>
                  </a:lnTo>
                  <a:lnTo>
                    <a:pt x="107556" y="22923"/>
                  </a:lnTo>
                  <a:lnTo>
                    <a:pt x="106045" y="23495"/>
                  </a:lnTo>
                  <a:lnTo>
                    <a:pt x="106349" y="21742"/>
                  </a:lnTo>
                  <a:lnTo>
                    <a:pt x="106184" y="18008"/>
                  </a:lnTo>
                  <a:lnTo>
                    <a:pt x="106019" y="14274"/>
                  </a:lnTo>
                  <a:lnTo>
                    <a:pt x="105194" y="11290"/>
                  </a:lnTo>
                  <a:lnTo>
                    <a:pt x="103517" y="11391"/>
                  </a:lnTo>
                  <a:lnTo>
                    <a:pt x="102971" y="14465"/>
                  </a:lnTo>
                  <a:lnTo>
                    <a:pt x="103314" y="21932"/>
                  </a:lnTo>
                  <a:lnTo>
                    <a:pt x="103759" y="23596"/>
                  </a:lnTo>
                  <a:lnTo>
                    <a:pt x="102362" y="23253"/>
                  </a:lnTo>
                  <a:lnTo>
                    <a:pt x="99161" y="23456"/>
                  </a:lnTo>
                  <a:lnTo>
                    <a:pt x="95961" y="23660"/>
                  </a:lnTo>
                  <a:lnTo>
                    <a:pt x="93395" y="24625"/>
                  </a:lnTo>
                  <a:lnTo>
                    <a:pt x="93484" y="26581"/>
                  </a:lnTo>
                  <a:lnTo>
                    <a:pt x="96126" y="27203"/>
                  </a:lnTo>
                  <a:lnTo>
                    <a:pt x="102527" y="26809"/>
                  </a:lnTo>
                  <a:lnTo>
                    <a:pt x="103962" y="26276"/>
                  </a:lnTo>
                  <a:lnTo>
                    <a:pt x="103670" y="27990"/>
                  </a:lnTo>
                  <a:lnTo>
                    <a:pt x="103835" y="31737"/>
                  </a:lnTo>
                  <a:lnTo>
                    <a:pt x="104000" y="35471"/>
                  </a:lnTo>
                  <a:lnTo>
                    <a:pt x="104838" y="38455"/>
                  </a:lnTo>
                  <a:lnTo>
                    <a:pt x="106502" y="38354"/>
                  </a:lnTo>
                  <a:lnTo>
                    <a:pt x="107048" y="35280"/>
                  </a:lnTo>
                  <a:lnTo>
                    <a:pt x="106705" y="27813"/>
                  </a:lnTo>
                  <a:lnTo>
                    <a:pt x="106235" y="26123"/>
                  </a:lnTo>
                  <a:lnTo>
                    <a:pt x="107734" y="26479"/>
                  </a:lnTo>
                  <a:lnTo>
                    <a:pt x="110934" y="26276"/>
                  </a:lnTo>
                  <a:lnTo>
                    <a:pt x="114134" y="26085"/>
                  </a:lnTo>
                  <a:lnTo>
                    <a:pt x="116700" y="25120"/>
                  </a:lnTo>
                  <a:close/>
                </a:path>
                <a:path w="310515" h="204470">
                  <a:moveTo>
                    <a:pt x="149593" y="63474"/>
                  </a:moveTo>
                  <a:lnTo>
                    <a:pt x="149491" y="61518"/>
                  </a:lnTo>
                  <a:lnTo>
                    <a:pt x="146850" y="60896"/>
                  </a:lnTo>
                  <a:lnTo>
                    <a:pt x="140449" y="61290"/>
                  </a:lnTo>
                  <a:lnTo>
                    <a:pt x="138938" y="61861"/>
                  </a:lnTo>
                  <a:lnTo>
                    <a:pt x="139242" y="60109"/>
                  </a:lnTo>
                  <a:lnTo>
                    <a:pt x="139077" y="56362"/>
                  </a:lnTo>
                  <a:lnTo>
                    <a:pt x="138899" y="52628"/>
                  </a:lnTo>
                  <a:lnTo>
                    <a:pt x="138074" y="49644"/>
                  </a:lnTo>
                  <a:lnTo>
                    <a:pt x="136398" y="49745"/>
                  </a:lnTo>
                  <a:lnTo>
                    <a:pt x="135851" y="52819"/>
                  </a:lnTo>
                  <a:lnTo>
                    <a:pt x="136207" y="60299"/>
                  </a:lnTo>
                  <a:lnTo>
                    <a:pt x="136652" y="61963"/>
                  </a:lnTo>
                  <a:lnTo>
                    <a:pt x="135255" y="61620"/>
                  </a:lnTo>
                  <a:lnTo>
                    <a:pt x="132041" y="61823"/>
                  </a:lnTo>
                  <a:lnTo>
                    <a:pt x="128841" y="62014"/>
                  </a:lnTo>
                  <a:lnTo>
                    <a:pt x="126276" y="62979"/>
                  </a:lnTo>
                  <a:lnTo>
                    <a:pt x="126377" y="64935"/>
                  </a:lnTo>
                  <a:lnTo>
                    <a:pt x="129006" y="65570"/>
                  </a:lnTo>
                  <a:lnTo>
                    <a:pt x="135420" y="65163"/>
                  </a:lnTo>
                  <a:lnTo>
                    <a:pt x="136855" y="64630"/>
                  </a:lnTo>
                  <a:lnTo>
                    <a:pt x="136550" y="66357"/>
                  </a:lnTo>
                  <a:lnTo>
                    <a:pt x="136728" y="70091"/>
                  </a:lnTo>
                  <a:lnTo>
                    <a:pt x="136893" y="73837"/>
                  </a:lnTo>
                  <a:lnTo>
                    <a:pt x="137718" y="76822"/>
                  </a:lnTo>
                  <a:lnTo>
                    <a:pt x="139395" y="76708"/>
                  </a:lnTo>
                  <a:lnTo>
                    <a:pt x="139941" y="73647"/>
                  </a:lnTo>
                  <a:lnTo>
                    <a:pt x="139598" y="66167"/>
                  </a:lnTo>
                  <a:lnTo>
                    <a:pt x="139128" y="64490"/>
                  </a:lnTo>
                  <a:lnTo>
                    <a:pt x="140614" y="64833"/>
                  </a:lnTo>
                  <a:lnTo>
                    <a:pt x="143814" y="64643"/>
                  </a:lnTo>
                  <a:lnTo>
                    <a:pt x="147027" y="64439"/>
                  </a:lnTo>
                  <a:lnTo>
                    <a:pt x="149593" y="63474"/>
                  </a:lnTo>
                  <a:close/>
                </a:path>
                <a:path w="310515" h="204470">
                  <a:moveTo>
                    <a:pt x="259943" y="63347"/>
                  </a:moveTo>
                  <a:lnTo>
                    <a:pt x="250812" y="52705"/>
                  </a:lnTo>
                  <a:lnTo>
                    <a:pt x="250812" y="63347"/>
                  </a:lnTo>
                  <a:lnTo>
                    <a:pt x="205651" y="116039"/>
                  </a:lnTo>
                  <a:lnTo>
                    <a:pt x="193967" y="102425"/>
                  </a:lnTo>
                  <a:lnTo>
                    <a:pt x="196545" y="103035"/>
                  </a:lnTo>
                  <a:lnTo>
                    <a:pt x="202946" y="102628"/>
                  </a:lnTo>
                  <a:lnTo>
                    <a:pt x="204381" y="102095"/>
                  </a:lnTo>
                  <a:lnTo>
                    <a:pt x="204089" y="103822"/>
                  </a:lnTo>
                  <a:lnTo>
                    <a:pt x="204254" y="107556"/>
                  </a:lnTo>
                  <a:lnTo>
                    <a:pt x="204419" y="111302"/>
                  </a:lnTo>
                  <a:lnTo>
                    <a:pt x="205244" y="114287"/>
                  </a:lnTo>
                  <a:lnTo>
                    <a:pt x="206921" y="114173"/>
                  </a:lnTo>
                  <a:lnTo>
                    <a:pt x="207467" y="111112"/>
                  </a:lnTo>
                  <a:lnTo>
                    <a:pt x="207124" y="103632"/>
                  </a:lnTo>
                  <a:lnTo>
                    <a:pt x="206311" y="100634"/>
                  </a:lnTo>
                  <a:lnTo>
                    <a:pt x="206768" y="97574"/>
                  </a:lnTo>
                  <a:lnTo>
                    <a:pt x="206603" y="93827"/>
                  </a:lnTo>
                  <a:lnTo>
                    <a:pt x="206438" y="90093"/>
                  </a:lnTo>
                  <a:lnTo>
                    <a:pt x="205600" y="87109"/>
                  </a:lnTo>
                  <a:lnTo>
                    <a:pt x="203936" y="87210"/>
                  </a:lnTo>
                  <a:lnTo>
                    <a:pt x="203390" y="90284"/>
                  </a:lnTo>
                  <a:lnTo>
                    <a:pt x="203733" y="97764"/>
                  </a:lnTo>
                  <a:lnTo>
                    <a:pt x="204177" y="99428"/>
                  </a:lnTo>
                  <a:lnTo>
                    <a:pt x="202780" y="99085"/>
                  </a:lnTo>
                  <a:lnTo>
                    <a:pt x="199580" y="99288"/>
                  </a:lnTo>
                  <a:lnTo>
                    <a:pt x="196380" y="99479"/>
                  </a:lnTo>
                  <a:lnTo>
                    <a:pt x="193814" y="100444"/>
                  </a:lnTo>
                  <a:lnTo>
                    <a:pt x="193890" y="102349"/>
                  </a:lnTo>
                  <a:lnTo>
                    <a:pt x="161391" y="64427"/>
                  </a:lnTo>
                  <a:lnTo>
                    <a:pt x="163957" y="65024"/>
                  </a:lnTo>
                  <a:lnTo>
                    <a:pt x="170370" y="64630"/>
                  </a:lnTo>
                  <a:lnTo>
                    <a:pt x="171792" y="64096"/>
                  </a:lnTo>
                  <a:lnTo>
                    <a:pt x="171500" y="65811"/>
                  </a:lnTo>
                  <a:lnTo>
                    <a:pt x="171678" y="69557"/>
                  </a:lnTo>
                  <a:lnTo>
                    <a:pt x="171843" y="73291"/>
                  </a:lnTo>
                  <a:lnTo>
                    <a:pt x="172669" y="76276"/>
                  </a:lnTo>
                  <a:lnTo>
                    <a:pt x="174345" y="76174"/>
                  </a:lnTo>
                  <a:lnTo>
                    <a:pt x="174891" y="73101"/>
                  </a:lnTo>
                  <a:lnTo>
                    <a:pt x="174536" y="65633"/>
                  </a:lnTo>
                  <a:lnTo>
                    <a:pt x="174066" y="63944"/>
                  </a:lnTo>
                  <a:lnTo>
                    <a:pt x="175564" y="64300"/>
                  </a:lnTo>
                  <a:lnTo>
                    <a:pt x="178765" y="64096"/>
                  </a:lnTo>
                  <a:lnTo>
                    <a:pt x="181965" y="63906"/>
                  </a:lnTo>
                  <a:lnTo>
                    <a:pt x="184531" y="62941"/>
                  </a:lnTo>
                  <a:lnTo>
                    <a:pt x="184442" y="60985"/>
                  </a:lnTo>
                  <a:lnTo>
                    <a:pt x="181800" y="60350"/>
                  </a:lnTo>
                  <a:lnTo>
                    <a:pt x="175399" y="60744"/>
                  </a:lnTo>
                  <a:lnTo>
                    <a:pt x="173888" y="61315"/>
                  </a:lnTo>
                  <a:lnTo>
                    <a:pt x="174193" y="59563"/>
                  </a:lnTo>
                  <a:lnTo>
                    <a:pt x="174015" y="55829"/>
                  </a:lnTo>
                  <a:lnTo>
                    <a:pt x="173850" y="52095"/>
                  </a:lnTo>
                  <a:lnTo>
                    <a:pt x="173024" y="49110"/>
                  </a:lnTo>
                  <a:lnTo>
                    <a:pt x="172656" y="49136"/>
                  </a:lnTo>
                  <a:lnTo>
                    <a:pt x="205651" y="10655"/>
                  </a:lnTo>
                  <a:lnTo>
                    <a:pt x="250812" y="63347"/>
                  </a:lnTo>
                  <a:lnTo>
                    <a:pt x="250812" y="52705"/>
                  </a:lnTo>
                  <a:lnTo>
                    <a:pt x="214782" y="10655"/>
                  </a:lnTo>
                  <a:lnTo>
                    <a:pt x="205651" y="0"/>
                  </a:lnTo>
                  <a:lnTo>
                    <a:pt x="171602" y="39712"/>
                  </a:lnTo>
                  <a:lnTo>
                    <a:pt x="171602" y="61417"/>
                  </a:lnTo>
                  <a:lnTo>
                    <a:pt x="170205" y="61074"/>
                  </a:lnTo>
                  <a:lnTo>
                    <a:pt x="166992" y="61277"/>
                  </a:lnTo>
                  <a:lnTo>
                    <a:pt x="163791" y="61480"/>
                  </a:lnTo>
                  <a:lnTo>
                    <a:pt x="161302" y="62420"/>
                  </a:lnTo>
                  <a:lnTo>
                    <a:pt x="161302" y="64325"/>
                  </a:lnTo>
                  <a:lnTo>
                    <a:pt x="160477" y="63347"/>
                  </a:lnTo>
                  <a:lnTo>
                    <a:pt x="161226" y="62484"/>
                  </a:lnTo>
                  <a:lnTo>
                    <a:pt x="161302" y="64325"/>
                  </a:lnTo>
                  <a:lnTo>
                    <a:pt x="161302" y="62420"/>
                  </a:lnTo>
                  <a:lnTo>
                    <a:pt x="171018" y="51054"/>
                  </a:lnTo>
                  <a:lnTo>
                    <a:pt x="170802" y="52285"/>
                  </a:lnTo>
                  <a:lnTo>
                    <a:pt x="171157" y="59753"/>
                  </a:lnTo>
                  <a:lnTo>
                    <a:pt x="171602" y="61417"/>
                  </a:lnTo>
                  <a:lnTo>
                    <a:pt x="171602" y="39712"/>
                  </a:lnTo>
                  <a:lnTo>
                    <a:pt x="151333" y="63347"/>
                  </a:lnTo>
                  <a:lnTo>
                    <a:pt x="205651" y="126695"/>
                  </a:lnTo>
                  <a:lnTo>
                    <a:pt x="214782" y="116039"/>
                  </a:lnTo>
                  <a:lnTo>
                    <a:pt x="259943" y="63347"/>
                  </a:lnTo>
                  <a:close/>
                </a:path>
                <a:path w="310515" h="204470">
                  <a:moveTo>
                    <a:pt x="310438" y="140512"/>
                  </a:moveTo>
                  <a:lnTo>
                    <a:pt x="301307" y="129870"/>
                  </a:lnTo>
                  <a:lnTo>
                    <a:pt x="301307" y="140512"/>
                  </a:lnTo>
                  <a:lnTo>
                    <a:pt x="291185" y="152311"/>
                  </a:lnTo>
                  <a:lnTo>
                    <a:pt x="291465" y="150799"/>
                  </a:lnTo>
                  <a:lnTo>
                    <a:pt x="291122" y="143332"/>
                  </a:lnTo>
                  <a:lnTo>
                    <a:pt x="290664" y="141655"/>
                  </a:lnTo>
                  <a:lnTo>
                    <a:pt x="292138" y="141998"/>
                  </a:lnTo>
                  <a:lnTo>
                    <a:pt x="295351" y="141795"/>
                  </a:lnTo>
                  <a:lnTo>
                    <a:pt x="298551" y="141605"/>
                  </a:lnTo>
                  <a:lnTo>
                    <a:pt x="301117" y="140639"/>
                  </a:lnTo>
                  <a:lnTo>
                    <a:pt x="301091" y="140271"/>
                  </a:lnTo>
                  <a:lnTo>
                    <a:pt x="301307" y="140512"/>
                  </a:lnTo>
                  <a:lnTo>
                    <a:pt x="301307" y="129870"/>
                  </a:lnTo>
                  <a:lnTo>
                    <a:pt x="299402" y="127647"/>
                  </a:lnTo>
                  <a:lnTo>
                    <a:pt x="299402" y="138303"/>
                  </a:lnTo>
                  <a:lnTo>
                    <a:pt x="298386" y="138049"/>
                  </a:lnTo>
                  <a:lnTo>
                    <a:pt x="291973" y="138455"/>
                  </a:lnTo>
                  <a:lnTo>
                    <a:pt x="290461" y="139026"/>
                  </a:lnTo>
                  <a:lnTo>
                    <a:pt x="290766" y="137274"/>
                  </a:lnTo>
                  <a:lnTo>
                    <a:pt x="290601" y="133527"/>
                  </a:lnTo>
                  <a:lnTo>
                    <a:pt x="290436" y="129794"/>
                  </a:lnTo>
                  <a:lnTo>
                    <a:pt x="289788" y="127495"/>
                  </a:lnTo>
                  <a:lnTo>
                    <a:pt x="289788" y="153949"/>
                  </a:lnTo>
                  <a:lnTo>
                    <a:pt x="256133" y="193205"/>
                  </a:lnTo>
                  <a:lnTo>
                    <a:pt x="244449" y="179578"/>
                  </a:lnTo>
                  <a:lnTo>
                    <a:pt x="247040" y="180187"/>
                  </a:lnTo>
                  <a:lnTo>
                    <a:pt x="253441" y="179793"/>
                  </a:lnTo>
                  <a:lnTo>
                    <a:pt x="254876" y="179260"/>
                  </a:lnTo>
                  <a:lnTo>
                    <a:pt x="254584" y="180987"/>
                  </a:lnTo>
                  <a:lnTo>
                    <a:pt x="254749" y="184721"/>
                  </a:lnTo>
                  <a:lnTo>
                    <a:pt x="254914" y="188455"/>
                  </a:lnTo>
                  <a:lnTo>
                    <a:pt x="255739" y="191439"/>
                  </a:lnTo>
                  <a:lnTo>
                    <a:pt x="257416" y="191338"/>
                  </a:lnTo>
                  <a:lnTo>
                    <a:pt x="257962" y="188264"/>
                  </a:lnTo>
                  <a:lnTo>
                    <a:pt x="257619" y="180797"/>
                  </a:lnTo>
                  <a:lnTo>
                    <a:pt x="257149" y="179120"/>
                  </a:lnTo>
                  <a:lnTo>
                    <a:pt x="258635" y="179463"/>
                  </a:lnTo>
                  <a:lnTo>
                    <a:pt x="261835" y="179260"/>
                  </a:lnTo>
                  <a:lnTo>
                    <a:pt x="265049" y="179070"/>
                  </a:lnTo>
                  <a:lnTo>
                    <a:pt x="267614" y="178104"/>
                  </a:lnTo>
                  <a:lnTo>
                    <a:pt x="267512" y="176149"/>
                  </a:lnTo>
                  <a:lnTo>
                    <a:pt x="264883" y="175514"/>
                  </a:lnTo>
                  <a:lnTo>
                    <a:pt x="258470" y="175920"/>
                  </a:lnTo>
                  <a:lnTo>
                    <a:pt x="256959" y="176491"/>
                  </a:lnTo>
                  <a:lnTo>
                    <a:pt x="257263" y="174739"/>
                  </a:lnTo>
                  <a:lnTo>
                    <a:pt x="257098" y="170992"/>
                  </a:lnTo>
                  <a:lnTo>
                    <a:pt x="256933" y="167259"/>
                  </a:lnTo>
                  <a:lnTo>
                    <a:pt x="256095" y="164274"/>
                  </a:lnTo>
                  <a:lnTo>
                    <a:pt x="254431" y="164376"/>
                  </a:lnTo>
                  <a:lnTo>
                    <a:pt x="253885" y="167449"/>
                  </a:lnTo>
                  <a:lnTo>
                    <a:pt x="254228" y="174917"/>
                  </a:lnTo>
                  <a:lnTo>
                    <a:pt x="254673" y="176593"/>
                  </a:lnTo>
                  <a:lnTo>
                    <a:pt x="253276" y="176250"/>
                  </a:lnTo>
                  <a:lnTo>
                    <a:pt x="250075" y="176441"/>
                  </a:lnTo>
                  <a:lnTo>
                    <a:pt x="246862" y="176644"/>
                  </a:lnTo>
                  <a:lnTo>
                    <a:pt x="244297" y="177609"/>
                  </a:lnTo>
                  <a:lnTo>
                    <a:pt x="244386" y="179514"/>
                  </a:lnTo>
                  <a:lnTo>
                    <a:pt x="211874" y="141579"/>
                  </a:lnTo>
                  <a:lnTo>
                    <a:pt x="214452" y="142189"/>
                  </a:lnTo>
                  <a:lnTo>
                    <a:pt x="220865" y="141795"/>
                  </a:lnTo>
                  <a:lnTo>
                    <a:pt x="222288" y="141262"/>
                  </a:lnTo>
                  <a:lnTo>
                    <a:pt x="221996" y="142976"/>
                  </a:lnTo>
                  <a:lnTo>
                    <a:pt x="222161" y="146710"/>
                  </a:lnTo>
                  <a:lnTo>
                    <a:pt x="222338" y="150456"/>
                  </a:lnTo>
                  <a:lnTo>
                    <a:pt x="223164" y="153441"/>
                  </a:lnTo>
                  <a:lnTo>
                    <a:pt x="224840" y="153327"/>
                  </a:lnTo>
                  <a:lnTo>
                    <a:pt x="225386" y="150266"/>
                  </a:lnTo>
                  <a:lnTo>
                    <a:pt x="225031" y="142786"/>
                  </a:lnTo>
                  <a:lnTo>
                    <a:pt x="224574" y="141109"/>
                  </a:lnTo>
                  <a:lnTo>
                    <a:pt x="226060" y="141465"/>
                  </a:lnTo>
                  <a:lnTo>
                    <a:pt x="229260" y="141262"/>
                  </a:lnTo>
                  <a:lnTo>
                    <a:pt x="232460" y="141058"/>
                  </a:lnTo>
                  <a:lnTo>
                    <a:pt x="235026" y="140093"/>
                  </a:lnTo>
                  <a:lnTo>
                    <a:pt x="234937" y="138137"/>
                  </a:lnTo>
                  <a:lnTo>
                    <a:pt x="232295" y="137515"/>
                  </a:lnTo>
                  <a:lnTo>
                    <a:pt x="225894" y="137909"/>
                  </a:lnTo>
                  <a:lnTo>
                    <a:pt x="224370" y="138480"/>
                  </a:lnTo>
                  <a:lnTo>
                    <a:pt x="224688" y="136728"/>
                  </a:lnTo>
                  <a:lnTo>
                    <a:pt x="224510" y="132994"/>
                  </a:lnTo>
                  <a:lnTo>
                    <a:pt x="224345" y="129247"/>
                  </a:lnTo>
                  <a:lnTo>
                    <a:pt x="223520" y="126263"/>
                  </a:lnTo>
                  <a:lnTo>
                    <a:pt x="223164" y="126288"/>
                  </a:lnTo>
                  <a:lnTo>
                    <a:pt x="254927" y="89230"/>
                  </a:lnTo>
                  <a:lnTo>
                    <a:pt x="254508" y="91617"/>
                  </a:lnTo>
                  <a:lnTo>
                    <a:pt x="254850" y="99098"/>
                  </a:lnTo>
                  <a:lnTo>
                    <a:pt x="255295" y="100761"/>
                  </a:lnTo>
                  <a:lnTo>
                    <a:pt x="253898" y="100418"/>
                  </a:lnTo>
                  <a:lnTo>
                    <a:pt x="250698" y="100622"/>
                  </a:lnTo>
                  <a:lnTo>
                    <a:pt x="247484" y="100812"/>
                  </a:lnTo>
                  <a:lnTo>
                    <a:pt x="244919" y="101777"/>
                  </a:lnTo>
                  <a:lnTo>
                    <a:pt x="245021" y="103746"/>
                  </a:lnTo>
                  <a:lnTo>
                    <a:pt x="247662" y="104368"/>
                  </a:lnTo>
                  <a:lnTo>
                    <a:pt x="254063" y="103974"/>
                  </a:lnTo>
                  <a:lnTo>
                    <a:pt x="255498" y="103441"/>
                  </a:lnTo>
                  <a:lnTo>
                    <a:pt x="255206" y="105156"/>
                  </a:lnTo>
                  <a:lnTo>
                    <a:pt x="255371" y="108889"/>
                  </a:lnTo>
                  <a:lnTo>
                    <a:pt x="255536" y="112636"/>
                  </a:lnTo>
                  <a:lnTo>
                    <a:pt x="256362" y="115620"/>
                  </a:lnTo>
                  <a:lnTo>
                    <a:pt x="258038" y="115506"/>
                  </a:lnTo>
                  <a:lnTo>
                    <a:pt x="258584" y="112445"/>
                  </a:lnTo>
                  <a:lnTo>
                    <a:pt x="258241" y="104965"/>
                  </a:lnTo>
                  <a:lnTo>
                    <a:pt x="257771" y="103301"/>
                  </a:lnTo>
                  <a:lnTo>
                    <a:pt x="259257" y="103644"/>
                  </a:lnTo>
                  <a:lnTo>
                    <a:pt x="262458" y="103441"/>
                  </a:lnTo>
                  <a:lnTo>
                    <a:pt x="265671" y="103238"/>
                  </a:lnTo>
                  <a:lnTo>
                    <a:pt x="268236" y="102273"/>
                  </a:lnTo>
                  <a:lnTo>
                    <a:pt x="268211" y="101942"/>
                  </a:lnTo>
                  <a:lnTo>
                    <a:pt x="289560" y="126822"/>
                  </a:lnTo>
                  <a:lnTo>
                    <a:pt x="287934" y="126911"/>
                  </a:lnTo>
                  <a:lnTo>
                    <a:pt x="287388" y="129984"/>
                  </a:lnTo>
                  <a:lnTo>
                    <a:pt x="287731" y="137452"/>
                  </a:lnTo>
                  <a:lnTo>
                    <a:pt x="288188" y="139128"/>
                  </a:lnTo>
                  <a:lnTo>
                    <a:pt x="286778" y="138785"/>
                  </a:lnTo>
                  <a:lnTo>
                    <a:pt x="283578" y="138976"/>
                  </a:lnTo>
                  <a:lnTo>
                    <a:pt x="280377" y="139179"/>
                  </a:lnTo>
                  <a:lnTo>
                    <a:pt x="277812" y="140144"/>
                  </a:lnTo>
                  <a:lnTo>
                    <a:pt x="277901" y="142100"/>
                  </a:lnTo>
                  <a:lnTo>
                    <a:pt x="280543" y="142722"/>
                  </a:lnTo>
                  <a:lnTo>
                    <a:pt x="286956" y="142328"/>
                  </a:lnTo>
                  <a:lnTo>
                    <a:pt x="288378" y="141795"/>
                  </a:lnTo>
                  <a:lnTo>
                    <a:pt x="288086" y="143510"/>
                  </a:lnTo>
                  <a:lnTo>
                    <a:pt x="288251" y="147256"/>
                  </a:lnTo>
                  <a:lnTo>
                    <a:pt x="288417" y="150990"/>
                  </a:lnTo>
                  <a:lnTo>
                    <a:pt x="289255" y="153974"/>
                  </a:lnTo>
                  <a:lnTo>
                    <a:pt x="289788" y="153949"/>
                  </a:lnTo>
                  <a:lnTo>
                    <a:pt x="289788" y="127495"/>
                  </a:lnTo>
                  <a:lnTo>
                    <a:pt x="289623" y="126898"/>
                  </a:lnTo>
                  <a:lnTo>
                    <a:pt x="299402" y="138303"/>
                  </a:lnTo>
                  <a:lnTo>
                    <a:pt x="299402" y="127647"/>
                  </a:lnTo>
                  <a:lnTo>
                    <a:pt x="266496" y="89255"/>
                  </a:lnTo>
                  <a:lnTo>
                    <a:pt x="266496" y="99936"/>
                  </a:lnTo>
                  <a:lnTo>
                    <a:pt x="265506" y="99695"/>
                  </a:lnTo>
                  <a:lnTo>
                    <a:pt x="259092" y="100088"/>
                  </a:lnTo>
                  <a:lnTo>
                    <a:pt x="257581" y="100660"/>
                  </a:lnTo>
                  <a:lnTo>
                    <a:pt x="257886" y="98907"/>
                  </a:lnTo>
                  <a:lnTo>
                    <a:pt x="257721" y="95173"/>
                  </a:lnTo>
                  <a:lnTo>
                    <a:pt x="257556" y="91427"/>
                  </a:lnTo>
                  <a:lnTo>
                    <a:pt x="256730" y="88531"/>
                  </a:lnTo>
                  <a:lnTo>
                    <a:pt x="266496" y="99936"/>
                  </a:lnTo>
                  <a:lnTo>
                    <a:pt x="266496" y="89255"/>
                  </a:lnTo>
                  <a:lnTo>
                    <a:pt x="265277" y="87820"/>
                  </a:lnTo>
                  <a:lnTo>
                    <a:pt x="256667" y="77787"/>
                  </a:lnTo>
                  <a:lnTo>
                    <a:pt x="256667" y="88455"/>
                  </a:lnTo>
                  <a:lnTo>
                    <a:pt x="255524" y="88531"/>
                  </a:lnTo>
                  <a:lnTo>
                    <a:pt x="256133" y="87820"/>
                  </a:lnTo>
                  <a:lnTo>
                    <a:pt x="256667" y="88455"/>
                  </a:lnTo>
                  <a:lnTo>
                    <a:pt x="256667" y="77787"/>
                  </a:lnTo>
                  <a:lnTo>
                    <a:pt x="256133" y="77165"/>
                  </a:lnTo>
                  <a:lnTo>
                    <a:pt x="222084" y="116890"/>
                  </a:lnTo>
                  <a:lnTo>
                    <a:pt x="222084" y="138582"/>
                  </a:lnTo>
                  <a:lnTo>
                    <a:pt x="220700" y="138239"/>
                  </a:lnTo>
                  <a:lnTo>
                    <a:pt x="217487" y="138442"/>
                  </a:lnTo>
                  <a:lnTo>
                    <a:pt x="214287" y="138633"/>
                  </a:lnTo>
                  <a:lnTo>
                    <a:pt x="211797" y="139585"/>
                  </a:lnTo>
                  <a:lnTo>
                    <a:pt x="211797" y="141490"/>
                  </a:lnTo>
                  <a:lnTo>
                    <a:pt x="210972" y="140512"/>
                  </a:lnTo>
                  <a:lnTo>
                    <a:pt x="211721" y="139649"/>
                  </a:lnTo>
                  <a:lnTo>
                    <a:pt x="211797" y="141490"/>
                  </a:lnTo>
                  <a:lnTo>
                    <a:pt x="211797" y="139585"/>
                  </a:lnTo>
                  <a:lnTo>
                    <a:pt x="221513" y="128219"/>
                  </a:lnTo>
                  <a:lnTo>
                    <a:pt x="221297" y="129438"/>
                  </a:lnTo>
                  <a:lnTo>
                    <a:pt x="221640" y="136918"/>
                  </a:lnTo>
                  <a:lnTo>
                    <a:pt x="222084" y="138582"/>
                  </a:lnTo>
                  <a:lnTo>
                    <a:pt x="222084" y="116890"/>
                  </a:lnTo>
                  <a:lnTo>
                    <a:pt x="204952" y="136867"/>
                  </a:lnTo>
                  <a:lnTo>
                    <a:pt x="198958" y="129882"/>
                  </a:lnTo>
                  <a:lnTo>
                    <a:pt x="198958" y="140512"/>
                  </a:lnTo>
                  <a:lnTo>
                    <a:pt x="188836" y="152311"/>
                  </a:lnTo>
                  <a:lnTo>
                    <a:pt x="189115" y="150799"/>
                  </a:lnTo>
                  <a:lnTo>
                    <a:pt x="188772" y="143332"/>
                  </a:lnTo>
                  <a:lnTo>
                    <a:pt x="188315" y="141655"/>
                  </a:lnTo>
                  <a:lnTo>
                    <a:pt x="189788" y="141998"/>
                  </a:lnTo>
                  <a:lnTo>
                    <a:pt x="192989" y="141795"/>
                  </a:lnTo>
                  <a:lnTo>
                    <a:pt x="196202" y="141605"/>
                  </a:lnTo>
                  <a:lnTo>
                    <a:pt x="198767" y="140639"/>
                  </a:lnTo>
                  <a:lnTo>
                    <a:pt x="198742" y="140271"/>
                  </a:lnTo>
                  <a:lnTo>
                    <a:pt x="198958" y="140512"/>
                  </a:lnTo>
                  <a:lnTo>
                    <a:pt x="198958" y="129882"/>
                  </a:lnTo>
                  <a:lnTo>
                    <a:pt x="197053" y="127660"/>
                  </a:lnTo>
                  <a:lnTo>
                    <a:pt x="197053" y="138303"/>
                  </a:lnTo>
                  <a:lnTo>
                    <a:pt x="196037" y="138049"/>
                  </a:lnTo>
                  <a:lnTo>
                    <a:pt x="189623" y="138455"/>
                  </a:lnTo>
                  <a:lnTo>
                    <a:pt x="188112" y="139026"/>
                  </a:lnTo>
                  <a:lnTo>
                    <a:pt x="188417" y="137274"/>
                  </a:lnTo>
                  <a:lnTo>
                    <a:pt x="188252" y="133527"/>
                  </a:lnTo>
                  <a:lnTo>
                    <a:pt x="188087" y="129794"/>
                  </a:lnTo>
                  <a:lnTo>
                    <a:pt x="187439" y="127495"/>
                  </a:lnTo>
                  <a:lnTo>
                    <a:pt x="187439" y="153949"/>
                  </a:lnTo>
                  <a:lnTo>
                    <a:pt x="153784" y="193205"/>
                  </a:lnTo>
                  <a:lnTo>
                    <a:pt x="142100" y="179590"/>
                  </a:lnTo>
                  <a:lnTo>
                    <a:pt x="144678" y="180187"/>
                  </a:lnTo>
                  <a:lnTo>
                    <a:pt x="151091" y="179793"/>
                  </a:lnTo>
                  <a:lnTo>
                    <a:pt x="152514" y="179260"/>
                  </a:lnTo>
                  <a:lnTo>
                    <a:pt x="152222" y="180987"/>
                  </a:lnTo>
                  <a:lnTo>
                    <a:pt x="152400" y="184721"/>
                  </a:lnTo>
                  <a:lnTo>
                    <a:pt x="152565" y="188455"/>
                  </a:lnTo>
                  <a:lnTo>
                    <a:pt x="153390" y="191439"/>
                  </a:lnTo>
                  <a:lnTo>
                    <a:pt x="155067" y="191338"/>
                  </a:lnTo>
                  <a:lnTo>
                    <a:pt x="155613" y="188264"/>
                  </a:lnTo>
                  <a:lnTo>
                    <a:pt x="155257" y="180797"/>
                  </a:lnTo>
                  <a:lnTo>
                    <a:pt x="154800" y="179120"/>
                  </a:lnTo>
                  <a:lnTo>
                    <a:pt x="156286" y="179463"/>
                  </a:lnTo>
                  <a:lnTo>
                    <a:pt x="159486" y="179260"/>
                  </a:lnTo>
                  <a:lnTo>
                    <a:pt x="162687" y="179070"/>
                  </a:lnTo>
                  <a:lnTo>
                    <a:pt x="165252" y="178104"/>
                  </a:lnTo>
                  <a:lnTo>
                    <a:pt x="165163" y="176149"/>
                  </a:lnTo>
                  <a:lnTo>
                    <a:pt x="162521" y="175514"/>
                  </a:lnTo>
                  <a:lnTo>
                    <a:pt x="156121" y="175920"/>
                  </a:lnTo>
                  <a:lnTo>
                    <a:pt x="154609" y="176491"/>
                  </a:lnTo>
                  <a:lnTo>
                    <a:pt x="154914" y="174739"/>
                  </a:lnTo>
                  <a:lnTo>
                    <a:pt x="154736" y="170992"/>
                  </a:lnTo>
                  <a:lnTo>
                    <a:pt x="154571" y="167259"/>
                  </a:lnTo>
                  <a:lnTo>
                    <a:pt x="153746" y="164274"/>
                  </a:lnTo>
                  <a:lnTo>
                    <a:pt x="152069" y="164376"/>
                  </a:lnTo>
                  <a:lnTo>
                    <a:pt x="151523" y="167449"/>
                  </a:lnTo>
                  <a:lnTo>
                    <a:pt x="151879" y="174917"/>
                  </a:lnTo>
                  <a:lnTo>
                    <a:pt x="152323" y="176593"/>
                  </a:lnTo>
                  <a:lnTo>
                    <a:pt x="150926" y="176250"/>
                  </a:lnTo>
                  <a:lnTo>
                    <a:pt x="147713" y="176441"/>
                  </a:lnTo>
                  <a:lnTo>
                    <a:pt x="144513" y="176644"/>
                  </a:lnTo>
                  <a:lnTo>
                    <a:pt x="141947" y="177609"/>
                  </a:lnTo>
                  <a:lnTo>
                    <a:pt x="142024" y="179501"/>
                  </a:lnTo>
                  <a:lnTo>
                    <a:pt x="109512" y="141566"/>
                  </a:lnTo>
                  <a:lnTo>
                    <a:pt x="112102" y="142189"/>
                  </a:lnTo>
                  <a:lnTo>
                    <a:pt x="118503" y="141795"/>
                  </a:lnTo>
                  <a:lnTo>
                    <a:pt x="119938" y="141262"/>
                  </a:lnTo>
                  <a:lnTo>
                    <a:pt x="119646" y="142976"/>
                  </a:lnTo>
                  <a:lnTo>
                    <a:pt x="119811" y="146710"/>
                  </a:lnTo>
                  <a:lnTo>
                    <a:pt x="119989" y="150456"/>
                  </a:lnTo>
                  <a:lnTo>
                    <a:pt x="120802" y="153441"/>
                  </a:lnTo>
                  <a:lnTo>
                    <a:pt x="122478" y="153327"/>
                  </a:lnTo>
                  <a:lnTo>
                    <a:pt x="123024" y="150266"/>
                  </a:lnTo>
                  <a:lnTo>
                    <a:pt x="122682" y="142786"/>
                  </a:lnTo>
                  <a:lnTo>
                    <a:pt x="122224" y="141122"/>
                  </a:lnTo>
                  <a:lnTo>
                    <a:pt x="123698" y="141465"/>
                  </a:lnTo>
                  <a:lnTo>
                    <a:pt x="126911" y="141262"/>
                  </a:lnTo>
                  <a:lnTo>
                    <a:pt x="130111" y="141058"/>
                  </a:lnTo>
                  <a:lnTo>
                    <a:pt x="132676" y="140093"/>
                  </a:lnTo>
                  <a:lnTo>
                    <a:pt x="132588" y="138137"/>
                  </a:lnTo>
                  <a:lnTo>
                    <a:pt x="129946" y="137515"/>
                  </a:lnTo>
                  <a:lnTo>
                    <a:pt x="123532" y="137909"/>
                  </a:lnTo>
                  <a:lnTo>
                    <a:pt x="122021" y="138480"/>
                  </a:lnTo>
                  <a:lnTo>
                    <a:pt x="122326" y="136728"/>
                  </a:lnTo>
                  <a:lnTo>
                    <a:pt x="122161" y="132994"/>
                  </a:lnTo>
                  <a:lnTo>
                    <a:pt x="121996" y="129247"/>
                  </a:lnTo>
                  <a:lnTo>
                    <a:pt x="121170" y="126263"/>
                  </a:lnTo>
                  <a:lnTo>
                    <a:pt x="120802" y="126288"/>
                  </a:lnTo>
                  <a:lnTo>
                    <a:pt x="152565" y="89242"/>
                  </a:lnTo>
                  <a:lnTo>
                    <a:pt x="152146" y="91617"/>
                  </a:lnTo>
                  <a:lnTo>
                    <a:pt x="152488" y="99098"/>
                  </a:lnTo>
                  <a:lnTo>
                    <a:pt x="152933" y="100761"/>
                  </a:lnTo>
                  <a:lnTo>
                    <a:pt x="151549" y="100418"/>
                  </a:lnTo>
                  <a:lnTo>
                    <a:pt x="148336" y="100622"/>
                  </a:lnTo>
                  <a:lnTo>
                    <a:pt x="145135" y="100812"/>
                  </a:lnTo>
                  <a:lnTo>
                    <a:pt x="142570" y="101777"/>
                  </a:lnTo>
                  <a:lnTo>
                    <a:pt x="142659" y="103746"/>
                  </a:lnTo>
                  <a:lnTo>
                    <a:pt x="145300" y="104368"/>
                  </a:lnTo>
                  <a:lnTo>
                    <a:pt x="151714" y="103974"/>
                  </a:lnTo>
                  <a:lnTo>
                    <a:pt x="153136" y="103441"/>
                  </a:lnTo>
                  <a:lnTo>
                    <a:pt x="152844" y="105156"/>
                  </a:lnTo>
                  <a:lnTo>
                    <a:pt x="153009" y="108889"/>
                  </a:lnTo>
                  <a:lnTo>
                    <a:pt x="153187" y="112636"/>
                  </a:lnTo>
                  <a:lnTo>
                    <a:pt x="154012" y="115620"/>
                  </a:lnTo>
                  <a:lnTo>
                    <a:pt x="155689" y="115506"/>
                  </a:lnTo>
                  <a:lnTo>
                    <a:pt x="156235" y="112445"/>
                  </a:lnTo>
                  <a:lnTo>
                    <a:pt x="155879" y="104965"/>
                  </a:lnTo>
                  <a:lnTo>
                    <a:pt x="155422" y="103289"/>
                  </a:lnTo>
                  <a:lnTo>
                    <a:pt x="156908" y="103644"/>
                  </a:lnTo>
                  <a:lnTo>
                    <a:pt x="160108" y="103441"/>
                  </a:lnTo>
                  <a:lnTo>
                    <a:pt x="163309" y="103238"/>
                  </a:lnTo>
                  <a:lnTo>
                    <a:pt x="165874" y="102273"/>
                  </a:lnTo>
                  <a:lnTo>
                    <a:pt x="165849" y="101930"/>
                  </a:lnTo>
                  <a:lnTo>
                    <a:pt x="187210" y="126822"/>
                  </a:lnTo>
                  <a:lnTo>
                    <a:pt x="185585" y="126911"/>
                  </a:lnTo>
                  <a:lnTo>
                    <a:pt x="185039" y="129984"/>
                  </a:lnTo>
                  <a:lnTo>
                    <a:pt x="185381" y="137452"/>
                  </a:lnTo>
                  <a:lnTo>
                    <a:pt x="185826" y="139128"/>
                  </a:lnTo>
                  <a:lnTo>
                    <a:pt x="184429" y="138785"/>
                  </a:lnTo>
                  <a:lnTo>
                    <a:pt x="181229" y="138976"/>
                  </a:lnTo>
                  <a:lnTo>
                    <a:pt x="178015" y="139179"/>
                  </a:lnTo>
                  <a:lnTo>
                    <a:pt x="175450" y="140144"/>
                  </a:lnTo>
                  <a:lnTo>
                    <a:pt x="175552" y="142100"/>
                  </a:lnTo>
                  <a:lnTo>
                    <a:pt x="178193" y="142722"/>
                  </a:lnTo>
                  <a:lnTo>
                    <a:pt x="184594" y="142328"/>
                  </a:lnTo>
                  <a:lnTo>
                    <a:pt x="186029" y="141795"/>
                  </a:lnTo>
                  <a:lnTo>
                    <a:pt x="185737" y="143510"/>
                  </a:lnTo>
                  <a:lnTo>
                    <a:pt x="185902" y="147256"/>
                  </a:lnTo>
                  <a:lnTo>
                    <a:pt x="186067" y="150990"/>
                  </a:lnTo>
                  <a:lnTo>
                    <a:pt x="186893" y="153974"/>
                  </a:lnTo>
                  <a:lnTo>
                    <a:pt x="187439" y="153949"/>
                  </a:lnTo>
                  <a:lnTo>
                    <a:pt x="187439" y="127495"/>
                  </a:lnTo>
                  <a:lnTo>
                    <a:pt x="187274" y="126898"/>
                  </a:lnTo>
                  <a:lnTo>
                    <a:pt x="197053" y="138303"/>
                  </a:lnTo>
                  <a:lnTo>
                    <a:pt x="197053" y="127660"/>
                  </a:lnTo>
                  <a:lnTo>
                    <a:pt x="164147" y="89268"/>
                  </a:lnTo>
                  <a:lnTo>
                    <a:pt x="164147" y="99936"/>
                  </a:lnTo>
                  <a:lnTo>
                    <a:pt x="163144" y="99695"/>
                  </a:lnTo>
                  <a:lnTo>
                    <a:pt x="156743" y="100088"/>
                  </a:lnTo>
                  <a:lnTo>
                    <a:pt x="155232" y="100660"/>
                  </a:lnTo>
                  <a:lnTo>
                    <a:pt x="155536" y="98907"/>
                  </a:lnTo>
                  <a:lnTo>
                    <a:pt x="155359" y="95173"/>
                  </a:lnTo>
                  <a:lnTo>
                    <a:pt x="155194" y="91427"/>
                  </a:lnTo>
                  <a:lnTo>
                    <a:pt x="154381" y="88531"/>
                  </a:lnTo>
                  <a:lnTo>
                    <a:pt x="164147" y="99936"/>
                  </a:lnTo>
                  <a:lnTo>
                    <a:pt x="164147" y="89268"/>
                  </a:lnTo>
                  <a:lnTo>
                    <a:pt x="162915" y="87820"/>
                  </a:lnTo>
                  <a:lnTo>
                    <a:pt x="154317" y="77800"/>
                  </a:lnTo>
                  <a:lnTo>
                    <a:pt x="154317" y="88455"/>
                  </a:lnTo>
                  <a:lnTo>
                    <a:pt x="153174" y="88531"/>
                  </a:lnTo>
                  <a:lnTo>
                    <a:pt x="153784" y="87820"/>
                  </a:lnTo>
                  <a:lnTo>
                    <a:pt x="154317" y="88455"/>
                  </a:lnTo>
                  <a:lnTo>
                    <a:pt x="154317" y="77800"/>
                  </a:lnTo>
                  <a:lnTo>
                    <a:pt x="153784" y="77165"/>
                  </a:lnTo>
                  <a:lnTo>
                    <a:pt x="119735" y="116890"/>
                  </a:lnTo>
                  <a:lnTo>
                    <a:pt x="119735" y="138582"/>
                  </a:lnTo>
                  <a:lnTo>
                    <a:pt x="118338" y="138239"/>
                  </a:lnTo>
                  <a:lnTo>
                    <a:pt x="115138" y="138442"/>
                  </a:lnTo>
                  <a:lnTo>
                    <a:pt x="111937" y="138633"/>
                  </a:lnTo>
                  <a:lnTo>
                    <a:pt x="109448" y="139585"/>
                  </a:lnTo>
                  <a:lnTo>
                    <a:pt x="109448" y="141503"/>
                  </a:lnTo>
                  <a:lnTo>
                    <a:pt x="108610" y="140512"/>
                  </a:lnTo>
                  <a:lnTo>
                    <a:pt x="109372" y="139623"/>
                  </a:lnTo>
                  <a:lnTo>
                    <a:pt x="109448" y="141503"/>
                  </a:lnTo>
                  <a:lnTo>
                    <a:pt x="109448" y="139585"/>
                  </a:lnTo>
                  <a:lnTo>
                    <a:pt x="119164" y="128206"/>
                  </a:lnTo>
                  <a:lnTo>
                    <a:pt x="118948" y="129438"/>
                  </a:lnTo>
                  <a:lnTo>
                    <a:pt x="119291" y="136918"/>
                  </a:lnTo>
                  <a:lnTo>
                    <a:pt x="119735" y="138582"/>
                  </a:lnTo>
                  <a:lnTo>
                    <a:pt x="119735" y="116890"/>
                  </a:lnTo>
                  <a:lnTo>
                    <a:pt x="104038" y="135191"/>
                  </a:lnTo>
                  <a:lnTo>
                    <a:pt x="99466" y="129857"/>
                  </a:lnTo>
                  <a:lnTo>
                    <a:pt x="99466" y="140512"/>
                  </a:lnTo>
                  <a:lnTo>
                    <a:pt x="89357" y="152311"/>
                  </a:lnTo>
                  <a:lnTo>
                    <a:pt x="89636" y="150799"/>
                  </a:lnTo>
                  <a:lnTo>
                    <a:pt x="89293" y="143332"/>
                  </a:lnTo>
                  <a:lnTo>
                    <a:pt x="88836" y="141655"/>
                  </a:lnTo>
                  <a:lnTo>
                    <a:pt x="90309" y="141998"/>
                  </a:lnTo>
                  <a:lnTo>
                    <a:pt x="93522" y="141795"/>
                  </a:lnTo>
                  <a:lnTo>
                    <a:pt x="96723" y="141605"/>
                  </a:lnTo>
                  <a:lnTo>
                    <a:pt x="99288" y="140639"/>
                  </a:lnTo>
                  <a:lnTo>
                    <a:pt x="99263" y="140284"/>
                  </a:lnTo>
                  <a:lnTo>
                    <a:pt x="99466" y="140512"/>
                  </a:lnTo>
                  <a:lnTo>
                    <a:pt x="99466" y="129857"/>
                  </a:lnTo>
                  <a:lnTo>
                    <a:pt x="97548" y="127622"/>
                  </a:lnTo>
                  <a:lnTo>
                    <a:pt x="97548" y="138303"/>
                  </a:lnTo>
                  <a:lnTo>
                    <a:pt x="96558" y="138049"/>
                  </a:lnTo>
                  <a:lnTo>
                    <a:pt x="90144" y="138455"/>
                  </a:lnTo>
                  <a:lnTo>
                    <a:pt x="88633" y="139026"/>
                  </a:lnTo>
                  <a:lnTo>
                    <a:pt x="88938" y="137274"/>
                  </a:lnTo>
                  <a:lnTo>
                    <a:pt x="88773" y="133527"/>
                  </a:lnTo>
                  <a:lnTo>
                    <a:pt x="88607" y="129794"/>
                  </a:lnTo>
                  <a:lnTo>
                    <a:pt x="87960" y="127482"/>
                  </a:lnTo>
                  <a:lnTo>
                    <a:pt x="87960" y="153949"/>
                  </a:lnTo>
                  <a:lnTo>
                    <a:pt x="54305" y="193205"/>
                  </a:lnTo>
                  <a:lnTo>
                    <a:pt x="42621" y="179578"/>
                  </a:lnTo>
                  <a:lnTo>
                    <a:pt x="45199" y="180187"/>
                  </a:lnTo>
                  <a:lnTo>
                    <a:pt x="51612" y="179793"/>
                  </a:lnTo>
                  <a:lnTo>
                    <a:pt x="53047" y="179260"/>
                  </a:lnTo>
                  <a:lnTo>
                    <a:pt x="52743" y="180987"/>
                  </a:lnTo>
                  <a:lnTo>
                    <a:pt x="52920" y="184721"/>
                  </a:lnTo>
                  <a:lnTo>
                    <a:pt x="53086" y="188455"/>
                  </a:lnTo>
                  <a:lnTo>
                    <a:pt x="53911" y="191439"/>
                  </a:lnTo>
                  <a:lnTo>
                    <a:pt x="55587" y="191338"/>
                  </a:lnTo>
                  <a:lnTo>
                    <a:pt x="56134" y="188264"/>
                  </a:lnTo>
                  <a:lnTo>
                    <a:pt x="55791" y="180797"/>
                  </a:lnTo>
                  <a:lnTo>
                    <a:pt x="55321" y="179120"/>
                  </a:lnTo>
                  <a:lnTo>
                    <a:pt x="56807" y="179463"/>
                  </a:lnTo>
                  <a:lnTo>
                    <a:pt x="60007" y="179260"/>
                  </a:lnTo>
                  <a:lnTo>
                    <a:pt x="63207" y="179070"/>
                  </a:lnTo>
                  <a:lnTo>
                    <a:pt x="65773" y="178104"/>
                  </a:lnTo>
                  <a:lnTo>
                    <a:pt x="65684" y="176149"/>
                  </a:lnTo>
                  <a:lnTo>
                    <a:pt x="63042" y="175514"/>
                  </a:lnTo>
                  <a:lnTo>
                    <a:pt x="56642" y="175920"/>
                  </a:lnTo>
                  <a:lnTo>
                    <a:pt x="55130" y="176491"/>
                  </a:lnTo>
                  <a:lnTo>
                    <a:pt x="55435" y="174739"/>
                  </a:lnTo>
                  <a:lnTo>
                    <a:pt x="55270" y="170992"/>
                  </a:lnTo>
                  <a:lnTo>
                    <a:pt x="55092" y="167259"/>
                  </a:lnTo>
                  <a:lnTo>
                    <a:pt x="54267" y="164274"/>
                  </a:lnTo>
                  <a:lnTo>
                    <a:pt x="52590" y="164376"/>
                  </a:lnTo>
                  <a:lnTo>
                    <a:pt x="52044" y="167449"/>
                  </a:lnTo>
                  <a:lnTo>
                    <a:pt x="52400" y="174917"/>
                  </a:lnTo>
                  <a:lnTo>
                    <a:pt x="52844" y="176593"/>
                  </a:lnTo>
                  <a:lnTo>
                    <a:pt x="51447" y="176250"/>
                  </a:lnTo>
                  <a:lnTo>
                    <a:pt x="48234" y="176441"/>
                  </a:lnTo>
                  <a:lnTo>
                    <a:pt x="45034" y="176644"/>
                  </a:lnTo>
                  <a:lnTo>
                    <a:pt x="42468" y="177609"/>
                  </a:lnTo>
                  <a:lnTo>
                    <a:pt x="42557" y="179527"/>
                  </a:lnTo>
                  <a:lnTo>
                    <a:pt x="10033" y="141566"/>
                  </a:lnTo>
                  <a:lnTo>
                    <a:pt x="12623" y="142189"/>
                  </a:lnTo>
                  <a:lnTo>
                    <a:pt x="19037" y="141795"/>
                  </a:lnTo>
                  <a:lnTo>
                    <a:pt x="20459" y="141262"/>
                  </a:lnTo>
                  <a:lnTo>
                    <a:pt x="20167" y="142976"/>
                  </a:lnTo>
                  <a:lnTo>
                    <a:pt x="20332" y="146710"/>
                  </a:lnTo>
                  <a:lnTo>
                    <a:pt x="20497" y="150456"/>
                  </a:lnTo>
                  <a:lnTo>
                    <a:pt x="21323" y="153441"/>
                  </a:lnTo>
                  <a:lnTo>
                    <a:pt x="22999" y="153327"/>
                  </a:lnTo>
                  <a:lnTo>
                    <a:pt x="23545" y="150266"/>
                  </a:lnTo>
                  <a:lnTo>
                    <a:pt x="23202" y="142786"/>
                  </a:lnTo>
                  <a:lnTo>
                    <a:pt x="22745" y="141109"/>
                  </a:lnTo>
                  <a:lnTo>
                    <a:pt x="24231" y="141465"/>
                  </a:lnTo>
                  <a:lnTo>
                    <a:pt x="27432" y="141262"/>
                  </a:lnTo>
                  <a:lnTo>
                    <a:pt x="30632" y="141058"/>
                  </a:lnTo>
                  <a:lnTo>
                    <a:pt x="33197" y="140093"/>
                  </a:lnTo>
                  <a:lnTo>
                    <a:pt x="33108" y="138137"/>
                  </a:lnTo>
                  <a:lnTo>
                    <a:pt x="30467" y="137515"/>
                  </a:lnTo>
                  <a:lnTo>
                    <a:pt x="24053" y="137909"/>
                  </a:lnTo>
                  <a:lnTo>
                    <a:pt x="22542" y="138480"/>
                  </a:lnTo>
                  <a:lnTo>
                    <a:pt x="22847" y="136728"/>
                  </a:lnTo>
                  <a:lnTo>
                    <a:pt x="22682" y="132994"/>
                  </a:lnTo>
                  <a:lnTo>
                    <a:pt x="22517" y="129247"/>
                  </a:lnTo>
                  <a:lnTo>
                    <a:pt x="21691" y="126263"/>
                  </a:lnTo>
                  <a:lnTo>
                    <a:pt x="21323" y="126288"/>
                  </a:lnTo>
                  <a:lnTo>
                    <a:pt x="53086" y="89242"/>
                  </a:lnTo>
                  <a:lnTo>
                    <a:pt x="52666" y="91617"/>
                  </a:lnTo>
                  <a:lnTo>
                    <a:pt x="53022" y="99098"/>
                  </a:lnTo>
                  <a:lnTo>
                    <a:pt x="53467" y="100761"/>
                  </a:lnTo>
                  <a:lnTo>
                    <a:pt x="52070" y="100418"/>
                  </a:lnTo>
                  <a:lnTo>
                    <a:pt x="48856" y="100622"/>
                  </a:lnTo>
                  <a:lnTo>
                    <a:pt x="45656" y="100812"/>
                  </a:lnTo>
                  <a:lnTo>
                    <a:pt x="43091" y="101777"/>
                  </a:lnTo>
                  <a:lnTo>
                    <a:pt x="43192" y="103746"/>
                  </a:lnTo>
                  <a:lnTo>
                    <a:pt x="45821" y="104368"/>
                  </a:lnTo>
                  <a:lnTo>
                    <a:pt x="52235" y="103974"/>
                  </a:lnTo>
                  <a:lnTo>
                    <a:pt x="53657" y="103441"/>
                  </a:lnTo>
                  <a:lnTo>
                    <a:pt x="53365" y="105156"/>
                  </a:lnTo>
                  <a:lnTo>
                    <a:pt x="53543" y="108889"/>
                  </a:lnTo>
                  <a:lnTo>
                    <a:pt x="53708" y="112636"/>
                  </a:lnTo>
                  <a:lnTo>
                    <a:pt x="54533" y="115620"/>
                  </a:lnTo>
                  <a:lnTo>
                    <a:pt x="56210" y="115506"/>
                  </a:lnTo>
                  <a:lnTo>
                    <a:pt x="56756" y="112445"/>
                  </a:lnTo>
                  <a:lnTo>
                    <a:pt x="56400" y="104965"/>
                  </a:lnTo>
                  <a:lnTo>
                    <a:pt x="55943" y="103289"/>
                  </a:lnTo>
                  <a:lnTo>
                    <a:pt x="57429" y="103644"/>
                  </a:lnTo>
                  <a:lnTo>
                    <a:pt x="60629" y="103441"/>
                  </a:lnTo>
                  <a:lnTo>
                    <a:pt x="63830" y="103238"/>
                  </a:lnTo>
                  <a:lnTo>
                    <a:pt x="66395" y="102273"/>
                  </a:lnTo>
                  <a:lnTo>
                    <a:pt x="66370" y="101930"/>
                  </a:lnTo>
                  <a:lnTo>
                    <a:pt x="87718" y="126822"/>
                  </a:lnTo>
                  <a:lnTo>
                    <a:pt x="86106" y="126911"/>
                  </a:lnTo>
                  <a:lnTo>
                    <a:pt x="85559" y="129984"/>
                  </a:lnTo>
                  <a:lnTo>
                    <a:pt x="85902" y="137452"/>
                  </a:lnTo>
                  <a:lnTo>
                    <a:pt x="86347" y="139128"/>
                  </a:lnTo>
                  <a:lnTo>
                    <a:pt x="84950" y="138785"/>
                  </a:lnTo>
                  <a:lnTo>
                    <a:pt x="81749" y="138976"/>
                  </a:lnTo>
                  <a:lnTo>
                    <a:pt x="78549" y="139179"/>
                  </a:lnTo>
                  <a:lnTo>
                    <a:pt x="75984" y="140144"/>
                  </a:lnTo>
                  <a:lnTo>
                    <a:pt x="76073" y="142100"/>
                  </a:lnTo>
                  <a:lnTo>
                    <a:pt x="78714" y="142722"/>
                  </a:lnTo>
                  <a:lnTo>
                    <a:pt x="85115" y="142328"/>
                  </a:lnTo>
                  <a:lnTo>
                    <a:pt x="86550" y="141795"/>
                  </a:lnTo>
                  <a:lnTo>
                    <a:pt x="86258" y="143510"/>
                  </a:lnTo>
                  <a:lnTo>
                    <a:pt x="86423" y="147256"/>
                  </a:lnTo>
                  <a:lnTo>
                    <a:pt x="86588" y="150990"/>
                  </a:lnTo>
                  <a:lnTo>
                    <a:pt x="87414" y="153974"/>
                  </a:lnTo>
                  <a:lnTo>
                    <a:pt x="87960" y="153949"/>
                  </a:lnTo>
                  <a:lnTo>
                    <a:pt x="87960" y="127482"/>
                  </a:lnTo>
                  <a:lnTo>
                    <a:pt x="87807" y="126923"/>
                  </a:lnTo>
                  <a:lnTo>
                    <a:pt x="97548" y="138303"/>
                  </a:lnTo>
                  <a:lnTo>
                    <a:pt x="97548" y="127622"/>
                  </a:lnTo>
                  <a:lnTo>
                    <a:pt x="64668" y="89255"/>
                  </a:lnTo>
                  <a:lnTo>
                    <a:pt x="64668" y="99936"/>
                  </a:lnTo>
                  <a:lnTo>
                    <a:pt x="63665" y="99695"/>
                  </a:lnTo>
                  <a:lnTo>
                    <a:pt x="57264" y="100088"/>
                  </a:lnTo>
                  <a:lnTo>
                    <a:pt x="55753" y="100660"/>
                  </a:lnTo>
                  <a:lnTo>
                    <a:pt x="56057" y="98907"/>
                  </a:lnTo>
                  <a:lnTo>
                    <a:pt x="55892" y="95173"/>
                  </a:lnTo>
                  <a:lnTo>
                    <a:pt x="55714" y="91427"/>
                  </a:lnTo>
                  <a:lnTo>
                    <a:pt x="54902" y="88531"/>
                  </a:lnTo>
                  <a:lnTo>
                    <a:pt x="64668" y="99936"/>
                  </a:lnTo>
                  <a:lnTo>
                    <a:pt x="64668" y="89255"/>
                  </a:lnTo>
                  <a:lnTo>
                    <a:pt x="63449" y="87820"/>
                  </a:lnTo>
                  <a:lnTo>
                    <a:pt x="54838" y="77787"/>
                  </a:lnTo>
                  <a:lnTo>
                    <a:pt x="54838" y="88455"/>
                  </a:lnTo>
                  <a:lnTo>
                    <a:pt x="53695" y="88531"/>
                  </a:lnTo>
                  <a:lnTo>
                    <a:pt x="54305" y="87820"/>
                  </a:lnTo>
                  <a:lnTo>
                    <a:pt x="54838" y="88455"/>
                  </a:lnTo>
                  <a:lnTo>
                    <a:pt x="54838" y="77787"/>
                  </a:lnTo>
                  <a:lnTo>
                    <a:pt x="54305" y="77165"/>
                  </a:lnTo>
                  <a:lnTo>
                    <a:pt x="20256" y="116890"/>
                  </a:lnTo>
                  <a:lnTo>
                    <a:pt x="20256" y="138582"/>
                  </a:lnTo>
                  <a:lnTo>
                    <a:pt x="18859" y="138239"/>
                  </a:lnTo>
                  <a:lnTo>
                    <a:pt x="15659" y="138442"/>
                  </a:lnTo>
                  <a:lnTo>
                    <a:pt x="12458" y="138633"/>
                  </a:lnTo>
                  <a:lnTo>
                    <a:pt x="9969" y="139585"/>
                  </a:lnTo>
                  <a:lnTo>
                    <a:pt x="9969" y="141503"/>
                  </a:lnTo>
                  <a:lnTo>
                    <a:pt x="9131" y="140512"/>
                  </a:lnTo>
                  <a:lnTo>
                    <a:pt x="9893" y="139623"/>
                  </a:lnTo>
                  <a:lnTo>
                    <a:pt x="9969" y="141503"/>
                  </a:lnTo>
                  <a:lnTo>
                    <a:pt x="9969" y="139585"/>
                  </a:lnTo>
                  <a:lnTo>
                    <a:pt x="19685" y="128206"/>
                  </a:lnTo>
                  <a:lnTo>
                    <a:pt x="19469" y="129438"/>
                  </a:lnTo>
                  <a:lnTo>
                    <a:pt x="19812" y="136918"/>
                  </a:lnTo>
                  <a:lnTo>
                    <a:pt x="20256" y="138582"/>
                  </a:lnTo>
                  <a:lnTo>
                    <a:pt x="20256" y="116890"/>
                  </a:lnTo>
                  <a:lnTo>
                    <a:pt x="0" y="140512"/>
                  </a:lnTo>
                  <a:lnTo>
                    <a:pt x="54305" y="203860"/>
                  </a:lnTo>
                  <a:lnTo>
                    <a:pt x="63449" y="193205"/>
                  </a:lnTo>
                  <a:lnTo>
                    <a:pt x="104038" y="145846"/>
                  </a:lnTo>
                  <a:lnTo>
                    <a:pt x="153784" y="203860"/>
                  </a:lnTo>
                  <a:lnTo>
                    <a:pt x="162915" y="193205"/>
                  </a:lnTo>
                  <a:lnTo>
                    <a:pt x="204952" y="144170"/>
                  </a:lnTo>
                  <a:lnTo>
                    <a:pt x="256133" y="203860"/>
                  </a:lnTo>
                  <a:lnTo>
                    <a:pt x="265277" y="193205"/>
                  </a:lnTo>
                  <a:lnTo>
                    <a:pt x="310438" y="140512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7" name="object 2127" descr=""/>
            <p:cNvSpPr/>
            <p:nvPr/>
          </p:nvSpPr>
          <p:spPr>
            <a:xfrm>
              <a:off x="7839418" y="7858347"/>
              <a:ext cx="311150" cy="359410"/>
            </a:xfrm>
            <a:custGeom>
              <a:avLst/>
              <a:gdLst/>
              <a:ahLst/>
              <a:cxnLst/>
              <a:rect l="l" t="t" r="r" b="b"/>
              <a:pathLst>
                <a:path w="311150" h="359409">
                  <a:moveTo>
                    <a:pt x="108623" y="218681"/>
                  </a:moveTo>
                  <a:lnTo>
                    <a:pt x="99479" y="208026"/>
                  </a:lnTo>
                  <a:lnTo>
                    <a:pt x="99479" y="218681"/>
                  </a:lnTo>
                  <a:lnTo>
                    <a:pt x="89382" y="230466"/>
                  </a:lnTo>
                  <a:lnTo>
                    <a:pt x="89649" y="228968"/>
                  </a:lnTo>
                  <a:lnTo>
                    <a:pt x="89306" y="221500"/>
                  </a:lnTo>
                  <a:lnTo>
                    <a:pt x="88836" y="219824"/>
                  </a:lnTo>
                  <a:lnTo>
                    <a:pt x="90322" y="220167"/>
                  </a:lnTo>
                  <a:lnTo>
                    <a:pt x="93522" y="219964"/>
                  </a:lnTo>
                  <a:lnTo>
                    <a:pt x="96735" y="219773"/>
                  </a:lnTo>
                  <a:lnTo>
                    <a:pt x="99301" y="218808"/>
                  </a:lnTo>
                  <a:lnTo>
                    <a:pt x="99275" y="218452"/>
                  </a:lnTo>
                  <a:lnTo>
                    <a:pt x="99479" y="218681"/>
                  </a:lnTo>
                  <a:lnTo>
                    <a:pt x="99479" y="208026"/>
                  </a:lnTo>
                  <a:lnTo>
                    <a:pt x="97574" y="205803"/>
                  </a:lnTo>
                  <a:lnTo>
                    <a:pt x="97574" y="216471"/>
                  </a:lnTo>
                  <a:lnTo>
                    <a:pt x="96558" y="216217"/>
                  </a:lnTo>
                  <a:lnTo>
                    <a:pt x="90157" y="216623"/>
                  </a:lnTo>
                  <a:lnTo>
                    <a:pt x="88646" y="217195"/>
                  </a:lnTo>
                  <a:lnTo>
                    <a:pt x="88950" y="215442"/>
                  </a:lnTo>
                  <a:lnTo>
                    <a:pt x="88785" y="211696"/>
                  </a:lnTo>
                  <a:lnTo>
                    <a:pt x="88607" y="207962"/>
                  </a:lnTo>
                  <a:lnTo>
                    <a:pt x="87960" y="205663"/>
                  </a:lnTo>
                  <a:lnTo>
                    <a:pt x="87960" y="232117"/>
                  </a:lnTo>
                  <a:lnTo>
                    <a:pt x="54317" y="271373"/>
                  </a:lnTo>
                  <a:lnTo>
                    <a:pt x="42633" y="257759"/>
                  </a:lnTo>
                  <a:lnTo>
                    <a:pt x="45212" y="258368"/>
                  </a:lnTo>
                  <a:lnTo>
                    <a:pt x="51625" y="257962"/>
                  </a:lnTo>
                  <a:lnTo>
                    <a:pt x="53047" y="257429"/>
                  </a:lnTo>
                  <a:lnTo>
                    <a:pt x="52755" y="259156"/>
                  </a:lnTo>
                  <a:lnTo>
                    <a:pt x="52920" y="262890"/>
                  </a:lnTo>
                  <a:lnTo>
                    <a:pt x="53086" y="266623"/>
                  </a:lnTo>
                  <a:lnTo>
                    <a:pt x="53924" y="269608"/>
                  </a:lnTo>
                  <a:lnTo>
                    <a:pt x="55587" y="269506"/>
                  </a:lnTo>
                  <a:lnTo>
                    <a:pt x="56134" y="266433"/>
                  </a:lnTo>
                  <a:lnTo>
                    <a:pt x="55791" y="258965"/>
                  </a:lnTo>
                  <a:lnTo>
                    <a:pt x="55333" y="257289"/>
                  </a:lnTo>
                  <a:lnTo>
                    <a:pt x="56819" y="257632"/>
                  </a:lnTo>
                  <a:lnTo>
                    <a:pt x="60020" y="257429"/>
                  </a:lnTo>
                  <a:lnTo>
                    <a:pt x="63220" y="257238"/>
                  </a:lnTo>
                  <a:lnTo>
                    <a:pt x="65786" y="256273"/>
                  </a:lnTo>
                  <a:lnTo>
                    <a:pt x="65697" y="254317"/>
                  </a:lnTo>
                  <a:lnTo>
                    <a:pt x="63055" y="253682"/>
                  </a:lnTo>
                  <a:lnTo>
                    <a:pt x="56642" y="254088"/>
                  </a:lnTo>
                  <a:lnTo>
                    <a:pt x="55130" y="254660"/>
                  </a:lnTo>
                  <a:lnTo>
                    <a:pt x="55435" y="252907"/>
                  </a:lnTo>
                  <a:lnTo>
                    <a:pt x="55270" y="249161"/>
                  </a:lnTo>
                  <a:lnTo>
                    <a:pt x="55105" y="245427"/>
                  </a:lnTo>
                  <a:lnTo>
                    <a:pt x="54279" y="242443"/>
                  </a:lnTo>
                  <a:lnTo>
                    <a:pt x="52603" y="242544"/>
                  </a:lnTo>
                  <a:lnTo>
                    <a:pt x="52057" y="245618"/>
                  </a:lnTo>
                  <a:lnTo>
                    <a:pt x="52400" y="253085"/>
                  </a:lnTo>
                  <a:lnTo>
                    <a:pt x="52857" y="254762"/>
                  </a:lnTo>
                  <a:lnTo>
                    <a:pt x="51447" y="254419"/>
                  </a:lnTo>
                  <a:lnTo>
                    <a:pt x="48247" y="254609"/>
                  </a:lnTo>
                  <a:lnTo>
                    <a:pt x="45046" y="254812"/>
                  </a:lnTo>
                  <a:lnTo>
                    <a:pt x="42481" y="255778"/>
                  </a:lnTo>
                  <a:lnTo>
                    <a:pt x="42557" y="257683"/>
                  </a:lnTo>
                  <a:lnTo>
                    <a:pt x="10058" y="219760"/>
                  </a:lnTo>
                  <a:lnTo>
                    <a:pt x="12636" y="220357"/>
                  </a:lnTo>
                  <a:lnTo>
                    <a:pt x="19037" y="219964"/>
                  </a:lnTo>
                  <a:lnTo>
                    <a:pt x="20472" y="219430"/>
                  </a:lnTo>
                  <a:lnTo>
                    <a:pt x="20180" y="221145"/>
                  </a:lnTo>
                  <a:lnTo>
                    <a:pt x="20345" y="224878"/>
                  </a:lnTo>
                  <a:lnTo>
                    <a:pt x="20523" y="228625"/>
                  </a:lnTo>
                  <a:lnTo>
                    <a:pt x="21336" y="231609"/>
                  </a:lnTo>
                  <a:lnTo>
                    <a:pt x="23012" y="231495"/>
                  </a:lnTo>
                  <a:lnTo>
                    <a:pt x="23558" y="228434"/>
                  </a:lnTo>
                  <a:lnTo>
                    <a:pt x="23215" y="220954"/>
                  </a:lnTo>
                  <a:lnTo>
                    <a:pt x="22745" y="219290"/>
                  </a:lnTo>
                  <a:lnTo>
                    <a:pt x="24231" y="219633"/>
                  </a:lnTo>
                  <a:lnTo>
                    <a:pt x="27432" y="219430"/>
                  </a:lnTo>
                  <a:lnTo>
                    <a:pt x="30645" y="219227"/>
                  </a:lnTo>
                  <a:lnTo>
                    <a:pt x="33210" y="218274"/>
                  </a:lnTo>
                  <a:lnTo>
                    <a:pt x="33108" y="216306"/>
                  </a:lnTo>
                  <a:lnTo>
                    <a:pt x="30480" y="215684"/>
                  </a:lnTo>
                  <a:lnTo>
                    <a:pt x="24066" y="216077"/>
                  </a:lnTo>
                  <a:lnTo>
                    <a:pt x="22555" y="216649"/>
                  </a:lnTo>
                  <a:lnTo>
                    <a:pt x="22860" y="214896"/>
                  </a:lnTo>
                  <a:lnTo>
                    <a:pt x="22694" y="211162"/>
                  </a:lnTo>
                  <a:lnTo>
                    <a:pt x="22529" y="207416"/>
                  </a:lnTo>
                  <a:lnTo>
                    <a:pt x="21691" y="204431"/>
                  </a:lnTo>
                  <a:lnTo>
                    <a:pt x="21336" y="204457"/>
                  </a:lnTo>
                  <a:lnTo>
                    <a:pt x="53098" y="167411"/>
                  </a:lnTo>
                  <a:lnTo>
                    <a:pt x="52679" y="169786"/>
                  </a:lnTo>
                  <a:lnTo>
                    <a:pt x="53022" y="177266"/>
                  </a:lnTo>
                  <a:lnTo>
                    <a:pt x="53467" y="178930"/>
                  </a:lnTo>
                  <a:lnTo>
                    <a:pt x="52070" y="178587"/>
                  </a:lnTo>
                  <a:lnTo>
                    <a:pt x="48869" y="178790"/>
                  </a:lnTo>
                  <a:lnTo>
                    <a:pt x="45669" y="178993"/>
                  </a:lnTo>
                  <a:lnTo>
                    <a:pt x="43103" y="179946"/>
                  </a:lnTo>
                  <a:lnTo>
                    <a:pt x="43192" y="181914"/>
                  </a:lnTo>
                  <a:lnTo>
                    <a:pt x="45834" y="182537"/>
                  </a:lnTo>
                  <a:lnTo>
                    <a:pt x="52235" y="182143"/>
                  </a:lnTo>
                  <a:lnTo>
                    <a:pt x="53670" y="181610"/>
                  </a:lnTo>
                  <a:lnTo>
                    <a:pt x="53378" y="183324"/>
                  </a:lnTo>
                  <a:lnTo>
                    <a:pt x="53543" y="187058"/>
                  </a:lnTo>
                  <a:lnTo>
                    <a:pt x="53708" y="190804"/>
                  </a:lnTo>
                  <a:lnTo>
                    <a:pt x="54546" y="193789"/>
                  </a:lnTo>
                  <a:lnTo>
                    <a:pt x="56210" y="193687"/>
                  </a:lnTo>
                  <a:lnTo>
                    <a:pt x="56756" y="190614"/>
                  </a:lnTo>
                  <a:lnTo>
                    <a:pt x="56413" y="183134"/>
                  </a:lnTo>
                  <a:lnTo>
                    <a:pt x="55956" y="181457"/>
                  </a:lnTo>
                  <a:lnTo>
                    <a:pt x="57442" y="181813"/>
                  </a:lnTo>
                  <a:lnTo>
                    <a:pt x="60642" y="181610"/>
                  </a:lnTo>
                  <a:lnTo>
                    <a:pt x="63842" y="181406"/>
                  </a:lnTo>
                  <a:lnTo>
                    <a:pt x="66408" y="180441"/>
                  </a:lnTo>
                  <a:lnTo>
                    <a:pt x="66382" y="180098"/>
                  </a:lnTo>
                  <a:lnTo>
                    <a:pt x="87731" y="204990"/>
                  </a:lnTo>
                  <a:lnTo>
                    <a:pt x="86106" y="205079"/>
                  </a:lnTo>
                  <a:lnTo>
                    <a:pt x="85559" y="208153"/>
                  </a:lnTo>
                  <a:lnTo>
                    <a:pt x="85915" y="215620"/>
                  </a:lnTo>
                  <a:lnTo>
                    <a:pt x="86360" y="217297"/>
                  </a:lnTo>
                  <a:lnTo>
                    <a:pt x="84963" y="216954"/>
                  </a:lnTo>
                  <a:lnTo>
                    <a:pt x="81749" y="217144"/>
                  </a:lnTo>
                  <a:lnTo>
                    <a:pt x="78549" y="217347"/>
                  </a:lnTo>
                  <a:lnTo>
                    <a:pt x="75984" y="218313"/>
                  </a:lnTo>
                  <a:lnTo>
                    <a:pt x="76085" y="220268"/>
                  </a:lnTo>
                  <a:lnTo>
                    <a:pt x="78714" y="220903"/>
                  </a:lnTo>
                  <a:lnTo>
                    <a:pt x="85128" y="220497"/>
                  </a:lnTo>
                  <a:lnTo>
                    <a:pt x="86563" y="219964"/>
                  </a:lnTo>
                  <a:lnTo>
                    <a:pt x="86258" y="221691"/>
                  </a:lnTo>
                  <a:lnTo>
                    <a:pt x="86436" y="225425"/>
                  </a:lnTo>
                  <a:lnTo>
                    <a:pt x="86601" y="229158"/>
                  </a:lnTo>
                  <a:lnTo>
                    <a:pt x="87426" y="232143"/>
                  </a:lnTo>
                  <a:lnTo>
                    <a:pt x="87960" y="232117"/>
                  </a:lnTo>
                  <a:lnTo>
                    <a:pt x="87960" y="205663"/>
                  </a:lnTo>
                  <a:lnTo>
                    <a:pt x="87795" y="205066"/>
                  </a:lnTo>
                  <a:lnTo>
                    <a:pt x="97574" y="216471"/>
                  </a:lnTo>
                  <a:lnTo>
                    <a:pt x="97574" y="205803"/>
                  </a:lnTo>
                  <a:lnTo>
                    <a:pt x="64681" y="167436"/>
                  </a:lnTo>
                  <a:lnTo>
                    <a:pt x="64681" y="178104"/>
                  </a:lnTo>
                  <a:lnTo>
                    <a:pt x="63677" y="177863"/>
                  </a:lnTo>
                  <a:lnTo>
                    <a:pt x="57264" y="178257"/>
                  </a:lnTo>
                  <a:lnTo>
                    <a:pt x="55753" y="178828"/>
                  </a:lnTo>
                  <a:lnTo>
                    <a:pt x="56057" y="177076"/>
                  </a:lnTo>
                  <a:lnTo>
                    <a:pt x="55892" y="173342"/>
                  </a:lnTo>
                  <a:lnTo>
                    <a:pt x="55727" y="169595"/>
                  </a:lnTo>
                  <a:lnTo>
                    <a:pt x="54914" y="166700"/>
                  </a:lnTo>
                  <a:lnTo>
                    <a:pt x="64681" y="178104"/>
                  </a:lnTo>
                  <a:lnTo>
                    <a:pt x="64681" y="167436"/>
                  </a:lnTo>
                  <a:lnTo>
                    <a:pt x="63449" y="165989"/>
                  </a:lnTo>
                  <a:lnTo>
                    <a:pt x="54851" y="155968"/>
                  </a:lnTo>
                  <a:lnTo>
                    <a:pt x="54851" y="166636"/>
                  </a:lnTo>
                  <a:lnTo>
                    <a:pt x="53708" y="166700"/>
                  </a:lnTo>
                  <a:lnTo>
                    <a:pt x="54317" y="165989"/>
                  </a:lnTo>
                  <a:lnTo>
                    <a:pt x="54851" y="166636"/>
                  </a:lnTo>
                  <a:lnTo>
                    <a:pt x="54851" y="155968"/>
                  </a:lnTo>
                  <a:lnTo>
                    <a:pt x="54317" y="155333"/>
                  </a:lnTo>
                  <a:lnTo>
                    <a:pt x="20269" y="195046"/>
                  </a:lnTo>
                  <a:lnTo>
                    <a:pt x="20269" y="216750"/>
                  </a:lnTo>
                  <a:lnTo>
                    <a:pt x="18872" y="216408"/>
                  </a:lnTo>
                  <a:lnTo>
                    <a:pt x="15671" y="216611"/>
                  </a:lnTo>
                  <a:lnTo>
                    <a:pt x="12458" y="216814"/>
                  </a:lnTo>
                  <a:lnTo>
                    <a:pt x="9982" y="217741"/>
                  </a:lnTo>
                  <a:lnTo>
                    <a:pt x="9982" y="219671"/>
                  </a:lnTo>
                  <a:lnTo>
                    <a:pt x="9144" y="218681"/>
                  </a:lnTo>
                  <a:lnTo>
                    <a:pt x="9893" y="217805"/>
                  </a:lnTo>
                  <a:lnTo>
                    <a:pt x="9982" y="219671"/>
                  </a:lnTo>
                  <a:lnTo>
                    <a:pt x="9982" y="217741"/>
                  </a:lnTo>
                  <a:lnTo>
                    <a:pt x="19685" y="206375"/>
                  </a:lnTo>
                  <a:lnTo>
                    <a:pt x="19481" y="207606"/>
                  </a:lnTo>
                  <a:lnTo>
                    <a:pt x="19824" y="215087"/>
                  </a:lnTo>
                  <a:lnTo>
                    <a:pt x="20269" y="216750"/>
                  </a:lnTo>
                  <a:lnTo>
                    <a:pt x="20269" y="195046"/>
                  </a:lnTo>
                  <a:lnTo>
                    <a:pt x="0" y="218681"/>
                  </a:lnTo>
                  <a:lnTo>
                    <a:pt x="54317" y="282028"/>
                  </a:lnTo>
                  <a:lnTo>
                    <a:pt x="63449" y="271373"/>
                  </a:lnTo>
                  <a:lnTo>
                    <a:pt x="108623" y="218681"/>
                  </a:lnTo>
                  <a:close/>
                </a:path>
                <a:path w="311150" h="359409">
                  <a:moveTo>
                    <a:pt x="166827" y="100939"/>
                  </a:moveTo>
                  <a:lnTo>
                    <a:pt x="166725" y="98983"/>
                  </a:lnTo>
                  <a:lnTo>
                    <a:pt x="164096" y="98361"/>
                  </a:lnTo>
                  <a:lnTo>
                    <a:pt x="157683" y="98755"/>
                  </a:lnTo>
                  <a:lnTo>
                    <a:pt x="155130" y="99720"/>
                  </a:lnTo>
                  <a:lnTo>
                    <a:pt x="155155" y="100698"/>
                  </a:lnTo>
                  <a:lnTo>
                    <a:pt x="154330" y="100736"/>
                  </a:lnTo>
                  <a:lnTo>
                    <a:pt x="153797" y="103822"/>
                  </a:lnTo>
                  <a:lnTo>
                    <a:pt x="153962" y="107556"/>
                  </a:lnTo>
                  <a:lnTo>
                    <a:pt x="154127" y="111302"/>
                  </a:lnTo>
                  <a:lnTo>
                    <a:pt x="154952" y="114287"/>
                  </a:lnTo>
                  <a:lnTo>
                    <a:pt x="156629" y="114173"/>
                  </a:lnTo>
                  <a:lnTo>
                    <a:pt x="157175" y="111112"/>
                  </a:lnTo>
                  <a:lnTo>
                    <a:pt x="156832" y="103632"/>
                  </a:lnTo>
                  <a:lnTo>
                    <a:pt x="156375" y="101955"/>
                  </a:lnTo>
                  <a:lnTo>
                    <a:pt x="157848" y="102298"/>
                  </a:lnTo>
                  <a:lnTo>
                    <a:pt x="161061" y="102108"/>
                  </a:lnTo>
                  <a:lnTo>
                    <a:pt x="164261" y="101904"/>
                  </a:lnTo>
                  <a:lnTo>
                    <a:pt x="166827" y="100939"/>
                  </a:lnTo>
                  <a:close/>
                </a:path>
                <a:path w="311150" h="359409">
                  <a:moveTo>
                    <a:pt x="167449" y="25120"/>
                  </a:moveTo>
                  <a:lnTo>
                    <a:pt x="167347" y="23164"/>
                  </a:lnTo>
                  <a:lnTo>
                    <a:pt x="164719" y="22529"/>
                  </a:lnTo>
                  <a:lnTo>
                    <a:pt x="158305" y="22923"/>
                  </a:lnTo>
                  <a:lnTo>
                    <a:pt x="156794" y="23495"/>
                  </a:lnTo>
                  <a:lnTo>
                    <a:pt x="157099" y="21742"/>
                  </a:lnTo>
                  <a:lnTo>
                    <a:pt x="156933" y="18008"/>
                  </a:lnTo>
                  <a:lnTo>
                    <a:pt x="156768" y="14274"/>
                  </a:lnTo>
                  <a:lnTo>
                    <a:pt x="155930" y="11290"/>
                  </a:lnTo>
                  <a:lnTo>
                    <a:pt x="154266" y="11391"/>
                  </a:lnTo>
                  <a:lnTo>
                    <a:pt x="153720" y="14465"/>
                  </a:lnTo>
                  <a:lnTo>
                    <a:pt x="154063" y="21932"/>
                  </a:lnTo>
                  <a:lnTo>
                    <a:pt x="154508" y="23596"/>
                  </a:lnTo>
                  <a:lnTo>
                    <a:pt x="153111" y="23253"/>
                  </a:lnTo>
                  <a:lnTo>
                    <a:pt x="149910" y="23456"/>
                  </a:lnTo>
                  <a:lnTo>
                    <a:pt x="146697" y="23660"/>
                  </a:lnTo>
                  <a:lnTo>
                    <a:pt x="144132" y="24625"/>
                  </a:lnTo>
                  <a:lnTo>
                    <a:pt x="144233" y="26581"/>
                  </a:lnTo>
                  <a:lnTo>
                    <a:pt x="146875" y="27203"/>
                  </a:lnTo>
                  <a:lnTo>
                    <a:pt x="153276" y="26809"/>
                  </a:lnTo>
                  <a:lnTo>
                    <a:pt x="154711" y="26276"/>
                  </a:lnTo>
                  <a:lnTo>
                    <a:pt x="154419" y="27990"/>
                  </a:lnTo>
                  <a:lnTo>
                    <a:pt x="154584" y="31737"/>
                  </a:lnTo>
                  <a:lnTo>
                    <a:pt x="154749" y="35471"/>
                  </a:lnTo>
                  <a:lnTo>
                    <a:pt x="155575" y="38455"/>
                  </a:lnTo>
                  <a:lnTo>
                    <a:pt x="157251" y="38354"/>
                  </a:lnTo>
                  <a:lnTo>
                    <a:pt x="157797" y="35280"/>
                  </a:lnTo>
                  <a:lnTo>
                    <a:pt x="157454" y="27813"/>
                  </a:lnTo>
                  <a:lnTo>
                    <a:pt x="156984" y="26136"/>
                  </a:lnTo>
                  <a:lnTo>
                    <a:pt x="158470" y="26479"/>
                  </a:lnTo>
                  <a:lnTo>
                    <a:pt x="161671" y="26276"/>
                  </a:lnTo>
                  <a:lnTo>
                    <a:pt x="164884" y="26085"/>
                  </a:lnTo>
                  <a:lnTo>
                    <a:pt x="167449" y="25120"/>
                  </a:lnTo>
                  <a:close/>
                </a:path>
                <a:path w="311150" h="359409">
                  <a:moveTo>
                    <a:pt x="200329" y="63474"/>
                  </a:moveTo>
                  <a:lnTo>
                    <a:pt x="200240" y="61518"/>
                  </a:lnTo>
                  <a:lnTo>
                    <a:pt x="197599" y="60896"/>
                  </a:lnTo>
                  <a:lnTo>
                    <a:pt x="191185" y="61290"/>
                  </a:lnTo>
                  <a:lnTo>
                    <a:pt x="189674" y="61861"/>
                  </a:lnTo>
                  <a:lnTo>
                    <a:pt x="189979" y="60109"/>
                  </a:lnTo>
                  <a:lnTo>
                    <a:pt x="189814" y="56362"/>
                  </a:lnTo>
                  <a:lnTo>
                    <a:pt x="189649" y="52628"/>
                  </a:lnTo>
                  <a:lnTo>
                    <a:pt x="188823" y="49644"/>
                  </a:lnTo>
                  <a:lnTo>
                    <a:pt x="187147" y="49745"/>
                  </a:lnTo>
                  <a:lnTo>
                    <a:pt x="186601" y="52819"/>
                  </a:lnTo>
                  <a:lnTo>
                    <a:pt x="186944" y="60299"/>
                  </a:lnTo>
                  <a:lnTo>
                    <a:pt x="187388" y="61963"/>
                  </a:lnTo>
                  <a:lnTo>
                    <a:pt x="185991" y="61620"/>
                  </a:lnTo>
                  <a:lnTo>
                    <a:pt x="182791" y="61823"/>
                  </a:lnTo>
                  <a:lnTo>
                    <a:pt x="179590" y="62014"/>
                  </a:lnTo>
                  <a:lnTo>
                    <a:pt x="177025" y="62979"/>
                  </a:lnTo>
                  <a:lnTo>
                    <a:pt x="177114" y="64935"/>
                  </a:lnTo>
                  <a:lnTo>
                    <a:pt x="179755" y="65570"/>
                  </a:lnTo>
                  <a:lnTo>
                    <a:pt x="186169" y="65163"/>
                  </a:lnTo>
                  <a:lnTo>
                    <a:pt x="187591" y="64643"/>
                  </a:lnTo>
                  <a:lnTo>
                    <a:pt x="187299" y="66357"/>
                  </a:lnTo>
                  <a:lnTo>
                    <a:pt x="187464" y="70091"/>
                  </a:lnTo>
                  <a:lnTo>
                    <a:pt x="187629" y="73837"/>
                  </a:lnTo>
                  <a:lnTo>
                    <a:pt x="188468" y="76822"/>
                  </a:lnTo>
                  <a:lnTo>
                    <a:pt x="190144" y="76708"/>
                  </a:lnTo>
                  <a:lnTo>
                    <a:pt x="190677" y="73647"/>
                  </a:lnTo>
                  <a:lnTo>
                    <a:pt x="190334" y="66167"/>
                  </a:lnTo>
                  <a:lnTo>
                    <a:pt x="189877" y="64490"/>
                  </a:lnTo>
                  <a:lnTo>
                    <a:pt x="191363" y="64833"/>
                  </a:lnTo>
                  <a:lnTo>
                    <a:pt x="194564" y="64643"/>
                  </a:lnTo>
                  <a:lnTo>
                    <a:pt x="197764" y="64439"/>
                  </a:lnTo>
                  <a:lnTo>
                    <a:pt x="200329" y="63474"/>
                  </a:lnTo>
                  <a:close/>
                </a:path>
                <a:path w="311150" h="359409">
                  <a:moveTo>
                    <a:pt x="260146" y="295846"/>
                  </a:moveTo>
                  <a:lnTo>
                    <a:pt x="251015" y="285203"/>
                  </a:lnTo>
                  <a:lnTo>
                    <a:pt x="251015" y="295846"/>
                  </a:lnTo>
                  <a:lnTo>
                    <a:pt x="205841" y="348538"/>
                  </a:lnTo>
                  <a:lnTo>
                    <a:pt x="194157" y="334911"/>
                  </a:lnTo>
                  <a:lnTo>
                    <a:pt x="196748" y="335521"/>
                  </a:lnTo>
                  <a:lnTo>
                    <a:pt x="203149" y="335127"/>
                  </a:lnTo>
                  <a:lnTo>
                    <a:pt x="204584" y="334594"/>
                  </a:lnTo>
                  <a:lnTo>
                    <a:pt x="204292" y="336308"/>
                  </a:lnTo>
                  <a:lnTo>
                    <a:pt x="204457" y="340055"/>
                  </a:lnTo>
                  <a:lnTo>
                    <a:pt x="204622" y="343789"/>
                  </a:lnTo>
                  <a:lnTo>
                    <a:pt x="205447" y="346773"/>
                  </a:lnTo>
                  <a:lnTo>
                    <a:pt x="207124" y="346671"/>
                  </a:lnTo>
                  <a:lnTo>
                    <a:pt x="207670" y="343598"/>
                  </a:lnTo>
                  <a:lnTo>
                    <a:pt x="207327" y="336118"/>
                  </a:lnTo>
                  <a:lnTo>
                    <a:pt x="206857" y="334441"/>
                  </a:lnTo>
                  <a:lnTo>
                    <a:pt x="208343" y="334797"/>
                  </a:lnTo>
                  <a:lnTo>
                    <a:pt x="211543" y="334594"/>
                  </a:lnTo>
                  <a:lnTo>
                    <a:pt x="214757" y="334391"/>
                  </a:lnTo>
                  <a:lnTo>
                    <a:pt x="217322" y="333438"/>
                  </a:lnTo>
                  <a:lnTo>
                    <a:pt x="217220" y="331470"/>
                  </a:lnTo>
                  <a:lnTo>
                    <a:pt x="214591" y="330847"/>
                  </a:lnTo>
                  <a:lnTo>
                    <a:pt x="208178" y="331241"/>
                  </a:lnTo>
                  <a:lnTo>
                    <a:pt x="206667" y="331812"/>
                  </a:lnTo>
                  <a:lnTo>
                    <a:pt x="206971" y="330060"/>
                  </a:lnTo>
                  <a:lnTo>
                    <a:pt x="206806" y="326326"/>
                  </a:lnTo>
                  <a:lnTo>
                    <a:pt x="206641" y="322592"/>
                  </a:lnTo>
                  <a:lnTo>
                    <a:pt x="205803" y="319608"/>
                  </a:lnTo>
                  <a:lnTo>
                    <a:pt x="204139" y="319709"/>
                  </a:lnTo>
                  <a:lnTo>
                    <a:pt x="203593" y="322770"/>
                  </a:lnTo>
                  <a:lnTo>
                    <a:pt x="203936" y="330250"/>
                  </a:lnTo>
                  <a:lnTo>
                    <a:pt x="204381" y="331914"/>
                  </a:lnTo>
                  <a:lnTo>
                    <a:pt x="202984" y="331571"/>
                  </a:lnTo>
                  <a:lnTo>
                    <a:pt x="199783" y="331774"/>
                  </a:lnTo>
                  <a:lnTo>
                    <a:pt x="196570" y="331978"/>
                  </a:lnTo>
                  <a:lnTo>
                    <a:pt x="194005" y="332943"/>
                  </a:lnTo>
                  <a:lnTo>
                    <a:pt x="194094" y="334848"/>
                  </a:lnTo>
                  <a:lnTo>
                    <a:pt x="161582" y="296913"/>
                  </a:lnTo>
                  <a:lnTo>
                    <a:pt x="164160" y="297522"/>
                  </a:lnTo>
                  <a:lnTo>
                    <a:pt x="170573" y="297116"/>
                  </a:lnTo>
                  <a:lnTo>
                    <a:pt x="171996" y="296583"/>
                  </a:lnTo>
                  <a:lnTo>
                    <a:pt x="171704" y="298310"/>
                  </a:lnTo>
                  <a:lnTo>
                    <a:pt x="171869" y="302044"/>
                  </a:lnTo>
                  <a:lnTo>
                    <a:pt x="172046" y="305777"/>
                  </a:lnTo>
                  <a:lnTo>
                    <a:pt x="172872" y="308762"/>
                  </a:lnTo>
                  <a:lnTo>
                    <a:pt x="174548" y="308660"/>
                  </a:lnTo>
                  <a:lnTo>
                    <a:pt x="175094" y="305600"/>
                  </a:lnTo>
                  <a:lnTo>
                    <a:pt x="174739" y="298119"/>
                  </a:lnTo>
                  <a:lnTo>
                    <a:pt x="174282" y="296443"/>
                  </a:lnTo>
                  <a:lnTo>
                    <a:pt x="175768" y="296786"/>
                  </a:lnTo>
                  <a:lnTo>
                    <a:pt x="178968" y="296595"/>
                  </a:lnTo>
                  <a:lnTo>
                    <a:pt x="182168" y="296392"/>
                  </a:lnTo>
                  <a:lnTo>
                    <a:pt x="184734" y="295427"/>
                  </a:lnTo>
                  <a:lnTo>
                    <a:pt x="184645" y="293471"/>
                  </a:lnTo>
                  <a:lnTo>
                    <a:pt x="182003" y="292836"/>
                  </a:lnTo>
                  <a:lnTo>
                    <a:pt x="175602" y="293243"/>
                  </a:lnTo>
                  <a:lnTo>
                    <a:pt x="174078" y="293814"/>
                  </a:lnTo>
                  <a:lnTo>
                    <a:pt x="174396" y="292061"/>
                  </a:lnTo>
                  <a:lnTo>
                    <a:pt x="174218" y="288315"/>
                  </a:lnTo>
                  <a:lnTo>
                    <a:pt x="174053" y="284581"/>
                  </a:lnTo>
                  <a:lnTo>
                    <a:pt x="173228" y="281597"/>
                  </a:lnTo>
                  <a:lnTo>
                    <a:pt x="172872" y="281622"/>
                  </a:lnTo>
                  <a:lnTo>
                    <a:pt x="205841" y="243154"/>
                  </a:lnTo>
                  <a:lnTo>
                    <a:pt x="239268" y="282155"/>
                  </a:lnTo>
                  <a:lnTo>
                    <a:pt x="237642" y="282244"/>
                  </a:lnTo>
                  <a:lnTo>
                    <a:pt x="237096" y="285305"/>
                  </a:lnTo>
                  <a:lnTo>
                    <a:pt x="237439" y="292785"/>
                  </a:lnTo>
                  <a:lnTo>
                    <a:pt x="238264" y="295783"/>
                  </a:lnTo>
                  <a:lnTo>
                    <a:pt x="239941" y="295681"/>
                  </a:lnTo>
                  <a:lnTo>
                    <a:pt x="240474" y="292595"/>
                  </a:lnTo>
                  <a:lnTo>
                    <a:pt x="240309" y="288861"/>
                  </a:lnTo>
                  <a:lnTo>
                    <a:pt x="240144" y="285127"/>
                  </a:lnTo>
                  <a:lnTo>
                    <a:pt x="239331" y="282232"/>
                  </a:lnTo>
                  <a:lnTo>
                    <a:pt x="251015" y="295846"/>
                  </a:lnTo>
                  <a:lnTo>
                    <a:pt x="251015" y="285203"/>
                  </a:lnTo>
                  <a:lnTo>
                    <a:pt x="214985" y="243154"/>
                  </a:lnTo>
                  <a:lnTo>
                    <a:pt x="205841" y="232498"/>
                  </a:lnTo>
                  <a:lnTo>
                    <a:pt x="171792" y="272224"/>
                  </a:lnTo>
                  <a:lnTo>
                    <a:pt x="171792" y="293916"/>
                  </a:lnTo>
                  <a:lnTo>
                    <a:pt x="170408" y="293573"/>
                  </a:lnTo>
                  <a:lnTo>
                    <a:pt x="167195" y="293776"/>
                  </a:lnTo>
                  <a:lnTo>
                    <a:pt x="163995" y="293966"/>
                  </a:lnTo>
                  <a:lnTo>
                    <a:pt x="161505" y="294919"/>
                  </a:lnTo>
                  <a:lnTo>
                    <a:pt x="161505" y="296824"/>
                  </a:lnTo>
                  <a:lnTo>
                    <a:pt x="160680" y="295846"/>
                  </a:lnTo>
                  <a:lnTo>
                    <a:pt x="161429" y="294982"/>
                  </a:lnTo>
                  <a:lnTo>
                    <a:pt x="161505" y="296824"/>
                  </a:lnTo>
                  <a:lnTo>
                    <a:pt x="161505" y="294919"/>
                  </a:lnTo>
                  <a:lnTo>
                    <a:pt x="171221" y="283552"/>
                  </a:lnTo>
                  <a:lnTo>
                    <a:pt x="171005" y="284772"/>
                  </a:lnTo>
                  <a:lnTo>
                    <a:pt x="171348" y="292252"/>
                  </a:lnTo>
                  <a:lnTo>
                    <a:pt x="171792" y="293916"/>
                  </a:lnTo>
                  <a:lnTo>
                    <a:pt x="171792" y="272224"/>
                  </a:lnTo>
                  <a:lnTo>
                    <a:pt x="154660" y="292201"/>
                  </a:lnTo>
                  <a:lnTo>
                    <a:pt x="148666" y="285216"/>
                  </a:lnTo>
                  <a:lnTo>
                    <a:pt x="148666" y="295846"/>
                  </a:lnTo>
                  <a:lnTo>
                    <a:pt x="138544" y="307644"/>
                  </a:lnTo>
                  <a:lnTo>
                    <a:pt x="138823" y="306133"/>
                  </a:lnTo>
                  <a:lnTo>
                    <a:pt x="138480" y="298653"/>
                  </a:lnTo>
                  <a:lnTo>
                    <a:pt x="138023" y="296989"/>
                  </a:lnTo>
                  <a:lnTo>
                    <a:pt x="139496" y="297332"/>
                  </a:lnTo>
                  <a:lnTo>
                    <a:pt x="142697" y="297129"/>
                  </a:lnTo>
                  <a:lnTo>
                    <a:pt x="145910" y="296926"/>
                  </a:lnTo>
                  <a:lnTo>
                    <a:pt x="148475" y="295973"/>
                  </a:lnTo>
                  <a:lnTo>
                    <a:pt x="148450" y="295605"/>
                  </a:lnTo>
                  <a:lnTo>
                    <a:pt x="148666" y="295846"/>
                  </a:lnTo>
                  <a:lnTo>
                    <a:pt x="148666" y="285216"/>
                  </a:lnTo>
                  <a:lnTo>
                    <a:pt x="146748" y="282981"/>
                  </a:lnTo>
                  <a:lnTo>
                    <a:pt x="146748" y="293624"/>
                  </a:lnTo>
                  <a:lnTo>
                    <a:pt x="145745" y="293382"/>
                  </a:lnTo>
                  <a:lnTo>
                    <a:pt x="139331" y="293776"/>
                  </a:lnTo>
                  <a:lnTo>
                    <a:pt x="137820" y="294347"/>
                  </a:lnTo>
                  <a:lnTo>
                    <a:pt x="138125" y="292595"/>
                  </a:lnTo>
                  <a:lnTo>
                    <a:pt x="137960" y="288861"/>
                  </a:lnTo>
                  <a:lnTo>
                    <a:pt x="137795" y="285127"/>
                  </a:lnTo>
                  <a:lnTo>
                    <a:pt x="137147" y="282829"/>
                  </a:lnTo>
                  <a:lnTo>
                    <a:pt x="137147" y="309283"/>
                  </a:lnTo>
                  <a:lnTo>
                    <a:pt x="103492" y="348538"/>
                  </a:lnTo>
                  <a:lnTo>
                    <a:pt x="91808" y="334924"/>
                  </a:lnTo>
                  <a:lnTo>
                    <a:pt x="94386" y="335521"/>
                  </a:lnTo>
                  <a:lnTo>
                    <a:pt x="100799" y="335127"/>
                  </a:lnTo>
                  <a:lnTo>
                    <a:pt x="102222" y="334594"/>
                  </a:lnTo>
                  <a:lnTo>
                    <a:pt x="101930" y="336308"/>
                  </a:lnTo>
                  <a:lnTo>
                    <a:pt x="102108" y="340055"/>
                  </a:lnTo>
                  <a:lnTo>
                    <a:pt x="102273" y="343789"/>
                  </a:lnTo>
                  <a:lnTo>
                    <a:pt x="103098" y="346773"/>
                  </a:lnTo>
                  <a:lnTo>
                    <a:pt x="104775" y="346671"/>
                  </a:lnTo>
                  <a:lnTo>
                    <a:pt x="105321" y="343598"/>
                  </a:lnTo>
                  <a:lnTo>
                    <a:pt x="104965" y="336118"/>
                  </a:lnTo>
                  <a:lnTo>
                    <a:pt x="104508" y="334441"/>
                  </a:lnTo>
                  <a:lnTo>
                    <a:pt x="105994" y="334797"/>
                  </a:lnTo>
                  <a:lnTo>
                    <a:pt x="109194" y="334594"/>
                  </a:lnTo>
                  <a:lnTo>
                    <a:pt x="112395" y="334391"/>
                  </a:lnTo>
                  <a:lnTo>
                    <a:pt x="114960" y="333438"/>
                  </a:lnTo>
                  <a:lnTo>
                    <a:pt x="114871" y="331470"/>
                  </a:lnTo>
                  <a:lnTo>
                    <a:pt x="112229" y="330847"/>
                  </a:lnTo>
                  <a:lnTo>
                    <a:pt x="105829" y="331241"/>
                  </a:lnTo>
                  <a:lnTo>
                    <a:pt x="104317" y="331812"/>
                  </a:lnTo>
                  <a:lnTo>
                    <a:pt x="104622" y="330060"/>
                  </a:lnTo>
                  <a:lnTo>
                    <a:pt x="104444" y="326326"/>
                  </a:lnTo>
                  <a:lnTo>
                    <a:pt x="104279" y="322592"/>
                  </a:lnTo>
                  <a:lnTo>
                    <a:pt x="103454" y="319608"/>
                  </a:lnTo>
                  <a:lnTo>
                    <a:pt x="101777" y="319709"/>
                  </a:lnTo>
                  <a:lnTo>
                    <a:pt x="101231" y="322770"/>
                  </a:lnTo>
                  <a:lnTo>
                    <a:pt x="101587" y="330250"/>
                  </a:lnTo>
                  <a:lnTo>
                    <a:pt x="102031" y="331914"/>
                  </a:lnTo>
                  <a:lnTo>
                    <a:pt x="100634" y="331571"/>
                  </a:lnTo>
                  <a:lnTo>
                    <a:pt x="97421" y="331774"/>
                  </a:lnTo>
                  <a:lnTo>
                    <a:pt x="94221" y="331978"/>
                  </a:lnTo>
                  <a:lnTo>
                    <a:pt x="91655" y="332943"/>
                  </a:lnTo>
                  <a:lnTo>
                    <a:pt x="91732" y="334835"/>
                  </a:lnTo>
                  <a:lnTo>
                    <a:pt x="59220" y="296900"/>
                  </a:lnTo>
                  <a:lnTo>
                    <a:pt x="61810" y="297522"/>
                  </a:lnTo>
                  <a:lnTo>
                    <a:pt x="68211" y="297116"/>
                  </a:lnTo>
                  <a:lnTo>
                    <a:pt x="69646" y="296583"/>
                  </a:lnTo>
                  <a:lnTo>
                    <a:pt x="69354" y="298310"/>
                  </a:lnTo>
                  <a:lnTo>
                    <a:pt x="69519" y="302044"/>
                  </a:lnTo>
                  <a:lnTo>
                    <a:pt x="69697" y="305777"/>
                  </a:lnTo>
                  <a:lnTo>
                    <a:pt x="70510" y="308762"/>
                  </a:lnTo>
                  <a:lnTo>
                    <a:pt x="72186" y="308660"/>
                  </a:lnTo>
                  <a:lnTo>
                    <a:pt x="72732" y="305600"/>
                  </a:lnTo>
                  <a:lnTo>
                    <a:pt x="72390" y="298119"/>
                  </a:lnTo>
                  <a:lnTo>
                    <a:pt x="71932" y="296443"/>
                  </a:lnTo>
                  <a:lnTo>
                    <a:pt x="73406" y="296786"/>
                  </a:lnTo>
                  <a:lnTo>
                    <a:pt x="76619" y="296595"/>
                  </a:lnTo>
                  <a:lnTo>
                    <a:pt x="79819" y="296392"/>
                  </a:lnTo>
                  <a:lnTo>
                    <a:pt x="82384" y="295427"/>
                  </a:lnTo>
                  <a:lnTo>
                    <a:pt x="82296" y="293471"/>
                  </a:lnTo>
                  <a:lnTo>
                    <a:pt x="79654" y="292836"/>
                  </a:lnTo>
                  <a:lnTo>
                    <a:pt x="73240" y="293243"/>
                  </a:lnTo>
                  <a:lnTo>
                    <a:pt x="71729" y="293814"/>
                  </a:lnTo>
                  <a:lnTo>
                    <a:pt x="72034" y="292061"/>
                  </a:lnTo>
                  <a:lnTo>
                    <a:pt x="71869" y="288315"/>
                  </a:lnTo>
                  <a:lnTo>
                    <a:pt x="71704" y="284581"/>
                  </a:lnTo>
                  <a:lnTo>
                    <a:pt x="70878" y="281597"/>
                  </a:lnTo>
                  <a:lnTo>
                    <a:pt x="70510" y="281622"/>
                  </a:lnTo>
                  <a:lnTo>
                    <a:pt x="102273" y="244576"/>
                  </a:lnTo>
                  <a:lnTo>
                    <a:pt x="101854" y="246951"/>
                  </a:lnTo>
                  <a:lnTo>
                    <a:pt x="102196" y="254431"/>
                  </a:lnTo>
                  <a:lnTo>
                    <a:pt x="102641" y="256095"/>
                  </a:lnTo>
                  <a:lnTo>
                    <a:pt x="101257" y="255752"/>
                  </a:lnTo>
                  <a:lnTo>
                    <a:pt x="98044" y="255955"/>
                  </a:lnTo>
                  <a:lnTo>
                    <a:pt x="94843" y="256146"/>
                  </a:lnTo>
                  <a:lnTo>
                    <a:pt x="92278" y="257111"/>
                  </a:lnTo>
                  <a:lnTo>
                    <a:pt x="92367" y="259067"/>
                  </a:lnTo>
                  <a:lnTo>
                    <a:pt x="95008" y="259702"/>
                  </a:lnTo>
                  <a:lnTo>
                    <a:pt x="101422" y="259295"/>
                  </a:lnTo>
                  <a:lnTo>
                    <a:pt x="102844" y="258775"/>
                  </a:lnTo>
                  <a:lnTo>
                    <a:pt x="102552" y="260489"/>
                  </a:lnTo>
                  <a:lnTo>
                    <a:pt x="102717" y="264223"/>
                  </a:lnTo>
                  <a:lnTo>
                    <a:pt x="102895" y="267957"/>
                  </a:lnTo>
                  <a:lnTo>
                    <a:pt x="103720" y="270941"/>
                  </a:lnTo>
                  <a:lnTo>
                    <a:pt x="105397" y="270840"/>
                  </a:lnTo>
                  <a:lnTo>
                    <a:pt x="105943" y="267779"/>
                  </a:lnTo>
                  <a:lnTo>
                    <a:pt x="105587" y="260299"/>
                  </a:lnTo>
                  <a:lnTo>
                    <a:pt x="105130" y="258622"/>
                  </a:lnTo>
                  <a:lnTo>
                    <a:pt x="106616" y="258965"/>
                  </a:lnTo>
                  <a:lnTo>
                    <a:pt x="109816" y="258775"/>
                  </a:lnTo>
                  <a:lnTo>
                    <a:pt x="113017" y="258572"/>
                  </a:lnTo>
                  <a:lnTo>
                    <a:pt x="115582" y="257606"/>
                  </a:lnTo>
                  <a:lnTo>
                    <a:pt x="115557" y="257263"/>
                  </a:lnTo>
                  <a:lnTo>
                    <a:pt x="136918" y="282155"/>
                  </a:lnTo>
                  <a:lnTo>
                    <a:pt x="135293" y="282244"/>
                  </a:lnTo>
                  <a:lnTo>
                    <a:pt x="134747" y="285305"/>
                  </a:lnTo>
                  <a:lnTo>
                    <a:pt x="135089" y="292785"/>
                  </a:lnTo>
                  <a:lnTo>
                    <a:pt x="135534" y="294449"/>
                  </a:lnTo>
                  <a:lnTo>
                    <a:pt x="134137" y="294106"/>
                  </a:lnTo>
                  <a:lnTo>
                    <a:pt x="130937" y="294309"/>
                  </a:lnTo>
                  <a:lnTo>
                    <a:pt x="127723" y="294513"/>
                  </a:lnTo>
                  <a:lnTo>
                    <a:pt x="125158" y="295478"/>
                  </a:lnTo>
                  <a:lnTo>
                    <a:pt x="125260" y="297434"/>
                  </a:lnTo>
                  <a:lnTo>
                    <a:pt x="127901" y="298056"/>
                  </a:lnTo>
                  <a:lnTo>
                    <a:pt x="134302" y="297662"/>
                  </a:lnTo>
                  <a:lnTo>
                    <a:pt x="135737" y="297129"/>
                  </a:lnTo>
                  <a:lnTo>
                    <a:pt x="135445" y="298843"/>
                  </a:lnTo>
                  <a:lnTo>
                    <a:pt x="135610" y="302590"/>
                  </a:lnTo>
                  <a:lnTo>
                    <a:pt x="135775" y="306324"/>
                  </a:lnTo>
                  <a:lnTo>
                    <a:pt x="136601" y="309308"/>
                  </a:lnTo>
                  <a:lnTo>
                    <a:pt x="137147" y="309283"/>
                  </a:lnTo>
                  <a:lnTo>
                    <a:pt x="137147" y="282829"/>
                  </a:lnTo>
                  <a:lnTo>
                    <a:pt x="136982" y="282232"/>
                  </a:lnTo>
                  <a:lnTo>
                    <a:pt x="146748" y="293624"/>
                  </a:lnTo>
                  <a:lnTo>
                    <a:pt x="146748" y="282981"/>
                  </a:lnTo>
                  <a:lnTo>
                    <a:pt x="113855" y="244602"/>
                  </a:lnTo>
                  <a:lnTo>
                    <a:pt x="113855" y="255270"/>
                  </a:lnTo>
                  <a:lnTo>
                    <a:pt x="112852" y="255028"/>
                  </a:lnTo>
                  <a:lnTo>
                    <a:pt x="106451" y="255422"/>
                  </a:lnTo>
                  <a:lnTo>
                    <a:pt x="104940" y="255993"/>
                  </a:lnTo>
                  <a:lnTo>
                    <a:pt x="105244" y="254241"/>
                  </a:lnTo>
                  <a:lnTo>
                    <a:pt x="105067" y="250494"/>
                  </a:lnTo>
                  <a:lnTo>
                    <a:pt x="104902" y="246761"/>
                  </a:lnTo>
                  <a:lnTo>
                    <a:pt x="104089" y="243865"/>
                  </a:lnTo>
                  <a:lnTo>
                    <a:pt x="113855" y="255270"/>
                  </a:lnTo>
                  <a:lnTo>
                    <a:pt x="113855" y="244602"/>
                  </a:lnTo>
                  <a:lnTo>
                    <a:pt x="112623" y="243154"/>
                  </a:lnTo>
                  <a:lnTo>
                    <a:pt x="104025" y="233133"/>
                  </a:lnTo>
                  <a:lnTo>
                    <a:pt x="104025" y="243789"/>
                  </a:lnTo>
                  <a:lnTo>
                    <a:pt x="102895" y="243852"/>
                  </a:lnTo>
                  <a:lnTo>
                    <a:pt x="103492" y="243154"/>
                  </a:lnTo>
                  <a:lnTo>
                    <a:pt x="104025" y="243789"/>
                  </a:lnTo>
                  <a:lnTo>
                    <a:pt x="104025" y="233133"/>
                  </a:lnTo>
                  <a:lnTo>
                    <a:pt x="103492" y="232498"/>
                  </a:lnTo>
                  <a:lnTo>
                    <a:pt x="69443" y="272211"/>
                  </a:lnTo>
                  <a:lnTo>
                    <a:pt x="69443" y="293916"/>
                  </a:lnTo>
                  <a:lnTo>
                    <a:pt x="68046" y="293573"/>
                  </a:lnTo>
                  <a:lnTo>
                    <a:pt x="64846" y="293776"/>
                  </a:lnTo>
                  <a:lnTo>
                    <a:pt x="61645" y="293966"/>
                  </a:lnTo>
                  <a:lnTo>
                    <a:pt x="59156" y="294919"/>
                  </a:lnTo>
                  <a:lnTo>
                    <a:pt x="59156" y="296837"/>
                  </a:lnTo>
                  <a:lnTo>
                    <a:pt x="58318" y="295846"/>
                  </a:lnTo>
                  <a:lnTo>
                    <a:pt x="59080" y="294957"/>
                  </a:lnTo>
                  <a:lnTo>
                    <a:pt x="59156" y="296837"/>
                  </a:lnTo>
                  <a:lnTo>
                    <a:pt x="59156" y="294919"/>
                  </a:lnTo>
                  <a:lnTo>
                    <a:pt x="68872" y="283540"/>
                  </a:lnTo>
                  <a:lnTo>
                    <a:pt x="68656" y="284772"/>
                  </a:lnTo>
                  <a:lnTo>
                    <a:pt x="68999" y="292252"/>
                  </a:lnTo>
                  <a:lnTo>
                    <a:pt x="69443" y="293916"/>
                  </a:lnTo>
                  <a:lnTo>
                    <a:pt x="69443" y="272211"/>
                  </a:lnTo>
                  <a:lnTo>
                    <a:pt x="49174" y="295846"/>
                  </a:lnTo>
                  <a:lnTo>
                    <a:pt x="103492" y="359194"/>
                  </a:lnTo>
                  <a:lnTo>
                    <a:pt x="112623" y="348538"/>
                  </a:lnTo>
                  <a:lnTo>
                    <a:pt x="154660" y="299504"/>
                  </a:lnTo>
                  <a:lnTo>
                    <a:pt x="205841" y="359194"/>
                  </a:lnTo>
                  <a:lnTo>
                    <a:pt x="214985" y="348538"/>
                  </a:lnTo>
                  <a:lnTo>
                    <a:pt x="260146" y="295846"/>
                  </a:lnTo>
                  <a:close/>
                </a:path>
                <a:path w="311150" h="359409">
                  <a:moveTo>
                    <a:pt x="310692" y="63347"/>
                  </a:moveTo>
                  <a:lnTo>
                    <a:pt x="301561" y="52705"/>
                  </a:lnTo>
                  <a:lnTo>
                    <a:pt x="301561" y="63347"/>
                  </a:lnTo>
                  <a:lnTo>
                    <a:pt x="291452" y="75145"/>
                  </a:lnTo>
                  <a:lnTo>
                    <a:pt x="291719" y="73647"/>
                  </a:lnTo>
                  <a:lnTo>
                    <a:pt x="291376" y="66167"/>
                  </a:lnTo>
                  <a:lnTo>
                    <a:pt x="290918" y="64490"/>
                  </a:lnTo>
                  <a:lnTo>
                    <a:pt x="292392" y="64833"/>
                  </a:lnTo>
                  <a:lnTo>
                    <a:pt x="295605" y="64643"/>
                  </a:lnTo>
                  <a:lnTo>
                    <a:pt x="298805" y="64439"/>
                  </a:lnTo>
                  <a:lnTo>
                    <a:pt x="301371" y="63474"/>
                  </a:lnTo>
                  <a:lnTo>
                    <a:pt x="301345" y="63106"/>
                  </a:lnTo>
                  <a:lnTo>
                    <a:pt x="301561" y="63347"/>
                  </a:lnTo>
                  <a:lnTo>
                    <a:pt x="301561" y="52705"/>
                  </a:lnTo>
                  <a:lnTo>
                    <a:pt x="299656" y="50482"/>
                  </a:lnTo>
                  <a:lnTo>
                    <a:pt x="299656" y="61150"/>
                  </a:lnTo>
                  <a:lnTo>
                    <a:pt x="298640" y="60896"/>
                  </a:lnTo>
                  <a:lnTo>
                    <a:pt x="292227" y="61290"/>
                  </a:lnTo>
                  <a:lnTo>
                    <a:pt x="290715" y="61861"/>
                  </a:lnTo>
                  <a:lnTo>
                    <a:pt x="291020" y="60109"/>
                  </a:lnTo>
                  <a:lnTo>
                    <a:pt x="290855" y="56362"/>
                  </a:lnTo>
                  <a:lnTo>
                    <a:pt x="290690" y="52628"/>
                  </a:lnTo>
                  <a:lnTo>
                    <a:pt x="290029" y="50279"/>
                  </a:lnTo>
                  <a:lnTo>
                    <a:pt x="290029" y="76796"/>
                  </a:lnTo>
                  <a:lnTo>
                    <a:pt x="256387" y="116039"/>
                  </a:lnTo>
                  <a:lnTo>
                    <a:pt x="244690" y="102412"/>
                  </a:lnTo>
                  <a:lnTo>
                    <a:pt x="247281" y="103035"/>
                  </a:lnTo>
                  <a:lnTo>
                    <a:pt x="253695" y="102628"/>
                  </a:lnTo>
                  <a:lnTo>
                    <a:pt x="255130" y="102095"/>
                  </a:lnTo>
                  <a:lnTo>
                    <a:pt x="254838" y="103822"/>
                  </a:lnTo>
                  <a:lnTo>
                    <a:pt x="255003" y="107556"/>
                  </a:lnTo>
                  <a:lnTo>
                    <a:pt x="255168" y="111302"/>
                  </a:lnTo>
                  <a:lnTo>
                    <a:pt x="255993" y="114287"/>
                  </a:lnTo>
                  <a:lnTo>
                    <a:pt x="257670" y="114173"/>
                  </a:lnTo>
                  <a:lnTo>
                    <a:pt x="258216" y="111112"/>
                  </a:lnTo>
                  <a:lnTo>
                    <a:pt x="257873" y="103632"/>
                  </a:lnTo>
                  <a:lnTo>
                    <a:pt x="257403" y="101955"/>
                  </a:lnTo>
                  <a:lnTo>
                    <a:pt x="258889" y="102298"/>
                  </a:lnTo>
                  <a:lnTo>
                    <a:pt x="262089" y="102108"/>
                  </a:lnTo>
                  <a:lnTo>
                    <a:pt x="265290" y="101904"/>
                  </a:lnTo>
                  <a:lnTo>
                    <a:pt x="267855" y="100939"/>
                  </a:lnTo>
                  <a:lnTo>
                    <a:pt x="267766" y="98983"/>
                  </a:lnTo>
                  <a:lnTo>
                    <a:pt x="265125" y="98361"/>
                  </a:lnTo>
                  <a:lnTo>
                    <a:pt x="258724" y="98755"/>
                  </a:lnTo>
                  <a:lnTo>
                    <a:pt x="257213" y="99326"/>
                  </a:lnTo>
                  <a:lnTo>
                    <a:pt x="257517" y="97574"/>
                  </a:lnTo>
                  <a:lnTo>
                    <a:pt x="257352" y="93827"/>
                  </a:lnTo>
                  <a:lnTo>
                    <a:pt x="257175" y="90093"/>
                  </a:lnTo>
                  <a:lnTo>
                    <a:pt x="256349" y="87109"/>
                  </a:lnTo>
                  <a:lnTo>
                    <a:pt x="254673" y="87210"/>
                  </a:lnTo>
                  <a:lnTo>
                    <a:pt x="254127" y="90284"/>
                  </a:lnTo>
                  <a:lnTo>
                    <a:pt x="254482" y="97764"/>
                  </a:lnTo>
                  <a:lnTo>
                    <a:pt x="254927" y="99428"/>
                  </a:lnTo>
                  <a:lnTo>
                    <a:pt x="253530" y="99085"/>
                  </a:lnTo>
                  <a:lnTo>
                    <a:pt x="250317" y="99288"/>
                  </a:lnTo>
                  <a:lnTo>
                    <a:pt x="247116" y="99479"/>
                  </a:lnTo>
                  <a:lnTo>
                    <a:pt x="244551" y="100444"/>
                  </a:lnTo>
                  <a:lnTo>
                    <a:pt x="244640" y="102362"/>
                  </a:lnTo>
                  <a:lnTo>
                    <a:pt x="212128" y="64427"/>
                  </a:lnTo>
                  <a:lnTo>
                    <a:pt x="214706" y="65024"/>
                  </a:lnTo>
                  <a:lnTo>
                    <a:pt x="221119" y="64630"/>
                  </a:lnTo>
                  <a:lnTo>
                    <a:pt x="222542" y="64096"/>
                  </a:lnTo>
                  <a:lnTo>
                    <a:pt x="222250" y="65811"/>
                  </a:lnTo>
                  <a:lnTo>
                    <a:pt x="222415" y="69557"/>
                  </a:lnTo>
                  <a:lnTo>
                    <a:pt x="222580" y="73291"/>
                  </a:lnTo>
                  <a:lnTo>
                    <a:pt x="223418" y="76276"/>
                  </a:lnTo>
                  <a:lnTo>
                    <a:pt x="225082" y="76174"/>
                  </a:lnTo>
                  <a:lnTo>
                    <a:pt x="225628" y="73101"/>
                  </a:lnTo>
                  <a:lnTo>
                    <a:pt x="225285" y="65633"/>
                  </a:lnTo>
                  <a:lnTo>
                    <a:pt x="224815" y="63944"/>
                  </a:lnTo>
                  <a:lnTo>
                    <a:pt x="226314" y="64300"/>
                  </a:lnTo>
                  <a:lnTo>
                    <a:pt x="229514" y="64096"/>
                  </a:lnTo>
                  <a:lnTo>
                    <a:pt x="232714" y="63906"/>
                  </a:lnTo>
                  <a:lnTo>
                    <a:pt x="235280" y="62941"/>
                  </a:lnTo>
                  <a:lnTo>
                    <a:pt x="235191" y="60985"/>
                  </a:lnTo>
                  <a:lnTo>
                    <a:pt x="232549" y="60350"/>
                  </a:lnTo>
                  <a:lnTo>
                    <a:pt x="226136" y="60744"/>
                  </a:lnTo>
                  <a:lnTo>
                    <a:pt x="224624" y="61315"/>
                  </a:lnTo>
                  <a:lnTo>
                    <a:pt x="224929" y="59563"/>
                  </a:lnTo>
                  <a:lnTo>
                    <a:pt x="224764" y="55829"/>
                  </a:lnTo>
                  <a:lnTo>
                    <a:pt x="224599" y="52095"/>
                  </a:lnTo>
                  <a:lnTo>
                    <a:pt x="223774" y="49110"/>
                  </a:lnTo>
                  <a:lnTo>
                    <a:pt x="223393" y="49136"/>
                  </a:lnTo>
                  <a:lnTo>
                    <a:pt x="255168" y="12077"/>
                  </a:lnTo>
                  <a:lnTo>
                    <a:pt x="254749" y="14465"/>
                  </a:lnTo>
                  <a:lnTo>
                    <a:pt x="255104" y="21932"/>
                  </a:lnTo>
                  <a:lnTo>
                    <a:pt x="255549" y="23596"/>
                  </a:lnTo>
                  <a:lnTo>
                    <a:pt x="254152" y="23253"/>
                  </a:lnTo>
                  <a:lnTo>
                    <a:pt x="250939" y="23456"/>
                  </a:lnTo>
                  <a:lnTo>
                    <a:pt x="247738" y="23660"/>
                  </a:lnTo>
                  <a:lnTo>
                    <a:pt x="245173" y="24625"/>
                  </a:lnTo>
                  <a:lnTo>
                    <a:pt x="245275" y="26581"/>
                  </a:lnTo>
                  <a:lnTo>
                    <a:pt x="247904" y="27203"/>
                  </a:lnTo>
                  <a:lnTo>
                    <a:pt x="254317" y="26809"/>
                  </a:lnTo>
                  <a:lnTo>
                    <a:pt x="255739" y="26276"/>
                  </a:lnTo>
                  <a:lnTo>
                    <a:pt x="255447" y="27990"/>
                  </a:lnTo>
                  <a:lnTo>
                    <a:pt x="255625" y="31737"/>
                  </a:lnTo>
                  <a:lnTo>
                    <a:pt x="255790" y="35471"/>
                  </a:lnTo>
                  <a:lnTo>
                    <a:pt x="256616" y="38455"/>
                  </a:lnTo>
                  <a:lnTo>
                    <a:pt x="258292" y="38354"/>
                  </a:lnTo>
                  <a:lnTo>
                    <a:pt x="258838" y="35280"/>
                  </a:lnTo>
                  <a:lnTo>
                    <a:pt x="258483" y="27813"/>
                  </a:lnTo>
                  <a:lnTo>
                    <a:pt x="258013" y="26123"/>
                  </a:lnTo>
                  <a:lnTo>
                    <a:pt x="259511" y="26479"/>
                  </a:lnTo>
                  <a:lnTo>
                    <a:pt x="262712" y="26276"/>
                  </a:lnTo>
                  <a:lnTo>
                    <a:pt x="265912" y="26085"/>
                  </a:lnTo>
                  <a:lnTo>
                    <a:pt x="268478" y="25120"/>
                  </a:lnTo>
                  <a:lnTo>
                    <a:pt x="268452" y="24765"/>
                  </a:lnTo>
                  <a:lnTo>
                    <a:pt x="289814" y="49657"/>
                  </a:lnTo>
                  <a:lnTo>
                    <a:pt x="288188" y="49745"/>
                  </a:lnTo>
                  <a:lnTo>
                    <a:pt x="287642" y="52819"/>
                  </a:lnTo>
                  <a:lnTo>
                    <a:pt x="287985" y="60299"/>
                  </a:lnTo>
                  <a:lnTo>
                    <a:pt x="288429" y="61963"/>
                  </a:lnTo>
                  <a:lnTo>
                    <a:pt x="287032" y="61620"/>
                  </a:lnTo>
                  <a:lnTo>
                    <a:pt x="283832" y="61823"/>
                  </a:lnTo>
                  <a:lnTo>
                    <a:pt x="280631" y="62014"/>
                  </a:lnTo>
                  <a:lnTo>
                    <a:pt x="278066" y="62979"/>
                  </a:lnTo>
                  <a:lnTo>
                    <a:pt x="278155" y="64935"/>
                  </a:lnTo>
                  <a:lnTo>
                    <a:pt x="280797" y="65570"/>
                  </a:lnTo>
                  <a:lnTo>
                    <a:pt x="287197" y="65163"/>
                  </a:lnTo>
                  <a:lnTo>
                    <a:pt x="288632" y="64630"/>
                  </a:lnTo>
                  <a:lnTo>
                    <a:pt x="288340" y="66357"/>
                  </a:lnTo>
                  <a:lnTo>
                    <a:pt x="288505" y="70091"/>
                  </a:lnTo>
                  <a:lnTo>
                    <a:pt x="288671" y="73837"/>
                  </a:lnTo>
                  <a:lnTo>
                    <a:pt x="289496" y="76822"/>
                  </a:lnTo>
                  <a:lnTo>
                    <a:pt x="290029" y="76796"/>
                  </a:lnTo>
                  <a:lnTo>
                    <a:pt x="290029" y="50279"/>
                  </a:lnTo>
                  <a:lnTo>
                    <a:pt x="289877" y="49733"/>
                  </a:lnTo>
                  <a:lnTo>
                    <a:pt x="299656" y="61150"/>
                  </a:lnTo>
                  <a:lnTo>
                    <a:pt x="299656" y="50482"/>
                  </a:lnTo>
                  <a:lnTo>
                    <a:pt x="266763" y="12103"/>
                  </a:lnTo>
                  <a:lnTo>
                    <a:pt x="266763" y="22783"/>
                  </a:lnTo>
                  <a:lnTo>
                    <a:pt x="265747" y="22529"/>
                  </a:lnTo>
                  <a:lnTo>
                    <a:pt x="259346" y="22923"/>
                  </a:lnTo>
                  <a:lnTo>
                    <a:pt x="257835" y="23495"/>
                  </a:lnTo>
                  <a:lnTo>
                    <a:pt x="258140" y="21742"/>
                  </a:lnTo>
                  <a:lnTo>
                    <a:pt x="257975" y="18008"/>
                  </a:lnTo>
                  <a:lnTo>
                    <a:pt x="257797" y="14274"/>
                  </a:lnTo>
                  <a:lnTo>
                    <a:pt x="256984" y="11366"/>
                  </a:lnTo>
                  <a:lnTo>
                    <a:pt x="266763" y="22783"/>
                  </a:lnTo>
                  <a:lnTo>
                    <a:pt x="266763" y="12103"/>
                  </a:lnTo>
                  <a:lnTo>
                    <a:pt x="265531" y="10655"/>
                  </a:lnTo>
                  <a:lnTo>
                    <a:pt x="256933" y="647"/>
                  </a:lnTo>
                  <a:lnTo>
                    <a:pt x="256933" y="11303"/>
                  </a:lnTo>
                  <a:lnTo>
                    <a:pt x="255778" y="11366"/>
                  </a:lnTo>
                  <a:lnTo>
                    <a:pt x="256387" y="10655"/>
                  </a:lnTo>
                  <a:lnTo>
                    <a:pt x="256933" y="11303"/>
                  </a:lnTo>
                  <a:lnTo>
                    <a:pt x="256933" y="647"/>
                  </a:lnTo>
                  <a:lnTo>
                    <a:pt x="256387" y="0"/>
                  </a:lnTo>
                  <a:lnTo>
                    <a:pt x="222338" y="39725"/>
                  </a:lnTo>
                  <a:lnTo>
                    <a:pt x="222338" y="61417"/>
                  </a:lnTo>
                  <a:lnTo>
                    <a:pt x="220941" y="61074"/>
                  </a:lnTo>
                  <a:lnTo>
                    <a:pt x="217741" y="61277"/>
                  </a:lnTo>
                  <a:lnTo>
                    <a:pt x="214541" y="61480"/>
                  </a:lnTo>
                  <a:lnTo>
                    <a:pt x="212051" y="62433"/>
                  </a:lnTo>
                  <a:lnTo>
                    <a:pt x="212051" y="64338"/>
                  </a:lnTo>
                  <a:lnTo>
                    <a:pt x="211213" y="63347"/>
                  </a:lnTo>
                  <a:lnTo>
                    <a:pt x="211975" y="62458"/>
                  </a:lnTo>
                  <a:lnTo>
                    <a:pt x="212051" y="64338"/>
                  </a:lnTo>
                  <a:lnTo>
                    <a:pt x="212051" y="62433"/>
                  </a:lnTo>
                  <a:lnTo>
                    <a:pt x="221767" y="51041"/>
                  </a:lnTo>
                  <a:lnTo>
                    <a:pt x="221551" y="52285"/>
                  </a:lnTo>
                  <a:lnTo>
                    <a:pt x="221894" y="59753"/>
                  </a:lnTo>
                  <a:lnTo>
                    <a:pt x="222338" y="61417"/>
                  </a:lnTo>
                  <a:lnTo>
                    <a:pt x="222338" y="39725"/>
                  </a:lnTo>
                  <a:lnTo>
                    <a:pt x="202082" y="63347"/>
                  </a:lnTo>
                  <a:lnTo>
                    <a:pt x="256387" y="126695"/>
                  </a:lnTo>
                  <a:lnTo>
                    <a:pt x="265531" y="116039"/>
                  </a:lnTo>
                  <a:lnTo>
                    <a:pt x="310692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8" name="object 2128" descr=""/>
            <p:cNvSpPr/>
            <p:nvPr/>
          </p:nvSpPr>
          <p:spPr>
            <a:xfrm>
              <a:off x="7789126" y="8013681"/>
              <a:ext cx="361315" cy="282575"/>
            </a:xfrm>
            <a:custGeom>
              <a:avLst/>
              <a:gdLst/>
              <a:ahLst/>
              <a:cxnLst/>
              <a:rect l="l" t="t" r="r" b="b"/>
              <a:pathLst>
                <a:path w="361315" h="282575">
                  <a:moveTo>
                    <a:pt x="108610" y="140512"/>
                  </a:moveTo>
                  <a:lnTo>
                    <a:pt x="99479" y="129870"/>
                  </a:lnTo>
                  <a:lnTo>
                    <a:pt x="99479" y="140512"/>
                  </a:lnTo>
                  <a:lnTo>
                    <a:pt x="89357" y="152311"/>
                  </a:lnTo>
                  <a:lnTo>
                    <a:pt x="89636" y="150799"/>
                  </a:lnTo>
                  <a:lnTo>
                    <a:pt x="89293" y="143319"/>
                  </a:lnTo>
                  <a:lnTo>
                    <a:pt x="88836" y="141643"/>
                  </a:lnTo>
                  <a:lnTo>
                    <a:pt x="90309" y="141998"/>
                  </a:lnTo>
                  <a:lnTo>
                    <a:pt x="93522" y="141795"/>
                  </a:lnTo>
                  <a:lnTo>
                    <a:pt x="96723" y="141592"/>
                  </a:lnTo>
                  <a:lnTo>
                    <a:pt x="99288" y="140639"/>
                  </a:lnTo>
                  <a:lnTo>
                    <a:pt x="99263" y="140271"/>
                  </a:lnTo>
                  <a:lnTo>
                    <a:pt x="99479" y="140512"/>
                  </a:lnTo>
                  <a:lnTo>
                    <a:pt x="99479" y="129870"/>
                  </a:lnTo>
                  <a:lnTo>
                    <a:pt x="97561" y="127622"/>
                  </a:lnTo>
                  <a:lnTo>
                    <a:pt x="97561" y="138290"/>
                  </a:lnTo>
                  <a:lnTo>
                    <a:pt x="96558" y="138049"/>
                  </a:lnTo>
                  <a:lnTo>
                    <a:pt x="90144" y="138442"/>
                  </a:lnTo>
                  <a:lnTo>
                    <a:pt x="88633" y="139014"/>
                  </a:lnTo>
                  <a:lnTo>
                    <a:pt x="88938" y="137261"/>
                  </a:lnTo>
                  <a:lnTo>
                    <a:pt x="88773" y="133527"/>
                  </a:lnTo>
                  <a:lnTo>
                    <a:pt x="88607" y="129794"/>
                  </a:lnTo>
                  <a:lnTo>
                    <a:pt x="87960" y="127495"/>
                  </a:lnTo>
                  <a:lnTo>
                    <a:pt x="87960" y="153949"/>
                  </a:lnTo>
                  <a:lnTo>
                    <a:pt x="54305" y="193205"/>
                  </a:lnTo>
                  <a:lnTo>
                    <a:pt x="42621" y="179578"/>
                  </a:lnTo>
                  <a:lnTo>
                    <a:pt x="45199" y="180187"/>
                  </a:lnTo>
                  <a:lnTo>
                    <a:pt x="51612" y="179793"/>
                  </a:lnTo>
                  <a:lnTo>
                    <a:pt x="53047" y="179260"/>
                  </a:lnTo>
                  <a:lnTo>
                    <a:pt x="52743" y="180975"/>
                  </a:lnTo>
                  <a:lnTo>
                    <a:pt x="52920" y="184721"/>
                  </a:lnTo>
                  <a:lnTo>
                    <a:pt x="53086" y="188455"/>
                  </a:lnTo>
                  <a:lnTo>
                    <a:pt x="53911" y="191439"/>
                  </a:lnTo>
                  <a:lnTo>
                    <a:pt x="55587" y="191338"/>
                  </a:lnTo>
                  <a:lnTo>
                    <a:pt x="56134" y="188264"/>
                  </a:lnTo>
                  <a:lnTo>
                    <a:pt x="55791" y="180784"/>
                  </a:lnTo>
                  <a:lnTo>
                    <a:pt x="55321" y="179108"/>
                  </a:lnTo>
                  <a:lnTo>
                    <a:pt x="56807" y="179463"/>
                  </a:lnTo>
                  <a:lnTo>
                    <a:pt x="60007" y="179260"/>
                  </a:lnTo>
                  <a:lnTo>
                    <a:pt x="63207" y="179057"/>
                  </a:lnTo>
                  <a:lnTo>
                    <a:pt x="65773" y="178104"/>
                  </a:lnTo>
                  <a:lnTo>
                    <a:pt x="65684" y="176136"/>
                  </a:lnTo>
                  <a:lnTo>
                    <a:pt x="63042" y="175514"/>
                  </a:lnTo>
                  <a:lnTo>
                    <a:pt x="56642" y="175907"/>
                  </a:lnTo>
                  <a:lnTo>
                    <a:pt x="55130" y="176479"/>
                  </a:lnTo>
                  <a:lnTo>
                    <a:pt x="55435" y="174726"/>
                  </a:lnTo>
                  <a:lnTo>
                    <a:pt x="55270" y="170992"/>
                  </a:lnTo>
                  <a:lnTo>
                    <a:pt x="55092" y="167259"/>
                  </a:lnTo>
                  <a:lnTo>
                    <a:pt x="54267" y="164274"/>
                  </a:lnTo>
                  <a:lnTo>
                    <a:pt x="52590" y="164376"/>
                  </a:lnTo>
                  <a:lnTo>
                    <a:pt x="52044" y="167436"/>
                  </a:lnTo>
                  <a:lnTo>
                    <a:pt x="52400" y="174917"/>
                  </a:lnTo>
                  <a:lnTo>
                    <a:pt x="52844" y="176580"/>
                  </a:lnTo>
                  <a:lnTo>
                    <a:pt x="51447" y="176237"/>
                  </a:lnTo>
                  <a:lnTo>
                    <a:pt x="48234" y="176441"/>
                  </a:lnTo>
                  <a:lnTo>
                    <a:pt x="45034" y="176644"/>
                  </a:lnTo>
                  <a:lnTo>
                    <a:pt x="42468" y="177609"/>
                  </a:lnTo>
                  <a:lnTo>
                    <a:pt x="42557" y="179527"/>
                  </a:lnTo>
                  <a:lnTo>
                    <a:pt x="10033" y="141566"/>
                  </a:lnTo>
                  <a:lnTo>
                    <a:pt x="12623" y="142189"/>
                  </a:lnTo>
                  <a:lnTo>
                    <a:pt x="19037" y="141782"/>
                  </a:lnTo>
                  <a:lnTo>
                    <a:pt x="20459" y="141249"/>
                  </a:lnTo>
                  <a:lnTo>
                    <a:pt x="20167" y="142976"/>
                  </a:lnTo>
                  <a:lnTo>
                    <a:pt x="20332" y="146710"/>
                  </a:lnTo>
                  <a:lnTo>
                    <a:pt x="20497" y="150444"/>
                  </a:lnTo>
                  <a:lnTo>
                    <a:pt x="21323" y="153428"/>
                  </a:lnTo>
                  <a:lnTo>
                    <a:pt x="22999" y="153327"/>
                  </a:lnTo>
                  <a:lnTo>
                    <a:pt x="23545" y="150266"/>
                  </a:lnTo>
                  <a:lnTo>
                    <a:pt x="23202" y="142786"/>
                  </a:lnTo>
                  <a:lnTo>
                    <a:pt x="22745" y="141109"/>
                  </a:lnTo>
                  <a:lnTo>
                    <a:pt x="24231" y="141452"/>
                  </a:lnTo>
                  <a:lnTo>
                    <a:pt x="27432" y="141262"/>
                  </a:lnTo>
                  <a:lnTo>
                    <a:pt x="30632" y="141058"/>
                  </a:lnTo>
                  <a:lnTo>
                    <a:pt x="33197" y="140093"/>
                  </a:lnTo>
                  <a:lnTo>
                    <a:pt x="33108" y="138137"/>
                  </a:lnTo>
                  <a:lnTo>
                    <a:pt x="30467" y="137502"/>
                  </a:lnTo>
                  <a:lnTo>
                    <a:pt x="24053" y="137909"/>
                  </a:lnTo>
                  <a:lnTo>
                    <a:pt x="22542" y="138480"/>
                  </a:lnTo>
                  <a:lnTo>
                    <a:pt x="22847" y="136728"/>
                  </a:lnTo>
                  <a:lnTo>
                    <a:pt x="22682" y="132981"/>
                  </a:lnTo>
                  <a:lnTo>
                    <a:pt x="22517" y="129247"/>
                  </a:lnTo>
                  <a:lnTo>
                    <a:pt x="21691" y="126263"/>
                  </a:lnTo>
                  <a:lnTo>
                    <a:pt x="21323" y="126288"/>
                  </a:lnTo>
                  <a:lnTo>
                    <a:pt x="53086" y="89242"/>
                  </a:lnTo>
                  <a:lnTo>
                    <a:pt x="52666" y="91617"/>
                  </a:lnTo>
                  <a:lnTo>
                    <a:pt x="53022" y="99098"/>
                  </a:lnTo>
                  <a:lnTo>
                    <a:pt x="53467" y="100761"/>
                  </a:lnTo>
                  <a:lnTo>
                    <a:pt x="52070" y="100418"/>
                  </a:lnTo>
                  <a:lnTo>
                    <a:pt x="48856" y="100622"/>
                  </a:lnTo>
                  <a:lnTo>
                    <a:pt x="45656" y="100812"/>
                  </a:lnTo>
                  <a:lnTo>
                    <a:pt x="43091" y="101777"/>
                  </a:lnTo>
                  <a:lnTo>
                    <a:pt x="43192" y="103733"/>
                  </a:lnTo>
                  <a:lnTo>
                    <a:pt x="45821" y="104368"/>
                  </a:lnTo>
                  <a:lnTo>
                    <a:pt x="52235" y="103962"/>
                  </a:lnTo>
                  <a:lnTo>
                    <a:pt x="53657" y="103441"/>
                  </a:lnTo>
                  <a:lnTo>
                    <a:pt x="53365" y="105156"/>
                  </a:lnTo>
                  <a:lnTo>
                    <a:pt x="53543" y="108889"/>
                  </a:lnTo>
                  <a:lnTo>
                    <a:pt x="53708" y="112623"/>
                  </a:lnTo>
                  <a:lnTo>
                    <a:pt x="54533" y="115608"/>
                  </a:lnTo>
                  <a:lnTo>
                    <a:pt x="56210" y="115506"/>
                  </a:lnTo>
                  <a:lnTo>
                    <a:pt x="56756" y="112445"/>
                  </a:lnTo>
                  <a:lnTo>
                    <a:pt x="56400" y="104965"/>
                  </a:lnTo>
                  <a:lnTo>
                    <a:pt x="55943" y="103289"/>
                  </a:lnTo>
                  <a:lnTo>
                    <a:pt x="57429" y="103632"/>
                  </a:lnTo>
                  <a:lnTo>
                    <a:pt x="60629" y="103441"/>
                  </a:lnTo>
                  <a:lnTo>
                    <a:pt x="63830" y="103238"/>
                  </a:lnTo>
                  <a:lnTo>
                    <a:pt x="66395" y="102273"/>
                  </a:lnTo>
                  <a:lnTo>
                    <a:pt x="66370" y="101930"/>
                  </a:lnTo>
                  <a:lnTo>
                    <a:pt x="87731" y="126822"/>
                  </a:lnTo>
                  <a:lnTo>
                    <a:pt x="86106" y="126911"/>
                  </a:lnTo>
                  <a:lnTo>
                    <a:pt x="85559" y="129971"/>
                  </a:lnTo>
                  <a:lnTo>
                    <a:pt x="85902" y="137452"/>
                  </a:lnTo>
                  <a:lnTo>
                    <a:pt x="86347" y="139115"/>
                  </a:lnTo>
                  <a:lnTo>
                    <a:pt x="84950" y="138772"/>
                  </a:lnTo>
                  <a:lnTo>
                    <a:pt x="81749" y="138976"/>
                  </a:lnTo>
                  <a:lnTo>
                    <a:pt x="78549" y="139179"/>
                  </a:lnTo>
                  <a:lnTo>
                    <a:pt x="75984" y="140144"/>
                  </a:lnTo>
                  <a:lnTo>
                    <a:pt x="76073" y="142100"/>
                  </a:lnTo>
                  <a:lnTo>
                    <a:pt x="78714" y="142722"/>
                  </a:lnTo>
                  <a:lnTo>
                    <a:pt x="85115" y="142328"/>
                  </a:lnTo>
                  <a:lnTo>
                    <a:pt x="86550" y="141795"/>
                  </a:lnTo>
                  <a:lnTo>
                    <a:pt x="86258" y="143510"/>
                  </a:lnTo>
                  <a:lnTo>
                    <a:pt x="86423" y="147256"/>
                  </a:lnTo>
                  <a:lnTo>
                    <a:pt x="86588" y="150990"/>
                  </a:lnTo>
                  <a:lnTo>
                    <a:pt x="87414" y="153974"/>
                  </a:lnTo>
                  <a:lnTo>
                    <a:pt x="87960" y="153949"/>
                  </a:lnTo>
                  <a:lnTo>
                    <a:pt x="87960" y="127495"/>
                  </a:lnTo>
                  <a:lnTo>
                    <a:pt x="87795" y="126898"/>
                  </a:lnTo>
                  <a:lnTo>
                    <a:pt x="97561" y="138290"/>
                  </a:lnTo>
                  <a:lnTo>
                    <a:pt x="97561" y="127622"/>
                  </a:lnTo>
                  <a:lnTo>
                    <a:pt x="64668" y="89255"/>
                  </a:lnTo>
                  <a:lnTo>
                    <a:pt x="64668" y="99936"/>
                  </a:lnTo>
                  <a:lnTo>
                    <a:pt x="63665" y="99695"/>
                  </a:lnTo>
                  <a:lnTo>
                    <a:pt x="57264" y="100088"/>
                  </a:lnTo>
                  <a:lnTo>
                    <a:pt x="55753" y="100660"/>
                  </a:lnTo>
                  <a:lnTo>
                    <a:pt x="56057" y="98907"/>
                  </a:lnTo>
                  <a:lnTo>
                    <a:pt x="55892" y="95161"/>
                  </a:lnTo>
                  <a:lnTo>
                    <a:pt x="55714" y="91427"/>
                  </a:lnTo>
                  <a:lnTo>
                    <a:pt x="54902" y="88531"/>
                  </a:lnTo>
                  <a:lnTo>
                    <a:pt x="64668" y="99936"/>
                  </a:lnTo>
                  <a:lnTo>
                    <a:pt x="64668" y="89255"/>
                  </a:lnTo>
                  <a:lnTo>
                    <a:pt x="63449" y="87820"/>
                  </a:lnTo>
                  <a:lnTo>
                    <a:pt x="54838" y="77787"/>
                  </a:lnTo>
                  <a:lnTo>
                    <a:pt x="54838" y="88455"/>
                  </a:lnTo>
                  <a:lnTo>
                    <a:pt x="53708" y="88519"/>
                  </a:lnTo>
                  <a:lnTo>
                    <a:pt x="54305" y="87820"/>
                  </a:lnTo>
                  <a:lnTo>
                    <a:pt x="54838" y="88455"/>
                  </a:lnTo>
                  <a:lnTo>
                    <a:pt x="54838" y="77787"/>
                  </a:lnTo>
                  <a:lnTo>
                    <a:pt x="54305" y="77165"/>
                  </a:lnTo>
                  <a:lnTo>
                    <a:pt x="20256" y="116890"/>
                  </a:lnTo>
                  <a:lnTo>
                    <a:pt x="20256" y="138582"/>
                  </a:lnTo>
                  <a:lnTo>
                    <a:pt x="18859" y="138239"/>
                  </a:lnTo>
                  <a:lnTo>
                    <a:pt x="15659" y="138442"/>
                  </a:lnTo>
                  <a:lnTo>
                    <a:pt x="12458" y="138633"/>
                  </a:lnTo>
                  <a:lnTo>
                    <a:pt x="9969" y="139585"/>
                  </a:lnTo>
                  <a:lnTo>
                    <a:pt x="9969" y="141503"/>
                  </a:lnTo>
                  <a:lnTo>
                    <a:pt x="9131" y="140512"/>
                  </a:lnTo>
                  <a:lnTo>
                    <a:pt x="9893" y="139623"/>
                  </a:lnTo>
                  <a:lnTo>
                    <a:pt x="9969" y="141503"/>
                  </a:lnTo>
                  <a:lnTo>
                    <a:pt x="9969" y="139585"/>
                  </a:lnTo>
                  <a:lnTo>
                    <a:pt x="19685" y="128206"/>
                  </a:lnTo>
                  <a:lnTo>
                    <a:pt x="19469" y="129438"/>
                  </a:lnTo>
                  <a:lnTo>
                    <a:pt x="19812" y="136918"/>
                  </a:lnTo>
                  <a:lnTo>
                    <a:pt x="20256" y="138582"/>
                  </a:lnTo>
                  <a:lnTo>
                    <a:pt x="20256" y="116890"/>
                  </a:lnTo>
                  <a:lnTo>
                    <a:pt x="0" y="140512"/>
                  </a:lnTo>
                  <a:lnTo>
                    <a:pt x="54305" y="203860"/>
                  </a:lnTo>
                  <a:lnTo>
                    <a:pt x="63449" y="193205"/>
                  </a:lnTo>
                  <a:lnTo>
                    <a:pt x="108610" y="140512"/>
                  </a:lnTo>
                  <a:close/>
                </a:path>
                <a:path w="361315" h="282575">
                  <a:moveTo>
                    <a:pt x="158915" y="218681"/>
                  </a:moveTo>
                  <a:lnTo>
                    <a:pt x="149771" y="208026"/>
                  </a:lnTo>
                  <a:lnTo>
                    <a:pt x="149771" y="218681"/>
                  </a:lnTo>
                  <a:lnTo>
                    <a:pt x="139674" y="230466"/>
                  </a:lnTo>
                  <a:lnTo>
                    <a:pt x="139941" y="228968"/>
                  </a:lnTo>
                  <a:lnTo>
                    <a:pt x="139598" y="221500"/>
                  </a:lnTo>
                  <a:lnTo>
                    <a:pt x="138772" y="218503"/>
                  </a:lnTo>
                  <a:lnTo>
                    <a:pt x="139242" y="215430"/>
                  </a:lnTo>
                  <a:lnTo>
                    <a:pt x="139077" y="211696"/>
                  </a:lnTo>
                  <a:lnTo>
                    <a:pt x="138899" y="207962"/>
                  </a:lnTo>
                  <a:lnTo>
                    <a:pt x="138252" y="205663"/>
                  </a:lnTo>
                  <a:lnTo>
                    <a:pt x="138252" y="232117"/>
                  </a:lnTo>
                  <a:lnTo>
                    <a:pt x="104609" y="271373"/>
                  </a:lnTo>
                  <a:lnTo>
                    <a:pt x="92925" y="257759"/>
                  </a:lnTo>
                  <a:lnTo>
                    <a:pt x="95504" y="258356"/>
                  </a:lnTo>
                  <a:lnTo>
                    <a:pt x="101917" y="257962"/>
                  </a:lnTo>
                  <a:lnTo>
                    <a:pt x="103339" y="257429"/>
                  </a:lnTo>
                  <a:lnTo>
                    <a:pt x="103047" y="259143"/>
                  </a:lnTo>
                  <a:lnTo>
                    <a:pt x="103212" y="262890"/>
                  </a:lnTo>
                  <a:lnTo>
                    <a:pt x="103378" y="266623"/>
                  </a:lnTo>
                  <a:lnTo>
                    <a:pt x="104216" y="269608"/>
                  </a:lnTo>
                  <a:lnTo>
                    <a:pt x="105879" y="269506"/>
                  </a:lnTo>
                  <a:lnTo>
                    <a:pt x="106426" y="266433"/>
                  </a:lnTo>
                  <a:lnTo>
                    <a:pt x="106083" y="258965"/>
                  </a:lnTo>
                  <a:lnTo>
                    <a:pt x="105613" y="257276"/>
                  </a:lnTo>
                  <a:lnTo>
                    <a:pt x="107111" y="257632"/>
                  </a:lnTo>
                  <a:lnTo>
                    <a:pt x="110312" y="257429"/>
                  </a:lnTo>
                  <a:lnTo>
                    <a:pt x="113512" y="257238"/>
                  </a:lnTo>
                  <a:lnTo>
                    <a:pt x="116078" y="256273"/>
                  </a:lnTo>
                  <a:lnTo>
                    <a:pt x="115989" y="254317"/>
                  </a:lnTo>
                  <a:lnTo>
                    <a:pt x="113347" y="253682"/>
                  </a:lnTo>
                  <a:lnTo>
                    <a:pt x="106934" y="254076"/>
                  </a:lnTo>
                  <a:lnTo>
                    <a:pt x="105422" y="254647"/>
                  </a:lnTo>
                  <a:lnTo>
                    <a:pt x="105727" y="252895"/>
                  </a:lnTo>
                  <a:lnTo>
                    <a:pt x="105562" y="249161"/>
                  </a:lnTo>
                  <a:lnTo>
                    <a:pt x="105397" y="245427"/>
                  </a:lnTo>
                  <a:lnTo>
                    <a:pt x="104571" y="242443"/>
                  </a:lnTo>
                  <a:lnTo>
                    <a:pt x="102895" y="242544"/>
                  </a:lnTo>
                  <a:lnTo>
                    <a:pt x="102349" y="245618"/>
                  </a:lnTo>
                  <a:lnTo>
                    <a:pt x="102692" y="253085"/>
                  </a:lnTo>
                  <a:lnTo>
                    <a:pt x="103149" y="254762"/>
                  </a:lnTo>
                  <a:lnTo>
                    <a:pt x="101739" y="254419"/>
                  </a:lnTo>
                  <a:lnTo>
                    <a:pt x="98539" y="254609"/>
                  </a:lnTo>
                  <a:lnTo>
                    <a:pt x="95338" y="254812"/>
                  </a:lnTo>
                  <a:lnTo>
                    <a:pt x="92773" y="255778"/>
                  </a:lnTo>
                  <a:lnTo>
                    <a:pt x="92849" y="257670"/>
                  </a:lnTo>
                  <a:lnTo>
                    <a:pt x="60337" y="219735"/>
                  </a:lnTo>
                  <a:lnTo>
                    <a:pt x="62928" y="220357"/>
                  </a:lnTo>
                  <a:lnTo>
                    <a:pt x="69329" y="219951"/>
                  </a:lnTo>
                  <a:lnTo>
                    <a:pt x="70764" y="219417"/>
                  </a:lnTo>
                  <a:lnTo>
                    <a:pt x="70472" y="221145"/>
                  </a:lnTo>
                  <a:lnTo>
                    <a:pt x="70637" y="224878"/>
                  </a:lnTo>
                  <a:lnTo>
                    <a:pt x="70815" y="228625"/>
                  </a:lnTo>
                  <a:lnTo>
                    <a:pt x="71628" y="231609"/>
                  </a:lnTo>
                  <a:lnTo>
                    <a:pt x="73304" y="231495"/>
                  </a:lnTo>
                  <a:lnTo>
                    <a:pt x="73850" y="228434"/>
                  </a:lnTo>
                  <a:lnTo>
                    <a:pt x="73507" y="220954"/>
                  </a:lnTo>
                  <a:lnTo>
                    <a:pt x="73037" y="219278"/>
                  </a:lnTo>
                  <a:lnTo>
                    <a:pt x="74523" y="219621"/>
                  </a:lnTo>
                  <a:lnTo>
                    <a:pt x="77724" y="219430"/>
                  </a:lnTo>
                  <a:lnTo>
                    <a:pt x="80937" y="219227"/>
                  </a:lnTo>
                  <a:lnTo>
                    <a:pt x="83502" y="218262"/>
                  </a:lnTo>
                  <a:lnTo>
                    <a:pt x="83400" y="216306"/>
                  </a:lnTo>
                  <a:lnTo>
                    <a:pt x="80772" y="215684"/>
                  </a:lnTo>
                  <a:lnTo>
                    <a:pt x="74358" y="216077"/>
                  </a:lnTo>
                  <a:lnTo>
                    <a:pt x="72847" y="216649"/>
                  </a:lnTo>
                  <a:lnTo>
                    <a:pt x="73152" y="214896"/>
                  </a:lnTo>
                  <a:lnTo>
                    <a:pt x="72986" y="211162"/>
                  </a:lnTo>
                  <a:lnTo>
                    <a:pt x="72821" y="207416"/>
                  </a:lnTo>
                  <a:lnTo>
                    <a:pt x="71983" y="204431"/>
                  </a:lnTo>
                  <a:lnTo>
                    <a:pt x="71628" y="204457"/>
                  </a:lnTo>
                  <a:lnTo>
                    <a:pt x="104609" y="165989"/>
                  </a:lnTo>
                  <a:lnTo>
                    <a:pt x="138023" y="204990"/>
                  </a:lnTo>
                  <a:lnTo>
                    <a:pt x="136398" y="205079"/>
                  </a:lnTo>
                  <a:lnTo>
                    <a:pt x="135851" y="208153"/>
                  </a:lnTo>
                  <a:lnTo>
                    <a:pt x="136207" y="215620"/>
                  </a:lnTo>
                  <a:lnTo>
                    <a:pt x="136652" y="217297"/>
                  </a:lnTo>
                  <a:lnTo>
                    <a:pt x="135255" y="216954"/>
                  </a:lnTo>
                  <a:lnTo>
                    <a:pt x="132041" y="217144"/>
                  </a:lnTo>
                  <a:lnTo>
                    <a:pt x="128841" y="217347"/>
                  </a:lnTo>
                  <a:lnTo>
                    <a:pt x="126276" y="218313"/>
                  </a:lnTo>
                  <a:lnTo>
                    <a:pt x="126377" y="220268"/>
                  </a:lnTo>
                  <a:lnTo>
                    <a:pt x="129006" y="220891"/>
                  </a:lnTo>
                  <a:lnTo>
                    <a:pt x="135420" y="220497"/>
                  </a:lnTo>
                  <a:lnTo>
                    <a:pt x="136855" y="219964"/>
                  </a:lnTo>
                  <a:lnTo>
                    <a:pt x="136550" y="221678"/>
                  </a:lnTo>
                  <a:lnTo>
                    <a:pt x="136728" y="225425"/>
                  </a:lnTo>
                  <a:lnTo>
                    <a:pt x="136893" y="229158"/>
                  </a:lnTo>
                  <a:lnTo>
                    <a:pt x="137718" y="232143"/>
                  </a:lnTo>
                  <a:lnTo>
                    <a:pt x="138252" y="232117"/>
                  </a:lnTo>
                  <a:lnTo>
                    <a:pt x="138252" y="205663"/>
                  </a:lnTo>
                  <a:lnTo>
                    <a:pt x="138087" y="205066"/>
                  </a:lnTo>
                  <a:lnTo>
                    <a:pt x="149771" y="218681"/>
                  </a:lnTo>
                  <a:lnTo>
                    <a:pt x="149771" y="208026"/>
                  </a:lnTo>
                  <a:lnTo>
                    <a:pt x="113741" y="165989"/>
                  </a:lnTo>
                  <a:lnTo>
                    <a:pt x="104609" y="155333"/>
                  </a:lnTo>
                  <a:lnTo>
                    <a:pt x="70561" y="195046"/>
                  </a:lnTo>
                  <a:lnTo>
                    <a:pt x="70561" y="216750"/>
                  </a:lnTo>
                  <a:lnTo>
                    <a:pt x="69164" y="216408"/>
                  </a:lnTo>
                  <a:lnTo>
                    <a:pt x="65963" y="216611"/>
                  </a:lnTo>
                  <a:lnTo>
                    <a:pt x="62750" y="216801"/>
                  </a:lnTo>
                  <a:lnTo>
                    <a:pt x="60274" y="217741"/>
                  </a:lnTo>
                  <a:lnTo>
                    <a:pt x="60274" y="219671"/>
                  </a:lnTo>
                  <a:lnTo>
                    <a:pt x="59436" y="218681"/>
                  </a:lnTo>
                  <a:lnTo>
                    <a:pt x="60185" y="217805"/>
                  </a:lnTo>
                  <a:lnTo>
                    <a:pt x="60274" y="219671"/>
                  </a:lnTo>
                  <a:lnTo>
                    <a:pt x="60274" y="217741"/>
                  </a:lnTo>
                  <a:lnTo>
                    <a:pt x="69977" y="206375"/>
                  </a:lnTo>
                  <a:lnTo>
                    <a:pt x="69773" y="207606"/>
                  </a:lnTo>
                  <a:lnTo>
                    <a:pt x="70116" y="215087"/>
                  </a:lnTo>
                  <a:lnTo>
                    <a:pt x="70561" y="216750"/>
                  </a:lnTo>
                  <a:lnTo>
                    <a:pt x="70561" y="195046"/>
                  </a:lnTo>
                  <a:lnTo>
                    <a:pt x="50292" y="218681"/>
                  </a:lnTo>
                  <a:lnTo>
                    <a:pt x="104609" y="282028"/>
                  </a:lnTo>
                  <a:lnTo>
                    <a:pt x="113741" y="271373"/>
                  </a:lnTo>
                  <a:lnTo>
                    <a:pt x="158915" y="218681"/>
                  </a:lnTo>
                  <a:close/>
                </a:path>
                <a:path w="361315" h="282575">
                  <a:moveTo>
                    <a:pt x="268236" y="102273"/>
                  </a:moveTo>
                  <a:lnTo>
                    <a:pt x="268135" y="100317"/>
                  </a:lnTo>
                  <a:lnTo>
                    <a:pt x="265506" y="99695"/>
                  </a:lnTo>
                  <a:lnTo>
                    <a:pt x="259092" y="100088"/>
                  </a:lnTo>
                  <a:lnTo>
                    <a:pt x="257581" y="100660"/>
                  </a:lnTo>
                  <a:lnTo>
                    <a:pt x="257886" y="98907"/>
                  </a:lnTo>
                  <a:lnTo>
                    <a:pt x="257721" y="95161"/>
                  </a:lnTo>
                  <a:lnTo>
                    <a:pt x="257556" y="91427"/>
                  </a:lnTo>
                  <a:lnTo>
                    <a:pt x="256717" y="88442"/>
                  </a:lnTo>
                  <a:lnTo>
                    <a:pt x="255054" y="88544"/>
                  </a:lnTo>
                  <a:lnTo>
                    <a:pt x="254508" y="91617"/>
                  </a:lnTo>
                  <a:lnTo>
                    <a:pt x="254850" y="99098"/>
                  </a:lnTo>
                  <a:lnTo>
                    <a:pt x="255295" y="100761"/>
                  </a:lnTo>
                  <a:lnTo>
                    <a:pt x="253898" y="100418"/>
                  </a:lnTo>
                  <a:lnTo>
                    <a:pt x="250698" y="100622"/>
                  </a:lnTo>
                  <a:lnTo>
                    <a:pt x="247484" y="100812"/>
                  </a:lnTo>
                  <a:lnTo>
                    <a:pt x="244919" y="101777"/>
                  </a:lnTo>
                  <a:lnTo>
                    <a:pt x="245021" y="103733"/>
                  </a:lnTo>
                  <a:lnTo>
                    <a:pt x="247662" y="104368"/>
                  </a:lnTo>
                  <a:lnTo>
                    <a:pt x="254063" y="103962"/>
                  </a:lnTo>
                  <a:lnTo>
                    <a:pt x="255498" y="103428"/>
                  </a:lnTo>
                  <a:lnTo>
                    <a:pt x="255206" y="105156"/>
                  </a:lnTo>
                  <a:lnTo>
                    <a:pt x="255371" y="108889"/>
                  </a:lnTo>
                  <a:lnTo>
                    <a:pt x="255536" y="112623"/>
                  </a:lnTo>
                  <a:lnTo>
                    <a:pt x="256362" y="115608"/>
                  </a:lnTo>
                  <a:lnTo>
                    <a:pt x="258038" y="115506"/>
                  </a:lnTo>
                  <a:lnTo>
                    <a:pt x="258584" y="112445"/>
                  </a:lnTo>
                  <a:lnTo>
                    <a:pt x="258241" y="104965"/>
                  </a:lnTo>
                  <a:lnTo>
                    <a:pt x="257771" y="103289"/>
                  </a:lnTo>
                  <a:lnTo>
                    <a:pt x="259257" y="103632"/>
                  </a:lnTo>
                  <a:lnTo>
                    <a:pt x="262458" y="103441"/>
                  </a:lnTo>
                  <a:lnTo>
                    <a:pt x="265671" y="103238"/>
                  </a:lnTo>
                  <a:lnTo>
                    <a:pt x="268236" y="102273"/>
                  </a:lnTo>
                  <a:close/>
                </a:path>
                <a:path w="361315" h="282575">
                  <a:moveTo>
                    <a:pt x="301117" y="140639"/>
                  </a:moveTo>
                  <a:lnTo>
                    <a:pt x="301028" y="138671"/>
                  </a:lnTo>
                  <a:lnTo>
                    <a:pt x="298386" y="138049"/>
                  </a:lnTo>
                  <a:lnTo>
                    <a:pt x="291973" y="138442"/>
                  </a:lnTo>
                  <a:lnTo>
                    <a:pt x="290461" y="139014"/>
                  </a:lnTo>
                  <a:lnTo>
                    <a:pt x="290766" y="137261"/>
                  </a:lnTo>
                  <a:lnTo>
                    <a:pt x="290601" y="133527"/>
                  </a:lnTo>
                  <a:lnTo>
                    <a:pt x="290436" y="129794"/>
                  </a:lnTo>
                  <a:lnTo>
                    <a:pt x="289610" y="126809"/>
                  </a:lnTo>
                  <a:lnTo>
                    <a:pt x="287934" y="126911"/>
                  </a:lnTo>
                  <a:lnTo>
                    <a:pt x="287388" y="129971"/>
                  </a:lnTo>
                  <a:lnTo>
                    <a:pt x="287731" y="137452"/>
                  </a:lnTo>
                  <a:lnTo>
                    <a:pt x="288175" y="139115"/>
                  </a:lnTo>
                  <a:lnTo>
                    <a:pt x="286778" y="138772"/>
                  </a:lnTo>
                  <a:lnTo>
                    <a:pt x="283578" y="138976"/>
                  </a:lnTo>
                  <a:lnTo>
                    <a:pt x="280377" y="139179"/>
                  </a:lnTo>
                  <a:lnTo>
                    <a:pt x="277812" y="140144"/>
                  </a:lnTo>
                  <a:lnTo>
                    <a:pt x="277901" y="142100"/>
                  </a:lnTo>
                  <a:lnTo>
                    <a:pt x="280543" y="142722"/>
                  </a:lnTo>
                  <a:lnTo>
                    <a:pt x="286956" y="142328"/>
                  </a:lnTo>
                  <a:lnTo>
                    <a:pt x="288378" y="141795"/>
                  </a:lnTo>
                  <a:lnTo>
                    <a:pt x="288086" y="143510"/>
                  </a:lnTo>
                  <a:lnTo>
                    <a:pt x="288251" y="147256"/>
                  </a:lnTo>
                  <a:lnTo>
                    <a:pt x="288417" y="150990"/>
                  </a:lnTo>
                  <a:lnTo>
                    <a:pt x="289255" y="153974"/>
                  </a:lnTo>
                  <a:lnTo>
                    <a:pt x="290918" y="153873"/>
                  </a:lnTo>
                  <a:lnTo>
                    <a:pt x="291465" y="150799"/>
                  </a:lnTo>
                  <a:lnTo>
                    <a:pt x="291122" y="143319"/>
                  </a:lnTo>
                  <a:lnTo>
                    <a:pt x="290664" y="141643"/>
                  </a:lnTo>
                  <a:lnTo>
                    <a:pt x="292138" y="141998"/>
                  </a:lnTo>
                  <a:lnTo>
                    <a:pt x="295351" y="141795"/>
                  </a:lnTo>
                  <a:lnTo>
                    <a:pt x="298551" y="141592"/>
                  </a:lnTo>
                  <a:lnTo>
                    <a:pt x="301117" y="140639"/>
                  </a:lnTo>
                  <a:close/>
                </a:path>
                <a:path w="361315" h="282575">
                  <a:moveTo>
                    <a:pt x="360984" y="63347"/>
                  </a:moveTo>
                  <a:lnTo>
                    <a:pt x="351853" y="52705"/>
                  </a:lnTo>
                  <a:lnTo>
                    <a:pt x="351853" y="63347"/>
                  </a:lnTo>
                  <a:lnTo>
                    <a:pt x="341731" y="75145"/>
                  </a:lnTo>
                  <a:lnTo>
                    <a:pt x="342011" y="73634"/>
                  </a:lnTo>
                  <a:lnTo>
                    <a:pt x="341668" y="66167"/>
                  </a:lnTo>
                  <a:lnTo>
                    <a:pt x="341210" y="64490"/>
                  </a:lnTo>
                  <a:lnTo>
                    <a:pt x="342684" y="64833"/>
                  </a:lnTo>
                  <a:lnTo>
                    <a:pt x="345897" y="64630"/>
                  </a:lnTo>
                  <a:lnTo>
                    <a:pt x="349097" y="64439"/>
                  </a:lnTo>
                  <a:lnTo>
                    <a:pt x="351663" y="63474"/>
                  </a:lnTo>
                  <a:lnTo>
                    <a:pt x="351637" y="63106"/>
                  </a:lnTo>
                  <a:lnTo>
                    <a:pt x="351853" y="63347"/>
                  </a:lnTo>
                  <a:lnTo>
                    <a:pt x="351853" y="52705"/>
                  </a:lnTo>
                  <a:lnTo>
                    <a:pt x="349948" y="50482"/>
                  </a:lnTo>
                  <a:lnTo>
                    <a:pt x="349948" y="61137"/>
                  </a:lnTo>
                  <a:lnTo>
                    <a:pt x="348932" y="60883"/>
                  </a:lnTo>
                  <a:lnTo>
                    <a:pt x="342519" y="61290"/>
                  </a:lnTo>
                  <a:lnTo>
                    <a:pt x="341007" y="61861"/>
                  </a:lnTo>
                  <a:lnTo>
                    <a:pt x="341312" y="60109"/>
                  </a:lnTo>
                  <a:lnTo>
                    <a:pt x="341147" y="56362"/>
                  </a:lnTo>
                  <a:lnTo>
                    <a:pt x="340982" y="52628"/>
                  </a:lnTo>
                  <a:lnTo>
                    <a:pt x="340334" y="50330"/>
                  </a:lnTo>
                  <a:lnTo>
                    <a:pt x="340334" y="76784"/>
                  </a:lnTo>
                  <a:lnTo>
                    <a:pt x="306679" y="116039"/>
                  </a:lnTo>
                  <a:lnTo>
                    <a:pt x="294982" y="102412"/>
                  </a:lnTo>
                  <a:lnTo>
                    <a:pt x="297573" y="103035"/>
                  </a:lnTo>
                  <a:lnTo>
                    <a:pt x="303987" y="102628"/>
                  </a:lnTo>
                  <a:lnTo>
                    <a:pt x="305422" y="102095"/>
                  </a:lnTo>
                  <a:lnTo>
                    <a:pt x="305130" y="103822"/>
                  </a:lnTo>
                  <a:lnTo>
                    <a:pt x="305295" y="107556"/>
                  </a:lnTo>
                  <a:lnTo>
                    <a:pt x="305460" y="111290"/>
                  </a:lnTo>
                  <a:lnTo>
                    <a:pt x="306285" y="114274"/>
                  </a:lnTo>
                  <a:lnTo>
                    <a:pt x="307962" y="114173"/>
                  </a:lnTo>
                  <a:lnTo>
                    <a:pt x="308508" y="111099"/>
                  </a:lnTo>
                  <a:lnTo>
                    <a:pt x="308165" y="103632"/>
                  </a:lnTo>
                  <a:lnTo>
                    <a:pt x="307695" y="101955"/>
                  </a:lnTo>
                  <a:lnTo>
                    <a:pt x="309181" y="102298"/>
                  </a:lnTo>
                  <a:lnTo>
                    <a:pt x="312381" y="102095"/>
                  </a:lnTo>
                  <a:lnTo>
                    <a:pt x="315582" y="101904"/>
                  </a:lnTo>
                  <a:lnTo>
                    <a:pt x="318147" y="100939"/>
                  </a:lnTo>
                  <a:lnTo>
                    <a:pt x="318058" y="98983"/>
                  </a:lnTo>
                  <a:lnTo>
                    <a:pt x="315417" y="98348"/>
                  </a:lnTo>
                  <a:lnTo>
                    <a:pt x="309016" y="98755"/>
                  </a:lnTo>
                  <a:lnTo>
                    <a:pt x="307505" y="99326"/>
                  </a:lnTo>
                  <a:lnTo>
                    <a:pt x="307809" y="97574"/>
                  </a:lnTo>
                  <a:lnTo>
                    <a:pt x="307644" y="93827"/>
                  </a:lnTo>
                  <a:lnTo>
                    <a:pt x="307467" y="90093"/>
                  </a:lnTo>
                  <a:lnTo>
                    <a:pt x="306641" y="87109"/>
                  </a:lnTo>
                  <a:lnTo>
                    <a:pt x="304965" y="87210"/>
                  </a:lnTo>
                  <a:lnTo>
                    <a:pt x="304419" y="90284"/>
                  </a:lnTo>
                  <a:lnTo>
                    <a:pt x="304774" y="97751"/>
                  </a:lnTo>
                  <a:lnTo>
                    <a:pt x="305219" y="99428"/>
                  </a:lnTo>
                  <a:lnTo>
                    <a:pt x="303822" y="99085"/>
                  </a:lnTo>
                  <a:lnTo>
                    <a:pt x="300609" y="99275"/>
                  </a:lnTo>
                  <a:lnTo>
                    <a:pt x="297408" y="99479"/>
                  </a:lnTo>
                  <a:lnTo>
                    <a:pt x="294843" y="100444"/>
                  </a:lnTo>
                  <a:lnTo>
                    <a:pt x="294932" y="102362"/>
                  </a:lnTo>
                  <a:lnTo>
                    <a:pt x="262420" y="64427"/>
                  </a:lnTo>
                  <a:lnTo>
                    <a:pt x="264998" y="65024"/>
                  </a:lnTo>
                  <a:lnTo>
                    <a:pt x="271411" y="64630"/>
                  </a:lnTo>
                  <a:lnTo>
                    <a:pt x="272834" y="64096"/>
                  </a:lnTo>
                  <a:lnTo>
                    <a:pt x="272542" y="65811"/>
                  </a:lnTo>
                  <a:lnTo>
                    <a:pt x="272707" y="69545"/>
                  </a:lnTo>
                  <a:lnTo>
                    <a:pt x="272872" y="73291"/>
                  </a:lnTo>
                  <a:lnTo>
                    <a:pt x="273710" y="76276"/>
                  </a:lnTo>
                  <a:lnTo>
                    <a:pt x="275374" y="76161"/>
                  </a:lnTo>
                  <a:lnTo>
                    <a:pt x="275920" y="73101"/>
                  </a:lnTo>
                  <a:lnTo>
                    <a:pt x="275577" y="65620"/>
                  </a:lnTo>
                  <a:lnTo>
                    <a:pt x="275120" y="63944"/>
                  </a:lnTo>
                  <a:lnTo>
                    <a:pt x="276606" y="64300"/>
                  </a:lnTo>
                  <a:lnTo>
                    <a:pt x="279806" y="64096"/>
                  </a:lnTo>
                  <a:lnTo>
                    <a:pt x="283006" y="63893"/>
                  </a:lnTo>
                  <a:lnTo>
                    <a:pt x="285572" y="62941"/>
                  </a:lnTo>
                  <a:lnTo>
                    <a:pt x="285483" y="60972"/>
                  </a:lnTo>
                  <a:lnTo>
                    <a:pt x="282841" y="60350"/>
                  </a:lnTo>
                  <a:lnTo>
                    <a:pt x="276428" y="60744"/>
                  </a:lnTo>
                  <a:lnTo>
                    <a:pt x="274916" y="61315"/>
                  </a:lnTo>
                  <a:lnTo>
                    <a:pt x="275221" y="59563"/>
                  </a:lnTo>
                  <a:lnTo>
                    <a:pt x="275056" y="55829"/>
                  </a:lnTo>
                  <a:lnTo>
                    <a:pt x="274891" y="52082"/>
                  </a:lnTo>
                  <a:lnTo>
                    <a:pt x="274066" y="49098"/>
                  </a:lnTo>
                  <a:lnTo>
                    <a:pt x="273697" y="49123"/>
                  </a:lnTo>
                  <a:lnTo>
                    <a:pt x="305460" y="12077"/>
                  </a:lnTo>
                  <a:lnTo>
                    <a:pt x="305041" y="14452"/>
                  </a:lnTo>
                  <a:lnTo>
                    <a:pt x="305396" y="21932"/>
                  </a:lnTo>
                  <a:lnTo>
                    <a:pt x="305841" y="23596"/>
                  </a:lnTo>
                  <a:lnTo>
                    <a:pt x="304444" y="23253"/>
                  </a:lnTo>
                  <a:lnTo>
                    <a:pt x="301231" y="23456"/>
                  </a:lnTo>
                  <a:lnTo>
                    <a:pt x="298030" y="23660"/>
                  </a:lnTo>
                  <a:lnTo>
                    <a:pt x="295465" y="24612"/>
                  </a:lnTo>
                  <a:lnTo>
                    <a:pt x="295567" y="26581"/>
                  </a:lnTo>
                  <a:lnTo>
                    <a:pt x="298196" y="27203"/>
                  </a:lnTo>
                  <a:lnTo>
                    <a:pt x="304609" y="26809"/>
                  </a:lnTo>
                  <a:lnTo>
                    <a:pt x="306031" y="26276"/>
                  </a:lnTo>
                  <a:lnTo>
                    <a:pt x="305739" y="27990"/>
                  </a:lnTo>
                  <a:lnTo>
                    <a:pt x="305917" y="31724"/>
                  </a:lnTo>
                  <a:lnTo>
                    <a:pt x="306082" y="35471"/>
                  </a:lnTo>
                  <a:lnTo>
                    <a:pt x="306908" y="38455"/>
                  </a:lnTo>
                  <a:lnTo>
                    <a:pt x="308584" y="38354"/>
                  </a:lnTo>
                  <a:lnTo>
                    <a:pt x="309130" y="35280"/>
                  </a:lnTo>
                  <a:lnTo>
                    <a:pt x="308775" y="27800"/>
                  </a:lnTo>
                  <a:lnTo>
                    <a:pt x="308317" y="26123"/>
                  </a:lnTo>
                  <a:lnTo>
                    <a:pt x="309803" y="26479"/>
                  </a:lnTo>
                  <a:lnTo>
                    <a:pt x="313004" y="26276"/>
                  </a:lnTo>
                  <a:lnTo>
                    <a:pt x="316204" y="26073"/>
                  </a:lnTo>
                  <a:lnTo>
                    <a:pt x="318770" y="25107"/>
                  </a:lnTo>
                  <a:lnTo>
                    <a:pt x="318744" y="24765"/>
                  </a:lnTo>
                  <a:lnTo>
                    <a:pt x="340106" y="49657"/>
                  </a:lnTo>
                  <a:lnTo>
                    <a:pt x="338480" y="49745"/>
                  </a:lnTo>
                  <a:lnTo>
                    <a:pt x="337934" y="52819"/>
                  </a:lnTo>
                  <a:lnTo>
                    <a:pt x="338277" y="60286"/>
                  </a:lnTo>
                  <a:lnTo>
                    <a:pt x="338721" y="61963"/>
                  </a:lnTo>
                  <a:lnTo>
                    <a:pt x="337324" y="61620"/>
                  </a:lnTo>
                  <a:lnTo>
                    <a:pt x="334124" y="61810"/>
                  </a:lnTo>
                  <a:lnTo>
                    <a:pt x="330923" y="62014"/>
                  </a:lnTo>
                  <a:lnTo>
                    <a:pt x="328358" y="62979"/>
                  </a:lnTo>
                  <a:lnTo>
                    <a:pt x="328447" y="64935"/>
                  </a:lnTo>
                  <a:lnTo>
                    <a:pt x="331089" y="65570"/>
                  </a:lnTo>
                  <a:lnTo>
                    <a:pt x="337489" y="65163"/>
                  </a:lnTo>
                  <a:lnTo>
                    <a:pt x="338924" y="64630"/>
                  </a:lnTo>
                  <a:lnTo>
                    <a:pt x="338632" y="66357"/>
                  </a:lnTo>
                  <a:lnTo>
                    <a:pt x="338797" y="70091"/>
                  </a:lnTo>
                  <a:lnTo>
                    <a:pt x="338963" y="73825"/>
                  </a:lnTo>
                  <a:lnTo>
                    <a:pt x="339788" y="76809"/>
                  </a:lnTo>
                  <a:lnTo>
                    <a:pt x="340334" y="76784"/>
                  </a:lnTo>
                  <a:lnTo>
                    <a:pt x="340334" y="50330"/>
                  </a:lnTo>
                  <a:lnTo>
                    <a:pt x="340169" y="49733"/>
                  </a:lnTo>
                  <a:lnTo>
                    <a:pt x="349948" y="61137"/>
                  </a:lnTo>
                  <a:lnTo>
                    <a:pt x="349948" y="50482"/>
                  </a:lnTo>
                  <a:lnTo>
                    <a:pt x="317042" y="12090"/>
                  </a:lnTo>
                  <a:lnTo>
                    <a:pt x="317042" y="22771"/>
                  </a:lnTo>
                  <a:lnTo>
                    <a:pt x="316039" y="22529"/>
                  </a:lnTo>
                  <a:lnTo>
                    <a:pt x="309638" y="22923"/>
                  </a:lnTo>
                  <a:lnTo>
                    <a:pt x="308127" y="23495"/>
                  </a:lnTo>
                  <a:lnTo>
                    <a:pt x="308432" y="21742"/>
                  </a:lnTo>
                  <a:lnTo>
                    <a:pt x="308267" y="18008"/>
                  </a:lnTo>
                  <a:lnTo>
                    <a:pt x="308089" y="14262"/>
                  </a:lnTo>
                  <a:lnTo>
                    <a:pt x="307276" y="11366"/>
                  </a:lnTo>
                  <a:lnTo>
                    <a:pt x="317042" y="22771"/>
                  </a:lnTo>
                  <a:lnTo>
                    <a:pt x="317042" y="12090"/>
                  </a:lnTo>
                  <a:lnTo>
                    <a:pt x="315823" y="10655"/>
                  </a:lnTo>
                  <a:lnTo>
                    <a:pt x="307225" y="647"/>
                  </a:lnTo>
                  <a:lnTo>
                    <a:pt x="307225" y="11303"/>
                  </a:lnTo>
                  <a:lnTo>
                    <a:pt x="306070" y="11366"/>
                  </a:lnTo>
                  <a:lnTo>
                    <a:pt x="306679" y="10655"/>
                  </a:lnTo>
                  <a:lnTo>
                    <a:pt x="307225" y="11303"/>
                  </a:lnTo>
                  <a:lnTo>
                    <a:pt x="307225" y="647"/>
                  </a:lnTo>
                  <a:lnTo>
                    <a:pt x="306679" y="0"/>
                  </a:lnTo>
                  <a:lnTo>
                    <a:pt x="272630" y="39725"/>
                  </a:lnTo>
                  <a:lnTo>
                    <a:pt x="272630" y="61417"/>
                  </a:lnTo>
                  <a:lnTo>
                    <a:pt x="271233" y="61074"/>
                  </a:lnTo>
                  <a:lnTo>
                    <a:pt x="268033" y="61277"/>
                  </a:lnTo>
                  <a:lnTo>
                    <a:pt x="264833" y="61480"/>
                  </a:lnTo>
                  <a:lnTo>
                    <a:pt x="262343" y="62420"/>
                  </a:lnTo>
                  <a:lnTo>
                    <a:pt x="262343" y="64338"/>
                  </a:lnTo>
                  <a:lnTo>
                    <a:pt x="261505" y="63347"/>
                  </a:lnTo>
                  <a:lnTo>
                    <a:pt x="262267" y="62458"/>
                  </a:lnTo>
                  <a:lnTo>
                    <a:pt x="262343" y="64338"/>
                  </a:lnTo>
                  <a:lnTo>
                    <a:pt x="262343" y="62420"/>
                  </a:lnTo>
                  <a:lnTo>
                    <a:pt x="272059" y="51041"/>
                  </a:lnTo>
                  <a:lnTo>
                    <a:pt x="271843" y="52273"/>
                  </a:lnTo>
                  <a:lnTo>
                    <a:pt x="272186" y="59753"/>
                  </a:lnTo>
                  <a:lnTo>
                    <a:pt x="272630" y="61417"/>
                  </a:lnTo>
                  <a:lnTo>
                    <a:pt x="272630" y="39725"/>
                  </a:lnTo>
                  <a:lnTo>
                    <a:pt x="256159" y="58940"/>
                  </a:lnTo>
                  <a:lnTo>
                    <a:pt x="250812" y="52705"/>
                  </a:lnTo>
                  <a:lnTo>
                    <a:pt x="250812" y="63347"/>
                  </a:lnTo>
                  <a:lnTo>
                    <a:pt x="240703" y="75145"/>
                  </a:lnTo>
                  <a:lnTo>
                    <a:pt x="240969" y="73634"/>
                  </a:lnTo>
                  <a:lnTo>
                    <a:pt x="240626" y="66167"/>
                  </a:lnTo>
                  <a:lnTo>
                    <a:pt x="240169" y="64490"/>
                  </a:lnTo>
                  <a:lnTo>
                    <a:pt x="241655" y="64833"/>
                  </a:lnTo>
                  <a:lnTo>
                    <a:pt x="244856" y="64630"/>
                  </a:lnTo>
                  <a:lnTo>
                    <a:pt x="248056" y="64439"/>
                  </a:lnTo>
                  <a:lnTo>
                    <a:pt x="250621" y="63474"/>
                  </a:lnTo>
                  <a:lnTo>
                    <a:pt x="250596" y="63106"/>
                  </a:lnTo>
                  <a:lnTo>
                    <a:pt x="250812" y="63347"/>
                  </a:lnTo>
                  <a:lnTo>
                    <a:pt x="250812" y="52705"/>
                  </a:lnTo>
                  <a:lnTo>
                    <a:pt x="248907" y="50482"/>
                  </a:lnTo>
                  <a:lnTo>
                    <a:pt x="248907" y="61137"/>
                  </a:lnTo>
                  <a:lnTo>
                    <a:pt x="247891" y="60883"/>
                  </a:lnTo>
                  <a:lnTo>
                    <a:pt x="241477" y="61290"/>
                  </a:lnTo>
                  <a:lnTo>
                    <a:pt x="239966" y="61861"/>
                  </a:lnTo>
                  <a:lnTo>
                    <a:pt x="240271" y="60109"/>
                  </a:lnTo>
                  <a:lnTo>
                    <a:pt x="240106" y="56362"/>
                  </a:lnTo>
                  <a:lnTo>
                    <a:pt x="239941" y="52628"/>
                  </a:lnTo>
                  <a:lnTo>
                    <a:pt x="239293" y="50330"/>
                  </a:lnTo>
                  <a:lnTo>
                    <a:pt x="239293" y="76784"/>
                  </a:lnTo>
                  <a:lnTo>
                    <a:pt x="205651" y="116039"/>
                  </a:lnTo>
                  <a:lnTo>
                    <a:pt x="193967" y="102425"/>
                  </a:lnTo>
                  <a:lnTo>
                    <a:pt x="196545" y="103035"/>
                  </a:lnTo>
                  <a:lnTo>
                    <a:pt x="202946" y="102628"/>
                  </a:lnTo>
                  <a:lnTo>
                    <a:pt x="204381" y="102095"/>
                  </a:lnTo>
                  <a:lnTo>
                    <a:pt x="204089" y="103822"/>
                  </a:lnTo>
                  <a:lnTo>
                    <a:pt x="204254" y="107556"/>
                  </a:lnTo>
                  <a:lnTo>
                    <a:pt x="204419" y="111290"/>
                  </a:lnTo>
                  <a:lnTo>
                    <a:pt x="205244" y="114274"/>
                  </a:lnTo>
                  <a:lnTo>
                    <a:pt x="206921" y="114173"/>
                  </a:lnTo>
                  <a:lnTo>
                    <a:pt x="207467" y="111099"/>
                  </a:lnTo>
                  <a:lnTo>
                    <a:pt x="207124" y="103632"/>
                  </a:lnTo>
                  <a:lnTo>
                    <a:pt x="206667" y="101955"/>
                  </a:lnTo>
                  <a:lnTo>
                    <a:pt x="208140" y="102298"/>
                  </a:lnTo>
                  <a:lnTo>
                    <a:pt x="211353" y="102095"/>
                  </a:lnTo>
                  <a:lnTo>
                    <a:pt x="214553" y="101904"/>
                  </a:lnTo>
                  <a:lnTo>
                    <a:pt x="217119" y="100939"/>
                  </a:lnTo>
                  <a:lnTo>
                    <a:pt x="217017" y="98983"/>
                  </a:lnTo>
                  <a:lnTo>
                    <a:pt x="214388" y="98348"/>
                  </a:lnTo>
                  <a:lnTo>
                    <a:pt x="207975" y="98755"/>
                  </a:lnTo>
                  <a:lnTo>
                    <a:pt x="206463" y="99326"/>
                  </a:lnTo>
                  <a:lnTo>
                    <a:pt x="206768" y="97574"/>
                  </a:lnTo>
                  <a:lnTo>
                    <a:pt x="206603" y="93827"/>
                  </a:lnTo>
                  <a:lnTo>
                    <a:pt x="206438" y="90093"/>
                  </a:lnTo>
                  <a:lnTo>
                    <a:pt x="205600" y="87109"/>
                  </a:lnTo>
                  <a:lnTo>
                    <a:pt x="203936" y="87210"/>
                  </a:lnTo>
                  <a:lnTo>
                    <a:pt x="203390" y="90284"/>
                  </a:lnTo>
                  <a:lnTo>
                    <a:pt x="203733" y="97751"/>
                  </a:lnTo>
                  <a:lnTo>
                    <a:pt x="204177" y="99428"/>
                  </a:lnTo>
                  <a:lnTo>
                    <a:pt x="202780" y="99085"/>
                  </a:lnTo>
                  <a:lnTo>
                    <a:pt x="199580" y="99275"/>
                  </a:lnTo>
                  <a:lnTo>
                    <a:pt x="196380" y="99479"/>
                  </a:lnTo>
                  <a:lnTo>
                    <a:pt x="193814" y="100444"/>
                  </a:lnTo>
                  <a:lnTo>
                    <a:pt x="193890" y="102349"/>
                  </a:lnTo>
                  <a:lnTo>
                    <a:pt x="161391" y="64427"/>
                  </a:lnTo>
                  <a:lnTo>
                    <a:pt x="163957" y="65024"/>
                  </a:lnTo>
                  <a:lnTo>
                    <a:pt x="170370" y="64630"/>
                  </a:lnTo>
                  <a:lnTo>
                    <a:pt x="171792" y="64096"/>
                  </a:lnTo>
                  <a:lnTo>
                    <a:pt x="171500" y="65811"/>
                  </a:lnTo>
                  <a:lnTo>
                    <a:pt x="171678" y="69545"/>
                  </a:lnTo>
                  <a:lnTo>
                    <a:pt x="171843" y="73291"/>
                  </a:lnTo>
                  <a:lnTo>
                    <a:pt x="172669" y="76276"/>
                  </a:lnTo>
                  <a:lnTo>
                    <a:pt x="174345" y="76161"/>
                  </a:lnTo>
                  <a:lnTo>
                    <a:pt x="174891" y="73101"/>
                  </a:lnTo>
                  <a:lnTo>
                    <a:pt x="174536" y="65620"/>
                  </a:lnTo>
                  <a:lnTo>
                    <a:pt x="174078" y="63944"/>
                  </a:lnTo>
                  <a:lnTo>
                    <a:pt x="175564" y="64300"/>
                  </a:lnTo>
                  <a:lnTo>
                    <a:pt x="178765" y="64096"/>
                  </a:lnTo>
                  <a:lnTo>
                    <a:pt x="181965" y="63893"/>
                  </a:lnTo>
                  <a:lnTo>
                    <a:pt x="184531" y="62941"/>
                  </a:lnTo>
                  <a:lnTo>
                    <a:pt x="184442" y="60972"/>
                  </a:lnTo>
                  <a:lnTo>
                    <a:pt x="181800" y="60350"/>
                  </a:lnTo>
                  <a:lnTo>
                    <a:pt x="175399" y="60744"/>
                  </a:lnTo>
                  <a:lnTo>
                    <a:pt x="173888" y="61315"/>
                  </a:lnTo>
                  <a:lnTo>
                    <a:pt x="174193" y="59563"/>
                  </a:lnTo>
                  <a:lnTo>
                    <a:pt x="174015" y="55829"/>
                  </a:lnTo>
                  <a:lnTo>
                    <a:pt x="173850" y="52082"/>
                  </a:lnTo>
                  <a:lnTo>
                    <a:pt x="173024" y="49098"/>
                  </a:lnTo>
                  <a:lnTo>
                    <a:pt x="172669" y="49123"/>
                  </a:lnTo>
                  <a:lnTo>
                    <a:pt x="204431" y="12077"/>
                  </a:lnTo>
                  <a:lnTo>
                    <a:pt x="204012" y="14452"/>
                  </a:lnTo>
                  <a:lnTo>
                    <a:pt x="204355" y="21932"/>
                  </a:lnTo>
                  <a:lnTo>
                    <a:pt x="204800" y="23596"/>
                  </a:lnTo>
                  <a:lnTo>
                    <a:pt x="203403" y="23253"/>
                  </a:lnTo>
                  <a:lnTo>
                    <a:pt x="200202" y="23456"/>
                  </a:lnTo>
                  <a:lnTo>
                    <a:pt x="196989" y="23660"/>
                  </a:lnTo>
                  <a:lnTo>
                    <a:pt x="194424" y="24612"/>
                  </a:lnTo>
                  <a:lnTo>
                    <a:pt x="194525" y="26581"/>
                  </a:lnTo>
                  <a:lnTo>
                    <a:pt x="197167" y="27203"/>
                  </a:lnTo>
                  <a:lnTo>
                    <a:pt x="203568" y="26809"/>
                  </a:lnTo>
                  <a:lnTo>
                    <a:pt x="205003" y="26276"/>
                  </a:lnTo>
                  <a:lnTo>
                    <a:pt x="204711" y="27990"/>
                  </a:lnTo>
                  <a:lnTo>
                    <a:pt x="204876" y="31724"/>
                  </a:lnTo>
                  <a:lnTo>
                    <a:pt x="205041" y="35471"/>
                  </a:lnTo>
                  <a:lnTo>
                    <a:pt x="205867" y="38455"/>
                  </a:lnTo>
                  <a:lnTo>
                    <a:pt x="207543" y="38354"/>
                  </a:lnTo>
                  <a:lnTo>
                    <a:pt x="208089" y="35280"/>
                  </a:lnTo>
                  <a:lnTo>
                    <a:pt x="207746" y="27800"/>
                  </a:lnTo>
                  <a:lnTo>
                    <a:pt x="207289" y="26136"/>
                  </a:lnTo>
                  <a:lnTo>
                    <a:pt x="208762" y="26479"/>
                  </a:lnTo>
                  <a:lnTo>
                    <a:pt x="211963" y="26276"/>
                  </a:lnTo>
                  <a:lnTo>
                    <a:pt x="215176" y="26073"/>
                  </a:lnTo>
                  <a:lnTo>
                    <a:pt x="217741" y="25107"/>
                  </a:lnTo>
                  <a:lnTo>
                    <a:pt x="217716" y="24752"/>
                  </a:lnTo>
                  <a:lnTo>
                    <a:pt x="239064" y="49657"/>
                  </a:lnTo>
                  <a:lnTo>
                    <a:pt x="237439" y="49745"/>
                  </a:lnTo>
                  <a:lnTo>
                    <a:pt x="236893" y="52819"/>
                  </a:lnTo>
                  <a:lnTo>
                    <a:pt x="237236" y="60286"/>
                  </a:lnTo>
                  <a:lnTo>
                    <a:pt x="237693" y="61963"/>
                  </a:lnTo>
                  <a:lnTo>
                    <a:pt x="236283" y="61620"/>
                  </a:lnTo>
                  <a:lnTo>
                    <a:pt x="233083" y="61810"/>
                  </a:lnTo>
                  <a:lnTo>
                    <a:pt x="229882" y="62014"/>
                  </a:lnTo>
                  <a:lnTo>
                    <a:pt x="227317" y="62979"/>
                  </a:lnTo>
                  <a:lnTo>
                    <a:pt x="227406" y="64935"/>
                  </a:lnTo>
                  <a:lnTo>
                    <a:pt x="230047" y="65570"/>
                  </a:lnTo>
                  <a:lnTo>
                    <a:pt x="236461" y="65163"/>
                  </a:lnTo>
                  <a:lnTo>
                    <a:pt x="237883" y="64630"/>
                  </a:lnTo>
                  <a:lnTo>
                    <a:pt x="237591" y="66357"/>
                  </a:lnTo>
                  <a:lnTo>
                    <a:pt x="237756" y="70091"/>
                  </a:lnTo>
                  <a:lnTo>
                    <a:pt x="237921" y="73825"/>
                  </a:lnTo>
                  <a:lnTo>
                    <a:pt x="238760" y="76809"/>
                  </a:lnTo>
                  <a:lnTo>
                    <a:pt x="239293" y="76784"/>
                  </a:lnTo>
                  <a:lnTo>
                    <a:pt x="239293" y="50330"/>
                  </a:lnTo>
                  <a:lnTo>
                    <a:pt x="239128" y="49733"/>
                  </a:lnTo>
                  <a:lnTo>
                    <a:pt x="248907" y="61137"/>
                  </a:lnTo>
                  <a:lnTo>
                    <a:pt x="248907" y="50482"/>
                  </a:lnTo>
                  <a:lnTo>
                    <a:pt x="216027" y="12115"/>
                  </a:lnTo>
                  <a:lnTo>
                    <a:pt x="216027" y="22771"/>
                  </a:lnTo>
                  <a:lnTo>
                    <a:pt x="215011" y="22529"/>
                  </a:lnTo>
                  <a:lnTo>
                    <a:pt x="208597" y="22923"/>
                  </a:lnTo>
                  <a:lnTo>
                    <a:pt x="207086" y="23495"/>
                  </a:lnTo>
                  <a:lnTo>
                    <a:pt x="207391" y="21742"/>
                  </a:lnTo>
                  <a:lnTo>
                    <a:pt x="207225" y="18008"/>
                  </a:lnTo>
                  <a:lnTo>
                    <a:pt x="207060" y="14262"/>
                  </a:lnTo>
                  <a:lnTo>
                    <a:pt x="206235" y="11341"/>
                  </a:lnTo>
                  <a:lnTo>
                    <a:pt x="216027" y="22771"/>
                  </a:lnTo>
                  <a:lnTo>
                    <a:pt x="216027" y="12115"/>
                  </a:lnTo>
                  <a:lnTo>
                    <a:pt x="214782" y="10655"/>
                  </a:lnTo>
                  <a:lnTo>
                    <a:pt x="206184" y="635"/>
                  </a:lnTo>
                  <a:lnTo>
                    <a:pt x="206184" y="11303"/>
                  </a:lnTo>
                  <a:lnTo>
                    <a:pt x="205041" y="11366"/>
                  </a:lnTo>
                  <a:lnTo>
                    <a:pt x="205651" y="10655"/>
                  </a:lnTo>
                  <a:lnTo>
                    <a:pt x="206184" y="11303"/>
                  </a:lnTo>
                  <a:lnTo>
                    <a:pt x="206184" y="635"/>
                  </a:lnTo>
                  <a:lnTo>
                    <a:pt x="205651" y="0"/>
                  </a:lnTo>
                  <a:lnTo>
                    <a:pt x="171602" y="39712"/>
                  </a:lnTo>
                  <a:lnTo>
                    <a:pt x="171602" y="61417"/>
                  </a:lnTo>
                  <a:lnTo>
                    <a:pt x="170205" y="61074"/>
                  </a:lnTo>
                  <a:lnTo>
                    <a:pt x="166992" y="61277"/>
                  </a:lnTo>
                  <a:lnTo>
                    <a:pt x="163791" y="61480"/>
                  </a:lnTo>
                  <a:lnTo>
                    <a:pt x="161302" y="62420"/>
                  </a:lnTo>
                  <a:lnTo>
                    <a:pt x="161302" y="64325"/>
                  </a:lnTo>
                  <a:lnTo>
                    <a:pt x="160477" y="63347"/>
                  </a:lnTo>
                  <a:lnTo>
                    <a:pt x="161226" y="62484"/>
                  </a:lnTo>
                  <a:lnTo>
                    <a:pt x="161302" y="64325"/>
                  </a:lnTo>
                  <a:lnTo>
                    <a:pt x="161302" y="62420"/>
                  </a:lnTo>
                  <a:lnTo>
                    <a:pt x="171018" y="51054"/>
                  </a:lnTo>
                  <a:lnTo>
                    <a:pt x="170802" y="52273"/>
                  </a:lnTo>
                  <a:lnTo>
                    <a:pt x="171157" y="59753"/>
                  </a:lnTo>
                  <a:lnTo>
                    <a:pt x="171602" y="61417"/>
                  </a:lnTo>
                  <a:lnTo>
                    <a:pt x="171602" y="39712"/>
                  </a:lnTo>
                  <a:lnTo>
                    <a:pt x="151333" y="63347"/>
                  </a:lnTo>
                  <a:lnTo>
                    <a:pt x="205651" y="126695"/>
                  </a:lnTo>
                  <a:lnTo>
                    <a:pt x="214782" y="116039"/>
                  </a:lnTo>
                  <a:lnTo>
                    <a:pt x="256159" y="67767"/>
                  </a:lnTo>
                  <a:lnTo>
                    <a:pt x="306679" y="126695"/>
                  </a:lnTo>
                  <a:lnTo>
                    <a:pt x="315823" y="116039"/>
                  </a:lnTo>
                  <a:lnTo>
                    <a:pt x="360984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9" name="object 2129" descr=""/>
            <p:cNvSpPr/>
            <p:nvPr/>
          </p:nvSpPr>
          <p:spPr>
            <a:xfrm>
              <a:off x="7789126" y="8169014"/>
              <a:ext cx="310515" cy="204470"/>
            </a:xfrm>
            <a:custGeom>
              <a:avLst/>
              <a:gdLst/>
              <a:ahLst/>
              <a:cxnLst/>
              <a:rect l="l" t="t" r="r" b="b"/>
              <a:pathLst>
                <a:path w="310515" h="204470">
                  <a:moveTo>
                    <a:pt x="116700" y="25107"/>
                  </a:moveTo>
                  <a:lnTo>
                    <a:pt x="116611" y="23152"/>
                  </a:lnTo>
                  <a:lnTo>
                    <a:pt x="113969" y="22529"/>
                  </a:lnTo>
                  <a:lnTo>
                    <a:pt x="107556" y="22923"/>
                  </a:lnTo>
                  <a:lnTo>
                    <a:pt x="106045" y="23495"/>
                  </a:lnTo>
                  <a:lnTo>
                    <a:pt x="106349" y="21742"/>
                  </a:lnTo>
                  <a:lnTo>
                    <a:pt x="106184" y="18008"/>
                  </a:lnTo>
                  <a:lnTo>
                    <a:pt x="106019" y="14262"/>
                  </a:lnTo>
                  <a:lnTo>
                    <a:pt x="105194" y="11277"/>
                  </a:lnTo>
                  <a:lnTo>
                    <a:pt x="103517" y="11391"/>
                  </a:lnTo>
                  <a:lnTo>
                    <a:pt x="102971" y="14452"/>
                  </a:lnTo>
                  <a:lnTo>
                    <a:pt x="103314" y="21932"/>
                  </a:lnTo>
                  <a:lnTo>
                    <a:pt x="103759" y="23596"/>
                  </a:lnTo>
                  <a:lnTo>
                    <a:pt x="102362" y="23253"/>
                  </a:lnTo>
                  <a:lnTo>
                    <a:pt x="99161" y="23456"/>
                  </a:lnTo>
                  <a:lnTo>
                    <a:pt x="95961" y="23647"/>
                  </a:lnTo>
                  <a:lnTo>
                    <a:pt x="93395" y="24612"/>
                  </a:lnTo>
                  <a:lnTo>
                    <a:pt x="93484" y="26568"/>
                  </a:lnTo>
                  <a:lnTo>
                    <a:pt x="96126" y="27203"/>
                  </a:lnTo>
                  <a:lnTo>
                    <a:pt x="102527" y="26797"/>
                  </a:lnTo>
                  <a:lnTo>
                    <a:pt x="103962" y="26263"/>
                  </a:lnTo>
                  <a:lnTo>
                    <a:pt x="103670" y="27990"/>
                  </a:lnTo>
                  <a:lnTo>
                    <a:pt x="103835" y="31724"/>
                  </a:lnTo>
                  <a:lnTo>
                    <a:pt x="104000" y="35471"/>
                  </a:lnTo>
                  <a:lnTo>
                    <a:pt x="104838" y="38455"/>
                  </a:lnTo>
                  <a:lnTo>
                    <a:pt x="106502" y="38341"/>
                  </a:lnTo>
                  <a:lnTo>
                    <a:pt x="107048" y="35280"/>
                  </a:lnTo>
                  <a:lnTo>
                    <a:pt x="106705" y="27800"/>
                  </a:lnTo>
                  <a:lnTo>
                    <a:pt x="106248" y="26123"/>
                  </a:lnTo>
                  <a:lnTo>
                    <a:pt x="107734" y="26466"/>
                  </a:lnTo>
                  <a:lnTo>
                    <a:pt x="110934" y="26276"/>
                  </a:lnTo>
                  <a:lnTo>
                    <a:pt x="114134" y="26073"/>
                  </a:lnTo>
                  <a:lnTo>
                    <a:pt x="116700" y="25107"/>
                  </a:lnTo>
                  <a:close/>
                </a:path>
                <a:path w="310515" h="204470">
                  <a:moveTo>
                    <a:pt x="149593" y="63474"/>
                  </a:moveTo>
                  <a:lnTo>
                    <a:pt x="149491" y="61518"/>
                  </a:lnTo>
                  <a:lnTo>
                    <a:pt x="146850" y="60883"/>
                  </a:lnTo>
                  <a:lnTo>
                    <a:pt x="140449" y="61277"/>
                  </a:lnTo>
                  <a:lnTo>
                    <a:pt x="137896" y="62242"/>
                  </a:lnTo>
                  <a:lnTo>
                    <a:pt x="137922" y="63233"/>
                  </a:lnTo>
                  <a:lnTo>
                    <a:pt x="137096" y="63271"/>
                  </a:lnTo>
                  <a:lnTo>
                    <a:pt x="136550" y="66344"/>
                  </a:lnTo>
                  <a:lnTo>
                    <a:pt x="136728" y="70091"/>
                  </a:lnTo>
                  <a:lnTo>
                    <a:pt x="136893" y="73825"/>
                  </a:lnTo>
                  <a:lnTo>
                    <a:pt x="137718" y="76809"/>
                  </a:lnTo>
                  <a:lnTo>
                    <a:pt x="139395" y="76708"/>
                  </a:lnTo>
                  <a:lnTo>
                    <a:pt x="139941" y="73634"/>
                  </a:lnTo>
                  <a:lnTo>
                    <a:pt x="139598" y="66167"/>
                  </a:lnTo>
                  <a:lnTo>
                    <a:pt x="139128" y="64490"/>
                  </a:lnTo>
                  <a:lnTo>
                    <a:pt x="140614" y="64833"/>
                  </a:lnTo>
                  <a:lnTo>
                    <a:pt x="143814" y="64630"/>
                  </a:lnTo>
                  <a:lnTo>
                    <a:pt x="147027" y="64439"/>
                  </a:lnTo>
                  <a:lnTo>
                    <a:pt x="149593" y="63474"/>
                  </a:lnTo>
                  <a:close/>
                </a:path>
                <a:path w="310515" h="204470">
                  <a:moveTo>
                    <a:pt x="259943" y="63347"/>
                  </a:moveTo>
                  <a:lnTo>
                    <a:pt x="250812" y="52705"/>
                  </a:lnTo>
                  <a:lnTo>
                    <a:pt x="250812" y="63347"/>
                  </a:lnTo>
                  <a:lnTo>
                    <a:pt x="240703" y="75145"/>
                  </a:lnTo>
                  <a:lnTo>
                    <a:pt x="240969" y="73634"/>
                  </a:lnTo>
                  <a:lnTo>
                    <a:pt x="240626" y="66167"/>
                  </a:lnTo>
                  <a:lnTo>
                    <a:pt x="240169" y="64490"/>
                  </a:lnTo>
                  <a:lnTo>
                    <a:pt x="241655" y="64833"/>
                  </a:lnTo>
                  <a:lnTo>
                    <a:pt x="244856" y="64630"/>
                  </a:lnTo>
                  <a:lnTo>
                    <a:pt x="248056" y="64439"/>
                  </a:lnTo>
                  <a:lnTo>
                    <a:pt x="250621" y="63474"/>
                  </a:lnTo>
                  <a:lnTo>
                    <a:pt x="250596" y="63106"/>
                  </a:lnTo>
                  <a:lnTo>
                    <a:pt x="250812" y="63347"/>
                  </a:lnTo>
                  <a:lnTo>
                    <a:pt x="250812" y="52705"/>
                  </a:lnTo>
                  <a:lnTo>
                    <a:pt x="248907" y="50482"/>
                  </a:lnTo>
                  <a:lnTo>
                    <a:pt x="248907" y="61137"/>
                  </a:lnTo>
                  <a:lnTo>
                    <a:pt x="247891" y="60883"/>
                  </a:lnTo>
                  <a:lnTo>
                    <a:pt x="241477" y="61277"/>
                  </a:lnTo>
                  <a:lnTo>
                    <a:pt x="239966" y="61849"/>
                  </a:lnTo>
                  <a:lnTo>
                    <a:pt x="240271" y="60096"/>
                  </a:lnTo>
                  <a:lnTo>
                    <a:pt x="240106" y="56362"/>
                  </a:lnTo>
                  <a:lnTo>
                    <a:pt x="239941" y="52628"/>
                  </a:lnTo>
                  <a:lnTo>
                    <a:pt x="239293" y="50330"/>
                  </a:lnTo>
                  <a:lnTo>
                    <a:pt x="239293" y="76784"/>
                  </a:lnTo>
                  <a:lnTo>
                    <a:pt x="205651" y="116039"/>
                  </a:lnTo>
                  <a:lnTo>
                    <a:pt x="193954" y="102425"/>
                  </a:lnTo>
                  <a:lnTo>
                    <a:pt x="196545" y="103022"/>
                  </a:lnTo>
                  <a:lnTo>
                    <a:pt x="202946" y="102628"/>
                  </a:lnTo>
                  <a:lnTo>
                    <a:pt x="204381" y="102095"/>
                  </a:lnTo>
                  <a:lnTo>
                    <a:pt x="204089" y="103809"/>
                  </a:lnTo>
                  <a:lnTo>
                    <a:pt x="204254" y="107556"/>
                  </a:lnTo>
                  <a:lnTo>
                    <a:pt x="204419" y="111290"/>
                  </a:lnTo>
                  <a:lnTo>
                    <a:pt x="205244" y="114274"/>
                  </a:lnTo>
                  <a:lnTo>
                    <a:pt x="206921" y="114173"/>
                  </a:lnTo>
                  <a:lnTo>
                    <a:pt x="207467" y="111099"/>
                  </a:lnTo>
                  <a:lnTo>
                    <a:pt x="207124" y="103632"/>
                  </a:lnTo>
                  <a:lnTo>
                    <a:pt x="206654" y="101955"/>
                  </a:lnTo>
                  <a:lnTo>
                    <a:pt x="208140" y="102298"/>
                  </a:lnTo>
                  <a:lnTo>
                    <a:pt x="211353" y="102095"/>
                  </a:lnTo>
                  <a:lnTo>
                    <a:pt x="214553" y="101904"/>
                  </a:lnTo>
                  <a:lnTo>
                    <a:pt x="217119" y="100939"/>
                  </a:lnTo>
                  <a:lnTo>
                    <a:pt x="217017" y="98983"/>
                  </a:lnTo>
                  <a:lnTo>
                    <a:pt x="214388" y="98348"/>
                  </a:lnTo>
                  <a:lnTo>
                    <a:pt x="207975" y="98742"/>
                  </a:lnTo>
                  <a:lnTo>
                    <a:pt x="206463" y="99314"/>
                  </a:lnTo>
                  <a:lnTo>
                    <a:pt x="206768" y="97561"/>
                  </a:lnTo>
                  <a:lnTo>
                    <a:pt x="206603" y="93827"/>
                  </a:lnTo>
                  <a:lnTo>
                    <a:pt x="206438" y="90093"/>
                  </a:lnTo>
                  <a:lnTo>
                    <a:pt x="205600" y="87109"/>
                  </a:lnTo>
                  <a:lnTo>
                    <a:pt x="203936" y="87210"/>
                  </a:lnTo>
                  <a:lnTo>
                    <a:pt x="203390" y="90284"/>
                  </a:lnTo>
                  <a:lnTo>
                    <a:pt x="203733" y="97751"/>
                  </a:lnTo>
                  <a:lnTo>
                    <a:pt x="204177" y="99428"/>
                  </a:lnTo>
                  <a:lnTo>
                    <a:pt x="202780" y="99085"/>
                  </a:lnTo>
                  <a:lnTo>
                    <a:pt x="199580" y="99275"/>
                  </a:lnTo>
                  <a:lnTo>
                    <a:pt x="196380" y="99479"/>
                  </a:lnTo>
                  <a:lnTo>
                    <a:pt x="193814" y="100444"/>
                  </a:lnTo>
                  <a:lnTo>
                    <a:pt x="193890" y="102349"/>
                  </a:lnTo>
                  <a:lnTo>
                    <a:pt x="161378" y="64414"/>
                  </a:lnTo>
                  <a:lnTo>
                    <a:pt x="163957" y="65024"/>
                  </a:lnTo>
                  <a:lnTo>
                    <a:pt x="170370" y="64617"/>
                  </a:lnTo>
                  <a:lnTo>
                    <a:pt x="171792" y="64084"/>
                  </a:lnTo>
                  <a:lnTo>
                    <a:pt x="171500" y="65811"/>
                  </a:lnTo>
                  <a:lnTo>
                    <a:pt x="171678" y="69545"/>
                  </a:lnTo>
                  <a:lnTo>
                    <a:pt x="171843" y="73291"/>
                  </a:lnTo>
                  <a:lnTo>
                    <a:pt x="172669" y="76276"/>
                  </a:lnTo>
                  <a:lnTo>
                    <a:pt x="174345" y="76161"/>
                  </a:lnTo>
                  <a:lnTo>
                    <a:pt x="174891" y="73101"/>
                  </a:lnTo>
                  <a:lnTo>
                    <a:pt x="174536" y="65620"/>
                  </a:lnTo>
                  <a:lnTo>
                    <a:pt x="174078" y="63944"/>
                  </a:lnTo>
                  <a:lnTo>
                    <a:pt x="175564" y="64287"/>
                  </a:lnTo>
                  <a:lnTo>
                    <a:pt x="178765" y="64096"/>
                  </a:lnTo>
                  <a:lnTo>
                    <a:pt x="181965" y="63893"/>
                  </a:lnTo>
                  <a:lnTo>
                    <a:pt x="184531" y="62928"/>
                  </a:lnTo>
                  <a:lnTo>
                    <a:pt x="184442" y="60972"/>
                  </a:lnTo>
                  <a:lnTo>
                    <a:pt x="181800" y="60350"/>
                  </a:lnTo>
                  <a:lnTo>
                    <a:pt x="175399" y="60744"/>
                  </a:lnTo>
                  <a:lnTo>
                    <a:pt x="173888" y="61315"/>
                  </a:lnTo>
                  <a:lnTo>
                    <a:pt x="174193" y="59563"/>
                  </a:lnTo>
                  <a:lnTo>
                    <a:pt x="174015" y="55829"/>
                  </a:lnTo>
                  <a:lnTo>
                    <a:pt x="173850" y="52082"/>
                  </a:lnTo>
                  <a:lnTo>
                    <a:pt x="173024" y="49098"/>
                  </a:lnTo>
                  <a:lnTo>
                    <a:pt x="172669" y="49123"/>
                  </a:lnTo>
                  <a:lnTo>
                    <a:pt x="204431" y="12077"/>
                  </a:lnTo>
                  <a:lnTo>
                    <a:pt x="204012" y="14452"/>
                  </a:lnTo>
                  <a:lnTo>
                    <a:pt x="204355" y="21932"/>
                  </a:lnTo>
                  <a:lnTo>
                    <a:pt x="205168" y="24930"/>
                  </a:lnTo>
                  <a:lnTo>
                    <a:pt x="206857" y="24815"/>
                  </a:lnTo>
                  <a:lnTo>
                    <a:pt x="207391" y="21742"/>
                  </a:lnTo>
                  <a:lnTo>
                    <a:pt x="207225" y="18008"/>
                  </a:lnTo>
                  <a:lnTo>
                    <a:pt x="207060" y="14262"/>
                  </a:lnTo>
                  <a:lnTo>
                    <a:pt x="206235" y="11353"/>
                  </a:lnTo>
                  <a:lnTo>
                    <a:pt x="239064" y="49657"/>
                  </a:lnTo>
                  <a:lnTo>
                    <a:pt x="237439" y="49745"/>
                  </a:lnTo>
                  <a:lnTo>
                    <a:pt x="236893" y="52819"/>
                  </a:lnTo>
                  <a:lnTo>
                    <a:pt x="237236" y="60286"/>
                  </a:lnTo>
                  <a:lnTo>
                    <a:pt x="237693" y="61963"/>
                  </a:lnTo>
                  <a:lnTo>
                    <a:pt x="236283" y="61620"/>
                  </a:lnTo>
                  <a:lnTo>
                    <a:pt x="233083" y="61810"/>
                  </a:lnTo>
                  <a:lnTo>
                    <a:pt x="229882" y="62014"/>
                  </a:lnTo>
                  <a:lnTo>
                    <a:pt x="227317" y="62979"/>
                  </a:lnTo>
                  <a:lnTo>
                    <a:pt x="227406" y="64935"/>
                  </a:lnTo>
                  <a:lnTo>
                    <a:pt x="230047" y="65557"/>
                  </a:lnTo>
                  <a:lnTo>
                    <a:pt x="236461" y="65163"/>
                  </a:lnTo>
                  <a:lnTo>
                    <a:pt x="237883" y="64630"/>
                  </a:lnTo>
                  <a:lnTo>
                    <a:pt x="237591" y="66344"/>
                  </a:lnTo>
                  <a:lnTo>
                    <a:pt x="237756" y="70091"/>
                  </a:lnTo>
                  <a:lnTo>
                    <a:pt x="237921" y="73825"/>
                  </a:lnTo>
                  <a:lnTo>
                    <a:pt x="238760" y="76809"/>
                  </a:lnTo>
                  <a:lnTo>
                    <a:pt x="239293" y="76784"/>
                  </a:lnTo>
                  <a:lnTo>
                    <a:pt x="239293" y="50330"/>
                  </a:lnTo>
                  <a:lnTo>
                    <a:pt x="239128" y="49733"/>
                  </a:lnTo>
                  <a:lnTo>
                    <a:pt x="248907" y="61137"/>
                  </a:lnTo>
                  <a:lnTo>
                    <a:pt x="248907" y="50482"/>
                  </a:lnTo>
                  <a:lnTo>
                    <a:pt x="214782" y="10655"/>
                  </a:lnTo>
                  <a:lnTo>
                    <a:pt x="206184" y="635"/>
                  </a:lnTo>
                  <a:lnTo>
                    <a:pt x="206184" y="11290"/>
                  </a:lnTo>
                  <a:lnTo>
                    <a:pt x="205041" y="11366"/>
                  </a:lnTo>
                  <a:lnTo>
                    <a:pt x="205651" y="10655"/>
                  </a:lnTo>
                  <a:lnTo>
                    <a:pt x="206184" y="11290"/>
                  </a:lnTo>
                  <a:lnTo>
                    <a:pt x="206184" y="635"/>
                  </a:lnTo>
                  <a:lnTo>
                    <a:pt x="205651" y="0"/>
                  </a:lnTo>
                  <a:lnTo>
                    <a:pt x="171602" y="39712"/>
                  </a:lnTo>
                  <a:lnTo>
                    <a:pt x="171602" y="61417"/>
                  </a:lnTo>
                  <a:lnTo>
                    <a:pt x="170205" y="61074"/>
                  </a:lnTo>
                  <a:lnTo>
                    <a:pt x="166992" y="61277"/>
                  </a:lnTo>
                  <a:lnTo>
                    <a:pt x="163791" y="61468"/>
                  </a:lnTo>
                  <a:lnTo>
                    <a:pt x="161302" y="62420"/>
                  </a:lnTo>
                  <a:lnTo>
                    <a:pt x="161302" y="64325"/>
                  </a:lnTo>
                  <a:lnTo>
                    <a:pt x="160477" y="63347"/>
                  </a:lnTo>
                  <a:lnTo>
                    <a:pt x="161226" y="62484"/>
                  </a:lnTo>
                  <a:lnTo>
                    <a:pt x="161302" y="64325"/>
                  </a:lnTo>
                  <a:lnTo>
                    <a:pt x="161302" y="62420"/>
                  </a:lnTo>
                  <a:lnTo>
                    <a:pt x="171018" y="51054"/>
                  </a:lnTo>
                  <a:lnTo>
                    <a:pt x="170802" y="52273"/>
                  </a:lnTo>
                  <a:lnTo>
                    <a:pt x="171157" y="59753"/>
                  </a:lnTo>
                  <a:lnTo>
                    <a:pt x="171602" y="61417"/>
                  </a:lnTo>
                  <a:lnTo>
                    <a:pt x="171602" y="39712"/>
                  </a:lnTo>
                  <a:lnTo>
                    <a:pt x="151333" y="63347"/>
                  </a:lnTo>
                  <a:lnTo>
                    <a:pt x="205651" y="126695"/>
                  </a:lnTo>
                  <a:lnTo>
                    <a:pt x="214782" y="116039"/>
                  </a:lnTo>
                  <a:lnTo>
                    <a:pt x="259943" y="63347"/>
                  </a:lnTo>
                  <a:close/>
                </a:path>
                <a:path w="310515" h="204470">
                  <a:moveTo>
                    <a:pt x="310438" y="140512"/>
                  </a:moveTo>
                  <a:lnTo>
                    <a:pt x="301307" y="129870"/>
                  </a:lnTo>
                  <a:lnTo>
                    <a:pt x="301307" y="140512"/>
                  </a:lnTo>
                  <a:lnTo>
                    <a:pt x="291185" y="152311"/>
                  </a:lnTo>
                  <a:lnTo>
                    <a:pt x="291465" y="150799"/>
                  </a:lnTo>
                  <a:lnTo>
                    <a:pt x="291122" y="143319"/>
                  </a:lnTo>
                  <a:lnTo>
                    <a:pt x="290664" y="141655"/>
                  </a:lnTo>
                  <a:lnTo>
                    <a:pt x="292138" y="141998"/>
                  </a:lnTo>
                  <a:lnTo>
                    <a:pt x="295351" y="141795"/>
                  </a:lnTo>
                  <a:lnTo>
                    <a:pt x="298551" y="141592"/>
                  </a:lnTo>
                  <a:lnTo>
                    <a:pt x="301117" y="140627"/>
                  </a:lnTo>
                  <a:lnTo>
                    <a:pt x="301091" y="140284"/>
                  </a:lnTo>
                  <a:lnTo>
                    <a:pt x="301307" y="140512"/>
                  </a:lnTo>
                  <a:lnTo>
                    <a:pt x="301307" y="129870"/>
                  </a:lnTo>
                  <a:lnTo>
                    <a:pt x="299389" y="127622"/>
                  </a:lnTo>
                  <a:lnTo>
                    <a:pt x="299389" y="138290"/>
                  </a:lnTo>
                  <a:lnTo>
                    <a:pt x="298386" y="138049"/>
                  </a:lnTo>
                  <a:lnTo>
                    <a:pt x="291973" y="138442"/>
                  </a:lnTo>
                  <a:lnTo>
                    <a:pt x="290461" y="139014"/>
                  </a:lnTo>
                  <a:lnTo>
                    <a:pt x="290766" y="137261"/>
                  </a:lnTo>
                  <a:lnTo>
                    <a:pt x="290601" y="133527"/>
                  </a:lnTo>
                  <a:lnTo>
                    <a:pt x="290436" y="129781"/>
                  </a:lnTo>
                  <a:lnTo>
                    <a:pt x="289788" y="127469"/>
                  </a:lnTo>
                  <a:lnTo>
                    <a:pt x="289788" y="153949"/>
                  </a:lnTo>
                  <a:lnTo>
                    <a:pt x="256133" y="193192"/>
                  </a:lnTo>
                  <a:lnTo>
                    <a:pt x="244449" y="179590"/>
                  </a:lnTo>
                  <a:lnTo>
                    <a:pt x="247040" y="180187"/>
                  </a:lnTo>
                  <a:lnTo>
                    <a:pt x="253441" y="179793"/>
                  </a:lnTo>
                  <a:lnTo>
                    <a:pt x="254876" y="179260"/>
                  </a:lnTo>
                  <a:lnTo>
                    <a:pt x="254584" y="180975"/>
                  </a:lnTo>
                  <a:lnTo>
                    <a:pt x="254749" y="184708"/>
                  </a:lnTo>
                  <a:lnTo>
                    <a:pt x="254914" y="188455"/>
                  </a:lnTo>
                  <a:lnTo>
                    <a:pt x="255739" y="191439"/>
                  </a:lnTo>
                  <a:lnTo>
                    <a:pt x="257416" y="191325"/>
                  </a:lnTo>
                  <a:lnTo>
                    <a:pt x="257962" y="188264"/>
                  </a:lnTo>
                  <a:lnTo>
                    <a:pt x="257619" y="180784"/>
                  </a:lnTo>
                  <a:lnTo>
                    <a:pt x="257149" y="179120"/>
                  </a:lnTo>
                  <a:lnTo>
                    <a:pt x="258635" y="179463"/>
                  </a:lnTo>
                  <a:lnTo>
                    <a:pt x="261835" y="179260"/>
                  </a:lnTo>
                  <a:lnTo>
                    <a:pt x="265049" y="179057"/>
                  </a:lnTo>
                  <a:lnTo>
                    <a:pt x="267614" y="178092"/>
                  </a:lnTo>
                  <a:lnTo>
                    <a:pt x="267512" y="176136"/>
                  </a:lnTo>
                  <a:lnTo>
                    <a:pt x="264883" y="175514"/>
                  </a:lnTo>
                  <a:lnTo>
                    <a:pt x="258470" y="175907"/>
                  </a:lnTo>
                  <a:lnTo>
                    <a:pt x="256959" y="176479"/>
                  </a:lnTo>
                  <a:lnTo>
                    <a:pt x="257263" y="174726"/>
                  </a:lnTo>
                  <a:lnTo>
                    <a:pt x="257098" y="170992"/>
                  </a:lnTo>
                  <a:lnTo>
                    <a:pt x="256933" y="167246"/>
                  </a:lnTo>
                  <a:lnTo>
                    <a:pt x="256095" y="164261"/>
                  </a:lnTo>
                  <a:lnTo>
                    <a:pt x="254431" y="164376"/>
                  </a:lnTo>
                  <a:lnTo>
                    <a:pt x="253885" y="167436"/>
                  </a:lnTo>
                  <a:lnTo>
                    <a:pt x="254228" y="174917"/>
                  </a:lnTo>
                  <a:lnTo>
                    <a:pt x="254673" y="176580"/>
                  </a:lnTo>
                  <a:lnTo>
                    <a:pt x="253276" y="176237"/>
                  </a:lnTo>
                  <a:lnTo>
                    <a:pt x="250075" y="176441"/>
                  </a:lnTo>
                  <a:lnTo>
                    <a:pt x="246862" y="176644"/>
                  </a:lnTo>
                  <a:lnTo>
                    <a:pt x="244297" y="177596"/>
                  </a:lnTo>
                  <a:lnTo>
                    <a:pt x="244386" y="179514"/>
                  </a:lnTo>
                  <a:lnTo>
                    <a:pt x="211874" y="141579"/>
                  </a:lnTo>
                  <a:lnTo>
                    <a:pt x="214452" y="142176"/>
                  </a:lnTo>
                  <a:lnTo>
                    <a:pt x="220865" y="141782"/>
                  </a:lnTo>
                  <a:lnTo>
                    <a:pt x="222288" y="141249"/>
                  </a:lnTo>
                  <a:lnTo>
                    <a:pt x="221996" y="142976"/>
                  </a:lnTo>
                  <a:lnTo>
                    <a:pt x="222161" y="146710"/>
                  </a:lnTo>
                  <a:lnTo>
                    <a:pt x="222338" y="150444"/>
                  </a:lnTo>
                  <a:lnTo>
                    <a:pt x="223164" y="153428"/>
                  </a:lnTo>
                  <a:lnTo>
                    <a:pt x="224840" y="153327"/>
                  </a:lnTo>
                  <a:lnTo>
                    <a:pt x="225386" y="150253"/>
                  </a:lnTo>
                  <a:lnTo>
                    <a:pt x="225031" y="142786"/>
                  </a:lnTo>
                  <a:lnTo>
                    <a:pt x="224574" y="141109"/>
                  </a:lnTo>
                  <a:lnTo>
                    <a:pt x="226060" y="141452"/>
                  </a:lnTo>
                  <a:lnTo>
                    <a:pt x="229260" y="141249"/>
                  </a:lnTo>
                  <a:lnTo>
                    <a:pt x="232460" y="141058"/>
                  </a:lnTo>
                  <a:lnTo>
                    <a:pt x="235026" y="140093"/>
                  </a:lnTo>
                  <a:lnTo>
                    <a:pt x="234937" y="138137"/>
                  </a:lnTo>
                  <a:lnTo>
                    <a:pt x="232295" y="137502"/>
                  </a:lnTo>
                  <a:lnTo>
                    <a:pt x="225894" y="137909"/>
                  </a:lnTo>
                  <a:lnTo>
                    <a:pt x="224370" y="138480"/>
                  </a:lnTo>
                  <a:lnTo>
                    <a:pt x="224688" y="136728"/>
                  </a:lnTo>
                  <a:lnTo>
                    <a:pt x="224510" y="132981"/>
                  </a:lnTo>
                  <a:lnTo>
                    <a:pt x="224345" y="129247"/>
                  </a:lnTo>
                  <a:lnTo>
                    <a:pt x="223520" y="126263"/>
                  </a:lnTo>
                  <a:lnTo>
                    <a:pt x="223164" y="126288"/>
                  </a:lnTo>
                  <a:lnTo>
                    <a:pt x="254927" y="89230"/>
                  </a:lnTo>
                  <a:lnTo>
                    <a:pt x="254508" y="91617"/>
                  </a:lnTo>
                  <a:lnTo>
                    <a:pt x="254850" y="99085"/>
                  </a:lnTo>
                  <a:lnTo>
                    <a:pt x="255295" y="100761"/>
                  </a:lnTo>
                  <a:lnTo>
                    <a:pt x="253898" y="100418"/>
                  </a:lnTo>
                  <a:lnTo>
                    <a:pt x="250698" y="100609"/>
                  </a:lnTo>
                  <a:lnTo>
                    <a:pt x="247484" y="100812"/>
                  </a:lnTo>
                  <a:lnTo>
                    <a:pt x="244919" y="101777"/>
                  </a:lnTo>
                  <a:lnTo>
                    <a:pt x="245021" y="103733"/>
                  </a:lnTo>
                  <a:lnTo>
                    <a:pt x="247662" y="104355"/>
                  </a:lnTo>
                  <a:lnTo>
                    <a:pt x="254063" y="103962"/>
                  </a:lnTo>
                  <a:lnTo>
                    <a:pt x="255498" y="103428"/>
                  </a:lnTo>
                  <a:lnTo>
                    <a:pt x="255206" y="105156"/>
                  </a:lnTo>
                  <a:lnTo>
                    <a:pt x="255371" y="108889"/>
                  </a:lnTo>
                  <a:lnTo>
                    <a:pt x="255536" y="112623"/>
                  </a:lnTo>
                  <a:lnTo>
                    <a:pt x="256362" y="115608"/>
                  </a:lnTo>
                  <a:lnTo>
                    <a:pt x="258038" y="115506"/>
                  </a:lnTo>
                  <a:lnTo>
                    <a:pt x="258584" y="112433"/>
                  </a:lnTo>
                  <a:lnTo>
                    <a:pt x="258241" y="104965"/>
                  </a:lnTo>
                  <a:lnTo>
                    <a:pt x="257771" y="103289"/>
                  </a:lnTo>
                  <a:lnTo>
                    <a:pt x="259257" y="103632"/>
                  </a:lnTo>
                  <a:lnTo>
                    <a:pt x="262458" y="103428"/>
                  </a:lnTo>
                  <a:lnTo>
                    <a:pt x="265671" y="103238"/>
                  </a:lnTo>
                  <a:lnTo>
                    <a:pt x="268236" y="102273"/>
                  </a:lnTo>
                  <a:lnTo>
                    <a:pt x="268211" y="101942"/>
                  </a:lnTo>
                  <a:lnTo>
                    <a:pt x="289547" y="126809"/>
                  </a:lnTo>
                  <a:lnTo>
                    <a:pt x="287934" y="126911"/>
                  </a:lnTo>
                  <a:lnTo>
                    <a:pt x="287388" y="129971"/>
                  </a:lnTo>
                  <a:lnTo>
                    <a:pt x="287731" y="137452"/>
                  </a:lnTo>
                  <a:lnTo>
                    <a:pt x="288175" y="139115"/>
                  </a:lnTo>
                  <a:lnTo>
                    <a:pt x="286778" y="138772"/>
                  </a:lnTo>
                  <a:lnTo>
                    <a:pt x="283578" y="138976"/>
                  </a:lnTo>
                  <a:lnTo>
                    <a:pt x="280377" y="139179"/>
                  </a:lnTo>
                  <a:lnTo>
                    <a:pt x="277812" y="140131"/>
                  </a:lnTo>
                  <a:lnTo>
                    <a:pt x="277901" y="142100"/>
                  </a:lnTo>
                  <a:lnTo>
                    <a:pt x="280543" y="142722"/>
                  </a:lnTo>
                  <a:lnTo>
                    <a:pt x="286956" y="142328"/>
                  </a:lnTo>
                  <a:lnTo>
                    <a:pt x="288378" y="141795"/>
                  </a:lnTo>
                  <a:lnTo>
                    <a:pt x="288086" y="143510"/>
                  </a:lnTo>
                  <a:lnTo>
                    <a:pt x="288251" y="147243"/>
                  </a:lnTo>
                  <a:lnTo>
                    <a:pt x="288417" y="150990"/>
                  </a:lnTo>
                  <a:lnTo>
                    <a:pt x="289255" y="153974"/>
                  </a:lnTo>
                  <a:lnTo>
                    <a:pt x="289788" y="153949"/>
                  </a:lnTo>
                  <a:lnTo>
                    <a:pt x="289788" y="127469"/>
                  </a:lnTo>
                  <a:lnTo>
                    <a:pt x="289636" y="126911"/>
                  </a:lnTo>
                  <a:lnTo>
                    <a:pt x="299389" y="138290"/>
                  </a:lnTo>
                  <a:lnTo>
                    <a:pt x="299389" y="127622"/>
                  </a:lnTo>
                  <a:lnTo>
                    <a:pt x="266484" y="89230"/>
                  </a:lnTo>
                  <a:lnTo>
                    <a:pt x="266484" y="99923"/>
                  </a:lnTo>
                  <a:lnTo>
                    <a:pt x="265506" y="99682"/>
                  </a:lnTo>
                  <a:lnTo>
                    <a:pt x="259092" y="100088"/>
                  </a:lnTo>
                  <a:lnTo>
                    <a:pt x="257581" y="100660"/>
                  </a:lnTo>
                  <a:lnTo>
                    <a:pt x="257886" y="98907"/>
                  </a:lnTo>
                  <a:lnTo>
                    <a:pt x="257721" y="95161"/>
                  </a:lnTo>
                  <a:lnTo>
                    <a:pt x="257556" y="91427"/>
                  </a:lnTo>
                  <a:lnTo>
                    <a:pt x="256730" y="88531"/>
                  </a:lnTo>
                  <a:lnTo>
                    <a:pt x="266484" y="99923"/>
                  </a:lnTo>
                  <a:lnTo>
                    <a:pt x="266484" y="89230"/>
                  </a:lnTo>
                  <a:lnTo>
                    <a:pt x="265277" y="87820"/>
                  </a:lnTo>
                  <a:lnTo>
                    <a:pt x="256667" y="77774"/>
                  </a:lnTo>
                  <a:lnTo>
                    <a:pt x="256667" y="88455"/>
                  </a:lnTo>
                  <a:lnTo>
                    <a:pt x="255536" y="88519"/>
                  </a:lnTo>
                  <a:lnTo>
                    <a:pt x="256133" y="87820"/>
                  </a:lnTo>
                  <a:lnTo>
                    <a:pt x="256667" y="88455"/>
                  </a:lnTo>
                  <a:lnTo>
                    <a:pt x="256667" y="77774"/>
                  </a:lnTo>
                  <a:lnTo>
                    <a:pt x="256133" y="77152"/>
                  </a:lnTo>
                  <a:lnTo>
                    <a:pt x="222097" y="116865"/>
                  </a:lnTo>
                  <a:lnTo>
                    <a:pt x="222097" y="138582"/>
                  </a:lnTo>
                  <a:lnTo>
                    <a:pt x="220700" y="138239"/>
                  </a:lnTo>
                  <a:lnTo>
                    <a:pt x="217487" y="138430"/>
                  </a:lnTo>
                  <a:lnTo>
                    <a:pt x="214287" y="138633"/>
                  </a:lnTo>
                  <a:lnTo>
                    <a:pt x="211797" y="139585"/>
                  </a:lnTo>
                  <a:lnTo>
                    <a:pt x="211797" y="141490"/>
                  </a:lnTo>
                  <a:lnTo>
                    <a:pt x="210972" y="140512"/>
                  </a:lnTo>
                  <a:lnTo>
                    <a:pt x="211721" y="139649"/>
                  </a:lnTo>
                  <a:lnTo>
                    <a:pt x="211797" y="141490"/>
                  </a:lnTo>
                  <a:lnTo>
                    <a:pt x="211797" y="139585"/>
                  </a:lnTo>
                  <a:lnTo>
                    <a:pt x="221513" y="128219"/>
                  </a:lnTo>
                  <a:lnTo>
                    <a:pt x="221297" y="129438"/>
                  </a:lnTo>
                  <a:lnTo>
                    <a:pt x="221640" y="136906"/>
                  </a:lnTo>
                  <a:lnTo>
                    <a:pt x="222097" y="138582"/>
                  </a:lnTo>
                  <a:lnTo>
                    <a:pt x="222097" y="116865"/>
                  </a:lnTo>
                  <a:lnTo>
                    <a:pt x="204952" y="136867"/>
                  </a:lnTo>
                  <a:lnTo>
                    <a:pt x="198958" y="129882"/>
                  </a:lnTo>
                  <a:lnTo>
                    <a:pt x="198958" y="140512"/>
                  </a:lnTo>
                  <a:lnTo>
                    <a:pt x="188836" y="152311"/>
                  </a:lnTo>
                  <a:lnTo>
                    <a:pt x="189115" y="150799"/>
                  </a:lnTo>
                  <a:lnTo>
                    <a:pt x="188772" y="143319"/>
                  </a:lnTo>
                  <a:lnTo>
                    <a:pt x="188315" y="141655"/>
                  </a:lnTo>
                  <a:lnTo>
                    <a:pt x="189788" y="141998"/>
                  </a:lnTo>
                  <a:lnTo>
                    <a:pt x="192989" y="141795"/>
                  </a:lnTo>
                  <a:lnTo>
                    <a:pt x="196202" y="141592"/>
                  </a:lnTo>
                  <a:lnTo>
                    <a:pt x="198767" y="140627"/>
                  </a:lnTo>
                  <a:lnTo>
                    <a:pt x="198742" y="140271"/>
                  </a:lnTo>
                  <a:lnTo>
                    <a:pt x="198958" y="140512"/>
                  </a:lnTo>
                  <a:lnTo>
                    <a:pt x="198958" y="129882"/>
                  </a:lnTo>
                  <a:lnTo>
                    <a:pt x="197040" y="127647"/>
                  </a:lnTo>
                  <a:lnTo>
                    <a:pt x="197040" y="138290"/>
                  </a:lnTo>
                  <a:lnTo>
                    <a:pt x="196037" y="138049"/>
                  </a:lnTo>
                  <a:lnTo>
                    <a:pt x="189623" y="138442"/>
                  </a:lnTo>
                  <a:lnTo>
                    <a:pt x="188112" y="139014"/>
                  </a:lnTo>
                  <a:lnTo>
                    <a:pt x="188417" y="137261"/>
                  </a:lnTo>
                  <a:lnTo>
                    <a:pt x="188252" y="133527"/>
                  </a:lnTo>
                  <a:lnTo>
                    <a:pt x="188087" y="129781"/>
                  </a:lnTo>
                  <a:lnTo>
                    <a:pt x="187439" y="127469"/>
                  </a:lnTo>
                  <a:lnTo>
                    <a:pt x="187439" y="153949"/>
                  </a:lnTo>
                  <a:lnTo>
                    <a:pt x="153784" y="193192"/>
                  </a:lnTo>
                  <a:lnTo>
                    <a:pt x="142113" y="179590"/>
                  </a:lnTo>
                  <a:lnTo>
                    <a:pt x="144678" y="180187"/>
                  </a:lnTo>
                  <a:lnTo>
                    <a:pt x="151091" y="179793"/>
                  </a:lnTo>
                  <a:lnTo>
                    <a:pt x="152514" y="179260"/>
                  </a:lnTo>
                  <a:lnTo>
                    <a:pt x="152222" y="180975"/>
                  </a:lnTo>
                  <a:lnTo>
                    <a:pt x="152400" y="184708"/>
                  </a:lnTo>
                  <a:lnTo>
                    <a:pt x="152565" y="188455"/>
                  </a:lnTo>
                  <a:lnTo>
                    <a:pt x="153390" y="191439"/>
                  </a:lnTo>
                  <a:lnTo>
                    <a:pt x="155067" y="191325"/>
                  </a:lnTo>
                  <a:lnTo>
                    <a:pt x="155613" y="188264"/>
                  </a:lnTo>
                  <a:lnTo>
                    <a:pt x="155257" y="180784"/>
                  </a:lnTo>
                  <a:lnTo>
                    <a:pt x="154800" y="179108"/>
                  </a:lnTo>
                  <a:lnTo>
                    <a:pt x="156286" y="179463"/>
                  </a:lnTo>
                  <a:lnTo>
                    <a:pt x="159486" y="179260"/>
                  </a:lnTo>
                  <a:lnTo>
                    <a:pt x="162687" y="179057"/>
                  </a:lnTo>
                  <a:lnTo>
                    <a:pt x="165252" y="178092"/>
                  </a:lnTo>
                  <a:lnTo>
                    <a:pt x="165163" y="176136"/>
                  </a:lnTo>
                  <a:lnTo>
                    <a:pt x="162521" y="175514"/>
                  </a:lnTo>
                  <a:lnTo>
                    <a:pt x="156121" y="175907"/>
                  </a:lnTo>
                  <a:lnTo>
                    <a:pt x="154609" y="176479"/>
                  </a:lnTo>
                  <a:lnTo>
                    <a:pt x="154914" y="174726"/>
                  </a:lnTo>
                  <a:lnTo>
                    <a:pt x="154736" y="170992"/>
                  </a:lnTo>
                  <a:lnTo>
                    <a:pt x="154571" y="167246"/>
                  </a:lnTo>
                  <a:lnTo>
                    <a:pt x="153746" y="164261"/>
                  </a:lnTo>
                  <a:lnTo>
                    <a:pt x="152069" y="164376"/>
                  </a:lnTo>
                  <a:lnTo>
                    <a:pt x="151523" y="167436"/>
                  </a:lnTo>
                  <a:lnTo>
                    <a:pt x="151879" y="174917"/>
                  </a:lnTo>
                  <a:lnTo>
                    <a:pt x="152323" y="176580"/>
                  </a:lnTo>
                  <a:lnTo>
                    <a:pt x="150926" y="176237"/>
                  </a:lnTo>
                  <a:lnTo>
                    <a:pt x="147713" y="176441"/>
                  </a:lnTo>
                  <a:lnTo>
                    <a:pt x="144513" y="176644"/>
                  </a:lnTo>
                  <a:lnTo>
                    <a:pt x="141947" y="177596"/>
                  </a:lnTo>
                  <a:lnTo>
                    <a:pt x="142024" y="179501"/>
                  </a:lnTo>
                  <a:lnTo>
                    <a:pt x="109512" y="141566"/>
                  </a:lnTo>
                  <a:lnTo>
                    <a:pt x="112102" y="142176"/>
                  </a:lnTo>
                  <a:lnTo>
                    <a:pt x="118503" y="141782"/>
                  </a:lnTo>
                  <a:lnTo>
                    <a:pt x="119938" y="141249"/>
                  </a:lnTo>
                  <a:lnTo>
                    <a:pt x="119646" y="142976"/>
                  </a:lnTo>
                  <a:lnTo>
                    <a:pt x="119811" y="146710"/>
                  </a:lnTo>
                  <a:lnTo>
                    <a:pt x="119989" y="150444"/>
                  </a:lnTo>
                  <a:lnTo>
                    <a:pt x="120802" y="153428"/>
                  </a:lnTo>
                  <a:lnTo>
                    <a:pt x="122478" y="153327"/>
                  </a:lnTo>
                  <a:lnTo>
                    <a:pt x="123024" y="150253"/>
                  </a:lnTo>
                  <a:lnTo>
                    <a:pt x="122682" y="142786"/>
                  </a:lnTo>
                  <a:lnTo>
                    <a:pt x="122224" y="141109"/>
                  </a:lnTo>
                  <a:lnTo>
                    <a:pt x="123698" y="141452"/>
                  </a:lnTo>
                  <a:lnTo>
                    <a:pt x="126911" y="141249"/>
                  </a:lnTo>
                  <a:lnTo>
                    <a:pt x="130111" y="141058"/>
                  </a:lnTo>
                  <a:lnTo>
                    <a:pt x="132676" y="140093"/>
                  </a:lnTo>
                  <a:lnTo>
                    <a:pt x="132588" y="138137"/>
                  </a:lnTo>
                  <a:lnTo>
                    <a:pt x="129946" y="137502"/>
                  </a:lnTo>
                  <a:lnTo>
                    <a:pt x="123532" y="137909"/>
                  </a:lnTo>
                  <a:lnTo>
                    <a:pt x="122021" y="138480"/>
                  </a:lnTo>
                  <a:lnTo>
                    <a:pt x="122326" y="136728"/>
                  </a:lnTo>
                  <a:lnTo>
                    <a:pt x="122161" y="132981"/>
                  </a:lnTo>
                  <a:lnTo>
                    <a:pt x="121996" y="129247"/>
                  </a:lnTo>
                  <a:lnTo>
                    <a:pt x="121170" y="126263"/>
                  </a:lnTo>
                  <a:lnTo>
                    <a:pt x="120802" y="126288"/>
                  </a:lnTo>
                  <a:lnTo>
                    <a:pt x="152565" y="89242"/>
                  </a:lnTo>
                  <a:lnTo>
                    <a:pt x="152146" y="91617"/>
                  </a:lnTo>
                  <a:lnTo>
                    <a:pt x="152488" y="99085"/>
                  </a:lnTo>
                  <a:lnTo>
                    <a:pt x="152946" y="100761"/>
                  </a:lnTo>
                  <a:lnTo>
                    <a:pt x="151549" y="100418"/>
                  </a:lnTo>
                  <a:lnTo>
                    <a:pt x="148336" y="100609"/>
                  </a:lnTo>
                  <a:lnTo>
                    <a:pt x="145135" y="100812"/>
                  </a:lnTo>
                  <a:lnTo>
                    <a:pt x="142570" y="101777"/>
                  </a:lnTo>
                  <a:lnTo>
                    <a:pt x="142659" y="103733"/>
                  </a:lnTo>
                  <a:lnTo>
                    <a:pt x="145300" y="104355"/>
                  </a:lnTo>
                  <a:lnTo>
                    <a:pt x="151714" y="103962"/>
                  </a:lnTo>
                  <a:lnTo>
                    <a:pt x="153136" y="103428"/>
                  </a:lnTo>
                  <a:lnTo>
                    <a:pt x="152844" y="105156"/>
                  </a:lnTo>
                  <a:lnTo>
                    <a:pt x="153009" y="108889"/>
                  </a:lnTo>
                  <a:lnTo>
                    <a:pt x="153187" y="112623"/>
                  </a:lnTo>
                  <a:lnTo>
                    <a:pt x="154012" y="115608"/>
                  </a:lnTo>
                  <a:lnTo>
                    <a:pt x="155689" y="115506"/>
                  </a:lnTo>
                  <a:lnTo>
                    <a:pt x="156235" y="112433"/>
                  </a:lnTo>
                  <a:lnTo>
                    <a:pt x="155879" y="104965"/>
                  </a:lnTo>
                  <a:lnTo>
                    <a:pt x="155422" y="103289"/>
                  </a:lnTo>
                  <a:lnTo>
                    <a:pt x="156908" y="103632"/>
                  </a:lnTo>
                  <a:lnTo>
                    <a:pt x="160108" y="103428"/>
                  </a:lnTo>
                  <a:lnTo>
                    <a:pt x="163309" y="103238"/>
                  </a:lnTo>
                  <a:lnTo>
                    <a:pt x="165874" y="102273"/>
                  </a:lnTo>
                  <a:lnTo>
                    <a:pt x="165849" y="101930"/>
                  </a:lnTo>
                  <a:lnTo>
                    <a:pt x="187198" y="126809"/>
                  </a:lnTo>
                  <a:lnTo>
                    <a:pt x="185585" y="126911"/>
                  </a:lnTo>
                  <a:lnTo>
                    <a:pt x="185039" y="129971"/>
                  </a:lnTo>
                  <a:lnTo>
                    <a:pt x="185381" y="137452"/>
                  </a:lnTo>
                  <a:lnTo>
                    <a:pt x="185826" y="139115"/>
                  </a:lnTo>
                  <a:lnTo>
                    <a:pt x="184429" y="138772"/>
                  </a:lnTo>
                  <a:lnTo>
                    <a:pt x="181229" y="138976"/>
                  </a:lnTo>
                  <a:lnTo>
                    <a:pt x="178015" y="139179"/>
                  </a:lnTo>
                  <a:lnTo>
                    <a:pt x="175450" y="140131"/>
                  </a:lnTo>
                  <a:lnTo>
                    <a:pt x="175552" y="142100"/>
                  </a:lnTo>
                  <a:lnTo>
                    <a:pt x="178193" y="142722"/>
                  </a:lnTo>
                  <a:lnTo>
                    <a:pt x="184594" y="142328"/>
                  </a:lnTo>
                  <a:lnTo>
                    <a:pt x="186029" y="141795"/>
                  </a:lnTo>
                  <a:lnTo>
                    <a:pt x="185737" y="143510"/>
                  </a:lnTo>
                  <a:lnTo>
                    <a:pt x="185902" y="147243"/>
                  </a:lnTo>
                  <a:lnTo>
                    <a:pt x="186067" y="150990"/>
                  </a:lnTo>
                  <a:lnTo>
                    <a:pt x="186893" y="153974"/>
                  </a:lnTo>
                  <a:lnTo>
                    <a:pt x="187439" y="153949"/>
                  </a:lnTo>
                  <a:lnTo>
                    <a:pt x="187439" y="127469"/>
                  </a:lnTo>
                  <a:lnTo>
                    <a:pt x="187286" y="126911"/>
                  </a:lnTo>
                  <a:lnTo>
                    <a:pt x="197040" y="138290"/>
                  </a:lnTo>
                  <a:lnTo>
                    <a:pt x="197040" y="127647"/>
                  </a:lnTo>
                  <a:lnTo>
                    <a:pt x="164147" y="89268"/>
                  </a:lnTo>
                  <a:lnTo>
                    <a:pt x="164147" y="99923"/>
                  </a:lnTo>
                  <a:lnTo>
                    <a:pt x="163144" y="99682"/>
                  </a:lnTo>
                  <a:lnTo>
                    <a:pt x="156743" y="100088"/>
                  </a:lnTo>
                  <a:lnTo>
                    <a:pt x="155232" y="100660"/>
                  </a:lnTo>
                  <a:lnTo>
                    <a:pt x="155536" y="98907"/>
                  </a:lnTo>
                  <a:lnTo>
                    <a:pt x="155359" y="95161"/>
                  </a:lnTo>
                  <a:lnTo>
                    <a:pt x="155194" y="91427"/>
                  </a:lnTo>
                  <a:lnTo>
                    <a:pt x="154381" y="88531"/>
                  </a:lnTo>
                  <a:lnTo>
                    <a:pt x="164147" y="99923"/>
                  </a:lnTo>
                  <a:lnTo>
                    <a:pt x="164147" y="89268"/>
                  </a:lnTo>
                  <a:lnTo>
                    <a:pt x="162915" y="87820"/>
                  </a:lnTo>
                  <a:lnTo>
                    <a:pt x="154317" y="77787"/>
                  </a:lnTo>
                  <a:lnTo>
                    <a:pt x="154317" y="88455"/>
                  </a:lnTo>
                  <a:lnTo>
                    <a:pt x="153187" y="88519"/>
                  </a:lnTo>
                  <a:lnTo>
                    <a:pt x="153784" y="87820"/>
                  </a:lnTo>
                  <a:lnTo>
                    <a:pt x="154317" y="88455"/>
                  </a:lnTo>
                  <a:lnTo>
                    <a:pt x="154317" y="77787"/>
                  </a:lnTo>
                  <a:lnTo>
                    <a:pt x="153784" y="77152"/>
                  </a:lnTo>
                  <a:lnTo>
                    <a:pt x="119735" y="116878"/>
                  </a:lnTo>
                  <a:lnTo>
                    <a:pt x="119735" y="138582"/>
                  </a:lnTo>
                  <a:lnTo>
                    <a:pt x="118338" y="138239"/>
                  </a:lnTo>
                  <a:lnTo>
                    <a:pt x="115138" y="138430"/>
                  </a:lnTo>
                  <a:lnTo>
                    <a:pt x="111937" y="138633"/>
                  </a:lnTo>
                  <a:lnTo>
                    <a:pt x="109448" y="139585"/>
                  </a:lnTo>
                  <a:lnTo>
                    <a:pt x="109448" y="141503"/>
                  </a:lnTo>
                  <a:lnTo>
                    <a:pt x="108610" y="140512"/>
                  </a:lnTo>
                  <a:lnTo>
                    <a:pt x="109372" y="139623"/>
                  </a:lnTo>
                  <a:lnTo>
                    <a:pt x="109448" y="141503"/>
                  </a:lnTo>
                  <a:lnTo>
                    <a:pt x="109448" y="139585"/>
                  </a:lnTo>
                  <a:lnTo>
                    <a:pt x="119164" y="128206"/>
                  </a:lnTo>
                  <a:lnTo>
                    <a:pt x="118948" y="129438"/>
                  </a:lnTo>
                  <a:lnTo>
                    <a:pt x="119291" y="136906"/>
                  </a:lnTo>
                  <a:lnTo>
                    <a:pt x="119735" y="138582"/>
                  </a:lnTo>
                  <a:lnTo>
                    <a:pt x="119735" y="116878"/>
                  </a:lnTo>
                  <a:lnTo>
                    <a:pt x="104038" y="135191"/>
                  </a:lnTo>
                  <a:lnTo>
                    <a:pt x="99466" y="129857"/>
                  </a:lnTo>
                  <a:lnTo>
                    <a:pt x="99466" y="140512"/>
                  </a:lnTo>
                  <a:lnTo>
                    <a:pt x="89357" y="152311"/>
                  </a:lnTo>
                  <a:lnTo>
                    <a:pt x="89636" y="150799"/>
                  </a:lnTo>
                  <a:lnTo>
                    <a:pt x="89293" y="143319"/>
                  </a:lnTo>
                  <a:lnTo>
                    <a:pt x="88836" y="141655"/>
                  </a:lnTo>
                  <a:lnTo>
                    <a:pt x="90309" y="141998"/>
                  </a:lnTo>
                  <a:lnTo>
                    <a:pt x="93522" y="141795"/>
                  </a:lnTo>
                  <a:lnTo>
                    <a:pt x="96723" y="141592"/>
                  </a:lnTo>
                  <a:lnTo>
                    <a:pt x="99288" y="140627"/>
                  </a:lnTo>
                  <a:lnTo>
                    <a:pt x="99263" y="140296"/>
                  </a:lnTo>
                  <a:lnTo>
                    <a:pt x="99466" y="140512"/>
                  </a:lnTo>
                  <a:lnTo>
                    <a:pt x="99466" y="129857"/>
                  </a:lnTo>
                  <a:lnTo>
                    <a:pt x="97548" y="127622"/>
                  </a:lnTo>
                  <a:lnTo>
                    <a:pt x="97548" y="138290"/>
                  </a:lnTo>
                  <a:lnTo>
                    <a:pt x="96558" y="138049"/>
                  </a:lnTo>
                  <a:lnTo>
                    <a:pt x="90144" y="138442"/>
                  </a:lnTo>
                  <a:lnTo>
                    <a:pt x="88633" y="139014"/>
                  </a:lnTo>
                  <a:lnTo>
                    <a:pt x="88938" y="137261"/>
                  </a:lnTo>
                  <a:lnTo>
                    <a:pt x="88773" y="133527"/>
                  </a:lnTo>
                  <a:lnTo>
                    <a:pt x="88607" y="129781"/>
                  </a:lnTo>
                  <a:lnTo>
                    <a:pt x="87960" y="127469"/>
                  </a:lnTo>
                  <a:lnTo>
                    <a:pt x="87960" y="153949"/>
                  </a:lnTo>
                  <a:lnTo>
                    <a:pt x="54305" y="193192"/>
                  </a:lnTo>
                  <a:lnTo>
                    <a:pt x="42621" y="179590"/>
                  </a:lnTo>
                  <a:lnTo>
                    <a:pt x="45199" y="180187"/>
                  </a:lnTo>
                  <a:lnTo>
                    <a:pt x="51612" y="179793"/>
                  </a:lnTo>
                  <a:lnTo>
                    <a:pt x="53047" y="179260"/>
                  </a:lnTo>
                  <a:lnTo>
                    <a:pt x="52743" y="180975"/>
                  </a:lnTo>
                  <a:lnTo>
                    <a:pt x="52920" y="184708"/>
                  </a:lnTo>
                  <a:lnTo>
                    <a:pt x="53086" y="188455"/>
                  </a:lnTo>
                  <a:lnTo>
                    <a:pt x="53911" y="191439"/>
                  </a:lnTo>
                  <a:lnTo>
                    <a:pt x="55587" y="191325"/>
                  </a:lnTo>
                  <a:lnTo>
                    <a:pt x="56134" y="188264"/>
                  </a:lnTo>
                  <a:lnTo>
                    <a:pt x="55791" y="180784"/>
                  </a:lnTo>
                  <a:lnTo>
                    <a:pt x="55321" y="179120"/>
                  </a:lnTo>
                  <a:lnTo>
                    <a:pt x="56807" y="179463"/>
                  </a:lnTo>
                  <a:lnTo>
                    <a:pt x="60007" y="179260"/>
                  </a:lnTo>
                  <a:lnTo>
                    <a:pt x="63207" y="179057"/>
                  </a:lnTo>
                  <a:lnTo>
                    <a:pt x="65773" y="178092"/>
                  </a:lnTo>
                  <a:lnTo>
                    <a:pt x="65684" y="176136"/>
                  </a:lnTo>
                  <a:lnTo>
                    <a:pt x="63042" y="175514"/>
                  </a:lnTo>
                  <a:lnTo>
                    <a:pt x="56642" y="175907"/>
                  </a:lnTo>
                  <a:lnTo>
                    <a:pt x="55130" y="176479"/>
                  </a:lnTo>
                  <a:lnTo>
                    <a:pt x="55435" y="174726"/>
                  </a:lnTo>
                  <a:lnTo>
                    <a:pt x="55270" y="170992"/>
                  </a:lnTo>
                  <a:lnTo>
                    <a:pt x="55092" y="167246"/>
                  </a:lnTo>
                  <a:lnTo>
                    <a:pt x="54267" y="164261"/>
                  </a:lnTo>
                  <a:lnTo>
                    <a:pt x="52590" y="164376"/>
                  </a:lnTo>
                  <a:lnTo>
                    <a:pt x="52044" y="167436"/>
                  </a:lnTo>
                  <a:lnTo>
                    <a:pt x="52400" y="174917"/>
                  </a:lnTo>
                  <a:lnTo>
                    <a:pt x="52844" y="176580"/>
                  </a:lnTo>
                  <a:lnTo>
                    <a:pt x="51447" y="176237"/>
                  </a:lnTo>
                  <a:lnTo>
                    <a:pt x="48234" y="176441"/>
                  </a:lnTo>
                  <a:lnTo>
                    <a:pt x="45034" y="176644"/>
                  </a:lnTo>
                  <a:lnTo>
                    <a:pt x="42468" y="177596"/>
                  </a:lnTo>
                  <a:lnTo>
                    <a:pt x="42557" y="179514"/>
                  </a:lnTo>
                  <a:lnTo>
                    <a:pt x="10033" y="141566"/>
                  </a:lnTo>
                  <a:lnTo>
                    <a:pt x="12623" y="142176"/>
                  </a:lnTo>
                  <a:lnTo>
                    <a:pt x="19037" y="141782"/>
                  </a:lnTo>
                  <a:lnTo>
                    <a:pt x="20459" y="141249"/>
                  </a:lnTo>
                  <a:lnTo>
                    <a:pt x="20167" y="142976"/>
                  </a:lnTo>
                  <a:lnTo>
                    <a:pt x="20332" y="146710"/>
                  </a:lnTo>
                  <a:lnTo>
                    <a:pt x="20497" y="150444"/>
                  </a:lnTo>
                  <a:lnTo>
                    <a:pt x="21323" y="153428"/>
                  </a:lnTo>
                  <a:lnTo>
                    <a:pt x="22999" y="153327"/>
                  </a:lnTo>
                  <a:lnTo>
                    <a:pt x="23545" y="150253"/>
                  </a:lnTo>
                  <a:lnTo>
                    <a:pt x="23202" y="142786"/>
                  </a:lnTo>
                  <a:lnTo>
                    <a:pt x="22745" y="141109"/>
                  </a:lnTo>
                  <a:lnTo>
                    <a:pt x="24231" y="141452"/>
                  </a:lnTo>
                  <a:lnTo>
                    <a:pt x="27432" y="141249"/>
                  </a:lnTo>
                  <a:lnTo>
                    <a:pt x="30632" y="141058"/>
                  </a:lnTo>
                  <a:lnTo>
                    <a:pt x="33197" y="140093"/>
                  </a:lnTo>
                  <a:lnTo>
                    <a:pt x="33108" y="138137"/>
                  </a:lnTo>
                  <a:lnTo>
                    <a:pt x="30467" y="137502"/>
                  </a:lnTo>
                  <a:lnTo>
                    <a:pt x="24053" y="137909"/>
                  </a:lnTo>
                  <a:lnTo>
                    <a:pt x="22542" y="138480"/>
                  </a:lnTo>
                  <a:lnTo>
                    <a:pt x="22847" y="136728"/>
                  </a:lnTo>
                  <a:lnTo>
                    <a:pt x="22682" y="132981"/>
                  </a:lnTo>
                  <a:lnTo>
                    <a:pt x="22517" y="129247"/>
                  </a:lnTo>
                  <a:lnTo>
                    <a:pt x="21691" y="126263"/>
                  </a:lnTo>
                  <a:lnTo>
                    <a:pt x="21323" y="126288"/>
                  </a:lnTo>
                  <a:lnTo>
                    <a:pt x="53086" y="89242"/>
                  </a:lnTo>
                  <a:lnTo>
                    <a:pt x="52666" y="91617"/>
                  </a:lnTo>
                  <a:lnTo>
                    <a:pt x="53022" y="99085"/>
                  </a:lnTo>
                  <a:lnTo>
                    <a:pt x="53467" y="100761"/>
                  </a:lnTo>
                  <a:lnTo>
                    <a:pt x="52070" y="100418"/>
                  </a:lnTo>
                  <a:lnTo>
                    <a:pt x="48856" y="100609"/>
                  </a:lnTo>
                  <a:lnTo>
                    <a:pt x="45656" y="100812"/>
                  </a:lnTo>
                  <a:lnTo>
                    <a:pt x="43091" y="101777"/>
                  </a:lnTo>
                  <a:lnTo>
                    <a:pt x="43192" y="103733"/>
                  </a:lnTo>
                  <a:lnTo>
                    <a:pt x="45821" y="104355"/>
                  </a:lnTo>
                  <a:lnTo>
                    <a:pt x="52235" y="103962"/>
                  </a:lnTo>
                  <a:lnTo>
                    <a:pt x="53657" y="103428"/>
                  </a:lnTo>
                  <a:lnTo>
                    <a:pt x="53365" y="105156"/>
                  </a:lnTo>
                  <a:lnTo>
                    <a:pt x="53543" y="108889"/>
                  </a:lnTo>
                  <a:lnTo>
                    <a:pt x="53708" y="112623"/>
                  </a:lnTo>
                  <a:lnTo>
                    <a:pt x="54533" y="115608"/>
                  </a:lnTo>
                  <a:lnTo>
                    <a:pt x="56210" y="115506"/>
                  </a:lnTo>
                  <a:lnTo>
                    <a:pt x="56756" y="112433"/>
                  </a:lnTo>
                  <a:lnTo>
                    <a:pt x="56400" y="104965"/>
                  </a:lnTo>
                  <a:lnTo>
                    <a:pt x="55943" y="103289"/>
                  </a:lnTo>
                  <a:lnTo>
                    <a:pt x="57429" y="103632"/>
                  </a:lnTo>
                  <a:lnTo>
                    <a:pt x="60629" y="103428"/>
                  </a:lnTo>
                  <a:lnTo>
                    <a:pt x="63830" y="103238"/>
                  </a:lnTo>
                  <a:lnTo>
                    <a:pt x="66395" y="102273"/>
                  </a:lnTo>
                  <a:lnTo>
                    <a:pt x="66370" y="101930"/>
                  </a:lnTo>
                  <a:lnTo>
                    <a:pt x="87706" y="126809"/>
                  </a:lnTo>
                  <a:lnTo>
                    <a:pt x="86106" y="126911"/>
                  </a:lnTo>
                  <a:lnTo>
                    <a:pt x="85559" y="129971"/>
                  </a:lnTo>
                  <a:lnTo>
                    <a:pt x="85902" y="137452"/>
                  </a:lnTo>
                  <a:lnTo>
                    <a:pt x="86347" y="139115"/>
                  </a:lnTo>
                  <a:lnTo>
                    <a:pt x="84950" y="138772"/>
                  </a:lnTo>
                  <a:lnTo>
                    <a:pt x="81749" y="138976"/>
                  </a:lnTo>
                  <a:lnTo>
                    <a:pt x="78549" y="139179"/>
                  </a:lnTo>
                  <a:lnTo>
                    <a:pt x="75984" y="140131"/>
                  </a:lnTo>
                  <a:lnTo>
                    <a:pt x="76073" y="142100"/>
                  </a:lnTo>
                  <a:lnTo>
                    <a:pt x="78714" y="142722"/>
                  </a:lnTo>
                  <a:lnTo>
                    <a:pt x="85115" y="142328"/>
                  </a:lnTo>
                  <a:lnTo>
                    <a:pt x="86550" y="141795"/>
                  </a:lnTo>
                  <a:lnTo>
                    <a:pt x="86258" y="143510"/>
                  </a:lnTo>
                  <a:lnTo>
                    <a:pt x="86423" y="147243"/>
                  </a:lnTo>
                  <a:lnTo>
                    <a:pt x="86588" y="150990"/>
                  </a:lnTo>
                  <a:lnTo>
                    <a:pt x="87414" y="153974"/>
                  </a:lnTo>
                  <a:lnTo>
                    <a:pt x="87960" y="153949"/>
                  </a:lnTo>
                  <a:lnTo>
                    <a:pt x="87960" y="127469"/>
                  </a:lnTo>
                  <a:lnTo>
                    <a:pt x="87807" y="126923"/>
                  </a:lnTo>
                  <a:lnTo>
                    <a:pt x="97548" y="138290"/>
                  </a:lnTo>
                  <a:lnTo>
                    <a:pt x="97548" y="127622"/>
                  </a:lnTo>
                  <a:lnTo>
                    <a:pt x="64655" y="89230"/>
                  </a:lnTo>
                  <a:lnTo>
                    <a:pt x="64655" y="99923"/>
                  </a:lnTo>
                  <a:lnTo>
                    <a:pt x="63665" y="99682"/>
                  </a:lnTo>
                  <a:lnTo>
                    <a:pt x="57264" y="100088"/>
                  </a:lnTo>
                  <a:lnTo>
                    <a:pt x="55753" y="100660"/>
                  </a:lnTo>
                  <a:lnTo>
                    <a:pt x="56057" y="98907"/>
                  </a:lnTo>
                  <a:lnTo>
                    <a:pt x="55892" y="95161"/>
                  </a:lnTo>
                  <a:lnTo>
                    <a:pt x="55714" y="91427"/>
                  </a:lnTo>
                  <a:lnTo>
                    <a:pt x="54902" y="88531"/>
                  </a:lnTo>
                  <a:lnTo>
                    <a:pt x="64655" y="99923"/>
                  </a:lnTo>
                  <a:lnTo>
                    <a:pt x="64655" y="89230"/>
                  </a:lnTo>
                  <a:lnTo>
                    <a:pt x="63449" y="87820"/>
                  </a:lnTo>
                  <a:lnTo>
                    <a:pt x="54838" y="77774"/>
                  </a:lnTo>
                  <a:lnTo>
                    <a:pt x="54838" y="88455"/>
                  </a:lnTo>
                  <a:lnTo>
                    <a:pt x="53708" y="88519"/>
                  </a:lnTo>
                  <a:lnTo>
                    <a:pt x="54305" y="87820"/>
                  </a:lnTo>
                  <a:lnTo>
                    <a:pt x="54838" y="88455"/>
                  </a:lnTo>
                  <a:lnTo>
                    <a:pt x="54838" y="77774"/>
                  </a:lnTo>
                  <a:lnTo>
                    <a:pt x="54305" y="77152"/>
                  </a:lnTo>
                  <a:lnTo>
                    <a:pt x="20256" y="116890"/>
                  </a:lnTo>
                  <a:lnTo>
                    <a:pt x="20256" y="138582"/>
                  </a:lnTo>
                  <a:lnTo>
                    <a:pt x="18859" y="138239"/>
                  </a:lnTo>
                  <a:lnTo>
                    <a:pt x="15659" y="138430"/>
                  </a:lnTo>
                  <a:lnTo>
                    <a:pt x="12458" y="138633"/>
                  </a:lnTo>
                  <a:lnTo>
                    <a:pt x="9969" y="139585"/>
                  </a:lnTo>
                  <a:lnTo>
                    <a:pt x="9969" y="141503"/>
                  </a:lnTo>
                  <a:lnTo>
                    <a:pt x="9131" y="140512"/>
                  </a:lnTo>
                  <a:lnTo>
                    <a:pt x="9893" y="139623"/>
                  </a:lnTo>
                  <a:lnTo>
                    <a:pt x="9969" y="141503"/>
                  </a:lnTo>
                  <a:lnTo>
                    <a:pt x="9969" y="139585"/>
                  </a:lnTo>
                  <a:lnTo>
                    <a:pt x="19685" y="128206"/>
                  </a:lnTo>
                  <a:lnTo>
                    <a:pt x="19469" y="129438"/>
                  </a:lnTo>
                  <a:lnTo>
                    <a:pt x="19812" y="136906"/>
                  </a:lnTo>
                  <a:lnTo>
                    <a:pt x="20256" y="138582"/>
                  </a:lnTo>
                  <a:lnTo>
                    <a:pt x="20256" y="116890"/>
                  </a:lnTo>
                  <a:lnTo>
                    <a:pt x="0" y="140512"/>
                  </a:lnTo>
                  <a:lnTo>
                    <a:pt x="54305" y="203860"/>
                  </a:lnTo>
                  <a:lnTo>
                    <a:pt x="63449" y="193192"/>
                  </a:lnTo>
                  <a:lnTo>
                    <a:pt x="104038" y="145846"/>
                  </a:lnTo>
                  <a:lnTo>
                    <a:pt x="153784" y="203860"/>
                  </a:lnTo>
                  <a:lnTo>
                    <a:pt x="162915" y="193192"/>
                  </a:lnTo>
                  <a:lnTo>
                    <a:pt x="204952" y="144170"/>
                  </a:lnTo>
                  <a:lnTo>
                    <a:pt x="256133" y="203860"/>
                  </a:lnTo>
                  <a:lnTo>
                    <a:pt x="265277" y="193192"/>
                  </a:lnTo>
                  <a:lnTo>
                    <a:pt x="310438" y="140512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0" name="object 2130" descr=""/>
            <p:cNvSpPr/>
            <p:nvPr/>
          </p:nvSpPr>
          <p:spPr>
            <a:xfrm>
              <a:off x="7983550" y="7858347"/>
              <a:ext cx="422909" cy="437515"/>
            </a:xfrm>
            <a:custGeom>
              <a:avLst/>
              <a:gdLst/>
              <a:ahLst/>
              <a:cxnLst/>
              <a:rect l="l" t="t" r="r" b="b"/>
              <a:pathLst>
                <a:path w="422909" h="437515">
                  <a:moveTo>
                    <a:pt x="23317" y="335775"/>
                  </a:moveTo>
                  <a:lnTo>
                    <a:pt x="23215" y="333819"/>
                  </a:lnTo>
                  <a:lnTo>
                    <a:pt x="20586" y="333197"/>
                  </a:lnTo>
                  <a:lnTo>
                    <a:pt x="14173" y="333590"/>
                  </a:lnTo>
                  <a:lnTo>
                    <a:pt x="12661" y="334162"/>
                  </a:lnTo>
                  <a:lnTo>
                    <a:pt x="12966" y="332409"/>
                  </a:lnTo>
                  <a:lnTo>
                    <a:pt x="12801" y="328676"/>
                  </a:lnTo>
                  <a:lnTo>
                    <a:pt x="12636" y="324929"/>
                  </a:lnTo>
                  <a:lnTo>
                    <a:pt x="11798" y="321945"/>
                  </a:lnTo>
                  <a:lnTo>
                    <a:pt x="10134" y="322059"/>
                  </a:lnTo>
                  <a:lnTo>
                    <a:pt x="9588" y="325120"/>
                  </a:lnTo>
                  <a:lnTo>
                    <a:pt x="9931" y="332600"/>
                  </a:lnTo>
                  <a:lnTo>
                    <a:pt x="10375" y="334251"/>
                  </a:lnTo>
                  <a:lnTo>
                    <a:pt x="8978" y="333921"/>
                  </a:lnTo>
                  <a:lnTo>
                    <a:pt x="5778" y="334124"/>
                  </a:lnTo>
                  <a:lnTo>
                    <a:pt x="2565" y="334314"/>
                  </a:lnTo>
                  <a:lnTo>
                    <a:pt x="0" y="335280"/>
                  </a:lnTo>
                  <a:lnTo>
                    <a:pt x="101" y="337235"/>
                  </a:lnTo>
                  <a:lnTo>
                    <a:pt x="2743" y="337870"/>
                  </a:lnTo>
                  <a:lnTo>
                    <a:pt x="9144" y="337464"/>
                  </a:lnTo>
                  <a:lnTo>
                    <a:pt x="10579" y="336931"/>
                  </a:lnTo>
                  <a:lnTo>
                    <a:pt x="10287" y="338658"/>
                  </a:lnTo>
                  <a:lnTo>
                    <a:pt x="10452" y="342392"/>
                  </a:lnTo>
                  <a:lnTo>
                    <a:pt x="10617" y="346138"/>
                  </a:lnTo>
                  <a:lnTo>
                    <a:pt x="11442" y="349123"/>
                  </a:lnTo>
                  <a:lnTo>
                    <a:pt x="13119" y="349008"/>
                  </a:lnTo>
                  <a:lnTo>
                    <a:pt x="13665" y="345948"/>
                  </a:lnTo>
                  <a:lnTo>
                    <a:pt x="13322" y="338467"/>
                  </a:lnTo>
                  <a:lnTo>
                    <a:pt x="12865" y="336791"/>
                  </a:lnTo>
                  <a:lnTo>
                    <a:pt x="14338" y="337134"/>
                  </a:lnTo>
                  <a:lnTo>
                    <a:pt x="17538" y="336943"/>
                  </a:lnTo>
                  <a:lnTo>
                    <a:pt x="20751" y="336740"/>
                  </a:lnTo>
                  <a:lnTo>
                    <a:pt x="23317" y="335775"/>
                  </a:lnTo>
                  <a:close/>
                </a:path>
                <a:path w="422909" h="437515">
                  <a:moveTo>
                    <a:pt x="166560" y="374015"/>
                  </a:moveTo>
                  <a:lnTo>
                    <a:pt x="157429" y="363372"/>
                  </a:lnTo>
                  <a:lnTo>
                    <a:pt x="157429" y="374015"/>
                  </a:lnTo>
                  <a:lnTo>
                    <a:pt x="147307" y="385813"/>
                  </a:lnTo>
                  <a:lnTo>
                    <a:pt x="147586" y="384302"/>
                  </a:lnTo>
                  <a:lnTo>
                    <a:pt x="147243" y="376834"/>
                  </a:lnTo>
                  <a:lnTo>
                    <a:pt x="146786" y="375158"/>
                  </a:lnTo>
                  <a:lnTo>
                    <a:pt x="148259" y="375500"/>
                  </a:lnTo>
                  <a:lnTo>
                    <a:pt x="151472" y="375297"/>
                  </a:lnTo>
                  <a:lnTo>
                    <a:pt x="154673" y="375107"/>
                  </a:lnTo>
                  <a:lnTo>
                    <a:pt x="157238" y="374142"/>
                  </a:lnTo>
                  <a:lnTo>
                    <a:pt x="157213" y="373773"/>
                  </a:lnTo>
                  <a:lnTo>
                    <a:pt x="157429" y="374015"/>
                  </a:lnTo>
                  <a:lnTo>
                    <a:pt x="157429" y="363372"/>
                  </a:lnTo>
                  <a:lnTo>
                    <a:pt x="155524" y="361149"/>
                  </a:lnTo>
                  <a:lnTo>
                    <a:pt x="155524" y="371805"/>
                  </a:lnTo>
                  <a:lnTo>
                    <a:pt x="154508" y="371551"/>
                  </a:lnTo>
                  <a:lnTo>
                    <a:pt x="148094" y="371944"/>
                  </a:lnTo>
                  <a:lnTo>
                    <a:pt x="146583" y="372516"/>
                  </a:lnTo>
                  <a:lnTo>
                    <a:pt x="146888" y="370763"/>
                  </a:lnTo>
                  <a:lnTo>
                    <a:pt x="146723" y="367030"/>
                  </a:lnTo>
                  <a:lnTo>
                    <a:pt x="146558" y="363296"/>
                  </a:lnTo>
                  <a:lnTo>
                    <a:pt x="145910" y="360997"/>
                  </a:lnTo>
                  <a:lnTo>
                    <a:pt x="145910" y="387451"/>
                  </a:lnTo>
                  <a:lnTo>
                    <a:pt x="112255" y="426707"/>
                  </a:lnTo>
                  <a:lnTo>
                    <a:pt x="100571" y="413080"/>
                  </a:lnTo>
                  <a:lnTo>
                    <a:pt x="103149" y="413689"/>
                  </a:lnTo>
                  <a:lnTo>
                    <a:pt x="109562" y="413296"/>
                  </a:lnTo>
                  <a:lnTo>
                    <a:pt x="110998" y="412762"/>
                  </a:lnTo>
                  <a:lnTo>
                    <a:pt x="110705" y="414477"/>
                  </a:lnTo>
                  <a:lnTo>
                    <a:pt x="110871" y="418223"/>
                  </a:lnTo>
                  <a:lnTo>
                    <a:pt x="111036" y="421957"/>
                  </a:lnTo>
                  <a:lnTo>
                    <a:pt x="111861" y="424942"/>
                  </a:lnTo>
                  <a:lnTo>
                    <a:pt x="113538" y="424840"/>
                  </a:lnTo>
                  <a:lnTo>
                    <a:pt x="114084" y="421767"/>
                  </a:lnTo>
                  <a:lnTo>
                    <a:pt x="113741" y="414299"/>
                  </a:lnTo>
                  <a:lnTo>
                    <a:pt x="113271" y="412610"/>
                  </a:lnTo>
                  <a:lnTo>
                    <a:pt x="114757" y="412965"/>
                  </a:lnTo>
                  <a:lnTo>
                    <a:pt x="117957" y="412762"/>
                  </a:lnTo>
                  <a:lnTo>
                    <a:pt x="121158" y="412572"/>
                  </a:lnTo>
                  <a:lnTo>
                    <a:pt x="123723" y="411607"/>
                  </a:lnTo>
                  <a:lnTo>
                    <a:pt x="123634" y="409651"/>
                  </a:lnTo>
                  <a:lnTo>
                    <a:pt x="120992" y="409016"/>
                  </a:lnTo>
                  <a:lnTo>
                    <a:pt x="114592" y="409409"/>
                  </a:lnTo>
                  <a:lnTo>
                    <a:pt x="113080" y="409981"/>
                  </a:lnTo>
                  <a:lnTo>
                    <a:pt x="113385" y="408228"/>
                  </a:lnTo>
                  <a:lnTo>
                    <a:pt x="113220" y="404495"/>
                  </a:lnTo>
                  <a:lnTo>
                    <a:pt x="113042" y="400761"/>
                  </a:lnTo>
                  <a:lnTo>
                    <a:pt x="112217" y="397776"/>
                  </a:lnTo>
                  <a:lnTo>
                    <a:pt x="110540" y="397878"/>
                  </a:lnTo>
                  <a:lnTo>
                    <a:pt x="109994" y="400951"/>
                  </a:lnTo>
                  <a:lnTo>
                    <a:pt x="110350" y="408419"/>
                  </a:lnTo>
                  <a:lnTo>
                    <a:pt x="110794" y="410095"/>
                  </a:lnTo>
                  <a:lnTo>
                    <a:pt x="109397" y="409752"/>
                  </a:lnTo>
                  <a:lnTo>
                    <a:pt x="106184" y="409943"/>
                  </a:lnTo>
                  <a:lnTo>
                    <a:pt x="102984" y="410146"/>
                  </a:lnTo>
                  <a:lnTo>
                    <a:pt x="100418" y="411111"/>
                  </a:lnTo>
                  <a:lnTo>
                    <a:pt x="100507" y="413029"/>
                  </a:lnTo>
                  <a:lnTo>
                    <a:pt x="67983" y="375069"/>
                  </a:lnTo>
                  <a:lnTo>
                    <a:pt x="70573" y="375691"/>
                  </a:lnTo>
                  <a:lnTo>
                    <a:pt x="76987" y="375285"/>
                  </a:lnTo>
                  <a:lnTo>
                    <a:pt x="78409" y="374751"/>
                  </a:lnTo>
                  <a:lnTo>
                    <a:pt x="78117" y="376478"/>
                  </a:lnTo>
                  <a:lnTo>
                    <a:pt x="78282" y="380212"/>
                  </a:lnTo>
                  <a:lnTo>
                    <a:pt x="78447" y="383959"/>
                  </a:lnTo>
                  <a:lnTo>
                    <a:pt x="79286" y="386943"/>
                  </a:lnTo>
                  <a:lnTo>
                    <a:pt x="80949" y="386829"/>
                  </a:lnTo>
                  <a:lnTo>
                    <a:pt x="81495" y="383768"/>
                  </a:lnTo>
                  <a:lnTo>
                    <a:pt x="81153" y="376288"/>
                  </a:lnTo>
                  <a:lnTo>
                    <a:pt x="80695" y="374611"/>
                  </a:lnTo>
                  <a:lnTo>
                    <a:pt x="82181" y="374954"/>
                  </a:lnTo>
                  <a:lnTo>
                    <a:pt x="85382" y="374764"/>
                  </a:lnTo>
                  <a:lnTo>
                    <a:pt x="88582" y="374561"/>
                  </a:lnTo>
                  <a:lnTo>
                    <a:pt x="91147" y="373595"/>
                  </a:lnTo>
                  <a:lnTo>
                    <a:pt x="91059" y="371640"/>
                  </a:lnTo>
                  <a:lnTo>
                    <a:pt x="88417" y="371017"/>
                  </a:lnTo>
                  <a:lnTo>
                    <a:pt x="82003" y="371411"/>
                  </a:lnTo>
                  <a:lnTo>
                    <a:pt x="80492" y="371983"/>
                  </a:lnTo>
                  <a:lnTo>
                    <a:pt x="80797" y="370230"/>
                  </a:lnTo>
                  <a:lnTo>
                    <a:pt x="80632" y="366496"/>
                  </a:lnTo>
                  <a:lnTo>
                    <a:pt x="80467" y="362750"/>
                  </a:lnTo>
                  <a:lnTo>
                    <a:pt x="79641" y="359765"/>
                  </a:lnTo>
                  <a:lnTo>
                    <a:pt x="79273" y="359791"/>
                  </a:lnTo>
                  <a:lnTo>
                    <a:pt x="111036" y="322745"/>
                  </a:lnTo>
                  <a:lnTo>
                    <a:pt x="110617" y="325120"/>
                  </a:lnTo>
                  <a:lnTo>
                    <a:pt x="110972" y="332600"/>
                  </a:lnTo>
                  <a:lnTo>
                    <a:pt x="111417" y="334251"/>
                  </a:lnTo>
                  <a:lnTo>
                    <a:pt x="110020" y="333921"/>
                  </a:lnTo>
                  <a:lnTo>
                    <a:pt x="106807" y="334124"/>
                  </a:lnTo>
                  <a:lnTo>
                    <a:pt x="103606" y="334314"/>
                  </a:lnTo>
                  <a:lnTo>
                    <a:pt x="101041" y="335280"/>
                  </a:lnTo>
                  <a:lnTo>
                    <a:pt x="101142" y="337235"/>
                  </a:lnTo>
                  <a:lnTo>
                    <a:pt x="103771" y="337870"/>
                  </a:lnTo>
                  <a:lnTo>
                    <a:pt x="110185" y="337464"/>
                  </a:lnTo>
                  <a:lnTo>
                    <a:pt x="111607" y="336931"/>
                  </a:lnTo>
                  <a:lnTo>
                    <a:pt x="111315" y="338658"/>
                  </a:lnTo>
                  <a:lnTo>
                    <a:pt x="111493" y="342392"/>
                  </a:lnTo>
                  <a:lnTo>
                    <a:pt x="111658" y="346138"/>
                  </a:lnTo>
                  <a:lnTo>
                    <a:pt x="112483" y="349123"/>
                  </a:lnTo>
                  <a:lnTo>
                    <a:pt x="114160" y="349008"/>
                  </a:lnTo>
                  <a:lnTo>
                    <a:pt x="114706" y="345948"/>
                  </a:lnTo>
                  <a:lnTo>
                    <a:pt x="114350" y="338467"/>
                  </a:lnTo>
                  <a:lnTo>
                    <a:pt x="113893" y="336791"/>
                  </a:lnTo>
                  <a:lnTo>
                    <a:pt x="115379" y="337134"/>
                  </a:lnTo>
                  <a:lnTo>
                    <a:pt x="118579" y="336943"/>
                  </a:lnTo>
                  <a:lnTo>
                    <a:pt x="121780" y="336740"/>
                  </a:lnTo>
                  <a:lnTo>
                    <a:pt x="124345" y="335775"/>
                  </a:lnTo>
                  <a:lnTo>
                    <a:pt x="124320" y="335432"/>
                  </a:lnTo>
                  <a:lnTo>
                    <a:pt x="145681" y="360324"/>
                  </a:lnTo>
                  <a:lnTo>
                    <a:pt x="144056" y="360413"/>
                  </a:lnTo>
                  <a:lnTo>
                    <a:pt x="143510" y="363486"/>
                  </a:lnTo>
                  <a:lnTo>
                    <a:pt x="143852" y="370954"/>
                  </a:lnTo>
                  <a:lnTo>
                    <a:pt x="144297" y="372630"/>
                  </a:lnTo>
                  <a:lnTo>
                    <a:pt x="142900" y="372287"/>
                  </a:lnTo>
                  <a:lnTo>
                    <a:pt x="139700" y="372478"/>
                  </a:lnTo>
                  <a:lnTo>
                    <a:pt x="136499" y="372681"/>
                  </a:lnTo>
                  <a:lnTo>
                    <a:pt x="133934" y="373646"/>
                  </a:lnTo>
                  <a:lnTo>
                    <a:pt x="134023" y="375602"/>
                  </a:lnTo>
                  <a:lnTo>
                    <a:pt x="136664" y="376224"/>
                  </a:lnTo>
                  <a:lnTo>
                    <a:pt x="143065" y="375831"/>
                  </a:lnTo>
                  <a:lnTo>
                    <a:pt x="144500" y="375297"/>
                  </a:lnTo>
                  <a:lnTo>
                    <a:pt x="144208" y="377012"/>
                  </a:lnTo>
                  <a:lnTo>
                    <a:pt x="144373" y="380758"/>
                  </a:lnTo>
                  <a:lnTo>
                    <a:pt x="144538" y="384492"/>
                  </a:lnTo>
                  <a:lnTo>
                    <a:pt x="145364" y="387477"/>
                  </a:lnTo>
                  <a:lnTo>
                    <a:pt x="145910" y="387451"/>
                  </a:lnTo>
                  <a:lnTo>
                    <a:pt x="145910" y="360997"/>
                  </a:lnTo>
                  <a:lnTo>
                    <a:pt x="145745" y="360400"/>
                  </a:lnTo>
                  <a:lnTo>
                    <a:pt x="155524" y="371805"/>
                  </a:lnTo>
                  <a:lnTo>
                    <a:pt x="155524" y="361149"/>
                  </a:lnTo>
                  <a:lnTo>
                    <a:pt x="122618" y="322757"/>
                  </a:lnTo>
                  <a:lnTo>
                    <a:pt x="122618" y="333438"/>
                  </a:lnTo>
                  <a:lnTo>
                    <a:pt x="121615" y="333197"/>
                  </a:lnTo>
                  <a:lnTo>
                    <a:pt x="115214" y="333590"/>
                  </a:lnTo>
                  <a:lnTo>
                    <a:pt x="113703" y="334162"/>
                  </a:lnTo>
                  <a:lnTo>
                    <a:pt x="114007" y="332409"/>
                  </a:lnTo>
                  <a:lnTo>
                    <a:pt x="113842" y="328676"/>
                  </a:lnTo>
                  <a:lnTo>
                    <a:pt x="113665" y="324929"/>
                  </a:lnTo>
                  <a:lnTo>
                    <a:pt x="112852" y="322033"/>
                  </a:lnTo>
                  <a:lnTo>
                    <a:pt x="122618" y="333438"/>
                  </a:lnTo>
                  <a:lnTo>
                    <a:pt x="122618" y="322757"/>
                  </a:lnTo>
                  <a:lnTo>
                    <a:pt x="121399" y="321322"/>
                  </a:lnTo>
                  <a:lnTo>
                    <a:pt x="112788" y="311289"/>
                  </a:lnTo>
                  <a:lnTo>
                    <a:pt x="112788" y="321957"/>
                  </a:lnTo>
                  <a:lnTo>
                    <a:pt x="111645" y="322033"/>
                  </a:lnTo>
                  <a:lnTo>
                    <a:pt x="112255" y="321322"/>
                  </a:lnTo>
                  <a:lnTo>
                    <a:pt x="112788" y="321957"/>
                  </a:lnTo>
                  <a:lnTo>
                    <a:pt x="112788" y="311289"/>
                  </a:lnTo>
                  <a:lnTo>
                    <a:pt x="112255" y="310667"/>
                  </a:lnTo>
                  <a:lnTo>
                    <a:pt x="78206" y="350393"/>
                  </a:lnTo>
                  <a:lnTo>
                    <a:pt x="78206" y="372084"/>
                  </a:lnTo>
                  <a:lnTo>
                    <a:pt x="76809" y="371741"/>
                  </a:lnTo>
                  <a:lnTo>
                    <a:pt x="73609" y="371944"/>
                  </a:lnTo>
                  <a:lnTo>
                    <a:pt x="70408" y="372135"/>
                  </a:lnTo>
                  <a:lnTo>
                    <a:pt x="67919" y="373087"/>
                  </a:lnTo>
                  <a:lnTo>
                    <a:pt x="67919" y="375005"/>
                  </a:lnTo>
                  <a:lnTo>
                    <a:pt x="67081" y="374015"/>
                  </a:lnTo>
                  <a:lnTo>
                    <a:pt x="67843" y="373126"/>
                  </a:lnTo>
                  <a:lnTo>
                    <a:pt x="67919" y="375005"/>
                  </a:lnTo>
                  <a:lnTo>
                    <a:pt x="67919" y="373087"/>
                  </a:lnTo>
                  <a:lnTo>
                    <a:pt x="77635" y="361708"/>
                  </a:lnTo>
                  <a:lnTo>
                    <a:pt x="77419" y="362940"/>
                  </a:lnTo>
                  <a:lnTo>
                    <a:pt x="77762" y="370420"/>
                  </a:lnTo>
                  <a:lnTo>
                    <a:pt x="78206" y="372084"/>
                  </a:lnTo>
                  <a:lnTo>
                    <a:pt x="78206" y="350393"/>
                  </a:lnTo>
                  <a:lnTo>
                    <a:pt x="57950" y="374015"/>
                  </a:lnTo>
                  <a:lnTo>
                    <a:pt x="112255" y="437362"/>
                  </a:lnTo>
                  <a:lnTo>
                    <a:pt x="121399" y="426707"/>
                  </a:lnTo>
                  <a:lnTo>
                    <a:pt x="166560" y="374015"/>
                  </a:lnTo>
                  <a:close/>
                </a:path>
                <a:path w="422909" h="437515">
                  <a:moveTo>
                    <a:pt x="271056" y="63347"/>
                  </a:moveTo>
                  <a:lnTo>
                    <a:pt x="261912" y="52692"/>
                  </a:lnTo>
                  <a:lnTo>
                    <a:pt x="261912" y="63347"/>
                  </a:lnTo>
                  <a:lnTo>
                    <a:pt x="251802" y="75133"/>
                  </a:lnTo>
                  <a:lnTo>
                    <a:pt x="252069" y="73647"/>
                  </a:lnTo>
                  <a:lnTo>
                    <a:pt x="251726" y="66167"/>
                  </a:lnTo>
                  <a:lnTo>
                    <a:pt x="251269" y="64490"/>
                  </a:lnTo>
                  <a:lnTo>
                    <a:pt x="252755" y="64833"/>
                  </a:lnTo>
                  <a:lnTo>
                    <a:pt x="255955" y="64643"/>
                  </a:lnTo>
                  <a:lnTo>
                    <a:pt x="259156" y="64439"/>
                  </a:lnTo>
                  <a:lnTo>
                    <a:pt x="261721" y="63474"/>
                  </a:lnTo>
                  <a:lnTo>
                    <a:pt x="261696" y="63106"/>
                  </a:lnTo>
                  <a:lnTo>
                    <a:pt x="261912" y="63347"/>
                  </a:lnTo>
                  <a:lnTo>
                    <a:pt x="261912" y="52692"/>
                  </a:lnTo>
                  <a:lnTo>
                    <a:pt x="260007" y="50469"/>
                  </a:lnTo>
                  <a:lnTo>
                    <a:pt x="260007" y="61150"/>
                  </a:lnTo>
                  <a:lnTo>
                    <a:pt x="258991" y="60896"/>
                  </a:lnTo>
                  <a:lnTo>
                    <a:pt x="252577" y="61290"/>
                  </a:lnTo>
                  <a:lnTo>
                    <a:pt x="251066" y="61861"/>
                  </a:lnTo>
                  <a:lnTo>
                    <a:pt x="251371" y="60109"/>
                  </a:lnTo>
                  <a:lnTo>
                    <a:pt x="251206" y="56362"/>
                  </a:lnTo>
                  <a:lnTo>
                    <a:pt x="251040" y="52628"/>
                  </a:lnTo>
                  <a:lnTo>
                    <a:pt x="250380" y="50279"/>
                  </a:lnTo>
                  <a:lnTo>
                    <a:pt x="250380" y="76796"/>
                  </a:lnTo>
                  <a:lnTo>
                    <a:pt x="216738" y="116039"/>
                  </a:lnTo>
                  <a:lnTo>
                    <a:pt x="205054" y="102412"/>
                  </a:lnTo>
                  <a:lnTo>
                    <a:pt x="207645" y="103035"/>
                  </a:lnTo>
                  <a:lnTo>
                    <a:pt x="214045" y="102628"/>
                  </a:lnTo>
                  <a:lnTo>
                    <a:pt x="215480" y="102095"/>
                  </a:lnTo>
                  <a:lnTo>
                    <a:pt x="215188" y="103822"/>
                  </a:lnTo>
                  <a:lnTo>
                    <a:pt x="215353" y="107556"/>
                  </a:lnTo>
                  <a:lnTo>
                    <a:pt x="215519" y="111302"/>
                  </a:lnTo>
                  <a:lnTo>
                    <a:pt x="216344" y="114287"/>
                  </a:lnTo>
                  <a:lnTo>
                    <a:pt x="218020" y="114173"/>
                  </a:lnTo>
                  <a:lnTo>
                    <a:pt x="218567" y="111112"/>
                  </a:lnTo>
                  <a:lnTo>
                    <a:pt x="218224" y="103632"/>
                  </a:lnTo>
                  <a:lnTo>
                    <a:pt x="217766" y="101955"/>
                  </a:lnTo>
                  <a:lnTo>
                    <a:pt x="219240" y="102298"/>
                  </a:lnTo>
                  <a:lnTo>
                    <a:pt x="222453" y="102108"/>
                  </a:lnTo>
                  <a:lnTo>
                    <a:pt x="225653" y="101904"/>
                  </a:lnTo>
                  <a:lnTo>
                    <a:pt x="228219" y="100939"/>
                  </a:lnTo>
                  <a:lnTo>
                    <a:pt x="228117" y="98983"/>
                  </a:lnTo>
                  <a:lnTo>
                    <a:pt x="225488" y="98361"/>
                  </a:lnTo>
                  <a:lnTo>
                    <a:pt x="219075" y="98755"/>
                  </a:lnTo>
                  <a:lnTo>
                    <a:pt x="217563" y="99326"/>
                  </a:lnTo>
                  <a:lnTo>
                    <a:pt x="217868" y="97574"/>
                  </a:lnTo>
                  <a:lnTo>
                    <a:pt x="217703" y="93827"/>
                  </a:lnTo>
                  <a:lnTo>
                    <a:pt x="217538" y="90093"/>
                  </a:lnTo>
                  <a:lnTo>
                    <a:pt x="216712" y="87109"/>
                  </a:lnTo>
                  <a:lnTo>
                    <a:pt x="215036" y="87210"/>
                  </a:lnTo>
                  <a:lnTo>
                    <a:pt x="214490" y="90284"/>
                  </a:lnTo>
                  <a:lnTo>
                    <a:pt x="214833" y="97764"/>
                  </a:lnTo>
                  <a:lnTo>
                    <a:pt x="215277" y="99428"/>
                  </a:lnTo>
                  <a:lnTo>
                    <a:pt x="213880" y="99085"/>
                  </a:lnTo>
                  <a:lnTo>
                    <a:pt x="210680" y="99288"/>
                  </a:lnTo>
                  <a:lnTo>
                    <a:pt x="207479" y="99479"/>
                  </a:lnTo>
                  <a:lnTo>
                    <a:pt x="204914" y="100444"/>
                  </a:lnTo>
                  <a:lnTo>
                    <a:pt x="204990" y="102349"/>
                  </a:lnTo>
                  <a:lnTo>
                    <a:pt x="172491" y="64427"/>
                  </a:lnTo>
                  <a:lnTo>
                    <a:pt x="175056" y="65024"/>
                  </a:lnTo>
                  <a:lnTo>
                    <a:pt x="181470" y="64630"/>
                  </a:lnTo>
                  <a:lnTo>
                    <a:pt x="182905" y="64096"/>
                  </a:lnTo>
                  <a:lnTo>
                    <a:pt x="182600" y="65811"/>
                  </a:lnTo>
                  <a:lnTo>
                    <a:pt x="182778" y="69557"/>
                  </a:lnTo>
                  <a:lnTo>
                    <a:pt x="182943" y="73291"/>
                  </a:lnTo>
                  <a:lnTo>
                    <a:pt x="183769" y="76276"/>
                  </a:lnTo>
                  <a:lnTo>
                    <a:pt x="185445" y="76174"/>
                  </a:lnTo>
                  <a:lnTo>
                    <a:pt x="185991" y="73101"/>
                  </a:lnTo>
                  <a:lnTo>
                    <a:pt x="185648" y="65633"/>
                  </a:lnTo>
                  <a:lnTo>
                    <a:pt x="185178" y="63944"/>
                  </a:lnTo>
                  <a:lnTo>
                    <a:pt x="186664" y="64300"/>
                  </a:lnTo>
                  <a:lnTo>
                    <a:pt x="189865" y="64096"/>
                  </a:lnTo>
                  <a:lnTo>
                    <a:pt x="193065" y="63906"/>
                  </a:lnTo>
                  <a:lnTo>
                    <a:pt x="195630" y="62941"/>
                  </a:lnTo>
                  <a:lnTo>
                    <a:pt x="195541" y="60985"/>
                  </a:lnTo>
                  <a:lnTo>
                    <a:pt x="192900" y="60350"/>
                  </a:lnTo>
                  <a:lnTo>
                    <a:pt x="186499" y="60744"/>
                  </a:lnTo>
                  <a:lnTo>
                    <a:pt x="184988" y="61315"/>
                  </a:lnTo>
                  <a:lnTo>
                    <a:pt x="185293" y="59563"/>
                  </a:lnTo>
                  <a:lnTo>
                    <a:pt x="185115" y="55829"/>
                  </a:lnTo>
                  <a:lnTo>
                    <a:pt x="184950" y="52095"/>
                  </a:lnTo>
                  <a:lnTo>
                    <a:pt x="184124" y="49110"/>
                  </a:lnTo>
                  <a:lnTo>
                    <a:pt x="183756" y="49136"/>
                  </a:lnTo>
                  <a:lnTo>
                    <a:pt x="215531" y="12052"/>
                  </a:lnTo>
                  <a:lnTo>
                    <a:pt x="215112" y="14465"/>
                  </a:lnTo>
                  <a:lnTo>
                    <a:pt x="215455" y="21932"/>
                  </a:lnTo>
                  <a:lnTo>
                    <a:pt x="215900" y="23596"/>
                  </a:lnTo>
                  <a:lnTo>
                    <a:pt x="214503" y="23253"/>
                  </a:lnTo>
                  <a:lnTo>
                    <a:pt x="211302" y="23456"/>
                  </a:lnTo>
                  <a:lnTo>
                    <a:pt x="208089" y="23660"/>
                  </a:lnTo>
                  <a:lnTo>
                    <a:pt x="205524" y="24625"/>
                  </a:lnTo>
                  <a:lnTo>
                    <a:pt x="205625" y="26581"/>
                  </a:lnTo>
                  <a:lnTo>
                    <a:pt x="208267" y="27203"/>
                  </a:lnTo>
                  <a:lnTo>
                    <a:pt x="214668" y="26809"/>
                  </a:lnTo>
                  <a:lnTo>
                    <a:pt x="216103" y="26276"/>
                  </a:lnTo>
                  <a:lnTo>
                    <a:pt x="215811" y="27990"/>
                  </a:lnTo>
                  <a:lnTo>
                    <a:pt x="215976" y="31737"/>
                  </a:lnTo>
                  <a:lnTo>
                    <a:pt x="216141" y="35471"/>
                  </a:lnTo>
                  <a:lnTo>
                    <a:pt x="216966" y="38455"/>
                  </a:lnTo>
                  <a:lnTo>
                    <a:pt x="218643" y="38354"/>
                  </a:lnTo>
                  <a:lnTo>
                    <a:pt x="219189" y="35280"/>
                  </a:lnTo>
                  <a:lnTo>
                    <a:pt x="218846" y="27813"/>
                  </a:lnTo>
                  <a:lnTo>
                    <a:pt x="218376" y="26123"/>
                  </a:lnTo>
                  <a:lnTo>
                    <a:pt x="219862" y="26479"/>
                  </a:lnTo>
                  <a:lnTo>
                    <a:pt x="223075" y="26276"/>
                  </a:lnTo>
                  <a:lnTo>
                    <a:pt x="226275" y="26085"/>
                  </a:lnTo>
                  <a:lnTo>
                    <a:pt x="228841" y="25120"/>
                  </a:lnTo>
                  <a:lnTo>
                    <a:pt x="228815" y="24777"/>
                  </a:lnTo>
                  <a:lnTo>
                    <a:pt x="250164" y="49657"/>
                  </a:lnTo>
                  <a:lnTo>
                    <a:pt x="248539" y="49745"/>
                  </a:lnTo>
                  <a:lnTo>
                    <a:pt x="247992" y="52819"/>
                  </a:lnTo>
                  <a:lnTo>
                    <a:pt x="248335" y="60299"/>
                  </a:lnTo>
                  <a:lnTo>
                    <a:pt x="248780" y="61963"/>
                  </a:lnTo>
                  <a:lnTo>
                    <a:pt x="247396" y="61620"/>
                  </a:lnTo>
                  <a:lnTo>
                    <a:pt x="244182" y="61823"/>
                  </a:lnTo>
                  <a:lnTo>
                    <a:pt x="240982" y="62014"/>
                  </a:lnTo>
                  <a:lnTo>
                    <a:pt x="238417" y="62979"/>
                  </a:lnTo>
                  <a:lnTo>
                    <a:pt x="238506" y="64935"/>
                  </a:lnTo>
                  <a:lnTo>
                    <a:pt x="241147" y="65570"/>
                  </a:lnTo>
                  <a:lnTo>
                    <a:pt x="247561" y="65163"/>
                  </a:lnTo>
                  <a:lnTo>
                    <a:pt x="248983" y="64643"/>
                  </a:lnTo>
                  <a:lnTo>
                    <a:pt x="248691" y="66357"/>
                  </a:lnTo>
                  <a:lnTo>
                    <a:pt x="248856" y="70091"/>
                  </a:lnTo>
                  <a:lnTo>
                    <a:pt x="249034" y="73837"/>
                  </a:lnTo>
                  <a:lnTo>
                    <a:pt x="249859" y="76822"/>
                  </a:lnTo>
                  <a:lnTo>
                    <a:pt x="250380" y="76796"/>
                  </a:lnTo>
                  <a:lnTo>
                    <a:pt x="250380" y="50279"/>
                  </a:lnTo>
                  <a:lnTo>
                    <a:pt x="250228" y="49733"/>
                  </a:lnTo>
                  <a:lnTo>
                    <a:pt x="260007" y="61150"/>
                  </a:lnTo>
                  <a:lnTo>
                    <a:pt x="260007" y="50469"/>
                  </a:lnTo>
                  <a:lnTo>
                    <a:pt x="227101" y="12077"/>
                  </a:lnTo>
                  <a:lnTo>
                    <a:pt x="227101" y="22771"/>
                  </a:lnTo>
                  <a:lnTo>
                    <a:pt x="226110" y="22529"/>
                  </a:lnTo>
                  <a:lnTo>
                    <a:pt x="219697" y="22923"/>
                  </a:lnTo>
                  <a:lnTo>
                    <a:pt x="218186" y="23495"/>
                  </a:lnTo>
                  <a:lnTo>
                    <a:pt x="218490" y="21742"/>
                  </a:lnTo>
                  <a:lnTo>
                    <a:pt x="218325" y="18008"/>
                  </a:lnTo>
                  <a:lnTo>
                    <a:pt x="218160" y="14274"/>
                  </a:lnTo>
                  <a:lnTo>
                    <a:pt x="217347" y="11391"/>
                  </a:lnTo>
                  <a:lnTo>
                    <a:pt x="227101" y="22771"/>
                  </a:lnTo>
                  <a:lnTo>
                    <a:pt x="227101" y="12077"/>
                  </a:lnTo>
                  <a:lnTo>
                    <a:pt x="225882" y="10655"/>
                  </a:lnTo>
                  <a:lnTo>
                    <a:pt x="217284" y="647"/>
                  </a:lnTo>
                  <a:lnTo>
                    <a:pt x="217284" y="11303"/>
                  </a:lnTo>
                  <a:lnTo>
                    <a:pt x="216128" y="11366"/>
                  </a:lnTo>
                  <a:lnTo>
                    <a:pt x="216738" y="10655"/>
                  </a:lnTo>
                  <a:lnTo>
                    <a:pt x="217284" y="11303"/>
                  </a:lnTo>
                  <a:lnTo>
                    <a:pt x="217284" y="647"/>
                  </a:lnTo>
                  <a:lnTo>
                    <a:pt x="216738" y="0"/>
                  </a:lnTo>
                  <a:lnTo>
                    <a:pt x="182702" y="39712"/>
                  </a:lnTo>
                  <a:lnTo>
                    <a:pt x="182702" y="61417"/>
                  </a:lnTo>
                  <a:lnTo>
                    <a:pt x="181305" y="61074"/>
                  </a:lnTo>
                  <a:lnTo>
                    <a:pt x="178092" y="61277"/>
                  </a:lnTo>
                  <a:lnTo>
                    <a:pt x="174891" y="61480"/>
                  </a:lnTo>
                  <a:lnTo>
                    <a:pt x="172415" y="62420"/>
                  </a:lnTo>
                  <a:lnTo>
                    <a:pt x="172415" y="64338"/>
                  </a:lnTo>
                  <a:lnTo>
                    <a:pt x="171577" y="63347"/>
                  </a:lnTo>
                  <a:lnTo>
                    <a:pt x="172326" y="62484"/>
                  </a:lnTo>
                  <a:lnTo>
                    <a:pt x="172415" y="64338"/>
                  </a:lnTo>
                  <a:lnTo>
                    <a:pt x="172415" y="62420"/>
                  </a:lnTo>
                  <a:lnTo>
                    <a:pt x="182118" y="51054"/>
                  </a:lnTo>
                  <a:lnTo>
                    <a:pt x="181902" y="52285"/>
                  </a:lnTo>
                  <a:lnTo>
                    <a:pt x="182257" y="59753"/>
                  </a:lnTo>
                  <a:lnTo>
                    <a:pt x="182702" y="61417"/>
                  </a:lnTo>
                  <a:lnTo>
                    <a:pt x="182702" y="39712"/>
                  </a:lnTo>
                  <a:lnTo>
                    <a:pt x="162433" y="63347"/>
                  </a:lnTo>
                  <a:lnTo>
                    <a:pt x="216738" y="126695"/>
                  </a:lnTo>
                  <a:lnTo>
                    <a:pt x="225882" y="116039"/>
                  </a:lnTo>
                  <a:lnTo>
                    <a:pt x="271056" y="63347"/>
                  </a:lnTo>
                  <a:close/>
                </a:path>
                <a:path w="422909" h="437515">
                  <a:moveTo>
                    <a:pt x="422579" y="140512"/>
                  </a:moveTo>
                  <a:lnTo>
                    <a:pt x="413448" y="129870"/>
                  </a:lnTo>
                  <a:lnTo>
                    <a:pt x="413448" y="140512"/>
                  </a:lnTo>
                  <a:lnTo>
                    <a:pt x="403326" y="152311"/>
                  </a:lnTo>
                  <a:lnTo>
                    <a:pt x="403606" y="150799"/>
                  </a:lnTo>
                  <a:lnTo>
                    <a:pt x="403263" y="143332"/>
                  </a:lnTo>
                  <a:lnTo>
                    <a:pt x="402805" y="141655"/>
                  </a:lnTo>
                  <a:lnTo>
                    <a:pt x="404279" y="141998"/>
                  </a:lnTo>
                  <a:lnTo>
                    <a:pt x="407492" y="141795"/>
                  </a:lnTo>
                  <a:lnTo>
                    <a:pt x="410692" y="141605"/>
                  </a:lnTo>
                  <a:lnTo>
                    <a:pt x="413258" y="140639"/>
                  </a:lnTo>
                  <a:lnTo>
                    <a:pt x="413232" y="140271"/>
                  </a:lnTo>
                  <a:lnTo>
                    <a:pt x="413448" y="140512"/>
                  </a:lnTo>
                  <a:lnTo>
                    <a:pt x="413448" y="129870"/>
                  </a:lnTo>
                  <a:lnTo>
                    <a:pt x="411543" y="127647"/>
                  </a:lnTo>
                  <a:lnTo>
                    <a:pt x="411543" y="138303"/>
                  </a:lnTo>
                  <a:lnTo>
                    <a:pt x="410527" y="138049"/>
                  </a:lnTo>
                  <a:lnTo>
                    <a:pt x="404114" y="138455"/>
                  </a:lnTo>
                  <a:lnTo>
                    <a:pt x="402602" y="139026"/>
                  </a:lnTo>
                  <a:lnTo>
                    <a:pt x="402907" y="137274"/>
                  </a:lnTo>
                  <a:lnTo>
                    <a:pt x="402742" y="133527"/>
                  </a:lnTo>
                  <a:lnTo>
                    <a:pt x="402577" y="129794"/>
                  </a:lnTo>
                  <a:lnTo>
                    <a:pt x="401929" y="127495"/>
                  </a:lnTo>
                  <a:lnTo>
                    <a:pt x="401929" y="153949"/>
                  </a:lnTo>
                  <a:lnTo>
                    <a:pt x="368274" y="193205"/>
                  </a:lnTo>
                  <a:lnTo>
                    <a:pt x="356590" y="179578"/>
                  </a:lnTo>
                  <a:lnTo>
                    <a:pt x="359168" y="180187"/>
                  </a:lnTo>
                  <a:lnTo>
                    <a:pt x="365582" y="179793"/>
                  </a:lnTo>
                  <a:lnTo>
                    <a:pt x="367004" y="179260"/>
                  </a:lnTo>
                  <a:lnTo>
                    <a:pt x="366712" y="180987"/>
                  </a:lnTo>
                  <a:lnTo>
                    <a:pt x="366890" y="184721"/>
                  </a:lnTo>
                  <a:lnTo>
                    <a:pt x="367055" y="188455"/>
                  </a:lnTo>
                  <a:lnTo>
                    <a:pt x="367880" y="191439"/>
                  </a:lnTo>
                  <a:lnTo>
                    <a:pt x="369557" y="191338"/>
                  </a:lnTo>
                  <a:lnTo>
                    <a:pt x="370103" y="188264"/>
                  </a:lnTo>
                  <a:lnTo>
                    <a:pt x="369760" y="180797"/>
                  </a:lnTo>
                  <a:lnTo>
                    <a:pt x="369290" y="179120"/>
                  </a:lnTo>
                  <a:lnTo>
                    <a:pt x="370776" y="179463"/>
                  </a:lnTo>
                  <a:lnTo>
                    <a:pt x="373976" y="179260"/>
                  </a:lnTo>
                  <a:lnTo>
                    <a:pt x="377177" y="179070"/>
                  </a:lnTo>
                  <a:lnTo>
                    <a:pt x="379742" y="178104"/>
                  </a:lnTo>
                  <a:lnTo>
                    <a:pt x="379653" y="176149"/>
                  </a:lnTo>
                  <a:lnTo>
                    <a:pt x="377012" y="175514"/>
                  </a:lnTo>
                  <a:lnTo>
                    <a:pt x="370611" y="175920"/>
                  </a:lnTo>
                  <a:lnTo>
                    <a:pt x="369100" y="176491"/>
                  </a:lnTo>
                  <a:lnTo>
                    <a:pt x="369404" y="174739"/>
                  </a:lnTo>
                  <a:lnTo>
                    <a:pt x="369239" y="170992"/>
                  </a:lnTo>
                  <a:lnTo>
                    <a:pt x="369062" y="167259"/>
                  </a:lnTo>
                  <a:lnTo>
                    <a:pt x="368236" y="164274"/>
                  </a:lnTo>
                  <a:lnTo>
                    <a:pt x="366560" y="164376"/>
                  </a:lnTo>
                  <a:lnTo>
                    <a:pt x="366014" y="167449"/>
                  </a:lnTo>
                  <a:lnTo>
                    <a:pt x="366369" y="174917"/>
                  </a:lnTo>
                  <a:lnTo>
                    <a:pt x="366814" y="176593"/>
                  </a:lnTo>
                  <a:lnTo>
                    <a:pt x="365417" y="176250"/>
                  </a:lnTo>
                  <a:lnTo>
                    <a:pt x="362204" y="176441"/>
                  </a:lnTo>
                  <a:lnTo>
                    <a:pt x="359003" y="176644"/>
                  </a:lnTo>
                  <a:lnTo>
                    <a:pt x="356438" y="177609"/>
                  </a:lnTo>
                  <a:lnTo>
                    <a:pt x="356527" y="179527"/>
                  </a:lnTo>
                  <a:lnTo>
                    <a:pt x="324002" y="141566"/>
                  </a:lnTo>
                  <a:lnTo>
                    <a:pt x="326593" y="142189"/>
                  </a:lnTo>
                  <a:lnTo>
                    <a:pt x="332994" y="141795"/>
                  </a:lnTo>
                  <a:lnTo>
                    <a:pt x="334429" y="141262"/>
                  </a:lnTo>
                  <a:lnTo>
                    <a:pt x="334137" y="142976"/>
                  </a:lnTo>
                  <a:lnTo>
                    <a:pt x="334302" y="146710"/>
                  </a:lnTo>
                  <a:lnTo>
                    <a:pt x="334467" y="150456"/>
                  </a:lnTo>
                  <a:lnTo>
                    <a:pt x="335305" y="153441"/>
                  </a:lnTo>
                  <a:lnTo>
                    <a:pt x="336969" y="153327"/>
                  </a:lnTo>
                  <a:lnTo>
                    <a:pt x="337515" y="150266"/>
                  </a:lnTo>
                  <a:lnTo>
                    <a:pt x="337172" y="142786"/>
                  </a:lnTo>
                  <a:lnTo>
                    <a:pt x="336715" y="141122"/>
                  </a:lnTo>
                  <a:lnTo>
                    <a:pt x="338188" y="141465"/>
                  </a:lnTo>
                  <a:lnTo>
                    <a:pt x="341401" y="141262"/>
                  </a:lnTo>
                  <a:lnTo>
                    <a:pt x="344601" y="141058"/>
                  </a:lnTo>
                  <a:lnTo>
                    <a:pt x="347167" y="140093"/>
                  </a:lnTo>
                  <a:lnTo>
                    <a:pt x="347078" y="138137"/>
                  </a:lnTo>
                  <a:lnTo>
                    <a:pt x="344436" y="137515"/>
                  </a:lnTo>
                  <a:lnTo>
                    <a:pt x="338023" y="137909"/>
                  </a:lnTo>
                  <a:lnTo>
                    <a:pt x="336511" y="138480"/>
                  </a:lnTo>
                  <a:lnTo>
                    <a:pt x="336816" y="136728"/>
                  </a:lnTo>
                  <a:lnTo>
                    <a:pt x="336651" y="132994"/>
                  </a:lnTo>
                  <a:lnTo>
                    <a:pt x="336486" y="129247"/>
                  </a:lnTo>
                  <a:lnTo>
                    <a:pt x="335661" y="126263"/>
                  </a:lnTo>
                  <a:lnTo>
                    <a:pt x="335292" y="126288"/>
                  </a:lnTo>
                  <a:lnTo>
                    <a:pt x="367055" y="89242"/>
                  </a:lnTo>
                  <a:lnTo>
                    <a:pt x="366636" y="91617"/>
                  </a:lnTo>
                  <a:lnTo>
                    <a:pt x="366991" y="99098"/>
                  </a:lnTo>
                  <a:lnTo>
                    <a:pt x="367436" y="100761"/>
                  </a:lnTo>
                  <a:lnTo>
                    <a:pt x="366039" y="100418"/>
                  </a:lnTo>
                  <a:lnTo>
                    <a:pt x="362826" y="100622"/>
                  </a:lnTo>
                  <a:lnTo>
                    <a:pt x="359625" y="100812"/>
                  </a:lnTo>
                  <a:lnTo>
                    <a:pt x="357060" y="101777"/>
                  </a:lnTo>
                  <a:lnTo>
                    <a:pt x="357162" y="103746"/>
                  </a:lnTo>
                  <a:lnTo>
                    <a:pt x="359791" y="104368"/>
                  </a:lnTo>
                  <a:lnTo>
                    <a:pt x="366204" y="103974"/>
                  </a:lnTo>
                  <a:lnTo>
                    <a:pt x="367626" y="103441"/>
                  </a:lnTo>
                  <a:lnTo>
                    <a:pt x="367334" y="105156"/>
                  </a:lnTo>
                  <a:lnTo>
                    <a:pt x="367512" y="108889"/>
                  </a:lnTo>
                  <a:lnTo>
                    <a:pt x="367677" y="112636"/>
                  </a:lnTo>
                  <a:lnTo>
                    <a:pt x="368503" y="115620"/>
                  </a:lnTo>
                  <a:lnTo>
                    <a:pt x="370179" y="115506"/>
                  </a:lnTo>
                  <a:lnTo>
                    <a:pt x="370725" y="112445"/>
                  </a:lnTo>
                  <a:lnTo>
                    <a:pt x="370370" y="104965"/>
                  </a:lnTo>
                  <a:lnTo>
                    <a:pt x="369557" y="101968"/>
                  </a:lnTo>
                  <a:lnTo>
                    <a:pt x="370027" y="98907"/>
                  </a:lnTo>
                  <a:lnTo>
                    <a:pt x="369849" y="95173"/>
                  </a:lnTo>
                  <a:lnTo>
                    <a:pt x="369684" y="91427"/>
                  </a:lnTo>
                  <a:lnTo>
                    <a:pt x="368871" y="88531"/>
                  </a:lnTo>
                  <a:lnTo>
                    <a:pt x="401701" y="126822"/>
                  </a:lnTo>
                  <a:lnTo>
                    <a:pt x="400075" y="126911"/>
                  </a:lnTo>
                  <a:lnTo>
                    <a:pt x="399529" y="129984"/>
                  </a:lnTo>
                  <a:lnTo>
                    <a:pt x="399872" y="137452"/>
                  </a:lnTo>
                  <a:lnTo>
                    <a:pt x="400316" y="139128"/>
                  </a:lnTo>
                  <a:lnTo>
                    <a:pt x="398919" y="138785"/>
                  </a:lnTo>
                  <a:lnTo>
                    <a:pt x="395719" y="138976"/>
                  </a:lnTo>
                  <a:lnTo>
                    <a:pt x="392506" y="139179"/>
                  </a:lnTo>
                  <a:lnTo>
                    <a:pt x="389940" y="140144"/>
                  </a:lnTo>
                  <a:lnTo>
                    <a:pt x="390042" y="142100"/>
                  </a:lnTo>
                  <a:lnTo>
                    <a:pt x="392684" y="142722"/>
                  </a:lnTo>
                  <a:lnTo>
                    <a:pt x="399084" y="142328"/>
                  </a:lnTo>
                  <a:lnTo>
                    <a:pt x="400519" y="141795"/>
                  </a:lnTo>
                  <a:lnTo>
                    <a:pt x="400227" y="143510"/>
                  </a:lnTo>
                  <a:lnTo>
                    <a:pt x="400392" y="147256"/>
                  </a:lnTo>
                  <a:lnTo>
                    <a:pt x="400558" y="150990"/>
                  </a:lnTo>
                  <a:lnTo>
                    <a:pt x="401383" y="153974"/>
                  </a:lnTo>
                  <a:lnTo>
                    <a:pt x="401929" y="153949"/>
                  </a:lnTo>
                  <a:lnTo>
                    <a:pt x="401929" y="127495"/>
                  </a:lnTo>
                  <a:lnTo>
                    <a:pt x="401764" y="126898"/>
                  </a:lnTo>
                  <a:lnTo>
                    <a:pt x="411543" y="138303"/>
                  </a:lnTo>
                  <a:lnTo>
                    <a:pt x="411543" y="127647"/>
                  </a:lnTo>
                  <a:lnTo>
                    <a:pt x="377418" y="87820"/>
                  </a:lnTo>
                  <a:lnTo>
                    <a:pt x="368808" y="77787"/>
                  </a:lnTo>
                  <a:lnTo>
                    <a:pt x="368808" y="88455"/>
                  </a:lnTo>
                  <a:lnTo>
                    <a:pt x="367665" y="88531"/>
                  </a:lnTo>
                  <a:lnTo>
                    <a:pt x="368274" y="87820"/>
                  </a:lnTo>
                  <a:lnTo>
                    <a:pt x="368808" y="88455"/>
                  </a:lnTo>
                  <a:lnTo>
                    <a:pt x="368808" y="77787"/>
                  </a:lnTo>
                  <a:lnTo>
                    <a:pt x="368274" y="77165"/>
                  </a:lnTo>
                  <a:lnTo>
                    <a:pt x="334225" y="116890"/>
                  </a:lnTo>
                  <a:lnTo>
                    <a:pt x="334225" y="138582"/>
                  </a:lnTo>
                  <a:lnTo>
                    <a:pt x="332828" y="138239"/>
                  </a:lnTo>
                  <a:lnTo>
                    <a:pt x="329628" y="138442"/>
                  </a:lnTo>
                  <a:lnTo>
                    <a:pt x="326428" y="138633"/>
                  </a:lnTo>
                  <a:lnTo>
                    <a:pt x="323938" y="139585"/>
                  </a:lnTo>
                  <a:lnTo>
                    <a:pt x="323938" y="141503"/>
                  </a:lnTo>
                  <a:lnTo>
                    <a:pt x="323100" y="140512"/>
                  </a:lnTo>
                  <a:lnTo>
                    <a:pt x="323862" y="139623"/>
                  </a:lnTo>
                  <a:lnTo>
                    <a:pt x="323938" y="141503"/>
                  </a:lnTo>
                  <a:lnTo>
                    <a:pt x="323938" y="139585"/>
                  </a:lnTo>
                  <a:lnTo>
                    <a:pt x="333654" y="128206"/>
                  </a:lnTo>
                  <a:lnTo>
                    <a:pt x="333438" y="129438"/>
                  </a:lnTo>
                  <a:lnTo>
                    <a:pt x="333781" y="136918"/>
                  </a:lnTo>
                  <a:lnTo>
                    <a:pt x="334225" y="138582"/>
                  </a:lnTo>
                  <a:lnTo>
                    <a:pt x="334225" y="116890"/>
                  </a:lnTo>
                  <a:lnTo>
                    <a:pt x="317093" y="136867"/>
                  </a:lnTo>
                  <a:lnTo>
                    <a:pt x="311099" y="129882"/>
                  </a:lnTo>
                  <a:lnTo>
                    <a:pt x="311099" y="140512"/>
                  </a:lnTo>
                  <a:lnTo>
                    <a:pt x="300977" y="152311"/>
                  </a:lnTo>
                  <a:lnTo>
                    <a:pt x="301256" y="150799"/>
                  </a:lnTo>
                  <a:lnTo>
                    <a:pt x="300913" y="143332"/>
                  </a:lnTo>
                  <a:lnTo>
                    <a:pt x="300443" y="141655"/>
                  </a:lnTo>
                  <a:lnTo>
                    <a:pt x="301929" y="141998"/>
                  </a:lnTo>
                  <a:lnTo>
                    <a:pt x="305130" y="141795"/>
                  </a:lnTo>
                  <a:lnTo>
                    <a:pt x="308330" y="141605"/>
                  </a:lnTo>
                  <a:lnTo>
                    <a:pt x="310896" y="140639"/>
                  </a:lnTo>
                  <a:lnTo>
                    <a:pt x="310870" y="140258"/>
                  </a:lnTo>
                  <a:lnTo>
                    <a:pt x="311099" y="140512"/>
                  </a:lnTo>
                  <a:lnTo>
                    <a:pt x="311099" y="129882"/>
                  </a:lnTo>
                  <a:lnTo>
                    <a:pt x="309194" y="127660"/>
                  </a:lnTo>
                  <a:lnTo>
                    <a:pt x="309194" y="138303"/>
                  </a:lnTo>
                  <a:lnTo>
                    <a:pt x="308165" y="138049"/>
                  </a:lnTo>
                  <a:lnTo>
                    <a:pt x="301764" y="138455"/>
                  </a:lnTo>
                  <a:lnTo>
                    <a:pt x="300253" y="139026"/>
                  </a:lnTo>
                  <a:lnTo>
                    <a:pt x="300558" y="137274"/>
                  </a:lnTo>
                  <a:lnTo>
                    <a:pt x="300393" y="133527"/>
                  </a:lnTo>
                  <a:lnTo>
                    <a:pt x="300215" y="129794"/>
                  </a:lnTo>
                  <a:lnTo>
                    <a:pt x="299580" y="127533"/>
                  </a:lnTo>
                  <a:lnTo>
                    <a:pt x="299580" y="153949"/>
                  </a:lnTo>
                  <a:lnTo>
                    <a:pt x="265925" y="193205"/>
                  </a:lnTo>
                  <a:lnTo>
                    <a:pt x="254241" y="179590"/>
                  </a:lnTo>
                  <a:lnTo>
                    <a:pt x="256819" y="180187"/>
                  </a:lnTo>
                  <a:lnTo>
                    <a:pt x="263232" y="179793"/>
                  </a:lnTo>
                  <a:lnTo>
                    <a:pt x="264655" y="179260"/>
                  </a:lnTo>
                  <a:lnTo>
                    <a:pt x="264363" y="180987"/>
                  </a:lnTo>
                  <a:lnTo>
                    <a:pt x="264528" y="184721"/>
                  </a:lnTo>
                  <a:lnTo>
                    <a:pt x="264693" y="188455"/>
                  </a:lnTo>
                  <a:lnTo>
                    <a:pt x="265531" y="191439"/>
                  </a:lnTo>
                  <a:lnTo>
                    <a:pt x="267208" y="191338"/>
                  </a:lnTo>
                  <a:lnTo>
                    <a:pt x="267741" y="188264"/>
                  </a:lnTo>
                  <a:lnTo>
                    <a:pt x="267398" y="180797"/>
                  </a:lnTo>
                  <a:lnTo>
                    <a:pt x="266941" y="179120"/>
                  </a:lnTo>
                  <a:lnTo>
                    <a:pt x="268427" y="179463"/>
                  </a:lnTo>
                  <a:lnTo>
                    <a:pt x="271627" y="179260"/>
                  </a:lnTo>
                  <a:lnTo>
                    <a:pt x="274828" y="179070"/>
                  </a:lnTo>
                  <a:lnTo>
                    <a:pt x="277393" y="178104"/>
                  </a:lnTo>
                  <a:lnTo>
                    <a:pt x="277304" y="176149"/>
                  </a:lnTo>
                  <a:lnTo>
                    <a:pt x="274662" y="175514"/>
                  </a:lnTo>
                  <a:lnTo>
                    <a:pt x="268249" y="175920"/>
                  </a:lnTo>
                  <a:lnTo>
                    <a:pt x="266738" y="176491"/>
                  </a:lnTo>
                  <a:lnTo>
                    <a:pt x="267055" y="174739"/>
                  </a:lnTo>
                  <a:lnTo>
                    <a:pt x="266877" y="170992"/>
                  </a:lnTo>
                  <a:lnTo>
                    <a:pt x="266712" y="167259"/>
                  </a:lnTo>
                  <a:lnTo>
                    <a:pt x="265887" y="164274"/>
                  </a:lnTo>
                  <a:lnTo>
                    <a:pt x="264210" y="164376"/>
                  </a:lnTo>
                  <a:lnTo>
                    <a:pt x="263664" y="167449"/>
                  </a:lnTo>
                  <a:lnTo>
                    <a:pt x="264007" y="174917"/>
                  </a:lnTo>
                  <a:lnTo>
                    <a:pt x="264464" y="176593"/>
                  </a:lnTo>
                  <a:lnTo>
                    <a:pt x="263055" y="176250"/>
                  </a:lnTo>
                  <a:lnTo>
                    <a:pt x="259854" y="176441"/>
                  </a:lnTo>
                  <a:lnTo>
                    <a:pt x="256654" y="176644"/>
                  </a:lnTo>
                  <a:lnTo>
                    <a:pt x="254088" y="177609"/>
                  </a:lnTo>
                  <a:lnTo>
                    <a:pt x="254165" y="179501"/>
                  </a:lnTo>
                  <a:lnTo>
                    <a:pt x="221653" y="141566"/>
                  </a:lnTo>
                  <a:lnTo>
                    <a:pt x="224243" y="142189"/>
                  </a:lnTo>
                  <a:lnTo>
                    <a:pt x="230644" y="141795"/>
                  </a:lnTo>
                  <a:lnTo>
                    <a:pt x="232079" y="141262"/>
                  </a:lnTo>
                  <a:lnTo>
                    <a:pt x="231787" y="142976"/>
                  </a:lnTo>
                  <a:lnTo>
                    <a:pt x="231952" y="146710"/>
                  </a:lnTo>
                  <a:lnTo>
                    <a:pt x="232117" y="150456"/>
                  </a:lnTo>
                  <a:lnTo>
                    <a:pt x="232943" y="153441"/>
                  </a:lnTo>
                  <a:lnTo>
                    <a:pt x="234619" y="153327"/>
                  </a:lnTo>
                  <a:lnTo>
                    <a:pt x="235165" y="150266"/>
                  </a:lnTo>
                  <a:lnTo>
                    <a:pt x="234823" y="142786"/>
                  </a:lnTo>
                  <a:lnTo>
                    <a:pt x="234353" y="141122"/>
                  </a:lnTo>
                  <a:lnTo>
                    <a:pt x="235839" y="141465"/>
                  </a:lnTo>
                  <a:lnTo>
                    <a:pt x="239039" y="141262"/>
                  </a:lnTo>
                  <a:lnTo>
                    <a:pt x="242252" y="141058"/>
                  </a:lnTo>
                  <a:lnTo>
                    <a:pt x="244817" y="140093"/>
                  </a:lnTo>
                  <a:lnTo>
                    <a:pt x="244716" y="138137"/>
                  </a:lnTo>
                  <a:lnTo>
                    <a:pt x="242074" y="137515"/>
                  </a:lnTo>
                  <a:lnTo>
                    <a:pt x="235673" y="137909"/>
                  </a:lnTo>
                  <a:lnTo>
                    <a:pt x="234162" y="138480"/>
                  </a:lnTo>
                  <a:lnTo>
                    <a:pt x="234467" y="136728"/>
                  </a:lnTo>
                  <a:lnTo>
                    <a:pt x="234302" y="132994"/>
                  </a:lnTo>
                  <a:lnTo>
                    <a:pt x="234137" y="129247"/>
                  </a:lnTo>
                  <a:lnTo>
                    <a:pt x="233299" y="126263"/>
                  </a:lnTo>
                  <a:lnTo>
                    <a:pt x="232943" y="126288"/>
                  </a:lnTo>
                  <a:lnTo>
                    <a:pt x="264706" y="89242"/>
                  </a:lnTo>
                  <a:lnTo>
                    <a:pt x="264287" y="91617"/>
                  </a:lnTo>
                  <a:lnTo>
                    <a:pt x="264629" y="99098"/>
                  </a:lnTo>
                  <a:lnTo>
                    <a:pt x="265074" y="100761"/>
                  </a:lnTo>
                  <a:lnTo>
                    <a:pt x="263677" y="100418"/>
                  </a:lnTo>
                  <a:lnTo>
                    <a:pt x="260477" y="100622"/>
                  </a:lnTo>
                  <a:lnTo>
                    <a:pt x="257276" y="100812"/>
                  </a:lnTo>
                  <a:lnTo>
                    <a:pt x="254711" y="101777"/>
                  </a:lnTo>
                  <a:lnTo>
                    <a:pt x="254800" y="103746"/>
                  </a:lnTo>
                  <a:lnTo>
                    <a:pt x="257441" y="104368"/>
                  </a:lnTo>
                  <a:lnTo>
                    <a:pt x="263855" y="103974"/>
                  </a:lnTo>
                  <a:lnTo>
                    <a:pt x="265277" y="103441"/>
                  </a:lnTo>
                  <a:lnTo>
                    <a:pt x="264985" y="105156"/>
                  </a:lnTo>
                  <a:lnTo>
                    <a:pt x="265150" y="108889"/>
                  </a:lnTo>
                  <a:lnTo>
                    <a:pt x="265315" y="112636"/>
                  </a:lnTo>
                  <a:lnTo>
                    <a:pt x="266153" y="115620"/>
                  </a:lnTo>
                  <a:lnTo>
                    <a:pt x="267817" y="115506"/>
                  </a:lnTo>
                  <a:lnTo>
                    <a:pt x="268363" y="112445"/>
                  </a:lnTo>
                  <a:lnTo>
                    <a:pt x="268020" y="104965"/>
                  </a:lnTo>
                  <a:lnTo>
                    <a:pt x="267563" y="103289"/>
                  </a:lnTo>
                  <a:lnTo>
                    <a:pt x="269049" y="103644"/>
                  </a:lnTo>
                  <a:lnTo>
                    <a:pt x="272249" y="103441"/>
                  </a:lnTo>
                  <a:lnTo>
                    <a:pt x="275450" y="103238"/>
                  </a:lnTo>
                  <a:lnTo>
                    <a:pt x="278015" y="102273"/>
                  </a:lnTo>
                  <a:lnTo>
                    <a:pt x="277990" y="101930"/>
                  </a:lnTo>
                  <a:lnTo>
                    <a:pt x="299351" y="126822"/>
                  </a:lnTo>
                  <a:lnTo>
                    <a:pt x="297713" y="126911"/>
                  </a:lnTo>
                  <a:lnTo>
                    <a:pt x="297167" y="129984"/>
                  </a:lnTo>
                  <a:lnTo>
                    <a:pt x="297522" y="137452"/>
                  </a:lnTo>
                  <a:lnTo>
                    <a:pt x="297967" y="139128"/>
                  </a:lnTo>
                  <a:lnTo>
                    <a:pt x="296570" y="138785"/>
                  </a:lnTo>
                  <a:lnTo>
                    <a:pt x="293357" y="138976"/>
                  </a:lnTo>
                  <a:lnTo>
                    <a:pt x="290156" y="139179"/>
                  </a:lnTo>
                  <a:lnTo>
                    <a:pt x="287591" y="140144"/>
                  </a:lnTo>
                  <a:lnTo>
                    <a:pt x="287693" y="142100"/>
                  </a:lnTo>
                  <a:lnTo>
                    <a:pt x="290322" y="142722"/>
                  </a:lnTo>
                  <a:lnTo>
                    <a:pt x="296735" y="142328"/>
                  </a:lnTo>
                  <a:lnTo>
                    <a:pt x="298170" y="141795"/>
                  </a:lnTo>
                  <a:lnTo>
                    <a:pt x="297865" y="143510"/>
                  </a:lnTo>
                  <a:lnTo>
                    <a:pt x="298043" y="147256"/>
                  </a:lnTo>
                  <a:lnTo>
                    <a:pt x="298208" y="150990"/>
                  </a:lnTo>
                  <a:lnTo>
                    <a:pt x="299034" y="153974"/>
                  </a:lnTo>
                  <a:lnTo>
                    <a:pt x="299580" y="153949"/>
                  </a:lnTo>
                  <a:lnTo>
                    <a:pt x="299580" y="127533"/>
                  </a:lnTo>
                  <a:lnTo>
                    <a:pt x="299402" y="126885"/>
                  </a:lnTo>
                  <a:lnTo>
                    <a:pt x="309194" y="138303"/>
                  </a:lnTo>
                  <a:lnTo>
                    <a:pt x="309194" y="127660"/>
                  </a:lnTo>
                  <a:lnTo>
                    <a:pt x="276288" y="89268"/>
                  </a:lnTo>
                  <a:lnTo>
                    <a:pt x="276288" y="99936"/>
                  </a:lnTo>
                  <a:lnTo>
                    <a:pt x="275285" y="99695"/>
                  </a:lnTo>
                  <a:lnTo>
                    <a:pt x="268871" y="100088"/>
                  </a:lnTo>
                  <a:lnTo>
                    <a:pt x="267360" y="100660"/>
                  </a:lnTo>
                  <a:lnTo>
                    <a:pt x="267665" y="98907"/>
                  </a:lnTo>
                  <a:lnTo>
                    <a:pt x="267500" y="95173"/>
                  </a:lnTo>
                  <a:lnTo>
                    <a:pt x="267335" y="91427"/>
                  </a:lnTo>
                  <a:lnTo>
                    <a:pt x="266522" y="88531"/>
                  </a:lnTo>
                  <a:lnTo>
                    <a:pt x="276288" y="99936"/>
                  </a:lnTo>
                  <a:lnTo>
                    <a:pt x="276288" y="89268"/>
                  </a:lnTo>
                  <a:lnTo>
                    <a:pt x="275056" y="87820"/>
                  </a:lnTo>
                  <a:lnTo>
                    <a:pt x="266458" y="77800"/>
                  </a:lnTo>
                  <a:lnTo>
                    <a:pt x="266458" y="88455"/>
                  </a:lnTo>
                  <a:lnTo>
                    <a:pt x="265315" y="88531"/>
                  </a:lnTo>
                  <a:lnTo>
                    <a:pt x="265925" y="87820"/>
                  </a:lnTo>
                  <a:lnTo>
                    <a:pt x="266458" y="88455"/>
                  </a:lnTo>
                  <a:lnTo>
                    <a:pt x="266458" y="77800"/>
                  </a:lnTo>
                  <a:lnTo>
                    <a:pt x="265925" y="77165"/>
                  </a:lnTo>
                  <a:lnTo>
                    <a:pt x="231876" y="116878"/>
                  </a:lnTo>
                  <a:lnTo>
                    <a:pt x="231876" y="138582"/>
                  </a:lnTo>
                  <a:lnTo>
                    <a:pt x="230479" y="138239"/>
                  </a:lnTo>
                  <a:lnTo>
                    <a:pt x="227279" y="138442"/>
                  </a:lnTo>
                  <a:lnTo>
                    <a:pt x="224066" y="138633"/>
                  </a:lnTo>
                  <a:lnTo>
                    <a:pt x="221589" y="139573"/>
                  </a:lnTo>
                  <a:lnTo>
                    <a:pt x="221589" y="141503"/>
                  </a:lnTo>
                  <a:lnTo>
                    <a:pt x="220751" y="140512"/>
                  </a:lnTo>
                  <a:lnTo>
                    <a:pt x="221500" y="139649"/>
                  </a:lnTo>
                  <a:lnTo>
                    <a:pt x="221589" y="141503"/>
                  </a:lnTo>
                  <a:lnTo>
                    <a:pt x="221589" y="139573"/>
                  </a:lnTo>
                  <a:lnTo>
                    <a:pt x="231305" y="128206"/>
                  </a:lnTo>
                  <a:lnTo>
                    <a:pt x="231089" y="129438"/>
                  </a:lnTo>
                  <a:lnTo>
                    <a:pt x="231432" y="136918"/>
                  </a:lnTo>
                  <a:lnTo>
                    <a:pt x="231876" y="138582"/>
                  </a:lnTo>
                  <a:lnTo>
                    <a:pt x="231876" y="116878"/>
                  </a:lnTo>
                  <a:lnTo>
                    <a:pt x="211607" y="140512"/>
                  </a:lnTo>
                  <a:lnTo>
                    <a:pt x="265925" y="203860"/>
                  </a:lnTo>
                  <a:lnTo>
                    <a:pt x="275056" y="193205"/>
                  </a:lnTo>
                  <a:lnTo>
                    <a:pt x="317093" y="144170"/>
                  </a:lnTo>
                  <a:lnTo>
                    <a:pt x="368274" y="203860"/>
                  </a:lnTo>
                  <a:lnTo>
                    <a:pt x="377418" y="193205"/>
                  </a:lnTo>
                  <a:lnTo>
                    <a:pt x="422579" y="140512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1" name="object 2131" descr=""/>
            <p:cNvSpPr/>
            <p:nvPr/>
          </p:nvSpPr>
          <p:spPr>
            <a:xfrm>
              <a:off x="8095678" y="7858347"/>
              <a:ext cx="361315" cy="359410"/>
            </a:xfrm>
            <a:custGeom>
              <a:avLst/>
              <a:gdLst/>
              <a:ahLst/>
              <a:cxnLst/>
              <a:rect l="l" t="t" r="r" b="b"/>
              <a:pathLst>
                <a:path w="361315" h="359409">
                  <a:moveTo>
                    <a:pt x="108623" y="140512"/>
                  </a:moveTo>
                  <a:lnTo>
                    <a:pt x="99491" y="129870"/>
                  </a:lnTo>
                  <a:lnTo>
                    <a:pt x="99491" y="140512"/>
                  </a:lnTo>
                  <a:lnTo>
                    <a:pt x="89369" y="152311"/>
                  </a:lnTo>
                  <a:lnTo>
                    <a:pt x="89649" y="150799"/>
                  </a:lnTo>
                  <a:lnTo>
                    <a:pt x="89306" y="143332"/>
                  </a:lnTo>
                  <a:lnTo>
                    <a:pt x="88836" y="141655"/>
                  </a:lnTo>
                  <a:lnTo>
                    <a:pt x="90322" y="141998"/>
                  </a:lnTo>
                  <a:lnTo>
                    <a:pt x="93522" y="141795"/>
                  </a:lnTo>
                  <a:lnTo>
                    <a:pt x="96735" y="141605"/>
                  </a:lnTo>
                  <a:lnTo>
                    <a:pt x="99301" y="140639"/>
                  </a:lnTo>
                  <a:lnTo>
                    <a:pt x="99275" y="140271"/>
                  </a:lnTo>
                  <a:lnTo>
                    <a:pt x="99491" y="140512"/>
                  </a:lnTo>
                  <a:lnTo>
                    <a:pt x="99491" y="129870"/>
                  </a:lnTo>
                  <a:lnTo>
                    <a:pt x="97586" y="127647"/>
                  </a:lnTo>
                  <a:lnTo>
                    <a:pt x="97586" y="138303"/>
                  </a:lnTo>
                  <a:lnTo>
                    <a:pt x="96558" y="138049"/>
                  </a:lnTo>
                  <a:lnTo>
                    <a:pt x="90157" y="138455"/>
                  </a:lnTo>
                  <a:lnTo>
                    <a:pt x="88646" y="139026"/>
                  </a:lnTo>
                  <a:lnTo>
                    <a:pt x="88950" y="137274"/>
                  </a:lnTo>
                  <a:lnTo>
                    <a:pt x="88785" y="133527"/>
                  </a:lnTo>
                  <a:lnTo>
                    <a:pt x="88607" y="129794"/>
                  </a:lnTo>
                  <a:lnTo>
                    <a:pt x="87972" y="127533"/>
                  </a:lnTo>
                  <a:lnTo>
                    <a:pt x="87972" y="153949"/>
                  </a:lnTo>
                  <a:lnTo>
                    <a:pt x="54317" y="193205"/>
                  </a:lnTo>
                  <a:lnTo>
                    <a:pt x="42633" y="179590"/>
                  </a:lnTo>
                  <a:lnTo>
                    <a:pt x="45212" y="180187"/>
                  </a:lnTo>
                  <a:lnTo>
                    <a:pt x="51625" y="179793"/>
                  </a:lnTo>
                  <a:lnTo>
                    <a:pt x="53047" y="179260"/>
                  </a:lnTo>
                  <a:lnTo>
                    <a:pt x="52755" y="180987"/>
                  </a:lnTo>
                  <a:lnTo>
                    <a:pt x="52920" y="184721"/>
                  </a:lnTo>
                  <a:lnTo>
                    <a:pt x="53098" y="188455"/>
                  </a:lnTo>
                  <a:lnTo>
                    <a:pt x="53924" y="191439"/>
                  </a:lnTo>
                  <a:lnTo>
                    <a:pt x="55600" y="191338"/>
                  </a:lnTo>
                  <a:lnTo>
                    <a:pt x="56134" y="188264"/>
                  </a:lnTo>
                  <a:lnTo>
                    <a:pt x="55791" y="180797"/>
                  </a:lnTo>
                  <a:lnTo>
                    <a:pt x="55333" y="179120"/>
                  </a:lnTo>
                  <a:lnTo>
                    <a:pt x="56819" y="179463"/>
                  </a:lnTo>
                  <a:lnTo>
                    <a:pt x="60020" y="179260"/>
                  </a:lnTo>
                  <a:lnTo>
                    <a:pt x="63220" y="179070"/>
                  </a:lnTo>
                  <a:lnTo>
                    <a:pt x="65786" y="178104"/>
                  </a:lnTo>
                  <a:lnTo>
                    <a:pt x="65697" y="176149"/>
                  </a:lnTo>
                  <a:lnTo>
                    <a:pt x="63055" y="175514"/>
                  </a:lnTo>
                  <a:lnTo>
                    <a:pt x="56642" y="175920"/>
                  </a:lnTo>
                  <a:lnTo>
                    <a:pt x="55130" y="176491"/>
                  </a:lnTo>
                  <a:lnTo>
                    <a:pt x="55435" y="174739"/>
                  </a:lnTo>
                  <a:lnTo>
                    <a:pt x="55270" y="170992"/>
                  </a:lnTo>
                  <a:lnTo>
                    <a:pt x="55105" y="167259"/>
                  </a:lnTo>
                  <a:lnTo>
                    <a:pt x="54279" y="164274"/>
                  </a:lnTo>
                  <a:lnTo>
                    <a:pt x="52603" y="164376"/>
                  </a:lnTo>
                  <a:lnTo>
                    <a:pt x="52057" y="167449"/>
                  </a:lnTo>
                  <a:lnTo>
                    <a:pt x="52400" y="174917"/>
                  </a:lnTo>
                  <a:lnTo>
                    <a:pt x="52857" y="176593"/>
                  </a:lnTo>
                  <a:lnTo>
                    <a:pt x="51460" y="176250"/>
                  </a:lnTo>
                  <a:lnTo>
                    <a:pt x="48247" y="176441"/>
                  </a:lnTo>
                  <a:lnTo>
                    <a:pt x="45046" y="176644"/>
                  </a:lnTo>
                  <a:lnTo>
                    <a:pt x="42481" y="177609"/>
                  </a:lnTo>
                  <a:lnTo>
                    <a:pt x="42557" y="179501"/>
                  </a:lnTo>
                  <a:lnTo>
                    <a:pt x="10045" y="141566"/>
                  </a:lnTo>
                  <a:lnTo>
                    <a:pt x="12636" y="142189"/>
                  </a:lnTo>
                  <a:lnTo>
                    <a:pt x="19037" y="141795"/>
                  </a:lnTo>
                  <a:lnTo>
                    <a:pt x="20472" y="141262"/>
                  </a:lnTo>
                  <a:lnTo>
                    <a:pt x="20180" y="142976"/>
                  </a:lnTo>
                  <a:lnTo>
                    <a:pt x="20345" y="146710"/>
                  </a:lnTo>
                  <a:lnTo>
                    <a:pt x="20510" y="150456"/>
                  </a:lnTo>
                  <a:lnTo>
                    <a:pt x="21336" y="153441"/>
                  </a:lnTo>
                  <a:lnTo>
                    <a:pt x="23012" y="153327"/>
                  </a:lnTo>
                  <a:lnTo>
                    <a:pt x="23558" y="150266"/>
                  </a:lnTo>
                  <a:lnTo>
                    <a:pt x="23215" y="142786"/>
                  </a:lnTo>
                  <a:lnTo>
                    <a:pt x="22758" y="141122"/>
                  </a:lnTo>
                  <a:lnTo>
                    <a:pt x="24231" y="141465"/>
                  </a:lnTo>
                  <a:lnTo>
                    <a:pt x="27444" y="141262"/>
                  </a:lnTo>
                  <a:lnTo>
                    <a:pt x="30645" y="141058"/>
                  </a:lnTo>
                  <a:lnTo>
                    <a:pt x="33210" y="140093"/>
                  </a:lnTo>
                  <a:lnTo>
                    <a:pt x="33108" y="138137"/>
                  </a:lnTo>
                  <a:lnTo>
                    <a:pt x="30480" y="137515"/>
                  </a:lnTo>
                  <a:lnTo>
                    <a:pt x="24066" y="137909"/>
                  </a:lnTo>
                  <a:lnTo>
                    <a:pt x="22555" y="138480"/>
                  </a:lnTo>
                  <a:lnTo>
                    <a:pt x="22860" y="136728"/>
                  </a:lnTo>
                  <a:lnTo>
                    <a:pt x="22694" y="132994"/>
                  </a:lnTo>
                  <a:lnTo>
                    <a:pt x="22529" y="129247"/>
                  </a:lnTo>
                  <a:lnTo>
                    <a:pt x="21704" y="126263"/>
                  </a:lnTo>
                  <a:lnTo>
                    <a:pt x="21336" y="126288"/>
                  </a:lnTo>
                  <a:lnTo>
                    <a:pt x="53098" y="89242"/>
                  </a:lnTo>
                  <a:lnTo>
                    <a:pt x="52679" y="91617"/>
                  </a:lnTo>
                  <a:lnTo>
                    <a:pt x="53022" y="99098"/>
                  </a:lnTo>
                  <a:lnTo>
                    <a:pt x="53467" y="100761"/>
                  </a:lnTo>
                  <a:lnTo>
                    <a:pt x="52070" y="100418"/>
                  </a:lnTo>
                  <a:lnTo>
                    <a:pt x="48869" y="100622"/>
                  </a:lnTo>
                  <a:lnTo>
                    <a:pt x="45669" y="100812"/>
                  </a:lnTo>
                  <a:lnTo>
                    <a:pt x="43103" y="101777"/>
                  </a:lnTo>
                  <a:lnTo>
                    <a:pt x="43192" y="103746"/>
                  </a:lnTo>
                  <a:lnTo>
                    <a:pt x="45834" y="104368"/>
                  </a:lnTo>
                  <a:lnTo>
                    <a:pt x="52247" y="103974"/>
                  </a:lnTo>
                  <a:lnTo>
                    <a:pt x="53670" y="103441"/>
                  </a:lnTo>
                  <a:lnTo>
                    <a:pt x="53378" y="105156"/>
                  </a:lnTo>
                  <a:lnTo>
                    <a:pt x="53543" y="108889"/>
                  </a:lnTo>
                  <a:lnTo>
                    <a:pt x="53721" y="112636"/>
                  </a:lnTo>
                  <a:lnTo>
                    <a:pt x="54546" y="115620"/>
                  </a:lnTo>
                  <a:lnTo>
                    <a:pt x="56222" y="115506"/>
                  </a:lnTo>
                  <a:lnTo>
                    <a:pt x="56756" y="112445"/>
                  </a:lnTo>
                  <a:lnTo>
                    <a:pt x="56413" y="104965"/>
                  </a:lnTo>
                  <a:lnTo>
                    <a:pt x="55956" y="103289"/>
                  </a:lnTo>
                  <a:lnTo>
                    <a:pt x="57442" y="103644"/>
                  </a:lnTo>
                  <a:lnTo>
                    <a:pt x="60642" y="103441"/>
                  </a:lnTo>
                  <a:lnTo>
                    <a:pt x="63842" y="103238"/>
                  </a:lnTo>
                  <a:lnTo>
                    <a:pt x="66408" y="102273"/>
                  </a:lnTo>
                  <a:lnTo>
                    <a:pt x="66382" y="101930"/>
                  </a:lnTo>
                  <a:lnTo>
                    <a:pt x="87744" y="126822"/>
                  </a:lnTo>
                  <a:lnTo>
                    <a:pt x="86106" y="126911"/>
                  </a:lnTo>
                  <a:lnTo>
                    <a:pt x="85572" y="129984"/>
                  </a:lnTo>
                  <a:lnTo>
                    <a:pt x="85915" y="137452"/>
                  </a:lnTo>
                  <a:lnTo>
                    <a:pt x="86360" y="139128"/>
                  </a:lnTo>
                  <a:lnTo>
                    <a:pt x="84963" y="138785"/>
                  </a:lnTo>
                  <a:lnTo>
                    <a:pt x="81762" y="138976"/>
                  </a:lnTo>
                  <a:lnTo>
                    <a:pt x="78549" y="139179"/>
                  </a:lnTo>
                  <a:lnTo>
                    <a:pt x="75984" y="140144"/>
                  </a:lnTo>
                  <a:lnTo>
                    <a:pt x="76085" y="142100"/>
                  </a:lnTo>
                  <a:lnTo>
                    <a:pt x="78714" y="142722"/>
                  </a:lnTo>
                  <a:lnTo>
                    <a:pt x="85128" y="142328"/>
                  </a:lnTo>
                  <a:lnTo>
                    <a:pt x="86563" y="141795"/>
                  </a:lnTo>
                  <a:lnTo>
                    <a:pt x="86271" y="143510"/>
                  </a:lnTo>
                  <a:lnTo>
                    <a:pt x="86436" y="147256"/>
                  </a:lnTo>
                  <a:lnTo>
                    <a:pt x="86601" y="150990"/>
                  </a:lnTo>
                  <a:lnTo>
                    <a:pt x="87426" y="153974"/>
                  </a:lnTo>
                  <a:lnTo>
                    <a:pt x="87972" y="153949"/>
                  </a:lnTo>
                  <a:lnTo>
                    <a:pt x="87972" y="127533"/>
                  </a:lnTo>
                  <a:lnTo>
                    <a:pt x="87795" y="126885"/>
                  </a:lnTo>
                  <a:lnTo>
                    <a:pt x="97586" y="138303"/>
                  </a:lnTo>
                  <a:lnTo>
                    <a:pt x="97586" y="127647"/>
                  </a:lnTo>
                  <a:lnTo>
                    <a:pt x="64681" y="89268"/>
                  </a:lnTo>
                  <a:lnTo>
                    <a:pt x="64681" y="99936"/>
                  </a:lnTo>
                  <a:lnTo>
                    <a:pt x="63677" y="99695"/>
                  </a:lnTo>
                  <a:lnTo>
                    <a:pt x="57264" y="100088"/>
                  </a:lnTo>
                  <a:lnTo>
                    <a:pt x="55753" y="100660"/>
                  </a:lnTo>
                  <a:lnTo>
                    <a:pt x="56057" y="98907"/>
                  </a:lnTo>
                  <a:lnTo>
                    <a:pt x="55892" y="95173"/>
                  </a:lnTo>
                  <a:lnTo>
                    <a:pt x="55727" y="91427"/>
                  </a:lnTo>
                  <a:lnTo>
                    <a:pt x="54914" y="88531"/>
                  </a:lnTo>
                  <a:lnTo>
                    <a:pt x="64681" y="99936"/>
                  </a:lnTo>
                  <a:lnTo>
                    <a:pt x="64681" y="89268"/>
                  </a:lnTo>
                  <a:lnTo>
                    <a:pt x="63449" y="87820"/>
                  </a:lnTo>
                  <a:lnTo>
                    <a:pt x="54851" y="77800"/>
                  </a:lnTo>
                  <a:lnTo>
                    <a:pt x="54851" y="88455"/>
                  </a:lnTo>
                  <a:lnTo>
                    <a:pt x="53708" y="88531"/>
                  </a:lnTo>
                  <a:lnTo>
                    <a:pt x="54317" y="87820"/>
                  </a:lnTo>
                  <a:lnTo>
                    <a:pt x="54851" y="88455"/>
                  </a:lnTo>
                  <a:lnTo>
                    <a:pt x="54851" y="77800"/>
                  </a:lnTo>
                  <a:lnTo>
                    <a:pt x="54317" y="77165"/>
                  </a:lnTo>
                  <a:lnTo>
                    <a:pt x="20269" y="116878"/>
                  </a:lnTo>
                  <a:lnTo>
                    <a:pt x="20269" y="138582"/>
                  </a:lnTo>
                  <a:lnTo>
                    <a:pt x="18872" y="138239"/>
                  </a:lnTo>
                  <a:lnTo>
                    <a:pt x="15671" y="138442"/>
                  </a:lnTo>
                  <a:lnTo>
                    <a:pt x="12471" y="138633"/>
                  </a:lnTo>
                  <a:lnTo>
                    <a:pt x="9982" y="139585"/>
                  </a:lnTo>
                  <a:lnTo>
                    <a:pt x="9982" y="141503"/>
                  </a:lnTo>
                  <a:lnTo>
                    <a:pt x="9144" y="140512"/>
                  </a:lnTo>
                  <a:lnTo>
                    <a:pt x="9906" y="139623"/>
                  </a:lnTo>
                  <a:lnTo>
                    <a:pt x="9982" y="141503"/>
                  </a:lnTo>
                  <a:lnTo>
                    <a:pt x="9982" y="139585"/>
                  </a:lnTo>
                  <a:lnTo>
                    <a:pt x="19697" y="128206"/>
                  </a:lnTo>
                  <a:lnTo>
                    <a:pt x="19481" y="129438"/>
                  </a:lnTo>
                  <a:lnTo>
                    <a:pt x="19824" y="136918"/>
                  </a:lnTo>
                  <a:lnTo>
                    <a:pt x="20269" y="138582"/>
                  </a:lnTo>
                  <a:lnTo>
                    <a:pt x="20269" y="116878"/>
                  </a:lnTo>
                  <a:lnTo>
                    <a:pt x="0" y="140512"/>
                  </a:lnTo>
                  <a:lnTo>
                    <a:pt x="54317" y="203860"/>
                  </a:lnTo>
                  <a:lnTo>
                    <a:pt x="63449" y="193205"/>
                  </a:lnTo>
                  <a:lnTo>
                    <a:pt x="108623" y="140512"/>
                  </a:lnTo>
                  <a:close/>
                </a:path>
                <a:path w="361315" h="359409">
                  <a:moveTo>
                    <a:pt x="158927" y="218681"/>
                  </a:moveTo>
                  <a:lnTo>
                    <a:pt x="149783" y="208026"/>
                  </a:lnTo>
                  <a:lnTo>
                    <a:pt x="149783" y="218681"/>
                  </a:lnTo>
                  <a:lnTo>
                    <a:pt x="139674" y="230466"/>
                  </a:lnTo>
                  <a:lnTo>
                    <a:pt x="139941" y="228968"/>
                  </a:lnTo>
                  <a:lnTo>
                    <a:pt x="139598" y="221500"/>
                  </a:lnTo>
                  <a:lnTo>
                    <a:pt x="139141" y="219824"/>
                  </a:lnTo>
                  <a:lnTo>
                    <a:pt x="140627" y="220167"/>
                  </a:lnTo>
                  <a:lnTo>
                    <a:pt x="143827" y="219964"/>
                  </a:lnTo>
                  <a:lnTo>
                    <a:pt x="147027" y="219773"/>
                  </a:lnTo>
                  <a:lnTo>
                    <a:pt x="149593" y="218808"/>
                  </a:lnTo>
                  <a:lnTo>
                    <a:pt x="149567" y="218440"/>
                  </a:lnTo>
                  <a:lnTo>
                    <a:pt x="149783" y="218681"/>
                  </a:lnTo>
                  <a:lnTo>
                    <a:pt x="149783" y="208026"/>
                  </a:lnTo>
                  <a:lnTo>
                    <a:pt x="147878" y="205803"/>
                  </a:lnTo>
                  <a:lnTo>
                    <a:pt x="147878" y="216471"/>
                  </a:lnTo>
                  <a:lnTo>
                    <a:pt x="146862" y="216217"/>
                  </a:lnTo>
                  <a:lnTo>
                    <a:pt x="140449" y="216623"/>
                  </a:lnTo>
                  <a:lnTo>
                    <a:pt x="138938" y="217195"/>
                  </a:lnTo>
                  <a:lnTo>
                    <a:pt x="139242" y="215442"/>
                  </a:lnTo>
                  <a:lnTo>
                    <a:pt x="139077" y="211696"/>
                  </a:lnTo>
                  <a:lnTo>
                    <a:pt x="138912" y="207962"/>
                  </a:lnTo>
                  <a:lnTo>
                    <a:pt x="138264" y="205663"/>
                  </a:lnTo>
                  <a:lnTo>
                    <a:pt x="138264" y="232117"/>
                  </a:lnTo>
                  <a:lnTo>
                    <a:pt x="104609" y="271373"/>
                  </a:lnTo>
                  <a:lnTo>
                    <a:pt x="92925" y="257746"/>
                  </a:lnTo>
                  <a:lnTo>
                    <a:pt x="95516" y="258368"/>
                  </a:lnTo>
                  <a:lnTo>
                    <a:pt x="101917" y="257962"/>
                  </a:lnTo>
                  <a:lnTo>
                    <a:pt x="103352" y="257429"/>
                  </a:lnTo>
                  <a:lnTo>
                    <a:pt x="103060" y="259156"/>
                  </a:lnTo>
                  <a:lnTo>
                    <a:pt x="103225" y="262890"/>
                  </a:lnTo>
                  <a:lnTo>
                    <a:pt x="103390" y="266623"/>
                  </a:lnTo>
                  <a:lnTo>
                    <a:pt x="104216" y="269608"/>
                  </a:lnTo>
                  <a:lnTo>
                    <a:pt x="105892" y="269506"/>
                  </a:lnTo>
                  <a:lnTo>
                    <a:pt x="106438" y="266433"/>
                  </a:lnTo>
                  <a:lnTo>
                    <a:pt x="106095" y="258965"/>
                  </a:lnTo>
                  <a:lnTo>
                    <a:pt x="105638" y="257289"/>
                  </a:lnTo>
                  <a:lnTo>
                    <a:pt x="107111" y="257632"/>
                  </a:lnTo>
                  <a:lnTo>
                    <a:pt x="110324" y="257429"/>
                  </a:lnTo>
                  <a:lnTo>
                    <a:pt x="113525" y="257238"/>
                  </a:lnTo>
                  <a:lnTo>
                    <a:pt x="116090" y="256273"/>
                  </a:lnTo>
                  <a:lnTo>
                    <a:pt x="115989" y="254317"/>
                  </a:lnTo>
                  <a:lnTo>
                    <a:pt x="113360" y="253682"/>
                  </a:lnTo>
                  <a:lnTo>
                    <a:pt x="106946" y="254088"/>
                  </a:lnTo>
                  <a:lnTo>
                    <a:pt x="105435" y="254660"/>
                  </a:lnTo>
                  <a:lnTo>
                    <a:pt x="105740" y="252907"/>
                  </a:lnTo>
                  <a:lnTo>
                    <a:pt x="105575" y="249161"/>
                  </a:lnTo>
                  <a:lnTo>
                    <a:pt x="105410" y="245427"/>
                  </a:lnTo>
                  <a:lnTo>
                    <a:pt x="104584" y="242443"/>
                  </a:lnTo>
                  <a:lnTo>
                    <a:pt x="102908" y="242544"/>
                  </a:lnTo>
                  <a:lnTo>
                    <a:pt x="102362" y="245618"/>
                  </a:lnTo>
                  <a:lnTo>
                    <a:pt x="102704" y="253085"/>
                  </a:lnTo>
                  <a:lnTo>
                    <a:pt x="103149" y="254762"/>
                  </a:lnTo>
                  <a:lnTo>
                    <a:pt x="101752" y="254419"/>
                  </a:lnTo>
                  <a:lnTo>
                    <a:pt x="98552" y="254609"/>
                  </a:lnTo>
                  <a:lnTo>
                    <a:pt x="95351" y="254812"/>
                  </a:lnTo>
                  <a:lnTo>
                    <a:pt x="92786" y="255778"/>
                  </a:lnTo>
                  <a:lnTo>
                    <a:pt x="92862" y="257683"/>
                  </a:lnTo>
                  <a:lnTo>
                    <a:pt x="60363" y="219760"/>
                  </a:lnTo>
                  <a:lnTo>
                    <a:pt x="62928" y="220357"/>
                  </a:lnTo>
                  <a:lnTo>
                    <a:pt x="69342" y="219964"/>
                  </a:lnTo>
                  <a:lnTo>
                    <a:pt x="70777" y="219430"/>
                  </a:lnTo>
                  <a:lnTo>
                    <a:pt x="70472" y="221145"/>
                  </a:lnTo>
                  <a:lnTo>
                    <a:pt x="70650" y="224878"/>
                  </a:lnTo>
                  <a:lnTo>
                    <a:pt x="70815" y="228625"/>
                  </a:lnTo>
                  <a:lnTo>
                    <a:pt x="71640" y="231609"/>
                  </a:lnTo>
                  <a:lnTo>
                    <a:pt x="73317" y="231495"/>
                  </a:lnTo>
                  <a:lnTo>
                    <a:pt x="73863" y="228434"/>
                  </a:lnTo>
                  <a:lnTo>
                    <a:pt x="73520" y="220954"/>
                  </a:lnTo>
                  <a:lnTo>
                    <a:pt x="73050" y="219290"/>
                  </a:lnTo>
                  <a:lnTo>
                    <a:pt x="74536" y="219633"/>
                  </a:lnTo>
                  <a:lnTo>
                    <a:pt x="77736" y="219430"/>
                  </a:lnTo>
                  <a:lnTo>
                    <a:pt x="80937" y="219227"/>
                  </a:lnTo>
                  <a:lnTo>
                    <a:pt x="83502" y="218274"/>
                  </a:lnTo>
                  <a:lnTo>
                    <a:pt x="83413" y="216306"/>
                  </a:lnTo>
                  <a:lnTo>
                    <a:pt x="80772" y="215684"/>
                  </a:lnTo>
                  <a:lnTo>
                    <a:pt x="74371" y="216077"/>
                  </a:lnTo>
                  <a:lnTo>
                    <a:pt x="72859" y="216649"/>
                  </a:lnTo>
                  <a:lnTo>
                    <a:pt x="73164" y="214896"/>
                  </a:lnTo>
                  <a:lnTo>
                    <a:pt x="72986" y="211162"/>
                  </a:lnTo>
                  <a:lnTo>
                    <a:pt x="72821" y="207416"/>
                  </a:lnTo>
                  <a:lnTo>
                    <a:pt x="71996" y="204431"/>
                  </a:lnTo>
                  <a:lnTo>
                    <a:pt x="71640" y="204457"/>
                  </a:lnTo>
                  <a:lnTo>
                    <a:pt x="103403" y="167398"/>
                  </a:lnTo>
                  <a:lnTo>
                    <a:pt x="102984" y="169786"/>
                  </a:lnTo>
                  <a:lnTo>
                    <a:pt x="103327" y="177266"/>
                  </a:lnTo>
                  <a:lnTo>
                    <a:pt x="103771" y="178930"/>
                  </a:lnTo>
                  <a:lnTo>
                    <a:pt x="102374" y="178587"/>
                  </a:lnTo>
                  <a:lnTo>
                    <a:pt x="99174" y="178790"/>
                  </a:lnTo>
                  <a:lnTo>
                    <a:pt x="95961" y="178993"/>
                  </a:lnTo>
                  <a:lnTo>
                    <a:pt x="93395" y="179946"/>
                  </a:lnTo>
                  <a:lnTo>
                    <a:pt x="93497" y="181914"/>
                  </a:lnTo>
                  <a:lnTo>
                    <a:pt x="96139" y="182537"/>
                  </a:lnTo>
                  <a:lnTo>
                    <a:pt x="102539" y="182143"/>
                  </a:lnTo>
                  <a:lnTo>
                    <a:pt x="103974" y="181610"/>
                  </a:lnTo>
                  <a:lnTo>
                    <a:pt x="103682" y="183324"/>
                  </a:lnTo>
                  <a:lnTo>
                    <a:pt x="103847" y="187058"/>
                  </a:lnTo>
                  <a:lnTo>
                    <a:pt x="104013" y="190804"/>
                  </a:lnTo>
                  <a:lnTo>
                    <a:pt x="104838" y="193789"/>
                  </a:lnTo>
                  <a:lnTo>
                    <a:pt x="106514" y="193687"/>
                  </a:lnTo>
                  <a:lnTo>
                    <a:pt x="107061" y="190614"/>
                  </a:lnTo>
                  <a:lnTo>
                    <a:pt x="106718" y="183134"/>
                  </a:lnTo>
                  <a:lnTo>
                    <a:pt x="106260" y="181457"/>
                  </a:lnTo>
                  <a:lnTo>
                    <a:pt x="107734" y="181813"/>
                  </a:lnTo>
                  <a:lnTo>
                    <a:pt x="110947" y="181610"/>
                  </a:lnTo>
                  <a:lnTo>
                    <a:pt x="114147" y="181406"/>
                  </a:lnTo>
                  <a:lnTo>
                    <a:pt x="116713" y="180441"/>
                  </a:lnTo>
                  <a:lnTo>
                    <a:pt x="116687" y="180111"/>
                  </a:lnTo>
                  <a:lnTo>
                    <a:pt x="138036" y="204990"/>
                  </a:lnTo>
                  <a:lnTo>
                    <a:pt x="136410" y="205079"/>
                  </a:lnTo>
                  <a:lnTo>
                    <a:pt x="135864" y="208153"/>
                  </a:lnTo>
                  <a:lnTo>
                    <a:pt x="136207" y="215620"/>
                  </a:lnTo>
                  <a:lnTo>
                    <a:pt x="136664" y="217297"/>
                  </a:lnTo>
                  <a:lnTo>
                    <a:pt x="135267" y="216954"/>
                  </a:lnTo>
                  <a:lnTo>
                    <a:pt x="132054" y="217144"/>
                  </a:lnTo>
                  <a:lnTo>
                    <a:pt x="128854" y="217347"/>
                  </a:lnTo>
                  <a:lnTo>
                    <a:pt x="126288" y="218313"/>
                  </a:lnTo>
                  <a:lnTo>
                    <a:pt x="126377" y="220268"/>
                  </a:lnTo>
                  <a:lnTo>
                    <a:pt x="129019" y="220903"/>
                  </a:lnTo>
                  <a:lnTo>
                    <a:pt x="135432" y="220497"/>
                  </a:lnTo>
                  <a:lnTo>
                    <a:pt x="136855" y="219964"/>
                  </a:lnTo>
                  <a:lnTo>
                    <a:pt x="136563" y="221691"/>
                  </a:lnTo>
                  <a:lnTo>
                    <a:pt x="136728" y="225425"/>
                  </a:lnTo>
                  <a:lnTo>
                    <a:pt x="136906" y="229158"/>
                  </a:lnTo>
                  <a:lnTo>
                    <a:pt x="137731" y="232143"/>
                  </a:lnTo>
                  <a:lnTo>
                    <a:pt x="138264" y="232117"/>
                  </a:lnTo>
                  <a:lnTo>
                    <a:pt x="138264" y="205663"/>
                  </a:lnTo>
                  <a:lnTo>
                    <a:pt x="138099" y="205066"/>
                  </a:lnTo>
                  <a:lnTo>
                    <a:pt x="147878" y="216471"/>
                  </a:lnTo>
                  <a:lnTo>
                    <a:pt x="147878" y="205803"/>
                  </a:lnTo>
                  <a:lnTo>
                    <a:pt x="114960" y="167398"/>
                  </a:lnTo>
                  <a:lnTo>
                    <a:pt x="114960" y="178104"/>
                  </a:lnTo>
                  <a:lnTo>
                    <a:pt x="113982" y="177863"/>
                  </a:lnTo>
                  <a:lnTo>
                    <a:pt x="107569" y="178257"/>
                  </a:lnTo>
                  <a:lnTo>
                    <a:pt x="106057" y="178828"/>
                  </a:lnTo>
                  <a:lnTo>
                    <a:pt x="106362" y="177076"/>
                  </a:lnTo>
                  <a:lnTo>
                    <a:pt x="106197" y="173342"/>
                  </a:lnTo>
                  <a:lnTo>
                    <a:pt x="106032" y="169595"/>
                  </a:lnTo>
                  <a:lnTo>
                    <a:pt x="105219" y="166725"/>
                  </a:lnTo>
                  <a:lnTo>
                    <a:pt x="114960" y="178104"/>
                  </a:lnTo>
                  <a:lnTo>
                    <a:pt x="114960" y="167398"/>
                  </a:lnTo>
                  <a:lnTo>
                    <a:pt x="113753" y="165989"/>
                  </a:lnTo>
                  <a:lnTo>
                    <a:pt x="105156" y="155981"/>
                  </a:lnTo>
                  <a:lnTo>
                    <a:pt x="105156" y="166636"/>
                  </a:lnTo>
                  <a:lnTo>
                    <a:pt x="104000" y="166700"/>
                  </a:lnTo>
                  <a:lnTo>
                    <a:pt x="104609" y="165989"/>
                  </a:lnTo>
                  <a:lnTo>
                    <a:pt x="105156" y="166636"/>
                  </a:lnTo>
                  <a:lnTo>
                    <a:pt x="105156" y="155981"/>
                  </a:lnTo>
                  <a:lnTo>
                    <a:pt x="104609" y="155333"/>
                  </a:lnTo>
                  <a:lnTo>
                    <a:pt x="70573" y="195046"/>
                  </a:lnTo>
                  <a:lnTo>
                    <a:pt x="70573" y="216750"/>
                  </a:lnTo>
                  <a:lnTo>
                    <a:pt x="69176" y="216408"/>
                  </a:lnTo>
                  <a:lnTo>
                    <a:pt x="65963" y="216611"/>
                  </a:lnTo>
                  <a:lnTo>
                    <a:pt x="62763" y="216814"/>
                  </a:lnTo>
                  <a:lnTo>
                    <a:pt x="60286" y="217741"/>
                  </a:lnTo>
                  <a:lnTo>
                    <a:pt x="60286" y="219671"/>
                  </a:lnTo>
                  <a:lnTo>
                    <a:pt x="59448" y="218681"/>
                  </a:lnTo>
                  <a:lnTo>
                    <a:pt x="60198" y="217817"/>
                  </a:lnTo>
                  <a:lnTo>
                    <a:pt x="60286" y="219671"/>
                  </a:lnTo>
                  <a:lnTo>
                    <a:pt x="60286" y="217741"/>
                  </a:lnTo>
                  <a:lnTo>
                    <a:pt x="69989" y="206387"/>
                  </a:lnTo>
                  <a:lnTo>
                    <a:pt x="69773" y="207606"/>
                  </a:lnTo>
                  <a:lnTo>
                    <a:pt x="70129" y="215087"/>
                  </a:lnTo>
                  <a:lnTo>
                    <a:pt x="70573" y="216750"/>
                  </a:lnTo>
                  <a:lnTo>
                    <a:pt x="70573" y="195046"/>
                  </a:lnTo>
                  <a:lnTo>
                    <a:pt x="50304" y="218681"/>
                  </a:lnTo>
                  <a:lnTo>
                    <a:pt x="104609" y="282028"/>
                  </a:lnTo>
                  <a:lnTo>
                    <a:pt x="113753" y="271373"/>
                  </a:lnTo>
                  <a:lnTo>
                    <a:pt x="158927" y="218681"/>
                  </a:lnTo>
                  <a:close/>
                </a:path>
                <a:path w="361315" h="359409">
                  <a:moveTo>
                    <a:pt x="208102" y="295846"/>
                  </a:moveTo>
                  <a:lnTo>
                    <a:pt x="198970" y="285203"/>
                  </a:lnTo>
                  <a:lnTo>
                    <a:pt x="198970" y="295846"/>
                  </a:lnTo>
                  <a:lnTo>
                    <a:pt x="153797" y="348538"/>
                  </a:lnTo>
                  <a:lnTo>
                    <a:pt x="108623" y="295846"/>
                  </a:lnTo>
                  <a:lnTo>
                    <a:pt x="153797" y="243154"/>
                  </a:lnTo>
                  <a:lnTo>
                    <a:pt x="198970" y="295846"/>
                  </a:lnTo>
                  <a:lnTo>
                    <a:pt x="198970" y="285203"/>
                  </a:lnTo>
                  <a:lnTo>
                    <a:pt x="162928" y="243154"/>
                  </a:lnTo>
                  <a:lnTo>
                    <a:pt x="153797" y="232498"/>
                  </a:lnTo>
                  <a:lnTo>
                    <a:pt x="99479" y="295846"/>
                  </a:lnTo>
                  <a:lnTo>
                    <a:pt x="153797" y="359194"/>
                  </a:lnTo>
                  <a:lnTo>
                    <a:pt x="162928" y="348538"/>
                  </a:lnTo>
                  <a:lnTo>
                    <a:pt x="208102" y="295846"/>
                  </a:lnTo>
                  <a:close/>
                </a:path>
                <a:path w="361315" h="359409">
                  <a:moveTo>
                    <a:pt x="268236" y="102273"/>
                  </a:moveTo>
                  <a:lnTo>
                    <a:pt x="268147" y="100317"/>
                  </a:lnTo>
                  <a:lnTo>
                    <a:pt x="265506" y="99695"/>
                  </a:lnTo>
                  <a:lnTo>
                    <a:pt x="259105" y="100088"/>
                  </a:lnTo>
                  <a:lnTo>
                    <a:pt x="256540" y="101053"/>
                  </a:lnTo>
                  <a:lnTo>
                    <a:pt x="256578" y="102031"/>
                  </a:lnTo>
                  <a:lnTo>
                    <a:pt x="255739" y="102082"/>
                  </a:lnTo>
                  <a:lnTo>
                    <a:pt x="255206" y="105156"/>
                  </a:lnTo>
                  <a:lnTo>
                    <a:pt x="255384" y="108889"/>
                  </a:lnTo>
                  <a:lnTo>
                    <a:pt x="255549" y="112636"/>
                  </a:lnTo>
                  <a:lnTo>
                    <a:pt x="256374" y="115620"/>
                  </a:lnTo>
                  <a:lnTo>
                    <a:pt x="258051" y="115506"/>
                  </a:lnTo>
                  <a:lnTo>
                    <a:pt x="258597" y="112445"/>
                  </a:lnTo>
                  <a:lnTo>
                    <a:pt x="258241" y="104965"/>
                  </a:lnTo>
                  <a:lnTo>
                    <a:pt x="257784" y="103289"/>
                  </a:lnTo>
                  <a:lnTo>
                    <a:pt x="259270" y="103644"/>
                  </a:lnTo>
                  <a:lnTo>
                    <a:pt x="262470" y="103441"/>
                  </a:lnTo>
                  <a:lnTo>
                    <a:pt x="265671" y="103238"/>
                  </a:lnTo>
                  <a:lnTo>
                    <a:pt x="268236" y="102273"/>
                  </a:lnTo>
                  <a:close/>
                </a:path>
                <a:path w="361315" h="359409">
                  <a:moveTo>
                    <a:pt x="360997" y="63347"/>
                  </a:moveTo>
                  <a:lnTo>
                    <a:pt x="351866" y="52705"/>
                  </a:lnTo>
                  <a:lnTo>
                    <a:pt x="351866" y="63347"/>
                  </a:lnTo>
                  <a:lnTo>
                    <a:pt x="341757" y="75145"/>
                  </a:lnTo>
                  <a:lnTo>
                    <a:pt x="342023" y="73647"/>
                  </a:lnTo>
                  <a:lnTo>
                    <a:pt x="341680" y="66167"/>
                  </a:lnTo>
                  <a:lnTo>
                    <a:pt x="341210" y="64490"/>
                  </a:lnTo>
                  <a:lnTo>
                    <a:pt x="342696" y="64833"/>
                  </a:lnTo>
                  <a:lnTo>
                    <a:pt x="345897" y="64643"/>
                  </a:lnTo>
                  <a:lnTo>
                    <a:pt x="349110" y="64439"/>
                  </a:lnTo>
                  <a:lnTo>
                    <a:pt x="351675" y="63474"/>
                  </a:lnTo>
                  <a:lnTo>
                    <a:pt x="351650" y="63106"/>
                  </a:lnTo>
                  <a:lnTo>
                    <a:pt x="351866" y="63347"/>
                  </a:lnTo>
                  <a:lnTo>
                    <a:pt x="351866" y="52705"/>
                  </a:lnTo>
                  <a:lnTo>
                    <a:pt x="349961" y="50482"/>
                  </a:lnTo>
                  <a:lnTo>
                    <a:pt x="349961" y="61150"/>
                  </a:lnTo>
                  <a:lnTo>
                    <a:pt x="348932" y="60896"/>
                  </a:lnTo>
                  <a:lnTo>
                    <a:pt x="342531" y="61290"/>
                  </a:lnTo>
                  <a:lnTo>
                    <a:pt x="341020" y="61861"/>
                  </a:lnTo>
                  <a:lnTo>
                    <a:pt x="341325" y="60109"/>
                  </a:lnTo>
                  <a:lnTo>
                    <a:pt x="341160" y="56362"/>
                  </a:lnTo>
                  <a:lnTo>
                    <a:pt x="340982" y="52628"/>
                  </a:lnTo>
                  <a:lnTo>
                    <a:pt x="340334" y="50317"/>
                  </a:lnTo>
                  <a:lnTo>
                    <a:pt x="340334" y="76796"/>
                  </a:lnTo>
                  <a:lnTo>
                    <a:pt x="306692" y="116039"/>
                  </a:lnTo>
                  <a:lnTo>
                    <a:pt x="295008" y="102425"/>
                  </a:lnTo>
                  <a:lnTo>
                    <a:pt x="297586" y="103035"/>
                  </a:lnTo>
                  <a:lnTo>
                    <a:pt x="303999" y="102628"/>
                  </a:lnTo>
                  <a:lnTo>
                    <a:pt x="305422" y="102108"/>
                  </a:lnTo>
                  <a:lnTo>
                    <a:pt x="305130" y="103822"/>
                  </a:lnTo>
                  <a:lnTo>
                    <a:pt x="305295" y="107556"/>
                  </a:lnTo>
                  <a:lnTo>
                    <a:pt x="305473" y="111302"/>
                  </a:lnTo>
                  <a:lnTo>
                    <a:pt x="306298" y="114287"/>
                  </a:lnTo>
                  <a:lnTo>
                    <a:pt x="307975" y="114173"/>
                  </a:lnTo>
                  <a:lnTo>
                    <a:pt x="308521" y="111112"/>
                  </a:lnTo>
                  <a:lnTo>
                    <a:pt x="308165" y="103632"/>
                  </a:lnTo>
                  <a:lnTo>
                    <a:pt x="307708" y="101955"/>
                  </a:lnTo>
                  <a:lnTo>
                    <a:pt x="309194" y="102298"/>
                  </a:lnTo>
                  <a:lnTo>
                    <a:pt x="312394" y="102108"/>
                  </a:lnTo>
                  <a:lnTo>
                    <a:pt x="315595" y="101904"/>
                  </a:lnTo>
                  <a:lnTo>
                    <a:pt x="318160" y="100939"/>
                  </a:lnTo>
                  <a:lnTo>
                    <a:pt x="318071" y="98983"/>
                  </a:lnTo>
                  <a:lnTo>
                    <a:pt x="315429" y="98361"/>
                  </a:lnTo>
                  <a:lnTo>
                    <a:pt x="309016" y="98755"/>
                  </a:lnTo>
                  <a:lnTo>
                    <a:pt x="307505" y="99326"/>
                  </a:lnTo>
                  <a:lnTo>
                    <a:pt x="307822" y="97574"/>
                  </a:lnTo>
                  <a:lnTo>
                    <a:pt x="307644" y="93827"/>
                  </a:lnTo>
                  <a:lnTo>
                    <a:pt x="307479" y="90093"/>
                  </a:lnTo>
                  <a:lnTo>
                    <a:pt x="306654" y="87109"/>
                  </a:lnTo>
                  <a:lnTo>
                    <a:pt x="304977" y="87210"/>
                  </a:lnTo>
                  <a:lnTo>
                    <a:pt x="304431" y="90284"/>
                  </a:lnTo>
                  <a:lnTo>
                    <a:pt x="304774" y="97764"/>
                  </a:lnTo>
                  <a:lnTo>
                    <a:pt x="305219" y="99428"/>
                  </a:lnTo>
                  <a:lnTo>
                    <a:pt x="303822" y="99085"/>
                  </a:lnTo>
                  <a:lnTo>
                    <a:pt x="300621" y="99288"/>
                  </a:lnTo>
                  <a:lnTo>
                    <a:pt x="297421" y="99479"/>
                  </a:lnTo>
                  <a:lnTo>
                    <a:pt x="294855" y="100444"/>
                  </a:lnTo>
                  <a:lnTo>
                    <a:pt x="294932" y="102349"/>
                  </a:lnTo>
                  <a:lnTo>
                    <a:pt x="262432" y="64427"/>
                  </a:lnTo>
                  <a:lnTo>
                    <a:pt x="265010" y="65024"/>
                  </a:lnTo>
                  <a:lnTo>
                    <a:pt x="271411" y="64630"/>
                  </a:lnTo>
                  <a:lnTo>
                    <a:pt x="272846" y="64096"/>
                  </a:lnTo>
                  <a:lnTo>
                    <a:pt x="272554" y="65811"/>
                  </a:lnTo>
                  <a:lnTo>
                    <a:pt x="272719" y="69557"/>
                  </a:lnTo>
                  <a:lnTo>
                    <a:pt x="272884" y="73291"/>
                  </a:lnTo>
                  <a:lnTo>
                    <a:pt x="273710" y="76276"/>
                  </a:lnTo>
                  <a:lnTo>
                    <a:pt x="275386" y="76174"/>
                  </a:lnTo>
                  <a:lnTo>
                    <a:pt x="275932" y="73101"/>
                  </a:lnTo>
                  <a:lnTo>
                    <a:pt x="275590" y="65633"/>
                  </a:lnTo>
                  <a:lnTo>
                    <a:pt x="275120" y="63957"/>
                  </a:lnTo>
                  <a:lnTo>
                    <a:pt x="276606" y="64300"/>
                  </a:lnTo>
                  <a:lnTo>
                    <a:pt x="279819" y="64096"/>
                  </a:lnTo>
                  <a:lnTo>
                    <a:pt x="283019" y="63906"/>
                  </a:lnTo>
                  <a:lnTo>
                    <a:pt x="285584" y="62941"/>
                  </a:lnTo>
                  <a:lnTo>
                    <a:pt x="285483" y="60985"/>
                  </a:lnTo>
                  <a:lnTo>
                    <a:pt x="282854" y="60350"/>
                  </a:lnTo>
                  <a:lnTo>
                    <a:pt x="276440" y="60744"/>
                  </a:lnTo>
                  <a:lnTo>
                    <a:pt x="274929" y="61315"/>
                  </a:lnTo>
                  <a:lnTo>
                    <a:pt x="275234" y="59563"/>
                  </a:lnTo>
                  <a:lnTo>
                    <a:pt x="275069" y="55829"/>
                  </a:lnTo>
                  <a:lnTo>
                    <a:pt x="274904" y="52095"/>
                  </a:lnTo>
                  <a:lnTo>
                    <a:pt x="274078" y="49110"/>
                  </a:lnTo>
                  <a:lnTo>
                    <a:pt x="273697" y="49136"/>
                  </a:lnTo>
                  <a:lnTo>
                    <a:pt x="305473" y="12077"/>
                  </a:lnTo>
                  <a:lnTo>
                    <a:pt x="305054" y="14465"/>
                  </a:lnTo>
                  <a:lnTo>
                    <a:pt x="305396" y="21932"/>
                  </a:lnTo>
                  <a:lnTo>
                    <a:pt x="305841" y="23596"/>
                  </a:lnTo>
                  <a:lnTo>
                    <a:pt x="304444" y="23253"/>
                  </a:lnTo>
                  <a:lnTo>
                    <a:pt x="301244" y="23456"/>
                  </a:lnTo>
                  <a:lnTo>
                    <a:pt x="298043" y="23660"/>
                  </a:lnTo>
                  <a:lnTo>
                    <a:pt x="295478" y="24625"/>
                  </a:lnTo>
                  <a:lnTo>
                    <a:pt x="295567" y="26581"/>
                  </a:lnTo>
                  <a:lnTo>
                    <a:pt x="298208" y="27203"/>
                  </a:lnTo>
                  <a:lnTo>
                    <a:pt x="304622" y="26809"/>
                  </a:lnTo>
                  <a:lnTo>
                    <a:pt x="306044" y="26276"/>
                  </a:lnTo>
                  <a:lnTo>
                    <a:pt x="305752" y="27990"/>
                  </a:lnTo>
                  <a:lnTo>
                    <a:pt x="305917" y="31737"/>
                  </a:lnTo>
                  <a:lnTo>
                    <a:pt x="306095" y="35471"/>
                  </a:lnTo>
                  <a:lnTo>
                    <a:pt x="306920" y="38455"/>
                  </a:lnTo>
                  <a:lnTo>
                    <a:pt x="308597" y="38354"/>
                  </a:lnTo>
                  <a:lnTo>
                    <a:pt x="309130" y="35280"/>
                  </a:lnTo>
                  <a:lnTo>
                    <a:pt x="308787" y="27813"/>
                  </a:lnTo>
                  <a:lnTo>
                    <a:pt x="308317" y="26123"/>
                  </a:lnTo>
                  <a:lnTo>
                    <a:pt x="309816" y="26479"/>
                  </a:lnTo>
                  <a:lnTo>
                    <a:pt x="313016" y="26276"/>
                  </a:lnTo>
                  <a:lnTo>
                    <a:pt x="316217" y="26085"/>
                  </a:lnTo>
                  <a:lnTo>
                    <a:pt x="318782" y="25120"/>
                  </a:lnTo>
                  <a:lnTo>
                    <a:pt x="318757" y="24765"/>
                  </a:lnTo>
                  <a:lnTo>
                    <a:pt x="340118" y="49657"/>
                  </a:lnTo>
                  <a:lnTo>
                    <a:pt x="338480" y="49745"/>
                  </a:lnTo>
                  <a:lnTo>
                    <a:pt x="337947" y="52819"/>
                  </a:lnTo>
                  <a:lnTo>
                    <a:pt x="338289" y="60299"/>
                  </a:lnTo>
                  <a:lnTo>
                    <a:pt x="338734" y="61963"/>
                  </a:lnTo>
                  <a:lnTo>
                    <a:pt x="337337" y="61620"/>
                  </a:lnTo>
                  <a:lnTo>
                    <a:pt x="334137" y="61823"/>
                  </a:lnTo>
                  <a:lnTo>
                    <a:pt x="330923" y="62014"/>
                  </a:lnTo>
                  <a:lnTo>
                    <a:pt x="328358" y="62979"/>
                  </a:lnTo>
                  <a:lnTo>
                    <a:pt x="328460" y="64935"/>
                  </a:lnTo>
                  <a:lnTo>
                    <a:pt x="331089" y="65570"/>
                  </a:lnTo>
                  <a:lnTo>
                    <a:pt x="337502" y="65163"/>
                  </a:lnTo>
                  <a:lnTo>
                    <a:pt x="338937" y="64630"/>
                  </a:lnTo>
                  <a:lnTo>
                    <a:pt x="338645" y="66357"/>
                  </a:lnTo>
                  <a:lnTo>
                    <a:pt x="338810" y="70091"/>
                  </a:lnTo>
                  <a:lnTo>
                    <a:pt x="338975" y="73837"/>
                  </a:lnTo>
                  <a:lnTo>
                    <a:pt x="339801" y="76822"/>
                  </a:lnTo>
                  <a:lnTo>
                    <a:pt x="340334" y="76796"/>
                  </a:lnTo>
                  <a:lnTo>
                    <a:pt x="340334" y="50317"/>
                  </a:lnTo>
                  <a:lnTo>
                    <a:pt x="340169" y="49720"/>
                  </a:lnTo>
                  <a:lnTo>
                    <a:pt x="349961" y="61150"/>
                  </a:lnTo>
                  <a:lnTo>
                    <a:pt x="349961" y="50482"/>
                  </a:lnTo>
                  <a:lnTo>
                    <a:pt x="317068" y="12115"/>
                  </a:lnTo>
                  <a:lnTo>
                    <a:pt x="317068" y="22783"/>
                  </a:lnTo>
                  <a:lnTo>
                    <a:pt x="316052" y="22529"/>
                  </a:lnTo>
                  <a:lnTo>
                    <a:pt x="309638" y="22923"/>
                  </a:lnTo>
                  <a:lnTo>
                    <a:pt x="308127" y="23495"/>
                  </a:lnTo>
                  <a:lnTo>
                    <a:pt x="308432" y="21742"/>
                  </a:lnTo>
                  <a:lnTo>
                    <a:pt x="308267" y="18008"/>
                  </a:lnTo>
                  <a:lnTo>
                    <a:pt x="308102" y="14274"/>
                  </a:lnTo>
                  <a:lnTo>
                    <a:pt x="307289" y="11366"/>
                  </a:lnTo>
                  <a:lnTo>
                    <a:pt x="317068" y="22783"/>
                  </a:lnTo>
                  <a:lnTo>
                    <a:pt x="317068" y="12115"/>
                  </a:lnTo>
                  <a:lnTo>
                    <a:pt x="315823" y="10655"/>
                  </a:lnTo>
                  <a:lnTo>
                    <a:pt x="307238" y="647"/>
                  </a:lnTo>
                  <a:lnTo>
                    <a:pt x="307238" y="11303"/>
                  </a:lnTo>
                  <a:lnTo>
                    <a:pt x="306082" y="11366"/>
                  </a:lnTo>
                  <a:lnTo>
                    <a:pt x="306692" y="10655"/>
                  </a:lnTo>
                  <a:lnTo>
                    <a:pt x="307238" y="11303"/>
                  </a:lnTo>
                  <a:lnTo>
                    <a:pt x="307238" y="647"/>
                  </a:lnTo>
                  <a:lnTo>
                    <a:pt x="306692" y="0"/>
                  </a:lnTo>
                  <a:lnTo>
                    <a:pt x="272643" y="39712"/>
                  </a:lnTo>
                  <a:lnTo>
                    <a:pt x="272643" y="61417"/>
                  </a:lnTo>
                  <a:lnTo>
                    <a:pt x="271246" y="61074"/>
                  </a:lnTo>
                  <a:lnTo>
                    <a:pt x="268046" y="61277"/>
                  </a:lnTo>
                  <a:lnTo>
                    <a:pt x="264845" y="61480"/>
                  </a:lnTo>
                  <a:lnTo>
                    <a:pt x="262356" y="62433"/>
                  </a:lnTo>
                  <a:lnTo>
                    <a:pt x="262356" y="64338"/>
                  </a:lnTo>
                  <a:lnTo>
                    <a:pt x="261518" y="63347"/>
                  </a:lnTo>
                  <a:lnTo>
                    <a:pt x="262280" y="62458"/>
                  </a:lnTo>
                  <a:lnTo>
                    <a:pt x="262356" y="64338"/>
                  </a:lnTo>
                  <a:lnTo>
                    <a:pt x="262356" y="62433"/>
                  </a:lnTo>
                  <a:lnTo>
                    <a:pt x="272072" y="51041"/>
                  </a:lnTo>
                  <a:lnTo>
                    <a:pt x="271856" y="52285"/>
                  </a:lnTo>
                  <a:lnTo>
                    <a:pt x="272199" y="59753"/>
                  </a:lnTo>
                  <a:lnTo>
                    <a:pt x="272643" y="61417"/>
                  </a:lnTo>
                  <a:lnTo>
                    <a:pt x="272643" y="39712"/>
                  </a:lnTo>
                  <a:lnTo>
                    <a:pt x="256159" y="58928"/>
                  </a:lnTo>
                  <a:lnTo>
                    <a:pt x="250825" y="52705"/>
                  </a:lnTo>
                  <a:lnTo>
                    <a:pt x="250825" y="63347"/>
                  </a:lnTo>
                  <a:lnTo>
                    <a:pt x="240715" y="75145"/>
                  </a:lnTo>
                  <a:lnTo>
                    <a:pt x="240982" y="73647"/>
                  </a:lnTo>
                  <a:lnTo>
                    <a:pt x="240639" y="66167"/>
                  </a:lnTo>
                  <a:lnTo>
                    <a:pt x="240182" y="64490"/>
                  </a:lnTo>
                  <a:lnTo>
                    <a:pt x="241655" y="64833"/>
                  </a:lnTo>
                  <a:lnTo>
                    <a:pt x="244868" y="64643"/>
                  </a:lnTo>
                  <a:lnTo>
                    <a:pt x="248069" y="64439"/>
                  </a:lnTo>
                  <a:lnTo>
                    <a:pt x="250634" y="63474"/>
                  </a:lnTo>
                  <a:lnTo>
                    <a:pt x="250609" y="63106"/>
                  </a:lnTo>
                  <a:lnTo>
                    <a:pt x="250825" y="63347"/>
                  </a:lnTo>
                  <a:lnTo>
                    <a:pt x="250825" y="52705"/>
                  </a:lnTo>
                  <a:lnTo>
                    <a:pt x="248920" y="50482"/>
                  </a:lnTo>
                  <a:lnTo>
                    <a:pt x="248920" y="61150"/>
                  </a:lnTo>
                  <a:lnTo>
                    <a:pt x="247904" y="60896"/>
                  </a:lnTo>
                  <a:lnTo>
                    <a:pt x="241490" y="61290"/>
                  </a:lnTo>
                  <a:lnTo>
                    <a:pt x="239979" y="61861"/>
                  </a:lnTo>
                  <a:lnTo>
                    <a:pt x="240284" y="60109"/>
                  </a:lnTo>
                  <a:lnTo>
                    <a:pt x="240118" y="56362"/>
                  </a:lnTo>
                  <a:lnTo>
                    <a:pt x="239953" y="52628"/>
                  </a:lnTo>
                  <a:lnTo>
                    <a:pt x="239293" y="50279"/>
                  </a:lnTo>
                  <a:lnTo>
                    <a:pt x="239293" y="76796"/>
                  </a:lnTo>
                  <a:lnTo>
                    <a:pt x="205651" y="116039"/>
                  </a:lnTo>
                  <a:lnTo>
                    <a:pt x="193954" y="102412"/>
                  </a:lnTo>
                  <a:lnTo>
                    <a:pt x="196545" y="103035"/>
                  </a:lnTo>
                  <a:lnTo>
                    <a:pt x="202958" y="102628"/>
                  </a:lnTo>
                  <a:lnTo>
                    <a:pt x="204393" y="102095"/>
                  </a:lnTo>
                  <a:lnTo>
                    <a:pt x="204101" y="103822"/>
                  </a:lnTo>
                  <a:lnTo>
                    <a:pt x="204266" y="107556"/>
                  </a:lnTo>
                  <a:lnTo>
                    <a:pt x="204431" y="111302"/>
                  </a:lnTo>
                  <a:lnTo>
                    <a:pt x="205257" y="114287"/>
                  </a:lnTo>
                  <a:lnTo>
                    <a:pt x="206933" y="114173"/>
                  </a:lnTo>
                  <a:lnTo>
                    <a:pt x="207479" y="111112"/>
                  </a:lnTo>
                  <a:lnTo>
                    <a:pt x="207137" y="103632"/>
                  </a:lnTo>
                  <a:lnTo>
                    <a:pt x="206667" y="101955"/>
                  </a:lnTo>
                  <a:lnTo>
                    <a:pt x="208153" y="102298"/>
                  </a:lnTo>
                  <a:lnTo>
                    <a:pt x="211353" y="102108"/>
                  </a:lnTo>
                  <a:lnTo>
                    <a:pt x="214566" y="101904"/>
                  </a:lnTo>
                  <a:lnTo>
                    <a:pt x="217131" y="100939"/>
                  </a:lnTo>
                  <a:lnTo>
                    <a:pt x="217030" y="98983"/>
                  </a:lnTo>
                  <a:lnTo>
                    <a:pt x="214388" y="98361"/>
                  </a:lnTo>
                  <a:lnTo>
                    <a:pt x="207987" y="98755"/>
                  </a:lnTo>
                  <a:lnTo>
                    <a:pt x="206476" y="99326"/>
                  </a:lnTo>
                  <a:lnTo>
                    <a:pt x="206781" y="97574"/>
                  </a:lnTo>
                  <a:lnTo>
                    <a:pt x="206616" y="93827"/>
                  </a:lnTo>
                  <a:lnTo>
                    <a:pt x="206438" y="90093"/>
                  </a:lnTo>
                  <a:lnTo>
                    <a:pt x="205613" y="87109"/>
                  </a:lnTo>
                  <a:lnTo>
                    <a:pt x="203936" y="87210"/>
                  </a:lnTo>
                  <a:lnTo>
                    <a:pt x="203390" y="90284"/>
                  </a:lnTo>
                  <a:lnTo>
                    <a:pt x="203746" y="97764"/>
                  </a:lnTo>
                  <a:lnTo>
                    <a:pt x="204190" y="99428"/>
                  </a:lnTo>
                  <a:lnTo>
                    <a:pt x="202793" y="99085"/>
                  </a:lnTo>
                  <a:lnTo>
                    <a:pt x="199593" y="99288"/>
                  </a:lnTo>
                  <a:lnTo>
                    <a:pt x="196380" y="99479"/>
                  </a:lnTo>
                  <a:lnTo>
                    <a:pt x="193814" y="100444"/>
                  </a:lnTo>
                  <a:lnTo>
                    <a:pt x="193903" y="102362"/>
                  </a:lnTo>
                  <a:lnTo>
                    <a:pt x="161391" y="64427"/>
                  </a:lnTo>
                  <a:lnTo>
                    <a:pt x="163969" y="65024"/>
                  </a:lnTo>
                  <a:lnTo>
                    <a:pt x="170383" y="64630"/>
                  </a:lnTo>
                  <a:lnTo>
                    <a:pt x="171805" y="64096"/>
                  </a:lnTo>
                  <a:lnTo>
                    <a:pt x="171513" y="65811"/>
                  </a:lnTo>
                  <a:lnTo>
                    <a:pt x="171678" y="69557"/>
                  </a:lnTo>
                  <a:lnTo>
                    <a:pt x="171843" y="73291"/>
                  </a:lnTo>
                  <a:lnTo>
                    <a:pt x="172681" y="76276"/>
                  </a:lnTo>
                  <a:lnTo>
                    <a:pt x="174358" y="76174"/>
                  </a:lnTo>
                  <a:lnTo>
                    <a:pt x="174891" y="73101"/>
                  </a:lnTo>
                  <a:lnTo>
                    <a:pt x="174548" y="65633"/>
                  </a:lnTo>
                  <a:lnTo>
                    <a:pt x="174078" y="63944"/>
                  </a:lnTo>
                  <a:lnTo>
                    <a:pt x="175577" y="64300"/>
                  </a:lnTo>
                  <a:lnTo>
                    <a:pt x="178777" y="64096"/>
                  </a:lnTo>
                  <a:lnTo>
                    <a:pt x="181978" y="63906"/>
                  </a:lnTo>
                  <a:lnTo>
                    <a:pt x="184543" y="62941"/>
                  </a:lnTo>
                  <a:lnTo>
                    <a:pt x="184454" y="60985"/>
                  </a:lnTo>
                  <a:lnTo>
                    <a:pt x="181813" y="60350"/>
                  </a:lnTo>
                  <a:lnTo>
                    <a:pt x="175399" y="60744"/>
                  </a:lnTo>
                  <a:lnTo>
                    <a:pt x="173888" y="61315"/>
                  </a:lnTo>
                  <a:lnTo>
                    <a:pt x="174193" y="59563"/>
                  </a:lnTo>
                  <a:lnTo>
                    <a:pt x="174028" y="55829"/>
                  </a:lnTo>
                  <a:lnTo>
                    <a:pt x="173863" y="52095"/>
                  </a:lnTo>
                  <a:lnTo>
                    <a:pt x="173037" y="49110"/>
                  </a:lnTo>
                  <a:lnTo>
                    <a:pt x="172656" y="49136"/>
                  </a:lnTo>
                  <a:lnTo>
                    <a:pt x="204431" y="12077"/>
                  </a:lnTo>
                  <a:lnTo>
                    <a:pt x="204012" y="14465"/>
                  </a:lnTo>
                  <a:lnTo>
                    <a:pt x="204368" y="21932"/>
                  </a:lnTo>
                  <a:lnTo>
                    <a:pt x="204812" y="23596"/>
                  </a:lnTo>
                  <a:lnTo>
                    <a:pt x="203415" y="23253"/>
                  </a:lnTo>
                  <a:lnTo>
                    <a:pt x="200215" y="23456"/>
                  </a:lnTo>
                  <a:lnTo>
                    <a:pt x="197002" y="23660"/>
                  </a:lnTo>
                  <a:lnTo>
                    <a:pt x="194437" y="24625"/>
                  </a:lnTo>
                  <a:lnTo>
                    <a:pt x="194538" y="26581"/>
                  </a:lnTo>
                  <a:lnTo>
                    <a:pt x="197167" y="27203"/>
                  </a:lnTo>
                  <a:lnTo>
                    <a:pt x="203581" y="26809"/>
                  </a:lnTo>
                  <a:lnTo>
                    <a:pt x="205003" y="26276"/>
                  </a:lnTo>
                  <a:lnTo>
                    <a:pt x="204711" y="27990"/>
                  </a:lnTo>
                  <a:lnTo>
                    <a:pt x="204889" y="31737"/>
                  </a:lnTo>
                  <a:lnTo>
                    <a:pt x="205054" y="35471"/>
                  </a:lnTo>
                  <a:lnTo>
                    <a:pt x="205879" y="38455"/>
                  </a:lnTo>
                  <a:lnTo>
                    <a:pt x="207556" y="38354"/>
                  </a:lnTo>
                  <a:lnTo>
                    <a:pt x="208102" y="35280"/>
                  </a:lnTo>
                  <a:lnTo>
                    <a:pt x="207759" y="27813"/>
                  </a:lnTo>
                  <a:lnTo>
                    <a:pt x="207289" y="26123"/>
                  </a:lnTo>
                  <a:lnTo>
                    <a:pt x="208775" y="26479"/>
                  </a:lnTo>
                  <a:lnTo>
                    <a:pt x="211975" y="26276"/>
                  </a:lnTo>
                  <a:lnTo>
                    <a:pt x="215188" y="26085"/>
                  </a:lnTo>
                  <a:lnTo>
                    <a:pt x="217754" y="25120"/>
                  </a:lnTo>
                  <a:lnTo>
                    <a:pt x="217728" y="24777"/>
                  </a:lnTo>
                  <a:lnTo>
                    <a:pt x="239077" y="49657"/>
                  </a:lnTo>
                  <a:lnTo>
                    <a:pt x="237451" y="49745"/>
                  </a:lnTo>
                  <a:lnTo>
                    <a:pt x="236905" y="52819"/>
                  </a:lnTo>
                  <a:lnTo>
                    <a:pt x="237248" y="60299"/>
                  </a:lnTo>
                  <a:lnTo>
                    <a:pt x="237693" y="61963"/>
                  </a:lnTo>
                  <a:lnTo>
                    <a:pt x="236296" y="61620"/>
                  </a:lnTo>
                  <a:lnTo>
                    <a:pt x="233095" y="61823"/>
                  </a:lnTo>
                  <a:lnTo>
                    <a:pt x="229895" y="62014"/>
                  </a:lnTo>
                  <a:lnTo>
                    <a:pt x="227330" y="62979"/>
                  </a:lnTo>
                  <a:lnTo>
                    <a:pt x="227418" y="64935"/>
                  </a:lnTo>
                  <a:lnTo>
                    <a:pt x="230060" y="65570"/>
                  </a:lnTo>
                  <a:lnTo>
                    <a:pt x="236461" y="65163"/>
                  </a:lnTo>
                  <a:lnTo>
                    <a:pt x="237896" y="64630"/>
                  </a:lnTo>
                  <a:lnTo>
                    <a:pt x="237604" y="66357"/>
                  </a:lnTo>
                  <a:lnTo>
                    <a:pt x="237769" y="70091"/>
                  </a:lnTo>
                  <a:lnTo>
                    <a:pt x="237934" y="73837"/>
                  </a:lnTo>
                  <a:lnTo>
                    <a:pt x="238760" y="76822"/>
                  </a:lnTo>
                  <a:lnTo>
                    <a:pt x="239293" y="76796"/>
                  </a:lnTo>
                  <a:lnTo>
                    <a:pt x="239293" y="50279"/>
                  </a:lnTo>
                  <a:lnTo>
                    <a:pt x="239141" y="49733"/>
                  </a:lnTo>
                  <a:lnTo>
                    <a:pt x="248920" y="61150"/>
                  </a:lnTo>
                  <a:lnTo>
                    <a:pt x="248920" y="50482"/>
                  </a:lnTo>
                  <a:lnTo>
                    <a:pt x="216027" y="12103"/>
                  </a:lnTo>
                  <a:lnTo>
                    <a:pt x="216027" y="22783"/>
                  </a:lnTo>
                  <a:lnTo>
                    <a:pt x="215011" y="22529"/>
                  </a:lnTo>
                  <a:lnTo>
                    <a:pt x="208610" y="22923"/>
                  </a:lnTo>
                  <a:lnTo>
                    <a:pt x="207098" y="23495"/>
                  </a:lnTo>
                  <a:lnTo>
                    <a:pt x="207403" y="21742"/>
                  </a:lnTo>
                  <a:lnTo>
                    <a:pt x="207238" y="18008"/>
                  </a:lnTo>
                  <a:lnTo>
                    <a:pt x="207060" y="14274"/>
                  </a:lnTo>
                  <a:lnTo>
                    <a:pt x="206248" y="11366"/>
                  </a:lnTo>
                  <a:lnTo>
                    <a:pt x="216027" y="22783"/>
                  </a:lnTo>
                  <a:lnTo>
                    <a:pt x="216027" y="12103"/>
                  </a:lnTo>
                  <a:lnTo>
                    <a:pt x="214795" y="10655"/>
                  </a:lnTo>
                  <a:lnTo>
                    <a:pt x="206197" y="647"/>
                  </a:lnTo>
                  <a:lnTo>
                    <a:pt x="206197" y="11303"/>
                  </a:lnTo>
                  <a:lnTo>
                    <a:pt x="205041" y="11366"/>
                  </a:lnTo>
                  <a:lnTo>
                    <a:pt x="205651" y="10655"/>
                  </a:lnTo>
                  <a:lnTo>
                    <a:pt x="206197" y="11303"/>
                  </a:lnTo>
                  <a:lnTo>
                    <a:pt x="206197" y="647"/>
                  </a:lnTo>
                  <a:lnTo>
                    <a:pt x="205651" y="0"/>
                  </a:lnTo>
                  <a:lnTo>
                    <a:pt x="171602" y="39725"/>
                  </a:lnTo>
                  <a:lnTo>
                    <a:pt x="171602" y="61417"/>
                  </a:lnTo>
                  <a:lnTo>
                    <a:pt x="170205" y="61074"/>
                  </a:lnTo>
                  <a:lnTo>
                    <a:pt x="167005" y="61277"/>
                  </a:lnTo>
                  <a:lnTo>
                    <a:pt x="163804" y="61480"/>
                  </a:lnTo>
                  <a:lnTo>
                    <a:pt x="161315" y="62433"/>
                  </a:lnTo>
                  <a:lnTo>
                    <a:pt x="161315" y="64338"/>
                  </a:lnTo>
                  <a:lnTo>
                    <a:pt x="160477" y="63347"/>
                  </a:lnTo>
                  <a:lnTo>
                    <a:pt x="161239" y="62458"/>
                  </a:lnTo>
                  <a:lnTo>
                    <a:pt x="161315" y="64338"/>
                  </a:lnTo>
                  <a:lnTo>
                    <a:pt x="161315" y="62433"/>
                  </a:lnTo>
                  <a:lnTo>
                    <a:pt x="171030" y="51041"/>
                  </a:lnTo>
                  <a:lnTo>
                    <a:pt x="170815" y="52285"/>
                  </a:lnTo>
                  <a:lnTo>
                    <a:pt x="171157" y="59753"/>
                  </a:lnTo>
                  <a:lnTo>
                    <a:pt x="171602" y="61417"/>
                  </a:lnTo>
                  <a:lnTo>
                    <a:pt x="171602" y="39725"/>
                  </a:lnTo>
                  <a:lnTo>
                    <a:pt x="151345" y="63347"/>
                  </a:lnTo>
                  <a:lnTo>
                    <a:pt x="205651" y="126695"/>
                  </a:lnTo>
                  <a:lnTo>
                    <a:pt x="214795" y="116039"/>
                  </a:lnTo>
                  <a:lnTo>
                    <a:pt x="256159" y="67779"/>
                  </a:lnTo>
                  <a:lnTo>
                    <a:pt x="306692" y="126695"/>
                  </a:lnTo>
                  <a:lnTo>
                    <a:pt x="315823" y="116039"/>
                  </a:lnTo>
                  <a:lnTo>
                    <a:pt x="360997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2" name="object 2132" descr=""/>
            <p:cNvSpPr/>
            <p:nvPr/>
          </p:nvSpPr>
          <p:spPr>
            <a:xfrm>
              <a:off x="8095678" y="8013681"/>
              <a:ext cx="361315" cy="204470"/>
            </a:xfrm>
            <a:custGeom>
              <a:avLst/>
              <a:gdLst/>
              <a:ahLst/>
              <a:cxnLst/>
              <a:rect l="l" t="t" r="r" b="b"/>
              <a:pathLst>
                <a:path w="361315" h="204470">
                  <a:moveTo>
                    <a:pt x="310451" y="140512"/>
                  </a:moveTo>
                  <a:lnTo>
                    <a:pt x="301320" y="129870"/>
                  </a:lnTo>
                  <a:lnTo>
                    <a:pt x="301320" y="140512"/>
                  </a:lnTo>
                  <a:lnTo>
                    <a:pt x="291198" y="152311"/>
                  </a:lnTo>
                  <a:lnTo>
                    <a:pt x="291477" y="150799"/>
                  </a:lnTo>
                  <a:lnTo>
                    <a:pt x="291134" y="143319"/>
                  </a:lnTo>
                  <a:lnTo>
                    <a:pt x="290677" y="141655"/>
                  </a:lnTo>
                  <a:lnTo>
                    <a:pt x="292150" y="141998"/>
                  </a:lnTo>
                  <a:lnTo>
                    <a:pt x="295363" y="141795"/>
                  </a:lnTo>
                  <a:lnTo>
                    <a:pt x="298564" y="141592"/>
                  </a:lnTo>
                  <a:lnTo>
                    <a:pt x="301129" y="140639"/>
                  </a:lnTo>
                  <a:lnTo>
                    <a:pt x="301104" y="140271"/>
                  </a:lnTo>
                  <a:lnTo>
                    <a:pt x="301320" y="140512"/>
                  </a:lnTo>
                  <a:lnTo>
                    <a:pt x="301320" y="129870"/>
                  </a:lnTo>
                  <a:lnTo>
                    <a:pt x="299402" y="127622"/>
                  </a:lnTo>
                  <a:lnTo>
                    <a:pt x="299402" y="138290"/>
                  </a:lnTo>
                  <a:lnTo>
                    <a:pt x="298399" y="138049"/>
                  </a:lnTo>
                  <a:lnTo>
                    <a:pt x="291985" y="138442"/>
                  </a:lnTo>
                  <a:lnTo>
                    <a:pt x="290474" y="139014"/>
                  </a:lnTo>
                  <a:lnTo>
                    <a:pt x="290779" y="137261"/>
                  </a:lnTo>
                  <a:lnTo>
                    <a:pt x="290614" y="133527"/>
                  </a:lnTo>
                  <a:lnTo>
                    <a:pt x="290449" y="129794"/>
                  </a:lnTo>
                  <a:lnTo>
                    <a:pt x="289801" y="127495"/>
                  </a:lnTo>
                  <a:lnTo>
                    <a:pt x="289801" y="153949"/>
                  </a:lnTo>
                  <a:lnTo>
                    <a:pt x="256146" y="193205"/>
                  </a:lnTo>
                  <a:lnTo>
                    <a:pt x="244462" y="179578"/>
                  </a:lnTo>
                  <a:lnTo>
                    <a:pt x="247040" y="180187"/>
                  </a:lnTo>
                  <a:lnTo>
                    <a:pt x="253453" y="179793"/>
                  </a:lnTo>
                  <a:lnTo>
                    <a:pt x="254876" y="179260"/>
                  </a:lnTo>
                  <a:lnTo>
                    <a:pt x="254584" y="180975"/>
                  </a:lnTo>
                  <a:lnTo>
                    <a:pt x="254762" y="184721"/>
                  </a:lnTo>
                  <a:lnTo>
                    <a:pt x="254927" y="188455"/>
                  </a:lnTo>
                  <a:lnTo>
                    <a:pt x="255752" y="191439"/>
                  </a:lnTo>
                  <a:lnTo>
                    <a:pt x="257429" y="191338"/>
                  </a:lnTo>
                  <a:lnTo>
                    <a:pt x="257975" y="188264"/>
                  </a:lnTo>
                  <a:lnTo>
                    <a:pt x="257632" y="180784"/>
                  </a:lnTo>
                  <a:lnTo>
                    <a:pt x="257162" y="179108"/>
                  </a:lnTo>
                  <a:lnTo>
                    <a:pt x="258648" y="179463"/>
                  </a:lnTo>
                  <a:lnTo>
                    <a:pt x="261848" y="179260"/>
                  </a:lnTo>
                  <a:lnTo>
                    <a:pt x="265049" y="179057"/>
                  </a:lnTo>
                  <a:lnTo>
                    <a:pt x="267614" y="178104"/>
                  </a:lnTo>
                  <a:lnTo>
                    <a:pt x="267525" y="176136"/>
                  </a:lnTo>
                  <a:lnTo>
                    <a:pt x="264883" y="175514"/>
                  </a:lnTo>
                  <a:lnTo>
                    <a:pt x="258483" y="175907"/>
                  </a:lnTo>
                  <a:lnTo>
                    <a:pt x="256971" y="176479"/>
                  </a:lnTo>
                  <a:lnTo>
                    <a:pt x="257276" y="174726"/>
                  </a:lnTo>
                  <a:lnTo>
                    <a:pt x="257111" y="170992"/>
                  </a:lnTo>
                  <a:lnTo>
                    <a:pt x="256933" y="167259"/>
                  </a:lnTo>
                  <a:lnTo>
                    <a:pt x="256108" y="164274"/>
                  </a:lnTo>
                  <a:lnTo>
                    <a:pt x="254431" y="164376"/>
                  </a:lnTo>
                  <a:lnTo>
                    <a:pt x="253885" y="167436"/>
                  </a:lnTo>
                  <a:lnTo>
                    <a:pt x="254241" y="174917"/>
                  </a:lnTo>
                  <a:lnTo>
                    <a:pt x="254685" y="176580"/>
                  </a:lnTo>
                  <a:lnTo>
                    <a:pt x="253288" y="176237"/>
                  </a:lnTo>
                  <a:lnTo>
                    <a:pt x="250075" y="176441"/>
                  </a:lnTo>
                  <a:lnTo>
                    <a:pt x="246875" y="176644"/>
                  </a:lnTo>
                  <a:lnTo>
                    <a:pt x="244309" y="177609"/>
                  </a:lnTo>
                  <a:lnTo>
                    <a:pt x="244398" y="179527"/>
                  </a:lnTo>
                  <a:lnTo>
                    <a:pt x="211874" y="141566"/>
                  </a:lnTo>
                  <a:lnTo>
                    <a:pt x="214464" y="142189"/>
                  </a:lnTo>
                  <a:lnTo>
                    <a:pt x="220865" y="141782"/>
                  </a:lnTo>
                  <a:lnTo>
                    <a:pt x="222300" y="141249"/>
                  </a:lnTo>
                  <a:lnTo>
                    <a:pt x="222008" y="142976"/>
                  </a:lnTo>
                  <a:lnTo>
                    <a:pt x="222173" y="146710"/>
                  </a:lnTo>
                  <a:lnTo>
                    <a:pt x="222338" y="150444"/>
                  </a:lnTo>
                  <a:lnTo>
                    <a:pt x="223177" y="153428"/>
                  </a:lnTo>
                  <a:lnTo>
                    <a:pt x="224840" y="153327"/>
                  </a:lnTo>
                  <a:lnTo>
                    <a:pt x="225386" y="150266"/>
                  </a:lnTo>
                  <a:lnTo>
                    <a:pt x="225044" y="142786"/>
                  </a:lnTo>
                  <a:lnTo>
                    <a:pt x="224586" y="141109"/>
                  </a:lnTo>
                  <a:lnTo>
                    <a:pt x="226060" y="141452"/>
                  </a:lnTo>
                  <a:lnTo>
                    <a:pt x="229273" y="141262"/>
                  </a:lnTo>
                  <a:lnTo>
                    <a:pt x="232473" y="141058"/>
                  </a:lnTo>
                  <a:lnTo>
                    <a:pt x="235038" y="140093"/>
                  </a:lnTo>
                  <a:lnTo>
                    <a:pt x="234950" y="138137"/>
                  </a:lnTo>
                  <a:lnTo>
                    <a:pt x="232308" y="137502"/>
                  </a:lnTo>
                  <a:lnTo>
                    <a:pt x="225894" y="137909"/>
                  </a:lnTo>
                  <a:lnTo>
                    <a:pt x="224383" y="138480"/>
                  </a:lnTo>
                  <a:lnTo>
                    <a:pt x="224688" y="136728"/>
                  </a:lnTo>
                  <a:lnTo>
                    <a:pt x="224523" y="132981"/>
                  </a:lnTo>
                  <a:lnTo>
                    <a:pt x="224358" y="129247"/>
                  </a:lnTo>
                  <a:lnTo>
                    <a:pt x="223532" y="126263"/>
                  </a:lnTo>
                  <a:lnTo>
                    <a:pt x="223164" y="126288"/>
                  </a:lnTo>
                  <a:lnTo>
                    <a:pt x="254927" y="89242"/>
                  </a:lnTo>
                  <a:lnTo>
                    <a:pt x="254508" y="91617"/>
                  </a:lnTo>
                  <a:lnTo>
                    <a:pt x="254863" y="99098"/>
                  </a:lnTo>
                  <a:lnTo>
                    <a:pt x="255308" y="100761"/>
                  </a:lnTo>
                  <a:lnTo>
                    <a:pt x="253911" y="100418"/>
                  </a:lnTo>
                  <a:lnTo>
                    <a:pt x="250698" y="100622"/>
                  </a:lnTo>
                  <a:lnTo>
                    <a:pt x="247497" y="100812"/>
                  </a:lnTo>
                  <a:lnTo>
                    <a:pt x="244932" y="101777"/>
                  </a:lnTo>
                  <a:lnTo>
                    <a:pt x="245033" y="103733"/>
                  </a:lnTo>
                  <a:lnTo>
                    <a:pt x="247662" y="104368"/>
                  </a:lnTo>
                  <a:lnTo>
                    <a:pt x="254076" y="103962"/>
                  </a:lnTo>
                  <a:lnTo>
                    <a:pt x="255498" y="103441"/>
                  </a:lnTo>
                  <a:lnTo>
                    <a:pt x="255206" y="105156"/>
                  </a:lnTo>
                  <a:lnTo>
                    <a:pt x="255384" y="108889"/>
                  </a:lnTo>
                  <a:lnTo>
                    <a:pt x="255549" y="112623"/>
                  </a:lnTo>
                  <a:lnTo>
                    <a:pt x="256374" y="115608"/>
                  </a:lnTo>
                  <a:lnTo>
                    <a:pt x="258051" y="115506"/>
                  </a:lnTo>
                  <a:lnTo>
                    <a:pt x="258597" y="112445"/>
                  </a:lnTo>
                  <a:lnTo>
                    <a:pt x="258241" y="104965"/>
                  </a:lnTo>
                  <a:lnTo>
                    <a:pt x="257784" y="103289"/>
                  </a:lnTo>
                  <a:lnTo>
                    <a:pt x="259270" y="103632"/>
                  </a:lnTo>
                  <a:lnTo>
                    <a:pt x="262470" y="103441"/>
                  </a:lnTo>
                  <a:lnTo>
                    <a:pt x="265671" y="103238"/>
                  </a:lnTo>
                  <a:lnTo>
                    <a:pt x="268236" y="102273"/>
                  </a:lnTo>
                  <a:lnTo>
                    <a:pt x="268211" y="101930"/>
                  </a:lnTo>
                  <a:lnTo>
                    <a:pt x="289572" y="126822"/>
                  </a:lnTo>
                  <a:lnTo>
                    <a:pt x="287947" y="126911"/>
                  </a:lnTo>
                  <a:lnTo>
                    <a:pt x="287401" y="129971"/>
                  </a:lnTo>
                  <a:lnTo>
                    <a:pt x="287743" y="137452"/>
                  </a:lnTo>
                  <a:lnTo>
                    <a:pt x="288188" y="139115"/>
                  </a:lnTo>
                  <a:lnTo>
                    <a:pt x="286791" y="138772"/>
                  </a:lnTo>
                  <a:lnTo>
                    <a:pt x="283591" y="138976"/>
                  </a:lnTo>
                  <a:lnTo>
                    <a:pt x="280377" y="139179"/>
                  </a:lnTo>
                  <a:lnTo>
                    <a:pt x="277812" y="140144"/>
                  </a:lnTo>
                  <a:lnTo>
                    <a:pt x="277914" y="142100"/>
                  </a:lnTo>
                  <a:lnTo>
                    <a:pt x="280555" y="142722"/>
                  </a:lnTo>
                  <a:lnTo>
                    <a:pt x="286956" y="142328"/>
                  </a:lnTo>
                  <a:lnTo>
                    <a:pt x="288391" y="141795"/>
                  </a:lnTo>
                  <a:lnTo>
                    <a:pt x="288099" y="143510"/>
                  </a:lnTo>
                  <a:lnTo>
                    <a:pt x="288264" y="147256"/>
                  </a:lnTo>
                  <a:lnTo>
                    <a:pt x="288429" y="150990"/>
                  </a:lnTo>
                  <a:lnTo>
                    <a:pt x="289255" y="153974"/>
                  </a:lnTo>
                  <a:lnTo>
                    <a:pt x="289801" y="153949"/>
                  </a:lnTo>
                  <a:lnTo>
                    <a:pt x="289801" y="127495"/>
                  </a:lnTo>
                  <a:lnTo>
                    <a:pt x="289636" y="126898"/>
                  </a:lnTo>
                  <a:lnTo>
                    <a:pt x="299402" y="138290"/>
                  </a:lnTo>
                  <a:lnTo>
                    <a:pt x="299402" y="127622"/>
                  </a:lnTo>
                  <a:lnTo>
                    <a:pt x="266509" y="89255"/>
                  </a:lnTo>
                  <a:lnTo>
                    <a:pt x="266509" y="99936"/>
                  </a:lnTo>
                  <a:lnTo>
                    <a:pt x="265506" y="99695"/>
                  </a:lnTo>
                  <a:lnTo>
                    <a:pt x="259105" y="100088"/>
                  </a:lnTo>
                  <a:lnTo>
                    <a:pt x="257594" y="100660"/>
                  </a:lnTo>
                  <a:lnTo>
                    <a:pt x="257898" y="98907"/>
                  </a:lnTo>
                  <a:lnTo>
                    <a:pt x="257721" y="95161"/>
                  </a:lnTo>
                  <a:lnTo>
                    <a:pt x="257556" y="91427"/>
                  </a:lnTo>
                  <a:lnTo>
                    <a:pt x="256743" y="88531"/>
                  </a:lnTo>
                  <a:lnTo>
                    <a:pt x="266509" y="99936"/>
                  </a:lnTo>
                  <a:lnTo>
                    <a:pt x="266509" y="89255"/>
                  </a:lnTo>
                  <a:lnTo>
                    <a:pt x="265290" y="87820"/>
                  </a:lnTo>
                  <a:lnTo>
                    <a:pt x="256679" y="77787"/>
                  </a:lnTo>
                  <a:lnTo>
                    <a:pt x="256679" y="88455"/>
                  </a:lnTo>
                  <a:lnTo>
                    <a:pt x="255549" y="88519"/>
                  </a:lnTo>
                  <a:lnTo>
                    <a:pt x="256146" y="87820"/>
                  </a:lnTo>
                  <a:lnTo>
                    <a:pt x="256679" y="88455"/>
                  </a:lnTo>
                  <a:lnTo>
                    <a:pt x="256679" y="77787"/>
                  </a:lnTo>
                  <a:lnTo>
                    <a:pt x="256146" y="77165"/>
                  </a:lnTo>
                  <a:lnTo>
                    <a:pt x="222097" y="116890"/>
                  </a:lnTo>
                  <a:lnTo>
                    <a:pt x="222097" y="138582"/>
                  </a:lnTo>
                  <a:lnTo>
                    <a:pt x="220700" y="138239"/>
                  </a:lnTo>
                  <a:lnTo>
                    <a:pt x="217500" y="138442"/>
                  </a:lnTo>
                  <a:lnTo>
                    <a:pt x="214299" y="138633"/>
                  </a:lnTo>
                  <a:lnTo>
                    <a:pt x="211810" y="139585"/>
                  </a:lnTo>
                  <a:lnTo>
                    <a:pt x="211810" y="141503"/>
                  </a:lnTo>
                  <a:lnTo>
                    <a:pt x="210972" y="140512"/>
                  </a:lnTo>
                  <a:lnTo>
                    <a:pt x="211734" y="139623"/>
                  </a:lnTo>
                  <a:lnTo>
                    <a:pt x="211810" y="141503"/>
                  </a:lnTo>
                  <a:lnTo>
                    <a:pt x="211810" y="139585"/>
                  </a:lnTo>
                  <a:lnTo>
                    <a:pt x="221526" y="128206"/>
                  </a:lnTo>
                  <a:lnTo>
                    <a:pt x="221310" y="129438"/>
                  </a:lnTo>
                  <a:lnTo>
                    <a:pt x="221653" y="136918"/>
                  </a:lnTo>
                  <a:lnTo>
                    <a:pt x="222097" y="138582"/>
                  </a:lnTo>
                  <a:lnTo>
                    <a:pt x="222097" y="116890"/>
                  </a:lnTo>
                  <a:lnTo>
                    <a:pt x="204965" y="136867"/>
                  </a:lnTo>
                  <a:lnTo>
                    <a:pt x="198970" y="129882"/>
                  </a:lnTo>
                  <a:lnTo>
                    <a:pt x="198970" y="140512"/>
                  </a:lnTo>
                  <a:lnTo>
                    <a:pt x="188849" y="152311"/>
                  </a:lnTo>
                  <a:lnTo>
                    <a:pt x="189128" y="150799"/>
                  </a:lnTo>
                  <a:lnTo>
                    <a:pt x="188785" y="143319"/>
                  </a:lnTo>
                  <a:lnTo>
                    <a:pt x="188315" y="141643"/>
                  </a:lnTo>
                  <a:lnTo>
                    <a:pt x="189801" y="141998"/>
                  </a:lnTo>
                  <a:lnTo>
                    <a:pt x="193001" y="141795"/>
                  </a:lnTo>
                  <a:lnTo>
                    <a:pt x="196202" y="141592"/>
                  </a:lnTo>
                  <a:lnTo>
                    <a:pt x="198767" y="140639"/>
                  </a:lnTo>
                  <a:lnTo>
                    <a:pt x="198742" y="140258"/>
                  </a:lnTo>
                  <a:lnTo>
                    <a:pt x="198970" y="140512"/>
                  </a:lnTo>
                  <a:lnTo>
                    <a:pt x="198970" y="129882"/>
                  </a:lnTo>
                  <a:lnTo>
                    <a:pt x="197053" y="127647"/>
                  </a:lnTo>
                  <a:lnTo>
                    <a:pt x="197053" y="138303"/>
                  </a:lnTo>
                  <a:lnTo>
                    <a:pt x="196037" y="138049"/>
                  </a:lnTo>
                  <a:lnTo>
                    <a:pt x="189636" y="138442"/>
                  </a:lnTo>
                  <a:lnTo>
                    <a:pt x="188125" y="139014"/>
                  </a:lnTo>
                  <a:lnTo>
                    <a:pt x="188429" y="137261"/>
                  </a:lnTo>
                  <a:lnTo>
                    <a:pt x="188264" y="133527"/>
                  </a:lnTo>
                  <a:lnTo>
                    <a:pt x="188087" y="129794"/>
                  </a:lnTo>
                  <a:lnTo>
                    <a:pt x="187452" y="127533"/>
                  </a:lnTo>
                  <a:lnTo>
                    <a:pt x="187452" y="153949"/>
                  </a:lnTo>
                  <a:lnTo>
                    <a:pt x="153797" y="193205"/>
                  </a:lnTo>
                  <a:lnTo>
                    <a:pt x="142113" y="179590"/>
                  </a:lnTo>
                  <a:lnTo>
                    <a:pt x="144691" y="180187"/>
                  </a:lnTo>
                  <a:lnTo>
                    <a:pt x="151104" y="179793"/>
                  </a:lnTo>
                  <a:lnTo>
                    <a:pt x="152527" y="179260"/>
                  </a:lnTo>
                  <a:lnTo>
                    <a:pt x="152234" y="180975"/>
                  </a:lnTo>
                  <a:lnTo>
                    <a:pt x="152400" y="184721"/>
                  </a:lnTo>
                  <a:lnTo>
                    <a:pt x="152565" y="188455"/>
                  </a:lnTo>
                  <a:lnTo>
                    <a:pt x="153403" y="191439"/>
                  </a:lnTo>
                  <a:lnTo>
                    <a:pt x="155079" y="191338"/>
                  </a:lnTo>
                  <a:lnTo>
                    <a:pt x="155613" y="188264"/>
                  </a:lnTo>
                  <a:lnTo>
                    <a:pt x="155270" y="180784"/>
                  </a:lnTo>
                  <a:lnTo>
                    <a:pt x="154813" y="179108"/>
                  </a:lnTo>
                  <a:lnTo>
                    <a:pt x="156298" y="179463"/>
                  </a:lnTo>
                  <a:lnTo>
                    <a:pt x="159499" y="179260"/>
                  </a:lnTo>
                  <a:lnTo>
                    <a:pt x="162699" y="179057"/>
                  </a:lnTo>
                  <a:lnTo>
                    <a:pt x="165265" y="178104"/>
                  </a:lnTo>
                  <a:lnTo>
                    <a:pt x="165176" y="176136"/>
                  </a:lnTo>
                  <a:lnTo>
                    <a:pt x="162534" y="175514"/>
                  </a:lnTo>
                  <a:lnTo>
                    <a:pt x="156121" y="175907"/>
                  </a:lnTo>
                  <a:lnTo>
                    <a:pt x="154609" y="176479"/>
                  </a:lnTo>
                  <a:lnTo>
                    <a:pt x="154927" y="174726"/>
                  </a:lnTo>
                  <a:lnTo>
                    <a:pt x="154749" y="170992"/>
                  </a:lnTo>
                  <a:lnTo>
                    <a:pt x="154584" y="167259"/>
                  </a:lnTo>
                  <a:lnTo>
                    <a:pt x="153758" y="164274"/>
                  </a:lnTo>
                  <a:lnTo>
                    <a:pt x="152082" y="164376"/>
                  </a:lnTo>
                  <a:lnTo>
                    <a:pt x="151536" y="167436"/>
                  </a:lnTo>
                  <a:lnTo>
                    <a:pt x="151879" y="174917"/>
                  </a:lnTo>
                  <a:lnTo>
                    <a:pt x="152323" y="176580"/>
                  </a:lnTo>
                  <a:lnTo>
                    <a:pt x="150926" y="176237"/>
                  </a:lnTo>
                  <a:lnTo>
                    <a:pt x="147726" y="176441"/>
                  </a:lnTo>
                  <a:lnTo>
                    <a:pt x="144526" y="176644"/>
                  </a:lnTo>
                  <a:lnTo>
                    <a:pt x="141960" y="177609"/>
                  </a:lnTo>
                  <a:lnTo>
                    <a:pt x="142036" y="179501"/>
                  </a:lnTo>
                  <a:lnTo>
                    <a:pt x="109524" y="141566"/>
                  </a:lnTo>
                  <a:lnTo>
                    <a:pt x="112115" y="142189"/>
                  </a:lnTo>
                  <a:lnTo>
                    <a:pt x="118516" y="141782"/>
                  </a:lnTo>
                  <a:lnTo>
                    <a:pt x="119951" y="141249"/>
                  </a:lnTo>
                  <a:lnTo>
                    <a:pt x="119659" y="142976"/>
                  </a:lnTo>
                  <a:lnTo>
                    <a:pt x="119824" y="146710"/>
                  </a:lnTo>
                  <a:lnTo>
                    <a:pt x="119989" y="150444"/>
                  </a:lnTo>
                  <a:lnTo>
                    <a:pt x="120815" y="153428"/>
                  </a:lnTo>
                  <a:lnTo>
                    <a:pt x="122491" y="153327"/>
                  </a:lnTo>
                  <a:lnTo>
                    <a:pt x="123037" y="150266"/>
                  </a:lnTo>
                  <a:lnTo>
                    <a:pt x="122694" y="142786"/>
                  </a:lnTo>
                  <a:lnTo>
                    <a:pt x="122224" y="141109"/>
                  </a:lnTo>
                  <a:lnTo>
                    <a:pt x="123710" y="141452"/>
                  </a:lnTo>
                  <a:lnTo>
                    <a:pt x="126911" y="141262"/>
                  </a:lnTo>
                  <a:lnTo>
                    <a:pt x="130124" y="141058"/>
                  </a:lnTo>
                  <a:lnTo>
                    <a:pt x="132689" y="140093"/>
                  </a:lnTo>
                  <a:lnTo>
                    <a:pt x="132588" y="138137"/>
                  </a:lnTo>
                  <a:lnTo>
                    <a:pt x="129946" y="137502"/>
                  </a:lnTo>
                  <a:lnTo>
                    <a:pt x="123545" y="137909"/>
                  </a:lnTo>
                  <a:lnTo>
                    <a:pt x="122034" y="138480"/>
                  </a:lnTo>
                  <a:lnTo>
                    <a:pt x="122339" y="136728"/>
                  </a:lnTo>
                  <a:lnTo>
                    <a:pt x="122174" y="132981"/>
                  </a:lnTo>
                  <a:lnTo>
                    <a:pt x="122008" y="129247"/>
                  </a:lnTo>
                  <a:lnTo>
                    <a:pt x="121170" y="126263"/>
                  </a:lnTo>
                  <a:lnTo>
                    <a:pt x="120815" y="126288"/>
                  </a:lnTo>
                  <a:lnTo>
                    <a:pt x="152577" y="89242"/>
                  </a:lnTo>
                  <a:lnTo>
                    <a:pt x="152158" y="91617"/>
                  </a:lnTo>
                  <a:lnTo>
                    <a:pt x="152501" y="99098"/>
                  </a:lnTo>
                  <a:lnTo>
                    <a:pt x="152946" y="100761"/>
                  </a:lnTo>
                  <a:lnTo>
                    <a:pt x="151549" y="100418"/>
                  </a:lnTo>
                  <a:lnTo>
                    <a:pt x="148348" y="100622"/>
                  </a:lnTo>
                  <a:lnTo>
                    <a:pt x="145148" y="100812"/>
                  </a:lnTo>
                  <a:lnTo>
                    <a:pt x="142582" y="101777"/>
                  </a:lnTo>
                  <a:lnTo>
                    <a:pt x="142671" y="103733"/>
                  </a:lnTo>
                  <a:lnTo>
                    <a:pt x="145313" y="104368"/>
                  </a:lnTo>
                  <a:lnTo>
                    <a:pt x="151726" y="103962"/>
                  </a:lnTo>
                  <a:lnTo>
                    <a:pt x="153149" y="103441"/>
                  </a:lnTo>
                  <a:lnTo>
                    <a:pt x="152857" y="105156"/>
                  </a:lnTo>
                  <a:lnTo>
                    <a:pt x="153022" y="108889"/>
                  </a:lnTo>
                  <a:lnTo>
                    <a:pt x="153187" y="112623"/>
                  </a:lnTo>
                  <a:lnTo>
                    <a:pt x="154025" y="115608"/>
                  </a:lnTo>
                  <a:lnTo>
                    <a:pt x="155689" y="115506"/>
                  </a:lnTo>
                  <a:lnTo>
                    <a:pt x="156235" y="112445"/>
                  </a:lnTo>
                  <a:lnTo>
                    <a:pt x="155892" y="104965"/>
                  </a:lnTo>
                  <a:lnTo>
                    <a:pt x="155435" y="103289"/>
                  </a:lnTo>
                  <a:lnTo>
                    <a:pt x="156921" y="103632"/>
                  </a:lnTo>
                  <a:lnTo>
                    <a:pt x="160121" y="103441"/>
                  </a:lnTo>
                  <a:lnTo>
                    <a:pt x="163322" y="103238"/>
                  </a:lnTo>
                  <a:lnTo>
                    <a:pt x="165887" y="102273"/>
                  </a:lnTo>
                  <a:lnTo>
                    <a:pt x="165862" y="101930"/>
                  </a:lnTo>
                  <a:lnTo>
                    <a:pt x="187223" y="126822"/>
                  </a:lnTo>
                  <a:lnTo>
                    <a:pt x="185585" y="126911"/>
                  </a:lnTo>
                  <a:lnTo>
                    <a:pt x="185039" y="129971"/>
                  </a:lnTo>
                  <a:lnTo>
                    <a:pt x="185394" y="137452"/>
                  </a:lnTo>
                  <a:lnTo>
                    <a:pt x="185839" y="139115"/>
                  </a:lnTo>
                  <a:lnTo>
                    <a:pt x="184442" y="138772"/>
                  </a:lnTo>
                  <a:lnTo>
                    <a:pt x="181229" y="138976"/>
                  </a:lnTo>
                  <a:lnTo>
                    <a:pt x="178028" y="139179"/>
                  </a:lnTo>
                  <a:lnTo>
                    <a:pt x="175463" y="140144"/>
                  </a:lnTo>
                  <a:lnTo>
                    <a:pt x="175564" y="142100"/>
                  </a:lnTo>
                  <a:lnTo>
                    <a:pt x="178193" y="142722"/>
                  </a:lnTo>
                  <a:lnTo>
                    <a:pt x="184607" y="142328"/>
                  </a:lnTo>
                  <a:lnTo>
                    <a:pt x="186042" y="141795"/>
                  </a:lnTo>
                  <a:lnTo>
                    <a:pt x="185737" y="143510"/>
                  </a:lnTo>
                  <a:lnTo>
                    <a:pt x="185915" y="147256"/>
                  </a:lnTo>
                  <a:lnTo>
                    <a:pt x="186080" y="150990"/>
                  </a:lnTo>
                  <a:lnTo>
                    <a:pt x="186905" y="153974"/>
                  </a:lnTo>
                  <a:lnTo>
                    <a:pt x="187452" y="153949"/>
                  </a:lnTo>
                  <a:lnTo>
                    <a:pt x="187452" y="127533"/>
                  </a:lnTo>
                  <a:lnTo>
                    <a:pt x="187274" y="126885"/>
                  </a:lnTo>
                  <a:lnTo>
                    <a:pt x="197053" y="138303"/>
                  </a:lnTo>
                  <a:lnTo>
                    <a:pt x="197053" y="127647"/>
                  </a:lnTo>
                  <a:lnTo>
                    <a:pt x="164160" y="89268"/>
                  </a:lnTo>
                  <a:lnTo>
                    <a:pt x="164160" y="99936"/>
                  </a:lnTo>
                  <a:lnTo>
                    <a:pt x="163156" y="99695"/>
                  </a:lnTo>
                  <a:lnTo>
                    <a:pt x="156743" y="100088"/>
                  </a:lnTo>
                  <a:lnTo>
                    <a:pt x="155232" y="100660"/>
                  </a:lnTo>
                  <a:lnTo>
                    <a:pt x="155536" y="98907"/>
                  </a:lnTo>
                  <a:lnTo>
                    <a:pt x="155371" y="95161"/>
                  </a:lnTo>
                  <a:lnTo>
                    <a:pt x="155206" y="91427"/>
                  </a:lnTo>
                  <a:lnTo>
                    <a:pt x="154393" y="88531"/>
                  </a:lnTo>
                  <a:lnTo>
                    <a:pt x="164160" y="99936"/>
                  </a:lnTo>
                  <a:lnTo>
                    <a:pt x="164160" y="89268"/>
                  </a:lnTo>
                  <a:lnTo>
                    <a:pt x="162928" y="87820"/>
                  </a:lnTo>
                  <a:lnTo>
                    <a:pt x="154330" y="77800"/>
                  </a:lnTo>
                  <a:lnTo>
                    <a:pt x="154330" y="88455"/>
                  </a:lnTo>
                  <a:lnTo>
                    <a:pt x="153200" y="88519"/>
                  </a:lnTo>
                  <a:lnTo>
                    <a:pt x="153797" y="87820"/>
                  </a:lnTo>
                  <a:lnTo>
                    <a:pt x="154330" y="88455"/>
                  </a:lnTo>
                  <a:lnTo>
                    <a:pt x="154330" y="77800"/>
                  </a:lnTo>
                  <a:lnTo>
                    <a:pt x="153797" y="77165"/>
                  </a:lnTo>
                  <a:lnTo>
                    <a:pt x="119748" y="116890"/>
                  </a:lnTo>
                  <a:lnTo>
                    <a:pt x="119748" y="138582"/>
                  </a:lnTo>
                  <a:lnTo>
                    <a:pt x="118351" y="138239"/>
                  </a:lnTo>
                  <a:lnTo>
                    <a:pt x="115150" y="138442"/>
                  </a:lnTo>
                  <a:lnTo>
                    <a:pt x="111937" y="138633"/>
                  </a:lnTo>
                  <a:lnTo>
                    <a:pt x="109461" y="139573"/>
                  </a:lnTo>
                  <a:lnTo>
                    <a:pt x="109461" y="141503"/>
                  </a:lnTo>
                  <a:lnTo>
                    <a:pt x="108623" y="140512"/>
                  </a:lnTo>
                  <a:lnTo>
                    <a:pt x="109372" y="139649"/>
                  </a:lnTo>
                  <a:lnTo>
                    <a:pt x="109461" y="141503"/>
                  </a:lnTo>
                  <a:lnTo>
                    <a:pt x="109461" y="139573"/>
                  </a:lnTo>
                  <a:lnTo>
                    <a:pt x="119176" y="128206"/>
                  </a:lnTo>
                  <a:lnTo>
                    <a:pt x="118960" y="129438"/>
                  </a:lnTo>
                  <a:lnTo>
                    <a:pt x="119303" y="136918"/>
                  </a:lnTo>
                  <a:lnTo>
                    <a:pt x="119748" y="138582"/>
                  </a:lnTo>
                  <a:lnTo>
                    <a:pt x="119748" y="116890"/>
                  </a:lnTo>
                  <a:lnTo>
                    <a:pt x="104051" y="135191"/>
                  </a:lnTo>
                  <a:lnTo>
                    <a:pt x="99479" y="129857"/>
                  </a:lnTo>
                  <a:lnTo>
                    <a:pt x="99479" y="140512"/>
                  </a:lnTo>
                  <a:lnTo>
                    <a:pt x="89369" y="152311"/>
                  </a:lnTo>
                  <a:lnTo>
                    <a:pt x="89649" y="150799"/>
                  </a:lnTo>
                  <a:lnTo>
                    <a:pt x="89306" y="143319"/>
                  </a:lnTo>
                  <a:lnTo>
                    <a:pt x="88836" y="141643"/>
                  </a:lnTo>
                  <a:lnTo>
                    <a:pt x="90322" y="141998"/>
                  </a:lnTo>
                  <a:lnTo>
                    <a:pt x="93522" y="141795"/>
                  </a:lnTo>
                  <a:lnTo>
                    <a:pt x="96735" y="141592"/>
                  </a:lnTo>
                  <a:lnTo>
                    <a:pt x="99301" y="140639"/>
                  </a:lnTo>
                  <a:lnTo>
                    <a:pt x="99275" y="140296"/>
                  </a:lnTo>
                  <a:lnTo>
                    <a:pt x="99479" y="140512"/>
                  </a:lnTo>
                  <a:lnTo>
                    <a:pt x="99479" y="129857"/>
                  </a:lnTo>
                  <a:lnTo>
                    <a:pt x="97561" y="127622"/>
                  </a:lnTo>
                  <a:lnTo>
                    <a:pt x="97561" y="138290"/>
                  </a:lnTo>
                  <a:lnTo>
                    <a:pt x="96558" y="138049"/>
                  </a:lnTo>
                  <a:lnTo>
                    <a:pt x="90157" y="138442"/>
                  </a:lnTo>
                  <a:lnTo>
                    <a:pt x="88646" y="139014"/>
                  </a:lnTo>
                  <a:lnTo>
                    <a:pt x="88950" y="137261"/>
                  </a:lnTo>
                  <a:lnTo>
                    <a:pt x="88785" y="133527"/>
                  </a:lnTo>
                  <a:lnTo>
                    <a:pt x="88607" y="129794"/>
                  </a:lnTo>
                  <a:lnTo>
                    <a:pt x="87972" y="127533"/>
                  </a:lnTo>
                  <a:lnTo>
                    <a:pt x="87972" y="153949"/>
                  </a:lnTo>
                  <a:lnTo>
                    <a:pt x="54317" y="193205"/>
                  </a:lnTo>
                  <a:lnTo>
                    <a:pt x="42633" y="179590"/>
                  </a:lnTo>
                  <a:lnTo>
                    <a:pt x="45212" y="180187"/>
                  </a:lnTo>
                  <a:lnTo>
                    <a:pt x="51625" y="179793"/>
                  </a:lnTo>
                  <a:lnTo>
                    <a:pt x="53047" y="179260"/>
                  </a:lnTo>
                  <a:lnTo>
                    <a:pt x="52755" y="180975"/>
                  </a:lnTo>
                  <a:lnTo>
                    <a:pt x="52920" y="184721"/>
                  </a:lnTo>
                  <a:lnTo>
                    <a:pt x="53098" y="188455"/>
                  </a:lnTo>
                  <a:lnTo>
                    <a:pt x="53924" y="191439"/>
                  </a:lnTo>
                  <a:lnTo>
                    <a:pt x="55600" y="191338"/>
                  </a:lnTo>
                  <a:lnTo>
                    <a:pt x="56134" y="188264"/>
                  </a:lnTo>
                  <a:lnTo>
                    <a:pt x="55791" y="180784"/>
                  </a:lnTo>
                  <a:lnTo>
                    <a:pt x="55333" y="179108"/>
                  </a:lnTo>
                  <a:lnTo>
                    <a:pt x="56819" y="179463"/>
                  </a:lnTo>
                  <a:lnTo>
                    <a:pt x="60020" y="179260"/>
                  </a:lnTo>
                  <a:lnTo>
                    <a:pt x="63220" y="179057"/>
                  </a:lnTo>
                  <a:lnTo>
                    <a:pt x="65786" y="178104"/>
                  </a:lnTo>
                  <a:lnTo>
                    <a:pt x="65697" y="176136"/>
                  </a:lnTo>
                  <a:lnTo>
                    <a:pt x="63055" y="175514"/>
                  </a:lnTo>
                  <a:lnTo>
                    <a:pt x="56642" y="175907"/>
                  </a:lnTo>
                  <a:lnTo>
                    <a:pt x="55130" y="176479"/>
                  </a:lnTo>
                  <a:lnTo>
                    <a:pt x="55435" y="174726"/>
                  </a:lnTo>
                  <a:lnTo>
                    <a:pt x="55270" y="170992"/>
                  </a:lnTo>
                  <a:lnTo>
                    <a:pt x="55105" y="167259"/>
                  </a:lnTo>
                  <a:lnTo>
                    <a:pt x="54279" y="164274"/>
                  </a:lnTo>
                  <a:lnTo>
                    <a:pt x="52603" y="164376"/>
                  </a:lnTo>
                  <a:lnTo>
                    <a:pt x="52057" y="167436"/>
                  </a:lnTo>
                  <a:lnTo>
                    <a:pt x="52400" y="174917"/>
                  </a:lnTo>
                  <a:lnTo>
                    <a:pt x="52844" y="176580"/>
                  </a:lnTo>
                  <a:lnTo>
                    <a:pt x="51460" y="176237"/>
                  </a:lnTo>
                  <a:lnTo>
                    <a:pt x="48247" y="176441"/>
                  </a:lnTo>
                  <a:lnTo>
                    <a:pt x="45046" y="176644"/>
                  </a:lnTo>
                  <a:lnTo>
                    <a:pt x="42481" y="177609"/>
                  </a:lnTo>
                  <a:lnTo>
                    <a:pt x="42557" y="179501"/>
                  </a:lnTo>
                  <a:lnTo>
                    <a:pt x="10045" y="141566"/>
                  </a:lnTo>
                  <a:lnTo>
                    <a:pt x="12636" y="142189"/>
                  </a:lnTo>
                  <a:lnTo>
                    <a:pt x="19037" y="141782"/>
                  </a:lnTo>
                  <a:lnTo>
                    <a:pt x="20472" y="141249"/>
                  </a:lnTo>
                  <a:lnTo>
                    <a:pt x="20180" y="142976"/>
                  </a:lnTo>
                  <a:lnTo>
                    <a:pt x="20345" y="146710"/>
                  </a:lnTo>
                  <a:lnTo>
                    <a:pt x="20510" y="150444"/>
                  </a:lnTo>
                  <a:lnTo>
                    <a:pt x="21336" y="153428"/>
                  </a:lnTo>
                  <a:lnTo>
                    <a:pt x="23012" y="153327"/>
                  </a:lnTo>
                  <a:lnTo>
                    <a:pt x="23558" y="150266"/>
                  </a:lnTo>
                  <a:lnTo>
                    <a:pt x="23215" y="142786"/>
                  </a:lnTo>
                  <a:lnTo>
                    <a:pt x="22758" y="141109"/>
                  </a:lnTo>
                  <a:lnTo>
                    <a:pt x="24231" y="141452"/>
                  </a:lnTo>
                  <a:lnTo>
                    <a:pt x="27444" y="141262"/>
                  </a:lnTo>
                  <a:lnTo>
                    <a:pt x="30645" y="141058"/>
                  </a:lnTo>
                  <a:lnTo>
                    <a:pt x="33210" y="140093"/>
                  </a:lnTo>
                  <a:lnTo>
                    <a:pt x="33108" y="138137"/>
                  </a:lnTo>
                  <a:lnTo>
                    <a:pt x="30480" y="137502"/>
                  </a:lnTo>
                  <a:lnTo>
                    <a:pt x="24066" y="137909"/>
                  </a:lnTo>
                  <a:lnTo>
                    <a:pt x="22555" y="138480"/>
                  </a:lnTo>
                  <a:lnTo>
                    <a:pt x="22860" y="136728"/>
                  </a:lnTo>
                  <a:lnTo>
                    <a:pt x="22694" y="132981"/>
                  </a:lnTo>
                  <a:lnTo>
                    <a:pt x="22529" y="129247"/>
                  </a:lnTo>
                  <a:lnTo>
                    <a:pt x="21704" y="126263"/>
                  </a:lnTo>
                  <a:lnTo>
                    <a:pt x="21336" y="126288"/>
                  </a:lnTo>
                  <a:lnTo>
                    <a:pt x="53098" y="89242"/>
                  </a:lnTo>
                  <a:lnTo>
                    <a:pt x="52679" y="91617"/>
                  </a:lnTo>
                  <a:lnTo>
                    <a:pt x="53022" y="99098"/>
                  </a:lnTo>
                  <a:lnTo>
                    <a:pt x="53467" y="100761"/>
                  </a:lnTo>
                  <a:lnTo>
                    <a:pt x="52070" y="100418"/>
                  </a:lnTo>
                  <a:lnTo>
                    <a:pt x="48869" y="100622"/>
                  </a:lnTo>
                  <a:lnTo>
                    <a:pt x="45669" y="100812"/>
                  </a:lnTo>
                  <a:lnTo>
                    <a:pt x="43103" y="101777"/>
                  </a:lnTo>
                  <a:lnTo>
                    <a:pt x="43192" y="103733"/>
                  </a:lnTo>
                  <a:lnTo>
                    <a:pt x="45834" y="104368"/>
                  </a:lnTo>
                  <a:lnTo>
                    <a:pt x="52247" y="103962"/>
                  </a:lnTo>
                  <a:lnTo>
                    <a:pt x="53670" y="103441"/>
                  </a:lnTo>
                  <a:lnTo>
                    <a:pt x="53378" y="105156"/>
                  </a:lnTo>
                  <a:lnTo>
                    <a:pt x="53543" y="108889"/>
                  </a:lnTo>
                  <a:lnTo>
                    <a:pt x="53721" y="112623"/>
                  </a:lnTo>
                  <a:lnTo>
                    <a:pt x="54546" y="115608"/>
                  </a:lnTo>
                  <a:lnTo>
                    <a:pt x="56222" y="115506"/>
                  </a:lnTo>
                  <a:lnTo>
                    <a:pt x="56756" y="112445"/>
                  </a:lnTo>
                  <a:lnTo>
                    <a:pt x="56413" y="104965"/>
                  </a:lnTo>
                  <a:lnTo>
                    <a:pt x="55956" y="103289"/>
                  </a:lnTo>
                  <a:lnTo>
                    <a:pt x="57442" y="103632"/>
                  </a:lnTo>
                  <a:lnTo>
                    <a:pt x="60642" y="103441"/>
                  </a:lnTo>
                  <a:lnTo>
                    <a:pt x="63842" y="103238"/>
                  </a:lnTo>
                  <a:lnTo>
                    <a:pt x="66408" y="102273"/>
                  </a:lnTo>
                  <a:lnTo>
                    <a:pt x="66382" y="101930"/>
                  </a:lnTo>
                  <a:lnTo>
                    <a:pt x="87731" y="126822"/>
                  </a:lnTo>
                  <a:lnTo>
                    <a:pt x="86106" y="126911"/>
                  </a:lnTo>
                  <a:lnTo>
                    <a:pt x="85572" y="129971"/>
                  </a:lnTo>
                  <a:lnTo>
                    <a:pt x="85915" y="137452"/>
                  </a:lnTo>
                  <a:lnTo>
                    <a:pt x="86360" y="139115"/>
                  </a:lnTo>
                  <a:lnTo>
                    <a:pt x="84963" y="138772"/>
                  </a:lnTo>
                  <a:lnTo>
                    <a:pt x="81762" y="138976"/>
                  </a:lnTo>
                  <a:lnTo>
                    <a:pt x="78549" y="139179"/>
                  </a:lnTo>
                  <a:lnTo>
                    <a:pt x="75984" y="140144"/>
                  </a:lnTo>
                  <a:lnTo>
                    <a:pt x="76085" y="142100"/>
                  </a:lnTo>
                  <a:lnTo>
                    <a:pt x="78714" y="142722"/>
                  </a:lnTo>
                  <a:lnTo>
                    <a:pt x="85128" y="142328"/>
                  </a:lnTo>
                  <a:lnTo>
                    <a:pt x="86563" y="141795"/>
                  </a:lnTo>
                  <a:lnTo>
                    <a:pt x="86271" y="143510"/>
                  </a:lnTo>
                  <a:lnTo>
                    <a:pt x="86436" y="147256"/>
                  </a:lnTo>
                  <a:lnTo>
                    <a:pt x="86601" y="150990"/>
                  </a:lnTo>
                  <a:lnTo>
                    <a:pt x="87426" y="153974"/>
                  </a:lnTo>
                  <a:lnTo>
                    <a:pt x="87972" y="153949"/>
                  </a:lnTo>
                  <a:lnTo>
                    <a:pt x="87972" y="127533"/>
                  </a:lnTo>
                  <a:lnTo>
                    <a:pt x="87795" y="126898"/>
                  </a:lnTo>
                  <a:lnTo>
                    <a:pt x="97561" y="138290"/>
                  </a:lnTo>
                  <a:lnTo>
                    <a:pt x="97561" y="127622"/>
                  </a:lnTo>
                  <a:lnTo>
                    <a:pt x="64681" y="89268"/>
                  </a:lnTo>
                  <a:lnTo>
                    <a:pt x="64681" y="99936"/>
                  </a:lnTo>
                  <a:lnTo>
                    <a:pt x="63677" y="99695"/>
                  </a:lnTo>
                  <a:lnTo>
                    <a:pt x="57264" y="100088"/>
                  </a:lnTo>
                  <a:lnTo>
                    <a:pt x="55753" y="100660"/>
                  </a:lnTo>
                  <a:lnTo>
                    <a:pt x="56057" y="98907"/>
                  </a:lnTo>
                  <a:lnTo>
                    <a:pt x="55892" y="95161"/>
                  </a:lnTo>
                  <a:lnTo>
                    <a:pt x="55727" y="91427"/>
                  </a:lnTo>
                  <a:lnTo>
                    <a:pt x="54914" y="88531"/>
                  </a:lnTo>
                  <a:lnTo>
                    <a:pt x="64681" y="99936"/>
                  </a:lnTo>
                  <a:lnTo>
                    <a:pt x="64681" y="89268"/>
                  </a:lnTo>
                  <a:lnTo>
                    <a:pt x="63449" y="87820"/>
                  </a:lnTo>
                  <a:lnTo>
                    <a:pt x="54851" y="77800"/>
                  </a:lnTo>
                  <a:lnTo>
                    <a:pt x="54851" y="88455"/>
                  </a:lnTo>
                  <a:lnTo>
                    <a:pt x="53721" y="88519"/>
                  </a:lnTo>
                  <a:lnTo>
                    <a:pt x="54317" y="87820"/>
                  </a:lnTo>
                  <a:lnTo>
                    <a:pt x="54851" y="88455"/>
                  </a:lnTo>
                  <a:lnTo>
                    <a:pt x="54851" y="77800"/>
                  </a:lnTo>
                  <a:lnTo>
                    <a:pt x="54317" y="77165"/>
                  </a:lnTo>
                  <a:lnTo>
                    <a:pt x="20269" y="116878"/>
                  </a:lnTo>
                  <a:lnTo>
                    <a:pt x="20269" y="138582"/>
                  </a:lnTo>
                  <a:lnTo>
                    <a:pt x="18872" y="138239"/>
                  </a:lnTo>
                  <a:lnTo>
                    <a:pt x="15671" y="138442"/>
                  </a:lnTo>
                  <a:lnTo>
                    <a:pt x="12471" y="138633"/>
                  </a:lnTo>
                  <a:lnTo>
                    <a:pt x="9982" y="139585"/>
                  </a:lnTo>
                  <a:lnTo>
                    <a:pt x="9982" y="141503"/>
                  </a:lnTo>
                  <a:lnTo>
                    <a:pt x="9144" y="140512"/>
                  </a:lnTo>
                  <a:lnTo>
                    <a:pt x="9906" y="139623"/>
                  </a:lnTo>
                  <a:lnTo>
                    <a:pt x="9982" y="141503"/>
                  </a:lnTo>
                  <a:lnTo>
                    <a:pt x="9982" y="139585"/>
                  </a:lnTo>
                  <a:lnTo>
                    <a:pt x="19697" y="128206"/>
                  </a:lnTo>
                  <a:lnTo>
                    <a:pt x="19481" y="129438"/>
                  </a:lnTo>
                  <a:lnTo>
                    <a:pt x="19824" y="136918"/>
                  </a:lnTo>
                  <a:lnTo>
                    <a:pt x="20269" y="138582"/>
                  </a:lnTo>
                  <a:lnTo>
                    <a:pt x="20269" y="116878"/>
                  </a:lnTo>
                  <a:lnTo>
                    <a:pt x="0" y="140512"/>
                  </a:lnTo>
                  <a:lnTo>
                    <a:pt x="54317" y="203860"/>
                  </a:lnTo>
                  <a:lnTo>
                    <a:pt x="63449" y="193205"/>
                  </a:lnTo>
                  <a:lnTo>
                    <a:pt x="104051" y="145846"/>
                  </a:lnTo>
                  <a:lnTo>
                    <a:pt x="153797" y="203860"/>
                  </a:lnTo>
                  <a:lnTo>
                    <a:pt x="162928" y="193205"/>
                  </a:lnTo>
                  <a:lnTo>
                    <a:pt x="204965" y="144170"/>
                  </a:lnTo>
                  <a:lnTo>
                    <a:pt x="256146" y="203860"/>
                  </a:lnTo>
                  <a:lnTo>
                    <a:pt x="265290" y="193205"/>
                  </a:lnTo>
                  <a:lnTo>
                    <a:pt x="310451" y="140512"/>
                  </a:lnTo>
                  <a:close/>
                </a:path>
                <a:path w="361315" h="204470">
                  <a:moveTo>
                    <a:pt x="360997" y="63347"/>
                  </a:moveTo>
                  <a:lnTo>
                    <a:pt x="351866" y="52705"/>
                  </a:lnTo>
                  <a:lnTo>
                    <a:pt x="351866" y="63347"/>
                  </a:lnTo>
                  <a:lnTo>
                    <a:pt x="306692" y="116039"/>
                  </a:lnTo>
                  <a:lnTo>
                    <a:pt x="262432" y="64427"/>
                  </a:lnTo>
                  <a:lnTo>
                    <a:pt x="265010" y="65024"/>
                  </a:lnTo>
                  <a:lnTo>
                    <a:pt x="271411" y="64630"/>
                  </a:lnTo>
                  <a:lnTo>
                    <a:pt x="273964" y="63665"/>
                  </a:lnTo>
                  <a:lnTo>
                    <a:pt x="273926" y="62699"/>
                  </a:lnTo>
                  <a:lnTo>
                    <a:pt x="274701" y="62649"/>
                  </a:lnTo>
                  <a:lnTo>
                    <a:pt x="275234" y="59563"/>
                  </a:lnTo>
                  <a:lnTo>
                    <a:pt x="275069" y="55829"/>
                  </a:lnTo>
                  <a:lnTo>
                    <a:pt x="274904" y="52082"/>
                  </a:lnTo>
                  <a:lnTo>
                    <a:pt x="274078" y="49098"/>
                  </a:lnTo>
                  <a:lnTo>
                    <a:pt x="273710" y="49123"/>
                  </a:lnTo>
                  <a:lnTo>
                    <a:pt x="306692" y="10655"/>
                  </a:lnTo>
                  <a:lnTo>
                    <a:pt x="351866" y="63347"/>
                  </a:lnTo>
                  <a:lnTo>
                    <a:pt x="351866" y="52705"/>
                  </a:lnTo>
                  <a:lnTo>
                    <a:pt x="315823" y="10655"/>
                  </a:lnTo>
                  <a:lnTo>
                    <a:pt x="306692" y="0"/>
                  </a:lnTo>
                  <a:lnTo>
                    <a:pt x="272643" y="39712"/>
                  </a:lnTo>
                  <a:lnTo>
                    <a:pt x="272643" y="61417"/>
                  </a:lnTo>
                  <a:lnTo>
                    <a:pt x="271246" y="61074"/>
                  </a:lnTo>
                  <a:lnTo>
                    <a:pt x="268046" y="61277"/>
                  </a:lnTo>
                  <a:lnTo>
                    <a:pt x="264845" y="61480"/>
                  </a:lnTo>
                  <a:lnTo>
                    <a:pt x="262356" y="62420"/>
                  </a:lnTo>
                  <a:lnTo>
                    <a:pt x="262356" y="64338"/>
                  </a:lnTo>
                  <a:lnTo>
                    <a:pt x="261518" y="63347"/>
                  </a:lnTo>
                  <a:lnTo>
                    <a:pt x="262280" y="62458"/>
                  </a:lnTo>
                  <a:lnTo>
                    <a:pt x="262356" y="64338"/>
                  </a:lnTo>
                  <a:lnTo>
                    <a:pt x="262356" y="62420"/>
                  </a:lnTo>
                  <a:lnTo>
                    <a:pt x="272072" y="51041"/>
                  </a:lnTo>
                  <a:lnTo>
                    <a:pt x="271856" y="52273"/>
                  </a:lnTo>
                  <a:lnTo>
                    <a:pt x="272199" y="59753"/>
                  </a:lnTo>
                  <a:lnTo>
                    <a:pt x="272643" y="61417"/>
                  </a:lnTo>
                  <a:lnTo>
                    <a:pt x="272643" y="39712"/>
                  </a:lnTo>
                  <a:lnTo>
                    <a:pt x="256159" y="58928"/>
                  </a:lnTo>
                  <a:lnTo>
                    <a:pt x="250825" y="52705"/>
                  </a:lnTo>
                  <a:lnTo>
                    <a:pt x="250825" y="63347"/>
                  </a:lnTo>
                  <a:lnTo>
                    <a:pt x="240703" y="75145"/>
                  </a:lnTo>
                  <a:lnTo>
                    <a:pt x="240982" y="73634"/>
                  </a:lnTo>
                  <a:lnTo>
                    <a:pt x="240639" y="66167"/>
                  </a:lnTo>
                  <a:lnTo>
                    <a:pt x="240182" y="64490"/>
                  </a:lnTo>
                  <a:lnTo>
                    <a:pt x="241655" y="64833"/>
                  </a:lnTo>
                  <a:lnTo>
                    <a:pt x="244868" y="64630"/>
                  </a:lnTo>
                  <a:lnTo>
                    <a:pt x="248069" y="64439"/>
                  </a:lnTo>
                  <a:lnTo>
                    <a:pt x="250634" y="63474"/>
                  </a:lnTo>
                  <a:lnTo>
                    <a:pt x="250609" y="63106"/>
                  </a:lnTo>
                  <a:lnTo>
                    <a:pt x="250825" y="63347"/>
                  </a:lnTo>
                  <a:lnTo>
                    <a:pt x="250825" y="52705"/>
                  </a:lnTo>
                  <a:lnTo>
                    <a:pt x="248920" y="50482"/>
                  </a:lnTo>
                  <a:lnTo>
                    <a:pt x="248920" y="61137"/>
                  </a:lnTo>
                  <a:lnTo>
                    <a:pt x="247904" y="60883"/>
                  </a:lnTo>
                  <a:lnTo>
                    <a:pt x="241490" y="61290"/>
                  </a:lnTo>
                  <a:lnTo>
                    <a:pt x="239979" y="61861"/>
                  </a:lnTo>
                  <a:lnTo>
                    <a:pt x="240284" y="60109"/>
                  </a:lnTo>
                  <a:lnTo>
                    <a:pt x="240118" y="56362"/>
                  </a:lnTo>
                  <a:lnTo>
                    <a:pt x="239953" y="52628"/>
                  </a:lnTo>
                  <a:lnTo>
                    <a:pt x="239306" y="50330"/>
                  </a:lnTo>
                  <a:lnTo>
                    <a:pt x="239306" y="76784"/>
                  </a:lnTo>
                  <a:lnTo>
                    <a:pt x="205651" y="116039"/>
                  </a:lnTo>
                  <a:lnTo>
                    <a:pt x="193954" y="102412"/>
                  </a:lnTo>
                  <a:lnTo>
                    <a:pt x="196545" y="103035"/>
                  </a:lnTo>
                  <a:lnTo>
                    <a:pt x="202958" y="102628"/>
                  </a:lnTo>
                  <a:lnTo>
                    <a:pt x="204393" y="102095"/>
                  </a:lnTo>
                  <a:lnTo>
                    <a:pt x="204101" y="103822"/>
                  </a:lnTo>
                  <a:lnTo>
                    <a:pt x="204266" y="107556"/>
                  </a:lnTo>
                  <a:lnTo>
                    <a:pt x="204431" y="111290"/>
                  </a:lnTo>
                  <a:lnTo>
                    <a:pt x="205257" y="114274"/>
                  </a:lnTo>
                  <a:lnTo>
                    <a:pt x="206933" y="114173"/>
                  </a:lnTo>
                  <a:lnTo>
                    <a:pt x="207479" y="111099"/>
                  </a:lnTo>
                  <a:lnTo>
                    <a:pt x="207137" y="103632"/>
                  </a:lnTo>
                  <a:lnTo>
                    <a:pt x="206667" y="101955"/>
                  </a:lnTo>
                  <a:lnTo>
                    <a:pt x="208153" y="102298"/>
                  </a:lnTo>
                  <a:lnTo>
                    <a:pt x="211353" y="102095"/>
                  </a:lnTo>
                  <a:lnTo>
                    <a:pt x="214566" y="101904"/>
                  </a:lnTo>
                  <a:lnTo>
                    <a:pt x="217131" y="100939"/>
                  </a:lnTo>
                  <a:lnTo>
                    <a:pt x="217030" y="98983"/>
                  </a:lnTo>
                  <a:lnTo>
                    <a:pt x="214388" y="98348"/>
                  </a:lnTo>
                  <a:lnTo>
                    <a:pt x="207987" y="98755"/>
                  </a:lnTo>
                  <a:lnTo>
                    <a:pt x="206476" y="99326"/>
                  </a:lnTo>
                  <a:lnTo>
                    <a:pt x="206781" y="97574"/>
                  </a:lnTo>
                  <a:lnTo>
                    <a:pt x="206616" y="93827"/>
                  </a:lnTo>
                  <a:lnTo>
                    <a:pt x="206438" y="90093"/>
                  </a:lnTo>
                  <a:lnTo>
                    <a:pt x="205613" y="87109"/>
                  </a:lnTo>
                  <a:lnTo>
                    <a:pt x="203936" y="87210"/>
                  </a:lnTo>
                  <a:lnTo>
                    <a:pt x="203390" y="90284"/>
                  </a:lnTo>
                  <a:lnTo>
                    <a:pt x="203746" y="97751"/>
                  </a:lnTo>
                  <a:lnTo>
                    <a:pt x="204190" y="99428"/>
                  </a:lnTo>
                  <a:lnTo>
                    <a:pt x="202793" y="99085"/>
                  </a:lnTo>
                  <a:lnTo>
                    <a:pt x="199593" y="99275"/>
                  </a:lnTo>
                  <a:lnTo>
                    <a:pt x="196380" y="99479"/>
                  </a:lnTo>
                  <a:lnTo>
                    <a:pt x="193814" y="100444"/>
                  </a:lnTo>
                  <a:lnTo>
                    <a:pt x="193903" y="102362"/>
                  </a:lnTo>
                  <a:lnTo>
                    <a:pt x="161391" y="64427"/>
                  </a:lnTo>
                  <a:lnTo>
                    <a:pt x="163969" y="65024"/>
                  </a:lnTo>
                  <a:lnTo>
                    <a:pt x="170383" y="64630"/>
                  </a:lnTo>
                  <a:lnTo>
                    <a:pt x="171805" y="64096"/>
                  </a:lnTo>
                  <a:lnTo>
                    <a:pt x="171513" y="65811"/>
                  </a:lnTo>
                  <a:lnTo>
                    <a:pt x="171678" y="69545"/>
                  </a:lnTo>
                  <a:lnTo>
                    <a:pt x="171843" y="73291"/>
                  </a:lnTo>
                  <a:lnTo>
                    <a:pt x="172681" y="76276"/>
                  </a:lnTo>
                  <a:lnTo>
                    <a:pt x="174358" y="76161"/>
                  </a:lnTo>
                  <a:lnTo>
                    <a:pt x="174891" y="73101"/>
                  </a:lnTo>
                  <a:lnTo>
                    <a:pt x="174548" y="65620"/>
                  </a:lnTo>
                  <a:lnTo>
                    <a:pt x="174091" y="63944"/>
                  </a:lnTo>
                  <a:lnTo>
                    <a:pt x="175577" y="64300"/>
                  </a:lnTo>
                  <a:lnTo>
                    <a:pt x="178777" y="64096"/>
                  </a:lnTo>
                  <a:lnTo>
                    <a:pt x="181978" y="63893"/>
                  </a:lnTo>
                  <a:lnTo>
                    <a:pt x="184543" y="62941"/>
                  </a:lnTo>
                  <a:lnTo>
                    <a:pt x="184454" y="60972"/>
                  </a:lnTo>
                  <a:lnTo>
                    <a:pt x="181813" y="60350"/>
                  </a:lnTo>
                  <a:lnTo>
                    <a:pt x="175399" y="60744"/>
                  </a:lnTo>
                  <a:lnTo>
                    <a:pt x="173888" y="61315"/>
                  </a:lnTo>
                  <a:lnTo>
                    <a:pt x="174193" y="59563"/>
                  </a:lnTo>
                  <a:lnTo>
                    <a:pt x="174028" y="55829"/>
                  </a:lnTo>
                  <a:lnTo>
                    <a:pt x="173863" y="52082"/>
                  </a:lnTo>
                  <a:lnTo>
                    <a:pt x="173037" y="49098"/>
                  </a:lnTo>
                  <a:lnTo>
                    <a:pt x="172669" y="49123"/>
                  </a:lnTo>
                  <a:lnTo>
                    <a:pt x="204431" y="12077"/>
                  </a:lnTo>
                  <a:lnTo>
                    <a:pt x="204012" y="14452"/>
                  </a:lnTo>
                  <a:lnTo>
                    <a:pt x="204368" y="21932"/>
                  </a:lnTo>
                  <a:lnTo>
                    <a:pt x="204812" y="23596"/>
                  </a:lnTo>
                  <a:lnTo>
                    <a:pt x="203415" y="23253"/>
                  </a:lnTo>
                  <a:lnTo>
                    <a:pt x="200215" y="23456"/>
                  </a:lnTo>
                  <a:lnTo>
                    <a:pt x="197002" y="23660"/>
                  </a:lnTo>
                  <a:lnTo>
                    <a:pt x="194437" y="24612"/>
                  </a:lnTo>
                  <a:lnTo>
                    <a:pt x="194538" y="26581"/>
                  </a:lnTo>
                  <a:lnTo>
                    <a:pt x="197167" y="27203"/>
                  </a:lnTo>
                  <a:lnTo>
                    <a:pt x="203581" y="26809"/>
                  </a:lnTo>
                  <a:lnTo>
                    <a:pt x="205003" y="26276"/>
                  </a:lnTo>
                  <a:lnTo>
                    <a:pt x="204711" y="27990"/>
                  </a:lnTo>
                  <a:lnTo>
                    <a:pt x="204889" y="31724"/>
                  </a:lnTo>
                  <a:lnTo>
                    <a:pt x="205054" y="35471"/>
                  </a:lnTo>
                  <a:lnTo>
                    <a:pt x="205879" y="38455"/>
                  </a:lnTo>
                  <a:lnTo>
                    <a:pt x="207556" y="38354"/>
                  </a:lnTo>
                  <a:lnTo>
                    <a:pt x="208102" y="35280"/>
                  </a:lnTo>
                  <a:lnTo>
                    <a:pt x="207759" y="27800"/>
                  </a:lnTo>
                  <a:lnTo>
                    <a:pt x="207289" y="26123"/>
                  </a:lnTo>
                  <a:lnTo>
                    <a:pt x="208775" y="26479"/>
                  </a:lnTo>
                  <a:lnTo>
                    <a:pt x="211975" y="26276"/>
                  </a:lnTo>
                  <a:lnTo>
                    <a:pt x="215188" y="26073"/>
                  </a:lnTo>
                  <a:lnTo>
                    <a:pt x="217754" y="25107"/>
                  </a:lnTo>
                  <a:lnTo>
                    <a:pt x="217728" y="24777"/>
                  </a:lnTo>
                  <a:lnTo>
                    <a:pt x="239077" y="49657"/>
                  </a:lnTo>
                  <a:lnTo>
                    <a:pt x="237451" y="49745"/>
                  </a:lnTo>
                  <a:lnTo>
                    <a:pt x="236905" y="52819"/>
                  </a:lnTo>
                  <a:lnTo>
                    <a:pt x="237248" y="60286"/>
                  </a:lnTo>
                  <a:lnTo>
                    <a:pt x="237693" y="61963"/>
                  </a:lnTo>
                  <a:lnTo>
                    <a:pt x="236296" y="61620"/>
                  </a:lnTo>
                  <a:lnTo>
                    <a:pt x="233095" y="61810"/>
                  </a:lnTo>
                  <a:lnTo>
                    <a:pt x="229895" y="62014"/>
                  </a:lnTo>
                  <a:lnTo>
                    <a:pt x="227330" y="62979"/>
                  </a:lnTo>
                  <a:lnTo>
                    <a:pt x="227418" y="64935"/>
                  </a:lnTo>
                  <a:lnTo>
                    <a:pt x="230060" y="65570"/>
                  </a:lnTo>
                  <a:lnTo>
                    <a:pt x="236461" y="65163"/>
                  </a:lnTo>
                  <a:lnTo>
                    <a:pt x="237896" y="64630"/>
                  </a:lnTo>
                  <a:lnTo>
                    <a:pt x="237604" y="66357"/>
                  </a:lnTo>
                  <a:lnTo>
                    <a:pt x="237769" y="70091"/>
                  </a:lnTo>
                  <a:lnTo>
                    <a:pt x="237934" y="73825"/>
                  </a:lnTo>
                  <a:lnTo>
                    <a:pt x="238760" y="76809"/>
                  </a:lnTo>
                  <a:lnTo>
                    <a:pt x="239306" y="76784"/>
                  </a:lnTo>
                  <a:lnTo>
                    <a:pt x="239306" y="50330"/>
                  </a:lnTo>
                  <a:lnTo>
                    <a:pt x="239141" y="49733"/>
                  </a:lnTo>
                  <a:lnTo>
                    <a:pt x="248920" y="61137"/>
                  </a:lnTo>
                  <a:lnTo>
                    <a:pt x="248920" y="50482"/>
                  </a:lnTo>
                  <a:lnTo>
                    <a:pt x="216014" y="12090"/>
                  </a:lnTo>
                  <a:lnTo>
                    <a:pt x="216014" y="22771"/>
                  </a:lnTo>
                  <a:lnTo>
                    <a:pt x="215011" y="22529"/>
                  </a:lnTo>
                  <a:lnTo>
                    <a:pt x="208610" y="22923"/>
                  </a:lnTo>
                  <a:lnTo>
                    <a:pt x="207098" y="23495"/>
                  </a:lnTo>
                  <a:lnTo>
                    <a:pt x="207403" y="21742"/>
                  </a:lnTo>
                  <a:lnTo>
                    <a:pt x="207238" y="18008"/>
                  </a:lnTo>
                  <a:lnTo>
                    <a:pt x="207060" y="14262"/>
                  </a:lnTo>
                  <a:lnTo>
                    <a:pt x="206248" y="11366"/>
                  </a:lnTo>
                  <a:lnTo>
                    <a:pt x="216014" y="22771"/>
                  </a:lnTo>
                  <a:lnTo>
                    <a:pt x="216014" y="12090"/>
                  </a:lnTo>
                  <a:lnTo>
                    <a:pt x="214795" y="10655"/>
                  </a:lnTo>
                  <a:lnTo>
                    <a:pt x="206197" y="647"/>
                  </a:lnTo>
                  <a:lnTo>
                    <a:pt x="206197" y="11303"/>
                  </a:lnTo>
                  <a:lnTo>
                    <a:pt x="205041" y="11366"/>
                  </a:lnTo>
                  <a:lnTo>
                    <a:pt x="205651" y="10655"/>
                  </a:lnTo>
                  <a:lnTo>
                    <a:pt x="206197" y="11303"/>
                  </a:lnTo>
                  <a:lnTo>
                    <a:pt x="206197" y="647"/>
                  </a:lnTo>
                  <a:lnTo>
                    <a:pt x="205651" y="0"/>
                  </a:lnTo>
                  <a:lnTo>
                    <a:pt x="171602" y="39725"/>
                  </a:lnTo>
                  <a:lnTo>
                    <a:pt x="171602" y="61417"/>
                  </a:lnTo>
                  <a:lnTo>
                    <a:pt x="170205" y="61074"/>
                  </a:lnTo>
                  <a:lnTo>
                    <a:pt x="167005" y="61277"/>
                  </a:lnTo>
                  <a:lnTo>
                    <a:pt x="163804" y="61480"/>
                  </a:lnTo>
                  <a:lnTo>
                    <a:pt x="161315" y="62420"/>
                  </a:lnTo>
                  <a:lnTo>
                    <a:pt x="161315" y="64338"/>
                  </a:lnTo>
                  <a:lnTo>
                    <a:pt x="160477" y="63347"/>
                  </a:lnTo>
                  <a:lnTo>
                    <a:pt x="161239" y="62458"/>
                  </a:lnTo>
                  <a:lnTo>
                    <a:pt x="161315" y="64338"/>
                  </a:lnTo>
                  <a:lnTo>
                    <a:pt x="161315" y="62420"/>
                  </a:lnTo>
                  <a:lnTo>
                    <a:pt x="171030" y="51041"/>
                  </a:lnTo>
                  <a:lnTo>
                    <a:pt x="170815" y="52273"/>
                  </a:lnTo>
                  <a:lnTo>
                    <a:pt x="171157" y="59753"/>
                  </a:lnTo>
                  <a:lnTo>
                    <a:pt x="171602" y="61417"/>
                  </a:lnTo>
                  <a:lnTo>
                    <a:pt x="171602" y="39725"/>
                  </a:lnTo>
                  <a:lnTo>
                    <a:pt x="151345" y="63347"/>
                  </a:lnTo>
                  <a:lnTo>
                    <a:pt x="205651" y="126695"/>
                  </a:lnTo>
                  <a:lnTo>
                    <a:pt x="214795" y="116039"/>
                  </a:lnTo>
                  <a:lnTo>
                    <a:pt x="256159" y="67779"/>
                  </a:lnTo>
                  <a:lnTo>
                    <a:pt x="306692" y="126695"/>
                  </a:lnTo>
                  <a:lnTo>
                    <a:pt x="315823" y="116039"/>
                  </a:lnTo>
                  <a:lnTo>
                    <a:pt x="360997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3" name="object 2133" descr=""/>
            <p:cNvSpPr/>
            <p:nvPr/>
          </p:nvSpPr>
          <p:spPr>
            <a:xfrm>
              <a:off x="8095678" y="8024971"/>
              <a:ext cx="351790" cy="347980"/>
            </a:xfrm>
            <a:custGeom>
              <a:avLst/>
              <a:gdLst/>
              <a:ahLst/>
              <a:cxnLst/>
              <a:rect l="l" t="t" r="r" b="b"/>
              <a:pathLst>
                <a:path w="351790" h="347979">
                  <a:moveTo>
                    <a:pt x="158927" y="207391"/>
                  </a:moveTo>
                  <a:lnTo>
                    <a:pt x="149783" y="196735"/>
                  </a:lnTo>
                  <a:lnTo>
                    <a:pt x="149783" y="207391"/>
                  </a:lnTo>
                  <a:lnTo>
                    <a:pt x="139674" y="219176"/>
                  </a:lnTo>
                  <a:lnTo>
                    <a:pt x="139941" y="217678"/>
                  </a:lnTo>
                  <a:lnTo>
                    <a:pt x="139598" y="210210"/>
                  </a:lnTo>
                  <a:lnTo>
                    <a:pt x="139141" y="208534"/>
                  </a:lnTo>
                  <a:lnTo>
                    <a:pt x="140627" y="208876"/>
                  </a:lnTo>
                  <a:lnTo>
                    <a:pt x="143827" y="208673"/>
                  </a:lnTo>
                  <a:lnTo>
                    <a:pt x="147027" y="208483"/>
                  </a:lnTo>
                  <a:lnTo>
                    <a:pt x="149593" y="207518"/>
                  </a:lnTo>
                  <a:lnTo>
                    <a:pt x="149567" y="207149"/>
                  </a:lnTo>
                  <a:lnTo>
                    <a:pt x="149783" y="207391"/>
                  </a:lnTo>
                  <a:lnTo>
                    <a:pt x="149783" y="196735"/>
                  </a:lnTo>
                  <a:lnTo>
                    <a:pt x="147878" y="194513"/>
                  </a:lnTo>
                  <a:lnTo>
                    <a:pt x="147878" y="205181"/>
                  </a:lnTo>
                  <a:lnTo>
                    <a:pt x="146862" y="204927"/>
                  </a:lnTo>
                  <a:lnTo>
                    <a:pt x="140449" y="205320"/>
                  </a:lnTo>
                  <a:lnTo>
                    <a:pt x="138938" y="205892"/>
                  </a:lnTo>
                  <a:lnTo>
                    <a:pt x="139242" y="204139"/>
                  </a:lnTo>
                  <a:lnTo>
                    <a:pt x="139077" y="200406"/>
                  </a:lnTo>
                  <a:lnTo>
                    <a:pt x="138912" y="196672"/>
                  </a:lnTo>
                  <a:lnTo>
                    <a:pt x="138264" y="194373"/>
                  </a:lnTo>
                  <a:lnTo>
                    <a:pt x="138264" y="220827"/>
                  </a:lnTo>
                  <a:lnTo>
                    <a:pt x="104609" y="260083"/>
                  </a:lnTo>
                  <a:lnTo>
                    <a:pt x="92925" y="246468"/>
                  </a:lnTo>
                  <a:lnTo>
                    <a:pt x="95516" y="247065"/>
                  </a:lnTo>
                  <a:lnTo>
                    <a:pt x="101917" y="246672"/>
                  </a:lnTo>
                  <a:lnTo>
                    <a:pt x="103352" y="246138"/>
                  </a:lnTo>
                  <a:lnTo>
                    <a:pt x="103060" y="247853"/>
                  </a:lnTo>
                  <a:lnTo>
                    <a:pt x="103225" y="251599"/>
                  </a:lnTo>
                  <a:lnTo>
                    <a:pt x="103390" y="255333"/>
                  </a:lnTo>
                  <a:lnTo>
                    <a:pt x="104216" y="258318"/>
                  </a:lnTo>
                  <a:lnTo>
                    <a:pt x="105892" y="258216"/>
                  </a:lnTo>
                  <a:lnTo>
                    <a:pt x="106438" y="255143"/>
                  </a:lnTo>
                  <a:lnTo>
                    <a:pt x="106095" y="247675"/>
                  </a:lnTo>
                  <a:lnTo>
                    <a:pt x="105625" y="245986"/>
                  </a:lnTo>
                  <a:lnTo>
                    <a:pt x="107111" y="246341"/>
                  </a:lnTo>
                  <a:lnTo>
                    <a:pt x="110324" y="246138"/>
                  </a:lnTo>
                  <a:lnTo>
                    <a:pt x="113525" y="245948"/>
                  </a:lnTo>
                  <a:lnTo>
                    <a:pt x="116090" y="244983"/>
                  </a:lnTo>
                  <a:lnTo>
                    <a:pt x="115989" y="243027"/>
                  </a:lnTo>
                  <a:lnTo>
                    <a:pt x="113360" y="242392"/>
                  </a:lnTo>
                  <a:lnTo>
                    <a:pt x="106946" y="242785"/>
                  </a:lnTo>
                  <a:lnTo>
                    <a:pt x="105435" y="243357"/>
                  </a:lnTo>
                  <a:lnTo>
                    <a:pt x="105740" y="241604"/>
                  </a:lnTo>
                  <a:lnTo>
                    <a:pt x="105575" y="237871"/>
                  </a:lnTo>
                  <a:lnTo>
                    <a:pt x="105410" y="234137"/>
                  </a:lnTo>
                  <a:lnTo>
                    <a:pt x="104584" y="231152"/>
                  </a:lnTo>
                  <a:lnTo>
                    <a:pt x="102908" y="231254"/>
                  </a:lnTo>
                  <a:lnTo>
                    <a:pt x="102362" y="234327"/>
                  </a:lnTo>
                  <a:lnTo>
                    <a:pt x="102704" y="241795"/>
                  </a:lnTo>
                  <a:lnTo>
                    <a:pt x="103149" y="243471"/>
                  </a:lnTo>
                  <a:lnTo>
                    <a:pt x="101752" y="243128"/>
                  </a:lnTo>
                  <a:lnTo>
                    <a:pt x="98552" y="243319"/>
                  </a:lnTo>
                  <a:lnTo>
                    <a:pt x="95351" y="243522"/>
                  </a:lnTo>
                  <a:lnTo>
                    <a:pt x="92786" y="244487"/>
                  </a:lnTo>
                  <a:lnTo>
                    <a:pt x="92862" y="246392"/>
                  </a:lnTo>
                  <a:lnTo>
                    <a:pt x="60350" y="208445"/>
                  </a:lnTo>
                  <a:lnTo>
                    <a:pt x="62928" y="209067"/>
                  </a:lnTo>
                  <a:lnTo>
                    <a:pt x="69342" y="208661"/>
                  </a:lnTo>
                  <a:lnTo>
                    <a:pt x="70777" y="208127"/>
                  </a:lnTo>
                  <a:lnTo>
                    <a:pt x="70472" y="209854"/>
                  </a:lnTo>
                  <a:lnTo>
                    <a:pt x="70650" y="213588"/>
                  </a:lnTo>
                  <a:lnTo>
                    <a:pt x="70815" y="217335"/>
                  </a:lnTo>
                  <a:lnTo>
                    <a:pt x="71640" y="220319"/>
                  </a:lnTo>
                  <a:lnTo>
                    <a:pt x="73317" y="220205"/>
                  </a:lnTo>
                  <a:lnTo>
                    <a:pt x="73863" y="217144"/>
                  </a:lnTo>
                  <a:lnTo>
                    <a:pt x="73520" y="209664"/>
                  </a:lnTo>
                  <a:lnTo>
                    <a:pt x="73050" y="207987"/>
                  </a:lnTo>
                  <a:lnTo>
                    <a:pt x="74536" y="208330"/>
                  </a:lnTo>
                  <a:lnTo>
                    <a:pt x="77736" y="208140"/>
                  </a:lnTo>
                  <a:lnTo>
                    <a:pt x="80937" y="207937"/>
                  </a:lnTo>
                  <a:lnTo>
                    <a:pt x="83502" y="206971"/>
                  </a:lnTo>
                  <a:lnTo>
                    <a:pt x="83413" y="205016"/>
                  </a:lnTo>
                  <a:lnTo>
                    <a:pt x="80772" y="204393"/>
                  </a:lnTo>
                  <a:lnTo>
                    <a:pt x="74371" y="204787"/>
                  </a:lnTo>
                  <a:lnTo>
                    <a:pt x="72859" y="205359"/>
                  </a:lnTo>
                  <a:lnTo>
                    <a:pt x="73164" y="203606"/>
                  </a:lnTo>
                  <a:lnTo>
                    <a:pt x="72986" y="199872"/>
                  </a:lnTo>
                  <a:lnTo>
                    <a:pt x="72821" y="196126"/>
                  </a:lnTo>
                  <a:lnTo>
                    <a:pt x="71996" y="193141"/>
                  </a:lnTo>
                  <a:lnTo>
                    <a:pt x="71640" y="193167"/>
                  </a:lnTo>
                  <a:lnTo>
                    <a:pt x="103403" y="156108"/>
                  </a:lnTo>
                  <a:lnTo>
                    <a:pt x="102984" y="158496"/>
                  </a:lnTo>
                  <a:lnTo>
                    <a:pt x="103327" y="165976"/>
                  </a:lnTo>
                  <a:lnTo>
                    <a:pt x="103771" y="167627"/>
                  </a:lnTo>
                  <a:lnTo>
                    <a:pt x="102374" y="167297"/>
                  </a:lnTo>
                  <a:lnTo>
                    <a:pt x="99174" y="167500"/>
                  </a:lnTo>
                  <a:lnTo>
                    <a:pt x="95961" y="167690"/>
                  </a:lnTo>
                  <a:lnTo>
                    <a:pt x="93395" y="168656"/>
                  </a:lnTo>
                  <a:lnTo>
                    <a:pt x="93497" y="170611"/>
                  </a:lnTo>
                  <a:lnTo>
                    <a:pt x="96139" y="171246"/>
                  </a:lnTo>
                  <a:lnTo>
                    <a:pt x="102539" y="170840"/>
                  </a:lnTo>
                  <a:lnTo>
                    <a:pt x="103974" y="170307"/>
                  </a:lnTo>
                  <a:lnTo>
                    <a:pt x="103682" y="172034"/>
                  </a:lnTo>
                  <a:lnTo>
                    <a:pt x="103847" y="175768"/>
                  </a:lnTo>
                  <a:lnTo>
                    <a:pt x="104013" y="179514"/>
                  </a:lnTo>
                  <a:lnTo>
                    <a:pt x="104838" y="182499"/>
                  </a:lnTo>
                  <a:lnTo>
                    <a:pt x="106514" y="182384"/>
                  </a:lnTo>
                  <a:lnTo>
                    <a:pt x="107061" y="179324"/>
                  </a:lnTo>
                  <a:lnTo>
                    <a:pt x="106718" y="171843"/>
                  </a:lnTo>
                  <a:lnTo>
                    <a:pt x="106260" y="170167"/>
                  </a:lnTo>
                  <a:lnTo>
                    <a:pt x="107734" y="170510"/>
                  </a:lnTo>
                  <a:lnTo>
                    <a:pt x="110947" y="170319"/>
                  </a:lnTo>
                  <a:lnTo>
                    <a:pt x="114147" y="170116"/>
                  </a:lnTo>
                  <a:lnTo>
                    <a:pt x="116713" y="169151"/>
                  </a:lnTo>
                  <a:lnTo>
                    <a:pt x="116687" y="168808"/>
                  </a:lnTo>
                  <a:lnTo>
                    <a:pt x="138036" y="193700"/>
                  </a:lnTo>
                  <a:lnTo>
                    <a:pt x="136410" y="193789"/>
                  </a:lnTo>
                  <a:lnTo>
                    <a:pt x="135864" y="196862"/>
                  </a:lnTo>
                  <a:lnTo>
                    <a:pt x="136207" y="204330"/>
                  </a:lnTo>
                  <a:lnTo>
                    <a:pt x="136664" y="206006"/>
                  </a:lnTo>
                  <a:lnTo>
                    <a:pt x="135267" y="205663"/>
                  </a:lnTo>
                  <a:lnTo>
                    <a:pt x="132054" y="205854"/>
                  </a:lnTo>
                  <a:lnTo>
                    <a:pt x="128854" y="206057"/>
                  </a:lnTo>
                  <a:lnTo>
                    <a:pt x="126288" y="207022"/>
                  </a:lnTo>
                  <a:lnTo>
                    <a:pt x="126377" y="208978"/>
                  </a:lnTo>
                  <a:lnTo>
                    <a:pt x="129019" y="209600"/>
                  </a:lnTo>
                  <a:lnTo>
                    <a:pt x="135432" y="209207"/>
                  </a:lnTo>
                  <a:lnTo>
                    <a:pt x="136855" y="208673"/>
                  </a:lnTo>
                  <a:lnTo>
                    <a:pt x="136563" y="210388"/>
                  </a:lnTo>
                  <a:lnTo>
                    <a:pt x="136728" y="214134"/>
                  </a:lnTo>
                  <a:lnTo>
                    <a:pt x="136906" y="217868"/>
                  </a:lnTo>
                  <a:lnTo>
                    <a:pt x="137731" y="220853"/>
                  </a:lnTo>
                  <a:lnTo>
                    <a:pt x="138264" y="220827"/>
                  </a:lnTo>
                  <a:lnTo>
                    <a:pt x="138264" y="194373"/>
                  </a:lnTo>
                  <a:lnTo>
                    <a:pt x="138099" y="193776"/>
                  </a:lnTo>
                  <a:lnTo>
                    <a:pt x="147878" y="205181"/>
                  </a:lnTo>
                  <a:lnTo>
                    <a:pt x="147878" y="194513"/>
                  </a:lnTo>
                  <a:lnTo>
                    <a:pt x="114973" y="156121"/>
                  </a:lnTo>
                  <a:lnTo>
                    <a:pt x="114973" y="166814"/>
                  </a:lnTo>
                  <a:lnTo>
                    <a:pt x="113982" y="166573"/>
                  </a:lnTo>
                  <a:lnTo>
                    <a:pt x="107569" y="166966"/>
                  </a:lnTo>
                  <a:lnTo>
                    <a:pt x="106057" y="167538"/>
                  </a:lnTo>
                  <a:lnTo>
                    <a:pt x="106362" y="165785"/>
                  </a:lnTo>
                  <a:lnTo>
                    <a:pt x="106197" y="162052"/>
                  </a:lnTo>
                  <a:lnTo>
                    <a:pt x="106032" y="158305"/>
                  </a:lnTo>
                  <a:lnTo>
                    <a:pt x="105232" y="155435"/>
                  </a:lnTo>
                  <a:lnTo>
                    <a:pt x="114973" y="166814"/>
                  </a:lnTo>
                  <a:lnTo>
                    <a:pt x="114973" y="156121"/>
                  </a:lnTo>
                  <a:lnTo>
                    <a:pt x="113753" y="154698"/>
                  </a:lnTo>
                  <a:lnTo>
                    <a:pt x="105143" y="144665"/>
                  </a:lnTo>
                  <a:lnTo>
                    <a:pt x="105143" y="155333"/>
                  </a:lnTo>
                  <a:lnTo>
                    <a:pt x="104000" y="155409"/>
                  </a:lnTo>
                  <a:lnTo>
                    <a:pt x="104609" y="154698"/>
                  </a:lnTo>
                  <a:lnTo>
                    <a:pt x="105143" y="155333"/>
                  </a:lnTo>
                  <a:lnTo>
                    <a:pt x="105143" y="144665"/>
                  </a:lnTo>
                  <a:lnTo>
                    <a:pt x="104609" y="144043"/>
                  </a:lnTo>
                  <a:lnTo>
                    <a:pt x="70573" y="183756"/>
                  </a:lnTo>
                  <a:lnTo>
                    <a:pt x="70573" y="205460"/>
                  </a:lnTo>
                  <a:lnTo>
                    <a:pt x="69176" y="205117"/>
                  </a:lnTo>
                  <a:lnTo>
                    <a:pt x="65963" y="205320"/>
                  </a:lnTo>
                  <a:lnTo>
                    <a:pt x="62763" y="205511"/>
                  </a:lnTo>
                  <a:lnTo>
                    <a:pt x="60286" y="206451"/>
                  </a:lnTo>
                  <a:lnTo>
                    <a:pt x="60286" y="208381"/>
                  </a:lnTo>
                  <a:lnTo>
                    <a:pt x="59448" y="207391"/>
                  </a:lnTo>
                  <a:lnTo>
                    <a:pt x="60198" y="206527"/>
                  </a:lnTo>
                  <a:lnTo>
                    <a:pt x="60286" y="208381"/>
                  </a:lnTo>
                  <a:lnTo>
                    <a:pt x="60286" y="206451"/>
                  </a:lnTo>
                  <a:lnTo>
                    <a:pt x="69989" y="195097"/>
                  </a:lnTo>
                  <a:lnTo>
                    <a:pt x="69773" y="196316"/>
                  </a:lnTo>
                  <a:lnTo>
                    <a:pt x="70129" y="203796"/>
                  </a:lnTo>
                  <a:lnTo>
                    <a:pt x="70573" y="205460"/>
                  </a:lnTo>
                  <a:lnTo>
                    <a:pt x="70573" y="183756"/>
                  </a:lnTo>
                  <a:lnTo>
                    <a:pt x="50304" y="207391"/>
                  </a:lnTo>
                  <a:lnTo>
                    <a:pt x="104609" y="270738"/>
                  </a:lnTo>
                  <a:lnTo>
                    <a:pt x="113753" y="260083"/>
                  </a:lnTo>
                  <a:lnTo>
                    <a:pt x="158927" y="207391"/>
                  </a:lnTo>
                  <a:close/>
                </a:path>
                <a:path w="351790" h="347979">
                  <a:moveTo>
                    <a:pt x="285584" y="51650"/>
                  </a:moveTo>
                  <a:lnTo>
                    <a:pt x="285483" y="49682"/>
                  </a:lnTo>
                  <a:lnTo>
                    <a:pt x="282854" y="49060"/>
                  </a:lnTo>
                  <a:lnTo>
                    <a:pt x="276440" y="49453"/>
                  </a:lnTo>
                  <a:lnTo>
                    <a:pt x="273888" y="50419"/>
                  </a:lnTo>
                  <a:lnTo>
                    <a:pt x="271246" y="49784"/>
                  </a:lnTo>
                  <a:lnTo>
                    <a:pt x="268046" y="49987"/>
                  </a:lnTo>
                  <a:lnTo>
                    <a:pt x="264845" y="50190"/>
                  </a:lnTo>
                  <a:lnTo>
                    <a:pt x="262280" y="51142"/>
                  </a:lnTo>
                  <a:lnTo>
                    <a:pt x="262369" y="53111"/>
                  </a:lnTo>
                  <a:lnTo>
                    <a:pt x="265010" y="53733"/>
                  </a:lnTo>
                  <a:lnTo>
                    <a:pt x="271411" y="53340"/>
                  </a:lnTo>
                  <a:lnTo>
                    <a:pt x="272846" y="52806"/>
                  </a:lnTo>
                  <a:lnTo>
                    <a:pt x="272554" y="54521"/>
                  </a:lnTo>
                  <a:lnTo>
                    <a:pt x="272719" y="58254"/>
                  </a:lnTo>
                  <a:lnTo>
                    <a:pt x="272884" y="62001"/>
                  </a:lnTo>
                  <a:lnTo>
                    <a:pt x="273710" y="64985"/>
                  </a:lnTo>
                  <a:lnTo>
                    <a:pt x="275386" y="64871"/>
                  </a:lnTo>
                  <a:lnTo>
                    <a:pt x="275932" y="61810"/>
                  </a:lnTo>
                  <a:lnTo>
                    <a:pt x="275590" y="54330"/>
                  </a:lnTo>
                  <a:lnTo>
                    <a:pt x="275132" y="52666"/>
                  </a:lnTo>
                  <a:lnTo>
                    <a:pt x="276606" y="53009"/>
                  </a:lnTo>
                  <a:lnTo>
                    <a:pt x="279819" y="52806"/>
                  </a:lnTo>
                  <a:lnTo>
                    <a:pt x="283019" y="52603"/>
                  </a:lnTo>
                  <a:lnTo>
                    <a:pt x="285584" y="51650"/>
                  </a:lnTo>
                  <a:close/>
                </a:path>
                <a:path w="351790" h="347979">
                  <a:moveTo>
                    <a:pt x="310451" y="284556"/>
                  </a:moveTo>
                  <a:lnTo>
                    <a:pt x="301320" y="273913"/>
                  </a:lnTo>
                  <a:lnTo>
                    <a:pt x="301320" y="284556"/>
                  </a:lnTo>
                  <a:lnTo>
                    <a:pt x="291198" y="296354"/>
                  </a:lnTo>
                  <a:lnTo>
                    <a:pt x="291477" y="294843"/>
                  </a:lnTo>
                  <a:lnTo>
                    <a:pt x="291134" y="287362"/>
                  </a:lnTo>
                  <a:lnTo>
                    <a:pt x="290677" y="285699"/>
                  </a:lnTo>
                  <a:lnTo>
                    <a:pt x="292150" y="286042"/>
                  </a:lnTo>
                  <a:lnTo>
                    <a:pt x="295363" y="285838"/>
                  </a:lnTo>
                  <a:lnTo>
                    <a:pt x="298564" y="285635"/>
                  </a:lnTo>
                  <a:lnTo>
                    <a:pt x="301129" y="284670"/>
                  </a:lnTo>
                  <a:lnTo>
                    <a:pt x="301104" y="284314"/>
                  </a:lnTo>
                  <a:lnTo>
                    <a:pt x="301320" y="284556"/>
                  </a:lnTo>
                  <a:lnTo>
                    <a:pt x="301320" y="273913"/>
                  </a:lnTo>
                  <a:lnTo>
                    <a:pt x="299402" y="271665"/>
                  </a:lnTo>
                  <a:lnTo>
                    <a:pt x="299402" y="282333"/>
                  </a:lnTo>
                  <a:lnTo>
                    <a:pt x="298399" y="282092"/>
                  </a:lnTo>
                  <a:lnTo>
                    <a:pt x="291985" y="282486"/>
                  </a:lnTo>
                  <a:lnTo>
                    <a:pt x="290474" y="283057"/>
                  </a:lnTo>
                  <a:lnTo>
                    <a:pt x="290779" y="281305"/>
                  </a:lnTo>
                  <a:lnTo>
                    <a:pt x="290614" y="277571"/>
                  </a:lnTo>
                  <a:lnTo>
                    <a:pt x="290449" y="273824"/>
                  </a:lnTo>
                  <a:lnTo>
                    <a:pt x="289801" y="271513"/>
                  </a:lnTo>
                  <a:lnTo>
                    <a:pt x="289801" y="297992"/>
                  </a:lnTo>
                  <a:lnTo>
                    <a:pt x="256146" y="337235"/>
                  </a:lnTo>
                  <a:lnTo>
                    <a:pt x="244462" y="323634"/>
                  </a:lnTo>
                  <a:lnTo>
                    <a:pt x="247040" y="324231"/>
                  </a:lnTo>
                  <a:lnTo>
                    <a:pt x="253453" y="323837"/>
                  </a:lnTo>
                  <a:lnTo>
                    <a:pt x="254876" y="323303"/>
                  </a:lnTo>
                  <a:lnTo>
                    <a:pt x="254584" y="325018"/>
                  </a:lnTo>
                  <a:lnTo>
                    <a:pt x="254762" y="328752"/>
                  </a:lnTo>
                  <a:lnTo>
                    <a:pt x="254927" y="332498"/>
                  </a:lnTo>
                  <a:lnTo>
                    <a:pt x="255752" y="335483"/>
                  </a:lnTo>
                  <a:lnTo>
                    <a:pt x="257429" y="335368"/>
                  </a:lnTo>
                  <a:lnTo>
                    <a:pt x="257975" y="332308"/>
                  </a:lnTo>
                  <a:lnTo>
                    <a:pt x="257632" y="324827"/>
                  </a:lnTo>
                  <a:lnTo>
                    <a:pt x="257162" y="323164"/>
                  </a:lnTo>
                  <a:lnTo>
                    <a:pt x="258648" y="323507"/>
                  </a:lnTo>
                  <a:lnTo>
                    <a:pt x="261848" y="323303"/>
                  </a:lnTo>
                  <a:lnTo>
                    <a:pt x="265049" y="323100"/>
                  </a:lnTo>
                  <a:lnTo>
                    <a:pt x="267614" y="322135"/>
                  </a:lnTo>
                  <a:lnTo>
                    <a:pt x="267525" y="320179"/>
                  </a:lnTo>
                  <a:lnTo>
                    <a:pt x="264883" y="319557"/>
                  </a:lnTo>
                  <a:lnTo>
                    <a:pt x="258483" y="319951"/>
                  </a:lnTo>
                  <a:lnTo>
                    <a:pt x="256971" y="320522"/>
                  </a:lnTo>
                  <a:lnTo>
                    <a:pt x="257276" y="318770"/>
                  </a:lnTo>
                  <a:lnTo>
                    <a:pt x="257111" y="315036"/>
                  </a:lnTo>
                  <a:lnTo>
                    <a:pt x="256933" y="311289"/>
                  </a:lnTo>
                  <a:lnTo>
                    <a:pt x="256108" y="308305"/>
                  </a:lnTo>
                  <a:lnTo>
                    <a:pt x="254431" y="308419"/>
                  </a:lnTo>
                  <a:lnTo>
                    <a:pt x="253885" y="311480"/>
                  </a:lnTo>
                  <a:lnTo>
                    <a:pt x="254241" y="318960"/>
                  </a:lnTo>
                  <a:lnTo>
                    <a:pt x="254685" y="320624"/>
                  </a:lnTo>
                  <a:lnTo>
                    <a:pt x="253288" y="320281"/>
                  </a:lnTo>
                  <a:lnTo>
                    <a:pt x="250075" y="320484"/>
                  </a:lnTo>
                  <a:lnTo>
                    <a:pt x="246875" y="320687"/>
                  </a:lnTo>
                  <a:lnTo>
                    <a:pt x="244309" y="321640"/>
                  </a:lnTo>
                  <a:lnTo>
                    <a:pt x="244398" y="323557"/>
                  </a:lnTo>
                  <a:lnTo>
                    <a:pt x="211874" y="285610"/>
                  </a:lnTo>
                  <a:lnTo>
                    <a:pt x="214464" y="286219"/>
                  </a:lnTo>
                  <a:lnTo>
                    <a:pt x="220865" y="285826"/>
                  </a:lnTo>
                  <a:lnTo>
                    <a:pt x="222300" y="285292"/>
                  </a:lnTo>
                  <a:lnTo>
                    <a:pt x="222008" y="287020"/>
                  </a:lnTo>
                  <a:lnTo>
                    <a:pt x="222173" y="290753"/>
                  </a:lnTo>
                  <a:lnTo>
                    <a:pt x="222338" y="294487"/>
                  </a:lnTo>
                  <a:lnTo>
                    <a:pt x="223177" y="297472"/>
                  </a:lnTo>
                  <a:lnTo>
                    <a:pt x="224840" y="297370"/>
                  </a:lnTo>
                  <a:lnTo>
                    <a:pt x="225386" y="294297"/>
                  </a:lnTo>
                  <a:lnTo>
                    <a:pt x="225044" y="286829"/>
                  </a:lnTo>
                  <a:lnTo>
                    <a:pt x="224586" y="285153"/>
                  </a:lnTo>
                  <a:lnTo>
                    <a:pt x="226060" y="285496"/>
                  </a:lnTo>
                  <a:lnTo>
                    <a:pt x="229273" y="285292"/>
                  </a:lnTo>
                  <a:lnTo>
                    <a:pt x="232473" y="285102"/>
                  </a:lnTo>
                  <a:lnTo>
                    <a:pt x="235038" y="284137"/>
                  </a:lnTo>
                  <a:lnTo>
                    <a:pt x="234950" y="282181"/>
                  </a:lnTo>
                  <a:lnTo>
                    <a:pt x="232308" y="281546"/>
                  </a:lnTo>
                  <a:lnTo>
                    <a:pt x="225894" y="281952"/>
                  </a:lnTo>
                  <a:lnTo>
                    <a:pt x="224383" y="282524"/>
                  </a:lnTo>
                  <a:lnTo>
                    <a:pt x="224688" y="280771"/>
                  </a:lnTo>
                  <a:lnTo>
                    <a:pt x="224523" y="277025"/>
                  </a:lnTo>
                  <a:lnTo>
                    <a:pt x="224358" y="273291"/>
                  </a:lnTo>
                  <a:lnTo>
                    <a:pt x="223532" y="270306"/>
                  </a:lnTo>
                  <a:lnTo>
                    <a:pt x="223164" y="270332"/>
                  </a:lnTo>
                  <a:lnTo>
                    <a:pt x="254927" y="233286"/>
                  </a:lnTo>
                  <a:lnTo>
                    <a:pt x="254508" y="235661"/>
                  </a:lnTo>
                  <a:lnTo>
                    <a:pt x="254863" y="243128"/>
                  </a:lnTo>
                  <a:lnTo>
                    <a:pt x="255308" y="244805"/>
                  </a:lnTo>
                  <a:lnTo>
                    <a:pt x="253911" y="244462"/>
                  </a:lnTo>
                  <a:lnTo>
                    <a:pt x="250698" y="244652"/>
                  </a:lnTo>
                  <a:lnTo>
                    <a:pt x="247497" y="244856"/>
                  </a:lnTo>
                  <a:lnTo>
                    <a:pt x="244932" y="245821"/>
                  </a:lnTo>
                  <a:lnTo>
                    <a:pt x="245033" y="247777"/>
                  </a:lnTo>
                  <a:lnTo>
                    <a:pt x="247662" y="248399"/>
                  </a:lnTo>
                  <a:lnTo>
                    <a:pt x="254076" y="248005"/>
                  </a:lnTo>
                  <a:lnTo>
                    <a:pt x="255498" y="247472"/>
                  </a:lnTo>
                  <a:lnTo>
                    <a:pt x="255206" y="249199"/>
                  </a:lnTo>
                  <a:lnTo>
                    <a:pt x="255384" y="252933"/>
                  </a:lnTo>
                  <a:lnTo>
                    <a:pt x="255549" y="256667"/>
                  </a:lnTo>
                  <a:lnTo>
                    <a:pt x="256374" y="259651"/>
                  </a:lnTo>
                  <a:lnTo>
                    <a:pt x="258051" y="259549"/>
                  </a:lnTo>
                  <a:lnTo>
                    <a:pt x="258597" y="256476"/>
                  </a:lnTo>
                  <a:lnTo>
                    <a:pt x="258241" y="249008"/>
                  </a:lnTo>
                  <a:lnTo>
                    <a:pt x="257784" y="247332"/>
                  </a:lnTo>
                  <a:lnTo>
                    <a:pt x="259270" y="247675"/>
                  </a:lnTo>
                  <a:lnTo>
                    <a:pt x="262470" y="247472"/>
                  </a:lnTo>
                  <a:lnTo>
                    <a:pt x="265671" y="247281"/>
                  </a:lnTo>
                  <a:lnTo>
                    <a:pt x="268236" y="246316"/>
                  </a:lnTo>
                  <a:lnTo>
                    <a:pt x="268211" y="245973"/>
                  </a:lnTo>
                  <a:lnTo>
                    <a:pt x="289560" y="270852"/>
                  </a:lnTo>
                  <a:lnTo>
                    <a:pt x="287947" y="270954"/>
                  </a:lnTo>
                  <a:lnTo>
                    <a:pt x="287401" y="274015"/>
                  </a:lnTo>
                  <a:lnTo>
                    <a:pt x="287743" y="281495"/>
                  </a:lnTo>
                  <a:lnTo>
                    <a:pt x="288188" y="283159"/>
                  </a:lnTo>
                  <a:lnTo>
                    <a:pt x="286791" y="282816"/>
                  </a:lnTo>
                  <a:lnTo>
                    <a:pt x="283591" y="283019"/>
                  </a:lnTo>
                  <a:lnTo>
                    <a:pt x="280377" y="283222"/>
                  </a:lnTo>
                  <a:lnTo>
                    <a:pt x="277812" y="284175"/>
                  </a:lnTo>
                  <a:lnTo>
                    <a:pt x="277914" y="286143"/>
                  </a:lnTo>
                  <a:lnTo>
                    <a:pt x="280555" y="286766"/>
                  </a:lnTo>
                  <a:lnTo>
                    <a:pt x="286956" y="286372"/>
                  </a:lnTo>
                  <a:lnTo>
                    <a:pt x="288391" y="285838"/>
                  </a:lnTo>
                  <a:lnTo>
                    <a:pt x="288099" y="287553"/>
                  </a:lnTo>
                  <a:lnTo>
                    <a:pt x="288264" y="291287"/>
                  </a:lnTo>
                  <a:lnTo>
                    <a:pt x="288429" y="295033"/>
                  </a:lnTo>
                  <a:lnTo>
                    <a:pt x="289255" y="298018"/>
                  </a:lnTo>
                  <a:lnTo>
                    <a:pt x="289801" y="297992"/>
                  </a:lnTo>
                  <a:lnTo>
                    <a:pt x="289801" y="271513"/>
                  </a:lnTo>
                  <a:lnTo>
                    <a:pt x="289648" y="270954"/>
                  </a:lnTo>
                  <a:lnTo>
                    <a:pt x="299402" y="282333"/>
                  </a:lnTo>
                  <a:lnTo>
                    <a:pt x="299402" y="271665"/>
                  </a:lnTo>
                  <a:lnTo>
                    <a:pt x="266509" y="233299"/>
                  </a:lnTo>
                  <a:lnTo>
                    <a:pt x="266509" y="243967"/>
                  </a:lnTo>
                  <a:lnTo>
                    <a:pt x="265506" y="243725"/>
                  </a:lnTo>
                  <a:lnTo>
                    <a:pt x="259105" y="244132"/>
                  </a:lnTo>
                  <a:lnTo>
                    <a:pt x="257594" y="244703"/>
                  </a:lnTo>
                  <a:lnTo>
                    <a:pt x="257898" y="242951"/>
                  </a:lnTo>
                  <a:lnTo>
                    <a:pt x="257721" y="239204"/>
                  </a:lnTo>
                  <a:lnTo>
                    <a:pt x="257556" y="235470"/>
                  </a:lnTo>
                  <a:lnTo>
                    <a:pt x="256743" y="232575"/>
                  </a:lnTo>
                  <a:lnTo>
                    <a:pt x="266509" y="243967"/>
                  </a:lnTo>
                  <a:lnTo>
                    <a:pt x="266509" y="233299"/>
                  </a:lnTo>
                  <a:lnTo>
                    <a:pt x="265290" y="231863"/>
                  </a:lnTo>
                  <a:lnTo>
                    <a:pt x="256679" y="221818"/>
                  </a:lnTo>
                  <a:lnTo>
                    <a:pt x="256679" y="232498"/>
                  </a:lnTo>
                  <a:lnTo>
                    <a:pt x="255549" y="232562"/>
                  </a:lnTo>
                  <a:lnTo>
                    <a:pt x="256146" y="231863"/>
                  </a:lnTo>
                  <a:lnTo>
                    <a:pt x="256679" y="232498"/>
                  </a:lnTo>
                  <a:lnTo>
                    <a:pt x="256679" y="221818"/>
                  </a:lnTo>
                  <a:lnTo>
                    <a:pt x="256146" y="221195"/>
                  </a:lnTo>
                  <a:lnTo>
                    <a:pt x="222097" y="260934"/>
                  </a:lnTo>
                  <a:lnTo>
                    <a:pt x="222097" y="282625"/>
                  </a:lnTo>
                  <a:lnTo>
                    <a:pt x="220700" y="282282"/>
                  </a:lnTo>
                  <a:lnTo>
                    <a:pt x="217500" y="282473"/>
                  </a:lnTo>
                  <a:lnTo>
                    <a:pt x="214299" y="282676"/>
                  </a:lnTo>
                  <a:lnTo>
                    <a:pt x="211810" y="283629"/>
                  </a:lnTo>
                  <a:lnTo>
                    <a:pt x="211810" y="285546"/>
                  </a:lnTo>
                  <a:lnTo>
                    <a:pt x="210972" y="284556"/>
                  </a:lnTo>
                  <a:lnTo>
                    <a:pt x="211734" y="283667"/>
                  </a:lnTo>
                  <a:lnTo>
                    <a:pt x="211810" y="285546"/>
                  </a:lnTo>
                  <a:lnTo>
                    <a:pt x="211810" y="283629"/>
                  </a:lnTo>
                  <a:lnTo>
                    <a:pt x="221526" y="272249"/>
                  </a:lnTo>
                  <a:lnTo>
                    <a:pt x="221310" y="273481"/>
                  </a:lnTo>
                  <a:lnTo>
                    <a:pt x="221653" y="280949"/>
                  </a:lnTo>
                  <a:lnTo>
                    <a:pt x="222097" y="282625"/>
                  </a:lnTo>
                  <a:lnTo>
                    <a:pt x="222097" y="260934"/>
                  </a:lnTo>
                  <a:lnTo>
                    <a:pt x="204965" y="280911"/>
                  </a:lnTo>
                  <a:lnTo>
                    <a:pt x="198970" y="273926"/>
                  </a:lnTo>
                  <a:lnTo>
                    <a:pt x="198970" y="284556"/>
                  </a:lnTo>
                  <a:lnTo>
                    <a:pt x="188849" y="296354"/>
                  </a:lnTo>
                  <a:lnTo>
                    <a:pt x="189128" y="294843"/>
                  </a:lnTo>
                  <a:lnTo>
                    <a:pt x="188785" y="287362"/>
                  </a:lnTo>
                  <a:lnTo>
                    <a:pt x="188315" y="285699"/>
                  </a:lnTo>
                  <a:lnTo>
                    <a:pt x="189801" y="286042"/>
                  </a:lnTo>
                  <a:lnTo>
                    <a:pt x="193001" y="285838"/>
                  </a:lnTo>
                  <a:lnTo>
                    <a:pt x="196202" y="285635"/>
                  </a:lnTo>
                  <a:lnTo>
                    <a:pt x="198767" y="284670"/>
                  </a:lnTo>
                  <a:lnTo>
                    <a:pt x="198742" y="284302"/>
                  </a:lnTo>
                  <a:lnTo>
                    <a:pt x="198970" y="284556"/>
                  </a:lnTo>
                  <a:lnTo>
                    <a:pt x="198970" y="273926"/>
                  </a:lnTo>
                  <a:lnTo>
                    <a:pt x="197053" y="271691"/>
                  </a:lnTo>
                  <a:lnTo>
                    <a:pt x="197053" y="282346"/>
                  </a:lnTo>
                  <a:lnTo>
                    <a:pt x="196037" y="282092"/>
                  </a:lnTo>
                  <a:lnTo>
                    <a:pt x="189636" y="282486"/>
                  </a:lnTo>
                  <a:lnTo>
                    <a:pt x="188125" y="283057"/>
                  </a:lnTo>
                  <a:lnTo>
                    <a:pt x="188429" y="281305"/>
                  </a:lnTo>
                  <a:lnTo>
                    <a:pt x="188264" y="277571"/>
                  </a:lnTo>
                  <a:lnTo>
                    <a:pt x="188087" y="273824"/>
                  </a:lnTo>
                  <a:lnTo>
                    <a:pt x="187452" y="271564"/>
                  </a:lnTo>
                  <a:lnTo>
                    <a:pt x="187452" y="297992"/>
                  </a:lnTo>
                  <a:lnTo>
                    <a:pt x="153797" y="337235"/>
                  </a:lnTo>
                  <a:lnTo>
                    <a:pt x="142125" y="323634"/>
                  </a:lnTo>
                  <a:lnTo>
                    <a:pt x="144691" y="324231"/>
                  </a:lnTo>
                  <a:lnTo>
                    <a:pt x="151104" y="323837"/>
                  </a:lnTo>
                  <a:lnTo>
                    <a:pt x="152527" y="323303"/>
                  </a:lnTo>
                  <a:lnTo>
                    <a:pt x="152234" y="325018"/>
                  </a:lnTo>
                  <a:lnTo>
                    <a:pt x="152400" y="328752"/>
                  </a:lnTo>
                  <a:lnTo>
                    <a:pt x="152565" y="332498"/>
                  </a:lnTo>
                  <a:lnTo>
                    <a:pt x="153403" y="335483"/>
                  </a:lnTo>
                  <a:lnTo>
                    <a:pt x="155079" y="335368"/>
                  </a:lnTo>
                  <a:lnTo>
                    <a:pt x="155613" y="332308"/>
                  </a:lnTo>
                  <a:lnTo>
                    <a:pt x="155270" y="324827"/>
                  </a:lnTo>
                  <a:lnTo>
                    <a:pt x="154813" y="323151"/>
                  </a:lnTo>
                  <a:lnTo>
                    <a:pt x="156298" y="323507"/>
                  </a:lnTo>
                  <a:lnTo>
                    <a:pt x="159499" y="323303"/>
                  </a:lnTo>
                  <a:lnTo>
                    <a:pt x="162699" y="323100"/>
                  </a:lnTo>
                  <a:lnTo>
                    <a:pt x="165265" y="322135"/>
                  </a:lnTo>
                  <a:lnTo>
                    <a:pt x="165176" y="320179"/>
                  </a:lnTo>
                  <a:lnTo>
                    <a:pt x="162534" y="319557"/>
                  </a:lnTo>
                  <a:lnTo>
                    <a:pt x="156121" y="319951"/>
                  </a:lnTo>
                  <a:lnTo>
                    <a:pt x="154609" y="320522"/>
                  </a:lnTo>
                  <a:lnTo>
                    <a:pt x="154927" y="318770"/>
                  </a:lnTo>
                  <a:lnTo>
                    <a:pt x="154749" y="315036"/>
                  </a:lnTo>
                  <a:lnTo>
                    <a:pt x="154584" y="311289"/>
                  </a:lnTo>
                  <a:lnTo>
                    <a:pt x="153758" y="308305"/>
                  </a:lnTo>
                  <a:lnTo>
                    <a:pt x="152082" y="308419"/>
                  </a:lnTo>
                  <a:lnTo>
                    <a:pt x="151536" y="311480"/>
                  </a:lnTo>
                  <a:lnTo>
                    <a:pt x="151879" y="318960"/>
                  </a:lnTo>
                  <a:lnTo>
                    <a:pt x="152323" y="320624"/>
                  </a:lnTo>
                  <a:lnTo>
                    <a:pt x="150926" y="320281"/>
                  </a:lnTo>
                  <a:lnTo>
                    <a:pt x="147726" y="320484"/>
                  </a:lnTo>
                  <a:lnTo>
                    <a:pt x="144526" y="320687"/>
                  </a:lnTo>
                  <a:lnTo>
                    <a:pt x="141960" y="321640"/>
                  </a:lnTo>
                  <a:lnTo>
                    <a:pt x="142036" y="323545"/>
                  </a:lnTo>
                  <a:lnTo>
                    <a:pt x="109524" y="285610"/>
                  </a:lnTo>
                  <a:lnTo>
                    <a:pt x="112115" y="286219"/>
                  </a:lnTo>
                  <a:lnTo>
                    <a:pt x="118516" y="285826"/>
                  </a:lnTo>
                  <a:lnTo>
                    <a:pt x="119951" y="285292"/>
                  </a:lnTo>
                  <a:lnTo>
                    <a:pt x="119659" y="287020"/>
                  </a:lnTo>
                  <a:lnTo>
                    <a:pt x="119824" y="290753"/>
                  </a:lnTo>
                  <a:lnTo>
                    <a:pt x="119989" y="294487"/>
                  </a:lnTo>
                  <a:lnTo>
                    <a:pt x="120815" y="297472"/>
                  </a:lnTo>
                  <a:lnTo>
                    <a:pt x="122491" y="297370"/>
                  </a:lnTo>
                  <a:lnTo>
                    <a:pt x="123037" y="294297"/>
                  </a:lnTo>
                  <a:lnTo>
                    <a:pt x="122694" y="286829"/>
                  </a:lnTo>
                  <a:lnTo>
                    <a:pt x="122224" y="285153"/>
                  </a:lnTo>
                  <a:lnTo>
                    <a:pt x="123710" y="285496"/>
                  </a:lnTo>
                  <a:lnTo>
                    <a:pt x="126911" y="285292"/>
                  </a:lnTo>
                  <a:lnTo>
                    <a:pt x="130124" y="285102"/>
                  </a:lnTo>
                  <a:lnTo>
                    <a:pt x="132689" y="284137"/>
                  </a:lnTo>
                  <a:lnTo>
                    <a:pt x="132588" y="282181"/>
                  </a:lnTo>
                  <a:lnTo>
                    <a:pt x="129946" y="281546"/>
                  </a:lnTo>
                  <a:lnTo>
                    <a:pt x="123545" y="281952"/>
                  </a:lnTo>
                  <a:lnTo>
                    <a:pt x="122034" y="282524"/>
                  </a:lnTo>
                  <a:lnTo>
                    <a:pt x="122339" y="280771"/>
                  </a:lnTo>
                  <a:lnTo>
                    <a:pt x="122174" y="277025"/>
                  </a:lnTo>
                  <a:lnTo>
                    <a:pt x="122008" y="273291"/>
                  </a:lnTo>
                  <a:lnTo>
                    <a:pt x="121170" y="270306"/>
                  </a:lnTo>
                  <a:lnTo>
                    <a:pt x="120815" y="270332"/>
                  </a:lnTo>
                  <a:lnTo>
                    <a:pt x="152577" y="233286"/>
                  </a:lnTo>
                  <a:lnTo>
                    <a:pt x="152158" y="235661"/>
                  </a:lnTo>
                  <a:lnTo>
                    <a:pt x="152501" y="243128"/>
                  </a:lnTo>
                  <a:lnTo>
                    <a:pt x="152958" y="244805"/>
                  </a:lnTo>
                  <a:lnTo>
                    <a:pt x="151549" y="244462"/>
                  </a:lnTo>
                  <a:lnTo>
                    <a:pt x="148348" y="244652"/>
                  </a:lnTo>
                  <a:lnTo>
                    <a:pt x="145148" y="244856"/>
                  </a:lnTo>
                  <a:lnTo>
                    <a:pt x="142582" y="245821"/>
                  </a:lnTo>
                  <a:lnTo>
                    <a:pt x="142671" y="247777"/>
                  </a:lnTo>
                  <a:lnTo>
                    <a:pt x="145313" y="248399"/>
                  </a:lnTo>
                  <a:lnTo>
                    <a:pt x="151726" y="248005"/>
                  </a:lnTo>
                  <a:lnTo>
                    <a:pt x="153149" y="247472"/>
                  </a:lnTo>
                  <a:lnTo>
                    <a:pt x="152857" y="249199"/>
                  </a:lnTo>
                  <a:lnTo>
                    <a:pt x="153022" y="252933"/>
                  </a:lnTo>
                  <a:lnTo>
                    <a:pt x="153187" y="256667"/>
                  </a:lnTo>
                  <a:lnTo>
                    <a:pt x="154025" y="259651"/>
                  </a:lnTo>
                  <a:lnTo>
                    <a:pt x="155689" y="259549"/>
                  </a:lnTo>
                  <a:lnTo>
                    <a:pt x="156235" y="256476"/>
                  </a:lnTo>
                  <a:lnTo>
                    <a:pt x="155892" y="249008"/>
                  </a:lnTo>
                  <a:lnTo>
                    <a:pt x="155435" y="247332"/>
                  </a:lnTo>
                  <a:lnTo>
                    <a:pt x="156921" y="247675"/>
                  </a:lnTo>
                  <a:lnTo>
                    <a:pt x="160121" y="247472"/>
                  </a:lnTo>
                  <a:lnTo>
                    <a:pt x="163322" y="247281"/>
                  </a:lnTo>
                  <a:lnTo>
                    <a:pt x="165887" y="246316"/>
                  </a:lnTo>
                  <a:lnTo>
                    <a:pt x="165862" y="245973"/>
                  </a:lnTo>
                  <a:lnTo>
                    <a:pt x="187210" y="270852"/>
                  </a:lnTo>
                  <a:lnTo>
                    <a:pt x="185585" y="270954"/>
                  </a:lnTo>
                  <a:lnTo>
                    <a:pt x="185039" y="274015"/>
                  </a:lnTo>
                  <a:lnTo>
                    <a:pt x="185394" y="281495"/>
                  </a:lnTo>
                  <a:lnTo>
                    <a:pt x="185839" y="283159"/>
                  </a:lnTo>
                  <a:lnTo>
                    <a:pt x="184442" y="282816"/>
                  </a:lnTo>
                  <a:lnTo>
                    <a:pt x="181229" y="283019"/>
                  </a:lnTo>
                  <a:lnTo>
                    <a:pt x="178028" y="283222"/>
                  </a:lnTo>
                  <a:lnTo>
                    <a:pt x="175463" y="284175"/>
                  </a:lnTo>
                  <a:lnTo>
                    <a:pt x="175564" y="286143"/>
                  </a:lnTo>
                  <a:lnTo>
                    <a:pt x="178193" y="286766"/>
                  </a:lnTo>
                  <a:lnTo>
                    <a:pt x="184607" y="286372"/>
                  </a:lnTo>
                  <a:lnTo>
                    <a:pt x="186042" y="285838"/>
                  </a:lnTo>
                  <a:lnTo>
                    <a:pt x="185737" y="287553"/>
                  </a:lnTo>
                  <a:lnTo>
                    <a:pt x="185915" y="291287"/>
                  </a:lnTo>
                  <a:lnTo>
                    <a:pt x="186080" y="295033"/>
                  </a:lnTo>
                  <a:lnTo>
                    <a:pt x="186905" y="298018"/>
                  </a:lnTo>
                  <a:lnTo>
                    <a:pt x="187452" y="297992"/>
                  </a:lnTo>
                  <a:lnTo>
                    <a:pt x="187452" y="271564"/>
                  </a:lnTo>
                  <a:lnTo>
                    <a:pt x="187274" y="270929"/>
                  </a:lnTo>
                  <a:lnTo>
                    <a:pt x="197053" y="282346"/>
                  </a:lnTo>
                  <a:lnTo>
                    <a:pt x="197053" y="271691"/>
                  </a:lnTo>
                  <a:lnTo>
                    <a:pt x="164160" y="233311"/>
                  </a:lnTo>
                  <a:lnTo>
                    <a:pt x="164160" y="243967"/>
                  </a:lnTo>
                  <a:lnTo>
                    <a:pt x="163156" y="243725"/>
                  </a:lnTo>
                  <a:lnTo>
                    <a:pt x="156743" y="244132"/>
                  </a:lnTo>
                  <a:lnTo>
                    <a:pt x="155232" y="244703"/>
                  </a:lnTo>
                  <a:lnTo>
                    <a:pt x="155536" y="242951"/>
                  </a:lnTo>
                  <a:lnTo>
                    <a:pt x="155371" y="239204"/>
                  </a:lnTo>
                  <a:lnTo>
                    <a:pt x="155206" y="235470"/>
                  </a:lnTo>
                  <a:lnTo>
                    <a:pt x="154393" y="232575"/>
                  </a:lnTo>
                  <a:lnTo>
                    <a:pt x="164160" y="243967"/>
                  </a:lnTo>
                  <a:lnTo>
                    <a:pt x="164160" y="233311"/>
                  </a:lnTo>
                  <a:lnTo>
                    <a:pt x="162928" y="231863"/>
                  </a:lnTo>
                  <a:lnTo>
                    <a:pt x="154330" y="221830"/>
                  </a:lnTo>
                  <a:lnTo>
                    <a:pt x="154330" y="232498"/>
                  </a:lnTo>
                  <a:lnTo>
                    <a:pt x="153200" y="232562"/>
                  </a:lnTo>
                  <a:lnTo>
                    <a:pt x="153797" y="231863"/>
                  </a:lnTo>
                  <a:lnTo>
                    <a:pt x="154330" y="232498"/>
                  </a:lnTo>
                  <a:lnTo>
                    <a:pt x="154330" y="221830"/>
                  </a:lnTo>
                  <a:lnTo>
                    <a:pt x="153797" y="221195"/>
                  </a:lnTo>
                  <a:lnTo>
                    <a:pt x="119748" y="260921"/>
                  </a:lnTo>
                  <a:lnTo>
                    <a:pt x="119748" y="282625"/>
                  </a:lnTo>
                  <a:lnTo>
                    <a:pt x="118351" y="282282"/>
                  </a:lnTo>
                  <a:lnTo>
                    <a:pt x="115150" y="282473"/>
                  </a:lnTo>
                  <a:lnTo>
                    <a:pt x="111937" y="282676"/>
                  </a:lnTo>
                  <a:lnTo>
                    <a:pt x="109461" y="283616"/>
                  </a:lnTo>
                  <a:lnTo>
                    <a:pt x="109461" y="285546"/>
                  </a:lnTo>
                  <a:lnTo>
                    <a:pt x="108623" y="284556"/>
                  </a:lnTo>
                  <a:lnTo>
                    <a:pt x="109372" y="283692"/>
                  </a:lnTo>
                  <a:lnTo>
                    <a:pt x="109461" y="285546"/>
                  </a:lnTo>
                  <a:lnTo>
                    <a:pt x="109461" y="283616"/>
                  </a:lnTo>
                  <a:lnTo>
                    <a:pt x="119176" y="272249"/>
                  </a:lnTo>
                  <a:lnTo>
                    <a:pt x="118960" y="273481"/>
                  </a:lnTo>
                  <a:lnTo>
                    <a:pt x="119303" y="280949"/>
                  </a:lnTo>
                  <a:lnTo>
                    <a:pt x="119748" y="282625"/>
                  </a:lnTo>
                  <a:lnTo>
                    <a:pt x="119748" y="260921"/>
                  </a:lnTo>
                  <a:lnTo>
                    <a:pt x="104038" y="279234"/>
                  </a:lnTo>
                  <a:lnTo>
                    <a:pt x="99479" y="273926"/>
                  </a:lnTo>
                  <a:lnTo>
                    <a:pt x="99479" y="284556"/>
                  </a:lnTo>
                  <a:lnTo>
                    <a:pt x="54317" y="337235"/>
                  </a:lnTo>
                  <a:lnTo>
                    <a:pt x="10045" y="285610"/>
                  </a:lnTo>
                  <a:lnTo>
                    <a:pt x="12636" y="286219"/>
                  </a:lnTo>
                  <a:lnTo>
                    <a:pt x="19037" y="285826"/>
                  </a:lnTo>
                  <a:lnTo>
                    <a:pt x="20472" y="285292"/>
                  </a:lnTo>
                  <a:lnTo>
                    <a:pt x="20180" y="287020"/>
                  </a:lnTo>
                  <a:lnTo>
                    <a:pt x="20345" y="290753"/>
                  </a:lnTo>
                  <a:lnTo>
                    <a:pt x="20510" y="294487"/>
                  </a:lnTo>
                  <a:lnTo>
                    <a:pt x="21336" y="297472"/>
                  </a:lnTo>
                  <a:lnTo>
                    <a:pt x="23012" y="297370"/>
                  </a:lnTo>
                  <a:lnTo>
                    <a:pt x="23558" y="294297"/>
                  </a:lnTo>
                  <a:lnTo>
                    <a:pt x="23215" y="286829"/>
                  </a:lnTo>
                  <a:lnTo>
                    <a:pt x="22758" y="285153"/>
                  </a:lnTo>
                  <a:lnTo>
                    <a:pt x="24231" y="285496"/>
                  </a:lnTo>
                  <a:lnTo>
                    <a:pt x="27444" y="285292"/>
                  </a:lnTo>
                  <a:lnTo>
                    <a:pt x="30645" y="285102"/>
                  </a:lnTo>
                  <a:lnTo>
                    <a:pt x="33210" y="284137"/>
                  </a:lnTo>
                  <a:lnTo>
                    <a:pt x="33108" y="282181"/>
                  </a:lnTo>
                  <a:lnTo>
                    <a:pt x="30480" y="281546"/>
                  </a:lnTo>
                  <a:lnTo>
                    <a:pt x="24066" y="281952"/>
                  </a:lnTo>
                  <a:lnTo>
                    <a:pt x="22555" y="282524"/>
                  </a:lnTo>
                  <a:lnTo>
                    <a:pt x="22860" y="280771"/>
                  </a:lnTo>
                  <a:lnTo>
                    <a:pt x="22694" y="277025"/>
                  </a:lnTo>
                  <a:lnTo>
                    <a:pt x="22529" y="273291"/>
                  </a:lnTo>
                  <a:lnTo>
                    <a:pt x="21704" y="270306"/>
                  </a:lnTo>
                  <a:lnTo>
                    <a:pt x="21336" y="270332"/>
                  </a:lnTo>
                  <a:lnTo>
                    <a:pt x="54317" y="231863"/>
                  </a:lnTo>
                  <a:lnTo>
                    <a:pt x="99479" y="284556"/>
                  </a:lnTo>
                  <a:lnTo>
                    <a:pt x="99479" y="273926"/>
                  </a:lnTo>
                  <a:lnTo>
                    <a:pt x="63449" y="231863"/>
                  </a:lnTo>
                  <a:lnTo>
                    <a:pt x="54317" y="221195"/>
                  </a:lnTo>
                  <a:lnTo>
                    <a:pt x="20269" y="260921"/>
                  </a:lnTo>
                  <a:lnTo>
                    <a:pt x="20269" y="282625"/>
                  </a:lnTo>
                  <a:lnTo>
                    <a:pt x="18872" y="282282"/>
                  </a:lnTo>
                  <a:lnTo>
                    <a:pt x="15671" y="282473"/>
                  </a:lnTo>
                  <a:lnTo>
                    <a:pt x="12471" y="282676"/>
                  </a:lnTo>
                  <a:lnTo>
                    <a:pt x="9982" y="283629"/>
                  </a:lnTo>
                  <a:lnTo>
                    <a:pt x="9982" y="285546"/>
                  </a:lnTo>
                  <a:lnTo>
                    <a:pt x="9144" y="284556"/>
                  </a:lnTo>
                  <a:lnTo>
                    <a:pt x="9906" y="283667"/>
                  </a:lnTo>
                  <a:lnTo>
                    <a:pt x="9982" y="285546"/>
                  </a:lnTo>
                  <a:lnTo>
                    <a:pt x="9982" y="283629"/>
                  </a:lnTo>
                  <a:lnTo>
                    <a:pt x="19697" y="272249"/>
                  </a:lnTo>
                  <a:lnTo>
                    <a:pt x="19481" y="273481"/>
                  </a:lnTo>
                  <a:lnTo>
                    <a:pt x="19824" y="280949"/>
                  </a:lnTo>
                  <a:lnTo>
                    <a:pt x="20269" y="282625"/>
                  </a:lnTo>
                  <a:lnTo>
                    <a:pt x="20269" y="260921"/>
                  </a:lnTo>
                  <a:lnTo>
                    <a:pt x="0" y="284556"/>
                  </a:lnTo>
                  <a:lnTo>
                    <a:pt x="54317" y="347903"/>
                  </a:lnTo>
                  <a:lnTo>
                    <a:pt x="63449" y="337235"/>
                  </a:lnTo>
                  <a:lnTo>
                    <a:pt x="104038" y="289890"/>
                  </a:lnTo>
                  <a:lnTo>
                    <a:pt x="153797" y="347903"/>
                  </a:lnTo>
                  <a:lnTo>
                    <a:pt x="162928" y="337235"/>
                  </a:lnTo>
                  <a:lnTo>
                    <a:pt x="204965" y="288213"/>
                  </a:lnTo>
                  <a:lnTo>
                    <a:pt x="256146" y="347903"/>
                  </a:lnTo>
                  <a:lnTo>
                    <a:pt x="265290" y="337235"/>
                  </a:lnTo>
                  <a:lnTo>
                    <a:pt x="310451" y="284556"/>
                  </a:lnTo>
                  <a:close/>
                </a:path>
                <a:path w="351790" h="347979">
                  <a:moveTo>
                    <a:pt x="318160" y="89649"/>
                  </a:moveTo>
                  <a:lnTo>
                    <a:pt x="318071" y="87693"/>
                  </a:lnTo>
                  <a:lnTo>
                    <a:pt x="315429" y="87058"/>
                  </a:lnTo>
                  <a:lnTo>
                    <a:pt x="309016" y="87464"/>
                  </a:lnTo>
                  <a:lnTo>
                    <a:pt x="307505" y="88036"/>
                  </a:lnTo>
                  <a:lnTo>
                    <a:pt x="307822" y="86283"/>
                  </a:lnTo>
                  <a:lnTo>
                    <a:pt x="307644" y="82537"/>
                  </a:lnTo>
                  <a:lnTo>
                    <a:pt x="307479" y="78803"/>
                  </a:lnTo>
                  <a:lnTo>
                    <a:pt x="306654" y="75819"/>
                  </a:lnTo>
                  <a:lnTo>
                    <a:pt x="304977" y="75920"/>
                  </a:lnTo>
                  <a:lnTo>
                    <a:pt x="304431" y="78994"/>
                  </a:lnTo>
                  <a:lnTo>
                    <a:pt x="304774" y="86461"/>
                  </a:lnTo>
                  <a:lnTo>
                    <a:pt x="305231" y="88138"/>
                  </a:lnTo>
                  <a:lnTo>
                    <a:pt x="303822" y="87795"/>
                  </a:lnTo>
                  <a:lnTo>
                    <a:pt x="300621" y="87985"/>
                  </a:lnTo>
                  <a:lnTo>
                    <a:pt x="297421" y="88188"/>
                  </a:lnTo>
                  <a:lnTo>
                    <a:pt x="294855" y="89154"/>
                  </a:lnTo>
                  <a:lnTo>
                    <a:pt x="294944" y="91109"/>
                  </a:lnTo>
                  <a:lnTo>
                    <a:pt x="297586" y="91744"/>
                  </a:lnTo>
                  <a:lnTo>
                    <a:pt x="303999" y="91338"/>
                  </a:lnTo>
                  <a:lnTo>
                    <a:pt x="305422" y="90805"/>
                  </a:lnTo>
                  <a:lnTo>
                    <a:pt x="305130" y="92532"/>
                  </a:lnTo>
                  <a:lnTo>
                    <a:pt x="305295" y="96266"/>
                  </a:lnTo>
                  <a:lnTo>
                    <a:pt x="305473" y="99999"/>
                  </a:lnTo>
                  <a:lnTo>
                    <a:pt x="306298" y="102984"/>
                  </a:lnTo>
                  <a:lnTo>
                    <a:pt x="307975" y="102882"/>
                  </a:lnTo>
                  <a:lnTo>
                    <a:pt x="308521" y="99809"/>
                  </a:lnTo>
                  <a:lnTo>
                    <a:pt x="308165" y="92341"/>
                  </a:lnTo>
                  <a:lnTo>
                    <a:pt x="307708" y="90665"/>
                  </a:lnTo>
                  <a:lnTo>
                    <a:pt x="309194" y="91008"/>
                  </a:lnTo>
                  <a:lnTo>
                    <a:pt x="312394" y="90805"/>
                  </a:lnTo>
                  <a:lnTo>
                    <a:pt x="315595" y="90614"/>
                  </a:lnTo>
                  <a:lnTo>
                    <a:pt x="318160" y="89649"/>
                  </a:lnTo>
                  <a:close/>
                </a:path>
                <a:path w="351790" h="347979">
                  <a:moveTo>
                    <a:pt x="318782" y="13817"/>
                  </a:moveTo>
                  <a:lnTo>
                    <a:pt x="318693" y="11861"/>
                  </a:lnTo>
                  <a:lnTo>
                    <a:pt x="316052" y="11239"/>
                  </a:lnTo>
                  <a:lnTo>
                    <a:pt x="309638" y="11633"/>
                  </a:lnTo>
                  <a:lnTo>
                    <a:pt x="308127" y="12204"/>
                  </a:lnTo>
                  <a:lnTo>
                    <a:pt x="308432" y="10452"/>
                  </a:lnTo>
                  <a:lnTo>
                    <a:pt x="308267" y="6718"/>
                  </a:lnTo>
                  <a:lnTo>
                    <a:pt x="308102" y="2971"/>
                  </a:lnTo>
                  <a:lnTo>
                    <a:pt x="307276" y="0"/>
                  </a:lnTo>
                  <a:lnTo>
                    <a:pt x="305600" y="101"/>
                  </a:lnTo>
                  <a:lnTo>
                    <a:pt x="305054" y="3162"/>
                  </a:lnTo>
                  <a:lnTo>
                    <a:pt x="305396" y="10642"/>
                  </a:lnTo>
                  <a:lnTo>
                    <a:pt x="305841" y="12306"/>
                  </a:lnTo>
                  <a:lnTo>
                    <a:pt x="304444" y="11963"/>
                  </a:lnTo>
                  <a:lnTo>
                    <a:pt x="301244" y="12166"/>
                  </a:lnTo>
                  <a:lnTo>
                    <a:pt x="298043" y="12369"/>
                  </a:lnTo>
                  <a:lnTo>
                    <a:pt x="295478" y="13322"/>
                  </a:lnTo>
                  <a:lnTo>
                    <a:pt x="295567" y="15290"/>
                  </a:lnTo>
                  <a:lnTo>
                    <a:pt x="298208" y="15913"/>
                  </a:lnTo>
                  <a:lnTo>
                    <a:pt x="304622" y="15519"/>
                  </a:lnTo>
                  <a:lnTo>
                    <a:pt x="306044" y="14986"/>
                  </a:lnTo>
                  <a:lnTo>
                    <a:pt x="305752" y="16700"/>
                  </a:lnTo>
                  <a:lnTo>
                    <a:pt x="305917" y="20434"/>
                  </a:lnTo>
                  <a:lnTo>
                    <a:pt x="306095" y="24180"/>
                  </a:lnTo>
                  <a:lnTo>
                    <a:pt x="306920" y="27165"/>
                  </a:lnTo>
                  <a:lnTo>
                    <a:pt x="308597" y="27063"/>
                  </a:lnTo>
                  <a:lnTo>
                    <a:pt x="309130" y="23990"/>
                  </a:lnTo>
                  <a:lnTo>
                    <a:pt x="308787" y="16510"/>
                  </a:lnTo>
                  <a:lnTo>
                    <a:pt x="308330" y="14833"/>
                  </a:lnTo>
                  <a:lnTo>
                    <a:pt x="309816" y="15189"/>
                  </a:lnTo>
                  <a:lnTo>
                    <a:pt x="313016" y="14986"/>
                  </a:lnTo>
                  <a:lnTo>
                    <a:pt x="316217" y="14782"/>
                  </a:lnTo>
                  <a:lnTo>
                    <a:pt x="318782" y="13817"/>
                  </a:lnTo>
                  <a:close/>
                </a:path>
                <a:path w="351790" h="347979">
                  <a:moveTo>
                    <a:pt x="351675" y="52184"/>
                  </a:moveTo>
                  <a:lnTo>
                    <a:pt x="351574" y="50228"/>
                  </a:lnTo>
                  <a:lnTo>
                    <a:pt x="348932" y="49593"/>
                  </a:lnTo>
                  <a:lnTo>
                    <a:pt x="342531" y="49999"/>
                  </a:lnTo>
                  <a:lnTo>
                    <a:pt x="341020" y="50571"/>
                  </a:lnTo>
                  <a:lnTo>
                    <a:pt x="341325" y="48818"/>
                  </a:lnTo>
                  <a:lnTo>
                    <a:pt x="341160" y="45072"/>
                  </a:lnTo>
                  <a:lnTo>
                    <a:pt x="340982" y="41338"/>
                  </a:lnTo>
                  <a:lnTo>
                    <a:pt x="340156" y="38354"/>
                  </a:lnTo>
                  <a:lnTo>
                    <a:pt x="338480" y="38455"/>
                  </a:lnTo>
                  <a:lnTo>
                    <a:pt x="337947" y="41529"/>
                  </a:lnTo>
                  <a:lnTo>
                    <a:pt x="338289" y="48996"/>
                  </a:lnTo>
                  <a:lnTo>
                    <a:pt x="338734" y="50673"/>
                  </a:lnTo>
                  <a:lnTo>
                    <a:pt x="337337" y="50330"/>
                  </a:lnTo>
                  <a:lnTo>
                    <a:pt x="334137" y="50520"/>
                  </a:lnTo>
                  <a:lnTo>
                    <a:pt x="330923" y="50723"/>
                  </a:lnTo>
                  <a:lnTo>
                    <a:pt x="328358" y="51689"/>
                  </a:lnTo>
                  <a:lnTo>
                    <a:pt x="328460" y="53644"/>
                  </a:lnTo>
                  <a:lnTo>
                    <a:pt x="331089" y="54279"/>
                  </a:lnTo>
                  <a:lnTo>
                    <a:pt x="337502" y="53873"/>
                  </a:lnTo>
                  <a:lnTo>
                    <a:pt x="338937" y="53340"/>
                  </a:lnTo>
                  <a:lnTo>
                    <a:pt x="338645" y="55067"/>
                  </a:lnTo>
                  <a:lnTo>
                    <a:pt x="338810" y="58801"/>
                  </a:lnTo>
                  <a:lnTo>
                    <a:pt x="338975" y="62534"/>
                  </a:lnTo>
                  <a:lnTo>
                    <a:pt x="339801" y="65519"/>
                  </a:lnTo>
                  <a:lnTo>
                    <a:pt x="341477" y="65417"/>
                  </a:lnTo>
                  <a:lnTo>
                    <a:pt x="342023" y="62344"/>
                  </a:lnTo>
                  <a:lnTo>
                    <a:pt x="341680" y="54876"/>
                  </a:lnTo>
                  <a:lnTo>
                    <a:pt x="341210" y="53200"/>
                  </a:lnTo>
                  <a:lnTo>
                    <a:pt x="342696" y="53543"/>
                  </a:lnTo>
                  <a:lnTo>
                    <a:pt x="345897" y="53340"/>
                  </a:lnTo>
                  <a:lnTo>
                    <a:pt x="349110" y="53149"/>
                  </a:lnTo>
                  <a:lnTo>
                    <a:pt x="351675" y="52184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4" name="object 2134" descr=""/>
            <p:cNvSpPr/>
            <p:nvPr/>
          </p:nvSpPr>
          <p:spPr>
            <a:xfrm>
              <a:off x="8117192" y="7858347"/>
              <a:ext cx="493395" cy="502284"/>
            </a:xfrm>
            <a:custGeom>
              <a:avLst/>
              <a:gdLst/>
              <a:ahLst/>
              <a:cxnLst/>
              <a:rect l="l" t="t" r="r" b="b"/>
              <a:pathLst>
                <a:path w="493395" h="502284">
                  <a:moveTo>
                    <a:pt x="11696" y="450761"/>
                  </a:moveTo>
                  <a:lnTo>
                    <a:pt x="11595" y="448805"/>
                  </a:lnTo>
                  <a:lnTo>
                    <a:pt x="8966" y="448170"/>
                  </a:lnTo>
                  <a:lnTo>
                    <a:pt x="2552" y="448576"/>
                  </a:lnTo>
                  <a:lnTo>
                    <a:pt x="0" y="449529"/>
                  </a:lnTo>
                  <a:lnTo>
                    <a:pt x="76" y="451497"/>
                  </a:lnTo>
                  <a:lnTo>
                    <a:pt x="2717" y="452120"/>
                  </a:lnTo>
                  <a:lnTo>
                    <a:pt x="5930" y="451916"/>
                  </a:lnTo>
                  <a:lnTo>
                    <a:pt x="9131" y="451726"/>
                  </a:lnTo>
                  <a:lnTo>
                    <a:pt x="11696" y="450761"/>
                  </a:lnTo>
                  <a:close/>
                </a:path>
                <a:path w="493395" h="502284">
                  <a:moveTo>
                    <a:pt x="44272" y="488759"/>
                  </a:moveTo>
                  <a:lnTo>
                    <a:pt x="44183" y="486803"/>
                  </a:lnTo>
                  <a:lnTo>
                    <a:pt x="41541" y="486181"/>
                  </a:lnTo>
                  <a:lnTo>
                    <a:pt x="35128" y="486575"/>
                  </a:lnTo>
                  <a:lnTo>
                    <a:pt x="33616" y="487146"/>
                  </a:lnTo>
                  <a:lnTo>
                    <a:pt x="33921" y="485394"/>
                  </a:lnTo>
                  <a:lnTo>
                    <a:pt x="33756" y="481660"/>
                  </a:lnTo>
                  <a:lnTo>
                    <a:pt x="33591" y="477913"/>
                  </a:lnTo>
                  <a:lnTo>
                    <a:pt x="32766" y="474929"/>
                  </a:lnTo>
                  <a:lnTo>
                    <a:pt x="31089" y="475043"/>
                  </a:lnTo>
                  <a:lnTo>
                    <a:pt x="30543" y="478104"/>
                  </a:lnTo>
                  <a:lnTo>
                    <a:pt x="30886" y="485584"/>
                  </a:lnTo>
                  <a:lnTo>
                    <a:pt x="31330" y="487248"/>
                  </a:lnTo>
                  <a:lnTo>
                    <a:pt x="29946" y="486905"/>
                  </a:lnTo>
                  <a:lnTo>
                    <a:pt x="26733" y="487108"/>
                  </a:lnTo>
                  <a:lnTo>
                    <a:pt x="23533" y="487311"/>
                  </a:lnTo>
                  <a:lnTo>
                    <a:pt x="20967" y="488264"/>
                  </a:lnTo>
                  <a:lnTo>
                    <a:pt x="21056" y="490232"/>
                  </a:lnTo>
                  <a:lnTo>
                    <a:pt x="23698" y="490855"/>
                  </a:lnTo>
                  <a:lnTo>
                    <a:pt x="30111" y="490461"/>
                  </a:lnTo>
                  <a:lnTo>
                    <a:pt x="31534" y="489927"/>
                  </a:lnTo>
                  <a:lnTo>
                    <a:pt x="31242" y="491642"/>
                  </a:lnTo>
                  <a:lnTo>
                    <a:pt x="31407" y="495376"/>
                  </a:lnTo>
                  <a:lnTo>
                    <a:pt x="31584" y="499122"/>
                  </a:lnTo>
                  <a:lnTo>
                    <a:pt x="32410" y="502107"/>
                  </a:lnTo>
                  <a:lnTo>
                    <a:pt x="34086" y="501992"/>
                  </a:lnTo>
                  <a:lnTo>
                    <a:pt x="34620" y="498932"/>
                  </a:lnTo>
                  <a:lnTo>
                    <a:pt x="34277" y="491451"/>
                  </a:lnTo>
                  <a:lnTo>
                    <a:pt x="33820" y="489775"/>
                  </a:lnTo>
                  <a:lnTo>
                    <a:pt x="35306" y="490131"/>
                  </a:lnTo>
                  <a:lnTo>
                    <a:pt x="38506" y="489927"/>
                  </a:lnTo>
                  <a:lnTo>
                    <a:pt x="41706" y="489724"/>
                  </a:lnTo>
                  <a:lnTo>
                    <a:pt x="44272" y="488759"/>
                  </a:lnTo>
                  <a:close/>
                </a:path>
                <a:path w="493395" h="502284">
                  <a:moveTo>
                    <a:pt x="44894" y="412940"/>
                  </a:moveTo>
                  <a:lnTo>
                    <a:pt x="44805" y="410984"/>
                  </a:lnTo>
                  <a:lnTo>
                    <a:pt x="42164" y="410349"/>
                  </a:lnTo>
                  <a:lnTo>
                    <a:pt x="35750" y="410756"/>
                  </a:lnTo>
                  <a:lnTo>
                    <a:pt x="34239" y="411327"/>
                  </a:lnTo>
                  <a:lnTo>
                    <a:pt x="34544" y="409575"/>
                  </a:lnTo>
                  <a:lnTo>
                    <a:pt x="34378" y="405828"/>
                  </a:lnTo>
                  <a:lnTo>
                    <a:pt x="34213" y="402094"/>
                  </a:lnTo>
                  <a:lnTo>
                    <a:pt x="33388" y="399110"/>
                  </a:lnTo>
                  <a:lnTo>
                    <a:pt x="31711" y="399211"/>
                  </a:lnTo>
                  <a:lnTo>
                    <a:pt x="31165" y="402285"/>
                  </a:lnTo>
                  <a:lnTo>
                    <a:pt x="31508" y="409752"/>
                  </a:lnTo>
                  <a:lnTo>
                    <a:pt x="31965" y="411429"/>
                  </a:lnTo>
                  <a:lnTo>
                    <a:pt x="30556" y="411086"/>
                  </a:lnTo>
                  <a:lnTo>
                    <a:pt x="27355" y="411276"/>
                  </a:lnTo>
                  <a:lnTo>
                    <a:pt x="24155" y="411480"/>
                  </a:lnTo>
                  <a:lnTo>
                    <a:pt x="21590" y="412445"/>
                  </a:lnTo>
                  <a:lnTo>
                    <a:pt x="21678" y="414401"/>
                  </a:lnTo>
                  <a:lnTo>
                    <a:pt x="24320" y="415023"/>
                  </a:lnTo>
                  <a:lnTo>
                    <a:pt x="30734" y="414629"/>
                  </a:lnTo>
                  <a:lnTo>
                    <a:pt x="32156" y="414096"/>
                  </a:lnTo>
                  <a:lnTo>
                    <a:pt x="31864" y="415823"/>
                  </a:lnTo>
                  <a:lnTo>
                    <a:pt x="32029" y="419557"/>
                  </a:lnTo>
                  <a:lnTo>
                    <a:pt x="32207" y="423291"/>
                  </a:lnTo>
                  <a:lnTo>
                    <a:pt x="33032" y="426275"/>
                  </a:lnTo>
                  <a:lnTo>
                    <a:pt x="34709" y="426173"/>
                  </a:lnTo>
                  <a:lnTo>
                    <a:pt x="35242" y="423100"/>
                  </a:lnTo>
                  <a:lnTo>
                    <a:pt x="34899" y="415632"/>
                  </a:lnTo>
                  <a:lnTo>
                    <a:pt x="34442" y="413956"/>
                  </a:lnTo>
                  <a:lnTo>
                    <a:pt x="35928" y="414299"/>
                  </a:lnTo>
                  <a:lnTo>
                    <a:pt x="39128" y="414096"/>
                  </a:lnTo>
                  <a:lnTo>
                    <a:pt x="42329" y="413905"/>
                  </a:lnTo>
                  <a:lnTo>
                    <a:pt x="44894" y="412940"/>
                  </a:lnTo>
                  <a:close/>
                </a:path>
                <a:path w="493395" h="502284">
                  <a:moveTo>
                    <a:pt x="77787" y="451294"/>
                  </a:moveTo>
                  <a:lnTo>
                    <a:pt x="77685" y="449338"/>
                  </a:lnTo>
                  <a:lnTo>
                    <a:pt x="75044" y="448716"/>
                  </a:lnTo>
                  <a:lnTo>
                    <a:pt x="68643" y="449110"/>
                  </a:lnTo>
                  <a:lnTo>
                    <a:pt x="67132" y="449681"/>
                  </a:lnTo>
                  <a:lnTo>
                    <a:pt x="67437" y="447929"/>
                  </a:lnTo>
                  <a:lnTo>
                    <a:pt x="67271" y="444195"/>
                  </a:lnTo>
                  <a:lnTo>
                    <a:pt x="67094" y="440448"/>
                  </a:lnTo>
                  <a:lnTo>
                    <a:pt x="66268" y="437464"/>
                  </a:lnTo>
                  <a:lnTo>
                    <a:pt x="64592" y="437578"/>
                  </a:lnTo>
                  <a:lnTo>
                    <a:pt x="64058" y="440639"/>
                  </a:lnTo>
                  <a:lnTo>
                    <a:pt x="64401" y="448119"/>
                  </a:lnTo>
                  <a:lnTo>
                    <a:pt x="64846" y="449783"/>
                  </a:lnTo>
                  <a:lnTo>
                    <a:pt x="63449" y="449440"/>
                  </a:lnTo>
                  <a:lnTo>
                    <a:pt x="60248" y="449643"/>
                  </a:lnTo>
                  <a:lnTo>
                    <a:pt x="57035" y="449846"/>
                  </a:lnTo>
                  <a:lnTo>
                    <a:pt x="54470" y="450799"/>
                  </a:lnTo>
                  <a:lnTo>
                    <a:pt x="54571" y="452767"/>
                  </a:lnTo>
                  <a:lnTo>
                    <a:pt x="57200" y="453390"/>
                  </a:lnTo>
                  <a:lnTo>
                    <a:pt x="63614" y="452996"/>
                  </a:lnTo>
                  <a:lnTo>
                    <a:pt x="65049" y="452462"/>
                  </a:lnTo>
                  <a:lnTo>
                    <a:pt x="64757" y="454177"/>
                  </a:lnTo>
                  <a:lnTo>
                    <a:pt x="64922" y="457911"/>
                  </a:lnTo>
                  <a:lnTo>
                    <a:pt x="65087" y="461657"/>
                  </a:lnTo>
                  <a:lnTo>
                    <a:pt x="65913" y="464642"/>
                  </a:lnTo>
                  <a:lnTo>
                    <a:pt x="67589" y="464527"/>
                  </a:lnTo>
                  <a:lnTo>
                    <a:pt x="68135" y="461467"/>
                  </a:lnTo>
                  <a:lnTo>
                    <a:pt x="67792" y="453986"/>
                  </a:lnTo>
                  <a:lnTo>
                    <a:pt x="67322" y="452323"/>
                  </a:lnTo>
                  <a:lnTo>
                    <a:pt x="68808" y="452666"/>
                  </a:lnTo>
                  <a:lnTo>
                    <a:pt x="72009" y="452462"/>
                  </a:lnTo>
                  <a:lnTo>
                    <a:pt x="75222" y="452259"/>
                  </a:lnTo>
                  <a:lnTo>
                    <a:pt x="77787" y="451294"/>
                  </a:lnTo>
                  <a:close/>
                </a:path>
                <a:path w="493395" h="502284">
                  <a:moveTo>
                    <a:pt x="339483" y="374015"/>
                  </a:moveTo>
                  <a:lnTo>
                    <a:pt x="330352" y="363372"/>
                  </a:lnTo>
                  <a:lnTo>
                    <a:pt x="330352" y="374015"/>
                  </a:lnTo>
                  <a:lnTo>
                    <a:pt x="320230" y="385813"/>
                  </a:lnTo>
                  <a:lnTo>
                    <a:pt x="320509" y="384302"/>
                  </a:lnTo>
                  <a:lnTo>
                    <a:pt x="320167" y="376834"/>
                  </a:lnTo>
                  <a:lnTo>
                    <a:pt x="319697" y="375158"/>
                  </a:lnTo>
                  <a:lnTo>
                    <a:pt x="321183" y="375500"/>
                  </a:lnTo>
                  <a:lnTo>
                    <a:pt x="324383" y="375297"/>
                  </a:lnTo>
                  <a:lnTo>
                    <a:pt x="327596" y="375107"/>
                  </a:lnTo>
                  <a:lnTo>
                    <a:pt x="330161" y="374142"/>
                  </a:lnTo>
                  <a:lnTo>
                    <a:pt x="330136" y="373773"/>
                  </a:lnTo>
                  <a:lnTo>
                    <a:pt x="330352" y="374015"/>
                  </a:lnTo>
                  <a:lnTo>
                    <a:pt x="330352" y="363372"/>
                  </a:lnTo>
                  <a:lnTo>
                    <a:pt x="328447" y="361149"/>
                  </a:lnTo>
                  <a:lnTo>
                    <a:pt x="328447" y="371805"/>
                  </a:lnTo>
                  <a:lnTo>
                    <a:pt x="327418" y="371551"/>
                  </a:lnTo>
                  <a:lnTo>
                    <a:pt x="321017" y="371944"/>
                  </a:lnTo>
                  <a:lnTo>
                    <a:pt x="319506" y="372516"/>
                  </a:lnTo>
                  <a:lnTo>
                    <a:pt x="319811" y="370763"/>
                  </a:lnTo>
                  <a:lnTo>
                    <a:pt x="319646" y="367030"/>
                  </a:lnTo>
                  <a:lnTo>
                    <a:pt x="319468" y="363296"/>
                  </a:lnTo>
                  <a:lnTo>
                    <a:pt x="318833" y="361035"/>
                  </a:lnTo>
                  <a:lnTo>
                    <a:pt x="318833" y="387451"/>
                  </a:lnTo>
                  <a:lnTo>
                    <a:pt x="285178" y="426707"/>
                  </a:lnTo>
                  <a:lnTo>
                    <a:pt x="273494" y="413092"/>
                  </a:lnTo>
                  <a:lnTo>
                    <a:pt x="276072" y="413689"/>
                  </a:lnTo>
                  <a:lnTo>
                    <a:pt x="282486" y="413296"/>
                  </a:lnTo>
                  <a:lnTo>
                    <a:pt x="283908" y="412762"/>
                  </a:lnTo>
                  <a:lnTo>
                    <a:pt x="283616" y="414477"/>
                  </a:lnTo>
                  <a:lnTo>
                    <a:pt x="283781" y="418223"/>
                  </a:lnTo>
                  <a:lnTo>
                    <a:pt x="283959" y="421957"/>
                  </a:lnTo>
                  <a:lnTo>
                    <a:pt x="284784" y="424942"/>
                  </a:lnTo>
                  <a:lnTo>
                    <a:pt x="286461" y="424840"/>
                  </a:lnTo>
                  <a:lnTo>
                    <a:pt x="287007" y="421767"/>
                  </a:lnTo>
                  <a:lnTo>
                    <a:pt x="286651" y="414299"/>
                  </a:lnTo>
                  <a:lnTo>
                    <a:pt x="286181" y="412610"/>
                  </a:lnTo>
                  <a:lnTo>
                    <a:pt x="287680" y="412965"/>
                  </a:lnTo>
                  <a:lnTo>
                    <a:pt x="290880" y="412762"/>
                  </a:lnTo>
                  <a:lnTo>
                    <a:pt x="294081" y="412572"/>
                  </a:lnTo>
                  <a:lnTo>
                    <a:pt x="296646" y="411607"/>
                  </a:lnTo>
                  <a:lnTo>
                    <a:pt x="296557" y="409651"/>
                  </a:lnTo>
                  <a:lnTo>
                    <a:pt x="293916" y="409016"/>
                  </a:lnTo>
                  <a:lnTo>
                    <a:pt x="287502" y="409409"/>
                  </a:lnTo>
                  <a:lnTo>
                    <a:pt x="285991" y="409981"/>
                  </a:lnTo>
                  <a:lnTo>
                    <a:pt x="286308" y="408228"/>
                  </a:lnTo>
                  <a:lnTo>
                    <a:pt x="286131" y="404495"/>
                  </a:lnTo>
                  <a:lnTo>
                    <a:pt x="285965" y="400761"/>
                  </a:lnTo>
                  <a:lnTo>
                    <a:pt x="285140" y="397776"/>
                  </a:lnTo>
                  <a:lnTo>
                    <a:pt x="283464" y="397878"/>
                  </a:lnTo>
                  <a:lnTo>
                    <a:pt x="282917" y="400951"/>
                  </a:lnTo>
                  <a:lnTo>
                    <a:pt x="283260" y="408419"/>
                  </a:lnTo>
                  <a:lnTo>
                    <a:pt x="283718" y="410095"/>
                  </a:lnTo>
                  <a:lnTo>
                    <a:pt x="282308" y="409752"/>
                  </a:lnTo>
                  <a:lnTo>
                    <a:pt x="279107" y="409943"/>
                  </a:lnTo>
                  <a:lnTo>
                    <a:pt x="275907" y="410146"/>
                  </a:lnTo>
                  <a:lnTo>
                    <a:pt x="273342" y="411111"/>
                  </a:lnTo>
                  <a:lnTo>
                    <a:pt x="273418" y="413004"/>
                  </a:lnTo>
                  <a:lnTo>
                    <a:pt x="240906" y="375069"/>
                  </a:lnTo>
                  <a:lnTo>
                    <a:pt x="243497" y="375691"/>
                  </a:lnTo>
                  <a:lnTo>
                    <a:pt x="249897" y="375285"/>
                  </a:lnTo>
                  <a:lnTo>
                    <a:pt x="251333" y="374751"/>
                  </a:lnTo>
                  <a:lnTo>
                    <a:pt x="251040" y="376478"/>
                  </a:lnTo>
                  <a:lnTo>
                    <a:pt x="251206" y="380212"/>
                  </a:lnTo>
                  <a:lnTo>
                    <a:pt x="251371" y="383959"/>
                  </a:lnTo>
                  <a:lnTo>
                    <a:pt x="252196" y="386943"/>
                  </a:lnTo>
                  <a:lnTo>
                    <a:pt x="253873" y="386829"/>
                  </a:lnTo>
                  <a:lnTo>
                    <a:pt x="254419" y="383768"/>
                  </a:lnTo>
                  <a:lnTo>
                    <a:pt x="254076" y="376288"/>
                  </a:lnTo>
                  <a:lnTo>
                    <a:pt x="253619" y="374611"/>
                  </a:lnTo>
                  <a:lnTo>
                    <a:pt x="255092" y="374954"/>
                  </a:lnTo>
                  <a:lnTo>
                    <a:pt x="258305" y="374764"/>
                  </a:lnTo>
                  <a:lnTo>
                    <a:pt x="261505" y="374561"/>
                  </a:lnTo>
                  <a:lnTo>
                    <a:pt x="264071" y="373595"/>
                  </a:lnTo>
                  <a:lnTo>
                    <a:pt x="263969" y="371640"/>
                  </a:lnTo>
                  <a:lnTo>
                    <a:pt x="261340" y="371017"/>
                  </a:lnTo>
                  <a:lnTo>
                    <a:pt x="254927" y="371411"/>
                  </a:lnTo>
                  <a:lnTo>
                    <a:pt x="253415" y="371983"/>
                  </a:lnTo>
                  <a:lnTo>
                    <a:pt x="253720" y="370230"/>
                  </a:lnTo>
                  <a:lnTo>
                    <a:pt x="253555" y="366496"/>
                  </a:lnTo>
                  <a:lnTo>
                    <a:pt x="253390" y="362750"/>
                  </a:lnTo>
                  <a:lnTo>
                    <a:pt x="252564" y="359765"/>
                  </a:lnTo>
                  <a:lnTo>
                    <a:pt x="252196" y="359791"/>
                  </a:lnTo>
                  <a:lnTo>
                    <a:pt x="283959" y="322745"/>
                  </a:lnTo>
                  <a:lnTo>
                    <a:pt x="283540" y="325120"/>
                  </a:lnTo>
                  <a:lnTo>
                    <a:pt x="283883" y="332600"/>
                  </a:lnTo>
                  <a:lnTo>
                    <a:pt x="284327" y="334264"/>
                  </a:lnTo>
                  <a:lnTo>
                    <a:pt x="282930" y="333921"/>
                  </a:lnTo>
                  <a:lnTo>
                    <a:pt x="279730" y="334124"/>
                  </a:lnTo>
                  <a:lnTo>
                    <a:pt x="276529" y="334314"/>
                  </a:lnTo>
                  <a:lnTo>
                    <a:pt x="273964" y="335280"/>
                  </a:lnTo>
                  <a:lnTo>
                    <a:pt x="274053" y="337235"/>
                  </a:lnTo>
                  <a:lnTo>
                    <a:pt x="276694" y="337870"/>
                  </a:lnTo>
                  <a:lnTo>
                    <a:pt x="283108" y="337464"/>
                  </a:lnTo>
                  <a:lnTo>
                    <a:pt x="284530" y="336931"/>
                  </a:lnTo>
                  <a:lnTo>
                    <a:pt x="284238" y="338658"/>
                  </a:lnTo>
                  <a:lnTo>
                    <a:pt x="284403" y="342392"/>
                  </a:lnTo>
                  <a:lnTo>
                    <a:pt x="284581" y="346138"/>
                  </a:lnTo>
                  <a:lnTo>
                    <a:pt x="285407" y="349123"/>
                  </a:lnTo>
                  <a:lnTo>
                    <a:pt x="287083" y="349008"/>
                  </a:lnTo>
                  <a:lnTo>
                    <a:pt x="287616" y="345948"/>
                  </a:lnTo>
                  <a:lnTo>
                    <a:pt x="287274" y="338467"/>
                  </a:lnTo>
                  <a:lnTo>
                    <a:pt x="286816" y="336791"/>
                  </a:lnTo>
                  <a:lnTo>
                    <a:pt x="288302" y="337134"/>
                  </a:lnTo>
                  <a:lnTo>
                    <a:pt x="291503" y="336943"/>
                  </a:lnTo>
                  <a:lnTo>
                    <a:pt x="294703" y="336740"/>
                  </a:lnTo>
                  <a:lnTo>
                    <a:pt x="297268" y="335775"/>
                  </a:lnTo>
                  <a:lnTo>
                    <a:pt x="297243" y="335432"/>
                  </a:lnTo>
                  <a:lnTo>
                    <a:pt x="318604" y="360324"/>
                  </a:lnTo>
                  <a:lnTo>
                    <a:pt x="316966" y="360413"/>
                  </a:lnTo>
                  <a:lnTo>
                    <a:pt x="316433" y="363486"/>
                  </a:lnTo>
                  <a:lnTo>
                    <a:pt x="316776" y="370954"/>
                  </a:lnTo>
                  <a:lnTo>
                    <a:pt x="317220" y="372630"/>
                  </a:lnTo>
                  <a:lnTo>
                    <a:pt x="315823" y="372287"/>
                  </a:lnTo>
                  <a:lnTo>
                    <a:pt x="312623" y="372478"/>
                  </a:lnTo>
                  <a:lnTo>
                    <a:pt x="309410" y="372681"/>
                  </a:lnTo>
                  <a:lnTo>
                    <a:pt x="306844" y="373646"/>
                  </a:lnTo>
                  <a:lnTo>
                    <a:pt x="306946" y="375602"/>
                  </a:lnTo>
                  <a:lnTo>
                    <a:pt x="309575" y="376224"/>
                  </a:lnTo>
                  <a:lnTo>
                    <a:pt x="315988" y="375831"/>
                  </a:lnTo>
                  <a:lnTo>
                    <a:pt x="317423" y="375297"/>
                  </a:lnTo>
                  <a:lnTo>
                    <a:pt x="317131" y="377012"/>
                  </a:lnTo>
                  <a:lnTo>
                    <a:pt x="317296" y="380758"/>
                  </a:lnTo>
                  <a:lnTo>
                    <a:pt x="317461" y="384492"/>
                  </a:lnTo>
                  <a:lnTo>
                    <a:pt x="318287" y="387477"/>
                  </a:lnTo>
                  <a:lnTo>
                    <a:pt x="318833" y="387451"/>
                  </a:lnTo>
                  <a:lnTo>
                    <a:pt x="318833" y="361035"/>
                  </a:lnTo>
                  <a:lnTo>
                    <a:pt x="318655" y="360387"/>
                  </a:lnTo>
                  <a:lnTo>
                    <a:pt x="328447" y="371805"/>
                  </a:lnTo>
                  <a:lnTo>
                    <a:pt x="328447" y="361149"/>
                  </a:lnTo>
                  <a:lnTo>
                    <a:pt x="295541" y="322770"/>
                  </a:lnTo>
                  <a:lnTo>
                    <a:pt x="295541" y="333438"/>
                  </a:lnTo>
                  <a:lnTo>
                    <a:pt x="294538" y="333197"/>
                  </a:lnTo>
                  <a:lnTo>
                    <a:pt x="288124" y="333590"/>
                  </a:lnTo>
                  <a:lnTo>
                    <a:pt x="286613" y="334162"/>
                  </a:lnTo>
                  <a:lnTo>
                    <a:pt x="286918" y="332409"/>
                  </a:lnTo>
                  <a:lnTo>
                    <a:pt x="286753" y="328676"/>
                  </a:lnTo>
                  <a:lnTo>
                    <a:pt x="286588" y="324929"/>
                  </a:lnTo>
                  <a:lnTo>
                    <a:pt x="285775" y="322033"/>
                  </a:lnTo>
                  <a:lnTo>
                    <a:pt x="295541" y="333438"/>
                  </a:lnTo>
                  <a:lnTo>
                    <a:pt x="295541" y="322770"/>
                  </a:lnTo>
                  <a:lnTo>
                    <a:pt x="294309" y="321322"/>
                  </a:lnTo>
                  <a:lnTo>
                    <a:pt x="285711" y="311302"/>
                  </a:lnTo>
                  <a:lnTo>
                    <a:pt x="285711" y="321957"/>
                  </a:lnTo>
                  <a:lnTo>
                    <a:pt x="284568" y="322033"/>
                  </a:lnTo>
                  <a:lnTo>
                    <a:pt x="285178" y="321322"/>
                  </a:lnTo>
                  <a:lnTo>
                    <a:pt x="285711" y="321957"/>
                  </a:lnTo>
                  <a:lnTo>
                    <a:pt x="285711" y="311302"/>
                  </a:lnTo>
                  <a:lnTo>
                    <a:pt x="285178" y="310667"/>
                  </a:lnTo>
                  <a:lnTo>
                    <a:pt x="251129" y="350380"/>
                  </a:lnTo>
                  <a:lnTo>
                    <a:pt x="251129" y="372084"/>
                  </a:lnTo>
                  <a:lnTo>
                    <a:pt x="249732" y="371741"/>
                  </a:lnTo>
                  <a:lnTo>
                    <a:pt x="246532" y="371944"/>
                  </a:lnTo>
                  <a:lnTo>
                    <a:pt x="243332" y="372135"/>
                  </a:lnTo>
                  <a:lnTo>
                    <a:pt x="240842" y="373087"/>
                  </a:lnTo>
                  <a:lnTo>
                    <a:pt x="240842" y="375005"/>
                  </a:lnTo>
                  <a:lnTo>
                    <a:pt x="240004" y="374015"/>
                  </a:lnTo>
                  <a:lnTo>
                    <a:pt x="240766" y="373126"/>
                  </a:lnTo>
                  <a:lnTo>
                    <a:pt x="240842" y="375005"/>
                  </a:lnTo>
                  <a:lnTo>
                    <a:pt x="240842" y="373087"/>
                  </a:lnTo>
                  <a:lnTo>
                    <a:pt x="250558" y="361708"/>
                  </a:lnTo>
                  <a:lnTo>
                    <a:pt x="250342" y="362940"/>
                  </a:lnTo>
                  <a:lnTo>
                    <a:pt x="250685" y="370420"/>
                  </a:lnTo>
                  <a:lnTo>
                    <a:pt x="251129" y="372084"/>
                  </a:lnTo>
                  <a:lnTo>
                    <a:pt x="251129" y="350380"/>
                  </a:lnTo>
                  <a:lnTo>
                    <a:pt x="234645" y="369595"/>
                  </a:lnTo>
                  <a:lnTo>
                    <a:pt x="229311" y="363372"/>
                  </a:lnTo>
                  <a:lnTo>
                    <a:pt x="229311" y="374015"/>
                  </a:lnTo>
                  <a:lnTo>
                    <a:pt x="219189" y="385813"/>
                  </a:lnTo>
                  <a:lnTo>
                    <a:pt x="219468" y="384302"/>
                  </a:lnTo>
                  <a:lnTo>
                    <a:pt x="219125" y="376834"/>
                  </a:lnTo>
                  <a:lnTo>
                    <a:pt x="218668" y="375158"/>
                  </a:lnTo>
                  <a:lnTo>
                    <a:pt x="220141" y="375500"/>
                  </a:lnTo>
                  <a:lnTo>
                    <a:pt x="223354" y="375297"/>
                  </a:lnTo>
                  <a:lnTo>
                    <a:pt x="226555" y="375107"/>
                  </a:lnTo>
                  <a:lnTo>
                    <a:pt x="229120" y="374142"/>
                  </a:lnTo>
                  <a:lnTo>
                    <a:pt x="229095" y="373773"/>
                  </a:lnTo>
                  <a:lnTo>
                    <a:pt x="229311" y="374015"/>
                  </a:lnTo>
                  <a:lnTo>
                    <a:pt x="229311" y="363372"/>
                  </a:lnTo>
                  <a:lnTo>
                    <a:pt x="227406" y="361149"/>
                  </a:lnTo>
                  <a:lnTo>
                    <a:pt x="227406" y="371805"/>
                  </a:lnTo>
                  <a:lnTo>
                    <a:pt x="226390" y="371551"/>
                  </a:lnTo>
                  <a:lnTo>
                    <a:pt x="219976" y="371944"/>
                  </a:lnTo>
                  <a:lnTo>
                    <a:pt x="218465" y="372516"/>
                  </a:lnTo>
                  <a:lnTo>
                    <a:pt x="218770" y="370763"/>
                  </a:lnTo>
                  <a:lnTo>
                    <a:pt x="218605" y="367030"/>
                  </a:lnTo>
                  <a:lnTo>
                    <a:pt x="218440" y="363296"/>
                  </a:lnTo>
                  <a:lnTo>
                    <a:pt x="217792" y="360997"/>
                  </a:lnTo>
                  <a:lnTo>
                    <a:pt x="217792" y="387451"/>
                  </a:lnTo>
                  <a:lnTo>
                    <a:pt x="184137" y="426707"/>
                  </a:lnTo>
                  <a:lnTo>
                    <a:pt x="172453" y="413080"/>
                  </a:lnTo>
                  <a:lnTo>
                    <a:pt x="175031" y="413689"/>
                  </a:lnTo>
                  <a:lnTo>
                    <a:pt x="181444" y="413296"/>
                  </a:lnTo>
                  <a:lnTo>
                    <a:pt x="182880" y="412762"/>
                  </a:lnTo>
                  <a:lnTo>
                    <a:pt x="182587" y="414477"/>
                  </a:lnTo>
                  <a:lnTo>
                    <a:pt x="182753" y="418223"/>
                  </a:lnTo>
                  <a:lnTo>
                    <a:pt x="182918" y="421957"/>
                  </a:lnTo>
                  <a:lnTo>
                    <a:pt x="183743" y="424942"/>
                  </a:lnTo>
                  <a:lnTo>
                    <a:pt x="185420" y="424840"/>
                  </a:lnTo>
                  <a:lnTo>
                    <a:pt x="185966" y="421767"/>
                  </a:lnTo>
                  <a:lnTo>
                    <a:pt x="185623" y="414299"/>
                  </a:lnTo>
                  <a:lnTo>
                    <a:pt x="185153" y="412610"/>
                  </a:lnTo>
                  <a:lnTo>
                    <a:pt x="186639" y="412965"/>
                  </a:lnTo>
                  <a:lnTo>
                    <a:pt x="189839" y="412762"/>
                  </a:lnTo>
                  <a:lnTo>
                    <a:pt x="193052" y="412572"/>
                  </a:lnTo>
                  <a:lnTo>
                    <a:pt x="195618" y="411607"/>
                  </a:lnTo>
                  <a:lnTo>
                    <a:pt x="195516" y="409651"/>
                  </a:lnTo>
                  <a:lnTo>
                    <a:pt x="192874" y="409016"/>
                  </a:lnTo>
                  <a:lnTo>
                    <a:pt x="186474" y="409409"/>
                  </a:lnTo>
                  <a:lnTo>
                    <a:pt x="184962" y="409981"/>
                  </a:lnTo>
                  <a:lnTo>
                    <a:pt x="185267" y="408228"/>
                  </a:lnTo>
                  <a:lnTo>
                    <a:pt x="185102" y="404495"/>
                  </a:lnTo>
                  <a:lnTo>
                    <a:pt x="184924" y="400761"/>
                  </a:lnTo>
                  <a:lnTo>
                    <a:pt x="184099" y="397776"/>
                  </a:lnTo>
                  <a:lnTo>
                    <a:pt x="182422" y="397878"/>
                  </a:lnTo>
                  <a:lnTo>
                    <a:pt x="181876" y="400951"/>
                  </a:lnTo>
                  <a:lnTo>
                    <a:pt x="182232" y="408419"/>
                  </a:lnTo>
                  <a:lnTo>
                    <a:pt x="182676" y="410095"/>
                  </a:lnTo>
                  <a:lnTo>
                    <a:pt x="181279" y="409752"/>
                  </a:lnTo>
                  <a:lnTo>
                    <a:pt x="178079" y="409943"/>
                  </a:lnTo>
                  <a:lnTo>
                    <a:pt x="174866" y="410146"/>
                  </a:lnTo>
                  <a:lnTo>
                    <a:pt x="172300" y="411111"/>
                  </a:lnTo>
                  <a:lnTo>
                    <a:pt x="172389" y="413029"/>
                  </a:lnTo>
                  <a:lnTo>
                    <a:pt x="139865" y="375069"/>
                  </a:lnTo>
                  <a:lnTo>
                    <a:pt x="142455" y="375691"/>
                  </a:lnTo>
                  <a:lnTo>
                    <a:pt x="148869" y="375285"/>
                  </a:lnTo>
                  <a:lnTo>
                    <a:pt x="150291" y="374751"/>
                  </a:lnTo>
                  <a:lnTo>
                    <a:pt x="149999" y="376478"/>
                  </a:lnTo>
                  <a:lnTo>
                    <a:pt x="150164" y="380212"/>
                  </a:lnTo>
                  <a:lnTo>
                    <a:pt x="150329" y="383959"/>
                  </a:lnTo>
                  <a:lnTo>
                    <a:pt x="151168" y="386943"/>
                  </a:lnTo>
                  <a:lnTo>
                    <a:pt x="152844" y="386829"/>
                  </a:lnTo>
                  <a:lnTo>
                    <a:pt x="153377" y="383768"/>
                  </a:lnTo>
                  <a:lnTo>
                    <a:pt x="153035" y="376288"/>
                  </a:lnTo>
                  <a:lnTo>
                    <a:pt x="152577" y="374611"/>
                  </a:lnTo>
                  <a:lnTo>
                    <a:pt x="154063" y="374954"/>
                  </a:lnTo>
                  <a:lnTo>
                    <a:pt x="157264" y="374764"/>
                  </a:lnTo>
                  <a:lnTo>
                    <a:pt x="160464" y="374561"/>
                  </a:lnTo>
                  <a:lnTo>
                    <a:pt x="163029" y="373595"/>
                  </a:lnTo>
                  <a:lnTo>
                    <a:pt x="162941" y="371640"/>
                  </a:lnTo>
                  <a:lnTo>
                    <a:pt x="160299" y="371017"/>
                  </a:lnTo>
                  <a:lnTo>
                    <a:pt x="153885" y="371411"/>
                  </a:lnTo>
                  <a:lnTo>
                    <a:pt x="152374" y="371983"/>
                  </a:lnTo>
                  <a:lnTo>
                    <a:pt x="152679" y="370230"/>
                  </a:lnTo>
                  <a:lnTo>
                    <a:pt x="152514" y="366496"/>
                  </a:lnTo>
                  <a:lnTo>
                    <a:pt x="152349" y="362750"/>
                  </a:lnTo>
                  <a:lnTo>
                    <a:pt x="151523" y="359765"/>
                  </a:lnTo>
                  <a:lnTo>
                    <a:pt x="151155" y="359791"/>
                  </a:lnTo>
                  <a:lnTo>
                    <a:pt x="182918" y="322745"/>
                  </a:lnTo>
                  <a:lnTo>
                    <a:pt x="182499" y="325120"/>
                  </a:lnTo>
                  <a:lnTo>
                    <a:pt x="182854" y="332600"/>
                  </a:lnTo>
                  <a:lnTo>
                    <a:pt x="183299" y="334251"/>
                  </a:lnTo>
                  <a:lnTo>
                    <a:pt x="181902" y="333921"/>
                  </a:lnTo>
                  <a:lnTo>
                    <a:pt x="178701" y="334124"/>
                  </a:lnTo>
                  <a:lnTo>
                    <a:pt x="175488" y="334314"/>
                  </a:lnTo>
                  <a:lnTo>
                    <a:pt x="172923" y="335280"/>
                  </a:lnTo>
                  <a:lnTo>
                    <a:pt x="173024" y="337235"/>
                  </a:lnTo>
                  <a:lnTo>
                    <a:pt x="175653" y="337870"/>
                  </a:lnTo>
                  <a:lnTo>
                    <a:pt x="182067" y="337464"/>
                  </a:lnTo>
                  <a:lnTo>
                    <a:pt x="183489" y="336931"/>
                  </a:lnTo>
                  <a:lnTo>
                    <a:pt x="183197" y="338658"/>
                  </a:lnTo>
                  <a:lnTo>
                    <a:pt x="183375" y="342392"/>
                  </a:lnTo>
                  <a:lnTo>
                    <a:pt x="183540" y="346138"/>
                  </a:lnTo>
                  <a:lnTo>
                    <a:pt x="184365" y="349123"/>
                  </a:lnTo>
                  <a:lnTo>
                    <a:pt x="186042" y="349008"/>
                  </a:lnTo>
                  <a:lnTo>
                    <a:pt x="186588" y="345948"/>
                  </a:lnTo>
                  <a:lnTo>
                    <a:pt x="186245" y="338467"/>
                  </a:lnTo>
                  <a:lnTo>
                    <a:pt x="185775" y="336791"/>
                  </a:lnTo>
                  <a:lnTo>
                    <a:pt x="187261" y="337134"/>
                  </a:lnTo>
                  <a:lnTo>
                    <a:pt x="190461" y="336943"/>
                  </a:lnTo>
                  <a:lnTo>
                    <a:pt x="193675" y="336740"/>
                  </a:lnTo>
                  <a:lnTo>
                    <a:pt x="196240" y="335775"/>
                  </a:lnTo>
                  <a:lnTo>
                    <a:pt x="196215" y="335445"/>
                  </a:lnTo>
                  <a:lnTo>
                    <a:pt x="217563" y="360324"/>
                  </a:lnTo>
                  <a:lnTo>
                    <a:pt x="215938" y="360413"/>
                  </a:lnTo>
                  <a:lnTo>
                    <a:pt x="215392" y="363486"/>
                  </a:lnTo>
                  <a:lnTo>
                    <a:pt x="215734" y="370954"/>
                  </a:lnTo>
                  <a:lnTo>
                    <a:pt x="216179" y="372630"/>
                  </a:lnTo>
                  <a:lnTo>
                    <a:pt x="214782" y="372287"/>
                  </a:lnTo>
                  <a:lnTo>
                    <a:pt x="211582" y="372478"/>
                  </a:lnTo>
                  <a:lnTo>
                    <a:pt x="208381" y="372681"/>
                  </a:lnTo>
                  <a:lnTo>
                    <a:pt x="205816" y="373646"/>
                  </a:lnTo>
                  <a:lnTo>
                    <a:pt x="205905" y="375602"/>
                  </a:lnTo>
                  <a:lnTo>
                    <a:pt x="208546" y="376224"/>
                  </a:lnTo>
                  <a:lnTo>
                    <a:pt x="214947" y="375831"/>
                  </a:lnTo>
                  <a:lnTo>
                    <a:pt x="216382" y="375297"/>
                  </a:lnTo>
                  <a:lnTo>
                    <a:pt x="216090" y="377012"/>
                  </a:lnTo>
                  <a:lnTo>
                    <a:pt x="216255" y="380758"/>
                  </a:lnTo>
                  <a:lnTo>
                    <a:pt x="216420" y="384492"/>
                  </a:lnTo>
                  <a:lnTo>
                    <a:pt x="217246" y="387477"/>
                  </a:lnTo>
                  <a:lnTo>
                    <a:pt x="217792" y="387451"/>
                  </a:lnTo>
                  <a:lnTo>
                    <a:pt x="217792" y="360997"/>
                  </a:lnTo>
                  <a:lnTo>
                    <a:pt x="217627" y="360400"/>
                  </a:lnTo>
                  <a:lnTo>
                    <a:pt x="227406" y="371805"/>
                  </a:lnTo>
                  <a:lnTo>
                    <a:pt x="227406" y="361149"/>
                  </a:lnTo>
                  <a:lnTo>
                    <a:pt x="194500" y="322757"/>
                  </a:lnTo>
                  <a:lnTo>
                    <a:pt x="194500" y="333438"/>
                  </a:lnTo>
                  <a:lnTo>
                    <a:pt x="193497" y="333197"/>
                  </a:lnTo>
                  <a:lnTo>
                    <a:pt x="187096" y="333590"/>
                  </a:lnTo>
                  <a:lnTo>
                    <a:pt x="185585" y="334162"/>
                  </a:lnTo>
                  <a:lnTo>
                    <a:pt x="185889" y="332409"/>
                  </a:lnTo>
                  <a:lnTo>
                    <a:pt x="185724" y="328676"/>
                  </a:lnTo>
                  <a:lnTo>
                    <a:pt x="185547" y="324929"/>
                  </a:lnTo>
                  <a:lnTo>
                    <a:pt x="184734" y="322033"/>
                  </a:lnTo>
                  <a:lnTo>
                    <a:pt x="194500" y="333438"/>
                  </a:lnTo>
                  <a:lnTo>
                    <a:pt x="194500" y="322757"/>
                  </a:lnTo>
                  <a:lnTo>
                    <a:pt x="193281" y="321322"/>
                  </a:lnTo>
                  <a:lnTo>
                    <a:pt x="184670" y="311289"/>
                  </a:lnTo>
                  <a:lnTo>
                    <a:pt x="184670" y="321957"/>
                  </a:lnTo>
                  <a:lnTo>
                    <a:pt x="183527" y="322033"/>
                  </a:lnTo>
                  <a:lnTo>
                    <a:pt x="184137" y="321322"/>
                  </a:lnTo>
                  <a:lnTo>
                    <a:pt x="184670" y="321957"/>
                  </a:lnTo>
                  <a:lnTo>
                    <a:pt x="184670" y="311289"/>
                  </a:lnTo>
                  <a:lnTo>
                    <a:pt x="184137" y="310667"/>
                  </a:lnTo>
                  <a:lnTo>
                    <a:pt x="150088" y="350393"/>
                  </a:lnTo>
                  <a:lnTo>
                    <a:pt x="150088" y="372084"/>
                  </a:lnTo>
                  <a:lnTo>
                    <a:pt x="148691" y="371741"/>
                  </a:lnTo>
                  <a:lnTo>
                    <a:pt x="145491" y="371944"/>
                  </a:lnTo>
                  <a:lnTo>
                    <a:pt x="142290" y="372135"/>
                  </a:lnTo>
                  <a:lnTo>
                    <a:pt x="139801" y="373087"/>
                  </a:lnTo>
                  <a:lnTo>
                    <a:pt x="139801" y="375005"/>
                  </a:lnTo>
                  <a:lnTo>
                    <a:pt x="138963" y="374015"/>
                  </a:lnTo>
                  <a:lnTo>
                    <a:pt x="139725" y="373126"/>
                  </a:lnTo>
                  <a:lnTo>
                    <a:pt x="139801" y="375005"/>
                  </a:lnTo>
                  <a:lnTo>
                    <a:pt x="139801" y="373087"/>
                  </a:lnTo>
                  <a:lnTo>
                    <a:pt x="149517" y="361708"/>
                  </a:lnTo>
                  <a:lnTo>
                    <a:pt x="149301" y="362940"/>
                  </a:lnTo>
                  <a:lnTo>
                    <a:pt x="149644" y="370420"/>
                  </a:lnTo>
                  <a:lnTo>
                    <a:pt x="150088" y="372084"/>
                  </a:lnTo>
                  <a:lnTo>
                    <a:pt x="150088" y="350393"/>
                  </a:lnTo>
                  <a:lnTo>
                    <a:pt x="129832" y="374015"/>
                  </a:lnTo>
                  <a:lnTo>
                    <a:pt x="184137" y="437362"/>
                  </a:lnTo>
                  <a:lnTo>
                    <a:pt x="193281" y="426707"/>
                  </a:lnTo>
                  <a:lnTo>
                    <a:pt x="234645" y="378447"/>
                  </a:lnTo>
                  <a:lnTo>
                    <a:pt x="285178" y="437362"/>
                  </a:lnTo>
                  <a:lnTo>
                    <a:pt x="294309" y="426707"/>
                  </a:lnTo>
                  <a:lnTo>
                    <a:pt x="339483" y="374015"/>
                  </a:lnTo>
                  <a:close/>
                </a:path>
                <a:path w="493395" h="502284">
                  <a:moveTo>
                    <a:pt x="443979" y="63347"/>
                  </a:moveTo>
                  <a:lnTo>
                    <a:pt x="434835" y="52692"/>
                  </a:lnTo>
                  <a:lnTo>
                    <a:pt x="434835" y="63347"/>
                  </a:lnTo>
                  <a:lnTo>
                    <a:pt x="424726" y="75145"/>
                  </a:lnTo>
                  <a:lnTo>
                    <a:pt x="424992" y="73647"/>
                  </a:lnTo>
                  <a:lnTo>
                    <a:pt x="424649" y="66167"/>
                  </a:lnTo>
                  <a:lnTo>
                    <a:pt x="424192" y="64490"/>
                  </a:lnTo>
                  <a:lnTo>
                    <a:pt x="425665" y="64833"/>
                  </a:lnTo>
                  <a:lnTo>
                    <a:pt x="428879" y="64643"/>
                  </a:lnTo>
                  <a:lnTo>
                    <a:pt x="432079" y="64439"/>
                  </a:lnTo>
                  <a:lnTo>
                    <a:pt x="434644" y="63474"/>
                  </a:lnTo>
                  <a:lnTo>
                    <a:pt x="434619" y="63106"/>
                  </a:lnTo>
                  <a:lnTo>
                    <a:pt x="434835" y="63347"/>
                  </a:lnTo>
                  <a:lnTo>
                    <a:pt x="434835" y="52692"/>
                  </a:lnTo>
                  <a:lnTo>
                    <a:pt x="432930" y="50469"/>
                  </a:lnTo>
                  <a:lnTo>
                    <a:pt x="432930" y="61150"/>
                  </a:lnTo>
                  <a:lnTo>
                    <a:pt x="431914" y="60896"/>
                  </a:lnTo>
                  <a:lnTo>
                    <a:pt x="425500" y="61290"/>
                  </a:lnTo>
                  <a:lnTo>
                    <a:pt x="423989" y="61861"/>
                  </a:lnTo>
                  <a:lnTo>
                    <a:pt x="424294" y="60109"/>
                  </a:lnTo>
                  <a:lnTo>
                    <a:pt x="424129" y="56362"/>
                  </a:lnTo>
                  <a:lnTo>
                    <a:pt x="423964" y="52628"/>
                  </a:lnTo>
                  <a:lnTo>
                    <a:pt x="423303" y="50279"/>
                  </a:lnTo>
                  <a:lnTo>
                    <a:pt x="423303" y="76796"/>
                  </a:lnTo>
                  <a:lnTo>
                    <a:pt x="389661" y="116039"/>
                  </a:lnTo>
                  <a:lnTo>
                    <a:pt x="377964" y="102412"/>
                  </a:lnTo>
                  <a:lnTo>
                    <a:pt x="380555" y="103035"/>
                  </a:lnTo>
                  <a:lnTo>
                    <a:pt x="386969" y="102628"/>
                  </a:lnTo>
                  <a:lnTo>
                    <a:pt x="388404" y="102095"/>
                  </a:lnTo>
                  <a:lnTo>
                    <a:pt x="388112" y="103822"/>
                  </a:lnTo>
                  <a:lnTo>
                    <a:pt x="388277" y="107556"/>
                  </a:lnTo>
                  <a:lnTo>
                    <a:pt x="388442" y="111302"/>
                  </a:lnTo>
                  <a:lnTo>
                    <a:pt x="389267" y="114287"/>
                  </a:lnTo>
                  <a:lnTo>
                    <a:pt x="390944" y="114173"/>
                  </a:lnTo>
                  <a:lnTo>
                    <a:pt x="391490" y="111112"/>
                  </a:lnTo>
                  <a:lnTo>
                    <a:pt x="391147" y="103632"/>
                  </a:lnTo>
                  <a:lnTo>
                    <a:pt x="390677" y="101955"/>
                  </a:lnTo>
                  <a:lnTo>
                    <a:pt x="392163" y="102298"/>
                  </a:lnTo>
                  <a:lnTo>
                    <a:pt x="395363" y="102108"/>
                  </a:lnTo>
                  <a:lnTo>
                    <a:pt x="398576" y="101904"/>
                  </a:lnTo>
                  <a:lnTo>
                    <a:pt x="401142" y="100939"/>
                  </a:lnTo>
                  <a:lnTo>
                    <a:pt x="401040" y="98983"/>
                  </a:lnTo>
                  <a:lnTo>
                    <a:pt x="398399" y="98361"/>
                  </a:lnTo>
                  <a:lnTo>
                    <a:pt x="391998" y="98755"/>
                  </a:lnTo>
                  <a:lnTo>
                    <a:pt x="390486" y="99326"/>
                  </a:lnTo>
                  <a:lnTo>
                    <a:pt x="390791" y="97574"/>
                  </a:lnTo>
                  <a:lnTo>
                    <a:pt x="390626" y="93827"/>
                  </a:lnTo>
                  <a:lnTo>
                    <a:pt x="390448" y="90093"/>
                  </a:lnTo>
                  <a:lnTo>
                    <a:pt x="389623" y="87109"/>
                  </a:lnTo>
                  <a:lnTo>
                    <a:pt x="387946" y="87210"/>
                  </a:lnTo>
                  <a:lnTo>
                    <a:pt x="387413" y="90284"/>
                  </a:lnTo>
                  <a:lnTo>
                    <a:pt x="387756" y="97764"/>
                  </a:lnTo>
                  <a:lnTo>
                    <a:pt x="388200" y="99428"/>
                  </a:lnTo>
                  <a:lnTo>
                    <a:pt x="386803" y="99085"/>
                  </a:lnTo>
                  <a:lnTo>
                    <a:pt x="383603" y="99288"/>
                  </a:lnTo>
                  <a:lnTo>
                    <a:pt x="380390" y="99479"/>
                  </a:lnTo>
                  <a:lnTo>
                    <a:pt x="377825" y="100444"/>
                  </a:lnTo>
                  <a:lnTo>
                    <a:pt x="377913" y="102362"/>
                  </a:lnTo>
                  <a:lnTo>
                    <a:pt x="345401" y="64427"/>
                  </a:lnTo>
                  <a:lnTo>
                    <a:pt x="347967" y="65024"/>
                  </a:lnTo>
                  <a:lnTo>
                    <a:pt x="354393" y="64630"/>
                  </a:lnTo>
                  <a:lnTo>
                    <a:pt x="355815" y="64096"/>
                  </a:lnTo>
                  <a:lnTo>
                    <a:pt x="355523" y="65811"/>
                  </a:lnTo>
                  <a:lnTo>
                    <a:pt x="355688" y="69557"/>
                  </a:lnTo>
                  <a:lnTo>
                    <a:pt x="355866" y="73291"/>
                  </a:lnTo>
                  <a:lnTo>
                    <a:pt x="356692" y="76276"/>
                  </a:lnTo>
                  <a:lnTo>
                    <a:pt x="358368" y="76174"/>
                  </a:lnTo>
                  <a:lnTo>
                    <a:pt x="358902" y="73101"/>
                  </a:lnTo>
                  <a:lnTo>
                    <a:pt x="358559" y="65633"/>
                  </a:lnTo>
                  <a:lnTo>
                    <a:pt x="358089" y="63944"/>
                  </a:lnTo>
                  <a:lnTo>
                    <a:pt x="359587" y="64300"/>
                  </a:lnTo>
                  <a:lnTo>
                    <a:pt x="362788" y="64096"/>
                  </a:lnTo>
                  <a:lnTo>
                    <a:pt x="365988" y="63906"/>
                  </a:lnTo>
                  <a:lnTo>
                    <a:pt x="368554" y="62941"/>
                  </a:lnTo>
                  <a:lnTo>
                    <a:pt x="368465" y="60985"/>
                  </a:lnTo>
                  <a:lnTo>
                    <a:pt x="365823" y="60350"/>
                  </a:lnTo>
                  <a:lnTo>
                    <a:pt x="359410" y="60744"/>
                  </a:lnTo>
                  <a:lnTo>
                    <a:pt x="357898" y="61315"/>
                  </a:lnTo>
                  <a:lnTo>
                    <a:pt x="358203" y="59563"/>
                  </a:lnTo>
                  <a:lnTo>
                    <a:pt x="358038" y="55829"/>
                  </a:lnTo>
                  <a:lnTo>
                    <a:pt x="357873" y="52095"/>
                  </a:lnTo>
                  <a:lnTo>
                    <a:pt x="357047" y="49110"/>
                  </a:lnTo>
                  <a:lnTo>
                    <a:pt x="356666" y="49136"/>
                  </a:lnTo>
                  <a:lnTo>
                    <a:pt x="388442" y="12077"/>
                  </a:lnTo>
                  <a:lnTo>
                    <a:pt x="388023" y="14465"/>
                  </a:lnTo>
                  <a:lnTo>
                    <a:pt x="388378" y="21932"/>
                  </a:lnTo>
                  <a:lnTo>
                    <a:pt x="388823" y="23596"/>
                  </a:lnTo>
                  <a:lnTo>
                    <a:pt x="387426" y="23253"/>
                  </a:lnTo>
                  <a:lnTo>
                    <a:pt x="384225" y="23456"/>
                  </a:lnTo>
                  <a:lnTo>
                    <a:pt x="381012" y="23660"/>
                  </a:lnTo>
                  <a:lnTo>
                    <a:pt x="378447" y="24625"/>
                  </a:lnTo>
                  <a:lnTo>
                    <a:pt x="378548" y="26581"/>
                  </a:lnTo>
                  <a:lnTo>
                    <a:pt x="381177" y="27203"/>
                  </a:lnTo>
                  <a:lnTo>
                    <a:pt x="387591" y="26809"/>
                  </a:lnTo>
                  <a:lnTo>
                    <a:pt x="389026" y="26276"/>
                  </a:lnTo>
                  <a:lnTo>
                    <a:pt x="388734" y="27990"/>
                  </a:lnTo>
                  <a:lnTo>
                    <a:pt x="388899" y="31737"/>
                  </a:lnTo>
                  <a:lnTo>
                    <a:pt x="389064" y="35471"/>
                  </a:lnTo>
                  <a:lnTo>
                    <a:pt x="389890" y="38455"/>
                  </a:lnTo>
                  <a:lnTo>
                    <a:pt x="391566" y="38354"/>
                  </a:lnTo>
                  <a:lnTo>
                    <a:pt x="392112" y="35280"/>
                  </a:lnTo>
                  <a:lnTo>
                    <a:pt x="391769" y="27813"/>
                  </a:lnTo>
                  <a:lnTo>
                    <a:pt x="391299" y="26123"/>
                  </a:lnTo>
                  <a:lnTo>
                    <a:pt x="392785" y="26479"/>
                  </a:lnTo>
                  <a:lnTo>
                    <a:pt x="395986" y="26276"/>
                  </a:lnTo>
                  <a:lnTo>
                    <a:pt x="399199" y="26085"/>
                  </a:lnTo>
                  <a:lnTo>
                    <a:pt x="401764" y="25120"/>
                  </a:lnTo>
                  <a:lnTo>
                    <a:pt x="401739" y="24777"/>
                  </a:lnTo>
                  <a:lnTo>
                    <a:pt x="423087" y="49657"/>
                  </a:lnTo>
                  <a:lnTo>
                    <a:pt x="421462" y="49745"/>
                  </a:lnTo>
                  <a:lnTo>
                    <a:pt x="420916" y="52819"/>
                  </a:lnTo>
                  <a:lnTo>
                    <a:pt x="421259" y="60299"/>
                  </a:lnTo>
                  <a:lnTo>
                    <a:pt x="421703" y="61963"/>
                  </a:lnTo>
                  <a:lnTo>
                    <a:pt x="420306" y="61620"/>
                  </a:lnTo>
                  <a:lnTo>
                    <a:pt x="417106" y="61823"/>
                  </a:lnTo>
                  <a:lnTo>
                    <a:pt x="413905" y="62014"/>
                  </a:lnTo>
                  <a:lnTo>
                    <a:pt x="411340" y="62979"/>
                  </a:lnTo>
                  <a:lnTo>
                    <a:pt x="411429" y="64935"/>
                  </a:lnTo>
                  <a:lnTo>
                    <a:pt x="414070" y="65570"/>
                  </a:lnTo>
                  <a:lnTo>
                    <a:pt x="420471" y="65163"/>
                  </a:lnTo>
                  <a:lnTo>
                    <a:pt x="421906" y="64630"/>
                  </a:lnTo>
                  <a:lnTo>
                    <a:pt x="421614" y="66357"/>
                  </a:lnTo>
                  <a:lnTo>
                    <a:pt x="421779" y="70091"/>
                  </a:lnTo>
                  <a:lnTo>
                    <a:pt x="421944" y="73837"/>
                  </a:lnTo>
                  <a:lnTo>
                    <a:pt x="422770" y="76822"/>
                  </a:lnTo>
                  <a:lnTo>
                    <a:pt x="423303" y="76796"/>
                  </a:lnTo>
                  <a:lnTo>
                    <a:pt x="423303" y="50279"/>
                  </a:lnTo>
                  <a:lnTo>
                    <a:pt x="423151" y="49733"/>
                  </a:lnTo>
                  <a:lnTo>
                    <a:pt x="432930" y="61150"/>
                  </a:lnTo>
                  <a:lnTo>
                    <a:pt x="432930" y="50469"/>
                  </a:lnTo>
                  <a:lnTo>
                    <a:pt x="400037" y="12103"/>
                  </a:lnTo>
                  <a:lnTo>
                    <a:pt x="400037" y="22783"/>
                  </a:lnTo>
                  <a:lnTo>
                    <a:pt x="399021" y="22529"/>
                  </a:lnTo>
                  <a:lnTo>
                    <a:pt x="392620" y="22923"/>
                  </a:lnTo>
                  <a:lnTo>
                    <a:pt x="391109" y="23495"/>
                  </a:lnTo>
                  <a:lnTo>
                    <a:pt x="391414" y="21742"/>
                  </a:lnTo>
                  <a:lnTo>
                    <a:pt x="391248" y="18008"/>
                  </a:lnTo>
                  <a:lnTo>
                    <a:pt x="391071" y="14274"/>
                  </a:lnTo>
                  <a:lnTo>
                    <a:pt x="390258" y="11366"/>
                  </a:lnTo>
                  <a:lnTo>
                    <a:pt x="400037" y="22783"/>
                  </a:lnTo>
                  <a:lnTo>
                    <a:pt x="400037" y="12103"/>
                  </a:lnTo>
                  <a:lnTo>
                    <a:pt x="398805" y="10655"/>
                  </a:lnTo>
                  <a:lnTo>
                    <a:pt x="390207" y="647"/>
                  </a:lnTo>
                  <a:lnTo>
                    <a:pt x="390207" y="11303"/>
                  </a:lnTo>
                  <a:lnTo>
                    <a:pt x="389051" y="11366"/>
                  </a:lnTo>
                  <a:lnTo>
                    <a:pt x="389661" y="10655"/>
                  </a:lnTo>
                  <a:lnTo>
                    <a:pt x="390207" y="11303"/>
                  </a:lnTo>
                  <a:lnTo>
                    <a:pt x="390207" y="647"/>
                  </a:lnTo>
                  <a:lnTo>
                    <a:pt x="389661" y="0"/>
                  </a:lnTo>
                  <a:lnTo>
                    <a:pt x="355612" y="39712"/>
                  </a:lnTo>
                  <a:lnTo>
                    <a:pt x="355612" y="61417"/>
                  </a:lnTo>
                  <a:lnTo>
                    <a:pt x="354215" y="61074"/>
                  </a:lnTo>
                  <a:lnTo>
                    <a:pt x="351015" y="61277"/>
                  </a:lnTo>
                  <a:lnTo>
                    <a:pt x="347814" y="61480"/>
                  </a:lnTo>
                  <a:lnTo>
                    <a:pt x="345325" y="62433"/>
                  </a:lnTo>
                  <a:lnTo>
                    <a:pt x="345325" y="64338"/>
                  </a:lnTo>
                  <a:lnTo>
                    <a:pt x="344487" y="63347"/>
                  </a:lnTo>
                  <a:lnTo>
                    <a:pt x="345249" y="62458"/>
                  </a:lnTo>
                  <a:lnTo>
                    <a:pt x="345325" y="64338"/>
                  </a:lnTo>
                  <a:lnTo>
                    <a:pt x="345325" y="62433"/>
                  </a:lnTo>
                  <a:lnTo>
                    <a:pt x="355041" y="51041"/>
                  </a:lnTo>
                  <a:lnTo>
                    <a:pt x="354825" y="52285"/>
                  </a:lnTo>
                  <a:lnTo>
                    <a:pt x="355168" y="59753"/>
                  </a:lnTo>
                  <a:lnTo>
                    <a:pt x="355612" y="61417"/>
                  </a:lnTo>
                  <a:lnTo>
                    <a:pt x="355612" y="39712"/>
                  </a:lnTo>
                  <a:lnTo>
                    <a:pt x="335343" y="63347"/>
                  </a:lnTo>
                  <a:lnTo>
                    <a:pt x="389661" y="126695"/>
                  </a:lnTo>
                  <a:lnTo>
                    <a:pt x="398805" y="116039"/>
                  </a:lnTo>
                  <a:lnTo>
                    <a:pt x="443979" y="63347"/>
                  </a:lnTo>
                  <a:close/>
                </a:path>
                <a:path w="493395" h="502284">
                  <a:moveTo>
                    <a:pt x="493141" y="140512"/>
                  </a:moveTo>
                  <a:lnTo>
                    <a:pt x="484009" y="129870"/>
                  </a:lnTo>
                  <a:lnTo>
                    <a:pt x="484009" y="140512"/>
                  </a:lnTo>
                  <a:lnTo>
                    <a:pt x="438835" y="193205"/>
                  </a:lnTo>
                  <a:lnTo>
                    <a:pt x="427151" y="179590"/>
                  </a:lnTo>
                  <a:lnTo>
                    <a:pt x="429742" y="180187"/>
                  </a:lnTo>
                  <a:lnTo>
                    <a:pt x="436143" y="179793"/>
                  </a:lnTo>
                  <a:lnTo>
                    <a:pt x="438708" y="178828"/>
                  </a:lnTo>
                  <a:lnTo>
                    <a:pt x="438658" y="177863"/>
                  </a:lnTo>
                  <a:lnTo>
                    <a:pt x="439432" y="177812"/>
                  </a:lnTo>
                  <a:lnTo>
                    <a:pt x="439966" y="174739"/>
                  </a:lnTo>
                  <a:lnTo>
                    <a:pt x="439801" y="170992"/>
                  </a:lnTo>
                  <a:lnTo>
                    <a:pt x="439635" y="167259"/>
                  </a:lnTo>
                  <a:lnTo>
                    <a:pt x="438810" y="164274"/>
                  </a:lnTo>
                  <a:lnTo>
                    <a:pt x="437134" y="164376"/>
                  </a:lnTo>
                  <a:lnTo>
                    <a:pt x="436587" y="167449"/>
                  </a:lnTo>
                  <a:lnTo>
                    <a:pt x="436930" y="174917"/>
                  </a:lnTo>
                  <a:lnTo>
                    <a:pt x="437375" y="176593"/>
                  </a:lnTo>
                  <a:lnTo>
                    <a:pt x="435978" y="176250"/>
                  </a:lnTo>
                  <a:lnTo>
                    <a:pt x="432777" y="176441"/>
                  </a:lnTo>
                  <a:lnTo>
                    <a:pt x="429577" y="176644"/>
                  </a:lnTo>
                  <a:lnTo>
                    <a:pt x="427012" y="177609"/>
                  </a:lnTo>
                  <a:lnTo>
                    <a:pt x="427088" y="179514"/>
                  </a:lnTo>
                  <a:lnTo>
                    <a:pt x="394576" y="141566"/>
                  </a:lnTo>
                  <a:lnTo>
                    <a:pt x="397154" y="142189"/>
                  </a:lnTo>
                  <a:lnTo>
                    <a:pt x="403567" y="141795"/>
                  </a:lnTo>
                  <a:lnTo>
                    <a:pt x="404990" y="141262"/>
                  </a:lnTo>
                  <a:lnTo>
                    <a:pt x="404698" y="142976"/>
                  </a:lnTo>
                  <a:lnTo>
                    <a:pt x="404876" y="146710"/>
                  </a:lnTo>
                  <a:lnTo>
                    <a:pt x="405053" y="150456"/>
                  </a:lnTo>
                  <a:lnTo>
                    <a:pt x="405866" y="153441"/>
                  </a:lnTo>
                  <a:lnTo>
                    <a:pt x="407543" y="153327"/>
                  </a:lnTo>
                  <a:lnTo>
                    <a:pt x="408089" y="150266"/>
                  </a:lnTo>
                  <a:lnTo>
                    <a:pt x="407733" y="142786"/>
                  </a:lnTo>
                  <a:lnTo>
                    <a:pt x="407276" y="141109"/>
                  </a:lnTo>
                  <a:lnTo>
                    <a:pt x="408762" y="141465"/>
                  </a:lnTo>
                  <a:lnTo>
                    <a:pt x="411962" y="141262"/>
                  </a:lnTo>
                  <a:lnTo>
                    <a:pt x="415163" y="141058"/>
                  </a:lnTo>
                  <a:lnTo>
                    <a:pt x="417728" y="140093"/>
                  </a:lnTo>
                  <a:lnTo>
                    <a:pt x="417639" y="138137"/>
                  </a:lnTo>
                  <a:lnTo>
                    <a:pt x="414997" y="137515"/>
                  </a:lnTo>
                  <a:lnTo>
                    <a:pt x="408597" y="137909"/>
                  </a:lnTo>
                  <a:lnTo>
                    <a:pt x="407085" y="138480"/>
                  </a:lnTo>
                  <a:lnTo>
                    <a:pt x="407390" y="136728"/>
                  </a:lnTo>
                  <a:lnTo>
                    <a:pt x="407225" y="132994"/>
                  </a:lnTo>
                  <a:lnTo>
                    <a:pt x="407047" y="129247"/>
                  </a:lnTo>
                  <a:lnTo>
                    <a:pt x="406222" y="126263"/>
                  </a:lnTo>
                  <a:lnTo>
                    <a:pt x="405866" y="126288"/>
                  </a:lnTo>
                  <a:lnTo>
                    <a:pt x="438835" y="87820"/>
                  </a:lnTo>
                  <a:lnTo>
                    <a:pt x="484009" y="140512"/>
                  </a:lnTo>
                  <a:lnTo>
                    <a:pt x="484009" y="129870"/>
                  </a:lnTo>
                  <a:lnTo>
                    <a:pt x="447979" y="87820"/>
                  </a:lnTo>
                  <a:lnTo>
                    <a:pt x="438835" y="77165"/>
                  </a:lnTo>
                  <a:lnTo>
                    <a:pt x="404799" y="116878"/>
                  </a:lnTo>
                  <a:lnTo>
                    <a:pt x="404799" y="138582"/>
                  </a:lnTo>
                  <a:lnTo>
                    <a:pt x="403402" y="138239"/>
                  </a:lnTo>
                  <a:lnTo>
                    <a:pt x="400189" y="138442"/>
                  </a:lnTo>
                  <a:lnTo>
                    <a:pt x="396989" y="138633"/>
                  </a:lnTo>
                  <a:lnTo>
                    <a:pt x="394512" y="139573"/>
                  </a:lnTo>
                  <a:lnTo>
                    <a:pt x="394512" y="141503"/>
                  </a:lnTo>
                  <a:lnTo>
                    <a:pt x="393674" y="140512"/>
                  </a:lnTo>
                  <a:lnTo>
                    <a:pt x="394423" y="139649"/>
                  </a:lnTo>
                  <a:lnTo>
                    <a:pt x="394512" y="141503"/>
                  </a:lnTo>
                  <a:lnTo>
                    <a:pt x="394512" y="139573"/>
                  </a:lnTo>
                  <a:lnTo>
                    <a:pt x="404215" y="128219"/>
                  </a:lnTo>
                  <a:lnTo>
                    <a:pt x="403999" y="129438"/>
                  </a:lnTo>
                  <a:lnTo>
                    <a:pt x="404355" y="136918"/>
                  </a:lnTo>
                  <a:lnTo>
                    <a:pt x="404799" y="138582"/>
                  </a:lnTo>
                  <a:lnTo>
                    <a:pt x="404799" y="116878"/>
                  </a:lnTo>
                  <a:lnTo>
                    <a:pt x="384530" y="140512"/>
                  </a:lnTo>
                  <a:lnTo>
                    <a:pt x="438835" y="203860"/>
                  </a:lnTo>
                  <a:lnTo>
                    <a:pt x="447979" y="193205"/>
                  </a:lnTo>
                  <a:lnTo>
                    <a:pt x="493141" y="140512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5" name="object 2135" descr=""/>
            <p:cNvSpPr/>
            <p:nvPr/>
          </p:nvSpPr>
          <p:spPr>
            <a:xfrm>
              <a:off x="8402244" y="7858347"/>
              <a:ext cx="361315" cy="204470"/>
            </a:xfrm>
            <a:custGeom>
              <a:avLst/>
              <a:gdLst/>
              <a:ahLst/>
              <a:cxnLst/>
              <a:rect l="l" t="t" r="r" b="b"/>
              <a:pathLst>
                <a:path w="361315" h="204470">
                  <a:moveTo>
                    <a:pt x="108610" y="140512"/>
                  </a:moveTo>
                  <a:lnTo>
                    <a:pt x="99491" y="129882"/>
                  </a:lnTo>
                  <a:lnTo>
                    <a:pt x="99491" y="140512"/>
                  </a:lnTo>
                  <a:lnTo>
                    <a:pt x="89369" y="152311"/>
                  </a:lnTo>
                  <a:lnTo>
                    <a:pt x="89649" y="150799"/>
                  </a:lnTo>
                  <a:lnTo>
                    <a:pt x="89293" y="143332"/>
                  </a:lnTo>
                  <a:lnTo>
                    <a:pt x="88836" y="141655"/>
                  </a:lnTo>
                  <a:lnTo>
                    <a:pt x="90322" y="141998"/>
                  </a:lnTo>
                  <a:lnTo>
                    <a:pt x="93522" y="141795"/>
                  </a:lnTo>
                  <a:lnTo>
                    <a:pt x="96723" y="141605"/>
                  </a:lnTo>
                  <a:lnTo>
                    <a:pt x="99288" y="140639"/>
                  </a:lnTo>
                  <a:lnTo>
                    <a:pt x="99263" y="140258"/>
                  </a:lnTo>
                  <a:lnTo>
                    <a:pt x="99491" y="140512"/>
                  </a:lnTo>
                  <a:lnTo>
                    <a:pt x="99491" y="129882"/>
                  </a:lnTo>
                  <a:lnTo>
                    <a:pt x="97586" y="127660"/>
                  </a:lnTo>
                  <a:lnTo>
                    <a:pt x="97586" y="138303"/>
                  </a:lnTo>
                  <a:lnTo>
                    <a:pt x="96558" y="138049"/>
                  </a:lnTo>
                  <a:lnTo>
                    <a:pt x="90157" y="138455"/>
                  </a:lnTo>
                  <a:lnTo>
                    <a:pt x="88633" y="139026"/>
                  </a:lnTo>
                  <a:lnTo>
                    <a:pt x="88950" y="137274"/>
                  </a:lnTo>
                  <a:lnTo>
                    <a:pt x="88773" y="133527"/>
                  </a:lnTo>
                  <a:lnTo>
                    <a:pt x="88607" y="129794"/>
                  </a:lnTo>
                  <a:lnTo>
                    <a:pt x="87972" y="127533"/>
                  </a:lnTo>
                  <a:lnTo>
                    <a:pt x="87972" y="153949"/>
                  </a:lnTo>
                  <a:lnTo>
                    <a:pt x="54317" y="193205"/>
                  </a:lnTo>
                  <a:lnTo>
                    <a:pt x="42621" y="179590"/>
                  </a:lnTo>
                  <a:lnTo>
                    <a:pt x="45212" y="180187"/>
                  </a:lnTo>
                  <a:lnTo>
                    <a:pt x="51612" y="179793"/>
                  </a:lnTo>
                  <a:lnTo>
                    <a:pt x="53047" y="179260"/>
                  </a:lnTo>
                  <a:lnTo>
                    <a:pt x="52755" y="180987"/>
                  </a:lnTo>
                  <a:lnTo>
                    <a:pt x="52920" y="184721"/>
                  </a:lnTo>
                  <a:lnTo>
                    <a:pt x="53086" y="188455"/>
                  </a:lnTo>
                  <a:lnTo>
                    <a:pt x="53911" y="191439"/>
                  </a:lnTo>
                  <a:lnTo>
                    <a:pt x="55587" y="191338"/>
                  </a:lnTo>
                  <a:lnTo>
                    <a:pt x="56134" y="188264"/>
                  </a:lnTo>
                  <a:lnTo>
                    <a:pt x="55791" y="180797"/>
                  </a:lnTo>
                  <a:lnTo>
                    <a:pt x="55333" y="179120"/>
                  </a:lnTo>
                  <a:lnTo>
                    <a:pt x="56807" y="179463"/>
                  </a:lnTo>
                  <a:lnTo>
                    <a:pt x="60020" y="179260"/>
                  </a:lnTo>
                  <a:lnTo>
                    <a:pt x="63220" y="179070"/>
                  </a:lnTo>
                  <a:lnTo>
                    <a:pt x="65786" y="178104"/>
                  </a:lnTo>
                  <a:lnTo>
                    <a:pt x="65697" y="176149"/>
                  </a:lnTo>
                  <a:lnTo>
                    <a:pt x="63055" y="175514"/>
                  </a:lnTo>
                  <a:lnTo>
                    <a:pt x="56642" y="175920"/>
                  </a:lnTo>
                  <a:lnTo>
                    <a:pt x="55130" y="176491"/>
                  </a:lnTo>
                  <a:lnTo>
                    <a:pt x="55435" y="174739"/>
                  </a:lnTo>
                  <a:lnTo>
                    <a:pt x="55270" y="170992"/>
                  </a:lnTo>
                  <a:lnTo>
                    <a:pt x="55105" y="167259"/>
                  </a:lnTo>
                  <a:lnTo>
                    <a:pt x="54279" y="164274"/>
                  </a:lnTo>
                  <a:lnTo>
                    <a:pt x="52603" y="164376"/>
                  </a:lnTo>
                  <a:lnTo>
                    <a:pt x="52057" y="167449"/>
                  </a:lnTo>
                  <a:lnTo>
                    <a:pt x="52400" y="174917"/>
                  </a:lnTo>
                  <a:lnTo>
                    <a:pt x="52844" y="176593"/>
                  </a:lnTo>
                  <a:lnTo>
                    <a:pt x="51447" y="176250"/>
                  </a:lnTo>
                  <a:lnTo>
                    <a:pt x="48247" y="176441"/>
                  </a:lnTo>
                  <a:lnTo>
                    <a:pt x="45046" y="176644"/>
                  </a:lnTo>
                  <a:lnTo>
                    <a:pt x="42481" y="177609"/>
                  </a:lnTo>
                  <a:lnTo>
                    <a:pt x="42557" y="179514"/>
                  </a:lnTo>
                  <a:lnTo>
                    <a:pt x="10045" y="141579"/>
                  </a:lnTo>
                  <a:lnTo>
                    <a:pt x="12623" y="142189"/>
                  </a:lnTo>
                  <a:lnTo>
                    <a:pt x="19037" y="141795"/>
                  </a:lnTo>
                  <a:lnTo>
                    <a:pt x="20472" y="141262"/>
                  </a:lnTo>
                  <a:lnTo>
                    <a:pt x="20180" y="142976"/>
                  </a:lnTo>
                  <a:lnTo>
                    <a:pt x="20345" y="146710"/>
                  </a:lnTo>
                  <a:lnTo>
                    <a:pt x="20523" y="150456"/>
                  </a:lnTo>
                  <a:lnTo>
                    <a:pt x="21336" y="153441"/>
                  </a:lnTo>
                  <a:lnTo>
                    <a:pt x="23012" y="153327"/>
                  </a:lnTo>
                  <a:lnTo>
                    <a:pt x="23558" y="150266"/>
                  </a:lnTo>
                  <a:lnTo>
                    <a:pt x="23215" y="142786"/>
                  </a:lnTo>
                  <a:lnTo>
                    <a:pt x="22745" y="141122"/>
                  </a:lnTo>
                  <a:lnTo>
                    <a:pt x="24231" y="141465"/>
                  </a:lnTo>
                  <a:lnTo>
                    <a:pt x="27432" y="141262"/>
                  </a:lnTo>
                  <a:lnTo>
                    <a:pt x="30645" y="141058"/>
                  </a:lnTo>
                  <a:lnTo>
                    <a:pt x="33210" y="140093"/>
                  </a:lnTo>
                  <a:lnTo>
                    <a:pt x="33108" y="138137"/>
                  </a:lnTo>
                  <a:lnTo>
                    <a:pt x="30467" y="137515"/>
                  </a:lnTo>
                  <a:lnTo>
                    <a:pt x="24066" y="137909"/>
                  </a:lnTo>
                  <a:lnTo>
                    <a:pt x="22555" y="138480"/>
                  </a:lnTo>
                  <a:lnTo>
                    <a:pt x="22860" y="136728"/>
                  </a:lnTo>
                  <a:lnTo>
                    <a:pt x="22694" y="132994"/>
                  </a:lnTo>
                  <a:lnTo>
                    <a:pt x="22517" y="129247"/>
                  </a:lnTo>
                  <a:lnTo>
                    <a:pt x="21691" y="126263"/>
                  </a:lnTo>
                  <a:lnTo>
                    <a:pt x="21336" y="126288"/>
                  </a:lnTo>
                  <a:lnTo>
                    <a:pt x="53098" y="89242"/>
                  </a:lnTo>
                  <a:lnTo>
                    <a:pt x="52679" y="91617"/>
                  </a:lnTo>
                  <a:lnTo>
                    <a:pt x="53022" y="99098"/>
                  </a:lnTo>
                  <a:lnTo>
                    <a:pt x="53467" y="100761"/>
                  </a:lnTo>
                  <a:lnTo>
                    <a:pt x="52070" y="100418"/>
                  </a:lnTo>
                  <a:lnTo>
                    <a:pt x="48869" y="100622"/>
                  </a:lnTo>
                  <a:lnTo>
                    <a:pt x="45669" y="100812"/>
                  </a:lnTo>
                  <a:lnTo>
                    <a:pt x="43103" y="101777"/>
                  </a:lnTo>
                  <a:lnTo>
                    <a:pt x="43192" y="103746"/>
                  </a:lnTo>
                  <a:lnTo>
                    <a:pt x="45834" y="104368"/>
                  </a:lnTo>
                  <a:lnTo>
                    <a:pt x="52235" y="103974"/>
                  </a:lnTo>
                  <a:lnTo>
                    <a:pt x="53670" y="103441"/>
                  </a:lnTo>
                  <a:lnTo>
                    <a:pt x="53378" y="105156"/>
                  </a:lnTo>
                  <a:lnTo>
                    <a:pt x="53543" y="108889"/>
                  </a:lnTo>
                  <a:lnTo>
                    <a:pt x="53708" y="112636"/>
                  </a:lnTo>
                  <a:lnTo>
                    <a:pt x="54533" y="115620"/>
                  </a:lnTo>
                  <a:lnTo>
                    <a:pt x="56210" y="115506"/>
                  </a:lnTo>
                  <a:lnTo>
                    <a:pt x="56756" y="112445"/>
                  </a:lnTo>
                  <a:lnTo>
                    <a:pt x="56413" y="104965"/>
                  </a:lnTo>
                  <a:lnTo>
                    <a:pt x="55956" y="103301"/>
                  </a:lnTo>
                  <a:lnTo>
                    <a:pt x="57429" y="103644"/>
                  </a:lnTo>
                  <a:lnTo>
                    <a:pt x="60642" y="103441"/>
                  </a:lnTo>
                  <a:lnTo>
                    <a:pt x="63842" y="103238"/>
                  </a:lnTo>
                  <a:lnTo>
                    <a:pt x="66408" y="102273"/>
                  </a:lnTo>
                  <a:lnTo>
                    <a:pt x="66382" y="101930"/>
                  </a:lnTo>
                  <a:lnTo>
                    <a:pt x="87744" y="126822"/>
                  </a:lnTo>
                  <a:lnTo>
                    <a:pt x="86106" y="126911"/>
                  </a:lnTo>
                  <a:lnTo>
                    <a:pt x="85559" y="129984"/>
                  </a:lnTo>
                  <a:lnTo>
                    <a:pt x="85902" y="137452"/>
                  </a:lnTo>
                  <a:lnTo>
                    <a:pt x="86360" y="139128"/>
                  </a:lnTo>
                  <a:lnTo>
                    <a:pt x="84963" y="138785"/>
                  </a:lnTo>
                  <a:lnTo>
                    <a:pt x="81749" y="138976"/>
                  </a:lnTo>
                  <a:lnTo>
                    <a:pt x="78549" y="139179"/>
                  </a:lnTo>
                  <a:lnTo>
                    <a:pt x="75984" y="140144"/>
                  </a:lnTo>
                  <a:lnTo>
                    <a:pt x="76073" y="142100"/>
                  </a:lnTo>
                  <a:lnTo>
                    <a:pt x="78714" y="142722"/>
                  </a:lnTo>
                  <a:lnTo>
                    <a:pt x="85128" y="142328"/>
                  </a:lnTo>
                  <a:lnTo>
                    <a:pt x="86550" y="141795"/>
                  </a:lnTo>
                  <a:lnTo>
                    <a:pt x="86258" y="143510"/>
                  </a:lnTo>
                  <a:lnTo>
                    <a:pt x="86423" y="147256"/>
                  </a:lnTo>
                  <a:lnTo>
                    <a:pt x="86601" y="150990"/>
                  </a:lnTo>
                  <a:lnTo>
                    <a:pt x="87426" y="153974"/>
                  </a:lnTo>
                  <a:lnTo>
                    <a:pt x="87972" y="153949"/>
                  </a:lnTo>
                  <a:lnTo>
                    <a:pt x="87972" y="127533"/>
                  </a:lnTo>
                  <a:lnTo>
                    <a:pt x="87795" y="126885"/>
                  </a:lnTo>
                  <a:lnTo>
                    <a:pt x="97586" y="138303"/>
                  </a:lnTo>
                  <a:lnTo>
                    <a:pt x="97586" y="127660"/>
                  </a:lnTo>
                  <a:lnTo>
                    <a:pt x="64681" y="89268"/>
                  </a:lnTo>
                  <a:lnTo>
                    <a:pt x="64681" y="99936"/>
                  </a:lnTo>
                  <a:lnTo>
                    <a:pt x="63677" y="99695"/>
                  </a:lnTo>
                  <a:lnTo>
                    <a:pt x="57264" y="100088"/>
                  </a:lnTo>
                  <a:lnTo>
                    <a:pt x="55753" y="100660"/>
                  </a:lnTo>
                  <a:lnTo>
                    <a:pt x="56057" y="98907"/>
                  </a:lnTo>
                  <a:lnTo>
                    <a:pt x="55892" y="95173"/>
                  </a:lnTo>
                  <a:lnTo>
                    <a:pt x="55727" y="91427"/>
                  </a:lnTo>
                  <a:lnTo>
                    <a:pt x="54914" y="88531"/>
                  </a:lnTo>
                  <a:lnTo>
                    <a:pt x="64681" y="99936"/>
                  </a:lnTo>
                  <a:lnTo>
                    <a:pt x="64681" y="89268"/>
                  </a:lnTo>
                  <a:lnTo>
                    <a:pt x="63449" y="87820"/>
                  </a:lnTo>
                  <a:lnTo>
                    <a:pt x="54851" y="77800"/>
                  </a:lnTo>
                  <a:lnTo>
                    <a:pt x="54851" y="88455"/>
                  </a:lnTo>
                  <a:lnTo>
                    <a:pt x="53708" y="88531"/>
                  </a:lnTo>
                  <a:lnTo>
                    <a:pt x="54317" y="87820"/>
                  </a:lnTo>
                  <a:lnTo>
                    <a:pt x="54851" y="88455"/>
                  </a:lnTo>
                  <a:lnTo>
                    <a:pt x="54851" y="77800"/>
                  </a:lnTo>
                  <a:lnTo>
                    <a:pt x="54317" y="77165"/>
                  </a:lnTo>
                  <a:lnTo>
                    <a:pt x="20269" y="116878"/>
                  </a:lnTo>
                  <a:lnTo>
                    <a:pt x="20269" y="138582"/>
                  </a:lnTo>
                  <a:lnTo>
                    <a:pt x="18872" y="138239"/>
                  </a:lnTo>
                  <a:lnTo>
                    <a:pt x="15671" y="138442"/>
                  </a:lnTo>
                  <a:lnTo>
                    <a:pt x="12458" y="138633"/>
                  </a:lnTo>
                  <a:lnTo>
                    <a:pt x="9982" y="139573"/>
                  </a:lnTo>
                  <a:lnTo>
                    <a:pt x="9982" y="141503"/>
                  </a:lnTo>
                  <a:lnTo>
                    <a:pt x="9144" y="140512"/>
                  </a:lnTo>
                  <a:lnTo>
                    <a:pt x="9893" y="139636"/>
                  </a:lnTo>
                  <a:lnTo>
                    <a:pt x="9982" y="141503"/>
                  </a:lnTo>
                  <a:lnTo>
                    <a:pt x="9982" y="139573"/>
                  </a:lnTo>
                  <a:lnTo>
                    <a:pt x="19685" y="128206"/>
                  </a:lnTo>
                  <a:lnTo>
                    <a:pt x="19481" y="129438"/>
                  </a:lnTo>
                  <a:lnTo>
                    <a:pt x="19824" y="136918"/>
                  </a:lnTo>
                  <a:lnTo>
                    <a:pt x="20269" y="138582"/>
                  </a:lnTo>
                  <a:lnTo>
                    <a:pt x="20269" y="116878"/>
                  </a:lnTo>
                  <a:lnTo>
                    <a:pt x="0" y="140512"/>
                  </a:lnTo>
                  <a:lnTo>
                    <a:pt x="54317" y="203860"/>
                  </a:lnTo>
                  <a:lnTo>
                    <a:pt x="63449" y="193205"/>
                  </a:lnTo>
                  <a:lnTo>
                    <a:pt x="108610" y="140512"/>
                  </a:lnTo>
                  <a:close/>
                </a:path>
                <a:path w="361315" h="204470">
                  <a:moveTo>
                    <a:pt x="165265" y="178104"/>
                  </a:moveTo>
                  <a:lnTo>
                    <a:pt x="165163" y="176149"/>
                  </a:lnTo>
                  <a:lnTo>
                    <a:pt x="162534" y="175514"/>
                  </a:lnTo>
                  <a:lnTo>
                    <a:pt x="156121" y="175920"/>
                  </a:lnTo>
                  <a:lnTo>
                    <a:pt x="153568" y="176872"/>
                  </a:lnTo>
                  <a:lnTo>
                    <a:pt x="150926" y="176250"/>
                  </a:lnTo>
                  <a:lnTo>
                    <a:pt x="147726" y="176441"/>
                  </a:lnTo>
                  <a:lnTo>
                    <a:pt x="144526" y="176644"/>
                  </a:lnTo>
                  <a:lnTo>
                    <a:pt x="141960" y="177609"/>
                  </a:lnTo>
                  <a:lnTo>
                    <a:pt x="142049" y="179565"/>
                  </a:lnTo>
                  <a:lnTo>
                    <a:pt x="144691" y="180187"/>
                  </a:lnTo>
                  <a:lnTo>
                    <a:pt x="151091" y="179793"/>
                  </a:lnTo>
                  <a:lnTo>
                    <a:pt x="152527" y="179260"/>
                  </a:lnTo>
                  <a:lnTo>
                    <a:pt x="152234" y="180987"/>
                  </a:lnTo>
                  <a:lnTo>
                    <a:pt x="152400" y="184721"/>
                  </a:lnTo>
                  <a:lnTo>
                    <a:pt x="152565" y="188455"/>
                  </a:lnTo>
                  <a:lnTo>
                    <a:pt x="153390" y="191439"/>
                  </a:lnTo>
                  <a:lnTo>
                    <a:pt x="155067" y="191338"/>
                  </a:lnTo>
                  <a:lnTo>
                    <a:pt x="155613" y="188264"/>
                  </a:lnTo>
                  <a:lnTo>
                    <a:pt x="155270" y="180797"/>
                  </a:lnTo>
                  <a:lnTo>
                    <a:pt x="154813" y="179120"/>
                  </a:lnTo>
                  <a:lnTo>
                    <a:pt x="156286" y="179463"/>
                  </a:lnTo>
                  <a:lnTo>
                    <a:pt x="159499" y="179260"/>
                  </a:lnTo>
                  <a:lnTo>
                    <a:pt x="162699" y="179070"/>
                  </a:lnTo>
                  <a:lnTo>
                    <a:pt x="165265" y="178104"/>
                  </a:lnTo>
                  <a:close/>
                </a:path>
                <a:path w="361315" h="204470">
                  <a:moveTo>
                    <a:pt x="165887" y="102273"/>
                  </a:moveTo>
                  <a:lnTo>
                    <a:pt x="165785" y="100317"/>
                  </a:lnTo>
                  <a:lnTo>
                    <a:pt x="163156" y="99695"/>
                  </a:lnTo>
                  <a:lnTo>
                    <a:pt x="156743" y="100088"/>
                  </a:lnTo>
                  <a:lnTo>
                    <a:pt x="155232" y="100660"/>
                  </a:lnTo>
                  <a:lnTo>
                    <a:pt x="155536" y="98907"/>
                  </a:lnTo>
                  <a:lnTo>
                    <a:pt x="155371" y="95173"/>
                  </a:lnTo>
                  <a:lnTo>
                    <a:pt x="155206" y="91427"/>
                  </a:lnTo>
                  <a:lnTo>
                    <a:pt x="154381" y="88442"/>
                  </a:lnTo>
                  <a:lnTo>
                    <a:pt x="152704" y="88557"/>
                  </a:lnTo>
                  <a:lnTo>
                    <a:pt x="152158" y="91617"/>
                  </a:lnTo>
                  <a:lnTo>
                    <a:pt x="152501" y="99098"/>
                  </a:lnTo>
                  <a:lnTo>
                    <a:pt x="152946" y="100761"/>
                  </a:lnTo>
                  <a:lnTo>
                    <a:pt x="151549" y="100418"/>
                  </a:lnTo>
                  <a:lnTo>
                    <a:pt x="148348" y="100622"/>
                  </a:lnTo>
                  <a:lnTo>
                    <a:pt x="145148" y="100812"/>
                  </a:lnTo>
                  <a:lnTo>
                    <a:pt x="142582" y="101777"/>
                  </a:lnTo>
                  <a:lnTo>
                    <a:pt x="142671" y="103746"/>
                  </a:lnTo>
                  <a:lnTo>
                    <a:pt x="145313" y="104368"/>
                  </a:lnTo>
                  <a:lnTo>
                    <a:pt x="151714" y="103974"/>
                  </a:lnTo>
                  <a:lnTo>
                    <a:pt x="153149" y="103441"/>
                  </a:lnTo>
                  <a:lnTo>
                    <a:pt x="152857" y="105156"/>
                  </a:lnTo>
                  <a:lnTo>
                    <a:pt x="153022" y="108889"/>
                  </a:lnTo>
                  <a:lnTo>
                    <a:pt x="153200" y="112636"/>
                  </a:lnTo>
                  <a:lnTo>
                    <a:pt x="154012" y="115620"/>
                  </a:lnTo>
                  <a:lnTo>
                    <a:pt x="155689" y="115506"/>
                  </a:lnTo>
                  <a:lnTo>
                    <a:pt x="156235" y="112445"/>
                  </a:lnTo>
                  <a:lnTo>
                    <a:pt x="155892" y="104965"/>
                  </a:lnTo>
                  <a:lnTo>
                    <a:pt x="155435" y="103301"/>
                  </a:lnTo>
                  <a:lnTo>
                    <a:pt x="156908" y="103644"/>
                  </a:lnTo>
                  <a:lnTo>
                    <a:pt x="160121" y="103441"/>
                  </a:lnTo>
                  <a:lnTo>
                    <a:pt x="163322" y="103238"/>
                  </a:lnTo>
                  <a:lnTo>
                    <a:pt x="165887" y="102273"/>
                  </a:lnTo>
                  <a:close/>
                </a:path>
                <a:path w="361315" h="204470">
                  <a:moveTo>
                    <a:pt x="198767" y="140639"/>
                  </a:moveTo>
                  <a:lnTo>
                    <a:pt x="198678" y="138684"/>
                  </a:lnTo>
                  <a:lnTo>
                    <a:pt x="196037" y="138049"/>
                  </a:lnTo>
                  <a:lnTo>
                    <a:pt x="189636" y="138455"/>
                  </a:lnTo>
                  <a:lnTo>
                    <a:pt x="188112" y="139026"/>
                  </a:lnTo>
                  <a:lnTo>
                    <a:pt x="188429" y="137274"/>
                  </a:lnTo>
                  <a:lnTo>
                    <a:pt x="188252" y="133527"/>
                  </a:lnTo>
                  <a:lnTo>
                    <a:pt x="188087" y="129794"/>
                  </a:lnTo>
                  <a:lnTo>
                    <a:pt x="187261" y="126809"/>
                  </a:lnTo>
                  <a:lnTo>
                    <a:pt x="185585" y="126911"/>
                  </a:lnTo>
                  <a:lnTo>
                    <a:pt x="185039" y="129984"/>
                  </a:lnTo>
                  <a:lnTo>
                    <a:pt x="185381" y="137452"/>
                  </a:lnTo>
                  <a:lnTo>
                    <a:pt x="185839" y="139128"/>
                  </a:lnTo>
                  <a:lnTo>
                    <a:pt x="184442" y="138785"/>
                  </a:lnTo>
                  <a:lnTo>
                    <a:pt x="181229" y="138976"/>
                  </a:lnTo>
                  <a:lnTo>
                    <a:pt x="178028" y="139179"/>
                  </a:lnTo>
                  <a:lnTo>
                    <a:pt x="175463" y="140144"/>
                  </a:lnTo>
                  <a:lnTo>
                    <a:pt x="175552" y="142100"/>
                  </a:lnTo>
                  <a:lnTo>
                    <a:pt x="178193" y="142722"/>
                  </a:lnTo>
                  <a:lnTo>
                    <a:pt x="184607" y="142328"/>
                  </a:lnTo>
                  <a:lnTo>
                    <a:pt x="186029" y="141795"/>
                  </a:lnTo>
                  <a:lnTo>
                    <a:pt x="185737" y="143510"/>
                  </a:lnTo>
                  <a:lnTo>
                    <a:pt x="185902" y="147256"/>
                  </a:lnTo>
                  <a:lnTo>
                    <a:pt x="186080" y="150990"/>
                  </a:lnTo>
                  <a:lnTo>
                    <a:pt x="186905" y="153974"/>
                  </a:lnTo>
                  <a:lnTo>
                    <a:pt x="188582" y="153873"/>
                  </a:lnTo>
                  <a:lnTo>
                    <a:pt x="189115" y="150799"/>
                  </a:lnTo>
                  <a:lnTo>
                    <a:pt x="188772" y="143332"/>
                  </a:lnTo>
                  <a:lnTo>
                    <a:pt x="188315" y="141655"/>
                  </a:lnTo>
                  <a:lnTo>
                    <a:pt x="189801" y="141998"/>
                  </a:lnTo>
                  <a:lnTo>
                    <a:pt x="193001" y="141795"/>
                  </a:lnTo>
                  <a:lnTo>
                    <a:pt x="196202" y="141605"/>
                  </a:lnTo>
                  <a:lnTo>
                    <a:pt x="198767" y="140639"/>
                  </a:lnTo>
                  <a:close/>
                </a:path>
                <a:path w="361315" h="204470">
                  <a:moveTo>
                    <a:pt x="310451" y="140512"/>
                  </a:moveTo>
                  <a:lnTo>
                    <a:pt x="301320" y="129870"/>
                  </a:lnTo>
                  <a:lnTo>
                    <a:pt x="301320" y="140512"/>
                  </a:lnTo>
                  <a:lnTo>
                    <a:pt x="291198" y="152311"/>
                  </a:lnTo>
                  <a:lnTo>
                    <a:pt x="291477" y="150799"/>
                  </a:lnTo>
                  <a:lnTo>
                    <a:pt x="291134" y="143332"/>
                  </a:lnTo>
                  <a:lnTo>
                    <a:pt x="290664" y="141655"/>
                  </a:lnTo>
                  <a:lnTo>
                    <a:pt x="292150" y="141998"/>
                  </a:lnTo>
                  <a:lnTo>
                    <a:pt x="295351" y="141795"/>
                  </a:lnTo>
                  <a:lnTo>
                    <a:pt x="298564" y="141605"/>
                  </a:lnTo>
                  <a:lnTo>
                    <a:pt x="301129" y="140639"/>
                  </a:lnTo>
                  <a:lnTo>
                    <a:pt x="301104" y="140271"/>
                  </a:lnTo>
                  <a:lnTo>
                    <a:pt x="301320" y="140512"/>
                  </a:lnTo>
                  <a:lnTo>
                    <a:pt x="301320" y="129870"/>
                  </a:lnTo>
                  <a:lnTo>
                    <a:pt x="299415" y="127647"/>
                  </a:lnTo>
                  <a:lnTo>
                    <a:pt x="299415" y="138303"/>
                  </a:lnTo>
                  <a:lnTo>
                    <a:pt x="298386" y="138049"/>
                  </a:lnTo>
                  <a:lnTo>
                    <a:pt x="291985" y="138455"/>
                  </a:lnTo>
                  <a:lnTo>
                    <a:pt x="290474" y="139026"/>
                  </a:lnTo>
                  <a:lnTo>
                    <a:pt x="290779" y="137274"/>
                  </a:lnTo>
                  <a:lnTo>
                    <a:pt x="290614" y="133527"/>
                  </a:lnTo>
                  <a:lnTo>
                    <a:pt x="290436" y="129794"/>
                  </a:lnTo>
                  <a:lnTo>
                    <a:pt x="289801" y="127533"/>
                  </a:lnTo>
                  <a:lnTo>
                    <a:pt x="289801" y="153949"/>
                  </a:lnTo>
                  <a:lnTo>
                    <a:pt x="256146" y="193205"/>
                  </a:lnTo>
                  <a:lnTo>
                    <a:pt x="244462" y="179590"/>
                  </a:lnTo>
                  <a:lnTo>
                    <a:pt x="247040" y="180187"/>
                  </a:lnTo>
                  <a:lnTo>
                    <a:pt x="253453" y="179793"/>
                  </a:lnTo>
                  <a:lnTo>
                    <a:pt x="254876" y="179260"/>
                  </a:lnTo>
                  <a:lnTo>
                    <a:pt x="254584" y="180987"/>
                  </a:lnTo>
                  <a:lnTo>
                    <a:pt x="254749" y="184721"/>
                  </a:lnTo>
                  <a:lnTo>
                    <a:pt x="254927" y="188455"/>
                  </a:lnTo>
                  <a:lnTo>
                    <a:pt x="255752" y="191439"/>
                  </a:lnTo>
                  <a:lnTo>
                    <a:pt x="257429" y="191338"/>
                  </a:lnTo>
                  <a:lnTo>
                    <a:pt x="257962" y="188264"/>
                  </a:lnTo>
                  <a:lnTo>
                    <a:pt x="257619" y="180797"/>
                  </a:lnTo>
                  <a:lnTo>
                    <a:pt x="257162" y="179120"/>
                  </a:lnTo>
                  <a:lnTo>
                    <a:pt x="258648" y="179463"/>
                  </a:lnTo>
                  <a:lnTo>
                    <a:pt x="261848" y="179260"/>
                  </a:lnTo>
                  <a:lnTo>
                    <a:pt x="265049" y="179070"/>
                  </a:lnTo>
                  <a:lnTo>
                    <a:pt x="267614" y="178104"/>
                  </a:lnTo>
                  <a:lnTo>
                    <a:pt x="267525" y="176149"/>
                  </a:lnTo>
                  <a:lnTo>
                    <a:pt x="264883" y="175514"/>
                  </a:lnTo>
                  <a:lnTo>
                    <a:pt x="258470" y="175920"/>
                  </a:lnTo>
                  <a:lnTo>
                    <a:pt x="256959" y="176491"/>
                  </a:lnTo>
                  <a:lnTo>
                    <a:pt x="257263" y="174739"/>
                  </a:lnTo>
                  <a:lnTo>
                    <a:pt x="257098" y="170992"/>
                  </a:lnTo>
                  <a:lnTo>
                    <a:pt x="256933" y="167259"/>
                  </a:lnTo>
                  <a:lnTo>
                    <a:pt x="256108" y="164274"/>
                  </a:lnTo>
                  <a:lnTo>
                    <a:pt x="254431" y="164376"/>
                  </a:lnTo>
                  <a:lnTo>
                    <a:pt x="253885" y="167449"/>
                  </a:lnTo>
                  <a:lnTo>
                    <a:pt x="254228" y="174917"/>
                  </a:lnTo>
                  <a:lnTo>
                    <a:pt x="254685" y="176593"/>
                  </a:lnTo>
                  <a:lnTo>
                    <a:pt x="253276" y="176250"/>
                  </a:lnTo>
                  <a:lnTo>
                    <a:pt x="250075" y="176441"/>
                  </a:lnTo>
                  <a:lnTo>
                    <a:pt x="246875" y="176644"/>
                  </a:lnTo>
                  <a:lnTo>
                    <a:pt x="244309" y="177609"/>
                  </a:lnTo>
                  <a:lnTo>
                    <a:pt x="244386" y="179501"/>
                  </a:lnTo>
                  <a:lnTo>
                    <a:pt x="211874" y="141566"/>
                  </a:lnTo>
                  <a:lnTo>
                    <a:pt x="214464" y="142189"/>
                  </a:lnTo>
                  <a:lnTo>
                    <a:pt x="220865" y="141795"/>
                  </a:lnTo>
                  <a:lnTo>
                    <a:pt x="222300" y="141262"/>
                  </a:lnTo>
                  <a:lnTo>
                    <a:pt x="222008" y="142976"/>
                  </a:lnTo>
                  <a:lnTo>
                    <a:pt x="222173" y="146710"/>
                  </a:lnTo>
                  <a:lnTo>
                    <a:pt x="222338" y="150456"/>
                  </a:lnTo>
                  <a:lnTo>
                    <a:pt x="223164" y="153441"/>
                  </a:lnTo>
                  <a:lnTo>
                    <a:pt x="224840" y="153327"/>
                  </a:lnTo>
                  <a:lnTo>
                    <a:pt x="225386" y="150266"/>
                  </a:lnTo>
                  <a:lnTo>
                    <a:pt x="225044" y="142786"/>
                  </a:lnTo>
                  <a:lnTo>
                    <a:pt x="224586" y="141122"/>
                  </a:lnTo>
                  <a:lnTo>
                    <a:pt x="226060" y="141465"/>
                  </a:lnTo>
                  <a:lnTo>
                    <a:pt x="229273" y="141262"/>
                  </a:lnTo>
                  <a:lnTo>
                    <a:pt x="232473" y="141058"/>
                  </a:lnTo>
                  <a:lnTo>
                    <a:pt x="235038" y="140093"/>
                  </a:lnTo>
                  <a:lnTo>
                    <a:pt x="234937" y="138137"/>
                  </a:lnTo>
                  <a:lnTo>
                    <a:pt x="232308" y="137515"/>
                  </a:lnTo>
                  <a:lnTo>
                    <a:pt x="225894" y="137909"/>
                  </a:lnTo>
                  <a:lnTo>
                    <a:pt x="224383" y="138480"/>
                  </a:lnTo>
                  <a:lnTo>
                    <a:pt x="224688" y="136728"/>
                  </a:lnTo>
                  <a:lnTo>
                    <a:pt x="224523" y="132994"/>
                  </a:lnTo>
                  <a:lnTo>
                    <a:pt x="224345" y="129247"/>
                  </a:lnTo>
                  <a:lnTo>
                    <a:pt x="223532" y="126263"/>
                  </a:lnTo>
                  <a:lnTo>
                    <a:pt x="223164" y="126288"/>
                  </a:lnTo>
                  <a:lnTo>
                    <a:pt x="254927" y="89242"/>
                  </a:lnTo>
                  <a:lnTo>
                    <a:pt x="254508" y="91617"/>
                  </a:lnTo>
                  <a:lnTo>
                    <a:pt x="254850" y="99098"/>
                  </a:lnTo>
                  <a:lnTo>
                    <a:pt x="255295" y="100761"/>
                  </a:lnTo>
                  <a:lnTo>
                    <a:pt x="253898" y="100418"/>
                  </a:lnTo>
                  <a:lnTo>
                    <a:pt x="250698" y="100622"/>
                  </a:lnTo>
                  <a:lnTo>
                    <a:pt x="247497" y="100812"/>
                  </a:lnTo>
                  <a:lnTo>
                    <a:pt x="244932" y="101777"/>
                  </a:lnTo>
                  <a:lnTo>
                    <a:pt x="245021" y="103746"/>
                  </a:lnTo>
                  <a:lnTo>
                    <a:pt x="247662" y="104368"/>
                  </a:lnTo>
                  <a:lnTo>
                    <a:pt x="254076" y="103974"/>
                  </a:lnTo>
                  <a:lnTo>
                    <a:pt x="255498" y="103441"/>
                  </a:lnTo>
                  <a:lnTo>
                    <a:pt x="255206" y="105156"/>
                  </a:lnTo>
                  <a:lnTo>
                    <a:pt x="255371" y="108889"/>
                  </a:lnTo>
                  <a:lnTo>
                    <a:pt x="255536" y="112636"/>
                  </a:lnTo>
                  <a:lnTo>
                    <a:pt x="256374" y="115620"/>
                  </a:lnTo>
                  <a:lnTo>
                    <a:pt x="258051" y="115506"/>
                  </a:lnTo>
                  <a:lnTo>
                    <a:pt x="258584" y="112445"/>
                  </a:lnTo>
                  <a:lnTo>
                    <a:pt x="258241" y="104965"/>
                  </a:lnTo>
                  <a:lnTo>
                    <a:pt x="257784" y="103289"/>
                  </a:lnTo>
                  <a:lnTo>
                    <a:pt x="259270" y="103644"/>
                  </a:lnTo>
                  <a:lnTo>
                    <a:pt x="262470" y="103441"/>
                  </a:lnTo>
                  <a:lnTo>
                    <a:pt x="265671" y="103238"/>
                  </a:lnTo>
                  <a:lnTo>
                    <a:pt x="268236" y="102273"/>
                  </a:lnTo>
                  <a:lnTo>
                    <a:pt x="268211" y="101930"/>
                  </a:lnTo>
                  <a:lnTo>
                    <a:pt x="289572" y="126822"/>
                  </a:lnTo>
                  <a:lnTo>
                    <a:pt x="287934" y="126911"/>
                  </a:lnTo>
                  <a:lnTo>
                    <a:pt x="287401" y="129984"/>
                  </a:lnTo>
                  <a:lnTo>
                    <a:pt x="287743" y="137452"/>
                  </a:lnTo>
                  <a:lnTo>
                    <a:pt x="288188" y="139128"/>
                  </a:lnTo>
                  <a:lnTo>
                    <a:pt x="286791" y="138785"/>
                  </a:lnTo>
                  <a:lnTo>
                    <a:pt x="283591" y="138976"/>
                  </a:lnTo>
                  <a:lnTo>
                    <a:pt x="280377" y="139179"/>
                  </a:lnTo>
                  <a:lnTo>
                    <a:pt x="277812" y="140144"/>
                  </a:lnTo>
                  <a:lnTo>
                    <a:pt x="277914" y="142100"/>
                  </a:lnTo>
                  <a:lnTo>
                    <a:pt x="280543" y="142722"/>
                  </a:lnTo>
                  <a:lnTo>
                    <a:pt x="286956" y="142328"/>
                  </a:lnTo>
                  <a:lnTo>
                    <a:pt x="288391" y="141795"/>
                  </a:lnTo>
                  <a:lnTo>
                    <a:pt x="288099" y="143510"/>
                  </a:lnTo>
                  <a:lnTo>
                    <a:pt x="288264" y="147256"/>
                  </a:lnTo>
                  <a:lnTo>
                    <a:pt x="288429" y="150990"/>
                  </a:lnTo>
                  <a:lnTo>
                    <a:pt x="289255" y="153974"/>
                  </a:lnTo>
                  <a:lnTo>
                    <a:pt x="289801" y="153949"/>
                  </a:lnTo>
                  <a:lnTo>
                    <a:pt x="289801" y="127533"/>
                  </a:lnTo>
                  <a:lnTo>
                    <a:pt x="289623" y="126885"/>
                  </a:lnTo>
                  <a:lnTo>
                    <a:pt x="299415" y="138303"/>
                  </a:lnTo>
                  <a:lnTo>
                    <a:pt x="299415" y="127647"/>
                  </a:lnTo>
                  <a:lnTo>
                    <a:pt x="266509" y="89268"/>
                  </a:lnTo>
                  <a:lnTo>
                    <a:pt x="266509" y="99936"/>
                  </a:lnTo>
                  <a:lnTo>
                    <a:pt x="265506" y="99695"/>
                  </a:lnTo>
                  <a:lnTo>
                    <a:pt x="259092" y="100088"/>
                  </a:lnTo>
                  <a:lnTo>
                    <a:pt x="257581" y="100660"/>
                  </a:lnTo>
                  <a:lnTo>
                    <a:pt x="257886" y="98907"/>
                  </a:lnTo>
                  <a:lnTo>
                    <a:pt x="257721" y="95173"/>
                  </a:lnTo>
                  <a:lnTo>
                    <a:pt x="257556" y="91427"/>
                  </a:lnTo>
                  <a:lnTo>
                    <a:pt x="256743" y="88531"/>
                  </a:lnTo>
                  <a:lnTo>
                    <a:pt x="266509" y="99936"/>
                  </a:lnTo>
                  <a:lnTo>
                    <a:pt x="266509" y="89268"/>
                  </a:lnTo>
                  <a:lnTo>
                    <a:pt x="265277" y="87820"/>
                  </a:lnTo>
                  <a:lnTo>
                    <a:pt x="256679" y="77800"/>
                  </a:lnTo>
                  <a:lnTo>
                    <a:pt x="256679" y="88455"/>
                  </a:lnTo>
                  <a:lnTo>
                    <a:pt x="255536" y="88531"/>
                  </a:lnTo>
                  <a:lnTo>
                    <a:pt x="256146" y="87820"/>
                  </a:lnTo>
                  <a:lnTo>
                    <a:pt x="256679" y="88455"/>
                  </a:lnTo>
                  <a:lnTo>
                    <a:pt x="256679" y="77800"/>
                  </a:lnTo>
                  <a:lnTo>
                    <a:pt x="256146" y="77165"/>
                  </a:lnTo>
                  <a:lnTo>
                    <a:pt x="222097" y="116878"/>
                  </a:lnTo>
                  <a:lnTo>
                    <a:pt x="222097" y="138582"/>
                  </a:lnTo>
                  <a:lnTo>
                    <a:pt x="220700" y="138239"/>
                  </a:lnTo>
                  <a:lnTo>
                    <a:pt x="217500" y="138442"/>
                  </a:lnTo>
                  <a:lnTo>
                    <a:pt x="214287" y="138633"/>
                  </a:lnTo>
                  <a:lnTo>
                    <a:pt x="211810" y="139573"/>
                  </a:lnTo>
                  <a:lnTo>
                    <a:pt x="211810" y="141503"/>
                  </a:lnTo>
                  <a:lnTo>
                    <a:pt x="210972" y="140512"/>
                  </a:lnTo>
                  <a:lnTo>
                    <a:pt x="211721" y="139649"/>
                  </a:lnTo>
                  <a:lnTo>
                    <a:pt x="211810" y="141503"/>
                  </a:lnTo>
                  <a:lnTo>
                    <a:pt x="211810" y="139573"/>
                  </a:lnTo>
                  <a:lnTo>
                    <a:pt x="221526" y="128206"/>
                  </a:lnTo>
                  <a:lnTo>
                    <a:pt x="221310" y="129438"/>
                  </a:lnTo>
                  <a:lnTo>
                    <a:pt x="221653" y="136918"/>
                  </a:lnTo>
                  <a:lnTo>
                    <a:pt x="222097" y="138582"/>
                  </a:lnTo>
                  <a:lnTo>
                    <a:pt x="222097" y="116878"/>
                  </a:lnTo>
                  <a:lnTo>
                    <a:pt x="201828" y="140512"/>
                  </a:lnTo>
                  <a:lnTo>
                    <a:pt x="256146" y="203860"/>
                  </a:lnTo>
                  <a:lnTo>
                    <a:pt x="265277" y="193205"/>
                  </a:lnTo>
                  <a:lnTo>
                    <a:pt x="310451" y="140512"/>
                  </a:lnTo>
                  <a:close/>
                </a:path>
                <a:path w="361315" h="204470">
                  <a:moveTo>
                    <a:pt x="360984" y="63347"/>
                  </a:moveTo>
                  <a:lnTo>
                    <a:pt x="351853" y="52705"/>
                  </a:lnTo>
                  <a:lnTo>
                    <a:pt x="351853" y="63347"/>
                  </a:lnTo>
                  <a:lnTo>
                    <a:pt x="306692" y="116039"/>
                  </a:lnTo>
                  <a:lnTo>
                    <a:pt x="295008" y="102425"/>
                  </a:lnTo>
                  <a:lnTo>
                    <a:pt x="297586" y="103035"/>
                  </a:lnTo>
                  <a:lnTo>
                    <a:pt x="303987" y="102628"/>
                  </a:lnTo>
                  <a:lnTo>
                    <a:pt x="305422" y="102095"/>
                  </a:lnTo>
                  <a:lnTo>
                    <a:pt x="305130" y="103822"/>
                  </a:lnTo>
                  <a:lnTo>
                    <a:pt x="305295" y="107556"/>
                  </a:lnTo>
                  <a:lnTo>
                    <a:pt x="305460" y="111302"/>
                  </a:lnTo>
                  <a:lnTo>
                    <a:pt x="306285" y="114287"/>
                  </a:lnTo>
                  <a:lnTo>
                    <a:pt x="307962" y="114173"/>
                  </a:lnTo>
                  <a:lnTo>
                    <a:pt x="308508" y="111112"/>
                  </a:lnTo>
                  <a:lnTo>
                    <a:pt x="308165" y="103632"/>
                  </a:lnTo>
                  <a:lnTo>
                    <a:pt x="307708" y="101955"/>
                  </a:lnTo>
                  <a:lnTo>
                    <a:pt x="309181" y="102298"/>
                  </a:lnTo>
                  <a:lnTo>
                    <a:pt x="312394" y="102108"/>
                  </a:lnTo>
                  <a:lnTo>
                    <a:pt x="315595" y="101904"/>
                  </a:lnTo>
                  <a:lnTo>
                    <a:pt x="318160" y="100939"/>
                  </a:lnTo>
                  <a:lnTo>
                    <a:pt x="318071" y="98983"/>
                  </a:lnTo>
                  <a:lnTo>
                    <a:pt x="315429" y="98361"/>
                  </a:lnTo>
                  <a:lnTo>
                    <a:pt x="309016" y="98755"/>
                  </a:lnTo>
                  <a:lnTo>
                    <a:pt x="307505" y="99326"/>
                  </a:lnTo>
                  <a:lnTo>
                    <a:pt x="307809" y="97574"/>
                  </a:lnTo>
                  <a:lnTo>
                    <a:pt x="307644" y="93827"/>
                  </a:lnTo>
                  <a:lnTo>
                    <a:pt x="307479" y="90093"/>
                  </a:lnTo>
                  <a:lnTo>
                    <a:pt x="306654" y="87109"/>
                  </a:lnTo>
                  <a:lnTo>
                    <a:pt x="304977" y="87210"/>
                  </a:lnTo>
                  <a:lnTo>
                    <a:pt x="304431" y="90284"/>
                  </a:lnTo>
                  <a:lnTo>
                    <a:pt x="304774" y="97764"/>
                  </a:lnTo>
                  <a:lnTo>
                    <a:pt x="305219" y="99428"/>
                  </a:lnTo>
                  <a:lnTo>
                    <a:pt x="303822" y="99085"/>
                  </a:lnTo>
                  <a:lnTo>
                    <a:pt x="300621" y="99288"/>
                  </a:lnTo>
                  <a:lnTo>
                    <a:pt x="297421" y="99479"/>
                  </a:lnTo>
                  <a:lnTo>
                    <a:pt x="294855" y="100444"/>
                  </a:lnTo>
                  <a:lnTo>
                    <a:pt x="294932" y="102349"/>
                  </a:lnTo>
                  <a:lnTo>
                    <a:pt x="262432" y="64427"/>
                  </a:lnTo>
                  <a:lnTo>
                    <a:pt x="264998" y="65024"/>
                  </a:lnTo>
                  <a:lnTo>
                    <a:pt x="271411" y="64630"/>
                  </a:lnTo>
                  <a:lnTo>
                    <a:pt x="272846" y="64096"/>
                  </a:lnTo>
                  <a:lnTo>
                    <a:pt x="272554" y="65811"/>
                  </a:lnTo>
                  <a:lnTo>
                    <a:pt x="272719" y="69557"/>
                  </a:lnTo>
                  <a:lnTo>
                    <a:pt x="272884" y="73291"/>
                  </a:lnTo>
                  <a:lnTo>
                    <a:pt x="273710" y="76276"/>
                  </a:lnTo>
                  <a:lnTo>
                    <a:pt x="275386" y="76174"/>
                  </a:lnTo>
                  <a:lnTo>
                    <a:pt x="275932" y="73101"/>
                  </a:lnTo>
                  <a:lnTo>
                    <a:pt x="275590" y="65633"/>
                  </a:lnTo>
                  <a:lnTo>
                    <a:pt x="275120" y="63944"/>
                  </a:lnTo>
                  <a:lnTo>
                    <a:pt x="276606" y="64300"/>
                  </a:lnTo>
                  <a:lnTo>
                    <a:pt x="279806" y="64096"/>
                  </a:lnTo>
                  <a:lnTo>
                    <a:pt x="283019" y="63906"/>
                  </a:lnTo>
                  <a:lnTo>
                    <a:pt x="285584" y="62941"/>
                  </a:lnTo>
                  <a:lnTo>
                    <a:pt x="285483" y="60985"/>
                  </a:lnTo>
                  <a:lnTo>
                    <a:pt x="282841" y="60350"/>
                  </a:lnTo>
                  <a:lnTo>
                    <a:pt x="276440" y="60744"/>
                  </a:lnTo>
                  <a:lnTo>
                    <a:pt x="274929" y="61315"/>
                  </a:lnTo>
                  <a:lnTo>
                    <a:pt x="275234" y="59563"/>
                  </a:lnTo>
                  <a:lnTo>
                    <a:pt x="275069" y="55829"/>
                  </a:lnTo>
                  <a:lnTo>
                    <a:pt x="274891" y="52095"/>
                  </a:lnTo>
                  <a:lnTo>
                    <a:pt x="274066" y="49110"/>
                  </a:lnTo>
                  <a:lnTo>
                    <a:pt x="273697" y="49136"/>
                  </a:lnTo>
                  <a:lnTo>
                    <a:pt x="306692" y="10655"/>
                  </a:lnTo>
                  <a:lnTo>
                    <a:pt x="351853" y="63347"/>
                  </a:lnTo>
                  <a:lnTo>
                    <a:pt x="351853" y="52705"/>
                  </a:lnTo>
                  <a:lnTo>
                    <a:pt x="315823" y="10655"/>
                  </a:lnTo>
                  <a:lnTo>
                    <a:pt x="306692" y="0"/>
                  </a:lnTo>
                  <a:lnTo>
                    <a:pt x="272643" y="39712"/>
                  </a:lnTo>
                  <a:lnTo>
                    <a:pt x="272643" y="61417"/>
                  </a:lnTo>
                  <a:lnTo>
                    <a:pt x="271246" y="61074"/>
                  </a:lnTo>
                  <a:lnTo>
                    <a:pt x="268046" y="61277"/>
                  </a:lnTo>
                  <a:lnTo>
                    <a:pt x="264833" y="61480"/>
                  </a:lnTo>
                  <a:lnTo>
                    <a:pt x="262356" y="62420"/>
                  </a:lnTo>
                  <a:lnTo>
                    <a:pt x="262356" y="64338"/>
                  </a:lnTo>
                  <a:lnTo>
                    <a:pt x="261518" y="63347"/>
                  </a:lnTo>
                  <a:lnTo>
                    <a:pt x="262267" y="62484"/>
                  </a:lnTo>
                  <a:lnTo>
                    <a:pt x="262356" y="64338"/>
                  </a:lnTo>
                  <a:lnTo>
                    <a:pt x="262356" y="62420"/>
                  </a:lnTo>
                  <a:lnTo>
                    <a:pt x="272059" y="51054"/>
                  </a:lnTo>
                  <a:lnTo>
                    <a:pt x="271843" y="52285"/>
                  </a:lnTo>
                  <a:lnTo>
                    <a:pt x="272199" y="59753"/>
                  </a:lnTo>
                  <a:lnTo>
                    <a:pt x="272643" y="61417"/>
                  </a:lnTo>
                  <a:lnTo>
                    <a:pt x="272643" y="39712"/>
                  </a:lnTo>
                  <a:lnTo>
                    <a:pt x="256159" y="58928"/>
                  </a:lnTo>
                  <a:lnTo>
                    <a:pt x="250825" y="52705"/>
                  </a:lnTo>
                  <a:lnTo>
                    <a:pt x="250825" y="63347"/>
                  </a:lnTo>
                  <a:lnTo>
                    <a:pt x="240715" y="75145"/>
                  </a:lnTo>
                  <a:lnTo>
                    <a:pt x="240982" y="73647"/>
                  </a:lnTo>
                  <a:lnTo>
                    <a:pt x="240639" y="66167"/>
                  </a:lnTo>
                  <a:lnTo>
                    <a:pt x="240169" y="64490"/>
                  </a:lnTo>
                  <a:lnTo>
                    <a:pt x="241655" y="64833"/>
                  </a:lnTo>
                  <a:lnTo>
                    <a:pt x="244856" y="64643"/>
                  </a:lnTo>
                  <a:lnTo>
                    <a:pt x="248069" y="64439"/>
                  </a:lnTo>
                  <a:lnTo>
                    <a:pt x="250634" y="63474"/>
                  </a:lnTo>
                  <a:lnTo>
                    <a:pt x="250609" y="63106"/>
                  </a:lnTo>
                  <a:lnTo>
                    <a:pt x="250825" y="63347"/>
                  </a:lnTo>
                  <a:lnTo>
                    <a:pt x="250825" y="52705"/>
                  </a:lnTo>
                  <a:lnTo>
                    <a:pt x="248920" y="50482"/>
                  </a:lnTo>
                  <a:lnTo>
                    <a:pt x="248920" y="61150"/>
                  </a:lnTo>
                  <a:lnTo>
                    <a:pt x="247891" y="60896"/>
                  </a:lnTo>
                  <a:lnTo>
                    <a:pt x="241490" y="61290"/>
                  </a:lnTo>
                  <a:lnTo>
                    <a:pt x="239979" y="61861"/>
                  </a:lnTo>
                  <a:lnTo>
                    <a:pt x="240284" y="60109"/>
                  </a:lnTo>
                  <a:lnTo>
                    <a:pt x="240118" y="56362"/>
                  </a:lnTo>
                  <a:lnTo>
                    <a:pt x="239953" y="52628"/>
                  </a:lnTo>
                  <a:lnTo>
                    <a:pt x="239293" y="50304"/>
                  </a:lnTo>
                  <a:lnTo>
                    <a:pt x="239293" y="76796"/>
                  </a:lnTo>
                  <a:lnTo>
                    <a:pt x="205651" y="116039"/>
                  </a:lnTo>
                  <a:lnTo>
                    <a:pt x="193967" y="102425"/>
                  </a:lnTo>
                  <a:lnTo>
                    <a:pt x="196545" y="103035"/>
                  </a:lnTo>
                  <a:lnTo>
                    <a:pt x="202958" y="102628"/>
                  </a:lnTo>
                  <a:lnTo>
                    <a:pt x="204381" y="102108"/>
                  </a:lnTo>
                  <a:lnTo>
                    <a:pt x="204089" y="103822"/>
                  </a:lnTo>
                  <a:lnTo>
                    <a:pt x="204254" y="107556"/>
                  </a:lnTo>
                  <a:lnTo>
                    <a:pt x="204431" y="111302"/>
                  </a:lnTo>
                  <a:lnTo>
                    <a:pt x="205257" y="114287"/>
                  </a:lnTo>
                  <a:lnTo>
                    <a:pt x="206933" y="114173"/>
                  </a:lnTo>
                  <a:lnTo>
                    <a:pt x="207479" y="111112"/>
                  </a:lnTo>
                  <a:lnTo>
                    <a:pt x="207124" y="103632"/>
                  </a:lnTo>
                  <a:lnTo>
                    <a:pt x="206667" y="101955"/>
                  </a:lnTo>
                  <a:lnTo>
                    <a:pt x="208153" y="102298"/>
                  </a:lnTo>
                  <a:lnTo>
                    <a:pt x="211353" y="102108"/>
                  </a:lnTo>
                  <a:lnTo>
                    <a:pt x="214553" y="101904"/>
                  </a:lnTo>
                  <a:lnTo>
                    <a:pt x="217119" y="100939"/>
                  </a:lnTo>
                  <a:lnTo>
                    <a:pt x="217030" y="98983"/>
                  </a:lnTo>
                  <a:lnTo>
                    <a:pt x="214388" y="98361"/>
                  </a:lnTo>
                  <a:lnTo>
                    <a:pt x="207987" y="98755"/>
                  </a:lnTo>
                  <a:lnTo>
                    <a:pt x="206476" y="99326"/>
                  </a:lnTo>
                  <a:lnTo>
                    <a:pt x="206781" y="97574"/>
                  </a:lnTo>
                  <a:lnTo>
                    <a:pt x="206603" y="93827"/>
                  </a:lnTo>
                  <a:lnTo>
                    <a:pt x="206438" y="90093"/>
                  </a:lnTo>
                  <a:lnTo>
                    <a:pt x="205613" y="87109"/>
                  </a:lnTo>
                  <a:lnTo>
                    <a:pt x="203936" y="87210"/>
                  </a:lnTo>
                  <a:lnTo>
                    <a:pt x="203390" y="90284"/>
                  </a:lnTo>
                  <a:lnTo>
                    <a:pt x="203733" y="97764"/>
                  </a:lnTo>
                  <a:lnTo>
                    <a:pt x="204177" y="99428"/>
                  </a:lnTo>
                  <a:lnTo>
                    <a:pt x="202793" y="99085"/>
                  </a:lnTo>
                  <a:lnTo>
                    <a:pt x="199580" y="99288"/>
                  </a:lnTo>
                  <a:lnTo>
                    <a:pt x="196380" y="99479"/>
                  </a:lnTo>
                  <a:lnTo>
                    <a:pt x="193814" y="100444"/>
                  </a:lnTo>
                  <a:lnTo>
                    <a:pt x="193890" y="102349"/>
                  </a:lnTo>
                  <a:lnTo>
                    <a:pt x="161391" y="64427"/>
                  </a:lnTo>
                  <a:lnTo>
                    <a:pt x="163969" y="65024"/>
                  </a:lnTo>
                  <a:lnTo>
                    <a:pt x="170370" y="64630"/>
                  </a:lnTo>
                  <a:lnTo>
                    <a:pt x="171805" y="64096"/>
                  </a:lnTo>
                  <a:lnTo>
                    <a:pt x="171513" y="65811"/>
                  </a:lnTo>
                  <a:lnTo>
                    <a:pt x="171678" y="69557"/>
                  </a:lnTo>
                  <a:lnTo>
                    <a:pt x="171843" y="73291"/>
                  </a:lnTo>
                  <a:lnTo>
                    <a:pt x="172669" y="76276"/>
                  </a:lnTo>
                  <a:lnTo>
                    <a:pt x="174345" y="76174"/>
                  </a:lnTo>
                  <a:lnTo>
                    <a:pt x="174891" y="73101"/>
                  </a:lnTo>
                  <a:lnTo>
                    <a:pt x="174548" y="65633"/>
                  </a:lnTo>
                  <a:lnTo>
                    <a:pt x="174078" y="63944"/>
                  </a:lnTo>
                  <a:lnTo>
                    <a:pt x="175564" y="64300"/>
                  </a:lnTo>
                  <a:lnTo>
                    <a:pt x="178777" y="64096"/>
                  </a:lnTo>
                  <a:lnTo>
                    <a:pt x="181978" y="63906"/>
                  </a:lnTo>
                  <a:lnTo>
                    <a:pt x="184543" y="62941"/>
                  </a:lnTo>
                  <a:lnTo>
                    <a:pt x="184442" y="60985"/>
                  </a:lnTo>
                  <a:lnTo>
                    <a:pt x="181813" y="60350"/>
                  </a:lnTo>
                  <a:lnTo>
                    <a:pt x="175399" y="60744"/>
                  </a:lnTo>
                  <a:lnTo>
                    <a:pt x="173888" y="61315"/>
                  </a:lnTo>
                  <a:lnTo>
                    <a:pt x="174193" y="59563"/>
                  </a:lnTo>
                  <a:lnTo>
                    <a:pt x="174028" y="55829"/>
                  </a:lnTo>
                  <a:lnTo>
                    <a:pt x="173863" y="52095"/>
                  </a:lnTo>
                  <a:lnTo>
                    <a:pt x="173037" y="49110"/>
                  </a:lnTo>
                  <a:lnTo>
                    <a:pt x="172656" y="49136"/>
                  </a:lnTo>
                  <a:lnTo>
                    <a:pt x="204431" y="12077"/>
                  </a:lnTo>
                  <a:lnTo>
                    <a:pt x="204012" y="14465"/>
                  </a:lnTo>
                  <a:lnTo>
                    <a:pt x="204355" y="21932"/>
                  </a:lnTo>
                  <a:lnTo>
                    <a:pt x="204800" y="23596"/>
                  </a:lnTo>
                  <a:lnTo>
                    <a:pt x="203403" y="23253"/>
                  </a:lnTo>
                  <a:lnTo>
                    <a:pt x="200202" y="23456"/>
                  </a:lnTo>
                  <a:lnTo>
                    <a:pt x="197002" y="23660"/>
                  </a:lnTo>
                  <a:lnTo>
                    <a:pt x="194437" y="24625"/>
                  </a:lnTo>
                  <a:lnTo>
                    <a:pt x="194525" y="26581"/>
                  </a:lnTo>
                  <a:lnTo>
                    <a:pt x="197167" y="27203"/>
                  </a:lnTo>
                  <a:lnTo>
                    <a:pt x="203581" y="26809"/>
                  </a:lnTo>
                  <a:lnTo>
                    <a:pt x="205003" y="26276"/>
                  </a:lnTo>
                  <a:lnTo>
                    <a:pt x="204711" y="27990"/>
                  </a:lnTo>
                  <a:lnTo>
                    <a:pt x="204876" y="31737"/>
                  </a:lnTo>
                  <a:lnTo>
                    <a:pt x="205054" y="35471"/>
                  </a:lnTo>
                  <a:lnTo>
                    <a:pt x="205879" y="38455"/>
                  </a:lnTo>
                  <a:lnTo>
                    <a:pt x="207556" y="38354"/>
                  </a:lnTo>
                  <a:lnTo>
                    <a:pt x="208102" y="35280"/>
                  </a:lnTo>
                  <a:lnTo>
                    <a:pt x="207746" y="27813"/>
                  </a:lnTo>
                  <a:lnTo>
                    <a:pt x="207276" y="26123"/>
                  </a:lnTo>
                  <a:lnTo>
                    <a:pt x="208775" y="26479"/>
                  </a:lnTo>
                  <a:lnTo>
                    <a:pt x="211975" y="26276"/>
                  </a:lnTo>
                  <a:lnTo>
                    <a:pt x="215176" y="26085"/>
                  </a:lnTo>
                  <a:lnTo>
                    <a:pt x="217741" y="25120"/>
                  </a:lnTo>
                  <a:lnTo>
                    <a:pt x="217716" y="24765"/>
                  </a:lnTo>
                  <a:lnTo>
                    <a:pt x="239077" y="49657"/>
                  </a:lnTo>
                  <a:lnTo>
                    <a:pt x="237439" y="49745"/>
                  </a:lnTo>
                  <a:lnTo>
                    <a:pt x="236905" y="52819"/>
                  </a:lnTo>
                  <a:lnTo>
                    <a:pt x="237248" y="60299"/>
                  </a:lnTo>
                  <a:lnTo>
                    <a:pt x="237693" y="61963"/>
                  </a:lnTo>
                  <a:lnTo>
                    <a:pt x="236296" y="61620"/>
                  </a:lnTo>
                  <a:lnTo>
                    <a:pt x="233095" y="61823"/>
                  </a:lnTo>
                  <a:lnTo>
                    <a:pt x="229882" y="62014"/>
                  </a:lnTo>
                  <a:lnTo>
                    <a:pt x="227317" y="62979"/>
                  </a:lnTo>
                  <a:lnTo>
                    <a:pt x="227418" y="64935"/>
                  </a:lnTo>
                  <a:lnTo>
                    <a:pt x="230060" y="65570"/>
                  </a:lnTo>
                  <a:lnTo>
                    <a:pt x="236461" y="65163"/>
                  </a:lnTo>
                  <a:lnTo>
                    <a:pt x="237896" y="64630"/>
                  </a:lnTo>
                  <a:lnTo>
                    <a:pt x="237591" y="66357"/>
                  </a:lnTo>
                  <a:lnTo>
                    <a:pt x="237769" y="70091"/>
                  </a:lnTo>
                  <a:lnTo>
                    <a:pt x="237934" y="73837"/>
                  </a:lnTo>
                  <a:lnTo>
                    <a:pt x="238760" y="76822"/>
                  </a:lnTo>
                  <a:lnTo>
                    <a:pt x="239293" y="76796"/>
                  </a:lnTo>
                  <a:lnTo>
                    <a:pt x="239293" y="50304"/>
                  </a:lnTo>
                  <a:lnTo>
                    <a:pt x="239128" y="49720"/>
                  </a:lnTo>
                  <a:lnTo>
                    <a:pt x="248920" y="61150"/>
                  </a:lnTo>
                  <a:lnTo>
                    <a:pt x="248920" y="50482"/>
                  </a:lnTo>
                  <a:lnTo>
                    <a:pt x="216027" y="12115"/>
                  </a:lnTo>
                  <a:lnTo>
                    <a:pt x="216027" y="22783"/>
                  </a:lnTo>
                  <a:lnTo>
                    <a:pt x="215011" y="22529"/>
                  </a:lnTo>
                  <a:lnTo>
                    <a:pt x="208610" y="22923"/>
                  </a:lnTo>
                  <a:lnTo>
                    <a:pt x="207086" y="23507"/>
                  </a:lnTo>
                  <a:lnTo>
                    <a:pt x="207391" y="21742"/>
                  </a:lnTo>
                  <a:lnTo>
                    <a:pt x="207225" y="18008"/>
                  </a:lnTo>
                  <a:lnTo>
                    <a:pt x="207060" y="14274"/>
                  </a:lnTo>
                  <a:lnTo>
                    <a:pt x="206248" y="11366"/>
                  </a:lnTo>
                  <a:lnTo>
                    <a:pt x="216027" y="22783"/>
                  </a:lnTo>
                  <a:lnTo>
                    <a:pt x="216027" y="12115"/>
                  </a:lnTo>
                  <a:lnTo>
                    <a:pt x="214782" y="10655"/>
                  </a:lnTo>
                  <a:lnTo>
                    <a:pt x="206197" y="647"/>
                  </a:lnTo>
                  <a:lnTo>
                    <a:pt x="206197" y="11303"/>
                  </a:lnTo>
                  <a:lnTo>
                    <a:pt x="205041" y="11366"/>
                  </a:lnTo>
                  <a:lnTo>
                    <a:pt x="205651" y="10655"/>
                  </a:lnTo>
                  <a:lnTo>
                    <a:pt x="206197" y="11303"/>
                  </a:lnTo>
                  <a:lnTo>
                    <a:pt x="206197" y="647"/>
                  </a:lnTo>
                  <a:lnTo>
                    <a:pt x="205651" y="0"/>
                  </a:lnTo>
                  <a:lnTo>
                    <a:pt x="171602" y="39712"/>
                  </a:lnTo>
                  <a:lnTo>
                    <a:pt x="171602" y="61417"/>
                  </a:lnTo>
                  <a:lnTo>
                    <a:pt x="170205" y="61074"/>
                  </a:lnTo>
                  <a:lnTo>
                    <a:pt x="167005" y="61277"/>
                  </a:lnTo>
                  <a:lnTo>
                    <a:pt x="163804" y="61480"/>
                  </a:lnTo>
                  <a:lnTo>
                    <a:pt x="161315" y="62433"/>
                  </a:lnTo>
                  <a:lnTo>
                    <a:pt x="161315" y="64338"/>
                  </a:lnTo>
                  <a:lnTo>
                    <a:pt x="160477" y="63347"/>
                  </a:lnTo>
                  <a:lnTo>
                    <a:pt x="161239" y="62458"/>
                  </a:lnTo>
                  <a:lnTo>
                    <a:pt x="161315" y="64338"/>
                  </a:lnTo>
                  <a:lnTo>
                    <a:pt x="161315" y="62433"/>
                  </a:lnTo>
                  <a:lnTo>
                    <a:pt x="171030" y="51041"/>
                  </a:lnTo>
                  <a:lnTo>
                    <a:pt x="170815" y="52285"/>
                  </a:lnTo>
                  <a:lnTo>
                    <a:pt x="171157" y="59753"/>
                  </a:lnTo>
                  <a:lnTo>
                    <a:pt x="171602" y="61417"/>
                  </a:lnTo>
                  <a:lnTo>
                    <a:pt x="171602" y="39712"/>
                  </a:lnTo>
                  <a:lnTo>
                    <a:pt x="151333" y="63347"/>
                  </a:lnTo>
                  <a:lnTo>
                    <a:pt x="205651" y="126695"/>
                  </a:lnTo>
                  <a:lnTo>
                    <a:pt x="214782" y="116039"/>
                  </a:lnTo>
                  <a:lnTo>
                    <a:pt x="256159" y="67779"/>
                  </a:lnTo>
                  <a:lnTo>
                    <a:pt x="306692" y="126695"/>
                  </a:lnTo>
                  <a:lnTo>
                    <a:pt x="315823" y="116039"/>
                  </a:lnTo>
                  <a:lnTo>
                    <a:pt x="360984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6" name="object 2136" descr=""/>
            <p:cNvSpPr/>
            <p:nvPr/>
          </p:nvSpPr>
          <p:spPr>
            <a:xfrm>
              <a:off x="8402244" y="7869637"/>
              <a:ext cx="351790" cy="347980"/>
            </a:xfrm>
            <a:custGeom>
              <a:avLst/>
              <a:gdLst/>
              <a:ahLst/>
              <a:cxnLst/>
              <a:rect l="l" t="t" r="r" b="b"/>
              <a:pathLst>
                <a:path w="351790" h="347979">
                  <a:moveTo>
                    <a:pt x="158927" y="207391"/>
                  </a:moveTo>
                  <a:lnTo>
                    <a:pt x="149783" y="196735"/>
                  </a:lnTo>
                  <a:lnTo>
                    <a:pt x="149783" y="207391"/>
                  </a:lnTo>
                  <a:lnTo>
                    <a:pt x="139661" y="219189"/>
                  </a:lnTo>
                  <a:lnTo>
                    <a:pt x="139941" y="217678"/>
                  </a:lnTo>
                  <a:lnTo>
                    <a:pt x="139598" y="210210"/>
                  </a:lnTo>
                  <a:lnTo>
                    <a:pt x="139141" y="208534"/>
                  </a:lnTo>
                  <a:lnTo>
                    <a:pt x="140614" y="208876"/>
                  </a:lnTo>
                  <a:lnTo>
                    <a:pt x="143827" y="208673"/>
                  </a:lnTo>
                  <a:lnTo>
                    <a:pt x="147027" y="208483"/>
                  </a:lnTo>
                  <a:lnTo>
                    <a:pt x="149593" y="207518"/>
                  </a:lnTo>
                  <a:lnTo>
                    <a:pt x="149567" y="207149"/>
                  </a:lnTo>
                  <a:lnTo>
                    <a:pt x="149783" y="207391"/>
                  </a:lnTo>
                  <a:lnTo>
                    <a:pt x="149783" y="196735"/>
                  </a:lnTo>
                  <a:lnTo>
                    <a:pt x="147878" y="194513"/>
                  </a:lnTo>
                  <a:lnTo>
                    <a:pt x="147878" y="205181"/>
                  </a:lnTo>
                  <a:lnTo>
                    <a:pt x="146862" y="204927"/>
                  </a:lnTo>
                  <a:lnTo>
                    <a:pt x="140449" y="205333"/>
                  </a:lnTo>
                  <a:lnTo>
                    <a:pt x="138938" y="205905"/>
                  </a:lnTo>
                  <a:lnTo>
                    <a:pt x="139242" y="204152"/>
                  </a:lnTo>
                  <a:lnTo>
                    <a:pt x="139077" y="200406"/>
                  </a:lnTo>
                  <a:lnTo>
                    <a:pt x="138912" y="196672"/>
                  </a:lnTo>
                  <a:lnTo>
                    <a:pt x="138264" y="194373"/>
                  </a:lnTo>
                  <a:lnTo>
                    <a:pt x="138264" y="220827"/>
                  </a:lnTo>
                  <a:lnTo>
                    <a:pt x="104609" y="260083"/>
                  </a:lnTo>
                  <a:lnTo>
                    <a:pt x="92913" y="246456"/>
                  </a:lnTo>
                  <a:lnTo>
                    <a:pt x="95504" y="247078"/>
                  </a:lnTo>
                  <a:lnTo>
                    <a:pt x="101917" y="246672"/>
                  </a:lnTo>
                  <a:lnTo>
                    <a:pt x="103352" y="246138"/>
                  </a:lnTo>
                  <a:lnTo>
                    <a:pt x="103060" y="247865"/>
                  </a:lnTo>
                  <a:lnTo>
                    <a:pt x="103225" y="251599"/>
                  </a:lnTo>
                  <a:lnTo>
                    <a:pt x="103390" y="255333"/>
                  </a:lnTo>
                  <a:lnTo>
                    <a:pt x="104216" y="258318"/>
                  </a:lnTo>
                  <a:lnTo>
                    <a:pt x="105892" y="258216"/>
                  </a:lnTo>
                  <a:lnTo>
                    <a:pt x="106438" y="255143"/>
                  </a:lnTo>
                  <a:lnTo>
                    <a:pt x="106095" y="247675"/>
                  </a:lnTo>
                  <a:lnTo>
                    <a:pt x="105625" y="245999"/>
                  </a:lnTo>
                  <a:lnTo>
                    <a:pt x="107111" y="246341"/>
                  </a:lnTo>
                  <a:lnTo>
                    <a:pt x="110312" y="246138"/>
                  </a:lnTo>
                  <a:lnTo>
                    <a:pt x="113525" y="245948"/>
                  </a:lnTo>
                  <a:lnTo>
                    <a:pt x="116090" y="244983"/>
                  </a:lnTo>
                  <a:lnTo>
                    <a:pt x="115989" y="243027"/>
                  </a:lnTo>
                  <a:lnTo>
                    <a:pt x="113347" y="242392"/>
                  </a:lnTo>
                  <a:lnTo>
                    <a:pt x="106946" y="242798"/>
                  </a:lnTo>
                  <a:lnTo>
                    <a:pt x="105435" y="243370"/>
                  </a:lnTo>
                  <a:lnTo>
                    <a:pt x="105740" y="241617"/>
                  </a:lnTo>
                  <a:lnTo>
                    <a:pt x="105575" y="237871"/>
                  </a:lnTo>
                  <a:lnTo>
                    <a:pt x="105397" y="234137"/>
                  </a:lnTo>
                  <a:lnTo>
                    <a:pt x="104571" y="231152"/>
                  </a:lnTo>
                  <a:lnTo>
                    <a:pt x="102895" y="231254"/>
                  </a:lnTo>
                  <a:lnTo>
                    <a:pt x="102362" y="234327"/>
                  </a:lnTo>
                  <a:lnTo>
                    <a:pt x="102704" y="241795"/>
                  </a:lnTo>
                  <a:lnTo>
                    <a:pt x="103149" y="243471"/>
                  </a:lnTo>
                  <a:lnTo>
                    <a:pt x="101752" y="243128"/>
                  </a:lnTo>
                  <a:lnTo>
                    <a:pt x="98552" y="243319"/>
                  </a:lnTo>
                  <a:lnTo>
                    <a:pt x="95338" y="243522"/>
                  </a:lnTo>
                  <a:lnTo>
                    <a:pt x="92773" y="244487"/>
                  </a:lnTo>
                  <a:lnTo>
                    <a:pt x="92862" y="246405"/>
                  </a:lnTo>
                  <a:lnTo>
                    <a:pt x="60350" y="208470"/>
                  </a:lnTo>
                  <a:lnTo>
                    <a:pt x="62915" y="209067"/>
                  </a:lnTo>
                  <a:lnTo>
                    <a:pt x="69342" y="208673"/>
                  </a:lnTo>
                  <a:lnTo>
                    <a:pt x="70764" y="208140"/>
                  </a:lnTo>
                  <a:lnTo>
                    <a:pt x="70472" y="209854"/>
                  </a:lnTo>
                  <a:lnTo>
                    <a:pt x="70637" y="213588"/>
                  </a:lnTo>
                  <a:lnTo>
                    <a:pt x="70815" y="217335"/>
                  </a:lnTo>
                  <a:lnTo>
                    <a:pt x="71640" y="220319"/>
                  </a:lnTo>
                  <a:lnTo>
                    <a:pt x="73317" y="220205"/>
                  </a:lnTo>
                  <a:lnTo>
                    <a:pt x="73850" y="217144"/>
                  </a:lnTo>
                  <a:lnTo>
                    <a:pt x="73507" y="209664"/>
                  </a:lnTo>
                  <a:lnTo>
                    <a:pt x="73050" y="207987"/>
                  </a:lnTo>
                  <a:lnTo>
                    <a:pt x="74536" y="208343"/>
                  </a:lnTo>
                  <a:lnTo>
                    <a:pt x="77736" y="208140"/>
                  </a:lnTo>
                  <a:lnTo>
                    <a:pt x="80937" y="207937"/>
                  </a:lnTo>
                  <a:lnTo>
                    <a:pt x="83502" y="206984"/>
                  </a:lnTo>
                  <a:lnTo>
                    <a:pt x="83413" y="205016"/>
                  </a:lnTo>
                  <a:lnTo>
                    <a:pt x="80772" y="204393"/>
                  </a:lnTo>
                  <a:lnTo>
                    <a:pt x="74358" y="204787"/>
                  </a:lnTo>
                  <a:lnTo>
                    <a:pt x="72847" y="205359"/>
                  </a:lnTo>
                  <a:lnTo>
                    <a:pt x="73152" y="203606"/>
                  </a:lnTo>
                  <a:lnTo>
                    <a:pt x="72986" y="199872"/>
                  </a:lnTo>
                  <a:lnTo>
                    <a:pt x="72821" y="196126"/>
                  </a:lnTo>
                  <a:lnTo>
                    <a:pt x="71996" y="193141"/>
                  </a:lnTo>
                  <a:lnTo>
                    <a:pt x="71628" y="193167"/>
                  </a:lnTo>
                  <a:lnTo>
                    <a:pt x="103390" y="156121"/>
                  </a:lnTo>
                  <a:lnTo>
                    <a:pt x="102971" y="158496"/>
                  </a:lnTo>
                  <a:lnTo>
                    <a:pt x="103327" y="165976"/>
                  </a:lnTo>
                  <a:lnTo>
                    <a:pt x="103771" y="167640"/>
                  </a:lnTo>
                  <a:lnTo>
                    <a:pt x="102374" y="167297"/>
                  </a:lnTo>
                  <a:lnTo>
                    <a:pt x="99174" y="167500"/>
                  </a:lnTo>
                  <a:lnTo>
                    <a:pt x="95961" y="167703"/>
                  </a:lnTo>
                  <a:lnTo>
                    <a:pt x="93395" y="168656"/>
                  </a:lnTo>
                  <a:lnTo>
                    <a:pt x="93497" y="170624"/>
                  </a:lnTo>
                  <a:lnTo>
                    <a:pt x="96126" y="171246"/>
                  </a:lnTo>
                  <a:lnTo>
                    <a:pt x="102539" y="170853"/>
                  </a:lnTo>
                  <a:lnTo>
                    <a:pt x="103974" y="170319"/>
                  </a:lnTo>
                  <a:lnTo>
                    <a:pt x="103682" y="172034"/>
                  </a:lnTo>
                  <a:lnTo>
                    <a:pt x="103847" y="175768"/>
                  </a:lnTo>
                  <a:lnTo>
                    <a:pt x="104013" y="179514"/>
                  </a:lnTo>
                  <a:lnTo>
                    <a:pt x="104838" y="182499"/>
                  </a:lnTo>
                  <a:lnTo>
                    <a:pt x="106514" y="182397"/>
                  </a:lnTo>
                  <a:lnTo>
                    <a:pt x="107061" y="179324"/>
                  </a:lnTo>
                  <a:lnTo>
                    <a:pt x="106718" y="171843"/>
                  </a:lnTo>
                  <a:lnTo>
                    <a:pt x="106248" y="170167"/>
                  </a:lnTo>
                  <a:lnTo>
                    <a:pt x="107734" y="170522"/>
                  </a:lnTo>
                  <a:lnTo>
                    <a:pt x="110934" y="170319"/>
                  </a:lnTo>
                  <a:lnTo>
                    <a:pt x="114147" y="170116"/>
                  </a:lnTo>
                  <a:lnTo>
                    <a:pt x="116713" y="169151"/>
                  </a:lnTo>
                  <a:lnTo>
                    <a:pt x="116687" y="168821"/>
                  </a:lnTo>
                  <a:lnTo>
                    <a:pt x="138036" y="193700"/>
                  </a:lnTo>
                  <a:lnTo>
                    <a:pt x="136410" y="193789"/>
                  </a:lnTo>
                  <a:lnTo>
                    <a:pt x="135864" y="196862"/>
                  </a:lnTo>
                  <a:lnTo>
                    <a:pt x="136207" y="204330"/>
                  </a:lnTo>
                  <a:lnTo>
                    <a:pt x="136652" y="206006"/>
                  </a:lnTo>
                  <a:lnTo>
                    <a:pt x="135255" y="205663"/>
                  </a:lnTo>
                  <a:lnTo>
                    <a:pt x="132054" y="205854"/>
                  </a:lnTo>
                  <a:lnTo>
                    <a:pt x="128854" y="206057"/>
                  </a:lnTo>
                  <a:lnTo>
                    <a:pt x="126288" y="207022"/>
                  </a:lnTo>
                  <a:lnTo>
                    <a:pt x="126377" y="208978"/>
                  </a:lnTo>
                  <a:lnTo>
                    <a:pt x="129019" y="209613"/>
                  </a:lnTo>
                  <a:lnTo>
                    <a:pt x="135420" y="209207"/>
                  </a:lnTo>
                  <a:lnTo>
                    <a:pt x="136855" y="208673"/>
                  </a:lnTo>
                  <a:lnTo>
                    <a:pt x="136563" y="210400"/>
                  </a:lnTo>
                  <a:lnTo>
                    <a:pt x="136728" y="214134"/>
                  </a:lnTo>
                  <a:lnTo>
                    <a:pt x="136893" y="217868"/>
                  </a:lnTo>
                  <a:lnTo>
                    <a:pt x="137718" y="220853"/>
                  </a:lnTo>
                  <a:lnTo>
                    <a:pt x="138264" y="220827"/>
                  </a:lnTo>
                  <a:lnTo>
                    <a:pt x="138264" y="194373"/>
                  </a:lnTo>
                  <a:lnTo>
                    <a:pt x="138099" y="193776"/>
                  </a:lnTo>
                  <a:lnTo>
                    <a:pt x="147878" y="205181"/>
                  </a:lnTo>
                  <a:lnTo>
                    <a:pt x="147878" y="194513"/>
                  </a:lnTo>
                  <a:lnTo>
                    <a:pt x="114973" y="156121"/>
                  </a:lnTo>
                  <a:lnTo>
                    <a:pt x="114973" y="166814"/>
                  </a:lnTo>
                  <a:lnTo>
                    <a:pt x="113969" y="166573"/>
                  </a:lnTo>
                  <a:lnTo>
                    <a:pt x="107569" y="166966"/>
                  </a:lnTo>
                  <a:lnTo>
                    <a:pt x="106057" y="167538"/>
                  </a:lnTo>
                  <a:lnTo>
                    <a:pt x="106362" y="165785"/>
                  </a:lnTo>
                  <a:lnTo>
                    <a:pt x="106197" y="162052"/>
                  </a:lnTo>
                  <a:lnTo>
                    <a:pt x="106019" y="158305"/>
                  </a:lnTo>
                  <a:lnTo>
                    <a:pt x="105206" y="155409"/>
                  </a:lnTo>
                  <a:lnTo>
                    <a:pt x="114973" y="166814"/>
                  </a:lnTo>
                  <a:lnTo>
                    <a:pt x="114973" y="156121"/>
                  </a:lnTo>
                  <a:lnTo>
                    <a:pt x="113753" y="154698"/>
                  </a:lnTo>
                  <a:lnTo>
                    <a:pt x="105156" y="144691"/>
                  </a:lnTo>
                  <a:lnTo>
                    <a:pt x="105156" y="155346"/>
                  </a:lnTo>
                  <a:lnTo>
                    <a:pt x="104000" y="155409"/>
                  </a:lnTo>
                  <a:lnTo>
                    <a:pt x="104609" y="154698"/>
                  </a:lnTo>
                  <a:lnTo>
                    <a:pt x="105156" y="155346"/>
                  </a:lnTo>
                  <a:lnTo>
                    <a:pt x="105156" y="144691"/>
                  </a:lnTo>
                  <a:lnTo>
                    <a:pt x="104609" y="144043"/>
                  </a:lnTo>
                  <a:lnTo>
                    <a:pt x="70561" y="183756"/>
                  </a:lnTo>
                  <a:lnTo>
                    <a:pt x="70561" y="205460"/>
                  </a:lnTo>
                  <a:lnTo>
                    <a:pt x="69164" y="205117"/>
                  </a:lnTo>
                  <a:lnTo>
                    <a:pt x="65963" y="205320"/>
                  </a:lnTo>
                  <a:lnTo>
                    <a:pt x="62763" y="205524"/>
                  </a:lnTo>
                  <a:lnTo>
                    <a:pt x="60274" y="206463"/>
                  </a:lnTo>
                  <a:lnTo>
                    <a:pt x="60274" y="208381"/>
                  </a:lnTo>
                  <a:lnTo>
                    <a:pt x="59436" y="207391"/>
                  </a:lnTo>
                  <a:lnTo>
                    <a:pt x="60198" y="206502"/>
                  </a:lnTo>
                  <a:lnTo>
                    <a:pt x="60274" y="208381"/>
                  </a:lnTo>
                  <a:lnTo>
                    <a:pt x="60274" y="206463"/>
                  </a:lnTo>
                  <a:lnTo>
                    <a:pt x="69989" y="195084"/>
                  </a:lnTo>
                  <a:lnTo>
                    <a:pt x="69773" y="196316"/>
                  </a:lnTo>
                  <a:lnTo>
                    <a:pt x="70116" y="203796"/>
                  </a:lnTo>
                  <a:lnTo>
                    <a:pt x="70561" y="205460"/>
                  </a:lnTo>
                  <a:lnTo>
                    <a:pt x="70561" y="183756"/>
                  </a:lnTo>
                  <a:lnTo>
                    <a:pt x="50292" y="207391"/>
                  </a:lnTo>
                  <a:lnTo>
                    <a:pt x="104609" y="270738"/>
                  </a:lnTo>
                  <a:lnTo>
                    <a:pt x="113753" y="260083"/>
                  </a:lnTo>
                  <a:lnTo>
                    <a:pt x="158927" y="207391"/>
                  </a:lnTo>
                  <a:close/>
                </a:path>
                <a:path w="351790" h="347979">
                  <a:moveTo>
                    <a:pt x="310451" y="284556"/>
                  </a:moveTo>
                  <a:lnTo>
                    <a:pt x="301320" y="273913"/>
                  </a:lnTo>
                  <a:lnTo>
                    <a:pt x="301320" y="284556"/>
                  </a:lnTo>
                  <a:lnTo>
                    <a:pt x="291198" y="296354"/>
                  </a:lnTo>
                  <a:lnTo>
                    <a:pt x="291477" y="294843"/>
                  </a:lnTo>
                  <a:lnTo>
                    <a:pt x="291134" y="287362"/>
                  </a:lnTo>
                  <a:lnTo>
                    <a:pt x="290664" y="285686"/>
                  </a:lnTo>
                  <a:lnTo>
                    <a:pt x="292150" y="286042"/>
                  </a:lnTo>
                  <a:lnTo>
                    <a:pt x="295351" y="285838"/>
                  </a:lnTo>
                  <a:lnTo>
                    <a:pt x="298564" y="285635"/>
                  </a:lnTo>
                  <a:lnTo>
                    <a:pt x="301129" y="284683"/>
                  </a:lnTo>
                  <a:lnTo>
                    <a:pt x="301104" y="284314"/>
                  </a:lnTo>
                  <a:lnTo>
                    <a:pt x="301320" y="284556"/>
                  </a:lnTo>
                  <a:lnTo>
                    <a:pt x="301320" y="273913"/>
                  </a:lnTo>
                  <a:lnTo>
                    <a:pt x="299402" y="271678"/>
                  </a:lnTo>
                  <a:lnTo>
                    <a:pt x="299402" y="282346"/>
                  </a:lnTo>
                  <a:lnTo>
                    <a:pt x="298386" y="282092"/>
                  </a:lnTo>
                  <a:lnTo>
                    <a:pt x="291985" y="282486"/>
                  </a:lnTo>
                  <a:lnTo>
                    <a:pt x="290474" y="283057"/>
                  </a:lnTo>
                  <a:lnTo>
                    <a:pt x="290779" y="281305"/>
                  </a:lnTo>
                  <a:lnTo>
                    <a:pt x="290614" y="277571"/>
                  </a:lnTo>
                  <a:lnTo>
                    <a:pt x="290436" y="273837"/>
                  </a:lnTo>
                  <a:lnTo>
                    <a:pt x="289801" y="271576"/>
                  </a:lnTo>
                  <a:lnTo>
                    <a:pt x="289801" y="297992"/>
                  </a:lnTo>
                  <a:lnTo>
                    <a:pt x="256146" y="337248"/>
                  </a:lnTo>
                  <a:lnTo>
                    <a:pt x="244462" y="323634"/>
                  </a:lnTo>
                  <a:lnTo>
                    <a:pt x="247040" y="324231"/>
                  </a:lnTo>
                  <a:lnTo>
                    <a:pt x="253453" y="323837"/>
                  </a:lnTo>
                  <a:lnTo>
                    <a:pt x="254876" y="323303"/>
                  </a:lnTo>
                  <a:lnTo>
                    <a:pt x="254584" y="325018"/>
                  </a:lnTo>
                  <a:lnTo>
                    <a:pt x="254749" y="328764"/>
                  </a:lnTo>
                  <a:lnTo>
                    <a:pt x="254927" y="332498"/>
                  </a:lnTo>
                  <a:lnTo>
                    <a:pt x="255752" y="335483"/>
                  </a:lnTo>
                  <a:lnTo>
                    <a:pt x="257429" y="335381"/>
                  </a:lnTo>
                  <a:lnTo>
                    <a:pt x="257962" y="332308"/>
                  </a:lnTo>
                  <a:lnTo>
                    <a:pt x="257619" y="324827"/>
                  </a:lnTo>
                  <a:lnTo>
                    <a:pt x="257162" y="323151"/>
                  </a:lnTo>
                  <a:lnTo>
                    <a:pt x="258648" y="323507"/>
                  </a:lnTo>
                  <a:lnTo>
                    <a:pt x="261848" y="323303"/>
                  </a:lnTo>
                  <a:lnTo>
                    <a:pt x="265049" y="323100"/>
                  </a:lnTo>
                  <a:lnTo>
                    <a:pt x="267614" y="322148"/>
                  </a:lnTo>
                  <a:lnTo>
                    <a:pt x="267525" y="320179"/>
                  </a:lnTo>
                  <a:lnTo>
                    <a:pt x="264883" y="319557"/>
                  </a:lnTo>
                  <a:lnTo>
                    <a:pt x="258470" y="319951"/>
                  </a:lnTo>
                  <a:lnTo>
                    <a:pt x="256959" y="320522"/>
                  </a:lnTo>
                  <a:lnTo>
                    <a:pt x="257263" y="318770"/>
                  </a:lnTo>
                  <a:lnTo>
                    <a:pt x="257098" y="315036"/>
                  </a:lnTo>
                  <a:lnTo>
                    <a:pt x="256933" y="311302"/>
                  </a:lnTo>
                  <a:lnTo>
                    <a:pt x="256108" y="308317"/>
                  </a:lnTo>
                  <a:lnTo>
                    <a:pt x="254431" y="308419"/>
                  </a:lnTo>
                  <a:lnTo>
                    <a:pt x="253885" y="311480"/>
                  </a:lnTo>
                  <a:lnTo>
                    <a:pt x="254228" y="318960"/>
                  </a:lnTo>
                  <a:lnTo>
                    <a:pt x="254673" y="320624"/>
                  </a:lnTo>
                  <a:lnTo>
                    <a:pt x="253276" y="320281"/>
                  </a:lnTo>
                  <a:lnTo>
                    <a:pt x="250075" y="320484"/>
                  </a:lnTo>
                  <a:lnTo>
                    <a:pt x="246875" y="320687"/>
                  </a:lnTo>
                  <a:lnTo>
                    <a:pt x="244309" y="321652"/>
                  </a:lnTo>
                  <a:lnTo>
                    <a:pt x="244386" y="323545"/>
                  </a:lnTo>
                  <a:lnTo>
                    <a:pt x="211874" y="285610"/>
                  </a:lnTo>
                  <a:lnTo>
                    <a:pt x="214464" y="286232"/>
                  </a:lnTo>
                  <a:lnTo>
                    <a:pt x="220865" y="285826"/>
                  </a:lnTo>
                  <a:lnTo>
                    <a:pt x="222300" y="285292"/>
                  </a:lnTo>
                  <a:lnTo>
                    <a:pt x="222008" y="287020"/>
                  </a:lnTo>
                  <a:lnTo>
                    <a:pt x="222173" y="290753"/>
                  </a:lnTo>
                  <a:lnTo>
                    <a:pt x="222338" y="294487"/>
                  </a:lnTo>
                  <a:lnTo>
                    <a:pt x="223164" y="297472"/>
                  </a:lnTo>
                  <a:lnTo>
                    <a:pt x="224840" y="297370"/>
                  </a:lnTo>
                  <a:lnTo>
                    <a:pt x="225386" y="294309"/>
                  </a:lnTo>
                  <a:lnTo>
                    <a:pt x="225044" y="286829"/>
                  </a:lnTo>
                  <a:lnTo>
                    <a:pt x="224586" y="285153"/>
                  </a:lnTo>
                  <a:lnTo>
                    <a:pt x="226060" y="285496"/>
                  </a:lnTo>
                  <a:lnTo>
                    <a:pt x="229273" y="285305"/>
                  </a:lnTo>
                  <a:lnTo>
                    <a:pt x="232473" y="285102"/>
                  </a:lnTo>
                  <a:lnTo>
                    <a:pt x="235038" y="284137"/>
                  </a:lnTo>
                  <a:lnTo>
                    <a:pt x="234937" y="282181"/>
                  </a:lnTo>
                  <a:lnTo>
                    <a:pt x="232308" y="281546"/>
                  </a:lnTo>
                  <a:lnTo>
                    <a:pt x="225894" y="281952"/>
                  </a:lnTo>
                  <a:lnTo>
                    <a:pt x="224383" y="282524"/>
                  </a:lnTo>
                  <a:lnTo>
                    <a:pt x="224688" y="280771"/>
                  </a:lnTo>
                  <a:lnTo>
                    <a:pt x="224523" y="277025"/>
                  </a:lnTo>
                  <a:lnTo>
                    <a:pt x="224345" y="273291"/>
                  </a:lnTo>
                  <a:lnTo>
                    <a:pt x="223532" y="270306"/>
                  </a:lnTo>
                  <a:lnTo>
                    <a:pt x="223164" y="270332"/>
                  </a:lnTo>
                  <a:lnTo>
                    <a:pt x="254927" y="233286"/>
                  </a:lnTo>
                  <a:lnTo>
                    <a:pt x="254508" y="235661"/>
                  </a:lnTo>
                  <a:lnTo>
                    <a:pt x="254850" y="243141"/>
                  </a:lnTo>
                  <a:lnTo>
                    <a:pt x="255295" y="244805"/>
                  </a:lnTo>
                  <a:lnTo>
                    <a:pt x="253898" y="244462"/>
                  </a:lnTo>
                  <a:lnTo>
                    <a:pt x="250698" y="244665"/>
                  </a:lnTo>
                  <a:lnTo>
                    <a:pt x="247497" y="244856"/>
                  </a:lnTo>
                  <a:lnTo>
                    <a:pt x="244932" y="245821"/>
                  </a:lnTo>
                  <a:lnTo>
                    <a:pt x="245021" y="247777"/>
                  </a:lnTo>
                  <a:lnTo>
                    <a:pt x="247662" y="248412"/>
                  </a:lnTo>
                  <a:lnTo>
                    <a:pt x="254076" y="248005"/>
                  </a:lnTo>
                  <a:lnTo>
                    <a:pt x="255498" y="247484"/>
                  </a:lnTo>
                  <a:lnTo>
                    <a:pt x="255206" y="249199"/>
                  </a:lnTo>
                  <a:lnTo>
                    <a:pt x="255371" y="252933"/>
                  </a:lnTo>
                  <a:lnTo>
                    <a:pt x="255536" y="256667"/>
                  </a:lnTo>
                  <a:lnTo>
                    <a:pt x="256374" y="259651"/>
                  </a:lnTo>
                  <a:lnTo>
                    <a:pt x="258051" y="259549"/>
                  </a:lnTo>
                  <a:lnTo>
                    <a:pt x="258584" y="256489"/>
                  </a:lnTo>
                  <a:lnTo>
                    <a:pt x="258241" y="249008"/>
                  </a:lnTo>
                  <a:lnTo>
                    <a:pt x="257784" y="247332"/>
                  </a:lnTo>
                  <a:lnTo>
                    <a:pt x="259270" y="247675"/>
                  </a:lnTo>
                  <a:lnTo>
                    <a:pt x="262470" y="247484"/>
                  </a:lnTo>
                  <a:lnTo>
                    <a:pt x="265671" y="247281"/>
                  </a:lnTo>
                  <a:lnTo>
                    <a:pt x="268236" y="246316"/>
                  </a:lnTo>
                  <a:lnTo>
                    <a:pt x="268211" y="245973"/>
                  </a:lnTo>
                  <a:lnTo>
                    <a:pt x="289572" y="270865"/>
                  </a:lnTo>
                  <a:lnTo>
                    <a:pt x="287934" y="270954"/>
                  </a:lnTo>
                  <a:lnTo>
                    <a:pt x="287401" y="274015"/>
                  </a:lnTo>
                  <a:lnTo>
                    <a:pt x="287743" y="281495"/>
                  </a:lnTo>
                  <a:lnTo>
                    <a:pt x="288188" y="283159"/>
                  </a:lnTo>
                  <a:lnTo>
                    <a:pt x="286791" y="282816"/>
                  </a:lnTo>
                  <a:lnTo>
                    <a:pt x="283591" y="283019"/>
                  </a:lnTo>
                  <a:lnTo>
                    <a:pt x="280377" y="283222"/>
                  </a:lnTo>
                  <a:lnTo>
                    <a:pt x="277812" y="284187"/>
                  </a:lnTo>
                  <a:lnTo>
                    <a:pt x="277914" y="286143"/>
                  </a:lnTo>
                  <a:lnTo>
                    <a:pt x="280543" y="286766"/>
                  </a:lnTo>
                  <a:lnTo>
                    <a:pt x="286956" y="286372"/>
                  </a:lnTo>
                  <a:lnTo>
                    <a:pt x="288391" y="285838"/>
                  </a:lnTo>
                  <a:lnTo>
                    <a:pt x="288099" y="287553"/>
                  </a:lnTo>
                  <a:lnTo>
                    <a:pt x="288264" y="291299"/>
                  </a:lnTo>
                  <a:lnTo>
                    <a:pt x="288429" y="295033"/>
                  </a:lnTo>
                  <a:lnTo>
                    <a:pt x="289255" y="298018"/>
                  </a:lnTo>
                  <a:lnTo>
                    <a:pt x="289801" y="297992"/>
                  </a:lnTo>
                  <a:lnTo>
                    <a:pt x="289801" y="271576"/>
                  </a:lnTo>
                  <a:lnTo>
                    <a:pt x="289623" y="270929"/>
                  </a:lnTo>
                  <a:lnTo>
                    <a:pt x="299402" y="282346"/>
                  </a:lnTo>
                  <a:lnTo>
                    <a:pt x="299402" y="271678"/>
                  </a:lnTo>
                  <a:lnTo>
                    <a:pt x="266509" y="233311"/>
                  </a:lnTo>
                  <a:lnTo>
                    <a:pt x="266509" y="243979"/>
                  </a:lnTo>
                  <a:lnTo>
                    <a:pt x="265506" y="243738"/>
                  </a:lnTo>
                  <a:lnTo>
                    <a:pt x="259092" y="244132"/>
                  </a:lnTo>
                  <a:lnTo>
                    <a:pt x="257581" y="244703"/>
                  </a:lnTo>
                  <a:lnTo>
                    <a:pt x="257886" y="242951"/>
                  </a:lnTo>
                  <a:lnTo>
                    <a:pt x="257721" y="239204"/>
                  </a:lnTo>
                  <a:lnTo>
                    <a:pt x="257556" y="235470"/>
                  </a:lnTo>
                  <a:lnTo>
                    <a:pt x="256743" y="232575"/>
                  </a:lnTo>
                  <a:lnTo>
                    <a:pt x="266509" y="243979"/>
                  </a:lnTo>
                  <a:lnTo>
                    <a:pt x="266509" y="233311"/>
                  </a:lnTo>
                  <a:lnTo>
                    <a:pt x="265277" y="231863"/>
                  </a:lnTo>
                  <a:lnTo>
                    <a:pt x="256679" y="221843"/>
                  </a:lnTo>
                  <a:lnTo>
                    <a:pt x="256679" y="232498"/>
                  </a:lnTo>
                  <a:lnTo>
                    <a:pt x="255549" y="232562"/>
                  </a:lnTo>
                  <a:lnTo>
                    <a:pt x="256146" y="231863"/>
                  </a:lnTo>
                  <a:lnTo>
                    <a:pt x="256679" y="232498"/>
                  </a:lnTo>
                  <a:lnTo>
                    <a:pt x="256679" y="221843"/>
                  </a:lnTo>
                  <a:lnTo>
                    <a:pt x="256146" y="221208"/>
                  </a:lnTo>
                  <a:lnTo>
                    <a:pt x="222097" y="260921"/>
                  </a:lnTo>
                  <a:lnTo>
                    <a:pt x="222097" y="282625"/>
                  </a:lnTo>
                  <a:lnTo>
                    <a:pt x="220700" y="282282"/>
                  </a:lnTo>
                  <a:lnTo>
                    <a:pt x="217500" y="282486"/>
                  </a:lnTo>
                  <a:lnTo>
                    <a:pt x="214287" y="282676"/>
                  </a:lnTo>
                  <a:lnTo>
                    <a:pt x="211810" y="283616"/>
                  </a:lnTo>
                  <a:lnTo>
                    <a:pt x="211810" y="285546"/>
                  </a:lnTo>
                  <a:lnTo>
                    <a:pt x="210972" y="284556"/>
                  </a:lnTo>
                  <a:lnTo>
                    <a:pt x="211721" y="283692"/>
                  </a:lnTo>
                  <a:lnTo>
                    <a:pt x="211810" y="285546"/>
                  </a:lnTo>
                  <a:lnTo>
                    <a:pt x="211810" y="283616"/>
                  </a:lnTo>
                  <a:lnTo>
                    <a:pt x="221526" y="272249"/>
                  </a:lnTo>
                  <a:lnTo>
                    <a:pt x="221310" y="273481"/>
                  </a:lnTo>
                  <a:lnTo>
                    <a:pt x="221653" y="280962"/>
                  </a:lnTo>
                  <a:lnTo>
                    <a:pt x="222097" y="282625"/>
                  </a:lnTo>
                  <a:lnTo>
                    <a:pt x="222097" y="260921"/>
                  </a:lnTo>
                  <a:lnTo>
                    <a:pt x="204952" y="280911"/>
                  </a:lnTo>
                  <a:lnTo>
                    <a:pt x="198958" y="273926"/>
                  </a:lnTo>
                  <a:lnTo>
                    <a:pt x="198958" y="284556"/>
                  </a:lnTo>
                  <a:lnTo>
                    <a:pt x="188849" y="296341"/>
                  </a:lnTo>
                  <a:lnTo>
                    <a:pt x="189115" y="294843"/>
                  </a:lnTo>
                  <a:lnTo>
                    <a:pt x="188772" y="287362"/>
                  </a:lnTo>
                  <a:lnTo>
                    <a:pt x="188315" y="285686"/>
                  </a:lnTo>
                  <a:lnTo>
                    <a:pt x="189801" y="286042"/>
                  </a:lnTo>
                  <a:lnTo>
                    <a:pt x="193001" y="285838"/>
                  </a:lnTo>
                  <a:lnTo>
                    <a:pt x="196202" y="285635"/>
                  </a:lnTo>
                  <a:lnTo>
                    <a:pt x="198767" y="284683"/>
                  </a:lnTo>
                  <a:lnTo>
                    <a:pt x="198742" y="284314"/>
                  </a:lnTo>
                  <a:lnTo>
                    <a:pt x="198958" y="284556"/>
                  </a:lnTo>
                  <a:lnTo>
                    <a:pt x="198958" y="273926"/>
                  </a:lnTo>
                  <a:lnTo>
                    <a:pt x="197040" y="271678"/>
                  </a:lnTo>
                  <a:lnTo>
                    <a:pt x="197040" y="282333"/>
                  </a:lnTo>
                  <a:lnTo>
                    <a:pt x="196037" y="282092"/>
                  </a:lnTo>
                  <a:lnTo>
                    <a:pt x="189636" y="282486"/>
                  </a:lnTo>
                  <a:lnTo>
                    <a:pt x="188112" y="283057"/>
                  </a:lnTo>
                  <a:lnTo>
                    <a:pt x="188429" y="281305"/>
                  </a:lnTo>
                  <a:lnTo>
                    <a:pt x="188252" y="277571"/>
                  </a:lnTo>
                  <a:lnTo>
                    <a:pt x="188087" y="273837"/>
                  </a:lnTo>
                  <a:lnTo>
                    <a:pt x="187439" y="271538"/>
                  </a:lnTo>
                  <a:lnTo>
                    <a:pt x="187439" y="297992"/>
                  </a:lnTo>
                  <a:lnTo>
                    <a:pt x="153784" y="337248"/>
                  </a:lnTo>
                  <a:lnTo>
                    <a:pt x="142100" y="323634"/>
                  </a:lnTo>
                  <a:lnTo>
                    <a:pt x="144691" y="324231"/>
                  </a:lnTo>
                  <a:lnTo>
                    <a:pt x="151091" y="323837"/>
                  </a:lnTo>
                  <a:lnTo>
                    <a:pt x="152527" y="323303"/>
                  </a:lnTo>
                  <a:lnTo>
                    <a:pt x="152234" y="325018"/>
                  </a:lnTo>
                  <a:lnTo>
                    <a:pt x="152400" y="328764"/>
                  </a:lnTo>
                  <a:lnTo>
                    <a:pt x="152565" y="332498"/>
                  </a:lnTo>
                  <a:lnTo>
                    <a:pt x="153390" y="335483"/>
                  </a:lnTo>
                  <a:lnTo>
                    <a:pt x="155067" y="335381"/>
                  </a:lnTo>
                  <a:lnTo>
                    <a:pt x="155613" y="332308"/>
                  </a:lnTo>
                  <a:lnTo>
                    <a:pt x="155270" y="324827"/>
                  </a:lnTo>
                  <a:lnTo>
                    <a:pt x="154813" y="323151"/>
                  </a:lnTo>
                  <a:lnTo>
                    <a:pt x="156286" y="323507"/>
                  </a:lnTo>
                  <a:lnTo>
                    <a:pt x="159499" y="323303"/>
                  </a:lnTo>
                  <a:lnTo>
                    <a:pt x="162699" y="323100"/>
                  </a:lnTo>
                  <a:lnTo>
                    <a:pt x="165265" y="322148"/>
                  </a:lnTo>
                  <a:lnTo>
                    <a:pt x="165163" y="320179"/>
                  </a:lnTo>
                  <a:lnTo>
                    <a:pt x="162534" y="319557"/>
                  </a:lnTo>
                  <a:lnTo>
                    <a:pt x="156121" y="319951"/>
                  </a:lnTo>
                  <a:lnTo>
                    <a:pt x="154609" y="320522"/>
                  </a:lnTo>
                  <a:lnTo>
                    <a:pt x="154914" y="318770"/>
                  </a:lnTo>
                  <a:lnTo>
                    <a:pt x="154749" y="315036"/>
                  </a:lnTo>
                  <a:lnTo>
                    <a:pt x="154584" y="311302"/>
                  </a:lnTo>
                  <a:lnTo>
                    <a:pt x="153758" y="308317"/>
                  </a:lnTo>
                  <a:lnTo>
                    <a:pt x="152082" y="308419"/>
                  </a:lnTo>
                  <a:lnTo>
                    <a:pt x="151536" y="311480"/>
                  </a:lnTo>
                  <a:lnTo>
                    <a:pt x="151879" y="318960"/>
                  </a:lnTo>
                  <a:lnTo>
                    <a:pt x="152323" y="320624"/>
                  </a:lnTo>
                  <a:lnTo>
                    <a:pt x="150926" y="320281"/>
                  </a:lnTo>
                  <a:lnTo>
                    <a:pt x="147726" y="320484"/>
                  </a:lnTo>
                  <a:lnTo>
                    <a:pt x="144526" y="320687"/>
                  </a:lnTo>
                  <a:lnTo>
                    <a:pt x="141960" y="321652"/>
                  </a:lnTo>
                  <a:lnTo>
                    <a:pt x="142036" y="323557"/>
                  </a:lnTo>
                  <a:lnTo>
                    <a:pt x="109524" y="285610"/>
                  </a:lnTo>
                  <a:lnTo>
                    <a:pt x="112102" y="286232"/>
                  </a:lnTo>
                  <a:lnTo>
                    <a:pt x="118516" y="285826"/>
                  </a:lnTo>
                  <a:lnTo>
                    <a:pt x="119938" y="285292"/>
                  </a:lnTo>
                  <a:lnTo>
                    <a:pt x="119646" y="287020"/>
                  </a:lnTo>
                  <a:lnTo>
                    <a:pt x="119824" y="290753"/>
                  </a:lnTo>
                  <a:lnTo>
                    <a:pt x="120002" y="294487"/>
                  </a:lnTo>
                  <a:lnTo>
                    <a:pt x="120815" y="297472"/>
                  </a:lnTo>
                  <a:lnTo>
                    <a:pt x="122491" y="297370"/>
                  </a:lnTo>
                  <a:lnTo>
                    <a:pt x="123037" y="294309"/>
                  </a:lnTo>
                  <a:lnTo>
                    <a:pt x="122682" y="286829"/>
                  </a:lnTo>
                  <a:lnTo>
                    <a:pt x="122224" y="285153"/>
                  </a:lnTo>
                  <a:lnTo>
                    <a:pt x="123710" y="285496"/>
                  </a:lnTo>
                  <a:lnTo>
                    <a:pt x="126911" y="285305"/>
                  </a:lnTo>
                  <a:lnTo>
                    <a:pt x="130111" y="285102"/>
                  </a:lnTo>
                  <a:lnTo>
                    <a:pt x="132676" y="284137"/>
                  </a:lnTo>
                  <a:lnTo>
                    <a:pt x="132588" y="282181"/>
                  </a:lnTo>
                  <a:lnTo>
                    <a:pt x="129946" y="281546"/>
                  </a:lnTo>
                  <a:lnTo>
                    <a:pt x="123545" y="281952"/>
                  </a:lnTo>
                  <a:lnTo>
                    <a:pt x="122034" y="282524"/>
                  </a:lnTo>
                  <a:lnTo>
                    <a:pt x="122339" y="280771"/>
                  </a:lnTo>
                  <a:lnTo>
                    <a:pt x="122174" y="277025"/>
                  </a:lnTo>
                  <a:lnTo>
                    <a:pt x="121996" y="273291"/>
                  </a:lnTo>
                  <a:lnTo>
                    <a:pt x="121170" y="270306"/>
                  </a:lnTo>
                  <a:lnTo>
                    <a:pt x="120815" y="270332"/>
                  </a:lnTo>
                  <a:lnTo>
                    <a:pt x="152577" y="233273"/>
                  </a:lnTo>
                  <a:lnTo>
                    <a:pt x="152158" y="235661"/>
                  </a:lnTo>
                  <a:lnTo>
                    <a:pt x="152501" y="243141"/>
                  </a:lnTo>
                  <a:lnTo>
                    <a:pt x="152946" y="244805"/>
                  </a:lnTo>
                  <a:lnTo>
                    <a:pt x="151549" y="244462"/>
                  </a:lnTo>
                  <a:lnTo>
                    <a:pt x="148348" y="244665"/>
                  </a:lnTo>
                  <a:lnTo>
                    <a:pt x="145148" y="244856"/>
                  </a:lnTo>
                  <a:lnTo>
                    <a:pt x="142582" y="245821"/>
                  </a:lnTo>
                  <a:lnTo>
                    <a:pt x="142671" y="247777"/>
                  </a:lnTo>
                  <a:lnTo>
                    <a:pt x="145313" y="248412"/>
                  </a:lnTo>
                  <a:lnTo>
                    <a:pt x="151714" y="248005"/>
                  </a:lnTo>
                  <a:lnTo>
                    <a:pt x="153149" y="247472"/>
                  </a:lnTo>
                  <a:lnTo>
                    <a:pt x="152857" y="249199"/>
                  </a:lnTo>
                  <a:lnTo>
                    <a:pt x="153022" y="252933"/>
                  </a:lnTo>
                  <a:lnTo>
                    <a:pt x="153200" y="256667"/>
                  </a:lnTo>
                  <a:lnTo>
                    <a:pt x="154012" y="259651"/>
                  </a:lnTo>
                  <a:lnTo>
                    <a:pt x="155689" y="259549"/>
                  </a:lnTo>
                  <a:lnTo>
                    <a:pt x="156235" y="256489"/>
                  </a:lnTo>
                  <a:lnTo>
                    <a:pt x="155892" y="249008"/>
                  </a:lnTo>
                  <a:lnTo>
                    <a:pt x="155435" y="247332"/>
                  </a:lnTo>
                  <a:lnTo>
                    <a:pt x="156908" y="247675"/>
                  </a:lnTo>
                  <a:lnTo>
                    <a:pt x="160121" y="247484"/>
                  </a:lnTo>
                  <a:lnTo>
                    <a:pt x="163322" y="247281"/>
                  </a:lnTo>
                  <a:lnTo>
                    <a:pt x="165887" y="246316"/>
                  </a:lnTo>
                  <a:lnTo>
                    <a:pt x="165862" y="245973"/>
                  </a:lnTo>
                  <a:lnTo>
                    <a:pt x="187210" y="270865"/>
                  </a:lnTo>
                  <a:lnTo>
                    <a:pt x="185585" y="270954"/>
                  </a:lnTo>
                  <a:lnTo>
                    <a:pt x="185039" y="274015"/>
                  </a:lnTo>
                  <a:lnTo>
                    <a:pt x="185381" y="281495"/>
                  </a:lnTo>
                  <a:lnTo>
                    <a:pt x="185826" y="283159"/>
                  </a:lnTo>
                  <a:lnTo>
                    <a:pt x="184442" y="282816"/>
                  </a:lnTo>
                  <a:lnTo>
                    <a:pt x="181229" y="283019"/>
                  </a:lnTo>
                  <a:lnTo>
                    <a:pt x="178028" y="283222"/>
                  </a:lnTo>
                  <a:lnTo>
                    <a:pt x="175463" y="284187"/>
                  </a:lnTo>
                  <a:lnTo>
                    <a:pt x="175552" y="286143"/>
                  </a:lnTo>
                  <a:lnTo>
                    <a:pt x="178193" y="286766"/>
                  </a:lnTo>
                  <a:lnTo>
                    <a:pt x="184607" y="286372"/>
                  </a:lnTo>
                  <a:lnTo>
                    <a:pt x="186029" y="285838"/>
                  </a:lnTo>
                  <a:lnTo>
                    <a:pt x="185737" y="287553"/>
                  </a:lnTo>
                  <a:lnTo>
                    <a:pt x="185902" y="291299"/>
                  </a:lnTo>
                  <a:lnTo>
                    <a:pt x="186080" y="295033"/>
                  </a:lnTo>
                  <a:lnTo>
                    <a:pt x="186905" y="298018"/>
                  </a:lnTo>
                  <a:lnTo>
                    <a:pt x="187439" y="297992"/>
                  </a:lnTo>
                  <a:lnTo>
                    <a:pt x="187439" y="271538"/>
                  </a:lnTo>
                  <a:lnTo>
                    <a:pt x="187274" y="270941"/>
                  </a:lnTo>
                  <a:lnTo>
                    <a:pt x="197040" y="282333"/>
                  </a:lnTo>
                  <a:lnTo>
                    <a:pt x="197040" y="271678"/>
                  </a:lnTo>
                  <a:lnTo>
                    <a:pt x="164147" y="233299"/>
                  </a:lnTo>
                  <a:lnTo>
                    <a:pt x="164147" y="243979"/>
                  </a:lnTo>
                  <a:lnTo>
                    <a:pt x="163156" y="243738"/>
                  </a:lnTo>
                  <a:lnTo>
                    <a:pt x="156743" y="244132"/>
                  </a:lnTo>
                  <a:lnTo>
                    <a:pt x="155232" y="244703"/>
                  </a:lnTo>
                  <a:lnTo>
                    <a:pt x="155536" y="242951"/>
                  </a:lnTo>
                  <a:lnTo>
                    <a:pt x="155371" y="239204"/>
                  </a:lnTo>
                  <a:lnTo>
                    <a:pt x="155206" y="235470"/>
                  </a:lnTo>
                  <a:lnTo>
                    <a:pt x="154406" y="232600"/>
                  </a:lnTo>
                  <a:lnTo>
                    <a:pt x="164147" y="243979"/>
                  </a:lnTo>
                  <a:lnTo>
                    <a:pt x="164147" y="233299"/>
                  </a:lnTo>
                  <a:lnTo>
                    <a:pt x="162928" y="231863"/>
                  </a:lnTo>
                  <a:lnTo>
                    <a:pt x="154317" y="221830"/>
                  </a:lnTo>
                  <a:lnTo>
                    <a:pt x="154317" y="232498"/>
                  </a:lnTo>
                  <a:lnTo>
                    <a:pt x="153187" y="232562"/>
                  </a:lnTo>
                  <a:lnTo>
                    <a:pt x="153784" y="231863"/>
                  </a:lnTo>
                  <a:lnTo>
                    <a:pt x="154317" y="232498"/>
                  </a:lnTo>
                  <a:lnTo>
                    <a:pt x="154317" y="221830"/>
                  </a:lnTo>
                  <a:lnTo>
                    <a:pt x="153784" y="221208"/>
                  </a:lnTo>
                  <a:lnTo>
                    <a:pt x="119748" y="260921"/>
                  </a:lnTo>
                  <a:lnTo>
                    <a:pt x="119748" y="282625"/>
                  </a:lnTo>
                  <a:lnTo>
                    <a:pt x="118351" y="282282"/>
                  </a:lnTo>
                  <a:lnTo>
                    <a:pt x="115138" y="282486"/>
                  </a:lnTo>
                  <a:lnTo>
                    <a:pt x="111937" y="282676"/>
                  </a:lnTo>
                  <a:lnTo>
                    <a:pt x="109461" y="283616"/>
                  </a:lnTo>
                  <a:lnTo>
                    <a:pt x="109461" y="285546"/>
                  </a:lnTo>
                  <a:lnTo>
                    <a:pt x="108623" y="284556"/>
                  </a:lnTo>
                  <a:lnTo>
                    <a:pt x="109372" y="283692"/>
                  </a:lnTo>
                  <a:lnTo>
                    <a:pt x="109461" y="285546"/>
                  </a:lnTo>
                  <a:lnTo>
                    <a:pt x="109461" y="283616"/>
                  </a:lnTo>
                  <a:lnTo>
                    <a:pt x="119164" y="272262"/>
                  </a:lnTo>
                  <a:lnTo>
                    <a:pt x="118948" y="273481"/>
                  </a:lnTo>
                  <a:lnTo>
                    <a:pt x="119303" y="280962"/>
                  </a:lnTo>
                  <a:lnTo>
                    <a:pt x="119748" y="282625"/>
                  </a:lnTo>
                  <a:lnTo>
                    <a:pt x="119748" y="260921"/>
                  </a:lnTo>
                  <a:lnTo>
                    <a:pt x="104038" y="279234"/>
                  </a:lnTo>
                  <a:lnTo>
                    <a:pt x="99479" y="273926"/>
                  </a:lnTo>
                  <a:lnTo>
                    <a:pt x="99479" y="284556"/>
                  </a:lnTo>
                  <a:lnTo>
                    <a:pt x="54317" y="337248"/>
                  </a:lnTo>
                  <a:lnTo>
                    <a:pt x="42621" y="323634"/>
                  </a:lnTo>
                  <a:lnTo>
                    <a:pt x="45212" y="324231"/>
                  </a:lnTo>
                  <a:lnTo>
                    <a:pt x="51612" y="323837"/>
                  </a:lnTo>
                  <a:lnTo>
                    <a:pt x="53047" y="323303"/>
                  </a:lnTo>
                  <a:lnTo>
                    <a:pt x="52755" y="325018"/>
                  </a:lnTo>
                  <a:lnTo>
                    <a:pt x="52920" y="328764"/>
                  </a:lnTo>
                  <a:lnTo>
                    <a:pt x="53086" y="332498"/>
                  </a:lnTo>
                  <a:lnTo>
                    <a:pt x="53911" y="335483"/>
                  </a:lnTo>
                  <a:lnTo>
                    <a:pt x="55587" y="335381"/>
                  </a:lnTo>
                  <a:lnTo>
                    <a:pt x="56134" y="332308"/>
                  </a:lnTo>
                  <a:lnTo>
                    <a:pt x="55791" y="324827"/>
                  </a:lnTo>
                  <a:lnTo>
                    <a:pt x="55333" y="323151"/>
                  </a:lnTo>
                  <a:lnTo>
                    <a:pt x="56807" y="323507"/>
                  </a:lnTo>
                  <a:lnTo>
                    <a:pt x="60020" y="323303"/>
                  </a:lnTo>
                  <a:lnTo>
                    <a:pt x="63220" y="323100"/>
                  </a:lnTo>
                  <a:lnTo>
                    <a:pt x="65786" y="322148"/>
                  </a:lnTo>
                  <a:lnTo>
                    <a:pt x="65697" y="320179"/>
                  </a:lnTo>
                  <a:lnTo>
                    <a:pt x="63055" y="319557"/>
                  </a:lnTo>
                  <a:lnTo>
                    <a:pt x="56642" y="319951"/>
                  </a:lnTo>
                  <a:lnTo>
                    <a:pt x="55130" y="320522"/>
                  </a:lnTo>
                  <a:lnTo>
                    <a:pt x="55435" y="318770"/>
                  </a:lnTo>
                  <a:lnTo>
                    <a:pt x="55270" y="315036"/>
                  </a:lnTo>
                  <a:lnTo>
                    <a:pt x="55105" y="311302"/>
                  </a:lnTo>
                  <a:lnTo>
                    <a:pt x="54279" y="308317"/>
                  </a:lnTo>
                  <a:lnTo>
                    <a:pt x="52603" y="308419"/>
                  </a:lnTo>
                  <a:lnTo>
                    <a:pt x="52057" y="311480"/>
                  </a:lnTo>
                  <a:lnTo>
                    <a:pt x="52400" y="318960"/>
                  </a:lnTo>
                  <a:lnTo>
                    <a:pt x="52844" y="320624"/>
                  </a:lnTo>
                  <a:lnTo>
                    <a:pt x="51447" y="320281"/>
                  </a:lnTo>
                  <a:lnTo>
                    <a:pt x="48247" y="320484"/>
                  </a:lnTo>
                  <a:lnTo>
                    <a:pt x="45046" y="320687"/>
                  </a:lnTo>
                  <a:lnTo>
                    <a:pt x="42481" y="321652"/>
                  </a:lnTo>
                  <a:lnTo>
                    <a:pt x="42557" y="323557"/>
                  </a:lnTo>
                  <a:lnTo>
                    <a:pt x="10045" y="285623"/>
                  </a:lnTo>
                  <a:lnTo>
                    <a:pt x="12623" y="286232"/>
                  </a:lnTo>
                  <a:lnTo>
                    <a:pt x="19037" y="285826"/>
                  </a:lnTo>
                  <a:lnTo>
                    <a:pt x="20472" y="285292"/>
                  </a:lnTo>
                  <a:lnTo>
                    <a:pt x="20180" y="287020"/>
                  </a:lnTo>
                  <a:lnTo>
                    <a:pt x="20345" y="290753"/>
                  </a:lnTo>
                  <a:lnTo>
                    <a:pt x="20523" y="294487"/>
                  </a:lnTo>
                  <a:lnTo>
                    <a:pt x="21336" y="297472"/>
                  </a:lnTo>
                  <a:lnTo>
                    <a:pt x="23012" y="297370"/>
                  </a:lnTo>
                  <a:lnTo>
                    <a:pt x="23558" y="294309"/>
                  </a:lnTo>
                  <a:lnTo>
                    <a:pt x="23215" y="286829"/>
                  </a:lnTo>
                  <a:lnTo>
                    <a:pt x="22745" y="285153"/>
                  </a:lnTo>
                  <a:lnTo>
                    <a:pt x="24231" y="285496"/>
                  </a:lnTo>
                  <a:lnTo>
                    <a:pt x="27432" y="285305"/>
                  </a:lnTo>
                  <a:lnTo>
                    <a:pt x="30645" y="285102"/>
                  </a:lnTo>
                  <a:lnTo>
                    <a:pt x="33210" y="284137"/>
                  </a:lnTo>
                  <a:lnTo>
                    <a:pt x="33108" y="282181"/>
                  </a:lnTo>
                  <a:lnTo>
                    <a:pt x="30467" y="281546"/>
                  </a:lnTo>
                  <a:lnTo>
                    <a:pt x="24066" y="281952"/>
                  </a:lnTo>
                  <a:lnTo>
                    <a:pt x="22555" y="282524"/>
                  </a:lnTo>
                  <a:lnTo>
                    <a:pt x="22860" y="280771"/>
                  </a:lnTo>
                  <a:lnTo>
                    <a:pt x="22694" y="277025"/>
                  </a:lnTo>
                  <a:lnTo>
                    <a:pt x="22517" y="273291"/>
                  </a:lnTo>
                  <a:lnTo>
                    <a:pt x="21691" y="270306"/>
                  </a:lnTo>
                  <a:lnTo>
                    <a:pt x="21336" y="270332"/>
                  </a:lnTo>
                  <a:lnTo>
                    <a:pt x="54317" y="231863"/>
                  </a:lnTo>
                  <a:lnTo>
                    <a:pt x="87731" y="270865"/>
                  </a:lnTo>
                  <a:lnTo>
                    <a:pt x="86106" y="270954"/>
                  </a:lnTo>
                  <a:lnTo>
                    <a:pt x="85559" y="274015"/>
                  </a:lnTo>
                  <a:lnTo>
                    <a:pt x="85902" y="281495"/>
                  </a:lnTo>
                  <a:lnTo>
                    <a:pt x="86347" y="283159"/>
                  </a:lnTo>
                  <a:lnTo>
                    <a:pt x="84963" y="282816"/>
                  </a:lnTo>
                  <a:lnTo>
                    <a:pt x="81749" y="283019"/>
                  </a:lnTo>
                  <a:lnTo>
                    <a:pt x="78549" y="283222"/>
                  </a:lnTo>
                  <a:lnTo>
                    <a:pt x="75984" y="284187"/>
                  </a:lnTo>
                  <a:lnTo>
                    <a:pt x="76073" y="286143"/>
                  </a:lnTo>
                  <a:lnTo>
                    <a:pt x="78714" y="286766"/>
                  </a:lnTo>
                  <a:lnTo>
                    <a:pt x="85128" y="286372"/>
                  </a:lnTo>
                  <a:lnTo>
                    <a:pt x="87680" y="285407"/>
                  </a:lnTo>
                  <a:lnTo>
                    <a:pt x="87630" y="284441"/>
                  </a:lnTo>
                  <a:lnTo>
                    <a:pt x="88404" y="284391"/>
                  </a:lnTo>
                  <a:lnTo>
                    <a:pt x="88950" y="281305"/>
                  </a:lnTo>
                  <a:lnTo>
                    <a:pt x="88773" y="277571"/>
                  </a:lnTo>
                  <a:lnTo>
                    <a:pt x="88607" y="273837"/>
                  </a:lnTo>
                  <a:lnTo>
                    <a:pt x="87795" y="270941"/>
                  </a:lnTo>
                  <a:lnTo>
                    <a:pt x="99479" y="284556"/>
                  </a:lnTo>
                  <a:lnTo>
                    <a:pt x="99479" y="273926"/>
                  </a:lnTo>
                  <a:lnTo>
                    <a:pt x="63449" y="231863"/>
                  </a:lnTo>
                  <a:lnTo>
                    <a:pt x="54317" y="221208"/>
                  </a:lnTo>
                  <a:lnTo>
                    <a:pt x="20269" y="260921"/>
                  </a:lnTo>
                  <a:lnTo>
                    <a:pt x="20269" y="282625"/>
                  </a:lnTo>
                  <a:lnTo>
                    <a:pt x="18872" y="282282"/>
                  </a:lnTo>
                  <a:lnTo>
                    <a:pt x="15671" y="282486"/>
                  </a:lnTo>
                  <a:lnTo>
                    <a:pt x="12458" y="282676"/>
                  </a:lnTo>
                  <a:lnTo>
                    <a:pt x="9982" y="283616"/>
                  </a:lnTo>
                  <a:lnTo>
                    <a:pt x="9982" y="285546"/>
                  </a:lnTo>
                  <a:lnTo>
                    <a:pt x="9144" y="284556"/>
                  </a:lnTo>
                  <a:lnTo>
                    <a:pt x="9893" y="283679"/>
                  </a:lnTo>
                  <a:lnTo>
                    <a:pt x="9982" y="285546"/>
                  </a:lnTo>
                  <a:lnTo>
                    <a:pt x="9982" y="283616"/>
                  </a:lnTo>
                  <a:lnTo>
                    <a:pt x="19685" y="272249"/>
                  </a:lnTo>
                  <a:lnTo>
                    <a:pt x="19481" y="273481"/>
                  </a:lnTo>
                  <a:lnTo>
                    <a:pt x="19824" y="280962"/>
                  </a:lnTo>
                  <a:lnTo>
                    <a:pt x="20269" y="282625"/>
                  </a:lnTo>
                  <a:lnTo>
                    <a:pt x="20269" y="260921"/>
                  </a:lnTo>
                  <a:lnTo>
                    <a:pt x="0" y="284556"/>
                  </a:lnTo>
                  <a:lnTo>
                    <a:pt x="54317" y="347903"/>
                  </a:lnTo>
                  <a:lnTo>
                    <a:pt x="63449" y="337248"/>
                  </a:lnTo>
                  <a:lnTo>
                    <a:pt x="104038" y="289890"/>
                  </a:lnTo>
                  <a:lnTo>
                    <a:pt x="153784" y="347903"/>
                  </a:lnTo>
                  <a:lnTo>
                    <a:pt x="162928" y="337248"/>
                  </a:lnTo>
                  <a:lnTo>
                    <a:pt x="204952" y="288213"/>
                  </a:lnTo>
                  <a:lnTo>
                    <a:pt x="256146" y="347903"/>
                  </a:lnTo>
                  <a:lnTo>
                    <a:pt x="265277" y="337248"/>
                  </a:lnTo>
                  <a:lnTo>
                    <a:pt x="310451" y="284556"/>
                  </a:lnTo>
                  <a:close/>
                </a:path>
                <a:path w="351790" h="347979">
                  <a:moveTo>
                    <a:pt x="318160" y="89649"/>
                  </a:moveTo>
                  <a:lnTo>
                    <a:pt x="318071" y="87693"/>
                  </a:lnTo>
                  <a:lnTo>
                    <a:pt x="315429" y="87071"/>
                  </a:lnTo>
                  <a:lnTo>
                    <a:pt x="309016" y="87464"/>
                  </a:lnTo>
                  <a:lnTo>
                    <a:pt x="306463" y="88430"/>
                  </a:lnTo>
                  <a:lnTo>
                    <a:pt x="306552" y="90385"/>
                  </a:lnTo>
                  <a:lnTo>
                    <a:pt x="309181" y="91008"/>
                  </a:lnTo>
                  <a:lnTo>
                    <a:pt x="312394" y="90817"/>
                  </a:lnTo>
                  <a:lnTo>
                    <a:pt x="315595" y="90614"/>
                  </a:lnTo>
                  <a:lnTo>
                    <a:pt x="318160" y="89649"/>
                  </a:lnTo>
                  <a:close/>
                </a:path>
                <a:path w="351790" h="347979">
                  <a:moveTo>
                    <a:pt x="318782" y="13830"/>
                  </a:moveTo>
                  <a:lnTo>
                    <a:pt x="318693" y="11874"/>
                  </a:lnTo>
                  <a:lnTo>
                    <a:pt x="316052" y="11239"/>
                  </a:lnTo>
                  <a:lnTo>
                    <a:pt x="309638" y="11633"/>
                  </a:lnTo>
                  <a:lnTo>
                    <a:pt x="308127" y="12204"/>
                  </a:lnTo>
                  <a:lnTo>
                    <a:pt x="308432" y="10452"/>
                  </a:lnTo>
                  <a:lnTo>
                    <a:pt x="308267" y="6718"/>
                  </a:lnTo>
                  <a:lnTo>
                    <a:pt x="308102" y="2984"/>
                  </a:lnTo>
                  <a:lnTo>
                    <a:pt x="307276" y="0"/>
                  </a:lnTo>
                  <a:lnTo>
                    <a:pt x="305600" y="101"/>
                  </a:lnTo>
                  <a:lnTo>
                    <a:pt x="305054" y="3175"/>
                  </a:lnTo>
                  <a:lnTo>
                    <a:pt x="305396" y="10642"/>
                  </a:lnTo>
                  <a:lnTo>
                    <a:pt x="305841" y="12306"/>
                  </a:lnTo>
                  <a:lnTo>
                    <a:pt x="304444" y="11963"/>
                  </a:lnTo>
                  <a:lnTo>
                    <a:pt x="301244" y="12166"/>
                  </a:lnTo>
                  <a:lnTo>
                    <a:pt x="298043" y="12369"/>
                  </a:lnTo>
                  <a:lnTo>
                    <a:pt x="295478" y="13335"/>
                  </a:lnTo>
                  <a:lnTo>
                    <a:pt x="295567" y="15290"/>
                  </a:lnTo>
                  <a:lnTo>
                    <a:pt x="298208" y="15913"/>
                  </a:lnTo>
                  <a:lnTo>
                    <a:pt x="304609" y="15519"/>
                  </a:lnTo>
                  <a:lnTo>
                    <a:pt x="306044" y="14986"/>
                  </a:lnTo>
                  <a:lnTo>
                    <a:pt x="305752" y="16700"/>
                  </a:lnTo>
                  <a:lnTo>
                    <a:pt x="305917" y="20447"/>
                  </a:lnTo>
                  <a:lnTo>
                    <a:pt x="306082" y="24180"/>
                  </a:lnTo>
                  <a:lnTo>
                    <a:pt x="306908" y="27165"/>
                  </a:lnTo>
                  <a:lnTo>
                    <a:pt x="308584" y="27063"/>
                  </a:lnTo>
                  <a:lnTo>
                    <a:pt x="309130" y="23990"/>
                  </a:lnTo>
                  <a:lnTo>
                    <a:pt x="308787" y="16522"/>
                  </a:lnTo>
                  <a:lnTo>
                    <a:pt x="308317" y="14833"/>
                  </a:lnTo>
                  <a:lnTo>
                    <a:pt x="309803" y="15189"/>
                  </a:lnTo>
                  <a:lnTo>
                    <a:pt x="313016" y="14986"/>
                  </a:lnTo>
                  <a:lnTo>
                    <a:pt x="316217" y="14795"/>
                  </a:lnTo>
                  <a:lnTo>
                    <a:pt x="318782" y="13830"/>
                  </a:lnTo>
                  <a:close/>
                </a:path>
                <a:path w="351790" h="347979">
                  <a:moveTo>
                    <a:pt x="351663" y="52184"/>
                  </a:moveTo>
                  <a:lnTo>
                    <a:pt x="351574" y="50228"/>
                  </a:lnTo>
                  <a:lnTo>
                    <a:pt x="348932" y="49606"/>
                  </a:lnTo>
                  <a:lnTo>
                    <a:pt x="342531" y="49999"/>
                  </a:lnTo>
                  <a:lnTo>
                    <a:pt x="341020" y="50571"/>
                  </a:lnTo>
                  <a:lnTo>
                    <a:pt x="341325" y="48818"/>
                  </a:lnTo>
                  <a:lnTo>
                    <a:pt x="341147" y="45072"/>
                  </a:lnTo>
                  <a:lnTo>
                    <a:pt x="340982" y="41338"/>
                  </a:lnTo>
                  <a:lnTo>
                    <a:pt x="340156" y="38354"/>
                  </a:lnTo>
                  <a:lnTo>
                    <a:pt x="338480" y="38455"/>
                  </a:lnTo>
                  <a:lnTo>
                    <a:pt x="337934" y="41529"/>
                  </a:lnTo>
                  <a:lnTo>
                    <a:pt x="338289" y="49009"/>
                  </a:lnTo>
                  <a:lnTo>
                    <a:pt x="338734" y="50673"/>
                  </a:lnTo>
                  <a:lnTo>
                    <a:pt x="337337" y="50330"/>
                  </a:lnTo>
                  <a:lnTo>
                    <a:pt x="334124" y="50533"/>
                  </a:lnTo>
                  <a:lnTo>
                    <a:pt x="330923" y="50723"/>
                  </a:lnTo>
                  <a:lnTo>
                    <a:pt x="328358" y="51689"/>
                  </a:lnTo>
                  <a:lnTo>
                    <a:pt x="328447" y="53644"/>
                  </a:lnTo>
                  <a:lnTo>
                    <a:pt x="331089" y="54279"/>
                  </a:lnTo>
                  <a:lnTo>
                    <a:pt x="337502" y="53873"/>
                  </a:lnTo>
                  <a:lnTo>
                    <a:pt x="338924" y="53352"/>
                  </a:lnTo>
                  <a:lnTo>
                    <a:pt x="338632" y="55067"/>
                  </a:lnTo>
                  <a:lnTo>
                    <a:pt x="338797" y="58801"/>
                  </a:lnTo>
                  <a:lnTo>
                    <a:pt x="338975" y="62547"/>
                  </a:lnTo>
                  <a:lnTo>
                    <a:pt x="339801" y="65532"/>
                  </a:lnTo>
                  <a:lnTo>
                    <a:pt x="341477" y="65417"/>
                  </a:lnTo>
                  <a:lnTo>
                    <a:pt x="342023" y="62357"/>
                  </a:lnTo>
                  <a:lnTo>
                    <a:pt x="341668" y="54876"/>
                  </a:lnTo>
                  <a:lnTo>
                    <a:pt x="341210" y="53200"/>
                  </a:lnTo>
                  <a:lnTo>
                    <a:pt x="342696" y="53543"/>
                  </a:lnTo>
                  <a:lnTo>
                    <a:pt x="345897" y="53352"/>
                  </a:lnTo>
                  <a:lnTo>
                    <a:pt x="349097" y="53149"/>
                  </a:lnTo>
                  <a:lnTo>
                    <a:pt x="351663" y="52184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7" name="object 2137" descr=""/>
            <p:cNvSpPr/>
            <p:nvPr/>
          </p:nvSpPr>
          <p:spPr>
            <a:xfrm>
              <a:off x="8445347" y="8013681"/>
              <a:ext cx="318135" cy="359410"/>
            </a:xfrm>
            <a:custGeom>
              <a:avLst/>
              <a:gdLst/>
              <a:ahLst/>
              <a:cxnLst/>
              <a:rect l="l" t="t" r="r" b="b"/>
              <a:pathLst>
                <a:path w="318134" h="359409">
                  <a:moveTo>
                    <a:pt x="23304" y="102273"/>
                  </a:moveTo>
                  <a:lnTo>
                    <a:pt x="23215" y="100317"/>
                  </a:lnTo>
                  <a:lnTo>
                    <a:pt x="20574" y="99695"/>
                  </a:lnTo>
                  <a:lnTo>
                    <a:pt x="14160" y="100088"/>
                  </a:lnTo>
                  <a:lnTo>
                    <a:pt x="12649" y="100660"/>
                  </a:lnTo>
                  <a:lnTo>
                    <a:pt x="12954" y="98907"/>
                  </a:lnTo>
                  <a:lnTo>
                    <a:pt x="12788" y="95161"/>
                  </a:lnTo>
                  <a:lnTo>
                    <a:pt x="12623" y="91427"/>
                  </a:lnTo>
                  <a:lnTo>
                    <a:pt x="11798" y="88442"/>
                  </a:lnTo>
                  <a:lnTo>
                    <a:pt x="10121" y="88544"/>
                  </a:lnTo>
                  <a:lnTo>
                    <a:pt x="9575" y="91617"/>
                  </a:lnTo>
                  <a:lnTo>
                    <a:pt x="9918" y="99098"/>
                  </a:lnTo>
                  <a:lnTo>
                    <a:pt x="10363" y="100761"/>
                  </a:lnTo>
                  <a:lnTo>
                    <a:pt x="8966" y="100418"/>
                  </a:lnTo>
                  <a:lnTo>
                    <a:pt x="5765" y="100622"/>
                  </a:lnTo>
                  <a:lnTo>
                    <a:pt x="2565" y="100812"/>
                  </a:lnTo>
                  <a:lnTo>
                    <a:pt x="0" y="101777"/>
                  </a:lnTo>
                  <a:lnTo>
                    <a:pt x="88" y="103733"/>
                  </a:lnTo>
                  <a:lnTo>
                    <a:pt x="2730" y="104368"/>
                  </a:lnTo>
                  <a:lnTo>
                    <a:pt x="9131" y="103962"/>
                  </a:lnTo>
                  <a:lnTo>
                    <a:pt x="10566" y="103428"/>
                  </a:lnTo>
                  <a:lnTo>
                    <a:pt x="10274" y="105156"/>
                  </a:lnTo>
                  <a:lnTo>
                    <a:pt x="10439" y="108889"/>
                  </a:lnTo>
                  <a:lnTo>
                    <a:pt x="10604" y="112623"/>
                  </a:lnTo>
                  <a:lnTo>
                    <a:pt x="11430" y="115608"/>
                  </a:lnTo>
                  <a:lnTo>
                    <a:pt x="13106" y="115506"/>
                  </a:lnTo>
                  <a:lnTo>
                    <a:pt x="13652" y="112445"/>
                  </a:lnTo>
                  <a:lnTo>
                    <a:pt x="13309" y="104965"/>
                  </a:lnTo>
                  <a:lnTo>
                    <a:pt x="12852" y="103289"/>
                  </a:lnTo>
                  <a:lnTo>
                    <a:pt x="14325" y="103632"/>
                  </a:lnTo>
                  <a:lnTo>
                    <a:pt x="17538" y="103441"/>
                  </a:lnTo>
                  <a:lnTo>
                    <a:pt x="20739" y="103238"/>
                  </a:lnTo>
                  <a:lnTo>
                    <a:pt x="23304" y="102273"/>
                  </a:lnTo>
                  <a:close/>
                </a:path>
                <a:path w="318134" h="359409">
                  <a:moveTo>
                    <a:pt x="56184" y="140639"/>
                  </a:moveTo>
                  <a:lnTo>
                    <a:pt x="56095" y="138671"/>
                  </a:lnTo>
                  <a:lnTo>
                    <a:pt x="53454" y="138049"/>
                  </a:lnTo>
                  <a:lnTo>
                    <a:pt x="47053" y="138442"/>
                  </a:lnTo>
                  <a:lnTo>
                    <a:pt x="44488" y="139407"/>
                  </a:lnTo>
                  <a:lnTo>
                    <a:pt x="41859" y="138772"/>
                  </a:lnTo>
                  <a:lnTo>
                    <a:pt x="38646" y="138976"/>
                  </a:lnTo>
                  <a:lnTo>
                    <a:pt x="35445" y="139179"/>
                  </a:lnTo>
                  <a:lnTo>
                    <a:pt x="32880" y="140144"/>
                  </a:lnTo>
                  <a:lnTo>
                    <a:pt x="32969" y="142100"/>
                  </a:lnTo>
                  <a:lnTo>
                    <a:pt x="35610" y="142722"/>
                  </a:lnTo>
                  <a:lnTo>
                    <a:pt x="42024" y="142328"/>
                  </a:lnTo>
                  <a:lnTo>
                    <a:pt x="43446" y="141795"/>
                  </a:lnTo>
                  <a:lnTo>
                    <a:pt x="43154" y="143510"/>
                  </a:lnTo>
                  <a:lnTo>
                    <a:pt x="43319" y="147256"/>
                  </a:lnTo>
                  <a:lnTo>
                    <a:pt x="43497" y="150990"/>
                  </a:lnTo>
                  <a:lnTo>
                    <a:pt x="44323" y="153974"/>
                  </a:lnTo>
                  <a:lnTo>
                    <a:pt x="45999" y="153873"/>
                  </a:lnTo>
                  <a:lnTo>
                    <a:pt x="46545" y="150799"/>
                  </a:lnTo>
                  <a:lnTo>
                    <a:pt x="46189" y="143319"/>
                  </a:lnTo>
                  <a:lnTo>
                    <a:pt x="45732" y="141643"/>
                  </a:lnTo>
                  <a:lnTo>
                    <a:pt x="47218" y="141998"/>
                  </a:lnTo>
                  <a:lnTo>
                    <a:pt x="50419" y="141795"/>
                  </a:lnTo>
                  <a:lnTo>
                    <a:pt x="53619" y="141592"/>
                  </a:lnTo>
                  <a:lnTo>
                    <a:pt x="56184" y="140639"/>
                  </a:lnTo>
                  <a:close/>
                </a:path>
                <a:path w="318134" h="359409">
                  <a:moveTo>
                    <a:pt x="115824" y="218681"/>
                  </a:moveTo>
                  <a:lnTo>
                    <a:pt x="106680" y="208026"/>
                  </a:lnTo>
                  <a:lnTo>
                    <a:pt x="106680" y="218681"/>
                  </a:lnTo>
                  <a:lnTo>
                    <a:pt x="96558" y="230479"/>
                  </a:lnTo>
                  <a:lnTo>
                    <a:pt x="96837" y="228968"/>
                  </a:lnTo>
                  <a:lnTo>
                    <a:pt x="96494" y="221500"/>
                  </a:lnTo>
                  <a:lnTo>
                    <a:pt x="96037" y="219824"/>
                  </a:lnTo>
                  <a:lnTo>
                    <a:pt x="97510" y="220167"/>
                  </a:lnTo>
                  <a:lnTo>
                    <a:pt x="100723" y="219964"/>
                  </a:lnTo>
                  <a:lnTo>
                    <a:pt x="103924" y="219773"/>
                  </a:lnTo>
                  <a:lnTo>
                    <a:pt x="106489" y="218808"/>
                  </a:lnTo>
                  <a:lnTo>
                    <a:pt x="106464" y="218440"/>
                  </a:lnTo>
                  <a:lnTo>
                    <a:pt x="106680" y="218681"/>
                  </a:lnTo>
                  <a:lnTo>
                    <a:pt x="106680" y="208026"/>
                  </a:lnTo>
                  <a:lnTo>
                    <a:pt x="104775" y="205803"/>
                  </a:lnTo>
                  <a:lnTo>
                    <a:pt x="104775" y="216471"/>
                  </a:lnTo>
                  <a:lnTo>
                    <a:pt x="103759" y="216217"/>
                  </a:lnTo>
                  <a:lnTo>
                    <a:pt x="97345" y="216611"/>
                  </a:lnTo>
                  <a:lnTo>
                    <a:pt x="95834" y="217182"/>
                  </a:lnTo>
                  <a:lnTo>
                    <a:pt x="96139" y="215430"/>
                  </a:lnTo>
                  <a:lnTo>
                    <a:pt x="95973" y="211696"/>
                  </a:lnTo>
                  <a:lnTo>
                    <a:pt x="95808" y="207962"/>
                  </a:lnTo>
                  <a:lnTo>
                    <a:pt x="95161" y="205663"/>
                  </a:lnTo>
                  <a:lnTo>
                    <a:pt x="95161" y="232117"/>
                  </a:lnTo>
                  <a:lnTo>
                    <a:pt x="61506" y="271373"/>
                  </a:lnTo>
                  <a:lnTo>
                    <a:pt x="49809" y="257746"/>
                  </a:lnTo>
                  <a:lnTo>
                    <a:pt x="52400" y="258356"/>
                  </a:lnTo>
                  <a:lnTo>
                    <a:pt x="58813" y="257962"/>
                  </a:lnTo>
                  <a:lnTo>
                    <a:pt x="60248" y="257429"/>
                  </a:lnTo>
                  <a:lnTo>
                    <a:pt x="59956" y="259143"/>
                  </a:lnTo>
                  <a:lnTo>
                    <a:pt x="60121" y="262890"/>
                  </a:lnTo>
                  <a:lnTo>
                    <a:pt x="60286" y="266623"/>
                  </a:lnTo>
                  <a:lnTo>
                    <a:pt x="61112" y="269608"/>
                  </a:lnTo>
                  <a:lnTo>
                    <a:pt x="62788" y="269506"/>
                  </a:lnTo>
                  <a:lnTo>
                    <a:pt x="63334" y="266433"/>
                  </a:lnTo>
                  <a:lnTo>
                    <a:pt x="62992" y="258965"/>
                  </a:lnTo>
                  <a:lnTo>
                    <a:pt x="62522" y="257276"/>
                  </a:lnTo>
                  <a:lnTo>
                    <a:pt x="64008" y="257632"/>
                  </a:lnTo>
                  <a:lnTo>
                    <a:pt x="67208" y="257429"/>
                  </a:lnTo>
                  <a:lnTo>
                    <a:pt x="70421" y="257238"/>
                  </a:lnTo>
                  <a:lnTo>
                    <a:pt x="72986" y="256273"/>
                  </a:lnTo>
                  <a:lnTo>
                    <a:pt x="72885" y="254317"/>
                  </a:lnTo>
                  <a:lnTo>
                    <a:pt x="70243" y="253682"/>
                  </a:lnTo>
                  <a:lnTo>
                    <a:pt x="63842" y="254076"/>
                  </a:lnTo>
                  <a:lnTo>
                    <a:pt x="62331" y="254647"/>
                  </a:lnTo>
                  <a:lnTo>
                    <a:pt x="62636" y="252895"/>
                  </a:lnTo>
                  <a:lnTo>
                    <a:pt x="62471" y="249161"/>
                  </a:lnTo>
                  <a:lnTo>
                    <a:pt x="62293" y="245427"/>
                  </a:lnTo>
                  <a:lnTo>
                    <a:pt x="61468" y="242443"/>
                  </a:lnTo>
                  <a:lnTo>
                    <a:pt x="59791" y="242544"/>
                  </a:lnTo>
                  <a:lnTo>
                    <a:pt x="59258" y="245618"/>
                  </a:lnTo>
                  <a:lnTo>
                    <a:pt x="59601" y="253085"/>
                  </a:lnTo>
                  <a:lnTo>
                    <a:pt x="60045" y="254762"/>
                  </a:lnTo>
                  <a:lnTo>
                    <a:pt x="58648" y="254419"/>
                  </a:lnTo>
                  <a:lnTo>
                    <a:pt x="55448" y="254609"/>
                  </a:lnTo>
                  <a:lnTo>
                    <a:pt x="52235" y="254812"/>
                  </a:lnTo>
                  <a:lnTo>
                    <a:pt x="49669" y="255778"/>
                  </a:lnTo>
                  <a:lnTo>
                    <a:pt x="49758" y="257695"/>
                  </a:lnTo>
                  <a:lnTo>
                    <a:pt x="17233" y="219748"/>
                  </a:lnTo>
                  <a:lnTo>
                    <a:pt x="19812" y="220357"/>
                  </a:lnTo>
                  <a:lnTo>
                    <a:pt x="26238" y="219951"/>
                  </a:lnTo>
                  <a:lnTo>
                    <a:pt x="27660" y="219417"/>
                  </a:lnTo>
                  <a:lnTo>
                    <a:pt x="27368" y="221145"/>
                  </a:lnTo>
                  <a:lnTo>
                    <a:pt x="27533" y="224878"/>
                  </a:lnTo>
                  <a:lnTo>
                    <a:pt x="27711" y="228625"/>
                  </a:lnTo>
                  <a:lnTo>
                    <a:pt x="28536" y="231609"/>
                  </a:lnTo>
                  <a:lnTo>
                    <a:pt x="30213" y="231495"/>
                  </a:lnTo>
                  <a:lnTo>
                    <a:pt x="30746" y="228434"/>
                  </a:lnTo>
                  <a:lnTo>
                    <a:pt x="30403" y="220954"/>
                  </a:lnTo>
                  <a:lnTo>
                    <a:pt x="29946" y="219278"/>
                  </a:lnTo>
                  <a:lnTo>
                    <a:pt x="31432" y="219621"/>
                  </a:lnTo>
                  <a:lnTo>
                    <a:pt x="34632" y="219430"/>
                  </a:lnTo>
                  <a:lnTo>
                    <a:pt x="37833" y="219227"/>
                  </a:lnTo>
                  <a:lnTo>
                    <a:pt x="40398" y="218262"/>
                  </a:lnTo>
                  <a:lnTo>
                    <a:pt x="40309" y="216306"/>
                  </a:lnTo>
                  <a:lnTo>
                    <a:pt x="37668" y="215684"/>
                  </a:lnTo>
                  <a:lnTo>
                    <a:pt x="31254" y="216077"/>
                  </a:lnTo>
                  <a:lnTo>
                    <a:pt x="29743" y="216649"/>
                  </a:lnTo>
                  <a:lnTo>
                    <a:pt x="30048" y="214896"/>
                  </a:lnTo>
                  <a:lnTo>
                    <a:pt x="29883" y="211162"/>
                  </a:lnTo>
                  <a:lnTo>
                    <a:pt x="29718" y="207416"/>
                  </a:lnTo>
                  <a:lnTo>
                    <a:pt x="28892" y="204431"/>
                  </a:lnTo>
                  <a:lnTo>
                    <a:pt x="28524" y="204457"/>
                  </a:lnTo>
                  <a:lnTo>
                    <a:pt x="60286" y="167411"/>
                  </a:lnTo>
                  <a:lnTo>
                    <a:pt x="59867" y="169786"/>
                  </a:lnTo>
                  <a:lnTo>
                    <a:pt x="60223" y="177266"/>
                  </a:lnTo>
                  <a:lnTo>
                    <a:pt x="60667" y="178917"/>
                  </a:lnTo>
                  <a:lnTo>
                    <a:pt x="59270" y="178587"/>
                  </a:lnTo>
                  <a:lnTo>
                    <a:pt x="56070" y="178790"/>
                  </a:lnTo>
                  <a:lnTo>
                    <a:pt x="52857" y="178981"/>
                  </a:lnTo>
                  <a:lnTo>
                    <a:pt x="50292" y="179946"/>
                  </a:lnTo>
                  <a:lnTo>
                    <a:pt x="50393" y="181902"/>
                  </a:lnTo>
                  <a:lnTo>
                    <a:pt x="53022" y="182537"/>
                  </a:lnTo>
                  <a:lnTo>
                    <a:pt x="59436" y="182130"/>
                  </a:lnTo>
                  <a:lnTo>
                    <a:pt x="60871" y="181597"/>
                  </a:lnTo>
                  <a:lnTo>
                    <a:pt x="60579" y="183324"/>
                  </a:lnTo>
                  <a:lnTo>
                    <a:pt x="60744" y="187058"/>
                  </a:lnTo>
                  <a:lnTo>
                    <a:pt x="60909" y="190804"/>
                  </a:lnTo>
                  <a:lnTo>
                    <a:pt x="61734" y="193789"/>
                  </a:lnTo>
                  <a:lnTo>
                    <a:pt x="63411" y="193675"/>
                  </a:lnTo>
                  <a:lnTo>
                    <a:pt x="63957" y="190614"/>
                  </a:lnTo>
                  <a:lnTo>
                    <a:pt x="63614" y="183134"/>
                  </a:lnTo>
                  <a:lnTo>
                    <a:pt x="63144" y="181457"/>
                  </a:lnTo>
                  <a:lnTo>
                    <a:pt x="64630" y="181800"/>
                  </a:lnTo>
                  <a:lnTo>
                    <a:pt x="67830" y="181610"/>
                  </a:lnTo>
                  <a:lnTo>
                    <a:pt x="71043" y="181406"/>
                  </a:lnTo>
                  <a:lnTo>
                    <a:pt x="73609" y="180441"/>
                  </a:lnTo>
                  <a:lnTo>
                    <a:pt x="73583" y="180111"/>
                  </a:lnTo>
                  <a:lnTo>
                    <a:pt x="94932" y="204990"/>
                  </a:lnTo>
                  <a:lnTo>
                    <a:pt x="93306" y="205079"/>
                  </a:lnTo>
                  <a:lnTo>
                    <a:pt x="92760" y="208153"/>
                  </a:lnTo>
                  <a:lnTo>
                    <a:pt x="93103" y="215620"/>
                  </a:lnTo>
                  <a:lnTo>
                    <a:pt x="93548" y="217297"/>
                  </a:lnTo>
                  <a:lnTo>
                    <a:pt x="92151" y="216954"/>
                  </a:lnTo>
                  <a:lnTo>
                    <a:pt x="88950" y="217144"/>
                  </a:lnTo>
                  <a:lnTo>
                    <a:pt x="85750" y="217347"/>
                  </a:lnTo>
                  <a:lnTo>
                    <a:pt x="83185" y="218313"/>
                  </a:lnTo>
                  <a:lnTo>
                    <a:pt x="83273" y="220268"/>
                  </a:lnTo>
                  <a:lnTo>
                    <a:pt x="85915" y="220891"/>
                  </a:lnTo>
                  <a:lnTo>
                    <a:pt x="92316" y="220497"/>
                  </a:lnTo>
                  <a:lnTo>
                    <a:pt x="93751" y="219964"/>
                  </a:lnTo>
                  <a:lnTo>
                    <a:pt x="93459" y="221678"/>
                  </a:lnTo>
                  <a:lnTo>
                    <a:pt x="93624" y="225425"/>
                  </a:lnTo>
                  <a:lnTo>
                    <a:pt x="93789" y="229158"/>
                  </a:lnTo>
                  <a:lnTo>
                    <a:pt x="94615" y="232143"/>
                  </a:lnTo>
                  <a:lnTo>
                    <a:pt x="95161" y="232117"/>
                  </a:lnTo>
                  <a:lnTo>
                    <a:pt x="95161" y="205663"/>
                  </a:lnTo>
                  <a:lnTo>
                    <a:pt x="94996" y="205066"/>
                  </a:lnTo>
                  <a:lnTo>
                    <a:pt x="104775" y="216471"/>
                  </a:lnTo>
                  <a:lnTo>
                    <a:pt x="104775" y="205803"/>
                  </a:lnTo>
                  <a:lnTo>
                    <a:pt x="71869" y="167411"/>
                  </a:lnTo>
                  <a:lnTo>
                    <a:pt x="71869" y="178104"/>
                  </a:lnTo>
                  <a:lnTo>
                    <a:pt x="70866" y="177863"/>
                  </a:lnTo>
                  <a:lnTo>
                    <a:pt x="64465" y="178257"/>
                  </a:lnTo>
                  <a:lnTo>
                    <a:pt x="62953" y="178828"/>
                  </a:lnTo>
                  <a:lnTo>
                    <a:pt x="63258" y="177076"/>
                  </a:lnTo>
                  <a:lnTo>
                    <a:pt x="63093" y="173342"/>
                  </a:lnTo>
                  <a:lnTo>
                    <a:pt x="62915" y="169595"/>
                  </a:lnTo>
                  <a:lnTo>
                    <a:pt x="62103" y="166700"/>
                  </a:lnTo>
                  <a:lnTo>
                    <a:pt x="71869" y="178104"/>
                  </a:lnTo>
                  <a:lnTo>
                    <a:pt x="71869" y="167411"/>
                  </a:lnTo>
                  <a:lnTo>
                    <a:pt x="70650" y="165989"/>
                  </a:lnTo>
                  <a:lnTo>
                    <a:pt x="62039" y="155956"/>
                  </a:lnTo>
                  <a:lnTo>
                    <a:pt x="62039" y="166624"/>
                  </a:lnTo>
                  <a:lnTo>
                    <a:pt x="60896" y="166700"/>
                  </a:lnTo>
                  <a:lnTo>
                    <a:pt x="61506" y="165989"/>
                  </a:lnTo>
                  <a:lnTo>
                    <a:pt x="62039" y="166624"/>
                  </a:lnTo>
                  <a:lnTo>
                    <a:pt x="62039" y="155956"/>
                  </a:lnTo>
                  <a:lnTo>
                    <a:pt x="61506" y="155333"/>
                  </a:lnTo>
                  <a:lnTo>
                    <a:pt x="27457" y="195046"/>
                  </a:lnTo>
                  <a:lnTo>
                    <a:pt x="27457" y="216750"/>
                  </a:lnTo>
                  <a:lnTo>
                    <a:pt x="26060" y="216408"/>
                  </a:lnTo>
                  <a:lnTo>
                    <a:pt x="22860" y="216611"/>
                  </a:lnTo>
                  <a:lnTo>
                    <a:pt x="19659" y="216801"/>
                  </a:lnTo>
                  <a:lnTo>
                    <a:pt x="17170" y="217754"/>
                  </a:lnTo>
                  <a:lnTo>
                    <a:pt x="17170" y="219671"/>
                  </a:lnTo>
                  <a:lnTo>
                    <a:pt x="16332" y="218681"/>
                  </a:lnTo>
                  <a:lnTo>
                    <a:pt x="17094" y="217792"/>
                  </a:lnTo>
                  <a:lnTo>
                    <a:pt x="17170" y="219671"/>
                  </a:lnTo>
                  <a:lnTo>
                    <a:pt x="17170" y="217754"/>
                  </a:lnTo>
                  <a:lnTo>
                    <a:pt x="26885" y="206375"/>
                  </a:lnTo>
                  <a:lnTo>
                    <a:pt x="26670" y="207606"/>
                  </a:lnTo>
                  <a:lnTo>
                    <a:pt x="27012" y="215087"/>
                  </a:lnTo>
                  <a:lnTo>
                    <a:pt x="27457" y="216750"/>
                  </a:lnTo>
                  <a:lnTo>
                    <a:pt x="27457" y="195046"/>
                  </a:lnTo>
                  <a:lnTo>
                    <a:pt x="7188" y="218681"/>
                  </a:lnTo>
                  <a:lnTo>
                    <a:pt x="61506" y="282028"/>
                  </a:lnTo>
                  <a:lnTo>
                    <a:pt x="70650" y="271373"/>
                  </a:lnTo>
                  <a:lnTo>
                    <a:pt x="115824" y="218681"/>
                  </a:lnTo>
                  <a:close/>
                </a:path>
                <a:path w="318134" h="359409">
                  <a:moveTo>
                    <a:pt x="164985" y="295846"/>
                  </a:moveTo>
                  <a:lnTo>
                    <a:pt x="155854" y="285203"/>
                  </a:lnTo>
                  <a:lnTo>
                    <a:pt x="155854" y="295846"/>
                  </a:lnTo>
                  <a:lnTo>
                    <a:pt x="145745" y="307632"/>
                  </a:lnTo>
                  <a:lnTo>
                    <a:pt x="146011" y="306133"/>
                  </a:lnTo>
                  <a:lnTo>
                    <a:pt x="145669" y="298653"/>
                  </a:lnTo>
                  <a:lnTo>
                    <a:pt x="145211" y="296976"/>
                  </a:lnTo>
                  <a:lnTo>
                    <a:pt x="146697" y="297332"/>
                  </a:lnTo>
                  <a:lnTo>
                    <a:pt x="149898" y="297129"/>
                  </a:lnTo>
                  <a:lnTo>
                    <a:pt x="153098" y="296926"/>
                  </a:lnTo>
                  <a:lnTo>
                    <a:pt x="155663" y="295960"/>
                  </a:lnTo>
                  <a:lnTo>
                    <a:pt x="155638" y="295617"/>
                  </a:lnTo>
                  <a:lnTo>
                    <a:pt x="155854" y="295846"/>
                  </a:lnTo>
                  <a:lnTo>
                    <a:pt x="155854" y="285203"/>
                  </a:lnTo>
                  <a:lnTo>
                    <a:pt x="153936" y="282956"/>
                  </a:lnTo>
                  <a:lnTo>
                    <a:pt x="153936" y="293624"/>
                  </a:lnTo>
                  <a:lnTo>
                    <a:pt x="152933" y="293382"/>
                  </a:lnTo>
                  <a:lnTo>
                    <a:pt x="146532" y="293776"/>
                  </a:lnTo>
                  <a:lnTo>
                    <a:pt x="145008" y="294347"/>
                  </a:lnTo>
                  <a:lnTo>
                    <a:pt x="145326" y="292595"/>
                  </a:lnTo>
                  <a:lnTo>
                    <a:pt x="145148" y="288861"/>
                  </a:lnTo>
                  <a:lnTo>
                    <a:pt x="144983" y="285115"/>
                  </a:lnTo>
                  <a:lnTo>
                    <a:pt x="144335" y="282803"/>
                  </a:lnTo>
                  <a:lnTo>
                    <a:pt x="144335" y="309283"/>
                  </a:lnTo>
                  <a:lnTo>
                    <a:pt x="110680" y="348526"/>
                  </a:lnTo>
                  <a:lnTo>
                    <a:pt x="99009" y="334924"/>
                  </a:lnTo>
                  <a:lnTo>
                    <a:pt x="101587" y="335521"/>
                  </a:lnTo>
                  <a:lnTo>
                    <a:pt x="107988" y="335127"/>
                  </a:lnTo>
                  <a:lnTo>
                    <a:pt x="109423" y="334594"/>
                  </a:lnTo>
                  <a:lnTo>
                    <a:pt x="109131" y="336308"/>
                  </a:lnTo>
                  <a:lnTo>
                    <a:pt x="109296" y="340042"/>
                  </a:lnTo>
                  <a:lnTo>
                    <a:pt x="109461" y="343789"/>
                  </a:lnTo>
                  <a:lnTo>
                    <a:pt x="110286" y="346773"/>
                  </a:lnTo>
                  <a:lnTo>
                    <a:pt x="111963" y="346659"/>
                  </a:lnTo>
                  <a:lnTo>
                    <a:pt x="112509" y="343598"/>
                  </a:lnTo>
                  <a:lnTo>
                    <a:pt x="112166" y="336118"/>
                  </a:lnTo>
                  <a:lnTo>
                    <a:pt x="111709" y="334454"/>
                  </a:lnTo>
                  <a:lnTo>
                    <a:pt x="113182" y="334797"/>
                  </a:lnTo>
                  <a:lnTo>
                    <a:pt x="116395" y="334594"/>
                  </a:lnTo>
                  <a:lnTo>
                    <a:pt x="119595" y="334391"/>
                  </a:lnTo>
                  <a:lnTo>
                    <a:pt x="122161" y="333425"/>
                  </a:lnTo>
                  <a:lnTo>
                    <a:pt x="122059" y="331470"/>
                  </a:lnTo>
                  <a:lnTo>
                    <a:pt x="119430" y="330847"/>
                  </a:lnTo>
                  <a:lnTo>
                    <a:pt x="113017" y="331241"/>
                  </a:lnTo>
                  <a:lnTo>
                    <a:pt x="111506" y="331812"/>
                  </a:lnTo>
                  <a:lnTo>
                    <a:pt x="111810" y="330060"/>
                  </a:lnTo>
                  <a:lnTo>
                    <a:pt x="111645" y="326326"/>
                  </a:lnTo>
                  <a:lnTo>
                    <a:pt x="111480" y="322580"/>
                  </a:lnTo>
                  <a:lnTo>
                    <a:pt x="110655" y="319595"/>
                  </a:lnTo>
                  <a:lnTo>
                    <a:pt x="108978" y="319709"/>
                  </a:lnTo>
                  <a:lnTo>
                    <a:pt x="108432" y="322770"/>
                  </a:lnTo>
                  <a:lnTo>
                    <a:pt x="108775" y="330250"/>
                  </a:lnTo>
                  <a:lnTo>
                    <a:pt x="109220" y="331914"/>
                  </a:lnTo>
                  <a:lnTo>
                    <a:pt x="107823" y="331571"/>
                  </a:lnTo>
                  <a:lnTo>
                    <a:pt x="104622" y="331774"/>
                  </a:lnTo>
                  <a:lnTo>
                    <a:pt x="101422" y="331978"/>
                  </a:lnTo>
                  <a:lnTo>
                    <a:pt x="98856" y="332930"/>
                  </a:lnTo>
                  <a:lnTo>
                    <a:pt x="98933" y="334835"/>
                  </a:lnTo>
                  <a:lnTo>
                    <a:pt x="66421" y="296900"/>
                  </a:lnTo>
                  <a:lnTo>
                    <a:pt x="68999" y="297510"/>
                  </a:lnTo>
                  <a:lnTo>
                    <a:pt x="75412" y="297116"/>
                  </a:lnTo>
                  <a:lnTo>
                    <a:pt x="76835" y="296583"/>
                  </a:lnTo>
                  <a:lnTo>
                    <a:pt x="76542" y="298310"/>
                  </a:lnTo>
                  <a:lnTo>
                    <a:pt x="76720" y="302044"/>
                  </a:lnTo>
                  <a:lnTo>
                    <a:pt x="76898" y="305777"/>
                  </a:lnTo>
                  <a:lnTo>
                    <a:pt x="77711" y="308762"/>
                  </a:lnTo>
                  <a:lnTo>
                    <a:pt x="79387" y="308660"/>
                  </a:lnTo>
                  <a:lnTo>
                    <a:pt x="79933" y="305587"/>
                  </a:lnTo>
                  <a:lnTo>
                    <a:pt x="79578" y="298119"/>
                  </a:lnTo>
                  <a:lnTo>
                    <a:pt x="79121" y="296443"/>
                  </a:lnTo>
                  <a:lnTo>
                    <a:pt x="80606" y="296786"/>
                  </a:lnTo>
                  <a:lnTo>
                    <a:pt x="83807" y="296583"/>
                  </a:lnTo>
                  <a:lnTo>
                    <a:pt x="87007" y="296392"/>
                  </a:lnTo>
                  <a:lnTo>
                    <a:pt x="89573" y="295427"/>
                  </a:lnTo>
                  <a:lnTo>
                    <a:pt x="89484" y="293471"/>
                  </a:lnTo>
                  <a:lnTo>
                    <a:pt x="86842" y="292836"/>
                  </a:lnTo>
                  <a:lnTo>
                    <a:pt x="80441" y="293243"/>
                  </a:lnTo>
                  <a:lnTo>
                    <a:pt x="78930" y="293814"/>
                  </a:lnTo>
                  <a:lnTo>
                    <a:pt x="79235" y="292061"/>
                  </a:lnTo>
                  <a:lnTo>
                    <a:pt x="79070" y="288315"/>
                  </a:lnTo>
                  <a:lnTo>
                    <a:pt x="78892" y="284581"/>
                  </a:lnTo>
                  <a:lnTo>
                    <a:pt x="78066" y="281597"/>
                  </a:lnTo>
                  <a:lnTo>
                    <a:pt x="77711" y="281622"/>
                  </a:lnTo>
                  <a:lnTo>
                    <a:pt x="110680" y="243154"/>
                  </a:lnTo>
                  <a:lnTo>
                    <a:pt x="144094" y="282143"/>
                  </a:lnTo>
                  <a:lnTo>
                    <a:pt x="142481" y="282244"/>
                  </a:lnTo>
                  <a:lnTo>
                    <a:pt x="141935" y="285305"/>
                  </a:lnTo>
                  <a:lnTo>
                    <a:pt x="142278" y="292785"/>
                  </a:lnTo>
                  <a:lnTo>
                    <a:pt x="142722" y="294449"/>
                  </a:lnTo>
                  <a:lnTo>
                    <a:pt x="141338" y="294106"/>
                  </a:lnTo>
                  <a:lnTo>
                    <a:pt x="138125" y="294309"/>
                  </a:lnTo>
                  <a:lnTo>
                    <a:pt x="134924" y="294513"/>
                  </a:lnTo>
                  <a:lnTo>
                    <a:pt x="132359" y="295465"/>
                  </a:lnTo>
                  <a:lnTo>
                    <a:pt x="132448" y="297434"/>
                  </a:lnTo>
                  <a:lnTo>
                    <a:pt x="135089" y="298056"/>
                  </a:lnTo>
                  <a:lnTo>
                    <a:pt x="141503" y="297662"/>
                  </a:lnTo>
                  <a:lnTo>
                    <a:pt x="142925" y="297129"/>
                  </a:lnTo>
                  <a:lnTo>
                    <a:pt x="142633" y="298843"/>
                  </a:lnTo>
                  <a:lnTo>
                    <a:pt x="142798" y="302577"/>
                  </a:lnTo>
                  <a:lnTo>
                    <a:pt x="142976" y="306324"/>
                  </a:lnTo>
                  <a:lnTo>
                    <a:pt x="143802" y="309308"/>
                  </a:lnTo>
                  <a:lnTo>
                    <a:pt x="144335" y="309283"/>
                  </a:lnTo>
                  <a:lnTo>
                    <a:pt x="144335" y="282803"/>
                  </a:lnTo>
                  <a:lnTo>
                    <a:pt x="144183" y="282244"/>
                  </a:lnTo>
                  <a:lnTo>
                    <a:pt x="153936" y="293624"/>
                  </a:lnTo>
                  <a:lnTo>
                    <a:pt x="153936" y="282956"/>
                  </a:lnTo>
                  <a:lnTo>
                    <a:pt x="119824" y="243154"/>
                  </a:lnTo>
                  <a:lnTo>
                    <a:pt x="110680" y="232486"/>
                  </a:lnTo>
                  <a:lnTo>
                    <a:pt x="76644" y="272199"/>
                  </a:lnTo>
                  <a:lnTo>
                    <a:pt x="76644" y="293916"/>
                  </a:lnTo>
                  <a:lnTo>
                    <a:pt x="75247" y="293573"/>
                  </a:lnTo>
                  <a:lnTo>
                    <a:pt x="72034" y="293763"/>
                  </a:lnTo>
                  <a:lnTo>
                    <a:pt x="68834" y="293966"/>
                  </a:lnTo>
                  <a:lnTo>
                    <a:pt x="66357" y="294906"/>
                  </a:lnTo>
                  <a:lnTo>
                    <a:pt x="66357" y="296837"/>
                  </a:lnTo>
                  <a:lnTo>
                    <a:pt x="65519" y="295846"/>
                  </a:lnTo>
                  <a:lnTo>
                    <a:pt x="66268" y="294982"/>
                  </a:lnTo>
                  <a:lnTo>
                    <a:pt x="66357" y="296837"/>
                  </a:lnTo>
                  <a:lnTo>
                    <a:pt x="66357" y="294906"/>
                  </a:lnTo>
                  <a:lnTo>
                    <a:pt x="76060" y="283552"/>
                  </a:lnTo>
                  <a:lnTo>
                    <a:pt x="75844" y="284772"/>
                  </a:lnTo>
                  <a:lnTo>
                    <a:pt x="76200" y="292239"/>
                  </a:lnTo>
                  <a:lnTo>
                    <a:pt x="76644" y="293916"/>
                  </a:lnTo>
                  <a:lnTo>
                    <a:pt x="76644" y="272199"/>
                  </a:lnTo>
                  <a:lnTo>
                    <a:pt x="56375" y="295846"/>
                  </a:lnTo>
                  <a:lnTo>
                    <a:pt x="110680" y="359194"/>
                  </a:lnTo>
                  <a:lnTo>
                    <a:pt x="119824" y="348526"/>
                  </a:lnTo>
                  <a:lnTo>
                    <a:pt x="164985" y="295846"/>
                  </a:lnTo>
                  <a:close/>
                </a:path>
                <a:path w="318134" h="359409">
                  <a:moveTo>
                    <a:pt x="317881" y="63347"/>
                  </a:moveTo>
                  <a:lnTo>
                    <a:pt x="308749" y="52705"/>
                  </a:lnTo>
                  <a:lnTo>
                    <a:pt x="308749" y="63347"/>
                  </a:lnTo>
                  <a:lnTo>
                    <a:pt x="298653" y="75133"/>
                  </a:lnTo>
                  <a:lnTo>
                    <a:pt x="298919" y="73634"/>
                  </a:lnTo>
                  <a:lnTo>
                    <a:pt x="298564" y="66167"/>
                  </a:lnTo>
                  <a:lnTo>
                    <a:pt x="298107" y="64490"/>
                  </a:lnTo>
                  <a:lnTo>
                    <a:pt x="299593" y="64833"/>
                  </a:lnTo>
                  <a:lnTo>
                    <a:pt x="302793" y="64630"/>
                  </a:lnTo>
                  <a:lnTo>
                    <a:pt x="305993" y="64439"/>
                  </a:lnTo>
                  <a:lnTo>
                    <a:pt x="308559" y="63474"/>
                  </a:lnTo>
                  <a:lnTo>
                    <a:pt x="308533" y="63106"/>
                  </a:lnTo>
                  <a:lnTo>
                    <a:pt x="308749" y="63347"/>
                  </a:lnTo>
                  <a:lnTo>
                    <a:pt x="308749" y="52705"/>
                  </a:lnTo>
                  <a:lnTo>
                    <a:pt x="306844" y="50482"/>
                  </a:lnTo>
                  <a:lnTo>
                    <a:pt x="306844" y="61137"/>
                  </a:lnTo>
                  <a:lnTo>
                    <a:pt x="305828" y="60883"/>
                  </a:lnTo>
                  <a:lnTo>
                    <a:pt x="299427" y="61290"/>
                  </a:lnTo>
                  <a:lnTo>
                    <a:pt x="297916" y="61861"/>
                  </a:lnTo>
                  <a:lnTo>
                    <a:pt x="298221" y="60109"/>
                  </a:lnTo>
                  <a:lnTo>
                    <a:pt x="298043" y="56362"/>
                  </a:lnTo>
                  <a:lnTo>
                    <a:pt x="297878" y="52628"/>
                  </a:lnTo>
                  <a:lnTo>
                    <a:pt x="297230" y="50330"/>
                  </a:lnTo>
                  <a:lnTo>
                    <a:pt x="297230" y="76784"/>
                  </a:lnTo>
                  <a:lnTo>
                    <a:pt x="263588" y="116039"/>
                  </a:lnTo>
                  <a:lnTo>
                    <a:pt x="251904" y="102425"/>
                  </a:lnTo>
                  <a:lnTo>
                    <a:pt x="254482" y="103035"/>
                  </a:lnTo>
                  <a:lnTo>
                    <a:pt x="260883" y="102628"/>
                  </a:lnTo>
                  <a:lnTo>
                    <a:pt x="262318" y="102095"/>
                  </a:lnTo>
                  <a:lnTo>
                    <a:pt x="262026" y="103822"/>
                  </a:lnTo>
                  <a:lnTo>
                    <a:pt x="262191" y="107556"/>
                  </a:lnTo>
                  <a:lnTo>
                    <a:pt x="262356" y="111290"/>
                  </a:lnTo>
                  <a:lnTo>
                    <a:pt x="263182" y="114274"/>
                  </a:lnTo>
                  <a:lnTo>
                    <a:pt x="264858" y="114173"/>
                  </a:lnTo>
                  <a:lnTo>
                    <a:pt x="265404" y="111099"/>
                  </a:lnTo>
                  <a:lnTo>
                    <a:pt x="265061" y="103632"/>
                  </a:lnTo>
                  <a:lnTo>
                    <a:pt x="264604" y="101955"/>
                  </a:lnTo>
                  <a:lnTo>
                    <a:pt x="266077" y="102298"/>
                  </a:lnTo>
                  <a:lnTo>
                    <a:pt x="269290" y="102095"/>
                  </a:lnTo>
                  <a:lnTo>
                    <a:pt x="272491" y="101904"/>
                  </a:lnTo>
                  <a:lnTo>
                    <a:pt x="275056" y="100939"/>
                  </a:lnTo>
                  <a:lnTo>
                    <a:pt x="274967" y="98983"/>
                  </a:lnTo>
                  <a:lnTo>
                    <a:pt x="272326" y="98348"/>
                  </a:lnTo>
                  <a:lnTo>
                    <a:pt x="265912" y="98755"/>
                  </a:lnTo>
                  <a:lnTo>
                    <a:pt x="264401" y="99326"/>
                  </a:lnTo>
                  <a:lnTo>
                    <a:pt x="264706" y="97574"/>
                  </a:lnTo>
                  <a:lnTo>
                    <a:pt x="264541" y="93827"/>
                  </a:lnTo>
                  <a:lnTo>
                    <a:pt x="264375" y="90093"/>
                  </a:lnTo>
                  <a:lnTo>
                    <a:pt x="263550" y="87109"/>
                  </a:lnTo>
                  <a:lnTo>
                    <a:pt x="261874" y="87210"/>
                  </a:lnTo>
                  <a:lnTo>
                    <a:pt x="261327" y="90284"/>
                  </a:lnTo>
                  <a:lnTo>
                    <a:pt x="261670" y="97751"/>
                  </a:lnTo>
                  <a:lnTo>
                    <a:pt x="262115" y="99428"/>
                  </a:lnTo>
                  <a:lnTo>
                    <a:pt x="260718" y="99085"/>
                  </a:lnTo>
                  <a:lnTo>
                    <a:pt x="257517" y="99275"/>
                  </a:lnTo>
                  <a:lnTo>
                    <a:pt x="254317" y="99479"/>
                  </a:lnTo>
                  <a:lnTo>
                    <a:pt x="251752" y="100444"/>
                  </a:lnTo>
                  <a:lnTo>
                    <a:pt x="251828" y="102349"/>
                  </a:lnTo>
                  <a:lnTo>
                    <a:pt x="219329" y="64427"/>
                  </a:lnTo>
                  <a:lnTo>
                    <a:pt x="221894" y="65024"/>
                  </a:lnTo>
                  <a:lnTo>
                    <a:pt x="228307" y="64630"/>
                  </a:lnTo>
                  <a:lnTo>
                    <a:pt x="229743" y="64096"/>
                  </a:lnTo>
                  <a:lnTo>
                    <a:pt x="229450" y="65811"/>
                  </a:lnTo>
                  <a:lnTo>
                    <a:pt x="229616" y="69545"/>
                  </a:lnTo>
                  <a:lnTo>
                    <a:pt x="229781" y="73291"/>
                  </a:lnTo>
                  <a:lnTo>
                    <a:pt x="230606" y="76276"/>
                  </a:lnTo>
                  <a:lnTo>
                    <a:pt x="232283" y="76161"/>
                  </a:lnTo>
                  <a:lnTo>
                    <a:pt x="232829" y="73101"/>
                  </a:lnTo>
                  <a:lnTo>
                    <a:pt x="232486" y="65620"/>
                  </a:lnTo>
                  <a:lnTo>
                    <a:pt x="232016" y="63957"/>
                  </a:lnTo>
                  <a:lnTo>
                    <a:pt x="233502" y="64300"/>
                  </a:lnTo>
                  <a:lnTo>
                    <a:pt x="236702" y="64096"/>
                  </a:lnTo>
                  <a:lnTo>
                    <a:pt x="239915" y="63893"/>
                  </a:lnTo>
                  <a:lnTo>
                    <a:pt x="242481" y="62941"/>
                  </a:lnTo>
                  <a:lnTo>
                    <a:pt x="242379" y="60972"/>
                  </a:lnTo>
                  <a:lnTo>
                    <a:pt x="239737" y="60350"/>
                  </a:lnTo>
                  <a:lnTo>
                    <a:pt x="233337" y="60744"/>
                  </a:lnTo>
                  <a:lnTo>
                    <a:pt x="231825" y="61315"/>
                  </a:lnTo>
                  <a:lnTo>
                    <a:pt x="232130" y="59563"/>
                  </a:lnTo>
                  <a:lnTo>
                    <a:pt x="231965" y="55829"/>
                  </a:lnTo>
                  <a:lnTo>
                    <a:pt x="231787" y="52082"/>
                  </a:lnTo>
                  <a:lnTo>
                    <a:pt x="230962" y="49098"/>
                  </a:lnTo>
                  <a:lnTo>
                    <a:pt x="230606" y="49123"/>
                  </a:lnTo>
                  <a:lnTo>
                    <a:pt x="262369" y="12077"/>
                  </a:lnTo>
                  <a:lnTo>
                    <a:pt x="261950" y="14452"/>
                  </a:lnTo>
                  <a:lnTo>
                    <a:pt x="262293" y="21932"/>
                  </a:lnTo>
                  <a:lnTo>
                    <a:pt x="262737" y="23596"/>
                  </a:lnTo>
                  <a:lnTo>
                    <a:pt x="261340" y="23253"/>
                  </a:lnTo>
                  <a:lnTo>
                    <a:pt x="258140" y="23456"/>
                  </a:lnTo>
                  <a:lnTo>
                    <a:pt x="254939" y="23660"/>
                  </a:lnTo>
                  <a:lnTo>
                    <a:pt x="252374" y="24612"/>
                  </a:lnTo>
                  <a:lnTo>
                    <a:pt x="252463" y="26581"/>
                  </a:lnTo>
                  <a:lnTo>
                    <a:pt x="255104" y="27203"/>
                  </a:lnTo>
                  <a:lnTo>
                    <a:pt x="261505" y="26809"/>
                  </a:lnTo>
                  <a:lnTo>
                    <a:pt x="262940" y="26276"/>
                  </a:lnTo>
                  <a:lnTo>
                    <a:pt x="262648" y="27990"/>
                  </a:lnTo>
                  <a:lnTo>
                    <a:pt x="262813" y="31724"/>
                  </a:lnTo>
                  <a:lnTo>
                    <a:pt x="262978" y="35471"/>
                  </a:lnTo>
                  <a:lnTo>
                    <a:pt x="263804" y="38455"/>
                  </a:lnTo>
                  <a:lnTo>
                    <a:pt x="265480" y="38354"/>
                  </a:lnTo>
                  <a:lnTo>
                    <a:pt x="266026" y="35280"/>
                  </a:lnTo>
                  <a:lnTo>
                    <a:pt x="265684" y="27800"/>
                  </a:lnTo>
                  <a:lnTo>
                    <a:pt x="265226" y="26123"/>
                  </a:lnTo>
                  <a:lnTo>
                    <a:pt x="266700" y="26479"/>
                  </a:lnTo>
                  <a:lnTo>
                    <a:pt x="269913" y="26276"/>
                  </a:lnTo>
                  <a:lnTo>
                    <a:pt x="273113" y="26073"/>
                  </a:lnTo>
                  <a:lnTo>
                    <a:pt x="275678" y="25107"/>
                  </a:lnTo>
                  <a:lnTo>
                    <a:pt x="275653" y="24765"/>
                  </a:lnTo>
                  <a:lnTo>
                    <a:pt x="297002" y="49657"/>
                  </a:lnTo>
                  <a:lnTo>
                    <a:pt x="295376" y="49745"/>
                  </a:lnTo>
                  <a:lnTo>
                    <a:pt x="294830" y="52819"/>
                  </a:lnTo>
                  <a:lnTo>
                    <a:pt x="295186" y="60286"/>
                  </a:lnTo>
                  <a:lnTo>
                    <a:pt x="295630" y="61963"/>
                  </a:lnTo>
                  <a:lnTo>
                    <a:pt x="294233" y="61620"/>
                  </a:lnTo>
                  <a:lnTo>
                    <a:pt x="291020" y="61810"/>
                  </a:lnTo>
                  <a:lnTo>
                    <a:pt x="287820" y="62014"/>
                  </a:lnTo>
                  <a:lnTo>
                    <a:pt x="285254" y="62979"/>
                  </a:lnTo>
                  <a:lnTo>
                    <a:pt x="285343" y="64935"/>
                  </a:lnTo>
                  <a:lnTo>
                    <a:pt x="287985" y="65570"/>
                  </a:lnTo>
                  <a:lnTo>
                    <a:pt x="294398" y="65163"/>
                  </a:lnTo>
                  <a:lnTo>
                    <a:pt x="295821" y="64630"/>
                  </a:lnTo>
                  <a:lnTo>
                    <a:pt x="295529" y="66357"/>
                  </a:lnTo>
                  <a:lnTo>
                    <a:pt x="295694" y="70091"/>
                  </a:lnTo>
                  <a:lnTo>
                    <a:pt x="295871" y="73825"/>
                  </a:lnTo>
                  <a:lnTo>
                    <a:pt x="296697" y="76809"/>
                  </a:lnTo>
                  <a:lnTo>
                    <a:pt x="297230" y="76784"/>
                  </a:lnTo>
                  <a:lnTo>
                    <a:pt x="297230" y="50330"/>
                  </a:lnTo>
                  <a:lnTo>
                    <a:pt x="297065" y="49733"/>
                  </a:lnTo>
                  <a:lnTo>
                    <a:pt x="306844" y="61137"/>
                  </a:lnTo>
                  <a:lnTo>
                    <a:pt x="306844" y="50482"/>
                  </a:lnTo>
                  <a:lnTo>
                    <a:pt x="273951" y="12103"/>
                  </a:lnTo>
                  <a:lnTo>
                    <a:pt x="273951" y="22771"/>
                  </a:lnTo>
                  <a:lnTo>
                    <a:pt x="272948" y="22529"/>
                  </a:lnTo>
                  <a:lnTo>
                    <a:pt x="266534" y="22923"/>
                  </a:lnTo>
                  <a:lnTo>
                    <a:pt x="265023" y="23495"/>
                  </a:lnTo>
                  <a:lnTo>
                    <a:pt x="265328" y="21742"/>
                  </a:lnTo>
                  <a:lnTo>
                    <a:pt x="265163" y="18008"/>
                  </a:lnTo>
                  <a:lnTo>
                    <a:pt x="264998" y="14262"/>
                  </a:lnTo>
                  <a:lnTo>
                    <a:pt x="264185" y="11366"/>
                  </a:lnTo>
                  <a:lnTo>
                    <a:pt x="273951" y="22771"/>
                  </a:lnTo>
                  <a:lnTo>
                    <a:pt x="273951" y="12103"/>
                  </a:lnTo>
                  <a:lnTo>
                    <a:pt x="272719" y="10655"/>
                  </a:lnTo>
                  <a:lnTo>
                    <a:pt x="264121" y="635"/>
                  </a:lnTo>
                  <a:lnTo>
                    <a:pt x="264121" y="11303"/>
                  </a:lnTo>
                  <a:lnTo>
                    <a:pt x="262978" y="11366"/>
                  </a:lnTo>
                  <a:lnTo>
                    <a:pt x="263588" y="10655"/>
                  </a:lnTo>
                  <a:lnTo>
                    <a:pt x="264121" y="11303"/>
                  </a:lnTo>
                  <a:lnTo>
                    <a:pt x="264121" y="635"/>
                  </a:lnTo>
                  <a:lnTo>
                    <a:pt x="263588" y="0"/>
                  </a:lnTo>
                  <a:lnTo>
                    <a:pt x="229539" y="39712"/>
                  </a:lnTo>
                  <a:lnTo>
                    <a:pt x="229539" y="61417"/>
                  </a:lnTo>
                  <a:lnTo>
                    <a:pt x="228142" y="61074"/>
                  </a:lnTo>
                  <a:lnTo>
                    <a:pt x="224942" y="61277"/>
                  </a:lnTo>
                  <a:lnTo>
                    <a:pt x="221729" y="61480"/>
                  </a:lnTo>
                  <a:lnTo>
                    <a:pt x="219252" y="62407"/>
                  </a:lnTo>
                  <a:lnTo>
                    <a:pt x="219252" y="64338"/>
                  </a:lnTo>
                  <a:lnTo>
                    <a:pt x="218414" y="63347"/>
                  </a:lnTo>
                  <a:lnTo>
                    <a:pt x="219163" y="62484"/>
                  </a:lnTo>
                  <a:lnTo>
                    <a:pt x="219252" y="64338"/>
                  </a:lnTo>
                  <a:lnTo>
                    <a:pt x="219252" y="62407"/>
                  </a:lnTo>
                  <a:lnTo>
                    <a:pt x="228955" y="51054"/>
                  </a:lnTo>
                  <a:lnTo>
                    <a:pt x="228739" y="52273"/>
                  </a:lnTo>
                  <a:lnTo>
                    <a:pt x="229095" y="59753"/>
                  </a:lnTo>
                  <a:lnTo>
                    <a:pt x="229539" y="61417"/>
                  </a:lnTo>
                  <a:lnTo>
                    <a:pt x="229539" y="39712"/>
                  </a:lnTo>
                  <a:lnTo>
                    <a:pt x="213055" y="58928"/>
                  </a:lnTo>
                  <a:lnTo>
                    <a:pt x="207721" y="52705"/>
                  </a:lnTo>
                  <a:lnTo>
                    <a:pt x="207721" y="63347"/>
                  </a:lnTo>
                  <a:lnTo>
                    <a:pt x="197599" y="75145"/>
                  </a:lnTo>
                  <a:lnTo>
                    <a:pt x="197878" y="73634"/>
                  </a:lnTo>
                  <a:lnTo>
                    <a:pt x="197535" y="66167"/>
                  </a:lnTo>
                  <a:lnTo>
                    <a:pt x="197065" y="64490"/>
                  </a:lnTo>
                  <a:lnTo>
                    <a:pt x="198551" y="64833"/>
                  </a:lnTo>
                  <a:lnTo>
                    <a:pt x="201752" y="64630"/>
                  </a:lnTo>
                  <a:lnTo>
                    <a:pt x="204965" y="64439"/>
                  </a:lnTo>
                  <a:lnTo>
                    <a:pt x="207530" y="63474"/>
                  </a:lnTo>
                  <a:lnTo>
                    <a:pt x="207505" y="63106"/>
                  </a:lnTo>
                  <a:lnTo>
                    <a:pt x="207721" y="63347"/>
                  </a:lnTo>
                  <a:lnTo>
                    <a:pt x="207721" y="52705"/>
                  </a:lnTo>
                  <a:lnTo>
                    <a:pt x="205816" y="50482"/>
                  </a:lnTo>
                  <a:lnTo>
                    <a:pt x="205816" y="61137"/>
                  </a:lnTo>
                  <a:lnTo>
                    <a:pt x="204787" y="60883"/>
                  </a:lnTo>
                  <a:lnTo>
                    <a:pt x="198386" y="61290"/>
                  </a:lnTo>
                  <a:lnTo>
                    <a:pt x="196875" y="61861"/>
                  </a:lnTo>
                  <a:lnTo>
                    <a:pt x="197180" y="60109"/>
                  </a:lnTo>
                  <a:lnTo>
                    <a:pt x="197015" y="56362"/>
                  </a:lnTo>
                  <a:lnTo>
                    <a:pt x="196850" y="52628"/>
                  </a:lnTo>
                  <a:lnTo>
                    <a:pt x="196202" y="50355"/>
                  </a:lnTo>
                  <a:lnTo>
                    <a:pt x="196202" y="76784"/>
                  </a:lnTo>
                  <a:lnTo>
                    <a:pt x="162547" y="116039"/>
                  </a:lnTo>
                  <a:lnTo>
                    <a:pt x="150863" y="102425"/>
                  </a:lnTo>
                  <a:lnTo>
                    <a:pt x="153441" y="103035"/>
                  </a:lnTo>
                  <a:lnTo>
                    <a:pt x="159854" y="102628"/>
                  </a:lnTo>
                  <a:lnTo>
                    <a:pt x="161277" y="102095"/>
                  </a:lnTo>
                  <a:lnTo>
                    <a:pt x="160985" y="103822"/>
                  </a:lnTo>
                  <a:lnTo>
                    <a:pt x="161150" y="107556"/>
                  </a:lnTo>
                  <a:lnTo>
                    <a:pt x="161328" y="111290"/>
                  </a:lnTo>
                  <a:lnTo>
                    <a:pt x="162153" y="114274"/>
                  </a:lnTo>
                  <a:lnTo>
                    <a:pt x="163830" y="114173"/>
                  </a:lnTo>
                  <a:lnTo>
                    <a:pt x="164376" y="111099"/>
                  </a:lnTo>
                  <a:lnTo>
                    <a:pt x="164020" y="103632"/>
                  </a:lnTo>
                  <a:lnTo>
                    <a:pt x="163563" y="101955"/>
                  </a:lnTo>
                  <a:lnTo>
                    <a:pt x="165049" y="102298"/>
                  </a:lnTo>
                  <a:lnTo>
                    <a:pt x="168249" y="102095"/>
                  </a:lnTo>
                  <a:lnTo>
                    <a:pt x="171450" y="101904"/>
                  </a:lnTo>
                  <a:lnTo>
                    <a:pt x="174015" y="100939"/>
                  </a:lnTo>
                  <a:lnTo>
                    <a:pt x="173926" y="98983"/>
                  </a:lnTo>
                  <a:lnTo>
                    <a:pt x="171284" y="98348"/>
                  </a:lnTo>
                  <a:lnTo>
                    <a:pt x="164884" y="98755"/>
                  </a:lnTo>
                  <a:lnTo>
                    <a:pt x="163372" y="99326"/>
                  </a:lnTo>
                  <a:lnTo>
                    <a:pt x="163677" y="97574"/>
                  </a:lnTo>
                  <a:lnTo>
                    <a:pt x="163499" y="93827"/>
                  </a:lnTo>
                  <a:lnTo>
                    <a:pt x="163334" y="90093"/>
                  </a:lnTo>
                  <a:lnTo>
                    <a:pt x="162509" y="87109"/>
                  </a:lnTo>
                  <a:lnTo>
                    <a:pt x="160832" y="87210"/>
                  </a:lnTo>
                  <a:lnTo>
                    <a:pt x="160286" y="90284"/>
                  </a:lnTo>
                  <a:lnTo>
                    <a:pt x="160629" y="97751"/>
                  </a:lnTo>
                  <a:lnTo>
                    <a:pt x="161086" y="99428"/>
                  </a:lnTo>
                  <a:lnTo>
                    <a:pt x="159689" y="99085"/>
                  </a:lnTo>
                  <a:lnTo>
                    <a:pt x="156476" y="99275"/>
                  </a:lnTo>
                  <a:lnTo>
                    <a:pt x="153276" y="99479"/>
                  </a:lnTo>
                  <a:lnTo>
                    <a:pt x="150710" y="100444"/>
                  </a:lnTo>
                  <a:lnTo>
                    <a:pt x="150787" y="102349"/>
                  </a:lnTo>
                  <a:lnTo>
                    <a:pt x="118287" y="64427"/>
                  </a:lnTo>
                  <a:lnTo>
                    <a:pt x="120865" y="65024"/>
                  </a:lnTo>
                  <a:lnTo>
                    <a:pt x="127266" y="64630"/>
                  </a:lnTo>
                  <a:lnTo>
                    <a:pt x="128701" y="64096"/>
                  </a:lnTo>
                  <a:lnTo>
                    <a:pt x="128409" y="65811"/>
                  </a:lnTo>
                  <a:lnTo>
                    <a:pt x="128574" y="69545"/>
                  </a:lnTo>
                  <a:lnTo>
                    <a:pt x="128739" y="73291"/>
                  </a:lnTo>
                  <a:lnTo>
                    <a:pt x="129565" y="76276"/>
                  </a:lnTo>
                  <a:lnTo>
                    <a:pt x="131241" y="76161"/>
                  </a:lnTo>
                  <a:lnTo>
                    <a:pt x="131787" y="73101"/>
                  </a:lnTo>
                  <a:lnTo>
                    <a:pt x="131445" y="65620"/>
                  </a:lnTo>
                  <a:lnTo>
                    <a:pt x="130987" y="63957"/>
                  </a:lnTo>
                  <a:lnTo>
                    <a:pt x="132461" y="64300"/>
                  </a:lnTo>
                  <a:lnTo>
                    <a:pt x="135674" y="64096"/>
                  </a:lnTo>
                  <a:lnTo>
                    <a:pt x="138874" y="63893"/>
                  </a:lnTo>
                  <a:lnTo>
                    <a:pt x="141439" y="62941"/>
                  </a:lnTo>
                  <a:lnTo>
                    <a:pt x="141338" y="60972"/>
                  </a:lnTo>
                  <a:lnTo>
                    <a:pt x="138709" y="60350"/>
                  </a:lnTo>
                  <a:lnTo>
                    <a:pt x="132295" y="60744"/>
                  </a:lnTo>
                  <a:lnTo>
                    <a:pt x="130784" y="61315"/>
                  </a:lnTo>
                  <a:lnTo>
                    <a:pt x="131089" y="59563"/>
                  </a:lnTo>
                  <a:lnTo>
                    <a:pt x="130924" y="55829"/>
                  </a:lnTo>
                  <a:lnTo>
                    <a:pt x="130759" y="52082"/>
                  </a:lnTo>
                  <a:lnTo>
                    <a:pt x="129933" y="49098"/>
                  </a:lnTo>
                  <a:lnTo>
                    <a:pt x="129565" y="49123"/>
                  </a:lnTo>
                  <a:lnTo>
                    <a:pt x="161328" y="12077"/>
                  </a:lnTo>
                  <a:lnTo>
                    <a:pt x="160909" y="14452"/>
                  </a:lnTo>
                  <a:lnTo>
                    <a:pt x="161251" y="21932"/>
                  </a:lnTo>
                  <a:lnTo>
                    <a:pt x="161696" y="23596"/>
                  </a:lnTo>
                  <a:lnTo>
                    <a:pt x="160299" y="23253"/>
                  </a:lnTo>
                  <a:lnTo>
                    <a:pt x="157099" y="23456"/>
                  </a:lnTo>
                  <a:lnTo>
                    <a:pt x="153898" y="23660"/>
                  </a:lnTo>
                  <a:lnTo>
                    <a:pt x="151333" y="24612"/>
                  </a:lnTo>
                  <a:lnTo>
                    <a:pt x="151422" y="26581"/>
                  </a:lnTo>
                  <a:lnTo>
                    <a:pt x="154063" y="27203"/>
                  </a:lnTo>
                  <a:lnTo>
                    <a:pt x="160477" y="26809"/>
                  </a:lnTo>
                  <a:lnTo>
                    <a:pt x="161899" y="26276"/>
                  </a:lnTo>
                  <a:lnTo>
                    <a:pt x="161607" y="27990"/>
                  </a:lnTo>
                  <a:lnTo>
                    <a:pt x="161772" y="31724"/>
                  </a:lnTo>
                  <a:lnTo>
                    <a:pt x="161950" y="35471"/>
                  </a:lnTo>
                  <a:lnTo>
                    <a:pt x="162775" y="38455"/>
                  </a:lnTo>
                  <a:lnTo>
                    <a:pt x="164452" y="38354"/>
                  </a:lnTo>
                  <a:lnTo>
                    <a:pt x="164998" y="35280"/>
                  </a:lnTo>
                  <a:lnTo>
                    <a:pt x="164642" y="27800"/>
                  </a:lnTo>
                  <a:lnTo>
                    <a:pt x="164185" y="26123"/>
                  </a:lnTo>
                  <a:lnTo>
                    <a:pt x="165671" y="26479"/>
                  </a:lnTo>
                  <a:lnTo>
                    <a:pt x="168871" y="26276"/>
                  </a:lnTo>
                  <a:lnTo>
                    <a:pt x="172072" y="26073"/>
                  </a:lnTo>
                  <a:lnTo>
                    <a:pt x="174637" y="25107"/>
                  </a:lnTo>
                  <a:lnTo>
                    <a:pt x="174612" y="24765"/>
                  </a:lnTo>
                  <a:lnTo>
                    <a:pt x="195973" y="49657"/>
                  </a:lnTo>
                  <a:lnTo>
                    <a:pt x="194335" y="49745"/>
                  </a:lnTo>
                  <a:lnTo>
                    <a:pt x="193802" y="52819"/>
                  </a:lnTo>
                  <a:lnTo>
                    <a:pt x="194144" y="60286"/>
                  </a:lnTo>
                  <a:lnTo>
                    <a:pt x="194589" y="61963"/>
                  </a:lnTo>
                  <a:lnTo>
                    <a:pt x="193192" y="61620"/>
                  </a:lnTo>
                  <a:lnTo>
                    <a:pt x="189992" y="61810"/>
                  </a:lnTo>
                  <a:lnTo>
                    <a:pt x="186778" y="62014"/>
                  </a:lnTo>
                  <a:lnTo>
                    <a:pt x="184213" y="62979"/>
                  </a:lnTo>
                  <a:lnTo>
                    <a:pt x="184315" y="64935"/>
                  </a:lnTo>
                  <a:lnTo>
                    <a:pt x="186956" y="65570"/>
                  </a:lnTo>
                  <a:lnTo>
                    <a:pt x="193357" y="65163"/>
                  </a:lnTo>
                  <a:lnTo>
                    <a:pt x="194792" y="64630"/>
                  </a:lnTo>
                  <a:lnTo>
                    <a:pt x="194487" y="66357"/>
                  </a:lnTo>
                  <a:lnTo>
                    <a:pt x="194665" y="70091"/>
                  </a:lnTo>
                  <a:lnTo>
                    <a:pt x="194830" y="73825"/>
                  </a:lnTo>
                  <a:lnTo>
                    <a:pt x="195656" y="76809"/>
                  </a:lnTo>
                  <a:lnTo>
                    <a:pt x="196202" y="76784"/>
                  </a:lnTo>
                  <a:lnTo>
                    <a:pt x="196202" y="50355"/>
                  </a:lnTo>
                  <a:lnTo>
                    <a:pt x="196024" y="49720"/>
                  </a:lnTo>
                  <a:lnTo>
                    <a:pt x="205816" y="61137"/>
                  </a:lnTo>
                  <a:lnTo>
                    <a:pt x="205816" y="50482"/>
                  </a:lnTo>
                  <a:lnTo>
                    <a:pt x="172910" y="12103"/>
                  </a:lnTo>
                  <a:lnTo>
                    <a:pt x="172910" y="22771"/>
                  </a:lnTo>
                  <a:lnTo>
                    <a:pt x="171907" y="22529"/>
                  </a:lnTo>
                  <a:lnTo>
                    <a:pt x="165506" y="22923"/>
                  </a:lnTo>
                  <a:lnTo>
                    <a:pt x="163982" y="23507"/>
                  </a:lnTo>
                  <a:lnTo>
                    <a:pt x="164287" y="21742"/>
                  </a:lnTo>
                  <a:lnTo>
                    <a:pt x="164122" y="18008"/>
                  </a:lnTo>
                  <a:lnTo>
                    <a:pt x="163957" y="14262"/>
                  </a:lnTo>
                  <a:lnTo>
                    <a:pt x="163144" y="11366"/>
                  </a:lnTo>
                  <a:lnTo>
                    <a:pt x="172910" y="22771"/>
                  </a:lnTo>
                  <a:lnTo>
                    <a:pt x="172910" y="12103"/>
                  </a:lnTo>
                  <a:lnTo>
                    <a:pt x="171678" y="10655"/>
                  </a:lnTo>
                  <a:lnTo>
                    <a:pt x="163093" y="647"/>
                  </a:lnTo>
                  <a:lnTo>
                    <a:pt x="163093" y="11303"/>
                  </a:lnTo>
                  <a:lnTo>
                    <a:pt x="161937" y="11366"/>
                  </a:lnTo>
                  <a:lnTo>
                    <a:pt x="162547" y="10655"/>
                  </a:lnTo>
                  <a:lnTo>
                    <a:pt x="163093" y="11303"/>
                  </a:lnTo>
                  <a:lnTo>
                    <a:pt x="163093" y="647"/>
                  </a:lnTo>
                  <a:lnTo>
                    <a:pt x="162547" y="0"/>
                  </a:lnTo>
                  <a:lnTo>
                    <a:pt x="128498" y="39712"/>
                  </a:lnTo>
                  <a:lnTo>
                    <a:pt x="128498" y="61417"/>
                  </a:lnTo>
                  <a:lnTo>
                    <a:pt x="127101" y="61074"/>
                  </a:lnTo>
                  <a:lnTo>
                    <a:pt x="123901" y="61277"/>
                  </a:lnTo>
                  <a:lnTo>
                    <a:pt x="120700" y="61480"/>
                  </a:lnTo>
                  <a:lnTo>
                    <a:pt x="118211" y="62420"/>
                  </a:lnTo>
                  <a:lnTo>
                    <a:pt x="118211" y="64338"/>
                  </a:lnTo>
                  <a:lnTo>
                    <a:pt x="117373" y="63347"/>
                  </a:lnTo>
                  <a:lnTo>
                    <a:pt x="118135" y="62458"/>
                  </a:lnTo>
                  <a:lnTo>
                    <a:pt x="118211" y="64338"/>
                  </a:lnTo>
                  <a:lnTo>
                    <a:pt x="118211" y="62420"/>
                  </a:lnTo>
                  <a:lnTo>
                    <a:pt x="127927" y="51041"/>
                  </a:lnTo>
                  <a:lnTo>
                    <a:pt x="127711" y="52273"/>
                  </a:lnTo>
                  <a:lnTo>
                    <a:pt x="128054" y="59753"/>
                  </a:lnTo>
                  <a:lnTo>
                    <a:pt x="128498" y="61417"/>
                  </a:lnTo>
                  <a:lnTo>
                    <a:pt x="128498" y="39712"/>
                  </a:lnTo>
                  <a:lnTo>
                    <a:pt x="108229" y="63347"/>
                  </a:lnTo>
                  <a:lnTo>
                    <a:pt x="162547" y="126695"/>
                  </a:lnTo>
                  <a:lnTo>
                    <a:pt x="171678" y="116039"/>
                  </a:lnTo>
                  <a:lnTo>
                    <a:pt x="213055" y="67779"/>
                  </a:lnTo>
                  <a:lnTo>
                    <a:pt x="263588" y="126695"/>
                  </a:lnTo>
                  <a:lnTo>
                    <a:pt x="272719" y="116039"/>
                  </a:lnTo>
                  <a:lnTo>
                    <a:pt x="317881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8" name="object 2138" descr=""/>
            <p:cNvSpPr/>
            <p:nvPr/>
          </p:nvSpPr>
          <p:spPr>
            <a:xfrm>
              <a:off x="8402244" y="8169014"/>
              <a:ext cx="361315" cy="204470"/>
            </a:xfrm>
            <a:custGeom>
              <a:avLst/>
              <a:gdLst/>
              <a:ahLst/>
              <a:cxnLst/>
              <a:rect l="l" t="t" r="r" b="b"/>
              <a:pathLst>
                <a:path w="361315" h="204470">
                  <a:moveTo>
                    <a:pt x="108610" y="140512"/>
                  </a:moveTo>
                  <a:lnTo>
                    <a:pt x="99491" y="129882"/>
                  </a:lnTo>
                  <a:lnTo>
                    <a:pt x="99491" y="140512"/>
                  </a:lnTo>
                  <a:lnTo>
                    <a:pt x="89369" y="152311"/>
                  </a:lnTo>
                  <a:lnTo>
                    <a:pt x="89649" y="150799"/>
                  </a:lnTo>
                  <a:lnTo>
                    <a:pt x="89293" y="143319"/>
                  </a:lnTo>
                  <a:lnTo>
                    <a:pt x="88836" y="141643"/>
                  </a:lnTo>
                  <a:lnTo>
                    <a:pt x="90322" y="141998"/>
                  </a:lnTo>
                  <a:lnTo>
                    <a:pt x="93522" y="141795"/>
                  </a:lnTo>
                  <a:lnTo>
                    <a:pt x="96723" y="141592"/>
                  </a:lnTo>
                  <a:lnTo>
                    <a:pt x="99288" y="140627"/>
                  </a:lnTo>
                  <a:lnTo>
                    <a:pt x="99263" y="140258"/>
                  </a:lnTo>
                  <a:lnTo>
                    <a:pt x="99491" y="140512"/>
                  </a:lnTo>
                  <a:lnTo>
                    <a:pt x="99491" y="129882"/>
                  </a:lnTo>
                  <a:lnTo>
                    <a:pt x="97574" y="127647"/>
                  </a:lnTo>
                  <a:lnTo>
                    <a:pt x="97574" y="138303"/>
                  </a:lnTo>
                  <a:lnTo>
                    <a:pt x="96558" y="138049"/>
                  </a:lnTo>
                  <a:lnTo>
                    <a:pt x="90157" y="138442"/>
                  </a:lnTo>
                  <a:lnTo>
                    <a:pt x="88633" y="139014"/>
                  </a:lnTo>
                  <a:lnTo>
                    <a:pt x="88950" y="137261"/>
                  </a:lnTo>
                  <a:lnTo>
                    <a:pt x="88773" y="133527"/>
                  </a:lnTo>
                  <a:lnTo>
                    <a:pt x="88607" y="129781"/>
                  </a:lnTo>
                  <a:lnTo>
                    <a:pt x="87972" y="127520"/>
                  </a:lnTo>
                  <a:lnTo>
                    <a:pt x="87972" y="153949"/>
                  </a:lnTo>
                  <a:lnTo>
                    <a:pt x="54317" y="193192"/>
                  </a:lnTo>
                  <a:lnTo>
                    <a:pt x="42646" y="179590"/>
                  </a:lnTo>
                  <a:lnTo>
                    <a:pt x="45212" y="180187"/>
                  </a:lnTo>
                  <a:lnTo>
                    <a:pt x="51612" y="179793"/>
                  </a:lnTo>
                  <a:lnTo>
                    <a:pt x="53047" y="179260"/>
                  </a:lnTo>
                  <a:lnTo>
                    <a:pt x="52755" y="180975"/>
                  </a:lnTo>
                  <a:lnTo>
                    <a:pt x="52920" y="184708"/>
                  </a:lnTo>
                  <a:lnTo>
                    <a:pt x="53086" y="188455"/>
                  </a:lnTo>
                  <a:lnTo>
                    <a:pt x="53911" y="191439"/>
                  </a:lnTo>
                  <a:lnTo>
                    <a:pt x="55587" y="191325"/>
                  </a:lnTo>
                  <a:lnTo>
                    <a:pt x="56134" y="188264"/>
                  </a:lnTo>
                  <a:lnTo>
                    <a:pt x="55791" y="180784"/>
                  </a:lnTo>
                  <a:lnTo>
                    <a:pt x="55333" y="179120"/>
                  </a:lnTo>
                  <a:lnTo>
                    <a:pt x="56807" y="179463"/>
                  </a:lnTo>
                  <a:lnTo>
                    <a:pt x="60020" y="179260"/>
                  </a:lnTo>
                  <a:lnTo>
                    <a:pt x="63220" y="179057"/>
                  </a:lnTo>
                  <a:lnTo>
                    <a:pt x="65786" y="178092"/>
                  </a:lnTo>
                  <a:lnTo>
                    <a:pt x="65697" y="176136"/>
                  </a:lnTo>
                  <a:lnTo>
                    <a:pt x="63055" y="175514"/>
                  </a:lnTo>
                  <a:lnTo>
                    <a:pt x="56642" y="175907"/>
                  </a:lnTo>
                  <a:lnTo>
                    <a:pt x="55130" y="176479"/>
                  </a:lnTo>
                  <a:lnTo>
                    <a:pt x="55435" y="174726"/>
                  </a:lnTo>
                  <a:lnTo>
                    <a:pt x="55270" y="170992"/>
                  </a:lnTo>
                  <a:lnTo>
                    <a:pt x="55105" y="167246"/>
                  </a:lnTo>
                  <a:lnTo>
                    <a:pt x="54279" y="164261"/>
                  </a:lnTo>
                  <a:lnTo>
                    <a:pt x="52603" y="164376"/>
                  </a:lnTo>
                  <a:lnTo>
                    <a:pt x="52057" y="167436"/>
                  </a:lnTo>
                  <a:lnTo>
                    <a:pt x="52400" y="174917"/>
                  </a:lnTo>
                  <a:lnTo>
                    <a:pt x="52844" y="176580"/>
                  </a:lnTo>
                  <a:lnTo>
                    <a:pt x="51447" y="176237"/>
                  </a:lnTo>
                  <a:lnTo>
                    <a:pt x="48247" y="176441"/>
                  </a:lnTo>
                  <a:lnTo>
                    <a:pt x="45046" y="176644"/>
                  </a:lnTo>
                  <a:lnTo>
                    <a:pt x="42481" y="177596"/>
                  </a:lnTo>
                  <a:lnTo>
                    <a:pt x="42557" y="179501"/>
                  </a:lnTo>
                  <a:lnTo>
                    <a:pt x="10045" y="141566"/>
                  </a:lnTo>
                  <a:lnTo>
                    <a:pt x="12623" y="142176"/>
                  </a:lnTo>
                  <a:lnTo>
                    <a:pt x="19037" y="141782"/>
                  </a:lnTo>
                  <a:lnTo>
                    <a:pt x="20472" y="141249"/>
                  </a:lnTo>
                  <a:lnTo>
                    <a:pt x="20180" y="142976"/>
                  </a:lnTo>
                  <a:lnTo>
                    <a:pt x="20345" y="146710"/>
                  </a:lnTo>
                  <a:lnTo>
                    <a:pt x="20523" y="150444"/>
                  </a:lnTo>
                  <a:lnTo>
                    <a:pt x="21336" y="153428"/>
                  </a:lnTo>
                  <a:lnTo>
                    <a:pt x="23012" y="153327"/>
                  </a:lnTo>
                  <a:lnTo>
                    <a:pt x="23558" y="150253"/>
                  </a:lnTo>
                  <a:lnTo>
                    <a:pt x="23215" y="142786"/>
                  </a:lnTo>
                  <a:lnTo>
                    <a:pt x="22745" y="141109"/>
                  </a:lnTo>
                  <a:lnTo>
                    <a:pt x="24231" y="141452"/>
                  </a:lnTo>
                  <a:lnTo>
                    <a:pt x="27432" y="141249"/>
                  </a:lnTo>
                  <a:lnTo>
                    <a:pt x="30645" y="141058"/>
                  </a:lnTo>
                  <a:lnTo>
                    <a:pt x="33210" y="140093"/>
                  </a:lnTo>
                  <a:lnTo>
                    <a:pt x="33108" y="138137"/>
                  </a:lnTo>
                  <a:lnTo>
                    <a:pt x="30467" y="137502"/>
                  </a:lnTo>
                  <a:lnTo>
                    <a:pt x="24066" y="137909"/>
                  </a:lnTo>
                  <a:lnTo>
                    <a:pt x="22555" y="138480"/>
                  </a:lnTo>
                  <a:lnTo>
                    <a:pt x="22860" y="136728"/>
                  </a:lnTo>
                  <a:lnTo>
                    <a:pt x="22694" y="132981"/>
                  </a:lnTo>
                  <a:lnTo>
                    <a:pt x="22517" y="129247"/>
                  </a:lnTo>
                  <a:lnTo>
                    <a:pt x="21691" y="126263"/>
                  </a:lnTo>
                  <a:lnTo>
                    <a:pt x="21336" y="126288"/>
                  </a:lnTo>
                  <a:lnTo>
                    <a:pt x="53098" y="89242"/>
                  </a:lnTo>
                  <a:lnTo>
                    <a:pt x="52679" y="91617"/>
                  </a:lnTo>
                  <a:lnTo>
                    <a:pt x="53022" y="99085"/>
                  </a:lnTo>
                  <a:lnTo>
                    <a:pt x="53467" y="100761"/>
                  </a:lnTo>
                  <a:lnTo>
                    <a:pt x="52070" y="100418"/>
                  </a:lnTo>
                  <a:lnTo>
                    <a:pt x="48869" y="100609"/>
                  </a:lnTo>
                  <a:lnTo>
                    <a:pt x="45669" y="100812"/>
                  </a:lnTo>
                  <a:lnTo>
                    <a:pt x="43103" y="101777"/>
                  </a:lnTo>
                  <a:lnTo>
                    <a:pt x="43192" y="103733"/>
                  </a:lnTo>
                  <a:lnTo>
                    <a:pt x="45834" y="104355"/>
                  </a:lnTo>
                  <a:lnTo>
                    <a:pt x="52235" y="103962"/>
                  </a:lnTo>
                  <a:lnTo>
                    <a:pt x="53670" y="103428"/>
                  </a:lnTo>
                  <a:lnTo>
                    <a:pt x="53378" y="105156"/>
                  </a:lnTo>
                  <a:lnTo>
                    <a:pt x="53543" y="108889"/>
                  </a:lnTo>
                  <a:lnTo>
                    <a:pt x="53708" y="112623"/>
                  </a:lnTo>
                  <a:lnTo>
                    <a:pt x="54533" y="115608"/>
                  </a:lnTo>
                  <a:lnTo>
                    <a:pt x="56210" y="115506"/>
                  </a:lnTo>
                  <a:lnTo>
                    <a:pt x="56756" y="112433"/>
                  </a:lnTo>
                  <a:lnTo>
                    <a:pt x="56413" y="104965"/>
                  </a:lnTo>
                  <a:lnTo>
                    <a:pt x="55956" y="103289"/>
                  </a:lnTo>
                  <a:lnTo>
                    <a:pt x="57429" y="103632"/>
                  </a:lnTo>
                  <a:lnTo>
                    <a:pt x="60642" y="103428"/>
                  </a:lnTo>
                  <a:lnTo>
                    <a:pt x="63842" y="103238"/>
                  </a:lnTo>
                  <a:lnTo>
                    <a:pt x="66408" y="102273"/>
                  </a:lnTo>
                  <a:lnTo>
                    <a:pt x="66382" y="101930"/>
                  </a:lnTo>
                  <a:lnTo>
                    <a:pt x="87731" y="126809"/>
                  </a:lnTo>
                  <a:lnTo>
                    <a:pt x="86106" y="126911"/>
                  </a:lnTo>
                  <a:lnTo>
                    <a:pt x="85559" y="129971"/>
                  </a:lnTo>
                  <a:lnTo>
                    <a:pt x="85902" y="137452"/>
                  </a:lnTo>
                  <a:lnTo>
                    <a:pt x="86347" y="139115"/>
                  </a:lnTo>
                  <a:lnTo>
                    <a:pt x="84963" y="138772"/>
                  </a:lnTo>
                  <a:lnTo>
                    <a:pt x="81749" y="138976"/>
                  </a:lnTo>
                  <a:lnTo>
                    <a:pt x="78549" y="139179"/>
                  </a:lnTo>
                  <a:lnTo>
                    <a:pt x="75984" y="140131"/>
                  </a:lnTo>
                  <a:lnTo>
                    <a:pt x="76073" y="142100"/>
                  </a:lnTo>
                  <a:lnTo>
                    <a:pt x="78714" y="142722"/>
                  </a:lnTo>
                  <a:lnTo>
                    <a:pt x="85128" y="142328"/>
                  </a:lnTo>
                  <a:lnTo>
                    <a:pt x="86550" y="141795"/>
                  </a:lnTo>
                  <a:lnTo>
                    <a:pt x="86258" y="143510"/>
                  </a:lnTo>
                  <a:lnTo>
                    <a:pt x="86423" y="147243"/>
                  </a:lnTo>
                  <a:lnTo>
                    <a:pt x="86601" y="150990"/>
                  </a:lnTo>
                  <a:lnTo>
                    <a:pt x="87426" y="153974"/>
                  </a:lnTo>
                  <a:lnTo>
                    <a:pt x="87972" y="153949"/>
                  </a:lnTo>
                  <a:lnTo>
                    <a:pt x="87972" y="127520"/>
                  </a:lnTo>
                  <a:lnTo>
                    <a:pt x="87795" y="126885"/>
                  </a:lnTo>
                  <a:lnTo>
                    <a:pt x="97574" y="138303"/>
                  </a:lnTo>
                  <a:lnTo>
                    <a:pt x="97574" y="127647"/>
                  </a:lnTo>
                  <a:lnTo>
                    <a:pt x="64681" y="89268"/>
                  </a:lnTo>
                  <a:lnTo>
                    <a:pt x="64681" y="99923"/>
                  </a:lnTo>
                  <a:lnTo>
                    <a:pt x="63677" y="99682"/>
                  </a:lnTo>
                  <a:lnTo>
                    <a:pt x="57264" y="100088"/>
                  </a:lnTo>
                  <a:lnTo>
                    <a:pt x="55753" y="100660"/>
                  </a:lnTo>
                  <a:lnTo>
                    <a:pt x="56057" y="98907"/>
                  </a:lnTo>
                  <a:lnTo>
                    <a:pt x="55892" y="95161"/>
                  </a:lnTo>
                  <a:lnTo>
                    <a:pt x="55727" y="91427"/>
                  </a:lnTo>
                  <a:lnTo>
                    <a:pt x="54914" y="88531"/>
                  </a:lnTo>
                  <a:lnTo>
                    <a:pt x="64681" y="99923"/>
                  </a:lnTo>
                  <a:lnTo>
                    <a:pt x="64681" y="89268"/>
                  </a:lnTo>
                  <a:lnTo>
                    <a:pt x="63449" y="87820"/>
                  </a:lnTo>
                  <a:lnTo>
                    <a:pt x="54851" y="77787"/>
                  </a:lnTo>
                  <a:lnTo>
                    <a:pt x="54851" y="88455"/>
                  </a:lnTo>
                  <a:lnTo>
                    <a:pt x="53721" y="88519"/>
                  </a:lnTo>
                  <a:lnTo>
                    <a:pt x="54317" y="87820"/>
                  </a:lnTo>
                  <a:lnTo>
                    <a:pt x="54851" y="88455"/>
                  </a:lnTo>
                  <a:lnTo>
                    <a:pt x="54851" y="77787"/>
                  </a:lnTo>
                  <a:lnTo>
                    <a:pt x="54317" y="77152"/>
                  </a:lnTo>
                  <a:lnTo>
                    <a:pt x="20269" y="116878"/>
                  </a:lnTo>
                  <a:lnTo>
                    <a:pt x="20269" y="138582"/>
                  </a:lnTo>
                  <a:lnTo>
                    <a:pt x="18872" y="138239"/>
                  </a:lnTo>
                  <a:lnTo>
                    <a:pt x="15671" y="138430"/>
                  </a:lnTo>
                  <a:lnTo>
                    <a:pt x="12458" y="138633"/>
                  </a:lnTo>
                  <a:lnTo>
                    <a:pt x="9982" y="139573"/>
                  </a:lnTo>
                  <a:lnTo>
                    <a:pt x="9982" y="141503"/>
                  </a:lnTo>
                  <a:lnTo>
                    <a:pt x="9144" y="140512"/>
                  </a:lnTo>
                  <a:lnTo>
                    <a:pt x="9893" y="139636"/>
                  </a:lnTo>
                  <a:lnTo>
                    <a:pt x="9982" y="141503"/>
                  </a:lnTo>
                  <a:lnTo>
                    <a:pt x="9982" y="139573"/>
                  </a:lnTo>
                  <a:lnTo>
                    <a:pt x="19685" y="128206"/>
                  </a:lnTo>
                  <a:lnTo>
                    <a:pt x="19481" y="129438"/>
                  </a:lnTo>
                  <a:lnTo>
                    <a:pt x="19824" y="136906"/>
                  </a:lnTo>
                  <a:lnTo>
                    <a:pt x="20269" y="138582"/>
                  </a:lnTo>
                  <a:lnTo>
                    <a:pt x="20269" y="116878"/>
                  </a:lnTo>
                  <a:lnTo>
                    <a:pt x="0" y="140512"/>
                  </a:lnTo>
                  <a:lnTo>
                    <a:pt x="54317" y="203860"/>
                  </a:lnTo>
                  <a:lnTo>
                    <a:pt x="63449" y="193192"/>
                  </a:lnTo>
                  <a:lnTo>
                    <a:pt x="108610" y="140512"/>
                  </a:lnTo>
                  <a:close/>
                </a:path>
                <a:path w="361315" h="204470">
                  <a:moveTo>
                    <a:pt x="165887" y="102273"/>
                  </a:moveTo>
                  <a:lnTo>
                    <a:pt x="165785" y="100317"/>
                  </a:lnTo>
                  <a:lnTo>
                    <a:pt x="163156" y="99682"/>
                  </a:lnTo>
                  <a:lnTo>
                    <a:pt x="156743" y="100088"/>
                  </a:lnTo>
                  <a:lnTo>
                    <a:pt x="155232" y="100660"/>
                  </a:lnTo>
                  <a:lnTo>
                    <a:pt x="155536" y="98907"/>
                  </a:lnTo>
                  <a:lnTo>
                    <a:pt x="155371" y="95161"/>
                  </a:lnTo>
                  <a:lnTo>
                    <a:pt x="155206" y="91427"/>
                  </a:lnTo>
                  <a:lnTo>
                    <a:pt x="154381" y="88442"/>
                  </a:lnTo>
                  <a:lnTo>
                    <a:pt x="152704" y="88544"/>
                  </a:lnTo>
                  <a:lnTo>
                    <a:pt x="152158" y="91617"/>
                  </a:lnTo>
                  <a:lnTo>
                    <a:pt x="152501" y="99085"/>
                  </a:lnTo>
                  <a:lnTo>
                    <a:pt x="152946" y="100761"/>
                  </a:lnTo>
                  <a:lnTo>
                    <a:pt x="151549" y="100418"/>
                  </a:lnTo>
                  <a:lnTo>
                    <a:pt x="148348" y="100609"/>
                  </a:lnTo>
                  <a:lnTo>
                    <a:pt x="145148" y="100812"/>
                  </a:lnTo>
                  <a:lnTo>
                    <a:pt x="142582" y="101777"/>
                  </a:lnTo>
                  <a:lnTo>
                    <a:pt x="142671" y="103733"/>
                  </a:lnTo>
                  <a:lnTo>
                    <a:pt x="145313" y="104355"/>
                  </a:lnTo>
                  <a:lnTo>
                    <a:pt x="151714" y="103962"/>
                  </a:lnTo>
                  <a:lnTo>
                    <a:pt x="153149" y="103428"/>
                  </a:lnTo>
                  <a:lnTo>
                    <a:pt x="152857" y="105156"/>
                  </a:lnTo>
                  <a:lnTo>
                    <a:pt x="153022" y="108889"/>
                  </a:lnTo>
                  <a:lnTo>
                    <a:pt x="153200" y="112623"/>
                  </a:lnTo>
                  <a:lnTo>
                    <a:pt x="154012" y="115608"/>
                  </a:lnTo>
                  <a:lnTo>
                    <a:pt x="155689" y="115506"/>
                  </a:lnTo>
                  <a:lnTo>
                    <a:pt x="156235" y="112433"/>
                  </a:lnTo>
                  <a:lnTo>
                    <a:pt x="155892" y="104965"/>
                  </a:lnTo>
                  <a:lnTo>
                    <a:pt x="155435" y="103289"/>
                  </a:lnTo>
                  <a:lnTo>
                    <a:pt x="156908" y="103632"/>
                  </a:lnTo>
                  <a:lnTo>
                    <a:pt x="160121" y="103428"/>
                  </a:lnTo>
                  <a:lnTo>
                    <a:pt x="163322" y="103238"/>
                  </a:lnTo>
                  <a:lnTo>
                    <a:pt x="165887" y="102273"/>
                  </a:lnTo>
                  <a:close/>
                </a:path>
                <a:path w="361315" h="204470">
                  <a:moveTo>
                    <a:pt x="198767" y="140627"/>
                  </a:moveTo>
                  <a:lnTo>
                    <a:pt x="198678" y="138671"/>
                  </a:lnTo>
                  <a:lnTo>
                    <a:pt x="196037" y="138049"/>
                  </a:lnTo>
                  <a:lnTo>
                    <a:pt x="189636" y="138442"/>
                  </a:lnTo>
                  <a:lnTo>
                    <a:pt x="187071" y="139407"/>
                  </a:lnTo>
                  <a:lnTo>
                    <a:pt x="187159" y="141363"/>
                  </a:lnTo>
                  <a:lnTo>
                    <a:pt x="189801" y="141998"/>
                  </a:lnTo>
                  <a:lnTo>
                    <a:pt x="193001" y="141795"/>
                  </a:lnTo>
                  <a:lnTo>
                    <a:pt x="196202" y="141592"/>
                  </a:lnTo>
                  <a:lnTo>
                    <a:pt x="198767" y="140627"/>
                  </a:lnTo>
                  <a:close/>
                </a:path>
                <a:path w="361315" h="204470">
                  <a:moveTo>
                    <a:pt x="310451" y="140512"/>
                  </a:moveTo>
                  <a:lnTo>
                    <a:pt x="301320" y="129870"/>
                  </a:lnTo>
                  <a:lnTo>
                    <a:pt x="301320" y="140512"/>
                  </a:lnTo>
                  <a:lnTo>
                    <a:pt x="291198" y="152311"/>
                  </a:lnTo>
                  <a:lnTo>
                    <a:pt x="291477" y="150799"/>
                  </a:lnTo>
                  <a:lnTo>
                    <a:pt x="291134" y="143319"/>
                  </a:lnTo>
                  <a:lnTo>
                    <a:pt x="290664" y="141655"/>
                  </a:lnTo>
                  <a:lnTo>
                    <a:pt x="292150" y="141998"/>
                  </a:lnTo>
                  <a:lnTo>
                    <a:pt x="295351" y="141795"/>
                  </a:lnTo>
                  <a:lnTo>
                    <a:pt x="298564" y="141592"/>
                  </a:lnTo>
                  <a:lnTo>
                    <a:pt x="301129" y="140627"/>
                  </a:lnTo>
                  <a:lnTo>
                    <a:pt x="301104" y="140271"/>
                  </a:lnTo>
                  <a:lnTo>
                    <a:pt x="301320" y="140512"/>
                  </a:lnTo>
                  <a:lnTo>
                    <a:pt x="301320" y="129870"/>
                  </a:lnTo>
                  <a:lnTo>
                    <a:pt x="299402" y="127635"/>
                  </a:lnTo>
                  <a:lnTo>
                    <a:pt x="299402" y="138303"/>
                  </a:lnTo>
                  <a:lnTo>
                    <a:pt x="298386" y="138049"/>
                  </a:lnTo>
                  <a:lnTo>
                    <a:pt x="291985" y="138442"/>
                  </a:lnTo>
                  <a:lnTo>
                    <a:pt x="290474" y="139014"/>
                  </a:lnTo>
                  <a:lnTo>
                    <a:pt x="290779" y="137261"/>
                  </a:lnTo>
                  <a:lnTo>
                    <a:pt x="290614" y="133527"/>
                  </a:lnTo>
                  <a:lnTo>
                    <a:pt x="290436" y="129781"/>
                  </a:lnTo>
                  <a:lnTo>
                    <a:pt x="289801" y="127520"/>
                  </a:lnTo>
                  <a:lnTo>
                    <a:pt x="289801" y="153949"/>
                  </a:lnTo>
                  <a:lnTo>
                    <a:pt x="256146" y="193192"/>
                  </a:lnTo>
                  <a:lnTo>
                    <a:pt x="244475" y="179590"/>
                  </a:lnTo>
                  <a:lnTo>
                    <a:pt x="247040" y="180187"/>
                  </a:lnTo>
                  <a:lnTo>
                    <a:pt x="253453" y="179793"/>
                  </a:lnTo>
                  <a:lnTo>
                    <a:pt x="254876" y="179260"/>
                  </a:lnTo>
                  <a:lnTo>
                    <a:pt x="254584" y="180975"/>
                  </a:lnTo>
                  <a:lnTo>
                    <a:pt x="254749" y="184708"/>
                  </a:lnTo>
                  <a:lnTo>
                    <a:pt x="254927" y="188455"/>
                  </a:lnTo>
                  <a:lnTo>
                    <a:pt x="255752" y="191439"/>
                  </a:lnTo>
                  <a:lnTo>
                    <a:pt x="257429" y="191325"/>
                  </a:lnTo>
                  <a:lnTo>
                    <a:pt x="257962" y="188264"/>
                  </a:lnTo>
                  <a:lnTo>
                    <a:pt x="257619" y="180784"/>
                  </a:lnTo>
                  <a:lnTo>
                    <a:pt x="257162" y="179108"/>
                  </a:lnTo>
                  <a:lnTo>
                    <a:pt x="258648" y="179463"/>
                  </a:lnTo>
                  <a:lnTo>
                    <a:pt x="261848" y="179260"/>
                  </a:lnTo>
                  <a:lnTo>
                    <a:pt x="265049" y="179057"/>
                  </a:lnTo>
                  <a:lnTo>
                    <a:pt x="267614" y="178092"/>
                  </a:lnTo>
                  <a:lnTo>
                    <a:pt x="267525" y="176136"/>
                  </a:lnTo>
                  <a:lnTo>
                    <a:pt x="264883" y="175514"/>
                  </a:lnTo>
                  <a:lnTo>
                    <a:pt x="258470" y="175907"/>
                  </a:lnTo>
                  <a:lnTo>
                    <a:pt x="256959" y="176479"/>
                  </a:lnTo>
                  <a:lnTo>
                    <a:pt x="257263" y="174726"/>
                  </a:lnTo>
                  <a:lnTo>
                    <a:pt x="257098" y="170992"/>
                  </a:lnTo>
                  <a:lnTo>
                    <a:pt x="256933" y="167246"/>
                  </a:lnTo>
                  <a:lnTo>
                    <a:pt x="256108" y="164261"/>
                  </a:lnTo>
                  <a:lnTo>
                    <a:pt x="254431" y="164376"/>
                  </a:lnTo>
                  <a:lnTo>
                    <a:pt x="253885" y="167436"/>
                  </a:lnTo>
                  <a:lnTo>
                    <a:pt x="254228" y="174917"/>
                  </a:lnTo>
                  <a:lnTo>
                    <a:pt x="254673" y="176580"/>
                  </a:lnTo>
                  <a:lnTo>
                    <a:pt x="253276" y="176237"/>
                  </a:lnTo>
                  <a:lnTo>
                    <a:pt x="250075" y="176441"/>
                  </a:lnTo>
                  <a:lnTo>
                    <a:pt x="246875" y="176644"/>
                  </a:lnTo>
                  <a:lnTo>
                    <a:pt x="244309" y="177596"/>
                  </a:lnTo>
                  <a:lnTo>
                    <a:pt x="244386" y="179501"/>
                  </a:lnTo>
                  <a:lnTo>
                    <a:pt x="211874" y="141566"/>
                  </a:lnTo>
                  <a:lnTo>
                    <a:pt x="214464" y="142176"/>
                  </a:lnTo>
                  <a:lnTo>
                    <a:pt x="220865" y="141782"/>
                  </a:lnTo>
                  <a:lnTo>
                    <a:pt x="222300" y="141249"/>
                  </a:lnTo>
                  <a:lnTo>
                    <a:pt x="222008" y="142976"/>
                  </a:lnTo>
                  <a:lnTo>
                    <a:pt x="222173" y="146710"/>
                  </a:lnTo>
                  <a:lnTo>
                    <a:pt x="222338" y="150444"/>
                  </a:lnTo>
                  <a:lnTo>
                    <a:pt x="223164" y="153428"/>
                  </a:lnTo>
                  <a:lnTo>
                    <a:pt x="224840" y="153327"/>
                  </a:lnTo>
                  <a:lnTo>
                    <a:pt x="225386" y="150253"/>
                  </a:lnTo>
                  <a:lnTo>
                    <a:pt x="225044" y="142786"/>
                  </a:lnTo>
                  <a:lnTo>
                    <a:pt x="224586" y="141109"/>
                  </a:lnTo>
                  <a:lnTo>
                    <a:pt x="226060" y="141452"/>
                  </a:lnTo>
                  <a:lnTo>
                    <a:pt x="229273" y="141249"/>
                  </a:lnTo>
                  <a:lnTo>
                    <a:pt x="232473" y="141058"/>
                  </a:lnTo>
                  <a:lnTo>
                    <a:pt x="235038" y="140093"/>
                  </a:lnTo>
                  <a:lnTo>
                    <a:pt x="234937" y="138137"/>
                  </a:lnTo>
                  <a:lnTo>
                    <a:pt x="232308" y="137502"/>
                  </a:lnTo>
                  <a:lnTo>
                    <a:pt x="225894" y="137909"/>
                  </a:lnTo>
                  <a:lnTo>
                    <a:pt x="224383" y="138480"/>
                  </a:lnTo>
                  <a:lnTo>
                    <a:pt x="224688" y="136728"/>
                  </a:lnTo>
                  <a:lnTo>
                    <a:pt x="224523" y="132981"/>
                  </a:lnTo>
                  <a:lnTo>
                    <a:pt x="224345" y="129247"/>
                  </a:lnTo>
                  <a:lnTo>
                    <a:pt x="223532" y="126263"/>
                  </a:lnTo>
                  <a:lnTo>
                    <a:pt x="223164" y="126288"/>
                  </a:lnTo>
                  <a:lnTo>
                    <a:pt x="254927" y="89242"/>
                  </a:lnTo>
                  <a:lnTo>
                    <a:pt x="254508" y="91617"/>
                  </a:lnTo>
                  <a:lnTo>
                    <a:pt x="254850" y="99085"/>
                  </a:lnTo>
                  <a:lnTo>
                    <a:pt x="255308" y="100761"/>
                  </a:lnTo>
                  <a:lnTo>
                    <a:pt x="253898" y="100418"/>
                  </a:lnTo>
                  <a:lnTo>
                    <a:pt x="250698" y="100609"/>
                  </a:lnTo>
                  <a:lnTo>
                    <a:pt x="247497" y="100812"/>
                  </a:lnTo>
                  <a:lnTo>
                    <a:pt x="244932" y="101777"/>
                  </a:lnTo>
                  <a:lnTo>
                    <a:pt x="245021" y="103733"/>
                  </a:lnTo>
                  <a:lnTo>
                    <a:pt x="247662" y="104355"/>
                  </a:lnTo>
                  <a:lnTo>
                    <a:pt x="254076" y="103962"/>
                  </a:lnTo>
                  <a:lnTo>
                    <a:pt x="255498" y="103428"/>
                  </a:lnTo>
                  <a:lnTo>
                    <a:pt x="255206" y="105156"/>
                  </a:lnTo>
                  <a:lnTo>
                    <a:pt x="255371" y="108889"/>
                  </a:lnTo>
                  <a:lnTo>
                    <a:pt x="255536" y="112623"/>
                  </a:lnTo>
                  <a:lnTo>
                    <a:pt x="256374" y="115608"/>
                  </a:lnTo>
                  <a:lnTo>
                    <a:pt x="258051" y="115506"/>
                  </a:lnTo>
                  <a:lnTo>
                    <a:pt x="258584" y="112433"/>
                  </a:lnTo>
                  <a:lnTo>
                    <a:pt x="258241" y="104965"/>
                  </a:lnTo>
                  <a:lnTo>
                    <a:pt x="257784" y="103289"/>
                  </a:lnTo>
                  <a:lnTo>
                    <a:pt x="259270" y="103632"/>
                  </a:lnTo>
                  <a:lnTo>
                    <a:pt x="262470" y="103428"/>
                  </a:lnTo>
                  <a:lnTo>
                    <a:pt x="265671" y="103238"/>
                  </a:lnTo>
                  <a:lnTo>
                    <a:pt x="268236" y="102273"/>
                  </a:lnTo>
                  <a:lnTo>
                    <a:pt x="268211" y="101930"/>
                  </a:lnTo>
                  <a:lnTo>
                    <a:pt x="289560" y="126809"/>
                  </a:lnTo>
                  <a:lnTo>
                    <a:pt x="287934" y="126911"/>
                  </a:lnTo>
                  <a:lnTo>
                    <a:pt x="287401" y="129971"/>
                  </a:lnTo>
                  <a:lnTo>
                    <a:pt x="287743" y="137452"/>
                  </a:lnTo>
                  <a:lnTo>
                    <a:pt x="288188" y="139115"/>
                  </a:lnTo>
                  <a:lnTo>
                    <a:pt x="286791" y="138772"/>
                  </a:lnTo>
                  <a:lnTo>
                    <a:pt x="283591" y="138976"/>
                  </a:lnTo>
                  <a:lnTo>
                    <a:pt x="280377" y="139179"/>
                  </a:lnTo>
                  <a:lnTo>
                    <a:pt x="277812" y="140131"/>
                  </a:lnTo>
                  <a:lnTo>
                    <a:pt x="277914" y="142100"/>
                  </a:lnTo>
                  <a:lnTo>
                    <a:pt x="280543" y="142722"/>
                  </a:lnTo>
                  <a:lnTo>
                    <a:pt x="286956" y="142328"/>
                  </a:lnTo>
                  <a:lnTo>
                    <a:pt x="288391" y="141795"/>
                  </a:lnTo>
                  <a:lnTo>
                    <a:pt x="288099" y="143510"/>
                  </a:lnTo>
                  <a:lnTo>
                    <a:pt x="288264" y="147243"/>
                  </a:lnTo>
                  <a:lnTo>
                    <a:pt x="288429" y="150990"/>
                  </a:lnTo>
                  <a:lnTo>
                    <a:pt x="289255" y="153974"/>
                  </a:lnTo>
                  <a:lnTo>
                    <a:pt x="289801" y="153949"/>
                  </a:lnTo>
                  <a:lnTo>
                    <a:pt x="289801" y="127520"/>
                  </a:lnTo>
                  <a:lnTo>
                    <a:pt x="289623" y="126885"/>
                  </a:lnTo>
                  <a:lnTo>
                    <a:pt x="299402" y="138303"/>
                  </a:lnTo>
                  <a:lnTo>
                    <a:pt x="299402" y="127635"/>
                  </a:lnTo>
                  <a:lnTo>
                    <a:pt x="266509" y="89268"/>
                  </a:lnTo>
                  <a:lnTo>
                    <a:pt x="266509" y="99923"/>
                  </a:lnTo>
                  <a:lnTo>
                    <a:pt x="265506" y="99682"/>
                  </a:lnTo>
                  <a:lnTo>
                    <a:pt x="259092" y="100088"/>
                  </a:lnTo>
                  <a:lnTo>
                    <a:pt x="257581" y="100660"/>
                  </a:lnTo>
                  <a:lnTo>
                    <a:pt x="257886" y="98907"/>
                  </a:lnTo>
                  <a:lnTo>
                    <a:pt x="257721" y="95161"/>
                  </a:lnTo>
                  <a:lnTo>
                    <a:pt x="257556" y="91427"/>
                  </a:lnTo>
                  <a:lnTo>
                    <a:pt x="256743" y="88531"/>
                  </a:lnTo>
                  <a:lnTo>
                    <a:pt x="266509" y="99923"/>
                  </a:lnTo>
                  <a:lnTo>
                    <a:pt x="266509" y="89268"/>
                  </a:lnTo>
                  <a:lnTo>
                    <a:pt x="265277" y="87820"/>
                  </a:lnTo>
                  <a:lnTo>
                    <a:pt x="256679" y="77787"/>
                  </a:lnTo>
                  <a:lnTo>
                    <a:pt x="256679" y="88455"/>
                  </a:lnTo>
                  <a:lnTo>
                    <a:pt x="255549" y="88519"/>
                  </a:lnTo>
                  <a:lnTo>
                    <a:pt x="256146" y="87820"/>
                  </a:lnTo>
                  <a:lnTo>
                    <a:pt x="256679" y="88455"/>
                  </a:lnTo>
                  <a:lnTo>
                    <a:pt x="256679" y="77787"/>
                  </a:lnTo>
                  <a:lnTo>
                    <a:pt x="256146" y="77152"/>
                  </a:lnTo>
                  <a:lnTo>
                    <a:pt x="222097" y="116878"/>
                  </a:lnTo>
                  <a:lnTo>
                    <a:pt x="222097" y="138582"/>
                  </a:lnTo>
                  <a:lnTo>
                    <a:pt x="220700" y="138239"/>
                  </a:lnTo>
                  <a:lnTo>
                    <a:pt x="217500" y="138430"/>
                  </a:lnTo>
                  <a:lnTo>
                    <a:pt x="214287" y="138633"/>
                  </a:lnTo>
                  <a:lnTo>
                    <a:pt x="211810" y="139573"/>
                  </a:lnTo>
                  <a:lnTo>
                    <a:pt x="211810" y="141503"/>
                  </a:lnTo>
                  <a:lnTo>
                    <a:pt x="210972" y="140512"/>
                  </a:lnTo>
                  <a:lnTo>
                    <a:pt x="211721" y="139649"/>
                  </a:lnTo>
                  <a:lnTo>
                    <a:pt x="211810" y="141503"/>
                  </a:lnTo>
                  <a:lnTo>
                    <a:pt x="211810" y="139573"/>
                  </a:lnTo>
                  <a:lnTo>
                    <a:pt x="221526" y="128206"/>
                  </a:lnTo>
                  <a:lnTo>
                    <a:pt x="221310" y="129438"/>
                  </a:lnTo>
                  <a:lnTo>
                    <a:pt x="221653" y="136906"/>
                  </a:lnTo>
                  <a:lnTo>
                    <a:pt x="222097" y="138582"/>
                  </a:lnTo>
                  <a:lnTo>
                    <a:pt x="222097" y="116878"/>
                  </a:lnTo>
                  <a:lnTo>
                    <a:pt x="201828" y="140512"/>
                  </a:lnTo>
                  <a:lnTo>
                    <a:pt x="256146" y="203860"/>
                  </a:lnTo>
                  <a:lnTo>
                    <a:pt x="265277" y="193192"/>
                  </a:lnTo>
                  <a:lnTo>
                    <a:pt x="310451" y="140512"/>
                  </a:lnTo>
                  <a:close/>
                </a:path>
                <a:path w="361315" h="204470">
                  <a:moveTo>
                    <a:pt x="360984" y="63347"/>
                  </a:moveTo>
                  <a:lnTo>
                    <a:pt x="351853" y="52705"/>
                  </a:lnTo>
                  <a:lnTo>
                    <a:pt x="351853" y="63347"/>
                  </a:lnTo>
                  <a:lnTo>
                    <a:pt x="341757" y="75133"/>
                  </a:lnTo>
                  <a:lnTo>
                    <a:pt x="342023" y="73634"/>
                  </a:lnTo>
                  <a:lnTo>
                    <a:pt x="341668" y="66167"/>
                  </a:lnTo>
                  <a:lnTo>
                    <a:pt x="341210" y="64490"/>
                  </a:lnTo>
                  <a:lnTo>
                    <a:pt x="342696" y="64833"/>
                  </a:lnTo>
                  <a:lnTo>
                    <a:pt x="345897" y="64630"/>
                  </a:lnTo>
                  <a:lnTo>
                    <a:pt x="349097" y="64439"/>
                  </a:lnTo>
                  <a:lnTo>
                    <a:pt x="351663" y="63474"/>
                  </a:lnTo>
                  <a:lnTo>
                    <a:pt x="351637" y="63106"/>
                  </a:lnTo>
                  <a:lnTo>
                    <a:pt x="351853" y="63347"/>
                  </a:lnTo>
                  <a:lnTo>
                    <a:pt x="351853" y="52705"/>
                  </a:lnTo>
                  <a:lnTo>
                    <a:pt x="349948" y="50482"/>
                  </a:lnTo>
                  <a:lnTo>
                    <a:pt x="349948" y="61137"/>
                  </a:lnTo>
                  <a:lnTo>
                    <a:pt x="348932" y="60883"/>
                  </a:lnTo>
                  <a:lnTo>
                    <a:pt x="342531" y="61277"/>
                  </a:lnTo>
                  <a:lnTo>
                    <a:pt x="341020" y="61849"/>
                  </a:lnTo>
                  <a:lnTo>
                    <a:pt x="341325" y="60096"/>
                  </a:lnTo>
                  <a:lnTo>
                    <a:pt x="341147" y="56362"/>
                  </a:lnTo>
                  <a:lnTo>
                    <a:pt x="340982" y="52628"/>
                  </a:lnTo>
                  <a:lnTo>
                    <a:pt x="340334" y="50330"/>
                  </a:lnTo>
                  <a:lnTo>
                    <a:pt x="340334" y="76784"/>
                  </a:lnTo>
                  <a:lnTo>
                    <a:pt x="306692" y="116039"/>
                  </a:lnTo>
                  <a:lnTo>
                    <a:pt x="294995" y="102425"/>
                  </a:lnTo>
                  <a:lnTo>
                    <a:pt x="297586" y="103022"/>
                  </a:lnTo>
                  <a:lnTo>
                    <a:pt x="303987" y="102628"/>
                  </a:lnTo>
                  <a:lnTo>
                    <a:pt x="305422" y="102095"/>
                  </a:lnTo>
                  <a:lnTo>
                    <a:pt x="305130" y="103809"/>
                  </a:lnTo>
                  <a:lnTo>
                    <a:pt x="305295" y="107556"/>
                  </a:lnTo>
                  <a:lnTo>
                    <a:pt x="305460" y="111290"/>
                  </a:lnTo>
                  <a:lnTo>
                    <a:pt x="306285" y="114274"/>
                  </a:lnTo>
                  <a:lnTo>
                    <a:pt x="307962" y="114173"/>
                  </a:lnTo>
                  <a:lnTo>
                    <a:pt x="308508" y="111099"/>
                  </a:lnTo>
                  <a:lnTo>
                    <a:pt x="308165" y="103632"/>
                  </a:lnTo>
                  <a:lnTo>
                    <a:pt x="307695" y="101942"/>
                  </a:lnTo>
                  <a:lnTo>
                    <a:pt x="309181" y="102298"/>
                  </a:lnTo>
                  <a:lnTo>
                    <a:pt x="312394" y="102095"/>
                  </a:lnTo>
                  <a:lnTo>
                    <a:pt x="315595" y="101904"/>
                  </a:lnTo>
                  <a:lnTo>
                    <a:pt x="318160" y="100939"/>
                  </a:lnTo>
                  <a:lnTo>
                    <a:pt x="318071" y="98983"/>
                  </a:lnTo>
                  <a:lnTo>
                    <a:pt x="315429" y="98348"/>
                  </a:lnTo>
                  <a:lnTo>
                    <a:pt x="309016" y="98742"/>
                  </a:lnTo>
                  <a:lnTo>
                    <a:pt x="307505" y="99314"/>
                  </a:lnTo>
                  <a:lnTo>
                    <a:pt x="307809" y="97561"/>
                  </a:lnTo>
                  <a:lnTo>
                    <a:pt x="307644" y="93827"/>
                  </a:lnTo>
                  <a:lnTo>
                    <a:pt x="307479" y="90093"/>
                  </a:lnTo>
                  <a:lnTo>
                    <a:pt x="306654" y="87109"/>
                  </a:lnTo>
                  <a:lnTo>
                    <a:pt x="304977" y="87210"/>
                  </a:lnTo>
                  <a:lnTo>
                    <a:pt x="304431" y="90284"/>
                  </a:lnTo>
                  <a:lnTo>
                    <a:pt x="304774" y="97751"/>
                  </a:lnTo>
                  <a:lnTo>
                    <a:pt x="305219" y="99428"/>
                  </a:lnTo>
                  <a:lnTo>
                    <a:pt x="303822" y="99085"/>
                  </a:lnTo>
                  <a:lnTo>
                    <a:pt x="300621" y="99275"/>
                  </a:lnTo>
                  <a:lnTo>
                    <a:pt x="297421" y="99479"/>
                  </a:lnTo>
                  <a:lnTo>
                    <a:pt x="294855" y="100444"/>
                  </a:lnTo>
                  <a:lnTo>
                    <a:pt x="294932" y="102349"/>
                  </a:lnTo>
                  <a:lnTo>
                    <a:pt x="262420" y="64414"/>
                  </a:lnTo>
                  <a:lnTo>
                    <a:pt x="264998" y="65024"/>
                  </a:lnTo>
                  <a:lnTo>
                    <a:pt x="271411" y="64617"/>
                  </a:lnTo>
                  <a:lnTo>
                    <a:pt x="272846" y="64084"/>
                  </a:lnTo>
                  <a:lnTo>
                    <a:pt x="272554" y="65811"/>
                  </a:lnTo>
                  <a:lnTo>
                    <a:pt x="272719" y="69545"/>
                  </a:lnTo>
                  <a:lnTo>
                    <a:pt x="272884" y="73291"/>
                  </a:lnTo>
                  <a:lnTo>
                    <a:pt x="273710" y="76276"/>
                  </a:lnTo>
                  <a:lnTo>
                    <a:pt x="275386" y="76161"/>
                  </a:lnTo>
                  <a:lnTo>
                    <a:pt x="275932" y="73101"/>
                  </a:lnTo>
                  <a:lnTo>
                    <a:pt x="275590" y="65620"/>
                  </a:lnTo>
                  <a:lnTo>
                    <a:pt x="275120" y="63944"/>
                  </a:lnTo>
                  <a:lnTo>
                    <a:pt x="276606" y="64287"/>
                  </a:lnTo>
                  <a:lnTo>
                    <a:pt x="279806" y="64096"/>
                  </a:lnTo>
                  <a:lnTo>
                    <a:pt x="283019" y="63893"/>
                  </a:lnTo>
                  <a:lnTo>
                    <a:pt x="285584" y="62928"/>
                  </a:lnTo>
                  <a:lnTo>
                    <a:pt x="285483" y="60972"/>
                  </a:lnTo>
                  <a:lnTo>
                    <a:pt x="282841" y="60350"/>
                  </a:lnTo>
                  <a:lnTo>
                    <a:pt x="276440" y="60744"/>
                  </a:lnTo>
                  <a:lnTo>
                    <a:pt x="274929" y="61315"/>
                  </a:lnTo>
                  <a:lnTo>
                    <a:pt x="275234" y="59563"/>
                  </a:lnTo>
                  <a:lnTo>
                    <a:pt x="275069" y="55829"/>
                  </a:lnTo>
                  <a:lnTo>
                    <a:pt x="274891" y="52082"/>
                  </a:lnTo>
                  <a:lnTo>
                    <a:pt x="274066" y="49098"/>
                  </a:lnTo>
                  <a:lnTo>
                    <a:pt x="273710" y="49123"/>
                  </a:lnTo>
                  <a:lnTo>
                    <a:pt x="305473" y="12077"/>
                  </a:lnTo>
                  <a:lnTo>
                    <a:pt x="305054" y="14452"/>
                  </a:lnTo>
                  <a:lnTo>
                    <a:pt x="305396" y="21932"/>
                  </a:lnTo>
                  <a:lnTo>
                    <a:pt x="305841" y="23583"/>
                  </a:lnTo>
                  <a:lnTo>
                    <a:pt x="304444" y="23253"/>
                  </a:lnTo>
                  <a:lnTo>
                    <a:pt x="301244" y="23456"/>
                  </a:lnTo>
                  <a:lnTo>
                    <a:pt x="298043" y="23647"/>
                  </a:lnTo>
                  <a:lnTo>
                    <a:pt x="295478" y="24612"/>
                  </a:lnTo>
                  <a:lnTo>
                    <a:pt x="295567" y="26568"/>
                  </a:lnTo>
                  <a:lnTo>
                    <a:pt x="298208" y="27203"/>
                  </a:lnTo>
                  <a:lnTo>
                    <a:pt x="304609" y="26797"/>
                  </a:lnTo>
                  <a:lnTo>
                    <a:pt x="307174" y="25844"/>
                  </a:lnTo>
                  <a:lnTo>
                    <a:pt x="307124" y="24879"/>
                  </a:lnTo>
                  <a:lnTo>
                    <a:pt x="307898" y="24815"/>
                  </a:lnTo>
                  <a:lnTo>
                    <a:pt x="308432" y="21742"/>
                  </a:lnTo>
                  <a:lnTo>
                    <a:pt x="308267" y="18008"/>
                  </a:lnTo>
                  <a:lnTo>
                    <a:pt x="308102" y="14262"/>
                  </a:lnTo>
                  <a:lnTo>
                    <a:pt x="307289" y="11366"/>
                  </a:lnTo>
                  <a:lnTo>
                    <a:pt x="340106" y="49657"/>
                  </a:lnTo>
                  <a:lnTo>
                    <a:pt x="338480" y="49745"/>
                  </a:lnTo>
                  <a:lnTo>
                    <a:pt x="337934" y="52819"/>
                  </a:lnTo>
                  <a:lnTo>
                    <a:pt x="338289" y="60286"/>
                  </a:lnTo>
                  <a:lnTo>
                    <a:pt x="338734" y="61963"/>
                  </a:lnTo>
                  <a:lnTo>
                    <a:pt x="337337" y="61620"/>
                  </a:lnTo>
                  <a:lnTo>
                    <a:pt x="334124" y="61810"/>
                  </a:lnTo>
                  <a:lnTo>
                    <a:pt x="330923" y="62014"/>
                  </a:lnTo>
                  <a:lnTo>
                    <a:pt x="328358" y="62979"/>
                  </a:lnTo>
                  <a:lnTo>
                    <a:pt x="328447" y="64935"/>
                  </a:lnTo>
                  <a:lnTo>
                    <a:pt x="331089" y="65557"/>
                  </a:lnTo>
                  <a:lnTo>
                    <a:pt x="337502" y="65163"/>
                  </a:lnTo>
                  <a:lnTo>
                    <a:pt x="338924" y="64630"/>
                  </a:lnTo>
                  <a:lnTo>
                    <a:pt x="338632" y="66344"/>
                  </a:lnTo>
                  <a:lnTo>
                    <a:pt x="338797" y="70091"/>
                  </a:lnTo>
                  <a:lnTo>
                    <a:pt x="338975" y="73825"/>
                  </a:lnTo>
                  <a:lnTo>
                    <a:pt x="339801" y="76809"/>
                  </a:lnTo>
                  <a:lnTo>
                    <a:pt x="340334" y="76784"/>
                  </a:lnTo>
                  <a:lnTo>
                    <a:pt x="340334" y="50330"/>
                  </a:lnTo>
                  <a:lnTo>
                    <a:pt x="340169" y="49733"/>
                  </a:lnTo>
                  <a:lnTo>
                    <a:pt x="349948" y="61137"/>
                  </a:lnTo>
                  <a:lnTo>
                    <a:pt x="349948" y="50482"/>
                  </a:lnTo>
                  <a:lnTo>
                    <a:pt x="315823" y="10655"/>
                  </a:lnTo>
                  <a:lnTo>
                    <a:pt x="307225" y="635"/>
                  </a:lnTo>
                  <a:lnTo>
                    <a:pt x="307225" y="11290"/>
                  </a:lnTo>
                  <a:lnTo>
                    <a:pt x="306082" y="11366"/>
                  </a:lnTo>
                  <a:lnTo>
                    <a:pt x="306692" y="10655"/>
                  </a:lnTo>
                  <a:lnTo>
                    <a:pt x="307225" y="11290"/>
                  </a:lnTo>
                  <a:lnTo>
                    <a:pt x="307225" y="635"/>
                  </a:lnTo>
                  <a:lnTo>
                    <a:pt x="306692" y="0"/>
                  </a:lnTo>
                  <a:lnTo>
                    <a:pt x="272643" y="39712"/>
                  </a:lnTo>
                  <a:lnTo>
                    <a:pt x="272643" y="61417"/>
                  </a:lnTo>
                  <a:lnTo>
                    <a:pt x="271246" y="61074"/>
                  </a:lnTo>
                  <a:lnTo>
                    <a:pt x="268046" y="61277"/>
                  </a:lnTo>
                  <a:lnTo>
                    <a:pt x="264833" y="61468"/>
                  </a:lnTo>
                  <a:lnTo>
                    <a:pt x="262356" y="62407"/>
                  </a:lnTo>
                  <a:lnTo>
                    <a:pt x="262356" y="64338"/>
                  </a:lnTo>
                  <a:lnTo>
                    <a:pt x="261518" y="63347"/>
                  </a:lnTo>
                  <a:lnTo>
                    <a:pt x="262267" y="62484"/>
                  </a:lnTo>
                  <a:lnTo>
                    <a:pt x="262356" y="64338"/>
                  </a:lnTo>
                  <a:lnTo>
                    <a:pt x="262356" y="62407"/>
                  </a:lnTo>
                  <a:lnTo>
                    <a:pt x="272059" y="51054"/>
                  </a:lnTo>
                  <a:lnTo>
                    <a:pt x="271843" y="52273"/>
                  </a:lnTo>
                  <a:lnTo>
                    <a:pt x="272199" y="59753"/>
                  </a:lnTo>
                  <a:lnTo>
                    <a:pt x="272643" y="61417"/>
                  </a:lnTo>
                  <a:lnTo>
                    <a:pt x="272643" y="39712"/>
                  </a:lnTo>
                  <a:lnTo>
                    <a:pt x="256159" y="58928"/>
                  </a:lnTo>
                  <a:lnTo>
                    <a:pt x="250825" y="52705"/>
                  </a:lnTo>
                  <a:lnTo>
                    <a:pt x="250825" y="63347"/>
                  </a:lnTo>
                  <a:lnTo>
                    <a:pt x="240703" y="75145"/>
                  </a:lnTo>
                  <a:lnTo>
                    <a:pt x="240982" y="73634"/>
                  </a:lnTo>
                  <a:lnTo>
                    <a:pt x="240639" y="66167"/>
                  </a:lnTo>
                  <a:lnTo>
                    <a:pt x="240169" y="64490"/>
                  </a:lnTo>
                  <a:lnTo>
                    <a:pt x="241655" y="64833"/>
                  </a:lnTo>
                  <a:lnTo>
                    <a:pt x="244856" y="64630"/>
                  </a:lnTo>
                  <a:lnTo>
                    <a:pt x="248069" y="64439"/>
                  </a:lnTo>
                  <a:lnTo>
                    <a:pt x="250634" y="63474"/>
                  </a:lnTo>
                  <a:lnTo>
                    <a:pt x="250609" y="63106"/>
                  </a:lnTo>
                  <a:lnTo>
                    <a:pt x="250825" y="63347"/>
                  </a:lnTo>
                  <a:lnTo>
                    <a:pt x="250825" y="52705"/>
                  </a:lnTo>
                  <a:lnTo>
                    <a:pt x="248920" y="50482"/>
                  </a:lnTo>
                  <a:lnTo>
                    <a:pt x="248920" y="61137"/>
                  </a:lnTo>
                  <a:lnTo>
                    <a:pt x="247891" y="60883"/>
                  </a:lnTo>
                  <a:lnTo>
                    <a:pt x="241490" y="61277"/>
                  </a:lnTo>
                  <a:lnTo>
                    <a:pt x="239979" y="61849"/>
                  </a:lnTo>
                  <a:lnTo>
                    <a:pt x="240284" y="60096"/>
                  </a:lnTo>
                  <a:lnTo>
                    <a:pt x="240118" y="56362"/>
                  </a:lnTo>
                  <a:lnTo>
                    <a:pt x="239953" y="52628"/>
                  </a:lnTo>
                  <a:lnTo>
                    <a:pt x="239306" y="50355"/>
                  </a:lnTo>
                  <a:lnTo>
                    <a:pt x="239306" y="76784"/>
                  </a:lnTo>
                  <a:lnTo>
                    <a:pt x="205651" y="116039"/>
                  </a:lnTo>
                  <a:lnTo>
                    <a:pt x="193967" y="102425"/>
                  </a:lnTo>
                  <a:lnTo>
                    <a:pt x="196545" y="103022"/>
                  </a:lnTo>
                  <a:lnTo>
                    <a:pt x="202958" y="102628"/>
                  </a:lnTo>
                  <a:lnTo>
                    <a:pt x="204381" y="102095"/>
                  </a:lnTo>
                  <a:lnTo>
                    <a:pt x="204089" y="103809"/>
                  </a:lnTo>
                  <a:lnTo>
                    <a:pt x="204254" y="107556"/>
                  </a:lnTo>
                  <a:lnTo>
                    <a:pt x="204431" y="111290"/>
                  </a:lnTo>
                  <a:lnTo>
                    <a:pt x="205257" y="114274"/>
                  </a:lnTo>
                  <a:lnTo>
                    <a:pt x="206933" y="114173"/>
                  </a:lnTo>
                  <a:lnTo>
                    <a:pt x="207479" y="111099"/>
                  </a:lnTo>
                  <a:lnTo>
                    <a:pt x="207124" y="103632"/>
                  </a:lnTo>
                  <a:lnTo>
                    <a:pt x="206654" y="101942"/>
                  </a:lnTo>
                  <a:lnTo>
                    <a:pt x="208153" y="102298"/>
                  </a:lnTo>
                  <a:lnTo>
                    <a:pt x="211353" y="102095"/>
                  </a:lnTo>
                  <a:lnTo>
                    <a:pt x="214553" y="101904"/>
                  </a:lnTo>
                  <a:lnTo>
                    <a:pt x="217119" y="100939"/>
                  </a:lnTo>
                  <a:lnTo>
                    <a:pt x="217030" y="98983"/>
                  </a:lnTo>
                  <a:lnTo>
                    <a:pt x="214388" y="98348"/>
                  </a:lnTo>
                  <a:lnTo>
                    <a:pt x="207987" y="98742"/>
                  </a:lnTo>
                  <a:lnTo>
                    <a:pt x="206476" y="99314"/>
                  </a:lnTo>
                  <a:lnTo>
                    <a:pt x="206781" y="97561"/>
                  </a:lnTo>
                  <a:lnTo>
                    <a:pt x="206603" y="93827"/>
                  </a:lnTo>
                  <a:lnTo>
                    <a:pt x="206438" y="90093"/>
                  </a:lnTo>
                  <a:lnTo>
                    <a:pt x="205613" y="87109"/>
                  </a:lnTo>
                  <a:lnTo>
                    <a:pt x="203936" y="87210"/>
                  </a:lnTo>
                  <a:lnTo>
                    <a:pt x="203390" y="90284"/>
                  </a:lnTo>
                  <a:lnTo>
                    <a:pt x="203733" y="97751"/>
                  </a:lnTo>
                  <a:lnTo>
                    <a:pt x="204190" y="99428"/>
                  </a:lnTo>
                  <a:lnTo>
                    <a:pt x="202793" y="99085"/>
                  </a:lnTo>
                  <a:lnTo>
                    <a:pt x="199580" y="99275"/>
                  </a:lnTo>
                  <a:lnTo>
                    <a:pt x="196380" y="99479"/>
                  </a:lnTo>
                  <a:lnTo>
                    <a:pt x="193814" y="100444"/>
                  </a:lnTo>
                  <a:lnTo>
                    <a:pt x="193890" y="102336"/>
                  </a:lnTo>
                  <a:lnTo>
                    <a:pt x="161378" y="64401"/>
                  </a:lnTo>
                  <a:lnTo>
                    <a:pt x="163969" y="65024"/>
                  </a:lnTo>
                  <a:lnTo>
                    <a:pt x="170370" y="64617"/>
                  </a:lnTo>
                  <a:lnTo>
                    <a:pt x="171805" y="64084"/>
                  </a:lnTo>
                  <a:lnTo>
                    <a:pt x="171513" y="65811"/>
                  </a:lnTo>
                  <a:lnTo>
                    <a:pt x="171678" y="69545"/>
                  </a:lnTo>
                  <a:lnTo>
                    <a:pt x="171843" y="73291"/>
                  </a:lnTo>
                  <a:lnTo>
                    <a:pt x="172669" y="76276"/>
                  </a:lnTo>
                  <a:lnTo>
                    <a:pt x="174345" y="76161"/>
                  </a:lnTo>
                  <a:lnTo>
                    <a:pt x="174891" y="73101"/>
                  </a:lnTo>
                  <a:lnTo>
                    <a:pt x="174548" y="65620"/>
                  </a:lnTo>
                  <a:lnTo>
                    <a:pt x="174091" y="63944"/>
                  </a:lnTo>
                  <a:lnTo>
                    <a:pt x="175564" y="64287"/>
                  </a:lnTo>
                  <a:lnTo>
                    <a:pt x="178777" y="64096"/>
                  </a:lnTo>
                  <a:lnTo>
                    <a:pt x="181978" y="63893"/>
                  </a:lnTo>
                  <a:lnTo>
                    <a:pt x="184543" y="62928"/>
                  </a:lnTo>
                  <a:lnTo>
                    <a:pt x="184442" y="60972"/>
                  </a:lnTo>
                  <a:lnTo>
                    <a:pt x="181813" y="60350"/>
                  </a:lnTo>
                  <a:lnTo>
                    <a:pt x="175399" y="60744"/>
                  </a:lnTo>
                  <a:lnTo>
                    <a:pt x="173888" y="61315"/>
                  </a:lnTo>
                  <a:lnTo>
                    <a:pt x="174193" y="59563"/>
                  </a:lnTo>
                  <a:lnTo>
                    <a:pt x="174028" y="55829"/>
                  </a:lnTo>
                  <a:lnTo>
                    <a:pt x="173863" y="52082"/>
                  </a:lnTo>
                  <a:lnTo>
                    <a:pt x="173037" y="49098"/>
                  </a:lnTo>
                  <a:lnTo>
                    <a:pt x="172669" y="49123"/>
                  </a:lnTo>
                  <a:lnTo>
                    <a:pt x="204431" y="12077"/>
                  </a:lnTo>
                  <a:lnTo>
                    <a:pt x="204012" y="14452"/>
                  </a:lnTo>
                  <a:lnTo>
                    <a:pt x="204355" y="21932"/>
                  </a:lnTo>
                  <a:lnTo>
                    <a:pt x="204800" y="23596"/>
                  </a:lnTo>
                  <a:lnTo>
                    <a:pt x="203403" y="23253"/>
                  </a:lnTo>
                  <a:lnTo>
                    <a:pt x="200202" y="23456"/>
                  </a:lnTo>
                  <a:lnTo>
                    <a:pt x="197002" y="23647"/>
                  </a:lnTo>
                  <a:lnTo>
                    <a:pt x="194437" y="24612"/>
                  </a:lnTo>
                  <a:lnTo>
                    <a:pt x="194525" y="26568"/>
                  </a:lnTo>
                  <a:lnTo>
                    <a:pt x="197167" y="27203"/>
                  </a:lnTo>
                  <a:lnTo>
                    <a:pt x="203581" y="26797"/>
                  </a:lnTo>
                  <a:lnTo>
                    <a:pt x="205003" y="26263"/>
                  </a:lnTo>
                  <a:lnTo>
                    <a:pt x="204711" y="27990"/>
                  </a:lnTo>
                  <a:lnTo>
                    <a:pt x="204876" y="31724"/>
                  </a:lnTo>
                  <a:lnTo>
                    <a:pt x="205054" y="35471"/>
                  </a:lnTo>
                  <a:lnTo>
                    <a:pt x="205879" y="38455"/>
                  </a:lnTo>
                  <a:lnTo>
                    <a:pt x="207556" y="38341"/>
                  </a:lnTo>
                  <a:lnTo>
                    <a:pt x="208102" y="35280"/>
                  </a:lnTo>
                  <a:lnTo>
                    <a:pt x="207746" y="27800"/>
                  </a:lnTo>
                  <a:lnTo>
                    <a:pt x="207289" y="26123"/>
                  </a:lnTo>
                  <a:lnTo>
                    <a:pt x="208775" y="26466"/>
                  </a:lnTo>
                  <a:lnTo>
                    <a:pt x="211975" y="26276"/>
                  </a:lnTo>
                  <a:lnTo>
                    <a:pt x="215176" y="26073"/>
                  </a:lnTo>
                  <a:lnTo>
                    <a:pt x="217741" y="25107"/>
                  </a:lnTo>
                  <a:lnTo>
                    <a:pt x="217716" y="24765"/>
                  </a:lnTo>
                  <a:lnTo>
                    <a:pt x="239077" y="49657"/>
                  </a:lnTo>
                  <a:lnTo>
                    <a:pt x="237439" y="49745"/>
                  </a:lnTo>
                  <a:lnTo>
                    <a:pt x="236905" y="52819"/>
                  </a:lnTo>
                  <a:lnTo>
                    <a:pt x="237248" y="60286"/>
                  </a:lnTo>
                  <a:lnTo>
                    <a:pt x="237693" y="61963"/>
                  </a:lnTo>
                  <a:lnTo>
                    <a:pt x="236296" y="61620"/>
                  </a:lnTo>
                  <a:lnTo>
                    <a:pt x="233095" y="61810"/>
                  </a:lnTo>
                  <a:lnTo>
                    <a:pt x="229882" y="62014"/>
                  </a:lnTo>
                  <a:lnTo>
                    <a:pt x="227317" y="62979"/>
                  </a:lnTo>
                  <a:lnTo>
                    <a:pt x="227418" y="64935"/>
                  </a:lnTo>
                  <a:lnTo>
                    <a:pt x="230060" y="65557"/>
                  </a:lnTo>
                  <a:lnTo>
                    <a:pt x="236461" y="65163"/>
                  </a:lnTo>
                  <a:lnTo>
                    <a:pt x="237896" y="64630"/>
                  </a:lnTo>
                  <a:lnTo>
                    <a:pt x="237591" y="66344"/>
                  </a:lnTo>
                  <a:lnTo>
                    <a:pt x="237769" y="70091"/>
                  </a:lnTo>
                  <a:lnTo>
                    <a:pt x="237934" y="73825"/>
                  </a:lnTo>
                  <a:lnTo>
                    <a:pt x="238760" y="76809"/>
                  </a:lnTo>
                  <a:lnTo>
                    <a:pt x="239306" y="76784"/>
                  </a:lnTo>
                  <a:lnTo>
                    <a:pt x="239306" y="50355"/>
                  </a:lnTo>
                  <a:lnTo>
                    <a:pt x="239128" y="49720"/>
                  </a:lnTo>
                  <a:lnTo>
                    <a:pt x="248920" y="61137"/>
                  </a:lnTo>
                  <a:lnTo>
                    <a:pt x="248920" y="50482"/>
                  </a:lnTo>
                  <a:lnTo>
                    <a:pt x="216014" y="12103"/>
                  </a:lnTo>
                  <a:lnTo>
                    <a:pt x="216014" y="22771"/>
                  </a:lnTo>
                  <a:lnTo>
                    <a:pt x="215011" y="22529"/>
                  </a:lnTo>
                  <a:lnTo>
                    <a:pt x="208610" y="22923"/>
                  </a:lnTo>
                  <a:lnTo>
                    <a:pt x="207086" y="23507"/>
                  </a:lnTo>
                  <a:lnTo>
                    <a:pt x="207391" y="21742"/>
                  </a:lnTo>
                  <a:lnTo>
                    <a:pt x="207225" y="18008"/>
                  </a:lnTo>
                  <a:lnTo>
                    <a:pt x="207060" y="14262"/>
                  </a:lnTo>
                  <a:lnTo>
                    <a:pt x="206248" y="11366"/>
                  </a:lnTo>
                  <a:lnTo>
                    <a:pt x="216014" y="22771"/>
                  </a:lnTo>
                  <a:lnTo>
                    <a:pt x="216014" y="12103"/>
                  </a:lnTo>
                  <a:lnTo>
                    <a:pt x="214782" y="10655"/>
                  </a:lnTo>
                  <a:lnTo>
                    <a:pt x="206184" y="635"/>
                  </a:lnTo>
                  <a:lnTo>
                    <a:pt x="206184" y="11290"/>
                  </a:lnTo>
                  <a:lnTo>
                    <a:pt x="205041" y="11366"/>
                  </a:lnTo>
                  <a:lnTo>
                    <a:pt x="205651" y="10655"/>
                  </a:lnTo>
                  <a:lnTo>
                    <a:pt x="206184" y="11290"/>
                  </a:lnTo>
                  <a:lnTo>
                    <a:pt x="206184" y="635"/>
                  </a:lnTo>
                  <a:lnTo>
                    <a:pt x="205651" y="0"/>
                  </a:lnTo>
                  <a:lnTo>
                    <a:pt x="171602" y="39712"/>
                  </a:lnTo>
                  <a:lnTo>
                    <a:pt x="171602" y="61417"/>
                  </a:lnTo>
                  <a:lnTo>
                    <a:pt x="170205" y="61074"/>
                  </a:lnTo>
                  <a:lnTo>
                    <a:pt x="167005" y="61277"/>
                  </a:lnTo>
                  <a:lnTo>
                    <a:pt x="163804" y="61468"/>
                  </a:lnTo>
                  <a:lnTo>
                    <a:pt x="161315" y="62420"/>
                  </a:lnTo>
                  <a:lnTo>
                    <a:pt x="161315" y="64338"/>
                  </a:lnTo>
                  <a:lnTo>
                    <a:pt x="160477" y="63347"/>
                  </a:lnTo>
                  <a:lnTo>
                    <a:pt x="161239" y="62458"/>
                  </a:lnTo>
                  <a:lnTo>
                    <a:pt x="161315" y="64338"/>
                  </a:lnTo>
                  <a:lnTo>
                    <a:pt x="161315" y="62420"/>
                  </a:lnTo>
                  <a:lnTo>
                    <a:pt x="171030" y="51041"/>
                  </a:lnTo>
                  <a:lnTo>
                    <a:pt x="170815" y="52273"/>
                  </a:lnTo>
                  <a:lnTo>
                    <a:pt x="171157" y="59753"/>
                  </a:lnTo>
                  <a:lnTo>
                    <a:pt x="171602" y="61417"/>
                  </a:lnTo>
                  <a:lnTo>
                    <a:pt x="171602" y="39712"/>
                  </a:lnTo>
                  <a:lnTo>
                    <a:pt x="151333" y="63347"/>
                  </a:lnTo>
                  <a:lnTo>
                    <a:pt x="205651" y="126695"/>
                  </a:lnTo>
                  <a:lnTo>
                    <a:pt x="214782" y="116039"/>
                  </a:lnTo>
                  <a:lnTo>
                    <a:pt x="256159" y="67779"/>
                  </a:lnTo>
                  <a:lnTo>
                    <a:pt x="306692" y="126695"/>
                  </a:lnTo>
                  <a:lnTo>
                    <a:pt x="315823" y="116039"/>
                  </a:lnTo>
                  <a:lnTo>
                    <a:pt x="360984" y="63347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9" name="object 2139" descr=""/>
            <p:cNvSpPr/>
            <p:nvPr/>
          </p:nvSpPr>
          <p:spPr>
            <a:xfrm>
              <a:off x="8697722" y="7858347"/>
              <a:ext cx="153670" cy="359410"/>
            </a:xfrm>
            <a:custGeom>
              <a:avLst/>
              <a:gdLst/>
              <a:ahLst/>
              <a:cxnLst/>
              <a:rect l="l" t="t" r="r" b="b"/>
              <a:pathLst>
                <a:path w="153670" h="359409">
                  <a:moveTo>
                    <a:pt x="23304" y="335775"/>
                  </a:moveTo>
                  <a:lnTo>
                    <a:pt x="23215" y="333819"/>
                  </a:lnTo>
                  <a:lnTo>
                    <a:pt x="20574" y="333197"/>
                  </a:lnTo>
                  <a:lnTo>
                    <a:pt x="14160" y="333590"/>
                  </a:lnTo>
                  <a:lnTo>
                    <a:pt x="11607" y="334556"/>
                  </a:lnTo>
                  <a:lnTo>
                    <a:pt x="8966" y="333921"/>
                  </a:lnTo>
                  <a:lnTo>
                    <a:pt x="5765" y="334124"/>
                  </a:lnTo>
                  <a:lnTo>
                    <a:pt x="2565" y="334314"/>
                  </a:lnTo>
                  <a:lnTo>
                    <a:pt x="0" y="335280"/>
                  </a:lnTo>
                  <a:lnTo>
                    <a:pt x="88" y="337235"/>
                  </a:lnTo>
                  <a:lnTo>
                    <a:pt x="2730" y="337870"/>
                  </a:lnTo>
                  <a:lnTo>
                    <a:pt x="9131" y="337464"/>
                  </a:lnTo>
                  <a:lnTo>
                    <a:pt x="10566" y="336931"/>
                  </a:lnTo>
                  <a:lnTo>
                    <a:pt x="10274" y="338658"/>
                  </a:lnTo>
                  <a:lnTo>
                    <a:pt x="10439" y="342392"/>
                  </a:lnTo>
                  <a:lnTo>
                    <a:pt x="10604" y="346138"/>
                  </a:lnTo>
                  <a:lnTo>
                    <a:pt x="11430" y="349123"/>
                  </a:lnTo>
                  <a:lnTo>
                    <a:pt x="13106" y="349008"/>
                  </a:lnTo>
                  <a:lnTo>
                    <a:pt x="13652" y="345948"/>
                  </a:lnTo>
                  <a:lnTo>
                    <a:pt x="13309" y="338467"/>
                  </a:lnTo>
                  <a:lnTo>
                    <a:pt x="12852" y="336791"/>
                  </a:lnTo>
                  <a:lnTo>
                    <a:pt x="14325" y="337134"/>
                  </a:lnTo>
                  <a:lnTo>
                    <a:pt x="17538" y="336943"/>
                  </a:lnTo>
                  <a:lnTo>
                    <a:pt x="20739" y="336740"/>
                  </a:lnTo>
                  <a:lnTo>
                    <a:pt x="23304" y="335775"/>
                  </a:lnTo>
                  <a:close/>
                </a:path>
                <a:path w="153670" h="359409">
                  <a:moveTo>
                    <a:pt x="153162" y="246151"/>
                  </a:moveTo>
                  <a:lnTo>
                    <a:pt x="130822" y="272224"/>
                  </a:lnTo>
                  <a:lnTo>
                    <a:pt x="130822" y="293916"/>
                  </a:lnTo>
                  <a:lnTo>
                    <a:pt x="129425" y="293573"/>
                  </a:lnTo>
                  <a:lnTo>
                    <a:pt x="126225" y="293776"/>
                  </a:lnTo>
                  <a:lnTo>
                    <a:pt x="123024" y="293966"/>
                  </a:lnTo>
                  <a:lnTo>
                    <a:pt x="120535" y="294919"/>
                  </a:lnTo>
                  <a:lnTo>
                    <a:pt x="120535" y="296837"/>
                  </a:lnTo>
                  <a:lnTo>
                    <a:pt x="119697" y="295846"/>
                  </a:lnTo>
                  <a:lnTo>
                    <a:pt x="120459" y="294957"/>
                  </a:lnTo>
                  <a:lnTo>
                    <a:pt x="120535" y="296837"/>
                  </a:lnTo>
                  <a:lnTo>
                    <a:pt x="120535" y="294919"/>
                  </a:lnTo>
                  <a:lnTo>
                    <a:pt x="130251" y="283540"/>
                  </a:lnTo>
                  <a:lnTo>
                    <a:pt x="130035" y="284772"/>
                  </a:lnTo>
                  <a:lnTo>
                    <a:pt x="130378" y="292252"/>
                  </a:lnTo>
                  <a:lnTo>
                    <a:pt x="130822" y="293916"/>
                  </a:lnTo>
                  <a:lnTo>
                    <a:pt x="130822" y="272224"/>
                  </a:lnTo>
                  <a:lnTo>
                    <a:pt x="115125" y="290525"/>
                  </a:lnTo>
                  <a:lnTo>
                    <a:pt x="110566" y="285216"/>
                  </a:lnTo>
                  <a:lnTo>
                    <a:pt x="110566" y="295846"/>
                  </a:lnTo>
                  <a:lnTo>
                    <a:pt x="65392" y="348538"/>
                  </a:lnTo>
                  <a:lnTo>
                    <a:pt x="21132" y="296913"/>
                  </a:lnTo>
                  <a:lnTo>
                    <a:pt x="23710" y="297522"/>
                  </a:lnTo>
                  <a:lnTo>
                    <a:pt x="30124" y="297116"/>
                  </a:lnTo>
                  <a:lnTo>
                    <a:pt x="31546" y="296583"/>
                  </a:lnTo>
                  <a:lnTo>
                    <a:pt x="31242" y="298310"/>
                  </a:lnTo>
                  <a:lnTo>
                    <a:pt x="31419" y="302044"/>
                  </a:lnTo>
                  <a:lnTo>
                    <a:pt x="31597" y="305777"/>
                  </a:lnTo>
                  <a:lnTo>
                    <a:pt x="32423" y="308762"/>
                  </a:lnTo>
                  <a:lnTo>
                    <a:pt x="34099" y="308660"/>
                  </a:lnTo>
                  <a:lnTo>
                    <a:pt x="34645" y="305600"/>
                  </a:lnTo>
                  <a:lnTo>
                    <a:pt x="34290" y="298119"/>
                  </a:lnTo>
                  <a:lnTo>
                    <a:pt x="33832" y="296443"/>
                  </a:lnTo>
                  <a:lnTo>
                    <a:pt x="35318" y="296786"/>
                  </a:lnTo>
                  <a:lnTo>
                    <a:pt x="38519" y="296595"/>
                  </a:lnTo>
                  <a:lnTo>
                    <a:pt x="41719" y="296392"/>
                  </a:lnTo>
                  <a:lnTo>
                    <a:pt x="44284" y="295427"/>
                  </a:lnTo>
                  <a:lnTo>
                    <a:pt x="44196" y="293471"/>
                  </a:lnTo>
                  <a:lnTo>
                    <a:pt x="41554" y="292836"/>
                  </a:lnTo>
                  <a:lnTo>
                    <a:pt x="35140" y="293243"/>
                  </a:lnTo>
                  <a:lnTo>
                    <a:pt x="33642" y="293814"/>
                  </a:lnTo>
                  <a:lnTo>
                    <a:pt x="33947" y="292061"/>
                  </a:lnTo>
                  <a:lnTo>
                    <a:pt x="33769" y="288315"/>
                  </a:lnTo>
                  <a:lnTo>
                    <a:pt x="33604" y="284581"/>
                  </a:lnTo>
                  <a:lnTo>
                    <a:pt x="32778" y="281597"/>
                  </a:lnTo>
                  <a:lnTo>
                    <a:pt x="32423" y="281622"/>
                  </a:lnTo>
                  <a:lnTo>
                    <a:pt x="65392" y="243154"/>
                  </a:lnTo>
                  <a:lnTo>
                    <a:pt x="110566" y="295846"/>
                  </a:lnTo>
                  <a:lnTo>
                    <a:pt x="110566" y="285216"/>
                  </a:lnTo>
                  <a:lnTo>
                    <a:pt x="74536" y="243154"/>
                  </a:lnTo>
                  <a:lnTo>
                    <a:pt x="65392" y="232498"/>
                  </a:lnTo>
                  <a:lnTo>
                    <a:pt x="31343" y="272224"/>
                  </a:lnTo>
                  <a:lnTo>
                    <a:pt x="31343" y="293916"/>
                  </a:lnTo>
                  <a:lnTo>
                    <a:pt x="29959" y="293573"/>
                  </a:lnTo>
                  <a:lnTo>
                    <a:pt x="26746" y="293776"/>
                  </a:lnTo>
                  <a:lnTo>
                    <a:pt x="23545" y="293966"/>
                  </a:lnTo>
                  <a:lnTo>
                    <a:pt x="21056" y="294919"/>
                  </a:lnTo>
                  <a:lnTo>
                    <a:pt x="21056" y="296824"/>
                  </a:lnTo>
                  <a:lnTo>
                    <a:pt x="20231" y="295846"/>
                  </a:lnTo>
                  <a:lnTo>
                    <a:pt x="20980" y="294982"/>
                  </a:lnTo>
                  <a:lnTo>
                    <a:pt x="21056" y="296824"/>
                  </a:lnTo>
                  <a:lnTo>
                    <a:pt x="21056" y="294919"/>
                  </a:lnTo>
                  <a:lnTo>
                    <a:pt x="30772" y="283552"/>
                  </a:lnTo>
                  <a:lnTo>
                    <a:pt x="30556" y="284772"/>
                  </a:lnTo>
                  <a:lnTo>
                    <a:pt x="30899" y="292252"/>
                  </a:lnTo>
                  <a:lnTo>
                    <a:pt x="31343" y="293916"/>
                  </a:lnTo>
                  <a:lnTo>
                    <a:pt x="31343" y="272224"/>
                  </a:lnTo>
                  <a:lnTo>
                    <a:pt x="11087" y="295846"/>
                  </a:lnTo>
                  <a:lnTo>
                    <a:pt x="65392" y="359194"/>
                  </a:lnTo>
                  <a:lnTo>
                    <a:pt x="74536" y="348538"/>
                  </a:lnTo>
                  <a:lnTo>
                    <a:pt x="115125" y="301180"/>
                  </a:lnTo>
                  <a:lnTo>
                    <a:pt x="153162" y="345528"/>
                  </a:lnTo>
                  <a:lnTo>
                    <a:pt x="153162" y="334899"/>
                  </a:lnTo>
                  <a:lnTo>
                    <a:pt x="153162" y="332892"/>
                  </a:lnTo>
                  <a:lnTo>
                    <a:pt x="153035" y="332943"/>
                  </a:lnTo>
                  <a:lnTo>
                    <a:pt x="153123" y="334848"/>
                  </a:lnTo>
                  <a:lnTo>
                    <a:pt x="120599" y="296913"/>
                  </a:lnTo>
                  <a:lnTo>
                    <a:pt x="123190" y="297522"/>
                  </a:lnTo>
                  <a:lnTo>
                    <a:pt x="129603" y="297116"/>
                  </a:lnTo>
                  <a:lnTo>
                    <a:pt x="131025" y="296583"/>
                  </a:lnTo>
                  <a:lnTo>
                    <a:pt x="130733" y="298310"/>
                  </a:lnTo>
                  <a:lnTo>
                    <a:pt x="130898" y="302044"/>
                  </a:lnTo>
                  <a:lnTo>
                    <a:pt x="131076" y="305777"/>
                  </a:lnTo>
                  <a:lnTo>
                    <a:pt x="131902" y="308762"/>
                  </a:lnTo>
                  <a:lnTo>
                    <a:pt x="133578" y="308660"/>
                  </a:lnTo>
                  <a:lnTo>
                    <a:pt x="134112" y="305600"/>
                  </a:lnTo>
                  <a:lnTo>
                    <a:pt x="133769" y="298119"/>
                  </a:lnTo>
                  <a:lnTo>
                    <a:pt x="133311" y="296443"/>
                  </a:lnTo>
                  <a:lnTo>
                    <a:pt x="134797" y="296786"/>
                  </a:lnTo>
                  <a:lnTo>
                    <a:pt x="137998" y="296595"/>
                  </a:lnTo>
                  <a:lnTo>
                    <a:pt x="141198" y="296392"/>
                  </a:lnTo>
                  <a:lnTo>
                    <a:pt x="143764" y="295427"/>
                  </a:lnTo>
                  <a:lnTo>
                    <a:pt x="143675" y="293471"/>
                  </a:lnTo>
                  <a:lnTo>
                    <a:pt x="141033" y="292836"/>
                  </a:lnTo>
                  <a:lnTo>
                    <a:pt x="134620" y="293243"/>
                  </a:lnTo>
                  <a:lnTo>
                    <a:pt x="133108" y="293814"/>
                  </a:lnTo>
                  <a:lnTo>
                    <a:pt x="133413" y="292061"/>
                  </a:lnTo>
                  <a:lnTo>
                    <a:pt x="133248" y="288315"/>
                  </a:lnTo>
                  <a:lnTo>
                    <a:pt x="133083" y="284581"/>
                  </a:lnTo>
                  <a:lnTo>
                    <a:pt x="132257" y="281597"/>
                  </a:lnTo>
                  <a:lnTo>
                    <a:pt x="131889" y="281622"/>
                  </a:lnTo>
                  <a:lnTo>
                    <a:pt x="153162" y="256806"/>
                  </a:lnTo>
                  <a:lnTo>
                    <a:pt x="153162" y="246151"/>
                  </a:lnTo>
                  <a:close/>
                </a:path>
                <a:path w="153670" h="359409">
                  <a:moveTo>
                    <a:pt x="153162" y="199034"/>
                  </a:moveTo>
                  <a:lnTo>
                    <a:pt x="126060" y="167436"/>
                  </a:lnTo>
                  <a:lnTo>
                    <a:pt x="126060" y="178104"/>
                  </a:lnTo>
                  <a:lnTo>
                    <a:pt x="125056" y="177863"/>
                  </a:lnTo>
                  <a:lnTo>
                    <a:pt x="118656" y="178257"/>
                  </a:lnTo>
                  <a:lnTo>
                    <a:pt x="117144" y="178828"/>
                  </a:lnTo>
                  <a:lnTo>
                    <a:pt x="117449" y="177076"/>
                  </a:lnTo>
                  <a:lnTo>
                    <a:pt x="117271" y="173342"/>
                  </a:lnTo>
                  <a:lnTo>
                    <a:pt x="117106" y="169595"/>
                  </a:lnTo>
                  <a:lnTo>
                    <a:pt x="116293" y="166700"/>
                  </a:lnTo>
                  <a:lnTo>
                    <a:pt x="126060" y="178104"/>
                  </a:lnTo>
                  <a:lnTo>
                    <a:pt x="126060" y="167436"/>
                  </a:lnTo>
                  <a:lnTo>
                    <a:pt x="124828" y="165989"/>
                  </a:lnTo>
                  <a:lnTo>
                    <a:pt x="116230" y="155968"/>
                  </a:lnTo>
                  <a:lnTo>
                    <a:pt x="116230" y="166636"/>
                  </a:lnTo>
                  <a:lnTo>
                    <a:pt x="115087" y="166700"/>
                  </a:lnTo>
                  <a:lnTo>
                    <a:pt x="115697" y="165989"/>
                  </a:lnTo>
                  <a:lnTo>
                    <a:pt x="116230" y="166636"/>
                  </a:lnTo>
                  <a:lnTo>
                    <a:pt x="116230" y="155968"/>
                  </a:lnTo>
                  <a:lnTo>
                    <a:pt x="115697" y="155333"/>
                  </a:lnTo>
                  <a:lnTo>
                    <a:pt x="81648" y="195046"/>
                  </a:lnTo>
                  <a:lnTo>
                    <a:pt x="81648" y="216750"/>
                  </a:lnTo>
                  <a:lnTo>
                    <a:pt x="80251" y="216408"/>
                  </a:lnTo>
                  <a:lnTo>
                    <a:pt x="77050" y="216611"/>
                  </a:lnTo>
                  <a:lnTo>
                    <a:pt x="73850" y="216814"/>
                  </a:lnTo>
                  <a:lnTo>
                    <a:pt x="71361" y="217754"/>
                  </a:lnTo>
                  <a:lnTo>
                    <a:pt x="71361" y="219671"/>
                  </a:lnTo>
                  <a:lnTo>
                    <a:pt x="70523" y="218681"/>
                  </a:lnTo>
                  <a:lnTo>
                    <a:pt x="71285" y="217792"/>
                  </a:lnTo>
                  <a:lnTo>
                    <a:pt x="71361" y="219671"/>
                  </a:lnTo>
                  <a:lnTo>
                    <a:pt x="71361" y="217754"/>
                  </a:lnTo>
                  <a:lnTo>
                    <a:pt x="81076" y="206375"/>
                  </a:lnTo>
                  <a:lnTo>
                    <a:pt x="80860" y="207606"/>
                  </a:lnTo>
                  <a:lnTo>
                    <a:pt x="81203" y="215087"/>
                  </a:lnTo>
                  <a:lnTo>
                    <a:pt x="81648" y="216750"/>
                  </a:lnTo>
                  <a:lnTo>
                    <a:pt x="81648" y="195046"/>
                  </a:lnTo>
                  <a:lnTo>
                    <a:pt x="61379" y="218681"/>
                  </a:lnTo>
                  <a:lnTo>
                    <a:pt x="115697" y="282028"/>
                  </a:lnTo>
                  <a:lnTo>
                    <a:pt x="124828" y="271373"/>
                  </a:lnTo>
                  <a:lnTo>
                    <a:pt x="153162" y="238328"/>
                  </a:lnTo>
                  <a:lnTo>
                    <a:pt x="153162" y="227660"/>
                  </a:lnTo>
                  <a:lnTo>
                    <a:pt x="150761" y="230466"/>
                  </a:lnTo>
                  <a:lnTo>
                    <a:pt x="151028" y="228968"/>
                  </a:lnTo>
                  <a:lnTo>
                    <a:pt x="150685" y="221500"/>
                  </a:lnTo>
                  <a:lnTo>
                    <a:pt x="150215" y="219824"/>
                  </a:lnTo>
                  <a:lnTo>
                    <a:pt x="151701" y="220167"/>
                  </a:lnTo>
                  <a:lnTo>
                    <a:pt x="153162" y="220078"/>
                  </a:lnTo>
                  <a:lnTo>
                    <a:pt x="153162" y="216522"/>
                  </a:lnTo>
                  <a:lnTo>
                    <a:pt x="151536" y="216623"/>
                  </a:lnTo>
                  <a:lnTo>
                    <a:pt x="150025" y="217195"/>
                  </a:lnTo>
                  <a:lnTo>
                    <a:pt x="150329" y="215442"/>
                  </a:lnTo>
                  <a:lnTo>
                    <a:pt x="150164" y="211696"/>
                  </a:lnTo>
                  <a:lnTo>
                    <a:pt x="149999" y="207962"/>
                  </a:lnTo>
                  <a:lnTo>
                    <a:pt x="149339" y="205651"/>
                  </a:lnTo>
                  <a:lnTo>
                    <a:pt x="149339" y="232117"/>
                  </a:lnTo>
                  <a:lnTo>
                    <a:pt x="115697" y="271373"/>
                  </a:lnTo>
                  <a:lnTo>
                    <a:pt x="104013" y="257759"/>
                  </a:lnTo>
                  <a:lnTo>
                    <a:pt x="106591" y="258368"/>
                  </a:lnTo>
                  <a:lnTo>
                    <a:pt x="113004" y="257962"/>
                  </a:lnTo>
                  <a:lnTo>
                    <a:pt x="114427" y="257429"/>
                  </a:lnTo>
                  <a:lnTo>
                    <a:pt x="114134" y="259156"/>
                  </a:lnTo>
                  <a:lnTo>
                    <a:pt x="114312" y="262890"/>
                  </a:lnTo>
                  <a:lnTo>
                    <a:pt x="114477" y="266623"/>
                  </a:lnTo>
                  <a:lnTo>
                    <a:pt x="115303" y="269608"/>
                  </a:lnTo>
                  <a:lnTo>
                    <a:pt x="116979" y="269506"/>
                  </a:lnTo>
                  <a:lnTo>
                    <a:pt x="117525" y="266433"/>
                  </a:lnTo>
                  <a:lnTo>
                    <a:pt x="117170" y="258965"/>
                  </a:lnTo>
                  <a:lnTo>
                    <a:pt x="116713" y="257289"/>
                  </a:lnTo>
                  <a:lnTo>
                    <a:pt x="118198" y="257632"/>
                  </a:lnTo>
                  <a:lnTo>
                    <a:pt x="121399" y="257429"/>
                  </a:lnTo>
                  <a:lnTo>
                    <a:pt x="124599" y="257238"/>
                  </a:lnTo>
                  <a:lnTo>
                    <a:pt x="127165" y="256273"/>
                  </a:lnTo>
                  <a:lnTo>
                    <a:pt x="127076" y="254317"/>
                  </a:lnTo>
                  <a:lnTo>
                    <a:pt x="124434" y="253682"/>
                  </a:lnTo>
                  <a:lnTo>
                    <a:pt x="118033" y="254088"/>
                  </a:lnTo>
                  <a:lnTo>
                    <a:pt x="116522" y="254660"/>
                  </a:lnTo>
                  <a:lnTo>
                    <a:pt x="116827" y="252907"/>
                  </a:lnTo>
                  <a:lnTo>
                    <a:pt x="116649" y="249161"/>
                  </a:lnTo>
                  <a:lnTo>
                    <a:pt x="116484" y="245427"/>
                  </a:lnTo>
                  <a:lnTo>
                    <a:pt x="115658" y="242443"/>
                  </a:lnTo>
                  <a:lnTo>
                    <a:pt x="113982" y="242544"/>
                  </a:lnTo>
                  <a:lnTo>
                    <a:pt x="113436" y="245618"/>
                  </a:lnTo>
                  <a:lnTo>
                    <a:pt x="113779" y="253085"/>
                  </a:lnTo>
                  <a:lnTo>
                    <a:pt x="114236" y="254762"/>
                  </a:lnTo>
                  <a:lnTo>
                    <a:pt x="112839" y="254419"/>
                  </a:lnTo>
                  <a:lnTo>
                    <a:pt x="109626" y="254609"/>
                  </a:lnTo>
                  <a:lnTo>
                    <a:pt x="106426" y="254812"/>
                  </a:lnTo>
                  <a:lnTo>
                    <a:pt x="103860" y="255778"/>
                  </a:lnTo>
                  <a:lnTo>
                    <a:pt x="103936" y="257683"/>
                  </a:lnTo>
                  <a:lnTo>
                    <a:pt x="71437" y="219760"/>
                  </a:lnTo>
                  <a:lnTo>
                    <a:pt x="74015" y="220357"/>
                  </a:lnTo>
                  <a:lnTo>
                    <a:pt x="80416" y="219964"/>
                  </a:lnTo>
                  <a:lnTo>
                    <a:pt x="81851" y="219430"/>
                  </a:lnTo>
                  <a:lnTo>
                    <a:pt x="81546" y="221145"/>
                  </a:lnTo>
                  <a:lnTo>
                    <a:pt x="81724" y="224878"/>
                  </a:lnTo>
                  <a:lnTo>
                    <a:pt x="81889" y="228625"/>
                  </a:lnTo>
                  <a:lnTo>
                    <a:pt x="82715" y="231609"/>
                  </a:lnTo>
                  <a:lnTo>
                    <a:pt x="84391" y="231495"/>
                  </a:lnTo>
                  <a:lnTo>
                    <a:pt x="84937" y="228434"/>
                  </a:lnTo>
                  <a:lnTo>
                    <a:pt x="84594" y="220954"/>
                  </a:lnTo>
                  <a:lnTo>
                    <a:pt x="84137" y="219290"/>
                  </a:lnTo>
                  <a:lnTo>
                    <a:pt x="85610" y="219633"/>
                  </a:lnTo>
                  <a:lnTo>
                    <a:pt x="88823" y="219430"/>
                  </a:lnTo>
                  <a:lnTo>
                    <a:pt x="92024" y="219227"/>
                  </a:lnTo>
                  <a:lnTo>
                    <a:pt x="94589" y="218274"/>
                  </a:lnTo>
                  <a:lnTo>
                    <a:pt x="94488" y="216306"/>
                  </a:lnTo>
                  <a:lnTo>
                    <a:pt x="91859" y="215684"/>
                  </a:lnTo>
                  <a:lnTo>
                    <a:pt x="85445" y="216077"/>
                  </a:lnTo>
                  <a:lnTo>
                    <a:pt x="83934" y="216649"/>
                  </a:lnTo>
                  <a:lnTo>
                    <a:pt x="84239" y="214896"/>
                  </a:lnTo>
                  <a:lnTo>
                    <a:pt x="84074" y="211162"/>
                  </a:lnTo>
                  <a:lnTo>
                    <a:pt x="83908" y="207416"/>
                  </a:lnTo>
                  <a:lnTo>
                    <a:pt x="83083" y="204431"/>
                  </a:lnTo>
                  <a:lnTo>
                    <a:pt x="82715" y="204457"/>
                  </a:lnTo>
                  <a:lnTo>
                    <a:pt x="114477" y="167411"/>
                  </a:lnTo>
                  <a:lnTo>
                    <a:pt x="114058" y="169786"/>
                  </a:lnTo>
                  <a:lnTo>
                    <a:pt x="114401" y="177266"/>
                  </a:lnTo>
                  <a:lnTo>
                    <a:pt x="114846" y="178930"/>
                  </a:lnTo>
                  <a:lnTo>
                    <a:pt x="113461" y="178587"/>
                  </a:lnTo>
                  <a:lnTo>
                    <a:pt x="110248" y="178790"/>
                  </a:lnTo>
                  <a:lnTo>
                    <a:pt x="107048" y="178993"/>
                  </a:lnTo>
                  <a:lnTo>
                    <a:pt x="104482" y="179946"/>
                  </a:lnTo>
                  <a:lnTo>
                    <a:pt x="104571" y="181914"/>
                  </a:lnTo>
                  <a:lnTo>
                    <a:pt x="107213" y="182537"/>
                  </a:lnTo>
                  <a:lnTo>
                    <a:pt x="113626" y="182143"/>
                  </a:lnTo>
                  <a:lnTo>
                    <a:pt x="115049" y="181610"/>
                  </a:lnTo>
                  <a:lnTo>
                    <a:pt x="114744" y="183324"/>
                  </a:lnTo>
                  <a:lnTo>
                    <a:pt x="114922" y="187058"/>
                  </a:lnTo>
                  <a:lnTo>
                    <a:pt x="115100" y="190804"/>
                  </a:lnTo>
                  <a:lnTo>
                    <a:pt x="115925" y="193789"/>
                  </a:lnTo>
                  <a:lnTo>
                    <a:pt x="117602" y="193687"/>
                  </a:lnTo>
                  <a:lnTo>
                    <a:pt x="118148" y="190614"/>
                  </a:lnTo>
                  <a:lnTo>
                    <a:pt x="117792" y="183134"/>
                  </a:lnTo>
                  <a:lnTo>
                    <a:pt x="117335" y="181457"/>
                  </a:lnTo>
                  <a:lnTo>
                    <a:pt x="118821" y="181813"/>
                  </a:lnTo>
                  <a:lnTo>
                    <a:pt x="122021" y="181610"/>
                  </a:lnTo>
                  <a:lnTo>
                    <a:pt x="125222" y="181406"/>
                  </a:lnTo>
                  <a:lnTo>
                    <a:pt x="127787" y="180441"/>
                  </a:lnTo>
                  <a:lnTo>
                    <a:pt x="127762" y="180098"/>
                  </a:lnTo>
                  <a:lnTo>
                    <a:pt x="149110" y="204990"/>
                  </a:lnTo>
                  <a:lnTo>
                    <a:pt x="147485" y="205079"/>
                  </a:lnTo>
                  <a:lnTo>
                    <a:pt x="146951" y="208153"/>
                  </a:lnTo>
                  <a:lnTo>
                    <a:pt x="147294" y="215620"/>
                  </a:lnTo>
                  <a:lnTo>
                    <a:pt x="147739" y="217297"/>
                  </a:lnTo>
                  <a:lnTo>
                    <a:pt x="146342" y="216954"/>
                  </a:lnTo>
                  <a:lnTo>
                    <a:pt x="143141" y="217144"/>
                  </a:lnTo>
                  <a:lnTo>
                    <a:pt x="139928" y="217347"/>
                  </a:lnTo>
                  <a:lnTo>
                    <a:pt x="137363" y="218313"/>
                  </a:lnTo>
                  <a:lnTo>
                    <a:pt x="137464" y="220268"/>
                  </a:lnTo>
                  <a:lnTo>
                    <a:pt x="140106" y="220903"/>
                  </a:lnTo>
                  <a:lnTo>
                    <a:pt x="146507" y="220497"/>
                  </a:lnTo>
                  <a:lnTo>
                    <a:pt x="147942" y="219964"/>
                  </a:lnTo>
                  <a:lnTo>
                    <a:pt x="147650" y="221691"/>
                  </a:lnTo>
                  <a:lnTo>
                    <a:pt x="147815" y="225425"/>
                  </a:lnTo>
                  <a:lnTo>
                    <a:pt x="147980" y="229158"/>
                  </a:lnTo>
                  <a:lnTo>
                    <a:pt x="148805" y="232143"/>
                  </a:lnTo>
                  <a:lnTo>
                    <a:pt x="149339" y="232117"/>
                  </a:lnTo>
                  <a:lnTo>
                    <a:pt x="149339" y="205651"/>
                  </a:lnTo>
                  <a:lnTo>
                    <a:pt x="149174" y="205066"/>
                  </a:lnTo>
                  <a:lnTo>
                    <a:pt x="153162" y="209702"/>
                  </a:lnTo>
                  <a:lnTo>
                    <a:pt x="153162" y="199034"/>
                  </a:lnTo>
                  <a:close/>
                </a:path>
                <a:path w="153670" h="359409">
                  <a:moveTo>
                    <a:pt x="153162" y="90817"/>
                  </a:moveTo>
                  <a:lnTo>
                    <a:pt x="130822" y="116890"/>
                  </a:lnTo>
                  <a:lnTo>
                    <a:pt x="130822" y="138582"/>
                  </a:lnTo>
                  <a:lnTo>
                    <a:pt x="129425" y="138239"/>
                  </a:lnTo>
                  <a:lnTo>
                    <a:pt x="126225" y="138442"/>
                  </a:lnTo>
                  <a:lnTo>
                    <a:pt x="123024" y="138633"/>
                  </a:lnTo>
                  <a:lnTo>
                    <a:pt x="120535" y="139585"/>
                  </a:lnTo>
                  <a:lnTo>
                    <a:pt x="120535" y="141503"/>
                  </a:lnTo>
                  <a:lnTo>
                    <a:pt x="119697" y="140512"/>
                  </a:lnTo>
                  <a:lnTo>
                    <a:pt x="120459" y="139623"/>
                  </a:lnTo>
                  <a:lnTo>
                    <a:pt x="120535" y="141503"/>
                  </a:lnTo>
                  <a:lnTo>
                    <a:pt x="120535" y="139585"/>
                  </a:lnTo>
                  <a:lnTo>
                    <a:pt x="130251" y="128206"/>
                  </a:lnTo>
                  <a:lnTo>
                    <a:pt x="130035" y="129438"/>
                  </a:lnTo>
                  <a:lnTo>
                    <a:pt x="130378" y="136918"/>
                  </a:lnTo>
                  <a:lnTo>
                    <a:pt x="130822" y="138582"/>
                  </a:lnTo>
                  <a:lnTo>
                    <a:pt x="130822" y="116890"/>
                  </a:lnTo>
                  <a:lnTo>
                    <a:pt x="115125" y="135191"/>
                  </a:lnTo>
                  <a:lnTo>
                    <a:pt x="110566" y="129882"/>
                  </a:lnTo>
                  <a:lnTo>
                    <a:pt x="110566" y="140512"/>
                  </a:lnTo>
                  <a:lnTo>
                    <a:pt x="100444" y="152311"/>
                  </a:lnTo>
                  <a:lnTo>
                    <a:pt x="100723" y="150799"/>
                  </a:lnTo>
                  <a:lnTo>
                    <a:pt x="100380" y="143332"/>
                  </a:lnTo>
                  <a:lnTo>
                    <a:pt x="99923" y="141655"/>
                  </a:lnTo>
                  <a:lnTo>
                    <a:pt x="101409" y="141998"/>
                  </a:lnTo>
                  <a:lnTo>
                    <a:pt x="104609" y="141795"/>
                  </a:lnTo>
                  <a:lnTo>
                    <a:pt x="107810" y="141605"/>
                  </a:lnTo>
                  <a:lnTo>
                    <a:pt x="110375" y="140639"/>
                  </a:lnTo>
                  <a:lnTo>
                    <a:pt x="110350" y="140271"/>
                  </a:lnTo>
                  <a:lnTo>
                    <a:pt x="110566" y="140512"/>
                  </a:lnTo>
                  <a:lnTo>
                    <a:pt x="110566" y="129882"/>
                  </a:lnTo>
                  <a:lnTo>
                    <a:pt x="108661" y="127647"/>
                  </a:lnTo>
                  <a:lnTo>
                    <a:pt x="108661" y="138303"/>
                  </a:lnTo>
                  <a:lnTo>
                    <a:pt x="107645" y="138049"/>
                  </a:lnTo>
                  <a:lnTo>
                    <a:pt x="101231" y="138455"/>
                  </a:lnTo>
                  <a:lnTo>
                    <a:pt x="99720" y="139026"/>
                  </a:lnTo>
                  <a:lnTo>
                    <a:pt x="100025" y="137274"/>
                  </a:lnTo>
                  <a:lnTo>
                    <a:pt x="99860" y="133527"/>
                  </a:lnTo>
                  <a:lnTo>
                    <a:pt x="99695" y="129794"/>
                  </a:lnTo>
                  <a:lnTo>
                    <a:pt x="99047" y="127495"/>
                  </a:lnTo>
                  <a:lnTo>
                    <a:pt x="99047" y="153949"/>
                  </a:lnTo>
                  <a:lnTo>
                    <a:pt x="65392" y="193205"/>
                  </a:lnTo>
                  <a:lnTo>
                    <a:pt x="53708" y="179578"/>
                  </a:lnTo>
                  <a:lnTo>
                    <a:pt x="56299" y="180187"/>
                  </a:lnTo>
                  <a:lnTo>
                    <a:pt x="62699" y="179793"/>
                  </a:lnTo>
                  <a:lnTo>
                    <a:pt x="64135" y="179260"/>
                  </a:lnTo>
                  <a:lnTo>
                    <a:pt x="63842" y="180987"/>
                  </a:lnTo>
                  <a:lnTo>
                    <a:pt x="64008" y="184721"/>
                  </a:lnTo>
                  <a:lnTo>
                    <a:pt x="64173" y="188455"/>
                  </a:lnTo>
                  <a:lnTo>
                    <a:pt x="64998" y="191439"/>
                  </a:lnTo>
                  <a:lnTo>
                    <a:pt x="66675" y="191338"/>
                  </a:lnTo>
                  <a:lnTo>
                    <a:pt x="67221" y="188264"/>
                  </a:lnTo>
                  <a:lnTo>
                    <a:pt x="66878" y="180797"/>
                  </a:lnTo>
                  <a:lnTo>
                    <a:pt x="66408" y="179120"/>
                  </a:lnTo>
                  <a:lnTo>
                    <a:pt x="67894" y="179463"/>
                  </a:lnTo>
                  <a:lnTo>
                    <a:pt x="71107" y="179260"/>
                  </a:lnTo>
                  <a:lnTo>
                    <a:pt x="74307" y="179070"/>
                  </a:lnTo>
                  <a:lnTo>
                    <a:pt x="76873" y="178104"/>
                  </a:lnTo>
                  <a:lnTo>
                    <a:pt x="76771" y="176149"/>
                  </a:lnTo>
                  <a:lnTo>
                    <a:pt x="74142" y="175514"/>
                  </a:lnTo>
                  <a:lnTo>
                    <a:pt x="67729" y="175920"/>
                  </a:lnTo>
                  <a:lnTo>
                    <a:pt x="66217" y="176491"/>
                  </a:lnTo>
                  <a:lnTo>
                    <a:pt x="66535" y="174739"/>
                  </a:lnTo>
                  <a:lnTo>
                    <a:pt x="66357" y="170992"/>
                  </a:lnTo>
                  <a:lnTo>
                    <a:pt x="66192" y="167259"/>
                  </a:lnTo>
                  <a:lnTo>
                    <a:pt x="65354" y="164274"/>
                  </a:lnTo>
                  <a:lnTo>
                    <a:pt x="63690" y="164376"/>
                  </a:lnTo>
                  <a:lnTo>
                    <a:pt x="63144" y="167449"/>
                  </a:lnTo>
                  <a:lnTo>
                    <a:pt x="63487" y="174917"/>
                  </a:lnTo>
                  <a:lnTo>
                    <a:pt x="63931" y="176593"/>
                  </a:lnTo>
                  <a:lnTo>
                    <a:pt x="62534" y="176250"/>
                  </a:lnTo>
                  <a:lnTo>
                    <a:pt x="59334" y="176441"/>
                  </a:lnTo>
                  <a:lnTo>
                    <a:pt x="56121" y="176644"/>
                  </a:lnTo>
                  <a:lnTo>
                    <a:pt x="53555" y="177609"/>
                  </a:lnTo>
                  <a:lnTo>
                    <a:pt x="53644" y="179514"/>
                  </a:lnTo>
                  <a:lnTo>
                    <a:pt x="21132" y="141579"/>
                  </a:lnTo>
                  <a:lnTo>
                    <a:pt x="23710" y="142189"/>
                  </a:lnTo>
                  <a:lnTo>
                    <a:pt x="30124" y="141795"/>
                  </a:lnTo>
                  <a:lnTo>
                    <a:pt x="31546" y="141262"/>
                  </a:lnTo>
                  <a:lnTo>
                    <a:pt x="31242" y="142976"/>
                  </a:lnTo>
                  <a:lnTo>
                    <a:pt x="31419" y="146710"/>
                  </a:lnTo>
                  <a:lnTo>
                    <a:pt x="31597" y="150456"/>
                  </a:lnTo>
                  <a:lnTo>
                    <a:pt x="32423" y="153441"/>
                  </a:lnTo>
                  <a:lnTo>
                    <a:pt x="34099" y="153327"/>
                  </a:lnTo>
                  <a:lnTo>
                    <a:pt x="34645" y="150266"/>
                  </a:lnTo>
                  <a:lnTo>
                    <a:pt x="34290" y="142786"/>
                  </a:lnTo>
                  <a:lnTo>
                    <a:pt x="33832" y="141109"/>
                  </a:lnTo>
                  <a:lnTo>
                    <a:pt x="35318" y="141465"/>
                  </a:lnTo>
                  <a:lnTo>
                    <a:pt x="38519" y="141262"/>
                  </a:lnTo>
                  <a:lnTo>
                    <a:pt x="41719" y="141058"/>
                  </a:lnTo>
                  <a:lnTo>
                    <a:pt x="44284" y="140093"/>
                  </a:lnTo>
                  <a:lnTo>
                    <a:pt x="44196" y="138137"/>
                  </a:lnTo>
                  <a:lnTo>
                    <a:pt x="41554" y="137515"/>
                  </a:lnTo>
                  <a:lnTo>
                    <a:pt x="35140" y="137909"/>
                  </a:lnTo>
                  <a:lnTo>
                    <a:pt x="33642" y="138480"/>
                  </a:lnTo>
                  <a:lnTo>
                    <a:pt x="33947" y="136728"/>
                  </a:lnTo>
                  <a:lnTo>
                    <a:pt x="33769" y="132994"/>
                  </a:lnTo>
                  <a:lnTo>
                    <a:pt x="33604" y="129247"/>
                  </a:lnTo>
                  <a:lnTo>
                    <a:pt x="32778" y="126263"/>
                  </a:lnTo>
                  <a:lnTo>
                    <a:pt x="32423" y="126288"/>
                  </a:lnTo>
                  <a:lnTo>
                    <a:pt x="64185" y="89230"/>
                  </a:lnTo>
                  <a:lnTo>
                    <a:pt x="63766" y="91617"/>
                  </a:lnTo>
                  <a:lnTo>
                    <a:pt x="64109" y="99098"/>
                  </a:lnTo>
                  <a:lnTo>
                    <a:pt x="64554" y="100761"/>
                  </a:lnTo>
                  <a:lnTo>
                    <a:pt x="63157" y="100418"/>
                  </a:lnTo>
                  <a:lnTo>
                    <a:pt x="59956" y="100622"/>
                  </a:lnTo>
                  <a:lnTo>
                    <a:pt x="56743" y="100812"/>
                  </a:lnTo>
                  <a:lnTo>
                    <a:pt x="54178" y="101777"/>
                  </a:lnTo>
                  <a:lnTo>
                    <a:pt x="54279" y="103746"/>
                  </a:lnTo>
                  <a:lnTo>
                    <a:pt x="56921" y="104368"/>
                  </a:lnTo>
                  <a:lnTo>
                    <a:pt x="63322" y="103974"/>
                  </a:lnTo>
                  <a:lnTo>
                    <a:pt x="64757" y="103441"/>
                  </a:lnTo>
                  <a:lnTo>
                    <a:pt x="64465" y="105156"/>
                  </a:lnTo>
                  <a:lnTo>
                    <a:pt x="64630" y="108889"/>
                  </a:lnTo>
                  <a:lnTo>
                    <a:pt x="64795" y="112636"/>
                  </a:lnTo>
                  <a:lnTo>
                    <a:pt x="65620" y="115620"/>
                  </a:lnTo>
                  <a:lnTo>
                    <a:pt x="67297" y="115506"/>
                  </a:lnTo>
                  <a:lnTo>
                    <a:pt x="67843" y="112445"/>
                  </a:lnTo>
                  <a:lnTo>
                    <a:pt x="67500" y="104965"/>
                  </a:lnTo>
                  <a:lnTo>
                    <a:pt x="67030" y="103301"/>
                  </a:lnTo>
                  <a:lnTo>
                    <a:pt x="68516" y="103644"/>
                  </a:lnTo>
                  <a:lnTo>
                    <a:pt x="71716" y="103441"/>
                  </a:lnTo>
                  <a:lnTo>
                    <a:pt x="74930" y="103238"/>
                  </a:lnTo>
                  <a:lnTo>
                    <a:pt x="77495" y="102273"/>
                  </a:lnTo>
                  <a:lnTo>
                    <a:pt x="77470" y="101942"/>
                  </a:lnTo>
                  <a:lnTo>
                    <a:pt x="98818" y="126822"/>
                  </a:lnTo>
                  <a:lnTo>
                    <a:pt x="97193" y="126911"/>
                  </a:lnTo>
                  <a:lnTo>
                    <a:pt x="96647" y="129984"/>
                  </a:lnTo>
                  <a:lnTo>
                    <a:pt x="96989" y="137452"/>
                  </a:lnTo>
                  <a:lnTo>
                    <a:pt x="97447" y="139128"/>
                  </a:lnTo>
                  <a:lnTo>
                    <a:pt x="96037" y="138785"/>
                  </a:lnTo>
                  <a:lnTo>
                    <a:pt x="92837" y="138976"/>
                  </a:lnTo>
                  <a:lnTo>
                    <a:pt x="89636" y="139179"/>
                  </a:lnTo>
                  <a:lnTo>
                    <a:pt x="87071" y="140144"/>
                  </a:lnTo>
                  <a:lnTo>
                    <a:pt x="87160" y="142100"/>
                  </a:lnTo>
                  <a:lnTo>
                    <a:pt x="89801" y="142722"/>
                  </a:lnTo>
                  <a:lnTo>
                    <a:pt x="96215" y="142328"/>
                  </a:lnTo>
                  <a:lnTo>
                    <a:pt x="97637" y="141795"/>
                  </a:lnTo>
                  <a:lnTo>
                    <a:pt x="97345" y="143510"/>
                  </a:lnTo>
                  <a:lnTo>
                    <a:pt x="97510" y="147256"/>
                  </a:lnTo>
                  <a:lnTo>
                    <a:pt x="97675" y="150990"/>
                  </a:lnTo>
                  <a:lnTo>
                    <a:pt x="98513" y="153974"/>
                  </a:lnTo>
                  <a:lnTo>
                    <a:pt x="99047" y="153949"/>
                  </a:lnTo>
                  <a:lnTo>
                    <a:pt x="99047" y="127495"/>
                  </a:lnTo>
                  <a:lnTo>
                    <a:pt x="98882" y="126898"/>
                  </a:lnTo>
                  <a:lnTo>
                    <a:pt x="108661" y="138303"/>
                  </a:lnTo>
                  <a:lnTo>
                    <a:pt x="108661" y="127647"/>
                  </a:lnTo>
                  <a:lnTo>
                    <a:pt x="75755" y="89255"/>
                  </a:lnTo>
                  <a:lnTo>
                    <a:pt x="75755" y="99936"/>
                  </a:lnTo>
                  <a:lnTo>
                    <a:pt x="74752" y="99695"/>
                  </a:lnTo>
                  <a:lnTo>
                    <a:pt x="68351" y="100088"/>
                  </a:lnTo>
                  <a:lnTo>
                    <a:pt x="66840" y="100660"/>
                  </a:lnTo>
                  <a:lnTo>
                    <a:pt x="67144" y="98907"/>
                  </a:lnTo>
                  <a:lnTo>
                    <a:pt x="66979" y="95173"/>
                  </a:lnTo>
                  <a:lnTo>
                    <a:pt x="66814" y="91427"/>
                  </a:lnTo>
                  <a:lnTo>
                    <a:pt x="65989" y="88531"/>
                  </a:lnTo>
                  <a:lnTo>
                    <a:pt x="75755" y="99936"/>
                  </a:lnTo>
                  <a:lnTo>
                    <a:pt x="75755" y="89255"/>
                  </a:lnTo>
                  <a:lnTo>
                    <a:pt x="74536" y="87820"/>
                  </a:lnTo>
                  <a:lnTo>
                    <a:pt x="65925" y="77787"/>
                  </a:lnTo>
                  <a:lnTo>
                    <a:pt x="65925" y="88455"/>
                  </a:lnTo>
                  <a:lnTo>
                    <a:pt x="64782" y="88531"/>
                  </a:lnTo>
                  <a:lnTo>
                    <a:pt x="65392" y="87820"/>
                  </a:lnTo>
                  <a:lnTo>
                    <a:pt x="65925" y="88455"/>
                  </a:lnTo>
                  <a:lnTo>
                    <a:pt x="65925" y="77787"/>
                  </a:lnTo>
                  <a:lnTo>
                    <a:pt x="65392" y="77165"/>
                  </a:lnTo>
                  <a:lnTo>
                    <a:pt x="31343" y="116890"/>
                  </a:lnTo>
                  <a:lnTo>
                    <a:pt x="31343" y="138582"/>
                  </a:lnTo>
                  <a:lnTo>
                    <a:pt x="29959" y="138239"/>
                  </a:lnTo>
                  <a:lnTo>
                    <a:pt x="26746" y="138442"/>
                  </a:lnTo>
                  <a:lnTo>
                    <a:pt x="23545" y="138633"/>
                  </a:lnTo>
                  <a:lnTo>
                    <a:pt x="21056" y="139585"/>
                  </a:lnTo>
                  <a:lnTo>
                    <a:pt x="21056" y="141490"/>
                  </a:lnTo>
                  <a:lnTo>
                    <a:pt x="20231" y="140512"/>
                  </a:lnTo>
                  <a:lnTo>
                    <a:pt x="20980" y="139649"/>
                  </a:lnTo>
                  <a:lnTo>
                    <a:pt x="21056" y="141490"/>
                  </a:lnTo>
                  <a:lnTo>
                    <a:pt x="21056" y="139585"/>
                  </a:lnTo>
                  <a:lnTo>
                    <a:pt x="30772" y="128219"/>
                  </a:lnTo>
                  <a:lnTo>
                    <a:pt x="30556" y="129438"/>
                  </a:lnTo>
                  <a:lnTo>
                    <a:pt x="30899" y="136918"/>
                  </a:lnTo>
                  <a:lnTo>
                    <a:pt x="31343" y="138582"/>
                  </a:lnTo>
                  <a:lnTo>
                    <a:pt x="31343" y="116890"/>
                  </a:lnTo>
                  <a:lnTo>
                    <a:pt x="11087" y="140512"/>
                  </a:lnTo>
                  <a:lnTo>
                    <a:pt x="65392" y="203860"/>
                  </a:lnTo>
                  <a:lnTo>
                    <a:pt x="74536" y="193205"/>
                  </a:lnTo>
                  <a:lnTo>
                    <a:pt x="115125" y="145846"/>
                  </a:lnTo>
                  <a:lnTo>
                    <a:pt x="153162" y="190207"/>
                  </a:lnTo>
                  <a:lnTo>
                    <a:pt x="153162" y="179578"/>
                  </a:lnTo>
                  <a:lnTo>
                    <a:pt x="153162" y="177558"/>
                  </a:lnTo>
                  <a:lnTo>
                    <a:pt x="153035" y="177609"/>
                  </a:lnTo>
                  <a:lnTo>
                    <a:pt x="153123" y="179514"/>
                  </a:lnTo>
                  <a:lnTo>
                    <a:pt x="120599" y="141579"/>
                  </a:lnTo>
                  <a:lnTo>
                    <a:pt x="123190" y="142189"/>
                  </a:lnTo>
                  <a:lnTo>
                    <a:pt x="129603" y="141795"/>
                  </a:lnTo>
                  <a:lnTo>
                    <a:pt x="131025" y="141262"/>
                  </a:lnTo>
                  <a:lnTo>
                    <a:pt x="130733" y="142976"/>
                  </a:lnTo>
                  <a:lnTo>
                    <a:pt x="130898" y="146710"/>
                  </a:lnTo>
                  <a:lnTo>
                    <a:pt x="131076" y="150456"/>
                  </a:lnTo>
                  <a:lnTo>
                    <a:pt x="131902" y="153441"/>
                  </a:lnTo>
                  <a:lnTo>
                    <a:pt x="133578" y="153327"/>
                  </a:lnTo>
                  <a:lnTo>
                    <a:pt x="134112" y="150266"/>
                  </a:lnTo>
                  <a:lnTo>
                    <a:pt x="133769" y="142786"/>
                  </a:lnTo>
                  <a:lnTo>
                    <a:pt x="133311" y="141109"/>
                  </a:lnTo>
                  <a:lnTo>
                    <a:pt x="134797" y="141465"/>
                  </a:lnTo>
                  <a:lnTo>
                    <a:pt x="137998" y="141262"/>
                  </a:lnTo>
                  <a:lnTo>
                    <a:pt x="141198" y="141058"/>
                  </a:lnTo>
                  <a:lnTo>
                    <a:pt x="143764" y="140093"/>
                  </a:lnTo>
                  <a:lnTo>
                    <a:pt x="143675" y="138137"/>
                  </a:lnTo>
                  <a:lnTo>
                    <a:pt x="141033" y="137515"/>
                  </a:lnTo>
                  <a:lnTo>
                    <a:pt x="134620" y="137909"/>
                  </a:lnTo>
                  <a:lnTo>
                    <a:pt x="133108" y="138480"/>
                  </a:lnTo>
                  <a:lnTo>
                    <a:pt x="133413" y="136728"/>
                  </a:lnTo>
                  <a:lnTo>
                    <a:pt x="133248" y="132994"/>
                  </a:lnTo>
                  <a:lnTo>
                    <a:pt x="133083" y="129247"/>
                  </a:lnTo>
                  <a:lnTo>
                    <a:pt x="132257" y="126263"/>
                  </a:lnTo>
                  <a:lnTo>
                    <a:pt x="131889" y="126288"/>
                  </a:lnTo>
                  <a:lnTo>
                    <a:pt x="153162" y="101485"/>
                  </a:lnTo>
                  <a:lnTo>
                    <a:pt x="153162" y="90817"/>
                  </a:lnTo>
                  <a:close/>
                </a:path>
                <a:path w="153670" h="359409">
                  <a:moveTo>
                    <a:pt x="153162" y="43700"/>
                  </a:moveTo>
                  <a:lnTo>
                    <a:pt x="126060" y="12103"/>
                  </a:lnTo>
                  <a:lnTo>
                    <a:pt x="126060" y="22783"/>
                  </a:lnTo>
                  <a:lnTo>
                    <a:pt x="125056" y="22529"/>
                  </a:lnTo>
                  <a:lnTo>
                    <a:pt x="118656" y="22923"/>
                  </a:lnTo>
                  <a:lnTo>
                    <a:pt x="117144" y="23495"/>
                  </a:lnTo>
                  <a:lnTo>
                    <a:pt x="117449" y="21742"/>
                  </a:lnTo>
                  <a:lnTo>
                    <a:pt x="117271" y="18008"/>
                  </a:lnTo>
                  <a:lnTo>
                    <a:pt x="117106" y="14274"/>
                  </a:lnTo>
                  <a:lnTo>
                    <a:pt x="116293" y="11366"/>
                  </a:lnTo>
                  <a:lnTo>
                    <a:pt x="126060" y="22783"/>
                  </a:lnTo>
                  <a:lnTo>
                    <a:pt x="126060" y="12103"/>
                  </a:lnTo>
                  <a:lnTo>
                    <a:pt x="124828" y="10655"/>
                  </a:lnTo>
                  <a:lnTo>
                    <a:pt x="116230" y="635"/>
                  </a:lnTo>
                  <a:lnTo>
                    <a:pt x="116230" y="11303"/>
                  </a:lnTo>
                  <a:lnTo>
                    <a:pt x="115087" y="11366"/>
                  </a:lnTo>
                  <a:lnTo>
                    <a:pt x="115697" y="10655"/>
                  </a:lnTo>
                  <a:lnTo>
                    <a:pt x="116230" y="11303"/>
                  </a:lnTo>
                  <a:lnTo>
                    <a:pt x="116230" y="635"/>
                  </a:lnTo>
                  <a:lnTo>
                    <a:pt x="115697" y="0"/>
                  </a:lnTo>
                  <a:lnTo>
                    <a:pt x="81648" y="39712"/>
                  </a:lnTo>
                  <a:lnTo>
                    <a:pt x="81648" y="61417"/>
                  </a:lnTo>
                  <a:lnTo>
                    <a:pt x="80251" y="61074"/>
                  </a:lnTo>
                  <a:lnTo>
                    <a:pt x="77050" y="61277"/>
                  </a:lnTo>
                  <a:lnTo>
                    <a:pt x="73850" y="61480"/>
                  </a:lnTo>
                  <a:lnTo>
                    <a:pt x="71361" y="62433"/>
                  </a:lnTo>
                  <a:lnTo>
                    <a:pt x="71361" y="64338"/>
                  </a:lnTo>
                  <a:lnTo>
                    <a:pt x="70523" y="63347"/>
                  </a:lnTo>
                  <a:lnTo>
                    <a:pt x="71285" y="62458"/>
                  </a:lnTo>
                  <a:lnTo>
                    <a:pt x="71361" y="64338"/>
                  </a:lnTo>
                  <a:lnTo>
                    <a:pt x="71361" y="62433"/>
                  </a:lnTo>
                  <a:lnTo>
                    <a:pt x="81076" y="51041"/>
                  </a:lnTo>
                  <a:lnTo>
                    <a:pt x="80860" y="52285"/>
                  </a:lnTo>
                  <a:lnTo>
                    <a:pt x="81203" y="59753"/>
                  </a:lnTo>
                  <a:lnTo>
                    <a:pt x="81648" y="61417"/>
                  </a:lnTo>
                  <a:lnTo>
                    <a:pt x="81648" y="39712"/>
                  </a:lnTo>
                  <a:lnTo>
                    <a:pt x="61379" y="63347"/>
                  </a:lnTo>
                  <a:lnTo>
                    <a:pt x="115697" y="126695"/>
                  </a:lnTo>
                  <a:lnTo>
                    <a:pt x="124828" y="116039"/>
                  </a:lnTo>
                  <a:lnTo>
                    <a:pt x="153162" y="82994"/>
                  </a:lnTo>
                  <a:lnTo>
                    <a:pt x="153162" y="72339"/>
                  </a:lnTo>
                  <a:lnTo>
                    <a:pt x="150761" y="75145"/>
                  </a:lnTo>
                  <a:lnTo>
                    <a:pt x="151028" y="73647"/>
                  </a:lnTo>
                  <a:lnTo>
                    <a:pt x="150685" y="66167"/>
                  </a:lnTo>
                  <a:lnTo>
                    <a:pt x="150215" y="64490"/>
                  </a:lnTo>
                  <a:lnTo>
                    <a:pt x="151701" y="64833"/>
                  </a:lnTo>
                  <a:lnTo>
                    <a:pt x="153162" y="64744"/>
                  </a:lnTo>
                  <a:lnTo>
                    <a:pt x="153162" y="61188"/>
                  </a:lnTo>
                  <a:lnTo>
                    <a:pt x="151536" y="61290"/>
                  </a:lnTo>
                  <a:lnTo>
                    <a:pt x="150025" y="61861"/>
                  </a:lnTo>
                  <a:lnTo>
                    <a:pt x="150329" y="60109"/>
                  </a:lnTo>
                  <a:lnTo>
                    <a:pt x="150164" y="56362"/>
                  </a:lnTo>
                  <a:lnTo>
                    <a:pt x="149999" y="52628"/>
                  </a:lnTo>
                  <a:lnTo>
                    <a:pt x="149339" y="50317"/>
                  </a:lnTo>
                  <a:lnTo>
                    <a:pt x="149339" y="76796"/>
                  </a:lnTo>
                  <a:lnTo>
                    <a:pt x="115697" y="116039"/>
                  </a:lnTo>
                  <a:lnTo>
                    <a:pt x="104013" y="102425"/>
                  </a:lnTo>
                  <a:lnTo>
                    <a:pt x="106591" y="103035"/>
                  </a:lnTo>
                  <a:lnTo>
                    <a:pt x="113004" y="102628"/>
                  </a:lnTo>
                  <a:lnTo>
                    <a:pt x="114427" y="102108"/>
                  </a:lnTo>
                  <a:lnTo>
                    <a:pt x="114134" y="103822"/>
                  </a:lnTo>
                  <a:lnTo>
                    <a:pt x="114312" y="107556"/>
                  </a:lnTo>
                  <a:lnTo>
                    <a:pt x="114477" y="111302"/>
                  </a:lnTo>
                  <a:lnTo>
                    <a:pt x="115303" y="114287"/>
                  </a:lnTo>
                  <a:lnTo>
                    <a:pt x="116979" y="114173"/>
                  </a:lnTo>
                  <a:lnTo>
                    <a:pt x="117525" y="111112"/>
                  </a:lnTo>
                  <a:lnTo>
                    <a:pt x="117170" y="103632"/>
                  </a:lnTo>
                  <a:lnTo>
                    <a:pt x="116713" y="101955"/>
                  </a:lnTo>
                  <a:lnTo>
                    <a:pt x="118198" y="102298"/>
                  </a:lnTo>
                  <a:lnTo>
                    <a:pt x="121399" y="102108"/>
                  </a:lnTo>
                  <a:lnTo>
                    <a:pt x="124599" y="101904"/>
                  </a:lnTo>
                  <a:lnTo>
                    <a:pt x="127165" y="100939"/>
                  </a:lnTo>
                  <a:lnTo>
                    <a:pt x="127076" y="98983"/>
                  </a:lnTo>
                  <a:lnTo>
                    <a:pt x="124434" y="98361"/>
                  </a:lnTo>
                  <a:lnTo>
                    <a:pt x="118033" y="98755"/>
                  </a:lnTo>
                  <a:lnTo>
                    <a:pt x="116522" y="99326"/>
                  </a:lnTo>
                  <a:lnTo>
                    <a:pt x="116827" y="97574"/>
                  </a:lnTo>
                  <a:lnTo>
                    <a:pt x="116649" y="93827"/>
                  </a:lnTo>
                  <a:lnTo>
                    <a:pt x="116484" y="90093"/>
                  </a:lnTo>
                  <a:lnTo>
                    <a:pt x="115658" y="87109"/>
                  </a:lnTo>
                  <a:lnTo>
                    <a:pt x="113982" y="87210"/>
                  </a:lnTo>
                  <a:lnTo>
                    <a:pt x="113436" y="90284"/>
                  </a:lnTo>
                  <a:lnTo>
                    <a:pt x="113779" y="97764"/>
                  </a:lnTo>
                  <a:lnTo>
                    <a:pt x="114223" y="99428"/>
                  </a:lnTo>
                  <a:lnTo>
                    <a:pt x="112839" y="99085"/>
                  </a:lnTo>
                  <a:lnTo>
                    <a:pt x="109626" y="99288"/>
                  </a:lnTo>
                  <a:lnTo>
                    <a:pt x="106426" y="99479"/>
                  </a:lnTo>
                  <a:lnTo>
                    <a:pt x="103860" y="100444"/>
                  </a:lnTo>
                  <a:lnTo>
                    <a:pt x="103936" y="102349"/>
                  </a:lnTo>
                  <a:lnTo>
                    <a:pt x="71437" y="64427"/>
                  </a:lnTo>
                  <a:lnTo>
                    <a:pt x="74015" y="65024"/>
                  </a:lnTo>
                  <a:lnTo>
                    <a:pt x="80416" y="64630"/>
                  </a:lnTo>
                  <a:lnTo>
                    <a:pt x="81851" y="64096"/>
                  </a:lnTo>
                  <a:lnTo>
                    <a:pt x="81546" y="65811"/>
                  </a:lnTo>
                  <a:lnTo>
                    <a:pt x="81724" y="69557"/>
                  </a:lnTo>
                  <a:lnTo>
                    <a:pt x="81889" y="73291"/>
                  </a:lnTo>
                  <a:lnTo>
                    <a:pt x="82715" y="76276"/>
                  </a:lnTo>
                  <a:lnTo>
                    <a:pt x="84391" y="76174"/>
                  </a:lnTo>
                  <a:lnTo>
                    <a:pt x="84937" y="73101"/>
                  </a:lnTo>
                  <a:lnTo>
                    <a:pt x="84594" y="65633"/>
                  </a:lnTo>
                  <a:lnTo>
                    <a:pt x="84124" y="63944"/>
                  </a:lnTo>
                  <a:lnTo>
                    <a:pt x="85610" y="64300"/>
                  </a:lnTo>
                  <a:lnTo>
                    <a:pt x="88823" y="64096"/>
                  </a:lnTo>
                  <a:lnTo>
                    <a:pt x="92024" y="63906"/>
                  </a:lnTo>
                  <a:lnTo>
                    <a:pt x="94589" y="62941"/>
                  </a:lnTo>
                  <a:lnTo>
                    <a:pt x="94488" y="60985"/>
                  </a:lnTo>
                  <a:lnTo>
                    <a:pt x="91859" y="60350"/>
                  </a:lnTo>
                  <a:lnTo>
                    <a:pt x="85445" y="60744"/>
                  </a:lnTo>
                  <a:lnTo>
                    <a:pt x="83934" y="61315"/>
                  </a:lnTo>
                  <a:lnTo>
                    <a:pt x="84239" y="59563"/>
                  </a:lnTo>
                  <a:lnTo>
                    <a:pt x="84074" y="55829"/>
                  </a:lnTo>
                  <a:lnTo>
                    <a:pt x="83908" y="52095"/>
                  </a:lnTo>
                  <a:lnTo>
                    <a:pt x="83083" y="49110"/>
                  </a:lnTo>
                  <a:lnTo>
                    <a:pt x="82702" y="49136"/>
                  </a:lnTo>
                  <a:lnTo>
                    <a:pt x="114477" y="12077"/>
                  </a:lnTo>
                  <a:lnTo>
                    <a:pt x="114058" y="14465"/>
                  </a:lnTo>
                  <a:lnTo>
                    <a:pt x="114401" y="21932"/>
                  </a:lnTo>
                  <a:lnTo>
                    <a:pt x="114846" y="23596"/>
                  </a:lnTo>
                  <a:lnTo>
                    <a:pt x="113461" y="23253"/>
                  </a:lnTo>
                  <a:lnTo>
                    <a:pt x="110248" y="23456"/>
                  </a:lnTo>
                  <a:lnTo>
                    <a:pt x="107048" y="23660"/>
                  </a:lnTo>
                  <a:lnTo>
                    <a:pt x="104482" y="24625"/>
                  </a:lnTo>
                  <a:lnTo>
                    <a:pt x="104571" y="26581"/>
                  </a:lnTo>
                  <a:lnTo>
                    <a:pt x="107213" y="27203"/>
                  </a:lnTo>
                  <a:lnTo>
                    <a:pt x="113626" y="26809"/>
                  </a:lnTo>
                  <a:lnTo>
                    <a:pt x="115049" y="26276"/>
                  </a:lnTo>
                  <a:lnTo>
                    <a:pt x="114744" y="27990"/>
                  </a:lnTo>
                  <a:lnTo>
                    <a:pt x="114922" y="31737"/>
                  </a:lnTo>
                  <a:lnTo>
                    <a:pt x="115100" y="35471"/>
                  </a:lnTo>
                  <a:lnTo>
                    <a:pt x="115925" y="38455"/>
                  </a:lnTo>
                  <a:lnTo>
                    <a:pt x="117602" y="38354"/>
                  </a:lnTo>
                  <a:lnTo>
                    <a:pt x="118148" y="35280"/>
                  </a:lnTo>
                  <a:lnTo>
                    <a:pt x="117792" y="27813"/>
                  </a:lnTo>
                  <a:lnTo>
                    <a:pt x="117322" y="26123"/>
                  </a:lnTo>
                  <a:lnTo>
                    <a:pt x="118821" y="26479"/>
                  </a:lnTo>
                  <a:lnTo>
                    <a:pt x="122021" y="26276"/>
                  </a:lnTo>
                  <a:lnTo>
                    <a:pt x="125222" y="26085"/>
                  </a:lnTo>
                  <a:lnTo>
                    <a:pt x="127787" y="25120"/>
                  </a:lnTo>
                  <a:lnTo>
                    <a:pt x="127762" y="24765"/>
                  </a:lnTo>
                  <a:lnTo>
                    <a:pt x="149110" y="49657"/>
                  </a:lnTo>
                  <a:lnTo>
                    <a:pt x="147485" y="49745"/>
                  </a:lnTo>
                  <a:lnTo>
                    <a:pt x="146951" y="52819"/>
                  </a:lnTo>
                  <a:lnTo>
                    <a:pt x="147294" y="60299"/>
                  </a:lnTo>
                  <a:lnTo>
                    <a:pt x="147739" y="61963"/>
                  </a:lnTo>
                  <a:lnTo>
                    <a:pt x="146342" y="61620"/>
                  </a:lnTo>
                  <a:lnTo>
                    <a:pt x="143141" y="61823"/>
                  </a:lnTo>
                  <a:lnTo>
                    <a:pt x="139928" y="62014"/>
                  </a:lnTo>
                  <a:lnTo>
                    <a:pt x="137363" y="62979"/>
                  </a:lnTo>
                  <a:lnTo>
                    <a:pt x="137464" y="64935"/>
                  </a:lnTo>
                  <a:lnTo>
                    <a:pt x="140106" y="65570"/>
                  </a:lnTo>
                  <a:lnTo>
                    <a:pt x="146507" y="65163"/>
                  </a:lnTo>
                  <a:lnTo>
                    <a:pt x="147942" y="64630"/>
                  </a:lnTo>
                  <a:lnTo>
                    <a:pt x="147650" y="66357"/>
                  </a:lnTo>
                  <a:lnTo>
                    <a:pt x="147815" y="70091"/>
                  </a:lnTo>
                  <a:lnTo>
                    <a:pt x="147980" y="73837"/>
                  </a:lnTo>
                  <a:lnTo>
                    <a:pt x="148805" y="76822"/>
                  </a:lnTo>
                  <a:lnTo>
                    <a:pt x="149339" y="76796"/>
                  </a:lnTo>
                  <a:lnTo>
                    <a:pt x="149339" y="50317"/>
                  </a:lnTo>
                  <a:lnTo>
                    <a:pt x="149174" y="49733"/>
                  </a:lnTo>
                  <a:lnTo>
                    <a:pt x="153162" y="54368"/>
                  </a:lnTo>
                  <a:lnTo>
                    <a:pt x="153162" y="43700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0" name="object 2140" descr=""/>
            <p:cNvSpPr/>
            <p:nvPr/>
          </p:nvSpPr>
          <p:spPr>
            <a:xfrm>
              <a:off x="8708809" y="8102123"/>
              <a:ext cx="142240" cy="271145"/>
            </a:xfrm>
            <a:custGeom>
              <a:avLst/>
              <a:gdLst/>
              <a:ahLst/>
              <a:cxnLst/>
              <a:rect l="l" t="t" r="r" b="b"/>
              <a:pathLst>
                <a:path w="142240" h="271145">
                  <a:moveTo>
                    <a:pt x="33197" y="51650"/>
                  </a:moveTo>
                  <a:lnTo>
                    <a:pt x="33108" y="49695"/>
                  </a:lnTo>
                  <a:lnTo>
                    <a:pt x="30467" y="49060"/>
                  </a:lnTo>
                  <a:lnTo>
                    <a:pt x="24053" y="49466"/>
                  </a:lnTo>
                  <a:lnTo>
                    <a:pt x="21501" y="50431"/>
                  </a:lnTo>
                  <a:lnTo>
                    <a:pt x="21590" y="52387"/>
                  </a:lnTo>
                  <a:lnTo>
                    <a:pt x="24231" y="53009"/>
                  </a:lnTo>
                  <a:lnTo>
                    <a:pt x="27432" y="52819"/>
                  </a:lnTo>
                  <a:lnTo>
                    <a:pt x="30632" y="52616"/>
                  </a:lnTo>
                  <a:lnTo>
                    <a:pt x="33197" y="51650"/>
                  </a:lnTo>
                  <a:close/>
                </a:path>
                <a:path w="142240" h="271145">
                  <a:moveTo>
                    <a:pt x="65786" y="89662"/>
                  </a:moveTo>
                  <a:lnTo>
                    <a:pt x="65684" y="87693"/>
                  </a:lnTo>
                  <a:lnTo>
                    <a:pt x="63055" y="87071"/>
                  </a:lnTo>
                  <a:lnTo>
                    <a:pt x="56642" y="87464"/>
                  </a:lnTo>
                  <a:lnTo>
                    <a:pt x="55130" y="88036"/>
                  </a:lnTo>
                  <a:lnTo>
                    <a:pt x="55448" y="86283"/>
                  </a:lnTo>
                  <a:lnTo>
                    <a:pt x="55270" y="82550"/>
                  </a:lnTo>
                  <a:lnTo>
                    <a:pt x="55105" y="78816"/>
                  </a:lnTo>
                  <a:lnTo>
                    <a:pt x="54267" y="75831"/>
                  </a:lnTo>
                  <a:lnTo>
                    <a:pt x="52603" y="75933"/>
                  </a:lnTo>
                  <a:lnTo>
                    <a:pt x="52057" y="78994"/>
                  </a:lnTo>
                  <a:lnTo>
                    <a:pt x="52400" y="86474"/>
                  </a:lnTo>
                  <a:lnTo>
                    <a:pt x="52844" y="88138"/>
                  </a:lnTo>
                  <a:lnTo>
                    <a:pt x="51447" y="87795"/>
                  </a:lnTo>
                  <a:lnTo>
                    <a:pt x="48247" y="87998"/>
                  </a:lnTo>
                  <a:lnTo>
                    <a:pt x="45034" y="88201"/>
                  </a:lnTo>
                  <a:lnTo>
                    <a:pt x="42468" y="89166"/>
                  </a:lnTo>
                  <a:lnTo>
                    <a:pt x="42570" y="91122"/>
                  </a:lnTo>
                  <a:lnTo>
                    <a:pt x="45212" y="91744"/>
                  </a:lnTo>
                  <a:lnTo>
                    <a:pt x="51612" y="91351"/>
                  </a:lnTo>
                  <a:lnTo>
                    <a:pt x="53047" y="90817"/>
                  </a:lnTo>
                  <a:lnTo>
                    <a:pt x="52755" y="92532"/>
                  </a:lnTo>
                  <a:lnTo>
                    <a:pt x="52920" y="96278"/>
                  </a:lnTo>
                  <a:lnTo>
                    <a:pt x="53086" y="100012"/>
                  </a:lnTo>
                  <a:lnTo>
                    <a:pt x="53911" y="102997"/>
                  </a:lnTo>
                  <a:lnTo>
                    <a:pt x="55587" y="102895"/>
                  </a:lnTo>
                  <a:lnTo>
                    <a:pt x="56134" y="99822"/>
                  </a:lnTo>
                  <a:lnTo>
                    <a:pt x="55791" y="92341"/>
                  </a:lnTo>
                  <a:lnTo>
                    <a:pt x="55321" y="90665"/>
                  </a:lnTo>
                  <a:lnTo>
                    <a:pt x="56807" y="91020"/>
                  </a:lnTo>
                  <a:lnTo>
                    <a:pt x="60020" y="90817"/>
                  </a:lnTo>
                  <a:lnTo>
                    <a:pt x="63220" y="90614"/>
                  </a:lnTo>
                  <a:lnTo>
                    <a:pt x="65786" y="89662"/>
                  </a:lnTo>
                  <a:close/>
                </a:path>
                <a:path w="142240" h="271145">
                  <a:moveTo>
                    <a:pt x="66408" y="13830"/>
                  </a:moveTo>
                  <a:lnTo>
                    <a:pt x="66306" y="11874"/>
                  </a:lnTo>
                  <a:lnTo>
                    <a:pt x="63665" y="11252"/>
                  </a:lnTo>
                  <a:lnTo>
                    <a:pt x="57264" y="11645"/>
                  </a:lnTo>
                  <a:lnTo>
                    <a:pt x="55753" y="12217"/>
                  </a:lnTo>
                  <a:lnTo>
                    <a:pt x="56057" y="10464"/>
                  </a:lnTo>
                  <a:lnTo>
                    <a:pt x="55892" y="6718"/>
                  </a:lnTo>
                  <a:lnTo>
                    <a:pt x="55727" y="2984"/>
                  </a:lnTo>
                  <a:lnTo>
                    <a:pt x="54889" y="0"/>
                  </a:lnTo>
                  <a:lnTo>
                    <a:pt x="53225" y="101"/>
                  </a:lnTo>
                  <a:lnTo>
                    <a:pt x="52679" y="3175"/>
                  </a:lnTo>
                  <a:lnTo>
                    <a:pt x="53022" y="10655"/>
                  </a:lnTo>
                  <a:lnTo>
                    <a:pt x="53467" y="12319"/>
                  </a:lnTo>
                  <a:lnTo>
                    <a:pt x="52070" y="11976"/>
                  </a:lnTo>
                  <a:lnTo>
                    <a:pt x="48869" y="12179"/>
                  </a:lnTo>
                  <a:lnTo>
                    <a:pt x="45656" y="12369"/>
                  </a:lnTo>
                  <a:lnTo>
                    <a:pt x="43091" y="13335"/>
                  </a:lnTo>
                  <a:lnTo>
                    <a:pt x="43192" y="15290"/>
                  </a:lnTo>
                  <a:lnTo>
                    <a:pt x="45834" y="15925"/>
                  </a:lnTo>
                  <a:lnTo>
                    <a:pt x="52235" y="15519"/>
                  </a:lnTo>
                  <a:lnTo>
                    <a:pt x="53670" y="14986"/>
                  </a:lnTo>
                  <a:lnTo>
                    <a:pt x="53378" y="16713"/>
                  </a:lnTo>
                  <a:lnTo>
                    <a:pt x="53543" y="20447"/>
                  </a:lnTo>
                  <a:lnTo>
                    <a:pt x="53708" y="24180"/>
                  </a:lnTo>
                  <a:lnTo>
                    <a:pt x="54533" y="27165"/>
                  </a:lnTo>
                  <a:lnTo>
                    <a:pt x="56210" y="27063"/>
                  </a:lnTo>
                  <a:lnTo>
                    <a:pt x="56756" y="24003"/>
                  </a:lnTo>
                  <a:lnTo>
                    <a:pt x="56413" y="16522"/>
                  </a:lnTo>
                  <a:lnTo>
                    <a:pt x="55943" y="14846"/>
                  </a:lnTo>
                  <a:lnTo>
                    <a:pt x="57429" y="15189"/>
                  </a:lnTo>
                  <a:lnTo>
                    <a:pt x="60629" y="14998"/>
                  </a:lnTo>
                  <a:lnTo>
                    <a:pt x="63842" y="14795"/>
                  </a:lnTo>
                  <a:lnTo>
                    <a:pt x="66408" y="13830"/>
                  </a:lnTo>
                  <a:close/>
                </a:path>
                <a:path w="142240" h="271145">
                  <a:moveTo>
                    <a:pt x="99288" y="52197"/>
                  </a:moveTo>
                  <a:lnTo>
                    <a:pt x="99199" y="50228"/>
                  </a:lnTo>
                  <a:lnTo>
                    <a:pt x="96558" y="49606"/>
                  </a:lnTo>
                  <a:lnTo>
                    <a:pt x="90144" y="49999"/>
                  </a:lnTo>
                  <a:lnTo>
                    <a:pt x="88633" y="50571"/>
                  </a:lnTo>
                  <a:lnTo>
                    <a:pt x="88938" y="48818"/>
                  </a:lnTo>
                  <a:lnTo>
                    <a:pt x="88773" y="45085"/>
                  </a:lnTo>
                  <a:lnTo>
                    <a:pt x="88607" y="41351"/>
                  </a:lnTo>
                  <a:lnTo>
                    <a:pt x="87782" y="38366"/>
                  </a:lnTo>
                  <a:lnTo>
                    <a:pt x="86106" y="38468"/>
                  </a:lnTo>
                  <a:lnTo>
                    <a:pt x="85559" y="41529"/>
                  </a:lnTo>
                  <a:lnTo>
                    <a:pt x="85902" y="49009"/>
                  </a:lnTo>
                  <a:lnTo>
                    <a:pt x="86347" y="50673"/>
                  </a:lnTo>
                  <a:lnTo>
                    <a:pt x="84950" y="50330"/>
                  </a:lnTo>
                  <a:lnTo>
                    <a:pt x="81749" y="50533"/>
                  </a:lnTo>
                  <a:lnTo>
                    <a:pt x="78549" y="50736"/>
                  </a:lnTo>
                  <a:lnTo>
                    <a:pt x="75984" y="51701"/>
                  </a:lnTo>
                  <a:lnTo>
                    <a:pt x="76073" y="53657"/>
                  </a:lnTo>
                  <a:lnTo>
                    <a:pt x="78714" y="54279"/>
                  </a:lnTo>
                  <a:lnTo>
                    <a:pt x="85128" y="53886"/>
                  </a:lnTo>
                  <a:lnTo>
                    <a:pt x="86550" y="53352"/>
                  </a:lnTo>
                  <a:lnTo>
                    <a:pt x="86258" y="55067"/>
                  </a:lnTo>
                  <a:lnTo>
                    <a:pt x="86423" y="58813"/>
                  </a:lnTo>
                  <a:lnTo>
                    <a:pt x="86588" y="62547"/>
                  </a:lnTo>
                  <a:lnTo>
                    <a:pt x="87426" y="65532"/>
                  </a:lnTo>
                  <a:lnTo>
                    <a:pt x="89090" y="65430"/>
                  </a:lnTo>
                  <a:lnTo>
                    <a:pt x="89636" y="62357"/>
                  </a:lnTo>
                  <a:lnTo>
                    <a:pt x="89293" y="54876"/>
                  </a:lnTo>
                  <a:lnTo>
                    <a:pt x="88836" y="53200"/>
                  </a:lnTo>
                  <a:lnTo>
                    <a:pt x="90322" y="53555"/>
                  </a:lnTo>
                  <a:lnTo>
                    <a:pt x="93522" y="53352"/>
                  </a:lnTo>
                  <a:lnTo>
                    <a:pt x="96723" y="53149"/>
                  </a:lnTo>
                  <a:lnTo>
                    <a:pt x="99288" y="52197"/>
                  </a:lnTo>
                  <a:close/>
                </a:path>
                <a:path w="142240" h="271145">
                  <a:moveTo>
                    <a:pt x="142074" y="157708"/>
                  </a:moveTo>
                  <a:lnTo>
                    <a:pt x="104038" y="202082"/>
                  </a:lnTo>
                  <a:lnTo>
                    <a:pt x="99479" y="196773"/>
                  </a:lnTo>
                  <a:lnTo>
                    <a:pt x="99479" y="207403"/>
                  </a:lnTo>
                  <a:lnTo>
                    <a:pt x="54305" y="260083"/>
                  </a:lnTo>
                  <a:lnTo>
                    <a:pt x="10045" y="208470"/>
                  </a:lnTo>
                  <a:lnTo>
                    <a:pt x="12623" y="209067"/>
                  </a:lnTo>
                  <a:lnTo>
                    <a:pt x="19037" y="208673"/>
                  </a:lnTo>
                  <a:lnTo>
                    <a:pt x="20154" y="208254"/>
                  </a:lnTo>
                  <a:lnTo>
                    <a:pt x="20154" y="215163"/>
                  </a:lnTo>
                  <a:lnTo>
                    <a:pt x="23558" y="215163"/>
                  </a:lnTo>
                  <a:lnTo>
                    <a:pt x="23558" y="208191"/>
                  </a:lnTo>
                  <a:lnTo>
                    <a:pt x="24231" y="208343"/>
                  </a:lnTo>
                  <a:lnTo>
                    <a:pt x="27432" y="208140"/>
                  </a:lnTo>
                  <a:lnTo>
                    <a:pt x="30632" y="207949"/>
                  </a:lnTo>
                  <a:lnTo>
                    <a:pt x="33197" y="206984"/>
                  </a:lnTo>
                  <a:lnTo>
                    <a:pt x="33108" y="205028"/>
                  </a:lnTo>
                  <a:lnTo>
                    <a:pt x="30467" y="204393"/>
                  </a:lnTo>
                  <a:lnTo>
                    <a:pt x="24053" y="204800"/>
                  </a:lnTo>
                  <a:lnTo>
                    <a:pt x="22555" y="205359"/>
                  </a:lnTo>
                  <a:lnTo>
                    <a:pt x="22860" y="203619"/>
                  </a:lnTo>
                  <a:lnTo>
                    <a:pt x="22682" y="199872"/>
                  </a:lnTo>
                  <a:lnTo>
                    <a:pt x="22517" y="196138"/>
                  </a:lnTo>
                  <a:lnTo>
                    <a:pt x="21691" y="193154"/>
                  </a:lnTo>
                  <a:lnTo>
                    <a:pt x="21336" y="193179"/>
                  </a:lnTo>
                  <a:lnTo>
                    <a:pt x="53098" y="156121"/>
                  </a:lnTo>
                  <a:lnTo>
                    <a:pt x="52679" y="158508"/>
                  </a:lnTo>
                  <a:lnTo>
                    <a:pt x="53022" y="165976"/>
                  </a:lnTo>
                  <a:lnTo>
                    <a:pt x="53467" y="167652"/>
                  </a:lnTo>
                  <a:lnTo>
                    <a:pt x="52070" y="167309"/>
                  </a:lnTo>
                  <a:lnTo>
                    <a:pt x="48869" y="167500"/>
                  </a:lnTo>
                  <a:lnTo>
                    <a:pt x="45656" y="167703"/>
                  </a:lnTo>
                  <a:lnTo>
                    <a:pt x="43091" y="168668"/>
                  </a:lnTo>
                  <a:lnTo>
                    <a:pt x="43192" y="170624"/>
                  </a:lnTo>
                  <a:lnTo>
                    <a:pt x="45834" y="171246"/>
                  </a:lnTo>
                  <a:lnTo>
                    <a:pt x="52235" y="170853"/>
                  </a:lnTo>
                  <a:lnTo>
                    <a:pt x="53670" y="170319"/>
                  </a:lnTo>
                  <a:lnTo>
                    <a:pt x="53378" y="172046"/>
                  </a:lnTo>
                  <a:lnTo>
                    <a:pt x="53543" y="175780"/>
                  </a:lnTo>
                  <a:lnTo>
                    <a:pt x="53708" y="179514"/>
                  </a:lnTo>
                  <a:lnTo>
                    <a:pt x="54533" y="182499"/>
                  </a:lnTo>
                  <a:lnTo>
                    <a:pt x="56210" y="182397"/>
                  </a:lnTo>
                  <a:lnTo>
                    <a:pt x="56756" y="179324"/>
                  </a:lnTo>
                  <a:lnTo>
                    <a:pt x="56413" y="171856"/>
                  </a:lnTo>
                  <a:lnTo>
                    <a:pt x="56045" y="170522"/>
                  </a:lnTo>
                  <a:lnTo>
                    <a:pt x="65735" y="170522"/>
                  </a:lnTo>
                  <a:lnTo>
                    <a:pt x="65735" y="168059"/>
                  </a:lnTo>
                  <a:lnTo>
                    <a:pt x="99479" y="207403"/>
                  </a:lnTo>
                  <a:lnTo>
                    <a:pt x="99479" y="196773"/>
                  </a:lnTo>
                  <a:lnTo>
                    <a:pt x="64452" y="155892"/>
                  </a:lnTo>
                  <a:lnTo>
                    <a:pt x="64452" y="166573"/>
                  </a:lnTo>
                  <a:lnTo>
                    <a:pt x="55918" y="166573"/>
                  </a:lnTo>
                  <a:lnTo>
                    <a:pt x="56057" y="165798"/>
                  </a:lnTo>
                  <a:lnTo>
                    <a:pt x="55892" y="162052"/>
                  </a:lnTo>
                  <a:lnTo>
                    <a:pt x="55727" y="158318"/>
                  </a:lnTo>
                  <a:lnTo>
                    <a:pt x="54902" y="155422"/>
                  </a:lnTo>
                  <a:lnTo>
                    <a:pt x="64452" y="166573"/>
                  </a:lnTo>
                  <a:lnTo>
                    <a:pt x="64452" y="155892"/>
                  </a:lnTo>
                  <a:lnTo>
                    <a:pt x="63449" y="154711"/>
                  </a:lnTo>
                  <a:lnTo>
                    <a:pt x="54838" y="144665"/>
                  </a:lnTo>
                  <a:lnTo>
                    <a:pt x="54838" y="155346"/>
                  </a:lnTo>
                  <a:lnTo>
                    <a:pt x="53708" y="155409"/>
                  </a:lnTo>
                  <a:lnTo>
                    <a:pt x="54305" y="154711"/>
                  </a:lnTo>
                  <a:lnTo>
                    <a:pt x="54838" y="155346"/>
                  </a:lnTo>
                  <a:lnTo>
                    <a:pt x="54838" y="144665"/>
                  </a:lnTo>
                  <a:lnTo>
                    <a:pt x="54305" y="144043"/>
                  </a:lnTo>
                  <a:lnTo>
                    <a:pt x="20269" y="183756"/>
                  </a:lnTo>
                  <a:lnTo>
                    <a:pt x="20269" y="205473"/>
                  </a:lnTo>
                  <a:lnTo>
                    <a:pt x="18872" y="205130"/>
                  </a:lnTo>
                  <a:lnTo>
                    <a:pt x="15659" y="205320"/>
                  </a:lnTo>
                  <a:lnTo>
                    <a:pt x="12458" y="205524"/>
                  </a:lnTo>
                  <a:lnTo>
                    <a:pt x="9969" y="206476"/>
                  </a:lnTo>
                  <a:lnTo>
                    <a:pt x="9969" y="208381"/>
                  </a:lnTo>
                  <a:lnTo>
                    <a:pt x="9144" y="207403"/>
                  </a:lnTo>
                  <a:lnTo>
                    <a:pt x="9893" y="206540"/>
                  </a:lnTo>
                  <a:lnTo>
                    <a:pt x="9969" y="208381"/>
                  </a:lnTo>
                  <a:lnTo>
                    <a:pt x="9969" y="206476"/>
                  </a:lnTo>
                  <a:lnTo>
                    <a:pt x="19685" y="195110"/>
                  </a:lnTo>
                  <a:lnTo>
                    <a:pt x="19469" y="196329"/>
                  </a:lnTo>
                  <a:lnTo>
                    <a:pt x="19812" y="203796"/>
                  </a:lnTo>
                  <a:lnTo>
                    <a:pt x="20269" y="205473"/>
                  </a:lnTo>
                  <a:lnTo>
                    <a:pt x="20269" y="183756"/>
                  </a:lnTo>
                  <a:lnTo>
                    <a:pt x="0" y="207403"/>
                  </a:lnTo>
                  <a:lnTo>
                    <a:pt x="54305" y="270751"/>
                  </a:lnTo>
                  <a:lnTo>
                    <a:pt x="63449" y="260083"/>
                  </a:lnTo>
                  <a:lnTo>
                    <a:pt x="104038" y="212737"/>
                  </a:lnTo>
                  <a:lnTo>
                    <a:pt x="142074" y="257086"/>
                  </a:lnTo>
                  <a:lnTo>
                    <a:pt x="142074" y="246430"/>
                  </a:lnTo>
                  <a:lnTo>
                    <a:pt x="108610" y="207403"/>
                  </a:lnTo>
                  <a:lnTo>
                    <a:pt x="142074" y="168363"/>
                  </a:lnTo>
                  <a:lnTo>
                    <a:pt x="142074" y="157708"/>
                  </a:lnTo>
                  <a:close/>
                </a:path>
                <a:path w="142240" h="271145">
                  <a:moveTo>
                    <a:pt x="142074" y="110591"/>
                  </a:moveTo>
                  <a:lnTo>
                    <a:pt x="114973" y="78994"/>
                  </a:lnTo>
                  <a:lnTo>
                    <a:pt x="114973" y="89662"/>
                  </a:lnTo>
                  <a:lnTo>
                    <a:pt x="113969" y="89420"/>
                  </a:lnTo>
                  <a:lnTo>
                    <a:pt x="107569" y="89814"/>
                  </a:lnTo>
                  <a:lnTo>
                    <a:pt x="106057" y="90385"/>
                  </a:lnTo>
                  <a:lnTo>
                    <a:pt x="106362" y="88633"/>
                  </a:lnTo>
                  <a:lnTo>
                    <a:pt x="106184" y="84899"/>
                  </a:lnTo>
                  <a:lnTo>
                    <a:pt x="106019" y="81153"/>
                  </a:lnTo>
                  <a:lnTo>
                    <a:pt x="105206" y="78257"/>
                  </a:lnTo>
                  <a:lnTo>
                    <a:pt x="114973" y="89662"/>
                  </a:lnTo>
                  <a:lnTo>
                    <a:pt x="114973" y="78994"/>
                  </a:lnTo>
                  <a:lnTo>
                    <a:pt x="113741" y="77546"/>
                  </a:lnTo>
                  <a:lnTo>
                    <a:pt x="105143" y="67525"/>
                  </a:lnTo>
                  <a:lnTo>
                    <a:pt x="105143" y="78181"/>
                  </a:lnTo>
                  <a:lnTo>
                    <a:pt x="104000" y="78257"/>
                  </a:lnTo>
                  <a:lnTo>
                    <a:pt x="104609" y="77546"/>
                  </a:lnTo>
                  <a:lnTo>
                    <a:pt x="105143" y="78181"/>
                  </a:lnTo>
                  <a:lnTo>
                    <a:pt x="105143" y="67525"/>
                  </a:lnTo>
                  <a:lnTo>
                    <a:pt x="104609" y="66890"/>
                  </a:lnTo>
                  <a:lnTo>
                    <a:pt x="70561" y="106603"/>
                  </a:lnTo>
                  <a:lnTo>
                    <a:pt x="70561" y="128308"/>
                  </a:lnTo>
                  <a:lnTo>
                    <a:pt x="69164" y="127965"/>
                  </a:lnTo>
                  <a:lnTo>
                    <a:pt x="65963" y="128168"/>
                  </a:lnTo>
                  <a:lnTo>
                    <a:pt x="62763" y="128358"/>
                  </a:lnTo>
                  <a:lnTo>
                    <a:pt x="60274" y="129311"/>
                  </a:lnTo>
                  <a:lnTo>
                    <a:pt x="60274" y="131229"/>
                  </a:lnTo>
                  <a:lnTo>
                    <a:pt x="59436" y="130238"/>
                  </a:lnTo>
                  <a:lnTo>
                    <a:pt x="60198" y="129349"/>
                  </a:lnTo>
                  <a:lnTo>
                    <a:pt x="60274" y="131229"/>
                  </a:lnTo>
                  <a:lnTo>
                    <a:pt x="60274" y="129311"/>
                  </a:lnTo>
                  <a:lnTo>
                    <a:pt x="69989" y="117932"/>
                  </a:lnTo>
                  <a:lnTo>
                    <a:pt x="69773" y="119164"/>
                  </a:lnTo>
                  <a:lnTo>
                    <a:pt x="70116" y="126644"/>
                  </a:lnTo>
                  <a:lnTo>
                    <a:pt x="70561" y="128308"/>
                  </a:lnTo>
                  <a:lnTo>
                    <a:pt x="70561" y="106603"/>
                  </a:lnTo>
                  <a:lnTo>
                    <a:pt x="50292" y="130238"/>
                  </a:lnTo>
                  <a:lnTo>
                    <a:pt x="104609" y="193586"/>
                  </a:lnTo>
                  <a:lnTo>
                    <a:pt x="113741" y="182930"/>
                  </a:lnTo>
                  <a:lnTo>
                    <a:pt x="142074" y="149885"/>
                  </a:lnTo>
                  <a:lnTo>
                    <a:pt x="142074" y="139217"/>
                  </a:lnTo>
                  <a:lnTo>
                    <a:pt x="139674" y="142024"/>
                  </a:lnTo>
                  <a:lnTo>
                    <a:pt x="139941" y="140525"/>
                  </a:lnTo>
                  <a:lnTo>
                    <a:pt x="139598" y="133057"/>
                  </a:lnTo>
                  <a:lnTo>
                    <a:pt x="139128" y="131381"/>
                  </a:lnTo>
                  <a:lnTo>
                    <a:pt x="140614" y="131724"/>
                  </a:lnTo>
                  <a:lnTo>
                    <a:pt x="142074" y="131635"/>
                  </a:lnTo>
                  <a:lnTo>
                    <a:pt x="142074" y="128079"/>
                  </a:lnTo>
                  <a:lnTo>
                    <a:pt x="140449" y="128168"/>
                  </a:lnTo>
                  <a:lnTo>
                    <a:pt x="138938" y="128739"/>
                  </a:lnTo>
                  <a:lnTo>
                    <a:pt x="139242" y="126987"/>
                  </a:lnTo>
                  <a:lnTo>
                    <a:pt x="139077" y="123253"/>
                  </a:lnTo>
                  <a:lnTo>
                    <a:pt x="138912" y="119519"/>
                  </a:lnTo>
                  <a:lnTo>
                    <a:pt x="138252" y="117195"/>
                  </a:lnTo>
                  <a:lnTo>
                    <a:pt x="138252" y="143675"/>
                  </a:lnTo>
                  <a:lnTo>
                    <a:pt x="104609" y="182930"/>
                  </a:lnTo>
                  <a:lnTo>
                    <a:pt x="92925" y="169316"/>
                  </a:lnTo>
                  <a:lnTo>
                    <a:pt x="95504" y="169913"/>
                  </a:lnTo>
                  <a:lnTo>
                    <a:pt x="101917" y="169519"/>
                  </a:lnTo>
                  <a:lnTo>
                    <a:pt x="103339" y="168986"/>
                  </a:lnTo>
                  <a:lnTo>
                    <a:pt x="103047" y="170700"/>
                  </a:lnTo>
                  <a:lnTo>
                    <a:pt x="103225" y="174447"/>
                  </a:lnTo>
                  <a:lnTo>
                    <a:pt x="103390" y="178181"/>
                  </a:lnTo>
                  <a:lnTo>
                    <a:pt x="104216" y="181165"/>
                  </a:lnTo>
                  <a:lnTo>
                    <a:pt x="105892" y="181063"/>
                  </a:lnTo>
                  <a:lnTo>
                    <a:pt x="106438" y="177990"/>
                  </a:lnTo>
                  <a:lnTo>
                    <a:pt x="106083" y="170522"/>
                  </a:lnTo>
                  <a:lnTo>
                    <a:pt x="105613" y="168833"/>
                  </a:lnTo>
                  <a:lnTo>
                    <a:pt x="107111" y="169189"/>
                  </a:lnTo>
                  <a:lnTo>
                    <a:pt x="110312" y="168986"/>
                  </a:lnTo>
                  <a:lnTo>
                    <a:pt x="113512" y="168795"/>
                  </a:lnTo>
                  <a:lnTo>
                    <a:pt x="116078" y="167830"/>
                  </a:lnTo>
                  <a:lnTo>
                    <a:pt x="115989" y="165874"/>
                  </a:lnTo>
                  <a:lnTo>
                    <a:pt x="113347" y="165239"/>
                  </a:lnTo>
                  <a:lnTo>
                    <a:pt x="106946" y="165633"/>
                  </a:lnTo>
                  <a:lnTo>
                    <a:pt x="105435" y="166204"/>
                  </a:lnTo>
                  <a:lnTo>
                    <a:pt x="105740" y="164452"/>
                  </a:lnTo>
                  <a:lnTo>
                    <a:pt x="105562" y="160718"/>
                  </a:lnTo>
                  <a:lnTo>
                    <a:pt x="105397" y="156984"/>
                  </a:lnTo>
                  <a:lnTo>
                    <a:pt x="104571" y="154000"/>
                  </a:lnTo>
                  <a:lnTo>
                    <a:pt x="102895" y="154101"/>
                  </a:lnTo>
                  <a:lnTo>
                    <a:pt x="102349" y="157175"/>
                  </a:lnTo>
                  <a:lnTo>
                    <a:pt x="102692" y="164642"/>
                  </a:lnTo>
                  <a:lnTo>
                    <a:pt x="103149" y="166319"/>
                  </a:lnTo>
                  <a:lnTo>
                    <a:pt x="101752" y="165976"/>
                  </a:lnTo>
                  <a:lnTo>
                    <a:pt x="98539" y="166166"/>
                  </a:lnTo>
                  <a:lnTo>
                    <a:pt x="95338" y="166370"/>
                  </a:lnTo>
                  <a:lnTo>
                    <a:pt x="92773" y="167335"/>
                  </a:lnTo>
                  <a:lnTo>
                    <a:pt x="92849" y="169227"/>
                  </a:lnTo>
                  <a:lnTo>
                    <a:pt x="60337" y="131292"/>
                  </a:lnTo>
                  <a:lnTo>
                    <a:pt x="62928" y="131914"/>
                  </a:lnTo>
                  <a:lnTo>
                    <a:pt x="69329" y="131508"/>
                  </a:lnTo>
                  <a:lnTo>
                    <a:pt x="70764" y="130975"/>
                  </a:lnTo>
                  <a:lnTo>
                    <a:pt x="70459" y="132702"/>
                  </a:lnTo>
                  <a:lnTo>
                    <a:pt x="70637" y="136436"/>
                  </a:lnTo>
                  <a:lnTo>
                    <a:pt x="70802" y="140182"/>
                  </a:lnTo>
                  <a:lnTo>
                    <a:pt x="71628" y="143167"/>
                  </a:lnTo>
                  <a:lnTo>
                    <a:pt x="73304" y="143052"/>
                  </a:lnTo>
                  <a:lnTo>
                    <a:pt x="73850" y="139992"/>
                  </a:lnTo>
                  <a:lnTo>
                    <a:pt x="73507" y="132511"/>
                  </a:lnTo>
                  <a:lnTo>
                    <a:pt x="73050" y="130835"/>
                  </a:lnTo>
                  <a:lnTo>
                    <a:pt x="74523" y="131178"/>
                  </a:lnTo>
                  <a:lnTo>
                    <a:pt x="77736" y="130987"/>
                  </a:lnTo>
                  <a:lnTo>
                    <a:pt x="80937" y="130784"/>
                  </a:lnTo>
                  <a:lnTo>
                    <a:pt x="83502" y="129819"/>
                  </a:lnTo>
                  <a:lnTo>
                    <a:pt x="83400" y="127863"/>
                  </a:lnTo>
                  <a:lnTo>
                    <a:pt x="80772" y="127241"/>
                  </a:lnTo>
                  <a:lnTo>
                    <a:pt x="74358" y="127635"/>
                  </a:lnTo>
                  <a:lnTo>
                    <a:pt x="72847" y="128206"/>
                  </a:lnTo>
                  <a:lnTo>
                    <a:pt x="73152" y="126453"/>
                  </a:lnTo>
                  <a:lnTo>
                    <a:pt x="72986" y="122720"/>
                  </a:lnTo>
                  <a:lnTo>
                    <a:pt x="72821" y="118973"/>
                  </a:lnTo>
                  <a:lnTo>
                    <a:pt x="71996" y="115989"/>
                  </a:lnTo>
                  <a:lnTo>
                    <a:pt x="71628" y="116014"/>
                  </a:lnTo>
                  <a:lnTo>
                    <a:pt x="103390" y="78968"/>
                  </a:lnTo>
                  <a:lnTo>
                    <a:pt x="102971" y="81343"/>
                  </a:lnTo>
                  <a:lnTo>
                    <a:pt x="103314" y="88823"/>
                  </a:lnTo>
                  <a:lnTo>
                    <a:pt x="103759" y="90474"/>
                  </a:lnTo>
                  <a:lnTo>
                    <a:pt x="102374" y="90144"/>
                  </a:lnTo>
                  <a:lnTo>
                    <a:pt x="99161" y="90347"/>
                  </a:lnTo>
                  <a:lnTo>
                    <a:pt x="95961" y="90538"/>
                  </a:lnTo>
                  <a:lnTo>
                    <a:pt x="93395" y="91503"/>
                  </a:lnTo>
                  <a:lnTo>
                    <a:pt x="93484" y="93459"/>
                  </a:lnTo>
                  <a:lnTo>
                    <a:pt x="96126" y="94094"/>
                  </a:lnTo>
                  <a:lnTo>
                    <a:pt x="102539" y="93687"/>
                  </a:lnTo>
                  <a:lnTo>
                    <a:pt x="103962" y="93167"/>
                  </a:lnTo>
                  <a:lnTo>
                    <a:pt x="103657" y="94881"/>
                  </a:lnTo>
                  <a:lnTo>
                    <a:pt x="103835" y="98615"/>
                  </a:lnTo>
                  <a:lnTo>
                    <a:pt x="104013" y="102362"/>
                  </a:lnTo>
                  <a:lnTo>
                    <a:pt x="104838" y="105346"/>
                  </a:lnTo>
                  <a:lnTo>
                    <a:pt x="106514" y="105232"/>
                  </a:lnTo>
                  <a:lnTo>
                    <a:pt x="107061" y="102171"/>
                  </a:lnTo>
                  <a:lnTo>
                    <a:pt x="106705" y="94691"/>
                  </a:lnTo>
                  <a:lnTo>
                    <a:pt x="106248" y="93014"/>
                  </a:lnTo>
                  <a:lnTo>
                    <a:pt x="107734" y="93357"/>
                  </a:lnTo>
                  <a:lnTo>
                    <a:pt x="110934" y="93167"/>
                  </a:lnTo>
                  <a:lnTo>
                    <a:pt x="114134" y="92964"/>
                  </a:lnTo>
                  <a:lnTo>
                    <a:pt x="116700" y="91998"/>
                  </a:lnTo>
                  <a:lnTo>
                    <a:pt x="116674" y="91655"/>
                  </a:lnTo>
                  <a:lnTo>
                    <a:pt x="138036" y="116547"/>
                  </a:lnTo>
                  <a:lnTo>
                    <a:pt x="136398" y="116636"/>
                  </a:lnTo>
                  <a:lnTo>
                    <a:pt x="135864" y="119710"/>
                  </a:lnTo>
                  <a:lnTo>
                    <a:pt x="136207" y="127177"/>
                  </a:lnTo>
                  <a:lnTo>
                    <a:pt x="136652" y="128854"/>
                  </a:lnTo>
                  <a:lnTo>
                    <a:pt x="135255" y="128511"/>
                  </a:lnTo>
                  <a:lnTo>
                    <a:pt x="132054" y="128701"/>
                  </a:lnTo>
                  <a:lnTo>
                    <a:pt x="128841" y="128905"/>
                  </a:lnTo>
                  <a:lnTo>
                    <a:pt x="126276" y="129870"/>
                  </a:lnTo>
                  <a:lnTo>
                    <a:pt x="126377" y="131826"/>
                  </a:lnTo>
                  <a:lnTo>
                    <a:pt x="129019" y="132448"/>
                  </a:lnTo>
                  <a:lnTo>
                    <a:pt x="135420" y="132054"/>
                  </a:lnTo>
                  <a:lnTo>
                    <a:pt x="136855" y="131521"/>
                  </a:lnTo>
                  <a:lnTo>
                    <a:pt x="136563" y="133235"/>
                  </a:lnTo>
                  <a:lnTo>
                    <a:pt x="136728" y="136982"/>
                  </a:lnTo>
                  <a:lnTo>
                    <a:pt x="136893" y="140716"/>
                  </a:lnTo>
                  <a:lnTo>
                    <a:pt x="137718" y="143700"/>
                  </a:lnTo>
                  <a:lnTo>
                    <a:pt x="138252" y="143675"/>
                  </a:lnTo>
                  <a:lnTo>
                    <a:pt x="138252" y="117195"/>
                  </a:lnTo>
                  <a:lnTo>
                    <a:pt x="138087" y="116611"/>
                  </a:lnTo>
                  <a:lnTo>
                    <a:pt x="142074" y="121246"/>
                  </a:lnTo>
                  <a:lnTo>
                    <a:pt x="142074" y="110591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1" name="object 2141" descr=""/>
            <p:cNvSpPr/>
            <p:nvPr/>
          </p:nvSpPr>
          <p:spPr>
            <a:xfrm>
              <a:off x="7466100" y="6587968"/>
              <a:ext cx="1040765" cy="798195"/>
            </a:xfrm>
            <a:custGeom>
              <a:avLst/>
              <a:gdLst/>
              <a:ahLst/>
              <a:cxnLst/>
              <a:rect l="l" t="t" r="r" b="b"/>
              <a:pathLst>
                <a:path w="1040765" h="798195">
                  <a:moveTo>
                    <a:pt x="1040753" y="0"/>
                  </a:moveTo>
                  <a:lnTo>
                    <a:pt x="0" y="0"/>
                  </a:lnTo>
                  <a:lnTo>
                    <a:pt x="14701" y="678523"/>
                  </a:lnTo>
                  <a:lnTo>
                    <a:pt x="1040753" y="797713"/>
                  </a:lnTo>
                  <a:lnTo>
                    <a:pt x="1040753" y="0"/>
                  </a:lnTo>
                  <a:close/>
                </a:path>
              </a:pathLst>
            </a:custGeom>
            <a:solidFill>
              <a:srgbClr val="F0D7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2" name="object 2142" descr=""/>
            <p:cNvSpPr/>
            <p:nvPr/>
          </p:nvSpPr>
          <p:spPr>
            <a:xfrm>
              <a:off x="6459105" y="6451199"/>
              <a:ext cx="760095" cy="2116455"/>
            </a:xfrm>
            <a:custGeom>
              <a:avLst/>
              <a:gdLst/>
              <a:ahLst/>
              <a:cxnLst/>
              <a:rect l="l" t="t" r="r" b="b"/>
              <a:pathLst>
                <a:path w="760095" h="2116454">
                  <a:moveTo>
                    <a:pt x="759612" y="0"/>
                  </a:moveTo>
                  <a:lnTo>
                    <a:pt x="0" y="0"/>
                  </a:lnTo>
                  <a:lnTo>
                    <a:pt x="0" y="2031326"/>
                  </a:lnTo>
                  <a:lnTo>
                    <a:pt x="0" y="2116302"/>
                  </a:lnTo>
                  <a:lnTo>
                    <a:pt x="759612" y="2116302"/>
                  </a:lnTo>
                  <a:lnTo>
                    <a:pt x="759612" y="2031326"/>
                  </a:lnTo>
                  <a:lnTo>
                    <a:pt x="759612" y="0"/>
                  </a:lnTo>
                  <a:close/>
                </a:path>
              </a:pathLst>
            </a:custGeom>
            <a:solidFill>
              <a:srgbClr val="E8C9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3" name="object 2143" descr=""/>
            <p:cNvSpPr/>
            <p:nvPr/>
          </p:nvSpPr>
          <p:spPr>
            <a:xfrm>
              <a:off x="6477063" y="6713086"/>
              <a:ext cx="647700" cy="1735455"/>
            </a:xfrm>
            <a:custGeom>
              <a:avLst/>
              <a:gdLst/>
              <a:ahLst/>
              <a:cxnLst/>
              <a:rect l="l" t="t" r="r" b="b"/>
              <a:pathLst>
                <a:path w="647700" h="1735454">
                  <a:moveTo>
                    <a:pt x="61061" y="1517815"/>
                  </a:moveTo>
                  <a:lnTo>
                    <a:pt x="0" y="1517815"/>
                  </a:lnTo>
                  <a:lnTo>
                    <a:pt x="0" y="1544370"/>
                  </a:lnTo>
                  <a:lnTo>
                    <a:pt x="61061" y="1544370"/>
                  </a:lnTo>
                  <a:lnTo>
                    <a:pt x="61061" y="1517815"/>
                  </a:lnTo>
                  <a:close/>
                </a:path>
                <a:path w="647700" h="1735454">
                  <a:moveTo>
                    <a:pt x="104546" y="1455813"/>
                  </a:moveTo>
                  <a:lnTo>
                    <a:pt x="43472" y="1455813"/>
                  </a:lnTo>
                  <a:lnTo>
                    <a:pt x="43472" y="1482382"/>
                  </a:lnTo>
                  <a:lnTo>
                    <a:pt x="104546" y="1482382"/>
                  </a:lnTo>
                  <a:lnTo>
                    <a:pt x="104546" y="1455813"/>
                  </a:lnTo>
                  <a:close/>
                </a:path>
                <a:path w="647700" h="1735454">
                  <a:moveTo>
                    <a:pt x="135572" y="150558"/>
                  </a:moveTo>
                  <a:lnTo>
                    <a:pt x="74510" y="150558"/>
                  </a:lnTo>
                  <a:lnTo>
                    <a:pt x="74510" y="177126"/>
                  </a:lnTo>
                  <a:lnTo>
                    <a:pt x="135572" y="177126"/>
                  </a:lnTo>
                  <a:lnTo>
                    <a:pt x="135572" y="150558"/>
                  </a:lnTo>
                  <a:close/>
                </a:path>
                <a:path w="647700" h="1735454">
                  <a:moveTo>
                    <a:pt x="142836" y="1489722"/>
                  </a:moveTo>
                  <a:lnTo>
                    <a:pt x="81762" y="1489722"/>
                  </a:lnTo>
                  <a:lnTo>
                    <a:pt x="81762" y="1516278"/>
                  </a:lnTo>
                  <a:lnTo>
                    <a:pt x="142836" y="1516278"/>
                  </a:lnTo>
                  <a:lnTo>
                    <a:pt x="142836" y="1489722"/>
                  </a:lnTo>
                  <a:close/>
                </a:path>
                <a:path w="647700" h="1735454">
                  <a:moveTo>
                    <a:pt x="179057" y="88569"/>
                  </a:moveTo>
                  <a:lnTo>
                    <a:pt x="117983" y="88569"/>
                  </a:lnTo>
                  <a:lnTo>
                    <a:pt x="117983" y="115125"/>
                  </a:lnTo>
                  <a:lnTo>
                    <a:pt x="179057" y="115125"/>
                  </a:lnTo>
                  <a:lnTo>
                    <a:pt x="179057" y="88569"/>
                  </a:lnTo>
                  <a:close/>
                </a:path>
                <a:path w="647700" h="1735454">
                  <a:moveTo>
                    <a:pt x="217360" y="122466"/>
                  </a:moveTo>
                  <a:lnTo>
                    <a:pt x="156286" y="122466"/>
                  </a:lnTo>
                  <a:lnTo>
                    <a:pt x="156286" y="149034"/>
                  </a:lnTo>
                  <a:lnTo>
                    <a:pt x="217360" y="149034"/>
                  </a:lnTo>
                  <a:lnTo>
                    <a:pt x="217360" y="122466"/>
                  </a:lnTo>
                  <a:close/>
                </a:path>
                <a:path w="647700" h="1735454">
                  <a:moveTo>
                    <a:pt x="453478" y="1708543"/>
                  </a:moveTo>
                  <a:lnTo>
                    <a:pt x="392417" y="1708543"/>
                  </a:lnTo>
                  <a:lnTo>
                    <a:pt x="392417" y="1735112"/>
                  </a:lnTo>
                  <a:lnTo>
                    <a:pt x="453478" y="1735112"/>
                  </a:lnTo>
                  <a:lnTo>
                    <a:pt x="453478" y="1708543"/>
                  </a:lnTo>
                  <a:close/>
                </a:path>
                <a:path w="647700" h="1735454">
                  <a:moveTo>
                    <a:pt x="496951" y="1646555"/>
                  </a:moveTo>
                  <a:lnTo>
                    <a:pt x="435876" y="1646555"/>
                  </a:lnTo>
                  <a:lnTo>
                    <a:pt x="435876" y="1673110"/>
                  </a:lnTo>
                  <a:lnTo>
                    <a:pt x="496951" y="1673110"/>
                  </a:lnTo>
                  <a:lnTo>
                    <a:pt x="496951" y="1646555"/>
                  </a:lnTo>
                  <a:close/>
                </a:path>
                <a:path w="647700" h="1735454">
                  <a:moveTo>
                    <a:pt x="512673" y="62001"/>
                  </a:moveTo>
                  <a:lnTo>
                    <a:pt x="451612" y="62001"/>
                  </a:lnTo>
                  <a:lnTo>
                    <a:pt x="451612" y="88569"/>
                  </a:lnTo>
                  <a:lnTo>
                    <a:pt x="512673" y="88569"/>
                  </a:lnTo>
                  <a:lnTo>
                    <a:pt x="512673" y="62001"/>
                  </a:lnTo>
                  <a:close/>
                </a:path>
                <a:path w="647700" h="1735454">
                  <a:moveTo>
                    <a:pt x="535254" y="1680451"/>
                  </a:moveTo>
                  <a:lnTo>
                    <a:pt x="474179" y="1680451"/>
                  </a:lnTo>
                  <a:lnTo>
                    <a:pt x="474179" y="1707019"/>
                  </a:lnTo>
                  <a:lnTo>
                    <a:pt x="535254" y="1707019"/>
                  </a:lnTo>
                  <a:lnTo>
                    <a:pt x="535254" y="1680451"/>
                  </a:lnTo>
                  <a:close/>
                </a:path>
                <a:path w="647700" h="1735454">
                  <a:moveTo>
                    <a:pt x="556145" y="0"/>
                  </a:moveTo>
                  <a:lnTo>
                    <a:pt x="495084" y="0"/>
                  </a:lnTo>
                  <a:lnTo>
                    <a:pt x="495084" y="26568"/>
                  </a:lnTo>
                  <a:lnTo>
                    <a:pt x="556145" y="26568"/>
                  </a:lnTo>
                  <a:lnTo>
                    <a:pt x="556145" y="0"/>
                  </a:lnTo>
                  <a:close/>
                </a:path>
                <a:path w="647700" h="1735454">
                  <a:moveTo>
                    <a:pt x="565785" y="955167"/>
                  </a:moveTo>
                  <a:lnTo>
                    <a:pt x="504723" y="955167"/>
                  </a:lnTo>
                  <a:lnTo>
                    <a:pt x="504723" y="981735"/>
                  </a:lnTo>
                  <a:lnTo>
                    <a:pt x="565785" y="981735"/>
                  </a:lnTo>
                  <a:lnTo>
                    <a:pt x="565785" y="955167"/>
                  </a:lnTo>
                  <a:close/>
                </a:path>
                <a:path w="647700" h="1735454">
                  <a:moveTo>
                    <a:pt x="594448" y="33909"/>
                  </a:moveTo>
                  <a:lnTo>
                    <a:pt x="533374" y="33909"/>
                  </a:lnTo>
                  <a:lnTo>
                    <a:pt x="533374" y="60477"/>
                  </a:lnTo>
                  <a:lnTo>
                    <a:pt x="594448" y="60477"/>
                  </a:lnTo>
                  <a:lnTo>
                    <a:pt x="594448" y="33909"/>
                  </a:lnTo>
                  <a:close/>
                </a:path>
                <a:path w="647700" h="1735454">
                  <a:moveTo>
                    <a:pt x="609257" y="893165"/>
                  </a:moveTo>
                  <a:lnTo>
                    <a:pt x="548195" y="893165"/>
                  </a:lnTo>
                  <a:lnTo>
                    <a:pt x="548195" y="919734"/>
                  </a:lnTo>
                  <a:lnTo>
                    <a:pt x="609257" y="919734"/>
                  </a:lnTo>
                  <a:lnTo>
                    <a:pt x="609257" y="893165"/>
                  </a:lnTo>
                  <a:close/>
                </a:path>
                <a:path w="647700" h="1735454">
                  <a:moveTo>
                    <a:pt x="647560" y="927087"/>
                  </a:moveTo>
                  <a:lnTo>
                    <a:pt x="586498" y="927087"/>
                  </a:lnTo>
                  <a:lnTo>
                    <a:pt x="586498" y="953655"/>
                  </a:lnTo>
                  <a:lnTo>
                    <a:pt x="647560" y="953655"/>
                  </a:lnTo>
                  <a:lnTo>
                    <a:pt x="647560" y="927087"/>
                  </a:lnTo>
                  <a:close/>
                </a:path>
              </a:pathLst>
            </a:custGeom>
            <a:solidFill>
              <a:srgbClr val="F1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4" name="object 2144" descr=""/>
            <p:cNvSpPr/>
            <p:nvPr/>
          </p:nvSpPr>
          <p:spPr>
            <a:xfrm>
              <a:off x="6434616" y="6602976"/>
              <a:ext cx="693420" cy="52069"/>
            </a:xfrm>
            <a:custGeom>
              <a:avLst/>
              <a:gdLst/>
              <a:ahLst/>
              <a:cxnLst/>
              <a:rect l="l" t="t" r="r" b="b"/>
              <a:pathLst>
                <a:path w="693420" h="52070">
                  <a:moveTo>
                    <a:pt x="667016" y="0"/>
                  </a:moveTo>
                  <a:lnTo>
                    <a:pt x="25821" y="0"/>
                  </a:lnTo>
                  <a:lnTo>
                    <a:pt x="15796" y="2036"/>
                  </a:lnTo>
                  <a:lnTo>
                    <a:pt x="7586" y="7580"/>
                  </a:lnTo>
                  <a:lnTo>
                    <a:pt x="2037" y="15787"/>
                  </a:lnTo>
                  <a:lnTo>
                    <a:pt x="0" y="25810"/>
                  </a:lnTo>
                  <a:lnTo>
                    <a:pt x="2037" y="35835"/>
                  </a:lnTo>
                  <a:lnTo>
                    <a:pt x="7586" y="44045"/>
                  </a:lnTo>
                  <a:lnTo>
                    <a:pt x="15796" y="49594"/>
                  </a:lnTo>
                  <a:lnTo>
                    <a:pt x="25821" y="51631"/>
                  </a:lnTo>
                  <a:lnTo>
                    <a:pt x="667016" y="51631"/>
                  </a:lnTo>
                  <a:lnTo>
                    <a:pt x="677040" y="49594"/>
                  </a:lnTo>
                  <a:lnTo>
                    <a:pt x="685251" y="44045"/>
                  </a:lnTo>
                  <a:lnTo>
                    <a:pt x="690799" y="35835"/>
                  </a:lnTo>
                  <a:lnTo>
                    <a:pt x="692837" y="25810"/>
                  </a:lnTo>
                  <a:lnTo>
                    <a:pt x="690799" y="15787"/>
                  </a:lnTo>
                  <a:lnTo>
                    <a:pt x="685251" y="7580"/>
                  </a:lnTo>
                  <a:lnTo>
                    <a:pt x="677040" y="2036"/>
                  </a:lnTo>
                  <a:lnTo>
                    <a:pt x="667016" y="0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5" name="object 2145" descr=""/>
            <p:cNvSpPr/>
            <p:nvPr/>
          </p:nvSpPr>
          <p:spPr>
            <a:xfrm>
              <a:off x="7407923" y="6514052"/>
              <a:ext cx="1174750" cy="1976755"/>
            </a:xfrm>
            <a:custGeom>
              <a:avLst/>
              <a:gdLst/>
              <a:ahLst/>
              <a:cxnLst/>
              <a:rect l="l" t="t" r="r" b="b"/>
              <a:pathLst>
                <a:path w="1174750" h="1976754">
                  <a:moveTo>
                    <a:pt x="97396" y="114744"/>
                  </a:moveTo>
                  <a:lnTo>
                    <a:pt x="0" y="114744"/>
                  </a:lnTo>
                  <a:lnTo>
                    <a:pt x="0" y="1976501"/>
                  </a:lnTo>
                  <a:lnTo>
                    <a:pt x="97396" y="1976501"/>
                  </a:lnTo>
                  <a:lnTo>
                    <a:pt x="97396" y="114744"/>
                  </a:lnTo>
                  <a:close/>
                </a:path>
                <a:path w="1174750" h="1976754">
                  <a:moveTo>
                    <a:pt x="1174534" y="0"/>
                  </a:moveTo>
                  <a:lnTo>
                    <a:pt x="990" y="0"/>
                  </a:lnTo>
                  <a:lnTo>
                    <a:pt x="990" y="113017"/>
                  </a:lnTo>
                  <a:lnTo>
                    <a:pt x="1174534" y="113017"/>
                  </a:lnTo>
                  <a:lnTo>
                    <a:pt x="1174534" y="0"/>
                  </a:lnTo>
                  <a:close/>
                </a:path>
              </a:pathLst>
            </a:custGeom>
            <a:solidFill>
              <a:srgbClr val="FFF6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6" name="object 2146" descr=""/>
            <p:cNvSpPr/>
            <p:nvPr/>
          </p:nvSpPr>
          <p:spPr>
            <a:xfrm>
              <a:off x="6636778" y="6890199"/>
              <a:ext cx="391160" cy="643890"/>
            </a:xfrm>
            <a:custGeom>
              <a:avLst/>
              <a:gdLst/>
              <a:ahLst/>
              <a:cxnLst/>
              <a:rect l="l" t="t" r="r" b="b"/>
              <a:pathLst>
                <a:path w="391159" h="643890">
                  <a:moveTo>
                    <a:pt x="201135" y="0"/>
                  </a:moveTo>
                  <a:lnTo>
                    <a:pt x="137103" y="24603"/>
                  </a:lnTo>
                  <a:lnTo>
                    <a:pt x="87802" y="58795"/>
                  </a:lnTo>
                  <a:lnTo>
                    <a:pt x="51451" y="97857"/>
                  </a:lnTo>
                  <a:lnTo>
                    <a:pt x="26274" y="137073"/>
                  </a:lnTo>
                  <a:lnTo>
                    <a:pt x="2326" y="197099"/>
                  </a:lnTo>
                  <a:lnTo>
                    <a:pt x="0" y="208475"/>
                  </a:lnTo>
                  <a:lnTo>
                    <a:pt x="0" y="643676"/>
                  </a:lnTo>
                  <a:lnTo>
                    <a:pt x="390815" y="643676"/>
                  </a:lnTo>
                  <a:lnTo>
                    <a:pt x="390815" y="208475"/>
                  </a:lnTo>
                  <a:lnTo>
                    <a:pt x="379340" y="158950"/>
                  </a:lnTo>
                  <a:lnTo>
                    <a:pt x="357406" y="115020"/>
                  </a:lnTo>
                  <a:lnTo>
                    <a:pt x="317927" y="68165"/>
                  </a:lnTo>
                  <a:lnTo>
                    <a:pt x="268542" y="29641"/>
                  </a:lnTo>
                  <a:lnTo>
                    <a:pt x="201135" y="0"/>
                  </a:lnTo>
                  <a:close/>
                </a:path>
              </a:pathLst>
            </a:custGeom>
            <a:solidFill>
              <a:srgbClr val="A292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7" name="object 2147" descr=""/>
            <p:cNvSpPr/>
            <p:nvPr/>
          </p:nvSpPr>
          <p:spPr>
            <a:xfrm>
              <a:off x="6727591" y="6973316"/>
              <a:ext cx="300355" cy="560705"/>
            </a:xfrm>
            <a:custGeom>
              <a:avLst/>
              <a:gdLst/>
              <a:ahLst/>
              <a:cxnLst/>
              <a:rect l="l" t="t" r="r" b="b"/>
              <a:pathLst>
                <a:path w="300354" h="560704">
                  <a:moveTo>
                    <a:pt x="225867" y="0"/>
                  </a:moveTo>
                  <a:lnTo>
                    <a:pt x="0" y="560558"/>
                  </a:lnTo>
                  <a:lnTo>
                    <a:pt x="300001" y="560558"/>
                  </a:lnTo>
                  <a:lnTo>
                    <a:pt x="300001" y="130770"/>
                  </a:lnTo>
                  <a:lnTo>
                    <a:pt x="297781" y="116273"/>
                  </a:lnTo>
                  <a:lnTo>
                    <a:pt x="287903" y="85744"/>
                  </a:lnTo>
                  <a:lnTo>
                    <a:pt x="265541" y="45036"/>
                  </a:lnTo>
                  <a:lnTo>
                    <a:pt x="225867" y="0"/>
                  </a:lnTo>
                  <a:close/>
                </a:path>
              </a:pathLst>
            </a:custGeom>
            <a:solidFill>
              <a:srgbClr val="9C8B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8" name="object 2148" descr=""/>
            <p:cNvSpPr/>
            <p:nvPr/>
          </p:nvSpPr>
          <p:spPr>
            <a:xfrm>
              <a:off x="6783709" y="7266501"/>
              <a:ext cx="99695" cy="238760"/>
            </a:xfrm>
            <a:custGeom>
              <a:avLst/>
              <a:gdLst/>
              <a:ahLst/>
              <a:cxnLst/>
              <a:rect l="l" t="t" r="r" b="b"/>
              <a:pathLst>
                <a:path w="99695" h="238759">
                  <a:moveTo>
                    <a:pt x="99651" y="0"/>
                  </a:moveTo>
                  <a:lnTo>
                    <a:pt x="0" y="0"/>
                  </a:lnTo>
                  <a:lnTo>
                    <a:pt x="0" y="238380"/>
                  </a:lnTo>
                  <a:lnTo>
                    <a:pt x="99651" y="238380"/>
                  </a:lnTo>
                  <a:lnTo>
                    <a:pt x="99651" y="0"/>
                  </a:lnTo>
                  <a:close/>
                </a:path>
              </a:pathLst>
            </a:custGeom>
            <a:solidFill>
              <a:srgbClr val="8B7D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9" name="object 2149" descr=""/>
            <p:cNvSpPr/>
            <p:nvPr/>
          </p:nvSpPr>
          <p:spPr>
            <a:xfrm>
              <a:off x="6636778" y="7737555"/>
              <a:ext cx="391160" cy="622935"/>
            </a:xfrm>
            <a:custGeom>
              <a:avLst/>
              <a:gdLst/>
              <a:ahLst/>
              <a:cxnLst/>
              <a:rect l="l" t="t" r="r" b="b"/>
              <a:pathLst>
                <a:path w="391159" h="622934">
                  <a:moveTo>
                    <a:pt x="201135" y="0"/>
                  </a:moveTo>
                  <a:lnTo>
                    <a:pt x="137103" y="24603"/>
                  </a:lnTo>
                  <a:lnTo>
                    <a:pt x="87802" y="58795"/>
                  </a:lnTo>
                  <a:lnTo>
                    <a:pt x="51451" y="97857"/>
                  </a:lnTo>
                  <a:lnTo>
                    <a:pt x="26274" y="137073"/>
                  </a:lnTo>
                  <a:lnTo>
                    <a:pt x="2326" y="197099"/>
                  </a:lnTo>
                  <a:lnTo>
                    <a:pt x="0" y="208475"/>
                  </a:lnTo>
                  <a:lnTo>
                    <a:pt x="0" y="622609"/>
                  </a:lnTo>
                  <a:lnTo>
                    <a:pt x="390815" y="622609"/>
                  </a:lnTo>
                  <a:lnTo>
                    <a:pt x="390815" y="208475"/>
                  </a:lnTo>
                  <a:lnTo>
                    <a:pt x="379340" y="158950"/>
                  </a:lnTo>
                  <a:lnTo>
                    <a:pt x="357406" y="115020"/>
                  </a:lnTo>
                  <a:lnTo>
                    <a:pt x="317927" y="68165"/>
                  </a:lnTo>
                  <a:lnTo>
                    <a:pt x="268542" y="29641"/>
                  </a:lnTo>
                  <a:lnTo>
                    <a:pt x="201135" y="0"/>
                  </a:lnTo>
                  <a:close/>
                </a:path>
              </a:pathLst>
            </a:custGeom>
            <a:solidFill>
              <a:srgbClr val="A292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0" name="object 2150" descr=""/>
            <p:cNvSpPr/>
            <p:nvPr/>
          </p:nvSpPr>
          <p:spPr>
            <a:xfrm>
              <a:off x="6727591" y="7810138"/>
              <a:ext cx="300355" cy="550545"/>
            </a:xfrm>
            <a:custGeom>
              <a:avLst/>
              <a:gdLst/>
              <a:ahLst/>
              <a:cxnLst/>
              <a:rect l="l" t="t" r="r" b="b"/>
              <a:pathLst>
                <a:path w="300354" h="550545">
                  <a:moveTo>
                    <a:pt x="225867" y="0"/>
                  </a:moveTo>
                  <a:lnTo>
                    <a:pt x="0" y="550025"/>
                  </a:lnTo>
                  <a:lnTo>
                    <a:pt x="300001" y="550025"/>
                  </a:lnTo>
                  <a:lnTo>
                    <a:pt x="300001" y="141304"/>
                  </a:lnTo>
                  <a:lnTo>
                    <a:pt x="297781" y="125161"/>
                  </a:lnTo>
                  <a:lnTo>
                    <a:pt x="287903" y="91011"/>
                  </a:lnTo>
                  <a:lnTo>
                    <a:pt x="265541" y="46682"/>
                  </a:lnTo>
                  <a:lnTo>
                    <a:pt x="225867" y="0"/>
                  </a:lnTo>
                  <a:close/>
                </a:path>
              </a:pathLst>
            </a:custGeom>
            <a:solidFill>
              <a:srgbClr val="9C8B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1" name="object 2151" descr=""/>
            <p:cNvSpPr/>
            <p:nvPr/>
          </p:nvSpPr>
          <p:spPr>
            <a:xfrm>
              <a:off x="6783709" y="8113847"/>
              <a:ext cx="99695" cy="238760"/>
            </a:xfrm>
            <a:custGeom>
              <a:avLst/>
              <a:gdLst/>
              <a:ahLst/>
              <a:cxnLst/>
              <a:rect l="l" t="t" r="r" b="b"/>
              <a:pathLst>
                <a:path w="99695" h="238759">
                  <a:moveTo>
                    <a:pt x="99651" y="0"/>
                  </a:moveTo>
                  <a:lnTo>
                    <a:pt x="0" y="0"/>
                  </a:lnTo>
                  <a:lnTo>
                    <a:pt x="0" y="238380"/>
                  </a:lnTo>
                  <a:lnTo>
                    <a:pt x="99651" y="238380"/>
                  </a:lnTo>
                  <a:lnTo>
                    <a:pt x="99651" y="0"/>
                  </a:lnTo>
                  <a:close/>
                </a:path>
              </a:pathLst>
            </a:custGeom>
            <a:solidFill>
              <a:srgbClr val="8B7D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2" name="object 2152" descr=""/>
            <p:cNvSpPr/>
            <p:nvPr/>
          </p:nvSpPr>
          <p:spPr>
            <a:xfrm>
              <a:off x="8816086" y="6451199"/>
              <a:ext cx="711200" cy="2116455"/>
            </a:xfrm>
            <a:custGeom>
              <a:avLst/>
              <a:gdLst/>
              <a:ahLst/>
              <a:cxnLst/>
              <a:rect l="l" t="t" r="r" b="b"/>
              <a:pathLst>
                <a:path w="711200" h="2116454">
                  <a:moveTo>
                    <a:pt x="710666" y="0"/>
                  </a:moveTo>
                  <a:lnTo>
                    <a:pt x="0" y="0"/>
                  </a:lnTo>
                  <a:lnTo>
                    <a:pt x="0" y="2031326"/>
                  </a:lnTo>
                  <a:lnTo>
                    <a:pt x="0" y="2116302"/>
                  </a:lnTo>
                  <a:lnTo>
                    <a:pt x="710666" y="2116302"/>
                  </a:lnTo>
                  <a:lnTo>
                    <a:pt x="710666" y="2031326"/>
                  </a:lnTo>
                  <a:lnTo>
                    <a:pt x="710666" y="0"/>
                  </a:lnTo>
                  <a:close/>
                </a:path>
              </a:pathLst>
            </a:custGeom>
            <a:solidFill>
              <a:srgbClr val="E8C9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3" name="object 2153" descr=""/>
            <p:cNvSpPr/>
            <p:nvPr/>
          </p:nvSpPr>
          <p:spPr>
            <a:xfrm>
              <a:off x="8888451" y="6757371"/>
              <a:ext cx="565785" cy="1392555"/>
            </a:xfrm>
            <a:custGeom>
              <a:avLst/>
              <a:gdLst/>
              <a:ahLst/>
              <a:cxnLst/>
              <a:rect l="l" t="t" r="r" b="b"/>
              <a:pathLst>
                <a:path w="565784" h="1392554">
                  <a:moveTo>
                    <a:pt x="61074" y="1365732"/>
                  </a:moveTo>
                  <a:lnTo>
                    <a:pt x="0" y="1365732"/>
                  </a:lnTo>
                  <a:lnTo>
                    <a:pt x="0" y="1392288"/>
                  </a:lnTo>
                  <a:lnTo>
                    <a:pt x="61074" y="1392288"/>
                  </a:lnTo>
                  <a:lnTo>
                    <a:pt x="61074" y="1365732"/>
                  </a:lnTo>
                  <a:close/>
                </a:path>
                <a:path w="565784" h="1392554">
                  <a:moveTo>
                    <a:pt x="79717" y="62001"/>
                  </a:moveTo>
                  <a:lnTo>
                    <a:pt x="18656" y="62001"/>
                  </a:lnTo>
                  <a:lnTo>
                    <a:pt x="18656" y="88557"/>
                  </a:lnTo>
                  <a:lnTo>
                    <a:pt x="79717" y="88557"/>
                  </a:lnTo>
                  <a:lnTo>
                    <a:pt x="79717" y="62001"/>
                  </a:lnTo>
                  <a:close/>
                </a:path>
                <a:path w="565784" h="1392554">
                  <a:moveTo>
                    <a:pt x="104546" y="1303731"/>
                  </a:moveTo>
                  <a:lnTo>
                    <a:pt x="43484" y="1303731"/>
                  </a:lnTo>
                  <a:lnTo>
                    <a:pt x="43484" y="1330299"/>
                  </a:lnTo>
                  <a:lnTo>
                    <a:pt x="104546" y="1330299"/>
                  </a:lnTo>
                  <a:lnTo>
                    <a:pt x="104546" y="1303731"/>
                  </a:lnTo>
                  <a:close/>
                </a:path>
                <a:path w="565784" h="1392554">
                  <a:moveTo>
                    <a:pt x="123190" y="0"/>
                  </a:moveTo>
                  <a:lnTo>
                    <a:pt x="62128" y="0"/>
                  </a:lnTo>
                  <a:lnTo>
                    <a:pt x="62128" y="26568"/>
                  </a:lnTo>
                  <a:lnTo>
                    <a:pt x="123190" y="26568"/>
                  </a:lnTo>
                  <a:lnTo>
                    <a:pt x="123190" y="0"/>
                  </a:lnTo>
                  <a:close/>
                </a:path>
                <a:path w="565784" h="1392554">
                  <a:moveTo>
                    <a:pt x="142849" y="1337640"/>
                  </a:moveTo>
                  <a:lnTo>
                    <a:pt x="81788" y="1337640"/>
                  </a:lnTo>
                  <a:lnTo>
                    <a:pt x="81788" y="1364208"/>
                  </a:lnTo>
                  <a:lnTo>
                    <a:pt x="142849" y="1364208"/>
                  </a:lnTo>
                  <a:lnTo>
                    <a:pt x="142849" y="1337640"/>
                  </a:lnTo>
                  <a:close/>
                </a:path>
                <a:path w="565784" h="1392554">
                  <a:moveTo>
                    <a:pt x="161493" y="33909"/>
                  </a:moveTo>
                  <a:lnTo>
                    <a:pt x="100431" y="33909"/>
                  </a:lnTo>
                  <a:lnTo>
                    <a:pt x="100431" y="60464"/>
                  </a:lnTo>
                  <a:lnTo>
                    <a:pt x="161493" y="60464"/>
                  </a:lnTo>
                  <a:lnTo>
                    <a:pt x="161493" y="33909"/>
                  </a:lnTo>
                  <a:close/>
                </a:path>
                <a:path w="565784" h="1392554">
                  <a:moveTo>
                    <a:pt x="459714" y="472681"/>
                  </a:moveTo>
                  <a:lnTo>
                    <a:pt x="398640" y="472681"/>
                  </a:lnTo>
                  <a:lnTo>
                    <a:pt x="398640" y="499249"/>
                  </a:lnTo>
                  <a:lnTo>
                    <a:pt x="459714" y="499249"/>
                  </a:lnTo>
                  <a:lnTo>
                    <a:pt x="459714" y="472681"/>
                  </a:lnTo>
                  <a:close/>
                </a:path>
                <a:path w="565784" h="1392554">
                  <a:moveTo>
                    <a:pt x="483514" y="911923"/>
                  </a:moveTo>
                  <a:lnTo>
                    <a:pt x="422452" y="911923"/>
                  </a:lnTo>
                  <a:lnTo>
                    <a:pt x="422452" y="938479"/>
                  </a:lnTo>
                  <a:lnTo>
                    <a:pt x="483514" y="938479"/>
                  </a:lnTo>
                  <a:lnTo>
                    <a:pt x="483514" y="911923"/>
                  </a:lnTo>
                  <a:close/>
                </a:path>
                <a:path w="565784" h="1392554">
                  <a:moveTo>
                    <a:pt x="503186" y="410692"/>
                  </a:moveTo>
                  <a:lnTo>
                    <a:pt x="442112" y="410692"/>
                  </a:lnTo>
                  <a:lnTo>
                    <a:pt x="442112" y="437248"/>
                  </a:lnTo>
                  <a:lnTo>
                    <a:pt x="503186" y="437248"/>
                  </a:lnTo>
                  <a:lnTo>
                    <a:pt x="503186" y="410692"/>
                  </a:lnTo>
                  <a:close/>
                </a:path>
                <a:path w="565784" h="1392554">
                  <a:moveTo>
                    <a:pt x="526999" y="849922"/>
                  </a:moveTo>
                  <a:lnTo>
                    <a:pt x="465924" y="849922"/>
                  </a:lnTo>
                  <a:lnTo>
                    <a:pt x="465924" y="876490"/>
                  </a:lnTo>
                  <a:lnTo>
                    <a:pt x="526999" y="876490"/>
                  </a:lnTo>
                  <a:lnTo>
                    <a:pt x="526999" y="849922"/>
                  </a:lnTo>
                  <a:close/>
                </a:path>
                <a:path w="565784" h="1392554">
                  <a:moveTo>
                    <a:pt x="541489" y="444588"/>
                  </a:moveTo>
                  <a:lnTo>
                    <a:pt x="480415" y="444588"/>
                  </a:lnTo>
                  <a:lnTo>
                    <a:pt x="480415" y="471157"/>
                  </a:lnTo>
                  <a:lnTo>
                    <a:pt x="541489" y="471157"/>
                  </a:lnTo>
                  <a:lnTo>
                    <a:pt x="541489" y="444588"/>
                  </a:lnTo>
                  <a:close/>
                </a:path>
                <a:path w="565784" h="1392554">
                  <a:moveTo>
                    <a:pt x="565289" y="883831"/>
                  </a:moveTo>
                  <a:lnTo>
                    <a:pt x="504215" y="883831"/>
                  </a:lnTo>
                  <a:lnTo>
                    <a:pt x="504215" y="910386"/>
                  </a:lnTo>
                  <a:lnTo>
                    <a:pt x="565289" y="910386"/>
                  </a:lnTo>
                  <a:lnTo>
                    <a:pt x="565289" y="883831"/>
                  </a:lnTo>
                  <a:close/>
                </a:path>
              </a:pathLst>
            </a:custGeom>
            <a:solidFill>
              <a:srgbClr val="F1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4" name="object 2154" descr=""/>
            <p:cNvSpPr/>
            <p:nvPr/>
          </p:nvSpPr>
          <p:spPr>
            <a:xfrm>
              <a:off x="8858410" y="6602976"/>
              <a:ext cx="692150" cy="52069"/>
            </a:xfrm>
            <a:custGeom>
              <a:avLst/>
              <a:gdLst/>
              <a:ahLst/>
              <a:cxnLst/>
              <a:rect l="l" t="t" r="r" b="b"/>
              <a:pathLst>
                <a:path w="692150" h="52070">
                  <a:moveTo>
                    <a:pt x="665738" y="0"/>
                  </a:moveTo>
                  <a:lnTo>
                    <a:pt x="25821" y="0"/>
                  </a:lnTo>
                  <a:lnTo>
                    <a:pt x="15796" y="2036"/>
                  </a:lnTo>
                  <a:lnTo>
                    <a:pt x="7586" y="7580"/>
                  </a:lnTo>
                  <a:lnTo>
                    <a:pt x="2037" y="15787"/>
                  </a:lnTo>
                  <a:lnTo>
                    <a:pt x="0" y="25810"/>
                  </a:lnTo>
                  <a:lnTo>
                    <a:pt x="2037" y="35835"/>
                  </a:lnTo>
                  <a:lnTo>
                    <a:pt x="7586" y="44045"/>
                  </a:lnTo>
                  <a:lnTo>
                    <a:pt x="15796" y="49594"/>
                  </a:lnTo>
                  <a:lnTo>
                    <a:pt x="25821" y="51631"/>
                  </a:lnTo>
                  <a:lnTo>
                    <a:pt x="665738" y="51631"/>
                  </a:lnTo>
                  <a:lnTo>
                    <a:pt x="675761" y="49594"/>
                  </a:lnTo>
                  <a:lnTo>
                    <a:pt x="683968" y="44045"/>
                  </a:lnTo>
                  <a:lnTo>
                    <a:pt x="689513" y="35835"/>
                  </a:lnTo>
                  <a:lnTo>
                    <a:pt x="691549" y="25810"/>
                  </a:lnTo>
                  <a:lnTo>
                    <a:pt x="689513" y="15787"/>
                  </a:lnTo>
                  <a:lnTo>
                    <a:pt x="683968" y="7580"/>
                  </a:lnTo>
                  <a:lnTo>
                    <a:pt x="675761" y="2036"/>
                  </a:lnTo>
                  <a:lnTo>
                    <a:pt x="665738" y="0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5" name="object 2155" descr=""/>
            <p:cNvSpPr/>
            <p:nvPr/>
          </p:nvSpPr>
          <p:spPr>
            <a:xfrm>
              <a:off x="8953180" y="6890199"/>
              <a:ext cx="407670" cy="643890"/>
            </a:xfrm>
            <a:custGeom>
              <a:avLst/>
              <a:gdLst/>
              <a:ahLst/>
              <a:cxnLst/>
              <a:rect l="l" t="t" r="r" b="b"/>
              <a:pathLst>
                <a:path w="407670" h="643890">
                  <a:moveTo>
                    <a:pt x="200370" y="0"/>
                  </a:moveTo>
                  <a:lnTo>
                    <a:pt x="162768" y="13382"/>
                  </a:lnTo>
                  <a:lnTo>
                    <a:pt x="102319" y="48121"/>
                  </a:lnTo>
                  <a:lnTo>
                    <a:pt x="37919" y="115020"/>
                  </a:lnTo>
                  <a:lnTo>
                    <a:pt x="14148" y="158950"/>
                  </a:lnTo>
                  <a:lnTo>
                    <a:pt x="0" y="208475"/>
                  </a:lnTo>
                  <a:lnTo>
                    <a:pt x="0" y="643676"/>
                  </a:lnTo>
                  <a:lnTo>
                    <a:pt x="407097" y="643676"/>
                  </a:lnTo>
                  <a:lnTo>
                    <a:pt x="407097" y="208475"/>
                  </a:lnTo>
                  <a:lnTo>
                    <a:pt x="395497" y="171726"/>
                  </a:lnTo>
                  <a:lnTo>
                    <a:pt x="378622" y="137073"/>
                  </a:lnTo>
                  <a:lnTo>
                    <a:pt x="352255" y="97857"/>
                  </a:lnTo>
                  <a:lnTo>
                    <a:pt x="314812" y="58795"/>
                  </a:lnTo>
                  <a:lnTo>
                    <a:pt x="264711" y="24603"/>
                  </a:lnTo>
                  <a:lnTo>
                    <a:pt x="200370" y="0"/>
                  </a:lnTo>
                  <a:close/>
                </a:path>
              </a:pathLst>
            </a:custGeom>
            <a:solidFill>
              <a:srgbClr val="A292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6" name="object 2156" descr=""/>
            <p:cNvSpPr/>
            <p:nvPr/>
          </p:nvSpPr>
          <p:spPr>
            <a:xfrm>
              <a:off x="8953180" y="6973316"/>
              <a:ext cx="305435" cy="560705"/>
            </a:xfrm>
            <a:custGeom>
              <a:avLst/>
              <a:gdLst/>
              <a:ahLst/>
              <a:cxnLst/>
              <a:rect l="l" t="t" r="r" b="b"/>
              <a:pathLst>
                <a:path w="305434" h="560704">
                  <a:moveTo>
                    <a:pt x="76678" y="0"/>
                  </a:moveTo>
                  <a:lnTo>
                    <a:pt x="36607" y="45036"/>
                  </a:lnTo>
                  <a:lnTo>
                    <a:pt x="13370" y="85744"/>
                  </a:lnTo>
                  <a:lnTo>
                    <a:pt x="2617" y="116273"/>
                  </a:lnTo>
                  <a:lnTo>
                    <a:pt x="0" y="130770"/>
                  </a:lnTo>
                  <a:lnTo>
                    <a:pt x="0" y="560558"/>
                  </a:lnTo>
                  <a:lnTo>
                    <a:pt x="305090" y="560558"/>
                  </a:lnTo>
                  <a:lnTo>
                    <a:pt x="76678" y="0"/>
                  </a:lnTo>
                  <a:close/>
                </a:path>
              </a:pathLst>
            </a:custGeom>
            <a:solidFill>
              <a:srgbClr val="9C8B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7" name="object 2157" descr=""/>
            <p:cNvSpPr/>
            <p:nvPr/>
          </p:nvSpPr>
          <p:spPr>
            <a:xfrm>
              <a:off x="9102508" y="7266501"/>
              <a:ext cx="99695" cy="238760"/>
            </a:xfrm>
            <a:custGeom>
              <a:avLst/>
              <a:gdLst/>
              <a:ahLst/>
              <a:cxnLst/>
              <a:rect l="l" t="t" r="r" b="b"/>
              <a:pathLst>
                <a:path w="99695" h="238759">
                  <a:moveTo>
                    <a:pt x="99640" y="0"/>
                  </a:moveTo>
                  <a:lnTo>
                    <a:pt x="0" y="0"/>
                  </a:lnTo>
                  <a:lnTo>
                    <a:pt x="0" y="238380"/>
                  </a:lnTo>
                  <a:lnTo>
                    <a:pt x="99640" y="238380"/>
                  </a:lnTo>
                  <a:lnTo>
                    <a:pt x="99640" y="0"/>
                  </a:lnTo>
                  <a:close/>
                </a:path>
              </a:pathLst>
            </a:custGeom>
            <a:solidFill>
              <a:srgbClr val="8B7D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8" name="object 2158" descr=""/>
            <p:cNvSpPr/>
            <p:nvPr/>
          </p:nvSpPr>
          <p:spPr>
            <a:xfrm>
              <a:off x="8953180" y="7757857"/>
              <a:ext cx="407670" cy="626110"/>
            </a:xfrm>
            <a:custGeom>
              <a:avLst/>
              <a:gdLst/>
              <a:ahLst/>
              <a:cxnLst/>
              <a:rect l="l" t="t" r="r" b="b"/>
              <a:pathLst>
                <a:path w="407670" h="626109">
                  <a:moveTo>
                    <a:pt x="200370" y="0"/>
                  </a:moveTo>
                  <a:lnTo>
                    <a:pt x="162768" y="13382"/>
                  </a:lnTo>
                  <a:lnTo>
                    <a:pt x="102319" y="48121"/>
                  </a:lnTo>
                  <a:lnTo>
                    <a:pt x="37919" y="115020"/>
                  </a:lnTo>
                  <a:lnTo>
                    <a:pt x="14148" y="158950"/>
                  </a:lnTo>
                  <a:lnTo>
                    <a:pt x="0" y="208475"/>
                  </a:lnTo>
                  <a:lnTo>
                    <a:pt x="0" y="626054"/>
                  </a:lnTo>
                  <a:lnTo>
                    <a:pt x="407097" y="626054"/>
                  </a:lnTo>
                  <a:lnTo>
                    <a:pt x="407097" y="208475"/>
                  </a:lnTo>
                  <a:lnTo>
                    <a:pt x="395497" y="171726"/>
                  </a:lnTo>
                  <a:lnTo>
                    <a:pt x="378622" y="137073"/>
                  </a:lnTo>
                  <a:lnTo>
                    <a:pt x="352255" y="97857"/>
                  </a:lnTo>
                  <a:lnTo>
                    <a:pt x="314812" y="58795"/>
                  </a:lnTo>
                  <a:lnTo>
                    <a:pt x="264711" y="24603"/>
                  </a:lnTo>
                  <a:lnTo>
                    <a:pt x="200370" y="0"/>
                  </a:lnTo>
                  <a:close/>
                </a:path>
              </a:pathLst>
            </a:custGeom>
            <a:solidFill>
              <a:srgbClr val="A292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9" name="object 2159" descr=""/>
            <p:cNvSpPr/>
            <p:nvPr/>
          </p:nvSpPr>
          <p:spPr>
            <a:xfrm>
              <a:off x="8953180" y="7832157"/>
              <a:ext cx="305435" cy="551815"/>
            </a:xfrm>
            <a:custGeom>
              <a:avLst/>
              <a:gdLst/>
              <a:ahLst/>
              <a:cxnLst/>
              <a:rect l="l" t="t" r="r" b="b"/>
              <a:pathLst>
                <a:path w="305434" h="551815">
                  <a:moveTo>
                    <a:pt x="76678" y="0"/>
                  </a:moveTo>
                  <a:lnTo>
                    <a:pt x="36607" y="46413"/>
                  </a:lnTo>
                  <a:lnTo>
                    <a:pt x="13370" y="90153"/>
                  </a:lnTo>
                  <a:lnTo>
                    <a:pt x="2617" y="123712"/>
                  </a:lnTo>
                  <a:lnTo>
                    <a:pt x="0" y="139587"/>
                  </a:lnTo>
                  <a:lnTo>
                    <a:pt x="0" y="551752"/>
                  </a:lnTo>
                  <a:lnTo>
                    <a:pt x="305090" y="551752"/>
                  </a:lnTo>
                  <a:lnTo>
                    <a:pt x="76678" y="0"/>
                  </a:lnTo>
                  <a:close/>
                </a:path>
              </a:pathLst>
            </a:custGeom>
            <a:solidFill>
              <a:srgbClr val="9C8B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0" name="object 2160" descr=""/>
            <p:cNvSpPr/>
            <p:nvPr/>
          </p:nvSpPr>
          <p:spPr>
            <a:xfrm>
              <a:off x="9102508" y="8134150"/>
              <a:ext cx="99695" cy="238760"/>
            </a:xfrm>
            <a:custGeom>
              <a:avLst/>
              <a:gdLst/>
              <a:ahLst/>
              <a:cxnLst/>
              <a:rect l="l" t="t" r="r" b="b"/>
              <a:pathLst>
                <a:path w="99695" h="238759">
                  <a:moveTo>
                    <a:pt x="99640" y="0"/>
                  </a:moveTo>
                  <a:lnTo>
                    <a:pt x="0" y="0"/>
                  </a:lnTo>
                  <a:lnTo>
                    <a:pt x="0" y="238380"/>
                  </a:lnTo>
                  <a:lnTo>
                    <a:pt x="99640" y="238380"/>
                  </a:lnTo>
                  <a:lnTo>
                    <a:pt x="99640" y="0"/>
                  </a:lnTo>
                  <a:close/>
                </a:path>
              </a:pathLst>
            </a:custGeom>
            <a:solidFill>
              <a:srgbClr val="8B7D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1" name="object 2161" descr=""/>
            <p:cNvSpPr/>
            <p:nvPr/>
          </p:nvSpPr>
          <p:spPr>
            <a:xfrm>
              <a:off x="7505316" y="6718291"/>
              <a:ext cx="979805" cy="1778000"/>
            </a:xfrm>
            <a:custGeom>
              <a:avLst/>
              <a:gdLst/>
              <a:ahLst/>
              <a:cxnLst/>
              <a:rect l="l" t="t" r="r" b="b"/>
              <a:pathLst>
                <a:path w="979804" h="1778000">
                  <a:moveTo>
                    <a:pt x="495785" y="0"/>
                  </a:moveTo>
                  <a:lnTo>
                    <a:pt x="489880" y="2481"/>
                  </a:lnTo>
                  <a:lnTo>
                    <a:pt x="483974" y="0"/>
                  </a:lnTo>
                  <a:lnTo>
                    <a:pt x="483974" y="4973"/>
                  </a:lnTo>
                  <a:lnTo>
                    <a:pt x="444085" y="22222"/>
                  </a:lnTo>
                  <a:lnTo>
                    <a:pt x="402395" y="41260"/>
                  </a:lnTo>
                  <a:lnTo>
                    <a:pt x="359534" y="62256"/>
                  </a:lnTo>
                  <a:lnTo>
                    <a:pt x="316135" y="85375"/>
                  </a:lnTo>
                  <a:lnTo>
                    <a:pt x="272831" y="110784"/>
                  </a:lnTo>
                  <a:lnTo>
                    <a:pt x="230251" y="138649"/>
                  </a:lnTo>
                  <a:lnTo>
                    <a:pt x="189030" y="169138"/>
                  </a:lnTo>
                  <a:lnTo>
                    <a:pt x="149797" y="202417"/>
                  </a:lnTo>
                  <a:lnTo>
                    <a:pt x="113186" y="238653"/>
                  </a:lnTo>
                  <a:lnTo>
                    <a:pt x="79827" y="278011"/>
                  </a:lnTo>
                  <a:lnTo>
                    <a:pt x="50354" y="320660"/>
                  </a:lnTo>
                  <a:lnTo>
                    <a:pt x="28620" y="362769"/>
                  </a:lnTo>
                  <a:lnTo>
                    <a:pt x="12851" y="408422"/>
                  </a:lnTo>
                  <a:lnTo>
                    <a:pt x="3245" y="456642"/>
                  </a:lnTo>
                  <a:lnTo>
                    <a:pt x="0" y="506455"/>
                  </a:lnTo>
                  <a:lnTo>
                    <a:pt x="0" y="1777987"/>
                  </a:lnTo>
                  <a:lnTo>
                    <a:pt x="495785" y="1777987"/>
                  </a:lnTo>
                  <a:lnTo>
                    <a:pt x="495785" y="1775924"/>
                  </a:lnTo>
                  <a:lnTo>
                    <a:pt x="979760" y="1775924"/>
                  </a:lnTo>
                  <a:lnTo>
                    <a:pt x="979760" y="505869"/>
                  </a:lnTo>
                  <a:lnTo>
                    <a:pt x="976514" y="456111"/>
                  </a:lnTo>
                  <a:lnTo>
                    <a:pt x="966909" y="407944"/>
                  </a:lnTo>
                  <a:lnTo>
                    <a:pt x="951140" y="362343"/>
                  </a:lnTo>
                  <a:lnTo>
                    <a:pt x="929406" y="320283"/>
                  </a:lnTo>
                  <a:lnTo>
                    <a:pt x="899932" y="277684"/>
                  </a:lnTo>
                  <a:lnTo>
                    <a:pt x="866574" y="238371"/>
                  </a:lnTo>
                  <a:lnTo>
                    <a:pt x="829963" y="202178"/>
                  </a:lnTo>
                  <a:lnTo>
                    <a:pt x="790730" y="168939"/>
                  </a:lnTo>
                  <a:lnTo>
                    <a:pt x="749508" y="138486"/>
                  </a:lnTo>
                  <a:lnTo>
                    <a:pt x="706929" y="110653"/>
                  </a:lnTo>
                  <a:lnTo>
                    <a:pt x="663624" y="85274"/>
                  </a:lnTo>
                  <a:lnTo>
                    <a:pt x="620226" y="62182"/>
                  </a:lnTo>
                  <a:lnTo>
                    <a:pt x="577365" y="41210"/>
                  </a:lnTo>
                  <a:lnTo>
                    <a:pt x="535674" y="22193"/>
                  </a:lnTo>
                  <a:lnTo>
                    <a:pt x="495785" y="4963"/>
                  </a:lnTo>
                  <a:lnTo>
                    <a:pt x="495785" y="0"/>
                  </a:lnTo>
                  <a:close/>
                </a:path>
              </a:pathLst>
            </a:custGeom>
            <a:solidFill>
              <a:srgbClr val="B5A1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2" name="object 2162" descr=""/>
            <p:cNvSpPr/>
            <p:nvPr/>
          </p:nvSpPr>
          <p:spPr>
            <a:xfrm>
              <a:off x="8236687" y="7172970"/>
              <a:ext cx="151130" cy="271145"/>
            </a:xfrm>
            <a:custGeom>
              <a:avLst/>
              <a:gdLst/>
              <a:ahLst/>
              <a:cxnLst/>
              <a:rect l="l" t="t" r="r" b="b"/>
              <a:pathLst>
                <a:path w="151129" h="271145">
                  <a:moveTo>
                    <a:pt x="74805" y="35"/>
                  </a:moveTo>
                  <a:lnTo>
                    <a:pt x="23691" y="26318"/>
                  </a:lnTo>
                  <a:lnTo>
                    <a:pt x="1044" y="60316"/>
                  </a:lnTo>
                  <a:lnTo>
                    <a:pt x="0" y="270682"/>
                  </a:lnTo>
                  <a:lnTo>
                    <a:pt x="150623" y="270682"/>
                  </a:lnTo>
                  <a:lnTo>
                    <a:pt x="150623" y="66804"/>
                  </a:lnTo>
                  <a:lnTo>
                    <a:pt x="149554" y="60063"/>
                  </a:lnTo>
                  <a:lnTo>
                    <a:pt x="126642" y="26208"/>
                  </a:lnTo>
                  <a:lnTo>
                    <a:pt x="91908" y="3399"/>
                  </a:lnTo>
                  <a:lnTo>
                    <a:pt x="74805" y="35"/>
                  </a:lnTo>
                  <a:close/>
                </a:path>
                <a:path w="151129" h="271145">
                  <a:moveTo>
                    <a:pt x="74982" y="0"/>
                  </a:moveTo>
                  <a:lnTo>
                    <a:pt x="74626" y="0"/>
                  </a:lnTo>
                  <a:lnTo>
                    <a:pt x="74805" y="35"/>
                  </a:lnTo>
                  <a:lnTo>
                    <a:pt x="74982" y="0"/>
                  </a:lnTo>
                  <a:close/>
                </a:path>
              </a:pathLst>
            </a:custGeom>
            <a:solidFill>
              <a:srgbClr val="8B7D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3" name="object 2163" descr=""/>
            <p:cNvSpPr/>
            <p:nvPr/>
          </p:nvSpPr>
          <p:spPr>
            <a:xfrm>
              <a:off x="7752230" y="7866294"/>
              <a:ext cx="476884" cy="608330"/>
            </a:xfrm>
            <a:custGeom>
              <a:avLst/>
              <a:gdLst/>
              <a:ahLst/>
              <a:cxnLst/>
              <a:rect l="l" t="t" r="r" b="b"/>
              <a:pathLst>
                <a:path w="476884" h="608329">
                  <a:moveTo>
                    <a:pt x="236306" y="0"/>
                  </a:moveTo>
                  <a:lnTo>
                    <a:pt x="191085" y="5735"/>
                  </a:lnTo>
                  <a:lnTo>
                    <a:pt x="144958" y="21445"/>
                  </a:lnTo>
                  <a:lnTo>
                    <a:pt x="100546" y="44888"/>
                  </a:lnTo>
                  <a:lnTo>
                    <a:pt x="60570" y="73819"/>
                  </a:lnTo>
                  <a:lnTo>
                    <a:pt x="27747" y="105996"/>
                  </a:lnTo>
                  <a:lnTo>
                    <a:pt x="2157" y="151267"/>
                  </a:lnTo>
                  <a:lnTo>
                    <a:pt x="0" y="167994"/>
                  </a:lnTo>
                  <a:lnTo>
                    <a:pt x="0" y="607834"/>
                  </a:lnTo>
                  <a:lnTo>
                    <a:pt x="476310" y="607834"/>
                  </a:lnTo>
                  <a:lnTo>
                    <a:pt x="476310" y="167335"/>
                  </a:lnTo>
                  <a:lnTo>
                    <a:pt x="457757" y="119647"/>
                  </a:lnTo>
                  <a:lnTo>
                    <a:pt x="413562" y="73534"/>
                  </a:lnTo>
                  <a:lnTo>
                    <a:pt x="373139" y="44714"/>
                  </a:lnTo>
                  <a:lnTo>
                    <a:pt x="328195" y="21362"/>
                  </a:lnTo>
                  <a:lnTo>
                    <a:pt x="281620" y="5712"/>
                  </a:lnTo>
                  <a:lnTo>
                    <a:pt x="236306" y="0"/>
                  </a:lnTo>
                  <a:close/>
                </a:path>
              </a:pathLst>
            </a:custGeom>
            <a:solidFill>
              <a:srgbClr val="6D554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4" name="object 2164" descr=""/>
            <p:cNvSpPr/>
            <p:nvPr/>
          </p:nvSpPr>
          <p:spPr>
            <a:xfrm>
              <a:off x="7626185" y="6718306"/>
              <a:ext cx="859155" cy="1778000"/>
            </a:xfrm>
            <a:custGeom>
              <a:avLst/>
              <a:gdLst/>
              <a:ahLst/>
              <a:cxnLst/>
              <a:rect l="l" t="t" r="r" b="b"/>
              <a:pathLst>
                <a:path w="859154" h="1778000">
                  <a:moveTo>
                    <a:pt x="374904" y="1775917"/>
                  </a:moveTo>
                  <a:lnTo>
                    <a:pt x="0" y="1775917"/>
                  </a:lnTo>
                  <a:lnTo>
                    <a:pt x="0" y="1777987"/>
                  </a:lnTo>
                  <a:lnTo>
                    <a:pt x="374904" y="1777987"/>
                  </a:lnTo>
                  <a:lnTo>
                    <a:pt x="374904" y="1775917"/>
                  </a:lnTo>
                  <a:close/>
                </a:path>
                <a:path w="859154" h="1778000">
                  <a:moveTo>
                    <a:pt x="858888" y="505866"/>
                  </a:moveTo>
                  <a:lnTo>
                    <a:pt x="855637" y="456107"/>
                  </a:lnTo>
                  <a:lnTo>
                    <a:pt x="846035" y="407936"/>
                  </a:lnTo>
                  <a:lnTo>
                    <a:pt x="830262" y="362343"/>
                  </a:lnTo>
                  <a:lnTo>
                    <a:pt x="808532" y="320281"/>
                  </a:lnTo>
                  <a:lnTo>
                    <a:pt x="779056" y="277685"/>
                  </a:lnTo>
                  <a:lnTo>
                    <a:pt x="745705" y="238366"/>
                  </a:lnTo>
                  <a:lnTo>
                    <a:pt x="709091" y="202171"/>
                  </a:lnTo>
                  <a:lnTo>
                    <a:pt x="669861" y="168935"/>
                  </a:lnTo>
                  <a:lnTo>
                    <a:pt x="628637" y="138480"/>
                  </a:lnTo>
                  <a:lnTo>
                    <a:pt x="586054" y="110655"/>
                  </a:lnTo>
                  <a:lnTo>
                    <a:pt x="542747" y="85267"/>
                  </a:lnTo>
                  <a:lnTo>
                    <a:pt x="499351" y="62179"/>
                  </a:lnTo>
                  <a:lnTo>
                    <a:pt x="456488" y="41211"/>
                  </a:lnTo>
                  <a:lnTo>
                    <a:pt x="414807" y="22186"/>
                  </a:lnTo>
                  <a:lnTo>
                    <a:pt x="374916" y="4953"/>
                  </a:lnTo>
                  <a:lnTo>
                    <a:pt x="374916" y="0"/>
                  </a:lnTo>
                  <a:lnTo>
                    <a:pt x="369011" y="2476"/>
                  </a:lnTo>
                  <a:lnTo>
                    <a:pt x="363105" y="0"/>
                  </a:lnTo>
                  <a:lnTo>
                    <a:pt x="363105" y="4965"/>
                  </a:lnTo>
                  <a:lnTo>
                    <a:pt x="320001" y="23647"/>
                  </a:lnTo>
                  <a:lnTo>
                    <a:pt x="274866" y="44424"/>
                  </a:lnTo>
                  <a:lnTo>
                    <a:pt x="228485" y="67513"/>
                  </a:lnTo>
                  <a:lnTo>
                    <a:pt x="181648" y="93116"/>
                  </a:lnTo>
                  <a:lnTo>
                    <a:pt x="222846" y="118008"/>
                  </a:lnTo>
                  <a:lnTo>
                    <a:pt x="263232" y="145186"/>
                  </a:lnTo>
                  <a:lnTo>
                    <a:pt x="302247" y="174777"/>
                  </a:lnTo>
                  <a:lnTo>
                    <a:pt x="339344" y="206946"/>
                  </a:lnTo>
                  <a:lnTo>
                    <a:pt x="373976" y="241808"/>
                  </a:lnTo>
                  <a:lnTo>
                    <a:pt x="405587" y="279539"/>
                  </a:lnTo>
                  <a:lnTo>
                    <a:pt x="433628" y="320281"/>
                  </a:lnTo>
                  <a:lnTo>
                    <a:pt x="455358" y="362343"/>
                  </a:lnTo>
                  <a:lnTo>
                    <a:pt x="471131" y="407936"/>
                  </a:lnTo>
                  <a:lnTo>
                    <a:pt x="480745" y="456107"/>
                  </a:lnTo>
                  <a:lnTo>
                    <a:pt x="483984" y="505866"/>
                  </a:lnTo>
                  <a:lnTo>
                    <a:pt x="483984" y="1775917"/>
                  </a:lnTo>
                  <a:lnTo>
                    <a:pt x="858888" y="1775917"/>
                  </a:lnTo>
                  <a:lnTo>
                    <a:pt x="858888" y="505866"/>
                  </a:lnTo>
                  <a:close/>
                </a:path>
              </a:pathLst>
            </a:custGeom>
            <a:solidFill>
              <a:srgbClr val="423424">
                <a:alpha val="66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5" name="object 2165" descr=""/>
            <p:cNvSpPr/>
            <p:nvPr/>
          </p:nvSpPr>
          <p:spPr>
            <a:xfrm>
              <a:off x="7585316" y="7172978"/>
              <a:ext cx="476884" cy="271145"/>
            </a:xfrm>
            <a:custGeom>
              <a:avLst/>
              <a:gdLst/>
              <a:ahLst/>
              <a:cxnLst/>
              <a:rect l="l" t="t" r="r" b="b"/>
              <a:pathLst>
                <a:path w="476884" h="271145">
                  <a:moveTo>
                    <a:pt x="76581" y="0"/>
                  </a:moveTo>
                  <a:lnTo>
                    <a:pt x="76238" y="0"/>
                  </a:lnTo>
                  <a:lnTo>
                    <a:pt x="76415" y="25"/>
                  </a:lnTo>
                  <a:lnTo>
                    <a:pt x="76581" y="0"/>
                  </a:lnTo>
                  <a:close/>
                </a:path>
                <a:path w="476884" h="271145">
                  <a:moveTo>
                    <a:pt x="154698" y="66802"/>
                  </a:moveTo>
                  <a:lnTo>
                    <a:pt x="153441" y="60058"/>
                  </a:lnTo>
                  <a:lnTo>
                    <a:pt x="150317" y="54013"/>
                  </a:lnTo>
                  <a:lnTo>
                    <a:pt x="146342" y="48323"/>
                  </a:lnTo>
                  <a:lnTo>
                    <a:pt x="142494" y="42684"/>
                  </a:lnTo>
                  <a:lnTo>
                    <a:pt x="129286" y="26200"/>
                  </a:lnTo>
                  <a:lnTo>
                    <a:pt x="112204" y="12623"/>
                  </a:lnTo>
                  <a:lnTo>
                    <a:pt x="93713" y="3403"/>
                  </a:lnTo>
                  <a:lnTo>
                    <a:pt x="76415" y="25"/>
                  </a:lnTo>
                  <a:lnTo>
                    <a:pt x="59321" y="3416"/>
                  </a:lnTo>
                  <a:lnTo>
                    <a:pt x="24625" y="26314"/>
                  </a:lnTo>
                  <a:lnTo>
                    <a:pt x="1168" y="60312"/>
                  </a:lnTo>
                  <a:lnTo>
                    <a:pt x="0" y="270675"/>
                  </a:lnTo>
                  <a:lnTo>
                    <a:pt x="154698" y="270675"/>
                  </a:lnTo>
                  <a:lnTo>
                    <a:pt x="154698" y="66802"/>
                  </a:lnTo>
                  <a:close/>
                </a:path>
                <a:path w="476884" h="271145">
                  <a:moveTo>
                    <a:pt x="401472" y="0"/>
                  </a:moveTo>
                  <a:lnTo>
                    <a:pt x="401116" y="0"/>
                  </a:lnTo>
                  <a:lnTo>
                    <a:pt x="401294" y="38"/>
                  </a:lnTo>
                  <a:lnTo>
                    <a:pt x="401472" y="0"/>
                  </a:lnTo>
                  <a:close/>
                </a:path>
                <a:path w="476884" h="271145">
                  <a:moveTo>
                    <a:pt x="476313" y="66802"/>
                  </a:moveTo>
                  <a:lnTo>
                    <a:pt x="452780" y="26200"/>
                  </a:lnTo>
                  <a:lnTo>
                    <a:pt x="418325" y="3403"/>
                  </a:lnTo>
                  <a:lnTo>
                    <a:pt x="401294" y="38"/>
                  </a:lnTo>
                  <a:lnTo>
                    <a:pt x="384263" y="3416"/>
                  </a:lnTo>
                  <a:lnTo>
                    <a:pt x="349834" y="26314"/>
                  </a:lnTo>
                  <a:lnTo>
                    <a:pt x="326796" y="60312"/>
                  </a:lnTo>
                  <a:lnTo>
                    <a:pt x="325678" y="270675"/>
                  </a:lnTo>
                  <a:lnTo>
                    <a:pt x="476313" y="270675"/>
                  </a:lnTo>
                  <a:lnTo>
                    <a:pt x="476313" y="66802"/>
                  </a:lnTo>
                  <a:close/>
                </a:path>
              </a:pathLst>
            </a:custGeom>
            <a:solidFill>
              <a:srgbClr val="8B7D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6" name="object 2166" descr=""/>
            <p:cNvSpPr/>
            <p:nvPr/>
          </p:nvSpPr>
          <p:spPr>
            <a:xfrm>
              <a:off x="7124624" y="5898495"/>
              <a:ext cx="1738630" cy="2584450"/>
            </a:xfrm>
            <a:custGeom>
              <a:avLst/>
              <a:gdLst/>
              <a:ahLst/>
              <a:cxnLst/>
              <a:rect l="l" t="t" r="r" b="b"/>
              <a:pathLst>
                <a:path w="1738629" h="2584450">
                  <a:moveTo>
                    <a:pt x="1738312" y="12"/>
                  </a:moveTo>
                  <a:lnTo>
                    <a:pt x="1727860" y="12"/>
                  </a:lnTo>
                  <a:lnTo>
                    <a:pt x="1968" y="0"/>
                  </a:lnTo>
                  <a:lnTo>
                    <a:pt x="0" y="12"/>
                  </a:lnTo>
                  <a:lnTo>
                    <a:pt x="0" y="2584031"/>
                  </a:lnTo>
                  <a:lnTo>
                    <a:pt x="88531" y="2584031"/>
                  </a:lnTo>
                  <a:lnTo>
                    <a:pt x="88531" y="2572588"/>
                  </a:lnTo>
                  <a:lnTo>
                    <a:pt x="380695" y="2572588"/>
                  </a:lnTo>
                  <a:lnTo>
                    <a:pt x="380695" y="2418791"/>
                  </a:lnTo>
                  <a:lnTo>
                    <a:pt x="88531" y="2418791"/>
                  </a:lnTo>
                  <a:lnTo>
                    <a:pt x="88531" y="104267"/>
                  </a:lnTo>
                  <a:lnTo>
                    <a:pt x="1649920" y="104267"/>
                  </a:lnTo>
                  <a:lnTo>
                    <a:pt x="1649920" y="2418791"/>
                  </a:lnTo>
                  <a:lnTo>
                    <a:pt x="1457845" y="2418791"/>
                  </a:lnTo>
                  <a:lnTo>
                    <a:pt x="1457845" y="730300"/>
                  </a:lnTo>
                  <a:lnTo>
                    <a:pt x="1360449" y="730300"/>
                  </a:lnTo>
                  <a:lnTo>
                    <a:pt x="1360449" y="2572588"/>
                  </a:lnTo>
                  <a:lnTo>
                    <a:pt x="1361503" y="2572588"/>
                  </a:lnTo>
                  <a:lnTo>
                    <a:pt x="1457845" y="2572588"/>
                  </a:lnTo>
                  <a:lnTo>
                    <a:pt x="1649920" y="2572588"/>
                  </a:lnTo>
                  <a:lnTo>
                    <a:pt x="1649920" y="2584031"/>
                  </a:lnTo>
                  <a:lnTo>
                    <a:pt x="1738312" y="2584031"/>
                  </a:lnTo>
                  <a:lnTo>
                    <a:pt x="1738312" y="12"/>
                  </a:lnTo>
                  <a:close/>
                </a:path>
              </a:pathLst>
            </a:custGeom>
            <a:solidFill>
              <a:srgbClr val="FFF6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7" name="object 2167" descr=""/>
            <p:cNvSpPr/>
            <p:nvPr/>
          </p:nvSpPr>
          <p:spPr>
            <a:xfrm>
              <a:off x="6457164" y="8471072"/>
              <a:ext cx="3069590" cy="191135"/>
            </a:xfrm>
            <a:custGeom>
              <a:avLst/>
              <a:gdLst/>
              <a:ahLst/>
              <a:cxnLst/>
              <a:rect l="l" t="t" r="r" b="b"/>
              <a:pathLst>
                <a:path w="3069590" h="191134">
                  <a:moveTo>
                    <a:pt x="3069592" y="0"/>
                  </a:moveTo>
                  <a:lnTo>
                    <a:pt x="0" y="0"/>
                  </a:lnTo>
                  <a:lnTo>
                    <a:pt x="0" y="190528"/>
                  </a:lnTo>
                  <a:lnTo>
                    <a:pt x="3069592" y="190528"/>
                  </a:lnTo>
                  <a:lnTo>
                    <a:pt x="3069592" y="0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8" name="object 2168" descr=""/>
            <p:cNvSpPr/>
            <p:nvPr/>
          </p:nvSpPr>
          <p:spPr>
            <a:xfrm>
              <a:off x="6401093" y="8586764"/>
              <a:ext cx="3181985" cy="74930"/>
            </a:xfrm>
            <a:custGeom>
              <a:avLst/>
              <a:gdLst/>
              <a:ahLst/>
              <a:cxnLst/>
              <a:rect l="l" t="t" r="r" b="b"/>
              <a:pathLst>
                <a:path w="3181984" h="74929">
                  <a:moveTo>
                    <a:pt x="3181746" y="0"/>
                  </a:moveTo>
                  <a:lnTo>
                    <a:pt x="0" y="0"/>
                  </a:lnTo>
                  <a:lnTo>
                    <a:pt x="0" y="74835"/>
                  </a:lnTo>
                  <a:lnTo>
                    <a:pt x="3181746" y="74835"/>
                  </a:lnTo>
                  <a:lnTo>
                    <a:pt x="3181746" y="0"/>
                  </a:lnTo>
                  <a:close/>
                </a:path>
              </a:pathLst>
            </a:custGeom>
            <a:solidFill>
              <a:srgbClr val="3B8A63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69" name="object 2169" descr=""/>
          <p:cNvGrpSpPr/>
          <p:nvPr/>
        </p:nvGrpSpPr>
        <p:grpSpPr>
          <a:xfrm>
            <a:off x="7329778" y="2013344"/>
            <a:ext cx="1521460" cy="2803525"/>
            <a:chOff x="7329778" y="2013344"/>
            <a:chExt cx="1521460" cy="2803525"/>
          </a:xfrm>
        </p:grpSpPr>
        <p:sp>
          <p:nvSpPr>
            <p:cNvPr id="2170" name="object 2170" descr=""/>
            <p:cNvSpPr/>
            <p:nvPr/>
          </p:nvSpPr>
          <p:spPr>
            <a:xfrm>
              <a:off x="7329778" y="2013344"/>
              <a:ext cx="1521460" cy="1220470"/>
            </a:xfrm>
            <a:custGeom>
              <a:avLst/>
              <a:gdLst/>
              <a:ahLst/>
              <a:cxnLst/>
              <a:rect l="l" t="t" r="r" b="b"/>
              <a:pathLst>
                <a:path w="1521459" h="1220470">
                  <a:moveTo>
                    <a:pt x="760500" y="0"/>
                  </a:moveTo>
                  <a:lnTo>
                    <a:pt x="709585" y="16628"/>
                  </a:lnTo>
                  <a:lnTo>
                    <a:pt x="660203" y="36391"/>
                  </a:lnTo>
                  <a:lnTo>
                    <a:pt x="612378" y="59003"/>
                  </a:lnTo>
                  <a:lnTo>
                    <a:pt x="566139" y="84175"/>
                  </a:lnTo>
                  <a:lnTo>
                    <a:pt x="521510" y="111621"/>
                  </a:lnTo>
                  <a:lnTo>
                    <a:pt x="478519" y="141052"/>
                  </a:lnTo>
                  <a:lnTo>
                    <a:pt x="437192" y="172183"/>
                  </a:lnTo>
                  <a:lnTo>
                    <a:pt x="397554" y="204724"/>
                  </a:lnTo>
                  <a:lnTo>
                    <a:pt x="359633" y="238389"/>
                  </a:lnTo>
                  <a:lnTo>
                    <a:pt x="323453" y="272890"/>
                  </a:lnTo>
                  <a:lnTo>
                    <a:pt x="289043" y="307941"/>
                  </a:lnTo>
                  <a:lnTo>
                    <a:pt x="256428" y="343253"/>
                  </a:lnTo>
                  <a:lnTo>
                    <a:pt x="225633" y="378539"/>
                  </a:lnTo>
                  <a:lnTo>
                    <a:pt x="196687" y="413513"/>
                  </a:lnTo>
                  <a:lnTo>
                    <a:pt x="169614" y="447886"/>
                  </a:lnTo>
                  <a:lnTo>
                    <a:pt x="144442" y="481371"/>
                  </a:lnTo>
                  <a:lnTo>
                    <a:pt x="121196" y="513680"/>
                  </a:lnTo>
                  <a:lnTo>
                    <a:pt x="73808" y="585851"/>
                  </a:lnTo>
                  <a:lnTo>
                    <a:pt x="51541" y="627381"/>
                  </a:lnTo>
                  <a:lnTo>
                    <a:pt x="33169" y="669553"/>
                  </a:lnTo>
                  <a:lnTo>
                    <a:pt x="18760" y="712807"/>
                  </a:lnTo>
                  <a:lnTo>
                    <a:pt x="8383" y="757577"/>
                  </a:lnTo>
                  <a:lnTo>
                    <a:pt x="2107" y="804302"/>
                  </a:lnTo>
                  <a:lnTo>
                    <a:pt x="0" y="853419"/>
                  </a:lnTo>
                  <a:lnTo>
                    <a:pt x="0" y="1220235"/>
                  </a:lnTo>
                  <a:lnTo>
                    <a:pt x="561867" y="1220235"/>
                  </a:lnTo>
                  <a:lnTo>
                    <a:pt x="578863" y="1170697"/>
                  </a:lnTo>
                  <a:lnTo>
                    <a:pt x="598619" y="1119625"/>
                  </a:lnTo>
                  <a:lnTo>
                    <a:pt x="620948" y="1068603"/>
                  </a:lnTo>
                  <a:lnTo>
                    <a:pt x="645664" y="1019217"/>
                  </a:lnTo>
                  <a:lnTo>
                    <a:pt x="672581" y="973052"/>
                  </a:lnTo>
                  <a:lnTo>
                    <a:pt x="701512" y="931693"/>
                  </a:lnTo>
                  <a:lnTo>
                    <a:pt x="732269" y="896724"/>
                  </a:lnTo>
                  <a:lnTo>
                    <a:pt x="764667" y="869732"/>
                  </a:lnTo>
                  <a:lnTo>
                    <a:pt x="797065" y="896724"/>
                  </a:lnTo>
                  <a:lnTo>
                    <a:pt x="827821" y="931693"/>
                  </a:lnTo>
                  <a:lnTo>
                    <a:pt x="856750" y="973052"/>
                  </a:lnTo>
                  <a:lnTo>
                    <a:pt x="883665" y="1019217"/>
                  </a:lnTo>
                  <a:lnTo>
                    <a:pt x="908380" y="1068603"/>
                  </a:lnTo>
                  <a:lnTo>
                    <a:pt x="930707" y="1119625"/>
                  </a:lnTo>
                  <a:lnTo>
                    <a:pt x="950462" y="1170697"/>
                  </a:lnTo>
                  <a:lnTo>
                    <a:pt x="967457" y="1220235"/>
                  </a:lnTo>
                  <a:lnTo>
                    <a:pt x="1521011" y="1220235"/>
                  </a:lnTo>
                  <a:lnTo>
                    <a:pt x="1521011" y="853408"/>
                  </a:lnTo>
                  <a:lnTo>
                    <a:pt x="1518145" y="797058"/>
                  </a:lnTo>
                  <a:lnTo>
                    <a:pt x="1509620" y="744917"/>
                  </a:lnTo>
                  <a:lnTo>
                    <a:pt x="1495546" y="695765"/>
                  </a:lnTo>
                  <a:lnTo>
                    <a:pt x="1476029" y="648380"/>
                  </a:lnTo>
                  <a:lnTo>
                    <a:pt x="1451181" y="601540"/>
                  </a:lnTo>
                  <a:lnTo>
                    <a:pt x="1421108" y="554025"/>
                  </a:lnTo>
                  <a:lnTo>
                    <a:pt x="1376569" y="490542"/>
                  </a:lnTo>
                  <a:lnTo>
                    <a:pt x="1351396" y="456679"/>
                  </a:lnTo>
                  <a:lnTo>
                    <a:pt x="1324323" y="421811"/>
                  </a:lnTo>
                  <a:lnTo>
                    <a:pt x="1295377" y="386245"/>
                  </a:lnTo>
                  <a:lnTo>
                    <a:pt x="1264582" y="350288"/>
                  </a:lnTo>
                  <a:lnTo>
                    <a:pt x="1231967" y="314246"/>
                  </a:lnTo>
                  <a:lnTo>
                    <a:pt x="1197556" y="278427"/>
                  </a:lnTo>
                  <a:lnTo>
                    <a:pt x="1161376" y="243137"/>
                  </a:lnTo>
                  <a:lnTo>
                    <a:pt x="1123454" y="208684"/>
                  </a:lnTo>
                  <a:lnTo>
                    <a:pt x="1083816" y="175374"/>
                  </a:lnTo>
                  <a:lnTo>
                    <a:pt x="1042488" y="143515"/>
                  </a:lnTo>
                  <a:lnTo>
                    <a:pt x="999496" y="113412"/>
                  </a:lnTo>
                  <a:lnTo>
                    <a:pt x="954866" y="85374"/>
                  </a:lnTo>
                  <a:lnTo>
                    <a:pt x="908626" y="59706"/>
                  </a:lnTo>
                  <a:lnTo>
                    <a:pt x="860800" y="36717"/>
                  </a:lnTo>
                  <a:lnTo>
                    <a:pt x="811416" y="16712"/>
                  </a:lnTo>
                  <a:lnTo>
                    <a:pt x="760500" y="0"/>
                  </a:lnTo>
                  <a:close/>
                </a:path>
              </a:pathLst>
            </a:custGeom>
            <a:solidFill>
              <a:srgbClr val="F1D9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1" name="object 2171" descr=""/>
            <p:cNvSpPr/>
            <p:nvPr/>
          </p:nvSpPr>
          <p:spPr>
            <a:xfrm>
              <a:off x="7422474" y="2143387"/>
              <a:ext cx="1336040" cy="2673350"/>
            </a:xfrm>
            <a:custGeom>
              <a:avLst/>
              <a:gdLst/>
              <a:ahLst/>
              <a:cxnLst/>
              <a:rect l="l" t="t" r="r" b="b"/>
              <a:pathLst>
                <a:path w="1336040" h="2673350">
                  <a:moveTo>
                    <a:pt x="667812" y="0"/>
                  </a:moveTo>
                  <a:lnTo>
                    <a:pt x="617608" y="18923"/>
                  </a:lnTo>
                  <a:lnTo>
                    <a:pt x="569111" y="41753"/>
                  </a:lnTo>
                  <a:lnTo>
                    <a:pt x="522353" y="68082"/>
                  </a:lnTo>
                  <a:lnTo>
                    <a:pt x="477368" y="97503"/>
                  </a:lnTo>
                  <a:lnTo>
                    <a:pt x="434187" y="129610"/>
                  </a:lnTo>
                  <a:lnTo>
                    <a:pt x="392844" y="163995"/>
                  </a:lnTo>
                  <a:lnTo>
                    <a:pt x="353372" y="200253"/>
                  </a:lnTo>
                  <a:lnTo>
                    <a:pt x="315804" y="237977"/>
                  </a:lnTo>
                  <a:lnTo>
                    <a:pt x="280172" y="276759"/>
                  </a:lnTo>
                  <a:lnTo>
                    <a:pt x="246510" y="316193"/>
                  </a:lnTo>
                  <a:lnTo>
                    <a:pt x="214850" y="355872"/>
                  </a:lnTo>
                  <a:lnTo>
                    <a:pt x="185225" y="395390"/>
                  </a:lnTo>
                  <a:lnTo>
                    <a:pt x="157668" y="434339"/>
                  </a:lnTo>
                  <a:lnTo>
                    <a:pt x="132212" y="472314"/>
                  </a:lnTo>
                  <a:lnTo>
                    <a:pt x="108890" y="508906"/>
                  </a:lnTo>
                  <a:lnTo>
                    <a:pt x="87735" y="543711"/>
                  </a:lnTo>
                  <a:lnTo>
                    <a:pt x="64821" y="586167"/>
                  </a:lnTo>
                  <a:lnTo>
                    <a:pt x="45266" y="630618"/>
                  </a:lnTo>
                  <a:lnTo>
                    <a:pt x="29131" y="676785"/>
                  </a:lnTo>
                  <a:lnTo>
                    <a:pt x="16477" y="724391"/>
                  </a:lnTo>
                  <a:lnTo>
                    <a:pt x="7363" y="773156"/>
                  </a:lnTo>
                  <a:lnTo>
                    <a:pt x="1850" y="822802"/>
                  </a:lnTo>
                  <a:lnTo>
                    <a:pt x="0" y="873051"/>
                  </a:lnTo>
                  <a:lnTo>
                    <a:pt x="0" y="2673311"/>
                  </a:lnTo>
                  <a:lnTo>
                    <a:pt x="433452" y="2673311"/>
                  </a:lnTo>
                  <a:lnTo>
                    <a:pt x="433452" y="1346356"/>
                  </a:lnTo>
                  <a:lnTo>
                    <a:pt x="434041" y="1293443"/>
                  </a:lnTo>
                  <a:lnTo>
                    <a:pt x="436189" y="1239937"/>
                  </a:lnTo>
                  <a:lnTo>
                    <a:pt x="440466" y="1187486"/>
                  </a:lnTo>
                  <a:lnTo>
                    <a:pt x="447443" y="1137732"/>
                  </a:lnTo>
                  <a:lnTo>
                    <a:pt x="457692" y="1092322"/>
                  </a:lnTo>
                  <a:lnTo>
                    <a:pt x="471642" y="1046176"/>
                  </a:lnTo>
                  <a:lnTo>
                    <a:pt x="488343" y="997250"/>
                  </a:lnTo>
                  <a:lnTo>
                    <a:pt x="507623" y="947043"/>
                  </a:lnTo>
                  <a:lnTo>
                    <a:pt x="529310" y="897055"/>
                  </a:lnTo>
                  <a:lnTo>
                    <a:pt x="553232" y="848783"/>
                  </a:lnTo>
                  <a:lnTo>
                    <a:pt x="579215" y="803726"/>
                  </a:lnTo>
                  <a:lnTo>
                    <a:pt x="607088" y="763384"/>
                  </a:lnTo>
                  <a:lnTo>
                    <a:pt x="636677" y="729254"/>
                  </a:lnTo>
                  <a:lnTo>
                    <a:pt x="667812" y="702837"/>
                  </a:lnTo>
                  <a:lnTo>
                    <a:pt x="698943" y="729254"/>
                  </a:lnTo>
                  <a:lnTo>
                    <a:pt x="728531" y="763384"/>
                  </a:lnTo>
                  <a:lnTo>
                    <a:pt x="756403" y="803726"/>
                  </a:lnTo>
                  <a:lnTo>
                    <a:pt x="782387" y="848783"/>
                  </a:lnTo>
                  <a:lnTo>
                    <a:pt x="806309" y="897055"/>
                  </a:lnTo>
                  <a:lnTo>
                    <a:pt x="827998" y="947043"/>
                  </a:lnTo>
                  <a:lnTo>
                    <a:pt x="847279" y="997250"/>
                  </a:lnTo>
                  <a:lnTo>
                    <a:pt x="863981" y="1046176"/>
                  </a:lnTo>
                  <a:lnTo>
                    <a:pt x="877931" y="1092322"/>
                  </a:lnTo>
                  <a:lnTo>
                    <a:pt x="888180" y="1137732"/>
                  </a:lnTo>
                  <a:lnTo>
                    <a:pt x="895157" y="1187486"/>
                  </a:lnTo>
                  <a:lnTo>
                    <a:pt x="899434" y="1239937"/>
                  </a:lnTo>
                  <a:lnTo>
                    <a:pt x="901582" y="1293443"/>
                  </a:lnTo>
                  <a:lnTo>
                    <a:pt x="902171" y="1346356"/>
                  </a:lnTo>
                  <a:lnTo>
                    <a:pt x="902171" y="2673311"/>
                  </a:lnTo>
                  <a:lnTo>
                    <a:pt x="1335613" y="2673311"/>
                  </a:lnTo>
                  <a:lnTo>
                    <a:pt x="1335613" y="873051"/>
                  </a:lnTo>
                  <a:lnTo>
                    <a:pt x="1333763" y="822802"/>
                  </a:lnTo>
                  <a:lnTo>
                    <a:pt x="1328252" y="773156"/>
                  </a:lnTo>
                  <a:lnTo>
                    <a:pt x="1319140" y="724391"/>
                  </a:lnTo>
                  <a:lnTo>
                    <a:pt x="1306488" y="676785"/>
                  </a:lnTo>
                  <a:lnTo>
                    <a:pt x="1290355" y="630618"/>
                  </a:lnTo>
                  <a:lnTo>
                    <a:pt x="1270802" y="586167"/>
                  </a:lnTo>
                  <a:lnTo>
                    <a:pt x="1247888" y="543711"/>
                  </a:lnTo>
                  <a:lnTo>
                    <a:pt x="1226731" y="508906"/>
                  </a:lnTo>
                  <a:lnTo>
                    <a:pt x="1203408" y="472314"/>
                  </a:lnTo>
                  <a:lnTo>
                    <a:pt x="1177951" y="434339"/>
                  </a:lnTo>
                  <a:lnTo>
                    <a:pt x="1150394" y="395390"/>
                  </a:lnTo>
                  <a:lnTo>
                    <a:pt x="1120769" y="355872"/>
                  </a:lnTo>
                  <a:lnTo>
                    <a:pt x="1089109" y="316193"/>
                  </a:lnTo>
                  <a:lnTo>
                    <a:pt x="1055447" y="276759"/>
                  </a:lnTo>
                  <a:lnTo>
                    <a:pt x="1019815" y="237977"/>
                  </a:lnTo>
                  <a:lnTo>
                    <a:pt x="982248" y="200253"/>
                  </a:lnTo>
                  <a:lnTo>
                    <a:pt x="942776" y="163995"/>
                  </a:lnTo>
                  <a:lnTo>
                    <a:pt x="901434" y="129610"/>
                  </a:lnTo>
                  <a:lnTo>
                    <a:pt x="858254" y="97503"/>
                  </a:lnTo>
                  <a:lnTo>
                    <a:pt x="813269" y="68082"/>
                  </a:lnTo>
                  <a:lnTo>
                    <a:pt x="766512" y="41753"/>
                  </a:lnTo>
                  <a:lnTo>
                    <a:pt x="718015" y="18923"/>
                  </a:lnTo>
                  <a:lnTo>
                    <a:pt x="667812" y="0"/>
                  </a:lnTo>
                  <a:close/>
                </a:path>
              </a:pathLst>
            </a:custGeom>
            <a:solidFill>
              <a:srgbClr val="FFE9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2" name="object 2172" descr=""/>
            <p:cNvSpPr/>
            <p:nvPr/>
          </p:nvSpPr>
          <p:spPr>
            <a:xfrm>
              <a:off x="7457835" y="4388871"/>
              <a:ext cx="170815" cy="111125"/>
            </a:xfrm>
            <a:custGeom>
              <a:avLst/>
              <a:gdLst/>
              <a:ahLst/>
              <a:cxnLst/>
              <a:rect l="l" t="t" r="r" b="b"/>
              <a:pathLst>
                <a:path w="170815" h="111125">
                  <a:moveTo>
                    <a:pt x="170298" y="0"/>
                  </a:moveTo>
                  <a:lnTo>
                    <a:pt x="0" y="0"/>
                  </a:lnTo>
                  <a:lnTo>
                    <a:pt x="0" y="110802"/>
                  </a:lnTo>
                  <a:lnTo>
                    <a:pt x="170298" y="110802"/>
                  </a:lnTo>
                  <a:lnTo>
                    <a:pt x="170298" y="0"/>
                  </a:lnTo>
                  <a:close/>
                </a:path>
              </a:pathLst>
            </a:custGeom>
            <a:solidFill>
              <a:srgbClr val="F1DDC2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173" name="object 2173" descr="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7458508" y="4558241"/>
              <a:ext cx="169628" cy="197857"/>
            </a:xfrm>
            <a:prstGeom prst="rect">
              <a:avLst/>
            </a:prstGeom>
          </p:spPr>
        </p:pic>
        <p:sp>
          <p:nvSpPr>
            <p:cNvPr id="2174" name="object 2174" descr=""/>
            <p:cNvSpPr/>
            <p:nvPr/>
          </p:nvSpPr>
          <p:spPr>
            <a:xfrm>
              <a:off x="7458494" y="3177380"/>
              <a:ext cx="1256665" cy="1322705"/>
            </a:xfrm>
            <a:custGeom>
              <a:avLst/>
              <a:gdLst/>
              <a:ahLst/>
              <a:cxnLst/>
              <a:rect l="l" t="t" r="r" b="b"/>
              <a:pathLst>
                <a:path w="1256665" h="1322704">
                  <a:moveTo>
                    <a:pt x="169633" y="0"/>
                  </a:moveTo>
                  <a:lnTo>
                    <a:pt x="0" y="0"/>
                  </a:lnTo>
                  <a:lnTo>
                    <a:pt x="0" y="1137094"/>
                  </a:lnTo>
                  <a:lnTo>
                    <a:pt x="169633" y="1137094"/>
                  </a:lnTo>
                  <a:lnTo>
                    <a:pt x="169633" y="0"/>
                  </a:lnTo>
                  <a:close/>
                </a:path>
                <a:path w="1256665" h="1322704">
                  <a:moveTo>
                    <a:pt x="1256601" y="1211491"/>
                  </a:moveTo>
                  <a:lnTo>
                    <a:pt x="1086294" y="1211491"/>
                  </a:lnTo>
                  <a:lnTo>
                    <a:pt x="1086294" y="1322298"/>
                  </a:lnTo>
                  <a:lnTo>
                    <a:pt x="1256601" y="1322298"/>
                  </a:lnTo>
                  <a:lnTo>
                    <a:pt x="1256601" y="1211491"/>
                  </a:lnTo>
                  <a:close/>
                </a:path>
              </a:pathLst>
            </a:custGeom>
            <a:solidFill>
              <a:srgbClr val="F1DDC2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175" name="object 2175" descr=""/>
            <p:cNvPicPr/>
            <p:nvPr/>
          </p:nvPicPr>
          <p:blipFill>
            <a:blip r:embed="rId67" cstate="print"/>
            <a:stretch>
              <a:fillRect/>
            </a:stretch>
          </p:blipFill>
          <p:spPr>
            <a:xfrm>
              <a:off x="8545466" y="4558241"/>
              <a:ext cx="169628" cy="197857"/>
            </a:xfrm>
            <a:prstGeom prst="rect">
              <a:avLst/>
            </a:prstGeom>
          </p:spPr>
        </p:pic>
        <p:sp>
          <p:nvSpPr>
            <p:cNvPr id="2176" name="object 2176" descr=""/>
            <p:cNvSpPr/>
            <p:nvPr/>
          </p:nvSpPr>
          <p:spPr>
            <a:xfrm>
              <a:off x="8545467" y="3177379"/>
              <a:ext cx="170180" cy="1137285"/>
            </a:xfrm>
            <a:custGeom>
              <a:avLst/>
              <a:gdLst/>
              <a:ahLst/>
              <a:cxnLst/>
              <a:rect l="l" t="t" r="r" b="b"/>
              <a:pathLst>
                <a:path w="170179" h="1137285">
                  <a:moveTo>
                    <a:pt x="169628" y="0"/>
                  </a:moveTo>
                  <a:lnTo>
                    <a:pt x="0" y="0"/>
                  </a:lnTo>
                  <a:lnTo>
                    <a:pt x="0" y="1137085"/>
                  </a:lnTo>
                  <a:lnTo>
                    <a:pt x="169628" y="1137085"/>
                  </a:lnTo>
                  <a:lnTo>
                    <a:pt x="169628" y="0"/>
                  </a:lnTo>
                  <a:close/>
                </a:path>
              </a:pathLst>
            </a:custGeom>
            <a:solidFill>
              <a:srgbClr val="F1DD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7" name="object 2177" descr=""/>
            <p:cNvSpPr/>
            <p:nvPr/>
          </p:nvSpPr>
          <p:spPr>
            <a:xfrm>
              <a:off x="7499210" y="2198896"/>
              <a:ext cx="1190625" cy="692150"/>
            </a:xfrm>
            <a:custGeom>
              <a:avLst/>
              <a:gdLst/>
              <a:ahLst/>
              <a:cxnLst/>
              <a:rect l="l" t="t" r="r" b="b"/>
              <a:pathLst>
                <a:path w="1190625" h="692150">
                  <a:moveTo>
                    <a:pt x="1190269" y="614972"/>
                  </a:moveTo>
                  <a:lnTo>
                    <a:pt x="1139507" y="523176"/>
                  </a:lnTo>
                  <a:lnTo>
                    <a:pt x="1075131" y="421805"/>
                  </a:lnTo>
                  <a:lnTo>
                    <a:pt x="983919" y="295325"/>
                  </a:lnTo>
                  <a:lnTo>
                    <a:pt x="886434" y="172059"/>
                  </a:lnTo>
                  <a:lnTo>
                    <a:pt x="813447" y="100215"/>
                  </a:lnTo>
                  <a:lnTo>
                    <a:pt x="728497" y="52095"/>
                  </a:lnTo>
                  <a:lnTo>
                    <a:pt x="595134" y="0"/>
                  </a:lnTo>
                  <a:lnTo>
                    <a:pt x="461924" y="52260"/>
                  </a:lnTo>
                  <a:lnTo>
                    <a:pt x="377050" y="100469"/>
                  </a:lnTo>
                  <a:lnTo>
                    <a:pt x="304088" y="172351"/>
                  </a:lnTo>
                  <a:lnTo>
                    <a:pt x="206603" y="295617"/>
                  </a:lnTo>
                  <a:lnTo>
                    <a:pt x="115354" y="422059"/>
                  </a:lnTo>
                  <a:lnTo>
                    <a:pt x="50888" y="523328"/>
                  </a:lnTo>
                  <a:lnTo>
                    <a:pt x="12623" y="590588"/>
                  </a:lnTo>
                  <a:lnTo>
                    <a:pt x="0" y="614972"/>
                  </a:lnTo>
                  <a:lnTo>
                    <a:pt x="154698" y="692061"/>
                  </a:lnTo>
                  <a:lnTo>
                    <a:pt x="304419" y="405904"/>
                  </a:lnTo>
                  <a:lnTo>
                    <a:pt x="400215" y="258953"/>
                  </a:lnTo>
                  <a:lnTo>
                    <a:pt x="483349" y="204812"/>
                  </a:lnTo>
                  <a:lnTo>
                    <a:pt x="595134" y="197078"/>
                  </a:lnTo>
                  <a:lnTo>
                    <a:pt x="706920" y="204812"/>
                  </a:lnTo>
                  <a:lnTo>
                    <a:pt x="790067" y="258953"/>
                  </a:lnTo>
                  <a:lnTo>
                    <a:pt x="885850" y="405904"/>
                  </a:lnTo>
                  <a:lnTo>
                    <a:pt x="1035570" y="692061"/>
                  </a:lnTo>
                  <a:lnTo>
                    <a:pt x="1190269" y="614972"/>
                  </a:lnTo>
                  <a:close/>
                </a:path>
              </a:pathLst>
            </a:custGeom>
            <a:solidFill>
              <a:srgbClr val="F1D9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8" name="object 2178" descr=""/>
            <p:cNvSpPr/>
            <p:nvPr/>
          </p:nvSpPr>
          <p:spPr>
            <a:xfrm>
              <a:off x="7668715" y="2447268"/>
              <a:ext cx="843280" cy="2369820"/>
            </a:xfrm>
            <a:custGeom>
              <a:avLst/>
              <a:gdLst/>
              <a:ahLst/>
              <a:cxnLst/>
              <a:rect l="l" t="t" r="r" b="b"/>
              <a:pathLst>
                <a:path w="843279" h="2369820">
                  <a:moveTo>
                    <a:pt x="421568" y="0"/>
                  </a:moveTo>
                  <a:lnTo>
                    <a:pt x="379319" y="22883"/>
                  </a:lnTo>
                  <a:lnTo>
                    <a:pt x="338588" y="51236"/>
                  </a:lnTo>
                  <a:lnTo>
                    <a:pt x="299506" y="84299"/>
                  </a:lnTo>
                  <a:lnTo>
                    <a:pt x="262205" y="121312"/>
                  </a:lnTo>
                  <a:lnTo>
                    <a:pt x="226815" y="161514"/>
                  </a:lnTo>
                  <a:lnTo>
                    <a:pt x="193467" y="204144"/>
                  </a:lnTo>
                  <a:lnTo>
                    <a:pt x="162293" y="248442"/>
                  </a:lnTo>
                  <a:lnTo>
                    <a:pt x="133422" y="293648"/>
                  </a:lnTo>
                  <a:lnTo>
                    <a:pt x="106987" y="339001"/>
                  </a:lnTo>
                  <a:lnTo>
                    <a:pt x="83117" y="383742"/>
                  </a:lnTo>
                  <a:lnTo>
                    <a:pt x="61945" y="427108"/>
                  </a:lnTo>
                  <a:lnTo>
                    <a:pt x="43600" y="468341"/>
                  </a:lnTo>
                  <a:lnTo>
                    <a:pt x="27802" y="513426"/>
                  </a:lnTo>
                  <a:lnTo>
                    <a:pt x="16208" y="562370"/>
                  </a:lnTo>
                  <a:lnTo>
                    <a:pt x="8226" y="614027"/>
                  </a:lnTo>
                  <a:lnTo>
                    <a:pt x="3259" y="667249"/>
                  </a:lnTo>
                  <a:lnTo>
                    <a:pt x="715" y="720892"/>
                  </a:lnTo>
                  <a:lnTo>
                    <a:pt x="0" y="773808"/>
                  </a:lnTo>
                  <a:lnTo>
                    <a:pt x="0" y="2369425"/>
                  </a:lnTo>
                  <a:lnTo>
                    <a:pt x="187208" y="2369425"/>
                  </a:lnTo>
                  <a:lnTo>
                    <a:pt x="187208" y="1042470"/>
                  </a:lnTo>
                  <a:lnTo>
                    <a:pt x="187798" y="989561"/>
                  </a:lnTo>
                  <a:lnTo>
                    <a:pt x="189948" y="936056"/>
                  </a:lnTo>
                  <a:lnTo>
                    <a:pt x="194227" y="883603"/>
                  </a:lnTo>
                  <a:lnTo>
                    <a:pt x="201204" y="833847"/>
                  </a:lnTo>
                  <a:lnTo>
                    <a:pt x="211449" y="788436"/>
                  </a:lnTo>
                  <a:lnTo>
                    <a:pt x="225398" y="742293"/>
                  </a:lnTo>
                  <a:lnTo>
                    <a:pt x="242100" y="693368"/>
                  </a:lnTo>
                  <a:lnTo>
                    <a:pt x="261382" y="643162"/>
                  </a:lnTo>
                  <a:lnTo>
                    <a:pt x="283070" y="593174"/>
                  </a:lnTo>
                  <a:lnTo>
                    <a:pt x="306992" y="544902"/>
                  </a:lnTo>
                  <a:lnTo>
                    <a:pt x="332976" y="499845"/>
                  </a:lnTo>
                  <a:lnTo>
                    <a:pt x="360848" y="459504"/>
                  </a:lnTo>
                  <a:lnTo>
                    <a:pt x="390436" y="425376"/>
                  </a:lnTo>
                  <a:lnTo>
                    <a:pt x="421568" y="398961"/>
                  </a:lnTo>
                  <a:lnTo>
                    <a:pt x="452699" y="425376"/>
                  </a:lnTo>
                  <a:lnTo>
                    <a:pt x="482287" y="459504"/>
                  </a:lnTo>
                  <a:lnTo>
                    <a:pt x="510160" y="499845"/>
                  </a:lnTo>
                  <a:lnTo>
                    <a:pt x="536143" y="544902"/>
                  </a:lnTo>
                  <a:lnTo>
                    <a:pt x="560066" y="593174"/>
                  </a:lnTo>
                  <a:lnTo>
                    <a:pt x="581754" y="643162"/>
                  </a:lnTo>
                  <a:lnTo>
                    <a:pt x="601035" y="693368"/>
                  </a:lnTo>
                  <a:lnTo>
                    <a:pt x="617737" y="742293"/>
                  </a:lnTo>
                  <a:lnTo>
                    <a:pt x="631687" y="788436"/>
                  </a:lnTo>
                  <a:lnTo>
                    <a:pt x="641936" y="833847"/>
                  </a:lnTo>
                  <a:lnTo>
                    <a:pt x="648914" y="883603"/>
                  </a:lnTo>
                  <a:lnTo>
                    <a:pt x="653191" y="936056"/>
                  </a:lnTo>
                  <a:lnTo>
                    <a:pt x="655338" y="989561"/>
                  </a:lnTo>
                  <a:lnTo>
                    <a:pt x="655927" y="1042470"/>
                  </a:lnTo>
                  <a:lnTo>
                    <a:pt x="655927" y="2369425"/>
                  </a:lnTo>
                  <a:lnTo>
                    <a:pt x="843136" y="2369425"/>
                  </a:lnTo>
                  <a:lnTo>
                    <a:pt x="843136" y="773808"/>
                  </a:lnTo>
                  <a:lnTo>
                    <a:pt x="842420" y="720892"/>
                  </a:lnTo>
                  <a:lnTo>
                    <a:pt x="839876" y="667249"/>
                  </a:lnTo>
                  <a:lnTo>
                    <a:pt x="834910" y="614027"/>
                  </a:lnTo>
                  <a:lnTo>
                    <a:pt x="826927" y="562370"/>
                  </a:lnTo>
                  <a:lnTo>
                    <a:pt x="815334" y="513426"/>
                  </a:lnTo>
                  <a:lnTo>
                    <a:pt x="799535" y="468341"/>
                  </a:lnTo>
                  <a:lnTo>
                    <a:pt x="781191" y="427108"/>
                  </a:lnTo>
                  <a:lnTo>
                    <a:pt x="760018" y="383742"/>
                  </a:lnTo>
                  <a:lnTo>
                    <a:pt x="736149" y="339001"/>
                  </a:lnTo>
                  <a:lnTo>
                    <a:pt x="709713" y="293648"/>
                  </a:lnTo>
                  <a:lnTo>
                    <a:pt x="680843" y="248442"/>
                  </a:lnTo>
                  <a:lnTo>
                    <a:pt x="649668" y="204144"/>
                  </a:lnTo>
                  <a:lnTo>
                    <a:pt x="616320" y="161514"/>
                  </a:lnTo>
                  <a:lnTo>
                    <a:pt x="580930" y="121312"/>
                  </a:lnTo>
                  <a:lnTo>
                    <a:pt x="543629" y="84299"/>
                  </a:lnTo>
                  <a:lnTo>
                    <a:pt x="504548" y="51236"/>
                  </a:lnTo>
                  <a:lnTo>
                    <a:pt x="463817" y="22883"/>
                  </a:lnTo>
                  <a:lnTo>
                    <a:pt x="421568" y="0"/>
                  </a:lnTo>
                  <a:close/>
                </a:path>
              </a:pathLst>
            </a:custGeom>
            <a:solidFill>
              <a:srgbClr val="AB97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9" name="object 2179" descr=""/>
            <p:cNvSpPr/>
            <p:nvPr/>
          </p:nvSpPr>
          <p:spPr>
            <a:xfrm>
              <a:off x="8082539" y="2451768"/>
              <a:ext cx="13970" cy="226060"/>
            </a:xfrm>
            <a:custGeom>
              <a:avLst/>
              <a:gdLst/>
              <a:ahLst/>
              <a:cxnLst/>
              <a:rect l="l" t="t" r="r" b="b"/>
              <a:pathLst>
                <a:path w="13970" h="226060">
                  <a:moveTo>
                    <a:pt x="13695" y="0"/>
                  </a:moveTo>
                  <a:lnTo>
                    <a:pt x="0" y="0"/>
                  </a:lnTo>
                  <a:lnTo>
                    <a:pt x="0" y="225982"/>
                  </a:lnTo>
                  <a:lnTo>
                    <a:pt x="13695" y="225982"/>
                  </a:lnTo>
                  <a:lnTo>
                    <a:pt x="13695" y="0"/>
                  </a:lnTo>
                  <a:close/>
                </a:path>
              </a:pathLst>
            </a:custGeom>
            <a:solidFill>
              <a:srgbClr val="5C412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0" name="object 2180" descr=""/>
            <p:cNvSpPr/>
            <p:nvPr/>
          </p:nvSpPr>
          <p:spPr>
            <a:xfrm>
              <a:off x="8043912" y="2769193"/>
              <a:ext cx="97790" cy="200025"/>
            </a:xfrm>
            <a:custGeom>
              <a:avLst/>
              <a:gdLst/>
              <a:ahLst/>
              <a:cxnLst/>
              <a:rect l="l" t="t" r="r" b="b"/>
              <a:pathLst>
                <a:path w="97790" h="200025">
                  <a:moveTo>
                    <a:pt x="97400" y="0"/>
                  </a:moveTo>
                  <a:lnTo>
                    <a:pt x="0" y="0"/>
                  </a:lnTo>
                  <a:lnTo>
                    <a:pt x="0" y="199732"/>
                  </a:lnTo>
                  <a:lnTo>
                    <a:pt x="97400" y="199732"/>
                  </a:lnTo>
                  <a:lnTo>
                    <a:pt x="97400" y="0"/>
                  </a:lnTo>
                  <a:close/>
                </a:path>
              </a:pathLst>
            </a:custGeom>
            <a:solidFill>
              <a:srgbClr val="FBE7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1" name="object 2181" descr=""/>
            <p:cNvSpPr/>
            <p:nvPr/>
          </p:nvSpPr>
          <p:spPr>
            <a:xfrm>
              <a:off x="8070439" y="2857241"/>
              <a:ext cx="52069" cy="102870"/>
            </a:xfrm>
            <a:custGeom>
              <a:avLst/>
              <a:gdLst/>
              <a:ahLst/>
              <a:cxnLst/>
              <a:rect l="l" t="t" r="r" b="b"/>
              <a:pathLst>
                <a:path w="52070" h="102869">
                  <a:moveTo>
                    <a:pt x="25868" y="0"/>
                  </a:moveTo>
                  <a:lnTo>
                    <a:pt x="8083" y="1527"/>
                  </a:lnTo>
                  <a:lnTo>
                    <a:pt x="0" y="6109"/>
                  </a:lnTo>
                  <a:lnTo>
                    <a:pt x="0" y="102368"/>
                  </a:lnTo>
                  <a:lnTo>
                    <a:pt x="51736" y="102368"/>
                  </a:lnTo>
                  <a:lnTo>
                    <a:pt x="51736" y="6109"/>
                  </a:lnTo>
                  <a:lnTo>
                    <a:pt x="43652" y="1527"/>
                  </a:lnTo>
                  <a:lnTo>
                    <a:pt x="25868" y="0"/>
                  </a:lnTo>
                  <a:close/>
                </a:path>
              </a:pathLst>
            </a:custGeom>
            <a:solidFill>
              <a:srgbClr val="F6C4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2" name="object 2182" descr=""/>
            <p:cNvSpPr/>
            <p:nvPr/>
          </p:nvSpPr>
          <p:spPr>
            <a:xfrm>
              <a:off x="8089577" y="2824298"/>
              <a:ext cx="13335" cy="50165"/>
            </a:xfrm>
            <a:custGeom>
              <a:avLst/>
              <a:gdLst/>
              <a:ahLst/>
              <a:cxnLst/>
              <a:rect l="l" t="t" r="r" b="b"/>
              <a:pathLst>
                <a:path w="13334" h="50164">
                  <a:moveTo>
                    <a:pt x="6659" y="0"/>
                  </a:moveTo>
                  <a:lnTo>
                    <a:pt x="4314" y="2699"/>
                  </a:lnTo>
                  <a:lnTo>
                    <a:pt x="2400" y="9624"/>
                  </a:lnTo>
                  <a:lnTo>
                    <a:pt x="1111" y="19016"/>
                  </a:lnTo>
                  <a:lnTo>
                    <a:pt x="638" y="29119"/>
                  </a:lnTo>
                  <a:lnTo>
                    <a:pt x="638" y="42281"/>
                  </a:lnTo>
                  <a:lnTo>
                    <a:pt x="0" y="49830"/>
                  </a:lnTo>
                  <a:lnTo>
                    <a:pt x="12743" y="49789"/>
                  </a:lnTo>
                  <a:lnTo>
                    <a:pt x="12690" y="29119"/>
                  </a:lnTo>
                  <a:lnTo>
                    <a:pt x="12216" y="19016"/>
                  </a:lnTo>
                  <a:lnTo>
                    <a:pt x="10923" y="9624"/>
                  </a:lnTo>
                  <a:lnTo>
                    <a:pt x="9006" y="2699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FFFF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3" name="object 2183" descr=""/>
            <p:cNvSpPr/>
            <p:nvPr/>
          </p:nvSpPr>
          <p:spPr>
            <a:xfrm>
              <a:off x="8036420" y="2746215"/>
              <a:ext cx="107950" cy="213360"/>
            </a:xfrm>
            <a:custGeom>
              <a:avLst/>
              <a:gdLst/>
              <a:ahLst/>
              <a:cxnLst/>
              <a:rect l="l" t="t" r="r" b="b"/>
              <a:pathLst>
                <a:path w="107950" h="213360">
                  <a:moveTo>
                    <a:pt x="107721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13360"/>
                  </a:lnTo>
                  <a:lnTo>
                    <a:pt x="469" y="213360"/>
                  </a:lnTo>
                  <a:lnTo>
                    <a:pt x="469" y="1270"/>
                  </a:lnTo>
                  <a:lnTo>
                    <a:pt x="107238" y="1270"/>
                  </a:lnTo>
                  <a:lnTo>
                    <a:pt x="107238" y="213106"/>
                  </a:lnTo>
                  <a:lnTo>
                    <a:pt x="107721" y="213106"/>
                  </a:lnTo>
                  <a:lnTo>
                    <a:pt x="107721" y="1270"/>
                  </a:lnTo>
                  <a:lnTo>
                    <a:pt x="107721" y="723"/>
                  </a:lnTo>
                  <a:lnTo>
                    <a:pt x="107721" y="0"/>
                  </a:lnTo>
                  <a:close/>
                </a:path>
              </a:pathLst>
            </a:custGeom>
            <a:solidFill>
              <a:srgbClr val="52210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4" name="object 2184" descr=""/>
            <p:cNvSpPr/>
            <p:nvPr/>
          </p:nvSpPr>
          <p:spPr>
            <a:xfrm>
              <a:off x="8036666" y="2746638"/>
              <a:ext cx="107314" cy="31750"/>
            </a:xfrm>
            <a:custGeom>
              <a:avLst/>
              <a:gdLst/>
              <a:ahLst/>
              <a:cxnLst/>
              <a:rect l="l" t="t" r="r" b="b"/>
              <a:pathLst>
                <a:path w="107315" h="31750">
                  <a:moveTo>
                    <a:pt x="107242" y="0"/>
                  </a:moveTo>
                  <a:lnTo>
                    <a:pt x="0" y="0"/>
                  </a:lnTo>
                  <a:lnTo>
                    <a:pt x="0" y="31569"/>
                  </a:lnTo>
                  <a:lnTo>
                    <a:pt x="107242" y="31569"/>
                  </a:lnTo>
                  <a:lnTo>
                    <a:pt x="107242" y="0"/>
                  </a:lnTo>
                  <a:close/>
                </a:path>
              </a:pathLst>
            </a:custGeom>
            <a:solidFill>
              <a:srgbClr val="5C412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5" name="object 2185" descr=""/>
            <p:cNvSpPr/>
            <p:nvPr/>
          </p:nvSpPr>
          <p:spPr>
            <a:xfrm>
              <a:off x="8036666" y="2937837"/>
              <a:ext cx="107314" cy="22225"/>
            </a:xfrm>
            <a:custGeom>
              <a:avLst/>
              <a:gdLst/>
              <a:ahLst/>
              <a:cxnLst/>
              <a:rect l="l" t="t" r="r" b="b"/>
              <a:pathLst>
                <a:path w="107315" h="22225">
                  <a:moveTo>
                    <a:pt x="107242" y="0"/>
                  </a:moveTo>
                  <a:lnTo>
                    <a:pt x="0" y="0"/>
                  </a:lnTo>
                  <a:lnTo>
                    <a:pt x="0" y="21768"/>
                  </a:lnTo>
                  <a:lnTo>
                    <a:pt x="107242" y="21768"/>
                  </a:lnTo>
                  <a:lnTo>
                    <a:pt x="107242" y="0"/>
                  </a:lnTo>
                  <a:close/>
                </a:path>
              </a:pathLst>
            </a:custGeom>
            <a:solidFill>
              <a:srgbClr val="6F6C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6" name="object 2186" descr=""/>
            <p:cNvSpPr/>
            <p:nvPr/>
          </p:nvSpPr>
          <p:spPr>
            <a:xfrm>
              <a:off x="8030794" y="2740462"/>
              <a:ext cx="119380" cy="224154"/>
            </a:xfrm>
            <a:custGeom>
              <a:avLst/>
              <a:gdLst/>
              <a:ahLst/>
              <a:cxnLst/>
              <a:rect l="l" t="t" r="r" b="b"/>
              <a:pathLst>
                <a:path w="119379" h="224155">
                  <a:moveTo>
                    <a:pt x="118973" y="216649"/>
                  </a:moveTo>
                  <a:lnTo>
                    <a:pt x="116928" y="214591"/>
                  </a:lnTo>
                  <a:lnTo>
                    <a:pt x="113106" y="214591"/>
                  </a:lnTo>
                  <a:lnTo>
                    <a:pt x="113106" y="28740"/>
                  </a:lnTo>
                  <a:lnTo>
                    <a:pt x="107911" y="28740"/>
                  </a:lnTo>
                  <a:lnTo>
                    <a:pt x="107911" y="214591"/>
                  </a:lnTo>
                  <a:lnTo>
                    <a:pt x="96570" y="214591"/>
                  </a:lnTo>
                  <a:lnTo>
                    <a:pt x="96570" y="28740"/>
                  </a:lnTo>
                  <a:lnTo>
                    <a:pt x="88633" y="28740"/>
                  </a:lnTo>
                  <a:lnTo>
                    <a:pt x="88633" y="214591"/>
                  </a:lnTo>
                  <a:lnTo>
                    <a:pt x="43967" y="214591"/>
                  </a:lnTo>
                  <a:lnTo>
                    <a:pt x="43967" y="28740"/>
                  </a:lnTo>
                  <a:lnTo>
                    <a:pt x="34683" y="28740"/>
                  </a:lnTo>
                  <a:lnTo>
                    <a:pt x="34683" y="214591"/>
                  </a:lnTo>
                  <a:lnTo>
                    <a:pt x="13106" y="214591"/>
                  </a:lnTo>
                  <a:lnTo>
                    <a:pt x="13106" y="28740"/>
                  </a:lnTo>
                  <a:lnTo>
                    <a:pt x="5537" y="28740"/>
                  </a:lnTo>
                  <a:lnTo>
                    <a:pt x="5537" y="214591"/>
                  </a:lnTo>
                  <a:lnTo>
                    <a:pt x="2044" y="214591"/>
                  </a:lnTo>
                  <a:lnTo>
                    <a:pt x="0" y="216649"/>
                  </a:lnTo>
                  <a:lnTo>
                    <a:pt x="0" y="221665"/>
                  </a:lnTo>
                  <a:lnTo>
                    <a:pt x="2044" y="223710"/>
                  </a:lnTo>
                  <a:lnTo>
                    <a:pt x="114414" y="223710"/>
                  </a:lnTo>
                  <a:lnTo>
                    <a:pt x="116928" y="223710"/>
                  </a:lnTo>
                  <a:lnTo>
                    <a:pt x="118973" y="221665"/>
                  </a:lnTo>
                  <a:lnTo>
                    <a:pt x="118973" y="216649"/>
                  </a:lnTo>
                  <a:close/>
                </a:path>
                <a:path w="119379" h="224155">
                  <a:moveTo>
                    <a:pt x="118973" y="2057"/>
                  </a:moveTo>
                  <a:lnTo>
                    <a:pt x="116928" y="0"/>
                  </a:lnTo>
                  <a:lnTo>
                    <a:pt x="2044" y="0"/>
                  </a:lnTo>
                  <a:lnTo>
                    <a:pt x="0" y="2057"/>
                  </a:lnTo>
                  <a:lnTo>
                    <a:pt x="0" y="7073"/>
                  </a:lnTo>
                  <a:lnTo>
                    <a:pt x="2044" y="9118"/>
                  </a:lnTo>
                  <a:lnTo>
                    <a:pt x="114414" y="9118"/>
                  </a:lnTo>
                  <a:lnTo>
                    <a:pt x="116928" y="9118"/>
                  </a:lnTo>
                  <a:lnTo>
                    <a:pt x="118973" y="7073"/>
                  </a:lnTo>
                  <a:lnTo>
                    <a:pt x="118973" y="2057"/>
                  </a:lnTo>
                  <a:close/>
                </a:path>
              </a:pathLst>
            </a:custGeom>
            <a:solidFill>
              <a:srgbClr val="5C412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7" name="object 2187" descr=""/>
            <p:cNvSpPr/>
            <p:nvPr/>
          </p:nvSpPr>
          <p:spPr>
            <a:xfrm>
              <a:off x="8035671" y="2765278"/>
              <a:ext cx="109220" cy="29845"/>
            </a:xfrm>
            <a:custGeom>
              <a:avLst/>
              <a:gdLst/>
              <a:ahLst/>
              <a:cxnLst/>
              <a:rect l="l" t="t" r="r" b="b"/>
              <a:pathLst>
                <a:path w="109220" h="29844">
                  <a:moveTo>
                    <a:pt x="109105" y="19646"/>
                  </a:moveTo>
                  <a:lnTo>
                    <a:pt x="103720" y="12941"/>
                  </a:lnTo>
                  <a:lnTo>
                    <a:pt x="108229" y="12941"/>
                  </a:lnTo>
                  <a:lnTo>
                    <a:pt x="108229" y="0"/>
                  </a:lnTo>
                  <a:lnTo>
                    <a:pt x="98552" y="0"/>
                  </a:lnTo>
                  <a:lnTo>
                    <a:pt x="98552" y="12941"/>
                  </a:lnTo>
                  <a:lnTo>
                    <a:pt x="93218" y="19596"/>
                  </a:lnTo>
                  <a:lnTo>
                    <a:pt x="87896" y="12941"/>
                  </a:lnTo>
                  <a:lnTo>
                    <a:pt x="98552" y="12941"/>
                  </a:lnTo>
                  <a:lnTo>
                    <a:pt x="98552" y="0"/>
                  </a:lnTo>
                  <a:lnTo>
                    <a:pt x="82727" y="0"/>
                  </a:lnTo>
                  <a:lnTo>
                    <a:pt x="82727" y="12941"/>
                  </a:lnTo>
                  <a:lnTo>
                    <a:pt x="77571" y="19380"/>
                  </a:lnTo>
                  <a:lnTo>
                    <a:pt x="72415" y="12941"/>
                  </a:lnTo>
                  <a:lnTo>
                    <a:pt x="82727" y="12941"/>
                  </a:lnTo>
                  <a:lnTo>
                    <a:pt x="82727" y="0"/>
                  </a:lnTo>
                  <a:lnTo>
                    <a:pt x="67259" y="0"/>
                  </a:lnTo>
                  <a:lnTo>
                    <a:pt x="67259" y="12941"/>
                  </a:lnTo>
                  <a:lnTo>
                    <a:pt x="62103" y="19380"/>
                  </a:lnTo>
                  <a:lnTo>
                    <a:pt x="56946" y="12941"/>
                  </a:lnTo>
                  <a:lnTo>
                    <a:pt x="67259" y="12941"/>
                  </a:lnTo>
                  <a:lnTo>
                    <a:pt x="67259" y="0"/>
                  </a:lnTo>
                  <a:lnTo>
                    <a:pt x="51790" y="0"/>
                  </a:lnTo>
                  <a:lnTo>
                    <a:pt x="51790" y="12941"/>
                  </a:lnTo>
                  <a:lnTo>
                    <a:pt x="46621" y="19380"/>
                  </a:lnTo>
                  <a:lnTo>
                    <a:pt x="41465" y="12941"/>
                  </a:lnTo>
                  <a:lnTo>
                    <a:pt x="51790" y="12941"/>
                  </a:lnTo>
                  <a:lnTo>
                    <a:pt x="51790" y="0"/>
                  </a:lnTo>
                  <a:lnTo>
                    <a:pt x="36309" y="0"/>
                  </a:lnTo>
                  <a:lnTo>
                    <a:pt x="36309" y="12941"/>
                  </a:lnTo>
                  <a:lnTo>
                    <a:pt x="31153" y="19380"/>
                  </a:lnTo>
                  <a:lnTo>
                    <a:pt x="25996" y="12941"/>
                  </a:lnTo>
                  <a:lnTo>
                    <a:pt x="36309" y="12941"/>
                  </a:lnTo>
                  <a:lnTo>
                    <a:pt x="36309" y="0"/>
                  </a:lnTo>
                  <a:lnTo>
                    <a:pt x="20840" y="0"/>
                  </a:lnTo>
                  <a:lnTo>
                    <a:pt x="20840" y="12941"/>
                  </a:lnTo>
                  <a:lnTo>
                    <a:pt x="15684" y="19380"/>
                  </a:lnTo>
                  <a:lnTo>
                    <a:pt x="10528" y="12941"/>
                  </a:lnTo>
                  <a:lnTo>
                    <a:pt x="20840" y="12941"/>
                  </a:lnTo>
                  <a:lnTo>
                    <a:pt x="20840" y="0"/>
                  </a:lnTo>
                  <a:lnTo>
                    <a:pt x="990" y="0"/>
                  </a:lnTo>
                  <a:lnTo>
                    <a:pt x="990" y="12941"/>
                  </a:lnTo>
                  <a:lnTo>
                    <a:pt x="5372" y="12941"/>
                  </a:lnTo>
                  <a:lnTo>
                    <a:pt x="0" y="19646"/>
                  </a:lnTo>
                  <a:lnTo>
                    <a:pt x="7950" y="29552"/>
                  </a:lnTo>
                  <a:lnTo>
                    <a:pt x="15684" y="19926"/>
                  </a:lnTo>
                  <a:lnTo>
                    <a:pt x="23431" y="29552"/>
                  </a:lnTo>
                  <a:lnTo>
                    <a:pt x="31153" y="19926"/>
                  </a:lnTo>
                  <a:lnTo>
                    <a:pt x="38900" y="29552"/>
                  </a:lnTo>
                  <a:lnTo>
                    <a:pt x="46634" y="19926"/>
                  </a:lnTo>
                  <a:lnTo>
                    <a:pt x="54368" y="29552"/>
                  </a:lnTo>
                  <a:lnTo>
                    <a:pt x="62103" y="19926"/>
                  </a:lnTo>
                  <a:lnTo>
                    <a:pt x="69850" y="29552"/>
                  </a:lnTo>
                  <a:lnTo>
                    <a:pt x="77571" y="19926"/>
                  </a:lnTo>
                  <a:lnTo>
                    <a:pt x="85318" y="29552"/>
                  </a:lnTo>
                  <a:lnTo>
                    <a:pt x="93230" y="19710"/>
                  </a:lnTo>
                  <a:lnTo>
                    <a:pt x="101142" y="29552"/>
                  </a:lnTo>
                  <a:lnTo>
                    <a:pt x="109105" y="19646"/>
                  </a:lnTo>
                  <a:close/>
                </a:path>
              </a:pathLst>
            </a:custGeom>
            <a:solidFill>
              <a:srgbClr val="815C4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8" name="object 2188" descr=""/>
            <p:cNvSpPr/>
            <p:nvPr/>
          </p:nvSpPr>
          <p:spPr>
            <a:xfrm>
              <a:off x="8039182" y="2647212"/>
              <a:ext cx="102235" cy="93345"/>
            </a:xfrm>
            <a:custGeom>
              <a:avLst/>
              <a:gdLst/>
              <a:ahLst/>
              <a:cxnLst/>
              <a:rect l="l" t="t" r="r" b="b"/>
              <a:pathLst>
                <a:path w="102234" h="93344">
                  <a:moveTo>
                    <a:pt x="51097" y="0"/>
                  </a:moveTo>
                  <a:lnTo>
                    <a:pt x="45120" y="2329"/>
                  </a:lnTo>
                  <a:lnTo>
                    <a:pt x="41095" y="8070"/>
                  </a:lnTo>
                  <a:lnTo>
                    <a:pt x="38826" y="15354"/>
                  </a:lnTo>
                  <a:lnTo>
                    <a:pt x="38114" y="22313"/>
                  </a:lnTo>
                  <a:lnTo>
                    <a:pt x="34567" y="30690"/>
                  </a:lnTo>
                  <a:lnTo>
                    <a:pt x="26162" y="41836"/>
                  </a:lnTo>
                  <a:lnTo>
                    <a:pt x="8188" y="62678"/>
                  </a:lnTo>
                  <a:lnTo>
                    <a:pt x="3520" y="71650"/>
                  </a:lnTo>
                  <a:lnTo>
                    <a:pt x="1082" y="81637"/>
                  </a:lnTo>
                  <a:lnTo>
                    <a:pt x="150" y="89750"/>
                  </a:lnTo>
                  <a:lnTo>
                    <a:pt x="0" y="93096"/>
                  </a:lnTo>
                  <a:lnTo>
                    <a:pt x="51097" y="92950"/>
                  </a:lnTo>
                  <a:lnTo>
                    <a:pt x="102206" y="93096"/>
                  </a:lnTo>
                  <a:lnTo>
                    <a:pt x="76043" y="41836"/>
                  </a:lnTo>
                  <a:lnTo>
                    <a:pt x="67638" y="30690"/>
                  </a:lnTo>
                  <a:lnTo>
                    <a:pt x="64092" y="22313"/>
                  </a:lnTo>
                  <a:lnTo>
                    <a:pt x="63391" y="15354"/>
                  </a:lnTo>
                  <a:lnTo>
                    <a:pt x="61140" y="8070"/>
                  </a:lnTo>
                  <a:lnTo>
                    <a:pt x="57117" y="2329"/>
                  </a:lnTo>
                  <a:lnTo>
                    <a:pt x="51097" y="0"/>
                  </a:lnTo>
                  <a:close/>
                </a:path>
              </a:pathLst>
            </a:custGeom>
            <a:solidFill>
              <a:srgbClr val="5C412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9" name="object 2189" descr=""/>
            <p:cNvSpPr/>
            <p:nvPr/>
          </p:nvSpPr>
          <p:spPr>
            <a:xfrm>
              <a:off x="8043824" y="2698324"/>
              <a:ext cx="96520" cy="26034"/>
            </a:xfrm>
            <a:custGeom>
              <a:avLst/>
              <a:gdLst/>
              <a:ahLst/>
              <a:cxnLst/>
              <a:rect l="l" t="t" r="r" b="b"/>
              <a:pathLst>
                <a:path w="96520" h="26035">
                  <a:moveTo>
                    <a:pt x="96469" y="23304"/>
                  </a:moveTo>
                  <a:lnTo>
                    <a:pt x="96418" y="22872"/>
                  </a:lnTo>
                  <a:lnTo>
                    <a:pt x="94018" y="17678"/>
                  </a:lnTo>
                  <a:lnTo>
                    <a:pt x="89369" y="11569"/>
                  </a:lnTo>
                  <a:lnTo>
                    <a:pt x="87236" y="9093"/>
                  </a:lnTo>
                  <a:lnTo>
                    <a:pt x="84429" y="12585"/>
                  </a:lnTo>
                  <a:lnTo>
                    <a:pt x="74333" y="0"/>
                  </a:lnTo>
                  <a:lnTo>
                    <a:pt x="64300" y="12484"/>
                  </a:lnTo>
                  <a:lnTo>
                    <a:pt x="54279" y="0"/>
                  </a:lnTo>
                  <a:lnTo>
                    <a:pt x="44246" y="12484"/>
                  </a:lnTo>
                  <a:lnTo>
                    <a:pt x="34226" y="0"/>
                  </a:lnTo>
                  <a:lnTo>
                    <a:pt x="24193" y="12496"/>
                  </a:lnTo>
                  <a:lnTo>
                    <a:pt x="14160" y="0"/>
                  </a:lnTo>
                  <a:lnTo>
                    <a:pt x="4127" y="12484"/>
                  </a:lnTo>
                  <a:lnTo>
                    <a:pt x="3479" y="11671"/>
                  </a:lnTo>
                  <a:lnTo>
                    <a:pt x="0" y="18376"/>
                  </a:lnTo>
                  <a:lnTo>
                    <a:pt x="4127" y="13233"/>
                  </a:lnTo>
                  <a:lnTo>
                    <a:pt x="14160" y="25704"/>
                  </a:lnTo>
                  <a:lnTo>
                    <a:pt x="24193" y="13220"/>
                  </a:lnTo>
                  <a:lnTo>
                    <a:pt x="34226" y="25704"/>
                  </a:lnTo>
                  <a:lnTo>
                    <a:pt x="44246" y="13233"/>
                  </a:lnTo>
                  <a:lnTo>
                    <a:pt x="54279" y="25704"/>
                  </a:lnTo>
                  <a:lnTo>
                    <a:pt x="64300" y="13233"/>
                  </a:lnTo>
                  <a:lnTo>
                    <a:pt x="74333" y="25704"/>
                  </a:lnTo>
                  <a:lnTo>
                    <a:pt x="84442" y="13131"/>
                  </a:lnTo>
                  <a:lnTo>
                    <a:pt x="94551" y="25704"/>
                  </a:lnTo>
                  <a:lnTo>
                    <a:pt x="96469" y="23304"/>
                  </a:lnTo>
                  <a:close/>
                </a:path>
              </a:pathLst>
            </a:custGeom>
            <a:solidFill>
              <a:srgbClr val="FBE7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0" name="object 2190" descr=""/>
            <p:cNvSpPr/>
            <p:nvPr/>
          </p:nvSpPr>
          <p:spPr>
            <a:xfrm>
              <a:off x="8039182" y="2959395"/>
              <a:ext cx="102235" cy="93345"/>
            </a:xfrm>
            <a:custGeom>
              <a:avLst/>
              <a:gdLst/>
              <a:ahLst/>
              <a:cxnLst/>
              <a:rect l="l" t="t" r="r" b="b"/>
              <a:pathLst>
                <a:path w="102234" h="93344">
                  <a:moveTo>
                    <a:pt x="102206" y="0"/>
                  </a:moveTo>
                  <a:lnTo>
                    <a:pt x="51097" y="146"/>
                  </a:lnTo>
                  <a:lnTo>
                    <a:pt x="0" y="0"/>
                  </a:lnTo>
                  <a:lnTo>
                    <a:pt x="150" y="3346"/>
                  </a:lnTo>
                  <a:lnTo>
                    <a:pt x="1082" y="11459"/>
                  </a:lnTo>
                  <a:lnTo>
                    <a:pt x="3520" y="21446"/>
                  </a:lnTo>
                  <a:lnTo>
                    <a:pt x="8188" y="30417"/>
                  </a:lnTo>
                  <a:lnTo>
                    <a:pt x="26162" y="51260"/>
                  </a:lnTo>
                  <a:lnTo>
                    <a:pt x="34567" y="62405"/>
                  </a:lnTo>
                  <a:lnTo>
                    <a:pt x="38114" y="70783"/>
                  </a:lnTo>
                  <a:lnTo>
                    <a:pt x="38826" y="77741"/>
                  </a:lnTo>
                  <a:lnTo>
                    <a:pt x="41095" y="85026"/>
                  </a:lnTo>
                  <a:lnTo>
                    <a:pt x="45120" y="90767"/>
                  </a:lnTo>
                  <a:lnTo>
                    <a:pt x="51097" y="93096"/>
                  </a:lnTo>
                  <a:lnTo>
                    <a:pt x="57117" y="90767"/>
                  </a:lnTo>
                  <a:lnTo>
                    <a:pt x="61140" y="85026"/>
                  </a:lnTo>
                  <a:lnTo>
                    <a:pt x="63391" y="77741"/>
                  </a:lnTo>
                  <a:lnTo>
                    <a:pt x="64092" y="70783"/>
                  </a:lnTo>
                  <a:lnTo>
                    <a:pt x="67638" y="62405"/>
                  </a:lnTo>
                  <a:lnTo>
                    <a:pt x="76043" y="51260"/>
                  </a:lnTo>
                  <a:lnTo>
                    <a:pt x="94018" y="30417"/>
                  </a:lnTo>
                  <a:lnTo>
                    <a:pt x="98663" y="24317"/>
                  </a:lnTo>
                  <a:lnTo>
                    <a:pt x="101064" y="19115"/>
                  </a:lnTo>
                  <a:lnTo>
                    <a:pt x="101990" y="11960"/>
                  </a:lnTo>
                  <a:lnTo>
                    <a:pt x="102206" y="0"/>
                  </a:lnTo>
                  <a:close/>
                </a:path>
              </a:pathLst>
            </a:custGeom>
            <a:solidFill>
              <a:srgbClr val="5C412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1" name="object 2191" descr=""/>
            <p:cNvSpPr/>
            <p:nvPr/>
          </p:nvSpPr>
          <p:spPr>
            <a:xfrm>
              <a:off x="8046301" y="2984874"/>
              <a:ext cx="87630" cy="20955"/>
            </a:xfrm>
            <a:custGeom>
              <a:avLst/>
              <a:gdLst/>
              <a:ahLst/>
              <a:cxnLst/>
              <a:rect l="l" t="t" r="r" b="b"/>
              <a:pathLst>
                <a:path w="87629" h="20955">
                  <a:moveTo>
                    <a:pt x="87020" y="4699"/>
                  </a:moveTo>
                  <a:lnTo>
                    <a:pt x="83248" y="0"/>
                  </a:lnTo>
                  <a:lnTo>
                    <a:pt x="75158" y="10083"/>
                  </a:lnTo>
                  <a:lnTo>
                    <a:pt x="67068" y="0"/>
                  </a:lnTo>
                  <a:lnTo>
                    <a:pt x="59042" y="9994"/>
                  </a:lnTo>
                  <a:lnTo>
                    <a:pt x="51015" y="0"/>
                  </a:lnTo>
                  <a:lnTo>
                    <a:pt x="42989" y="9994"/>
                  </a:lnTo>
                  <a:lnTo>
                    <a:pt x="34963" y="0"/>
                  </a:lnTo>
                  <a:lnTo>
                    <a:pt x="26936" y="9994"/>
                  </a:lnTo>
                  <a:lnTo>
                    <a:pt x="18910" y="0"/>
                  </a:lnTo>
                  <a:lnTo>
                    <a:pt x="10883" y="10007"/>
                  </a:lnTo>
                  <a:lnTo>
                    <a:pt x="2857" y="0"/>
                  </a:lnTo>
                  <a:lnTo>
                    <a:pt x="0" y="3556"/>
                  </a:lnTo>
                  <a:lnTo>
                    <a:pt x="1054" y="4940"/>
                  </a:lnTo>
                  <a:lnTo>
                    <a:pt x="8496" y="13563"/>
                  </a:lnTo>
                  <a:lnTo>
                    <a:pt x="10883" y="10579"/>
                  </a:lnTo>
                  <a:lnTo>
                    <a:pt x="18910" y="20586"/>
                  </a:lnTo>
                  <a:lnTo>
                    <a:pt x="26936" y="10591"/>
                  </a:lnTo>
                  <a:lnTo>
                    <a:pt x="34963" y="20586"/>
                  </a:lnTo>
                  <a:lnTo>
                    <a:pt x="42989" y="10591"/>
                  </a:lnTo>
                  <a:lnTo>
                    <a:pt x="51015" y="20586"/>
                  </a:lnTo>
                  <a:lnTo>
                    <a:pt x="59042" y="10591"/>
                  </a:lnTo>
                  <a:lnTo>
                    <a:pt x="67068" y="20586"/>
                  </a:lnTo>
                  <a:lnTo>
                    <a:pt x="75158" y="10502"/>
                  </a:lnTo>
                  <a:lnTo>
                    <a:pt x="78511" y="14668"/>
                  </a:lnTo>
                  <a:lnTo>
                    <a:pt x="86893" y="4940"/>
                  </a:lnTo>
                  <a:lnTo>
                    <a:pt x="87020" y="4699"/>
                  </a:lnTo>
                  <a:close/>
                </a:path>
              </a:pathLst>
            </a:custGeom>
            <a:solidFill>
              <a:srgbClr val="FBE79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192" name="object 2192" descr=""/>
            <p:cNvPicPr/>
            <p:nvPr/>
          </p:nvPicPr>
          <p:blipFill>
            <a:blip r:embed="rId68" cstate="print"/>
            <a:stretch>
              <a:fillRect/>
            </a:stretch>
          </p:blipFill>
          <p:spPr>
            <a:xfrm>
              <a:off x="7929769" y="2225440"/>
              <a:ext cx="325522" cy="194514"/>
            </a:xfrm>
            <a:prstGeom prst="rect">
              <a:avLst/>
            </a:prstGeom>
          </p:spPr>
        </p:pic>
        <p:pic>
          <p:nvPicPr>
            <p:cNvPr id="2193" name="object 2193" descr=""/>
            <p:cNvPicPr/>
            <p:nvPr/>
          </p:nvPicPr>
          <p:blipFill>
            <a:blip r:embed="rId69" cstate="print"/>
            <a:stretch>
              <a:fillRect/>
            </a:stretch>
          </p:blipFill>
          <p:spPr>
            <a:xfrm>
              <a:off x="7475458" y="3673584"/>
              <a:ext cx="135734" cy="165345"/>
            </a:xfrm>
            <a:prstGeom prst="rect">
              <a:avLst/>
            </a:prstGeom>
          </p:spPr>
        </p:pic>
        <p:pic>
          <p:nvPicPr>
            <p:cNvPr id="2194" name="object 2194" descr=""/>
            <p:cNvPicPr/>
            <p:nvPr/>
          </p:nvPicPr>
          <p:blipFill>
            <a:blip r:embed="rId70" cstate="print"/>
            <a:stretch>
              <a:fillRect/>
            </a:stretch>
          </p:blipFill>
          <p:spPr>
            <a:xfrm>
              <a:off x="7475458" y="4123340"/>
              <a:ext cx="135734" cy="165345"/>
            </a:xfrm>
            <a:prstGeom prst="rect">
              <a:avLst/>
            </a:prstGeom>
          </p:spPr>
        </p:pic>
        <p:pic>
          <p:nvPicPr>
            <p:cNvPr id="2195" name="object 2195" descr=""/>
            <p:cNvPicPr/>
            <p:nvPr/>
          </p:nvPicPr>
          <p:blipFill>
            <a:blip r:embed="rId71" cstate="print"/>
            <a:stretch>
              <a:fillRect/>
            </a:stretch>
          </p:blipFill>
          <p:spPr>
            <a:xfrm>
              <a:off x="7475458" y="3223828"/>
              <a:ext cx="135734" cy="165345"/>
            </a:xfrm>
            <a:prstGeom prst="rect">
              <a:avLst/>
            </a:prstGeom>
          </p:spPr>
        </p:pic>
        <p:pic>
          <p:nvPicPr>
            <p:cNvPr id="2196" name="object 2196" descr=""/>
            <p:cNvPicPr/>
            <p:nvPr/>
          </p:nvPicPr>
          <p:blipFill>
            <a:blip r:embed="rId72" cstate="print"/>
            <a:stretch>
              <a:fillRect/>
            </a:stretch>
          </p:blipFill>
          <p:spPr>
            <a:xfrm>
              <a:off x="8562074" y="3673584"/>
              <a:ext cx="135734" cy="165345"/>
            </a:xfrm>
            <a:prstGeom prst="rect">
              <a:avLst/>
            </a:prstGeom>
          </p:spPr>
        </p:pic>
        <p:pic>
          <p:nvPicPr>
            <p:cNvPr id="2197" name="object 2197" descr=""/>
            <p:cNvPicPr/>
            <p:nvPr/>
          </p:nvPicPr>
          <p:blipFill>
            <a:blip r:embed="rId73" cstate="print"/>
            <a:stretch>
              <a:fillRect/>
            </a:stretch>
          </p:blipFill>
          <p:spPr>
            <a:xfrm>
              <a:off x="8562074" y="4123340"/>
              <a:ext cx="135734" cy="165345"/>
            </a:xfrm>
            <a:prstGeom prst="rect">
              <a:avLst/>
            </a:prstGeom>
          </p:spPr>
        </p:pic>
        <p:pic>
          <p:nvPicPr>
            <p:cNvPr id="2198" name="object 2198" descr=""/>
            <p:cNvPicPr/>
            <p:nvPr/>
          </p:nvPicPr>
          <p:blipFill>
            <a:blip r:embed="rId74" cstate="print"/>
            <a:stretch>
              <a:fillRect/>
            </a:stretch>
          </p:blipFill>
          <p:spPr>
            <a:xfrm>
              <a:off x="8562074" y="3223828"/>
              <a:ext cx="135734" cy="165345"/>
            </a:xfrm>
            <a:prstGeom prst="rect">
              <a:avLst/>
            </a:prstGeom>
          </p:spPr>
        </p:pic>
      </p:grpSp>
      <p:pic>
        <p:nvPicPr>
          <p:cNvPr id="2199" name="object 2199" descr=""/>
          <p:cNvPicPr/>
          <p:nvPr/>
        </p:nvPicPr>
        <p:blipFill>
          <a:blip r:embed="rId75" cstate="print"/>
          <a:stretch>
            <a:fillRect/>
          </a:stretch>
        </p:blipFill>
        <p:spPr>
          <a:xfrm>
            <a:off x="9859434" y="1305852"/>
            <a:ext cx="2674147" cy="3366016"/>
          </a:xfrm>
          <a:prstGeom prst="rect">
            <a:avLst/>
          </a:prstGeom>
        </p:spPr>
      </p:pic>
      <p:grpSp>
        <p:nvGrpSpPr>
          <p:cNvPr id="2200" name="object 2200" descr=""/>
          <p:cNvGrpSpPr/>
          <p:nvPr/>
        </p:nvGrpSpPr>
        <p:grpSpPr>
          <a:xfrm>
            <a:off x="9840559" y="1305852"/>
            <a:ext cx="4102735" cy="3426460"/>
            <a:chOff x="9840559" y="1305852"/>
            <a:chExt cx="4102735" cy="3426460"/>
          </a:xfrm>
        </p:grpSpPr>
        <p:pic>
          <p:nvPicPr>
            <p:cNvPr id="2201" name="object 2201" descr=""/>
            <p:cNvPicPr/>
            <p:nvPr/>
          </p:nvPicPr>
          <p:blipFill>
            <a:blip r:embed="rId76" cstate="print"/>
            <a:stretch>
              <a:fillRect/>
            </a:stretch>
          </p:blipFill>
          <p:spPr>
            <a:xfrm>
              <a:off x="13560421" y="1305852"/>
              <a:ext cx="372562" cy="3366005"/>
            </a:xfrm>
            <a:prstGeom prst="rect">
              <a:avLst/>
            </a:prstGeom>
          </p:spPr>
        </p:pic>
        <p:sp>
          <p:nvSpPr>
            <p:cNvPr id="2202" name="object 2202" descr=""/>
            <p:cNvSpPr/>
            <p:nvPr/>
          </p:nvSpPr>
          <p:spPr>
            <a:xfrm>
              <a:off x="9840559" y="4701783"/>
              <a:ext cx="4102735" cy="30480"/>
            </a:xfrm>
            <a:custGeom>
              <a:avLst/>
              <a:gdLst/>
              <a:ahLst/>
              <a:cxnLst/>
              <a:rect l="l" t="t" r="r" b="b"/>
              <a:pathLst>
                <a:path w="4102734" h="30479">
                  <a:moveTo>
                    <a:pt x="4102639" y="0"/>
                  </a:moveTo>
                  <a:lnTo>
                    <a:pt x="0" y="0"/>
                  </a:lnTo>
                  <a:lnTo>
                    <a:pt x="0" y="29915"/>
                  </a:lnTo>
                  <a:lnTo>
                    <a:pt x="4102639" y="29915"/>
                  </a:lnTo>
                  <a:lnTo>
                    <a:pt x="4102639" y="0"/>
                  </a:lnTo>
                  <a:close/>
                </a:path>
              </a:pathLst>
            </a:custGeom>
            <a:solidFill>
              <a:srgbClr val="77C9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3" name="object 2203" descr=""/>
            <p:cNvSpPr/>
            <p:nvPr/>
          </p:nvSpPr>
          <p:spPr>
            <a:xfrm>
              <a:off x="9861898" y="4671868"/>
              <a:ext cx="4060190" cy="30480"/>
            </a:xfrm>
            <a:custGeom>
              <a:avLst/>
              <a:gdLst/>
              <a:ahLst/>
              <a:cxnLst/>
              <a:rect l="l" t="t" r="r" b="b"/>
              <a:pathLst>
                <a:path w="4060190" h="30479">
                  <a:moveTo>
                    <a:pt x="4059960" y="0"/>
                  </a:moveTo>
                  <a:lnTo>
                    <a:pt x="0" y="0"/>
                  </a:lnTo>
                  <a:lnTo>
                    <a:pt x="0" y="29915"/>
                  </a:lnTo>
                  <a:lnTo>
                    <a:pt x="4059960" y="29915"/>
                  </a:lnTo>
                  <a:lnTo>
                    <a:pt x="4059960" y="0"/>
                  </a:lnTo>
                  <a:close/>
                </a:path>
              </a:pathLst>
            </a:custGeom>
            <a:solidFill>
              <a:srgbClr val="927C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4" name="object 2204" descr=""/>
            <p:cNvSpPr/>
            <p:nvPr/>
          </p:nvSpPr>
          <p:spPr>
            <a:xfrm>
              <a:off x="11289007" y="3710127"/>
              <a:ext cx="1238250" cy="962025"/>
            </a:xfrm>
            <a:custGeom>
              <a:avLst/>
              <a:gdLst/>
              <a:ahLst/>
              <a:cxnLst/>
              <a:rect l="l" t="t" r="r" b="b"/>
              <a:pathLst>
                <a:path w="1238250" h="962025">
                  <a:moveTo>
                    <a:pt x="1237658" y="0"/>
                  </a:moveTo>
                  <a:lnTo>
                    <a:pt x="0" y="0"/>
                  </a:lnTo>
                  <a:lnTo>
                    <a:pt x="0" y="961740"/>
                  </a:lnTo>
                  <a:lnTo>
                    <a:pt x="1237658" y="961740"/>
                  </a:lnTo>
                  <a:lnTo>
                    <a:pt x="1237658" y="0"/>
                  </a:lnTo>
                  <a:close/>
                </a:path>
              </a:pathLst>
            </a:custGeom>
            <a:solidFill>
              <a:srgbClr val="F5E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5" name="object 2205" descr=""/>
            <p:cNvSpPr/>
            <p:nvPr/>
          </p:nvSpPr>
          <p:spPr>
            <a:xfrm>
              <a:off x="11388745" y="3902369"/>
              <a:ext cx="280035" cy="769620"/>
            </a:xfrm>
            <a:custGeom>
              <a:avLst/>
              <a:gdLst/>
              <a:ahLst/>
              <a:cxnLst/>
              <a:rect l="l" t="t" r="r" b="b"/>
              <a:pathLst>
                <a:path w="280034" h="769620">
                  <a:moveTo>
                    <a:pt x="139796" y="0"/>
                  </a:moveTo>
                  <a:lnTo>
                    <a:pt x="111862" y="32635"/>
                  </a:lnTo>
                  <a:lnTo>
                    <a:pt x="37959" y="95631"/>
                  </a:lnTo>
                  <a:lnTo>
                    <a:pt x="10003" y="128932"/>
                  </a:lnTo>
                  <a:lnTo>
                    <a:pt x="0" y="165398"/>
                  </a:lnTo>
                  <a:lnTo>
                    <a:pt x="0" y="769494"/>
                  </a:lnTo>
                  <a:lnTo>
                    <a:pt x="279614" y="769494"/>
                  </a:lnTo>
                  <a:lnTo>
                    <a:pt x="279614" y="165398"/>
                  </a:lnTo>
                  <a:lnTo>
                    <a:pt x="269617" y="128932"/>
                  </a:lnTo>
                  <a:lnTo>
                    <a:pt x="241658" y="95631"/>
                  </a:lnTo>
                  <a:lnTo>
                    <a:pt x="167744" y="32635"/>
                  </a:lnTo>
                  <a:lnTo>
                    <a:pt x="139796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6" name="object 2206" descr=""/>
            <p:cNvSpPr/>
            <p:nvPr/>
          </p:nvSpPr>
          <p:spPr>
            <a:xfrm>
              <a:off x="11461992" y="3902366"/>
              <a:ext cx="206375" cy="769620"/>
            </a:xfrm>
            <a:custGeom>
              <a:avLst/>
              <a:gdLst/>
              <a:ahLst/>
              <a:cxnLst/>
              <a:rect l="l" t="t" r="r" b="b"/>
              <a:pathLst>
                <a:path w="206375" h="769620">
                  <a:moveTo>
                    <a:pt x="66552" y="0"/>
                  </a:moveTo>
                  <a:lnTo>
                    <a:pt x="53965" y="16916"/>
                  </a:lnTo>
                  <a:lnTo>
                    <a:pt x="37878" y="33322"/>
                  </a:lnTo>
                  <a:lnTo>
                    <a:pt x="19489" y="49411"/>
                  </a:lnTo>
                  <a:lnTo>
                    <a:pt x="0" y="65380"/>
                  </a:lnTo>
                  <a:lnTo>
                    <a:pt x="38164" y="99820"/>
                  </a:lnTo>
                  <a:lnTo>
                    <a:pt x="79178" y="134058"/>
                  </a:lnTo>
                  <a:lnTo>
                    <a:pt x="111415" y="169993"/>
                  </a:lnTo>
                  <a:lnTo>
                    <a:pt x="123252" y="209522"/>
                  </a:lnTo>
                  <a:lnTo>
                    <a:pt x="123305" y="769494"/>
                  </a:lnTo>
                  <a:lnTo>
                    <a:pt x="206370" y="769494"/>
                  </a:lnTo>
                  <a:lnTo>
                    <a:pt x="206370" y="165398"/>
                  </a:lnTo>
                  <a:lnTo>
                    <a:pt x="196373" y="128932"/>
                  </a:lnTo>
                  <a:lnTo>
                    <a:pt x="168415" y="95631"/>
                  </a:lnTo>
                  <a:lnTo>
                    <a:pt x="94501" y="32635"/>
                  </a:lnTo>
                  <a:lnTo>
                    <a:pt x="66552" y="0"/>
                  </a:lnTo>
                  <a:close/>
                </a:path>
              </a:pathLst>
            </a:custGeom>
            <a:solidFill>
              <a:srgbClr val="404041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7" name="object 2207" descr=""/>
            <p:cNvSpPr/>
            <p:nvPr/>
          </p:nvSpPr>
          <p:spPr>
            <a:xfrm>
              <a:off x="11767884" y="3902373"/>
              <a:ext cx="659130" cy="769620"/>
            </a:xfrm>
            <a:custGeom>
              <a:avLst/>
              <a:gdLst/>
              <a:ahLst/>
              <a:cxnLst/>
              <a:rect l="l" t="t" r="r" b="b"/>
              <a:pathLst>
                <a:path w="659129" h="769620">
                  <a:moveTo>
                    <a:pt x="279615" y="165404"/>
                  </a:moveTo>
                  <a:lnTo>
                    <a:pt x="269621" y="128930"/>
                  </a:lnTo>
                  <a:lnTo>
                    <a:pt x="241668" y="95631"/>
                  </a:lnTo>
                  <a:lnTo>
                    <a:pt x="167754" y="32639"/>
                  </a:lnTo>
                  <a:lnTo>
                    <a:pt x="139801" y="0"/>
                  </a:lnTo>
                  <a:lnTo>
                    <a:pt x="111861" y="32639"/>
                  </a:lnTo>
                  <a:lnTo>
                    <a:pt x="37960" y="95631"/>
                  </a:lnTo>
                  <a:lnTo>
                    <a:pt x="10007" y="128930"/>
                  </a:lnTo>
                  <a:lnTo>
                    <a:pt x="0" y="165404"/>
                  </a:lnTo>
                  <a:lnTo>
                    <a:pt x="0" y="769493"/>
                  </a:lnTo>
                  <a:lnTo>
                    <a:pt x="279615" y="769493"/>
                  </a:lnTo>
                  <a:lnTo>
                    <a:pt x="279615" y="165404"/>
                  </a:lnTo>
                  <a:close/>
                </a:path>
                <a:path w="659129" h="769620">
                  <a:moveTo>
                    <a:pt x="659041" y="165404"/>
                  </a:moveTo>
                  <a:lnTo>
                    <a:pt x="649033" y="128930"/>
                  </a:lnTo>
                  <a:lnTo>
                    <a:pt x="621080" y="95631"/>
                  </a:lnTo>
                  <a:lnTo>
                    <a:pt x="547166" y="32639"/>
                  </a:lnTo>
                  <a:lnTo>
                    <a:pt x="519214" y="0"/>
                  </a:lnTo>
                  <a:lnTo>
                    <a:pt x="491286" y="32639"/>
                  </a:lnTo>
                  <a:lnTo>
                    <a:pt x="417385" y="95631"/>
                  </a:lnTo>
                  <a:lnTo>
                    <a:pt x="389420" y="128930"/>
                  </a:lnTo>
                  <a:lnTo>
                    <a:pt x="379425" y="165404"/>
                  </a:lnTo>
                  <a:lnTo>
                    <a:pt x="379425" y="769493"/>
                  </a:lnTo>
                  <a:lnTo>
                    <a:pt x="659041" y="769493"/>
                  </a:lnTo>
                  <a:lnTo>
                    <a:pt x="659041" y="165404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8" name="object 2208" descr=""/>
            <p:cNvSpPr/>
            <p:nvPr/>
          </p:nvSpPr>
          <p:spPr>
            <a:xfrm>
              <a:off x="11274717" y="4074572"/>
              <a:ext cx="128905" cy="469900"/>
            </a:xfrm>
            <a:custGeom>
              <a:avLst/>
              <a:gdLst/>
              <a:ahLst/>
              <a:cxnLst/>
              <a:rect l="l" t="t" r="r" b="b"/>
              <a:pathLst>
                <a:path w="128904" h="469900">
                  <a:moveTo>
                    <a:pt x="128295" y="436092"/>
                  </a:moveTo>
                  <a:lnTo>
                    <a:pt x="0" y="436092"/>
                  </a:lnTo>
                  <a:lnTo>
                    <a:pt x="0" y="469823"/>
                  </a:lnTo>
                  <a:lnTo>
                    <a:pt x="128295" y="469823"/>
                  </a:lnTo>
                  <a:lnTo>
                    <a:pt x="128295" y="436092"/>
                  </a:lnTo>
                  <a:close/>
                </a:path>
                <a:path w="128904" h="469900">
                  <a:moveTo>
                    <a:pt x="128295" y="0"/>
                  </a:moveTo>
                  <a:lnTo>
                    <a:pt x="0" y="0"/>
                  </a:lnTo>
                  <a:lnTo>
                    <a:pt x="0" y="33743"/>
                  </a:lnTo>
                  <a:lnTo>
                    <a:pt x="128295" y="33743"/>
                  </a:lnTo>
                  <a:lnTo>
                    <a:pt x="128295" y="0"/>
                  </a:lnTo>
                  <a:close/>
                </a:path>
              </a:pathLst>
            </a:custGeom>
            <a:solidFill>
              <a:srgbClr val="F89E4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9" name="object 2209" descr=""/>
            <p:cNvSpPr/>
            <p:nvPr/>
          </p:nvSpPr>
          <p:spPr>
            <a:xfrm>
              <a:off x="11284462" y="4544395"/>
              <a:ext cx="109220" cy="127635"/>
            </a:xfrm>
            <a:custGeom>
              <a:avLst/>
              <a:gdLst/>
              <a:ahLst/>
              <a:cxnLst/>
              <a:rect l="l" t="t" r="r" b="b"/>
              <a:pathLst>
                <a:path w="109220" h="127635">
                  <a:moveTo>
                    <a:pt x="108823" y="0"/>
                  </a:moveTo>
                  <a:lnTo>
                    <a:pt x="0" y="0"/>
                  </a:lnTo>
                  <a:lnTo>
                    <a:pt x="0" y="127472"/>
                  </a:lnTo>
                  <a:lnTo>
                    <a:pt x="108823" y="127472"/>
                  </a:lnTo>
                  <a:lnTo>
                    <a:pt x="108823" y="0"/>
                  </a:lnTo>
                  <a:close/>
                </a:path>
              </a:pathLst>
            </a:custGeom>
            <a:solidFill>
              <a:srgbClr val="66C2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0" name="object 2210" descr=""/>
            <p:cNvSpPr/>
            <p:nvPr/>
          </p:nvSpPr>
          <p:spPr>
            <a:xfrm>
              <a:off x="11284433" y="4108316"/>
              <a:ext cx="109220" cy="448309"/>
            </a:xfrm>
            <a:custGeom>
              <a:avLst/>
              <a:gdLst/>
              <a:ahLst/>
              <a:cxnLst/>
              <a:rect l="l" t="t" r="r" b="b"/>
              <a:pathLst>
                <a:path w="109220" h="448310">
                  <a:moveTo>
                    <a:pt x="104279" y="0"/>
                  </a:moveTo>
                  <a:lnTo>
                    <a:pt x="4572" y="0"/>
                  </a:lnTo>
                  <a:lnTo>
                    <a:pt x="4572" y="11684"/>
                  </a:lnTo>
                  <a:lnTo>
                    <a:pt x="104279" y="11684"/>
                  </a:lnTo>
                  <a:lnTo>
                    <a:pt x="104279" y="0"/>
                  </a:lnTo>
                  <a:close/>
                </a:path>
                <a:path w="109220" h="448310">
                  <a:moveTo>
                    <a:pt x="108851" y="436079"/>
                  </a:moveTo>
                  <a:lnTo>
                    <a:pt x="0" y="436079"/>
                  </a:lnTo>
                  <a:lnTo>
                    <a:pt x="0" y="447776"/>
                  </a:lnTo>
                  <a:lnTo>
                    <a:pt x="108851" y="447776"/>
                  </a:lnTo>
                  <a:lnTo>
                    <a:pt x="108851" y="436079"/>
                  </a:lnTo>
                  <a:close/>
                </a:path>
              </a:pathLst>
            </a:custGeom>
            <a:solidFill>
              <a:srgbClr val="404041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1" name="object 2211" descr=""/>
            <p:cNvSpPr/>
            <p:nvPr/>
          </p:nvSpPr>
          <p:spPr>
            <a:xfrm>
              <a:off x="11654028" y="4074572"/>
              <a:ext cx="128905" cy="469900"/>
            </a:xfrm>
            <a:custGeom>
              <a:avLst/>
              <a:gdLst/>
              <a:ahLst/>
              <a:cxnLst/>
              <a:rect l="l" t="t" r="r" b="b"/>
              <a:pathLst>
                <a:path w="128904" h="469900">
                  <a:moveTo>
                    <a:pt x="128282" y="436092"/>
                  </a:moveTo>
                  <a:lnTo>
                    <a:pt x="0" y="436092"/>
                  </a:lnTo>
                  <a:lnTo>
                    <a:pt x="0" y="469823"/>
                  </a:lnTo>
                  <a:lnTo>
                    <a:pt x="128282" y="469823"/>
                  </a:lnTo>
                  <a:lnTo>
                    <a:pt x="128282" y="436092"/>
                  </a:lnTo>
                  <a:close/>
                </a:path>
                <a:path w="128904" h="469900">
                  <a:moveTo>
                    <a:pt x="128282" y="0"/>
                  </a:moveTo>
                  <a:lnTo>
                    <a:pt x="0" y="0"/>
                  </a:lnTo>
                  <a:lnTo>
                    <a:pt x="0" y="33743"/>
                  </a:lnTo>
                  <a:lnTo>
                    <a:pt x="128282" y="33743"/>
                  </a:lnTo>
                  <a:lnTo>
                    <a:pt x="128282" y="0"/>
                  </a:lnTo>
                  <a:close/>
                </a:path>
              </a:pathLst>
            </a:custGeom>
            <a:solidFill>
              <a:srgbClr val="F89E4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2" name="object 2212" descr=""/>
            <p:cNvSpPr/>
            <p:nvPr/>
          </p:nvSpPr>
          <p:spPr>
            <a:xfrm>
              <a:off x="11663770" y="4544395"/>
              <a:ext cx="109220" cy="127635"/>
            </a:xfrm>
            <a:custGeom>
              <a:avLst/>
              <a:gdLst/>
              <a:ahLst/>
              <a:cxnLst/>
              <a:rect l="l" t="t" r="r" b="b"/>
              <a:pathLst>
                <a:path w="109220" h="127635">
                  <a:moveTo>
                    <a:pt x="108823" y="0"/>
                  </a:moveTo>
                  <a:lnTo>
                    <a:pt x="0" y="0"/>
                  </a:lnTo>
                  <a:lnTo>
                    <a:pt x="0" y="127472"/>
                  </a:lnTo>
                  <a:lnTo>
                    <a:pt x="108823" y="127472"/>
                  </a:lnTo>
                  <a:lnTo>
                    <a:pt x="108823" y="0"/>
                  </a:lnTo>
                  <a:close/>
                </a:path>
              </a:pathLst>
            </a:custGeom>
            <a:solidFill>
              <a:srgbClr val="66C2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3" name="object 2213" descr=""/>
            <p:cNvSpPr/>
            <p:nvPr/>
          </p:nvSpPr>
          <p:spPr>
            <a:xfrm>
              <a:off x="11663731" y="3902373"/>
              <a:ext cx="763270" cy="769620"/>
            </a:xfrm>
            <a:custGeom>
              <a:avLst/>
              <a:gdLst/>
              <a:ahLst/>
              <a:cxnLst/>
              <a:rect l="l" t="t" r="r" b="b"/>
              <a:pathLst>
                <a:path w="763270" h="769620">
                  <a:moveTo>
                    <a:pt x="104279" y="205943"/>
                  </a:moveTo>
                  <a:lnTo>
                    <a:pt x="4572" y="205943"/>
                  </a:lnTo>
                  <a:lnTo>
                    <a:pt x="4572" y="217627"/>
                  </a:lnTo>
                  <a:lnTo>
                    <a:pt x="104279" y="217627"/>
                  </a:lnTo>
                  <a:lnTo>
                    <a:pt x="104279" y="205943"/>
                  </a:lnTo>
                  <a:close/>
                </a:path>
                <a:path w="763270" h="769620">
                  <a:moveTo>
                    <a:pt x="108851" y="642023"/>
                  </a:moveTo>
                  <a:lnTo>
                    <a:pt x="0" y="642023"/>
                  </a:lnTo>
                  <a:lnTo>
                    <a:pt x="0" y="653719"/>
                  </a:lnTo>
                  <a:lnTo>
                    <a:pt x="108851" y="653719"/>
                  </a:lnTo>
                  <a:lnTo>
                    <a:pt x="108851" y="642023"/>
                  </a:lnTo>
                  <a:close/>
                </a:path>
                <a:path w="763270" h="769620">
                  <a:moveTo>
                    <a:pt x="383768" y="165392"/>
                  </a:moveTo>
                  <a:lnTo>
                    <a:pt x="373773" y="128930"/>
                  </a:lnTo>
                  <a:lnTo>
                    <a:pt x="345821" y="95631"/>
                  </a:lnTo>
                  <a:lnTo>
                    <a:pt x="271907" y="32639"/>
                  </a:lnTo>
                  <a:lnTo>
                    <a:pt x="243954" y="0"/>
                  </a:lnTo>
                  <a:lnTo>
                    <a:pt x="231368" y="16916"/>
                  </a:lnTo>
                  <a:lnTo>
                    <a:pt x="215290" y="33324"/>
                  </a:lnTo>
                  <a:lnTo>
                    <a:pt x="196900" y="49415"/>
                  </a:lnTo>
                  <a:lnTo>
                    <a:pt x="177406" y="65379"/>
                  </a:lnTo>
                  <a:lnTo>
                    <a:pt x="215569" y="99822"/>
                  </a:lnTo>
                  <a:lnTo>
                    <a:pt x="256578" y="134061"/>
                  </a:lnTo>
                  <a:lnTo>
                    <a:pt x="288823" y="169989"/>
                  </a:lnTo>
                  <a:lnTo>
                    <a:pt x="300659" y="209524"/>
                  </a:lnTo>
                  <a:lnTo>
                    <a:pt x="300697" y="769493"/>
                  </a:lnTo>
                  <a:lnTo>
                    <a:pt x="383768" y="769493"/>
                  </a:lnTo>
                  <a:lnTo>
                    <a:pt x="383768" y="165392"/>
                  </a:lnTo>
                  <a:close/>
                </a:path>
                <a:path w="763270" h="769620">
                  <a:moveTo>
                    <a:pt x="763193" y="165392"/>
                  </a:moveTo>
                  <a:lnTo>
                    <a:pt x="753186" y="128930"/>
                  </a:lnTo>
                  <a:lnTo>
                    <a:pt x="725233" y="95631"/>
                  </a:lnTo>
                  <a:lnTo>
                    <a:pt x="651319" y="32639"/>
                  </a:lnTo>
                  <a:lnTo>
                    <a:pt x="623379" y="0"/>
                  </a:lnTo>
                  <a:lnTo>
                    <a:pt x="610793" y="16916"/>
                  </a:lnTo>
                  <a:lnTo>
                    <a:pt x="594702" y="33324"/>
                  </a:lnTo>
                  <a:lnTo>
                    <a:pt x="576313" y="49415"/>
                  </a:lnTo>
                  <a:lnTo>
                    <a:pt x="556818" y="65379"/>
                  </a:lnTo>
                  <a:lnTo>
                    <a:pt x="594982" y="99822"/>
                  </a:lnTo>
                  <a:lnTo>
                    <a:pt x="636003" y="134061"/>
                  </a:lnTo>
                  <a:lnTo>
                    <a:pt x="668235" y="169989"/>
                  </a:lnTo>
                  <a:lnTo>
                    <a:pt x="680072" y="209524"/>
                  </a:lnTo>
                  <a:lnTo>
                    <a:pt x="680123" y="769493"/>
                  </a:lnTo>
                  <a:lnTo>
                    <a:pt x="763193" y="769493"/>
                  </a:lnTo>
                  <a:lnTo>
                    <a:pt x="763193" y="165392"/>
                  </a:lnTo>
                  <a:close/>
                </a:path>
              </a:pathLst>
            </a:custGeom>
            <a:solidFill>
              <a:srgbClr val="404041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4" name="object 2214" descr=""/>
            <p:cNvSpPr/>
            <p:nvPr/>
          </p:nvSpPr>
          <p:spPr>
            <a:xfrm>
              <a:off x="12033250" y="4074572"/>
              <a:ext cx="128905" cy="469900"/>
            </a:xfrm>
            <a:custGeom>
              <a:avLst/>
              <a:gdLst/>
              <a:ahLst/>
              <a:cxnLst/>
              <a:rect l="l" t="t" r="r" b="b"/>
              <a:pathLst>
                <a:path w="128904" h="469900">
                  <a:moveTo>
                    <a:pt x="128295" y="436092"/>
                  </a:moveTo>
                  <a:lnTo>
                    <a:pt x="0" y="436092"/>
                  </a:lnTo>
                  <a:lnTo>
                    <a:pt x="0" y="469823"/>
                  </a:lnTo>
                  <a:lnTo>
                    <a:pt x="128295" y="469823"/>
                  </a:lnTo>
                  <a:lnTo>
                    <a:pt x="128295" y="436092"/>
                  </a:lnTo>
                  <a:close/>
                </a:path>
                <a:path w="128904" h="469900">
                  <a:moveTo>
                    <a:pt x="128295" y="0"/>
                  </a:moveTo>
                  <a:lnTo>
                    <a:pt x="0" y="0"/>
                  </a:lnTo>
                  <a:lnTo>
                    <a:pt x="0" y="33743"/>
                  </a:lnTo>
                  <a:lnTo>
                    <a:pt x="128295" y="33743"/>
                  </a:lnTo>
                  <a:lnTo>
                    <a:pt x="128295" y="0"/>
                  </a:lnTo>
                  <a:close/>
                </a:path>
              </a:pathLst>
            </a:custGeom>
            <a:solidFill>
              <a:srgbClr val="F89E4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5" name="object 2215" descr=""/>
            <p:cNvSpPr/>
            <p:nvPr/>
          </p:nvSpPr>
          <p:spPr>
            <a:xfrm>
              <a:off x="12042994" y="4544395"/>
              <a:ext cx="109220" cy="127635"/>
            </a:xfrm>
            <a:custGeom>
              <a:avLst/>
              <a:gdLst/>
              <a:ahLst/>
              <a:cxnLst/>
              <a:rect l="l" t="t" r="r" b="b"/>
              <a:pathLst>
                <a:path w="109220" h="127635">
                  <a:moveTo>
                    <a:pt x="108823" y="0"/>
                  </a:moveTo>
                  <a:lnTo>
                    <a:pt x="0" y="0"/>
                  </a:lnTo>
                  <a:lnTo>
                    <a:pt x="0" y="127472"/>
                  </a:lnTo>
                  <a:lnTo>
                    <a:pt x="108823" y="127472"/>
                  </a:lnTo>
                  <a:lnTo>
                    <a:pt x="108823" y="0"/>
                  </a:lnTo>
                  <a:close/>
                </a:path>
              </a:pathLst>
            </a:custGeom>
            <a:solidFill>
              <a:srgbClr val="66C2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6" name="object 2216" descr=""/>
            <p:cNvSpPr/>
            <p:nvPr/>
          </p:nvSpPr>
          <p:spPr>
            <a:xfrm>
              <a:off x="12042966" y="4108316"/>
              <a:ext cx="109220" cy="448309"/>
            </a:xfrm>
            <a:custGeom>
              <a:avLst/>
              <a:gdLst/>
              <a:ahLst/>
              <a:cxnLst/>
              <a:rect l="l" t="t" r="r" b="b"/>
              <a:pathLst>
                <a:path w="109220" h="448310">
                  <a:moveTo>
                    <a:pt x="104279" y="0"/>
                  </a:moveTo>
                  <a:lnTo>
                    <a:pt x="4572" y="0"/>
                  </a:lnTo>
                  <a:lnTo>
                    <a:pt x="4572" y="11684"/>
                  </a:lnTo>
                  <a:lnTo>
                    <a:pt x="104279" y="11684"/>
                  </a:lnTo>
                  <a:lnTo>
                    <a:pt x="104279" y="0"/>
                  </a:lnTo>
                  <a:close/>
                </a:path>
                <a:path w="109220" h="448310">
                  <a:moveTo>
                    <a:pt x="108851" y="436079"/>
                  </a:moveTo>
                  <a:lnTo>
                    <a:pt x="0" y="436079"/>
                  </a:lnTo>
                  <a:lnTo>
                    <a:pt x="0" y="447776"/>
                  </a:lnTo>
                  <a:lnTo>
                    <a:pt x="108851" y="447776"/>
                  </a:lnTo>
                  <a:lnTo>
                    <a:pt x="108851" y="436079"/>
                  </a:lnTo>
                  <a:close/>
                </a:path>
              </a:pathLst>
            </a:custGeom>
            <a:solidFill>
              <a:srgbClr val="404041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7" name="object 2217" descr=""/>
            <p:cNvSpPr/>
            <p:nvPr/>
          </p:nvSpPr>
          <p:spPr>
            <a:xfrm>
              <a:off x="12412675" y="4074572"/>
              <a:ext cx="114300" cy="469900"/>
            </a:xfrm>
            <a:custGeom>
              <a:avLst/>
              <a:gdLst/>
              <a:ahLst/>
              <a:cxnLst/>
              <a:rect l="l" t="t" r="r" b="b"/>
              <a:pathLst>
                <a:path w="114300" h="469900">
                  <a:moveTo>
                    <a:pt x="113982" y="436092"/>
                  </a:moveTo>
                  <a:lnTo>
                    <a:pt x="0" y="436092"/>
                  </a:lnTo>
                  <a:lnTo>
                    <a:pt x="0" y="469823"/>
                  </a:lnTo>
                  <a:lnTo>
                    <a:pt x="113982" y="469823"/>
                  </a:lnTo>
                  <a:lnTo>
                    <a:pt x="113982" y="436092"/>
                  </a:lnTo>
                  <a:close/>
                </a:path>
                <a:path w="114300" h="469900">
                  <a:moveTo>
                    <a:pt x="113982" y="0"/>
                  </a:moveTo>
                  <a:lnTo>
                    <a:pt x="0" y="0"/>
                  </a:lnTo>
                  <a:lnTo>
                    <a:pt x="0" y="33743"/>
                  </a:lnTo>
                  <a:lnTo>
                    <a:pt x="113982" y="33743"/>
                  </a:lnTo>
                  <a:lnTo>
                    <a:pt x="113982" y="0"/>
                  </a:lnTo>
                  <a:close/>
                </a:path>
              </a:pathLst>
            </a:custGeom>
            <a:solidFill>
              <a:srgbClr val="F89E4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8" name="object 2218" descr=""/>
            <p:cNvSpPr/>
            <p:nvPr/>
          </p:nvSpPr>
          <p:spPr>
            <a:xfrm>
              <a:off x="12422407" y="4544395"/>
              <a:ext cx="104775" cy="127635"/>
            </a:xfrm>
            <a:custGeom>
              <a:avLst/>
              <a:gdLst/>
              <a:ahLst/>
              <a:cxnLst/>
              <a:rect l="l" t="t" r="r" b="b"/>
              <a:pathLst>
                <a:path w="104775" h="127635">
                  <a:moveTo>
                    <a:pt x="0" y="127472"/>
                  </a:moveTo>
                  <a:lnTo>
                    <a:pt x="104258" y="127472"/>
                  </a:lnTo>
                  <a:lnTo>
                    <a:pt x="104258" y="0"/>
                  </a:lnTo>
                  <a:lnTo>
                    <a:pt x="0" y="0"/>
                  </a:lnTo>
                  <a:lnTo>
                    <a:pt x="0" y="127472"/>
                  </a:lnTo>
                  <a:close/>
                </a:path>
              </a:pathLst>
            </a:custGeom>
            <a:solidFill>
              <a:srgbClr val="66C2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9" name="object 2219" descr=""/>
            <p:cNvSpPr/>
            <p:nvPr/>
          </p:nvSpPr>
          <p:spPr>
            <a:xfrm>
              <a:off x="12422378" y="4108316"/>
              <a:ext cx="104775" cy="448309"/>
            </a:xfrm>
            <a:custGeom>
              <a:avLst/>
              <a:gdLst/>
              <a:ahLst/>
              <a:cxnLst/>
              <a:rect l="l" t="t" r="r" b="b"/>
              <a:pathLst>
                <a:path w="104775" h="448310">
                  <a:moveTo>
                    <a:pt x="104279" y="436079"/>
                  </a:moveTo>
                  <a:lnTo>
                    <a:pt x="0" y="436079"/>
                  </a:lnTo>
                  <a:lnTo>
                    <a:pt x="0" y="447776"/>
                  </a:lnTo>
                  <a:lnTo>
                    <a:pt x="104279" y="447776"/>
                  </a:lnTo>
                  <a:lnTo>
                    <a:pt x="104279" y="436079"/>
                  </a:lnTo>
                  <a:close/>
                </a:path>
                <a:path w="104775" h="448310">
                  <a:moveTo>
                    <a:pt x="104279" y="0"/>
                  </a:moveTo>
                  <a:lnTo>
                    <a:pt x="4572" y="0"/>
                  </a:lnTo>
                  <a:lnTo>
                    <a:pt x="4572" y="11684"/>
                  </a:lnTo>
                  <a:lnTo>
                    <a:pt x="104279" y="11684"/>
                  </a:lnTo>
                  <a:lnTo>
                    <a:pt x="104279" y="0"/>
                  </a:lnTo>
                  <a:close/>
                </a:path>
              </a:pathLst>
            </a:custGeom>
            <a:solidFill>
              <a:srgbClr val="404041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0" name="object 2220" descr=""/>
            <p:cNvSpPr/>
            <p:nvPr/>
          </p:nvSpPr>
          <p:spPr>
            <a:xfrm>
              <a:off x="13140258" y="2790030"/>
              <a:ext cx="30480" cy="260350"/>
            </a:xfrm>
            <a:custGeom>
              <a:avLst/>
              <a:gdLst/>
              <a:ahLst/>
              <a:cxnLst/>
              <a:rect l="l" t="t" r="r" b="b"/>
              <a:pathLst>
                <a:path w="30480" h="260350">
                  <a:moveTo>
                    <a:pt x="30124" y="165150"/>
                  </a:moveTo>
                  <a:lnTo>
                    <a:pt x="25019" y="165150"/>
                  </a:lnTo>
                  <a:lnTo>
                    <a:pt x="25019" y="79222"/>
                  </a:lnTo>
                  <a:lnTo>
                    <a:pt x="22199" y="79222"/>
                  </a:lnTo>
                  <a:lnTo>
                    <a:pt x="22199" y="0"/>
                  </a:lnTo>
                  <a:lnTo>
                    <a:pt x="7937" y="0"/>
                  </a:lnTo>
                  <a:lnTo>
                    <a:pt x="7937" y="79222"/>
                  </a:lnTo>
                  <a:lnTo>
                    <a:pt x="5130" y="79222"/>
                  </a:lnTo>
                  <a:lnTo>
                    <a:pt x="5130" y="165150"/>
                  </a:lnTo>
                  <a:lnTo>
                    <a:pt x="0" y="165150"/>
                  </a:lnTo>
                  <a:lnTo>
                    <a:pt x="0" y="259880"/>
                  </a:lnTo>
                  <a:lnTo>
                    <a:pt x="30124" y="259880"/>
                  </a:lnTo>
                  <a:lnTo>
                    <a:pt x="30124" y="165150"/>
                  </a:lnTo>
                  <a:close/>
                </a:path>
              </a:pathLst>
            </a:custGeom>
            <a:solidFill>
              <a:srgbClr val="E4833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1" name="object 2221" descr=""/>
            <p:cNvSpPr/>
            <p:nvPr/>
          </p:nvSpPr>
          <p:spPr>
            <a:xfrm>
              <a:off x="12757283" y="3072164"/>
              <a:ext cx="800735" cy="661035"/>
            </a:xfrm>
            <a:custGeom>
              <a:avLst/>
              <a:gdLst/>
              <a:ahLst/>
              <a:cxnLst/>
              <a:rect l="l" t="t" r="r" b="b"/>
              <a:pathLst>
                <a:path w="800734" h="661035">
                  <a:moveTo>
                    <a:pt x="441076" y="0"/>
                  </a:moveTo>
                  <a:lnTo>
                    <a:pt x="358398" y="0"/>
                  </a:lnTo>
                  <a:lnTo>
                    <a:pt x="358398" y="858"/>
                  </a:lnTo>
                  <a:lnTo>
                    <a:pt x="333077" y="28759"/>
                  </a:lnTo>
                  <a:lnTo>
                    <a:pt x="305377" y="56303"/>
                  </a:lnTo>
                  <a:lnTo>
                    <a:pt x="275895" y="83592"/>
                  </a:lnTo>
                  <a:lnTo>
                    <a:pt x="245226" y="110730"/>
                  </a:lnTo>
                  <a:lnTo>
                    <a:pt x="182713" y="164968"/>
                  </a:lnTo>
                  <a:lnTo>
                    <a:pt x="152060" y="192274"/>
                  </a:lnTo>
                  <a:lnTo>
                    <a:pt x="122604" y="219843"/>
                  </a:lnTo>
                  <a:lnTo>
                    <a:pt x="94942" y="247778"/>
                  </a:lnTo>
                  <a:lnTo>
                    <a:pt x="47381" y="305159"/>
                  </a:lnTo>
                  <a:lnTo>
                    <a:pt x="14144" y="365245"/>
                  </a:lnTo>
                  <a:lnTo>
                    <a:pt x="0" y="428863"/>
                  </a:lnTo>
                  <a:lnTo>
                    <a:pt x="1577" y="462255"/>
                  </a:lnTo>
                  <a:lnTo>
                    <a:pt x="9715" y="496840"/>
                  </a:lnTo>
                  <a:lnTo>
                    <a:pt x="25010" y="532722"/>
                  </a:lnTo>
                  <a:lnTo>
                    <a:pt x="48057" y="570003"/>
                  </a:lnTo>
                  <a:lnTo>
                    <a:pt x="79454" y="608787"/>
                  </a:lnTo>
                  <a:lnTo>
                    <a:pt x="65035" y="608787"/>
                  </a:lnTo>
                  <a:lnTo>
                    <a:pt x="65035" y="660472"/>
                  </a:lnTo>
                  <a:lnTo>
                    <a:pt x="735183" y="660472"/>
                  </a:lnTo>
                  <a:lnTo>
                    <a:pt x="735183" y="608787"/>
                  </a:lnTo>
                  <a:lnTo>
                    <a:pt x="720764" y="608787"/>
                  </a:lnTo>
                  <a:lnTo>
                    <a:pt x="752202" y="569944"/>
                  </a:lnTo>
                  <a:lnTo>
                    <a:pt x="775267" y="532608"/>
                  </a:lnTo>
                  <a:lnTo>
                    <a:pt x="790557" y="496677"/>
                  </a:lnTo>
                  <a:lnTo>
                    <a:pt x="798671" y="462045"/>
                  </a:lnTo>
                  <a:lnTo>
                    <a:pt x="800207" y="428610"/>
                  </a:lnTo>
                  <a:lnTo>
                    <a:pt x="795765" y="396267"/>
                  </a:lnTo>
                  <a:lnTo>
                    <a:pt x="771338" y="334443"/>
                  </a:lnTo>
                  <a:lnTo>
                    <a:pt x="730181" y="275741"/>
                  </a:lnTo>
                  <a:lnTo>
                    <a:pt x="704826" y="247302"/>
                  </a:lnTo>
                  <a:lnTo>
                    <a:pt x="677084" y="219332"/>
                  </a:lnTo>
                  <a:lnTo>
                    <a:pt x="647554" y="191727"/>
                  </a:lnTo>
                  <a:lnTo>
                    <a:pt x="616835" y="164384"/>
                  </a:lnTo>
                  <a:lnTo>
                    <a:pt x="554224" y="110067"/>
                  </a:lnTo>
                  <a:lnTo>
                    <a:pt x="523530" y="82885"/>
                  </a:lnTo>
                  <a:lnTo>
                    <a:pt x="494042" y="55549"/>
                  </a:lnTo>
                  <a:lnTo>
                    <a:pt x="466357" y="27955"/>
                  </a:lnTo>
                  <a:lnTo>
                    <a:pt x="441076" y="0"/>
                  </a:lnTo>
                  <a:close/>
                </a:path>
              </a:pathLst>
            </a:custGeom>
            <a:solidFill>
              <a:srgbClr val="80C34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2" name="object 2222" descr=""/>
            <p:cNvSpPr/>
            <p:nvPr/>
          </p:nvSpPr>
          <p:spPr>
            <a:xfrm>
              <a:off x="12757283" y="3072164"/>
              <a:ext cx="400050" cy="661035"/>
            </a:xfrm>
            <a:custGeom>
              <a:avLst/>
              <a:gdLst/>
              <a:ahLst/>
              <a:cxnLst/>
              <a:rect l="l" t="t" r="r" b="b"/>
              <a:pathLst>
                <a:path w="400050" h="661035">
                  <a:moveTo>
                    <a:pt x="399878" y="0"/>
                  </a:moveTo>
                  <a:lnTo>
                    <a:pt x="358403" y="0"/>
                  </a:lnTo>
                  <a:lnTo>
                    <a:pt x="358403" y="858"/>
                  </a:lnTo>
                  <a:lnTo>
                    <a:pt x="333081" y="28759"/>
                  </a:lnTo>
                  <a:lnTo>
                    <a:pt x="305382" y="56303"/>
                  </a:lnTo>
                  <a:lnTo>
                    <a:pt x="275899" y="83592"/>
                  </a:lnTo>
                  <a:lnTo>
                    <a:pt x="245231" y="110730"/>
                  </a:lnTo>
                  <a:lnTo>
                    <a:pt x="182717" y="164968"/>
                  </a:lnTo>
                  <a:lnTo>
                    <a:pt x="152064" y="192274"/>
                  </a:lnTo>
                  <a:lnTo>
                    <a:pt x="122608" y="219843"/>
                  </a:lnTo>
                  <a:lnTo>
                    <a:pt x="94945" y="247778"/>
                  </a:lnTo>
                  <a:lnTo>
                    <a:pt x="47384" y="305159"/>
                  </a:lnTo>
                  <a:lnTo>
                    <a:pt x="14146" y="365245"/>
                  </a:lnTo>
                  <a:lnTo>
                    <a:pt x="0" y="428863"/>
                  </a:lnTo>
                  <a:lnTo>
                    <a:pt x="1576" y="462255"/>
                  </a:lnTo>
                  <a:lnTo>
                    <a:pt x="9713" y="496840"/>
                  </a:lnTo>
                  <a:lnTo>
                    <a:pt x="25006" y="532722"/>
                  </a:lnTo>
                  <a:lnTo>
                    <a:pt x="48053" y="570003"/>
                  </a:lnTo>
                  <a:lnTo>
                    <a:pt x="79448" y="608787"/>
                  </a:lnTo>
                  <a:lnTo>
                    <a:pt x="65029" y="608787"/>
                  </a:lnTo>
                  <a:lnTo>
                    <a:pt x="65029" y="660472"/>
                  </a:lnTo>
                  <a:lnTo>
                    <a:pt x="399878" y="660472"/>
                  </a:lnTo>
                  <a:lnTo>
                    <a:pt x="399878" y="0"/>
                  </a:lnTo>
                  <a:close/>
                </a:path>
              </a:pathLst>
            </a:custGeom>
            <a:solidFill>
              <a:srgbClr val="404041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3" name="object 2223" descr=""/>
            <p:cNvSpPr/>
            <p:nvPr/>
          </p:nvSpPr>
          <p:spPr>
            <a:xfrm>
              <a:off x="12844289" y="3732629"/>
              <a:ext cx="633095" cy="144780"/>
            </a:xfrm>
            <a:custGeom>
              <a:avLst/>
              <a:gdLst/>
              <a:ahLst/>
              <a:cxnLst/>
              <a:rect l="l" t="t" r="r" b="b"/>
              <a:pathLst>
                <a:path w="633094" h="144779">
                  <a:moveTo>
                    <a:pt x="632713" y="0"/>
                  </a:moveTo>
                  <a:lnTo>
                    <a:pt x="0" y="0"/>
                  </a:lnTo>
                  <a:lnTo>
                    <a:pt x="0" y="144225"/>
                  </a:lnTo>
                  <a:lnTo>
                    <a:pt x="632713" y="144225"/>
                  </a:lnTo>
                  <a:lnTo>
                    <a:pt x="632713" y="0"/>
                  </a:lnTo>
                  <a:close/>
                </a:path>
              </a:pathLst>
            </a:custGeom>
            <a:solidFill>
              <a:srgbClr val="F5E1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4" name="object 2224" descr=""/>
            <p:cNvSpPr/>
            <p:nvPr/>
          </p:nvSpPr>
          <p:spPr>
            <a:xfrm>
              <a:off x="12822311" y="3680945"/>
              <a:ext cx="670560" cy="52069"/>
            </a:xfrm>
            <a:custGeom>
              <a:avLst/>
              <a:gdLst/>
              <a:ahLst/>
              <a:cxnLst/>
              <a:rect l="l" t="t" r="r" b="b"/>
              <a:pathLst>
                <a:path w="670559" h="52070">
                  <a:moveTo>
                    <a:pt x="670147" y="0"/>
                  </a:moveTo>
                  <a:lnTo>
                    <a:pt x="0" y="0"/>
                  </a:lnTo>
                  <a:lnTo>
                    <a:pt x="0" y="51684"/>
                  </a:lnTo>
                  <a:lnTo>
                    <a:pt x="670147" y="51684"/>
                  </a:lnTo>
                  <a:lnTo>
                    <a:pt x="670147" y="0"/>
                  </a:lnTo>
                  <a:close/>
                </a:path>
              </a:pathLst>
            </a:custGeom>
            <a:solidFill>
              <a:srgbClr val="F89E4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5" name="object 2225" descr=""/>
            <p:cNvSpPr/>
            <p:nvPr/>
          </p:nvSpPr>
          <p:spPr>
            <a:xfrm>
              <a:off x="12871729" y="3757225"/>
              <a:ext cx="61594" cy="120014"/>
            </a:xfrm>
            <a:custGeom>
              <a:avLst/>
              <a:gdLst/>
              <a:ahLst/>
              <a:cxnLst/>
              <a:rect l="l" t="t" r="r" b="b"/>
              <a:pathLst>
                <a:path w="61595" h="120014">
                  <a:moveTo>
                    <a:pt x="30574" y="0"/>
                  </a:moveTo>
                  <a:lnTo>
                    <a:pt x="22552" y="10641"/>
                  </a:lnTo>
                  <a:lnTo>
                    <a:pt x="12218" y="20920"/>
                  </a:lnTo>
                  <a:lnTo>
                    <a:pt x="3421" y="31593"/>
                  </a:lnTo>
                  <a:lnTo>
                    <a:pt x="10" y="43412"/>
                  </a:lnTo>
                  <a:lnTo>
                    <a:pt x="0" y="119629"/>
                  </a:lnTo>
                  <a:lnTo>
                    <a:pt x="61170" y="119629"/>
                  </a:lnTo>
                  <a:lnTo>
                    <a:pt x="61149" y="43412"/>
                  </a:lnTo>
                  <a:lnTo>
                    <a:pt x="57739" y="31593"/>
                  </a:lnTo>
                  <a:lnTo>
                    <a:pt x="48940" y="20920"/>
                  </a:lnTo>
                  <a:lnTo>
                    <a:pt x="38603" y="10641"/>
                  </a:lnTo>
                  <a:lnTo>
                    <a:pt x="30574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6" name="object 2226" descr=""/>
            <p:cNvSpPr/>
            <p:nvPr/>
          </p:nvSpPr>
          <p:spPr>
            <a:xfrm>
              <a:off x="12889750" y="3757225"/>
              <a:ext cx="43180" cy="120014"/>
            </a:xfrm>
            <a:custGeom>
              <a:avLst/>
              <a:gdLst/>
              <a:ahLst/>
              <a:cxnLst/>
              <a:rect l="l" t="t" r="r" b="b"/>
              <a:pathLst>
                <a:path w="43179" h="120014">
                  <a:moveTo>
                    <a:pt x="12554" y="0"/>
                  </a:moveTo>
                  <a:lnTo>
                    <a:pt x="9863" y="5329"/>
                  </a:lnTo>
                  <a:lnTo>
                    <a:pt x="0" y="15203"/>
                  </a:lnTo>
                  <a:lnTo>
                    <a:pt x="16095" y="31661"/>
                  </a:lnTo>
                  <a:lnTo>
                    <a:pt x="22159" y="40365"/>
                  </a:lnTo>
                  <a:lnTo>
                    <a:pt x="24313" y="49893"/>
                  </a:lnTo>
                  <a:lnTo>
                    <a:pt x="24323" y="119629"/>
                  </a:lnTo>
                  <a:lnTo>
                    <a:pt x="43150" y="119629"/>
                  </a:lnTo>
                  <a:lnTo>
                    <a:pt x="43129" y="43412"/>
                  </a:lnTo>
                  <a:lnTo>
                    <a:pt x="39718" y="31593"/>
                  </a:lnTo>
                  <a:lnTo>
                    <a:pt x="30920" y="20920"/>
                  </a:lnTo>
                  <a:lnTo>
                    <a:pt x="20583" y="10641"/>
                  </a:lnTo>
                  <a:lnTo>
                    <a:pt x="12554" y="0"/>
                  </a:lnTo>
                  <a:close/>
                </a:path>
              </a:pathLst>
            </a:custGeom>
            <a:solidFill>
              <a:srgbClr val="404041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7" name="object 2227" descr=""/>
            <p:cNvSpPr/>
            <p:nvPr/>
          </p:nvSpPr>
          <p:spPr>
            <a:xfrm>
              <a:off x="12957785" y="3757237"/>
              <a:ext cx="491490" cy="120014"/>
            </a:xfrm>
            <a:custGeom>
              <a:avLst/>
              <a:gdLst/>
              <a:ahLst/>
              <a:cxnLst/>
              <a:rect l="l" t="t" r="r" b="b"/>
              <a:pathLst>
                <a:path w="491490" h="120014">
                  <a:moveTo>
                    <a:pt x="61150" y="43408"/>
                  </a:moveTo>
                  <a:lnTo>
                    <a:pt x="57734" y="31584"/>
                  </a:lnTo>
                  <a:lnTo>
                    <a:pt x="48933" y="20916"/>
                  </a:lnTo>
                  <a:lnTo>
                    <a:pt x="38595" y="10629"/>
                  </a:lnTo>
                  <a:lnTo>
                    <a:pt x="30568" y="0"/>
                  </a:lnTo>
                  <a:lnTo>
                    <a:pt x="22542" y="10629"/>
                  </a:lnTo>
                  <a:lnTo>
                    <a:pt x="12217" y="20916"/>
                  </a:lnTo>
                  <a:lnTo>
                    <a:pt x="3416" y="31584"/>
                  </a:lnTo>
                  <a:lnTo>
                    <a:pt x="0" y="43408"/>
                  </a:lnTo>
                  <a:lnTo>
                    <a:pt x="0" y="119621"/>
                  </a:lnTo>
                  <a:lnTo>
                    <a:pt x="61150" y="119621"/>
                  </a:lnTo>
                  <a:lnTo>
                    <a:pt x="61150" y="43408"/>
                  </a:lnTo>
                  <a:close/>
                </a:path>
                <a:path w="491490" h="120014">
                  <a:moveTo>
                    <a:pt x="147205" y="119621"/>
                  </a:moveTo>
                  <a:lnTo>
                    <a:pt x="147193" y="43408"/>
                  </a:lnTo>
                  <a:lnTo>
                    <a:pt x="143789" y="31584"/>
                  </a:lnTo>
                  <a:lnTo>
                    <a:pt x="134988" y="20916"/>
                  </a:lnTo>
                  <a:lnTo>
                    <a:pt x="124650" y="10629"/>
                  </a:lnTo>
                  <a:lnTo>
                    <a:pt x="116624" y="0"/>
                  </a:lnTo>
                  <a:lnTo>
                    <a:pt x="108597" y="10629"/>
                  </a:lnTo>
                  <a:lnTo>
                    <a:pt x="98259" y="20916"/>
                  </a:lnTo>
                  <a:lnTo>
                    <a:pt x="89471" y="31584"/>
                  </a:lnTo>
                  <a:lnTo>
                    <a:pt x="86055" y="43408"/>
                  </a:lnTo>
                  <a:lnTo>
                    <a:pt x="86042" y="119621"/>
                  </a:lnTo>
                  <a:lnTo>
                    <a:pt x="147205" y="119621"/>
                  </a:lnTo>
                  <a:close/>
                </a:path>
                <a:path w="491490" h="120014">
                  <a:moveTo>
                    <a:pt x="233260" y="119621"/>
                  </a:moveTo>
                  <a:lnTo>
                    <a:pt x="233248" y="43408"/>
                  </a:lnTo>
                  <a:lnTo>
                    <a:pt x="229831" y="31584"/>
                  </a:lnTo>
                  <a:lnTo>
                    <a:pt x="221043" y="20916"/>
                  </a:lnTo>
                  <a:lnTo>
                    <a:pt x="210705" y="10629"/>
                  </a:lnTo>
                  <a:lnTo>
                    <a:pt x="202679" y="0"/>
                  </a:lnTo>
                  <a:lnTo>
                    <a:pt x="194652" y="10629"/>
                  </a:lnTo>
                  <a:lnTo>
                    <a:pt x="184327" y="20916"/>
                  </a:lnTo>
                  <a:lnTo>
                    <a:pt x="175526" y="31584"/>
                  </a:lnTo>
                  <a:lnTo>
                    <a:pt x="172110" y="43408"/>
                  </a:lnTo>
                  <a:lnTo>
                    <a:pt x="172097" y="119621"/>
                  </a:lnTo>
                  <a:lnTo>
                    <a:pt x="233260" y="119621"/>
                  </a:lnTo>
                  <a:close/>
                </a:path>
                <a:path w="491490" h="120014">
                  <a:moveTo>
                    <a:pt x="319328" y="119621"/>
                  </a:moveTo>
                  <a:lnTo>
                    <a:pt x="319303" y="43408"/>
                  </a:lnTo>
                  <a:lnTo>
                    <a:pt x="315899" y="31584"/>
                  </a:lnTo>
                  <a:lnTo>
                    <a:pt x="307098" y="20916"/>
                  </a:lnTo>
                  <a:lnTo>
                    <a:pt x="296760" y="10629"/>
                  </a:lnTo>
                  <a:lnTo>
                    <a:pt x="288734" y="0"/>
                  </a:lnTo>
                  <a:lnTo>
                    <a:pt x="280708" y="10629"/>
                  </a:lnTo>
                  <a:lnTo>
                    <a:pt x="270370" y="20916"/>
                  </a:lnTo>
                  <a:lnTo>
                    <a:pt x="261581" y="31584"/>
                  </a:lnTo>
                  <a:lnTo>
                    <a:pt x="258165" y="43408"/>
                  </a:lnTo>
                  <a:lnTo>
                    <a:pt x="258152" y="119621"/>
                  </a:lnTo>
                  <a:lnTo>
                    <a:pt x="319328" y="119621"/>
                  </a:lnTo>
                  <a:close/>
                </a:path>
                <a:path w="491490" h="120014">
                  <a:moveTo>
                    <a:pt x="405371" y="119621"/>
                  </a:moveTo>
                  <a:lnTo>
                    <a:pt x="405358" y="43408"/>
                  </a:lnTo>
                  <a:lnTo>
                    <a:pt x="401942" y="31584"/>
                  </a:lnTo>
                  <a:lnTo>
                    <a:pt x="393153" y="20916"/>
                  </a:lnTo>
                  <a:lnTo>
                    <a:pt x="382816" y="10629"/>
                  </a:lnTo>
                  <a:lnTo>
                    <a:pt x="374789" y="0"/>
                  </a:lnTo>
                  <a:lnTo>
                    <a:pt x="366763" y="10629"/>
                  </a:lnTo>
                  <a:lnTo>
                    <a:pt x="356425" y="20916"/>
                  </a:lnTo>
                  <a:lnTo>
                    <a:pt x="347637" y="31584"/>
                  </a:lnTo>
                  <a:lnTo>
                    <a:pt x="344220" y="43408"/>
                  </a:lnTo>
                  <a:lnTo>
                    <a:pt x="344208" y="119621"/>
                  </a:lnTo>
                  <a:lnTo>
                    <a:pt x="405371" y="119621"/>
                  </a:lnTo>
                  <a:close/>
                </a:path>
                <a:path w="491490" h="120014">
                  <a:moveTo>
                    <a:pt x="491426" y="119621"/>
                  </a:moveTo>
                  <a:lnTo>
                    <a:pt x="491413" y="43408"/>
                  </a:lnTo>
                  <a:lnTo>
                    <a:pt x="487997" y="31584"/>
                  </a:lnTo>
                  <a:lnTo>
                    <a:pt x="479209" y="20916"/>
                  </a:lnTo>
                  <a:lnTo>
                    <a:pt x="468871" y="10629"/>
                  </a:lnTo>
                  <a:lnTo>
                    <a:pt x="460844" y="0"/>
                  </a:lnTo>
                  <a:lnTo>
                    <a:pt x="452818" y="10629"/>
                  </a:lnTo>
                  <a:lnTo>
                    <a:pt x="442480" y="20916"/>
                  </a:lnTo>
                  <a:lnTo>
                    <a:pt x="433679" y="31584"/>
                  </a:lnTo>
                  <a:lnTo>
                    <a:pt x="430276" y="43408"/>
                  </a:lnTo>
                  <a:lnTo>
                    <a:pt x="430263" y="119621"/>
                  </a:lnTo>
                  <a:lnTo>
                    <a:pt x="491426" y="119621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8" name="object 2228" descr=""/>
            <p:cNvSpPr/>
            <p:nvPr/>
          </p:nvSpPr>
          <p:spPr>
            <a:xfrm>
              <a:off x="13115687" y="3041018"/>
              <a:ext cx="83185" cy="31750"/>
            </a:xfrm>
            <a:custGeom>
              <a:avLst/>
              <a:gdLst/>
              <a:ahLst/>
              <a:cxnLst/>
              <a:rect l="l" t="t" r="r" b="b"/>
              <a:pathLst>
                <a:path w="83184" h="31750">
                  <a:moveTo>
                    <a:pt x="58532" y="0"/>
                  </a:moveTo>
                  <a:lnTo>
                    <a:pt x="24439" y="0"/>
                  </a:lnTo>
                  <a:lnTo>
                    <a:pt x="14926" y="1920"/>
                  </a:lnTo>
                  <a:lnTo>
                    <a:pt x="7158" y="7158"/>
                  </a:lnTo>
                  <a:lnTo>
                    <a:pt x="1920" y="14926"/>
                  </a:lnTo>
                  <a:lnTo>
                    <a:pt x="0" y="24439"/>
                  </a:lnTo>
                  <a:lnTo>
                    <a:pt x="0" y="31140"/>
                  </a:lnTo>
                  <a:lnTo>
                    <a:pt x="82950" y="31140"/>
                  </a:lnTo>
                  <a:lnTo>
                    <a:pt x="82950" y="24418"/>
                  </a:lnTo>
                  <a:lnTo>
                    <a:pt x="81031" y="14913"/>
                  </a:lnTo>
                  <a:lnTo>
                    <a:pt x="75798" y="7151"/>
                  </a:lnTo>
                  <a:lnTo>
                    <a:pt x="68037" y="1918"/>
                  </a:lnTo>
                  <a:lnTo>
                    <a:pt x="58532" y="0"/>
                  </a:lnTo>
                  <a:close/>
                </a:path>
              </a:pathLst>
            </a:custGeom>
            <a:solidFill>
              <a:srgbClr val="F89E4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9" name="object 2229" descr=""/>
            <p:cNvSpPr/>
            <p:nvPr/>
          </p:nvSpPr>
          <p:spPr>
            <a:xfrm>
              <a:off x="13140258" y="2794856"/>
              <a:ext cx="30480" cy="219075"/>
            </a:xfrm>
            <a:custGeom>
              <a:avLst/>
              <a:gdLst/>
              <a:ahLst/>
              <a:cxnLst/>
              <a:rect l="l" t="t" r="r" b="b"/>
              <a:pathLst>
                <a:path w="30480" h="219075">
                  <a:moveTo>
                    <a:pt x="22199" y="0"/>
                  </a:moveTo>
                  <a:lnTo>
                    <a:pt x="7937" y="0"/>
                  </a:lnTo>
                  <a:lnTo>
                    <a:pt x="7937" y="14922"/>
                  </a:lnTo>
                  <a:lnTo>
                    <a:pt x="22199" y="14922"/>
                  </a:lnTo>
                  <a:lnTo>
                    <a:pt x="22199" y="0"/>
                  </a:lnTo>
                  <a:close/>
                </a:path>
                <a:path w="30480" h="219075">
                  <a:moveTo>
                    <a:pt x="25019" y="95199"/>
                  </a:moveTo>
                  <a:lnTo>
                    <a:pt x="5130" y="95199"/>
                  </a:lnTo>
                  <a:lnTo>
                    <a:pt x="5130" y="110134"/>
                  </a:lnTo>
                  <a:lnTo>
                    <a:pt x="25019" y="110134"/>
                  </a:lnTo>
                  <a:lnTo>
                    <a:pt x="25019" y="95199"/>
                  </a:lnTo>
                  <a:close/>
                </a:path>
                <a:path w="30480" h="219075">
                  <a:moveTo>
                    <a:pt x="30124" y="204050"/>
                  </a:moveTo>
                  <a:lnTo>
                    <a:pt x="0" y="204050"/>
                  </a:lnTo>
                  <a:lnTo>
                    <a:pt x="0" y="218973"/>
                  </a:lnTo>
                  <a:lnTo>
                    <a:pt x="30124" y="218973"/>
                  </a:lnTo>
                  <a:lnTo>
                    <a:pt x="30124" y="204050"/>
                  </a:lnTo>
                  <a:close/>
                </a:path>
              </a:pathLst>
            </a:custGeom>
            <a:solidFill>
              <a:srgbClr val="404041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0" name="object 2230" descr=""/>
            <p:cNvSpPr/>
            <p:nvPr/>
          </p:nvSpPr>
          <p:spPr>
            <a:xfrm>
              <a:off x="13094754" y="2663208"/>
              <a:ext cx="151765" cy="342900"/>
            </a:xfrm>
            <a:custGeom>
              <a:avLst/>
              <a:gdLst/>
              <a:ahLst/>
              <a:cxnLst/>
              <a:rect l="l" t="t" r="r" b="b"/>
              <a:pathLst>
                <a:path w="151765" h="342900">
                  <a:moveTo>
                    <a:pt x="94475" y="200418"/>
                  </a:moveTo>
                  <a:lnTo>
                    <a:pt x="91808" y="187223"/>
                  </a:lnTo>
                  <a:lnTo>
                    <a:pt x="84543" y="176441"/>
                  </a:lnTo>
                  <a:lnTo>
                    <a:pt x="73761" y="169176"/>
                  </a:lnTo>
                  <a:lnTo>
                    <a:pt x="60566" y="166522"/>
                  </a:lnTo>
                  <a:lnTo>
                    <a:pt x="47383" y="169176"/>
                  </a:lnTo>
                  <a:lnTo>
                    <a:pt x="36601" y="176441"/>
                  </a:lnTo>
                  <a:lnTo>
                    <a:pt x="29349" y="187223"/>
                  </a:lnTo>
                  <a:lnTo>
                    <a:pt x="26682" y="200418"/>
                  </a:lnTo>
                  <a:lnTo>
                    <a:pt x="29349" y="213601"/>
                  </a:lnTo>
                  <a:lnTo>
                    <a:pt x="36601" y="224383"/>
                  </a:lnTo>
                  <a:lnTo>
                    <a:pt x="47383" y="231648"/>
                  </a:lnTo>
                  <a:lnTo>
                    <a:pt x="60566" y="234302"/>
                  </a:lnTo>
                  <a:lnTo>
                    <a:pt x="73761" y="231648"/>
                  </a:lnTo>
                  <a:lnTo>
                    <a:pt x="84543" y="224383"/>
                  </a:lnTo>
                  <a:lnTo>
                    <a:pt x="91808" y="213601"/>
                  </a:lnTo>
                  <a:lnTo>
                    <a:pt x="94475" y="200418"/>
                  </a:lnTo>
                  <a:close/>
                </a:path>
                <a:path w="151765" h="342900">
                  <a:moveTo>
                    <a:pt x="102133" y="300774"/>
                  </a:moveTo>
                  <a:lnTo>
                    <a:pt x="98856" y="284607"/>
                  </a:lnTo>
                  <a:lnTo>
                    <a:pt x="89954" y="271399"/>
                  </a:lnTo>
                  <a:lnTo>
                    <a:pt x="76746" y="262483"/>
                  </a:lnTo>
                  <a:lnTo>
                    <a:pt x="60566" y="259219"/>
                  </a:lnTo>
                  <a:lnTo>
                    <a:pt x="44399" y="262483"/>
                  </a:lnTo>
                  <a:lnTo>
                    <a:pt x="31191" y="271399"/>
                  </a:lnTo>
                  <a:lnTo>
                    <a:pt x="22288" y="284607"/>
                  </a:lnTo>
                  <a:lnTo>
                    <a:pt x="19024" y="300774"/>
                  </a:lnTo>
                  <a:lnTo>
                    <a:pt x="22288" y="316953"/>
                  </a:lnTo>
                  <a:lnTo>
                    <a:pt x="31191" y="330161"/>
                  </a:lnTo>
                  <a:lnTo>
                    <a:pt x="44399" y="339077"/>
                  </a:lnTo>
                  <a:lnTo>
                    <a:pt x="60566" y="342341"/>
                  </a:lnTo>
                  <a:lnTo>
                    <a:pt x="76746" y="339077"/>
                  </a:lnTo>
                  <a:lnTo>
                    <a:pt x="89954" y="330161"/>
                  </a:lnTo>
                  <a:lnTo>
                    <a:pt x="98856" y="316953"/>
                  </a:lnTo>
                  <a:lnTo>
                    <a:pt x="102133" y="300774"/>
                  </a:lnTo>
                  <a:close/>
                </a:path>
                <a:path w="151765" h="342900">
                  <a:moveTo>
                    <a:pt x="151244" y="95453"/>
                  </a:moveTo>
                  <a:lnTo>
                    <a:pt x="140982" y="101765"/>
                  </a:lnTo>
                  <a:lnTo>
                    <a:pt x="129755" y="106476"/>
                  </a:lnTo>
                  <a:lnTo>
                    <a:pt x="117729" y="109435"/>
                  </a:lnTo>
                  <a:lnTo>
                    <a:pt x="105054" y="110464"/>
                  </a:lnTo>
                  <a:lnTo>
                    <a:pt x="74333" y="104267"/>
                  </a:lnTo>
                  <a:lnTo>
                    <a:pt x="49250" y="87350"/>
                  </a:lnTo>
                  <a:lnTo>
                    <a:pt x="32346" y="62268"/>
                  </a:lnTo>
                  <a:lnTo>
                    <a:pt x="26136" y="31546"/>
                  </a:lnTo>
                  <a:lnTo>
                    <a:pt x="26581" y="23241"/>
                  </a:lnTo>
                  <a:lnTo>
                    <a:pt x="27851" y="15189"/>
                  </a:lnTo>
                  <a:lnTo>
                    <a:pt x="29921" y="7416"/>
                  </a:lnTo>
                  <a:lnTo>
                    <a:pt x="32740" y="0"/>
                  </a:lnTo>
                  <a:lnTo>
                    <a:pt x="19265" y="12331"/>
                  </a:lnTo>
                  <a:lnTo>
                    <a:pt x="8940" y="27457"/>
                  </a:lnTo>
                  <a:lnTo>
                    <a:pt x="2336" y="44831"/>
                  </a:lnTo>
                  <a:lnTo>
                    <a:pt x="0" y="63893"/>
                  </a:lnTo>
                  <a:lnTo>
                    <a:pt x="6210" y="94615"/>
                  </a:lnTo>
                  <a:lnTo>
                    <a:pt x="23126" y="119697"/>
                  </a:lnTo>
                  <a:lnTo>
                    <a:pt x="48209" y="136613"/>
                  </a:lnTo>
                  <a:lnTo>
                    <a:pt x="78917" y="142811"/>
                  </a:lnTo>
                  <a:lnTo>
                    <a:pt x="102171" y="139331"/>
                  </a:lnTo>
                  <a:lnTo>
                    <a:pt x="122656" y="129590"/>
                  </a:lnTo>
                  <a:lnTo>
                    <a:pt x="139357" y="114604"/>
                  </a:lnTo>
                  <a:lnTo>
                    <a:pt x="151244" y="95453"/>
                  </a:lnTo>
                  <a:close/>
                </a:path>
              </a:pathLst>
            </a:custGeom>
            <a:solidFill>
              <a:srgbClr val="F89E4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1" name="object 2231" descr=""/>
            <p:cNvSpPr/>
            <p:nvPr/>
          </p:nvSpPr>
          <p:spPr>
            <a:xfrm>
              <a:off x="12844285" y="3072174"/>
              <a:ext cx="633095" cy="805180"/>
            </a:xfrm>
            <a:custGeom>
              <a:avLst/>
              <a:gdLst/>
              <a:ahLst/>
              <a:cxnLst/>
              <a:rect l="l" t="t" r="r" b="b"/>
              <a:pathLst>
                <a:path w="633094" h="805179">
                  <a:moveTo>
                    <a:pt x="174650" y="728472"/>
                  </a:moveTo>
                  <a:lnTo>
                    <a:pt x="171234" y="716648"/>
                  </a:lnTo>
                  <a:lnTo>
                    <a:pt x="162433" y="705980"/>
                  </a:lnTo>
                  <a:lnTo>
                    <a:pt x="152095" y="695693"/>
                  </a:lnTo>
                  <a:lnTo>
                    <a:pt x="144068" y="685063"/>
                  </a:lnTo>
                  <a:lnTo>
                    <a:pt x="141376" y="690384"/>
                  </a:lnTo>
                  <a:lnTo>
                    <a:pt x="131521" y="700265"/>
                  </a:lnTo>
                  <a:lnTo>
                    <a:pt x="147612" y="716724"/>
                  </a:lnTo>
                  <a:lnTo>
                    <a:pt x="153670" y="725424"/>
                  </a:lnTo>
                  <a:lnTo>
                    <a:pt x="155816" y="734949"/>
                  </a:lnTo>
                  <a:lnTo>
                    <a:pt x="155841" y="804684"/>
                  </a:lnTo>
                  <a:lnTo>
                    <a:pt x="174650" y="804684"/>
                  </a:lnTo>
                  <a:lnTo>
                    <a:pt x="174650" y="728472"/>
                  </a:lnTo>
                  <a:close/>
                </a:path>
                <a:path w="633094" h="805179">
                  <a:moveTo>
                    <a:pt x="260705" y="804684"/>
                  </a:moveTo>
                  <a:lnTo>
                    <a:pt x="260692" y="728472"/>
                  </a:lnTo>
                  <a:lnTo>
                    <a:pt x="257289" y="716648"/>
                  </a:lnTo>
                  <a:lnTo>
                    <a:pt x="248488" y="705980"/>
                  </a:lnTo>
                  <a:lnTo>
                    <a:pt x="238150" y="695693"/>
                  </a:lnTo>
                  <a:lnTo>
                    <a:pt x="230124" y="685063"/>
                  </a:lnTo>
                  <a:lnTo>
                    <a:pt x="227444" y="690384"/>
                  </a:lnTo>
                  <a:lnTo>
                    <a:pt x="217563" y="700265"/>
                  </a:lnTo>
                  <a:lnTo>
                    <a:pt x="233667" y="716724"/>
                  </a:lnTo>
                  <a:lnTo>
                    <a:pt x="239725" y="725424"/>
                  </a:lnTo>
                  <a:lnTo>
                    <a:pt x="241871" y="734949"/>
                  </a:lnTo>
                  <a:lnTo>
                    <a:pt x="241896" y="804684"/>
                  </a:lnTo>
                  <a:lnTo>
                    <a:pt x="260705" y="804684"/>
                  </a:lnTo>
                  <a:close/>
                </a:path>
                <a:path w="633094" h="805179">
                  <a:moveTo>
                    <a:pt x="346760" y="804684"/>
                  </a:moveTo>
                  <a:lnTo>
                    <a:pt x="346748" y="728472"/>
                  </a:lnTo>
                  <a:lnTo>
                    <a:pt x="343331" y="716648"/>
                  </a:lnTo>
                  <a:lnTo>
                    <a:pt x="334543" y="705980"/>
                  </a:lnTo>
                  <a:lnTo>
                    <a:pt x="324205" y="695693"/>
                  </a:lnTo>
                  <a:lnTo>
                    <a:pt x="316179" y="685063"/>
                  </a:lnTo>
                  <a:lnTo>
                    <a:pt x="313486" y="690384"/>
                  </a:lnTo>
                  <a:lnTo>
                    <a:pt x="303618" y="700265"/>
                  </a:lnTo>
                  <a:lnTo>
                    <a:pt x="319709" y="716724"/>
                  </a:lnTo>
                  <a:lnTo>
                    <a:pt x="325780" y="725424"/>
                  </a:lnTo>
                  <a:lnTo>
                    <a:pt x="327926" y="734949"/>
                  </a:lnTo>
                  <a:lnTo>
                    <a:pt x="327939" y="804684"/>
                  </a:lnTo>
                  <a:lnTo>
                    <a:pt x="346760" y="804684"/>
                  </a:lnTo>
                  <a:close/>
                </a:path>
                <a:path w="633094" h="805179">
                  <a:moveTo>
                    <a:pt x="432828" y="804684"/>
                  </a:moveTo>
                  <a:lnTo>
                    <a:pt x="432803" y="728472"/>
                  </a:lnTo>
                  <a:lnTo>
                    <a:pt x="429399" y="716648"/>
                  </a:lnTo>
                  <a:lnTo>
                    <a:pt x="420598" y="705980"/>
                  </a:lnTo>
                  <a:lnTo>
                    <a:pt x="410260" y="695693"/>
                  </a:lnTo>
                  <a:lnTo>
                    <a:pt x="402234" y="685063"/>
                  </a:lnTo>
                  <a:lnTo>
                    <a:pt x="399542" y="690384"/>
                  </a:lnTo>
                  <a:lnTo>
                    <a:pt x="389674" y="700265"/>
                  </a:lnTo>
                  <a:lnTo>
                    <a:pt x="405765" y="716724"/>
                  </a:lnTo>
                  <a:lnTo>
                    <a:pt x="411835" y="725424"/>
                  </a:lnTo>
                  <a:lnTo>
                    <a:pt x="413981" y="734949"/>
                  </a:lnTo>
                  <a:lnTo>
                    <a:pt x="413994" y="804684"/>
                  </a:lnTo>
                  <a:lnTo>
                    <a:pt x="432828" y="804684"/>
                  </a:lnTo>
                  <a:close/>
                </a:path>
                <a:path w="633094" h="805179">
                  <a:moveTo>
                    <a:pt x="518871" y="804684"/>
                  </a:moveTo>
                  <a:lnTo>
                    <a:pt x="518858" y="728472"/>
                  </a:lnTo>
                  <a:lnTo>
                    <a:pt x="515442" y="716648"/>
                  </a:lnTo>
                  <a:lnTo>
                    <a:pt x="506653" y="705980"/>
                  </a:lnTo>
                  <a:lnTo>
                    <a:pt x="496316" y="695693"/>
                  </a:lnTo>
                  <a:lnTo>
                    <a:pt x="488289" y="685063"/>
                  </a:lnTo>
                  <a:lnTo>
                    <a:pt x="485597" y="690384"/>
                  </a:lnTo>
                  <a:lnTo>
                    <a:pt x="475729" y="700265"/>
                  </a:lnTo>
                  <a:lnTo>
                    <a:pt x="491820" y="716724"/>
                  </a:lnTo>
                  <a:lnTo>
                    <a:pt x="497890" y="725424"/>
                  </a:lnTo>
                  <a:lnTo>
                    <a:pt x="500049" y="734949"/>
                  </a:lnTo>
                  <a:lnTo>
                    <a:pt x="500049" y="804684"/>
                  </a:lnTo>
                  <a:lnTo>
                    <a:pt x="518871" y="804684"/>
                  </a:lnTo>
                  <a:close/>
                </a:path>
                <a:path w="633094" h="805179">
                  <a:moveTo>
                    <a:pt x="595185" y="428612"/>
                  </a:moveTo>
                  <a:lnTo>
                    <a:pt x="590664" y="388340"/>
                  </a:lnTo>
                  <a:lnTo>
                    <a:pt x="582345" y="356997"/>
                  </a:lnTo>
                  <a:lnTo>
                    <a:pt x="582345" y="439470"/>
                  </a:lnTo>
                  <a:lnTo>
                    <a:pt x="580339" y="468287"/>
                  </a:lnTo>
                  <a:lnTo>
                    <a:pt x="574332" y="499643"/>
                  </a:lnTo>
                  <a:lnTo>
                    <a:pt x="564324" y="531202"/>
                  </a:lnTo>
                  <a:lnTo>
                    <a:pt x="550240" y="563194"/>
                  </a:lnTo>
                  <a:lnTo>
                    <a:pt x="531990" y="595807"/>
                  </a:lnTo>
                  <a:lnTo>
                    <a:pt x="420141" y="595807"/>
                  </a:lnTo>
                  <a:lnTo>
                    <a:pt x="433628" y="535165"/>
                  </a:lnTo>
                  <a:lnTo>
                    <a:pt x="440664" y="478129"/>
                  </a:lnTo>
                  <a:lnTo>
                    <a:pt x="442023" y="424294"/>
                  </a:lnTo>
                  <a:lnTo>
                    <a:pt x="438518" y="373214"/>
                  </a:lnTo>
                  <a:lnTo>
                    <a:pt x="430923" y="324472"/>
                  </a:lnTo>
                  <a:lnTo>
                    <a:pt x="429006" y="316230"/>
                  </a:lnTo>
                  <a:lnTo>
                    <a:pt x="429006" y="447598"/>
                  </a:lnTo>
                  <a:lnTo>
                    <a:pt x="425881" y="496468"/>
                  </a:lnTo>
                  <a:lnTo>
                    <a:pt x="418452" y="545795"/>
                  </a:lnTo>
                  <a:lnTo>
                    <a:pt x="406692" y="595807"/>
                  </a:lnTo>
                  <a:lnTo>
                    <a:pt x="219519" y="595807"/>
                  </a:lnTo>
                  <a:lnTo>
                    <a:pt x="207746" y="545795"/>
                  </a:lnTo>
                  <a:lnTo>
                    <a:pt x="200317" y="496468"/>
                  </a:lnTo>
                  <a:lnTo>
                    <a:pt x="197205" y="447598"/>
                  </a:lnTo>
                  <a:lnTo>
                    <a:pt x="198386" y="398995"/>
                  </a:lnTo>
                  <a:lnTo>
                    <a:pt x="203860" y="350443"/>
                  </a:lnTo>
                  <a:lnTo>
                    <a:pt x="215087" y="295173"/>
                  </a:lnTo>
                  <a:lnTo>
                    <a:pt x="230136" y="241871"/>
                  </a:lnTo>
                  <a:lnTo>
                    <a:pt x="247650" y="190169"/>
                  </a:lnTo>
                  <a:lnTo>
                    <a:pt x="266230" y="139700"/>
                  </a:lnTo>
                  <a:lnTo>
                    <a:pt x="277736" y="108712"/>
                  </a:lnTo>
                  <a:lnTo>
                    <a:pt x="289064" y="77254"/>
                  </a:lnTo>
                  <a:lnTo>
                    <a:pt x="299847" y="45339"/>
                  </a:lnTo>
                  <a:lnTo>
                    <a:pt x="309740" y="12979"/>
                  </a:lnTo>
                  <a:lnTo>
                    <a:pt x="316471" y="12979"/>
                  </a:lnTo>
                  <a:lnTo>
                    <a:pt x="326364" y="45351"/>
                  </a:lnTo>
                  <a:lnTo>
                    <a:pt x="337146" y="77266"/>
                  </a:lnTo>
                  <a:lnTo>
                    <a:pt x="348462" y="108712"/>
                  </a:lnTo>
                  <a:lnTo>
                    <a:pt x="359968" y="139700"/>
                  </a:lnTo>
                  <a:lnTo>
                    <a:pt x="378548" y="190169"/>
                  </a:lnTo>
                  <a:lnTo>
                    <a:pt x="396062" y="241871"/>
                  </a:lnTo>
                  <a:lnTo>
                    <a:pt x="411111" y="295173"/>
                  </a:lnTo>
                  <a:lnTo>
                    <a:pt x="422325" y="350443"/>
                  </a:lnTo>
                  <a:lnTo>
                    <a:pt x="427812" y="398995"/>
                  </a:lnTo>
                  <a:lnTo>
                    <a:pt x="429006" y="447598"/>
                  </a:lnTo>
                  <a:lnTo>
                    <a:pt x="429006" y="316230"/>
                  </a:lnTo>
                  <a:lnTo>
                    <a:pt x="420039" y="277647"/>
                  </a:lnTo>
                  <a:lnTo>
                    <a:pt x="406666" y="232308"/>
                  </a:lnTo>
                  <a:lnTo>
                    <a:pt x="391579" y="188023"/>
                  </a:lnTo>
                  <a:lnTo>
                    <a:pt x="375577" y="144373"/>
                  </a:lnTo>
                  <a:lnTo>
                    <a:pt x="359448" y="100939"/>
                  </a:lnTo>
                  <a:lnTo>
                    <a:pt x="343992" y="57277"/>
                  </a:lnTo>
                  <a:lnTo>
                    <a:pt x="329984" y="12979"/>
                  </a:lnTo>
                  <a:lnTo>
                    <a:pt x="334683" y="12979"/>
                  </a:lnTo>
                  <a:lnTo>
                    <a:pt x="356730" y="46342"/>
                  </a:lnTo>
                  <a:lnTo>
                    <a:pt x="380873" y="79197"/>
                  </a:lnTo>
                  <a:lnTo>
                    <a:pt x="406285" y="111531"/>
                  </a:lnTo>
                  <a:lnTo>
                    <a:pt x="464566" y="183489"/>
                  </a:lnTo>
                  <a:lnTo>
                    <a:pt x="495896" y="224320"/>
                  </a:lnTo>
                  <a:lnTo>
                    <a:pt x="524573" y="266001"/>
                  </a:lnTo>
                  <a:lnTo>
                    <a:pt x="549021" y="308724"/>
                  </a:lnTo>
                  <a:lnTo>
                    <a:pt x="567702" y="352640"/>
                  </a:lnTo>
                  <a:lnTo>
                    <a:pt x="580923" y="410730"/>
                  </a:lnTo>
                  <a:lnTo>
                    <a:pt x="582345" y="439470"/>
                  </a:lnTo>
                  <a:lnTo>
                    <a:pt x="582345" y="356997"/>
                  </a:lnTo>
                  <a:lnTo>
                    <a:pt x="565150" y="312102"/>
                  </a:lnTo>
                  <a:lnTo>
                    <a:pt x="545820" y="275742"/>
                  </a:lnTo>
                  <a:lnTo>
                    <a:pt x="523189" y="240271"/>
                  </a:lnTo>
                  <a:lnTo>
                    <a:pt x="498094" y="205486"/>
                  </a:lnTo>
                  <a:lnTo>
                    <a:pt x="471373" y="171196"/>
                  </a:lnTo>
                  <a:lnTo>
                    <a:pt x="416293" y="103276"/>
                  </a:lnTo>
                  <a:lnTo>
                    <a:pt x="389597" y="69240"/>
                  </a:lnTo>
                  <a:lnTo>
                    <a:pt x="364553" y="34886"/>
                  </a:lnTo>
                  <a:lnTo>
                    <a:pt x="350380" y="12979"/>
                  </a:lnTo>
                  <a:lnTo>
                    <a:pt x="341985" y="0"/>
                  </a:lnTo>
                  <a:lnTo>
                    <a:pt x="296214" y="0"/>
                  </a:lnTo>
                  <a:lnTo>
                    <a:pt x="296214" y="12979"/>
                  </a:lnTo>
                  <a:lnTo>
                    <a:pt x="282206" y="57277"/>
                  </a:lnTo>
                  <a:lnTo>
                    <a:pt x="266750" y="100939"/>
                  </a:lnTo>
                  <a:lnTo>
                    <a:pt x="250634" y="144373"/>
                  </a:lnTo>
                  <a:lnTo>
                    <a:pt x="234632" y="188023"/>
                  </a:lnTo>
                  <a:lnTo>
                    <a:pt x="219544" y="232308"/>
                  </a:lnTo>
                  <a:lnTo>
                    <a:pt x="206159" y="277647"/>
                  </a:lnTo>
                  <a:lnTo>
                    <a:pt x="195287" y="324472"/>
                  </a:lnTo>
                  <a:lnTo>
                    <a:pt x="187693" y="373214"/>
                  </a:lnTo>
                  <a:lnTo>
                    <a:pt x="184188" y="424294"/>
                  </a:lnTo>
                  <a:lnTo>
                    <a:pt x="185547" y="478129"/>
                  </a:lnTo>
                  <a:lnTo>
                    <a:pt x="192582" y="535165"/>
                  </a:lnTo>
                  <a:lnTo>
                    <a:pt x="206070" y="595807"/>
                  </a:lnTo>
                  <a:lnTo>
                    <a:pt x="94208" y="595807"/>
                  </a:lnTo>
                  <a:lnTo>
                    <a:pt x="61874" y="531202"/>
                  </a:lnTo>
                  <a:lnTo>
                    <a:pt x="45872" y="468287"/>
                  </a:lnTo>
                  <a:lnTo>
                    <a:pt x="43853" y="439470"/>
                  </a:lnTo>
                  <a:lnTo>
                    <a:pt x="45275" y="410730"/>
                  </a:lnTo>
                  <a:lnTo>
                    <a:pt x="58496" y="352640"/>
                  </a:lnTo>
                  <a:lnTo>
                    <a:pt x="77177" y="308724"/>
                  </a:lnTo>
                  <a:lnTo>
                    <a:pt x="101625" y="266001"/>
                  </a:lnTo>
                  <a:lnTo>
                    <a:pt x="130302" y="224320"/>
                  </a:lnTo>
                  <a:lnTo>
                    <a:pt x="161632" y="183489"/>
                  </a:lnTo>
                  <a:lnTo>
                    <a:pt x="219913" y="111531"/>
                  </a:lnTo>
                  <a:lnTo>
                    <a:pt x="245325" y="79184"/>
                  </a:lnTo>
                  <a:lnTo>
                    <a:pt x="269468" y="46342"/>
                  </a:lnTo>
                  <a:lnTo>
                    <a:pt x="291515" y="12979"/>
                  </a:lnTo>
                  <a:lnTo>
                    <a:pt x="296214" y="12979"/>
                  </a:lnTo>
                  <a:lnTo>
                    <a:pt x="296214" y="0"/>
                  </a:lnTo>
                  <a:lnTo>
                    <a:pt x="283692" y="0"/>
                  </a:lnTo>
                  <a:lnTo>
                    <a:pt x="283692" y="863"/>
                  </a:lnTo>
                  <a:lnTo>
                    <a:pt x="261099" y="35674"/>
                  </a:lnTo>
                  <a:lnTo>
                    <a:pt x="236054" y="69964"/>
                  </a:lnTo>
                  <a:lnTo>
                    <a:pt x="209359" y="103949"/>
                  </a:lnTo>
                  <a:lnTo>
                    <a:pt x="154368" y="171767"/>
                  </a:lnTo>
                  <a:lnTo>
                    <a:pt x="127698" y="206019"/>
                  </a:lnTo>
                  <a:lnTo>
                    <a:pt x="102679" y="240753"/>
                  </a:lnTo>
                  <a:lnTo>
                    <a:pt x="80137" y="276174"/>
                  </a:lnTo>
                  <a:lnTo>
                    <a:pt x="60871" y="312496"/>
                  </a:lnTo>
                  <a:lnTo>
                    <a:pt x="45707" y="349923"/>
                  </a:lnTo>
                  <a:lnTo>
                    <a:pt x="35483" y="388645"/>
                  </a:lnTo>
                  <a:lnTo>
                    <a:pt x="31013" y="428866"/>
                  </a:lnTo>
                  <a:lnTo>
                    <a:pt x="33108" y="470789"/>
                  </a:lnTo>
                  <a:lnTo>
                    <a:pt x="42595" y="514616"/>
                  </a:lnTo>
                  <a:lnTo>
                    <a:pt x="60286" y="560539"/>
                  </a:lnTo>
                  <a:lnTo>
                    <a:pt x="87020" y="608787"/>
                  </a:lnTo>
                  <a:lnTo>
                    <a:pt x="539178" y="608787"/>
                  </a:lnTo>
                  <a:lnTo>
                    <a:pt x="546366" y="595807"/>
                  </a:lnTo>
                  <a:lnTo>
                    <a:pt x="565937" y="560476"/>
                  </a:lnTo>
                  <a:lnTo>
                    <a:pt x="583653" y="514477"/>
                  </a:lnTo>
                  <a:lnTo>
                    <a:pt x="593128" y="470585"/>
                  </a:lnTo>
                  <a:lnTo>
                    <a:pt x="595185" y="428612"/>
                  </a:lnTo>
                  <a:close/>
                </a:path>
                <a:path w="633094" h="805179">
                  <a:moveTo>
                    <a:pt x="604926" y="804684"/>
                  </a:moveTo>
                  <a:lnTo>
                    <a:pt x="604913" y="728472"/>
                  </a:lnTo>
                  <a:lnTo>
                    <a:pt x="601497" y="716648"/>
                  </a:lnTo>
                  <a:lnTo>
                    <a:pt x="592709" y="705980"/>
                  </a:lnTo>
                  <a:lnTo>
                    <a:pt x="582371" y="695693"/>
                  </a:lnTo>
                  <a:lnTo>
                    <a:pt x="574344" y="685063"/>
                  </a:lnTo>
                  <a:lnTo>
                    <a:pt x="571652" y="690384"/>
                  </a:lnTo>
                  <a:lnTo>
                    <a:pt x="561784" y="700265"/>
                  </a:lnTo>
                  <a:lnTo>
                    <a:pt x="577875" y="716724"/>
                  </a:lnTo>
                  <a:lnTo>
                    <a:pt x="583946" y="725424"/>
                  </a:lnTo>
                  <a:lnTo>
                    <a:pt x="586092" y="734949"/>
                  </a:lnTo>
                  <a:lnTo>
                    <a:pt x="586105" y="804684"/>
                  </a:lnTo>
                  <a:lnTo>
                    <a:pt x="604926" y="804684"/>
                  </a:lnTo>
                  <a:close/>
                </a:path>
                <a:path w="633094" h="805179">
                  <a:moveTo>
                    <a:pt x="632714" y="660476"/>
                  </a:moveTo>
                  <a:lnTo>
                    <a:pt x="0" y="660476"/>
                  </a:lnTo>
                  <a:lnTo>
                    <a:pt x="0" y="669925"/>
                  </a:lnTo>
                  <a:lnTo>
                    <a:pt x="632714" y="669925"/>
                  </a:lnTo>
                  <a:lnTo>
                    <a:pt x="632714" y="660476"/>
                  </a:lnTo>
                  <a:close/>
                </a:path>
              </a:pathLst>
            </a:custGeom>
            <a:solidFill>
              <a:srgbClr val="404041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2" name="object 2232" descr=""/>
            <p:cNvSpPr/>
            <p:nvPr/>
          </p:nvSpPr>
          <p:spPr>
            <a:xfrm>
              <a:off x="12526665" y="3920121"/>
              <a:ext cx="1270000" cy="665480"/>
            </a:xfrm>
            <a:custGeom>
              <a:avLst/>
              <a:gdLst/>
              <a:ahLst/>
              <a:cxnLst/>
              <a:rect l="l" t="t" r="r" b="b"/>
              <a:pathLst>
                <a:path w="1270000" h="665479">
                  <a:moveTo>
                    <a:pt x="0" y="665382"/>
                  </a:moveTo>
                  <a:lnTo>
                    <a:pt x="1269867" y="665382"/>
                  </a:lnTo>
                  <a:lnTo>
                    <a:pt x="1269867" y="0"/>
                  </a:lnTo>
                  <a:lnTo>
                    <a:pt x="0" y="0"/>
                  </a:lnTo>
                  <a:lnTo>
                    <a:pt x="0" y="665382"/>
                  </a:lnTo>
                  <a:close/>
                </a:path>
              </a:pathLst>
            </a:custGeom>
            <a:solidFill>
              <a:srgbClr val="F5E1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3" name="object 2233" descr=""/>
            <p:cNvSpPr/>
            <p:nvPr/>
          </p:nvSpPr>
          <p:spPr>
            <a:xfrm>
              <a:off x="12526676" y="3956026"/>
              <a:ext cx="1290955" cy="36830"/>
            </a:xfrm>
            <a:custGeom>
              <a:avLst/>
              <a:gdLst/>
              <a:ahLst/>
              <a:cxnLst/>
              <a:rect l="l" t="t" r="r" b="b"/>
              <a:pathLst>
                <a:path w="1290955" h="36829">
                  <a:moveTo>
                    <a:pt x="1290630" y="0"/>
                  </a:moveTo>
                  <a:lnTo>
                    <a:pt x="0" y="0"/>
                  </a:lnTo>
                  <a:lnTo>
                    <a:pt x="0" y="36344"/>
                  </a:lnTo>
                  <a:lnTo>
                    <a:pt x="1290630" y="36344"/>
                  </a:lnTo>
                  <a:lnTo>
                    <a:pt x="1290630" y="0"/>
                  </a:lnTo>
                  <a:close/>
                </a:path>
              </a:pathLst>
            </a:custGeom>
            <a:solidFill>
              <a:srgbClr val="F89E4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4" name="object 2234" descr=""/>
            <p:cNvSpPr/>
            <p:nvPr/>
          </p:nvSpPr>
          <p:spPr>
            <a:xfrm>
              <a:off x="12526665" y="3992370"/>
              <a:ext cx="1270000" cy="12700"/>
            </a:xfrm>
            <a:custGeom>
              <a:avLst/>
              <a:gdLst/>
              <a:ahLst/>
              <a:cxnLst/>
              <a:rect l="l" t="t" r="r" b="b"/>
              <a:pathLst>
                <a:path w="1270000" h="12700">
                  <a:moveTo>
                    <a:pt x="1269867" y="0"/>
                  </a:moveTo>
                  <a:lnTo>
                    <a:pt x="0" y="0"/>
                  </a:lnTo>
                  <a:lnTo>
                    <a:pt x="0" y="12544"/>
                  </a:lnTo>
                  <a:lnTo>
                    <a:pt x="1269867" y="12544"/>
                  </a:lnTo>
                  <a:lnTo>
                    <a:pt x="1269867" y="0"/>
                  </a:lnTo>
                  <a:close/>
                </a:path>
              </a:pathLst>
            </a:custGeom>
            <a:solidFill>
              <a:srgbClr val="404041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5" name="object 2235" descr=""/>
            <p:cNvSpPr/>
            <p:nvPr/>
          </p:nvSpPr>
          <p:spPr>
            <a:xfrm>
              <a:off x="12531231" y="4585504"/>
              <a:ext cx="1265555" cy="86360"/>
            </a:xfrm>
            <a:custGeom>
              <a:avLst/>
              <a:gdLst/>
              <a:ahLst/>
              <a:cxnLst/>
              <a:rect l="l" t="t" r="r" b="b"/>
              <a:pathLst>
                <a:path w="1265555" h="86360">
                  <a:moveTo>
                    <a:pt x="1265301" y="0"/>
                  </a:moveTo>
                  <a:lnTo>
                    <a:pt x="0" y="0"/>
                  </a:lnTo>
                  <a:lnTo>
                    <a:pt x="0" y="86363"/>
                  </a:lnTo>
                  <a:lnTo>
                    <a:pt x="1265301" y="86363"/>
                  </a:lnTo>
                  <a:lnTo>
                    <a:pt x="1265301" y="0"/>
                  </a:lnTo>
                  <a:close/>
                </a:path>
              </a:pathLst>
            </a:custGeom>
            <a:solidFill>
              <a:srgbClr val="3FB3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6" name="object 2236" descr=""/>
            <p:cNvSpPr/>
            <p:nvPr/>
          </p:nvSpPr>
          <p:spPr>
            <a:xfrm>
              <a:off x="12612652" y="4099380"/>
              <a:ext cx="165100" cy="572770"/>
            </a:xfrm>
            <a:custGeom>
              <a:avLst/>
              <a:gdLst/>
              <a:ahLst/>
              <a:cxnLst/>
              <a:rect l="l" t="t" r="r" b="b"/>
              <a:pathLst>
                <a:path w="165100" h="572770">
                  <a:moveTo>
                    <a:pt x="82405" y="0"/>
                  </a:moveTo>
                  <a:lnTo>
                    <a:pt x="50327" y="6475"/>
                  </a:lnTo>
                  <a:lnTo>
                    <a:pt x="24134" y="24134"/>
                  </a:lnTo>
                  <a:lnTo>
                    <a:pt x="6475" y="50327"/>
                  </a:lnTo>
                  <a:lnTo>
                    <a:pt x="0" y="82405"/>
                  </a:lnTo>
                  <a:lnTo>
                    <a:pt x="0" y="572485"/>
                  </a:lnTo>
                  <a:lnTo>
                    <a:pt x="164811" y="572485"/>
                  </a:lnTo>
                  <a:lnTo>
                    <a:pt x="164811" y="82405"/>
                  </a:lnTo>
                  <a:lnTo>
                    <a:pt x="158335" y="50327"/>
                  </a:lnTo>
                  <a:lnTo>
                    <a:pt x="140673" y="24134"/>
                  </a:lnTo>
                  <a:lnTo>
                    <a:pt x="114479" y="6475"/>
                  </a:lnTo>
                  <a:lnTo>
                    <a:pt x="82405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7" name="object 2237" descr=""/>
            <p:cNvSpPr/>
            <p:nvPr/>
          </p:nvSpPr>
          <p:spPr>
            <a:xfrm>
              <a:off x="12587840" y="4074568"/>
              <a:ext cx="214629" cy="597535"/>
            </a:xfrm>
            <a:custGeom>
              <a:avLst/>
              <a:gdLst/>
              <a:ahLst/>
              <a:cxnLst/>
              <a:rect l="l" t="t" r="r" b="b"/>
              <a:pathLst>
                <a:path w="214629" h="597535">
                  <a:moveTo>
                    <a:pt x="107211" y="0"/>
                  </a:moveTo>
                  <a:lnTo>
                    <a:pt x="65518" y="8439"/>
                  </a:lnTo>
                  <a:lnTo>
                    <a:pt x="31436" y="31440"/>
                  </a:lnTo>
                  <a:lnTo>
                    <a:pt x="8438" y="65523"/>
                  </a:lnTo>
                  <a:lnTo>
                    <a:pt x="0" y="107211"/>
                  </a:lnTo>
                  <a:lnTo>
                    <a:pt x="0" y="597301"/>
                  </a:lnTo>
                  <a:lnTo>
                    <a:pt x="24805" y="597301"/>
                  </a:lnTo>
                  <a:lnTo>
                    <a:pt x="24805" y="107211"/>
                  </a:lnTo>
                  <a:lnTo>
                    <a:pt x="31282" y="75137"/>
                  </a:lnTo>
                  <a:lnTo>
                    <a:pt x="48943" y="48943"/>
                  </a:lnTo>
                  <a:lnTo>
                    <a:pt x="75137" y="31282"/>
                  </a:lnTo>
                  <a:lnTo>
                    <a:pt x="107211" y="24805"/>
                  </a:lnTo>
                  <a:lnTo>
                    <a:pt x="139291" y="31282"/>
                  </a:lnTo>
                  <a:lnTo>
                    <a:pt x="165488" y="48943"/>
                  </a:lnTo>
                  <a:lnTo>
                    <a:pt x="183151" y="75137"/>
                  </a:lnTo>
                  <a:lnTo>
                    <a:pt x="189627" y="107211"/>
                  </a:lnTo>
                  <a:lnTo>
                    <a:pt x="189627" y="597301"/>
                  </a:lnTo>
                  <a:lnTo>
                    <a:pt x="214433" y="597301"/>
                  </a:lnTo>
                  <a:lnTo>
                    <a:pt x="214433" y="107211"/>
                  </a:lnTo>
                  <a:lnTo>
                    <a:pt x="205993" y="65523"/>
                  </a:lnTo>
                  <a:lnTo>
                    <a:pt x="182991" y="31440"/>
                  </a:lnTo>
                  <a:lnTo>
                    <a:pt x="148905" y="8439"/>
                  </a:lnTo>
                  <a:lnTo>
                    <a:pt x="107211" y="0"/>
                  </a:lnTo>
                  <a:close/>
                </a:path>
              </a:pathLst>
            </a:custGeom>
            <a:solidFill>
              <a:srgbClr val="F89E4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8" name="object 2238" descr=""/>
            <p:cNvSpPr/>
            <p:nvPr/>
          </p:nvSpPr>
          <p:spPr>
            <a:xfrm>
              <a:off x="12633686" y="4099377"/>
              <a:ext cx="144145" cy="572770"/>
            </a:xfrm>
            <a:custGeom>
              <a:avLst/>
              <a:gdLst/>
              <a:ahLst/>
              <a:cxnLst/>
              <a:rect l="l" t="t" r="r" b="b"/>
              <a:pathLst>
                <a:path w="144145" h="572770">
                  <a:moveTo>
                    <a:pt x="61369" y="0"/>
                  </a:moveTo>
                  <a:lnTo>
                    <a:pt x="43614" y="1918"/>
                  </a:lnTo>
                  <a:lnTo>
                    <a:pt x="27198" y="7402"/>
                  </a:lnTo>
                  <a:lnTo>
                    <a:pt x="12525" y="16044"/>
                  </a:lnTo>
                  <a:lnTo>
                    <a:pt x="0" y="27433"/>
                  </a:lnTo>
                  <a:lnTo>
                    <a:pt x="3392" y="27339"/>
                  </a:lnTo>
                  <a:lnTo>
                    <a:pt x="35472" y="33817"/>
                  </a:lnTo>
                  <a:lnTo>
                    <a:pt x="61669" y="51482"/>
                  </a:lnTo>
                  <a:lnTo>
                    <a:pt x="79332" y="77680"/>
                  </a:lnTo>
                  <a:lnTo>
                    <a:pt x="85808" y="109755"/>
                  </a:lnTo>
                  <a:lnTo>
                    <a:pt x="85808" y="572485"/>
                  </a:lnTo>
                  <a:lnTo>
                    <a:pt x="143775" y="572485"/>
                  </a:lnTo>
                  <a:lnTo>
                    <a:pt x="143775" y="82405"/>
                  </a:lnTo>
                  <a:lnTo>
                    <a:pt x="137299" y="50331"/>
                  </a:lnTo>
                  <a:lnTo>
                    <a:pt x="119637" y="24138"/>
                  </a:lnTo>
                  <a:lnTo>
                    <a:pt x="93443" y="6476"/>
                  </a:lnTo>
                  <a:lnTo>
                    <a:pt x="61369" y="0"/>
                  </a:lnTo>
                  <a:close/>
                </a:path>
              </a:pathLst>
            </a:custGeom>
            <a:solidFill>
              <a:srgbClr val="404041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9" name="object 2239" descr=""/>
            <p:cNvSpPr/>
            <p:nvPr/>
          </p:nvSpPr>
          <p:spPr>
            <a:xfrm>
              <a:off x="12912099" y="4099380"/>
              <a:ext cx="165100" cy="572770"/>
            </a:xfrm>
            <a:custGeom>
              <a:avLst/>
              <a:gdLst/>
              <a:ahLst/>
              <a:cxnLst/>
              <a:rect l="l" t="t" r="r" b="b"/>
              <a:pathLst>
                <a:path w="165100" h="572770">
                  <a:moveTo>
                    <a:pt x="82416" y="0"/>
                  </a:moveTo>
                  <a:lnTo>
                    <a:pt x="50336" y="6475"/>
                  </a:lnTo>
                  <a:lnTo>
                    <a:pt x="24139" y="24134"/>
                  </a:lnTo>
                  <a:lnTo>
                    <a:pt x="6476" y="50327"/>
                  </a:lnTo>
                  <a:lnTo>
                    <a:pt x="0" y="82405"/>
                  </a:lnTo>
                  <a:lnTo>
                    <a:pt x="0" y="572485"/>
                  </a:lnTo>
                  <a:lnTo>
                    <a:pt x="164822" y="572485"/>
                  </a:lnTo>
                  <a:lnTo>
                    <a:pt x="164822" y="82405"/>
                  </a:lnTo>
                  <a:lnTo>
                    <a:pt x="158345" y="50327"/>
                  </a:lnTo>
                  <a:lnTo>
                    <a:pt x="140684" y="24134"/>
                  </a:lnTo>
                  <a:lnTo>
                    <a:pt x="114490" y="6475"/>
                  </a:lnTo>
                  <a:lnTo>
                    <a:pt x="82416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0" name="object 2240" descr=""/>
            <p:cNvSpPr/>
            <p:nvPr/>
          </p:nvSpPr>
          <p:spPr>
            <a:xfrm>
              <a:off x="12887293" y="4074568"/>
              <a:ext cx="214629" cy="597535"/>
            </a:xfrm>
            <a:custGeom>
              <a:avLst/>
              <a:gdLst/>
              <a:ahLst/>
              <a:cxnLst/>
              <a:rect l="l" t="t" r="r" b="b"/>
              <a:pathLst>
                <a:path w="214630" h="597535">
                  <a:moveTo>
                    <a:pt x="107221" y="0"/>
                  </a:moveTo>
                  <a:lnTo>
                    <a:pt x="65527" y="8439"/>
                  </a:lnTo>
                  <a:lnTo>
                    <a:pt x="31441" y="31440"/>
                  </a:lnTo>
                  <a:lnTo>
                    <a:pt x="8439" y="65523"/>
                  </a:lnTo>
                  <a:lnTo>
                    <a:pt x="0" y="107211"/>
                  </a:lnTo>
                  <a:lnTo>
                    <a:pt x="0" y="597301"/>
                  </a:lnTo>
                  <a:lnTo>
                    <a:pt x="24805" y="597301"/>
                  </a:lnTo>
                  <a:lnTo>
                    <a:pt x="24805" y="107211"/>
                  </a:lnTo>
                  <a:lnTo>
                    <a:pt x="31282" y="75137"/>
                  </a:lnTo>
                  <a:lnTo>
                    <a:pt x="48944" y="48943"/>
                  </a:lnTo>
                  <a:lnTo>
                    <a:pt x="75141" y="31282"/>
                  </a:lnTo>
                  <a:lnTo>
                    <a:pt x="107221" y="24805"/>
                  </a:lnTo>
                  <a:lnTo>
                    <a:pt x="139295" y="31282"/>
                  </a:lnTo>
                  <a:lnTo>
                    <a:pt x="165489" y="48943"/>
                  </a:lnTo>
                  <a:lnTo>
                    <a:pt x="183151" y="75137"/>
                  </a:lnTo>
                  <a:lnTo>
                    <a:pt x="189627" y="107211"/>
                  </a:lnTo>
                  <a:lnTo>
                    <a:pt x="189627" y="597301"/>
                  </a:lnTo>
                  <a:lnTo>
                    <a:pt x="214433" y="597301"/>
                  </a:lnTo>
                  <a:lnTo>
                    <a:pt x="214433" y="107211"/>
                  </a:lnTo>
                  <a:lnTo>
                    <a:pt x="205995" y="65523"/>
                  </a:lnTo>
                  <a:lnTo>
                    <a:pt x="182997" y="31440"/>
                  </a:lnTo>
                  <a:lnTo>
                    <a:pt x="148914" y="8439"/>
                  </a:lnTo>
                  <a:lnTo>
                    <a:pt x="107221" y="0"/>
                  </a:lnTo>
                  <a:close/>
                </a:path>
              </a:pathLst>
            </a:custGeom>
            <a:solidFill>
              <a:srgbClr val="F89E4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1" name="object 2241" descr=""/>
            <p:cNvSpPr/>
            <p:nvPr/>
          </p:nvSpPr>
          <p:spPr>
            <a:xfrm>
              <a:off x="12933145" y="4099377"/>
              <a:ext cx="144145" cy="572770"/>
            </a:xfrm>
            <a:custGeom>
              <a:avLst/>
              <a:gdLst/>
              <a:ahLst/>
              <a:cxnLst/>
              <a:rect l="l" t="t" r="r" b="b"/>
              <a:pathLst>
                <a:path w="144144" h="572770">
                  <a:moveTo>
                    <a:pt x="121796" y="27339"/>
                  </a:moveTo>
                  <a:lnTo>
                    <a:pt x="3392" y="27339"/>
                  </a:lnTo>
                  <a:lnTo>
                    <a:pt x="35470" y="33817"/>
                  </a:lnTo>
                  <a:lnTo>
                    <a:pt x="61664" y="51482"/>
                  </a:lnTo>
                  <a:lnTo>
                    <a:pt x="79323" y="77680"/>
                  </a:lnTo>
                  <a:lnTo>
                    <a:pt x="85798" y="109755"/>
                  </a:lnTo>
                  <a:lnTo>
                    <a:pt x="85798" y="572485"/>
                  </a:lnTo>
                  <a:lnTo>
                    <a:pt x="143775" y="572485"/>
                  </a:lnTo>
                  <a:lnTo>
                    <a:pt x="143775" y="82405"/>
                  </a:lnTo>
                  <a:lnTo>
                    <a:pt x="137299" y="50331"/>
                  </a:lnTo>
                  <a:lnTo>
                    <a:pt x="121796" y="27339"/>
                  </a:lnTo>
                  <a:close/>
                </a:path>
                <a:path w="144144" h="572770">
                  <a:moveTo>
                    <a:pt x="61369" y="0"/>
                  </a:moveTo>
                  <a:lnTo>
                    <a:pt x="43613" y="1918"/>
                  </a:lnTo>
                  <a:lnTo>
                    <a:pt x="27194" y="7402"/>
                  </a:lnTo>
                  <a:lnTo>
                    <a:pt x="12520" y="16044"/>
                  </a:lnTo>
                  <a:lnTo>
                    <a:pt x="0" y="27433"/>
                  </a:lnTo>
                  <a:lnTo>
                    <a:pt x="2251" y="27339"/>
                  </a:lnTo>
                  <a:lnTo>
                    <a:pt x="121796" y="27339"/>
                  </a:lnTo>
                  <a:lnTo>
                    <a:pt x="119637" y="24138"/>
                  </a:lnTo>
                  <a:lnTo>
                    <a:pt x="93443" y="6476"/>
                  </a:lnTo>
                  <a:lnTo>
                    <a:pt x="61369" y="0"/>
                  </a:lnTo>
                  <a:close/>
                </a:path>
              </a:pathLst>
            </a:custGeom>
            <a:solidFill>
              <a:srgbClr val="404041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2" name="object 2242" descr=""/>
            <p:cNvSpPr/>
            <p:nvPr/>
          </p:nvSpPr>
          <p:spPr>
            <a:xfrm>
              <a:off x="13211557" y="4099380"/>
              <a:ext cx="165100" cy="572770"/>
            </a:xfrm>
            <a:custGeom>
              <a:avLst/>
              <a:gdLst/>
              <a:ahLst/>
              <a:cxnLst/>
              <a:rect l="l" t="t" r="r" b="b"/>
              <a:pathLst>
                <a:path w="165100" h="572770">
                  <a:moveTo>
                    <a:pt x="82416" y="0"/>
                  </a:moveTo>
                  <a:lnTo>
                    <a:pt x="50336" y="6475"/>
                  </a:lnTo>
                  <a:lnTo>
                    <a:pt x="24139" y="24134"/>
                  </a:lnTo>
                  <a:lnTo>
                    <a:pt x="6476" y="50327"/>
                  </a:lnTo>
                  <a:lnTo>
                    <a:pt x="0" y="82405"/>
                  </a:lnTo>
                  <a:lnTo>
                    <a:pt x="0" y="572485"/>
                  </a:lnTo>
                  <a:lnTo>
                    <a:pt x="164822" y="572485"/>
                  </a:lnTo>
                  <a:lnTo>
                    <a:pt x="164822" y="82405"/>
                  </a:lnTo>
                  <a:lnTo>
                    <a:pt x="158345" y="50327"/>
                  </a:lnTo>
                  <a:lnTo>
                    <a:pt x="140684" y="24134"/>
                  </a:lnTo>
                  <a:lnTo>
                    <a:pt x="114490" y="6475"/>
                  </a:lnTo>
                  <a:lnTo>
                    <a:pt x="82416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3" name="object 2243" descr=""/>
            <p:cNvSpPr/>
            <p:nvPr/>
          </p:nvSpPr>
          <p:spPr>
            <a:xfrm>
              <a:off x="13186750" y="4074568"/>
              <a:ext cx="214629" cy="597535"/>
            </a:xfrm>
            <a:custGeom>
              <a:avLst/>
              <a:gdLst/>
              <a:ahLst/>
              <a:cxnLst/>
              <a:rect l="l" t="t" r="r" b="b"/>
              <a:pathLst>
                <a:path w="214630" h="597535">
                  <a:moveTo>
                    <a:pt x="107221" y="0"/>
                  </a:moveTo>
                  <a:lnTo>
                    <a:pt x="65527" y="8439"/>
                  </a:lnTo>
                  <a:lnTo>
                    <a:pt x="31441" y="31440"/>
                  </a:lnTo>
                  <a:lnTo>
                    <a:pt x="8439" y="65523"/>
                  </a:lnTo>
                  <a:lnTo>
                    <a:pt x="0" y="107211"/>
                  </a:lnTo>
                  <a:lnTo>
                    <a:pt x="0" y="597301"/>
                  </a:lnTo>
                  <a:lnTo>
                    <a:pt x="24805" y="597301"/>
                  </a:lnTo>
                  <a:lnTo>
                    <a:pt x="24805" y="107211"/>
                  </a:lnTo>
                  <a:lnTo>
                    <a:pt x="31282" y="75137"/>
                  </a:lnTo>
                  <a:lnTo>
                    <a:pt x="48944" y="48943"/>
                  </a:lnTo>
                  <a:lnTo>
                    <a:pt x="75141" y="31282"/>
                  </a:lnTo>
                  <a:lnTo>
                    <a:pt x="107221" y="24805"/>
                  </a:lnTo>
                  <a:lnTo>
                    <a:pt x="139300" y="31282"/>
                  </a:lnTo>
                  <a:lnTo>
                    <a:pt x="165493" y="48943"/>
                  </a:lnTo>
                  <a:lnTo>
                    <a:pt x="183152" y="75137"/>
                  </a:lnTo>
                  <a:lnTo>
                    <a:pt x="189627" y="107211"/>
                  </a:lnTo>
                  <a:lnTo>
                    <a:pt x="189627" y="597301"/>
                  </a:lnTo>
                  <a:lnTo>
                    <a:pt x="214433" y="597301"/>
                  </a:lnTo>
                  <a:lnTo>
                    <a:pt x="214433" y="107211"/>
                  </a:lnTo>
                  <a:lnTo>
                    <a:pt x="205995" y="65523"/>
                  </a:lnTo>
                  <a:lnTo>
                    <a:pt x="182997" y="31440"/>
                  </a:lnTo>
                  <a:lnTo>
                    <a:pt x="148914" y="8439"/>
                  </a:lnTo>
                  <a:lnTo>
                    <a:pt x="107221" y="0"/>
                  </a:lnTo>
                  <a:close/>
                </a:path>
              </a:pathLst>
            </a:custGeom>
            <a:solidFill>
              <a:srgbClr val="F89E4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4" name="object 2244" descr=""/>
            <p:cNvSpPr/>
            <p:nvPr/>
          </p:nvSpPr>
          <p:spPr>
            <a:xfrm>
              <a:off x="13232591" y="4099377"/>
              <a:ext cx="144145" cy="572770"/>
            </a:xfrm>
            <a:custGeom>
              <a:avLst/>
              <a:gdLst/>
              <a:ahLst/>
              <a:cxnLst/>
              <a:rect l="l" t="t" r="r" b="b"/>
              <a:pathLst>
                <a:path w="144144" h="572770">
                  <a:moveTo>
                    <a:pt x="61380" y="0"/>
                  </a:moveTo>
                  <a:lnTo>
                    <a:pt x="43623" y="1918"/>
                  </a:lnTo>
                  <a:lnTo>
                    <a:pt x="27203" y="7402"/>
                  </a:lnTo>
                  <a:lnTo>
                    <a:pt x="12526" y="16044"/>
                  </a:lnTo>
                  <a:lnTo>
                    <a:pt x="0" y="27433"/>
                  </a:lnTo>
                  <a:lnTo>
                    <a:pt x="3413" y="27339"/>
                  </a:lnTo>
                  <a:lnTo>
                    <a:pt x="35485" y="33817"/>
                  </a:lnTo>
                  <a:lnTo>
                    <a:pt x="61676" y="51482"/>
                  </a:lnTo>
                  <a:lnTo>
                    <a:pt x="79333" y="77680"/>
                  </a:lnTo>
                  <a:lnTo>
                    <a:pt x="85808" y="109755"/>
                  </a:lnTo>
                  <a:lnTo>
                    <a:pt x="85808" y="572485"/>
                  </a:lnTo>
                  <a:lnTo>
                    <a:pt x="143786" y="572485"/>
                  </a:lnTo>
                  <a:lnTo>
                    <a:pt x="143786" y="82405"/>
                  </a:lnTo>
                  <a:lnTo>
                    <a:pt x="137311" y="50331"/>
                  </a:lnTo>
                  <a:lnTo>
                    <a:pt x="119652" y="24138"/>
                  </a:lnTo>
                  <a:lnTo>
                    <a:pt x="93458" y="6476"/>
                  </a:lnTo>
                  <a:lnTo>
                    <a:pt x="61380" y="0"/>
                  </a:lnTo>
                  <a:close/>
                </a:path>
              </a:pathLst>
            </a:custGeom>
            <a:solidFill>
              <a:srgbClr val="404041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5" name="object 2245" descr=""/>
            <p:cNvSpPr/>
            <p:nvPr/>
          </p:nvSpPr>
          <p:spPr>
            <a:xfrm>
              <a:off x="13511017" y="4099380"/>
              <a:ext cx="165100" cy="572770"/>
            </a:xfrm>
            <a:custGeom>
              <a:avLst/>
              <a:gdLst/>
              <a:ahLst/>
              <a:cxnLst/>
              <a:rect l="l" t="t" r="r" b="b"/>
              <a:pathLst>
                <a:path w="165100" h="572770">
                  <a:moveTo>
                    <a:pt x="82416" y="0"/>
                  </a:moveTo>
                  <a:lnTo>
                    <a:pt x="50336" y="6475"/>
                  </a:lnTo>
                  <a:lnTo>
                    <a:pt x="24139" y="24134"/>
                  </a:lnTo>
                  <a:lnTo>
                    <a:pt x="6476" y="50327"/>
                  </a:lnTo>
                  <a:lnTo>
                    <a:pt x="0" y="82405"/>
                  </a:lnTo>
                  <a:lnTo>
                    <a:pt x="0" y="572485"/>
                  </a:lnTo>
                  <a:lnTo>
                    <a:pt x="164822" y="572485"/>
                  </a:lnTo>
                  <a:lnTo>
                    <a:pt x="164822" y="82405"/>
                  </a:lnTo>
                  <a:lnTo>
                    <a:pt x="158345" y="50327"/>
                  </a:lnTo>
                  <a:lnTo>
                    <a:pt x="140684" y="24134"/>
                  </a:lnTo>
                  <a:lnTo>
                    <a:pt x="114490" y="6475"/>
                  </a:lnTo>
                  <a:lnTo>
                    <a:pt x="82416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6" name="object 2246" descr=""/>
            <p:cNvSpPr/>
            <p:nvPr/>
          </p:nvSpPr>
          <p:spPr>
            <a:xfrm>
              <a:off x="13486216" y="4074568"/>
              <a:ext cx="214629" cy="597535"/>
            </a:xfrm>
            <a:custGeom>
              <a:avLst/>
              <a:gdLst/>
              <a:ahLst/>
              <a:cxnLst/>
              <a:rect l="l" t="t" r="r" b="b"/>
              <a:pathLst>
                <a:path w="214630" h="597535">
                  <a:moveTo>
                    <a:pt x="107211" y="0"/>
                  </a:moveTo>
                  <a:lnTo>
                    <a:pt x="65518" y="8439"/>
                  </a:lnTo>
                  <a:lnTo>
                    <a:pt x="31436" y="31440"/>
                  </a:lnTo>
                  <a:lnTo>
                    <a:pt x="8438" y="65523"/>
                  </a:lnTo>
                  <a:lnTo>
                    <a:pt x="0" y="107211"/>
                  </a:lnTo>
                  <a:lnTo>
                    <a:pt x="0" y="597301"/>
                  </a:lnTo>
                  <a:lnTo>
                    <a:pt x="24805" y="597301"/>
                  </a:lnTo>
                  <a:lnTo>
                    <a:pt x="24805" y="107211"/>
                  </a:lnTo>
                  <a:lnTo>
                    <a:pt x="31282" y="75137"/>
                  </a:lnTo>
                  <a:lnTo>
                    <a:pt x="48943" y="48943"/>
                  </a:lnTo>
                  <a:lnTo>
                    <a:pt x="75137" y="31282"/>
                  </a:lnTo>
                  <a:lnTo>
                    <a:pt x="107211" y="24805"/>
                  </a:lnTo>
                  <a:lnTo>
                    <a:pt x="139291" y="31282"/>
                  </a:lnTo>
                  <a:lnTo>
                    <a:pt x="165488" y="48943"/>
                  </a:lnTo>
                  <a:lnTo>
                    <a:pt x="183151" y="75137"/>
                  </a:lnTo>
                  <a:lnTo>
                    <a:pt x="189627" y="107211"/>
                  </a:lnTo>
                  <a:lnTo>
                    <a:pt x="189627" y="597301"/>
                  </a:lnTo>
                  <a:lnTo>
                    <a:pt x="214433" y="597301"/>
                  </a:lnTo>
                  <a:lnTo>
                    <a:pt x="214433" y="107211"/>
                  </a:lnTo>
                  <a:lnTo>
                    <a:pt x="205993" y="65523"/>
                  </a:lnTo>
                  <a:lnTo>
                    <a:pt x="182991" y="31440"/>
                  </a:lnTo>
                  <a:lnTo>
                    <a:pt x="148905" y="8439"/>
                  </a:lnTo>
                  <a:lnTo>
                    <a:pt x="107211" y="0"/>
                  </a:lnTo>
                  <a:close/>
                </a:path>
              </a:pathLst>
            </a:custGeom>
            <a:solidFill>
              <a:srgbClr val="F89E4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7" name="object 2247" descr=""/>
            <p:cNvSpPr/>
            <p:nvPr/>
          </p:nvSpPr>
          <p:spPr>
            <a:xfrm>
              <a:off x="13532050" y="4099377"/>
              <a:ext cx="144145" cy="572770"/>
            </a:xfrm>
            <a:custGeom>
              <a:avLst/>
              <a:gdLst/>
              <a:ahLst/>
              <a:cxnLst/>
              <a:rect l="l" t="t" r="r" b="b"/>
              <a:pathLst>
                <a:path w="144144" h="572770">
                  <a:moveTo>
                    <a:pt x="61380" y="0"/>
                  </a:moveTo>
                  <a:lnTo>
                    <a:pt x="43624" y="1918"/>
                  </a:lnTo>
                  <a:lnTo>
                    <a:pt x="27207" y="7402"/>
                  </a:lnTo>
                  <a:lnTo>
                    <a:pt x="12531" y="16044"/>
                  </a:lnTo>
                  <a:lnTo>
                    <a:pt x="0" y="27433"/>
                  </a:lnTo>
                  <a:lnTo>
                    <a:pt x="3403" y="27339"/>
                  </a:lnTo>
                  <a:lnTo>
                    <a:pt x="35483" y="33817"/>
                  </a:lnTo>
                  <a:lnTo>
                    <a:pt x="61680" y="51482"/>
                  </a:lnTo>
                  <a:lnTo>
                    <a:pt x="79342" y="77680"/>
                  </a:lnTo>
                  <a:lnTo>
                    <a:pt x="85819" y="109755"/>
                  </a:lnTo>
                  <a:lnTo>
                    <a:pt x="85819" y="572485"/>
                  </a:lnTo>
                  <a:lnTo>
                    <a:pt x="143786" y="572485"/>
                  </a:lnTo>
                  <a:lnTo>
                    <a:pt x="143786" y="82405"/>
                  </a:lnTo>
                  <a:lnTo>
                    <a:pt x="137309" y="50331"/>
                  </a:lnTo>
                  <a:lnTo>
                    <a:pt x="119648" y="24138"/>
                  </a:lnTo>
                  <a:lnTo>
                    <a:pt x="93454" y="6476"/>
                  </a:lnTo>
                  <a:lnTo>
                    <a:pt x="61380" y="0"/>
                  </a:lnTo>
                  <a:close/>
                </a:path>
              </a:pathLst>
            </a:custGeom>
            <a:solidFill>
              <a:srgbClr val="404041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8" name="object 2248" descr=""/>
            <p:cNvSpPr/>
            <p:nvPr/>
          </p:nvSpPr>
          <p:spPr>
            <a:xfrm>
              <a:off x="12526658" y="3874267"/>
              <a:ext cx="1286510" cy="46355"/>
            </a:xfrm>
            <a:custGeom>
              <a:avLst/>
              <a:gdLst/>
              <a:ahLst/>
              <a:cxnLst/>
              <a:rect l="l" t="t" r="r" b="b"/>
              <a:pathLst>
                <a:path w="1286509" h="46354">
                  <a:moveTo>
                    <a:pt x="1286090" y="0"/>
                  </a:moveTo>
                  <a:lnTo>
                    <a:pt x="0" y="0"/>
                  </a:lnTo>
                  <a:lnTo>
                    <a:pt x="0" y="22923"/>
                  </a:lnTo>
                  <a:lnTo>
                    <a:pt x="0" y="45859"/>
                  </a:lnTo>
                  <a:lnTo>
                    <a:pt x="1278293" y="45859"/>
                  </a:lnTo>
                  <a:lnTo>
                    <a:pt x="1278293" y="22923"/>
                  </a:lnTo>
                  <a:lnTo>
                    <a:pt x="1286090" y="22923"/>
                  </a:lnTo>
                  <a:lnTo>
                    <a:pt x="1286090" y="0"/>
                  </a:lnTo>
                  <a:close/>
                </a:path>
              </a:pathLst>
            </a:custGeom>
            <a:solidFill>
              <a:srgbClr val="3FB3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9" name="object 2249" descr=""/>
            <p:cNvSpPr/>
            <p:nvPr/>
          </p:nvSpPr>
          <p:spPr>
            <a:xfrm>
              <a:off x="12526658" y="3897191"/>
              <a:ext cx="1278890" cy="31750"/>
            </a:xfrm>
            <a:custGeom>
              <a:avLst/>
              <a:gdLst/>
              <a:ahLst/>
              <a:cxnLst/>
              <a:rect l="l" t="t" r="r" b="b"/>
              <a:pathLst>
                <a:path w="1278890" h="31750">
                  <a:moveTo>
                    <a:pt x="1269873" y="22936"/>
                  </a:moveTo>
                  <a:lnTo>
                    <a:pt x="0" y="22936"/>
                  </a:lnTo>
                  <a:lnTo>
                    <a:pt x="0" y="31369"/>
                  </a:lnTo>
                  <a:lnTo>
                    <a:pt x="1269873" y="31369"/>
                  </a:lnTo>
                  <a:lnTo>
                    <a:pt x="1269873" y="22936"/>
                  </a:lnTo>
                  <a:close/>
                </a:path>
                <a:path w="1278890" h="31750">
                  <a:moveTo>
                    <a:pt x="1278305" y="0"/>
                  </a:moveTo>
                  <a:lnTo>
                    <a:pt x="12" y="0"/>
                  </a:lnTo>
                  <a:lnTo>
                    <a:pt x="12" y="8432"/>
                  </a:lnTo>
                  <a:lnTo>
                    <a:pt x="1278305" y="8432"/>
                  </a:lnTo>
                  <a:lnTo>
                    <a:pt x="1278305" y="0"/>
                  </a:lnTo>
                  <a:close/>
                </a:path>
              </a:pathLst>
            </a:custGeom>
            <a:solidFill>
              <a:srgbClr val="404041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0" name="object 2250" descr=""/>
            <p:cNvSpPr/>
            <p:nvPr/>
          </p:nvSpPr>
          <p:spPr>
            <a:xfrm>
              <a:off x="11274735" y="3742305"/>
              <a:ext cx="1266825" cy="36830"/>
            </a:xfrm>
            <a:custGeom>
              <a:avLst/>
              <a:gdLst/>
              <a:ahLst/>
              <a:cxnLst/>
              <a:rect l="l" t="t" r="r" b="b"/>
              <a:pathLst>
                <a:path w="1266825" h="36829">
                  <a:moveTo>
                    <a:pt x="1266212" y="0"/>
                  </a:moveTo>
                  <a:lnTo>
                    <a:pt x="0" y="0"/>
                  </a:lnTo>
                  <a:lnTo>
                    <a:pt x="0" y="36784"/>
                  </a:lnTo>
                  <a:lnTo>
                    <a:pt x="1266212" y="36784"/>
                  </a:lnTo>
                  <a:lnTo>
                    <a:pt x="1266212" y="0"/>
                  </a:lnTo>
                  <a:close/>
                </a:path>
              </a:pathLst>
            </a:custGeom>
            <a:solidFill>
              <a:srgbClr val="F89E4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1" name="object 2251" descr=""/>
            <p:cNvSpPr/>
            <p:nvPr/>
          </p:nvSpPr>
          <p:spPr>
            <a:xfrm>
              <a:off x="11289007" y="3779089"/>
              <a:ext cx="1238250" cy="12700"/>
            </a:xfrm>
            <a:custGeom>
              <a:avLst/>
              <a:gdLst/>
              <a:ahLst/>
              <a:cxnLst/>
              <a:rect l="l" t="t" r="r" b="b"/>
              <a:pathLst>
                <a:path w="1238250" h="12700">
                  <a:moveTo>
                    <a:pt x="1237658" y="0"/>
                  </a:moveTo>
                  <a:lnTo>
                    <a:pt x="0" y="0"/>
                  </a:lnTo>
                  <a:lnTo>
                    <a:pt x="0" y="12104"/>
                  </a:lnTo>
                  <a:lnTo>
                    <a:pt x="1237658" y="12104"/>
                  </a:lnTo>
                  <a:lnTo>
                    <a:pt x="1237658" y="0"/>
                  </a:lnTo>
                  <a:close/>
                </a:path>
              </a:pathLst>
            </a:custGeom>
            <a:solidFill>
              <a:srgbClr val="404041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2" name="object 2252" descr=""/>
            <p:cNvSpPr/>
            <p:nvPr/>
          </p:nvSpPr>
          <p:spPr>
            <a:xfrm>
              <a:off x="11274730" y="3664311"/>
              <a:ext cx="1266825" cy="46355"/>
            </a:xfrm>
            <a:custGeom>
              <a:avLst/>
              <a:gdLst/>
              <a:ahLst/>
              <a:cxnLst/>
              <a:rect l="l" t="t" r="r" b="b"/>
              <a:pathLst>
                <a:path w="1266825" h="46354">
                  <a:moveTo>
                    <a:pt x="1266215" y="0"/>
                  </a:moveTo>
                  <a:lnTo>
                    <a:pt x="0" y="0"/>
                  </a:lnTo>
                  <a:lnTo>
                    <a:pt x="0" y="22936"/>
                  </a:lnTo>
                  <a:lnTo>
                    <a:pt x="7467" y="22936"/>
                  </a:lnTo>
                  <a:lnTo>
                    <a:pt x="7467" y="45859"/>
                  </a:lnTo>
                  <a:lnTo>
                    <a:pt x="1258735" y="45859"/>
                  </a:lnTo>
                  <a:lnTo>
                    <a:pt x="1258735" y="22936"/>
                  </a:lnTo>
                  <a:lnTo>
                    <a:pt x="1266215" y="22936"/>
                  </a:lnTo>
                  <a:lnTo>
                    <a:pt x="1266215" y="0"/>
                  </a:lnTo>
                  <a:close/>
                </a:path>
              </a:pathLst>
            </a:custGeom>
            <a:solidFill>
              <a:srgbClr val="66C2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3" name="object 2253" descr=""/>
            <p:cNvSpPr/>
            <p:nvPr/>
          </p:nvSpPr>
          <p:spPr>
            <a:xfrm>
              <a:off x="11282197" y="3436600"/>
              <a:ext cx="1251585" cy="282575"/>
            </a:xfrm>
            <a:custGeom>
              <a:avLst/>
              <a:gdLst/>
              <a:ahLst/>
              <a:cxnLst/>
              <a:rect l="l" t="t" r="r" b="b"/>
              <a:pathLst>
                <a:path w="1251584" h="282575">
                  <a:moveTo>
                    <a:pt x="1123950" y="0"/>
                  </a:moveTo>
                  <a:lnTo>
                    <a:pt x="122834" y="0"/>
                  </a:lnTo>
                  <a:lnTo>
                    <a:pt x="122834" y="19748"/>
                  </a:lnTo>
                  <a:lnTo>
                    <a:pt x="1123950" y="19748"/>
                  </a:lnTo>
                  <a:lnTo>
                    <a:pt x="1123950" y="0"/>
                  </a:lnTo>
                  <a:close/>
                </a:path>
                <a:path w="1251584" h="282575">
                  <a:moveTo>
                    <a:pt x="1244460" y="273570"/>
                  </a:moveTo>
                  <a:lnTo>
                    <a:pt x="6807" y="273570"/>
                  </a:lnTo>
                  <a:lnTo>
                    <a:pt x="6807" y="282003"/>
                  </a:lnTo>
                  <a:lnTo>
                    <a:pt x="1244460" y="282003"/>
                  </a:lnTo>
                  <a:lnTo>
                    <a:pt x="1244460" y="273570"/>
                  </a:lnTo>
                  <a:close/>
                </a:path>
                <a:path w="1251584" h="282575">
                  <a:moveTo>
                    <a:pt x="1251267" y="250647"/>
                  </a:moveTo>
                  <a:lnTo>
                    <a:pt x="0" y="250647"/>
                  </a:lnTo>
                  <a:lnTo>
                    <a:pt x="0" y="259080"/>
                  </a:lnTo>
                  <a:lnTo>
                    <a:pt x="1251267" y="259080"/>
                  </a:lnTo>
                  <a:lnTo>
                    <a:pt x="1251267" y="250647"/>
                  </a:lnTo>
                  <a:close/>
                </a:path>
              </a:pathLst>
            </a:custGeom>
            <a:solidFill>
              <a:srgbClr val="404041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54" name="object 2254" descr=""/>
          <p:cNvSpPr txBox="1"/>
          <p:nvPr/>
        </p:nvSpPr>
        <p:spPr>
          <a:xfrm>
            <a:off x="624158" y="728636"/>
            <a:ext cx="1785620" cy="2895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700">
                <a:latin typeface="Open Sans"/>
                <a:cs typeface="Open Sans"/>
              </a:rPr>
              <a:t>Various</a:t>
            </a:r>
            <a:r>
              <a:rPr dirty="0" sz="1700" spc="30">
                <a:latin typeface="Open Sans"/>
                <a:cs typeface="Open Sans"/>
              </a:rPr>
              <a:t> </a:t>
            </a:r>
            <a:r>
              <a:rPr dirty="0" sz="1700" spc="-10">
                <a:latin typeface="Open Sans"/>
                <a:cs typeface="Open Sans"/>
              </a:rPr>
              <a:t>buildings</a:t>
            </a:r>
            <a:endParaRPr sz="1700">
              <a:latin typeface="Open Sans"/>
              <a:cs typeface="Open Sans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343345" y="2029944"/>
            <a:ext cx="967248" cy="1666347"/>
          </a:xfrm>
          <a:prstGeom prst="rect">
            <a:avLst/>
          </a:prstGeom>
        </p:spPr>
      </p:pic>
      <p:pic>
        <p:nvPicPr>
          <p:cNvPr id="3" name="object 3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0508332" y="1957318"/>
            <a:ext cx="967279" cy="1739214"/>
          </a:xfrm>
          <a:prstGeom prst="rect">
            <a:avLst/>
          </a:prstGeom>
        </p:spPr>
      </p:pic>
      <p:pic>
        <p:nvPicPr>
          <p:cNvPr id="4" name="object 4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1673361" y="1961936"/>
            <a:ext cx="967258" cy="1734355"/>
          </a:xfrm>
          <a:prstGeom prst="rect">
            <a:avLst/>
          </a:prstGeom>
        </p:spPr>
      </p:pic>
      <p:grpSp>
        <p:nvGrpSpPr>
          <p:cNvPr id="5" name="object 5" descr=""/>
          <p:cNvGrpSpPr/>
          <p:nvPr/>
        </p:nvGrpSpPr>
        <p:grpSpPr>
          <a:xfrm>
            <a:off x="12838362" y="2016573"/>
            <a:ext cx="967740" cy="1680210"/>
            <a:chOff x="12838362" y="2016573"/>
            <a:chExt cx="967740" cy="1680210"/>
          </a:xfrm>
        </p:grpSpPr>
        <p:pic>
          <p:nvPicPr>
            <p:cNvPr id="6" name="object 6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2860226" y="2023498"/>
              <a:ext cx="923500" cy="1650923"/>
            </a:xfrm>
            <a:prstGeom prst="rect">
              <a:avLst/>
            </a:prstGeom>
          </p:spPr>
        </p:pic>
        <p:sp>
          <p:nvSpPr>
            <p:cNvPr id="7" name="object 7" descr=""/>
            <p:cNvSpPr/>
            <p:nvPr/>
          </p:nvSpPr>
          <p:spPr>
            <a:xfrm>
              <a:off x="12838354" y="2016575"/>
              <a:ext cx="967740" cy="1680210"/>
            </a:xfrm>
            <a:custGeom>
              <a:avLst/>
              <a:gdLst/>
              <a:ahLst/>
              <a:cxnLst/>
              <a:rect l="l" t="t" r="r" b="b"/>
              <a:pathLst>
                <a:path w="967740" h="1680210">
                  <a:moveTo>
                    <a:pt x="669798" y="1346606"/>
                  </a:moveTo>
                  <a:lnTo>
                    <a:pt x="669747" y="1346327"/>
                  </a:lnTo>
                  <a:lnTo>
                    <a:pt x="669036" y="1346327"/>
                  </a:lnTo>
                  <a:lnTo>
                    <a:pt x="669798" y="1346606"/>
                  </a:lnTo>
                  <a:close/>
                </a:path>
                <a:path w="967740" h="1680210">
                  <a:moveTo>
                    <a:pt x="967244" y="755472"/>
                  </a:moveTo>
                  <a:lnTo>
                    <a:pt x="964958" y="708520"/>
                  </a:lnTo>
                  <a:lnTo>
                    <a:pt x="958253" y="662800"/>
                  </a:lnTo>
                  <a:lnTo>
                    <a:pt x="947343" y="618528"/>
                  </a:lnTo>
                  <a:lnTo>
                    <a:pt x="932434" y="575906"/>
                  </a:lnTo>
                  <a:lnTo>
                    <a:pt x="923505" y="556450"/>
                  </a:lnTo>
                  <a:lnTo>
                    <a:pt x="923505" y="755472"/>
                  </a:lnTo>
                  <a:lnTo>
                    <a:pt x="923505" y="789012"/>
                  </a:lnTo>
                  <a:lnTo>
                    <a:pt x="923505" y="1634299"/>
                  </a:lnTo>
                  <a:lnTo>
                    <a:pt x="903770" y="1625727"/>
                  </a:lnTo>
                  <a:lnTo>
                    <a:pt x="904963" y="1625727"/>
                  </a:lnTo>
                  <a:lnTo>
                    <a:pt x="905916" y="1613027"/>
                  </a:lnTo>
                  <a:lnTo>
                    <a:pt x="923505" y="1613027"/>
                  </a:lnTo>
                  <a:lnTo>
                    <a:pt x="923505" y="1568805"/>
                  </a:lnTo>
                  <a:lnTo>
                    <a:pt x="921219" y="1565706"/>
                  </a:lnTo>
                  <a:lnTo>
                    <a:pt x="921219" y="1600327"/>
                  </a:lnTo>
                  <a:lnTo>
                    <a:pt x="908278" y="1600327"/>
                  </a:lnTo>
                  <a:lnTo>
                    <a:pt x="892644" y="1584693"/>
                  </a:lnTo>
                  <a:lnTo>
                    <a:pt x="892644" y="1600327"/>
                  </a:lnTo>
                  <a:lnTo>
                    <a:pt x="886828" y="1625727"/>
                  </a:lnTo>
                  <a:lnTo>
                    <a:pt x="847115" y="1625727"/>
                  </a:lnTo>
                  <a:lnTo>
                    <a:pt x="854989" y="1600327"/>
                  </a:lnTo>
                  <a:lnTo>
                    <a:pt x="855865" y="1600327"/>
                  </a:lnTo>
                  <a:lnTo>
                    <a:pt x="864628" y="1574927"/>
                  </a:lnTo>
                  <a:lnTo>
                    <a:pt x="892644" y="1600327"/>
                  </a:lnTo>
                  <a:lnTo>
                    <a:pt x="892644" y="1584693"/>
                  </a:lnTo>
                  <a:lnTo>
                    <a:pt x="882891" y="1574927"/>
                  </a:lnTo>
                  <a:lnTo>
                    <a:pt x="870191" y="1562227"/>
                  </a:lnTo>
                  <a:lnTo>
                    <a:pt x="869886" y="1562227"/>
                  </a:lnTo>
                  <a:lnTo>
                    <a:pt x="867803" y="1549527"/>
                  </a:lnTo>
                  <a:lnTo>
                    <a:pt x="880757" y="1549527"/>
                  </a:lnTo>
                  <a:lnTo>
                    <a:pt x="918845" y="1587627"/>
                  </a:lnTo>
                  <a:lnTo>
                    <a:pt x="921219" y="1600327"/>
                  </a:lnTo>
                  <a:lnTo>
                    <a:pt x="921219" y="1565706"/>
                  </a:lnTo>
                  <a:lnTo>
                    <a:pt x="909320" y="1549527"/>
                  </a:lnTo>
                  <a:lnTo>
                    <a:pt x="899972" y="1536827"/>
                  </a:lnTo>
                  <a:lnTo>
                    <a:pt x="921029" y="1536827"/>
                  </a:lnTo>
                  <a:lnTo>
                    <a:pt x="923505" y="1535341"/>
                  </a:lnTo>
                  <a:lnTo>
                    <a:pt x="923505" y="1507832"/>
                  </a:lnTo>
                  <a:lnTo>
                    <a:pt x="914869" y="1511427"/>
                  </a:lnTo>
                  <a:lnTo>
                    <a:pt x="914349" y="1511427"/>
                  </a:lnTo>
                  <a:lnTo>
                    <a:pt x="882764" y="1524127"/>
                  </a:lnTo>
                  <a:lnTo>
                    <a:pt x="861212" y="1524127"/>
                  </a:lnTo>
                  <a:lnTo>
                    <a:pt x="852766" y="1514665"/>
                  </a:lnTo>
                  <a:lnTo>
                    <a:pt x="852766" y="1562227"/>
                  </a:lnTo>
                  <a:lnTo>
                    <a:pt x="839495" y="1587627"/>
                  </a:lnTo>
                  <a:lnTo>
                    <a:pt x="826668" y="1625727"/>
                  </a:lnTo>
                  <a:lnTo>
                    <a:pt x="814793" y="1625727"/>
                  </a:lnTo>
                  <a:lnTo>
                    <a:pt x="814793" y="1498727"/>
                  </a:lnTo>
                  <a:lnTo>
                    <a:pt x="833793" y="1524127"/>
                  </a:lnTo>
                  <a:lnTo>
                    <a:pt x="848804" y="1536827"/>
                  </a:lnTo>
                  <a:lnTo>
                    <a:pt x="852766" y="1562227"/>
                  </a:lnTo>
                  <a:lnTo>
                    <a:pt x="852766" y="1514665"/>
                  </a:lnTo>
                  <a:lnTo>
                    <a:pt x="838555" y="1498727"/>
                  </a:lnTo>
                  <a:lnTo>
                    <a:pt x="827227" y="1486027"/>
                  </a:lnTo>
                  <a:lnTo>
                    <a:pt x="923505" y="1486027"/>
                  </a:lnTo>
                  <a:lnTo>
                    <a:pt x="923505" y="1473327"/>
                  </a:lnTo>
                  <a:lnTo>
                    <a:pt x="827227" y="1473327"/>
                  </a:lnTo>
                  <a:lnTo>
                    <a:pt x="838555" y="1460627"/>
                  </a:lnTo>
                  <a:lnTo>
                    <a:pt x="861212" y="1435227"/>
                  </a:lnTo>
                  <a:lnTo>
                    <a:pt x="882764" y="1435227"/>
                  </a:lnTo>
                  <a:lnTo>
                    <a:pt x="914819" y="1447927"/>
                  </a:lnTo>
                  <a:lnTo>
                    <a:pt x="923505" y="1451533"/>
                  </a:lnTo>
                  <a:lnTo>
                    <a:pt x="923505" y="1436712"/>
                  </a:lnTo>
                  <a:lnTo>
                    <a:pt x="921042" y="1435227"/>
                  </a:lnTo>
                  <a:lnTo>
                    <a:pt x="899972" y="1422527"/>
                  </a:lnTo>
                  <a:lnTo>
                    <a:pt x="923505" y="1401216"/>
                  </a:lnTo>
                  <a:lnTo>
                    <a:pt x="923505" y="1353426"/>
                  </a:lnTo>
                  <a:lnTo>
                    <a:pt x="921029" y="1354328"/>
                  </a:lnTo>
                  <a:lnTo>
                    <a:pt x="921029" y="1371727"/>
                  </a:lnTo>
                  <a:lnTo>
                    <a:pt x="918845" y="1384427"/>
                  </a:lnTo>
                  <a:lnTo>
                    <a:pt x="880757" y="1422527"/>
                  </a:lnTo>
                  <a:lnTo>
                    <a:pt x="867803" y="1422527"/>
                  </a:lnTo>
                  <a:lnTo>
                    <a:pt x="869886" y="1409827"/>
                  </a:lnTo>
                  <a:lnTo>
                    <a:pt x="870191" y="1409827"/>
                  </a:lnTo>
                  <a:lnTo>
                    <a:pt x="895578" y="1384427"/>
                  </a:lnTo>
                  <a:lnTo>
                    <a:pt x="908278" y="1371727"/>
                  </a:lnTo>
                  <a:lnTo>
                    <a:pt x="921029" y="1371727"/>
                  </a:lnTo>
                  <a:lnTo>
                    <a:pt x="921029" y="1354328"/>
                  </a:lnTo>
                  <a:lnTo>
                    <a:pt x="908050" y="1359027"/>
                  </a:lnTo>
                  <a:lnTo>
                    <a:pt x="905916" y="1346327"/>
                  </a:lnTo>
                  <a:lnTo>
                    <a:pt x="903770" y="1346327"/>
                  </a:lnTo>
                  <a:lnTo>
                    <a:pt x="921029" y="1333627"/>
                  </a:lnTo>
                  <a:lnTo>
                    <a:pt x="923505" y="1331010"/>
                  </a:lnTo>
                  <a:lnTo>
                    <a:pt x="923505" y="1310855"/>
                  </a:lnTo>
                  <a:lnTo>
                    <a:pt x="921029" y="1308227"/>
                  </a:lnTo>
                  <a:lnTo>
                    <a:pt x="903770" y="1308227"/>
                  </a:lnTo>
                  <a:lnTo>
                    <a:pt x="904963" y="1295527"/>
                  </a:lnTo>
                  <a:lnTo>
                    <a:pt x="923505" y="1295527"/>
                  </a:lnTo>
                  <a:lnTo>
                    <a:pt x="923505" y="1240650"/>
                  </a:lnTo>
                  <a:lnTo>
                    <a:pt x="921029" y="1238415"/>
                  </a:lnTo>
                  <a:lnTo>
                    <a:pt x="921029" y="1270127"/>
                  </a:lnTo>
                  <a:lnTo>
                    <a:pt x="908278" y="1270127"/>
                  </a:lnTo>
                  <a:lnTo>
                    <a:pt x="902258" y="1264107"/>
                  </a:lnTo>
                  <a:lnTo>
                    <a:pt x="902258" y="1320927"/>
                  </a:lnTo>
                  <a:lnTo>
                    <a:pt x="892644" y="1332115"/>
                  </a:lnTo>
                  <a:lnTo>
                    <a:pt x="892644" y="1359027"/>
                  </a:lnTo>
                  <a:lnTo>
                    <a:pt x="864628" y="1384427"/>
                  </a:lnTo>
                  <a:lnTo>
                    <a:pt x="855865" y="1371727"/>
                  </a:lnTo>
                  <a:lnTo>
                    <a:pt x="854989" y="1371727"/>
                  </a:lnTo>
                  <a:lnTo>
                    <a:pt x="852766" y="1364564"/>
                  </a:lnTo>
                  <a:lnTo>
                    <a:pt x="852766" y="1409827"/>
                  </a:lnTo>
                  <a:lnTo>
                    <a:pt x="849960" y="1422527"/>
                  </a:lnTo>
                  <a:lnTo>
                    <a:pt x="848804" y="1422527"/>
                  </a:lnTo>
                  <a:lnTo>
                    <a:pt x="814793" y="1460627"/>
                  </a:lnTo>
                  <a:lnTo>
                    <a:pt x="814793" y="1333627"/>
                  </a:lnTo>
                  <a:lnTo>
                    <a:pt x="826668" y="1346327"/>
                  </a:lnTo>
                  <a:lnTo>
                    <a:pt x="839495" y="1371727"/>
                  </a:lnTo>
                  <a:lnTo>
                    <a:pt x="839685" y="1371727"/>
                  </a:lnTo>
                  <a:lnTo>
                    <a:pt x="852766" y="1409827"/>
                  </a:lnTo>
                  <a:lnTo>
                    <a:pt x="852766" y="1364564"/>
                  </a:lnTo>
                  <a:lnTo>
                    <a:pt x="847115" y="1346327"/>
                  </a:lnTo>
                  <a:lnTo>
                    <a:pt x="886828" y="1346327"/>
                  </a:lnTo>
                  <a:lnTo>
                    <a:pt x="892644" y="1359027"/>
                  </a:lnTo>
                  <a:lnTo>
                    <a:pt x="892644" y="1332115"/>
                  </a:lnTo>
                  <a:lnTo>
                    <a:pt x="891336" y="1333627"/>
                  </a:lnTo>
                  <a:lnTo>
                    <a:pt x="837539" y="1333627"/>
                  </a:lnTo>
                  <a:lnTo>
                    <a:pt x="826630" y="1320927"/>
                  </a:lnTo>
                  <a:lnTo>
                    <a:pt x="902258" y="1320927"/>
                  </a:lnTo>
                  <a:lnTo>
                    <a:pt x="902258" y="1264107"/>
                  </a:lnTo>
                  <a:lnTo>
                    <a:pt x="895578" y="1257427"/>
                  </a:lnTo>
                  <a:lnTo>
                    <a:pt x="892644" y="1254493"/>
                  </a:lnTo>
                  <a:lnTo>
                    <a:pt x="892644" y="1282827"/>
                  </a:lnTo>
                  <a:lnTo>
                    <a:pt x="889533" y="1295527"/>
                  </a:lnTo>
                  <a:lnTo>
                    <a:pt x="847115" y="1295527"/>
                  </a:lnTo>
                  <a:lnTo>
                    <a:pt x="854989" y="1282827"/>
                  </a:lnTo>
                  <a:lnTo>
                    <a:pt x="855865" y="1270127"/>
                  </a:lnTo>
                  <a:lnTo>
                    <a:pt x="864628" y="1257427"/>
                  </a:lnTo>
                  <a:lnTo>
                    <a:pt x="892644" y="1282827"/>
                  </a:lnTo>
                  <a:lnTo>
                    <a:pt x="892644" y="1254493"/>
                  </a:lnTo>
                  <a:lnTo>
                    <a:pt x="870191" y="1232027"/>
                  </a:lnTo>
                  <a:lnTo>
                    <a:pt x="869886" y="1232027"/>
                  </a:lnTo>
                  <a:lnTo>
                    <a:pt x="867803" y="1219327"/>
                  </a:lnTo>
                  <a:lnTo>
                    <a:pt x="880757" y="1219327"/>
                  </a:lnTo>
                  <a:lnTo>
                    <a:pt x="918845" y="1257427"/>
                  </a:lnTo>
                  <a:lnTo>
                    <a:pt x="921029" y="1270127"/>
                  </a:lnTo>
                  <a:lnTo>
                    <a:pt x="921029" y="1238415"/>
                  </a:lnTo>
                  <a:lnTo>
                    <a:pt x="899972" y="1219327"/>
                  </a:lnTo>
                  <a:lnTo>
                    <a:pt x="921029" y="1206627"/>
                  </a:lnTo>
                  <a:lnTo>
                    <a:pt x="923505" y="1206627"/>
                  </a:lnTo>
                  <a:lnTo>
                    <a:pt x="923505" y="1190332"/>
                  </a:lnTo>
                  <a:lnTo>
                    <a:pt x="914869" y="1193927"/>
                  </a:lnTo>
                  <a:lnTo>
                    <a:pt x="882764" y="1206627"/>
                  </a:lnTo>
                  <a:lnTo>
                    <a:pt x="861212" y="1206627"/>
                  </a:lnTo>
                  <a:lnTo>
                    <a:pt x="852766" y="1197165"/>
                  </a:lnTo>
                  <a:lnTo>
                    <a:pt x="852766" y="1232027"/>
                  </a:lnTo>
                  <a:lnTo>
                    <a:pt x="839685" y="1270127"/>
                  </a:lnTo>
                  <a:lnTo>
                    <a:pt x="839495" y="1270127"/>
                  </a:lnTo>
                  <a:lnTo>
                    <a:pt x="826668" y="1295527"/>
                  </a:lnTo>
                  <a:lnTo>
                    <a:pt x="814793" y="1308227"/>
                  </a:lnTo>
                  <a:lnTo>
                    <a:pt x="814793" y="1181227"/>
                  </a:lnTo>
                  <a:lnTo>
                    <a:pt x="833793" y="1206627"/>
                  </a:lnTo>
                  <a:lnTo>
                    <a:pt x="848804" y="1219327"/>
                  </a:lnTo>
                  <a:lnTo>
                    <a:pt x="852766" y="1232027"/>
                  </a:lnTo>
                  <a:lnTo>
                    <a:pt x="852766" y="1197165"/>
                  </a:lnTo>
                  <a:lnTo>
                    <a:pt x="838555" y="1181227"/>
                  </a:lnTo>
                  <a:lnTo>
                    <a:pt x="827227" y="1168527"/>
                  </a:lnTo>
                  <a:lnTo>
                    <a:pt x="923505" y="1168527"/>
                  </a:lnTo>
                  <a:lnTo>
                    <a:pt x="923505" y="1155827"/>
                  </a:lnTo>
                  <a:lnTo>
                    <a:pt x="827227" y="1155827"/>
                  </a:lnTo>
                  <a:lnTo>
                    <a:pt x="838555" y="1143127"/>
                  </a:lnTo>
                  <a:lnTo>
                    <a:pt x="861212" y="1117727"/>
                  </a:lnTo>
                  <a:lnTo>
                    <a:pt x="882764" y="1117727"/>
                  </a:lnTo>
                  <a:lnTo>
                    <a:pt x="914349" y="1130427"/>
                  </a:lnTo>
                  <a:lnTo>
                    <a:pt x="914869" y="1130427"/>
                  </a:lnTo>
                  <a:lnTo>
                    <a:pt x="923505" y="1134033"/>
                  </a:lnTo>
                  <a:lnTo>
                    <a:pt x="923505" y="1112126"/>
                  </a:lnTo>
                  <a:lnTo>
                    <a:pt x="899972" y="1105027"/>
                  </a:lnTo>
                  <a:lnTo>
                    <a:pt x="923505" y="1083716"/>
                  </a:lnTo>
                  <a:lnTo>
                    <a:pt x="923505" y="1028827"/>
                  </a:lnTo>
                  <a:lnTo>
                    <a:pt x="921219" y="1028827"/>
                  </a:lnTo>
                  <a:lnTo>
                    <a:pt x="921219" y="1041527"/>
                  </a:lnTo>
                  <a:lnTo>
                    <a:pt x="918845" y="1054227"/>
                  </a:lnTo>
                  <a:lnTo>
                    <a:pt x="880757" y="1092327"/>
                  </a:lnTo>
                  <a:lnTo>
                    <a:pt x="867803" y="1105027"/>
                  </a:lnTo>
                  <a:lnTo>
                    <a:pt x="869886" y="1092327"/>
                  </a:lnTo>
                  <a:lnTo>
                    <a:pt x="870191" y="1092327"/>
                  </a:lnTo>
                  <a:lnTo>
                    <a:pt x="895578" y="1066927"/>
                  </a:lnTo>
                  <a:lnTo>
                    <a:pt x="908278" y="1054227"/>
                  </a:lnTo>
                  <a:lnTo>
                    <a:pt x="921219" y="1041527"/>
                  </a:lnTo>
                  <a:lnTo>
                    <a:pt x="921219" y="1028827"/>
                  </a:lnTo>
                  <a:lnTo>
                    <a:pt x="904963" y="1028827"/>
                  </a:lnTo>
                  <a:lnTo>
                    <a:pt x="903770" y="1016127"/>
                  </a:lnTo>
                  <a:lnTo>
                    <a:pt x="923505" y="1007567"/>
                  </a:lnTo>
                  <a:lnTo>
                    <a:pt x="923505" y="993355"/>
                  </a:lnTo>
                  <a:lnTo>
                    <a:pt x="921029" y="990727"/>
                  </a:lnTo>
                  <a:lnTo>
                    <a:pt x="903770" y="978027"/>
                  </a:lnTo>
                  <a:lnTo>
                    <a:pt x="905916" y="978027"/>
                  </a:lnTo>
                  <a:lnTo>
                    <a:pt x="908050" y="965327"/>
                  </a:lnTo>
                  <a:lnTo>
                    <a:pt x="923505" y="971613"/>
                  </a:lnTo>
                  <a:lnTo>
                    <a:pt x="923505" y="923150"/>
                  </a:lnTo>
                  <a:lnTo>
                    <a:pt x="921219" y="921080"/>
                  </a:lnTo>
                  <a:lnTo>
                    <a:pt x="921219" y="952627"/>
                  </a:lnTo>
                  <a:lnTo>
                    <a:pt x="908278" y="952627"/>
                  </a:lnTo>
                  <a:lnTo>
                    <a:pt x="902093" y="946442"/>
                  </a:lnTo>
                  <a:lnTo>
                    <a:pt x="902093" y="1003427"/>
                  </a:lnTo>
                  <a:lnTo>
                    <a:pt x="892644" y="1003427"/>
                  </a:lnTo>
                  <a:lnTo>
                    <a:pt x="892644" y="1041527"/>
                  </a:lnTo>
                  <a:lnTo>
                    <a:pt x="864628" y="1066927"/>
                  </a:lnTo>
                  <a:lnTo>
                    <a:pt x="855865" y="1041527"/>
                  </a:lnTo>
                  <a:lnTo>
                    <a:pt x="854989" y="1041527"/>
                  </a:lnTo>
                  <a:lnTo>
                    <a:pt x="852766" y="1037945"/>
                  </a:lnTo>
                  <a:lnTo>
                    <a:pt x="852766" y="1079627"/>
                  </a:lnTo>
                  <a:lnTo>
                    <a:pt x="849960" y="1105027"/>
                  </a:lnTo>
                  <a:lnTo>
                    <a:pt x="848804" y="1105027"/>
                  </a:lnTo>
                  <a:lnTo>
                    <a:pt x="814793" y="1143127"/>
                  </a:lnTo>
                  <a:lnTo>
                    <a:pt x="814793" y="1016127"/>
                  </a:lnTo>
                  <a:lnTo>
                    <a:pt x="826668" y="1016127"/>
                  </a:lnTo>
                  <a:lnTo>
                    <a:pt x="839495" y="1054227"/>
                  </a:lnTo>
                  <a:lnTo>
                    <a:pt x="852766" y="1079627"/>
                  </a:lnTo>
                  <a:lnTo>
                    <a:pt x="852766" y="1037945"/>
                  </a:lnTo>
                  <a:lnTo>
                    <a:pt x="847115" y="1028827"/>
                  </a:lnTo>
                  <a:lnTo>
                    <a:pt x="886828" y="1028827"/>
                  </a:lnTo>
                  <a:lnTo>
                    <a:pt x="892644" y="1041527"/>
                  </a:lnTo>
                  <a:lnTo>
                    <a:pt x="892644" y="1003427"/>
                  </a:lnTo>
                  <a:lnTo>
                    <a:pt x="826630" y="1003427"/>
                  </a:lnTo>
                  <a:lnTo>
                    <a:pt x="837539" y="990727"/>
                  </a:lnTo>
                  <a:lnTo>
                    <a:pt x="891336" y="990727"/>
                  </a:lnTo>
                  <a:lnTo>
                    <a:pt x="902093" y="1003427"/>
                  </a:lnTo>
                  <a:lnTo>
                    <a:pt x="902093" y="946442"/>
                  </a:lnTo>
                  <a:lnTo>
                    <a:pt x="892644" y="936993"/>
                  </a:lnTo>
                  <a:lnTo>
                    <a:pt x="892644" y="965327"/>
                  </a:lnTo>
                  <a:lnTo>
                    <a:pt x="889533" y="965327"/>
                  </a:lnTo>
                  <a:lnTo>
                    <a:pt x="886828" y="978027"/>
                  </a:lnTo>
                  <a:lnTo>
                    <a:pt x="847115" y="978027"/>
                  </a:lnTo>
                  <a:lnTo>
                    <a:pt x="854989" y="952627"/>
                  </a:lnTo>
                  <a:lnTo>
                    <a:pt x="855865" y="952627"/>
                  </a:lnTo>
                  <a:lnTo>
                    <a:pt x="864628" y="927227"/>
                  </a:lnTo>
                  <a:lnTo>
                    <a:pt x="892644" y="965327"/>
                  </a:lnTo>
                  <a:lnTo>
                    <a:pt x="892644" y="936993"/>
                  </a:lnTo>
                  <a:lnTo>
                    <a:pt x="882891" y="927227"/>
                  </a:lnTo>
                  <a:lnTo>
                    <a:pt x="870191" y="914527"/>
                  </a:lnTo>
                  <a:lnTo>
                    <a:pt x="869886" y="914527"/>
                  </a:lnTo>
                  <a:lnTo>
                    <a:pt x="867803" y="901827"/>
                  </a:lnTo>
                  <a:lnTo>
                    <a:pt x="880757" y="901827"/>
                  </a:lnTo>
                  <a:lnTo>
                    <a:pt x="918845" y="939927"/>
                  </a:lnTo>
                  <a:lnTo>
                    <a:pt x="921219" y="952627"/>
                  </a:lnTo>
                  <a:lnTo>
                    <a:pt x="921219" y="921080"/>
                  </a:lnTo>
                  <a:lnTo>
                    <a:pt x="899972" y="901827"/>
                  </a:lnTo>
                  <a:lnTo>
                    <a:pt x="921029" y="889127"/>
                  </a:lnTo>
                  <a:lnTo>
                    <a:pt x="923505" y="887641"/>
                  </a:lnTo>
                  <a:lnTo>
                    <a:pt x="923505" y="872832"/>
                  </a:lnTo>
                  <a:lnTo>
                    <a:pt x="914869" y="876427"/>
                  </a:lnTo>
                  <a:lnTo>
                    <a:pt x="882764" y="889127"/>
                  </a:lnTo>
                  <a:lnTo>
                    <a:pt x="861212" y="876427"/>
                  </a:lnTo>
                  <a:lnTo>
                    <a:pt x="852766" y="870115"/>
                  </a:lnTo>
                  <a:lnTo>
                    <a:pt x="852766" y="914527"/>
                  </a:lnTo>
                  <a:lnTo>
                    <a:pt x="839685" y="952627"/>
                  </a:lnTo>
                  <a:lnTo>
                    <a:pt x="839495" y="952627"/>
                  </a:lnTo>
                  <a:lnTo>
                    <a:pt x="826668" y="978027"/>
                  </a:lnTo>
                  <a:lnTo>
                    <a:pt x="814793" y="990727"/>
                  </a:lnTo>
                  <a:lnTo>
                    <a:pt x="814793" y="863727"/>
                  </a:lnTo>
                  <a:lnTo>
                    <a:pt x="833793" y="876427"/>
                  </a:lnTo>
                  <a:lnTo>
                    <a:pt x="848804" y="889127"/>
                  </a:lnTo>
                  <a:lnTo>
                    <a:pt x="852766" y="914527"/>
                  </a:lnTo>
                  <a:lnTo>
                    <a:pt x="852766" y="870115"/>
                  </a:lnTo>
                  <a:lnTo>
                    <a:pt x="844219" y="863727"/>
                  </a:lnTo>
                  <a:lnTo>
                    <a:pt x="827227" y="851027"/>
                  </a:lnTo>
                  <a:lnTo>
                    <a:pt x="923505" y="851027"/>
                  </a:lnTo>
                  <a:lnTo>
                    <a:pt x="923505" y="825627"/>
                  </a:lnTo>
                  <a:lnTo>
                    <a:pt x="827227" y="825627"/>
                  </a:lnTo>
                  <a:lnTo>
                    <a:pt x="849960" y="812927"/>
                  </a:lnTo>
                  <a:lnTo>
                    <a:pt x="861212" y="800227"/>
                  </a:lnTo>
                  <a:lnTo>
                    <a:pt x="882764" y="787527"/>
                  </a:lnTo>
                  <a:lnTo>
                    <a:pt x="914819" y="800227"/>
                  </a:lnTo>
                  <a:lnTo>
                    <a:pt x="923505" y="803833"/>
                  </a:lnTo>
                  <a:lnTo>
                    <a:pt x="923505" y="789012"/>
                  </a:lnTo>
                  <a:lnTo>
                    <a:pt x="921042" y="787527"/>
                  </a:lnTo>
                  <a:lnTo>
                    <a:pt x="899972" y="774827"/>
                  </a:lnTo>
                  <a:lnTo>
                    <a:pt x="923391" y="753618"/>
                  </a:lnTo>
                  <a:lnTo>
                    <a:pt x="923505" y="755472"/>
                  </a:lnTo>
                  <a:lnTo>
                    <a:pt x="923505" y="556450"/>
                  </a:lnTo>
                  <a:lnTo>
                    <a:pt x="921219" y="551472"/>
                  </a:lnTo>
                  <a:lnTo>
                    <a:pt x="921219" y="724027"/>
                  </a:lnTo>
                  <a:lnTo>
                    <a:pt x="918845" y="736727"/>
                  </a:lnTo>
                  <a:lnTo>
                    <a:pt x="880757" y="774827"/>
                  </a:lnTo>
                  <a:lnTo>
                    <a:pt x="867803" y="774827"/>
                  </a:lnTo>
                  <a:lnTo>
                    <a:pt x="869886" y="762127"/>
                  </a:lnTo>
                  <a:lnTo>
                    <a:pt x="870191" y="762127"/>
                  </a:lnTo>
                  <a:lnTo>
                    <a:pt x="882891" y="749427"/>
                  </a:lnTo>
                  <a:lnTo>
                    <a:pt x="908278" y="724027"/>
                  </a:lnTo>
                  <a:lnTo>
                    <a:pt x="921219" y="724027"/>
                  </a:lnTo>
                  <a:lnTo>
                    <a:pt x="921219" y="551472"/>
                  </a:lnTo>
                  <a:lnTo>
                    <a:pt x="920521" y="549948"/>
                  </a:lnTo>
                  <a:lnTo>
                    <a:pt x="920521" y="706259"/>
                  </a:lnTo>
                  <a:lnTo>
                    <a:pt x="908050" y="711327"/>
                  </a:lnTo>
                  <a:lnTo>
                    <a:pt x="905916" y="698627"/>
                  </a:lnTo>
                  <a:lnTo>
                    <a:pt x="903770" y="698627"/>
                  </a:lnTo>
                  <a:lnTo>
                    <a:pt x="917435" y="686752"/>
                  </a:lnTo>
                  <a:lnTo>
                    <a:pt x="920280" y="702208"/>
                  </a:lnTo>
                  <a:lnTo>
                    <a:pt x="920521" y="706259"/>
                  </a:lnTo>
                  <a:lnTo>
                    <a:pt x="920521" y="549948"/>
                  </a:lnTo>
                  <a:lnTo>
                    <a:pt x="913739" y="535165"/>
                  </a:lnTo>
                  <a:lnTo>
                    <a:pt x="913396" y="534581"/>
                  </a:lnTo>
                  <a:lnTo>
                    <a:pt x="913396" y="664718"/>
                  </a:lnTo>
                  <a:lnTo>
                    <a:pt x="903770" y="660527"/>
                  </a:lnTo>
                  <a:lnTo>
                    <a:pt x="904963" y="660527"/>
                  </a:lnTo>
                  <a:lnTo>
                    <a:pt x="905916" y="647827"/>
                  </a:lnTo>
                  <a:lnTo>
                    <a:pt x="909929" y="647827"/>
                  </a:lnTo>
                  <a:lnTo>
                    <a:pt x="910856" y="650811"/>
                  </a:lnTo>
                  <a:lnTo>
                    <a:pt x="913396" y="664718"/>
                  </a:lnTo>
                  <a:lnTo>
                    <a:pt x="913396" y="534581"/>
                  </a:lnTo>
                  <a:lnTo>
                    <a:pt x="904963" y="520166"/>
                  </a:lnTo>
                  <a:lnTo>
                    <a:pt x="904963" y="631812"/>
                  </a:lnTo>
                  <a:lnTo>
                    <a:pt x="902258" y="629107"/>
                  </a:lnTo>
                  <a:lnTo>
                    <a:pt x="902258" y="673227"/>
                  </a:lnTo>
                  <a:lnTo>
                    <a:pt x="892644" y="684415"/>
                  </a:lnTo>
                  <a:lnTo>
                    <a:pt x="892644" y="711327"/>
                  </a:lnTo>
                  <a:lnTo>
                    <a:pt x="864628" y="749427"/>
                  </a:lnTo>
                  <a:lnTo>
                    <a:pt x="855865" y="724027"/>
                  </a:lnTo>
                  <a:lnTo>
                    <a:pt x="854989" y="724027"/>
                  </a:lnTo>
                  <a:lnTo>
                    <a:pt x="852766" y="716864"/>
                  </a:lnTo>
                  <a:lnTo>
                    <a:pt x="852766" y="762127"/>
                  </a:lnTo>
                  <a:lnTo>
                    <a:pt x="848804" y="787527"/>
                  </a:lnTo>
                  <a:lnTo>
                    <a:pt x="814793" y="812927"/>
                  </a:lnTo>
                  <a:lnTo>
                    <a:pt x="814793" y="685927"/>
                  </a:lnTo>
                  <a:lnTo>
                    <a:pt x="826668" y="698627"/>
                  </a:lnTo>
                  <a:lnTo>
                    <a:pt x="839495" y="724027"/>
                  </a:lnTo>
                  <a:lnTo>
                    <a:pt x="839685" y="736727"/>
                  </a:lnTo>
                  <a:lnTo>
                    <a:pt x="852766" y="762127"/>
                  </a:lnTo>
                  <a:lnTo>
                    <a:pt x="852766" y="716864"/>
                  </a:lnTo>
                  <a:lnTo>
                    <a:pt x="847115" y="698627"/>
                  </a:lnTo>
                  <a:lnTo>
                    <a:pt x="886828" y="698627"/>
                  </a:lnTo>
                  <a:lnTo>
                    <a:pt x="889533" y="711327"/>
                  </a:lnTo>
                  <a:lnTo>
                    <a:pt x="892644" y="711327"/>
                  </a:lnTo>
                  <a:lnTo>
                    <a:pt x="892644" y="684415"/>
                  </a:lnTo>
                  <a:lnTo>
                    <a:pt x="891336" y="685927"/>
                  </a:lnTo>
                  <a:lnTo>
                    <a:pt x="837539" y="685927"/>
                  </a:lnTo>
                  <a:lnTo>
                    <a:pt x="826630" y="673227"/>
                  </a:lnTo>
                  <a:lnTo>
                    <a:pt x="902258" y="673227"/>
                  </a:lnTo>
                  <a:lnTo>
                    <a:pt x="902258" y="629107"/>
                  </a:lnTo>
                  <a:lnTo>
                    <a:pt x="892644" y="619493"/>
                  </a:lnTo>
                  <a:lnTo>
                    <a:pt x="892644" y="635127"/>
                  </a:lnTo>
                  <a:lnTo>
                    <a:pt x="886828" y="647827"/>
                  </a:lnTo>
                  <a:lnTo>
                    <a:pt x="847115" y="647827"/>
                  </a:lnTo>
                  <a:lnTo>
                    <a:pt x="854989" y="635127"/>
                  </a:lnTo>
                  <a:lnTo>
                    <a:pt x="855865" y="635127"/>
                  </a:lnTo>
                  <a:lnTo>
                    <a:pt x="864628" y="609727"/>
                  </a:lnTo>
                  <a:lnTo>
                    <a:pt x="892644" y="635127"/>
                  </a:lnTo>
                  <a:lnTo>
                    <a:pt x="892644" y="619493"/>
                  </a:lnTo>
                  <a:lnTo>
                    <a:pt x="882891" y="609727"/>
                  </a:lnTo>
                  <a:lnTo>
                    <a:pt x="870191" y="597027"/>
                  </a:lnTo>
                  <a:lnTo>
                    <a:pt x="869886" y="584327"/>
                  </a:lnTo>
                  <a:lnTo>
                    <a:pt x="880757" y="584327"/>
                  </a:lnTo>
                  <a:lnTo>
                    <a:pt x="893635" y="597217"/>
                  </a:lnTo>
                  <a:lnTo>
                    <a:pt x="895616" y="601662"/>
                  </a:lnTo>
                  <a:lnTo>
                    <a:pt x="904963" y="631812"/>
                  </a:lnTo>
                  <a:lnTo>
                    <a:pt x="904963" y="520166"/>
                  </a:lnTo>
                  <a:lnTo>
                    <a:pt x="887755" y="490740"/>
                  </a:lnTo>
                  <a:lnTo>
                    <a:pt x="876617" y="475640"/>
                  </a:lnTo>
                  <a:lnTo>
                    <a:pt x="876617" y="558927"/>
                  </a:lnTo>
                  <a:lnTo>
                    <a:pt x="861212" y="558927"/>
                  </a:lnTo>
                  <a:lnTo>
                    <a:pt x="852766" y="549465"/>
                  </a:lnTo>
                  <a:lnTo>
                    <a:pt x="852766" y="597027"/>
                  </a:lnTo>
                  <a:lnTo>
                    <a:pt x="839495" y="622427"/>
                  </a:lnTo>
                  <a:lnTo>
                    <a:pt x="826668" y="660527"/>
                  </a:lnTo>
                  <a:lnTo>
                    <a:pt x="814793" y="660527"/>
                  </a:lnTo>
                  <a:lnTo>
                    <a:pt x="814793" y="533527"/>
                  </a:lnTo>
                  <a:lnTo>
                    <a:pt x="848804" y="571627"/>
                  </a:lnTo>
                  <a:lnTo>
                    <a:pt x="852766" y="597027"/>
                  </a:lnTo>
                  <a:lnTo>
                    <a:pt x="852766" y="549465"/>
                  </a:lnTo>
                  <a:lnTo>
                    <a:pt x="838555" y="533527"/>
                  </a:lnTo>
                  <a:lnTo>
                    <a:pt x="827227" y="520827"/>
                  </a:lnTo>
                  <a:lnTo>
                    <a:pt x="854557" y="520827"/>
                  </a:lnTo>
                  <a:lnTo>
                    <a:pt x="874953" y="555155"/>
                  </a:lnTo>
                  <a:lnTo>
                    <a:pt x="876617" y="558927"/>
                  </a:lnTo>
                  <a:lnTo>
                    <a:pt x="876617" y="475640"/>
                  </a:lnTo>
                  <a:lnTo>
                    <a:pt x="857326" y="449465"/>
                  </a:lnTo>
                  <a:lnTo>
                    <a:pt x="846709" y="437845"/>
                  </a:lnTo>
                  <a:lnTo>
                    <a:pt x="846709" y="508127"/>
                  </a:lnTo>
                  <a:lnTo>
                    <a:pt x="827227" y="508127"/>
                  </a:lnTo>
                  <a:lnTo>
                    <a:pt x="837996" y="496773"/>
                  </a:lnTo>
                  <a:lnTo>
                    <a:pt x="846709" y="508127"/>
                  </a:lnTo>
                  <a:lnTo>
                    <a:pt x="846709" y="437845"/>
                  </a:lnTo>
                  <a:lnTo>
                    <a:pt x="827392" y="416699"/>
                  </a:lnTo>
                  <a:lnTo>
                    <a:pt x="827392" y="482930"/>
                  </a:lnTo>
                  <a:lnTo>
                    <a:pt x="814793" y="495427"/>
                  </a:lnTo>
                  <a:lnTo>
                    <a:pt x="814793" y="466877"/>
                  </a:lnTo>
                  <a:lnTo>
                    <a:pt x="816190" y="468312"/>
                  </a:lnTo>
                  <a:lnTo>
                    <a:pt x="827392" y="482930"/>
                  </a:lnTo>
                  <a:lnTo>
                    <a:pt x="827392" y="416699"/>
                  </a:lnTo>
                  <a:lnTo>
                    <a:pt x="822794" y="411657"/>
                  </a:lnTo>
                  <a:lnTo>
                    <a:pt x="797280" y="389001"/>
                  </a:lnTo>
                  <a:lnTo>
                    <a:pt x="797280" y="448894"/>
                  </a:lnTo>
                  <a:lnTo>
                    <a:pt x="797280" y="495427"/>
                  </a:lnTo>
                  <a:lnTo>
                    <a:pt x="797280" y="1625727"/>
                  </a:lnTo>
                  <a:lnTo>
                    <a:pt x="785418" y="1625727"/>
                  </a:lnTo>
                  <a:lnTo>
                    <a:pt x="772591" y="1587627"/>
                  </a:lnTo>
                  <a:lnTo>
                    <a:pt x="772375" y="1587627"/>
                  </a:lnTo>
                  <a:lnTo>
                    <a:pt x="765835" y="1574927"/>
                  </a:lnTo>
                  <a:lnTo>
                    <a:pt x="764946" y="1573212"/>
                  </a:lnTo>
                  <a:lnTo>
                    <a:pt x="764946" y="1625727"/>
                  </a:lnTo>
                  <a:lnTo>
                    <a:pt x="725271" y="1625727"/>
                  </a:lnTo>
                  <a:lnTo>
                    <a:pt x="722350" y="1613027"/>
                  </a:lnTo>
                  <a:lnTo>
                    <a:pt x="719429" y="1600327"/>
                  </a:lnTo>
                  <a:lnTo>
                    <a:pt x="747445" y="1574927"/>
                  </a:lnTo>
                  <a:lnTo>
                    <a:pt x="764946" y="1625727"/>
                  </a:lnTo>
                  <a:lnTo>
                    <a:pt x="764946" y="1573212"/>
                  </a:lnTo>
                  <a:lnTo>
                    <a:pt x="759282" y="1562227"/>
                  </a:lnTo>
                  <a:lnTo>
                    <a:pt x="761276" y="1549527"/>
                  </a:lnTo>
                  <a:lnTo>
                    <a:pt x="763270" y="1536827"/>
                  </a:lnTo>
                  <a:lnTo>
                    <a:pt x="797280" y="1498727"/>
                  </a:lnTo>
                  <a:lnTo>
                    <a:pt x="797280" y="1460627"/>
                  </a:lnTo>
                  <a:lnTo>
                    <a:pt x="784847" y="1446707"/>
                  </a:lnTo>
                  <a:lnTo>
                    <a:pt x="784847" y="1473327"/>
                  </a:lnTo>
                  <a:lnTo>
                    <a:pt x="784847" y="1486027"/>
                  </a:lnTo>
                  <a:lnTo>
                    <a:pt x="750874" y="1524127"/>
                  </a:lnTo>
                  <a:lnTo>
                    <a:pt x="744283" y="1524127"/>
                  </a:lnTo>
                  <a:lnTo>
                    <a:pt x="744283" y="1549527"/>
                  </a:lnTo>
                  <a:lnTo>
                    <a:pt x="741895" y="1562227"/>
                  </a:lnTo>
                  <a:lnTo>
                    <a:pt x="708329" y="1595805"/>
                  </a:lnTo>
                  <a:lnTo>
                    <a:pt x="708329" y="1625727"/>
                  </a:lnTo>
                  <a:lnTo>
                    <a:pt x="684568" y="1635975"/>
                  </a:lnTo>
                  <a:lnTo>
                    <a:pt x="605078" y="1635975"/>
                  </a:lnTo>
                  <a:lnTo>
                    <a:pt x="581329" y="1625727"/>
                  </a:lnTo>
                  <a:lnTo>
                    <a:pt x="585635" y="1613027"/>
                  </a:lnTo>
                  <a:lnTo>
                    <a:pt x="608114" y="1613027"/>
                  </a:lnTo>
                  <a:lnTo>
                    <a:pt x="620598" y="1625727"/>
                  </a:lnTo>
                  <a:lnTo>
                    <a:pt x="616305" y="1600327"/>
                  </a:lnTo>
                  <a:lnTo>
                    <a:pt x="614159" y="1587627"/>
                  </a:lnTo>
                  <a:lnTo>
                    <a:pt x="624522" y="1587627"/>
                  </a:lnTo>
                  <a:lnTo>
                    <a:pt x="644690" y="1613027"/>
                  </a:lnTo>
                  <a:lnTo>
                    <a:pt x="644982" y="1613027"/>
                  </a:lnTo>
                  <a:lnTo>
                    <a:pt x="665149" y="1587627"/>
                  </a:lnTo>
                  <a:lnTo>
                    <a:pt x="675500" y="1587627"/>
                  </a:lnTo>
                  <a:lnTo>
                    <a:pt x="669747" y="1613027"/>
                  </a:lnTo>
                  <a:lnTo>
                    <a:pt x="669036" y="1625727"/>
                  </a:lnTo>
                  <a:lnTo>
                    <a:pt x="681532" y="1613027"/>
                  </a:lnTo>
                  <a:lnTo>
                    <a:pt x="706170" y="1613027"/>
                  </a:lnTo>
                  <a:lnTo>
                    <a:pt x="707085" y="1625727"/>
                  </a:lnTo>
                  <a:lnTo>
                    <a:pt x="708329" y="1625727"/>
                  </a:lnTo>
                  <a:lnTo>
                    <a:pt x="708329" y="1595805"/>
                  </a:lnTo>
                  <a:lnTo>
                    <a:pt x="703808" y="1600327"/>
                  </a:lnTo>
                  <a:lnTo>
                    <a:pt x="690854" y="1600327"/>
                  </a:lnTo>
                  <a:lnTo>
                    <a:pt x="693254" y="1587627"/>
                  </a:lnTo>
                  <a:lnTo>
                    <a:pt x="705954" y="1574927"/>
                  </a:lnTo>
                  <a:lnTo>
                    <a:pt x="731329" y="1549527"/>
                  </a:lnTo>
                  <a:lnTo>
                    <a:pt x="744283" y="1549527"/>
                  </a:lnTo>
                  <a:lnTo>
                    <a:pt x="744283" y="1524127"/>
                  </a:lnTo>
                  <a:lnTo>
                    <a:pt x="729310" y="1524127"/>
                  </a:lnTo>
                  <a:lnTo>
                    <a:pt x="712114" y="1517218"/>
                  </a:lnTo>
                  <a:lnTo>
                    <a:pt x="712114" y="1536827"/>
                  </a:lnTo>
                  <a:lnTo>
                    <a:pt x="684060" y="1574927"/>
                  </a:lnTo>
                  <a:lnTo>
                    <a:pt x="677011" y="1562227"/>
                  </a:lnTo>
                  <a:lnTo>
                    <a:pt x="669975" y="1562227"/>
                  </a:lnTo>
                  <a:lnTo>
                    <a:pt x="669975" y="1524127"/>
                  </a:lnTo>
                  <a:lnTo>
                    <a:pt x="712114" y="1536827"/>
                  </a:lnTo>
                  <a:lnTo>
                    <a:pt x="712114" y="1517218"/>
                  </a:lnTo>
                  <a:lnTo>
                    <a:pt x="697738" y="1511427"/>
                  </a:lnTo>
                  <a:lnTo>
                    <a:pt x="697204" y="1511427"/>
                  </a:lnTo>
                  <a:lnTo>
                    <a:pt x="666216" y="1498727"/>
                  </a:lnTo>
                  <a:lnTo>
                    <a:pt x="658050" y="1486027"/>
                  </a:lnTo>
                  <a:lnTo>
                    <a:pt x="784847" y="1486027"/>
                  </a:lnTo>
                  <a:lnTo>
                    <a:pt x="784847" y="1473327"/>
                  </a:lnTo>
                  <a:lnTo>
                    <a:pt x="658050" y="1473327"/>
                  </a:lnTo>
                  <a:lnTo>
                    <a:pt x="666216" y="1460627"/>
                  </a:lnTo>
                  <a:lnTo>
                    <a:pt x="697204" y="1447927"/>
                  </a:lnTo>
                  <a:lnTo>
                    <a:pt x="729310" y="1435227"/>
                  </a:lnTo>
                  <a:lnTo>
                    <a:pt x="750874" y="1435227"/>
                  </a:lnTo>
                  <a:lnTo>
                    <a:pt x="784847" y="1473327"/>
                  </a:lnTo>
                  <a:lnTo>
                    <a:pt x="784847" y="1446707"/>
                  </a:lnTo>
                  <a:lnTo>
                    <a:pt x="774598" y="1435227"/>
                  </a:lnTo>
                  <a:lnTo>
                    <a:pt x="763270" y="1422527"/>
                  </a:lnTo>
                  <a:lnTo>
                    <a:pt x="759282" y="1409827"/>
                  </a:lnTo>
                  <a:lnTo>
                    <a:pt x="768146" y="1384427"/>
                  </a:lnTo>
                  <a:lnTo>
                    <a:pt x="772591" y="1371727"/>
                  </a:lnTo>
                  <a:lnTo>
                    <a:pt x="785418" y="1346327"/>
                  </a:lnTo>
                  <a:lnTo>
                    <a:pt x="797280" y="1333627"/>
                  </a:lnTo>
                  <a:lnTo>
                    <a:pt x="797280" y="1308227"/>
                  </a:lnTo>
                  <a:lnTo>
                    <a:pt x="785571" y="1295692"/>
                  </a:lnTo>
                  <a:lnTo>
                    <a:pt x="785571" y="1320927"/>
                  </a:lnTo>
                  <a:lnTo>
                    <a:pt x="774534" y="1333627"/>
                  </a:lnTo>
                  <a:lnTo>
                    <a:pt x="764946" y="1333627"/>
                  </a:lnTo>
                  <a:lnTo>
                    <a:pt x="764946" y="1346327"/>
                  </a:lnTo>
                  <a:lnTo>
                    <a:pt x="756196" y="1371727"/>
                  </a:lnTo>
                  <a:lnTo>
                    <a:pt x="747445" y="1384427"/>
                  </a:lnTo>
                  <a:lnTo>
                    <a:pt x="744283" y="1381569"/>
                  </a:lnTo>
                  <a:lnTo>
                    <a:pt x="744283" y="1422527"/>
                  </a:lnTo>
                  <a:lnTo>
                    <a:pt x="731329" y="1422527"/>
                  </a:lnTo>
                  <a:lnTo>
                    <a:pt x="712114" y="1403299"/>
                  </a:lnTo>
                  <a:lnTo>
                    <a:pt x="712114" y="1422527"/>
                  </a:lnTo>
                  <a:lnTo>
                    <a:pt x="669975" y="1447927"/>
                  </a:lnTo>
                  <a:lnTo>
                    <a:pt x="669975" y="1397127"/>
                  </a:lnTo>
                  <a:lnTo>
                    <a:pt x="684060" y="1397127"/>
                  </a:lnTo>
                  <a:lnTo>
                    <a:pt x="712114" y="1422527"/>
                  </a:lnTo>
                  <a:lnTo>
                    <a:pt x="712114" y="1403299"/>
                  </a:lnTo>
                  <a:lnTo>
                    <a:pt x="705954" y="1397127"/>
                  </a:lnTo>
                  <a:lnTo>
                    <a:pt x="693254" y="1384427"/>
                  </a:lnTo>
                  <a:lnTo>
                    <a:pt x="690854" y="1371727"/>
                  </a:lnTo>
                  <a:lnTo>
                    <a:pt x="703808" y="1371727"/>
                  </a:lnTo>
                  <a:lnTo>
                    <a:pt x="741895" y="1409827"/>
                  </a:lnTo>
                  <a:lnTo>
                    <a:pt x="744283" y="1422527"/>
                  </a:lnTo>
                  <a:lnTo>
                    <a:pt x="744283" y="1381569"/>
                  </a:lnTo>
                  <a:lnTo>
                    <a:pt x="733437" y="1371727"/>
                  </a:lnTo>
                  <a:lnTo>
                    <a:pt x="719429" y="1359027"/>
                  </a:lnTo>
                  <a:lnTo>
                    <a:pt x="722553" y="1359027"/>
                  </a:lnTo>
                  <a:lnTo>
                    <a:pt x="725271" y="1346327"/>
                  </a:lnTo>
                  <a:lnTo>
                    <a:pt x="764946" y="1346327"/>
                  </a:lnTo>
                  <a:lnTo>
                    <a:pt x="764946" y="1333627"/>
                  </a:lnTo>
                  <a:lnTo>
                    <a:pt x="720750" y="1333627"/>
                  </a:lnTo>
                  <a:lnTo>
                    <a:pt x="709676" y="1320927"/>
                  </a:lnTo>
                  <a:lnTo>
                    <a:pt x="785571" y="1320927"/>
                  </a:lnTo>
                  <a:lnTo>
                    <a:pt x="785571" y="1295692"/>
                  </a:lnTo>
                  <a:lnTo>
                    <a:pt x="785418" y="1295527"/>
                  </a:lnTo>
                  <a:lnTo>
                    <a:pt x="772375" y="1270127"/>
                  </a:lnTo>
                  <a:lnTo>
                    <a:pt x="768007" y="1257427"/>
                  </a:lnTo>
                  <a:lnTo>
                    <a:pt x="764946" y="1248524"/>
                  </a:lnTo>
                  <a:lnTo>
                    <a:pt x="764946" y="1295527"/>
                  </a:lnTo>
                  <a:lnTo>
                    <a:pt x="722350" y="1295527"/>
                  </a:lnTo>
                  <a:lnTo>
                    <a:pt x="719429" y="1282827"/>
                  </a:lnTo>
                  <a:lnTo>
                    <a:pt x="733437" y="1270127"/>
                  </a:lnTo>
                  <a:lnTo>
                    <a:pt x="747445" y="1257427"/>
                  </a:lnTo>
                  <a:lnTo>
                    <a:pt x="764946" y="1295527"/>
                  </a:lnTo>
                  <a:lnTo>
                    <a:pt x="764946" y="1248524"/>
                  </a:lnTo>
                  <a:lnTo>
                    <a:pt x="759282" y="1232027"/>
                  </a:lnTo>
                  <a:lnTo>
                    <a:pt x="763270" y="1219327"/>
                  </a:lnTo>
                  <a:lnTo>
                    <a:pt x="797280" y="1181227"/>
                  </a:lnTo>
                  <a:lnTo>
                    <a:pt x="797280" y="1143127"/>
                  </a:lnTo>
                  <a:lnTo>
                    <a:pt x="784847" y="1129207"/>
                  </a:lnTo>
                  <a:lnTo>
                    <a:pt x="784847" y="1155827"/>
                  </a:lnTo>
                  <a:lnTo>
                    <a:pt x="784847" y="1168527"/>
                  </a:lnTo>
                  <a:lnTo>
                    <a:pt x="750874" y="1206627"/>
                  </a:lnTo>
                  <a:lnTo>
                    <a:pt x="744283" y="1206627"/>
                  </a:lnTo>
                  <a:lnTo>
                    <a:pt x="744283" y="1219327"/>
                  </a:lnTo>
                  <a:lnTo>
                    <a:pt x="741895" y="1232027"/>
                  </a:lnTo>
                  <a:lnTo>
                    <a:pt x="708329" y="1265605"/>
                  </a:lnTo>
                  <a:lnTo>
                    <a:pt x="708329" y="1308227"/>
                  </a:lnTo>
                  <a:lnTo>
                    <a:pt x="679043" y="1320927"/>
                  </a:lnTo>
                  <a:lnTo>
                    <a:pt x="708329" y="1346327"/>
                  </a:lnTo>
                  <a:lnTo>
                    <a:pt x="706170" y="1346327"/>
                  </a:lnTo>
                  <a:lnTo>
                    <a:pt x="703999" y="1359027"/>
                  </a:lnTo>
                  <a:lnTo>
                    <a:pt x="669798" y="1346606"/>
                  </a:lnTo>
                  <a:lnTo>
                    <a:pt x="675500" y="1384427"/>
                  </a:lnTo>
                  <a:lnTo>
                    <a:pt x="665149" y="1384427"/>
                  </a:lnTo>
                  <a:lnTo>
                    <a:pt x="652437" y="1368425"/>
                  </a:lnTo>
                  <a:lnTo>
                    <a:pt x="652437" y="1397127"/>
                  </a:lnTo>
                  <a:lnTo>
                    <a:pt x="652437" y="1447927"/>
                  </a:lnTo>
                  <a:lnTo>
                    <a:pt x="652437" y="1511427"/>
                  </a:lnTo>
                  <a:lnTo>
                    <a:pt x="652437" y="1574927"/>
                  </a:lnTo>
                  <a:lnTo>
                    <a:pt x="637222" y="1574927"/>
                  </a:lnTo>
                  <a:lnTo>
                    <a:pt x="637222" y="1511427"/>
                  </a:lnTo>
                  <a:lnTo>
                    <a:pt x="644601" y="1498727"/>
                  </a:lnTo>
                  <a:lnTo>
                    <a:pt x="645045" y="1498727"/>
                  </a:lnTo>
                  <a:lnTo>
                    <a:pt x="652437" y="1511427"/>
                  </a:lnTo>
                  <a:lnTo>
                    <a:pt x="652437" y="1447927"/>
                  </a:lnTo>
                  <a:lnTo>
                    <a:pt x="645045" y="1460627"/>
                  </a:lnTo>
                  <a:lnTo>
                    <a:pt x="644601" y="1460627"/>
                  </a:lnTo>
                  <a:lnTo>
                    <a:pt x="637222" y="1447927"/>
                  </a:lnTo>
                  <a:lnTo>
                    <a:pt x="637222" y="1397127"/>
                  </a:lnTo>
                  <a:lnTo>
                    <a:pt x="644601" y="1384427"/>
                  </a:lnTo>
                  <a:lnTo>
                    <a:pt x="645045" y="1384427"/>
                  </a:lnTo>
                  <a:lnTo>
                    <a:pt x="652437" y="1397127"/>
                  </a:lnTo>
                  <a:lnTo>
                    <a:pt x="652437" y="1368425"/>
                  </a:lnTo>
                  <a:lnTo>
                    <a:pt x="644982" y="1359027"/>
                  </a:lnTo>
                  <a:lnTo>
                    <a:pt x="644690" y="1359027"/>
                  </a:lnTo>
                  <a:lnTo>
                    <a:pt x="631621" y="1375486"/>
                  </a:lnTo>
                  <a:lnTo>
                    <a:pt x="631621" y="1473327"/>
                  </a:lnTo>
                  <a:lnTo>
                    <a:pt x="631621" y="1486027"/>
                  </a:lnTo>
                  <a:lnTo>
                    <a:pt x="623455" y="1498727"/>
                  </a:lnTo>
                  <a:lnTo>
                    <a:pt x="619683" y="1500276"/>
                  </a:lnTo>
                  <a:lnTo>
                    <a:pt x="619683" y="1524127"/>
                  </a:lnTo>
                  <a:lnTo>
                    <a:pt x="619683" y="1562227"/>
                  </a:lnTo>
                  <a:lnTo>
                    <a:pt x="613130" y="1562227"/>
                  </a:lnTo>
                  <a:lnTo>
                    <a:pt x="605599" y="1574927"/>
                  </a:lnTo>
                  <a:lnTo>
                    <a:pt x="598805" y="1562557"/>
                  </a:lnTo>
                  <a:lnTo>
                    <a:pt x="598805" y="1600327"/>
                  </a:lnTo>
                  <a:lnTo>
                    <a:pt x="585863" y="1600327"/>
                  </a:lnTo>
                  <a:lnTo>
                    <a:pt x="570230" y="1584693"/>
                  </a:lnTo>
                  <a:lnTo>
                    <a:pt x="570230" y="1600327"/>
                  </a:lnTo>
                  <a:lnTo>
                    <a:pt x="567309" y="1613027"/>
                  </a:lnTo>
                  <a:lnTo>
                    <a:pt x="567131" y="1613027"/>
                  </a:lnTo>
                  <a:lnTo>
                    <a:pt x="564388" y="1625727"/>
                  </a:lnTo>
                  <a:lnTo>
                    <a:pt x="524713" y="1625727"/>
                  </a:lnTo>
                  <a:lnTo>
                    <a:pt x="542201" y="1574927"/>
                  </a:lnTo>
                  <a:lnTo>
                    <a:pt x="570230" y="1600327"/>
                  </a:lnTo>
                  <a:lnTo>
                    <a:pt x="570230" y="1584693"/>
                  </a:lnTo>
                  <a:lnTo>
                    <a:pt x="560463" y="1574927"/>
                  </a:lnTo>
                  <a:lnTo>
                    <a:pt x="547763" y="1562227"/>
                  </a:lnTo>
                  <a:lnTo>
                    <a:pt x="545388" y="1549527"/>
                  </a:lnTo>
                  <a:lnTo>
                    <a:pt x="558330" y="1549527"/>
                  </a:lnTo>
                  <a:lnTo>
                    <a:pt x="596417" y="1587627"/>
                  </a:lnTo>
                  <a:lnTo>
                    <a:pt x="598805" y="1600327"/>
                  </a:lnTo>
                  <a:lnTo>
                    <a:pt x="598805" y="1562557"/>
                  </a:lnTo>
                  <a:lnTo>
                    <a:pt x="598627" y="1562227"/>
                  </a:lnTo>
                  <a:lnTo>
                    <a:pt x="588098" y="1549527"/>
                  </a:lnTo>
                  <a:lnTo>
                    <a:pt x="577570" y="1536827"/>
                  </a:lnTo>
                  <a:lnTo>
                    <a:pt x="619683" y="1524127"/>
                  </a:lnTo>
                  <a:lnTo>
                    <a:pt x="619683" y="1500276"/>
                  </a:lnTo>
                  <a:lnTo>
                    <a:pt x="592429" y="1511427"/>
                  </a:lnTo>
                  <a:lnTo>
                    <a:pt x="591896" y="1511427"/>
                  </a:lnTo>
                  <a:lnTo>
                    <a:pt x="560349" y="1524127"/>
                  </a:lnTo>
                  <a:lnTo>
                    <a:pt x="538784" y="1524127"/>
                  </a:lnTo>
                  <a:lnTo>
                    <a:pt x="530352" y="1514678"/>
                  </a:lnTo>
                  <a:lnTo>
                    <a:pt x="530352" y="1562227"/>
                  </a:lnTo>
                  <a:lnTo>
                    <a:pt x="517080" y="1587627"/>
                  </a:lnTo>
                  <a:lnTo>
                    <a:pt x="504240" y="1625727"/>
                  </a:lnTo>
                  <a:lnTo>
                    <a:pt x="492379" y="1625727"/>
                  </a:lnTo>
                  <a:lnTo>
                    <a:pt x="492379" y="1498727"/>
                  </a:lnTo>
                  <a:lnTo>
                    <a:pt x="526389" y="1536827"/>
                  </a:lnTo>
                  <a:lnTo>
                    <a:pt x="530352" y="1562227"/>
                  </a:lnTo>
                  <a:lnTo>
                    <a:pt x="530352" y="1514678"/>
                  </a:lnTo>
                  <a:lnTo>
                    <a:pt x="516128" y="1498727"/>
                  </a:lnTo>
                  <a:lnTo>
                    <a:pt x="504786" y="1486027"/>
                  </a:lnTo>
                  <a:lnTo>
                    <a:pt x="631621" y="1486027"/>
                  </a:lnTo>
                  <a:lnTo>
                    <a:pt x="631621" y="1473327"/>
                  </a:lnTo>
                  <a:lnTo>
                    <a:pt x="504786" y="1473327"/>
                  </a:lnTo>
                  <a:lnTo>
                    <a:pt x="516128" y="1460627"/>
                  </a:lnTo>
                  <a:lnTo>
                    <a:pt x="538784" y="1435227"/>
                  </a:lnTo>
                  <a:lnTo>
                    <a:pt x="560349" y="1435227"/>
                  </a:lnTo>
                  <a:lnTo>
                    <a:pt x="591896" y="1447927"/>
                  </a:lnTo>
                  <a:lnTo>
                    <a:pt x="592429" y="1447927"/>
                  </a:lnTo>
                  <a:lnTo>
                    <a:pt x="623455" y="1460627"/>
                  </a:lnTo>
                  <a:lnTo>
                    <a:pt x="631621" y="1473327"/>
                  </a:lnTo>
                  <a:lnTo>
                    <a:pt x="631621" y="1375486"/>
                  </a:lnTo>
                  <a:lnTo>
                    <a:pt x="624522" y="1384427"/>
                  </a:lnTo>
                  <a:lnTo>
                    <a:pt x="619683" y="1384427"/>
                  </a:lnTo>
                  <a:lnTo>
                    <a:pt x="619683" y="1397127"/>
                  </a:lnTo>
                  <a:lnTo>
                    <a:pt x="619683" y="1447927"/>
                  </a:lnTo>
                  <a:lnTo>
                    <a:pt x="598627" y="1435227"/>
                  </a:lnTo>
                  <a:lnTo>
                    <a:pt x="577570" y="1422527"/>
                  </a:lnTo>
                  <a:lnTo>
                    <a:pt x="605599" y="1397127"/>
                  </a:lnTo>
                  <a:lnTo>
                    <a:pt x="619683" y="1397127"/>
                  </a:lnTo>
                  <a:lnTo>
                    <a:pt x="619683" y="1384427"/>
                  </a:lnTo>
                  <a:lnTo>
                    <a:pt x="614159" y="1384427"/>
                  </a:lnTo>
                  <a:lnTo>
                    <a:pt x="616305" y="1371727"/>
                  </a:lnTo>
                  <a:lnTo>
                    <a:pt x="620598" y="1346327"/>
                  </a:lnTo>
                  <a:lnTo>
                    <a:pt x="598805" y="1354251"/>
                  </a:lnTo>
                  <a:lnTo>
                    <a:pt x="598805" y="1371727"/>
                  </a:lnTo>
                  <a:lnTo>
                    <a:pt x="596417" y="1384427"/>
                  </a:lnTo>
                  <a:lnTo>
                    <a:pt x="558330" y="1422527"/>
                  </a:lnTo>
                  <a:lnTo>
                    <a:pt x="545388" y="1422527"/>
                  </a:lnTo>
                  <a:lnTo>
                    <a:pt x="547471" y="1409827"/>
                  </a:lnTo>
                  <a:lnTo>
                    <a:pt x="547763" y="1409827"/>
                  </a:lnTo>
                  <a:lnTo>
                    <a:pt x="573163" y="1384427"/>
                  </a:lnTo>
                  <a:lnTo>
                    <a:pt x="585863" y="1371727"/>
                  </a:lnTo>
                  <a:lnTo>
                    <a:pt x="598805" y="1371727"/>
                  </a:lnTo>
                  <a:lnTo>
                    <a:pt x="598805" y="1354251"/>
                  </a:lnTo>
                  <a:lnTo>
                    <a:pt x="585635" y="1359027"/>
                  </a:lnTo>
                  <a:lnTo>
                    <a:pt x="581329" y="1346327"/>
                  </a:lnTo>
                  <a:lnTo>
                    <a:pt x="607491" y="1320927"/>
                  </a:lnTo>
                  <a:lnTo>
                    <a:pt x="610616" y="1320927"/>
                  </a:lnTo>
                  <a:lnTo>
                    <a:pt x="581329" y="1308227"/>
                  </a:lnTo>
                  <a:lnTo>
                    <a:pt x="585635" y="1295527"/>
                  </a:lnTo>
                  <a:lnTo>
                    <a:pt x="620598" y="1295527"/>
                  </a:lnTo>
                  <a:lnTo>
                    <a:pt x="616305" y="1270127"/>
                  </a:lnTo>
                  <a:lnTo>
                    <a:pt x="614159" y="1257427"/>
                  </a:lnTo>
                  <a:lnTo>
                    <a:pt x="624522" y="1257427"/>
                  </a:lnTo>
                  <a:lnTo>
                    <a:pt x="644690" y="1282827"/>
                  </a:lnTo>
                  <a:lnTo>
                    <a:pt x="644982" y="1282827"/>
                  </a:lnTo>
                  <a:lnTo>
                    <a:pt x="665149" y="1257427"/>
                  </a:lnTo>
                  <a:lnTo>
                    <a:pt x="675500" y="1257427"/>
                  </a:lnTo>
                  <a:lnTo>
                    <a:pt x="669747" y="1295527"/>
                  </a:lnTo>
                  <a:lnTo>
                    <a:pt x="707097" y="1295527"/>
                  </a:lnTo>
                  <a:lnTo>
                    <a:pt x="708329" y="1308227"/>
                  </a:lnTo>
                  <a:lnTo>
                    <a:pt x="708329" y="1265605"/>
                  </a:lnTo>
                  <a:lnTo>
                    <a:pt x="703808" y="1270127"/>
                  </a:lnTo>
                  <a:lnTo>
                    <a:pt x="691032" y="1270127"/>
                  </a:lnTo>
                  <a:lnTo>
                    <a:pt x="693254" y="1257427"/>
                  </a:lnTo>
                  <a:lnTo>
                    <a:pt x="705954" y="1244727"/>
                  </a:lnTo>
                  <a:lnTo>
                    <a:pt x="731329" y="1219327"/>
                  </a:lnTo>
                  <a:lnTo>
                    <a:pt x="744283" y="1219327"/>
                  </a:lnTo>
                  <a:lnTo>
                    <a:pt x="744283" y="1206627"/>
                  </a:lnTo>
                  <a:lnTo>
                    <a:pt x="729310" y="1206627"/>
                  </a:lnTo>
                  <a:lnTo>
                    <a:pt x="712114" y="1199819"/>
                  </a:lnTo>
                  <a:lnTo>
                    <a:pt x="712114" y="1219327"/>
                  </a:lnTo>
                  <a:lnTo>
                    <a:pt x="684060" y="1244727"/>
                  </a:lnTo>
                  <a:lnTo>
                    <a:pt x="669975" y="1244727"/>
                  </a:lnTo>
                  <a:lnTo>
                    <a:pt x="669975" y="1206627"/>
                  </a:lnTo>
                  <a:lnTo>
                    <a:pt x="712114" y="1219327"/>
                  </a:lnTo>
                  <a:lnTo>
                    <a:pt x="712114" y="1199819"/>
                  </a:lnTo>
                  <a:lnTo>
                    <a:pt x="697255" y="1193927"/>
                  </a:lnTo>
                  <a:lnTo>
                    <a:pt x="666216" y="1181227"/>
                  </a:lnTo>
                  <a:lnTo>
                    <a:pt x="658050" y="1168527"/>
                  </a:lnTo>
                  <a:lnTo>
                    <a:pt x="784847" y="1168527"/>
                  </a:lnTo>
                  <a:lnTo>
                    <a:pt x="784847" y="1155827"/>
                  </a:lnTo>
                  <a:lnTo>
                    <a:pt x="658050" y="1155827"/>
                  </a:lnTo>
                  <a:lnTo>
                    <a:pt x="666216" y="1143127"/>
                  </a:lnTo>
                  <a:lnTo>
                    <a:pt x="697204" y="1130427"/>
                  </a:lnTo>
                  <a:lnTo>
                    <a:pt x="729310" y="1117727"/>
                  </a:lnTo>
                  <a:lnTo>
                    <a:pt x="750874" y="1117727"/>
                  </a:lnTo>
                  <a:lnTo>
                    <a:pt x="784847" y="1155827"/>
                  </a:lnTo>
                  <a:lnTo>
                    <a:pt x="784847" y="1129207"/>
                  </a:lnTo>
                  <a:lnTo>
                    <a:pt x="763270" y="1105027"/>
                  </a:lnTo>
                  <a:lnTo>
                    <a:pt x="759282" y="1079627"/>
                  </a:lnTo>
                  <a:lnTo>
                    <a:pt x="765937" y="1066927"/>
                  </a:lnTo>
                  <a:lnTo>
                    <a:pt x="772591" y="1054227"/>
                  </a:lnTo>
                  <a:lnTo>
                    <a:pt x="785418" y="1016127"/>
                  </a:lnTo>
                  <a:lnTo>
                    <a:pt x="797280" y="1016127"/>
                  </a:lnTo>
                  <a:lnTo>
                    <a:pt x="797280" y="990727"/>
                  </a:lnTo>
                  <a:lnTo>
                    <a:pt x="785444" y="978065"/>
                  </a:lnTo>
                  <a:lnTo>
                    <a:pt x="785444" y="1003427"/>
                  </a:lnTo>
                  <a:lnTo>
                    <a:pt x="764946" y="1003427"/>
                  </a:lnTo>
                  <a:lnTo>
                    <a:pt x="764946" y="1028827"/>
                  </a:lnTo>
                  <a:lnTo>
                    <a:pt x="756196" y="1041527"/>
                  </a:lnTo>
                  <a:lnTo>
                    <a:pt x="747445" y="1066927"/>
                  </a:lnTo>
                  <a:lnTo>
                    <a:pt x="744283" y="1064069"/>
                  </a:lnTo>
                  <a:lnTo>
                    <a:pt x="744283" y="1105027"/>
                  </a:lnTo>
                  <a:lnTo>
                    <a:pt x="731329" y="1092327"/>
                  </a:lnTo>
                  <a:lnTo>
                    <a:pt x="718642" y="1079627"/>
                  </a:lnTo>
                  <a:lnTo>
                    <a:pt x="712114" y="1073099"/>
                  </a:lnTo>
                  <a:lnTo>
                    <a:pt x="712114" y="1105027"/>
                  </a:lnTo>
                  <a:lnTo>
                    <a:pt x="691032" y="1105027"/>
                  </a:lnTo>
                  <a:lnTo>
                    <a:pt x="688771" y="1117727"/>
                  </a:lnTo>
                  <a:lnTo>
                    <a:pt x="669975" y="1117727"/>
                  </a:lnTo>
                  <a:lnTo>
                    <a:pt x="669975" y="1079627"/>
                  </a:lnTo>
                  <a:lnTo>
                    <a:pt x="684060" y="1079627"/>
                  </a:lnTo>
                  <a:lnTo>
                    <a:pt x="712114" y="1105027"/>
                  </a:lnTo>
                  <a:lnTo>
                    <a:pt x="712114" y="1073099"/>
                  </a:lnTo>
                  <a:lnTo>
                    <a:pt x="693254" y="1054227"/>
                  </a:lnTo>
                  <a:lnTo>
                    <a:pt x="690854" y="1041527"/>
                  </a:lnTo>
                  <a:lnTo>
                    <a:pt x="703808" y="1054227"/>
                  </a:lnTo>
                  <a:lnTo>
                    <a:pt x="741895" y="1092327"/>
                  </a:lnTo>
                  <a:lnTo>
                    <a:pt x="744283" y="1105027"/>
                  </a:lnTo>
                  <a:lnTo>
                    <a:pt x="744283" y="1064069"/>
                  </a:lnTo>
                  <a:lnTo>
                    <a:pt x="719429" y="1041527"/>
                  </a:lnTo>
                  <a:lnTo>
                    <a:pt x="725271" y="1028827"/>
                  </a:lnTo>
                  <a:lnTo>
                    <a:pt x="764946" y="1028827"/>
                  </a:lnTo>
                  <a:lnTo>
                    <a:pt x="764946" y="1003427"/>
                  </a:lnTo>
                  <a:lnTo>
                    <a:pt x="709828" y="1003427"/>
                  </a:lnTo>
                  <a:lnTo>
                    <a:pt x="720750" y="990727"/>
                  </a:lnTo>
                  <a:lnTo>
                    <a:pt x="774534" y="990727"/>
                  </a:lnTo>
                  <a:lnTo>
                    <a:pt x="785444" y="1003427"/>
                  </a:lnTo>
                  <a:lnTo>
                    <a:pt x="785444" y="978065"/>
                  </a:lnTo>
                  <a:lnTo>
                    <a:pt x="772375" y="952627"/>
                  </a:lnTo>
                  <a:lnTo>
                    <a:pt x="764946" y="930998"/>
                  </a:lnTo>
                  <a:lnTo>
                    <a:pt x="764946" y="978027"/>
                  </a:lnTo>
                  <a:lnTo>
                    <a:pt x="725271" y="978027"/>
                  </a:lnTo>
                  <a:lnTo>
                    <a:pt x="722553" y="965327"/>
                  </a:lnTo>
                  <a:lnTo>
                    <a:pt x="719429" y="965327"/>
                  </a:lnTo>
                  <a:lnTo>
                    <a:pt x="728764" y="952627"/>
                  </a:lnTo>
                  <a:lnTo>
                    <a:pt x="747445" y="927227"/>
                  </a:lnTo>
                  <a:lnTo>
                    <a:pt x="764946" y="978027"/>
                  </a:lnTo>
                  <a:lnTo>
                    <a:pt x="764946" y="930998"/>
                  </a:lnTo>
                  <a:lnTo>
                    <a:pt x="763651" y="927227"/>
                  </a:lnTo>
                  <a:lnTo>
                    <a:pt x="759282" y="914527"/>
                  </a:lnTo>
                  <a:lnTo>
                    <a:pt x="761276" y="901827"/>
                  </a:lnTo>
                  <a:lnTo>
                    <a:pt x="763270" y="889127"/>
                  </a:lnTo>
                  <a:lnTo>
                    <a:pt x="797280" y="863727"/>
                  </a:lnTo>
                  <a:lnTo>
                    <a:pt x="797280" y="812927"/>
                  </a:lnTo>
                  <a:lnTo>
                    <a:pt x="784847" y="803643"/>
                  </a:lnTo>
                  <a:lnTo>
                    <a:pt x="784847" y="825627"/>
                  </a:lnTo>
                  <a:lnTo>
                    <a:pt x="784847" y="851027"/>
                  </a:lnTo>
                  <a:lnTo>
                    <a:pt x="750874" y="876427"/>
                  </a:lnTo>
                  <a:lnTo>
                    <a:pt x="744283" y="880313"/>
                  </a:lnTo>
                  <a:lnTo>
                    <a:pt x="744283" y="901827"/>
                  </a:lnTo>
                  <a:lnTo>
                    <a:pt x="741895" y="914527"/>
                  </a:lnTo>
                  <a:lnTo>
                    <a:pt x="708329" y="948105"/>
                  </a:lnTo>
                  <a:lnTo>
                    <a:pt x="708329" y="978027"/>
                  </a:lnTo>
                  <a:lnTo>
                    <a:pt x="691032" y="990727"/>
                  </a:lnTo>
                  <a:lnTo>
                    <a:pt x="678891" y="1003427"/>
                  </a:lnTo>
                  <a:lnTo>
                    <a:pt x="708329" y="1016127"/>
                  </a:lnTo>
                  <a:lnTo>
                    <a:pt x="707097" y="1028827"/>
                  </a:lnTo>
                  <a:lnTo>
                    <a:pt x="669747" y="1028827"/>
                  </a:lnTo>
                  <a:lnTo>
                    <a:pt x="675500" y="1054227"/>
                  </a:lnTo>
                  <a:lnTo>
                    <a:pt x="670293" y="1066927"/>
                  </a:lnTo>
                  <a:lnTo>
                    <a:pt x="665149" y="1066927"/>
                  </a:lnTo>
                  <a:lnTo>
                    <a:pt x="652437" y="1042911"/>
                  </a:lnTo>
                  <a:lnTo>
                    <a:pt x="652437" y="1079627"/>
                  </a:lnTo>
                  <a:lnTo>
                    <a:pt x="652437" y="1130427"/>
                  </a:lnTo>
                  <a:lnTo>
                    <a:pt x="652437" y="1193927"/>
                  </a:lnTo>
                  <a:lnTo>
                    <a:pt x="652437" y="1244727"/>
                  </a:lnTo>
                  <a:lnTo>
                    <a:pt x="645045" y="1257427"/>
                  </a:lnTo>
                  <a:lnTo>
                    <a:pt x="644601" y="1257427"/>
                  </a:lnTo>
                  <a:lnTo>
                    <a:pt x="637222" y="1244727"/>
                  </a:lnTo>
                  <a:lnTo>
                    <a:pt x="637222" y="1193927"/>
                  </a:lnTo>
                  <a:lnTo>
                    <a:pt x="644601" y="1181227"/>
                  </a:lnTo>
                  <a:lnTo>
                    <a:pt x="645045" y="1181227"/>
                  </a:lnTo>
                  <a:lnTo>
                    <a:pt x="652437" y="1193927"/>
                  </a:lnTo>
                  <a:lnTo>
                    <a:pt x="652437" y="1130427"/>
                  </a:lnTo>
                  <a:lnTo>
                    <a:pt x="645045" y="1143127"/>
                  </a:lnTo>
                  <a:lnTo>
                    <a:pt x="644601" y="1143127"/>
                  </a:lnTo>
                  <a:lnTo>
                    <a:pt x="637222" y="1130427"/>
                  </a:lnTo>
                  <a:lnTo>
                    <a:pt x="637222" y="1079627"/>
                  </a:lnTo>
                  <a:lnTo>
                    <a:pt x="644601" y="1066927"/>
                  </a:lnTo>
                  <a:lnTo>
                    <a:pt x="645045" y="1066927"/>
                  </a:lnTo>
                  <a:lnTo>
                    <a:pt x="652437" y="1079627"/>
                  </a:lnTo>
                  <a:lnTo>
                    <a:pt x="652437" y="1042911"/>
                  </a:lnTo>
                  <a:lnTo>
                    <a:pt x="644982" y="1028827"/>
                  </a:lnTo>
                  <a:lnTo>
                    <a:pt x="644690" y="1028827"/>
                  </a:lnTo>
                  <a:lnTo>
                    <a:pt x="631621" y="1053515"/>
                  </a:lnTo>
                  <a:lnTo>
                    <a:pt x="631621" y="1155827"/>
                  </a:lnTo>
                  <a:lnTo>
                    <a:pt x="631621" y="1168527"/>
                  </a:lnTo>
                  <a:lnTo>
                    <a:pt x="623455" y="1181227"/>
                  </a:lnTo>
                  <a:lnTo>
                    <a:pt x="619683" y="1183157"/>
                  </a:lnTo>
                  <a:lnTo>
                    <a:pt x="619683" y="1206627"/>
                  </a:lnTo>
                  <a:lnTo>
                    <a:pt x="619683" y="1244727"/>
                  </a:lnTo>
                  <a:lnTo>
                    <a:pt x="598805" y="1244727"/>
                  </a:lnTo>
                  <a:lnTo>
                    <a:pt x="598805" y="1270127"/>
                  </a:lnTo>
                  <a:lnTo>
                    <a:pt x="585863" y="1270127"/>
                  </a:lnTo>
                  <a:lnTo>
                    <a:pt x="579958" y="1264221"/>
                  </a:lnTo>
                  <a:lnTo>
                    <a:pt x="579958" y="1320927"/>
                  </a:lnTo>
                  <a:lnTo>
                    <a:pt x="570230" y="1332141"/>
                  </a:lnTo>
                  <a:lnTo>
                    <a:pt x="570230" y="1359027"/>
                  </a:lnTo>
                  <a:lnTo>
                    <a:pt x="542201" y="1384427"/>
                  </a:lnTo>
                  <a:lnTo>
                    <a:pt x="530352" y="1363916"/>
                  </a:lnTo>
                  <a:lnTo>
                    <a:pt x="530352" y="1409827"/>
                  </a:lnTo>
                  <a:lnTo>
                    <a:pt x="526389" y="1422527"/>
                  </a:lnTo>
                  <a:lnTo>
                    <a:pt x="492379" y="1460627"/>
                  </a:lnTo>
                  <a:lnTo>
                    <a:pt x="492379" y="1333627"/>
                  </a:lnTo>
                  <a:lnTo>
                    <a:pt x="504240" y="1346327"/>
                  </a:lnTo>
                  <a:lnTo>
                    <a:pt x="517080" y="1371727"/>
                  </a:lnTo>
                  <a:lnTo>
                    <a:pt x="517283" y="1371727"/>
                  </a:lnTo>
                  <a:lnTo>
                    <a:pt x="530352" y="1409827"/>
                  </a:lnTo>
                  <a:lnTo>
                    <a:pt x="530352" y="1363916"/>
                  </a:lnTo>
                  <a:lnTo>
                    <a:pt x="527532" y="1359027"/>
                  </a:lnTo>
                  <a:lnTo>
                    <a:pt x="524713" y="1346327"/>
                  </a:lnTo>
                  <a:lnTo>
                    <a:pt x="564388" y="1346327"/>
                  </a:lnTo>
                  <a:lnTo>
                    <a:pt x="567131" y="1359027"/>
                  </a:lnTo>
                  <a:lnTo>
                    <a:pt x="570230" y="1359027"/>
                  </a:lnTo>
                  <a:lnTo>
                    <a:pt x="570230" y="1332141"/>
                  </a:lnTo>
                  <a:lnTo>
                    <a:pt x="568934" y="1333627"/>
                  </a:lnTo>
                  <a:lnTo>
                    <a:pt x="511378" y="1333627"/>
                  </a:lnTo>
                  <a:lnTo>
                    <a:pt x="504063" y="1320927"/>
                  </a:lnTo>
                  <a:lnTo>
                    <a:pt x="579958" y="1320927"/>
                  </a:lnTo>
                  <a:lnTo>
                    <a:pt x="579958" y="1264221"/>
                  </a:lnTo>
                  <a:lnTo>
                    <a:pt x="573163" y="1257427"/>
                  </a:lnTo>
                  <a:lnTo>
                    <a:pt x="570230" y="1254493"/>
                  </a:lnTo>
                  <a:lnTo>
                    <a:pt x="570230" y="1282827"/>
                  </a:lnTo>
                  <a:lnTo>
                    <a:pt x="567309" y="1295527"/>
                  </a:lnTo>
                  <a:lnTo>
                    <a:pt x="527532" y="1295527"/>
                  </a:lnTo>
                  <a:lnTo>
                    <a:pt x="542201" y="1257427"/>
                  </a:lnTo>
                  <a:lnTo>
                    <a:pt x="570230" y="1282827"/>
                  </a:lnTo>
                  <a:lnTo>
                    <a:pt x="570230" y="1254493"/>
                  </a:lnTo>
                  <a:lnTo>
                    <a:pt x="547763" y="1232027"/>
                  </a:lnTo>
                  <a:lnTo>
                    <a:pt x="545388" y="1219327"/>
                  </a:lnTo>
                  <a:lnTo>
                    <a:pt x="558330" y="1219327"/>
                  </a:lnTo>
                  <a:lnTo>
                    <a:pt x="596417" y="1257427"/>
                  </a:lnTo>
                  <a:lnTo>
                    <a:pt x="598805" y="1270127"/>
                  </a:lnTo>
                  <a:lnTo>
                    <a:pt x="598805" y="1244727"/>
                  </a:lnTo>
                  <a:lnTo>
                    <a:pt x="598627" y="1244727"/>
                  </a:lnTo>
                  <a:lnTo>
                    <a:pt x="577570" y="1219327"/>
                  </a:lnTo>
                  <a:lnTo>
                    <a:pt x="619683" y="1206627"/>
                  </a:lnTo>
                  <a:lnTo>
                    <a:pt x="619683" y="1183157"/>
                  </a:lnTo>
                  <a:lnTo>
                    <a:pt x="598627" y="1193927"/>
                  </a:lnTo>
                  <a:lnTo>
                    <a:pt x="591896" y="1193927"/>
                  </a:lnTo>
                  <a:lnTo>
                    <a:pt x="560349" y="1206627"/>
                  </a:lnTo>
                  <a:lnTo>
                    <a:pt x="538784" y="1206627"/>
                  </a:lnTo>
                  <a:lnTo>
                    <a:pt x="530352" y="1197178"/>
                  </a:lnTo>
                  <a:lnTo>
                    <a:pt x="530352" y="1232027"/>
                  </a:lnTo>
                  <a:lnTo>
                    <a:pt x="504240" y="1295527"/>
                  </a:lnTo>
                  <a:lnTo>
                    <a:pt x="492379" y="1308227"/>
                  </a:lnTo>
                  <a:lnTo>
                    <a:pt x="492379" y="1181227"/>
                  </a:lnTo>
                  <a:lnTo>
                    <a:pt x="526389" y="1219327"/>
                  </a:lnTo>
                  <a:lnTo>
                    <a:pt x="530352" y="1232027"/>
                  </a:lnTo>
                  <a:lnTo>
                    <a:pt x="530352" y="1197178"/>
                  </a:lnTo>
                  <a:lnTo>
                    <a:pt x="516128" y="1181227"/>
                  </a:lnTo>
                  <a:lnTo>
                    <a:pt x="504786" y="1168527"/>
                  </a:lnTo>
                  <a:lnTo>
                    <a:pt x="631621" y="1168527"/>
                  </a:lnTo>
                  <a:lnTo>
                    <a:pt x="631621" y="1155827"/>
                  </a:lnTo>
                  <a:lnTo>
                    <a:pt x="504786" y="1155827"/>
                  </a:lnTo>
                  <a:lnTo>
                    <a:pt x="516128" y="1143127"/>
                  </a:lnTo>
                  <a:lnTo>
                    <a:pt x="538784" y="1117727"/>
                  </a:lnTo>
                  <a:lnTo>
                    <a:pt x="560349" y="1117727"/>
                  </a:lnTo>
                  <a:lnTo>
                    <a:pt x="592391" y="1130427"/>
                  </a:lnTo>
                  <a:lnTo>
                    <a:pt x="623455" y="1143127"/>
                  </a:lnTo>
                  <a:lnTo>
                    <a:pt x="631621" y="1155827"/>
                  </a:lnTo>
                  <a:lnTo>
                    <a:pt x="631621" y="1053515"/>
                  </a:lnTo>
                  <a:lnTo>
                    <a:pt x="624522" y="1066927"/>
                  </a:lnTo>
                  <a:lnTo>
                    <a:pt x="619683" y="1066927"/>
                  </a:lnTo>
                  <a:lnTo>
                    <a:pt x="619683" y="1079627"/>
                  </a:lnTo>
                  <a:lnTo>
                    <a:pt x="619683" y="1117727"/>
                  </a:lnTo>
                  <a:lnTo>
                    <a:pt x="577570" y="1105027"/>
                  </a:lnTo>
                  <a:lnTo>
                    <a:pt x="605599" y="1079627"/>
                  </a:lnTo>
                  <a:lnTo>
                    <a:pt x="619683" y="1079627"/>
                  </a:lnTo>
                  <a:lnTo>
                    <a:pt x="619683" y="1066927"/>
                  </a:lnTo>
                  <a:lnTo>
                    <a:pt x="619353" y="1066927"/>
                  </a:lnTo>
                  <a:lnTo>
                    <a:pt x="614159" y="1054227"/>
                  </a:lnTo>
                  <a:lnTo>
                    <a:pt x="617385" y="1041527"/>
                  </a:lnTo>
                  <a:lnTo>
                    <a:pt x="620598" y="1028827"/>
                  </a:lnTo>
                  <a:lnTo>
                    <a:pt x="598627" y="1028827"/>
                  </a:lnTo>
                  <a:lnTo>
                    <a:pt x="598627" y="1041527"/>
                  </a:lnTo>
                  <a:lnTo>
                    <a:pt x="598601" y="1041742"/>
                  </a:lnTo>
                  <a:lnTo>
                    <a:pt x="596417" y="1054227"/>
                  </a:lnTo>
                  <a:lnTo>
                    <a:pt x="558330" y="1092327"/>
                  </a:lnTo>
                  <a:lnTo>
                    <a:pt x="545388" y="1105027"/>
                  </a:lnTo>
                  <a:lnTo>
                    <a:pt x="547763" y="1092327"/>
                  </a:lnTo>
                  <a:lnTo>
                    <a:pt x="573163" y="1066927"/>
                  </a:lnTo>
                  <a:lnTo>
                    <a:pt x="585863" y="1054227"/>
                  </a:lnTo>
                  <a:lnTo>
                    <a:pt x="598589" y="1041755"/>
                  </a:lnTo>
                  <a:lnTo>
                    <a:pt x="598627" y="1041527"/>
                  </a:lnTo>
                  <a:lnTo>
                    <a:pt x="598627" y="1028827"/>
                  </a:lnTo>
                  <a:lnTo>
                    <a:pt x="585635" y="1028827"/>
                  </a:lnTo>
                  <a:lnTo>
                    <a:pt x="581329" y="1016127"/>
                  </a:lnTo>
                  <a:lnTo>
                    <a:pt x="607491" y="1003427"/>
                  </a:lnTo>
                  <a:lnTo>
                    <a:pt x="610768" y="1003427"/>
                  </a:lnTo>
                  <a:lnTo>
                    <a:pt x="581329" y="978027"/>
                  </a:lnTo>
                  <a:lnTo>
                    <a:pt x="585635" y="965327"/>
                  </a:lnTo>
                  <a:lnTo>
                    <a:pt x="616877" y="978027"/>
                  </a:lnTo>
                  <a:lnTo>
                    <a:pt x="620598" y="978027"/>
                  </a:lnTo>
                  <a:lnTo>
                    <a:pt x="616305" y="952627"/>
                  </a:lnTo>
                  <a:lnTo>
                    <a:pt x="614159" y="939927"/>
                  </a:lnTo>
                  <a:lnTo>
                    <a:pt x="624522" y="939927"/>
                  </a:lnTo>
                  <a:lnTo>
                    <a:pt x="637489" y="952627"/>
                  </a:lnTo>
                  <a:lnTo>
                    <a:pt x="642556" y="965327"/>
                  </a:lnTo>
                  <a:lnTo>
                    <a:pt x="644982" y="965327"/>
                  </a:lnTo>
                  <a:lnTo>
                    <a:pt x="665149" y="939927"/>
                  </a:lnTo>
                  <a:lnTo>
                    <a:pt x="675500" y="939927"/>
                  </a:lnTo>
                  <a:lnTo>
                    <a:pt x="669747" y="978027"/>
                  </a:lnTo>
                  <a:lnTo>
                    <a:pt x="672782" y="978027"/>
                  </a:lnTo>
                  <a:lnTo>
                    <a:pt x="703999" y="965327"/>
                  </a:lnTo>
                  <a:lnTo>
                    <a:pt x="706170" y="978027"/>
                  </a:lnTo>
                  <a:lnTo>
                    <a:pt x="708329" y="978027"/>
                  </a:lnTo>
                  <a:lnTo>
                    <a:pt x="708329" y="948105"/>
                  </a:lnTo>
                  <a:lnTo>
                    <a:pt x="703808" y="952627"/>
                  </a:lnTo>
                  <a:lnTo>
                    <a:pt x="690854" y="952627"/>
                  </a:lnTo>
                  <a:lnTo>
                    <a:pt x="693254" y="939927"/>
                  </a:lnTo>
                  <a:lnTo>
                    <a:pt x="705954" y="927227"/>
                  </a:lnTo>
                  <a:lnTo>
                    <a:pt x="731329" y="901827"/>
                  </a:lnTo>
                  <a:lnTo>
                    <a:pt x="744283" y="901827"/>
                  </a:lnTo>
                  <a:lnTo>
                    <a:pt x="744283" y="880313"/>
                  </a:lnTo>
                  <a:lnTo>
                    <a:pt x="729310" y="889127"/>
                  </a:lnTo>
                  <a:lnTo>
                    <a:pt x="712114" y="882218"/>
                  </a:lnTo>
                  <a:lnTo>
                    <a:pt x="712114" y="901827"/>
                  </a:lnTo>
                  <a:lnTo>
                    <a:pt x="684060" y="927227"/>
                  </a:lnTo>
                  <a:lnTo>
                    <a:pt x="669975" y="914527"/>
                  </a:lnTo>
                  <a:lnTo>
                    <a:pt x="669975" y="876427"/>
                  </a:lnTo>
                  <a:lnTo>
                    <a:pt x="712114" y="901827"/>
                  </a:lnTo>
                  <a:lnTo>
                    <a:pt x="712114" y="882218"/>
                  </a:lnTo>
                  <a:lnTo>
                    <a:pt x="697738" y="876427"/>
                  </a:lnTo>
                  <a:lnTo>
                    <a:pt x="697204" y="876427"/>
                  </a:lnTo>
                  <a:lnTo>
                    <a:pt x="666216" y="863727"/>
                  </a:lnTo>
                  <a:lnTo>
                    <a:pt x="658050" y="851027"/>
                  </a:lnTo>
                  <a:lnTo>
                    <a:pt x="784847" y="851027"/>
                  </a:lnTo>
                  <a:lnTo>
                    <a:pt x="784847" y="825627"/>
                  </a:lnTo>
                  <a:lnTo>
                    <a:pt x="658050" y="825627"/>
                  </a:lnTo>
                  <a:lnTo>
                    <a:pt x="666216" y="812927"/>
                  </a:lnTo>
                  <a:lnTo>
                    <a:pt x="697204" y="800227"/>
                  </a:lnTo>
                  <a:lnTo>
                    <a:pt x="729310" y="787527"/>
                  </a:lnTo>
                  <a:lnTo>
                    <a:pt x="750874" y="800227"/>
                  </a:lnTo>
                  <a:lnTo>
                    <a:pt x="784847" y="825627"/>
                  </a:lnTo>
                  <a:lnTo>
                    <a:pt x="784847" y="803643"/>
                  </a:lnTo>
                  <a:lnTo>
                    <a:pt x="763270" y="787527"/>
                  </a:lnTo>
                  <a:lnTo>
                    <a:pt x="761276" y="774827"/>
                  </a:lnTo>
                  <a:lnTo>
                    <a:pt x="759282" y="762127"/>
                  </a:lnTo>
                  <a:lnTo>
                    <a:pt x="763714" y="749427"/>
                  </a:lnTo>
                  <a:lnTo>
                    <a:pt x="772591" y="724027"/>
                  </a:lnTo>
                  <a:lnTo>
                    <a:pt x="785418" y="698627"/>
                  </a:lnTo>
                  <a:lnTo>
                    <a:pt x="797280" y="685927"/>
                  </a:lnTo>
                  <a:lnTo>
                    <a:pt x="797280" y="660527"/>
                  </a:lnTo>
                  <a:lnTo>
                    <a:pt x="785571" y="660527"/>
                  </a:lnTo>
                  <a:lnTo>
                    <a:pt x="785571" y="673227"/>
                  </a:lnTo>
                  <a:lnTo>
                    <a:pt x="774534" y="685927"/>
                  </a:lnTo>
                  <a:lnTo>
                    <a:pt x="764946" y="685927"/>
                  </a:lnTo>
                  <a:lnTo>
                    <a:pt x="764946" y="698627"/>
                  </a:lnTo>
                  <a:lnTo>
                    <a:pt x="757135" y="724027"/>
                  </a:lnTo>
                  <a:lnTo>
                    <a:pt x="756196" y="724027"/>
                  </a:lnTo>
                  <a:lnTo>
                    <a:pt x="747445" y="749427"/>
                  </a:lnTo>
                  <a:lnTo>
                    <a:pt x="744283" y="745134"/>
                  </a:lnTo>
                  <a:lnTo>
                    <a:pt x="744283" y="774827"/>
                  </a:lnTo>
                  <a:lnTo>
                    <a:pt x="731329" y="774827"/>
                  </a:lnTo>
                  <a:lnTo>
                    <a:pt x="712114" y="755599"/>
                  </a:lnTo>
                  <a:lnTo>
                    <a:pt x="712114" y="774827"/>
                  </a:lnTo>
                  <a:lnTo>
                    <a:pt x="669975" y="800227"/>
                  </a:lnTo>
                  <a:lnTo>
                    <a:pt x="669975" y="762127"/>
                  </a:lnTo>
                  <a:lnTo>
                    <a:pt x="684060" y="749427"/>
                  </a:lnTo>
                  <a:lnTo>
                    <a:pt x="712114" y="774827"/>
                  </a:lnTo>
                  <a:lnTo>
                    <a:pt x="712114" y="755599"/>
                  </a:lnTo>
                  <a:lnTo>
                    <a:pt x="705954" y="749427"/>
                  </a:lnTo>
                  <a:lnTo>
                    <a:pt x="693254" y="736727"/>
                  </a:lnTo>
                  <a:lnTo>
                    <a:pt x="690854" y="724027"/>
                  </a:lnTo>
                  <a:lnTo>
                    <a:pt x="703808" y="724027"/>
                  </a:lnTo>
                  <a:lnTo>
                    <a:pt x="741895" y="762127"/>
                  </a:lnTo>
                  <a:lnTo>
                    <a:pt x="744283" y="774827"/>
                  </a:lnTo>
                  <a:lnTo>
                    <a:pt x="744283" y="745134"/>
                  </a:lnTo>
                  <a:lnTo>
                    <a:pt x="728764" y="724027"/>
                  </a:lnTo>
                  <a:lnTo>
                    <a:pt x="719429" y="711327"/>
                  </a:lnTo>
                  <a:lnTo>
                    <a:pt x="722553" y="711327"/>
                  </a:lnTo>
                  <a:lnTo>
                    <a:pt x="725271" y="698627"/>
                  </a:lnTo>
                  <a:lnTo>
                    <a:pt x="764946" y="698627"/>
                  </a:lnTo>
                  <a:lnTo>
                    <a:pt x="764946" y="685927"/>
                  </a:lnTo>
                  <a:lnTo>
                    <a:pt x="720750" y="685927"/>
                  </a:lnTo>
                  <a:lnTo>
                    <a:pt x="709676" y="673227"/>
                  </a:lnTo>
                  <a:lnTo>
                    <a:pt x="785571" y="673227"/>
                  </a:lnTo>
                  <a:lnTo>
                    <a:pt x="785571" y="660527"/>
                  </a:lnTo>
                  <a:lnTo>
                    <a:pt x="785418" y="660527"/>
                  </a:lnTo>
                  <a:lnTo>
                    <a:pt x="772591" y="622427"/>
                  </a:lnTo>
                  <a:lnTo>
                    <a:pt x="765937" y="609727"/>
                  </a:lnTo>
                  <a:lnTo>
                    <a:pt x="764946" y="607847"/>
                  </a:lnTo>
                  <a:lnTo>
                    <a:pt x="764946" y="647827"/>
                  </a:lnTo>
                  <a:lnTo>
                    <a:pt x="722350" y="647827"/>
                  </a:lnTo>
                  <a:lnTo>
                    <a:pt x="719429" y="635127"/>
                  </a:lnTo>
                  <a:lnTo>
                    <a:pt x="747445" y="609727"/>
                  </a:lnTo>
                  <a:lnTo>
                    <a:pt x="764946" y="647827"/>
                  </a:lnTo>
                  <a:lnTo>
                    <a:pt x="764946" y="607847"/>
                  </a:lnTo>
                  <a:lnTo>
                    <a:pt x="759282" y="597027"/>
                  </a:lnTo>
                  <a:lnTo>
                    <a:pt x="761276" y="584327"/>
                  </a:lnTo>
                  <a:lnTo>
                    <a:pt x="763270" y="571627"/>
                  </a:lnTo>
                  <a:lnTo>
                    <a:pt x="797280" y="533527"/>
                  </a:lnTo>
                  <a:lnTo>
                    <a:pt x="797280" y="495427"/>
                  </a:lnTo>
                  <a:lnTo>
                    <a:pt x="784847" y="481507"/>
                  </a:lnTo>
                  <a:lnTo>
                    <a:pt x="784847" y="508127"/>
                  </a:lnTo>
                  <a:lnTo>
                    <a:pt x="784847" y="520827"/>
                  </a:lnTo>
                  <a:lnTo>
                    <a:pt x="750874" y="558927"/>
                  </a:lnTo>
                  <a:lnTo>
                    <a:pt x="744283" y="558927"/>
                  </a:lnTo>
                  <a:lnTo>
                    <a:pt x="744283" y="584327"/>
                  </a:lnTo>
                  <a:lnTo>
                    <a:pt x="741895" y="597027"/>
                  </a:lnTo>
                  <a:lnTo>
                    <a:pt x="708329" y="630605"/>
                  </a:lnTo>
                  <a:lnTo>
                    <a:pt x="708329" y="660527"/>
                  </a:lnTo>
                  <a:lnTo>
                    <a:pt x="679043" y="673227"/>
                  </a:lnTo>
                  <a:lnTo>
                    <a:pt x="708329" y="698627"/>
                  </a:lnTo>
                  <a:lnTo>
                    <a:pt x="706170" y="698627"/>
                  </a:lnTo>
                  <a:lnTo>
                    <a:pt x="703999" y="711327"/>
                  </a:lnTo>
                  <a:lnTo>
                    <a:pt x="672782" y="698627"/>
                  </a:lnTo>
                  <a:lnTo>
                    <a:pt x="669036" y="698627"/>
                  </a:lnTo>
                  <a:lnTo>
                    <a:pt x="669747" y="711327"/>
                  </a:lnTo>
                  <a:lnTo>
                    <a:pt x="675500" y="736727"/>
                  </a:lnTo>
                  <a:lnTo>
                    <a:pt x="665149" y="736727"/>
                  </a:lnTo>
                  <a:lnTo>
                    <a:pt x="652437" y="720725"/>
                  </a:lnTo>
                  <a:lnTo>
                    <a:pt x="652437" y="749427"/>
                  </a:lnTo>
                  <a:lnTo>
                    <a:pt x="652437" y="812927"/>
                  </a:lnTo>
                  <a:lnTo>
                    <a:pt x="652437" y="876427"/>
                  </a:lnTo>
                  <a:lnTo>
                    <a:pt x="652437" y="927227"/>
                  </a:lnTo>
                  <a:lnTo>
                    <a:pt x="645045" y="939927"/>
                  </a:lnTo>
                  <a:lnTo>
                    <a:pt x="644601" y="939927"/>
                  </a:lnTo>
                  <a:lnTo>
                    <a:pt x="637222" y="927227"/>
                  </a:lnTo>
                  <a:lnTo>
                    <a:pt x="637222" y="876427"/>
                  </a:lnTo>
                  <a:lnTo>
                    <a:pt x="644601" y="863727"/>
                  </a:lnTo>
                  <a:lnTo>
                    <a:pt x="645045" y="863727"/>
                  </a:lnTo>
                  <a:lnTo>
                    <a:pt x="652437" y="876427"/>
                  </a:lnTo>
                  <a:lnTo>
                    <a:pt x="652437" y="812927"/>
                  </a:lnTo>
                  <a:lnTo>
                    <a:pt x="637222" y="812927"/>
                  </a:lnTo>
                  <a:lnTo>
                    <a:pt x="637222" y="749427"/>
                  </a:lnTo>
                  <a:lnTo>
                    <a:pt x="644601" y="736727"/>
                  </a:lnTo>
                  <a:lnTo>
                    <a:pt x="645045" y="736727"/>
                  </a:lnTo>
                  <a:lnTo>
                    <a:pt x="652437" y="749427"/>
                  </a:lnTo>
                  <a:lnTo>
                    <a:pt x="652437" y="720725"/>
                  </a:lnTo>
                  <a:lnTo>
                    <a:pt x="644982" y="711327"/>
                  </a:lnTo>
                  <a:lnTo>
                    <a:pt x="644690" y="711327"/>
                  </a:lnTo>
                  <a:lnTo>
                    <a:pt x="631621" y="727786"/>
                  </a:lnTo>
                  <a:lnTo>
                    <a:pt x="631621" y="825627"/>
                  </a:lnTo>
                  <a:lnTo>
                    <a:pt x="631621" y="851027"/>
                  </a:lnTo>
                  <a:lnTo>
                    <a:pt x="623455" y="863727"/>
                  </a:lnTo>
                  <a:lnTo>
                    <a:pt x="619683" y="863727"/>
                  </a:lnTo>
                  <a:lnTo>
                    <a:pt x="619683" y="876427"/>
                  </a:lnTo>
                  <a:lnTo>
                    <a:pt x="619683" y="914527"/>
                  </a:lnTo>
                  <a:lnTo>
                    <a:pt x="613168" y="927227"/>
                  </a:lnTo>
                  <a:lnTo>
                    <a:pt x="605599" y="927227"/>
                  </a:lnTo>
                  <a:lnTo>
                    <a:pt x="598805" y="914857"/>
                  </a:lnTo>
                  <a:lnTo>
                    <a:pt x="598805" y="952627"/>
                  </a:lnTo>
                  <a:lnTo>
                    <a:pt x="585863" y="952627"/>
                  </a:lnTo>
                  <a:lnTo>
                    <a:pt x="579831" y="946594"/>
                  </a:lnTo>
                  <a:lnTo>
                    <a:pt x="579831" y="1003427"/>
                  </a:lnTo>
                  <a:lnTo>
                    <a:pt x="570230" y="1003427"/>
                  </a:lnTo>
                  <a:lnTo>
                    <a:pt x="570230" y="1041527"/>
                  </a:lnTo>
                  <a:lnTo>
                    <a:pt x="542201" y="1066927"/>
                  </a:lnTo>
                  <a:lnTo>
                    <a:pt x="530352" y="1036154"/>
                  </a:lnTo>
                  <a:lnTo>
                    <a:pt x="530352" y="1079627"/>
                  </a:lnTo>
                  <a:lnTo>
                    <a:pt x="526389" y="1105027"/>
                  </a:lnTo>
                  <a:lnTo>
                    <a:pt x="492379" y="1143127"/>
                  </a:lnTo>
                  <a:lnTo>
                    <a:pt x="492379" y="1016127"/>
                  </a:lnTo>
                  <a:lnTo>
                    <a:pt x="504240" y="1016127"/>
                  </a:lnTo>
                  <a:lnTo>
                    <a:pt x="517080" y="1054227"/>
                  </a:lnTo>
                  <a:lnTo>
                    <a:pt x="517283" y="1054227"/>
                  </a:lnTo>
                  <a:lnTo>
                    <a:pt x="530352" y="1079627"/>
                  </a:lnTo>
                  <a:lnTo>
                    <a:pt x="530352" y="1036154"/>
                  </a:lnTo>
                  <a:lnTo>
                    <a:pt x="527532" y="1028827"/>
                  </a:lnTo>
                  <a:lnTo>
                    <a:pt x="567309" y="1028827"/>
                  </a:lnTo>
                  <a:lnTo>
                    <a:pt x="570230" y="1041527"/>
                  </a:lnTo>
                  <a:lnTo>
                    <a:pt x="570230" y="1003427"/>
                  </a:lnTo>
                  <a:lnTo>
                    <a:pt x="504215" y="1003427"/>
                  </a:lnTo>
                  <a:lnTo>
                    <a:pt x="515124" y="990727"/>
                  </a:lnTo>
                  <a:lnTo>
                    <a:pt x="568934" y="990727"/>
                  </a:lnTo>
                  <a:lnTo>
                    <a:pt x="579831" y="1003427"/>
                  </a:lnTo>
                  <a:lnTo>
                    <a:pt x="579831" y="946594"/>
                  </a:lnTo>
                  <a:lnTo>
                    <a:pt x="570230" y="936993"/>
                  </a:lnTo>
                  <a:lnTo>
                    <a:pt x="570230" y="965327"/>
                  </a:lnTo>
                  <a:lnTo>
                    <a:pt x="567131" y="965327"/>
                  </a:lnTo>
                  <a:lnTo>
                    <a:pt x="564388" y="978027"/>
                  </a:lnTo>
                  <a:lnTo>
                    <a:pt x="524713" y="978027"/>
                  </a:lnTo>
                  <a:lnTo>
                    <a:pt x="527532" y="965327"/>
                  </a:lnTo>
                  <a:lnTo>
                    <a:pt x="542201" y="927227"/>
                  </a:lnTo>
                  <a:lnTo>
                    <a:pt x="570230" y="965327"/>
                  </a:lnTo>
                  <a:lnTo>
                    <a:pt x="570230" y="936993"/>
                  </a:lnTo>
                  <a:lnTo>
                    <a:pt x="560463" y="927227"/>
                  </a:lnTo>
                  <a:lnTo>
                    <a:pt x="547763" y="914527"/>
                  </a:lnTo>
                  <a:lnTo>
                    <a:pt x="545388" y="901827"/>
                  </a:lnTo>
                  <a:lnTo>
                    <a:pt x="558330" y="901827"/>
                  </a:lnTo>
                  <a:lnTo>
                    <a:pt x="596417" y="939927"/>
                  </a:lnTo>
                  <a:lnTo>
                    <a:pt x="598805" y="952627"/>
                  </a:lnTo>
                  <a:lnTo>
                    <a:pt x="598805" y="914857"/>
                  </a:lnTo>
                  <a:lnTo>
                    <a:pt x="598627" y="914527"/>
                  </a:lnTo>
                  <a:lnTo>
                    <a:pt x="577570" y="901827"/>
                  </a:lnTo>
                  <a:lnTo>
                    <a:pt x="598627" y="889127"/>
                  </a:lnTo>
                  <a:lnTo>
                    <a:pt x="619683" y="876427"/>
                  </a:lnTo>
                  <a:lnTo>
                    <a:pt x="619683" y="863727"/>
                  </a:lnTo>
                  <a:lnTo>
                    <a:pt x="598627" y="863727"/>
                  </a:lnTo>
                  <a:lnTo>
                    <a:pt x="592429" y="876427"/>
                  </a:lnTo>
                  <a:lnTo>
                    <a:pt x="591896" y="876427"/>
                  </a:lnTo>
                  <a:lnTo>
                    <a:pt x="560349" y="889127"/>
                  </a:lnTo>
                  <a:lnTo>
                    <a:pt x="538784" y="876427"/>
                  </a:lnTo>
                  <a:lnTo>
                    <a:pt x="530352" y="870127"/>
                  </a:lnTo>
                  <a:lnTo>
                    <a:pt x="530352" y="914527"/>
                  </a:lnTo>
                  <a:lnTo>
                    <a:pt x="517283" y="952627"/>
                  </a:lnTo>
                  <a:lnTo>
                    <a:pt x="511378" y="965327"/>
                  </a:lnTo>
                  <a:lnTo>
                    <a:pt x="504240" y="978027"/>
                  </a:lnTo>
                  <a:lnTo>
                    <a:pt x="492379" y="990727"/>
                  </a:lnTo>
                  <a:lnTo>
                    <a:pt x="492379" y="863727"/>
                  </a:lnTo>
                  <a:lnTo>
                    <a:pt x="526389" y="889127"/>
                  </a:lnTo>
                  <a:lnTo>
                    <a:pt x="530352" y="914527"/>
                  </a:lnTo>
                  <a:lnTo>
                    <a:pt x="530352" y="870127"/>
                  </a:lnTo>
                  <a:lnTo>
                    <a:pt x="521792" y="863727"/>
                  </a:lnTo>
                  <a:lnTo>
                    <a:pt x="504786" y="851027"/>
                  </a:lnTo>
                  <a:lnTo>
                    <a:pt x="631621" y="851027"/>
                  </a:lnTo>
                  <a:lnTo>
                    <a:pt x="631621" y="825627"/>
                  </a:lnTo>
                  <a:lnTo>
                    <a:pt x="511378" y="825627"/>
                  </a:lnTo>
                  <a:lnTo>
                    <a:pt x="525081" y="812927"/>
                  </a:lnTo>
                  <a:lnTo>
                    <a:pt x="538784" y="800227"/>
                  </a:lnTo>
                  <a:lnTo>
                    <a:pt x="560349" y="787527"/>
                  </a:lnTo>
                  <a:lnTo>
                    <a:pt x="591896" y="800227"/>
                  </a:lnTo>
                  <a:lnTo>
                    <a:pt x="592429" y="800227"/>
                  </a:lnTo>
                  <a:lnTo>
                    <a:pt x="623455" y="812927"/>
                  </a:lnTo>
                  <a:lnTo>
                    <a:pt x="631621" y="825627"/>
                  </a:lnTo>
                  <a:lnTo>
                    <a:pt x="631621" y="727786"/>
                  </a:lnTo>
                  <a:lnTo>
                    <a:pt x="624522" y="736727"/>
                  </a:lnTo>
                  <a:lnTo>
                    <a:pt x="619683" y="736727"/>
                  </a:lnTo>
                  <a:lnTo>
                    <a:pt x="619683" y="762127"/>
                  </a:lnTo>
                  <a:lnTo>
                    <a:pt x="619683" y="800227"/>
                  </a:lnTo>
                  <a:lnTo>
                    <a:pt x="598627" y="787527"/>
                  </a:lnTo>
                  <a:lnTo>
                    <a:pt x="577570" y="774827"/>
                  </a:lnTo>
                  <a:lnTo>
                    <a:pt x="598627" y="762127"/>
                  </a:lnTo>
                  <a:lnTo>
                    <a:pt x="605599" y="749427"/>
                  </a:lnTo>
                  <a:lnTo>
                    <a:pt x="613168" y="749427"/>
                  </a:lnTo>
                  <a:lnTo>
                    <a:pt x="619683" y="762127"/>
                  </a:lnTo>
                  <a:lnTo>
                    <a:pt x="619683" y="736727"/>
                  </a:lnTo>
                  <a:lnTo>
                    <a:pt x="614159" y="736727"/>
                  </a:lnTo>
                  <a:lnTo>
                    <a:pt x="616305" y="724027"/>
                  </a:lnTo>
                  <a:lnTo>
                    <a:pt x="620598" y="698627"/>
                  </a:lnTo>
                  <a:lnTo>
                    <a:pt x="616877" y="698627"/>
                  </a:lnTo>
                  <a:lnTo>
                    <a:pt x="598627" y="706056"/>
                  </a:lnTo>
                  <a:lnTo>
                    <a:pt x="598627" y="724027"/>
                  </a:lnTo>
                  <a:lnTo>
                    <a:pt x="596417" y="736727"/>
                  </a:lnTo>
                  <a:lnTo>
                    <a:pt x="558330" y="774827"/>
                  </a:lnTo>
                  <a:lnTo>
                    <a:pt x="545388" y="774827"/>
                  </a:lnTo>
                  <a:lnTo>
                    <a:pt x="547763" y="762127"/>
                  </a:lnTo>
                  <a:lnTo>
                    <a:pt x="560463" y="749427"/>
                  </a:lnTo>
                  <a:lnTo>
                    <a:pt x="585863" y="724027"/>
                  </a:lnTo>
                  <a:lnTo>
                    <a:pt x="598627" y="724027"/>
                  </a:lnTo>
                  <a:lnTo>
                    <a:pt x="598627" y="706056"/>
                  </a:lnTo>
                  <a:lnTo>
                    <a:pt x="585635" y="711327"/>
                  </a:lnTo>
                  <a:lnTo>
                    <a:pt x="581329" y="698627"/>
                  </a:lnTo>
                  <a:lnTo>
                    <a:pt x="607491" y="685927"/>
                  </a:lnTo>
                  <a:lnTo>
                    <a:pt x="610616" y="673227"/>
                  </a:lnTo>
                  <a:lnTo>
                    <a:pt x="598627" y="673227"/>
                  </a:lnTo>
                  <a:lnTo>
                    <a:pt x="581329" y="660527"/>
                  </a:lnTo>
                  <a:lnTo>
                    <a:pt x="585635" y="647827"/>
                  </a:lnTo>
                  <a:lnTo>
                    <a:pt x="620598" y="647827"/>
                  </a:lnTo>
                  <a:lnTo>
                    <a:pt x="617385" y="635127"/>
                  </a:lnTo>
                  <a:lnTo>
                    <a:pt x="614159" y="622427"/>
                  </a:lnTo>
                  <a:lnTo>
                    <a:pt x="619353" y="622427"/>
                  </a:lnTo>
                  <a:lnTo>
                    <a:pt x="621449" y="609727"/>
                  </a:lnTo>
                  <a:lnTo>
                    <a:pt x="624522" y="609727"/>
                  </a:lnTo>
                  <a:lnTo>
                    <a:pt x="637489" y="635127"/>
                  </a:lnTo>
                  <a:lnTo>
                    <a:pt x="644690" y="647827"/>
                  </a:lnTo>
                  <a:lnTo>
                    <a:pt x="644982" y="647827"/>
                  </a:lnTo>
                  <a:lnTo>
                    <a:pt x="665149" y="609727"/>
                  </a:lnTo>
                  <a:lnTo>
                    <a:pt x="668235" y="609727"/>
                  </a:lnTo>
                  <a:lnTo>
                    <a:pt x="675500" y="622427"/>
                  </a:lnTo>
                  <a:lnTo>
                    <a:pt x="669747" y="647827"/>
                  </a:lnTo>
                  <a:lnTo>
                    <a:pt x="706170" y="647827"/>
                  </a:lnTo>
                  <a:lnTo>
                    <a:pt x="707085" y="660527"/>
                  </a:lnTo>
                  <a:lnTo>
                    <a:pt x="708329" y="660527"/>
                  </a:lnTo>
                  <a:lnTo>
                    <a:pt x="708329" y="630605"/>
                  </a:lnTo>
                  <a:lnTo>
                    <a:pt x="703808" y="635127"/>
                  </a:lnTo>
                  <a:lnTo>
                    <a:pt x="691032" y="635127"/>
                  </a:lnTo>
                  <a:lnTo>
                    <a:pt x="693254" y="622427"/>
                  </a:lnTo>
                  <a:lnTo>
                    <a:pt x="718642" y="597027"/>
                  </a:lnTo>
                  <a:lnTo>
                    <a:pt x="731329" y="584327"/>
                  </a:lnTo>
                  <a:lnTo>
                    <a:pt x="744283" y="584327"/>
                  </a:lnTo>
                  <a:lnTo>
                    <a:pt x="744283" y="558927"/>
                  </a:lnTo>
                  <a:lnTo>
                    <a:pt x="729310" y="558927"/>
                  </a:lnTo>
                  <a:lnTo>
                    <a:pt x="712114" y="552119"/>
                  </a:lnTo>
                  <a:lnTo>
                    <a:pt x="712114" y="571627"/>
                  </a:lnTo>
                  <a:lnTo>
                    <a:pt x="684060" y="597027"/>
                  </a:lnTo>
                  <a:lnTo>
                    <a:pt x="669975" y="597027"/>
                  </a:lnTo>
                  <a:lnTo>
                    <a:pt x="669975" y="558927"/>
                  </a:lnTo>
                  <a:lnTo>
                    <a:pt x="712114" y="571627"/>
                  </a:lnTo>
                  <a:lnTo>
                    <a:pt x="712114" y="552119"/>
                  </a:lnTo>
                  <a:lnTo>
                    <a:pt x="697255" y="546227"/>
                  </a:lnTo>
                  <a:lnTo>
                    <a:pt x="666216" y="533527"/>
                  </a:lnTo>
                  <a:lnTo>
                    <a:pt x="658050" y="520827"/>
                  </a:lnTo>
                  <a:lnTo>
                    <a:pt x="784847" y="520827"/>
                  </a:lnTo>
                  <a:lnTo>
                    <a:pt x="784847" y="508127"/>
                  </a:lnTo>
                  <a:lnTo>
                    <a:pt x="658050" y="508127"/>
                  </a:lnTo>
                  <a:lnTo>
                    <a:pt x="666216" y="495427"/>
                  </a:lnTo>
                  <a:lnTo>
                    <a:pt x="697204" y="482727"/>
                  </a:lnTo>
                  <a:lnTo>
                    <a:pt x="729310" y="470027"/>
                  </a:lnTo>
                  <a:lnTo>
                    <a:pt x="750874" y="470027"/>
                  </a:lnTo>
                  <a:lnTo>
                    <a:pt x="784847" y="508127"/>
                  </a:lnTo>
                  <a:lnTo>
                    <a:pt x="784847" y="481507"/>
                  </a:lnTo>
                  <a:lnTo>
                    <a:pt x="763270" y="457327"/>
                  </a:lnTo>
                  <a:lnTo>
                    <a:pt x="759282" y="444627"/>
                  </a:lnTo>
                  <a:lnTo>
                    <a:pt x="767537" y="420966"/>
                  </a:lnTo>
                  <a:lnTo>
                    <a:pt x="779691" y="430809"/>
                  </a:lnTo>
                  <a:lnTo>
                    <a:pt x="797280" y="448894"/>
                  </a:lnTo>
                  <a:lnTo>
                    <a:pt x="797280" y="389001"/>
                  </a:lnTo>
                  <a:lnTo>
                    <a:pt x="784517" y="377659"/>
                  </a:lnTo>
                  <a:lnTo>
                    <a:pt x="815225" y="335546"/>
                  </a:lnTo>
                  <a:lnTo>
                    <a:pt x="828433" y="296811"/>
                  </a:lnTo>
                  <a:lnTo>
                    <a:pt x="826427" y="261061"/>
                  </a:lnTo>
                  <a:lnTo>
                    <a:pt x="811453" y="227914"/>
                  </a:lnTo>
                  <a:lnTo>
                    <a:pt x="785774" y="197027"/>
                  </a:lnTo>
                  <a:lnTo>
                    <a:pt x="782878" y="194576"/>
                  </a:lnTo>
                  <a:lnTo>
                    <a:pt x="782878" y="284480"/>
                  </a:lnTo>
                  <a:lnTo>
                    <a:pt x="775741" y="311175"/>
                  </a:lnTo>
                  <a:lnTo>
                    <a:pt x="772591" y="304927"/>
                  </a:lnTo>
                  <a:lnTo>
                    <a:pt x="768146" y="292227"/>
                  </a:lnTo>
                  <a:lnTo>
                    <a:pt x="764794" y="282625"/>
                  </a:lnTo>
                  <a:lnTo>
                    <a:pt x="764794" y="329920"/>
                  </a:lnTo>
                  <a:lnTo>
                    <a:pt x="764476" y="330327"/>
                  </a:lnTo>
                  <a:lnTo>
                    <a:pt x="754849" y="330327"/>
                  </a:lnTo>
                  <a:lnTo>
                    <a:pt x="754849" y="343027"/>
                  </a:lnTo>
                  <a:lnTo>
                    <a:pt x="752538" y="346087"/>
                  </a:lnTo>
                  <a:lnTo>
                    <a:pt x="752538" y="408813"/>
                  </a:lnTo>
                  <a:lnTo>
                    <a:pt x="747445" y="419227"/>
                  </a:lnTo>
                  <a:lnTo>
                    <a:pt x="744283" y="416369"/>
                  </a:lnTo>
                  <a:lnTo>
                    <a:pt x="744283" y="457327"/>
                  </a:lnTo>
                  <a:lnTo>
                    <a:pt x="731329" y="457327"/>
                  </a:lnTo>
                  <a:lnTo>
                    <a:pt x="712114" y="438099"/>
                  </a:lnTo>
                  <a:lnTo>
                    <a:pt x="712114" y="457327"/>
                  </a:lnTo>
                  <a:lnTo>
                    <a:pt x="669975" y="470027"/>
                  </a:lnTo>
                  <a:lnTo>
                    <a:pt x="669975" y="431927"/>
                  </a:lnTo>
                  <a:lnTo>
                    <a:pt x="684060" y="431927"/>
                  </a:lnTo>
                  <a:lnTo>
                    <a:pt x="712114" y="457327"/>
                  </a:lnTo>
                  <a:lnTo>
                    <a:pt x="712114" y="438099"/>
                  </a:lnTo>
                  <a:lnTo>
                    <a:pt x="705954" y="431927"/>
                  </a:lnTo>
                  <a:lnTo>
                    <a:pt x="693254" y="419227"/>
                  </a:lnTo>
                  <a:lnTo>
                    <a:pt x="690854" y="406527"/>
                  </a:lnTo>
                  <a:lnTo>
                    <a:pt x="703808" y="406527"/>
                  </a:lnTo>
                  <a:lnTo>
                    <a:pt x="717562" y="419227"/>
                  </a:lnTo>
                  <a:lnTo>
                    <a:pt x="741895" y="444627"/>
                  </a:lnTo>
                  <a:lnTo>
                    <a:pt x="744283" y="457327"/>
                  </a:lnTo>
                  <a:lnTo>
                    <a:pt x="744283" y="416369"/>
                  </a:lnTo>
                  <a:lnTo>
                    <a:pt x="733437" y="406527"/>
                  </a:lnTo>
                  <a:lnTo>
                    <a:pt x="719429" y="393827"/>
                  </a:lnTo>
                  <a:lnTo>
                    <a:pt x="722553" y="381127"/>
                  </a:lnTo>
                  <a:lnTo>
                    <a:pt x="737577" y="381127"/>
                  </a:lnTo>
                  <a:lnTo>
                    <a:pt x="739013" y="397827"/>
                  </a:lnTo>
                  <a:lnTo>
                    <a:pt x="752538" y="408813"/>
                  </a:lnTo>
                  <a:lnTo>
                    <a:pt x="752538" y="346087"/>
                  </a:lnTo>
                  <a:lnTo>
                    <a:pt x="745413" y="355485"/>
                  </a:lnTo>
                  <a:lnTo>
                    <a:pt x="736180" y="364845"/>
                  </a:lnTo>
                  <a:lnTo>
                    <a:pt x="736485" y="368427"/>
                  </a:lnTo>
                  <a:lnTo>
                    <a:pt x="720750" y="368427"/>
                  </a:lnTo>
                  <a:lnTo>
                    <a:pt x="709828" y="355727"/>
                  </a:lnTo>
                  <a:lnTo>
                    <a:pt x="720750" y="343027"/>
                  </a:lnTo>
                  <a:lnTo>
                    <a:pt x="754849" y="343027"/>
                  </a:lnTo>
                  <a:lnTo>
                    <a:pt x="754849" y="330327"/>
                  </a:lnTo>
                  <a:lnTo>
                    <a:pt x="725271" y="330327"/>
                  </a:lnTo>
                  <a:lnTo>
                    <a:pt x="722553" y="317627"/>
                  </a:lnTo>
                  <a:lnTo>
                    <a:pt x="719429" y="317627"/>
                  </a:lnTo>
                  <a:lnTo>
                    <a:pt x="733437" y="304927"/>
                  </a:lnTo>
                  <a:lnTo>
                    <a:pt x="747445" y="292227"/>
                  </a:lnTo>
                  <a:lnTo>
                    <a:pt x="756196" y="304927"/>
                  </a:lnTo>
                  <a:lnTo>
                    <a:pt x="764794" y="329920"/>
                  </a:lnTo>
                  <a:lnTo>
                    <a:pt x="764794" y="282625"/>
                  </a:lnTo>
                  <a:lnTo>
                    <a:pt x="759282" y="266827"/>
                  </a:lnTo>
                  <a:lnTo>
                    <a:pt x="763270" y="254127"/>
                  </a:lnTo>
                  <a:lnTo>
                    <a:pt x="768946" y="246214"/>
                  </a:lnTo>
                  <a:lnTo>
                    <a:pt x="775500" y="254787"/>
                  </a:lnTo>
                  <a:lnTo>
                    <a:pt x="782878" y="284480"/>
                  </a:lnTo>
                  <a:lnTo>
                    <a:pt x="782878" y="194576"/>
                  </a:lnTo>
                  <a:lnTo>
                    <a:pt x="757948" y="173418"/>
                  </a:lnTo>
                  <a:lnTo>
                    <a:pt x="757948" y="231800"/>
                  </a:lnTo>
                  <a:lnTo>
                    <a:pt x="750874" y="241427"/>
                  </a:lnTo>
                  <a:lnTo>
                    <a:pt x="744283" y="241427"/>
                  </a:lnTo>
                  <a:lnTo>
                    <a:pt x="744283" y="254127"/>
                  </a:lnTo>
                  <a:lnTo>
                    <a:pt x="741895" y="266827"/>
                  </a:lnTo>
                  <a:lnTo>
                    <a:pt x="708329" y="300405"/>
                  </a:lnTo>
                  <a:lnTo>
                    <a:pt x="708329" y="330327"/>
                  </a:lnTo>
                  <a:lnTo>
                    <a:pt x="678891" y="355727"/>
                  </a:lnTo>
                  <a:lnTo>
                    <a:pt x="691032" y="368427"/>
                  </a:lnTo>
                  <a:lnTo>
                    <a:pt x="708329" y="381127"/>
                  </a:lnTo>
                  <a:lnTo>
                    <a:pt x="669747" y="381127"/>
                  </a:lnTo>
                  <a:lnTo>
                    <a:pt x="675500" y="419227"/>
                  </a:lnTo>
                  <a:lnTo>
                    <a:pt x="665149" y="419227"/>
                  </a:lnTo>
                  <a:lnTo>
                    <a:pt x="652437" y="403225"/>
                  </a:lnTo>
                  <a:lnTo>
                    <a:pt x="652437" y="431927"/>
                  </a:lnTo>
                  <a:lnTo>
                    <a:pt x="652437" y="482727"/>
                  </a:lnTo>
                  <a:lnTo>
                    <a:pt x="652437" y="546227"/>
                  </a:lnTo>
                  <a:lnTo>
                    <a:pt x="652437" y="597027"/>
                  </a:lnTo>
                  <a:lnTo>
                    <a:pt x="645045" y="609727"/>
                  </a:lnTo>
                  <a:lnTo>
                    <a:pt x="644601" y="609727"/>
                  </a:lnTo>
                  <a:lnTo>
                    <a:pt x="637222" y="597027"/>
                  </a:lnTo>
                  <a:lnTo>
                    <a:pt x="637222" y="546227"/>
                  </a:lnTo>
                  <a:lnTo>
                    <a:pt x="644601" y="533527"/>
                  </a:lnTo>
                  <a:lnTo>
                    <a:pt x="645045" y="533527"/>
                  </a:lnTo>
                  <a:lnTo>
                    <a:pt x="652437" y="546227"/>
                  </a:lnTo>
                  <a:lnTo>
                    <a:pt x="652437" y="482727"/>
                  </a:lnTo>
                  <a:lnTo>
                    <a:pt x="645045" y="495427"/>
                  </a:lnTo>
                  <a:lnTo>
                    <a:pt x="644601" y="495427"/>
                  </a:lnTo>
                  <a:lnTo>
                    <a:pt x="637222" y="482727"/>
                  </a:lnTo>
                  <a:lnTo>
                    <a:pt x="637222" y="431927"/>
                  </a:lnTo>
                  <a:lnTo>
                    <a:pt x="644601" y="419227"/>
                  </a:lnTo>
                  <a:lnTo>
                    <a:pt x="645045" y="419227"/>
                  </a:lnTo>
                  <a:lnTo>
                    <a:pt x="652437" y="431927"/>
                  </a:lnTo>
                  <a:lnTo>
                    <a:pt x="652437" y="403225"/>
                  </a:lnTo>
                  <a:lnTo>
                    <a:pt x="644982" y="393827"/>
                  </a:lnTo>
                  <a:lnTo>
                    <a:pt x="644690" y="393827"/>
                  </a:lnTo>
                  <a:lnTo>
                    <a:pt x="631621" y="410286"/>
                  </a:lnTo>
                  <a:lnTo>
                    <a:pt x="631621" y="508127"/>
                  </a:lnTo>
                  <a:lnTo>
                    <a:pt x="631621" y="520827"/>
                  </a:lnTo>
                  <a:lnTo>
                    <a:pt x="623455" y="533527"/>
                  </a:lnTo>
                  <a:lnTo>
                    <a:pt x="619683" y="535457"/>
                  </a:lnTo>
                  <a:lnTo>
                    <a:pt x="619683" y="558927"/>
                  </a:lnTo>
                  <a:lnTo>
                    <a:pt x="619683" y="597027"/>
                  </a:lnTo>
                  <a:lnTo>
                    <a:pt x="598805" y="597027"/>
                  </a:lnTo>
                  <a:lnTo>
                    <a:pt x="598805" y="635127"/>
                  </a:lnTo>
                  <a:lnTo>
                    <a:pt x="585863" y="635127"/>
                  </a:lnTo>
                  <a:lnTo>
                    <a:pt x="579958" y="629221"/>
                  </a:lnTo>
                  <a:lnTo>
                    <a:pt x="579958" y="673227"/>
                  </a:lnTo>
                  <a:lnTo>
                    <a:pt x="570230" y="684441"/>
                  </a:lnTo>
                  <a:lnTo>
                    <a:pt x="570230" y="711327"/>
                  </a:lnTo>
                  <a:lnTo>
                    <a:pt x="542201" y="749427"/>
                  </a:lnTo>
                  <a:lnTo>
                    <a:pt x="532523" y="724027"/>
                  </a:lnTo>
                  <a:lnTo>
                    <a:pt x="530352" y="716965"/>
                  </a:lnTo>
                  <a:lnTo>
                    <a:pt x="530352" y="762127"/>
                  </a:lnTo>
                  <a:lnTo>
                    <a:pt x="526389" y="787527"/>
                  </a:lnTo>
                  <a:lnTo>
                    <a:pt x="492379" y="812927"/>
                  </a:lnTo>
                  <a:lnTo>
                    <a:pt x="492379" y="685927"/>
                  </a:lnTo>
                  <a:lnTo>
                    <a:pt x="504240" y="698627"/>
                  </a:lnTo>
                  <a:lnTo>
                    <a:pt x="517080" y="724027"/>
                  </a:lnTo>
                  <a:lnTo>
                    <a:pt x="517283" y="736727"/>
                  </a:lnTo>
                  <a:lnTo>
                    <a:pt x="530352" y="762127"/>
                  </a:lnTo>
                  <a:lnTo>
                    <a:pt x="530352" y="716965"/>
                  </a:lnTo>
                  <a:lnTo>
                    <a:pt x="524713" y="698627"/>
                  </a:lnTo>
                  <a:lnTo>
                    <a:pt x="564388" y="698627"/>
                  </a:lnTo>
                  <a:lnTo>
                    <a:pt x="567131" y="711327"/>
                  </a:lnTo>
                  <a:lnTo>
                    <a:pt x="570230" y="711327"/>
                  </a:lnTo>
                  <a:lnTo>
                    <a:pt x="570230" y="684441"/>
                  </a:lnTo>
                  <a:lnTo>
                    <a:pt x="568934" y="685927"/>
                  </a:lnTo>
                  <a:lnTo>
                    <a:pt x="515124" y="685927"/>
                  </a:lnTo>
                  <a:lnTo>
                    <a:pt x="504063" y="673227"/>
                  </a:lnTo>
                  <a:lnTo>
                    <a:pt x="579958" y="673227"/>
                  </a:lnTo>
                  <a:lnTo>
                    <a:pt x="579958" y="629221"/>
                  </a:lnTo>
                  <a:lnTo>
                    <a:pt x="570230" y="619493"/>
                  </a:lnTo>
                  <a:lnTo>
                    <a:pt x="570230" y="635127"/>
                  </a:lnTo>
                  <a:lnTo>
                    <a:pt x="567309" y="647827"/>
                  </a:lnTo>
                  <a:lnTo>
                    <a:pt x="524713" y="647827"/>
                  </a:lnTo>
                  <a:lnTo>
                    <a:pt x="542201" y="609727"/>
                  </a:lnTo>
                  <a:lnTo>
                    <a:pt x="570230" y="635127"/>
                  </a:lnTo>
                  <a:lnTo>
                    <a:pt x="570230" y="619493"/>
                  </a:lnTo>
                  <a:lnTo>
                    <a:pt x="560463" y="609727"/>
                  </a:lnTo>
                  <a:lnTo>
                    <a:pt x="547763" y="597027"/>
                  </a:lnTo>
                  <a:lnTo>
                    <a:pt x="545388" y="584327"/>
                  </a:lnTo>
                  <a:lnTo>
                    <a:pt x="558330" y="584327"/>
                  </a:lnTo>
                  <a:lnTo>
                    <a:pt x="596417" y="622427"/>
                  </a:lnTo>
                  <a:lnTo>
                    <a:pt x="598805" y="635127"/>
                  </a:lnTo>
                  <a:lnTo>
                    <a:pt x="598805" y="597027"/>
                  </a:lnTo>
                  <a:lnTo>
                    <a:pt x="598627" y="597027"/>
                  </a:lnTo>
                  <a:lnTo>
                    <a:pt x="588098" y="584327"/>
                  </a:lnTo>
                  <a:lnTo>
                    <a:pt x="577570" y="571627"/>
                  </a:lnTo>
                  <a:lnTo>
                    <a:pt x="619683" y="558927"/>
                  </a:lnTo>
                  <a:lnTo>
                    <a:pt x="619683" y="535457"/>
                  </a:lnTo>
                  <a:lnTo>
                    <a:pt x="598627" y="546227"/>
                  </a:lnTo>
                  <a:lnTo>
                    <a:pt x="592391" y="546227"/>
                  </a:lnTo>
                  <a:lnTo>
                    <a:pt x="560349" y="558927"/>
                  </a:lnTo>
                  <a:lnTo>
                    <a:pt x="538784" y="558927"/>
                  </a:lnTo>
                  <a:lnTo>
                    <a:pt x="530352" y="549478"/>
                  </a:lnTo>
                  <a:lnTo>
                    <a:pt x="530352" y="597027"/>
                  </a:lnTo>
                  <a:lnTo>
                    <a:pt x="517080" y="622427"/>
                  </a:lnTo>
                  <a:lnTo>
                    <a:pt x="504240" y="660527"/>
                  </a:lnTo>
                  <a:lnTo>
                    <a:pt x="492379" y="660527"/>
                  </a:lnTo>
                  <a:lnTo>
                    <a:pt x="492379" y="533527"/>
                  </a:lnTo>
                  <a:lnTo>
                    <a:pt x="511378" y="558927"/>
                  </a:lnTo>
                  <a:lnTo>
                    <a:pt x="526389" y="571627"/>
                  </a:lnTo>
                  <a:lnTo>
                    <a:pt x="530352" y="597027"/>
                  </a:lnTo>
                  <a:lnTo>
                    <a:pt x="530352" y="549478"/>
                  </a:lnTo>
                  <a:lnTo>
                    <a:pt x="516128" y="533527"/>
                  </a:lnTo>
                  <a:lnTo>
                    <a:pt x="504786" y="520827"/>
                  </a:lnTo>
                  <a:lnTo>
                    <a:pt x="631621" y="520827"/>
                  </a:lnTo>
                  <a:lnTo>
                    <a:pt x="631621" y="508127"/>
                  </a:lnTo>
                  <a:lnTo>
                    <a:pt x="504786" y="508127"/>
                  </a:lnTo>
                  <a:lnTo>
                    <a:pt x="516128" y="495427"/>
                  </a:lnTo>
                  <a:lnTo>
                    <a:pt x="538784" y="470027"/>
                  </a:lnTo>
                  <a:lnTo>
                    <a:pt x="560349" y="470027"/>
                  </a:lnTo>
                  <a:lnTo>
                    <a:pt x="591896" y="482727"/>
                  </a:lnTo>
                  <a:lnTo>
                    <a:pt x="592429" y="482727"/>
                  </a:lnTo>
                  <a:lnTo>
                    <a:pt x="623455" y="495427"/>
                  </a:lnTo>
                  <a:lnTo>
                    <a:pt x="631621" y="508127"/>
                  </a:lnTo>
                  <a:lnTo>
                    <a:pt x="631621" y="410286"/>
                  </a:lnTo>
                  <a:lnTo>
                    <a:pt x="624522" y="419227"/>
                  </a:lnTo>
                  <a:lnTo>
                    <a:pt x="619683" y="419227"/>
                  </a:lnTo>
                  <a:lnTo>
                    <a:pt x="619683" y="431927"/>
                  </a:lnTo>
                  <a:lnTo>
                    <a:pt x="619683" y="470027"/>
                  </a:lnTo>
                  <a:lnTo>
                    <a:pt x="598627" y="470027"/>
                  </a:lnTo>
                  <a:lnTo>
                    <a:pt x="577570" y="457327"/>
                  </a:lnTo>
                  <a:lnTo>
                    <a:pt x="605599" y="431927"/>
                  </a:lnTo>
                  <a:lnTo>
                    <a:pt x="619683" y="431927"/>
                  </a:lnTo>
                  <a:lnTo>
                    <a:pt x="619683" y="419227"/>
                  </a:lnTo>
                  <a:lnTo>
                    <a:pt x="614159" y="419227"/>
                  </a:lnTo>
                  <a:lnTo>
                    <a:pt x="616305" y="406527"/>
                  </a:lnTo>
                  <a:lnTo>
                    <a:pt x="620598" y="381127"/>
                  </a:lnTo>
                  <a:lnTo>
                    <a:pt x="598627" y="381127"/>
                  </a:lnTo>
                  <a:lnTo>
                    <a:pt x="598627" y="406527"/>
                  </a:lnTo>
                  <a:lnTo>
                    <a:pt x="596417" y="419227"/>
                  </a:lnTo>
                  <a:lnTo>
                    <a:pt x="558330" y="457327"/>
                  </a:lnTo>
                  <a:lnTo>
                    <a:pt x="545388" y="457327"/>
                  </a:lnTo>
                  <a:lnTo>
                    <a:pt x="547763" y="444627"/>
                  </a:lnTo>
                  <a:lnTo>
                    <a:pt x="573163" y="419227"/>
                  </a:lnTo>
                  <a:lnTo>
                    <a:pt x="585863" y="406527"/>
                  </a:lnTo>
                  <a:lnTo>
                    <a:pt x="598627" y="406527"/>
                  </a:lnTo>
                  <a:lnTo>
                    <a:pt x="598627" y="381127"/>
                  </a:lnTo>
                  <a:lnTo>
                    <a:pt x="581329" y="381127"/>
                  </a:lnTo>
                  <a:lnTo>
                    <a:pt x="610768" y="355727"/>
                  </a:lnTo>
                  <a:lnTo>
                    <a:pt x="581329" y="330327"/>
                  </a:lnTo>
                  <a:lnTo>
                    <a:pt x="620598" y="330327"/>
                  </a:lnTo>
                  <a:lnTo>
                    <a:pt x="616305" y="304927"/>
                  </a:lnTo>
                  <a:lnTo>
                    <a:pt x="614159" y="292227"/>
                  </a:lnTo>
                  <a:lnTo>
                    <a:pt x="624522" y="292227"/>
                  </a:lnTo>
                  <a:lnTo>
                    <a:pt x="644690" y="317627"/>
                  </a:lnTo>
                  <a:lnTo>
                    <a:pt x="644982" y="317627"/>
                  </a:lnTo>
                  <a:lnTo>
                    <a:pt x="665149" y="292227"/>
                  </a:lnTo>
                  <a:lnTo>
                    <a:pt x="675500" y="292227"/>
                  </a:lnTo>
                  <a:lnTo>
                    <a:pt x="669747" y="330327"/>
                  </a:lnTo>
                  <a:lnTo>
                    <a:pt x="708329" y="330327"/>
                  </a:lnTo>
                  <a:lnTo>
                    <a:pt x="708329" y="300405"/>
                  </a:lnTo>
                  <a:lnTo>
                    <a:pt x="703808" y="304927"/>
                  </a:lnTo>
                  <a:lnTo>
                    <a:pt x="690854" y="304927"/>
                  </a:lnTo>
                  <a:lnTo>
                    <a:pt x="693254" y="292227"/>
                  </a:lnTo>
                  <a:lnTo>
                    <a:pt x="705954" y="279527"/>
                  </a:lnTo>
                  <a:lnTo>
                    <a:pt x="731329" y="254127"/>
                  </a:lnTo>
                  <a:lnTo>
                    <a:pt x="744283" y="254127"/>
                  </a:lnTo>
                  <a:lnTo>
                    <a:pt x="744283" y="241427"/>
                  </a:lnTo>
                  <a:lnTo>
                    <a:pt x="729310" y="241427"/>
                  </a:lnTo>
                  <a:lnTo>
                    <a:pt x="712114" y="234619"/>
                  </a:lnTo>
                  <a:lnTo>
                    <a:pt x="712114" y="254127"/>
                  </a:lnTo>
                  <a:lnTo>
                    <a:pt x="684060" y="279527"/>
                  </a:lnTo>
                  <a:lnTo>
                    <a:pt x="669975" y="279527"/>
                  </a:lnTo>
                  <a:lnTo>
                    <a:pt x="669975" y="228727"/>
                  </a:lnTo>
                  <a:lnTo>
                    <a:pt x="712114" y="254127"/>
                  </a:lnTo>
                  <a:lnTo>
                    <a:pt x="712114" y="234619"/>
                  </a:lnTo>
                  <a:lnTo>
                    <a:pt x="697255" y="228727"/>
                  </a:lnTo>
                  <a:lnTo>
                    <a:pt x="666216" y="216027"/>
                  </a:lnTo>
                  <a:lnTo>
                    <a:pt x="658050" y="203327"/>
                  </a:lnTo>
                  <a:lnTo>
                    <a:pt x="725081" y="203327"/>
                  </a:lnTo>
                  <a:lnTo>
                    <a:pt x="727989" y="205270"/>
                  </a:lnTo>
                  <a:lnTo>
                    <a:pt x="755154" y="228130"/>
                  </a:lnTo>
                  <a:lnTo>
                    <a:pt x="757948" y="231800"/>
                  </a:lnTo>
                  <a:lnTo>
                    <a:pt x="757948" y="173418"/>
                  </a:lnTo>
                  <a:lnTo>
                    <a:pt x="755662" y="171475"/>
                  </a:lnTo>
                  <a:lnTo>
                    <a:pt x="720471" y="147650"/>
                  </a:lnTo>
                  <a:lnTo>
                    <a:pt x="706132" y="139230"/>
                  </a:lnTo>
                  <a:lnTo>
                    <a:pt x="706132" y="190627"/>
                  </a:lnTo>
                  <a:lnTo>
                    <a:pt x="658050" y="190627"/>
                  </a:lnTo>
                  <a:lnTo>
                    <a:pt x="666216" y="177927"/>
                  </a:lnTo>
                  <a:lnTo>
                    <a:pt x="677024" y="172669"/>
                  </a:lnTo>
                  <a:lnTo>
                    <a:pt x="695325" y="183375"/>
                  </a:lnTo>
                  <a:lnTo>
                    <a:pt x="706132" y="190627"/>
                  </a:lnTo>
                  <a:lnTo>
                    <a:pt x="706132" y="139230"/>
                  </a:lnTo>
                  <a:lnTo>
                    <a:pt x="682091" y="125082"/>
                  </a:lnTo>
                  <a:lnTo>
                    <a:pt x="652437" y="108788"/>
                  </a:lnTo>
                  <a:lnTo>
                    <a:pt x="652437" y="158521"/>
                  </a:lnTo>
                  <a:lnTo>
                    <a:pt x="652437" y="165227"/>
                  </a:lnTo>
                  <a:lnTo>
                    <a:pt x="652437" y="228727"/>
                  </a:lnTo>
                  <a:lnTo>
                    <a:pt x="652437" y="279527"/>
                  </a:lnTo>
                  <a:lnTo>
                    <a:pt x="645045" y="292227"/>
                  </a:lnTo>
                  <a:lnTo>
                    <a:pt x="644601" y="292227"/>
                  </a:lnTo>
                  <a:lnTo>
                    <a:pt x="637222" y="279527"/>
                  </a:lnTo>
                  <a:lnTo>
                    <a:pt x="637222" y="228727"/>
                  </a:lnTo>
                  <a:lnTo>
                    <a:pt x="644601" y="216027"/>
                  </a:lnTo>
                  <a:lnTo>
                    <a:pt x="645045" y="216027"/>
                  </a:lnTo>
                  <a:lnTo>
                    <a:pt x="652437" y="228727"/>
                  </a:lnTo>
                  <a:lnTo>
                    <a:pt x="652437" y="165227"/>
                  </a:lnTo>
                  <a:lnTo>
                    <a:pt x="645045" y="177927"/>
                  </a:lnTo>
                  <a:lnTo>
                    <a:pt x="644601" y="177927"/>
                  </a:lnTo>
                  <a:lnTo>
                    <a:pt x="637222" y="165227"/>
                  </a:lnTo>
                  <a:lnTo>
                    <a:pt x="637222" y="150177"/>
                  </a:lnTo>
                  <a:lnTo>
                    <a:pt x="652437" y="158521"/>
                  </a:lnTo>
                  <a:lnTo>
                    <a:pt x="652437" y="108788"/>
                  </a:lnTo>
                  <a:lnTo>
                    <a:pt x="631621" y="97345"/>
                  </a:lnTo>
                  <a:lnTo>
                    <a:pt x="631621" y="190627"/>
                  </a:lnTo>
                  <a:lnTo>
                    <a:pt x="631621" y="203327"/>
                  </a:lnTo>
                  <a:lnTo>
                    <a:pt x="623455" y="216027"/>
                  </a:lnTo>
                  <a:lnTo>
                    <a:pt x="619683" y="217957"/>
                  </a:lnTo>
                  <a:lnTo>
                    <a:pt x="619683" y="228727"/>
                  </a:lnTo>
                  <a:lnTo>
                    <a:pt x="619683" y="279527"/>
                  </a:lnTo>
                  <a:lnTo>
                    <a:pt x="598805" y="279527"/>
                  </a:lnTo>
                  <a:lnTo>
                    <a:pt x="598805" y="304927"/>
                  </a:lnTo>
                  <a:lnTo>
                    <a:pt x="585863" y="304927"/>
                  </a:lnTo>
                  <a:lnTo>
                    <a:pt x="579831" y="298894"/>
                  </a:lnTo>
                  <a:lnTo>
                    <a:pt x="579831" y="355727"/>
                  </a:lnTo>
                  <a:lnTo>
                    <a:pt x="570230" y="366928"/>
                  </a:lnTo>
                  <a:lnTo>
                    <a:pt x="570230" y="393827"/>
                  </a:lnTo>
                  <a:lnTo>
                    <a:pt x="542201" y="419227"/>
                  </a:lnTo>
                  <a:lnTo>
                    <a:pt x="530352" y="393420"/>
                  </a:lnTo>
                  <a:lnTo>
                    <a:pt x="530352" y="444627"/>
                  </a:lnTo>
                  <a:lnTo>
                    <a:pt x="526389" y="457327"/>
                  </a:lnTo>
                  <a:lnTo>
                    <a:pt x="492379" y="495427"/>
                  </a:lnTo>
                  <a:lnTo>
                    <a:pt x="492379" y="368427"/>
                  </a:lnTo>
                  <a:lnTo>
                    <a:pt x="504240" y="381127"/>
                  </a:lnTo>
                  <a:lnTo>
                    <a:pt x="517080" y="406527"/>
                  </a:lnTo>
                  <a:lnTo>
                    <a:pt x="517283" y="406527"/>
                  </a:lnTo>
                  <a:lnTo>
                    <a:pt x="530352" y="444627"/>
                  </a:lnTo>
                  <a:lnTo>
                    <a:pt x="530352" y="393420"/>
                  </a:lnTo>
                  <a:lnTo>
                    <a:pt x="524713" y="381127"/>
                  </a:lnTo>
                  <a:lnTo>
                    <a:pt x="567309" y="381127"/>
                  </a:lnTo>
                  <a:lnTo>
                    <a:pt x="570230" y="393827"/>
                  </a:lnTo>
                  <a:lnTo>
                    <a:pt x="570230" y="366928"/>
                  </a:lnTo>
                  <a:lnTo>
                    <a:pt x="568934" y="368427"/>
                  </a:lnTo>
                  <a:lnTo>
                    <a:pt x="515124" y="368427"/>
                  </a:lnTo>
                  <a:lnTo>
                    <a:pt x="511378" y="355727"/>
                  </a:lnTo>
                  <a:lnTo>
                    <a:pt x="504215" y="355727"/>
                  </a:lnTo>
                  <a:lnTo>
                    <a:pt x="515124" y="343027"/>
                  </a:lnTo>
                  <a:lnTo>
                    <a:pt x="568934" y="343027"/>
                  </a:lnTo>
                  <a:lnTo>
                    <a:pt x="579831" y="355727"/>
                  </a:lnTo>
                  <a:lnTo>
                    <a:pt x="579831" y="298894"/>
                  </a:lnTo>
                  <a:lnTo>
                    <a:pt x="573163" y="292227"/>
                  </a:lnTo>
                  <a:lnTo>
                    <a:pt x="570230" y="289293"/>
                  </a:lnTo>
                  <a:lnTo>
                    <a:pt x="570230" y="317627"/>
                  </a:lnTo>
                  <a:lnTo>
                    <a:pt x="567131" y="317627"/>
                  </a:lnTo>
                  <a:lnTo>
                    <a:pt x="564388" y="330327"/>
                  </a:lnTo>
                  <a:lnTo>
                    <a:pt x="524713" y="330327"/>
                  </a:lnTo>
                  <a:lnTo>
                    <a:pt x="533450" y="304927"/>
                  </a:lnTo>
                  <a:lnTo>
                    <a:pt x="542201" y="292227"/>
                  </a:lnTo>
                  <a:lnTo>
                    <a:pt x="570230" y="317627"/>
                  </a:lnTo>
                  <a:lnTo>
                    <a:pt x="570230" y="289293"/>
                  </a:lnTo>
                  <a:lnTo>
                    <a:pt x="547763" y="266827"/>
                  </a:lnTo>
                  <a:lnTo>
                    <a:pt x="545388" y="254127"/>
                  </a:lnTo>
                  <a:lnTo>
                    <a:pt x="558330" y="254127"/>
                  </a:lnTo>
                  <a:lnTo>
                    <a:pt x="596417" y="292227"/>
                  </a:lnTo>
                  <a:lnTo>
                    <a:pt x="598805" y="304927"/>
                  </a:lnTo>
                  <a:lnTo>
                    <a:pt x="598805" y="279527"/>
                  </a:lnTo>
                  <a:lnTo>
                    <a:pt x="598627" y="279527"/>
                  </a:lnTo>
                  <a:lnTo>
                    <a:pt x="577570" y="254127"/>
                  </a:lnTo>
                  <a:lnTo>
                    <a:pt x="600887" y="241427"/>
                  </a:lnTo>
                  <a:lnTo>
                    <a:pt x="619683" y="228727"/>
                  </a:lnTo>
                  <a:lnTo>
                    <a:pt x="619683" y="217957"/>
                  </a:lnTo>
                  <a:lnTo>
                    <a:pt x="598627" y="228727"/>
                  </a:lnTo>
                  <a:lnTo>
                    <a:pt x="591896" y="228727"/>
                  </a:lnTo>
                  <a:lnTo>
                    <a:pt x="560349" y="241427"/>
                  </a:lnTo>
                  <a:lnTo>
                    <a:pt x="538784" y="241427"/>
                  </a:lnTo>
                  <a:lnTo>
                    <a:pt x="530352" y="229717"/>
                  </a:lnTo>
                  <a:lnTo>
                    <a:pt x="530352" y="266827"/>
                  </a:lnTo>
                  <a:lnTo>
                    <a:pt x="517080" y="304927"/>
                  </a:lnTo>
                  <a:lnTo>
                    <a:pt x="504240" y="330327"/>
                  </a:lnTo>
                  <a:lnTo>
                    <a:pt x="492379" y="343027"/>
                  </a:lnTo>
                  <a:lnTo>
                    <a:pt x="492379" y="216027"/>
                  </a:lnTo>
                  <a:lnTo>
                    <a:pt x="526389" y="254127"/>
                  </a:lnTo>
                  <a:lnTo>
                    <a:pt x="530352" y="266827"/>
                  </a:lnTo>
                  <a:lnTo>
                    <a:pt x="530352" y="229717"/>
                  </a:lnTo>
                  <a:lnTo>
                    <a:pt x="520509" y="216027"/>
                  </a:lnTo>
                  <a:lnTo>
                    <a:pt x="511378" y="203327"/>
                  </a:lnTo>
                  <a:lnTo>
                    <a:pt x="631621" y="203327"/>
                  </a:lnTo>
                  <a:lnTo>
                    <a:pt x="631621" y="190627"/>
                  </a:lnTo>
                  <a:lnTo>
                    <a:pt x="504786" y="190627"/>
                  </a:lnTo>
                  <a:lnTo>
                    <a:pt x="511378" y="177927"/>
                  </a:lnTo>
                  <a:lnTo>
                    <a:pt x="538784" y="152527"/>
                  </a:lnTo>
                  <a:lnTo>
                    <a:pt x="560349" y="152527"/>
                  </a:lnTo>
                  <a:lnTo>
                    <a:pt x="592391" y="165227"/>
                  </a:lnTo>
                  <a:lnTo>
                    <a:pt x="623455" y="177927"/>
                  </a:lnTo>
                  <a:lnTo>
                    <a:pt x="631621" y="190627"/>
                  </a:lnTo>
                  <a:lnTo>
                    <a:pt x="631621" y="97345"/>
                  </a:lnTo>
                  <a:lnTo>
                    <a:pt x="630580" y="96761"/>
                  </a:lnTo>
                  <a:lnTo>
                    <a:pt x="619683" y="90754"/>
                  </a:lnTo>
                  <a:lnTo>
                    <a:pt x="619683" y="140550"/>
                  </a:lnTo>
                  <a:lnTo>
                    <a:pt x="619683" y="152527"/>
                  </a:lnTo>
                  <a:lnTo>
                    <a:pt x="577570" y="139827"/>
                  </a:lnTo>
                  <a:lnTo>
                    <a:pt x="588098" y="127127"/>
                  </a:lnTo>
                  <a:lnTo>
                    <a:pt x="590346" y="124409"/>
                  </a:lnTo>
                  <a:lnTo>
                    <a:pt x="619683" y="140550"/>
                  </a:lnTo>
                  <a:lnTo>
                    <a:pt x="619683" y="90754"/>
                  </a:lnTo>
                  <a:lnTo>
                    <a:pt x="595236" y="77241"/>
                  </a:lnTo>
                  <a:lnTo>
                    <a:pt x="572173" y="63004"/>
                  </a:lnTo>
                  <a:lnTo>
                    <a:pt x="572173" y="114007"/>
                  </a:lnTo>
                  <a:lnTo>
                    <a:pt x="558330" y="127127"/>
                  </a:lnTo>
                  <a:lnTo>
                    <a:pt x="545388" y="127127"/>
                  </a:lnTo>
                  <a:lnTo>
                    <a:pt x="547763" y="114427"/>
                  </a:lnTo>
                  <a:lnTo>
                    <a:pt x="556818" y="104863"/>
                  </a:lnTo>
                  <a:lnTo>
                    <a:pt x="572173" y="114007"/>
                  </a:lnTo>
                  <a:lnTo>
                    <a:pt x="572173" y="63004"/>
                  </a:lnTo>
                  <a:lnTo>
                    <a:pt x="553504" y="51473"/>
                  </a:lnTo>
                  <a:lnTo>
                    <a:pt x="549744" y="48437"/>
                  </a:lnTo>
                  <a:lnTo>
                    <a:pt x="545947" y="45377"/>
                  </a:lnTo>
                  <a:lnTo>
                    <a:pt x="545947" y="98386"/>
                  </a:lnTo>
                  <a:lnTo>
                    <a:pt x="542201" y="101727"/>
                  </a:lnTo>
                  <a:lnTo>
                    <a:pt x="539369" y="94043"/>
                  </a:lnTo>
                  <a:lnTo>
                    <a:pt x="543242" y="96761"/>
                  </a:lnTo>
                  <a:lnTo>
                    <a:pt x="545947" y="98386"/>
                  </a:lnTo>
                  <a:lnTo>
                    <a:pt x="545947" y="45377"/>
                  </a:lnTo>
                  <a:lnTo>
                    <a:pt x="530352" y="32804"/>
                  </a:lnTo>
                  <a:lnTo>
                    <a:pt x="530352" y="114427"/>
                  </a:lnTo>
                  <a:lnTo>
                    <a:pt x="526389" y="139827"/>
                  </a:lnTo>
                  <a:lnTo>
                    <a:pt x="492379" y="177927"/>
                  </a:lnTo>
                  <a:lnTo>
                    <a:pt x="492379" y="56692"/>
                  </a:lnTo>
                  <a:lnTo>
                    <a:pt x="510070" y="73342"/>
                  </a:lnTo>
                  <a:lnTo>
                    <a:pt x="512330" y="74942"/>
                  </a:lnTo>
                  <a:lnTo>
                    <a:pt x="517080" y="89027"/>
                  </a:lnTo>
                  <a:lnTo>
                    <a:pt x="530352" y="114427"/>
                  </a:lnTo>
                  <a:lnTo>
                    <a:pt x="530352" y="32804"/>
                  </a:lnTo>
                  <a:lnTo>
                    <a:pt x="521690" y="25806"/>
                  </a:lnTo>
                  <a:lnTo>
                    <a:pt x="504304" y="0"/>
                  </a:lnTo>
                  <a:lnTo>
                    <a:pt x="474840" y="0"/>
                  </a:lnTo>
                  <a:lnTo>
                    <a:pt x="474840" y="56692"/>
                  </a:lnTo>
                  <a:lnTo>
                    <a:pt x="474840" y="177927"/>
                  </a:lnTo>
                  <a:lnTo>
                    <a:pt x="474840" y="1625727"/>
                  </a:lnTo>
                  <a:lnTo>
                    <a:pt x="462991" y="1625727"/>
                  </a:lnTo>
                  <a:lnTo>
                    <a:pt x="450164" y="1587627"/>
                  </a:lnTo>
                  <a:lnTo>
                    <a:pt x="449948" y="1587627"/>
                  </a:lnTo>
                  <a:lnTo>
                    <a:pt x="443407" y="1574927"/>
                  </a:lnTo>
                  <a:lnTo>
                    <a:pt x="442506" y="1573174"/>
                  </a:lnTo>
                  <a:lnTo>
                    <a:pt x="442506" y="1625727"/>
                  </a:lnTo>
                  <a:lnTo>
                    <a:pt x="402844" y="1625727"/>
                  </a:lnTo>
                  <a:lnTo>
                    <a:pt x="400126" y="1613027"/>
                  </a:lnTo>
                  <a:lnTo>
                    <a:pt x="399021" y="1613027"/>
                  </a:lnTo>
                  <a:lnTo>
                    <a:pt x="397027" y="1600327"/>
                  </a:lnTo>
                  <a:lnTo>
                    <a:pt x="399021" y="1600327"/>
                  </a:lnTo>
                  <a:lnTo>
                    <a:pt x="425056" y="1574927"/>
                  </a:lnTo>
                  <a:lnTo>
                    <a:pt x="442506" y="1625727"/>
                  </a:lnTo>
                  <a:lnTo>
                    <a:pt x="442506" y="1573174"/>
                  </a:lnTo>
                  <a:lnTo>
                    <a:pt x="436880" y="1562227"/>
                  </a:lnTo>
                  <a:lnTo>
                    <a:pt x="439712" y="1549527"/>
                  </a:lnTo>
                  <a:lnTo>
                    <a:pt x="440842" y="1536827"/>
                  </a:lnTo>
                  <a:lnTo>
                    <a:pt x="455879" y="1524127"/>
                  </a:lnTo>
                  <a:lnTo>
                    <a:pt x="474840" y="1498727"/>
                  </a:lnTo>
                  <a:lnTo>
                    <a:pt x="474840" y="1460627"/>
                  </a:lnTo>
                  <a:lnTo>
                    <a:pt x="462445" y="1452333"/>
                  </a:lnTo>
                  <a:lnTo>
                    <a:pt x="462445" y="1473327"/>
                  </a:lnTo>
                  <a:lnTo>
                    <a:pt x="462445" y="1486027"/>
                  </a:lnTo>
                  <a:lnTo>
                    <a:pt x="428459" y="1524127"/>
                  </a:lnTo>
                  <a:lnTo>
                    <a:pt x="421855" y="1524127"/>
                  </a:lnTo>
                  <a:lnTo>
                    <a:pt x="421855" y="1549527"/>
                  </a:lnTo>
                  <a:lnTo>
                    <a:pt x="419468" y="1562227"/>
                  </a:lnTo>
                  <a:lnTo>
                    <a:pt x="385902" y="1595793"/>
                  </a:lnTo>
                  <a:lnTo>
                    <a:pt x="385902" y="1625727"/>
                  </a:lnTo>
                  <a:lnTo>
                    <a:pt x="371957" y="1635975"/>
                  </a:lnTo>
                  <a:lnTo>
                    <a:pt x="272846" y="1635975"/>
                  </a:lnTo>
                  <a:lnTo>
                    <a:pt x="258902" y="1625727"/>
                  </a:lnTo>
                  <a:lnTo>
                    <a:pt x="260146" y="1625727"/>
                  </a:lnTo>
                  <a:lnTo>
                    <a:pt x="261061" y="1613027"/>
                  </a:lnTo>
                  <a:lnTo>
                    <a:pt x="285711" y="1613027"/>
                  </a:lnTo>
                  <a:lnTo>
                    <a:pt x="298196" y="1625727"/>
                  </a:lnTo>
                  <a:lnTo>
                    <a:pt x="297484" y="1613027"/>
                  </a:lnTo>
                  <a:lnTo>
                    <a:pt x="294614" y="1600327"/>
                  </a:lnTo>
                  <a:lnTo>
                    <a:pt x="291731" y="1587627"/>
                  </a:lnTo>
                  <a:lnTo>
                    <a:pt x="302107" y="1587627"/>
                  </a:lnTo>
                  <a:lnTo>
                    <a:pt x="322211" y="1613027"/>
                  </a:lnTo>
                  <a:lnTo>
                    <a:pt x="322605" y="1613027"/>
                  </a:lnTo>
                  <a:lnTo>
                    <a:pt x="329730" y="1600327"/>
                  </a:lnTo>
                  <a:lnTo>
                    <a:pt x="342709" y="1587627"/>
                  </a:lnTo>
                  <a:lnTo>
                    <a:pt x="353072" y="1587627"/>
                  </a:lnTo>
                  <a:lnTo>
                    <a:pt x="346633" y="1625727"/>
                  </a:lnTo>
                  <a:lnTo>
                    <a:pt x="368630" y="1613027"/>
                  </a:lnTo>
                  <a:lnTo>
                    <a:pt x="381596" y="1613027"/>
                  </a:lnTo>
                  <a:lnTo>
                    <a:pt x="384708" y="1625727"/>
                  </a:lnTo>
                  <a:lnTo>
                    <a:pt x="385902" y="1625727"/>
                  </a:lnTo>
                  <a:lnTo>
                    <a:pt x="385902" y="1595793"/>
                  </a:lnTo>
                  <a:lnTo>
                    <a:pt x="381368" y="1600327"/>
                  </a:lnTo>
                  <a:lnTo>
                    <a:pt x="368439" y="1600327"/>
                  </a:lnTo>
                  <a:lnTo>
                    <a:pt x="370827" y="1587627"/>
                  </a:lnTo>
                  <a:lnTo>
                    <a:pt x="383514" y="1574927"/>
                  </a:lnTo>
                  <a:lnTo>
                    <a:pt x="408901" y="1549527"/>
                  </a:lnTo>
                  <a:lnTo>
                    <a:pt x="421855" y="1549527"/>
                  </a:lnTo>
                  <a:lnTo>
                    <a:pt x="421855" y="1524127"/>
                  </a:lnTo>
                  <a:lnTo>
                    <a:pt x="406882" y="1524127"/>
                  </a:lnTo>
                  <a:lnTo>
                    <a:pt x="389686" y="1517205"/>
                  </a:lnTo>
                  <a:lnTo>
                    <a:pt x="389686" y="1536827"/>
                  </a:lnTo>
                  <a:lnTo>
                    <a:pt x="361619" y="1574927"/>
                  </a:lnTo>
                  <a:lnTo>
                    <a:pt x="354609" y="1562227"/>
                  </a:lnTo>
                  <a:lnTo>
                    <a:pt x="347560" y="1562227"/>
                  </a:lnTo>
                  <a:lnTo>
                    <a:pt x="347560" y="1524127"/>
                  </a:lnTo>
                  <a:lnTo>
                    <a:pt x="389686" y="1536827"/>
                  </a:lnTo>
                  <a:lnTo>
                    <a:pt x="389686" y="1517205"/>
                  </a:lnTo>
                  <a:lnTo>
                    <a:pt x="375335" y="1511427"/>
                  </a:lnTo>
                  <a:lnTo>
                    <a:pt x="374802" y="1511427"/>
                  </a:lnTo>
                  <a:lnTo>
                    <a:pt x="343776" y="1498727"/>
                  </a:lnTo>
                  <a:lnTo>
                    <a:pt x="335610" y="1486027"/>
                  </a:lnTo>
                  <a:lnTo>
                    <a:pt x="462445" y="1486027"/>
                  </a:lnTo>
                  <a:lnTo>
                    <a:pt x="462445" y="1473327"/>
                  </a:lnTo>
                  <a:lnTo>
                    <a:pt x="335610" y="1473327"/>
                  </a:lnTo>
                  <a:lnTo>
                    <a:pt x="343776" y="1460627"/>
                  </a:lnTo>
                  <a:lnTo>
                    <a:pt x="374802" y="1447927"/>
                  </a:lnTo>
                  <a:lnTo>
                    <a:pt x="375335" y="1447927"/>
                  </a:lnTo>
                  <a:lnTo>
                    <a:pt x="406882" y="1435227"/>
                  </a:lnTo>
                  <a:lnTo>
                    <a:pt x="428459" y="1435227"/>
                  </a:lnTo>
                  <a:lnTo>
                    <a:pt x="462445" y="1473327"/>
                  </a:lnTo>
                  <a:lnTo>
                    <a:pt x="462445" y="1452333"/>
                  </a:lnTo>
                  <a:lnTo>
                    <a:pt x="455879" y="1447927"/>
                  </a:lnTo>
                  <a:lnTo>
                    <a:pt x="448360" y="1435227"/>
                  </a:lnTo>
                  <a:lnTo>
                    <a:pt x="440842" y="1422527"/>
                  </a:lnTo>
                  <a:lnTo>
                    <a:pt x="436880" y="1409827"/>
                  </a:lnTo>
                  <a:lnTo>
                    <a:pt x="445592" y="1384427"/>
                  </a:lnTo>
                  <a:lnTo>
                    <a:pt x="449948" y="1371727"/>
                  </a:lnTo>
                  <a:lnTo>
                    <a:pt x="450164" y="1371727"/>
                  </a:lnTo>
                  <a:lnTo>
                    <a:pt x="462991" y="1346327"/>
                  </a:lnTo>
                  <a:lnTo>
                    <a:pt x="474840" y="1333627"/>
                  </a:lnTo>
                  <a:lnTo>
                    <a:pt x="474840" y="1308227"/>
                  </a:lnTo>
                  <a:lnTo>
                    <a:pt x="463016" y="1295565"/>
                  </a:lnTo>
                  <a:lnTo>
                    <a:pt x="463016" y="1320927"/>
                  </a:lnTo>
                  <a:lnTo>
                    <a:pt x="452107" y="1333627"/>
                  </a:lnTo>
                  <a:lnTo>
                    <a:pt x="442506" y="1333627"/>
                  </a:lnTo>
                  <a:lnTo>
                    <a:pt x="442506" y="1346327"/>
                  </a:lnTo>
                  <a:lnTo>
                    <a:pt x="439712" y="1359027"/>
                  </a:lnTo>
                  <a:lnTo>
                    <a:pt x="434644" y="1371727"/>
                  </a:lnTo>
                  <a:lnTo>
                    <a:pt x="433793" y="1371727"/>
                  </a:lnTo>
                  <a:lnTo>
                    <a:pt x="425056" y="1384427"/>
                  </a:lnTo>
                  <a:lnTo>
                    <a:pt x="421855" y="1381531"/>
                  </a:lnTo>
                  <a:lnTo>
                    <a:pt x="421855" y="1422527"/>
                  </a:lnTo>
                  <a:lnTo>
                    <a:pt x="408901" y="1422527"/>
                  </a:lnTo>
                  <a:lnTo>
                    <a:pt x="389686" y="1403311"/>
                  </a:lnTo>
                  <a:lnTo>
                    <a:pt x="389686" y="1422527"/>
                  </a:lnTo>
                  <a:lnTo>
                    <a:pt x="347560" y="1447927"/>
                  </a:lnTo>
                  <a:lnTo>
                    <a:pt x="347560" y="1397127"/>
                  </a:lnTo>
                  <a:lnTo>
                    <a:pt x="361619" y="1397127"/>
                  </a:lnTo>
                  <a:lnTo>
                    <a:pt x="368630" y="1409827"/>
                  </a:lnTo>
                  <a:lnTo>
                    <a:pt x="389686" y="1422527"/>
                  </a:lnTo>
                  <a:lnTo>
                    <a:pt x="389686" y="1403311"/>
                  </a:lnTo>
                  <a:lnTo>
                    <a:pt x="383514" y="1397127"/>
                  </a:lnTo>
                  <a:lnTo>
                    <a:pt x="370827" y="1384427"/>
                  </a:lnTo>
                  <a:lnTo>
                    <a:pt x="368439" y="1371727"/>
                  </a:lnTo>
                  <a:lnTo>
                    <a:pt x="381368" y="1371727"/>
                  </a:lnTo>
                  <a:lnTo>
                    <a:pt x="419468" y="1409827"/>
                  </a:lnTo>
                  <a:lnTo>
                    <a:pt x="421855" y="1422527"/>
                  </a:lnTo>
                  <a:lnTo>
                    <a:pt x="421855" y="1381531"/>
                  </a:lnTo>
                  <a:lnTo>
                    <a:pt x="411035" y="1371727"/>
                  </a:lnTo>
                  <a:lnTo>
                    <a:pt x="397027" y="1359027"/>
                  </a:lnTo>
                  <a:lnTo>
                    <a:pt x="400126" y="1359027"/>
                  </a:lnTo>
                  <a:lnTo>
                    <a:pt x="402844" y="1346327"/>
                  </a:lnTo>
                  <a:lnTo>
                    <a:pt x="442506" y="1346327"/>
                  </a:lnTo>
                  <a:lnTo>
                    <a:pt x="442506" y="1333627"/>
                  </a:lnTo>
                  <a:lnTo>
                    <a:pt x="398322" y="1333627"/>
                  </a:lnTo>
                  <a:lnTo>
                    <a:pt x="387413" y="1320927"/>
                  </a:lnTo>
                  <a:lnTo>
                    <a:pt x="463016" y="1320927"/>
                  </a:lnTo>
                  <a:lnTo>
                    <a:pt x="463016" y="1295565"/>
                  </a:lnTo>
                  <a:lnTo>
                    <a:pt x="449948" y="1270127"/>
                  </a:lnTo>
                  <a:lnTo>
                    <a:pt x="445592" y="1257427"/>
                  </a:lnTo>
                  <a:lnTo>
                    <a:pt x="442506" y="1248435"/>
                  </a:lnTo>
                  <a:lnTo>
                    <a:pt x="442506" y="1295527"/>
                  </a:lnTo>
                  <a:lnTo>
                    <a:pt x="399935" y="1295527"/>
                  </a:lnTo>
                  <a:lnTo>
                    <a:pt x="399021" y="1282827"/>
                  </a:lnTo>
                  <a:lnTo>
                    <a:pt x="412038" y="1270127"/>
                  </a:lnTo>
                  <a:lnTo>
                    <a:pt x="425056" y="1257427"/>
                  </a:lnTo>
                  <a:lnTo>
                    <a:pt x="433793" y="1270127"/>
                  </a:lnTo>
                  <a:lnTo>
                    <a:pt x="434644" y="1282827"/>
                  </a:lnTo>
                  <a:lnTo>
                    <a:pt x="442506" y="1295527"/>
                  </a:lnTo>
                  <a:lnTo>
                    <a:pt x="442506" y="1248435"/>
                  </a:lnTo>
                  <a:lnTo>
                    <a:pt x="436880" y="1232027"/>
                  </a:lnTo>
                  <a:lnTo>
                    <a:pt x="440842" y="1219327"/>
                  </a:lnTo>
                  <a:lnTo>
                    <a:pt x="455879" y="1206627"/>
                  </a:lnTo>
                  <a:lnTo>
                    <a:pt x="474840" y="1181227"/>
                  </a:lnTo>
                  <a:lnTo>
                    <a:pt x="474840" y="1143127"/>
                  </a:lnTo>
                  <a:lnTo>
                    <a:pt x="462445" y="1126528"/>
                  </a:lnTo>
                  <a:lnTo>
                    <a:pt x="462445" y="1155827"/>
                  </a:lnTo>
                  <a:lnTo>
                    <a:pt x="462445" y="1168527"/>
                  </a:lnTo>
                  <a:lnTo>
                    <a:pt x="428459" y="1206627"/>
                  </a:lnTo>
                  <a:lnTo>
                    <a:pt x="421855" y="1206627"/>
                  </a:lnTo>
                  <a:lnTo>
                    <a:pt x="421855" y="1219327"/>
                  </a:lnTo>
                  <a:lnTo>
                    <a:pt x="419468" y="1232027"/>
                  </a:lnTo>
                  <a:lnTo>
                    <a:pt x="385902" y="1265593"/>
                  </a:lnTo>
                  <a:lnTo>
                    <a:pt x="385902" y="1308227"/>
                  </a:lnTo>
                  <a:lnTo>
                    <a:pt x="356628" y="1320927"/>
                  </a:lnTo>
                  <a:lnTo>
                    <a:pt x="368630" y="1333627"/>
                  </a:lnTo>
                  <a:lnTo>
                    <a:pt x="385902" y="1346327"/>
                  </a:lnTo>
                  <a:lnTo>
                    <a:pt x="384708" y="1346327"/>
                  </a:lnTo>
                  <a:lnTo>
                    <a:pt x="381596" y="1359027"/>
                  </a:lnTo>
                  <a:lnTo>
                    <a:pt x="346633" y="1346327"/>
                  </a:lnTo>
                  <a:lnTo>
                    <a:pt x="353072" y="1384427"/>
                  </a:lnTo>
                  <a:lnTo>
                    <a:pt x="342709" y="1384427"/>
                  </a:lnTo>
                  <a:lnTo>
                    <a:pt x="329996" y="1371993"/>
                  </a:lnTo>
                  <a:lnTo>
                    <a:pt x="329996" y="1397127"/>
                  </a:lnTo>
                  <a:lnTo>
                    <a:pt x="329996" y="1447927"/>
                  </a:lnTo>
                  <a:lnTo>
                    <a:pt x="329996" y="1511427"/>
                  </a:lnTo>
                  <a:lnTo>
                    <a:pt x="329996" y="1574927"/>
                  </a:lnTo>
                  <a:lnTo>
                    <a:pt x="314794" y="1574927"/>
                  </a:lnTo>
                  <a:lnTo>
                    <a:pt x="314794" y="1511427"/>
                  </a:lnTo>
                  <a:lnTo>
                    <a:pt x="322211" y="1498727"/>
                  </a:lnTo>
                  <a:lnTo>
                    <a:pt x="322592" y="1498727"/>
                  </a:lnTo>
                  <a:lnTo>
                    <a:pt x="329996" y="1511427"/>
                  </a:lnTo>
                  <a:lnTo>
                    <a:pt x="329996" y="1447927"/>
                  </a:lnTo>
                  <a:lnTo>
                    <a:pt x="322592" y="1460627"/>
                  </a:lnTo>
                  <a:lnTo>
                    <a:pt x="322211" y="1460627"/>
                  </a:lnTo>
                  <a:lnTo>
                    <a:pt x="314794" y="1447927"/>
                  </a:lnTo>
                  <a:lnTo>
                    <a:pt x="314794" y="1397127"/>
                  </a:lnTo>
                  <a:lnTo>
                    <a:pt x="322211" y="1384427"/>
                  </a:lnTo>
                  <a:lnTo>
                    <a:pt x="322592" y="1384427"/>
                  </a:lnTo>
                  <a:lnTo>
                    <a:pt x="329996" y="1397127"/>
                  </a:lnTo>
                  <a:lnTo>
                    <a:pt x="329996" y="1371993"/>
                  </a:lnTo>
                  <a:lnTo>
                    <a:pt x="329730" y="1371727"/>
                  </a:lnTo>
                  <a:lnTo>
                    <a:pt x="322605" y="1359027"/>
                  </a:lnTo>
                  <a:lnTo>
                    <a:pt x="322211" y="1359027"/>
                  </a:lnTo>
                  <a:lnTo>
                    <a:pt x="309181" y="1375498"/>
                  </a:lnTo>
                  <a:lnTo>
                    <a:pt x="309181" y="1473327"/>
                  </a:lnTo>
                  <a:lnTo>
                    <a:pt x="309181" y="1486027"/>
                  </a:lnTo>
                  <a:lnTo>
                    <a:pt x="301028" y="1498727"/>
                  </a:lnTo>
                  <a:lnTo>
                    <a:pt x="297256" y="1500276"/>
                  </a:lnTo>
                  <a:lnTo>
                    <a:pt x="297256" y="1524127"/>
                  </a:lnTo>
                  <a:lnTo>
                    <a:pt x="297256" y="1562227"/>
                  </a:lnTo>
                  <a:lnTo>
                    <a:pt x="290715" y="1562227"/>
                  </a:lnTo>
                  <a:lnTo>
                    <a:pt x="283171" y="1574927"/>
                  </a:lnTo>
                  <a:lnTo>
                    <a:pt x="276377" y="1565706"/>
                  </a:lnTo>
                  <a:lnTo>
                    <a:pt x="276377" y="1600327"/>
                  </a:lnTo>
                  <a:lnTo>
                    <a:pt x="263448" y="1600327"/>
                  </a:lnTo>
                  <a:lnTo>
                    <a:pt x="247802" y="1584680"/>
                  </a:lnTo>
                  <a:lnTo>
                    <a:pt x="247802" y="1600327"/>
                  </a:lnTo>
                  <a:lnTo>
                    <a:pt x="245795" y="1613027"/>
                  </a:lnTo>
                  <a:lnTo>
                    <a:pt x="244703" y="1613027"/>
                  </a:lnTo>
                  <a:lnTo>
                    <a:pt x="241985" y="1625727"/>
                  </a:lnTo>
                  <a:lnTo>
                    <a:pt x="202311" y="1625727"/>
                  </a:lnTo>
                  <a:lnTo>
                    <a:pt x="210146" y="1600327"/>
                  </a:lnTo>
                  <a:lnTo>
                    <a:pt x="211048" y="1600327"/>
                  </a:lnTo>
                  <a:lnTo>
                    <a:pt x="219786" y="1574927"/>
                  </a:lnTo>
                  <a:lnTo>
                    <a:pt x="247802" y="1600327"/>
                  </a:lnTo>
                  <a:lnTo>
                    <a:pt x="247802" y="1584680"/>
                  </a:lnTo>
                  <a:lnTo>
                    <a:pt x="238048" y="1574927"/>
                  </a:lnTo>
                  <a:lnTo>
                    <a:pt x="225361" y="1562227"/>
                  </a:lnTo>
                  <a:lnTo>
                    <a:pt x="222961" y="1549527"/>
                  </a:lnTo>
                  <a:lnTo>
                    <a:pt x="235902" y="1549527"/>
                  </a:lnTo>
                  <a:lnTo>
                    <a:pt x="274002" y="1587627"/>
                  </a:lnTo>
                  <a:lnTo>
                    <a:pt x="276377" y="1600327"/>
                  </a:lnTo>
                  <a:lnTo>
                    <a:pt x="276377" y="1565706"/>
                  </a:lnTo>
                  <a:lnTo>
                    <a:pt x="264477" y="1549527"/>
                  </a:lnTo>
                  <a:lnTo>
                    <a:pt x="255130" y="1536827"/>
                  </a:lnTo>
                  <a:lnTo>
                    <a:pt x="297256" y="1524127"/>
                  </a:lnTo>
                  <a:lnTo>
                    <a:pt x="297256" y="1500276"/>
                  </a:lnTo>
                  <a:lnTo>
                    <a:pt x="270040" y="1511427"/>
                  </a:lnTo>
                  <a:lnTo>
                    <a:pt x="237921" y="1524127"/>
                  </a:lnTo>
                  <a:lnTo>
                    <a:pt x="216369" y="1524127"/>
                  </a:lnTo>
                  <a:lnTo>
                    <a:pt x="207962" y="1514640"/>
                  </a:lnTo>
                  <a:lnTo>
                    <a:pt x="207962" y="1562227"/>
                  </a:lnTo>
                  <a:lnTo>
                    <a:pt x="205117" y="1562227"/>
                  </a:lnTo>
                  <a:lnTo>
                    <a:pt x="194881" y="1587627"/>
                  </a:lnTo>
                  <a:lnTo>
                    <a:pt x="194665" y="1587627"/>
                  </a:lnTo>
                  <a:lnTo>
                    <a:pt x="181813" y="1625727"/>
                  </a:lnTo>
                  <a:lnTo>
                    <a:pt x="169951" y="1625727"/>
                  </a:lnTo>
                  <a:lnTo>
                    <a:pt x="169951" y="1498727"/>
                  </a:lnTo>
                  <a:lnTo>
                    <a:pt x="203962" y="1536827"/>
                  </a:lnTo>
                  <a:lnTo>
                    <a:pt x="207962" y="1562227"/>
                  </a:lnTo>
                  <a:lnTo>
                    <a:pt x="207962" y="1514640"/>
                  </a:lnTo>
                  <a:lnTo>
                    <a:pt x="205117" y="1511427"/>
                  </a:lnTo>
                  <a:lnTo>
                    <a:pt x="193751" y="1498727"/>
                  </a:lnTo>
                  <a:lnTo>
                    <a:pt x="182397" y="1486027"/>
                  </a:lnTo>
                  <a:lnTo>
                    <a:pt x="309181" y="1486027"/>
                  </a:lnTo>
                  <a:lnTo>
                    <a:pt x="309181" y="1473327"/>
                  </a:lnTo>
                  <a:lnTo>
                    <a:pt x="182397" y="1473327"/>
                  </a:lnTo>
                  <a:lnTo>
                    <a:pt x="193725" y="1460627"/>
                  </a:lnTo>
                  <a:lnTo>
                    <a:pt x="216369" y="1435227"/>
                  </a:lnTo>
                  <a:lnTo>
                    <a:pt x="237921" y="1435227"/>
                  </a:lnTo>
                  <a:lnTo>
                    <a:pt x="269494" y="1447927"/>
                  </a:lnTo>
                  <a:lnTo>
                    <a:pt x="270040" y="1447927"/>
                  </a:lnTo>
                  <a:lnTo>
                    <a:pt x="301028" y="1460627"/>
                  </a:lnTo>
                  <a:lnTo>
                    <a:pt x="309181" y="1473327"/>
                  </a:lnTo>
                  <a:lnTo>
                    <a:pt x="309181" y="1375498"/>
                  </a:lnTo>
                  <a:lnTo>
                    <a:pt x="302107" y="1384427"/>
                  </a:lnTo>
                  <a:lnTo>
                    <a:pt x="297256" y="1384427"/>
                  </a:lnTo>
                  <a:lnTo>
                    <a:pt x="297256" y="1397127"/>
                  </a:lnTo>
                  <a:lnTo>
                    <a:pt x="297256" y="1447927"/>
                  </a:lnTo>
                  <a:lnTo>
                    <a:pt x="276225" y="1435227"/>
                  </a:lnTo>
                  <a:lnTo>
                    <a:pt x="255130" y="1422527"/>
                  </a:lnTo>
                  <a:lnTo>
                    <a:pt x="283171" y="1397127"/>
                  </a:lnTo>
                  <a:lnTo>
                    <a:pt x="297256" y="1397127"/>
                  </a:lnTo>
                  <a:lnTo>
                    <a:pt x="297256" y="1384427"/>
                  </a:lnTo>
                  <a:lnTo>
                    <a:pt x="291731" y="1384427"/>
                  </a:lnTo>
                  <a:lnTo>
                    <a:pt x="293890" y="1371727"/>
                  </a:lnTo>
                  <a:lnTo>
                    <a:pt x="298196" y="1346327"/>
                  </a:lnTo>
                  <a:lnTo>
                    <a:pt x="294462" y="1346327"/>
                  </a:lnTo>
                  <a:lnTo>
                    <a:pt x="276377" y="1353693"/>
                  </a:lnTo>
                  <a:lnTo>
                    <a:pt x="276377" y="1371727"/>
                  </a:lnTo>
                  <a:lnTo>
                    <a:pt x="274002" y="1384427"/>
                  </a:lnTo>
                  <a:lnTo>
                    <a:pt x="235902" y="1422527"/>
                  </a:lnTo>
                  <a:lnTo>
                    <a:pt x="222961" y="1422527"/>
                  </a:lnTo>
                  <a:lnTo>
                    <a:pt x="225361" y="1409827"/>
                  </a:lnTo>
                  <a:lnTo>
                    <a:pt x="250748" y="1384427"/>
                  </a:lnTo>
                  <a:lnTo>
                    <a:pt x="263448" y="1371727"/>
                  </a:lnTo>
                  <a:lnTo>
                    <a:pt x="276377" y="1371727"/>
                  </a:lnTo>
                  <a:lnTo>
                    <a:pt x="276377" y="1353693"/>
                  </a:lnTo>
                  <a:lnTo>
                    <a:pt x="263232" y="1359027"/>
                  </a:lnTo>
                  <a:lnTo>
                    <a:pt x="261061" y="1346327"/>
                  </a:lnTo>
                  <a:lnTo>
                    <a:pt x="258902" y="1346327"/>
                  </a:lnTo>
                  <a:lnTo>
                    <a:pt x="288188" y="1320927"/>
                  </a:lnTo>
                  <a:lnTo>
                    <a:pt x="258902" y="1308227"/>
                  </a:lnTo>
                  <a:lnTo>
                    <a:pt x="260134" y="1295527"/>
                  </a:lnTo>
                  <a:lnTo>
                    <a:pt x="298196" y="1295527"/>
                  </a:lnTo>
                  <a:lnTo>
                    <a:pt x="293890" y="1270127"/>
                  </a:lnTo>
                  <a:lnTo>
                    <a:pt x="291731" y="1257427"/>
                  </a:lnTo>
                  <a:lnTo>
                    <a:pt x="302107" y="1257427"/>
                  </a:lnTo>
                  <a:lnTo>
                    <a:pt x="322211" y="1282827"/>
                  </a:lnTo>
                  <a:lnTo>
                    <a:pt x="329730" y="1282827"/>
                  </a:lnTo>
                  <a:lnTo>
                    <a:pt x="342709" y="1257427"/>
                  </a:lnTo>
                  <a:lnTo>
                    <a:pt x="353072" y="1257427"/>
                  </a:lnTo>
                  <a:lnTo>
                    <a:pt x="346633" y="1295527"/>
                  </a:lnTo>
                  <a:lnTo>
                    <a:pt x="384708" y="1295527"/>
                  </a:lnTo>
                  <a:lnTo>
                    <a:pt x="385902" y="1308227"/>
                  </a:lnTo>
                  <a:lnTo>
                    <a:pt x="385902" y="1265593"/>
                  </a:lnTo>
                  <a:lnTo>
                    <a:pt x="381368" y="1270127"/>
                  </a:lnTo>
                  <a:lnTo>
                    <a:pt x="368630" y="1270127"/>
                  </a:lnTo>
                  <a:lnTo>
                    <a:pt x="370827" y="1257427"/>
                  </a:lnTo>
                  <a:lnTo>
                    <a:pt x="383514" y="1244727"/>
                  </a:lnTo>
                  <a:lnTo>
                    <a:pt x="408901" y="1219327"/>
                  </a:lnTo>
                  <a:lnTo>
                    <a:pt x="421855" y="1219327"/>
                  </a:lnTo>
                  <a:lnTo>
                    <a:pt x="421855" y="1206627"/>
                  </a:lnTo>
                  <a:lnTo>
                    <a:pt x="406882" y="1206627"/>
                  </a:lnTo>
                  <a:lnTo>
                    <a:pt x="389686" y="1199705"/>
                  </a:lnTo>
                  <a:lnTo>
                    <a:pt x="389686" y="1219327"/>
                  </a:lnTo>
                  <a:lnTo>
                    <a:pt x="361619" y="1244727"/>
                  </a:lnTo>
                  <a:lnTo>
                    <a:pt x="347560" y="1244727"/>
                  </a:lnTo>
                  <a:lnTo>
                    <a:pt x="347560" y="1206627"/>
                  </a:lnTo>
                  <a:lnTo>
                    <a:pt x="389686" y="1219327"/>
                  </a:lnTo>
                  <a:lnTo>
                    <a:pt x="389686" y="1199705"/>
                  </a:lnTo>
                  <a:lnTo>
                    <a:pt x="375335" y="1193927"/>
                  </a:lnTo>
                  <a:lnTo>
                    <a:pt x="374802" y="1193927"/>
                  </a:lnTo>
                  <a:lnTo>
                    <a:pt x="343776" y="1181227"/>
                  </a:lnTo>
                  <a:lnTo>
                    <a:pt x="335610" y="1168527"/>
                  </a:lnTo>
                  <a:lnTo>
                    <a:pt x="462445" y="1168527"/>
                  </a:lnTo>
                  <a:lnTo>
                    <a:pt x="462445" y="1155827"/>
                  </a:lnTo>
                  <a:lnTo>
                    <a:pt x="335610" y="1155827"/>
                  </a:lnTo>
                  <a:lnTo>
                    <a:pt x="343776" y="1143127"/>
                  </a:lnTo>
                  <a:lnTo>
                    <a:pt x="368630" y="1130427"/>
                  </a:lnTo>
                  <a:lnTo>
                    <a:pt x="374840" y="1130427"/>
                  </a:lnTo>
                  <a:lnTo>
                    <a:pt x="406882" y="1117727"/>
                  </a:lnTo>
                  <a:lnTo>
                    <a:pt x="428459" y="1117727"/>
                  </a:lnTo>
                  <a:lnTo>
                    <a:pt x="462445" y="1155827"/>
                  </a:lnTo>
                  <a:lnTo>
                    <a:pt x="462445" y="1126528"/>
                  </a:lnTo>
                  <a:lnTo>
                    <a:pt x="455879" y="1117727"/>
                  </a:lnTo>
                  <a:lnTo>
                    <a:pt x="440842" y="1105027"/>
                  </a:lnTo>
                  <a:lnTo>
                    <a:pt x="436880" y="1079627"/>
                  </a:lnTo>
                  <a:lnTo>
                    <a:pt x="443407" y="1066927"/>
                  </a:lnTo>
                  <a:lnTo>
                    <a:pt x="449948" y="1054227"/>
                  </a:lnTo>
                  <a:lnTo>
                    <a:pt x="450164" y="1054227"/>
                  </a:lnTo>
                  <a:lnTo>
                    <a:pt x="462991" y="1016127"/>
                  </a:lnTo>
                  <a:lnTo>
                    <a:pt x="474840" y="1016127"/>
                  </a:lnTo>
                  <a:lnTo>
                    <a:pt x="474840" y="990727"/>
                  </a:lnTo>
                  <a:lnTo>
                    <a:pt x="463016" y="978065"/>
                  </a:lnTo>
                  <a:lnTo>
                    <a:pt x="463016" y="1003427"/>
                  </a:lnTo>
                  <a:lnTo>
                    <a:pt x="439712" y="1003427"/>
                  </a:lnTo>
                  <a:lnTo>
                    <a:pt x="439712" y="1028827"/>
                  </a:lnTo>
                  <a:lnTo>
                    <a:pt x="434644" y="1041527"/>
                  </a:lnTo>
                  <a:lnTo>
                    <a:pt x="433793" y="1041527"/>
                  </a:lnTo>
                  <a:lnTo>
                    <a:pt x="425056" y="1066927"/>
                  </a:lnTo>
                  <a:lnTo>
                    <a:pt x="421855" y="1064031"/>
                  </a:lnTo>
                  <a:lnTo>
                    <a:pt x="421855" y="1105027"/>
                  </a:lnTo>
                  <a:lnTo>
                    <a:pt x="408901" y="1092327"/>
                  </a:lnTo>
                  <a:lnTo>
                    <a:pt x="396214" y="1079627"/>
                  </a:lnTo>
                  <a:lnTo>
                    <a:pt x="389686" y="1073099"/>
                  </a:lnTo>
                  <a:lnTo>
                    <a:pt x="389686" y="1105027"/>
                  </a:lnTo>
                  <a:lnTo>
                    <a:pt x="347560" y="1117727"/>
                  </a:lnTo>
                  <a:lnTo>
                    <a:pt x="347560" y="1079627"/>
                  </a:lnTo>
                  <a:lnTo>
                    <a:pt x="368630" y="1079627"/>
                  </a:lnTo>
                  <a:lnTo>
                    <a:pt x="389686" y="1105027"/>
                  </a:lnTo>
                  <a:lnTo>
                    <a:pt x="389686" y="1073099"/>
                  </a:lnTo>
                  <a:lnTo>
                    <a:pt x="370827" y="1054227"/>
                  </a:lnTo>
                  <a:lnTo>
                    <a:pt x="368439" y="1041527"/>
                  </a:lnTo>
                  <a:lnTo>
                    <a:pt x="381368" y="1054227"/>
                  </a:lnTo>
                  <a:lnTo>
                    <a:pt x="399021" y="1066927"/>
                  </a:lnTo>
                  <a:lnTo>
                    <a:pt x="419468" y="1092327"/>
                  </a:lnTo>
                  <a:lnTo>
                    <a:pt x="421855" y="1105027"/>
                  </a:lnTo>
                  <a:lnTo>
                    <a:pt x="421855" y="1064031"/>
                  </a:lnTo>
                  <a:lnTo>
                    <a:pt x="397027" y="1041527"/>
                  </a:lnTo>
                  <a:lnTo>
                    <a:pt x="399021" y="1028827"/>
                  </a:lnTo>
                  <a:lnTo>
                    <a:pt x="439712" y="1028827"/>
                  </a:lnTo>
                  <a:lnTo>
                    <a:pt x="439712" y="1003427"/>
                  </a:lnTo>
                  <a:lnTo>
                    <a:pt x="387553" y="1003427"/>
                  </a:lnTo>
                  <a:lnTo>
                    <a:pt x="398322" y="990727"/>
                  </a:lnTo>
                  <a:lnTo>
                    <a:pt x="452107" y="990727"/>
                  </a:lnTo>
                  <a:lnTo>
                    <a:pt x="463016" y="1003427"/>
                  </a:lnTo>
                  <a:lnTo>
                    <a:pt x="463016" y="978065"/>
                  </a:lnTo>
                  <a:lnTo>
                    <a:pt x="449948" y="952627"/>
                  </a:lnTo>
                  <a:lnTo>
                    <a:pt x="442506" y="930935"/>
                  </a:lnTo>
                  <a:lnTo>
                    <a:pt x="442506" y="978027"/>
                  </a:lnTo>
                  <a:lnTo>
                    <a:pt x="402844" y="978027"/>
                  </a:lnTo>
                  <a:lnTo>
                    <a:pt x="400126" y="965327"/>
                  </a:lnTo>
                  <a:lnTo>
                    <a:pt x="397027" y="965327"/>
                  </a:lnTo>
                  <a:lnTo>
                    <a:pt x="399021" y="952627"/>
                  </a:lnTo>
                  <a:lnTo>
                    <a:pt x="425056" y="927227"/>
                  </a:lnTo>
                  <a:lnTo>
                    <a:pt x="442506" y="978027"/>
                  </a:lnTo>
                  <a:lnTo>
                    <a:pt x="442506" y="930935"/>
                  </a:lnTo>
                  <a:lnTo>
                    <a:pt x="441236" y="927227"/>
                  </a:lnTo>
                  <a:lnTo>
                    <a:pt x="436880" y="914527"/>
                  </a:lnTo>
                  <a:lnTo>
                    <a:pt x="438861" y="901827"/>
                  </a:lnTo>
                  <a:lnTo>
                    <a:pt x="440842" y="889127"/>
                  </a:lnTo>
                  <a:lnTo>
                    <a:pt x="455879" y="876427"/>
                  </a:lnTo>
                  <a:lnTo>
                    <a:pt x="474840" y="863727"/>
                  </a:lnTo>
                  <a:lnTo>
                    <a:pt x="474840" y="812927"/>
                  </a:lnTo>
                  <a:lnTo>
                    <a:pt x="462445" y="804633"/>
                  </a:lnTo>
                  <a:lnTo>
                    <a:pt x="462445" y="825627"/>
                  </a:lnTo>
                  <a:lnTo>
                    <a:pt x="462445" y="851027"/>
                  </a:lnTo>
                  <a:lnTo>
                    <a:pt x="428459" y="876427"/>
                  </a:lnTo>
                  <a:lnTo>
                    <a:pt x="421855" y="880325"/>
                  </a:lnTo>
                  <a:lnTo>
                    <a:pt x="421855" y="901827"/>
                  </a:lnTo>
                  <a:lnTo>
                    <a:pt x="419468" y="914527"/>
                  </a:lnTo>
                  <a:lnTo>
                    <a:pt x="385902" y="948093"/>
                  </a:lnTo>
                  <a:lnTo>
                    <a:pt x="385902" y="978027"/>
                  </a:lnTo>
                  <a:lnTo>
                    <a:pt x="356628" y="1003427"/>
                  </a:lnTo>
                  <a:lnTo>
                    <a:pt x="385902" y="1016127"/>
                  </a:lnTo>
                  <a:lnTo>
                    <a:pt x="381596" y="1028827"/>
                  </a:lnTo>
                  <a:lnTo>
                    <a:pt x="346633" y="1028827"/>
                  </a:lnTo>
                  <a:lnTo>
                    <a:pt x="353072" y="1054227"/>
                  </a:lnTo>
                  <a:lnTo>
                    <a:pt x="347891" y="1066927"/>
                  </a:lnTo>
                  <a:lnTo>
                    <a:pt x="342709" y="1066927"/>
                  </a:lnTo>
                  <a:lnTo>
                    <a:pt x="329996" y="1042060"/>
                  </a:lnTo>
                  <a:lnTo>
                    <a:pt x="329996" y="1079627"/>
                  </a:lnTo>
                  <a:lnTo>
                    <a:pt x="329996" y="1130427"/>
                  </a:lnTo>
                  <a:lnTo>
                    <a:pt x="329996" y="1193927"/>
                  </a:lnTo>
                  <a:lnTo>
                    <a:pt x="329996" y="1244727"/>
                  </a:lnTo>
                  <a:lnTo>
                    <a:pt x="322592" y="1257427"/>
                  </a:lnTo>
                  <a:lnTo>
                    <a:pt x="322211" y="1257427"/>
                  </a:lnTo>
                  <a:lnTo>
                    <a:pt x="314794" y="1244727"/>
                  </a:lnTo>
                  <a:lnTo>
                    <a:pt x="314794" y="1193927"/>
                  </a:lnTo>
                  <a:lnTo>
                    <a:pt x="322211" y="1181227"/>
                  </a:lnTo>
                  <a:lnTo>
                    <a:pt x="322592" y="1181227"/>
                  </a:lnTo>
                  <a:lnTo>
                    <a:pt x="329996" y="1193927"/>
                  </a:lnTo>
                  <a:lnTo>
                    <a:pt x="329996" y="1130427"/>
                  </a:lnTo>
                  <a:lnTo>
                    <a:pt x="322592" y="1143127"/>
                  </a:lnTo>
                  <a:lnTo>
                    <a:pt x="322211" y="1143127"/>
                  </a:lnTo>
                  <a:lnTo>
                    <a:pt x="314794" y="1130427"/>
                  </a:lnTo>
                  <a:lnTo>
                    <a:pt x="314794" y="1079627"/>
                  </a:lnTo>
                  <a:lnTo>
                    <a:pt x="322211" y="1066927"/>
                  </a:lnTo>
                  <a:lnTo>
                    <a:pt x="322592" y="1066927"/>
                  </a:lnTo>
                  <a:lnTo>
                    <a:pt x="329996" y="1079627"/>
                  </a:lnTo>
                  <a:lnTo>
                    <a:pt x="329996" y="1042060"/>
                  </a:lnTo>
                  <a:lnTo>
                    <a:pt x="329730" y="1041527"/>
                  </a:lnTo>
                  <a:lnTo>
                    <a:pt x="322605" y="1028827"/>
                  </a:lnTo>
                  <a:lnTo>
                    <a:pt x="322211" y="1028827"/>
                  </a:lnTo>
                  <a:lnTo>
                    <a:pt x="309181" y="1053528"/>
                  </a:lnTo>
                  <a:lnTo>
                    <a:pt x="309181" y="1155827"/>
                  </a:lnTo>
                  <a:lnTo>
                    <a:pt x="309181" y="1168527"/>
                  </a:lnTo>
                  <a:lnTo>
                    <a:pt x="301028" y="1181227"/>
                  </a:lnTo>
                  <a:lnTo>
                    <a:pt x="297256" y="1183157"/>
                  </a:lnTo>
                  <a:lnTo>
                    <a:pt x="297256" y="1206627"/>
                  </a:lnTo>
                  <a:lnTo>
                    <a:pt x="297256" y="1244727"/>
                  </a:lnTo>
                  <a:lnTo>
                    <a:pt x="276377" y="1244727"/>
                  </a:lnTo>
                  <a:lnTo>
                    <a:pt x="276377" y="1270127"/>
                  </a:lnTo>
                  <a:lnTo>
                    <a:pt x="263448" y="1270127"/>
                  </a:lnTo>
                  <a:lnTo>
                    <a:pt x="257416" y="1265796"/>
                  </a:lnTo>
                  <a:lnTo>
                    <a:pt x="257416" y="1320927"/>
                  </a:lnTo>
                  <a:lnTo>
                    <a:pt x="247802" y="1332103"/>
                  </a:lnTo>
                  <a:lnTo>
                    <a:pt x="247802" y="1359027"/>
                  </a:lnTo>
                  <a:lnTo>
                    <a:pt x="219786" y="1384427"/>
                  </a:lnTo>
                  <a:lnTo>
                    <a:pt x="210172" y="1371727"/>
                  </a:lnTo>
                  <a:lnTo>
                    <a:pt x="207962" y="1366215"/>
                  </a:lnTo>
                  <a:lnTo>
                    <a:pt x="207962" y="1409827"/>
                  </a:lnTo>
                  <a:lnTo>
                    <a:pt x="203962" y="1422527"/>
                  </a:lnTo>
                  <a:lnTo>
                    <a:pt x="188963" y="1447927"/>
                  </a:lnTo>
                  <a:lnTo>
                    <a:pt x="169951" y="1460627"/>
                  </a:lnTo>
                  <a:lnTo>
                    <a:pt x="169951" y="1333627"/>
                  </a:lnTo>
                  <a:lnTo>
                    <a:pt x="181813" y="1346327"/>
                  </a:lnTo>
                  <a:lnTo>
                    <a:pt x="205117" y="1397127"/>
                  </a:lnTo>
                  <a:lnTo>
                    <a:pt x="207962" y="1409827"/>
                  </a:lnTo>
                  <a:lnTo>
                    <a:pt x="207962" y="1366215"/>
                  </a:lnTo>
                  <a:lnTo>
                    <a:pt x="205117" y="1359027"/>
                  </a:lnTo>
                  <a:lnTo>
                    <a:pt x="202311" y="1346327"/>
                  </a:lnTo>
                  <a:lnTo>
                    <a:pt x="241985" y="1346327"/>
                  </a:lnTo>
                  <a:lnTo>
                    <a:pt x="244703" y="1359027"/>
                  </a:lnTo>
                  <a:lnTo>
                    <a:pt x="247802" y="1359027"/>
                  </a:lnTo>
                  <a:lnTo>
                    <a:pt x="247802" y="1332103"/>
                  </a:lnTo>
                  <a:lnTo>
                    <a:pt x="246481" y="1333627"/>
                  </a:lnTo>
                  <a:lnTo>
                    <a:pt x="192722" y="1333627"/>
                  </a:lnTo>
                  <a:lnTo>
                    <a:pt x="181813" y="1320927"/>
                  </a:lnTo>
                  <a:lnTo>
                    <a:pt x="257416" y="1320927"/>
                  </a:lnTo>
                  <a:lnTo>
                    <a:pt x="257416" y="1265796"/>
                  </a:lnTo>
                  <a:lnTo>
                    <a:pt x="247802" y="1258874"/>
                  </a:lnTo>
                  <a:lnTo>
                    <a:pt x="247802" y="1282827"/>
                  </a:lnTo>
                  <a:lnTo>
                    <a:pt x="244881" y="1295527"/>
                  </a:lnTo>
                  <a:lnTo>
                    <a:pt x="202311" y="1295527"/>
                  </a:lnTo>
                  <a:lnTo>
                    <a:pt x="210146" y="1282827"/>
                  </a:lnTo>
                  <a:lnTo>
                    <a:pt x="219786" y="1257427"/>
                  </a:lnTo>
                  <a:lnTo>
                    <a:pt x="247802" y="1282827"/>
                  </a:lnTo>
                  <a:lnTo>
                    <a:pt x="247802" y="1258874"/>
                  </a:lnTo>
                  <a:lnTo>
                    <a:pt x="245795" y="1257427"/>
                  </a:lnTo>
                  <a:lnTo>
                    <a:pt x="225361" y="1232027"/>
                  </a:lnTo>
                  <a:lnTo>
                    <a:pt x="222961" y="1219327"/>
                  </a:lnTo>
                  <a:lnTo>
                    <a:pt x="235902" y="1219327"/>
                  </a:lnTo>
                  <a:lnTo>
                    <a:pt x="274002" y="1257427"/>
                  </a:lnTo>
                  <a:lnTo>
                    <a:pt x="276377" y="1270127"/>
                  </a:lnTo>
                  <a:lnTo>
                    <a:pt x="276377" y="1244727"/>
                  </a:lnTo>
                  <a:lnTo>
                    <a:pt x="276186" y="1244727"/>
                  </a:lnTo>
                  <a:lnTo>
                    <a:pt x="255130" y="1219327"/>
                  </a:lnTo>
                  <a:lnTo>
                    <a:pt x="297256" y="1206627"/>
                  </a:lnTo>
                  <a:lnTo>
                    <a:pt x="297256" y="1183157"/>
                  </a:lnTo>
                  <a:lnTo>
                    <a:pt x="276186" y="1193927"/>
                  </a:lnTo>
                  <a:lnTo>
                    <a:pt x="269494" y="1193927"/>
                  </a:lnTo>
                  <a:lnTo>
                    <a:pt x="237921" y="1206627"/>
                  </a:lnTo>
                  <a:lnTo>
                    <a:pt x="216369" y="1206627"/>
                  </a:lnTo>
                  <a:lnTo>
                    <a:pt x="207962" y="1197140"/>
                  </a:lnTo>
                  <a:lnTo>
                    <a:pt x="207962" y="1232027"/>
                  </a:lnTo>
                  <a:lnTo>
                    <a:pt x="205117" y="1244727"/>
                  </a:lnTo>
                  <a:lnTo>
                    <a:pt x="181813" y="1295527"/>
                  </a:lnTo>
                  <a:lnTo>
                    <a:pt x="169951" y="1308227"/>
                  </a:lnTo>
                  <a:lnTo>
                    <a:pt x="169951" y="1181227"/>
                  </a:lnTo>
                  <a:lnTo>
                    <a:pt x="203962" y="1219327"/>
                  </a:lnTo>
                  <a:lnTo>
                    <a:pt x="207962" y="1232027"/>
                  </a:lnTo>
                  <a:lnTo>
                    <a:pt x="207962" y="1197140"/>
                  </a:lnTo>
                  <a:lnTo>
                    <a:pt x="205117" y="1193927"/>
                  </a:lnTo>
                  <a:lnTo>
                    <a:pt x="193751" y="1181227"/>
                  </a:lnTo>
                  <a:lnTo>
                    <a:pt x="182397" y="1168527"/>
                  </a:lnTo>
                  <a:lnTo>
                    <a:pt x="309181" y="1168527"/>
                  </a:lnTo>
                  <a:lnTo>
                    <a:pt x="309181" y="1155827"/>
                  </a:lnTo>
                  <a:lnTo>
                    <a:pt x="182397" y="1155827"/>
                  </a:lnTo>
                  <a:lnTo>
                    <a:pt x="193725" y="1143127"/>
                  </a:lnTo>
                  <a:lnTo>
                    <a:pt x="216369" y="1117727"/>
                  </a:lnTo>
                  <a:lnTo>
                    <a:pt x="237921" y="1117727"/>
                  </a:lnTo>
                  <a:lnTo>
                    <a:pt x="269989" y="1130427"/>
                  </a:lnTo>
                  <a:lnTo>
                    <a:pt x="301028" y="1143127"/>
                  </a:lnTo>
                  <a:lnTo>
                    <a:pt x="309181" y="1155827"/>
                  </a:lnTo>
                  <a:lnTo>
                    <a:pt x="309181" y="1053528"/>
                  </a:lnTo>
                  <a:lnTo>
                    <a:pt x="302107" y="1066927"/>
                  </a:lnTo>
                  <a:lnTo>
                    <a:pt x="297256" y="1066927"/>
                  </a:lnTo>
                  <a:lnTo>
                    <a:pt x="297256" y="1079627"/>
                  </a:lnTo>
                  <a:lnTo>
                    <a:pt x="297256" y="1117727"/>
                  </a:lnTo>
                  <a:lnTo>
                    <a:pt x="276225" y="1105027"/>
                  </a:lnTo>
                  <a:lnTo>
                    <a:pt x="255130" y="1105027"/>
                  </a:lnTo>
                  <a:lnTo>
                    <a:pt x="283171" y="1079627"/>
                  </a:lnTo>
                  <a:lnTo>
                    <a:pt x="297256" y="1079627"/>
                  </a:lnTo>
                  <a:lnTo>
                    <a:pt x="297256" y="1066927"/>
                  </a:lnTo>
                  <a:lnTo>
                    <a:pt x="296926" y="1066927"/>
                  </a:lnTo>
                  <a:lnTo>
                    <a:pt x="291731" y="1054227"/>
                  </a:lnTo>
                  <a:lnTo>
                    <a:pt x="295884" y="1041527"/>
                  </a:lnTo>
                  <a:lnTo>
                    <a:pt x="297484" y="1028827"/>
                  </a:lnTo>
                  <a:lnTo>
                    <a:pt x="276148" y="1028827"/>
                  </a:lnTo>
                  <a:lnTo>
                    <a:pt x="276148" y="1041755"/>
                  </a:lnTo>
                  <a:lnTo>
                    <a:pt x="274002" y="1054227"/>
                  </a:lnTo>
                  <a:lnTo>
                    <a:pt x="235902" y="1092327"/>
                  </a:lnTo>
                  <a:lnTo>
                    <a:pt x="222961" y="1105027"/>
                  </a:lnTo>
                  <a:lnTo>
                    <a:pt x="225361" y="1092327"/>
                  </a:lnTo>
                  <a:lnTo>
                    <a:pt x="250748" y="1066927"/>
                  </a:lnTo>
                  <a:lnTo>
                    <a:pt x="263448" y="1054227"/>
                  </a:lnTo>
                  <a:lnTo>
                    <a:pt x="276148" y="1041755"/>
                  </a:lnTo>
                  <a:lnTo>
                    <a:pt x="276148" y="1028827"/>
                  </a:lnTo>
                  <a:lnTo>
                    <a:pt x="260134" y="1028827"/>
                  </a:lnTo>
                  <a:lnTo>
                    <a:pt x="258902" y="1016127"/>
                  </a:lnTo>
                  <a:lnTo>
                    <a:pt x="288188" y="1003427"/>
                  </a:lnTo>
                  <a:lnTo>
                    <a:pt x="258902" y="978027"/>
                  </a:lnTo>
                  <a:lnTo>
                    <a:pt x="261061" y="978027"/>
                  </a:lnTo>
                  <a:lnTo>
                    <a:pt x="263232" y="965327"/>
                  </a:lnTo>
                  <a:lnTo>
                    <a:pt x="294462" y="978027"/>
                  </a:lnTo>
                  <a:lnTo>
                    <a:pt x="297484" y="978027"/>
                  </a:lnTo>
                  <a:lnTo>
                    <a:pt x="295884" y="965327"/>
                  </a:lnTo>
                  <a:lnTo>
                    <a:pt x="293814" y="952627"/>
                  </a:lnTo>
                  <a:lnTo>
                    <a:pt x="291731" y="939927"/>
                  </a:lnTo>
                  <a:lnTo>
                    <a:pt x="302107" y="939927"/>
                  </a:lnTo>
                  <a:lnTo>
                    <a:pt x="322211" y="965327"/>
                  </a:lnTo>
                  <a:lnTo>
                    <a:pt x="322605" y="965327"/>
                  </a:lnTo>
                  <a:lnTo>
                    <a:pt x="329730" y="952627"/>
                  </a:lnTo>
                  <a:lnTo>
                    <a:pt x="342709" y="939927"/>
                  </a:lnTo>
                  <a:lnTo>
                    <a:pt x="353072" y="939927"/>
                  </a:lnTo>
                  <a:lnTo>
                    <a:pt x="346633" y="978027"/>
                  </a:lnTo>
                  <a:lnTo>
                    <a:pt x="350367" y="978027"/>
                  </a:lnTo>
                  <a:lnTo>
                    <a:pt x="381596" y="965327"/>
                  </a:lnTo>
                  <a:lnTo>
                    <a:pt x="384708" y="978027"/>
                  </a:lnTo>
                  <a:lnTo>
                    <a:pt x="385902" y="978027"/>
                  </a:lnTo>
                  <a:lnTo>
                    <a:pt x="385902" y="948093"/>
                  </a:lnTo>
                  <a:lnTo>
                    <a:pt x="381368" y="952627"/>
                  </a:lnTo>
                  <a:lnTo>
                    <a:pt x="368630" y="952627"/>
                  </a:lnTo>
                  <a:lnTo>
                    <a:pt x="370827" y="939927"/>
                  </a:lnTo>
                  <a:lnTo>
                    <a:pt x="383514" y="927227"/>
                  </a:lnTo>
                  <a:lnTo>
                    <a:pt x="408901" y="901827"/>
                  </a:lnTo>
                  <a:lnTo>
                    <a:pt x="421855" y="901827"/>
                  </a:lnTo>
                  <a:lnTo>
                    <a:pt x="421855" y="880325"/>
                  </a:lnTo>
                  <a:lnTo>
                    <a:pt x="406882" y="889127"/>
                  </a:lnTo>
                  <a:lnTo>
                    <a:pt x="389686" y="882205"/>
                  </a:lnTo>
                  <a:lnTo>
                    <a:pt x="389686" y="901827"/>
                  </a:lnTo>
                  <a:lnTo>
                    <a:pt x="368630" y="914527"/>
                  </a:lnTo>
                  <a:lnTo>
                    <a:pt x="361619" y="927227"/>
                  </a:lnTo>
                  <a:lnTo>
                    <a:pt x="354063" y="927227"/>
                  </a:lnTo>
                  <a:lnTo>
                    <a:pt x="347560" y="914527"/>
                  </a:lnTo>
                  <a:lnTo>
                    <a:pt x="347560" y="876427"/>
                  </a:lnTo>
                  <a:lnTo>
                    <a:pt x="389686" y="901827"/>
                  </a:lnTo>
                  <a:lnTo>
                    <a:pt x="389686" y="882205"/>
                  </a:lnTo>
                  <a:lnTo>
                    <a:pt x="375335" y="876427"/>
                  </a:lnTo>
                  <a:lnTo>
                    <a:pt x="374802" y="876427"/>
                  </a:lnTo>
                  <a:lnTo>
                    <a:pt x="343776" y="863727"/>
                  </a:lnTo>
                  <a:lnTo>
                    <a:pt x="335610" y="851027"/>
                  </a:lnTo>
                  <a:lnTo>
                    <a:pt x="462445" y="851027"/>
                  </a:lnTo>
                  <a:lnTo>
                    <a:pt x="462445" y="825627"/>
                  </a:lnTo>
                  <a:lnTo>
                    <a:pt x="335610" y="825627"/>
                  </a:lnTo>
                  <a:lnTo>
                    <a:pt x="343776" y="812927"/>
                  </a:lnTo>
                  <a:lnTo>
                    <a:pt x="368630" y="812927"/>
                  </a:lnTo>
                  <a:lnTo>
                    <a:pt x="374802" y="800227"/>
                  </a:lnTo>
                  <a:lnTo>
                    <a:pt x="375335" y="800227"/>
                  </a:lnTo>
                  <a:lnTo>
                    <a:pt x="406882" y="787527"/>
                  </a:lnTo>
                  <a:lnTo>
                    <a:pt x="428459" y="800227"/>
                  </a:lnTo>
                  <a:lnTo>
                    <a:pt x="462445" y="825627"/>
                  </a:lnTo>
                  <a:lnTo>
                    <a:pt x="462445" y="804633"/>
                  </a:lnTo>
                  <a:lnTo>
                    <a:pt x="455879" y="800227"/>
                  </a:lnTo>
                  <a:lnTo>
                    <a:pt x="440842" y="787527"/>
                  </a:lnTo>
                  <a:lnTo>
                    <a:pt x="438861" y="774827"/>
                  </a:lnTo>
                  <a:lnTo>
                    <a:pt x="436880" y="762127"/>
                  </a:lnTo>
                  <a:lnTo>
                    <a:pt x="439712" y="749427"/>
                  </a:lnTo>
                  <a:lnTo>
                    <a:pt x="449948" y="736727"/>
                  </a:lnTo>
                  <a:lnTo>
                    <a:pt x="450164" y="724027"/>
                  </a:lnTo>
                  <a:lnTo>
                    <a:pt x="462991" y="698627"/>
                  </a:lnTo>
                  <a:lnTo>
                    <a:pt x="474840" y="685927"/>
                  </a:lnTo>
                  <a:lnTo>
                    <a:pt x="474840" y="660527"/>
                  </a:lnTo>
                  <a:lnTo>
                    <a:pt x="463016" y="660527"/>
                  </a:lnTo>
                  <a:lnTo>
                    <a:pt x="463016" y="673227"/>
                  </a:lnTo>
                  <a:lnTo>
                    <a:pt x="452107" y="685927"/>
                  </a:lnTo>
                  <a:lnTo>
                    <a:pt x="442506" y="685927"/>
                  </a:lnTo>
                  <a:lnTo>
                    <a:pt x="442506" y="698627"/>
                  </a:lnTo>
                  <a:lnTo>
                    <a:pt x="434644" y="724027"/>
                  </a:lnTo>
                  <a:lnTo>
                    <a:pt x="433793" y="724027"/>
                  </a:lnTo>
                  <a:lnTo>
                    <a:pt x="425056" y="749427"/>
                  </a:lnTo>
                  <a:lnTo>
                    <a:pt x="421855" y="746315"/>
                  </a:lnTo>
                  <a:lnTo>
                    <a:pt x="421855" y="774827"/>
                  </a:lnTo>
                  <a:lnTo>
                    <a:pt x="408901" y="774827"/>
                  </a:lnTo>
                  <a:lnTo>
                    <a:pt x="389686" y="755611"/>
                  </a:lnTo>
                  <a:lnTo>
                    <a:pt x="389686" y="774827"/>
                  </a:lnTo>
                  <a:lnTo>
                    <a:pt x="347560" y="800227"/>
                  </a:lnTo>
                  <a:lnTo>
                    <a:pt x="347560" y="762127"/>
                  </a:lnTo>
                  <a:lnTo>
                    <a:pt x="354063" y="749427"/>
                  </a:lnTo>
                  <a:lnTo>
                    <a:pt x="361619" y="749427"/>
                  </a:lnTo>
                  <a:lnTo>
                    <a:pt x="368630" y="762127"/>
                  </a:lnTo>
                  <a:lnTo>
                    <a:pt x="389686" y="774827"/>
                  </a:lnTo>
                  <a:lnTo>
                    <a:pt x="389686" y="755611"/>
                  </a:lnTo>
                  <a:lnTo>
                    <a:pt x="383514" y="749427"/>
                  </a:lnTo>
                  <a:lnTo>
                    <a:pt x="370827" y="736727"/>
                  </a:lnTo>
                  <a:lnTo>
                    <a:pt x="368439" y="724027"/>
                  </a:lnTo>
                  <a:lnTo>
                    <a:pt x="381368" y="724027"/>
                  </a:lnTo>
                  <a:lnTo>
                    <a:pt x="399021" y="749427"/>
                  </a:lnTo>
                  <a:lnTo>
                    <a:pt x="419468" y="762127"/>
                  </a:lnTo>
                  <a:lnTo>
                    <a:pt x="421855" y="774827"/>
                  </a:lnTo>
                  <a:lnTo>
                    <a:pt x="421855" y="746315"/>
                  </a:lnTo>
                  <a:lnTo>
                    <a:pt x="399021" y="724027"/>
                  </a:lnTo>
                  <a:lnTo>
                    <a:pt x="397027" y="711327"/>
                  </a:lnTo>
                  <a:lnTo>
                    <a:pt x="400126" y="711327"/>
                  </a:lnTo>
                  <a:lnTo>
                    <a:pt x="402844" y="698627"/>
                  </a:lnTo>
                  <a:lnTo>
                    <a:pt x="442506" y="698627"/>
                  </a:lnTo>
                  <a:lnTo>
                    <a:pt x="442506" y="685927"/>
                  </a:lnTo>
                  <a:lnTo>
                    <a:pt x="398322" y="685927"/>
                  </a:lnTo>
                  <a:lnTo>
                    <a:pt x="387413" y="673227"/>
                  </a:lnTo>
                  <a:lnTo>
                    <a:pt x="463016" y="673227"/>
                  </a:lnTo>
                  <a:lnTo>
                    <a:pt x="463016" y="660527"/>
                  </a:lnTo>
                  <a:lnTo>
                    <a:pt x="455879" y="635127"/>
                  </a:lnTo>
                  <a:lnTo>
                    <a:pt x="450164" y="622427"/>
                  </a:lnTo>
                  <a:lnTo>
                    <a:pt x="449948" y="622427"/>
                  </a:lnTo>
                  <a:lnTo>
                    <a:pt x="443407" y="609727"/>
                  </a:lnTo>
                  <a:lnTo>
                    <a:pt x="439712" y="602538"/>
                  </a:lnTo>
                  <a:lnTo>
                    <a:pt x="439712" y="647827"/>
                  </a:lnTo>
                  <a:lnTo>
                    <a:pt x="399021" y="647827"/>
                  </a:lnTo>
                  <a:lnTo>
                    <a:pt x="397027" y="635127"/>
                  </a:lnTo>
                  <a:lnTo>
                    <a:pt x="399021" y="635127"/>
                  </a:lnTo>
                  <a:lnTo>
                    <a:pt x="425056" y="609727"/>
                  </a:lnTo>
                  <a:lnTo>
                    <a:pt x="433793" y="635127"/>
                  </a:lnTo>
                  <a:lnTo>
                    <a:pt x="434644" y="635127"/>
                  </a:lnTo>
                  <a:lnTo>
                    <a:pt x="439712" y="647827"/>
                  </a:lnTo>
                  <a:lnTo>
                    <a:pt x="439712" y="602538"/>
                  </a:lnTo>
                  <a:lnTo>
                    <a:pt x="436880" y="597027"/>
                  </a:lnTo>
                  <a:lnTo>
                    <a:pt x="438861" y="584327"/>
                  </a:lnTo>
                  <a:lnTo>
                    <a:pt x="440842" y="571627"/>
                  </a:lnTo>
                  <a:lnTo>
                    <a:pt x="455879" y="558927"/>
                  </a:lnTo>
                  <a:lnTo>
                    <a:pt x="474840" y="533527"/>
                  </a:lnTo>
                  <a:lnTo>
                    <a:pt x="474840" y="495427"/>
                  </a:lnTo>
                  <a:lnTo>
                    <a:pt x="462445" y="481545"/>
                  </a:lnTo>
                  <a:lnTo>
                    <a:pt x="462445" y="508127"/>
                  </a:lnTo>
                  <a:lnTo>
                    <a:pt x="462445" y="520827"/>
                  </a:lnTo>
                  <a:lnTo>
                    <a:pt x="428459" y="558927"/>
                  </a:lnTo>
                  <a:lnTo>
                    <a:pt x="421855" y="558927"/>
                  </a:lnTo>
                  <a:lnTo>
                    <a:pt x="421855" y="584327"/>
                  </a:lnTo>
                  <a:lnTo>
                    <a:pt x="419468" y="597027"/>
                  </a:lnTo>
                  <a:lnTo>
                    <a:pt x="385902" y="630593"/>
                  </a:lnTo>
                  <a:lnTo>
                    <a:pt x="385902" y="660527"/>
                  </a:lnTo>
                  <a:lnTo>
                    <a:pt x="359740" y="673227"/>
                  </a:lnTo>
                  <a:lnTo>
                    <a:pt x="356628" y="673227"/>
                  </a:lnTo>
                  <a:lnTo>
                    <a:pt x="368630" y="685927"/>
                  </a:lnTo>
                  <a:lnTo>
                    <a:pt x="385902" y="698627"/>
                  </a:lnTo>
                  <a:lnTo>
                    <a:pt x="384708" y="698627"/>
                  </a:lnTo>
                  <a:lnTo>
                    <a:pt x="381596" y="711327"/>
                  </a:lnTo>
                  <a:lnTo>
                    <a:pt x="350367" y="698627"/>
                  </a:lnTo>
                  <a:lnTo>
                    <a:pt x="346633" y="698627"/>
                  </a:lnTo>
                  <a:lnTo>
                    <a:pt x="353072" y="736727"/>
                  </a:lnTo>
                  <a:lnTo>
                    <a:pt x="342709" y="736727"/>
                  </a:lnTo>
                  <a:lnTo>
                    <a:pt x="329996" y="718820"/>
                  </a:lnTo>
                  <a:lnTo>
                    <a:pt x="329996" y="749427"/>
                  </a:lnTo>
                  <a:lnTo>
                    <a:pt x="329996" y="812927"/>
                  </a:lnTo>
                  <a:lnTo>
                    <a:pt x="329996" y="876427"/>
                  </a:lnTo>
                  <a:lnTo>
                    <a:pt x="329996" y="927227"/>
                  </a:lnTo>
                  <a:lnTo>
                    <a:pt x="322592" y="939927"/>
                  </a:lnTo>
                  <a:lnTo>
                    <a:pt x="322211" y="939927"/>
                  </a:lnTo>
                  <a:lnTo>
                    <a:pt x="314794" y="927227"/>
                  </a:lnTo>
                  <a:lnTo>
                    <a:pt x="314794" y="876427"/>
                  </a:lnTo>
                  <a:lnTo>
                    <a:pt x="322211" y="863727"/>
                  </a:lnTo>
                  <a:lnTo>
                    <a:pt x="322592" y="863727"/>
                  </a:lnTo>
                  <a:lnTo>
                    <a:pt x="329996" y="876427"/>
                  </a:lnTo>
                  <a:lnTo>
                    <a:pt x="329996" y="812927"/>
                  </a:lnTo>
                  <a:lnTo>
                    <a:pt x="314794" y="812927"/>
                  </a:lnTo>
                  <a:lnTo>
                    <a:pt x="314794" y="749427"/>
                  </a:lnTo>
                  <a:lnTo>
                    <a:pt x="322211" y="736727"/>
                  </a:lnTo>
                  <a:lnTo>
                    <a:pt x="322592" y="736727"/>
                  </a:lnTo>
                  <a:lnTo>
                    <a:pt x="329996" y="749427"/>
                  </a:lnTo>
                  <a:lnTo>
                    <a:pt x="329996" y="718820"/>
                  </a:lnTo>
                  <a:lnTo>
                    <a:pt x="324688" y="711327"/>
                  </a:lnTo>
                  <a:lnTo>
                    <a:pt x="320128" y="711327"/>
                  </a:lnTo>
                  <a:lnTo>
                    <a:pt x="309181" y="726757"/>
                  </a:lnTo>
                  <a:lnTo>
                    <a:pt x="309181" y="825627"/>
                  </a:lnTo>
                  <a:lnTo>
                    <a:pt x="309181" y="851027"/>
                  </a:lnTo>
                  <a:lnTo>
                    <a:pt x="301028" y="863727"/>
                  </a:lnTo>
                  <a:lnTo>
                    <a:pt x="297256" y="865276"/>
                  </a:lnTo>
                  <a:lnTo>
                    <a:pt x="297256" y="876427"/>
                  </a:lnTo>
                  <a:lnTo>
                    <a:pt x="297256" y="914527"/>
                  </a:lnTo>
                  <a:lnTo>
                    <a:pt x="290753" y="927227"/>
                  </a:lnTo>
                  <a:lnTo>
                    <a:pt x="283171" y="927227"/>
                  </a:lnTo>
                  <a:lnTo>
                    <a:pt x="276377" y="921080"/>
                  </a:lnTo>
                  <a:lnTo>
                    <a:pt x="276377" y="952627"/>
                  </a:lnTo>
                  <a:lnTo>
                    <a:pt x="263448" y="952627"/>
                  </a:lnTo>
                  <a:lnTo>
                    <a:pt x="257251" y="948169"/>
                  </a:lnTo>
                  <a:lnTo>
                    <a:pt x="257251" y="1003427"/>
                  </a:lnTo>
                  <a:lnTo>
                    <a:pt x="247802" y="1003427"/>
                  </a:lnTo>
                  <a:lnTo>
                    <a:pt x="247802" y="1041527"/>
                  </a:lnTo>
                  <a:lnTo>
                    <a:pt x="219786" y="1066927"/>
                  </a:lnTo>
                  <a:lnTo>
                    <a:pt x="211048" y="1041527"/>
                  </a:lnTo>
                  <a:lnTo>
                    <a:pt x="210146" y="1041527"/>
                  </a:lnTo>
                  <a:lnTo>
                    <a:pt x="207962" y="1036015"/>
                  </a:lnTo>
                  <a:lnTo>
                    <a:pt x="207962" y="1079627"/>
                  </a:lnTo>
                  <a:lnTo>
                    <a:pt x="203962" y="1105027"/>
                  </a:lnTo>
                  <a:lnTo>
                    <a:pt x="169951" y="1143127"/>
                  </a:lnTo>
                  <a:lnTo>
                    <a:pt x="169951" y="1016127"/>
                  </a:lnTo>
                  <a:lnTo>
                    <a:pt x="181813" y="1016127"/>
                  </a:lnTo>
                  <a:lnTo>
                    <a:pt x="194665" y="1054227"/>
                  </a:lnTo>
                  <a:lnTo>
                    <a:pt x="194881" y="1054227"/>
                  </a:lnTo>
                  <a:lnTo>
                    <a:pt x="205117" y="1079627"/>
                  </a:lnTo>
                  <a:lnTo>
                    <a:pt x="207962" y="1079627"/>
                  </a:lnTo>
                  <a:lnTo>
                    <a:pt x="207962" y="1036015"/>
                  </a:lnTo>
                  <a:lnTo>
                    <a:pt x="205117" y="1028827"/>
                  </a:lnTo>
                  <a:lnTo>
                    <a:pt x="244881" y="1028827"/>
                  </a:lnTo>
                  <a:lnTo>
                    <a:pt x="247802" y="1041527"/>
                  </a:lnTo>
                  <a:lnTo>
                    <a:pt x="247802" y="1003427"/>
                  </a:lnTo>
                  <a:lnTo>
                    <a:pt x="181813" y="1003427"/>
                  </a:lnTo>
                  <a:lnTo>
                    <a:pt x="192722" y="990727"/>
                  </a:lnTo>
                  <a:lnTo>
                    <a:pt x="246481" y="990727"/>
                  </a:lnTo>
                  <a:lnTo>
                    <a:pt x="257251" y="1003427"/>
                  </a:lnTo>
                  <a:lnTo>
                    <a:pt x="257251" y="948169"/>
                  </a:lnTo>
                  <a:lnTo>
                    <a:pt x="247802" y="941374"/>
                  </a:lnTo>
                  <a:lnTo>
                    <a:pt x="247802" y="965327"/>
                  </a:lnTo>
                  <a:lnTo>
                    <a:pt x="244703" y="965327"/>
                  </a:lnTo>
                  <a:lnTo>
                    <a:pt x="241985" y="978027"/>
                  </a:lnTo>
                  <a:lnTo>
                    <a:pt x="202311" y="978027"/>
                  </a:lnTo>
                  <a:lnTo>
                    <a:pt x="210146" y="952627"/>
                  </a:lnTo>
                  <a:lnTo>
                    <a:pt x="211048" y="952627"/>
                  </a:lnTo>
                  <a:lnTo>
                    <a:pt x="219786" y="927227"/>
                  </a:lnTo>
                  <a:lnTo>
                    <a:pt x="247802" y="965327"/>
                  </a:lnTo>
                  <a:lnTo>
                    <a:pt x="247802" y="941374"/>
                  </a:lnTo>
                  <a:lnTo>
                    <a:pt x="245795" y="939927"/>
                  </a:lnTo>
                  <a:lnTo>
                    <a:pt x="235572" y="927227"/>
                  </a:lnTo>
                  <a:lnTo>
                    <a:pt x="225361" y="914527"/>
                  </a:lnTo>
                  <a:lnTo>
                    <a:pt x="222961" y="901827"/>
                  </a:lnTo>
                  <a:lnTo>
                    <a:pt x="235902" y="901827"/>
                  </a:lnTo>
                  <a:lnTo>
                    <a:pt x="274002" y="939927"/>
                  </a:lnTo>
                  <a:lnTo>
                    <a:pt x="276377" y="952627"/>
                  </a:lnTo>
                  <a:lnTo>
                    <a:pt x="276377" y="921080"/>
                  </a:lnTo>
                  <a:lnTo>
                    <a:pt x="255130" y="901827"/>
                  </a:lnTo>
                  <a:lnTo>
                    <a:pt x="276199" y="889127"/>
                  </a:lnTo>
                  <a:lnTo>
                    <a:pt x="297256" y="876427"/>
                  </a:lnTo>
                  <a:lnTo>
                    <a:pt x="297256" y="865276"/>
                  </a:lnTo>
                  <a:lnTo>
                    <a:pt x="270040" y="876427"/>
                  </a:lnTo>
                  <a:lnTo>
                    <a:pt x="245795" y="876427"/>
                  </a:lnTo>
                  <a:lnTo>
                    <a:pt x="237921" y="889127"/>
                  </a:lnTo>
                  <a:lnTo>
                    <a:pt x="216369" y="876427"/>
                  </a:lnTo>
                  <a:lnTo>
                    <a:pt x="207962" y="870153"/>
                  </a:lnTo>
                  <a:lnTo>
                    <a:pt x="207962" y="914527"/>
                  </a:lnTo>
                  <a:lnTo>
                    <a:pt x="205117" y="927227"/>
                  </a:lnTo>
                  <a:lnTo>
                    <a:pt x="181813" y="978027"/>
                  </a:lnTo>
                  <a:lnTo>
                    <a:pt x="169951" y="990727"/>
                  </a:lnTo>
                  <a:lnTo>
                    <a:pt x="169951" y="863727"/>
                  </a:lnTo>
                  <a:lnTo>
                    <a:pt x="203962" y="889127"/>
                  </a:lnTo>
                  <a:lnTo>
                    <a:pt x="207962" y="914527"/>
                  </a:lnTo>
                  <a:lnTo>
                    <a:pt x="207962" y="870153"/>
                  </a:lnTo>
                  <a:lnTo>
                    <a:pt x="199377" y="863727"/>
                  </a:lnTo>
                  <a:lnTo>
                    <a:pt x="182397" y="851027"/>
                  </a:lnTo>
                  <a:lnTo>
                    <a:pt x="309181" y="851027"/>
                  </a:lnTo>
                  <a:lnTo>
                    <a:pt x="309181" y="825627"/>
                  </a:lnTo>
                  <a:lnTo>
                    <a:pt x="182397" y="825627"/>
                  </a:lnTo>
                  <a:lnTo>
                    <a:pt x="205117" y="812927"/>
                  </a:lnTo>
                  <a:lnTo>
                    <a:pt x="216369" y="800227"/>
                  </a:lnTo>
                  <a:lnTo>
                    <a:pt x="237921" y="787527"/>
                  </a:lnTo>
                  <a:lnTo>
                    <a:pt x="269494" y="800227"/>
                  </a:lnTo>
                  <a:lnTo>
                    <a:pt x="270040" y="800227"/>
                  </a:lnTo>
                  <a:lnTo>
                    <a:pt x="301028" y="812927"/>
                  </a:lnTo>
                  <a:lnTo>
                    <a:pt x="309181" y="825627"/>
                  </a:lnTo>
                  <a:lnTo>
                    <a:pt x="309181" y="726757"/>
                  </a:lnTo>
                  <a:lnTo>
                    <a:pt x="302107" y="736727"/>
                  </a:lnTo>
                  <a:lnTo>
                    <a:pt x="297256" y="736727"/>
                  </a:lnTo>
                  <a:lnTo>
                    <a:pt x="297256" y="762127"/>
                  </a:lnTo>
                  <a:lnTo>
                    <a:pt x="297256" y="800227"/>
                  </a:lnTo>
                  <a:lnTo>
                    <a:pt x="276199" y="787527"/>
                  </a:lnTo>
                  <a:lnTo>
                    <a:pt x="255130" y="774827"/>
                  </a:lnTo>
                  <a:lnTo>
                    <a:pt x="283171" y="749427"/>
                  </a:lnTo>
                  <a:lnTo>
                    <a:pt x="290753" y="749427"/>
                  </a:lnTo>
                  <a:lnTo>
                    <a:pt x="297256" y="762127"/>
                  </a:lnTo>
                  <a:lnTo>
                    <a:pt x="297256" y="736727"/>
                  </a:lnTo>
                  <a:lnTo>
                    <a:pt x="291731" y="736727"/>
                  </a:lnTo>
                  <a:lnTo>
                    <a:pt x="294614" y="724027"/>
                  </a:lnTo>
                  <a:lnTo>
                    <a:pt x="297484" y="711327"/>
                  </a:lnTo>
                  <a:lnTo>
                    <a:pt x="298196" y="698627"/>
                  </a:lnTo>
                  <a:lnTo>
                    <a:pt x="294462" y="698627"/>
                  </a:lnTo>
                  <a:lnTo>
                    <a:pt x="276186" y="706069"/>
                  </a:lnTo>
                  <a:lnTo>
                    <a:pt x="276186" y="724027"/>
                  </a:lnTo>
                  <a:lnTo>
                    <a:pt x="274002" y="736727"/>
                  </a:lnTo>
                  <a:lnTo>
                    <a:pt x="235902" y="774827"/>
                  </a:lnTo>
                  <a:lnTo>
                    <a:pt x="222961" y="774827"/>
                  </a:lnTo>
                  <a:lnTo>
                    <a:pt x="225361" y="762127"/>
                  </a:lnTo>
                  <a:lnTo>
                    <a:pt x="238048" y="749427"/>
                  </a:lnTo>
                  <a:lnTo>
                    <a:pt x="263448" y="724027"/>
                  </a:lnTo>
                  <a:lnTo>
                    <a:pt x="276186" y="724027"/>
                  </a:lnTo>
                  <a:lnTo>
                    <a:pt x="276186" y="706069"/>
                  </a:lnTo>
                  <a:lnTo>
                    <a:pt x="263232" y="711327"/>
                  </a:lnTo>
                  <a:lnTo>
                    <a:pt x="261061" y="698627"/>
                  </a:lnTo>
                  <a:lnTo>
                    <a:pt x="258902" y="698627"/>
                  </a:lnTo>
                  <a:lnTo>
                    <a:pt x="288188" y="673227"/>
                  </a:lnTo>
                  <a:lnTo>
                    <a:pt x="258902" y="660527"/>
                  </a:lnTo>
                  <a:lnTo>
                    <a:pt x="260146" y="660527"/>
                  </a:lnTo>
                  <a:lnTo>
                    <a:pt x="261061" y="647827"/>
                  </a:lnTo>
                  <a:lnTo>
                    <a:pt x="298196" y="647827"/>
                  </a:lnTo>
                  <a:lnTo>
                    <a:pt x="291731" y="622427"/>
                  </a:lnTo>
                  <a:lnTo>
                    <a:pt x="302107" y="609727"/>
                  </a:lnTo>
                  <a:lnTo>
                    <a:pt x="315074" y="635127"/>
                  </a:lnTo>
                  <a:lnTo>
                    <a:pt x="320128" y="635127"/>
                  </a:lnTo>
                  <a:lnTo>
                    <a:pt x="322211" y="647827"/>
                  </a:lnTo>
                  <a:lnTo>
                    <a:pt x="322605" y="647827"/>
                  </a:lnTo>
                  <a:lnTo>
                    <a:pt x="329730" y="635127"/>
                  </a:lnTo>
                  <a:lnTo>
                    <a:pt x="342709" y="609727"/>
                  </a:lnTo>
                  <a:lnTo>
                    <a:pt x="353072" y="622427"/>
                  </a:lnTo>
                  <a:lnTo>
                    <a:pt x="346633" y="647827"/>
                  </a:lnTo>
                  <a:lnTo>
                    <a:pt x="381596" y="647827"/>
                  </a:lnTo>
                  <a:lnTo>
                    <a:pt x="384708" y="660527"/>
                  </a:lnTo>
                  <a:lnTo>
                    <a:pt x="385902" y="660527"/>
                  </a:lnTo>
                  <a:lnTo>
                    <a:pt x="385902" y="630593"/>
                  </a:lnTo>
                  <a:lnTo>
                    <a:pt x="381368" y="635127"/>
                  </a:lnTo>
                  <a:lnTo>
                    <a:pt x="368630" y="635127"/>
                  </a:lnTo>
                  <a:lnTo>
                    <a:pt x="370827" y="622427"/>
                  </a:lnTo>
                  <a:lnTo>
                    <a:pt x="396214" y="597027"/>
                  </a:lnTo>
                  <a:lnTo>
                    <a:pt x="408901" y="584327"/>
                  </a:lnTo>
                  <a:lnTo>
                    <a:pt x="421855" y="584327"/>
                  </a:lnTo>
                  <a:lnTo>
                    <a:pt x="421855" y="558927"/>
                  </a:lnTo>
                  <a:lnTo>
                    <a:pt x="406882" y="558927"/>
                  </a:lnTo>
                  <a:lnTo>
                    <a:pt x="389686" y="552119"/>
                  </a:lnTo>
                  <a:lnTo>
                    <a:pt x="389686" y="571627"/>
                  </a:lnTo>
                  <a:lnTo>
                    <a:pt x="368630" y="597027"/>
                  </a:lnTo>
                  <a:lnTo>
                    <a:pt x="347560" y="597027"/>
                  </a:lnTo>
                  <a:lnTo>
                    <a:pt x="347560" y="558927"/>
                  </a:lnTo>
                  <a:lnTo>
                    <a:pt x="368604" y="571627"/>
                  </a:lnTo>
                  <a:lnTo>
                    <a:pt x="389686" y="571627"/>
                  </a:lnTo>
                  <a:lnTo>
                    <a:pt x="389686" y="552119"/>
                  </a:lnTo>
                  <a:lnTo>
                    <a:pt x="374840" y="546227"/>
                  </a:lnTo>
                  <a:lnTo>
                    <a:pt x="343776" y="533527"/>
                  </a:lnTo>
                  <a:lnTo>
                    <a:pt x="335610" y="520827"/>
                  </a:lnTo>
                  <a:lnTo>
                    <a:pt x="462445" y="520827"/>
                  </a:lnTo>
                  <a:lnTo>
                    <a:pt x="462445" y="508127"/>
                  </a:lnTo>
                  <a:lnTo>
                    <a:pt x="335610" y="508127"/>
                  </a:lnTo>
                  <a:lnTo>
                    <a:pt x="343776" y="495427"/>
                  </a:lnTo>
                  <a:lnTo>
                    <a:pt x="368630" y="482727"/>
                  </a:lnTo>
                  <a:lnTo>
                    <a:pt x="375335" y="482727"/>
                  </a:lnTo>
                  <a:lnTo>
                    <a:pt x="406882" y="470027"/>
                  </a:lnTo>
                  <a:lnTo>
                    <a:pt x="428459" y="470027"/>
                  </a:lnTo>
                  <a:lnTo>
                    <a:pt x="462445" y="508127"/>
                  </a:lnTo>
                  <a:lnTo>
                    <a:pt x="462445" y="481545"/>
                  </a:lnTo>
                  <a:lnTo>
                    <a:pt x="440842" y="457327"/>
                  </a:lnTo>
                  <a:lnTo>
                    <a:pt x="439712" y="457327"/>
                  </a:lnTo>
                  <a:lnTo>
                    <a:pt x="436880" y="444627"/>
                  </a:lnTo>
                  <a:lnTo>
                    <a:pt x="439712" y="431927"/>
                  </a:lnTo>
                  <a:lnTo>
                    <a:pt x="444830" y="419227"/>
                  </a:lnTo>
                  <a:lnTo>
                    <a:pt x="449948" y="406527"/>
                  </a:lnTo>
                  <a:lnTo>
                    <a:pt x="450164" y="406527"/>
                  </a:lnTo>
                  <a:lnTo>
                    <a:pt x="462991" y="381127"/>
                  </a:lnTo>
                  <a:lnTo>
                    <a:pt x="474840" y="368427"/>
                  </a:lnTo>
                  <a:lnTo>
                    <a:pt x="474840" y="343027"/>
                  </a:lnTo>
                  <a:lnTo>
                    <a:pt x="463016" y="330365"/>
                  </a:lnTo>
                  <a:lnTo>
                    <a:pt x="463016" y="355727"/>
                  </a:lnTo>
                  <a:lnTo>
                    <a:pt x="452107" y="368427"/>
                  </a:lnTo>
                  <a:lnTo>
                    <a:pt x="442506" y="368427"/>
                  </a:lnTo>
                  <a:lnTo>
                    <a:pt x="442506" y="381127"/>
                  </a:lnTo>
                  <a:lnTo>
                    <a:pt x="434644" y="393827"/>
                  </a:lnTo>
                  <a:lnTo>
                    <a:pt x="433793" y="406527"/>
                  </a:lnTo>
                  <a:lnTo>
                    <a:pt x="425056" y="419227"/>
                  </a:lnTo>
                  <a:lnTo>
                    <a:pt x="421855" y="416331"/>
                  </a:lnTo>
                  <a:lnTo>
                    <a:pt x="421855" y="457327"/>
                  </a:lnTo>
                  <a:lnTo>
                    <a:pt x="408901" y="457327"/>
                  </a:lnTo>
                  <a:lnTo>
                    <a:pt x="389686" y="438111"/>
                  </a:lnTo>
                  <a:lnTo>
                    <a:pt x="389686" y="457327"/>
                  </a:lnTo>
                  <a:lnTo>
                    <a:pt x="368630" y="470027"/>
                  </a:lnTo>
                  <a:lnTo>
                    <a:pt x="347560" y="470027"/>
                  </a:lnTo>
                  <a:lnTo>
                    <a:pt x="347560" y="431927"/>
                  </a:lnTo>
                  <a:lnTo>
                    <a:pt x="368630" y="431927"/>
                  </a:lnTo>
                  <a:lnTo>
                    <a:pt x="389686" y="457327"/>
                  </a:lnTo>
                  <a:lnTo>
                    <a:pt x="389686" y="438111"/>
                  </a:lnTo>
                  <a:lnTo>
                    <a:pt x="383514" y="431927"/>
                  </a:lnTo>
                  <a:lnTo>
                    <a:pt x="370827" y="419227"/>
                  </a:lnTo>
                  <a:lnTo>
                    <a:pt x="368439" y="406527"/>
                  </a:lnTo>
                  <a:lnTo>
                    <a:pt x="381368" y="406527"/>
                  </a:lnTo>
                  <a:lnTo>
                    <a:pt x="399021" y="419227"/>
                  </a:lnTo>
                  <a:lnTo>
                    <a:pt x="419468" y="444627"/>
                  </a:lnTo>
                  <a:lnTo>
                    <a:pt x="421855" y="457327"/>
                  </a:lnTo>
                  <a:lnTo>
                    <a:pt x="421855" y="416331"/>
                  </a:lnTo>
                  <a:lnTo>
                    <a:pt x="411035" y="406527"/>
                  </a:lnTo>
                  <a:lnTo>
                    <a:pt x="397027" y="393827"/>
                  </a:lnTo>
                  <a:lnTo>
                    <a:pt x="400126" y="381127"/>
                  </a:lnTo>
                  <a:lnTo>
                    <a:pt x="442506" y="381127"/>
                  </a:lnTo>
                  <a:lnTo>
                    <a:pt x="442506" y="368427"/>
                  </a:lnTo>
                  <a:lnTo>
                    <a:pt x="398322" y="368427"/>
                  </a:lnTo>
                  <a:lnTo>
                    <a:pt x="387553" y="355727"/>
                  </a:lnTo>
                  <a:lnTo>
                    <a:pt x="398322" y="343027"/>
                  </a:lnTo>
                  <a:lnTo>
                    <a:pt x="452107" y="343027"/>
                  </a:lnTo>
                  <a:lnTo>
                    <a:pt x="463016" y="355727"/>
                  </a:lnTo>
                  <a:lnTo>
                    <a:pt x="463016" y="330365"/>
                  </a:lnTo>
                  <a:lnTo>
                    <a:pt x="455879" y="317627"/>
                  </a:lnTo>
                  <a:lnTo>
                    <a:pt x="450164" y="304927"/>
                  </a:lnTo>
                  <a:lnTo>
                    <a:pt x="449948" y="304927"/>
                  </a:lnTo>
                  <a:lnTo>
                    <a:pt x="445592" y="292227"/>
                  </a:lnTo>
                  <a:lnTo>
                    <a:pt x="442506" y="283235"/>
                  </a:lnTo>
                  <a:lnTo>
                    <a:pt x="442506" y="330327"/>
                  </a:lnTo>
                  <a:lnTo>
                    <a:pt x="402844" y="330327"/>
                  </a:lnTo>
                  <a:lnTo>
                    <a:pt x="400126" y="317627"/>
                  </a:lnTo>
                  <a:lnTo>
                    <a:pt x="399021" y="317627"/>
                  </a:lnTo>
                  <a:lnTo>
                    <a:pt x="412038" y="304927"/>
                  </a:lnTo>
                  <a:lnTo>
                    <a:pt x="425056" y="292227"/>
                  </a:lnTo>
                  <a:lnTo>
                    <a:pt x="433793" y="304927"/>
                  </a:lnTo>
                  <a:lnTo>
                    <a:pt x="434644" y="304927"/>
                  </a:lnTo>
                  <a:lnTo>
                    <a:pt x="439712" y="317627"/>
                  </a:lnTo>
                  <a:lnTo>
                    <a:pt x="442506" y="330327"/>
                  </a:lnTo>
                  <a:lnTo>
                    <a:pt x="442506" y="283235"/>
                  </a:lnTo>
                  <a:lnTo>
                    <a:pt x="436880" y="266827"/>
                  </a:lnTo>
                  <a:lnTo>
                    <a:pt x="440842" y="254127"/>
                  </a:lnTo>
                  <a:lnTo>
                    <a:pt x="448360" y="241427"/>
                  </a:lnTo>
                  <a:lnTo>
                    <a:pt x="455879" y="228727"/>
                  </a:lnTo>
                  <a:lnTo>
                    <a:pt x="474840" y="216027"/>
                  </a:lnTo>
                  <a:lnTo>
                    <a:pt x="474840" y="177927"/>
                  </a:lnTo>
                  <a:lnTo>
                    <a:pt x="462445" y="161328"/>
                  </a:lnTo>
                  <a:lnTo>
                    <a:pt x="462445" y="190627"/>
                  </a:lnTo>
                  <a:lnTo>
                    <a:pt x="462445" y="203327"/>
                  </a:lnTo>
                  <a:lnTo>
                    <a:pt x="428459" y="241427"/>
                  </a:lnTo>
                  <a:lnTo>
                    <a:pt x="421855" y="241427"/>
                  </a:lnTo>
                  <a:lnTo>
                    <a:pt x="421855" y="254127"/>
                  </a:lnTo>
                  <a:lnTo>
                    <a:pt x="419468" y="266827"/>
                  </a:lnTo>
                  <a:lnTo>
                    <a:pt x="385902" y="300393"/>
                  </a:lnTo>
                  <a:lnTo>
                    <a:pt x="385902" y="330327"/>
                  </a:lnTo>
                  <a:lnTo>
                    <a:pt x="356628" y="355727"/>
                  </a:lnTo>
                  <a:lnTo>
                    <a:pt x="368630" y="368427"/>
                  </a:lnTo>
                  <a:lnTo>
                    <a:pt x="385902" y="381127"/>
                  </a:lnTo>
                  <a:lnTo>
                    <a:pt x="346633" y="381127"/>
                  </a:lnTo>
                  <a:lnTo>
                    <a:pt x="353072" y="419227"/>
                  </a:lnTo>
                  <a:lnTo>
                    <a:pt x="342709" y="419227"/>
                  </a:lnTo>
                  <a:lnTo>
                    <a:pt x="329996" y="394360"/>
                  </a:lnTo>
                  <a:lnTo>
                    <a:pt x="329996" y="431927"/>
                  </a:lnTo>
                  <a:lnTo>
                    <a:pt x="329996" y="482727"/>
                  </a:lnTo>
                  <a:lnTo>
                    <a:pt x="329996" y="546227"/>
                  </a:lnTo>
                  <a:lnTo>
                    <a:pt x="329996" y="597027"/>
                  </a:lnTo>
                  <a:lnTo>
                    <a:pt x="322592" y="609727"/>
                  </a:lnTo>
                  <a:lnTo>
                    <a:pt x="322211" y="609727"/>
                  </a:lnTo>
                  <a:lnTo>
                    <a:pt x="314794" y="597027"/>
                  </a:lnTo>
                  <a:lnTo>
                    <a:pt x="314794" y="546227"/>
                  </a:lnTo>
                  <a:lnTo>
                    <a:pt x="322211" y="533527"/>
                  </a:lnTo>
                  <a:lnTo>
                    <a:pt x="322592" y="533527"/>
                  </a:lnTo>
                  <a:lnTo>
                    <a:pt x="329996" y="546227"/>
                  </a:lnTo>
                  <a:lnTo>
                    <a:pt x="329996" y="482727"/>
                  </a:lnTo>
                  <a:lnTo>
                    <a:pt x="322592" y="495427"/>
                  </a:lnTo>
                  <a:lnTo>
                    <a:pt x="322211" y="495427"/>
                  </a:lnTo>
                  <a:lnTo>
                    <a:pt x="314794" y="482727"/>
                  </a:lnTo>
                  <a:lnTo>
                    <a:pt x="314794" y="431927"/>
                  </a:lnTo>
                  <a:lnTo>
                    <a:pt x="322211" y="419227"/>
                  </a:lnTo>
                  <a:lnTo>
                    <a:pt x="322592" y="419227"/>
                  </a:lnTo>
                  <a:lnTo>
                    <a:pt x="329996" y="431927"/>
                  </a:lnTo>
                  <a:lnTo>
                    <a:pt x="329996" y="394360"/>
                  </a:lnTo>
                  <a:lnTo>
                    <a:pt x="329730" y="393827"/>
                  </a:lnTo>
                  <a:lnTo>
                    <a:pt x="320128" y="393827"/>
                  </a:lnTo>
                  <a:lnTo>
                    <a:pt x="309181" y="409257"/>
                  </a:lnTo>
                  <a:lnTo>
                    <a:pt x="309181" y="508127"/>
                  </a:lnTo>
                  <a:lnTo>
                    <a:pt x="309181" y="520827"/>
                  </a:lnTo>
                  <a:lnTo>
                    <a:pt x="301028" y="533527"/>
                  </a:lnTo>
                  <a:lnTo>
                    <a:pt x="297256" y="535076"/>
                  </a:lnTo>
                  <a:lnTo>
                    <a:pt x="297256" y="558927"/>
                  </a:lnTo>
                  <a:lnTo>
                    <a:pt x="297256" y="597027"/>
                  </a:lnTo>
                  <a:lnTo>
                    <a:pt x="283171" y="597027"/>
                  </a:lnTo>
                  <a:lnTo>
                    <a:pt x="276377" y="590880"/>
                  </a:lnTo>
                  <a:lnTo>
                    <a:pt x="276377" y="635127"/>
                  </a:lnTo>
                  <a:lnTo>
                    <a:pt x="263448" y="635127"/>
                  </a:lnTo>
                  <a:lnTo>
                    <a:pt x="257416" y="629094"/>
                  </a:lnTo>
                  <a:lnTo>
                    <a:pt x="257416" y="673227"/>
                  </a:lnTo>
                  <a:lnTo>
                    <a:pt x="247802" y="684403"/>
                  </a:lnTo>
                  <a:lnTo>
                    <a:pt x="247802" y="711327"/>
                  </a:lnTo>
                  <a:lnTo>
                    <a:pt x="219786" y="749427"/>
                  </a:lnTo>
                  <a:lnTo>
                    <a:pt x="211048" y="724027"/>
                  </a:lnTo>
                  <a:lnTo>
                    <a:pt x="210146" y="724027"/>
                  </a:lnTo>
                  <a:lnTo>
                    <a:pt x="207962" y="718515"/>
                  </a:lnTo>
                  <a:lnTo>
                    <a:pt x="207962" y="762127"/>
                  </a:lnTo>
                  <a:lnTo>
                    <a:pt x="203962" y="787527"/>
                  </a:lnTo>
                  <a:lnTo>
                    <a:pt x="169951" y="812927"/>
                  </a:lnTo>
                  <a:lnTo>
                    <a:pt x="169951" y="685927"/>
                  </a:lnTo>
                  <a:lnTo>
                    <a:pt x="181813" y="698627"/>
                  </a:lnTo>
                  <a:lnTo>
                    <a:pt x="194665" y="724027"/>
                  </a:lnTo>
                  <a:lnTo>
                    <a:pt x="194881" y="736727"/>
                  </a:lnTo>
                  <a:lnTo>
                    <a:pt x="205117" y="749427"/>
                  </a:lnTo>
                  <a:lnTo>
                    <a:pt x="207962" y="762127"/>
                  </a:lnTo>
                  <a:lnTo>
                    <a:pt x="207962" y="718515"/>
                  </a:lnTo>
                  <a:lnTo>
                    <a:pt x="205117" y="711327"/>
                  </a:lnTo>
                  <a:lnTo>
                    <a:pt x="202311" y="698627"/>
                  </a:lnTo>
                  <a:lnTo>
                    <a:pt x="241985" y="698627"/>
                  </a:lnTo>
                  <a:lnTo>
                    <a:pt x="244703" y="711327"/>
                  </a:lnTo>
                  <a:lnTo>
                    <a:pt x="247802" y="711327"/>
                  </a:lnTo>
                  <a:lnTo>
                    <a:pt x="247802" y="684403"/>
                  </a:lnTo>
                  <a:lnTo>
                    <a:pt x="246481" y="685927"/>
                  </a:lnTo>
                  <a:lnTo>
                    <a:pt x="192722" y="685927"/>
                  </a:lnTo>
                  <a:lnTo>
                    <a:pt x="181813" y="673227"/>
                  </a:lnTo>
                  <a:lnTo>
                    <a:pt x="257416" y="673227"/>
                  </a:lnTo>
                  <a:lnTo>
                    <a:pt x="257416" y="629094"/>
                  </a:lnTo>
                  <a:lnTo>
                    <a:pt x="247802" y="619480"/>
                  </a:lnTo>
                  <a:lnTo>
                    <a:pt x="247802" y="635127"/>
                  </a:lnTo>
                  <a:lnTo>
                    <a:pt x="244881" y="647827"/>
                  </a:lnTo>
                  <a:lnTo>
                    <a:pt x="202311" y="647827"/>
                  </a:lnTo>
                  <a:lnTo>
                    <a:pt x="210146" y="635127"/>
                  </a:lnTo>
                  <a:lnTo>
                    <a:pt x="211048" y="635127"/>
                  </a:lnTo>
                  <a:lnTo>
                    <a:pt x="219786" y="609727"/>
                  </a:lnTo>
                  <a:lnTo>
                    <a:pt x="245795" y="635127"/>
                  </a:lnTo>
                  <a:lnTo>
                    <a:pt x="247802" y="635127"/>
                  </a:lnTo>
                  <a:lnTo>
                    <a:pt x="247802" y="619480"/>
                  </a:lnTo>
                  <a:lnTo>
                    <a:pt x="238048" y="609727"/>
                  </a:lnTo>
                  <a:lnTo>
                    <a:pt x="225361" y="597027"/>
                  </a:lnTo>
                  <a:lnTo>
                    <a:pt x="222961" y="584327"/>
                  </a:lnTo>
                  <a:lnTo>
                    <a:pt x="235902" y="584327"/>
                  </a:lnTo>
                  <a:lnTo>
                    <a:pt x="274002" y="622427"/>
                  </a:lnTo>
                  <a:lnTo>
                    <a:pt x="276377" y="635127"/>
                  </a:lnTo>
                  <a:lnTo>
                    <a:pt x="276377" y="590880"/>
                  </a:lnTo>
                  <a:lnTo>
                    <a:pt x="269151" y="584327"/>
                  </a:lnTo>
                  <a:lnTo>
                    <a:pt x="255130" y="571627"/>
                  </a:lnTo>
                  <a:lnTo>
                    <a:pt x="297256" y="558927"/>
                  </a:lnTo>
                  <a:lnTo>
                    <a:pt x="297256" y="535076"/>
                  </a:lnTo>
                  <a:lnTo>
                    <a:pt x="270040" y="546227"/>
                  </a:lnTo>
                  <a:lnTo>
                    <a:pt x="237921" y="558927"/>
                  </a:lnTo>
                  <a:lnTo>
                    <a:pt x="216369" y="558927"/>
                  </a:lnTo>
                  <a:lnTo>
                    <a:pt x="207962" y="549503"/>
                  </a:lnTo>
                  <a:lnTo>
                    <a:pt x="207962" y="597027"/>
                  </a:lnTo>
                  <a:lnTo>
                    <a:pt x="205117" y="597027"/>
                  </a:lnTo>
                  <a:lnTo>
                    <a:pt x="194665" y="622427"/>
                  </a:lnTo>
                  <a:lnTo>
                    <a:pt x="181813" y="660527"/>
                  </a:lnTo>
                  <a:lnTo>
                    <a:pt x="169951" y="660527"/>
                  </a:lnTo>
                  <a:lnTo>
                    <a:pt x="169951" y="533527"/>
                  </a:lnTo>
                  <a:lnTo>
                    <a:pt x="203962" y="571627"/>
                  </a:lnTo>
                  <a:lnTo>
                    <a:pt x="207962" y="597027"/>
                  </a:lnTo>
                  <a:lnTo>
                    <a:pt x="207962" y="549503"/>
                  </a:lnTo>
                  <a:lnTo>
                    <a:pt x="193725" y="533527"/>
                  </a:lnTo>
                  <a:lnTo>
                    <a:pt x="182397" y="520827"/>
                  </a:lnTo>
                  <a:lnTo>
                    <a:pt x="309181" y="520827"/>
                  </a:lnTo>
                  <a:lnTo>
                    <a:pt x="309181" y="508127"/>
                  </a:lnTo>
                  <a:lnTo>
                    <a:pt x="182397" y="508127"/>
                  </a:lnTo>
                  <a:lnTo>
                    <a:pt x="188963" y="495427"/>
                  </a:lnTo>
                  <a:lnTo>
                    <a:pt x="216369" y="470027"/>
                  </a:lnTo>
                  <a:lnTo>
                    <a:pt x="237921" y="470027"/>
                  </a:lnTo>
                  <a:lnTo>
                    <a:pt x="269494" y="482727"/>
                  </a:lnTo>
                  <a:lnTo>
                    <a:pt x="270040" y="482727"/>
                  </a:lnTo>
                  <a:lnTo>
                    <a:pt x="301028" y="495427"/>
                  </a:lnTo>
                  <a:lnTo>
                    <a:pt x="309181" y="508127"/>
                  </a:lnTo>
                  <a:lnTo>
                    <a:pt x="309181" y="409257"/>
                  </a:lnTo>
                  <a:lnTo>
                    <a:pt x="302107" y="419227"/>
                  </a:lnTo>
                  <a:lnTo>
                    <a:pt x="297256" y="419227"/>
                  </a:lnTo>
                  <a:lnTo>
                    <a:pt x="297256" y="431927"/>
                  </a:lnTo>
                  <a:lnTo>
                    <a:pt x="297256" y="470027"/>
                  </a:lnTo>
                  <a:lnTo>
                    <a:pt x="276225" y="470027"/>
                  </a:lnTo>
                  <a:lnTo>
                    <a:pt x="255130" y="457327"/>
                  </a:lnTo>
                  <a:lnTo>
                    <a:pt x="283171" y="431927"/>
                  </a:lnTo>
                  <a:lnTo>
                    <a:pt x="297256" y="431927"/>
                  </a:lnTo>
                  <a:lnTo>
                    <a:pt x="297256" y="419227"/>
                  </a:lnTo>
                  <a:lnTo>
                    <a:pt x="291731" y="419227"/>
                  </a:lnTo>
                  <a:lnTo>
                    <a:pt x="293890" y="406527"/>
                  </a:lnTo>
                  <a:lnTo>
                    <a:pt x="298196" y="381127"/>
                  </a:lnTo>
                  <a:lnTo>
                    <a:pt x="276377" y="381127"/>
                  </a:lnTo>
                  <a:lnTo>
                    <a:pt x="276377" y="406527"/>
                  </a:lnTo>
                  <a:lnTo>
                    <a:pt x="274002" y="419227"/>
                  </a:lnTo>
                  <a:lnTo>
                    <a:pt x="245795" y="444627"/>
                  </a:lnTo>
                  <a:lnTo>
                    <a:pt x="235902" y="457327"/>
                  </a:lnTo>
                  <a:lnTo>
                    <a:pt x="222961" y="457327"/>
                  </a:lnTo>
                  <a:lnTo>
                    <a:pt x="225361" y="444627"/>
                  </a:lnTo>
                  <a:lnTo>
                    <a:pt x="250748" y="419227"/>
                  </a:lnTo>
                  <a:lnTo>
                    <a:pt x="263448" y="406527"/>
                  </a:lnTo>
                  <a:lnTo>
                    <a:pt x="276377" y="406527"/>
                  </a:lnTo>
                  <a:lnTo>
                    <a:pt x="276377" y="381127"/>
                  </a:lnTo>
                  <a:lnTo>
                    <a:pt x="258902" y="381127"/>
                  </a:lnTo>
                  <a:lnTo>
                    <a:pt x="288188" y="355727"/>
                  </a:lnTo>
                  <a:lnTo>
                    <a:pt x="258902" y="330327"/>
                  </a:lnTo>
                  <a:lnTo>
                    <a:pt x="298196" y="330327"/>
                  </a:lnTo>
                  <a:lnTo>
                    <a:pt x="293890" y="304927"/>
                  </a:lnTo>
                  <a:lnTo>
                    <a:pt x="291731" y="292227"/>
                  </a:lnTo>
                  <a:lnTo>
                    <a:pt x="302107" y="292227"/>
                  </a:lnTo>
                  <a:lnTo>
                    <a:pt x="322211" y="317627"/>
                  </a:lnTo>
                  <a:lnTo>
                    <a:pt x="322605" y="317627"/>
                  </a:lnTo>
                  <a:lnTo>
                    <a:pt x="329730" y="304927"/>
                  </a:lnTo>
                  <a:lnTo>
                    <a:pt x="342709" y="292227"/>
                  </a:lnTo>
                  <a:lnTo>
                    <a:pt x="353072" y="292227"/>
                  </a:lnTo>
                  <a:lnTo>
                    <a:pt x="346633" y="330327"/>
                  </a:lnTo>
                  <a:lnTo>
                    <a:pt x="385902" y="330327"/>
                  </a:lnTo>
                  <a:lnTo>
                    <a:pt x="385902" y="300393"/>
                  </a:lnTo>
                  <a:lnTo>
                    <a:pt x="381368" y="304927"/>
                  </a:lnTo>
                  <a:lnTo>
                    <a:pt x="368630" y="304927"/>
                  </a:lnTo>
                  <a:lnTo>
                    <a:pt x="370827" y="292227"/>
                  </a:lnTo>
                  <a:lnTo>
                    <a:pt x="383514" y="279527"/>
                  </a:lnTo>
                  <a:lnTo>
                    <a:pt x="408901" y="254127"/>
                  </a:lnTo>
                  <a:lnTo>
                    <a:pt x="421855" y="254127"/>
                  </a:lnTo>
                  <a:lnTo>
                    <a:pt x="421855" y="241427"/>
                  </a:lnTo>
                  <a:lnTo>
                    <a:pt x="406882" y="241427"/>
                  </a:lnTo>
                  <a:lnTo>
                    <a:pt x="389686" y="234505"/>
                  </a:lnTo>
                  <a:lnTo>
                    <a:pt x="389686" y="254127"/>
                  </a:lnTo>
                  <a:lnTo>
                    <a:pt x="361619" y="279527"/>
                  </a:lnTo>
                  <a:lnTo>
                    <a:pt x="347560" y="279527"/>
                  </a:lnTo>
                  <a:lnTo>
                    <a:pt x="347560" y="228727"/>
                  </a:lnTo>
                  <a:lnTo>
                    <a:pt x="389686" y="254127"/>
                  </a:lnTo>
                  <a:lnTo>
                    <a:pt x="389686" y="234505"/>
                  </a:lnTo>
                  <a:lnTo>
                    <a:pt x="375335" y="228727"/>
                  </a:lnTo>
                  <a:lnTo>
                    <a:pt x="374802" y="228727"/>
                  </a:lnTo>
                  <a:lnTo>
                    <a:pt x="343776" y="216027"/>
                  </a:lnTo>
                  <a:lnTo>
                    <a:pt x="335610" y="203327"/>
                  </a:lnTo>
                  <a:lnTo>
                    <a:pt x="462445" y="203327"/>
                  </a:lnTo>
                  <a:lnTo>
                    <a:pt x="462445" y="190627"/>
                  </a:lnTo>
                  <a:lnTo>
                    <a:pt x="335610" y="190627"/>
                  </a:lnTo>
                  <a:lnTo>
                    <a:pt x="343776" y="177927"/>
                  </a:lnTo>
                  <a:lnTo>
                    <a:pt x="374802" y="165227"/>
                  </a:lnTo>
                  <a:lnTo>
                    <a:pt x="406882" y="152527"/>
                  </a:lnTo>
                  <a:lnTo>
                    <a:pt x="428459" y="152527"/>
                  </a:lnTo>
                  <a:lnTo>
                    <a:pt x="462445" y="190627"/>
                  </a:lnTo>
                  <a:lnTo>
                    <a:pt x="462445" y="161328"/>
                  </a:lnTo>
                  <a:lnTo>
                    <a:pt x="455879" y="152527"/>
                  </a:lnTo>
                  <a:lnTo>
                    <a:pt x="440842" y="139827"/>
                  </a:lnTo>
                  <a:lnTo>
                    <a:pt x="438861" y="127127"/>
                  </a:lnTo>
                  <a:lnTo>
                    <a:pt x="436880" y="114427"/>
                  </a:lnTo>
                  <a:lnTo>
                    <a:pt x="439712" y="114427"/>
                  </a:lnTo>
                  <a:lnTo>
                    <a:pt x="444830" y="101727"/>
                  </a:lnTo>
                  <a:lnTo>
                    <a:pt x="449948" y="89027"/>
                  </a:lnTo>
                  <a:lnTo>
                    <a:pt x="450164" y="89027"/>
                  </a:lnTo>
                  <a:lnTo>
                    <a:pt x="455879" y="76327"/>
                  </a:lnTo>
                  <a:lnTo>
                    <a:pt x="456603" y="73748"/>
                  </a:lnTo>
                  <a:lnTo>
                    <a:pt x="457161" y="73342"/>
                  </a:lnTo>
                  <a:lnTo>
                    <a:pt x="474840" y="56692"/>
                  </a:lnTo>
                  <a:lnTo>
                    <a:pt x="474840" y="0"/>
                  </a:lnTo>
                  <a:lnTo>
                    <a:pt x="462940" y="0"/>
                  </a:lnTo>
                  <a:lnTo>
                    <a:pt x="445554" y="25806"/>
                  </a:lnTo>
                  <a:lnTo>
                    <a:pt x="427647" y="40259"/>
                  </a:lnTo>
                  <a:lnTo>
                    <a:pt x="427647" y="94195"/>
                  </a:lnTo>
                  <a:lnTo>
                    <a:pt x="425056" y="101727"/>
                  </a:lnTo>
                  <a:lnTo>
                    <a:pt x="421855" y="98894"/>
                  </a:lnTo>
                  <a:lnTo>
                    <a:pt x="421855" y="127127"/>
                  </a:lnTo>
                  <a:lnTo>
                    <a:pt x="408901" y="127127"/>
                  </a:lnTo>
                  <a:lnTo>
                    <a:pt x="395033" y="114020"/>
                  </a:lnTo>
                  <a:lnTo>
                    <a:pt x="410400" y="104876"/>
                  </a:lnTo>
                  <a:lnTo>
                    <a:pt x="419468" y="114427"/>
                  </a:lnTo>
                  <a:lnTo>
                    <a:pt x="421855" y="127127"/>
                  </a:lnTo>
                  <a:lnTo>
                    <a:pt x="421855" y="98894"/>
                  </a:lnTo>
                  <a:lnTo>
                    <a:pt x="421297" y="98386"/>
                  </a:lnTo>
                  <a:lnTo>
                    <a:pt x="424014" y="96761"/>
                  </a:lnTo>
                  <a:lnTo>
                    <a:pt x="427647" y="94195"/>
                  </a:lnTo>
                  <a:lnTo>
                    <a:pt x="427647" y="40259"/>
                  </a:lnTo>
                  <a:lnTo>
                    <a:pt x="413727" y="51473"/>
                  </a:lnTo>
                  <a:lnTo>
                    <a:pt x="389686" y="66319"/>
                  </a:lnTo>
                  <a:lnTo>
                    <a:pt x="389686" y="139827"/>
                  </a:lnTo>
                  <a:lnTo>
                    <a:pt x="347560" y="152527"/>
                  </a:lnTo>
                  <a:lnTo>
                    <a:pt x="347560" y="140525"/>
                  </a:lnTo>
                  <a:lnTo>
                    <a:pt x="376885" y="124396"/>
                  </a:lnTo>
                  <a:lnTo>
                    <a:pt x="389686" y="139827"/>
                  </a:lnTo>
                  <a:lnTo>
                    <a:pt x="389686" y="66319"/>
                  </a:lnTo>
                  <a:lnTo>
                    <a:pt x="371983" y="77241"/>
                  </a:lnTo>
                  <a:lnTo>
                    <a:pt x="336638" y="96761"/>
                  </a:lnTo>
                  <a:lnTo>
                    <a:pt x="329996" y="100418"/>
                  </a:lnTo>
                  <a:lnTo>
                    <a:pt x="329996" y="150164"/>
                  </a:lnTo>
                  <a:lnTo>
                    <a:pt x="329996" y="165227"/>
                  </a:lnTo>
                  <a:lnTo>
                    <a:pt x="329996" y="228727"/>
                  </a:lnTo>
                  <a:lnTo>
                    <a:pt x="329996" y="279527"/>
                  </a:lnTo>
                  <a:lnTo>
                    <a:pt x="322592" y="292227"/>
                  </a:lnTo>
                  <a:lnTo>
                    <a:pt x="322211" y="292227"/>
                  </a:lnTo>
                  <a:lnTo>
                    <a:pt x="314794" y="279527"/>
                  </a:lnTo>
                  <a:lnTo>
                    <a:pt x="314794" y="228727"/>
                  </a:lnTo>
                  <a:lnTo>
                    <a:pt x="322211" y="216027"/>
                  </a:lnTo>
                  <a:lnTo>
                    <a:pt x="322592" y="216027"/>
                  </a:lnTo>
                  <a:lnTo>
                    <a:pt x="329996" y="228727"/>
                  </a:lnTo>
                  <a:lnTo>
                    <a:pt x="329996" y="165227"/>
                  </a:lnTo>
                  <a:lnTo>
                    <a:pt x="322592" y="177927"/>
                  </a:lnTo>
                  <a:lnTo>
                    <a:pt x="322211" y="177927"/>
                  </a:lnTo>
                  <a:lnTo>
                    <a:pt x="314794" y="165227"/>
                  </a:lnTo>
                  <a:lnTo>
                    <a:pt x="314794" y="158521"/>
                  </a:lnTo>
                  <a:lnTo>
                    <a:pt x="329996" y="150164"/>
                  </a:lnTo>
                  <a:lnTo>
                    <a:pt x="329996" y="100418"/>
                  </a:lnTo>
                  <a:lnTo>
                    <a:pt x="309181" y="111861"/>
                  </a:lnTo>
                  <a:lnTo>
                    <a:pt x="309181" y="190627"/>
                  </a:lnTo>
                  <a:lnTo>
                    <a:pt x="309181" y="203327"/>
                  </a:lnTo>
                  <a:lnTo>
                    <a:pt x="301028" y="216027"/>
                  </a:lnTo>
                  <a:lnTo>
                    <a:pt x="297256" y="217576"/>
                  </a:lnTo>
                  <a:lnTo>
                    <a:pt x="297256" y="228727"/>
                  </a:lnTo>
                  <a:lnTo>
                    <a:pt x="297256" y="279527"/>
                  </a:lnTo>
                  <a:lnTo>
                    <a:pt x="283171" y="279527"/>
                  </a:lnTo>
                  <a:lnTo>
                    <a:pt x="276377" y="273380"/>
                  </a:lnTo>
                  <a:lnTo>
                    <a:pt x="276377" y="304927"/>
                  </a:lnTo>
                  <a:lnTo>
                    <a:pt x="263448" y="304927"/>
                  </a:lnTo>
                  <a:lnTo>
                    <a:pt x="257251" y="299224"/>
                  </a:lnTo>
                  <a:lnTo>
                    <a:pt x="257251" y="355727"/>
                  </a:lnTo>
                  <a:lnTo>
                    <a:pt x="247802" y="366877"/>
                  </a:lnTo>
                  <a:lnTo>
                    <a:pt x="247802" y="393827"/>
                  </a:lnTo>
                  <a:lnTo>
                    <a:pt x="219786" y="419227"/>
                  </a:lnTo>
                  <a:lnTo>
                    <a:pt x="213347" y="409892"/>
                  </a:lnTo>
                  <a:lnTo>
                    <a:pt x="228231" y="397827"/>
                  </a:lnTo>
                  <a:lnTo>
                    <a:pt x="229654" y="381127"/>
                  </a:lnTo>
                  <a:lnTo>
                    <a:pt x="244881" y="381127"/>
                  </a:lnTo>
                  <a:lnTo>
                    <a:pt x="247802" y="393827"/>
                  </a:lnTo>
                  <a:lnTo>
                    <a:pt x="247802" y="366877"/>
                  </a:lnTo>
                  <a:lnTo>
                    <a:pt x="246481" y="368427"/>
                  </a:lnTo>
                  <a:lnTo>
                    <a:pt x="230733" y="368427"/>
                  </a:lnTo>
                  <a:lnTo>
                    <a:pt x="231051" y="364845"/>
                  </a:lnTo>
                  <a:lnTo>
                    <a:pt x="221843" y="355485"/>
                  </a:lnTo>
                  <a:lnTo>
                    <a:pt x="212382" y="343027"/>
                  </a:lnTo>
                  <a:lnTo>
                    <a:pt x="246481" y="343027"/>
                  </a:lnTo>
                  <a:lnTo>
                    <a:pt x="249669" y="355727"/>
                  </a:lnTo>
                  <a:lnTo>
                    <a:pt x="257251" y="355727"/>
                  </a:lnTo>
                  <a:lnTo>
                    <a:pt x="257251" y="299224"/>
                  </a:lnTo>
                  <a:lnTo>
                    <a:pt x="249669" y="292227"/>
                  </a:lnTo>
                  <a:lnTo>
                    <a:pt x="247802" y="290283"/>
                  </a:lnTo>
                  <a:lnTo>
                    <a:pt x="247802" y="317627"/>
                  </a:lnTo>
                  <a:lnTo>
                    <a:pt x="244703" y="317627"/>
                  </a:lnTo>
                  <a:lnTo>
                    <a:pt x="241985" y="330327"/>
                  </a:lnTo>
                  <a:lnTo>
                    <a:pt x="207962" y="330327"/>
                  </a:lnTo>
                  <a:lnTo>
                    <a:pt x="207962" y="444627"/>
                  </a:lnTo>
                  <a:lnTo>
                    <a:pt x="203962" y="457327"/>
                  </a:lnTo>
                  <a:lnTo>
                    <a:pt x="169951" y="495427"/>
                  </a:lnTo>
                  <a:lnTo>
                    <a:pt x="169951" y="448906"/>
                  </a:lnTo>
                  <a:lnTo>
                    <a:pt x="187553" y="430809"/>
                  </a:lnTo>
                  <a:lnTo>
                    <a:pt x="200367" y="420420"/>
                  </a:lnTo>
                  <a:lnTo>
                    <a:pt x="205117" y="431927"/>
                  </a:lnTo>
                  <a:lnTo>
                    <a:pt x="207962" y="444627"/>
                  </a:lnTo>
                  <a:lnTo>
                    <a:pt x="207962" y="330327"/>
                  </a:lnTo>
                  <a:lnTo>
                    <a:pt x="202755" y="330327"/>
                  </a:lnTo>
                  <a:lnTo>
                    <a:pt x="202438" y="329907"/>
                  </a:lnTo>
                  <a:lnTo>
                    <a:pt x="210146" y="304927"/>
                  </a:lnTo>
                  <a:lnTo>
                    <a:pt x="219786" y="292227"/>
                  </a:lnTo>
                  <a:lnTo>
                    <a:pt x="247802" y="317627"/>
                  </a:lnTo>
                  <a:lnTo>
                    <a:pt x="247802" y="290283"/>
                  </a:lnTo>
                  <a:lnTo>
                    <a:pt x="225361" y="266827"/>
                  </a:lnTo>
                  <a:lnTo>
                    <a:pt x="222961" y="254127"/>
                  </a:lnTo>
                  <a:lnTo>
                    <a:pt x="235902" y="254127"/>
                  </a:lnTo>
                  <a:lnTo>
                    <a:pt x="274002" y="292227"/>
                  </a:lnTo>
                  <a:lnTo>
                    <a:pt x="276377" y="304927"/>
                  </a:lnTo>
                  <a:lnTo>
                    <a:pt x="276377" y="273380"/>
                  </a:lnTo>
                  <a:lnTo>
                    <a:pt x="255130" y="254127"/>
                  </a:lnTo>
                  <a:lnTo>
                    <a:pt x="276186" y="241427"/>
                  </a:lnTo>
                  <a:lnTo>
                    <a:pt x="279171" y="241427"/>
                  </a:lnTo>
                  <a:lnTo>
                    <a:pt x="297256" y="228727"/>
                  </a:lnTo>
                  <a:lnTo>
                    <a:pt x="297256" y="217576"/>
                  </a:lnTo>
                  <a:lnTo>
                    <a:pt x="270040" y="228727"/>
                  </a:lnTo>
                  <a:lnTo>
                    <a:pt x="269494" y="228727"/>
                  </a:lnTo>
                  <a:lnTo>
                    <a:pt x="237921" y="241427"/>
                  </a:lnTo>
                  <a:lnTo>
                    <a:pt x="216369" y="241427"/>
                  </a:lnTo>
                  <a:lnTo>
                    <a:pt x="209296" y="231800"/>
                  </a:lnTo>
                  <a:lnTo>
                    <a:pt x="212090" y="228130"/>
                  </a:lnTo>
                  <a:lnTo>
                    <a:pt x="239255" y="205270"/>
                  </a:lnTo>
                  <a:lnTo>
                    <a:pt x="242150" y="203327"/>
                  </a:lnTo>
                  <a:lnTo>
                    <a:pt x="309181" y="203327"/>
                  </a:lnTo>
                  <a:lnTo>
                    <a:pt x="309181" y="190627"/>
                  </a:lnTo>
                  <a:lnTo>
                    <a:pt x="261086" y="190627"/>
                  </a:lnTo>
                  <a:lnTo>
                    <a:pt x="271919" y="183362"/>
                  </a:lnTo>
                  <a:lnTo>
                    <a:pt x="290195" y="172669"/>
                  </a:lnTo>
                  <a:lnTo>
                    <a:pt x="301028" y="177927"/>
                  </a:lnTo>
                  <a:lnTo>
                    <a:pt x="309181" y="190627"/>
                  </a:lnTo>
                  <a:lnTo>
                    <a:pt x="309181" y="111861"/>
                  </a:lnTo>
                  <a:lnTo>
                    <a:pt x="285140" y="125082"/>
                  </a:lnTo>
                  <a:lnTo>
                    <a:pt x="246773" y="147650"/>
                  </a:lnTo>
                  <a:lnTo>
                    <a:pt x="211594" y="171475"/>
                  </a:lnTo>
                  <a:lnTo>
                    <a:pt x="207962" y="174561"/>
                  </a:lnTo>
                  <a:lnTo>
                    <a:pt x="207962" y="266827"/>
                  </a:lnTo>
                  <a:lnTo>
                    <a:pt x="194665" y="304927"/>
                  </a:lnTo>
                  <a:lnTo>
                    <a:pt x="191490" y="311188"/>
                  </a:lnTo>
                  <a:lnTo>
                    <a:pt x="184365" y="284480"/>
                  </a:lnTo>
                  <a:lnTo>
                    <a:pt x="191744" y="254787"/>
                  </a:lnTo>
                  <a:lnTo>
                    <a:pt x="198285" y="246214"/>
                  </a:lnTo>
                  <a:lnTo>
                    <a:pt x="203962" y="254127"/>
                  </a:lnTo>
                  <a:lnTo>
                    <a:pt x="207962" y="266827"/>
                  </a:lnTo>
                  <a:lnTo>
                    <a:pt x="207962" y="174561"/>
                  </a:lnTo>
                  <a:lnTo>
                    <a:pt x="181495" y="197027"/>
                  </a:lnTo>
                  <a:lnTo>
                    <a:pt x="155790" y="227914"/>
                  </a:lnTo>
                  <a:lnTo>
                    <a:pt x="140804" y="261061"/>
                  </a:lnTo>
                  <a:lnTo>
                    <a:pt x="138785" y="296811"/>
                  </a:lnTo>
                  <a:lnTo>
                    <a:pt x="152006" y="335559"/>
                  </a:lnTo>
                  <a:lnTo>
                    <a:pt x="182702" y="377647"/>
                  </a:lnTo>
                  <a:lnTo>
                    <a:pt x="152438" y="404533"/>
                  </a:lnTo>
                  <a:lnTo>
                    <a:pt x="152438" y="1625727"/>
                  </a:lnTo>
                  <a:lnTo>
                    <a:pt x="140589" y="1625727"/>
                  </a:lnTo>
                  <a:lnTo>
                    <a:pt x="127762" y="1587627"/>
                  </a:lnTo>
                  <a:lnTo>
                    <a:pt x="127546" y="1587627"/>
                  </a:lnTo>
                  <a:lnTo>
                    <a:pt x="121005" y="1574927"/>
                  </a:lnTo>
                  <a:lnTo>
                    <a:pt x="120103" y="1573187"/>
                  </a:lnTo>
                  <a:lnTo>
                    <a:pt x="120103" y="1625727"/>
                  </a:lnTo>
                  <a:lnTo>
                    <a:pt x="80403" y="1625727"/>
                  </a:lnTo>
                  <a:lnTo>
                    <a:pt x="77711" y="1613027"/>
                  </a:lnTo>
                  <a:lnTo>
                    <a:pt x="77508" y="1613027"/>
                  </a:lnTo>
                  <a:lnTo>
                    <a:pt x="74599" y="1600327"/>
                  </a:lnTo>
                  <a:lnTo>
                    <a:pt x="102603" y="1574927"/>
                  </a:lnTo>
                  <a:lnTo>
                    <a:pt x="117297" y="1613027"/>
                  </a:lnTo>
                  <a:lnTo>
                    <a:pt x="120103" y="1625727"/>
                  </a:lnTo>
                  <a:lnTo>
                    <a:pt x="120103" y="1573187"/>
                  </a:lnTo>
                  <a:lnTo>
                    <a:pt x="114465" y="1562227"/>
                  </a:lnTo>
                  <a:lnTo>
                    <a:pt x="117297" y="1549527"/>
                  </a:lnTo>
                  <a:lnTo>
                    <a:pt x="118427" y="1536827"/>
                  </a:lnTo>
                  <a:lnTo>
                    <a:pt x="152438" y="1498727"/>
                  </a:lnTo>
                  <a:lnTo>
                    <a:pt x="152438" y="1460627"/>
                  </a:lnTo>
                  <a:lnTo>
                    <a:pt x="140017" y="1446720"/>
                  </a:lnTo>
                  <a:lnTo>
                    <a:pt x="140017" y="1473327"/>
                  </a:lnTo>
                  <a:lnTo>
                    <a:pt x="140017" y="1486027"/>
                  </a:lnTo>
                  <a:lnTo>
                    <a:pt x="106032" y="1524127"/>
                  </a:lnTo>
                  <a:lnTo>
                    <a:pt x="99441" y="1524127"/>
                  </a:lnTo>
                  <a:lnTo>
                    <a:pt x="99441" y="1549527"/>
                  </a:lnTo>
                  <a:lnTo>
                    <a:pt x="97053" y="1562227"/>
                  </a:lnTo>
                  <a:lnTo>
                    <a:pt x="63487" y="1595818"/>
                  </a:lnTo>
                  <a:lnTo>
                    <a:pt x="63487" y="1625727"/>
                  </a:lnTo>
                  <a:lnTo>
                    <a:pt x="49530" y="1635975"/>
                  </a:lnTo>
                  <a:lnTo>
                    <a:pt x="43726" y="1635975"/>
                  </a:lnTo>
                  <a:lnTo>
                    <a:pt x="43726" y="1613027"/>
                  </a:lnTo>
                  <a:lnTo>
                    <a:pt x="61315" y="1613027"/>
                  </a:lnTo>
                  <a:lnTo>
                    <a:pt x="63487" y="1625727"/>
                  </a:lnTo>
                  <a:lnTo>
                    <a:pt x="63487" y="1595818"/>
                  </a:lnTo>
                  <a:lnTo>
                    <a:pt x="58978" y="1600327"/>
                  </a:lnTo>
                  <a:lnTo>
                    <a:pt x="46037" y="1600327"/>
                  </a:lnTo>
                  <a:lnTo>
                    <a:pt x="48425" y="1587627"/>
                  </a:lnTo>
                  <a:lnTo>
                    <a:pt x="61112" y="1574927"/>
                  </a:lnTo>
                  <a:lnTo>
                    <a:pt x="86487" y="1549527"/>
                  </a:lnTo>
                  <a:lnTo>
                    <a:pt x="99441" y="1549527"/>
                  </a:lnTo>
                  <a:lnTo>
                    <a:pt x="99441" y="1524127"/>
                  </a:lnTo>
                  <a:lnTo>
                    <a:pt x="84467" y="1524127"/>
                  </a:lnTo>
                  <a:lnTo>
                    <a:pt x="67259" y="1517205"/>
                  </a:lnTo>
                  <a:lnTo>
                    <a:pt x="67259" y="1536827"/>
                  </a:lnTo>
                  <a:lnTo>
                    <a:pt x="43726" y="1568818"/>
                  </a:lnTo>
                  <a:lnTo>
                    <a:pt x="43726" y="1529740"/>
                  </a:lnTo>
                  <a:lnTo>
                    <a:pt x="67259" y="1536827"/>
                  </a:lnTo>
                  <a:lnTo>
                    <a:pt x="67259" y="1517205"/>
                  </a:lnTo>
                  <a:lnTo>
                    <a:pt x="52895" y="1511427"/>
                  </a:lnTo>
                  <a:lnTo>
                    <a:pt x="46202" y="1511427"/>
                  </a:lnTo>
                  <a:lnTo>
                    <a:pt x="43726" y="1510144"/>
                  </a:lnTo>
                  <a:lnTo>
                    <a:pt x="43726" y="1486027"/>
                  </a:lnTo>
                  <a:lnTo>
                    <a:pt x="140017" y="1486027"/>
                  </a:lnTo>
                  <a:lnTo>
                    <a:pt x="140017" y="1473327"/>
                  </a:lnTo>
                  <a:lnTo>
                    <a:pt x="43726" y="1473327"/>
                  </a:lnTo>
                  <a:lnTo>
                    <a:pt x="43726" y="1451546"/>
                  </a:lnTo>
                  <a:lnTo>
                    <a:pt x="52400" y="1447927"/>
                  </a:lnTo>
                  <a:lnTo>
                    <a:pt x="52895" y="1447927"/>
                  </a:lnTo>
                  <a:lnTo>
                    <a:pt x="84467" y="1435227"/>
                  </a:lnTo>
                  <a:lnTo>
                    <a:pt x="106032" y="1435227"/>
                  </a:lnTo>
                  <a:lnTo>
                    <a:pt x="140017" y="1473327"/>
                  </a:lnTo>
                  <a:lnTo>
                    <a:pt x="140017" y="1446720"/>
                  </a:lnTo>
                  <a:lnTo>
                    <a:pt x="129768" y="1435227"/>
                  </a:lnTo>
                  <a:lnTo>
                    <a:pt x="118427" y="1422527"/>
                  </a:lnTo>
                  <a:lnTo>
                    <a:pt x="117297" y="1422527"/>
                  </a:lnTo>
                  <a:lnTo>
                    <a:pt x="114465" y="1409827"/>
                  </a:lnTo>
                  <a:lnTo>
                    <a:pt x="117297" y="1397127"/>
                  </a:lnTo>
                  <a:lnTo>
                    <a:pt x="122529" y="1384427"/>
                  </a:lnTo>
                  <a:lnTo>
                    <a:pt x="127762" y="1371727"/>
                  </a:lnTo>
                  <a:lnTo>
                    <a:pt x="140589" y="1346327"/>
                  </a:lnTo>
                  <a:lnTo>
                    <a:pt x="152438" y="1333627"/>
                  </a:lnTo>
                  <a:lnTo>
                    <a:pt x="152438" y="1308227"/>
                  </a:lnTo>
                  <a:lnTo>
                    <a:pt x="140766" y="1295730"/>
                  </a:lnTo>
                  <a:lnTo>
                    <a:pt x="140766" y="1320927"/>
                  </a:lnTo>
                  <a:lnTo>
                    <a:pt x="129692" y="1333627"/>
                  </a:lnTo>
                  <a:lnTo>
                    <a:pt x="120103" y="1333627"/>
                  </a:lnTo>
                  <a:lnTo>
                    <a:pt x="120103" y="1346327"/>
                  </a:lnTo>
                  <a:lnTo>
                    <a:pt x="117297" y="1359027"/>
                  </a:lnTo>
                  <a:lnTo>
                    <a:pt x="111366" y="1371727"/>
                  </a:lnTo>
                  <a:lnTo>
                    <a:pt x="102603" y="1384427"/>
                  </a:lnTo>
                  <a:lnTo>
                    <a:pt x="99441" y="1381569"/>
                  </a:lnTo>
                  <a:lnTo>
                    <a:pt x="99441" y="1422527"/>
                  </a:lnTo>
                  <a:lnTo>
                    <a:pt x="86487" y="1422527"/>
                  </a:lnTo>
                  <a:lnTo>
                    <a:pt x="67259" y="1403286"/>
                  </a:lnTo>
                  <a:lnTo>
                    <a:pt x="67259" y="1422527"/>
                  </a:lnTo>
                  <a:lnTo>
                    <a:pt x="43726" y="1436725"/>
                  </a:lnTo>
                  <a:lnTo>
                    <a:pt x="43726" y="1401203"/>
                  </a:lnTo>
                  <a:lnTo>
                    <a:pt x="67259" y="1422527"/>
                  </a:lnTo>
                  <a:lnTo>
                    <a:pt x="67259" y="1403286"/>
                  </a:lnTo>
                  <a:lnTo>
                    <a:pt x="61112" y="1397127"/>
                  </a:lnTo>
                  <a:lnTo>
                    <a:pt x="48425" y="1384427"/>
                  </a:lnTo>
                  <a:lnTo>
                    <a:pt x="46037" y="1371727"/>
                  </a:lnTo>
                  <a:lnTo>
                    <a:pt x="58978" y="1371727"/>
                  </a:lnTo>
                  <a:lnTo>
                    <a:pt x="97053" y="1409827"/>
                  </a:lnTo>
                  <a:lnTo>
                    <a:pt x="99441" y="1422527"/>
                  </a:lnTo>
                  <a:lnTo>
                    <a:pt x="99441" y="1381569"/>
                  </a:lnTo>
                  <a:lnTo>
                    <a:pt x="88595" y="1371727"/>
                  </a:lnTo>
                  <a:lnTo>
                    <a:pt x="74599" y="1359027"/>
                  </a:lnTo>
                  <a:lnTo>
                    <a:pt x="80403" y="1346327"/>
                  </a:lnTo>
                  <a:lnTo>
                    <a:pt x="120103" y="1346327"/>
                  </a:lnTo>
                  <a:lnTo>
                    <a:pt x="120103" y="1333627"/>
                  </a:lnTo>
                  <a:lnTo>
                    <a:pt x="75920" y="1333627"/>
                  </a:lnTo>
                  <a:lnTo>
                    <a:pt x="64833" y="1320927"/>
                  </a:lnTo>
                  <a:lnTo>
                    <a:pt x="140766" y="1320927"/>
                  </a:lnTo>
                  <a:lnTo>
                    <a:pt x="140766" y="1295730"/>
                  </a:lnTo>
                  <a:lnTo>
                    <a:pt x="140589" y="1295527"/>
                  </a:lnTo>
                  <a:lnTo>
                    <a:pt x="127546" y="1270127"/>
                  </a:lnTo>
                  <a:lnTo>
                    <a:pt x="122428" y="1257427"/>
                  </a:lnTo>
                  <a:lnTo>
                    <a:pt x="117297" y="1244727"/>
                  </a:lnTo>
                  <a:lnTo>
                    <a:pt x="117297" y="1295527"/>
                  </a:lnTo>
                  <a:lnTo>
                    <a:pt x="77711" y="1295527"/>
                  </a:lnTo>
                  <a:lnTo>
                    <a:pt x="74599" y="1282827"/>
                  </a:lnTo>
                  <a:lnTo>
                    <a:pt x="88595" y="1270127"/>
                  </a:lnTo>
                  <a:lnTo>
                    <a:pt x="102603" y="1257427"/>
                  </a:lnTo>
                  <a:lnTo>
                    <a:pt x="111366" y="1270127"/>
                  </a:lnTo>
                  <a:lnTo>
                    <a:pt x="117297" y="1295527"/>
                  </a:lnTo>
                  <a:lnTo>
                    <a:pt x="117297" y="1244727"/>
                  </a:lnTo>
                  <a:lnTo>
                    <a:pt x="114465" y="1232027"/>
                  </a:lnTo>
                  <a:lnTo>
                    <a:pt x="117297" y="1219327"/>
                  </a:lnTo>
                  <a:lnTo>
                    <a:pt x="118427" y="1219327"/>
                  </a:lnTo>
                  <a:lnTo>
                    <a:pt x="152438" y="1181227"/>
                  </a:lnTo>
                  <a:lnTo>
                    <a:pt x="152438" y="1143127"/>
                  </a:lnTo>
                  <a:lnTo>
                    <a:pt x="140017" y="1126515"/>
                  </a:lnTo>
                  <a:lnTo>
                    <a:pt x="140017" y="1155827"/>
                  </a:lnTo>
                  <a:lnTo>
                    <a:pt x="140017" y="1168527"/>
                  </a:lnTo>
                  <a:lnTo>
                    <a:pt x="106032" y="1206627"/>
                  </a:lnTo>
                  <a:lnTo>
                    <a:pt x="99441" y="1206627"/>
                  </a:lnTo>
                  <a:lnTo>
                    <a:pt x="99441" y="1219327"/>
                  </a:lnTo>
                  <a:lnTo>
                    <a:pt x="97053" y="1232027"/>
                  </a:lnTo>
                  <a:lnTo>
                    <a:pt x="63487" y="1265618"/>
                  </a:lnTo>
                  <a:lnTo>
                    <a:pt x="63487" y="1308227"/>
                  </a:lnTo>
                  <a:lnTo>
                    <a:pt x="63487" y="1346327"/>
                  </a:lnTo>
                  <a:lnTo>
                    <a:pt x="59182" y="1359027"/>
                  </a:lnTo>
                  <a:lnTo>
                    <a:pt x="43726" y="1353426"/>
                  </a:lnTo>
                  <a:lnTo>
                    <a:pt x="43726" y="1329182"/>
                  </a:lnTo>
                  <a:lnTo>
                    <a:pt x="63487" y="1346327"/>
                  </a:lnTo>
                  <a:lnTo>
                    <a:pt x="63487" y="1308227"/>
                  </a:lnTo>
                  <a:lnTo>
                    <a:pt x="43726" y="1316812"/>
                  </a:lnTo>
                  <a:lnTo>
                    <a:pt x="43726" y="1295527"/>
                  </a:lnTo>
                  <a:lnTo>
                    <a:pt x="59182" y="1295527"/>
                  </a:lnTo>
                  <a:lnTo>
                    <a:pt x="63487" y="1308227"/>
                  </a:lnTo>
                  <a:lnTo>
                    <a:pt x="63487" y="1265618"/>
                  </a:lnTo>
                  <a:lnTo>
                    <a:pt x="58978" y="1270127"/>
                  </a:lnTo>
                  <a:lnTo>
                    <a:pt x="46037" y="1270127"/>
                  </a:lnTo>
                  <a:lnTo>
                    <a:pt x="48425" y="1257427"/>
                  </a:lnTo>
                  <a:lnTo>
                    <a:pt x="61112" y="1244727"/>
                  </a:lnTo>
                  <a:lnTo>
                    <a:pt x="86487" y="1219327"/>
                  </a:lnTo>
                  <a:lnTo>
                    <a:pt x="99441" y="1219327"/>
                  </a:lnTo>
                  <a:lnTo>
                    <a:pt x="99441" y="1206627"/>
                  </a:lnTo>
                  <a:lnTo>
                    <a:pt x="84467" y="1206627"/>
                  </a:lnTo>
                  <a:lnTo>
                    <a:pt x="67259" y="1199654"/>
                  </a:lnTo>
                  <a:lnTo>
                    <a:pt x="67259" y="1219327"/>
                  </a:lnTo>
                  <a:lnTo>
                    <a:pt x="43726" y="1240663"/>
                  </a:lnTo>
                  <a:lnTo>
                    <a:pt x="43726" y="1206627"/>
                  </a:lnTo>
                  <a:lnTo>
                    <a:pt x="46202" y="1206627"/>
                  </a:lnTo>
                  <a:lnTo>
                    <a:pt x="67259" y="1219327"/>
                  </a:lnTo>
                  <a:lnTo>
                    <a:pt x="67259" y="1199654"/>
                  </a:lnTo>
                  <a:lnTo>
                    <a:pt x="43726" y="1190104"/>
                  </a:lnTo>
                  <a:lnTo>
                    <a:pt x="43726" y="1168527"/>
                  </a:lnTo>
                  <a:lnTo>
                    <a:pt x="140017" y="1168527"/>
                  </a:lnTo>
                  <a:lnTo>
                    <a:pt x="140017" y="1155827"/>
                  </a:lnTo>
                  <a:lnTo>
                    <a:pt x="43726" y="1155827"/>
                  </a:lnTo>
                  <a:lnTo>
                    <a:pt x="43726" y="1134262"/>
                  </a:lnTo>
                  <a:lnTo>
                    <a:pt x="84467" y="1117727"/>
                  </a:lnTo>
                  <a:lnTo>
                    <a:pt x="106032" y="1117727"/>
                  </a:lnTo>
                  <a:lnTo>
                    <a:pt x="140017" y="1155827"/>
                  </a:lnTo>
                  <a:lnTo>
                    <a:pt x="140017" y="1126515"/>
                  </a:lnTo>
                  <a:lnTo>
                    <a:pt x="133451" y="1117727"/>
                  </a:lnTo>
                  <a:lnTo>
                    <a:pt x="118427" y="1105027"/>
                  </a:lnTo>
                  <a:lnTo>
                    <a:pt x="117297" y="1105027"/>
                  </a:lnTo>
                  <a:lnTo>
                    <a:pt x="114465" y="1079627"/>
                  </a:lnTo>
                  <a:lnTo>
                    <a:pt x="121107" y="1066927"/>
                  </a:lnTo>
                  <a:lnTo>
                    <a:pt x="127762" y="1054227"/>
                  </a:lnTo>
                  <a:lnTo>
                    <a:pt x="140589" y="1016127"/>
                  </a:lnTo>
                  <a:lnTo>
                    <a:pt x="152438" y="1016127"/>
                  </a:lnTo>
                  <a:lnTo>
                    <a:pt x="152438" y="990727"/>
                  </a:lnTo>
                  <a:lnTo>
                    <a:pt x="140614" y="978065"/>
                  </a:lnTo>
                  <a:lnTo>
                    <a:pt x="140614" y="1003427"/>
                  </a:lnTo>
                  <a:lnTo>
                    <a:pt x="117297" y="1003427"/>
                  </a:lnTo>
                  <a:lnTo>
                    <a:pt x="117297" y="1028827"/>
                  </a:lnTo>
                  <a:lnTo>
                    <a:pt x="111366" y="1041527"/>
                  </a:lnTo>
                  <a:lnTo>
                    <a:pt x="102603" y="1066927"/>
                  </a:lnTo>
                  <a:lnTo>
                    <a:pt x="99441" y="1064069"/>
                  </a:lnTo>
                  <a:lnTo>
                    <a:pt x="99441" y="1105027"/>
                  </a:lnTo>
                  <a:lnTo>
                    <a:pt x="97345" y="1105027"/>
                  </a:lnTo>
                  <a:lnTo>
                    <a:pt x="86487" y="1092327"/>
                  </a:lnTo>
                  <a:lnTo>
                    <a:pt x="73799" y="1079627"/>
                  </a:lnTo>
                  <a:lnTo>
                    <a:pt x="67259" y="1073086"/>
                  </a:lnTo>
                  <a:lnTo>
                    <a:pt x="67259" y="1105027"/>
                  </a:lnTo>
                  <a:lnTo>
                    <a:pt x="46202" y="1105027"/>
                  </a:lnTo>
                  <a:lnTo>
                    <a:pt x="43726" y="1106525"/>
                  </a:lnTo>
                  <a:lnTo>
                    <a:pt x="43726" y="1083703"/>
                  </a:lnTo>
                  <a:lnTo>
                    <a:pt x="67259" y="1105027"/>
                  </a:lnTo>
                  <a:lnTo>
                    <a:pt x="67259" y="1073086"/>
                  </a:lnTo>
                  <a:lnTo>
                    <a:pt x="48425" y="1054227"/>
                  </a:lnTo>
                  <a:lnTo>
                    <a:pt x="46037" y="1041527"/>
                  </a:lnTo>
                  <a:lnTo>
                    <a:pt x="58978" y="1054227"/>
                  </a:lnTo>
                  <a:lnTo>
                    <a:pt x="97053" y="1092327"/>
                  </a:lnTo>
                  <a:lnTo>
                    <a:pt x="99441" y="1105027"/>
                  </a:lnTo>
                  <a:lnTo>
                    <a:pt x="99441" y="1064069"/>
                  </a:lnTo>
                  <a:lnTo>
                    <a:pt x="74599" y="1041527"/>
                  </a:lnTo>
                  <a:lnTo>
                    <a:pt x="80403" y="1028827"/>
                  </a:lnTo>
                  <a:lnTo>
                    <a:pt x="117297" y="1028827"/>
                  </a:lnTo>
                  <a:lnTo>
                    <a:pt x="117297" y="1003427"/>
                  </a:lnTo>
                  <a:lnTo>
                    <a:pt x="65011" y="1003427"/>
                  </a:lnTo>
                  <a:lnTo>
                    <a:pt x="75920" y="990727"/>
                  </a:lnTo>
                  <a:lnTo>
                    <a:pt x="129692" y="990727"/>
                  </a:lnTo>
                  <a:lnTo>
                    <a:pt x="140614" y="1003427"/>
                  </a:lnTo>
                  <a:lnTo>
                    <a:pt x="140614" y="978065"/>
                  </a:lnTo>
                  <a:lnTo>
                    <a:pt x="127546" y="952627"/>
                  </a:lnTo>
                  <a:lnTo>
                    <a:pt x="120103" y="930973"/>
                  </a:lnTo>
                  <a:lnTo>
                    <a:pt x="120103" y="978027"/>
                  </a:lnTo>
                  <a:lnTo>
                    <a:pt x="80403" y="978027"/>
                  </a:lnTo>
                  <a:lnTo>
                    <a:pt x="77711" y="965327"/>
                  </a:lnTo>
                  <a:lnTo>
                    <a:pt x="74599" y="965327"/>
                  </a:lnTo>
                  <a:lnTo>
                    <a:pt x="83934" y="952627"/>
                  </a:lnTo>
                  <a:lnTo>
                    <a:pt x="102603" y="927227"/>
                  </a:lnTo>
                  <a:lnTo>
                    <a:pt x="111366" y="952627"/>
                  </a:lnTo>
                  <a:lnTo>
                    <a:pt x="117297" y="965327"/>
                  </a:lnTo>
                  <a:lnTo>
                    <a:pt x="120103" y="978027"/>
                  </a:lnTo>
                  <a:lnTo>
                    <a:pt x="120103" y="930973"/>
                  </a:lnTo>
                  <a:lnTo>
                    <a:pt x="118821" y="927227"/>
                  </a:lnTo>
                  <a:lnTo>
                    <a:pt x="114465" y="914527"/>
                  </a:lnTo>
                  <a:lnTo>
                    <a:pt x="117297" y="901827"/>
                  </a:lnTo>
                  <a:lnTo>
                    <a:pt x="118427" y="889127"/>
                  </a:lnTo>
                  <a:lnTo>
                    <a:pt x="152438" y="863727"/>
                  </a:lnTo>
                  <a:lnTo>
                    <a:pt x="152438" y="812927"/>
                  </a:lnTo>
                  <a:lnTo>
                    <a:pt x="140017" y="804621"/>
                  </a:lnTo>
                  <a:lnTo>
                    <a:pt x="140017" y="825627"/>
                  </a:lnTo>
                  <a:lnTo>
                    <a:pt x="140017" y="851027"/>
                  </a:lnTo>
                  <a:lnTo>
                    <a:pt x="106032" y="876427"/>
                  </a:lnTo>
                  <a:lnTo>
                    <a:pt x="99441" y="880313"/>
                  </a:lnTo>
                  <a:lnTo>
                    <a:pt x="99441" y="901827"/>
                  </a:lnTo>
                  <a:lnTo>
                    <a:pt x="97053" y="914527"/>
                  </a:lnTo>
                  <a:lnTo>
                    <a:pt x="63487" y="948118"/>
                  </a:lnTo>
                  <a:lnTo>
                    <a:pt x="63487" y="978027"/>
                  </a:lnTo>
                  <a:lnTo>
                    <a:pt x="63487" y="1016127"/>
                  </a:lnTo>
                  <a:lnTo>
                    <a:pt x="61315" y="1028827"/>
                  </a:lnTo>
                  <a:lnTo>
                    <a:pt x="43726" y="1028827"/>
                  </a:lnTo>
                  <a:lnTo>
                    <a:pt x="43726" y="1007592"/>
                  </a:lnTo>
                  <a:lnTo>
                    <a:pt x="63487" y="1016127"/>
                  </a:lnTo>
                  <a:lnTo>
                    <a:pt x="63487" y="978027"/>
                  </a:lnTo>
                  <a:lnTo>
                    <a:pt x="43726" y="997204"/>
                  </a:lnTo>
                  <a:lnTo>
                    <a:pt x="43726" y="971613"/>
                  </a:lnTo>
                  <a:lnTo>
                    <a:pt x="59182" y="965327"/>
                  </a:lnTo>
                  <a:lnTo>
                    <a:pt x="61315" y="978027"/>
                  </a:lnTo>
                  <a:lnTo>
                    <a:pt x="63487" y="978027"/>
                  </a:lnTo>
                  <a:lnTo>
                    <a:pt x="63487" y="948118"/>
                  </a:lnTo>
                  <a:lnTo>
                    <a:pt x="58978" y="952627"/>
                  </a:lnTo>
                  <a:lnTo>
                    <a:pt x="46037" y="952627"/>
                  </a:lnTo>
                  <a:lnTo>
                    <a:pt x="48425" y="939927"/>
                  </a:lnTo>
                  <a:lnTo>
                    <a:pt x="61112" y="927227"/>
                  </a:lnTo>
                  <a:lnTo>
                    <a:pt x="86487" y="901827"/>
                  </a:lnTo>
                  <a:lnTo>
                    <a:pt x="99441" y="901827"/>
                  </a:lnTo>
                  <a:lnTo>
                    <a:pt x="99441" y="880313"/>
                  </a:lnTo>
                  <a:lnTo>
                    <a:pt x="84467" y="889127"/>
                  </a:lnTo>
                  <a:lnTo>
                    <a:pt x="67259" y="882154"/>
                  </a:lnTo>
                  <a:lnTo>
                    <a:pt x="67259" y="901827"/>
                  </a:lnTo>
                  <a:lnTo>
                    <a:pt x="43726" y="923163"/>
                  </a:lnTo>
                  <a:lnTo>
                    <a:pt x="43726" y="887641"/>
                  </a:lnTo>
                  <a:lnTo>
                    <a:pt x="67259" y="901827"/>
                  </a:lnTo>
                  <a:lnTo>
                    <a:pt x="67259" y="882154"/>
                  </a:lnTo>
                  <a:lnTo>
                    <a:pt x="53162" y="876427"/>
                  </a:lnTo>
                  <a:lnTo>
                    <a:pt x="43726" y="872604"/>
                  </a:lnTo>
                  <a:lnTo>
                    <a:pt x="43726" y="851027"/>
                  </a:lnTo>
                  <a:lnTo>
                    <a:pt x="140017" y="851027"/>
                  </a:lnTo>
                  <a:lnTo>
                    <a:pt x="140017" y="825627"/>
                  </a:lnTo>
                  <a:lnTo>
                    <a:pt x="43726" y="825627"/>
                  </a:lnTo>
                  <a:lnTo>
                    <a:pt x="43726" y="803846"/>
                  </a:lnTo>
                  <a:lnTo>
                    <a:pt x="52400" y="800227"/>
                  </a:lnTo>
                  <a:lnTo>
                    <a:pt x="52895" y="800227"/>
                  </a:lnTo>
                  <a:lnTo>
                    <a:pt x="84467" y="787527"/>
                  </a:lnTo>
                  <a:lnTo>
                    <a:pt x="106032" y="800227"/>
                  </a:lnTo>
                  <a:lnTo>
                    <a:pt x="117297" y="812927"/>
                  </a:lnTo>
                  <a:lnTo>
                    <a:pt x="140017" y="825627"/>
                  </a:lnTo>
                  <a:lnTo>
                    <a:pt x="140017" y="804621"/>
                  </a:lnTo>
                  <a:lnTo>
                    <a:pt x="133451" y="800227"/>
                  </a:lnTo>
                  <a:lnTo>
                    <a:pt x="118427" y="787527"/>
                  </a:lnTo>
                  <a:lnTo>
                    <a:pt x="117297" y="774827"/>
                  </a:lnTo>
                  <a:lnTo>
                    <a:pt x="114465" y="762127"/>
                  </a:lnTo>
                  <a:lnTo>
                    <a:pt x="118897" y="749427"/>
                  </a:lnTo>
                  <a:lnTo>
                    <a:pt x="127762" y="724027"/>
                  </a:lnTo>
                  <a:lnTo>
                    <a:pt x="140589" y="698627"/>
                  </a:lnTo>
                  <a:lnTo>
                    <a:pt x="152438" y="685927"/>
                  </a:lnTo>
                  <a:lnTo>
                    <a:pt x="152438" y="660527"/>
                  </a:lnTo>
                  <a:lnTo>
                    <a:pt x="140766" y="660527"/>
                  </a:lnTo>
                  <a:lnTo>
                    <a:pt x="140766" y="673227"/>
                  </a:lnTo>
                  <a:lnTo>
                    <a:pt x="129692" y="685927"/>
                  </a:lnTo>
                  <a:lnTo>
                    <a:pt x="120103" y="685927"/>
                  </a:lnTo>
                  <a:lnTo>
                    <a:pt x="120103" y="698627"/>
                  </a:lnTo>
                  <a:lnTo>
                    <a:pt x="117297" y="711327"/>
                  </a:lnTo>
                  <a:lnTo>
                    <a:pt x="112306" y="724027"/>
                  </a:lnTo>
                  <a:lnTo>
                    <a:pt x="111366" y="724027"/>
                  </a:lnTo>
                  <a:lnTo>
                    <a:pt x="102603" y="749427"/>
                  </a:lnTo>
                  <a:lnTo>
                    <a:pt x="99441" y="745134"/>
                  </a:lnTo>
                  <a:lnTo>
                    <a:pt x="99441" y="774827"/>
                  </a:lnTo>
                  <a:lnTo>
                    <a:pt x="86487" y="774827"/>
                  </a:lnTo>
                  <a:lnTo>
                    <a:pt x="67259" y="755586"/>
                  </a:lnTo>
                  <a:lnTo>
                    <a:pt x="67259" y="774827"/>
                  </a:lnTo>
                  <a:lnTo>
                    <a:pt x="43726" y="789025"/>
                  </a:lnTo>
                  <a:lnTo>
                    <a:pt x="43726" y="755472"/>
                  </a:lnTo>
                  <a:lnTo>
                    <a:pt x="43827" y="753605"/>
                  </a:lnTo>
                  <a:lnTo>
                    <a:pt x="67259" y="774827"/>
                  </a:lnTo>
                  <a:lnTo>
                    <a:pt x="67259" y="755586"/>
                  </a:lnTo>
                  <a:lnTo>
                    <a:pt x="48425" y="736727"/>
                  </a:lnTo>
                  <a:lnTo>
                    <a:pt x="46037" y="724027"/>
                  </a:lnTo>
                  <a:lnTo>
                    <a:pt x="58978" y="724027"/>
                  </a:lnTo>
                  <a:lnTo>
                    <a:pt x="97053" y="762127"/>
                  </a:lnTo>
                  <a:lnTo>
                    <a:pt x="99441" y="774827"/>
                  </a:lnTo>
                  <a:lnTo>
                    <a:pt x="99441" y="745134"/>
                  </a:lnTo>
                  <a:lnTo>
                    <a:pt x="83934" y="724027"/>
                  </a:lnTo>
                  <a:lnTo>
                    <a:pt x="74599" y="711327"/>
                  </a:lnTo>
                  <a:lnTo>
                    <a:pt x="77711" y="711327"/>
                  </a:lnTo>
                  <a:lnTo>
                    <a:pt x="80403" y="698627"/>
                  </a:lnTo>
                  <a:lnTo>
                    <a:pt x="120103" y="698627"/>
                  </a:lnTo>
                  <a:lnTo>
                    <a:pt x="120103" y="685927"/>
                  </a:lnTo>
                  <a:lnTo>
                    <a:pt x="75920" y="685927"/>
                  </a:lnTo>
                  <a:lnTo>
                    <a:pt x="64833" y="673227"/>
                  </a:lnTo>
                  <a:lnTo>
                    <a:pt x="140766" y="673227"/>
                  </a:lnTo>
                  <a:lnTo>
                    <a:pt x="140766" y="660527"/>
                  </a:lnTo>
                  <a:lnTo>
                    <a:pt x="140589" y="660527"/>
                  </a:lnTo>
                  <a:lnTo>
                    <a:pt x="127762" y="622427"/>
                  </a:lnTo>
                  <a:lnTo>
                    <a:pt x="121107" y="609727"/>
                  </a:lnTo>
                  <a:lnTo>
                    <a:pt x="117297" y="602449"/>
                  </a:lnTo>
                  <a:lnTo>
                    <a:pt x="117297" y="647827"/>
                  </a:lnTo>
                  <a:lnTo>
                    <a:pt x="77508" y="647827"/>
                  </a:lnTo>
                  <a:lnTo>
                    <a:pt x="74599" y="635127"/>
                  </a:lnTo>
                  <a:lnTo>
                    <a:pt x="102603" y="609727"/>
                  </a:lnTo>
                  <a:lnTo>
                    <a:pt x="111366" y="635127"/>
                  </a:lnTo>
                  <a:lnTo>
                    <a:pt x="117297" y="647827"/>
                  </a:lnTo>
                  <a:lnTo>
                    <a:pt x="117297" y="602449"/>
                  </a:lnTo>
                  <a:lnTo>
                    <a:pt x="114465" y="597027"/>
                  </a:lnTo>
                  <a:lnTo>
                    <a:pt x="115874" y="584327"/>
                  </a:lnTo>
                  <a:lnTo>
                    <a:pt x="117297" y="571627"/>
                  </a:lnTo>
                  <a:lnTo>
                    <a:pt x="118427" y="571627"/>
                  </a:lnTo>
                  <a:lnTo>
                    <a:pt x="152438" y="533527"/>
                  </a:lnTo>
                  <a:lnTo>
                    <a:pt x="152438" y="495427"/>
                  </a:lnTo>
                  <a:lnTo>
                    <a:pt x="140017" y="483108"/>
                  </a:lnTo>
                  <a:lnTo>
                    <a:pt x="140017" y="508127"/>
                  </a:lnTo>
                  <a:lnTo>
                    <a:pt x="140017" y="520827"/>
                  </a:lnTo>
                  <a:lnTo>
                    <a:pt x="106032" y="558927"/>
                  </a:lnTo>
                  <a:lnTo>
                    <a:pt x="99441" y="558927"/>
                  </a:lnTo>
                  <a:lnTo>
                    <a:pt x="99441" y="584327"/>
                  </a:lnTo>
                  <a:lnTo>
                    <a:pt x="97053" y="597027"/>
                  </a:lnTo>
                  <a:lnTo>
                    <a:pt x="63487" y="630605"/>
                  </a:lnTo>
                  <a:lnTo>
                    <a:pt x="63487" y="660527"/>
                  </a:lnTo>
                  <a:lnTo>
                    <a:pt x="63487" y="698627"/>
                  </a:lnTo>
                  <a:lnTo>
                    <a:pt x="61315" y="698627"/>
                  </a:lnTo>
                  <a:lnTo>
                    <a:pt x="59182" y="711327"/>
                  </a:lnTo>
                  <a:lnTo>
                    <a:pt x="46697" y="706259"/>
                  </a:lnTo>
                  <a:lnTo>
                    <a:pt x="46951" y="702208"/>
                  </a:lnTo>
                  <a:lnTo>
                    <a:pt x="49784" y="686752"/>
                  </a:lnTo>
                  <a:lnTo>
                    <a:pt x="63487" y="698627"/>
                  </a:lnTo>
                  <a:lnTo>
                    <a:pt x="63487" y="660527"/>
                  </a:lnTo>
                  <a:lnTo>
                    <a:pt x="53822" y="664730"/>
                  </a:lnTo>
                  <a:lnTo>
                    <a:pt x="56375" y="650811"/>
                  </a:lnTo>
                  <a:lnTo>
                    <a:pt x="57289" y="647827"/>
                  </a:lnTo>
                  <a:lnTo>
                    <a:pt x="61315" y="647827"/>
                  </a:lnTo>
                  <a:lnTo>
                    <a:pt x="63487" y="660527"/>
                  </a:lnTo>
                  <a:lnTo>
                    <a:pt x="63487" y="630605"/>
                  </a:lnTo>
                  <a:lnTo>
                    <a:pt x="62242" y="631850"/>
                  </a:lnTo>
                  <a:lnTo>
                    <a:pt x="71615" y="601662"/>
                  </a:lnTo>
                  <a:lnTo>
                    <a:pt x="73571" y="597255"/>
                  </a:lnTo>
                  <a:lnTo>
                    <a:pt x="86487" y="584327"/>
                  </a:lnTo>
                  <a:lnTo>
                    <a:pt x="99441" y="584327"/>
                  </a:lnTo>
                  <a:lnTo>
                    <a:pt x="99441" y="558927"/>
                  </a:lnTo>
                  <a:lnTo>
                    <a:pt x="90589" y="558927"/>
                  </a:lnTo>
                  <a:lnTo>
                    <a:pt x="92265" y="555155"/>
                  </a:lnTo>
                  <a:lnTo>
                    <a:pt x="112661" y="520827"/>
                  </a:lnTo>
                  <a:lnTo>
                    <a:pt x="140017" y="520827"/>
                  </a:lnTo>
                  <a:lnTo>
                    <a:pt x="140017" y="508127"/>
                  </a:lnTo>
                  <a:lnTo>
                    <a:pt x="120510" y="508127"/>
                  </a:lnTo>
                  <a:lnTo>
                    <a:pt x="129222" y="496773"/>
                  </a:lnTo>
                  <a:lnTo>
                    <a:pt x="140017" y="508127"/>
                  </a:lnTo>
                  <a:lnTo>
                    <a:pt x="140017" y="483108"/>
                  </a:lnTo>
                  <a:lnTo>
                    <a:pt x="139839" y="482930"/>
                  </a:lnTo>
                  <a:lnTo>
                    <a:pt x="151053" y="468312"/>
                  </a:lnTo>
                  <a:lnTo>
                    <a:pt x="152438" y="466902"/>
                  </a:lnTo>
                  <a:lnTo>
                    <a:pt x="152438" y="404533"/>
                  </a:lnTo>
                  <a:lnTo>
                    <a:pt x="109905" y="449465"/>
                  </a:lnTo>
                  <a:lnTo>
                    <a:pt x="79489" y="490740"/>
                  </a:lnTo>
                  <a:lnTo>
                    <a:pt x="53492" y="535165"/>
                  </a:lnTo>
                  <a:lnTo>
                    <a:pt x="34798" y="575906"/>
                  </a:lnTo>
                  <a:lnTo>
                    <a:pt x="19900" y="618528"/>
                  </a:lnTo>
                  <a:lnTo>
                    <a:pt x="8991" y="662800"/>
                  </a:lnTo>
                  <a:lnTo>
                    <a:pt x="2286" y="708520"/>
                  </a:lnTo>
                  <a:lnTo>
                    <a:pt x="0" y="755472"/>
                  </a:lnTo>
                  <a:lnTo>
                    <a:pt x="0" y="1657845"/>
                  </a:lnTo>
                  <a:lnTo>
                    <a:pt x="406" y="1679727"/>
                  </a:lnTo>
                  <a:lnTo>
                    <a:pt x="966851" y="1679727"/>
                  </a:lnTo>
                  <a:lnTo>
                    <a:pt x="967244" y="1657845"/>
                  </a:lnTo>
                  <a:lnTo>
                    <a:pt x="967244" y="1635975"/>
                  </a:lnTo>
                  <a:lnTo>
                    <a:pt x="967244" y="755472"/>
                  </a:lnTo>
                  <a:close/>
                </a:path>
              </a:pathLst>
            </a:custGeom>
            <a:solidFill>
              <a:srgbClr val="0A133B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8" name="object 8" descr="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7550575" y="1132331"/>
            <a:ext cx="1406124" cy="2616205"/>
          </a:xfrm>
          <a:prstGeom prst="rect">
            <a:avLst/>
          </a:prstGeom>
        </p:spPr>
      </p:pic>
      <p:pic>
        <p:nvPicPr>
          <p:cNvPr id="9" name="object 9" descr="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4452303" y="1183137"/>
            <a:ext cx="1407035" cy="2565400"/>
          </a:xfrm>
          <a:prstGeom prst="rect">
            <a:avLst/>
          </a:prstGeom>
        </p:spPr>
      </p:pic>
      <p:pic>
        <p:nvPicPr>
          <p:cNvPr id="10" name="object 10" descr="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6005272" y="1208540"/>
            <a:ext cx="1407056" cy="2540000"/>
          </a:xfrm>
          <a:prstGeom prst="rect">
            <a:avLst/>
          </a:prstGeom>
        </p:spPr>
      </p:pic>
      <p:sp>
        <p:nvSpPr>
          <p:cNvPr id="11" name="object 11" descr=""/>
          <p:cNvSpPr/>
          <p:nvPr/>
        </p:nvSpPr>
        <p:spPr>
          <a:xfrm>
            <a:off x="851679" y="9854852"/>
            <a:ext cx="6978650" cy="370205"/>
          </a:xfrm>
          <a:custGeom>
            <a:avLst/>
            <a:gdLst/>
            <a:ahLst/>
            <a:cxnLst/>
            <a:rect l="l" t="t" r="r" b="b"/>
            <a:pathLst>
              <a:path w="6978650" h="370204">
                <a:moveTo>
                  <a:pt x="6793196" y="0"/>
                </a:moveTo>
                <a:lnTo>
                  <a:pt x="184947" y="0"/>
                </a:lnTo>
                <a:lnTo>
                  <a:pt x="135926" y="6636"/>
                </a:lnTo>
                <a:lnTo>
                  <a:pt x="91787" y="25346"/>
                </a:lnTo>
                <a:lnTo>
                  <a:pt x="54326" y="54332"/>
                </a:lnTo>
                <a:lnTo>
                  <a:pt x="25343" y="91794"/>
                </a:lnTo>
                <a:lnTo>
                  <a:pt x="6635" y="135936"/>
                </a:lnTo>
                <a:lnTo>
                  <a:pt x="0" y="184957"/>
                </a:lnTo>
                <a:lnTo>
                  <a:pt x="6635" y="233974"/>
                </a:lnTo>
                <a:lnTo>
                  <a:pt x="25343" y="278113"/>
                </a:lnTo>
                <a:lnTo>
                  <a:pt x="54326" y="315574"/>
                </a:lnTo>
                <a:lnTo>
                  <a:pt x="91787" y="344558"/>
                </a:lnTo>
                <a:lnTo>
                  <a:pt x="135926" y="363268"/>
                </a:lnTo>
                <a:lnTo>
                  <a:pt x="184947" y="369904"/>
                </a:lnTo>
                <a:lnTo>
                  <a:pt x="6793196" y="369904"/>
                </a:lnTo>
                <a:lnTo>
                  <a:pt x="6842217" y="363268"/>
                </a:lnTo>
                <a:lnTo>
                  <a:pt x="6886356" y="344558"/>
                </a:lnTo>
                <a:lnTo>
                  <a:pt x="6923816" y="315574"/>
                </a:lnTo>
                <a:lnTo>
                  <a:pt x="6952799" y="278113"/>
                </a:lnTo>
                <a:lnTo>
                  <a:pt x="6971507" y="233974"/>
                </a:lnTo>
                <a:lnTo>
                  <a:pt x="6978143" y="184957"/>
                </a:lnTo>
                <a:lnTo>
                  <a:pt x="6971507" y="135936"/>
                </a:lnTo>
                <a:lnTo>
                  <a:pt x="6952799" y="91794"/>
                </a:lnTo>
                <a:lnTo>
                  <a:pt x="6923816" y="54332"/>
                </a:lnTo>
                <a:lnTo>
                  <a:pt x="6886356" y="25346"/>
                </a:lnTo>
                <a:lnTo>
                  <a:pt x="6842217" y="6636"/>
                </a:lnTo>
                <a:lnTo>
                  <a:pt x="6793196" y="0"/>
                </a:lnTo>
                <a:close/>
              </a:path>
            </a:pathLst>
          </a:custGeom>
          <a:solidFill>
            <a:srgbClr val="FBDF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3637812" y="9409052"/>
            <a:ext cx="275590" cy="51435"/>
          </a:xfrm>
          <a:custGeom>
            <a:avLst/>
            <a:gdLst/>
            <a:ahLst/>
            <a:cxnLst/>
            <a:rect l="l" t="t" r="r" b="b"/>
            <a:pathLst>
              <a:path w="275589" h="51434">
                <a:moveTo>
                  <a:pt x="249678" y="0"/>
                </a:moveTo>
                <a:lnTo>
                  <a:pt x="25632" y="0"/>
                </a:lnTo>
                <a:lnTo>
                  <a:pt x="15681" y="2023"/>
                </a:lnTo>
                <a:lnTo>
                  <a:pt x="7531" y="7532"/>
                </a:lnTo>
                <a:lnTo>
                  <a:pt x="2023" y="15686"/>
                </a:lnTo>
                <a:lnTo>
                  <a:pt x="0" y="25643"/>
                </a:lnTo>
                <a:lnTo>
                  <a:pt x="2023" y="35594"/>
                </a:lnTo>
                <a:lnTo>
                  <a:pt x="7531" y="43744"/>
                </a:lnTo>
                <a:lnTo>
                  <a:pt x="15681" y="49252"/>
                </a:lnTo>
                <a:lnTo>
                  <a:pt x="25632" y="51275"/>
                </a:lnTo>
                <a:lnTo>
                  <a:pt x="249678" y="51275"/>
                </a:lnTo>
                <a:lnTo>
                  <a:pt x="259633" y="49252"/>
                </a:lnTo>
                <a:lnTo>
                  <a:pt x="267783" y="43744"/>
                </a:lnTo>
                <a:lnTo>
                  <a:pt x="273289" y="35594"/>
                </a:lnTo>
                <a:lnTo>
                  <a:pt x="275310" y="25643"/>
                </a:lnTo>
                <a:lnTo>
                  <a:pt x="273289" y="15686"/>
                </a:lnTo>
                <a:lnTo>
                  <a:pt x="267783" y="7532"/>
                </a:lnTo>
                <a:lnTo>
                  <a:pt x="259633" y="2023"/>
                </a:lnTo>
                <a:lnTo>
                  <a:pt x="249678" y="0"/>
                </a:lnTo>
                <a:close/>
              </a:path>
            </a:pathLst>
          </a:custGeom>
          <a:solidFill>
            <a:srgbClr val="7E6A43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2667416" y="8371058"/>
            <a:ext cx="1423035" cy="1525270"/>
            <a:chOff x="2667416" y="8371058"/>
            <a:chExt cx="1423035" cy="1525270"/>
          </a:xfrm>
        </p:grpSpPr>
        <p:sp>
          <p:nvSpPr>
            <p:cNvPr id="14" name="object 14" descr=""/>
            <p:cNvSpPr/>
            <p:nvPr/>
          </p:nvSpPr>
          <p:spPr>
            <a:xfrm>
              <a:off x="2713291" y="9409052"/>
              <a:ext cx="275590" cy="51435"/>
            </a:xfrm>
            <a:custGeom>
              <a:avLst/>
              <a:gdLst/>
              <a:ahLst/>
              <a:cxnLst/>
              <a:rect l="l" t="t" r="r" b="b"/>
              <a:pathLst>
                <a:path w="275589" h="51434">
                  <a:moveTo>
                    <a:pt x="249678" y="0"/>
                  </a:moveTo>
                  <a:lnTo>
                    <a:pt x="25632" y="0"/>
                  </a:lnTo>
                  <a:lnTo>
                    <a:pt x="15681" y="2023"/>
                  </a:lnTo>
                  <a:lnTo>
                    <a:pt x="7531" y="7532"/>
                  </a:lnTo>
                  <a:lnTo>
                    <a:pt x="2023" y="15686"/>
                  </a:lnTo>
                  <a:lnTo>
                    <a:pt x="0" y="25643"/>
                  </a:lnTo>
                  <a:lnTo>
                    <a:pt x="2023" y="35594"/>
                  </a:lnTo>
                  <a:lnTo>
                    <a:pt x="7531" y="43744"/>
                  </a:lnTo>
                  <a:lnTo>
                    <a:pt x="15681" y="49252"/>
                  </a:lnTo>
                  <a:lnTo>
                    <a:pt x="25632" y="51275"/>
                  </a:lnTo>
                  <a:lnTo>
                    <a:pt x="249678" y="51275"/>
                  </a:lnTo>
                  <a:lnTo>
                    <a:pt x="259633" y="49252"/>
                  </a:lnTo>
                  <a:lnTo>
                    <a:pt x="267783" y="43744"/>
                  </a:lnTo>
                  <a:lnTo>
                    <a:pt x="273289" y="35594"/>
                  </a:lnTo>
                  <a:lnTo>
                    <a:pt x="275310" y="25643"/>
                  </a:lnTo>
                  <a:lnTo>
                    <a:pt x="273289" y="15686"/>
                  </a:lnTo>
                  <a:lnTo>
                    <a:pt x="267783" y="7532"/>
                  </a:lnTo>
                  <a:lnTo>
                    <a:pt x="259633" y="2023"/>
                  </a:lnTo>
                  <a:lnTo>
                    <a:pt x="249678" y="0"/>
                  </a:lnTo>
                  <a:close/>
                </a:path>
              </a:pathLst>
            </a:custGeom>
            <a:solidFill>
              <a:srgbClr val="7E6A4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757528" y="8933822"/>
              <a:ext cx="1108710" cy="786765"/>
            </a:xfrm>
            <a:custGeom>
              <a:avLst/>
              <a:gdLst/>
              <a:ahLst/>
              <a:cxnLst/>
              <a:rect l="l" t="t" r="r" b="b"/>
              <a:pathLst>
                <a:path w="1108710" h="786765">
                  <a:moveTo>
                    <a:pt x="1108437" y="0"/>
                  </a:moveTo>
                  <a:lnTo>
                    <a:pt x="0" y="0"/>
                  </a:lnTo>
                  <a:lnTo>
                    <a:pt x="0" y="786248"/>
                  </a:lnTo>
                  <a:lnTo>
                    <a:pt x="1108437" y="786248"/>
                  </a:lnTo>
                  <a:lnTo>
                    <a:pt x="1108437" y="0"/>
                  </a:lnTo>
                  <a:close/>
                </a:path>
              </a:pathLst>
            </a:custGeom>
            <a:solidFill>
              <a:srgbClr val="D6B4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2755087" y="8929123"/>
              <a:ext cx="885190" cy="789940"/>
            </a:xfrm>
            <a:custGeom>
              <a:avLst/>
              <a:gdLst/>
              <a:ahLst/>
              <a:cxnLst/>
              <a:rect l="l" t="t" r="r" b="b"/>
              <a:pathLst>
                <a:path w="885189" h="789940">
                  <a:moveTo>
                    <a:pt x="811064" y="0"/>
                  </a:moveTo>
                  <a:lnTo>
                    <a:pt x="0" y="0"/>
                  </a:lnTo>
                  <a:lnTo>
                    <a:pt x="0" y="789358"/>
                  </a:lnTo>
                  <a:lnTo>
                    <a:pt x="834508" y="789358"/>
                  </a:lnTo>
                  <a:lnTo>
                    <a:pt x="847564" y="740605"/>
                  </a:lnTo>
                  <a:lnTo>
                    <a:pt x="858778" y="690996"/>
                  </a:lnTo>
                  <a:lnTo>
                    <a:pt x="868089" y="640524"/>
                  </a:lnTo>
                  <a:lnTo>
                    <a:pt x="875437" y="589186"/>
                  </a:lnTo>
                  <a:lnTo>
                    <a:pt x="880761" y="536975"/>
                  </a:lnTo>
                  <a:lnTo>
                    <a:pt x="884000" y="483885"/>
                  </a:lnTo>
                  <a:lnTo>
                    <a:pt x="885093" y="429913"/>
                  </a:lnTo>
                  <a:lnTo>
                    <a:pt x="884110" y="378873"/>
                  </a:lnTo>
                  <a:lnTo>
                    <a:pt x="881194" y="328849"/>
                  </a:lnTo>
                  <a:lnTo>
                    <a:pt x="876399" y="279756"/>
                  </a:lnTo>
                  <a:lnTo>
                    <a:pt x="869776" y="231509"/>
                  </a:lnTo>
                  <a:lnTo>
                    <a:pt x="861377" y="184024"/>
                  </a:lnTo>
                  <a:lnTo>
                    <a:pt x="851254" y="137215"/>
                  </a:lnTo>
                  <a:lnTo>
                    <a:pt x="839460" y="90998"/>
                  </a:lnTo>
                  <a:lnTo>
                    <a:pt x="826046" y="45287"/>
                  </a:lnTo>
                  <a:lnTo>
                    <a:pt x="811064" y="0"/>
                  </a:lnTo>
                  <a:close/>
                </a:path>
              </a:pathLst>
            </a:custGeom>
            <a:solidFill>
              <a:srgbClr val="F1C8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2755086" y="8933118"/>
              <a:ext cx="314325" cy="787400"/>
            </a:xfrm>
            <a:custGeom>
              <a:avLst/>
              <a:gdLst/>
              <a:ahLst/>
              <a:cxnLst/>
              <a:rect l="l" t="t" r="r" b="b"/>
              <a:pathLst>
                <a:path w="314325" h="787400">
                  <a:moveTo>
                    <a:pt x="0" y="0"/>
                  </a:moveTo>
                  <a:lnTo>
                    <a:pt x="0" y="786436"/>
                  </a:lnTo>
                  <a:lnTo>
                    <a:pt x="313791" y="786928"/>
                  </a:lnTo>
                  <a:lnTo>
                    <a:pt x="284843" y="689719"/>
                  </a:lnTo>
                  <a:lnTo>
                    <a:pt x="270921" y="639720"/>
                  </a:lnTo>
                  <a:lnTo>
                    <a:pt x="258550" y="588771"/>
                  </a:lnTo>
                  <a:lnTo>
                    <a:pt x="248616" y="536852"/>
                  </a:lnTo>
                  <a:lnTo>
                    <a:pt x="242005" y="483947"/>
                  </a:lnTo>
                  <a:lnTo>
                    <a:pt x="239605" y="430039"/>
                  </a:lnTo>
                  <a:lnTo>
                    <a:pt x="240909" y="373544"/>
                  </a:lnTo>
                  <a:lnTo>
                    <a:pt x="244671" y="319773"/>
                  </a:lnTo>
                  <a:lnTo>
                    <a:pt x="250663" y="268216"/>
                  </a:lnTo>
                  <a:lnTo>
                    <a:pt x="258660" y="218362"/>
                  </a:lnTo>
                  <a:lnTo>
                    <a:pt x="268436" y="169701"/>
                  </a:lnTo>
                  <a:lnTo>
                    <a:pt x="279763" y="121722"/>
                  </a:lnTo>
                  <a:lnTo>
                    <a:pt x="292416" y="73914"/>
                  </a:lnTo>
                  <a:lnTo>
                    <a:pt x="306168" y="257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B4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2901543" y="8999200"/>
              <a:ext cx="899160" cy="693420"/>
            </a:xfrm>
            <a:custGeom>
              <a:avLst/>
              <a:gdLst/>
              <a:ahLst/>
              <a:cxnLst/>
              <a:rect l="l" t="t" r="r" b="b"/>
              <a:pathLst>
                <a:path w="899160" h="693420">
                  <a:moveTo>
                    <a:pt x="112001" y="534949"/>
                  </a:moveTo>
                  <a:lnTo>
                    <a:pt x="0" y="534949"/>
                  </a:lnTo>
                  <a:lnTo>
                    <a:pt x="0" y="586193"/>
                  </a:lnTo>
                  <a:lnTo>
                    <a:pt x="112001" y="586193"/>
                  </a:lnTo>
                  <a:lnTo>
                    <a:pt x="112001" y="534949"/>
                  </a:lnTo>
                  <a:close/>
                </a:path>
                <a:path w="899160" h="693420">
                  <a:moveTo>
                    <a:pt x="316052" y="625055"/>
                  </a:moveTo>
                  <a:lnTo>
                    <a:pt x="204050" y="625055"/>
                  </a:lnTo>
                  <a:lnTo>
                    <a:pt x="204050" y="676287"/>
                  </a:lnTo>
                  <a:lnTo>
                    <a:pt x="316052" y="676287"/>
                  </a:lnTo>
                  <a:lnTo>
                    <a:pt x="316052" y="625055"/>
                  </a:lnTo>
                  <a:close/>
                </a:path>
                <a:path w="899160" h="693420">
                  <a:moveTo>
                    <a:pt x="366445" y="44640"/>
                  </a:moveTo>
                  <a:lnTo>
                    <a:pt x="254444" y="44640"/>
                  </a:lnTo>
                  <a:lnTo>
                    <a:pt x="254444" y="95885"/>
                  </a:lnTo>
                  <a:lnTo>
                    <a:pt x="366445" y="95885"/>
                  </a:lnTo>
                  <a:lnTo>
                    <a:pt x="366445" y="44640"/>
                  </a:lnTo>
                  <a:close/>
                </a:path>
                <a:path w="899160" h="693420">
                  <a:moveTo>
                    <a:pt x="628357" y="87820"/>
                  </a:moveTo>
                  <a:lnTo>
                    <a:pt x="516369" y="87820"/>
                  </a:lnTo>
                  <a:lnTo>
                    <a:pt x="516369" y="139052"/>
                  </a:lnTo>
                  <a:lnTo>
                    <a:pt x="628357" y="139052"/>
                  </a:lnTo>
                  <a:lnTo>
                    <a:pt x="628357" y="87820"/>
                  </a:lnTo>
                  <a:close/>
                </a:path>
                <a:path w="899160" h="693420">
                  <a:moveTo>
                    <a:pt x="640740" y="312724"/>
                  </a:moveTo>
                  <a:lnTo>
                    <a:pt x="528739" y="312724"/>
                  </a:lnTo>
                  <a:lnTo>
                    <a:pt x="528739" y="363956"/>
                  </a:lnTo>
                  <a:lnTo>
                    <a:pt x="640740" y="363956"/>
                  </a:lnTo>
                  <a:lnTo>
                    <a:pt x="640740" y="312724"/>
                  </a:lnTo>
                  <a:close/>
                </a:path>
                <a:path w="899160" h="693420">
                  <a:moveTo>
                    <a:pt x="691578" y="641845"/>
                  </a:moveTo>
                  <a:lnTo>
                    <a:pt x="579577" y="641845"/>
                  </a:lnTo>
                  <a:lnTo>
                    <a:pt x="579577" y="693077"/>
                  </a:lnTo>
                  <a:lnTo>
                    <a:pt x="691578" y="693077"/>
                  </a:lnTo>
                  <a:lnTo>
                    <a:pt x="691578" y="641845"/>
                  </a:lnTo>
                  <a:close/>
                </a:path>
                <a:path w="899160" h="693420">
                  <a:moveTo>
                    <a:pt x="852271" y="568528"/>
                  </a:moveTo>
                  <a:lnTo>
                    <a:pt x="740270" y="568528"/>
                  </a:lnTo>
                  <a:lnTo>
                    <a:pt x="740270" y="619760"/>
                  </a:lnTo>
                  <a:lnTo>
                    <a:pt x="852271" y="619760"/>
                  </a:lnTo>
                  <a:lnTo>
                    <a:pt x="852271" y="568528"/>
                  </a:lnTo>
                  <a:close/>
                </a:path>
                <a:path w="899160" h="693420">
                  <a:moveTo>
                    <a:pt x="873912" y="0"/>
                  </a:moveTo>
                  <a:lnTo>
                    <a:pt x="761923" y="0"/>
                  </a:lnTo>
                  <a:lnTo>
                    <a:pt x="761923" y="30391"/>
                  </a:lnTo>
                  <a:lnTo>
                    <a:pt x="873912" y="30391"/>
                  </a:lnTo>
                  <a:lnTo>
                    <a:pt x="873912" y="0"/>
                  </a:lnTo>
                  <a:close/>
                </a:path>
                <a:path w="899160" h="693420">
                  <a:moveTo>
                    <a:pt x="898753" y="204063"/>
                  </a:moveTo>
                  <a:lnTo>
                    <a:pt x="786752" y="204063"/>
                  </a:lnTo>
                  <a:lnTo>
                    <a:pt x="786752" y="255295"/>
                  </a:lnTo>
                  <a:lnTo>
                    <a:pt x="898753" y="255295"/>
                  </a:lnTo>
                  <a:lnTo>
                    <a:pt x="898753" y="204063"/>
                  </a:lnTo>
                  <a:close/>
                </a:path>
              </a:pathLst>
            </a:custGeom>
            <a:solidFill>
              <a:srgbClr val="F8D4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2866225" y="8371066"/>
              <a:ext cx="878205" cy="572135"/>
            </a:xfrm>
            <a:custGeom>
              <a:avLst/>
              <a:gdLst/>
              <a:ahLst/>
              <a:cxnLst/>
              <a:rect l="l" t="t" r="r" b="b"/>
              <a:pathLst>
                <a:path w="878204" h="572134">
                  <a:moveTo>
                    <a:pt x="439044" y="0"/>
                  </a:moveTo>
                  <a:lnTo>
                    <a:pt x="391206" y="2506"/>
                  </a:lnTo>
                  <a:lnTo>
                    <a:pt x="344859" y="9853"/>
                  </a:lnTo>
                  <a:lnTo>
                    <a:pt x="300273" y="21779"/>
                  </a:lnTo>
                  <a:lnTo>
                    <a:pt x="257714" y="38024"/>
                  </a:lnTo>
                  <a:lnTo>
                    <a:pt x="217451" y="58327"/>
                  </a:lnTo>
                  <a:lnTo>
                    <a:pt x="179751" y="82427"/>
                  </a:lnTo>
                  <a:lnTo>
                    <a:pt x="144883" y="110064"/>
                  </a:lnTo>
                  <a:lnTo>
                    <a:pt x="113113" y="140978"/>
                  </a:lnTo>
                  <a:lnTo>
                    <a:pt x="84710" y="174907"/>
                  </a:lnTo>
                  <a:lnTo>
                    <a:pt x="59943" y="211590"/>
                  </a:lnTo>
                  <a:lnTo>
                    <a:pt x="39077" y="250769"/>
                  </a:lnTo>
                  <a:lnTo>
                    <a:pt x="22383" y="292180"/>
                  </a:lnTo>
                  <a:lnTo>
                    <a:pt x="10126" y="335565"/>
                  </a:lnTo>
                  <a:lnTo>
                    <a:pt x="2576" y="380663"/>
                  </a:lnTo>
                  <a:lnTo>
                    <a:pt x="0" y="427212"/>
                  </a:lnTo>
                  <a:lnTo>
                    <a:pt x="3266" y="472440"/>
                  </a:lnTo>
                  <a:lnTo>
                    <a:pt x="28129" y="534084"/>
                  </a:lnTo>
                  <a:lnTo>
                    <a:pt x="74609" y="564362"/>
                  </a:lnTo>
                  <a:lnTo>
                    <a:pt x="139321" y="571735"/>
                  </a:lnTo>
                  <a:lnTo>
                    <a:pt x="177456" y="569475"/>
                  </a:lnTo>
                  <a:lnTo>
                    <a:pt x="218878" y="564662"/>
                  </a:lnTo>
                  <a:lnTo>
                    <a:pt x="309895" y="551605"/>
                  </a:lnTo>
                  <a:lnTo>
                    <a:pt x="358642" y="545475"/>
                  </a:lnTo>
                  <a:lnTo>
                    <a:pt x="408985" y="541022"/>
                  </a:lnTo>
                  <a:lnTo>
                    <a:pt x="460499" y="539302"/>
                  </a:lnTo>
                  <a:lnTo>
                    <a:pt x="511387" y="541022"/>
                  </a:lnTo>
                  <a:lnTo>
                    <a:pt x="559977" y="545475"/>
                  </a:lnTo>
                  <a:lnTo>
                    <a:pt x="606034" y="551605"/>
                  </a:lnTo>
                  <a:lnTo>
                    <a:pt x="689605" y="564662"/>
                  </a:lnTo>
                  <a:lnTo>
                    <a:pt x="726649" y="569475"/>
                  </a:lnTo>
                  <a:lnTo>
                    <a:pt x="760216" y="571735"/>
                  </a:lnTo>
                  <a:lnTo>
                    <a:pt x="790072" y="570383"/>
                  </a:lnTo>
                  <a:lnTo>
                    <a:pt x="815981" y="564362"/>
                  </a:lnTo>
                  <a:lnTo>
                    <a:pt x="855016" y="534084"/>
                  </a:lnTo>
                  <a:lnTo>
                    <a:pt x="875437" y="472440"/>
                  </a:lnTo>
                  <a:lnTo>
                    <a:pt x="878077" y="427212"/>
                  </a:lnTo>
                  <a:lnTo>
                    <a:pt x="875501" y="380663"/>
                  </a:lnTo>
                  <a:lnTo>
                    <a:pt x="867951" y="335565"/>
                  </a:lnTo>
                  <a:lnTo>
                    <a:pt x="855695" y="292180"/>
                  </a:lnTo>
                  <a:lnTo>
                    <a:pt x="839001" y="250769"/>
                  </a:lnTo>
                  <a:lnTo>
                    <a:pt x="818137" y="211590"/>
                  </a:lnTo>
                  <a:lnTo>
                    <a:pt x="793370" y="174907"/>
                  </a:lnTo>
                  <a:lnTo>
                    <a:pt x="764969" y="140978"/>
                  </a:lnTo>
                  <a:lnTo>
                    <a:pt x="733200" y="110064"/>
                  </a:lnTo>
                  <a:lnTo>
                    <a:pt x="698332" y="82427"/>
                  </a:lnTo>
                  <a:lnTo>
                    <a:pt x="660634" y="58327"/>
                  </a:lnTo>
                  <a:lnTo>
                    <a:pt x="620371" y="38024"/>
                  </a:lnTo>
                  <a:lnTo>
                    <a:pt x="577813" y="21779"/>
                  </a:lnTo>
                  <a:lnTo>
                    <a:pt x="533228" y="9853"/>
                  </a:lnTo>
                  <a:lnTo>
                    <a:pt x="486882" y="2506"/>
                  </a:lnTo>
                  <a:lnTo>
                    <a:pt x="439044" y="0"/>
                  </a:lnTo>
                  <a:close/>
                </a:path>
              </a:pathLst>
            </a:custGeom>
            <a:solidFill>
              <a:srgbClr val="FBD9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3107874" y="8734131"/>
              <a:ext cx="403225" cy="191135"/>
            </a:xfrm>
            <a:custGeom>
              <a:avLst/>
              <a:gdLst/>
              <a:ahLst/>
              <a:cxnLst/>
              <a:rect l="l" t="t" r="r" b="b"/>
              <a:pathLst>
                <a:path w="403225" h="191134">
                  <a:moveTo>
                    <a:pt x="0" y="190852"/>
                  </a:moveTo>
                  <a:lnTo>
                    <a:pt x="403087" y="190852"/>
                  </a:lnTo>
                  <a:lnTo>
                    <a:pt x="403087" y="0"/>
                  </a:lnTo>
                  <a:lnTo>
                    <a:pt x="0" y="0"/>
                  </a:lnTo>
                  <a:lnTo>
                    <a:pt x="0" y="190852"/>
                  </a:lnTo>
                  <a:close/>
                </a:path>
              </a:pathLst>
            </a:custGeom>
            <a:solidFill>
              <a:srgbClr val="F8D08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1" name="object 21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252680" y="8803512"/>
              <a:ext cx="113483" cy="110425"/>
            </a:xfrm>
            <a:prstGeom prst="rect">
              <a:avLst/>
            </a:prstGeom>
          </p:spPr>
        </p:pic>
        <p:sp>
          <p:nvSpPr>
            <p:cNvPr id="22" name="object 22" descr=""/>
            <p:cNvSpPr/>
            <p:nvPr/>
          </p:nvSpPr>
          <p:spPr>
            <a:xfrm>
              <a:off x="2805474" y="8734131"/>
              <a:ext cx="302895" cy="191135"/>
            </a:xfrm>
            <a:custGeom>
              <a:avLst/>
              <a:gdLst/>
              <a:ahLst/>
              <a:cxnLst/>
              <a:rect l="l" t="t" r="r" b="b"/>
              <a:pathLst>
                <a:path w="302894" h="191134">
                  <a:moveTo>
                    <a:pt x="302399" y="0"/>
                  </a:moveTo>
                  <a:lnTo>
                    <a:pt x="0" y="0"/>
                  </a:lnTo>
                  <a:lnTo>
                    <a:pt x="0" y="190852"/>
                  </a:lnTo>
                  <a:lnTo>
                    <a:pt x="302399" y="190852"/>
                  </a:lnTo>
                  <a:lnTo>
                    <a:pt x="302399" y="0"/>
                  </a:lnTo>
                  <a:close/>
                </a:path>
              </a:pathLst>
            </a:custGeom>
            <a:solidFill>
              <a:srgbClr val="D6B47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3" name="object 23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891203" y="8810133"/>
              <a:ext cx="79285" cy="97180"/>
            </a:xfrm>
            <a:prstGeom prst="rect">
              <a:avLst/>
            </a:prstGeom>
          </p:spPr>
        </p:pic>
        <p:sp>
          <p:nvSpPr>
            <p:cNvPr id="24" name="object 24" descr=""/>
            <p:cNvSpPr/>
            <p:nvPr/>
          </p:nvSpPr>
          <p:spPr>
            <a:xfrm>
              <a:off x="3510953" y="8734138"/>
              <a:ext cx="294640" cy="191135"/>
            </a:xfrm>
            <a:custGeom>
              <a:avLst/>
              <a:gdLst/>
              <a:ahLst/>
              <a:cxnLst/>
              <a:rect l="l" t="t" r="r" b="b"/>
              <a:pathLst>
                <a:path w="294639" h="191134">
                  <a:moveTo>
                    <a:pt x="294081" y="0"/>
                  </a:moveTo>
                  <a:lnTo>
                    <a:pt x="0" y="0"/>
                  </a:lnTo>
                  <a:lnTo>
                    <a:pt x="0" y="60337"/>
                  </a:lnTo>
                  <a:lnTo>
                    <a:pt x="0" y="190855"/>
                  </a:lnTo>
                  <a:lnTo>
                    <a:pt x="294081" y="190855"/>
                  </a:lnTo>
                  <a:lnTo>
                    <a:pt x="294081" y="60337"/>
                  </a:lnTo>
                  <a:lnTo>
                    <a:pt x="294081" y="0"/>
                  </a:lnTo>
                  <a:close/>
                </a:path>
              </a:pathLst>
            </a:custGeom>
            <a:solidFill>
              <a:srgbClr val="D6B47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5" name="object 25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640184" y="8810133"/>
              <a:ext cx="79285" cy="97180"/>
            </a:xfrm>
            <a:prstGeom prst="rect">
              <a:avLst/>
            </a:prstGeom>
          </p:spPr>
        </p:pic>
        <p:sp>
          <p:nvSpPr>
            <p:cNvPr id="26" name="object 26" descr=""/>
            <p:cNvSpPr/>
            <p:nvPr/>
          </p:nvSpPr>
          <p:spPr>
            <a:xfrm>
              <a:off x="2773946" y="8734138"/>
              <a:ext cx="1062990" cy="265430"/>
            </a:xfrm>
            <a:custGeom>
              <a:avLst/>
              <a:gdLst/>
              <a:ahLst/>
              <a:cxnLst/>
              <a:rect l="l" t="t" r="r" b="b"/>
              <a:pathLst>
                <a:path w="1062989" h="265429">
                  <a:moveTo>
                    <a:pt x="769137" y="190855"/>
                  </a:moveTo>
                  <a:lnTo>
                    <a:pt x="295897" y="190855"/>
                  </a:lnTo>
                  <a:lnTo>
                    <a:pt x="295897" y="265061"/>
                  </a:lnTo>
                  <a:lnTo>
                    <a:pt x="769137" y="265061"/>
                  </a:lnTo>
                  <a:lnTo>
                    <a:pt x="769137" y="190855"/>
                  </a:lnTo>
                  <a:close/>
                </a:path>
                <a:path w="1062989" h="265429">
                  <a:moveTo>
                    <a:pt x="1062634" y="0"/>
                  </a:moveTo>
                  <a:lnTo>
                    <a:pt x="0" y="0"/>
                  </a:lnTo>
                  <a:lnTo>
                    <a:pt x="0" y="49504"/>
                  </a:lnTo>
                  <a:lnTo>
                    <a:pt x="1062634" y="49504"/>
                  </a:lnTo>
                  <a:lnTo>
                    <a:pt x="1062634" y="0"/>
                  </a:lnTo>
                  <a:close/>
                </a:path>
              </a:pathLst>
            </a:custGeom>
            <a:solidFill>
              <a:srgbClr val="F8D08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2667416" y="8924984"/>
              <a:ext cx="402590" cy="74295"/>
            </a:xfrm>
            <a:custGeom>
              <a:avLst/>
              <a:gdLst/>
              <a:ahLst/>
              <a:cxnLst/>
              <a:rect l="l" t="t" r="r" b="b"/>
              <a:pathLst>
                <a:path w="402589" h="74295">
                  <a:moveTo>
                    <a:pt x="402438" y="0"/>
                  </a:moveTo>
                  <a:lnTo>
                    <a:pt x="0" y="0"/>
                  </a:lnTo>
                  <a:lnTo>
                    <a:pt x="0" y="74207"/>
                  </a:lnTo>
                  <a:lnTo>
                    <a:pt x="402438" y="74207"/>
                  </a:lnTo>
                  <a:lnTo>
                    <a:pt x="402438" y="0"/>
                  </a:lnTo>
                  <a:close/>
                </a:path>
              </a:pathLst>
            </a:custGeom>
            <a:solidFill>
              <a:srgbClr val="E2BC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3543084" y="8924994"/>
              <a:ext cx="402590" cy="74295"/>
            </a:xfrm>
            <a:custGeom>
              <a:avLst/>
              <a:gdLst/>
              <a:ahLst/>
              <a:cxnLst/>
              <a:rect l="l" t="t" r="r" b="b"/>
              <a:pathLst>
                <a:path w="402589" h="74295">
                  <a:moveTo>
                    <a:pt x="402437" y="0"/>
                  </a:moveTo>
                  <a:lnTo>
                    <a:pt x="0" y="0"/>
                  </a:lnTo>
                  <a:lnTo>
                    <a:pt x="0" y="58470"/>
                  </a:lnTo>
                  <a:lnTo>
                    <a:pt x="0" y="74206"/>
                  </a:lnTo>
                  <a:lnTo>
                    <a:pt x="402437" y="74206"/>
                  </a:lnTo>
                  <a:lnTo>
                    <a:pt x="402437" y="58470"/>
                  </a:lnTo>
                  <a:lnTo>
                    <a:pt x="402437" y="0"/>
                  </a:lnTo>
                  <a:close/>
                </a:path>
              </a:pathLst>
            </a:custGeom>
            <a:solidFill>
              <a:srgbClr val="D6B4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2757525" y="8783630"/>
              <a:ext cx="1108710" cy="284480"/>
            </a:xfrm>
            <a:custGeom>
              <a:avLst/>
              <a:gdLst/>
              <a:ahLst/>
              <a:cxnLst/>
              <a:rect l="l" t="t" r="r" b="b"/>
              <a:pathLst>
                <a:path w="1108710" h="284479">
                  <a:moveTo>
                    <a:pt x="1047508" y="0"/>
                  </a:moveTo>
                  <a:lnTo>
                    <a:pt x="47942" y="0"/>
                  </a:lnTo>
                  <a:lnTo>
                    <a:pt x="47942" y="10845"/>
                  </a:lnTo>
                  <a:lnTo>
                    <a:pt x="47942" y="38862"/>
                  </a:lnTo>
                  <a:lnTo>
                    <a:pt x="1047508" y="38862"/>
                  </a:lnTo>
                  <a:lnTo>
                    <a:pt x="1047508" y="10845"/>
                  </a:lnTo>
                  <a:lnTo>
                    <a:pt x="1047508" y="0"/>
                  </a:lnTo>
                  <a:close/>
                </a:path>
                <a:path w="1108710" h="284479">
                  <a:moveTo>
                    <a:pt x="1108430" y="215557"/>
                  </a:moveTo>
                  <a:lnTo>
                    <a:pt x="0" y="215557"/>
                  </a:lnTo>
                  <a:lnTo>
                    <a:pt x="0" y="284467"/>
                  </a:lnTo>
                  <a:lnTo>
                    <a:pt x="1108430" y="284467"/>
                  </a:lnTo>
                  <a:lnTo>
                    <a:pt x="1108430" y="215557"/>
                  </a:lnTo>
                  <a:close/>
                </a:path>
              </a:pathLst>
            </a:custGeom>
            <a:solidFill>
              <a:srgbClr val="E8C17C">
                <a:alpha val="5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3136927" y="9139727"/>
              <a:ext cx="374650" cy="579120"/>
            </a:xfrm>
            <a:custGeom>
              <a:avLst/>
              <a:gdLst/>
              <a:ahLst/>
              <a:cxnLst/>
              <a:rect l="l" t="t" r="r" b="b"/>
              <a:pathLst>
                <a:path w="374650" h="579120">
                  <a:moveTo>
                    <a:pt x="187020" y="0"/>
                  </a:moveTo>
                  <a:lnTo>
                    <a:pt x="136642" y="15224"/>
                  </a:lnTo>
                  <a:lnTo>
                    <a:pt x="94362" y="58602"/>
                  </a:lnTo>
                  <a:lnTo>
                    <a:pt x="60053" y="126691"/>
                  </a:lnTo>
                  <a:lnTo>
                    <a:pt x="45849" y="168926"/>
                  </a:lnTo>
                  <a:lnTo>
                    <a:pt x="33590" y="216049"/>
                  </a:lnTo>
                  <a:lnTo>
                    <a:pt x="23260" y="267628"/>
                  </a:lnTo>
                  <a:lnTo>
                    <a:pt x="14844" y="323233"/>
                  </a:lnTo>
                  <a:lnTo>
                    <a:pt x="8326" y="382435"/>
                  </a:lnTo>
                  <a:lnTo>
                    <a:pt x="3689" y="444802"/>
                  </a:lnTo>
                  <a:lnTo>
                    <a:pt x="919" y="509904"/>
                  </a:lnTo>
                  <a:lnTo>
                    <a:pt x="0" y="577312"/>
                  </a:lnTo>
                  <a:lnTo>
                    <a:pt x="10" y="578757"/>
                  </a:lnTo>
                  <a:lnTo>
                    <a:pt x="374030" y="578757"/>
                  </a:lnTo>
                  <a:lnTo>
                    <a:pt x="374031" y="577312"/>
                  </a:lnTo>
                  <a:lnTo>
                    <a:pt x="373198" y="509904"/>
                  </a:lnTo>
                  <a:lnTo>
                    <a:pt x="370637" y="444802"/>
                  </a:lnTo>
                  <a:lnTo>
                    <a:pt x="366305" y="382435"/>
                  </a:lnTo>
                  <a:lnTo>
                    <a:pt x="360150" y="323233"/>
                  </a:lnTo>
                  <a:lnTo>
                    <a:pt x="352122" y="267628"/>
                  </a:lnTo>
                  <a:lnTo>
                    <a:pt x="342168" y="216049"/>
                  </a:lnTo>
                  <a:lnTo>
                    <a:pt x="330237" y="168926"/>
                  </a:lnTo>
                  <a:lnTo>
                    <a:pt x="316277" y="126691"/>
                  </a:lnTo>
                  <a:lnTo>
                    <a:pt x="300236" y="89772"/>
                  </a:lnTo>
                  <a:lnTo>
                    <a:pt x="261708" y="33609"/>
                  </a:lnTo>
                  <a:lnTo>
                    <a:pt x="214237" y="3877"/>
                  </a:lnTo>
                  <a:lnTo>
                    <a:pt x="187020" y="0"/>
                  </a:lnTo>
                  <a:close/>
                </a:path>
              </a:pathLst>
            </a:custGeom>
            <a:solidFill>
              <a:srgbClr val="7E6A4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3213670" y="9390257"/>
              <a:ext cx="210820" cy="328295"/>
            </a:xfrm>
            <a:custGeom>
              <a:avLst/>
              <a:gdLst/>
              <a:ahLst/>
              <a:cxnLst/>
              <a:rect l="l" t="t" r="r" b="b"/>
              <a:pathLst>
                <a:path w="210820" h="328295">
                  <a:moveTo>
                    <a:pt x="105242" y="0"/>
                  </a:moveTo>
                  <a:lnTo>
                    <a:pt x="58309" y="25496"/>
                  </a:lnTo>
                  <a:lnTo>
                    <a:pt x="25520" y="95203"/>
                  </a:lnTo>
                  <a:lnTo>
                    <a:pt x="14243" y="143458"/>
                  </a:lnTo>
                  <a:lnTo>
                    <a:pt x="6281" y="198951"/>
                  </a:lnTo>
                  <a:lnTo>
                    <a:pt x="1557" y="260410"/>
                  </a:lnTo>
                  <a:lnTo>
                    <a:pt x="0" y="328220"/>
                  </a:lnTo>
                  <a:lnTo>
                    <a:pt x="210485" y="328220"/>
                  </a:lnTo>
                  <a:lnTo>
                    <a:pt x="209054" y="260410"/>
                  </a:lnTo>
                  <a:lnTo>
                    <a:pt x="204640" y="198951"/>
                  </a:lnTo>
                  <a:lnTo>
                    <a:pt x="197059" y="143458"/>
                  </a:lnTo>
                  <a:lnTo>
                    <a:pt x="186127" y="95203"/>
                  </a:lnTo>
                  <a:lnTo>
                    <a:pt x="171663" y="55459"/>
                  </a:lnTo>
                  <a:lnTo>
                    <a:pt x="131404" y="6585"/>
                  </a:lnTo>
                  <a:lnTo>
                    <a:pt x="105242" y="0"/>
                  </a:lnTo>
                  <a:close/>
                </a:path>
              </a:pathLst>
            </a:custGeom>
            <a:solidFill>
              <a:srgbClr val="8A703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2755087" y="9139738"/>
              <a:ext cx="1109345" cy="579120"/>
            </a:xfrm>
            <a:custGeom>
              <a:avLst/>
              <a:gdLst/>
              <a:ahLst/>
              <a:cxnLst/>
              <a:rect l="l" t="t" r="r" b="b"/>
              <a:pathLst>
                <a:path w="1109345" h="579120">
                  <a:moveTo>
                    <a:pt x="189369" y="578739"/>
                  </a:moveTo>
                  <a:lnTo>
                    <a:pt x="188150" y="578040"/>
                  </a:lnTo>
                  <a:lnTo>
                    <a:pt x="187274" y="509917"/>
                  </a:lnTo>
                  <a:lnTo>
                    <a:pt x="184632" y="444830"/>
                  </a:lnTo>
                  <a:lnTo>
                    <a:pt x="180174" y="382473"/>
                  </a:lnTo>
                  <a:lnTo>
                    <a:pt x="173863" y="323278"/>
                  </a:lnTo>
                  <a:lnTo>
                    <a:pt x="165658" y="267690"/>
                  </a:lnTo>
                  <a:lnTo>
                    <a:pt x="155511" y="216115"/>
                  </a:lnTo>
                  <a:lnTo>
                    <a:pt x="143408" y="168986"/>
                  </a:lnTo>
                  <a:lnTo>
                    <a:pt x="129286" y="126758"/>
                  </a:lnTo>
                  <a:lnTo>
                    <a:pt x="113106" y="89839"/>
                  </a:lnTo>
                  <a:lnTo>
                    <a:pt x="74422" y="33655"/>
                  </a:lnTo>
                  <a:lnTo>
                    <a:pt x="27051" y="3898"/>
                  </a:lnTo>
                  <a:lnTo>
                    <a:pt x="0" y="0"/>
                  </a:lnTo>
                  <a:lnTo>
                    <a:pt x="0" y="578739"/>
                  </a:lnTo>
                  <a:lnTo>
                    <a:pt x="189369" y="578739"/>
                  </a:lnTo>
                  <a:close/>
                </a:path>
                <a:path w="1109345" h="579120">
                  <a:moveTo>
                    <a:pt x="1108849" y="0"/>
                  </a:moveTo>
                  <a:lnTo>
                    <a:pt x="1060704" y="15214"/>
                  </a:lnTo>
                  <a:lnTo>
                    <a:pt x="1019467" y="58597"/>
                  </a:lnTo>
                  <a:lnTo>
                    <a:pt x="985316" y="126682"/>
                  </a:lnTo>
                  <a:lnTo>
                    <a:pt x="970965" y="168922"/>
                  </a:lnTo>
                  <a:lnTo>
                    <a:pt x="958456" y="216039"/>
                  </a:lnTo>
                  <a:lnTo>
                    <a:pt x="947801" y="267627"/>
                  </a:lnTo>
                  <a:lnTo>
                    <a:pt x="939038" y="323227"/>
                  </a:lnTo>
                  <a:lnTo>
                    <a:pt x="932180" y="382435"/>
                  </a:lnTo>
                  <a:lnTo>
                    <a:pt x="927252" y="444792"/>
                  </a:lnTo>
                  <a:lnTo>
                    <a:pt x="924280" y="509905"/>
                  </a:lnTo>
                  <a:lnTo>
                    <a:pt x="923290" y="578053"/>
                  </a:lnTo>
                  <a:lnTo>
                    <a:pt x="924750" y="578751"/>
                  </a:lnTo>
                  <a:lnTo>
                    <a:pt x="1108849" y="578751"/>
                  </a:lnTo>
                  <a:lnTo>
                    <a:pt x="1108849" y="0"/>
                  </a:lnTo>
                  <a:close/>
                </a:path>
              </a:pathLst>
            </a:custGeom>
            <a:solidFill>
              <a:srgbClr val="7E6A4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2901556" y="9409055"/>
              <a:ext cx="833755" cy="51435"/>
            </a:xfrm>
            <a:custGeom>
              <a:avLst/>
              <a:gdLst/>
              <a:ahLst/>
              <a:cxnLst/>
              <a:rect l="l" t="t" r="r" b="b"/>
              <a:pathLst>
                <a:path w="833754" h="51434">
                  <a:moveTo>
                    <a:pt x="275310" y="25641"/>
                  </a:moveTo>
                  <a:lnTo>
                    <a:pt x="273291" y="15684"/>
                  </a:lnTo>
                  <a:lnTo>
                    <a:pt x="267779" y="7531"/>
                  </a:lnTo>
                  <a:lnTo>
                    <a:pt x="259626" y="2032"/>
                  </a:lnTo>
                  <a:lnTo>
                    <a:pt x="249669" y="0"/>
                  </a:lnTo>
                  <a:lnTo>
                    <a:pt x="25628" y="0"/>
                  </a:lnTo>
                  <a:lnTo>
                    <a:pt x="15684" y="2032"/>
                  </a:lnTo>
                  <a:lnTo>
                    <a:pt x="7531" y="7531"/>
                  </a:lnTo>
                  <a:lnTo>
                    <a:pt x="2019" y="15684"/>
                  </a:lnTo>
                  <a:lnTo>
                    <a:pt x="0" y="25641"/>
                  </a:lnTo>
                  <a:lnTo>
                    <a:pt x="2019" y="35598"/>
                  </a:lnTo>
                  <a:lnTo>
                    <a:pt x="7531" y="43751"/>
                  </a:lnTo>
                  <a:lnTo>
                    <a:pt x="15684" y="49250"/>
                  </a:lnTo>
                  <a:lnTo>
                    <a:pt x="25628" y="51282"/>
                  </a:lnTo>
                  <a:lnTo>
                    <a:pt x="249669" y="51282"/>
                  </a:lnTo>
                  <a:lnTo>
                    <a:pt x="259626" y="49250"/>
                  </a:lnTo>
                  <a:lnTo>
                    <a:pt x="267779" y="43751"/>
                  </a:lnTo>
                  <a:lnTo>
                    <a:pt x="273291" y="35598"/>
                  </a:lnTo>
                  <a:lnTo>
                    <a:pt x="275310" y="25641"/>
                  </a:lnTo>
                  <a:close/>
                </a:path>
                <a:path w="833754" h="51434">
                  <a:moveTo>
                    <a:pt x="833335" y="25641"/>
                  </a:moveTo>
                  <a:lnTo>
                    <a:pt x="831316" y="15684"/>
                  </a:lnTo>
                  <a:lnTo>
                    <a:pt x="825804" y="7531"/>
                  </a:lnTo>
                  <a:lnTo>
                    <a:pt x="817664" y="2032"/>
                  </a:lnTo>
                  <a:lnTo>
                    <a:pt x="807707" y="0"/>
                  </a:lnTo>
                  <a:lnTo>
                    <a:pt x="583653" y="0"/>
                  </a:lnTo>
                  <a:lnTo>
                    <a:pt x="573709" y="2032"/>
                  </a:lnTo>
                  <a:lnTo>
                    <a:pt x="565556" y="7531"/>
                  </a:lnTo>
                  <a:lnTo>
                    <a:pt x="560044" y="15684"/>
                  </a:lnTo>
                  <a:lnTo>
                    <a:pt x="558025" y="25641"/>
                  </a:lnTo>
                  <a:lnTo>
                    <a:pt x="560044" y="35598"/>
                  </a:lnTo>
                  <a:lnTo>
                    <a:pt x="565556" y="43751"/>
                  </a:lnTo>
                  <a:lnTo>
                    <a:pt x="573709" y="49250"/>
                  </a:lnTo>
                  <a:lnTo>
                    <a:pt x="583653" y="51282"/>
                  </a:lnTo>
                  <a:lnTo>
                    <a:pt x="807707" y="51282"/>
                  </a:lnTo>
                  <a:lnTo>
                    <a:pt x="817664" y="49250"/>
                  </a:lnTo>
                  <a:lnTo>
                    <a:pt x="825804" y="43751"/>
                  </a:lnTo>
                  <a:lnTo>
                    <a:pt x="831316" y="35598"/>
                  </a:lnTo>
                  <a:lnTo>
                    <a:pt x="833335" y="25641"/>
                  </a:lnTo>
                  <a:close/>
                </a:path>
              </a:pathLst>
            </a:custGeom>
            <a:solidFill>
              <a:srgbClr val="FBD9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3728734" y="9720049"/>
              <a:ext cx="276225" cy="175895"/>
            </a:xfrm>
            <a:custGeom>
              <a:avLst/>
              <a:gdLst/>
              <a:ahLst/>
              <a:cxnLst/>
              <a:rect l="l" t="t" r="r" b="b"/>
              <a:pathLst>
                <a:path w="276225" h="175895">
                  <a:moveTo>
                    <a:pt x="0" y="175879"/>
                  </a:moveTo>
                  <a:lnTo>
                    <a:pt x="276127" y="175879"/>
                  </a:lnTo>
                  <a:lnTo>
                    <a:pt x="276127" y="0"/>
                  </a:lnTo>
                  <a:lnTo>
                    <a:pt x="0" y="0"/>
                  </a:lnTo>
                  <a:lnTo>
                    <a:pt x="0" y="175879"/>
                  </a:lnTo>
                  <a:close/>
                </a:path>
              </a:pathLst>
            </a:custGeom>
            <a:solidFill>
              <a:srgbClr val="E8C1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3728734" y="9791691"/>
              <a:ext cx="276225" cy="20955"/>
            </a:xfrm>
            <a:custGeom>
              <a:avLst/>
              <a:gdLst/>
              <a:ahLst/>
              <a:cxnLst/>
              <a:rect l="l" t="t" r="r" b="b"/>
              <a:pathLst>
                <a:path w="276225" h="20954">
                  <a:moveTo>
                    <a:pt x="0" y="20397"/>
                  </a:moveTo>
                  <a:lnTo>
                    <a:pt x="276127" y="20397"/>
                  </a:lnTo>
                  <a:lnTo>
                    <a:pt x="276127" y="0"/>
                  </a:lnTo>
                  <a:lnTo>
                    <a:pt x="0" y="0"/>
                  </a:lnTo>
                  <a:lnTo>
                    <a:pt x="0" y="20397"/>
                  </a:lnTo>
                  <a:close/>
                </a:path>
              </a:pathLst>
            </a:custGeom>
            <a:solidFill>
              <a:srgbClr val="E2BB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2892387" y="8371058"/>
              <a:ext cx="508000" cy="289560"/>
            </a:xfrm>
            <a:custGeom>
              <a:avLst/>
              <a:gdLst/>
              <a:ahLst/>
              <a:cxnLst/>
              <a:rect l="l" t="t" r="r" b="b"/>
              <a:pathLst>
                <a:path w="508000" h="289559">
                  <a:moveTo>
                    <a:pt x="412877" y="0"/>
                  </a:moveTo>
                  <a:lnTo>
                    <a:pt x="361828" y="2857"/>
                  </a:lnTo>
                  <a:lnTo>
                    <a:pt x="312502" y="11218"/>
                  </a:lnTo>
                  <a:lnTo>
                    <a:pt x="265226" y="24764"/>
                  </a:lnTo>
                  <a:lnTo>
                    <a:pt x="220327" y="43177"/>
                  </a:lnTo>
                  <a:lnTo>
                    <a:pt x="178131" y="66140"/>
                  </a:lnTo>
                  <a:lnTo>
                    <a:pt x="138965" y="93335"/>
                  </a:lnTo>
                  <a:lnTo>
                    <a:pt x="103154" y="124445"/>
                  </a:lnTo>
                  <a:lnTo>
                    <a:pt x="71026" y="159150"/>
                  </a:lnTo>
                  <a:lnTo>
                    <a:pt x="42906" y="197134"/>
                  </a:lnTo>
                  <a:lnTo>
                    <a:pt x="19122" y="238079"/>
                  </a:lnTo>
                  <a:lnTo>
                    <a:pt x="0" y="281666"/>
                  </a:lnTo>
                  <a:lnTo>
                    <a:pt x="23809" y="284977"/>
                  </a:lnTo>
                  <a:lnTo>
                    <a:pt x="48107" y="287381"/>
                  </a:lnTo>
                  <a:lnTo>
                    <a:pt x="72850" y="288846"/>
                  </a:lnTo>
                  <a:lnTo>
                    <a:pt x="97997" y="289341"/>
                  </a:lnTo>
                  <a:lnTo>
                    <a:pt x="153615" y="286912"/>
                  </a:lnTo>
                  <a:lnTo>
                    <a:pt x="206958" y="279835"/>
                  </a:lnTo>
                  <a:lnTo>
                    <a:pt x="257539" y="268428"/>
                  </a:lnTo>
                  <a:lnTo>
                    <a:pt x="304869" y="253008"/>
                  </a:lnTo>
                  <a:lnTo>
                    <a:pt x="348459" y="233891"/>
                  </a:lnTo>
                  <a:lnTo>
                    <a:pt x="387821" y="211395"/>
                  </a:lnTo>
                  <a:lnTo>
                    <a:pt x="422468" y="185837"/>
                  </a:lnTo>
                  <a:lnTo>
                    <a:pt x="451910" y="157534"/>
                  </a:lnTo>
                  <a:lnTo>
                    <a:pt x="475660" y="126803"/>
                  </a:lnTo>
                  <a:lnTo>
                    <a:pt x="504127" y="59326"/>
                  </a:lnTo>
                  <a:lnTo>
                    <a:pt x="507869" y="23213"/>
                  </a:lnTo>
                  <a:lnTo>
                    <a:pt x="507701" y="14345"/>
                  </a:lnTo>
                  <a:lnTo>
                    <a:pt x="460872" y="2540"/>
                  </a:lnTo>
                  <a:lnTo>
                    <a:pt x="412877" y="0"/>
                  </a:lnTo>
                  <a:close/>
                </a:path>
              </a:pathLst>
            </a:custGeom>
            <a:solidFill>
              <a:srgbClr val="FBE2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2892374" y="9110503"/>
              <a:ext cx="208279" cy="138430"/>
            </a:xfrm>
            <a:custGeom>
              <a:avLst/>
              <a:gdLst/>
              <a:ahLst/>
              <a:cxnLst/>
              <a:rect l="l" t="t" r="r" b="b"/>
              <a:pathLst>
                <a:path w="208280" h="138429">
                  <a:moveTo>
                    <a:pt x="112001" y="0"/>
                  </a:moveTo>
                  <a:lnTo>
                    <a:pt x="0" y="0"/>
                  </a:lnTo>
                  <a:lnTo>
                    <a:pt x="0" y="51231"/>
                  </a:lnTo>
                  <a:lnTo>
                    <a:pt x="112001" y="51231"/>
                  </a:lnTo>
                  <a:lnTo>
                    <a:pt x="112001" y="0"/>
                  </a:lnTo>
                  <a:close/>
                </a:path>
                <a:path w="208280" h="138429">
                  <a:moveTo>
                    <a:pt x="208216" y="86575"/>
                  </a:moveTo>
                  <a:lnTo>
                    <a:pt x="103492" y="86575"/>
                  </a:lnTo>
                  <a:lnTo>
                    <a:pt x="103492" y="137807"/>
                  </a:lnTo>
                  <a:lnTo>
                    <a:pt x="208216" y="137807"/>
                  </a:lnTo>
                  <a:lnTo>
                    <a:pt x="208216" y="86575"/>
                  </a:lnTo>
                  <a:close/>
                </a:path>
              </a:pathLst>
            </a:custGeom>
            <a:solidFill>
              <a:srgbClr val="F8D4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3917681" y="9807994"/>
              <a:ext cx="172720" cy="88265"/>
            </a:xfrm>
            <a:custGeom>
              <a:avLst/>
              <a:gdLst/>
              <a:ahLst/>
              <a:cxnLst/>
              <a:rect l="l" t="t" r="r" b="b"/>
              <a:pathLst>
                <a:path w="172720" h="88265">
                  <a:moveTo>
                    <a:pt x="172497" y="0"/>
                  </a:moveTo>
                  <a:lnTo>
                    <a:pt x="0" y="0"/>
                  </a:lnTo>
                  <a:lnTo>
                    <a:pt x="0" y="87934"/>
                  </a:lnTo>
                  <a:lnTo>
                    <a:pt x="172497" y="87934"/>
                  </a:lnTo>
                  <a:lnTo>
                    <a:pt x="172497" y="0"/>
                  </a:lnTo>
                  <a:close/>
                </a:path>
              </a:pathLst>
            </a:custGeom>
            <a:solidFill>
              <a:srgbClr val="E8C17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9" name="object 39" descr=""/>
          <p:cNvSpPr/>
          <p:nvPr/>
        </p:nvSpPr>
        <p:spPr>
          <a:xfrm>
            <a:off x="4904594" y="8983464"/>
            <a:ext cx="33655" cy="214629"/>
          </a:xfrm>
          <a:custGeom>
            <a:avLst/>
            <a:gdLst/>
            <a:ahLst/>
            <a:cxnLst/>
            <a:rect l="l" t="t" r="r" b="b"/>
            <a:pathLst>
              <a:path w="33654" h="214629">
                <a:moveTo>
                  <a:pt x="0" y="214558"/>
                </a:moveTo>
                <a:lnTo>
                  <a:pt x="33297" y="214558"/>
                </a:lnTo>
                <a:lnTo>
                  <a:pt x="33297" y="0"/>
                </a:lnTo>
                <a:lnTo>
                  <a:pt x="0" y="0"/>
                </a:lnTo>
                <a:lnTo>
                  <a:pt x="0" y="214558"/>
                </a:lnTo>
                <a:close/>
              </a:path>
            </a:pathLst>
          </a:custGeom>
          <a:solidFill>
            <a:srgbClr val="795D29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0" name="object 40" descr=""/>
          <p:cNvGrpSpPr/>
          <p:nvPr/>
        </p:nvGrpSpPr>
        <p:grpSpPr>
          <a:xfrm>
            <a:off x="5220884" y="8564518"/>
            <a:ext cx="970280" cy="920750"/>
            <a:chOff x="5220884" y="8564518"/>
            <a:chExt cx="970280" cy="920750"/>
          </a:xfrm>
        </p:grpSpPr>
        <p:sp>
          <p:nvSpPr>
            <p:cNvPr id="41" name="object 41" descr=""/>
            <p:cNvSpPr/>
            <p:nvPr/>
          </p:nvSpPr>
          <p:spPr>
            <a:xfrm>
              <a:off x="5671125" y="8566199"/>
              <a:ext cx="50800" cy="111125"/>
            </a:xfrm>
            <a:custGeom>
              <a:avLst/>
              <a:gdLst/>
              <a:ahLst/>
              <a:cxnLst/>
              <a:rect l="l" t="t" r="r" b="b"/>
              <a:pathLst>
                <a:path w="50800" h="111125">
                  <a:moveTo>
                    <a:pt x="0" y="110740"/>
                  </a:moveTo>
                  <a:lnTo>
                    <a:pt x="50679" y="110740"/>
                  </a:lnTo>
                  <a:lnTo>
                    <a:pt x="50679" y="0"/>
                  </a:lnTo>
                  <a:lnTo>
                    <a:pt x="0" y="0"/>
                  </a:lnTo>
                  <a:lnTo>
                    <a:pt x="0" y="110740"/>
                  </a:lnTo>
                  <a:close/>
                </a:path>
              </a:pathLst>
            </a:custGeom>
            <a:solidFill>
              <a:srgbClr val="ECC5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5721804" y="8566199"/>
              <a:ext cx="57150" cy="81280"/>
            </a:xfrm>
            <a:custGeom>
              <a:avLst/>
              <a:gdLst/>
              <a:ahLst/>
              <a:cxnLst/>
              <a:rect l="l" t="t" r="r" b="b"/>
              <a:pathLst>
                <a:path w="57150" h="81279">
                  <a:moveTo>
                    <a:pt x="0" y="80868"/>
                  </a:moveTo>
                  <a:lnTo>
                    <a:pt x="56637" y="80868"/>
                  </a:lnTo>
                  <a:lnTo>
                    <a:pt x="56637" y="0"/>
                  </a:lnTo>
                  <a:lnTo>
                    <a:pt x="0" y="0"/>
                  </a:lnTo>
                  <a:lnTo>
                    <a:pt x="0" y="80868"/>
                  </a:lnTo>
                  <a:close/>
                </a:path>
              </a:pathLst>
            </a:custGeom>
            <a:solidFill>
              <a:srgbClr val="DDB8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5220881" y="8564530"/>
              <a:ext cx="970280" cy="920750"/>
            </a:xfrm>
            <a:custGeom>
              <a:avLst/>
              <a:gdLst/>
              <a:ahLst/>
              <a:cxnLst/>
              <a:rect l="l" t="t" r="r" b="b"/>
              <a:pathLst>
                <a:path w="970279" h="920750">
                  <a:moveTo>
                    <a:pt x="969784" y="82550"/>
                  </a:moveTo>
                  <a:lnTo>
                    <a:pt x="109004" y="82550"/>
                  </a:lnTo>
                  <a:lnTo>
                    <a:pt x="109004" y="0"/>
                  </a:lnTo>
                  <a:lnTo>
                    <a:pt x="0" y="0"/>
                  </a:lnTo>
                  <a:lnTo>
                    <a:pt x="0" y="82550"/>
                  </a:lnTo>
                  <a:lnTo>
                    <a:pt x="0" y="920750"/>
                  </a:lnTo>
                  <a:lnTo>
                    <a:pt x="969784" y="920750"/>
                  </a:lnTo>
                  <a:lnTo>
                    <a:pt x="969784" y="82550"/>
                  </a:lnTo>
                  <a:close/>
                </a:path>
              </a:pathLst>
            </a:custGeom>
            <a:solidFill>
              <a:srgbClr val="ECC5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5220886" y="8564518"/>
              <a:ext cx="581025" cy="704850"/>
            </a:xfrm>
            <a:custGeom>
              <a:avLst/>
              <a:gdLst/>
              <a:ahLst/>
              <a:cxnLst/>
              <a:rect l="l" t="t" r="r" b="b"/>
              <a:pathLst>
                <a:path w="581025" h="704850">
                  <a:moveTo>
                    <a:pt x="109001" y="0"/>
                  </a:moveTo>
                  <a:lnTo>
                    <a:pt x="0" y="0"/>
                  </a:lnTo>
                  <a:lnTo>
                    <a:pt x="0" y="234275"/>
                  </a:lnTo>
                  <a:lnTo>
                    <a:pt x="17687" y="247397"/>
                  </a:lnTo>
                  <a:lnTo>
                    <a:pt x="36735" y="260252"/>
                  </a:lnTo>
                  <a:lnTo>
                    <a:pt x="56874" y="273035"/>
                  </a:lnTo>
                  <a:lnTo>
                    <a:pt x="77830" y="285938"/>
                  </a:lnTo>
                  <a:lnTo>
                    <a:pt x="111019" y="311799"/>
                  </a:lnTo>
                  <a:lnTo>
                    <a:pt x="124263" y="333360"/>
                  </a:lnTo>
                  <a:lnTo>
                    <a:pt x="132255" y="354836"/>
                  </a:lnTo>
                  <a:lnTo>
                    <a:pt x="149693" y="380443"/>
                  </a:lnTo>
                  <a:lnTo>
                    <a:pt x="191271" y="414395"/>
                  </a:lnTo>
                  <a:lnTo>
                    <a:pt x="245935" y="457873"/>
                  </a:lnTo>
                  <a:lnTo>
                    <a:pt x="271055" y="492780"/>
                  </a:lnTo>
                  <a:lnTo>
                    <a:pt x="277880" y="524091"/>
                  </a:lnTo>
                  <a:lnTo>
                    <a:pt x="277656" y="556778"/>
                  </a:lnTo>
                  <a:lnTo>
                    <a:pt x="293825" y="571440"/>
                  </a:lnTo>
                  <a:lnTo>
                    <a:pt x="332382" y="567859"/>
                  </a:lnTo>
                  <a:lnTo>
                    <a:pt x="378402" y="558764"/>
                  </a:lnTo>
                  <a:lnTo>
                    <a:pt x="416959" y="556887"/>
                  </a:lnTo>
                  <a:lnTo>
                    <a:pt x="433128" y="574956"/>
                  </a:lnTo>
                  <a:lnTo>
                    <a:pt x="430051" y="612244"/>
                  </a:lnTo>
                  <a:lnTo>
                    <a:pt x="425421" y="643896"/>
                  </a:lnTo>
                  <a:lnTo>
                    <a:pt x="426139" y="670663"/>
                  </a:lnTo>
                  <a:lnTo>
                    <a:pt x="439107" y="693298"/>
                  </a:lnTo>
                  <a:lnTo>
                    <a:pt x="466736" y="704797"/>
                  </a:lnTo>
                  <a:lnTo>
                    <a:pt x="499712" y="703032"/>
                  </a:lnTo>
                  <a:lnTo>
                    <a:pt x="527340" y="696062"/>
                  </a:lnTo>
                  <a:lnTo>
                    <a:pt x="538925" y="691947"/>
                  </a:lnTo>
                  <a:lnTo>
                    <a:pt x="580422" y="82699"/>
                  </a:lnTo>
                  <a:lnTo>
                    <a:pt x="109001" y="82699"/>
                  </a:lnTo>
                  <a:lnTo>
                    <a:pt x="109001" y="0"/>
                  </a:lnTo>
                  <a:close/>
                </a:path>
              </a:pathLst>
            </a:custGeom>
            <a:solidFill>
              <a:srgbClr val="ECBC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5720804" y="8564530"/>
              <a:ext cx="469900" cy="920750"/>
            </a:xfrm>
            <a:custGeom>
              <a:avLst/>
              <a:gdLst/>
              <a:ahLst/>
              <a:cxnLst/>
              <a:rect l="l" t="t" r="r" b="b"/>
              <a:pathLst>
                <a:path w="469900" h="920750">
                  <a:moveTo>
                    <a:pt x="469861" y="0"/>
                  </a:moveTo>
                  <a:lnTo>
                    <a:pt x="387159" y="0"/>
                  </a:lnTo>
                  <a:lnTo>
                    <a:pt x="387159" y="82550"/>
                  </a:lnTo>
                  <a:lnTo>
                    <a:pt x="0" y="82550"/>
                  </a:lnTo>
                  <a:lnTo>
                    <a:pt x="0" y="920750"/>
                  </a:lnTo>
                  <a:lnTo>
                    <a:pt x="469861" y="920750"/>
                  </a:lnTo>
                  <a:lnTo>
                    <a:pt x="469861" y="82550"/>
                  </a:lnTo>
                  <a:lnTo>
                    <a:pt x="469861" y="0"/>
                  </a:lnTo>
                  <a:close/>
                </a:path>
              </a:pathLst>
            </a:custGeom>
            <a:solidFill>
              <a:srgbClr val="DDB87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6" name="object 46" descr=""/>
          <p:cNvGrpSpPr/>
          <p:nvPr/>
        </p:nvGrpSpPr>
        <p:grpSpPr>
          <a:xfrm>
            <a:off x="4940886" y="9107995"/>
            <a:ext cx="219710" cy="48895"/>
            <a:chOff x="4940886" y="9107995"/>
            <a:chExt cx="219710" cy="48895"/>
          </a:xfrm>
        </p:grpSpPr>
        <p:sp>
          <p:nvSpPr>
            <p:cNvPr id="47" name="object 47" descr=""/>
            <p:cNvSpPr/>
            <p:nvPr/>
          </p:nvSpPr>
          <p:spPr>
            <a:xfrm>
              <a:off x="4940886" y="9107995"/>
              <a:ext cx="219710" cy="48895"/>
            </a:xfrm>
            <a:custGeom>
              <a:avLst/>
              <a:gdLst/>
              <a:ahLst/>
              <a:cxnLst/>
              <a:rect l="l" t="t" r="r" b="b"/>
              <a:pathLst>
                <a:path w="219710" h="48895">
                  <a:moveTo>
                    <a:pt x="0" y="48584"/>
                  </a:moveTo>
                  <a:lnTo>
                    <a:pt x="219417" y="48584"/>
                  </a:lnTo>
                  <a:lnTo>
                    <a:pt x="219417" y="0"/>
                  </a:lnTo>
                  <a:lnTo>
                    <a:pt x="0" y="0"/>
                  </a:lnTo>
                  <a:lnTo>
                    <a:pt x="0" y="48584"/>
                  </a:lnTo>
                  <a:close/>
                </a:path>
              </a:pathLst>
            </a:custGeom>
            <a:solidFill>
              <a:srgbClr val="6944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4940886" y="9107995"/>
              <a:ext cx="45085" cy="48895"/>
            </a:xfrm>
            <a:custGeom>
              <a:avLst/>
              <a:gdLst/>
              <a:ahLst/>
              <a:cxnLst/>
              <a:rect l="l" t="t" r="r" b="b"/>
              <a:pathLst>
                <a:path w="45085" h="48895">
                  <a:moveTo>
                    <a:pt x="0" y="48584"/>
                  </a:moveTo>
                  <a:lnTo>
                    <a:pt x="44616" y="48584"/>
                  </a:lnTo>
                  <a:lnTo>
                    <a:pt x="44616" y="0"/>
                  </a:lnTo>
                  <a:lnTo>
                    <a:pt x="0" y="0"/>
                  </a:lnTo>
                  <a:lnTo>
                    <a:pt x="0" y="48584"/>
                  </a:lnTo>
                  <a:close/>
                </a:path>
              </a:pathLst>
            </a:custGeom>
            <a:solidFill>
              <a:srgbClr val="754B23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9" name="object 49" descr=""/>
          <p:cNvGrpSpPr/>
          <p:nvPr/>
        </p:nvGrpSpPr>
        <p:grpSpPr>
          <a:xfrm>
            <a:off x="4768749" y="9156579"/>
            <a:ext cx="1428750" cy="788670"/>
            <a:chOff x="4768749" y="9156579"/>
            <a:chExt cx="1428750" cy="788670"/>
          </a:xfrm>
        </p:grpSpPr>
        <p:sp>
          <p:nvSpPr>
            <p:cNvPr id="50" name="object 50" descr=""/>
            <p:cNvSpPr/>
            <p:nvPr/>
          </p:nvSpPr>
          <p:spPr>
            <a:xfrm>
              <a:off x="5720988" y="9156579"/>
              <a:ext cx="476250" cy="788670"/>
            </a:xfrm>
            <a:custGeom>
              <a:avLst/>
              <a:gdLst/>
              <a:ahLst/>
              <a:cxnLst/>
              <a:rect l="l" t="t" r="r" b="b"/>
              <a:pathLst>
                <a:path w="476250" h="788670">
                  <a:moveTo>
                    <a:pt x="0" y="788405"/>
                  </a:moveTo>
                  <a:lnTo>
                    <a:pt x="475995" y="788405"/>
                  </a:lnTo>
                  <a:lnTo>
                    <a:pt x="475995" y="0"/>
                  </a:lnTo>
                  <a:lnTo>
                    <a:pt x="0" y="0"/>
                  </a:lnTo>
                  <a:lnTo>
                    <a:pt x="0" y="788405"/>
                  </a:lnTo>
                  <a:close/>
                </a:path>
              </a:pathLst>
            </a:custGeom>
            <a:solidFill>
              <a:srgbClr val="DDB8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5903229" y="9714723"/>
              <a:ext cx="287655" cy="226060"/>
            </a:xfrm>
            <a:custGeom>
              <a:avLst/>
              <a:gdLst/>
              <a:ahLst/>
              <a:cxnLst/>
              <a:rect l="l" t="t" r="r" b="b"/>
              <a:pathLst>
                <a:path w="287654" h="226059">
                  <a:moveTo>
                    <a:pt x="180435" y="0"/>
                  </a:moveTo>
                  <a:lnTo>
                    <a:pt x="132408" y="2312"/>
                  </a:lnTo>
                  <a:lnTo>
                    <a:pt x="98069" y="8977"/>
                  </a:lnTo>
                  <a:lnTo>
                    <a:pt x="84950" y="21701"/>
                  </a:lnTo>
                  <a:lnTo>
                    <a:pt x="82882" y="49070"/>
                  </a:lnTo>
                  <a:lnTo>
                    <a:pt x="75904" y="70856"/>
                  </a:lnTo>
                  <a:lnTo>
                    <a:pt x="62858" y="85252"/>
                  </a:lnTo>
                  <a:lnTo>
                    <a:pt x="42585" y="90452"/>
                  </a:lnTo>
                  <a:lnTo>
                    <a:pt x="25634" y="105743"/>
                  </a:lnTo>
                  <a:lnTo>
                    <a:pt x="12014" y="142484"/>
                  </a:lnTo>
                  <a:lnTo>
                    <a:pt x="3033" y="186977"/>
                  </a:lnTo>
                  <a:lnTo>
                    <a:pt x="0" y="225527"/>
                  </a:lnTo>
                  <a:lnTo>
                    <a:pt x="287436" y="225527"/>
                  </a:lnTo>
                  <a:lnTo>
                    <a:pt x="287436" y="1607"/>
                  </a:lnTo>
                  <a:lnTo>
                    <a:pt x="234621" y="333"/>
                  </a:lnTo>
                  <a:lnTo>
                    <a:pt x="180435" y="0"/>
                  </a:lnTo>
                  <a:close/>
                </a:path>
              </a:pathLst>
            </a:custGeom>
            <a:solidFill>
              <a:srgbClr val="D2AD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5835529" y="9369767"/>
              <a:ext cx="282575" cy="17780"/>
            </a:xfrm>
            <a:custGeom>
              <a:avLst/>
              <a:gdLst/>
              <a:ahLst/>
              <a:cxnLst/>
              <a:rect l="l" t="t" r="r" b="b"/>
              <a:pathLst>
                <a:path w="282575" h="17779">
                  <a:moveTo>
                    <a:pt x="282336" y="0"/>
                  </a:moveTo>
                  <a:lnTo>
                    <a:pt x="0" y="0"/>
                  </a:lnTo>
                  <a:lnTo>
                    <a:pt x="0" y="17496"/>
                  </a:lnTo>
                  <a:lnTo>
                    <a:pt x="282336" y="17496"/>
                  </a:lnTo>
                  <a:lnTo>
                    <a:pt x="282336" y="0"/>
                  </a:lnTo>
                  <a:close/>
                </a:path>
              </a:pathLst>
            </a:custGeom>
            <a:solidFill>
              <a:srgbClr val="6241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4855077" y="9156579"/>
              <a:ext cx="866140" cy="788670"/>
            </a:xfrm>
            <a:custGeom>
              <a:avLst/>
              <a:gdLst/>
              <a:ahLst/>
              <a:cxnLst/>
              <a:rect l="l" t="t" r="r" b="b"/>
              <a:pathLst>
                <a:path w="866139" h="788670">
                  <a:moveTo>
                    <a:pt x="865910" y="0"/>
                  </a:moveTo>
                  <a:lnTo>
                    <a:pt x="0" y="0"/>
                  </a:lnTo>
                  <a:lnTo>
                    <a:pt x="0" y="788405"/>
                  </a:lnTo>
                  <a:lnTo>
                    <a:pt x="865910" y="788405"/>
                  </a:lnTo>
                  <a:lnTo>
                    <a:pt x="865910" y="0"/>
                  </a:lnTo>
                  <a:close/>
                </a:path>
              </a:pathLst>
            </a:custGeom>
            <a:solidFill>
              <a:srgbClr val="ECC5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5357114" y="9512966"/>
              <a:ext cx="229235" cy="377825"/>
            </a:xfrm>
            <a:custGeom>
              <a:avLst/>
              <a:gdLst/>
              <a:ahLst/>
              <a:cxnLst/>
              <a:rect l="l" t="t" r="r" b="b"/>
              <a:pathLst>
                <a:path w="229235" h="377825">
                  <a:moveTo>
                    <a:pt x="228841" y="0"/>
                  </a:moveTo>
                  <a:lnTo>
                    <a:pt x="0" y="0"/>
                  </a:lnTo>
                  <a:lnTo>
                    <a:pt x="0" y="377716"/>
                  </a:lnTo>
                  <a:lnTo>
                    <a:pt x="228841" y="377716"/>
                  </a:lnTo>
                  <a:lnTo>
                    <a:pt x="228841" y="0"/>
                  </a:lnTo>
                  <a:close/>
                </a:path>
              </a:pathLst>
            </a:custGeom>
            <a:solidFill>
              <a:srgbClr val="CEA0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5388914" y="9538191"/>
              <a:ext cx="186690" cy="353060"/>
            </a:xfrm>
            <a:custGeom>
              <a:avLst/>
              <a:gdLst/>
              <a:ahLst/>
              <a:cxnLst/>
              <a:rect l="l" t="t" r="r" b="b"/>
              <a:pathLst>
                <a:path w="186689" h="353059">
                  <a:moveTo>
                    <a:pt x="186601" y="0"/>
                  </a:moveTo>
                  <a:lnTo>
                    <a:pt x="0" y="0"/>
                  </a:lnTo>
                  <a:lnTo>
                    <a:pt x="0" y="352491"/>
                  </a:lnTo>
                  <a:lnTo>
                    <a:pt x="186601" y="352491"/>
                  </a:lnTo>
                  <a:lnTo>
                    <a:pt x="186601" y="0"/>
                  </a:lnTo>
                  <a:close/>
                </a:path>
              </a:pathLst>
            </a:custGeom>
            <a:solidFill>
              <a:srgbClr val="754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5411673" y="9551752"/>
              <a:ext cx="150495" cy="325755"/>
            </a:xfrm>
            <a:custGeom>
              <a:avLst/>
              <a:gdLst/>
              <a:ahLst/>
              <a:cxnLst/>
              <a:rect l="l" t="t" r="r" b="b"/>
              <a:pathLst>
                <a:path w="150495" h="325754">
                  <a:moveTo>
                    <a:pt x="19215" y="0"/>
                  </a:moveTo>
                  <a:lnTo>
                    <a:pt x="0" y="0"/>
                  </a:lnTo>
                  <a:lnTo>
                    <a:pt x="0" y="325399"/>
                  </a:lnTo>
                  <a:lnTo>
                    <a:pt x="19215" y="325399"/>
                  </a:lnTo>
                  <a:lnTo>
                    <a:pt x="19215" y="0"/>
                  </a:lnTo>
                  <a:close/>
                </a:path>
                <a:path w="150495" h="325754">
                  <a:moveTo>
                    <a:pt x="62903" y="0"/>
                  </a:moveTo>
                  <a:lnTo>
                    <a:pt x="43688" y="0"/>
                  </a:lnTo>
                  <a:lnTo>
                    <a:pt x="43688" y="325399"/>
                  </a:lnTo>
                  <a:lnTo>
                    <a:pt x="62903" y="325399"/>
                  </a:lnTo>
                  <a:lnTo>
                    <a:pt x="62903" y="0"/>
                  </a:lnTo>
                  <a:close/>
                </a:path>
                <a:path w="150495" h="325754">
                  <a:moveTo>
                    <a:pt x="106603" y="0"/>
                  </a:moveTo>
                  <a:lnTo>
                    <a:pt x="87388" y="0"/>
                  </a:lnTo>
                  <a:lnTo>
                    <a:pt x="87388" y="325399"/>
                  </a:lnTo>
                  <a:lnTo>
                    <a:pt x="106603" y="325399"/>
                  </a:lnTo>
                  <a:lnTo>
                    <a:pt x="106603" y="0"/>
                  </a:lnTo>
                  <a:close/>
                </a:path>
                <a:path w="150495" h="325754">
                  <a:moveTo>
                    <a:pt x="150291" y="0"/>
                  </a:moveTo>
                  <a:lnTo>
                    <a:pt x="131089" y="0"/>
                  </a:lnTo>
                  <a:lnTo>
                    <a:pt x="131089" y="325399"/>
                  </a:lnTo>
                  <a:lnTo>
                    <a:pt x="150291" y="325399"/>
                  </a:lnTo>
                  <a:lnTo>
                    <a:pt x="150291" y="0"/>
                  </a:lnTo>
                  <a:close/>
                </a:path>
              </a:pathLst>
            </a:custGeom>
            <a:solidFill>
              <a:srgbClr val="85562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7" name="object 57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937894" y="9499522"/>
              <a:ext cx="151157" cy="153890"/>
            </a:xfrm>
            <a:prstGeom prst="rect">
              <a:avLst/>
            </a:prstGeom>
          </p:spPr>
        </p:pic>
        <p:sp>
          <p:nvSpPr>
            <p:cNvPr id="58" name="object 58" descr=""/>
            <p:cNvSpPr/>
            <p:nvPr/>
          </p:nvSpPr>
          <p:spPr>
            <a:xfrm>
              <a:off x="4881956" y="9352270"/>
              <a:ext cx="334645" cy="244475"/>
            </a:xfrm>
            <a:custGeom>
              <a:avLst/>
              <a:gdLst/>
              <a:ahLst/>
              <a:cxnLst/>
              <a:rect l="l" t="t" r="r" b="b"/>
              <a:pathLst>
                <a:path w="334645" h="244475">
                  <a:moveTo>
                    <a:pt x="334283" y="0"/>
                  </a:moveTo>
                  <a:lnTo>
                    <a:pt x="0" y="0"/>
                  </a:lnTo>
                  <a:lnTo>
                    <a:pt x="0" y="243877"/>
                  </a:lnTo>
                  <a:lnTo>
                    <a:pt x="334283" y="243877"/>
                  </a:lnTo>
                  <a:lnTo>
                    <a:pt x="334283" y="0"/>
                  </a:lnTo>
                  <a:close/>
                </a:path>
              </a:pathLst>
            </a:custGeom>
            <a:solidFill>
              <a:srgbClr val="DDB877">
                <a:alpha val="619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5862910" y="9494171"/>
              <a:ext cx="233045" cy="156210"/>
            </a:xfrm>
            <a:custGeom>
              <a:avLst/>
              <a:gdLst/>
              <a:ahLst/>
              <a:cxnLst/>
              <a:rect l="l" t="t" r="r" b="b"/>
              <a:pathLst>
                <a:path w="233045" h="156209">
                  <a:moveTo>
                    <a:pt x="232893" y="0"/>
                  </a:moveTo>
                  <a:lnTo>
                    <a:pt x="0" y="0"/>
                  </a:lnTo>
                  <a:lnTo>
                    <a:pt x="0" y="155838"/>
                  </a:lnTo>
                  <a:lnTo>
                    <a:pt x="232893" y="155838"/>
                  </a:lnTo>
                  <a:lnTo>
                    <a:pt x="232893" y="0"/>
                  </a:lnTo>
                  <a:close/>
                </a:path>
              </a:pathLst>
            </a:custGeom>
            <a:solidFill>
              <a:srgbClr val="ECC5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5878805" y="9512966"/>
              <a:ext cx="201295" cy="127000"/>
            </a:xfrm>
            <a:custGeom>
              <a:avLst/>
              <a:gdLst/>
              <a:ahLst/>
              <a:cxnLst/>
              <a:rect l="l" t="t" r="r" b="b"/>
              <a:pathLst>
                <a:path w="201295" h="127000">
                  <a:moveTo>
                    <a:pt x="201093" y="0"/>
                  </a:moveTo>
                  <a:lnTo>
                    <a:pt x="0" y="0"/>
                  </a:lnTo>
                  <a:lnTo>
                    <a:pt x="0" y="127001"/>
                  </a:lnTo>
                  <a:lnTo>
                    <a:pt x="201093" y="127001"/>
                  </a:lnTo>
                  <a:lnTo>
                    <a:pt x="201093" y="0"/>
                  </a:lnTo>
                  <a:close/>
                </a:path>
              </a:pathLst>
            </a:custGeom>
            <a:solidFill>
              <a:srgbClr val="AA8E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5878815" y="9532411"/>
              <a:ext cx="168275" cy="97155"/>
            </a:xfrm>
            <a:custGeom>
              <a:avLst/>
              <a:gdLst/>
              <a:ahLst/>
              <a:cxnLst/>
              <a:rect l="l" t="t" r="r" b="b"/>
              <a:pathLst>
                <a:path w="168275" h="97154">
                  <a:moveTo>
                    <a:pt x="167963" y="0"/>
                  </a:moveTo>
                  <a:lnTo>
                    <a:pt x="0" y="0"/>
                  </a:lnTo>
                  <a:lnTo>
                    <a:pt x="0" y="96866"/>
                  </a:lnTo>
                  <a:lnTo>
                    <a:pt x="167963" y="96866"/>
                  </a:lnTo>
                  <a:lnTo>
                    <a:pt x="167963" y="0"/>
                  </a:lnTo>
                  <a:close/>
                </a:path>
              </a:pathLst>
            </a:custGeom>
            <a:solidFill>
              <a:srgbClr val="6241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5835516" y="9384630"/>
              <a:ext cx="262890" cy="194310"/>
            </a:xfrm>
            <a:custGeom>
              <a:avLst/>
              <a:gdLst/>
              <a:ahLst/>
              <a:cxnLst/>
              <a:rect l="l" t="t" r="r" b="b"/>
              <a:pathLst>
                <a:path w="262889" h="194309">
                  <a:moveTo>
                    <a:pt x="0" y="0"/>
                  </a:moveTo>
                  <a:lnTo>
                    <a:pt x="0" y="194109"/>
                  </a:lnTo>
                  <a:lnTo>
                    <a:pt x="262798" y="193669"/>
                  </a:lnTo>
                  <a:lnTo>
                    <a:pt x="262798" y="26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B877">
                <a:alpha val="619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5081392" y="9457240"/>
              <a:ext cx="104139" cy="85090"/>
            </a:xfrm>
            <a:custGeom>
              <a:avLst/>
              <a:gdLst/>
              <a:ahLst/>
              <a:cxnLst/>
              <a:rect l="l" t="t" r="r" b="b"/>
              <a:pathLst>
                <a:path w="104139" h="85090">
                  <a:moveTo>
                    <a:pt x="0" y="0"/>
                  </a:moveTo>
                  <a:lnTo>
                    <a:pt x="103881" y="84562"/>
                  </a:lnTo>
                </a:path>
              </a:pathLst>
            </a:custGeom>
            <a:ln w="32941">
              <a:solidFill>
                <a:srgbClr val="5F381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4789728" y="9457240"/>
              <a:ext cx="104139" cy="85090"/>
            </a:xfrm>
            <a:custGeom>
              <a:avLst/>
              <a:gdLst/>
              <a:ahLst/>
              <a:cxnLst/>
              <a:rect l="l" t="t" r="r" b="b"/>
              <a:pathLst>
                <a:path w="104139" h="85090">
                  <a:moveTo>
                    <a:pt x="0" y="0"/>
                  </a:moveTo>
                  <a:lnTo>
                    <a:pt x="103881" y="84562"/>
                  </a:lnTo>
                </a:path>
              </a:pathLst>
            </a:custGeom>
            <a:ln w="32941">
              <a:solidFill>
                <a:srgbClr val="5F381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4768751" y="9346357"/>
              <a:ext cx="447675" cy="113030"/>
            </a:xfrm>
            <a:custGeom>
              <a:avLst/>
              <a:gdLst/>
              <a:ahLst/>
              <a:cxnLst/>
              <a:rect l="l" t="t" r="r" b="b"/>
              <a:pathLst>
                <a:path w="447675" h="113029">
                  <a:moveTo>
                    <a:pt x="447483" y="0"/>
                  </a:moveTo>
                  <a:lnTo>
                    <a:pt x="114551" y="0"/>
                  </a:lnTo>
                  <a:lnTo>
                    <a:pt x="89182" y="35593"/>
                  </a:lnTo>
                  <a:lnTo>
                    <a:pt x="61488" y="64842"/>
                  </a:lnTo>
                  <a:lnTo>
                    <a:pt x="31688" y="89860"/>
                  </a:lnTo>
                  <a:lnTo>
                    <a:pt x="0" y="112760"/>
                  </a:lnTo>
                  <a:lnTo>
                    <a:pt x="341602" y="112760"/>
                  </a:lnTo>
                  <a:lnTo>
                    <a:pt x="369529" y="91974"/>
                  </a:lnTo>
                  <a:lnTo>
                    <a:pt x="396400" y="64842"/>
                  </a:lnTo>
                  <a:lnTo>
                    <a:pt x="422342" y="33478"/>
                  </a:lnTo>
                  <a:lnTo>
                    <a:pt x="447483" y="0"/>
                  </a:lnTo>
                  <a:close/>
                </a:path>
              </a:pathLst>
            </a:custGeom>
            <a:solidFill>
              <a:srgbClr val="88183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6" name="object 66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829681" y="9346357"/>
              <a:ext cx="342272" cy="112760"/>
            </a:xfrm>
            <a:prstGeom prst="rect">
              <a:avLst/>
            </a:prstGeom>
          </p:spPr>
        </p:pic>
        <p:sp>
          <p:nvSpPr>
            <p:cNvPr id="67" name="object 67" descr=""/>
            <p:cNvSpPr/>
            <p:nvPr/>
          </p:nvSpPr>
          <p:spPr>
            <a:xfrm>
              <a:off x="4768749" y="9457236"/>
              <a:ext cx="340995" cy="39370"/>
            </a:xfrm>
            <a:custGeom>
              <a:avLst/>
              <a:gdLst/>
              <a:ahLst/>
              <a:cxnLst/>
              <a:rect l="l" t="t" r="r" b="b"/>
              <a:pathLst>
                <a:path w="340995" h="39370">
                  <a:moveTo>
                    <a:pt x="340942" y="0"/>
                  </a:moveTo>
                  <a:lnTo>
                    <a:pt x="0" y="0"/>
                  </a:lnTo>
                  <a:lnTo>
                    <a:pt x="0" y="35642"/>
                  </a:lnTo>
                  <a:lnTo>
                    <a:pt x="38213" y="37493"/>
                  </a:lnTo>
                  <a:lnTo>
                    <a:pt x="80905" y="38553"/>
                  </a:lnTo>
                  <a:lnTo>
                    <a:pt x="127486" y="38927"/>
                  </a:lnTo>
                  <a:lnTo>
                    <a:pt x="177368" y="38720"/>
                  </a:lnTo>
                  <a:lnTo>
                    <a:pt x="229964" y="38034"/>
                  </a:lnTo>
                  <a:lnTo>
                    <a:pt x="284684" y="36973"/>
                  </a:lnTo>
                  <a:lnTo>
                    <a:pt x="340942" y="35642"/>
                  </a:lnTo>
                  <a:lnTo>
                    <a:pt x="340942" y="0"/>
                  </a:lnTo>
                  <a:close/>
                </a:path>
              </a:pathLst>
            </a:custGeom>
            <a:solidFill>
              <a:srgbClr val="81002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4904587" y="9455308"/>
              <a:ext cx="816610" cy="459740"/>
            </a:xfrm>
            <a:custGeom>
              <a:avLst/>
              <a:gdLst/>
              <a:ahLst/>
              <a:cxnLst/>
              <a:rect l="l" t="t" r="r" b="b"/>
              <a:pathLst>
                <a:path w="816610" h="459740">
                  <a:moveTo>
                    <a:pt x="121196" y="395909"/>
                  </a:moveTo>
                  <a:lnTo>
                    <a:pt x="0" y="395909"/>
                  </a:lnTo>
                  <a:lnTo>
                    <a:pt x="0" y="459320"/>
                  </a:lnTo>
                  <a:lnTo>
                    <a:pt x="121196" y="459320"/>
                  </a:lnTo>
                  <a:lnTo>
                    <a:pt x="121196" y="395909"/>
                  </a:lnTo>
                  <a:close/>
                </a:path>
                <a:path w="816610" h="459740">
                  <a:moveTo>
                    <a:pt x="280670" y="288836"/>
                  </a:moveTo>
                  <a:lnTo>
                    <a:pt x="159486" y="288836"/>
                  </a:lnTo>
                  <a:lnTo>
                    <a:pt x="159486" y="352247"/>
                  </a:lnTo>
                  <a:lnTo>
                    <a:pt x="280670" y="352247"/>
                  </a:lnTo>
                  <a:lnTo>
                    <a:pt x="280670" y="288836"/>
                  </a:lnTo>
                  <a:close/>
                </a:path>
                <a:path w="816610" h="459740">
                  <a:moveTo>
                    <a:pt x="816394" y="0"/>
                  </a:moveTo>
                  <a:lnTo>
                    <a:pt x="724496" y="0"/>
                  </a:lnTo>
                  <a:lnTo>
                    <a:pt x="724496" y="63411"/>
                  </a:lnTo>
                  <a:lnTo>
                    <a:pt x="816394" y="63411"/>
                  </a:lnTo>
                  <a:lnTo>
                    <a:pt x="816394" y="0"/>
                  </a:lnTo>
                  <a:close/>
                </a:path>
              </a:pathLst>
            </a:custGeom>
            <a:solidFill>
              <a:srgbClr val="F8D08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9" name="object 69" descr=""/>
          <p:cNvSpPr/>
          <p:nvPr/>
        </p:nvSpPr>
        <p:spPr>
          <a:xfrm>
            <a:off x="5629095" y="8845584"/>
            <a:ext cx="92075" cy="63500"/>
          </a:xfrm>
          <a:custGeom>
            <a:avLst/>
            <a:gdLst/>
            <a:ahLst/>
            <a:cxnLst/>
            <a:rect l="l" t="t" r="r" b="b"/>
            <a:pathLst>
              <a:path w="92075" h="63500">
                <a:moveTo>
                  <a:pt x="91892" y="0"/>
                </a:moveTo>
                <a:lnTo>
                  <a:pt x="0" y="0"/>
                </a:lnTo>
                <a:lnTo>
                  <a:pt x="0" y="63411"/>
                </a:lnTo>
                <a:lnTo>
                  <a:pt x="91892" y="63411"/>
                </a:lnTo>
                <a:lnTo>
                  <a:pt x="91892" y="0"/>
                </a:lnTo>
                <a:close/>
              </a:path>
            </a:pathLst>
          </a:custGeom>
          <a:solidFill>
            <a:srgbClr val="F8D08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" name="object 70" descr=""/>
          <p:cNvSpPr/>
          <p:nvPr/>
        </p:nvSpPr>
        <p:spPr>
          <a:xfrm>
            <a:off x="5345826" y="9035264"/>
            <a:ext cx="92075" cy="63500"/>
          </a:xfrm>
          <a:custGeom>
            <a:avLst/>
            <a:gdLst/>
            <a:ahLst/>
            <a:cxnLst/>
            <a:rect l="l" t="t" r="r" b="b"/>
            <a:pathLst>
              <a:path w="92075" h="63500">
                <a:moveTo>
                  <a:pt x="91892" y="0"/>
                </a:moveTo>
                <a:lnTo>
                  <a:pt x="0" y="0"/>
                </a:lnTo>
                <a:lnTo>
                  <a:pt x="0" y="63411"/>
                </a:lnTo>
                <a:lnTo>
                  <a:pt x="91892" y="63411"/>
                </a:lnTo>
                <a:lnTo>
                  <a:pt x="91892" y="0"/>
                </a:lnTo>
                <a:close/>
              </a:path>
            </a:pathLst>
          </a:custGeom>
          <a:solidFill>
            <a:srgbClr val="F8D08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" name="object 71" descr=""/>
          <p:cNvSpPr/>
          <p:nvPr/>
        </p:nvSpPr>
        <p:spPr>
          <a:xfrm>
            <a:off x="5587808" y="9851207"/>
            <a:ext cx="78740" cy="63500"/>
          </a:xfrm>
          <a:custGeom>
            <a:avLst/>
            <a:gdLst/>
            <a:ahLst/>
            <a:cxnLst/>
            <a:rect l="l" t="t" r="r" b="b"/>
            <a:pathLst>
              <a:path w="78739" h="63500">
                <a:moveTo>
                  <a:pt x="78573" y="0"/>
                </a:moveTo>
                <a:lnTo>
                  <a:pt x="0" y="0"/>
                </a:lnTo>
                <a:lnTo>
                  <a:pt x="0" y="63411"/>
                </a:lnTo>
                <a:lnTo>
                  <a:pt x="78573" y="63411"/>
                </a:lnTo>
                <a:lnTo>
                  <a:pt x="78573" y="0"/>
                </a:lnTo>
                <a:close/>
              </a:path>
            </a:pathLst>
          </a:custGeom>
          <a:solidFill>
            <a:srgbClr val="F8D08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" name="object 72" descr=""/>
          <p:cNvSpPr/>
          <p:nvPr/>
        </p:nvSpPr>
        <p:spPr>
          <a:xfrm>
            <a:off x="6117028" y="9842171"/>
            <a:ext cx="78740" cy="63500"/>
          </a:xfrm>
          <a:custGeom>
            <a:avLst/>
            <a:gdLst/>
            <a:ahLst/>
            <a:cxnLst/>
            <a:rect l="l" t="t" r="r" b="b"/>
            <a:pathLst>
              <a:path w="78739" h="63500">
                <a:moveTo>
                  <a:pt x="78573" y="0"/>
                </a:moveTo>
                <a:lnTo>
                  <a:pt x="0" y="0"/>
                </a:lnTo>
                <a:lnTo>
                  <a:pt x="0" y="63411"/>
                </a:lnTo>
                <a:lnTo>
                  <a:pt x="78573" y="63411"/>
                </a:lnTo>
                <a:lnTo>
                  <a:pt x="78573" y="0"/>
                </a:lnTo>
                <a:close/>
              </a:path>
            </a:pathLst>
          </a:custGeom>
          <a:solidFill>
            <a:srgbClr val="E8C07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" name="object 73" descr=""/>
          <p:cNvSpPr/>
          <p:nvPr/>
        </p:nvSpPr>
        <p:spPr>
          <a:xfrm>
            <a:off x="5890120" y="9682739"/>
            <a:ext cx="288925" cy="156845"/>
          </a:xfrm>
          <a:custGeom>
            <a:avLst/>
            <a:gdLst/>
            <a:ahLst/>
            <a:cxnLst/>
            <a:rect l="l" t="t" r="r" b="b"/>
            <a:pathLst>
              <a:path w="288925" h="156845">
                <a:moveTo>
                  <a:pt x="123863" y="93103"/>
                </a:moveTo>
                <a:lnTo>
                  <a:pt x="0" y="93103"/>
                </a:lnTo>
                <a:lnTo>
                  <a:pt x="0" y="156514"/>
                </a:lnTo>
                <a:lnTo>
                  <a:pt x="123863" y="156514"/>
                </a:lnTo>
                <a:lnTo>
                  <a:pt x="123863" y="93103"/>
                </a:lnTo>
                <a:close/>
              </a:path>
              <a:path w="288925" h="156845">
                <a:moveTo>
                  <a:pt x="288823" y="0"/>
                </a:moveTo>
                <a:lnTo>
                  <a:pt x="164960" y="0"/>
                </a:lnTo>
                <a:lnTo>
                  <a:pt x="164960" y="63411"/>
                </a:lnTo>
                <a:lnTo>
                  <a:pt x="288823" y="63411"/>
                </a:lnTo>
                <a:lnTo>
                  <a:pt x="288823" y="0"/>
                </a:lnTo>
                <a:close/>
              </a:path>
            </a:pathLst>
          </a:custGeom>
          <a:solidFill>
            <a:srgbClr val="E8C07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" name="object 74" descr=""/>
          <p:cNvSpPr/>
          <p:nvPr/>
        </p:nvSpPr>
        <p:spPr>
          <a:xfrm>
            <a:off x="5729971" y="9590001"/>
            <a:ext cx="113664" cy="63500"/>
          </a:xfrm>
          <a:custGeom>
            <a:avLst/>
            <a:gdLst/>
            <a:ahLst/>
            <a:cxnLst/>
            <a:rect l="l" t="t" r="r" b="b"/>
            <a:pathLst>
              <a:path w="113664" h="63500">
                <a:moveTo>
                  <a:pt x="113535" y="0"/>
                </a:moveTo>
                <a:lnTo>
                  <a:pt x="0" y="0"/>
                </a:lnTo>
                <a:lnTo>
                  <a:pt x="0" y="63411"/>
                </a:lnTo>
                <a:lnTo>
                  <a:pt x="113535" y="63411"/>
                </a:lnTo>
                <a:lnTo>
                  <a:pt x="113535" y="0"/>
                </a:lnTo>
                <a:close/>
              </a:path>
            </a:pathLst>
          </a:custGeom>
          <a:solidFill>
            <a:srgbClr val="E8C07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" name="object 75" descr=""/>
          <p:cNvSpPr/>
          <p:nvPr/>
        </p:nvSpPr>
        <p:spPr>
          <a:xfrm>
            <a:off x="5773585" y="9284887"/>
            <a:ext cx="124460" cy="63500"/>
          </a:xfrm>
          <a:custGeom>
            <a:avLst/>
            <a:gdLst/>
            <a:ahLst/>
            <a:cxnLst/>
            <a:rect l="l" t="t" r="r" b="b"/>
            <a:pathLst>
              <a:path w="124460" h="63500">
                <a:moveTo>
                  <a:pt x="123863" y="0"/>
                </a:moveTo>
                <a:lnTo>
                  <a:pt x="0" y="0"/>
                </a:lnTo>
                <a:lnTo>
                  <a:pt x="0" y="6997"/>
                </a:lnTo>
                <a:lnTo>
                  <a:pt x="0" y="63411"/>
                </a:lnTo>
                <a:lnTo>
                  <a:pt x="123863" y="63411"/>
                </a:lnTo>
                <a:lnTo>
                  <a:pt x="123863" y="6997"/>
                </a:lnTo>
                <a:lnTo>
                  <a:pt x="123863" y="0"/>
                </a:lnTo>
                <a:close/>
              </a:path>
            </a:pathLst>
          </a:custGeom>
          <a:solidFill>
            <a:srgbClr val="E8C07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" name="object 76" descr=""/>
          <p:cNvSpPr/>
          <p:nvPr/>
        </p:nvSpPr>
        <p:spPr>
          <a:xfrm>
            <a:off x="5947389" y="9179311"/>
            <a:ext cx="124460" cy="8890"/>
          </a:xfrm>
          <a:custGeom>
            <a:avLst/>
            <a:gdLst/>
            <a:ahLst/>
            <a:cxnLst/>
            <a:rect l="l" t="t" r="r" b="b"/>
            <a:pathLst>
              <a:path w="124460" h="8890">
                <a:moveTo>
                  <a:pt x="0" y="8690"/>
                </a:moveTo>
                <a:lnTo>
                  <a:pt x="123860" y="8690"/>
                </a:lnTo>
                <a:lnTo>
                  <a:pt x="123860" y="0"/>
                </a:lnTo>
                <a:lnTo>
                  <a:pt x="0" y="0"/>
                </a:lnTo>
                <a:lnTo>
                  <a:pt x="0" y="8690"/>
                </a:lnTo>
                <a:close/>
              </a:path>
            </a:pathLst>
          </a:custGeom>
          <a:solidFill>
            <a:srgbClr val="E8C07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" name="object 77" descr=""/>
          <p:cNvSpPr/>
          <p:nvPr/>
        </p:nvSpPr>
        <p:spPr>
          <a:xfrm>
            <a:off x="5329848" y="9316595"/>
            <a:ext cx="124460" cy="63500"/>
          </a:xfrm>
          <a:custGeom>
            <a:avLst/>
            <a:gdLst/>
            <a:ahLst/>
            <a:cxnLst/>
            <a:rect l="l" t="t" r="r" b="b"/>
            <a:pathLst>
              <a:path w="124460" h="63500">
                <a:moveTo>
                  <a:pt x="123860" y="0"/>
                </a:moveTo>
                <a:lnTo>
                  <a:pt x="0" y="0"/>
                </a:lnTo>
                <a:lnTo>
                  <a:pt x="0" y="63411"/>
                </a:lnTo>
                <a:lnTo>
                  <a:pt x="123860" y="63411"/>
                </a:lnTo>
                <a:lnTo>
                  <a:pt x="123860" y="0"/>
                </a:lnTo>
                <a:close/>
              </a:path>
            </a:pathLst>
          </a:custGeom>
          <a:solidFill>
            <a:srgbClr val="E8C07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" name="object 78" descr=""/>
          <p:cNvSpPr/>
          <p:nvPr/>
        </p:nvSpPr>
        <p:spPr>
          <a:xfrm>
            <a:off x="6133184" y="9211018"/>
            <a:ext cx="62230" cy="63500"/>
          </a:xfrm>
          <a:custGeom>
            <a:avLst/>
            <a:gdLst/>
            <a:ahLst/>
            <a:cxnLst/>
            <a:rect l="l" t="t" r="r" b="b"/>
            <a:pathLst>
              <a:path w="62229" h="63500">
                <a:moveTo>
                  <a:pt x="61924" y="0"/>
                </a:moveTo>
                <a:lnTo>
                  <a:pt x="0" y="0"/>
                </a:lnTo>
                <a:lnTo>
                  <a:pt x="0" y="63411"/>
                </a:lnTo>
                <a:lnTo>
                  <a:pt x="61924" y="63411"/>
                </a:lnTo>
                <a:lnTo>
                  <a:pt x="61924" y="0"/>
                </a:lnTo>
                <a:close/>
              </a:path>
            </a:pathLst>
          </a:custGeom>
          <a:solidFill>
            <a:srgbClr val="E8C07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" name="object 79" descr=""/>
          <p:cNvSpPr/>
          <p:nvPr/>
        </p:nvSpPr>
        <p:spPr>
          <a:xfrm>
            <a:off x="5527687" y="9173482"/>
            <a:ext cx="62230" cy="63500"/>
          </a:xfrm>
          <a:custGeom>
            <a:avLst/>
            <a:gdLst/>
            <a:ahLst/>
            <a:cxnLst/>
            <a:rect l="l" t="t" r="r" b="b"/>
            <a:pathLst>
              <a:path w="62229" h="63500">
                <a:moveTo>
                  <a:pt x="61925" y="0"/>
                </a:moveTo>
                <a:lnTo>
                  <a:pt x="0" y="0"/>
                </a:lnTo>
                <a:lnTo>
                  <a:pt x="0" y="14528"/>
                </a:lnTo>
                <a:lnTo>
                  <a:pt x="0" y="63411"/>
                </a:lnTo>
                <a:lnTo>
                  <a:pt x="61925" y="63411"/>
                </a:lnTo>
                <a:lnTo>
                  <a:pt x="61925" y="14528"/>
                </a:lnTo>
                <a:lnTo>
                  <a:pt x="61925" y="0"/>
                </a:lnTo>
                <a:close/>
              </a:path>
            </a:pathLst>
          </a:custGeom>
          <a:solidFill>
            <a:srgbClr val="E8C07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" name="object 80" descr=""/>
          <p:cNvSpPr/>
          <p:nvPr/>
        </p:nvSpPr>
        <p:spPr>
          <a:xfrm>
            <a:off x="4856271" y="9688406"/>
            <a:ext cx="56515" cy="64135"/>
          </a:xfrm>
          <a:custGeom>
            <a:avLst/>
            <a:gdLst/>
            <a:ahLst/>
            <a:cxnLst/>
            <a:rect l="l" t="t" r="r" b="b"/>
            <a:pathLst>
              <a:path w="56514" h="64134">
                <a:moveTo>
                  <a:pt x="56385" y="0"/>
                </a:moveTo>
                <a:lnTo>
                  <a:pt x="0" y="0"/>
                </a:lnTo>
                <a:lnTo>
                  <a:pt x="0" y="63903"/>
                </a:lnTo>
                <a:lnTo>
                  <a:pt x="56385" y="63903"/>
                </a:lnTo>
                <a:lnTo>
                  <a:pt x="56385" y="0"/>
                </a:lnTo>
                <a:close/>
              </a:path>
            </a:pathLst>
          </a:custGeom>
          <a:solidFill>
            <a:srgbClr val="F8D08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" name="object 81" descr=""/>
          <p:cNvSpPr/>
          <p:nvPr/>
        </p:nvSpPr>
        <p:spPr>
          <a:xfrm>
            <a:off x="5653147" y="9680888"/>
            <a:ext cx="60325" cy="60325"/>
          </a:xfrm>
          <a:custGeom>
            <a:avLst/>
            <a:gdLst/>
            <a:ahLst/>
            <a:cxnLst/>
            <a:rect l="l" t="t" r="r" b="b"/>
            <a:pathLst>
              <a:path w="60325" h="60325">
                <a:moveTo>
                  <a:pt x="60144" y="0"/>
                </a:moveTo>
                <a:lnTo>
                  <a:pt x="0" y="0"/>
                </a:lnTo>
                <a:lnTo>
                  <a:pt x="0" y="60144"/>
                </a:lnTo>
                <a:lnTo>
                  <a:pt x="60144" y="60144"/>
                </a:lnTo>
                <a:lnTo>
                  <a:pt x="60144" y="0"/>
                </a:lnTo>
                <a:close/>
              </a:path>
            </a:pathLst>
          </a:custGeom>
          <a:solidFill>
            <a:srgbClr val="F8D08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" name="object 82" descr=""/>
          <p:cNvSpPr/>
          <p:nvPr/>
        </p:nvSpPr>
        <p:spPr>
          <a:xfrm>
            <a:off x="5220877" y="8955433"/>
            <a:ext cx="60325" cy="64135"/>
          </a:xfrm>
          <a:custGeom>
            <a:avLst/>
            <a:gdLst/>
            <a:ahLst/>
            <a:cxnLst/>
            <a:rect l="l" t="t" r="r" b="b"/>
            <a:pathLst>
              <a:path w="60325" h="64134">
                <a:moveTo>
                  <a:pt x="60144" y="0"/>
                </a:moveTo>
                <a:lnTo>
                  <a:pt x="0" y="0"/>
                </a:lnTo>
                <a:lnTo>
                  <a:pt x="0" y="63903"/>
                </a:lnTo>
                <a:lnTo>
                  <a:pt x="60144" y="63903"/>
                </a:lnTo>
                <a:lnTo>
                  <a:pt x="60144" y="0"/>
                </a:lnTo>
                <a:close/>
              </a:path>
            </a:pathLst>
          </a:custGeom>
          <a:solidFill>
            <a:srgbClr val="F8D08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" name="object 83" descr=""/>
          <p:cNvSpPr/>
          <p:nvPr/>
        </p:nvSpPr>
        <p:spPr>
          <a:xfrm>
            <a:off x="5220877" y="8594586"/>
            <a:ext cx="60325" cy="60325"/>
          </a:xfrm>
          <a:custGeom>
            <a:avLst/>
            <a:gdLst/>
            <a:ahLst/>
            <a:cxnLst/>
            <a:rect l="l" t="t" r="r" b="b"/>
            <a:pathLst>
              <a:path w="60325" h="60325">
                <a:moveTo>
                  <a:pt x="60144" y="0"/>
                </a:moveTo>
                <a:lnTo>
                  <a:pt x="0" y="0"/>
                </a:lnTo>
                <a:lnTo>
                  <a:pt x="0" y="60144"/>
                </a:lnTo>
                <a:lnTo>
                  <a:pt x="60144" y="60144"/>
                </a:lnTo>
                <a:lnTo>
                  <a:pt x="60144" y="0"/>
                </a:lnTo>
                <a:close/>
              </a:path>
            </a:pathLst>
          </a:custGeom>
          <a:solidFill>
            <a:srgbClr val="F8D08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" name="object 84" descr=""/>
          <p:cNvSpPr/>
          <p:nvPr/>
        </p:nvSpPr>
        <p:spPr>
          <a:xfrm>
            <a:off x="5064076" y="9222724"/>
            <a:ext cx="121285" cy="63500"/>
          </a:xfrm>
          <a:custGeom>
            <a:avLst/>
            <a:gdLst/>
            <a:ahLst/>
            <a:cxnLst/>
            <a:rect l="l" t="t" r="r" b="b"/>
            <a:pathLst>
              <a:path w="121285" h="63500">
                <a:moveTo>
                  <a:pt x="121190" y="0"/>
                </a:moveTo>
                <a:lnTo>
                  <a:pt x="0" y="0"/>
                </a:lnTo>
                <a:lnTo>
                  <a:pt x="0" y="63411"/>
                </a:lnTo>
                <a:lnTo>
                  <a:pt x="121190" y="63411"/>
                </a:lnTo>
                <a:lnTo>
                  <a:pt x="121190" y="0"/>
                </a:lnTo>
                <a:close/>
              </a:path>
            </a:pathLst>
          </a:custGeom>
          <a:solidFill>
            <a:srgbClr val="F8D08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" name="object 85" descr=""/>
          <p:cNvSpPr/>
          <p:nvPr/>
        </p:nvSpPr>
        <p:spPr>
          <a:xfrm>
            <a:off x="5514921" y="9320564"/>
            <a:ext cx="121285" cy="63500"/>
          </a:xfrm>
          <a:custGeom>
            <a:avLst/>
            <a:gdLst/>
            <a:ahLst/>
            <a:cxnLst/>
            <a:rect l="l" t="t" r="r" b="b"/>
            <a:pathLst>
              <a:path w="121285" h="63500">
                <a:moveTo>
                  <a:pt x="121190" y="0"/>
                </a:moveTo>
                <a:lnTo>
                  <a:pt x="0" y="0"/>
                </a:lnTo>
                <a:lnTo>
                  <a:pt x="0" y="63411"/>
                </a:lnTo>
                <a:lnTo>
                  <a:pt x="121190" y="63411"/>
                </a:lnTo>
                <a:lnTo>
                  <a:pt x="121190" y="0"/>
                </a:lnTo>
                <a:close/>
              </a:path>
            </a:pathLst>
          </a:custGeom>
          <a:solidFill>
            <a:srgbClr val="F8D08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" name="object 86" descr=""/>
          <p:cNvSpPr/>
          <p:nvPr/>
        </p:nvSpPr>
        <p:spPr>
          <a:xfrm>
            <a:off x="5558657" y="8686625"/>
            <a:ext cx="121285" cy="63500"/>
          </a:xfrm>
          <a:custGeom>
            <a:avLst/>
            <a:gdLst/>
            <a:ahLst/>
            <a:cxnLst/>
            <a:rect l="l" t="t" r="r" b="b"/>
            <a:pathLst>
              <a:path w="121285" h="63500">
                <a:moveTo>
                  <a:pt x="121190" y="0"/>
                </a:moveTo>
                <a:lnTo>
                  <a:pt x="0" y="0"/>
                </a:lnTo>
                <a:lnTo>
                  <a:pt x="0" y="63411"/>
                </a:lnTo>
                <a:lnTo>
                  <a:pt x="121190" y="63411"/>
                </a:lnTo>
                <a:lnTo>
                  <a:pt x="121190" y="0"/>
                </a:lnTo>
                <a:close/>
              </a:path>
            </a:pathLst>
          </a:custGeom>
          <a:solidFill>
            <a:srgbClr val="F8D08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" name="object 87" descr=""/>
          <p:cNvSpPr/>
          <p:nvPr/>
        </p:nvSpPr>
        <p:spPr>
          <a:xfrm>
            <a:off x="4856271" y="9263655"/>
            <a:ext cx="60325" cy="67945"/>
          </a:xfrm>
          <a:custGeom>
            <a:avLst/>
            <a:gdLst/>
            <a:ahLst/>
            <a:cxnLst/>
            <a:rect l="l" t="t" r="r" b="b"/>
            <a:pathLst>
              <a:path w="60325" h="67945">
                <a:moveTo>
                  <a:pt x="60144" y="0"/>
                </a:moveTo>
                <a:lnTo>
                  <a:pt x="0" y="0"/>
                </a:lnTo>
                <a:lnTo>
                  <a:pt x="0" y="67662"/>
                </a:lnTo>
                <a:lnTo>
                  <a:pt x="60144" y="67662"/>
                </a:lnTo>
                <a:lnTo>
                  <a:pt x="60144" y="0"/>
                </a:lnTo>
                <a:close/>
              </a:path>
            </a:pathLst>
          </a:custGeom>
          <a:solidFill>
            <a:srgbClr val="F8D08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" name="object 88" descr=""/>
          <p:cNvSpPr/>
          <p:nvPr/>
        </p:nvSpPr>
        <p:spPr>
          <a:xfrm>
            <a:off x="6136140" y="9325426"/>
            <a:ext cx="116205" cy="20955"/>
          </a:xfrm>
          <a:custGeom>
            <a:avLst/>
            <a:gdLst/>
            <a:ahLst/>
            <a:cxnLst/>
            <a:rect l="l" t="t" r="r" b="b"/>
            <a:pathLst>
              <a:path w="116204" h="20954">
                <a:moveTo>
                  <a:pt x="94809" y="0"/>
                </a:moveTo>
                <a:lnTo>
                  <a:pt x="58562" y="765"/>
                </a:lnTo>
                <a:lnTo>
                  <a:pt x="3423" y="3476"/>
                </a:lnTo>
                <a:lnTo>
                  <a:pt x="0" y="8869"/>
                </a:lnTo>
                <a:lnTo>
                  <a:pt x="534" y="17172"/>
                </a:lnTo>
                <a:lnTo>
                  <a:pt x="3026" y="20931"/>
                </a:lnTo>
                <a:lnTo>
                  <a:pt x="115902" y="20931"/>
                </a:lnTo>
                <a:lnTo>
                  <a:pt x="115703" y="7162"/>
                </a:lnTo>
                <a:lnTo>
                  <a:pt x="112530" y="1958"/>
                </a:lnTo>
                <a:lnTo>
                  <a:pt x="94809" y="0"/>
                </a:lnTo>
                <a:close/>
              </a:path>
            </a:pathLst>
          </a:custGeom>
          <a:solidFill>
            <a:srgbClr val="754B23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89" name="object 89" descr=""/>
          <p:cNvGrpSpPr/>
          <p:nvPr/>
        </p:nvGrpSpPr>
        <p:grpSpPr>
          <a:xfrm>
            <a:off x="5762796" y="8974304"/>
            <a:ext cx="473075" cy="40640"/>
            <a:chOff x="5762796" y="8974304"/>
            <a:chExt cx="473075" cy="40640"/>
          </a:xfrm>
        </p:grpSpPr>
        <p:sp>
          <p:nvSpPr>
            <p:cNvPr id="90" name="object 90" descr=""/>
            <p:cNvSpPr/>
            <p:nvPr/>
          </p:nvSpPr>
          <p:spPr>
            <a:xfrm>
              <a:off x="6119907" y="8982703"/>
              <a:ext cx="116205" cy="21590"/>
            </a:xfrm>
            <a:custGeom>
              <a:avLst/>
              <a:gdLst/>
              <a:ahLst/>
              <a:cxnLst/>
              <a:rect l="l" t="t" r="r" b="b"/>
              <a:pathLst>
                <a:path w="116204" h="21590">
                  <a:moveTo>
                    <a:pt x="94809" y="0"/>
                  </a:moveTo>
                  <a:lnTo>
                    <a:pt x="58562" y="571"/>
                  </a:lnTo>
                  <a:lnTo>
                    <a:pt x="3423" y="2999"/>
                  </a:lnTo>
                  <a:lnTo>
                    <a:pt x="0" y="8391"/>
                  </a:lnTo>
                  <a:lnTo>
                    <a:pt x="534" y="10318"/>
                  </a:lnTo>
                  <a:lnTo>
                    <a:pt x="3026" y="21595"/>
                  </a:lnTo>
                  <a:lnTo>
                    <a:pt x="115902" y="21595"/>
                  </a:lnTo>
                  <a:lnTo>
                    <a:pt x="115703" y="7261"/>
                  </a:lnTo>
                  <a:lnTo>
                    <a:pt x="112530" y="2046"/>
                  </a:lnTo>
                  <a:lnTo>
                    <a:pt x="94809" y="0"/>
                  </a:lnTo>
                  <a:close/>
                </a:path>
              </a:pathLst>
            </a:custGeom>
            <a:solidFill>
              <a:srgbClr val="754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 descr=""/>
            <p:cNvSpPr/>
            <p:nvPr/>
          </p:nvSpPr>
          <p:spPr>
            <a:xfrm>
              <a:off x="6164353" y="8984775"/>
              <a:ext cx="24765" cy="19685"/>
            </a:xfrm>
            <a:custGeom>
              <a:avLst/>
              <a:gdLst/>
              <a:ahLst/>
              <a:cxnLst/>
              <a:rect l="l" t="t" r="r" b="b"/>
              <a:pathLst>
                <a:path w="24764" h="19684">
                  <a:moveTo>
                    <a:pt x="0" y="732"/>
                  </a:moveTo>
                  <a:lnTo>
                    <a:pt x="0" y="18962"/>
                  </a:lnTo>
                  <a:lnTo>
                    <a:pt x="20596" y="0"/>
                  </a:lnTo>
                  <a:lnTo>
                    <a:pt x="24177" y="19318"/>
                  </a:lnTo>
                </a:path>
              </a:pathLst>
            </a:custGeom>
            <a:ln w="20941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 descr=""/>
            <p:cNvSpPr/>
            <p:nvPr/>
          </p:nvSpPr>
          <p:spPr>
            <a:xfrm>
              <a:off x="5834303" y="8988152"/>
              <a:ext cx="334010" cy="20955"/>
            </a:xfrm>
            <a:custGeom>
              <a:avLst/>
              <a:gdLst/>
              <a:ahLst/>
              <a:cxnLst/>
              <a:rect l="l" t="t" r="r" b="b"/>
              <a:pathLst>
                <a:path w="334010" h="20954">
                  <a:moveTo>
                    <a:pt x="0" y="0"/>
                  </a:moveTo>
                  <a:lnTo>
                    <a:pt x="16316" y="6166"/>
                  </a:lnTo>
                  <a:lnTo>
                    <a:pt x="55231" y="12493"/>
                  </a:lnTo>
                  <a:lnTo>
                    <a:pt x="109464" y="17788"/>
                  </a:lnTo>
                  <a:lnTo>
                    <a:pt x="171730" y="20862"/>
                  </a:lnTo>
                  <a:lnTo>
                    <a:pt x="234747" y="20523"/>
                  </a:lnTo>
                  <a:lnTo>
                    <a:pt x="291233" y="15582"/>
                  </a:lnTo>
                  <a:lnTo>
                    <a:pt x="333906" y="4848"/>
                  </a:lnTo>
                </a:path>
              </a:pathLst>
            </a:custGeom>
            <a:ln w="8921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 descr=""/>
            <p:cNvSpPr/>
            <p:nvPr/>
          </p:nvSpPr>
          <p:spPr>
            <a:xfrm>
              <a:off x="5762796" y="8982703"/>
              <a:ext cx="116205" cy="21590"/>
            </a:xfrm>
            <a:custGeom>
              <a:avLst/>
              <a:gdLst/>
              <a:ahLst/>
              <a:cxnLst/>
              <a:rect l="l" t="t" r="r" b="b"/>
              <a:pathLst>
                <a:path w="116204" h="21590">
                  <a:moveTo>
                    <a:pt x="94799" y="0"/>
                  </a:moveTo>
                  <a:lnTo>
                    <a:pt x="58551" y="571"/>
                  </a:lnTo>
                  <a:lnTo>
                    <a:pt x="3413" y="2999"/>
                  </a:lnTo>
                  <a:lnTo>
                    <a:pt x="0" y="8391"/>
                  </a:lnTo>
                  <a:lnTo>
                    <a:pt x="523" y="10318"/>
                  </a:lnTo>
                  <a:lnTo>
                    <a:pt x="3015" y="21595"/>
                  </a:lnTo>
                  <a:lnTo>
                    <a:pt x="115891" y="21595"/>
                  </a:lnTo>
                  <a:lnTo>
                    <a:pt x="115692" y="7261"/>
                  </a:lnTo>
                  <a:lnTo>
                    <a:pt x="112520" y="2046"/>
                  </a:lnTo>
                  <a:lnTo>
                    <a:pt x="94799" y="0"/>
                  </a:lnTo>
                  <a:close/>
                </a:path>
              </a:pathLst>
            </a:custGeom>
            <a:solidFill>
              <a:srgbClr val="754B2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4" name="object 94" descr=""/>
          <p:cNvSpPr/>
          <p:nvPr/>
        </p:nvSpPr>
        <p:spPr>
          <a:xfrm>
            <a:off x="4979229" y="9215987"/>
            <a:ext cx="49530" cy="43815"/>
          </a:xfrm>
          <a:custGeom>
            <a:avLst/>
            <a:gdLst/>
            <a:ahLst/>
            <a:cxnLst/>
            <a:rect l="l" t="t" r="r" b="b"/>
            <a:pathLst>
              <a:path w="49529" h="43815">
                <a:moveTo>
                  <a:pt x="14701" y="0"/>
                </a:moveTo>
                <a:lnTo>
                  <a:pt x="0" y="7528"/>
                </a:lnTo>
                <a:lnTo>
                  <a:pt x="4670" y="13917"/>
                </a:lnTo>
                <a:lnTo>
                  <a:pt x="15477" y="26177"/>
                </a:lnTo>
                <a:lnTo>
                  <a:pt x="27613" y="38091"/>
                </a:lnTo>
                <a:lnTo>
                  <a:pt x="36271" y="43443"/>
                </a:lnTo>
                <a:lnTo>
                  <a:pt x="43359" y="43443"/>
                </a:lnTo>
                <a:lnTo>
                  <a:pt x="49401" y="37569"/>
                </a:lnTo>
                <a:lnTo>
                  <a:pt x="14701" y="0"/>
                </a:lnTo>
                <a:close/>
              </a:path>
            </a:pathLst>
          </a:custGeom>
          <a:solidFill>
            <a:srgbClr val="DDB877">
              <a:alpha val="61997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95" name="object 95" descr=""/>
          <p:cNvSpPr/>
          <p:nvPr/>
        </p:nvSpPr>
        <p:spPr>
          <a:xfrm>
            <a:off x="5565746" y="9219135"/>
            <a:ext cx="49530" cy="43815"/>
          </a:xfrm>
          <a:custGeom>
            <a:avLst/>
            <a:gdLst/>
            <a:ahLst/>
            <a:cxnLst/>
            <a:rect l="l" t="t" r="r" b="b"/>
            <a:pathLst>
              <a:path w="49529" h="43815">
                <a:moveTo>
                  <a:pt x="14701" y="0"/>
                </a:moveTo>
                <a:lnTo>
                  <a:pt x="0" y="7528"/>
                </a:lnTo>
                <a:lnTo>
                  <a:pt x="4670" y="13917"/>
                </a:lnTo>
                <a:lnTo>
                  <a:pt x="15477" y="26177"/>
                </a:lnTo>
                <a:lnTo>
                  <a:pt x="27613" y="38091"/>
                </a:lnTo>
                <a:lnTo>
                  <a:pt x="36271" y="43443"/>
                </a:lnTo>
                <a:lnTo>
                  <a:pt x="43359" y="43443"/>
                </a:lnTo>
                <a:lnTo>
                  <a:pt x="49401" y="37569"/>
                </a:lnTo>
                <a:lnTo>
                  <a:pt x="14701" y="0"/>
                </a:lnTo>
                <a:close/>
              </a:path>
            </a:pathLst>
          </a:custGeom>
          <a:solidFill>
            <a:srgbClr val="DDB877">
              <a:alpha val="61997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96" name="object 96" descr=""/>
          <p:cNvGrpSpPr/>
          <p:nvPr/>
        </p:nvGrpSpPr>
        <p:grpSpPr>
          <a:xfrm>
            <a:off x="4872249" y="9216086"/>
            <a:ext cx="123189" cy="47625"/>
            <a:chOff x="4872249" y="9216086"/>
            <a:chExt cx="123189" cy="47625"/>
          </a:xfrm>
        </p:grpSpPr>
        <p:sp>
          <p:nvSpPr>
            <p:cNvPr id="97" name="object 97" descr=""/>
            <p:cNvSpPr/>
            <p:nvPr/>
          </p:nvSpPr>
          <p:spPr>
            <a:xfrm>
              <a:off x="4872249" y="9217731"/>
              <a:ext cx="123189" cy="24130"/>
            </a:xfrm>
            <a:custGeom>
              <a:avLst/>
              <a:gdLst/>
              <a:ahLst/>
              <a:cxnLst/>
              <a:rect l="l" t="t" r="r" b="b"/>
              <a:pathLst>
                <a:path w="123189" h="24129">
                  <a:moveTo>
                    <a:pt x="119546" y="0"/>
                  </a:moveTo>
                  <a:lnTo>
                    <a:pt x="3738" y="0"/>
                  </a:lnTo>
                  <a:lnTo>
                    <a:pt x="0" y="7957"/>
                  </a:lnTo>
                  <a:lnTo>
                    <a:pt x="0" y="15905"/>
                  </a:lnTo>
                  <a:lnTo>
                    <a:pt x="3738" y="23863"/>
                  </a:lnTo>
                  <a:lnTo>
                    <a:pt x="119546" y="23863"/>
                  </a:lnTo>
                  <a:lnTo>
                    <a:pt x="121996" y="17896"/>
                  </a:lnTo>
                  <a:lnTo>
                    <a:pt x="122813" y="11931"/>
                  </a:lnTo>
                  <a:lnTo>
                    <a:pt x="121996" y="5966"/>
                  </a:lnTo>
                  <a:lnTo>
                    <a:pt x="119546" y="0"/>
                  </a:lnTo>
                  <a:close/>
                </a:path>
              </a:pathLst>
            </a:custGeom>
            <a:solidFill>
              <a:srgbClr val="795D2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 descr=""/>
            <p:cNvSpPr/>
            <p:nvPr/>
          </p:nvSpPr>
          <p:spPr>
            <a:xfrm>
              <a:off x="4921922" y="9216086"/>
              <a:ext cx="32384" cy="47625"/>
            </a:xfrm>
            <a:custGeom>
              <a:avLst/>
              <a:gdLst/>
              <a:ahLst/>
              <a:cxnLst/>
              <a:rect l="l" t="t" r="r" b="b"/>
              <a:pathLst>
                <a:path w="32385" h="47625">
                  <a:moveTo>
                    <a:pt x="0" y="47464"/>
                  </a:moveTo>
                  <a:lnTo>
                    <a:pt x="31842" y="47464"/>
                  </a:lnTo>
                  <a:lnTo>
                    <a:pt x="31842" y="0"/>
                  </a:lnTo>
                  <a:lnTo>
                    <a:pt x="0" y="0"/>
                  </a:lnTo>
                  <a:lnTo>
                    <a:pt x="0" y="4746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9" name="object 99" descr=""/>
          <p:cNvSpPr/>
          <p:nvPr/>
        </p:nvSpPr>
        <p:spPr>
          <a:xfrm>
            <a:off x="5092337" y="9216086"/>
            <a:ext cx="351155" cy="47625"/>
          </a:xfrm>
          <a:custGeom>
            <a:avLst/>
            <a:gdLst/>
            <a:ahLst/>
            <a:cxnLst/>
            <a:rect l="l" t="t" r="r" b="b"/>
            <a:pathLst>
              <a:path w="351154" h="47625">
                <a:moveTo>
                  <a:pt x="0" y="47464"/>
                </a:moveTo>
                <a:lnTo>
                  <a:pt x="350994" y="47464"/>
                </a:lnTo>
                <a:lnTo>
                  <a:pt x="350994" y="0"/>
                </a:lnTo>
                <a:lnTo>
                  <a:pt x="0" y="0"/>
                </a:lnTo>
                <a:lnTo>
                  <a:pt x="0" y="4746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" name="object 100" descr=""/>
          <p:cNvSpPr/>
          <p:nvPr/>
        </p:nvSpPr>
        <p:spPr>
          <a:xfrm>
            <a:off x="4902594" y="9215075"/>
            <a:ext cx="31115" cy="29209"/>
          </a:xfrm>
          <a:custGeom>
            <a:avLst/>
            <a:gdLst/>
            <a:ahLst/>
            <a:cxnLst/>
            <a:rect l="l" t="t" r="r" b="b"/>
            <a:pathLst>
              <a:path w="31114" h="29209">
                <a:moveTo>
                  <a:pt x="12627" y="0"/>
                </a:moveTo>
                <a:lnTo>
                  <a:pt x="10575" y="1685"/>
                </a:lnTo>
                <a:lnTo>
                  <a:pt x="10439" y="3183"/>
                </a:lnTo>
                <a:lnTo>
                  <a:pt x="17339" y="11141"/>
                </a:lnTo>
                <a:lnTo>
                  <a:pt x="23716" y="19674"/>
                </a:lnTo>
                <a:lnTo>
                  <a:pt x="25528" y="23601"/>
                </a:lnTo>
                <a:lnTo>
                  <a:pt x="21404" y="20428"/>
                </a:lnTo>
                <a:lnTo>
                  <a:pt x="16101" y="15123"/>
                </a:lnTo>
                <a:lnTo>
                  <a:pt x="10276" y="8474"/>
                </a:lnTo>
                <a:lnTo>
                  <a:pt x="3905" y="356"/>
                </a:lnTo>
                <a:lnTo>
                  <a:pt x="2680" y="41"/>
                </a:lnTo>
                <a:lnTo>
                  <a:pt x="575" y="952"/>
                </a:lnTo>
                <a:lnTo>
                  <a:pt x="0" y="2062"/>
                </a:lnTo>
                <a:lnTo>
                  <a:pt x="5790" y="28260"/>
                </a:lnTo>
                <a:lnTo>
                  <a:pt x="6795" y="29014"/>
                </a:lnTo>
                <a:lnTo>
                  <a:pt x="7915" y="29014"/>
                </a:lnTo>
                <a:lnTo>
                  <a:pt x="9737" y="28690"/>
                </a:lnTo>
                <a:lnTo>
                  <a:pt x="10575" y="27433"/>
                </a:lnTo>
                <a:lnTo>
                  <a:pt x="7256" y="12407"/>
                </a:lnTo>
                <a:lnTo>
                  <a:pt x="12303" y="18150"/>
                </a:lnTo>
                <a:lnTo>
                  <a:pt x="17661" y="23463"/>
                </a:lnTo>
                <a:lnTo>
                  <a:pt x="22787" y="27369"/>
                </a:lnTo>
                <a:lnTo>
                  <a:pt x="27140" y="28889"/>
                </a:lnTo>
                <a:lnTo>
                  <a:pt x="28711" y="28889"/>
                </a:lnTo>
                <a:lnTo>
                  <a:pt x="29957" y="28166"/>
                </a:lnTo>
                <a:lnTo>
                  <a:pt x="30554" y="26920"/>
                </a:lnTo>
                <a:lnTo>
                  <a:pt x="30477" y="23406"/>
                </a:lnTo>
                <a:lnTo>
                  <a:pt x="27855" y="17920"/>
                </a:lnTo>
                <a:lnTo>
                  <a:pt x="22699" y="10487"/>
                </a:lnTo>
                <a:lnTo>
                  <a:pt x="15025" y="1130"/>
                </a:lnTo>
                <a:lnTo>
                  <a:pt x="14156" y="125"/>
                </a:lnTo>
                <a:lnTo>
                  <a:pt x="1262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101" name="object 101" descr="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5252126" y="9241590"/>
            <a:ext cx="168740" cy="252924"/>
          </a:xfrm>
          <a:prstGeom prst="rect">
            <a:avLst/>
          </a:prstGeom>
        </p:spPr>
      </p:pic>
      <p:grpSp>
        <p:nvGrpSpPr>
          <p:cNvPr id="102" name="object 102" descr=""/>
          <p:cNvGrpSpPr/>
          <p:nvPr/>
        </p:nvGrpSpPr>
        <p:grpSpPr>
          <a:xfrm>
            <a:off x="5585955" y="9384635"/>
            <a:ext cx="657225" cy="577215"/>
            <a:chOff x="5585955" y="9384635"/>
            <a:chExt cx="657225" cy="577215"/>
          </a:xfrm>
        </p:grpSpPr>
        <p:sp>
          <p:nvSpPr>
            <p:cNvPr id="103" name="object 103" descr=""/>
            <p:cNvSpPr/>
            <p:nvPr/>
          </p:nvSpPr>
          <p:spPr>
            <a:xfrm>
              <a:off x="5585955" y="9851207"/>
              <a:ext cx="624205" cy="17145"/>
            </a:xfrm>
            <a:custGeom>
              <a:avLst/>
              <a:gdLst/>
              <a:ahLst/>
              <a:cxnLst/>
              <a:rect l="l" t="t" r="r" b="b"/>
              <a:pathLst>
                <a:path w="624204" h="17145">
                  <a:moveTo>
                    <a:pt x="623802" y="0"/>
                  </a:moveTo>
                  <a:lnTo>
                    <a:pt x="0" y="0"/>
                  </a:lnTo>
                  <a:lnTo>
                    <a:pt x="0" y="16847"/>
                  </a:lnTo>
                  <a:lnTo>
                    <a:pt x="623802" y="16847"/>
                  </a:lnTo>
                  <a:lnTo>
                    <a:pt x="623802" y="0"/>
                  </a:lnTo>
                  <a:close/>
                </a:path>
              </a:pathLst>
            </a:custGeom>
            <a:solidFill>
              <a:srgbClr val="80532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 descr=""/>
            <p:cNvSpPr/>
            <p:nvPr/>
          </p:nvSpPr>
          <p:spPr>
            <a:xfrm>
              <a:off x="5719658" y="9851207"/>
              <a:ext cx="490220" cy="17145"/>
            </a:xfrm>
            <a:custGeom>
              <a:avLst/>
              <a:gdLst/>
              <a:ahLst/>
              <a:cxnLst/>
              <a:rect l="l" t="t" r="r" b="b"/>
              <a:pathLst>
                <a:path w="490220" h="17145">
                  <a:moveTo>
                    <a:pt x="490100" y="0"/>
                  </a:moveTo>
                  <a:lnTo>
                    <a:pt x="0" y="0"/>
                  </a:lnTo>
                  <a:lnTo>
                    <a:pt x="0" y="16847"/>
                  </a:lnTo>
                  <a:lnTo>
                    <a:pt x="490100" y="16847"/>
                  </a:lnTo>
                  <a:lnTo>
                    <a:pt x="490100" y="0"/>
                  </a:lnTo>
                  <a:close/>
                </a:path>
              </a:pathLst>
            </a:custGeom>
            <a:solidFill>
              <a:srgbClr val="5638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 descr=""/>
            <p:cNvSpPr/>
            <p:nvPr/>
          </p:nvSpPr>
          <p:spPr>
            <a:xfrm>
              <a:off x="5890125" y="9437801"/>
              <a:ext cx="92075" cy="507365"/>
            </a:xfrm>
            <a:custGeom>
              <a:avLst/>
              <a:gdLst/>
              <a:ahLst/>
              <a:cxnLst/>
              <a:rect l="l" t="t" r="r" b="b"/>
              <a:pathLst>
                <a:path w="92075" h="507365">
                  <a:moveTo>
                    <a:pt x="91892" y="0"/>
                  </a:moveTo>
                  <a:lnTo>
                    <a:pt x="0" y="507188"/>
                  </a:lnTo>
                </a:path>
              </a:pathLst>
            </a:custGeom>
            <a:ln w="32941">
              <a:solidFill>
                <a:srgbClr val="5F381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 descr=""/>
            <p:cNvSpPr/>
            <p:nvPr/>
          </p:nvSpPr>
          <p:spPr>
            <a:xfrm>
              <a:off x="6127182" y="9437801"/>
              <a:ext cx="83185" cy="507365"/>
            </a:xfrm>
            <a:custGeom>
              <a:avLst/>
              <a:gdLst/>
              <a:ahLst/>
              <a:cxnLst/>
              <a:rect l="l" t="t" r="r" b="b"/>
              <a:pathLst>
                <a:path w="83185" h="507365">
                  <a:moveTo>
                    <a:pt x="82573" y="0"/>
                  </a:moveTo>
                  <a:lnTo>
                    <a:pt x="0" y="507188"/>
                  </a:lnTo>
                </a:path>
              </a:pathLst>
            </a:custGeom>
            <a:ln w="32941">
              <a:solidFill>
                <a:srgbClr val="5F381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 descr=""/>
            <p:cNvSpPr/>
            <p:nvPr/>
          </p:nvSpPr>
          <p:spPr>
            <a:xfrm>
              <a:off x="5834850" y="9384645"/>
              <a:ext cx="408305" cy="88900"/>
            </a:xfrm>
            <a:custGeom>
              <a:avLst/>
              <a:gdLst/>
              <a:ahLst/>
              <a:cxnLst/>
              <a:rect l="l" t="t" r="r" b="b"/>
              <a:pathLst>
                <a:path w="408304" h="88900">
                  <a:moveTo>
                    <a:pt x="408190" y="53162"/>
                  </a:moveTo>
                  <a:lnTo>
                    <a:pt x="404685" y="52298"/>
                  </a:lnTo>
                  <a:lnTo>
                    <a:pt x="404685" y="51930"/>
                  </a:lnTo>
                  <a:lnTo>
                    <a:pt x="403212" y="51930"/>
                  </a:lnTo>
                  <a:lnTo>
                    <a:pt x="367893" y="43167"/>
                  </a:lnTo>
                  <a:lnTo>
                    <a:pt x="332447" y="31750"/>
                  </a:lnTo>
                  <a:lnTo>
                    <a:pt x="303568" y="18402"/>
                  </a:lnTo>
                  <a:lnTo>
                    <a:pt x="283006" y="2628"/>
                  </a:lnTo>
                  <a:lnTo>
                    <a:pt x="0" y="0"/>
                  </a:lnTo>
                  <a:lnTo>
                    <a:pt x="38671" y="19608"/>
                  </a:lnTo>
                  <a:lnTo>
                    <a:pt x="75996" y="36588"/>
                  </a:lnTo>
                  <a:lnTo>
                    <a:pt x="110934" y="48920"/>
                  </a:lnTo>
                  <a:lnTo>
                    <a:pt x="134035" y="53098"/>
                  </a:lnTo>
                  <a:lnTo>
                    <a:pt x="134035" y="85648"/>
                  </a:lnTo>
                  <a:lnTo>
                    <a:pt x="185280" y="88099"/>
                  </a:lnTo>
                  <a:lnTo>
                    <a:pt x="239052" y="88900"/>
                  </a:lnTo>
                  <a:lnTo>
                    <a:pt x="294259" y="88150"/>
                  </a:lnTo>
                  <a:lnTo>
                    <a:pt x="349834" y="85953"/>
                  </a:lnTo>
                  <a:lnTo>
                    <a:pt x="404685" y="82397"/>
                  </a:lnTo>
                  <a:lnTo>
                    <a:pt x="404685" y="53187"/>
                  </a:lnTo>
                  <a:lnTo>
                    <a:pt x="408190" y="53162"/>
                  </a:lnTo>
                  <a:close/>
                </a:path>
              </a:pathLst>
            </a:custGeom>
            <a:solidFill>
              <a:srgbClr val="1F2F4A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8" name="object 108" descr=""/>
          <p:cNvSpPr/>
          <p:nvPr/>
        </p:nvSpPr>
        <p:spPr>
          <a:xfrm>
            <a:off x="4833182" y="9851207"/>
            <a:ext cx="120650" cy="17145"/>
          </a:xfrm>
          <a:custGeom>
            <a:avLst/>
            <a:gdLst/>
            <a:ahLst/>
            <a:cxnLst/>
            <a:rect l="l" t="t" r="r" b="b"/>
            <a:pathLst>
              <a:path w="120650" h="17145">
                <a:moveTo>
                  <a:pt x="0" y="16847"/>
                </a:moveTo>
                <a:lnTo>
                  <a:pt x="120582" y="16847"/>
                </a:lnTo>
                <a:lnTo>
                  <a:pt x="120582" y="0"/>
                </a:lnTo>
                <a:lnTo>
                  <a:pt x="0" y="0"/>
                </a:lnTo>
                <a:lnTo>
                  <a:pt x="0" y="16847"/>
                </a:lnTo>
                <a:close/>
              </a:path>
            </a:pathLst>
          </a:custGeom>
          <a:solidFill>
            <a:srgbClr val="805328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09" name="object 109" descr=""/>
          <p:cNvGrpSpPr/>
          <p:nvPr/>
        </p:nvGrpSpPr>
        <p:grpSpPr>
          <a:xfrm>
            <a:off x="5903820" y="8815783"/>
            <a:ext cx="110489" cy="172720"/>
            <a:chOff x="5903820" y="8815783"/>
            <a:chExt cx="110489" cy="172720"/>
          </a:xfrm>
        </p:grpSpPr>
        <p:sp>
          <p:nvSpPr>
            <p:cNvPr id="110" name="object 110" descr=""/>
            <p:cNvSpPr/>
            <p:nvPr/>
          </p:nvSpPr>
          <p:spPr>
            <a:xfrm>
              <a:off x="5903820" y="8815783"/>
              <a:ext cx="110489" cy="172720"/>
            </a:xfrm>
            <a:custGeom>
              <a:avLst/>
              <a:gdLst/>
              <a:ahLst/>
              <a:cxnLst/>
              <a:rect l="l" t="t" r="r" b="b"/>
              <a:pathLst>
                <a:path w="110489" h="172720">
                  <a:moveTo>
                    <a:pt x="109975" y="0"/>
                  </a:moveTo>
                  <a:lnTo>
                    <a:pt x="0" y="0"/>
                  </a:lnTo>
                  <a:lnTo>
                    <a:pt x="0" y="172371"/>
                  </a:lnTo>
                  <a:lnTo>
                    <a:pt x="109975" y="172371"/>
                  </a:lnTo>
                  <a:lnTo>
                    <a:pt x="109975" y="0"/>
                  </a:lnTo>
                  <a:close/>
                </a:path>
              </a:pathLst>
            </a:custGeom>
            <a:solidFill>
              <a:srgbClr val="CCA9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 descr=""/>
            <p:cNvSpPr/>
            <p:nvPr/>
          </p:nvSpPr>
          <p:spPr>
            <a:xfrm>
              <a:off x="5903820" y="8829050"/>
              <a:ext cx="85725" cy="159385"/>
            </a:xfrm>
            <a:custGeom>
              <a:avLst/>
              <a:gdLst/>
              <a:ahLst/>
              <a:cxnLst/>
              <a:rect l="l" t="t" r="r" b="b"/>
              <a:pathLst>
                <a:path w="85725" h="159384">
                  <a:moveTo>
                    <a:pt x="85651" y="0"/>
                  </a:moveTo>
                  <a:lnTo>
                    <a:pt x="0" y="0"/>
                  </a:lnTo>
                  <a:lnTo>
                    <a:pt x="0" y="159105"/>
                  </a:lnTo>
                  <a:lnTo>
                    <a:pt x="85651" y="159105"/>
                  </a:lnTo>
                  <a:lnTo>
                    <a:pt x="85651" y="0"/>
                  </a:lnTo>
                  <a:close/>
                </a:path>
              </a:pathLst>
            </a:custGeom>
            <a:solidFill>
              <a:srgbClr val="795D29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12" name="object 112" descr="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5406635" y="8825024"/>
            <a:ext cx="151157" cy="153890"/>
          </a:xfrm>
          <a:prstGeom prst="rect">
            <a:avLst/>
          </a:prstGeom>
        </p:spPr>
      </p:pic>
      <p:sp>
        <p:nvSpPr>
          <p:cNvPr id="113" name="object 113" descr=""/>
          <p:cNvSpPr/>
          <p:nvPr/>
        </p:nvSpPr>
        <p:spPr>
          <a:xfrm>
            <a:off x="5807264" y="8984775"/>
            <a:ext cx="24765" cy="19685"/>
          </a:xfrm>
          <a:custGeom>
            <a:avLst/>
            <a:gdLst/>
            <a:ahLst/>
            <a:cxnLst/>
            <a:rect l="l" t="t" r="r" b="b"/>
            <a:pathLst>
              <a:path w="24764" h="19684">
                <a:moveTo>
                  <a:pt x="0" y="732"/>
                </a:moveTo>
                <a:lnTo>
                  <a:pt x="0" y="18962"/>
                </a:lnTo>
                <a:lnTo>
                  <a:pt x="20585" y="0"/>
                </a:lnTo>
                <a:lnTo>
                  <a:pt x="24166" y="19318"/>
                </a:lnTo>
              </a:path>
            </a:pathLst>
          </a:custGeom>
          <a:ln w="20941">
            <a:solidFill>
              <a:srgbClr val="EEEEEE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14" name="object 114" descr=""/>
          <p:cNvGrpSpPr/>
          <p:nvPr/>
        </p:nvGrpSpPr>
        <p:grpSpPr>
          <a:xfrm>
            <a:off x="5920255" y="9002542"/>
            <a:ext cx="100330" cy="120650"/>
            <a:chOff x="5920255" y="9002542"/>
            <a:chExt cx="100330" cy="120650"/>
          </a:xfrm>
        </p:grpSpPr>
        <p:sp>
          <p:nvSpPr>
            <p:cNvPr id="115" name="object 115" descr=""/>
            <p:cNvSpPr/>
            <p:nvPr/>
          </p:nvSpPr>
          <p:spPr>
            <a:xfrm>
              <a:off x="5920255" y="9003734"/>
              <a:ext cx="93980" cy="119380"/>
            </a:xfrm>
            <a:custGeom>
              <a:avLst/>
              <a:gdLst/>
              <a:ahLst/>
              <a:cxnLst/>
              <a:rect l="l" t="t" r="r" b="b"/>
              <a:pathLst>
                <a:path w="93979" h="119379">
                  <a:moveTo>
                    <a:pt x="8523" y="0"/>
                  </a:moveTo>
                  <a:lnTo>
                    <a:pt x="0" y="116886"/>
                  </a:lnTo>
                  <a:lnTo>
                    <a:pt x="93546" y="118865"/>
                  </a:lnTo>
                  <a:lnTo>
                    <a:pt x="85630" y="5622"/>
                  </a:lnTo>
                  <a:lnTo>
                    <a:pt x="8523" y="0"/>
                  </a:lnTo>
                  <a:close/>
                </a:path>
              </a:pathLst>
            </a:custGeom>
            <a:solidFill>
              <a:srgbClr val="C6D2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 descr=""/>
            <p:cNvSpPr/>
            <p:nvPr/>
          </p:nvSpPr>
          <p:spPr>
            <a:xfrm>
              <a:off x="5930400" y="9002542"/>
              <a:ext cx="90170" cy="107314"/>
            </a:xfrm>
            <a:custGeom>
              <a:avLst/>
              <a:gdLst/>
              <a:ahLst/>
              <a:cxnLst/>
              <a:rect l="l" t="t" r="r" b="b"/>
              <a:pathLst>
                <a:path w="90170" h="107315">
                  <a:moveTo>
                    <a:pt x="2031" y="0"/>
                  </a:moveTo>
                  <a:lnTo>
                    <a:pt x="0" y="107012"/>
                  </a:lnTo>
                  <a:lnTo>
                    <a:pt x="90091" y="107012"/>
                  </a:lnTo>
                  <a:lnTo>
                    <a:pt x="86845" y="2366"/>
                  </a:lnTo>
                  <a:lnTo>
                    <a:pt x="2031" y="0"/>
                  </a:lnTo>
                  <a:close/>
                </a:path>
              </a:pathLst>
            </a:custGeom>
            <a:solidFill>
              <a:srgbClr val="E0EFED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7" name="object 117" descr=""/>
          <p:cNvGrpSpPr/>
          <p:nvPr/>
        </p:nvGrpSpPr>
        <p:grpSpPr>
          <a:xfrm>
            <a:off x="6311929" y="8582461"/>
            <a:ext cx="1518920" cy="1223010"/>
            <a:chOff x="6311929" y="8582461"/>
            <a:chExt cx="1518920" cy="1223010"/>
          </a:xfrm>
        </p:grpSpPr>
        <p:sp>
          <p:nvSpPr>
            <p:cNvPr id="118" name="object 118" descr=""/>
            <p:cNvSpPr/>
            <p:nvPr/>
          </p:nvSpPr>
          <p:spPr>
            <a:xfrm>
              <a:off x="6681737" y="8582463"/>
              <a:ext cx="440055" cy="297180"/>
            </a:xfrm>
            <a:custGeom>
              <a:avLst/>
              <a:gdLst/>
              <a:ahLst/>
              <a:cxnLst/>
              <a:rect l="l" t="t" r="r" b="b"/>
              <a:pathLst>
                <a:path w="440054" h="297179">
                  <a:moveTo>
                    <a:pt x="439889" y="0"/>
                  </a:moveTo>
                  <a:lnTo>
                    <a:pt x="0" y="0"/>
                  </a:lnTo>
                  <a:lnTo>
                    <a:pt x="0" y="269100"/>
                  </a:lnTo>
                  <a:lnTo>
                    <a:pt x="0" y="296938"/>
                  </a:lnTo>
                  <a:lnTo>
                    <a:pt x="439889" y="296938"/>
                  </a:lnTo>
                  <a:lnTo>
                    <a:pt x="439889" y="269100"/>
                  </a:lnTo>
                  <a:lnTo>
                    <a:pt x="439889" y="0"/>
                  </a:lnTo>
                  <a:close/>
                </a:path>
              </a:pathLst>
            </a:custGeom>
            <a:solidFill>
              <a:srgbClr val="F4C5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 descr=""/>
            <p:cNvSpPr/>
            <p:nvPr/>
          </p:nvSpPr>
          <p:spPr>
            <a:xfrm>
              <a:off x="6780537" y="8767167"/>
              <a:ext cx="111760" cy="58419"/>
            </a:xfrm>
            <a:custGeom>
              <a:avLst/>
              <a:gdLst/>
              <a:ahLst/>
              <a:cxnLst/>
              <a:rect l="l" t="t" r="r" b="b"/>
              <a:pathLst>
                <a:path w="111759" h="58420">
                  <a:moveTo>
                    <a:pt x="111336" y="0"/>
                  </a:moveTo>
                  <a:lnTo>
                    <a:pt x="0" y="0"/>
                  </a:lnTo>
                  <a:lnTo>
                    <a:pt x="0" y="57893"/>
                  </a:lnTo>
                  <a:lnTo>
                    <a:pt x="111336" y="57893"/>
                  </a:lnTo>
                  <a:lnTo>
                    <a:pt x="111336" y="0"/>
                  </a:lnTo>
                  <a:close/>
                </a:path>
              </a:pathLst>
            </a:custGeom>
            <a:solidFill>
              <a:srgbClr val="FBD28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 descr=""/>
            <p:cNvSpPr/>
            <p:nvPr/>
          </p:nvSpPr>
          <p:spPr>
            <a:xfrm>
              <a:off x="6695561" y="8730039"/>
              <a:ext cx="86995" cy="64135"/>
            </a:xfrm>
            <a:custGeom>
              <a:avLst/>
              <a:gdLst/>
              <a:ahLst/>
              <a:cxnLst/>
              <a:rect l="l" t="t" r="r" b="b"/>
              <a:pathLst>
                <a:path w="86995" h="64134">
                  <a:moveTo>
                    <a:pt x="19748" y="0"/>
                  </a:moveTo>
                  <a:lnTo>
                    <a:pt x="0" y="21517"/>
                  </a:lnTo>
                  <a:lnTo>
                    <a:pt x="10296" y="30557"/>
                  </a:lnTo>
                  <a:lnTo>
                    <a:pt x="49757" y="63767"/>
                  </a:lnTo>
                  <a:lnTo>
                    <a:pt x="86657" y="63767"/>
                  </a:lnTo>
                  <a:lnTo>
                    <a:pt x="19748" y="0"/>
                  </a:lnTo>
                  <a:close/>
                </a:path>
              </a:pathLst>
            </a:custGeom>
            <a:solidFill>
              <a:srgbClr val="DDB8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 descr=""/>
            <p:cNvSpPr/>
            <p:nvPr/>
          </p:nvSpPr>
          <p:spPr>
            <a:xfrm>
              <a:off x="6681737" y="8879401"/>
              <a:ext cx="440055" cy="48260"/>
            </a:xfrm>
            <a:custGeom>
              <a:avLst/>
              <a:gdLst/>
              <a:ahLst/>
              <a:cxnLst/>
              <a:rect l="l" t="t" r="r" b="b"/>
              <a:pathLst>
                <a:path w="440054" h="48259">
                  <a:moveTo>
                    <a:pt x="439889" y="0"/>
                  </a:moveTo>
                  <a:lnTo>
                    <a:pt x="0" y="0"/>
                  </a:lnTo>
                  <a:lnTo>
                    <a:pt x="0" y="25158"/>
                  </a:lnTo>
                  <a:lnTo>
                    <a:pt x="0" y="48171"/>
                  </a:lnTo>
                  <a:lnTo>
                    <a:pt x="439889" y="48171"/>
                  </a:lnTo>
                  <a:lnTo>
                    <a:pt x="439889" y="25158"/>
                  </a:lnTo>
                  <a:lnTo>
                    <a:pt x="439889" y="0"/>
                  </a:lnTo>
                  <a:close/>
                </a:path>
              </a:pathLst>
            </a:custGeom>
            <a:solidFill>
              <a:srgbClr val="E8C17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 descr=""/>
            <p:cNvSpPr/>
            <p:nvPr/>
          </p:nvSpPr>
          <p:spPr>
            <a:xfrm>
              <a:off x="6718745" y="8739030"/>
              <a:ext cx="63500" cy="210820"/>
            </a:xfrm>
            <a:custGeom>
              <a:avLst/>
              <a:gdLst/>
              <a:ahLst/>
              <a:cxnLst/>
              <a:rect l="l" t="t" r="r" b="b"/>
              <a:pathLst>
                <a:path w="63500" h="210820">
                  <a:moveTo>
                    <a:pt x="63474" y="0"/>
                  </a:moveTo>
                  <a:lnTo>
                    <a:pt x="0" y="210496"/>
                  </a:lnTo>
                </a:path>
              </a:pathLst>
            </a:custGeom>
            <a:ln w="50312">
              <a:solidFill>
                <a:srgbClr val="795D2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 descr=""/>
            <p:cNvSpPr/>
            <p:nvPr/>
          </p:nvSpPr>
          <p:spPr>
            <a:xfrm>
              <a:off x="6815178" y="8739030"/>
              <a:ext cx="63500" cy="210820"/>
            </a:xfrm>
            <a:custGeom>
              <a:avLst/>
              <a:gdLst/>
              <a:ahLst/>
              <a:cxnLst/>
              <a:rect l="l" t="t" r="r" b="b"/>
              <a:pathLst>
                <a:path w="63500" h="210820">
                  <a:moveTo>
                    <a:pt x="63474" y="0"/>
                  </a:moveTo>
                  <a:lnTo>
                    <a:pt x="0" y="210496"/>
                  </a:lnTo>
                </a:path>
              </a:pathLst>
            </a:custGeom>
            <a:ln w="50312">
              <a:solidFill>
                <a:srgbClr val="795D2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 descr=""/>
            <p:cNvSpPr/>
            <p:nvPr/>
          </p:nvSpPr>
          <p:spPr>
            <a:xfrm>
              <a:off x="6762009" y="8799446"/>
              <a:ext cx="90805" cy="0"/>
            </a:xfrm>
            <a:custGeom>
              <a:avLst/>
              <a:gdLst/>
              <a:ahLst/>
              <a:cxnLst/>
              <a:rect l="l" t="t" r="r" b="b"/>
              <a:pathLst>
                <a:path w="90804" h="0">
                  <a:moveTo>
                    <a:pt x="0" y="0"/>
                  </a:moveTo>
                  <a:lnTo>
                    <a:pt x="90217" y="0"/>
                  </a:lnTo>
                </a:path>
              </a:pathLst>
            </a:custGeom>
            <a:ln w="52354">
              <a:solidFill>
                <a:srgbClr val="795D2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 descr=""/>
            <p:cNvSpPr/>
            <p:nvPr/>
          </p:nvSpPr>
          <p:spPr>
            <a:xfrm>
              <a:off x="6740703" y="8876710"/>
              <a:ext cx="95885" cy="3175"/>
            </a:xfrm>
            <a:custGeom>
              <a:avLst/>
              <a:gdLst/>
              <a:ahLst/>
              <a:cxnLst/>
              <a:rect l="l" t="t" r="r" b="b"/>
              <a:pathLst>
                <a:path w="95884" h="3175">
                  <a:moveTo>
                    <a:pt x="0" y="0"/>
                  </a:moveTo>
                  <a:lnTo>
                    <a:pt x="95620" y="2691"/>
                  </a:lnTo>
                </a:path>
              </a:pathLst>
            </a:custGeom>
            <a:ln w="50312">
              <a:solidFill>
                <a:srgbClr val="795D2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 descr=""/>
            <p:cNvSpPr/>
            <p:nvPr/>
          </p:nvSpPr>
          <p:spPr>
            <a:xfrm>
              <a:off x="7121636" y="8582461"/>
              <a:ext cx="294005" cy="345440"/>
            </a:xfrm>
            <a:custGeom>
              <a:avLst/>
              <a:gdLst/>
              <a:ahLst/>
              <a:cxnLst/>
              <a:rect l="l" t="t" r="r" b="b"/>
              <a:pathLst>
                <a:path w="294004" h="345440">
                  <a:moveTo>
                    <a:pt x="0" y="345109"/>
                  </a:moveTo>
                  <a:lnTo>
                    <a:pt x="293896" y="345109"/>
                  </a:lnTo>
                  <a:lnTo>
                    <a:pt x="293896" y="0"/>
                  </a:lnTo>
                  <a:lnTo>
                    <a:pt x="0" y="0"/>
                  </a:lnTo>
                  <a:lnTo>
                    <a:pt x="0" y="345109"/>
                  </a:lnTo>
                  <a:close/>
                </a:path>
              </a:pathLst>
            </a:custGeom>
            <a:solidFill>
              <a:srgbClr val="DDB8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 descr=""/>
            <p:cNvSpPr/>
            <p:nvPr/>
          </p:nvSpPr>
          <p:spPr>
            <a:xfrm>
              <a:off x="6360832" y="8927571"/>
              <a:ext cx="916940" cy="878205"/>
            </a:xfrm>
            <a:custGeom>
              <a:avLst/>
              <a:gdLst/>
              <a:ahLst/>
              <a:cxnLst/>
              <a:rect l="l" t="t" r="r" b="b"/>
              <a:pathLst>
                <a:path w="916940" h="878204">
                  <a:moveTo>
                    <a:pt x="0" y="877648"/>
                  </a:moveTo>
                  <a:lnTo>
                    <a:pt x="916443" y="877648"/>
                  </a:lnTo>
                  <a:lnTo>
                    <a:pt x="916443" y="0"/>
                  </a:lnTo>
                  <a:lnTo>
                    <a:pt x="0" y="0"/>
                  </a:lnTo>
                  <a:lnTo>
                    <a:pt x="0" y="877648"/>
                  </a:lnTo>
                  <a:close/>
                </a:path>
              </a:pathLst>
            </a:custGeom>
            <a:solidFill>
              <a:srgbClr val="F4C5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 descr=""/>
            <p:cNvSpPr/>
            <p:nvPr/>
          </p:nvSpPr>
          <p:spPr>
            <a:xfrm>
              <a:off x="6348533" y="9486401"/>
              <a:ext cx="454659" cy="318770"/>
            </a:xfrm>
            <a:custGeom>
              <a:avLst/>
              <a:gdLst/>
              <a:ahLst/>
              <a:cxnLst/>
              <a:rect l="l" t="t" r="r" b="b"/>
              <a:pathLst>
                <a:path w="454659" h="318770">
                  <a:moveTo>
                    <a:pt x="0" y="0"/>
                  </a:moveTo>
                  <a:lnTo>
                    <a:pt x="0" y="318534"/>
                  </a:lnTo>
                  <a:lnTo>
                    <a:pt x="454363" y="318534"/>
                  </a:lnTo>
                  <a:lnTo>
                    <a:pt x="451890" y="309534"/>
                  </a:lnTo>
                  <a:lnTo>
                    <a:pt x="449809" y="299918"/>
                  </a:lnTo>
                  <a:lnTo>
                    <a:pt x="448374" y="290391"/>
                  </a:lnTo>
                  <a:lnTo>
                    <a:pt x="447839" y="281656"/>
                  </a:lnTo>
                  <a:lnTo>
                    <a:pt x="436995" y="263825"/>
                  </a:lnTo>
                  <a:lnTo>
                    <a:pt x="413139" y="244694"/>
                  </a:lnTo>
                  <a:lnTo>
                    <a:pt x="389282" y="220395"/>
                  </a:lnTo>
                  <a:lnTo>
                    <a:pt x="378438" y="187062"/>
                  </a:lnTo>
                  <a:lnTo>
                    <a:pt x="363434" y="162613"/>
                  </a:lnTo>
                  <a:lnTo>
                    <a:pt x="325486" y="148799"/>
                  </a:lnTo>
                  <a:lnTo>
                    <a:pt x="275193" y="141000"/>
                  </a:lnTo>
                  <a:lnTo>
                    <a:pt x="223153" y="134597"/>
                  </a:lnTo>
                  <a:lnTo>
                    <a:pt x="179963" y="124970"/>
                  </a:lnTo>
                  <a:lnTo>
                    <a:pt x="159959" y="106177"/>
                  </a:lnTo>
                  <a:lnTo>
                    <a:pt x="173215" y="82875"/>
                  </a:lnTo>
                  <a:lnTo>
                    <a:pt x="197484" y="56760"/>
                  </a:lnTo>
                  <a:lnTo>
                    <a:pt x="210517" y="29527"/>
                  </a:lnTo>
                  <a:lnTo>
                    <a:pt x="198727" y="16823"/>
                  </a:lnTo>
                  <a:lnTo>
                    <a:pt x="166728" y="8333"/>
                  </a:lnTo>
                  <a:lnTo>
                    <a:pt x="119571" y="3243"/>
                  </a:lnTo>
                  <a:lnTo>
                    <a:pt x="62311" y="7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B9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 descr=""/>
            <p:cNvSpPr/>
            <p:nvPr/>
          </p:nvSpPr>
          <p:spPr>
            <a:xfrm>
              <a:off x="7277275" y="8927571"/>
              <a:ext cx="551180" cy="878205"/>
            </a:xfrm>
            <a:custGeom>
              <a:avLst/>
              <a:gdLst/>
              <a:ahLst/>
              <a:cxnLst/>
              <a:rect l="l" t="t" r="r" b="b"/>
              <a:pathLst>
                <a:path w="551179" h="878204">
                  <a:moveTo>
                    <a:pt x="550569" y="0"/>
                  </a:moveTo>
                  <a:lnTo>
                    <a:pt x="0" y="0"/>
                  </a:lnTo>
                  <a:lnTo>
                    <a:pt x="0" y="877648"/>
                  </a:lnTo>
                  <a:lnTo>
                    <a:pt x="550569" y="877648"/>
                  </a:lnTo>
                  <a:lnTo>
                    <a:pt x="550569" y="0"/>
                  </a:lnTo>
                  <a:close/>
                </a:path>
              </a:pathLst>
            </a:custGeom>
            <a:solidFill>
              <a:srgbClr val="DDB8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 descr=""/>
            <p:cNvSpPr/>
            <p:nvPr/>
          </p:nvSpPr>
          <p:spPr>
            <a:xfrm>
              <a:off x="7228031" y="8723106"/>
              <a:ext cx="127000" cy="197485"/>
            </a:xfrm>
            <a:custGeom>
              <a:avLst/>
              <a:gdLst/>
              <a:ahLst/>
              <a:cxnLst/>
              <a:rect l="l" t="t" r="r" b="b"/>
              <a:pathLst>
                <a:path w="127000" h="197484">
                  <a:moveTo>
                    <a:pt x="126404" y="0"/>
                  </a:moveTo>
                  <a:lnTo>
                    <a:pt x="0" y="0"/>
                  </a:lnTo>
                  <a:lnTo>
                    <a:pt x="0" y="196863"/>
                  </a:lnTo>
                  <a:lnTo>
                    <a:pt x="126404" y="196863"/>
                  </a:lnTo>
                  <a:lnTo>
                    <a:pt x="126404" y="0"/>
                  </a:lnTo>
                  <a:close/>
                </a:path>
              </a:pathLst>
            </a:custGeom>
            <a:solidFill>
              <a:srgbClr val="CCA9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 descr=""/>
            <p:cNvSpPr/>
            <p:nvPr/>
          </p:nvSpPr>
          <p:spPr>
            <a:xfrm>
              <a:off x="7228031" y="8738247"/>
              <a:ext cx="99060" cy="182245"/>
            </a:xfrm>
            <a:custGeom>
              <a:avLst/>
              <a:gdLst/>
              <a:ahLst/>
              <a:cxnLst/>
              <a:rect l="l" t="t" r="r" b="b"/>
              <a:pathLst>
                <a:path w="99059" h="182245">
                  <a:moveTo>
                    <a:pt x="98436" y="0"/>
                  </a:moveTo>
                  <a:lnTo>
                    <a:pt x="0" y="0"/>
                  </a:lnTo>
                  <a:lnTo>
                    <a:pt x="0" y="181722"/>
                  </a:lnTo>
                  <a:lnTo>
                    <a:pt x="98436" y="181722"/>
                  </a:lnTo>
                  <a:lnTo>
                    <a:pt x="98436" y="0"/>
                  </a:lnTo>
                  <a:close/>
                </a:path>
              </a:pathLst>
            </a:custGeom>
            <a:solidFill>
              <a:srgbClr val="795D2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 descr=""/>
            <p:cNvSpPr/>
            <p:nvPr/>
          </p:nvSpPr>
          <p:spPr>
            <a:xfrm>
              <a:off x="6836210" y="9724981"/>
              <a:ext cx="306705" cy="51435"/>
            </a:xfrm>
            <a:custGeom>
              <a:avLst/>
              <a:gdLst/>
              <a:ahLst/>
              <a:cxnLst/>
              <a:rect l="l" t="t" r="r" b="b"/>
              <a:pathLst>
                <a:path w="306704" h="51434">
                  <a:moveTo>
                    <a:pt x="306482" y="0"/>
                  </a:moveTo>
                  <a:lnTo>
                    <a:pt x="0" y="0"/>
                  </a:lnTo>
                  <a:lnTo>
                    <a:pt x="0" y="50878"/>
                  </a:lnTo>
                  <a:lnTo>
                    <a:pt x="306482" y="50878"/>
                  </a:lnTo>
                  <a:lnTo>
                    <a:pt x="306482" y="0"/>
                  </a:lnTo>
                  <a:close/>
                </a:path>
              </a:pathLst>
            </a:custGeom>
            <a:solidFill>
              <a:srgbClr val="FBD1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 descr=""/>
            <p:cNvSpPr/>
            <p:nvPr/>
          </p:nvSpPr>
          <p:spPr>
            <a:xfrm>
              <a:off x="6836200" y="9329234"/>
              <a:ext cx="294640" cy="396240"/>
            </a:xfrm>
            <a:custGeom>
              <a:avLst/>
              <a:gdLst/>
              <a:ahLst/>
              <a:cxnLst/>
              <a:rect l="l" t="t" r="r" b="b"/>
              <a:pathLst>
                <a:path w="294640" h="396240">
                  <a:moveTo>
                    <a:pt x="294252" y="0"/>
                  </a:moveTo>
                  <a:lnTo>
                    <a:pt x="0" y="0"/>
                  </a:lnTo>
                  <a:lnTo>
                    <a:pt x="0" y="395747"/>
                  </a:lnTo>
                  <a:lnTo>
                    <a:pt x="294252" y="395747"/>
                  </a:lnTo>
                  <a:lnTo>
                    <a:pt x="294252" y="0"/>
                  </a:lnTo>
                  <a:close/>
                </a:path>
              </a:pathLst>
            </a:custGeom>
            <a:solidFill>
              <a:srgbClr val="DDB8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 descr=""/>
            <p:cNvSpPr/>
            <p:nvPr/>
          </p:nvSpPr>
          <p:spPr>
            <a:xfrm>
              <a:off x="6907664" y="9366395"/>
              <a:ext cx="222885" cy="358775"/>
            </a:xfrm>
            <a:custGeom>
              <a:avLst/>
              <a:gdLst/>
              <a:ahLst/>
              <a:cxnLst/>
              <a:rect l="l" t="t" r="r" b="b"/>
              <a:pathLst>
                <a:path w="222884" h="358775">
                  <a:moveTo>
                    <a:pt x="222789" y="0"/>
                  </a:moveTo>
                  <a:lnTo>
                    <a:pt x="0" y="0"/>
                  </a:lnTo>
                  <a:lnTo>
                    <a:pt x="0" y="358585"/>
                  </a:lnTo>
                  <a:lnTo>
                    <a:pt x="222789" y="358585"/>
                  </a:lnTo>
                  <a:lnTo>
                    <a:pt x="222789" y="0"/>
                  </a:lnTo>
                  <a:close/>
                </a:path>
              </a:pathLst>
            </a:custGeom>
            <a:solidFill>
              <a:srgbClr val="81612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 descr=""/>
            <p:cNvSpPr/>
            <p:nvPr/>
          </p:nvSpPr>
          <p:spPr>
            <a:xfrm>
              <a:off x="6438568" y="9226305"/>
              <a:ext cx="205104" cy="198755"/>
            </a:xfrm>
            <a:custGeom>
              <a:avLst/>
              <a:gdLst/>
              <a:ahLst/>
              <a:cxnLst/>
              <a:rect l="l" t="t" r="r" b="b"/>
              <a:pathLst>
                <a:path w="205104" h="198754">
                  <a:moveTo>
                    <a:pt x="204936" y="0"/>
                  </a:moveTo>
                  <a:lnTo>
                    <a:pt x="0" y="0"/>
                  </a:lnTo>
                  <a:lnTo>
                    <a:pt x="0" y="198171"/>
                  </a:lnTo>
                  <a:lnTo>
                    <a:pt x="204936" y="198171"/>
                  </a:lnTo>
                  <a:lnTo>
                    <a:pt x="204936" y="0"/>
                  </a:lnTo>
                  <a:close/>
                </a:path>
              </a:pathLst>
            </a:custGeom>
            <a:solidFill>
              <a:srgbClr val="DDB8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 descr=""/>
            <p:cNvSpPr/>
            <p:nvPr/>
          </p:nvSpPr>
          <p:spPr>
            <a:xfrm>
              <a:off x="6943242" y="9366396"/>
              <a:ext cx="168910" cy="358775"/>
            </a:xfrm>
            <a:custGeom>
              <a:avLst/>
              <a:gdLst/>
              <a:ahLst/>
              <a:cxnLst/>
              <a:rect l="l" t="t" r="r" b="b"/>
              <a:pathLst>
                <a:path w="168909" h="358775">
                  <a:moveTo>
                    <a:pt x="33045" y="0"/>
                  </a:moveTo>
                  <a:lnTo>
                    <a:pt x="0" y="0"/>
                  </a:lnTo>
                  <a:lnTo>
                    <a:pt x="0" y="358597"/>
                  </a:lnTo>
                  <a:lnTo>
                    <a:pt x="33045" y="358597"/>
                  </a:lnTo>
                  <a:lnTo>
                    <a:pt x="33045" y="0"/>
                  </a:lnTo>
                  <a:close/>
                </a:path>
                <a:path w="168909" h="358775">
                  <a:moveTo>
                    <a:pt x="105397" y="0"/>
                  </a:moveTo>
                  <a:lnTo>
                    <a:pt x="72364" y="0"/>
                  </a:lnTo>
                  <a:lnTo>
                    <a:pt x="72364" y="358597"/>
                  </a:lnTo>
                  <a:lnTo>
                    <a:pt x="105397" y="358597"/>
                  </a:lnTo>
                  <a:lnTo>
                    <a:pt x="105397" y="0"/>
                  </a:lnTo>
                  <a:close/>
                </a:path>
                <a:path w="168909" h="358775">
                  <a:moveTo>
                    <a:pt x="168719" y="0"/>
                  </a:moveTo>
                  <a:lnTo>
                    <a:pt x="135686" y="0"/>
                  </a:lnTo>
                  <a:lnTo>
                    <a:pt x="135686" y="358597"/>
                  </a:lnTo>
                  <a:lnTo>
                    <a:pt x="168719" y="358597"/>
                  </a:lnTo>
                  <a:lnTo>
                    <a:pt x="168719" y="0"/>
                  </a:lnTo>
                  <a:close/>
                </a:path>
              </a:pathLst>
            </a:custGeom>
            <a:solidFill>
              <a:srgbClr val="785A2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 descr=""/>
            <p:cNvSpPr/>
            <p:nvPr/>
          </p:nvSpPr>
          <p:spPr>
            <a:xfrm>
              <a:off x="6467321" y="9254116"/>
              <a:ext cx="176530" cy="170815"/>
            </a:xfrm>
            <a:custGeom>
              <a:avLst/>
              <a:gdLst/>
              <a:ahLst/>
              <a:cxnLst/>
              <a:rect l="l" t="t" r="r" b="b"/>
              <a:pathLst>
                <a:path w="176529" h="170815">
                  <a:moveTo>
                    <a:pt x="176183" y="0"/>
                  </a:moveTo>
                  <a:lnTo>
                    <a:pt x="0" y="0"/>
                  </a:lnTo>
                  <a:lnTo>
                    <a:pt x="0" y="170361"/>
                  </a:lnTo>
                  <a:lnTo>
                    <a:pt x="176183" y="170361"/>
                  </a:lnTo>
                  <a:lnTo>
                    <a:pt x="176183" y="0"/>
                  </a:lnTo>
                  <a:close/>
                </a:path>
              </a:pathLst>
            </a:custGeom>
            <a:solidFill>
              <a:srgbClr val="81612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 descr=""/>
            <p:cNvSpPr/>
            <p:nvPr/>
          </p:nvSpPr>
          <p:spPr>
            <a:xfrm>
              <a:off x="6545612" y="9254116"/>
              <a:ext cx="19685" cy="170815"/>
            </a:xfrm>
            <a:custGeom>
              <a:avLst/>
              <a:gdLst/>
              <a:ahLst/>
              <a:cxnLst/>
              <a:rect l="l" t="t" r="r" b="b"/>
              <a:pathLst>
                <a:path w="19684" h="170815">
                  <a:moveTo>
                    <a:pt x="19580" y="0"/>
                  </a:moveTo>
                  <a:lnTo>
                    <a:pt x="0" y="0"/>
                  </a:lnTo>
                  <a:lnTo>
                    <a:pt x="0" y="170361"/>
                  </a:lnTo>
                  <a:lnTo>
                    <a:pt x="19580" y="170361"/>
                  </a:lnTo>
                  <a:lnTo>
                    <a:pt x="19580" y="0"/>
                  </a:lnTo>
                  <a:close/>
                </a:path>
              </a:pathLst>
            </a:custGeom>
            <a:solidFill>
              <a:srgbClr val="785A2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 descr=""/>
            <p:cNvSpPr/>
            <p:nvPr/>
          </p:nvSpPr>
          <p:spPr>
            <a:xfrm>
              <a:off x="6467321" y="9254105"/>
              <a:ext cx="176530" cy="59055"/>
            </a:xfrm>
            <a:custGeom>
              <a:avLst/>
              <a:gdLst/>
              <a:ahLst/>
              <a:cxnLst/>
              <a:rect l="l" t="t" r="r" b="b"/>
              <a:pathLst>
                <a:path w="176529" h="59054">
                  <a:moveTo>
                    <a:pt x="176183" y="0"/>
                  </a:moveTo>
                  <a:lnTo>
                    <a:pt x="0" y="0"/>
                  </a:lnTo>
                  <a:lnTo>
                    <a:pt x="0" y="58563"/>
                  </a:lnTo>
                  <a:lnTo>
                    <a:pt x="176183" y="58563"/>
                  </a:lnTo>
                  <a:lnTo>
                    <a:pt x="176183" y="0"/>
                  </a:lnTo>
                  <a:close/>
                </a:path>
              </a:pathLst>
            </a:custGeom>
            <a:solidFill>
              <a:srgbClr val="C59343">
                <a:alpha val="58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 descr=""/>
            <p:cNvSpPr/>
            <p:nvPr/>
          </p:nvSpPr>
          <p:spPr>
            <a:xfrm>
              <a:off x="7514410" y="9254116"/>
              <a:ext cx="176530" cy="170815"/>
            </a:xfrm>
            <a:custGeom>
              <a:avLst/>
              <a:gdLst/>
              <a:ahLst/>
              <a:cxnLst/>
              <a:rect l="l" t="t" r="r" b="b"/>
              <a:pathLst>
                <a:path w="176529" h="170815">
                  <a:moveTo>
                    <a:pt x="176183" y="0"/>
                  </a:moveTo>
                  <a:lnTo>
                    <a:pt x="0" y="0"/>
                  </a:lnTo>
                  <a:lnTo>
                    <a:pt x="0" y="170361"/>
                  </a:lnTo>
                  <a:lnTo>
                    <a:pt x="176183" y="170361"/>
                  </a:lnTo>
                  <a:lnTo>
                    <a:pt x="176183" y="0"/>
                  </a:lnTo>
                  <a:close/>
                </a:path>
              </a:pathLst>
            </a:custGeom>
            <a:solidFill>
              <a:srgbClr val="75582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 descr=""/>
            <p:cNvSpPr/>
            <p:nvPr/>
          </p:nvSpPr>
          <p:spPr>
            <a:xfrm>
              <a:off x="7592711" y="9254116"/>
              <a:ext cx="19685" cy="170815"/>
            </a:xfrm>
            <a:custGeom>
              <a:avLst/>
              <a:gdLst/>
              <a:ahLst/>
              <a:cxnLst/>
              <a:rect l="l" t="t" r="r" b="b"/>
              <a:pathLst>
                <a:path w="19684" h="170815">
                  <a:moveTo>
                    <a:pt x="19580" y="0"/>
                  </a:moveTo>
                  <a:lnTo>
                    <a:pt x="0" y="0"/>
                  </a:lnTo>
                  <a:lnTo>
                    <a:pt x="0" y="170361"/>
                  </a:lnTo>
                  <a:lnTo>
                    <a:pt x="19580" y="170361"/>
                  </a:lnTo>
                  <a:lnTo>
                    <a:pt x="19580" y="0"/>
                  </a:lnTo>
                  <a:close/>
                </a:path>
              </a:pathLst>
            </a:custGeom>
            <a:solidFill>
              <a:srgbClr val="694E2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 descr=""/>
            <p:cNvSpPr/>
            <p:nvPr/>
          </p:nvSpPr>
          <p:spPr>
            <a:xfrm>
              <a:off x="7514410" y="9254105"/>
              <a:ext cx="176530" cy="59055"/>
            </a:xfrm>
            <a:custGeom>
              <a:avLst/>
              <a:gdLst/>
              <a:ahLst/>
              <a:cxnLst/>
              <a:rect l="l" t="t" r="r" b="b"/>
              <a:pathLst>
                <a:path w="176529" h="59054">
                  <a:moveTo>
                    <a:pt x="176183" y="0"/>
                  </a:moveTo>
                  <a:lnTo>
                    <a:pt x="0" y="0"/>
                  </a:lnTo>
                  <a:lnTo>
                    <a:pt x="0" y="58563"/>
                  </a:lnTo>
                  <a:lnTo>
                    <a:pt x="176183" y="58563"/>
                  </a:lnTo>
                  <a:lnTo>
                    <a:pt x="176183" y="0"/>
                  </a:lnTo>
                  <a:close/>
                </a:path>
              </a:pathLst>
            </a:custGeom>
            <a:solidFill>
              <a:srgbClr val="C59343">
                <a:alpha val="58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 descr=""/>
            <p:cNvSpPr/>
            <p:nvPr/>
          </p:nvSpPr>
          <p:spPr>
            <a:xfrm>
              <a:off x="7453459" y="9216839"/>
              <a:ext cx="259715" cy="16510"/>
            </a:xfrm>
            <a:custGeom>
              <a:avLst/>
              <a:gdLst/>
              <a:ahLst/>
              <a:cxnLst/>
              <a:rect l="l" t="t" r="r" b="b"/>
              <a:pathLst>
                <a:path w="259715" h="16509">
                  <a:moveTo>
                    <a:pt x="259384" y="0"/>
                  </a:moveTo>
                  <a:lnTo>
                    <a:pt x="0" y="0"/>
                  </a:lnTo>
                  <a:lnTo>
                    <a:pt x="0" y="15968"/>
                  </a:lnTo>
                  <a:lnTo>
                    <a:pt x="259384" y="15968"/>
                  </a:lnTo>
                  <a:lnTo>
                    <a:pt x="259384" y="0"/>
                  </a:lnTo>
                  <a:close/>
                </a:path>
              </a:pathLst>
            </a:custGeom>
            <a:solidFill>
              <a:srgbClr val="6241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 descr=""/>
            <p:cNvSpPr/>
            <p:nvPr/>
          </p:nvSpPr>
          <p:spPr>
            <a:xfrm>
              <a:off x="7466304" y="9280138"/>
              <a:ext cx="125730" cy="36195"/>
            </a:xfrm>
            <a:custGeom>
              <a:avLst/>
              <a:gdLst/>
              <a:ahLst/>
              <a:cxnLst/>
              <a:rect l="l" t="t" r="r" b="b"/>
              <a:pathLst>
                <a:path w="125729" h="36195">
                  <a:moveTo>
                    <a:pt x="0" y="36082"/>
                  </a:moveTo>
                  <a:lnTo>
                    <a:pt x="125409" y="0"/>
                  </a:lnTo>
                </a:path>
              </a:pathLst>
            </a:custGeom>
            <a:ln w="30166">
              <a:solidFill>
                <a:srgbClr val="5F381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 descr=""/>
            <p:cNvSpPr/>
            <p:nvPr/>
          </p:nvSpPr>
          <p:spPr>
            <a:xfrm>
              <a:off x="7707334" y="9280132"/>
              <a:ext cx="108585" cy="41910"/>
            </a:xfrm>
            <a:custGeom>
              <a:avLst/>
              <a:gdLst/>
              <a:ahLst/>
              <a:cxnLst/>
              <a:rect l="l" t="t" r="r" b="b"/>
              <a:pathLst>
                <a:path w="108584" h="41909">
                  <a:moveTo>
                    <a:pt x="0" y="41412"/>
                  </a:moveTo>
                  <a:lnTo>
                    <a:pt x="108279" y="0"/>
                  </a:lnTo>
                </a:path>
              </a:pathLst>
            </a:custGeom>
            <a:ln w="30166">
              <a:solidFill>
                <a:srgbClr val="5F381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 descr=""/>
            <p:cNvSpPr/>
            <p:nvPr/>
          </p:nvSpPr>
          <p:spPr>
            <a:xfrm>
              <a:off x="7452843" y="9230417"/>
              <a:ext cx="375285" cy="81280"/>
            </a:xfrm>
            <a:custGeom>
              <a:avLst/>
              <a:gdLst/>
              <a:ahLst/>
              <a:cxnLst/>
              <a:rect l="l" t="t" r="r" b="b"/>
              <a:pathLst>
                <a:path w="375284" h="81279">
                  <a:moveTo>
                    <a:pt x="375005" y="48539"/>
                  </a:moveTo>
                  <a:lnTo>
                    <a:pt x="372910" y="48031"/>
                  </a:lnTo>
                  <a:lnTo>
                    <a:pt x="372910" y="44526"/>
                  </a:lnTo>
                  <a:lnTo>
                    <a:pt x="358724" y="44526"/>
                  </a:lnTo>
                  <a:lnTo>
                    <a:pt x="337985" y="39408"/>
                  </a:lnTo>
                  <a:lnTo>
                    <a:pt x="305409" y="28994"/>
                  </a:lnTo>
                  <a:lnTo>
                    <a:pt x="278879" y="16814"/>
                  </a:lnTo>
                  <a:lnTo>
                    <a:pt x="259994" y="2400"/>
                  </a:lnTo>
                  <a:lnTo>
                    <a:pt x="0" y="0"/>
                  </a:lnTo>
                  <a:lnTo>
                    <a:pt x="35521" y="17907"/>
                  </a:lnTo>
                  <a:lnTo>
                    <a:pt x="69811" y="33401"/>
                  </a:lnTo>
                  <a:lnTo>
                    <a:pt x="101904" y="44665"/>
                  </a:lnTo>
                  <a:lnTo>
                    <a:pt x="124828" y="48780"/>
                  </a:lnTo>
                  <a:lnTo>
                    <a:pt x="124828" y="78206"/>
                  </a:lnTo>
                  <a:lnTo>
                    <a:pt x="169037" y="80441"/>
                  </a:lnTo>
                  <a:lnTo>
                    <a:pt x="215938" y="81165"/>
                  </a:lnTo>
                  <a:lnTo>
                    <a:pt x="265557" y="80479"/>
                  </a:lnTo>
                  <a:lnTo>
                    <a:pt x="317881" y="78473"/>
                  </a:lnTo>
                  <a:lnTo>
                    <a:pt x="372910" y="75234"/>
                  </a:lnTo>
                  <a:lnTo>
                    <a:pt x="372910" y="48552"/>
                  </a:lnTo>
                  <a:lnTo>
                    <a:pt x="375005" y="48539"/>
                  </a:lnTo>
                  <a:close/>
                </a:path>
              </a:pathLst>
            </a:custGeom>
            <a:solidFill>
              <a:srgbClr val="1F2F4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 descr=""/>
            <p:cNvSpPr/>
            <p:nvPr/>
          </p:nvSpPr>
          <p:spPr>
            <a:xfrm>
              <a:off x="6442748" y="9095835"/>
              <a:ext cx="875030" cy="81915"/>
            </a:xfrm>
            <a:custGeom>
              <a:avLst/>
              <a:gdLst/>
              <a:ahLst/>
              <a:cxnLst/>
              <a:rect l="l" t="t" r="r" b="b"/>
              <a:pathLst>
                <a:path w="875029" h="81915">
                  <a:moveTo>
                    <a:pt x="107759" y="81381"/>
                  </a:moveTo>
                  <a:lnTo>
                    <a:pt x="24561" y="0"/>
                  </a:lnTo>
                  <a:lnTo>
                    <a:pt x="0" y="24663"/>
                  </a:lnTo>
                  <a:lnTo>
                    <a:pt x="61874" y="81381"/>
                  </a:lnTo>
                  <a:lnTo>
                    <a:pt x="107759" y="81381"/>
                  </a:lnTo>
                  <a:close/>
                </a:path>
                <a:path w="875029" h="81915">
                  <a:moveTo>
                    <a:pt x="874890" y="81381"/>
                  </a:moveTo>
                  <a:lnTo>
                    <a:pt x="791692" y="0"/>
                  </a:lnTo>
                  <a:lnTo>
                    <a:pt x="767143" y="24663"/>
                  </a:lnTo>
                  <a:lnTo>
                    <a:pt x="829005" y="81381"/>
                  </a:lnTo>
                  <a:lnTo>
                    <a:pt x="874890" y="81381"/>
                  </a:lnTo>
                  <a:close/>
                </a:path>
              </a:pathLst>
            </a:custGeom>
            <a:solidFill>
              <a:srgbClr val="DDB8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 descr=""/>
            <p:cNvSpPr/>
            <p:nvPr/>
          </p:nvSpPr>
          <p:spPr>
            <a:xfrm>
              <a:off x="6311925" y="8739041"/>
              <a:ext cx="408305" cy="389890"/>
            </a:xfrm>
            <a:custGeom>
              <a:avLst/>
              <a:gdLst/>
              <a:ahLst/>
              <a:cxnLst/>
              <a:rect l="l" t="t" r="r" b="b"/>
              <a:pathLst>
                <a:path w="408304" h="389890">
                  <a:moveTo>
                    <a:pt x="159664" y="374205"/>
                  </a:moveTo>
                  <a:lnTo>
                    <a:pt x="158597" y="366382"/>
                  </a:lnTo>
                  <a:lnTo>
                    <a:pt x="155384" y="358559"/>
                  </a:lnTo>
                  <a:lnTo>
                    <a:pt x="3670" y="358559"/>
                  </a:lnTo>
                  <a:lnTo>
                    <a:pt x="914" y="366382"/>
                  </a:lnTo>
                  <a:lnTo>
                    <a:pt x="0" y="374205"/>
                  </a:lnTo>
                  <a:lnTo>
                    <a:pt x="914" y="382016"/>
                  </a:lnTo>
                  <a:lnTo>
                    <a:pt x="3670" y="389826"/>
                  </a:lnTo>
                  <a:lnTo>
                    <a:pt x="155384" y="389826"/>
                  </a:lnTo>
                  <a:lnTo>
                    <a:pt x="158597" y="382016"/>
                  </a:lnTo>
                  <a:lnTo>
                    <a:pt x="159664" y="374205"/>
                  </a:lnTo>
                  <a:close/>
                </a:path>
                <a:path w="408304" h="389890">
                  <a:moveTo>
                    <a:pt x="407758" y="6946"/>
                  </a:moveTo>
                  <a:lnTo>
                    <a:pt x="403961" y="0"/>
                  </a:lnTo>
                  <a:lnTo>
                    <a:pt x="302818" y="0"/>
                  </a:lnTo>
                  <a:lnTo>
                    <a:pt x="299554" y="6946"/>
                  </a:lnTo>
                  <a:lnTo>
                    <a:pt x="299554" y="13893"/>
                  </a:lnTo>
                  <a:lnTo>
                    <a:pt x="302818" y="20840"/>
                  </a:lnTo>
                  <a:lnTo>
                    <a:pt x="403961" y="20840"/>
                  </a:lnTo>
                  <a:lnTo>
                    <a:pt x="407758" y="13893"/>
                  </a:lnTo>
                  <a:lnTo>
                    <a:pt x="407758" y="6946"/>
                  </a:lnTo>
                  <a:close/>
                </a:path>
              </a:pathLst>
            </a:custGeom>
            <a:solidFill>
              <a:srgbClr val="795D2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 descr=""/>
            <p:cNvSpPr/>
            <p:nvPr/>
          </p:nvSpPr>
          <p:spPr>
            <a:xfrm>
              <a:off x="6438505" y="9563007"/>
              <a:ext cx="111760" cy="58419"/>
            </a:xfrm>
            <a:custGeom>
              <a:avLst/>
              <a:gdLst/>
              <a:ahLst/>
              <a:cxnLst/>
              <a:rect l="l" t="t" r="r" b="b"/>
              <a:pathLst>
                <a:path w="111759" h="58420">
                  <a:moveTo>
                    <a:pt x="111336" y="0"/>
                  </a:moveTo>
                  <a:lnTo>
                    <a:pt x="0" y="0"/>
                  </a:lnTo>
                  <a:lnTo>
                    <a:pt x="0" y="57893"/>
                  </a:lnTo>
                  <a:lnTo>
                    <a:pt x="111336" y="57893"/>
                  </a:lnTo>
                  <a:lnTo>
                    <a:pt x="111336" y="0"/>
                  </a:lnTo>
                  <a:close/>
                </a:path>
              </a:pathLst>
            </a:custGeom>
            <a:solidFill>
              <a:srgbClr val="F8D08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 descr=""/>
            <p:cNvSpPr/>
            <p:nvPr/>
          </p:nvSpPr>
          <p:spPr>
            <a:xfrm>
              <a:off x="6360820" y="8619102"/>
              <a:ext cx="916940" cy="1070610"/>
            </a:xfrm>
            <a:custGeom>
              <a:avLst/>
              <a:gdLst/>
              <a:ahLst/>
              <a:cxnLst/>
              <a:rect l="l" t="t" r="r" b="b"/>
              <a:pathLst>
                <a:path w="916940" h="1070609">
                  <a:moveTo>
                    <a:pt x="111340" y="368211"/>
                  </a:moveTo>
                  <a:lnTo>
                    <a:pt x="0" y="368211"/>
                  </a:lnTo>
                  <a:lnTo>
                    <a:pt x="0" y="426110"/>
                  </a:lnTo>
                  <a:lnTo>
                    <a:pt x="111340" y="426110"/>
                  </a:lnTo>
                  <a:lnTo>
                    <a:pt x="111340" y="368211"/>
                  </a:lnTo>
                  <a:close/>
                </a:path>
                <a:path w="916940" h="1070609">
                  <a:moveTo>
                    <a:pt x="379882" y="1012240"/>
                  </a:moveTo>
                  <a:lnTo>
                    <a:pt x="268541" y="1012240"/>
                  </a:lnTo>
                  <a:lnTo>
                    <a:pt x="268541" y="1070140"/>
                  </a:lnTo>
                  <a:lnTo>
                    <a:pt x="379882" y="1070140"/>
                  </a:lnTo>
                  <a:lnTo>
                    <a:pt x="379882" y="1012240"/>
                  </a:lnTo>
                  <a:close/>
                </a:path>
                <a:path w="916940" h="1070609">
                  <a:moveTo>
                    <a:pt x="408089" y="28943"/>
                  </a:moveTo>
                  <a:lnTo>
                    <a:pt x="324218" y="28943"/>
                  </a:lnTo>
                  <a:lnTo>
                    <a:pt x="324218" y="86842"/>
                  </a:lnTo>
                  <a:lnTo>
                    <a:pt x="408089" y="86842"/>
                  </a:lnTo>
                  <a:lnTo>
                    <a:pt x="408089" y="28943"/>
                  </a:lnTo>
                  <a:close/>
                </a:path>
                <a:path w="916940" h="1070609">
                  <a:moveTo>
                    <a:pt x="435546" y="502589"/>
                  </a:moveTo>
                  <a:lnTo>
                    <a:pt x="324205" y="502589"/>
                  </a:lnTo>
                  <a:lnTo>
                    <a:pt x="324205" y="560476"/>
                  </a:lnTo>
                  <a:lnTo>
                    <a:pt x="435546" y="560476"/>
                  </a:lnTo>
                  <a:lnTo>
                    <a:pt x="435546" y="502589"/>
                  </a:lnTo>
                  <a:close/>
                </a:path>
                <a:path w="916940" h="1070609">
                  <a:moveTo>
                    <a:pt x="475373" y="817029"/>
                  </a:moveTo>
                  <a:lnTo>
                    <a:pt x="408076" y="817029"/>
                  </a:lnTo>
                  <a:lnTo>
                    <a:pt x="408076" y="874915"/>
                  </a:lnTo>
                  <a:lnTo>
                    <a:pt x="475373" y="874915"/>
                  </a:lnTo>
                  <a:lnTo>
                    <a:pt x="475373" y="817029"/>
                  </a:lnTo>
                  <a:close/>
                </a:path>
                <a:path w="916940" h="1070609">
                  <a:moveTo>
                    <a:pt x="596087" y="584771"/>
                  </a:moveTo>
                  <a:lnTo>
                    <a:pt x="535940" y="584771"/>
                  </a:lnTo>
                  <a:lnTo>
                    <a:pt x="535940" y="642658"/>
                  </a:lnTo>
                  <a:lnTo>
                    <a:pt x="596087" y="642658"/>
                  </a:lnTo>
                  <a:lnTo>
                    <a:pt x="596087" y="584771"/>
                  </a:lnTo>
                  <a:close/>
                </a:path>
                <a:path w="916940" h="1070609">
                  <a:moveTo>
                    <a:pt x="713905" y="397167"/>
                  </a:moveTo>
                  <a:lnTo>
                    <a:pt x="602564" y="397167"/>
                  </a:lnTo>
                  <a:lnTo>
                    <a:pt x="602564" y="455053"/>
                  </a:lnTo>
                  <a:lnTo>
                    <a:pt x="713905" y="455053"/>
                  </a:lnTo>
                  <a:lnTo>
                    <a:pt x="713905" y="397167"/>
                  </a:lnTo>
                  <a:close/>
                </a:path>
                <a:path w="916940" h="1070609">
                  <a:moveTo>
                    <a:pt x="758609" y="0"/>
                  </a:moveTo>
                  <a:lnTo>
                    <a:pt x="647268" y="0"/>
                  </a:lnTo>
                  <a:lnTo>
                    <a:pt x="647268" y="57899"/>
                  </a:lnTo>
                  <a:lnTo>
                    <a:pt x="758609" y="57899"/>
                  </a:lnTo>
                  <a:lnTo>
                    <a:pt x="758609" y="0"/>
                  </a:lnTo>
                  <a:close/>
                </a:path>
                <a:path w="916940" h="1070609">
                  <a:moveTo>
                    <a:pt x="916432" y="1001801"/>
                  </a:moveTo>
                  <a:lnTo>
                    <a:pt x="829576" y="1001801"/>
                  </a:lnTo>
                  <a:lnTo>
                    <a:pt x="829576" y="1059700"/>
                  </a:lnTo>
                  <a:lnTo>
                    <a:pt x="916432" y="1059700"/>
                  </a:lnTo>
                  <a:lnTo>
                    <a:pt x="916432" y="1001801"/>
                  </a:lnTo>
                  <a:close/>
                </a:path>
                <a:path w="916940" h="1070609">
                  <a:moveTo>
                    <a:pt x="916432" y="555815"/>
                  </a:moveTo>
                  <a:lnTo>
                    <a:pt x="839368" y="555815"/>
                  </a:lnTo>
                  <a:lnTo>
                    <a:pt x="839368" y="568909"/>
                  </a:lnTo>
                  <a:lnTo>
                    <a:pt x="839368" y="613714"/>
                  </a:lnTo>
                  <a:lnTo>
                    <a:pt x="916432" y="613714"/>
                  </a:lnTo>
                  <a:lnTo>
                    <a:pt x="916432" y="568909"/>
                  </a:lnTo>
                  <a:lnTo>
                    <a:pt x="916432" y="555815"/>
                  </a:lnTo>
                  <a:close/>
                </a:path>
              </a:pathLst>
            </a:custGeom>
            <a:solidFill>
              <a:srgbClr val="FBD28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 descr=""/>
            <p:cNvSpPr/>
            <p:nvPr/>
          </p:nvSpPr>
          <p:spPr>
            <a:xfrm>
              <a:off x="6360832" y="9710311"/>
              <a:ext cx="71755" cy="58419"/>
            </a:xfrm>
            <a:custGeom>
              <a:avLst/>
              <a:gdLst/>
              <a:ahLst/>
              <a:cxnLst/>
              <a:rect l="l" t="t" r="r" b="b"/>
              <a:pathLst>
                <a:path w="71754" h="58420">
                  <a:moveTo>
                    <a:pt x="71306" y="0"/>
                  </a:moveTo>
                  <a:lnTo>
                    <a:pt x="0" y="0"/>
                  </a:lnTo>
                  <a:lnTo>
                    <a:pt x="0" y="57893"/>
                  </a:lnTo>
                  <a:lnTo>
                    <a:pt x="71306" y="57893"/>
                  </a:lnTo>
                  <a:lnTo>
                    <a:pt x="71306" y="0"/>
                  </a:lnTo>
                  <a:close/>
                </a:path>
              </a:pathLst>
            </a:custGeom>
            <a:solidFill>
              <a:srgbClr val="F8D08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 descr=""/>
            <p:cNvSpPr/>
            <p:nvPr/>
          </p:nvSpPr>
          <p:spPr>
            <a:xfrm>
              <a:off x="7277265" y="9016269"/>
              <a:ext cx="551180" cy="662940"/>
            </a:xfrm>
            <a:custGeom>
              <a:avLst/>
              <a:gdLst/>
              <a:ahLst/>
              <a:cxnLst/>
              <a:rect l="l" t="t" r="r" b="b"/>
              <a:pathLst>
                <a:path w="551179" h="662940">
                  <a:moveTo>
                    <a:pt x="38531" y="604634"/>
                  </a:moveTo>
                  <a:lnTo>
                    <a:pt x="0" y="604634"/>
                  </a:lnTo>
                  <a:lnTo>
                    <a:pt x="0" y="662533"/>
                  </a:lnTo>
                  <a:lnTo>
                    <a:pt x="38531" y="662533"/>
                  </a:lnTo>
                  <a:lnTo>
                    <a:pt x="38531" y="604634"/>
                  </a:lnTo>
                  <a:close/>
                </a:path>
                <a:path w="551179" h="662940">
                  <a:moveTo>
                    <a:pt x="46494" y="158648"/>
                  </a:moveTo>
                  <a:lnTo>
                    <a:pt x="0" y="158648"/>
                  </a:lnTo>
                  <a:lnTo>
                    <a:pt x="0" y="171742"/>
                  </a:lnTo>
                  <a:lnTo>
                    <a:pt x="46494" y="171742"/>
                  </a:lnTo>
                  <a:lnTo>
                    <a:pt x="46494" y="158648"/>
                  </a:lnTo>
                  <a:close/>
                </a:path>
                <a:path w="551179" h="662940">
                  <a:moveTo>
                    <a:pt x="220649" y="470738"/>
                  </a:moveTo>
                  <a:lnTo>
                    <a:pt x="106857" y="470738"/>
                  </a:lnTo>
                  <a:lnTo>
                    <a:pt x="106857" y="528624"/>
                  </a:lnTo>
                  <a:lnTo>
                    <a:pt x="220649" y="528624"/>
                  </a:lnTo>
                  <a:lnTo>
                    <a:pt x="220649" y="470738"/>
                  </a:lnTo>
                  <a:close/>
                </a:path>
                <a:path w="551179" h="662940">
                  <a:moveTo>
                    <a:pt x="220649" y="0"/>
                  </a:moveTo>
                  <a:lnTo>
                    <a:pt x="106857" y="0"/>
                  </a:lnTo>
                  <a:lnTo>
                    <a:pt x="106857" y="57886"/>
                  </a:lnTo>
                  <a:lnTo>
                    <a:pt x="220649" y="57886"/>
                  </a:lnTo>
                  <a:lnTo>
                    <a:pt x="220649" y="0"/>
                  </a:lnTo>
                  <a:close/>
                </a:path>
                <a:path w="551179" h="662940">
                  <a:moveTo>
                    <a:pt x="550570" y="28943"/>
                  </a:moveTo>
                  <a:lnTo>
                    <a:pt x="456361" y="28943"/>
                  </a:lnTo>
                  <a:lnTo>
                    <a:pt x="456361" y="86829"/>
                  </a:lnTo>
                  <a:lnTo>
                    <a:pt x="550570" y="86829"/>
                  </a:lnTo>
                  <a:lnTo>
                    <a:pt x="550570" y="28943"/>
                  </a:lnTo>
                  <a:close/>
                </a:path>
              </a:pathLst>
            </a:custGeom>
            <a:solidFill>
              <a:srgbClr val="E8C07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 descr=""/>
            <p:cNvSpPr/>
            <p:nvPr/>
          </p:nvSpPr>
          <p:spPr>
            <a:xfrm>
              <a:off x="6375787" y="9095453"/>
              <a:ext cx="770890" cy="62230"/>
            </a:xfrm>
            <a:custGeom>
              <a:avLst/>
              <a:gdLst/>
              <a:ahLst/>
              <a:cxnLst/>
              <a:rect l="l" t="t" r="r" b="b"/>
              <a:pathLst>
                <a:path w="770890" h="62229">
                  <a:moveTo>
                    <a:pt x="3968" y="0"/>
                  </a:moveTo>
                  <a:lnTo>
                    <a:pt x="1989" y="356"/>
                  </a:lnTo>
                  <a:lnTo>
                    <a:pt x="0" y="3172"/>
                  </a:lnTo>
                  <a:lnTo>
                    <a:pt x="356" y="5099"/>
                  </a:lnTo>
                  <a:lnTo>
                    <a:pt x="39303" y="23229"/>
                  </a:lnTo>
                  <a:lnTo>
                    <a:pt x="88719" y="37834"/>
                  </a:lnTo>
                  <a:lnTo>
                    <a:pt x="162602" y="51569"/>
                  </a:lnTo>
                  <a:lnTo>
                    <a:pt x="237738" y="59106"/>
                  </a:lnTo>
                  <a:lnTo>
                    <a:pt x="283524" y="61356"/>
                  </a:lnTo>
                  <a:lnTo>
                    <a:pt x="335036" y="62176"/>
                  </a:lnTo>
                  <a:lnTo>
                    <a:pt x="372145" y="61783"/>
                  </a:lnTo>
                  <a:lnTo>
                    <a:pt x="411866" y="60548"/>
                  </a:lnTo>
                  <a:lnTo>
                    <a:pt x="454251" y="58381"/>
                  </a:lnTo>
                  <a:lnTo>
                    <a:pt x="499352" y="55192"/>
                  </a:lnTo>
                  <a:lnTo>
                    <a:pt x="547223" y="50895"/>
                  </a:lnTo>
                  <a:lnTo>
                    <a:pt x="597915" y="45399"/>
                  </a:lnTo>
                  <a:lnTo>
                    <a:pt x="651483" y="38616"/>
                  </a:lnTo>
                  <a:lnTo>
                    <a:pt x="707978" y="30459"/>
                  </a:lnTo>
                  <a:lnTo>
                    <a:pt x="769180" y="20533"/>
                  </a:lnTo>
                  <a:lnTo>
                    <a:pt x="770343" y="18931"/>
                  </a:lnTo>
                  <a:lnTo>
                    <a:pt x="769735" y="15559"/>
                  </a:lnTo>
                  <a:lnTo>
                    <a:pt x="768081" y="14449"/>
                  </a:lnTo>
                  <a:lnTo>
                    <a:pt x="692457" y="26532"/>
                  </a:lnTo>
                  <a:lnTo>
                    <a:pt x="623222" y="36070"/>
                  </a:lnTo>
                  <a:lnTo>
                    <a:pt x="558546" y="43522"/>
                  </a:lnTo>
                  <a:lnTo>
                    <a:pt x="498324" y="49062"/>
                  </a:lnTo>
                  <a:lnTo>
                    <a:pt x="442451" y="52865"/>
                  </a:lnTo>
                  <a:lnTo>
                    <a:pt x="390825" y="55106"/>
                  </a:lnTo>
                  <a:lnTo>
                    <a:pt x="343341" y="55961"/>
                  </a:lnTo>
                  <a:lnTo>
                    <a:pt x="299895" y="55604"/>
                  </a:lnTo>
                  <a:lnTo>
                    <a:pt x="260384" y="54210"/>
                  </a:lnTo>
                  <a:lnTo>
                    <a:pt x="192747" y="49012"/>
                  </a:lnTo>
                  <a:lnTo>
                    <a:pt x="91089" y="31953"/>
                  </a:lnTo>
                  <a:lnTo>
                    <a:pt x="41930" y="17435"/>
                  </a:lnTo>
                  <a:lnTo>
                    <a:pt x="5423" y="9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 descr=""/>
            <p:cNvSpPr/>
            <p:nvPr/>
          </p:nvSpPr>
          <p:spPr>
            <a:xfrm>
              <a:off x="7078938" y="9097600"/>
              <a:ext cx="160020" cy="31750"/>
            </a:xfrm>
            <a:custGeom>
              <a:avLst/>
              <a:gdLst/>
              <a:ahLst/>
              <a:cxnLst/>
              <a:rect l="l" t="t" r="r" b="b"/>
              <a:pathLst>
                <a:path w="160020" h="31750">
                  <a:moveTo>
                    <a:pt x="155380" y="0"/>
                  </a:moveTo>
                  <a:lnTo>
                    <a:pt x="3667" y="0"/>
                  </a:lnTo>
                  <a:lnTo>
                    <a:pt x="916" y="7819"/>
                  </a:lnTo>
                  <a:lnTo>
                    <a:pt x="0" y="15636"/>
                  </a:lnTo>
                  <a:lnTo>
                    <a:pt x="916" y="23452"/>
                  </a:lnTo>
                  <a:lnTo>
                    <a:pt x="3667" y="31266"/>
                  </a:lnTo>
                  <a:lnTo>
                    <a:pt x="155380" y="31266"/>
                  </a:lnTo>
                  <a:lnTo>
                    <a:pt x="158590" y="23452"/>
                  </a:lnTo>
                  <a:lnTo>
                    <a:pt x="159660" y="15636"/>
                  </a:lnTo>
                  <a:lnTo>
                    <a:pt x="158590" y="7819"/>
                  </a:lnTo>
                  <a:lnTo>
                    <a:pt x="155380" y="0"/>
                  </a:lnTo>
                  <a:close/>
                </a:path>
              </a:pathLst>
            </a:custGeom>
            <a:solidFill>
              <a:srgbClr val="795D2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 descr=""/>
            <p:cNvSpPr/>
            <p:nvPr/>
          </p:nvSpPr>
          <p:spPr>
            <a:xfrm>
              <a:off x="6350457" y="9093435"/>
              <a:ext cx="827405" cy="38735"/>
            </a:xfrm>
            <a:custGeom>
              <a:avLst/>
              <a:gdLst/>
              <a:ahLst/>
              <a:cxnLst/>
              <a:rect l="l" t="t" r="r" b="b"/>
              <a:pathLst>
                <a:path w="827404" h="38734">
                  <a:moveTo>
                    <a:pt x="40017" y="35966"/>
                  </a:moveTo>
                  <a:lnTo>
                    <a:pt x="19672" y="2171"/>
                  </a:lnTo>
                  <a:lnTo>
                    <a:pt x="16535" y="698"/>
                  </a:lnTo>
                  <a:lnTo>
                    <a:pt x="13843" y="2908"/>
                  </a:lnTo>
                  <a:lnTo>
                    <a:pt x="13677" y="4864"/>
                  </a:lnTo>
                  <a:lnTo>
                    <a:pt x="20713" y="13271"/>
                  </a:lnTo>
                  <a:lnTo>
                    <a:pt x="26200" y="20383"/>
                  </a:lnTo>
                  <a:lnTo>
                    <a:pt x="30632" y="26758"/>
                  </a:lnTo>
                  <a:lnTo>
                    <a:pt x="33439" y="31623"/>
                  </a:lnTo>
                  <a:lnTo>
                    <a:pt x="28041" y="27457"/>
                  </a:lnTo>
                  <a:lnTo>
                    <a:pt x="21094" y="20510"/>
                  </a:lnTo>
                  <a:lnTo>
                    <a:pt x="13462" y="11798"/>
                  </a:lnTo>
                  <a:lnTo>
                    <a:pt x="5118" y="1168"/>
                  </a:lnTo>
                  <a:lnTo>
                    <a:pt x="3492" y="749"/>
                  </a:lnTo>
                  <a:lnTo>
                    <a:pt x="749" y="1943"/>
                  </a:lnTo>
                  <a:lnTo>
                    <a:pt x="0" y="3390"/>
                  </a:lnTo>
                  <a:lnTo>
                    <a:pt x="7581" y="37719"/>
                  </a:lnTo>
                  <a:lnTo>
                    <a:pt x="8902" y="38709"/>
                  </a:lnTo>
                  <a:lnTo>
                    <a:pt x="10363" y="38709"/>
                  </a:lnTo>
                  <a:lnTo>
                    <a:pt x="12750" y="38277"/>
                  </a:lnTo>
                  <a:lnTo>
                    <a:pt x="13855" y="36639"/>
                  </a:lnTo>
                  <a:lnTo>
                    <a:pt x="9512" y="16954"/>
                  </a:lnTo>
                  <a:lnTo>
                    <a:pt x="16116" y="24472"/>
                  </a:lnTo>
                  <a:lnTo>
                    <a:pt x="23139" y="31432"/>
                  </a:lnTo>
                  <a:lnTo>
                    <a:pt x="29857" y="36550"/>
                  </a:lnTo>
                  <a:lnTo>
                    <a:pt x="35560" y="38544"/>
                  </a:lnTo>
                  <a:lnTo>
                    <a:pt x="37617" y="38544"/>
                  </a:lnTo>
                  <a:lnTo>
                    <a:pt x="39230" y="37592"/>
                  </a:lnTo>
                  <a:lnTo>
                    <a:pt x="40017" y="35966"/>
                  </a:lnTo>
                  <a:close/>
                </a:path>
                <a:path w="827404" h="38734">
                  <a:moveTo>
                    <a:pt x="826820" y="20142"/>
                  </a:moveTo>
                  <a:lnTo>
                    <a:pt x="820420" y="3797"/>
                  </a:lnTo>
                  <a:lnTo>
                    <a:pt x="807516" y="0"/>
                  </a:lnTo>
                  <a:lnTo>
                    <a:pt x="805751" y="939"/>
                  </a:lnTo>
                  <a:lnTo>
                    <a:pt x="804760" y="4229"/>
                  </a:lnTo>
                  <a:lnTo>
                    <a:pt x="805713" y="5943"/>
                  </a:lnTo>
                  <a:lnTo>
                    <a:pt x="815619" y="8953"/>
                  </a:lnTo>
                  <a:lnTo>
                    <a:pt x="819759" y="19507"/>
                  </a:lnTo>
                  <a:lnTo>
                    <a:pt x="819162" y="24269"/>
                  </a:lnTo>
                  <a:lnTo>
                    <a:pt x="816444" y="29768"/>
                  </a:lnTo>
                  <a:lnTo>
                    <a:pt x="795299" y="2514"/>
                  </a:lnTo>
                  <a:lnTo>
                    <a:pt x="793724" y="2108"/>
                  </a:lnTo>
                  <a:lnTo>
                    <a:pt x="791032" y="3263"/>
                  </a:lnTo>
                  <a:lnTo>
                    <a:pt x="790257" y="4635"/>
                  </a:lnTo>
                  <a:lnTo>
                    <a:pt x="795985" y="35509"/>
                  </a:lnTo>
                  <a:lnTo>
                    <a:pt x="797610" y="36525"/>
                  </a:lnTo>
                  <a:lnTo>
                    <a:pt x="801103" y="35915"/>
                  </a:lnTo>
                  <a:lnTo>
                    <a:pt x="802259" y="34074"/>
                  </a:lnTo>
                  <a:lnTo>
                    <a:pt x="799147" y="16878"/>
                  </a:lnTo>
                  <a:lnTo>
                    <a:pt x="814908" y="36271"/>
                  </a:lnTo>
                  <a:lnTo>
                    <a:pt x="815860" y="34912"/>
                  </a:lnTo>
                  <a:lnTo>
                    <a:pt x="816851" y="34912"/>
                  </a:lnTo>
                  <a:lnTo>
                    <a:pt x="818045" y="34912"/>
                  </a:lnTo>
                  <a:lnTo>
                    <a:pt x="819010" y="36131"/>
                  </a:lnTo>
                  <a:lnTo>
                    <a:pt x="825271" y="26314"/>
                  </a:lnTo>
                  <a:lnTo>
                    <a:pt x="826820" y="2014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 descr=""/>
            <p:cNvSpPr/>
            <p:nvPr/>
          </p:nvSpPr>
          <p:spPr>
            <a:xfrm>
              <a:off x="6524345" y="9140230"/>
              <a:ext cx="220979" cy="325120"/>
            </a:xfrm>
            <a:custGeom>
              <a:avLst/>
              <a:gdLst/>
              <a:ahLst/>
              <a:cxnLst/>
              <a:rect l="l" t="t" r="r" b="b"/>
              <a:pathLst>
                <a:path w="220979" h="325120">
                  <a:moveTo>
                    <a:pt x="7138" y="0"/>
                  </a:moveTo>
                  <a:lnTo>
                    <a:pt x="1784" y="99281"/>
                  </a:lnTo>
                  <a:lnTo>
                    <a:pt x="0" y="152063"/>
                  </a:lnTo>
                  <a:lnTo>
                    <a:pt x="1784" y="176063"/>
                  </a:lnTo>
                  <a:lnTo>
                    <a:pt x="7138" y="188999"/>
                  </a:lnTo>
                  <a:lnTo>
                    <a:pt x="16422" y="198305"/>
                  </a:lnTo>
                  <a:lnTo>
                    <a:pt x="36925" y="206237"/>
                  </a:lnTo>
                  <a:lnTo>
                    <a:pt x="40854" y="213794"/>
                  </a:lnTo>
                  <a:lnTo>
                    <a:pt x="41759" y="268842"/>
                  </a:lnTo>
                  <a:lnTo>
                    <a:pt x="60184" y="318314"/>
                  </a:lnTo>
                  <a:lnTo>
                    <a:pt x="123873" y="324903"/>
                  </a:lnTo>
                  <a:lnTo>
                    <a:pt x="158406" y="323692"/>
                  </a:lnTo>
                  <a:lnTo>
                    <a:pt x="178012" y="318314"/>
                  </a:lnTo>
                  <a:lnTo>
                    <a:pt x="182239" y="285719"/>
                  </a:lnTo>
                  <a:lnTo>
                    <a:pt x="181664" y="224540"/>
                  </a:lnTo>
                  <a:lnTo>
                    <a:pt x="180292" y="166459"/>
                  </a:lnTo>
                  <a:lnTo>
                    <a:pt x="182127" y="143157"/>
                  </a:lnTo>
                  <a:lnTo>
                    <a:pt x="188683" y="145179"/>
                  </a:lnTo>
                  <a:lnTo>
                    <a:pt x="197822" y="143582"/>
                  </a:lnTo>
                  <a:lnTo>
                    <a:pt x="208074" y="140822"/>
                  </a:lnTo>
                  <a:lnTo>
                    <a:pt x="217969" y="139357"/>
                  </a:lnTo>
                  <a:lnTo>
                    <a:pt x="214259" y="76408"/>
                  </a:lnTo>
                  <a:lnTo>
                    <a:pt x="204772" y="32270"/>
                  </a:lnTo>
                  <a:lnTo>
                    <a:pt x="166562" y="7050"/>
                  </a:lnTo>
                  <a:lnTo>
                    <a:pt x="101088" y="3667"/>
                  </a:lnTo>
                  <a:lnTo>
                    <a:pt x="7138" y="0"/>
                  </a:lnTo>
                  <a:close/>
                </a:path>
              </a:pathLst>
            </a:custGeom>
            <a:solidFill>
              <a:srgbClr val="E0EF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 descr=""/>
            <p:cNvSpPr/>
            <p:nvPr/>
          </p:nvSpPr>
          <p:spPr>
            <a:xfrm>
              <a:off x="6553492" y="9144069"/>
              <a:ext cx="106680" cy="203835"/>
            </a:xfrm>
            <a:custGeom>
              <a:avLst/>
              <a:gdLst/>
              <a:ahLst/>
              <a:cxnLst/>
              <a:rect l="l" t="t" r="r" b="b"/>
              <a:pathLst>
                <a:path w="106679" h="203834">
                  <a:moveTo>
                    <a:pt x="22898" y="53530"/>
                  </a:moveTo>
                  <a:lnTo>
                    <a:pt x="19621" y="22161"/>
                  </a:lnTo>
                  <a:lnTo>
                    <a:pt x="16967" y="40500"/>
                  </a:lnTo>
                  <a:lnTo>
                    <a:pt x="11645" y="87922"/>
                  </a:lnTo>
                  <a:lnTo>
                    <a:pt x="0" y="199212"/>
                  </a:lnTo>
                  <a:lnTo>
                    <a:pt x="6819" y="201447"/>
                  </a:lnTo>
                  <a:lnTo>
                    <a:pt x="8940" y="203377"/>
                  </a:lnTo>
                  <a:lnTo>
                    <a:pt x="16052" y="156756"/>
                  </a:lnTo>
                  <a:lnTo>
                    <a:pt x="21196" y="102603"/>
                  </a:lnTo>
                  <a:lnTo>
                    <a:pt x="22898" y="53530"/>
                  </a:lnTo>
                  <a:close/>
                </a:path>
                <a:path w="106679" h="203834">
                  <a:moveTo>
                    <a:pt x="106451" y="70319"/>
                  </a:moveTo>
                  <a:lnTo>
                    <a:pt x="106006" y="40767"/>
                  </a:lnTo>
                  <a:lnTo>
                    <a:pt x="100495" y="21285"/>
                  </a:lnTo>
                  <a:lnTo>
                    <a:pt x="88544" y="596"/>
                  </a:lnTo>
                  <a:lnTo>
                    <a:pt x="84226" y="393"/>
                  </a:lnTo>
                  <a:lnTo>
                    <a:pt x="87210" y="190"/>
                  </a:lnTo>
                  <a:lnTo>
                    <a:pt x="82842" y="0"/>
                  </a:lnTo>
                  <a:lnTo>
                    <a:pt x="86258" y="12915"/>
                  </a:lnTo>
                  <a:lnTo>
                    <a:pt x="88747" y="29794"/>
                  </a:lnTo>
                  <a:lnTo>
                    <a:pt x="90081" y="49961"/>
                  </a:lnTo>
                  <a:lnTo>
                    <a:pt x="90004" y="72783"/>
                  </a:lnTo>
                  <a:lnTo>
                    <a:pt x="91262" y="103124"/>
                  </a:lnTo>
                  <a:lnTo>
                    <a:pt x="95897" y="117271"/>
                  </a:lnTo>
                  <a:lnTo>
                    <a:pt x="100888" y="121297"/>
                  </a:lnTo>
                  <a:lnTo>
                    <a:pt x="103212" y="121285"/>
                  </a:lnTo>
                  <a:lnTo>
                    <a:pt x="106451" y="70319"/>
                  </a:lnTo>
                  <a:close/>
                </a:path>
              </a:pathLst>
            </a:custGeom>
            <a:solidFill>
              <a:srgbClr val="C5D1C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8" name="object 158" descr=""/>
          <p:cNvGrpSpPr/>
          <p:nvPr/>
        </p:nvGrpSpPr>
        <p:grpSpPr>
          <a:xfrm>
            <a:off x="1388051" y="8647160"/>
            <a:ext cx="734060" cy="392430"/>
            <a:chOff x="1388051" y="8647160"/>
            <a:chExt cx="734060" cy="392430"/>
          </a:xfrm>
        </p:grpSpPr>
        <p:sp>
          <p:nvSpPr>
            <p:cNvPr id="159" name="object 159" descr=""/>
            <p:cNvSpPr/>
            <p:nvPr/>
          </p:nvSpPr>
          <p:spPr>
            <a:xfrm>
              <a:off x="1681937" y="8647169"/>
              <a:ext cx="440055" cy="297180"/>
            </a:xfrm>
            <a:custGeom>
              <a:avLst/>
              <a:gdLst/>
              <a:ahLst/>
              <a:cxnLst/>
              <a:rect l="l" t="t" r="r" b="b"/>
              <a:pathLst>
                <a:path w="440055" h="297179">
                  <a:moveTo>
                    <a:pt x="439902" y="0"/>
                  </a:moveTo>
                  <a:lnTo>
                    <a:pt x="0" y="0"/>
                  </a:lnTo>
                  <a:lnTo>
                    <a:pt x="0" y="269087"/>
                  </a:lnTo>
                  <a:lnTo>
                    <a:pt x="0" y="296926"/>
                  </a:lnTo>
                  <a:lnTo>
                    <a:pt x="439902" y="296926"/>
                  </a:lnTo>
                  <a:lnTo>
                    <a:pt x="439902" y="269087"/>
                  </a:lnTo>
                  <a:lnTo>
                    <a:pt x="439902" y="0"/>
                  </a:lnTo>
                  <a:close/>
                </a:path>
              </a:pathLst>
            </a:custGeom>
            <a:solidFill>
              <a:srgbClr val="F4C5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 descr=""/>
            <p:cNvSpPr/>
            <p:nvPr/>
          </p:nvSpPr>
          <p:spPr>
            <a:xfrm>
              <a:off x="1911718" y="8831865"/>
              <a:ext cx="111760" cy="58419"/>
            </a:xfrm>
            <a:custGeom>
              <a:avLst/>
              <a:gdLst/>
              <a:ahLst/>
              <a:cxnLst/>
              <a:rect l="l" t="t" r="r" b="b"/>
              <a:pathLst>
                <a:path w="111760" h="58420">
                  <a:moveTo>
                    <a:pt x="111328" y="0"/>
                  </a:moveTo>
                  <a:lnTo>
                    <a:pt x="0" y="0"/>
                  </a:lnTo>
                  <a:lnTo>
                    <a:pt x="0" y="9067"/>
                  </a:lnTo>
                  <a:lnTo>
                    <a:pt x="0" y="57886"/>
                  </a:lnTo>
                  <a:lnTo>
                    <a:pt x="111328" y="57886"/>
                  </a:lnTo>
                  <a:lnTo>
                    <a:pt x="111328" y="9067"/>
                  </a:lnTo>
                  <a:lnTo>
                    <a:pt x="111328" y="0"/>
                  </a:lnTo>
                  <a:close/>
                </a:path>
              </a:pathLst>
            </a:custGeom>
            <a:solidFill>
              <a:srgbClr val="FBD28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 descr=""/>
            <p:cNvSpPr/>
            <p:nvPr/>
          </p:nvSpPr>
          <p:spPr>
            <a:xfrm>
              <a:off x="2021374" y="8794136"/>
              <a:ext cx="86995" cy="64135"/>
            </a:xfrm>
            <a:custGeom>
              <a:avLst/>
              <a:gdLst/>
              <a:ahLst/>
              <a:cxnLst/>
              <a:rect l="l" t="t" r="r" b="b"/>
              <a:pathLst>
                <a:path w="86994" h="64134">
                  <a:moveTo>
                    <a:pt x="66908" y="0"/>
                  </a:moveTo>
                  <a:lnTo>
                    <a:pt x="0" y="63568"/>
                  </a:lnTo>
                  <a:lnTo>
                    <a:pt x="36899" y="63568"/>
                  </a:lnTo>
                  <a:lnTo>
                    <a:pt x="76360" y="30694"/>
                  </a:lnTo>
                  <a:lnTo>
                    <a:pt x="86657" y="21716"/>
                  </a:lnTo>
                  <a:lnTo>
                    <a:pt x="66908" y="0"/>
                  </a:lnTo>
                  <a:close/>
                </a:path>
              </a:pathLst>
            </a:custGeom>
            <a:solidFill>
              <a:srgbClr val="DDB8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 descr=""/>
            <p:cNvSpPr/>
            <p:nvPr/>
          </p:nvSpPr>
          <p:spPr>
            <a:xfrm>
              <a:off x="1681937" y="8944095"/>
              <a:ext cx="440055" cy="48260"/>
            </a:xfrm>
            <a:custGeom>
              <a:avLst/>
              <a:gdLst/>
              <a:ahLst/>
              <a:cxnLst/>
              <a:rect l="l" t="t" r="r" b="b"/>
              <a:pathLst>
                <a:path w="440055" h="48259">
                  <a:moveTo>
                    <a:pt x="439902" y="0"/>
                  </a:moveTo>
                  <a:lnTo>
                    <a:pt x="0" y="0"/>
                  </a:lnTo>
                  <a:lnTo>
                    <a:pt x="0" y="25158"/>
                  </a:lnTo>
                  <a:lnTo>
                    <a:pt x="0" y="48171"/>
                  </a:lnTo>
                  <a:lnTo>
                    <a:pt x="439902" y="48171"/>
                  </a:lnTo>
                  <a:lnTo>
                    <a:pt x="439902" y="25158"/>
                  </a:lnTo>
                  <a:lnTo>
                    <a:pt x="439902" y="0"/>
                  </a:lnTo>
                  <a:close/>
                </a:path>
              </a:pathLst>
            </a:custGeom>
            <a:solidFill>
              <a:srgbClr val="E8C17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 descr=""/>
            <p:cNvSpPr/>
            <p:nvPr/>
          </p:nvSpPr>
          <p:spPr>
            <a:xfrm>
              <a:off x="2021372" y="8803723"/>
              <a:ext cx="63500" cy="210820"/>
            </a:xfrm>
            <a:custGeom>
              <a:avLst/>
              <a:gdLst/>
              <a:ahLst/>
              <a:cxnLst/>
              <a:rect l="l" t="t" r="r" b="b"/>
              <a:pathLst>
                <a:path w="63500" h="210820">
                  <a:moveTo>
                    <a:pt x="0" y="0"/>
                  </a:moveTo>
                  <a:lnTo>
                    <a:pt x="63474" y="210496"/>
                  </a:lnTo>
                </a:path>
              </a:pathLst>
            </a:custGeom>
            <a:ln w="50312">
              <a:solidFill>
                <a:srgbClr val="795D2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 descr=""/>
            <p:cNvSpPr/>
            <p:nvPr/>
          </p:nvSpPr>
          <p:spPr>
            <a:xfrm>
              <a:off x="1924939" y="8803723"/>
              <a:ext cx="63500" cy="210820"/>
            </a:xfrm>
            <a:custGeom>
              <a:avLst/>
              <a:gdLst/>
              <a:ahLst/>
              <a:cxnLst/>
              <a:rect l="l" t="t" r="r" b="b"/>
              <a:pathLst>
                <a:path w="63500" h="210820">
                  <a:moveTo>
                    <a:pt x="0" y="0"/>
                  </a:moveTo>
                  <a:lnTo>
                    <a:pt x="63474" y="210496"/>
                  </a:lnTo>
                </a:path>
              </a:pathLst>
            </a:custGeom>
            <a:ln w="50312">
              <a:solidFill>
                <a:srgbClr val="795D2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 descr=""/>
            <p:cNvSpPr/>
            <p:nvPr/>
          </p:nvSpPr>
          <p:spPr>
            <a:xfrm>
              <a:off x="1943173" y="8867104"/>
              <a:ext cx="90805" cy="0"/>
            </a:xfrm>
            <a:custGeom>
              <a:avLst/>
              <a:gdLst/>
              <a:ahLst/>
              <a:cxnLst/>
              <a:rect l="l" t="t" r="r" b="b"/>
              <a:pathLst>
                <a:path w="90805" h="0">
                  <a:moveTo>
                    <a:pt x="90217" y="0"/>
                  </a:moveTo>
                  <a:lnTo>
                    <a:pt x="0" y="0"/>
                  </a:lnTo>
                </a:path>
              </a:pathLst>
            </a:custGeom>
            <a:ln w="52354">
              <a:solidFill>
                <a:srgbClr val="795D2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 descr=""/>
            <p:cNvSpPr/>
            <p:nvPr/>
          </p:nvSpPr>
          <p:spPr>
            <a:xfrm>
              <a:off x="1967267" y="8941402"/>
              <a:ext cx="95885" cy="3175"/>
            </a:xfrm>
            <a:custGeom>
              <a:avLst/>
              <a:gdLst/>
              <a:ahLst/>
              <a:cxnLst/>
              <a:rect l="l" t="t" r="r" b="b"/>
              <a:pathLst>
                <a:path w="95885" h="3175">
                  <a:moveTo>
                    <a:pt x="95620" y="0"/>
                  </a:moveTo>
                  <a:lnTo>
                    <a:pt x="0" y="2691"/>
                  </a:lnTo>
                </a:path>
              </a:pathLst>
            </a:custGeom>
            <a:ln w="50312">
              <a:solidFill>
                <a:srgbClr val="795D2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 descr=""/>
            <p:cNvSpPr/>
            <p:nvPr/>
          </p:nvSpPr>
          <p:spPr>
            <a:xfrm>
              <a:off x="1388051" y="8647160"/>
              <a:ext cx="294005" cy="345440"/>
            </a:xfrm>
            <a:custGeom>
              <a:avLst/>
              <a:gdLst/>
              <a:ahLst/>
              <a:cxnLst/>
              <a:rect l="l" t="t" r="r" b="b"/>
              <a:pathLst>
                <a:path w="294005" h="345440">
                  <a:moveTo>
                    <a:pt x="0" y="345099"/>
                  </a:moveTo>
                  <a:lnTo>
                    <a:pt x="293896" y="345099"/>
                  </a:lnTo>
                  <a:lnTo>
                    <a:pt x="293896" y="0"/>
                  </a:lnTo>
                  <a:lnTo>
                    <a:pt x="0" y="0"/>
                  </a:lnTo>
                  <a:lnTo>
                    <a:pt x="0" y="345099"/>
                  </a:lnTo>
                  <a:close/>
                </a:path>
              </a:pathLst>
            </a:custGeom>
            <a:solidFill>
              <a:srgbClr val="DDB87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8" name="object 168" descr=""/>
          <p:cNvSpPr/>
          <p:nvPr/>
        </p:nvSpPr>
        <p:spPr>
          <a:xfrm>
            <a:off x="1526298" y="8992266"/>
            <a:ext cx="916940" cy="878205"/>
          </a:xfrm>
          <a:custGeom>
            <a:avLst/>
            <a:gdLst/>
            <a:ahLst/>
            <a:cxnLst/>
            <a:rect l="l" t="t" r="r" b="b"/>
            <a:pathLst>
              <a:path w="916939" h="878204">
                <a:moveTo>
                  <a:pt x="916444" y="0"/>
                </a:moveTo>
                <a:lnTo>
                  <a:pt x="0" y="0"/>
                </a:lnTo>
                <a:lnTo>
                  <a:pt x="0" y="195745"/>
                </a:lnTo>
                <a:lnTo>
                  <a:pt x="0" y="280225"/>
                </a:lnTo>
                <a:lnTo>
                  <a:pt x="314845" y="280225"/>
                </a:lnTo>
                <a:lnTo>
                  <a:pt x="314845" y="195745"/>
                </a:lnTo>
                <a:lnTo>
                  <a:pt x="453415" y="195745"/>
                </a:lnTo>
                <a:lnTo>
                  <a:pt x="453415" y="280225"/>
                </a:lnTo>
                <a:lnTo>
                  <a:pt x="453415" y="299618"/>
                </a:lnTo>
                <a:lnTo>
                  <a:pt x="0" y="299618"/>
                </a:lnTo>
                <a:lnTo>
                  <a:pt x="0" y="330365"/>
                </a:lnTo>
                <a:lnTo>
                  <a:pt x="0" y="877646"/>
                </a:lnTo>
                <a:lnTo>
                  <a:pt x="916444" y="877646"/>
                </a:lnTo>
                <a:lnTo>
                  <a:pt x="916444" y="330365"/>
                </a:lnTo>
                <a:lnTo>
                  <a:pt x="916444" y="299618"/>
                </a:lnTo>
                <a:lnTo>
                  <a:pt x="916444" y="280225"/>
                </a:lnTo>
                <a:lnTo>
                  <a:pt x="916444" y="195745"/>
                </a:lnTo>
                <a:lnTo>
                  <a:pt x="916444" y="0"/>
                </a:lnTo>
                <a:close/>
              </a:path>
            </a:pathLst>
          </a:custGeom>
          <a:solidFill>
            <a:srgbClr val="F4C57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" name="object 169" descr=""/>
          <p:cNvSpPr/>
          <p:nvPr/>
        </p:nvSpPr>
        <p:spPr>
          <a:xfrm>
            <a:off x="1526309" y="9272482"/>
            <a:ext cx="314960" cy="19685"/>
          </a:xfrm>
          <a:custGeom>
            <a:avLst/>
            <a:gdLst/>
            <a:ahLst/>
            <a:cxnLst/>
            <a:rect l="l" t="t" r="r" b="b"/>
            <a:pathLst>
              <a:path w="314960" h="19684">
                <a:moveTo>
                  <a:pt x="0" y="19402"/>
                </a:moveTo>
                <a:lnTo>
                  <a:pt x="314838" y="19402"/>
                </a:lnTo>
                <a:lnTo>
                  <a:pt x="314838" y="0"/>
                </a:lnTo>
                <a:lnTo>
                  <a:pt x="0" y="0"/>
                </a:lnTo>
                <a:lnTo>
                  <a:pt x="0" y="19402"/>
                </a:lnTo>
                <a:close/>
              </a:path>
            </a:pathLst>
          </a:custGeom>
          <a:solidFill>
            <a:srgbClr val="F4C57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" name="object 170" descr=""/>
          <p:cNvSpPr/>
          <p:nvPr/>
        </p:nvSpPr>
        <p:spPr>
          <a:xfrm>
            <a:off x="975739" y="9188002"/>
            <a:ext cx="131445" cy="85090"/>
          </a:xfrm>
          <a:custGeom>
            <a:avLst/>
            <a:gdLst/>
            <a:ahLst/>
            <a:cxnLst/>
            <a:rect l="l" t="t" r="r" b="b"/>
            <a:pathLst>
              <a:path w="131444" h="85090">
                <a:moveTo>
                  <a:pt x="0" y="84479"/>
                </a:moveTo>
                <a:lnTo>
                  <a:pt x="131064" y="84479"/>
                </a:lnTo>
                <a:lnTo>
                  <a:pt x="131064" y="0"/>
                </a:lnTo>
                <a:lnTo>
                  <a:pt x="0" y="0"/>
                </a:lnTo>
                <a:lnTo>
                  <a:pt x="0" y="84479"/>
                </a:lnTo>
                <a:close/>
              </a:path>
            </a:pathLst>
          </a:custGeom>
          <a:solidFill>
            <a:srgbClr val="DDB877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" name="object 171" descr=""/>
          <p:cNvSpPr/>
          <p:nvPr/>
        </p:nvSpPr>
        <p:spPr>
          <a:xfrm>
            <a:off x="1245375" y="9188002"/>
            <a:ext cx="106680" cy="85090"/>
          </a:xfrm>
          <a:custGeom>
            <a:avLst/>
            <a:gdLst/>
            <a:ahLst/>
            <a:cxnLst/>
            <a:rect l="l" t="t" r="r" b="b"/>
            <a:pathLst>
              <a:path w="106680" h="85090">
                <a:moveTo>
                  <a:pt x="0" y="84479"/>
                </a:moveTo>
                <a:lnTo>
                  <a:pt x="106206" y="84479"/>
                </a:lnTo>
                <a:lnTo>
                  <a:pt x="106206" y="0"/>
                </a:lnTo>
                <a:lnTo>
                  <a:pt x="0" y="0"/>
                </a:lnTo>
                <a:lnTo>
                  <a:pt x="0" y="84479"/>
                </a:lnTo>
                <a:close/>
              </a:path>
            </a:pathLst>
          </a:custGeom>
          <a:solidFill>
            <a:srgbClr val="DDB877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72" name="object 172" descr=""/>
          <p:cNvGrpSpPr/>
          <p:nvPr/>
        </p:nvGrpSpPr>
        <p:grpSpPr>
          <a:xfrm>
            <a:off x="975739" y="8787795"/>
            <a:ext cx="600075" cy="485140"/>
            <a:chOff x="975739" y="8787795"/>
            <a:chExt cx="600075" cy="485140"/>
          </a:xfrm>
        </p:grpSpPr>
        <p:sp>
          <p:nvSpPr>
            <p:cNvPr id="173" name="object 173" descr=""/>
            <p:cNvSpPr/>
            <p:nvPr/>
          </p:nvSpPr>
          <p:spPr>
            <a:xfrm>
              <a:off x="975728" y="8992266"/>
              <a:ext cx="551180" cy="280670"/>
            </a:xfrm>
            <a:custGeom>
              <a:avLst/>
              <a:gdLst/>
              <a:ahLst/>
              <a:cxnLst/>
              <a:rect l="l" t="t" r="r" b="b"/>
              <a:pathLst>
                <a:path w="551180" h="280670">
                  <a:moveTo>
                    <a:pt x="550570" y="0"/>
                  </a:moveTo>
                  <a:lnTo>
                    <a:pt x="0" y="0"/>
                  </a:lnTo>
                  <a:lnTo>
                    <a:pt x="0" y="195745"/>
                  </a:lnTo>
                  <a:lnTo>
                    <a:pt x="514413" y="195745"/>
                  </a:lnTo>
                  <a:lnTo>
                    <a:pt x="514413" y="280225"/>
                  </a:lnTo>
                  <a:lnTo>
                    <a:pt x="550570" y="280225"/>
                  </a:lnTo>
                  <a:lnTo>
                    <a:pt x="550570" y="195745"/>
                  </a:lnTo>
                  <a:lnTo>
                    <a:pt x="550570" y="0"/>
                  </a:lnTo>
                  <a:close/>
                </a:path>
              </a:pathLst>
            </a:custGeom>
            <a:solidFill>
              <a:srgbClr val="DDB8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 descr=""/>
            <p:cNvSpPr/>
            <p:nvPr/>
          </p:nvSpPr>
          <p:spPr>
            <a:xfrm>
              <a:off x="1449160" y="8787795"/>
              <a:ext cx="127000" cy="197485"/>
            </a:xfrm>
            <a:custGeom>
              <a:avLst/>
              <a:gdLst/>
              <a:ahLst/>
              <a:cxnLst/>
              <a:rect l="l" t="t" r="r" b="b"/>
              <a:pathLst>
                <a:path w="127000" h="197484">
                  <a:moveTo>
                    <a:pt x="126404" y="0"/>
                  </a:moveTo>
                  <a:lnTo>
                    <a:pt x="0" y="0"/>
                  </a:lnTo>
                  <a:lnTo>
                    <a:pt x="0" y="196863"/>
                  </a:lnTo>
                  <a:lnTo>
                    <a:pt x="126404" y="196863"/>
                  </a:lnTo>
                  <a:lnTo>
                    <a:pt x="126404" y="0"/>
                  </a:lnTo>
                  <a:close/>
                </a:path>
              </a:pathLst>
            </a:custGeom>
            <a:solidFill>
              <a:srgbClr val="CCA9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 descr=""/>
            <p:cNvSpPr/>
            <p:nvPr/>
          </p:nvSpPr>
          <p:spPr>
            <a:xfrm>
              <a:off x="1477117" y="8802936"/>
              <a:ext cx="99060" cy="182245"/>
            </a:xfrm>
            <a:custGeom>
              <a:avLst/>
              <a:gdLst/>
              <a:ahLst/>
              <a:cxnLst/>
              <a:rect l="l" t="t" r="r" b="b"/>
              <a:pathLst>
                <a:path w="99059" h="182245">
                  <a:moveTo>
                    <a:pt x="98436" y="0"/>
                  </a:moveTo>
                  <a:lnTo>
                    <a:pt x="0" y="0"/>
                  </a:lnTo>
                  <a:lnTo>
                    <a:pt x="0" y="181722"/>
                  </a:lnTo>
                  <a:lnTo>
                    <a:pt x="98436" y="181722"/>
                  </a:lnTo>
                  <a:lnTo>
                    <a:pt x="98436" y="0"/>
                  </a:lnTo>
                  <a:close/>
                </a:path>
              </a:pathLst>
            </a:custGeom>
            <a:solidFill>
              <a:srgbClr val="795D29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6" name="object 176" descr=""/>
          <p:cNvGrpSpPr/>
          <p:nvPr/>
        </p:nvGrpSpPr>
        <p:grpSpPr>
          <a:xfrm>
            <a:off x="2160091" y="9290994"/>
            <a:ext cx="205104" cy="31750"/>
            <a:chOff x="2160091" y="9290994"/>
            <a:chExt cx="205104" cy="31750"/>
          </a:xfrm>
        </p:grpSpPr>
        <p:sp>
          <p:nvSpPr>
            <p:cNvPr id="177" name="object 177" descr=""/>
            <p:cNvSpPr/>
            <p:nvPr/>
          </p:nvSpPr>
          <p:spPr>
            <a:xfrm>
              <a:off x="2160091" y="9290994"/>
              <a:ext cx="205104" cy="31750"/>
            </a:xfrm>
            <a:custGeom>
              <a:avLst/>
              <a:gdLst/>
              <a:ahLst/>
              <a:cxnLst/>
              <a:rect l="l" t="t" r="r" b="b"/>
              <a:pathLst>
                <a:path w="205105" h="31750">
                  <a:moveTo>
                    <a:pt x="0" y="31632"/>
                  </a:moveTo>
                  <a:lnTo>
                    <a:pt x="204936" y="31632"/>
                  </a:lnTo>
                  <a:lnTo>
                    <a:pt x="204936" y="0"/>
                  </a:lnTo>
                  <a:lnTo>
                    <a:pt x="0" y="0"/>
                  </a:lnTo>
                  <a:lnTo>
                    <a:pt x="0" y="31632"/>
                  </a:lnTo>
                  <a:close/>
                </a:path>
              </a:pathLst>
            </a:custGeom>
            <a:solidFill>
              <a:srgbClr val="DDB8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 descr=""/>
            <p:cNvSpPr/>
            <p:nvPr/>
          </p:nvSpPr>
          <p:spPr>
            <a:xfrm>
              <a:off x="2160091" y="9318805"/>
              <a:ext cx="176530" cy="4445"/>
            </a:xfrm>
            <a:custGeom>
              <a:avLst/>
              <a:gdLst/>
              <a:ahLst/>
              <a:cxnLst/>
              <a:rect l="l" t="t" r="r" b="b"/>
              <a:pathLst>
                <a:path w="176530" h="4445">
                  <a:moveTo>
                    <a:pt x="0" y="3821"/>
                  </a:moveTo>
                  <a:lnTo>
                    <a:pt x="176183" y="3821"/>
                  </a:lnTo>
                  <a:lnTo>
                    <a:pt x="176183" y="0"/>
                  </a:lnTo>
                  <a:lnTo>
                    <a:pt x="0" y="0"/>
                  </a:lnTo>
                  <a:lnTo>
                    <a:pt x="0" y="3821"/>
                  </a:lnTo>
                  <a:close/>
                </a:path>
              </a:pathLst>
            </a:custGeom>
            <a:solidFill>
              <a:srgbClr val="81612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 descr=""/>
            <p:cNvSpPr/>
            <p:nvPr/>
          </p:nvSpPr>
          <p:spPr>
            <a:xfrm>
              <a:off x="2238392" y="9318805"/>
              <a:ext cx="19685" cy="4445"/>
            </a:xfrm>
            <a:custGeom>
              <a:avLst/>
              <a:gdLst/>
              <a:ahLst/>
              <a:cxnLst/>
              <a:rect l="l" t="t" r="r" b="b"/>
              <a:pathLst>
                <a:path w="19685" h="4445">
                  <a:moveTo>
                    <a:pt x="0" y="3821"/>
                  </a:moveTo>
                  <a:lnTo>
                    <a:pt x="19580" y="3821"/>
                  </a:lnTo>
                  <a:lnTo>
                    <a:pt x="19580" y="0"/>
                  </a:lnTo>
                  <a:lnTo>
                    <a:pt x="0" y="0"/>
                  </a:lnTo>
                  <a:lnTo>
                    <a:pt x="0" y="3821"/>
                  </a:lnTo>
                  <a:close/>
                </a:path>
              </a:pathLst>
            </a:custGeom>
            <a:solidFill>
              <a:srgbClr val="785A2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 descr=""/>
            <p:cNvSpPr/>
            <p:nvPr/>
          </p:nvSpPr>
          <p:spPr>
            <a:xfrm>
              <a:off x="2160091" y="9318805"/>
              <a:ext cx="176530" cy="4445"/>
            </a:xfrm>
            <a:custGeom>
              <a:avLst/>
              <a:gdLst/>
              <a:ahLst/>
              <a:cxnLst/>
              <a:rect l="l" t="t" r="r" b="b"/>
              <a:pathLst>
                <a:path w="176530" h="4445">
                  <a:moveTo>
                    <a:pt x="0" y="3821"/>
                  </a:moveTo>
                  <a:lnTo>
                    <a:pt x="176183" y="3821"/>
                  </a:lnTo>
                  <a:lnTo>
                    <a:pt x="176183" y="0"/>
                  </a:lnTo>
                  <a:lnTo>
                    <a:pt x="0" y="0"/>
                  </a:lnTo>
                  <a:lnTo>
                    <a:pt x="0" y="3821"/>
                  </a:lnTo>
                  <a:close/>
                </a:path>
              </a:pathLst>
            </a:custGeom>
            <a:solidFill>
              <a:srgbClr val="C59343">
                <a:alpha val="58000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1" name="object 181" descr=""/>
          <p:cNvSpPr/>
          <p:nvPr/>
        </p:nvSpPr>
        <p:spPr>
          <a:xfrm>
            <a:off x="2253075" y="9159926"/>
            <a:ext cx="107950" cy="81280"/>
          </a:xfrm>
          <a:custGeom>
            <a:avLst/>
            <a:gdLst/>
            <a:ahLst/>
            <a:cxnLst/>
            <a:rect l="l" t="t" r="r" b="b"/>
            <a:pathLst>
              <a:path w="107950" h="81279">
                <a:moveTo>
                  <a:pt x="83201" y="0"/>
                </a:moveTo>
                <a:lnTo>
                  <a:pt x="0" y="81180"/>
                </a:lnTo>
                <a:lnTo>
                  <a:pt x="45883" y="81180"/>
                </a:lnTo>
                <a:lnTo>
                  <a:pt x="107755" y="24868"/>
                </a:lnTo>
                <a:lnTo>
                  <a:pt x="83201" y="0"/>
                </a:lnTo>
                <a:close/>
              </a:path>
            </a:pathLst>
          </a:custGeom>
          <a:solidFill>
            <a:srgbClr val="DDB877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" name="object 182" descr=""/>
          <p:cNvSpPr/>
          <p:nvPr/>
        </p:nvSpPr>
        <p:spPr>
          <a:xfrm>
            <a:off x="1485943" y="9159926"/>
            <a:ext cx="107950" cy="81280"/>
          </a:xfrm>
          <a:custGeom>
            <a:avLst/>
            <a:gdLst/>
            <a:ahLst/>
            <a:cxnLst/>
            <a:rect l="l" t="t" r="r" b="b"/>
            <a:pathLst>
              <a:path w="107950" h="81279">
                <a:moveTo>
                  <a:pt x="83201" y="0"/>
                </a:moveTo>
                <a:lnTo>
                  <a:pt x="0" y="81180"/>
                </a:lnTo>
                <a:lnTo>
                  <a:pt x="45883" y="81180"/>
                </a:lnTo>
                <a:lnTo>
                  <a:pt x="107755" y="24868"/>
                </a:lnTo>
                <a:lnTo>
                  <a:pt x="83201" y="0"/>
                </a:lnTo>
                <a:close/>
              </a:path>
            </a:pathLst>
          </a:custGeom>
          <a:solidFill>
            <a:srgbClr val="DDB877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" name="object 183" descr=""/>
          <p:cNvSpPr/>
          <p:nvPr/>
        </p:nvSpPr>
        <p:spPr>
          <a:xfrm>
            <a:off x="2083888" y="8803726"/>
            <a:ext cx="108585" cy="20955"/>
          </a:xfrm>
          <a:custGeom>
            <a:avLst/>
            <a:gdLst/>
            <a:ahLst/>
            <a:cxnLst/>
            <a:rect l="l" t="t" r="r" b="b"/>
            <a:pathLst>
              <a:path w="108585" h="20954">
                <a:moveTo>
                  <a:pt x="104949" y="0"/>
                </a:moveTo>
                <a:lnTo>
                  <a:pt x="3811" y="0"/>
                </a:lnTo>
                <a:lnTo>
                  <a:pt x="0" y="6942"/>
                </a:lnTo>
                <a:lnTo>
                  <a:pt x="0" y="13894"/>
                </a:lnTo>
                <a:lnTo>
                  <a:pt x="3811" y="20837"/>
                </a:lnTo>
                <a:lnTo>
                  <a:pt x="104949" y="20837"/>
                </a:lnTo>
                <a:lnTo>
                  <a:pt x="108216" y="13894"/>
                </a:lnTo>
                <a:lnTo>
                  <a:pt x="108216" y="6942"/>
                </a:lnTo>
                <a:lnTo>
                  <a:pt x="104949" y="0"/>
                </a:lnTo>
                <a:close/>
              </a:path>
            </a:pathLst>
          </a:custGeom>
          <a:solidFill>
            <a:srgbClr val="795D2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" name="object 184" descr=""/>
          <p:cNvSpPr/>
          <p:nvPr/>
        </p:nvSpPr>
        <p:spPr>
          <a:xfrm>
            <a:off x="1526340" y="9239614"/>
            <a:ext cx="70485" cy="33020"/>
          </a:xfrm>
          <a:custGeom>
            <a:avLst/>
            <a:gdLst/>
            <a:ahLst/>
            <a:cxnLst/>
            <a:rect l="l" t="t" r="r" b="b"/>
            <a:pathLst>
              <a:path w="70484" h="33020">
                <a:moveTo>
                  <a:pt x="0" y="32868"/>
                </a:moveTo>
                <a:lnTo>
                  <a:pt x="70029" y="32868"/>
                </a:lnTo>
                <a:lnTo>
                  <a:pt x="70029" y="0"/>
                </a:lnTo>
                <a:lnTo>
                  <a:pt x="0" y="0"/>
                </a:lnTo>
                <a:lnTo>
                  <a:pt x="0" y="32868"/>
                </a:lnTo>
                <a:close/>
              </a:path>
            </a:pathLst>
          </a:custGeom>
          <a:solidFill>
            <a:srgbClr val="FBD28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" name="object 185" descr=""/>
          <p:cNvSpPr/>
          <p:nvPr/>
        </p:nvSpPr>
        <p:spPr>
          <a:xfrm>
            <a:off x="1795484" y="9268555"/>
            <a:ext cx="45720" cy="4445"/>
          </a:xfrm>
          <a:custGeom>
            <a:avLst/>
            <a:gdLst/>
            <a:ahLst/>
            <a:cxnLst/>
            <a:rect l="l" t="t" r="r" b="b"/>
            <a:pathLst>
              <a:path w="45719" h="4445">
                <a:moveTo>
                  <a:pt x="0" y="3926"/>
                </a:moveTo>
                <a:lnTo>
                  <a:pt x="45663" y="3926"/>
                </a:lnTo>
                <a:lnTo>
                  <a:pt x="45663" y="0"/>
                </a:lnTo>
                <a:lnTo>
                  <a:pt x="0" y="0"/>
                </a:lnTo>
                <a:lnTo>
                  <a:pt x="0" y="3926"/>
                </a:lnTo>
                <a:close/>
              </a:path>
            </a:pathLst>
          </a:custGeom>
          <a:solidFill>
            <a:srgbClr val="FBD28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" name="object 186" descr=""/>
          <p:cNvSpPr/>
          <p:nvPr/>
        </p:nvSpPr>
        <p:spPr>
          <a:xfrm>
            <a:off x="1728858" y="9080948"/>
            <a:ext cx="111760" cy="58419"/>
          </a:xfrm>
          <a:custGeom>
            <a:avLst/>
            <a:gdLst/>
            <a:ahLst/>
            <a:cxnLst/>
            <a:rect l="l" t="t" r="r" b="b"/>
            <a:pathLst>
              <a:path w="111760" h="58420">
                <a:moveTo>
                  <a:pt x="111336" y="0"/>
                </a:moveTo>
                <a:lnTo>
                  <a:pt x="0" y="0"/>
                </a:lnTo>
                <a:lnTo>
                  <a:pt x="0" y="57893"/>
                </a:lnTo>
                <a:lnTo>
                  <a:pt x="111336" y="57893"/>
                </a:lnTo>
                <a:lnTo>
                  <a:pt x="111336" y="0"/>
                </a:lnTo>
                <a:close/>
              </a:path>
            </a:pathLst>
          </a:custGeom>
          <a:solidFill>
            <a:srgbClr val="FBD28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" name="object 187" descr=""/>
          <p:cNvSpPr/>
          <p:nvPr/>
        </p:nvSpPr>
        <p:spPr>
          <a:xfrm>
            <a:off x="2007216" y="9186369"/>
            <a:ext cx="111760" cy="58419"/>
          </a:xfrm>
          <a:custGeom>
            <a:avLst/>
            <a:gdLst/>
            <a:ahLst/>
            <a:cxnLst/>
            <a:rect l="l" t="t" r="r" b="b"/>
            <a:pathLst>
              <a:path w="111760" h="58420">
                <a:moveTo>
                  <a:pt x="111336" y="0"/>
                </a:moveTo>
                <a:lnTo>
                  <a:pt x="0" y="0"/>
                </a:lnTo>
                <a:lnTo>
                  <a:pt x="0" y="57893"/>
                </a:lnTo>
                <a:lnTo>
                  <a:pt x="111336" y="57893"/>
                </a:lnTo>
                <a:lnTo>
                  <a:pt x="111336" y="0"/>
                </a:lnTo>
                <a:close/>
              </a:path>
            </a:pathLst>
          </a:custGeom>
          <a:solidFill>
            <a:srgbClr val="FBD28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" name="object 188" descr=""/>
          <p:cNvSpPr/>
          <p:nvPr/>
        </p:nvSpPr>
        <p:spPr>
          <a:xfrm>
            <a:off x="1684147" y="8683787"/>
            <a:ext cx="111760" cy="58419"/>
          </a:xfrm>
          <a:custGeom>
            <a:avLst/>
            <a:gdLst/>
            <a:ahLst/>
            <a:cxnLst/>
            <a:rect l="l" t="t" r="r" b="b"/>
            <a:pathLst>
              <a:path w="111760" h="58420">
                <a:moveTo>
                  <a:pt x="111336" y="0"/>
                </a:moveTo>
                <a:lnTo>
                  <a:pt x="0" y="0"/>
                </a:lnTo>
                <a:lnTo>
                  <a:pt x="0" y="57893"/>
                </a:lnTo>
                <a:lnTo>
                  <a:pt x="111336" y="57893"/>
                </a:lnTo>
                <a:lnTo>
                  <a:pt x="111336" y="0"/>
                </a:lnTo>
                <a:close/>
              </a:path>
            </a:pathLst>
          </a:custGeom>
          <a:solidFill>
            <a:srgbClr val="FBD28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" name="object 189" descr=""/>
          <p:cNvSpPr/>
          <p:nvPr/>
        </p:nvSpPr>
        <p:spPr>
          <a:xfrm>
            <a:off x="2034681" y="8712740"/>
            <a:ext cx="84455" cy="58419"/>
          </a:xfrm>
          <a:custGeom>
            <a:avLst/>
            <a:gdLst/>
            <a:ahLst/>
            <a:cxnLst/>
            <a:rect l="l" t="t" r="r" b="b"/>
            <a:pathLst>
              <a:path w="84455" h="58420">
                <a:moveTo>
                  <a:pt x="83871" y="0"/>
                </a:moveTo>
                <a:lnTo>
                  <a:pt x="0" y="0"/>
                </a:lnTo>
                <a:lnTo>
                  <a:pt x="0" y="57893"/>
                </a:lnTo>
                <a:lnTo>
                  <a:pt x="83871" y="57893"/>
                </a:lnTo>
                <a:lnTo>
                  <a:pt x="83871" y="0"/>
                </a:lnTo>
                <a:close/>
              </a:path>
            </a:pathLst>
          </a:custGeom>
          <a:solidFill>
            <a:srgbClr val="FBD28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" name="object 190" descr=""/>
          <p:cNvSpPr/>
          <p:nvPr/>
        </p:nvSpPr>
        <p:spPr>
          <a:xfrm>
            <a:off x="2331415" y="9051996"/>
            <a:ext cx="111760" cy="58419"/>
          </a:xfrm>
          <a:custGeom>
            <a:avLst/>
            <a:gdLst/>
            <a:ahLst/>
            <a:cxnLst/>
            <a:rect l="l" t="t" r="r" b="b"/>
            <a:pathLst>
              <a:path w="111760" h="58420">
                <a:moveTo>
                  <a:pt x="111336" y="0"/>
                </a:moveTo>
                <a:lnTo>
                  <a:pt x="0" y="0"/>
                </a:lnTo>
                <a:lnTo>
                  <a:pt x="0" y="57893"/>
                </a:lnTo>
                <a:lnTo>
                  <a:pt x="111336" y="57893"/>
                </a:lnTo>
                <a:lnTo>
                  <a:pt x="111336" y="0"/>
                </a:lnTo>
                <a:close/>
              </a:path>
            </a:pathLst>
          </a:custGeom>
          <a:solidFill>
            <a:srgbClr val="FBD28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" name="object 191" descr=""/>
          <p:cNvSpPr/>
          <p:nvPr/>
        </p:nvSpPr>
        <p:spPr>
          <a:xfrm>
            <a:off x="1490153" y="9239614"/>
            <a:ext cx="36195" cy="33020"/>
          </a:xfrm>
          <a:custGeom>
            <a:avLst/>
            <a:gdLst/>
            <a:ahLst/>
            <a:cxnLst/>
            <a:rect l="l" t="t" r="r" b="b"/>
            <a:pathLst>
              <a:path w="36194" h="33020">
                <a:moveTo>
                  <a:pt x="0" y="32868"/>
                </a:moveTo>
                <a:lnTo>
                  <a:pt x="36166" y="32868"/>
                </a:lnTo>
                <a:lnTo>
                  <a:pt x="36166" y="0"/>
                </a:lnTo>
                <a:lnTo>
                  <a:pt x="0" y="0"/>
                </a:lnTo>
                <a:lnTo>
                  <a:pt x="0" y="32868"/>
                </a:lnTo>
                <a:close/>
              </a:path>
            </a:pathLst>
          </a:custGeom>
          <a:solidFill>
            <a:srgbClr val="E8C07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" name="object 192" descr=""/>
          <p:cNvSpPr/>
          <p:nvPr/>
        </p:nvSpPr>
        <p:spPr>
          <a:xfrm>
            <a:off x="1305677" y="9080948"/>
            <a:ext cx="114300" cy="58419"/>
          </a:xfrm>
          <a:custGeom>
            <a:avLst/>
            <a:gdLst/>
            <a:ahLst/>
            <a:cxnLst/>
            <a:rect l="l" t="t" r="r" b="b"/>
            <a:pathLst>
              <a:path w="114300" h="58420">
                <a:moveTo>
                  <a:pt x="113787" y="0"/>
                </a:moveTo>
                <a:lnTo>
                  <a:pt x="0" y="0"/>
                </a:lnTo>
                <a:lnTo>
                  <a:pt x="0" y="57893"/>
                </a:lnTo>
                <a:lnTo>
                  <a:pt x="113787" y="57893"/>
                </a:lnTo>
                <a:lnTo>
                  <a:pt x="113787" y="0"/>
                </a:lnTo>
                <a:close/>
              </a:path>
            </a:pathLst>
          </a:custGeom>
          <a:solidFill>
            <a:srgbClr val="E8C07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" name="object 193" descr=""/>
          <p:cNvSpPr/>
          <p:nvPr/>
        </p:nvSpPr>
        <p:spPr>
          <a:xfrm>
            <a:off x="975739" y="9109890"/>
            <a:ext cx="94615" cy="58419"/>
          </a:xfrm>
          <a:custGeom>
            <a:avLst/>
            <a:gdLst/>
            <a:ahLst/>
            <a:cxnLst/>
            <a:rect l="l" t="t" r="r" b="b"/>
            <a:pathLst>
              <a:path w="94615" h="58420">
                <a:moveTo>
                  <a:pt x="94206" y="0"/>
                </a:moveTo>
                <a:lnTo>
                  <a:pt x="0" y="0"/>
                </a:lnTo>
                <a:lnTo>
                  <a:pt x="0" y="57893"/>
                </a:lnTo>
                <a:lnTo>
                  <a:pt x="94206" y="57893"/>
                </a:lnTo>
                <a:lnTo>
                  <a:pt x="94206" y="0"/>
                </a:lnTo>
                <a:close/>
              </a:path>
            </a:pathLst>
          </a:custGeom>
          <a:solidFill>
            <a:srgbClr val="E8C07B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94" name="object 194" descr=""/>
          <p:cNvGrpSpPr/>
          <p:nvPr/>
        </p:nvGrpSpPr>
        <p:grpSpPr>
          <a:xfrm>
            <a:off x="1564993" y="9158120"/>
            <a:ext cx="160020" cy="38100"/>
            <a:chOff x="1564993" y="9158120"/>
            <a:chExt cx="160020" cy="38100"/>
          </a:xfrm>
        </p:grpSpPr>
        <p:sp>
          <p:nvSpPr>
            <p:cNvPr id="195" name="object 195" descr=""/>
            <p:cNvSpPr/>
            <p:nvPr/>
          </p:nvSpPr>
          <p:spPr>
            <a:xfrm>
              <a:off x="1564993" y="9162292"/>
              <a:ext cx="160020" cy="31750"/>
            </a:xfrm>
            <a:custGeom>
              <a:avLst/>
              <a:gdLst/>
              <a:ahLst/>
              <a:cxnLst/>
              <a:rect l="l" t="t" r="r" b="b"/>
              <a:pathLst>
                <a:path w="160019" h="31750">
                  <a:moveTo>
                    <a:pt x="155992" y="0"/>
                  </a:moveTo>
                  <a:lnTo>
                    <a:pt x="4279" y="0"/>
                  </a:lnTo>
                  <a:lnTo>
                    <a:pt x="1069" y="7819"/>
                  </a:lnTo>
                  <a:lnTo>
                    <a:pt x="0" y="15636"/>
                  </a:lnTo>
                  <a:lnTo>
                    <a:pt x="1069" y="23452"/>
                  </a:lnTo>
                  <a:lnTo>
                    <a:pt x="4279" y="31266"/>
                  </a:lnTo>
                  <a:lnTo>
                    <a:pt x="155992" y="31266"/>
                  </a:lnTo>
                  <a:lnTo>
                    <a:pt x="158749" y="23452"/>
                  </a:lnTo>
                  <a:lnTo>
                    <a:pt x="159667" y="15636"/>
                  </a:lnTo>
                  <a:lnTo>
                    <a:pt x="158749" y="7819"/>
                  </a:lnTo>
                  <a:lnTo>
                    <a:pt x="155992" y="0"/>
                  </a:lnTo>
                  <a:close/>
                </a:path>
              </a:pathLst>
            </a:custGeom>
            <a:solidFill>
              <a:srgbClr val="795D2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 descr=""/>
            <p:cNvSpPr/>
            <p:nvPr/>
          </p:nvSpPr>
          <p:spPr>
            <a:xfrm>
              <a:off x="1626310" y="9158120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30" h="38100">
                  <a:moveTo>
                    <a:pt x="19297" y="0"/>
                  </a:moveTo>
                  <a:lnTo>
                    <a:pt x="6397" y="3800"/>
                  </a:lnTo>
                  <a:lnTo>
                    <a:pt x="0" y="20145"/>
                  </a:lnTo>
                  <a:lnTo>
                    <a:pt x="1549" y="27789"/>
                  </a:lnTo>
                  <a:lnTo>
                    <a:pt x="7811" y="37621"/>
                  </a:lnTo>
                  <a:lnTo>
                    <a:pt x="8774" y="37883"/>
                  </a:lnTo>
                  <a:lnTo>
                    <a:pt x="9968" y="37883"/>
                  </a:lnTo>
                  <a:lnTo>
                    <a:pt x="10963" y="37883"/>
                  </a:lnTo>
                  <a:lnTo>
                    <a:pt x="11905" y="37758"/>
                  </a:lnTo>
                  <a:lnTo>
                    <a:pt x="27674" y="17612"/>
                  </a:lnTo>
                  <a:lnTo>
                    <a:pt x="24564" y="34449"/>
                  </a:lnTo>
                  <a:lnTo>
                    <a:pt x="25716" y="36103"/>
                  </a:lnTo>
                  <a:lnTo>
                    <a:pt x="29203" y="36710"/>
                  </a:lnTo>
                  <a:lnTo>
                    <a:pt x="30836" y="35611"/>
                  </a:lnTo>
                  <a:lnTo>
                    <a:pt x="36564" y="4680"/>
                  </a:lnTo>
                  <a:lnTo>
                    <a:pt x="35789" y="3277"/>
                  </a:lnTo>
                  <a:lnTo>
                    <a:pt x="33098" y="2136"/>
                  </a:lnTo>
                  <a:lnTo>
                    <a:pt x="31517" y="2533"/>
                  </a:lnTo>
                  <a:lnTo>
                    <a:pt x="10376" y="29768"/>
                  </a:lnTo>
                  <a:lnTo>
                    <a:pt x="7654" y="24271"/>
                  </a:lnTo>
                  <a:lnTo>
                    <a:pt x="7057" y="19517"/>
                  </a:lnTo>
                  <a:lnTo>
                    <a:pt x="11193" y="8952"/>
                  </a:lnTo>
                  <a:lnTo>
                    <a:pt x="21098" y="5947"/>
                  </a:lnTo>
                  <a:lnTo>
                    <a:pt x="22062" y="4230"/>
                  </a:lnTo>
                  <a:lnTo>
                    <a:pt x="21067" y="942"/>
                  </a:lnTo>
                  <a:lnTo>
                    <a:pt x="1929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7" name="object 197" descr=""/>
          <p:cNvGrpSpPr/>
          <p:nvPr/>
        </p:nvGrpSpPr>
        <p:grpSpPr>
          <a:xfrm>
            <a:off x="2611030" y="8906572"/>
            <a:ext cx="3460750" cy="1163955"/>
            <a:chOff x="2611030" y="8906572"/>
            <a:chExt cx="3460750" cy="1163955"/>
          </a:xfrm>
        </p:grpSpPr>
        <p:sp>
          <p:nvSpPr>
            <p:cNvPr id="198" name="object 198" descr=""/>
            <p:cNvSpPr/>
            <p:nvPr/>
          </p:nvSpPr>
          <p:spPr>
            <a:xfrm>
              <a:off x="4005327" y="9366569"/>
              <a:ext cx="666750" cy="527685"/>
            </a:xfrm>
            <a:custGeom>
              <a:avLst/>
              <a:gdLst/>
              <a:ahLst/>
              <a:cxnLst/>
              <a:rect l="l" t="t" r="r" b="b"/>
              <a:pathLst>
                <a:path w="666750" h="527684">
                  <a:moveTo>
                    <a:pt x="330492" y="0"/>
                  </a:moveTo>
                  <a:lnTo>
                    <a:pt x="259880" y="14026"/>
                  </a:lnTo>
                  <a:lnTo>
                    <a:pt x="194247" y="54213"/>
                  </a:lnTo>
                  <a:lnTo>
                    <a:pt x="163759" y="83231"/>
                  </a:lnTo>
                  <a:lnTo>
                    <a:pt x="135067" y="117726"/>
                  </a:lnTo>
                  <a:lnTo>
                    <a:pt x="108356" y="157343"/>
                  </a:lnTo>
                  <a:lnTo>
                    <a:pt x="83811" y="201728"/>
                  </a:lnTo>
                  <a:lnTo>
                    <a:pt x="61614" y="250526"/>
                  </a:lnTo>
                  <a:lnTo>
                    <a:pt x="41951" y="303383"/>
                  </a:lnTo>
                  <a:lnTo>
                    <a:pt x="25005" y="359944"/>
                  </a:lnTo>
                  <a:lnTo>
                    <a:pt x="10960" y="419854"/>
                  </a:lnTo>
                  <a:lnTo>
                    <a:pt x="0" y="482760"/>
                  </a:lnTo>
                  <a:lnTo>
                    <a:pt x="16979" y="430920"/>
                  </a:lnTo>
                  <a:lnTo>
                    <a:pt x="37184" y="382371"/>
                  </a:lnTo>
                  <a:lnTo>
                    <a:pt x="60393" y="337460"/>
                  </a:lnTo>
                  <a:lnTo>
                    <a:pt x="86385" y="296534"/>
                  </a:lnTo>
                  <a:lnTo>
                    <a:pt x="114938" y="259940"/>
                  </a:lnTo>
                  <a:lnTo>
                    <a:pt x="145830" y="228024"/>
                  </a:lnTo>
                  <a:lnTo>
                    <a:pt x="178840" y="201134"/>
                  </a:lnTo>
                  <a:lnTo>
                    <a:pt x="213746" y="179615"/>
                  </a:lnTo>
                  <a:lnTo>
                    <a:pt x="250326" y="163815"/>
                  </a:lnTo>
                  <a:lnTo>
                    <a:pt x="288359" y="154081"/>
                  </a:lnTo>
                  <a:lnTo>
                    <a:pt x="327623" y="150759"/>
                  </a:lnTo>
                  <a:lnTo>
                    <a:pt x="366299" y="153982"/>
                  </a:lnTo>
                  <a:lnTo>
                    <a:pt x="403787" y="163427"/>
                  </a:lnTo>
                  <a:lnTo>
                    <a:pt x="439873" y="178766"/>
                  </a:lnTo>
                  <a:lnTo>
                    <a:pt x="474345" y="199666"/>
                  </a:lnTo>
                  <a:lnTo>
                    <a:pt x="506993" y="225796"/>
                  </a:lnTo>
                  <a:lnTo>
                    <a:pt x="537604" y="256825"/>
                  </a:lnTo>
                  <a:lnTo>
                    <a:pt x="565965" y="292423"/>
                  </a:lnTo>
                  <a:lnTo>
                    <a:pt x="591866" y="332258"/>
                  </a:lnTo>
                  <a:lnTo>
                    <a:pt x="615093" y="375998"/>
                  </a:lnTo>
                  <a:lnTo>
                    <a:pt x="635436" y="423314"/>
                  </a:lnTo>
                  <a:lnTo>
                    <a:pt x="652681" y="473873"/>
                  </a:lnTo>
                  <a:lnTo>
                    <a:pt x="666618" y="527345"/>
                  </a:lnTo>
                  <a:lnTo>
                    <a:pt x="658114" y="464026"/>
                  </a:lnTo>
                  <a:lnTo>
                    <a:pt x="646538" y="403329"/>
                  </a:lnTo>
                  <a:lnTo>
                    <a:pt x="632062" y="345586"/>
                  </a:lnTo>
                  <a:lnTo>
                    <a:pt x="614857" y="291126"/>
                  </a:lnTo>
                  <a:lnTo>
                    <a:pt x="595096" y="240282"/>
                  </a:lnTo>
                  <a:lnTo>
                    <a:pt x="572948" y="193384"/>
                  </a:lnTo>
                  <a:lnTo>
                    <a:pt x="548588" y="150763"/>
                  </a:lnTo>
                  <a:lnTo>
                    <a:pt x="522184" y="112751"/>
                  </a:lnTo>
                  <a:lnTo>
                    <a:pt x="493911" y="79679"/>
                  </a:lnTo>
                  <a:lnTo>
                    <a:pt x="463938" y="51877"/>
                  </a:lnTo>
                  <a:lnTo>
                    <a:pt x="432439" y="29677"/>
                  </a:lnTo>
                  <a:lnTo>
                    <a:pt x="365544" y="3407"/>
                  </a:lnTo>
                  <a:lnTo>
                    <a:pt x="330492" y="0"/>
                  </a:lnTo>
                  <a:close/>
                </a:path>
              </a:pathLst>
            </a:custGeom>
            <a:solidFill>
              <a:srgbClr val="9B7A3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 descr=""/>
            <p:cNvSpPr/>
            <p:nvPr/>
          </p:nvSpPr>
          <p:spPr>
            <a:xfrm>
              <a:off x="4330039" y="9366780"/>
              <a:ext cx="349250" cy="697865"/>
            </a:xfrm>
            <a:custGeom>
              <a:avLst/>
              <a:gdLst/>
              <a:ahLst/>
              <a:cxnLst/>
              <a:rect l="l" t="t" r="r" b="b"/>
              <a:pathLst>
                <a:path w="349250" h="697865">
                  <a:moveTo>
                    <a:pt x="3088" y="0"/>
                  </a:moveTo>
                  <a:lnTo>
                    <a:pt x="0" y="20"/>
                  </a:lnTo>
                  <a:lnTo>
                    <a:pt x="0" y="697518"/>
                  </a:lnTo>
                  <a:lnTo>
                    <a:pt x="348334" y="697518"/>
                  </a:lnTo>
                  <a:lnTo>
                    <a:pt x="348625" y="688707"/>
                  </a:lnTo>
                  <a:lnTo>
                    <a:pt x="348834" y="679284"/>
                  </a:lnTo>
                  <a:lnTo>
                    <a:pt x="348962" y="669383"/>
                  </a:lnTo>
                  <a:lnTo>
                    <a:pt x="349005" y="659142"/>
                  </a:lnTo>
                  <a:lnTo>
                    <a:pt x="348552" y="625232"/>
                  </a:lnTo>
                  <a:lnTo>
                    <a:pt x="344985" y="559977"/>
                  </a:lnTo>
                  <a:lnTo>
                    <a:pt x="333362" y="464253"/>
                  </a:lnTo>
                  <a:lnTo>
                    <a:pt x="321676" y="403547"/>
                  </a:lnTo>
                  <a:lnTo>
                    <a:pt x="307031" y="345789"/>
                  </a:lnTo>
                  <a:lnTo>
                    <a:pt x="289609" y="291311"/>
                  </a:lnTo>
                  <a:lnTo>
                    <a:pt x="269596" y="240445"/>
                  </a:lnTo>
                  <a:lnTo>
                    <a:pt x="247173" y="193523"/>
                  </a:lnTo>
                  <a:lnTo>
                    <a:pt x="222525" y="150878"/>
                  </a:lnTo>
                  <a:lnTo>
                    <a:pt x="195836" y="112842"/>
                  </a:lnTo>
                  <a:lnTo>
                    <a:pt x="167287" y="79746"/>
                  </a:lnTo>
                  <a:lnTo>
                    <a:pt x="137064" y="51923"/>
                  </a:lnTo>
                  <a:lnTo>
                    <a:pt x="105349" y="29705"/>
                  </a:lnTo>
                  <a:lnTo>
                    <a:pt x="38178" y="3411"/>
                  </a:lnTo>
                  <a:lnTo>
                    <a:pt x="3088" y="0"/>
                  </a:lnTo>
                  <a:close/>
                </a:path>
              </a:pathLst>
            </a:custGeom>
            <a:solidFill>
              <a:srgbClr val="83582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 descr=""/>
            <p:cNvSpPr/>
            <p:nvPr/>
          </p:nvSpPr>
          <p:spPr>
            <a:xfrm>
              <a:off x="4386415" y="9375920"/>
              <a:ext cx="187960" cy="688975"/>
            </a:xfrm>
            <a:custGeom>
              <a:avLst/>
              <a:gdLst/>
              <a:ahLst/>
              <a:cxnLst/>
              <a:rect l="l" t="t" r="r" b="b"/>
              <a:pathLst>
                <a:path w="187960" h="688975">
                  <a:moveTo>
                    <a:pt x="60147" y="28346"/>
                  </a:moveTo>
                  <a:lnTo>
                    <a:pt x="17576" y="5842"/>
                  </a:lnTo>
                  <a:lnTo>
                    <a:pt x="0" y="0"/>
                  </a:lnTo>
                  <a:lnTo>
                    <a:pt x="0" y="688378"/>
                  </a:lnTo>
                  <a:lnTo>
                    <a:pt x="60147" y="688378"/>
                  </a:lnTo>
                  <a:lnTo>
                    <a:pt x="60147" y="28346"/>
                  </a:lnTo>
                  <a:close/>
                </a:path>
                <a:path w="187960" h="688975">
                  <a:moveTo>
                    <a:pt x="187947" y="179171"/>
                  </a:moveTo>
                  <a:lnTo>
                    <a:pt x="173850" y="156476"/>
                  </a:lnTo>
                  <a:lnTo>
                    <a:pt x="159753" y="135051"/>
                  </a:lnTo>
                  <a:lnTo>
                    <a:pt x="145656" y="114922"/>
                  </a:lnTo>
                  <a:lnTo>
                    <a:pt x="131559" y="96113"/>
                  </a:lnTo>
                  <a:lnTo>
                    <a:pt x="131559" y="688378"/>
                  </a:lnTo>
                  <a:lnTo>
                    <a:pt x="187947" y="688378"/>
                  </a:lnTo>
                  <a:lnTo>
                    <a:pt x="187947" y="179171"/>
                  </a:lnTo>
                  <a:close/>
                </a:path>
              </a:pathLst>
            </a:custGeom>
            <a:solidFill>
              <a:srgbClr val="976D3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 descr=""/>
            <p:cNvSpPr/>
            <p:nvPr/>
          </p:nvSpPr>
          <p:spPr>
            <a:xfrm>
              <a:off x="3988731" y="9366780"/>
              <a:ext cx="341630" cy="697865"/>
            </a:xfrm>
            <a:custGeom>
              <a:avLst/>
              <a:gdLst/>
              <a:ahLst/>
              <a:cxnLst/>
              <a:rect l="l" t="t" r="r" b="b"/>
              <a:pathLst>
                <a:path w="341629" h="697865">
                  <a:moveTo>
                    <a:pt x="341308" y="0"/>
                  </a:moveTo>
                  <a:lnTo>
                    <a:pt x="272385" y="13423"/>
                  </a:lnTo>
                  <a:lnTo>
                    <a:pt x="208266" y="51923"/>
                  </a:lnTo>
                  <a:lnTo>
                    <a:pt x="178427" y="79746"/>
                  </a:lnTo>
                  <a:lnTo>
                    <a:pt x="150291" y="112842"/>
                  </a:lnTo>
                  <a:lnTo>
                    <a:pt x="124026" y="150878"/>
                  </a:lnTo>
                  <a:lnTo>
                    <a:pt x="99798" y="193523"/>
                  </a:lnTo>
                  <a:lnTo>
                    <a:pt x="77776" y="240445"/>
                  </a:lnTo>
                  <a:lnTo>
                    <a:pt x="58126" y="291311"/>
                  </a:lnTo>
                  <a:lnTo>
                    <a:pt x="41016" y="345789"/>
                  </a:lnTo>
                  <a:lnTo>
                    <a:pt x="26612" y="403547"/>
                  </a:lnTo>
                  <a:lnTo>
                    <a:pt x="15084" y="464253"/>
                  </a:lnTo>
                  <a:lnTo>
                    <a:pt x="6596" y="527575"/>
                  </a:lnTo>
                  <a:lnTo>
                    <a:pt x="1547" y="592353"/>
                  </a:lnTo>
                  <a:lnTo>
                    <a:pt x="0" y="659142"/>
                  </a:lnTo>
                  <a:lnTo>
                    <a:pt x="124" y="669383"/>
                  </a:lnTo>
                  <a:lnTo>
                    <a:pt x="1193" y="697518"/>
                  </a:lnTo>
                  <a:lnTo>
                    <a:pt x="341308" y="697518"/>
                  </a:lnTo>
                  <a:lnTo>
                    <a:pt x="341308" y="0"/>
                  </a:lnTo>
                  <a:close/>
                </a:path>
              </a:pathLst>
            </a:custGeom>
            <a:solidFill>
              <a:srgbClr val="83582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 descr=""/>
            <p:cNvSpPr/>
            <p:nvPr/>
          </p:nvSpPr>
          <p:spPr>
            <a:xfrm>
              <a:off x="4089463" y="9375920"/>
              <a:ext cx="187960" cy="688975"/>
            </a:xfrm>
            <a:custGeom>
              <a:avLst/>
              <a:gdLst/>
              <a:ahLst/>
              <a:cxnLst/>
              <a:rect l="l" t="t" r="r" b="b"/>
              <a:pathLst>
                <a:path w="187960" h="688975">
                  <a:moveTo>
                    <a:pt x="52628" y="96113"/>
                  </a:moveTo>
                  <a:lnTo>
                    <a:pt x="39649" y="114922"/>
                  </a:lnTo>
                  <a:lnTo>
                    <a:pt x="24904" y="135051"/>
                  </a:lnTo>
                  <a:lnTo>
                    <a:pt x="10871" y="156476"/>
                  </a:lnTo>
                  <a:lnTo>
                    <a:pt x="0" y="179171"/>
                  </a:lnTo>
                  <a:lnTo>
                    <a:pt x="0" y="688378"/>
                  </a:lnTo>
                  <a:lnTo>
                    <a:pt x="52628" y="688378"/>
                  </a:lnTo>
                  <a:lnTo>
                    <a:pt x="52628" y="96113"/>
                  </a:lnTo>
                  <a:close/>
                </a:path>
                <a:path w="187960" h="688975">
                  <a:moveTo>
                    <a:pt x="187947" y="0"/>
                  </a:moveTo>
                  <a:lnTo>
                    <a:pt x="140309" y="19646"/>
                  </a:lnTo>
                  <a:lnTo>
                    <a:pt x="127800" y="28346"/>
                  </a:lnTo>
                  <a:lnTo>
                    <a:pt x="127800" y="688378"/>
                  </a:lnTo>
                  <a:lnTo>
                    <a:pt x="187947" y="688378"/>
                  </a:lnTo>
                  <a:lnTo>
                    <a:pt x="187947" y="0"/>
                  </a:lnTo>
                  <a:close/>
                </a:path>
              </a:pathLst>
            </a:custGeom>
            <a:solidFill>
              <a:srgbClr val="976D3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 descr=""/>
            <p:cNvSpPr/>
            <p:nvPr/>
          </p:nvSpPr>
          <p:spPr>
            <a:xfrm>
              <a:off x="3713596" y="8906572"/>
              <a:ext cx="1233170" cy="1158240"/>
            </a:xfrm>
            <a:custGeom>
              <a:avLst/>
              <a:gdLst/>
              <a:ahLst/>
              <a:cxnLst/>
              <a:rect l="l" t="t" r="r" b="b"/>
              <a:pathLst>
                <a:path w="1233170" h="1158240">
                  <a:moveTo>
                    <a:pt x="1232894" y="0"/>
                  </a:moveTo>
                  <a:lnTo>
                    <a:pt x="0" y="0"/>
                  </a:lnTo>
                  <a:lnTo>
                    <a:pt x="0" y="1157723"/>
                  </a:lnTo>
                  <a:lnTo>
                    <a:pt x="279677" y="1157723"/>
                  </a:lnTo>
                  <a:lnTo>
                    <a:pt x="279403" y="1148894"/>
                  </a:lnTo>
                  <a:lnTo>
                    <a:pt x="278996" y="1119222"/>
                  </a:lnTo>
                  <a:lnTo>
                    <a:pt x="279818" y="1073402"/>
                  </a:lnTo>
                  <a:lnTo>
                    <a:pt x="282249" y="1028903"/>
                  </a:lnTo>
                  <a:lnTo>
                    <a:pt x="286236" y="985366"/>
                  </a:lnTo>
                  <a:lnTo>
                    <a:pt x="291729" y="942432"/>
                  </a:lnTo>
                  <a:lnTo>
                    <a:pt x="302689" y="879520"/>
                  </a:lnTo>
                  <a:lnTo>
                    <a:pt x="316734" y="819594"/>
                  </a:lnTo>
                  <a:lnTo>
                    <a:pt x="333680" y="763010"/>
                  </a:lnTo>
                  <a:lnTo>
                    <a:pt x="353344" y="710123"/>
                  </a:lnTo>
                  <a:lnTo>
                    <a:pt x="375540" y="661290"/>
                  </a:lnTo>
                  <a:lnTo>
                    <a:pt x="400086" y="616867"/>
                  </a:lnTo>
                  <a:lnTo>
                    <a:pt x="426796" y="577211"/>
                  </a:lnTo>
                  <a:lnTo>
                    <a:pt x="455488" y="542679"/>
                  </a:lnTo>
                  <a:lnTo>
                    <a:pt x="485977" y="513626"/>
                  </a:lnTo>
                  <a:lnTo>
                    <a:pt x="518078" y="490409"/>
                  </a:lnTo>
                  <a:lnTo>
                    <a:pt x="586385" y="462908"/>
                  </a:lnTo>
                  <a:lnTo>
                    <a:pt x="622221" y="459336"/>
                  </a:lnTo>
                  <a:lnTo>
                    <a:pt x="657273" y="462735"/>
                  </a:lnTo>
                  <a:lnTo>
                    <a:pt x="724168" y="488936"/>
                  </a:lnTo>
                  <a:lnTo>
                    <a:pt x="755668" y="511083"/>
                  </a:lnTo>
                  <a:lnTo>
                    <a:pt x="785640" y="538823"/>
                  </a:lnTo>
                  <a:lnTo>
                    <a:pt x="813914" y="571828"/>
                  </a:lnTo>
                  <a:lnTo>
                    <a:pt x="840317" y="609770"/>
                  </a:lnTo>
                  <a:lnTo>
                    <a:pt x="864678" y="652321"/>
                  </a:lnTo>
                  <a:lnTo>
                    <a:pt x="886825" y="699151"/>
                  </a:lnTo>
                  <a:lnTo>
                    <a:pt x="906587" y="749934"/>
                  </a:lnTo>
                  <a:lnTo>
                    <a:pt x="923791" y="804341"/>
                  </a:lnTo>
                  <a:lnTo>
                    <a:pt x="938268" y="862043"/>
                  </a:lnTo>
                  <a:lnTo>
                    <a:pt x="949843" y="922713"/>
                  </a:lnTo>
                  <a:lnTo>
                    <a:pt x="958347" y="986022"/>
                  </a:lnTo>
                  <a:lnTo>
                    <a:pt x="963653" y="1051680"/>
                  </a:lnTo>
                  <a:lnTo>
                    <a:pt x="965457" y="1119348"/>
                  </a:lnTo>
                  <a:lnTo>
                    <a:pt x="965413" y="1129589"/>
                  </a:lnTo>
                  <a:lnTo>
                    <a:pt x="964776" y="1157723"/>
                  </a:lnTo>
                  <a:lnTo>
                    <a:pt x="1232894" y="1157723"/>
                  </a:lnTo>
                  <a:lnTo>
                    <a:pt x="1232894" y="0"/>
                  </a:lnTo>
                  <a:close/>
                </a:path>
              </a:pathLst>
            </a:custGeom>
            <a:solidFill>
              <a:srgbClr val="DBA9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 descr=""/>
            <p:cNvSpPr/>
            <p:nvPr/>
          </p:nvSpPr>
          <p:spPr>
            <a:xfrm>
              <a:off x="3811213" y="9048185"/>
              <a:ext cx="186690" cy="78105"/>
            </a:xfrm>
            <a:custGeom>
              <a:avLst/>
              <a:gdLst/>
              <a:ahLst/>
              <a:cxnLst/>
              <a:rect l="l" t="t" r="r" b="b"/>
              <a:pathLst>
                <a:path w="186689" h="78104">
                  <a:moveTo>
                    <a:pt x="186245" y="0"/>
                  </a:moveTo>
                  <a:lnTo>
                    <a:pt x="0" y="0"/>
                  </a:lnTo>
                  <a:lnTo>
                    <a:pt x="0" y="77673"/>
                  </a:lnTo>
                  <a:lnTo>
                    <a:pt x="186245" y="77673"/>
                  </a:lnTo>
                  <a:lnTo>
                    <a:pt x="186245" y="0"/>
                  </a:lnTo>
                  <a:close/>
                </a:path>
              </a:pathLst>
            </a:custGeom>
            <a:solidFill>
              <a:srgbClr val="E8B35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 descr=""/>
            <p:cNvSpPr/>
            <p:nvPr/>
          </p:nvSpPr>
          <p:spPr>
            <a:xfrm>
              <a:off x="2611018" y="9188011"/>
              <a:ext cx="1118235" cy="882015"/>
            </a:xfrm>
            <a:custGeom>
              <a:avLst/>
              <a:gdLst/>
              <a:ahLst/>
              <a:cxnLst/>
              <a:rect l="l" t="t" r="r" b="b"/>
              <a:pathLst>
                <a:path w="1118235" h="882015">
                  <a:moveTo>
                    <a:pt x="1117714" y="0"/>
                  </a:moveTo>
                  <a:lnTo>
                    <a:pt x="979144" y="0"/>
                  </a:lnTo>
                  <a:lnTo>
                    <a:pt x="979144" y="84480"/>
                  </a:lnTo>
                  <a:lnTo>
                    <a:pt x="872921" y="84480"/>
                  </a:lnTo>
                  <a:lnTo>
                    <a:pt x="872921" y="0"/>
                  </a:lnTo>
                  <a:lnTo>
                    <a:pt x="734352" y="0"/>
                  </a:lnTo>
                  <a:lnTo>
                    <a:pt x="734352" y="84480"/>
                  </a:lnTo>
                  <a:lnTo>
                    <a:pt x="628142" y="84480"/>
                  </a:lnTo>
                  <a:lnTo>
                    <a:pt x="628142" y="0"/>
                  </a:lnTo>
                  <a:lnTo>
                    <a:pt x="489572" y="0"/>
                  </a:lnTo>
                  <a:lnTo>
                    <a:pt x="489572" y="84480"/>
                  </a:lnTo>
                  <a:lnTo>
                    <a:pt x="383349" y="84480"/>
                  </a:lnTo>
                  <a:lnTo>
                    <a:pt x="383349" y="0"/>
                  </a:lnTo>
                  <a:lnTo>
                    <a:pt x="244779" y="0"/>
                  </a:lnTo>
                  <a:lnTo>
                    <a:pt x="244779" y="84480"/>
                  </a:lnTo>
                  <a:lnTo>
                    <a:pt x="138582" y="84480"/>
                  </a:lnTo>
                  <a:lnTo>
                    <a:pt x="138582" y="0"/>
                  </a:lnTo>
                  <a:lnTo>
                    <a:pt x="0" y="0"/>
                  </a:lnTo>
                  <a:lnTo>
                    <a:pt x="0" y="84480"/>
                  </a:lnTo>
                  <a:lnTo>
                    <a:pt x="0" y="103873"/>
                  </a:lnTo>
                  <a:lnTo>
                    <a:pt x="0" y="881913"/>
                  </a:lnTo>
                  <a:lnTo>
                    <a:pt x="1117714" y="881913"/>
                  </a:lnTo>
                  <a:lnTo>
                    <a:pt x="1117714" y="103873"/>
                  </a:lnTo>
                  <a:lnTo>
                    <a:pt x="1117714" y="84480"/>
                  </a:lnTo>
                  <a:lnTo>
                    <a:pt x="1117714" y="0"/>
                  </a:lnTo>
                  <a:close/>
                </a:path>
              </a:pathLst>
            </a:custGeom>
            <a:solidFill>
              <a:srgbClr val="DBA9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 descr=""/>
            <p:cNvSpPr/>
            <p:nvPr/>
          </p:nvSpPr>
          <p:spPr>
            <a:xfrm>
              <a:off x="2760027" y="9464592"/>
              <a:ext cx="800100" cy="137795"/>
            </a:xfrm>
            <a:custGeom>
              <a:avLst/>
              <a:gdLst/>
              <a:ahLst/>
              <a:cxnLst/>
              <a:rect l="l" t="t" r="r" b="b"/>
              <a:pathLst>
                <a:path w="800100" h="137795">
                  <a:moveTo>
                    <a:pt x="61607" y="137375"/>
                  </a:moveTo>
                  <a:lnTo>
                    <a:pt x="59131" y="84188"/>
                  </a:lnTo>
                  <a:lnTo>
                    <a:pt x="52514" y="40500"/>
                  </a:lnTo>
                  <a:lnTo>
                    <a:pt x="42748" y="10896"/>
                  </a:lnTo>
                  <a:lnTo>
                    <a:pt x="30797" y="0"/>
                  </a:lnTo>
                  <a:lnTo>
                    <a:pt x="18859" y="10896"/>
                  </a:lnTo>
                  <a:lnTo>
                    <a:pt x="9093" y="40500"/>
                  </a:lnTo>
                  <a:lnTo>
                    <a:pt x="2476" y="84188"/>
                  </a:lnTo>
                  <a:lnTo>
                    <a:pt x="0" y="137375"/>
                  </a:lnTo>
                  <a:lnTo>
                    <a:pt x="61607" y="137375"/>
                  </a:lnTo>
                  <a:close/>
                </a:path>
                <a:path w="800100" h="137795">
                  <a:moveTo>
                    <a:pt x="440651" y="137375"/>
                  </a:moveTo>
                  <a:lnTo>
                    <a:pt x="438162" y="84188"/>
                  </a:lnTo>
                  <a:lnTo>
                    <a:pt x="431558" y="40500"/>
                  </a:lnTo>
                  <a:lnTo>
                    <a:pt x="421792" y="10896"/>
                  </a:lnTo>
                  <a:lnTo>
                    <a:pt x="409841" y="0"/>
                  </a:lnTo>
                  <a:lnTo>
                    <a:pt x="397903" y="10896"/>
                  </a:lnTo>
                  <a:lnTo>
                    <a:pt x="388137" y="40500"/>
                  </a:lnTo>
                  <a:lnTo>
                    <a:pt x="381520" y="84188"/>
                  </a:lnTo>
                  <a:lnTo>
                    <a:pt x="379044" y="137375"/>
                  </a:lnTo>
                  <a:lnTo>
                    <a:pt x="440651" y="137375"/>
                  </a:lnTo>
                  <a:close/>
                </a:path>
                <a:path w="800100" h="137795">
                  <a:moveTo>
                    <a:pt x="799947" y="137375"/>
                  </a:moveTo>
                  <a:lnTo>
                    <a:pt x="797471" y="84188"/>
                  </a:lnTo>
                  <a:lnTo>
                    <a:pt x="790854" y="40500"/>
                  </a:lnTo>
                  <a:lnTo>
                    <a:pt x="781088" y="10896"/>
                  </a:lnTo>
                  <a:lnTo>
                    <a:pt x="769150" y="0"/>
                  </a:lnTo>
                  <a:lnTo>
                    <a:pt x="757199" y="10896"/>
                  </a:lnTo>
                  <a:lnTo>
                    <a:pt x="747433" y="40500"/>
                  </a:lnTo>
                  <a:lnTo>
                    <a:pt x="740829" y="84188"/>
                  </a:lnTo>
                  <a:lnTo>
                    <a:pt x="738339" y="137375"/>
                  </a:lnTo>
                  <a:lnTo>
                    <a:pt x="799947" y="137375"/>
                  </a:lnTo>
                  <a:close/>
                </a:path>
              </a:pathLst>
            </a:custGeom>
            <a:solidFill>
              <a:srgbClr val="8167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 descr=""/>
            <p:cNvSpPr/>
            <p:nvPr/>
          </p:nvSpPr>
          <p:spPr>
            <a:xfrm>
              <a:off x="2709684" y="9009360"/>
              <a:ext cx="2136775" cy="927735"/>
            </a:xfrm>
            <a:custGeom>
              <a:avLst/>
              <a:gdLst/>
              <a:ahLst/>
              <a:cxnLst/>
              <a:rect l="l" t="t" r="r" b="b"/>
              <a:pathLst>
                <a:path w="2136775" h="927734">
                  <a:moveTo>
                    <a:pt x="186245" y="688911"/>
                  </a:moveTo>
                  <a:lnTo>
                    <a:pt x="0" y="688911"/>
                  </a:lnTo>
                  <a:lnTo>
                    <a:pt x="0" y="780580"/>
                  </a:lnTo>
                  <a:lnTo>
                    <a:pt x="186245" y="780580"/>
                  </a:lnTo>
                  <a:lnTo>
                    <a:pt x="186245" y="688911"/>
                  </a:lnTo>
                  <a:close/>
                </a:path>
                <a:path w="2136775" h="927734">
                  <a:moveTo>
                    <a:pt x="577151" y="835571"/>
                  </a:moveTo>
                  <a:lnTo>
                    <a:pt x="390906" y="835571"/>
                  </a:lnTo>
                  <a:lnTo>
                    <a:pt x="390906" y="927227"/>
                  </a:lnTo>
                  <a:lnTo>
                    <a:pt x="577151" y="927227"/>
                  </a:lnTo>
                  <a:lnTo>
                    <a:pt x="577151" y="835571"/>
                  </a:lnTo>
                  <a:close/>
                </a:path>
                <a:path w="2136775" h="927734">
                  <a:moveTo>
                    <a:pt x="695553" y="372795"/>
                  </a:moveTo>
                  <a:lnTo>
                    <a:pt x="509308" y="372795"/>
                  </a:lnTo>
                  <a:lnTo>
                    <a:pt x="509308" y="464464"/>
                  </a:lnTo>
                  <a:lnTo>
                    <a:pt x="695553" y="464464"/>
                  </a:lnTo>
                  <a:lnTo>
                    <a:pt x="695553" y="372795"/>
                  </a:lnTo>
                  <a:close/>
                </a:path>
                <a:path w="2136775" h="927734">
                  <a:moveTo>
                    <a:pt x="881811" y="643077"/>
                  </a:moveTo>
                  <a:lnTo>
                    <a:pt x="695566" y="643077"/>
                  </a:lnTo>
                  <a:lnTo>
                    <a:pt x="695566" y="734733"/>
                  </a:lnTo>
                  <a:lnTo>
                    <a:pt x="881811" y="734733"/>
                  </a:lnTo>
                  <a:lnTo>
                    <a:pt x="881811" y="643077"/>
                  </a:lnTo>
                  <a:close/>
                </a:path>
                <a:path w="2136775" h="927734">
                  <a:moveTo>
                    <a:pt x="2104275" y="0"/>
                  </a:moveTo>
                  <a:lnTo>
                    <a:pt x="1918030" y="0"/>
                  </a:lnTo>
                  <a:lnTo>
                    <a:pt x="1918030" y="77673"/>
                  </a:lnTo>
                  <a:lnTo>
                    <a:pt x="2104275" y="77673"/>
                  </a:lnTo>
                  <a:lnTo>
                    <a:pt x="2104275" y="0"/>
                  </a:lnTo>
                  <a:close/>
                </a:path>
                <a:path w="2136775" h="927734">
                  <a:moveTo>
                    <a:pt x="2136203" y="440791"/>
                  </a:moveTo>
                  <a:lnTo>
                    <a:pt x="1949958" y="440791"/>
                  </a:lnTo>
                  <a:lnTo>
                    <a:pt x="1949958" y="518464"/>
                  </a:lnTo>
                  <a:lnTo>
                    <a:pt x="2136203" y="518464"/>
                  </a:lnTo>
                  <a:lnTo>
                    <a:pt x="2136203" y="440791"/>
                  </a:lnTo>
                  <a:close/>
                </a:path>
              </a:pathLst>
            </a:custGeom>
            <a:solidFill>
              <a:srgbClr val="E8B35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 descr=""/>
            <p:cNvSpPr/>
            <p:nvPr/>
          </p:nvSpPr>
          <p:spPr>
            <a:xfrm>
              <a:off x="4953762" y="9188011"/>
              <a:ext cx="1118235" cy="882015"/>
            </a:xfrm>
            <a:custGeom>
              <a:avLst/>
              <a:gdLst/>
              <a:ahLst/>
              <a:cxnLst/>
              <a:rect l="l" t="t" r="r" b="b"/>
              <a:pathLst>
                <a:path w="1118235" h="882015">
                  <a:moveTo>
                    <a:pt x="1117701" y="0"/>
                  </a:moveTo>
                  <a:lnTo>
                    <a:pt x="979131" y="0"/>
                  </a:lnTo>
                  <a:lnTo>
                    <a:pt x="979131" y="84480"/>
                  </a:lnTo>
                  <a:lnTo>
                    <a:pt x="872909" y="84480"/>
                  </a:lnTo>
                  <a:lnTo>
                    <a:pt x="872909" y="0"/>
                  </a:lnTo>
                  <a:lnTo>
                    <a:pt x="734339" y="0"/>
                  </a:lnTo>
                  <a:lnTo>
                    <a:pt x="734339" y="84480"/>
                  </a:lnTo>
                  <a:lnTo>
                    <a:pt x="628129" y="84480"/>
                  </a:lnTo>
                  <a:lnTo>
                    <a:pt x="628129" y="0"/>
                  </a:lnTo>
                  <a:lnTo>
                    <a:pt x="489559" y="0"/>
                  </a:lnTo>
                  <a:lnTo>
                    <a:pt x="489559" y="84480"/>
                  </a:lnTo>
                  <a:lnTo>
                    <a:pt x="383349" y="84480"/>
                  </a:lnTo>
                  <a:lnTo>
                    <a:pt x="383349" y="0"/>
                  </a:lnTo>
                  <a:lnTo>
                    <a:pt x="244779" y="0"/>
                  </a:lnTo>
                  <a:lnTo>
                    <a:pt x="244779" y="84480"/>
                  </a:lnTo>
                  <a:lnTo>
                    <a:pt x="138569" y="84480"/>
                  </a:lnTo>
                  <a:lnTo>
                    <a:pt x="138569" y="0"/>
                  </a:lnTo>
                  <a:lnTo>
                    <a:pt x="0" y="0"/>
                  </a:lnTo>
                  <a:lnTo>
                    <a:pt x="0" y="84480"/>
                  </a:lnTo>
                  <a:lnTo>
                    <a:pt x="0" y="103873"/>
                  </a:lnTo>
                  <a:lnTo>
                    <a:pt x="0" y="881913"/>
                  </a:lnTo>
                  <a:lnTo>
                    <a:pt x="1117701" y="881913"/>
                  </a:lnTo>
                  <a:lnTo>
                    <a:pt x="1117701" y="103873"/>
                  </a:lnTo>
                  <a:lnTo>
                    <a:pt x="1117701" y="84480"/>
                  </a:lnTo>
                  <a:lnTo>
                    <a:pt x="1117701" y="0"/>
                  </a:lnTo>
                  <a:close/>
                </a:path>
              </a:pathLst>
            </a:custGeom>
            <a:solidFill>
              <a:srgbClr val="DBA9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 descr=""/>
            <p:cNvSpPr/>
            <p:nvPr/>
          </p:nvSpPr>
          <p:spPr>
            <a:xfrm>
              <a:off x="5102758" y="9464592"/>
              <a:ext cx="800100" cy="137795"/>
            </a:xfrm>
            <a:custGeom>
              <a:avLst/>
              <a:gdLst/>
              <a:ahLst/>
              <a:cxnLst/>
              <a:rect l="l" t="t" r="r" b="b"/>
              <a:pathLst>
                <a:path w="800100" h="137795">
                  <a:moveTo>
                    <a:pt x="61620" y="137375"/>
                  </a:moveTo>
                  <a:lnTo>
                    <a:pt x="59131" y="84188"/>
                  </a:lnTo>
                  <a:lnTo>
                    <a:pt x="52514" y="40500"/>
                  </a:lnTo>
                  <a:lnTo>
                    <a:pt x="42748" y="10896"/>
                  </a:lnTo>
                  <a:lnTo>
                    <a:pt x="30810" y="0"/>
                  </a:lnTo>
                  <a:lnTo>
                    <a:pt x="18872" y="10896"/>
                  </a:lnTo>
                  <a:lnTo>
                    <a:pt x="9105" y="40500"/>
                  </a:lnTo>
                  <a:lnTo>
                    <a:pt x="2489" y="84188"/>
                  </a:lnTo>
                  <a:lnTo>
                    <a:pt x="0" y="137375"/>
                  </a:lnTo>
                  <a:lnTo>
                    <a:pt x="61620" y="137375"/>
                  </a:lnTo>
                  <a:close/>
                </a:path>
                <a:path w="800100" h="137795">
                  <a:moveTo>
                    <a:pt x="440651" y="137375"/>
                  </a:moveTo>
                  <a:lnTo>
                    <a:pt x="438175" y="84188"/>
                  </a:lnTo>
                  <a:lnTo>
                    <a:pt x="431558" y="40500"/>
                  </a:lnTo>
                  <a:lnTo>
                    <a:pt x="421792" y="10896"/>
                  </a:lnTo>
                  <a:lnTo>
                    <a:pt x="409854" y="0"/>
                  </a:lnTo>
                  <a:lnTo>
                    <a:pt x="397903" y="10896"/>
                  </a:lnTo>
                  <a:lnTo>
                    <a:pt x="388137" y="40500"/>
                  </a:lnTo>
                  <a:lnTo>
                    <a:pt x="381533" y="84188"/>
                  </a:lnTo>
                  <a:lnTo>
                    <a:pt x="379044" y="137375"/>
                  </a:lnTo>
                  <a:lnTo>
                    <a:pt x="440651" y="137375"/>
                  </a:lnTo>
                  <a:close/>
                </a:path>
                <a:path w="800100" h="137795">
                  <a:moveTo>
                    <a:pt x="799960" y="137375"/>
                  </a:moveTo>
                  <a:lnTo>
                    <a:pt x="797471" y="84188"/>
                  </a:lnTo>
                  <a:lnTo>
                    <a:pt x="790854" y="40500"/>
                  </a:lnTo>
                  <a:lnTo>
                    <a:pt x="781100" y="10896"/>
                  </a:lnTo>
                  <a:lnTo>
                    <a:pt x="769150" y="0"/>
                  </a:lnTo>
                  <a:lnTo>
                    <a:pt x="757212" y="10896"/>
                  </a:lnTo>
                  <a:lnTo>
                    <a:pt x="747445" y="40500"/>
                  </a:lnTo>
                  <a:lnTo>
                    <a:pt x="740829" y="84188"/>
                  </a:lnTo>
                  <a:lnTo>
                    <a:pt x="738352" y="137375"/>
                  </a:lnTo>
                  <a:lnTo>
                    <a:pt x="799960" y="137375"/>
                  </a:lnTo>
                  <a:close/>
                </a:path>
              </a:pathLst>
            </a:custGeom>
            <a:solidFill>
              <a:srgbClr val="8167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 descr=""/>
            <p:cNvSpPr/>
            <p:nvPr/>
          </p:nvSpPr>
          <p:spPr>
            <a:xfrm>
              <a:off x="5105425" y="9338481"/>
              <a:ext cx="920750" cy="516890"/>
            </a:xfrm>
            <a:custGeom>
              <a:avLst/>
              <a:gdLst/>
              <a:ahLst/>
              <a:cxnLst/>
              <a:rect l="l" t="t" r="r" b="b"/>
              <a:pathLst>
                <a:path w="920750" h="516890">
                  <a:moveTo>
                    <a:pt x="186245" y="424713"/>
                  </a:moveTo>
                  <a:lnTo>
                    <a:pt x="0" y="424713"/>
                  </a:lnTo>
                  <a:lnTo>
                    <a:pt x="0" y="516382"/>
                  </a:lnTo>
                  <a:lnTo>
                    <a:pt x="186245" y="516382"/>
                  </a:lnTo>
                  <a:lnTo>
                    <a:pt x="186245" y="424713"/>
                  </a:lnTo>
                  <a:close/>
                </a:path>
                <a:path w="920750" h="516890">
                  <a:moveTo>
                    <a:pt x="279361" y="26746"/>
                  </a:moveTo>
                  <a:lnTo>
                    <a:pt x="93116" y="26746"/>
                  </a:lnTo>
                  <a:lnTo>
                    <a:pt x="93116" y="118414"/>
                  </a:lnTo>
                  <a:lnTo>
                    <a:pt x="279361" y="118414"/>
                  </a:lnTo>
                  <a:lnTo>
                    <a:pt x="279361" y="26746"/>
                  </a:lnTo>
                  <a:close/>
                </a:path>
                <a:path w="920750" h="516890">
                  <a:moveTo>
                    <a:pt x="633234" y="378879"/>
                  </a:moveTo>
                  <a:lnTo>
                    <a:pt x="446989" y="378879"/>
                  </a:lnTo>
                  <a:lnTo>
                    <a:pt x="446989" y="470547"/>
                  </a:lnTo>
                  <a:lnTo>
                    <a:pt x="633234" y="470547"/>
                  </a:lnTo>
                  <a:lnTo>
                    <a:pt x="633234" y="378879"/>
                  </a:lnTo>
                  <a:close/>
                </a:path>
                <a:path w="920750" h="516890">
                  <a:moveTo>
                    <a:pt x="920597" y="0"/>
                  </a:moveTo>
                  <a:lnTo>
                    <a:pt x="734352" y="0"/>
                  </a:lnTo>
                  <a:lnTo>
                    <a:pt x="734352" y="91668"/>
                  </a:lnTo>
                  <a:lnTo>
                    <a:pt x="920597" y="91668"/>
                  </a:lnTo>
                  <a:lnTo>
                    <a:pt x="920597" y="0"/>
                  </a:lnTo>
                  <a:close/>
                </a:path>
              </a:pathLst>
            </a:custGeom>
            <a:solidFill>
              <a:srgbClr val="E8B35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1" name="object 211" descr=""/>
          <p:cNvGrpSpPr/>
          <p:nvPr/>
        </p:nvGrpSpPr>
        <p:grpSpPr>
          <a:xfrm>
            <a:off x="6712120" y="9188002"/>
            <a:ext cx="1118235" cy="882015"/>
            <a:chOff x="6712120" y="9188002"/>
            <a:chExt cx="1118235" cy="882015"/>
          </a:xfrm>
        </p:grpSpPr>
        <p:sp>
          <p:nvSpPr>
            <p:cNvPr id="212" name="object 212" descr=""/>
            <p:cNvSpPr/>
            <p:nvPr/>
          </p:nvSpPr>
          <p:spPr>
            <a:xfrm>
              <a:off x="6712115" y="9188011"/>
              <a:ext cx="1118235" cy="882015"/>
            </a:xfrm>
            <a:custGeom>
              <a:avLst/>
              <a:gdLst/>
              <a:ahLst/>
              <a:cxnLst/>
              <a:rect l="l" t="t" r="r" b="b"/>
              <a:pathLst>
                <a:path w="1118234" h="882015">
                  <a:moveTo>
                    <a:pt x="1117701" y="0"/>
                  </a:moveTo>
                  <a:lnTo>
                    <a:pt x="979131" y="0"/>
                  </a:lnTo>
                  <a:lnTo>
                    <a:pt x="979131" y="84480"/>
                  </a:lnTo>
                  <a:lnTo>
                    <a:pt x="872921" y="84480"/>
                  </a:lnTo>
                  <a:lnTo>
                    <a:pt x="872921" y="0"/>
                  </a:lnTo>
                  <a:lnTo>
                    <a:pt x="734352" y="0"/>
                  </a:lnTo>
                  <a:lnTo>
                    <a:pt x="734352" y="84480"/>
                  </a:lnTo>
                  <a:lnTo>
                    <a:pt x="628142" y="84480"/>
                  </a:lnTo>
                  <a:lnTo>
                    <a:pt x="628142" y="0"/>
                  </a:lnTo>
                  <a:lnTo>
                    <a:pt x="489559" y="0"/>
                  </a:lnTo>
                  <a:lnTo>
                    <a:pt x="489559" y="84480"/>
                  </a:lnTo>
                  <a:lnTo>
                    <a:pt x="383362" y="84480"/>
                  </a:lnTo>
                  <a:lnTo>
                    <a:pt x="383362" y="0"/>
                  </a:lnTo>
                  <a:lnTo>
                    <a:pt x="244792" y="0"/>
                  </a:lnTo>
                  <a:lnTo>
                    <a:pt x="244792" y="84480"/>
                  </a:lnTo>
                  <a:lnTo>
                    <a:pt x="138569" y="84480"/>
                  </a:lnTo>
                  <a:lnTo>
                    <a:pt x="138569" y="0"/>
                  </a:lnTo>
                  <a:lnTo>
                    <a:pt x="0" y="0"/>
                  </a:lnTo>
                  <a:lnTo>
                    <a:pt x="0" y="84480"/>
                  </a:lnTo>
                  <a:lnTo>
                    <a:pt x="0" y="103873"/>
                  </a:lnTo>
                  <a:lnTo>
                    <a:pt x="0" y="881913"/>
                  </a:lnTo>
                  <a:lnTo>
                    <a:pt x="1117701" y="881913"/>
                  </a:lnTo>
                  <a:lnTo>
                    <a:pt x="1117701" y="103873"/>
                  </a:lnTo>
                  <a:lnTo>
                    <a:pt x="1117701" y="84480"/>
                  </a:lnTo>
                  <a:lnTo>
                    <a:pt x="1117701" y="0"/>
                  </a:lnTo>
                  <a:close/>
                </a:path>
              </a:pathLst>
            </a:custGeom>
            <a:solidFill>
              <a:srgbClr val="DBA9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 descr=""/>
            <p:cNvSpPr/>
            <p:nvPr/>
          </p:nvSpPr>
          <p:spPr>
            <a:xfrm>
              <a:off x="6861124" y="9464592"/>
              <a:ext cx="800100" cy="137795"/>
            </a:xfrm>
            <a:custGeom>
              <a:avLst/>
              <a:gdLst/>
              <a:ahLst/>
              <a:cxnLst/>
              <a:rect l="l" t="t" r="r" b="b"/>
              <a:pathLst>
                <a:path w="800100" h="137795">
                  <a:moveTo>
                    <a:pt x="61607" y="137375"/>
                  </a:moveTo>
                  <a:lnTo>
                    <a:pt x="59118" y="84188"/>
                  </a:lnTo>
                  <a:lnTo>
                    <a:pt x="52514" y="40500"/>
                  </a:lnTo>
                  <a:lnTo>
                    <a:pt x="42748" y="10896"/>
                  </a:lnTo>
                  <a:lnTo>
                    <a:pt x="30797" y="0"/>
                  </a:lnTo>
                  <a:lnTo>
                    <a:pt x="18859" y="10896"/>
                  </a:lnTo>
                  <a:lnTo>
                    <a:pt x="9093" y="40500"/>
                  </a:lnTo>
                  <a:lnTo>
                    <a:pt x="2476" y="84188"/>
                  </a:lnTo>
                  <a:lnTo>
                    <a:pt x="0" y="137375"/>
                  </a:lnTo>
                  <a:lnTo>
                    <a:pt x="61607" y="137375"/>
                  </a:lnTo>
                  <a:close/>
                </a:path>
                <a:path w="800100" h="137795">
                  <a:moveTo>
                    <a:pt x="440651" y="137375"/>
                  </a:moveTo>
                  <a:lnTo>
                    <a:pt x="438162" y="84188"/>
                  </a:lnTo>
                  <a:lnTo>
                    <a:pt x="431558" y="40500"/>
                  </a:lnTo>
                  <a:lnTo>
                    <a:pt x="421792" y="10896"/>
                  </a:lnTo>
                  <a:lnTo>
                    <a:pt x="409841" y="0"/>
                  </a:lnTo>
                  <a:lnTo>
                    <a:pt x="397903" y="10896"/>
                  </a:lnTo>
                  <a:lnTo>
                    <a:pt x="388137" y="40500"/>
                  </a:lnTo>
                  <a:lnTo>
                    <a:pt x="381520" y="84188"/>
                  </a:lnTo>
                  <a:lnTo>
                    <a:pt x="379044" y="137375"/>
                  </a:lnTo>
                  <a:lnTo>
                    <a:pt x="440651" y="137375"/>
                  </a:lnTo>
                  <a:close/>
                </a:path>
                <a:path w="800100" h="137795">
                  <a:moveTo>
                    <a:pt x="799947" y="137375"/>
                  </a:moveTo>
                  <a:lnTo>
                    <a:pt x="797471" y="84188"/>
                  </a:lnTo>
                  <a:lnTo>
                    <a:pt x="790854" y="40500"/>
                  </a:lnTo>
                  <a:lnTo>
                    <a:pt x="781088" y="10896"/>
                  </a:lnTo>
                  <a:lnTo>
                    <a:pt x="769150" y="0"/>
                  </a:lnTo>
                  <a:lnTo>
                    <a:pt x="757199" y="10896"/>
                  </a:lnTo>
                  <a:lnTo>
                    <a:pt x="747433" y="40500"/>
                  </a:lnTo>
                  <a:lnTo>
                    <a:pt x="740816" y="84188"/>
                  </a:lnTo>
                  <a:lnTo>
                    <a:pt x="738339" y="137375"/>
                  </a:lnTo>
                  <a:lnTo>
                    <a:pt x="799947" y="137375"/>
                  </a:lnTo>
                  <a:close/>
                </a:path>
              </a:pathLst>
            </a:custGeom>
            <a:solidFill>
              <a:srgbClr val="8167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 descr=""/>
            <p:cNvSpPr/>
            <p:nvPr/>
          </p:nvSpPr>
          <p:spPr>
            <a:xfrm>
              <a:off x="6863779" y="9338481"/>
              <a:ext cx="920750" cy="516890"/>
            </a:xfrm>
            <a:custGeom>
              <a:avLst/>
              <a:gdLst/>
              <a:ahLst/>
              <a:cxnLst/>
              <a:rect l="l" t="t" r="r" b="b"/>
              <a:pathLst>
                <a:path w="920750" h="516890">
                  <a:moveTo>
                    <a:pt x="186245" y="424713"/>
                  </a:moveTo>
                  <a:lnTo>
                    <a:pt x="0" y="424713"/>
                  </a:lnTo>
                  <a:lnTo>
                    <a:pt x="0" y="516382"/>
                  </a:lnTo>
                  <a:lnTo>
                    <a:pt x="186245" y="516382"/>
                  </a:lnTo>
                  <a:lnTo>
                    <a:pt x="186245" y="424713"/>
                  </a:lnTo>
                  <a:close/>
                </a:path>
                <a:path w="920750" h="516890">
                  <a:moveTo>
                    <a:pt x="279374" y="26746"/>
                  </a:moveTo>
                  <a:lnTo>
                    <a:pt x="93129" y="26746"/>
                  </a:lnTo>
                  <a:lnTo>
                    <a:pt x="93129" y="118414"/>
                  </a:lnTo>
                  <a:lnTo>
                    <a:pt x="279374" y="118414"/>
                  </a:lnTo>
                  <a:lnTo>
                    <a:pt x="279374" y="26746"/>
                  </a:lnTo>
                  <a:close/>
                </a:path>
                <a:path w="920750" h="516890">
                  <a:moveTo>
                    <a:pt x="633247" y="378879"/>
                  </a:moveTo>
                  <a:lnTo>
                    <a:pt x="447001" y="378879"/>
                  </a:lnTo>
                  <a:lnTo>
                    <a:pt x="447001" y="470547"/>
                  </a:lnTo>
                  <a:lnTo>
                    <a:pt x="633247" y="470547"/>
                  </a:lnTo>
                  <a:lnTo>
                    <a:pt x="633247" y="378879"/>
                  </a:lnTo>
                  <a:close/>
                </a:path>
                <a:path w="920750" h="516890">
                  <a:moveTo>
                    <a:pt x="920597" y="0"/>
                  </a:moveTo>
                  <a:lnTo>
                    <a:pt x="734352" y="0"/>
                  </a:lnTo>
                  <a:lnTo>
                    <a:pt x="734352" y="91668"/>
                  </a:lnTo>
                  <a:lnTo>
                    <a:pt x="920597" y="91668"/>
                  </a:lnTo>
                  <a:lnTo>
                    <a:pt x="920597" y="0"/>
                  </a:lnTo>
                  <a:close/>
                </a:path>
              </a:pathLst>
            </a:custGeom>
            <a:solidFill>
              <a:srgbClr val="E8B35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5" name="object 215" descr=""/>
          <p:cNvGrpSpPr/>
          <p:nvPr/>
        </p:nvGrpSpPr>
        <p:grpSpPr>
          <a:xfrm>
            <a:off x="862015" y="9188002"/>
            <a:ext cx="1118235" cy="882015"/>
            <a:chOff x="862015" y="9188002"/>
            <a:chExt cx="1118235" cy="882015"/>
          </a:xfrm>
        </p:grpSpPr>
        <p:sp>
          <p:nvSpPr>
            <p:cNvPr id="216" name="object 216" descr=""/>
            <p:cNvSpPr/>
            <p:nvPr/>
          </p:nvSpPr>
          <p:spPr>
            <a:xfrm>
              <a:off x="862012" y="9188011"/>
              <a:ext cx="1118235" cy="882015"/>
            </a:xfrm>
            <a:custGeom>
              <a:avLst/>
              <a:gdLst/>
              <a:ahLst/>
              <a:cxnLst/>
              <a:rect l="l" t="t" r="r" b="b"/>
              <a:pathLst>
                <a:path w="1118235" h="882015">
                  <a:moveTo>
                    <a:pt x="1117701" y="0"/>
                  </a:moveTo>
                  <a:lnTo>
                    <a:pt x="979131" y="0"/>
                  </a:lnTo>
                  <a:lnTo>
                    <a:pt x="979131" y="84480"/>
                  </a:lnTo>
                  <a:lnTo>
                    <a:pt x="872921" y="84480"/>
                  </a:lnTo>
                  <a:lnTo>
                    <a:pt x="872921" y="0"/>
                  </a:lnTo>
                  <a:lnTo>
                    <a:pt x="734352" y="0"/>
                  </a:lnTo>
                  <a:lnTo>
                    <a:pt x="734352" y="84480"/>
                  </a:lnTo>
                  <a:lnTo>
                    <a:pt x="628129" y="84480"/>
                  </a:lnTo>
                  <a:lnTo>
                    <a:pt x="628129" y="0"/>
                  </a:lnTo>
                  <a:lnTo>
                    <a:pt x="489559" y="0"/>
                  </a:lnTo>
                  <a:lnTo>
                    <a:pt x="489559" y="84480"/>
                  </a:lnTo>
                  <a:lnTo>
                    <a:pt x="383362" y="84480"/>
                  </a:lnTo>
                  <a:lnTo>
                    <a:pt x="383362" y="0"/>
                  </a:lnTo>
                  <a:lnTo>
                    <a:pt x="244779" y="0"/>
                  </a:lnTo>
                  <a:lnTo>
                    <a:pt x="244779" y="84480"/>
                  </a:lnTo>
                  <a:lnTo>
                    <a:pt x="138569" y="84480"/>
                  </a:lnTo>
                  <a:lnTo>
                    <a:pt x="138569" y="0"/>
                  </a:lnTo>
                  <a:lnTo>
                    <a:pt x="0" y="0"/>
                  </a:lnTo>
                  <a:lnTo>
                    <a:pt x="0" y="84480"/>
                  </a:lnTo>
                  <a:lnTo>
                    <a:pt x="0" y="103873"/>
                  </a:lnTo>
                  <a:lnTo>
                    <a:pt x="0" y="881913"/>
                  </a:lnTo>
                  <a:lnTo>
                    <a:pt x="1117701" y="881913"/>
                  </a:lnTo>
                  <a:lnTo>
                    <a:pt x="1117701" y="103873"/>
                  </a:lnTo>
                  <a:lnTo>
                    <a:pt x="1117701" y="84480"/>
                  </a:lnTo>
                  <a:lnTo>
                    <a:pt x="1117701" y="0"/>
                  </a:lnTo>
                  <a:close/>
                </a:path>
              </a:pathLst>
            </a:custGeom>
            <a:solidFill>
              <a:srgbClr val="DBA9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 descr=""/>
            <p:cNvSpPr/>
            <p:nvPr/>
          </p:nvSpPr>
          <p:spPr>
            <a:xfrm>
              <a:off x="1011008" y="9464592"/>
              <a:ext cx="800100" cy="137795"/>
            </a:xfrm>
            <a:custGeom>
              <a:avLst/>
              <a:gdLst/>
              <a:ahLst/>
              <a:cxnLst/>
              <a:rect l="l" t="t" r="r" b="b"/>
              <a:pathLst>
                <a:path w="800100" h="137795">
                  <a:moveTo>
                    <a:pt x="61620" y="137375"/>
                  </a:moveTo>
                  <a:lnTo>
                    <a:pt x="59131" y="84188"/>
                  </a:lnTo>
                  <a:lnTo>
                    <a:pt x="52514" y="40500"/>
                  </a:lnTo>
                  <a:lnTo>
                    <a:pt x="42760" y="10896"/>
                  </a:lnTo>
                  <a:lnTo>
                    <a:pt x="30810" y="0"/>
                  </a:lnTo>
                  <a:lnTo>
                    <a:pt x="18872" y="10896"/>
                  </a:lnTo>
                  <a:lnTo>
                    <a:pt x="9105" y="40500"/>
                  </a:lnTo>
                  <a:lnTo>
                    <a:pt x="2489" y="84188"/>
                  </a:lnTo>
                  <a:lnTo>
                    <a:pt x="0" y="137375"/>
                  </a:lnTo>
                  <a:lnTo>
                    <a:pt x="61620" y="137375"/>
                  </a:lnTo>
                  <a:close/>
                </a:path>
                <a:path w="800100" h="137795">
                  <a:moveTo>
                    <a:pt x="440651" y="137375"/>
                  </a:moveTo>
                  <a:lnTo>
                    <a:pt x="438175" y="84188"/>
                  </a:lnTo>
                  <a:lnTo>
                    <a:pt x="431558" y="40500"/>
                  </a:lnTo>
                  <a:lnTo>
                    <a:pt x="421792" y="10896"/>
                  </a:lnTo>
                  <a:lnTo>
                    <a:pt x="409854" y="0"/>
                  </a:lnTo>
                  <a:lnTo>
                    <a:pt x="397903" y="10896"/>
                  </a:lnTo>
                  <a:lnTo>
                    <a:pt x="388137" y="40500"/>
                  </a:lnTo>
                  <a:lnTo>
                    <a:pt x="381533" y="84188"/>
                  </a:lnTo>
                  <a:lnTo>
                    <a:pt x="379044" y="137375"/>
                  </a:lnTo>
                  <a:lnTo>
                    <a:pt x="440651" y="137375"/>
                  </a:lnTo>
                  <a:close/>
                </a:path>
                <a:path w="800100" h="137795">
                  <a:moveTo>
                    <a:pt x="799960" y="137375"/>
                  </a:moveTo>
                  <a:lnTo>
                    <a:pt x="797471" y="84188"/>
                  </a:lnTo>
                  <a:lnTo>
                    <a:pt x="790867" y="40500"/>
                  </a:lnTo>
                  <a:lnTo>
                    <a:pt x="781100" y="10896"/>
                  </a:lnTo>
                  <a:lnTo>
                    <a:pt x="769150" y="0"/>
                  </a:lnTo>
                  <a:lnTo>
                    <a:pt x="757212" y="10896"/>
                  </a:lnTo>
                  <a:lnTo>
                    <a:pt x="747445" y="40500"/>
                  </a:lnTo>
                  <a:lnTo>
                    <a:pt x="740829" y="84188"/>
                  </a:lnTo>
                  <a:lnTo>
                    <a:pt x="738352" y="137375"/>
                  </a:lnTo>
                  <a:lnTo>
                    <a:pt x="799960" y="137375"/>
                  </a:lnTo>
                  <a:close/>
                </a:path>
              </a:pathLst>
            </a:custGeom>
            <a:solidFill>
              <a:srgbClr val="8167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 descr=""/>
            <p:cNvSpPr/>
            <p:nvPr/>
          </p:nvSpPr>
          <p:spPr>
            <a:xfrm>
              <a:off x="1013675" y="9338481"/>
              <a:ext cx="920750" cy="516890"/>
            </a:xfrm>
            <a:custGeom>
              <a:avLst/>
              <a:gdLst/>
              <a:ahLst/>
              <a:cxnLst/>
              <a:rect l="l" t="t" r="r" b="b"/>
              <a:pathLst>
                <a:path w="920750" h="516890">
                  <a:moveTo>
                    <a:pt x="186245" y="424713"/>
                  </a:moveTo>
                  <a:lnTo>
                    <a:pt x="0" y="424713"/>
                  </a:lnTo>
                  <a:lnTo>
                    <a:pt x="0" y="516382"/>
                  </a:lnTo>
                  <a:lnTo>
                    <a:pt x="186245" y="516382"/>
                  </a:lnTo>
                  <a:lnTo>
                    <a:pt x="186245" y="424713"/>
                  </a:lnTo>
                  <a:close/>
                </a:path>
                <a:path w="920750" h="516890">
                  <a:moveTo>
                    <a:pt x="279361" y="26746"/>
                  </a:moveTo>
                  <a:lnTo>
                    <a:pt x="93116" y="26746"/>
                  </a:lnTo>
                  <a:lnTo>
                    <a:pt x="93116" y="118414"/>
                  </a:lnTo>
                  <a:lnTo>
                    <a:pt x="279361" y="118414"/>
                  </a:lnTo>
                  <a:lnTo>
                    <a:pt x="279361" y="26746"/>
                  </a:lnTo>
                  <a:close/>
                </a:path>
                <a:path w="920750" h="516890">
                  <a:moveTo>
                    <a:pt x="633247" y="378879"/>
                  </a:moveTo>
                  <a:lnTo>
                    <a:pt x="447001" y="378879"/>
                  </a:lnTo>
                  <a:lnTo>
                    <a:pt x="447001" y="470547"/>
                  </a:lnTo>
                  <a:lnTo>
                    <a:pt x="633247" y="470547"/>
                  </a:lnTo>
                  <a:lnTo>
                    <a:pt x="633247" y="378879"/>
                  </a:lnTo>
                  <a:close/>
                </a:path>
                <a:path w="920750" h="516890">
                  <a:moveTo>
                    <a:pt x="920597" y="0"/>
                  </a:moveTo>
                  <a:lnTo>
                    <a:pt x="734352" y="0"/>
                  </a:lnTo>
                  <a:lnTo>
                    <a:pt x="734352" y="91668"/>
                  </a:lnTo>
                  <a:lnTo>
                    <a:pt x="920597" y="91668"/>
                  </a:lnTo>
                  <a:lnTo>
                    <a:pt x="920597" y="0"/>
                  </a:lnTo>
                  <a:close/>
                </a:path>
              </a:pathLst>
            </a:custGeom>
            <a:solidFill>
              <a:srgbClr val="E8B35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9" name="object 219" descr=""/>
          <p:cNvSpPr/>
          <p:nvPr/>
        </p:nvSpPr>
        <p:spPr>
          <a:xfrm>
            <a:off x="4066640" y="9149156"/>
            <a:ext cx="186690" cy="78105"/>
          </a:xfrm>
          <a:custGeom>
            <a:avLst/>
            <a:gdLst/>
            <a:ahLst/>
            <a:cxnLst/>
            <a:rect l="l" t="t" r="r" b="b"/>
            <a:pathLst>
              <a:path w="186689" h="78104">
                <a:moveTo>
                  <a:pt x="186245" y="0"/>
                </a:moveTo>
                <a:lnTo>
                  <a:pt x="0" y="0"/>
                </a:lnTo>
                <a:lnTo>
                  <a:pt x="0" y="77673"/>
                </a:lnTo>
                <a:lnTo>
                  <a:pt x="186245" y="77673"/>
                </a:lnTo>
                <a:lnTo>
                  <a:pt x="186245" y="0"/>
                </a:lnTo>
                <a:close/>
              </a:path>
            </a:pathLst>
          </a:custGeom>
          <a:solidFill>
            <a:srgbClr val="E8B357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" name="object 220" descr=""/>
          <p:cNvSpPr/>
          <p:nvPr/>
        </p:nvSpPr>
        <p:spPr>
          <a:xfrm>
            <a:off x="3811213" y="9450141"/>
            <a:ext cx="186690" cy="78105"/>
          </a:xfrm>
          <a:custGeom>
            <a:avLst/>
            <a:gdLst/>
            <a:ahLst/>
            <a:cxnLst/>
            <a:rect l="l" t="t" r="r" b="b"/>
            <a:pathLst>
              <a:path w="186689" h="78104">
                <a:moveTo>
                  <a:pt x="186245" y="0"/>
                </a:moveTo>
                <a:lnTo>
                  <a:pt x="0" y="0"/>
                </a:lnTo>
                <a:lnTo>
                  <a:pt x="0" y="77673"/>
                </a:lnTo>
                <a:lnTo>
                  <a:pt x="186245" y="77673"/>
                </a:lnTo>
                <a:lnTo>
                  <a:pt x="186245" y="0"/>
                </a:lnTo>
                <a:close/>
              </a:path>
            </a:pathLst>
          </a:custGeom>
          <a:solidFill>
            <a:srgbClr val="E8B357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" name="object 221" descr=""/>
          <p:cNvSpPr/>
          <p:nvPr/>
        </p:nvSpPr>
        <p:spPr>
          <a:xfrm>
            <a:off x="3718085" y="8794465"/>
            <a:ext cx="351790" cy="189230"/>
          </a:xfrm>
          <a:custGeom>
            <a:avLst/>
            <a:gdLst/>
            <a:ahLst/>
            <a:cxnLst/>
            <a:rect l="l" t="t" r="r" b="b"/>
            <a:pathLst>
              <a:path w="351789" h="189229">
                <a:moveTo>
                  <a:pt x="351214" y="0"/>
                </a:moveTo>
                <a:lnTo>
                  <a:pt x="0" y="0"/>
                </a:lnTo>
                <a:lnTo>
                  <a:pt x="0" y="188999"/>
                </a:lnTo>
                <a:lnTo>
                  <a:pt x="351214" y="188999"/>
                </a:lnTo>
                <a:lnTo>
                  <a:pt x="351214" y="0"/>
                </a:lnTo>
                <a:close/>
              </a:path>
            </a:pathLst>
          </a:custGeom>
          <a:solidFill>
            <a:srgbClr val="DBA95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" name="object 222" descr=""/>
          <p:cNvSpPr/>
          <p:nvPr/>
        </p:nvSpPr>
        <p:spPr>
          <a:xfrm>
            <a:off x="4602550" y="8794465"/>
            <a:ext cx="351790" cy="189230"/>
          </a:xfrm>
          <a:custGeom>
            <a:avLst/>
            <a:gdLst/>
            <a:ahLst/>
            <a:cxnLst/>
            <a:rect l="l" t="t" r="r" b="b"/>
            <a:pathLst>
              <a:path w="351789" h="189229">
                <a:moveTo>
                  <a:pt x="351214" y="0"/>
                </a:moveTo>
                <a:lnTo>
                  <a:pt x="0" y="0"/>
                </a:lnTo>
                <a:lnTo>
                  <a:pt x="0" y="188999"/>
                </a:lnTo>
                <a:lnTo>
                  <a:pt x="351214" y="188999"/>
                </a:lnTo>
                <a:lnTo>
                  <a:pt x="351214" y="0"/>
                </a:lnTo>
                <a:close/>
              </a:path>
            </a:pathLst>
          </a:custGeom>
          <a:solidFill>
            <a:srgbClr val="DBA95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" name="object 223" descr=""/>
          <p:cNvSpPr/>
          <p:nvPr/>
        </p:nvSpPr>
        <p:spPr>
          <a:xfrm>
            <a:off x="3862887" y="8857836"/>
            <a:ext cx="62230" cy="116839"/>
          </a:xfrm>
          <a:custGeom>
            <a:avLst/>
            <a:gdLst/>
            <a:ahLst/>
            <a:cxnLst/>
            <a:rect l="l" t="t" r="r" b="b"/>
            <a:pathLst>
              <a:path w="62229" h="116840">
                <a:moveTo>
                  <a:pt x="30805" y="0"/>
                </a:moveTo>
                <a:lnTo>
                  <a:pt x="18862" y="10257"/>
                </a:lnTo>
                <a:lnTo>
                  <a:pt x="9096" y="37052"/>
                </a:lnTo>
                <a:lnTo>
                  <a:pt x="2483" y="74420"/>
                </a:lnTo>
                <a:lnTo>
                  <a:pt x="0" y="116394"/>
                </a:lnTo>
                <a:lnTo>
                  <a:pt x="61610" y="116394"/>
                </a:lnTo>
                <a:lnTo>
                  <a:pt x="59126" y="74420"/>
                </a:lnTo>
                <a:lnTo>
                  <a:pt x="52514" y="37052"/>
                </a:lnTo>
                <a:lnTo>
                  <a:pt x="42748" y="10257"/>
                </a:lnTo>
                <a:lnTo>
                  <a:pt x="30805" y="0"/>
                </a:lnTo>
                <a:close/>
              </a:path>
            </a:pathLst>
          </a:custGeom>
          <a:solidFill>
            <a:srgbClr val="81673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" name="object 224" descr=""/>
          <p:cNvSpPr/>
          <p:nvPr/>
        </p:nvSpPr>
        <p:spPr>
          <a:xfrm>
            <a:off x="4752888" y="8857836"/>
            <a:ext cx="62230" cy="116839"/>
          </a:xfrm>
          <a:custGeom>
            <a:avLst/>
            <a:gdLst/>
            <a:ahLst/>
            <a:cxnLst/>
            <a:rect l="l" t="t" r="r" b="b"/>
            <a:pathLst>
              <a:path w="62229" h="116840">
                <a:moveTo>
                  <a:pt x="30805" y="0"/>
                </a:moveTo>
                <a:lnTo>
                  <a:pt x="18862" y="10257"/>
                </a:lnTo>
                <a:lnTo>
                  <a:pt x="9096" y="37052"/>
                </a:lnTo>
                <a:lnTo>
                  <a:pt x="2483" y="74420"/>
                </a:lnTo>
                <a:lnTo>
                  <a:pt x="0" y="116394"/>
                </a:lnTo>
                <a:lnTo>
                  <a:pt x="61610" y="116394"/>
                </a:lnTo>
                <a:lnTo>
                  <a:pt x="59126" y="74420"/>
                </a:lnTo>
                <a:lnTo>
                  <a:pt x="52514" y="37052"/>
                </a:lnTo>
                <a:lnTo>
                  <a:pt x="42748" y="10257"/>
                </a:lnTo>
                <a:lnTo>
                  <a:pt x="30805" y="0"/>
                </a:lnTo>
                <a:close/>
              </a:path>
            </a:pathLst>
          </a:custGeom>
          <a:solidFill>
            <a:srgbClr val="816738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225" name="object 225" descr="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6109181" y="7993198"/>
            <a:ext cx="65369" cy="135294"/>
          </a:xfrm>
          <a:prstGeom prst="rect">
            <a:avLst/>
          </a:prstGeom>
        </p:spPr>
      </p:pic>
      <p:pic>
        <p:nvPicPr>
          <p:cNvPr id="226" name="object 226" descr="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6040085" y="7705024"/>
            <a:ext cx="88960" cy="79505"/>
          </a:xfrm>
          <a:prstGeom prst="rect">
            <a:avLst/>
          </a:prstGeom>
        </p:spPr>
      </p:pic>
      <p:grpSp>
        <p:nvGrpSpPr>
          <p:cNvPr id="227" name="object 227" descr=""/>
          <p:cNvGrpSpPr/>
          <p:nvPr/>
        </p:nvGrpSpPr>
        <p:grpSpPr>
          <a:xfrm>
            <a:off x="3718093" y="8714958"/>
            <a:ext cx="351790" cy="80010"/>
            <a:chOff x="3718093" y="8714958"/>
            <a:chExt cx="351790" cy="80010"/>
          </a:xfrm>
        </p:grpSpPr>
        <p:pic>
          <p:nvPicPr>
            <p:cNvPr id="228" name="object 228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718093" y="8714958"/>
              <a:ext cx="88960" cy="79505"/>
            </a:xfrm>
            <a:prstGeom prst="rect">
              <a:avLst/>
            </a:prstGeom>
          </p:spPr>
        </p:pic>
        <p:pic>
          <p:nvPicPr>
            <p:cNvPr id="229" name="object 229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849216" y="8714958"/>
              <a:ext cx="88960" cy="79505"/>
            </a:xfrm>
            <a:prstGeom prst="rect">
              <a:avLst/>
            </a:prstGeom>
          </p:spPr>
        </p:pic>
        <p:pic>
          <p:nvPicPr>
            <p:cNvPr id="230" name="object 230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980339" y="8714958"/>
              <a:ext cx="88960" cy="79505"/>
            </a:xfrm>
            <a:prstGeom prst="rect">
              <a:avLst/>
            </a:prstGeom>
          </p:spPr>
        </p:pic>
      </p:grpSp>
      <p:grpSp>
        <p:nvGrpSpPr>
          <p:cNvPr id="231" name="object 231" descr=""/>
          <p:cNvGrpSpPr/>
          <p:nvPr/>
        </p:nvGrpSpPr>
        <p:grpSpPr>
          <a:xfrm>
            <a:off x="4602558" y="8714958"/>
            <a:ext cx="351790" cy="80010"/>
            <a:chOff x="4602558" y="8714958"/>
            <a:chExt cx="351790" cy="80010"/>
          </a:xfrm>
        </p:grpSpPr>
        <p:pic>
          <p:nvPicPr>
            <p:cNvPr id="232" name="object 232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602558" y="8714958"/>
              <a:ext cx="88960" cy="79505"/>
            </a:xfrm>
            <a:prstGeom prst="rect">
              <a:avLst/>
            </a:prstGeom>
          </p:spPr>
        </p:pic>
        <p:pic>
          <p:nvPicPr>
            <p:cNvPr id="233" name="object 233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733680" y="8714958"/>
              <a:ext cx="88960" cy="79505"/>
            </a:xfrm>
            <a:prstGeom prst="rect">
              <a:avLst/>
            </a:prstGeom>
          </p:spPr>
        </p:pic>
        <p:pic>
          <p:nvPicPr>
            <p:cNvPr id="234" name="object 234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864803" y="8714958"/>
              <a:ext cx="88960" cy="79505"/>
            </a:xfrm>
            <a:prstGeom prst="rect">
              <a:avLst/>
            </a:prstGeom>
          </p:spPr>
        </p:pic>
      </p:grpSp>
      <p:sp>
        <p:nvSpPr>
          <p:cNvPr id="235" name="object 235" descr=""/>
          <p:cNvSpPr/>
          <p:nvPr/>
        </p:nvSpPr>
        <p:spPr>
          <a:xfrm>
            <a:off x="3956605" y="9331417"/>
            <a:ext cx="759460" cy="742315"/>
          </a:xfrm>
          <a:custGeom>
            <a:avLst/>
            <a:gdLst/>
            <a:ahLst/>
            <a:cxnLst/>
            <a:rect l="l" t="t" r="r" b="b"/>
            <a:pathLst>
              <a:path w="759460" h="742315">
                <a:moveTo>
                  <a:pt x="378689" y="0"/>
                </a:moveTo>
                <a:lnTo>
                  <a:pt x="331763" y="4153"/>
                </a:lnTo>
                <a:lnTo>
                  <a:pt x="287533" y="15219"/>
                </a:lnTo>
                <a:lnTo>
                  <a:pt x="246094" y="33159"/>
                </a:lnTo>
                <a:lnTo>
                  <a:pt x="207540" y="57934"/>
                </a:lnTo>
                <a:lnTo>
                  <a:pt x="171962" y="89505"/>
                </a:lnTo>
                <a:lnTo>
                  <a:pt x="134826" y="134272"/>
                </a:lnTo>
                <a:lnTo>
                  <a:pt x="103420" y="185181"/>
                </a:lnTo>
                <a:lnTo>
                  <a:pt x="77269" y="240763"/>
                </a:lnTo>
                <a:lnTo>
                  <a:pt x="55898" y="299553"/>
                </a:lnTo>
                <a:lnTo>
                  <a:pt x="38831" y="360084"/>
                </a:lnTo>
                <a:lnTo>
                  <a:pt x="25594" y="420891"/>
                </a:lnTo>
                <a:lnTo>
                  <a:pt x="15712" y="480506"/>
                </a:lnTo>
                <a:lnTo>
                  <a:pt x="8709" y="537463"/>
                </a:lnTo>
                <a:lnTo>
                  <a:pt x="4112" y="590297"/>
                </a:lnTo>
                <a:lnTo>
                  <a:pt x="1444" y="637541"/>
                </a:lnTo>
                <a:lnTo>
                  <a:pt x="232" y="677727"/>
                </a:lnTo>
                <a:lnTo>
                  <a:pt x="0" y="709392"/>
                </a:lnTo>
                <a:lnTo>
                  <a:pt x="272" y="731066"/>
                </a:lnTo>
                <a:lnTo>
                  <a:pt x="575" y="741286"/>
                </a:lnTo>
                <a:lnTo>
                  <a:pt x="72750" y="738563"/>
                </a:lnTo>
                <a:lnTo>
                  <a:pt x="72342" y="709151"/>
                </a:lnTo>
                <a:lnTo>
                  <a:pt x="72693" y="676630"/>
                </a:lnTo>
                <a:lnTo>
                  <a:pt x="74130" y="634694"/>
                </a:lnTo>
                <a:lnTo>
                  <a:pt x="77189" y="585185"/>
                </a:lnTo>
                <a:lnTo>
                  <a:pt x="82405" y="529949"/>
                </a:lnTo>
                <a:lnTo>
                  <a:pt x="90315" y="470830"/>
                </a:lnTo>
                <a:lnTo>
                  <a:pt x="101455" y="409672"/>
                </a:lnTo>
                <a:lnTo>
                  <a:pt x="116361" y="348321"/>
                </a:lnTo>
                <a:lnTo>
                  <a:pt x="135569" y="288621"/>
                </a:lnTo>
                <a:lnTo>
                  <a:pt x="159616" y="232415"/>
                </a:lnTo>
                <a:lnTo>
                  <a:pt x="189037" y="181550"/>
                </a:lnTo>
                <a:lnTo>
                  <a:pt x="224369" y="137870"/>
                </a:lnTo>
                <a:lnTo>
                  <a:pt x="258403" y="108607"/>
                </a:lnTo>
                <a:lnTo>
                  <a:pt x="295460" y="87667"/>
                </a:lnTo>
                <a:lnTo>
                  <a:pt x="335813" y="74933"/>
                </a:lnTo>
                <a:lnTo>
                  <a:pt x="379736" y="70291"/>
                </a:lnTo>
                <a:lnTo>
                  <a:pt x="426132" y="73828"/>
                </a:lnTo>
                <a:lnTo>
                  <a:pt x="468542" y="85954"/>
                </a:lnTo>
                <a:lnTo>
                  <a:pt x="507210" y="106771"/>
                </a:lnTo>
                <a:lnTo>
                  <a:pt x="542380" y="136383"/>
                </a:lnTo>
                <a:lnTo>
                  <a:pt x="577609" y="179776"/>
                </a:lnTo>
                <a:lnTo>
                  <a:pt x="606669" y="230474"/>
                </a:lnTo>
                <a:lnTo>
                  <a:pt x="630143" y="286614"/>
                </a:lnTo>
                <a:lnTo>
                  <a:pt x="648613" y="346336"/>
                </a:lnTo>
                <a:lnTo>
                  <a:pt x="662661" y="407778"/>
                </a:lnTo>
                <a:lnTo>
                  <a:pt x="672869" y="469079"/>
                </a:lnTo>
                <a:lnTo>
                  <a:pt x="679819" y="528378"/>
                </a:lnTo>
                <a:lnTo>
                  <a:pt x="684094" y="583814"/>
                </a:lnTo>
                <a:lnTo>
                  <a:pt x="686275" y="633525"/>
                </a:lnTo>
                <a:lnTo>
                  <a:pt x="686944" y="675649"/>
                </a:lnTo>
                <a:lnTo>
                  <a:pt x="686684" y="708326"/>
                </a:lnTo>
                <a:lnTo>
                  <a:pt x="685706" y="737893"/>
                </a:lnTo>
                <a:lnTo>
                  <a:pt x="757819" y="741966"/>
                </a:lnTo>
                <a:lnTo>
                  <a:pt x="758327" y="731682"/>
                </a:lnTo>
                <a:lnTo>
                  <a:pt x="759026" y="709872"/>
                </a:lnTo>
                <a:lnTo>
                  <a:pt x="759402" y="678016"/>
                </a:lnTo>
                <a:lnTo>
                  <a:pt x="758938" y="637594"/>
                </a:lnTo>
                <a:lnTo>
                  <a:pt x="757118" y="590085"/>
                </a:lnTo>
                <a:lnTo>
                  <a:pt x="753427" y="536971"/>
                </a:lnTo>
                <a:lnTo>
                  <a:pt x="747348" y="479730"/>
                </a:lnTo>
                <a:lnTo>
                  <a:pt x="738365" y="419843"/>
                </a:lnTo>
                <a:lnTo>
                  <a:pt x="725963" y="358789"/>
                </a:lnTo>
                <a:lnTo>
                  <a:pt x="709626" y="298050"/>
                </a:lnTo>
                <a:lnTo>
                  <a:pt x="688838" y="239104"/>
                </a:lnTo>
                <a:lnTo>
                  <a:pt x="663083" y="183432"/>
                </a:lnTo>
                <a:lnTo>
                  <a:pt x="631845" y="132514"/>
                </a:lnTo>
                <a:lnTo>
                  <a:pt x="594609" y="87829"/>
                </a:lnTo>
                <a:lnTo>
                  <a:pt x="557824" y="55735"/>
                </a:lnTo>
                <a:lnTo>
                  <a:pt x="517730" y="30855"/>
                </a:lnTo>
                <a:lnTo>
                  <a:pt x="474437" y="13240"/>
                </a:lnTo>
                <a:lnTo>
                  <a:pt x="428054" y="2938"/>
                </a:lnTo>
                <a:lnTo>
                  <a:pt x="378689" y="0"/>
                </a:lnTo>
                <a:close/>
              </a:path>
            </a:pathLst>
          </a:custGeom>
          <a:solidFill>
            <a:srgbClr val="EFB858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36" name="object 236" descr=""/>
          <p:cNvGrpSpPr/>
          <p:nvPr/>
        </p:nvGrpSpPr>
        <p:grpSpPr>
          <a:xfrm>
            <a:off x="6002183" y="7705024"/>
            <a:ext cx="710565" cy="2365375"/>
            <a:chOff x="6002183" y="7705024"/>
            <a:chExt cx="710565" cy="2365375"/>
          </a:xfrm>
        </p:grpSpPr>
        <p:sp>
          <p:nvSpPr>
            <p:cNvPr id="237" name="object 237" descr=""/>
            <p:cNvSpPr/>
            <p:nvPr/>
          </p:nvSpPr>
          <p:spPr>
            <a:xfrm>
              <a:off x="6068908" y="7940547"/>
              <a:ext cx="600710" cy="2124075"/>
            </a:xfrm>
            <a:custGeom>
              <a:avLst/>
              <a:gdLst/>
              <a:ahLst/>
              <a:cxnLst/>
              <a:rect l="l" t="t" r="r" b="b"/>
              <a:pathLst>
                <a:path w="600709" h="2124075">
                  <a:moveTo>
                    <a:pt x="561846" y="0"/>
                  </a:moveTo>
                  <a:lnTo>
                    <a:pt x="44187" y="0"/>
                  </a:lnTo>
                  <a:lnTo>
                    <a:pt x="42742" y="58417"/>
                  </a:lnTo>
                  <a:lnTo>
                    <a:pt x="42375" y="63537"/>
                  </a:lnTo>
                  <a:lnTo>
                    <a:pt x="39066" y="190748"/>
                  </a:lnTo>
                  <a:lnTo>
                    <a:pt x="0" y="2123746"/>
                  </a:lnTo>
                  <a:lnTo>
                    <a:pt x="600369" y="2123746"/>
                  </a:lnTo>
                  <a:lnTo>
                    <a:pt x="565302" y="192276"/>
                  </a:lnTo>
                  <a:lnTo>
                    <a:pt x="565302" y="67798"/>
                  </a:lnTo>
                  <a:lnTo>
                    <a:pt x="561846" y="0"/>
                  </a:lnTo>
                  <a:close/>
                </a:path>
              </a:pathLst>
            </a:custGeom>
            <a:solidFill>
              <a:srgbClr val="DBA9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 descr=""/>
            <p:cNvSpPr/>
            <p:nvPr/>
          </p:nvSpPr>
          <p:spPr>
            <a:xfrm>
              <a:off x="6036767" y="8156746"/>
              <a:ext cx="664845" cy="930910"/>
            </a:xfrm>
            <a:custGeom>
              <a:avLst/>
              <a:gdLst/>
              <a:ahLst/>
              <a:cxnLst/>
              <a:rect l="l" t="t" r="r" b="b"/>
              <a:pathLst>
                <a:path w="664845" h="930909">
                  <a:moveTo>
                    <a:pt x="648157" y="697763"/>
                  </a:moveTo>
                  <a:lnTo>
                    <a:pt x="16535" y="697763"/>
                  </a:lnTo>
                  <a:lnTo>
                    <a:pt x="16535" y="765225"/>
                  </a:lnTo>
                  <a:lnTo>
                    <a:pt x="648157" y="765225"/>
                  </a:lnTo>
                  <a:lnTo>
                    <a:pt x="648157" y="697763"/>
                  </a:lnTo>
                  <a:close/>
                </a:path>
                <a:path w="664845" h="930909">
                  <a:moveTo>
                    <a:pt x="657098" y="0"/>
                  </a:moveTo>
                  <a:lnTo>
                    <a:pt x="7594" y="0"/>
                  </a:lnTo>
                  <a:lnTo>
                    <a:pt x="7594" y="61493"/>
                  </a:lnTo>
                  <a:lnTo>
                    <a:pt x="657098" y="61493"/>
                  </a:lnTo>
                  <a:lnTo>
                    <a:pt x="657098" y="0"/>
                  </a:lnTo>
                  <a:close/>
                </a:path>
                <a:path w="664845" h="930909">
                  <a:moveTo>
                    <a:pt x="664705" y="851509"/>
                  </a:moveTo>
                  <a:lnTo>
                    <a:pt x="0" y="851509"/>
                  </a:lnTo>
                  <a:lnTo>
                    <a:pt x="0" y="930706"/>
                  </a:lnTo>
                  <a:lnTo>
                    <a:pt x="664705" y="930706"/>
                  </a:lnTo>
                  <a:lnTo>
                    <a:pt x="664705" y="851509"/>
                  </a:lnTo>
                  <a:close/>
                </a:path>
              </a:pathLst>
            </a:custGeom>
            <a:solidFill>
              <a:srgbClr val="AC7A4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 descr=""/>
            <p:cNvSpPr/>
            <p:nvPr/>
          </p:nvSpPr>
          <p:spPr>
            <a:xfrm>
              <a:off x="6040074" y="7784529"/>
              <a:ext cx="658495" cy="162560"/>
            </a:xfrm>
            <a:custGeom>
              <a:avLst/>
              <a:gdLst/>
              <a:ahLst/>
              <a:cxnLst/>
              <a:rect l="l" t="t" r="r" b="b"/>
              <a:pathLst>
                <a:path w="658495" h="162559">
                  <a:moveTo>
                    <a:pt x="658032" y="0"/>
                  </a:moveTo>
                  <a:lnTo>
                    <a:pt x="0" y="0"/>
                  </a:lnTo>
                  <a:lnTo>
                    <a:pt x="20847" y="162309"/>
                  </a:lnTo>
                  <a:lnTo>
                    <a:pt x="635823" y="162309"/>
                  </a:lnTo>
                  <a:lnTo>
                    <a:pt x="658032" y="0"/>
                  </a:lnTo>
                  <a:close/>
                </a:path>
              </a:pathLst>
            </a:custGeom>
            <a:solidFill>
              <a:srgbClr val="DBA952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40" name="object 240" descr="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6241193" y="7992497"/>
              <a:ext cx="95274" cy="135995"/>
            </a:xfrm>
            <a:prstGeom prst="rect">
              <a:avLst/>
            </a:prstGeom>
          </p:spPr>
        </p:pic>
        <p:pic>
          <p:nvPicPr>
            <p:cNvPr id="241" name="object 241" descr="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6403098" y="7992497"/>
              <a:ext cx="95274" cy="135995"/>
            </a:xfrm>
            <a:prstGeom prst="rect">
              <a:avLst/>
            </a:prstGeom>
          </p:spPr>
        </p:pic>
        <p:pic>
          <p:nvPicPr>
            <p:cNvPr id="242" name="object 242" descr="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6565027" y="7993900"/>
              <a:ext cx="69181" cy="134592"/>
            </a:xfrm>
            <a:prstGeom prst="rect">
              <a:avLst/>
            </a:prstGeom>
          </p:spPr>
        </p:pic>
        <p:pic>
          <p:nvPicPr>
            <p:cNvPr id="243" name="object 243" descr="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6107968" y="7993900"/>
              <a:ext cx="73861" cy="134592"/>
            </a:xfrm>
            <a:prstGeom prst="rect">
              <a:avLst/>
            </a:prstGeom>
          </p:spPr>
        </p:pic>
        <p:pic>
          <p:nvPicPr>
            <p:cNvPr id="244" name="object 244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6183544" y="7705024"/>
              <a:ext cx="88960" cy="79505"/>
            </a:xfrm>
            <a:prstGeom prst="rect">
              <a:avLst/>
            </a:prstGeom>
          </p:spPr>
        </p:pic>
        <p:pic>
          <p:nvPicPr>
            <p:cNvPr id="245" name="object 245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6327005" y="7705024"/>
              <a:ext cx="88960" cy="79505"/>
            </a:xfrm>
            <a:prstGeom prst="rect">
              <a:avLst/>
            </a:prstGeom>
          </p:spPr>
        </p:pic>
        <p:pic>
          <p:nvPicPr>
            <p:cNvPr id="246" name="object 246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6470465" y="7705024"/>
              <a:ext cx="88960" cy="79505"/>
            </a:xfrm>
            <a:prstGeom prst="rect">
              <a:avLst/>
            </a:prstGeom>
          </p:spPr>
        </p:pic>
        <p:pic>
          <p:nvPicPr>
            <p:cNvPr id="247" name="object 247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6609148" y="7705024"/>
              <a:ext cx="88960" cy="79505"/>
            </a:xfrm>
            <a:prstGeom prst="rect">
              <a:avLst/>
            </a:prstGeom>
          </p:spPr>
        </p:pic>
        <p:sp>
          <p:nvSpPr>
            <p:cNvPr id="248" name="object 248" descr=""/>
            <p:cNvSpPr/>
            <p:nvPr/>
          </p:nvSpPr>
          <p:spPr>
            <a:xfrm>
              <a:off x="6071469" y="9322627"/>
              <a:ext cx="641350" cy="747395"/>
            </a:xfrm>
            <a:custGeom>
              <a:avLst/>
              <a:gdLst/>
              <a:ahLst/>
              <a:cxnLst/>
              <a:rect l="l" t="t" r="r" b="b"/>
              <a:pathLst>
                <a:path w="641350" h="747395">
                  <a:moveTo>
                    <a:pt x="640755" y="0"/>
                  </a:moveTo>
                  <a:lnTo>
                    <a:pt x="0" y="0"/>
                  </a:lnTo>
                  <a:lnTo>
                    <a:pt x="0" y="747296"/>
                  </a:lnTo>
                  <a:lnTo>
                    <a:pt x="640755" y="747296"/>
                  </a:lnTo>
                  <a:lnTo>
                    <a:pt x="640755" y="0"/>
                  </a:lnTo>
                  <a:close/>
                </a:path>
              </a:pathLst>
            </a:custGeom>
            <a:solidFill>
              <a:srgbClr val="DBA9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 descr=""/>
            <p:cNvSpPr/>
            <p:nvPr/>
          </p:nvSpPr>
          <p:spPr>
            <a:xfrm>
              <a:off x="6002172" y="8325821"/>
              <a:ext cx="703580" cy="1656080"/>
            </a:xfrm>
            <a:custGeom>
              <a:avLst/>
              <a:gdLst/>
              <a:ahLst/>
              <a:cxnLst/>
              <a:rect l="l" t="t" r="r" b="b"/>
              <a:pathLst>
                <a:path w="703579" h="1656079">
                  <a:moveTo>
                    <a:pt x="186245" y="1577911"/>
                  </a:moveTo>
                  <a:lnTo>
                    <a:pt x="0" y="1577911"/>
                  </a:lnTo>
                  <a:lnTo>
                    <a:pt x="0" y="1655584"/>
                  </a:lnTo>
                  <a:lnTo>
                    <a:pt x="186245" y="1655584"/>
                  </a:lnTo>
                  <a:lnTo>
                    <a:pt x="186245" y="1577911"/>
                  </a:lnTo>
                  <a:close/>
                </a:path>
                <a:path w="703579" h="1656079">
                  <a:moveTo>
                    <a:pt x="203530" y="133451"/>
                  </a:moveTo>
                  <a:lnTo>
                    <a:pt x="100965" y="133451"/>
                  </a:lnTo>
                  <a:lnTo>
                    <a:pt x="99314" y="208635"/>
                  </a:lnTo>
                  <a:lnTo>
                    <a:pt x="203530" y="208635"/>
                  </a:lnTo>
                  <a:lnTo>
                    <a:pt x="203530" y="133451"/>
                  </a:lnTo>
                  <a:close/>
                </a:path>
                <a:path w="703579" h="1656079">
                  <a:moveTo>
                    <a:pt x="335026" y="1314246"/>
                  </a:moveTo>
                  <a:lnTo>
                    <a:pt x="148780" y="1314246"/>
                  </a:lnTo>
                  <a:lnTo>
                    <a:pt x="148780" y="1391920"/>
                  </a:lnTo>
                  <a:lnTo>
                    <a:pt x="335026" y="1391920"/>
                  </a:lnTo>
                  <a:lnTo>
                    <a:pt x="335026" y="1314246"/>
                  </a:lnTo>
                  <a:close/>
                </a:path>
                <a:path w="703579" h="1656079">
                  <a:moveTo>
                    <a:pt x="347560" y="875284"/>
                  </a:moveTo>
                  <a:lnTo>
                    <a:pt x="161315" y="875284"/>
                  </a:lnTo>
                  <a:lnTo>
                    <a:pt x="161315" y="952957"/>
                  </a:lnTo>
                  <a:lnTo>
                    <a:pt x="347560" y="952957"/>
                  </a:lnTo>
                  <a:lnTo>
                    <a:pt x="347560" y="875284"/>
                  </a:lnTo>
                  <a:close/>
                </a:path>
                <a:path w="703579" h="1656079">
                  <a:moveTo>
                    <a:pt x="395528" y="431673"/>
                  </a:moveTo>
                  <a:lnTo>
                    <a:pt x="209283" y="431673"/>
                  </a:lnTo>
                  <a:lnTo>
                    <a:pt x="209283" y="509346"/>
                  </a:lnTo>
                  <a:lnTo>
                    <a:pt x="395528" y="509346"/>
                  </a:lnTo>
                  <a:lnTo>
                    <a:pt x="395528" y="431673"/>
                  </a:lnTo>
                  <a:close/>
                </a:path>
                <a:path w="703579" h="1656079">
                  <a:moveTo>
                    <a:pt x="541680" y="1063332"/>
                  </a:moveTo>
                  <a:lnTo>
                    <a:pt x="355434" y="1063332"/>
                  </a:lnTo>
                  <a:lnTo>
                    <a:pt x="355434" y="1141006"/>
                  </a:lnTo>
                  <a:lnTo>
                    <a:pt x="541680" y="1141006"/>
                  </a:lnTo>
                  <a:lnTo>
                    <a:pt x="541680" y="1063332"/>
                  </a:lnTo>
                  <a:close/>
                </a:path>
                <a:path w="703579" h="1656079">
                  <a:moveTo>
                    <a:pt x="581787" y="0"/>
                  </a:moveTo>
                  <a:lnTo>
                    <a:pt x="395541" y="0"/>
                  </a:lnTo>
                  <a:lnTo>
                    <a:pt x="395541" y="77673"/>
                  </a:lnTo>
                  <a:lnTo>
                    <a:pt x="581787" y="77673"/>
                  </a:lnTo>
                  <a:lnTo>
                    <a:pt x="581787" y="0"/>
                  </a:lnTo>
                  <a:close/>
                </a:path>
                <a:path w="703579" h="1656079">
                  <a:moveTo>
                    <a:pt x="608253" y="1484198"/>
                  </a:moveTo>
                  <a:lnTo>
                    <a:pt x="422008" y="1484198"/>
                  </a:lnTo>
                  <a:lnTo>
                    <a:pt x="422008" y="1561871"/>
                  </a:lnTo>
                  <a:lnTo>
                    <a:pt x="608253" y="1561871"/>
                  </a:lnTo>
                  <a:lnTo>
                    <a:pt x="608253" y="1484198"/>
                  </a:lnTo>
                  <a:close/>
                </a:path>
                <a:path w="703579" h="1656079">
                  <a:moveTo>
                    <a:pt x="627456" y="784517"/>
                  </a:moveTo>
                  <a:lnTo>
                    <a:pt x="441210" y="784517"/>
                  </a:lnTo>
                  <a:lnTo>
                    <a:pt x="441210" y="862190"/>
                  </a:lnTo>
                  <a:lnTo>
                    <a:pt x="627456" y="862190"/>
                  </a:lnTo>
                  <a:lnTo>
                    <a:pt x="627456" y="784517"/>
                  </a:lnTo>
                  <a:close/>
                </a:path>
                <a:path w="703579" h="1656079">
                  <a:moveTo>
                    <a:pt x="643026" y="434162"/>
                  </a:moveTo>
                  <a:lnTo>
                    <a:pt x="641604" y="347713"/>
                  </a:lnTo>
                  <a:lnTo>
                    <a:pt x="515505" y="347713"/>
                  </a:lnTo>
                  <a:lnTo>
                    <a:pt x="515505" y="434162"/>
                  </a:lnTo>
                  <a:lnTo>
                    <a:pt x="643026" y="434162"/>
                  </a:lnTo>
                  <a:close/>
                </a:path>
                <a:path w="703579" h="1656079">
                  <a:moveTo>
                    <a:pt x="703453" y="1159624"/>
                  </a:moveTo>
                  <a:lnTo>
                    <a:pt x="601954" y="1159624"/>
                  </a:lnTo>
                  <a:lnTo>
                    <a:pt x="601954" y="1246085"/>
                  </a:lnTo>
                  <a:lnTo>
                    <a:pt x="703453" y="1246085"/>
                  </a:lnTo>
                  <a:lnTo>
                    <a:pt x="703453" y="1159624"/>
                  </a:lnTo>
                  <a:close/>
                </a:path>
              </a:pathLst>
            </a:custGeom>
            <a:solidFill>
              <a:srgbClr val="E8B35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 descr=""/>
            <p:cNvSpPr/>
            <p:nvPr/>
          </p:nvSpPr>
          <p:spPr>
            <a:xfrm>
              <a:off x="6107315" y="7940554"/>
              <a:ext cx="528955" cy="316230"/>
            </a:xfrm>
            <a:custGeom>
              <a:avLst/>
              <a:gdLst/>
              <a:ahLst/>
              <a:cxnLst/>
              <a:rect l="l" t="t" r="r" b="b"/>
              <a:pathLst>
                <a:path w="528954" h="316229">
                  <a:moveTo>
                    <a:pt x="526884" y="66040"/>
                  </a:moveTo>
                  <a:lnTo>
                    <a:pt x="526745" y="66040"/>
                  </a:lnTo>
                  <a:lnTo>
                    <a:pt x="526745" y="60960"/>
                  </a:lnTo>
                  <a:lnTo>
                    <a:pt x="526542" y="60960"/>
                  </a:lnTo>
                  <a:lnTo>
                    <a:pt x="526542" y="58420"/>
                  </a:lnTo>
                  <a:lnTo>
                    <a:pt x="524954" y="58420"/>
                  </a:lnTo>
                  <a:lnTo>
                    <a:pt x="524954" y="0"/>
                  </a:lnTo>
                  <a:lnTo>
                    <a:pt x="5308" y="0"/>
                  </a:lnTo>
                  <a:lnTo>
                    <a:pt x="5308" y="58420"/>
                  </a:lnTo>
                  <a:lnTo>
                    <a:pt x="4914" y="58420"/>
                  </a:lnTo>
                  <a:lnTo>
                    <a:pt x="4914" y="60960"/>
                  </a:lnTo>
                  <a:lnTo>
                    <a:pt x="4978" y="66040"/>
                  </a:lnTo>
                  <a:lnTo>
                    <a:pt x="4762" y="66040"/>
                  </a:lnTo>
                  <a:lnTo>
                    <a:pt x="4762" y="86360"/>
                  </a:lnTo>
                  <a:lnTo>
                    <a:pt x="526884" y="86360"/>
                  </a:lnTo>
                  <a:lnTo>
                    <a:pt x="526884" y="66040"/>
                  </a:lnTo>
                  <a:close/>
                </a:path>
                <a:path w="528954" h="316229">
                  <a:moveTo>
                    <a:pt x="528802" y="315747"/>
                  </a:moveTo>
                  <a:lnTo>
                    <a:pt x="527862" y="276034"/>
                  </a:lnTo>
                  <a:lnTo>
                    <a:pt x="901" y="275107"/>
                  </a:lnTo>
                  <a:lnTo>
                    <a:pt x="0" y="315747"/>
                  </a:lnTo>
                  <a:lnTo>
                    <a:pt x="528802" y="315747"/>
                  </a:lnTo>
                  <a:close/>
                </a:path>
              </a:pathLst>
            </a:custGeom>
            <a:solidFill>
              <a:srgbClr val="DBA952">
                <a:alpha val="59999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51" name="object 251" descr=""/>
          <p:cNvGrpSpPr/>
          <p:nvPr/>
        </p:nvGrpSpPr>
        <p:grpSpPr>
          <a:xfrm>
            <a:off x="1983826" y="7705024"/>
            <a:ext cx="658495" cy="2359660"/>
            <a:chOff x="1983826" y="7705024"/>
            <a:chExt cx="658495" cy="2359660"/>
          </a:xfrm>
        </p:grpSpPr>
        <p:sp>
          <p:nvSpPr>
            <p:cNvPr id="252" name="object 252" descr=""/>
            <p:cNvSpPr/>
            <p:nvPr/>
          </p:nvSpPr>
          <p:spPr>
            <a:xfrm>
              <a:off x="2012658" y="7940547"/>
              <a:ext cx="600710" cy="2124075"/>
            </a:xfrm>
            <a:custGeom>
              <a:avLst/>
              <a:gdLst/>
              <a:ahLst/>
              <a:cxnLst/>
              <a:rect l="l" t="t" r="r" b="b"/>
              <a:pathLst>
                <a:path w="600710" h="2124075">
                  <a:moveTo>
                    <a:pt x="556182" y="0"/>
                  </a:moveTo>
                  <a:lnTo>
                    <a:pt x="38522" y="0"/>
                  </a:lnTo>
                  <a:lnTo>
                    <a:pt x="28250" y="66207"/>
                  </a:lnTo>
                  <a:lnTo>
                    <a:pt x="28250" y="192276"/>
                  </a:lnTo>
                  <a:lnTo>
                    <a:pt x="0" y="2123746"/>
                  </a:lnTo>
                  <a:lnTo>
                    <a:pt x="600369" y="2123746"/>
                  </a:lnTo>
                  <a:lnTo>
                    <a:pt x="554485" y="190748"/>
                  </a:lnTo>
                  <a:lnTo>
                    <a:pt x="554579" y="63537"/>
                  </a:lnTo>
                  <a:lnTo>
                    <a:pt x="555930" y="58417"/>
                  </a:lnTo>
                  <a:lnTo>
                    <a:pt x="556182" y="0"/>
                  </a:lnTo>
                  <a:close/>
                </a:path>
              </a:pathLst>
            </a:custGeom>
            <a:solidFill>
              <a:srgbClr val="DBA9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 descr=""/>
            <p:cNvSpPr/>
            <p:nvPr/>
          </p:nvSpPr>
          <p:spPr>
            <a:xfrm>
              <a:off x="1988065" y="8156746"/>
              <a:ext cx="649605" cy="61594"/>
            </a:xfrm>
            <a:custGeom>
              <a:avLst/>
              <a:gdLst/>
              <a:ahLst/>
              <a:cxnLst/>
              <a:rect l="l" t="t" r="r" b="b"/>
              <a:pathLst>
                <a:path w="649605" h="61595">
                  <a:moveTo>
                    <a:pt x="649509" y="0"/>
                  </a:moveTo>
                  <a:lnTo>
                    <a:pt x="0" y="0"/>
                  </a:lnTo>
                  <a:lnTo>
                    <a:pt x="0" y="61485"/>
                  </a:lnTo>
                  <a:lnTo>
                    <a:pt x="649509" y="61485"/>
                  </a:lnTo>
                  <a:lnTo>
                    <a:pt x="649509" y="0"/>
                  </a:lnTo>
                  <a:close/>
                </a:path>
              </a:pathLst>
            </a:custGeom>
            <a:solidFill>
              <a:srgbClr val="AC7A4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 descr=""/>
            <p:cNvSpPr/>
            <p:nvPr/>
          </p:nvSpPr>
          <p:spPr>
            <a:xfrm>
              <a:off x="1983828" y="7784529"/>
              <a:ext cx="658495" cy="162560"/>
            </a:xfrm>
            <a:custGeom>
              <a:avLst/>
              <a:gdLst/>
              <a:ahLst/>
              <a:cxnLst/>
              <a:rect l="l" t="t" r="r" b="b"/>
              <a:pathLst>
                <a:path w="658494" h="162559">
                  <a:moveTo>
                    <a:pt x="658032" y="0"/>
                  </a:moveTo>
                  <a:lnTo>
                    <a:pt x="0" y="0"/>
                  </a:lnTo>
                  <a:lnTo>
                    <a:pt x="22208" y="162309"/>
                  </a:lnTo>
                  <a:lnTo>
                    <a:pt x="637184" y="162309"/>
                  </a:lnTo>
                  <a:lnTo>
                    <a:pt x="658032" y="0"/>
                  </a:lnTo>
                  <a:close/>
                </a:path>
              </a:pathLst>
            </a:custGeom>
            <a:solidFill>
              <a:srgbClr val="DBA952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55" name="object 255" descr="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2345468" y="7992497"/>
              <a:ext cx="95274" cy="135995"/>
            </a:xfrm>
            <a:prstGeom prst="rect">
              <a:avLst/>
            </a:prstGeom>
          </p:spPr>
        </p:pic>
        <p:pic>
          <p:nvPicPr>
            <p:cNvPr id="256" name="object 256" descr="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2183563" y="7992497"/>
              <a:ext cx="95274" cy="135995"/>
            </a:xfrm>
            <a:prstGeom prst="rect">
              <a:avLst/>
            </a:prstGeom>
          </p:spPr>
        </p:pic>
        <p:pic>
          <p:nvPicPr>
            <p:cNvPr id="257" name="object 257" descr="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2040910" y="7993900"/>
              <a:ext cx="75997" cy="134592"/>
            </a:xfrm>
            <a:prstGeom prst="rect">
              <a:avLst/>
            </a:prstGeom>
          </p:spPr>
        </p:pic>
        <p:pic>
          <p:nvPicPr>
            <p:cNvPr id="258" name="object 258" descr="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2497862" y="7993900"/>
              <a:ext cx="69097" cy="134592"/>
            </a:xfrm>
            <a:prstGeom prst="rect">
              <a:avLst/>
            </a:prstGeom>
          </p:spPr>
        </p:pic>
        <p:pic>
          <p:nvPicPr>
            <p:cNvPr id="259" name="object 259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409430" y="7705024"/>
              <a:ext cx="88960" cy="79505"/>
            </a:xfrm>
            <a:prstGeom prst="rect">
              <a:avLst/>
            </a:prstGeom>
          </p:spPr>
        </p:pic>
        <p:pic>
          <p:nvPicPr>
            <p:cNvPr id="260" name="object 260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552890" y="7705024"/>
              <a:ext cx="88960" cy="79505"/>
            </a:xfrm>
            <a:prstGeom prst="rect">
              <a:avLst/>
            </a:prstGeom>
          </p:spPr>
        </p:pic>
        <p:pic>
          <p:nvPicPr>
            <p:cNvPr id="261" name="object 261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2265970" y="7705024"/>
              <a:ext cx="88960" cy="79505"/>
            </a:xfrm>
            <a:prstGeom prst="rect">
              <a:avLst/>
            </a:prstGeom>
          </p:spPr>
        </p:pic>
        <p:pic>
          <p:nvPicPr>
            <p:cNvPr id="262" name="object 262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2122510" y="7705024"/>
              <a:ext cx="88960" cy="79505"/>
            </a:xfrm>
            <a:prstGeom prst="rect">
              <a:avLst/>
            </a:prstGeom>
          </p:spPr>
        </p:pic>
        <p:pic>
          <p:nvPicPr>
            <p:cNvPr id="263" name="object 263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983826" y="7705024"/>
              <a:ext cx="88960" cy="79505"/>
            </a:xfrm>
            <a:prstGeom prst="rect">
              <a:avLst/>
            </a:prstGeom>
          </p:spPr>
        </p:pic>
        <p:sp>
          <p:nvSpPr>
            <p:cNvPr id="264" name="object 264" descr=""/>
            <p:cNvSpPr/>
            <p:nvPr/>
          </p:nvSpPr>
          <p:spPr>
            <a:xfrm>
              <a:off x="2036724" y="8325821"/>
              <a:ext cx="544195" cy="509905"/>
            </a:xfrm>
            <a:custGeom>
              <a:avLst/>
              <a:gdLst/>
              <a:ahLst/>
              <a:cxnLst/>
              <a:rect l="l" t="t" r="r" b="b"/>
              <a:pathLst>
                <a:path w="544194" h="509904">
                  <a:moveTo>
                    <a:pt x="116941" y="347713"/>
                  </a:moveTo>
                  <a:lnTo>
                    <a:pt x="1422" y="347713"/>
                  </a:lnTo>
                  <a:lnTo>
                    <a:pt x="0" y="434162"/>
                  </a:lnTo>
                  <a:lnTo>
                    <a:pt x="116941" y="434162"/>
                  </a:lnTo>
                  <a:lnTo>
                    <a:pt x="116941" y="347713"/>
                  </a:lnTo>
                  <a:close/>
                </a:path>
                <a:path w="544194" h="509904">
                  <a:moveTo>
                    <a:pt x="247497" y="0"/>
                  </a:moveTo>
                  <a:lnTo>
                    <a:pt x="61252" y="0"/>
                  </a:lnTo>
                  <a:lnTo>
                    <a:pt x="61252" y="77673"/>
                  </a:lnTo>
                  <a:lnTo>
                    <a:pt x="247497" y="77673"/>
                  </a:lnTo>
                  <a:lnTo>
                    <a:pt x="247497" y="0"/>
                  </a:lnTo>
                  <a:close/>
                </a:path>
                <a:path w="544194" h="509904">
                  <a:moveTo>
                    <a:pt x="433743" y="431673"/>
                  </a:moveTo>
                  <a:lnTo>
                    <a:pt x="247497" y="431673"/>
                  </a:lnTo>
                  <a:lnTo>
                    <a:pt x="247497" y="509346"/>
                  </a:lnTo>
                  <a:lnTo>
                    <a:pt x="433743" y="509346"/>
                  </a:lnTo>
                  <a:lnTo>
                    <a:pt x="433743" y="431673"/>
                  </a:lnTo>
                  <a:close/>
                </a:path>
                <a:path w="544194" h="509904">
                  <a:moveTo>
                    <a:pt x="543712" y="208635"/>
                  </a:moveTo>
                  <a:lnTo>
                    <a:pt x="542061" y="133451"/>
                  </a:lnTo>
                  <a:lnTo>
                    <a:pt x="432689" y="133451"/>
                  </a:lnTo>
                  <a:lnTo>
                    <a:pt x="432689" y="208635"/>
                  </a:lnTo>
                  <a:lnTo>
                    <a:pt x="543712" y="208635"/>
                  </a:lnTo>
                  <a:close/>
                </a:path>
              </a:pathLst>
            </a:custGeom>
            <a:solidFill>
              <a:srgbClr val="E8B35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 descr=""/>
            <p:cNvSpPr/>
            <p:nvPr/>
          </p:nvSpPr>
          <p:spPr>
            <a:xfrm>
              <a:off x="2040902" y="7940554"/>
              <a:ext cx="534035" cy="316230"/>
            </a:xfrm>
            <a:custGeom>
              <a:avLst/>
              <a:gdLst/>
              <a:ahLst/>
              <a:cxnLst/>
              <a:rect l="l" t="t" r="r" b="b"/>
              <a:pathLst>
                <a:path w="534035" h="316229">
                  <a:moveTo>
                    <a:pt x="529120" y="86461"/>
                  </a:moveTo>
                  <a:lnTo>
                    <a:pt x="528688" y="61569"/>
                  </a:lnTo>
                  <a:lnTo>
                    <a:pt x="528853" y="58420"/>
                  </a:lnTo>
                  <a:lnTo>
                    <a:pt x="527939" y="0"/>
                  </a:lnTo>
                  <a:lnTo>
                    <a:pt x="10274" y="0"/>
                  </a:lnTo>
                  <a:lnTo>
                    <a:pt x="0" y="66205"/>
                  </a:lnTo>
                  <a:lnTo>
                    <a:pt x="0" y="86461"/>
                  </a:lnTo>
                  <a:lnTo>
                    <a:pt x="529120" y="86461"/>
                  </a:lnTo>
                  <a:close/>
                </a:path>
                <a:path w="534035" h="316229">
                  <a:moveTo>
                    <a:pt x="533704" y="315747"/>
                  </a:moveTo>
                  <a:lnTo>
                    <a:pt x="532803" y="275107"/>
                  </a:lnTo>
                  <a:lnTo>
                    <a:pt x="5842" y="276034"/>
                  </a:lnTo>
                  <a:lnTo>
                    <a:pt x="4914" y="315747"/>
                  </a:lnTo>
                  <a:lnTo>
                    <a:pt x="533704" y="315747"/>
                  </a:lnTo>
                  <a:close/>
                </a:path>
              </a:pathLst>
            </a:custGeom>
            <a:solidFill>
              <a:srgbClr val="DBA952">
                <a:alpha val="59999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6" name="object 266" descr=""/>
          <p:cNvSpPr/>
          <p:nvPr/>
        </p:nvSpPr>
        <p:spPr>
          <a:xfrm>
            <a:off x="4953765" y="9187992"/>
            <a:ext cx="84455" cy="881380"/>
          </a:xfrm>
          <a:custGeom>
            <a:avLst/>
            <a:gdLst/>
            <a:ahLst/>
            <a:cxnLst/>
            <a:rect l="l" t="t" r="r" b="b"/>
            <a:pathLst>
              <a:path w="84454" h="881379">
                <a:moveTo>
                  <a:pt x="83966" y="0"/>
                </a:moveTo>
                <a:lnTo>
                  <a:pt x="0" y="0"/>
                </a:lnTo>
                <a:lnTo>
                  <a:pt x="0" y="880800"/>
                </a:lnTo>
                <a:lnTo>
                  <a:pt x="83966" y="880800"/>
                </a:lnTo>
                <a:lnTo>
                  <a:pt x="83966" y="0"/>
                </a:lnTo>
                <a:close/>
              </a:path>
            </a:pathLst>
          </a:custGeom>
          <a:solidFill>
            <a:srgbClr val="DBA952">
              <a:alpha val="5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" name="object 267" descr=""/>
          <p:cNvSpPr/>
          <p:nvPr/>
        </p:nvSpPr>
        <p:spPr>
          <a:xfrm>
            <a:off x="3634119" y="9187992"/>
            <a:ext cx="84455" cy="881380"/>
          </a:xfrm>
          <a:custGeom>
            <a:avLst/>
            <a:gdLst/>
            <a:ahLst/>
            <a:cxnLst/>
            <a:rect l="l" t="t" r="r" b="b"/>
            <a:pathLst>
              <a:path w="84454" h="881379">
                <a:moveTo>
                  <a:pt x="83966" y="0"/>
                </a:moveTo>
                <a:lnTo>
                  <a:pt x="0" y="0"/>
                </a:lnTo>
                <a:lnTo>
                  <a:pt x="0" y="880800"/>
                </a:lnTo>
                <a:lnTo>
                  <a:pt x="83966" y="880800"/>
                </a:lnTo>
                <a:lnTo>
                  <a:pt x="83966" y="0"/>
                </a:lnTo>
                <a:close/>
              </a:path>
            </a:pathLst>
          </a:custGeom>
          <a:solidFill>
            <a:srgbClr val="DBA952">
              <a:alpha val="59999"/>
            </a:srgbClr>
          </a:solidFill>
        </p:spPr>
        <p:txBody>
          <a:bodyPr wrap="square" lIns="0" tIns="0" rIns="0" bIns="0" rtlCol="0"/>
          <a:lstStyle/>
          <a:p/>
        </p:txBody>
      </p:sp>
      <p:pic>
        <p:nvPicPr>
          <p:cNvPr id="268" name="object 268" descr=""/>
          <p:cNvPicPr/>
          <p:nvPr/>
        </p:nvPicPr>
        <p:blipFill>
          <a:blip r:embed="rId24" cstate="print"/>
          <a:stretch>
            <a:fillRect/>
          </a:stretch>
        </p:blipFill>
        <p:spPr>
          <a:xfrm>
            <a:off x="823163" y="8824695"/>
            <a:ext cx="1856587" cy="1295402"/>
          </a:xfrm>
          <a:prstGeom prst="rect">
            <a:avLst/>
          </a:prstGeom>
        </p:spPr>
      </p:pic>
      <p:pic>
        <p:nvPicPr>
          <p:cNvPr id="269" name="object 269" descr=""/>
          <p:cNvPicPr/>
          <p:nvPr/>
        </p:nvPicPr>
        <p:blipFill>
          <a:blip r:embed="rId25" cstate="print"/>
          <a:stretch>
            <a:fillRect/>
          </a:stretch>
        </p:blipFill>
        <p:spPr>
          <a:xfrm>
            <a:off x="6022201" y="8867856"/>
            <a:ext cx="1556417" cy="1253571"/>
          </a:xfrm>
          <a:prstGeom prst="rect">
            <a:avLst/>
          </a:prstGeom>
        </p:spPr>
      </p:pic>
      <p:sp>
        <p:nvSpPr>
          <p:cNvPr id="270" name="object 270" descr=""/>
          <p:cNvSpPr/>
          <p:nvPr/>
        </p:nvSpPr>
        <p:spPr>
          <a:xfrm>
            <a:off x="980994" y="6925335"/>
            <a:ext cx="6725284" cy="380365"/>
          </a:xfrm>
          <a:custGeom>
            <a:avLst/>
            <a:gdLst/>
            <a:ahLst/>
            <a:cxnLst/>
            <a:rect l="l" t="t" r="r" b="b"/>
            <a:pathLst>
              <a:path w="6725284" h="380365">
                <a:moveTo>
                  <a:pt x="6535141" y="0"/>
                </a:moveTo>
                <a:lnTo>
                  <a:pt x="190067" y="0"/>
                </a:lnTo>
                <a:lnTo>
                  <a:pt x="139693" y="6819"/>
                </a:lnTo>
                <a:lnTo>
                  <a:pt x="94332" y="26045"/>
                </a:lnTo>
                <a:lnTo>
                  <a:pt x="55834" y="55830"/>
                </a:lnTo>
                <a:lnTo>
                  <a:pt x="26047" y="94327"/>
                </a:lnTo>
                <a:lnTo>
                  <a:pt x="6819" y="139689"/>
                </a:lnTo>
                <a:lnTo>
                  <a:pt x="0" y="190067"/>
                </a:lnTo>
                <a:lnTo>
                  <a:pt x="6819" y="240445"/>
                </a:lnTo>
                <a:lnTo>
                  <a:pt x="26047" y="285807"/>
                </a:lnTo>
                <a:lnTo>
                  <a:pt x="55834" y="324304"/>
                </a:lnTo>
                <a:lnTo>
                  <a:pt x="94332" y="354089"/>
                </a:lnTo>
                <a:lnTo>
                  <a:pt x="139693" y="373315"/>
                </a:lnTo>
                <a:lnTo>
                  <a:pt x="190067" y="380135"/>
                </a:lnTo>
                <a:lnTo>
                  <a:pt x="6535141" y="380135"/>
                </a:lnTo>
                <a:lnTo>
                  <a:pt x="6585519" y="373315"/>
                </a:lnTo>
                <a:lnTo>
                  <a:pt x="6630880" y="354089"/>
                </a:lnTo>
                <a:lnTo>
                  <a:pt x="6669378" y="324304"/>
                </a:lnTo>
                <a:lnTo>
                  <a:pt x="6699163" y="285807"/>
                </a:lnTo>
                <a:lnTo>
                  <a:pt x="6718389" y="240445"/>
                </a:lnTo>
                <a:lnTo>
                  <a:pt x="6725208" y="190067"/>
                </a:lnTo>
                <a:lnTo>
                  <a:pt x="6718389" y="139689"/>
                </a:lnTo>
                <a:lnTo>
                  <a:pt x="6699163" y="94327"/>
                </a:lnTo>
                <a:lnTo>
                  <a:pt x="6669378" y="55830"/>
                </a:lnTo>
                <a:lnTo>
                  <a:pt x="6630880" y="26045"/>
                </a:lnTo>
                <a:lnTo>
                  <a:pt x="6585519" y="6819"/>
                </a:lnTo>
                <a:lnTo>
                  <a:pt x="6535141" y="0"/>
                </a:lnTo>
                <a:close/>
              </a:path>
            </a:pathLst>
          </a:custGeom>
          <a:solidFill>
            <a:srgbClr val="FBDFC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71" name="object 271" descr=""/>
          <p:cNvGrpSpPr/>
          <p:nvPr/>
        </p:nvGrpSpPr>
        <p:grpSpPr>
          <a:xfrm>
            <a:off x="3645793" y="4831646"/>
            <a:ext cx="1421130" cy="1680210"/>
            <a:chOff x="3645793" y="4831646"/>
            <a:chExt cx="1421130" cy="1680210"/>
          </a:xfrm>
        </p:grpSpPr>
        <p:pic>
          <p:nvPicPr>
            <p:cNvPr id="272" name="object 272" descr="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4323261" y="4831646"/>
              <a:ext cx="66291" cy="207467"/>
            </a:xfrm>
            <a:prstGeom prst="rect">
              <a:avLst/>
            </a:prstGeom>
          </p:spPr>
        </p:pic>
        <p:sp>
          <p:nvSpPr>
            <p:cNvPr id="273" name="object 273" descr=""/>
            <p:cNvSpPr/>
            <p:nvPr/>
          </p:nvSpPr>
          <p:spPr>
            <a:xfrm>
              <a:off x="3645793" y="5025342"/>
              <a:ext cx="1421130" cy="1486535"/>
            </a:xfrm>
            <a:custGeom>
              <a:avLst/>
              <a:gdLst/>
              <a:ahLst/>
              <a:cxnLst/>
              <a:rect l="l" t="t" r="r" b="b"/>
              <a:pathLst>
                <a:path w="1421129" h="1486534">
                  <a:moveTo>
                    <a:pt x="1420846" y="1403810"/>
                  </a:moveTo>
                  <a:lnTo>
                    <a:pt x="0" y="1403810"/>
                  </a:lnTo>
                  <a:lnTo>
                    <a:pt x="0" y="1486509"/>
                  </a:lnTo>
                  <a:lnTo>
                    <a:pt x="1420846" y="1486509"/>
                  </a:lnTo>
                  <a:lnTo>
                    <a:pt x="1420846" y="1403810"/>
                  </a:lnTo>
                  <a:close/>
                </a:path>
                <a:path w="1421129" h="1486534">
                  <a:moveTo>
                    <a:pt x="202978" y="1324870"/>
                  </a:moveTo>
                  <a:lnTo>
                    <a:pt x="90217" y="1324870"/>
                  </a:lnTo>
                  <a:lnTo>
                    <a:pt x="90217" y="1403810"/>
                  </a:lnTo>
                  <a:lnTo>
                    <a:pt x="1338147" y="1403810"/>
                  </a:lnTo>
                  <a:lnTo>
                    <a:pt x="1338147" y="1324943"/>
                  </a:lnTo>
                  <a:lnTo>
                    <a:pt x="202978" y="1324943"/>
                  </a:lnTo>
                  <a:close/>
                </a:path>
                <a:path w="1421129" h="1486534">
                  <a:moveTo>
                    <a:pt x="1217868" y="1080553"/>
                  </a:moveTo>
                  <a:lnTo>
                    <a:pt x="202978" y="1080553"/>
                  </a:lnTo>
                  <a:lnTo>
                    <a:pt x="202978" y="1324943"/>
                  </a:lnTo>
                  <a:lnTo>
                    <a:pt x="1338147" y="1324943"/>
                  </a:lnTo>
                  <a:lnTo>
                    <a:pt x="1217868" y="1324870"/>
                  </a:lnTo>
                  <a:lnTo>
                    <a:pt x="1217868" y="1080553"/>
                  </a:lnTo>
                  <a:close/>
                </a:path>
                <a:path w="1421129" h="1486534">
                  <a:moveTo>
                    <a:pt x="1234548" y="1031685"/>
                  </a:moveTo>
                  <a:lnTo>
                    <a:pt x="189523" y="1031685"/>
                  </a:lnTo>
                  <a:lnTo>
                    <a:pt x="180207" y="1033647"/>
                  </a:lnTo>
                  <a:lnTo>
                    <a:pt x="172575" y="1038952"/>
                  </a:lnTo>
                  <a:lnTo>
                    <a:pt x="167418" y="1046731"/>
                  </a:lnTo>
                  <a:lnTo>
                    <a:pt x="165523" y="1056114"/>
                  </a:lnTo>
                  <a:lnTo>
                    <a:pt x="167418" y="1065503"/>
                  </a:lnTo>
                  <a:lnTo>
                    <a:pt x="172575" y="1073285"/>
                  </a:lnTo>
                  <a:lnTo>
                    <a:pt x="180207" y="1078591"/>
                  </a:lnTo>
                  <a:lnTo>
                    <a:pt x="189523" y="1080553"/>
                  </a:lnTo>
                  <a:lnTo>
                    <a:pt x="1234548" y="1080553"/>
                  </a:lnTo>
                  <a:lnTo>
                    <a:pt x="1243869" y="1078591"/>
                  </a:lnTo>
                  <a:lnTo>
                    <a:pt x="1251499" y="1073285"/>
                  </a:lnTo>
                  <a:lnTo>
                    <a:pt x="1256654" y="1065503"/>
                  </a:lnTo>
                  <a:lnTo>
                    <a:pt x="1258548" y="1056114"/>
                  </a:lnTo>
                  <a:lnTo>
                    <a:pt x="1256654" y="1046731"/>
                  </a:lnTo>
                  <a:lnTo>
                    <a:pt x="1251499" y="1038952"/>
                  </a:lnTo>
                  <a:lnTo>
                    <a:pt x="1243869" y="1033647"/>
                  </a:lnTo>
                  <a:lnTo>
                    <a:pt x="1234548" y="1031685"/>
                  </a:lnTo>
                  <a:close/>
                </a:path>
                <a:path w="1421129" h="1486534">
                  <a:moveTo>
                    <a:pt x="1217868" y="648283"/>
                  </a:moveTo>
                  <a:lnTo>
                    <a:pt x="202978" y="648283"/>
                  </a:lnTo>
                  <a:lnTo>
                    <a:pt x="202978" y="1031685"/>
                  </a:lnTo>
                  <a:lnTo>
                    <a:pt x="1217868" y="1031685"/>
                  </a:lnTo>
                  <a:lnTo>
                    <a:pt x="1217868" y="648283"/>
                  </a:lnTo>
                  <a:close/>
                </a:path>
                <a:path w="1421129" h="1486534">
                  <a:moveTo>
                    <a:pt x="1289280" y="576862"/>
                  </a:moveTo>
                  <a:lnTo>
                    <a:pt x="124038" y="576862"/>
                  </a:lnTo>
                  <a:lnTo>
                    <a:pt x="124038" y="648283"/>
                  </a:lnTo>
                  <a:lnTo>
                    <a:pt x="1289280" y="648283"/>
                  </a:lnTo>
                  <a:lnTo>
                    <a:pt x="1289280" y="576862"/>
                  </a:lnTo>
                  <a:close/>
                </a:path>
                <a:path w="1421129" h="1486534">
                  <a:moveTo>
                    <a:pt x="1161482" y="445305"/>
                  </a:moveTo>
                  <a:lnTo>
                    <a:pt x="251845" y="445305"/>
                  </a:lnTo>
                  <a:lnTo>
                    <a:pt x="251845" y="576862"/>
                  </a:lnTo>
                  <a:lnTo>
                    <a:pt x="1161482" y="576862"/>
                  </a:lnTo>
                  <a:lnTo>
                    <a:pt x="1161482" y="445305"/>
                  </a:lnTo>
                  <a:close/>
                </a:path>
                <a:path w="1421129" h="1486534">
                  <a:moveTo>
                    <a:pt x="238411" y="398166"/>
                  </a:moveTo>
                  <a:lnTo>
                    <a:pt x="222684" y="402113"/>
                  </a:lnTo>
                  <a:lnTo>
                    <a:pt x="219515" y="409953"/>
                  </a:lnTo>
                  <a:lnTo>
                    <a:pt x="219160" y="421860"/>
                  </a:lnTo>
                  <a:lnTo>
                    <a:pt x="220078" y="434691"/>
                  </a:lnTo>
                  <a:lnTo>
                    <a:pt x="220726" y="445305"/>
                  </a:lnTo>
                  <a:lnTo>
                    <a:pt x="1187796" y="445305"/>
                  </a:lnTo>
                  <a:lnTo>
                    <a:pt x="1187796" y="402710"/>
                  </a:lnTo>
                  <a:lnTo>
                    <a:pt x="309194" y="402710"/>
                  </a:lnTo>
                  <a:lnTo>
                    <a:pt x="290822" y="401250"/>
                  </a:lnTo>
                  <a:lnTo>
                    <a:pt x="264176" y="398807"/>
                  </a:lnTo>
                  <a:lnTo>
                    <a:pt x="238411" y="398166"/>
                  </a:lnTo>
                  <a:close/>
                </a:path>
                <a:path w="1421129" h="1486534">
                  <a:moveTo>
                    <a:pt x="711140" y="0"/>
                  </a:moveTo>
                  <a:lnTo>
                    <a:pt x="659582" y="11418"/>
                  </a:lnTo>
                  <a:lnTo>
                    <a:pt x="586623" y="52605"/>
                  </a:lnTo>
                  <a:lnTo>
                    <a:pt x="536805" y="85407"/>
                  </a:lnTo>
                  <a:lnTo>
                    <a:pt x="474955" y="134363"/>
                  </a:lnTo>
                  <a:lnTo>
                    <a:pt x="438533" y="168305"/>
                  </a:lnTo>
                  <a:lnTo>
                    <a:pt x="404603" y="205028"/>
                  </a:lnTo>
                  <a:lnTo>
                    <a:pt x="374149" y="244512"/>
                  </a:lnTo>
                  <a:lnTo>
                    <a:pt x="348156" y="286736"/>
                  </a:lnTo>
                  <a:lnTo>
                    <a:pt x="327607" y="331682"/>
                  </a:lnTo>
                  <a:lnTo>
                    <a:pt x="313487" y="379328"/>
                  </a:lnTo>
                  <a:lnTo>
                    <a:pt x="309194" y="402710"/>
                  </a:lnTo>
                  <a:lnTo>
                    <a:pt x="1187796" y="402710"/>
                  </a:lnTo>
                  <a:lnTo>
                    <a:pt x="1187796" y="400197"/>
                  </a:lnTo>
                  <a:lnTo>
                    <a:pt x="1100259" y="400197"/>
                  </a:lnTo>
                  <a:lnTo>
                    <a:pt x="1097966" y="389100"/>
                  </a:lnTo>
                  <a:lnTo>
                    <a:pt x="1084545" y="338097"/>
                  </a:lnTo>
                  <a:lnTo>
                    <a:pt x="1056007" y="272794"/>
                  </a:lnTo>
                  <a:lnTo>
                    <a:pt x="1024190" y="227082"/>
                  </a:lnTo>
                  <a:lnTo>
                    <a:pt x="987191" y="184919"/>
                  </a:lnTo>
                  <a:lnTo>
                    <a:pt x="947405" y="144990"/>
                  </a:lnTo>
                  <a:lnTo>
                    <a:pt x="913085" y="113167"/>
                  </a:lnTo>
                  <a:lnTo>
                    <a:pt x="877376" y="82981"/>
                  </a:lnTo>
                  <a:lnTo>
                    <a:pt x="840348" y="54421"/>
                  </a:lnTo>
                  <a:lnTo>
                    <a:pt x="802069" y="27475"/>
                  </a:lnTo>
                  <a:lnTo>
                    <a:pt x="758859" y="7156"/>
                  </a:lnTo>
                  <a:lnTo>
                    <a:pt x="735246" y="1839"/>
                  </a:lnTo>
                  <a:lnTo>
                    <a:pt x="711140" y="0"/>
                  </a:lnTo>
                  <a:close/>
                </a:path>
              </a:pathLst>
            </a:custGeom>
            <a:solidFill>
              <a:srgbClr val="E2CEBB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4" name="object 274" descr=""/>
          <p:cNvGrpSpPr/>
          <p:nvPr/>
        </p:nvGrpSpPr>
        <p:grpSpPr>
          <a:xfrm>
            <a:off x="2868499" y="4842920"/>
            <a:ext cx="1710055" cy="1894839"/>
            <a:chOff x="2868499" y="4842920"/>
            <a:chExt cx="1710055" cy="1894839"/>
          </a:xfrm>
        </p:grpSpPr>
        <p:sp>
          <p:nvSpPr>
            <p:cNvPr id="275" name="object 275" descr=""/>
            <p:cNvSpPr/>
            <p:nvPr/>
          </p:nvSpPr>
          <p:spPr>
            <a:xfrm>
              <a:off x="2868499" y="5486848"/>
              <a:ext cx="583565" cy="507365"/>
            </a:xfrm>
            <a:custGeom>
              <a:avLst/>
              <a:gdLst/>
              <a:ahLst/>
              <a:cxnLst/>
              <a:rect l="l" t="t" r="r" b="b"/>
              <a:pathLst>
                <a:path w="583564" h="507364">
                  <a:moveTo>
                    <a:pt x="583249" y="0"/>
                  </a:moveTo>
                  <a:lnTo>
                    <a:pt x="0" y="0"/>
                  </a:lnTo>
                  <a:lnTo>
                    <a:pt x="0" y="507073"/>
                  </a:lnTo>
                  <a:lnTo>
                    <a:pt x="583249" y="507073"/>
                  </a:lnTo>
                  <a:lnTo>
                    <a:pt x="583249" y="0"/>
                  </a:lnTo>
                  <a:close/>
                </a:path>
              </a:pathLst>
            </a:custGeom>
            <a:solidFill>
              <a:srgbClr val="E2CE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 descr=""/>
            <p:cNvSpPr/>
            <p:nvPr/>
          </p:nvSpPr>
          <p:spPr>
            <a:xfrm>
              <a:off x="2935010" y="5562469"/>
              <a:ext cx="66040" cy="90170"/>
            </a:xfrm>
            <a:custGeom>
              <a:avLst/>
              <a:gdLst/>
              <a:ahLst/>
              <a:cxnLst/>
              <a:rect l="l" t="t" r="r" b="b"/>
              <a:pathLst>
                <a:path w="66039" h="90170">
                  <a:moveTo>
                    <a:pt x="65882" y="0"/>
                  </a:moveTo>
                  <a:lnTo>
                    <a:pt x="0" y="0"/>
                  </a:lnTo>
                  <a:lnTo>
                    <a:pt x="0" y="89620"/>
                  </a:lnTo>
                  <a:lnTo>
                    <a:pt x="65882" y="89620"/>
                  </a:lnTo>
                  <a:lnTo>
                    <a:pt x="65882" y="0"/>
                  </a:lnTo>
                  <a:close/>
                </a:path>
              </a:pathLst>
            </a:custGeom>
            <a:solidFill>
              <a:srgbClr val="C6B5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 descr=""/>
            <p:cNvSpPr/>
            <p:nvPr/>
          </p:nvSpPr>
          <p:spPr>
            <a:xfrm>
              <a:off x="3097005" y="4842920"/>
              <a:ext cx="1481455" cy="1894839"/>
            </a:xfrm>
            <a:custGeom>
              <a:avLst/>
              <a:gdLst/>
              <a:ahLst/>
              <a:cxnLst/>
              <a:rect l="l" t="t" r="r" b="b"/>
              <a:pathLst>
                <a:path w="1481454" h="1894840">
                  <a:moveTo>
                    <a:pt x="536842" y="0"/>
                  </a:moveTo>
                  <a:lnTo>
                    <a:pt x="522591" y="0"/>
                  </a:lnTo>
                  <a:lnTo>
                    <a:pt x="510744" y="2222"/>
                  </a:lnTo>
                  <a:lnTo>
                    <a:pt x="501160" y="8275"/>
                  </a:lnTo>
                  <a:lnTo>
                    <a:pt x="494744" y="17241"/>
                  </a:lnTo>
                  <a:lnTo>
                    <a:pt x="492403" y="28198"/>
                  </a:lnTo>
                  <a:lnTo>
                    <a:pt x="492403" y="63903"/>
                  </a:lnTo>
                  <a:lnTo>
                    <a:pt x="443546" y="63903"/>
                  </a:lnTo>
                  <a:lnTo>
                    <a:pt x="443546" y="28198"/>
                  </a:lnTo>
                  <a:lnTo>
                    <a:pt x="441494" y="17241"/>
                  </a:lnTo>
                  <a:lnTo>
                    <a:pt x="435710" y="8275"/>
                  </a:lnTo>
                  <a:lnTo>
                    <a:pt x="426756" y="2222"/>
                  </a:lnTo>
                  <a:lnTo>
                    <a:pt x="415191" y="0"/>
                  </a:lnTo>
                  <a:lnTo>
                    <a:pt x="400940" y="0"/>
                  </a:lnTo>
                  <a:lnTo>
                    <a:pt x="388716" y="2222"/>
                  </a:lnTo>
                  <a:lnTo>
                    <a:pt x="378311" y="8275"/>
                  </a:lnTo>
                  <a:lnTo>
                    <a:pt x="371077" y="17241"/>
                  </a:lnTo>
                  <a:lnTo>
                    <a:pt x="368365" y="28198"/>
                  </a:lnTo>
                  <a:lnTo>
                    <a:pt x="368365" y="63903"/>
                  </a:lnTo>
                  <a:lnTo>
                    <a:pt x="319498" y="63903"/>
                  </a:lnTo>
                  <a:lnTo>
                    <a:pt x="319498" y="28198"/>
                  </a:lnTo>
                  <a:lnTo>
                    <a:pt x="317820" y="17241"/>
                  </a:lnTo>
                  <a:lnTo>
                    <a:pt x="312860" y="8275"/>
                  </a:lnTo>
                  <a:lnTo>
                    <a:pt x="304730" y="2222"/>
                  </a:lnTo>
                  <a:lnTo>
                    <a:pt x="293540" y="0"/>
                  </a:lnTo>
                  <a:lnTo>
                    <a:pt x="279289" y="0"/>
                  </a:lnTo>
                  <a:lnTo>
                    <a:pt x="267889" y="2222"/>
                  </a:lnTo>
                  <a:lnTo>
                    <a:pt x="259246" y="8275"/>
                  </a:lnTo>
                  <a:lnTo>
                    <a:pt x="253763" y="17241"/>
                  </a:lnTo>
                  <a:lnTo>
                    <a:pt x="251845" y="28198"/>
                  </a:lnTo>
                  <a:lnTo>
                    <a:pt x="251845" y="63903"/>
                  </a:lnTo>
                  <a:lnTo>
                    <a:pt x="202978" y="63903"/>
                  </a:lnTo>
                  <a:lnTo>
                    <a:pt x="202978" y="28198"/>
                  </a:lnTo>
                  <a:lnTo>
                    <a:pt x="200497" y="17241"/>
                  </a:lnTo>
                  <a:lnTo>
                    <a:pt x="193776" y="8275"/>
                  </a:lnTo>
                  <a:lnTo>
                    <a:pt x="183894" y="2222"/>
                  </a:lnTo>
                  <a:lnTo>
                    <a:pt x="171931" y="0"/>
                  </a:lnTo>
                  <a:lnTo>
                    <a:pt x="157681" y="0"/>
                  </a:lnTo>
                  <a:lnTo>
                    <a:pt x="145882" y="2222"/>
                  </a:lnTo>
                  <a:lnTo>
                    <a:pt x="136401" y="8275"/>
                  </a:lnTo>
                  <a:lnTo>
                    <a:pt x="130089" y="17241"/>
                  </a:lnTo>
                  <a:lnTo>
                    <a:pt x="127797" y="28198"/>
                  </a:lnTo>
                  <a:lnTo>
                    <a:pt x="127797" y="63903"/>
                  </a:lnTo>
                  <a:lnTo>
                    <a:pt x="82688" y="63903"/>
                  </a:lnTo>
                  <a:lnTo>
                    <a:pt x="82688" y="28198"/>
                  </a:lnTo>
                  <a:lnTo>
                    <a:pt x="80632" y="17241"/>
                  </a:lnTo>
                  <a:lnTo>
                    <a:pt x="74843" y="8275"/>
                  </a:lnTo>
                  <a:lnTo>
                    <a:pt x="65893" y="2222"/>
                  </a:lnTo>
                  <a:lnTo>
                    <a:pt x="54354" y="0"/>
                  </a:lnTo>
                  <a:lnTo>
                    <a:pt x="40051" y="0"/>
                  </a:lnTo>
                  <a:lnTo>
                    <a:pt x="27855" y="2222"/>
                  </a:lnTo>
                  <a:lnTo>
                    <a:pt x="17462" y="8275"/>
                  </a:lnTo>
                  <a:lnTo>
                    <a:pt x="10230" y="17241"/>
                  </a:lnTo>
                  <a:lnTo>
                    <a:pt x="7518" y="28198"/>
                  </a:lnTo>
                  <a:lnTo>
                    <a:pt x="7518" y="63767"/>
                  </a:lnTo>
                  <a:lnTo>
                    <a:pt x="28313" y="191700"/>
                  </a:lnTo>
                  <a:lnTo>
                    <a:pt x="66427" y="191700"/>
                  </a:lnTo>
                  <a:lnTo>
                    <a:pt x="60144" y="241814"/>
                  </a:lnTo>
                  <a:lnTo>
                    <a:pt x="60144" y="342869"/>
                  </a:lnTo>
                  <a:lnTo>
                    <a:pt x="61034" y="357088"/>
                  </a:lnTo>
                  <a:lnTo>
                    <a:pt x="15036" y="357088"/>
                  </a:lnTo>
                  <a:lnTo>
                    <a:pt x="15036" y="409715"/>
                  </a:lnTo>
                  <a:lnTo>
                    <a:pt x="60134" y="409715"/>
                  </a:lnTo>
                  <a:lnTo>
                    <a:pt x="51139" y="917155"/>
                  </a:lnTo>
                  <a:lnTo>
                    <a:pt x="22554" y="917155"/>
                  </a:lnTo>
                  <a:lnTo>
                    <a:pt x="22554" y="973541"/>
                  </a:lnTo>
                  <a:lnTo>
                    <a:pt x="50186" y="973541"/>
                  </a:lnTo>
                  <a:lnTo>
                    <a:pt x="48961" y="1044962"/>
                  </a:lnTo>
                  <a:lnTo>
                    <a:pt x="3759" y="1044962"/>
                  </a:lnTo>
                  <a:lnTo>
                    <a:pt x="3759" y="1105097"/>
                  </a:lnTo>
                  <a:lnTo>
                    <a:pt x="47872" y="1105097"/>
                  </a:lnTo>
                  <a:lnTo>
                    <a:pt x="44511" y="1293039"/>
                  </a:lnTo>
                  <a:lnTo>
                    <a:pt x="0" y="1293039"/>
                  </a:lnTo>
                  <a:lnTo>
                    <a:pt x="0" y="1894455"/>
                  </a:lnTo>
                  <a:lnTo>
                    <a:pt x="1480981" y="1894455"/>
                  </a:lnTo>
                  <a:lnTo>
                    <a:pt x="1480981" y="1184037"/>
                  </a:lnTo>
                  <a:lnTo>
                    <a:pt x="1371979" y="1184037"/>
                  </a:lnTo>
                  <a:lnTo>
                    <a:pt x="1371979" y="1251700"/>
                  </a:lnTo>
                  <a:lnTo>
                    <a:pt x="1281762" y="1251700"/>
                  </a:lnTo>
                  <a:lnTo>
                    <a:pt x="1281762" y="1184037"/>
                  </a:lnTo>
                  <a:lnTo>
                    <a:pt x="1165242" y="1184037"/>
                  </a:lnTo>
                  <a:lnTo>
                    <a:pt x="1165242" y="1251700"/>
                  </a:lnTo>
                  <a:lnTo>
                    <a:pt x="1075024" y="1251700"/>
                  </a:lnTo>
                  <a:lnTo>
                    <a:pt x="1075024" y="1184037"/>
                  </a:lnTo>
                  <a:lnTo>
                    <a:pt x="954745" y="1184037"/>
                  </a:lnTo>
                  <a:lnTo>
                    <a:pt x="954745" y="1251700"/>
                  </a:lnTo>
                  <a:lnTo>
                    <a:pt x="864528" y="1251700"/>
                  </a:lnTo>
                  <a:lnTo>
                    <a:pt x="864528" y="1184037"/>
                  </a:lnTo>
                  <a:lnTo>
                    <a:pt x="751767" y="1184037"/>
                  </a:lnTo>
                  <a:lnTo>
                    <a:pt x="751767" y="1251700"/>
                  </a:lnTo>
                  <a:lnTo>
                    <a:pt x="661550" y="1251700"/>
                  </a:lnTo>
                  <a:lnTo>
                    <a:pt x="661550" y="1184037"/>
                  </a:lnTo>
                  <a:lnTo>
                    <a:pt x="545030" y="1184037"/>
                  </a:lnTo>
                  <a:lnTo>
                    <a:pt x="545030" y="1271521"/>
                  </a:lnTo>
                  <a:lnTo>
                    <a:pt x="539114" y="1293039"/>
                  </a:lnTo>
                  <a:lnTo>
                    <a:pt x="529407" y="1293039"/>
                  </a:lnTo>
                  <a:lnTo>
                    <a:pt x="525146" y="1105097"/>
                  </a:lnTo>
                  <a:lnTo>
                    <a:pt x="567584" y="1105097"/>
                  </a:lnTo>
                  <a:lnTo>
                    <a:pt x="567584" y="1044962"/>
                  </a:lnTo>
                  <a:lnTo>
                    <a:pt x="523680" y="1044962"/>
                  </a:lnTo>
                  <a:lnTo>
                    <a:pt x="522120" y="973541"/>
                  </a:lnTo>
                  <a:lnTo>
                    <a:pt x="552548" y="973541"/>
                  </a:lnTo>
                  <a:lnTo>
                    <a:pt x="552548" y="917155"/>
                  </a:lnTo>
                  <a:lnTo>
                    <a:pt x="520937" y="917155"/>
                  </a:lnTo>
                  <a:lnTo>
                    <a:pt x="515115" y="665320"/>
                  </a:lnTo>
                  <a:lnTo>
                    <a:pt x="515345" y="665320"/>
                  </a:lnTo>
                  <a:lnTo>
                    <a:pt x="513921" y="601416"/>
                  </a:lnTo>
                  <a:lnTo>
                    <a:pt x="513785" y="601416"/>
                  </a:lnTo>
                  <a:lnTo>
                    <a:pt x="510141" y="443546"/>
                  </a:lnTo>
                  <a:lnTo>
                    <a:pt x="510424" y="443546"/>
                  </a:lnTo>
                  <a:lnTo>
                    <a:pt x="509659" y="409715"/>
                  </a:lnTo>
                  <a:lnTo>
                    <a:pt x="563825" y="409715"/>
                  </a:lnTo>
                  <a:lnTo>
                    <a:pt x="563825" y="357088"/>
                  </a:lnTo>
                  <a:lnTo>
                    <a:pt x="508246" y="357088"/>
                  </a:lnTo>
                  <a:lnTo>
                    <a:pt x="507440" y="342251"/>
                  </a:lnTo>
                  <a:lnTo>
                    <a:pt x="506392" y="255604"/>
                  </a:lnTo>
                  <a:lnTo>
                    <a:pt x="506539" y="255604"/>
                  </a:lnTo>
                  <a:lnTo>
                    <a:pt x="506162" y="237427"/>
                  </a:lnTo>
                  <a:lnTo>
                    <a:pt x="506298" y="235814"/>
                  </a:lnTo>
                  <a:lnTo>
                    <a:pt x="505544" y="191700"/>
                  </a:lnTo>
                  <a:lnTo>
                    <a:pt x="549721" y="191700"/>
                  </a:lnTo>
                  <a:lnTo>
                    <a:pt x="567584" y="63767"/>
                  </a:lnTo>
                  <a:lnTo>
                    <a:pt x="567584" y="28198"/>
                  </a:lnTo>
                  <a:lnTo>
                    <a:pt x="565159" y="17241"/>
                  </a:lnTo>
                  <a:lnTo>
                    <a:pt x="558554" y="8275"/>
                  </a:lnTo>
                  <a:lnTo>
                    <a:pt x="548779" y="2222"/>
                  </a:lnTo>
                  <a:lnTo>
                    <a:pt x="536842" y="0"/>
                  </a:lnTo>
                  <a:close/>
                </a:path>
              </a:pathLst>
            </a:custGeom>
            <a:solidFill>
              <a:srgbClr val="E2CE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 descr=""/>
            <p:cNvSpPr/>
            <p:nvPr/>
          </p:nvSpPr>
          <p:spPr>
            <a:xfrm>
              <a:off x="3228810" y="5050999"/>
              <a:ext cx="306070" cy="502920"/>
            </a:xfrm>
            <a:custGeom>
              <a:avLst/>
              <a:gdLst/>
              <a:ahLst/>
              <a:cxnLst/>
              <a:rect l="l" t="t" r="r" b="b"/>
              <a:pathLst>
                <a:path w="306070" h="502920">
                  <a:moveTo>
                    <a:pt x="59334" y="115189"/>
                  </a:moveTo>
                  <a:lnTo>
                    <a:pt x="56934" y="73406"/>
                  </a:lnTo>
                  <a:lnTo>
                    <a:pt x="50571" y="36449"/>
                  </a:lnTo>
                  <a:lnTo>
                    <a:pt x="41160" y="10071"/>
                  </a:lnTo>
                  <a:lnTo>
                    <a:pt x="29667" y="0"/>
                  </a:lnTo>
                  <a:lnTo>
                    <a:pt x="18161" y="10071"/>
                  </a:lnTo>
                  <a:lnTo>
                    <a:pt x="8763" y="36449"/>
                  </a:lnTo>
                  <a:lnTo>
                    <a:pt x="2400" y="73406"/>
                  </a:lnTo>
                  <a:lnTo>
                    <a:pt x="0" y="115189"/>
                  </a:lnTo>
                  <a:lnTo>
                    <a:pt x="59334" y="115189"/>
                  </a:lnTo>
                  <a:close/>
                </a:path>
                <a:path w="306070" h="502920">
                  <a:moveTo>
                    <a:pt x="182448" y="502348"/>
                  </a:moveTo>
                  <a:lnTo>
                    <a:pt x="180060" y="460565"/>
                  </a:lnTo>
                  <a:lnTo>
                    <a:pt x="173685" y="423608"/>
                  </a:lnTo>
                  <a:lnTo>
                    <a:pt x="164287" y="397230"/>
                  </a:lnTo>
                  <a:lnTo>
                    <a:pt x="152793" y="387159"/>
                  </a:lnTo>
                  <a:lnTo>
                    <a:pt x="141287" y="397230"/>
                  </a:lnTo>
                  <a:lnTo>
                    <a:pt x="131889" y="423608"/>
                  </a:lnTo>
                  <a:lnTo>
                    <a:pt x="125514" y="460565"/>
                  </a:lnTo>
                  <a:lnTo>
                    <a:pt x="123126" y="502348"/>
                  </a:lnTo>
                  <a:lnTo>
                    <a:pt x="182448" y="502348"/>
                  </a:lnTo>
                  <a:close/>
                </a:path>
                <a:path w="306070" h="502920">
                  <a:moveTo>
                    <a:pt x="182448" y="115189"/>
                  </a:moveTo>
                  <a:lnTo>
                    <a:pt x="180060" y="73406"/>
                  </a:lnTo>
                  <a:lnTo>
                    <a:pt x="173685" y="36449"/>
                  </a:lnTo>
                  <a:lnTo>
                    <a:pt x="164287" y="10071"/>
                  </a:lnTo>
                  <a:lnTo>
                    <a:pt x="152793" y="0"/>
                  </a:lnTo>
                  <a:lnTo>
                    <a:pt x="141287" y="10071"/>
                  </a:lnTo>
                  <a:lnTo>
                    <a:pt x="131889" y="36449"/>
                  </a:lnTo>
                  <a:lnTo>
                    <a:pt x="125514" y="73406"/>
                  </a:lnTo>
                  <a:lnTo>
                    <a:pt x="123126" y="115189"/>
                  </a:lnTo>
                  <a:lnTo>
                    <a:pt x="182448" y="115189"/>
                  </a:lnTo>
                  <a:close/>
                </a:path>
                <a:path w="306070" h="502920">
                  <a:moveTo>
                    <a:pt x="305574" y="115189"/>
                  </a:moveTo>
                  <a:lnTo>
                    <a:pt x="303174" y="73406"/>
                  </a:lnTo>
                  <a:lnTo>
                    <a:pt x="296811" y="36449"/>
                  </a:lnTo>
                  <a:lnTo>
                    <a:pt x="287401" y="10071"/>
                  </a:lnTo>
                  <a:lnTo>
                    <a:pt x="275907" y="0"/>
                  </a:lnTo>
                  <a:lnTo>
                    <a:pt x="264414" y="10071"/>
                  </a:lnTo>
                  <a:lnTo>
                    <a:pt x="255003" y="36449"/>
                  </a:lnTo>
                  <a:lnTo>
                    <a:pt x="248640" y="73406"/>
                  </a:lnTo>
                  <a:lnTo>
                    <a:pt x="246240" y="115189"/>
                  </a:lnTo>
                  <a:lnTo>
                    <a:pt x="305574" y="115189"/>
                  </a:lnTo>
                  <a:close/>
                </a:path>
              </a:pathLst>
            </a:custGeom>
            <a:solidFill>
              <a:srgbClr val="C6B5A4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9" name="object 279" descr=""/>
          <p:cNvSpPr/>
          <p:nvPr/>
        </p:nvSpPr>
        <p:spPr>
          <a:xfrm>
            <a:off x="5698121" y="5184984"/>
            <a:ext cx="1143000" cy="1350010"/>
          </a:xfrm>
          <a:custGeom>
            <a:avLst/>
            <a:gdLst/>
            <a:ahLst/>
            <a:cxnLst/>
            <a:rect l="l" t="t" r="r" b="b"/>
            <a:pathLst>
              <a:path w="1143000" h="1350009">
                <a:moveTo>
                  <a:pt x="1142682" y="1285519"/>
                </a:moveTo>
                <a:lnTo>
                  <a:pt x="1075016" y="1285519"/>
                </a:lnTo>
                <a:lnTo>
                  <a:pt x="1075016" y="1221613"/>
                </a:lnTo>
                <a:lnTo>
                  <a:pt x="981049" y="1221613"/>
                </a:lnTo>
                <a:lnTo>
                  <a:pt x="981049" y="1022400"/>
                </a:lnTo>
                <a:lnTo>
                  <a:pt x="993305" y="1022400"/>
                </a:lnTo>
                <a:lnTo>
                  <a:pt x="1000810" y="1020953"/>
                </a:lnTo>
                <a:lnTo>
                  <a:pt x="1006944" y="1016990"/>
                </a:lnTo>
                <a:lnTo>
                  <a:pt x="1011097" y="1011034"/>
                </a:lnTo>
                <a:lnTo>
                  <a:pt x="1012621" y="1003617"/>
                </a:lnTo>
                <a:lnTo>
                  <a:pt x="1011097" y="996188"/>
                </a:lnTo>
                <a:lnTo>
                  <a:pt x="1006944" y="990231"/>
                </a:lnTo>
                <a:lnTo>
                  <a:pt x="1000810" y="986256"/>
                </a:lnTo>
                <a:lnTo>
                  <a:pt x="993305" y="984821"/>
                </a:lnTo>
                <a:lnTo>
                  <a:pt x="981049" y="984821"/>
                </a:lnTo>
                <a:lnTo>
                  <a:pt x="981049" y="676592"/>
                </a:lnTo>
                <a:lnTo>
                  <a:pt x="1037424" y="676592"/>
                </a:lnTo>
                <a:lnTo>
                  <a:pt x="1037424" y="620217"/>
                </a:lnTo>
                <a:lnTo>
                  <a:pt x="935939" y="620217"/>
                </a:lnTo>
                <a:lnTo>
                  <a:pt x="935939" y="511200"/>
                </a:lnTo>
                <a:lnTo>
                  <a:pt x="954735" y="511200"/>
                </a:lnTo>
                <a:lnTo>
                  <a:pt x="954735" y="477367"/>
                </a:lnTo>
                <a:lnTo>
                  <a:pt x="885240" y="477367"/>
                </a:lnTo>
                <a:lnTo>
                  <a:pt x="883386" y="468376"/>
                </a:lnTo>
                <a:lnTo>
                  <a:pt x="872578" y="427037"/>
                </a:lnTo>
                <a:lnTo>
                  <a:pt x="849617" y="374383"/>
                </a:lnTo>
                <a:lnTo>
                  <a:pt x="824001" y="337515"/>
                </a:lnTo>
                <a:lnTo>
                  <a:pt x="794232" y="303517"/>
                </a:lnTo>
                <a:lnTo>
                  <a:pt x="762215" y="271348"/>
                </a:lnTo>
                <a:lnTo>
                  <a:pt x="705853" y="221386"/>
                </a:lnTo>
                <a:lnTo>
                  <a:pt x="645236" y="176657"/>
                </a:lnTo>
                <a:lnTo>
                  <a:pt x="610463" y="160286"/>
                </a:lnTo>
                <a:lnTo>
                  <a:pt x="582968" y="155346"/>
                </a:lnTo>
                <a:lnTo>
                  <a:pt x="582968" y="127279"/>
                </a:lnTo>
                <a:lnTo>
                  <a:pt x="590486" y="122199"/>
                </a:lnTo>
                <a:lnTo>
                  <a:pt x="596214" y="113715"/>
                </a:lnTo>
                <a:lnTo>
                  <a:pt x="598309" y="103339"/>
                </a:lnTo>
                <a:lnTo>
                  <a:pt x="595033" y="89776"/>
                </a:lnTo>
                <a:lnTo>
                  <a:pt x="587349" y="74307"/>
                </a:lnTo>
                <a:lnTo>
                  <a:pt x="578472" y="61607"/>
                </a:lnTo>
                <a:lnTo>
                  <a:pt x="577469" y="60845"/>
                </a:lnTo>
                <a:lnTo>
                  <a:pt x="575437" y="0"/>
                </a:lnTo>
                <a:lnTo>
                  <a:pt x="567817" y="0"/>
                </a:lnTo>
                <a:lnTo>
                  <a:pt x="565759" y="61239"/>
                </a:lnTo>
                <a:lnTo>
                  <a:pt x="565315" y="61607"/>
                </a:lnTo>
                <a:lnTo>
                  <a:pt x="556387" y="74307"/>
                </a:lnTo>
                <a:lnTo>
                  <a:pt x="548398" y="89776"/>
                </a:lnTo>
                <a:lnTo>
                  <a:pt x="544944" y="103339"/>
                </a:lnTo>
                <a:lnTo>
                  <a:pt x="547039" y="113715"/>
                </a:lnTo>
                <a:lnTo>
                  <a:pt x="552767" y="122199"/>
                </a:lnTo>
                <a:lnTo>
                  <a:pt x="560285" y="127279"/>
                </a:lnTo>
                <a:lnTo>
                  <a:pt x="560285" y="155790"/>
                </a:lnTo>
                <a:lnTo>
                  <a:pt x="512483" y="173355"/>
                </a:lnTo>
                <a:lnTo>
                  <a:pt x="471843" y="196811"/>
                </a:lnTo>
                <a:lnTo>
                  <a:pt x="431749" y="223202"/>
                </a:lnTo>
                <a:lnTo>
                  <a:pt x="376974" y="266992"/>
                </a:lnTo>
                <a:lnTo>
                  <a:pt x="343293" y="299516"/>
                </a:lnTo>
                <a:lnTo>
                  <a:pt x="312699" y="335076"/>
                </a:lnTo>
                <a:lnTo>
                  <a:pt x="286448" y="373659"/>
                </a:lnTo>
                <a:lnTo>
                  <a:pt x="265798" y="415226"/>
                </a:lnTo>
                <a:lnTo>
                  <a:pt x="252006" y="459740"/>
                </a:lnTo>
                <a:lnTo>
                  <a:pt x="248551" y="478561"/>
                </a:lnTo>
                <a:lnTo>
                  <a:pt x="233768" y="477253"/>
                </a:lnTo>
                <a:lnTo>
                  <a:pt x="212318" y="475005"/>
                </a:lnTo>
                <a:lnTo>
                  <a:pt x="191592" y="474205"/>
                </a:lnTo>
                <a:lnTo>
                  <a:pt x="178930" y="477253"/>
                </a:lnTo>
                <a:lnTo>
                  <a:pt x="176377" y="483654"/>
                </a:lnTo>
                <a:lnTo>
                  <a:pt x="176098" y="493318"/>
                </a:lnTo>
                <a:lnTo>
                  <a:pt x="177355" y="511200"/>
                </a:lnTo>
                <a:lnTo>
                  <a:pt x="202971" y="511200"/>
                </a:lnTo>
                <a:lnTo>
                  <a:pt x="202971" y="620217"/>
                </a:lnTo>
                <a:lnTo>
                  <a:pt x="97713" y="620217"/>
                </a:lnTo>
                <a:lnTo>
                  <a:pt x="97713" y="676592"/>
                </a:lnTo>
                <a:lnTo>
                  <a:pt x="161620" y="676592"/>
                </a:lnTo>
                <a:lnTo>
                  <a:pt x="161620" y="984821"/>
                </a:lnTo>
                <a:lnTo>
                  <a:pt x="152247" y="984821"/>
                </a:lnTo>
                <a:lnTo>
                  <a:pt x="144741" y="986256"/>
                </a:lnTo>
                <a:lnTo>
                  <a:pt x="138607" y="990231"/>
                </a:lnTo>
                <a:lnTo>
                  <a:pt x="134454" y="996188"/>
                </a:lnTo>
                <a:lnTo>
                  <a:pt x="132930" y="1003617"/>
                </a:lnTo>
                <a:lnTo>
                  <a:pt x="134454" y="1011034"/>
                </a:lnTo>
                <a:lnTo>
                  <a:pt x="138607" y="1016990"/>
                </a:lnTo>
                <a:lnTo>
                  <a:pt x="144741" y="1020953"/>
                </a:lnTo>
                <a:lnTo>
                  <a:pt x="152247" y="1022400"/>
                </a:lnTo>
                <a:lnTo>
                  <a:pt x="161620" y="1022400"/>
                </a:lnTo>
                <a:lnTo>
                  <a:pt x="161620" y="1221613"/>
                </a:lnTo>
                <a:lnTo>
                  <a:pt x="71412" y="1221613"/>
                </a:lnTo>
                <a:lnTo>
                  <a:pt x="71412" y="1285519"/>
                </a:lnTo>
                <a:lnTo>
                  <a:pt x="0" y="1285519"/>
                </a:lnTo>
                <a:lnTo>
                  <a:pt x="0" y="1349425"/>
                </a:lnTo>
                <a:lnTo>
                  <a:pt x="1142682" y="1349425"/>
                </a:lnTo>
                <a:lnTo>
                  <a:pt x="1142682" y="1285519"/>
                </a:lnTo>
                <a:close/>
              </a:path>
            </a:pathLst>
          </a:custGeom>
          <a:solidFill>
            <a:srgbClr val="E2CEBB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80" name="object 280" descr=""/>
          <p:cNvGrpSpPr/>
          <p:nvPr/>
        </p:nvGrpSpPr>
        <p:grpSpPr>
          <a:xfrm>
            <a:off x="4751677" y="4842920"/>
            <a:ext cx="1710055" cy="1894839"/>
            <a:chOff x="4751677" y="4842920"/>
            <a:chExt cx="1710055" cy="1894839"/>
          </a:xfrm>
        </p:grpSpPr>
        <p:sp>
          <p:nvSpPr>
            <p:cNvPr id="281" name="object 281" descr=""/>
            <p:cNvSpPr/>
            <p:nvPr/>
          </p:nvSpPr>
          <p:spPr>
            <a:xfrm>
              <a:off x="4751677" y="5486848"/>
              <a:ext cx="583565" cy="507365"/>
            </a:xfrm>
            <a:custGeom>
              <a:avLst/>
              <a:gdLst/>
              <a:ahLst/>
              <a:cxnLst/>
              <a:rect l="l" t="t" r="r" b="b"/>
              <a:pathLst>
                <a:path w="583564" h="507364">
                  <a:moveTo>
                    <a:pt x="583238" y="0"/>
                  </a:moveTo>
                  <a:lnTo>
                    <a:pt x="0" y="0"/>
                  </a:lnTo>
                  <a:lnTo>
                    <a:pt x="0" y="507073"/>
                  </a:lnTo>
                  <a:lnTo>
                    <a:pt x="583238" y="507073"/>
                  </a:lnTo>
                  <a:lnTo>
                    <a:pt x="583238" y="0"/>
                  </a:lnTo>
                  <a:close/>
                </a:path>
              </a:pathLst>
            </a:custGeom>
            <a:solidFill>
              <a:srgbClr val="E2CE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 descr=""/>
            <p:cNvSpPr/>
            <p:nvPr/>
          </p:nvSpPr>
          <p:spPr>
            <a:xfrm>
              <a:off x="4818188" y="5562469"/>
              <a:ext cx="66040" cy="90170"/>
            </a:xfrm>
            <a:custGeom>
              <a:avLst/>
              <a:gdLst/>
              <a:ahLst/>
              <a:cxnLst/>
              <a:rect l="l" t="t" r="r" b="b"/>
              <a:pathLst>
                <a:path w="66039" h="90170">
                  <a:moveTo>
                    <a:pt x="65882" y="0"/>
                  </a:moveTo>
                  <a:lnTo>
                    <a:pt x="0" y="0"/>
                  </a:lnTo>
                  <a:lnTo>
                    <a:pt x="0" y="89620"/>
                  </a:lnTo>
                  <a:lnTo>
                    <a:pt x="65882" y="89620"/>
                  </a:lnTo>
                  <a:lnTo>
                    <a:pt x="65882" y="0"/>
                  </a:lnTo>
                  <a:close/>
                </a:path>
              </a:pathLst>
            </a:custGeom>
            <a:solidFill>
              <a:srgbClr val="C6B5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 descr=""/>
            <p:cNvSpPr/>
            <p:nvPr/>
          </p:nvSpPr>
          <p:spPr>
            <a:xfrm>
              <a:off x="4980183" y="4842920"/>
              <a:ext cx="1481455" cy="1894839"/>
            </a:xfrm>
            <a:custGeom>
              <a:avLst/>
              <a:gdLst/>
              <a:ahLst/>
              <a:cxnLst/>
              <a:rect l="l" t="t" r="r" b="b"/>
              <a:pathLst>
                <a:path w="1481454" h="1894840">
                  <a:moveTo>
                    <a:pt x="536842" y="0"/>
                  </a:moveTo>
                  <a:lnTo>
                    <a:pt x="522591" y="0"/>
                  </a:lnTo>
                  <a:lnTo>
                    <a:pt x="510744" y="2222"/>
                  </a:lnTo>
                  <a:lnTo>
                    <a:pt x="501160" y="8275"/>
                  </a:lnTo>
                  <a:lnTo>
                    <a:pt x="494744" y="17241"/>
                  </a:lnTo>
                  <a:lnTo>
                    <a:pt x="492403" y="28198"/>
                  </a:lnTo>
                  <a:lnTo>
                    <a:pt x="492403" y="63903"/>
                  </a:lnTo>
                  <a:lnTo>
                    <a:pt x="443546" y="63903"/>
                  </a:lnTo>
                  <a:lnTo>
                    <a:pt x="443546" y="28198"/>
                  </a:lnTo>
                  <a:lnTo>
                    <a:pt x="441494" y="17241"/>
                  </a:lnTo>
                  <a:lnTo>
                    <a:pt x="435710" y="8275"/>
                  </a:lnTo>
                  <a:lnTo>
                    <a:pt x="426756" y="2222"/>
                  </a:lnTo>
                  <a:lnTo>
                    <a:pt x="415191" y="0"/>
                  </a:lnTo>
                  <a:lnTo>
                    <a:pt x="400940" y="0"/>
                  </a:lnTo>
                  <a:lnTo>
                    <a:pt x="388716" y="2222"/>
                  </a:lnTo>
                  <a:lnTo>
                    <a:pt x="378311" y="8275"/>
                  </a:lnTo>
                  <a:lnTo>
                    <a:pt x="371077" y="17241"/>
                  </a:lnTo>
                  <a:lnTo>
                    <a:pt x="368365" y="28198"/>
                  </a:lnTo>
                  <a:lnTo>
                    <a:pt x="368365" y="63903"/>
                  </a:lnTo>
                  <a:lnTo>
                    <a:pt x="319498" y="63903"/>
                  </a:lnTo>
                  <a:lnTo>
                    <a:pt x="319498" y="28198"/>
                  </a:lnTo>
                  <a:lnTo>
                    <a:pt x="317820" y="17241"/>
                  </a:lnTo>
                  <a:lnTo>
                    <a:pt x="312860" y="8275"/>
                  </a:lnTo>
                  <a:lnTo>
                    <a:pt x="304730" y="2222"/>
                  </a:lnTo>
                  <a:lnTo>
                    <a:pt x="293540" y="0"/>
                  </a:lnTo>
                  <a:lnTo>
                    <a:pt x="279289" y="0"/>
                  </a:lnTo>
                  <a:lnTo>
                    <a:pt x="267889" y="2222"/>
                  </a:lnTo>
                  <a:lnTo>
                    <a:pt x="259246" y="8275"/>
                  </a:lnTo>
                  <a:lnTo>
                    <a:pt x="253763" y="17241"/>
                  </a:lnTo>
                  <a:lnTo>
                    <a:pt x="251845" y="28198"/>
                  </a:lnTo>
                  <a:lnTo>
                    <a:pt x="251845" y="63903"/>
                  </a:lnTo>
                  <a:lnTo>
                    <a:pt x="202978" y="63903"/>
                  </a:lnTo>
                  <a:lnTo>
                    <a:pt x="202978" y="28198"/>
                  </a:lnTo>
                  <a:lnTo>
                    <a:pt x="200497" y="17241"/>
                  </a:lnTo>
                  <a:lnTo>
                    <a:pt x="193776" y="8275"/>
                  </a:lnTo>
                  <a:lnTo>
                    <a:pt x="183894" y="2222"/>
                  </a:lnTo>
                  <a:lnTo>
                    <a:pt x="171931" y="0"/>
                  </a:lnTo>
                  <a:lnTo>
                    <a:pt x="157681" y="0"/>
                  </a:lnTo>
                  <a:lnTo>
                    <a:pt x="145882" y="2222"/>
                  </a:lnTo>
                  <a:lnTo>
                    <a:pt x="136401" y="8275"/>
                  </a:lnTo>
                  <a:lnTo>
                    <a:pt x="130089" y="17241"/>
                  </a:lnTo>
                  <a:lnTo>
                    <a:pt x="127797" y="28198"/>
                  </a:lnTo>
                  <a:lnTo>
                    <a:pt x="127797" y="63903"/>
                  </a:lnTo>
                  <a:lnTo>
                    <a:pt x="82688" y="63903"/>
                  </a:lnTo>
                  <a:lnTo>
                    <a:pt x="82688" y="28198"/>
                  </a:lnTo>
                  <a:lnTo>
                    <a:pt x="80632" y="17241"/>
                  </a:lnTo>
                  <a:lnTo>
                    <a:pt x="74843" y="8275"/>
                  </a:lnTo>
                  <a:lnTo>
                    <a:pt x="65893" y="2222"/>
                  </a:lnTo>
                  <a:lnTo>
                    <a:pt x="54354" y="0"/>
                  </a:lnTo>
                  <a:lnTo>
                    <a:pt x="40051" y="0"/>
                  </a:lnTo>
                  <a:lnTo>
                    <a:pt x="27855" y="2222"/>
                  </a:lnTo>
                  <a:lnTo>
                    <a:pt x="17462" y="8275"/>
                  </a:lnTo>
                  <a:lnTo>
                    <a:pt x="10230" y="17241"/>
                  </a:lnTo>
                  <a:lnTo>
                    <a:pt x="7518" y="28198"/>
                  </a:lnTo>
                  <a:lnTo>
                    <a:pt x="7518" y="63767"/>
                  </a:lnTo>
                  <a:lnTo>
                    <a:pt x="28313" y="191700"/>
                  </a:lnTo>
                  <a:lnTo>
                    <a:pt x="66427" y="191700"/>
                  </a:lnTo>
                  <a:lnTo>
                    <a:pt x="60144" y="241814"/>
                  </a:lnTo>
                  <a:lnTo>
                    <a:pt x="60144" y="342869"/>
                  </a:lnTo>
                  <a:lnTo>
                    <a:pt x="61034" y="357088"/>
                  </a:lnTo>
                  <a:lnTo>
                    <a:pt x="15036" y="357088"/>
                  </a:lnTo>
                  <a:lnTo>
                    <a:pt x="15036" y="409715"/>
                  </a:lnTo>
                  <a:lnTo>
                    <a:pt x="60134" y="409715"/>
                  </a:lnTo>
                  <a:lnTo>
                    <a:pt x="51139" y="917155"/>
                  </a:lnTo>
                  <a:lnTo>
                    <a:pt x="22554" y="917155"/>
                  </a:lnTo>
                  <a:lnTo>
                    <a:pt x="22554" y="973541"/>
                  </a:lnTo>
                  <a:lnTo>
                    <a:pt x="50186" y="973541"/>
                  </a:lnTo>
                  <a:lnTo>
                    <a:pt x="48961" y="1044962"/>
                  </a:lnTo>
                  <a:lnTo>
                    <a:pt x="3759" y="1044962"/>
                  </a:lnTo>
                  <a:lnTo>
                    <a:pt x="3759" y="1105097"/>
                  </a:lnTo>
                  <a:lnTo>
                    <a:pt x="47872" y="1105097"/>
                  </a:lnTo>
                  <a:lnTo>
                    <a:pt x="44511" y="1293039"/>
                  </a:lnTo>
                  <a:lnTo>
                    <a:pt x="0" y="1293039"/>
                  </a:lnTo>
                  <a:lnTo>
                    <a:pt x="0" y="1894455"/>
                  </a:lnTo>
                  <a:lnTo>
                    <a:pt x="1480981" y="1894455"/>
                  </a:lnTo>
                  <a:lnTo>
                    <a:pt x="1480981" y="1184037"/>
                  </a:lnTo>
                  <a:lnTo>
                    <a:pt x="1371979" y="1184037"/>
                  </a:lnTo>
                  <a:lnTo>
                    <a:pt x="1371979" y="1251700"/>
                  </a:lnTo>
                  <a:lnTo>
                    <a:pt x="1281762" y="1251700"/>
                  </a:lnTo>
                  <a:lnTo>
                    <a:pt x="1281762" y="1184037"/>
                  </a:lnTo>
                  <a:lnTo>
                    <a:pt x="1165242" y="1184037"/>
                  </a:lnTo>
                  <a:lnTo>
                    <a:pt x="1165242" y="1251700"/>
                  </a:lnTo>
                  <a:lnTo>
                    <a:pt x="1075024" y="1251700"/>
                  </a:lnTo>
                  <a:lnTo>
                    <a:pt x="1075024" y="1184037"/>
                  </a:lnTo>
                  <a:lnTo>
                    <a:pt x="954745" y="1184037"/>
                  </a:lnTo>
                  <a:lnTo>
                    <a:pt x="954745" y="1251700"/>
                  </a:lnTo>
                  <a:lnTo>
                    <a:pt x="864528" y="1251700"/>
                  </a:lnTo>
                  <a:lnTo>
                    <a:pt x="864528" y="1184037"/>
                  </a:lnTo>
                  <a:lnTo>
                    <a:pt x="751767" y="1184037"/>
                  </a:lnTo>
                  <a:lnTo>
                    <a:pt x="751767" y="1251700"/>
                  </a:lnTo>
                  <a:lnTo>
                    <a:pt x="661550" y="1251700"/>
                  </a:lnTo>
                  <a:lnTo>
                    <a:pt x="661550" y="1184037"/>
                  </a:lnTo>
                  <a:lnTo>
                    <a:pt x="545030" y="1184037"/>
                  </a:lnTo>
                  <a:lnTo>
                    <a:pt x="545030" y="1271521"/>
                  </a:lnTo>
                  <a:lnTo>
                    <a:pt x="539114" y="1293039"/>
                  </a:lnTo>
                  <a:lnTo>
                    <a:pt x="529407" y="1293039"/>
                  </a:lnTo>
                  <a:lnTo>
                    <a:pt x="525146" y="1105097"/>
                  </a:lnTo>
                  <a:lnTo>
                    <a:pt x="567584" y="1105097"/>
                  </a:lnTo>
                  <a:lnTo>
                    <a:pt x="567584" y="1044962"/>
                  </a:lnTo>
                  <a:lnTo>
                    <a:pt x="523680" y="1044962"/>
                  </a:lnTo>
                  <a:lnTo>
                    <a:pt x="522120" y="973541"/>
                  </a:lnTo>
                  <a:lnTo>
                    <a:pt x="552548" y="973541"/>
                  </a:lnTo>
                  <a:lnTo>
                    <a:pt x="552548" y="917155"/>
                  </a:lnTo>
                  <a:lnTo>
                    <a:pt x="520937" y="917155"/>
                  </a:lnTo>
                  <a:lnTo>
                    <a:pt x="515115" y="665320"/>
                  </a:lnTo>
                  <a:lnTo>
                    <a:pt x="515345" y="665320"/>
                  </a:lnTo>
                  <a:lnTo>
                    <a:pt x="513921" y="601416"/>
                  </a:lnTo>
                  <a:lnTo>
                    <a:pt x="513785" y="601416"/>
                  </a:lnTo>
                  <a:lnTo>
                    <a:pt x="510141" y="443546"/>
                  </a:lnTo>
                  <a:lnTo>
                    <a:pt x="510424" y="443546"/>
                  </a:lnTo>
                  <a:lnTo>
                    <a:pt x="509659" y="409715"/>
                  </a:lnTo>
                  <a:lnTo>
                    <a:pt x="563825" y="409715"/>
                  </a:lnTo>
                  <a:lnTo>
                    <a:pt x="563825" y="357088"/>
                  </a:lnTo>
                  <a:lnTo>
                    <a:pt x="508246" y="357088"/>
                  </a:lnTo>
                  <a:lnTo>
                    <a:pt x="507440" y="342251"/>
                  </a:lnTo>
                  <a:lnTo>
                    <a:pt x="506392" y="255604"/>
                  </a:lnTo>
                  <a:lnTo>
                    <a:pt x="506539" y="255604"/>
                  </a:lnTo>
                  <a:lnTo>
                    <a:pt x="506162" y="237427"/>
                  </a:lnTo>
                  <a:lnTo>
                    <a:pt x="506298" y="235814"/>
                  </a:lnTo>
                  <a:lnTo>
                    <a:pt x="505544" y="191700"/>
                  </a:lnTo>
                  <a:lnTo>
                    <a:pt x="549721" y="191700"/>
                  </a:lnTo>
                  <a:lnTo>
                    <a:pt x="567584" y="63767"/>
                  </a:lnTo>
                  <a:lnTo>
                    <a:pt x="567584" y="28198"/>
                  </a:lnTo>
                  <a:lnTo>
                    <a:pt x="565159" y="17241"/>
                  </a:lnTo>
                  <a:lnTo>
                    <a:pt x="558554" y="8275"/>
                  </a:lnTo>
                  <a:lnTo>
                    <a:pt x="548779" y="2222"/>
                  </a:lnTo>
                  <a:lnTo>
                    <a:pt x="536842" y="0"/>
                  </a:lnTo>
                  <a:close/>
                </a:path>
              </a:pathLst>
            </a:custGeom>
            <a:solidFill>
              <a:srgbClr val="E2CE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 descr=""/>
            <p:cNvSpPr/>
            <p:nvPr/>
          </p:nvSpPr>
          <p:spPr>
            <a:xfrm>
              <a:off x="4965586" y="5050999"/>
              <a:ext cx="452120" cy="601345"/>
            </a:xfrm>
            <a:custGeom>
              <a:avLst/>
              <a:gdLst/>
              <a:ahLst/>
              <a:cxnLst/>
              <a:rect l="l" t="t" r="r" b="b"/>
              <a:pathLst>
                <a:path w="452120" h="601345">
                  <a:moveTo>
                    <a:pt x="65874" y="511479"/>
                  </a:moveTo>
                  <a:lnTo>
                    <a:pt x="0" y="511479"/>
                  </a:lnTo>
                  <a:lnTo>
                    <a:pt x="0" y="601091"/>
                  </a:lnTo>
                  <a:lnTo>
                    <a:pt x="65874" y="601091"/>
                  </a:lnTo>
                  <a:lnTo>
                    <a:pt x="65874" y="511479"/>
                  </a:lnTo>
                  <a:close/>
                </a:path>
                <a:path w="452120" h="601345">
                  <a:moveTo>
                    <a:pt x="205727" y="115189"/>
                  </a:moveTo>
                  <a:lnTo>
                    <a:pt x="203339" y="73406"/>
                  </a:lnTo>
                  <a:lnTo>
                    <a:pt x="196977" y="36449"/>
                  </a:lnTo>
                  <a:lnTo>
                    <a:pt x="187566" y="10071"/>
                  </a:lnTo>
                  <a:lnTo>
                    <a:pt x="176072" y="0"/>
                  </a:lnTo>
                  <a:lnTo>
                    <a:pt x="164566" y="10071"/>
                  </a:lnTo>
                  <a:lnTo>
                    <a:pt x="155168" y="36449"/>
                  </a:lnTo>
                  <a:lnTo>
                    <a:pt x="148793" y="73406"/>
                  </a:lnTo>
                  <a:lnTo>
                    <a:pt x="146405" y="115189"/>
                  </a:lnTo>
                  <a:lnTo>
                    <a:pt x="205727" y="115189"/>
                  </a:lnTo>
                  <a:close/>
                </a:path>
                <a:path w="452120" h="601345">
                  <a:moveTo>
                    <a:pt x="328853" y="502348"/>
                  </a:moveTo>
                  <a:lnTo>
                    <a:pt x="326453" y="460565"/>
                  </a:lnTo>
                  <a:lnTo>
                    <a:pt x="320090" y="423608"/>
                  </a:lnTo>
                  <a:lnTo>
                    <a:pt x="310692" y="397230"/>
                  </a:lnTo>
                  <a:lnTo>
                    <a:pt x="299186" y="387159"/>
                  </a:lnTo>
                  <a:lnTo>
                    <a:pt x="287693" y="397230"/>
                  </a:lnTo>
                  <a:lnTo>
                    <a:pt x="278282" y="423608"/>
                  </a:lnTo>
                  <a:lnTo>
                    <a:pt x="271919" y="460565"/>
                  </a:lnTo>
                  <a:lnTo>
                    <a:pt x="269519" y="502348"/>
                  </a:lnTo>
                  <a:lnTo>
                    <a:pt x="328853" y="502348"/>
                  </a:lnTo>
                  <a:close/>
                </a:path>
                <a:path w="452120" h="601345">
                  <a:moveTo>
                    <a:pt x="328853" y="115189"/>
                  </a:moveTo>
                  <a:lnTo>
                    <a:pt x="326453" y="73406"/>
                  </a:lnTo>
                  <a:lnTo>
                    <a:pt x="320090" y="36449"/>
                  </a:lnTo>
                  <a:lnTo>
                    <a:pt x="310692" y="10071"/>
                  </a:lnTo>
                  <a:lnTo>
                    <a:pt x="299186" y="0"/>
                  </a:lnTo>
                  <a:lnTo>
                    <a:pt x="287693" y="10071"/>
                  </a:lnTo>
                  <a:lnTo>
                    <a:pt x="278282" y="36449"/>
                  </a:lnTo>
                  <a:lnTo>
                    <a:pt x="271919" y="73406"/>
                  </a:lnTo>
                  <a:lnTo>
                    <a:pt x="269519" y="115189"/>
                  </a:lnTo>
                  <a:lnTo>
                    <a:pt x="328853" y="115189"/>
                  </a:lnTo>
                  <a:close/>
                </a:path>
                <a:path w="452120" h="601345">
                  <a:moveTo>
                    <a:pt x="451967" y="115189"/>
                  </a:moveTo>
                  <a:lnTo>
                    <a:pt x="449580" y="73406"/>
                  </a:lnTo>
                  <a:lnTo>
                    <a:pt x="443217" y="36449"/>
                  </a:lnTo>
                  <a:lnTo>
                    <a:pt x="433806" y="10071"/>
                  </a:lnTo>
                  <a:lnTo>
                    <a:pt x="422313" y="0"/>
                  </a:lnTo>
                  <a:lnTo>
                    <a:pt x="410806" y="10071"/>
                  </a:lnTo>
                  <a:lnTo>
                    <a:pt x="401408" y="36449"/>
                  </a:lnTo>
                  <a:lnTo>
                    <a:pt x="395033" y="73406"/>
                  </a:lnTo>
                  <a:lnTo>
                    <a:pt x="392645" y="115189"/>
                  </a:lnTo>
                  <a:lnTo>
                    <a:pt x="451967" y="115189"/>
                  </a:lnTo>
                  <a:close/>
                </a:path>
              </a:pathLst>
            </a:custGeom>
            <a:solidFill>
              <a:srgbClr val="C6B5A4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5" name="object 285" descr=""/>
          <p:cNvSpPr/>
          <p:nvPr/>
        </p:nvSpPr>
        <p:spPr>
          <a:xfrm>
            <a:off x="1469243" y="5850690"/>
            <a:ext cx="583565" cy="507365"/>
          </a:xfrm>
          <a:custGeom>
            <a:avLst/>
            <a:gdLst/>
            <a:ahLst/>
            <a:cxnLst/>
            <a:rect l="l" t="t" r="r" b="b"/>
            <a:pathLst>
              <a:path w="583564" h="507364">
                <a:moveTo>
                  <a:pt x="583238" y="0"/>
                </a:moveTo>
                <a:lnTo>
                  <a:pt x="0" y="0"/>
                </a:lnTo>
                <a:lnTo>
                  <a:pt x="0" y="507073"/>
                </a:lnTo>
                <a:lnTo>
                  <a:pt x="583238" y="507073"/>
                </a:lnTo>
                <a:lnTo>
                  <a:pt x="583238" y="0"/>
                </a:lnTo>
                <a:close/>
              </a:path>
            </a:pathLst>
          </a:custGeom>
          <a:solidFill>
            <a:srgbClr val="E2CEB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6" name="object 286" descr=""/>
          <p:cNvSpPr/>
          <p:nvPr/>
        </p:nvSpPr>
        <p:spPr>
          <a:xfrm>
            <a:off x="1954403" y="5867748"/>
            <a:ext cx="2167255" cy="633095"/>
          </a:xfrm>
          <a:custGeom>
            <a:avLst/>
            <a:gdLst/>
            <a:ahLst/>
            <a:cxnLst/>
            <a:rect l="l" t="t" r="r" b="b"/>
            <a:pathLst>
              <a:path w="2167254" h="633095">
                <a:moveTo>
                  <a:pt x="2166810" y="0"/>
                </a:moveTo>
                <a:lnTo>
                  <a:pt x="0" y="0"/>
                </a:lnTo>
                <a:lnTo>
                  <a:pt x="0" y="487553"/>
                </a:lnTo>
                <a:lnTo>
                  <a:pt x="0" y="554621"/>
                </a:lnTo>
                <a:lnTo>
                  <a:pt x="0" y="606488"/>
                </a:lnTo>
                <a:lnTo>
                  <a:pt x="0" y="630085"/>
                </a:lnTo>
                <a:lnTo>
                  <a:pt x="0" y="632637"/>
                </a:lnTo>
                <a:lnTo>
                  <a:pt x="2166810" y="632637"/>
                </a:lnTo>
                <a:lnTo>
                  <a:pt x="2166810" y="630085"/>
                </a:lnTo>
                <a:lnTo>
                  <a:pt x="2166810" y="606488"/>
                </a:lnTo>
                <a:lnTo>
                  <a:pt x="2166810" y="554621"/>
                </a:lnTo>
                <a:lnTo>
                  <a:pt x="2166810" y="487553"/>
                </a:lnTo>
                <a:lnTo>
                  <a:pt x="2166810" y="0"/>
                </a:lnTo>
                <a:close/>
              </a:path>
            </a:pathLst>
          </a:custGeom>
          <a:solidFill>
            <a:srgbClr val="E2CEBB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87" name="object 287" descr=""/>
          <p:cNvGrpSpPr/>
          <p:nvPr/>
        </p:nvGrpSpPr>
        <p:grpSpPr>
          <a:xfrm>
            <a:off x="995818" y="5594694"/>
            <a:ext cx="1041400" cy="1089660"/>
            <a:chOff x="995818" y="5594694"/>
            <a:chExt cx="1041400" cy="1089660"/>
          </a:xfrm>
        </p:grpSpPr>
        <p:sp>
          <p:nvSpPr>
            <p:cNvPr id="288" name="object 288" descr=""/>
            <p:cNvSpPr/>
            <p:nvPr/>
          </p:nvSpPr>
          <p:spPr>
            <a:xfrm>
              <a:off x="1533283" y="5933013"/>
              <a:ext cx="66040" cy="90170"/>
            </a:xfrm>
            <a:custGeom>
              <a:avLst/>
              <a:gdLst/>
              <a:ahLst/>
              <a:cxnLst/>
              <a:rect l="l" t="t" r="r" b="b"/>
              <a:pathLst>
                <a:path w="66040" h="90170">
                  <a:moveTo>
                    <a:pt x="65882" y="0"/>
                  </a:moveTo>
                  <a:lnTo>
                    <a:pt x="0" y="0"/>
                  </a:lnTo>
                  <a:lnTo>
                    <a:pt x="0" y="89620"/>
                  </a:lnTo>
                  <a:lnTo>
                    <a:pt x="65882" y="89620"/>
                  </a:lnTo>
                  <a:lnTo>
                    <a:pt x="65882" y="0"/>
                  </a:lnTo>
                  <a:close/>
                </a:path>
              </a:pathLst>
            </a:custGeom>
            <a:solidFill>
              <a:srgbClr val="C6B5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 descr=""/>
            <p:cNvSpPr/>
            <p:nvPr/>
          </p:nvSpPr>
          <p:spPr>
            <a:xfrm>
              <a:off x="995818" y="5594694"/>
              <a:ext cx="1041400" cy="1089660"/>
            </a:xfrm>
            <a:custGeom>
              <a:avLst/>
              <a:gdLst/>
              <a:ahLst/>
              <a:cxnLst/>
              <a:rect l="l" t="t" r="r" b="b"/>
              <a:pathLst>
                <a:path w="1041400" h="1089659">
                  <a:moveTo>
                    <a:pt x="1016241" y="0"/>
                  </a:moveTo>
                  <a:lnTo>
                    <a:pt x="1001990" y="0"/>
                  </a:lnTo>
                  <a:lnTo>
                    <a:pt x="989826" y="2385"/>
                  </a:lnTo>
                  <a:lnTo>
                    <a:pt x="979543" y="8799"/>
                  </a:lnTo>
                  <a:lnTo>
                    <a:pt x="972429" y="18124"/>
                  </a:lnTo>
                  <a:lnTo>
                    <a:pt x="969771" y="29245"/>
                  </a:lnTo>
                  <a:lnTo>
                    <a:pt x="969771" y="63893"/>
                  </a:lnTo>
                  <a:lnTo>
                    <a:pt x="932191" y="63893"/>
                  </a:lnTo>
                  <a:lnTo>
                    <a:pt x="932191" y="29245"/>
                  </a:lnTo>
                  <a:lnTo>
                    <a:pt x="930329" y="18124"/>
                  </a:lnTo>
                  <a:lnTo>
                    <a:pt x="924963" y="8799"/>
                  </a:lnTo>
                  <a:lnTo>
                    <a:pt x="916430" y="2385"/>
                  </a:lnTo>
                  <a:lnTo>
                    <a:pt x="905061" y="0"/>
                  </a:lnTo>
                  <a:lnTo>
                    <a:pt x="890810" y="0"/>
                  </a:lnTo>
                  <a:lnTo>
                    <a:pt x="878395" y="2385"/>
                  </a:lnTo>
                  <a:lnTo>
                    <a:pt x="867569" y="8799"/>
                  </a:lnTo>
                  <a:lnTo>
                    <a:pt x="859913" y="18124"/>
                  </a:lnTo>
                  <a:lnTo>
                    <a:pt x="857010" y="29245"/>
                  </a:lnTo>
                  <a:lnTo>
                    <a:pt x="857010" y="63893"/>
                  </a:lnTo>
                  <a:lnTo>
                    <a:pt x="823179" y="63893"/>
                  </a:lnTo>
                  <a:lnTo>
                    <a:pt x="823179" y="29245"/>
                  </a:lnTo>
                  <a:lnTo>
                    <a:pt x="820977" y="18124"/>
                  </a:lnTo>
                  <a:lnTo>
                    <a:pt x="814866" y="8799"/>
                  </a:lnTo>
                  <a:lnTo>
                    <a:pt x="805584" y="2385"/>
                  </a:lnTo>
                  <a:lnTo>
                    <a:pt x="793871" y="0"/>
                  </a:lnTo>
                  <a:lnTo>
                    <a:pt x="779620" y="0"/>
                  </a:lnTo>
                  <a:lnTo>
                    <a:pt x="767546" y="2385"/>
                  </a:lnTo>
                  <a:lnTo>
                    <a:pt x="757473" y="8799"/>
                  </a:lnTo>
                  <a:lnTo>
                    <a:pt x="750569" y="18124"/>
                  </a:lnTo>
                  <a:lnTo>
                    <a:pt x="748008" y="29245"/>
                  </a:lnTo>
                  <a:lnTo>
                    <a:pt x="748008" y="150351"/>
                  </a:lnTo>
                  <a:lnTo>
                    <a:pt x="293184" y="150351"/>
                  </a:lnTo>
                  <a:lnTo>
                    <a:pt x="293184" y="29245"/>
                  </a:lnTo>
                  <a:lnTo>
                    <a:pt x="291361" y="18124"/>
                  </a:lnTo>
                  <a:lnTo>
                    <a:pt x="286082" y="8799"/>
                  </a:lnTo>
                  <a:lnTo>
                    <a:pt x="277635" y="2385"/>
                  </a:lnTo>
                  <a:lnTo>
                    <a:pt x="266306" y="0"/>
                  </a:lnTo>
                  <a:lnTo>
                    <a:pt x="252044" y="0"/>
                  </a:lnTo>
                  <a:lnTo>
                    <a:pt x="239596" y="2385"/>
                  </a:lnTo>
                  <a:lnTo>
                    <a:pt x="228686" y="8799"/>
                  </a:lnTo>
                  <a:lnTo>
                    <a:pt x="220946" y="18124"/>
                  </a:lnTo>
                  <a:lnTo>
                    <a:pt x="218003" y="29245"/>
                  </a:lnTo>
                  <a:lnTo>
                    <a:pt x="218003" y="63893"/>
                  </a:lnTo>
                  <a:lnTo>
                    <a:pt x="184182" y="63893"/>
                  </a:lnTo>
                  <a:lnTo>
                    <a:pt x="184182" y="29245"/>
                  </a:lnTo>
                  <a:lnTo>
                    <a:pt x="182018" y="18124"/>
                  </a:lnTo>
                  <a:lnTo>
                    <a:pt x="175992" y="8799"/>
                  </a:lnTo>
                  <a:lnTo>
                    <a:pt x="166804" y="2385"/>
                  </a:lnTo>
                  <a:lnTo>
                    <a:pt x="155157" y="0"/>
                  </a:lnTo>
                  <a:lnTo>
                    <a:pt x="140864" y="0"/>
                  </a:lnTo>
                  <a:lnTo>
                    <a:pt x="128774" y="2385"/>
                  </a:lnTo>
                  <a:lnTo>
                    <a:pt x="118611" y="8799"/>
                  </a:lnTo>
                  <a:lnTo>
                    <a:pt x="111609" y="18124"/>
                  </a:lnTo>
                  <a:lnTo>
                    <a:pt x="109001" y="29245"/>
                  </a:lnTo>
                  <a:lnTo>
                    <a:pt x="109001" y="63893"/>
                  </a:lnTo>
                  <a:lnTo>
                    <a:pt x="71411" y="63893"/>
                  </a:lnTo>
                  <a:lnTo>
                    <a:pt x="69501" y="18124"/>
                  </a:lnTo>
                  <a:lnTo>
                    <a:pt x="43977" y="0"/>
                  </a:lnTo>
                  <a:lnTo>
                    <a:pt x="29726" y="0"/>
                  </a:lnTo>
                  <a:lnTo>
                    <a:pt x="20376" y="1330"/>
                  </a:lnTo>
                  <a:lnTo>
                    <a:pt x="11620" y="5007"/>
                  </a:lnTo>
                  <a:lnTo>
                    <a:pt x="4485" y="10557"/>
                  </a:lnTo>
                  <a:lnTo>
                    <a:pt x="0" y="17507"/>
                  </a:lnTo>
                  <a:lnTo>
                    <a:pt x="0" y="1089506"/>
                  </a:lnTo>
                  <a:lnTo>
                    <a:pt x="1041193" y="1089453"/>
                  </a:lnTo>
                  <a:lnTo>
                    <a:pt x="1041193" y="14805"/>
                  </a:lnTo>
                  <a:lnTo>
                    <a:pt x="1037294" y="8874"/>
                  </a:lnTo>
                  <a:lnTo>
                    <a:pt x="1031536" y="4187"/>
                  </a:lnTo>
                  <a:lnTo>
                    <a:pt x="1024369" y="1107"/>
                  </a:lnTo>
                  <a:lnTo>
                    <a:pt x="1016241" y="0"/>
                  </a:lnTo>
                  <a:close/>
                </a:path>
              </a:pathLst>
            </a:custGeom>
            <a:solidFill>
              <a:srgbClr val="E2CE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 descr=""/>
            <p:cNvSpPr/>
            <p:nvPr/>
          </p:nvSpPr>
          <p:spPr>
            <a:xfrm>
              <a:off x="1128991" y="5866669"/>
              <a:ext cx="722630" cy="115570"/>
            </a:xfrm>
            <a:custGeom>
              <a:avLst/>
              <a:gdLst/>
              <a:ahLst/>
              <a:cxnLst/>
              <a:rect l="l" t="t" r="r" b="b"/>
              <a:pathLst>
                <a:path w="722630" h="115570">
                  <a:moveTo>
                    <a:pt x="59321" y="115189"/>
                  </a:moveTo>
                  <a:lnTo>
                    <a:pt x="56934" y="73406"/>
                  </a:lnTo>
                  <a:lnTo>
                    <a:pt x="50558" y="36449"/>
                  </a:lnTo>
                  <a:lnTo>
                    <a:pt x="41160" y="10071"/>
                  </a:lnTo>
                  <a:lnTo>
                    <a:pt x="29667" y="0"/>
                  </a:lnTo>
                  <a:lnTo>
                    <a:pt x="18161" y="10071"/>
                  </a:lnTo>
                  <a:lnTo>
                    <a:pt x="8763" y="36449"/>
                  </a:lnTo>
                  <a:lnTo>
                    <a:pt x="2387" y="73406"/>
                  </a:lnTo>
                  <a:lnTo>
                    <a:pt x="0" y="115189"/>
                  </a:lnTo>
                  <a:lnTo>
                    <a:pt x="59321" y="115189"/>
                  </a:lnTo>
                  <a:close/>
                </a:path>
                <a:path w="722630" h="115570">
                  <a:moveTo>
                    <a:pt x="390804" y="115189"/>
                  </a:moveTo>
                  <a:lnTo>
                    <a:pt x="388404" y="73406"/>
                  </a:lnTo>
                  <a:lnTo>
                    <a:pt x="382041" y="36449"/>
                  </a:lnTo>
                  <a:lnTo>
                    <a:pt x="372643" y="10071"/>
                  </a:lnTo>
                  <a:lnTo>
                    <a:pt x="361137" y="0"/>
                  </a:lnTo>
                  <a:lnTo>
                    <a:pt x="349643" y="10071"/>
                  </a:lnTo>
                  <a:lnTo>
                    <a:pt x="340233" y="36449"/>
                  </a:lnTo>
                  <a:lnTo>
                    <a:pt x="333870" y="73406"/>
                  </a:lnTo>
                  <a:lnTo>
                    <a:pt x="331470" y="115189"/>
                  </a:lnTo>
                  <a:lnTo>
                    <a:pt x="390804" y="115189"/>
                  </a:lnTo>
                  <a:close/>
                </a:path>
                <a:path w="722630" h="115570">
                  <a:moveTo>
                    <a:pt x="722274" y="115189"/>
                  </a:moveTo>
                  <a:lnTo>
                    <a:pt x="719886" y="73406"/>
                  </a:lnTo>
                  <a:lnTo>
                    <a:pt x="713524" y="36449"/>
                  </a:lnTo>
                  <a:lnTo>
                    <a:pt x="704113" y="10071"/>
                  </a:lnTo>
                  <a:lnTo>
                    <a:pt x="692619" y="0"/>
                  </a:lnTo>
                  <a:lnTo>
                    <a:pt x="681113" y="10071"/>
                  </a:lnTo>
                  <a:lnTo>
                    <a:pt x="671715" y="36449"/>
                  </a:lnTo>
                  <a:lnTo>
                    <a:pt x="665340" y="73406"/>
                  </a:lnTo>
                  <a:lnTo>
                    <a:pt x="662952" y="115189"/>
                  </a:lnTo>
                  <a:lnTo>
                    <a:pt x="722274" y="115189"/>
                  </a:lnTo>
                  <a:close/>
                </a:path>
              </a:pathLst>
            </a:custGeom>
            <a:solidFill>
              <a:srgbClr val="C6B5A4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91" name="object 291" descr=""/>
          <p:cNvGrpSpPr/>
          <p:nvPr/>
        </p:nvGrpSpPr>
        <p:grpSpPr>
          <a:xfrm>
            <a:off x="6242961" y="5628523"/>
            <a:ext cx="1477645" cy="1089660"/>
            <a:chOff x="6242961" y="5628523"/>
            <a:chExt cx="1477645" cy="1089660"/>
          </a:xfrm>
        </p:grpSpPr>
        <p:sp>
          <p:nvSpPr>
            <p:cNvPr id="292" name="object 292" descr=""/>
            <p:cNvSpPr/>
            <p:nvPr/>
          </p:nvSpPr>
          <p:spPr>
            <a:xfrm>
              <a:off x="6242951" y="5628531"/>
              <a:ext cx="1477645" cy="1089660"/>
            </a:xfrm>
            <a:custGeom>
              <a:avLst/>
              <a:gdLst/>
              <a:ahLst/>
              <a:cxnLst/>
              <a:rect l="l" t="t" r="r" b="b"/>
              <a:pathLst>
                <a:path w="1477645" h="1089659">
                  <a:moveTo>
                    <a:pt x="1477416" y="14808"/>
                  </a:moveTo>
                  <a:lnTo>
                    <a:pt x="1473517" y="8877"/>
                  </a:lnTo>
                  <a:lnTo>
                    <a:pt x="1467764" y="4191"/>
                  </a:lnTo>
                  <a:lnTo>
                    <a:pt x="1460588" y="1104"/>
                  </a:lnTo>
                  <a:lnTo>
                    <a:pt x="1452460" y="0"/>
                  </a:lnTo>
                  <a:lnTo>
                    <a:pt x="1438211" y="0"/>
                  </a:lnTo>
                  <a:lnTo>
                    <a:pt x="1426044" y="2387"/>
                  </a:lnTo>
                  <a:lnTo>
                    <a:pt x="1415770" y="8801"/>
                  </a:lnTo>
                  <a:lnTo>
                    <a:pt x="1408658" y="18122"/>
                  </a:lnTo>
                  <a:lnTo>
                    <a:pt x="1405991" y="29248"/>
                  </a:lnTo>
                  <a:lnTo>
                    <a:pt x="1405991" y="63893"/>
                  </a:lnTo>
                  <a:lnTo>
                    <a:pt x="1368412" y="63893"/>
                  </a:lnTo>
                  <a:lnTo>
                    <a:pt x="1368412" y="29248"/>
                  </a:lnTo>
                  <a:lnTo>
                    <a:pt x="1366558" y="18122"/>
                  </a:lnTo>
                  <a:lnTo>
                    <a:pt x="1361186" y="8801"/>
                  </a:lnTo>
                  <a:lnTo>
                    <a:pt x="1352651" y="2387"/>
                  </a:lnTo>
                  <a:lnTo>
                    <a:pt x="1341285" y="0"/>
                  </a:lnTo>
                  <a:lnTo>
                    <a:pt x="1327035" y="0"/>
                  </a:lnTo>
                  <a:lnTo>
                    <a:pt x="1314615" y="2387"/>
                  </a:lnTo>
                  <a:lnTo>
                    <a:pt x="1303794" y="8801"/>
                  </a:lnTo>
                  <a:lnTo>
                    <a:pt x="1296136" y="18122"/>
                  </a:lnTo>
                  <a:lnTo>
                    <a:pt x="1293228" y="29248"/>
                  </a:lnTo>
                  <a:lnTo>
                    <a:pt x="1293228" y="63893"/>
                  </a:lnTo>
                  <a:lnTo>
                    <a:pt x="1259408" y="63893"/>
                  </a:lnTo>
                  <a:lnTo>
                    <a:pt x="1259408" y="29248"/>
                  </a:lnTo>
                  <a:lnTo>
                    <a:pt x="1257198" y="18122"/>
                  </a:lnTo>
                  <a:lnTo>
                    <a:pt x="1251089" y="8801"/>
                  </a:lnTo>
                  <a:lnTo>
                    <a:pt x="1241806" y="2387"/>
                  </a:lnTo>
                  <a:lnTo>
                    <a:pt x="1230096" y="0"/>
                  </a:lnTo>
                  <a:lnTo>
                    <a:pt x="1215847" y="0"/>
                  </a:lnTo>
                  <a:lnTo>
                    <a:pt x="1203769" y="2387"/>
                  </a:lnTo>
                  <a:lnTo>
                    <a:pt x="1193698" y="8801"/>
                  </a:lnTo>
                  <a:lnTo>
                    <a:pt x="1186789" y="18122"/>
                  </a:lnTo>
                  <a:lnTo>
                    <a:pt x="1184236" y="29248"/>
                  </a:lnTo>
                  <a:lnTo>
                    <a:pt x="1184236" y="150355"/>
                  </a:lnTo>
                  <a:lnTo>
                    <a:pt x="729411" y="150355"/>
                  </a:lnTo>
                  <a:lnTo>
                    <a:pt x="729411" y="29248"/>
                  </a:lnTo>
                  <a:lnTo>
                    <a:pt x="727583" y="18122"/>
                  </a:lnTo>
                  <a:lnTo>
                    <a:pt x="722312" y="8801"/>
                  </a:lnTo>
                  <a:lnTo>
                    <a:pt x="713854" y="2387"/>
                  </a:lnTo>
                  <a:lnTo>
                    <a:pt x="702525" y="0"/>
                  </a:lnTo>
                  <a:lnTo>
                    <a:pt x="688263" y="0"/>
                  </a:lnTo>
                  <a:lnTo>
                    <a:pt x="675817" y="2387"/>
                  </a:lnTo>
                  <a:lnTo>
                    <a:pt x="664908" y="8801"/>
                  </a:lnTo>
                  <a:lnTo>
                    <a:pt x="657174" y="18122"/>
                  </a:lnTo>
                  <a:lnTo>
                    <a:pt x="654227" y="29248"/>
                  </a:lnTo>
                  <a:lnTo>
                    <a:pt x="654227" y="63893"/>
                  </a:lnTo>
                  <a:lnTo>
                    <a:pt x="620407" y="63893"/>
                  </a:lnTo>
                  <a:lnTo>
                    <a:pt x="620407" y="29248"/>
                  </a:lnTo>
                  <a:lnTo>
                    <a:pt x="618248" y="18122"/>
                  </a:lnTo>
                  <a:lnTo>
                    <a:pt x="612216" y="8801"/>
                  </a:lnTo>
                  <a:lnTo>
                    <a:pt x="603034" y="2387"/>
                  </a:lnTo>
                  <a:lnTo>
                    <a:pt x="591388" y="0"/>
                  </a:lnTo>
                  <a:lnTo>
                    <a:pt x="577088" y="0"/>
                  </a:lnTo>
                  <a:lnTo>
                    <a:pt x="564997" y="2387"/>
                  </a:lnTo>
                  <a:lnTo>
                    <a:pt x="554837" y="8801"/>
                  </a:lnTo>
                  <a:lnTo>
                    <a:pt x="547839" y="18122"/>
                  </a:lnTo>
                  <a:lnTo>
                    <a:pt x="545223" y="29248"/>
                  </a:lnTo>
                  <a:lnTo>
                    <a:pt x="545223" y="63893"/>
                  </a:lnTo>
                  <a:lnTo>
                    <a:pt x="507631" y="63893"/>
                  </a:lnTo>
                  <a:lnTo>
                    <a:pt x="507631" y="29248"/>
                  </a:lnTo>
                  <a:lnTo>
                    <a:pt x="505726" y="18122"/>
                  </a:lnTo>
                  <a:lnTo>
                    <a:pt x="500253" y="8801"/>
                  </a:lnTo>
                  <a:lnTo>
                    <a:pt x="491617" y="2387"/>
                  </a:lnTo>
                  <a:lnTo>
                    <a:pt x="480199" y="0"/>
                  </a:lnTo>
                  <a:lnTo>
                    <a:pt x="465950" y="0"/>
                  </a:lnTo>
                  <a:lnTo>
                    <a:pt x="456603" y="1333"/>
                  </a:lnTo>
                  <a:lnTo>
                    <a:pt x="447840" y="5003"/>
                  </a:lnTo>
                  <a:lnTo>
                    <a:pt x="440715" y="10553"/>
                  </a:lnTo>
                  <a:lnTo>
                    <a:pt x="436219" y="17500"/>
                  </a:lnTo>
                  <a:lnTo>
                    <a:pt x="436219" y="255993"/>
                  </a:lnTo>
                  <a:lnTo>
                    <a:pt x="0" y="255993"/>
                  </a:lnTo>
                  <a:lnTo>
                    <a:pt x="0" y="623633"/>
                  </a:lnTo>
                  <a:lnTo>
                    <a:pt x="436219" y="623633"/>
                  </a:lnTo>
                  <a:lnTo>
                    <a:pt x="436219" y="1089507"/>
                  </a:lnTo>
                  <a:lnTo>
                    <a:pt x="1477416" y="1089456"/>
                  </a:lnTo>
                  <a:lnTo>
                    <a:pt x="1477416" y="14808"/>
                  </a:lnTo>
                  <a:close/>
                </a:path>
              </a:pathLst>
            </a:custGeom>
            <a:solidFill>
              <a:srgbClr val="E2CE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 descr=""/>
            <p:cNvSpPr/>
            <p:nvPr/>
          </p:nvSpPr>
          <p:spPr>
            <a:xfrm>
              <a:off x="6307010" y="5900502"/>
              <a:ext cx="1228090" cy="156210"/>
            </a:xfrm>
            <a:custGeom>
              <a:avLst/>
              <a:gdLst/>
              <a:ahLst/>
              <a:cxnLst/>
              <a:rect l="l" t="t" r="r" b="b"/>
              <a:pathLst>
                <a:path w="1228090" h="156210">
                  <a:moveTo>
                    <a:pt x="65874" y="66344"/>
                  </a:moveTo>
                  <a:lnTo>
                    <a:pt x="0" y="66344"/>
                  </a:lnTo>
                  <a:lnTo>
                    <a:pt x="0" y="155968"/>
                  </a:lnTo>
                  <a:lnTo>
                    <a:pt x="65874" y="155968"/>
                  </a:lnTo>
                  <a:lnTo>
                    <a:pt x="65874" y="66344"/>
                  </a:lnTo>
                  <a:close/>
                </a:path>
                <a:path w="1228090" h="156210">
                  <a:moveTo>
                    <a:pt x="564667" y="115189"/>
                  </a:moveTo>
                  <a:lnTo>
                    <a:pt x="562279" y="73393"/>
                  </a:lnTo>
                  <a:lnTo>
                    <a:pt x="555904" y="36449"/>
                  </a:lnTo>
                  <a:lnTo>
                    <a:pt x="546506" y="10058"/>
                  </a:lnTo>
                  <a:lnTo>
                    <a:pt x="535000" y="0"/>
                  </a:lnTo>
                  <a:lnTo>
                    <a:pt x="523506" y="10058"/>
                  </a:lnTo>
                  <a:lnTo>
                    <a:pt x="514108" y="36449"/>
                  </a:lnTo>
                  <a:lnTo>
                    <a:pt x="507733" y="73393"/>
                  </a:lnTo>
                  <a:lnTo>
                    <a:pt x="505345" y="115189"/>
                  </a:lnTo>
                  <a:lnTo>
                    <a:pt x="564667" y="115189"/>
                  </a:lnTo>
                  <a:close/>
                </a:path>
                <a:path w="1228090" h="156210">
                  <a:moveTo>
                    <a:pt x="896150" y="115189"/>
                  </a:moveTo>
                  <a:lnTo>
                    <a:pt x="893749" y="73393"/>
                  </a:lnTo>
                  <a:lnTo>
                    <a:pt x="887387" y="36449"/>
                  </a:lnTo>
                  <a:lnTo>
                    <a:pt x="877989" y="10058"/>
                  </a:lnTo>
                  <a:lnTo>
                    <a:pt x="866482" y="0"/>
                  </a:lnTo>
                  <a:lnTo>
                    <a:pt x="854989" y="10058"/>
                  </a:lnTo>
                  <a:lnTo>
                    <a:pt x="845578" y="36449"/>
                  </a:lnTo>
                  <a:lnTo>
                    <a:pt x="839216" y="73393"/>
                  </a:lnTo>
                  <a:lnTo>
                    <a:pt x="836815" y="115189"/>
                  </a:lnTo>
                  <a:lnTo>
                    <a:pt x="896150" y="115189"/>
                  </a:lnTo>
                  <a:close/>
                </a:path>
                <a:path w="1228090" h="156210">
                  <a:moveTo>
                    <a:pt x="1227620" y="115189"/>
                  </a:moveTo>
                  <a:lnTo>
                    <a:pt x="1225232" y="73393"/>
                  </a:lnTo>
                  <a:lnTo>
                    <a:pt x="1218869" y="36449"/>
                  </a:lnTo>
                  <a:lnTo>
                    <a:pt x="1209459" y="10058"/>
                  </a:lnTo>
                  <a:lnTo>
                    <a:pt x="1197965" y="0"/>
                  </a:lnTo>
                  <a:lnTo>
                    <a:pt x="1186459" y="10058"/>
                  </a:lnTo>
                  <a:lnTo>
                    <a:pt x="1177061" y="36449"/>
                  </a:lnTo>
                  <a:lnTo>
                    <a:pt x="1170686" y="73393"/>
                  </a:lnTo>
                  <a:lnTo>
                    <a:pt x="1168298" y="115189"/>
                  </a:lnTo>
                  <a:lnTo>
                    <a:pt x="1227620" y="115189"/>
                  </a:lnTo>
                  <a:close/>
                </a:path>
              </a:pathLst>
            </a:custGeom>
            <a:solidFill>
              <a:srgbClr val="C6B5A4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94" name="object 294" descr=""/>
          <p:cNvGrpSpPr/>
          <p:nvPr/>
        </p:nvGrpSpPr>
        <p:grpSpPr>
          <a:xfrm>
            <a:off x="1093118" y="6195570"/>
            <a:ext cx="248920" cy="57150"/>
            <a:chOff x="1093118" y="6195570"/>
            <a:chExt cx="248920" cy="57150"/>
          </a:xfrm>
        </p:grpSpPr>
        <p:sp>
          <p:nvSpPr>
            <p:cNvPr id="295" name="object 295" descr=""/>
            <p:cNvSpPr/>
            <p:nvPr/>
          </p:nvSpPr>
          <p:spPr>
            <a:xfrm>
              <a:off x="1093129" y="6195570"/>
              <a:ext cx="248920" cy="57150"/>
            </a:xfrm>
            <a:custGeom>
              <a:avLst/>
              <a:gdLst/>
              <a:ahLst/>
              <a:cxnLst/>
              <a:rect l="l" t="t" r="r" b="b"/>
              <a:pathLst>
                <a:path w="248919" h="57150">
                  <a:moveTo>
                    <a:pt x="0" y="56584"/>
                  </a:moveTo>
                  <a:lnTo>
                    <a:pt x="248599" y="56584"/>
                  </a:lnTo>
                  <a:lnTo>
                    <a:pt x="248599" y="0"/>
                  </a:lnTo>
                  <a:lnTo>
                    <a:pt x="0" y="0"/>
                  </a:lnTo>
                  <a:lnTo>
                    <a:pt x="0" y="56584"/>
                  </a:lnTo>
                  <a:close/>
                </a:path>
              </a:pathLst>
            </a:custGeom>
            <a:solidFill>
              <a:srgbClr val="6944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 descr=""/>
            <p:cNvSpPr/>
            <p:nvPr/>
          </p:nvSpPr>
          <p:spPr>
            <a:xfrm>
              <a:off x="1093118" y="6195570"/>
              <a:ext cx="50800" cy="57150"/>
            </a:xfrm>
            <a:custGeom>
              <a:avLst/>
              <a:gdLst/>
              <a:ahLst/>
              <a:cxnLst/>
              <a:rect l="l" t="t" r="r" b="b"/>
              <a:pathLst>
                <a:path w="50800" h="57150">
                  <a:moveTo>
                    <a:pt x="0" y="56584"/>
                  </a:moveTo>
                  <a:lnTo>
                    <a:pt x="50553" y="56584"/>
                  </a:lnTo>
                  <a:lnTo>
                    <a:pt x="50553" y="0"/>
                  </a:lnTo>
                  <a:lnTo>
                    <a:pt x="0" y="0"/>
                  </a:lnTo>
                  <a:lnTo>
                    <a:pt x="0" y="56584"/>
                  </a:lnTo>
                  <a:close/>
                </a:path>
              </a:pathLst>
            </a:custGeom>
            <a:solidFill>
              <a:srgbClr val="754B23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97" name="object 297" descr=""/>
          <p:cNvGrpSpPr/>
          <p:nvPr/>
        </p:nvGrpSpPr>
        <p:grpSpPr>
          <a:xfrm>
            <a:off x="1977007" y="6195570"/>
            <a:ext cx="539750" cy="974725"/>
            <a:chOff x="1977007" y="6195570"/>
            <a:chExt cx="539750" cy="974725"/>
          </a:xfrm>
        </p:grpSpPr>
        <p:sp>
          <p:nvSpPr>
            <p:cNvPr id="298" name="object 298" descr=""/>
            <p:cNvSpPr/>
            <p:nvPr/>
          </p:nvSpPr>
          <p:spPr>
            <a:xfrm>
              <a:off x="2138845" y="6195570"/>
              <a:ext cx="81280" cy="57150"/>
            </a:xfrm>
            <a:custGeom>
              <a:avLst/>
              <a:gdLst/>
              <a:ahLst/>
              <a:cxnLst/>
              <a:rect l="l" t="t" r="r" b="b"/>
              <a:pathLst>
                <a:path w="81280" h="57150">
                  <a:moveTo>
                    <a:pt x="0" y="56584"/>
                  </a:moveTo>
                  <a:lnTo>
                    <a:pt x="81055" y="56584"/>
                  </a:lnTo>
                  <a:lnTo>
                    <a:pt x="81055" y="0"/>
                  </a:lnTo>
                  <a:lnTo>
                    <a:pt x="0" y="0"/>
                  </a:lnTo>
                  <a:lnTo>
                    <a:pt x="0" y="56584"/>
                  </a:lnTo>
                  <a:close/>
                </a:path>
              </a:pathLst>
            </a:custGeom>
            <a:solidFill>
              <a:srgbClr val="754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 descr=""/>
            <p:cNvSpPr/>
            <p:nvPr/>
          </p:nvSpPr>
          <p:spPr>
            <a:xfrm>
              <a:off x="1976996" y="6252165"/>
              <a:ext cx="539750" cy="918210"/>
            </a:xfrm>
            <a:custGeom>
              <a:avLst/>
              <a:gdLst/>
              <a:ahLst/>
              <a:cxnLst/>
              <a:rect l="l" t="t" r="r" b="b"/>
              <a:pathLst>
                <a:path w="539750" h="918209">
                  <a:moveTo>
                    <a:pt x="539330" y="0"/>
                  </a:moveTo>
                  <a:lnTo>
                    <a:pt x="0" y="0"/>
                  </a:lnTo>
                  <a:lnTo>
                    <a:pt x="0" y="37655"/>
                  </a:lnTo>
                  <a:lnTo>
                    <a:pt x="0" y="918006"/>
                  </a:lnTo>
                  <a:lnTo>
                    <a:pt x="539330" y="918006"/>
                  </a:lnTo>
                  <a:lnTo>
                    <a:pt x="539330" y="37655"/>
                  </a:lnTo>
                  <a:lnTo>
                    <a:pt x="539330" y="0"/>
                  </a:lnTo>
                  <a:close/>
                </a:path>
              </a:pathLst>
            </a:custGeom>
            <a:solidFill>
              <a:srgbClr val="DFBA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 descr=""/>
            <p:cNvSpPr/>
            <p:nvPr/>
          </p:nvSpPr>
          <p:spPr>
            <a:xfrm>
              <a:off x="2183493" y="6902046"/>
              <a:ext cx="331470" cy="267970"/>
            </a:xfrm>
            <a:custGeom>
              <a:avLst/>
              <a:gdLst/>
              <a:ahLst/>
              <a:cxnLst/>
              <a:rect l="l" t="t" r="r" b="b"/>
              <a:pathLst>
                <a:path w="331469" h="267970">
                  <a:moveTo>
                    <a:pt x="207000" y="0"/>
                  </a:moveTo>
                  <a:lnTo>
                    <a:pt x="152393" y="2694"/>
                  </a:lnTo>
                  <a:lnTo>
                    <a:pt x="113615" y="10457"/>
                  </a:lnTo>
                  <a:lnTo>
                    <a:pt x="98866" y="25273"/>
                  </a:lnTo>
                  <a:lnTo>
                    <a:pt x="96316" y="57527"/>
                  </a:lnTo>
                  <a:lnTo>
                    <a:pt x="87958" y="83750"/>
                  </a:lnTo>
                  <a:lnTo>
                    <a:pt x="72723" y="101370"/>
                  </a:lnTo>
                  <a:lnTo>
                    <a:pt x="49548" y="107815"/>
                  </a:lnTo>
                  <a:lnTo>
                    <a:pt x="30139" y="125380"/>
                  </a:lnTo>
                  <a:lnTo>
                    <a:pt x="14262" y="167972"/>
                  </a:lnTo>
                  <a:lnTo>
                    <a:pt x="3641" y="220432"/>
                  </a:lnTo>
                  <a:lnTo>
                    <a:pt x="0" y="267600"/>
                  </a:lnTo>
                  <a:lnTo>
                    <a:pt x="330890" y="267600"/>
                  </a:lnTo>
                  <a:lnTo>
                    <a:pt x="330890" y="1870"/>
                  </a:lnTo>
                  <a:lnTo>
                    <a:pt x="269233" y="387"/>
                  </a:lnTo>
                  <a:lnTo>
                    <a:pt x="207000" y="0"/>
                  </a:lnTo>
                  <a:close/>
                </a:path>
              </a:pathLst>
            </a:custGeom>
            <a:solidFill>
              <a:srgbClr val="D3B0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 descr=""/>
            <p:cNvSpPr/>
            <p:nvPr/>
          </p:nvSpPr>
          <p:spPr>
            <a:xfrm>
              <a:off x="2106773" y="6500378"/>
              <a:ext cx="320040" cy="20955"/>
            </a:xfrm>
            <a:custGeom>
              <a:avLst/>
              <a:gdLst/>
              <a:ahLst/>
              <a:cxnLst/>
              <a:rect l="l" t="t" r="r" b="b"/>
              <a:pathLst>
                <a:path w="320039" h="20954">
                  <a:moveTo>
                    <a:pt x="319906" y="0"/>
                  </a:moveTo>
                  <a:lnTo>
                    <a:pt x="0" y="0"/>
                  </a:lnTo>
                  <a:lnTo>
                    <a:pt x="0" y="20365"/>
                  </a:lnTo>
                  <a:lnTo>
                    <a:pt x="319906" y="20365"/>
                  </a:lnTo>
                  <a:lnTo>
                    <a:pt x="319906" y="0"/>
                  </a:lnTo>
                  <a:close/>
                </a:path>
              </a:pathLst>
            </a:custGeom>
            <a:solidFill>
              <a:srgbClr val="62411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02" name="object 302" descr=""/>
          <p:cNvSpPr/>
          <p:nvPr/>
        </p:nvSpPr>
        <p:spPr>
          <a:xfrm>
            <a:off x="995896" y="6252155"/>
            <a:ext cx="420370" cy="918210"/>
          </a:xfrm>
          <a:custGeom>
            <a:avLst/>
            <a:gdLst/>
            <a:ahLst/>
            <a:cxnLst/>
            <a:rect l="l" t="t" r="r" b="b"/>
            <a:pathLst>
              <a:path w="420369" h="918209">
                <a:moveTo>
                  <a:pt x="0" y="918013"/>
                </a:moveTo>
                <a:lnTo>
                  <a:pt x="419777" y="918013"/>
                </a:lnTo>
                <a:lnTo>
                  <a:pt x="419777" y="0"/>
                </a:lnTo>
                <a:lnTo>
                  <a:pt x="0" y="0"/>
                </a:lnTo>
                <a:lnTo>
                  <a:pt x="0" y="918013"/>
                </a:lnTo>
                <a:close/>
              </a:path>
            </a:pathLst>
          </a:custGeom>
          <a:solidFill>
            <a:srgbClr val="EFC77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03" name="object 303" descr=""/>
          <p:cNvGrpSpPr/>
          <p:nvPr/>
        </p:nvGrpSpPr>
        <p:grpSpPr>
          <a:xfrm>
            <a:off x="1543932" y="6252155"/>
            <a:ext cx="433070" cy="918210"/>
            <a:chOff x="1543932" y="6252155"/>
            <a:chExt cx="433070" cy="918210"/>
          </a:xfrm>
        </p:grpSpPr>
        <p:sp>
          <p:nvSpPr>
            <p:cNvPr id="304" name="object 304" descr=""/>
            <p:cNvSpPr/>
            <p:nvPr/>
          </p:nvSpPr>
          <p:spPr>
            <a:xfrm>
              <a:off x="1826111" y="6252155"/>
              <a:ext cx="151130" cy="918210"/>
            </a:xfrm>
            <a:custGeom>
              <a:avLst/>
              <a:gdLst/>
              <a:ahLst/>
              <a:cxnLst/>
              <a:rect l="l" t="t" r="r" b="b"/>
              <a:pathLst>
                <a:path w="151130" h="918209">
                  <a:moveTo>
                    <a:pt x="0" y="918013"/>
                  </a:moveTo>
                  <a:lnTo>
                    <a:pt x="150895" y="918013"/>
                  </a:lnTo>
                  <a:lnTo>
                    <a:pt x="150895" y="0"/>
                  </a:lnTo>
                  <a:lnTo>
                    <a:pt x="0" y="0"/>
                  </a:lnTo>
                  <a:lnTo>
                    <a:pt x="0" y="918013"/>
                  </a:lnTo>
                  <a:close/>
                </a:path>
              </a:pathLst>
            </a:custGeom>
            <a:solidFill>
              <a:srgbClr val="EFC7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 descr=""/>
            <p:cNvSpPr/>
            <p:nvPr/>
          </p:nvSpPr>
          <p:spPr>
            <a:xfrm>
              <a:off x="1543932" y="6252155"/>
              <a:ext cx="282575" cy="918210"/>
            </a:xfrm>
            <a:custGeom>
              <a:avLst/>
              <a:gdLst/>
              <a:ahLst/>
              <a:cxnLst/>
              <a:rect l="l" t="t" r="r" b="b"/>
              <a:pathLst>
                <a:path w="282575" h="918209">
                  <a:moveTo>
                    <a:pt x="0" y="918013"/>
                  </a:moveTo>
                  <a:lnTo>
                    <a:pt x="282179" y="918013"/>
                  </a:lnTo>
                  <a:lnTo>
                    <a:pt x="282179" y="0"/>
                  </a:lnTo>
                  <a:lnTo>
                    <a:pt x="0" y="0"/>
                  </a:lnTo>
                  <a:lnTo>
                    <a:pt x="0" y="918013"/>
                  </a:lnTo>
                  <a:close/>
                </a:path>
              </a:pathLst>
            </a:custGeom>
            <a:solidFill>
              <a:srgbClr val="DFBA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 descr=""/>
            <p:cNvSpPr/>
            <p:nvPr/>
          </p:nvSpPr>
          <p:spPr>
            <a:xfrm>
              <a:off x="1600747" y="6696497"/>
              <a:ext cx="211454" cy="410845"/>
            </a:xfrm>
            <a:custGeom>
              <a:avLst/>
              <a:gdLst/>
              <a:ahLst/>
              <a:cxnLst/>
              <a:rect l="l" t="t" r="r" b="b"/>
              <a:pathLst>
                <a:path w="211455" h="410845">
                  <a:moveTo>
                    <a:pt x="211428" y="0"/>
                  </a:moveTo>
                  <a:lnTo>
                    <a:pt x="0" y="0"/>
                  </a:lnTo>
                  <a:lnTo>
                    <a:pt x="0" y="410437"/>
                  </a:lnTo>
                  <a:lnTo>
                    <a:pt x="211428" y="410437"/>
                  </a:lnTo>
                  <a:lnTo>
                    <a:pt x="211428" y="0"/>
                  </a:lnTo>
                  <a:close/>
                </a:path>
              </a:pathLst>
            </a:custGeom>
            <a:solidFill>
              <a:srgbClr val="754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 descr=""/>
            <p:cNvSpPr/>
            <p:nvPr/>
          </p:nvSpPr>
          <p:spPr>
            <a:xfrm>
              <a:off x="1626539" y="6712273"/>
              <a:ext cx="170815" cy="379095"/>
            </a:xfrm>
            <a:custGeom>
              <a:avLst/>
              <a:gdLst/>
              <a:ahLst/>
              <a:cxnLst/>
              <a:rect l="l" t="t" r="r" b="b"/>
              <a:pathLst>
                <a:path w="170814" h="379095">
                  <a:moveTo>
                    <a:pt x="21767" y="0"/>
                  </a:moveTo>
                  <a:lnTo>
                    <a:pt x="0" y="0"/>
                  </a:lnTo>
                  <a:lnTo>
                    <a:pt x="0" y="378904"/>
                  </a:lnTo>
                  <a:lnTo>
                    <a:pt x="21767" y="378904"/>
                  </a:lnTo>
                  <a:lnTo>
                    <a:pt x="21767" y="0"/>
                  </a:lnTo>
                  <a:close/>
                </a:path>
                <a:path w="170814" h="379095">
                  <a:moveTo>
                    <a:pt x="71272" y="0"/>
                  </a:moveTo>
                  <a:lnTo>
                    <a:pt x="49504" y="0"/>
                  </a:lnTo>
                  <a:lnTo>
                    <a:pt x="49504" y="378904"/>
                  </a:lnTo>
                  <a:lnTo>
                    <a:pt x="71272" y="378904"/>
                  </a:lnTo>
                  <a:lnTo>
                    <a:pt x="71272" y="0"/>
                  </a:lnTo>
                  <a:close/>
                </a:path>
                <a:path w="170814" h="379095">
                  <a:moveTo>
                    <a:pt x="120777" y="0"/>
                  </a:moveTo>
                  <a:lnTo>
                    <a:pt x="99009" y="0"/>
                  </a:lnTo>
                  <a:lnTo>
                    <a:pt x="99009" y="378904"/>
                  </a:lnTo>
                  <a:lnTo>
                    <a:pt x="120777" y="378904"/>
                  </a:lnTo>
                  <a:lnTo>
                    <a:pt x="120777" y="0"/>
                  </a:lnTo>
                  <a:close/>
                </a:path>
                <a:path w="170814" h="379095">
                  <a:moveTo>
                    <a:pt x="170294" y="0"/>
                  </a:moveTo>
                  <a:lnTo>
                    <a:pt x="148526" y="0"/>
                  </a:lnTo>
                  <a:lnTo>
                    <a:pt x="148526" y="378904"/>
                  </a:lnTo>
                  <a:lnTo>
                    <a:pt x="170294" y="378904"/>
                  </a:lnTo>
                  <a:lnTo>
                    <a:pt x="170294" y="0"/>
                  </a:lnTo>
                  <a:close/>
                </a:path>
              </a:pathLst>
            </a:custGeom>
            <a:solidFill>
              <a:srgbClr val="86562A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08" name="object 308" descr=""/>
          <p:cNvGrpSpPr/>
          <p:nvPr/>
        </p:nvGrpSpPr>
        <p:grpSpPr>
          <a:xfrm>
            <a:off x="1026345" y="6480012"/>
            <a:ext cx="379095" cy="351155"/>
            <a:chOff x="1026345" y="6480012"/>
            <a:chExt cx="379095" cy="351155"/>
          </a:xfrm>
        </p:grpSpPr>
        <p:pic>
          <p:nvPicPr>
            <p:cNvPr id="309" name="object 309" descr="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089721" y="6651467"/>
              <a:ext cx="171272" cy="179188"/>
            </a:xfrm>
            <a:prstGeom prst="rect">
              <a:avLst/>
            </a:prstGeom>
          </p:spPr>
        </p:pic>
        <p:sp>
          <p:nvSpPr>
            <p:cNvPr id="310" name="object 310" descr=""/>
            <p:cNvSpPr/>
            <p:nvPr/>
          </p:nvSpPr>
          <p:spPr>
            <a:xfrm>
              <a:off x="1026345" y="6480012"/>
              <a:ext cx="379095" cy="284480"/>
            </a:xfrm>
            <a:custGeom>
              <a:avLst/>
              <a:gdLst/>
              <a:ahLst/>
              <a:cxnLst/>
              <a:rect l="l" t="t" r="r" b="b"/>
              <a:pathLst>
                <a:path w="379094" h="284479">
                  <a:moveTo>
                    <a:pt x="378752" y="0"/>
                  </a:moveTo>
                  <a:lnTo>
                    <a:pt x="0" y="0"/>
                  </a:lnTo>
                  <a:lnTo>
                    <a:pt x="0" y="283959"/>
                  </a:lnTo>
                  <a:lnTo>
                    <a:pt x="378752" y="283959"/>
                  </a:lnTo>
                  <a:lnTo>
                    <a:pt x="378752" y="0"/>
                  </a:lnTo>
                  <a:close/>
                </a:path>
              </a:pathLst>
            </a:custGeom>
            <a:solidFill>
              <a:srgbClr val="DFBA77">
                <a:alpha val="619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11" name="object 311" descr=""/>
          <p:cNvGrpSpPr/>
          <p:nvPr/>
        </p:nvGrpSpPr>
        <p:grpSpPr>
          <a:xfrm>
            <a:off x="2106773" y="6517694"/>
            <a:ext cx="297815" cy="309245"/>
            <a:chOff x="2106773" y="6517694"/>
            <a:chExt cx="297815" cy="309245"/>
          </a:xfrm>
        </p:grpSpPr>
        <p:sp>
          <p:nvSpPr>
            <p:cNvPr id="312" name="object 312" descr=""/>
            <p:cNvSpPr/>
            <p:nvPr/>
          </p:nvSpPr>
          <p:spPr>
            <a:xfrm>
              <a:off x="2137809" y="6645242"/>
              <a:ext cx="264160" cy="181610"/>
            </a:xfrm>
            <a:custGeom>
              <a:avLst/>
              <a:gdLst/>
              <a:ahLst/>
              <a:cxnLst/>
              <a:rect l="l" t="t" r="r" b="b"/>
              <a:pathLst>
                <a:path w="264160" h="181609">
                  <a:moveTo>
                    <a:pt x="263876" y="0"/>
                  </a:moveTo>
                  <a:lnTo>
                    <a:pt x="0" y="0"/>
                  </a:lnTo>
                  <a:lnTo>
                    <a:pt x="0" y="181449"/>
                  </a:lnTo>
                  <a:lnTo>
                    <a:pt x="263876" y="181449"/>
                  </a:lnTo>
                  <a:lnTo>
                    <a:pt x="263876" y="0"/>
                  </a:lnTo>
                  <a:close/>
                </a:path>
              </a:pathLst>
            </a:custGeom>
            <a:solidFill>
              <a:srgbClr val="EFC8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 descr=""/>
            <p:cNvSpPr/>
            <p:nvPr/>
          </p:nvSpPr>
          <p:spPr>
            <a:xfrm>
              <a:off x="2155819" y="6667116"/>
              <a:ext cx="227965" cy="147955"/>
            </a:xfrm>
            <a:custGeom>
              <a:avLst/>
              <a:gdLst/>
              <a:ahLst/>
              <a:cxnLst/>
              <a:rect l="l" t="t" r="r" b="b"/>
              <a:pathLst>
                <a:path w="227964" h="147954">
                  <a:moveTo>
                    <a:pt x="227846" y="0"/>
                  </a:moveTo>
                  <a:lnTo>
                    <a:pt x="0" y="0"/>
                  </a:lnTo>
                  <a:lnTo>
                    <a:pt x="0" y="147880"/>
                  </a:lnTo>
                  <a:lnTo>
                    <a:pt x="227846" y="147880"/>
                  </a:lnTo>
                  <a:lnTo>
                    <a:pt x="227846" y="0"/>
                  </a:lnTo>
                  <a:close/>
                </a:path>
              </a:pathLst>
            </a:custGeom>
            <a:solidFill>
              <a:srgbClr val="AC91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 descr=""/>
            <p:cNvSpPr/>
            <p:nvPr/>
          </p:nvSpPr>
          <p:spPr>
            <a:xfrm>
              <a:off x="2155819" y="6689754"/>
              <a:ext cx="190500" cy="113030"/>
            </a:xfrm>
            <a:custGeom>
              <a:avLst/>
              <a:gdLst/>
              <a:ahLst/>
              <a:cxnLst/>
              <a:rect l="l" t="t" r="r" b="b"/>
              <a:pathLst>
                <a:path w="190500" h="113029">
                  <a:moveTo>
                    <a:pt x="190318" y="0"/>
                  </a:moveTo>
                  <a:lnTo>
                    <a:pt x="0" y="0"/>
                  </a:lnTo>
                  <a:lnTo>
                    <a:pt x="0" y="112792"/>
                  </a:lnTo>
                  <a:lnTo>
                    <a:pt x="190318" y="112792"/>
                  </a:lnTo>
                  <a:lnTo>
                    <a:pt x="190318" y="0"/>
                  </a:lnTo>
                  <a:close/>
                </a:path>
              </a:pathLst>
            </a:custGeom>
            <a:solidFill>
              <a:srgbClr val="6241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 descr=""/>
            <p:cNvSpPr/>
            <p:nvPr/>
          </p:nvSpPr>
          <p:spPr>
            <a:xfrm>
              <a:off x="2106773" y="6517694"/>
              <a:ext cx="297815" cy="226060"/>
            </a:xfrm>
            <a:custGeom>
              <a:avLst/>
              <a:gdLst/>
              <a:ahLst/>
              <a:cxnLst/>
              <a:rect l="l" t="t" r="r" b="b"/>
              <a:pathLst>
                <a:path w="297814" h="226059">
                  <a:moveTo>
                    <a:pt x="0" y="0"/>
                  </a:moveTo>
                  <a:lnTo>
                    <a:pt x="0" y="226003"/>
                  </a:lnTo>
                  <a:lnTo>
                    <a:pt x="297760" y="225500"/>
                  </a:lnTo>
                  <a:lnTo>
                    <a:pt x="297760" y="30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BA77">
                <a:alpha val="619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6" name="object 316" descr=""/>
          <p:cNvSpPr/>
          <p:nvPr/>
        </p:nvSpPr>
        <p:spPr>
          <a:xfrm>
            <a:off x="1252317" y="6602233"/>
            <a:ext cx="118110" cy="99060"/>
          </a:xfrm>
          <a:custGeom>
            <a:avLst/>
            <a:gdLst/>
            <a:ahLst/>
            <a:cxnLst/>
            <a:rect l="l" t="t" r="r" b="b"/>
            <a:pathLst>
              <a:path w="118109" h="99059">
                <a:moveTo>
                  <a:pt x="0" y="0"/>
                </a:moveTo>
                <a:lnTo>
                  <a:pt x="117703" y="98457"/>
                </a:lnTo>
              </a:path>
            </a:pathLst>
          </a:custGeom>
          <a:ln w="37831">
            <a:solidFill>
              <a:srgbClr val="5F3813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17" name="object 317" descr=""/>
          <p:cNvGrpSpPr/>
          <p:nvPr/>
        </p:nvGrpSpPr>
        <p:grpSpPr>
          <a:xfrm>
            <a:off x="898081" y="6474259"/>
            <a:ext cx="507365" cy="245745"/>
            <a:chOff x="898081" y="6474259"/>
            <a:chExt cx="507365" cy="245745"/>
          </a:xfrm>
        </p:grpSpPr>
        <p:sp>
          <p:nvSpPr>
            <p:cNvPr id="318" name="object 318" descr=""/>
            <p:cNvSpPr/>
            <p:nvPr/>
          </p:nvSpPr>
          <p:spPr>
            <a:xfrm>
              <a:off x="921851" y="6602233"/>
              <a:ext cx="118110" cy="99060"/>
            </a:xfrm>
            <a:custGeom>
              <a:avLst/>
              <a:gdLst/>
              <a:ahLst/>
              <a:cxnLst/>
              <a:rect l="l" t="t" r="r" b="b"/>
              <a:pathLst>
                <a:path w="118109" h="99059">
                  <a:moveTo>
                    <a:pt x="0" y="0"/>
                  </a:moveTo>
                  <a:lnTo>
                    <a:pt x="117703" y="98457"/>
                  </a:lnTo>
                </a:path>
              </a:pathLst>
            </a:custGeom>
            <a:ln w="37831">
              <a:solidFill>
                <a:srgbClr val="5F381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 descr=""/>
            <p:cNvSpPr/>
            <p:nvPr/>
          </p:nvSpPr>
          <p:spPr>
            <a:xfrm>
              <a:off x="898081" y="6474259"/>
              <a:ext cx="507365" cy="128270"/>
            </a:xfrm>
            <a:custGeom>
              <a:avLst/>
              <a:gdLst/>
              <a:ahLst/>
              <a:cxnLst/>
              <a:rect l="l" t="t" r="r" b="b"/>
              <a:pathLst>
                <a:path w="507365" h="128270">
                  <a:moveTo>
                    <a:pt x="507021" y="0"/>
                  </a:moveTo>
                  <a:lnTo>
                    <a:pt x="129786" y="0"/>
                  </a:lnTo>
                  <a:lnTo>
                    <a:pt x="101048" y="43227"/>
                  </a:lnTo>
                  <a:lnTo>
                    <a:pt x="69671" y="77995"/>
                  </a:lnTo>
                  <a:lnTo>
                    <a:pt x="35906" y="105714"/>
                  </a:lnTo>
                  <a:lnTo>
                    <a:pt x="0" y="127797"/>
                  </a:lnTo>
                  <a:lnTo>
                    <a:pt x="387056" y="127797"/>
                  </a:lnTo>
                  <a:lnTo>
                    <a:pt x="418701" y="108357"/>
                  </a:lnTo>
                  <a:lnTo>
                    <a:pt x="449147" y="79404"/>
                  </a:lnTo>
                  <a:lnTo>
                    <a:pt x="478539" y="42698"/>
                  </a:lnTo>
                  <a:lnTo>
                    <a:pt x="507021" y="0"/>
                  </a:lnTo>
                  <a:close/>
                </a:path>
              </a:pathLst>
            </a:custGeom>
            <a:solidFill>
              <a:srgbClr val="89183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0" name="object 320" descr="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967121" y="6474259"/>
              <a:ext cx="387808" cy="127797"/>
            </a:xfrm>
            <a:prstGeom prst="rect">
              <a:avLst/>
            </a:prstGeom>
          </p:spPr>
        </p:pic>
        <p:sp>
          <p:nvSpPr>
            <p:cNvPr id="321" name="object 321" descr=""/>
            <p:cNvSpPr/>
            <p:nvPr/>
          </p:nvSpPr>
          <p:spPr>
            <a:xfrm>
              <a:off x="898081" y="6602234"/>
              <a:ext cx="386715" cy="45720"/>
            </a:xfrm>
            <a:custGeom>
              <a:avLst/>
              <a:gdLst/>
              <a:ahLst/>
              <a:cxnLst/>
              <a:rect l="l" t="t" r="r" b="b"/>
              <a:pathLst>
                <a:path w="386715" h="45720">
                  <a:moveTo>
                    <a:pt x="386302" y="0"/>
                  </a:moveTo>
                  <a:lnTo>
                    <a:pt x="0" y="0"/>
                  </a:lnTo>
                  <a:lnTo>
                    <a:pt x="0" y="41496"/>
                  </a:lnTo>
                  <a:lnTo>
                    <a:pt x="37595" y="43435"/>
                  </a:lnTo>
                  <a:lnTo>
                    <a:pt x="79138" y="44658"/>
                  </a:lnTo>
                  <a:lnTo>
                    <a:pt x="124182" y="45247"/>
                  </a:lnTo>
                  <a:lnTo>
                    <a:pt x="172281" y="45281"/>
                  </a:lnTo>
                  <a:lnTo>
                    <a:pt x="222989" y="44842"/>
                  </a:lnTo>
                  <a:lnTo>
                    <a:pt x="275859" y="44011"/>
                  </a:lnTo>
                  <a:lnTo>
                    <a:pt x="386302" y="41496"/>
                  </a:lnTo>
                  <a:lnTo>
                    <a:pt x="386302" y="0"/>
                  </a:lnTo>
                  <a:close/>
                </a:path>
              </a:pathLst>
            </a:custGeom>
            <a:solidFill>
              <a:srgbClr val="820024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22" name="object 322" descr=""/>
          <p:cNvSpPr/>
          <p:nvPr/>
        </p:nvSpPr>
        <p:spPr>
          <a:xfrm>
            <a:off x="1051999" y="7060958"/>
            <a:ext cx="137795" cy="74295"/>
          </a:xfrm>
          <a:custGeom>
            <a:avLst/>
            <a:gdLst/>
            <a:ahLst/>
            <a:cxnLst/>
            <a:rect l="l" t="t" r="r" b="b"/>
            <a:pathLst>
              <a:path w="137794" h="74295">
                <a:moveTo>
                  <a:pt x="137315" y="0"/>
                </a:moveTo>
                <a:lnTo>
                  <a:pt x="0" y="0"/>
                </a:lnTo>
                <a:lnTo>
                  <a:pt x="0" y="73840"/>
                </a:lnTo>
                <a:lnTo>
                  <a:pt x="137315" y="73840"/>
                </a:lnTo>
                <a:lnTo>
                  <a:pt x="137315" y="0"/>
                </a:lnTo>
                <a:close/>
              </a:path>
            </a:pathLst>
          </a:custGeom>
          <a:solidFill>
            <a:srgbClr val="FBD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3" name="object 323" descr=""/>
          <p:cNvSpPr/>
          <p:nvPr/>
        </p:nvSpPr>
        <p:spPr>
          <a:xfrm>
            <a:off x="1232705" y="6936281"/>
            <a:ext cx="137795" cy="74295"/>
          </a:xfrm>
          <a:custGeom>
            <a:avLst/>
            <a:gdLst/>
            <a:ahLst/>
            <a:cxnLst/>
            <a:rect l="l" t="t" r="r" b="b"/>
            <a:pathLst>
              <a:path w="137794" h="74295">
                <a:moveTo>
                  <a:pt x="137315" y="0"/>
                </a:moveTo>
                <a:lnTo>
                  <a:pt x="0" y="0"/>
                </a:lnTo>
                <a:lnTo>
                  <a:pt x="0" y="73840"/>
                </a:lnTo>
                <a:lnTo>
                  <a:pt x="137315" y="73840"/>
                </a:lnTo>
                <a:lnTo>
                  <a:pt x="137315" y="0"/>
                </a:lnTo>
                <a:close/>
              </a:path>
            </a:pathLst>
          </a:custGeom>
          <a:solidFill>
            <a:srgbClr val="FBD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4" name="object 324" descr=""/>
          <p:cNvSpPr/>
          <p:nvPr/>
        </p:nvSpPr>
        <p:spPr>
          <a:xfrm>
            <a:off x="1872885" y="6599966"/>
            <a:ext cx="104139" cy="74295"/>
          </a:xfrm>
          <a:custGeom>
            <a:avLst/>
            <a:gdLst/>
            <a:ahLst/>
            <a:cxnLst/>
            <a:rect l="l" t="t" r="r" b="b"/>
            <a:pathLst>
              <a:path w="104139" h="74295">
                <a:moveTo>
                  <a:pt x="104122" y="0"/>
                </a:moveTo>
                <a:lnTo>
                  <a:pt x="0" y="0"/>
                </a:lnTo>
                <a:lnTo>
                  <a:pt x="0" y="73840"/>
                </a:lnTo>
                <a:lnTo>
                  <a:pt x="104122" y="73840"/>
                </a:lnTo>
                <a:lnTo>
                  <a:pt x="104122" y="0"/>
                </a:lnTo>
                <a:close/>
              </a:path>
            </a:pathLst>
          </a:custGeom>
          <a:solidFill>
            <a:srgbClr val="FBD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5" name="object 325" descr=""/>
          <p:cNvSpPr/>
          <p:nvPr/>
        </p:nvSpPr>
        <p:spPr>
          <a:xfrm>
            <a:off x="1826101" y="7060958"/>
            <a:ext cx="89535" cy="74295"/>
          </a:xfrm>
          <a:custGeom>
            <a:avLst/>
            <a:gdLst/>
            <a:ahLst/>
            <a:cxnLst/>
            <a:rect l="l" t="t" r="r" b="b"/>
            <a:pathLst>
              <a:path w="89535" h="74295">
                <a:moveTo>
                  <a:pt x="89033" y="0"/>
                </a:moveTo>
                <a:lnTo>
                  <a:pt x="0" y="0"/>
                </a:lnTo>
                <a:lnTo>
                  <a:pt x="0" y="73840"/>
                </a:lnTo>
                <a:lnTo>
                  <a:pt x="89033" y="73840"/>
                </a:lnTo>
                <a:lnTo>
                  <a:pt x="89033" y="0"/>
                </a:lnTo>
                <a:close/>
              </a:path>
            </a:pathLst>
          </a:custGeom>
          <a:solidFill>
            <a:srgbClr val="FBD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6" name="object 326" descr=""/>
          <p:cNvSpPr/>
          <p:nvPr/>
        </p:nvSpPr>
        <p:spPr>
          <a:xfrm>
            <a:off x="2425737" y="7050444"/>
            <a:ext cx="89535" cy="74295"/>
          </a:xfrm>
          <a:custGeom>
            <a:avLst/>
            <a:gdLst/>
            <a:ahLst/>
            <a:cxnLst/>
            <a:rect l="l" t="t" r="r" b="b"/>
            <a:pathLst>
              <a:path w="89535" h="74295">
                <a:moveTo>
                  <a:pt x="89033" y="0"/>
                </a:moveTo>
                <a:lnTo>
                  <a:pt x="0" y="0"/>
                </a:lnTo>
                <a:lnTo>
                  <a:pt x="0" y="73840"/>
                </a:lnTo>
                <a:lnTo>
                  <a:pt x="89033" y="73840"/>
                </a:lnTo>
                <a:lnTo>
                  <a:pt x="89033" y="0"/>
                </a:lnTo>
                <a:close/>
              </a:path>
            </a:pathLst>
          </a:custGeom>
          <a:solidFill>
            <a:srgbClr val="EBC37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7" name="object 327" descr=""/>
          <p:cNvSpPr/>
          <p:nvPr/>
        </p:nvSpPr>
        <p:spPr>
          <a:xfrm>
            <a:off x="2168645" y="6973201"/>
            <a:ext cx="140335" cy="74295"/>
          </a:xfrm>
          <a:custGeom>
            <a:avLst/>
            <a:gdLst/>
            <a:ahLst/>
            <a:cxnLst/>
            <a:rect l="l" t="t" r="r" b="b"/>
            <a:pathLst>
              <a:path w="140335" h="74295">
                <a:moveTo>
                  <a:pt x="140330" y="0"/>
                </a:moveTo>
                <a:lnTo>
                  <a:pt x="0" y="0"/>
                </a:lnTo>
                <a:lnTo>
                  <a:pt x="0" y="73840"/>
                </a:lnTo>
                <a:lnTo>
                  <a:pt x="140330" y="73840"/>
                </a:lnTo>
                <a:lnTo>
                  <a:pt x="140330" y="0"/>
                </a:lnTo>
                <a:close/>
              </a:path>
            </a:pathLst>
          </a:custGeom>
          <a:solidFill>
            <a:srgbClr val="EBC37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8" name="object 328" descr=""/>
          <p:cNvSpPr/>
          <p:nvPr/>
        </p:nvSpPr>
        <p:spPr>
          <a:xfrm>
            <a:off x="2355572" y="6864796"/>
            <a:ext cx="140335" cy="74295"/>
          </a:xfrm>
          <a:custGeom>
            <a:avLst/>
            <a:gdLst/>
            <a:ahLst/>
            <a:cxnLst/>
            <a:rect l="l" t="t" r="r" b="b"/>
            <a:pathLst>
              <a:path w="140335" h="74295">
                <a:moveTo>
                  <a:pt x="140330" y="0"/>
                </a:moveTo>
                <a:lnTo>
                  <a:pt x="0" y="0"/>
                </a:lnTo>
                <a:lnTo>
                  <a:pt x="0" y="73840"/>
                </a:lnTo>
                <a:lnTo>
                  <a:pt x="140330" y="73840"/>
                </a:lnTo>
                <a:lnTo>
                  <a:pt x="140330" y="0"/>
                </a:lnTo>
                <a:close/>
              </a:path>
            </a:pathLst>
          </a:custGeom>
          <a:solidFill>
            <a:srgbClr val="EBC37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9" name="object 329" descr=""/>
          <p:cNvSpPr/>
          <p:nvPr/>
        </p:nvSpPr>
        <p:spPr>
          <a:xfrm>
            <a:off x="1987195" y="6756820"/>
            <a:ext cx="128905" cy="74295"/>
          </a:xfrm>
          <a:custGeom>
            <a:avLst/>
            <a:gdLst/>
            <a:ahLst/>
            <a:cxnLst/>
            <a:rect l="l" t="t" r="r" b="b"/>
            <a:pathLst>
              <a:path w="128905" h="74295">
                <a:moveTo>
                  <a:pt x="128634" y="0"/>
                </a:moveTo>
                <a:lnTo>
                  <a:pt x="0" y="0"/>
                </a:lnTo>
                <a:lnTo>
                  <a:pt x="0" y="73840"/>
                </a:lnTo>
                <a:lnTo>
                  <a:pt x="128634" y="73840"/>
                </a:lnTo>
                <a:lnTo>
                  <a:pt x="128634" y="0"/>
                </a:lnTo>
                <a:close/>
              </a:path>
            </a:pathLst>
          </a:custGeom>
          <a:solidFill>
            <a:srgbClr val="EBC37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0" name="object 330" descr=""/>
          <p:cNvSpPr/>
          <p:nvPr/>
        </p:nvSpPr>
        <p:spPr>
          <a:xfrm>
            <a:off x="2036618" y="6401543"/>
            <a:ext cx="140335" cy="74295"/>
          </a:xfrm>
          <a:custGeom>
            <a:avLst/>
            <a:gdLst/>
            <a:ahLst/>
            <a:cxnLst/>
            <a:rect l="l" t="t" r="r" b="b"/>
            <a:pathLst>
              <a:path w="140335" h="74295">
                <a:moveTo>
                  <a:pt x="140330" y="0"/>
                </a:moveTo>
                <a:lnTo>
                  <a:pt x="0" y="0"/>
                </a:lnTo>
                <a:lnTo>
                  <a:pt x="0" y="73840"/>
                </a:lnTo>
                <a:lnTo>
                  <a:pt x="140330" y="73840"/>
                </a:lnTo>
                <a:lnTo>
                  <a:pt x="140330" y="0"/>
                </a:lnTo>
                <a:close/>
              </a:path>
            </a:pathLst>
          </a:custGeom>
          <a:solidFill>
            <a:srgbClr val="EBC37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1" name="object 331" descr=""/>
          <p:cNvSpPr/>
          <p:nvPr/>
        </p:nvSpPr>
        <p:spPr>
          <a:xfrm>
            <a:off x="2233534" y="6289808"/>
            <a:ext cx="140335" cy="62865"/>
          </a:xfrm>
          <a:custGeom>
            <a:avLst/>
            <a:gdLst/>
            <a:ahLst/>
            <a:cxnLst/>
            <a:rect l="l" t="t" r="r" b="b"/>
            <a:pathLst>
              <a:path w="140335" h="62864">
                <a:moveTo>
                  <a:pt x="0" y="62636"/>
                </a:moveTo>
                <a:lnTo>
                  <a:pt x="140330" y="62636"/>
                </a:lnTo>
                <a:lnTo>
                  <a:pt x="140330" y="0"/>
                </a:lnTo>
                <a:lnTo>
                  <a:pt x="0" y="0"/>
                </a:lnTo>
                <a:lnTo>
                  <a:pt x="0" y="62636"/>
                </a:lnTo>
                <a:close/>
              </a:path>
            </a:pathLst>
          </a:custGeom>
          <a:solidFill>
            <a:srgbClr val="EBC37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2" name="object 332" descr=""/>
          <p:cNvSpPr/>
          <p:nvPr/>
        </p:nvSpPr>
        <p:spPr>
          <a:xfrm>
            <a:off x="1543932" y="6438463"/>
            <a:ext cx="130810" cy="74295"/>
          </a:xfrm>
          <a:custGeom>
            <a:avLst/>
            <a:gdLst/>
            <a:ahLst/>
            <a:cxnLst/>
            <a:rect l="l" t="t" r="r" b="b"/>
            <a:pathLst>
              <a:path w="130810" h="74295">
                <a:moveTo>
                  <a:pt x="0" y="73840"/>
                </a:moveTo>
                <a:lnTo>
                  <a:pt x="130236" y="73840"/>
                </a:lnTo>
                <a:lnTo>
                  <a:pt x="130236" y="0"/>
                </a:lnTo>
                <a:lnTo>
                  <a:pt x="0" y="0"/>
                </a:lnTo>
                <a:lnTo>
                  <a:pt x="0" y="73840"/>
                </a:lnTo>
                <a:close/>
              </a:path>
            </a:pathLst>
          </a:custGeom>
          <a:solidFill>
            <a:srgbClr val="EBC37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3" name="object 333" descr=""/>
          <p:cNvSpPr/>
          <p:nvPr/>
        </p:nvSpPr>
        <p:spPr>
          <a:xfrm>
            <a:off x="2444040" y="6315524"/>
            <a:ext cx="70485" cy="74295"/>
          </a:xfrm>
          <a:custGeom>
            <a:avLst/>
            <a:gdLst/>
            <a:ahLst/>
            <a:cxnLst/>
            <a:rect l="l" t="t" r="r" b="b"/>
            <a:pathLst>
              <a:path w="70485" h="74295">
                <a:moveTo>
                  <a:pt x="70165" y="0"/>
                </a:moveTo>
                <a:lnTo>
                  <a:pt x="0" y="0"/>
                </a:lnTo>
                <a:lnTo>
                  <a:pt x="0" y="73840"/>
                </a:lnTo>
                <a:lnTo>
                  <a:pt x="70165" y="73840"/>
                </a:lnTo>
                <a:lnTo>
                  <a:pt x="70165" y="0"/>
                </a:lnTo>
                <a:close/>
              </a:path>
            </a:pathLst>
          </a:custGeom>
          <a:solidFill>
            <a:srgbClr val="EBC37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4" name="object 334" descr=""/>
          <p:cNvSpPr/>
          <p:nvPr/>
        </p:nvSpPr>
        <p:spPr>
          <a:xfrm>
            <a:off x="1757998" y="6271819"/>
            <a:ext cx="70485" cy="74295"/>
          </a:xfrm>
          <a:custGeom>
            <a:avLst/>
            <a:gdLst/>
            <a:ahLst/>
            <a:cxnLst/>
            <a:rect l="l" t="t" r="r" b="b"/>
            <a:pathLst>
              <a:path w="70485" h="74295">
                <a:moveTo>
                  <a:pt x="70165" y="0"/>
                </a:moveTo>
                <a:lnTo>
                  <a:pt x="0" y="0"/>
                </a:lnTo>
                <a:lnTo>
                  <a:pt x="0" y="73840"/>
                </a:lnTo>
                <a:lnTo>
                  <a:pt x="70165" y="73840"/>
                </a:lnTo>
                <a:lnTo>
                  <a:pt x="70165" y="0"/>
                </a:lnTo>
                <a:close/>
              </a:path>
            </a:pathLst>
          </a:custGeom>
          <a:solidFill>
            <a:srgbClr val="EBC37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5" name="object 335" descr=""/>
          <p:cNvSpPr/>
          <p:nvPr/>
        </p:nvSpPr>
        <p:spPr>
          <a:xfrm>
            <a:off x="999571" y="6883968"/>
            <a:ext cx="64135" cy="67945"/>
          </a:xfrm>
          <a:custGeom>
            <a:avLst/>
            <a:gdLst/>
            <a:ahLst/>
            <a:cxnLst/>
            <a:rect l="l" t="t" r="r" b="b"/>
            <a:pathLst>
              <a:path w="64134" h="67945">
                <a:moveTo>
                  <a:pt x="63903" y="0"/>
                </a:moveTo>
                <a:lnTo>
                  <a:pt x="0" y="0"/>
                </a:lnTo>
                <a:lnTo>
                  <a:pt x="0" y="67662"/>
                </a:lnTo>
                <a:lnTo>
                  <a:pt x="63903" y="67662"/>
                </a:lnTo>
                <a:lnTo>
                  <a:pt x="63903" y="0"/>
                </a:lnTo>
                <a:close/>
              </a:path>
            </a:pathLst>
          </a:custGeom>
          <a:solidFill>
            <a:srgbClr val="FBD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6" name="object 336" descr=""/>
          <p:cNvSpPr/>
          <p:nvPr/>
        </p:nvSpPr>
        <p:spPr>
          <a:xfrm>
            <a:off x="1905449" y="6865173"/>
            <a:ext cx="67945" cy="75565"/>
          </a:xfrm>
          <a:custGeom>
            <a:avLst/>
            <a:gdLst/>
            <a:ahLst/>
            <a:cxnLst/>
            <a:rect l="l" t="t" r="r" b="b"/>
            <a:pathLst>
              <a:path w="67944" h="75565">
                <a:moveTo>
                  <a:pt x="67662" y="0"/>
                </a:moveTo>
                <a:lnTo>
                  <a:pt x="0" y="0"/>
                </a:lnTo>
                <a:lnTo>
                  <a:pt x="0" y="75180"/>
                </a:lnTo>
                <a:lnTo>
                  <a:pt x="67662" y="75180"/>
                </a:lnTo>
                <a:lnTo>
                  <a:pt x="67662" y="0"/>
                </a:lnTo>
                <a:close/>
              </a:path>
            </a:pathLst>
          </a:custGeom>
          <a:solidFill>
            <a:srgbClr val="FBD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7" name="object 337" descr=""/>
          <p:cNvSpPr/>
          <p:nvPr/>
        </p:nvSpPr>
        <p:spPr>
          <a:xfrm>
            <a:off x="1826509" y="6451698"/>
            <a:ext cx="64135" cy="64135"/>
          </a:xfrm>
          <a:custGeom>
            <a:avLst/>
            <a:gdLst/>
            <a:ahLst/>
            <a:cxnLst/>
            <a:rect l="l" t="t" r="r" b="b"/>
            <a:pathLst>
              <a:path w="64135" h="64134">
                <a:moveTo>
                  <a:pt x="63903" y="0"/>
                </a:moveTo>
                <a:lnTo>
                  <a:pt x="0" y="0"/>
                </a:lnTo>
                <a:lnTo>
                  <a:pt x="0" y="63903"/>
                </a:lnTo>
                <a:lnTo>
                  <a:pt x="63903" y="63903"/>
                </a:lnTo>
                <a:lnTo>
                  <a:pt x="63903" y="0"/>
                </a:lnTo>
                <a:close/>
              </a:path>
            </a:pathLst>
          </a:custGeom>
          <a:solidFill>
            <a:srgbClr val="FBD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8" name="object 338" descr=""/>
          <p:cNvSpPr/>
          <p:nvPr/>
        </p:nvSpPr>
        <p:spPr>
          <a:xfrm>
            <a:off x="1232705" y="6329158"/>
            <a:ext cx="137795" cy="74295"/>
          </a:xfrm>
          <a:custGeom>
            <a:avLst/>
            <a:gdLst/>
            <a:ahLst/>
            <a:cxnLst/>
            <a:rect l="l" t="t" r="r" b="b"/>
            <a:pathLst>
              <a:path w="137794" h="74295">
                <a:moveTo>
                  <a:pt x="137315" y="0"/>
                </a:moveTo>
                <a:lnTo>
                  <a:pt x="0" y="0"/>
                </a:lnTo>
                <a:lnTo>
                  <a:pt x="0" y="73840"/>
                </a:lnTo>
                <a:lnTo>
                  <a:pt x="137315" y="73840"/>
                </a:lnTo>
                <a:lnTo>
                  <a:pt x="137315" y="0"/>
                </a:lnTo>
                <a:close/>
              </a:path>
            </a:pathLst>
          </a:custGeom>
          <a:solidFill>
            <a:srgbClr val="FBD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9" name="object 339" descr=""/>
          <p:cNvSpPr/>
          <p:nvPr/>
        </p:nvSpPr>
        <p:spPr>
          <a:xfrm>
            <a:off x="999571" y="6376528"/>
            <a:ext cx="75565" cy="79375"/>
          </a:xfrm>
          <a:custGeom>
            <a:avLst/>
            <a:gdLst/>
            <a:ahLst/>
            <a:cxnLst/>
            <a:rect l="l" t="t" r="r" b="b"/>
            <a:pathLst>
              <a:path w="75565" h="79375">
                <a:moveTo>
                  <a:pt x="75180" y="0"/>
                </a:moveTo>
                <a:lnTo>
                  <a:pt x="0" y="0"/>
                </a:lnTo>
                <a:lnTo>
                  <a:pt x="0" y="78940"/>
                </a:lnTo>
                <a:lnTo>
                  <a:pt x="75180" y="78940"/>
                </a:lnTo>
                <a:lnTo>
                  <a:pt x="75180" y="0"/>
                </a:lnTo>
                <a:close/>
              </a:path>
            </a:pathLst>
          </a:custGeom>
          <a:solidFill>
            <a:srgbClr val="FBD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0" name="object 340" descr=""/>
          <p:cNvSpPr/>
          <p:nvPr/>
        </p:nvSpPr>
        <p:spPr>
          <a:xfrm>
            <a:off x="2447398" y="6449554"/>
            <a:ext cx="131445" cy="24765"/>
          </a:xfrm>
          <a:custGeom>
            <a:avLst/>
            <a:gdLst/>
            <a:ahLst/>
            <a:cxnLst/>
            <a:rect l="l" t="t" r="r" b="b"/>
            <a:pathLst>
              <a:path w="131444" h="24764">
                <a:moveTo>
                  <a:pt x="107416" y="0"/>
                </a:moveTo>
                <a:lnTo>
                  <a:pt x="66347" y="795"/>
                </a:lnTo>
                <a:lnTo>
                  <a:pt x="3874" y="3812"/>
                </a:lnTo>
                <a:lnTo>
                  <a:pt x="0" y="10094"/>
                </a:lnTo>
                <a:lnTo>
                  <a:pt x="596" y="17183"/>
                </a:lnTo>
                <a:lnTo>
                  <a:pt x="3423" y="24701"/>
                </a:lnTo>
                <a:lnTo>
                  <a:pt x="131315" y="24701"/>
                </a:lnTo>
                <a:lnTo>
                  <a:pt x="131085" y="8387"/>
                </a:lnTo>
                <a:lnTo>
                  <a:pt x="127493" y="2325"/>
                </a:lnTo>
                <a:lnTo>
                  <a:pt x="107416" y="0"/>
                </a:lnTo>
                <a:close/>
              </a:path>
            </a:pathLst>
          </a:custGeom>
          <a:solidFill>
            <a:srgbClr val="754B2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1" name="object 341" descr=""/>
          <p:cNvSpPr/>
          <p:nvPr/>
        </p:nvSpPr>
        <p:spPr>
          <a:xfrm>
            <a:off x="1011259" y="6407528"/>
            <a:ext cx="67310" cy="60960"/>
          </a:xfrm>
          <a:custGeom>
            <a:avLst/>
            <a:gdLst/>
            <a:ahLst/>
            <a:cxnLst/>
            <a:rect l="l" t="t" r="r" b="b"/>
            <a:pathLst>
              <a:path w="67309" h="60960">
                <a:moveTo>
                  <a:pt x="19947" y="0"/>
                </a:moveTo>
                <a:lnTo>
                  <a:pt x="0" y="10491"/>
                </a:lnTo>
                <a:lnTo>
                  <a:pt x="6339" y="19402"/>
                </a:lnTo>
                <a:lnTo>
                  <a:pt x="21008" y="36505"/>
                </a:lnTo>
                <a:lnTo>
                  <a:pt x="37481" y="53127"/>
                </a:lnTo>
                <a:lnTo>
                  <a:pt x="49234" y="60595"/>
                </a:lnTo>
                <a:lnTo>
                  <a:pt x="58846" y="60595"/>
                </a:lnTo>
                <a:lnTo>
                  <a:pt x="67055" y="52385"/>
                </a:lnTo>
                <a:lnTo>
                  <a:pt x="19947" y="0"/>
                </a:lnTo>
                <a:close/>
              </a:path>
            </a:pathLst>
          </a:custGeom>
          <a:solidFill>
            <a:srgbClr val="DFBA77">
              <a:alpha val="61997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42" name="object 342" descr=""/>
          <p:cNvSpPr/>
          <p:nvPr/>
        </p:nvSpPr>
        <p:spPr>
          <a:xfrm>
            <a:off x="1341725" y="6407528"/>
            <a:ext cx="67310" cy="60960"/>
          </a:xfrm>
          <a:custGeom>
            <a:avLst/>
            <a:gdLst/>
            <a:ahLst/>
            <a:cxnLst/>
            <a:rect l="l" t="t" r="r" b="b"/>
            <a:pathLst>
              <a:path w="67309" h="60960">
                <a:moveTo>
                  <a:pt x="19947" y="0"/>
                </a:moveTo>
                <a:lnTo>
                  <a:pt x="0" y="10491"/>
                </a:lnTo>
                <a:lnTo>
                  <a:pt x="6339" y="19402"/>
                </a:lnTo>
                <a:lnTo>
                  <a:pt x="21008" y="36505"/>
                </a:lnTo>
                <a:lnTo>
                  <a:pt x="37481" y="53127"/>
                </a:lnTo>
                <a:lnTo>
                  <a:pt x="49234" y="60595"/>
                </a:lnTo>
                <a:lnTo>
                  <a:pt x="58846" y="60595"/>
                </a:lnTo>
                <a:lnTo>
                  <a:pt x="67055" y="52385"/>
                </a:lnTo>
                <a:lnTo>
                  <a:pt x="19947" y="0"/>
                </a:lnTo>
                <a:close/>
              </a:path>
            </a:pathLst>
          </a:custGeom>
          <a:solidFill>
            <a:srgbClr val="DFBA77">
              <a:alpha val="61997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43" name="object 343" descr=""/>
          <p:cNvSpPr/>
          <p:nvPr/>
        </p:nvSpPr>
        <p:spPr>
          <a:xfrm>
            <a:off x="907135" y="6405921"/>
            <a:ext cx="128270" cy="24765"/>
          </a:xfrm>
          <a:custGeom>
            <a:avLst/>
            <a:gdLst/>
            <a:ahLst/>
            <a:cxnLst/>
            <a:rect l="l" t="t" r="r" b="b"/>
            <a:pathLst>
              <a:path w="128269" h="24764">
                <a:moveTo>
                  <a:pt x="103992" y="0"/>
                </a:moveTo>
                <a:lnTo>
                  <a:pt x="62923" y="2375"/>
                </a:lnTo>
                <a:lnTo>
                  <a:pt x="450" y="7690"/>
                </a:lnTo>
                <a:lnTo>
                  <a:pt x="0" y="24287"/>
                </a:lnTo>
                <a:lnTo>
                  <a:pt x="124949" y="24287"/>
                </a:lnTo>
                <a:lnTo>
                  <a:pt x="127839" y="21187"/>
                </a:lnTo>
                <a:lnTo>
                  <a:pt x="127116" y="12224"/>
                </a:lnTo>
                <a:lnTo>
                  <a:pt x="126163" y="5125"/>
                </a:lnTo>
                <a:lnTo>
                  <a:pt x="124069" y="1607"/>
                </a:lnTo>
                <a:lnTo>
                  <a:pt x="103992" y="0"/>
                </a:lnTo>
                <a:close/>
              </a:path>
            </a:pathLst>
          </a:custGeom>
          <a:solidFill>
            <a:srgbClr val="754B2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4" name="object 344" descr=""/>
          <p:cNvSpPr/>
          <p:nvPr/>
        </p:nvSpPr>
        <p:spPr>
          <a:xfrm>
            <a:off x="1242129" y="6405921"/>
            <a:ext cx="128270" cy="24765"/>
          </a:xfrm>
          <a:custGeom>
            <a:avLst/>
            <a:gdLst/>
            <a:ahLst/>
            <a:cxnLst/>
            <a:rect l="l" t="t" r="r" b="b"/>
            <a:pathLst>
              <a:path w="128269" h="24764">
                <a:moveTo>
                  <a:pt x="103992" y="0"/>
                </a:moveTo>
                <a:lnTo>
                  <a:pt x="62923" y="2375"/>
                </a:lnTo>
                <a:lnTo>
                  <a:pt x="450" y="7690"/>
                </a:lnTo>
                <a:lnTo>
                  <a:pt x="0" y="24287"/>
                </a:lnTo>
                <a:lnTo>
                  <a:pt x="124425" y="24287"/>
                </a:lnTo>
                <a:lnTo>
                  <a:pt x="127828" y="20559"/>
                </a:lnTo>
                <a:lnTo>
                  <a:pt x="126949" y="11104"/>
                </a:lnTo>
                <a:lnTo>
                  <a:pt x="125996" y="4842"/>
                </a:lnTo>
                <a:lnTo>
                  <a:pt x="124069" y="1607"/>
                </a:lnTo>
                <a:lnTo>
                  <a:pt x="103992" y="0"/>
                </a:lnTo>
                <a:close/>
              </a:path>
            </a:pathLst>
          </a:custGeom>
          <a:solidFill>
            <a:srgbClr val="754B23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45" name="object 345" descr=""/>
          <p:cNvGrpSpPr/>
          <p:nvPr/>
        </p:nvGrpSpPr>
        <p:grpSpPr>
          <a:xfrm>
            <a:off x="1824007" y="6517692"/>
            <a:ext cx="744855" cy="671830"/>
            <a:chOff x="1824007" y="6517692"/>
            <a:chExt cx="744855" cy="671830"/>
          </a:xfrm>
        </p:grpSpPr>
        <p:sp>
          <p:nvSpPr>
            <p:cNvPr id="346" name="object 346" descr=""/>
            <p:cNvSpPr/>
            <p:nvPr/>
          </p:nvSpPr>
          <p:spPr>
            <a:xfrm>
              <a:off x="1824007" y="7060968"/>
              <a:ext cx="707390" cy="19685"/>
            </a:xfrm>
            <a:custGeom>
              <a:avLst/>
              <a:gdLst/>
              <a:ahLst/>
              <a:cxnLst/>
              <a:rect l="l" t="t" r="r" b="b"/>
              <a:pathLst>
                <a:path w="707389" h="19684">
                  <a:moveTo>
                    <a:pt x="706795" y="0"/>
                  </a:moveTo>
                  <a:lnTo>
                    <a:pt x="0" y="0"/>
                  </a:lnTo>
                  <a:lnTo>
                    <a:pt x="0" y="19611"/>
                  </a:lnTo>
                  <a:lnTo>
                    <a:pt x="706795" y="19611"/>
                  </a:lnTo>
                  <a:lnTo>
                    <a:pt x="706795" y="0"/>
                  </a:lnTo>
                  <a:close/>
                </a:path>
              </a:pathLst>
            </a:custGeom>
            <a:solidFill>
              <a:srgbClr val="80532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 descr=""/>
            <p:cNvSpPr/>
            <p:nvPr/>
          </p:nvSpPr>
          <p:spPr>
            <a:xfrm>
              <a:off x="1975500" y="7060968"/>
              <a:ext cx="555625" cy="19685"/>
            </a:xfrm>
            <a:custGeom>
              <a:avLst/>
              <a:gdLst/>
              <a:ahLst/>
              <a:cxnLst/>
              <a:rect l="l" t="t" r="r" b="b"/>
              <a:pathLst>
                <a:path w="555625" h="19684">
                  <a:moveTo>
                    <a:pt x="555302" y="0"/>
                  </a:moveTo>
                  <a:lnTo>
                    <a:pt x="0" y="0"/>
                  </a:lnTo>
                  <a:lnTo>
                    <a:pt x="0" y="19611"/>
                  </a:lnTo>
                  <a:lnTo>
                    <a:pt x="555302" y="19611"/>
                  </a:lnTo>
                  <a:lnTo>
                    <a:pt x="555302" y="0"/>
                  </a:lnTo>
                  <a:close/>
                </a:path>
              </a:pathLst>
            </a:custGeom>
            <a:solidFill>
              <a:srgbClr val="5638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 descr=""/>
            <p:cNvSpPr/>
            <p:nvPr/>
          </p:nvSpPr>
          <p:spPr>
            <a:xfrm>
              <a:off x="2168642" y="6579599"/>
              <a:ext cx="104139" cy="591185"/>
            </a:xfrm>
            <a:custGeom>
              <a:avLst/>
              <a:gdLst/>
              <a:ahLst/>
              <a:cxnLst/>
              <a:rect l="l" t="t" r="r" b="b"/>
              <a:pathLst>
                <a:path w="104139" h="591184">
                  <a:moveTo>
                    <a:pt x="104122" y="0"/>
                  </a:moveTo>
                  <a:lnTo>
                    <a:pt x="0" y="590568"/>
                  </a:lnTo>
                </a:path>
              </a:pathLst>
            </a:custGeom>
            <a:ln w="37831">
              <a:solidFill>
                <a:srgbClr val="5F381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 descr=""/>
            <p:cNvSpPr/>
            <p:nvPr/>
          </p:nvSpPr>
          <p:spPr>
            <a:xfrm>
              <a:off x="2437244" y="6579599"/>
              <a:ext cx="93980" cy="591185"/>
            </a:xfrm>
            <a:custGeom>
              <a:avLst/>
              <a:gdLst/>
              <a:ahLst/>
              <a:cxnLst/>
              <a:rect l="l" t="t" r="r" b="b"/>
              <a:pathLst>
                <a:path w="93980" h="591184">
                  <a:moveTo>
                    <a:pt x="93557" y="0"/>
                  </a:moveTo>
                  <a:lnTo>
                    <a:pt x="0" y="590568"/>
                  </a:lnTo>
                </a:path>
              </a:pathLst>
            </a:custGeom>
            <a:ln w="37831">
              <a:solidFill>
                <a:srgbClr val="5F381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 descr=""/>
            <p:cNvSpPr/>
            <p:nvPr/>
          </p:nvSpPr>
          <p:spPr>
            <a:xfrm>
              <a:off x="2106015" y="6517697"/>
              <a:ext cx="462915" cy="103505"/>
            </a:xfrm>
            <a:custGeom>
              <a:avLst/>
              <a:gdLst/>
              <a:ahLst/>
              <a:cxnLst/>
              <a:rect l="l" t="t" r="r" b="b"/>
              <a:pathLst>
                <a:path w="462914" h="103504">
                  <a:moveTo>
                    <a:pt x="460984" y="65570"/>
                  </a:moveTo>
                  <a:lnTo>
                    <a:pt x="160274" y="65570"/>
                  </a:lnTo>
                  <a:lnTo>
                    <a:pt x="160274" y="99745"/>
                  </a:lnTo>
                  <a:lnTo>
                    <a:pt x="208140" y="102247"/>
                  </a:lnTo>
                  <a:lnTo>
                    <a:pt x="257454" y="103416"/>
                  </a:lnTo>
                  <a:lnTo>
                    <a:pt x="307809" y="103301"/>
                  </a:lnTo>
                  <a:lnTo>
                    <a:pt x="358800" y="101981"/>
                  </a:lnTo>
                  <a:lnTo>
                    <a:pt x="409994" y="99504"/>
                  </a:lnTo>
                  <a:lnTo>
                    <a:pt x="460984" y="95948"/>
                  </a:lnTo>
                  <a:lnTo>
                    <a:pt x="460984" y="65570"/>
                  </a:lnTo>
                  <a:close/>
                </a:path>
                <a:path w="462914" h="103504">
                  <a:moveTo>
                    <a:pt x="462495" y="61899"/>
                  </a:moveTo>
                  <a:lnTo>
                    <a:pt x="416852" y="50266"/>
                  </a:lnTo>
                  <a:lnTo>
                    <a:pt x="376682" y="36969"/>
                  </a:lnTo>
                  <a:lnTo>
                    <a:pt x="343966" y="21437"/>
                  </a:lnTo>
                  <a:lnTo>
                    <a:pt x="320662" y="3060"/>
                  </a:lnTo>
                  <a:lnTo>
                    <a:pt x="0" y="0"/>
                  </a:lnTo>
                  <a:lnTo>
                    <a:pt x="43827" y="22834"/>
                  </a:lnTo>
                  <a:lnTo>
                    <a:pt x="86106" y="42608"/>
                  </a:lnTo>
                  <a:lnTo>
                    <a:pt x="125691" y="56972"/>
                  </a:lnTo>
                  <a:lnTo>
                    <a:pt x="161391" y="63588"/>
                  </a:lnTo>
                  <a:lnTo>
                    <a:pt x="462495" y="61899"/>
                  </a:lnTo>
                  <a:close/>
                </a:path>
              </a:pathLst>
            </a:custGeom>
            <a:solidFill>
              <a:srgbClr val="1F2E49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1" name="object 351" descr=""/>
          <p:cNvGrpSpPr/>
          <p:nvPr/>
        </p:nvGrpSpPr>
        <p:grpSpPr>
          <a:xfrm>
            <a:off x="971080" y="6252155"/>
            <a:ext cx="574675" cy="918210"/>
            <a:chOff x="971080" y="6252155"/>
            <a:chExt cx="574675" cy="918210"/>
          </a:xfrm>
        </p:grpSpPr>
        <p:sp>
          <p:nvSpPr>
            <p:cNvPr id="352" name="object 352" descr=""/>
            <p:cNvSpPr/>
            <p:nvPr/>
          </p:nvSpPr>
          <p:spPr>
            <a:xfrm>
              <a:off x="1415674" y="6252155"/>
              <a:ext cx="128270" cy="918210"/>
            </a:xfrm>
            <a:custGeom>
              <a:avLst/>
              <a:gdLst/>
              <a:ahLst/>
              <a:cxnLst/>
              <a:rect l="l" t="t" r="r" b="b"/>
              <a:pathLst>
                <a:path w="128269" h="918209">
                  <a:moveTo>
                    <a:pt x="128257" y="0"/>
                  </a:moveTo>
                  <a:lnTo>
                    <a:pt x="0" y="0"/>
                  </a:lnTo>
                  <a:lnTo>
                    <a:pt x="0" y="918013"/>
                  </a:lnTo>
                  <a:lnTo>
                    <a:pt x="128257" y="918013"/>
                  </a:lnTo>
                  <a:lnTo>
                    <a:pt x="128257" y="0"/>
                  </a:lnTo>
                  <a:close/>
                </a:path>
              </a:pathLst>
            </a:custGeom>
            <a:solidFill>
              <a:srgbClr val="C8A8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 descr=""/>
            <p:cNvSpPr/>
            <p:nvPr/>
          </p:nvSpPr>
          <p:spPr>
            <a:xfrm>
              <a:off x="971080" y="7060968"/>
              <a:ext cx="445134" cy="19685"/>
            </a:xfrm>
            <a:custGeom>
              <a:avLst/>
              <a:gdLst/>
              <a:ahLst/>
              <a:cxnLst/>
              <a:rect l="l" t="t" r="r" b="b"/>
              <a:pathLst>
                <a:path w="445134" h="19684">
                  <a:moveTo>
                    <a:pt x="444583" y="0"/>
                  </a:moveTo>
                  <a:lnTo>
                    <a:pt x="0" y="0"/>
                  </a:lnTo>
                  <a:lnTo>
                    <a:pt x="0" y="19611"/>
                  </a:lnTo>
                  <a:lnTo>
                    <a:pt x="444583" y="19611"/>
                  </a:lnTo>
                  <a:lnTo>
                    <a:pt x="444583" y="0"/>
                  </a:lnTo>
                  <a:close/>
                </a:path>
              </a:pathLst>
            </a:custGeom>
            <a:solidFill>
              <a:srgbClr val="80532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 descr=""/>
            <p:cNvSpPr/>
            <p:nvPr/>
          </p:nvSpPr>
          <p:spPr>
            <a:xfrm>
              <a:off x="1415663" y="7060968"/>
              <a:ext cx="130175" cy="19685"/>
            </a:xfrm>
            <a:custGeom>
              <a:avLst/>
              <a:gdLst/>
              <a:ahLst/>
              <a:cxnLst/>
              <a:rect l="l" t="t" r="r" b="b"/>
              <a:pathLst>
                <a:path w="130175" h="19684">
                  <a:moveTo>
                    <a:pt x="129776" y="0"/>
                  </a:moveTo>
                  <a:lnTo>
                    <a:pt x="0" y="0"/>
                  </a:lnTo>
                  <a:lnTo>
                    <a:pt x="0" y="19611"/>
                  </a:lnTo>
                  <a:lnTo>
                    <a:pt x="129776" y="19611"/>
                  </a:lnTo>
                  <a:lnTo>
                    <a:pt x="129776" y="0"/>
                  </a:lnTo>
                  <a:close/>
                </a:path>
              </a:pathLst>
            </a:custGeom>
            <a:solidFill>
              <a:srgbClr val="62411F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355" name="object 355" descr=""/>
          <p:cNvPicPr/>
          <p:nvPr/>
        </p:nvPicPr>
        <p:blipFill>
          <a:blip r:embed="rId29" cstate="print"/>
          <a:stretch>
            <a:fillRect/>
          </a:stretch>
        </p:blipFill>
        <p:spPr>
          <a:xfrm>
            <a:off x="2559259" y="6975295"/>
            <a:ext cx="186078" cy="199878"/>
          </a:xfrm>
          <a:prstGeom prst="rect">
            <a:avLst/>
          </a:prstGeom>
        </p:spPr>
      </p:pic>
      <p:grpSp>
        <p:nvGrpSpPr>
          <p:cNvPr id="356" name="object 356" descr=""/>
          <p:cNvGrpSpPr/>
          <p:nvPr/>
        </p:nvGrpSpPr>
        <p:grpSpPr>
          <a:xfrm>
            <a:off x="6299106" y="6195570"/>
            <a:ext cx="248920" cy="57150"/>
            <a:chOff x="6299106" y="6195570"/>
            <a:chExt cx="248920" cy="57150"/>
          </a:xfrm>
        </p:grpSpPr>
        <p:sp>
          <p:nvSpPr>
            <p:cNvPr id="357" name="object 357" descr=""/>
            <p:cNvSpPr/>
            <p:nvPr/>
          </p:nvSpPr>
          <p:spPr>
            <a:xfrm>
              <a:off x="6299117" y="6195570"/>
              <a:ext cx="248920" cy="57150"/>
            </a:xfrm>
            <a:custGeom>
              <a:avLst/>
              <a:gdLst/>
              <a:ahLst/>
              <a:cxnLst/>
              <a:rect l="l" t="t" r="r" b="b"/>
              <a:pathLst>
                <a:path w="248920" h="57150">
                  <a:moveTo>
                    <a:pt x="0" y="56584"/>
                  </a:moveTo>
                  <a:lnTo>
                    <a:pt x="248599" y="56584"/>
                  </a:lnTo>
                  <a:lnTo>
                    <a:pt x="248599" y="0"/>
                  </a:lnTo>
                  <a:lnTo>
                    <a:pt x="0" y="0"/>
                  </a:lnTo>
                  <a:lnTo>
                    <a:pt x="0" y="56584"/>
                  </a:lnTo>
                  <a:close/>
                </a:path>
              </a:pathLst>
            </a:custGeom>
            <a:solidFill>
              <a:srgbClr val="6944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 descr=""/>
            <p:cNvSpPr/>
            <p:nvPr/>
          </p:nvSpPr>
          <p:spPr>
            <a:xfrm>
              <a:off x="6299106" y="6195570"/>
              <a:ext cx="50800" cy="57150"/>
            </a:xfrm>
            <a:custGeom>
              <a:avLst/>
              <a:gdLst/>
              <a:ahLst/>
              <a:cxnLst/>
              <a:rect l="l" t="t" r="r" b="b"/>
              <a:pathLst>
                <a:path w="50800" h="57150">
                  <a:moveTo>
                    <a:pt x="0" y="56584"/>
                  </a:moveTo>
                  <a:lnTo>
                    <a:pt x="50553" y="56584"/>
                  </a:lnTo>
                  <a:lnTo>
                    <a:pt x="50553" y="0"/>
                  </a:lnTo>
                  <a:lnTo>
                    <a:pt x="0" y="0"/>
                  </a:lnTo>
                  <a:lnTo>
                    <a:pt x="0" y="56584"/>
                  </a:lnTo>
                  <a:close/>
                </a:path>
              </a:pathLst>
            </a:custGeom>
            <a:solidFill>
              <a:srgbClr val="754B23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9" name="object 359" descr=""/>
          <p:cNvGrpSpPr/>
          <p:nvPr/>
        </p:nvGrpSpPr>
        <p:grpSpPr>
          <a:xfrm>
            <a:off x="7182995" y="6195570"/>
            <a:ext cx="539750" cy="974725"/>
            <a:chOff x="7182995" y="6195570"/>
            <a:chExt cx="539750" cy="974725"/>
          </a:xfrm>
        </p:grpSpPr>
        <p:sp>
          <p:nvSpPr>
            <p:cNvPr id="360" name="object 360" descr=""/>
            <p:cNvSpPr/>
            <p:nvPr/>
          </p:nvSpPr>
          <p:spPr>
            <a:xfrm>
              <a:off x="7344844" y="6195570"/>
              <a:ext cx="248920" cy="57150"/>
            </a:xfrm>
            <a:custGeom>
              <a:avLst/>
              <a:gdLst/>
              <a:ahLst/>
              <a:cxnLst/>
              <a:rect l="l" t="t" r="r" b="b"/>
              <a:pathLst>
                <a:path w="248920" h="57150">
                  <a:moveTo>
                    <a:pt x="0" y="56584"/>
                  </a:moveTo>
                  <a:lnTo>
                    <a:pt x="248599" y="56584"/>
                  </a:lnTo>
                  <a:lnTo>
                    <a:pt x="248599" y="0"/>
                  </a:lnTo>
                  <a:lnTo>
                    <a:pt x="0" y="0"/>
                  </a:lnTo>
                  <a:lnTo>
                    <a:pt x="0" y="56584"/>
                  </a:lnTo>
                  <a:close/>
                </a:path>
              </a:pathLst>
            </a:custGeom>
            <a:solidFill>
              <a:srgbClr val="754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 descr=""/>
            <p:cNvSpPr/>
            <p:nvPr/>
          </p:nvSpPr>
          <p:spPr>
            <a:xfrm>
              <a:off x="7182995" y="6252155"/>
              <a:ext cx="539750" cy="918210"/>
            </a:xfrm>
            <a:custGeom>
              <a:avLst/>
              <a:gdLst/>
              <a:ahLst/>
              <a:cxnLst/>
              <a:rect l="l" t="t" r="r" b="b"/>
              <a:pathLst>
                <a:path w="539750" h="918209">
                  <a:moveTo>
                    <a:pt x="0" y="918013"/>
                  </a:moveTo>
                  <a:lnTo>
                    <a:pt x="539323" y="918013"/>
                  </a:lnTo>
                  <a:lnTo>
                    <a:pt x="539323" y="0"/>
                  </a:lnTo>
                  <a:lnTo>
                    <a:pt x="0" y="0"/>
                  </a:lnTo>
                  <a:lnTo>
                    <a:pt x="0" y="918013"/>
                  </a:lnTo>
                  <a:close/>
                </a:path>
              </a:pathLst>
            </a:custGeom>
            <a:solidFill>
              <a:srgbClr val="DFBA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 descr=""/>
            <p:cNvSpPr/>
            <p:nvPr/>
          </p:nvSpPr>
          <p:spPr>
            <a:xfrm>
              <a:off x="7389484" y="6902046"/>
              <a:ext cx="331470" cy="267970"/>
            </a:xfrm>
            <a:custGeom>
              <a:avLst/>
              <a:gdLst/>
              <a:ahLst/>
              <a:cxnLst/>
              <a:rect l="l" t="t" r="r" b="b"/>
              <a:pathLst>
                <a:path w="331470" h="267970">
                  <a:moveTo>
                    <a:pt x="207000" y="0"/>
                  </a:moveTo>
                  <a:lnTo>
                    <a:pt x="152393" y="2694"/>
                  </a:lnTo>
                  <a:lnTo>
                    <a:pt x="113615" y="10457"/>
                  </a:lnTo>
                  <a:lnTo>
                    <a:pt x="98866" y="25273"/>
                  </a:lnTo>
                  <a:lnTo>
                    <a:pt x="96316" y="57527"/>
                  </a:lnTo>
                  <a:lnTo>
                    <a:pt x="87958" y="83750"/>
                  </a:lnTo>
                  <a:lnTo>
                    <a:pt x="72723" y="101370"/>
                  </a:lnTo>
                  <a:lnTo>
                    <a:pt x="49548" y="107815"/>
                  </a:lnTo>
                  <a:lnTo>
                    <a:pt x="30139" y="125380"/>
                  </a:lnTo>
                  <a:lnTo>
                    <a:pt x="14262" y="167972"/>
                  </a:lnTo>
                  <a:lnTo>
                    <a:pt x="3641" y="220432"/>
                  </a:lnTo>
                  <a:lnTo>
                    <a:pt x="0" y="267600"/>
                  </a:lnTo>
                  <a:lnTo>
                    <a:pt x="330890" y="267600"/>
                  </a:lnTo>
                  <a:lnTo>
                    <a:pt x="330890" y="1870"/>
                  </a:lnTo>
                  <a:lnTo>
                    <a:pt x="269233" y="387"/>
                  </a:lnTo>
                  <a:lnTo>
                    <a:pt x="207000" y="0"/>
                  </a:lnTo>
                  <a:close/>
                </a:path>
              </a:pathLst>
            </a:custGeom>
            <a:solidFill>
              <a:srgbClr val="D3B0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 descr=""/>
            <p:cNvSpPr/>
            <p:nvPr/>
          </p:nvSpPr>
          <p:spPr>
            <a:xfrm>
              <a:off x="7312761" y="6500378"/>
              <a:ext cx="320040" cy="20955"/>
            </a:xfrm>
            <a:custGeom>
              <a:avLst/>
              <a:gdLst/>
              <a:ahLst/>
              <a:cxnLst/>
              <a:rect l="l" t="t" r="r" b="b"/>
              <a:pathLst>
                <a:path w="320040" h="20954">
                  <a:moveTo>
                    <a:pt x="319906" y="0"/>
                  </a:moveTo>
                  <a:lnTo>
                    <a:pt x="0" y="0"/>
                  </a:lnTo>
                  <a:lnTo>
                    <a:pt x="0" y="20365"/>
                  </a:lnTo>
                  <a:lnTo>
                    <a:pt x="319906" y="20365"/>
                  </a:lnTo>
                  <a:lnTo>
                    <a:pt x="319906" y="0"/>
                  </a:lnTo>
                  <a:close/>
                </a:path>
              </a:pathLst>
            </a:custGeom>
            <a:solidFill>
              <a:srgbClr val="62411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64" name="object 364" descr=""/>
          <p:cNvSpPr/>
          <p:nvPr/>
        </p:nvSpPr>
        <p:spPr>
          <a:xfrm>
            <a:off x="6201884" y="6252155"/>
            <a:ext cx="420370" cy="918210"/>
          </a:xfrm>
          <a:custGeom>
            <a:avLst/>
            <a:gdLst/>
            <a:ahLst/>
            <a:cxnLst/>
            <a:rect l="l" t="t" r="r" b="b"/>
            <a:pathLst>
              <a:path w="420370" h="918209">
                <a:moveTo>
                  <a:pt x="0" y="918013"/>
                </a:moveTo>
                <a:lnTo>
                  <a:pt x="419777" y="918013"/>
                </a:lnTo>
                <a:lnTo>
                  <a:pt x="419777" y="0"/>
                </a:lnTo>
                <a:lnTo>
                  <a:pt x="0" y="0"/>
                </a:lnTo>
                <a:lnTo>
                  <a:pt x="0" y="918013"/>
                </a:lnTo>
                <a:close/>
              </a:path>
            </a:pathLst>
          </a:custGeom>
          <a:solidFill>
            <a:srgbClr val="EFC77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65" name="object 365" descr=""/>
          <p:cNvGrpSpPr/>
          <p:nvPr/>
        </p:nvGrpSpPr>
        <p:grpSpPr>
          <a:xfrm>
            <a:off x="6749919" y="6252155"/>
            <a:ext cx="433070" cy="918210"/>
            <a:chOff x="6749919" y="6252155"/>
            <a:chExt cx="433070" cy="918210"/>
          </a:xfrm>
        </p:grpSpPr>
        <p:sp>
          <p:nvSpPr>
            <p:cNvPr id="366" name="object 366" descr=""/>
            <p:cNvSpPr/>
            <p:nvPr/>
          </p:nvSpPr>
          <p:spPr>
            <a:xfrm>
              <a:off x="7032099" y="6252155"/>
              <a:ext cx="151130" cy="918210"/>
            </a:xfrm>
            <a:custGeom>
              <a:avLst/>
              <a:gdLst/>
              <a:ahLst/>
              <a:cxnLst/>
              <a:rect l="l" t="t" r="r" b="b"/>
              <a:pathLst>
                <a:path w="151129" h="918209">
                  <a:moveTo>
                    <a:pt x="0" y="918013"/>
                  </a:moveTo>
                  <a:lnTo>
                    <a:pt x="150895" y="918013"/>
                  </a:lnTo>
                  <a:lnTo>
                    <a:pt x="150895" y="0"/>
                  </a:lnTo>
                  <a:lnTo>
                    <a:pt x="0" y="0"/>
                  </a:lnTo>
                  <a:lnTo>
                    <a:pt x="0" y="918013"/>
                  </a:lnTo>
                  <a:close/>
                </a:path>
              </a:pathLst>
            </a:custGeom>
            <a:solidFill>
              <a:srgbClr val="EFC7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 descr=""/>
            <p:cNvSpPr/>
            <p:nvPr/>
          </p:nvSpPr>
          <p:spPr>
            <a:xfrm>
              <a:off x="6749919" y="6252155"/>
              <a:ext cx="282575" cy="918210"/>
            </a:xfrm>
            <a:custGeom>
              <a:avLst/>
              <a:gdLst/>
              <a:ahLst/>
              <a:cxnLst/>
              <a:rect l="l" t="t" r="r" b="b"/>
              <a:pathLst>
                <a:path w="282575" h="918209">
                  <a:moveTo>
                    <a:pt x="0" y="918013"/>
                  </a:moveTo>
                  <a:lnTo>
                    <a:pt x="282179" y="918013"/>
                  </a:lnTo>
                  <a:lnTo>
                    <a:pt x="282179" y="0"/>
                  </a:lnTo>
                  <a:lnTo>
                    <a:pt x="0" y="0"/>
                  </a:lnTo>
                  <a:lnTo>
                    <a:pt x="0" y="918013"/>
                  </a:lnTo>
                  <a:close/>
                </a:path>
              </a:pathLst>
            </a:custGeom>
            <a:solidFill>
              <a:srgbClr val="DFBA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 descr=""/>
            <p:cNvSpPr/>
            <p:nvPr/>
          </p:nvSpPr>
          <p:spPr>
            <a:xfrm>
              <a:off x="6806734" y="6696497"/>
              <a:ext cx="211454" cy="410845"/>
            </a:xfrm>
            <a:custGeom>
              <a:avLst/>
              <a:gdLst/>
              <a:ahLst/>
              <a:cxnLst/>
              <a:rect l="l" t="t" r="r" b="b"/>
              <a:pathLst>
                <a:path w="211454" h="410845">
                  <a:moveTo>
                    <a:pt x="211428" y="0"/>
                  </a:moveTo>
                  <a:lnTo>
                    <a:pt x="0" y="0"/>
                  </a:lnTo>
                  <a:lnTo>
                    <a:pt x="0" y="410437"/>
                  </a:lnTo>
                  <a:lnTo>
                    <a:pt x="211428" y="410437"/>
                  </a:lnTo>
                  <a:lnTo>
                    <a:pt x="211428" y="0"/>
                  </a:lnTo>
                  <a:close/>
                </a:path>
              </a:pathLst>
            </a:custGeom>
            <a:solidFill>
              <a:srgbClr val="754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 descr=""/>
            <p:cNvSpPr/>
            <p:nvPr/>
          </p:nvSpPr>
          <p:spPr>
            <a:xfrm>
              <a:off x="6832536" y="6712273"/>
              <a:ext cx="170815" cy="379095"/>
            </a:xfrm>
            <a:custGeom>
              <a:avLst/>
              <a:gdLst/>
              <a:ahLst/>
              <a:cxnLst/>
              <a:rect l="l" t="t" r="r" b="b"/>
              <a:pathLst>
                <a:path w="170815" h="379095">
                  <a:moveTo>
                    <a:pt x="21767" y="0"/>
                  </a:moveTo>
                  <a:lnTo>
                    <a:pt x="0" y="0"/>
                  </a:lnTo>
                  <a:lnTo>
                    <a:pt x="0" y="378904"/>
                  </a:lnTo>
                  <a:lnTo>
                    <a:pt x="21767" y="378904"/>
                  </a:lnTo>
                  <a:lnTo>
                    <a:pt x="21767" y="0"/>
                  </a:lnTo>
                  <a:close/>
                </a:path>
                <a:path w="170815" h="379095">
                  <a:moveTo>
                    <a:pt x="71272" y="0"/>
                  </a:moveTo>
                  <a:lnTo>
                    <a:pt x="49504" y="0"/>
                  </a:lnTo>
                  <a:lnTo>
                    <a:pt x="49504" y="378904"/>
                  </a:lnTo>
                  <a:lnTo>
                    <a:pt x="71272" y="378904"/>
                  </a:lnTo>
                  <a:lnTo>
                    <a:pt x="71272" y="0"/>
                  </a:lnTo>
                  <a:close/>
                </a:path>
                <a:path w="170815" h="379095">
                  <a:moveTo>
                    <a:pt x="120789" y="0"/>
                  </a:moveTo>
                  <a:lnTo>
                    <a:pt x="99021" y="0"/>
                  </a:lnTo>
                  <a:lnTo>
                    <a:pt x="99021" y="378904"/>
                  </a:lnTo>
                  <a:lnTo>
                    <a:pt x="120789" y="378904"/>
                  </a:lnTo>
                  <a:lnTo>
                    <a:pt x="120789" y="0"/>
                  </a:lnTo>
                  <a:close/>
                </a:path>
                <a:path w="170815" h="379095">
                  <a:moveTo>
                    <a:pt x="170294" y="0"/>
                  </a:moveTo>
                  <a:lnTo>
                    <a:pt x="148526" y="0"/>
                  </a:lnTo>
                  <a:lnTo>
                    <a:pt x="148526" y="378904"/>
                  </a:lnTo>
                  <a:lnTo>
                    <a:pt x="170294" y="378904"/>
                  </a:lnTo>
                  <a:lnTo>
                    <a:pt x="170294" y="0"/>
                  </a:lnTo>
                  <a:close/>
                </a:path>
              </a:pathLst>
            </a:custGeom>
            <a:solidFill>
              <a:srgbClr val="86562A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70" name="object 370" descr=""/>
          <p:cNvGrpSpPr/>
          <p:nvPr/>
        </p:nvGrpSpPr>
        <p:grpSpPr>
          <a:xfrm>
            <a:off x="6232344" y="6480012"/>
            <a:ext cx="379095" cy="351155"/>
            <a:chOff x="6232344" y="6480012"/>
            <a:chExt cx="379095" cy="351155"/>
          </a:xfrm>
        </p:grpSpPr>
        <p:pic>
          <p:nvPicPr>
            <p:cNvPr id="371" name="object 371" descr="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6295712" y="6651467"/>
              <a:ext cx="171272" cy="179188"/>
            </a:xfrm>
            <a:prstGeom prst="rect">
              <a:avLst/>
            </a:prstGeom>
          </p:spPr>
        </p:pic>
        <p:sp>
          <p:nvSpPr>
            <p:cNvPr id="372" name="object 372" descr=""/>
            <p:cNvSpPr/>
            <p:nvPr/>
          </p:nvSpPr>
          <p:spPr>
            <a:xfrm>
              <a:off x="6232344" y="6480012"/>
              <a:ext cx="379095" cy="284480"/>
            </a:xfrm>
            <a:custGeom>
              <a:avLst/>
              <a:gdLst/>
              <a:ahLst/>
              <a:cxnLst/>
              <a:rect l="l" t="t" r="r" b="b"/>
              <a:pathLst>
                <a:path w="379095" h="284479">
                  <a:moveTo>
                    <a:pt x="378752" y="0"/>
                  </a:moveTo>
                  <a:lnTo>
                    <a:pt x="0" y="0"/>
                  </a:lnTo>
                  <a:lnTo>
                    <a:pt x="0" y="283959"/>
                  </a:lnTo>
                  <a:lnTo>
                    <a:pt x="378752" y="283959"/>
                  </a:lnTo>
                  <a:lnTo>
                    <a:pt x="378752" y="0"/>
                  </a:lnTo>
                  <a:close/>
                </a:path>
              </a:pathLst>
            </a:custGeom>
            <a:solidFill>
              <a:srgbClr val="DFBA77">
                <a:alpha val="619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73" name="object 373" descr=""/>
          <p:cNvGrpSpPr/>
          <p:nvPr/>
        </p:nvGrpSpPr>
        <p:grpSpPr>
          <a:xfrm>
            <a:off x="7312764" y="6517694"/>
            <a:ext cx="297815" cy="309245"/>
            <a:chOff x="7312764" y="6517694"/>
            <a:chExt cx="297815" cy="309245"/>
          </a:xfrm>
        </p:grpSpPr>
        <p:sp>
          <p:nvSpPr>
            <p:cNvPr id="374" name="object 374" descr=""/>
            <p:cNvSpPr/>
            <p:nvPr/>
          </p:nvSpPr>
          <p:spPr>
            <a:xfrm>
              <a:off x="7343797" y="6645242"/>
              <a:ext cx="264160" cy="181610"/>
            </a:xfrm>
            <a:custGeom>
              <a:avLst/>
              <a:gdLst/>
              <a:ahLst/>
              <a:cxnLst/>
              <a:rect l="l" t="t" r="r" b="b"/>
              <a:pathLst>
                <a:path w="264159" h="181609">
                  <a:moveTo>
                    <a:pt x="263876" y="0"/>
                  </a:moveTo>
                  <a:lnTo>
                    <a:pt x="0" y="0"/>
                  </a:lnTo>
                  <a:lnTo>
                    <a:pt x="0" y="181449"/>
                  </a:lnTo>
                  <a:lnTo>
                    <a:pt x="263876" y="181449"/>
                  </a:lnTo>
                  <a:lnTo>
                    <a:pt x="263876" y="0"/>
                  </a:lnTo>
                  <a:close/>
                </a:path>
              </a:pathLst>
            </a:custGeom>
            <a:solidFill>
              <a:srgbClr val="EFC8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 descr=""/>
            <p:cNvSpPr/>
            <p:nvPr/>
          </p:nvSpPr>
          <p:spPr>
            <a:xfrm>
              <a:off x="7361817" y="6667116"/>
              <a:ext cx="227965" cy="147955"/>
            </a:xfrm>
            <a:custGeom>
              <a:avLst/>
              <a:gdLst/>
              <a:ahLst/>
              <a:cxnLst/>
              <a:rect l="l" t="t" r="r" b="b"/>
              <a:pathLst>
                <a:path w="227965" h="147954">
                  <a:moveTo>
                    <a:pt x="227846" y="0"/>
                  </a:moveTo>
                  <a:lnTo>
                    <a:pt x="0" y="0"/>
                  </a:lnTo>
                  <a:lnTo>
                    <a:pt x="0" y="147880"/>
                  </a:lnTo>
                  <a:lnTo>
                    <a:pt x="227846" y="147880"/>
                  </a:lnTo>
                  <a:lnTo>
                    <a:pt x="227846" y="0"/>
                  </a:lnTo>
                  <a:close/>
                </a:path>
              </a:pathLst>
            </a:custGeom>
            <a:solidFill>
              <a:srgbClr val="AC91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 descr=""/>
            <p:cNvSpPr/>
            <p:nvPr/>
          </p:nvSpPr>
          <p:spPr>
            <a:xfrm>
              <a:off x="7361806" y="6689754"/>
              <a:ext cx="190500" cy="113030"/>
            </a:xfrm>
            <a:custGeom>
              <a:avLst/>
              <a:gdLst/>
              <a:ahLst/>
              <a:cxnLst/>
              <a:rect l="l" t="t" r="r" b="b"/>
              <a:pathLst>
                <a:path w="190500" h="113029">
                  <a:moveTo>
                    <a:pt x="190318" y="0"/>
                  </a:moveTo>
                  <a:lnTo>
                    <a:pt x="0" y="0"/>
                  </a:lnTo>
                  <a:lnTo>
                    <a:pt x="0" y="112792"/>
                  </a:lnTo>
                  <a:lnTo>
                    <a:pt x="190318" y="112792"/>
                  </a:lnTo>
                  <a:lnTo>
                    <a:pt x="190318" y="0"/>
                  </a:lnTo>
                  <a:close/>
                </a:path>
              </a:pathLst>
            </a:custGeom>
            <a:solidFill>
              <a:srgbClr val="6241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 descr=""/>
            <p:cNvSpPr/>
            <p:nvPr/>
          </p:nvSpPr>
          <p:spPr>
            <a:xfrm>
              <a:off x="7312764" y="6517694"/>
              <a:ext cx="297815" cy="226060"/>
            </a:xfrm>
            <a:custGeom>
              <a:avLst/>
              <a:gdLst/>
              <a:ahLst/>
              <a:cxnLst/>
              <a:rect l="l" t="t" r="r" b="b"/>
              <a:pathLst>
                <a:path w="297815" h="226059">
                  <a:moveTo>
                    <a:pt x="0" y="0"/>
                  </a:moveTo>
                  <a:lnTo>
                    <a:pt x="0" y="226003"/>
                  </a:lnTo>
                  <a:lnTo>
                    <a:pt x="297760" y="225500"/>
                  </a:lnTo>
                  <a:lnTo>
                    <a:pt x="297760" y="30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BA77">
                <a:alpha val="619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78" name="object 378" descr=""/>
          <p:cNvSpPr/>
          <p:nvPr/>
        </p:nvSpPr>
        <p:spPr>
          <a:xfrm>
            <a:off x="6458310" y="6602233"/>
            <a:ext cx="118110" cy="99060"/>
          </a:xfrm>
          <a:custGeom>
            <a:avLst/>
            <a:gdLst/>
            <a:ahLst/>
            <a:cxnLst/>
            <a:rect l="l" t="t" r="r" b="b"/>
            <a:pathLst>
              <a:path w="118109" h="99059">
                <a:moveTo>
                  <a:pt x="0" y="0"/>
                </a:moveTo>
                <a:lnTo>
                  <a:pt x="117703" y="98457"/>
                </a:lnTo>
              </a:path>
            </a:pathLst>
          </a:custGeom>
          <a:ln w="37831">
            <a:solidFill>
              <a:srgbClr val="5F3813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79" name="object 379" descr=""/>
          <p:cNvGrpSpPr/>
          <p:nvPr/>
        </p:nvGrpSpPr>
        <p:grpSpPr>
          <a:xfrm>
            <a:off x="6104072" y="6474259"/>
            <a:ext cx="507365" cy="245745"/>
            <a:chOff x="6104072" y="6474259"/>
            <a:chExt cx="507365" cy="245745"/>
          </a:xfrm>
        </p:grpSpPr>
        <p:sp>
          <p:nvSpPr>
            <p:cNvPr id="380" name="object 380" descr=""/>
            <p:cNvSpPr/>
            <p:nvPr/>
          </p:nvSpPr>
          <p:spPr>
            <a:xfrm>
              <a:off x="6127842" y="6602233"/>
              <a:ext cx="118110" cy="99060"/>
            </a:xfrm>
            <a:custGeom>
              <a:avLst/>
              <a:gdLst/>
              <a:ahLst/>
              <a:cxnLst/>
              <a:rect l="l" t="t" r="r" b="b"/>
              <a:pathLst>
                <a:path w="118110" h="99059">
                  <a:moveTo>
                    <a:pt x="0" y="0"/>
                  </a:moveTo>
                  <a:lnTo>
                    <a:pt x="117703" y="98457"/>
                  </a:lnTo>
                </a:path>
              </a:pathLst>
            </a:custGeom>
            <a:ln w="37831">
              <a:solidFill>
                <a:srgbClr val="5F381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1" name="object 381" descr=""/>
            <p:cNvSpPr/>
            <p:nvPr/>
          </p:nvSpPr>
          <p:spPr>
            <a:xfrm>
              <a:off x="6104072" y="6474259"/>
              <a:ext cx="507365" cy="128270"/>
            </a:xfrm>
            <a:custGeom>
              <a:avLst/>
              <a:gdLst/>
              <a:ahLst/>
              <a:cxnLst/>
              <a:rect l="l" t="t" r="r" b="b"/>
              <a:pathLst>
                <a:path w="507364" h="128270">
                  <a:moveTo>
                    <a:pt x="507021" y="0"/>
                  </a:moveTo>
                  <a:lnTo>
                    <a:pt x="129786" y="0"/>
                  </a:lnTo>
                  <a:lnTo>
                    <a:pt x="101048" y="43227"/>
                  </a:lnTo>
                  <a:lnTo>
                    <a:pt x="69671" y="77995"/>
                  </a:lnTo>
                  <a:lnTo>
                    <a:pt x="35906" y="105714"/>
                  </a:lnTo>
                  <a:lnTo>
                    <a:pt x="0" y="127797"/>
                  </a:lnTo>
                  <a:lnTo>
                    <a:pt x="387056" y="127797"/>
                  </a:lnTo>
                  <a:lnTo>
                    <a:pt x="418701" y="108357"/>
                  </a:lnTo>
                  <a:lnTo>
                    <a:pt x="449147" y="79404"/>
                  </a:lnTo>
                  <a:lnTo>
                    <a:pt x="478539" y="42698"/>
                  </a:lnTo>
                  <a:lnTo>
                    <a:pt x="507021" y="0"/>
                  </a:lnTo>
                  <a:close/>
                </a:path>
              </a:pathLst>
            </a:custGeom>
            <a:solidFill>
              <a:srgbClr val="89183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82" name="object 382" descr="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6173112" y="6474259"/>
              <a:ext cx="387808" cy="127797"/>
            </a:xfrm>
            <a:prstGeom prst="rect">
              <a:avLst/>
            </a:prstGeom>
          </p:spPr>
        </p:pic>
        <p:sp>
          <p:nvSpPr>
            <p:cNvPr id="383" name="object 383" descr=""/>
            <p:cNvSpPr/>
            <p:nvPr/>
          </p:nvSpPr>
          <p:spPr>
            <a:xfrm>
              <a:off x="6104072" y="6602234"/>
              <a:ext cx="386715" cy="45720"/>
            </a:xfrm>
            <a:custGeom>
              <a:avLst/>
              <a:gdLst/>
              <a:ahLst/>
              <a:cxnLst/>
              <a:rect l="l" t="t" r="r" b="b"/>
              <a:pathLst>
                <a:path w="386714" h="45720">
                  <a:moveTo>
                    <a:pt x="386302" y="0"/>
                  </a:moveTo>
                  <a:lnTo>
                    <a:pt x="0" y="0"/>
                  </a:lnTo>
                  <a:lnTo>
                    <a:pt x="0" y="41496"/>
                  </a:lnTo>
                  <a:lnTo>
                    <a:pt x="37595" y="43435"/>
                  </a:lnTo>
                  <a:lnTo>
                    <a:pt x="79138" y="44658"/>
                  </a:lnTo>
                  <a:lnTo>
                    <a:pt x="124182" y="45247"/>
                  </a:lnTo>
                  <a:lnTo>
                    <a:pt x="172281" y="45281"/>
                  </a:lnTo>
                  <a:lnTo>
                    <a:pt x="222989" y="44842"/>
                  </a:lnTo>
                  <a:lnTo>
                    <a:pt x="275859" y="44011"/>
                  </a:lnTo>
                  <a:lnTo>
                    <a:pt x="386302" y="41496"/>
                  </a:lnTo>
                  <a:lnTo>
                    <a:pt x="386302" y="0"/>
                  </a:lnTo>
                  <a:close/>
                </a:path>
              </a:pathLst>
            </a:custGeom>
            <a:solidFill>
              <a:srgbClr val="820024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84" name="object 384" descr=""/>
          <p:cNvSpPr/>
          <p:nvPr/>
        </p:nvSpPr>
        <p:spPr>
          <a:xfrm>
            <a:off x="6257997" y="7060958"/>
            <a:ext cx="137795" cy="74295"/>
          </a:xfrm>
          <a:custGeom>
            <a:avLst/>
            <a:gdLst/>
            <a:ahLst/>
            <a:cxnLst/>
            <a:rect l="l" t="t" r="r" b="b"/>
            <a:pathLst>
              <a:path w="137795" h="74295">
                <a:moveTo>
                  <a:pt x="137315" y="0"/>
                </a:moveTo>
                <a:lnTo>
                  <a:pt x="0" y="0"/>
                </a:lnTo>
                <a:lnTo>
                  <a:pt x="0" y="73840"/>
                </a:lnTo>
                <a:lnTo>
                  <a:pt x="137315" y="73840"/>
                </a:lnTo>
                <a:lnTo>
                  <a:pt x="137315" y="0"/>
                </a:lnTo>
                <a:close/>
              </a:path>
            </a:pathLst>
          </a:custGeom>
          <a:solidFill>
            <a:srgbClr val="FBD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5" name="object 385" descr=""/>
          <p:cNvSpPr/>
          <p:nvPr/>
        </p:nvSpPr>
        <p:spPr>
          <a:xfrm>
            <a:off x="6438693" y="6936281"/>
            <a:ext cx="137795" cy="74295"/>
          </a:xfrm>
          <a:custGeom>
            <a:avLst/>
            <a:gdLst/>
            <a:ahLst/>
            <a:cxnLst/>
            <a:rect l="l" t="t" r="r" b="b"/>
            <a:pathLst>
              <a:path w="137795" h="74295">
                <a:moveTo>
                  <a:pt x="137315" y="0"/>
                </a:moveTo>
                <a:lnTo>
                  <a:pt x="0" y="0"/>
                </a:lnTo>
                <a:lnTo>
                  <a:pt x="0" y="73840"/>
                </a:lnTo>
                <a:lnTo>
                  <a:pt x="137315" y="73840"/>
                </a:lnTo>
                <a:lnTo>
                  <a:pt x="137315" y="0"/>
                </a:lnTo>
                <a:close/>
              </a:path>
            </a:pathLst>
          </a:custGeom>
          <a:solidFill>
            <a:srgbClr val="FBD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6" name="object 386" descr=""/>
          <p:cNvSpPr/>
          <p:nvPr/>
        </p:nvSpPr>
        <p:spPr>
          <a:xfrm>
            <a:off x="7078873" y="6599966"/>
            <a:ext cx="104139" cy="74295"/>
          </a:xfrm>
          <a:custGeom>
            <a:avLst/>
            <a:gdLst/>
            <a:ahLst/>
            <a:cxnLst/>
            <a:rect l="l" t="t" r="r" b="b"/>
            <a:pathLst>
              <a:path w="104140" h="74295">
                <a:moveTo>
                  <a:pt x="104122" y="0"/>
                </a:moveTo>
                <a:lnTo>
                  <a:pt x="0" y="0"/>
                </a:lnTo>
                <a:lnTo>
                  <a:pt x="0" y="73840"/>
                </a:lnTo>
                <a:lnTo>
                  <a:pt x="104122" y="73840"/>
                </a:lnTo>
                <a:lnTo>
                  <a:pt x="104122" y="0"/>
                </a:lnTo>
                <a:close/>
              </a:path>
            </a:pathLst>
          </a:custGeom>
          <a:solidFill>
            <a:srgbClr val="FBD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7" name="object 387" descr=""/>
          <p:cNvSpPr/>
          <p:nvPr/>
        </p:nvSpPr>
        <p:spPr>
          <a:xfrm>
            <a:off x="7032100" y="7060958"/>
            <a:ext cx="89535" cy="74295"/>
          </a:xfrm>
          <a:custGeom>
            <a:avLst/>
            <a:gdLst/>
            <a:ahLst/>
            <a:cxnLst/>
            <a:rect l="l" t="t" r="r" b="b"/>
            <a:pathLst>
              <a:path w="89534" h="74295">
                <a:moveTo>
                  <a:pt x="89033" y="0"/>
                </a:moveTo>
                <a:lnTo>
                  <a:pt x="0" y="0"/>
                </a:lnTo>
                <a:lnTo>
                  <a:pt x="0" y="73840"/>
                </a:lnTo>
                <a:lnTo>
                  <a:pt x="89033" y="73840"/>
                </a:lnTo>
                <a:lnTo>
                  <a:pt x="89033" y="0"/>
                </a:lnTo>
                <a:close/>
              </a:path>
            </a:pathLst>
          </a:custGeom>
          <a:solidFill>
            <a:srgbClr val="FBD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8" name="object 388" descr=""/>
          <p:cNvSpPr/>
          <p:nvPr/>
        </p:nvSpPr>
        <p:spPr>
          <a:xfrm>
            <a:off x="7631725" y="7050444"/>
            <a:ext cx="89535" cy="74295"/>
          </a:xfrm>
          <a:custGeom>
            <a:avLst/>
            <a:gdLst/>
            <a:ahLst/>
            <a:cxnLst/>
            <a:rect l="l" t="t" r="r" b="b"/>
            <a:pathLst>
              <a:path w="89534" h="74295">
                <a:moveTo>
                  <a:pt x="89033" y="0"/>
                </a:moveTo>
                <a:lnTo>
                  <a:pt x="0" y="0"/>
                </a:lnTo>
                <a:lnTo>
                  <a:pt x="0" y="73840"/>
                </a:lnTo>
                <a:lnTo>
                  <a:pt x="89033" y="73840"/>
                </a:lnTo>
                <a:lnTo>
                  <a:pt x="89033" y="0"/>
                </a:lnTo>
                <a:close/>
              </a:path>
            </a:pathLst>
          </a:custGeom>
          <a:solidFill>
            <a:srgbClr val="EBC37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9" name="object 389" descr=""/>
          <p:cNvSpPr/>
          <p:nvPr/>
        </p:nvSpPr>
        <p:spPr>
          <a:xfrm>
            <a:off x="7374644" y="6973201"/>
            <a:ext cx="140335" cy="74295"/>
          </a:xfrm>
          <a:custGeom>
            <a:avLst/>
            <a:gdLst/>
            <a:ahLst/>
            <a:cxnLst/>
            <a:rect l="l" t="t" r="r" b="b"/>
            <a:pathLst>
              <a:path w="140334" h="74295">
                <a:moveTo>
                  <a:pt x="140330" y="0"/>
                </a:moveTo>
                <a:lnTo>
                  <a:pt x="0" y="0"/>
                </a:lnTo>
                <a:lnTo>
                  <a:pt x="0" y="73840"/>
                </a:lnTo>
                <a:lnTo>
                  <a:pt x="140330" y="73840"/>
                </a:lnTo>
                <a:lnTo>
                  <a:pt x="140330" y="0"/>
                </a:lnTo>
                <a:close/>
              </a:path>
            </a:pathLst>
          </a:custGeom>
          <a:solidFill>
            <a:srgbClr val="EBC37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0" name="object 390" descr=""/>
          <p:cNvSpPr/>
          <p:nvPr/>
        </p:nvSpPr>
        <p:spPr>
          <a:xfrm>
            <a:off x="7561571" y="6864796"/>
            <a:ext cx="140335" cy="74295"/>
          </a:xfrm>
          <a:custGeom>
            <a:avLst/>
            <a:gdLst/>
            <a:ahLst/>
            <a:cxnLst/>
            <a:rect l="l" t="t" r="r" b="b"/>
            <a:pathLst>
              <a:path w="140334" h="74295">
                <a:moveTo>
                  <a:pt x="140330" y="0"/>
                </a:moveTo>
                <a:lnTo>
                  <a:pt x="0" y="0"/>
                </a:lnTo>
                <a:lnTo>
                  <a:pt x="0" y="73840"/>
                </a:lnTo>
                <a:lnTo>
                  <a:pt x="140330" y="73840"/>
                </a:lnTo>
                <a:lnTo>
                  <a:pt x="140330" y="0"/>
                </a:lnTo>
                <a:close/>
              </a:path>
            </a:pathLst>
          </a:custGeom>
          <a:solidFill>
            <a:srgbClr val="EBC37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1" name="object 391" descr=""/>
          <p:cNvSpPr/>
          <p:nvPr/>
        </p:nvSpPr>
        <p:spPr>
          <a:xfrm>
            <a:off x="7193184" y="6756820"/>
            <a:ext cx="128905" cy="74295"/>
          </a:xfrm>
          <a:custGeom>
            <a:avLst/>
            <a:gdLst/>
            <a:ahLst/>
            <a:cxnLst/>
            <a:rect l="l" t="t" r="r" b="b"/>
            <a:pathLst>
              <a:path w="128904" h="74295">
                <a:moveTo>
                  <a:pt x="128634" y="0"/>
                </a:moveTo>
                <a:lnTo>
                  <a:pt x="0" y="0"/>
                </a:lnTo>
                <a:lnTo>
                  <a:pt x="0" y="73840"/>
                </a:lnTo>
                <a:lnTo>
                  <a:pt x="128634" y="73840"/>
                </a:lnTo>
                <a:lnTo>
                  <a:pt x="128634" y="0"/>
                </a:lnTo>
                <a:close/>
              </a:path>
            </a:pathLst>
          </a:custGeom>
          <a:solidFill>
            <a:srgbClr val="EBC37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2" name="object 392" descr=""/>
          <p:cNvSpPr/>
          <p:nvPr/>
        </p:nvSpPr>
        <p:spPr>
          <a:xfrm>
            <a:off x="7242606" y="6401543"/>
            <a:ext cx="140335" cy="74295"/>
          </a:xfrm>
          <a:custGeom>
            <a:avLst/>
            <a:gdLst/>
            <a:ahLst/>
            <a:cxnLst/>
            <a:rect l="l" t="t" r="r" b="b"/>
            <a:pathLst>
              <a:path w="140334" h="74295">
                <a:moveTo>
                  <a:pt x="140330" y="0"/>
                </a:moveTo>
                <a:lnTo>
                  <a:pt x="0" y="0"/>
                </a:lnTo>
                <a:lnTo>
                  <a:pt x="0" y="73840"/>
                </a:lnTo>
                <a:lnTo>
                  <a:pt x="140330" y="73840"/>
                </a:lnTo>
                <a:lnTo>
                  <a:pt x="140330" y="0"/>
                </a:lnTo>
                <a:close/>
              </a:path>
            </a:pathLst>
          </a:custGeom>
          <a:solidFill>
            <a:srgbClr val="EBC37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3" name="object 393" descr=""/>
          <p:cNvSpPr/>
          <p:nvPr/>
        </p:nvSpPr>
        <p:spPr>
          <a:xfrm>
            <a:off x="7439532" y="6278604"/>
            <a:ext cx="140335" cy="74295"/>
          </a:xfrm>
          <a:custGeom>
            <a:avLst/>
            <a:gdLst/>
            <a:ahLst/>
            <a:cxnLst/>
            <a:rect l="l" t="t" r="r" b="b"/>
            <a:pathLst>
              <a:path w="140334" h="74295">
                <a:moveTo>
                  <a:pt x="140330" y="0"/>
                </a:moveTo>
                <a:lnTo>
                  <a:pt x="0" y="0"/>
                </a:lnTo>
                <a:lnTo>
                  <a:pt x="0" y="73840"/>
                </a:lnTo>
                <a:lnTo>
                  <a:pt x="140330" y="73840"/>
                </a:lnTo>
                <a:lnTo>
                  <a:pt x="140330" y="0"/>
                </a:lnTo>
                <a:close/>
              </a:path>
            </a:pathLst>
          </a:custGeom>
          <a:solidFill>
            <a:srgbClr val="EBC37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4" name="object 394" descr=""/>
          <p:cNvSpPr/>
          <p:nvPr/>
        </p:nvSpPr>
        <p:spPr>
          <a:xfrm>
            <a:off x="6749919" y="6438463"/>
            <a:ext cx="130810" cy="74295"/>
          </a:xfrm>
          <a:custGeom>
            <a:avLst/>
            <a:gdLst/>
            <a:ahLst/>
            <a:cxnLst/>
            <a:rect l="l" t="t" r="r" b="b"/>
            <a:pathLst>
              <a:path w="130809" h="74295">
                <a:moveTo>
                  <a:pt x="0" y="73840"/>
                </a:moveTo>
                <a:lnTo>
                  <a:pt x="130236" y="73840"/>
                </a:lnTo>
                <a:lnTo>
                  <a:pt x="130236" y="0"/>
                </a:lnTo>
                <a:lnTo>
                  <a:pt x="0" y="0"/>
                </a:lnTo>
                <a:lnTo>
                  <a:pt x="0" y="73840"/>
                </a:lnTo>
                <a:close/>
              </a:path>
            </a:pathLst>
          </a:custGeom>
          <a:solidFill>
            <a:srgbClr val="EBC37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5" name="object 395" descr=""/>
          <p:cNvSpPr/>
          <p:nvPr/>
        </p:nvSpPr>
        <p:spPr>
          <a:xfrm>
            <a:off x="7650029" y="6315524"/>
            <a:ext cx="70485" cy="74295"/>
          </a:xfrm>
          <a:custGeom>
            <a:avLst/>
            <a:gdLst/>
            <a:ahLst/>
            <a:cxnLst/>
            <a:rect l="l" t="t" r="r" b="b"/>
            <a:pathLst>
              <a:path w="70484" h="74295">
                <a:moveTo>
                  <a:pt x="70165" y="0"/>
                </a:moveTo>
                <a:lnTo>
                  <a:pt x="0" y="0"/>
                </a:lnTo>
                <a:lnTo>
                  <a:pt x="0" y="73840"/>
                </a:lnTo>
                <a:lnTo>
                  <a:pt x="70165" y="73840"/>
                </a:lnTo>
                <a:lnTo>
                  <a:pt x="70165" y="0"/>
                </a:lnTo>
                <a:close/>
              </a:path>
            </a:pathLst>
          </a:custGeom>
          <a:solidFill>
            <a:srgbClr val="EBC37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6" name="object 396" descr=""/>
          <p:cNvSpPr/>
          <p:nvPr/>
        </p:nvSpPr>
        <p:spPr>
          <a:xfrm>
            <a:off x="6963986" y="6271819"/>
            <a:ext cx="70485" cy="74295"/>
          </a:xfrm>
          <a:custGeom>
            <a:avLst/>
            <a:gdLst/>
            <a:ahLst/>
            <a:cxnLst/>
            <a:rect l="l" t="t" r="r" b="b"/>
            <a:pathLst>
              <a:path w="70484" h="74295">
                <a:moveTo>
                  <a:pt x="70165" y="0"/>
                </a:moveTo>
                <a:lnTo>
                  <a:pt x="0" y="0"/>
                </a:lnTo>
                <a:lnTo>
                  <a:pt x="0" y="73840"/>
                </a:lnTo>
                <a:lnTo>
                  <a:pt x="70165" y="73840"/>
                </a:lnTo>
                <a:lnTo>
                  <a:pt x="70165" y="0"/>
                </a:lnTo>
                <a:close/>
              </a:path>
            </a:pathLst>
          </a:custGeom>
          <a:solidFill>
            <a:srgbClr val="EBC37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7" name="object 397" descr=""/>
          <p:cNvSpPr/>
          <p:nvPr/>
        </p:nvSpPr>
        <p:spPr>
          <a:xfrm>
            <a:off x="6205559" y="6883968"/>
            <a:ext cx="64135" cy="67945"/>
          </a:xfrm>
          <a:custGeom>
            <a:avLst/>
            <a:gdLst/>
            <a:ahLst/>
            <a:cxnLst/>
            <a:rect l="l" t="t" r="r" b="b"/>
            <a:pathLst>
              <a:path w="64135" h="67945">
                <a:moveTo>
                  <a:pt x="63903" y="0"/>
                </a:moveTo>
                <a:lnTo>
                  <a:pt x="0" y="0"/>
                </a:lnTo>
                <a:lnTo>
                  <a:pt x="0" y="67662"/>
                </a:lnTo>
                <a:lnTo>
                  <a:pt x="63903" y="67662"/>
                </a:lnTo>
                <a:lnTo>
                  <a:pt x="63903" y="0"/>
                </a:lnTo>
                <a:close/>
              </a:path>
            </a:pathLst>
          </a:custGeom>
          <a:solidFill>
            <a:srgbClr val="FBD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8" name="object 398" descr=""/>
          <p:cNvSpPr/>
          <p:nvPr/>
        </p:nvSpPr>
        <p:spPr>
          <a:xfrm>
            <a:off x="7111438" y="6865173"/>
            <a:ext cx="67945" cy="75565"/>
          </a:xfrm>
          <a:custGeom>
            <a:avLst/>
            <a:gdLst/>
            <a:ahLst/>
            <a:cxnLst/>
            <a:rect l="l" t="t" r="r" b="b"/>
            <a:pathLst>
              <a:path w="67945" h="75565">
                <a:moveTo>
                  <a:pt x="67662" y="0"/>
                </a:moveTo>
                <a:lnTo>
                  <a:pt x="0" y="0"/>
                </a:lnTo>
                <a:lnTo>
                  <a:pt x="0" y="75180"/>
                </a:lnTo>
                <a:lnTo>
                  <a:pt x="67662" y="75180"/>
                </a:lnTo>
                <a:lnTo>
                  <a:pt x="67662" y="0"/>
                </a:lnTo>
                <a:close/>
              </a:path>
            </a:pathLst>
          </a:custGeom>
          <a:solidFill>
            <a:srgbClr val="FBD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9" name="object 399" descr=""/>
          <p:cNvSpPr/>
          <p:nvPr/>
        </p:nvSpPr>
        <p:spPr>
          <a:xfrm>
            <a:off x="7032508" y="6451698"/>
            <a:ext cx="64135" cy="64135"/>
          </a:xfrm>
          <a:custGeom>
            <a:avLst/>
            <a:gdLst/>
            <a:ahLst/>
            <a:cxnLst/>
            <a:rect l="l" t="t" r="r" b="b"/>
            <a:pathLst>
              <a:path w="64134" h="64134">
                <a:moveTo>
                  <a:pt x="63903" y="0"/>
                </a:moveTo>
                <a:lnTo>
                  <a:pt x="0" y="0"/>
                </a:lnTo>
                <a:lnTo>
                  <a:pt x="0" y="63903"/>
                </a:lnTo>
                <a:lnTo>
                  <a:pt x="63903" y="63903"/>
                </a:lnTo>
                <a:lnTo>
                  <a:pt x="63903" y="0"/>
                </a:lnTo>
                <a:close/>
              </a:path>
            </a:pathLst>
          </a:custGeom>
          <a:solidFill>
            <a:srgbClr val="FBD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0" name="object 400" descr=""/>
          <p:cNvSpPr/>
          <p:nvPr/>
        </p:nvSpPr>
        <p:spPr>
          <a:xfrm>
            <a:off x="6438693" y="6329158"/>
            <a:ext cx="137795" cy="74295"/>
          </a:xfrm>
          <a:custGeom>
            <a:avLst/>
            <a:gdLst/>
            <a:ahLst/>
            <a:cxnLst/>
            <a:rect l="l" t="t" r="r" b="b"/>
            <a:pathLst>
              <a:path w="137795" h="74295">
                <a:moveTo>
                  <a:pt x="137315" y="0"/>
                </a:moveTo>
                <a:lnTo>
                  <a:pt x="0" y="0"/>
                </a:lnTo>
                <a:lnTo>
                  <a:pt x="0" y="73840"/>
                </a:lnTo>
                <a:lnTo>
                  <a:pt x="137315" y="73840"/>
                </a:lnTo>
                <a:lnTo>
                  <a:pt x="137315" y="0"/>
                </a:lnTo>
                <a:close/>
              </a:path>
            </a:pathLst>
          </a:custGeom>
          <a:solidFill>
            <a:srgbClr val="FBD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1" name="object 401" descr=""/>
          <p:cNvSpPr/>
          <p:nvPr/>
        </p:nvSpPr>
        <p:spPr>
          <a:xfrm>
            <a:off x="6205559" y="6376528"/>
            <a:ext cx="75565" cy="79375"/>
          </a:xfrm>
          <a:custGeom>
            <a:avLst/>
            <a:gdLst/>
            <a:ahLst/>
            <a:cxnLst/>
            <a:rect l="l" t="t" r="r" b="b"/>
            <a:pathLst>
              <a:path w="75564" h="79375">
                <a:moveTo>
                  <a:pt x="75180" y="0"/>
                </a:moveTo>
                <a:lnTo>
                  <a:pt x="0" y="0"/>
                </a:lnTo>
                <a:lnTo>
                  <a:pt x="0" y="78940"/>
                </a:lnTo>
                <a:lnTo>
                  <a:pt x="75180" y="78940"/>
                </a:lnTo>
                <a:lnTo>
                  <a:pt x="75180" y="0"/>
                </a:lnTo>
                <a:close/>
              </a:path>
            </a:pathLst>
          </a:custGeom>
          <a:solidFill>
            <a:srgbClr val="FBD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2" name="object 402" descr=""/>
          <p:cNvSpPr/>
          <p:nvPr/>
        </p:nvSpPr>
        <p:spPr>
          <a:xfrm>
            <a:off x="7653390" y="6449554"/>
            <a:ext cx="131445" cy="24765"/>
          </a:xfrm>
          <a:custGeom>
            <a:avLst/>
            <a:gdLst/>
            <a:ahLst/>
            <a:cxnLst/>
            <a:rect l="l" t="t" r="r" b="b"/>
            <a:pathLst>
              <a:path w="131445" h="24764">
                <a:moveTo>
                  <a:pt x="107416" y="0"/>
                </a:moveTo>
                <a:lnTo>
                  <a:pt x="66347" y="795"/>
                </a:lnTo>
                <a:lnTo>
                  <a:pt x="3874" y="3812"/>
                </a:lnTo>
                <a:lnTo>
                  <a:pt x="0" y="10094"/>
                </a:lnTo>
                <a:lnTo>
                  <a:pt x="596" y="17183"/>
                </a:lnTo>
                <a:lnTo>
                  <a:pt x="3423" y="24701"/>
                </a:lnTo>
                <a:lnTo>
                  <a:pt x="131315" y="24701"/>
                </a:lnTo>
                <a:lnTo>
                  <a:pt x="131085" y="8387"/>
                </a:lnTo>
                <a:lnTo>
                  <a:pt x="127493" y="2325"/>
                </a:lnTo>
                <a:lnTo>
                  <a:pt x="107416" y="0"/>
                </a:lnTo>
                <a:close/>
              </a:path>
            </a:pathLst>
          </a:custGeom>
          <a:solidFill>
            <a:srgbClr val="754B2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3" name="object 403" descr=""/>
          <p:cNvSpPr/>
          <p:nvPr/>
        </p:nvSpPr>
        <p:spPr>
          <a:xfrm>
            <a:off x="6217249" y="6407528"/>
            <a:ext cx="67310" cy="60960"/>
          </a:xfrm>
          <a:custGeom>
            <a:avLst/>
            <a:gdLst/>
            <a:ahLst/>
            <a:cxnLst/>
            <a:rect l="l" t="t" r="r" b="b"/>
            <a:pathLst>
              <a:path w="67310" h="60960">
                <a:moveTo>
                  <a:pt x="19947" y="0"/>
                </a:moveTo>
                <a:lnTo>
                  <a:pt x="0" y="10491"/>
                </a:lnTo>
                <a:lnTo>
                  <a:pt x="6339" y="19402"/>
                </a:lnTo>
                <a:lnTo>
                  <a:pt x="21008" y="36505"/>
                </a:lnTo>
                <a:lnTo>
                  <a:pt x="37481" y="53127"/>
                </a:lnTo>
                <a:lnTo>
                  <a:pt x="49234" y="60595"/>
                </a:lnTo>
                <a:lnTo>
                  <a:pt x="58846" y="60595"/>
                </a:lnTo>
                <a:lnTo>
                  <a:pt x="67055" y="52385"/>
                </a:lnTo>
                <a:lnTo>
                  <a:pt x="19947" y="0"/>
                </a:lnTo>
                <a:close/>
              </a:path>
            </a:pathLst>
          </a:custGeom>
          <a:solidFill>
            <a:srgbClr val="DFBA77">
              <a:alpha val="61997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04" name="object 404" descr=""/>
          <p:cNvSpPr/>
          <p:nvPr/>
        </p:nvSpPr>
        <p:spPr>
          <a:xfrm>
            <a:off x="6547716" y="6407528"/>
            <a:ext cx="67310" cy="60960"/>
          </a:xfrm>
          <a:custGeom>
            <a:avLst/>
            <a:gdLst/>
            <a:ahLst/>
            <a:cxnLst/>
            <a:rect l="l" t="t" r="r" b="b"/>
            <a:pathLst>
              <a:path w="67309" h="60960">
                <a:moveTo>
                  <a:pt x="19947" y="0"/>
                </a:moveTo>
                <a:lnTo>
                  <a:pt x="0" y="10491"/>
                </a:lnTo>
                <a:lnTo>
                  <a:pt x="6339" y="19402"/>
                </a:lnTo>
                <a:lnTo>
                  <a:pt x="21008" y="36505"/>
                </a:lnTo>
                <a:lnTo>
                  <a:pt x="37481" y="53127"/>
                </a:lnTo>
                <a:lnTo>
                  <a:pt x="49234" y="60595"/>
                </a:lnTo>
                <a:lnTo>
                  <a:pt x="58846" y="60595"/>
                </a:lnTo>
                <a:lnTo>
                  <a:pt x="67055" y="52385"/>
                </a:lnTo>
                <a:lnTo>
                  <a:pt x="19947" y="0"/>
                </a:lnTo>
                <a:close/>
              </a:path>
            </a:pathLst>
          </a:custGeom>
          <a:solidFill>
            <a:srgbClr val="DFBA77">
              <a:alpha val="61997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05" name="object 405" descr=""/>
          <p:cNvSpPr/>
          <p:nvPr/>
        </p:nvSpPr>
        <p:spPr>
          <a:xfrm>
            <a:off x="6113126" y="6405921"/>
            <a:ext cx="128270" cy="24765"/>
          </a:xfrm>
          <a:custGeom>
            <a:avLst/>
            <a:gdLst/>
            <a:ahLst/>
            <a:cxnLst/>
            <a:rect l="l" t="t" r="r" b="b"/>
            <a:pathLst>
              <a:path w="128270" h="24764">
                <a:moveTo>
                  <a:pt x="103992" y="0"/>
                </a:moveTo>
                <a:lnTo>
                  <a:pt x="62923" y="2375"/>
                </a:lnTo>
                <a:lnTo>
                  <a:pt x="450" y="7690"/>
                </a:lnTo>
                <a:lnTo>
                  <a:pt x="0" y="24287"/>
                </a:lnTo>
                <a:lnTo>
                  <a:pt x="124959" y="24287"/>
                </a:lnTo>
                <a:lnTo>
                  <a:pt x="127839" y="21187"/>
                </a:lnTo>
                <a:lnTo>
                  <a:pt x="127116" y="12224"/>
                </a:lnTo>
                <a:lnTo>
                  <a:pt x="126163" y="5125"/>
                </a:lnTo>
                <a:lnTo>
                  <a:pt x="124069" y="1607"/>
                </a:lnTo>
                <a:lnTo>
                  <a:pt x="103992" y="0"/>
                </a:lnTo>
                <a:close/>
              </a:path>
            </a:pathLst>
          </a:custGeom>
          <a:solidFill>
            <a:srgbClr val="754B2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6" name="object 406" descr=""/>
          <p:cNvSpPr/>
          <p:nvPr/>
        </p:nvSpPr>
        <p:spPr>
          <a:xfrm>
            <a:off x="6448121" y="6405921"/>
            <a:ext cx="128270" cy="24765"/>
          </a:xfrm>
          <a:custGeom>
            <a:avLst/>
            <a:gdLst/>
            <a:ahLst/>
            <a:cxnLst/>
            <a:rect l="l" t="t" r="r" b="b"/>
            <a:pathLst>
              <a:path w="128270" h="24764">
                <a:moveTo>
                  <a:pt x="103992" y="0"/>
                </a:moveTo>
                <a:lnTo>
                  <a:pt x="62923" y="2375"/>
                </a:lnTo>
                <a:lnTo>
                  <a:pt x="450" y="7690"/>
                </a:lnTo>
                <a:lnTo>
                  <a:pt x="0" y="24287"/>
                </a:lnTo>
                <a:lnTo>
                  <a:pt x="124425" y="24287"/>
                </a:lnTo>
                <a:lnTo>
                  <a:pt x="127828" y="20559"/>
                </a:lnTo>
                <a:lnTo>
                  <a:pt x="126949" y="11104"/>
                </a:lnTo>
                <a:lnTo>
                  <a:pt x="125996" y="4842"/>
                </a:lnTo>
                <a:lnTo>
                  <a:pt x="124069" y="1607"/>
                </a:lnTo>
                <a:lnTo>
                  <a:pt x="103992" y="0"/>
                </a:lnTo>
                <a:close/>
              </a:path>
            </a:pathLst>
          </a:custGeom>
          <a:solidFill>
            <a:srgbClr val="754B23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07" name="object 407" descr=""/>
          <p:cNvGrpSpPr/>
          <p:nvPr/>
        </p:nvGrpSpPr>
        <p:grpSpPr>
          <a:xfrm>
            <a:off x="7029995" y="6517692"/>
            <a:ext cx="744855" cy="671830"/>
            <a:chOff x="7029995" y="6517692"/>
            <a:chExt cx="744855" cy="671830"/>
          </a:xfrm>
        </p:grpSpPr>
        <p:sp>
          <p:nvSpPr>
            <p:cNvPr id="408" name="object 408" descr=""/>
            <p:cNvSpPr/>
            <p:nvPr/>
          </p:nvSpPr>
          <p:spPr>
            <a:xfrm>
              <a:off x="7029995" y="7060968"/>
              <a:ext cx="707390" cy="19685"/>
            </a:xfrm>
            <a:custGeom>
              <a:avLst/>
              <a:gdLst/>
              <a:ahLst/>
              <a:cxnLst/>
              <a:rect l="l" t="t" r="r" b="b"/>
              <a:pathLst>
                <a:path w="707390" h="19684">
                  <a:moveTo>
                    <a:pt x="706795" y="0"/>
                  </a:moveTo>
                  <a:lnTo>
                    <a:pt x="0" y="0"/>
                  </a:lnTo>
                  <a:lnTo>
                    <a:pt x="0" y="19611"/>
                  </a:lnTo>
                  <a:lnTo>
                    <a:pt x="706795" y="19611"/>
                  </a:lnTo>
                  <a:lnTo>
                    <a:pt x="706795" y="0"/>
                  </a:lnTo>
                  <a:close/>
                </a:path>
              </a:pathLst>
            </a:custGeom>
            <a:solidFill>
              <a:srgbClr val="80532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" name="object 409" descr=""/>
            <p:cNvSpPr/>
            <p:nvPr/>
          </p:nvSpPr>
          <p:spPr>
            <a:xfrm>
              <a:off x="7181488" y="7060968"/>
              <a:ext cx="555625" cy="19685"/>
            </a:xfrm>
            <a:custGeom>
              <a:avLst/>
              <a:gdLst/>
              <a:ahLst/>
              <a:cxnLst/>
              <a:rect l="l" t="t" r="r" b="b"/>
              <a:pathLst>
                <a:path w="555625" h="19684">
                  <a:moveTo>
                    <a:pt x="555302" y="0"/>
                  </a:moveTo>
                  <a:lnTo>
                    <a:pt x="0" y="0"/>
                  </a:lnTo>
                  <a:lnTo>
                    <a:pt x="0" y="19611"/>
                  </a:lnTo>
                  <a:lnTo>
                    <a:pt x="555302" y="19611"/>
                  </a:lnTo>
                  <a:lnTo>
                    <a:pt x="555302" y="0"/>
                  </a:lnTo>
                  <a:close/>
                </a:path>
              </a:pathLst>
            </a:custGeom>
            <a:solidFill>
              <a:srgbClr val="5638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" name="object 410" descr=""/>
            <p:cNvSpPr/>
            <p:nvPr/>
          </p:nvSpPr>
          <p:spPr>
            <a:xfrm>
              <a:off x="7374634" y="6579599"/>
              <a:ext cx="104139" cy="591185"/>
            </a:xfrm>
            <a:custGeom>
              <a:avLst/>
              <a:gdLst/>
              <a:ahLst/>
              <a:cxnLst/>
              <a:rect l="l" t="t" r="r" b="b"/>
              <a:pathLst>
                <a:path w="104140" h="591184">
                  <a:moveTo>
                    <a:pt x="104122" y="0"/>
                  </a:moveTo>
                  <a:lnTo>
                    <a:pt x="0" y="590568"/>
                  </a:lnTo>
                </a:path>
              </a:pathLst>
            </a:custGeom>
            <a:ln w="37831">
              <a:solidFill>
                <a:srgbClr val="5F381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 descr=""/>
            <p:cNvSpPr/>
            <p:nvPr/>
          </p:nvSpPr>
          <p:spPr>
            <a:xfrm>
              <a:off x="7643235" y="6579599"/>
              <a:ext cx="93980" cy="591185"/>
            </a:xfrm>
            <a:custGeom>
              <a:avLst/>
              <a:gdLst/>
              <a:ahLst/>
              <a:cxnLst/>
              <a:rect l="l" t="t" r="r" b="b"/>
              <a:pathLst>
                <a:path w="93979" h="591184">
                  <a:moveTo>
                    <a:pt x="93557" y="0"/>
                  </a:moveTo>
                  <a:lnTo>
                    <a:pt x="0" y="590568"/>
                  </a:lnTo>
                </a:path>
              </a:pathLst>
            </a:custGeom>
            <a:ln w="37831">
              <a:solidFill>
                <a:srgbClr val="5F381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 descr=""/>
            <p:cNvSpPr/>
            <p:nvPr/>
          </p:nvSpPr>
          <p:spPr>
            <a:xfrm>
              <a:off x="7312012" y="6517697"/>
              <a:ext cx="462915" cy="103505"/>
            </a:xfrm>
            <a:custGeom>
              <a:avLst/>
              <a:gdLst/>
              <a:ahLst/>
              <a:cxnLst/>
              <a:rect l="l" t="t" r="r" b="b"/>
              <a:pathLst>
                <a:path w="462915" h="103504">
                  <a:moveTo>
                    <a:pt x="460971" y="65570"/>
                  </a:moveTo>
                  <a:lnTo>
                    <a:pt x="160274" y="65570"/>
                  </a:lnTo>
                  <a:lnTo>
                    <a:pt x="160274" y="99745"/>
                  </a:lnTo>
                  <a:lnTo>
                    <a:pt x="208127" y="102247"/>
                  </a:lnTo>
                  <a:lnTo>
                    <a:pt x="257454" y="103416"/>
                  </a:lnTo>
                  <a:lnTo>
                    <a:pt x="307809" y="103301"/>
                  </a:lnTo>
                  <a:lnTo>
                    <a:pt x="358800" y="101981"/>
                  </a:lnTo>
                  <a:lnTo>
                    <a:pt x="409994" y="99504"/>
                  </a:lnTo>
                  <a:lnTo>
                    <a:pt x="460971" y="95948"/>
                  </a:lnTo>
                  <a:lnTo>
                    <a:pt x="460971" y="65570"/>
                  </a:lnTo>
                  <a:close/>
                </a:path>
                <a:path w="462915" h="103504">
                  <a:moveTo>
                    <a:pt x="462495" y="61899"/>
                  </a:moveTo>
                  <a:lnTo>
                    <a:pt x="416839" y="50266"/>
                  </a:lnTo>
                  <a:lnTo>
                    <a:pt x="376669" y="36969"/>
                  </a:lnTo>
                  <a:lnTo>
                    <a:pt x="343954" y="21437"/>
                  </a:lnTo>
                  <a:lnTo>
                    <a:pt x="320662" y="3060"/>
                  </a:lnTo>
                  <a:lnTo>
                    <a:pt x="0" y="0"/>
                  </a:lnTo>
                  <a:lnTo>
                    <a:pt x="43815" y="22834"/>
                  </a:lnTo>
                  <a:lnTo>
                    <a:pt x="86106" y="42608"/>
                  </a:lnTo>
                  <a:lnTo>
                    <a:pt x="125679" y="56972"/>
                  </a:lnTo>
                  <a:lnTo>
                    <a:pt x="161378" y="63588"/>
                  </a:lnTo>
                  <a:lnTo>
                    <a:pt x="462495" y="61899"/>
                  </a:lnTo>
                  <a:close/>
                </a:path>
              </a:pathLst>
            </a:custGeom>
            <a:solidFill>
              <a:srgbClr val="1F2E49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13" name="object 413" descr=""/>
          <p:cNvGrpSpPr/>
          <p:nvPr/>
        </p:nvGrpSpPr>
        <p:grpSpPr>
          <a:xfrm>
            <a:off x="6177068" y="6252155"/>
            <a:ext cx="574675" cy="918210"/>
            <a:chOff x="6177068" y="6252155"/>
            <a:chExt cx="574675" cy="918210"/>
          </a:xfrm>
        </p:grpSpPr>
        <p:sp>
          <p:nvSpPr>
            <p:cNvPr id="414" name="object 414" descr=""/>
            <p:cNvSpPr/>
            <p:nvPr/>
          </p:nvSpPr>
          <p:spPr>
            <a:xfrm>
              <a:off x="6621651" y="6252155"/>
              <a:ext cx="128270" cy="918210"/>
            </a:xfrm>
            <a:custGeom>
              <a:avLst/>
              <a:gdLst/>
              <a:ahLst/>
              <a:cxnLst/>
              <a:rect l="l" t="t" r="r" b="b"/>
              <a:pathLst>
                <a:path w="128270" h="918209">
                  <a:moveTo>
                    <a:pt x="128268" y="0"/>
                  </a:moveTo>
                  <a:lnTo>
                    <a:pt x="0" y="0"/>
                  </a:lnTo>
                  <a:lnTo>
                    <a:pt x="0" y="918013"/>
                  </a:lnTo>
                  <a:lnTo>
                    <a:pt x="128268" y="918013"/>
                  </a:lnTo>
                  <a:lnTo>
                    <a:pt x="128268" y="0"/>
                  </a:lnTo>
                  <a:close/>
                </a:path>
              </a:pathLst>
            </a:custGeom>
            <a:solidFill>
              <a:srgbClr val="C8A8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 descr=""/>
            <p:cNvSpPr/>
            <p:nvPr/>
          </p:nvSpPr>
          <p:spPr>
            <a:xfrm>
              <a:off x="6177068" y="7060968"/>
              <a:ext cx="445134" cy="19685"/>
            </a:xfrm>
            <a:custGeom>
              <a:avLst/>
              <a:gdLst/>
              <a:ahLst/>
              <a:cxnLst/>
              <a:rect l="l" t="t" r="r" b="b"/>
              <a:pathLst>
                <a:path w="445134" h="19684">
                  <a:moveTo>
                    <a:pt x="444583" y="0"/>
                  </a:moveTo>
                  <a:lnTo>
                    <a:pt x="0" y="0"/>
                  </a:lnTo>
                  <a:lnTo>
                    <a:pt x="0" y="19611"/>
                  </a:lnTo>
                  <a:lnTo>
                    <a:pt x="444583" y="19611"/>
                  </a:lnTo>
                  <a:lnTo>
                    <a:pt x="444583" y="0"/>
                  </a:lnTo>
                  <a:close/>
                </a:path>
              </a:pathLst>
            </a:custGeom>
            <a:solidFill>
              <a:srgbClr val="80532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 descr=""/>
            <p:cNvSpPr/>
            <p:nvPr/>
          </p:nvSpPr>
          <p:spPr>
            <a:xfrm>
              <a:off x="6621651" y="7060968"/>
              <a:ext cx="130175" cy="19685"/>
            </a:xfrm>
            <a:custGeom>
              <a:avLst/>
              <a:gdLst/>
              <a:ahLst/>
              <a:cxnLst/>
              <a:rect l="l" t="t" r="r" b="b"/>
              <a:pathLst>
                <a:path w="130175" h="19684">
                  <a:moveTo>
                    <a:pt x="129776" y="0"/>
                  </a:moveTo>
                  <a:lnTo>
                    <a:pt x="0" y="0"/>
                  </a:lnTo>
                  <a:lnTo>
                    <a:pt x="0" y="19611"/>
                  </a:lnTo>
                  <a:lnTo>
                    <a:pt x="129776" y="19611"/>
                  </a:lnTo>
                  <a:lnTo>
                    <a:pt x="129776" y="0"/>
                  </a:lnTo>
                  <a:close/>
                </a:path>
              </a:pathLst>
            </a:custGeom>
            <a:solidFill>
              <a:srgbClr val="62411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17" name="object 417" descr=""/>
          <p:cNvSpPr/>
          <p:nvPr/>
        </p:nvSpPr>
        <p:spPr>
          <a:xfrm>
            <a:off x="4992404" y="5934676"/>
            <a:ext cx="362585" cy="69850"/>
          </a:xfrm>
          <a:custGeom>
            <a:avLst/>
            <a:gdLst/>
            <a:ahLst/>
            <a:cxnLst/>
            <a:rect l="l" t="t" r="r" b="b"/>
            <a:pathLst>
              <a:path w="362585" h="69850">
                <a:moveTo>
                  <a:pt x="327665" y="0"/>
                </a:moveTo>
                <a:lnTo>
                  <a:pt x="34679" y="0"/>
                </a:lnTo>
                <a:lnTo>
                  <a:pt x="21212" y="2735"/>
                </a:lnTo>
                <a:lnTo>
                  <a:pt x="10185" y="10185"/>
                </a:lnTo>
                <a:lnTo>
                  <a:pt x="2735" y="21212"/>
                </a:lnTo>
                <a:lnTo>
                  <a:pt x="0" y="34679"/>
                </a:lnTo>
                <a:lnTo>
                  <a:pt x="2735" y="48140"/>
                </a:lnTo>
                <a:lnTo>
                  <a:pt x="10185" y="59164"/>
                </a:lnTo>
                <a:lnTo>
                  <a:pt x="21212" y="66612"/>
                </a:lnTo>
                <a:lnTo>
                  <a:pt x="34679" y="69348"/>
                </a:lnTo>
                <a:lnTo>
                  <a:pt x="327665" y="69348"/>
                </a:lnTo>
                <a:lnTo>
                  <a:pt x="341126" y="66612"/>
                </a:lnTo>
                <a:lnTo>
                  <a:pt x="352150" y="59164"/>
                </a:lnTo>
                <a:lnTo>
                  <a:pt x="359598" y="48140"/>
                </a:lnTo>
                <a:lnTo>
                  <a:pt x="362334" y="34679"/>
                </a:lnTo>
                <a:lnTo>
                  <a:pt x="359598" y="21212"/>
                </a:lnTo>
                <a:lnTo>
                  <a:pt x="352150" y="10185"/>
                </a:lnTo>
                <a:lnTo>
                  <a:pt x="341126" y="2735"/>
                </a:lnTo>
                <a:lnTo>
                  <a:pt x="327665" y="0"/>
                </a:lnTo>
                <a:close/>
              </a:path>
            </a:pathLst>
          </a:custGeom>
          <a:solidFill>
            <a:srgbClr val="806A43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18" name="object 418" descr=""/>
          <p:cNvGrpSpPr/>
          <p:nvPr/>
        </p:nvGrpSpPr>
        <p:grpSpPr>
          <a:xfrm>
            <a:off x="3539860" y="4530800"/>
            <a:ext cx="1858010" cy="2062480"/>
            <a:chOff x="3539860" y="4530800"/>
            <a:chExt cx="1858010" cy="2062480"/>
          </a:xfrm>
        </p:grpSpPr>
        <p:sp>
          <p:nvSpPr>
            <p:cNvPr id="419" name="object 419" descr=""/>
            <p:cNvSpPr/>
            <p:nvPr/>
          </p:nvSpPr>
          <p:spPr>
            <a:xfrm>
              <a:off x="3775667" y="5934676"/>
              <a:ext cx="362585" cy="69850"/>
            </a:xfrm>
            <a:custGeom>
              <a:avLst/>
              <a:gdLst/>
              <a:ahLst/>
              <a:cxnLst/>
              <a:rect l="l" t="t" r="r" b="b"/>
              <a:pathLst>
                <a:path w="362585" h="69850">
                  <a:moveTo>
                    <a:pt x="327665" y="0"/>
                  </a:moveTo>
                  <a:lnTo>
                    <a:pt x="34679" y="0"/>
                  </a:lnTo>
                  <a:lnTo>
                    <a:pt x="21212" y="2735"/>
                  </a:lnTo>
                  <a:lnTo>
                    <a:pt x="10185" y="10185"/>
                  </a:lnTo>
                  <a:lnTo>
                    <a:pt x="2735" y="21212"/>
                  </a:lnTo>
                  <a:lnTo>
                    <a:pt x="0" y="34679"/>
                  </a:lnTo>
                  <a:lnTo>
                    <a:pt x="2735" y="48140"/>
                  </a:lnTo>
                  <a:lnTo>
                    <a:pt x="10185" y="59164"/>
                  </a:lnTo>
                  <a:lnTo>
                    <a:pt x="21212" y="66612"/>
                  </a:lnTo>
                  <a:lnTo>
                    <a:pt x="34679" y="69348"/>
                  </a:lnTo>
                  <a:lnTo>
                    <a:pt x="327665" y="69348"/>
                  </a:lnTo>
                  <a:lnTo>
                    <a:pt x="341126" y="66612"/>
                  </a:lnTo>
                  <a:lnTo>
                    <a:pt x="352150" y="59164"/>
                  </a:lnTo>
                  <a:lnTo>
                    <a:pt x="359598" y="48140"/>
                  </a:lnTo>
                  <a:lnTo>
                    <a:pt x="362334" y="34679"/>
                  </a:lnTo>
                  <a:lnTo>
                    <a:pt x="359598" y="21212"/>
                  </a:lnTo>
                  <a:lnTo>
                    <a:pt x="352150" y="10185"/>
                  </a:lnTo>
                  <a:lnTo>
                    <a:pt x="341126" y="2735"/>
                  </a:lnTo>
                  <a:lnTo>
                    <a:pt x="327665" y="0"/>
                  </a:lnTo>
                  <a:close/>
                </a:path>
              </a:pathLst>
            </a:custGeom>
            <a:solidFill>
              <a:srgbClr val="806A4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" name="object 420" descr=""/>
            <p:cNvSpPr/>
            <p:nvPr/>
          </p:nvSpPr>
          <p:spPr>
            <a:xfrm>
              <a:off x="3833893" y="5291922"/>
              <a:ext cx="1459230" cy="1063625"/>
            </a:xfrm>
            <a:custGeom>
              <a:avLst/>
              <a:gdLst/>
              <a:ahLst/>
              <a:cxnLst/>
              <a:rect l="l" t="t" r="r" b="b"/>
              <a:pathLst>
                <a:path w="1459229" h="1063625">
                  <a:moveTo>
                    <a:pt x="1458782" y="0"/>
                  </a:moveTo>
                  <a:lnTo>
                    <a:pt x="0" y="0"/>
                  </a:lnTo>
                  <a:lnTo>
                    <a:pt x="0" y="1063402"/>
                  </a:lnTo>
                  <a:lnTo>
                    <a:pt x="1458782" y="1063402"/>
                  </a:lnTo>
                  <a:lnTo>
                    <a:pt x="1458782" y="0"/>
                  </a:lnTo>
                  <a:close/>
                </a:path>
              </a:pathLst>
            </a:custGeom>
            <a:solidFill>
              <a:srgbClr val="DBB7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" name="object 421" descr=""/>
            <p:cNvSpPr/>
            <p:nvPr/>
          </p:nvSpPr>
          <p:spPr>
            <a:xfrm>
              <a:off x="3833736" y="5286470"/>
              <a:ext cx="1162050" cy="1064260"/>
            </a:xfrm>
            <a:custGeom>
              <a:avLst/>
              <a:gdLst/>
              <a:ahLst/>
              <a:cxnLst/>
              <a:rect l="l" t="t" r="r" b="b"/>
              <a:pathLst>
                <a:path w="1162050" h="1064260">
                  <a:moveTo>
                    <a:pt x="1064355" y="0"/>
                  </a:moveTo>
                  <a:lnTo>
                    <a:pt x="0" y="0"/>
                  </a:lnTo>
                  <a:lnTo>
                    <a:pt x="0" y="1063747"/>
                  </a:lnTo>
                  <a:lnTo>
                    <a:pt x="1095212" y="1063747"/>
                  </a:lnTo>
                  <a:lnTo>
                    <a:pt x="1107493" y="1019204"/>
                  </a:lnTo>
                  <a:lnTo>
                    <a:pt x="1118598" y="973583"/>
                  </a:lnTo>
                  <a:lnTo>
                    <a:pt x="1128499" y="926965"/>
                  </a:lnTo>
                  <a:lnTo>
                    <a:pt x="1137169" y="879431"/>
                  </a:lnTo>
                  <a:lnTo>
                    <a:pt x="1144580" y="831062"/>
                  </a:lnTo>
                  <a:lnTo>
                    <a:pt x="1150705" y="781939"/>
                  </a:lnTo>
                  <a:lnTo>
                    <a:pt x="1155516" y="732142"/>
                  </a:lnTo>
                  <a:lnTo>
                    <a:pt x="1158987" y="681753"/>
                  </a:lnTo>
                  <a:lnTo>
                    <a:pt x="1161090" y="630853"/>
                  </a:lnTo>
                  <a:lnTo>
                    <a:pt x="1161797" y="579521"/>
                  </a:lnTo>
                  <a:lnTo>
                    <a:pt x="1161067" y="527603"/>
                  </a:lnTo>
                  <a:lnTo>
                    <a:pt x="1158896" y="476459"/>
                  </a:lnTo>
                  <a:lnTo>
                    <a:pt x="1155315" y="426057"/>
                  </a:lnTo>
                  <a:lnTo>
                    <a:pt x="1150351" y="376360"/>
                  </a:lnTo>
                  <a:lnTo>
                    <a:pt x="1144033" y="327333"/>
                  </a:lnTo>
                  <a:lnTo>
                    <a:pt x="1136392" y="278943"/>
                  </a:lnTo>
                  <a:lnTo>
                    <a:pt x="1127455" y="231153"/>
                  </a:lnTo>
                  <a:lnTo>
                    <a:pt x="1117251" y="183930"/>
                  </a:lnTo>
                  <a:lnTo>
                    <a:pt x="1105810" y="137237"/>
                  </a:lnTo>
                  <a:lnTo>
                    <a:pt x="1093161" y="91041"/>
                  </a:lnTo>
                  <a:lnTo>
                    <a:pt x="1079333" y="45307"/>
                  </a:lnTo>
                  <a:lnTo>
                    <a:pt x="1064355" y="0"/>
                  </a:lnTo>
                  <a:close/>
                </a:path>
              </a:pathLst>
            </a:custGeom>
            <a:solidFill>
              <a:srgbClr val="F5CC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" name="object 422" descr=""/>
            <p:cNvSpPr/>
            <p:nvPr/>
          </p:nvSpPr>
          <p:spPr>
            <a:xfrm>
              <a:off x="3833735" y="5290971"/>
              <a:ext cx="411480" cy="1064895"/>
            </a:xfrm>
            <a:custGeom>
              <a:avLst/>
              <a:gdLst/>
              <a:ahLst/>
              <a:cxnLst/>
              <a:rect l="l" t="t" r="r" b="b"/>
              <a:pathLst>
                <a:path w="411479" h="1064895">
                  <a:moveTo>
                    <a:pt x="0" y="0"/>
                  </a:moveTo>
                  <a:lnTo>
                    <a:pt x="0" y="1063653"/>
                  </a:lnTo>
                  <a:lnTo>
                    <a:pt x="411442" y="1064323"/>
                  </a:lnTo>
                  <a:lnTo>
                    <a:pt x="384828" y="972810"/>
                  </a:lnTo>
                  <a:lnTo>
                    <a:pt x="371450" y="926139"/>
                  </a:lnTo>
                  <a:lnTo>
                    <a:pt x="358558" y="878849"/>
                  </a:lnTo>
                  <a:lnTo>
                    <a:pt x="346552" y="830930"/>
                  </a:lnTo>
                  <a:lnTo>
                    <a:pt x="335832" y="782374"/>
                  </a:lnTo>
                  <a:lnTo>
                    <a:pt x="326798" y="733175"/>
                  </a:lnTo>
                  <a:lnTo>
                    <a:pt x="319850" y="683322"/>
                  </a:lnTo>
                  <a:lnTo>
                    <a:pt x="315388" y="632808"/>
                  </a:lnTo>
                  <a:lnTo>
                    <a:pt x="313812" y="581626"/>
                  </a:lnTo>
                  <a:lnTo>
                    <a:pt x="314727" y="525664"/>
                  </a:lnTo>
                  <a:lnTo>
                    <a:pt x="317395" y="471749"/>
                  </a:lnTo>
                  <a:lnTo>
                    <a:pt x="321703" y="419616"/>
                  </a:lnTo>
                  <a:lnTo>
                    <a:pt x="327535" y="369000"/>
                  </a:lnTo>
                  <a:lnTo>
                    <a:pt x="334776" y="319635"/>
                  </a:lnTo>
                  <a:lnTo>
                    <a:pt x="343313" y="271256"/>
                  </a:lnTo>
                  <a:lnTo>
                    <a:pt x="353030" y="223597"/>
                  </a:lnTo>
                  <a:lnTo>
                    <a:pt x="363813" y="176393"/>
                  </a:lnTo>
                  <a:lnTo>
                    <a:pt x="375547" y="129378"/>
                  </a:lnTo>
                  <a:lnTo>
                    <a:pt x="388118" y="82288"/>
                  </a:lnTo>
                  <a:lnTo>
                    <a:pt x="401411" y="348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B7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" name="object 423" descr=""/>
            <p:cNvSpPr/>
            <p:nvPr/>
          </p:nvSpPr>
          <p:spPr>
            <a:xfrm>
              <a:off x="4023436" y="5352167"/>
              <a:ext cx="1183005" cy="965835"/>
            </a:xfrm>
            <a:custGeom>
              <a:avLst/>
              <a:gdLst/>
              <a:ahLst/>
              <a:cxnLst/>
              <a:rect l="l" t="t" r="r" b="b"/>
              <a:pathLst>
                <a:path w="1183004" h="965835">
                  <a:moveTo>
                    <a:pt x="147408" y="751700"/>
                  </a:moveTo>
                  <a:lnTo>
                    <a:pt x="0" y="751700"/>
                  </a:lnTo>
                  <a:lnTo>
                    <a:pt x="0" y="821004"/>
                  </a:lnTo>
                  <a:lnTo>
                    <a:pt x="147408" y="821004"/>
                  </a:lnTo>
                  <a:lnTo>
                    <a:pt x="147408" y="751700"/>
                  </a:lnTo>
                  <a:close/>
                </a:path>
                <a:path w="1183004" h="965835">
                  <a:moveTo>
                    <a:pt x="415937" y="873582"/>
                  </a:moveTo>
                  <a:lnTo>
                    <a:pt x="268541" y="873582"/>
                  </a:lnTo>
                  <a:lnTo>
                    <a:pt x="268541" y="942873"/>
                  </a:lnTo>
                  <a:lnTo>
                    <a:pt x="415937" y="942873"/>
                  </a:lnTo>
                  <a:lnTo>
                    <a:pt x="415937" y="873582"/>
                  </a:lnTo>
                  <a:close/>
                </a:path>
                <a:path w="1183004" h="965835">
                  <a:moveTo>
                    <a:pt x="482257" y="88557"/>
                  </a:moveTo>
                  <a:lnTo>
                    <a:pt x="334848" y="88557"/>
                  </a:lnTo>
                  <a:lnTo>
                    <a:pt x="334848" y="157861"/>
                  </a:lnTo>
                  <a:lnTo>
                    <a:pt x="482257" y="157861"/>
                  </a:lnTo>
                  <a:lnTo>
                    <a:pt x="482257" y="88557"/>
                  </a:lnTo>
                  <a:close/>
                </a:path>
                <a:path w="1183004" h="965835">
                  <a:moveTo>
                    <a:pt x="826960" y="146964"/>
                  </a:moveTo>
                  <a:lnTo>
                    <a:pt x="679551" y="146964"/>
                  </a:lnTo>
                  <a:lnTo>
                    <a:pt x="679551" y="216255"/>
                  </a:lnTo>
                  <a:lnTo>
                    <a:pt x="826960" y="216255"/>
                  </a:lnTo>
                  <a:lnTo>
                    <a:pt x="826960" y="146964"/>
                  </a:lnTo>
                  <a:close/>
                </a:path>
                <a:path w="1183004" h="965835">
                  <a:moveTo>
                    <a:pt x="843254" y="451142"/>
                  </a:moveTo>
                  <a:lnTo>
                    <a:pt x="695858" y="451142"/>
                  </a:lnTo>
                  <a:lnTo>
                    <a:pt x="695858" y="520433"/>
                  </a:lnTo>
                  <a:lnTo>
                    <a:pt x="843254" y="520433"/>
                  </a:lnTo>
                  <a:lnTo>
                    <a:pt x="843254" y="451142"/>
                  </a:lnTo>
                  <a:close/>
                </a:path>
                <a:path w="1183004" h="965835">
                  <a:moveTo>
                    <a:pt x="910170" y="896277"/>
                  </a:moveTo>
                  <a:lnTo>
                    <a:pt x="762762" y="896277"/>
                  </a:lnTo>
                  <a:lnTo>
                    <a:pt x="762762" y="965568"/>
                  </a:lnTo>
                  <a:lnTo>
                    <a:pt x="910170" y="965568"/>
                  </a:lnTo>
                  <a:lnTo>
                    <a:pt x="910170" y="896277"/>
                  </a:lnTo>
                  <a:close/>
                </a:path>
                <a:path w="1183004" h="965835">
                  <a:moveTo>
                    <a:pt x="1121651" y="797102"/>
                  </a:moveTo>
                  <a:lnTo>
                    <a:pt x="974242" y="797102"/>
                  </a:lnTo>
                  <a:lnTo>
                    <a:pt x="974242" y="866406"/>
                  </a:lnTo>
                  <a:lnTo>
                    <a:pt x="1121651" y="866406"/>
                  </a:lnTo>
                  <a:lnTo>
                    <a:pt x="1121651" y="797102"/>
                  </a:lnTo>
                  <a:close/>
                </a:path>
                <a:path w="1183004" h="965835">
                  <a:moveTo>
                    <a:pt x="1150137" y="0"/>
                  </a:moveTo>
                  <a:lnTo>
                    <a:pt x="1002741" y="0"/>
                  </a:lnTo>
                  <a:lnTo>
                    <a:pt x="1002741" y="69291"/>
                  </a:lnTo>
                  <a:lnTo>
                    <a:pt x="1150137" y="69291"/>
                  </a:lnTo>
                  <a:lnTo>
                    <a:pt x="1150137" y="0"/>
                  </a:lnTo>
                  <a:close/>
                </a:path>
                <a:path w="1183004" h="965835">
                  <a:moveTo>
                    <a:pt x="1182814" y="304177"/>
                  </a:moveTo>
                  <a:lnTo>
                    <a:pt x="1035418" y="304177"/>
                  </a:lnTo>
                  <a:lnTo>
                    <a:pt x="1035418" y="373481"/>
                  </a:lnTo>
                  <a:lnTo>
                    <a:pt x="1182814" y="373481"/>
                  </a:lnTo>
                  <a:lnTo>
                    <a:pt x="1182814" y="304177"/>
                  </a:lnTo>
                  <a:close/>
                </a:path>
              </a:pathLst>
            </a:custGeom>
            <a:solidFill>
              <a:srgbClr val="F9D7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" name="object 424" descr=""/>
            <p:cNvSpPr/>
            <p:nvPr/>
          </p:nvSpPr>
          <p:spPr>
            <a:xfrm>
              <a:off x="3976950" y="4530802"/>
              <a:ext cx="1155700" cy="773430"/>
            </a:xfrm>
            <a:custGeom>
              <a:avLst/>
              <a:gdLst/>
              <a:ahLst/>
              <a:cxnLst/>
              <a:rect l="l" t="t" r="r" b="b"/>
              <a:pathLst>
                <a:path w="1155700" h="773429">
                  <a:moveTo>
                    <a:pt x="577804" y="0"/>
                  </a:moveTo>
                  <a:lnTo>
                    <a:pt x="530415" y="1915"/>
                  </a:lnTo>
                  <a:lnTo>
                    <a:pt x="484081" y="7562"/>
                  </a:lnTo>
                  <a:lnTo>
                    <a:pt x="438951" y="16792"/>
                  </a:lnTo>
                  <a:lnTo>
                    <a:pt x="395174" y="29457"/>
                  </a:lnTo>
                  <a:lnTo>
                    <a:pt x="352897" y="45406"/>
                  </a:lnTo>
                  <a:lnTo>
                    <a:pt x="312270" y="64493"/>
                  </a:lnTo>
                  <a:lnTo>
                    <a:pt x="273442" y="86568"/>
                  </a:lnTo>
                  <a:lnTo>
                    <a:pt x="236561" y="111483"/>
                  </a:lnTo>
                  <a:lnTo>
                    <a:pt x="201776" y="139088"/>
                  </a:lnTo>
                  <a:lnTo>
                    <a:pt x="169235" y="169235"/>
                  </a:lnTo>
                  <a:lnTo>
                    <a:pt x="139088" y="201776"/>
                  </a:lnTo>
                  <a:lnTo>
                    <a:pt x="111483" y="236561"/>
                  </a:lnTo>
                  <a:lnTo>
                    <a:pt x="86568" y="273442"/>
                  </a:lnTo>
                  <a:lnTo>
                    <a:pt x="64493" y="312270"/>
                  </a:lnTo>
                  <a:lnTo>
                    <a:pt x="45406" y="352897"/>
                  </a:lnTo>
                  <a:lnTo>
                    <a:pt x="29457" y="395174"/>
                  </a:lnTo>
                  <a:lnTo>
                    <a:pt x="16792" y="438951"/>
                  </a:lnTo>
                  <a:lnTo>
                    <a:pt x="7562" y="484081"/>
                  </a:lnTo>
                  <a:lnTo>
                    <a:pt x="1915" y="530415"/>
                  </a:lnTo>
                  <a:lnTo>
                    <a:pt x="0" y="577804"/>
                  </a:lnTo>
                  <a:lnTo>
                    <a:pt x="2347" y="624241"/>
                  </a:lnTo>
                  <a:lnTo>
                    <a:pt x="9240" y="663163"/>
                  </a:lnTo>
                  <a:lnTo>
                    <a:pt x="35774" y="720749"/>
                  </a:lnTo>
                  <a:lnTo>
                    <a:pt x="77819" y="755139"/>
                  </a:lnTo>
                  <a:lnTo>
                    <a:pt x="133591" y="770910"/>
                  </a:lnTo>
                  <a:lnTo>
                    <a:pt x="166068" y="773245"/>
                  </a:lnTo>
                  <a:lnTo>
                    <a:pt x="201308" y="772641"/>
                  </a:lnTo>
                  <a:lnTo>
                    <a:pt x="239089" y="769672"/>
                  </a:lnTo>
                  <a:lnTo>
                    <a:pt x="279187" y="764909"/>
                  </a:lnTo>
                  <a:lnTo>
                    <a:pt x="321381" y="758924"/>
                  </a:lnTo>
                  <a:lnTo>
                    <a:pt x="411161" y="745580"/>
                  </a:lnTo>
                  <a:lnTo>
                    <a:pt x="458302" y="739365"/>
                  </a:lnTo>
                  <a:lnTo>
                    <a:pt x="506646" y="734217"/>
                  </a:lnTo>
                  <a:lnTo>
                    <a:pt x="555971" y="730708"/>
                  </a:lnTo>
                  <a:lnTo>
                    <a:pt x="606054" y="729412"/>
                  </a:lnTo>
                  <a:lnTo>
                    <a:pt x="658394" y="730851"/>
                  </a:lnTo>
                  <a:lnTo>
                    <a:pt x="708946" y="734718"/>
                  </a:lnTo>
                  <a:lnTo>
                    <a:pt x="757564" y="740342"/>
                  </a:lnTo>
                  <a:lnTo>
                    <a:pt x="804103" y="747049"/>
                  </a:lnTo>
                  <a:lnTo>
                    <a:pt x="890358" y="761020"/>
                  </a:lnTo>
                  <a:lnTo>
                    <a:pt x="929783" y="766938"/>
                  </a:lnTo>
                  <a:lnTo>
                    <a:pt x="966545" y="771247"/>
                  </a:lnTo>
                  <a:lnTo>
                    <a:pt x="1000498" y="773274"/>
                  </a:lnTo>
                  <a:lnTo>
                    <a:pt x="1031496" y="772347"/>
                  </a:lnTo>
                  <a:lnTo>
                    <a:pt x="1084045" y="758937"/>
                  </a:lnTo>
                  <a:lnTo>
                    <a:pt x="1123024" y="725632"/>
                  </a:lnTo>
                  <a:lnTo>
                    <a:pt x="1147268" y="667049"/>
                  </a:lnTo>
                  <a:lnTo>
                    <a:pt x="1153499" y="626595"/>
                  </a:lnTo>
                  <a:lnTo>
                    <a:pt x="1155608" y="577804"/>
                  </a:lnTo>
                  <a:lnTo>
                    <a:pt x="1153693" y="530415"/>
                  </a:lnTo>
                  <a:lnTo>
                    <a:pt x="1148046" y="484081"/>
                  </a:lnTo>
                  <a:lnTo>
                    <a:pt x="1138816" y="438951"/>
                  </a:lnTo>
                  <a:lnTo>
                    <a:pt x="1126151" y="395174"/>
                  </a:lnTo>
                  <a:lnTo>
                    <a:pt x="1110201" y="352897"/>
                  </a:lnTo>
                  <a:lnTo>
                    <a:pt x="1091114" y="312270"/>
                  </a:lnTo>
                  <a:lnTo>
                    <a:pt x="1069039" y="273442"/>
                  </a:lnTo>
                  <a:lnTo>
                    <a:pt x="1044125" y="236561"/>
                  </a:lnTo>
                  <a:lnTo>
                    <a:pt x="1016520" y="201776"/>
                  </a:lnTo>
                  <a:lnTo>
                    <a:pt x="986373" y="169235"/>
                  </a:lnTo>
                  <a:lnTo>
                    <a:pt x="953832" y="139088"/>
                  </a:lnTo>
                  <a:lnTo>
                    <a:pt x="919047" y="111483"/>
                  </a:lnTo>
                  <a:lnTo>
                    <a:pt x="882166" y="86568"/>
                  </a:lnTo>
                  <a:lnTo>
                    <a:pt x="843337" y="64493"/>
                  </a:lnTo>
                  <a:lnTo>
                    <a:pt x="802711" y="45406"/>
                  </a:lnTo>
                  <a:lnTo>
                    <a:pt x="760434" y="29457"/>
                  </a:lnTo>
                  <a:lnTo>
                    <a:pt x="716656" y="16792"/>
                  </a:lnTo>
                  <a:lnTo>
                    <a:pt x="671526" y="7562"/>
                  </a:lnTo>
                  <a:lnTo>
                    <a:pt x="625193" y="1915"/>
                  </a:lnTo>
                  <a:lnTo>
                    <a:pt x="577804" y="0"/>
                  </a:lnTo>
                  <a:close/>
                </a:path>
              </a:pathLst>
            </a:custGeom>
            <a:solidFill>
              <a:srgbClr val="FFDC9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" name="object 425" descr=""/>
            <p:cNvSpPr/>
            <p:nvPr/>
          </p:nvSpPr>
          <p:spPr>
            <a:xfrm>
              <a:off x="4294979" y="5021847"/>
              <a:ext cx="530860" cy="258445"/>
            </a:xfrm>
            <a:custGeom>
              <a:avLst/>
              <a:gdLst/>
              <a:ahLst/>
              <a:cxnLst/>
              <a:rect l="l" t="t" r="r" b="b"/>
              <a:pathLst>
                <a:path w="530860" h="258445">
                  <a:moveTo>
                    <a:pt x="0" y="258128"/>
                  </a:moveTo>
                  <a:lnTo>
                    <a:pt x="530486" y="258128"/>
                  </a:lnTo>
                  <a:lnTo>
                    <a:pt x="530486" y="0"/>
                  </a:lnTo>
                  <a:lnTo>
                    <a:pt x="0" y="0"/>
                  </a:lnTo>
                  <a:lnTo>
                    <a:pt x="0" y="258128"/>
                  </a:lnTo>
                  <a:close/>
                </a:path>
              </a:pathLst>
            </a:custGeom>
            <a:solidFill>
              <a:srgbClr val="FBD285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26" name="object 426" descr="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4485552" y="5115692"/>
              <a:ext cx="149346" cy="149346"/>
            </a:xfrm>
            <a:prstGeom prst="rect">
              <a:avLst/>
            </a:prstGeom>
          </p:spPr>
        </p:pic>
        <p:sp>
          <p:nvSpPr>
            <p:cNvPr id="427" name="object 427" descr=""/>
            <p:cNvSpPr/>
            <p:nvPr/>
          </p:nvSpPr>
          <p:spPr>
            <a:xfrm>
              <a:off x="3897001" y="5088808"/>
              <a:ext cx="398145" cy="191770"/>
            </a:xfrm>
            <a:custGeom>
              <a:avLst/>
              <a:gdLst/>
              <a:ahLst/>
              <a:cxnLst/>
              <a:rect l="l" t="t" r="r" b="b"/>
              <a:pathLst>
                <a:path w="398145" h="191770">
                  <a:moveTo>
                    <a:pt x="0" y="191166"/>
                  </a:moveTo>
                  <a:lnTo>
                    <a:pt x="397977" y="191166"/>
                  </a:lnTo>
                  <a:lnTo>
                    <a:pt x="397977" y="0"/>
                  </a:lnTo>
                  <a:lnTo>
                    <a:pt x="0" y="0"/>
                  </a:lnTo>
                  <a:lnTo>
                    <a:pt x="0" y="191166"/>
                  </a:lnTo>
                  <a:close/>
                </a:path>
              </a:pathLst>
            </a:custGeom>
            <a:solidFill>
              <a:srgbClr val="DBB77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28" name="object 428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009820" y="5124645"/>
              <a:ext cx="104342" cy="131430"/>
            </a:xfrm>
            <a:prstGeom prst="rect">
              <a:avLst/>
            </a:prstGeom>
          </p:spPr>
        </p:pic>
        <p:sp>
          <p:nvSpPr>
            <p:cNvPr id="429" name="object 429" descr=""/>
            <p:cNvSpPr/>
            <p:nvPr/>
          </p:nvSpPr>
          <p:spPr>
            <a:xfrm>
              <a:off x="4825465" y="5088808"/>
              <a:ext cx="387350" cy="191770"/>
            </a:xfrm>
            <a:custGeom>
              <a:avLst/>
              <a:gdLst/>
              <a:ahLst/>
              <a:cxnLst/>
              <a:rect l="l" t="t" r="r" b="b"/>
              <a:pathLst>
                <a:path w="387350" h="191770">
                  <a:moveTo>
                    <a:pt x="0" y="191166"/>
                  </a:moveTo>
                  <a:lnTo>
                    <a:pt x="387035" y="191166"/>
                  </a:lnTo>
                  <a:lnTo>
                    <a:pt x="387035" y="0"/>
                  </a:lnTo>
                  <a:lnTo>
                    <a:pt x="0" y="0"/>
                  </a:lnTo>
                  <a:lnTo>
                    <a:pt x="0" y="191166"/>
                  </a:lnTo>
                  <a:close/>
                </a:path>
              </a:pathLst>
            </a:custGeom>
            <a:solidFill>
              <a:srgbClr val="DBB77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30" name="object 430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995534" y="5124645"/>
              <a:ext cx="104342" cy="131430"/>
            </a:xfrm>
            <a:prstGeom prst="rect">
              <a:avLst/>
            </a:prstGeom>
          </p:spPr>
        </p:pic>
        <p:sp>
          <p:nvSpPr>
            <p:cNvPr id="431" name="object 431" descr=""/>
            <p:cNvSpPr/>
            <p:nvPr/>
          </p:nvSpPr>
          <p:spPr>
            <a:xfrm>
              <a:off x="3855491" y="5021865"/>
              <a:ext cx="1398905" cy="358775"/>
            </a:xfrm>
            <a:custGeom>
              <a:avLst/>
              <a:gdLst/>
              <a:ahLst/>
              <a:cxnLst/>
              <a:rect l="l" t="t" r="r" b="b"/>
              <a:pathLst>
                <a:path w="1398904" h="358775">
                  <a:moveTo>
                    <a:pt x="1012253" y="258114"/>
                  </a:moveTo>
                  <a:lnTo>
                    <a:pt x="389445" y="258114"/>
                  </a:lnTo>
                  <a:lnTo>
                    <a:pt x="389445" y="358482"/>
                  </a:lnTo>
                  <a:lnTo>
                    <a:pt x="1012253" y="358482"/>
                  </a:lnTo>
                  <a:lnTo>
                    <a:pt x="1012253" y="258114"/>
                  </a:lnTo>
                  <a:close/>
                </a:path>
                <a:path w="1398904" h="358775">
                  <a:moveTo>
                    <a:pt x="1398511" y="0"/>
                  </a:moveTo>
                  <a:lnTo>
                    <a:pt x="0" y="0"/>
                  </a:lnTo>
                  <a:lnTo>
                    <a:pt x="0" y="66954"/>
                  </a:lnTo>
                  <a:lnTo>
                    <a:pt x="1398511" y="66954"/>
                  </a:lnTo>
                  <a:lnTo>
                    <a:pt x="1398511" y="0"/>
                  </a:lnTo>
                  <a:close/>
                </a:path>
              </a:pathLst>
            </a:custGeom>
            <a:solidFill>
              <a:srgbClr val="FBD2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" name="object 432" descr=""/>
            <p:cNvSpPr/>
            <p:nvPr/>
          </p:nvSpPr>
          <p:spPr>
            <a:xfrm>
              <a:off x="3715310" y="5279975"/>
              <a:ext cx="530225" cy="100965"/>
            </a:xfrm>
            <a:custGeom>
              <a:avLst/>
              <a:gdLst/>
              <a:ahLst/>
              <a:cxnLst/>
              <a:rect l="l" t="t" r="r" b="b"/>
              <a:pathLst>
                <a:path w="530225" h="100964">
                  <a:moveTo>
                    <a:pt x="529627" y="0"/>
                  </a:moveTo>
                  <a:lnTo>
                    <a:pt x="0" y="0"/>
                  </a:lnTo>
                  <a:lnTo>
                    <a:pt x="0" y="100363"/>
                  </a:lnTo>
                  <a:lnTo>
                    <a:pt x="529627" y="100363"/>
                  </a:lnTo>
                  <a:lnTo>
                    <a:pt x="529627" y="0"/>
                  </a:lnTo>
                  <a:close/>
                </a:path>
              </a:pathLst>
            </a:custGeom>
            <a:solidFill>
              <a:srgbClr val="E6C0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" name="object 433" descr=""/>
            <p:cNvSpPr/>
            <p:nvPr/>
          </p:nvSpPr>
          <p:spPr>
            <a:xfrm>
              <a:off x="4867746" y="5279975"/>
              <a:ext cx="530225" cy="100965"/>
            </a:xfrm>
            <a:custGeom>
              <a:avLst/>
              <a:gdLst/>
              <a:ahLst/>
              <a:cxnLst/>
              <a:rect l="l" t="t" r="r" b="b"/>
              <a:pathLst>
                <a:path w="530225" h="100964">
                  <a:moveTo>
                    <a:pt x="529627" y="0"/>
                  </a:moveTo>
                  <a:lnTo>
                    <a:pt x="0" y="0"/>
                  </a:lnTo>
                  <a:lnTo>
                    <a:pt x="0" y="100363"/>
                  </a:lnTo>
                  <a:lnTo>
                    <a:pt x="529627" y="100363"/>
                  </a:lnTo>
                  <a:lnTo>
                    <a:pt x="529627" y="0"/>
                  </a:lnTo>
                  <a:close/>
                </a:path>
              </a:pathLst>
            </a:custGeom>
            <a:solidFill>
              <a:srgbClr val="DBB7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" name="object 434" descr=""/>
            <p:cNvSpPr/>
            <p:nvPr/>
          </p:nvSpPr>
          <p:spPr>
            <a:xfrm>
              <a:off x="3833888" y="5088807"/>
              <a:ext cx="1459230" cy="384810"/>
            </a:xfrm>
            <a:custGeom>
              <a:avLst/>
              <a:gdLst/>
              <a:ahLst/>
              <a:cxnLst/>
              <a:rect l="l" t="t" r="r" b="b"/>
              <a:pathLst>
                <a:path w="1459229" h="384810">
                  <a:moveTo>
                    <a:pt x="1378610" y="0"/>
                  </a:moveTo>
                  <a:lnTo>
                    <a:pt x="63106" y="0"/>
                  </a:lnTo>
                  <a:lnTo>
                    <a:pt x="63106" y="52552"/>
                  </a:lnTo>
                  <a:lnTo>
                    <a:pt x="1378610" y="52552"/>
                  </a:lnTo>
                  <a:lnTo>
                    <a:pt x="1378610" y="0"/>
                  </a:lnTo>
                  <a:close/>
                </a:path>
                <a:path w="1459229" h="384810">
                  <a:moveTo>
                    <a:pt x="1458785" y="291541"/>
                  </a:moveTo>
                  <a:lnTo>
                    <a:pt x="0" y="291541"/>
                  </a:lnTo>
                  <a:lnTo>
                    <a:pt x="0" y="384733"/>
                  </a:lnTo>
                  <a:lnTo>
                    <a:pt x="1458785" y="384733"/>
                  </a:lnTo>
                  <a:lnTo>
                    <a:pt x="1458785" y="291541"/>
                  </a:lnTo>
                  <a:close/>
                </a:path>
              </a:pathLst>
            </a:custGeom>
            <a:solidFill>
              <a:srgbClr val="EBC47C">
                <a:alpha val="5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" name="object 435" descr=""/>
            <p:cNvSpPr/>
            <p:nvPr/>
          </p:nvSpPr>
          <p:spPr>
            <a:xfrm>
              <a:off x="4333211" y="5570415"/>
              <a:ext cx="492759" cy="780415"/>
            </a:xfrm>
            <a:custGeom>
              <a:avLst/>
              <a:gdLst/>
              <a:ahLst/>
              <a:cxnLst/>
              <a:rect l="l" t="t" r="r" b="b"/>
              <a:pathLst>
                <a:path w="492760" h="780414">
                  <a:moveTo>
                    <a:pt x="246128" y="0"/>
                  </a:moveTo>
                  <a:lnTo>
                    <a:pt x="196233" y="11244"/>
                  </a:lnTo>
                  <a:lnTo>
                    <a:pt x="152149" y="43750"/>
                  </a:lnTo>
                  <a:lnTo>
                    <a:pt x="113810" y="95675"/>
                  </a:lnTo>
                  <a:lnTo>
                    <a:pt x="81148" y="165178"/>
                  </a:lnTo>
                  <a:lnTo>
                    <a:pt x="66925" y="205945"/>
                  </a:lnTo>
                  <a:lnTo>
                    <a:pt x="54096" y="250416"/>
                  </a:lnTo>
                  <a:lnTo>
                    <a:pt x="42653" y="298361"/>
                  </a:lnTo>
                  <a:lnTo>
                    <a:pt x="32588" y="349549"/>
                  </a:lnTo>
                  <a:lnTo>
                    <a:pt x="23892" y="403750"/>
                  </a:lnTo>
                  <a:lnTo>
                    <a:pt x="16557" y="460734"/>
                  </a:lnTo>
                  <a:lnTo>
                    <a:pt x="10574" y="520270"/>
                  </a:lnTo>
                  <a:lnTo>
                    <a:pt x="5935" y="582129"/>
                  </a:lnTo>
                  <a:lnTo>
                    <a:pt x="2632" y="646080"/>
                  </a:lnTo>
                  <a:lnTo>
                    <a:pt x="656" y="711892"/>
                  </a:lnTo>
                  <a:lnTo>
                    <a:pt x="0" y="779337"/>
                  </a:lnTo>
                  <a:lnTo>
                    <a:pt x="0" y="780342"/>
                  </a:lnTo>
                  <a:lnTo>
                    <a:pt x="10" y="779798"/>
                  </a:lnTo>
                  <a:lnTo>
                    <a:pt x="492252" y="779798"/>
                  </a:lnTo>
                  <a:lnTo>
                    <a:pt x="491657" y="711892"/>
                  </a:lnTo>
                  <a:lnTo>
                    <a:pt x="489838" y="646080"/>
                  </a:lnTo>
                  <a:lnTo>
                    <a:pt x="486773" y="582129"/>
                  </a:lnTo>
                  <a:lnTo>
                    <a:pt x="482435" y="520270"/>
                  </a:lnTo>
                  <a:lnTo>
                    <a:pt x="476798" y="460734"/>
                  </a:lnTo>
                  <a:lnTo>
                    <a:pt x="469833" y="403750"/>
                  </a:lnTo>
                  <a:lnTo>
                    <a:pt x="461513" y="349549"/>
                  </a:lnTo>
                  <a:lnTo>
                    <a:pt x="451812" y="298361"/>
                  </a:lnTo>
                  <a:lnTo>
                    <a:pt x="440701" y="250416"/>
                  </a:lnTo>
                  <a:lnTo>
                    <a:pt x="428155" y="205945"/>
                  </a:lnTo>
                  <a:lnTo>
                    <a:pt x="414145" y="165178"/>
                  </a:lnTo>
                  <a:lnTo>
                    <a:pt x="398645" y="128344"/>
                  </a:lnTo>
                  <a:lnTo>
                    <a:pt x="363065" y="67400"/>
                  </a:lnTo>
                  <a:lnTo>
                    <a:pt x="321197" y="24954"/>
                  </a:lnTo>
                  <a:lnTo>
                    <a:pt x="272823" y="2849"/>
                  </a:lnTo>
                  <a:lnTo>
                    <a:pt x="246128" y="0"/>
                  </a:lnTo>
                  <a:close/>
                </a:path>
                <a:path w="492760" h="780414">
                  <a:moveTo>
                    <a:pt x="492252" y="779798"/>
                  </a:moveTo>
                  <a:lnTo>
                    <a:pt x="492257" y="780342"/>
                  </a:lnTo>
                  <a:lnTo>
                    <a:pt x="492252" y="779798"/>
                  </a:lnTo>
                  <a:close/>
                </a:path>
              </a:pathLst>
            </a:custGeom>
            <a:solidFill>
              <a:srgbClr val="806A4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" name="object 436" descr=""/>
            <p:cNvSpPr/>
            <p:nvPr/>
          </p:nvSpPr>
          <p:spPr>
            <a:xfrm>
              <a:off x="4439386" y="5909254"/>
              <a:ext cx="280035" cy="442595"/>
            </a:xfrm>
            <a:custGeom>
              <a:avLst/>
              <a:gdLst/>
              <a:ahLst/>
              <a:cxnLst/>
              <a:rect l="l" t="t" r="r" b="b"/>
              <a:pathLst>
                <a:path w="280035" h="442595">
                  <a:moveTo>
                    <a:pt x="279907" y="440960"/>
                  </a:moveTo>
                  <a:lnTo>
                    <a:pt x="279907" y="442499"/>
                  </a:lnTo>
                  <a:lnTo>
                    <a:pt x="279907" y="440960"/>
                  </a:lnTo>
                  <a:close/>
                </a:path>
                <a:path w="280035" h="442595">
                  <a:moveTo>
                    <a:pt x="16" y="440960"/>
                  </a:moveTo>
                  <a:lnTo>
                    <a:pt x="0" y="441923"/>
                  </a:lnTo>
                  <a:lnTo>
                    <a:pt x="16" y="440960"/>
                  </a:lnTo>
                  <a:close/>
                </a:path>
                <a:path w="280035" h="442595">
                  <a:moveTo>
                    <a:pt x="139953" y="0"/>
                  </a:moveTo>
                  <a:lnTo>
                    <a:pt x="93025" y="18590"/>
                  </a:lnTo>
                  <a:lnTo>
                    <a:pt x="55873" y="70824"/>
                  </a:lnTo>
                  <a:lnTo>
                    <a:pt x="40902" y="107897"/>
                  </a:lnTo>
                  <a:lnTo>
                    <a:pt x="28302" y="151391"/>
                  </a:lnTo>
                  <a:lnTo>
                    <a:pt x="18048" y="200640"/>
                  </a:lnTo>
                  <a:lnTo>
                    <a:pt x="10115" y="254981"/>
                  </a:lnTo>
                  <a:lnTo>
                    <a:pt x="4479" y="313751"/>
                  </a:lnTo>
                  <a:lnTo>
                    <a:pt x="1115" y="376287"/>
                  </a:lnTo>
                  <a:lnTo>
                    <a:pt x="16" y="440960"/>
                  </a:lnTo>
                  <a:lnTo>
                    <a:pt x="279883" y="440960"/>
                  </a:lnTo>
                  <a:lnTo>
                    <a:pt x="278883" y="376287"/>
                  </a:lnTo>
                  <a:lnTo>
                    <a:pt x="275758" y="313751"/>
                  </a:lnTo>
                  <a:lnTo>
                    <a:pt x="270453" y="254981"/>
                  </a:lnTo>
                  <a:lnTo>
                    <a:pt x="262887" y="200640"/>
                  </a:lnTo>
                  <a:lnTo>
                    <a:pt x="252982" y="151391"/>
                  </a:lnTo>
                  <a:lnTo>
                    <a:pt x="240657" y="107897"/>
                  </a:lnTo>
                  <a:lnTo>
                    <a:pt x="225833" y="70824"/>
                  </a:lnTo>
                  <a:lnTo>
                    <a:pt x="188369" y="18590"/>
                  </a:lnTo>
                  <a:lnTo>
                    <a:pt x="139953" y="0"/>
                  </a:lnTo>
                  <a:close/>
                </a:path>
              </a:pathLst>
            </a:custGeom>
            <a:solidFill>
              <a:srgbClr val="8F703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" name="object 437" descr=""/>
            <p:cNvSpPr/>
            <p:nvPr/>
          </p:nvSpPr>
          <p:spPr>
            <a:xfrm>
              <a:off x="3833723" y="5570416"/>
              <a:ext cx="1458595" cy="780415"/>
            </a:xfrm>
            <a:custGeom>
              <a:avLst/>
              <a:gdLst/>
              <a:ahLst/>
              <a:cxnLst/>
              <a:rect l="l" t="t" r="r" b="b"/>
              <a:pathLst>
                <a:path w="1458595" h="780414">
                  <a:moveTo>
                    <a:pt x="246100" y="779818"/>
                  </a:moveTo>
                  <a:lnTo>
                    <a:pt x="245516" y="711911"/>
                  </a:lnTo>
                  <a:lnTo>
                    <a:pt x="243751" y="646112"/>
                  </a:lnTo>
                  <a:lnTo>
                    <a:pt x="240753" y="582180"/>
                  </a:lnTo>
                  <a:lnTo>
                    <a:pt x="236512" y="520331"/>
                  </a:lnTo>
                  <a:lnTo>
                    <a:pt x="230987" y="460806"/>
                  </a:lnTo>
                  <a:lnTo>
                    <a:pt x="224142" y="403834"/>
                  </a:lnTo>
                  <a:lnTo>
                    <a:pt x="215938" y="349643"/>
                  </a:lnTo>
                  <a:lnTo>
                    <a:pt x="206349" y="298462"/>
                  </a:lnTo>
                  <a:lnTo>
                    <a:pt x="195351" y="250520"/>
                  </a:lnTo>
                  <a:lnTo>
                    <a:pt x="182892" y="206044"/>
                  </a:lnTo>
                  <a:lnTo>
                    <a:pt x="168948" y="165277"/>
                  </a:lnTo>
                  <a:lnTo>
                    <a:pt x="153492" y="128447"/>
                  </a:lnTo>
                  <a:lnTo>
                    <a:pt x="117894" y="67487"/>
                  </a:lnTo>
                  <a:lnTo>
                    <a:pt x="75819" y="25019"/>
                  </a:lnTo>
                  <a:lnTo>
                    <a:pt x="27012" y="2870"/>
                  </a:lnTo>
                  <a:lnTo>
                    <a:pt x="0" y="0"/>
                  </a:lnTo>
                  <a:lnTo>
                    <a:pt x="0" y="779818"/>
                  </a:lnTo>
                  <a:lnTo>
                    <a:pt x="246100" y="779818"/>
                  </a:lnTo>
                  <a:close/>
                </a:path>
                <a:path w="1458595" h="780414">
                  <a:moveTo>
                    <a:pt x="246189" y="779818"/>
                  </a:moveTo>
                  <a:lnTo>
                    <a:pt x="246100" y="780338"/>
                  </a:lnTo>
                  <a:lnTo>
                    <a:pt x="246189" y="779818"/>
                  </a:lnTo>
                  <a:close/>
                </a:path>
                <a:path w="1458595" h="780414">
                  <a:moveTo>
                    <a:pt x="1458429" y="0"/>
                  </a:moveTo>
                  <a:lnTo>
                    <a:pt x="1410944" y="11252"/>
                  </a:lnTo>
                  <a:lnTo>
                    <a:pt x="1368259" y="43751"/>
                  </a:lnTo>
                  <a:lnTo>
                    <a:pt x="1330490" y="95681"/>
                  </a:lnTo>
                  <a:lnTo>
                    <a:pt x="1297762" y="165188"/>
                  </a:lnTo>
                  <a:lnTo>
                    <a:pt x="1283322" y="205955"/>
                  </a:lnTo>
                  <a:lnTo>
                    <a:pt x="1270190" y="250431"/>
                  </a:lnTo>
                  <a:lnTo>
                    <a:pt x="1258379" y="298373"/>
                  </a:lnTo>
                  <a:lnTo>
                    <a:pt x="1247889" y="349554"/>
                  </a:lnTo>
                  <a:lnTo>
                    <a:pt x="1238758" y="403758"/>
                  </a:lnTo>
                  <a:lnTo>
                    <a:pt x="1230998" y="460743"/>
                  </a:lnTo>
                  <a:lnTo>
                    <a:pt x="1224610" y="520280"/>
                  </a:lnTo>
                  <a:lnTo>
                    <a:pt x="1219619" y="582142"/>
                  </a:lnTo>
                  <a:lnTo>
                    <a:pt x="1216025" y="646087"/>
                  </a:lnTo>
                  <a:lnTo>
                    <a:pt x="1213866" y="711898"/>
                  </a:lnTo>
                  <a:lnTo>
                    <a:pt x="1213142" y="780338"/>
                  </a:lnTo>
                  <a:lnTo>
                    <a:pt x="1213993" y="779805"/>
                  </a:lnTo>
                  <a:lnTo>
                    <a:pt x="1458429" y="779805"/>
                  </a:lnTo>
                  <a:lnTo>
                    <a:pt x="1458429" y="0"/>
                  </a:lnTo>
                  <a:close/>
                </a:path>
              </a:pathLst>
            </a:custGeom>
            <a:solidFill>
              <a:srgbClr val="806A4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" name="object 438" descr=""/>
            <p:cNvSpPr/>
            <p:nvPr/>
          </p:nvSpPr>
          <p:spPr>
            <a:xfrm>
              <a:off x="4757849" y="5934676"/>
              <a:ext cx="362585" cy="69850"/>
            </a:xfrm>
            <a:custGeom>
              <a:avLst/>
              <a:gdLst/>
              <a:ahLst/>
              <a:cxnLst/>
              <a:rect l="l" t="t" r="r" b="b"/>
              <a:pathLst>
                <a:path w="362585" h="69850">
                  <a:moveTo>
                    <a:pt x="327665" y="0"/>
                  </a:moveTo>
                  <a:lnTo>
                    <a:pt x="34679" y="0"/>
                  </a:lnTo>
                  <a:lnTo>
                    <a:pt x="21212" y="2735"/>
                  </a:lnTo>
                  <a:lnTo>
                    <a:pt x="10185" y="10185"/>
                  </a:lnTo>
                  <a:lnTo>
                    <a:pt x="2735" y="21212"/>
                  </a:lnTo>
                  <a:lnTo>
                    <a:pt x="0" y="34679"/>
                  </a:lnTo>
                  <a:lnTo>
                    <a:pt x="2735" y="48140"/>
                  </a:lnTo>
                  <a:lnTo>
                    <a:pt x="10185" y="59164"/>
                  </a:lnTo>
                  <a:lnTo>
                    <a:pt x="21212" y="66612"/>
                  </a:lnTo>
                  <a:lnTo>
                    <a:pt x="34679" y="69348"/>
                  </a:lnTo>
                  <a:lnTo>
                    <a:pt x="327665" y="69348"/>
                  </a:lnTo>
                  <a:lnTo>
                    <a:pt x="341126" y="66612"/>
                  </a:lnTo>
                  <a:lnTo>
                    <a:pt x="352150" y="59164"/>
                  </a:lnTo>
                  <a:lnTo>
                    <a:pt x="359598" y="48140"/>
                  </a:lnTo>
                  <a:lnTo>
                    <a:pt x="362334" y="34679"/>
                  </a:lnTo>
                  <a:lnTo>
                    <a:pt x="359598" y="21212"/>
                  </a:lnTo>
                  <a:lnTo>
                    <a:pt x="352150" y="10185"/>
                  </a:lnTo>
                  <a:lnTo>
                    <a:pt x="341126" y="2735"/>
                  </a:lnTo>
                  <a:lnTo>
                    <a:pt x="327665" y="0"/>
                  </a:lnTo>
                  <a:close/>
                </a:path>
              </a:pathLst>
            </a:custGeom>
            <a:solidFill>
              <a:srgbClr val="FFDC9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" name="object 439" descr=""/>
            <p:cNvSpPr/>
            <p:nvPr/>
          </p:nvSpPr>
          <p:spPr>
            <a:xfrm>
              <a:off x="3665438" y="6355293"/>
              <a:ext cx="1278255" cy="238125"/>
            </a:xfrm>
            <a:custGeom>
              <a:avLst/>
              <a:gdLst/>
              <a:ahLst/>
              <a:cxnLst/>
              <a:rect l="l" t="t" r="r" b="b"/>
              <a:pathLst>
                <a:path w="1278254" h="238125">
                  <a:moveTo>
                    <a:pt x="0" y="237877"/>
                  </a:moveTo>
                  <a:lnTo>
                    <a:pt x="1278233" y="237877"/>
                  </a:lnTo>
                  <a:lnTo>
                    <a:pt x="1278233" y="0"/>
                  </a:lnTo>
                  <a:lnTo>
                    <a:pt x="0" y="0"/>
                  </a:lnTo>
                  <a:lnTo>
                    <a:pt x="0" y="237877"/>
                  </a:lnTo>
                  <a:close/>
                </a:path>
              </a:pathLst>
            </a:custGeom>
            <a:solidFill>
              <a:srgbClr val="EBC4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" name="object 440" descr=""/>
            <p:cNvSpPr/>
            <p:nvPr/>
          </p:nvSpPr>
          <p:spPr>
            <a:xfrm>
              <a:off x="3665438" y="6452180"/>
              <a:ext cx="1278255" cy="27940"/>
            </a:xfrm>
            <a:custGeom>
              <a:avLst/>
              <a:gdLst/>
              <a:ahLst/>
              <a:cxnLst/>
              <a:rect l="l" t="t" r="r" b="b"/>
              <a:pathLst>
                <a:path w="1278254" h="27939">
                  <a:moveTo>
                    <a:pt x="0" y="27590"/>
                  </a:moveTo>
                  <a:lnTo>
                    <a:pt x="1278233" y="27590"/>
                  </a:lnTo>
                  <a:lnTo>
                    <a:pt x="1278233" y="0"/>
                  </a:lnTo>
                  <a:lnTo>
                    <a:pt x="0" y="0"/>
                  </a:lnTo>
                  <a:lnTo>
                    <a:pt x="0" y="27590"/>
                  </a:lnTo>
                  <a:close/>
                </a:path>
              </a:pathLst>
            </a:custGeom>
            <a:solidFill>
              <a:srgbClr val="E6BE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" name="object 441" descr=""/>
            <p:cNvSpPr/>
            <p:nvPr/>
          </p:nvSpPr>
          <p:spPr>
            <a:xfrm>
              <a:off x="4011365" y="4530800"/>
              <a:ext cx="668655" cy="391795"/>
            </a:xfrm>
            <a:custGeom>
              <a:avLst/>
              <a:gdLst/>
              <a:ahLst/>
              <a:cxnLst/>
              <a:rect l="l" t="t" r="r" b="b"/>
              <a:pathLst>
                <a:path w="668654" h="391795">
                  <a:moveTo>
                    <a:pt x="543386" y="0"/>
                  </a:moveTo>
                  <a:lnTo>
                    <a:pt x="493913" y="2088"/>
                  </a:lnTo>
                  <a:lnTo>
                    <a:pt x="445598" y="8241"/>
                  </a:lnTo>
                  <a:lnTo>
                    <a:pt x="398611" y="18288"/>
                  </a:lnTo>
                  <a:lnTo>
                    <a:pt x="353121" y="32061"/>
                  </a:lnTo>
                  <a:lnTo>
                    <a:pt x="309299" y="49389"/>
                  </a:lnTo>
                  <a:lnTo>
                    <a:pt x="267312" y="70103"/>
                  </a:lnTo>
                  <a:lnTo>
                    <a:pt x="227331" y="94034"/>
                  </a:lnTo>
                  <a:lnTo>
                    <a:pt x="189524" y="121013"/>
                  </a:lnTo>
                  <a:lnTo>
                    <a:pt x="154062" y="150869"/>
                  </a:lnTo>
                  <a:lnTo>
                    <a:pt x="121113" y="183434"/>
                  </a:lnTo>
                  <a:lnTo>
                    <a:pt x="90847" y="218537"/>
                  </a:lnTo>
                  <a:lnTo>
                    <a:pt x="63434" y="256010"/>
                  </a:lnTo>
                  <a:lnTo>
                    <a:pt x="39041" y="295683"/>
                  </a:lnTo>
                  <a:lnTo>
                    <a:pt x="17840" y="337387"/>
                  </a:lnTo>
                  <a:lnTo>
                    <a:pt x="0" y="380951"/>
                  </a:lnTo>
                  <a:lnTo>
                    <a:pt x="31340" y="385426"/>
                  </a:lnTo>
                  <a:lnTo>
                    <a:pt x="63320" y="388676"/>
                  </a:lnTo>
                  <a:lnTo>
                    <a:pt x="95884" y="390658"/>
                  </a:lnTo>
                  <a:lnTo>
                    <a:pt x="128980" y="391328"/>
                  </a:lnTo>
                  <a:lnTo>
                    <a:pt x="187756" y="389216"/>
                  </a:lnTo>
                  <a:lnTo>
                    <a:pt x="244700" y="383026"/>
                  </a:lnTo>
                  <a:lnTo>
                    <a:pt x="299481" y="372978"/>
                  </a:lnTo>
                  <a:lnTo>
                    <a:pt x="351770" y="359292"/>
                  </a:lnTo>
                  <a:lnTo>
                    <a:pt x="401240" y="342186"/>
                  </a:lnTo>
                  <a:lnTo>
                    <a:pt x="447559" y="321882"/>
                  </a:lnTo>
                  <a:lnTo>
                    <a:pt x="490400" y="298597"/>
                  </a:lnTo>
                  <a:lnTo>
                    <a:pt x="529433" y="272552"/>
                  </a:lnTo>
                  <a:lnTo>
                    <a:pt x="564330" y="243966"/>
                  </a:lnTo>
                  <a:lnTo>
                    <a:pt x="594761" y="213059"/>
                  </a:lnTo>
                  <a:lnTo>
                    <a:pt x="620396" y="180051"/>
                  </a:lnTo>
                  <a:lnTo>
                    <a:pt x="640908" y="145160"/>
                  </a:lnTo>
                  <a:lnTo>
                    <a:pt x="655967" y="108607"/>
                  </a:lnTo>
                  <a:lnTo>
                    <a:pt x="665243" y="70611"/>
                  </a:lnTo>
                  <a:lnTo>
                    <a:pt x="668408" y="31391"/>
                  </a:lnTo>
                  <a:lnTo>
                    <a:pt x="668408" y="25381"/>
                  </a:lnTo>
                  <a:lnTo>
                    <a:pt x="606552" y="3434"/>
                  </a:lnTo>
                  <a:lnTo>
                    <a:pt x="543386" y="0"/>
                  </a:lnTo>
                  <a:close/>
                </a:path>
              </a:pathLst>
            </a:custGeom>
            <a:solidFill>
              <a:srgbClr val="FFE6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" name="object 442" descr=""/>
            <p:cNvSpPr/>
            <p:nvPr/>
          </p:nvSpPr>
          <p:spPr>
            <a:xfrm>
              <a:off x="4011358" y="5530894"/>
              <a:ext cx="283845" cy="158750"/>
            </a:xfrm>
            <a:custGeom>
              <a:avLst/>
              <a:gdLst/>
              <a:ahLst/>
              <a:cxnLst/>
              <a:rect l="l" t="t" r="r" b="b"/>
              <a:pathLst>
                <a:path w="283845" h="158750">
                  <a:moveTo>
                    <a:pt x="147396" y="0"/>
                  </a:moveTo>
                  <a:lnTo>
                    <a:pt x="0" y="0"/>
                  </a:lnTo>
                  <a:lnTo>
                    <a:pt x="0" y="69291"/>
                  </a:lnTo>
                  <a:lnTo>
                    <a:pt x="147396" y="69291"/>
                  </a:lnTo>
                  <a:lnTo>
                    <a:pt x="147396" y="0"/>
                  </a:lnTo>
                  <a:close/>
                </a:path>
                <a:path w="283845" h="158750">
                  <a:moveTo>
                    <a:pt x="283616" y="117081"/>
                  </a:moveTo>
                  <a:lnTo>
                    <a:pt x="136220" y="117081"/>
                  </a:lnTo>
                  <a:lnTo>
                    <a:pt x="136220" y="158127"/>
                  </a:lnTo>
                  <a:lnTo>
                    <a:pt x="283616" y="158127"/>
                  </a:lnTo>
                  <a:lnTo>
                    <a:pt x="283616" y="117081"/>
                  </a:lnTo>
                  <a:close/>
                </a:path>
              </a:pathLst>
            </a:custGeom>
            <a:solidFill>
              <a:srgbClr val="F9D7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" name="object 443" descr=""/>
            <p:cNvSpPr/>
            <p:nvPr/>
          </p:nvSpPr>
          <p:spPr>
            <a:xfrm>
              <a:off x="3539860" y="6474232"/>
              <a:ext cx="227329" cy="119380"/>
            </a:xfrm>
            <a:custGeom>
              <a:avLst/>
              <a:gdLst/>
              <a:ahLst/>
              <a:cxnLst/>
              <a:rect l="l" t="t" r="r" b="b"/>
              <a:pathLst>
                <a:path w="227329" h="119379">
                  <a:moveTo>
                    <a:pt x="227008" y="0"/>
                  </a:moveTo>
                  <a:lnTo>
                    <a:pt x="0" y="0"/>
                  </a:lnTo>
                  <a:lnTo>
                    <a:pt x="0" y="118938"/>
                  </a:lnTo>
                  <a:lnTo>
                    <a:pt x="227008" y="118938"/>
                  </a:lnTo>
                  <a:lnTo>
                    <a:pt x="227008" y="0"/>
                  </a:lnTo>
                  <a:close/>
                </a:path>
              </a:pathLst>
            </a:custGeom>
            <a:solidFill>
              <a:srgbClr val="EBC47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44" name="object 444" descr=""/>
          <p:cNvSpPr/>
          <p:nvPr/>
        </p:nvSpPr>
        <p:spPr>
          <a:xfrm>
            <a:off x="2177870" y="5973074"/>
            <a:ext cx="38735" cy="308610"/>
          </a:xfrm>
          <a:custGeom>
            <a:avLst/>
            <a:gdLst/>
            <a:ahLst/>
            <a:cxnLst/>
            <a:rect l="l" t="t" r="r" b="b"/>
            <a:pathLst>
              <a:path w="38735" h="308610">
                <a:moveTo>
                  <a:pt x="38553" y="0"/>
                </a:moveTo>
                <a:lnTo>
                  <a:pt x="0" y="0"/>
                </a:lnTo>
                <a:lnTo>
                  <a:pt x="0" y="308220"/>
                </a:lnTo>
                <a:lnTo>
                  <a:pt x="38553" y="308220"/>
                </a:lnTo>
                <a:lnTo>
                  <a:pt x="38553" y="0"/>
                </a:lnTo>
                <a:close/>
              </a:path>
            </a:pathLst>
          </a:custGeom>
          <a:solidFill>
            <a:srgbClr val="795D29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45" name="object 445" descr=""/>
          <p:cNvGrpSpPr/>
          <p:nvPr/>
        </p:nvGrpSpPr>
        <p:grpSpPr>
          <a:xfrm>
            <a:off x="2548213" y="5529527"/>
            <a:ext cx="1123950" cy="1098550"/>
            <a:chOff x="2548213" y="5529527"/>
            <a:chExt cx="1123950" cy="1098550"/>
          </a:xfrm>
        </p:grpSpPr>
        <p:sp>
          <p:nvSpPr>
            <p:cNvPr id="446" name="object 446" descr=""/>
            <p:cNvSpPr/>
            <p:nvPr/>
          </p:nvSpPr>
          <p:spPr>
            <a:xfrm>
              <a:off x="3065362" y="5529527"/>
              <a:ext cx="59055" cy="132080"/>
            </a:xfrm>
            <a:custGeom>
              <a:avLst/>
              <a:gdLst/>
              <a:ahLst/>
              <a:cxnLst/>
              <a:rect l="l" t="t" r="r" b="b"/>
              <a:pathLst>
                <a:path w="59055" h="132079">
                  <a:moveTo>
                    <a:pt x="0" y="131765"/>
                  </a:moveTo>
                  <a:lnTo>
                    <a:pt x="58678" y="131765"/>
                  </a:lnTo>
                  <a:lnTo>
                    <a:pt x="58678" y="0"/>
                  </a:lnTo>
                  <a:lnTo>
                    <a:pt x="0" y="0"/>
                  </a:lnTo>
                  <a:lnTo>
                    <a:pt x="0" y="131765"/>
                  </a:lnTo>
                  <a:close/>
                </a:path>
              </a:pathLst>
            </a:custGeom>
            <a:solidFill>
              <a:srgbClr val="EFC7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" name="object 447" descr=""/>
            <p:cNvSpPr/>
            <p:nvPr/>
          </p:nvSpPr>
          <p:spPr>
            <a:xfrm>
              <a:off x="3124040" y="5529527"/>
              <a:ext cx="66040" cy="99060"/>
            </a:xfrm>
            <a:custGeom>
              <a:avLst/>
              <a:gdLst/>
              <a:ahLst/>
              <a:cxnLst/>
              <a:rect l="l" t="t" r="r" b="b"/>
              <a:pathLst>
                <a:path w="66039" h="99060">
                  <a:moveTo>
                    <a:pt x="0" y="99052"/>
                  </a:moveTo>
                  <a:lnTo>
                    <a:pt x="65568" y="99052"/>
                  </a:lnTo>
                  <a:lnTo>
                    <a:pt x="65568" y="0"/>
                  </a:lnTo>
                  <a:lnTo>
                    <a:pt x="0" y="0"/>
                  </a:lnTo>
                  <a:lnTo>
                    <a:pt x="0" y="99052"/>
                  </a:lnTo>
                  <a:close/>
                </a:path>
              </a:pathLst>
            </a:custGeom>
            <a:solidFill>
              <a:srgbClr val="DFBA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" name="object 448" descr=""/>
            <p:cNvSpPr/>
            <p:nvPr/>
          </p:nvSpPr>
          <p:spPr>
            <a:xfrm>
              <a:off x="2548204" y="5530792"/>
              <a:ext cx="1123950" cy="1097280"/>
            </a:xfrm>
            <a:custGeom>
              <a:avLst/>
              <a:gdLst/>
              <a:ahLst/>
              <a:cxnLst/>
              <a:rect l="l" t="t" r="r" b="b"/>
              <a:pathLst>
                <a:path w="1123950" h="1097279">
                  <a:moveTo>
                    <a:pt x="1123899" y="97790"/>
                  </a:moveTo>
                  <a:lnTo>
                    <a:pt x="120281" y="97790"/>
                  </a:lnTo>
                  <a:lnTo>
                    <a:pt x="120281" y="0"/>
                  </a:lnTo>
                  <a:lnTo>
                    <a:pt x="0" y="0"/>
                  </a:lnTo>
                  <a:lnTo>
                    <a:pt x="0" y="97790"/>
                  </a:lnTo>
                  <a:lnTo>
                    <a:pt x="0" y="1097280"/>
                  </a:lnTo>
                  <a:lnTo>
                    <a:pt x="1123899" y="1097280"/>
                  </a:lnTo>
                  <a:lnTo>
                    <a:pt x="1123899" y="97790"/>
                  </a:lnTo>
                  <a:close/>
                </a:path>
              </a:pathLst>
            </a:custGeom>
            <a:solidFill>
              <a:srgbClr val="EFC7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" name="object 449" descr=""/>
            <p:cNvSpPr/>
            <p:nvPr/>
          </p:nvSpPr>
          <p:spPr>
            <a:xfrm>
              <a:off x="2548213" y="5530790"/>
              <a:ext cx="668020" cy="835660"/>
            </a:xfrm>
            <a:custGeom>
              <a:avLst/>
              <a:gdLst/>
              <a:ahLst/>
              <a:cxnLst/>
              <a:rect l="l" t="t" r="r" b="b"/>
              <a:pathLst>
                <a:path w="668019" h="835660">
                  <a:moveTo>
                    <a:pt x="120279" y="0"/>
                  </a:moveTo>
                  <a:lnTo>
                    <a:pt x="0" y="0"/>
                  </a:lnTo>
                  <a:lnTo>
                    <a:pt x="0" y="275499"/>
                  </a:lnTo>
                  <a:lnTo>
                    <a:pt x="20238" y="291106"/>
                  </a:lnTo>
                  <a:lnTo>
                    <a:pt x="41570" y="306400"/>
                  </a:lnTo>
                  <a:lnTo>
                    <a:pt x="64130" y="321609"/>
                  </a:lnTo>
                  <a:lnTo>
                    <a:pt x="88049" y="336963"/>
                  </a:lnTo>
                  <a:lnTo>
                    <a:pt x="122057" y="363095"/>
                  </a:lnTo>
                  <a:lnTo>
                    <a:pt x="137944" y="385094"/>
                  </a:lnTo>
                  <a:lnTo>
                    <a:pt x="145613" y="405861"/>
                  </a:lnTo>
                  <a:lnTo>
                    <a:pt x="154967" y="428301"/>
                  </a:lnTo>
                  <a:lnTo>
                    <a:pt x="175912" y="455315"/>
                  </a:lnTo>
                  <a:lnTo>
                    <a:pt x="218349" y="489807"/>
                  </a:lnTo>
                  <a:lnTo>
                    <a:pt x="272077" y="532193"/>
                  </a:lnTo>
                  <a:lnTo>
                    <a:pt x="302174" y="567298"/>
                  </a:lnTo>
                  <a:lnTo>
                    <a:pt x="315357" y="598151"/>
                  </a:lnTo>
                  <a:lnTo>
                    <a:pt x="318341" y="627780"/>
                  </a:lnTo>
                  <a:lnTo>
                    <a:pt x="317843" y="659215"/>
                  </a:lnTo>
                  <a:lnTo>
                    <a:pt x="331158" y="675669"/>
                  </a:lnTo>
                  <a:lnTo>
                    <a:pt x="364446" y="675296"/>
                  </a:lnTo>
                  <a:lnTo>
                    <a:pt x="407720" y="666861"/>
                  </a:lnTo>
                  <a:lnTo>
                    <a:pt x="450994" y="659130"/>
                  </a:lnTo>
                  <a:lnTo>
                    <a:pt x="484282" y="660867"/>
                  </a:lnTo>
                  <a:lnTo>
                    <a:pt x="497597" y="680837"/>
                  </a:lnTo>
                  <a:lnTo>
                    <a:pt x="494013" y="725208"/>
                  </a:lnTo>
                  <a:lnTo>
                    <a:pt x="488605" y="762870"/>
                  </a:lnTo>
                  <a:lnTo>
                    <a:pt x="489389" y="794720"/>
                  </a:lnTo>
                  <a:lnTo>
                    <a:pt x="504382" y="821650"/>
                  </a:lnTo>
                  <a:lnTo>
                    <a:pt x="536367" y="835535"/>
                  </a:lnTo>
                  <a:lnTo>
                    <a:pt x="574523" y="833882"/>
                  </a:lnTo>
                  <a:lnTo>
                    <a:pt x="606484" y="826038"/>
                  </a:lnTo>
                  <a:lnTo>
                    <a:pt x="619886" y="821346"/>
                  </a:lnTo>
                  <a:lnTo>
                    <a:pt x="667864" y="97724"/>
                  </a:lnTo>
                  <a:lnTo>
                    <a:pt x="120279" y="97724"/>
                  </a:lnTo>
                  <a:lnTo>
                    <a:pt x="120279" y="0"/>
                  </a:lnTo>
                  <a:close/>
                </a:path>
              </a:pathLst>
            </a:custGeom>
            <a:solidFill>
              <a:srgbClr val="EFC0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" name="object 450" descr=""/>
            <p:cNvSpPr/>
            <p:nvPr/>
          </p:nvSpPr>
          <p:spPr>
            <a:xfrm>
              <a:off x="3123311" y="5530792"/>
              <a:ext cx="549275" cy="1097280"/>
            </a:xfrm>
            <a:custGeom>
              <a:avLst/>
              <a:gdLst/>
              <a:ahLst/>
              <a:cxnLst/>
              <a:rect l="l" t="t" r="r" b="b"/>
              <a:pathLst>
                <a:path w="549275" h="1097279">
                  <a:moveTo>
                    <a:pt x="548792" y="0"/>
                  </a:moveTo>
                  <a:lnTo>
                    <a:pt x="447306" y="0"/>
                  </a:lnTo>
                  <a:lnTo>
                    <a:pt x="447306" y="97790"/>
                  </a:lnTo>
                  <a:lnTo>
                    <a:pt x="0" y="97790"/>
                  </a:lnTo>
                  <a:lnTo>
                    <a:pt x="0" y="1097280"/>
                  </a:lnTo>
                  <a:lnTo>
                    <a:pt x="548792" y="1097280"/>
                  </a:lnTo>
                  <a:lnTo>
                    <a:pt x="548792" y="97790"/>
                  </a:lnTo>
                  <a:lnTo>
                    <a:pt x="548792" y="0"/>
                  </a:lnTo>
                  <a:close/>
                </a:path>
              </a:pathLst>
            </a:custGeom>
            <a:solidFill>
              <a:srgbClr val="DFBA7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51" name="object 451" descr=""/>
          <p:cNvGrpSpPr/>
          <p:nvPr/>
        </p:nvGrpSpPr>
        <p:grpSpPr>
          <a:xfrm>
            <a:off x="2219900" y="6174168"/>
            <a:ext cx="254635" cy="58419"/>
            <a:chOff x="2219900" y="6174168"/>
            <a:chExt cx="254635" cy="58419"/>
          </a:xfrm>
        </p:grpSpPr>
        <p:sp>
          <p:nvSpPr>
            <p:cNvPr id="452" name="object 452" descr=""/>
            <p:cNvSpPr/>
            <p:nvPr/>
          </p:nvSpPr>
          <p:spPr>
            <a:xfrm>
              <a:off x="2271553" y="6174168"/>
              <a:ext cx="202565" cy="58419"/>
            </a:xfrm>
            <a:custGeom>
              <a:avLst/>
              <a:gdLst/>
              <a:ahLst/>
              <a:cxnLst/>
              <a:rect l="l" t="t" r="r" b="b"/>
              <a:pathLst>
                <a:path w="202564" h="58420">
                  <a:moveTo>
                    <a:pt x="0" y="57820"/>
                  </a:moveTo>
                  <a:lnTo>
                    <a:pt x="202381" y="57820"/>
                  </a:lnTo>
                  <a:lnTo>
                    <a:pt x="202381" y="0"/>
                  </a:lnTo>
                  <a:lnTo>
                    <a:pt x="0" y="0"/>
                  </a:lnTo>
                  <a:lnTo>
                    <a:pt x="0" y="57820"/>
                  </a:lnTo>
                  <a:close/>
                </a:path>
              </a:pathLst>
            </a:custGeom>
            <a:solidFill>
              <a:srgbClr val="6944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" name="object 453" descr=""/>
            <p:cNvSpPr/>
            <p:nvPr/>
          </p:nvSpPr>
          <p:spPr>
            <a:xfrm>
              <a:off x="2219900" y="6174168"/>
              <a:ext cx="52069" cy="58419"/>
            </a:xfrm>
            <a:custGeom>
              <a:avLst/>
              <a:gdLst/>
              <a:ahLst/>
              <a:cxnLst/>
              <a:rect l="l" t="t" r="r" b="b"/>
              <a:pathLst>
                <a:path w="52069" h="58420">
                  <a:moveTo>
                    <a:pt x="0" y="57820"/>
                  </a:moveTo>
                  <a:lnTo>
                    <a:pt x="51652" y="57820"/>
                  </a:lnTo>
                  <a:lnTo>
                    <a:pt x="51652" y="0"/>
                  </a:lnTo>
                  <a:lnTo>
                    <a:pt x="0" y="0"/>
                  </a:lnTo>
                  <a:lnTo>
                    <a:pt x="0" y="57820"/>
                  </a:lnTo>
                  <a:close/>
                </a:path>
              </a:pathLst>
            </a:custGeom>
            <a:solidFill>
              <a:srgbClr val="754B23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54" name="object 454" descr=""/>
          <p:cNvGrpSpPr/>
          <p:nvPr/>
        </p:nvGrpSpPr>
        <p:grpSpPr>
          <a:xfrm>
            <a:off x="2020603" y="6231988"/>
            <a:ext cx="1654175" cy="938530"/>
            <a:chOff x="2020603" y="6231988"/>
            <a:chExt cx="1654175" cy="938530"/>
          </a:xfrm>
        </p:grpSpPr>
        <p:sp>
          <p:nvSpPr>
            <p:cNvPr id="455" name="object 455" descr=""/>
            <p:cNvSpPr/>
            <p:nvPr/>
          </p:nvSpPr>
          <p:spPr>
            <a:xfrm>
              <a:off x="3123088" y="6231988"/>
              <a:ext cx="551180" cy="938530"/>
            </a:xfrm>
            <a:custGeom>
              <a:avLst/>
              <a:gdLst/>
              <a:ahLst/>
              <a:cxnLst/>
              <a:rect l="l" t="t" r="r" b="b"/>
              <a:pathLst>
                <a:path w="551179" h="938529">
                  <a:moveTo>
                    <a:pt x="0" y="938065"/>
                  </a:moveTo>
                  <a:lnTo>
                    <a:pt x="551103" y="938065"/>
                  </a:lnTo>
                  <a:lnTo>
                    <a:pt x="551103" y="0"/>
                  </a:lnTo>
                  <a:lnTo>
                    <a:pt x="0" y="0"/>
                  </a:lnTo>
                  <a:lnTo>
                    <a:pt x="0" y="938065"/>
                  </a:lnTo>
                  <a:close/>
                </a:path>
              </a:pathLst>
            </a:custGeom>
            <a:solidFill>
              <a:srgbClr val="DFBA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" name="object 456" descr=""/>
            <p:cNvSpPr/>
            <p:nvPr/>
          </p:nvSpPr>
          <p:spPr>
            <a:xfrm>
              <a:off x="3334085" y="6896081"/>
              <a:ext cx="338455" cy="269875"/>
            </a:xfrm>
            <a:custGeom>
              <a:avLst/>
              <a:gdLst/>
              <a:ahLst/>
              <a:cxnLst/>
              <a:rect l="l" t="t" r="r" b="b"/>
              <a:pathLst>
                <a:path w="338454" h="269875">
                  <a:moveTo>
                    <a:pt x="212362" y="0"/>
                  </a:moveTo>
                  <a:lnTo>
                    <a:pt x="156267" y="2754"/>
                  </a:lnTo>
                  <a:lnTo>
                    <a:pt x="116242" y="10687"/>
                  </a:lnTo>
                  <a:lnTo>
                    <a:pt x="100970" y="25827"/>
                  </a:lnTo>
                  <a:lnTo>
                    <a:pt x="98371" y="58503"/>
                  </a:lnTo>
                  <a:lnTo>
                    <a:pt x="89841" y="84676"/>
                  </a:lnTo>
                  <a:lnTo>
                    <a:pt x="74285" y="102056"/>
                  </a:lnTo>
                  <a:lnTo>
                    <a:pt x="50605" y="108358"/>
                  </a:lnTo>
                  <a:lnTo>
                    <a:pt x="30777" y="126713"/>
                  </a:lnTo>
                  <a:lnTo>
                    <a:pt x="14559" y="170758"/>
                  </a:lnTo>
                  <a:lnTo>
                    <a:pt x="3713" y="223966"/>
                  </a:lnTo>
                  <a:lnTo>
                    <a:pt x="0" y="269809"/>
                  </a:lnTo>
                  <a:lnTo>
                    <a:pt x="338021" y="269809"/>
                  </a:lnTo>
                  <a:lnTo>
                    <a:pt x="338021" y="1911"/>
                  </a:lnTo>
                  <a:lnTo>
                    <a:pt x="275841" y="395"/>
                  </a:lnTo>
                  <a:lnTo>
                    <a:pt x="212362" y="0"/>
                  </a:lnTo>
                  <a:close/>
                </a:path>
              </a:pathLst>
            </a:custGeom>
            <a:solidFill>
              <a:srgbClr val="D3B0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" name="object 457" descr=""/>
            <p:cNvSpPr/>
            <p:nvPr/>
          </p:nvSpPr>
          <p:spPr>
            <a:xfrm>
              <a:off x="3255691" y="6485634"/>
              <a:ext cx="327025" cy="20955"/>
            </a:xfrm>
            <a:custGeom>
              <a:avLst/>
              <a:gdLst/>
              <a:ahLst/>
              <a:cxnLst/>
              <a:rect l="l" t="t" r="r" b="b"/>
              <a:pathLst>
                <a:path w="327025" h="20954">
                  <a:moveTo>
                    <a:pt x="326890" y="0"/>
                  </a:moveTo>
                  <a:lnTo>
                    <a:pt x="0" y="0"/>
                  </a:lnTo>
                  <a:lnTo>
                    <a:pt x="0" y="20816"/>
                  </a:lnTo>
                  <a:lnTo>
                    <a:pt x="326890" y="20816"/>
                  </a:lnTo>
                  <a:lnTo>
                    <a:pt x="326890" y="0"/>
                  </a:lnTo>
                  <a:close/>
                </a:path>
              </a:pathLst>
            </a:custGeom>
            <a:solidFill>
              <a:srgbClr val="6241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" name="object 458" descr=""/>
            <p:cNvSpPr/>
            <p:nvPr/>
          </p:nvSpPr>
          <p:spPr>
            <a:xfrm>
              <a:off x="2120542" y="6231988"/>
              <a:ext cx="1002665" cy="938530"/>
            </a:xfrm>
            <a:custGeom>
              <a:avLst/>
              <a:gdLst/>
              <a:ahLst/>
              <a:cxnLst/>
              <a:rect l="l" t="t" r="r" b="b"/>
              <a:pathLst>
                <a:path w="1002664" h="938529">
                  <a:moveTo>
                    <a:pt x="1002545" y="0"/>
                  </a:moveTo>
                  <a:lnTo>
                    <a:pt x="0" y="0"/>
                  </a:lnTo>
                  <a:lnTo>
                    <a:pt x="0" y="938065"/>
                  </a:lnTo>
                  <a:lnTo>
                    <a:pt x="1002545" y="938065"/>
                  </a:lnTo>
                  <a:lnTo>
                    <a:pt x="1002545" y="0"/>
                  </a:lnTo>
                  <a:close/>
                </a:path>
              </a:pathLst>
            </a:custGeom>
            <a:solidFill>
              <a:srgbClr val="EFC7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" name="object 459" descr=""/>
            <p:cNvSpPr/>
            <p:nvPr/>
          </p:nvSpPr>
          <p:spPr>
            <a:xfrm>
              <a:off x="2701792" y="6656027"/>
              <a:ext cx="265430" cy="449580"/>
            </a:xfrm>
            <a:custGeom>
              <a:avLst/>
              <a:gdLst/>
              <a:ahLst/>
              <a:cxnLst/>
              <a:rect l="l" t="t" r="r" b="b"/>
              <a:pathLst>
                <a:path w="265430" h="449579">
                  <a:moveTo>
                    <a:pt x="264955" y="0"/>
                  </a:moveTo>
                  <a:lnTo>
                    <a:pt x="0" y="0"/>
                  </a:lnTo>
                  <a:lnTo>
                    <a:pt x="0" y="449420"/>
                  </a:lnTo>
                  <a:lnTo>
                    <a:pt x="264955" y="449420"/>
                  </a:lnTo>
                  <a:lnTo>
                    <a:pt x="264955" y="0"/>
                  </a:lnTo>
                  <a:close/>
                </a:path>
              </a:pathLst>
            </a:custGeom>
            <a:solidFill>
              <a:srgbClr val="D1A4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" name="object 460" descr=""/>
            <p:cNvSpPr/>
            <p:nvPr/>
          </p:nvSpPr>
          <p:spPr>
            <a:xfrm>
              <a:off x="2738618" y="6686047"/>
              <a:ext cx="216535" cy="419734"/>
            </a:xfrm>
            <a:custGeom>
              <a:avLst/>
              <a:gdLst/>
              <a:ahLst/>
              <a:cxnLst/>
              <a:rect l="l" t="t" r="r" b="b"/>
              <a:pathLst>
                <a:path w="216535" h="419734">
                  <a:moveTo>
                    <a:pt x="216045" y="0"/>
                  </a:moveTo>
                  <a:lnTo>
                    <a:pt x="0" y="0"/>
                  </a:lnTo>
                  <a:lnTo>
                    <a:pt x="0" y="419400"/>
                  </a:lnTo>
                  <a:lnTo>
                    <a:pt x="216045" y="419400"/>
                  </a:lnTo>
                  <a:lnTo>
                    <a:pt x="216045" y="0"/>
                  </a:lnTo>
                  <a:close/>
                </a:path>
              </a:pathLst>
            </a:custGeom>
            <a:solidFill>
              <a:srgbClr val="754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" name="object 461" descr=""/>
            <p:cNvSpPr/>
            <p:nvPr/>
          </p:nvSpPr>
          <p:spPr>
            <a:xfrm>
              <a:off x="2764967" y="6702164"/>
              <a:ext cx="174625" cy="387350"/>
            </a:xfrm>
            <a:custGeom>
              <a:avLst/>
              <a:gdLst/>
              <a:ahLst/>
              <a:cxnLst/>
              <a:rect l="l" t="t" r="r" b="b"/>
              <a:pathLst>
                <a:path w="174625" h="387350">
                  <a:moveTo>
                    <a:pt x="22250" y="0"/>
                  </a:moveTo>
                  <a:lnTo>
                    <a:pt x="0" y="0"/>
                  </a:lnTo>
                  <a:lnTo>
                    <a:pt x="0" y="387172"/>
                  </a:lnTo>
                  <a:lnTo>
                    <a:pt x="22250" y="387172"/>
                  </a:lnTo>
                  <a:lnTo>
                    <a:pt x="22250" y="0"/>
                  </a:lnTo>
                  <a:close/>
                </a:path>
                <a:path w="174625" h="387350">
                  <a:moveTo>
                    <a:pt x="72834" y="0"/>
                  </a:moveTo>
                  <a:lnTo>
                    <a:pt x="50584" y="0"/>
                  </a:lnTo>
                  <a:lnTo>
                    <a:pt x="50584" y="387172"/>
                  </a:lnTo>
                  <a:lnTo>
                    <a:pt x="72834" y="387172"/>
                  </a:lnTo>
                  <a:lnTo>
                    <a:pt x="72834" y="0"/>
                  </a:lnTo>
                  <a:close/>
                </a:path>
                <a:path w="174625" h="387350">
                  <a:moveTo>
                    <a:pt x="123418" y="0"/>
                  </a:moveTo>
                  <a:lnTo>
                    <a:pt x="101168" y="0"/>
                  </a:lnTo>
                  <a:lnTo>
                    <a:pt x="101168" y="387172"/>
                  </a:lnTo>
                  <a:lnTo>
                    <a:pt x="123418" y="387172"/>
                  </a:lnTo>
                  <a:lnTo>
                    <a:pt x="123418" y="0"/>
                  </a:lnTo>
                  <a:close/>
                </a:path>
                <a:path w="174625" h="387350">
                  <a:moveTo>
                    <a:pt x="174015" y="0"/>
                  </a:moveTo>
                  <a:lnTo>
                    <a:pt x="151765" y="0"/>
                  </a:lnTo>
                  <a:lnTo>
                    <a:pt x="151765" y="387172"/>
                  </a:lnTo>
                  <a:lnTo>
                    <a:pt x="174015" y="387172"/>
                  </a:lnTo>
                  <a:lnTo>
                    <a:pt x="174015" y="0"/>
                  </a:lnTo>
                  <a:close/>
                </a:path>
              </a:pathLst>
            </a:custGeom>
            <a:solidFill>
              <a:srgbClr val="86562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2" name="object 462" descr="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2216433" y="6640027"/>
              <a:ext cx="174999" cy="183104"/>
            </a:xfrm>
            <a:prstGeom prst="rect">
              <a:avLst/>
            </a:prstGeom>
          </p:spPr>
        </p:pic>
        <p:sp>
          <p:nvSpPr>
            <p:cNvPr id="463" name="object 463" descr=""/>
            <p:cNvSpPr/>
            <p:nvPr/>
          </p:nvSpPr>
          <p:spPr>
            <a:xfrm>
              <a:off x="2151672" y="6464818"/>
              <a:ext cx="387350" cy="290195"/>
            </a:xfrm>
            <a:custGeom>
              <a:avLst/>
              <a:gdLst/>
              <a:ahLst/>
              <a:cxnLst/>
              <a:rect l="l" t="t" r="r" b="b"/>
              <a:pathLst>
                <a:path w="387350" h="290195">
                  <a:moveTo>
                    <a:pt x="387024" y="0"/>
                  </a:moveTo>
                  <a:lnTo>
                    <a:pt x="0" y="0"/>
                  </a:lnTo>
                  <a:lnTo>
                    <a:pt x="0" y="290169"/>
                  </a:lnTo>
                  <a:lnTo>
                    <a:pt x="387024" y="290169"/>
                  </a:lnTo>
                  <a:lnTo>
                    <a:pt x="387024" y="0"/>
                  </a:lnTo>
                  <a:close/>
                </a:path>
              </a:pathLst>
            </a:custGeom>
            <a:solidFill>
              <a:srgbClr val="DFBA77">
                <a:alpha val="619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" name="object 464" descr=""/>
            <p:cNvSpPr/>
            <p:nvPr/>
          </p:nvSpPr>
          <p:spPr>
            <a:xfrm>
              <a:off x="3287397" y="6633661"/>
              <a:ext cx="269875" cy="185420"/>
            </a:xfrm>
            <a:custGeom>
              <a:avLst/>
              <a:gdLst/>
              <a:ahLst/>
              <a:cxnLst/>
              <a:rect l="l" t="t" r="r" b="b"/>
              <a:pathLst>
                <a:path w="269875" h="185420">
                  <a:moveTo>
                    <a:pt x="269646" y="0"/>
                  </a:moveTo>
                  <a:lnTo>
                    <a:pt x="0" y="0"/>
                  </a:lnTo>
                  <a:lnTo>
                    <a:pt x="0" y="185418"/>
                  </a:lnTo>
                  <a:lnTo>
                    <a:pt x="269646" y="185418"/>
                  </a:lnTo>
                  <a:lnTo>
                    <a:pt x="269646" y="0"/>
                  </a:lnTo>
                  <a:close/>
                </a:path>
              </a:pathLst>
            </a:custGeom>
            <a:solidFill>
              <a:srgbClr val="EFC8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" name="object 465" descr=""/>
            <p:cNvSpPr/>
            <p:nvPr/>
          </p:nvSpPr>
          <p:spPr>
            <a:xfrm>
              <a:off x="3305815" y="6656027"/>
              <a:ext cx="233045" cy="151130"/>
            </a:xfrm>
            <a:custGeom>
              <a:avLst/>
              <a:gdLst/>
              <a:ahLst/>
              <a:cxnLst/>
              <a:rect l="l" t="t" r="r" b="b"/>
              <a:pathLst>
                <a:path w="233045" h="151129">
                  <a:moveTo>
                    <a:pt x="232820" y="0"/>
                  </a:moveTo>
                  <a:lnTo>
                    <a:pt x="0" y="0"/>
                  </a:lnTo>
                  <a:lnTo>
                    <a:pt x="0" y="151105"/>
                  </a:lnTo>
                  <a:lnTo>
                    <a:pt x="232820" y="151105"/>
                  </a:lnTo>
                  <a:lnTo>
                    <a:pt x="232820" y="0"/>
                  </a:lnTo>
                  <a:close/>
                </a:path>
              </a:pathLst>
            </a:custGeom>
            <a:solidFill>
              <a:srgbClr val="AC91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" name="object 466" descr=""/>
            <p:cNvSpPr/>
            <p:nvPr/>
          </p:nvSpPr>
          <p:spPr>
            <a:xfrm>
              <a:off x="3305805" y="6679147"/>
              <a:ext cx="194945" cy="115570"/>
            </a:xfrm>
            <a:custGeom>
              <a:avLst/>
              <a:gdLst/>
              <a:ahLst/>
              <a:cxnLst/>
              <a:rect l="l" t="t" r="r" b="b"/>
              <a:pathLst>
                <a:path w="194945" h="115570">
                  <a:moveTo>
                    <a:pt x="194475" y="0"/>
                  </a:moveTo>
                  <a:lnTo>
                    <a:pt x="0" y="0"/>
                  </a:lnTo>
                  <a:lnTo>
                    <a:pt x="0" y="115263"/>
                  </a:lnTo>
                  <a:lnTo>
                    <a:pt x="194475" y="115263"/>
                  </a:lnTo>
                  <a:lnTo>
                    <a:pt x="194475" y="0"/>
                  </a:lnTo>
                  <a:close/>
                </a:path>
              </a:pathLst>
            </a:custGeom>
            <a:solidFill>
              <a:srgbClr val="6241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" name="object 467" descr=""/>
            <p:cNvSpPr/>
            <p:nvPr/>
          </p:nvSpPr>
          <p:spPr>
            <a:xfrm>
              <a:off x="3255691" y="6503327"/>
              <a:ext cx="304800" cy="231140"/>
            </a:xfrm>
            <a:custGeom>
              <a:avLst/>
              <a:gdLst/>
              <a:ahLst/>
              <a:cxnLst/>
              <a:rect l="l" t="t" r="r" b="b"/>
              <a:pathLst>
                <a:path w="304800" h="231140">
                  <a:moveTo>
                    <a:pt x="0" y="0"/>
                  </a:moveTo>
                  <a:lnTo>
                    <a:pt x="0" y="230945"/>
                  </a:lnTo>
                  <a:lnTo>
                    <a:pt x="304262" y="230432"/>
                  </a:lnTo>
                  <a:lnTo>
                    <a:pt x="304262" y="31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BA77">
                <a:alpha val="619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" name="object 468" descr=""/>
            <p:cNvSpPr/>
            <p:nvPr/>
          </p:nvSpPr>
          <p:spPr>
            <a:xfrm>
              <a:off x="2382571" y="6589719"/>
              <a:ext cx="120650" cy="100965"/>
            </a:xfrm>
            <a:custGeom>
              <a:avLst/>
              <a:gdLst/>
              <a:ahLst/>
              <a:cxnLst/>
              <a:rect l="l" t="t" r="r" b="b"/>
              <a:pathLst>
                <a:path w="120650" h="100965">
                  <a:moveTo>
                    <a:pt x="0" y="0"/>
                  </a:moveTo>
                  <a:lnTo>
                    <a:pt x="120268" y="100614"/>
                  </a:lnTo>
                </a:path>
              </a:pathLst>
            </a:custGeom>
            <a:ln w="38658">
              <a:solidFill>
                <a:srgbClr val="5F381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9" name="object 469" descr=""/>
            <p:cNvSpPr/>
            <p:nvPr/>
          </p:nvSpPr>
          <p:spPr>
            <a:xfrm>
              <a:off x="2044886" y="6589719"/>
              <a:ext cx="120650" cy="100965"/>
            </a:xfrm>
            <a:custGeom>
              <a:avLst/>
              <a:gdLst/>
              <a:ahLst/>
              <a:cxnLst/>
              <a:rect l="l" t="t" r="r" b="b"/>
              <a:pathLst>
                <a:path w="120650" h="100965">
                  <a:moveTo>
                    <a:pt x="0" y="0"/>
                  </a:moveTo>
                  <a:lnTo>
                    <a:pt x="120268" y="100614"/>
                  </a:lnTo>
                </a:path>
              </a:pathLst>
            </a:custGeom>
            <a:ln w="38658">
              <a:solidFill>
                <a:srgbClr val="5F381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0" name="object 470" descr=""/>
            <p:cNvSpPr/>
            <p:nvPr/>
          </p:nvSpPr>
          <p:spPr>
            <a:xfrm>
              <a:off x="2020603" y="6462983"/>
              <a:ext cx="518159" cy="128270"/>
            </a:xfrm>
            <a:custGeom>
              <a:avLst/>
              <a:gdLst/>
              <a:ahLst/>
              <a:cxnLst/>
              <a:rect l="l" t="t" r="r" b="b"/>
              <a:pathLst>
                <a:path w="518160" h="128270">
                  <a:moveTo>
                    <a:pt x="518088" y="0"/>
                  </a:moveTo>
                  <a:lnTo>
                    <a:pt x="132624" y="0"/>
                  </a:lnTo>
                  <a:lnTo>
                    <a:pt x="103252" y="41112"/>
                  </a:lnTo>
                  <a:lnTo>
                    <a:pt x="71188" y="75175"/>
                  </a:lnTo>
                  <a:lnTo>
                    <a:pt x="36687" y="103599"/>
                  </a:lnTo>
                  <a:lnTo>
                    <a:pt x="0" y="127797"/>
                  </a:lnTo>
                  <a:lnTo>
                    <a:pt x="395506" y="127797"/>
                  </a:lnTo>
                  <a:lnTo>
                    <a:pt x="427836" y="104657"/>
                  </a:lnTo>
                  <a:lnTo>
                    <a:pt x="458945" y="75175"/>
                  </a:lnTo>
                  <a:lnTo>
                    <a:pt x="488980" y="40055"/>
                  </a:lnTo>
                  <a:lnTo>
                    <a:pt x="518088" y="0"/>
                  </a:lnTo>
                  <a:close/>
                </a:path>
              </a:pathLst>
            </a:custGeom>
            <a:solidFill>
              <a:srgbClr val="89183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1" name="object 471" descr="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2091144" y="6462983"/>
              <a:ext cx="396279" cy="127797"/>
            </a:xfrm>
            <a:prstGeom prst="rect">
              <a:avLst/>
            </a:prstGeom>
          </p:spPr>
        </p:pic>
        <p:sp>
          <p:nvSpPr>
            <p:cNvPr id="472" name="object 472" descr=""/>
            <p:cNvSpPr/>
            <p:nvPr/>
          </p:nvSpPr>
          <p:spPr>
            <a:xfrm>
              <a:off x="2020606" y="6589716"/>
              <a:ext cx="394970" cy="46355"/>
            </a:xfrm>
            <a:custGeom>
              <a:avLst/>
              <a:gdLst/>
              <a:ahLst/>
              <a:cxnLst/>
              <a:rect l="l" t="t" r="r" b="b"/>
              <a:pathLst>
                <a:path w="394969" h="46354">
                  <a:moveTo>
                    <a:pt x="394731" y="0"/>
                  </a:moveTo>
                  <a:lnTo>
                    <a:pt x="0" y="0"/>
                  </a:lnTo>
                  <a:lnTo>
                    <a:pt x="0" y="42407"/>
                  </a:lnTo>
                  <a:lnTo>
                    <a:pt x="38412" y="44386"/>
                  </a:lnTo>
                  <a:lnTo>
                    <a:pt x="80860" y="45634"/>
                  </a:lnTo>
                  <a:lnTo>
                    <a:pt x="126887" y="46235"/>
                  </a:lnTo>
                  <a:lnTo>
                    <a:pt x="176036" y="46270"/>
                  </a:lnTo>
                  <a:lnTo>
                    <a:pt x="227852" y="45823"/>
                  </a:lnTo>
                  <a:lnTo>
                    <a:pt x="281877" y="44975"/>
                  </a:lnTo>
                  <a:lnTo>
                    <a:pt x="394731" y="42407"/>
                  </a:lnTo>
                  <a:lnTo>
                    <a:pt x="394731" y="0"/>
                  </a:lnTo>
                  <a:close/>
                </a:path>
              </a:pathLst>
            </a:custGeom>
            <a:solidFill>
              <a:srgbClr val="82002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" name="object 473" descr=""/>
            <p:cNvSpPr/>
            <p:nvPr/>
          </p:nvSpPr>
          <p:spPr>
            <a:xfrm>
              <a:off x="2177859" y="6587407"/>
              <a:ext cx="945515" cy="546735"/>
            </a:xfrm>
            <a:custGeom>
              <a:avLst/>
              <a:gdLst/>
              <a:ahLst/>
              <a:cxnLst/>
              <a:rect l="l" t="t" r="r" b="b"/>
              <a:pathLst>
                <a:path w="945514" h="546734">
                  <a:moveTo>
                    <a:pt x="140322" y="471068"/>
                  </a:moveTo>
                  <a:lnTo>
                    <a:pt x="0" y="471068"/>
                  </a:lnTo>
                  <a:lnTo>
                    <a:pt x="0" y="546519"/>
                  </a:lnTo>
                  <a:lnTo>
                    <a:pt x="140322" y="546519"/>
                  </a:lnTo>
                  <a:lnTo>
                    <a:pt x="140322" y="471068"/>
                  </a:lnTo>
                  <a:close/>
                </a:path>
                <a:path w="945514" h="546734">
                  <a:moveTo>
                    <a:pt x="324980" y="343662"/>
                  </a:moveTo>
                  <a:lnTo>
                    <a:pt x="184658" y="343662"/>
                  </a:lnTo>
                  <a:lnTo>
                    <a:pt x="184658" y="419112"/>
                  </a:lnTo>
                  <a:lnTo>
                    <a:pt x="324980" y="419112"/>
                  </a:lnTo>
                  <a:lnTo>
                    <a:pt x="324980" y="343662"/>
                  </a:lnTo>
                  <a:close/>
                </a:path>
                <a:path w="945514" h="546734">
                  <a:moveTo>
                    <a:pt x="945222" y="0"/>
                  </a:moveTo>
                  <a:lnTo>
                    <a:pt x="838822" y="0"/>
                  </a:lnTo>
                  <a:lnTo>
                    <a:pt x="838822" y="75450"/>
                  </a:lnTo>
                  <a:lnTo>
                    <a:pt x="945222" y="75450"/>
                  </a:lnTo>
                  <a:lnTo>
                    <a:pt x="945222" y="0"/>
                  </a:lnTo>
                  <a:close/>
                </a:path>
              </a:pathLst>
            </a:custGeom>
            <a:solidFill>
              <a:srgbClr val="FBD285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74" name="object 474" descr=""/>
          <p:cNvSpPr/>
          <p:nvPr/>
        </p:nvSpPr>
        <p:spPr>
          <a:xfrm>
            <a:off x="3016693" y="5861947"/>
            <a:ext cx="106680" cy="75565"/>
          </a:xfrm>
          <a:custGeom>
            <a:avLst/>
            <a:gdLst/>
            <a:ahLst/>
            <a:cxnLst/>
            <a:rect l="l" t="t" r="r" b="b"/>
            <a:pathLst>
              <a:path w="106680" h="75564">
                <a:moveTo>
                  <a:pt x="106394" y="0"/>
                </a:moveTo>
                <a:lnTo>
                  <a:pt x="0" y="0"/>
                </a:lnTo>
                <a:lnTo>
                  <a:pt x="0" y="75453"/>
                </a:lnTo>
                <a:lnTo>
                  <a:pt x="106394" y="75453"/>
                </a:lnTo>
                <a:lnTo>
                  <a:pt x="106394" y="0"/>
                </a:lnTo>
                <a:close/>
              </a:path>
            </a:pathLst>
          </a:custGeom>
          <a:solidFill>
            <a:srgbClr val="FBD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5" name="object 475" descr=""/>
          <p:cNvSpPr/>
          <p:nvPr/>
        </p:nvSpPr>
        <p:spPr>
          <a:xfrm>
            <a:off x="2688734" y="6087636"/>
            <a:ext cx="106680" cy="75565"/>
          </a:xfrm>
          <a:custGeom>
            <a:avLst/>
            <a:gdLst/>
            <a:ahLst/>
            <a:cxnLst/>
            <a:rect l="l" t="t" r="r" b="b"/>
            <a:pathLst>
              <a:path w="106680" h="75564">
                <a:moveTo>
                  <a:pt x="106394" y="0"/>
                </a:moveTo>
                <a:lnTo>
                  <a:pt x="0" y="0"/>
                </a:lnTo>
                <a:lnTo>
                  <a:pt x="0" y="75453"/>
                </a:lnTo>
                <a:lnTo>
                  <a:pt x="106394" y="75453"/>
                </a:lnTo>
                <a:lnTo>
                  <a:pt x="106394" y="0"/>
                </a:lnTo>
                <a:close/>
              </a:path>
            </a:pathLst>
          </a:custGeom>
          <a:solidFill>
            <a:srgbClr val="FBD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6" name="object 476" descr=""/>
          <p:cNvSpPr/>
          <p:nvPr/>
        </p:nvSpPr>
        <p:spPr>
          <a:xfrm>
            <a:off x="2968893" y="7058466"/>
            <a:ext cx="91440" cy="75565"/>
          </a:xfrm>
          <a:custGeom>
            <a:avLst/>
            <a:gdLst/>
            <a:ahLst/>
            <a:cxnLst/>
            <a:rect l="l" t="t" r="r" b="b"/>
            <a:pathLst>
              <a:path w="91439" h="75565">
                <a:moveTo>
                  <a:pt x="90971" y="0"/>
                </a:moveTo>
                <a:lnTo>
                  <a:pt x="0" y="0"/>
                </a:lnTo>
                <a:lnTo>
                  <a:pt x="0" y="75453"/>
                </a:lnTo>
                <a:lnTo>
                  <a:pt x="90971" y="75453"/>
                </a:lnTo>
                <a:lnTo>
                  <a:pt x="90971" y="0"/>
                </a:lnTo>
                <a:close/>
              </a:path>
            </a:pathLst>
          </a:custGeom>
          <a:solidFill>
            <a:srgbClr val="FBD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7" name="object 477" descr=""/>
          <p:cNvSpPr/>
          <p:nvPr/>
        </p:nvSpPr>
        <p:spPr>
          <a:xfrm>
            <a:off x="3581629" y="7047722"/>
            <a:ext cx="91440" cy="75565"/>
          </a:xfrm>
          <a:custGeom>
            <a:avLst/>
            <a:gdLst/>
            <a:ahLst/>
            <a:cxnLst/>
            <a:rect l="l" t="t" r="r" b="b"/>
            <a:pathLst>
              <a:path w="91439" h="75565">
                <a:moveTo>
                  <a:pt x="90971" y="0"/>
                </a:moveTo>
                <a:lnTo>
                  <a:pt x="0" y="0"/>
                </a:lnTo>
                <a:lnTo>
                  <a:pt x="0" y="75453"/>
                </a:lnTo>
                <a:lnTo>
                  <a:pt x="90971" y="75453"/>
                </a:lnTo>
                <a:lnTo>
                  <a:pt x="90971" y="0"/>
                </a:lnTo>
                <a:close/>
              </a:path>
            </a:pathLst>
          </a:custGeom>
          <a:solidFill>
            <a:srgbClr val="EBC37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8" name="object 478" descr=""/>
          <p:cNvSpPr/>
          <p:nvPr/>
        </p:nvSpPr>
        <p:spPr>
          <a:xfrm>
            <a:off x="3318914" y="6968793"/>
            <a:ext cx="143510" cy="75565"/>
          </a:xfrm>
          <a:custGeom>
            <a:avLst/>
            <a:gdLst/>
            <a:ahLst/>
            <a:cxnLst/>
            <a:rect l="l" t="t" r="r" b="b"/>
            <a:pathLst>
              <a:path w="143510" h="75565">
                <a:moveTo>
                  <a:pt x="143398" y="0"/>
                </a:moveTo>
                <a:lnTo>
                  <a:pt x="0" y="0"/>
                </a:lnTo>
                <a:lnTo>
                  <a:pt x="0" y="75453"/>
                </a:lnTo>
                <a:lnTo>
                  <a:pt x="143398" y="75453"/>
                </a:lnTo>
                <a:lnTo>
                  <a:pt x="143398" y="0"/>
                </a:lnTo>
                <a:close/>
              </a:path>
            </a:pathLst>
          </a:custGeom>
          <a:solidFill>
            <a:srgbClr val="EBC37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9" name="object 479" descr=""/>
          <p:cNvSpPr/>
          <p:nvPr/>
        </p:nvSpPr>
        <p:spPr>
          <a:xfrm>
            <a:off x="3509924" y="6858021"/>
            <a:ext cx="143510" cy="75565"/>
          </a:xfrm>
          <a:custGeom>
            <a:avLst/>
            <a:gdLst/>
            <a:ahLst/>
            <a:cxnLst/>
            <a:rect l="l" t="t" r="r" b="b"/>
            <a:pathLst>
              <a:path w="143510" h="75565">
                <a:moveTo>
                  <a:pt x="143398" y="0"/>
                </a:moveTo>
                <a:lnTo>
                  <a:pt x="0" y="0"/>
                </a:lnTo>
                <a:lnTo>
                  <a:pt x="0" y="75453"/>
                </a:lnTo>
                <a:lnTo>
                  <a:pt x="143398" y="75453"/>
                </a:lnTo>
                <a:lnTo>
                  <a:pt x="143398" y="0"/>
                </a:lnTo>
                <a:close/>
              </a:path>
            </a:pathLst>
          </a:custGeom>
          <a:solidFill>
            <a:srgbClr val="EBC37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0" name="object 480" descr=""/>
          <p:cNvSpPr/>
          <p:nvPr/>
        </p:nvSpPr>
        <p:spPr>
          <a:xfrm>
            <a:off x="3133496" y="6747679"/>
            <a:ext cx="132080" cy="75565"/>
          </a:xfrm>
          <a:custGeom>
            <a:avLst/>
            <a:gdLst/>
            <a:ahLst/>
            <a:cxnLst/>
            <a:rect l="l" t="t" r="r" b="b"/>
            <a:pathLst>
              <a:path w="132079" h="75565">
                <a:moveTo>
                  <a:pt x="131451" y="0"/>
                </a:moveTo>
                <a:lnTo>
                  <a:pt x="0" y="0"/>
                </a:lnTo>
                <a:lnTo>
                  <a:pt x="0" y="75453"/>
                </a:lnTo>
                <a:lnTo>
                  <a:pt x="131451" y="75453"/>
                </a:lnTo>
                <a:lnTo>
                  <a:pt x="131451" y="0"/>
                </a:lnTo>
                <a:close/>
              </a:path>
            </a:pathLst>
          </a:custGeom>
          <a:solidFill>
            <a:srgbClr val="EBC37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1" name="object 481" descr=""/>
          <p:cNvSpPr/>
          <p:nvPr/>
        </p:nvSpPr>
        <p:spPr>
          <a:xfrm>
            <a:off x="3183997" y="6384643"/>
            <a:ext cx="143510" cy="75565"/>
          </a:xfrm>
          <a:custGeom>
            <a:avLst/>
            <a:gdLst/>
            <a:ahLst/>
            <a:cxnLst/>
            <a:rect l="l" t="t" r="r" b="b"/>
            <a:pathLst>
              <a:path w="143510" h="75564">
                <a:moveTo>
                  <a:pt x="143398" y="0"/>
                </a:moveTo>
                <a:lnTo>
                  <a:pt x="0" y="0"/>
                </a:lnTo>
                <a:lnTo>
                  <a:pt x="0" y="75453"/>
                </a:lnTo>
                <a:lnTo>
                  <a:pt x="143398" y="75453"/>
                </a:lnTo>
                <a:lnTo>
                  <a:pt x="143398" y="0"/>
                </a:lnTo>
                <a:close/>
              </a:path>
            </a:pathLst>
          </a:custGeom>
          <a:solidFill>
            <a:srgbClr val="EBC37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2" name="object 482" descr=""/>
          <p:cNvSpPr/>
          <p:nvPr/>
        </p:nvSpPr>
        <p:spPr>
          <a:xfrm>
            <a:off x="3385216" y="6259024"/>
            <a:ext cx="143510" cy="75565"/>
          </a:xfrm>
          <a:custGeom>
            <a:avLst/>
            <a:gdLst/>
            <a:ahLst/>
            <a:cxnLst/>
            <a:rect l="l" t="t" r="r" b="b"/>
            <a:pathLst>
              <a:path w="143510" h="75564">
                <a:moveTo>
                  <a:pt x="143398" y="0"/>
                </a:moveTo>
                <a:lnTo>
                  <a:pt x="0" y="0"/>
                </a:lnTo>
                <a:lnTo>
                  <a:pt x="0" y="75453"/>
                </a:lnTo>
                <a:lnTo>
                  <a:pt x="143398" y="75453"/>
                </a:lnTo>
                <a:lnTo>
                  <a:pt x="143398" y="0"/>
                </a:lnTo>
                <a:close/>
              </a:path>
            </a:pathLst>
          </a:custGeom>
          <a:solidFill>
            <a:srgbClr val="EBC37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3" name="object 483" descr=""/>
          <p:cNvSpPr/>
          <p:nvPr/>
        </p:nvSpPr>
        <p:spPr>
          <a:xfrm>
            <a:off x="2670232" y="6422370"/>
            <a:ext cx="143510" cy="75565"/>
          </a:xfrm>
          <a:custGeom>
            <a:avLst/>
            <a:gdLst/>
            <a:ahLst/>
            <a:cxnLst/>
            <a:rect l="l" t="t" r="r" b="b"/>
            <a:pathLst>
              <a:path w="143510" h="75564">
                <a:moveTo>
                  <a:pt x="143398" y="0"/>
                </a:moveTo>
                <a:lnTo>
                  <a:pt x="0" y="0"/>
                </a:lnTo>
                <a:lnTo>
                  <a:pt x="0" y="75453"/>
                </a:lnTo>
                <a:lnTo>
                  <a:pt x="143398" y="75453"/>
                </a:lnTo>
                <a:lnTo>
                  <a:pt x="143398" y="0"/>
                </a:lnTo>
                <a:close/>
              </a:path>
            </a:pathLst>
          </a:custGeom>
          <a:solidFill>
            <a:srgbClr val="EBC37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4" name="object 484" descr=""/>
          <p:cNvSpPr/>
          <p:nvPr/>
        </p:nvSpPr>
        <p:spPr>
          <a:xfrm>
            <a:off x="3600309" y="6296750"/>
            <a:ext cx="71755" cy="75565"/>
          </a:xfrm>
          <a:custGeom>
            <a:avLst/>
            <a:gdLst/>
            <a:ahLst/>
            <a:cxnLst/>
            <a:rect l="l" t="t" r="r" b="b"/>
            <a:pathLst>
              <a:path w="71754" h="75564">
                <a:moveTo>
                  <a:pt x="71704" y="0"/>
                </a:moveTo>
                <a:lnTo>
                  <a:pt x="0" y="0"/>
                </a:lnTo>
                <a:lnTo>
                  <a:pt x="0" y="75453"/>
                </a:lnTo>
                <a:lnTo>
                  <a:pt x="71704" y="75453"/>
                </a:lnTo>
                <a:lnTo>
                  <a:pt x="71704" y="0"/>
                </a:lnTo>
                <a:close/>
              </a:path>
            </a:pathLst>
          </a:custGeom>
          <a:solidFill>
            <a:srgbClr val="EBC37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5" name="object 485" descr=""/>
          <p:cNvSpPr/>
          <p:nvPr/>
        </p:nvSpPr>
        <p:spPr>
          <a:xfrm>
            <a:off x="2899293" y="6252081"/>
            <a:ext cx="71755" cy="75565"/>
          </a:xfrm>
          <a:custGeom>
            <a:avLst/>
            <a:gdLst/>
            <a:ahLst/>
            <a:cxnLst/>
            <a:rect l="l" t="t" r="r" b="b"/>
            <a:pathLst>
              <a:path w="71755" h="75564">
                <a:moveTo>
                  <a:pt x="71704" y="0"/>
                </a:moveTo>
                <a:lnTo>
                  <a:pt x="0" y="0"/>
                </a:lnTo>
                <a:lnTo>
                  <a:pt x="0" y="75453"/>
                </a:lnTo>
                <a:lnTo>
                  <a:pt x="71704" y="75453"/>
                </a:lnTo>
                <a:lnTo>
                  <a:pt x="71704" y="0"/>
                </a:lnTo>
                <a:close/>
              </a:path>
            </a:pathLst>
          </a:custGeom>
          <a:solidFill>
            <a:srgbClr val="EBC37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6" name="object 486" descr=""/>
          <p:cNvSpPr/>
          <p:nvPr/>
        </p:nvSpPr>
        <p:spPr>
          <a:xfrm>
            <a:off x="2123464" y="6872691"/>
            <a:ext cx="67945" cy="71755"/>
          </a:xfrm>
          <a:custGeom>
            <a:avLst/>
            <a:gdLst/>
            <a:ahLst/>
            <a:cxnLst/>
            <a:rect l="l" t="t" r="r" b="b"/>
            <a:pathLst>
              <a:path w="67944" h="71754">
                <a:moveTo>
                  <a:pt x="67662" y="0"/>
                </a:moveTo>
                <a:lnTo>
                  <a:pt x="0" y="0"/>
                </a:lnTo>
                <a:lnTo>
                  <a:pt x="0" y="71421"/>
                </a:lnTo>
                <a:lnTo>
                  <a:pt x="67662" y="71421"/>
                </a:lnTo>
                <a:lnTo>
                  <a:pt x="67662" y="0"/>
                </a:lnTo>
                <a:close/>
              </a:path>
            </a:pathLst>
          </a:custGeom>
          <a:solidFill>
            <a:srgbClr val="FBD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7" name="object 487" descr=""/>
          <p:cNvSpPr/>
          <p:nvPr/>
        </p:nvSpPr>
        <p:spPr>
          <a:xfrm>
            <a:off x="3051896" y="6857655"/>
            <a:ext cx="67945" cy="75565"/>
          </a:xfrm>
          <a:custGeom>
            <a:avLst/>
            <a:gdLst/>
            <a:ahLst/>
            <a:cxnLst/>
            <a:rect l="l" t="t" r="r" b="b"/>
            <a:pathLst>
              <a:path w="67944" h="75565">
                <a:moveTo>
                  <a:pt x="67662" y="0"/>
                </a:moveTo>
                <a:lnTo>
                  <a:pt x="0" y="0"/>
                </a:lnTo>
                <a:lnTo>
                  <a:pt x="0" y="75180"/>
                </a:lnTo>
                <a:lnTo>
                  <a:pt x="67662" y="75180"/>
                </a:lnTo>
                <a:lnTo>
                  <a:pt x="67662" y="0"/>
                </a:lnTo>
                <a:close/>
              </a:path>
            </a:pathLst>
          </a:custGeom>
          <a:solidFill>
            <a:srgbClr val="FBD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8" name="object 488" descr=""/>
          <p:cNvSpPr/>
          <p:nvPr/>
        </p:nvSpPr>
        <p:spPr>
          <a:xfrm>
            <a:off x="2548205" y="5996885"/>
            <a:ext cx="67945" cy="71755"/>
          </a:xfrm>
          <a:custGeom>
            <a:avLst/>
            <a:gdLst/>
            <a:ahLst/>
            <a:cxnLst/>
            <a:rect l="l" t="t" r="r" b="b"/>
            <a:pathLst>
              <a:path w="67944" h="71754">
                <a:moveTo>
                  <a:pt x="67662" y="0"/>
                </a:moveTo>
                <a:lnTo>
                  <a:pt x="0" y="0"/>
                </a:lnTo>
                <a:lnTo>
                  <a:pt x="0" y="71421"/>
                </a:lnTo>
                <a:lnTo>
                  <a:pt x="67662" y="71421"/>
                </a:lnTo>
                <a:lnTo>
                  <a:pt x="67662" y="0"/>
                </a:lnTo>
                <a:close/>
              </a:path>
            </a:pathLst>
          </a:custGeom>
          <a:solidFill>
            <a:srgbClr val="FBD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9" name="object 489" descr=""/>
          <p:cNvSpPr/>
          <p:nvPr/>
        </p:nvSpPr>
        <p:spPr>
          <a:xfrm>
            <a:off x="2548205" y="5560857"/>
            <a:ext cx="67945" cy="71755"/>
          </a:xfrm>
          <a:custGeom>
            <a:avLst/>
            <a:gdLst/>
            <a:ahLst/>
            <a:cxnLst/>
            <a:rect l="l" t="t" r="r" b="b"/>
            <a:pathLst>
              <a:path w="67944" h="71754">
                <a:moveTo>
                  <a:pt x="67662" y="0"/>
                </a:moveTo>
                <a:lnTo>
                  <a:pt x="0" y="0"/>
                </a:lnTo>
                <a:lnTo>
                  <a:pt x="0" y="71421"/>
                </a:lnTo>
                <a:lnTo>
                  <a:pt x="67662" y="71421"/>
                </a:lnTo>
                <a:lnTo>
                  <a:pt x="67662" y="0"/>
                </a:lnTo>
                <a:close/>
              </a:path>
            </a:pathLst>
          </a:custGeom>
          <a:solidFill>
            <a:srgbClr val="FBD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0" name="object 490" descr=""/>
          <p:cNvSpPr/>
          <p:nvPr/>
        </p:nvSpPr>
        <p:spPr>
          <a:xfrm>
            <a:off x="2362524" y="6310677"/>
            <a:ext cx="140335" cy="75565"/>
          </a:xfrm>
          <a:custGeom>
            <a:avLst/>
            <a:gdLst/>
            <a:ahLst/>
            <a:cxnLst/>
            <a:rect l="l" t="t" r="r" b="b"/>
            <a:pathLst>
              <a:path w="140335" h="75564">
                <a:moveTo>
                  <a:pt x="140320" y="0"/>
                </a:moveTo>
                <a:lnTo>
                  <a:pt x="0" y="0"/>
                </a:lnTo>
                <a:lnTo>
                  <a:pt x="0" y="75453"/>
                </a:lnTo>
                <a:lnTo>
                  <a:pt x="140320" y="75453"/>
                </a:lnTo>
                <a:lnTo>
                  <a:pt x="140320" y="0"/>
                </a:lnTo>
                <a:close/>
              </a:path>
            </a:pathLst>
          </a:custGeom>
          <a:solidFill>
            <a:srgbClr val="FBD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1" name="object 491" descr=""/>
          <p:cNvSpPr/>
          <p:nvPr/>
        </p:nvSpPr>
        <p:spPr>
          <a:xfrm>
            <a:off x="2884498" y="6427092"/>
            <a:ext cx="140335" cy="75565"/>
          </a:xfrm>
          <a:custGeom>
            <a:avLst/>
            <a:gdLst/>
            <a:ahLst/>
            <a:cxnLst/>
            <a:rect l="l" t="t" r="r" b="b"/>
            <a:pathLst>
              <a:path w="140335" h="75565">
                <a:moveTo>
                  <a:pt x="140320" y="0"/>
                </a:moveTo>
                <a:lnTo>
                  <a:pt x="0" y="0"/>
                </a:lnTo>
                <a:lnTo>
                  <a:pt x="0" y="75453"/>
                </a:lnTo>
                <a:lnTo>
                  <a:pt x="140320" y="75453"/>
                </a:lnTo>
                <a:lnTo>
                  <a:pt x="140320" y="0"/>
                </a:lnTo>
                <a:close/>
              </a:path>
            </a:pathLst>
          </a:custGeom>
          <a:solidFill>
            <a:srgbClr val="FBD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2" name="object 492" descr=""/>
          <p:cNvSpPr/>
          <p:nvPr/>
        </p:nvSpPr>
        <p:spPr>
          <a:xfrm>
            <a:off x="2935146" y="5672821"/>
            <a:ext cx="140335" cy="75565"/>
          </a:xfrm>
          <a:custGeom>
            <a:avLst/>
            <a:gdLst/>
            <a:ahLst/>
            <a:cxnLst/>
            <a:rect l="l" t="t" r="r" b="b"/>
            <a:pathLst>
              <a:path w="140335" h="75564">
                <a:moveTo>
                  <a:pt x="140320" y="0"/>
                </a:moveTo>
                <a:lnTo>
                  <a:pt x="0" y="0"/>
                </a:lnTo>
                <a:lnTo>
                  <a:pt x="0" y="75453"/>
                </a:lnTo>
                <a:lnTo>
                  <a:pt x="140320" y="75453"/>
                </a:lnTo>
                <a:lnTo>
                  <a:pt x="140320" y="0"/>
                </a:lnTo>
                <a:close/>
              </a:path>
            </a:pathLst>
          </a:custGeom>
          <a:solidFill>
            <a:srgbClr val="FBD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3" name="object 493" descr=""/>
          <p:cNvSpPr/>
          <p:nvPr/>
        </p:nvSpPr>
        <p:spPr>
          <a:xfrm>
            <a:off x="2123464" y="6361492"/>
            <a:ext cx="75565" cy="75565"/>
          </a:xfrm>
          <a:custGeom>
            <a:avLst/>
            <a:gdLst/>
            <a:ahLst/>
            <a:cxnLst/>
            <a:rect l="l" t="t" r="r" b="b"/>
            <a:pathLst>
              <a:path w="75564" h="75564">
                <a:moveTo>
                  <a:pt x="75180" y="0"/>
                </a:moveTo>
                <a:lnTo>
                  <a:pt x="0" y="0"/>
                </a:lnTo>
                <a:lnTo>
                  <a:pt x="0" y="75180"/>
                </a:lnTo>
                <a:lnTo>
                  <a:pt x="75180" y="75180"/>
                </a:lnTo>
                <a:lnTo>
                  <a:pt x="75180" y="0"/>
                </a:lnTo>
                <a:close/>
              </a:path>
            </a:pathLst>
          </a:custGeom>
          <a:solidFill>
            <a:srgbClr val="FBD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4" name="object 494" descr=""/>
          <p:cNvSpPr/>
          <p:nvPr/>
        </p:nvSpPr>
        <p:spPr>
          <a:xfrm>
            <a:off x="3603755" y="6433899"/>
            <a:ext cx="134620" cy="25400"/>
          </a:xfrm>
          <a:custGeom>
            <a:avLst/>
            <a:gdLst/>
            <a:ahLst/>
            <a:cxnLst/>
            <a:rect l="l" t="t" r="r" b="b"/>
            <a:pathLst>
              <a:path w="134620" h="25400">
                <a:moveTo>
                  <a:pt x="109766" y="0"/>
                </a:moveTo>
                <a:lnTo>
                  <a:pt x="67801" y="790"/>
                </a:lnTo>
                <a:lnTo>
                  <a:pt x="3957" y="3838"/>
                </a:lnTo>
                <a:lnTo>
                  <a:pt x="0" y="10257"/>
                </a:lnTo>
                <a:lnTo>
                  <a:pt x="617" y="17806"/>
                </a:lnTo>
                <a:lnTo>
                  <a:pt x="3497" y="25324"/>
                </a:lnTo>
                <a:lnTo>
                  <a:pt x="134184" y="25324"/>
                </a:lnTo>
                <a:lnTo>
                  <a:pt x="133954" y="8582"/>
                </a:lnTo>
                <a:lnTo>
                  <a:pt x="130278" y="2383"/>
                </a:lnTo>
                <a:lnTo>
                  <a:pt x="109766" y="0"/>
                </a:lnTo>
                <a:close/>
              </a:path>
            </a:pathLst>
          </a:custGeom>
          <a:solidFill>
            <a:srgbClr val="754B23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95" name="object 495" descr=""/>
          <p:cNvGrpSpPr/>
          <p:nvPr/>
        </p:nvGrpSpPr>
        <p:grpSpPr>
          <a:xfrm>
            <a:off x="3171488" y="6021722"/>
            <a:ext cx="548005" cy="40640"/>
            <a:chOff x="3171488" y="6021722"/>
            <a:chExt cx="548005" cy="40640"/>
          </a:xfrm>
        </p:grpSpPr>
        <p:sp>
          <p:nvSpPr>
            <p:cNvPr id="496" name="object 496" descr=""/>
            <p:cNvSpPr/>
            <p:nvPr/>
          </p:nvSpPr>
          <p:spPr>
            <a:xfrm>
              <a:off x="3584961" y="6024185"/>
              <a:ext cx="134620" cy="25400"/>
            </a:xfrm>
            <a:custGeom>
              <a:avLst/>
              <a:gdLst/>
              <a:ahLst/>
              <a:cxnLst/>
              <a:rect l="l" t="t" r="r" b="b"/>
              <a:pathLst>
                <a:path w="134620" h="25400">
                  <a:moveTo>
                    <a:pt x="109766" y="0"/>
                  </a:moveTo>
                  <a:lnTo>
                    <a:pt x="67801" y="790"/>
                  </a:lnTo>
                  <a:lnTo>
                    <a:pt x="3957" y="3838"/>
                  </a:lnTo>
                  <a:lnTo>
                    <a:pt x="0" y="10257"/>
                  </a:lnTo>
                  <a:lnTo>
                    <a:pt x="617" y="17806"/>
                  </a:lnTo>
                  <a:lnTo>
                    <a:pt x="3497" y="25324"/>
                  </a:lnTo>
                  <a:lnTo>
                    <a:pt x="134184" y="25324"/>
                  </a:lnTo>
                  <a:lnTo>
                    <a:pt x="133954" y="8582"/>
                  </a:lnTo>
                  <a:lnTo>
                    <a:pt x="130278" y="2383"/>
                  </a:lnTo>
                  <a:lnTo>
                    <a:pt x="109766" y="0"/>
                  </a:lnTo>
                  <a:close/>
                </a:path>
              </a:pathLst>
            </a:custGeom>
            <a:solidFill>
              <a:srgbClr val="754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" name="object 497" descr=""/>
            <p:cNvSpPr/>
            <p:nvPr/>
          </p:nvSpPr>
          <p:spPr>
            <a:xfrm>
              <a:off x="3640156" y="6026957"/>
              <a:ext cx="27305" cy="23495"/>
            </a:xfrm>
            <a:custGeom>
              <a:avLst/>
              <a:gdLst/>
              <a:ahLst/>
              <a:cxnLst/>
              <a:rect l="l" t="t" r="r" b="b"/>
              <a:pathLst>
                <a:path w="27304" h="23495">
                  <a:moveTo>
                    <a:pt x="0" y="0"/>
                  </a:moveTo>
                  <a:lnTo>
                    <a:pt x="0" y="23172"/>
                  </a:lnTo>
                  <a:lnTo>
                    <a:pt x="21978" y="617"/>
                  </a:lnTo>
                  <a:lnTo>
                    <a:pt x="27056" y="22857"/>
                  </a:lnTo>
                </a:path>
              </a:pathLst>
            </a:custGeom>
            <a:ln w="10470">
              <a:solidFill>
                <a:srgbClr val="F1F1F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8" name="object 498" descr=""/>
            <p:cNvSpPr/>
            <p:nvPr/>
          </p:nvSpPr>
          <p:spPr>
            <a:xfrm>
              <a:off x="3254284" y="6031585"/>
              <a:ext cx="386715" cy="25400"/>
            </a:xfrm>
            <a:custGeom>
              <a:avLst/>
              <a:gdLst/>
              <a:ahLst/>
              <a:cxnLst/>
              <a:rect l="l" t="t" r="r" b="b"/>
              <a:pathLst>
                <a:path w="386714" h="25400">
                  <a:moveTo>
                    <a:pt x="0" y="0"/>
                  </a:moveTo>
                  <a:lnTo>
                    <a:pt x="50691" y="13044"/>
                  </a:lnTo>
                  <a:lnTo>
                    <a:pt x="101648" y="19039"/>
                  </a:lnTo>
                  <a:lnTo>
                    <a:pt x="162148" y="23416"/>
                  </a:lnTo>
                  <a:lnTo>
                    <a:pt x="226541" y="25227"/>
                  </a:lnTo>
                  <a:lnTo>
                    <a:pt x="289179" y="23522"/>
                  </a:lnTo>
                  <a:lnTo>
                    <a:pt x="344413" y="17353"/>
                  </a:lnTo>
                  <a:lnTo>
                    <a:pt x="386595" y="5769"/>
                  </a:lnTo>
                </a:path>
              </a:pathLst>
            </a:custGeom>
            <a:ln w="10470">
              <a:solidFill>
                <a:srgbClr val="F1F1F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9" name="object 499" descr=""/>
            <p:cNvSpPr/>
            <p:nvPr/>
          </p:nvSpPr>
          <p:spPr>
            <a:xfrm>
              <a:off x="3171488" y="6024185"/>
              <a:ext cx="134620" cy="25400"/>
            </a:xfrm>
            <a:custGeom>
              <a:avLst/>
              <a:gdLst/>
              <a:ahLst/>
              <a:cxnLst/>
              <a:rect l="l" t="t" r="r" b="b"/>
              <a:pathLst>
                <a:path w="134620" h="25400">
                  <a:moveTo>
                    <a:pt x="109766" y="0"/>
                  </a:moveTo>
                  <a:lnTo>
                    <a:pt x="67801" y="790"/>
                  </a:lnTo>
                  <a:lnTo>
                    <a:pt x="3957" y="3838"/>
                  </a:lnTo>
                  <a:lnTo>
                    <a:pt x="0" y="10257"/>
                  </a:lnTo>
                  <a:lnTo>
                    <a:pt x="617" y="17806"/>
                  </a:lnTo>
                  <a:lnTo>
                    <a:pt x="3497" y="25324"/>
                  </a:lnTo>
                  <a:lnTo>
                    <a:pt x="134184" y="25324"/>
                  </a:lnTo>
                  <a:lnTo>
                    <a:pt x="133954" y="8582"/>
                  </a:lnTo>
                  <a:lnTo>
                    <a:pt x="130278" y="2383"/>
                  </a:lnTo>
                  <a:lnTo>
                    <a:pt x="109766" y="0"/>
                  </a:lnTo>
                  <a:close/>
                </a:path>
              </a:pathLst>
            </a:custGeom>
            <a:solidFill>
              <a:srgbClr val="754B2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00" name="object 500" descr=""/>
          <p:cNvSpPr/>
          <p:nvPr/>
        </p:nvSpPr>
        <p:spPr>
          <a:xfrm>
            <a:off x="2136246" y="6390761"/>
            <a:ext cx="68580" cy="62230"/>
          </a:xfrm>
          <a:custGeom>
            <a:avLst/>
            <a:gdLst/>
            <a:ahLst/>
            <a:cxnLst/>
            <a:rect l="l" t="t" r="r" b="b"/>
            <a:pathLst>
              <a:path w="68580" h="62229">
                <a:moveTo>
                  <a:pt x="20386" y="0"/>
                </a:moveTo>
                <a:lnTo>
                  <a:pt x="0" y="10722"/>
                </a:lnTo>
                <a:lnTo>
                  <a:pt x="6478" y="19829"/>
                </a:lnTo>
                <a:lnTo>
                  <a:pt x="21467" y="37303"/>
                </a:lnTo>
                <a:lnTo>
                  <a:pt x="38298" y="54285"/>
                </a:lnTo>
                <a:lnTo>
                  <a:pt x="50302" y="61914"/>
                </a:lnTo>
                <a:lnTo>
                  <a:pt x="60134" y="61914"/>
                </a:lnTo>
                <a:lnTo>
                  <a:pt x="68521" y="53537"/>
                </a:lnTo>
                <a:lnTo>
                  <a:pt x="20386" y="0"/>
                </a:lnTo>
                <a:close/>
              </a:path>
            </a:pathLst>
          </a:custGeom>
          <a:solidFill>
            <a:srgbClr val="DFBA77">
              <a:alpha val="61997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501" name="object 501" descr=""/>
          <p:cNvSpPr/>
          <p:nvPr/>
        </p:nvSpPr>
        <p:spPr>
          <a:xfrm>
            <a:off x="2473930" y="6390761"/>
            <a:ext cx="68580" cy="62230"/>
          </a:xfrm>
          <a:custGeom>
            <a:avLst/>
            <a:gdLst/>
            <a:ahLst/>
            <a:cxnLst/>
            <a:rect l="l" t="t" r="r" b="b"/>
            <a:pathLst>
              <a:path w="68580" h="62229">
                <a:moveTo>
                  <a:pt x="20386" y="0"/>
                </a:moveTo>
                <a:lnTo>
                  <a:pt x="0" y="10722"/>
                </a:lnTo>
                <a:lnTo>
                  <a:pt x="6478" y="19829"/>
                </a:lnTo>
                <a:lnTo>
                  <a:pt x="21467" y="37303"/>
                </a:lnTo>
                <a:lnTo>
                  <a:pt x="38298" y="54285"/>
                </a:lnTo>
                <a:lnTo>
                  <a:pt x="50302" y="61914"/>
                </a:lnTo>
                <a:lnTo>
                  <a:pt x="60134" y="61914"/>
                </a:lnTo>
                <a:lnTo>
                  <a:pt x="68521" y="53537"/>
                </a:lnTo>
                <a:lnTo>
                  <a:pt x="20386" y="0"/>
                </a:lnTo>
                <a:close/>
              </a:path>
            </a:pathLst>
          </a:custGeom>
          <a:solidFill>
            <a:srgbClr val="DFBA77">
              <a:alpha val="61997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502" name="object 502" descr=""/>
          <p:cNvSpPr/>
          <p:nvPr/>
        </p:nvSpPr>
        <p:spPr>
          <a:xfrm>
            <a:off x="2029849" y="6389119"/>
            <a:ext cx="130810" cy="25400"/>
          </a:xfrm>
          <a:custGeom>
            <a:avLst/>
            <a:gdLst/>
            <a:ahLst/>
            <a:cxnLst/>
            <a:rect l="l" t="t" r="r" b="b"/>
            <a:pathLst>
              <a:path w="130810" h="25400">
                <a:moveTo>
                  <a:pt x="106269" y="0"/>
                </a:moveTo>
                <a:lnTo>
                  <a:pt x="64304" y="2428"/>
                </a:lnTo>
                <a:lnTo>
                  <a:pt x="460" y="7858"/>
                </a:lnTo>
                <a:lnTo>
                  <a:pt x="0" y="24821"/>
                </a:lnTo>
                <a:lnTo>
                  <a:pt x="127681" y="24821"/>
                </a:lnTo>
                <a:lnTo>
                  <a:pt x="130624" y="21648"/>
                </a:lnTo>
                <a:lnTo>
                  <a:pt x="129891" y="12486"/>
                </a:lnTo>
                <a:lnTo>
                  <a:pt x="128917" y="5240"/>
                </a:lnTo>
                <a:lnTo>
                  <a:pt x="126781" y="1638"/>
                </a:lnTo>
                <a:lnTo>
                  <a:pt x="106269" y="0"/>
                </a:lnTo>
                <a:close/>
              </a:path>
            </a:pathLst>
          </a:custGeom>
          <a:solidFill>
            <a:srgbClr val="754B2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3" name="object 503" descr=""/>
          <p:cNvSpPr/>
          <p:nvPr/>
        </p:nvSpPr>
        <p:spPr>
          <a:xfrm>
            <a:off x="2372159" y="6389119"/>
            <a:ext cx="130810" cy="25400"/>
          </a:xfrm>
          <a:custGeom>
            <a:avLst/>
            <a:gdLst/>
            <a:ahLst/>
            <a:cxnLst/>
            <a:rect l="l" t="t" r="r" b="b"/>
            <a:pathLst>
              <a:path w="130810" h="25400">
                <a:moveTo>
                  <a:pt x="106269" y="0"/>
                </a:moveTo>
                <a:lnTo>
                  <a:pt x="64304" y="2428"/>
                </a:lnTo>
                <a:lnTo>
                  <a:pt x="460" y="7858"/>
                </a:lnTo>
                <a:lnTo>
                  <a:pt x="0" y="24821"/>
                </a:lnTo>
                <a:lnTo>
                  <a:pt x="127147" y="24821"/>
                </a:lnTo>
                <a:lnTo>
                  <a:pt x="130624" y="21009"/>
                </a:lnTo>
                <a:lnTo>
                  <a:pt x="129723" y="11345"/>
                </a:lnTo>
                <a:lnTo>
                  <a:pt x="128750" y="4947"/>
                </a:lnTo>
                <a:lnTo>
                  <a:pt x="126781" y="1638"/>
                </a:lnTo>
                <a:lnTo>
                  <a:pt x="106269" y="0"/>
                </a:lnTo>
                <a:close/>
              </a:path>
            </a:pathLst>
          </a:custGeom>
          <a:solidFill>
            <a:srgbClr val="754B23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04" name="object 504" descr=""/>
          <p:cNvGrpSpPr/>
          <p:nvPr/>
        </p:nvGrpSpPr>
        <p:grpSpPr>
          <a:xfrm>
            <a:off x="2966747" y="6503333"/>
            <a:ext cx="762000" cy="686435"/>
            <a:chOff x="2966747" y="6503333"/>
            <a:chExt cx="762000" cy="686435"/>
          </a:xfrm>
        </p:grpSpPr>
        <p:sp>
          <p:nvSpPr>
            <p:cNvPr id="505" name="object 505" descr=""/>
            <p:cNvSpPr/>
            <p:nvPr/>
          </p:nvSpPr>
          <p:spPr>
            <a:xfrm>
              <a:off x="2966747" y="7058476"/>
              <a:ext cx="722630" cy="20320"/>
            </a:xfrm>
            <a:custGeom>
              <a:avLst/>
              <a:gdLst/>
              <a:ahLst/>
              <a:cxnLst/>
              <a:rect l="l" t="t" r="r" b="b"/>
              <a:pathLst>
                <a:path w="722629" h="20320">
                  <a:moveTo>
                    <a:pt x="722229" y="0"/>
                  </a:moveTo>
                  <a:lnTo>
                    <a:pt x="0" y="0"/>
                  </a:lnTo>
                  <a:lnTo>
                    <a:pt x="0" y="20041"/>
                  </a:lnTo>
                  <a:lnTo>
                    <a:pt x="722229" y="20041"/>
                  </a:lnTo>
                  <a:lnTo>
                    <a:pt x="722229" y="0"/>
                  </a:lnTo>
                  <a:close/>
                </a:path>
              </a:pathLst>
            </a:custGeom>
            <a:solidFill>
              <a:srgbClr val="80532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" name="object 506" descr=""/>
            <p:cNvSpPr/>
            <p:nvPr/>
          </p:nvSpPr>
          <p:spPr>
            <a:xfrm>
              <a:off x="3121538" y="7058476"/>
              <a:ext cx="567690" cy="20320"/>
            </a:xfrm>
            <a:custGeom>
              <a:avLst/>
              <a:gdLst/>
              <a:ahLst/>
              <a:cxnLst/>
              <a:rect l="l" t="t" r="r" b="b"/>
              <a:pathLst>
                <a:path w="567689" h="20320">
                  <a:moveTo>
                    <a:pt x="567438" y="0"/>
                  </a:moveTo>
                  <a:lnTo>
                    <a:pt x="0" y="0"/>
                  </a:lnTo>
                  <a:lnTo>
                    <a:pt x="0" y="20041"/>
                  </a:lnTo>
                  <a:lnTo>
                    <a:pt x="567438" y="20041"/>
                  </a:lnTo>
                  <a:lnTo>
                    <a:pt x="567438" y="0"/>
                  </a:lnTo>
                  <a:close/>
                </a:path>
              </a:pathLst>
            </a:custGeom>
            <a:solidFill>
              <a:srgbClr val="5638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" name="object 507" descr=""/>
            <p:cNvSpPr/>
            <p:nvPr/>
          </p:nvSpPr>
          <p:spPr>
            <a:xfrm>
              <a:off x="3318912" y="6566591"/>
              <a:ext cx="106680" cy="603885"/>
            </a:xfrm>
            <a:custGeom>
              <a:avLst/>
              <a:gdLst/>
              <a:ahLst/>
              <a:cxnLst/>
              <a:rect l="l" t="t" r="r" b="b"/>
              <a:pathLst>
                <a:path w="106679" h="603884">
                  <a:moveTo>
                    <a:pt x="106394" y="0"/>
                  </a:moveTo>
                  <a:lnTo>
                    <a:pt x="0" y="603468"/>
                  </a:lnTo>
                </a:path>
              </a:pathLst>
            </a:custGeom>
            <a:ln w="38658">
              <a:solidFill>
                <a:srgbClr val="5F381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8" name="object 508" descr=""/>
            <p:cNvSpPr/>
            <p:nvPr/>
          </p:nvSpPr>
          <p:spPr>
            <a:xfrm>
              <a:off x="3593379" y="6566591"/>
              <a:ext cx="95885" cy="603885"/>
            </a:xfrm>
            <a:custGeom>
              <a:avLst/>
              <a:gdLst/>
              <a:ahLst/>
              <a:cxnLst/>
              <a:rect l="l" t="t" r="r" b="b"/>
              <a:pathLst>
                <a:path w="95885" h="603884">
                  <a:moveTo>
                    <a:pt x="95599" y="0"/>
                  </a:moveTo>
                  <a:lnTo>
                    <a:pt x="0" y="603468"/>
                  </a:lnTo>
                </a:path>
              </a:pathLst>
            </a:custGeom>
            <a:ln w="38658">
              <a:solidFill>
                <a:srgbClr val="5F381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9" name="object 509" descr=""/>
            <p:cNvSpPr/>
            <p:nvPr/>
          </p:nvSpPr>
          <p:spPr>
            <a:xfrm>
              <a:off x="3254921" y="6503333"/>
              <a:ext cx="473709" cy="106045"/>
            </a:xfrm>
            <a:custGeom>
              <a:avLst/>
              <a:gdLst/>
              <a:ahLst/>
              <a:cxnLst/>
              <a:rect l="l" t="t" r="r" b="b"/>
              <a:pathLst>
                <a:path w="473710" h="106045">
                  <a:moveTo>
                    <a:pt x="473557" y="61150"/>
                  </a:moveTo>
                  <a:lnTo>
                    <a:pt x="464337" y="61150"/>
                  </a:lnTo>
                  <a:lnTo>
                    <a:pt x="425945" y="51358"/>
                  </a:lnTo>
                  <a:lnTo>
                    <a:pt x="384898" y="37782"/>
                  </a:lnTo>
                  <a:lnTo>
                    <a:pt x="351472" y="21907"/>
                  </a:lnTo>
                  <a:lnTo>
                    <a:pt x="327660" y="3124"/>
                  </a:lnTo>
                  <a:lnTo>
                    <a:pt x="0" y="0"/>
                  </a:lnTo>
                  <a:lnTo>
                    <a:pt x="44780" y="23329"/>
                  </a:lnTo>
                  <a:lnTo>
                    <a:pt x="87985" y="43535"/>
                  </a:lnTo>
                  <a:lnTo>
                    <a:pt x="128435" y="58216"/>
                  </a:lnTo>
                  <a:lnTo>
                    <a:pt x="161582" y="64376"/>
                  </a:lnTo>
                  <a:lnTo>
                    <a:pt x="161582" y="101917"/>
                  </a:lnTo>
                  <a:lnTo>
                    <a:pt x="211048" y="104482"/>
                  </a:lnTo>
                  <a:lnTo>
                    <a:pt x="261670" y="105676"/>
                  </a:lnTo>
                  <a:lnTo>
                    <a:pt x="313334" y="105562"/>
                  </a:lnTo>
                  <a:lnTo>
                    <a:pt x="365950" y="104203"/>
                  </a:lnTo>
                  <a:lnTo>
                    <a:pt x="419392" y="101676"/>
                  </a:lnTo>
                  <a:lnTo>
                    <a:pt x="473557" y="98056"/>
                  </a:lnTo>
                  <a:lnTo>
                    <a:pt x="473557" y="61150"/>
                  </a:lnTo>
                  <a:close/>
                </a:path>
              </a:pathLst>
            </a:custGeom>
            <a:solidFill>
              <a:srgbClr val="1F2E49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10" name="object 510" descr=""/>
          <p:cNvGrpSpPr/>
          <p:nvPr/>
        </p:nvGrpSpPr>
        <p:grpSpPr>
          <a:xfrm>
            <a:off x="2095192" y="7058476"/>
            <a:ext cx="587375" cy="20320"/>
            <a:chOff x="2095192" y="7058476"/>
            <a:chExt cx="587375" cy="20320"/>
          </a:xfrm>
        </p:grpSpPr>
        <p:sp>
          <p:nvSpPr>
            <p:cNvPr id="511" name="object 511" descr=""/>
            <p:cNvSpPr/>
            <p:nvPr/>
          </p:nvSpPr>
          <p:spPr>
            <a:xfrm>
              <a:off x="2095192" y="7058476"/>
              <a:ext cx="454659" cy="20320"/>
            </a:xfrm>
            <a:custGeom>
              <a:avLst/>
              <a:gdLst/>
              <a:ahLst/>
              <a:cxnLst/>
              <a:rect l="l" t="t" r="r" b="b"/>
              <a:pathLst>
                <a:path w="454660" h="20320">
                  <a:moveTo>
                    <a:pt x="454289" y="0"/>
                  </a:moveTo>
                  <a:lnTo>
                    <a:pt x="0" y="0"/>
                  </a:lnTo>
                  <a:lnTo>
                    <a:pt x="0" y="20041"/>
                  </a:lnTo>
                  <a:lnTo>
                    <a:pt x="454289" y="20041"/>
                  </a:lnTo>
                  <a:lnTo>
                    <a:pt x="454289" y="0"/>
                  </a:lnTo>
                  <a:close/>
                </a:path>
              </a:pathLst>
            </a:custGeom>
            <a:solidFill>
              <a:srgbClr val="80532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" name="object 512" descr=""/>
            <p:cNvSpPr/>
            <p:nvPr/>
          </p:nvSpPr>
          <p:spPr>
            <a:xfrm>
              <a:off x="2549492" y="7058476"/>
              <a:ext cx="132715" cy="20320"/>
            </a:xfrm>
            <a:custGeom>
              <a:avLst/>
              <a:gdLst/>
              <a:ahLst/>
              <a:cxnLst/>
              <a:rect l="l" t="t" r="r" b="b"/>
              <a:pathLst>
                <a:path w="132714" h="20320">
                  <a:moveTo>
                    <a:pt x="132603" y="0"/>
                  </a:moveTo>
                  <a:lnTo>
                    <a:pt x="0" y="0"/>
                  </a:lnTo>
                  <a:lnTo>
                    <a:pt x="0" y="20041"/>
                  </a:lnTo>
                  <a:lnTo>
                    <a:pt x="132603" y="20041"/>
                  </a:lnTo>
                  <a:lnTo>
                    <a:pt x="132603" y="0"/>
                  </a:lnTo>
                  <a:close/>
                </a:path>
              </a:pathLst>
            </a:custGeom>
            <a:solidFill>
              <a:srgbClr val="62411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13" name="object 513" descr=""/>
          <p:cNvGrpSpPr/>
          <p:nvPr/>
        </p:nvGrpSpPr>
        <p:grpSpPr>
          <a:xfrm>
            <a:off x="3334767" y="5826503"/>
            <a:ext cx="127635" cy="205104"/>
            <a:chOff x="3334767" y="5826503"/>
            <a:chExt cx="127635" cy="205104"/>
          </a:xfrm>
        </p:grpSpPr>
        <p:sp>
          <p:nvSpPr>
            <p:cNvPr id="514" name="object 514" descr=""/>
            <p:cNvSpPr/>
            <p:nvPr/>
          </p:nvSpPr>
          <p:spPr>
            <a:xfrm>
              <a:off x="3334767" y="5826503"/>
              <a:ext cx="127635" cy="205104"/>
            </a:xfrm>
            <a:custGeom>
              <a:avLst/>
              <a:gdLst/>
              <a:ahLst/>
              <a:cxnLst/>
              <a:rect l="l" t="t" r="r" b="b"/>
              <a:pathLst>
                <a:path w="127635" h="205104">
                  <a:moveTo>
                    <a:pt x="127336" y="0"/>
                  </a:moveTo>
                  <a:lnTo>
                    <a:pt x="0" y="0"/>
                  </a:lnTo>
                  <a:lnTo>
                    <a:pt x="0" y="205082"/>
                  </a:lnTo>
                  <a:lnTo>
                    <a:pt x="127336" y="205082"/>
                  </a:lnTo>
                  <a:lnTo>
                    <a:pt x="127336" y="0"/>
                  </a:lnTo>
                  <a:close/>
                </a:path>
              </a:pathLst>
            </a:custGeom>
            <a:solidFill>
              <a:srgbClr val="CFA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" name="object 515" descr=""/>
            <p:cNvSpPr/>
            <p:nvPr/>
          </p:nvSpPr>
          <p:spPr>
            <a:xfrm>
              <a:off x="3334777" y="5842272"/>
              <a:ext cx="99695" cy="189865"/>
            </a:xfrm>
            <a:custGeom>
              <a:avLst/>
              <a:gdLst/>
              <a:ahLst/>
              <a:cxnLst/>
              <a:rect l="l" t="t" r="r" b="b"/>
              <a:pathLst>
                <a:path w="99695" h="189864">
                  <a:moveTo>
                    <a:pt x="99159" y="0"/>
                  </a:moveTo>
                  <a:lnTo>
                    <a:pt x="0" y="0"/>
                  </a:lnTo>
                  <a:lnTo>
                    <a:pt x="0" y="189313"/>
                  </a:lnTo>
                  <a:lnTo>
                    <a:pt x="99159" y="189313"/>
                  </a:lnTo>
                  <a:lnTo>
                    <a:pt x="99159" y="0"/>
                  </a:lnTo>
                  <a:close/>
                </a:path>
              </a:pathLst>
            </a:custGeom>
            <a:solidFill>
              <a:srgbClr val="795D29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516" name="object 516" descr=""/>
          <p:cNvPicPr/>
          <p:nvPr/>
        </p:nvPicPr>
        <p:blipFill>
          <a:blip r:embed="rId35" cstate="print"/>
          <a:stretch>
            <a:fillRect/>
          </a:stretch>
        </p:blipFill>
        <p:spPr>
          <a:xfrm>
            <a:off x="2759126" y="5837490"/>
            <a:ext cx="175010" cy="183104"/>
          </a:xfrm>
          <a:prstGeom prst="rect">
            <a:avLst/>
          </a:prstGeom>
        </p:spPr>
      </p:pic>
      <p:sp>
        <p:nvSpPr>
          <p:cNvPr id="517" name="object 517" descr=""/>
          <p:cNvSpPr/>
          <p:nvPr/>
        </p:nvSpPr>
        <p:spPr>
          <a:xfrm>
            <a:off x="2636609" y="7100423"/>
            <a:ext cx="318135" cy="69850"/>
          </a:xfrm>
          <a:custGeom>
            <a:avLst/>
            <a:gdLst/>
            <a:ahLst/>
            <a:cxnLst/>
            <a:rect l="l" t="t" r="r" b="b"/>
            <a:pathLst>
              <a:path w="318135" h="69850">
                <a:moveTo>
                  <a:pt x="318046" y="0"/>
                </a:moveTo>
                <a:lnTo>
                  <a:pt x="45478" y="0"/>
                </a:lnTo>
                <a:lnTo>
                  <a:pt x="45478" y="34823"/>
                </a:lnTo>
                <a:lnTo>
                  <a:pt x="0" y="34823"/>
                </a:lnTo>
                <a:lnTo>
                  <a:pt x="0" y="69634"/>
                </a:lnTo>
                <a:lnTo>
                  <a:pt x="284670" y="69634"/>
                </a:lnTo>
                <a:lnTo>
                  <a:pt x="284670" y="34823"/>
                </a:lnTo>
                <a:lnTo>
                  <a:pt x="318046" y="34823"/>
                </a:lnTo>
                <a:lnTo>
                  <a:pt x="318046" y="0"/>
                </a:lnTo>
                <a:close/>
              </a:path>
            </a:pathLst>
          </a:custGeom>
          <a:solidFill>
            <a:srgbClr val="FFDB9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8" name="object 518" descr=""/>
          <p:cNvSpPr/>
          <p:nvPr/>
        </p:nvSpPr>
        <p:spPr>
          <a:xfrm>
            <a:off x="3226684" y="6026957"/>
            <a:ext cx="27305" cy="23495"/>
          </a:xfrm>
          <a:custGeom>
            <a:avLst/>
            <a:gdLst/>
            <a:ahLst/>
            <a:cxnLst/>
            <a:rect l="l" t="t" r="r" b="b"/>
            <a:pathLst>
              <a:path w="27304" h="23495">
                <a:moveTo>
                  <a:pt x="0" y="0"/>
                </a:moveTo>
                <a:lnTo>
                  <a:pt x="0" y="23172"/>
                </a:lnTo>
                <a:lnTo>
                  <a:pt x="21978" y="617"/>
                </a:lnTo>
                <a:lnTo>
                  <a:pt x="27056" y="22857"/>
                </a:lnTo>
              </a:path>
            </a:pathLst>
          </a:custGeom>
          <a:ln w="10470">
            <a:solidFill>
              <a:srgbClr val="F1F1F1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519" name="object 519" descr=""/>
          <p:cNvGrpSpPr/>
          <p:nvPr/>
        </p:nvGrpSpPr>
        <p:grpSpPr>
          <a:xfrm>
            <a:off x="3353804" y="6050125"/>
            <a:ext cx="116205" cy="141605"/>
            <a:chOff x="3353804" y="6050125"/>
            <a:chExt cx="116205" cy="141605"/>
          </a:xfrm>
        </p:grpSpPr>
        <p:sp>
          <p:nvSpPr>
            <p:cNvPr id="520" name="object 520" descr=""/>
            <p:cNvSpPr/>
            <p:nvPr/>
          </p:nvSpPr>
          <p:spPr>
            <a:xfrm>
              <a:off x="3353804" y="6050125"/>
              <a:ext cx="108585" cy="141605"/>
            </a:xfrm>
            <a:custGeom>
              <a:avLst/>
              <a:gdLst/>
              <a:ahLst/>
              <a:cxnLst/>
              <a:rect l="l" t="t" r="r" b="b"/>
              <a:pathLst>
                <a:path w="108585" h="141604">
                  <a:moveTo>
                    <a:pt x="9863" y="0"/>
                  </a:moveTo>
                  <a:lnTo>
                    <a:pt x="0" y="139074"/>
                  </a:lnTo>
                  <a:lnTo>
                    <a:pt x="108300" y="141430"/>
                  </a:lnTo>
                  <a:lnTo>
                    <a:pt x="99138" y="6690"/>
                  </a:lnTo>
                  <a:lnTo>
                    <a:pt x="9863" y="0"/>
                  </a:lnTo>
                  <a:close/>
                </a:path>
              </a:pathLst>
            </a:custGeom>
            <a:solidFill>
              <a:srgbClr val="C8D5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" name="object 521" descr=""/>
            <p:cNvSpPr/>
            <p:nvPr/>
          </p:nvSpPr>
          <p:spPr>
            <a:xfrm>
              <a:off x="3365550" y="6051228"/>
              <a:ext cx="104775" cy="130175"/>
            </a:xfrm>
            <a:custGeom>
              <a:avLst/>
              <a:gdLst/>
              <a:ahLst/>
              <a:cxnLst/>
              <a:rect l="l" t="t" r="r" b="b"/>
              <a:pathLst>
                <a:path w="104775" h="130175">
                  <a:moveTo>
                    <a:pt x="2345" y="0"/>
                  </a:moveTo>
                  <a:lnTo>
                    <a:pt x="0" y="129838"/>
                  </a:lnTo>
                  <a:lnTo>
                    <a:pt x="104300" y="129838"/>
                  </a:lnTo>
                  <a:lnTo>
                    <a:pt x="100541" y="4073"/>
                  </a:lnTo>
                  <a:lnTo>
                    <a:pt x="2345" y="0"/>
                  </a:lnTo>
                  <a:close/>
                </a:path>
              </a:pathLst>
            </a:custGeom>
            <a:solidFill>
              <a:srgbClr val="E3F3F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22" name="object 522" descr=""/>
          <p:cNvGrpSpPr/>
          <p:nvPr/>
        </p:nvGrpSpPr>
        <p:grpSpPr>
          <a:xfrm>
            <a:off x="4727569" y="5703911"/>
            <a:ext cx="504825" cy="413384"/>
            <a:chOff x="4727569" y="5703911"/>
            <a:chExt cx="504825" cy="413384"/>
          </a:xfrm>
        </p:grpSpPr>
        <p:sp>
          <p:nvSpPr>
            <p:cNvPr id="523" name="object 523" descr=""/>
            <p:cNvSpPr/>
            <p:nvPr/>
          </p:nvSpPr>
          <p:spPr>
            <a:xfrm>
              <a:off x="4733584" y="5709926"/>
              <a:ext cx="492759" cy="401320"/>
            </a:xfrm>
            <a:custGeom>
              <a:avLst/>
              <a:gdLst/>
              <a:ahLst/>
              <a:cxnLst/>
              <a:rect l="l" t="t" r="r" b="b"/>
              <a:pathLst>
                <a:path w="492760" h="401320">
                  <a:moveTo>
                    <a:pt x="0" y="0"/>
                  </a:moveTo>
                  <a:lnTo>
                    <a:pt x="33167" y="34696"/>
                  </a:lnTo>
                  <a:lnTo>
                    <a:pt x="67069" y="68370"/>
                  </a:lnTo>
                  <a:lnTo>
                    <a:pt x="101720" y="101127"/>
                  </a:lnTo>
                  <a:lnTo>
                    <a:pt x="137134" y="133070"/>
                  </a:lnTo>
                  <a:lnTo>
                    <a:pt x="173326" y="164304"/>
                  </a:lnTo>
                  <a:lnTo>
                    <a:pt x="210309" y="194934"/>
                  </a:lnTo>
                  <a:lnTo>
                    <a:pt x="248097" y="225063"/>
                  </a:lnTo>
                  <a:lnTo>
                    <a:pt x="286705" y="254798"/>
                  </a:lnTo>
                  <a:lnTo>
                    <a:pt x="326146" y="284241"/>
                  </a:lnTo>
                  <a:lnTo>
                    <a:pt x="366435" y="313497"/>
                  </a:lnTo>
                  <a:lnTo>
                    <a:pt x="407586" y="342671"/>
                  </a:lnTo>
                  <a:lnTo>
                    <a:pt x="449612" y="371868"/>
                  </a:lnTo>
                  <a:lnTo>
                    <a:pt x="492529" y="401191"/>
                  </a:lnTo>
                </a:path>
              </a:pathLst>
            </a:custGeom>
            <a:ln w="12031">
              <a:solidFill>
                <a:srgbClr val="795D29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24" name="object 524" descr="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4867882" y="5838548"/>
              <a:ext cx="112109" cy="199851"/>
            </a:xfrm>
            <a:prstGeom prst="rect">
              <a:avLst/>
            </a:prstGeom>
          </p:spPr>
        </p:pic>
      </p:grpSp>
      <p:grpSp>
        <p:nvGrpSpPr>
          <p:cNvPr id="525" name="object 525" descr=""/>
          <p:cNvGrpSpPr/>
          <p:nvPr/>
        </p:nvGrpSpPr>
        <p:grpSpPr>
          <a:xfrm>
            <a:off x="3442554" y="5689010"/>
            <a:ext cx="1660525" cy="1484630"/>
            <a:chOff x="3442554" y="5689010"/>
            <a:chExt cx="1660525" cy="1484630"/>
          </a:xfrm>
        </p:grpSpPr>
        <p:sp>
          <p:nvSpPr>
            <p:cNvPr id="526" name="object 526" descr=""/>
            <p:cNvSpPr/>
            <p:nvPr/>
          </p:nvSpPr>
          <p:spPr>
            <a:xfrm>
              <a:off x="3879037" y="5689021"/>
              <a:ext cx="519430" cy="360680"/>
            </a:xfrm>
            <a:custGeom>
              <a:avLst/>
              <a:gdLst/>
              <a:ahLst/>
              <a:cxnLst/>
              <a:rect l="l" t="t" r="r" b="b"/>
              <a:pathLst>
                <a:path w="519429" h="360679">
                  <a:moveTo>
                    <a:pt x="519214" y="0"/>
                  </a:moveTo>
                  <a:lnTo>
                    <a:pt x="0" y="0"/>
                  </a:lnTo>
                  <a:lnTo>
                    <a:pt x="0" y="326809"/>
                  </a:lnTo>
                  <a:lnTo>
                    <a:pt x="0" y="360172"/>
                  </a:lnTo>
                  <a:lnTo>
                    <a:pt x="519214" y="360172"/>
                  </a:lnTo>
                  <a:lnTo>
                    <a:pt x="519214" y="326809"/>
                  </a:lnTo>
                  <a:lnTo>
                    <a:pt x="519214" y="0"/>
                  </a:lnTo>
                  <a:close/>
                </a:path>
              </a:pathLst>
            </a:custGeom>
            <a:solidFill>
              <a:srgbClr val="F7C7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" name="object 527" descr=""/>
            <p:cNvSpPr/>
            <p:nvPr/>
          </p:nvSpPr>
          <p:spPr>
            <a:xfrm>
              <a:off x="3995647" y="5913055"/>
              <a:ext cx="131445" cy="70485"/>
            </a:xfrm>
            <a:custGeom>
              <a:avLst/>
              <a:gdLst/>
              <a:ahLst/>
              <a:cxnLst/>
              <a:rect l="l" t="t" r="r" b="b"/>
              <a:pathLst>
                <a:path w="131445" h="70485">
                  <a:moveTo>
                    <a:pt x="131409" y="0"/>
                  </a:moveTo>
                  <a:lnTo>
                    <a:pt x="0" y="0"/>
                  </a:lnTo>
                  <a:lnTo>
                    <a:pt x="0" y="70217"/>
                  </a:lnTo>
                  <a:lnTo>
                    <a:pt x="131409" y="70217"/>
                  </a:lnTo>
                  <a:lnTo>
                    <a:pt x="131409" y="0"/>
                  </a:lnTo>
                  <a:close/>
                </a:path>
              </a:pathLst>
            </a:custGeom>
            <a:solidFill>
              <a:srgbClr val="FFD58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" name="object 528" descr=""/>
            <p:cNvSpPr/>
            <p:nvPr/>
          </p:nvSpPr>
          <p:spPr>
            <a:xfrm>
              <a:off x="3895352" y="5872831"/>
              <a:ext cx="102870" cy="79375"/>
            </a:xfrm>
            <a:custGeom>
              <a:avLst/>
              <a:gdLst/>
              <a:ahLst/>
              <a:cxnLst/>
              <a:rect l="l" t="t" r="r" b="b"/>
              <a:pathLst>
                <a:path w="102870" h="79375">
                  <a:moveTo>
                    <a:pt x="23308" y="0"/>
                  </a:moveTo>
                  <a:lnTo>
                    <a:pt x="0" y="24491"/>
                  </a:lnTo>
                  <a:lnTo>
                    <a:pt x="58731" y="78950"/>
                  </a:lnTo>
                  <a:lnTo>
                    <a:pt x="102279" y="78950"/>
                  </a:lnTo>
                  <a:lnTo>
                    <a:pt x="23308" y="0"/>
                  </a:lnTo>
                  <a:close/>
                </a:path>
              </a:pathLst>
            </a:custGeom>
            <a:solidFill>
              <a:srgbClr val="DFBA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" name="object 529" descr=""/>
            <p:cNvSpPr/>
            <p:nvPr/>
          </p:nvSpPr>
          <p:spPr>
            <a:xfrm>
              <a:off x="3879037" y="6049193"/>
              <a:ext cx="519430" cy="59055"/>
            </a:xfrm>
            <a:custGeom>
              <a:avLst/>
              <a:gdLst/>
              <a:ahLst/>
              <a:cxnLst/>
              <a:rect l="l" t="t" r="r" b="b"/>
              <a:pathLst>
                <a:path w="519429" h="59054">
                  <a:moveTo>
                    <a:pt x="519214" y="0"/>
                  </a:moveTo>
                  <a:lnTo>
                    <a:pt x="0" y="0"/>
                  </a:lnTo>
                  <a:lnTo>
                    <a:pt x="0" y="30111"/>
                  </a:lnTo>
                  <a:lnTo>
                    <a:pt x="0" y="58432"/>
                  </a:lnTo>
                  <a:lnTo>
                    <a:pt x="519214" y="58432"/>
                  </a:lnTo>
                  <a:lnTo>
                    <a:pt x="519214" y="30111"/>
                  </a:lnTo>
                  <a:lnTo>
                    <a:pt x="519214" y="0"/>
                  </a:lnTo>
                  <a:close/>
                </a:path>
              </a:pathLst>
            </a:custGeom>
            <a:solidFill>
              <a:srgbClr val="EBC47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" name="object 530" descr=""/>
            <p:cNvSpPr/>
            <p:nvPr/>
          </p:nvSpPr>
          <p:spPr>
            <a:xfrm>
              <a:off x="3922717" y="5878921"/>
              <a:ext cx="74930" cy="255904"/>
            </a:xfrm>
            <a:custGeom>
              <a:avLst/>
              <a:gdLst/>
              <a:ahLst/>
              <a:cxnLst/>
              <a:rect l="l" t="t" r="r" b="b"/>
              <a:pathLst>
                <a:path w="74929" h="255904">
                  <a:moveTo>
                    <a:pt x="74919" y="0"/>
                  </a:moveTo>
                  <a:lnTo>
                    <a:pt x="0" y="255332"/>
                  </a:lnTo>
                </a:path>
              </a:pathLst>
            </a:custGeom>
            <a:ln w="60207">
              <a:solidFill>
                <a:srgbClr val="795D2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1" name="object 531" descr=""/>
            <p:cNvSpPr/>
            <p:nvPr/>
          </p:nvSpPr>
          <p:spPr>
            <a:xfrm>
              <a:off x="4036537" y="5878921"/>
              <a:ext cx="74930" cy="255904"/>
            </a:xfrm>
            <a:custGeom>
              <a:avLst/>
              <a:gdLst/>
              <a:ahLst/>
              <a:cxnLst/>
              <a:rect l="l" t="t" r="r" b="b"/>
              <a:pathLst>
                <a:path w="74929" h="255904">
                  <a:moveTo>
                    <a:pt x="74919" y="0"/>
                  </a:moveTo>
                  <a:lnTo>
                    <a:pt x="0" y="255332"/>
                  </a:lnTo>
                </a:path>
              </a:pathLst>
            </a:custGeom>
            <a:ln w="60207">
              <a:solidFill>
                <a:srgbClr val="795D2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2" name="object 532" descr=""/>
            <p:cNvSpPr/>
            <p:nvPr/>
          </p:nvSpPr>
          <p:spPr>
            <a:xfrm>
              <a:off x="3972813" y="5959298"/>
              <a:ext cx="113030" cy="0"/>
            </a:xfrm>
            <a:custGeom>
              <a:avLst/>
              <a:gdLst/>
              <a:ahLst/>
              <a:cxnLst/>
              <a:rect l="l" t="t" r="r" b="b"/>
              <a:pathLst>
                <a:path w="113029" h="0">
                  <a:moveTo>
                    <a:pt x="0" y="0"/>
                  </a:moveTo>
                  <a:lnTo>
                    <a:pt x="112760" y="0"/>
                  </a:lnTo>
                </a:path>
              </a:pathLst>
            </a:custGeom>
            <a:ln w="62825">
              <a:solidFill>
                <a:srgbClr val="795D2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3" name="object 533" descr=""/>
            <p:cNvSpPr/>
            <p:nvPr/>
          </p:nvSpPr>
          <p:spPr>
            <a:xfrm>
              <a:off x="3948634" y="6045923"/>
              <a:ext cx="113030" cy="3810"/>
            </a:xfrm>
            <a:custGeom>
              <a:avLst/>
              <a:gdLst/>
              <a:ahLst/>
              <a:cxnLst/>
              <a:rect l="l" t="t" r="r" b="b"/>
              <a:pathLst>
                <a:path w="113029" h="3810">
                  <a:moveTo>
                    <a:pt x="0" y="0"/>
                  </a:moveTo>
                  <a:lnTo>
                    <a:pt x="112865" y="3266"/>
                  </a:lnTo>
                </a:path>
              </a:pathLst>
            </a:custGeom>
            <a:ln w="60207">
              <a:solidFill>
                <a:srgbClr val="795D2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4" name="object 534" descr=""/>
            <p:cNvSpPr/>
            <p:nvPr/>
          </p:nvSpPr>
          <p:spPr>
            <a:xfrm>
              <a:off x="4398253" y="5689010"/>
              <a:ext cx="347345" cy="419100"/>
            </a:xfrm>
            <a:custGeom>
              <a:avLst/>
              <a:gdLst/>
              <a:ahLst/>
              <a:cxnLst/>
              <a:rect l="l" t="t" r="r" b="b"/>
              <a:pathLst>
                <a:path w="347345" h="419100">
                  <a:moveTo>
                    <a:pt x="0" y="418605"/>
                  </a:moveTo>
                  <a:lnTo>
                    <a:pt x="346889" y="418605"/>
                  </a:lnTo>
                  <a:lnTo>
                    <a:pt x="346889" y="0"/>
                  </a:lnTo>
                  <a:lnTo>
                    <a:pt x="0" y="0"/>
                  </a:lnTo>
                  <a:lnTo>
                    <a:pt x="0" y="418605"/>
                  </a:lnTo>
                  <a:close/>
                </a:path>
              </a:pathLst>
            </a:custGeom>
            <a:solidFill>
              <a:srgbClr val="DFBA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" name="object 535" descr=""/>
            <p:cNvSpPr/>
            <p:nvPr/>
          </p:nvSpPr>
          <p:spPr>
            <a:xfrm>
              <a:off x="3500270" y="6107615"/>
              <a:ext cx="1082040" cy="1064895"/>
            </a:xfrm>
            <a:custGeom>
              <a:avLst/>
              <a:gdLst/>
              <a:ahLst/>
              <a:cxnLst/>
              <a:rect l="l" t="t" r="r" b="b"/>
              <a:pathLst>
                <a:path w="1082039" h="1064895">
                  <a:moveTo>
                    <a:pt x="0" y="1064564"/>
                  </a:moveTo>
                  <a:lnTo>
                    <a:pt x="1081684" y="1064564"/>
                  </a:lnTo>
                  <a:lnTo>
                    <a:pt x="1081684" y="0"/>
                  </a:lnTo>
                  <a:lnTo>
                    <a:pt x="0" y="0"/>
                  </a:lnTo>
                  <a:lnTo>
                    <a:pt x="0" y="1064564"/>
                  </a:lnTo>
                  <a:close/>
                </a:path>
              </a:pathLst>
            </a:custGeom>
            <a:solidFill>
              <a:srgbClr val="F7C7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" name="object 536" descr=""/>
            <p:cNvSpPr/>
            <p:nvPr/>
          </p:nvSpPr>
          <p:spPr>
            <a:xfrm>
              <a:off x="3495435" y="6785457"/>
              <a:ext cx="527050" cy="387985"/>
            </a:xfrm>
            <a:custGeom>
              <a:avLst/>
              <a:gdLst/>
              <a:ahLst/>
              <a:cxnLst/>
              <a:rect l="l" t="t" r="r" b="b"/>
              <a:pathLst>
                <a:path w="527050" h="387984">
                  <a:moveTo>
                    <a:pt x="0" y="0"/>
                  </a:moveTo>
                  <a:lnTo>
                    <a:pt x="0" y="387946"/>
                  </a:lnTo>
                  <a:lnTo>
                    <a:pt x="526612" y="387946"/>
                  </a:lnTo>
                  <a:lnTo>
                    <a:pt x="523689" y="376334"/>
                  </a:lnTo>
                  <a:lnTo>
                    <a:pt x="521231" y="364465"/>
                  </a:lnTo>
                  <a:lnTo>
                    <a:pt x="519537" y="352957"/>
                  </a:lnTo>
                  <a:lnTo>
                    <a:pt x="518905" y="342429"/>
                  </a:lnTo>
                  <a:lnTo>
                    <a:pt x="506106" y="320738"/>
                  </a:lnTo>
                  <a:lnTo>
                    <a:pt x="477948" y="297399"/>
                  </a:lnTo>
                  <a:lnTo>
                    <a:pt x="449790" y="267792"/>
                  </a:lnTo>
                  <a:lnTo>
                    <a:pt x="436991" y="227301"/>
                  </a:lnTo>
                  <a:lnTo>
                    <a:pt x="424452" y="201527"/>
                  </a:lnTo>
                  <a:lnTo>
                    <a:pt x="391660" y="185334"/>
                  </a:lnTo>
                  <a:lnTo>
                    <a:pt x="345853" y="175494"/>
                  </a:lnTo>
                  <a:lnTo>
                    <a:pt x="294269" y="168776"/>
                  </a:lnTo>
                  <a:lnTo>
                    <a:pt x="244148" y="161950"/>
                  </a:lnTo>
                  <a:lnTo>
                    <a:pt x="202726" y="151785"/>
                  </a:lnTo>
                  <a:lnTo>
                    <a:pt x="180363" y="134043"/>
                  </a:lnTo>
                  <a:lnTo>
                    <a:pt x="187181" y="112523"/>
                  </a:lnTo>
                  <a:lnTo>
                    <a:pt x="232727" y="62397"/>
                  </a:lnTo>
                  <a:lnTo>
                    <a:pt x="243636" y="35915"/>
                  </a:lnTo>
                  <a:lnTo>
                    <a:pt x="229124" y="20495"/>
                  </a:lnTo>
                  <a:lnTo>
                    <a:pt x="190354" y="10173"/>
                  </a:lnTo>
                  <a:lnTo>
                    <a:pt x="134477" y="3969"/>
                  </a:lnTo>
                  <a:lnTo>
                    <a:pt x="68642" y="9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B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" name="object 537" descr=""/>
            <p:cNvSpPr/>
            <p:nvPr/>
          </p:nvSpPr>
          <p:spPr>
            <a:xfrm>
              <a:off x="4581954" y="6107615"/>
              <a:ext cx="361950" cy="1064895"/>
            </a:xfrm>
            <a:custGeom>
              <a:avLst/>
              <a:gdLst/>
              <a:ahLst/>
              <a:cxnLst/>
              <a:rect l="l" t="t" r="r" b="b"/>
              <a:pathLst>
                <a:path w="361950" h="1064895">
                  <a:moveTo>
                    <a:pt x="0" y="1064564"/>
                  </a:moveTo>
                  <a:lnTo>
                    <a:pt x="361716" y="1064564"/>
                  </a:lnTo>
                  <a:lnTo>
                    <a:pt x="361716" y="0"/>
                  </a:lnTo>
                  <a:lnTo>
                    <a:pt x="0" y="0"/>
                  </a:lnTo>
                  <a:lnTo>
                    <a:pt x="0" y="1064564"/>
                  </a:lnTo>
                  <a:close/>
                </a:path>
              </a:pathLst>
            </a:custGeom>
            <a:solidFill>
              <a:srgbClr val="DFBA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" name="object 538" descr=""/>
            <p:cNvSpPr/>
            <p:nvPr/>
          </p:nvSpPr>
          <p:spPr>
            <a:xfrm>
              <a:off x="4523830" y="5859601"/>
              <a:ext cx="149225" cy="239395"/>
            </a:xfrm>
            <a:custGeom>
              <a:avLst/>
              <a:gdLst/>
              <a:ahLst/>
              <a:cxnLst/>
              <a:rect l="l" t="t" r="r" b="b"/>
              <a:pathLst>
                <a:path w="149225" h="239395">
                  <a:moveTo>
                    <a:pt x="149199" y="0"/>
                  </a:moveTo>
                  <a:lnTo>
                    <a:pt x="0" y="0"/>
                  </a:lnTo>
                  <a:lnTo>
                    <a:pt x="0" y="238788"/>
                  </a:lnTo>
                  <a:lnTo>
                    <a:pt x="149199" y="238788"/>
                  </a:lnTo>
                  <a:lnTo>
                    <a:pt x="149199" y="0"/>
                  </a:lnTo>
                  <a:close/>
                </a:path>
              </a:pathLst>
            </a:custGeom>
            <a:solidFill>
              <a:srgbClr val="CFA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" name="object 539" descr=""/>
            <p:cNvSpPr/>
            <p:nvPr/>
          </p:nvSpPr>
          <p:spPr>
            <a:xfrm>
              <a:off x="4523830" y="5877967"/>
              <a:ext cx="116205" cy="220979"/>
            </a:xfrm>
            <a:custGeom>
              <a:avLst/>
              <a:gdLst/>
              <a:ahLst/>
              <a:cxnLst/>
              <a:rect l="l" t="t" r="r" b="b"/>
              <a:pathLst>
                <a:path w="116204" h="220979">
                  <a:moveTo>
                    <a:pt x="116184" y="0"/>
                  </a:moveTo>
                  <a:lnTo>
                    <a:pt x="0" y="0"/>
                  </a:lnTo>
                  <a:lnTo>
                    <a:pt x="0" y="220422"/>
                  </a:lnTo>
                  <a:lnTo>
                    <a:pt x="116184" y="220422"/>
                  </a:lnTo>
                  <a:lnTo>
                    <a:pt x="116184" y="0"/>
                  </a:lnTo>
                  <a:close/>
                </a:path>
              </a:pathLst>
            </a:custGeom>
            <a:solidFill>
              <a:srgbClr val="795D2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" name="object 540" descr=""/>
            <p:cNvSpPr/>
            <p:nvPr/>
          </p:nvSpPr>
          <p:spPr>
            <a:xfrm>
              <a:off x="4061352" y="7074852"/>
              <a:ext cx="361950" cy="62230"/>
            </a:xfrm>
            <a:custGeom>
              <a:avLst/>
              <a:gdLst/>
              <a:ahLst/>
              <a:cxnLst/>
              <a:rect l="l" t="t" r="r" b="b"/>
              <a:pathLst>
                <a:path w="361950" h="62229">
                  <a:moveTo>
                    <a:pt x="361748" y="0"/>
                  </a:moveTo>
                  <a:lnTo>
                    <a:pt x="0" y="0"/>
                  </a:lnTo>
                  <a:lnTo>
                    <a:pt x="0" y="61704"/>
                  </a:lnTo>
                  <a:lnTo>
                    <a:pt x="361748" y="61704"/>
                  </a:lnTo>
                  <a:lnTo>
                    <a:pt x="361748" y="0"/>
                  </a:lnTo>
                  <a:close/>
                </a:path>
              </a:pathLst>
            </a:custGeom>
            <a:solidFill>
              <a:srgbClr val="FFD3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" name="object 541" descr=""/>
            <p:cNvSpPr/>
            <p:nvPr/>
          </p:nvSpPr>
          <p:spPr>
            <a:xfrm>
              <a:off x="4061352" y="6594825"/>
              <a:ext cx="347345" cy="480059"/>
            </a:xfrm>
            <a:custGeom>
              <a:avLst/>
              <a:gdLst/>
              <a:ahLst/>
              <a:cxnLst/>
              <a:rect l="l" t="t" r="r" b="b"/>
              <a:pathLst>
                <a:path w="347345" h="480059">
                  <a:moveTo>
                    <a:pt x="347308" y="0"/>
                  </a:moveTo>
                  <a:lnTo>
                    <a:pt x="0" y="0"/>
                  </a:lnTo>
                  <a:lnTo>
                    <a:pt x="0" y="480027"/>
                  </a:lnTo>
                  <a:lnTo>
                    <a:pt x="347308" y="480027"/>
                  </a:lnTo>
                  <a:lnTo>
                    <a:pt x="347308" y="0"/>
                  </a:lnTo>
                  <a:close/>
                </a:path>
              </a:pathLst>
            </a:custGeom>
            <a:solidFill>
              <a:srgbClr val="DFBA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" name="object 542" descr=""/>
            <p:cNvSpPr/>
            <p:nvPr/>
          </p:nvSpPr>
          <p:spPr>
            <a:xfrm>
              <a:off x="4145706" y="6639902"/>
              <a:ext cx="263525" cy="434975"/>
            </a:xfrm>
            <a:custGeom>
              <a:avLst/>
              <a:gdLst/>
              <a:ahLst/>
              <a:cxnLst/>
              <a:rect l="l" t="t" r="r" b="b"/>
              <a:pathLst>
                <a:path w="263525" h="434975">
                  <a:moveTo>
                    <a:pt x="262955" y="0"/>
                  </a:moveTo>
                  <a:lnTo>
                    <a:pt x="0" y="0"/>
                  </a:lnTo>
                  <a:lnTo>
                    <a:pt x="0" y="434950"/>
                  </a:lnTo>
                  <a:lnTo>
                    <a:pt x="262955" y="434950"/>
                  </a:lnTo>
                  <a:lnTo>
                    <a:pt x="262955" y="0"/>
                  </a:lnTo>
                  <a:close/>
                </a:path>
              </a:pathLst>
            </a:custGeom>
            <a:solidFill>
              <a:srgbClr val="82612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" name="object 543" descr=""/>
            <p:cNvSpPr/>
            <p:nvPr/>
          </p:nvSpPr>
          <p:spPr>
            <a:xfrm>
              <a:off x="3592016" y="6469981"/>
              <a:ext cx="241935" cy="240665"/>
            </a:xfrm>
            <a:custGeom>
              <a:avLst/>
              <a:gdLst/>
              <a:ahLst/>
              <a:cxnLst/>
              <a:rect l="l" t="t" r="r" b="b"/>
              <a:pathLst>
                <a:path w="241935" h="240665">
                  <a:moveTo>
                    <a:pt x="241887" y="0"/>
                  </a:moveTo>
                  <a:lnTo>
                    <a:pt x="0" y="0"/>
                  </a:lnTo>
                  <a:lnTo>
                    <a:pt x="0" y="240369"/>
                  </a:lnTo>
                  <a:lnTo>
                    <a:pt x="241887" y="240369"/>
                  </a:lnTo>
                  <a:lnTo>
                    <a:pt x="241887" y="0"/>
                  </a:lnTo>
                  <a:close/>
                </a:path>
              </a:pathLst>
            </a:custGeom>
            <a:solidFill>
              <a:srgbClr val="DFBA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" name="object 544" descr=""/>
            <p:cNvSpPr/>
            <p:nvPr/>
          </p:nvSpPr>
          <p:spPr>
            <a:xfrm>
              <a:off x="4187698" y="6639909"/>
              <a:ext cx="199390" cy="434975"/>
            </a:xfrm>
            <a:custGeom>
              <a:avLst/>
              <a:gdLst/>
              <a:ahLst/>
              <a:cxnLst/>
              <a:rect l="l" t="t" r="r" b="b"/>
              <a:pathLst>
                <a:path w="199389" h="434975">
                  <a:moveTo>
                    <a:pt x="38989" y="0"/>
                  </a:moveTo>
                  <a:lnTo>
                    <a:pt x="0" y="0"/>
                  </a:lnTo>
                  <a:lnTo>
                    <a:pt x="0" y="434949"/>
                  </a:lnTo>
                  <a:lnTo>
                    <a:pt x="38989" y="434949"/>
                  </a:lnTo>
                  <a:lnTo>
                    <a:pt x="38989" y="0"/>
                  </a:lnTo>
                  <a:close/>
                </a:path>
                <a:path w="199389" h="434975">
                  <a:moveTo>
                    <a:pt x="124396" y="0"/>
                  </a:moveTo>
                  <a:lnTo>
                    <a:pt x="85407" y="0"/>
                  </a:lnTo>
                  <a:lnTo>
                    <a:pt x="85407" y="434949"/>
                  </a:lnTo>
                  <a:lnTo>
                    <a:pt x="124396" y="434949"/>
                  </a:lnTo>
                  <a:lnTo>
                    <a:pt x="124396" y="0"/>
                  </a:lnTo>
                  <a:close/>
                </a:path>
                <a:path w="199389" h="434975">
                  <a:moveTo>
                    <a:pt x="199136" y="0"/>
                  </a:moveTo>
                  <a:lnTo>
                    <a:pt x="160147" y="0"/>
                  </a:lnTo>
                  <a:lnTo>
                    <a:pt x="160147" y="434949"/>
                  </a:lnTo>
                  <a:lnTo>
                    <a:pt x="199136" y="434949"/>
                  </a:lnTo>
                  <a:lnTo>
                    <a:pt x="199136" y="0"/>
                  </a:lnTo>
                  <a:close/>
                </a:path>
              </a:pathLst>
            </a:custGeom>
            <a:solidFill>
              <a:srgbClr val="785A2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" name="object 545" descr=""/>
            <p:cNvSpPr/>
            <p:nvPr/>
          </p:nvSpPr>
          <p:spPr>
            <a:xfrm>
              <a:off x="3625952" y="6503697"/>
              <a:ext cx="208279" cy="207010"/>
            </a:xfrm>
            <a:custGeom>
              <a:avLst/>
              <a:gdLst/>
              <a:ahLst/>
              <a:cxnLst/>
              <a:rect l="l" t="t" r="r" b="b"/>
              <a:pathLst>
                <a:path w="208279" h="207009">
                  <a:moveTo>
                    <a:pt x="207951" y="0"/>
                  </a:moveTo>
                  <a:lnTo>
                    <a:pt x="0" y="0"/>
                  </a:lnTo>
                  <a:lnTo>
                    <a:pt x="0" y="206653"/>
                  </a:lnTo>
                  <a:lnTo>
                    <a:pt x="207951" y="206653"/>
                  </a:lnTo>
                  <a:lnTo>
                    <a:pt x="207951" y="0"/>
                  </a:lnTo>
                  <a:close/>
                </a:path>
              </a:pathLst>
            </a:custGeom>
            <a:solidFill>
              <a:srgbClr val="82612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" name="object 546" descr=""/>
            <p:cNvSpPr/>
            <p:nvPr/>
          </p:nvSpPr>
          <p:spPr>
            <a:xfrm>
              <a:off x="3718378" y="6503697"/>
              <a:ext cx="23495" cy="207010"/>
            </a:xfrm>
            <a:custGeom>
              <a:avLst/>
              <a:gdLst/>
              <a:ahLst/>
              <a:cxnLst/>
              <a:rect l="l" t="t" r="r" b="b"/>
              <a:pathLst>
                <a:path w="23495" h="207009">
                  <a:moveTo>
                    <a:pt x="23109" y="0"/>
                  </a:moveTo>
                  <a:lnTo>
                    <a:pt x="0" y="0"/>
                  </a:lnTo>
                  <a:lnTo>
                    <a:pt x="0" y="206653"/>
                  </a:lnTo>
                  <a:lnTo>
                    <a:pt x="23109" y="206653"/>
                  </a:lnTo>
                  <a:lnTo>
                    <a:pt x="23109" y="0"/>
                  </a:lnTo>
                  <a:close/>
                </a:path>
              </a:pathLst>
            </a:custGeom>
            <a:solidFill>
              <a:srgbClr val="785A2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" name="object 547" descr=""/>
            <p:cNvSpPr/>
            <p:nvPr/>
          </p:nvSpPr>
          <p:spPr>
            <a:xfrm>
              <a:off x="3625952" y="6503697"/>
              <a:ext cx="208279" cy="71120"/>
            </a:xfrm>
            <a:custGeom>
              <a:avLst/>
              <a:gdLst/>
              <a:ahLst/>
              <a:cxnLst/>
              <a:rect l="l" t="t" r="r" b="b"/>
              <a:pathLst>
                <a:path w="208279" h="71120">
                  <a:moveTo>
                    <a:pt x="207951" y="0"/>
                  </a:moveTo>
                  <a:lnTo>
                    <a:pt x="0" y="0"/>
                  </a:lnTo>
                  <a:lnTo>
                    <a:pt x="0" y="71034"/>
                  </a:lnTo>
                  <a:lnTo>
                    <a:pt x="207951" y="71034"/>
                  </a:lnTo>
                  <a:lnTo>
                    <a:pt x="207951" y="0"/>
                  </a:lnTo>
                  <a:close/>
                </a:path>
              </a:pathLst>
            </a:custGeom>
            <a:solidFill>
              <a:srgbClr val="C89643">
                <a:alpha val="58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" name="object 548" descr=""/>
            <p:cNvSpPr/>
            <p:nvPr/>
          </p:nvSpPr>
          <p:spPr>
            <a:xfrm>
              <a:off x="4861841" y="6503697"/>
              <a:ext cx="81915" cy="207010"/>
            </a:xfrm>
            <a:custGeom>
              <a:avLst/>
              <a:gdLst/>
              <a:ahLst/>
              <a:cxnLst/>
              <a:rect l="l" t="t" r="r" b="b"/>
              <a:pathLst>
                <a:path w="81914" h="207009">
                  <a:moveTo>
                    <a:pt x="0" y="206653"/>
                  </a:moveTo>
                  <a:lnTo>
                    <a:pt x="81829" y="206653"/>
                  </a:lnTo>
                  <a:lnTo>
                    <a:pt x="81829" y="0"/>
                  </a:lnTo>
                  <a:lnTo>
                    <a:pt x="0" y="0"/>
                  </a:lnTo>
                  <a:lnTo>
                    <a:pt x="0" y="206653"/>
                  </a:lnTo>
                  <a:close/>
                </a:path>
              </a:pathLst>
            </a:custGeom>
            <a:solidFill>
              <a:srgbClr val="75572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" name="object 549" descr=""/>
            <p:cNvSpPr/>
            <p:nvPr/>
          </p:nvSpPr>
          <p:spPr>
            <a:xfrm>
              <a:off x="4861841" y="6503697"/>
              <a:ext cx="81915" cy="71120"/>
            </a:xfrm>
            <a:custGeom>
              <a:avLst/>
              <a:gdLst/>
              <a:ahLst/>
              <a:cxnLst/>
              <a:rect l="l" t="t" r="r" b="b"/>
              <a:pathLst>
                <a:path w="81914" h="71120">
                  <a:moveTo>
                    <a:pt x="0" y="71034"/>
                  </a:moveTo>
                  <a:lnTo>
                    <a:pt x="81829" y="71034"/>
                  </a:lnTo>
                  <a:lnTo>
                    <a:pt x="81829" y="0"/>
                  </a:lnTo>
                  <a:lnTo>
                    <a:pt x="0" y="0"/>
                  </a:lnTo>
                  <a:lnTo>
                    <a:pt x="0" y="71034"/>
                  </a:lnTo>
                  <a:close/>
                </a:path>
              </a:pathLst>
            </a:custGeom>
            <a:solidFill>
              <a:srgbClr val="C89643">
                <a:alpha val="58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" name="object 550" descr=""/>
            <p:cNvSpPr/>
            <p:nvPr/>
          </p:nvSpPr>
          <p:spPr>
            <a:xfrm>
              <a:off x="4789906" y="6458494"/>
              <a:ext cx="154305" cy="19685"/>
            </a:xfrm>
            <a:custGeom>
              <a:avLst/>
              <a:gdLst/>
              <a:ahLst/>
              <a:cxnLst/>
              <a:rect l="l" t="t" r="r" b="b"/>
              <a:pathLst>
                <a:path w="154304" h="19685">
                  <a:moveTo>
                    <a:pt x="0" y="19371"/>
                  </a:moveTo>
                  <a:lnTo>
                    <a:pt x="153764" y="19371"/>
                  </a:lnTo>
                  <a:lnTo>
                    <a:pt x="153764" y="0"/>
                  </a:lnTo>
                  <a:lnTo>
                    <a:pt x="0" y="0"/>
                  </a:lnTo>
                  <a:lnTo>
                    <a:pt x="0" y="19371"/>
                  </a:lnTo>
                  <a:close/>
                </a:path>
              </a:pathLst>
            </a:custGeom>
            <a:solidFill>
              <a:srgbClr val="6241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" name="object 551" descr=""/>
            <p:cNvSpPr/>
            <p:nvPr/>
          </p:nvSpPr>
          <p:spPr>
            <a:xfrm>
              <a:off x="4805067" y="6535269"/>
              <a:ext cx="148590" cy="43815"/>
            </a:xfrm>
            <a:custGeom>
              <a:avLst/>
              <a:gdLst/>
              <a:ahLst/>
              <a:cxnLst/>
              <a:rect l="l" t="t" r="r" b="b"/>
              <a:pathLst>
                <a:path w="148589" h="43815">
                  <a:moveTo>
                    <a:pt x="0" y="43768"/>
                  </a:moveTo>
                  <a:lnTo>
                    <a:pt x="148016" y="0"/>
                  </a:lnTo>
                </a:path>
              </a:pathLst>
            </a:custGeom>
            <a:ln w="36093">
              <a:solidFill>
                <a:srgbClr val="5F381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2" name="object 552" descr=""/>
            <p:cNvSpPr/>
            <p:nvPr/>
          </p:nvSpPr>
          <p:spPr>
            <a:xfrm>
              <a:off x="3596957" y="6311664"/>
              <a:ext cx="1033144" cy="99060"/>
            </a:xfrm>
            <a:custGeom>
              <a:avLst/>
              <a:gdLst/>
              <a:ahLst/>
              <a:cxnLst/>
              <a:rect l="l" t="t" r="r" b="b"/>
              <a:pathLst>
                <a:path w="1033145" h="99060">
                  <a:moveTo>
                    <a:pt x="127190" y="98704"/>
                  </a:moveTo>
                  <a:lnTo>
                    <a:pt x="28994" y="0"/>
                  </a:lnTo>
                  <a:lnTo>
                    <a:pt x="0" y="29946"/>
                  </a:lnTo>
                  <a:lnTo>
                    <a:pt x="73037" y="98704"/>
                  </a:lnTo>
                  <a:lnTo>
                    <a:pt x="127190" y="98704"/>
                  </a:lnTo>
                  <a:close/>
                </a:path>
                <a:path w="1033145" h="99060">
                  <a:moveTo>
                    <a:pt x="1032649" y="98704"/>
                  </a:moveTo>
                  <a:lnTo>
                    <a:pt x="934440" y="0"/>
                  </a:lnTo>
                  <a:lnTo>
                    <a:pt x="905459" y="29946"/>
                  </a:lnTo>
                  <a:lnTo>
                    <a:pt x="978496" y="98704"/>
                  </a:lnTo>
                  <a:lnTo>
                    <a:pt x="1032649" y="98704"/>
                  </a:lnTo>
                  <a:close/>
                </a:path>
              </a:pathLst>
            </a:custGeom>
            <a:solidFill>
              <a:srgbClr val="DFBA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" name="object 553" descr=""/>
            <p:cNvSpPr/>
            <p:nvPr/>
          </p:nvSpPr>
          <p:spPr>
            <a:xfrm>
              <a:off x="3442550" y="5878925"/>
              <a:ext cx="480695" cy="473075"/>
            </a:xfrm>
            <a:custGeom>
              <a:avLst/>
              <a:gdLst/>
              <a:ahLst/>
              <a:cxnLst/>
              <a:rect l="l" t="t" r="r" b="b"/>
              <a:pathLst>
                <a:path w="480695" h="473075">
                  <a:moveTo>
                    <a:pt x="188455" y="453910"/>
                  </a:moveTo>
                  <a:lnTo>
                    <a:pt x="187185" y="444423"/>
                  </a:lnTo>
                  <a:lnTo>
                    <a:pt x="183400" y="434949"/>
                  </a:lnTo>
                  <a:lnTo>
                    <a:pt x="4318" y="434949"/>
                  </a:lnTo>
                  <a:lnTo>
                    <a:pt x="1079" y="444423"/>
                  </a:lnTo>
                  <a:lnTo>
                    <a:pt x="0" y="453910"/>
                  </a:lnTo>
                  <a:lnTo>
                    <a:pt x="1079" y="463384"/>
                  </a:lnTo>
                  <a:lnTo>
                    <a:pt x="4318" y="472859"/>
                  </a:lnTo>
                  <a:lnTo>
                    <a:pt x="183400" y="472859"/>
                  </a:lnTo>
                  <a:lnTo>
                    <a:pt x="187185" y="463384"/>
                  </a:lnTo>
                  <a:lnTo>
                    <a:pt x="188455" y="453910"/>
                  </a:lnTo>
                  <a:close/>
                </a:path>
                <a:path w="480695" h="473075">
                  <a:moveTo>
                    <a:pt x="480161" y="12649"/>
                  </a:moveTo>
                  <a:lnTo>
                    <a:pt x="479323" y="6324"/>
                  </a:lnTo>
                  <a:lnTo>
                    <a:pt x="476796" y="0"/>
                  </a:lnTo>
                  <a:lnTo>
                    <a:pt x="357416" y="0"/>
                  </a:lnTo>
                  <a:lnTo>
                    <a:pt x="355244" y="6324"/>
                  </a:lnTo>
                  <a:lnTo>
                    <a:pt x="354520" y="12649"/>
                  </a:lnTo>
                  <a:lnTo>
                    <a:pt x="355244" y="18961"/>
                  </a:lnTo>
                  <a:lnTo>
                    <a:pt x="357416" y="25285"/>
                  </a:lnTo>
                  <a:lnTo>
                    <a:pt x="476796" y="25285"/>
                  </a:lnTo>
                  <a:lnTo>
                    <a:pt x="479323" y="18961"/>
                  </a:lnTo>
                  <a:lnTo>
                    <a:pt x="480161" y="12649"/>
                  </a:lnTo>
                  <a:close/>
                </a:path>
              </a:pathLst>
            </a:custGeom>
            <a:solidFill>
              <a:srgbClr val="795D2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4" name="object 554" descr="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4819145" y="5803669"/>
              <a:ext cx="146132" cy="218081"/>
            </a:xfrm>
            <a:prstGeom prst="rect">
              <a:avLst/>
            </a:prstGeom>
          </p:spPr>
        </p:pic>
        <p:sp>
          <p:nvSpPr>
            <p:cNvPr id="555" name="object 555" descr=""/>
            <p:cNvSpPr/>
            <p:nvPr/>
          </p:nvSpPr>
          <p:spPr>
            <a:xfrm>
              <a:off x="3591942" y="6878377"/>
              <a:ext cx="131445" cy="70485"/>
            </a:xfrm>
            <a:custGeom>
              <a:avLst/>
              <a:gdLst/>
              <a:ahLst/>
              <a:cxnLst/>
              <a:rect l="l" t="t" r="r" b="b"/>
              <a:pathLst>
                <a:path w="131445" h="70484">
                  <a:moveTo>
                    <a:pt x="131409" y="0"/>
                  </a:moveTo>
                  <a:lnTo>
                    <a:pt x="0" y="0"/>
                  </a:lnTo>
                  <a:lnTo>
                    <a:pt x="0" y="70228"/>
                  </a:lnTo>
                  <a:lnTo>
                    <a:pt x="131409" y="70228"/>
                  </a:lnTo>
                  <a:lnTo>
                    <a:pt x="131409" y="0"/>
                  </a:lnTo>
                  <a:close/>
                </a:path>
              </a:pathLst>
            </a:custGeom>
            <a:solidFill>
              <a:srgbClr val="FBD2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" name="object 556" descr=""/>
            <p:cNvSpPr/>
            <p:nvPr/>
          </p:nvSpPr>
          <p:spPr>
            <a:xfrm>
              <a:off x="3500259" y="5733459"/>
              <a:ext cx="1082040" cy="1298575"/>
            </a:xfrm>
            <a:custGeom>
              <a:avLst/>
              <a:gdLst/>
              <a:ahLst/>
              <a:cxnLst/>
              <a:rect l="l" t="t" r="r" b="b"/>
              <a:pathLst>
                <a:path w="1082039" h="1298575">
                  <a:moveTo>
                    <a:pt x="131419" y="446633"/>
                  </a:moveTo>
                  <a:lnTo>
                    <a:pt x="0" y="446633"/>
                  </a:lnTo>
                  <a:lnTo>
                    <a:pt x="0" y="516851"/>
                  </a:lnTo>
                  <a:lnTo>
                    <a:pt x="131419" y="516851"/>
                  </a:lnTo>
                  <a:lnTo>
                    <a:pt x="131419" y="446633"/>
                  </a:lnTo>
                  <a:close/>
                </a:path>
                <a:path w="1082039" h="1298575">
                  <a:moveTo>
                    <a:pt x="448373" y="1227810"/>
                  </a:moveTo>
                  <a:lnTo>
                    <a:pt x="316953" y="1227810"/>
                  </a:lnTo>
                  <a:lnTo>
                    <a:pt x="316953" y="1298028"/>
                  </a:lnTo>
                  <a:lnTo>
                    <a:pt x="448373" y="1298028"/>
                  </a:lnTo>
                  <a:lnTo>
                    <a:pt x="448373" y="1227810"/>
                  </a:lnTo>
                  <a:close/>
                </a:path>
                <a:path w="1082039" h="1298575">
                  <a:moveTo>
                    <a:pt x="481660" y="35115"/>
                  </a:moveTo>
                  <a:lnTo>
                    <a:pt x="382663" y="35115"/>
                  </a:lnTo>
                  <a:lnTo>
                    <a:pt x="382663" y="105333"/>
                  </a:lnTo>
                  <a:lnTo>
                    <a:pt x="481660" y="105333"/>
                  </a:lnTo>
                  <a:lnTo>
                    <a:pt x="481660" y="35115"/>
                  </a:lnTo>
                  <a:close/>
                </a:path>
                <a:path w="1082039" h="1298575">
                  <a:moveTo>
                    <a:pt x="514070" y="609625"/>
                  </a:moveTo>
                  <a:lnTo>
                    <a:pt x="382663" y="609625"/>
                  </a:lnTo>
                  <a:lnTo>
                    <a:pt x="382663" y="679843"/>
                  </a:lnTo>
                  <a:lnTo>
                    <a:pt x="514070" y="679843"/>
                  </a:lnTo>
                  <a:lnTo>
                    <a:pt x="514070" y="609625"/>
                  </a:lnTo>
                  <a:close/>
                </a:path>
                <a:path w="1082039" h="1298575">
                  <a:moveTo>
                    <a:pt x="561086" y="991031"/>
                  </a:moveTo>
                  <a:lnTo>
                    <a:pt x="481660" y="991031"/>
                  </a:lnTo>
                  <a:lnTo>
                    <a:pt x="481660" y="1061250"/>
                  </a:lnTo>
                  <a:lnTo>
                    <a:pt x="561086" y="1061250"/>
                  </a:lnTo>
                  <a:lnTo>
                    <a:pt x="561086" y="991031"/>
                  </a:lnTo>
                  <a:close/>
                </a:path>
                <a:path w="1082039" h="1298575">
                  <a:moveTo>
                    <a:pt x="763981" y="709295"/>
                  </a:moveTo>
                  <a:lnTo>
                    <a:pt x="632574" y="709295"/>
                  </a:lnTo>
                  <a:lnTo>
                    <a:pt x="632574" y="779526"/>
                  </a:lnTo>
                  <a:lnTo>
                    <a:pt x="763981" y="779526"/>
                  </a:lnTo>
                  <a:lnTo>
                    <a:pt x="763981" y="709295"/>
                  </a:lnTo>
                  <a:close/>
                </a:path>
                <a:path w="1082039" h="1298575">
                  <a:moveTo>
                    <a:pt x="842632" y="481736"/>
                  </a:moveTo>
                  <a:lnTo>
                    <a:pt x="711212" y="481736"/>
                  </a:lnTo>
                  <a:lnTo>
                    <a:pt x="711212" y="551954"/>
                  </a:lnTo>
                  <a:lnTo>
                    <a:pt x="842632" y="551954"/>
                  </a:lnTo>
                  <a:lnTo>
                    <a:pt x="842632" y="481736"/>
                  </a:lnTo>
                  <a:close/>
                </a:path>
                <a:path w="1082039" h="1298575">
                  <a:moveTo>
                    <a:pt x="895400" y="0"/>
                  </a:moveTo>
                  <a:lnTo>
                    <a:pt x="763993" y="0"/>
                  </a:lnTo>
                  <a:lnTo>
                    <a:pt x="763993" y="70218"/>
                  </a:lnTo>
                  <a:lnTo>
                    <a:pt x="895400" y="70218"/>
                  </a:lnTo>
                  <a:lnTo>
                    <a:pt x="895400" y="0"/>
                  </a:lnTo>
                  <a:close/>
                </a:path>
                <a:path w="1082039" h="1298575">
                  <a:moveTo>
                    <a:pt x="1081659" y="1215161"/>
                  </a:moveTo>
                  <a:lnTo>
                    <a:pt x="979157" y="1215161"/>
                  </a:lnTo>
                  <a:lnTo>
                    <a:pt x="979157" y="1285379"/>
                  </a:lnTo>
                  <a:lnTo>
                    <a:pt x="1081659" y="1285379"/>
                  </a:lnTo>
                  <a:lnTo>
                    <a:pt x="1081659" y="1215161"/>
                  </a:lnTo>
                  <a:close/>
                </a:path>
                <a:path w="1082039" h="1298575">
                  <a:moveTo>
                    <a:pt x="1081659" y="674192"/>
                  </a:moveTo>
                  <a:lnTo>
                    <a:pt x="990701" y="674192"/>
                  </a:lnTo>
                  <a:lnTo>
                    <a:pt x="990701" y="744410"/>
                  </a:lnTo>
                  <a:lnTo>
                    <a:pt x="1081659" y="744410"/>
                  </a:lnTo>
                  <a:lnTo>
                    <a:pt x="1081659" y="674192"/>
                  </a:lnTo>
                  <a:close/>
                </a:path>
              </a:pathLst>
            </a:custGeom>
            <a:solidFill>
              <a:srgbClr val="FFD58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" name="object 557" descr=""/>
            <p:cNvSpPr/>
            <p:nvPr/>
          </p:nvSpPr>
          <p:spPr>
            <a:xfrm>
              <a:off x="3500270" y="7057062"/>
              <a:ext cx="84455" cy="70485"/>
            </a:xfrm>
            <a:custGeom>
              <a:avLst/>
              <a:gdLst/>
              <a:ahLst/>
              <a:cxnLst/>
              <a:rect l="l" t="t" r="r" b="b"/>
              <a:pathLst>
                <a:path w="84454" h="70484">
                  <a:moveTo>
                    <a:pt x="84164" y="0"/>
                  </a:moveTo>
                  <a:lnTo>
                    <a:pt x="0" y="0"/>
                  </a:lnTo>
                  <a:lnTo>
                    <a:pt x="0" y="70217"/>
                  </a:lnTo>
                  <a:lnTo>
                    <a:pt x="84164" y="70217"/>
                  </a:lnTo>
                  <a:lnTo>
                    <a:pt x="84164" y="0"/>
                  </a:lnTo>
                  <a:close/>
                </a:path>
              </a:pathLst>
            </a:custGeom>
            <a:solidFill>
              <a:srgbClr val="FBD2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" name="object 558" descr=""/>
            <p:cNvSpPr/>
            <p:nvPr/>
          </p:nvSpPr>
          <p:spPr>
            <a:xfrm>
              <a:off x="4581944" y="6215195"/>
              <a:ext cx="260985" cy="803910"/>
            </a:xfrm>
            <a:custGeom>
              <a:avLst/>
              <a:gdLst/>
              <a:ahLst/>
              <a:cxnLst/>
              <a:rect l="l" t="t" r="r" b="b"/>
              <a:pathLst>
                <a:path w="260985" h="803909">
                  <a:moveTo>
                    <a:pt x="45491" y="733425"/>
                  </a:moveTo>
                  <a:lnTo>
                    <a:pt x="0" y="733425"/>
                  </a:lnTo>
                  <a:lnTo>
                    <a:pt x="0" y="803643"/>
                  </a:lnTo>
                  <a:lnTo>
                    <a:pt x="45491" y="803643"/>
                  </a:lnTo>
                  <a:lnTo>
                    <a:pt x="45491" y="733425"/>
                  </a:lnTo>
                  <a:close/>
                </a:path>
                <a:path w="260985" h="803909">
                  <a:moveTo>
                    <a:pt x="54876" y="192455"/>
                  </a:moveTo>
                  <a:lnTo>
                    <a:pt x="0" y="192455"/>
                  </a:lnTo>
                  <a:lnTo>
                    <a:pt x="0" y="262674"/>
                  </a:lnTo>
                  <a:lnTo>
                    <a:pt x="54876" y="262674"/>
                  </a:lnTo>
                  <a:lnTo>
                    <a:pt x="54876" y="192455"/>
                  </a:lnTo>
                  <a:close/>
                </a:path>
                <a:path w="260985" h="803909">
                  <a:moveTo>
                    <a:pt x="260426" y="571004"/>
                  </a:moveTo>
                  <a:lnTo>
                    <a:pt x="126123" y="571004"/>
                  </a:lnTo>
                  <a:lnTo>
                    <a:pt x="126123" y="641223"/>
                  </a:lnTo>
                  <a:lnTo>
                    <a:pt x="260426" y="641223"/>
                  </a:lnTo>
                  <a:lnTo>
                    <a:pt x="260426" y="571004"/>
                  </a:lnTo>
                  <a:close/>
                </a:path>
                <a:path w="260985" h="803909">
                  <a:moveTo>
                    <a:pt x="260426" y="0"/>
                  </a:moveTo>
                  <a:lnTo>
                    <a:pt x="126123" y="0"/>
                  </a:lnTo>
                  <a:lnTo>
                    <a:pt x="126123" y="70218"/>
                  </a:lnTo>
                  <a:lnTo>
                    <a:pt x="260426" y="70218"/>
                  </a:lnTo>
                  <a:lnTo>
                    <a:pt x="260426" y="0"/>
                  </a:lnTo>
                  <a:close/>
                </a:path>
              </a:pathLst>
            </a:custGeom>
            <a:solidFill>
              <a:srgbClr val="EBC37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9" name="object 559" descr="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5014011" y="5948326"/>
              <a:ext cx="88798" cy="143821"/>
            </a:xfrm>
            <a:prstGeom prst="rect">
              <a:avLst/>
            </a:prstGeom>
          </p:spPr>
        </p:pic>
        <p:sp>
          <p:nvSpPr>
            <p:cNvPr id="560" name="object 560" descr=""/>
            <p:cNvSpPr/>
            <p:nvPr/>
          </p:nvSpPr>
          <p:spPr>
            <a:xfrm>
              <a:off x="3488026" y="6309644"/>
              <a:ext cx="47625" cy="46355"/>
            </a:xfrm>
            <a:custGeom>
              <a:avLst/>
              <a:gdLst/>
              <a:ahLst/>
              <a:cxnLst/>
              <a:rect l="l" t="t" r="r" b="b"/>
              <a:pathLst>
                <a:path w="47625" h="46354">
                  <a:moveTo>
                    <a:pt x="19517" y="0"/>
                  </a:moveTo>
                  <a:lnTo>
                    <a:pt x="16345" y="2680"/>
                  </a:lnTo>
                  <a:lnTo>
                    <a:pt x="16146" y="5046"/>
                  </a:lnTo>
                  <a:lnTo>
                    <a:pt x="24459" y="15251"/>
                  </a:lnTo>
                  <a:lnTo>
                    <a:pt x="30923" y="23877"/>
                  </a:lnTo>
                  <a:lnTo>
                    <a:pt x="36166" y="31598"/>
                  </a:lnTo>
                  <a:lnTo>
                    <a:pt x="39475" y="37496"/>
                  </a:lnTo>
                  <a:lnTo>
                    <a:pt x="33096" y="32458"/>
                  </a:lnTo>
                  <a:lnTo>
                    <a:pt x="24895" y="24033"/>
                  </a:lnTo>
                  <a:lnTo>
                    <a:pt x="15887" y="13468"/>
                  </a:lnTo>
                  <a:lnTo>
                    <a:pt x="6041" y="565"/>
                  </a:lnTo>
                  <a:lnTo>
                    <a:pt x="4135" y="62"/>
                  </a:lnTo>
                  <a:lnTo>
                    <a:pt x="900" y="1507"/>
                  </a:lnTo>
                  <a:lnTo>
                    <a:pt x="0" y="3266"/>
                  </a:lnTo>
                  <a:lnTo>
                    <a:pt x="8952" y="44899"/>
                  </a:lnTo>
                  <a:lnTo>
                    <a:pt x="10502" y="46103"/>
                  </a:lnTo>
                  <a:lnTo>
                    <a:pt x="12240" y="46103"/>
                  </a:lnTo>
                  <a:lnTo>
                    <a:pt x="12502" y="46103"/>
                  </a:lnTo>
                  <a:lnTo>
                    <a:pt x="15067" y="45579"/>
                  </a:lnTo>
                  <a:lnTo>
                    <a:pt x="16355" y="43590"/>
                  </a:lnTo>
                  <a:lnTo>
                    <a:pt x="11224" y="19706"/>
                  </a:lnTo>
                  <a:lnTo>
                    <a:pt x="19024" y="28829"/>
                  </a:lnTo>
                  <a:lnTo>
                    <a:pt x="27306" y="37272"/>
                  </a:lnTo>
                  <a:lnTo>
                    <a:pt x="35233" y="43479"/>
                  </a:lnTo>
                  <a:lnTo>
                    <a:pt x="41967" y="45893"/>
                  </a:lnTo>
                  <a:lnTo>
                    <a:pt x="44396" y="45893"/>
                  </a:lnTo>
                  <a:lnTo>
                    <a:pt x="46312" y="44763"/>
                  </a:lnTo>
                  <a:lnTo>
                    <a:pt x="47234" y="42773"/>
                  </a:lnTo>
                  <a:lnTo>
                    <a:pt x="47119" y="37191"/>
                  </a:lnTo>
                  <a:lnTo>
                    <a:pt x="43068" y="28478"/>
                  </a:lnTo>
                  <a:lnTo>
                    <a:pt x="35099" y="16666"/>
                  </a:lnTo>
                  <a:lnTo>
                    <a:pt x="23234" y="1790"/>
                  </a:lnTo>
                  <a:lnTo>
                    <a:pt x="21894" y="209"/>
                  </a:lnTo>
                  <a:lnTo>
                    <a:pt x="19517" y="0"/>
                  </a:lnTo>
                  <a:close/>
                </a:path>
              </a:pathLst>
            </a:custGeom>
            <a:solidFill>
              <a:srgbClr val="B0343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" name="object 561" descr=""/>
            <p:cNvSpPr/>
            <p:nvPr/>
          </p:nvSpPr>
          <p:spPr>
            <a:xfrm>
              <a:off x="4347852" y="6313866"/>
              <a:ext cx="188595" cy="38100"/>
            </a:xfrm>
            <a:custGeom>
              <a:avLst/>
              <a:gdLst/>
              <a:ahLst/>
              <a:cxnLst/>
              <a:rect l="l" t="t" r="r" b="b"/>
              <a:pathLst>
                <a:path w="188595" h="38100">
                  <a:moveTo>
                    <a:pt x="183400" y="0"/>
                  </a:moveTo>
                  <a:lnTo>
                    <a:pt x="4327" y="0"/>
                  </a:lnTo>
                  <a:lnTo>
                    <a:pt x="1081" y="9478"/>
                  </a:lnTo>
                  <a:lnTo>
                    <a:pt x="0" y="18957"/>
                  </a:lnTo>
                  <a:lnTo>
                    <a:pt x="1081" y="28436"/>
                  </a:lnTo>
                  <a:lnTo>
                    <a:pt x="4327" y="37915"/>
                  </a:lnTo>
                  <a:lnTo>
                    <a:pt x="183400" y="37915"/>
                  </a:lnTo>
                  <a:lnTo>
                    <a:pt x="187193" y="28436"/>
                  </a:lnTo>
                  <a:lnTo>
                    <a:pt x="188457" y="18957"/>
                  </a:lnTo>
                  <a:lnTo>
                    <a:pt x="187193" y="9478"/>
                  </a:lnTo>
                  <a:lnTo>
                    <a:pt x="183400" y="0"/>
                  </a:lnTo>
                  <a:close/>
                </a:path>
              </a:pathLst>
            </a:custGeom>
            <a:solidFill>
              <a:srgbClr val="795D2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" name="object 562" descr=""/>
            <p:cNvSpPr/>
            <p:nvPr/>
          </p:nvSpPr>
          <p:spPr>
            <a:xfrm>
              <a:off x="4420774" y="6308794"/>
              <a:ext cx="41910" cy="45720"/>
            </a:xfrm>
            <a:custGeom>
              <a:avLst/>
              <a:gdLst/>
              <a:ahLst/>
              <a:cxnLst/>
              <a:rect l="l" t="t" r="r" b="b"/>
              <a:pathLst>
                <a:path w="41910" h="45720">
                  <a:moveTo>
                    <a:pt x="20376" y="0"/>
                  </a:moveTo>
                  <a:lnTo>
                    <a:pt x="18282" y="1141"/>
                  </a:lnTo>
                  <a:lnTo>
                    <a:pt x="17109" y="5130"/>
                  </a:lnTo>
                  <a:lnTo>
                    <a:pt x="18250" y="7214"/>
                  </a:lnTo>
                  <a:lnTo>
                    <a:pt x="29936" y="10858"/>
                  </a:lnTo>
                  <a:lnTo>
                    <a:pt x="34826" y="23664"/>
                  </a:lnTo>
                  <a:lnTo>
                    <a:pt x="34114" y="29444"/>
                  </a:lnTo>
                  <a:lnTo>
                    <a:pt x="30910" y="36103"/>
                  </a:lnTo>
                  <a:lnTo>
                    <a:pt x="5957" y="3067"/>
                  </a:lnTo>
                  <a:lnTo>
                    <a:pt x="4094" y="2575"/>
                  </a:lnTo>
                  <a:lnTo>
                    <a:pt x="910" y="3978"/>
                  </a:lnTo>
                  <a:lnTo>
                    <a:pt x="0" y="5664"/>
                  </a:lnTo>
                  <a:lnTo>
                    <a:pt x="6764" y="43171"/>
                  </a:lnTo>
                  <a:lnTo>
                    <a:pt x="8690" y="44480"/>
                  </a:lnTo>
                  <a:lnTo>
                    <a:pt x="12795" y="43747"/>
                  </a:lnTo>
                  <a:lnTo>
                    <a:pt x="14156" y="41695"/>
                  </a:lnTo>
                  <a:lnTo>
                    <a:pt x="10502" y="21172"/>
                  </a:lnTo>
                  <a:lnTo>
                    <a:pt x="29109" y="45412"/>
                  </a:lnTo>
                  <a:lnTo>
                    <a:pt x="30218" y="45181"/>
                  </a:lnTo>
                  <a:lnTo>
                    <a:pt x="31391" y="45181"/>
                  </a:lnTo>
                  <a:lnTo>
                    <a:pt x="33936" y="45244"/>
                  </a:lnTo>
                  <a:lnTo>
                    <a:pt x="34585" y="44187"/>
                  </a:lnTo>
                  <a:lnTo>
                    <a:pt x="38721" y="36390"/>
                  </a:lnTo>
                  <a:lnTo>
                    <a:pt x="41010" y="29209"/>
                  </a:lnTo>
                  <a:lnTo>
                    <a:pt x="41448" y="22525"/>
                  </a:lnTo>
                  <a:lnTo>
                    <a:pt x="40030" y="16219"/>
                  </a:lnTo>
                  <a:lnTo>
                    <a:pt x="35601" y="4607"/>
                  </a:lnTo>
                  <a:lnTo>
                    <a:pt x="20376" y="0"/>
                  </a:lnTo>
                  <a:close/>
                </a:path>
              </a:pathLst>
            </a:custGeom>
            <a:solidFill>
              <a:srgbClr val="B03439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63" name="object 563" descr=""/>
          <p:cNvGrpSpPr/>
          <p:nvPr/>
        </p:nvGrpSpPr>
        <p:grpSpPr>
          <a:xfrm>
            <a:off x="4885948" y="5576804"/>
            <a:ext cx="1793239" cy="1597025"/>
            <a:chOff x="4885948" y="5576804"/>
            <a:chExt cx="1793239" cy="1597025"/>
          </a:xfrm>
        </p:grpSpPr>
        <p:sp>
          <p:nvSpPr>
            <p:cNvPr id="564" name="object 564" descr=""/>
            <p:cNvSpPr/>
            <p:nvPr/>
          </p:nvSpPr>
          <p:spPr>
            <a:xfrm>
              <a:off x="5322430" y="5576804"/>
              <a:ext cx="519430" cy="472440"/>
            </a:xfrm>
            <a:custGeom>
              <a:avLst/>
              <a:gdLst/>
              <a:ahLst/>
              <a:cxnLst/>
              <a:rect l="l" t="t" r="r" b="b"/>
              <a:pathLst>
                <a:path w="519429" h="472439">
                  <a:moveTo>
                    <a:pt x="519201" y="0"/>
                  </a:moveTo>
                  <a:lnTo>
                    <a:pt x="0" y="0"/>
                  </a:lnTo>
                  <a:lnTo>
                    <a:pt x="0" y="439026"/>
                  </a:lnTo>
                  <a:lnTo>
                    <a:pt x="0" y="472389"/>
                  </a:lnTo>
                  <a:lnTo>
                    <a:pt x="519201" y="472389"/>
                  </a:lnTo>
                  <a:lnTo>
                    <a:pt x="519201" y="439026"/>
                  </a:lnTo>
                  <a:lnTo>
                    <a:pt x="519201" y="0"/>
                  </a:lnTo>
                  <a:close/>
                </a:path>
              </a:pathLst>
            </a:custGeom>
            <a:solidFill>
              <a:srgbClr val="F7C7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" name="object 565" descr=""/>
            <p:cNvSpPr/>
            <p:nvPr/>
          </p:nvSpPr>
          <p:spPr>
            <a:xfrm>
              <a:off x="5439049" y="5913055"/>
              <a:ext cx="131445" cy="70485"/>
            </a:xfrm>
            <a:custGeom>
              <a:avLst/>
              <a:gdLst/>
              <a:ahLst/>
              <a:cxnLst/>
              <a:rect l="l" t="t" r="r" b="b"/>
              <a:pathLst>
                <a:path w="131445" h="70485">
                  <a:moveTo>
                    <a:pt x="131409" y="0"/>
                  </a:moveTo>
                  <a:lnTo>
                    <a:pt x="0" y="0"/>
                  </a:lnTo>
                  <a:lnTo>
                    <a:pt x="0" y="70217"/>
                  </a:lnTo>
                  <a:lnTo>
                    <a:pt x="131409" y="70217"/>
                  </a:lnTo>
                  <a:lnTo>
                    <a:pt x="131409" y="0"/>
                  </a:lnTo>
                  <a:close/>
                </a:path>
              </a:pathLst>
            </a:custGeom>
            <a:solidFill>
              <a:srgbClr val="FFD58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" name="object 566" descr=""/>
            <p:cNvSpPr/>
            <p:nvPr/>
          </p:nvSpPr>
          <p:spPr>
            <a:xfrm>
              <a:off x="5338746" y="5872831"/>
              <a:ext cx="102870" cy="79375"/>
            </a:xfrm>
            <a:custGeom>
              <a:avLst/>
              <a:gdLst/>
              <a:ahLst/>
              <a:cxnLst/>
              <a:rect l="l" t="t" r="r" b="b"/>
              <a:pathLst>
                <a:path w="102870" h="79375">
                  <a:moveTo>
                    <a:pt x="23308" y="0"/>
                  </a:moveTo>
                  <a:lnTo>
                    <a:pt x="0" y="24491"/>
                  </a:lnTo>
                  <a:lnTo>
                    <a:pt x="58731" y="78950"/>
                  </a:lnTo>
                  <a:lnTo>
                    <a:pt x="102279" y="78950"/>
                  </a:lnTo>
                  <a:lnTo>
                    <a:pt x="23308" y="0"/>
                  </a:lnTo>
                  <a:close/>
                </a:path>
              </a:pathLst>
            </a:custGeom>
            <a:solidFill>
              <a:srgbClr val="DFBA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" name="object 567" descr=""/>
            <p:cNvSpPr/>
            <p:nvPr/>
          </p:nvSpPr>
          <p:spPr>
            <a:xfrm>
              <a:off x="5322430" y="6049193"/>
              <a:ext cx="519430" cy="59055"/>
            </a:xfrm>
            <a:custGeom>
              <a:avLst/>
              <a:gdLst/>
              <a:ahLst/>
              <a:cxnLst/>
              <a:rect l="l" t="t" r="r" b="b"/>
              <a:pathLst>
                <a:path w="519429" h="59054">
                  <a:moveTo>
                    <a:pt x="519201" y="0"/>
                  </a:moveTo>
                  <a:lnTo>
                    <a:pt x="0" y="0"/>
                  </a:lnTo>
                  <a:lnTo>
                    <a:pt x="0" y="30111"/>
                  </a:lnTo>
                  <a:lnTo>
                    <a:pt x="0" y="58432"/>
                  </a:lnTo>
                  <a:lnTo>
                    <a:pt x="519201" y="58432"/>
                  </a:lnTo>
                  <a:lnTo>
                    <a:pt x="519201" y="30111"/>
                  </a:lnTo>
                  <a:lnTo>
                    <a:pt x="519201" y="0"/>
                  </a:lnTo>
                  <a:close/>
                </a:path>
              </a:pathLst>
            </a:custGeom>
            <a:solidFill>
              <a:srgbClr val="EBC47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" name="object 568" descr=""/>
            <p:cNvSpPr/>
            <p:nvPr/>
          </p:nvSpPr>
          <p:spPr>
            <a:xfrm>
              <a:off x="5366111" y="5878921"/>
              <a:ext cx="74930" cy="255904"/>
            </a:xfrm>
            <a:custGeom>
              <a:avLst/>
              <a:gdLst/>
              <a:ahLst/>
              <a:cxnLst/>
              <a:rect l="l" t="t" r="r" b="b"/>
              <a:pathLst>
                <a:path w="74929" h="255904">
                  <a:moveTo>
                    <a:pt x="74919" y="0"/>
                  </a:moveTo>
                  <a:lnTo>
                    <a:pt x="0" y="255332"/>
                  </a:lnTo>
                </a:path>
              </a:pathLst>
            </a:custGeom>
            <a:ln w="60207">
              <a:solidFill>
                <a:srgbClr val="795D2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9" name="object 569" descr=""/>
            <p:cNvSpPr/>
            <p:nvPr/>
          </p:nvSpPr>
          <p:spPr>
            <a:xfrm>
              <a:off x="5479931" y="5878921"/>
              <a:ext cx="74930" cy="255904"/>
            </a:xfrm>
            <a:custGeom>
              <a:avLst/>
              <a:gdLst/>
              <a:ahLst/>
              <a:cxnLst/>
              <a:rect l="l" t="t" r="r" b="b"/>
              <a:pathLst>
                <a:path w="74929" h="255904">
                  <a:moveTo>
                    <a:pt x="74919" y="0"/>
                  </a:moveTo>
                  <a:lnTo>
                    <a:pt x="0" y="255332"/>
                  </a:lnTo>
                </a:path>
              </a:pathLst>
            </a:custGeom>
            <a:ln w="60207">
              <a:solidFill>
                <a:srgbClr val="795D2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0" name="object 570" descr=""/>
            <p:cNvSpPr/>
            <p:nvPr/>
          </p:nvSpPr>
          <p:spPr>
            <a:xfrm>
              <a:off x="5416206" y="5959298"/>
              <a:ext cx="113030" cy="0"/>
            </a:xfrm>
            <a:custGeom>
              <a:avLst/>
              <a:gdLst/>
              <a:ahLst/>
              <a:cxnLst/>
              <a:rect l="l" t="t" r="r" b="b"/>
              <a:pathLst>
                <a:path w="113029" h="0">
                  <a:moveTo>
                    <a:pt x="0" y="0"/>
                  </a:moveTo>
                  <a:lnTo>
                    <a:pt x="112760" y="0"/>
                  </a:lnTo>
                </a:path>
              </a:pathLst>
            </a:custGeom>
            <a:ln w="62825">
              <a:solidFill>
                <a:srgbClr val="795D2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1" name="object 571" descr=""/>
            <p:cNvSpPr/>
            <p:nvPr/>
          </p:nvSpPr>
          <p:spPr>
            <a:xfrm>
              <a:off x="5392029" y="6045923"/>
              <a:ext cx="113030" cy="3810"/>
            </a:xfrm>
            <a:custGeom>
              <a:avLst/>
              <a:gdLst/>
              <a:ahLst/>
              <a:cxnLst/>
              <a:rect l="l" t="t" r="r" b="b"/>
              <a:pathLst>
                <a:path w="113029" h="3810">
                  <a:moveTo>
                    <a:pt x="0" y="0"/>
                  </a:moveTo>
                  <a:lnTo>
                    <a:pt x="112865" y="3266"/>
                  </a:lnTo>
                </a:path>
              </a:pathLst>
            </a:custGeom>
            <a:ln w="60207">
              <a:solidFill>
                <a:srgbClr val="795D2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2" name="object 572" descr=""/>
            <p:cNvSpPr/>
            <p:nvPr/>
          </p:nvSpPr>
          <p:spPr>
            <a:xfrm>
              <a:off x="5841644" y="5576804"/>
              <a:ext cx="347345" cy="530860"/>
            </a:xfrm>
            <a:custGeom>
              <a:avLst/>
              <a:gdLst/>
              <a:ahLst/>
              <a:cxnLst/>
              <a:rect l="l" t="t" r="r" b="b"/>
              <a:pathLst>
                <a:path w="347345" h="530860">
                  <a:moveTo>
                    <a:pt x="0" y="530811"/>
                  </a:moveTo>
                  <a:lnTo>
                    <a:pt x="346889" y="530811"/>
                  </a:lnTo>
                  <a:lnTo>
                    <a:pt x="346889" y="0"/>
                  </a:lnTo>
                  <a:lnTo>
                    <a:pt x="0" y="0"/>
                  </a:lnTo>
                  <a:lnTo>
                    <a:pt x="0" y="530811"/>
                  </a:lnTo>
                  <a:close/>
                </a:path>
              </a:pathLst>
            </a:custGeom>
            <a:solidFill>
              <a:srgbClr val="DFBA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" name="object 573" descr=""/>
            <p:cNvSpPr/>
            <p:nvPr/>
          </p:nvSpPr>
          <p:spPr>
            <a:xfrm>
              <a:off x="4943671" y="6107615"/>
              <a:ext cx="1082040" cy="1064895"/>
            </a:xfrm>
            <a:custGeom>
              <a:avLst/>
              <a:gdLst/>
              <a:ahLst/>
              <a:cxnLst/>
              <a:rect l="l" t="t" r="r" b="b"/>
              <a:pathLst>
                <a:path w="1082039" h="1064895">
                  <a:moveTo>
                    <a:pt x="0" y="1064564"/>
                  </a:moveTo>
                  <a:lnTo>
                    <a:pt x="1081684" y="1064564"/>
                  </a:lnTo>
                  <a:lnTo>
                    <a:pt x="1081684" y="0"/>
                  </a:lnTo>
                  <a:lnTo>
                    <a:pt x="0" y="0"/>
                  </a:lnTo>
                  <a:lnTo>
                    <a:pt x="0" y="1064564"/>
                  </a:lnTo>
                  <a:close/>
                </a:path>
              </a:pathLst>
            </a:custGeom>
            <a:solidFill>
              <a:srgbClr val="F7C7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" name="object 574" descr=""/>
            <p:cNvSpPr/>
            <p:nvPr/>
          </p:nvSpPr>
          <p:spPr>
            <a:xfrm>
              <a:off x="4938830" y="6785457"/>
              <a:ext cx="527050" cy="387985"/>
            </a:xfrm>
            <a:custGeom>
              <a:avLst/>
              <a:gdLst/>
              <a:ahLst/>
              <a:cxnLst/>
              <a:rect l="l" t="t" r="r" b="b"/>
              <a:pathLst>
                <a:path w="527050" h="387984">
                  <a:moveTo>
                    <a:pt x="0" y="0"/>
                  </a:moveTo>
                  <a:lnTo>
                    <a:pt x="0" y="387946"/>
                  </a:lnTo>
                  <a:lnTo>
                    <a:pt x="526601" y="387946"/>
                  </a:lnTo>
                  <a:lnTo>
                    <a:pt x="523685" y="376334"/>
                  </a:lnTo>
                  <a:lnTo>
                    <a:pt x="521230" y="364465"/>
                  </a:lnTo>
                  <a:lnTo>
                    <a:pt x="519536" y="352957"/>
                  </a:lnTo>
                  <a:lnTo>
                    <a:pt x="518905" y="342429"/>
                  </a:lnTo>
                  <a:lnTo>
                    <a:pt x="506106" y="320738"/>
                  </a:lnTo>
                  <a:lnTo>
                    <a:pt x="477948" y="297399"/>
                  </a:lnTo>
                  <a:lnTo>
                    <a:pt x="449790" y="267792"/>
                  </a:lnTo>
                  <a:lnTo>
                    <a:pt x="436991" y="227301"/>
                  </a:lnTo>
                  <a:lnTo>
                    <a:pt x="424452" y="201527"/>
                  </a:lnTo>
                  <a:lnTo>
                    <a:pt x="391660" y="185334"/>
                  </a:lnTo>
                  <a:lnTo>
                    <a:pt x="345853" y="175494"/>
                  </a:lnTo>
                  <a:lnTo>
                    <a:pt x="294269" y="168776"/>
                  </a:lnTo>
                  <a:lnTo>
                    <a:pt x="244148" y="161950"/>
                  </a:lnTo>
                  <a:lnTo>
                    <a:pt x="202726" y="151785"/>
                  </a:lnTo>
                  <a:lnTo>
                    <a:pt x="180363" y="134043"/>
                  </a:lnTo>
                  <a:lnTo>
                    <a:pt x="187181" y="112523"/>
                  </a:lnTo>
                  <a:lnTo>
                    <a:pt x="232727" y="62397"/>
                  </a:lnTo>
                  <a:lnTo>
                    <a:pt x="243636" y="35915"/>
                  </a:lnTo>
                  <a:lnTo>
                    <a:pt x="229124" y="20495"/>
                  </a:lnTo>
                  <a:lnTo>
                    <a:pt x="190354" y="10173"/>
                  </a:lnTo>
                  <a:lnTo>
                    <a:pt x="134477" y="3969"/>
                  </a:lnTo>
                  <a:lnTo>
                    <a:pt x="68642" y="9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B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" name="object 575" descr=""/>
            <p:cNvSpPr/>
            <p:nvPr/>
          </p:nvSpPr>
          <p:spPr>
            <a:xfrm>
              <a:off x="6025355" y="6107615"/>
              <a:ext cx="650240" cy="1064895"/>
            </a:xfrm>
            <a:custGeom>
              <a:avLst/>
              <a:gdLst/>
              <a:ahLst/>
              <a:cxnLst/>
              <a:rect l="l" t="t" r="r" b="b"/>
              <a:pathLst>
                <a:path w="650240" h="1064895">
                  <a:moveTo>
                    <a:pt x="649844" y="0"/>
                  </a:moveTo>
                  <a:lnTo>
                    <a:pt x="0" y="0"/>
                  </a:lnTo>
                  <a:lnTo>
                    <a:pt x="0" y="1064564"/>
                  </a:lnTo>
                  <a:lnTo>
                    <a:pt x="649844" y="1064564"/>
                  </a:lnTo>
                  <a:lnTo>
                    <a:pt x="649844" y="0"/>
                  </a:lnTo>
                  <a:close/>
                </a:path>
              </a:pathLst>
            </a:custGeom>
            <a:solidFill>
              <a:srgbClr val="DFBA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" name="object 576" descr=""/>
            <p:cNvSpPr/>
            <p:nvPr/>
          </p:nvSpPr>
          <p:spPr>
            <a:xfrm>
              <a:off x="5967221" y="5859601"/>
              <a:ext cx="149225" cy="239395"/>
            </a:xfrm>
            <a:custGeom>
              <a:avLst/>
              <a:gdLst/>
              <a:ahLst/>
              <a:cxnLst/>
              <a:rect l="l" t="t" r="r" b="b"/>
              <a:pathLst>
                <a:path w="149225" h="239395">
                  <a:moveTo>
                    <a:pt x="149199" y="0"/>
                  </a:moveTo>
                  <a:lnTo>
                    <a:pt x="0" y="0"/>
                  </a:lnTo>
                  <a:lnTo>
                    <a:pt x="0" y="238788"/>
                  </a:lnTo>
                  <a:lnTo>
                    <a:pt x="149199" y="238788"/>
                  </a:lnTo>
                  <a:lnTo>
                    <a:pt x="149199" y="0"/>
                  </a:lnTo>
                  <a:close/>
                </a:path>
              </a:pathLst>
            </a:custGeom>
            <a:solidFill>
              <a:srgbClr val="CFA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" name="object 577" descr=""/>
            <p:cNvSpPr/>
            <p:nvPr/>
          </p:nvSpPr>
          <p:spPr>
            <a:xfrm>
              <a:off x="5967232" y="5877967"/>
              <a:ext cx="116205" cy="220979"/>
            </a:xfrm>
            <a:custGeom>
              <a:avLst/>
              <a:gdLst/>
              <a:ahLst/>
              <a:cxnLst/>
              <a:rect l="l" t="t" r="r" b="b"/>
              <a:pathLst>
                <a:path w="116204" h="220979">
                  <a:moveTo>
                    <a:pt x="116184" y="0"/>
                  </a:moveTo>
                  <a:lnTo>
                    <a:pt x="0" y="0"/>
                  </a:lnTo>
                  <a:lnTo>
                    <a:pt x="0" y="220422"/>
                  </a:lnTo>
                  <a:lnTo>
                    <a:pt x="116184" y="220422"/>
                  </a:lnTo>
                  <a:lnTo>
                    <a:pt x="116184" y="0"/>
                  </a:lnTo>
                  <a:close/>
                </a:path>
              </a:pathLst>
            </a:custGeom>
            <a:solidFill>
              <a:srgbClr val="795D2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" name="object 578" descr=""/>
            <p:cNvSpPr/>
            <p:nvPr/>
          </p:nvSpPr>
          <p:spPr>
            <a:xfrm>
              <a:off x="5504743" y="7074852"/>
              <a:ext cx="361950" cy="62230"/>
            </a:xfrm>
            <a:custGeom>
              <a:avLst/>
              <a:gdLst/>
              <a:ahLst/>
              <a:cxnLst/>
              <a:rect l="l" t="t" r="r" b="b"/>
              <a:pathLst>
                <a:path w="361950" h="62229">
                  <a:moveTo>
                    <a:pt x="361748" y="0"/>
                  </a:moveTo>
                  <a:lnTo>
                    <a:pt x="0" y="0"/>
                  </a:lnTo>
                  <a:lnTo>
                    <a:pt x="0" y="61704"/>
                  </a:lnTo>
                  <a:lnTo>
                    <a:pt x="361748" y="61704"/>
                  </a:lnTo>
                  <a:lnTo>
                    <a:pt x="361748" y="0"/>
                  </a:lnTo>
                  <a:close/>
                </a:path>
              </a:pathLst>
            </a:custGeom>
            <a:solidFill>
              <a:srgbClr val="FFD3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" name="object 579" descr=""/>
            <p:cNvSpPr/>
            <p:nvPr/>
          </p:nvSpPr>
          <p:spPr>
            <a:xfrm>
              <a:off x="5504743" y="6594825"/>
              <a:ext cx="347345" cy="480059"/>
            </a:xfrm>
            <a:custGeom>
              <a:avLst/>
              <a:gdLst/>
              <a:ahLst/>
              <a:cxnLst/>
              <a:rect l="l" t="t" r="r" b="b"/>
              <a:pathLst>
                <a:path w="347345" h="480059">
                  <a:moveTo>
                    <a:pt x="347308" y="0"/>
                  </a:moveTo>
                  <a:lnTo>
                    <a:pt x="0" y="0"/>
                  </a:lnTo>
                  <a:lnTo>
                    <a:pt x="0" y="480027"/>
                  </a:lnTo>
                  <a:lnTo>
                    <a:pt x="347308" y="480027"/>
                  </a:lnTo>
                  <a:lnTo>
                    <a:pt x="347308" y="0"/>
                  </a:lnTo>
                  <a:close/>
                </a:path>
              </a:pathLst>
            </a:custGeom>
            <a:solidFill>
              <a:srgbClr val="DFBA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" name="object 580" descr=""/>
            <p:cNvSpPr/>
            <p:nvPr/>
          </p:nvSpPr>
          <p:spPr>
            <a:xfrm>
              <a:off x="5589096" y="6639902"/>
              <a:ext cx="263525" cy="434975"/>
            </a:xfrm>
            <a:custGeom>
              <a:avLst/>
              <a:gdLst/>
              <a:ahLst/>
              <a:cxnLst/>
              <a:rect l="l" t="t" r="r" b="b"/>
              <a:pathLst>
                <a:path w="263525" h="434975">
                  <a:moveTo>
                    <a:pt x="262955" y="0"/>
                  </a:moveTo>
                  <a:lnTo>
                    <a:pt x="0" y="0"/>
                  </a:lnTo>
                  <a:lnTo>
                    <a:pt x="0" y="434950"/>
                  </a:lnTo>
                  <a:lnTo>
                    <a:pt x="262955" y="434950"/>
                  </a:lnTo>
                  <a:lnTo>
                    <a:pt x="262955" y="0"/>
                  </a:lnTo>
                  <a:close/>
                </a:path>
              </a:pathLst>
            </a:custGeom>
            <a:solidFill>
              <a:srgbClr val="82612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" name="object 581" descr=""/>
            <p:cNvSpPr/>
            <p:nvPr/>
          </p:nvSpPr>
          <p:spPr>
            <a:xfrm>
              <a:off x="5035407" y="6469981"/>
              <a:ext cx="241935" cy="240665"/>
            </a:xfrm>
            <a:custGeom>
              <a:avLst/>
              <a:gdLst/>
              <a:ahLst/>
              <a:cxnLst/>
              <a:rect l="l" t="t" r="r" b="b"/>
              <a:pathLst>
                <a:path w="241935" h="240665">
                  <a:moveTo>
                    <a:pt x="241887" y="0"/>
                  </a:moveTo>
                  <a:lnTo>
                    <a:pt x="0" y="0"/>
                  </a:lnTo>
                  <a:lnTo>
                    <a:pt x="0" y="240369"/>
                  </a:lnTo>
                  <a:lnTo>
                    <a:pt x="241887" y="240369"/>
                  </a:lnTo>
                  <a:lnTo>
                    <a:pt x="241887" y="0"/>
                  </a:lnTo>
                  <a:close/>
                </a:path>
              </a:pathLst>
            </a:custGeom>
            <a:solidFill>
              <a:srgbClr val="DFBA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" name="object 582" descr=""/>
            <p:cNvSpPr/>
            <p:nvPr/>
          </p:nvSpPr>
          <p:spPr>
            <a:xfrm>
              <a:off x="5631104" y="6639909"/>
              <a:ext cx="199390" cy="434975"/>
            </a:xfrm>
            <a:custGeom>
              <a:avLst/>
              <a:gdLst/>
              <a:ahLst/>
              <a:cxnLst/>
              <a:rect l="l" t="t" r="r" b="b"/>
              <a:pathLst>
                <a:path w="199389" h="434975">
                  <a:moveTo>
                    <a:pt x="38989" y="0"/>
                  </a:moveTo>
                  <a:lnTo>
                    <a:pt x="0" y="0"/>
                  </a:lnTo>
                  <a:lnTo>
                    <a:pt x="0" y="434949"/>
                  </a:lnTo>
                  <a:lnTo>
                    <a:pt x="38989" y="434949"/>
                  </a:lnTo>
                  <a:lnTo>
                    <a:pt x="38989" y="0"/>
                  </a:lnTo>
                  <a:close/>
                </a:path>
                <a:path w="199389" h="434975">
                  <a:moveTo>
                    <a:pt x="124383" y="0"/>
                  </a:moveTo>
                  <a:lnTo>
                    <a:pt x="85382" y="0"/>
                  </a:lnTo>
                  <a:lnTo>
                    <a:pt x="85382" y="434949"/>
                  </a:lnTo>
                  <a:lnTo>
                    <a:pt x="124383" y="434949"/>
                  </a:lnTo>
                  <a:lnTo>
                    <a:pt x="124383" y="0"/>
                  </a:lnTo>
                  <a:close/>
                </a:path>
                <a:path w="199389" h="434975">
                  <a:moveTo>
                    <a:pt x="199123" y="0"/>
                  </a:moveTo>
                  <a:lnTo>
                    <a:pt x="160121" y="0"/>
                  </a:lnTo>
                  <a:lnTo>
                    <a:pt x="160121" y="434949"/>
                  </a:lnTo>
                  <a:lnTo>
                    <a:pt x="199123" y="434949"/>
                  </a:lnTo>
                  <a:lnTo>
                    <a:pt x="199123" y="0"/>
                  </a:lnTo>
                  <a:close/>
                </a:path>
              </a:pathLst>
            </a:custGeom>
            <a:solidFill>
              <a:srgbClr val="785A2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" name="object 583" descr=""/>
            <p:cNvSpPr/>
            <p:nvPr/>
          </p:nvSpPr>
          <p:spPr>
            <a:xfrm>
              <a:off x="5069343" y="6503697"/>
              <a:ext cx="208279" cy="207010"/>
            </a:xfrm>
            <a:custGeom>
              <a:avLst/>
              <a:gdLst/>
              <a:ahLst/>
              <a:cxnLst/>
              <a:rect l="l" t="t" r="r" b="b"/>
              <a:pathLst>
                <a:path w="208279" h="207009">
                  <a:moveTo>
                    <a:pt x="207951" y="0"/>
                  </a:moveTo>
                  <a:lnTo>
                    <a:pt x="0" y="0"/>
                  </a:lnTo>
                  <a:lnTo>
                    <a:pt x="0" y="206653"/>
                  </a:lnTo>
                  <a:lnTo>
                    <a:pt x="207951" y="206653"/>
                  </a:lnTo>
                  <a:lnTo>
                    <a:pt x="207951" y="0"/>
                  </a:lnTo>
                  <a:close/>
                </a:path>
              </a:pathLst>
            </a:custGeom>
            <a:solidFill>
              <a:srgbClr val="82612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" name="object 584" descr=""/>
            <p:cNvSpPr/>
            <p:nvPr/>
          </p:nvSpPr>
          <p:spPr>
            <a:xfrm>
              <a:off x="5161769" y="6503697"/>
              <a:ext cx="23495" cy="207010"/>
            </a:xfrm>
            <a:custGeom>
              <a:avLst/>
              <a:gdLst/>
              <a:ahLst/>
              <a:cxnLst/>
              <a:rect l="l" t="t" r="r" b="b"/>
              <a:pathLst>
                <a:path w="23495" h="207009">
                  <a:moveTo>
                    <a:pt x="23109" y="0"/>
                  </a:moveTo>
                  <a:lnTo>
                    <a:pt x="0" y="0"/>
                  </a:lnTo>
                  <a:lnTo>
                    <a:pt x="0" y="206653"/>
                  </a:lnTo>
                  <a:lnTo>
                    <a:pt x="23109" y="206653"/>
                  </a:lnTo>
                  <a:lnTo>
                    <a:pt x="23109" y="0"/>
                  </a:lnTo>
                  <a:close/>
                </a:path>
              </a:pathLst>
            </a:custGeom>
            <a:solidFill>
              <a:srgbClr val="785A2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" name="object 585" descr=""/>
            <p:cNvSpPr/>
            <p:nvPr/>
          </p:nvSpPr>
          <p:spPr>
            <a:xfrm>
              <a:off x="5069343" y="6503697"/>
              <a:ext cx="208279" cy="71120"/>
            </a:xfrm>
            <a:custGeom>
              <a:avLst/>
              <a:gdLst/>
              <a:ahLst/>
              <a:cxnLst/>
              <a:rect l="l" t="t" r="r" b="b"/>
              <a:pathLst>
                <a:path w="208279" h="71120">
                  <a:moveTo>
                    <a:pt x="207951" y="0"/>
                  </a:moveTo>
                  <a:lnTo>
                    <a:pt x="0" y="0"/>
                  </a:lnTo>
                  <a:lnTo>
                    <a:pt x="0" y="71034"/>
                  </a:lnTo>
                  <a:lnTo>
                    <a:pt x="207951" y="71034"/>
                  </a:lnTo>
                  <a:lnTo>
                    <a:pt x="207951" y="0"/>
                  </a:lnTo>
                  <a:close/>
                </a:path>
              </a:pathLst>
            </a:custGeom>
            <a:solidFill>
              <a:srgbClr val="C89643">
                <a:alpha val="58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" name="object 586" descr=""/>
            <p:cNvSpPr/>
            <p:nvPr/>
          </p:nvSpPr>
          <p:spPr>
            <a:xfrm>
              <a:off x="6305242" y="6503697"/>
              <a:ext cx="208279" cy="207010"/>
            </a:xfrm>
            <a:custGeom>
              <a:avLst/>
              <a:gdLst/>
              <a:ahLst/>
              <a:cxnLst/>
              <a:rect l="l" t="t" r="r" b="b"/>
              <a:pathLst>
                <a:path w="208279" h="207009">
                  <a:moveTo>
                    <a:pt x="207951" y="0"/>
                  </a:moveTo>
                  <a:lnTo>
                    <a:pt x="0" y="0"/>
                  </a:lnTo>
                  <a:lnTo>
                    <a:pt x="0" y="206653"/>
                  </a:lnTo>
                  <a:lnTo>
                    <a:pt x="207951" y="206653"/>
                  </a:lnTo>
                  <a:lnTo>
                    <a:pt x="207951" y="0"/>
                  </a:lnTo>
                  <a:close/>
                </a:path>
              </a:pathLst>
            </a:custGeom>
            <a:solidFill>
              <a:srgbClr val="75572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" name="object 587" descr=""/>
            <p:cNvSpPr/>
            <p:nvPr/>
          </p:nvSpPr>
          <p:spPr>
            <a:xfrm>
              <a:off x="6397658" y="6503697"/>
              <a:ext cx="23495" cy="207010"/>
            </a:xfrm>
            <a:custGeom>
              <a:avLst/>
              <a:gdLst/>
              <a:ahLst/>
              <a:cxnLst/>
              <a:rect l="l" t="t" r="r" b="b"/>
              <a:pathLst>
                <a:path w="23495" h="207009">
                  <a:moveTo>
                    <a:pt x="23109" y="0"/>
                  </a:moveTo>
                  <a:lnTo>
                    <a:pt x="0" y="0"/>
                  </a:lnTo>
                  <a:lnTo>
                    <a:pt x="0" y="206653"/>
                  </a:lnTo>
                  <a:lnTo>
                    <a:pt x="23109" y="206653"/>
                  </a:lnTo>
                  <a:lnTo>
                    <a:pt x="23109" y="0"/>
                  </a:lnTo>
                  <a:close/>
                </a:path>
              </a:pathLst>
            </a:custGeom>
            <a:solidFill>
              <a:srgbClr val="694E2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" name="object 588" descr=""/>
            <p:cNvSpPr/>
            <p:nvPr/>
          </p:nvSpPr>
          <p:spPr>
            <a:xfrm>
              <a:off x="6305242" y="6503697"/>
              <a:ext cx="208279" cy="71120"/>
            </a:xfrm>
            <a:custGeom>
              <a:avLst/>
              <a:gdLst/>
              <a:ahLst/>
              <a:cxnLst/>
              <a:rect l="l" t="t" r="r" b="b"/>
              <a:pathLst>
                <a:path w="208279" h="71120">
                  <a:moveTo>
                    <a:pt x="207951" y="0"/>
                  </a:moveTo>
                  <a:lnTo>
                    <a:pt x="0" y="0"/>
                  </a:lnTo>
                  <a:lnTo>
                    <a:pt x="0" y="71034"/>
                  </a:lnTo>
                  <a:lnTo>
                    <a:pt x="207951" y="71034"/>
                  </a:lnTo>
                  <a:lnTo>
                    <a:pt x="207951" y="0"/>
                  </a:lnTo>
                  <a:close/>
                </a:path>
              </a:pathLst>
            </a:custGeom>
            <a:solidFill>
              <a:srgbClr val="C89643">
                <a:alpha val="58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" name="object 589" descr=""/>
            <p:cNvSpPr/>
            <p:nvPr/>
          </p:nvSpPr>
          <p:spPr>
            <a:xfrm>
              <a:off x="6233297" y="6458494"/>
              <a:ext cx="306705" cy="19685"/>
            </a:xfrm>
            <a:custGeom>
              <a:avLst/>
              <a:gdLst/>
              <a:ahLst/>
              <a:cxnLst/>
              <a:rect l="l" t="t" r="r" b="b"/>
              <a:pathLst>
                <a:path w="306704" h="19685">
                  <a:moveTo>
                    <a:pt x="306147" y="0"/>
                  </a:moveTo>
                  <a:lnTo>
                    <a:pt x="0" y="0"/>
                  </a:lnTo>
                  <a:lnTo>
                    <a:pt x="0" y="19371"/>
                  </a:lnTo>
                  <a:lnTo>
                    <a:pt x="306147" y="19371"/>
                  </a:lnTo>
                  <a:lnTo>
                    <a:pt x="306147" y="0"/>
                  </a:lnTo>
                  <a:close/>
                </a:path>
              </a:pathLst>
            </a:custGeom>
            <a:solidFill>
              <a:srgbClr val="6241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" name="object 590" descr=""/>
            <p:cNvSpPr/>
            <p:nvPr/>
          </p:nvSpPr>
          <p:spPr>
            <a:xfrm>
              <a:off x="6248461" y="6535269"/>
              <a:ext cx="148590" cy="43815"/>
            </a:xfrm>
            <a:custGeom>
              <a:avLst/>
              <a:gdLst/>
              <a:ahLst/>
              <a:cxnLst/>
              <a:rect l="l" t="t" r="r" b="b"/>
              <a:pathLst>
                <a:path w="148589" h="43815">
                  <a:moveTo>
                    <a:pt x="0" y="43768"/>
                  </a:moveTo>
                  <a:lnTo>
                    <a:pt x="148016" y="0"/>
                  </a:lnTo>
                </a:path>
              </a:pathLst>
            </a:custGeom>
            <a:ln w="36093">
              <a:solidFill>
                <a:srgbClr val="5F381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1" name="object 591" descr=""/>
            <p:cNvSpPr/>
            <p:nvPr/>
          </p:nvSpPr>
          <p:spPr>
            <a:xfrm>
              <a:off x="6532951" y="6535266"/>
              <a:ext cx="128270" cy="50800"/>
            </a:xfrm>
            <a:custGeom>
              <a:avLst/>
              <a:gdLst/>
              <a:ahLst/>
              <a:cxnLst/>
              <a:rect l="l" t="t" r="r" b="b"/>
              <a:pathLst>
                <a:path w="128270" h="50800">
                  <a:moveTo>
                    <a:pt x="0" y="50228"/>
                  </a:moveTo>
                  <a:lnTo>
                    <a:pt x="127807" y="0"/>
                  </a:lnTo>
                </a:path>
              </a:pathLst>
            </a:custGeom>
            <a:ln w="36093">
              <a:solidFill>
                <a:srgbClr val="5F381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2" name="object 592" descr=""/>
            <p:cNvSpPr/>
            <p:nvPr/>
          </p:nvSpPr>
          <p:spPr>
            <a:xfrm>
              <a:off x="6232576" y="6474961"/>
              <a:ext cx="443230" cy="98425"/>
            </a:xfrm>
            <a:custGeom>
              <a:avLst/>
              <a:gdLst/>
              <a:ahLst/>
              <a:cxnLst/>
              <a:rect l="l" t="t" r="r" b="b"/>
              <a:pathLst>
                <a:path w="443229" h="98425">
                  <a:moveTo>
                    <a:pt x="442836" y="55689"/>
                  </a:moveTo>
                  <a:lnTo>
                    <a:pt x="430022" y="55689"/>
                  </a:lnTo>
                  <a:lnTo>
                    <a:pt x="398919" y="47802"/>
                  </a:lnTo>
                  <a:lnTo>
                    <a:pt x="360476" y="35166"/>
                  </a:lnTo>
                  <a:lnTo>
                    <a:pt x="329171" y="20383"/>
                  </a:lnTo>
                  <a:lnTo>
                    <a:pt x="306870" y="2908"/>
                  </a:lnTo>
                  <a:lnTo>
                    <a:pt x="0" y="0"/>
                  </a:lnTo>
                  <a:lnTo>
                    <a:pt x="41935" y="21717"/>
                  </a:lnTo>
                  <a:lnTo>
                    <a:pt x="82397" y="40525"/>
                  </a:lnTo>
                  <a:lnTo>
                    <a:pt x="120281" y="54178"/>
                  </a:lnTo>
                  <a:lnTo>
                    <a:pt x="149644" y="59601"/>
                  </a:lnTo>
                  <a:lnTo>
                    <a:pt x="149644" y="94843"/>
                  </a:lnTo>
                  <a:lnTo>
                    <a:pt x="195643" y="97243"/>
                  </a:lnTo>
                  <a:lnTo>
                    <a:pt x="243205" y="98348"/>
                  </a:lnTo>
                  <a:lnTo>
                    <a:pt x="292011" y="98247"/>
                  </a:lnTo>
                  <a:lnTo>
                    <a:pt x="341769" y="96977"/>
                  </a:lnTo>
                  <a:lnTo>
                    <a:pt x="392137" y="94627"/>
                  </a:lnTo>
                  <a:lnTo>
                    <a:pt x="442836" y="91262"/>
                  </a:lnTo>
                  <a:lnTo>
                    <a:pt x="442836" y="55689"/>
                  </a:lnTo>
                  <a:close/>
                </a:path>
              </a:pathLst>
            </a:custGeom>
            <a:solidFill>
              <a:srgbClr val="1F2E4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" name="object 593" descr=""/>
            <p:cNvSpPr/>
            <p:nvPr/>
          </p:nvSpPr>
          <p:spPr>
            <a:xfrm>
              <a:off x="5040351" y="6311664"/>
              <a:ext cx="1033144" cy="99060"/>
            </a:xfrm>
            <a:custGeom>
              <a:avLst/>
              <a:gdLst/>
              <a:ahLst/>
              <a:cxnLst/>
              <a:rect l="l" t="t" r="r" b="b"/>
              <a:pathLst>
                <a:path w="1033145" h="99060">
                  <a:moveTo>
                    <a:pt x="127190" y="98704"/>
                  </a:moveTo>
                  <a:lnTo>
                    <a:pt x="28994" y="0"/>
                  </a:lnTo>
                  <a:lnTo>
                    <a:pt x="0" y="29946"/>
                  </a:lnTo>
                  <a:lnTo>
                    <a:pt x="73037" y="98704"/>
                  </a:lnTo>
                  <a:lnTo>
                    <a:pt x="127190" y="98704"/>
                  </a:lnTo>
                  <a:close/>
                </a:path>
                <a:path w="1033145" h="99060">
                  <a:moveTo>
                    <a:pt x="1032649" y="98704"/>
                  </a:moveTo>
                  <a:lnTo>
                    <a:pt x="934440" y="0"/>
                  </a:lnTo>
                  <a:lnTo>
                    <a:pt x="905459" y="29946"/>
                  </a:lnTo>
                  <a:lnTo>
                    <a:pt x="978496" y="98704"/>
                  </a:lnTo>
                  <a:lnTo>
                    <a:pt x="1032649" y="98704"/>
                  </a:lnTo>
                  <a:close/>
                </a:path>
              </a:pathLst>
            </a:custGeom>
            <a:solidFill>
              <a:srgbClr val="DFBA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" name="object 594" descr=""/>
            <p:cNvSpPr/>
            <p:nvPr/>
          </p:nvSpPr>
          <p:spPr>
            <a:xfrm>
              <a:off x="4885944" y="5678353"/>
              <a:ext cx="488950" cy="673735"/>
            </a:xfrm>
            <a:custGeom>
              <a:avLst/>
              <a:gdLst/>
              <a:ahLst/>
              <a:cxnLst/>
              <a:rect l="l" t="t" r="r" b="b"/>
              <a:pathLst>
                <a:path w="488950" h="673735">
                  <a:moveTo>
                    <a:pt x="188455" y="654481"/>
                  </a:moveTo>
                  <a:lnTo>
                    <a:pt x="187185" y="644994"/>
                  </a:lnTo>
                  <a:lnTo>
                    <a:pt x="183400" y="635520"/>
                  </a:lnTo>
                  <a:lnTo>
                    <a:pt x="4330" y="635520"/>
                  </a:lnTo>
                  <a:lnTo>
                    <a:pt x="1079" y="644994"/>
                  </a:lnTo>
                  <a:lnTo>
                    <a:pt x="0" y="654481"/>
                  </a:lnTo>
                  <a:lnTo>
                    <a:pt x="1079" y="663956"/>
                  </a:lnTo>
                  <a:lnTo>
                    <a:pt x="4330" y="673430"/>
                  </a:lnTo>
                  <a:lnTo>
                    <a:pt x="183400" y="673430"/>
                  </a:lnTo>
                  <a:lnTo>
                    <a:pt x="187185" y="663956"/>
                  </a:lnTo>
                  <a:lnTo>
                    <a:pt x="188455" y="654481"/>
                  </a:lnTo>
                  <a:close/>
                </a:path>
                <a:path w="488950" h="673735">
                  <a:moveTo>
                    <a:pt x="488480" y="12636"/>
                  </a:moveTo>
                  <a:lnTo>
                    <a:pt x="487629" y="6324"/>
                  </a:lnTo>
                  <a:lnTo>
                    <a:pt x="485101" y="0"/>
                  </a:lnTo>
                  <a:lnTo>
                    <a:pt x="365721" y="0"/>
                  </a:lnTo>
                  <a:lnTo>
                    <a:pt x="363562" y="6324"/>
                  </a:lnTo>
                  <a:lnTo>
                    <a:pt x="362839" y="12636"/>
                  </a:lnTo>
                  <a:lnTo>
                    <a:pt x="363562" y="18961"/>
                  </a:lnTo>
                  <a:lnTo>
                    <a:pt x="365721" y="25273"/>
                  </a:lnTo>
                  <a:lnTo>
                    <a:pt x="485101" y="25273"/>
                  </a:lnTo>
                  <a:lnTo>
                    <a:pt x="487629" y="18961"/>
                  </a:lnTo>
                  <a:lnTo>
                    <a:pt x="488480" y="12636"/>
                  </a:lnTo>
                  <a:close/>
                </a:path>
              </a:pathLst>
            </a:custGeom>
            <a:solidFill>
              <a:srgbClr val="795D2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" name="object 595" descr=""/>
            <p:cNvSpPr/>
            <p:nvPr/>
          </p:nvSpPr>
          <p:spPr>
            <a:xfrm>
              <a:off x="5035344" y="6878377"/>
              <a:ext cx="131445" cy="70485"/>
            </a:xfrm>
            <a:custGeom>
              <a:avLst/>
              <a:gdLst/>
              <a:ahLst/>
              <a:cxnLst/>
              <a:rect l="l" t="t" r="r" b="b"/>
              <a:pathLst>
                <a:path w="131445" h="70484">
                  <a:moveTo>
                    <a:pt x="131409" y="0"/>
                  </a:moveTo>
                  <a:lnTo>
                    <a:pt x="0" y="0"/>
                  </a:lnTo>
                  <a:lnTo>
                    <a:pt x="0" y="70228"/>
                  </a:lnTo>
                  <a:lnTo>
                    <a:pt x="131409" y="70228"/>
                  </a:lnTo>
                  <a:lnTo>
                    <a:pt x="131409" y="0"/>
                  </a:lnTo>
                  <a:close/>
                </a:path>
              </a:pathLst>
            </a:custGeom>
            <a:solidFill>
              <a:srgbClr val="FBD2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" name="object 596" descr=""/>
            <p:cNvSpPr/>
            <p:nvPr/>
          </p:nvSpPr>
          <p:spPr>
            <a:xfrm>
              <a:off x="4943665" y="5733459"/>
              <a:ext cx="1082040" cy="1298575"/>
            </a:xfrm>
            <a:custGeom>
              <a:avLst/>
              <a:gdLst/>
              <a:ahLst/>
              <a:cxnLst/>
              <a:rect l="l" t="t" r="r" b="b"/>
              <a:pathLst>
                <a:path w="1082039" h="1298575">
                  <a:moveTo>
                    <a:pt x="131406" y="446633"/>
                  </a:moveTo>
                  <a:lnTo>
                    <a:pt x="0" y="446633"/>
                  </a:lnTo>
                  <a:lnTo>
                    <a:pt x="0" y="516851"/>
                  </a:lnTo>
                  <a:lnTo>
                    <a:pt x="131406" y="516851"/>
                  </a:lnTo>
                  <a:lnTo>
                    <a:pt x="131406" y="446633"/>
                  </a:lnTo>
                  <a:close/>
                </a:path>
                <a:path w="1082039" h="1298575">
                  <a:moveTo>
                    <a:pt x="448348" y="1227810"/>
                  </a:moveTo>
                  <a:lnTo>
                    <a:pt x="316941" y="1227810"/>
                  </a:lnTo>
                  <a:lnTo>
                    <a:pt x="316941" y="1298028"/>
                  </a:lnTo>
                  <a:lnTo>
                    <a:pt x="448348" y="1298028"/>
                  </a:lnTo>
                  <a:lnTo>
                    <a:pt x="448348" y="1227810"/>
                  </a:lnTo>
                  <a:close/>
                </a:path>
                <a:path w="1082039" h="1298575">
                  <a:moveTo>
                    <a:pt x="481647" y="35115"/>
                  </a:moveTo>
                  <a:lnTo>
                    <a:pt x="382651" y="35115"/>
                  </a:lnTo>
                  <a:lnTo>
                    <a:pt x="382651" y="105333"/>
                  </a:lnTo>
                  <a:lnTo>
                    <a:pt x="481647" y="105333"/>
                  </a:lnTo>
                  <a:lnTo>
                    <a:pt x="481647" y="35115"/>
                  </a:lnTo>
                  <a:close/>
                </a:path>
                <a:path w="1082039" h="1298575">
                  <a:moveTo>
                    <a:pt x="514070" y="609625"/>
                  </a:moveTo>
                  <a:lnTo>
                    <a:pt x="382663" y="609625"/>
                  </a:lnTo>
                  <a:lnTo>
                    <a:pt x="382663" y="679843"/>
                  </a:lnTo>
                  <a:lnTo>
                    <a:pt x="514070" y="679843"/>
                  </a:lnTo>
                  <a:lnTo>
                    <a:pt x="514070" y="609625"/>
                  </a:lnTo>
                  <a:close/>
                </a:path>
                <a:path w="1082039" h="1298575">
                  <a:moveTo>
                    <a:pt x="561073" y="991031"/>
                  </a:moveTo>
                  <a:lnTo>
                    <a:pt x="481647" y="991031"/>
                  </a:lnTo>
                  <a:lnTo>
                    <a:pt x="481647" y="1061250"/>
                  </a:lnTo>
                  <a:lnTo>
                    <a:pt x="561073" y="1061250"/>
                  </a:lnTo>
                  <a:lnTo>
                    <a:pt x="561073" y="991031"/>
                  </a:lnTo>
                  <a:close/>
                </a:path>
                <a:path w="1082039" h="1298575">
                  <a:moveTo>
                    <a:pt x="763981" y="709295"/>
                  </a:moveTo>
                  <a:lnTo>
                    <a:pt x="632561" y="709295"/>
                  </a:lnTo>
                  <a:lnTo>
                    <a:pt x="632561" y="779526"/>
                  </a:lnTo>
                  <a:lnTo>
                    <a:pt x="763981" y="779526"/>
                  </a:lnTo>
                  <a:lnTo>
                    <a:pt x="763981" y="709295"/>
                  </a:lnTo>
                  <a:close/>
                </a:path>
                <a:path w="1082039" h="1298575">
                  <a:moveTo>
                    <a:pt x="842606" y="481736"/>
                  </a:moveTo>
                  <a:lnTo>
                    <a:pt x="711200" y="481736"/>
                  </a:lnTo>
                  <a:lnTo>
                    <a:pt x="711200" y="551954"/>
                  </a:lnTo>
                  <a:lnTo>
                    <a:pt x="842606" y="551954"/>
                  </a:lnTo>
                  <a:lnTo>
                    <a:pt x="842606" y="481736"/>
                  </a:lnTo>
                  <a:close/>
                </a:path>
                <a:path w="1082039" h="1298575">
                  <a:moveTo>
                    <a:pt x="895388" y="0"/>
                  </a:moveTo>
                  <a:lnTo>
                    <a:pt x="763981" y="0"/>
                  </a:lnTo>
                  <a:lnTo>
                    <a:pt x="763981" y="70218"/>
                  </a:lnTo>
                  <a:lnTo>
                    <a:pt x="895388" y="70218"/>
                  </a:lnTo>
                  <a:lnTo>
                    <a:pt x="895388" y="0"/>
                  </a:lnTo>
                  <a:close/>
                </a:path>
                <a:path w="1082039" h="1298575">
                  <a:moveTo>
                    <a:pt x="1081659" y="1215161"/>
                  </a:moveTo>
                  <a:lnTo>
                    <a:pt x="979157" y="1215161"/>
                  </a:lnTo>
                  <a:lnTo>
                    <a:pt x="979157" y="1285379"/>
                  </a:lnTo>
                  <a:lnTo>
                    <a:pt x="1081659" y="1285379"/>
                  </a:lnTo>
                  <a:lnTo>
                    <a:pt x="1081659" y="1215161"/>
                  </a:lnTo>
                  <a:close/>
                </a:path>
                <a:path w="1082039" h="1298575">
                  <a:moveTo>
                    <a:pt x="1081659" y="674192"/>
                  </a:moveTo>
                  <a:lnTo>
                    <a:pt x="990701" y="674192"/>
                  </a:lnTo>
                  <a:lnTo>
                    <a:pt x="990701" y="744410"/>
                  </a:lnTo>
                  <a:lnTo>
                    <a:pt x="1081659" y="744410"/>
                  </a:lnTo>
                  <a:lnTo>
                    <a:pt x="1081659" y="674192"/>
                  </a:lnTo>
                  <a:close/>
                </a:path>
              </a:pathLst>
            </a:custGeom>
            <a:solidFill>
              <a:srgbClr val="FFD58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" name="object 597" descr=""/>
            <p:cNvSpPr/>
            <p:nvPr/>
          </p:nvSpPr>
          <p:spPr>
            <a:xfrm>
              <a:off x="4943661" y="7057062"/>
              <a:ext cx="84455" cy="70485"/>
            </a:xfrm>
            <a:custGeom>
              <a:avLst/>
              <a:gdLst/>
              <a:ahLst/>
              <a:cxnLst/>
              <a:rect l="l" t="t" r="r" b="b"/>
              <a:pathLst>
                <a:path w="84454" h="70484">
                  <a:moveTo>
                    <a:pt x="84164" y="0"/>
                  </a:moveTo>
                  <a:lnTo>
                    <a:pt x="0" y="0"/>
                  </a:lnTo>
                  <a:lnTo>
                    <a:pt x="0" y="70217"/>
                  </a:lnTo>
                  <a:lnTo>
                    <a:pt x="84164" y="70217"/>
                  </a:lnTo>
                  <a:lnTo>
                    <a:pt x="84164" y="0"/>
                  </a:lnTo>
                  <a:close/>
                </a:path>
              </a:pathLst>
            </a:custGeom>
            <a:solidFill>
              <a:srgbClr val="FBD2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" name="object 598" descr=""/>
            <p:cNvSpPr/>
            <p:nvPr/>
          </p:nvSpPr>
          <p:spPr>
            <a:xfrm>
              <a:off x="6025337" y="6215195"/>
              <a:ext cx="650240" cy="925830"/>
            </a:xfrm>
            <a:custGeom>
              <a:avLst/>
              <a:gdLst/>
              <a:ahLst/>
              <a:cxnLst/>
              <a:rect l="l" t="t" r="r" b="b"/>
              <a:pathLst>
                <a:path w="650240" h="925829">
                  <a:moveTo>
                    <a:pt x="45504" y="733425"/>
                  </a:moveTo>
                  <a:lnTo>
                    <a:pt x="12" y="733425"/>
                  </a:lnTo>
                  <a:lnTo>
                    <a:pt x="12" y="803643"/>
                  </a:lnTo>
                  <a:lnTo>
                    <a:pt x="45504" y="803643"/>
                  </a:lnTo>
                  <a:lnTo>
                    <a:pt x="45504" y="733425"/>
                  </a:lnTo>
                  <a:close/>
                </a:path>
                <a:path w="650240" h="925829">
                  <a:moveTo>
                    <a:pt x="54876" y="192455"/>
                  </a:moveTo>
                  <a:lnTo>
                    <a:pt x="0" y="192455"/>
                  </a:lnTo>
                  <a:lnTo>
                    <a:pt x="0" y="262674"/>
                  </a:lnTo>
                  <a:lnTo>
                    <a:pt x="54876" y="262674"/>
                  </a:lnTo>
                  <a:lnTo>
                    <a:pt x="54876" y="192455"/>
                  </a:lnTo>
                  <a:close/>
                </a:path>
                <a:path w="650240" h="925829">
                  <a:moveTo>
                    <a:pt x="260426" y="571004"/>
                  </a:moveTo>
                  <a:lnTo>
                    <a:pt x="126123" y="571004"/>
                  </a:lnTo>
                  <a:lnTo>
                    <a:pt x="126123" y="641223"/>
                  </a:lnTo>
                  <a:lnTo>
                    <a:pt x="260426" y="641223"/>
                  </a:lnTo>
                  <a:lnTo>
                    <a:pt x="260426" y="571004"/>
                  </a:lnTo>
                  <a:close/>
                </a:path>
                <a:path w="650240" h="925829">
                  <a:moveTo>
                    <a:pt x="260426" y="0"/>
                  </a:moveTo>
                  <a:lnTo>
                    <a:pt x="126123" y="0"/>
                  </a:lnTo>
                  <a:lnTo>
                    <a:pt x="126123" y="70218"/>
                  </a:lnTo>
                  <a:lnTo>
                    <a:pt x="260426" y="70218"/>
                  </a:lnTo>
                  <a:lnTo>
                    <a:pt x="260426" y="0"/>
                  </a:lnTo>
                  <a:close/>
                </a:path>
                <a:path w="650240" h="925829">
                  <a:moveTo>
                    <a:pt x="563689" y="606107"/>
                  </a:moveTo>
                  <a:lnTo>
                    <a:pt x="429387" y="606107"/>
                  </a:lnTo>
                  <a:lnTo>
                    <a:pt x="429387" y="676325"/>
                  </a:lnTo>
                  <a:lnTo>
                    <a:pt x="563689" y="676325"/>
                  </a:lnTo>
                  <a:lnTo>
                    <a:pt x="563689" y="606107"/>
                  </a:lnTo>
                  <a:close/>
                </a:path>
                <a:path w="650240" h="925829">
                  <a:moveTo>
                    <a:pt x="630847" y="855408"/>
                  </a:moveTo>
                  <a:lnTo>
                    <a:pt x="496544" y="855408"/>
                  </a:lnTo>
                  <a:lnTo>
                    <a:pt x="496544" y="925626"/>
                  </a:lnTo>
                  <a:lnTo>
                    <a:pt x="630847" y="925626"/>
                  </a:lnTo>
                  <a:lnTo>
                    <a:pt x="630847" y="855408"/>
                  </a:lnTo>
                  <a:close/>
                </a:path>
                <a:path w="650240" h="925829">
                  <a:moveTo>
                    <a:pt x="649859" y="35115"/>
                  </a:moveTo>
                  <a:lnTo>
                    <a:pt x="538657" y="35115"/>
                  </a:lnTo>
                  <a:lnTo>
                    <a:pt x="538657" y="105333"/>
                  </a:lnTo>
                  <a:lnTo>
                    <a:pt x="649859" y="105333"/>
                  </a:lnTo>
                  <a:lnTo>
                    <a:pt x="649859" y="35115"/>
                  </a:lnTo>
                  <a:close/>
                </a:path>
              </a:pathLst>
            </a:custGeom>
            <a:solidFill>
              <a:srgbClr val="EBC37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" name="object 599" descr=""/>
            <p:cNvSpPr/>
            <p:nvPr/>
          </p:nvSpPr>
          <p:spPr>
            <a:xfrm>
              <a:off x="5791246" y="6313866"/>
              <a:ext cx="188595" cy="38100"/>
            </a:xfrm>
            <a:custGeom>
              <a:avLst/>
              <a:gdLst/>
              <a:ahLst/>
              <a:cxnLst/>
              <a:rect l="l" t="t" r="r" b="b"/>
              <a:pathLst>
                <a:path w="188595" h="38100">
                  <a:moveTo>
                    <a:pt x="183400" y="0"/>
                  </a:moveTo>
                  <a:lnTo>
                    <a:pt x="4327" y="0"/>
                  </a:lnTo>
                  <a:lnTo>
                    <a:pt x="1081" y="9478"/>
                  </a:lnTo>
                  <a:lnTo>
                    <a:pt x="0" y="18957"/>
                  </a:lnTo>
                  <a:lnTo>
                    <a:pt x="1081" y="28436"/>
                  </a:lnTo>
                  <a:lnTo>
                    <a:pt x="4327" y="37915"/>
                  </a:lnTo>
                  <a:lnTo>
                    <a:pt x="183400" y="37915"/>
                  </a:lnTo>
                  <a:lnTo>
                    <a:pt x="187193" y="28436"/>
                  </a:lnTo>
                  <a:lnTo>
                    <a:pt x="188457" y="18957"/>
                  </a:lnTo>
                  <a:lnTo>
                    <a:pt x="187193" y="9478"/>
                  </a:lnTo>
                  <a:lnTo>
                    <a:pt x="183400" y="0"/>
                  </a:lnTo>
                  <a:close/>
                </a:path>
              </a:pathLst>
            </a:custGeom>
            <a:solidFill>
              <a:srgbClr val="795D2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" name="object 600" descr=""/>
            <p:cNvSpPr/>
            <p:nvPr/>
          </p:nvSpPr>
          <p:spPr>
            <a:xfrm>
              <a:off x="4931410" y="6308794"/>
              <a:ext cx="974725" cy="46990"/>
            </a:xfrm>
            <a:custGeom>
              <a:avLst/>
              <a:gdLst/>
              <a:ahLst/>
              <a:cxnLst/>
              <a:rect l="l" t="t" r="r" b="b"/>
              <a:pathLst>
                <a:path w="974725" h="46989">
                  <a:moveTo>
                    <a:pt x="47244" y="43624"/>
                  </a:moveTo>
                  <a:lnTo>
                    <a:pt x="23241" y="2641"/>
                  </a:lnTo>
                  <a:lnTo>
                    <a:pt x="19532" y="850"/>
                  </a:lnTo>
                  <a:lnTo>
                    <a:pt x="16344" y="3530"/>
                  </a:lnTo>
                  <a:lnTo>
                    <a:pt x="16154" y="5905"/>
                  </a:lnTo>
                  <a:lnTo>
                    <a:pt x="24460" y="16103"/>
                  </a:lnTo>
                  <a:lnTo>
                    <a:pt x="30924" y="24739"/>
                  </a:lnTo>
                  <a:lnTo>
                    <a:pt x="36169" y="32448"/>
                  </a:lnTo>
                  <a:lnTo>
                    <a:pt x="39484" y="38354"/>
                  </a:lnTo>
                  <a:lnTo>
                    <a:pt x="33108" y="33312"/>
                  </a:lnTo>
                  <a:lnTo>
                    <a:pt x="24904" y="24892"/>
                  </a:lnTo>
                  <a:lnTo>
                    <a:pt x="15900" y="14325"/>
                  </a:lnTo>
                  <a:lnTo>
                    <a:pt x="6045" y="1422"/>
                  </a:lnTo>
                  <a:lnTo>
                    <a:pt x="4140" y="914"/>
                  </a:lnTo>
                  <a:lnTo>
                    <a:pt x="901" y="2362"/>
                  </a:lnTo>
                  <a:lnTo>
                    <a:pt x="0" y="4127"/>
                  </a:lnTo>
                  <a:lnTo>
                    <a:pt x="8953" y="45758"/>
                  </a:lnTo>
                  <a:lnTo>
                    <a:pt x="10502" y="46964"/>
                  </a:lnTo>
                  <a:lnTo>
                    <a:pt x="12242" y="46964"/>
                  </a:lnTo>
                  <a:lnTo>
                    <a:pt x="12509" y="46964"/>
                  </a:lnTo>
                  <a:lnTo>
                    <a:pt x="15074" y="46431"/>
                  </a:lnTo>
                  <a:lnTo>
                    <a:pt x="16357" y="44450"/>
                  </a:lnTo>
                  <a:lnTo>
                    <a:pt x="11226" y="20561"/>
                  </a:lnTo>
                  <a:lnTo>
                    <a:pt x="19024" y="29679"/>
                  </a:lnTo>
                  <a:lnTo>
                    <a:pt x="27305" y="38125"/>
                  </a:lnTo>
                  <a:lnTo>
                    <a:pt x="35242" y="44335"/>
                  </a:lnTo>
                  <a:lnTo>
                    <a:pt x="41973" y="46748"/>
                  </a:lnTo>
                  <a:lnTo>
                    <a:pt x="44399" y="46748"/>
                  </a:lnTo>
                  <a:lnTo>
                    <a:pt x="46316" y="45618"/>
                  </a:lnTo>
                  <a:lnTo>
                    <a:pt x="47244" y="43624"/>
                  </a:lnTo>
                  <a:close/>
                </a:path>
                <a:path w="974725" h="46989">
                  <a:moveTo>
                    <a:pt x="974204" y="22529"/>
                  </a:moveTo>
                  <a:lnTo>
                    <a:pt x="972781" y="16230"/>
                  </a:lnTo>
                  <a:lnTo>
                    <a:pt x="968349" y="4610"/>
                  </a:lnTo>
                  <a:lnTo>
                    <a:pt x="953122" y="0"/>
                  </a:lnTo>
                  <a:lnTo>
                    <a:pt x="951039" y="1143"/>
                  </a:lnTo>
                  <a:lnTo>
                    <a:pt x="949858" y="5130"/>
                  </a:lnTo>
                  <a:lnTo>
                    <a:pt x="951001" y="7226"/>
                  </a:lnTo>
                  <a:lnTo>
                    <a:pt x="962685" y="10858"/>
                  </a:lnTo>
                  <a:lnTo>
                    <a:pt x="967574" y="23672"/>
                  </a:lnTo>
                  <a:lnTo>
                    <a:pt x="966863" y="29451"/>
                  </a:lnTo>
                  <a:lnTo>
                    <a:pt x="963663" y="36106"/>
                  </a:lnTo>
                  <a:lnTo>
                    <a:pt x="938707" y="3073"/>
                  </a:lnTo>
                  <a:lnTo>
                    <a:pt x="936840" y="2578"/>
                  </a:lnTo>
                  <a:lnTo>
                    <a:pt x="933665" y="3987"/>
                  </a:lnTo>
                  <a:lnTo>
                    <a:pt x="932751" y="5676"/>
                  </a:lnTo>
                  <a:lnTo>
                    <a:pt x="939520" y="43180"/>
                  </a:lnTo>
                  <a:lnTo>
                    <a:pt x="941438" y="44488"/>
                  </a:lnTo>
                  <a:lnTo>
                    <a:pt x="945553" y="43751"/>
                  </a:lnTo>
                  <a:lnTo>
                    <a:pt x="946912" y="41706"/>
                  </a:lnTo>
                  <a:lnTo>
                    <a:pt x="943254" y="21183"/>
                  </a:lnTo>
                  <a:lnTo>
                    <a:pt x="961859" y="45415"/>
                  </a:lnTo>
                  <a:lnTo>
                    <a:pt x="962964" y="45186"/>
                  </a:lnTo>
                  <a:lnTo>
                    <a:pt x="964145" y="45186"/>
                  </a:lnTo>
                  <a:lnTo>
                    <a:pt x="966685" y="45250"/>
                  </a:lnTo>
                  <a:lnTo>
                    <a:pt x="967333" y="44196"/>
                  </a:lnTo>
                  <a:lnTo>
                    <a:pt x="971473" y="36398"/>
                  </a:lnTo>
                  <a:lnTo>
                    <a:pt x="973759" y="29210"/>
                  </a:lnTo>
                  <a:lnTo>
                    <a:pt x="974204" y="2252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01" name="object 601" descr=""/>
          <p:cNvGrpSpPr/>
          <p:nvPr/>
        </p:nvGrpSpPr>
        <p:grpSpPr>
          <a:xfrm>
            <a:off x="805155" y="3144274"/>
            <a:ext cx="7042784" cy="697865"/>
            <a:chOff x="805155" y="3144274"/>
            <a:chExt cx="7042784" cy="697865"/>
          </a:xfrm>
        </p:grpSpPr>
        <p:sp>
          <p:nvSpPr>
            <p:cNvPr id="602" name="object 602" descr=""/>
            <p:cNvSpPr/>
            <p:nvPr/>
          </p:nvSpPr>
          <p:spPr>
            <a:xfrm>
              <a:off x="805560" y="3461765"/>
              <a:ext cx="7042150" cy="380365"/>
            </a:xfrm>
            <a:custGeom>
              <a:avLst/>
              <a:gdLst/>
              <a:ahLst/>
              <a:cxnLst/>
              <a:rect l="l" t="t" r="r" b="b"/>
              <a:pathLst>
                <a:path w="7042150" h="380364">
                  <a:moveTo>
                    <a:pt x="6800860" y="0"/>
                  </a:moveTo>
                  <a:lnTo>
                    <a:pt x="242851" y="0"/>
                  </a:lnTo>
                  <a:lnTo>
                    <a:pt x="207145" y="6028"/>
                  </a:lnTo>
                  <a:lnTo>
                    <a:pt x="157212" y="22162"/>
                  </a:lnTo>
                  <a:lnTo>
                    <a:pt x="102291" y="45475"/>
                  </a:lnTo>
                  <a:lnTo>
                    <a:pt x="51622" y="73038"/>
                  </a:lnTo>
                  <a:lnTo>
                    <a:pt x="14445" y="101926"/>
                  </a:lnTo>
                  <a:lnTo>
                    <a:pt x="0" y="129210"/>
                  </a:lnTo>
                  <a:lnTo>
                    <a:pt x="0" y="287373"/>
                  </a:lnTo>
                  <a:lnTo>
                    <a:pt x="7320" y="323389"/>
                  </a:lnTo>
                  <a:lnTo>
                    <a:pt x="27250" y="352884"/>
                  </a:lnTo>
                  <a:lnTo>
                    <a:pt x="56745" y="372814"/>
                  </a:lnTo>
                  <a:lnTo>
                    <a:pt x="92761" y="380135"/>
                  </a:lnTo>
                  <a:lnTo>
                    <a:pt x="6949107" y="380135"/>
                  </a:lnTo>
                  <a:lnTo>
                    <a:pt x="6985123" y="372814"/>
                  </a:lnTo>
                  <a:lnTo>
                    <a:pt x="7014618" y="352884"/>
                  </a:lnTo>
                  <a:lnTo>
                    <a:pt x="7034549" y="323389"/>
                  </a:lnTo>
                  <a:lnTo>
                    <a:pt x="7041869" y="287373"/>
                  </a:lnTo>
                  <a:lnTo>
                    <a:pt x="7041869" y="112247"/>
                  </a:lnTo>
                  <a:lnTo>
                    <a:pt x="6990722" y="60468"/>
                  </a:lnTo>
                  <a:lnTo>
                    <a:pt x="6940495" y="36989"/>
                  </a:lnTo>
                  <a:lnTo>
                    <a:pt x="6886017" y="17762"/>
                  </a:lnTo>
                  <a:lnTo>
                    <a:pt x="6836426" y="4771"/>
                  </a:lnTo>
                  <a:lnTo>
                    <a:pt x="6800860" y="0"/>
                  </a:lnTo>
                  <a:close/>
                </a:path>
              </a:pathLst>
            </a:custGeom>
            <a:solidFill>
              <a:srgbClr val="FBD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" name="object 603" descr=""/>
            <p:cNvSpPr/>
            <p:nvPr/>
          </p:nvSpPr>
          <p:spPr>
            <a:xfrm>
              <a:off x="805160" y="3144274"/>
              <a:ext cx="483870" cy="549275"/>
            </a:xfrm>
            <a:custGeom>
              <a:avLst/>
              <a:gdLst/>
              <a:ahLst/>
              <a:cxnLst/>
              <a:rect l="l" t="t" r="r" b="b"/>
              <a:pathLst>
                <a:path w="483869" h="549275">
                  <a:moveTo>
                    <a:pt x="483671" y="0"/>
                  </a:moveTo>
                  <a:lnTo>
                    <a:pt x="434761" y="0"/>
                  </a:lnTo>
                  <a:lnTo>
                    <a:pt x="2659" y="408961"/>
                  </a:lnTo>
                  <a:lnTo>
                    <a:pt x="0" y="548789"/>
                  </a:lnTo>
                  <a:lnTo>
                    <a:pt x="455724" y="548789"/>
                  </a:lnTo>
                  <a:lnTo>
                    <a:pt x="483671" y="0"/>
                  </a:lnTo>
                  <a:close/>
                </a:path>
              </a:pathLst>
            </a:custGeom>
            <a:solidFill>
              <a:srgbClr val="ECB9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" name="object 604" descr=""/>
            <p:cNvSpPr/>
            <p:nvPr/>
          </p:nvSpPr>
          <p:spPr>
            <a:xfrm>
              <a:off x="805155" y="3553193"/>
              <a:ext cx="462915" cy="140335"/>
            </a:xfrm>
            <a:custGeom>
              <a:avLst/>
              <a:gdLst/>
              <a:ahLst/>
              <a:cxnLst/>
              <a:rect l="l" t="t" r="r" b="b"/>
              <a:pathLst>
                <a:path w="462915" h="140335">
                  <a:moveTo>
                    <a:pt x="462855" y="0"/>
                  </a:moveTo>
                  <a:lnTo>
                    <a:pt x="2617" y="0"/>
                  </a:lnTo>
                  <a:lnTo>
                    <a:pt x="0" y="139733"/>
                  </a:lnTo>
                  <a:lnTo>
                    <a:pt x="455734" y="139733"/>
                  </a:lnTo>
                  <a:lnTo>
                    <a:pt x="462855" y="0"/>
                  </a:lnTo>
                  <a:close/>
                </a:path>
              </a:pathLst>
            </a:custGeom>
            <a:solidFill>
              <a:srgbClr val="B99F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" name="object 605" descr=""/>
            <p:cNvSpPr/>
            <p:nvPr/>
          </p:nvSpPr>
          <p:spPr>
            <a:xfrm>
              <a:off x="7365813" y="3144274"/>
              <a:ext cx="482600" cy="549275"/>
            </a:xfrm>
            <a:custGeom>
              <a:avLst/>
              <a:gdLst/>
              <a:ahLst/>
              <a:cxnLst/>
              <a:rect l="l" t="t" r="r" b="b"/>
              <a:pathLst>
                <a:path w="482600" h="549275">
                  <a:moveTo>
                    <a:pt x="48909" y="0"/>
                  </a:moveTo>
                  <a:lnTo>
                    <a:pt x="0" y="0"/>
                  </a:lnTo>
                  <a:lnTo>
                    <a:pt x="27946" y="548789"/>
                  </a:lnTo>
                  <a:lnTo>
                    <a:pt x="482016" y="548789"/>
                  </a:lnTo>
                  <a:lnTo>
                    <a:pt x="481063" y="408909"/>
                  </a:lnTo>
                  <a:lnTo>
                    <a:pt x="48909" y="0"/>
                  </a:lnTo>
                  <a:close/>
                </a:path>
              </a:pathLst>
            </a:custGeom>
            <a:solidFill>
              <a:srgbClr val="ECB9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" name="object 606" descr=""/>
            <p:cNvSpPr/>
            <p:nvPr/>
          </p:nvSpPr>
          <p:spPr>
            <a:xfrm>
              <a:off x="7386636" y="3553193"/>
              <a:ext cx="461645" cy="140335"/>
            </a:xfrm>
            <a:custGeom>
              <a:avLst/>
              <a:gdLst/>
              <a:ahLst/>
              <a:cxnLst/>
              <a:rect l="l" t="t" r="r" b="b"/>
              <a:pathLst>
                <a:path w="461645" h="140335">
                  <a:moveTo>
                    <a:pt x="460237" y="0"/>
                  </a:moveTo>
                  <a:lnTo>
                    <a:pt x="0" y="0"/>
                  </a:lnTo>
                  <a:lnTo>
                    <a:pt x="7120" y="139733"/>
                  </a:lnTo>
                  <a:lnTo>
                    <a:pt x="461200" y="139733"/>
                  </a:lnTo>
                  <a:lnTo>
                    <a:pt x="460237" y="0"/>
                  </a:lnTo>
                  <a:close/>
                </a:path>
              </a:pathLst>
            </a:custGeom>
            <a:solidFill>
              <a:srgbClr val="B99F7A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07" name="object 607" descr=""/>
          <p:cNvSpPr/>
          <p:nvPr/>
        </p:nvSpPr>
        <p:spPr>
          <a:xfrm>
            <a:off x="3383164" y="2736838"/>
            <a:ext cx="379730" cy="64135"/>
          </a:xfrm>
          <a:custGeom>
            <a:avLst/>
            <a:gdLst/>
            <a:ahLst/>
            <a:cxnLst/>
            <a:rect l="l" t="t" r="r" b="b"/>
            <a:pathLst>
              <a:path w="379729" h="64135">
                <a:moveTo>
                  <a:pt x="379402" y="0"/>
                </a:moveTo>
                <a:lnTo>
                  <a:pt x="0" y="0"/>
                </a:lnTo>
                <a:lnTo>
                  <a:pt x="0" y="63977"/>
                </a:lnTo>
                <a:lnTo>
                  <a:pt x="379402" y="63977"/>
                </a:lnTo>
                <a:lnTo>
                  <a:pt x="379402" y="0"/>
                </a:lnTo>
                <a:close/>
              </a:path>
            </a:pathLst>
          </a:custGeom>
          <a:solidFill>
            <a:srgbClr val="AB5A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8" name="object 608" descr=""/>
          <p:cNvSpPr/>
          <p:nvPr/>
        </p:nvSpPr>
        <p:spPr>
          <a:xfrm>
            <a:off x="4640979" y="2736838"/>
            <a:ext cx="379730" cy="64135"/>
          </a:xfrm>
          <a:custGeom>
            <a:avLst/>
            <a:gdLst/>
            <a:ahLst/>
            <a:cxnLst/>
            <a:rect l="l" t="t" r="r" b="b"/>
            <a:pathLst>
              <a:path w="379729" h="64135">
                <a:moveTo>
                  <a:pt x="379402" y="0"/>
                </a:moveTo>
                <a:lnTo>
                  <a:pt x="0" y="0"/>
                </a:lnTo>
                <a:lnTo>
                  <a:pt x="0" y="63977"/>
                </a:lnTo>
                <a:lnTo>
                  <a:pt x="379402" y="63977"/>
                </a:lnTo>
                <a:lnTo>
                  <a:pt x="379402" y="0"/>
                </a:lnTo>
                <a:close/>
              </a:path>
            </a:pathLst>
          </a:custGeom>
          <a:solidFill>
            <a:srgbClr val="AB5A4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609" name="object 609" descr=""/>
          <p:cNvGrpSpPr/>
          <p:nvPr/>
        </p:nvGrpSpPr>
        <p:grpSpPr>
          <a:xfrm>
            <a:off x="1200864" y="2718353"/>
            <a:ext cx="2216785" cy="976630"/>
            <a:chOff x="1200864" y="2718353"/>
            <a:chExt cx="2216785" cy="976630"/>
          </a:xfrm>
        </p:grpSpPr>
        <p:sp>
          <p:nvSpPr>
            <p:cNvPr id="610" name="object 610" descr=""/>
            <p:cNvSpPr/>
            <p:nvPr/>
          </p:nvSpPr>
          <p:spPr>
            <a:xfrm>
              <a:off x="1362368" y="2718353"/>
              <a:ext cx="2055495" cy="976630"/>
            </a:xfrm>
            <a:custGeom>
              <a:avLst/>
              <a:gdLst/>
              <a:ahLst/>
              <a:cxnLst/>
              <a:rect l="l" t="t" r="r" b="b"/>
              <a:pathLst>
                <a:path w="2055495" h="976629">
                  <a:moveTo>
                    <a:pt x="2055204" y="0"/>
                  </a:moveTo>
                  <a:lnTo>
                    <a:pt x="101180" y="0"/>
                  </a:lnTo>
                  <a:lnTo>
                    <a:pt x="0" y="976221"/>
                  </a:lnTo>
                  <a:lnTo>
                    <a:pt x="2055204" y="976221"/>
                  </a:lnTo>
                  <a:lnTo>
                    <a:pt x="2055204" y="0"/>
                  </a:lnTo>
                  <a:close/>
                </a:path>
              </a:pathLst>
            </a:custGeom>
            <a:solidFill>
              <a:srgbClr val="ECB9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" name="object 611" descr=""/>
            <p:cNvSpPr/>
            <p:nvPr/>
          </p:nvSpPr>
          <p:spPr>
            <a:xfrm>
              <a:off x="2065056" y="2994955"/>
              <a:ext cx="649605" cy="396240"/>
            </a:xfrm>
            <a:custGeom>
              <a:avLst/>
              <a:gdLst/>
              <a:ahLst/>
              <a:cxnLst/>
              <a:rect l="l" t="t" r="r" b="b"/>
              <a:pathLst>
                <a:path w="649605" h="396239">
                  <a:moveTo>
                    <a:pt x="231101" y="0"/>
                  </a:moveTo>
                  <a:lnTo>
                    <a:pt x="170983" y="1751"/>
                  </a:lnTo>
                  <a:lnTo>
                    <a:pt x="106573" y="3921"/>
                  </a:lnTo>
                  <a:lnTo>
                    <a:pt x="39642" y="4984"/>
                  </a:lnTo>
                  <a:lnTo>
                    <a:pt x="0" y="306891"/>
                  </a:lnTo>
                  <a:lnTo>
                    <a:pt x="12358" y="308300"/>
                  </a:lnTo>
                  <a:lnTo>
                    <a:pt x="45557" y="308874"/>
                  </a:lnTo>
                  <a:lnTo>
                    <a:pt x="93785" y="303131"/>
                  </a:lnTo>
                  <a:lnTo>
                    <a:pt x="151230" y="285593"/>
                  </a:lnTo>
                  <a:lnTo>
                    <a:pt x="192870" y="267309"/>
                  </a:lnTo>
                  <a:lnTo>
                    <a:pt x="211128" y="266080"/>
                  </a:lnTo>
                  <a:lnTo>
                    <a:pt x="226337" y="286574"/>
                  </a:lnTo>
                  <a:lnTo>
                    <a:pt x="258829" y="333455"/>
                  </a:lnTo>
                  <a:lnTo>
                    <a:pt x="289039" y="357485"/>
                  </a:lnTo>
                  <a:lnTo>
                    <a:pt x="333849" y="375179"/>
                  </a:lnTo>
                  <a:lnTo>
                    <a:pt x="388411" y="387130"/>
                  </a:lnTo>
                  <a:lnTo>
                    <a:pt x="447878" y="393930"/>
                  </a:lnTo>
                  <a:lnTo>
                    <a:pt x="507403" y="396173"/>
                  </a:lnTo>
                  <a:lnTo>
                    <a:pt x="562138" y="394451"/>
                  </a:lnTo>
                  <a:lnTo>
                    <a:pt x="607236" y="389357"/>
                  </a:lnTo>
                  <a:lnTo>
                    <a:pt x="637850" y="381483"/>
                  </a:lnTo>
                  <a:lnTo>
                    <a:pt x="649132" y="371423"/>
                  </a:lnTo>
                  <a:lnTo>
                    <a:pt x="638973" y="340370"/>
                  </a:lnTo>
                  <a:lnTo>
                    <a:pt x="613345" y="300812"/>
                  </a:lnTo>
                  <a:lnTo>
                    <a:pt x="579522" y="259221"/>
                  </a:lnTo>
                  <a:lnTo>
                    <a:pt x="544779" y="222066"/>
                  </a:lnTo>
                  <a:lnTo>
                    <a:pt x="532897" y="198176"/>
                  </a:lnTo>
                  <a:lnTo>
                    <a:pt x="534731" y="172142"/>
                  </a:lnTo>
                  <a:lnTo>
                    <a:pt x="540940" y="146856"/>
                  </a:lnTo>
                  <a:lnTo>
                    <a:pt x="542185" y="125213"/>
                  </a:lnTo>
                  <a:lnTo>
                    <a:pt x="529126" y="110105"/>
                  </a:lnTo>
                  <a:lnTo>
                    <a:pt x="492424" y="104426"/>
                  </a:lnTo>
                  <a:lnTo>
                    <a:pt x="439575" y="98656"/>
                  </a:lnTo>
                  <a:lnTo>
                    <a:pt x="420682" y="82646"/>
                  </a:lnTo>
                  <a:lnTo>
                    <a:pt x="393223" y="27695"/>
                  </a:lnTo>
                  <a:lnTo>
                    <a:pt x="331375" y="3855"/>
                  </a:lnTo>
                  <a:lnTo>
                    <a:pt x="285156" y="192"/>
                  </a:lnTo>
                  <a:lnTo>
                    <a:pt x="231101" y="0"/>
                  </a:lnTo>
                  <a:close/>
                </a:path>
              </a:pathLst>
            </a:custGeom>
            <a:solidFill>
              <a:srgbClr val="ECC4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" name="object 612" descr=""/>
            <p:cNvSpPr/>
            <p:nvPr/>
          </p:nvSpPr>
          <p:spPr>
            <a:xfrm>
              <a:off x="1230192" y="3487380"/>
              <a:ext cx="2073275" cy="121920"/>
            </a:xfrm>
            <a:custGeom>
              <a:avLst/>
              <a:gdLst/>
              <a:ahLst/>
              <a:cxnLst/>
              <a:rect l="l" t="t" r="r" b="b"/>
              <a:pathLst>
                <a:path w="2073275" h="121920">
                  <a:moveTo>
                    <a:pt x="0" y="121713"/>
                  </a:moveTo>
                  <a:lnTo>
                    <a:pt x="2073025" y="121713"/>
                  </a:lnTo>
                  <a:lnTo>
                    <a:pt x="2073025" y="0"/>
                  </a:lnTo>
                  <a:lnTo>
                    <a:pt x="0" y="0"/>
                  </a:lnTo>
                  <a:lnTo>
                    <a:pt x="0" y="121713"/>
                  </a:lnTo>
                  <a:close/>
                </a:path>
              </a:pathLst>
            </a:custGeom>
            <a:solidFill>
              <a:srgbClr val="D5B7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" name="object 613" descr=""/>
            <p:cNvSpPr/>
            <p:nvPr/>
          </p:nvSpPr>
          <p:spPr>
            <a:xfrm>
              <a:off x="1230185" y="3609104"/>
              <a:ext cx="2073275" cy="85725"/>
            </a:xfrm>
            <a:custGeom>
              <a:avLst/>
              <a:gdLst/>
              <a:ahLst/>
              <a:cxnLst/>
              <a:rect l="l" t="t" r="r" b="b"/>
              <a:pathLst>
                <a:path w="2073275" h="85725">
                  <a:moveTo>
                    <a:pt x="2073021" y="0"/>
                  </a:moveTo>
                  <a:lnTo>
                    <a:pt x="0" y="0"/>
                  </a:lnTo>
                  <a:lnTo>
                    <a:pt x="0" y="19824"/>
                  </a:lnTo>
                  <a:lnTo>
                    <a:pt x="0" y="85483"/>
                  </a:lnTo>
                  <a:lnTo>
                    <a:pt x="2073021" y="85483"/>
                  </a:lnTo>
                  <a:lnTo>
                    <a:pt x="2073021" y="19824"/>
                  </a:lnTo>
                  <a:lnTo>
                    <a:pt x="2073021" y="0"/>
                  </a:lnTo>
                  <a:close/>
                </a:path>
              </a:pathLst>
            </a:custGeom>
            <a:solidFill>
              <a:srgbClr val="B99F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" name="object 614" descr=""/>
            <p:cNvSpPr/>
            <p:nvPr/>
          </p:nvSpPr>
          <p:spPr>
            <a:xfrm>
              <a:off x="1765833" y="2801549"/>
              <a:ext cx="1348105" cy="90170"/>
            </a:xfrm>
            <a:custGeom>
              <a:avLst/>
              <a:gdLst/>
              <a:ahLst/>
              <a:cxnLst/>
              <a:rect l="l" t="t" r="r" b="b"/>
              <a:pathLst>
                <a:path w="1348105" h="90169">
                  <a:moveTo>
                    <a:pt x="37134" y="25361"/>
                  </a:moveTo>
                  <a:lnTo>
                    <a:pt x="36283" y="21501"/>
                  </a:lnTo>
                  <a:lnTo>
                    <a:pt x="31724" y="12217"/>
                  </a:lnTo>
                  <a:lnTo>
                    <a:pt x="26136" y="3009"/>
                  </a:lnTo>
                  <a:lnTo>
                    <a:pt x="18567" y="0"/>
                  </a:lnTo>
                  <a:lnTo>
                    <a:pt x="10998" y="3009"/>
                  </a:lnTo>
                  <a:lnTo>
                    <a:pt x="5422" y="12217"/>
                  </a:lnTo>
                  <a:lnTo>
                    <a:pt x="850" y="21501"/>
                  </a:lnTo>
                  <a:lnTo>
                    <a:pt x="0" y="25361"/>
                  </a:lnTo>
                  <a:lnTo>
                    <a:pt x="0" y="89801"/>
                  </a:lnTo>
                  <a:lnTo>
                    <a:pt x="37134" y="89801"/>
                  </a:lnTo>
                  <a:lnTo>
                    <a:pt x="37134" y="25361"/>
                  </a:lnTo>
                  <a:close/>
                </a:path>
                <a:path w="1348105" h="90169">
                  <a:moveTo>
                    <a:pt x="692442" y="25361"/>
                  </a:moveTo>
                  <a:lnTo>
                    <a:pt x="691591" y="21501"/>
                  </a:lnTo>
                  <a:lnTo>
                    <a:pt x="687031" y="12217"/>
                  </a:lnTo>
                  <a:lnTo>
                    <a:pt x="681443" y="3009"/>
                  </a:lnTo>
                  <a:lnTo>
                    <a:pt x="673874" y="0"/>
                  </a:lnTo>
                  <a:lnTo>
                    <a:pt x="666305" y="3009"/>
                  </a:lnTo>
                  <a:lnTo>
                    <a:pt x="660730" y="12217"/>
                  </a:lnTo>
                  <a:lnTo>
                    <a:pt x="656158" y="21501"/>
                  </a:lnTo>
                  <a:lnTo>
                    <a:pt x="655307" y="25361"/>
                  </a:lnTo>
                  <a:lnTo>
                    <a:pt x="655307" y="89801"/>
                  </a:lnTo>
                  <a:lnTo>
                    <a:pt x="692442" y="89801"/>
                  </a:lnTo>
                  <a:lnTo>
                    <a:pt x="692442" y="25361"/>
                  </a:lnTo>
                  <a:close/>
                </a:path>
                <a:path w="1348105" h="90169">
                  <a:moveTo>
                    <a:pt x="1347749" y="25361"/>
                  </a:moveTo>
                  <a:lnTo>
                    <a:pt x="1346898" y="21501"/>
                  </a:lnTo>
                  <a:lnTo>
                    <a:pt x="1342339" y="12217"/>
                  </a:lnTo>
                  <a:lnTo>
                    <a:pt x="1336751" y="3009"/>
                  </a:lnTo>
                  <a:lnTo>
                    <a:pt x="1329182" y="0"/>
                  </a:lnTo>
                  <a:lnTo>
                    <a:pt x="1321612" y="3009"/>
                  </a:lnTo>
                  <a:lnTo>
                    <a:pt x="1316037" y="12217"/>
                  </a:lnTo>
                  <a:lnTo>
                    <a:pt x="1311465" y="21501"/>
                  </a:lnTo>
                  <a:lnTo>
                    <a:pt x="1310627" y="25361"/>
                  </a:lnTo>
                  <a:lnTo>
                    <a:pt x="1310627" y="89801"/>
                  </a:lnTo>
                  <a:lnTo>
                    <a:pt x="1347749" y="89801"/>
                  </a:lnTo>
                  <a:lnTo>
                    <a:pt x="1347749" y="25361"/>
                  </a:lnTo>
                  <a:close/>
                </a:path>
              </a:pathLst>
            </a:custGeom>
            <a:solidFill>
              <a:srgbClr val="896C4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" name="object 615" descr=""/>
            <p:cNvSpPr/>
            <p:nvPr/>
          </p:nvSpPr>
          <p:spPr>
            <a:xfrm>
              <a:off x="1200861" y="2844793"/>
              <a:ext cx="2085339" cy="564515"/>
            </a:xfrm>
            <a:custGeom>
              <a:avLst/>
              <a:gdLst/>
              <a:ahLst/>
              <a:cxnLst/>
              <a:rect l="l" t="t" r="r" b="b"/>
              <a:pathLst>
                <a:path w="2085339" h="564514">
                  <a:moveTo>
                    <a:pt x="73545" y="486067"/>
                  </a:moveTo>
                  <a:lnTo>
                    <a:pt x="0" y="486067"/>
                  </a:lnTo>
                  <a:lnTo>
                    <a:pt x="0" y="513486"/>
                  </a:lnTo>
                  <a:lnTo>
                    <a:pt x="73545" y="513486"/>
                  </a:lnTo>
                  <a:lnTo>
                    <a:pt x="73545" y="486067"/>
                  </a:lnTo>
                  <a:close/>
                </a:path>
                <a:path w="2085339" h="564514">
                  <a:moveTo>
                    <a:pt x="125895" y="422059"/>
                  </a:moveTo>
                  <a:lnTo>
                    <a:pt x="52349" y="422059"/>
                  </a:lnTo>
                  <a:lnTo>
                    <a:pt x="52349" y="449478"/>
                  </a:lnTo>
                  <a:lnTo>
                    <a:pt x="125895" y="449478"/>
                  </a:lnTo>
                  <a:lnTo>
                    <a:pt x="125895" y="422059"/>
                  </a:lnTo>
                  <a:close/>
                </a:path>
                <a:path w="2085339" h="564514">
                  <a:moveTo>
                    <a:pt x="172021" y="457060"/>
                  </a:moveTo>
                  <a:lnTo>
                    <a:pt x="98475" y="457060"/>
                  </a:lnTo>
                  <a:lnTo>
                    <a:pt x="98475" y="484479"/>
                  </a:lnTo>
                  <a:lnTo>
                    <a:pt x="172021" y="484479"/>
                  </a:lnTo>
                  <a:lnTo>
                    <a:pt x="172021" y="457060"/>
                  </a:lnTo>
                  <a:close/>
                </a:path>
                <a:path w="2085339" h="564514">
                  <a:moveTo>
                    <a:pt x="245567" y="96012"/>
                  </a:moveTo>
                  <a:lnTo>
                    <a:pt x="172021" y="96012"/>
                  </a:lnTo>
                  <a:lnTo>
                    <a:pt x="172021" y="123431"/>
                  </a:lnTo>
                  <a:lnTo>
                    <a:pt x="245567" y="123431"/>
                  </a:lnTo>
                  <a:lnTo>
                    <a:pt x="245567" y="96012"/>
                  </a:lnTo>
                  <a:close/>
                </a:path>
                <a:path w="2085339" h="564514">
                  <a:moveTo>
                    <a:pt x="297929" y="32004"/>
                  </a:moveTo>
                  <a:lnTo>
                    <a:pt x="224370" y="32004"/>
                  </a:lnTo>
                  <a:lnTo>
                    <a:pt x="224370" y="59423"/>
                  </a:lnTo>
                  <a:lnTo>
                    <a:pt x="297929" y="59423"/>
                  </a:lnTo>
                  <a:lnTo>
                    <a:pt x="297929" y="32004"/>
                  </a:lnTo>
                  <a:close/>
                </a:path>
                <a:path w="2085339" h="564514">
                  <a:moveTo>
                    <a:pt x="344043" y="67017"/>
                  </a:moveTo>
                  <a:lnTo>
                    <a:pt x="270497" y="67017"/>
                  </a:lnTo>
                  <a:lnTo>
                    <a:pt x="270497" y="94437"/>
                  </a:lnTo>
                  <a:lnTo>
                    <a:pt x="344043" y="94437"/>
                  </a:lnTo>
                  <a:lnTo>
                    <a:pt x="344043" y="67017"/>
                  </a:lnTo>
                  <a:close/>
                </a:path>
                <a:path w="2085339" h="564514">
                  <a:moveTo>
                    <a:pt x="848614" y="358533"/>
                  </a:moveTo>
                  <a:lnTo>
                    <a:pt x="775055" y="358533"/>
                  </a:lnTo>
                  <a:lnTo>
                    <a:pt x="775055" y="385953"/>
                  </a:lnTo>
                  <a:lnTo>
                    <a:pt x="848614" y="385953"/>
                  </a:lnTo>
                  <a:lnTo>
                    <a:pt x="848614" y="358533"/>
                  </a:lnTo>
                  <a:close/>
                </a:path>
                <a:path w="2085339" h="564514">
                  <a:moveTo>
                    <a:pt x="900963" y="294525"/>
                  </a:moveTo>
                  <a:lnTo>
                    <a:pt x="827417" y="294525"/>
                  </a:lnTo>
                  <a:lnTo>
                    <a:pt x="827417" y="321945"/>
                  </a:lnTo>
                  <a:lnTo>
                    <a:pt x="900963" y="321945"/>
                  </a:lnTo>
                  <a:lnTo>
                    <a:pt x="900963" y="294525"/>
                  </a:lnTo>
                  <a:close/>
                </a:path>
                <a:path w="2085339" h="564514">
                  <a:moveTo>
                    <a:pt x="947089" y="329526"/>
                  </a:moveTo>
                  <a:lnTo>
                    <a:pt x="873544" y="329526"/>
                  </a:lnTo>
                  <a:lnTo>
                    <a:pt x="873544" y="356946"/>
                  </a:lnTo>
                  <a:lnTo>
                    <a:pt x="947089" y="356946"/>
                  </a:lnTo>
                  <a:lnTo>
                    <a:pt x="947089" y="329526"/>
                  </a:lnTo>
                  <a:close/>
                </a:path>
                <a:path w="2085339" h="564514">
                  <a:moveTo>
                    <a:pt x="1356614" y="536892"/>
                  </a:moveTo>
                  <a:lnTo>
                    <a:pt x="1283068" y="536892"/>
                  </a:lnTo>
                  <a:lnTo>
                    <a:pt x="1283068" y="564311"/>
                  </a:lnTo>
                  <a:lnTo>
                    <a:pt x="1356614" y="564311"/>
                  </a:lnTo>
                  <a:lnTo>
                    <a:pt x="1356614" y="536892"/>
                  </a:lnTo>
                  <a:close/>
                </a:path>
                <a:path w="2085339" h="564514">
                  <a:moveTo>
                    <a:pt x="1408963" y="472884"/>
                  </a:moveTo>
                  <a:lnTo>
                    <a:pt x="1335417" y="472884"/>
                  </a:lnTo>
                  <a:lnTo>
                    <a:pt x="1335417" y="500303"/>
                  </a:lnTo>
                  <a:lnTo>
                    <a:pt x="1408963" y="500303"/>
                  </a:lnTo>
                  <a:lnTo>
                    <a:pt x="1408963" y="472884"/>
                  </a:lnTo>
                  <a:close/>
                </a:path>
                <a:path w="2085339" h="564514">
                  <a:moveTo>
                    <a:pt x="1455089" y="507885"/>
                  </a:moveTo>
                  <a:lnTo>
                    <a:pt x="1381544" y="507885"/>
                  </a:lnTo>
                  <a:lnTo>
                    <a:pt x="1381544" y="535305"/>
                  </a:lnTo>
                  <a:lnTo>
                    <a:pt x="1455089" y="535305"/>
                  </a:lnTo>
                  <a:lnTo>
                    <a:pt x="1455089" y="507885"/>
                  </a:lnTo>
                  <a:close/>
                </a:path>
                <a:path w="2085339" h="564514">
                  <a:moveTo>
                    <a:pt x="1638439" y="64008"/>
                  </a:moveTo>
                  <a:lnTo>
                    <a:pt x="1564894" y="64008"/>
                  </a:lnTo>
                  <a:lnTo>
                    <a:pt x="1564894" y="91440"/>
                  </a:lnTo>
                  <a:lnTo>
                    <a:pt x="1638439" y="91440"/>
                  </a:lnTo>
                  <a:lnTo>
                    <a:pt x="1638439" y="64008"/>
                  </a:lnTo>
                  <a:close/>
                </a:path>
                <a:path w="2085339" h="564514">
                  <a:moveTo>
                    <a:pt x="1690789" y="0"/>
                  </a:moveTo>
                  <a:lnTo>
                    <a:pt x="1617243" y="0"/>
                  </a:lnTo>
                  <a:lnTo>
                    <a:pt x="1617243" y="27432"/>
                  </a:lnTo>
                  <a:lnTo>
                    <a:pt x="1690789" y="27432"/>
                  </a:lnTo>
                  <a:lnTo>
                    <a:pt x="1690789" y="0"/>
                  </a:lnTo>
                  <a:close/>
                </a:path>
                <a:path w="2085339" h="564514">
                  <a:moveTo>
                    <a:pt x="1736915" y="35013"/>
                  </a:moveTo>
                  <a:lnTo>
                    <a:pt x="1663369" y="35013"/>
                  </a:lnTo>
                  <a:lnTo>
                    <a:pt x="1663369" y="62433"/>
                  </a:lnTo>
                  <a:lnTo>
                    <a:pt x="1736915" y="62433"/>
                  </a:lnTo>
                  <a:lnTo>
                    <a:pt x="1736915" y="35013"/>
                  </a:lnTo>
                  <a:close/>
                </a:path>
                <a:path w="2085339" h="564514">
                  <a:moveTo>
                    <a:pt x="1986267" y="472351"/>
                  </a:moveTo>
                  <a:lnTo>
                    <a:pt x="1912721" y="472351"/>
                  </a:lnTo>
                  <a:lnTo>
                    <a:pt x="1912721" y="499770"/>
                  </a:lnTo>
                  <a:lnTo>
                    <a:pt x="1986267" y="499770"/>
                  </a:lnTo>
                  <a:lnTo>
                    <a:pt x="1986267" y="472351"/>
                  </a:lnTo>
                  <a:close/>
                </a:path>
                <a:path w="2085339" h="564514">
                  <a:moveTo>
                    <a:pt x="2038629" y="408343"/>
                  </a:moveTo>
                  <a:lnTo>
                    <a:pt x="1965083" y="408343"/>
                  </a:lnTo>
                  <a:lnTo>
                    <a:pt x="1965083" y="435762"/>
                  </a:lnTo>
                  <a:lnTo>
                    <a:pt x="2038629" y="435762"/>
                  </a:lnTo>
                  <a:lnTo>
                    <a:pt x="2038629" y="408343"/>
                  </a:lnTo>
                  <a:close/>
                </a:path>
                <a:path w="2085339" h="564514">
                  <a:moveTo>
                    <a:pt x="2084755" y="443357"/>
                  </a:moveTo>
                  <a:lnTo>
                    <a:pt x="2011197" y="443357"/>
                  </a:lnTo>
                  <a:lnTo>
                    <a:pt x="2011197" y="470776"/>
                  </a:lnTo>
                  <a:lnTo>
                    <a:pt x="2084755" y="470776"/>
                  </a:lnTo>
                  <a:lnTo>
                    <a:pt x="2084755" y="443357"/>
                  </a:lnTo>
                  <a:close/>
                </a:path>
              </a:pathLst>
            </a:custGeom>
            <a:solidFill>
              <a:srgbClr val="F5D3A9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16" name="object 616" descr=""/>
          <p:cNvGrpSpPr/>
          <p:nvPr/>
        </p:nvGrpSpPr>
        <p:grpSpPr>
          <a:xfrm>
            <a:off x="4743538" y="2718353"/>
            <a:ext cx="2670810" cy="976630"/>
            <a:chOff x="4743538" y="2718353"/>
            <a:chExt cx="2670810" cy="976630"/>
          </a:xfrm>
        </p:grpSpPr>
        <p:sp>
          <p:nvSpPr>
            <p:cNvPr id="617" name="object 617" descr=""/>
            <p:cNvSpPr/>
            <p:nvPr/>
          </p:nvSpPr>
          <p:spPr>
            <a:xfrm>
              <a:off x="4743538" y="2718353"/>
              <a:ext cx="2601595" cy="976630"/>
            </a:xfrm>
            <a:custGeom>
              <a:avLst/>
              <a:gdLst/>
              <a:ahLst/>
              <a:cxnLst/>
              <a:rect l="l" t="t" r="r" b="b"/>
              <a:pathLst>
                <a:path w="2601595" h="976629">
                  <a:moveTo>
                    <a:pt x="2600988" y="0"/>
                  </a:moveTo>
                  <a:lnTo>
                    <a:pt x="101169" y="0"/>
                  </a:lnTo>
                  <a:lnTo>
                    <a:pt x="0" y="976221"/>
                  </a:lnTo>
                  <a:lnTo>
                    <a:pt x="2600988" y="976221"/>
                  </a:lnTo>
                  <a:lnTo>
                    <a:pt x="2600988" y="0"/>
                  </a:lnTo>
                  <a:close/>
                </a:path>
              </a:pathLst>
            </a:custGeom>
            <a:solidFill>
              <a:srgbClr val="ECB9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" name="object 618" descr=""/>
            <p:cNvSpPr/>
            <p:nvPr/>
          </p:nvSpPr>
          <p:spPr>
            <a:xfrm>
              <a:off x="5501030" y="3056057"/>
              <a:ext cx="847725" cy="407034"/>
            </a:xfrm>
            <a:custGeom>
              <a:avLst/>
              <a:gdLst/>
              <a:ahLst/>
              <a:cxnLst/>
              <a:rect l="l" t="t" r="r" b="b"/>
              <a:pathLst>
                <a:path w="847725" h="407035">
                  <a:moveTo>
                    <a:pt x="568325" y="146443"/>
                  </a:moveTo>
                  <a:lnTo>
                    <a:pt x="506666" y="110820"/>
                  </a:lnTo>
                  <a:lnTo>
                    <a:pt x="466636" y="100926"/>
                  </a:lnTo>
                  <a:lnTo>
                    <a:pt x="430072" y="96964"/>
                  </a:lnTo>
                  <a:lnTo>
                    <a:pt x="403225" y="93789"/>
                  </a:lnTo>
                  <a:lnTo>
                    <a:pt x="409676" y="84023"/>
                  </a:lnTo>
                  <a:lnTo>
                    <a:pt x="435140" y="67322"/>
                  </a:lnTo>
                  <a:lnTo>
                    <a:pt x="465302" y="43332"/>
                  </a:lnTo>
                  <a:lnTo>
                    <a:pt x="472795" y="27139"/>
                  </a:lnTo>
                  <a:lnTo>
                    <a:pt x="455574" y="20637"/>
                  </a:lnTo>
                  <a:lnTo>
                    <a:pt x="420687" y="20320"/>
                  </a:lnTo>
                  <a:lnTo>
                    <a:pt x="375170" y="22682"/>
                  </a:lnTo>
                  <a:lnTo>
                    <a:pt x="326047" y="24257"/>
                  </a:lnTo>
                  <a:lnTo>
                    <a:pt x="294767" y="16713"/>
                  </a:lnTo>
                  <a:lnTo>
                    <a:pt x="225971" y="3784"/>
                  </a:lnTo>
                  <a:lnTo>
                    <a:pt x="157175" y="0"/>
                  </a:lnTo>
                  <a:lnTo>
                    <a:pt x="125895" y="19913"/>
                  </a:lnTo>
                  <a:lnTo>
                    <a:pt x="112801" y="42494"/>
                  </a:lnTo>
                  <a:lnTo>
                    <a:pt x="81572" y="56045"/>
                  </a:lnTo>
                  <a:lnTo>
                    <a:pt x="44310" y="67106"/>
                  </a:lnTo>
                  <a:lnTo>
                    <a:pt x="13093" y="82245"/>
                  </a:lnTo>
                  <a:lnTo>
                    <a:pt x="0" y="108026"/>
                  </a:lnTo>
                  <a:lnTo>
                    <a:pt x="9067" y="120523"/>
                  </a:lnTo>
                  <a:lnTo>
                    <a:pt x="72999" y="138061"/>
                  </a:lnTo>
                  <a:lnTo>
                    <a:pt x="122059" y="143687"/>
                  </a:lnTo>
                  <a:lnTo>
                    <a:pt x="178676" y="147574"/>
                  </a:lnTo>
                  <a:lnTo>
                    <a:pt x="239928" y="150025"/>
                  </a:lnTo>
                  <a:lnTo>
                    <a:pt x="302933" y="151333"/>
                  </a:lnTo>
                  <a:lnTo>
                    <a:pt x="364807" y="151752"/>
                  </a:lnTo>
                  <a:lnTo>
                    <a:pt x="422643" y="151587"/>
                  </a:lnTo>
                  <a:lnTo>
                    <a:pt x="542988" y="150406"/>
                  </a:lnTo>
                  <a:lnTo>
                    <a:pt x="568325" y="146443"/>
                  </a:lnTo>
                  <a:close/>
                </a:path>
                <a:path w="847725" h="407035">
                  <a:moveTo>
                    <a:pt x="847420" y="324040"/>
                  </a:moveTo>
                  <a:lnTo>
                    <a:pt x="772934" y="322033"/>
                  </a:lnTo>
                  <a:lnTo>
                    <a:pt x="714070" y="319951"/>
                  </a:lnTo>
                  <a:lnTo>
                    <a:pt x="669975" y="323735"/>
                  </a:lnTo>
                  <a:lnTo>
                    <a:pt x="639813" y="339331"/>
                  </a:lnTo>
                  <a:lnTo>
                    <a:pt x="609968" y="361429"/>
                  </a:lnTo>
                  <a:lnTo>
                    <a:pt x="577888" y="379514"/>
                  </a:lnTo>
                  <a:lnTo>
                    <a:pt x="559358" y="391731"/>
                  </a:lnTo>
                  <a:lnTo>
                    <a:pt x="570128" y="396214"/>
                  </a:lnTo>
                  <a:lnTo>
                    <a:pt x="615873" y="399745"/>
                  </a:lnTo>
                  <a:lnTo>
                    <a:pt x="678535" y="405612"/>
                  </a:lnTo>
                  <a:lnTo>
                    <a:pt x="738225" y="406781"/>
                  </a:lnTo>
                  <a:lnTo>
                    <a:pt x="775055" y="396214"/>
                  </a:lnTo>
                  <a:lnTo>
                    <a:pt x="847420" y="324040"/>
                  </a:lnTo>
                  <a:close/>
                </a:path>
              </a:pathLst>
            </a:custGeom>
            <a:solidFill>
              <a:srgbClr val="ECC4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" name="object 619" descr=""/>
            <p:cNvSpPr/>
            <p:nvPr/>
          </p:nvSpPr>
          <p:spPr>
            <a:xfrm>
              <a:off x="5104965" y="3487380"/>
              <a:ext cx="2308860" cy="121920"/>
            </a:xfrm>
            <a:custGeom>
              <a:avLst/>
              <a:gdLst/>
              <a:ahLst/>
              <a:cxnLst/>
              <a:rect l="l" t="t" r="r" b="b"/>
              <a:pathLst>
                <a:path w="2308859" h="121920">
                  <a:moveTo>
                    <a:pt x="0" y="121713"/>
                  </a:moveTo>
                  <a:lnTo>
                    <a:pt x="2308798" y="121713"/>
                  </a:lnTo>
                  <a:lnTo>
                    <a:pt x="2308798" y="0"/>
                  </a:lnTo>
                  <a:lnTo>
                    <a:pt x="0" y="0"/>
                  </a:lnTo>
                  <a:lnTo>
                    <a:pt x="0" y="121713"/>
                  </a:lnTo>
                  <a:close/>
                </a:path>
              </a:pathLst>
            </a:custGeom>
            <a:solidFill>
              <a:srgbClr val="D5B7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" name="object 620" descr=""/>
            <p:cNvSpPr/>
            <p:nvPr/>
          </p:nvSpPr>
          <p:spPr>
            <a:xfrm>
              <a:off x="5104965" y="3609094"/>
              <a:ext cx="2308860" cy="85725"/>
            </a:xfrm>
            <a:custGeom>
              <a:avLst/>
              <a:gdLst/>
              <a:ahLst/>
              <a:cxnLst/>
              <a:rect l="l" t="t" r="r" b="b"/>
              <a:pathLst>
                <a:path w="2308859" h="85725">
                  <a:moveTo>
                    <a:pt x="2308798" y="0"/>
                  </a:moveTo>
                  <a:lnTo>
                    <a:pt x="0" y="0"/>
                  </a:lnTo>
                  <a:lnTo>
                    <a:pt x="0" y="85484"/>
                  </a:lnTo>
                  <a:lnTo>
                    <a:pt x="2308798" y="85484"/>
                  </a:lnTo>
                  <a:lnTo>
                    <a:pt x="2308798" y="0"/>
                  </a:lnTo>
                  <a:close/>
                </a:path>
              </a:pathLst>
            </a:custGeom>
            <a:solidFill>
              <a:srgbClr val="B99F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" name="object 621" descr=""/>
            <p:cNvSpPr/>
            <p:nvPr/>
          </p:nvSpPr>
          <p:spPr>
            <a:xfrm>
              <a:off x="5238674" y="2801549"/>
              <a:ext cx="2003425" cy="90170"/>
            </a:xfrm>
            <a:custGeom>
              <a:avLst/>
              <a:gdLst/>
              <a:ahLst/>
              <a:cxnLst/>
              <a:rect l="l" t="t" r="r" b="b"/>
              <a:pathLst>
                <a:path w="2003425" h="90169">
                  <a:moveTo>
                    <a:pt x="37122" y="25361"/>
                  </a:moveTo>
                  <a:lnTo>
                    <a:pt x="36271" y="21501"/>
                  </a:lnTo>
                  <a:lnTo>
                    <a:pt x="31711" y="12217"/>
                  </a:lnTo>
                  <a:lnTo>
                    <a:pt x="26136" y="3009"/>
                  </a:lnTo>
                  <a:lnTo>
                    <a:pt x="18554" y="0"/>
                  </a:lnTo>
                  <a:lnTo>
                    <a:pt x="10985" y="3009"/>
                  </a:lnTo>
                  <a:lnTo>
                    <a:pt x="5410" y="12217"/>
                  </a:lnTo>
                  <a:lnTo>
                    <a:pt x="838" y="21501"/>
                  </a:lnTo>
                  <a:lnTo>
                    <a:pt x="0" y="25361"/>
                  </a:lnTo>
                  <a:lnTo>
                    <a:pt x="0" y="89801"/>
                  </a:lnTo>
                  <a:lnTo>
                    <a:pt x="37122" y="89801"/>
                  </a:lnTo>
                  <a:lnTo>
                    <a:pt x="37122" y="25361"/>
                  </a:lnTo>
                  <a:close/>
                </a:path>
                <a:path w="2003425" h="90169">
                  <a:moveTo>
                    <a:pt x="692429" y="25361"/>
                  </a:moveTo>
                  <a:lnTo>
                    <a:pt x="691591" y="21501"/>
                  </a:lnTo>
                  <a:lnTo>
                    <a:pt x="687019" y="12217"/>
                  </a:lnTo>
                  <a:lnTo>
                    <a:pt x="681443" y="3009"/>
                  </a:lnTo>
                  <a:lnTo>
                    <a:pt x="673874" y="0"/>
                  </a:lnTo>
                  <a:lnTo>
                    <a:pt x="666292" y="3009"/>
                  </a:lnTo>
                  <a:lnTo>
                    <a:pt x="660717" y="12217"/>
                  </a:lnTo>
                  <a:lnTo>
                    <a:pt x="656158" y="21501"/>
                  </a:lnTo>
                  <a:lnTo>
                    <a:pt x="655307" y="25361"/>
                  </a:lnTo>
                  <a:lnTo>
                    <a:pt x="655307" y="89801"/>
                  </a:lnTo>
                  <a:lnTo>
                    <a:pt x="692429" y="89801"/>
                  </a:lnTo>
                  <a:lnTo>
                    <a:pt x="692429" y="25361"/>
                  </a:lnTo>
                  <a:close/>
                </a:path>
                <a:path w="2003425" h="90169">
                  <a:moveTo>
                    <a:pt x="1347749" y="25361"/>
                  </a:moveTo>
                  <a:lnTo>
                    <a:pt x="1346898" y="21501"/>
                  </a:lnTo>
                  <a:lnTo>
                    <a:pt x="1342326" y="12217"/>
                  </a:lnTo>
                  <a:lnTo>
                    <a:pt x="1336751" y="3009"/>
                  </a:lnTo>
                  <a:lnTo>
                    <a:pt x="1329182" y="0"/>
                  </a:lnTo>
                  <a:lnTo>
                    <a:pt x="1321612" y="3009"/>
                  </a:lnTo>
                  <a:lnTo>
                    <a:pt x="1316024" y="12217"/>
                  </a:lnTo>
                  <a:lnTo>
                    <a:pt x="1311465" y="21501"/>
                  </a:lnTo>
                  <a:lnTo>
                    <a:pt x="1310614" y="25361"/>
                  </a:lnTo>
                  <a:lnTo>
                    <a:pt x="1310614" y="89801"/>
                  </a:lnTo>
                  <a:lnTo>
                    <a:pt x="1347749" y="89801"/>
                  </a:lnTo>
                  <a:lnTo>
                    <a:pt x="1347749" y="25361"/>
                  </a:lnTo>
                  <a:close/>
                </a:path>
                <a:path w="2003425" h="90169">
                  <a:moveTo>
                    <a:pt x="2003056" y="25361"/>
                  </a:moveTo>
                  <a:lnTo>
                    <a:pt x="2002205" y="21501"/>
                  </a:lnTo>
                  <a:lnTo>
                    <a:pt x="1997633" y="12217"/>
                  </a:lnTo>
                  <a:lnTo>
                    <a:pt x="1992058" y="3009"/>
                  </a:lnTo>
                  <a:lnTo>
                    <a:pt x="1984489" y="0"/>
                  </a:lnTo>
                  <a:lnTo>
                    <a:pt x="1976920" y="3009"/>
                  </a:lnTo>
                  <a:lnTo>
                    <a:pt x="1971332" y="12217"/>
                  </a:lnTo>
                  <a:lnTo>
                    <a:pt x="1966772" y="21501"/>
                  </a:lnTo>
                  <a:lnTo>
                    <a:pt x="1965921" y="25361"/>
                  </a:lnTo>
                  <a:lnTo>
                    <a:pt x="1965921" y="89801"/>
                  </a:lnTo>
                  <a:lnTo>
                    <a:pt x="2003056" y="89801"/>
                  </a:lnTo>
                  <a:lnTo>
                    <a:pt x="2003056" y="25361"/>
                  </a:lnTo>
                  <a:close/>
                </a:path>
              </a:pathLst>
            </a:custGeom>
            <a:solidFill>
              <a:srgbClr val="896C4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" name="object 622" descr=""/>
            <p:cNvSpPr/>
            <p:nvPr/>
          </p:nvSpPr>
          <p:spPr>
            <a:xfrm>
              <a:off x="5328996" y="2844793"/>
              <a:ext cx="2085339" cy="564515"/>
            </a:xfrm>
            <a:custGeom>
              <a:avLst/>
              <a:gdLst/>
              <a:ahLst/>
              <a:cxnLst/>
              <a:rect l="l" t="t" r="r" b="b"/>
              <a:pathLst>
                <a:path w="2085340" h="564514">
                  <a:moveTo>
                    <a:pt x="73545" y="486067"/>
                  </a:moveTo>
                  <a:lnTo>
                    <a:pt x="0" y="486067"/>
                  </a:lnTo>
                  <a:lnTo>
                    <a:pt x="0" y="513486"/>
                  </a:lnTo>
                  <a:lnTo>
                    <a:pt x="73545" y="513486"/>
                  </a:lnTo>
                  <a:lnTo>
                    <a:pt x="73545" y="486067"/>
                  </a:lnTo>
                  <a:close/>
                </a:path>
                <a:path w="2085340" h="564514">
                  <a:moveTo>
                    <a:pt x="125907" y="422059"/>
                  </a:moveTo>
                  <a:lnTo>
                    <a:pt x="52362" y="422059"/>
                  </a:lnTo>
                  <a:lnTo>
                    <a:pt x="52362" y="449478"/>
                  </a:lnTo>
                  <a:lnTo>
                    <a:pt x="125907" y="449478"/>
                  </a:lnTo>
                  <a:lnTo>
                    <a:pt x="125907" y="422059"/>
                  </a:lnTo>
                  <a:close/>
                </a:path>
                <a:path w="2085340" h="564514">
                  <a:moveTo>
                    <a:pt x="172034" y="457060"/>
                  </a:moveTo>
                  <a:lnTo>
                    <a:pt x="98488" y="457060"/>
                  </a:lnTo>
                  <a:lnTo>
                    <a:pt x="98488" y="484479"/>
                  </a:lnTo>
                  <a:lnTo>
                    <a:pt x="172034" y="484479"/>
                  </a:lnTo>
                  <a:lnTo>
                    <a:pt x="172034" y="457060"/>
                  </a:lnTo>
                  <a:close/>
                </a:path>
                <a:path w="2085340" h="564514">
                  <a:moveTo>
                    <a:pt x="245579" y="96012"/>
                  </a:moveTo>
                  <a:lnTo>
                    <a:pt x="172034" y="96012"/>
                  </a:lnTo>
                  <a:lnTo>
                    <a:pt x="172034" y="123431"/>
                  </a:lnTo>
                  <a:lnTo>
                    <a:pt x="245579" y="123431"/>
                  </a:lnTo>
                  <a:lnTo>
                    <a:pt x="245579" y="96012"/>
                  </a:lnTo>
                  <a:close/>
                </a:path>
                <a:path w="2085340" h="564514">
                  <a:moveTo>
                    <a:pt x="297942" y="32004"/>
                  </a:moveTo>
                  <a:lnTo>
                    <a:pt x="224383" y="32004"/>
                  </a:lnTo>
                  <a:lnTo>
                    <a:pt x="224383" y="59423"/>
                  </a:lnTo>
                  <a:lnTo>
                    <a:pt x="297942" y="59423"/>
                  </a:lnTo>
                  <a:lnTo>
                    <a:pt x="297942" y="32004"/>
                  </a:lnTo>
                  <a:close/>
                </a:path>
                <a:path w="2085340" h="564514">
                  <a:moveTo>
                    <a:pt x="344055" y="67017"/>
                  </a:moveTo>
                  <a:lnTo>
                    <a:pt x="270510" y="67017"/>
                  </a:lnTo>
                  <a:lnTo>
                    <a:pt x="270510" y="94437"/>
                  </a:lnTo>
                  <a:lnTo>
                    <a:pt x="344055" y="94437"/>
                  </a:lnTo>
                  <a:lnTo>
                    <a:pt x="344055" y="67017"/>
                  </a:lnTo>
                  <a:close/>
                </a:path>
                <a:path w="2085340" h="564514">
                  <a:moveTo>
                    <a:pt x="848626" y="358533"/>
                  </a:moveTo>
                  <a:lnTo>
                    <a:pt x="775068" y="358533"/>
                  </a:lnTo>
                  <a:lnTo>
                    <a:pt x="775068" y="385953"/>
                  </a:lnTo>
                  <a:lnTo>
                    <a:pt x="848626" y="385953"/>
                  </a:lnTo>
                  <a:lnTo>
                    <a:pt x="848626" y="358533"/>
                  </a:lnTo>
                  <a:close/>
                </a:path>
                <a:path w="2085340" h="564514">
                  <a:moveTo>
                    <a:pt x="900976" y="294525"/>
                  </a:moveTo>
                  <a:lnTo>
                    <a:pt x="827430" y="294525"/>
                  </a:lnTo>
                  <a:lnTo>
                    <a:pt x="827430" y="321945"/>
                  </a:lnTo>
                  <a:lnTo>
                    <a:pt x="900976" y="321945"/>
                  </a:lnTo>
                  <a:lnTo>
                    <a:pt x="900976" y="294525"/>
                  </a:lnTo>
                  <a:close/>
                </a:path>
                <a:path w="2085340" h="564514">
                  <a:moveTo>
                    <a:pt x="947102" y="329526"/>
                  </a:moveTo>
                  <a:lnTo>
                    <a:pt x="873556" y="329526"/>
                  </a:lnTo>
                  <a:lnTo>
                    <a:pt x="873556" y="356946"/>
                  </a:lnTo>
                  <a:lnTo>
                    <a:pt x="947102" y="356946"/>
                  </a:lnTo>
                  <a:lnTo>
                    <a:pt x="947102" y="329526"/>
                  </a:lnTo>
                  <a:close/>
                </a:path>
                <a:path w="2085340" h="564514">
                  <a:moveTo>
                    <a:pt x="1356614" y="536892"/>
                  </a:moveTo>
                  <a:lnTo>
                    <a:pt x="1283068" y="536892"/>
                  </a:lnTo>
                  <a:lnTo>
                    <a:pt x="1283068" y="564311"/>
                  </a:lnTo>
                  <a:lnTo>
                    <a:pt x="1356614" y="564311"/>
                  </a:lnTo>
                  <a:lnTo>
                    <a:pt x="1356614" y="536892"/>
                  </a:lnTo>
                  <a:close/>
                </a:path>
                <a:path w="2085340" h="564514">
                  <a:moveTo>
                    <a:pt x="1408976" y="472884"/>
                  </a:moveTo>
                  <a:lnTo>
                    <a:pt x="1335430" y="472884"/>
                  </a:lnTo>
                  <a:lnTo>
                    <a:pt x="1335430" y="500303"/>
                  </a:lnTo>
                  <a:lnTo>
                    <a:pt x="1408976" y="500303"/>
                  </a:lnTo>
                  <a:lnTo>
                    <a:pt x="1408976" y="472884"/>
                  </a:lnTo>
                  <a:close/>
                </a:path>
                <a:path w="2085340" h="564514">
                  <a:moveTo>
                    <a:pt x="1455089" y="507885"/>
                  </a:moveTo>
                  <a:lnTo>
                    <a:pt x="1381544" y="507885"/>
                  </a:lnTo>
                  <a:lnTo>
                    <a:pt x="1381544" y="535305"/>
                  </a:lnTo>
                  <a:lnTo>
                    <a:pt x="1455089" y="535305"/>
                  </a:lnTo>
                  <a:lnTo>
                    <a:pt x="1455089" y="507885"/>
                  </a:lnTo>
                  <a:close/>
                </a:path>
                <a:path w="2085340" h="564514">
                  <a:moveTo>
                    <a:pt x="1638452" y="64008"/>
                  </a:moveTo>
                  <a:lnTo>
                    <a:pt x="1564906" y="64008"/>
                  </a:lnTo>
                  <a:lnTo>
                    <a:pt x="1564906" y="91440"/>
                  </a:lnTo>
                  <a:lnTo>
                    <a:pt x="1638452" y="91440"/>
                  </a:lnTo>
                  <a:lnTo>
                    <a:pt x="1638452" y="64008"/>
                  </a:lnTo>
                  <a:close/>
                </a:path>
                <a:path w="2085340" h="564514">
                  <a:moveTo>
                    <a:pt x="1690801" y="0"/>
                  </a:moveTo>
                  <a:lnTo>
                    <a:pt x="1617256" y="0"/>
                  </a:lnTo>
                  <a:lnTo>
                    <a:pt x="1617256" y="27432"/>
                  </a:lnTo>
                  <a:lnTo>
                    <a:pt x="1690801" y="27432"/>
                  </a:lnTo>
                  <a:lnTo>
                    <a:pt x="1690801" y="0"/>
                  </a:lnTo>
                  <a:close/>
                </a:path>
                <a:path w="2085340" h="564514">
                  <a:moveTo>
                    <a:pt x="1736928" y="35013"/>
                  </a:moveTo>
                  <a:lnTo>
                    <a:pt x="1663382" y="35013"/>
                  </a:lnTo>
                  <a:lnTo>
                    <a:pt x="1663382" y="62433"/>
                  </a:lnTo>
                  <a:lnTo>
                    <a:pt x="1736928" y="62433"/>
                  </a:lnTo>
                  <a:lnTo>
                    <a:pt x="1736928" y="35013"/>
                  </a:lnTo>
                  <a:close/>
                </a:path>
                <a:path w="2085340" h="564514">
                  <a:moveTo>
                    <a:pt x="1986267" y="472351"/>
                  </a:moveTo>
                  <a:lnTo>
                    <a:pt x="1912721" y="472351"/>
                  </a:lnTo>
                  <a:lnTo>
                    <a:pt x="1912721" y="499770"/>
                  </a:lnTo>
                  <a:lnTo>
                    <a:pt x="1986267" y="499770"/>
                  </a:lnTo>
                  <a:lnTo>
                    <a:pt x="1986267" y="472351"/>
                  </a:lnTo>
                  <a:close/>
                </a:path>
                <a:path w="2085340" h="564514">
                  <a:moveTo>
                    <a:pt x="2038642" y="408343"/>
                  </a:moveTo>
                  <a:lnTo>
                    <a:pt x="1965083" y="408343"/>
                  </a:lnTo>
                  <a:lnTo>
                    <a:pt x="1965083" y="435762"/>
                  </a:lnTo>
                  <a:lnTo>
                    <a:pt x="2038642" y="435762"/>
                  </a:lnTo>
                  <a:lnTo>
                    <a:pt x="2038642" y="408343"/>
                  </a:lnTo>
                  <a:close/>
                </a:path>
                <a:path w="2085340" h="564514">
                  <a:moveTo>
                    <a:pt x="2084755" y="443357"/>
                  </a:moveTo>
                  <a:lnTo>
                    <a:pt x="2011210" y="443357"/>
                  </a:lnTo>
                  <a:lnTo>
                    <a:pt x="2011210" y="470776"/>
                  </a:lnTo>
                  <a:lnTo>
                    <a:pt x="2084755" y="470776"/>
                  </a:lnTo>
                  <a:lnTo>
                    <a:pt x="2084755" y="443357"/>
                  </a:lnTo>
                  <a:close/>
                </a:path>
              </a:pathLst>
            </a:custGeom>
            <a:solidFill>
              <a:srgbClr val="F5D3A9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23" name="object 623" descr=""/>
          <p:cNvGrpSpPr/>
          <p:nvPr/>
        </p:nvGrpSpPr>
        <p:grpSpPr>
          <a:xfrm>
            <a:off x="1192876" y="2125160"/>
            <a:ext cx="985519" cy="1570355"/>
            <a:chOff x="1192876" y="2125160"/>
            <a:chExt cx="985519" cy="1570355"/>
          </a:xfrm>
        </p:grpSpPr>
        <p:sp>
          <p:nvSpPr>
            <p:cNvPr id="624" name="object 624" descr=""/>
            <p:cNvSpPr/>
            <p:nvPr/>
          </p:nvSpPr>
          <p:spPr>
            <a:xfrm>
              <a:off x="1192876" y="2147791"/>
              <a:ext cx="985519" cy="1547495"/>
            </a:xfrm>
            <a:custGeom>
              <a:avLst/>
              <a:gdLst/>
              <a:ahLst/>
              <a:cxnLst/>
              <a:rect l="l" t="t" r="r" b="b"/>
              <a:pathLst>
                <a:path w="985519" h="1547495">
                  <a:moveTo>
                    <a:pt x="163429" y="0"/>
                  </a:moveTo>
                  <a:lnTo>
                    <a:pt x="0" y="1547157"/>
                  </a:lnTo>
                  <a:lnTo>
                    <a:pt x="985027" y="1547157"/>
                  </a:lnTo>
                  <a:lnTo>
                    <a:pt x="837670" y="984"/>
                  </a:lnTo>
                  <a:lnTo>
                    <a:pt x="163429" y="0"/>
                  </a:lnTo>
                  <a:close/>
                </a:path>
              </a:pathLst>
            </a:custGeom>
            <a:solidFill>
              <a:srgbClr val="FFCF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" name="object 625" descr=""/>
            <p:cNvSpPr/>
            <p:nvPr/>
          </p:nvSpPr>
          <p:spPr>
            <a:xfrm>
              <a:off x="1314399" y="2792858"/>
              <a:ext cx="410845" cy="183515"/>
            </a:xfrm>
            <a:custGeom>
              <a:avLst/>
              <a:gdLst/>
              <a:ahLst/>
              <a:cxnLst/>
              <a:rect l="l" t="t" r="r" b="b"/>
              <a:pathLst>
                <a:path w="410844" h="183514">
                  <a:moveTo>
                    <a:pt x="213218" y="0"/>
                  </a:moveTo>
                  <a:lnTo>
                    <a:pt x="183546" y="723"/>
                  </a:lnTo>
                  <a:lnTo>
                    <a:pt x="116323" y="5786"/>
                  </a:lnTo>
                  <a:lnTo>
                    <a:pt x="44244" y="19529"/>
                  </a:lnTo>
                  <a:lnTo>
                    <a:pt x="0" y="46291"/>
                  </a:lnTo>
                  <a:lnTo>
                    <a:pt x="1407" y="62312"/>
                  </a:lnTo>
                  <a:lnTo>
                    <a:pt x="21986" y="71965"/>
                  </a:lnTo>
                  <a:lnTo>
                    <a:pt x="52949" y="77163"/>
                  </a:lnTo>
                  <a:lnTo>
                    <a:pt x="110883" y="81860"/>
                  </a:lnTo>
                  <a:lnTo>
                    <a:pt x="120281" y="85189"/>
                  </a:lnTo>
                  <a:lnTo>
                    <a:pt x="104918" y="91724"/>
                  </a:lnTo>
                  <a:lnTo>
                    <a:pt x="74537" y="102881"/>
                  </a:lnTo>
                  <a:lnTo>
                    <a:pt x="47553" y="117616"/>
                  </a:lnTo>
                  <a:lnTo>
                    <a:pt x="28174" y="134158"/>
                  </a:lnTo>
                  <a:lnTo>
                    <a:pt x="20606" y="150735"/>
                  </a:lnTo>
                  <a:lnTo>
                    <a:pt x="29057" y="165577"/>
                  </a:lnTo>
                  <a:lnTo>
                    <a:pt x="57734" y="176911"/>
                  </a:lnTo>
                  <a:lnTo>
                    <a:pt x="110844" y="182968"/>
                  </a:lnTo>
                  <a:lnTo>
                    <a:pt x="153466" y="181882"/>
                  </a:lnTo>
                  <a:lnTo>
                    <a:pt x="180522" y="175240"/>
                  </a:lnTo>
                  <a:lnTo>
                    <a:pt x="196512" y="164560"/>
                  </a:lnTo>
                  <a:lnTo>
                    <a:pt x="205937" y="151358"/>
                  </a:lnTo>
                  <a:lnTo>
                    <a:pt x="213297" y="137153"/>
                  </a:lnTo>
                  <a:lnTo>
                    <a:pt x="223090" y="123462"/>
                  </a:lnTo>
                  <a:lnTo>
                    <a:pt x="239817" y="111804"/>
                  </a:lnTo>
                  <a:lnTo>
                    <a:pt x="267979" y="103696"/>
                  </a:lnTo>
                  <a:lnTo>
                    <a:pt x="312074" y="100656"/>
                  </a:lnTo>
                  <a:lnTo>
                    <a:pt x="340056" y="93101"/>
                  </a:lnTo>
                  <a:lnTo>
                    <a:pt x="355722" y="74415"/>
                  </a:lnTo>
                  <a:lnTo>
                    <a:pt x="371529" y="50567"/>
                  </a:lnTo>
                  <a:lnTo>
                    <a:pt x="399935" y="27527"/>
                  </a:lnTo>
                  <a:lnTo>
                    <a:pt x="410426" y="16605"/>
                  </a:lnTo>
                  <a:lnTo>
                    <a:pt x="394816" y="10315"/>
                  </a:lnTo>
                  <a:lnTo>
                    <a:pt x="360198" y="7084"/>
                  </a:lnTo>
                  <a:lnTo>
                    <a:pt x="262307" y="3501"/>
                  </a:lnTo>
                  <a:lnTo>
                    <a:pt x="213218" y="0"/>
                  </a:lnTo>
                  <a:close/>
                </a:path>
              </a:pathLst>
            </a:custGeom>
            <a:solidFill>
              <a:srgbClr val="FFDA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" name="object 626" descr=""/>
            <p:cNvSpPr/>
            <p:nvPr/>
          </p:nvSpPr>
          <p:spPr>
            <a:xfrm>
              <a:off x="1362367" y="2547917"/>
              <a:ext cx="504825" cy="127000"/>
            </a:xfrm>
            <a:custGeom>
              <a:avLst/>
              <a:gdLst/>
              <a:ahLst/>
              <a:cxnLst/>
              <a:rect l="l" t="t" r="r" b="b"/>
              <a:pathLst>
                <a:path w="504825" h="127000">
                  <a:moveTo>
                    <a:pt x="47345" y="35725"/>
                  </a:moveTo>
                  <a:lnTo>
                    <a:pt x="23672" y="0"/>
                  </a:lnTo>
                  <a:lnTo>
                    <a:pt x="16916" y="4610"/>
                  </a:lnTo>
                  <a:lnTo>
                    <a:pt x="0" y="35725"/>
                  </a:lnTo>
                  <a:lnTo>
                    <a:pt x="0" y="126415"/>
                  </a:lnTo>
                  <a:lnTo>
                    <a:pt x="47345" y="126415"/>
                  </a:lnTo>
                  <a:lnTo>
                    <a:pt x="47345" y="35725"/>
                  </a:lnTo>
                  <a:close/>
                </a:path>
                <a:path w="504825" h="127000">
                  <a:moveTo>
                    <a:pt x="504748" y="35725"/>
                  </a:moveTo>
                  <a:lnTo>
                    <a:pt x="481076" y="0"/>
                  </a:lnTo>
                  <a:lnTo>
                    <a:pt x="474319" y="4610"/>
                  </a:lnTo>
                  <a:lnTo>
                    <a:pt x="457403" y="35725"/>
                  </a:lnTo>
                  <a:lnTo>
                    <a:pt x="457403" y="126415"/>
                  </a:lnTo>
                  <a:lnTo>
                    <a:pt x="504748" y="126415"/>
                  </a:lnTo>
                  <a:lnTo>
                    <a:pt x="504748" y="35725"/>
                  </a:lnTo>
                  <a:close/>
                </a:path>
              </a:pathLst>
            </a:custGeom>
            <a:solidFill>
              <a:srgbClr val="896C4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" name="object 627" descr=""/>
            <p:cNvSpPr/>
            <p:nvPr/>
          </p:nvSpPr>
          <p:spPr>
            <a:xfrm>
              <a:off x="1347381" y="2125160"/>
              <a:ext cx="691515" cy="106045"/>
            </a:xfrm>
            <a:custGeom>
              <a:avLst/>
              <a:gdLst/>
              <a:ahLst/>
              <a:cxnLst/>
              <a:rect l="l" t="t" r="r" b="b"/>
              <a:pathLst>
                <a:path w="691514" h="106044">
                  <a:moveTo>
                    <a:pt x="691108" y="105714"/>
                  </a:moveTo>
                  <a:lnTo>
                    <a:pt x="684174" y="33693"/>
                  </a:lnTo>
                  <a:lnTo>
                    <a:pt x="684174" y="0"/>
                  </a:lnTo>
                  <a:lnTo>
                    <a:pt x="629818" y="0"/>
                  </a:lnTo>
                  <a:lnTo>
                    <a:pt x="629818" y="22783"/>
                  </a:lnTo>
                  <a:lnTo>
                    <a:pt x="588746" y="22694"/>
                  </a:lnTo>
                  <a:lnTo>
                    <a:pt x="588746" y="0"/>
                  </a:lnTo>
                  <a:lnTo>
                    <a:pt x="480034" y="0"/>
                  </a:lnTo>
                  <a:lnTo>
                    <a:pt x="480034" y="22479"/>
                  </a:lnTo>
                  <a:lnTo>
                    <a:pt x="431050" y="22377"/>
                  </a:lnTo>
                  <a:lnTo>
                    <a:pt x="431050" y="0"/>
                  </a:lnTo>
                  <a:lnTo>
                    <a:pt x="322326" y="0"/>
                  </a:lnTo>
                  <a:lnTo>
                    <a:pt x="322326" y="22161"/>
                  </a:lnTo>
                  <a:lnTo>
                    <a:pt x="273354" y="22059"/>
                  </a:lnTo>
                  <a:lnTo>
                    <a:pt x="273354" y="0"/>
                  </a:lnTo>
                  <a:lnTo>
                    <a:pt x="164642" y="0"/>
                  </a:lnTo>
                  <a:lnTo>
                    <a:pt x="164642" y="21831"/>
                  </a:lnTo>
                  <a:lnTo>
                    <a:pt x="115658" y="21729"/>
                  </a:lnTo>
                  <a:lnTo>
                    <a:pt x="115658" y="0"/>
                  </a:lnTo>
                  <a:lnTo>
                    <a:pt x="6934" y="0"/>
                  </a:lnTo>
                  <a:lnTo>
                    <a:pt x="6934" y="40500"/>
                  </a:lnTo>
                  <a:lnTo>
                    <a:pt x="0" y="105714"/>
                  </a:lnTo>
                  <a:lnTo>
                    <a:pt x="691108" y="105714"/>
                  </a:lnTo>
                  <a:close/>
                </a:path>
              </a:pathLst>
            </a:custGeom>
            <a:solidFill>
              <a:srgbClr val="FFDA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" name="object 628" descr=""/>
            <p:cNvSpPr/>
            <p:nvPr/>
          </p:nvSpPr>
          <p:spPr>
            <a:xfrm>
              <a:off x="1192882" y="3358275"/>
              <a:ext cx="985519" cy="337185"/>
            </a:xfrm>
            <a:custGeom>
              <a:avLst/>
              <a:gdLst/>
              <a:ahLst/>
              <a:cxnLst/>
              <a:rect l="l" t="t" r="r" b="b"/>
              <a:pathLst>
                <a:path w="985519" h="337185">
                  <a:moveTo>
                    <a:pt x="952923" y="0"/>
                  </a:moveTo>
                  <a:lnTo>
                    <a:pt x="37318" y="0"/>
                  </a:lnTo>
                  <a:lnTo>
                    <a:pt x="0" y="336680"/>
                  </a:lnTo>
                  <a:lnTo>
                    <a:pt x="985027" y="336680"/>
                  </a:lnTo>
                  <a:lnTo>
                    <a:pt x="952923" y="0"/>
                  </a:lnTo>
                  <a:close/>
                </a:path>
              </a:pathLst>
            </a:custGeom>
            <a:solidFill>
              <a:srgbClr val="D5B7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" name="object 629" descr=""/>
            <p:cNvSpPr/>
            <p:nvPr/>
          </p:nvSpPr>
          <p:spPr>
            <a:xfrm>
              <a:off x="1192877" y="3522234"/>
              <a:ext cx="985519" cy="172720"/>
            </a:xfrm>
            <a:custGeom>
              <a:avLst/>
              <a:gdLst/>
              <a:ahLst/>
              <a:cxnLst/>
              <a:rect l="l" t="t" r="r" b="b"/>
              <a:pathLst>
                <a:path w="985519" h="172720">
                  <a:moveTo>
                    <a:pt x="968567" y="0"/>
                  </a:moveTo>
                  <a:lnTo>
                    <a:pt x="18250" y="0"/>
                  </a:lnTo>
                  <a:lnTo>
                    <a:pt x="0" y="172717"/>
                  </a:lnTo>
                  <a:lnTo>
                    <a:pt x="985027" y="172717"/>
                  </a:lnTo>
                  <a:lnTo>
                    <a:pt x="968567" y="0"/>
                  </a:lnTo>
                  <a:close/>
                </a:path>
              </a:pathLst>
            </a:custGeom>
            <a:solidFill>
              <a:srgbClr val="C6AA8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" name="object 630" descr=""/>
            <p:cNvSpPr/>
            <p:nvPr/>
          </p:nvSpPr>
          <p:spPr>
            <a:xfrm>
              <a:off x="1301483" y="2353417"/>
              <a:ext cx="803275" cy="875030"/>
            </a:xfrm>
            <a:custGeom>
              <a:avLst/>
              <a:gdLst/>
              <a:ahLst/>
              <a:cxnLst/>
              <a:rect l="l" t="t" r="r" b="b"/>
              <a:pathLst>
                <a:path w="803275" h="875030">
                  <a:moveTo>
                    <a:pt x="117830" y="836066"/>
                  </a:moveTo>
                  <a:lnTo>
                    <a:pt x="0" y="836066"/>
                  </a:lnTo>
                  <a:lnTo>
                    <a:pt x="0" y="874661"/>
                  </a:lnTo>
                  <a:lnTo>
                    <a:pt x="117830" y="874661"/>
                  </a:lnTo>
                  <a:lnTo>
                    <a:pt x="117830" y="836066"/>
                  </a:lnTo>
                  <a:close/>
                </a:path>
                <a:path w="803275" h="875030">
                  <a:moveTo>
                    <a:pt x="201714" y="745972"/>
                  </a:moveTo>
                  <a:lnTo>
                    <a:pt x="83883" y="745972"/>
                  </a:lnTo>
                  <a:lnTo>
                    <a:pt x="83883" y="784567"/>
                  </a:lnTo>
                  <a:lnTo>
                    <a:pt x="201714" y="784567"/>
                  </a:lnTo>
                  <a:lnTo>
                    <a:pt x="201714" y="745972"/>
                  </a:lnTo>
                  <a:close/>
                </a:path>
                <a:path w="803275" h="875030">
                  <a:moveTo>
                    <a:pt x="226123" y="90093"/>
                  </a:moveTo>
                  <a:lnTo>
                    <a:pt x="108305" y="90093"/>
                  </a:lnTo>
                  <a:lnTo>
                    <a:pt x="108305" y="128689"/>
                  </a:lnTo>
                  <a:lnTo>
                    <a:pt x="226123" y="128689"/>
                  </a:lnTo>
                  <a:lnTo>
                    <a:pt x="226123" y="90093"/>
                  </a:lnTo>
                  <a:close/>
                </a:path>
                <a:path w="803275" h="875030">
                  <a:moveTo>
                    <a:pt x="275602" y="795248"/>
                  </a:moveTo>
                  <a:lnTo>
                    <a:pt x="157772" y="795248"/>
                  </a:lnTo>
                  <a:lnTo>
                    <a:pt x="157772" y="833843"/>
                  </a:lnTo>
                  <a:lnTo>
                    <a:pt x="275602" y="833843"/>
                  </a:lnTo>
                  <a:lnTo>
                    <a:pt x="275602" y="795248"/>
                  </a:lnTo>
                  <a:close/>
                </a:path>
                <a:path w="803275" h="875030">
                  <a:moveTo>
                    <a:pt x="310007" y="0"/>
                  </a:moveTo>
                  <a:lnTo>
                    <a:pt x="192176" y="0"/>
                  </a:lnTo>
                  <a:lnTo>
                    <a:pt x="192176" y="38595"/>
                  </a:lnTo>
                  <a:lnTo>
                    <a:pt x="310007" y="38595"/>
                  </a:lnTo>
                  <a:lnTo>
                    <a:pt x="310007" y="0"/>
                  </a:lnTo>
                  <a:close/>
                </a:path>
                <a:path w="803275" h="875030">
                  <a:moveTo>
                    <a:pt x="383908" y="49276"/>
                  </a:moveTo>
                  <a:lnTo>
                    <a:pt x="266077" y="49276"/>
                  </a:lnTo>
                  <a:lnTo>
                    <a:pt x="266077" y="87871"/>
                  </a:lnTo>
                  <a:lnTo>
                    <a:pt x="383908" y="87871"/>
                  </a:lnTo>
                  <a:lnTo>
                    <a:pt x="383908" y="49276"/>
                  </a:lnTo>
                  <a:close/>
                </a:path>
                <a:path w="803275" h="875030">
                  <a:moveTo>
                    <a:pt x="702005" y="575830"/>
                  </a:moveTo>
                  <a:lnTo>
                    <a:pt x="584174" y="575830"/>
                  </a:lnTo>
                  <a:lnTo>
                    <a:pt x="584174" y="614426"/>
                  </a:lnTo>
                  <a:lnTo>
                    <a:pt x="702005" y="614426"/>
                  </a:lnTo>
                  <a:lnTo>
                    <a:pt x="702005" y="575830"/>
                  </a:lnTo>
                  <a:close/>
                </a:path>
                <a:path w="803275" h="875030">
                  <a:moveTo>
                    <a:pt x="785876" y="485749"/>
                  </a:moveTo>
                  <a:lnTo>
                    <a:pt x="668058" y="485749"/>
                  </a:lnTo>
                  <a:lnTo>
                    <a:pt x="668058" y="524344"/>
                  </a:lnTo>
                  <a:lnTo>
                    <a:pt x="785876" y="524344"/>
                  </a:lnTo>
                  <a:lnTo>
                    <a:pt x="785876" y="485749"/>
                  </a:lnTo>
                  <a:close/>
                </a:path>
                <a:path w="803275" h="875030">
                  <a:moveTo>
                    <a:pt x="803211" y="573633"/>
                  </a:moveTo>
                  <a:lnTo>
                    <a:pt x="799579" y="534987"/>
                  </a:lnTo>
                  <a:lnTo>
                    <a:pt x="741921" y="534987"/>
                  </a:lnTo>
                  <a:lnTo>
                    <a:pt x="741921" y="573633"/>
                  </a:lnTo>
                  <a:lnTo>
                    <a:pt x="803211" y="573633"/>
                  </a:lnTo>
                  <a:close/>
                </a:path>
              </a:pathLst>
            </a:custGeom>
            <a:solidFill>
              <a:srgbClr val="FFDAAB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31" name="object 631" descr=""/>
          <p:cNvGrpSpPr/>
          <p:nvPr/>
        </p:nvGrpSpPr>
        <p:grpSpPr>
          <a:xfrm>
            <a:off x="6463346" y="2125160"/>
            <a:ext cx="985519" cy="1570355"/>
            <a:chOff x="6463346" y="2125160"/>
            <a:chExt cx="985519" cy="1570355"/>
          </a:xfrm>
        </p:grpSpPr>
        <p:sp>
          <p:nvSpPr>
            <p:cNvPr id="632" name="object 632" descr=""/>
            <p:cNvSpPr/>
            <p:nvPr/>
          </p:nvSpPr>
          <p:spPr>
            <a:xfrm>
              <a:off x="6463346" y="2147791"/>
              <a:ext cx="985519" cy="1547495"/>
            </a:xfrm>
            <a:custGeom>
              <a:avLst/>
              <a:gdLst/>
              <a:ahLst/>
              <a:cxnLst/>
              <a:rect l="l" t="t" r="r" b="b"/>
              <a:pathLst>
                <a:path w="985520" h="1547495">
                  <a:moveTo>
                    <a:pt x="163429" y="0"/>
                  </a:moveTo>
                  <a:lnTo>
                    <a:pt x="0" y="1547157"/>
                  </a:lnTo>
                  <a:lnTo>
                    <a:pt x="985027" y="1547157"/>
                  </a:lnTo>
                  <a:lnTo>
                    <a:pt x="837670" y="984"/>
                  </a:lnTo>
                  <a:lnTo>
                    <a:pt x="163429" y="0"/>
                  </a:lnTo>
                  <a:close/>
                </a:path>
              </a:pathLst>
            </a:custGeom>
            <a:solidFill>
              <a:srgbClr val="FFCF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" name="object 633" descr=""/>
            <p:cNvSpPr/>
            <p:nvPr/>
          </p:nvSpPr>
          <p:spPr>
            <a:xfrm>
              <a:off x="6587566" y="2356871"/>
              <a:ext cx="802640" cy="749935"/>
            </a:xfrm>
            <a:custGeom>
              <a:avLst/>
              <a:gdLst/>
              <a:ahLst/>
              <a:cxnLst/>
              <a:rect l="l" t="t" r="r" b="b"/>
              <a:pathLst>
                <a:path w="802640" h="749935">
                  <a:moveTo>
                    <a:pt x="291147" y="12687"/>
                  </a:moveTo>
                  <a:lnTo>
                    <a:pt x="282600" y="5448"/>
                  </a:lnTo>
                  <a:lnTo>
                    <a:pt x="257746" y="1346"/>
                  </a:lnTo>
                  <a:lnTo>
                    <a:pt x="220218" y="0"/>
                  </a:lnTo>
                  <a:lnTo>
                    <a:pt x="173621" y="1066"/>
                  </a:lnTo>
                  <a:lnTo>
                    <a:pt x="121564" y="4191"/>
                  </a:lnTo>
                  <a:lnTo>
                    <a:pt x="67665" y="8991"/>
                  </a:lnTo>
                  <a:lnTo>
                    <a:pt x="15519" y="15113"/>
                  </a:lnTo>
                  <a:lnTo>
                    <a:pt x="0" y="162115"/>
                  </a:lnTo>
                  <a:lnTo>
                    <a:pt x="44361" y="153085"/>
                  </a:lnTo>
                  <a:lnTo>
                    <a:pt x="61264" y="149834"/>
                  </a:lnTo>
                  <a:lnTo>
                    <a:pt x="100863" y="138950"/>
                  </a:lnTo>
                  <a:lnTo>
                    <a:pt x="107683" y="127355"/>
                  </a:lnTo>
                  <a:lnTo>
                    <a:pt x="101536" y="111213"/>
                  </a:lnTo>
                  <a:lnTo>
                    <a:pt x="102209" y="86639"/>
                  </a:lnTo>
                  <a:lnTo>
                    <a:pt x="126301" y="65265"/>
                  </a:lnTo>
                  <a:lnTo>
                    <a:pt x="170561" y="54444"/>
                  </a:lnTo>
                  <a:lnTo>
                    <a:pt x="225044" y="43916"/>
                  </a:lnTo>
                  <a:lnTo>
                    <a:pt x="279793" y="23431"/>
                  </a:lnTo>
                  <a:lnTo>
                    <a:pt x="291147" y="12687"/>
                  </a:lnTo>
                  <a:close/>
                </a:path>
                <a:path w="802640" h="749935">
                  <a:moveTo>
                    <a:pt x="802106" y="722414"/>
                  </a:moveTo>
                  <a:lnTo>
                    <a:pt x="787590" y="570179"/>
                  </a:lnTo>
                  <a:lnTo>
                    <a:pt x="785799" y="551027"/>
                  </a:lnTo>
                  <a:lnTo>
                    <a:pt x="776135" y="549465"/>
                  </a:lnTo>
                  <a:lnTo>
                    <a:pt x="765860" y="548322"/>
                  </a:lnTo>
                  <a:lnTo>
                    <a:pt x="754913" y="547598"/>
                  </a:lnTo>
                  <a:lnTo>
                    <a:pt x="743280" y="547357"/>
                  </a:lnTo>
                  <a:lnTo>
                    <a:pt x="419747" y="547395"/>
                  </a:lnTo>
                  <a:lnTo>
                    <a:pt x="373126" y="547751"/>
                  </a:lnTo>
                  <a:lnTo>
                    <a:pt x="325183" y="548830"/>
                  </a:lnTo>
                  <a:lnTo>
                    <a:pt x="279654" y="550989"/>
                  </a:lnTo>
                  <a:lnTo>
                    <a:pt x="240271" y="554634"/>
                  </a:lnTo>
                  <a:lnTo>
                    <a:pt x="194805" y="567893"/>
                  </a:lnTo>
                  <a:lnTo>
                    <a:pt x="196189" y="578281"/>
                  </a:lnTo>
                  <a:lnTo>
                    <a:pt x="248767" y="602259"/>
                  </a:lnTo>
                  <a:lnTo>
                    <a:pt x="286372" y="611581"/>
                  </a:lnTo>
                  <a:lnTo>
                    <a:pt x="328955" y="619874"/>
                  </a:lnTo>
                  <a:lnTo>
                    <a:pt x="374053" y="627367"/>
                  </a:lnTo>
                  <a:lnTo>
                    <a:pt x="461937" y="640854"/>
                  </a:lnTo>
                  <a:lnTo>
                    <a:pt x="499808" y="647280"/>
                  </a:lnTo>
                  <a:lnTo>
                    <a:pt x="530339" y="653808"/>
                  </a:lnTo>
                  <a:lnTo>
                    <a:pt x="551091" y="660654"/>
                  </a:lnTo>
                  <a:lnTo>
                    <a:pt x="559600" y="668045"/>
                  </a:lnTo>
                  <a:lnTo>
                    <a:pt x="553389" y="676198"/>
                  </a:lnTo>
                  <a:lnTo>
                    <a:pt x="497738" y="693623"/>
                  </a:lnTo>
                  <a:lnTo>
                    <a:pt x="426618" y="706475"/>
                  </a:lnTo>
                  <a:lnTo>
                    <a:pt x="330441" y="719175"/>
                  </a:lnTo>
                  <a:lnTo>
                    <a:pt x="308381" y="722350"/>
                  </a:lnTo>
                  <a:lnTo>
                    <a:pt x="294322" y="725284"/>
                  </a:lnTo>
                  <a:lnTo>
                    <a:pt x="290068" y="728154"/>
                  </a:lnTo>
                  <a:lnTo>
                    <a:pt x="297395" y="731139"/>
                  </a:lnTo>
                  <a:lnTo>
                    <a:pt x="354050" y="738149"/>
                  </a:lnTo>
                  <a:lnTo>
                    <a:pt x="406984" y="742518"/>
                  </a:lnTo>
                  <a:lnTo>
                    <a:pt x="480847" y="747179"/>
                  </a:lnTo>
                  <a:lnTo>
                    <a:pt x="547192" y="749414"/>
                  </a:lnTo>
                  <a:lnTo>
                    <a:pt x="606298" y="749401"/>
                  </a:lnTo>
                  <a:lnTo>
                    <a:pt x="658406" y="747344"/>
                  </a:lnTo>
                  <a:lnTo>
                    <a:pt x="703783" y="743432"/>
                  </a:lnTo>
                  <a:lnTo>
                    <a:pt x="742683" y="737844"/>
                  </a:lnTo>
                  <a:lnTo>
                    <a:pt x="775373" y="730770"/>
                  </a:lnTo>
                  <a:lnTo>
                    <a:pt x="802106" y="722414"/>
                  </a:lnTo>
                  <a:close/>
                </a:path>
              </a:pathLst>
            </a:custGeom>
            <a:solidFill>
              <a:srgbClr val="FFDA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" name="object 634" descr=""/>
            <p:cNvSpPr/>
            <p:nvPr/>
          </p:nvSpPr>
          <p:spPr>
            <a:xfrm>
              <a:off x="6758813" y="2380303"/>
              <a:ext cx="480059" cy="127000"/>
            </a:xfrm>
            <a:custGeom>
              <a:avLst/>
              <a:gdLst/>
              <a:ahLst/>
              <a:cxnLst/>
              <a:rect l="l" t="t" r="r" b="b"/>
              <a:pathLst>
                <a:path w="480059" h="127000">
                  <a:moveTo>
                    <a:pt x="47358" y="35712"/>
                  </a:moveTo>
                  <a:lnTo>
                    <a:pt x="23672" y="0"/>
                  </a:lnTo>
                  <a:lnTo>
                    <a:pt x="16929" y="4610"/>
                  </a:lnTo>
                  <a:lnTo>
                    <a:pt x="0" y="35712"/>
                  </a:lnTo>
                  <a:lnTo>
                    <a:pt x="0" y="126403"/>
                  </a:lnTo>
                  <a:lnTo>
                    <a:pt x="47358" y="126403"/>
                  </a:lnTo>
                  <a:lnTo>
                    <a:pt x="47358" y="35712"/>
                  </a:lnTo>
                  <a:close/>
                </a:path>
                <a:path w="480059" h="127000">
                  <a:moveTo>
                    <a:pt x="479894" y="35712"/>
                  </a:moveTo>
                  <a:lnTo>
                    <a:pt x="456222" y="0"/>
                  </a:lnTo>
                  <a:lnTo>
                    <a:pt x="449465" y="4610"/>
                  </a:lnTo>
                  <a:lnTo>
                    <a:pt x="432549" y="35712"/>
                  </a:lnTo>
                  <a:lnTo>
                    <a:pt x="432549" y="126403"/>
                  </a:lnTo>
                  <a:lnTo>
                    <a:pt x="479894" y="126403"/>
                  </a:lnTo>
                  <a:lnTo>
                    <a:pt x="479894" y="35712"/>
                  </a:lnTo>
                  <a:close/>
                </a:path>
              </a:pathLst>
            </a:custGeom>
            <a:solidFill>
              <a:srgbClr val="896C4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" name="object 635" descr=""/>
            <p:cNvSpPr/>
            <p:nvPr/>
          </p:nvSpPr>
          <p:spPr>
            <a:xfrm>
              <a:off x="6617855" y="2125160"/>
              <a:ext cx="691515" cy="106045"/>
            </a:xfrm>
            <a:custGeom>
              <a:avLst/>
              <a:gdLst/>
              <a:ahLst/>
              <a:cxnLst/>
              <a:rect l="l" t="t" r="r" b="b"/>
              <a:pathLst>
                <a:path w="691515" h="106044">
                  <a:moveTo>
                    <a:pt x="691095" y="105714"/>
                  </a:moveTo>
                  <a:lnTo>
                    <a:pt x="684161" y="33578"/>
                  </a:lnTo>
                  <a:lnTo>
                    <a:pt x="684161" y="0"/>
                  </a:lnTo>
                  <a:lnTo>
                    <a:pt x="629818" y="0"/>
                  </a:lnTo>
                  <a:lnTo>
                    <a:pt x="629818" y="22783"/>
                  </a:lnTo>
                  <a:lnTo>
                    <a:pt x="588746" y="22694"/>
                  </a:lnTo>
                  <a:lnTo>
                    <a:pt x="588746" y="0"/>
                  </a:lnTo>
                  <a:lnTo>
                    <a:pt x="480021" y="0"/>
                  </a:lnTo>
                  <a:lnTo>
                    <a:pt x="480021" y="22479"/>
                  </a:lnTo>
                  <a:lnTo>
                    <a:pt x="431038" y="22377"/>
                  </a:lnTo>
                  <a:lnTo>
                    <a:pt x="431038" y="0"/>
                  </a:lnTo>
                  <a:lnTo>
                    <a:pt x="322326" y="0"/>
                  </a:lnTo>
                  <a:lnTo>
                    <a:pt x="322326" y="22161"/>
                  </a:lnTo>
                  <a:lnTo>
                    <a:pt x="273354" y="22059"/>
                  </a:lnTo>
                  <a:lnTo>
                    <a:pt x="273354" y="0"/>
                  </a:lnTo>
                  <a:lnTo>
                    <a:pt x="164630" y="0"/>
                  </a:lnTo>
                  <a:lnTo>
                    <a:pt x="164630" y="21831"/>
                  </a:lnTo>
                  <a:lnTo>
                    <a:pt x="115646" y="21729"/>
                  </a:lnTo>
                  <a:lnTo>
                    <a:pt x="115646" y="0"/>
                  </a:lnTo>
                  <a:lnTo>
                    <a:pt x="6934" y="0"/>
                  </a:lnTo>
                  <a:lnTo>
                    <a:pt x="6934" y="40411"/>
                  </a:lnTo>
                  <a:lnTo>
                    <a:pt x="0" y="105714"/>
                  </a:lnTo>
                  <a:lnTo>
                    <a:pt x="691095" y="105714"/>
                  </a:lnTo>
                  <a:close/>
                </a:path>
              </a:pathLst>
            </a:custGeom>
            <a:solidFill>
              <a:srgbClr val="FFDA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" name="object 636" descr=""/>
            <p:cNvSpPr/>
            <p:nvPr/>
          </p:nvSpPr>
          <p:spPr>
            <a:xfrm>
              <a:off x="6463351" y="3395384"/>
              <a:ext cx="985519" cy="299720"/>
            </a:xfrm>
            <a:custGeom>
              <a:avLst/>
              <a:gdLst/>
              <a:ahLst/>
              <a:cxnLst/>
              <a:rect l="l" t="t" r="r" b="b"/>
              <a:pathLst>
                <a:path w="985520" h="299720">
                  <a:moveTo>
                    <a:pt x="956463" y="0"/>
                  </a:moveTo>
                  <a:lnTo>
                    <a:pt x="31643" y="0"/>
                  </a:lnTo>
                  <a:lnTo>
                    <a:pt x="0" y="299572"/>
                  </a:lnTo>
                  <a:lnTo>
                    <a:pt x="985027" y="299572"/>
                  </a:lnTo>
                  <a:lnTo>
                    <a:pt x="956463" y="0"/>
                  </a:lnTo>
                  <a:close/>
                </a:path>
              </a:pathLst>
            </a:custGeom>
            <a:solidFill>
              <a:srgbClr val="D5B7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7" name="object 637" descr=""/>
            <p:cNvSpPr/>
            <p:nvPr/>
          </p:nvSpPr>
          <p:spPr>
            <a:xfrm>
              <a:off x="6463348" y="3522234"/>
              <a:ext cx="985519" cy="172720"/>
            </a:xfrm>
            <a:custGeom>
              <a:avLst/>
              <a:gdLst/>
              <a:ahLst/>
              <a:cxnLst/>
              <a:rect l="l" t="t" r="r" b="b"/>
              <a:pathLst>
                <a:path w="985520" h="172720">
                  <a:moveTo>
                    <a:pt x="968567" y="0"/>
                  </a:moveTo>
                  <a:lnTo>
                    <a:pt x="18250" y="0"/>
                  </a:lnTo>
                  <a:lnTo>
                    <a:pt x="0" y="172717"/>
                  </a:lnTo>
                  <a:lnTo>
                    <a:pt x="985027" y="172717"/>
                  </a:lnTo>
                  <a:lnTo>
                    <a:pt x="968567" y="0"/>
                  </a:lnTo>
                  <a:close/>
                </a:path>
              </a:pathLst>
            </a:custGeom>
            <a:solidFill>
              <a:srgbClr val="C6AA8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" name="object 638" descr=""/>
            <p:cNvSpPr/>
            <p:nvPr/>
          </p:nvSpPr>
          <p:spPr>
            <a:xfrm>
              <a:off x="6571945" y="2535395"/>
              <a:ext cx="803275" cy="692785"/>
            </a:xfrm>
            <a:custGeom>
              <a:avLst/>
              <a:gdLst/>
              <a:ahLst/>
              <a:cxnLst/>
              <a:rect l="l" t="t" r="r" b="b"/>
              <a:pathLst>
                <a:path w="803275" h="692785">
                  <a:moveTo>
                    <a:pt x="117830" y="654088"/>
                  </a:moveTo>
                  <a:lnTo>
                    <a:pt x="0" y="654088"/>
                  </a:lnTo>
                  <a:lnTo>
                    <a:pt x="0" y="692683"/>
                  </a:lnTo>
                  <a:lnTo>
                    <a:pt x="117830" y="692683"/>
                  </a:lnTo>
                  <a:lnTo>
                    <a:pt x="117830" y="654088"/>
                  </a:lnTo>
                  <a:close/>
                </a:path>
                <a:path w="803275" h="692785">
                  <a:moveTo>
                    <a:pt x="201714" y="563994"/>
                  </a:moveTo>
                  <a:lnTo>
                    <a:pt x="83883" y="563994"/>
                  </a:lnTo>
                  <a:lnTo>
                    <a:pt x="83883" y="602589"/>
                  </a:lnTo>
                  <a:lnTo>
                    <a:pt x="201714" y="602589"/>
                  </a:lnTo>
                  <a:lnTo>
                    <a:pt x="201714" y="563994"/>
                  </a:lnTo>
                  <a:close/>
                </a:path>
                <a:path w="803275" h="692785">
                  <a:moveTo>
                    <a:pt x="275615" y="613270"/>
                  </a:moveTo>
                  <a:lnTo>
                    <a:pt x="157784" y="613270"/>
                  </a:lnTo>
                  <a:lnTo>
                    <a:pt x="157784" y="651865"/>
                  </a:lnTo>
                  <a:lnTo>
                    <a:pt x="275615" y="651865"/>
                  </a:lnTo>
                  <a:lnTo>
                    <a:pt x="275615" y="613270"/>
                  </a:lnTo>
                  <a:close/>
                </a:path>
                <a:path w="803275" h="692785">
                  <a:moveTo>
                    <a:pt x="354330" y="90081"/>
                  </a:moveTo>
                  <a:lnTo>
                    <a:pt x="236499" y="90081"/>
                  </a:lnTo>
                  <a:lnTo>
                    <a:pt x="236499" y="128676"/>
                  </a:lnTo>
                  <a:lnTo>
                    <a:pt x="354330" y="128676"/>
                  </a:lnTo>
                  <a:lnTo>
                    <a:pt x="354330" y="90081"/>
                  </a:lnTo>
                  <a:close/>
                </a:path>
                <a:path w="803275" h="692785">
                  <a:moveTo>
                    <a:pt x="438213" y="0"/>
                  </a:moveTo>
                  <a:lnTo>
                    <a:pt x="320382" y="0"/>
                  </a:lnTo>
                  <a:lnTo>
                    <a:pt x="320382" y="38595"/>
                  </a:lnTo>
                  <a:lnTo>
                    <a:pt x="438213" y="38595"/>
                  </a:lnTo>
                  <a:lnTo>
                    <a:pt x="438213" y="0"/>
                  </a:lnTo>
                  <a:close/>
                </a:path>
                <a:path w="803275" h="692785">
                  <a:moveTo>
                    <a:pt x="512102" y="49263"/>
                  </a:moveTo>
                  <a:lnTo>
                    <a:pt x="394271" y="49263"/>
                  </a:lnTo>
                  <a:lnTo>
                    <a:pt x="394271" y="87858"/>
                  </a:lnTo>
                  <a:lnTo>
                    <a:pt x="512102" y="87858"/>
                  </a:lnTo>
                  <a:lnTo>
                    <a:pt x="512102" y="49263"/>
                  </a:lnTo>
                  <a:close/>
                </a:path>
                <a:path w="803275" h="692785">
                  <a:moveTo>
                    <a:pt x="702005" y="393852"/>
                  </a:moveTo>
                  <a:lnTo>
                    <a:pt x="584174" y="393852"/>
                  </a:lnTo>
                  <a:lnTo>
                    <a:pt x="584174" y="432447"/>
                  </a:lnTo>
                  <a:lnTo>
                    <a:pt x="702005" y="432447"/>
                  </a:lnTo>
                  <a:lnTo>
                    <a:pt x="702005" y="393852"/>
                  </a:lnTo>
                  <a:close/>
                </a:path>
                <a:path w="803275" h="692785">
                  <a:moveTo>
                    <a:pt x="785888" y="303771"/>
                  </a:moveTo>
                  <a:lnTo>
                    <a:pt x="668058" y="303771"/>
                  </a:lnTo>
                  <a:lnTo>
                    <a:pt x="668058" y="342366"/>
                  </a:lnTo>
                  <a:lnTo>
                    <a:pt x="785888" y="342366"/>
                  </a:lnTo>
                  <a:lnTo>
                    <a:pt x="785888" y="303771"/>
                  </a:lnTo>
                  <a:close/>
                </a:path>
                <a:path w="803275" h="692785">
                  <a:moveTo>
                    <a:pt x="803224" y="391655"/>
                  </a:moveTo>
                  <a:lnTo>
                    <a:pt x="799579" y="353009"/>
                  </a:lnTo>
                  <a:lnTo>
                    <a:pt x="741934" y="353009"/>
                  </a:lnTo>
                  <a:lnTo>
                    <a:pt x="741934" y="391655"/>
                  </a:lnTo>
                  <a:lnTo>
                    <a:pt x="803224" y="391655"/>
                  </a:lnTo>
                  <a:close/>
                </a:path>
              </a:pathLst>
            </a:custGeom>
            <a:solidFill>
              <a:srgbClr val="FFDAAB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39" name="object 639" descr=""/>
          <p:cNvSpPr/>
          <p:nvPr/>
        </p:nvSpPr>
        <p:spPr>
          <a:xfrm>
            <a:off x="3383164" y="2146960"/>
            <a:ext cx="379730" cy="1270635"/>
          </a:xfrm>
          <a:custGeom>
            <a:avLst/>
            <a:gdLst/>
            <a:ahLst/>
            <a:cxnLst/>
            <a:rect l="l" t="t" r="r" b="b"/>
            <a:pathLst>
              <a:path w="379729" h="1270635">
                <a:moveTo>
                  <a:pt x="0" y="1270474"/>
                </a:moveTo>
                <a:lnTo>
                  <a:pt x="379402" y="1270474"/>
                </a:lnTo>
                <a:lnTo>
                  <a:pt x="379402" y="0"/>
                </a:lnTo>
                <a:lnTo>
                  <a:pt x="0" y="0"/>
                </a:lnTo>
                <a:lnTo>
                  <a:pt x="0" y="1270474"/>
                </a:lnTo>
                <a:close/>
              </a:path>
            </a:pathLst>
          </a:custGeom>
          <a:solidFill>
            <a:srgbClr val="F5D1A1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640" name="object 640" descr=""/>
          <p:cNvGrpSpPr/>
          <p:nvPr/>
        </p:nvGrpSpPr>
        <p:grpSpPr>
          <a:xfrm>
            <a:off x="3303218" y="1969406"/>
            <a:ext cx="1803400" cy="1729739"/>
            <a:chOff x="3303218" y="1969406"/>
            <a:chExt cx="1803400" cy="1729739"/>
          </a:xfrm>
        </p:grpSpPr>
        <p:sp>
          <p:nvSpPr>
            <p:cNvPr id="641" name="object 641" descr=""/>
            <p:cNvSpPr/>
            <p:nvPr/>
          </p:nvSpPr>
          <p:spPr>
            <a:xfrm>
              <a:off x="4642319" y="2146960"/>
              <a:ext cx="378460" cy="1551305"/>
            </a:xfrm>
            <a:custGeom>
              <a:avLst/>
              <a:gdLst/>
              <a:ahLst/>
              <a:cxnLst/>
              <a:rect l="l" t="t" r="r" b="b"/>
              <a:pathLst>
                <a:path w="378460" h="1551304">
                  <a:moveTo>
                    <a:pt x="0" y="1551115"/>
                  </a:moveTo>
                  <a:lnTo>
                    <a:pt x="378061" y="1551115"/>
                  </a:lnTo>
                  <a:lnTo>
                    <a:pt x="378061" y="0"/>
                  </a:lnTo>
                  <a:lnTo>
                    <a:pt x="0" y="0"/>
                  </a:lnTo>
                  <a:lnTo>
                    <a:pt x="0" y="1551115"/>
                  </a:lnTo>
                  <a:close/>
                </a:path>
              </a:pathLst>
            </a:custGeom>
            <a:solidFill>
              <a:srgbClr val="F5D1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" name="object 642" descr=""/>
            <p:cNvSpPr/>
            <p:nvPr/>
          </p:nvSpPr>
          <p:spPr>
            <a:xfrm>
              <a:off x="4743531" y="2199817"/>
              <a:ext cx="63500" cy="60960"/>
            </a:xfrm>
            <a:custGeom>
              <a:avLst/>
              <a:gdLst/>
              <a:ahLst/>
              <a:cxnLst/>
              <a:rect l="l" t="t" r="r" b="b"/>
              <a:pathLst>
                <a:path w="63500" h="60960">
                  <a:moveTo>
                    <a:pt x="63317" y="0"/>
                  </a:moveTo>
                  <a:lnTo>
                    <a:pt x="0" y="0"/>
                  </a:lnTo>
                  <a:lnTo>
                    <a:pt x="0" y="60437"/>
                  </a:lnTo>
                  <a:lnTo>
                    <a:pt x="63317" y="60437"/>
                  </a:lnTo>
                  <a:lnTo>
                    <a:pt x="63317" y="0"/>
                  </a:lnTo>
                  <a:close/>
                </a:path>
              </a:pathLst>
            </a:custGeom>
            <a:solidFill>
              <a:srgbClr val="7C7A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" name="object 643" descr=""/>
            <p:cNvSpPr/>
            <p:nvPr/>
          </p:nvSpPr>
          <p:spPr>
            <a:xfrm>
              <a:off x="4900583" y="2210780"/>
              <a:ext cx="63500" cy="60960"/>
            </a:xfrm>
            <a:custGeom>
              <a:avLst/>
              <a:gdLst/>
              <a:ahLst/>
              <a:cxnLst/>
              <a:rect l="l" t="t" r="r" b="b"/>
              <a:pathLst>
                <a:path w="63500" h="60960">
                  <a:moveTo>
                    <a:pt x="63317" y="0"/>
                  </a:moveTo>
                  <a:lnTo>
                    <a:pt x="0" y="0"/>
                  </a:lnTo>
                  <a:lnTo>
                    <a:pt x="0" y="60437"/>
                  </a:lnTo>
                  <a:lnTo>
                    <a:pt x="63317" y="60437"/>
                  </a:lnTo>
                  <a:lnTo>
                    <a:pt x="63317" y="0"/>
                  </a:lnTo>
                  <a:close/>
                </a:path>
              </a:pathLst>
            </a:custGeom>
            <a:solidFill>
              <a:srgbClr val="D58E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" name="object 644" descr=""/>
            <p:cNvSpPr/>
            <p:nvPr/>
          </p:nvSpPr>
          <p:spPr>
            <a:xfrm>
              <a:off x="4815434" y="2271218"/>
              <a:ext cx="63500" cy="60960"/>
            </a:xfrm>
            <a:custGeom>
              <a:avLst/>
              <a:gdLst/>
              <a:ahLst/>
              <a:cxnLst/>
              <a:rect l="l" t="t" r="r" b="b"/>
              <a:pathLst>
                <a:path w="63500" h="60960">
                  <a:moveTo>
                    <a:pt x="63317" y="0"/>
                  </a:moveTo>
                  <a:lnTo>
                    <a:pt x="0" y="0"/>
                  </a:lnTo>
                  <a:lnTo>
                    <a:pt x="0" y="60437"/>
                  </a:lnTo>
                  <a:lnTo>
                    <a:pt x="63317" y="60437"/>
                  </a:lnTo>
                  <a:lnTo>
                    <a:pt x="63317" y="0"/>
                  </a:lnTo>
                  <a:close/>
                </a:path>
              </a:pathLst>
            </a:custGeom>
            <a:solidFill>
              <a:srgbClr val="DEAE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" name="object 645" descr=""/>
            <p:cNvSpPr/>
            <p:nvPr/>
          </p:nvSpPr>
          <p:spPr>
            <a:xfrm>
              <a:off x="3762566" y="1969406"/>
              <a:ext cx="880110" cy="1729739"/>
            </a:xfrm>
            <a:custGeom>
              <a:avLst/>
              <a:gdLst/>
              <a:ahLst/>
              <a:cxnLst/>
              <a:rect l="l" t="t" r="r" b="b"/>
              <a:pathLst>
                <a:path w="880110" h="1729739">
                  <a:moveTo>
                    <a:pt x="879753" y="0"/>
                  </a:moveTo>
                  <a:lnTo>
                    <a:pt x="0" y="0"/>
                  </a:lnTo>
                  <a:lnTo>
                    <a:pt x="0" y="1729465"/>
                  </a:lnTo>
                  <a:lnTo>
                    <a:pt x="879753" y="1729465"/>
                  </a:lnTo>
                  <a:lnTo>
                    <a:pt x="879753" y="0"/>
                  </a:lnTo>
                  <a:close/>
                </a:path>
              </a:pathLst>
            </a:custGeom>
            <a:solidFill>
              <a:srgbClr val="EFBC8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" name="object 646" descr=""/>
            <p:cNvSpPr/>
            <p:nvPr/>
          </p:nvSpPr>
          <p:spPr>
            <a:xfrm>
              <a:off x="3805884" y="2009132"/>
              <a:ext cx="793750" cy="709295"/>
            </a:xfrm>
            <a:custGeom>
              <a:avLst/>
              <a:gdLst/>
              <a:ahLst/>
              <a:cxnLst/>
              <a:rect l="l" t="t" r="r" b="b"/>
              <a:pathLst>
                <a:path w="793750" h="709294">
                  <a:moveTo>
                    <a:pt x="793127" y="0"/>
                  </a:moveTo>
                  <a:lnTo>
                    <a:pt x="0" y="0"/>
                  </a:lnTo>
                  <a:lnTo>
                    <a:pt x="0" y="709214"/>
                  </a:lnTo>
                  <a:lnTo>
                    <a:pt x="793127" y="709214"/>
                  </a:lnTo>
                  <a:lnTo>
                    <a:pt x="793127" y="0"/>
                  </a:lnTo>
                  <a:close/>
                </a:path>
              </a:pathLst>
            </a:custGeom>
            <a:solidFill>
              <a:srgbClr val="E6B5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" name="object 647" descr=""/>
            <p:cNvSpPr/>
            <p:nvPr/>
          </p:nvSpPr>
          <p:spPr>
            <a:xfrm>
              <a:off x="3807559" y="2320299"/>
              <a:ext cx="796925" cy="628650"/>
            </a:xfrm>
            <a:custGeom>
              <a:avLst/>
              <a:gdLst/>
              <a:ahLst/>
              <a:cxnLst/>
              <a:rect l="l" t="t" r="r" b="b"/>
              <a:pathLst>
                <a:path w="796925" h="628650">
                  <a:moveTo>
                    <a:pt x="394647" y="0"/>
                  </a:moveTo>
                  <a:lnTo>
                    <a:pt x="342344" y="17742"/>
                  </a:lnTo>
                  <a:lnTo>
                    <a:pt x="293343" y="41019"/>
                  </a:lnTo>
                  <a:lnTo>
                    <a:pt x="247739" y="68715"/>
                  </a:lnTo>
                  <a:lnTo>
                    <a:pt x="205627" y="99716"/>
                  </a:lnTo>
                  <a:lnTo>
                    <a:pt x="167105" y="132907"/>
                  </a:lnTo>
                  <a:lnTo>
                    <a:pt x="132266" y="167172"/>
                  </a:lnTo>
                  <a:lnTo>
                    <a:pt x="101208" y="201398"/>
                  </a:lnTo>
                  <a:lnTo>
                    <a:pt x="74025" y="234468"/>
                  </a:lnTo>
                  <a:lnTo>
                    <a:pt x="50815" y="265269"/>
                  </a:lnTo>
                  <a:lnTo>
                    <a:pt x="30306" y="298775"/>
                  </a:lnTo>
                  <a:lnTo>
                    <a:pt x="15174" y="334548"/>
                  </a:lnTo>
                  <a:lnTo>
                    <a:pt x="5159" y="372039"/>
                  </a:lnTo>
                  <a:lnTo>
                    <a:pt x="0" y="410699"/>
                  </a:lnTo>
                  <a:lnTo>
                    <a:pt x="0" y="628514"/>
                  </a:lnTo>
                  <a:lnTo>
                    <a:pt x="796876" y="628514"/>
                  </a:lnTo>
                  <a:lnTo>
                    <a:pt x="796876" y="425955"/>
                  </a:lnTo>
                  <a:lnTo>
                    <a:pt x="793098" y="383237"/>
                  </a:lnTo>
                  <a:lnTo>
                    <a:pt x="782231" y="341733"/>
                  </a:lnTo>
                  <a:lnTo>
                    <a:pt x="764978" y="302168"/>
                  </a:lnTo>
                  <a:lnTo>
                    <a:pt x="742040" y="265269"/>
                  </a:lnTo>
                  <a:lnTo>
                    <a:pt x="718707" y="234468"/>
                  </a:lnTo>
                  <a:lnTo>
                    <a:pt x="691197" y="201398"/>
                  </a:lnTo>
                  <a:lnTo>
                    <a:pt x="659665" y="167172"/>
                  </a:lnTo>
                  <a:lnTo>
                    <a:pt x="624265" y="132907"/>
                  </a:lnTo>
                  <a:lnTo>
                    <a:pt x="585152" y="99716"/>
                  </a:lnTo>
                  <a:lnTo>
                    <a:pt x="542479" y="68715"/>
                  </a:lnTo>
                  <a:lnTo>
                    <a:pt x="496401" y="41019"/>
                  </a:lnTo>
                  <a:lnTo>
                    <a:pt x="447072" y="17742"/>
                  </a:lnTo>
                  <a:lnTo>
                    <a:pt x="394647" y="0"/>
                  </a:lnTo>
                  <a:close/>
                </a:path>
              </a:pathLst>
            </a:custGeom>
            <a:solidFill>
              <a:srgbClr val="478A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" name="object 648" descr=""/>
            <p:cNvSpPr/>
            <p:nvPr/>
          </p:nvSpPr>
          <p:spPr>
            <a:xfrm>
              <a:off x="3804816" y="2381992"/>
              <a:ext cx="794385" cy="1316355"/>
            </a:xfrm>
            <a:custGeom>
              <a:avLst/>
              <a:gdLst/>
              <a:ahLst/>
              <a:cxnLst/>
              <a:rect l="l" t="t" r="r" b="b"/>
              <a:pathLst>
                <a:path w="794385" h="1316354">
                  <a:moveTo>
                    <a:pt x="397391" y="0"/>
                  </a:moveTo>
                  <a:lnTo>
                    <a:pt x="345059" y="17742"/>
                  </a:lnTo>
                  <a:lnTo>
                    <a:pt x="295979" y="41019"/>
                  </a:lnTo>
                  <a:lnTo>
                    <a:pt x="250262" y="68715"/>
                  </a:lnTo>
                  <a:lnTo>
                    <a:pt x="208017" y="99716"/>
                  </a:lnTo>
                  <a:lnTo>
                    <a:pt x="169353" y="132907"/>
                  </a:lnTo>
                  <a:lnTo>
                    <a:pt x="134381" y="167172"/>
                  </a:lnTo>
                  <a:lnTo>
                    <a:pt x="103210" y="201398"/>
                  </a:lnTo>
                  <a:lnTo>
                    <a:pt x="75950" y="234468"/>
                  </a:lnTo>
                  <a:lnTo>
                    <a:pt x="52710" y="265269"/>
                  </a:lnTo>
                  <a:lnTo>
                    <a:pt x="30196" y="302168"/>
                  </a:lnTo>
                  <a:lnTo>
                    <a:pt x="13875" y="341733"/>
                  </a:lnTo>
                  <a:lnTo>
                    <a:pt x="3940" y="383237"/>
                  </a:lnTo>
                  <a:lnTo>
                    <a:pt x="586" y="425955"/>
                  </a:lnTo>
                  <a:lnTo>
                    <a:pt x="0" y="1316075"/>
                  </a:lnTo>
                  <a:lnTo>
                    <a:pt x="793598" y="1316075"/>
                  </a:lnTo>
                  <a:lnTo>
                    <a:pt x="794195" y="425955"/>
                  </a:lnTo>
                  <a:lnTo>
                    <a:pt x="790841" y="383237"/>
                  </a:lnTo>
                  <a:lnTo>
                    <a:pt x="780906" y="341733"/>
                  </a:lnTo>
                  <a:lnTo>
                    <a:pt x="764585" y="302168"/>
                  </a:lnTo>
                  <a:lnTo>
                    <a:pt x="742071" y="265269"/>
                  </a:lnTo>
                  <a:lnTo>
                    <a:pt x="718831" y="234468"/>
                  </a:lnTo>
                  <a:lnTo>
                    <a:pt x="691571" y="201398"/>
                  </a:lnTo>
                  <a:lnTo>
                    <a:pt x="660400" y="167172"/>
                  </a:lnTo>
                  <a:lnTo>
                    <a:pt x="625428" y="132907"/>
                  </a:lnTo>
                  <a:lnTo>
                    <a:pt x="586764" y="99716"/>
                  </a:lnTo>
                  <a:lnTo>
                    <a:pt x="544519" y="68715"/>
                  </a:lnTo>
                  <a:lnTo>
                    <a:pt x="498802" y="41019"/>
                  </a:lnTo>
                  <a:lnTo>
                    <a:pt x="449722" y="17742"/>
                  </a:lnTo>
                  <a:lnTo>
                    <a:pt x="397391" y="0"/>
                  </a:lnTo>
                  <a:close/>
                </a:path>
              </a:pathLst>
            </a:custGeom>
            <a:solidFill>
              <a:srgbClr val="896C4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9" name="object 649" descr=""/>
            <p:cNvSpPr/>
            <p:nvPr/>
          </p:nvSpPr>
          <p:spPr>
            <a:xfrm>
              <a:off x="3805402" y="3122784"/>
              <a:ext cx="794385" cy="42545"/>
            </a:xfrm>
            <a:custGeom>
              <a:avLst/>
              <a:gdLst/>
              <a:ahLst/>
              <a:cxnLst/>
              <a:rect l="l" t="t" r="r" b="b"/>
              <a:pathLst>
                <a:path w="794385" h="42544">
                  <a:moveTo>
                    <a:pt x="794028" y="0"/>
                  </a:moveTo>
                  <a:lnTo>
                    <a:pt x="0" y="0"/>
                  </a:lnTo>
                  <a:lnTo>
                    <a:pt x="0" y="42480"/>
                  </a:lnTo>
                  <a:lnTo>
                    <a:pt x="794028" y="42480"/>
                  </a:lnTo>
                  <a:lnTo>
                    <a:pt x="794028" y="0"/>
                  </a:lnTo>
                  <a:close/>
                </a:path>
              </a:pathLst>
            </a:custGeom>
            <a:solidFill>
              <a:srgbClr val="954F4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" name="object 650" descr=""/>
            <p:cNvSpPr/>
            <p:nvPr/>
          </p:nvSpPr>
          <p:spPr>
            <a:xfrm>
              <a:off x="3383153" y="3417436"/>
              <a:ext cx="1643380" cy="70485"/>
            </a:xfrm>
            <a:custGeom>
              <a:avLst/>
              <a:gdLst/>
              <a:ahLst/>
              <a:cxnLst/>
              <a:rect l="l" t="t" r="r" b="b"/>
              <a:pathLst>
                <a:path w="1643379" h="70485">
                  <a:moveTo>
                    <a:pt x="379412" y="0"/>
                  </a:moveTo>
                  <a:lnTo>
                    <a:pt x="0" y="0"/>
                  </a:lnTo>
                  <a:lnTo>
                    <a:pt x="0" y="69951"/>
                  </a:lnTo>
                  <a:lnTo>
                    <a:pt x="379412" y="69951"/>
                  </a:lnTo>
                  <a:lnTo>
                    <a:pt x="379412" y="0"/>
                  </a:lnTo>
                  <a:close/>
                </a:path>
                <a:path w="1643379" h="70485">
                  <a:moveTo>
                    <a:pt x="1642910" y="0"/>
                  </a:moveTo>
                  <a:lnTo>
                    <a:pt x="1263510" y="0"/>
                  </a:lnTo>
                  <a:lnTo>
                    <a:pt x="1263510" y="69951"/>
                  </a:lnTo>
                  <a:lnTo>
                    <a:pt x="1642910" y="69951"/>
                  </a:lnTo>
                  <a:lnTo>
                    <a:pt x="1642910" y="0"/>
                  </a:lnTo>
                  <a:close/>
                </a:path>
              </a:pathLst>
            </a:custGeom>
            <a:solidFill>
              <a:srgbClr val="896C4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" name="object 651" descr=""/>
            <p:cNvSpPr/>
            <p:nvPr/>
          </p:nvSpPr>
          <p:spPr>
            <a:xfrm>
              <a:off x="3430670" y="3303533"/>
              <a:ext cx="57150" cy="60325"/>
            </a:xfrm>
            <a:custGeom>
              <a:avLst/>
              <a:gdLst/>
              <a:ahLst/>
              <a:cxnLst/>
              <a:rect l="l" t="t" r="r" b="b"/>
              <a:pathLst>
                <a:path w="57150" h="60325">
                  <a:moveTo>
                    <a:pt x="57118" y="0"/>
                  </a:moveTo>
                  <a:lnTo>
                    <a:pt x="0" y="0"/>
                  </a:lnTo>
                  <a:lnTo>
                    <a:pt x="0" y="59851"/>
                  </a:lnTo>
                  <a:lnTo>
                    <a:pt x="57118" y="59851"/>
                  </a:lnTo>
                  <a:lnTo>
                    <a:pt x="57118" y="0"/>
                  </a:lnTo>
                  <a:close/>
                </a:path>
              </a:pathLst>
            </a:custGeom>
            <a:solidFill>
              <a:srgbClr val="7C7A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" name="object 652" descr=""/>
            <p:cNvSpPr/>
            <p:nvPr/>
          </p:nvSpPr>
          <p:spPr>
            <a:xfrm>
              <a:off x="3441026" y="3155087"/>
              <a:ext cx="57150" cy="60325"/>
            </a:xfrm>
            <a:custGeom>
              <a:avLst/>
              <a:gdLst/>
              <a:ahLst/>
              <a:cxnLst/>
              <a:rect l="l" t="t" r="r" b="b"/>
              <a:pathLst>
                <a:path w="57150" h="60325">
                  <a:moveTo>
                    <a:pt x="57118" y="0"/>
                  </a:moveTo>
                  <a:lnTo>
                    <a:pt x="0" y="0"/>
                  </a:lnTo>
                  <a:lnTo>
                    <a:pt x="0" y="59851"/>
                  </a:lnTo>
                  <a:lnTo>
                    <a:pt x="57118" y="59851"/>
                  </a:lnTo>
                  <a:lnTo>
                    <a:pt x="57118" y="0"/>
                  </a:lnTo>
                  <a:close/>
                </a:path>
              </a:pathLst>
            </a:custGeom>
            <a:solidFill>
              <a:srgbClr val="D58E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" name="object 653" descr=""/>
            <p:cNvSpPr/>
            <p:nvPr/>
          </p:nvSpPr>
          <p:spPr>
            <a:xfrm>
              <a:off x="3498144" y="3235566"/>
              <a:ext cx="57150" cy="60325"/>
            </a:xfrm>
            <a:custGeom>
              <a:avLst/>
              <a:gdLst/>
              <a:ahLst/>
              <a:cxnLst/>
              <a:rect l="l" t="t" r="r" b="b"/>
              <a:pathLst>
                <a:path w="57150" h="60325">
                  <a:moveTo>
                    <a:pt x="57118" y="0"/>
                  </a:moveTo>
                  <a:lnTo>
                    <a:pt x="0" y="0"/>
                  </a:lnTo>
                  <a:lnTo>
                    <a:pt x="0" y="59851"/>
                  </a:lnTo>
                  <a:lnTo>
                    <a:pt x="57118" y="59851"/>
                  </a:lnTo>
                  <a:lnTo>
                    <a:pt x="57118" y="0"/>
                  </a:lnTo>
                  <a:close/>
                </a:path>
              </a:pathLst>
            </a:custGeom>
            <a:solidFill>
              <a:srgbClr val="DEAE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" name="object 654" descr=""/>
            <p:cNvSpPr/>
            <p:nvPr/>
          </p:nvSpPr>
          <p:spPr>
            <a:xfrm>
              <a:off x="3591901" y="2994935"/>
              <a:ext cx="53340" cy="55880"/>
            </a:xfrm>
            <a:custGeom>
              <a:avLst/>
              <a:gdLst/>
              <a:ahLst/>
              <a:cxnLst/>
              <a:rect l="l" t="t" r="r" b="b"/>
              <a:pathLst>
                <a:path w="53339" h="55880">
                  <a:moveTo>
                    <a:pt x="52909" y="0"/>
                  </a:moveTo>
                  <a:lnTo>
                    <a:pt x="0" y="0"/>
                  </a:lnTo>
                  <a:lnTo>
                    <a:pt x="0" y="55443"/>
                  </a:lnTo>
                  <a:lnTo>
                    <a:pt x="52909" y="55443"/>
                  </a:lnTo>
                  <a:lnTo>
                    <a:pt x="52909" y="0"/>
                  </a:lnTo>
                  <a:close/>
                </a:path>
              </a:pathLst>
            </a:custGeom>
            <a:solidFill>
              <a:srgbClr val="7C7A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" name="object 655" descr=""/>
            <p:cNvSpPr/>
            <p:nvPr/>
          </p:nvSpPr>
          <p:spPr>
            <a:xfrm>
              <a:off x="3601492" y="2857431"/>
              <a:ext cx="53340" cy="55880"/>
            </a:xfrm>
            <a:custGeom>
              <a:avLst/>
              <a:gdLst/>
              <a:ahLst/>
              <a:cxnLst/>
              <a:rect l="l" t="t" r="r" b="b"/>
              <a:pathLst>
                <a:path w="53339" h="55880">
                  <a:moveTo>
                    <a:pt x="52909" y="0"/>
                  </a:moveTo>
                  <a:lnTo>
                    <a:pt x="0" y="0"/>
                  </a:lnTo>
                  <a:lnTo>
                    <a:pt x="0" y="55443"/>
                  </a:lnTo>
                  <a:lnTo>
                    <a:pt x="52909" y="55443"/>
                  </a:lnTo>
                  <a:lnTo>
                    <a:pt x="52909" y="0"/>
                  </a:lnTo>
                  <a:close/>
                </a:path>
              </a:pathLst>
            </a:custGeom>
            <a:solidFill>
              <a:srgbClr val="D58E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" name="object 656" descr=""/>
            <p:cNvSpPr/>
            <p:nvPr/>
          </p:nvSpPr>
          <p:spPr>
            <a:xfrm>
              <a:off x="3654401" y="2931973"/>
              <a:ext cx="53340" cy="55880"/>
            </a:xfrm>
            <a:custGeom>
              <a:avLst/>
              <a:gdLst/>
              <a:ahLst/>
              <a:cxnLst/>
              <a:rect l="l" t="t" r="r" b="b"/>
              <a:pathLst>
                <a:path w="53339" h="55880">
                  <a:moveTo>
                    <a:pt x="52909" y="0"/>
                  </a:moveTo>
                  <a:lnTo>
                    <a:pt x="0" y="0"/>
                  </a:lnTo>
                  <a:lnTo>
                    <a:pt x="0" y="55443"/>
                  </a:lnTo>
                  <a:lnTo>
                    <a:pt x="52909" y="55443"/>
                  </a:lnTo>
                  <a:lnTo>
                    <a:pt x="52909" y="0"/>
                  </a:lnTo>
                  <a:close/>
                </a:path>
              </a:pathLst>
            </a:custGeom>
            <a:solidFill>
              <a:srgbClr val="DEAE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" name="object 657" descr=""/>
            <p:cNvSpPr/>
            <p:nvPr/>
          </p:nvSpPr>
          <p:spPr>
            <a:xfrm>
              <a:off x="4678506" y="2978851"/>
              <a:ext cx="60960" cy="63500"/>
            </a:xfrm>
            <a:custGeom>
              <a:avLst/>
              <a:gdLst/>
              <a:ahLst/>
              <a:cxnLst/>
              <a:rect l="l" t="t" r="r" b="b"/>
              <a:pathLst>
                <a:path w="60960" h="63500">
                  <a:moveTo>
                    <a:pt x="60437" y="0"/>
                  </a:moveTo>
                  <a:lnTo>
                    <a:pt x="0" y="0"/>
                  </a:lnTo>
                  <a:lnTo>
                    <a:pt x="0" y="63317"/>
                  </a:lnTo>
                  <a:lnTo>
                    <a:pt x="60437" y="63317"/>
                  </a:lnTo>
                  <a:lnTo>
                    <a:pt x="60437" y="0"/>
                  </a:lnTo>
                  <a:close/>
                </a:path>
              </a:pathLst>
            </a:custGeom>
            <a:solidFill>
              <a:srgbClr val="7C7A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" name="object 658" descr=""/>
            <p:cNvSpPr/>
            <p:nvPr/>
          </p:nvSpPr>
          <p:spPr>
            <a:xfrm>
              <a:off x="4689459" y="2821799"/>
              <a:ext cx="60960" cy="63500"/>
            </a:xfrm>
            <a:custGeom>
              <a:avLst/>
              <a:gdLst/>
              <a:ahLst/>
              <a:cxnLst/>
              <a:rect l="l" t="t" r="r" b="b"/>
              <a:pathLst>
                <a:path w="60960" h="63500">
                  <a:moveTo>
                    <a:pt x="60437" y="0"/>
                  </a:moveTo>
                  <a:lnTo>
                    <a:pt x="0" y="0"/>
                  </a:lnTo>
                  <a:lnTo>
                    <a:pt x="0" y="63317"/>
                  </a:lnTo>
                  <a:lnTo>
                    <a:pt x="60437" y="63317"/>
                  </a:lnTo>
                  <a:lnTo>
                    <a:pt x="60437" y="0"/>
                  </a:lnTo>
                  <a:close/>
                </a:path>
              </a:pathLst>
            </a:custGeom>
            <a:solidFill>
              <a:srgbClr val="D58E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" name="object 659" descr=""/>
            <p:cNvSpPr/>
            <p:nvPr/>
          </p:nvSpPr>
          <p:spPr>
            <a:xfrm>
              <a:off x="4749897" y="2906948"/>
              <a:ext cx="60960" cy="63500"/>
            </a:xfrm>
            <a:custGeom>
              <a:avLst/>
              <a:gdLst/>
              <a:ahLst/>
              <a:cxnLst/>
              <a:rect l="l" t="t" r="r" b="b"/>
              <a:pathLst>
                <a:path w="60960" h="63500">
                  <a:moveTo>
                    <a:pt x="60437" y="0"/>
                  </a:moveTo>
                  <a:lnTo>
                    <a:pt x="0" y="0"/>
                  </a:lnTo>
                  <a:lnTo>
                    <a:pt x="0" y="63317"/>
                  </a:lnTo>
                  <a:lnTo>
                    <a:pt x="60437" y="63317"/>
                  </a:lnTo>
                  <a:lnTo>
                    <a:pt x="60437" y="0"/>
                  </a:lnTo>
                  <a:close/>
                </a:path>
              </a:pathLst>
            </a:custGeom>
            <a:solidFill>
              <a:srgbClr val="DEAE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" name="object 660" descr=""/>
            <p:cNvSpPr/>
            <p:nvPr/>
          </p:nvSpPr>
          <p:spPr>
            <a:xfrm>
              <a:off x="4842763" y="2765224"/>
              <a:ext cx="60960" cy="63500"/>
            </a:xfrm>
            <a:custGeom>
              <a:avLst/>
              <a:gdLst/>
              <a:ahLst/>
              <a:cxnLst/>
              <a:rect l="l" t="t" r="r" b="b"/>
              <a:pathLst>
                <a:path w="60960" h="63500">
                  <a:moveTo>
                    <a:pt x="60437" y="0"/>
                  </a:moveTo>
                  <a:lnTo>
                    <a:pt x="0" y="0"/>
                  </a:lnTo>
                  <a:lnTo>
                    <a:pt x="0" y="63317"/>
                  </a:lnTo>
                  <a:lnTo>
                    <a:pt x="60437" y="63317"/>
                  </a:lnTo>
                  <a:lnTo>
                    <a:pt x="60437" y="0"/>
                  </a:lnTo>
                  <a:close/>
                </a:path>
              </a:pathLst>
            </a:custGeom>
            <a:solidFill>
              <a:srgbClr val="7C7A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" name="object 661" descr=""/>
            <p:cNvSpPr/>
            <p:nvPr/>
          </p:nvSpPr>
          <p:spPr>
            <a:xfrm>
              <a:off x="4853716" y="2608172"/>
              <a:ext cx="60960" cy="63500"/>
            </a:xfrm>
            <a:custGeom>
              <a:avLst/>
              <a:gdLst/>
              <a:ahLst/>
              <a:cxnLst/>
              <a:rect l="l" t="t" r="r" b="b"/>
              <a:pathLst>
                <a:path w="60960" h="63500">
                  <a:moveTo>
                    <a:pt x="60437" y="0"/>
                  </a:moveTo>
                  <a:lnTo>
                    <a:pt x="0" y="0"/>
                  </a:lnTo>
                  <a:lnTo>
                    <a:pt x="0" y="63317"/>
                  </a:lnTo>
                  <a:lnTo>
                    <a:pt x="60437" y="63317"/>
                  </a:lnTo>
                  <a:lnTo>
                    <a:pt x="60437" y="0"/>
                  </a:lnTo>
                  <a:close/>
                </a:path>
              </a:pathLst>
            </a:custGeom>
            <a:solidFill>
              <a:srgbClr val="D58E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" name="object 662" descr=""/>
            <p:cNvSpPr/>
            <p:nvPr/>
          </p:nvSpPr>
          <p:spPr>
            <a:xfrm>
              <a:off x="4914154" y="2693321"/>
              <a:ext cx="60960" cy="63500"/>
            </a:xfrm>
            <a:custGeom>
              <a:avLst/>
              <a:gdLst/>
              <a:ahLst/>
              <a:cxnLst/>
              <a:rect l="l" t="t" r="r" b="b"/>
              <a:pathLst>
                <a:path w="60960" h="63500">
                  <a:moveTo>
                    <a:pt x="60437" y="0"/>
                  </a:moveTo>
                  <a:lnTo>
                    <a:pt x="0" y="0"/>
                  </a:lnTo>
                  <a:lnTo>
                    <a:pt x="0" y="63317"/>
                  </a:lnTo>
                  <a:lnTo>
                    <a:pt x="60437" y="63317"/>
                  </a:lnTo>
                  <a:lnTo>
                    <a:pt x="60437" y="0"/>
                  </a:lnTo>
                  <a:close/>
                </a:path>
              </a:pathLst>
            </a:custGeom>
            <a:solidFill>
              <a:srgbClr val="DEAE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" name="object 663" descr=""/>
            <p:cNvSpPr/>
            <p:nvPr/>
          </p:nvSpPr>
          <p:spPr>
            <a:xfrm>
              <a:off x="4710170" y="3321145"/>
              <a:ext cx="60960" cy="63500"/>
            </a:xfrm>
            <a:custGeom>
              <a:avLst/>
              <a:gdLst/>
              <a:ahLst/>
              <a:cxnLst/>
              <a:rect l="l" t="t" r="r" b="b"/>
              <a:pathLst>
                <a:path w="60960" h="63500">
                  <a:moveTo>
                    <a:pt x="60437" y="0"/>
                  </a:moveTo>
                  <a:lnTo>
                    <a:pt x="0" y="0"/>
                  </a:lnTo>
                  <a:lnTo>
                    <a:pt x="0" y="63317"/>
                  </a:lnTo>
                  <a:lnTo>
                    <a:pt x="60437" y="63317"/>
                  </a:lnTo>
                  <a:lnTo>
                    <a:pt x="60437" y="0"/>
                  </a:lnTo>
                  <a:close/>
                </a:path>
              </a:pathLst>
            </a:custGeom>
            <a:solidFill>
              <a:srgbClr val="7C7A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" name="object 664" descr=""/>
            <p:cNvSpPr/>
            <p:nvPr/>
          </p:nvSpPr>
          <p:spPr>
            <a:xfrm>
              <a:off x="4721123" y="3164092"/>
              <a:ext cx="60960" cy="63500"/>
            </a:xfrm>
            <a:custGeom>
              <a:avLst/>
              <a:gdLst/>
              <a:ahLst/>
              <a:cxnLst/>
              <a:rect l="l" t="t" r="r" b="b"/>
              <a:pathLst>
                <a:path w="60960" h="63500">
                  <a:moveTo>
                    <a:pt x="60437" y="0"/>
                  </a:moveTo>
                  <a:lnTo>
                    <a:pt x="0" y="0"/>
                  </a:lnTo>
                  <a:lnTo>
                    <a:pt x="0" y="63317"/>
                  </a:lnTo>
                  <a:lnTo>
                    <a:pt x="60437" y="63317"/>
                  </a:lnTo>
                  <a:lnTo>
                    <a:pt x="60437" y="0"/>
                  </a:lnTo>
                  <a:close/>
                </a:path>
              </a:pathLst>
            </a:custGeom>
            <a:solidFill>
              <a:srgbClr val="D58E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" name="object 665" descr=""/>
            <p:cNvSpPr/>
            <p:nvPr/>
          </p:nvSpPr>
          <p:spPr>
            <a:xfrm>
              <a:off x="4781561" y="3249241"/>
              <a:ext cx="60960" cy="63500"/>
            </a:xfrm>
            <a:custGeom>
              <a:avLst/>
              <a:gdLst/>
              <a:ahLst/>
              <a:cxnLst/>
              <a:rect l="l" t="t" r="r" b="b"/>
              <a:pathLst>
                <a:path w="60960" h="63500">
                  <a:moveTo>
                    <a:pt x="60437" y="0"/>
                  </a:moveTo>
                  <a:lnTo>
                    <a:pt x="0" y="0"/>
                  </a:lnTo>
                  <a:lnTo>
                    <a:pt x="0" y="63317"/>
                  </a:lnTo>
                  <a:lnTo>
                    <a:pt x="60437" y="63317"/>
                  </a:lnTo>
                  <a:lnTo>
                    <a:pt x="60437" y="0"/>
                  </a:lnTo>
                  <a:close/>
                </a:path>
              </a:pathLst>
            </a:custGeom>
            <a:solidFill>
              <a:srgbClr val="DEAE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" name="object 666" descr=""/>
            <p:cNvSpPr/>
            <p:nvPr/>
          </p:nvSpPr>
          <p:spPr>
            <a:xfrm>
              <a:off x="3420838" y="2809474"/>
              <a:ext cx="61594" cy="64135"/>
            </a:xfrm>
            <a:custGeom>
              <a:avLst/>
              <a:gdLst/>
              <a:ahLst/>
              <a:cxnLst/>
              <a:rect l="l" t="t" r="r" b="b"/>
              <a:pathLst>
                <a:path w="61595" h="64135">
                  <a:moveTo>
                    <a:pt x="61055" y="0"/>
                  </a:moveTo>
                  <a:lnTo>
                    <a:pt x="0" y="0"/>
                  </a:lnTo>
                  <a:lnTo>
                    <a:pt x="0" y="63977"/>
                  </a:lnTo>
                  <a:lnTo>
                    <a:pt x="61055" y="63977"/>
                  </a:lnTo>
                  <a:lnTo>
                    <a:pt x="61055" y="0"/>
                  </a:lnTo>
                  <a:close/>
                </a:path>
              </a:pathLst>
            </a:custGeom>
            <a:solidFill>
              <a:srgbClr val="7C7A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" name="object 667" descr=""/>
            <p:cNvSpPr/>
            <p:nvPr/>
          </p:nvSpPr>
          <p:spPr>
            <a:xfrm>
              <a:off x="3431906" y="2650809"/>
              <a:ext cx="61594" cy="64135"/>
            </a:xfrm>
            <a:custGeom>
              <a:avLst/>
              <a:gdLst/>
              <a:ahLst/>
              <a:cxnLst/>
              <a:rect l="l" t="t" r="r" b="b"/>
              <a:pathLst>
                <a:path w="61595" h="64135">
                  <a:moveTo>
                    <a:pt x="61055" y="0"/>
                  </a:moveTo>
                  <a:lnTo>
                    <a:pt x="0" y="0"/>
                  </a:lnTo>
                  <a:lnTo>
                    <a:pt x="0" y="63977"/>
                  </a:lnTo>
                  <a:lnTo>
                    <a:pt x="61055" y="63977"/>
                  </a:lnTo>
                  <a:lnTo>
                    <a:pt x="61055" y="0"/>
                  </a:lnTo>
                  <a:close/>
                </a:path>
              </a:pathLst>
            </a:custGeom>
            <a:solidFill>
              <a:srgbClr val="D58E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" name="object 668" descr=""/>
            <p:cNvSpPr/>
            <p:nvPr/>
          </p:nvSpPr>
          <p:spPr>
            <a:xfrm>
              <a:off x="3465296" y="2736843"/>
              <a:ext cx="88900" cy="219075"/>
            </a:xfrm>
            <a:custGeom>
              <a:avLst/>
              <a:gdLst/>
              <a:ahLst/>
              <a:cxnLst/>
              <a:rect l="l" t="t" r="r" b="b"/>
              <a:pathLst>
                <a:path w="88900" h="219075">
                  <a:moveTo>
                    <a:pt x="61048" y="154520"/>
                  </a:moveTo>
                  <a:lnTo>
                    <a:pt x="0" y="154520"/>
                  </a:lnTo>
                  <a:lnTo>
                    <a:pt x="0" y="218490"/>
                  </a:lnTo>
                  <a:lnTo>
                    <a:pt x="61048" y="218490"/>
                  </a:lnTo>
                  <a:lnTo>
                    <a:pt x="61048" y="154520"/>
                  </a:lnTo>
                  <a:close/>
                </a:path>
                <a:path w="88900" h="219075">
                  <a:moveTo>
                    <a:pt x="88709" y="0"/>
                  </a:moveTo>
                  <a:lnTo>
                    <a:pt x="27660" y="0"/>
                  </a:lnTo>
                  <a:lnTo>
                    <a:pt x="27660" y="63982"/>
                  </a:lnTo>
                  <a:lnTo>
                    <a:pt x="88709" y="63982"/>
                  </a:lnTo>
                  <a:lnTo>
                    <a:pt x="88709" y="0"/>
                  </a:lnTo>
                  <a:close/>
                </a:path>
              </a:pathLst>
            </a:custGeom>
            <a:solidFill>
              <a:srgbClr val="DEAE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" name="object 669" descr=""/>
            <p:cNvSpPr/>
            <p:nvPr/>
          </p:nvSpPr>
          <p:spPr>
            <a:xfrm>
              <a:off x="3569305" y="2580727"/>
              <a:ext cx="67310" cy="70485"/>
            </a:xfrm>
            <a:custGeom>
              <a:avLst/>
              <a:gdLst/>
              <a:ahLst/>
              <a:cxnLst/>
              <a:rect l="l" t="t" r="r" b="b"/>
              <a:pathLst>
                <a:path w="67310" h="70485">
                  <a:moveTo>
                    <a:pt x="66888" y="0"/>
                  </a:moveTo>
                  <a:lnTo>
                    <a:pt x="0" y="0"/>
                  </a:lnTo>
                  <a:lnTo>
                    <a:pt x="0" y="70081"/>
                  </a:lnTo>
                  <a:lnTo>
                    <a:pt x="66888" y="70081"/>
                  </a:lnTo>
                  <a:lnTo>
                    <a:pt x="66888" y="0"/>
                  </a:lnTo>
                  <a:close/>
                </a:path>
              </a:pathLst>
            </a:custGeom>
            <a:solidFill>
              <a:srgbClr val="7C7A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" name="object 670" descr=""/>
            <p:cNvSpPr/>
            <p:nvPr/>
          </p:nvSpPr>
          <p:spPr>
            <a:xfrm>
              <a:off x="3581425" y="2406910"/>
              <a:ext cx="67310" cy="70485"/>
            </a:xfrm>
            <a:custGeom>
              <a:avLst/>
              <a:gdLst/>
              <a:ahLst/>
              <a:cxnLst/>
              <a:rect l="l" t="t" r="r" b="b"/>
              <a:pathLst>
                <a:path w="67310" h="70485">
                  <a:moveTo>
                    <a:pt x="66890" y="0"/>
                  </a:moveTo>
                  <a:lnTo>
                    <a:pt x="0" y="0"/>
                  </a:lnTo>
                  <a:lnTo>
                    <a:pt x="0" y="24523"/>
                  </a:lnTo>
                  <a:lnTo>
                    <a:pt x="0" y="70078"/>
                  </a:lnTo>
                  <a:lnTo>
                    <a:pt x="66890" y="70078"/>
                  </a:lnTo>
                  <a:lnTo>
                    <a:pt x="66890" y="24523"/>
                  </a:lnTo>
                  <a:lnTo>
                    <a:pt x="66890" y="0"/>
                  </a:lnTo>
                  <a:close/>
                </a:path>
              </a:pathLst>
            </a:custGeom>
            <a:solidFill>
              <a:srgbClr val="D58E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" name="object 671" descr=""/>
            <p:cNvSpPr/>
            <p:nvPr/>
          </p:nvSpPr>
          <p:spPr>
            <a:xfrm>
              <a:off x="3648318" y="2501149"/>
              <a:ext cx="67310" cy="70485"/>
            </a:xfrm>
            <a:custGeom>
              <a:avLst/>
              <a:gdLst/>
              <a:ahLst/>
              <a:cxnLst/>
              <a:rect l="l" t="t" r="r" b="b"/>
              <a:pathLst>
                <a:path w="67310" h="70485">
                  <a:moveTo>
                    <a:pt x="66888" y="0"/>
                  </a:moveTo>
                  <a:lnTo>
                    <a:pt x="0" y="0"/>
                  </a:lnTo>
                  <a:lnTo>
                    <a:pt x="0" y="70081"/>
                  </a:lnTo>
                  <a:lnTo>
                    <a:pt x="66888" y="70081"/>
                  </a:lnTo>
                  <a:lnTo>
                    <a:pt x="66888" y="0"/>
                  </a:lnTo>
                  <a:close/>
                </a:path>
              </a:pathLst>
            </a:custGeom>
            <a:solidFill>
              <a:srgbClr val="DEAE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" name="object 672" descr=""/>
            <p:cNvSpPr/>
            <p:nvPr/>
          </p:nvSpPr>
          <p:spPr>
            <a:xfrm>
              <a:off x="4703249" y="2527054"/>
              <a:ext cx="60960" cy="63500"/>
            </a:xfrm>
            <a:custGeom>
              <a:avLst/>
              <a:gdLst/>
              <a:ahLst/>
              <a:cxnLst/>
              <a:rect l="l" t="t" r="r" b="b"/>
              <a:pathLst>
                <a:path w="60960" h="63500">
                  <a:moveTo>
                    <a:pt x="60437" y="0"/>
                  </a:moveTo>
                  <a:lnTo>
                    <a:pt x="0" y="0"/>
                  </a:lnTo>
                  <a:lnTo>
                    <a:pt x="0" y="63317"/>
                  </a:lnTo>
                  <a:lnTo>
                    <a:pt x="60437" y="63317"/>
                  </a:lnTo>
                  <a:lnTo>
                    <a:pt x="60437" y="0"/>
                  </a:lnTo>
                  <a:close/>
                </a:path>
              </a:pathLst>
            </a:custGeom>
            <a:solidFill>
              <a:srgbClr val="7C7A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" name="object 673" descr=""/>
            <p:cNvSpPr/>
            <p:nvPr/>
          </p:nvSpPr>
          <p:spPr>
            <a:xfrm>
              <a:off x="4714202" y="2370001"/>
              <a:ext cx="60960" cy="63500"/>
            </a:xfrm>
            <a:custGeom>
              <a:avLst/>
              <a:gdLst/>
              <a:ahLst/>
              <a:cxnLst/>
              <a:rect l="l" t="t" r="r" b="b"/>
              <a:pathLst>
                <a:path w="60960" h="63500">
                  <a:moveTo>
                    <a:pt x="60437" y="0"/>
                  </a:moveTo>
                  <a:lnTo>
                    <a:pt x="0" y="0"/>
                  </a:lnTo>
                  <a:lnTo>
                    <a:pt x="0" y="63317"/>
                  </a:lnTo>
                  <a:lnTo>
                    <a:pt x="60437" y="63317"/>
                  </a:lnTo>
                  <a:lnTo>
                    <a:pt x="60437" y="0"/>
                  </a:lnTo>
                  <a:close/>
                </a:path>
              </a:pathLst>
            </a:custGeom>
            <a:solidFill>
              <a:srgbClr val="D58E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" name="object 674" descr=""/>
            <p:cNvSpPr/>
            <p:nvPr/>
          </p:nvSpPr>
          <p:spPr>
            <a:xfrm>
              <a:off x="4774640" y="2455150"/>
              <a:ext cx="60960" cy="63500"/>
            </a:xfrm>
            <a:custGeom>
              <a:avLst/>
              <a:gdLst/>
              <a:ahLst/>
              <a:cxnLst/>
              <a:rect l="l" t="t" r="r" b="b"/>
              <a:pathLst>
                <a:path w="60960" h="63500">
                  <a:moveTo>
                    <a:pt x="60437" y="0"/>
                  </a:moveTo>
                  <a:lnTo>
                    <a:pt x="0" y="0"/>
                  </a:lnTo>
                  <a:lnTo>
                    <a:pt x="0" y="63317"/>
                  </a:lnTo>
                  <a:lnTo>
                    <a:pt x="60437" y="63317"/>
                  </a:lnTo>
                  <a:lnTo>
                    <a:pt x="60437" y="0"/>
                  </a:lnTo>
                  <a:close/>
                </a:path>
              </a:pathLst>
            </a:custGeom>
            <a:solidFill>
              <a:srgbClr val="DEAE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" name="object 675" descr=""/>
            <p:cNvSpPr/>
            <p:nvPr/>
          </p:nvSpPr>
          <p:spPr>
            <a:xfrm>
              <a:off x="3531599" y="2363802"/>
              <a:ext cx="64769" cy="67945"/>
            </a:xfrm>
            <a:custGeom>
              <a:avLst/>
              <a:gdLst/>
              <a:ahLst/>
              <a:cxnLst/>
              <a:rect l="l" t="t" r="r" b="b"/>
              <a:pathLst>
                <a:path w="64770" h="67944">
                  <a:moveTo>
                    <a:pt x="64553" y="0"/>
                  </a:moveTo>
                  <a:lnTo>
                    <a:pt x="0" y="0"/>
                  </a:lnTo>
                  <a:lnTo>
                    <a:pt x="0" y="67631"/>
                  </a:lnTo>
                  <a:lnTo>
                    <a:pt x="64553" y="67631"/>
                  </a:lnTo>
                  <a:lnTo>
                    <a:pt x="64553" y="0"/>
                  </a:lnTo>
                  <a:close/>
                </a:path>
              </a:pathLst>
            </a:custGeom>
            <a:solidFill>
              <a:srgbClr val="7C7A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" name="object 676" descr=""/>
            <p:cNvSpPr/>
            <p:nvPr/>
          </p:nvSpPr>
          <p:spPr>
            <a:xfrm>
              <a:off x="3543287" y="2099709"/>
              <a:ext cx="879475" cy="278130"/>
            </a:xfrm>
            <a:custGeom>
              <a:avLst/>
              <a:gdLst/>
              <a:ahLst/>
              <a:cxnLst/>
              <a:rect l="l" t="t" r="r" b="b"/>
              <a:pathLst>
                <a:path w="879475" h="278130">
                  <a:moveTo>
                    <a:pt x="64554" y="96342"/>
                  </a:moveTo>
                  <a:lnTo>
                    <a:pt x="0" y="96342"/>
                  </a:lnTo>
                  <a:lnTo>
                    <a:pt x="0" y="163969"/>
                  </a:lnTo>
                  <a:lnTo>
                    <a:pt x="64554" y="163969"/>
                  </a:lnTo>
                  <a:lnTo>
                    <a:pt x="64554" y="96342"/>
                  </a:lnTo>
                  <a:close/>
                </a:path>
                <a:path w="879475" h="278130">
                  <a:moveTo>
                    <a:pt x="410806" y="0"/>
                  </a:moveTo>
                  <a:lnTo>
                    <a:pt x="346252" y="0"/>
                  </a:lnTo>
                  <a:lnTo>
                    <a:pt x="346252" y="67627"/>
                  </a:lnTo>
                  <a:lnTo>
                    <a:pt x="410806" y="67627"/>
                  </a:lnTo>
                  <a:lnTo>
                    <a:pt x="410806" y="0"/>
                  </a:lnTo>
                  <a:close/>
                </a:path>
                <a:path w="879475" h="278130">
                  <a:moveTo>
                    <a:pt x="740371" y="103733"/>
                  </a:moveTo>
                  <a:lnTo>
                    <a:pt x="675817" y="103733"/>
                  </a:lnTo>
                  <a:lnTo>
                    <a:pt x="675817" y="171373"/>
                  </a:lnTo>
                  <a:lnTo>
                    <a:pt x="740371" y="171373"/>
                  </a:lnTo>
                  <a:lnTo>
                    <a:pt x="740371" y="103733"/>
                  </a:lnTo>
                  <a:close/>
                </a:path>
                <a:path w="879475" h="278130">
                  <a:moveTo>
                    <a:pt x="879424" y="210210"/>
                  </a:moveTo>
                  <a:lnTo>
                    <a:pt x="814870" y="210210"/>
                  </a:lnTo>
                  <a:lnTo>
                    <a:pt x="814870" y="277837"/>
                  </a:lnTo>
                  <a:lnTo>
                    <a:pt x="879424" y="277837"/>
                  </a:lnTo>
                  <a:lnTo>
                    <a:pt x="879424" y="210210"/>
                  </a:lnTo>
                  <a:close/>
                </a:path>
              </a:pathLst>
            </a:custGeom>
            <a:solidFill>
              <a:srgbClr val="D58E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" name="object 677" descr=""/>
            <p:cNvSpPr/>
            <p:nvPr/>
          </p:nvSpPr>
          <p:spPr>
            <a:xfrm>
              <a:off x="3607848" y="2286998"/>
              <a:ext cx="64769" cy="67945"/>
            </a:xfrm>
            <a:custGeom>
              <a:avLst/>
              <a:gdLst/>
              <a:ahLst/>
              <a:cxnLst/>
              <a:rect l="l" t="t" r="r" b="b"/>
              <a:pathLst>
                <a:path w="64770" h="67944">
                  <a:moveTo>
                    <a:pt x="64553" y="0"/>
                  </a:moveTo>
                  <a:lnTo>
                    <a:pt x="0" y="0"/>
                  </a:lnTo>
                  <a:lnTo>
                    <a:pt x="0" y="67631"/>
                  </a:lnTo>
                  <a:lnTo>
                    <a:pt x="64553" y="67631"/>
                  </a:lnTo>
                  <a:lnTo>
                    <a:pt x="64553" y="0"/>
                  </a:lnTo>
                  <a:close/>
                </a:path>
              </a:pathLst>
            </a:custGeom>
            <a:solidFill>
              <a:srgbClr val="DEAE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" name="object 678" descr=""/>
            <p:cNvSpPr/>
            <p:nvPr/>
          </p:nvSpPr>
          <p:spPr>
            <a:xfrm>
              <a:off x="3673234" y="2097779"/>
              <a:ext cx="743585" cy="168275"/>
            </a:xfrm>
            <a:custGeom>
              <a:avLst/>
              <a:gdLst/>
              <a:ahLst/>
              <a:cxnLst/>
              <a:rect l="l" t="t" r="r" b="b"/>
              <a:pathLst>
                <a:path w="743585" h="168275">
                  <a:moveTo>
                    <a:pt x="66903" y="83477"/>
                  </a:moveTo>
                  <a:lnTo>
                    <a:pt x="0" y="83477"/>
                  </a:lnTo>
                  <a:lnTo>
                    <a:pt x="0" y="147332"/>
                  </a:lnTo>
                  <a:lnTo>
                    <a:pt x="66903" y="147332"/>
                  </a:lnTo>
                  <a:lnTo>
                    <a:pt x="66903" y="83477"/>
                  </a:lnTo>
                  <a:close/>
                </a:path>
                <a:path w="743585" h="168275">
                  <a:moveTo>
                    <a:pt x="405218" y="104114"/>
                  </a:moveTo>
                  <a:lnTo>
                    <a:pt x="338328" y="104114"/>
                  </a:lnTo>
                  <a:lnTo>
                    <a:pt x="338328" y="167970"/>
                  </a:lnTo>
                  <a:lnTo>
                    <a:pt x="405218" y="167970"/>
                  </a:lnTo>
                  <a:lnTo>
                    <a:pt x="405218" y="104114"/>
                  </a:lnTo>
                  <a:close/>
                </a:path>
                <a:path w="743585" h="168275">
                  <a:moveTo>
                    <a:pt x="743445" y="0"/>
                  </a:moveTo>
                  <a:lnTo>
                    <a:pt x="676541" y="0"/>
                  </a:lnTo>
                  <a:lnTo>
                    <a:pt x="676541" y="63830"/>
                  </a:lnTo>
                  <a:lnTo>
                    <a:pt x="743445" y="63830"/>
                  </a:lnTo>
                  <a:lnTo>
                    <a:pt x="743445" y="0"/>
                  </a:lnTo>
                  <a:close/>
                </a:path>
              </a:pathLst>
            </a:custGeom>
            <a:solidFill>
              <a:srgbClr val="7C7A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" name="object 679" descr=""/>
            <p:cNvSpPr/>
            <p:nvPr/>
          </p:nvSpPr>
          <p:spPr>
            <a:xfrm>
              <a:off x="3901859" y="2099303"/>
              <a:ext cx="281940" cy="299085"/>
            </a:xfrm>
            <a:custGeom>
              <a:avLst/>
              <a:gdLst/>
              <a:ahLst/>
              <a:cxnLst/>
              <a:rect l="l" t="t" r="r" b="b"/>
              <a:pathLst>
                <a:path w="281939" h="299085">
                  <a:moveTo>
                    <a:pt x="66903" y="234924"/>
                  </a:moveTo>
                  <a:lnTo>
                    <a:pt x="0" y="234924"/>
                  </a:lnTo>
                  <a:lnTo>
                    <a:pt x="0" y="298780"/>
                  </a:lnTo>
                  <a:lnTo>
                    <a:pt x="66903" y="298780"/>
                  </a:lnTo>
                  <a:lnTo>
                    <a:pt x="66903" y="234924"/>
                  </a:lnTo>
                  <a:close/>
                </a:path>
                <a:path w="281939" h="299085">
                  <a:moveTo>
                    <a:pt x="281800" y="0"/>
                  </a:moveTo>
                  <a:lnTo>
                    <a:pt x="214896" y="0"/>
                  </a:lnTo>
                  <a:lnTo>
                    <a:pt x="214896" y="63855"/>
                  </a:lnTo>
                  <a:lnTo>
                    <a:pt x="281800" y="63855"/>
                  </a:lnTo>
                  <a:lnTo>
                    <a:pt x="281800" y="0"/>
                  </a:lnTo>
                  <a:close/>
                </a:path>
              </a:pathLst>
            </a:custGeom>
            <a:solidFill>
              <a:srgbClr val="EFBC8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" name="object 680" descr=""/>
            <p:cNvSpPr/>
            <p:nvPr/>
          </p:nvSpPr>
          <p:spPr>
            <a:xfrm>
              <a:off x="4856857" y="2515787"/>
              <a:ext cx="63500" cy="60960"/>
            </a:xfrm>
            <a:custGeom>
              <a:avLst/>
              <a:gdLst/>
              <a:ahLst/>
              <a:cxnLst/>
              <a:rect l="l" t="t" r="r" b="b"/>
              <a:pathLst>
                <a:path w="63500" h="60960">
                  <a:moveTo>
                    <a:pt x="63317" y="0"/>
                  </a:moveTo>
                  <a:lnTo>
                    <a:pt x="0" y="0"/>
                  </a:lnTo>
                  <a:lnTo>
                    <a:pt x="0" y="60437"/>
                  </a:lnTo>
                  <a:lnTo>
                    <a:pt x="63317" y="60437"/>
                  </a:lnTo>
                  <a:lnTo>
                    <a:pt x="63317" y="0"/>
                  </a:lnTo>
                  <a:close/>
                </a:path>
              </a:pathLst>
            </a:custGeom>
            <a:solidFill>
              <a:srgbClr val="7C7A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" name="object 681" descr=""/>
            <p:cNvSpPr/>
            <p:nvPr/>
          </p:nvSpPr>
          <p:spPr>
            <a:xfrm>
              <a:off x="3665080" y="2357532"/>
              <a:ext cx="1311275" cy="995044"/>
            </a:xfrm>
            <a:custGeom>
              <a:avLst/>
              <a:gdLst/>
              <a:ahLst/>
              <a:cxnLst/>
              <a:rect l="l" t="t" r="r" b="b"/>
              <a:pathLst>
                <a:path w="1311275" h="995045">
                  <a:moveTo>
                    <a:pt x="50114" y="946975"/>
                  </a:moveTo>
                  <a:lnTo>
                    <a:pt x="0" y="946975"/>
                  </a:lnTo>
                  <a:lnTo>
                    <a:pt x="0" y="994816"/>
                  </a:lnTo>
                  <a:lnTo>
                    <a:pt x="50114" y="994816"/>
                  </a:lnTo>
                  <a:lnTo>
                    <a:pt x="50114" y="946975"/>
                  </a:lnTo>
                  <a:close/>
                </a:path>
                <a:path w="1311275" h="995045">
                  <a:moveTo>
                    <a:pt x="1261071" y="0"/>
                  </a:moveTo>
                  <a:lnTo>
                    <a:pt x="1176121" y="0"/>
                  </a:lnTo>
                  <a:lnTo>
                    <a:pt x="1176121" y="81089"/>
                  </a:lnTo>
                  <a:lnTo>
                    <a:pt x="1261071" y="81089"/>
                  </a:lnTo>
                  <a:lnTo>
                    <a:pt x="1261071" y="0"/>
                  </a:lnTo>
                  <a:close/>
                </a:path>
                <a:path w="1311275" h="995045">
                  <a:moveTo>
                    <a:pt x="1285303" y="916749"/>
                  </a:moveTo>
                  <a:lnTo>
                    <a:pt x="1221994" y="916749"/>
                  </a:lnTo>
                  <a:lnTo>
                    <a:pt x="1221994" y="977188"/>
                  </a:lnTo>
                  <a:lnTo>
                    <a:pt x="1285303" y="977188"/>
                  </a:lnTo>
                  <a:lnTo>
                    <a:pt x="1285303" y="916749"/>
                  </a:lnTo>
                  <a:close/>
                </a:path>
                <a:path w="1311275" h="995045">
                  <a:moveTo>
                    <a:pt x="1310944" y="544233"/>
                  </a:moveTo>
                  <a:lnTo>
                    <a:pt x="1247622" y="544233"/>
                  </a:lnTo>
                  <a:lnTo>
                    <a:pt x="1247622" y="604672"/>
                  </a:lnTo>
                  <a:lnTo>
                    <a:pt x="1310944" y="604672"/>
                  </a:lnTo>
                  <a:lnTo>
                    <a:pt x="1310944" y="544233"/>
                  </a:lnTo>
                  <a:close/>
                </a:path>
              </a:pathLst>
            </a:custGeom>
            <a:solidFill>
              <a:srgbClr val="D58E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" name="object 682" descr=""/>
            <p:cNvSpPr/>
            <p:nvPr/>
          </p:nvSpPr>
          <p:spPr>
            <a:xfrm>
              <a:off x="4678502" y="2682169"/>
              <a:ext cx="230504" cy="415290"/>
            </a:xfrm>
            <a:custGeom>
              <a:avLst/>
              <a:gdLst/>
              <a:ahLst/>
              <a:cxnLst/>
              <a:rect l="l" t="t" r="r" b="b"/>
              <a:pathLst>
                <a:path w="230504" h="415289">
                  <a:moveTo>
                    <a:pt x="63309" y="0"/>
                  </a:moveTo>
                  <a:lnTo>
                    <a:pt x="0" y="0"/>
                  </a:lnTo>
                  <a:lnTo>
                    <a:pt x="0" y="60439"/>
                  </a:lnTo>
                  <a:lnTo>
                    <a:pt x="63309" y="60439"/>
                  </a:lnTo>
                  <a:lnTo>
                    <a:pt x="63309" y="0"/>
                  </a:lnTo>
                  <a:close/>
                </a:path>
                <a:path w="230504" h="415289">
                  <a:moveTo>
                    <a:pt x="230174" y="354825"/>
                  </a:moveTo>
                  <a:lnTo>
                    <a:pt x="166852" y="354825"/>
                  </a:lnTo>
                  <a:lnTo>
                    <a:pt x="166852" y="415264"/>
                  </a:lnTo>
                  <a:lnTo>
                    <a:pt x="230174" y="415264"/>
                  </a:lnTo>
                  <a:lnTo>
                    <a:pt x="230174" y="354825"/>
                  </a:lnTo>
                  <a:close/>
                </a:path>
              </a:pathLst>
            </a:custGeom>
            <a:solidFill>
              <a:srgbClr val="DEAE7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83" name="object 683" descr="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3928658" y="2793147"/>
              <a:ext cx="135304" cy="206789"/>
            </a:xfrm>
            <a:prstGeom prst="rect">
              <a:avLst/>
            </a:prstGeom>
          </p:spPr>
        </p:pic>
        <p:sp>
          <p:nvSpPr>
            <p:cNvPr id="684" name="object 684" descr=""/>
            <p:cNvSpPr/>
            <p:nvPr/>
          </p:nvSpPr>
          <p:spPr>
            <a:xfrm>
              <a:off x="3466551" y="2244338"/>
              <a:ext cx="189230" cy="289560"/>
            </a:xfrm>
            <a:custGeom>
              <a:avLst/>
              <a:gdLst/>
              <a:ahLst/>
              <a:cxnLst/>
              <a:rect l="l" t="t" r="r" b="b"/>
              <a:pathLst>
                <a:path w="189229" h="289560">
                  <a:moveTo>
                    <a:pt x="94614" y="0"/>
                  </a:moveTo>
                  <a:lnTo>
                    <a:pt x="44738" y="25749"/>
                  </a:lnTo>
                  <a:lnTo>
                    <a:pt x="12428" y="58825"/>
                  </a:lnTo>
                  <a:lnTo>
                    <a:pt x="0" y="94457"/>
                  </a:lnTo>
                  <a:lnTo>
                    <a:pt x="0" y="289237"/>
                  </a:lnTo>
                  <a:lnTo>
                    <a:pt x="189229" y="289237"/>
                  </a:lnTo>
                  <a:lnTo>
                    <a:pt x="189229" y="94457"/>
                  </a:lnTo>
                  <a:lnTo>
                    <a:pt x="162987" y="42779"/>
                  </a:lnTo>
                  <a:lnTo>
                    <a:pt x="121598" y="10550"/>
                  </a:lnTo>
                  <a:lnTo>
                    <a:pt x="94614" y="0"/>
                  </a:lnTo>
                  <a:close/>
                </a:path>
              </a:pathLst>
            </a:custGeom>
            <a:solidFill>
              <a:srgbClr val="896C4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" name="object 685" descr=""/>
            <p:cNvSpPr/>
            <p:nvPr/>
          </p:nvSpPr>
          <p:spPr>
            <a:xfrm>
              <a:off x="3527976" y="2244339"/>
              <a:ext cx="128270" cy="289560"/>
            </a:xfrm>
            <a:custGeom>
              <a:avLst/>
              <a:gdLst/>
              <a:ahLst/>
              <a:cxnLst/>
              <a:rect l="l" t="t" r="r" b="b"/>
              <a:pathLst>
                <a:path w="128270" h="289560">
                  <a:moveTo>
                    <a:pt x="33192" y="0"/>
                  </a:moveTo>
                  <a:lnTo>
                    <a:pt x="24310" y="2637"/>
                  </a:lnTo>
                  <a:lnTo>
                    <a:pt x="15811" y="5922"/>
                  </a:lnTo>
                  <a:lnTo>
                    <a:pt x="7704" y="9766"/>
                  </a:lnTo>
                  <a:lnTo>
                    <a:pt x="0" y="14083"/>
                  </a:lnTo>
                  <a:lnTo>
                    <a:pt x="15432" y="24762"/>
                  </a:lnTo>
                  <a:lnTo>
                    <a:pt x="28808" y="36387"/>
                  </a:lnTo>
                  <a:lnTo>
                    <a:pt x="54363" y="67006"/>
                  </a:lnTo>
                  <a:lnTo>
                    <a:pt x="61422" y="94457"/>
                  </a:lnTo>
                  <a:lnTo>
                    <a:pt x="61422" y="289237"/>
                  </a:lnTo>
                  <a:lnTo>
                    <a:pt x="127807" y="289237"/>
                  </a:lnTo>
                  <a:lnTo>
                    <a:pt x="127807" y="94457"/>
                  </a:lnTo>
                  <a:lnTo>
                    <a:pt x="127008" y="84986"/>
                  </a:lnTo>
                  <a:lnTo>
                    <a:pt x="101565" y="42779"/>
                  </a:lnTo>
                  <a:lnTo>
                    <a:pt x="60175" y="10550"/>
                  </a:lnTo>
                  <a:lnTo>
                    <a:pt x="33192" y="0"/>
                  </a:lnTo>
                  <a:close/>
                </a:path>
              </a:pathLst>
            </a:custGeom>
            <a:solidFill>
              <a:srgbClr val="5C473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" name="object 686" descr=""/>
            <p:cNvSpPr/>
            <p:nvPr/>
          </p:nvSpPr>
          <p:spPr>
            <a:xfrm>
              <a:off x="3466551" y="2935688"/>
              <a:ext cx="189230" cy="289560"/>
            </a:xfrm>
            <a:custGeom>
              <a:avLst/>
              <a:gdLst/>
              <a:ahLst/>
              <a:cxnLst/>
              <a:rect l="l" t="t" r="r" b="b"/>
              <a:pathLst>
                <a:path w="189229" h="289560">
                  <a:moveTo>
                    <a:pt x="94614" y="0"/>
                  </a:moveTo>
                  <a:lnTo>
                    <a:pt x="44738" y="25749"/>
                  </a:lnTo>
                  <a:lnTo>
                    <a:pt x="12428" y="58825"/>
                  </a:lnTo>
                  <a:lnTo>
                    <a:pt x="0" y="94457"/>
                  </a:lnTo>
                  <a:lnTo>
                    <a:pt x="0" y="289237"/>
                  </a:lnTo>
                  <a:lnTo>
                    <a:pt x="189229" y="289237"/>
                  </a:lnTo>
                  <a:lnTo>
                    <a:pt x="189229" y="94457"/>
                  </a:lnTo>
                  <a:lnTo>
                    <a:pt x="162987" y="42779"/>
                  </a:lnTo>
                  <a:lnTo>
                    <a:pt x="121598" y="10550"/>
                  </a:lnTo>
                  <a:lnTo>
                    <a:pt x="94614" y="0"/>
                  </a:lnTo>
                  <a:close/>
                </a:path>
              </a:pathLst>
            </a:custGeom>
            <a:solidFill>
              <a:srgbClr val="896C4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" name="object 687" descr=""/>
            <p:cNvSpPr/>
            <p:nvPr/>
          </p:nvSpPr>
          <p:spPr>
            <a:xfrm>
              <a:off x="3527976" y="2935689"/>
              <a:ext cx="128270" cy="289560"/>
            </a:xfrm>
            <a:custGeom>
              <a:avLst/>
              <a:gdLst/>
              <a:ahLst/>
              <a:cxnLst/>
              <a:rect l="l" t="t" r="r" b="b"/>
              <a:pathLst>
                <a:path w="128270" h="289560">
                  <a:moveTo>
                    <a:pt x="33192" y="0"/>
                  </a:moveTo>
                  <a:lnTo>
                    <a:pt x="24310" y="2637"/>
                  </a:lnTo>
                  <a:lnTo>
                    <a:pt x="15811" y="5922"/>
                  </a:lnTo>
                  <a:lnTo>
                    <a:pt x="7704" y="9766"/>
                  </a:lnTo>
                  <a:lnTo>
                    <a:pt x="0" y="14083"/>
                  </a:lnTo>
                  <a:lnTo>
                    <a:pt x="15432" y="24762"/>
                  </a:lnTo>
                  <a:lnTo>
                    <a:pt x="28808" y="36387"/>
                  </a:lnTo>
                  <a:lnTo>
                    <a:pt x="54363" y="67006"/>
                  </a:lnTo>
                  <a:lnTo>
                    <a:pt x="61422" y="94457"/>
                  </a:lnTo>
                  <a:lnTo>
                    <a:pt x="61422" y="289237"/>
                  </a:lnTo>
                  <a:lnTo>
                    <a:pt x="127807" y="289237"/>
                  </a:lnTo>
                  <a:lnTo>
                    <a:pt x="127807" y="94457"/>
                  </a:lnTo>
                  <a:lnTo>
                    <a:pt x="127008" y="84986"/>
                  </a:lnTo>
                  <a:lnTo>
                    <a:pt x="101565" y="42779"/>
                  </a:lnTo>
                  <a:lnTo>
                    <a:pt x="60175" y="10550"/>
                  </a:lnTo>
                  <a:lnTo>
                    <a:pt x="33192" y="0"/>
                  </a:lnTo>
                  <a:close/>
                </a:path>
              </a:pathLst>
            </a:custGeom>
            <a:solidFill>
              <a:srgbClr val="5C473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" name="object 688" descr=""/>
            <p:cNvSpPr/>
            <p:nvPr/>
          </p:nvSpPr>
          <p:spPr>
            <a:xfrm>
              <a:off x="4733471" y="2244338"/>
              <a:ext cx="189230" cy="289560"/>
            </a:xfrm>
            <a:custGeom>
              <a:avLst/>
              <a:gdLst/>
              <a:ahLst/>
              <a:cxnLst/>
              <a:rect l="l" t="t" r="r" b="b"/>
              <a:pathLst>
                <a:path w="189229" h="289560">
                  <a:moveTo>
                    <a:pt x="94614" y="0"/>
                  </a:moveTo>
                  <a:lnTo>
                    <a:pt x="44738" y="25749"/>
                  </a:lnTo>
                  <a:lnTo>
                    <a:pt x="12428" y="58825"/>
                  </a:lnTo>
                  <a:lnTo>
                    <a:pt x="0" y="94457"/>
                  </a:lnTo>
                  <a:lnTo>
                    <a:pt x="0" y="289237"/>
                  </a:lnTo>
                  <a:lnTo>
                    <a:pt x="189229" y="289237"/>
                  </a:lnTo>
                  <a:lnTo>
                    <a:pt x="189229" y="94457"/>
                  </a:lnTo>
                  <a:lnTo>
                    <a:pt x="162991" y="42779"/>
                  </a:lnTo>
                  <a:lnTo>
                    <a:pt x="121599" y="10550"/>
                  </a:lnTo>
                  <a:lnTo>
                    <a:pt x="94614" y="0"/>
                  </a:lnTo>
                  <a:close/>
                </a:path>
              </a:pathLst>
            </a:custGeom>
            <a:solidFill>
              <a:srgbClr val="896C4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" name="object 689" descr=""/>
            <p:cNvSpPr/>
            <p:nvPr/>
          </p:nvSpPr>
          <p:spPr>
            <a:xfrm>
              <a:off x="4794898" y="2244339"/>
              <a:ext cx="128270" cy="289560"/>
            </a:xfrm>
            <a:custGeom>
              <a:avLst/>
              <a:gdLst/>
              <a:ahLst/>
              <a:cxnLst/>
              <a:rect l="l" t="t" r="r" b="b"/>
              <a:pathLst>
                <a:path w="128270" h="289560">
                  <a:moveTo>
                    <a:pt x="33192" y="0"/>
                  </a:moveTo>
                  <a:lnTo>
                    <a:pt x="24310" y="2637"/>
                  </a:lnTo>
                  <a:lnTo>
                    <a:pt x="15811" y="5922"/>
                  </a:lnTo>
                  <a:lnTo>
                    <a:pt x="7704" y="9766"/>
                  </a:lnTo>
                  <a:lnTo>
                    <a:pt x="0" y="14083"/>
                  </a:lnTo>
                  <a:lnTo>
                    <a:pt x="15432" y="24762"/>
                  </a:lnTo>
                  <a:lnTo>
                    <a:pt x="28808" y="36387"/>
                  </a:lnTo>
                  <a:lnTo>
                    <a:pt x="54363" y="67006"/>
                  </a:lnTo>
                  <a:lnTo>
                    <a:pt x="61422" y="94457"/>
                  </a:lnTo>
                  <a:lnTo>
                    <a:pt x="61422" y="289237"/>
                  </a:lnTo>
                  <a:lnTo>
                    <a:pt x="127807" y="289237"/>
                  </a:lnTo>
                  <a:lnTo>
                    <a:pt x="127807" y="94457"/>
                  </a:lnTo>
                  <a:lnTo>
                    <a:pt x="127008" y="84986"/>
                  </a:lnTo>
                  <a:lnTo>
                    <a:pt x="101565" y="42779"/>
                  </a:lnTo>
                  <a:lnTo>
                    <a:pt x="60175" y="10550"/>
                  </a:lnTo>
                  <a:lnTo>
                    <a:pt x="33192" y="0"/>
                  </a:lnTo>
                  <a:close/>
                </a:path>
              </a:pathLst>
            </a:custGeom>
            <a:solidFill>
              <a:srgbClr val="5C473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" name="object 690" descr=""/>
            <p:cNvSpPr/>
            <p:nvPr/>
          </p:nvSpPr>
          <p:spPr>
            <a:xfrm>
              <a:off x="4733471" y="2935688"/>
              <a:ext cx="189230" cy="289560"/>
            </a:xfrm>
            <a:custGeom>
              <a:avLst/>
              <a:gdLst/>
              <a:ahLst/>
              <a:cxnLst/>
              <a:rect l="l" t="t" r="r" b="b"/>
              <a:pathLst>
                <a:path w="189229" h="289560">
                  <a:moveTo>
                    <a:pt x="94614" y="0"/>
                  </a:moveTo>
                  <a:lnTo>
                    <a:pt x="44738" y="25749"/>
                  </a:lnTo>
                  <a:lnTo>
                    <a:pt x="12428" y="58825"/>
                  </a:lnTo>
                  <a:lnTo>
                    <a:pt x="0" y="94457"/>
                  </a:lnTo>
                  <a:lnTo>
                    <a:pt x="0" y="289237"/>
                  </a:lnTo>
                  <a:lnTo>
                    <a:pt x="189229" y="289237"/>
                  </a:lnTo>
                  <a:lnTo>
                    <a:pt x="189229" y="94457"/>
                  </a:lnTo>
                  <a:lnTo>
                    <a:pt x="162991" y="42779"/>
                  </a:lnTo>
                  <a:lnTo>
                    <a:pt x="121599" y="10550"/>
                  </a:lnTo>
                  <a:lnTo>
                    <a:pt x="94614" y="0"/>
                  </a:lnTo>
                  <a:close/>
                </a:path>
              </a:pathLst>
            </a:custGeom>
            <a:solidFill>
              <a:srgbClr val="896C4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" name="object 691" descr=""/>
            <p:cNvSpPr/>
            <p:nvPr/>
          </p:nvSpPr>
          <p:spPr>
            <a:xfrm>
              <a:off x="4794898" y="2935689"/>
              <a:ext cx="128270" cy="289560"/>
            </a:xfrm>
            <a:custGeom>
              <a:avLst/>
              <a:gdLst/>
              <a:ahLst/>
              <a:cxnLst/>
              <a:rect l="l" t="t" r="r" b="b"/>
              <a:pathLst>
                <a:path w="128270" h="289560">
                  <a:moveTo>
                    <a:pt x="33192" y="0"/>
                  </a:moveTo>
                  <a:lnTo>
                    <a:pt x="24310" y="2637"/>
                  </a:lnTo>
                  <a:lnTo>
                    <a:pt x="15811" y="5922"/>
                  </a:lnTo>
                  <a:lnTo>
                    <a:pt x="7704" y="9766"/>
                  </a:lnTo>
                  <a:lnTo>
                    <a:pt x="0" y="14083"/>
                  </a:lnTo>
                  <a:lnTo>
                    <a:pt x="15432" y="24762"/>
                  </a:lnTo>
                  <a:lnTo>
                    <a:pt x="28808" y="36387"/>
                  </a:lnTo>
                  <a:lnTo>
                    <a:pt x="54363" y="67006"/>
                  </a:lnTo>
                  <a:lnTo>
                    <a:pt x="61422" y="94457"/>
                  </a:lnTo>
                  <a:lnTo>
                    <a:pt x="61422" y="289237"/>
                  </a:lnTo>
                  <a:lnTo>
                    <a:pt x="127807" y="289237"/>
                  </a:lnTo>
                  <a:lnTo>
                    <a:pt x="127807" y="94457"/>
                  </a:lnTo>
                  <a:lnTo>
                    <a:pt x="127008" y="84986"/>
                  </a:lnTo>
                  <a:lnTo>
                    <a:pt x="101565" y="42779"/>
                  </a:lnTo>
                  <a:lnTo>
                    <a:pt x="60175" y="10550"/>
                  </a:lnTo>
                  <a:lnTo>
                    <a:pt x="33192" y="0"/>
                  </a:lnTo>
                  <a:close/>
                </a:path>
              </a:pathLst>
            </a:custGeom>
            <a:solidFill>
              <a:srgbClr val="5C473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92" name="object 692" descr="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4133965" y="2793147"/>
              <a:ext cx="135304" cy="206789"/>
            </a:xfrm>
            <a:prstGeom prst="rect">
              <a:avLst/>
            </a:prstGeom>
          </p:spPr>
        </p:pic>
        <p:pic>
          <p:nvPicPr>
            <p:cNvPr id="693" name="object 693" descr="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4339272" y="2793147"/>
              <a:ext cx="135304" cy="206789"/>
            </a:xfrm>
            <a:prstGeom prst="rect">
              <a:avLst/>
            </a:prstGeom>
          </p:spPr>
        </p:pic>
        <p:sp>
          <p:nvSpPr>
            <p:cNvPr id="694" name="object 694" descr=""/>
            <p:cNvSpPr/>
            <p:nvPr/>
          </p:nvSpPr>
          <p:spPr>
            <a:xfrm>
              <a:off x="3963331" y="3206463"/>
              <a:ext cx="476884" cy="492125"/>
            </a:xfrm>
            <a:custGeom>
              <a:avLst/>
              <a:gdLst/>
              <a:ahLst/>
              <a:cxnLst/>
              <a:rect l="l" t="t" r="r" b="b"/>
              <a:pathLst>
                <a:path w="476885" h="492125">
                  <a:moveTo>
                    <a:pt x="238285" y="0"/>
                  </a:moveTo>
                  <a:lnTo>
                    <a:pt x="183124" y="13558"/>
                  </a:lnTo>
                  <a:lnTo>
                    <a:pt x="134460" y="32787"/>
                  </a:lnTo>
                  <a:lnTo>
                    <a:pt x="92680" y="55234"/>
                  </a:lnTo>
                  <a:lnTo>
                    <a:pt x="58168" y="78451"/>
                  </a:lnTo>
                  <a:lnTo>
                    <a:pt x="17784" y="113891"/>
                  </a:lnTo>
                  <a:lnTo>
                    <a:pt x="0" y="160550"/>
                  </a:lnTo>
                  <a:lnTo>
                    <a:pt x="0" y="491608"/>
                  </a:lnTo>
                  <a:lnTo>
                    <a:pt x="476571" y="491608"/>
                  </a:lnTo>
                  <a:lnTo>
                    <a:pt x="476571" y="160550"/>
                  </a:lnTo>
                  <a:lnTo>
                    <a:pt x="458787" y="113891"/>
                  </a:lnTo>
                  <a:lnTo>
                    <a:pt x="418403" y="78451"/>
                  </a:lnTo>
                  <a:lnTo>
                    <a:pt x="383891" y="55234"/>
                  </a:lnTo>
                  <a:lnTo>
                    <a:pt x="342111" y="32787"/>
                  </a:lnTo>
                  <a:lnTo>
                    <a:pt x="293447" y="13558"/>
                  </a:lnTo>
                  <a:lnTo>
                    <a:pt x="238285" y="0"/>
                  </a:lnTo>
                  <a:close/>
                </a:path>
              </a:pathLst>
            </a:custGeom>
            <a:solidFill>
              <a:srgbClr val="45362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" name="object 695" descr=""/>
            <p:cNvSpPr/>
            <p:nvPr/>
          </p:nvSpPr>
          <p:spPr>
            <a:xfrm>
              <a:off x="3810272" y="2382041"/>
              <a:ext cx="789305" cy="1315085"/>
            </a:xfrm>
            <a:custGeom>
              <a:avLst/>
              <a:gdLst/>
              <a:ahLst/>
              <a:cxnLst/>
              <a:rect l="l" t="t" r="r" b="b"/>
              <a:pathLst>
                <a:path w="789304" h="1315085">
                  <a:moveTo>
                    <a:pt x="391160" y="0"/>
                  </a:moveTo>
                  <a:lnTo>
                    <a:pt x="338842" y="17767"/>
                  </a:lnTo>
                  <a:lnTo>
                    <a:pt x="289799" y="41076"/>
                  </a:lnTo>
                  <a:lnTo>
                    <a:pt x="244135" y="68810"/>
                  </a:lnTo>
                  <a:lnTo>
                    <a:pt x="201953" y="99853"/>
                  </a:lnTo>
                  <a:lnTo>
                    <a:pt x="163355" y="133089"/>
                  </a:lnTo>
                  <a:lnTo>
                    <a:pt x="128446" y="167402"/>
                  </a:lnTo>
                  <a:lnTo>
                    <a:pt x="97328" y="201675"/>
                  </a:lnTo>
                  <a:lnTo>
                    <a:pt x="70104" y="234791"/>
                  </a:lnTo>
                  <a:lnTo>
                    <a:pt x="46878" y="265635"/>
                  </a:lnTo>
                  <a:lnTo>
                    <a:pt x="17411" y="317609"/>
                  </a:lnTo>
                  <a:lnTo>
                    <a:pt x="0" y="374177"/>
                  </a:lnTo>
                  <a:lnTo>
                    <a:pt x="32398" y="397214"/>
                  </a:lnTo>
                  <a:lnTo>
                    <a:pt x="67601" y="422946"/>
                  </a:lnTo>
                  <a:lnTo>
                    <a:pt x="105053" y="451148"/>
                  </a:lnTo>
                  <a:lnTo>
                    <a:pt x="144200" y="481593"/>
                  </a:lnTo>
                  <a:lnTo>
                    <a:pt x="184487" y="514054"/>
                  </a:lnTo>
                  <a:lnTo>
                    <a:pt x="225360" y="548305"/>
                  </a:lnTo>
                  <a:lnTo>
                    <a:pt x="266265" y="584119"/>
                  </a:lnTo>
                  <a:lnTo>
                    <a:pt x="306647" y="621270"/>
                  </a:lnTo>
                  <a:lnTo>
                    <a:pt x="345952" y="659531"/>
                  </a:lnTo>
                  <a:lnTo>
                    <a:pt x="383624" y="698676"/>
                  </a:lnTo>
                  <a:lnTo>
                    <a:pt x="419111" y="738479"/>
                  </a:lnTo>
                  <a:lnTo>
                    <a:pt x="451857" y="778713"/>
                  </a:lnTo>
                  <a:lnTo>
                    <a:pt x="481308" y="819151"/>
                  </a:lnTo>
                  <a:lnTo>
                    <a:pt x="506909" y="859567"/>
                  </a:lnTo>
                  <a:lnTo>
                    <a:pt x="528107" y="899735"/>
                  </a:lnTo>
                  <a:lnTo>
                    <a:pt x="544346" y="939428"/>
                  </a:lnTo>
                  <a:lnTo>
                    <a:pt x="555072" y="978420"/>
                  </a:lnTo>
                  <a:lnTo>
                    <a:pt x="564662" y="1028724"/>
                  </a:lnTo>
                  <a:lnTo>
                    <a:pt x="573189" y="1079120"/>
                  </a:lnTo>
                  <a:lnTo>
                    <a:pt x="580630" y="1129102"/>
                  </a:lnTo>
                  <a:lnTo>
                    <a:pt x="586962" y="1178164"/>
                  </a:lnTo>
                  <a:lnTo>
                    <a:pt x="592163" y="1225801"/>
                  </a:lnTo>
                  <a:lnTo>
                    <a:pt x="596210" y="1271507"/>
                  </a:lnTo>
                  <a:lnTo>
                    <a:pt x="599081" y="1314776"/>
                  </a:lnTo>
                  <a:lnTo>
                    <a:pt x="789159" y="1314776"/>
                  </a:lnTo>
                  <a:lnTo>
                    <a:pt x="785661" y="426730"/>
                  </a:lnTo>
                  <a:lnTo>
                    <a:pt x="782547" y="383933"/>
                  </a:lnTo>
                  <a:lnTo>
                    <a:pt x="773142" y="342332"/>
                  </a:lnTo>
                  <a:lnTo>
                    <a:pt x="757350" y="302675"/>
                  </a:lnTo>
                  <a:lnTo>
                    <a:pt x="735077" y="265709"/>
                  </a:lnTo>
                  <a:lnTo>
                    <a:pt x="711863" y="234862"/>
                  </a:lnTo>
                  <a:lnTo>
                    <a:pt x="684673" y="201739"/>
                  </a:lnTo>
                  <a:lnTo>
                    <a:pt x="653603" y="167456"/>
                  </a:lnTo>
                  <a:lnTo>
                    <a:pt x="618752" y="133132"/>
                  </a:lnTo>
                  <a:lnTo>
                    <a:pt x="580215" y="99884"/>
                  </a:lnTo>
                  <a:lnTo>
                    <a:pt x="538091" y="68829"/>
                  </a:lnTo>
                  <a:lnTo>
                    <a:pt x="492475" y="41085"/>
                  </a:lnTo>
                  <a:lnTo>
                    <a:pt x="443466" y="17769"/>
                  </a:lnTo>
                  <a:lnTo>
                    <a:pt x="391160" y="0"/>
                  </a:lnTo>
                  <a:close/>
                </a:path>
              </a:pathLst>
            </a:custGeom>
            <a:solidFill>
              <a:srgbClr val="423424">
                <a:alpha val="66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" name="object 696" descr=""/>
            <p:cNvSpPr/>
            <p:nvPr/>
          </p:nvSpPr>
          <p:spPr>
            <a:xfrm>
              <a:off x="3303206" y="3487388"/>
              <a:ext cx="1803400" cy="212090"/>
            </a:xfrm>
            <a:custGeom>
              <a:avLst/>
              <a:gdLst/>
              <a:ahLst/>
              <a:cxnLst/>
              <a:rect l="l" t="t" r="r" b="b"/>
              <a:pathLst>
                <a:path w="1803400" h="212089">
                  <a:moveTo>
                    <a:pt x="459359" y="0"/>
                  </a:moveTo>
                  <a:lnTo>
                    <a:pt x="0" y="0"/>
                  </a:lnTo>
                  <a:lnTo>
                    <a:pt x="0" y="211493"/>
                  </a:lnTo>
                  <a:lnTo>
                    <a:pt x="459359" y="211493"/>
                  </a:lnTo>
                  <a:lnTo>
                    <a:pt x="459359" y="0"/>
                  </a:lnTo>
                  <a:close/>
                </a:path>
                <a:path w="1803400" h="212089">
                  <a:moveTo>
                    <a:pt x="1802803" y="0"/>
                  </a:moveTo>
                  <a:lnTo>
                    <a:pt x="1343456" y="0"/>
                  </a:lnTo>
                  <a:lnTo>
                    <a:pt x="1343456" y="211493"/>
                  </a:lnTo>
                  <a:lnTo>
                    <a:pt x="1802803" y="211493"/>
                  </a:lnTo>
                  <a:lnTo>
                    <a:pt x="1802803" y="0"/>
                  </a:lnTo>
                  <a:close/>
                </a:path>
              </a:pathLst>
            </a:custGeom>
            <a:solidFill>
              <a:srgbClr val="EFBC8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97" name="object 697" descr=""/>
          <p:cNvSpPr/>
          <p:nvPr/>
        </p:nvSpPr>
        <p:spPr>
          <a:xfrm>
            <a:off x="14673988" y="9149608"/>
            <a:ext cx="4364355" cy="960119"/>
          </a:xfrm>
          <a:custGeom>
            <a:avLst/>
            <a:gdLst/>
            <a:ahLst/>
            <a:cxnLst/>
            <a:rect l="l" t="t" r="r" b="b"/>
            <a:pathLst>
              <a:path w="4364355" h="960120">
                <a:moveTo>
                  <a:pt x="6272" y="562610"/>
                </a:moveTo>
                <a:lnTo>
                  <a:pt x="0" y="562610"/>
                </a:lnTo>
                <a:lnTo>
                  <a:pt x="0" y="960120"/>
                </a:lnTo>
                <a:lnTo>
                  <a:pt x="4363992" y="960120"/>
                </a:lnTo>
                <a:lnTo>
                  <a:pt x="4363992" y="930910"/>
                </a:lnTo>
                <a:lnTo>
                  <a:pt x="177638" y="930910"/>
                </a:lnTo>
                <a:lnTo>
                  <a:pt x="170708" y="923290"/>
                </a:lnTo>
                <a:lnTo>
                  <a:pt x="163044" y="915670"/>
                </a:lnTo>
                <a:lnTo>
                  <a:pt x="154709" y="910590"/>
                </a:lnTo>
                <a:lnTo>
                  <a:pt x="145765" y="904240"/>
                </a:lnTo>
                <a:lnTo>
                  <a:pt x="145765" y="566420"/>
                </a:lnTo>
                <a:lnTo>
                  <a:pt x="6272" y="566420"/>
                </a:lnTo>
                <a:lnTo>
                  <a:pt x="6272" y="562610"/>
                </a:lnTo>
                <a:close/>
              </a:path>
              <a:path w="4364355" h="960120">
                <a:moveTo>
                  <a:pt x="291666" y="666750"/>
                </a:moveTo>
                <a:lnTo>
                  <a:pt x="199166" y="666750"/>
                </a:lnTo>
                <a:lnTo>
                  <a:pt x="199166" y="915670"/>
                </a:lnTo>
                <a:lnTo>
                  <a:pt x="193421" y="919480"/>
                </a:lnTo>
                <a:lnTo>
                  <a:pt x="187911" y="923290"/>
                </a:lnTo>
                <a:lnTo>
                  <a:pt x="182647" y="927100"/>
                </a:lnTo>
                <a:lnTo>
                  <a:pt x="177638" y="930910"/>
                </a:lnTo>
                <a:lnTo>
                  <a:pt x="4363992" y="930910"/>
                </a:lnTo>
                <a:lnTo>
                  <a:pt x="4363992" y="877570"/>
                </a:lnTo>
                <a:lnTo>
                  <a:pt x="291666" y="877570"/>
                </a:lnTo>
                <a:lnTo>
                  <a:pt x="291666" y="666750"/>
                </a:lnTo>
                <a:close/>
              </a:path>
              <a:path w="4364355" h="960120">
                <a:moveTo>
                  <a:pt x="530811" y="703580"/>
                </a:moveTo>
                <a:lnTo>
                  <a:pt x="385077" y="703580"/>
                </a:lnTo>
                <a:lnTo>
                  <a:pt x="385077" y="807720"/>
                </a:lnTo>
                <a:lnTo>
                  <a:pt x="356413" y="817880"/>
                </a:lnTo>
                <a:lnTo>
                  <a:pt x="330825" y="833120"/>
                </a:lnTo>
                <a:lnTo>
                  <a:pt x="309009" y="853440"/>
                </a:lnTo>
                <a:lnTo>
                  <a:pt x="291666" y="877570"/>
                </a:lnTo>
                <a:lnTo>
                  <a:pt x="4363992" y="877570"/>
                </a:lnTo>
                <a:lnTo>
                  <a:pt x="4363992" y="830580"/>
                </a:lnTo>
                <a:lnTo>
                  <a:pt x="4165904" y="830580"/>
                </a:lnTo>
                <a:lnTo>
                  <a:pt x="4165904" y="812800"/>
                </a:lnTo>
                <a:lnTo>
                  <a:pt x="530811" y="812800"/>
                </a:lnTo>
                <a:lnTo>
                  <a:pt x="530811" y="703580"/>
                </a:lnTo>
                <a:close/>
              </a:path>
              <a:path w="4364355" h="960120">
                <a:moveTo>
                  <a:pt x="4363992" y="675640"/>
                </a:moveTo>
                <a:lnTo>
                  <a:pt x="4277063" y="675640"/>
                </a:lnTo>
                <a:lnTo>
                  <a:pt x="4277063" y="725170"/>
                </a:lnTo>
                <a:lnTo>
                  <a:pt x="4236038" y="725170"/>
                </a:lnTo>
                <a:lnTo>
                  <a:pt x="4236038" y="781050"/>
                </a:lnTo>
                <a:lnTo>
                  <a:pt x="4206521" y="781050"/>
                </a:lnTo>
                <a:lnTo>
                  <a:pt x="4206521" y="830580"/>
                </a:lnTo>
                <a:lnTo>
                  <a:pt x="4363992" y="830580"/>
                </a:lnTo>
                <a:lnTo>
                  <a:pt x="4363992" y="675640"/>
                </a:lnTo>
                <a:close/>
              </a:path>
              <a:path w="4364355" h="960120">
                <a:moveTo>
                  <a:pt x="697423" y="655320"/>
                </a:moveTo>
                <a:lnTo>
                  <a:pt x="571532" y="655320"/>
                </a:lnTo>
                <a:lnTo>
                  <a:pt x="571532" y="812800"/>
                </a:lnTo>
                <a:lnTo>
                  <a:pt x="1482499" y="812800"/>
                </a:lnTo>
                <a:lnTo>
                  <a:pt x="1482499" y="796290"/>
                </a:lnTo>
                <a:lnTo>
                  <a:pt x="697423" y="796290"/>
                </a:lnTo>
                <a:lnTo>
                  <a:pt x="697423" y="655320"/>
                </a:lnTo>
                <a:close/>
              </a:path>
              <a:path w="4364355" h="960120">
                <a:moveTo>
                  <a:pt x="1581354" y="657860"/>
                </a:moveTo>
                <a:lnTo>
                  <a:pt x="1488897" y="657860"/>
                </a:lnTo>
                <a:lnTo>
                  <a:pt x="1488897" y="812800"/>
                </a:lnTo>
                <a:lnTo>
                  <a:pt x="4165904" y="812800"/>
                </a:lnTo>
                <a:lnTo>
                  <a:pt x="4165904" y="803910"/>
                </a:lnTo>
                <a:lnTo>
                  <a:pt x="1581354" y="803910"/>
                </a:lnTo>
                <a:lnTo>
                  <a:pt x="1581354" y="657860"/>
                </a:lnTo>
                <a:close/>
              </a:path>
              <a:path w="4364355" h="960120">
                <a:moveTo>
                  <a:pt x="2015949" y="354330"/>
                </a:moveTo>
                <a:lnTo>
                  <a:pt x="1788458" y="354330"/>
                </a:lnTo>
                <a:lnTo>
                  <a:pt x="1788458" y="439420"/>
                </a:lnTo>
                <a:lnTo>
                  <a:pt x="1788018" y="439420"/>
                </a:lnTo>
                <a:lnTo>
                  <a:pt x="1788018" y="450850"/>
                </a:lnTo>
                <a:lnTo>
                  <a:pt x="1788458" y="450850"/>
                </a:lnTo>
                <a:lnTo>
                  <a:pt x="1788458" y="464820"/>
                </a:lnTo>
                <a:lnTo>
                  <a:pt x="1788018" y="464820"/>
                </a:lnTo>
                <a:lnTo>
                  <a:pt x="1788018" y="476250"/>
                </a:lnTo>
                <a:lnTo>
                  <a:pt x="1788458" y="476250"/>
                </a:lnTo>
                <a:lnTo>
                  <a:pt x="1788458" y="490220"/>
                </a:lnTo>
                <a:lnTo>
                  <a:pt x="1788018" y="490220"/>
                </a:lnTo>
                <a:lnTo>
                  <a:pt x="1788018" y="501650"/>
                </a:lnTo>
                <a:lnTo>
                  <a:pt x="1788458" y="501650"/>
                </a:lnTo>
                <a:lnTo>
                  <a:pt x="1788458" y="502920"/>
                </a:lnTo>
                <a:lnTo>
                  <a:pt x="1665006" y="502920"/>
                </a:lnTo>
                <a:lnTo>
                  <a:pt x="1665006" y="740410"/>
                </a:lnTo>
                <a:lnTo>
                  <a:pt x="1624390" y="740410"/>
                </a:lnTo>
                <a:lnTo>
                  <a:pt x="1624390" y="746760"/>
                </a:lnTo>
                <a:lnTo>
                  <a:pt x="1590401" y="746760"/>
                </a:lnTo>
                <a:lnTo>
                  <a:pt x="1590401" y="803910"/>
                </a:lnTo>
                <a:lnTo>
                  <a:pt x="4165904" y="803910"/>
                </a:lnTo>
                <a:lnTo>
                  <a:pt x="4165904" y="751840"/>
                </a:lnTo>
                <a:lnTo>
                  <a:pt x="2778794" y="751840"/>
                </a:lnTo>
                <a:lnTo>
                  <a:pt x="2778794" y="741680"/>
                </a:lnTo>
                <a:lnTo>
                  <a:pt x="2769109" y="741680"/>
                </a:lnTo>
                <a:lnTo>
                  <a:pt x="2769109" y="680720"/>
                </a:lnTo>
                <a:lnTo>
                  <a:pt x="2420711" y="680720"/>
                </a:lnTo>
                <a:lnTo>
                  <a:pt x="2420711" y="678180"/>
                </a:lnTo>
                <a:lnTo>
                  <a:pt x="2422920" y="678180"/>
                </a:lnTo>
                <a:lnTo>
                  <a:pt x="2422920" y="674370"/>
                </a:lnTo>
                <a:lnTo>
                  <a:pt x="2420711" y="674370"/>
                </a:lnTo>
                <a:lnTo>
                  <a:pt x="2420711" y="671830"/>
                </a:lnTo>
                <a:lnTo>
                  <a:pt x="2422920" y="671830"/>
                </a:lnTo>
                <a:lnTo>
                  <a:pt x="2422920" y="666750"/>
                </a:lnTo>
                <a:lnTo>
                  <a:pt x="2067507" y="666750"/>
                </a:lnTo>
                <a:lnTo>
                  <a:pt x="2067507" y="662940"/>
                </a:lnTo>
                <a:lnTo>
                  <a:pt x="2067277" y="662940"/>
                </a:lnTo>
                <a:lnTo>
                  <a:pt x="2067277" y="593090"/>
                </a:lnTo>
                <a:lnTo>
                  <a:pt x="2015949" y="593090"/>
                </a:lnTo>
                <a:lnTo>
                  <a:pt x="2015949" y="354330"/>
                </a:lnTo>
                <a:close/>
              </a:path>
              <a:path w="4364355" h="960120">
                <a:moveTo>
                  <a:pt x="884863" y="317500"/>
                </a:moveTo>
                <a:lnTo>
                  <a:pt x="749558" y="317500"/>
                </a:lnTo>
                <a:lnTo>
                  <a:pt x="749558" y="694690"/>
                </a:lnTo>
                <a:lnTo>
                  <a:pt x="714114" y="694690"/>
                </a:lnTo>
                <a:lnTo>
                  <a:pt x="714114" y="796290"/>
                </a:lnTo>
                <a:lnTo>
                  <a:pt x="1482499" y="796290"/>
                </a:lnTo>
                <a:lnTo>
                  <a:pt x="1482499" y="783590"/>
                </a:lnTo>
                <a:lnTo>
                  <a:pt x="1455055" y="783590"/>
                </a:lnTo>
                <a:lnTo>
                  <a:pt x="1455055" y="779780"/>
                </a:lnTo>
                <a:lnTo>
                  <a:pt x="1112793" y="779780"/>
                </a:lnTo>
                <a:lnTo>
                  <a:pt x="1091851" y="778510"/>
                </a:lnTo>
                <a:lnTo>
                  <a:pt x="1091851" y="725170"/>
                </a:lnTo>
                <a:lnTo>
                  <a:pt x="1029570" y="725170"/>
                </a:lnTo>
                <a:lnTo>
                  <a:pt x="1029570" y="704850"/>
                </a:lnTo>
                <a:lnTo>
                  <a:pt x="884863" y="704850"/>
                </a:lnTo>
                <a:lnTo>
                  <a:pt x="884863" y="317500"/>
                </a:lnTo>
                <a:close/>
              </a:path>
              <a:path w="4364355" h="960120">
                <a:moveTo>
                  <a:pt x="1201827" y="600710"/>
                </a:moveTo>
                <a:lnTo>
                  <a:pt x="1112793" y="600710"/>
                </a:lnTo>
                <a:lnTo>
                  <a:pt x="1112793" y="779780"/>
                </a:lnTo>
                <a:lnTo>
                  <a:pt x="1455055" y="779780"/>
                </a:lnTo>
                <a:lnTo>
                  <a:pt x="1455055" y="768350"/>
                </a:lnTo>
                <a:lnTo>
                  <a:pt x="1201827" y="768350"/>
                </a:lnTo>
                <a:lnTo>
                  <a:pt x="1201827" y="600710"/>
                </a:lnTo>
                <a:close/>
              </a:path>
              <a:path w="4364355" h="960120">
                <a:moveTo>
                  <a:pt x="1248433" y="497840"/>
                </a:moveTo>
                <a:lnTo>
                  <a:pt x="1248433" y="741680"/>
                </a:lnTo>
                <a:lnTo>
                  <a:pt x="1247532" y="741680"/>
                </a:lnTo>
                <a:lnTo>
                  <a:pt x="1247595" y="768350"/>
                </a:lnTo>
                <a:lnTo>
                  <a:pt x="1455055" y="768350"/>
                </a:lnTo>
                <a:lnTo>
                  <a:pt x="1455055" y="753110"/>
                </a:lnTo>
                <a:lnTo>
                  <a:pt x="1368775" y="753110"/>
                </a:lnTo>
                <a:lnTo>
                  <a:pt x="1368775" y="535940"/>
                </a:lnTo>
                <a:lnTo>
                  <a:pt x="1248433" y="497840"/>
                </a:lnTo>
                <a:close/>
              </a:path>
              <a:path w="4364355" h="960120">
                <a:moveTo>
                  <a:pt x="2948789" y="595630"/>
                </a:moveTo>
                <a:lnTo>
                  <a:pt x="2848091" y="595630"/>
                </a:lnTo>
                <a:lnTo>
                  <a:pt x="2848091" y="650240"/>
                </a:lnTo>
                <a:lnTo>
                  <a:pt x="2794930" y="650240"/>
                </a:lnTo>
                <a:lnTo>
                  <a:pt x="2794930" y="664210"/>
                </a:lnTo>
                <a:lnTo>
                  <a:pt x="2791297" y="664210"/>
                </a:lnTo>
                <a:lnTo>
                  <a:pt x="2791297" y="669290"/>
                </a:lnTo>
                <a:lnTo>
                  <a:pt x="2787182" y="669290"/>
                </a:lnTo>
                <a:lnTo>
                  <a:pt x="2787182" y="674370"/>
                </a:lnTo>
                <a:lnTo>
                  <a:pt x="2779925" y="674370"/>
                </a:lnTo>
                <a:lnTo>
                  <a:pt x="2779925" y="751840"/>
                </a:lnTo>
                <a:lnTo>
                  <a:pt x="4165904" y="751840"/>
                </a:lnTo>
                <a:lnTo>
                  <a:pt x="4165904" y="675640"/>
                </a:lnTo>
                <a:lnTo>
                  <a:pt x="2948789" y="675640"/>
                </a:lnTo>
                <a:lnTo>
                  <a:pt x="2948789" y="595630"/>
                </a:lnTo>
                <a:close/>
              </a:path>
              <a:path w="4364355" h="960120">
                <a:moveTo>
                  <a:pt x="941468" y="614680"/>
                </a:moveTo>
                <a:lnTo>
                  <a:pt x="925867" y="614680"/>
                </a:lnTo>
                <a:lnTo>
                  <a:pt x="925867" y="651510"/>
                </a:lnTo>
                <a:lnTo>
                  <a:pt x="916129" y="651510"/>
                </a:lnTo>
                <a:lnTo>
                  <a:pt x="916129" y="656590"/>
                </a:lnTo>
                <a:lnTo>
                  <a:pt x="905679" y="656590"/>
                </a:lnTo>
                <a:lnTo>
                  <a:pt x="905281" y="704850"/>
                </a:lnTo>
                <a:lnTo>
                  <a:pt x="1029570" y="704850"/>
                </a:lnTo>
                <a:lnTo>
                  <a:pt x="1029570" y="648970"/>
                </a:lnTo>
                <a:lnTo>
                  <a:pt x="1001634" y="648970"/>
                </a:lnTo>
                <a:lnTo>
                  <a:pt x="1001634" y="631190"/>
                </a:lnTo>
                <a:lnTo>
                  <a:pt x="941468" y="631190"/>
                </a:lnTo>
                <a:lnTo>
                  <a:pt x="941468" y="614680"/>
                </a:lnTo>
                <a:close/>
              </a:path>
              <a:path w="4364355" h="960120">
                <a:moveTo>
                  <a:pt x="512078" y="636270"/>
                </a:moveTo>
                <a:lnTo>
                  <a:pt x="408699" y="636270"/>
                </a:lnTo>
                <a:lnTo>
                  <a:pt x="408699" y="703580"/>
                </a:lnTo>
                <a:lnTo>
                  <a:pt x="512078" y="703580"/>
                </a:lnTo>
                <a:lnTo>
                  <a:pt x="512078" y="636270"/>
                </a:lnTo>
                <a:close/>
              </a:path>
              <a:path w="4364355" h="960120">
                <a:moveTo>
                  <a:pt x="2612873" y="614680"/>
                </a:moveTo>
                <a:lnTo>
                  <a:pt x="2425894" y="614680"/>
                </a:lnTo>
                <a:lnTo>
                  <a:pt x="2425894" y="655320"/>
                </a:lnTo>
                <a:lnTo>
                  <a:pt x="2422920" y="655320"/>
                </a:lnTo>
                <a:lnTo>
                  <a:pt x="2422920" y="657860"/>
                </a:lnTo>
                <a:lnTo>
                  <a:pt x="2425894" y="657860"/>
                </a:lnTo>
                <a:lnTo>
                  <a:pt x="2425894" y="661670"/>
                </a:lnTo>
                <a:lnTo>
                  <a:pt x="2422920" y="661670"/>
                </a:lnTo>
                <a:lnTo>
                  <a:pt x="2422920" y="664210"/>
                </a:lnTo>
                <a:lnTo>
                  <a:pt x="2425894" y="664210"/>
                </a:lnTo>
                <a:lnTo>
                  <a:pt x="2425894" y="668020"/>
                </a:lnTo>
                <a:lnTo>
                  <a:pt x="2425235" y="668020"/>
                </a:lnTo>
                <a:lnTo>
                  <a:pt x="2425235" y="671830"/>
                </a:lnTo>
                <a:lnTo>
                  <a:pt x="2422920" y="671830"/>
                </a:lnTo>
                <a:lnTo>
                  <a:pt x="2422920" y="674370"/>
                </a:lnTo>
                <a:lnTo>
                  <a:pt x="2425235" y="674370"/>
                </a:lnTo>
                <a:lnTo>
                  <a:pt x="2425235" y="678180"/>
                </a:lnTo>
                <a:lnTo>
                  <a:pt x="2422920" y="678180"/>
                </a:lnTo>
                <a:lnTo>
                  <a:pt x="2422920" y="680720"/>
                </a:lnTo>
                <a:lnTo>
                  <a:pt x="2769109" y="680720"/>
                </a:lnTo>
                <a:lnTo>
                  <a:pt x="2769109" y="651510"/>
                </a:lnTo>
                <a:lnTo>
                  <a:pt x="2612873" y="651510"/>
                </a:lnTo>
                <a:lnTo>
                  <a:pt x="2612873" y="614680"/>
                </a:lnTo>
                <a:close/>
              </a:path>
              <a:path w="4364355" h="960120">
                <a:moveTo>
                  <a:pt x="3082356" y="527050"/>
                </a:moveTo>
                <a:lnTo>
                  <a:pt x="3024672" y="527050"/>
                </a:lnTo>
                <a:lnTo>
                  <a:pt x="3024672" y="648970"/>
                </a:lnTo>
                <a:lnTo>
                  <a:pt x="2963187" y="648970"/>
                </a:lnTo>
                <a:lnTo>
                  <a:pt x="2963187" y="674370"/>
                </a:lnTo>
                <a:lnTo>
                  <a:pt x="2952203" y="674370"/>
                </a:lnTo>
                <a:lnTo>
                  <a:pt x="2948789" y="675640"/>
                </a:lnTo>
                <a:lnTo>
                  <a:pt x="4165904" y="675640"/>
                </a:lnTo>
                <a:lnTo>
                  <a:pt x="4165904" y="671830"/>
                </a:lnTo>
                <a:lnTo>
                  <a:pt x="3082356" y="671830"/>
                </a:lnTo>
                <a:lnTo>
                  <a:pt x="3082356" y="527050"/>
                </a:lnTo>
                <a:close/>
              </a:path>
              <a:path w="4364355" h="960120">
                <a:moveTo>
                  <a:pt x="3120271" y="628650"/>
                </a:moveTo>
                <a:lnTo>
                  <a:pt x="3120271" y="671830"/>
                </a:lnTo>
                <a:lnTo>
                  <a:pt x="4165904" y="671830"/>
                </a:lnTo>
                <a:lnTo>
                  <a:pt x="4165904" y="648970"/>
                </a:lnTo>
                <a:lnTo>
                  <a:pt x="4061625" y="648970"/>
                </a:lnTo>
                <a:lnTo>
                  <a:pt x="4061625" y="629920"/>
                </a:lnTo>
                <a:lnTo>
                  <a:pt x="3212802" y="629920"/>
                </a:lnTo>
                <a:lnTo>
                  <a:pt x="3120271" y="628650"/>
                </a:lnTo>
                <a:close/>
              </a:path>
              <a:path w="4364355" h="960120">
                <a:moveTo>
                  <a:pt x="221511" y="662940"/>
                </a:moveTo>
                <a:lnTo>
                  <a:pt x="209470" y="662940"/>
                </a:lnTo>
                <a:lnTo>
                  <a:pt x="209470" y="666750"/>
                </a:lnTo>
                <a:lnTo>
                  <a:pt x="221511" y="666750"/>
                </a:lnTo>
                <a:lnTo>
                  <a:pt x="221511" y="662940"/>
                </a:lnTo>
                <a:close/>
              </a:path>
              <a:path w="4364355" h="960120">
                <a:moveTo>
                  <a:pt x="266986" y="655320"/>
                </a:moveTo>
                <a:lnTo>
                  <a:pt x="260222" y="655320"/>
                </a:lnTo>
                <a:lnTo>
                  <a:pt x="260222" y="666750"/>
                </a:lnTo>
                <a:lnTo>
                  <a:pt x="266986" y="666750"/>
                </a:lnTo>
                <a:lnTo>
                  <a:pt x="266986" y="655320"/>
                </a:lnTo>
                <a:close/>
              </a:path>
              <a:path w="4364355" h="960120">
                <a:moveTo>
                  <a:pt x="282912" y="662940"/>
                </a:moveTo>
                <a:lnTo>
                  <a:pt x="270881" y="662940"/>
                </a:lnTo>
                <a:lnTo>
                  <a:pt x="270881" y="666750"/>
                </a:lnTo>
                <a:lnTo>
                  <a:pt x="282912" y="666750"/>
                </a:lnTo>
                <a:lnTo>
                  <a:pt x="282912" y="662940"/>
                </a:lnTo>
                <a:close/>
              </a:path>
              <a:path w="4364355" h="960120">
                <a:moveTo>
                  <a:pt x="2092260" y="662940"/>
                </a:moveTo>
                <a:lnTo>
                  <a:pt x="2089171" y="662940"/>
                </a:lnTo>
                <a:lnTo>
                  <a:pt x="2089171" y="666750"/>
                </a:lnTo>
                <a:lnTo>
                  <a:pt x="2092260" y="666750"/>
                </a:lnTo>
                <a:lnTo>
                  <a:pt x="2092260" y="662940"/>
                </a:lnTo>
                <a:close/>
              </a:path>
              <a:path w="4364355" h="960120">
                <a:moveTo>
                  <a:pt x="2420680" y="397510"/>
                </a:moveTo>
                <a:lnTo>
                  <a:pt x="2111077" y="397510"/>
                </a:lnTo>
                <a:lnTo>
                  <a:pt x="2111077" y="666750"/>
                </a:lnTo>
                <a:lnTo>
                  <a:pt x="2422920" y="666750"/>
                </a:lnTo>
                <a:lnTo>
                  <a:pt x="2422920" y="664210"/>
                </a:lnTo>
                <a:lnTo>
                  <a:pt x="2420711" y="664210"/>
                </a:lnTo>
                <a:lnTo>
                  <a:pt x="2420711" y="661670"/>
                </a:lnTo>
                <a:lnTo>
                  <a:pt x="2422920" y="661670"/>
                </a:lnTo>
                <a:lnTo>
                  <a:pt x="2422920" y="657860"/>
                </a:lnTo>
                <a:lnTo>
                  <a:pt x="2420711" y="657860"/>
                </a:lnTo>
                <a:lnTo>
                  <a:pt x="2420711" y="655320"/>
                </a:lnTo>
                <a:lnTo>
                  <a:pt x="2422920" y="655320"/>
                </a:lnTo>
                <a:lnTo>
                  <a:pt x="2422920" y="612140"/>
                </a:lnTo>
                <a:lnTo>
                  <a:pt x="2420680" y="612140"/>
                </a:lnTo>
                <a:lnTo>
                  <a:pt x="2420680" y="397510"/>
                </a:lnTo>
                <a:close/>
              </a:path>
              <a:path w="4364355" h="960120">
                <a:moveTo>
                  <a:pt x="1569365" y="552450"/>
                </a:moveTo>
                <a:lnTo>
                  <a:pt x="1500079" y="552450"/>
                </a:lnTo>
                <a:lnTo>
                  <a:pt x="1500079" y="657860"/>
                </a:lnTo>
                <a:lnTo>
                  <a:pt x="1569365" y="657860"/>
                </a:lnTo>
                <a:lnTo>
                  <a:pt x="1569365" y="552450"/>
                </a:lnTo>
                <a:close/>
              </a:path>
              <a:path w="4364355" h="960120">
                <a:moveTo>
                  <a:pt x="2716503" y="563880"/>
                </a:moveTo>
                <a:lnTo>
                  <a:pt x="2615438" y="563880"/>
                </a:lnTo>
                <a:lnTo>
                  <a:pt x="2615438" y="651510"/>
                </a:lnTo>
                <a:lnTo>
                  <a:pt x="2716503" y="651510"/>
                </a:lnTo>
                <a:lnTo>
                  <a:pt x="2716503" y="563880"/>
                </a:lnTo>
                <a:close/>
              </a:path>
              <a:path w="4364355" h="960120">
                <a:moveTo>
                  <a:pt x="2769109" y="645160"/>
                </a:moveTo>
                <a:lnTo>
                  <a:pt x="2723079" y="645160"/>
                </a:lnTo>
                <a:lnTo>
                  <a:pt x="2723079" y="651510"/>
                </a:lnTo>
                <a:lnTo>
                  <a:pt x="2769109" y="651510"/>
                </a:lnTo>
                <a:lnTo>
                  <a:pt x="2769109" y="645160"/>
                </a:lnTo>
                <a:close/>
              </a:path>
              <a:path w="4364355" h="960120">
                <a:moveTo>
                  <a:pt x="4154931" y="627380"/>
                </a:moveTo>
                <a:lnTo>
                  <a:pt x="4103571" y="627380"/>
                </a:lnTo>
                <a:lnTo>
                  <a:pt x="4103571" y="648970"/>
                </a:lnTo>
                <a:lnTo>
                  <a:pt x="4154931" y="648970"/>
                </a:lnTo>
                <a:lnTo>
                  <a:pt x="4154931" y="627380"/>
                </a:lnTo>
                <a:close/>
              </a:path>
              <a:path w="4364355" h="960120">
                <a:moveTo>
                  <a:pt x="497199" y="624840"/>
                </a:moveTo>
                <a:lnTo>
                  <a:pt x="423578" y="624840"/>
                </a:lnTo>
                <a:lnTo>
                  <a:pt x="423578" y="636270"/>
                </a:lnTo>
                <a:lnTo>
                  <a:pt x="497199" y="636270"/>
                </a:lnTo>
                <a:lnTo>
                  <a:pt x="497199" y="624840"/>
                </a:lnTo>
                <a:close/>
              </a:path>
              <a:path w="4364355" h="960120">
                <a:moveTo>
                  <a:pt x="988744" y="520700"/>
                </a:moveTo>
                <a:lnTo>
                  <a:pt x="952442" y="520700"/>
                </a:lnTo>
                <a:lnTo>
                  <a:pt x="952442" y="605790"/>
                </a:lnTo>
                <a:lnTo>
                  <a:pt x="949049" y="605790"/>
                </a:lnTo>
                <a:lnTo>
                  <a:pt x="949049" y="631190"/>
                </a:lnTo>
                <a:lnTo>
                  <a:pt x="1001634" y="631190"/>
                </a:lnTo>
                <a:lnTo>
                  <a:pt x="1001634" y="539750"/>
                </a:lnTo>
                <a:lnTo>
                  <a:pt x="988744" y="539750"/>
                </a:lnTo>
                <a:lnTo>
                  <a:pt x="988744" y="520700"/>
                </a:lnTo>
                <a:close/>
              </a:path>
              <a:path w="4364355" h="960120">
                <a:moveTo>
                  <a:pt x="3497516" y="165100"/>
                </a:moveTo>
                <a:lnTo>
                  <a:pt x="3212802" y="165100"/>
                </a:lnTo>
                <a:lnTo>
                  <a:pt x="3212802" y="629920"/>
                </a:lnTo>
                <a:lnTo>
                  <a:pt x="4061625" y="629920"/>
                </a:lnTo>
                <a:lnTo>
                  <a:pt x="4061625" y="600710"/>
                </a:lnTo>
                <a:lnTo>
                  <a:pt x="3630381" y="600710"/>
                </a:lnTo>
                <a:lnTo>
                  <a:pt x="3630381" y="342900"/>
                </a:lnTo>
                <a:lnTo>
                  <a:pt x="3497516" y="342900"/>
                </a:lnTo>
                <a:lnTo>
                  <a:pt x="3497516" y="165100"/>
                </a:lnTo>
                <a:close/>
              </a:path>
              <a:path w="4364355" h="960120">
                <a:moveTo>
                  <a:pt x="2582570" y="565150"/>
                </a:moveTo>
                <a:lnTo>
                  <a:pt x="2449925" y="565150"/>
                </a:lnTo>
                <a:lnTo>
                  <a:pt x="2449925" y="614680"/>
                </a:lnTo>
                <a:lnTo>
                  <a:pt x="2597261" y="614680"/>
                </a:lnTo>
                <a:lnTo>
                  <a:pt x="2597261" y="605790"/>
                </a:lnTo>
                <a:lnTo>
                  <a:pt x="2582570" y="605790"/>
                </a:lnTo>
                <a:lnTo>
                  <a:pt x="2582570" y="565150"/>
                </a:lnTo>
                <a:close/>
              </a:path>
              <a:path w="4364355" h="960120">
                <a:moveTo>
                  <a:pt x="3643323" y="593090"/>
                </a:moveTo>
                <a:lnTo>
                  <a:pt x="3630381" y="600710"/>
                </a:lnTo>
                <a:lnTo>
                  <a:pt x="4061625" y="600710"/>
                </a:lnTo>
                <a:lnTo>
                  <a:pt x="3967811" y="596900"/>
                </a:lnTo>
                <a:lnTo>
                  <a:pt x="3717478" y="596900"/>
                </a:lnTo>
                <a:lnTo>
                  <a:pt x="3680537" y="595630"/>
                </a:lnTo>
                <a:lnTo>
                  <a:pt x="3666144" y="594360"/>
                </a:lnTo>
                <a:lnTo>
                  <a:pt x="3651752" y="594360"/>
                </a:lnTo>
                <a:lnTo>
                  <a:pt x="3643323" y="593090"/>
                </a:lnTo>
                <a:close/>
              </a:path>
              <a:path w="4364355" h="960120">
                <a:moveTo>
                  <a:pt x="3747278" y="471170"/>
                </a:moveTo>
                <a:lnTo>
                  <a:pt x="3717478" y="488950"/>
                </a:lnTo>
                <a:lnTo>
                  <a:pt x="3717478" y="596900"/>
                </a:lnTo>
                <a:lnTo>
                  <a:pt x="3967811" y="596900"/>
                </a:lnTo>
                <a:lnTo>
                  <a:pt x="3936539" y="595630"/>
                </a:lnTo>
                <a:lnTo>
                  <a:pt x="3909577" y="593090"/>
                </a:lnTo>
                <a:lnTo>
                  <a:pt x="3909577" y="478790"/>
                </a:lnTo>
                <a:lnTo>
                  <a:pt x="3784502" y="472440"/>
                </a:lnTo>
                <a:lnTo>
                  <a:pt x="3755707" y="472440"/>
                </a:lnTo>
                <a:lnTo>
                  <a:pt x="3747278" y="471170"/>
                </a:lnTo>
                <a:close/>
              </a:path>
              <a:path w="4364355" h="960120">
                <a:moveTo>
                  <a:pt x="2882289" y="590550"/>
                </a:moveTo>
                <a:lnTo>
                  <a:pt x="2878006" y="590550"/>
                </a:lnTo>
                <a:lnTo>
                  <a:pt x="2878006" y="595630"/>
                </a:lnTo>
                <a:lnTo>
                  <a:pt x="2882289" y="595630"/>
                </a:lnTo>
                <a:lnTo>
                  <a:pt x="2882289" y="590550"/>
                </a:lnTo>
                <a:close/>
              </a:path>
              <a:path w="4364355" h="960120">
                <a:moveTo>
                  <a:pt x="2916570" y="590550"/>
                </a:moveTo>
                <a:lnTo>
                  <a:pt x="2912288" y="590550"/>
                </a:lnTo>
                <a:lnTo>
                  <a:pt x="2912288" y="595630"/>
                </a:lnTo>
                <a:lnTo>
                  <a:pt x="2916570" y="595630"/>
                </a:lnTo>
                <a:lnTo>
                  <a:pt x="2916570" y="590550"/>
                </a:lnTo>
                <a:close/>
              </a:path>
              <a:path w="4364355" h="960120">
                <a:moveTo>
                  <a:pt x="3651752" y="593090"/>
                </a:moveTo>
                <a:lnTo>
                  <a:pt x="3651752" y="594360"/>
                </a:lnTo>
                <a:lnTo>
                  <a:pt x="3666144" y="594360"/>
                </a:lnTo>
                <a:lnTo>
                  <a:pt x="3651752" y="593090"/>
                </a:lnTo>
                <a:close/>
              </a:path>
              <a:path w="4364355" h="960120">
                <a:moveTo>
                  <a:pt x="41161" y="562610"/>
                </a:moveTo>
                <a:lnTo>
                  <a:pt x="34878" y="562610"/>
                </a:lnTo>
                <a:lnTo>
                  <a:pt x="34878" y="566420"/>
                </a:lnTo>
                <a:lnTo>
                  <a:pt x="41161" y="566420"/>
                </a:lnTo>
                <a:lnTo>
                  <a:pt x="41161" y="562610"/>
                </a:lnTo>
                <a:close/>
              </a:path>
              <a:path w="4364355" h="960120">
                <a:moveTo>
                  <a:pt x="76039" y="562610"/>
                </a:moveTo>
                <a:lnTo>
                  <a:pt x="69757" y="562610"/>
                </a:lnTo>
                <a:lnTo>
                  <a:pt x="69757" y="566420"/>
                </a:lnTo>
                <a:lnTo>
                  <a:pt x="76039" y="566420"/>
                </a:lnTo>
                <a:lnTo>
                  <a:pt x="76039" y="562610"/>
                </a:lnTo>
                <a:close/>
              </a:path>
              <a:path w="4364355" h="960120">
                <a:moveTo>
                  <a:pt x="110918" y="562610"/>
                </a:moveTo>
                <a:lnTo>
                  <a:pt x="104646" y="562610"/>
                </a:lnTo>
                <a:lnTo>
                  <a:pt x="104646" y="566420"/>
                </a:lnTo>
                <a:lnTo>
                  <a:pt x="110918" y="566420"/>
                </a:lnTo>
                <a:lnTo>
                  <a:pt x="110918" y="562610"/>
                </a:lnTo>
                <a:close/>
              </a:path>
              <a:path w="4364355" h="960120">
                <a:moveTo>
                  <a:pt x="145765" y="562610"/>
                </a:moveTo>
                <a:lnTo>
                  <a:pt x="139482" y="562610"/>
                </a:lnTo>
                <a:lnTo>
                  <a:pt x="139482" y="566420"/>
                </a:lnTo>
                <a:lnTo>
                  <a:pt x="145765" y="566420"/>
                </a:lnTo>
                <a:lnTo>
                  <a:pt x="145765" y="562610"/>
                </a:lnTo>
                <a:close/>
              </a:path>
              <a:path w="4364355" h="960120">
                <a:moveTo>
                  <a:pt x="2563482" y="557530"/>
                </a:moveTo>
                <a:lnTo>
                  <a:pt x="2469013" y="557530"/>
                </a:lnTo>
                <a:lnTo>
                  <a:pt x="2469013" y="565150"/>
                </a:lnTo>
                <a:lnTo>
                  <a:pt x="2563482" y="565150"/>
                </a:lnTo>
                <a:lnTo>
                  <a:pt x="2563482" y="557530"/>
                </a:lnTo>
                <a:close/>
              </a:path>
              <a:path w="4364355" h="960120">
                <a:moveTo>
                  <a:pt x="2708650" y="511810"/>
                </a:moveTo>
                <a:lnTo>
                  <a:pt x="2623281" y="511810"/>
                </a:lnTo>
                <a:lnTo>
                  <a:pt x="2623281" y="563880"/>
                </a:lnTo>
                <a:lnTo>
                  <a:pt x="2708650" y="563880"/>
                </a:lnTo>
                <a:lnTo>
                  <a:pt x="2708650" y="511810"/>
                </a:lnTo>
                <a:close/>
              </a:path>
              <a:path w="4364355" h="960120">
                <a:moveTo>
                  <a:pt x="2698294" y="453390"/>
                </a:moveTo>
                <a:lnTo>
                  <a:pt x="2633637" y="453390"/>
                </a:lnTo>
                <a:lnTo>
                  <a:pt x="2633637" y="511810"/>
                </a:lnTo>
                <a:lnTo>
                  <a:pt x="2698294" y="511810"/>
                </a:lnTo>
                <a:lnTo>
                  <a:pt x="2698294" y="453390"/>
                </a:lnTo>
                <a:close/>
              </a:path>
              <a:path w="4364355" h="960120">
                <a:moveTo>
                  <a:pt x="3755707" y="471170"/>
                </a:moveTo>
                <a:lnTo>
                  <a:pt x="3755707" y="472440"/>
                </a:lnTo>
                <a:lnTo>
                  <a:pt x="3784502" y="472440"/>
                </a:lnTo>
                <a:lnTo>
                  <a:pt x="3755707" y="471170"/>
                </a:lnTo>
                <a:close/>
              </a:path>
              <a:path w="4364355" h="960120">
                <a:moveTo>
                  <a:pt x="2399979" y="222250"/>
                </a:moveTo>
                <a:lnTo>
                  <a:pt x="2133432" y="222250"/>
                </a:lnTo>
                <a:lnTo>
                  <a:pt x="2133432" y="397510"/>
                </a:lnTo>
                <a:lnTo>
                  <a:pt x="2399979" y="397510"/>
                </a:lnTo>
                <a:lnTo>
                  <a:pt x="2399979" y="222250"/>
                </a:lnTo>
                <a:close/>
              </a:path>
              <a:path w="4364355" h="960120">
                <a:moveTo>
                  <a:pt x="782112" y="303530"/>
                </a:moveTo>
                <a:lnTo>
                  <a:pt x="779065" y="303530"/>
                </a:lnTo>
                <a:lnTo>
                  <a:pt x="779065" y="317500"/>
                </a:lnTo>
                <a:lnTo>
                  <a:pt x="782112" y="317500"/>
                </a:lnTo>
                <a:lnTo>
                  <a:pt x="782112" y="303530"/>
                </a:lnTo>
                <a:close/>
              </a:path>
              <a:path w="4364355" h="960120">
                <a:moveTo>
                  <a:pt x="871387" y="303530"/>
                </a:moveTo>
                <a:lnTo>
                  <a:pt x="868905" y="303530"/>
                </a:lnTo>
                <a:lnTo>
                  <a:pt x="868905" y="317500"/>
                </a:lnTo>
                <a:lnTo>
                  <a:pt x="871387" y="317500"/>
                </a:lnTo>
                <a:lnTo>
                  <a:pt x="871387" y="303530"/>
                </a:lnTo>
                <a:close/>
              </a:path>
              <a:path w="4364355" h="960120">
                <a:moveTo>
                  <a:pt x="884863" y="243840"/>
                </a:moveTo>
                <a:lnTo>
                  <a:pt x="757704" y="243840"/>
                </a:lnTo>
                <a:lnTo>
                  <a:pt x="757704" y="303530"/>
                </a:lnTo>
                <a:lnTo>
                  <a:pt x="884863" y="303530"/>
                </a:lnTo>
                <a:lnTo>
                  <a:pt x="884863" y="243840"/>
                </a:lnTo>
                <a:close/>
              </a:path>
              <a:path w="4364355" h="960120">
                <a:moveTo>
                  <a:pt x="2379288" y="116840"/>
                </a:moveTo>
                <a:lnTo>
                  <a:pt x="2154122" y="116840"/>
                </a:lnTo>
                <a:lnTo>
                  <a:pt x="2154122" y="222250"/>
                </a:lnTo>
                <a:lnTo>
                  <a:pt x="2379288" y="222250"/>
                </a:lnTo>
                <a:lnTo>
                  <a:pt x="2379288" y="116840"/>
                </a:lnTo>
                <a:close/>
              </a:path>
              <a:path w="4364355" h="960120">
                <a:moveTo>
                  <a:pt x="2351970" y="0"/>
                </a:moveTo>
                <a:lnTo>
                  <a:pt x="2181441" y="0"/>
                </a:lnTo>
                <a:lnTo>
                  <a:pt x="2181441" y="116840"/>
                </a:lnTo>
                <a:lnTo>
                  <a:pt x="2351970" y="116840"/>
                </a:lnTo>
                <a:lnTo>
                  <a:pt x="2351970" y="0"/>
                </a:lnTo>
                <a:close/>
              </a:path>
            </a:pathLst>
          </a:custGeom>
          <a:solidFill>
            <a:srgbClr val="00B9E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8" name="object 698" descr=""/>
          <p:cNvSpPr/>
          <p:nvPr/>
        </p:nvSpPr>
        <p:spPr>
          <a:xfrm>
            <a:off x="13497066" y="9074333"/>
            <a:ext cx="28575" cy="187325"/>
          </a:xfrm>
          <a:custGeom>
            <a:avLst/>
            <a:gdLst/>
            <a:ahLst/>
            <a:cxnLst/>
            <a:rect l="l" t="t" r="r" b="b"/>
            <a:pathLst>
              <a:path w="28575" h="187325">
                <a:moveTo>
                  <a:pt x="28549" y="89230"/>
                </a:moveTo>
                <a:lnTo>
                  <a:pt x="21590" y="89230"/>
                </a:lnTo>
                <a:lnTo>
                  <a:pt x="21590" y="33337"/>
                </a:lnTo>
                <a:lnTo>
                  <a:pt x="25679" y="29133"/>
                </a:lnTo>
                <a:lnTo>
                  <a:pt x="25679" y="18542"/>
                </a:lnTo>
                <a:lnTo>
                  <a:pt x="24879" y="15976"/>
                </a:lnTo>
                <a:lnTo>
                  <a:pt x="23647" y="13817"/>
                </a:lnTo>
                <a:lnTo>
                  <a:pt x="21361" y="9740"/>
                </a:lnTo>
                <a:lnTo>
                  <a:pt x="17576" y="7035"/>
                </a:lnTo>
                <a:lnTo>
                  <a:pt x="16078" y="7035"/>
                </a:lnTo>
                <a:lnTo>
                  <a:pt x="16078" y="6731"/>
                </a:lnTo>
                <a:lnTo>
                  <a:pt x="15913" y="6565"/>
                </a:lnTo>
                <a:lnTo>
                  <a:pt x="15290" y="6565"/>
                </a:lnTo>
                <a:lnTo>
                  <a:pt x="15290" y="4445"/>
                </a:lnTo>
                <a:lnTo>
                  <a:pt x="15138" y="4292"/>
                </a:lnTo>
                <a:lnTo>
                  <a:pt x="15062" y="2247"/>
                </a:lnTo>
                <a:lnTo>
                  <a:pt x="14947" y="101"/>
                </a:lnTo>
                <a:lnTo>
                  <a:pt x="14732" y="0"/>
                </a:lnTo>
                <a:lnTo>
                  <a:pt x="14605" y="0"/>
                </a:lnTo>
                <a:lnTo>
                  <a:pt x="14503" y="2133"/>
                </a:lnTo>
                <a:lnTo>
                  <a:pt x="14389" y="4292"/>
                </a:lnTo>
                <a:lnTo>
                  <a:pt x="14147" y="4445"/>
                </a:lnTo>
                <a:lnTo>
                  <a:pt x="14147" y="6565"/>
                </a:lnTo>
                <a:lnTo>
                  <a:pt x="13716" y="6565"/>
                </a:lnTo>
                <a:lnTo>
                  <a:pt x="13525" y="6565"/>
                </a:lnTo>
                <a:lnTo>
                  <a:pt x="13373" y="6731"/>
                </a:lnTo>
                <a:lnTo>
                  <a:pt x="13373" y="7035"/>
                </a:lnTo>
                <a:lnTo>
                  <a:pt x="10337" y="7035"/>
                </a:lnTo>
                <a:lnTo>
                  <a:pt x="3759" y="13411"/>
                </a:lnTo>
                <a:lnTo>
                  <a:pt x="3784" y="22288"/>
                </a:lnTo>
                <a:lnTo>
                  <a:pt x="4191" y="29679"/>
                </a:lnTo>
                <a:lnTo>
                  <a:pt x="7835" y="33134"/>
                </a:lnTo>
                <a:lnTo>
                  <a:pt x="7835" y="89230"/>
                </a:lnTo>
                <a:lnTo>
                  <a:pt x="0" y="89230"/>
                </a:lnTo>
                <a:lnTo>
                  <a:pt x="0" y="92519"/>
                </a:lnTo>
                <a:lnTo>
                  <a:pt x="0" y="98310"/>
                </a:lnTo>
                <a:lnTo>
                  <a:pt x="4737" y="103911"/>
                </a:lnTo>
                <a:lnTo>
                  <a:pt x="4826" y="187185"/>
                </a:lnTo>
                <a:lnTo>
                  <a:pt x="14503" y="187185"/>
                </a:lnTo>
                <a:lnTo>
                  <a:pt x="23622" y="187185"/>
                </a:lnTo>
                <a:lnTo>
                  <a:pt x="23622" y="103911"/>
                </a:lnTo>
                <a:lnTo>
                  <a:pt x="28549" y="98310"/>
                </a:lnTo>
                <a:lnTo>
                  <a:pt x="28549" y="92519"/>
                </a:lnTo>
                <a:lnTo>
                  <a:pt x="28549" y="89230"/>
                </a:lnTo>
                <a:close/>
              </a:path>
            </a:pathLst>
          </a:custGeom>
          <a:solidFill>
            <a:srgbClr val="33865D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9" name="object 699" descr=""/>
          <p:cNvSpPr/>
          <p:nvPr/>
        </p:nvSpPr>
        <p:spPr>
          <a:xfrm>
            <a:off x="13473278" y="9685991"/>
            <a:ext cx="69215" cy="367030"/>
          </a:xfrm>
          <a:custGeom>
            <a:avLst/>
            <a:gdLst/>
            <a:ahLst/>
            <a:cxnLst/>
            <a:rect l="l" t="t" r="r" b="b"/>
            <a:pathLst>
              <a:path w="69215" h="367029">
                <a:moveTo>
                  <a:pt x="68884" y="6718"/>
                </a:moveTo>
                <a:lnTo>
                  <a:pt x="63423" y="6718"/>
                </a:lnTo>
                <a:lnTo>
                  <a:pt x="63423" y="0"/>
                </a:lnTo>
                <a:lnTo>
                  <a:pt x="0" y="0"/>
                </a:lnTo>
                <a:lnTo>
                  <a:pt x="0" y="6718"/>
                </a:lnTo>
                <a:lnTo>
                  <a:pt x="6578" y="6718"/>
                </a:lnTo>
                <a:lnTo>
                  <a:pt x="6578" y="124307"/>
                </a:lnTo>
                <a:lnTo>
                  <a:pt x="6578" y="366623"/>
                </a:lnTo>
                <a:lnTo>
                  <a:pt x="68884" y="366623"/>
                </a:lnTo>
                <a:lnTo>
                  <a:pt x="68884" y="124307"/>
                </a:lnTo>
                <a:lnTo>
                  <a:pt x="68884" y="6718"/>
                </a:lnTo>
                <a:close/>
              </a:path>
            </a:pathLst>
          </a:custGeom>
          <a:solidFill>
            <a:srgbClr val="33865D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700" name="object 700" descr=""/>
          <p:cNvGrpSpPr/>
          <p:nvPr/>
        </p:nvGrpSpPr>
        <p:grpSpPr>
          <a:xfrm>
            <a:off x="13440533" y="9256776"/>
            <a:ext cx="254000" cy="438150"/>
            <a:chOff x="13440533" y="9256776"/>
            <a:chExt cx="254000" cy="438150"/>
          </a:xfrm>
        </p:grpSpPr>
        <p:sp>
          <p:nvSpPr>
            <p:cNvPr id="701" name="object 701" descr=""/>
            <p:cNvSpPr/>
            <p:nvPr/>
          </p:nvSpPr>
          <p:spPr>
            <a:xfrm>
              <a:off x="13487464" y="9277928"/>
              <a:ext cx="47625" cy="408305"/>
            </a:xfrm>
            <a:custGeom>
              <a:avLst/>
              <a:gdLst/>
              <a:ahLst/>
              <a:cxnLst/>
              <a:rect l="l" t="t" r="r" b="b"/>
              <a:pathLst>
                <a:path w="47625" h="408304">
                  <a:moveTo>
                    <a:pt x="40322" y="0"/>
                  </a:moveTo>
                  <a:lnTo>
                    <a:pt x="24371" y="0"/>
                  </a:lnTo>
                  <a:lnTo>
                    <a:pt x="7429" y="0"/>
                  </a:lnTo>
                  <a:lnTo>
                    <a:pt x="7429" y="167436"/>
                  </a:lnTo>
                  <a:lnTo>
                    <a:pt x="24371" y="167436"/>
                  </a:lnTo>
                  <a:lnTo>
                    <a:pt x="40322" y="167436"/>
                  </a:lnTo>
                  <a:lnTo>
                    <a:pt x="40322" y="0"/>
                  </a:lnTo>
                  <a:close/>
                </a:path>
                <a:path w="47625" h="408304">
                  <a:moveTo>
                    <a:pt x="47294" y="176822"/>
                  </a:moveTo>
                  <a:lnTo>
                    <a:pt x="35039" y="176822"/>
                  </a:lnTo>
                  <a:lnTo>
                    <a:pt x="12319" y="176822"/>
                  </a:lnTo>
                  <a:lnTo>
                    <a:pt x="0" y="176822"/>
                  </a:lnTo>
                  <a:lnTo>
                    <a:pt x="0" y="408063"/>
                  </a:lnTo>
                  <a:lnTo>
                    <a:pt x="12319" y="408063"/>
                  </a:lnTo>
                  <a:lnTo>
                    <a:pt x="34963" y="408063"/>
                  </a:lnTo>
                  <a:lnTo>
                    <a:pt x="47294" y="408063"/>
                  </a:lnTo>
                  <a:lnTo>
                    <a:pt x="47294" y="176822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" name="object 702" descr=""/>
            <p:cNvSpPr/>
            <p:nvPr/>
          </p:nvSpPr>
          <p:spPr>
            <a:xfrm>
              <a:off x="13487464" y="9515951"/>
              <a:ext cx="47625" cy="132080"/>
            </a:xfrm>
            <a:custGeom>
              <a:avLst/>
              <a:gdLst/>
              <a:ahLst/>
              <a:cxnLst/>
              <a:rect l="l" t="t" r="r" b="b"/>
              <a:pathLst>
                <a:path w="47625" h="132079">
                  <a:moveTo>
                    <a:pt x="47307" y="106400"/>
                  </a:moveTo>
                  <a:lnTo>
                    <a:pt x="0" y="106400"/>
                  </a:lnTo>
                  <a:lnTo>
                    <a:pt x="0" y="113207"/>
                  </a:lnTo>
                  <a:lnTo>
                    <a:pt x="47307" y="113207"/>
                  </a:lnTo>
                  <a:lnTo>
                    <a:pt x="47307" y="106400"/>
                  </a:lnTo>
                  <a:close/>
                </a:path>
                <a:path w="47625" h="132079">
                  <a:moveTo>
                    <a:pt x="47345" y="124866"/>
                  </a:moveTo>
                  <a:lnTo>
                    <a:pt x="38" y="124866"/>
                  </a:lnTo>
                  <a:lnTo>
                    <a:pt x="38" y="131660"/>
                  </a:lnTo>
                  <a:lnTo>
                    <a:pt x="47345" y="131660"/>
                  </a:lnTo>
                  <a:lnTo>
                    <a:pt x="47345" y="124866"/>
                  </a:lnTo>
                  <a:close/>
                </a:path>
                <a:path w="47625" h="132079">
                  <a:moveTo>
                    <a:pt x="47345" y="18478"/>
                  </a:moveTo>
                  <a:lnTo>
                    <a:pt x="38" y="18478"/>
                  </a:lnTo>
                  <a:lnTo>
                    <a:pt x="38" y="25273"/>
                  </a:lnTo>
                  <a:lnTo>
                    <a:pt x="47345" y="25273"/>
                  </a:lnTo>
                  <a:lnTo>
                    <a:pt x="47345" y="18478"/>
                  </a:lnTo>
                  <a:close/>
                </a:path>
                <a:path w="47625" h="132079">
                  <a:moveTo>
                    <a:pt x="47345" y="0"/>
                  </a:moveTo>
                  <a:lnTo>
                    <a:pt x="38" y="0"/>
                  </a:lnTo>
                  <a:lnTo>
                    <a:pt x="38" y="6807"/>
                  </a:lnTo>
                  <a:lnTo>
                    <a:pt x="47345" y="6807"/>
                  </a:lnTo>
                  <a:lnTo>
                    <a:pt x="47345" y="0"/>
                  </a:lnTo>
                  <a:close/>
                </a:path>
              </a:pathLst>
            </a:custGeom>
            <a:solidFill>
              <a:srgbClr val="33865D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" name="object 703" descr=""/>
            <p:cNvSpPr/>
            <p:nvPr/>
          </p:nvSpPr>
          <p:spPr>
            <a:xfrm>
              <a:off x="13440524" y="9256782"/>
              <a:ext cx="254000" cy="385445"/>
            </a:xfrm>
            <a:custGeom>
              <a:avLst/>
              <a:gdLst/>
              <a:ahLst/>
              <a:cxnLst/>
              <a:rect l="l" t="t" r="r" b="b"/>
              <a:pathLst>
                <a:path w="254000" h="385445">
                  <a:moveTo>
                    <a:pt x="95872" y="0"/>
                  </a:moveTo>
                  <a:lnTo>
                    <a:pt x="45935" y="0"/>
                  </a:lnTo>
                  <a:lnTo>
                    <a:pt x="45935" y="4737"/>
                  </a:lnTo>
                  <a:lnTo>
                    <a:pt x="95872" y="4737"/>
                  </a:lnTo>
                  <a:lnTo>
                    <a:pt x="95872" y="0"/>
                  </a:lnTo>
                  <a:close/>
                </a:path>
                <a:path w="254000" h="385445">
                  <a:moveTo>
                    <a:pt x="95885" y="13081"/>
                  </a:moveTo>
                  <a:lnTo>
                    <a:pt x="95872" y="4749"/>
                  </a:lnTo>
                  <a:lnTo>
                    <a:pt x="45935" y="4749"/>
                  </a:lnTo>
                  <a:lnTo>
                    <a:pt x="45935" y="13093"/>
                  </a:lnTo>
                  <a:lnTo>
                    <a:pt x="54229" y="21132"/>
                  </a:lnTo>
                  <a:lnTo>
                    <a:pt x="87172" y="21132"/>
                  </a:lnTo>
                  <a:lnTo>
                    <a:pt x="95859" y="13093"/>
                  </a:lnTo>
                  <a:close/>
                </a:path>
                <a:path w="254000" h="385445">
                  <a:moveTo>
                    <a:pt x="106807" y="183235"/>
                  </a:moveTo>
                  <a:lnTo>
                    <a:pt x="35026" y="183235"/>
                  </a:lnTo>
                  <a:lnTo>
                    <a:pt x="35026" y="188582"/>
                  </a:lnTo>
                  <a:lnTo>
                    <a:pt x="35026" y="197967"/>
                  </a:lnTo>
                  <a:lnTo>
                    <a:pt x="46926" y="207035"/>
                  </a:lnTo>
                  <a:lnTo>
                    <a:pt x="94272" y="207035"/>
                  </a:lnTo>
                  <a:lnTo>
                    <a:pt x="106807" y="197967"/>
                  </a:lnTo>
                  <a:lnTo>
                    <a:pt x="106807" y="188582"/>
                  </a:lnTo>
                  <a:lnTo>
                    <a:pt x="106807" y="183235"/>
                  </a:lnTo>
                  <a:close/>
                </a:path>
                <a:path w="254000" h="385445">
                  <a:moveTo>
                    <a:pt x="253822" y="237845"/>
                  </a:moveTo>
                  <a:lnTo>
                    <a:pt x="122402" y="237845"/>
                  </a:lnTo>
                  <a:lnTo>
                    <a:pt x="122402" y="343115"/>
                  </a:lnTo>
                  <a:lnTo>
                    <a:pt x="0" y="343115"/>
                  </a:lnTo>
                  <a:lnTo>
                    <a:pt x="0" y="385406"/>
                  </a:lnTo>
                  <a:lnTo>
                    <a:pt x="142671" y="385406"/>
                  </a:lnTo>
                  <a:lnTo>
                    <a:pt x="142671" y="343522"/>
                  </a:lnTo>
                  <a:lnTo>
                    <a:pt x="253822" y="343522"/>
                  </a:lnTo>
                  <a:lnTo>
                    <a:pt x="253822" y="237845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4" name="object 704" descr=""/>
            <p:cNvSpPr/>
            <p:nvPr/>
          </p:nvSpPr>
          <p:spPr>
            <a:xfrm>
              <a:off x="13583209" y="9599898"/>
              <a:ext cx="111760" cy="95250"/>
            </a:xfrm>
            <a:custGeom>
              <a:avLst/>
              <a:gdLst/>
              <a:ahLst/>
              <a:cxnLst/>
              <a:rect l="l" t="t" r="r" b="b"/>
              <a:pathLst>
                <a:path w="111759" h="95250">
                  <a:moveTo>
                    <a:pt x="111137" y="0"/>
                  </a:moveTo>
                  <a:lnTo>
                    <a:pt x="0" y="0"/>
                  </a:lnTo>
                  <a:lnTo>
                    <a:pt x="0" y="52044"/>
                  </a:lnTo>
                  <a:lnTo>
                    <a:pt x="0" y="94665"/>
                  </a:lnTo>
                  <a:lnTo>
                    <a:pt x="111137" y="94665"/>
                  </a:lnTo>
                  <a:lnTo>
                    <a:pt x="111137" y="52044"/>
                  </a:lnTo>
                  <a:lnTo>
                    <a:pt x="111137" y="0"/>
                  </a:lnTo>
                  <a:close/>
                </a:path>
              </a:pathLst>
            </a:custGeom>
            <a:solidFill>
              <a:srgbClr val="4F9673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05" name="object 705" descr=""/>
          <p:cNvGrpSpPr/>
          <p:nvPr/>
        </p:nvGrpSpPr>
        <p:grpSpPr>
          <a:xfrm>
            <a:off x="13337353" y="9494616"/>
            <a:ext cx="1022350" cy="615315"/>
            <a:chOff x="13337353" y="9494616"/>
            <a:chExt cx="1022350" cy="615315"/>
          </a:xfrm>
        </p:grpSpPr>
        <p:sp>
          <p:nvSpPr>
            <p:cNvPr id="706" name="object 706" descr=""/>
            <p:cNvSpPr/>
            <p:nvPr/>
          </p:nvSpPr>
          <p:spPr>
            <a:xfrm>
              <a:off x="13396922" y="9821072"/>
              <a:ext cx="148590" cy="288925"/>
            </a:xfrm>
            <a:custGeom>
              <a:avLst/>
              <a:gdLst/>
              <a:ahLst/>
              <a:cxnLst/>
              <a:rect l="l" t="t" r="r" b="b"/>
              <a:pathLst>
                <a:path w="148590" h="288925">
                  <a:moveTo>
                    <a:pt x="148519" y="0"/>
                  </a:moveTo>
                  <a:lnTo>
                    <a:pt x="0" y="0"/>
                  </a:lnTo>
                  <a:lnTo>
                    <a:pt x="0" y="288650"/>
                  </a:lnTo>
                  <a:lnTo>
                    <a:pt x="148519" y="288650"/>
                  </a:lnTo>
                  <a:lnTo>
                    <a:pt x="148519" y="0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" name="object 707" descr=""/>
            <p:cNvSpPr/>
            <p:nvPr/>
          </p:nvSpPr>
          <p:spPr>
            <a:xfrm>
              <a:off x="13421386" y="9845185"/>
              <a:ext cx="80010" cy="264795"/>
            </a:xfrm>
            <a:custGeom>
              <a:avLst/>
              <a:gdLst/>
              <a:ahLst/>
              <a:cxnLst/>
              <a:rect l="l" t="t" r="r" b="b"/>
              <a:pathLst>
                <a:path w="80009" h="264795">
                  <a:moveTo>
                    <a:pt x="25057" y="49809"/>
                  </a:moveTo>
                  <a:lnTo>
                    <a:pt x="16598" y="10731"/>
                  </a:lnTo>
                  <a:lnTo>
                    <a:pt x="12547" y="0"/>
                  </a:lnTo>
                  <a:lnTo>
                    <a:pt x="5295" y="17589"/>
                  </a:lnTo>
                  <a:lnTo>
                    <a:pt x="1562" y="28638"/>
                  </a:lnTo>
                  <a:lnTo>
                    <a:pt x="190" y="37820"/>
                  </a:lnTo>
                  <a:lnTo>
                    <a:pt x="0" y="49809"/>
                  </a:lnTo>
                  <a:lnTo>
                    <a:pt x="0" y="264553"/>
                  </a:lnTo>
                  <a:lnTo>
                    <a:pt x="25057" y="264553"/>
                  </a:lnTo>
                  <a:lnTo>
                    <a:pt x="25057" y="49809"/>
                  </a:lnTo>
                  <a:close/>
                </a:path>
                <a:path w="80009" h="264795">
                  <a:moveTo>
                    <a:pt x="79959" y="49809"/>
                  </a:moveTo>
                  <a:lnTo>
                    <a:pt x="70129" y="11112"/>
                  </a:lnTo>
                  <a:lnTo>
                    <a:pt x="65239" y="12"/>
                  </a:lnTo>
                  <a:lnTo>
                    <a:pt x="56692" y="17589"/>
                  </a:lnTo>
                  <a:lnTo>
                    <a:pt x="52311" y="28638"/>
                  </a:lnTo>
                  <a:lnTo>
                    <a:pt x="50685" y="37820"/>
                  </a:lnTo>
                  <a:lnTo>
                    <a:pt x="50457" y="49809"/>
                  </a:lnTo>
                  <a:lnTo>
                    <a:pt x="50457" y="264553"/>
                  </a:lnTo>
                  <a:lnTo>
                    <a:pt x="79959" y="264553"/>
                  </a:lnTo>
                  <a:lnTo>
                    <a:pt x="79959" y="49809"/>
                  </a:lnTo>
                  <a:close/>
                </a:path>
              </a:pathLst>
            </a:custGeom>
            <a:solidFill>
              <a:srgbClr val="EF8F1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8" name="object 708" descr=""/>
            <p:cNvSpPr/>
            <p:nvPr/>
          </p:nvSpPr>
          <p:spPr>
            <a:xfrm>
              <a:off x="13431203" y="9856298"/>
              <a:ext cx="70485" cy="147320"/>
            </a:xfrm>
            <a:custGeom>
              <a:avLst/>
              <a:gdLst/>
              <a:ahLst/>
              <a:cxnLst/>
              <a:rect l="l" t="t" r="r" b="b"/>
              <a:pathLst>
                <a:path w="70484" h="147320">
                  <a:moveTo>
                    <a:pt x="15240" y="2171"/>
                  </a:moveTo>
                  <a:lnTo>
                    <a:pt x="0" y="2171"/>
                  </a:lnTo>
                  <a:lnTo>
                    <a:pt x="0" y="146786"/>
                  </a:lnTo>
                  <a:lnTo>
                    <a:pt x="15240" y="146786"/>
                  </a:lnTo>
                  <a:lnTo>
                    <a:pt x="15240" y="2171"/>
                  </a:lnTo>
                  <a:close/>
                </a:path>
                <a:path w="70484" h="147320">
                  <a:moveTo>
                    <a:pt x="70142" y="0"/>
                  </a:moveTo>
                  <a:lnTo>
                    <a:pt x="50457" y="0"/>
                  </a:lnTo>
                  <a:lnTo>
                    <a:pt x="50457" y="146786"/>
                  </a:lnTo>
                  <a:lnTo>
                    <a:pt x="70142" y="146786"/>
                  </a:lnTo>
                  <a:lnTo>
                    <a:pt x="70142" y="0"/>
                  </a:lnTo>
                  <a:close/>
                </a:path>
              </a:pathLst>
            </a:custGeom>
            <a:solidFill>
              <a:srgbClr val="54EB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" name="object 709" descr=""/>
            <p:cNvSpPr/>
            <p:nvPr/>
          </p:nvSpPr>
          <p:spPr>
            <a:xfrm>
              <a:off x="13400429" y="9651863"/>
              <a:ext cx="136525" cy="163195"/>
            </a:xfrm>
            <a:custGeom>
              <a:avLst/>
              <a:gdLst/>
              <a:ahLst/>
              <a:cxnLst/>
              <a:rect l="l" t="t" r="r" b="b"/>
              <a:pathLst>
                <a:path w="136525" h="163195">
                  <a:moveTo>
                    <a:pt x="136278" y="0"/>
                  </a:moveTo>
                  <a:lnTo>
                    <a:pt x="0" y="0"/>
                  </a:lnTo>
                  <a:lnTo>
                    <a:pt x="0" y="162968"/>
                  </a:lnTo>
                  <a:lnTo>
                    <a:pt x="136278" y="162968"/>
                  </a:lnTo>
                  <a:lnTo>
                    <a:pt x="136278" y="0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" name="object 710" descr=""/>
            <p:cNvSpPr/>
            <p:nvPr/>
          </p:nvSpPr>
          <p:spPr>
            <a:xfrm>
              <a:off x="13425437" y="9930631"/>
              <a:ext cx="76200" cy="22860"/>
            </a:xfrm>
            <a:custGeom>
              <a:avLst/>
              <a:gdLst/>
              <a:ahLst/>
              <a:cxnLst/>
              <a:rect l="l" t="t" r="r" b="b"/>
              <a:pathLst>
                <a:path w="76200" h="22859">
                  <a:moveTo>
                    <a:pt x="20980" y="0"/>
                  </a:moveTo>
                  <a:lnTo>
                    <a:pt x="0" y="0"/>
                  </a:lnTo>
                  <a:lnTo>
                    <a:pt x="0" y="22707"/>
                  </a:lnTo>
                  <a:lnTo>
                    <a:pt x="20980" y="22707"/>
                  </a:lnTo>
                  <a:lnTo>
                    <a:pt x="20980" y="0"/>
                  </a:lnTo>
                  <a:close/>
                </a:path>
                <a:path w="76200" h="22859">
                  <a:moveTo>
                    <a:pt x="75907" y="0"/>
                  </a:moveTo>
                  <a:lnTo>
                    <a:pt x="50546" y="0"/>
                  </a:lnTo>
                  <a:lnTo>
                    <a:pt x="50546" y="22707"/>
                  </a:lnTo>
                  <a:lnTo>
                    <a:pt x="75907" y="22707"/>
                  </a:lnTo>
                  <a:lnTo>
                    <a:pt x="75907" y="0"/>
                  </a:lnTo>
                  <a:close/>
                </a:path>
              </a:pathLst>
            </a:custGeom>
            <a:solidFill>
              <a:srgbClr val="FFBE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" name="object 711" descr=""/>
            <p:cNvSpPr/>
            <p:nvPr/>
          </p:nvSpPr>
          <p:spPr>
            <a:xfrm>
              <a:off x="13421386" y="9691769"/>
              <a:ext cx="80645" cy="34925"/>
            </a:xfrm>
            <a:custGeom>
              <a:avLst/>
              <a:gdLst/>
              <a:ahLst/>
              <a:cxnLst/>
              <a:rect l="l" t="t" r="r" b="b"/>
              <a:pathLst>
                <a:path w="80644" h="34925">
                  <a:moveTo>
                    <a:pt x="25069" y="698"/>
                  </a:moveTo>
                  <a:lnTo>
                    <a:pt x="0" y="698"/>
                  </a:lnTo>
                  <a:lnTo>
                    <a:pt x="0" y="34696"/>
                  </a:lnTo>
                  <a:lnTo>
                    <a:pt x="25069" y="34696"/>
                  </a:lnTo>
                  <a:lnTo>
                    <a:pt x="25069" y="698"/>
                  </a:lnTo>
                  <a:close/>
                </a:path>
                <a:path w="80644" h="34925">
                  <a:moveTo>
                    <a:pt x="80378" y="0"/>
                  </a:moveTo>
                  <a:lnTo>
                    <a:pt x="50457" y="0"/>
                  </a:lnTo>
                  <a:lnTo>
                    <a:pt x="50457" y="33997"/>
                  </a:lnTo>
                  <a:lnTo>
                    <a:pt x="80378" y="33997"/>
                  </a:lnTo>
                  <a:lnTo>
                    <a:pt x="80378" y="0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" name="object 712" descr=""/>
            <p:cNvSpPr/>
            <p:nvPr/>
          </p:nvSpPr>
          <p:spPr>
            <a:xfrm>
              <a:off x="13471852" y="9701132"/>
              <a:ext cx="30480" cy="63500"/>
            </a:xfrm>
            <a:custGeom>
              <a:avLst/>
              <a:gdLst/>
              <a:ahLst/>
              <a:cxnLst/>
              <a:rect l="l" t="t" r="r" b="b"/>
              <a:pathLst>
                <a:path w="30480" h="63500">
                  <a:moveTo>
                    <a:pt x="16334" y="0"/>
                  </a:moveTo>
                  <a:lnTo>
                    <a:pt x="8921" y="0"/>
                  </a:lnTo>
                  <a:lnTo>
                    <a:pt x="4764" y="5936"/>
                  </a:lnTo>
                  <a:lnTo>
                    <a:pt x="4764" y="24637"/>
                  </a:lnTo>
                  <a:lnTo>
                    <a:pt x="0" y="24637"/>
                  </a:lnTo>
                  <a:lnTo>
                    <a:pt x="0" y="63254"/>
                  </a:lnTo>
                  <a:lnTo>
                    <a:pt x="29915" y="63254"/>
                  </a:lnTo>
                  <a:lnTo>
                    <a:pt x="29915" y="24637"/>
                  </a:lnTo>
                  <a:lnTo>
                    <a:pt x="25140" y="24637"/>
                  </a:lnTo>
                  <a:lnTo>
                    <a:pt x="25140" y="13245"/>
                  </a:lnTo>
                  <a:lnTo>
                    <a:pt x="25140" y="6711"/>
                  </a:lnTo>
                  <a:lnTo>
                    <a:pt x="21768" y="1256"/>
                  </a:lnTo>
                  <a:lnTo>
                    <a:pt x="16334" y="0"/>
                  </a:lnTo>
                  <a:close/>
                </a:path>
              </a:pathLst>
            </a:custGeom>
            <a:solidFill>
              <a:srgbClr val="EF8F1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" name="object 713" descr=""/>
            <p:cNvSpPr/>
            <p:nvPr/>
          </p:nvSpPr>
          <p:spPr>
            <a:xfrm>
              <a:off x="13476711" y="9701342"/>
              <a:ext cx="25400" cy="63500"/>
            </a:xfrm>
            <a:custGeom>
              <a:avLst/>
              <a:gdLst/>
              <a:ahLst/>
              <a:cxnLst/>
              <a:rect l="l" t="t" r="r" b="b"/>
              <a:pathLst>
                <a:path w="25400" h="63500">
                  <a:moveTo>
                    <a:pt x="12523" y="0"/>
                  </a:moveTo>
                  <a:lnTo>
                    <a:pt x="8135" y="1047"/>
                  </a:lnTo>
                  <a:lnTo>
                    <a:pt x="4795" y="6502"/>
                  </a:lnTo>
                  <a:lnTo>
                    <a:pt x="4795" y="24428"/>
                  </a:lnTo>
                  <a:lnTo>
                    <a:pt x="0" y="24428"/>
                  </a:lnTo>
                  <a:lnTo>
                    <a:pt x="0" y="63045"/>
                  </a:lnTo>
                  <a:lnTo>
                    <a:pt x="25056" y="63045"/>
                  </a:lnTo>
                  <a:lnTo>
                    <a:pt x="25056" y="24428"/>
                  </a:lnTo>
                  <a:lnTo>
                    <a:pt x="20282" y="24428"/>
                  </a:lnTo>
                  <a:lnTo>
                    <a:pt x="20282" y="13036"/>
                  </a:lnTo>
                  <a:lnTo>
                    <a:pt x="20282" y="6502"/>
                  </a:lnTo>
                  <a:lnTo>
                    <a:pt x="16910" y="1047"/>
                  </a:lnTo>
                  <a:lnTo>
                    <a:pt x="12523" y="0"/>
                  </a:lnTo>
                  <a:close/>
                </a:path>
              </a:pathLst>
            </a:custGeom>
            <a:solidFill>
              <a:srgbClr val="54EB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" name="object 714" descr=""/>
            <p:cNvSpPr/>
            <p:nvPr/>
          </p:nvSpPr>
          <p:spPr>
            <a:xfrm>
              <a:off x="13471845" y="9788452"/>
              <a:ext cx="30480" cy="24130"/>
            </a:xfrm>
            <a:custGeom>
              <a:avLst/>
              <a:gdLst/>
              <a:ahLst/>
              <a:cxnLst/>
              <a:rect l="l" t="t" r="r" b="b"/>
              <a:pathLst>
                <a:path w="30480" h="24129">
                  <a:moveTo>
                    <a:pt x="29915" y="0"/>
                  </a:moveTo>
                  <a:lnTo>
                    <a:pt x="4774" y="0"/>
                  </a:lnTo>
                  <a:lnTo>
                    <a:pt x="0" y="0"/>
                  </a:lnTo>
                  <a:lnTo>
                    <a:pt x="0" y="23695"/>
                  </a:lnTo>
                  <a:lnTo>
                    <a:pt x="29915" y="23695"/>
                  </a:lnTo>
                  <a:lnTo>
                    <a:pt x="29915" y="0"/>
                  </a:lnTo>
                  <a:close/>
                </a:path>
              </a:pathLst>
            </a:custGeom>
            <a:solidFill>
              <a:srgbClr val="EF8F1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" name="object 715" descr=""/>
            <p:cNvSpPr/>
            <p:nvPr/>
          </p:nvSpPr>
          <p:spPr>
            <a:xfrm>
              <a:off x="13476713" y="9788452"/>
              <a:ext cx="25400" cy="24130"/>
            </a:xfrm>
            <a:custGeom>
              <a:avLst/>
              <a:gdLst/>
              <a:ahLst/>
              <a:cxnLst/>
              <a:rect l="l" t="t" r="r" b="b"/>
              <a:pathLst>
                <a:path w="25400" h="24129">
                  <a:moveTo>
                    <a:pt x="25046" y="0"/>
                  </a:moveTo>
                  <a:lnTo>
                    <a:pt x="4795" y="0"/>
                  </a:lnTo>
                  <a:lnTo>
                    <a:pt x="0" y="0"/>
                  </a:lnTo>
                  <a:lnTo>
                    <a:pt x="0" y="23695"/>
                  </a:lnTo>
                  <a:lnTo>
                    <a:pt x="25046" y="23695"/>
                  </a:lnTo>
                  <a:lnTo>
                    <a:pt x="25046" y="0"/>
                  </a:lnTo>
                  <a:close/>
                </a:path>
              </a:pathLst>
            </a:custGeom>
            <a:solidFill>
              <a:srgbClr val="54EB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" name="object 716" descr=""/>
            <p:cNvSpPr/>
            <p:nvPr/>
          </p:nvSpPr>
          <p:spPr>
            <a:xfrm>
              <a:off x="13421379" y="9701813"/>
              <a:ext cx="25400" cy="63500"/>
            </a:xfrm>
            <a:custGeom>
              <a:avLst/>
              <a:gdLst/>
              <a:ahLst/>
              <a:cxnLst/>
              <a:rect l="l" t="t" r="r" b="b"/>
              <a:pathLst>
                <a:path w="25400" h="63500">
                  <a:moveTo>
                    <a:pt x="13674" y="0"/>
                  </a:moveTo>
                  <a:lnTo>
                    <a:pt x="7476" y="0"/>
                  </a:lnTo>
                  <a:lnTo>
                    <a:pt x="3989" y="5936"/>
                  </a:lnTo>
                  <a:lnTo>
                    <a:pt x="3989" y="24637"/>
                  </a:lnTo>
                  <a:lnTo>
                    <a:pt x="0" y="24637"/>
                  </a:lnTo>
                  <a:lnTo>
                    <a:pt x="0" y="63254"/>
                  </a:lnTo>
                  <a:lnTo>
                    <a:pt x="25056" y="63254"/>
                  </a:lnTo>
                  <a:lnTo>
                    <a:pt x="25056" y="24637"/>
                  </a:lnTo>
                  <a:lnTo>
                    <a:pt x="21056" y="24637"/>
                  </a:lnTo>
                  <a:lnTo>
                    <a:pt x="21056" y="13245"/>
                  </a:lnTo>
                  <a:lnTo>
                    <a:pt x="21056" y="6711"/>
                  </a:lnTo>
                  <a:lnTo>
                    <a:pt x="18240" y="1256"/>
                  </a:lnTo>
                  <a:lnTo>
                    <a:pt x="13674" y="0"/>
                  </a:lnTo>
                  <a:close/>
                </a:path>
              </a:pathLst>
            </a:custGeom>
            <a:solidFill>
              <a:srgbClr val="EF8F1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" name="object 717" descr=""/>
            <p:cNvSpPr/>
            <p:nvPr/>
          </p:nvSpPr>
          <p:spPr>
            <a:xfrm>
              <a:off x="13425441" y="9702022"/>
              <a:ext cx="21590" cy="63500"/>
            </a:xfrm>
            <a:custGeom>
              <a:avLst/>
              <a:gdLst/>
              <a:ahLst/>
              <a:cxnLst/>
              <a:rect l="l" t="t" r="r" b="b"/>
              <a:pathLst>
                <a:path w="21590" h="63500">
                  <a:moveTo>
                    <a:pt x="10502" y="0"/>
                  </a:moveTo>
                  <a:lnTo>
                    <a:pt x="6816" y="1047"/>
                  </a:lnTo>
                  <a:lnTo>
                    <a:pt x="4020" y="6502"/>
                  </a:lnTo>
                  <a:lnTo>
                    <a:pt x="4020" y="24428"/>
                  </a:lnTo>
                  <a:lnTo>
                    <a:pt x="0" y="24428"/>
                  </a:lnTo>
                  <a:lnTo>
                    <a:pt x="0" y="63045"/>
                  </a:lnTo>
                  <a:lnTo>
                    <a:pt x="20994" y="63045"/>
                  </a:lnTo>
                  <a:lnTo>
                    <a:pt x="20994" y="24428"/>
                  </a:lnTo>
                  <a:lnTo>
                    <a:pt x="16994" y="24428"/>
                  </a:lnTo>
                  <a:lnTo>
                    <a:pt x="16994" y="13036"/>
                  </a:lnTo>
                  <a:lnTo>
                    <a:pt x="16994" y="6502"/>
                  </a:lnTo>
                  <a:lnTo>
                    <a:pt x="14177" y="1047"/>
                  </a:lnTo>
                  <a:lnTo>
                    <a:pt x="10502" y="0"/>
                  </a:lnTo>
                  <a:close/>
                </a:path>
              </a:pathLst>
            </a:custGeom>
            <a:solidFill>
              <a:srgbClr val="54EB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" name="object 718" descr=""/>
            <p:cNvSpPr/>
            <p:nvPr/>
          </p:nvSpPr>
          <p:spPr>
            <a:xfrm>
              <a:off x="13421372" y="9789134"/>
              <a:ext cx="25400" cy="24130"/>
            </a:xfrm>
            <a:custGeom>
              <a:avLst/>
              <a:gdLst/>
              <a:ahLst/>
              <a:cxnLst/>
              <a:rect l="l" t="t" r="r" b="b"/>
              <a:pathLst>
                <a:path w="25400" h="24129">
                  <a:moveTo>
                    <a:pt x="25056" y="0"/>
                  </a:moveTo>
                  <a:lnTo>
                    <a:pt x="3999" y="0"/>
                  </a:lnTo>
                  <a:lnTo>
                    <a:pt x="0" y="0"/>
                  </a:lnTo>
                  <a:lnTo>
                    <a:pt x="0" y="23695"/>
                  </a:lnTo>
                  <a:lnTo>
                    <a:pt x="25056" y="23695"/>
                  </a:lnTo>
                  <a:lnTo>
                    <a:pt x="25056" y="0"/>
                  </a:lnTo>
                  <a:close/>
                </a:path>
              </a:pathLst>
            </a:custGeom>
            <a:solidFill>
              <a:srgbClr val="EF8F1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" name="object 719" descr=""/>
            <p:cNvSpPr/>
            <p:nvPr/>
          </p:nvSpPr>
          <p:spPr>
            <a:xfrm>
              <a:off x="13425446" y="9789134"/>
              <a:ext cx="21590" cy="24130"/>
            </a:xfrm>
            <a:custGeom>
              <a:avLst/>
              <a:gdLst/>
              <a:ahLst/>
              <a:cxnLst/>
              <a:rect l="l" t="t" r="r" b="b"/>
              <a:pathLst>
                <a:path w="21590" h="24129">
                  <a:moveTo>
                    <a:pt x="20983" y="0"/>
                  </a:moveTo>
                  <a:lnTo>
                    <a:pt x="4020" y="0"/>
                  </a:lnTo>
                  <a:lnTo>
                    <a:pt x="0" y="0"/>
                  </a:lnTo>
                  <a:lnTo>
                    <a:pt x="0" y="23695"/>
                  </a:lnTo>
                  <a:lnTo>
                    <a:pt x="20983" y="23695"/>
                  </a:lnTo>
                  <a:lnTo>
                    <a:pt x="20983" y="0"/>
                  </a:lnTo>
                  <a:close/>
                </a:path>
              </a:pathLst>
            </a:custGeom>
            <a:solidFill>
              <a:srgbClr val="54EB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" name="object 720" descr=""/>
            <p:cNvSpPr/>
            <p:nvPr/>
          </p:nvSpPr>
          <p:spPr>
            <a:xfrm>
              <a:off x="13389344" y="9642189"/>
              <a:ext cx="156210" cy="179070"/>
            </a:xfrm>
            <a:custGeom>
              <a:avLst/>
              <a:gdLst/>
              <a:ahLst/>
              <a:cxnLst/>
              <a:rect l="l" t="t" r="r" b="b"/>
              <a:pathLst>
                <a:path w="156209" h="179070">
                  <a:moveTo>
                    <a:pt x="153479" y="0"/>
                  </a:moveTo>
                  <a:lnTo>
                    <a:pt x="4965" y="0"/>
                  </a:lnTo>
                  <a:lnTo>
                    <a:pt x="4965" y="9690"/>
                  </a:lnTo>
                  <a:lnTo>
                    <a:pt x="153479" y="9690"/>
                  </a:lnTo>
                  <a:lnTo>
                    <a:pt x="153479" y="0"/>
                  </a:lnTo>
                  <a:close/>
                </a:path>
                <a:path w="156209" h="179070">
                  <a:moveTo>
                    <a:pt x="156095" y="168109"/>
                  </a:moveTo>
                  <a:lnTo>
                    <a:pt x="0" y="168109"/>
                  </a:lnTo>
                  <a:lnTo>
                    <a:pt x="0" y="178892"/>
                  </a:lnTo>
                  <a:lnTo>
                    <a:pt x="156095" y="178892"/>
                  </a:lnTo>
                  <a:lnTo>
                    <a:pt x="156095" y="168109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" name="object 721" descr=""/>
            <p:cNvSpPr/>
            <p:nvPr/>
          </p:nvSpPr>
          <p:spPr>
            <a:xfrm>
              <a:off x="13542833" y="9642188"/>
              <a:ext cx="151765" cy="10160"/>
            </a:xfrm>
            <a:custGeom>
              <a:avLst/>
              <a:gdLst/>
              <a:ahLst/>
              <a:cxnLst/>
              <a:rect l="l" t="t" r="r" b="b"/>
              <a:pathLst>
                <a:path w="151765" h="10159">
                  <a:moveTo>
                    <a:pt x="0" y="9685"/>
                  </a:moveTo>
                  <a:lnTo>
                    <a:pt x="151524" y="9685"/>
                  </a:lnTo>
                  <a:lnTo>
                    <a:pt x="151524" y="0"/>
                  </a:lnTo>
                  <a:lnTo>
                    <a:pt x="0" y="0"/>
                  </a:lnTo>
                  <a:lnTo>
                    <a:pt x="0" y="9685"/>
                  </a:lnTo>
                  <a:close/>
                </a:path>
              </a:pathLst>
            </a:custGeom>
            <a:solidFill>
              <a:srgbClr val="6AA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" name="object 722" descr=""/>
            <p:cNvSpPr/>
            <p:nvPr/>
          </p:nvSpPr>
          <p:spPr>
            <a:xfrm>
              <a:off x="13728993" y="9738023"/>
              <a:ext cx="62230" cy="268605"/>
            </a:xfrm>
            <a:custGeom>
              <a:avLst/>
              <a:gdLst/>
              <a:ahLst/>
              <a:cxnLst/>
              <a:rect l="l" t="t" r="r" b="b"/>
              <a:pathLst>
                <a:path w="62230" h="268604">
                  <a:moveTo>
                    <a:pt x="61633" y="0"/>
                  </a:moveTo>
                  <a:lnTo>
                    <a:pt x="0" y="0"/>
                  </a:lnTo>
                  <a:lnTo>
                    <a:pt x="0" y="83096"/>
                  </a:lnTo>
                  <a:lnTo>
                    <a:pt x="0" y="268363"/>
                  </a:lnTo>
                  <a:lnTo>
                    <a:pt x="61633" y="268363"/>
                  </a:lnTo>
                  <a:lnTo>
                    <a:pt x="61633" y="83096"/>
                  </a:lnTo>
                  <a:lnTo>
                    <a:pt x="61633" y="0"/>
                  </a:lnTo>
                  <a:close/>
                </a:path>
              </a:pathLst>
            </a:custGeom>
            <a:solidFill>
              <a:srgbClr val="EF8F1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" name="object 723" descr=""/>
            <p:cNvSpPr/>
            <p:nvPr/>
          </p:nvSpPr>
          <p:spPr>
            <a:xfrm>
              <a:off x="13536702" y="9651879"/>
              <a:ext cx="197485" cy="458470"/>
            </a:xfrm>
            <a:custGeom>
              <a:avLst/>
              <a:gdLst/>
              <a:ahLst/>
              <a:cxnLst/>
              <a:rect l="l" t="t" r="r" b="b"/>
              <a:pathLst>
                <a:path w="197484" h="458470">
                  <a:moveTo>
                    <a:pt x="197421" y="0"/>
                  </a:moveTo>
                  <a:lnTo>
                    <a:pt x="0" y="0"/>
                  </a:lnTo>
                  <a:lnTo>
                    <a:pt x="0" y="86144"/>
                  </a:lnTo>
                  <a:lnTo>
                    <a:pt x="197421" y="86144"/>
                  </a:lnTo>
                  <a:lnTo>
                    <a:pt x="197421" y="0"/>
                  </a:lnTo>
                  <a:close/>
                </a:path>
                <a:path w="197484" h="458470">
                  <a:moveTo>
                    <a:pt x="197434" y="169240"/>
                  </a:moveTo>
                  <a:lnTo>
                    <a:pt x="8712" y="169240"/>
                  </a:lnTo>
                  <a:lnTo>
                    <a:pt x="8712" y="457847"/>
                  </a:lnTo>
                  <a:lnTo>
                    <a:pt x="197434" y="457847"/>
                  </a:lnTo>
                  <a:lnTo>
                    <a:pt x="197434" y="169240"/>
                  </a:lnTo>
                  <a:close/>
                </a:path>
              </a:pathLst>
            </a:custGeom>
            <a:solidFill>
              <a:srgbClr val="4F967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24" name="object 724" descr="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13536708" y="9651873"/>
              <a:ext cx="197428" cy="169199"/>
            </a:xfrm>
            <a:prstGeom prst="rect">
              <a:avLst/>
            </a:prstGeom>
          </p:spPr>
        </p:pic>
        <p:sp>
          <p:nvSpPr>
            <p:cNvPr id="725" name="object 725" descr=""/>
            <p:cNvSpPr/>
            <p:nvPr/>
          </p:nvSpPr>
          <p:spPr>
            <a:xfrm>
              <a:off x="13650584" y="9844790"/>
              <a:ext cx="48895" cy="265430"/>
            </a:xfrm>
            <a:custGeom>
              <a:avLst/>
              <a:gdLst/>
              <a:ahLst/>
              <a:cxnLst/>
              <a:rect l="l" t="t" r="r" b="b"/>
              <a:pathLst>
                <a:path w="48894" h="265429">
                  <a:moveTo>
                    <a:pt x="24156" y="0"/>
                  </a:moveTo>
                  <a:lnTo>
                    <a:pt x="10190" y="19117"/>
                  </a:lnTo>
                  <a:lnTo>
                    <a:pt x="3019" y="32625"/>
                  </a:lnTo>
                  <a:lnTo>
                    <a:pt x="377" y="46949"/>
                  </a:lnTo>
                  <a:lnTo>
                    <a:pt x="0" y="68511"/>
                  </a:lnTo>
                  <a:lnTo>
                    <a:pt x="0" y="264934"/>
                  </a:lnTo>
                  <a:lnTo>
                    <a:pt x="48312" y="264934"/>
                  </a:lnTo>
                  <a:lnTo>
                    <a:pt x="48312" y="68511"/>
                  </a:lnTo>
                  <a:lnTo>
                    <a:pt x="44538" y="43206"/>
                  </a:lnTo>
                  <a:lnTo>
                    <a:pt x="36234" y="21278"/>
                  </a:lnTo>
                  <a:lnTo>
                    <a:pt x="27930" y="5838"/>
                  </a:lnTo>
                  <a:lnTo>
                    <a:pt x="24156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" name="object 726" descr=""/>
            <p:cNvSpPr/>
            <p:nvPr/>
          </p:nvSpPr>
          <p:spPr>
            <a:xfrm>
              <a:off x="13573697" y="9930606"/>
              <a:ext cx="125730" cy="22860"/>
            </a:xfrm>
            <a:custGeom>
              <a:avLst/>
              <a:gdLst/>
              <a:ahLst/>
              <a:cxnLst/>
              <a:rect l="l" t="t" r="r" b="b"/>
              <a:pathLst>
                <a:path w="125730" h="22859">
                  <a:moveTo>
                    <a:pt x="48310" y="0"/>
                  </a:moveTo>
                  <a:lnTo>
                    <a:pt x="0" y="0"/>
                  </a:lnTo>
                  <a:lnTo>
                    <a:pt x="0" y="22733"/>
                  </a:lnTo>
                  <a:lnTo>
                    <a:pt x="48310" y="22733"/>
                  </a:lnTo>
                  <a:lnTo>
                    <a:pt x="48310" y="0"/>
                  </a:lnTo>
                  <a:close/>
                </a:path>
                <a:path w="125730" h="22859">
                  <a:moveTo>
                    <a:pt x="125196" y="0"/>
                  </a:moveTo>
                  <a:lnTo>
                    <a:pt x="76885" y="0"/>
                  </a:lnTo>
                  <a:lnTo>
                    <a:pt x="76885" y="22733"/>
                  </a:lnTo>
                  <a:lnTo>
                    <a:pt x="125196" y="22733"/>
                  </a:lnTo>
                  <a:lnTo>
                    <a:pt x="125196" y="0"/>
                  </a:lnTo>
                  <a:close/>
                </a:path>
              </a:pathLst>
            </a:custGeom>
            <a:solidFill>
              <a:srgbClr val="E9A1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" name="object 727" descr=""/>
            <p:cNvSpPr/>
            <p:nvPr/>
          </p:nvSpPr>
          <p:spPr>
            <a:xfrm>
              <a:off x="13573703" y="9844790"/>
              <a:ext cx="48895" cy="265430"/>
            </a:xfrm>
            <a:custGeom>
              <a:avLst/>
              <a:gdLst/>
              <a:ahLst/>
              <a:cxnLst/>
              <a:rect l="l" t="t" r="r" b="b"/>
              <a:pathLst>
                <a:path w="48894" h="265429">
                  <a:moveTo>
                    <a:pt x="24156" y="0"/>
                  </a:moveTo>
                  <a:lnTo>
                    <a:pt x="10190" y="19117"/>
                  </a:lnTo>
                  <a:lnTo>
                    <a:pt x="3019" y="32625"/>
                  </a:lnTo>
                  <a:lnTo>
                    <a:pt x="377" y="46949"/>
                  </a:lnTo>
                  <a:lnTo>
                    <a:pt x="0" y="68511"/>
                  </a:lnTo>
                  <a:lnTo>
                    <a:pt x="0" y="264934"/>
                  </a:lnTo>
                  <a:lnTo>
                    <a:pt x="48312" y="264934"/>
                  </a:lnTo>
                  <a:lnTo>
                    <a:pt x="48312" y="68511"/>
                  </a:lnTo>
                  <a:lnTo>
                    <a:pt x="44538" y="43206"/>
                  </a:lnTo>
                  <a:lnTo>
                    <a:pt x="36234" y="21278"/>
                  </a:lnTo>
                  <a:lnTo>
                    <a:pt x="27930" y="5838"/>
                  </a:lnTo>
                  <a:lnTo>
                    <a:pt x="24156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" name="object 728" descr=""/>
            <p:cNvSpPr/>
            <p:nvPr/>
          </p:nvSpPr>
          <p:spPr>
            <a:xfrm>
              <a:off x="13573702" y="9930598"/>
              <a:ext cx="48895" cy="22860"/>
            </a:xfrm>
            <a:custGeom>
              <a:avLst/>
              <a:gdLst/>
              <a:ahLst/>
              <a:cxnLst/>
              <a:rect l="l" t="t" r="r" b="b"/>
              <a:pathLst>
                <a:path w="48894" h="22859">
                  <a:moveTo>
                    <a:pt x="48312" y="0"/>
                  </a:moveTo>
                  <a:lnTo>
                    <a:pt x="0" y="0"/>
                  </a:lnTo>
                  <a:lnTo>
                    <a:pt x="0" y="22732"/>
                  </a:lnTo>
                  <a:lnTo>
                    <a:pt x="48312" y="22732"/>
                  </a:lnTo>
                  <a:lnTo>
                    <a:pt x="48312" y="0"/>
                  </a:lnTo>
                  <a:close/>
                </a:path>
              </a:pathLst>
            </a:custGeom>
            <a:solidFill>
              <a:srgbClr val="E9A1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" name="object 729" descr=""/>
            <p:cNvSpPr/>
            <p:nvPr/>
          </p:nvSpPr>
          <p:spPr>
            <a:xfrm>
              <a:off x="13510499" y="10003077"/>
              <a:ext cx="280670" cy="106680"/>
            </a:xfrm>
            <a:custGeom>
              <a:avLst/>
              <a:gdLst/>
              <a:ahLst/>
              <a:cxnLst/>
              <a:rect l="l" t="t" r="r" b="b"/>
              <a:pathLst>
                <a:path w="280669" h="106679">
                  <a:moveTo>
                    <a:pt x="280127" y="0"/>
                  </a:moveTo>
                  <a:lnTo>
                    <a:pt x="0" y="0"/>
                  </a:lnTo>
                  <a:lnTo>
                    <a:pt x="0" y="106645"/>
                  </a:lnTo>
                  <a:lnTo>
                    <a:pt x="280127" y="106645"/>
                  </a:lnTo>
                  <a:lnTo>
                    <a:pt x="280127" y="0"/>
                  </a:lnTo>
                  <a:close/>
                </a:path>
              </a:pathLst>
            </a:custGeom>
            <a:solidFill>
              <a:srgbClr val="4F967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30" name="object 730" descr="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13337353" y="10003077"/>
              <a:ext cx="173146" cy="106645"/>
            </a:xfrm>
            <a:prstGeom prst="rect">
              <a:avLst/>
            </a:prstGeom>
          </p:spPr>
        </p:pic>
        <p:sp>
          <p:nvSpPr>
            <p:cNvPr id="731" name="object 731" descr=""/>
            <p:cNvSpPr/>
            <p:nvPr/>
          </p:nvSpPr>
          <p:spPr>
            <a:xfrm>
              <a:off x="13694358" y="9494621"/>
              <a:ext cx="665480" cy="243840"/>
            </a:xfrm>
            <a:custGeom>
              <a:avLst/>
              <a:gdLst/>
              <a:ahLst/>
              <a:cxnLst/>
              <a:rect l="l" t="t" r="r" b="b"/>
              <a:pathLst>
                <a:path w="665480" h="243840">
                  <a:moveTo>
                    <a:pt x="665152" y="0"/>
                  </a:moveTo>
                  <a:lnTo>
                    <a:pt x="0" y="0"/>
                  </a:lnTo>
                  <a:lnTo>
                    <a:pt x="0" y="243395"/>
                  </a:lnTo>
                  <a:lnTo>
                    <a:pt x="665152" y="243395"/>
                  </a:lnTo>
                  <a:lnTo>
                    <a:pt x="665152" y="0"/>
                  </a:lnTo>
                  <a:close/>
                </a:path>
              </a:pathLst>
            </a:custGeom>
            <a:solidFill>
              <a:srgbClr val="FFC5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" name="object 732" descr=""/>
            <p:cNvSpPr/>
            <p:nvPr/>
          </p:nvSpPr>
          <p:spPr>
            <a:xfrm>
              <a:off x="14222972" y="9548247"/>
              <a:ext cx="81915" cy="120014"/>
            </a:xfrm>
            <a:custGeom>
              <a:avLst/>
              <a:gdLst/>
              <a:ahLst/>
              <a:cxnLst/>
              <a:rect l="l" t="t" r="r" b="b"/>
              <a:pathLst>
                <a:path w="81915" h="120015">
                  <a:moveTo>
                    <a:pt x="24231" y="72999"/>
                  </a:moveTo>
                  <a:lnTo>
                    <a:pt x="0" y="72999"/>
                  </a:lnTo>
                  <a:lnTo>
                    <a:pt x="0" y="119392"/>
                  </a:lnTo>
                  <a:lnTo>
                    <a:pt x="24231" y="119392"/>
                  </a:lnTo>
                  <a:lnTo>
                    <a:pt x="24231" y="72999"/>
                  </a:lnTo>
                  <a:close/>
                </a:path>
                <a:path w="81915" h="120015">
                  <a:moveTo>
                    <a:pt x="24511" y="0"/>
                  </a:moveTo>
                  <a:lnTo>
                    <a:pt x="292" y="0"/>
                  </a:lnTo>
                  <a:lnTo>
                    <a:pt x="292" y="46393"/>
                  </a:lnTo>
                  <a:lnTo>
                    <a:pt x="24511" y="46393"/>
                  </a:lnTo>
                  <a:lnTo>
                    <a:pt x="24511" y="0"/>
                  </a:lnTo>
                  <a:close/>
                </a:path>
                <a:path w="81915" h="120015">
                  <a:moveTo>
                    <a:pt x="81178" y="72999"/>
                  </a:moveTo>
                  <a:lnTo>
                    <a:pt x="56959" y="72999"/>
                  </a:lnTo>
                  <a:lnTo>
                    <a:pt x="56959" y="119392"/>
                  </a:lnTo>
                  <a:lnTo>
                    <a:pt x="81178" y="119392"/>
                  </a:lnTo>
                  <a:lnTo>
                    <a:pt x="81178" y="72999"/>
                  </a:lnTo>
                  <a:close/>
                </a:path>
                <a:path w="81915" h="120015">
                  <a:moveTo>
                    <a:pt x="81470" y="0"/>
                  </a:moveTo>
                  <a:lnTo>
                    <a:pt x="57238" y="0"/>
                  </a:lnTo>
                  <a:lnTo>
                    <a:pt x="57238" y="46393"/>
                  </a:lnTo>
                  <a:lnTo>
                    <a:pt x="81470" y="46393"/>
                  </a:lnTo>
                  <a:lnTo>
                    <a:pt x="81470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" name="object 733" descr=""/>
            <p:cNvSpPr/>
            <p:nvPr/>
          </p:nvSpPr>
          <p:spPr>
            <a:xfrm>
              <a:off x="13694358" y="9597257"/>
              <a:ext cx="120014" cy="140970"/>
            </a:xfrm>
            <a:custGeom>
              <a:avLst/>
              <a:gdLst/>
              <a:ahLst/>
              <a:cxnLst/>
              <a:rect l="l" t="t" r="r" b="b"/>
              <a:pathLst>
                <a:path w="120015" h="140970">
                  <a:moveTo>
                    <a:pt x="119985" y="0"/>
                  </a:moveTo>
                  <a:lnTo>
                    <a:pt x="0" y="0"/>
                  </a:lnTo>
                  <a:lnTo>
                    <a:pt x="0" y="140760"/>
                  </a:lnTo>
                  <a:lnTo>
                    <a:pt x="119985" y="140760"/>
                  </a:lnTo>
                  <a:lnTo>
                    <a:pt x="119985" y="0"/>
                  </a:lnTo>
                  <a:close/>
                </a:path>
              </a:pathLst>
            </a:custGeom>
            <a:solidFill>
              <a:srgbClr val="FA9D2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" name="object 734" descr=""/>
            <p:cNvSpPr/>
            <p:nvPr/>
          </p:nvSpPr>
          <p:spPr>
            <a:xfrm>
              <a:off x="13814344" y="9597257"/>
              <a:ext cx="361315" cy="141605"/>
            </a:xfrm>
            <a:custGeom>
              <a:avLst/>
              <a:gdLst/>
              <a:ahLst/>
              <a:cxnLst/>
              <a:rect l="l" t="t" r="r" b="b"/>
              <a:pathLst>
                <a:path w="361315" h="141604">
                  <a:moveTo>
                    <a:pt x="361308" y="0"/>
                  </a:moveTo>
                  <a:lnTo>
                    <a:pt x="0" y="0"/>
                  </a:lnTo>
                  <a:lnTo>
                    <a:pt x="0" y="141000"/>
                  </a:lnTo>
                  <a:lnTo>
                    <a:pt x="361308" y="141000"/>
                  </a:lnTo>
                  <a:lnTo>
                    <a:pt x="361308" y="0"/>
                  </a:lnTo>
                  <a:close/>
                </a:path>
              </a:pathLst>
            </a:custGeom>
            <a:solidFill>
              <a:srgbClr val="FFC0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" name="object 735" descr=""/>
            <p:cNvSpPr/>
            <p:nvPr/>
          </p:nvSpPr>
          <p:spPr>
            <a:xfrm>
              <a:off x="13763664" y="9548234"/>
              <a:ext cx="375285" cy="49530"/>
            </a:xfrm>
            <a:custGeom>
              <a:avLst/>
              <a:gdLst/>
              <a:ahLst/>
              <a:cxnLst/>
              <a:rect l="l" t="t" r="r" b="b"/>
              <a:pathLst>
                <a:path w="375284" h="49529">
                  <a:moveTo>
                    <a:pt x="86423" y="0"/>
                  </a:moveTo>
                  <a:lnTo>
                    <a:pt x="0" y="0"/>
                  </a:lnTo>
                  <a:lnTo>
                    <a:pt x="0" y="49022"/>
                  </a:lnTo>
                  <a:lnTo>
                    <a:pt x="86423" y="49022"/>
                  </a:lnTo>
                  <a:lnTo>
                    <a:pt x="86423" y="0"/>
                  </a:lnTo>
                  <a:close/>
                </a:path>
                <a:path w="375284" h="49529">
                  <a:moveTo>
                    <a:pt x="234518" y="0"/>
                  </a:moveTo>
                  <a:lnTo>
                    <a:pt x="148107" y="0"/>
                  </a:lnTo>
                  <a:lnTo>
                    <a:pt x="148107" y="49022"/>
                  </a:lnTo>
                  <a:lnTo>
                    <a:pt x="234518" y="49022"/>
                  </a:lnTo>
                  <a:lnTo>
                    <a:pt x="234518" y="0"/>
                  </a:lnTo>
                  <a:close/>
                </a:path>
                <a:path w="375284" h="49529">
                  <a:moveTo>
                    <a:pt x="374764" y="0"/>
                  </a:moveTo>
                  <a:lnTo>
                    <a:pt x="288353" y="0"/>
                  </a:lnTo>
                  <a:lnTo>
                    <a:pt x="288353" y="49022"/>
                  </a:lnTo>
                  <a:lnTo>
                    <a:pt x="374764" y="49022"/>
                  </a:lnTo>
                  <a:lnTo>
                    <a:pt x="374764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" name="object 736" descr=""/>
            <p:cNvSpPr/>
            <p:nvPr/>
          </p:nvSpPr>
          <p:spPr>
            <a:xfrm>
              <a:off x="13872826" y="9628676"/>
              <a:ext cx="58419" cy="109855"/>
            </a:xfrm>
            <a:custGeom>
              <a:avLst/>
              <a:gdLst/>
              <a:ahLst/>
              <a:cxnLst/>
              <a:rect l="l" t="t" r="r" b="b"/>
              <a:pathLst>
                <a:path w="58419" h="109854">
                  <a:moveTo>
                    <a:pt x="28941" y="0"/>
                  </a:moveTo>
                  <a:lnTo>
                    <a:pt x="0" y="16983"/>
                  </a:lnTo>
                  <a:lnTo>
                    <a:pt x="0" y="109577"/>
                  </a:lnTo>
                  <a:lnTo>
                    <a:pt x="57924" y="109577"/>
                  </a:lnTo>
                  <a:lnTo>
                    <a:pt x="57924" y="16983"/>
                  </a:lnTo>
                  <a:lnTo>
                    <a:pt x="55649" y="10372"/>
                  </a:lnTo>
                  <a:lnTo>
                    <a:pt x="49440" y="4973"/>
                  </a:lnTo>
                  <a:lnTo>
                    <a:pt x="40228" y="1334"/>
                  </a:lnTo>
                  <a:lnTo>
                    <a:pt x="28941" y="0"/>
                  </a:lnTo>
                  <a:close/>
                </a:path>
              </a:pathLst>
            </a:custGeom>
            <a:solidFill>
              <a:srgbClr val="DDA05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" name="object 737" descr=""/>
            <p:cNvSpPr/>
            <p:nvPr/>
          </p:nvSpPr>
          <p:spPr>
            <a:xfrm>
              <a:off x="13872822" y="9629106"/>
              <a:ext cx="45085" cy="109220"/>
            </a:xfrm>
            <a:custGeom>
              <a:avLst/>
              <a:gdLst/>
              <a:ahLst/>
              <a:cxnLst/>
              <a:rect l="l" t="t" r="r" b="b"/>
              <a:pathLst>
                <a:path w="45084" h="109220">
                  <a:moveTo>
                    <a:pt x="22522" y="0"/>
                  </a:moveTo>
                  <a:lnTo>
                    <a:pt x="13565" y="2169"/>
                  </a:lnTo>
                  <a:lnTo>
                    <a:pt x="6427" y="5885"/>
                  </a:lnTo>
                  <a:lnTo>
                    <a:pt x="1706" y="10797"/>
                  </a:lnTo>
                  <a:lnTo>
                    <a:pt x="0" y="16554"/>
                  </a:lnTo>
                  <a:lnTo>
                    <a:pt x="0" y="109148"/>
                  </a:lnTo>
                  <a:lnTo>
                    <a:pt x="45045" y="109148"/>
                  </a:lnTo>
                  <a:lnTo>
                    <a:pt x="45045" y="16554"/>
                  </a:lnTo>
                  <a:lnTo>
                    <a:pt x="43343" y="10800"/>
                  </a:lnTo>
                  <a:lnTo>
                    <a:pt x="38629" y="5893"/>
                  </a:lnTo>
                  <a:lnTo>
                    <a:pt x="31493" y="2178"/>
                  </a:lnTo>
                  <a:lnTo>
                    <a:pt x="22522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8" name="object 738" descr=""/>
            <p:cNvSpPr/>
            <p:nvPr/>
          </p:nvSpPr>
          <p:spPr>
            <a:xfrm>
              <a:off x="13872823" y="9679809"/>
              <a:ext cx="52069" cy="21590"/>
            </a:xfrm>
            <a:custGeom>
              <a:avLst/>
              <a:gdLst/>
              <a:ahLst/>
              <a:cxnLst/>
              <a:rect l="l" t="t" r="r" b="b"/>
              <a:pathLst>
                <a:path w="52069" h="21590">
                  <a:moveTo>
                    <a:pt x="51705" y="0"/>
                  </a:moveTo>
                  <a:lnTo>
                    <a:pt x="0" y="0"/>
                  </a:lnTo>
                  <a:lnTo>
                    <a:pt x="0" y="21507"/>
                  </a:lnTo>
                  <a:lnTo>
                    <a:pt x="51705" y="21507"/>
                  </a:lnTo>
                  <a:lnTo>
                    <a:pt x="51705" y="0"/>
                  </a:lnTo>
                  <a:close/>
                </a:path>
              </a:pathLst>
            </a:custGeom>
            <a:solidFill>
              <a:srgbClr val="FFC4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" name="object 739" descr=""/>
            <p:cNvSpPr/>
            <p:nvPr/>
          </p:nvSpPr>
          <p:spPr>
            <a:xfrm>
              <a:off x="13969584" y="9628676"/>
              <a:ext cx="58419" cy="109855"/>
            </a:xfrm>
            <a:custGeom>
              <a:avLst/>
              <a:gdLst/>
              <a:ahLst/>
              <a:cxnLst/>
              <a:rect l="l" t="t" r="r" b="b"/>
              <a:pathLst>
                <a:path w="58419" h="109854">
                  <a:moveTo>
                    <a:pt x="28941" y="0"/>
                  </a:moveTo>
                  <a:lnTo>
                    <a:pt x="0" y="16983"/>
                  </a:lnTo>
                  <a:lnTo>
                    <a:pt x="0" y="109577"/>
                  </a:lnTo>
                  <a:lnTo>
                    <a:pt x="57924" y="109577"/>
                  </a:lnTo>
                  <a:lnTo>
                    <a:pt x="57924" y="16983"/>
                  </a:lnTo>
                  <a:lnTo>
                    <a:pt x="55649" y="10372"/>
                  </a:lnTo>
                  <a:lnTo>
                    <a:pt x="49440" y="4973"/>
                  </a:lnTo>
                  <a:lnTo>
                    <a:pt x="40228" y="1334"/>
                  </a:lnTo>
                  <a:lnTo>
                    <a:pt x="28941" y="0"/>
                  </a:lnTo>
                  <a:close/>
                </a:path>
              </a:pathLst>
            </a:custGeom>
            <a:solidFill>
              <a:srgbClr val="DDA05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" name="object 740" descr=""/>
            <p:cNvSpPr/>
            <p:nvPr/>
          </p:nvSpPr>
          <p:spPr>
            <a:xfrm>
              <a:off x="13969580" y="9629106"/>
              <a:ext cx="45085" cy="109220"/>
            </a:xfrm>
            <a:custGeom>
              <a:avLst/>
              <a:gdLst/>
              <a:ahLst/>
              <a:cxnLst/>
              <a:rect l="l" t="t" r="r" b="b"/>
              <a:pathLst>
                <a:path w="45084" h="109220">
                  <a:moveTo>
                    <a:pt x="22522" y="0"/>
                  </a:moveTo>
                  <a:lnTo>
                    <a:pt x="13565" y="2169"/>
                  </a:lnTo>
                  <a:lnTo>
                    <a:pt x="6427" y="5885"/>
                  </a:lnTo>
                  <a:lnTo>
                    <a:pt x="1706" y="10797"/>
                  </a:lnTo>
                  <a:lnTo>
                    <a:pt x="0" y="16554"/>
                  </a:lnTo>
                  <a:lnTo>
                    <a:pt x="0" y="109148"/>
                  </a:lnTo>
                  <a:lnTo>
                    <a:pt x="45045" y="109148"/>
                  </a:lnTo>
                  <a:lnTo>
                    <a:pt x="45045" y="16554"/>
                  </a:lnTo>
                  <a:lnTo>
                    <a:pt x="43343" y="10800"/>
                  </a:lnTo>
                  <a:lnTo>
                    <a:pt x="38629" y="5893"/>
                  </a:lnTo>
                  <a:lnTo>
                    <a:pt x="31493" y="2178"/>
                  </a:lnTo>
                  <a:lnTo>
                    <a:pt x="22522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" name="object 741" descr=""/>
            <p:cNvSpPr/>
            <p:nvPr/>
          </p:nvSpPr>
          <p:spPr>
            <a:xfrm>
              <a:off x="13969585" y="9679809"/>
              <a:ext cx="52069" cy="21590"/>
            </a:xfrm>
            <a:custGeom>
              <a:avLst/>
              <a:gdLst/>
              <a:ahLst/>
              <a:cxnLst/>
              <a:rect l="l" t="t" r="r" b="b"/>
              <a:pathLst>
                <a:path w="52069" h="21590">
                  <a:moveTo>
                    <a:pt x="51705" y="0"/>
                  </a:moveTo>
                  <a:lnTo>
                    <a:pt x="0" y="0"/>
                  </a:lnTo>
                  <a:lnTo>
                    <a:pt x="0" y="21507"/>
                  </a:lnTo>
                  <a:lnTo>
                    <a:pt x="51705" y="21507"/>
                  </a:lnTo>
                  <a:lnTo>
                    <a:pt x="51705" y="0"/>
                  </a:lnTo>
                  <a:close/>
                </a:path>
              </a:pathLst>
            </a:custGeom>
            <a:solidFill>
              <a:srgbClr val="FFC4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" name="object 742" descr=""/>
            <p:cNvSpPr/>
            <p:nvPr/>
          </p:nvSpPr>
          <p:spPr>
            <a:xfrm>
              <a:off x="14066341" y="9628676"/>
              <a:ext cx="58419" cy="109855"/>
            </a:xfrm>
            <a:custGeom>
              <a:avLst/>
              <a:gdLst/>
              <a:ahLst/>
              <a:cxnLst/>
              <a:rect l="l" t="t" r="r" b="b"/>
              <a:pathLst>
                <a:path w="58419" h="109854">
                  <a:moveTo>
                    <a:pt x="28941" y="0"/>
                  </a:moveTo>
                  <a:lnTo>
                    <a:pt x="0" y="16983"/>
                  </a:lnTo>
                  <a:lnTo>
                    <a:pt x="0" y="109577"/>
                  </a:lnTo>
                  <a:lnTo>
                    <a:pt x="57924" y="109577"/>
                  </a:lnTo>
                  <a:lnTo>
                    <a:pt x="57924" y="16983"/>
                  </a:lnTo>
                  <a:lnTo>
                    <a:pt x="55649" y="10372"/>
                  </a:lnTo>
                  <a:lnTo>
                    <a:pt x="49440" y="4973"/>
                  </a:lnTo>
                  <a:lnTo>
                    <a:pt x="40228" y="1334"/>
                  </a:lnTo>
                  <a:lnTo>
                    <a:pt x="28941" y="0"/>
                  </a:lnTo>
                  <a:close/>
                </a:path>
              </a:pathLst>
            </a:custGeom>
            <a:solidFill>
              <a:srgbClr val="DDA05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" name="object 743" descr=""/>
            <p:cNvSpPr/>
            <p:nvPr/>
          </p:nvSpPr>
          <p:spPr>
            <a:xfrm>
              <a:off x="14066338" y="9629106"/>
              <a:ext cx="45085" cy="109220"/>
            </a:xfrm>
            <a:custGeom>
              <a:avLst/>
              <a:gdLst/>
              <a:ahLst/>
              <a:cxnLst/>
              <a:rect l="l" t="t" r="r" b="b"/>
              <a:pathLst>
                <a:path w="45084" h="109220">
                  <a:moveTo>
                    <a:pt x="22522" y="0"/>
                  </a:moveTo>
                  <a:lnTo>
                    <a:pt x="13565" y="2169"/>
                  </a:lnTo>
                  <a:lnTo>
                    <a:pt x="6427" y="5885"/>
                  </a:lnTo>
                  <a:lnTo>
                    <a:pt x="1706" y="10797"/>
                  </a:lnTo>
                  <a:lnTo>
                    <a:pt x="0" y="16554"/>
                  </a:lnTo>
                  <a:lnTo>
                    <a:pt x="0" y="109148"/>
                  </a:lnTo>
                  <a:lnTo>
                    <a:pt x="45045" y="109148"/>
                  </a:lnTo>
                  <a:lnTo>
                    <a:pt x="45045" y="16554"/>
                  </a:lnTo>
                  <a:lnTo>
                    <a:pt x="43343" y="10800"/>
                  </a:lnTo>
                  <a:lnTo>
                    <a:pt x="38629" y="5893"/>
                  </a:lnTo>
                  <a:lnTo>
                    <a:pt x="31493" y="2178"/>
                  </a:lnTo>
                  <a:lnTo>
                    <a:pt x="22522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" name="object 744" descr=""/>
            <p:cNvSpPr/>
            <p:nvPr/>
          </p:nvSpPr>
          <p:spPr>
            <a:xfrm>
              <a:off x="14066336" y="9679809"/>
              <a:ext cx="52069" cy="21590"/>
            </a:xfrm>
            <a:custGeom>
              <a:avLst/>
              <a:gdLst/>
              <a:ahLst/>
              <a:cxnLst/>
              <a:rect l="l" t="t" r="r" b="b"/>
              <a:pathLst>
                <a:path w="52069" h="21590">
                  <a:moveTo>
                    <a:pt x="51705" y="0"/>
                  </a:moveTo>
                  <a:lnTo>
                    <a:pt x="0" y="0"/>
                  </a:lnTo>
                  <a:lnTo>
                    <a:pt x="0" y="21507"/>
                  </a:lnTo>
                  <a:lnTo>
                    <a:pt x="51705" y="21507"/>
                  </a:lnTo>
                  <a:lnTo>
                    <a:pt x="51705" y="0"/>
                  </a:lnTo>
                  <a:close/>
                </a:path>
              </a:pathLst>
            </a:custGeom>
            <a:solidFill>
              <a:srgbClr val="FFC4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" name="object 745" descr=""/>
            <p:cNvSpPr/>
            <p:nvPr/>
          </p:nvSpPr>
          <p:spPr>
            <a:xfrm>
              <a:off x="13800532" y="9528460"/>
              <a:ext cx="361950" cy="69215"/>
            </a:xfrm>
            <a:custGeom>
              <a:avLst/>
              <a:gdLst/>
              <a:ahLst/>
              <a:cxnLst/>
              <a:rect l="l" t="t" r="r" b="b"/>
              <a:pathLst>
                <a:path w="361950" h="69215">
                  <a:moveTo>
                    <a:pt x="5283" y="0"/>
                  </a:moveTo>
                  <a:lnTo>
                    <a:pt x="0" y="0"/>
                  </a:lnTo>
                  <a:lnTo>
                    <a:pt x="0" y="68795"/>
                  </a:lnTo>
                  <a:lnTo>
                    <a:pt x="5283" y="68795"/>
                  </a:lnTo>
                  <a:lnTo>
                    <a:pt x="5283" y="0"/>
                  </a:lnTo>
                  <a:close/>
                </a:path>
                <a:path w="361950" h="69215">
                  <a:moveTo>
                    <a:pt x="361556" y="0"/>
                  </a:moveTo>
                  <a:lnTo>
                    <a:pt x="356273" y="0"/>
                  </a:lnTo>
                  <a:lnTo>
                    <a:pt x="356273" y="68795"/>
                  </a:lnTo>
                  <a:lnTo>
                    <a:pt x="361556" y="68795"/>
                  </a:lnTo>
                  <a:lnTo>
                    <a:pt x="361556" y="0"/>
                  </a:lnTo>
                  <a:close/>
                </a:path>
              </a:pathLst>
            </a:custGeom>
            <a:solidFill>
              <a:srgbClr val="67514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" name="object 746" descr=""/>
            <p:cNvSpPr/>
            <p:nvPr/>
          </p:nvSpPr>
          <p:spPr>
            <a:xfrm>
              <a:off x="13694358" y="9523647"/>
              <a:ext cx="478155" cy="10160"/>
            </a:xfrm>
            <a:custGeom>
              <a:avLst/>
              <a:gdLst/>
              <a:ahLst/>
              <a:cxnLst/>
              <a:rect l="l" t="t" r="r" b="b"/>
              <a:pathLst>
                <a:path w="478155" h="10159">
                  <a:moveTo>
                    <a:pt x="477744" y="0"/>
                  </a:moveTo>
                  <a:lnTo>
                    <a:pt x="0" y="0"/>
                  </a:lnTo>
                  <a:lnTo>
                    <a:pt x="0" y="10052"/>
                  </a:lnTo>
                  <a:lnTo>
                    <a:pt x="477744" y="10052"/>
                  </a:lnTo>
                  <a:lnTo>
                    <a:pt x="477744" y="0"/>
                  </a:lnTo>
                  <a:close/>
                </a:path>
              </a:pathLst>
            </a:custGeom>
            <a:solidFill>
              <a:srgbClr val="8E6F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" name="object 747" descr=""/>
            <p:cNvSpPr/>
            <p:nvPr/>
          </p:nvSpPr>
          <p:spPr>
            <a:xfrm>
              <a:off x="13694222" y="9523647"/>
              <a:ext cx="144780" cy="10160"/>
            </a:xfrm>
            <a:custGeom>
              <a:avLst/>
              <a:gdLst/>
              <a:ahLst/>
              <a:cxnLst/>
              <a:rect l="l" t="t" r="r" b="b"/>
              <a:pathLst>
                <a:path w="144780" h="10159">
                  <a:moveTo>
                    <a:pt x="144152" y="0"/>
                  </a:moveTo>
                  <a:lnTo>
                    <a:pt x="0" y="0"/>
                  </a:lnTo>
                  <a:lnTo>
                    <a:pt x="0" y="10052"/>
                  </a:lnTo>
                  <a:lnTo>
                    <a:pt x="144152" y="10052"/>
                  </a:lnTo>
                  <a:lnTo>
                    <a:pt x="144152" y="0"/>
                  </a:lnTo>
                  <a:close/>
                </a:path>
              </a:pathLst>
            </a:custGeom>
            <a:solidFill>
              <a:srgbClr val="67514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" name="object 748" descr=""/>
            <p:cNvSpPr/>
            <p:nvPr/>
          </p:nvSpPr>
          <p:spPr>
            <a:xfrm>
              <a:off x="13694362" y="9494620"/>
              <a:ext cx="478155" cy="29209"/>
            </a:xfrm>
            <a:custGeom>
              <a:avLst/>
              <a:gdLst/>
              <a:ahLst/>
              <a:cxnLst/>
              <a:rect l="l" t="t" r="r" b="b"/>
              <a:pathLst>
                <a:path w="478155" h="29209">
                  <a:moveTo>
                    <a:pt x="334471" y="0"/>
                  </a:moveTo>
                  <a:lnTo>
                    <a:pt x="0" y="0"/>
                  </a:lnTo>
                  <a:lnTo>
                    <a:pt x="144006" y="29035"/>
                  </a:lnTo>
                  <a:lnTo>
                    <a:pt x="477744" y="29035"/>
                  </a:lnTo>
                  <a:lnTo>
                    <a:pt x="334471" y="0"/>
                  </a:lnTo>
                  <a:close/>
                </a:path>
              </a:pathLst>
            </a:custGeom>
            <a:solidFill>
              <a:srgbClr val="4F96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" name="object 749" descr=""/>
            <p:cNvSpPr/>
            <p:nvPr/>
          </p:nvSpPr>
          <p:spPr>
            <a:xfrm>
              <a:off x="13694216" y="9494616"/>
              <a:ext cx="144780" cy="29209"/>
            </a:xfrm>
            <a:custGeom>
              <a:avLst/>
              <a:gdLst/>
              <a:ahLst/>
              <a:cxnLst/>
              <a:rect l="l" t="t" r="r" b="b"/>
              <a:pathLst>
                <a:path w="144780" h="29209">
                  <a:moveTo>
                    <a:pt x="146" y="0"/>
                  </a:moveTo>
                  <a:lnTo>
                    <a:pt x="0" y="29035"/>
                  </a:lnTo>
                  <a:lnTo>
                    <a:pt x="144152" y="29035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408D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" name="object 750" descr=""/>
            <p:cNvSpPr/>
            <p:nvPr/>
          </p:nvSpPr>
          <p:spPr>
            <a:xfrm>
              <a:off x="14175652" y="9597257"/>
              <a:ext cx="38100" cy="112395"/>
            </a:xfrm>
            <a:custGeom>
              <a:avLst/>
              <a:gdLst/>
              <a:ahLst/>
              <a:cxnLst/>
              <a:rect l="l" t="t" r="r" b="b"/>
              <a:pathLst>
                <a:path w="38100" h="112395">
                  <a:moveTo>
                    <a:pt x="0" y="112164"/>
                  </a:moveTo>
                  <a:lnTo>
                    <a:pt x="38030" y="112164"/>
                  </a:lnTo>
                  <a:lnTo>
                    <a:pt x="38030" y="0"/>
                  </a:lnTo>
                  <a:lnTo>
                    <a:pt x="0" y="0"/>
                  </a:lnTo>
                  <a:lnTo>
                    <a:pt x="0" y="112164"/>
                  </a:lnTo>
                  <a:close/>
                </a:path>
              </a:pathLst>
            </a:custGeom>
            <a:solidFill>
              <a:srgbClr val="046A38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51" name="object 751" descr=""/>
          <p:cNvSpPr/>
          <p:nvPr/>
        </p:nvSpPr>
        <p:spPr>
          <a:xfrm>
            <a:off x="11306010" y="9926694"/>
            <a:ext cx="210185" cy="183515"/>
          </a:xfrm>
          <a:custGeom>
            <a:avLst/>
            <a:gdLst/>
            <a:ahLst/>
            <a:cxnLst/>
            <a:rect l="l" t="t" r="r" b="b"/>
            <a:pathLst>
              <a:path w="210184" h="183515">
                <a:moveTo>
                  <a:pt x="210185" y="107581"/>
                </a:moveTo>
                <a:lnTo>
                  <a:pt x="129641" y="107581"/>
                </a:lnTo>
                <a:lnTo>
                  <a:pt x="129641" y="0"/>
                </a:lnTo>
                <a:lnTo>
                  <a:pt x="0" y="0"/>
                </a:lnTo>
                <a:lnTo>
                  <a:pt x="0" y="107581"/>
                </a:lnTo>
                <a:lnTo>
                  <a:pt x="0" y="183032"/>
                </a:lnTo>
                <a:lnTo>
                  <a:pt x="129641" y="183032"/>
                </a:lnTo>
                <a:lnTo>
                  <a:pt x="210185" y="183032"/>
                </a:lnTo>
                <a:lnTo>
                  <a:pt x="210185" y="107581"/>
                </a:lnTo>
                <a:close/>
              </a:path>
            </a:pathLst>
          </a:custGeom>
          <a:solidFill>
            <a:srgbClr val="046A38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752" name="object 752" descr=""/>
          <p:cNvGrpSpPr/>
          <p:nvPr/>
        </p:nvGrpSpPr>
        <p:grpSpPr>
          <a:xfrm>
            <a:off x="13326662" y="9883238"/>
            <a:ext cx="262890" cy="226695"/>
            <a:chOff x="13326662" y="9883238"/>
            <a:chExt cx="262890" cy="226695"/>
          </a:xfrm>
        </p:grpSpPr>
        <p:sp>
          <p:nvSpPr>
            <p:cNvPr id="753" name="object 753" descr=""/>
            <p:cNvSpPr/>
            <p:nvPr/>
          </p:nvSpPr>
          <p:spPr>
            <a:xfrm>
              <a:off x="13326663" y="9894373"/>
              <a:ext cx="262890" cy="215900"/>
            </a:xfrm>
            <a:custGeom>
              <a:avLst/>
              <a:gdLst/>
              <a:ahLst/>
              <a:cxnLst/>
              <a:rect l="l" t="t" r="r" b="b"/>
              <a:pathLst>
                <a:path w="262890" h="215900">
                  <a:moveTo>
                    <a:pt x="262389" y="0"/>
                  </a:moveTo>
                  <a:lnTo>
                    <a:pt x="0" y="0"/>
                  </a:lnTo>
                  <a:lnTo>
                    <a:pt x="0" y="215354"/>
                  </a:lnTo>
                  <a:lnTo>
                    <a:pt x="20460" y="215354"/>
                  </a:lnTo>
                  <a:lnTo>
                    <a:pt x="20460" y="133336"/>
                  </a:lnTo>
                  <a:lnTo>
                    <a:pt x="21905" y="130530"/>
                  </a:lnTo>
                  <a:lnTo>
                    <a:pt x="24156" y="128645"/>
                  </a:lnTo>
                  <a:lnTo>
                    <a:pt x="21957" y="124017"/>
                  </a:lnTo>
                  <a:lnTo>
                    <a:pt x="20638" y="114624"/>
                  </a:lnTo>
                  <a:lnTo>
                    <a:pt x="20638" y="99724"/>
                  </a:lnTo>
                  <a:lnTo>
                    <a:pt x="27444" y="92468"/>
                  </a:lnTo>
                  <a:lnTo>
                    <a:pt x="33674" y="87641"/>
                  </a:lnTo>
                  <a:lnTo>
                    <a:pt x="39956" y="92426"/>
                  </a:lnTo>
                  <a:lnTo>
                    <a:pt x="46783" y="99724"/>
                  </a:lnTo>
                  <a:lnTo>
                    <a:pt x="46783" y="114624"/>
                  </a:lnTo>
                  <a:lnTo>
                    <a:pt x="45495" y="124017"/>
                  </a:lnTo>
                  <a:lnTo>
                    <a:pt x="43244" y="128645"/>
                  </a:lnTo>
                  <a:lnTo>
                    <a:pt x="45537" y="130530"/>
                  </a:lnTo>
                  <a:lnTo>
                    <a:pt x="46993" y="133336"/>
                  </a:lnTo>
                  <a:lnTo>
                    <a:pt x="46993" y="215354"/>
                  </a:lnTo>
                  <a:lnTo>
                    <a:pt x="80939" y="215354"/>
                  </a:lnTo>
                  <a:lnTo>
                    <a:pt x="80939" y="133336"/>
                  </a:lnTo>
                  <a:lnTo>
                    <a:pt x="82395" y="130530"/>
                  </a:lnTo>
                  <a:lnTo>
                    <a:pt x="84657" y="128645"/>
                  </a:lnTo>
                  <a:lnTo>
                    <a:pt x="82437" y="124017"/>
                  </a:lnTo>
                  <a:lnTo>
                    <a:pt x="81149" y="114624"/>
                  </a:lnTo>
                  <a:lnTo>
                    <a:pt x="81149" y="99724"/>
                  </a:lnTo>
                  <a:lnTo>
                    <a:pt x="87924" y="92468"/>
                  </a:lnTo>
                  <a:lnTo>
                    <a:pt x="94164" y="87641"/>
                  </a:lnTo>
                  <a:lnTo>
                    <a:pt x="100447" y="92426"/>
                  </a:lnTo>
                  <a:lnTo>
                    <a:pt x="107274" y="99724"/>
                  </a:lnTo>
                  <a:lnTo>
                    <a:pt x="107274" y="114624"/>
                  </a:lnTo>
                  <a:lnTo>
                    <a:pt x="105975" y="124017"/>
                  </a:lnTo>
                  <a:lnTo>
                    <a:pt x="103735" y="128645"/>
                  </a:lnTo>
                  <a:lnTo>
                    <a:pt x="106028" y="130530"/>
                  </a:lnTo>
                  <a:lnTo>
                    <a:pt x="107473" y="133336"/>
                  </a:lnTo>
                  <a:lnTo>
                    <a:pt x="107473" y="215354"/>
                  </a:lnTo>
                  <a:lnTo>
                    <a:pt x="141430" y="215354"/>
                  </a:lnTo>
                  <a:lnTo>
                    <a:pt x="141430" y="133336"/>
                  </a:lnTo>
                  <a:lnTo>
                    <a:pt x="142875" y="130530"/>
                  </a:lnTo>
                  <a:lnTo>
                    <a:pt x="145147" y="128645"/>
                  </a:lnTo>
                  <a:lnTo>
                    <a:pt x="142927" y="124017"/>
                  </a:lnTo>
                  <a:lnTo>
                    <a:pt x="141629" y="114624"/>
                  </a:lnTo>
                  <a:lnTo>
                    <a:pt x="141629" y="99724"/>
                  </a:lnTo>
                  <a:lnTo>
                    <a:pt x="148414" y="92468"/>
                  </a:lnTo>
                  <a:lnTo>
                    <a:pt x="154644" y="87641"/>
                  </a:lnTo>
                  <a:lnTo>
                    <a:pt x="160927" y="92426"/>
                  </a:lnTo>
                  <a:lnTo>
                    <a:pt x="167754" y="99724"/>
                  </a:lnTo>
                  <a:lnTo>
                    <a:pt x="167754" y="114624"/>
                  </a:lnTo>
                  <a:lnTo>
                    <a:pt x="166466" y="124017"/>
                  </a:lnTo>
                  <a:lnTo>
                    <a:pt x="164214" y="128645"/>
                  </a:lnTo>
                  <a:lnTo>
                    <a:pt x="166508" y="130530"/>
                  </a:lnTo>
                  <a:lnTo>
                    <a:pt x="167963" y="133336"/>
                  </a:lnTo>
                  <a:lnTo>
                    <a:pt x="167963" y="215354"/>
                  </a:lnTo>
                  <a:lnTo>
                    <a:pt x="201910" y="215354"/>
                  </a:lnTo>
                  <a:lnTo>
                    <a:pt x="201910" y="133336"/>
                  </a:lnTo>
                  <a:lnTo>
                    <a:pt x="203365" y="130530"/>
                  </a:lnTo>
                  <a:lnTo>
                    <a:pt x="205627" y="128645"/>
                  </a:lnTo>
                  <a:lnTo>
                    <a:pt x="203407" y="124017"/>
                  </a:lnTo>
                  <a:lnTo>
                    <a:pt x="202109" y="114624"/>
                  </a:lnTo>
                  <a:lnTo>
                    <a:pt x="202109" y="99724"/>
                  </a:lnTo>
                  <a:lnTo>
                    <a:pt x="208894" y="92468"/>
                  </a:lnTo>
                  <a:lnTo>
                    <a:pt x="215134" y="87641"/>
                  </a:lnTo>
                  <a:lnTo>
                    <a:pt x="221417" y="92426"/>
                  </a:lnTo>
                  <a:lnTo>
                    <a:pt x="228244" y="99724"/>
                  </a:lnTo>
                  <a:lnTo>
                    <a:pt x="228244" y="114624"/>
                  </a:lnTo>
                  <a:lnTo>
                    <a:pt x="226945" y="124017"/>
                  </a:lnTo>
                  <a:lnTo>
                    <a:pt x="224705" y="128645"/>
                  </a:lnTo>
                  <a:lnTo>
                    <a:pt x="226987" y="130530"/>
                  </a:lnTo>
                  <a:lnTo>
                    <a:pt x="228443" y="133336"/>
                  </a:lnTo>
                  <a:lnTo>
                    <a:pt x="228443" y="215354"/>
                  </a:lnTo>
                  <a:lnTo>
                    <a:pt x="262389" y="215354"/>
                  </a:lnTo>
                  <a:lnTo>
                    <a:pt x="262389" y="0"/>
                  </a:lnTo>
                  <a:close/>
                </a:path>
              </a:pathLst>
            </a:custGeom>
            <a:solidFill>
              <a:srgbClr val="FFA63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" name="object 754" descr=""/>
            <p:cNvSpPr/>
            <p:nvPr/>
          </p:nvSpPr>
          <p:spPr>
            <a:xfrm>
              <a:off x="13326672" y="9894358"/>
              <a:ext cx="262890" cy="12700"/>
            </a:xfrm>
            <a:custGeom>
              <a:avLst/>
              <a:gdLst/>
              <a:ahLst/>
              <a:cxnLst/>
              <a:rect l="l" t="t" r="r" b="b"/>
              <a:pathLst>
                <a:path w="262890" h="12700">
                  <a:moveTo>
                    <a:pt x="262389" y="0"/>
                  </a:moveTo>
                  <a:lnTo>
                    <a:pt x="0" y="0"/>
                  </a:lnTo>
                  <a:lnTo>
                    <a:pt x="0" y="12680"/>
                  </a:lnTo>
                  <a:lnTo>
                    <a:pt x="262389" y="12680"/>
                  </a:lnTo>
                  <a:lnTo>
                    <a:pt x="262389" y="0"/>
                  </a:lnTo>
                  <a:close/>
                </a:path>
              </a:pathLst>
            </a:custGeom>
            <a:solidFill>
              <a:srgbClr val="FAB7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" name="object 755" descr=""/>
            <p:cNvSpPr/>
            <p:nvPr/>
          </p:nvSpPr>
          <p:spPr>
            <a:xfrm>
              <a:off x="13330987" y="9907038"/>
              <a:ext cx="258445" cy="3810"/>
            </a:xfrm>
            <a:custGeom>
              <a:avLst/>
              <a:gdLst/>
              <a:ahLst/>
              <a:cxnLst/>
              <a:rect l="l" t="t" r="r" b="b"/>
              <a:pathLst>
                <a:path w="258444" h="3809">
                  <a:moveTo>
                    <a:pt x="0" y="3444"/>
                  </a:moveTo>
                  <a:lnTo>
                    <a:pt x="258075" y="3444"/>
                  </a:lnTo>
                  <a:lnTo>
                    <a:pt x="258075" y="0"/>
                  </a:lnTo>
                  <a:lnTo>
                    <a:pt x="0" y="0"/>
                  </a:lnTo>
                  <a:lnTo>
                    <a:pt x="0" y="3444"/>
                  </a:lnTo>
                  <a:close/>
                </a:path>
              </a:pathLst>
            </a:custGeom>
            <a:solidFill>
              <a:srgbClr val="E878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56" name="object 756" descr="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13326662" y="9975708"/>
              <a:ext cx="262389" cy="134016"/>
            </a:xfrm>
            <a:prstGeom prst="rect">
              <a:avLst/>
            </a:prstGeom>
          </p:spPr>
        </p:pic>
        <p:sp>
          <p:nvSpPr>
            <p:cNvPr id="757" name="object 757" descr=""/>
            <p:cNvSpPr/>
            <p:nvPr/>
          </p:nvSpPr>
          <p:spPr>
            <a:xfrm>
              <a:off x="13326672" y="9888803"/>
              <a:ext cx="262890" cy="0"/>
            </a:xfrm>
            <a:custGeom>
              <a:avLst/>
              <a:gdLst/>
              <a:ahLst/>
              <a:cxnLst/>
              <a:rect l="l" t="t" r="r" b="b"/>
              <a:pathLst>
                <a:path w="262890" h="0">
                  <a:moveTo>
                    <a:pt x="0" y="0"/>
                  </a:moveTo>
                  <a:lnTo>
                    <a:pt x="262389" y="0"/>
                  </a:lnTo>
                </a:path>
              </a:pathLst>
            </a:custGeom>
            <a:ln w="11130">
              <a:solidFill>
                <a:srgbClr val="FAB766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758" name="object 758" descr=""/>
          <p:cNvPicPr/>
          <p:nvPr/>
        </p:nvPicPr>
        <p:blipFill>
          <a:blip r:embed="rId44" cstate="print"/>
          <a:stretch>
            <a:fillRect/>
          </a:stretch>
        </p:blipFill>
        <p:spPr>
          <a:xfrm>
            <a:off x="13097705" y="9502047"/>
            <a:ext cx="240997" cy="151092"/>
          </a:xfrm>
          <a:prstGeom prst="rect">
            <a:avLst/>
          </a:prstGeom>
        </p:spPr>
      </p:pic>
      <p:grpSp>
        <p:nvGrpSpPr>
          <p:cNvPr id="759" name="object 759" descr=""/>
          <p:cNvGrpSpPr/>
          <p:nvPr/>
        </p:nvGrpSpPr>
        <p:grpSpPr>
          <a:xfrm>
            <a:off x="13119495" y="9610704"/>
            <a:ext cx="218440" cy="499109"/>
            <a:chOff x="13119495" y="9610704"/>
            <a:chExt cx="218440" cy="499109"/>
          </a:xfrm>
        </p:grpSpPr>
        <p:sp>
          <p:nvSpPr>
            <p:cNvPr id="760" name="object 760" descr=""/>
            <p:cNvSpPr/>
            <p:nvPr/>
          </p:nvSpPr>
          <p:spPr>
            <a:xfrm>
              <a:off x="13210794" y="9660337"/>
              <a:ext cx="120650" cy="449580"/>
            </a:xfrm>
            <a:custGeom>
              <a:avLst/>
              <a:gdLst/>
              <a:ahLst/>
              <a:cxnLst/>
              <a:rect l="l" t="t" r="r" b="b"/>
              <a:pathLst>
                <a:path w="120650" h="449579">
                  <a:moveTo>
                    <a:pt x="110553" y="0"/>
                  </a:moveTo>
                  <a:lnTo>
                    <a:pt x="8013" y="0"/>
                  </a:lnTo>
                  <a:lnTo>
                    <a:pt x="8013" y="159956"/>
                  </a:lnTo>
                  <a:lnTo>
                    <a:pt x="110553" y="159956"/>
                  </a:lnTo>
                  <a:lnTo>
                    <a:pt x="110553" y="0"/>
                  </a:lnTo>
                  <a:close/>
                </a:path>
                <a:path w="120650" h="449579">
                  <a:moveTo>
                    <a:pt x="120192" y="166065"/>
                  </a:moveTo>
                  <a:lnTo>
                    <a:pt x="0" y="166065"/>
                  </a:lnTo>
                  <a:lnTo>
                    <a:pt x="0" y="449389"/>
                  </a:lnTo>
                  <a:lnTo>
                    <a:pt x="120192" y="449389"/>
                  </a:lnTo>
                  <a:lnTo>
                    <a:pt x="120192" y="166065"/>
                  </a:lnTo>
                  <a:close/>
                </a:path>
              </a:pathLst>
            </a:custGeom>
            <a:solidFill>
              <a:srgbClr val="FAB7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" name="object 761" descr=""/>
            <p:cNvSpPr/>
            <p:nvPr/>
          </p:nvSpPr>
          <p:spPr>
            <a:xfrm>
              <a:off x="13251250" y="9850070"/>
              <a:ext cx="55880" cy="259715"/>
            </a:xfrm>
            <a:custGeom>
              <a:avLst/>
              <a:gdLst/>
              <a:ahLst/>
              <a:cxnLst/>
              <a:rect l="l" t="t" r="r" b="b"/>
              <a:pathLst>
                <a:path w="55880" h="259715">
                  <a:moveTo>
                    <a:pt x="27863" y="0"/>
                  </a:moveTo>
                  <a:lnTo>
                    <a:pt x="1760" y="39330"/>
                  </a:lnTo>
                  <a:lnTo>
                    <a:pt x="0" y="48878"/>
                  </a:lnTo>
                  <a:lnTo>
                    <a:pt x="0" y="259657"/>
                  </a:lnTo>
                  <a:lnTo>
                    <a:pt x="55862" y="259657"/>
                  </a:lnTo>
                  <a:lnTo>
                    <a:pt x="55862" y="48878"/>
                  </a:lnTo>
                  <a:lnTo>
                    <a:pt x="51487" y="32993"/>
                  </a:lnTo>
                  <a:lnTo>
                    <a:pt x="41862" y="17108"/>
                  </a:lnTo>
                  <a:lnTo>
                    <a:pt x="32237" y="4888"/>
                  </a:lnTo>
                  <a:lnTo>
                    <a:pt x="27863" y="0"/>
                  </a:lnTo>
                  <a:close/>
                </a:path>
              </a:pathLst>
            </a:custGeom>
            <a:solidFill>
              <a:srgbClr val="EF8F1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" name="object 762" descr=""/>
            <p:cNvSpPr/>
            <p:nvPr/>
          </p:nvSpPr>
          <p:spPr>
            <a:xfrm>
              <a:off x="13251248" y="9860979"/>
              <a:ext cx="37465" cy="248920"/>
            </a:xfrm>
            <a:custGeom>
              <a:avLst/>
              <a:gdLst/>
              <a:ahLst/>
              <a:cxnLst/>
              <a:rect l="l" t="t" r="r" b="b"/>
              <a:pathLst>
                <a:path w="37465" h="248920">
                  <a:moveTo>
                    <a:pt x="18596" y="0"/>
                  </a:moveTo>
                  <a:lnTo>
                    <a:pt x="12258" y="8600"/>
                  </a:lnTo>
                  <a:lnTo>
                    <a:pt x="6247" y="18355"/>
                  </a:lnTo>
                  <a:lnTo>
                    <a:pt x="1761" y="28424"/>
                  </a:lnTo>
                  <a:lnTo>
                    <a:pt x="0" y="37967"/>
                  </a:lnTo>
                  <a:lnTo>
                    <a:pt x="0" y="248746"/>
                  </a:lnTo>
                  <a:lnTo>
                    <a:pt x="37265" y="248746"/>
                  </a:lnTo>
                  <a:lnTo>
                    <a:pt x="37265" y="37967"/>
                  </a:lnTo>
                  <a:lnTo>
                    <a:pt x="35494" y="28420"/>
                  </a:lnTo>
                  <a:lnTo>
                    <a:pt x="30985" y="18343"/>
                  </a:lnTo>
                  <a:lnTo>
                    <a:pt x="24950" y="8587"/>
                  </a:lnTo>
                  <a:lnTo>
                    <a:pt x="18596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" name="object 763" descr=""/>
            <p:cNvSpPr/>
            <p:nvPr/>
          </p:nvSpPr>
          <p:spPr>
            <a:xfrm>
              <a:off x="13251250" y="9933927"/>
              <a:ext cx="29845" cy="22860"/>
            </a:xfrm>
            <a:custGeom>
              <a:avLst/>
              <a:gdLst/>
              <a:ahLst/>
              <a:cxnLst/>
              <a:rect l="l" t="t" r="r" b="b"/>
              <a:pathLst>
                <a:path w="29844" h="22859">
                  <a:moveTo>
                    <a:pt x="0" y="22292"/>
                  </a:moveTo>
                  <a:lnTo>
                    <a:pt x="29308" y="22292"/>
                  </a:lnTo>
                  <a:lnTo>
                    <a:pt x="29308" y="0"/>
                  </a:lnTo>
                  <a:lnTo>
                    <a:pt x="0" y="0"/>
                  </a:lnTo>
                  <a:lnTo>
                    <a:pt x="0" y="22292"/>
                  </a:lnTo>
                  <a:close/>
                </a:path>
              </a:pathLst>
            </a:custGeom>
            <a:solidFill>
              <a:srgbClr val="FFC582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64" name="object 764" descr="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13210801" y="9686887"/>
              <a:ext cx="127127" cy="139515"/>
            </a:xfrm>
            <a:prstGeom prst="rect">
              <a:avLst/>
            </a:prstGeom>
          </p:spPr>
        </p:pic>
        <p:sp>
          <p:nvSpPr>
            <p:cNvPr id="765" name="object 765" descr=""/>
            <p:cNvSpPr/>
            <p:nvPr/>
          </p:nvSpPr>
          <p:spPr>
            <a:xfrm>
              <a:off x="13213199" y="9650836"/>
              <a:ext cx="117475" cy="9525"/>
            </a:xfrm>
            <a:custGeom>
              <a:avLst/>
              <a:gdLst/>
              <a:ahLst/>
              <a:cxnLst/>
              <a:rect l="l" t="t" r="r" b="b"/>
              <a:pathLst>
                <a:path w="117475" h="9525">
                  <a:moveTo>
                    <a:pt x="116980" y="0"/>
                  </a:moveTo>
                  <a:lnTo>
                    <a:pt x="0" y="0"/>
                  </a:lnTo>
                  <a:lnTo>
                    <a:pt x="0" y="9497"/>
                  </a:lnTo>
                  <a:lnTo>
                    <a:pt x="116980" y="9497"/>
                  </a:lnTo>
                  <a:lnTo>
                    <a:pt x="116980" y="0"/>
                  </a:lnTo>
                  <a:close/>
                </a:path>
              </a:pathLst>
            </a:custGeom>
            <a:solidFill>
              <a:srgbClr val="FFC5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" name="object 766" descr=""/>
            <p:cNvSpPr/>
            <p:nvPr/>
          </p:nvSpPr>
          <p:spPr>
            <a:xfrm>
              <a:off x="13119495" y="9650836"/>
              <a:ext cx="93980" cy="9525"/>
            </a:xfrm>
            <a:custGeom>
              <a:avLst/>
              <a:gdLst/>
              <a:ahLst/>
              <a:cxnLst/>
              <a:rect l="l" t="t" r="r" b="b"/>
              <a:pathLst>
                <a:path w="93980" h="9525">
                  <a:moveTo>
                    <a:pt x="0" y="9497"/>
                  </a:moveTo>
                  <a:lnTo>
                    <a:pt x="93703" y="9497"/>
                  </a:lnTo>
                  <a:lnTo>
                    <a:pt x="93703" y="0"/>
                  </a:lnTo>
                  <a:lnTo>
                    <a:pt x="0" y="0"/>
                  </a:lnTo>
                  <a:lnTo>
                    <a:pt x="0" y="9497"/>
                  </a:lnTo>
                  <a:close/>
                </a:path>
              </a:pathLst>
            </a:custGeom>
            <a:solidFill>
              <a:srgbClr val="E878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" name="object 767" descr=""/>
            <p:cNvSpPr/>
            <p:nvPr/>
          </p:nvSpPr>
          <p:spPr>
            <a:xfrm>
              <a:off x="13119495" y="9826454"/>
              <a:ext cx="91440" cy="283845"/>
            </a:xfrm>
            <a:custGeom>
              <a:avLst/>
              <a:gdLst/>
              <a:ahLst/>
              <a:cxnLst/>
              <a:rect l="l" t="t" r="r" b="b"/>
              <a:pathLst>
                <a:path w="91440" h="283845">
                  <a:moveTo>
                    <a:pt x="0" y="283268"/>
                  </a:moveTo>
                  <a:lnTo>
                    <a:pt x="91337" y="283268"/>
                  </a:lnTo>
                  <a:lnTo>
                    <a:pt x="91337" y="0"/>
                  </a:lnTo>
                  <a:lnTo>
                    <a:pt x="0" y="0"/>
                  </a:lnTo>
                  <a:lnTo>
                    <a:pt x="0" y="283268"/>
                  </a:lnTo>
                  <a:close/>
                </a:path>
              </a:pathLst>
            </a:custGeom>
            <a:solidFill>
              <a:srgbClr val="EF8F1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" name="object 768" descr=""/>
            <p:cNvSpPr/>
            <p:nvPr/>
          </p:nvSpPr>
          <p:spPr>
            <a:xfrm>
              <a:off x="13119495" y="9815826"/>
              <a:ext cx="91440" cy="10795"/>
            </a:xfrm>
            <a:custGeom>
              <a:avLst/>
              <a:gdLst/>
              <a:ahLst/>
              <a:cxnLst/>
              <a:rect l="l" t="t" r="r" b="b"/>
              <a:pathLst>
                <a:path w="91440" h="10795">
                  <a:moveTo>
                    <a:pt x="0" y="10575"/>
                  </a:moveTo>
                  <a:lnTo>
                    <a:pt x="91306" y="10575"/>
                  </a:lnTo>
                  <a:lnTo>
                    <a:pt x="91306" y="0"/>
                  </a:lnTo>
                  <a:lnTo>
                    <a:pt x="0" y="0"/>
                  </a:lnTo>
                  <a:lnTo>
                    <a:pt x="0" y="10575"/>
                  </a:lnTo>
                  <a:close/>
                </a:path>
              </a:pathLst>
            </a:custGeom>
            <a:solidFill>
              <a:srgbClr val="E878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" name="object 769" descr=""/>
            <p:cNvSpPr/>
            <p:nvPr/>
          </p:nvSpPr>
          <p:spPr>
            <a:xfrm>
              <a:off x="13119495" y="9660333"/>
              <a:ext cx="99695" cy="155575"/>
            </a:xfrm>
            <a:custGeom>
              <a:avLst/>
              <a:gdLst/>
              <a:ahLst/>
              <a:cxnLst/>
              <a:rect l="l" t="t" r="r" b="b"/>
              <a:pathLst>
                <a:path w="99694" h="155575">
                  <a:moveTo>
                    <a:pt x="0" y="155492"/>
                  </a:moveTo>
                  <a:lnTo>
                    <a:pt x="99316" y="155492"/>
                  </a:lnTo>
                  <a:lnTo>
                    <a:pt x="99316" y="0"/>
                  </a:lnTo>
                  <a:lnTo>
                    <a:pt x="0" y="0"/>
                  </a:lnTo>
                  <a:lnTo>
                    <a:pt x="0" y="155492"/>
                  </a:lnTo>
                  <a:close/>
                </a:path>
              </a:pathLst>
            </a:custGeom>
            <a:solidFill>
              <a:srgbClr val="EF8F1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" name="object 770" descr=""/>
            <p:cNvSpPr/>
            <p:nvPr/>
          </p:nvSpPr>
          <p:spPr>
            <a:xfrm>
              <a:off x="13243543" y="9610719"/>
              <a:ext cx="60960" cy="40640"/>
            </a:xfrm>
            <a:custGeom>
              <a:avLst/>
              <a:gdLst/>
              <a:ahLst/>
              <a:cxnLst/>
              <a:rect l="l" t="t" r="r" b="b"/>
              <a:pathLst>
                <a:path w="60959" h="40640">
                  <a:moveTo>
                    <a:pt x="53192" y="0"/>
                  </a:moveTo>
                  <a:lnTo>
                    <a:pt x="43893" y="0"/>
                  </a:lnTo>
                  <a:lnTo>
                    <a:pt x="7539" y="0"/>
                  </a:lnTo>
                  <a:lnTo>
                    <a:pt x="0" y="7528"/>
                  </a:lnTo>
                  <a:lnTo>
                    <a:pt x="0" y="40103"/>
                  </a:lnTo>
                  <a:lnTo>
                    <a:pt x="60720" y="40103"/>
                  </a:lnTo>
                  <a:lnTo>
                    <a:pt x="60720" y="7528"/>
                  </a:lnTo>
                  <a:lnTo>
                    <a:pt x="53192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" name="object 771" descr=""/>
            <p:cNvSpPr/>
            <p:nvPr/>
          </p:nvSpPr>
          <p:spPr>
            <a:xfrm>
              <a:off x="13243551" y="9610704"/>
              <a:ext cx="60960" cy="40640"/>
            </a:xfrm>
            <a:custGeom>
              <a:avLst/>
              <a:gdLst/>
              <a:ahLst/>
              <a:cxnLst/>
              <a:rect l="l" t="t" r="r" b="b"/>
              <a:pathLst>
                <a:path w="60959" h="40640">
                  <a:moveTo>
                    <a:pt x="53171" y="0"/>
                  </a:moveTo>
                  <a:lnTo>
                    <a:pt x="43873" y="0"/>
                  </a:lnTo>
                  <a:lnTo>
                    <a:pt x="7528" y="0"/>
                  </a:lnTo>
                  <a:lnTo>
                    <a:pt x="0" y="7559"/>
                  </a:lnTo>
                  <a:lnTo>
                    <a:pt x="0" y="40124"/>
                  </a:lnTo>
                  <a:lnTo>
                    <a:pt x="60699" y="40124"/>
                  </a:lnTo>
                  <a:lnTo>
                    <a:pt x="60699" y="7559"/>
                  </a:lnTo>
                  <a:lnTo>
                    <a:pt x="53171" y="0"/>
                  </a:lnTo>
                  <a:close/>
                </a:path>
              </a:pathLst>
            </a:custGeom>
            <a:solidFill>
              <a:srgbClr val="EF8F1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" name="object 772" descr=""/>
            <p:cNvSpPr/>
            <p:nvPr/>
          </p:nvSpPr>
          <p:spPr>
            <a:xfrm>
              <a:off x="13243545" y="9610704"/>
              <a:ext cx="45720" cy="40640"/>
            </a:xfrm>
            <a:custGeom>
              <a:avLst/>
              <a:gdLst/>
              <a:ahLst/>
              <a:cxnLst/>
              <a:rect l="l" t="t" r="r" b="b"/>
              <a:pathLst>
                <a:path w="45719" h="40640">
                  <a:moveTo>
                    <a:pt x="37600" y="0"/>
                  </a:moveTo>
                  <a:lnTo>
                    <a:pt x="28302" y="0"/>
                  </a:lnTo>
                  <a:lnTo>
                    <a:pt x="7539" y="0"/>
                  </a:lnTo>
                  <a:lnTo>
                    <a:pt x="0" y="7559"/>
                  </a:lnTo>
                  <a:lnTo>
                    <a:pt x="0" y="40124"/>
                  </a:lnTo>
                  <a:lnTo>
                    <a:pt x="45129" y="40124"/>
                  </a:lnTo>
                  <a:lnTo>
                    <a:pt x="45129" y="7559"/>
                  </a:lnTo>
                  <a:lnTo>
                    <a:pt x="37600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73" name="object 773" descr=""/>
          <p:cNvSpPr/>
          <p:nvPr/>
        </p:nvSpPr>
        <p:spPr>
          <a:xfrm>
            <a:off x="8596592" y="9160935"/>
            <a:ext cx="494030" cy="643255"/>
          </a:xfrm>
          <a:custGeom>
            <a:avLst/>
            <a:gdLst/>
            <a:ahLst/>
            <a:cxnLst/>
            <a:rect l="l" t="t" r="r" b="b"/>
            <a:pathLst>
              <a:path w="494029" h="643254">
                <a:moveTo>
                  <a:pt x="493763" y="131546"/>
                </a:moveTo>
                <a:lnTo>
                  <a:pt x="150901" y="131546"/>
                </a:lnTo>
                <a:lnTo>
                  <a:pt x="150901" y="0"/>
                </a:lnTo>
                <a:lnTo>
                  <a:pt x="0" y="0"/>
                </a:lnTo>
                <a:lnTo>
                  <a:pt x="0" y="457377"/>
                </a:lnTo>
                <a:lnTo>
                  <a:pt x="75450" y="457377"/>
                </a:lnTo>
                <a:lnTo>
                  <a:pt x="150901" y="457377"/>
                </a:lnTo>
                <a:lnTo>
                  <a:pt x="220751" y="457377"/>
                </a:lnTo>
                <a:lnTo>
                  <a:pt x="220751" y="642797"/>
                </a:lnTo>
                <a:lnTo>
                  <a:pt x="493763" y="642797"/>
                </a:lnTo>
                <a:lnTo>
                  <a:pt x="493763" y="457377"/>
                </a:lnTo>
                <a:lnTo>
                  <a:pt x="493763" y="243065"/>
                </a:lnTo>
                <a:lnTo>
                  <a:pt x="493763" y="131546"/>
                </a:lnTo>
                <a:close/>
              </a:path>
            </a:pathLst>
          </a:custGeom>
          <a:solidFill>
            <a:srgbClr val="33865D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4" name="object 774" descr=""/>
          <p:cNvSpPr/>
          <p:nvPr/>
        </p:nvSpPr>
        <p:spPr>
          <a:xfrm>
            <a:off x="11780203" y="9518643"/>
            <a:ext cx="142875" cy="253365"/>
          </a:xfrm>
          <a:custGeom>
            <a:avLst/>
            <a:gdLst/>
            <a:ahLst/>
            <a:cxnLst/>
            <a:rect l="l" t="t" r="r" b="b"/>
            <a:pathLst>
              <a:path w="142875" h="253365">
                <a:moveTo>
                  <a:pt x="142519" y="0"/>
                </a:moveTo>
                <a:lnTo>
                  <a:pt x="0" y="0"/>
                </a:lnTo>
                <a:lnTo>
                  <a:pt x="0" y="51409"/>
                </a:lnTo>
                <a:lnTo>
                  <a:pt x="0" y="252958"/>
                </a:lnTo>
                <a:lnTo>
                  <a:pt x="142519" y="252958"/>
                </a:lnTo>
                <a:lnTo>
                  <a:pt x="142519" y="51409"/>
                </a:lnTo>
                <a:lnTo>
                  <a:pt x="142519" y="0"/>
                </a:lnTo>
                <a:close/>
              </a:path>
            </a:pathLst>
          </a:custGeom>
          <a:solidFill>
            <a:srgbClr val="33865D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5" name="object 775" descr=""/>
          <p:cNvSpPr/>
          <p:nvPr/>
        </p:nvSpPr>
        <p:spPr>
          <a:xfrm>
            <a:off x="12220994" y="9403606"/>
            <a:ext cx="386715" cy="328295"/>
          </a:xfrm>
          <a:custGeom>
            <a:avLst/>
            <a:gdLst/>
            <a:ahLst/>
            <a:cxnLst/>
            <a:rect l="l" t="t" r="r" b="b"/>
            <a:pathLst>
              <a:path w="386715" h="328295">
                <a:moveTo>
                  <a:pt x="386232" y="0"/>
                </a:moveTo>
                <a:lnTo>
                  <a:pt x="152361" y="0"/>
                </a:lnTo>
                <a:lnTo>
                  <a:pt x="152361" y="101968"/>
                </a:lnTo>
                <a:lnTo>
                  <a:pt x="0" y="101968"/>
                </a:lnTo>
                <a:lnTo>
                  <a:pt x="0" y="166446"/>
                </a:lnTo>
                <a:lnTo>
                  <a:pt x="0" y="216027"/>
                </a:lnTo>
                <a:lnTo>
                  <a:pt x="0" y="328282"/>
                </a:lnTo>
                <a:lnTo>
                  <a:pt x="241731" y="328282"/>
                </a:lnTo>
                <a:lnTo>
                  <a:pt x="241731" y="216027"/>
                </a:lnTo>
                <a:lnTo>
                  <a:pt x="386232" y="216027"/>
                </a:lnTo>
                <a:lnTo>
                  <a:pt x="386232" y="170649"/>
                </a:lnTo>
                <a:lnTo>
                  <a:pt x="386232" y="166446"/>
                </a:lnTo>
                <a:lnTo>
                  <a:pt x="386232" y="0"/>
                </a:lnTo>
                <a:close/>
              </a:path>
            </a:pathLst>
          </a:custGeom>
          <a:solidFill>
            <a:srgbClr val="33865D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6" name="object 776" descr=""/>
          <p:cNvSpPr/>
          <p:nvPr/>
        </p:nvSpPr>
        <p:spPr>
          <a:xfrm>
            <a:off x="11736794" y="8365343"/>
            <a:ext cx="40640" cy="264795"/>
          </a:xfrm>
          <a:custGeom>
            <a:avLst/>
            <a:gdLst/>
            <a:ahLst/>
            <a:cxnLst/>
            <a:rect l="l" t="t" r="r" b="b"/>
            <a:pathLst>
              <a:path w="40640" h="264795">
                <a:moveTo>
                  <a:pt x="21615" y="6273"/>
                </a:moveTo>
                <a:lnTo>
                  <a:pt x="21399" y="6045"/>
                </a:lnTo>
                <a:lnTo>
                  <a:pt x="21272" y="6045"/>
                </a:lnTo>
                <a:lnTo>
                  <a:pt x="21272" y="3175"/>
                </a:lnTo>
                <a:lnTo>
                  <a:pt x="21107" y="3009"/>
                </a:lnTo>
                <a:lnTo>
                  <a:pt x="21107" y="139"/>
                </a:lnTo>
                <a:lnTo>
                  <a:pt x="20980" y="0"/>
                </a:lnTo>
                <a:lnTo>
                  <a:pt x="20815" y="0"/>
                </a:lnTo>
                <a:lnTo>
                  <a:pt x="20624" y="0"/>
                </a:lnTo>
                <a:lnTo>
                  <a:pt x="20485" y="139"/>
                </a:lnTo>
                <a:lnTo>
                  <a:pt x="20485" y="3009"/>
                </a:lnTo>
                <a:lnTo>
                  <a:pt x="20320" y="3175"/>
                </a:lnTo>
                <a:lnTo>
                  <a:pt x="20320" y="6045"/>
                </a:lnTo>
                <a:lnTo>
                  <a:pt x="19977" y="6273"/>
                </a:lnTo>
                <a:lnTo>
                  <a:pt x="19977" y="9271"/>
                </a:lnTo>
                <a:lnTo>
                  <a:pt x="21615" y="9271"/>
                </a:lnTo>
                <a:lnTo>
                  <a:pt x="21615" y="6273"/>
                </a:lnTo>
                <a:close/>
              </a:path>
              <a:path w="40640" h="264795">
                <a:moveTo>
                  <a:pt x="40322" y="126034"/>
                </a:moveTo>
                <a:lnTo>
                  <a:pt x="30530" y="126034"/>
                </a:lnTo>
                <a:lnTo>
                  <a:pt x="30530" y="47066"/>
                </a:lnTo>
                <a:lnTo>
                  <a:pt x="36283" y="41160"/>
                </a:lnTo>
                <a:lnTo>
                  <a:pt x="36283" y="26187"/>
                </a:lnTo>
                <a:lnTo>
                  <a:pt x="35153" y="22567"/>
                </a:lnTo>
                <a:lnTo>
                  <a:pt x="33426" y="19507"/>
                </a:lnTo>
                <a:lnTo>
                  <a:pt x="30187" y="13754"/>
                </a:lnTo>
                <a:lnTo>
                  <a:pt x="24828" y="9944"/>
                </a:lnTo>
                <a:lnTo>
                  <a:pt x="22707" y="9944"/>
                </a:lnTo>
                <a:lnTo>
                  <a:pt x="22707" y="9499"/>
                </a:lnTo>
                <a:lnTo>
                  <a:pt x="22491" y="9283"/>
                </a:lnTo>
                <a:lnTo>
                  <a:pt x="19380" y="9283"/>
                </a:lnTo>
                <a:lnTo>
                  <a:pt x="19113" y="9283"/>
                </a:lnTo>
                <a:lnTo>
                  <a:pt x="18884" y="9499"/>
                </a:lnTo>
                <a:lnTo>
                  <a:pt x="18884" y="9944"/>
                </a:lnTo>
                <a:lnTo>
                  <a:pt x="14617" y="9944"/>
                </a:lnTo>
                <a:lnTo>
                  <a:pt x="5321" y="18948"/>
                </a:lnTo>
                <a:lnTo>
                  <a:pt x="5359" y="31483"/>
                </a:lnTo>
                <a:lnTo>
                  <a:pt x="5918" y="41922"/>
                </a:lnTo>
                <a:lnTo>
                  <a:pt x="11087" y="46837"/>
                </a:lnTo>
                <a:lnTo>
                  <a:pt x="11087" y="126034"/>
                </a:lnTo>
                <a:lnTo>
                  <a:pt x="0" y="126034"/>
                </a:lnTo>
                <a:lnTo>
                  <a:pt x="0" y="130695"/>
                </a:lnTo>
                <a:lnTo>
                  <a:pt x="11087" y="130695"/>
                </a:lnTo>
                <a:lnTo>
                  <a:pt x="21094" y="130695"/>
                </a:lnTo>
                <a:lnTo>
                  <a:pt x="30530" y="130695"/>
                </a:lnTo>
                <a:lnTo>
                  <a:pt x="40322" y="130695"/>
                </a:lnTo>
                <a:lnTo>
                  <a:pt x="40322" y="126034"/>
                </a:lnTo>
                <a:close/>
              </a:path>
              <a:path w="40640" h="264795">
                <a:moveTo>
                  <a:pt x="40335" y="138874"/>
                </a:moveTo>
                <a:lnTo>
                  <a:pt x="40322" y="130708"/>
                </a:lnTo>
                <a:lnTo>
                  <a:pt x="0" y="130708"/>
                </a:lnTo>
                <a:lnTo>
                  <a:pt x="0" y="138887"/>
                </a:lnTo>
                <a:lnTo>
                  <a:pt x="6692" y="146786"/>
                </a:lnTo>
                <a:lnTo>
                  <a:pt x="6807" y="264439"/>
                </a:lnTo>
                <a:lnTo>
                  <a:pt x="20485" y="264439"/>
                </a:lnTo>
                <a:lnTo>
                  <a:pt x="33375" y="264439"/>
                </a:lnTo>
                <a:lnTo>
                  <a:pt x="33375" y="146773"/>
                </a:lnTo>
                <a:lnTo>
                  <a:pt x="40322" y="138887"/>
                </a:lnTo>
                <a:close/>
              </a:path>
            </a:pathLst>
          </a:custGeom>
          <a:solidFill>
            <a:srgbClr val="33865D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777" name="object 777" descr=""/>
          <p:cNvGrpSpPr/>
          <p:nvPr/>
        </p:nvGrpSpPr>
        <p:grpSpPr>
          <a:xfrm>
            <a:off x="11703214" y="9229404"/>
            <a:ext cx="106680" cy="518159"/>
            <a:chOff x="11703214" y="9229404"/>
            <a:chExt cx="106680" cy="518159"/>
          </a:xfrm>
        </p:grpSpPr>
        <p:sp>
          <p:nvSpPr>
            <p:cNvPr id="778" name="object 778" descr=""/>
            <p:cNvSpPr/>
            <p:nvPr/>
          </p:nvSpPr>
          <p:spPr>
            <a:xfrm>
              <a:off x="11703202" y="9229413"/>
              <a:ext cx="106680" cy="518159"/>
            </a:xfrm>
            <a:custGeom>
              <a:avLst/>
              <a:gdLst/>
              <a:ahLst/>
              <a:cxnLst/>
              <a:rect l="l" t="t" r="r" b="b"/>
              <a:pathLst>
                <a:path w="106679" h="518159">
                  <a:moveTo>
                    <a:pt x="106603" y="0"/>
                  </a:moveTo>
                  <a:lnTo>
                    <a:pt x="0" y="0"/>
                  </a:lnTo>
                  <a:lnTo>
                    <a:pt x="0" y="9474"/>
                  </a:lnTo>
                  <a:lnTo>
                    <a:pt x="9283" y="9474"/>
                  </a:lnTo>
                  <a:lnTo>
                    <a:pt x="9283" y="340639"/>
                  </a:lnTo>
                  <a:lnTo>
                    <a:pt x="9283" y="517906"/>
                  </a:lnTo>
                  <a:lnTo>
                    <a:pt x="97307" y="517906"/>
                  </a:lnTo>
                  <a:lnTo>
                    <a:pt x="97307" y="340639"/>
                  </a:lnTo>
                  <a:lnTo>
                    <a:pt x="97307" y="9474"/>
                  </a:lnTo>
                  <a:lnTo>
                    <a:pt x="106603" y="9474"/>
                  </a:lnTo>
                  <a:lnTo>
                    <a:pt x="106603" y="0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" name="object 779" descr=""/>
            <p:cNvSpPr/>
            <p:nvPr/>
          </p:nvSpPr>
          <p:spPr>
            <a:xfrm>
              <a:off x="11712491" y="9238881"/>
              <a:ext cx="88265" cy="10795"/>
            </a:xfrm>
            <a:custGeom>
              <a:avLst/>
              <a:gdLst/>
              <a:ahLst/>
              <a:cxnLst/>
              <a:rect l="l" t="t" r="r" b="b"/>
              <a:pathLst>
                <a:path w="88265" h="10795">
                  <a:moveTo>
                    <a:pt x="88028" y="0"/>
                  </a:moveTo>
                  <a:lnTo>
                    <a:pt x="0" y="0"/>
                  </a:lnTo>
                  <a:lnTo>
                    <a:pt x="0" y="10376"/>
                  </a:lnTo>
                  <a:lnTo>
                    <a:pt x="88028" y="10376"/>
                  </a:lnTo>
                  <a:lnTo>
                    <a:pt x="88028" y="0"/>
                  </a:lnTo>
                  <a:close/>
                </a:path>
              </a:pathLst>
            </a:custGeom>
            <a:solidFill>
              <a:srgbClr val="33865D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" name="object 780" descr=""/>
            <p:cNvSpPr/>
            <p:nvPr/>
          </p:nvSpPr>
          <p:spPr>
            <a:xfrm>
              <a:off x="11738720" y="9329651"/>
              <a:ext cx="36195" cy="24765"/>
            </a:xfrm>
            <a:custGeom>
              <a:avLst/>
              <a:gdLst/>
              <a:ahLst/>
              <a:cxnLst/>
              <a:rect l="l" t="t" r="r" b="b"/>
              <a:pathLst>
                <a:path w="36195" h="24765">
                  <a:moveTo>
                    <a:pt x="35580" y="0"/>
                  </a:moveTo>
                  <a:lnTo>
                    <a:pt x="0" y="0"/>
                  </a:lnTo>
                  <a:lnTo>
                    <a:pt x="1398" y="9489"/>
                  </a:lnTo>
                  <a:lnTo>
                    <a:pt x="5211" y="17237"/>
                  </a:lnTo>
                  <a:lnTo>
                    <a:pt x="10866" y="22461"/>
                  </a:lnTo>
                  <a:lnTo>
                    <a:pt x="17790" y="24376"/>
                  </a:lnTo>
                  <a:lnTo>
                    <a:pt x="24713" y="22461"/>
                  </a:lnTo>
                  <a:lnTo>
                    <a:pt x="30368" y="17237"/>
                  </a:lnTo>
                  <a:lnTo>
                    <a:pt x="34181" y="9489"/>
                  </a:lnTo>
                  <a:lnTo>
                    <a:pt x="35580" y="0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81" name="object 781" descr=""/>
          <p:cNvGrpSpPr/>
          <p:nvPr/>
        </p:nvGrpSpPr>
        <p:grpSpPr>
          <a:xfrm>
            <a:off x="11706405" y="8623077"/>
            <a:ext cx="101600" cy="606425"/>
            <a:chOff x="11706405" y="8623077"/>
            <a:chExt cx="101600" cy="606425"/>
          </a:xfrm>
        </p:grpSpPr>
        <p:sp>
          <p:nvSpPr>
            <p:cNvPr id="782" name="object 782" descr=""/>
            <p:cNvSpPr/>
            <p:nvPr/>
          </p:nvSpPr>
          <p:spPr>
            <a:xfrm>
              <a:off x="11723230" y="8652935"/>
              <a:ext cx="67310" cy="576580"/>
            </a:xfrm>
            <a:custGeom>
              <a:avLst/>
              <a:gdLst/>
              <a:ahLst/>
              <a:cxnLst/>
              <a:rect l="l" t="t" r="r" b="b"/>
              <a:pathLst>
                <a:path w="67309" h="576579">
                  <a:moveTo>
                    <a:pt x="56984" y="0"/>
                  </a:moveTo>
                  <a:lnTo>
                    <a:pt x="34429" y="0"/>
                  </a:lnTo>
                  <a:lnTo>
                    <a:pt x="10502" y="0"/>
                  </a:lnTo>
                  <a:lnTo>
                    <a:pt x="10502" y="236537"/>
                  </a:lnTo>
                  <a:lnTo>
                    <a:pt x="34429" y="236537"/>
                  </a:lnTo>
                  <a:lnTo>
                    <a:pt x="56984" y="236537"/>
                  </a:lnTo>
                  <a:lnTo>
                    <a:pt x="56984" y="0"/>
                  </a:lnTo>
                  <a:close/>
                </a:path>
                <a:path w="67309" h="576579">
                  <a:moveTo>
                    <a:pt x="66814" y="249809"/>
                  </a:moveTo>
                  <a:lnTo>
                    <a:pt x="49517" y="249809"/>
                  </a:lnTo>
                  <a:lnTo>
                    <a:pt x="17411" y="249809"/>
                  </a:lnTo>
                  <a:lnTo>
                    <a:pt x="0" y="249809"/>
                  </a:lnTo>
                  <a:lnTo>
                    <a:pt x="0" y="576478"/>
                  </a:lnTo>
                  <a:lnTo>
                    <a:pt x="17411" y="576478"/>
                  </a:lnTo>
                  <a:lnTo>
                    <a:pt x="49403" y="576478"/>
                  </a:lnTo>
                  <a:lnTo>
                    <a:pt x="66814" y="576478"/>
                  </a:lnTo>
                  <a:lnTo>
                    <a:pt x="66814" y="249809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" name="object 783" descr=""/>
            <p:cNvSpPr/>
            <p:nvPr/>
          </p:nvSpPr>
          <p:spPr>
            <a:xfrm>
              <a:off x="11723230" y="8989205"/>
              <a:ext cx="67310" cy="186055"/>
            </a:xfrm>
            <a:custGeom>
              <a:avLst/>
              <a:gdLst/>
              <a:ahLst/>
              <a:cxnLst/>
              <a:rect l="l" t="t" r="r" b="b"/>
              <a:pathLst>
                <a:path w="67309" h="186054">
                  <a:moveTo>
                    <a:pt x="66827" y="150291"/>
                  </a:moveTo>
                  <a:lnTo>
                    <a:pt x="0" y="150291"/>
                  </a:lnTo>
                  <a:lnTo>
                    <a:pt x="0" y="159905"/>
                  </a:lnTo>
                  <a:lnTo>
                    <a:pt x="66827" y="159905"/>
                  </a:lnTo>
                  <a:lnTo>
                    <a:pt x="66827" y="150291"/>
                  </a:lnTo>
                  <a:close/>
                </a:path>
                <a:path w="67309" h="186054">
                  <a:moveTo>
                    <a:pt x="66878" y="176377"/>
                  </a:moveTo>
                  <a:lnTo>
                    <a:pt x="50" y="176377"/>
                  </a:lnTo>
                  <a:lnTo>
                    <a:pt x="50" y="185991"/>
                  </a:lnTo>
                  <a:lnTo>
                    <a:pt x="66878" y="185991"/>
                  </a:lnTo>
                  <a:lnTo>
                    <a:pt x="66878" y="176377"/>
                  </a:lnTo>
                  <a:close/>
                </a:path>
                <a:path w="67309" h="186054">
                  <a:moveTo>
                    <a:pt x="66878" y="26073"/>
                  </a:moveTo>
                  <a:lnTo>
                    <a:pt x="50" y="26073"/>
                  </a:lnTo>
                  <a:lnTo>
                    <a:pt x="50" y="35687"/>
                  </a:lnTo>
                  <a:lnTo>
                    <a:pt x="66878" y="35687"/>
                  </a:lnTo>
                  <a:lnTo>
                    <a:pt x="66878" y="26073"/>
                  </a:lnTo>
                  <a:close/>
                </a:path>
                <a:path w="67309" h="186054">
                  <a:moveTo>
                    <a:pt x="66878" y="0"/>
                  </a:moveTo>
                  <a:lnTo>
                    <a:pt x="50" y="0"/>
                  </a:lnTo>
                  <a:lnTo>
                    <a:pt x="50" y="9613"/>
                  </a:lnTo>
                  <a:lnTo>
                    <a:pt x="66878" y="9613"/>
                  </a:lnTo>
                  <a:lnTo>
                    <a:pt x="66878" y="0"/>
                  </a:lnTo>
                  <a:close/>
                </a:path>
              </a:pathLst>
            </a:custGeom>
            <a:solidFill>
              <a:srgbClr val="33865D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" name="object 784" descr=""/>
            <p:cNvSpPr/>
            <p:nvPr/>
          </p:nvSpPr>
          <p:spPr>
            <a:xfrm>
              <a:off x="11706403" y="8623077"/>
              <a:ext cx="101600" cy="292735"/>
            </a:xfrm>
            <a:custGeom>
              <a:avLst/>
              <a:gdLst/>
              <a:ahLst/>
              <a:cxnLst/>
              <a:rect l="l" t="t" r="r" b="b"/>
              <a:pathLst>
                <a:path w="101600" h="292734">
                  <a:moveTo>
                    <a:pt x="85979" y="0"/>
                  </a:moveTo>
                  <a:lnTo>
                    <a:pt x="15417" y="0"/>
                  </a:lnTo>
                  <a:lnTo>
                    <a:pt x="15417" y="6705"/>
                  </a:lnTo>
                  <a:lnTo>
                    <a:pt x="15417" y="18478"/>
                  </a:lnTo>
                  <a:lnTo>
                    <a:pt x="27127" y="29857"/>
                  </a:lnTo>
                  <a:lnTo>
                    <a:pt x="73660" y="29857"/>
                  </a:lnTo>
                  <a:lnTo>
                    <a:pt x="85953" y="18491"/>
                  </a:lnTo>
                  <a:lnTo>
                    <a:pt x="85979" y="6705"/>
                  </a:lnTo>
                  <a:lnTo>
                    <a:pt x="85979" y="0"/>
                  </a:lnTo>
                  <a:close/>
                </a:path>
                <a:path w="101600" h="292734">
                  <a:moveTo>
                    <a:pt x="101396" y="258851"/>
                  </a:moveTo>
                  <a:lnTo>
                    <a:pt x="0" y="258851"/>
                  </a:lnTo>
                  <a:lnTo>
                    <a:pt x="0" y="266395"/>
                  </a:lnTo>
                  <a:lnTo>
                    <a:pt x="0" y="279666"/>
                  </a:lnTo>
                  <a:lnTo>
                    <a:pt x="16827" y="292468"/>
                  </a:lnTo>
                  <a:lnTo>
                    <a:pt x="83705" y="292468"/>
                  </a:lnTo>
                  <a:lnTo>
                    <a:pt x="101396" y="279666"/>
                  </a:lnTo>
                  <a:lnTo>
                    <a:pt x="101396" y="266395"/>
                  </a:lnTo>
                  <a:lnTo>
                    <a:pt x="101396" y="258851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85" name="object 785" descr=""/>
          <p:cNvSpPr/>
          <p:nvPr/>
        </p:nvSpPr>
        <p:spPr>
          <a:xfrm>
            <a:off x="11815860" y="9442184"/>
            <a:ext cx="67310" cy="92710"/>
          </a:xfrm>
          <a:custGeom>
            <a:avLst/>
            <a:gdLst/>
            <a:ahLst/>
            <a:cxnLst/>
            <a:rect l="l" t="t" r="r" b="b"/>
            <a:pathLst>
              <a:path w="67309" h="92709">
                <a:moveTo>
                  <a:pt x="67191" y="0"/>
                </a:moveTo>
                <a:lnTo>
                  <a:pt x="0" y="0"/>
                </a:lnTo>
                <a:lnTo>
                  <a:pt x="0" y="92552"/>
                </a:lnTo>
                <a:lnTo>
                  <a:pt x="67191" y="92552"/>
                </a:lnTo>
                <a:lnTo>
                  <a:pt x="67191" y="0"/>
                </a:lnTo>
                <a:close/>
              </a:path>
            </a:pathLst>
          </a:custGeom>
          <a:solidFill>
            <a:srgbClr val="33865D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786" name="object 786" descr=""/>
          <p:cNvPicPr/>
          <p:nvPr/>
        </p:nvPicPr>
        <p:blipFill>
          <a:blip r:embed="rId46" cstate="print"/>
          <a:stretch>
            <a:fillRect/>
          </a:stretch>
        </p:blipFill>
        <p:spPr>
          <a:xfrm>
            <a:off x="8835343" y="8778600"/>
            <a:ext cx="85473" cy="135142"/>
          </a:xfrm>
          <a:prstGeom prst="rect">
            <a:avLst/>
          </a:prstGeom>
        </p:spPr>
      </p:pic>
      <p:sp>
        <p:nvSpPr>
          <p:cNvPr id="787" name="object 787" descr=""/>
          <p:cNvSpPr/>
          <p:nvPr/>
        </p:nvSpPr>
        <p:spPr>
          <a:xfrm>
            <a:off x="8998898" y="9406268"/>
            <a:ext cx="252729" cy="212725"/>
          </a:xfrm>
          <a:custGeom>
            <a:avLst/>
            <a:gdLst/>
            <a:ahLst/>
            <a:cxnLst/>
            <a:rect l="l" t="t" r="r" b="b"/>
            <a:pathLst>
              <a:path w="252729" h="212725">
                <a:moveTo>
                  <a:pt x="252725" y="0"/>
                </a:moveTo>
                <a:lnTo>
                  <a:pt x="0" y="0"/>
                </a:lnTo>
                <a:lnTo>
                  <a:pt x="0" y="212590"/>
                </a:lnTo>
                <a:lnTo>
                  <a:pt x="252725" y="212590"/>
                </a:lnTo>
                <a:lnTo>
                  <a:pt x="252725" y="0"/>
                </a:lnTo>
                <a:close/>
              </a:path>
            </a:pathLst>
          </a:custGeom>
          <a:solidFill>
            <a:srgbClr val="EF8F1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788" name="object 788" descr=""/>
          <p:cNvGrpSpPr/>
          <p:nvPr/>
        </p:nvGrpSpPr>
        <p:grpSpPr>
          <a:xfrm>
            <a:off x="9742122" y="8223977"/>
            <a:ext cx="648335" cy="937894"/>
            <a:chOff x="9742122" y="8223977"/>
            <a:chExt cx="648335" cy="937894"/>
          </a:xfrm>
        </p:grpSpPr>
        <p:sp>
          <p:nvSpPr>
            <p:cNvPr id="789" name="object 789" descr=""/>
            <p:cNvSpPr/>
            <p:nvPr/>
          </p:nvSpPr>
          <p:spPr>
            <a:xfrm>
              <a:off x="10031413" y="8223980"/>
              <a:ext cx="73025" cy="207010"/>
            </a:xfrm>
            <a:custGeom>
              <a:avLst/>
              <a:gdLst/>
              <a:ahLst/>
              <a:cxnLst/>
              <a:rect l="l" t="t" r="r" b="b"/>
              <a:pathLst>
                <a:path w="73025" h="207009">
                  <a:moveTo>
                    <a:pt x="72682" y="180797"/>
                  </a:moveTo>
                  <a:lnTo>
                    <a:pt x="68503" y="176618"/>
                  </a:lnTo>
                  <a:lnTo>
                    <a:pt x="63347" y="176618"/>
                  </a:lnTo>
                  <a:lnTo>
                    <a:pt x="51879" y="176618"/>
                  </a:lnTo>
                  <a:lnTo>
                    <a:pt x="51879" y="119341"/>
                  </a:lnTo>
                  <a:lnTo>
                    <a:pt x="47713" y="115176"/>
                  </a:lnTo>
                  <a:lnTo>
                    <a:pt x="45415" y="115176"/>
                  </a:lnTo>
                  <a:lnTo>
                    <a:pt x="45415" y="60388"/>
                  </a:lnTo>
                  <a:lnTo>
                    <a:pt x="42240" y="57200"/>
                  </a:lnTo>
                  <a:lnTo>
                    <a:pt x="42227" y="2565"/>
                  </a:lnTo>
                  <a:lnTo>
                    <a:pt x="39662" y="0"/>
                  </a:lnTo>
                  <a:lnTo>
                    <a:pt x="36499" y="0"/>
                  </a:lnTo>
                  <a:lnTo>
                    <a:pt x="33007" y="0"/>
                  </a:lnTo>
                  <a:lnTo>
                    <a:pt x="30441" y="2565"/>
                  </a:lnTo>
                  <a:lnTo>
                    <a:pt x="30441" y="57200"/>
                  </a:lnTo>
                  <a:lnTo>
                    <a:pt x="27266" y="60388"/>
                  </a:lnTo>
                  <a:lnTo>
                    <a:pt x="27266" y="115176"/>
                  </a:lnTo>
                  <a:lnTo>
                    <a:pt x="24968" y="115176"/>
                  </a:lnTo>
                  <a:lnTo>
                    <a:pt x="20802" y="119341"/>
                  </a:lnTo>
                  <a:lnTo>
                    <a:pt x="20802" y="176618"/>
                  </a:lnTo>
                  <a:lnTo>
                    <a:pt x="4178" y="176618"/>
                  </a:lnTo>
                  <a:lnTo>
                    <a:pt x="0" y="180797"/>
                  </a:lnTo>
                  <a:lnTo>
                    <a:pt x="0" y="206806"/>
                  </a:lnTo>
                  <a:lnTo>
                    <a:pt x="72682" y="206806"/>
                  </a:lnTo>
                  <a:lnTo>
                    <a:pt x="72682" y="180797"/>
                  </a:lnTo>
                  <a:close/>
                </a:path>
              </a:pathLst>
            </a:custGeom>
            <a:solidFill>
              <a:srgbClr val="FDEC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" name="object 790" descr=""/>
            <p:cNvSpPr/>
            <p:nvPr/>
          </p:nvSpPr>
          <p:spPr>
            <a:xfrm>
              <a:off x="9773074" y="8413189"/>
              <a:ext cx="589915" cy="676910"/>
            </a:xfrm>
            <a:custGeom>
              <a:avLst/>
              <a:gdLst/>
              <a:ahLst/>
              <a:cxnLst/>
              <a:rect l="l" t="t" r="r" b="b"/>
              <a:pathLst>
                <a:path w="589915" h="676909">
                  <a:moveTo>
                    <a:pt x="294504" y="0"/>
                  </a:moveTo>
                  <a:lnTo>
                    <a:pt x="225874" y="16208"/>
                  </a:lnTo>
                  <a:lnTo>
                    <a:pt x="189817" y="35581"/>
                  </a:lnTo>
                  <a:lnTo>
                    <a:pt x="154018" y="61674"/>
                  </a:lnTo>
                  <a:lnTo>
                    <a:pt x="119540" y="93897"/>
                  </a:lnTo>
                  <a:lnTo>
                    <a:pt x="87447" y="131656"/>
                  </a:lnTo>
                  <a:lnTo>
                    <a:pt x="58803" y="174359"/>
                  </a:lnTo>
                  <a:lnTo>
                    <a:pt x="34672" y="221412"/>
                  </a:lnTo>
                  <a:lnTo>
                    <a:pt x="16119" y="272224"/>
                  </a:lnTo>
                  <a:lnTo>
                    <a:pt x="4207" y="326202"/>
                  </a:lnTo>
                  <a:lnTo>
                    <a:pt x="0" y="382752"/>
                  </a:lnTo>
                  <a:lnTo>
                    <a:pt x="722" y="409987"/>
                  </a:lnTo>
                  <a:lnTo>
                    <a:pt x="7388" y="465717"/>
                  </a:lnTo>
                  <a:lnTo>
                    <a:pt x="20501" y="513973"/>
                  </a:lnTo>
                  <a:lnTo>
                    <a:pt x="39538" y="555133"/>
                  </a:lnTo>
                  <a:lnTo>
                    <a:pt x="63971" y="589577"/>
                  </a:lnTo>
                  <a:lnTo>
                    <a:pt x="93277" y="617684"/>
                  </a:lnTo>
                  <a:lnTo>
                    <a:pt x="126929" y="639830"/>
                  </a:lnTo>
                  <a:lnTo>
                    <a:pt x="164403" y="656397"/>
                  </a:lnTo>
                  <a:lnTo>
                    <a:pt x="205174" y="667761"/>
                  </a:lnTo>
                  <a:lnTo>
                    <a:pt x="248716" y="674302"/>
                  </a:lnTo>
                  <a:lnTo>
                    <a:pt x="294504" y="676398"/>
                  </a:lnTo>
                  <a:lnTo>
                    <a:pt x="342382" y="673882"/>
                  </a:lnTo>
                  <a:lnTo>
                    <a:pt x="387782" y="666148"/>
                  </a:lnTo>
                  <a:lnTo>
                    <a:pt x="430102" y="652914"/>
                  </a:lnTo>
                  <a:lnTo>
                    <a:pt x="468737" y="633902"/>
                  </a:lnTo>
                  <a:lnTo>
                    <a:pt x="503084" y="608829"/>
                  </a:lnTo>
                  <a:lnTo>
                    <a:pt x="532539" y="577416"/>
                  </a:lnTo>
                  <a:lnTo>
                    <a:pt x="556499" y="539383"/>
                  </a:lnTo>
                  <a:lnTo>
                    <a:pt x="574361" y="494448"/>
                  </a:lnTo>
                  <a:lnTo>
                    <a:pt x="585520" y="442331"/>
                  </a:lnTo>
                  <a:lnTo>
                    <a:pt x="589374" y="382752"/>
                  </a:lnTo>
                  <a:lnTo>
                    <a:pt x="585510" y="328498"/>
                  </a:lnTo>
                  <a:lnTo>
                    <a:pt x="574532" y="276625"/>
                  </a:lnTo>
                  <a:lnTo>
                    <a:pt x="557357" y="227610"/>
                  </a:lnTo>
                  <a:lnTo>
                    <a:pt x="534905" y="181931"/>
                  </a:lnTo>
                  <a:lnTo>
                    <a:pt x="501007" y="130501"/>
                  </a:lnTo>
                  <a:lnTo>
                    <a:pt x="462247" y="86183"/>
                  </a:lnTo>
                  <a:lnTo>
                    <a:pt x="420421" y="49976"/>
                  </a:lnTo>
                  <a:lnTo>
                    <a:pt x="377325" y="22877"/>
                  </a:lnTo>
                  <a:lnTo>
                    <a:pt x="334754" y="5885"/>
                  </a:lnTo>
                  <a:lnTo>
                    <a:pt x="294504" y="0"/>
                  </a:lnTo>
                  <a:close/>
                </a:path>
              </a:pathLst>
            </a:custGeom>
            <a:solidFill>
              <a:srgbClr val="FAB7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" name="object 791" descr=""/>
            <p:cNvSpPr/>
            <p:nvPr/>
          </p:nvSpPr>
          <p:spPr>
            <a:xfrm>
              <a:off x="9760687" y="8910545"/>
              <a:ext cx="614680" cy="33020"/>
            </a:xfrm>
            <a:custGeom>
              <a:avLst/>
              <a:gdLst/>
              <a:ahLst/>
              <a:cxnLst/>
              <a:rect l="l" t="t" r="r" b="b"/>
              <a:pathLst>
                <a:path w="614679" h="33020">
                  <a:moveTo>
                    <a:pt x="614096" y="0"/>
                  </a:moveTo>
                  <a:lnTo>
                    <a:pt x="0" y="0"/>
                  </a:lnTo>
                  <a:lnTo>
                    <a:pt x="0" y="32763"/>
                  </a:lnTo>
                  <a:lnTo>
                    <a:pt x="614096" y="32763"/>
                  </a:lnTo>
                  <a:lnTo>
                    <a:pt x="614096" y="0"/>
                  </a:lnTo>
                  <a:close/>
                </a:path>
              </a:pathLst>
            </a:custGeom>
            <a:solidFill>
              <a:srgbClr val="FFA63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" name="object 792" descr=""/>
            <p:cNvSpPr/>
            <p:nvPr/>
          </p:nvSpPr>
          <p:spPr>
            <a:xfrm>
              <a:off x="9810081" y="8413189"/>
              <a:ext cx="445770" cy="433705"/>
            </a:xfrm>
            <a:custGeom>
              <a:avLst/>
              <a:gdLst/>
              <a:ahLst/>
              <a:cxnLst/>
              <a:rect l="l" t="t" r="r" b="b"/>
              <a:pathLst>
                <a:path w="445770" h="433704">
                  <a:moveTo>
                    <a:pt x="245374" y="0"/>
                  </a:moveTo>
                  <a:lnTo>
                    <a:pt x="188195" y="16208"/>
                  </a:lnTo>
                  <a:lnTo>
                    <a:pt x="128326" y="61674"/>
                  </a:lnTo>
                  <a:lnTo>
                    <a:pt x="99600" y="93897"/>
                  </a:lnTo>
                  <a:lnTo>
                    <a:pt x="72860" y="131656"/>
                  </a:lnTo>
                  <a:lnTo>
                    <a:pt x="48994" y="174359"/>
                  </a:lnTo>
                  <a:lnTo>
                    <a:pt x="28889" y="221412"/>
                  </a:lnTo>
                  <a:lnTo>
                    <a:pt x="13430" y="272224"/>
                  </a:lnTo>
                  <a:lnTo>
                    <a:pt x="3505" y="326202"/>
                  </a:lnTo>
                  <a:lnTo>
                    <a:pt x="0" y="382752"/>
                  </a:lnTo>
                  <a:lnTo>
                    <a:pt x="607" y="409987"/>
                  </a:lnTo>
                  <a:lnTo>
                    <a:pt x="28558" y="420111"/>
                  </a:lnTo>
                  <a:lnTo>
                    <a:pt x="57445" y="427509"/>
                  </a:lnTo>
                  <a:lnTo>
                    <a:pt x="87185" y="432046"/>
                  </a:lnTo>
                  <a:lnTo>
                    <a:pt x="117692" y="433588"/>
                  </a:lnTo>
                  <a:lnTo>
                    <a:pt x="165297" y="429848"/>
                  </a:lnTo>
                  <a:lnTo>
                    <a:pt x="211029" y="418944"/>
                  </a:lnTo>
                  <a:lnTo>
                    <a:pt x="254494" y="401350"/>
                  </a:lnTo>
                  <a:lnTo>
                    <a:pt x="295300" y="377544"/>
                  </a:lnTo>
                  <a:lnTo>
                    <a:pt x="333053" y="347998"/>
                  </a:lnTo>
                  <a:lnTo>
                    <a:pt x="367360" y="313189"/>
                  </a:lnTo>
                  <a:lnTo>
                    <a:pt x="397828" y="273591"/>
                  </a:lnTo>
                  <a:lnTo>
                    <a:pt x="424063" y="229680"/>
                  </a:lnTo>
                  <a:lnTo>
                    <a:pt x="445672" y="181931"/>
                  </a:lnTo>
                  <a:lnTo>
                    <a:pt x="417427" y="130501"/>
                  </a:lnTo>
                  <a:lnTo>
                    <a:pt x="385133" y="86183"/>
                  </a:lnTo>
                  <a:lnTo>
                    <a:pt x="350286" y="49976"/>
                  </a:lnTo>
                  <a:lnTo>
                    <a:pt x="314380" y="22877"/>
                  </a:lnTo>
                  <a:lnTo>
                    <a:pt x="278911" y="5885"/>
                  </a:lnTo>
                  <a:lnTo>
                    <a:pt x="245374" y="0"/>
                  </a:lnTo>
                  <a:close/>
                </a:path>
              </a:pathLst>
            </a:custGeom>
            <a:solidFill>
              <a:srgbClr val="FFC5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" name="object 793" descr=""/>
            <p:cNvSpPr/>
            <p:nvPr/>
          </p:nvSpPr>
          <p:spPr>
            <a:xfrm>
              <a:off x="10066091" y="8993904"/>
              <a:ext cx="303530" cy="167640"/>
            </a:xfrm>
            <a:custGeom>
              <a:avLst/>
              <a:gdLst/>
              <a:ahLst/>
              <a:cxnLst/>
              <a:rect l="l" t="t" r="r" b="b"/>
              <a:pathLst>
                <a:path w="303529" h="167640">
                  <a:moveTo>
                    <a:pt x="0" y="167387"/>
                  </a:moveTo>
                  <a:lnTo>
                    <a:pt x="303467" y="167387"/>
                  </a:lnTo>
                  <a:lnTo>
                    <a:pt x="303467" y="0"/>
                  </a:lnTo>
                  <a:lnTo>
                    <a:pt x="0" y="0"/>
                  </a:lnTo>
                  <a:lnTo>
                    <a:pt x="0" y="167387"/>
                  </a:lnTo>
                  <a:close/>
                </a:path>
              </a:pathLst>
            </a:custGeom>
            <a:solidFill>
              <a:srgbClr val="EF8F1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" name="object 794" descr=""/>
            <p:cNvSpPr/>
            <p:nvPr/>
          </p:nvSpPr>
          <p:spPr>
            <a:xfrm>
              <a:off x="9762624" y="8993904"/>
              <a:ext cx="303530" cy="167640"/>
            </a:xfrm>
            <a:custGeom>
              <a:avLst/>
              <a:gdLst/>
              <a:ahLst/>
              <a:cxnLst/>
              <a:rect l="l" t="t" r="r" b="b"/>
              <a:pathLst>
                <a:path w="303529" h="167640">
                  <a:moveTo>
                    <a:pt x="0" y="167387"/>
                  </a:moveTo>
                  <a:lnTo>
                    <a:pt x="303467" y="167387"/>
                  </a:lnTo>
                  <a:lnTo>
                    <a:pt x="303467" y="0"/>
                  </a:lnTo>
                  <a:lnTo>
                    <a:pt x="0" y="0"/>
                  </a:lnTo>
                  <a:lnTo>
                    <a:pt x="0" y="167387"/>
                  </a:lnTo>
                  <a:close/>
                </a:path>
              </a:pathLst>
            </a:custGeom>
            <a:solidFill>
              <a:srgbClr val="FFA63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" name="object 795" descr=""/>
            <p:cNvSpPr/>
            <p:nvPr/>
          </p:nvSpPr>
          <p:spPr>
            <a:xfrm>
              <a:off x="9742122" y="8943225"/>
              <a:ext cx="648335" cy="50800"/>
            </a:xfrm>
            <a:custGeom>
              <a:avLst/>
              <a:gdLst/>
              <a:ahLst/>
              <a:cxnLst/>
              <a:rect l="l" t="t" r="r" b="b"/>
              <a:pathLst>
                <a:path w="648334" h="50800">
                  <a:moveTo>
                    <a:pt x="647927" y="0"/>
                  </a:moveTo>
                  <a:lnTo>
                    <a:pt x="0" y="0"/>
                  </a:lnTo>
                  <a:lnTo>
                    <a:pt x="0" y="50689"/>
                  </a:lnTo>
                  <a:lnTo>
                    <a:pt x="647927" y="50689"/>
                  </a:lnTo>
                  <a:lnTo>
                    <a:pt x="647927" y="0"/>
                  </a:lnTo>
                  <a:close/>
                </a:path>
              </a:pathLst>
            </a:custGeom>
            <a:solidFill>
              <a:srgbClr val="E878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" name="object 796" descr=""/>
            <p:cNvSpPr/>
            <p:nvPr/>
          </p:nvSpPr>
          <p:spPr>
            <a:xfrm>
              <a:off x="9780219" y="9018314"/>
              <a:ext cx="575310" cy="106680"/>
            </a:xfrm>
            <a:custGeom>
              <a:avLst/>
              <a:gdLst/>
              <a:ahLst/>
              <a:cxnLst/>
              <a:rect l="l" t="t" r="r" b="b"/>
              <a:pathLst>
                <a:path w="575309" h="106679">
                  <a:moveTo>
                    <a:pt x="41198" y="20599"/>
                  </a:moveTo>
                  <a:lnTo>
                    <a:pt x="39573" y="12585"/>
                  </a:lnTo>
                  <a:lnTo>
                    <a:pt x="35166" y="6032"/>
                  </a:lnTo>
                  <a:lnTo>
                    <a:pt x="28625" y="1625"/>
                  </a:lnTo>
                  <a:lnTo>
                    <a:pt x="20599" y="0"/>
                  </a:lnTo>
                  <a:lnTo>
                    <a:pt x="12585" y="1625"/>
                  </a:lnTo>
                  <a:lnTo>
                    <a:pt x="6032" y="6032"/>
                  </a:lnTo>
                  <a:lnTo>
                    <a:pt x="1625" y="12585"/>
                  </a:lnTo>
                  <a:lnTo>
                    <a:pt x="0" y="20599"/>
                  </a:lnTo>
                  <a:lnTo>
                    <a:pt x="0" y="106146"/>
                  </a:lnTo>
                  <a:lnTo>
                    <a:pt x="41198" y="106146"/>
                  </a:lnTo>
                  <a:lnTo>
                    <a:pt x="41198" y="20599"/>
                  </a:lnTo>
                  <a:close/>
                </a:path>
                <a:path w="575309" h="106679">
                  <a:moveTo>
                    <a:pt x="100571" y="20599"/>
                  </a:moveTo>
                  <a:lnTo>
                    <a:pt x="98958" y="12585"/>
                  </a:lnTo>
                  <a:lnTo>
                    <a:pt x="94538" y="6032"/>
                  </a:lnTo>
                  <a:lnTo>
                    <a:pt x="87998" y="1625"/>
                  </a:lnTo>
                  <a:lnTo>
                    <a:pt x="79971" y="0"/>
                  </a:lnTo>
                  <a:lnTo>
                    <a:pt x="71958" y="1625"/>
                  </a:lnTo>
                  <a:lnTo>
                    <a:pt x="65405" y="6032"/>
                  </a:lnTo>
                  <a:lnTo>
                    <a:pt x="60998" y="12585"/>
                  </a:lnTo>
                  <a:lnTo>
                    <a:pt x="59385" y="20599"/>
                  </a:lnTo>
                  <a:lnTo>
                    <a:pt x="59385" y="106146"/>
                  </a:lnTo>
                  <a:lnTo>
                    <a:pt x="100571" y="106146"/>
                  </a:lnTo>
                  <a:lnTo>
                    <a:pt x="100571" y="20599"/>
                  </a:lnTo>
                  <a:close/>
                </a:path>
                <a:path w="575309" h="106679">
                  <a:moveTo>
                    <a:pt x="159956" y="20599"/>
                  </a:moveTo>
                  <a:lnTo>
                    <a:pt x="158330" y="12585"/>
                  </a:lnTo>
                  <a:lnTo>
                    <a:pt x="153924" y="6032"/>
                  </a:lnTo>
                  <a:lnTo>
                    <a:pt x="147370" y="1625"/>
                  </a:lnTo>
                  <a:lnTo>
                    <a:pt x="139357" y="0"/>
                  </a:lnTo>
                  <a:lnTo>
                    <a:pt x="131330" y="1625"/>
                  </a:lnTo>
                  <a:lnTo>
                    <a:pt x="124790" y="6032"/>
                  </a:lnTo>
                  <a:lnTo>
                    <a:pt x="120370" y="12585"/>
                  </a:lnTo>
                  <a:lnTo>
                    <a:pt x="118757" y="20599"/>
                  </a:lnTo>
                  <a:lnTo>
                    <a:pt x="118757" y="106146"/>
                  </a:lnTo>
                  <a:lnTo>
                    <a:pt x="159956" y="106146"/>
                  </a:lnTo>
                  <a:lnTo>
                    <a:pt x="159956" y="20599"/>
                  </a:lnTo>
                  <a:close/>
                </a:path>
                <a:path w="575309" h="106679">
                  <a:moveTo>
                    <a:pt x="219329" y="20599"/>
                  </a:moveTo>
                  <a:lnTo>
                    <a:pt x="217716" y="12585"/>
                  </a:lnTo>
                  <a:lnTo>
                    <a:pt x="213296" y="6032"/>
                  </a:lnTo>
                  <a:lnTo>
                    <a:pt x="206756" y="1625"/>
                  </a:lnTo>
                  <a:lnTo>
                    <a:pt x="198729" y="0"/>
                  </a:lnTo>
                  <a:lnTo>
                    <a:pt x="190715" y="1625"/>
                  </a:lnTo>
                  <a:lnTo>
                    <a:pt x="184162" y="6032"/>
                  </a:lnTo>
                  <a:lnTo>
                    <a:pt x="179755" y="12585"/>
                  </a:lnTo>
                  <a:lnTo>
                    <a:pt x="178130" y="20599"/>
                  </a:lnTo>
                  <a:lnTo>
                    <a:pt x="178130" y="106146"/>
                  </a:lnTo>
                  <a:lnTo>
                    <a:pt x="219329" y="106146"/>
                  </a:lnTo>
                  <a:lnTo>
                    <a:pt x="219329" y="20599"/>
                  </a:lnTo>
                  <a:close/>
                </a:path>
                <a:path w="575309" h="106679">
                  <a:moveTo>
                    <a:pt x="278701" y="20599"/>
                  </a:moveTo>
                  <a:lnTo>
                    <a:pt x="277088" y="12585"/>
                  </a:lnTo>
                  <a:lnTo>
                    <a:pt x="272681" y="6032"/>
                  </a:lnTo>
                  <a:lnTo>
                    <a:pt x="266128" y="1625"/>
                  </a:lnTo>
                  <a:lnTo>
                    <a:pt x="258114" y="0"/>
                  </a:lnTo>
                  <a:lnTo>
                    <a:pt x="250088" y="1625"/>
                  </a:lnTo>
                  <a:lnTo>
                    <a:pt x="243547" y="6032"/>
                  </a:lnTo>
                  <a:lnTo>
                    <a:pt x="239128" y="12585"/>
                  </a:lnTo>
                  <a:lnTo>
                    <a:pt x="237515" y="20599"/>
                  </a:lnTo>
                  <a:lnTo>
                    <a:pt x="237515" y="106146"/>
                  </a:lnTo>
                  <a:lnTo>
                    <a:pt x="278701" y="106146"/>
                  </a:lnTo>
                  <a:lnTo>
                    <a:pt x="278701" y="20599"/>
                  </a:lnTo>
                  <a:close/>
                </a:path>
                <a:path w="575309" h="106679">
                  <a:moveTo>
                    <a:pt x="338086" y="20599"/>
                  </a:moveTo>
                  <a:lnTo>
                    <a:pt x="336461" y="12585"/>
                  </a:lnTo>
                  <a:lnTo>
                    <a:pt x="332054" y="6032"/>
                  </a:lnTo>
                  <a:lnTo>
                    <a:pt x="325513" y="1625"/>
                  </a:lnTo>
                  <a:lnTo>
                    <a:pt x="317487" y="0"/>
                  </a:lnTo>
                  <a:lnTo>
                    <a:pt x="309473" y="1625"/>
                  </a:lnTo>
                  <a:lnTo>
                    <a:pt x="302920" y="6032"/>
                  </a:lnTo>
                  <a:lnTo>
                    <a:pt x="298513" y="12585"/>
                  </a:lnTo>
                  <a:lnTo>
                    <a:pt x="296887" y="20599"/>
                  </a:lnTo>
                  <a:lnTo>
                    <a:pt x="296887" y="106146"/>
                  </a:lnTo>
                  <a:lnTo>
                    <a:pt x="338086" y="106146"/>
                  </a:lnTo>
                  <a:lnTo>
                    <a:pt x="338086" y="20599"/>
                  </a:lnTo>
                  <a:close/>
                </a:path>
                <a:path w="575309" h="106679">
                  <a:moveTo>
                    <a:pt x="397459" y="20599"/>
                  </a:moveTo>
                  <a:lnTo>
                    <a:pt x="395846" y="12585"/>
                  </a:lnTo>
                  <a:lnTo>
                    <a:pt x="391426" y="6032"/>
                  </a:lnTo>
                  <a:lnTo>
                    <a:pt x="384886" y="1625"/>
                  </a:lnTo>
                  <a:lnTo>
                    <a:pt x="376859" y="0"/>
                  </a:lnTo>
                  <a:lnTo>
                    <a:pt x="368846" y="1625"/>
                  </a:lnTo>
                  <a:lnTo>
                    <a:pt x="362292" y="6032"/>
                  </a:lnTo>
                  <a:lnTo>
                    <a:pt x="357886" y="12585"/>
                  </a:lnTo>
                  <a:lnTo>
                    <a:pt x="356273" y="20599"/>
                  </a:lnTo>
                  <a:lnTo>
                    <a:pt x="356273" y="106146"/>
                  </a:lnTo>
                  <a:lnTo>
                    <a:pt x="397459" y="106146"/>
                  </a:lnTo>
                  <a:lnTo>
                    <a:pt x="397459" y="20599"/>
                  </a:lnTo>
                  <a:close/>
                </a:path>
                <a:path w="575309" h="106679">
                  <a:moveTo>
                    <a:pt x="456844" y="20599"/>
                  </a:moveTo>
                  <a:lnTo>
                    <a:pt x="455218" y="12585"/>
                  </a:lnTo>
                  <a:lnTo>
                    <a:pt x="450811" y="6032"/>
                  </a:lnTo>
                  <a:lnTo>
                    <a:pt x="444258" y="1625"/>
                  </a:lnTo>
                  <a:lnTo>
                    <a:pt x="436245" y="0"/>
                  </a:lnTo>
                  <a:lnTo>
                    <a:pt x="428218" y="1625"/>
                  </a:lnTo>
                  <a:lnTo>
                    <a:pt x="421678" y="6032"/>
                  </a:lnTo>
                  <a:lnTo>
                    <a:pt x="417271" y="12585"/>
                  </a:lnTo>
                  <a:lnTo>
                    <a:pt x="415645" y="20599"/>
                  </a:lnTo>
                  <a:lnTo>
                    <a:pt x="415645" y="106146"/>
                  </a:lnTo>
                  <a:lnTo>
                    <a:pt x="456844" y="106146"/>
                  </a:lnTo>
                  <a:lnTo>
                    <a:pt x="456844" y="20599"/>
                  </a:lnTo>
                  <a:close/>
                </a:path>
                <a:path w="575309" h="106679">
                  <a:moveTo>
                    <a:pt x="516216" y="20599"/>
                  </a:moveTo>
                  <a:lnTo>
                    <a:pt x="514604" y="12585"/>
                  </a:lnTo>
                  <a:lnTo>
                    <a:pt x="510184" y="6032"/>
                  </a:lnTo>
                  <a:lnTo>
                    <a:pt x="503643" y="1625"/>
                  </a:lnTo>
                  <a:lnTo>
                    <a:pt x="495617" y="0"/>
                  </a:lnTo>
                  <a:lnTo>
                    <a:pt x="487603" y="1625"/>
                  </a:lnTo>
                  <a:lnTo>
                    <a:pt x="481050" y="6032"/>
                  </a:lnTo>
                  <a:lnTo>
                    <a:pt x="476643" y="12585"/>
                  </a:lnTo>
                  <a:lnTo>
                    <a:pt x="475030" y="20599"/>
                  </a:lnTo>
                  <a:lnTo>
                    <a:pt x="475030" y="106146"/>
                  </a:lnTo>
                  <a:lnTo>
                    <a:pt x="516216" y="106146"/>
                  </a:lnTo>
                  <a:lnTo>
                    <a:pt x="516216" y="20599"/>
                  </a:lnTo>
                  <a:close/>
                </a:path>
                <a:path w="575309" h="106679">
                  <a:moveTo>
                    <a:pt x="575068" y="20599"/>
                  </a:moveTo>
                  <a:lnTo>
                    <a:pt x="573443" y="12585"/>
                  </a:lnTo>
                  <a:lnTo>
                    <a:pt x="569036" y="6032"/>
                  </a:lnTo>
                  <a:lnTo>
                    <a:pt x="562495" y="1625"/>
                  </a:lnTo>
                  <a:lnTo>
                    <a:pt x="554469" y="0"/>
                  </a:lnTo>
                  <a:lnTo>
                    <a:pt x="546455" y="1625"/>
                  </a:lnTo>
                  <a:lnTo>
                    <a:pt x="539902" y="6032"/>
                  </a:lnTo>
                  <a:lnTo>
                    <a:pt x="535495" y="12585"/>
                  </a:lnTo>
                  <a:lnTo>
                    <a:pt x="533869" y="20599"/>
                  </a:lnTo>
                  <a:lnTo>
                    <a:pt x="533869" y="106146"/>
                  </a:lnTo>
                  <a:lnTo>
                    <a:pt x="575068" y="106146"/>
                  </a:lnTo>
                  <a:lnTo>
                    <a:pt x="575068" y="20599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" name="object 797" descr=""/>
            <p:cNvSpPr/>
            <p:nvPr/>
          </p:nvSpPr>
          <p:spPr>
            <a:xfrm>
              <a:off x="9742122" y="8943225"/>
              <a:ext cx="422275" cy="22860"/>
            </a:xfrm>
            <a:custGeom>
              <a:avLst/>
              <a:gdLst/>
              <a:ahLst/>
              <a:cxnLst/>
              <a:rect l="l" t="t" r="r" b="b"/>
              <a:pathLst>
                <a:path w="422275" h="22859">
                  <a:moveTo>
                    <a:pt x="422112" y="0"/>
                  </a:moveTo>
                  <a:lnTo>
                    <a:pt x="0" y="0"/>
                  </a:lnTo>
                  <a:lnTo>
                    <a:pt x="0" y="22805"/>
                  </a:lnTo>
                  <a:lnTo>
                    <a:pt x="422112" y="22805"/>
                  </a:lnTo>
                  <a:lnTo>
                    <a:pt x="422112" y="0"/>
                  </a:lnTo>
                  <a:close/>
                </a:path>
              </a:pathLst>
            </a:custGeom>
            <a:solidFill>
              <a:srgbClr val="FFC5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" name="object 798" descr=""/>
            <p:cNvSpPr/>
            <p:nvPr/>
          </p:nvSpPr>
          <p:spPr>
            <a:xfrm>
              <a:off x="9762624" y="8993904"/>
              <a:ext cx="610235" cy="13970"/>
            </a:xfrm>
            <a:custGeom>
              <a:avLst/>
              <a:gdLst/>
              <a:ahLst/>
              <a:cxnLst/>
              <a:rect l="l" t="t" r="r" b="b"/>
              <a:pathLst>
                <a:path w="610234" h="13970">
                  <a:moveTo>
                    <a:pt x="610222" y="0"/>
                  </a:moveTo>
                  <a:lnTo>
                    <a:pt x="0" y="0"/>
                  </a:lnTo>
                  <a:lnTo>
                    <a:pt x="0" y="13465"/>
                  </a:lnTo>
                  <a:lnTo>
                    <a:pt x="610222" y="13465"/>
                  </a:lnTo>
                  <a:lnTo>
                    <a:pt x="610222" y="0"/>
                  </a:lnTo>
                  <a:close/>
                </a:path>
              </a:pathLst>
            </a:custGeom>
            <a:solidFill>
              <a:srgbClr val="4F9673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99" name="object 799" descr=""/>
          <p:cNvGrpSpPr/>
          <p:nvPr/>
        </p:nvGrpSpPr>
        <p:grpSpPr>
          <a:xfrm>
            <a:off x="11829273" y="8827520"/>
            <a:ext cx="513080" cy="744855"/>
            <a:chOff x="11829273" y="8827520"/>
            <a:chExt cx="513080" cy="744855"/>
          </a:xfrm>
        </p:grpSpPr>
        <p:sp>
          <p:nvSpPr>
            <p:cNvPr id="800" name="object 800" descr=""/>
            <p:cNvSpPr/>
            <p:nvPr/>
          </p:nvSpPr>
          <p:spPr>
            <a:xfrm>
              <a:off x="12058218" y="8827522"/>
              <a:ext cx="57785" cy="139065"/>
            </a:xfrm>
            <a:custGeom>
              <a:avLst/>
              <a:gdLst/>
              <a:ahLst/>
              <a:cxnLst/>
              <a:rect l="l" t="t" r="r" b="b"/>
              <a:pathLst>
                <a:path w="57784" h="139065">
                  <a:moveTo>
                    <a:pt x="57531" y="117944"/>
                  </a:moveTo>
                  <a:lnTo>
                    <a:pt x="54229" y="114630"/>
                  </a:lnTo>
                  <a:lnTo>
                    <a:pt x="50152" y="114630"/>
                  </a:lnTo>
                  <a:lnTo>
                    <a:pt x="41059" y="114630"/>
                  </a:lnTo>
                  <a:lnTo>
                    <a:pt x="41059" y="69303"/>
                  </a:lnTo>
                  <a:lnTo>
                    <a:pt x="37782" y="66001"/>
                  </a:lnTo>
                  <a:lnTo>
                    <a:pt x="35966" y="66001"/>
                  </a:lnTo>
                  <a:lnTo>
                    <a:pt x="35966" y="22644"/>
                  </a:lnTo>
                  <a:lnTo>
                    <a:pt x="33439" y="20116"/>
                  </a:lnTo>
                  <a:lnTo>
                    <a:pt x="33439" y="2032"/>
                  </a:lnTo>
                  <a:lnTo>
                    <a:pt x="31407" y="0"/>
                  </a:lnTo>
                  <a:lnTo>
                    <a:pt x="28905" y="0"/>
                  </a:lnTo>
                  <a:lnTo>
                    <a:pt x="26136" y="0"/>
                  </a:lnTo>
                  <a:lnTo>
                    <a:pt x="24104" y="2032"/>
                  </a:lnTo>
                  <a:lnTo>
                    <a:pt x="24104" y="20116"/>
                  </a:lnTo>
                  <a:lnTo>
                    <a:pt x="21577" y="22644"/>
                  </a:lnTo>
                  <a:lnTo>
                    <a:pt x="21577" y="66001"/>
                  </a:lnTo>
                  <a:lnTo>
                    <a:pt x="19761" y="66001"/>
                  </a:lnTo>
                  <a:lnTo>
                    <a:pt x="16471" y="69303"/>
                  </a:lnTo>
                  <a:lnTo>
                    <a:pt x="16471" y="114630"/>
                  </a:lnTo>
                  <a:lnTo>
                    <a:pt x="3314" y="114630"/>
                  </a:lnTo>
                  <a:lnTo>
                    <a:pt x="0" y="117944"/>
                  </a:lnTo>
                  <a:lnTo>
                    <a:pt x="0" y="138531"/>
                  </a:lnTo>
                  <a:lnTo>
                    <a:pt x="57531" y="138531"/>
                  </a:lnTo>
                  <a:lnTo>
                    <a:pt x="57531" y="117944"/>
                  </a:lnTo>
                  <a:close/>
                </a:path>
              </a:pathLst>
            </a:custGeom>
            <a:solidFill>
              <a:srgbClr val="FDEC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" name="object 801" descr=""/>
            <p:cNvSpPr/>
            <p:nvPr/>
          </p:nvSpPr>
          <p:spPr>
            <a:xfrm>
              <a:off x="11853759" y="8952121"/>
              <a:ext cx="466725" cy="535940"/>
            </a:xfrm>
            <a:custGeom>
              <a:avLst/>
              <a:gdLst/>
              <a:ahLst/>
              <a:cxnLst/>
              <a:rect l="l" t="t" r="r" b="b"/>
              <a:pathLst>
                <a:path w="466725" h="535940">
                  <a:moveTo>
                    <a:pt x="233092" y="0"/>
                  </a:moveTo>
                  <a:lnTo>
                    <a:pt x="166122" y="18956"/>
                  </a:lnTo>
                  <a:lnTo>
                    <a:pt x="131275" y="41366"/>
                  </a:lnTo>
                  <a:lnTo>
                    <a:pt x="97570" y="71256"/>
                  </a:lnTo>
                  <a:lnTo>
                    <a:pt x="66545" y="107770"/>
                  </a:lnTo>
                  <a:lnTo>
                    <a:pt x="39738" y="150051"/>
                  </a:lnTo>
                  <a:lnTo>
                    <a:pt x="18686" y="197243"/>
                  </a:lnTo>
                  <a:lnTo>
                    <a:pt x="4927" y="248489"/>
                  </a:lnTo>
                  <a:lnTo>
                    <a:pt x="0" y="302933"/>
                  </a:lnTo>
                  <a:lnTo>
                    <a:pt x="0" y="310116"/>
                  </a:lnTo>
                  <a:lnTo>
                    <a:pt x="7986" y="378681"/>
                  </a:lnTo>
                  <a:lnTo>
                    <a:pt x="23206" y="423755"/>
                  </a:lnTo>
                  <a:lnTo>
                    <a:pt x="45425" y="460288"/>
                  </a:lnTo>
                  <a:lnTo>
                    <a:pt x="73830" y="488866"/>
                  </a:lnTo>
                  <a:lnTo>
                    <a:pt x="107610" y="510074"/>
                  </a:lnTo>
                  <a:lnTo>
                    <a:pt x="145955" y="524497"/>
                  </a:lnTo>
                  <a:lnTo>
                    <a:pt x="188053" y="532722"/>
                  </a:lnTo>
                  <a:lnTo>
                    <a:pt x="233092" y="535334"/>
                  </a:lnTo>
                  <a:lnTo>
                    <a:pt x="280169" y="532209"/>
                  </a:lnTo>
                  <a:lnTo>
                    <a:pt x="323997" y="522544"/>
                  </a:lnTo>
                  <a:lnTo>
                    <a:pt x="363642" y="505906"/>
                  </a:lnTo>
                  <a:lnTo>
                    <a:pt x="398171" y="481860"/>
                  </a:lnTo>
                  <a:lnTo>
                    <a:pt x="426651" y="449974"/>
                  </a:lnTo>
                  <a:lnTo>
                    <a:pt x="448149" y="409813"/>
                  </a:lnTo>
                  <a:lnTo>
                    <a:pt x="461732" y="360944"/>
                  </a:lnTo>
                  <a:lnTo>
                    <a:pt x="466467" y="302933"/>
                  </a:lnTo>
                  <a:lnTo>
                    <a:pt x="463409" y="259992"/>
                  </a:lnTo>
                  <a:lnTo>
                    <a:pt x="454721" y="218937"/>
                  </a:lnTo>
                  <a:lnTo>
                    <a:pt x="441129" y="180145"/>
                  </a:lnTo>
                  <a:lnTo>
                    <a:pt x="423358" y="143995"/>
                  </a:lnTo>
                  <a:lnTo>
                    <a:pt x="390659" y="95800"/>
                  </a:lnTo>
                  <a:lnTo>
                    <a:pt x="352826" y="55936"/>
                  </a:lnTo>
                  <a:lnTo>
                    <a:pt x="312317" y="25771"/>
                  </a:lnTo>
                  <a:lnTo>
                    <a:pt x="271586" y="6670"/>
                  </a:lnTo>
                  <a:lnTo>
                    <a:pt x="233092" y="0"/>
                  </a:lnTo>
                  <a:close/>
                </a:path>
              </a:pathLst>
            </a:custGeom>
            <a:solidFill>
              <a:srgbClr val="FAB7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" name="object 802" descr=""/>
            <p:cNvSpPr/>
            <p:nvPr/>
          </p:nvSpPr>
          <p:spPr>
            <a:xfrm>
              <a:off x="11843963" y="9345747"/>
              <a:ext cx="486409" cy="26034"/>
            </a:xfrm>
            <a:custGeom>
              <a:avLst/>
              <a:gdLst/>
              <a:ahLst/>
              <a:cxnLst/>
              <a:rect l="l" t="t" r="r" b="b"/>
              <a:pathLst>
                <a:path w="486409" h="26034">
                  <a:moveTo>
                    <a:pt x="486027" y="0"/>
                  </a:moveTo>
                  <a:lnTo>
                    <a:pt x="0" y="0"/>
                  </a:lnTo>
                  <a:lnTo>
                    <a:pt x="0" y="25936"/>
                  </a:lnTo>
                  <a:lnTo>
                    <a:pt x="486027" y="25936"/>
                  </a:lnTo>
                  <a:lnTo>
                    <a:pt x="486027" y="0"/>
                  </a:lnTo>
                  <a:close/>
                </a:path>
              </a:pathLst>
            </a:custGeom>
            <a:solidFill>
              <a:srgbClr val="FFA63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" name="object 803" descr=""/>
            <p:cNvSpPr/>
            <p:nvPr/>
          </p:nvSpPr>
          <p:spPr>
            <a:xfrm>
              <a:off x="11883053" y="8952121"/>
              <a:ext cx="353060" cy="343535"/>
            </a:xfrm>
            <a:custGeom>
              <a:avLst/>
              <a:gdLst/>
              <a:ahLst/>
              <a:cxnLst/>
              <a:rect l="l" t="t" r="r" b="b"/>
              <a:pathLst>
                <a:path w="353059" h="343534">
                  <a:moveTo>
                    <a:pt x="194203" y="0"/>
                  </a:moveTo>
                  <a:lnTo>
                    <a:pt x="131126" y="23810"/>
                  </a:lnTo>
                  <a:lnTo>
                    <a:pt x="98659" y="51744"/>
                  </a:lnTo>
                  <a:lnTo>
                    <a:pt x="68005" y="88739"/>
                  </a:lnTo>
                  <a:lnTo>
                    <a:pt x="40989" y="133574"/>
                  </a:lnTo>
                  <a:lnTo>
                    <a:pt x="19433" y="185031"/>
                  </a:lnTo>
                  <a:lnTo>
                    <a:pt x="5162" y="241891"/>
                  </a:lnTo>
                  <a:lnTo>
                    <a:pt x="0" y="302933"/>
                  </a:lnTo>
                  <a:lnTo>
                    <a:pt x="0" y="310116"/>
                  </a:lnTo>
                  <a:lnTo>
                    <a:pt x="45468" y="338349"/>
                  </a:lnTo>
                  <a:lnTo>
                    <a:pt x="93148" y="343162"/>
                  </a:lnTo>
                  <a:lnTo>
                    <a:pt x="141330" y="338298"/>
                  </a:lnTo>
                  <a:lnTo>
                    <a:pt x="186915" y="324239"/>
                  </a:lnTo>
                  <a:lnTo>
                    <a:pt x="229242" y="301784"/>
                  </a:lnTo>
                  <a:lnTo>
                    <a:pt x="267648" y="271733"/>
                  </a:lnTo>
                  <a:lnTo>
                    <a:pt x="301471" y="234885"/>
                  </a:lnTo>
                  <a:lnTo>
                    <a:pt x="330050" y="192039"/>
                  </a:lnTo>
                  <a:lnTo>
                    <a:pt x="352722" y="143995"/>
                  </a:lnTo>
                  <a:lnTo>
                    <a:pt x="325480" y="95800"/>
                  </a:lnTo>
                  <a:lnTo>
                    <a:pt x="293960" y="55936"/>
                  </a:lnTo>
                  <a:lnTo>
                    <a:pt x="260209" y="25771"/>
                  </a:lnTo>
                  <a:lnTo>
                    <a:pt x="226275" y="6670"/>
                  </a:lnTo>
                  <a:lnTo>
                    <a:pt x="194203" y="0"/>
                  </a:lnTo>
                  <a:close/>
                </a:path>
              </a:pathLst>
            </a:custGeom>
            <a:solidFill>
              <a:srgbClr val="FFC5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" name="object 804" descr=""/>
            <p:cNvSpPr/>
            <p:nvPr/>
          </p:nvSpPr>
          <p:spPr>
            <a:xfrm>
              <a:off x="12085673" y="9411734"/>
              <a:ext cx="240665" cy="158750"/>
            </a:xfrm>
            <a:custGeom>
              <a:avLst/>
              <a:gdLst/>
              <a:ahLst/>
              <a:cxnLst/>
              <a:rect l="l" t="t" r="r" b="b"/>
              <a:pathLst>
                <a:path w="240665" h="158750">
                  <a:moveTo>
                    <a:pt x="0" y="158309"/>
                  </a:moveTo>
                  <a:lnTo>
                    <a:pt x="240170" y="158309"/>
                  </a:lnTo>
                  <a:lnTo>
                    <a:pt x="240170" y="0"/>
                  </a:lnTo>
                  <a:lnTo>
                    <a:pt x="0" y="0"/>
                  </a:lnTo>
                  <a:lnTo>
                    <a:pt x="0" y="158309"/>
                  </a:lnTo>
                  <a:close/>
                </a:path>
              </a:pathLst>
            </a:custGeom>
            <a:solidFill>
              <a:srgbClr val="EF8F1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" name="object 805" descr=""/>
            <p:cNvSpPr/>
            <p:nvPr/>
          </p:nvSpPr>
          <p:spPr>
            <a:xfrm>
              <a:off x="11845481" y="9411735"/>
              <a:ext cx="240665" cy="160655"/>
            </a:xfrm>
            <a:custGeom>
              <a:avLst/>
              <a:gdLst/>
              <a:ahLst/>
              <a:cxnLst/>
              <a:rect l="l" t="t" r="r" b="b"/>
              <a:pathLst>
                <a:path w="240665" h="160654">
                  <a:moveTo>
                    <a:pt x="240182" y="0"/>
                  </a:moveTo>
                  <a:lnTo>
                    <a:pt x="0" y="0"/>
                  </a:lnTo>
                  <a:lnTo>
                    <a:pt x="0" y="158318"/>
                  </a:lnTo>
                  <a:lnTo>
                    <a:pt x="0" y="160299"/>
                  </a:lnTo>
                  <a:lnTo>
                    <a:pt x="98615" y="160299"/>
                  </a:lnTo>
                  <a:lnTo>
                    <a:pt x="98615" y="158318"/>
                  </a:lnTo>
                  <a:lnTo>
                    <a:pt x="240182" y="158318"/>
                  </a:lnTo>
                  <a:lnTo>
                    <a:pt x="240182" y="0"/>
                  </a:lnTo>
                  <a:close/>
                </a:path>
              </a:pathLst>
            </a:custGeom>
            <a:solidFill>
              <a:srgbClr val="FFA63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" name="object 806" descr=""/>
            <p:cNvSpPr/>
            <p:nvPr/>
          </p:nvSpPr>
          <p:spPr>
            <a:xfrm>
              <a:off x="11829273" y="9371620"/>
              <a:ext cx="513080" cy="40640"/>
            </a:xfrm>
            <a:custGeom>
              <a:avLst/>
              <a:gdLst/>
              <a:ahLst/>
              <a:cxnLst/>
              <a:rect l="l" t="t" r="r" b="b"/>
              <a:pathLst>
                <a:path w="513079" h="40640">
                  <a:moveTo>
                    <a:pt x="512801" y="0"/>
                  </a:moveTo>
                  <a:lnTo>
                    <a:pt x="0" y="0"/>
                  </a:lnTo>
                  <a:lnTo>
                    <a:pt x="0" y="40113"/>
                  </a:lnTo>
                  <a:lnTo>
                    <a:pt x="512801" y="40113"/>
                  </a:lnTo>
                  <a:lnTo>
                    <a:pt x="512801" y="0"/>
                  </a:lnTo>
                  <a:close/>
                </a:path>
              </a:pathLst>
            </a:custGeom>
            <a:solidFill>
              <a:srgbClr val="E878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07" name="object 807" descr="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11859426" y="9431045"/>
              <a:ext cx="455139" cy="84007"/>
            </a:xfrm>
            <a:prstGeom prst="rect">
              <a:avLst/>
            </a:prstGeom>
          </p:spPr>
        </p:pic>
        <p:sp>
          <p:nvSpPr>
            <p:cNvPr id="808" name="object 808" descr=""/>
            <p:cNvSpPr/>
            <p:nvPr/>
          </p:nvSpPr>
          <p:spPr>
            <a:xfrm>
              <a:off x="11829273" y="9371610"/>
              <a:ext cx="334645" cy="18415"/>
            </a:xfrm>
            <a:custGeom>
              <a:avLst/>
              <a:gdLst/>
              <a:ahLst/>
              <a:cxnLst/>
              <a:rect l="l" t="t" r="r" b="b"/>
              <a:pathLst>
                <a:path w="334645" h="18415">
                  <a:moveTo>
                    <a:pt x="334084" y="0"/>
                  </a:moveTo>
                  <a:lnTo>
                    <a:pt x="0" y="0"/>
                  </a:lnTo>
                  <a:lnTo>
                    <a:pt x="0" y="18051"/>
                  </a:lnTo>
                  <a:lnTo>
                    <a:pt x="334084" y="18051"/>
                  </a:lnTo>
                  <a:lnTo>
                    <a:pt x="334084" y="0"/>
                  </a:lnTo>
                  <a:close/>
                </a:path>
              </a:pathLst>
            </a:custGeom>
            <a:solidFill>
              <a:srgbClr val="FFC5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" name="object 809" descr=""/>
            <p:cNvSpPr/>
            <p:nvPr/>
          </p:nvSpPr>
          <p:spPr>
            <a:xfrm>
              <a:off x="11845492" y="9411734"/>
              <a:ext cx="483234" cy="10795"/>
            </a:xfrm>
            <a:custGeom>
              <a:avLst/>
              <a:gdLst/>
              <a:ahLst/>
              <a:cxnLst/>
              <a:rect l="l" t="t" r="r" b="b"/>
              <a:pathLst>
                <a:path w="483234" h="10795">
                  <a:moveTo>
                    <a:pt x="482969" y="0"/>
                  </a:moveTo>
                  <a:lnTo>
                    <a:pt x="0" y="0"/>
                  </a:lnTo>
                  <a:lnTo>
                    <a:pt x="0" y="10659"/>
                  </a:lnTo>
                  <a:lnTo>
                    <a:pt x="482969" y="10659"/>
                  </a:lnTo>
                  <a:lnTo>
                    <a:pt x="482969" y="0"/>
                  </a:lnTo>
                  <a:close/>
                </a:path>
              </a:pathLst>
            </a:custGeom>
            <a:solidFill>
              <a:srgbClr val="4F9673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10" name="object 810" descr=""/>
          <p:cNvGrpSpPr/>
          <p:nvPr/>
        </p:nvGrpSpPr>
        <p:grpSpPr>
          <a:xfrm>
            <a:off x="12524351" y="8594562"/>
            <a:ext cx="415290" cy="602615"/>
            <a:chOff x="12524351" y="8594562"/>
            <a:chExt cx="415290" cy="602615"/>
          </a:xfrm>
        </p:grpSpPr>
        <p:sp>
          <p:nvSpPr>
            <p:cNvPr id="811" name="object 811" descr=""/>
            <p:cNvSpPr/>
            <p:nvPr/>
          </p:nvSpPr>
          <p:spPr>
            <a:xfrm>
              <a:off x="12709665" y="8594565"/>
              <a:ext cx="46990" cy="112395"/>
            </a:xfrm>
            <a:custGeom>
              <a:avLst/>
              <a:gdLst/>
              <a:ahLst/>
              <a:cxnLst/>
              <a:rect l="l" t="t" r="r" b="b"/>
              <a:pathLst>
                <a:path w="46990" h="112395">
                  <a:moveTo>
                    <a:pt x="46558" y="95465"/>
                  </a:moveTo>
                  <a:lnTo>
                    <a:pt x="43878" y="92786"/>
                  </a:lnTo>
                  <a:lnTo>
                    <a:pt x="40576" y="92786"/>
                  </a:lnTo>
                  <a:lnTo>
                    <a:pt x="33223" y="92786"/>
                  </a:lnTo>
                  <a:lnTo>
                    <a:pt x="33223" y="56095"/>
                  </a:lnTo>
                  <a:lnTo>
                    <a:pt x="30556" y="53428"/>
                  </a:lnTo>
                  <a:lnTo>
                    <a:pt x="29095" y="53428"/>
                  </a:lnTo>
                  <a:lnTo>
                    <a:pt x="29095" y="18326"/>
                  </a:lnTo>
                  <a:lnTo>
                    <a:pt x="27063" y="16294"/>
                  </a:lnTo>
                  <a:lnTo>
                    <a:pt x="27063" y="1651"/>
                  </a:lnTo>
                  <a:lnTo>
                    <a:pt x="25412" y="0"/>
                  </a:lnTo>
                  <a:lnTo>
                    <a:pt x="23380" y="0"/>
                  </a:lnTo>
                  <a:lnTo>
                    <a:pt x="21145" y="0"/>
                  </a:lnTo>
                  <a:lnTo>
                    <a:pt x="19494" y="1651"/>
                  </a:lnTo>
                  <a:lnTo>
                    <a:pt x="19494" y="16281"/>
                  </a:lnTo>
                  <a:lnTo>
                    <a:pt x="17462" y="18326"/>
                  </a:lnTo>
                  <a:lnTo>
                    <a:pt x="17462" y="53428"/>
                  </a:lnTo>
                  <a:lnTo>
                    <a:pt x="15989" y="53428"/>
                  </a:lnTo>
                  <a:lnTo>
                    <a:pt x="13322" y="56095"/>
                  </a:lnTo>
                  <a:lnTo>
                    <a:pt x="13322" y="92786"/>
                  </a:lnTo>
                  <a:lnTo>
                    <a:pt x="2679" y="92786"/>
                  </a:lnTo>
                  <a:lnTo>
                    <a:pt x="0" y="95465"/>
                  </a:lnTo>
                  <a:lnTo>
                    <a:pt x="0" y="112115"/>
                  </a:lnTo>
                  <a:lnTo>
                    <a:pt x="46558" y="112115"/>
                  </a:lnTo>
                  <a:lnTo>
                    <a:pt x="46558" y="95465"/>
                  </a:lnTo>
                  <a:close/>
                </a:path>
              </a:pathLst>
            </a:custGeom>
            <a:solidFill>
              <a:srgbClr val="FDEC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" name="object 812" descr=""/>
            <p:cNvSpPr/>
            <p:nvPr/>
          </p:nvSpPr>
          <p:spPr>
            <a:xfrm>
              <a:off x="12544178" y="8695412"/>
              <a:ext cx="377825" cy="433705"/>
            </a:xfrm>
            <a:custGeom>
              <a:avLst/>
              <a:gdLst/>
              <a:ahLst/>
              <a:cxnLst/>
              <a:rect l="l" t="t" r="r" b="b"/>
              <a:pathLst>
                <a:path w="377825" h="433704">
                  <a:moveTo>
                    <a:pt x="188653" y="0"/>
                  </a:moveTo>
                  <a:lnTo>
                    <a:pt x="118292" y="24925"/>
                  </a:lnTo>
                  <a:lnTo>
                    <a:pt x="82760" y="53872"/>
                  </a:lnTo>
                  <a:lnTo>
                    <a:pt x="50520" y="91844"/>
                  </a:lnTo>
                  <a:lnTo>
                    <a:pt x="24216" y="137370"/>
                  </a:lnTo>
                  <a:lnTo>
                    <a:pt x="6494" y="188974"/>
                  </a:lnTo>
                  <a:lnTo>
                    <a:pt x="0" y="245186"/>
                  </a:lnTo>
                  <a:lnTo>
                    <a:pt x="0" y="251008"/>
                  </a:lnTo>
                  <a:lnTo>
                    <a:pt x="9891" y="319457"/>
                  </a:lnTo>
                  <a:lnTo>
                    <a:pt x="30173" y="363433"/>
                  </a:lnTo>
                  <a:lnTo>
                    <a:pt x="59748" y="395682"/>
                  </a:lnTo>
                  <a:lnTo>
                    <a:pt x="97058" y="417327"/>
                  </a:lnTo>
                  <a:lnTo>
                    <a:pt x="140545" y="429490"/>
                  </a:lnTo>
                  <a:lnTo>
                    <a:pt x="188653" y="433295"/>
                  </a:lnTo>
                  <a:lnTo>
                    <a:pt x="232004" y="429980"/>
                  </a:lnTo>
                  <a:lnTo>
                    <a:pt x="271779" y="419685"/>
                  </a:lnTo>
                  <a:lnTo>
                    <a:pt x="306849" y="401888"/>
                  </a:lnTo>
                  <a:lnTo>
                    <a:pt x="336089" y="376063"/>
                  </a:lnTo>
                  <a:lnTo>
                    <a:pt x="358370" y="341686"/>
                  </a:lnTo>
                  <a:lnTo>
                    <a:pt x="372566" y="298235"/>
                  </a:lnTo>
                  <a:lnTo>
                    <a:pt x="377548" y="245186"/>
                  </a:lnTo>
                  <a:lnTo>
                    <a:pt x="375073" y="210429"/>
                  </a:lnTo>
                  <a:lnTo>
                    <a:pt x="357034" y="145802"/>
                  </a:lnTo>
                  <a:lnTo>
                    <a:pt x="308842" y="68792"/>
                  </a:lnTo>
                  <a:lnTo>
                    <a:pt x="269319" y="32013"/>
                  </a:lnTo>
                  <a:lnTo>
                    <a:pt x="227961" y="8363"/>
                  </a:lnTo>
                  <a:lnTo>
                    <a:pt x="188653" y="0"/>
                  </a:lnTo>
                  <a:close/>
                </a:path>
              </a:pathLst>
            </a:custGeom>
            <a:solidFill>
              <a:srgbClr val="FAB7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" name="object 813" descr=""/>
            <p:cNvSpPr/>
            <p:nvPr/>
          </p:nvSpPr>
          <p:spPr>
            <a:xfrm>
              <a:off x="12536246" y="9014008"/>
              <a:ext cx="393700" cy="21590"/>
            </a:xfrm>
            <a:custGeom>
              <a:avLst/>
              <a:gdLst/>
              <a:ahLst/>
              <a:cxnLst/>
              <a:rect l="l" t="t" r="r" b="b"/>
              <a:pathLst>
                <a:path w="393700" h="21590">
                  <a:moveTo>
                    <a:pt x="393380" y="0"/>
                  </a:moveTo>
                  <a:lnTo>
                    <a:pt x="0" y="0"/>
                  </a:lnTo>
                  <a:lnTo>
                    <a:pt x="0" y="20994"/>
                  </a:lnTo>
                  <a:lnTo>
                    <a:pt x="393380" y="20994"/>
                  </a:lnTo>
                  <a:lnTo>
                    <a:pt x="393380" y="0"/>
                  </a:lnTo>
                  <a:close/>
                </a:path>
              </a:pathLst>
            </a:custGeom>
            <a:solidFill>
              <a:srgbClr val="FFA63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" name="object 814" descr=""/>
            <p:cNvSpPr/>
            <p:nvPr/>
          </p:nvSpPr>
          <p:spPr>
            <a:xfrm>
              <a:off x="12567878" y="8695412"/>
              <a:ext cx="285750" cy="278130"/>
            </a:xfrm>
            <a:custGeom>
              <a:avLst/>
              <a:gdLst/>
              <a:ahLst/>
              <a:cxnLst/>
              <a:rect l="l" t="t" r="r" b="b"/>
              <a:pathLst>
                <a:path w="285750" h="278129">
                  <a:moveTo>
                    <a:pt x="157188" y="0"/>
                  </a:moveTo>
                  <a:lnTo>
                    <a:pt x="98565" y="24925"/>
                  </a:lnTo>
                  <a:lnTo>
                    <a:pt x="68959" y="53872"/>
                  </a:lnTo>
                  <a:lnTo>
                    <a:pt x="42095" y="91844"/>
                  </a:lnTo>
                  <a:lnTo>
                    <a:pt x="20178" y="137370"/>
                  </a:lnTo>
                  <a:lnTo>
                    <a:pt x="5411" y="188974"/>
                  </a:lnTo>
                  <a:lnTo>
                    <a:pt x="0" y="245186"/>
                  </a:lnTo>
                  <a:lnTo>
                    <a:pt x="387" y="262630"/>
                  </a:lnTo>
                  <a:lnTo>
                    <a:pt x="18295" y="269114"/>
                  </a:lnTo>
                  <a:lnTo>
                    <a:pt x="36802" y="273854"/>
                  </a:lnTo>
                  <a:lnTo>
                    <a:pt x="55855" y="276762"/>
                  </a:lnTo>
                  <a:lnTo>
                    <a:pt x="75400" y="277750"/>
                  </a:lnTo>
                  <a:lnTo>
                    <a:pt x="120709" y="272416"/>
                  </a:lnTo>
                  <a:lnTo>
                    <a:pt x="163035" y="257099"/>
                  </a:lnTo>
                  <a:lnTo>
                    <a:pt x="201527" y="232826"/>
                  </a:lnTo>
                  <a:lnTo>
                    <a:pt x="235336" y="200624"/>
                  </a:lnTo>
                  <a:lnTo>
                    <a:pt x="263610" y="161520"/>
                  </a:lnTo>
                  <a:lnTo>
                    <a:pt x="285499" y="116540"/>
                  </a:lnTo>
                  <a:lnTo>
                    <a:pt x="257327" y="68792"/>
                  </a:lnTo>
                  <a:lnTo>
                    <a:pt x="224394" y="32013"/>
                  </a:lnTo>
                  <a:lnTo>
                    <a:pt x="189937" y="8363"/>
                  </a:lnTo>
                  <a:lnTo>
                    <a:pt x="157188" y="0"/>
                  </a:lnTo>
                  <a:close/>
                </a:path>
              </a:pathLst>
            </a:custGeom>
            <a:solidFill>
              <a:srgbClr val="FFC5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" name="object 815" descr=""/>
            <p:cNvSpPr/>
            <p:nvPr/>
          </p:nvSpPr>
          <p:spPr>
            <a:xfrm>
              <a:off x="12731874" y="9067409"/>
              <a:ext cx="194945" cy="130175"/>
            </a:xfrm>
            <a:custGeom>
              <a:avLst/>
              <a:gdLst/>
              <a:ahLst/>
              <a:cxnLst/>
              <a:rect l="l" t="t" r="r" b="b"/>
              <a:pathLst>
                <a:path w="194945" h="130175">
                  <a:moveTo>
                    <a:pt x="0" y="129744"/>
                  </a:moveTo>
                  <a:lnTo>
                    <a:pt x="194402" y="129744"/>
                  </a:lnTo>
                  <a:lnTo>
                    <a:pt x="194402" y="0"/>
                  </a:lnTo>
                  <a:lnTo>
                    <a:pt x="0" y="0"/>
                  </a:lnTo>
                  <a:lnTo>
                    <a:pt x="0" y="129744"/>
                  </a:lnTo>
                  <a:close/>
                </a:path>
              </a:pathLst>
            </a:custGeom>
            <a:solidFill>
              <a:srgbClr val="EF8F1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" name="object 816" descr=""/>
            <p:cNvSpPr/>
            <p:nvPr/>
          </p:nvSpPr>
          <p:spPr>
            <a:xfrm>
              <a:off x="12537482" y="9067409"/>
              <a:ext cx="194945" cy="130175"/>
            </a:xfrm>
            <a:custGeom>
              <a:avLst/>
              <a:gdLst/>
              <a:ahLst/>
              <a:cxnLst/>
              <a:rect l="l" t="t" r="r" b="b"/>
              <a:pathLst>
                <a:path w="194945" h="130175">
                  <a:moveTo>
                    <a:pt x="194391" y="0"/>
                  </a:moveTo>
                  <a:lnTo>
                    <a:pt x="0" y="0"/>
                  </a:lnTo>
                  <a:lnTo>
                    <a:pt x="0" y="129744"/>
                  </a:lnTo>
                  <a:lnTo>
                    <a:pt x="194391" y="129744"/>
                  </a:lnTo>
                  <a:lnTo>
                    <a:pt x="194391" y="0"/>
                  </a:lnTo>
                  <a:close/>
                </a:path>
              </a:pathLst>
            </a:custGeom>
            <a:solidFill>
              <a:srgbClr val="FFA63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" name="object 817" descr=""/>
            <p:cNvSpPr/>
            <p:nvPr/>
          </p:nvSpPr>
          <p:spPr>
            <a:xfrm>
              <a:off x="12524351" y="9034949"/>
              <a:ext cx="415290" cy="33020"/>
            </a:xfrm>
            <a:custGeom>
              <a:avLst/>
              <a:gdLst/>
              <a:ahLst/>
              <a:cxnLst/>
              <a:rect l="l" t="t" r="r" b="b"/>
              <a:pathLst>
                <a:path w="415290" h="33020">
                  <a:moveTo>
                    <a:pt x="415055" y="0"/>
                  </a:moveTo>
                  <a:lnTo>
                    <a:pt x="0" y="0"/>
                  </a:lnTo>
                  <a:lnTo>
                    <a:pt x="0" y="32470"/>
                  </a:lnTo>
                  <a:lnTo>
                    <a:pt x="415055" y="32470"/>
                  </a:lnTo>
                  <a:lnTo>
                    <a:pt x="415055" y="0"/>
                  </a:lnTo>
                  <a:close/>
                </a:path>
              </a:pathLst>
            </a:custGeom>
            <a:solidFill>
              <a:srgbClr val="E878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" name="object 818" descr=""/>
            <p:cNvSpPr/>
            <p:nvPr/>
          </p:nvSpPr>
          <p:spPr>
            <a:xfrm>
              <a:off x="12548756" y="9083058"/>
              <a:ext cx="368935" cy="68580"/>
            </a:xfrm>
            <a:custGeom>
              <a:avLst/>
              <a:gdLst/>
              <a:ahLst/>
              <a:cxnLst/>
              <a:rect l="l" t="t" r="r" b="b"/>
              <a:pathLst>
                <a:path w="368934" h="68579">
                  <a:moveTo>
                    <a:pt x="26377" y="5905"/>
                  </a:moveTo>
                  <a:lnTo>
                    <a:pt x="20472" y="0"/>
                  </a:lnTo>
                  <a:lnTo>
                    <a:pt x="13195" y="0"/>
                  </a:lnTo>
                  <a:lnTo>
                    <a:pt x="5905" y="0"/>
                  </a:lnTo>
                  <a:lnTo>
                    <a:pt x="0" y="5905"/>
                  </a:lnTo>
                  <a:lnTo>
                    <a:pt x="0" y="67995"/>
                  </a:lnTo>
                  <a:lnTo>
                    <a:pt x="26377" y="67995"/>
                  </a:lnTo>
                  <a:lnTo>
                    <a:pt x="26377" y="5905"/>
                  </a:lnTo>
                  <a:close/>
                </a:path>
                <a:path w="368934" h="68579">
                  <a:moveTo>
                    <a:pt x="64414" y="5905"/>
                  </a:moveTo>
                  <a:lnTo>
                    <a:pt x="58508" y="0"/>
                  </a:lnTo>
                  <a:lnTo>
                    <a:pt x="51231" y="0"/>
                  </a:lnTo>
                  <a:lnTo>
                    <a:pt x="43942" y="0"/>
                  </a:lnTo>
                  <a:lnTo>
                    <a:pt x="38036" y="5905"/>
                  </a:lnTo>
                  <a:lnTo>
                    <a:pt x="38036" y="67995"/>
                  </a:lnTo>
                  <a:lnTo>
                    <a:pt x="64414" y="67995"/>
                  </a:lnTo>
                  <a:lnTo>
                    <a:pt x="64414" y="5905"/>
                  </a:lnTo>
                  <a:close/>
                </a:path>
                <a:path w="368934" h="68579">
                  <a:moveTo>
                    <a:pt x="102463" y="5905"/>
                  </a:moveTo>
                  <a:lnTo>
                    <a:pt x="96558" y="0"/>
                  </a:lnTo>
                  <a:lnTo>
                    <a:pt x="89268" y="0"/>
                  </a:lnTo>
                  <a:lnTo>
                    <a:pt x="81978" y="0"/>
                  </a:lnTo>
                  <a:lnTo>
                    <a:pt x="76073" y="5905"/>
                  </a:lnTo>
                  <a:lnTo>
                    <a:pt x="76073" y="67995"/>
                  </a:lnTo>
                  <a:lnTo>
                    <a:pt x="102463" y="67995"/>
                  </a:lnTo>
                  <a:lnTo>
                    <a:pt x="102463" y="5905"/>
                  </a:lnTo>
                  <a:close/>
                </a:path>
                <a:path w="368934" h="68579">
                  <a:moveTo>
                    <a:pt x="140487" y="5905"/>
                  </a:moveTo>
                  <a:lnTo>
                    <a:pt x="134581" y="0"/>
                  </a:lnTo>
                  <a:lnTo>
                    <a:pt x="127304" y="0"/>
                  </a:lnTo>
                  <a:lnTo>
                    <a:pt x="120015" y="0"/>
                  </a:lnTo>
                  <a:lnTo>
                    <a:pt x="114109" y="5905"/>
                  </a:lnTo>
                  <a:lnTo>
                    <a:pt x="114109" y="67995"/>
                  </a:lnTo>
                  <a:lnTo>
                    <a:pt x="140487" y="67995"/>
                  </a:lnTo>
                  <a:lnTo>
                    <a:pt x="140487" y="5905"/>
                  </a:lnTo>
                  <a:close/>
                </a:path>
                <a:path w="368934" h="68579">
                  <a:moveTo>
                    <a:pt x="178523" y="5905"/>
                  </a:moveTo>
                  <a:lnTo>
                    <a:pt x="172618" y="0"/>
                  </a:lnTo>
                  <a:lnTo>
                    <a:pt x="165341" y="0"/>
                  </a:lnTo>
                  <a:lnTo>
                    <a:pt x="158051" y="0"/>
                  </a:lnTo>
                  <a:lnTo>
                    <a:pt x="152146" y="5905"/>
                  </a:lnTo>
                  <a:lnTo>
                    <a:pt x="152146" y="67995"/>
                  </a:lnTo>
                  <a:lnTo>
                    <a:pt x="178523" y="67995"/>
                  </a:lnTo>
                  <a:lnTo>
                    <a:pt x="178523" y="5905"/>
                  </a:lnTo>
                  <a:close/>
                </a:path>
                <a:path w="368934" h="68579">
                  <a:moveTo>
                    <a:pt x="216573" y="5905"/>
                  </a:moveTo>
                  <a:lnTo>
                    <a:pt x="210667" y="0"/>
                  </a:lnTo>
                  <a:lnTo>
                    <a:pt x="203377" y="0"/>
                  </a:lnTo>
                  <a:lnTo>
                    <a:pt x="196088" y="0"/>
                  </a:lnTo>
                  <a:lnTo>
                    <a:pt x="190182" y="5905"/>
                  </a:lnTo>
                  <a:lnTo>
                    <a:pt x="190182" y="67995"/>
                  </a:lnTo>
                  <a:lnTo>
                    <a:pt x="216573" y="67995"/>
                  </a:lnTo>
                  <a:lnTo>
                    <a:pt x="216573" y="5905"/>
                  </a:lnTo>
                  <a:close/>
                </a:path>
                <a:path w="368934" h="68579">
                  <a:moveTo>
                    <a:pt x="254609" y="5905"/>
                  </a:moveTo>
                  <a:lnTo>
                    <a:pt x="248704" y="0"/>
                  </a:lnTo>
                  <a:lnTo>
                    <a:pt x="241414" y="0"/>
                  </a:lnTo>
                  <a:lnTo>
                    <a:pt x="234124" y="0"/>
                  </a:lnTo>
                  <a:lnTo>
                    <a:pt x="228219" y="5905"/>
                  </a:lnTo>
                  <a:lnTo>
                    <a:pt x="228219" y="67995"/>
                  </a:lnTo>
                  <a:lnTo>
                    <a:pt x="254609" y="67995"/>
                  </a:lnTo>
                  <a:lnTo>
                    <a:pt x="254609" y="5905"/>
                  </a:lnTo>
                  <a:close/>
                </a:path>
                <a:path w="368934" h="68579">
                  <a:moveTo>
                    <a:pt x="292646" y="5905"/>
                  </a:moveTo>
                  <a:lnTo>
                    <a:pt x="286740" y="0"/>
                  </a:lnTo>
                  <a:lnTo>
                    <a:pt x="279450" y="0"/>
                  </a:lnTo>
                  <a:lnTo>
                    <a:pt x="272161" y="0"/>
                  </a:lnTo>
                  <a:lnTo>
                    <a:pt x="266255" y="5905"/>
                  </a:lnTo>
                  <a:lnTo>
                    <a:pt x="266255" y="67995"/>
                  </a:lnTo>
                  <a:lnTo>
                    <a:pt x="292646" y="67995"/>
                  </a:lnTo>
                  <a:lnTo>
                    <a:pt x="292646" y="5905"/>
                  </a:lnTo>
                  <a:close/>
                </a:path>
                <a:path w="368934" h="68579">
                  <a:moveTo>
                    <a:pt x="330682" y="5905"/>
                  </a:moveTo>
                  <a:lnTo>
                    <a:pt x="324777" y="0"/>
                  </a:lnTo>
                  <a:lnTo>
                    <a:pt x="317487" y="0"/>
                  </a:lnTo>
                  <a:lnTo>
                    <a:pt x="310197" y="0"/>
                  </a:lnTo>
                  <a:lnTo>
                    <a:pt x="304292" y="5905"/>
                  </a:lnTo>
                  <a:lnTo>
                    <a:pt x="304292" y="67995"/>
                  </a:lnTo>
                  <a:lnTo>
                    <a:pt x="330682" y="67995"/>
                  </a:lnTo>
                  <a:lnTo>
                    <a:pt x="330682" y="5905"/>
                  </a:lnTo>
                  <a:close/>
                </a:path>
                <a:path w="368934" h="68579">
                  <a:moveTo>
                    <a:pt x="368376" y="5905"/>
                  </a:moveTo>
                  <a:lnTo>
                    <a:pt x="362470" y="0"/>
                  </a:lnTo>
                  <a:lnTo>
                    <a:pt x="355180" y="0"/>
                  </a:lnTo>
                  <a:lnTo>
                    <a:pt x="347891" y="0"/>
                  </a:lnTo>
                  <a:lnTo>
                    <a:pt x="341985" y="5905"/>
                  </a:lnTo>
                  <a:lnTo>
                    <a:pt x="341985" y="67995"/>
                  </a:lnTo>
                  <a:lnTo>
                    <a:pt x="368376" y="67995"/>
                  </a:lnTo>
                  <a:lnTo>
                    <a:pt x="368376" y="5905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" name="object 819" descr=""/>
            <p:cNvSpPr/>
            <p:nvPr/>
          </p:nvSpPr>
          <p:spPr>
            <a:xfrm>
              <a:off x="12524351" y="9034949"/>
              <a:ext cx="270510" cy="14604"/>
            </a:xfrm>
            <a:custGeom>
              <a:avLst/>
              <a:gdLst/>
              <a:ahLst/>
              <a:cxnLst/>
              <a:rect l="l" t="t" r="r" b="b"/>
              <a:pathLst>
                <a:path w="270509" h="14604">
                  <a:moveTo>
                    <a:pt x="270400" y="0"/>
                  </a:moveTo>
                  <a:lnTo>
                    <a:pt x="0" y="0"/>
                  </a:lnTo>
                  <a:lnTo>
                    <a:pt x="0" y="14606"/>
                  </a:lnTo>
                  <a:lnTo>
                    <a:pt x="270400" y="14606"/>
                  </a:lnTo>
                  <a:lnTo>
                    <a:pt x="270400" y="0"/>
                  </a:lnTo>
                  <a:close/>
                </a:path>
              </a:pathLst>
            </a:custGeom>
            <a:solidFill>
              <a:srgbClr val="FFC5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" name="object 820" descr=""/>
            <p:cNvSpPr/>
            <p:nvPr/>
          </p:nvSpPr>
          <p:spPr>
            <a:xfrm>
              <a:off x="12537482" y="9067409"/>
              <a:ext cx="391160" cy="8890"/>
            </a:xfrm>
            <a:custGeom>
              <a:avLst/>
              <a:gdLst/>
              <a:ahLst/>
              <a:cxnLst/>
              <a:rect l="l" t="t" r="r" b="b"/>
              <a:pathLst>
                <a:path w="391159" h="8890">
                  <a:moveTo>
                    <a:pt x="390909" y="0"/>
                  </a:moveTo>
                  <a:lnTo>
                    <a:pt x="0" y="0"/>
                  </a:lnTo>
                  <a:lnTo>
                    <a:pt x="0" y="8628"/>
                  </a:lnTo>
                  <a:lnTo>
                    <a:pt x="390909" y="8628"/>
                  </a:lnTo>
                  <a:lnTo>
                    <a:pt x="390909" y="0"/>
                  </a:lnTo>
                  <a:close/>
                </a:path>
              </a:pathLst>
            </a:custGeom>
            <a:solidFill>
              <a:srgbClr val="4F9673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21" name="object 821" descr=""/>
          <p:cNvGrpSpPr/>
          <p:nvPr/>
        </p:nvGrpSpPr>
        <p:grpSpPr>
          <a:xfrm>
            <a:off x="9430613" y="9161291"/>
            <a:ext cx="1022985" cy="948690"/>
            <a:chOff x="9430613" y="9161291"/>
            <a:chExt cx="1022985" cy="948690"/>
          </a:xfrm>
        </p:grpSpPr>
        <p:sp>
          <p:nvSpPr>
            <p:cNvPr id="822" name="object 822" descr=""/>
            <p:cNvSpPr/>
            <p:nvPr/>
          </p:nvSpPr>
          <p:spPr>
            <a:xfrm>
              <a:off x="9679102" y="9161303"/>
              <a:ext cx="774065" cy="328295"/>
            </a:xfrm>
            <a:custGeom>
              <a:avLst/>
              <a:gdLst/>
              <a:ahLst/>
              <a:cxnLst/>
              <a:rect l="l" t="t" r="r" b="b"/>
              <a:pathLst>
                <a:path w="774065" h="328295">
                  <a:moveTo>
                    <a:pt x="773963" y="0"/>
                  </a:moveTo>
                  <a:lnTo>
                    <a:pt x="0" y="0"/>
                  </a:lnTo>
                  <a:lnTo>
                    <a:pt x="0" y="76250"/>
                  </a:lnTo>
                  <a:lnTo>
                    <a:pt x="0" y="120700"/>
                  </a:lnTo>
                  <a:lnTo>
                    <a:pt x="0" y="327799"/>
                  </a:lnTo>
                  <a:lnTo>
                    <a:pt x="220992" y="327799"/>
                  </a:lnTo>
                  <a:lnTo>
                    <a:pt x="220992" y="120700"/>
                  </a:lnTo>
                  <a:lnTo>
                    <a:pt x="773963" y="120700"/>
                  </a:lnTo>
                  <a:lnTo>
                    <a:pt x="773963" y="76250"/>
                  </a:lnTo>
                  <a:lnTo>
                    <a:pt x="773963" y="0"/>
                  </a:lnTo>
                  <a:close/>
                </a:path>
              </a:pathLst>
            </a:custGeom>
            <a:solidFill>
              <a:srgbClr val="FF9B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3" name="object 823" descr=""/>
            <p:cNvSpPr/>
            <p:nvPr/>
          </p:nvSpPr>
          <p:spPr>
            <a:xfrm>
              <a:off x="9430613" y="9282000"/>
              <a:ext cx="469900" cy="828040"/>
            </a:xfrm>
            <a:custGeom>
              <a:avLst/>
              <a:gdLst/>
              <a:ahLst/>
              <a:cxnLst/>
              <a:rect l="l" t="t" r="r" b="b"/>
              <a:pathLst>
                <a:path w="469900" h="828040">
                  <a:moveTo>
                    <a:pt x="0" y="827723"/>
                  </a:moveTo>
                  <a:lnTo>
                    <a:pt x="469483" y="827723"/>
                  </a:lnTo>
                  <a:lnTo>
                    <a:pt x="469483" y="0"/>
                  </a:lnTo>
                  <a:lnTo>
                    <a:pt x="0" y="0"/>
                  </a:lnTo>
                  <a:lnTo>
                    <a:pt x="0" y="827723"/>
                  </a:lnTo>
                  <a:close/>
                </a:path>
              </a:pathLst>
            </a:custGeom>
            <a:solidFill>
              <a:srgbClr val="EF8F1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" name="object 824" descr=""/>
            <p:cNvSpPr/>
            <p:nvPr/>
          </p:nvSpPr>
          <p:spPr>
            <a:xfrm>
              <a:off x="9431315" y="9282000"/>
              <a:ext cx="76835" cy="336550"/>
            </a:xfrm>
            <a:custGeom>
              <a:avLst/>
              <a:gdLst/>
              <a:ahLst/>
              <a:cxnLst/>
              <a:rect l="l" t="t" r="r" b="b"/>
              <a:pathLst>
                <a:path w="76834" h="336550">
                  <a:moveTo>
                    <a:pt x="0" y="336324"/>
                  </a:moveTo>
                  <a:lnTo>
                    <a:pt x="76500" y="336324"/>
                  </a:lnTo>
                  <a:lnTo>
                    <a:pt x="76500" y="0"/>
                  </a:lnTo>
                  <a:lnTo>
                    <a:pt x="0" y="0"/>
                  </a:lnTo>
                  <a:lnTo>
                    <a:pt x="0" y="336324"/>
                  </a:lnTo>
                  <a:close/>
                </a:path>
              </a:pathLst>
            </a:custGeom>
            <a:solidFill>
              <a:srgbClr val="046A38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25" name="object 825" descr=""/>
          <p:cNvGrpSpPr/>
          <p:nvPr/>
        </p:nvGrpSpPr>
        <p:grpSpPr>
          <a:xfrm>
            <a:off x="9301256" y="7245853"/>
            <a:ext cx="82550" cy="540385"/>
            <a:chOff x="9301256" y="7245853"/>
            <a:chExt cx="82550" cy="540385"/>
          </a:xfrm>
        </p:grpSpPr>
        <p:sp>
          <p:nvSpPr>
            <p:cNvPr id="826" name="object 826" descr=""/>
            <p:cNvSpPr/>
            <p:nvPr/>
          </p:nvSpPr>
          <p:spPr>
            <a:xfrm>
              <a:off x="9312091" y="7266147"/>
              <a:ext cx="63500" cy="78740"/>
            </a:xfrm>
            <a:custGeom>
              <a:avLst/>
              <a:gdLst/>
              <a:ahLst/>
              <a:cxnLst/>
              <a:rect l="l" t="t" r="r" b="b"/>
              <a:pathLst>
                <a:path w="63500" h="78740">
                  <a:moveTo>
                    <a:pt x="31590" y="0"/>
                  </a:moveTo>
                  <a:lnTo>
                    <a:pt x="21331" y="3227"/>
                  </a:lnTo>
                  <a:lnTo>
                    <a:pt x="11063" y="12027"/>
                  </a:lnTo>
                  <a:lnTo>
                    <a:pt x="3161" y="25077"/>
                  </a:lnTo>
                  <a:lnTo>
                    <a:pt x="0" y="41056"/>
                  </a:lnTo>
                  <a:lnTo>
                    <a:pt x="83" y="43977"/>
                  </a:lnTo>
                  <a:lnTo>
                    <a:pt x="3146" y="58317"/>
                  </a:lnTo>
                  <a:lnTo>
                    <a:pt x="10006" y="69088"/>
                  </a:lnTo>
                  <a:lnTo>
                    <a:pt x="19780" y="75864"/>
                  </a:lnTo>
                  <a:lnTo>
                    <a:pt x="31590" y="78217"/>
                  </a:lnTo>
                  <a:lnTo>
                    <a:pt x="43910" y="75598"/>
                  </a:lnTo>
                  <a:lnTo>
                    <a:pt x="53964" y="68137"/>
                  </a:lnTo>
                  <a:lnTo>
                    <a:pt x="60739" y="56426"/>
                  </a:lnTo>
                  <a:lnTo>
                    <a:pt x="63223" y="41056"/>
                  </a:lnTo>
                  <a:lnTo>
                    <a:pt x="63223" y="33150"/>
                  </a:lnTo>
                  <a:lnTo>
                    <a:pt x="38173" y="1400"/>
                  </a:lnTo>
                  <a:lnTo>
                    <a:pt x="31590" y="0"/>
                  </a:lnTo>
                  <a:close/>
                </a:path>
              </a:pathLst>
            </a:custGeom>
            <a:solidFill>
              <a:srgbClr val="FDE0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" name="object 827" descr=""/>
            <p:cNvSpPr/>
            <p:nvPr/>
          </p:nvSpPr>
          <p:spPr>
            <a:xfrm>
              <a:off x="9312085" y="7245864"/>
              <a:ext cx="57785" cy="67310"/>
            </a:xfrm>
            <a:custGeom>
              <a:avLst/>
              <a:gdLst/>
              <a:ahLst/>
              <a:cxnLst/>
              <a:rect l="l" t="t" r="r" b="b"/>
              <a:pathLst>
                <a:path w="57784" h="67309">
                  <a:moveTo>
                    <a:pt x="57378" y="39801"/>
                  </a:moveTo>
                  <a:lnTo>
                    <a:pt x="51714" y="31813"/>
                  </a:lnTo>
                  <a:lnTo>
                    <a:pt x="45097" y="25654"/>
                  </a:lnTo>
                  <a:lnTo>
                    <a:pt x="38176" y="21691"/>
                  </a:lnTo>
                  <a:lnTo>
                    <a:pt x="35509" y="21132"/>
                  </a:lnTo>
                  <a:lnTo>
                    <a:pt x="35509" y="19392"/>
                  </a:lnTo>
                  <a:lnTo>
                    <a:pt x="35064" y="18935"/>
                  </a:lnTo>
                  <a:lnTo>
                    <a:pt x="34505" y="18935"/>
                  </a:lnTo>
                  <a:lnTo>
                    <a:pt x="33274" y="18935"/>
                  </a:lnTo>
                  <a:lnTo>
                    <a:pt x="33274" y="12801"/>
                  </a:lnTo>
                  <a:lnTo>
                    <a:pt x="32829" y="12344"/>
                  </a:lnTo>
                  <a:lnTo>
                    <a:pt x="32588" y="12344"/>
                  </a:lnTo>
                  <a:lnTo>
                    <a:pt x="32588" y="6477"/>
                  </a:lnTo>
                  <a:lnTo>
                    <a:pt x="32245" y="6134"/>
                  </a:lnTo>
                  <a:lnTo>
                    <a:pt x="32245" y="266"/>
                  </a:lnTo>
                  <a:lnTo>
                    <a:pt x="31965" y="0"/>
                  </a:lnTo>
                  <a:lnTo>
                    <a:pt x="31623" y="0"/>
                  </a:lnTo>
                  <a:lnTo>
                    <a:pt x="31254" y="0"/>
                  </a:lnTo>
                  <a:lnTo>
                    <a:pt x="30975" y="266"/>
                  </a:lnTo>
                  <a:lnTo>
                    <a:pt x="30975" y="6134"/>
                  </a:lnTo>
                  <a:lnTo>
                    <a:pt x="30632" y="6477"/>
                  </a:lnTo>
                  <a:lnTo>
                    <a:pt x="30632" y="12344"/>
                  </a:lnTo>
                  <a:lnTo>
                    <a:pt x="30391" y="12344"/>
                  </a:lnTo>
                  <a:lnTo>
                    <a:pt x="29946" y="12801"/>
                  </a:lnTo>
                  <a:lnTo>
                    <a:pt x="29946" y="18935"/>
                  </a:lnTo>
                  <a:lnTo>
                    <a:pt x="28168" y="18935"/>
                  </a:lnTo>
                  <a:lnTo>
                    <a:pt x="27711" y="19392"/>
                  </a:lnTo>
                  <a:lnTo>
                    <a:pt x="27711" y="21513"/>
                  </a:lnTo>
                  <a:lnTo>
                    <a:pt x="21336" y="23520"/>
                  </a:lnTo>
                  <a:lnTo>
                    <a:pt x="11061" y="32321"/>
                  </a:lnTo>
                  <a:lnTo>
                    <a:pt x="3162" y="45364"/>
                  </a:lnTo>
                  <a:lnTo>
                    <a:pt x="0" y="61341"/>
                  </a:lnTo>
                  <a:lnTo>
                    <a:pt x="88" y="64262"/>
                  </a:lnTo>
                  <a:lnTo>
                    <a:pt x="4800" y="65900"/>
                  </a:lnTo>
                  <a:lnTo>
                    <a:pt x="9855" y="66802"/>
                  </a:lnTo>
                  <a:lnTo>
                    <a:pt x="15151" y="66802"/>
                  </a:lnTo>
                  <a:lnTo>
                    <a:pt x="28600" y="64820"/>
                  </a:lnTo>
                  <a:lnTo>
                    <a:pt x="40500" y="59270"/>
                  </a:lnTo>
                  <a:lnTo>
                    <a:pt x="50292" y="50749"/>
                  </a:lnTo>
                  <a:lnTo>
                    <a:pt x="57378" y="39801"/>
                  </a:lnTo>
                  <a:close/>
                </a:path>
              </a:pathLst>
            </a:custGeom>
            <a:solidFill>
              <a:srgbClr val="FDEC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8" name="object 828" descr=""/>
            <p:cNvSpPr/>
            <p:nvPr/>
          </p:nvSpPr>
          <p:spPr>
            <a:xfrm>
              <a:off x="9323852" y="7336866"/>
              <a:ext cx="40005" cy="175895"/>
            </a:xfrm>
            <a:custGeom>
              <a:avLst/>
              <a:gdLst/>
              <a:ahLst/>
              <a:cxnLst/>
              <a:rect l="l" t="t" r="r" b="b"/>
              <a:pathLst>
                <a:path w="40004" h="175895">
                  <a:moveTo>
                    <a:pt x="39695" y="0"/>
                  </a:moveTo>
                  <a:lnTo>
                    <a:pt x="0" y="0"/>
                  </a:lnTo>
                  <a:lnTo>
                    <a:pt x="0" y="175774"/>
                  </a:lnTo>
                  <a:lnTo>
                    <a:pt x="39695" y="175774"/>
                  </a:lnTo>
                  <a:lnTo>
                    <a:pt x="39695" y="0"/>
                  </a:lnTo>
                  <a:close/>
                </a:path>
              </a:pathLst>
            </a:custGeom>
            <a:solidFill>
              <a:srgbClr val="FFA63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" name="object 829" descr=""/>
            <p:cNvSpPr/>
            <p:nvPr/>
          </p:nvSpPr>
          <p:spPr>
            <a:xfrm>
              <a:off x="9323852" y="7336866"/>
              <a:ext cx="20955" cy="175895"/>
            </a:xfrm>
            <a:custGeom>
              <a:avLst/>
              <a:gdLst/>
              <a:ahLst/>
              <a:cxnLst/>
              <a:rect l="l" t="t" r="r" b="b"/>
              <a:pathLst>
                <a:path w="20954" h="175895">
                  <a:moveTo>
                    <a:pt x="20428" y="0"/>
                  </a:moveTo>
                  <a:lnTo>
                    <a:pt x="0" y="0"/>
                  </a:lnTo>
                  <a:lnTo>
                    <a:pt x="0" y="175774"/>
                  </a:lnTo>
                  <a:lnTo>
                    <a:pt x="20428" y="175774"/>
                  </a:lnTo>
                  <a:lnTo>
                    <a:pt x="20428" y="0"/>
                  </a:lnTo>
                  <a:close/>
                </a:path>
              </a:pathLst>
            </a:custGeom>
            <a:solidFill>
              <a:srgbClr val="FFC5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" name="object 830" descr=""/>
            <p:cNvSpPr/>
            <p:nvPr/>
          </p:nvSpPr>
          <p:spPr>
            <a:xfrm>
              <a:off x="9315140" y="7545477"/>
              <a:ext cx="54610" cy="240665"/>
            </a:xfrm>
            <a:custGeom>
              <a:avLst/>
              <a:gdLst/>
              <a:ahLst/>
              <a:cxnLst/>
              <a:rect l="l" t="t" r="r" b="b"/>
              <a:pathLst>
                <a:path w="54609" h="240665">
                  <a:moveTo>
                    <a:pt x="54228" y="0"/>
                  </a:moveTo>
                  <a:lnTo>
                    <a:pt x="0" y="0"/>
                  </a:lnTo>
                  <a:lnTo>
                    <a:pt x="0" y="240160"/>
                  </a:lnTo>
                  <a:lnTo>
                    <a:pt x="54228" y="240160"/>
                  </a:lnTo>
                  <a:lnTo>
                    <a:pt x="54228" y="0"/>
                  </a:lnTo>
                  <a:close/>
                </a:path>
              </a:pathLst>
            </a:custGeom>
            <a:solidFill>
              <a:srgbClr val="FFA63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1" name="object 831" descr=""/>
            <p:cNvSpPr/>
            <p:nvPr/>
          </p:nvSpPr>
          <p:spPr>
            <a:xfrm>
              <a:off x="9301252" y="7512640"/>
              <a:ext cx="82550" cy="273050"/>
            </a:xfrm>
            <a:custGeom>
              <a:avLst/>
              <a:gdLst/>
              <a:ahLst/>
              <a:cxnLst/>
              <a:rect l="l" t="t" r="r" b="b"/>
              <a:pathLst>
                <a:path w="82550" h="273050">
                  <a:moveTo>
                    <a:pt x="41795" y="32842"/>
                  </a:moveTo>
                  <a:lnTo>
                    <a:pt x="13881" y="32842"/>
                  </a:lnTo>
                  <a:lnTo>
                    <a:pt x="13881" y="272999"/>
                  </a:lnTo>
                  <a:lnTo>
                    <a:pt x="41795" y="272999"/>
                  </a:lnTo>
                  <a:lnTo>
                    <a:pt x="41795" y="32842"/>
                  </a:lnTo>
                  <a:close/>
                </a:path>
                <a:path w="82550" h="273050">
                  <a:moveTo>
                    <a:pt x="82308" y="0"/>
                  </a:moveTo>
                  <a:lnTo>
                    <a:pt x="0" y="0"/>
                  </a:lnTo>
                  <a:lnTo>
                    <a:pt x="0" y="16713"/>
                  </a:lnTo>
                  <a:lnTo>
                    <a:pt x="82308" y="16713"/>
                  </a:lnTo>
                  <a:lnTo>
                    <a:pt x="82308" y="0"/>
                  </a:lnTo>
                  <a:close/>
                </a:path>
              </a:pathLst>
            </a:custGeom>
            <a:solidFill>
              <a:srgbClr val="FFC5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2" name="object 832" descr=""/>
            <p:cNvSpPr/>
            <p:nvPr/>
          </p:nvSpPr>
          <p:spPr>
            <a:xfrm>
              <a:off x="9301258" y="7529346"/>
              <a:ext cx="82550" cy="16510"/>
            </a:xfrm>
            <a:custGeom>
              <a:avLst/>
              <a:gdLst/>
              <a:ahLst/>
              <a:cxnLst/>
              <a:rect l="l" t="t" r="r" b="b"/>
              <a:pathLst>
                <a:path w="82550" h="16509">
                  <a:moveTo>
                    <a:pt x="82311" y="0"/>
                  </a:moveTo>
                  <a:lnTo>
                    <a:pt x="0" y="0"/>
                  </a:lnTo>
                  <a:lnTo>
                    <a:pt x="13654" y="16125"/>
                  </a:lnTo>
                  <a:lnTo>
                    <a:pt x="67945" y="16125"/>
                  </a:lnTo>
                  <a:lnTo>
                    <a:pt x="82311" y="0"/>
                  </a:lnTo>
                  <a:close/>
                </a:path>
              </a:pathLst>
            </a:custGeom>
            <a:solidFill>
              <a:srgbClr val="E878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3" name="object 833" descr=""/>
            <p:cNvSpPr/>
            <p:nvPr/>
          </p:nvSpPr>
          <p:spPr>
            <a:xfrm>
              <a:off x="9301256" y="7503133"/>
              <a:ext cx="82550" cy="9525"/>
            </a:xfrm>
            <a:custGeom>
              <a:avLst/>
              <a:gdLst/>
              <a:ahLst/>
              <a:cxnLst/>
              <a:rect l="l" t="t" r="r" b="b"/>
              <a:pathLst>
                <a:path w="82550" h="9525">
                  <a:moveTo>
                    <a:pt x="82311" y="0"/>
                  </a:moveTo>
                  <a:lnTo>
                    <a:pt x="0" y="0"/>
                  </a:lnTo>
                  <a:lnTo>
                    <a:pt x="0" y="9507"/>
                  </a:lnTo>
                  <a:lnTo>
                    <a:pt x="82311" y="9507"/>
                  </a:lnTo>
                  <a:lnTo>
                    <a:pt x="82311" y="0"/>
                  </a:lnTo>
                  <a:close/>
                </a:path>
              </a:pathLst>
            </a:custGeom>
            <a:solidFill>
              <a:srgbClr val="FDECC5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34" name="object 834" descr=""/>
          <p:cNvGrpSpPr/>
          <p:nvPr/>
        </p:nvGrpSpPr>
        <p:grpSpPr>
          <a:xfrm>
            <a:off x="9232672" y="9009600"/>
            <a:ext cx="217804" cy="608965"/>
            <a:chOff x="9232672" y="9009600"/>
            <a:chExt cx="217804" cy="608965"/>
          </a:xfrm>
        </p:grpSpPr>
        <p:sp>
          <p:nvSpPr>
            <p:cNvPr id="835" name="object 835" descr=""/>
            <p:cNvSpPr/>
            <p:nvPr/>
          </p:nvSpPr>
          <p:spPr>
            <a:xfrm>
              <a:off x="9251624" y="9028950"/>
              <a:ext cx="179705" cy="589915"/>
            </a:xfrm>
            <a:custGeom>
              <a:avLst/>
              <a:gdLst/>
              <a:ahLst/>
              <a:cxnLst/>
              <a:rect l="l" t="t" r="r" b="b"/>
              <a:pathLst>
                <a:path w="179704" h="589915">
                  <a:moveTo>
                    <a:pt x="0" y="589353"/>
                  </a:moveTo>
                  <a:lnTo>
                    <a:pt x="179690" y="589353"/>
                  </a:lnTo>
                  <a:lnTo>
                    <a:pt x="179690" y="0"/>
                  </a:lnTo>
                  <a:lnTo>
                    <a:pt x="0" y="0"/>
                  </a:lnTo>
                  <a:lnTo>
                    <a:pt x="0" y="589353"/>
                  </a:lnTo>
                  <a:close/>
                </a:path>
              </a:pathLst>
            </a:custGeom>
            <a:solidFill>
              <a:srgbClr val="FAA43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" name="object 836" descr=""/>
            <p:cNvSpPr/>
            <p:nvPr/>
          </p:nvSpPr>
          <p:spPr>
            <a:xfrm>
              <a:off x="9232672" y="9009600"/>
              <a:ext cx="217804" cy="19685"/>
            </a:xfrm>
            <a:custGeom>
              <a:avLst/>
              <a:gdLst/>
              <a:ahLst/>
              <a:cxnLst/>
              <a:rect l="l" t="t" r="r" b="b"/>
              <a:pathLst>
                <a:path w="217804" h="19684">
                  <a:moveTo>
                    <a:pt x="217595" y="0"/>
                  </a:moveTo>
                  <a:lnTo>
                    <a:pt x="0" y="0"/>
                  </a:lnTo>
                  <a:lnTo>
                    <a:pt x="0" y="19350"/>
                  </a:lnTo>
                  <a:lnTo>
                    <a:pt x="217595" y="19350"/>
                  </a:lnTo>
                  <a:lnTo>
                    <a:pt x="217595" y="0"/>
                  </a:lnTo>
                  <a:close/>
                </a:path>
              </a:pathLst>
            </a:custGeom>
            <a:solidFill>
              <a:srgbClr val="FFC5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" name="object 837" descr=""/>
            <p:cNvSpPr/>
            <p:nvPr/>
          </p:nvSpPr>
          <p:spPr>
            <a:xfrm>
              <a:off x="9251624" y="9028950"/>
              <a:ext cx="179705" cy="21590"/>
            </a:xfrm>
            <a:custGeom>
              <a:avLst/>
              <a:gdLst/>
              <a:ahLst/>
              <a:cxnLst/>
              <a:rect l="l" t="t" r="r" b="b"/>
              <a:pathLst>
                <a:path w="179704" h="21590">
                  <a:moveTo>
                    <a:pt x="179690" y="0"/>
                  </a:moveTo>
                  <a:lnTo>
                    <a:pt x="0" y="0"/>
                  </a:lnTo>
                  <a:lnTo>
                    <a:pt x="0" y="21193"/>
                  </a:lnTo>
                  <a:lnTo>
                    <a:pt x="179690" y="21193"/>
                  </a:lnTo>
                  <a:lnTo>
                    <a:pt x="179690" y="0"/>
                  </a:lnTo>
                  <a:close/>
                </a:path>
              </a:pathLst>
            </a:custGeom>
            <a:solidFill>
              <a:srgbClr val="046A38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" name="object 838" descr=""/>
            <p:cNvSpPr/>
            <p:nvPr/>
          </p:nvSpPr>
          <p:spPr>
            <a:xfrm>
              <a:off x="9305170" y="9214234"/>
              <a:ext cx="73025" cy="50165"/>
            </a:xfrm>
            <a:custGeom>
              <a:avLst/>
              <a:gdLst/>
              <a:ahLst/>
              <a:cxnLst/>
              <a:rect l="l" t="t" r="r" b="b"/>
              <a:pathLst>
                <a:path w="73025" h="50165">
                  <a:moveTo>
                    <a:pt x="72605" y="0"/>
                  </a:moveTo>
                  <a:lnTo>
                    <a:pt x="0" y="0"/>
                  </a:lnTo>
                  <a:lnTo>
                    <a:pt x="2852" y="19365"/>
                  </a:lnTo>
                  <a:lnTo>
                    <a:pt x="10631" y="35182"/>
                  </a:lnTo>
                  <a:lnTo>
                    <a:pt x="22170" y="45846"/>
                  </a:lnTo>
                  <a:lnTo>
                    <a:pt x="36302" y="49757"/>
                  </a:lnTo>
                  <a:lnTo>
                    <a:pt x="50434" y="45846"/>
                  </a:lnTo>
                  <a:lnTo>
                    <a:pt x="61973" y="35182"/>
                  </a:lnTo>
                  <a:lnTo>
                    <a:pt x="69752" y="19365"/>
                  </a:lnTo>
                  <a:lnTo>
                    <a:pt x="72605" y="0"/>
                  </a:lnTo>
                  <a:close/>
                </a:path>
              </a:pathLst>
            </a:custGeom>
            <a:solidFill>
              <a:srgbClr val="FFC582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39" name="object 839" descr=""/>
          <p:cNvGrpSpPr/>
          <p:nvPr/>
        </p:nvGrpSpPr>
        <p:grpSpPr>
          <a:xfrm>
            <a:off x="9239199" y="7771962"/>
            <a:ext cx="207010" cy="1238250"/>
            <a:chOff x="9239199" y="7771962"/>
            <a:chExt cx="207010" cy="1238250"/>
          </a:xfrm>
        </p:grpSpPr>
        <p:sp>
          <p:nvSpPr>
            <p:cNvPr id="840" name="object 840" descr=""/>
            <p:cNvSpPr/>
            <p:nvPr/>
          </p:nvSpPr>
          <p:spPr>
            <a:xfrm>
              <a:off x="9294973" y="7832892"/>
              <a:ext cx="95250" cy="483234"/>
            </a:xfrm>
            <a:custGeom>
              <a:avLst/>
              <a:gdLst/>
              <a:ahLst/>
              <a:cxnLst/>
              <a:rect l="l" t="t" r="r" b="b"/>
              <a:pathLst>
                <a:path w="95250" h="483234">
                  <a:moveTo>
                    <a:pt x="94866" y="0"/>
                  </a:moveTo>
                  <a:lnTo>
                    <a:pt x="0" y="0"/>
                  </a:lnTo>
                  <a:lnTo>
                    <a:pt x="0" y="482822"/>
                  </a:lnTo>
                  <a:lnTo>
                    <a:pt x="94866" y="482822"/>
                  </a:lnTo>
                  <a:lnTo>
                    <a:pt x="94866" y="0"/>
                  </a:lnTo>
                  <a:close/>
                </a:path>
              </a:pathLst>
            </a:custGeom>
            <a:solidFill>
              <a:srgbClr val="FFA63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" name="object 841" descr=""/>
            <p:cNvSpPr/>
            <p:nvPr/>
          </p:nvSpPr>
          <p:spPr>
            <a:xfrm>
              <a:off x="9294973" y="7832892"/>
              <a:ext cx="48895" cy="483234"/>
            </a:xfrm>
            <a:custGeom>
              <a:avLst/>
              <a:gdLst/>
              <a:ahLst/>
              <a:cxnLst/>
              <a:rect l="l" t="t" r="r" b="b"/>
              <a:pathLst>
                <a:path w="48895" h="483234">
                  <a:moveTo>
                    <a:pt x="48836" y="0"/>
                  </a:moveTo>
                  <a:lnTo>
                    <a:pt x="0" y="0"/>
                  </a:lnTo>
                  <a:lnTo>
                    <a:pt x="0" y="482822"/>
                  </a:lnTo>
                  <a:lnTo>
                    <a:pt x="48836" y="482822"/>
                  </a:lnTo>
                  <a:lnTo>
                    <a:pt x="48836" y="0"/>
                  </a:lnTo>
                  <a:close/>
                </a:path>
              </a:pathLst>
            </a:custGeom>
            <a:solidFill>
              <a:srgbClr val="FFC5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" name="object 842" descr=""/>
            <p:cNvSpPr/>
            <p:nvPr/>
          </p:nvSpPr>
          <p:spPr>
            <a:xfrm>
              <a:off x="9309099" y="8342792"/>
              <a:ext cx="66040" cy="667385"/>
            </a:xfrm>
            <a:custGeom>
              <a:avLst/>
              <a:gdLst/>
              <a:ahLst/>
              <a:cxnLst/>
              <a:rect l="l" t="t" r="r" b="b"/>
              <a:pathLst>
                <a:path w="66040" h="667384">
                  <a:moveTo>
                    <a:pt x="65526" y="0"/>
                  </a:moveTo>
                  <a:lnTo>
                    <a:pt x="0" y="0"/>
                  </a:lnTo>
                  <a:lnTo>
                    <a:pt x="0" y="666806"/>
                  </a:lnTo>
                  <a:lnTo>
                    <a:pt x="65526" y="666806"/>
                  </a:lnTo>
                  <a:lnTo>
                    <a:pt x="65526" y="0"/>
                  </a:lnTo>
                  <a:close/>
                </a:path>
              </a:pathLst>
            </a:custGeom>
            <a:solidFill>
              <a:srgbClr val="FFA63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" name="object 843" descr=""/>
            <p:cNvSpPr/>
            <p:nvPr/>
          </p:nvSpPr>
          <p:spPr>
            <a:xfrm>
              <a:off x="9374395" y="8342792"/>
              <a:ext cx="35560" cy="667385"/>
            </a:xfrm>
            <a:custGeom>
              <a:avLst/>
              <a:gdLst/>
              <a:ahLst/>
              <a:cxnLst/>
              <a:rect l="l" t="t" r="r" b="b"/>
              <a:pathLst>
                <a:path w="35559" h="667384">
                  <a:moveTo>
                    <a:pt x="35548" y="0"/>
                  </a:moveTo>
                  <a:lnTo>
                    <a:pt x="0" y="0"/>
                  </a:lnTo>
                  <a:lnTo>
                    <a:pt x="0" y="666806"/>
                  </a:lnTo>
                  <a:lnTo>
                    <a:pt x="35548" y="666806"/>
                  </a:lnTo>
                  <a:lnTo>
                    <a:pt x="35548" y="0"/>
                  </a:lnTo>
                  <a:close/>
                </a:path>
              </a:pathLst>
            </a:custGeom>
            <a:solidFill>
              <a:srgbClr val="FF93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" name="object 844" descr=""/>
            <p:cNvSpPr/>
            <p:nvPr/>
          </p:nvSpPr>
          <p:spPr>
            <a:xfrm>
              <a:off x="9273539" y="8342792"/>
              <a:ext cx="35560" cy="667385"/>
            </a:xfrm>
            <a:custGeom>
              <a:avLst/>
              <a:gdLst/>
              <a:ahLst/>
              <a:cxnLst/>
              <a:rect l="l" t="t" r="r" b="b"/>
              <a:pathLst>
                <a:path w="35559" h="667384">
                  <a:moveTo>
                    <a:pt x="35548" y="0"/>
                  </a:moveTo>
                  <a:lnTo>
                    <a:pt x="0" y="0"/>
                  </a:lnTo>
                  <a:lnTo>
                    <a:pt x="0" y="666806"/>
                  </a:lnTo>
                  <a:lnTo>
                    <a:pt x="35548" y="666806"/>
                  </a:lnTo>
                  <a:lnTo>
                    <a:pt x="35548" y="0"/>
                  </a:lnTo>
                  <a:close/>
                </a:path>
              </a:pathLst>
            </a:custGeom>
            <a:solidFill>
              <a:srgbClr val="FFC5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" name="object 845" descr=""/>
            <p:cNvSpPr/>
            <p:nvPr/>
          </p:nvSpPr>
          <p:spPr>
            <a:xfrm>
              <a:off x="9273528" y="8519305"/>
              <a:ext cx="136525" cy="379730"/>
            </a:xfrm>
            <a:custGeom>
              <a:avLst/>
              <a:gdLst/>
              <a:ahLst/>
              <a:cxnLst/>
              <a:rect l="l" t="t" r="r" b="b"/>
              <a:pathLst>
                <a:path w="136525" h="379729">
                  <a:moveTo>
                    <a:pt x="136410" y="306793"/>
                  </a:moveTo>
                  <a:lnTo>
                    <a:pt x="0" y="306793"/>
                  </a:lnTo>
                  <a:lnTo>
                    <a:pt x="0" y="326402"/>
                  </a:lnTo>
                  <a:lnTo>
                    <a:pt x="136410" y="326402"/>
                  </a:lnTo>
                  <a:lnTo>
                    <a:pt x="136410" y="306793"/>
                  </a:lnTo>
                  <a:close/>
                </a:path>
                <a:path w="136525" h="379729">
                  <a:moveTo>
                    <a:pt x="136525" y="360019"/>
                  </a:moveTo>
                  <a:lnTo>
                    <a:pt x="127" y="360019"/>
                  </a:lnTo>
                  <a:lnTo>
                    <a:pt x="127" y="379628"/>
                  </a:lnTo>
                  <a:lnTo>
                    <a:pt x="136525" y="379628"/>
                  </a:lnTo>
                  <a:lnTo>
                    <a:pt x="136525" y="360019"/>
                  </a:lnTo>
                  <a:close/>
                </a:path>
                <a:path w="136525" h="379729">
                  <a:moveTo>
                    <a:pt x="136525" y="53238"/>
                  </a:moveTo>
                  <a:lnTo>
                    <a:pt x="127" y="53238"/>
                  </a:lnTo>
                  <a:lnTo>
                    <a:pt x="127" y="72847"/>
                  </a:lnTo>
                  <a:lnTo>
                    <a:pt x="136525" y="72847"/>
                  </a:lnTo>
                  <a:lnTo>
                    <a:pt x="136525" y="53238"/>
                  </a:lnTo>
                  <a:close/>
                </a:path>
                <a:path w="136525" h="379729">
                  <a:moveTo>
                    <a:pt x="136525" y="0"/>
                  </a:moveTo>
                  <a:lnTo>
                    <a:pt x="127" y="0"/>
                  </a:lnTo>
                  <a:lnTo>
                    <a:pt x="127" y="19608"/>
                  </a:lnTo>
                  <a:lnTo>
                    <a:pt x="136525" y="19608"/>
                  </a:lnTo>
                  <a:lnTo>
                    <a:pt x="136525" y="0"/>
                  </a:lnTo>
                  <a:close/>
                </a:path>
              </a:pathLst>
            </a:custGeom>
            <a:solidFill>
              <a:srgbClr val="046A38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46" name="object 846" descr="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9239199" y="8300301"/>
              <a:ext cx="206984" cy="68645"/>
            </a:xfrm>
            <a:prstGeom prst="rect">
              <a:avLst/>
            </a:prstGeom>
          </p:spPr>
        </p:pic>
        <p:sp>
          <p:nvSpPr>
            <p:cNvPr id="847" name="object 847" descr=""/>
            <p:cNvSpPr/>
            <p:nvPr/>
          </p:nvSpPr>
          <p:spPr>
            <a:xfrm>
              <a:off x="9270691" y="7785637"/>
              <a:ext cx="144145" cy="24130"/>
            </a:xfrm>
            <a:custGeom>
              <a:avLst/>
              <a:gdLst/>
              <a:ahLst/>
              <a:cxnLst/>
              <a:rect l="l" t="t" r="r" b="b"/>
              <a:pathLst>
                <a:path w="144145" h="24129">
                  <a:moveTo>
                    <a:pt x="144006" y="0"/>
                  </a:moveTo>
                  <a:lnTo>
                    <a:pt x="0" y="0"/>
                  </a:lnTo>
                  <a:lnTo>
                    <a:pt x="0" y="24041"/>
                  </a:lnTo>
                  <a:lnTo>
                    <a:pt x="144006" y="24041"/>
                  </a:lnTo>
                  <a:lnTo>
                    <a:pt x="144006" y="0"/>
                  </a:lnTo>
                  <a:close/>
                </a:path>
              </a:pathLst>
            </a:custGeom>
            <a:solidFill>
              <a:srgbClr val="FFC5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" name="object 848" descr=""/>
            <p:cNvSpPr/>
            <p:nvPr/>
          </p:nvSpPr>
          <p:spPr>
            <a:xfrm>
              <a:off x="9270685" y="7809676"/>
              <a:ext cx="144145" cy="23495"/>
            </a:xfrm>
            <a:custGeom>
              <a:avLst/>
              <a:gdLst/>
              <a:ahLst/>
              <a:cxnLst/>
              <a:rect l="l" t="t" r="r" b="b"/>
              <a:pathLst>
                <a:path w="144145" h="23495">
                  <a:moveTo>
                    <a:pt x="144006" y="0"/>
                  </a:moveTo>
                  <a:lnTo>
                    <a:pt x="0" y="0"/>
                  </a:lnTo>
                  <a:lnTo>
                    <a:pt x="23894" y="23213"/>
                  </a:lnTo>
                  <a:lnTo>
                    <a:pt x="118875" y="23213"/>
                  </a:lnTo>
                  <a:lnTo>
                    <a:pt x="144006" y="0"/>
                  </a:lnTo>
                  <a:close/>
                </a:path>
              </a:pathLst>
            </a:custGeom>
            <a:solidFill>
              <a:srgbClr val="E878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" name="object 849" descr=""/>
            <p:cNvSpPr/>
            <p:nvPr/>
          </p:nvSpPr>
          <p:spPr>
            <a:xfrm>
              <a:off x="9270691" y="7771962"/>
              <a:ext cx="144145" cy="13970"/>
            </a:xfrm>
            <a:custGeom>
              <a:avLst/>
              <a:gdLst/>
              <a:ahLst/>
              <a:cxnLst/>
              <a:rect l="l" t="t" r="r" b="b"/>
              <a:pathLst>
                <a:path w="144145" h="13970">
                  <a:moveTo>
                    <a:pt x="144006" y="0"/>
                  </a:moveTo>
                  <a:lnTo>
                    <a:pt x="0" y="0"/>
                  </a:lnTo>
                  <a:lnTo>
                    <a:pt x="0" y="13674"/>
                  </a:lnTo>
                  <a:lnTo>
                    <a:pt x="144006" y="13674"/>
                  </a:lnTo>
                  <a:lnTo>
                    <a:pt x="144006" y="0"/>
                  </a:lnTo>
                  <a:close/>
                </a:path>
              </a:pathLst>
            </a:custGeom>
            <a:solidFill>
              <a:srgbClr val="FDECC5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50" name="object 850" descr=""/>
          <p:cNvGrpSpPr/>
          <p:nvPr/>
        </p:nvGrpSpPr>
        <p:grpSpPr>
          <a:xfrm>
            <a:off x="8804464" y="8908503"/>
            <a:ext cx="824865" cy="1201420"/>
            <a:chOff x="8804464" y="8908503"/>
            <a:chExt cx="824865" cy="1201420"/>
          </a:xfrm>
        </p:grpSpPr>
        <p:sp>
          <p:nvSpPr>
            <p:cNvPr id="851" name="object 851" descr=""/>
            <p:cNvSpPr/>
            <p:nvPr/>
          </p:nvSpPr>
          <p:spPr>
            <a:xfrm>
              <a:off x="8817354" y="9403996"/>
              <a:ext cx="122555" cy="380365"/>
            </a:xfrm>
            <a:custGeom>
              <a:avLst/>
              <a:gdLst/>
              <a:ahLst/>
              <a:cxnLst/>
              <a:rect l="l" t="t" r="r" b="b"/>
              <a:pathLst>
                <a:path w="122554" h="380365">
                  <a:moveTo>
                    <a:pt x="0" y="379977"/>
                  </a:moveTo>
                  <a:lnTo>
                    <a:pt x="122195" y="379977"/>
                  </a:lnTo>
                  <a:lnTo>
                    <a:pt x="122195" y="0"/>
                  </a:lnTo>
                  <a:lnTo>
                    <a:pt x="0" y="0"/>
                  </a:lnTo>
                  <a:lnTo>
                    <a:pt x="0" y="379977"/>
                  </a:lnTo>
                  <a:close/>
                </a:path>
              </a:pathLst>
            </a:custGeom>
            <a:solidFill>
              <a:srgbClr val="FAA43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" name="object 852" descr=""/>
            <p:cNvSpPr/>
            <p:nvPr/>
          </p:nvSpPr>
          <p:spPr>
            <a:xfrm>
              <a:off x="8804464" y="9390834"/>
              <a:ext cx="148590" cy="13335"/>
            </a:xfrm>
            <a:custGeom>
              <a:avLst/>
              <a:gdLst/>
              <a:ahLst/>
              <a:cxnLst/>
              <a:rect l="l" t="t" r="r" b="b"/>
              <a:pathLst>
                <a:path w="148590" h="13334">
                  <a:moveTo>
                    <a:pt x="147974" y="0"/>
                  </a:moveTo>
                  <a:lnTo>
                    <a:pt x="0" y="0"/>
                  </a:lnTo>
                  <a:lnTo>
                    <a:pt x="0" y="13161"/>
                  </a:lnTo>
                  <a:lnTo>
                    <a:pt x="147974" y="13161"/>
                  </a:lnTo>
                  <a:lnTo>
                    <a:pt x="147974" y="0"/>
                  </a:lnTo>
                  <a:close/>
                </a:path>
              </a:pathLst>
            </a:custGeom>
            <a:solidFill>
              <a:srgbClr val="FFC5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" name="object 853" descr=""/>
            <p:cNvSpPr/>
            <p:nvPr/>
          </p:nvSpPr>
          <p:spPr>
            <a:xfrm>
              <a:off x="8817354" y="9403996"/>
              <a:ext cx="122555" cy="14604"/>
            </a:xfrm>
            <a:custGeom>
              <a:avLst/>
              <a:gdLst/>
              <a:ahLst/>
              <a:cxnLst/>
              <a:rect l="l" t="t" r="r" b="b"/>
              <a:pathLst>
                <a:path w="122554" h="14604">
                  <a:moveTo>
                    <a:pt x="122195" y="0"/>
                  </a:moveTo>
                  <a:lnTo>
                    <a:pt x="0" y="0"/>
                  </a:lnTo>
                  <a:lnTo>
                    <a:pt x="0" y="14407"/>
                  </a:lnTo>
                  <a:lnTo>
                    <a:pt x="122195" y="14407"/>
                  </a:lnTo>
                  <a:lnTo>
                    <a:pt x="122195" y="0"/>
                  </a:lnTo>
                  <a:close/>
                </a:path>
              </a:pathLst>
            </a:custGeom>
            <a:solidFill>
              <a:srgbClr val="046A38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" name="object 854" descr=""/>
            <p:cNvSpPr/>
            <p:nvPr/>
          </p:nvSpPr>
          <p:spPr>
            <a:xfrm>
              <a:off x="8859112" y="8937403"/>
              <a:ext cx="36830" cy="454025"/>
            </a:xfrm>
            <a:custGeom>
              <a:avLst/>
              <a:gdLst/>
              <a:ahLst/>
              <a:cxnLst/>
              <a:rect l="l" t="t" r="r" b="b"/>
              <a:pathLst>
                <a:path w="36829" h="454025">
                  <a:moveTo>
                    <a:pt x="36585" y="0"/>
                  </a:moveTo>
                  <a:lnTo>
                    <a:pt x="0" y="0"/>
                  </a:lnTo>
                  <a:lnTo>
                    <a:pt x="0" y="453431"/>
                  </a:lnTo>
                  <a:lnTo>
                    <a:pt x="36585" y="453431"/>
                  </a:lnTo>
                  <a:lnTo>
                    <a:pt x="36585" y="0"/>
                  </a:lnTo>
                  <a:close/>
                </a:path>
              </a:pathLst>
            </a:custGeom>
            <a:solidFill>
              <a:srgbClr val="FFA63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" name="object 855" descr=""/>
            <p:cNvSpPr/>
            <p:nvPr/>
          </p:nvSpPr>
          <p:spPr>
            <a:xfrm>
              <a:off x="8895572" y="8937403"/>
              <a:ext cx="20320" cy="454025"/>
            </a:xfrm>
            <a:custGeom>
              <a:avLst/>
              <a:gdLst/>
              <a:ahLst/>
              <a:cxnLst/>
              <a:rect l="l" t="t" r="r" b="b"/>
              <a:pathLst>
                <a:path w="20320" h="454025">
                  <a:moveTo>
                    <a:pt x="19852" y="0"/>
                  </a:moveTo>
                  <a:lnTo>
                    <a:pt x="0" y="0"/>
                  </a:lnTo>
                  <a:lnTo>
                    <a:pt x="0" y="453431"/>
                  </a:lnTo>
                  <a:lnTo>
                    <a:pt x="19852" y="453431"/>
                  </a:lnTo>
                  <a:lnTo>
                    <a:pt x="19852" y="0"/>
                  </a:lnTo>
                  <a:close/>
                </a:path>
              </a:pathLst>
            </a:custGeom>
            <a:solidFill>
              <a:srgbClr val="FF93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" name="object 856" descr=""/>
            <p:cNvSpPr/>
            <p:nvPr/>
          </p:nvSpPr>
          <p:spPr>
            <a:xfrm>
              <a:off x="8820086" y="8918987"/>
              <a:ext cx="115570" cy="472440"/>
            </a:xfrm>
            <a:custGeom>
              <a:avLst/>
              <a:gdLst/>
              <a:ahLst/>
              <a:cxnLst/>
              <a:rect l="l" t="t" r="r" b="b"/>
              <a:pathLst>
                <a:path w="115570" h="472440">
                  <a:moveTo>
                    <a:pt x="115557" y="0"/>
                  </a:moveTo>
                  <a:lnTo>
                    <a:pt x="0" y="0"/>
                  </a:lnTo>
                  <a:lnTo>
                    <a:pt x="0" y="18427"/>
                  </a:lnTo>
                  <a:lnTo>
                    <a:pt x="19164" y="18427"/>
                  </a:lnTo>
                  <a:lnTo>
                    <a:pt x="19164" y="471855"/>
                  </a:lnTo>
                  <a:lnTo>
                    <a:pt x="39014" y="471855"/>
                  </a:lnTo>
                  <a:lnTo>
                    <a:pt x="39014" y="18427"/>
                  </a:lnTo>
                  <a:lnTo>
                    <a:pt x="115557" y="18427"/>
                  </a:lnTo>
                  <a:lnTo>
                    <a:pt x="115557" y="0"/>
                  </a:lnTo>
                  <a:close/>
                </a:path>
              </a:pathLst>
            </a:custGeom>
            <a:solidFill>
              <a:srgbClr val="FFC5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" name="object 857" descr=""/>
            <p:cNvSpPr/>
            <p:nvPr/>
          </p:nvSpPr>
          <p:spPr>
            <a:xfrm>
              <a:off x="8820087" y="8937402"/>
              <a:ext cx="115570" cy="17780"/>
            </a:xfrm>
            <a:custGeom>
              <a:avLst/>
              <a:gdLst/>
              <a:ahLst/>
              <a:cxnLst/>
              <a:rect l="l" t="t" r="r" b="b"/>
              <a:pathLst>
                <a:path w="115570" h="17779">
                  <a:moveTo>
                    <a:pt x="115556" y="0"/>
                  </a:moveTo>
                  <a:lnTo>
                    <a:pt x="0" y="0"/>
                  </a:lnTo>
                  <a:lnTo>
                    <a:pt x="19172" y="17779"/>
                  </a:lnTo>
                  <a:lnTo>
                    <a:pt x="95389" y="17779"/>
                  </a:lnTo>
                  <a:lnTo>
                    <a:pt x="115556" y="0"/>
                  </a:lnTo>
                  <a:close/>
                </a:path>
              </a:pathLst>
            </a:custGeom>
            <a:solidFill>
              <a:srgbClr val="E878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" name="object 858" descr=""/>
            <p:cNvSpPr/>
            <p:nvPr/>
          </p:nvSpPr>
          <p:spPr>
            <a:xfrm>
              <a:off x="8820087" y="8908503"/>
              <a:ext cx="115570" cy="10795"/>
            </a:xfrm>
            <a:custGeom>
              <a:avLst/>
              <a:gdLst/>
              <a:ahLst/>
              <a:cxnLst/>
              <a:rect l="l" t="t" r="r" b="b"/>
              <a:pathLst>
                <a:path w="115570" h="10795">
                  <a:moveTo>
                    <a:pt x="115556" y="0"/>
                  </a:moveTo>
                  <a:lnTo>
                    <a:pt x="0" y="0"/>
                  </a:lnTo>
                  <a:lnTo>
                    <a:pt x="0" y="10481"/>
                  </a:lnTo>
                  <a:lnTo>
                    <a:pt x="115556" y="10481"/>
                  </a:lnTo>
                  <a:lnTo>
                    <a:pt x="115556" y="0"/>
                  </a:lnTo>
                  <a:close/>
                </a:path>
              </a:pathLst>
            </a:custGeom>
            <a:solidFill>
              <a:srgbClr val="FDEC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" name="object 859" descr=""/>
            <p:cNvSpPr/>
            <p:nvPr/>
          </p:nvSpPr>
          <p:spPr>
            <a:xfrm>
              <a:off x="8939528" y="9618303"/>
              <a:ext cx="689610" cy="491490"/>
            </a:xfrm>
            <a:custGeom>
              <a:avLst/>
              <a:gdLst/>
              <a:ahLst/>
              <a:cxnLst/>
              <a:rect l="l" t="t" r="r" b="b"/>
              <a:pathLst>
                <a:path w="689609" h="491490">
                  <a:moveTo>
                    <a:pt x="689486" y="0"/>
                  </a:moveTo>
                  <a:lnTo>
                    <a:pt x="0" y="0"/>
                  </a:lnTo>
                  <a:lnTo>
                    <a:pt x="0" y="491419"/>
                  </a:lnTo>
                  <a:lnTo>
                    <a:pt x="689486" y="491419"/>
                  </a:lnTo>
                  <a:lnTo>
                    <a:pt x="689486" y="0"/>
                  </a:lnTo>
                  <a:close/>
                </a:path>
              </a:pathLst>
            </a:custGeom>
            <a:solidFill>
              <a:srgbClr val="FAB76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60" name="object 860" descr=""/>
          <p:cNvGrpSpPr/>
          <p:nvPr/>
        </p:nvGrpSpPr>
        <p:grpSpPr>
          <a:xfrm>
            <a:off x="11185827" y="9507490"/>
            <a:ext cx="509270" cy="602615"/>
            <a:chOff x="11185827" y="9507490"/>
            <a:chExt cx="509270" cy="602615"/>
          </a:xfrm>
        </p:grpSpPr>
        <p:sp>
          <p:nvSpPr>
            <p:cNvPr id="861" name="object 861" descr=""/>
            <p:cNvSpPr/>
            <p:nvPr/>
          </p:nvSpPr>
          <p:spPr>
            <a:xfrm>
              <a:off x="11242260" y="9734259"/>
              <a:ext cx="452755" cy="375920"/>
            </a:xfrm>
            <a:custGeom>
              <a:avLst/>
              <a:gdLst/>
              <a:ahLst/>
              <a:cxnLst/>
              <a:rect l="l" t="t" r="r" b="b"/>
              <a:pathLst>
                <a:path w="452754" h="375920">
                  <a:moveTo>
                    <a:pt x="452624" y="0"/>
                  </a:moveTo>
                  <a:lnTo>
                    <a:pt x="0" y="0"/>
                  </a:lnTo>
                  <a:lnTo>
                    <a:pt x="0" y="375465"/>
                  </a:lnTo>
                  <a:lnTo>
                    <a:pt x="116017" y="375465"/>
                  </a:lnTo>
                  <a:lnTo>
                    <a:pt x="116017" y="235458"/>
                  </a:lnTo>
                  <a:lnTo>
                    <a:pt x="123863" y="191304"/>
                  </a:lnTo>
                  <a:lnTo>
                    <a:pt x="145257" y="155245"/>
                  </a:lnTo>
                  <a:lnTo>
                    <a:pt x="176986" y="130932"/>
                  </a:lnTo>
                  <a:lnTo>
                    <a:pt x="215836" y="122017"/>
                  </a:lnTo>
                  <a:lnTo>
                    <a:pt x="254686" y="130932"/>
                  </a:lnTo>
                  <a:lnTo>
                    <a:pt x="286415" y="155245"/>
                  </a:lnTo>
                  <a:lnTo>
                    <a:pt x="307809" y="191304"/>
                  </a:lnTo>
                  <a:lnTo>
                    <a:pt x="315655" y="235458"/>
                  </a:lnTo>
                  <a:lnTo>
                    <a:pt x="315655" y="375465"/>
                  </a:lnTo>
                  <a:lnTo>
                    <a:pt x="452624" y="375465"/>
                  </a:lnTo>
                  <a:lnTo>
                    <a:pt x="452624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" name="object 862" descr=""/>
            <p:cNvSpPr/>
            <p:nvPr/>
          </p:nvSpPr>
          <p:spPr>
            <a:xfrm>
              <a:off x="11185831" y="9518634"/>
              <a:ext cx="262890" cy="215900"/>
            </a:xfrm>
            <a:custGeom>
              <a:avLst/>
              <a:gdLst/>
              <a:ahLst/>
              <a:cxnLst/>
              <a:rect l="l" t="t" r="r" b="b"/>
              <a:pathLst>
                <a:path w="262890" h="215900">
                  <a:moveTo>
                    <a:pt x="262389" y="0"/>
                  </a:moveTo>
                  <a:lnTo>
                    <a:pt x="0" y="0"/>
                  </a:lnTo>
                  <a:lnTo>
                    <a:pt x="0" y="215365"/>
                  </a:lnTo>
                  <a:lnTo>
                    <a:pt x="20460" y="215365"/>
                  </a:lnTo>
                  <a:lnTo>
                    <a:pt x="20460" y="133336"/>
                  </a:lnTo>
                  <a:lnTo>
                    <a:pt x="21905" y="130519"/>
                  </a:lnTo>
                  <a:lnTo>
                    <a:pt x="24156" y="128645"/>
                  </a:lnTo>
                  <a:lnTo>
                    <a:pt x="21957" y="124017"/>
                  </a:lnTo>
                  <a:lnTo>
                    <a:pt x="20638" y="114624"/>
                  </a:lnTo>
                  <a:lnTo>
                    <a:pt x="20638" y="99724"/>
                  </a:lnTo>
                  <a:lnTo>
                    <a:pt x="27444" y="92468"/>
                  </a:lnTo>
                  <a:lnTo>
                    <a:pt x="33674" y="87641"/>
                  </a:lnTo>
                  <a:lnTo>
                    <a:pt x="39956" y="92426"/>
                  </a:lnTo>
                  <a:lnTo>
                    <a:pt x="46783" y="99724"/>
                  </a:lnTo>
                  <a:lnTo>
                    <a:pt x="46783" y="114624"/>
                  </a:lnTo>
                  <a:lnTo>
                    <a:pt x="45495" y="124017"/>
                  </a:lnTo>
                  <a:lnTo>
                    <a:pt x="43244" y="128645"/>
                  </a:lnTo>
                  <a:lnTo>
                    <a:pt x="45537" y="130519"/>
                  </a:lnTo>
                  <a:lnTo>
                    <a:pt x="46993" y="133336"/>
                  </a:lnTo>
                  <a:lnTo>
                    <a:pt x="46993" y="215365"/>
                  </a:lnTo>
                  <a:lnTo>
                    <a:pt x="80939" y="215365"/>
                  </a:lnTo>
                  <a:lnTo>
                    <a:pt x="80939" y="133336"/>
                  </a:lnTo>
                  <a:lnTo>
                    <a:pt x="82395" y="130519"/>
                  </a:lnTo>
                  <a:lnTo>
                    <a:pt x="84657" y="128645"/>
                  </a:lnTo>
                  <a:lnTo>
                    <a:pt x="82437" y="124017"/>
                  </a:lnTo>
                  <a:lnTo>
                    <a:pt x="81149" y="114624"/>
                  </a:lnTo>
                  <a:lnTo>
                    <a:pt x="81149" y="99724"/>
                  </a:lnTo>
                  <a:lnTo>
                    <a:pt x="87924" y="92468"/>
                  </a:lnTo>
                  <a:lnTo>
                    <a:pt x="94164" y="87641"/>
                  </a:lnTo>
                  <a:lnTo>
                    <a:pt x="100447" y="92426"/>
                  </a:lnTo>
                  <a:lnTo>
                    <a:pt x="107274" y="99724"/>
                  </a:lnTo>
                  <a:lnTo>
                    <a:pt x="107274" y="114624"/>
                  </a:lnTo>
                  <a:lnTo>
                    <a:pt x="105975" y="124017"/>
                  </a:lnTo>
                  <a:lnTo>
                    <a:pt x="103735" y="128645"/>
                  </a:lnTo>
                  <a:lnTo>
                    <a:pt x="106017" y="130519"/>
                  </a:lnTo>
                  <a:lnTo>
                    <a:pt x="107473" y="133336"/>
                  </a:lnTo>
                  <a:lnTo>
                    <a:pt x="107473" y="215365"/>
                  </a:lnTo>
                  <a:lnTo>
                    <a:pt x="141419" y="215365"/>
                  </a:lnTo>
                  <a:lnTo>
                    <a:pt x="141419" y="133336"/>
                  </a:lnTo>
                  <a:lnTo>
                    <a:pt x="142875" y="130519"/>
                  </a:lnTo>
                  <a:lnTo>
                    <a:pt x="145147" y="128645"/>
                  </a:lnTo>
                  <a:lnTo>
                    <a:pt x="142927" y="124017"/>
                  </a:lnTo>
                  <a:lnTo>
                    <a:pt x="141629" y="114624"/>
                  </a:lnTo>
                  <a:lnTo>
                    <a:pt x="141629" y="99724"/>
                  </a:lnTo>
                  <a:lnTo>
                    <a:pt x="148414" y="92468"/>
                  </a:lnTo>
                  <a:lnTo>
                    <a:pt x="154644" y="87641"/>
                  </a:lnTo>
                  <a:lnTo>
                    <a:pt x="160927" y="92426"/>
                  </a:lnTo>
                  <a:lnTo>
                    <a:pt x="167754" y="99724"/>
                  </a:lnTo>
                  <a:lnTo>
                    <a:pt x="167754" y="114624"/>
                  </a:lnTo>
                  <a:lnTo>
                    <a:pt x="166466" y="124017"/>
                  </a:lnTo>
                  <a:lnTo>
                    <a:pt x="164214" y="128645"/>
                  </a:lnTo>
                  <a:lnTo>
                    <a:pt x="166508" y="130519"/>
                  </a:lnTo>
                  <a:lnTo>
                    <a:pt x="167963" y="133336"/>
                  </a:lnTo>
                  <a:lnTo>
                    <a:pt x="167963" y="215365"/>
                  </a:lnTo>
                  <a:lnTo>
                    <a:pt x="201910" y="215365"/>
                  </a:lnTo>
                  <a:lnTo>
                    <a:pt x="201910" y="133336"/>
                  </a:lnTo>
                  <a:lnTo>
                    <a:pt x="203365" y="130519"/>
                  </a:lnTo>
                  <a:lnTo>
                    <a:pt x="205627" y="128645"/>
                  </a:lnTo>
                  <a:lnTo>
                    <a:pt x="203407" y="124017"/>
                  </a:lnTo>
                  <a:lnTo>
                    <a:pt x="202109" y="114624"/>
                  </a:lnTo>
                  <a:lnTo>
                    <a:pt x="202109" y="99724"/>
                  </a:lnTo>
                  <a:lnTo>
                    <a:pt x="208894" y="92468"/>
                  </a:lnTo>
                  <a:lnTo>
                    <a:pt x="215134" y="87641"/>
                  </a:lnTo>
                  <a:lnTo>
                    <a:pt x="221417" y="92426"/>
                  </a:lnTo>
                  <a:lnTo>
                    <a:pt x="228244" y="99724"/>
                  </a:lnTo>
                  <a:lnTo>
                    <a:pt x="228244" y="114624"/>
                  </a:lnTo>
                  <a:lnTo>
                    <a:pt x="226945" y="124017"/>
                  </a:lnTo>
                  <a:lnTo>
                    <a:pt x="224705" y="128645"/>
                  </a:lnTo>
                  <a:lnTo>
                    <a:pt x="226987" y="130519"/>
                  </a:lnTo>
                  <a:lnTo>
                    <a:pt x="228443" y="133336"/>
                  </a:lnTo>
                  <a:lnTo>
                    <a:pt x="228443" y="215365"/>
                  </a:lnTo>
                  <a:lnTo>
                    <a:pt x="262389" y="215365"/>
                  </a:lnTo>
                  <a:lnTo>
                    <a:pt x="262389" y="0"/>
                  </a:lnTo>
                  <a:close/>
                </a:path>
              </a:pathLst>
            </a:custGeom>
            <a:solidFill>
              <a:srgbClr val="FFA63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" name="object 863" descr=""/>
            <p:cNvSpPr/>
            <p:nvPr/>
          </p:nvSpPr>
          <p:spPr>
            <a:xfrm>
              <a:off x="11185837" y="9518621"/>
              <a:ext cx="262890" cy="12700"/>
            </a:xfrm>
            <a:custGeom>
              <a:avLst/>
              <a:gdLst/>
              <a:ahLst/>
              <a:cxnLst/>
              <a:rect l="l" t="t" r="r" b="b"/>
              <a:pathLst>
                <a:path w="262890" h="12700">
                  <a:moveTo>
                    <a:pt x="262389" y="0"/>
                  </a:moveTo>
                  <a:lnTo>
                    <a:pt x="0" y="0"/>
                  </a:lnTo>
                  <a:lnTo>
                    <a:pt x="0" y="12680"/>
                  </a:lnTo>
                  <a:lnTo>
                    <a:pt x="262389" y="12680"/>
                  </a:lnTo>
                  <a:lnTo>
                    <a:pt x="262389" y="0"/>
                  </a:lnTo>
                  <a:close/>
                </a:path>
              </a:pathLst>
            </a:custGeom>
            <a:solidFill>
              <a:srgbClr val="FAB7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" name="object 864" descr=""/>
            <p:cNvSpPr/>
            <p:nvPr/>
          </p:nvSpPr>
          <p:spPr>
            <a:xfrm>
              <a:off x="11185837" y="9531291"/>
              <a:ext cx="262890" cy="3810"/>
            </a:xfrm>
            <a:custGeom>
              <a:avLst/>
              <a:gdLst/>
              <a:ahLst/>
              <a:cxnLst/>
              <a:rect l="l" t="t" r="r" b="b"/>
              <a:pathLst>
                <a:path w="262890" h="3809">
                  <a:moveTo>
                    <a:pt x="262389" y="0"/>
                  </a:moveTo>
                  <a:lnTo>
                    <a:pt x="0" y="0"/>
                  </a:lnTo>
                  <a:lnTo>
                    <a:pt x="0" y="3444"/>
                  </a:lnTo>
                  <a:lnTo>
                    <a:pt x="262389" y="3444"/>
                  </a:lnTo>
                  <a:lnTo>
                    <a:pt x="262389" y="0"/>
                  </a:lnTo>
                  <a:close/>
                </a:path>
              </a:pathLst>
            </a:custGeom>
            <a:solidFill>
              <a:srgbClr val="E878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65" name="object 865" descr="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11185827" y="9599963"/>
              <a:ext cx="262389" cy="134037"/>
            </a:xfrm>
            <a:prstGeom prst="rect">
              <a:avLst/>
            </a:prstGeom>
          </p:spPr>
        </p:pic>
        <p:sp>
          <p:nvSpPr>
            <p:cNvPr id="866" name="object 866" descr=""/>
            <p:cNvSpPr/>
            <p:nvPr/>
          </p:nvSpPr>
          <p:spPr>
            <a:xfrm>
              <a:off x="11185837" y="9513056"/>
              <a:ext cx="262890" cy="0"/>
            </a:xfrm>
            <a:custGeom>
              <a:avLst/>
              <a:gdLst/>
              <a:ahLst/>
              <a:cxnLst/>
              <a:rect l="l" t="t" r="r" b="b"/>
              <a:pathLst>
                <a:path w="262890" h="0">
                  <a:moveTo>
                    <a:pt x="0" y="0"/>
                  </a:moveTo>
                  <a:lnTo>
                    <a:pt x="262389" y="0"/>
                  </a:lnTo>
                </a:path>
              </a:pathLst>
            </a:custGeom>
            <a:ln w="11130">
              <a:solidFill>
                <a:srgbClr val="FAB766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67" name="object 867" descr=""/>
          <p:cNvGrpSpPr/>
          <p:nvPr/>
        </p:nvGrpSpPr>
        <p:grpSpPr>
          <a:xfrm>
            <a:off x="10646492" y="8600107"/>
            <a:ext cx="539750" cy="718820"/>
            <a:chOff x="10646492" y="8600107"/>
            <a:chExt cx="539750" cy="718820"/>
          </a:xfrm>
        </p:grpSpPr>
        <p:sp>
          <p:nvSpPr>
            <p:cNvPr id="868" name="object 868" descr=""/>
            <p:cNvSpPr/>
            <p:nvPr/>
          </p:nvSpPr>
          <p:spPr>
            <a:xfrm>
              <a:off x="10891228" y="8600115"/>
              <a:ext cx="49530" cy="139700"/>
            </a:xfrm>
            <a:custGeom>
              <a:avLst/>
              <a:gdLst/>
              <a:ahLst/>
              <a:cxnLst/>
              <a:rect l="l" t="t" r="r" b="b"/>
              <a:pathLst>
                <a:path w="49529" h="139700">
                  <a:moveTo>
                    <a:pt x="48945" y="121754"/>
                  </a:moveTo>
                  <a:lnTo>
                    <a:pt x="46151" y="118935"/>
                  </a:lnTo>
                  <a:lnTo>
                    <a:pt x="42672" y="118935"/>
                  </a:lnTo>
                  <a:lnTo>
                    <a:pt x="34950" y="118935"/>
                  </a:lnTo>
                  <a:lnTo>
                    <a:pt x="34950" y="80365"/>
                  </a:lnTo>
                  <a:lnTo>
                    <a:pt x="32143" y="77558"/>
                  </a:lnTo>
                  <a:lnTo>
                    <a:pt x="30594" y="77558"/>
                  </a:lnTo>
                  <a:lnTo>
                    <a:pt x="30594" y="40665"/>
                  </a:lnTo>
                  <a:lnTo>
                    <a:pt x="28448" y="38519"/>
                  </a:lnTo>
                  <a:lnTo>
                    <a:pt x="28448" y="1727"/>
                  </a:lnTo>
                  <a:lnTo>
                    <a:pt x="26720" y="0"/>
                  </a:lnTo>
                  <a:lnTo>
                    <a:pt x="24587" y="0"/>
                  </a:lnTo>
                  <a:lnTo>
                    <a:pt x="22237" y="0"/>
                  </a:lnTo>
                  <a:lnTo>
                    <a:pt x="20510" y="1727"/>
                  </a:lnTo>
                  <a:lnTo>
                    <a:pt x="20510" y="38519"/>
                  </a:lnTo>
                  <a:lnTo>
                    <a:pt x="18364" y="40665"/>
                  </a:lnTo>
                  <a:lnTo>
                    <a:pt x="18364" y="77558"/>
                  </a:lnTo>
                  <a:lnTo>
                    <a:pt x="16814" y="77558"/>
                  </a:lnTo>
                  <a:lnTo>
                    <a:pt x="14008" y="80365"/>
                  </a:lnTo>
                  <a:lnTo>
                    <a:pt x="14008" y="118935"/>
                  </a:lnTo>
                  <a:lnTo>
                    <a:pt x="2819" y="118935"/>
                  </a:lnTo>
                  <a:lnTo>
                    <a:pt x="0" y="121754"/>
                  </a:lnTo>
                  <a:lnTo>
                    <a:pt x="0" y="139268"/>
                  </a:lnTo>
                  <a:lnTo>
                    <a:pt x="48945" y="139268"/>
                  </a:lnTo>
                  <a:lnTo>
                    <a:pt x="48945" y="121754"/>
                  </a:lnTo>
                  <a:close/>
                </a:path>
              </a:pathLst>
            </a:custGeom>
            <a:solidFill>
              <a:srgbClr val="FDEC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" name="object 869" descr=""/>
            <p:cNvSpPr/>
            <p:nvPr/>
          </p:nvSpPr>
          <p:spPr>
            <a:xfrm>
              <a:off x="10717252" y="8727535"/>
              <a:ext cx="397510" cy="455930"/>
            </a:xfrm>
            <a:custGeom>
              <a:avLst/>
              <a:gdLst/>
              <a:ahLst/>
              <a:cxnLst/>
              <a:rect l="l" t="t" r="r" b="b"/>
              <a:pathLst>
                <a:path w="397509" h="455929">
                  <a:moveTo>
                    <a:pt x="198339" y="0"/>
                  </a:moveTo>
                  <a:lnTo>
                    <a:pt x="133918" y="20260"/>
                  </a:lnTo>
                  <a:lnTo>
                    <a:pt x="100759" y="44029"/>
                  </a:lnTo>
                  <a:lnTo>
                    <a:pt x="69453" y="75508"/>
                  </a:lnTo>
                  <a:lnTo>
                    <a:pt x="41861" y="113659"/>
                  </a:lnTo>
                  <a:lnTo>
                    <a:pt x="19846" y="157445"/>
                  </a:lnTo>
                  <a:lnTo>
                    <a:pt x="5272" y="205828"/>
                  </a:lnTo>
                  <a:lnTo>
                    <a:pt x="0" y="257772"/>
                  </a:lnTo>
                  <a:lnTo>
                    <a:pt x="0" y="263887"/>
                  </a:lnTo>
                  <a:lnTo>
                    <a:pt x="8246" y="328177"/>
                  </a:lnTo>
                  <a:lnTo>
                    <a:pt x="24564" y="370189"/>
                  </a:lnTo>
                  <a:lnTo>
                    <a:pt x="48401" y="402896"/>
                  </a:lnTo>
                  <a:lnTo>
                    <a:pt x="78729" y="427041"/>
                  </a:lnTo>
                  <a:lnTo>
                    <a:pt x="114515" y="443367"/>
                  </a:lnTo>
                  <a:lnTo>
                    <a:pt x="154729" y="452617"/>
                  </a:lnTo>
                  <a:lnTo>
                    <a:pt x="198339" y="455535"/>
                  </a:lnTo>
                  <a:lnTo>
                    <a:pt x="243914" y="452050"/>
                  </a:lnTo>
                  <a:lnTo>
                    <a:pt x="285729" y="441226"/>
                  </a:lnTo>
                  <a:lnTo>
                    <a:pt x="322598" y="422514"/>
                  </a:lnTo>
                  <a:lnTo>
                    <a:pt x="353336" y="395363"/>
                  </a:lnTo>
                  <a:lnTo>
                    <a:pt x="376759" y="359222"/>
                  </a:lnTo>
                  <a:lnTo>
                    <a:pt x="391682" y="313542"/>
                  </a:lnTo>
                  <a:lnTo>
                    <a:pt x="396919" y="257772"/>
                  </a:lnTo>
                  <a:lnTo>
                    <a:pt x="394317" y="221229"/>
                  </a:lnTo>
                  <a:lnTo>
                    <a:pt x="375358" y="153288"/>
                  </a:lnTo>
                  <a:lnTo>
                    <a:pt x="324693" y="72326"/>
                  </a:lnTo>
                  <a:lnTo>
                    <a:pt x="283141" y="33657"/>
                  </a:lnTo>
                  <a:lnTo>
                    <a:pt x="239664" y="8792"/>
                  </a:lnTo>
                  <a:lnTo>
                    <a:pt x="198339" y="0"/>
                  </a:lnTo>
                  <a:close/>
                </a:path>
              </a:pathLst>
            </a:custGeom>
            <a:solidFill>
              <a:srgbClr val="FF9B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" name="object 870" descr=""/>
            <p:cNvSpPr/>
            <p:nvPr/>
          </p:nvSpPr>
          <p:spPr>
            <a:xfrm>
              <a:off x="10708909" y="9062477"/>
              <a:ext cx="414020" cy="22225"/>
            </a:xfrm>
            <a:custGeom>
              <a:avLst/>
              <a:gdLst/>
              <a:ahLst/>
              <a:cxnLst/>
              <a:rect l="l" t="t" r="r" b="b"/>
              <a:pathLst>
                <a:path w="414020" h="22225">
                  <a:moveTo>
                    <a:pt x="413568" y="0"/>
                  </a:moveTo>
                  <a:lnTo>
                    <a:pt x="0" y="0"/>
                  </a:lnTo>
                  <a:lnTo>
                    <a:pt x="0" y="22072"/>
                  </a:lnTo>
                  <a:lnTo>
                    <a:pt x="413568" y="22072"/>
                  </a:lnTo>
                  <a:lnTo>
                    <a:pt x="413568" y="0"/>
                  </a:lnTo>
                  <a:close/>
                </a:path>
              </a:pathLst>
            </a:custGeom>
            <a:solidFill>
              <a:srgbClr val="E878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" name="object 871" descr=""/>
            <p:cNvSpPr/>
            <p:nvPr/>
          </p:nvSpPr>
          <p:spPr>
            <a:xfrm>
              <a:off x="10736281" y="8727535"/>
              <a:ext cx="326390" cy="292100"/>
            </a:xfrm>
            <a:custGeom>
              <a:avLst/>
              <a:gdLst/>
              <a:ahLst/>
              <a:cxnLst/>
              <a:rect l="l" t="t" r="r" b="b"/>
              <a:pathLst>
                <a:path w="326390" h="292100">
                  <a:moveTo>
                    <a:pt x="179701" y="0"/>
                  </a:moveTo>
                  <a:lnTo>
                    <a:pt x="112681" y="26204"/>
                  </a:lnTo>
                  <a:lnTo>
                    <a:pt x="78834" y="56636"/>
                  </a:lnTo>
                  <a:lnTo>
                    <a:pt x="48124" y="96558"/>
                  </a:lnTo>
                  <a:lnTo>
                    <a:pt x="23068" y="144420"/>
                  </a:lnTo>
                  <a:lnTo>
                    <a:pt x="6186" y="198674"/>
                  </a:lnTo>
                  <a:lnTo>
                    <a:pt x="0" y="257772"/>
                  </a:lnTo>
                  <a:lnTo>
                    <a:pt x="0" y="263887"/>
                  </a:lnTo>
                  <a:lnTo>
                    <a:pt x="42073" y="287916"/>
                  </a:lnTo>
                  <a:lnTo>
                    <a:pt x="86196" y="292012"/>
                  </a:lnTo>
                  <a:lnTo>
                    <a:pt x="137992" y="286404"/>
                  </a:lnTo>
                  <a:lnTo>
                    <a:pt x="186379" y="270300"/>
                  </a:lnTo>
                  <a:lnTo>
                    <a:pt x="230385" y="244781"/>
                  </a:lnTo>
                  <a:lnTo>
                    <a:pt x="269037" y="210927"/>
                  </a:lnTo>
                  <a:lnTo>
                    <a:pt x="301362" y="169816"/>
                  </a:lnTo>
                  <a:lnTo>
                    <a:pt x="326387" y="122530"/>
                  </a:lnTo>
                  <a:lnTo>
                    <a:pt x="294184" y="72326"/>
                  </a:lnTo>
                  <a:lnTo>
                    <a:pt x="256535" y="33657"/>
                  </a:lnTo>
                  <a:lnTo>
                    <a:pt x="217141" y="8792"/>
                  </a:lnTo>
                  <a:lnTo>
                    <a:pt x="179701" y="0"/>
                  </a:lnTo>
                  <a:close/>
                </a:path>
              </a:pathLst>
            </a:custGeom>
            <a:solidFill>
              <a:srgbClr val="FFA63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" name="object 872" descr=""/>
            <p:cNvSpPr/>
            <p:nvPr/>
          </p:nvSpPr>
          <p:spPr>
            <a:xfrm>
              <a:off x="10914589" y="9118622"/>
              <a:ext cx="204470" cy="127635"/>
            </a:xfrm>
            <a:custGeom>
              <a:avLst/>
              <a:gdLst/>
              <a:ahLst/>
              <a:cxnLst/>
              <a:rect l="l" t="t" r="r" b="b"/>
              <a:pathLst>
                <a:path w="204470" h="127634">
                  <a:moveTo>
                    <a:pt x="0" y="127462"/>
                  </a:moveTo>
                  <a:lnTo>
                    <a:pt x="204370" y="127462"/>
                  </a:lnTo>
                  <a:lnTo>
                    <a:pt x="204370" y="0"/>
                  </a:lnTo>
                  <a:lnTo>
                    <a:pt x="0" y="0"/>
                  </a:lnTo>
                  <a:lnTo>
                    <a:pt x="0" y="127462"/>
                  </a:lnTo>
                  <a:close/>
                </a:path>
              </a:pathLst>
            </a:custGeom>
            <a:solidFill>
              <a:srgbClr val="EF8F1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3" name="object 873" descr=""/>
            <p:cNvSpPr/>
            <p:nvPr/>
          </p:nvSpPr>
          <p:spPr>
            <a:xfrm>
              <a:off x="10710218" y="9118622"/>
              <a:ext cx="204470" cy="136525"/>
            </a:xfrm>
            <a:custGeom>
              <a:avLst/>
              <a:gdLst/>
              <a:ahLst/>
              <a:cxnLst/>
              <a:rect l="l" t="t" r="r" b="b"/>
              <a:pathLst>
                <a:path w="204470" h="136525">
                  <a:moveTo>
                    <a:pt x="204370" y="0"/>
                  </a:moveTo>
                  <a:lnTo>
                    <a:pt x="0" y="0"/>
                  </a:lnTo>
                  <a:lnTo>
                    <a:pt x="0" y="136404"/>
                  </a:lnTo>
                  <a:lnTo>
                    <a:pt x="204370" y="136404"/>
                  </a:lnTo>
                  <a:lnTo>
                    <a:pt x="204370" y="0"/>
                  </a:lnTo>
                  <a:close/>
                </a:path>
              </a:pathLst>
            </a:custGeom>
            <a:solidFill>
              <a:srgbClr val="FFA63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4" name="object 874" descr=""/>
            <p:cNvSpPr/>
            <p:nvPr/>
          </p:nvSpPr>
          <p:spPr>
            <a:xfrm>
              <a:off x="10696407" y="9084498"/>
              <a:ext cx="436880" cy="34290"/>
            </a:xfrm>
            <a:custGeom>
              <a:avLst/>
              <a:gdLst/>
              <a:ahLst/>
              <a:cxnLst/>
              <a:rect l="l" t="t" r="r" b="b"/>
              <a:pathLst>
                <a:path w="436879" h="34290">
                  <a:moveTo>
                    <a:pt x="436353" y="0"/>
                  </a:moveTo>
                  <a:lnTo>
                    <a:pt x="0" y="0"/>
                  </a:lnTo>
                  <a:lnTo>
                    <a:pt x="0" y="34135"/>
                  </a:lnTo>
                  <a:lnTo>
                    <a:pt x="436353" y="34135"/>
                  </a:lnTo>
                  <a:lnTo>
                    <a:pt x="436353" y="0"/>
                  </a:lnTo>
                  <a:close/>
                </a:path>
              </a:pathLst>
            </a:custGeom>
            <a:solidFill>
              <a:srgbClr val="E878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" name="object 875" descr=""/>
            <p:cNvSpPr/>
            <p:nvPr/>
          </p:nvSpPr>
          <p:spPr>
            <a:xfrm>
              <a:off x="10722064" y="9135065"/>
              <a:ext cx="387350" cy="71755"/>
            </a:xfrm>
            <a:custGeom>
              <a:avLst/>
              <a:gdLst/>
              <a:ahLst/>
              <a:cxnLst/>
              <a:rect l="l" t="t" r="r" b="b"/>
              <a:pathLst>
                <a:path w="387350" h="71754">
                  <a:moveTo>
                    <a:pt x="27749" y="6210"/>
                  </a:moveTo>
                  <a:lnTo>
                    <a:pt x="21539" y="0"/>
                  </a:lnTo>
                  <a:lnTo>
                    <a:pt x="13868" y="0"/>
                  </a:lnTo>
                  <a:lnTo>
                    <a:pt x="6210" y="0"/>
                  </a:lnTo>
                  <a:lnTo>
                    <a:pt x="0" y="6210"/>
                  </a:lnTo>
                  <a:lnTo>
                    <a:pt x="0" y="71488"/>
                  </a:lnTo>
                  <a:lnTo>
                    <a:pt x="27749" y="71488"/>
                  </a:lnTo>
                  <a:lnTo>
                    <a:pt x="27749" y="6210"/>
                  </a:lnTo>
                  <a:close/>
                </a:path>
                <a:path w="387350" h="71754">
                  <a:moveTo>
                    <a:pt x="67729" y="6210"/>
                  </a:moveTo>
                  <a:lnTo>
                    <a:pt x="61531" y="0"/>
                  </a:lnTo>
                  <a:lnTo>
                    <a:pt x="53860" y="0"/>
                  </a:lnTo>
                  <a:lnTo>
                    <a:pt x="46202" y="0"/>
                  </a:lnTo>
                  <a:lnTo>
                    <a:pt x="39992" y="6210"/>
                  </a:lnTo>
                  <a:lnTo>
                    <a:pt x="39992" y="71488"/>
                  </a:lnTo>
                  <a:lnTo>
                    <a:pt x="67729" y="71488"/>
                  </a:lnTo>
                  <a:lnTo>
                    <a:pt x="67729" y="6210"/>
                  </a:lnTo>
                  <a:close/>
                </a:path>
                <a:path w="387350" h="71754">
                  <a:moveTo>
                    <a:pt x="107721" y="6210"/>
                  </a:moveTo>
                  <a:lnTo>
                    <a:pt x="101511" y="0"/>
                  </a:lnTo>
                  <a:lnTo>
                    <a:pt x="93853" y="0"/>
                  </a:lnTo>
                  <a:lnTo>
                    <a:pt x="86182" y="0"/>
                  </a:lnTo>
                  <a:lnTo>
                    <a:pt x="79971" y="6210"/>
                  </a:lnTo>
                  <a:lnTo>
                    <a:pt x="79971" y="71488"/>
                  </a:lnTo>
                  <a:lnTo>
                    <a:pt x="107721" y="71488"/>
                  </a:lnTo>
                  <a:lnTo>
                    <a:pt x="107721" y="6210"/>
                  </a:lnTo>
                  <a:close/>
                </a:path>
                <a:path w="387350" h="71754">
                  <a:moveTo>
                    <a:pt x="147713" y="6210"/>
                  </a:moveTo>
                  <a:lnTo>
                    <a:pt x="141503" y="0"/>
                  </a:lnTo>
                  <a:lnTo>
                    <a:pt x="133845" y="0"/>
                  </a:lnTo>
                  <a:lnTo>
                    <a:pt x="126174" y="0"/>
                  </a:lnTo>
                  <a:lnTo>
                    <a:pt x="119964" y="6210"/>
                  </a:lnTo>
                  <a:lnTo>
                    <a:pt x="119964" y="71488"/>
                  </a:lnTo>
                  <a:lnTo>
                    <a:pt x="147713" y="71488"/>
                  </a:lnTo>
                  <a:lnTo>
                    <a:pt x="147713" y="6210"/>
                  </a:lnTo>
                  <a:close/>
                </a:path>
                <a:path w="387350" h="71754">
                  <a:moveTo>
                    <a:pt x="187706" y="6210"/>
                  </a:moveTo>
                  <a:lnTo>
                    <a:pt x="181495" y="0"/>
                  </a:lnTo>
                  <a:lnTo>
                    <a:pt x="173824" y="0"/>
                  </a:lnTo>
                  <a:lnTo>
                    <a:pt x="166166" y="0"/>
                  </a:lnTo>
                  <a:lnTo>
                    <a:pt x="159956" y="6210"/>
                  </a:lnTo>
                  <a:lnTo>
                    <a:pt x="159956" y="71488"/>
                  </a:lnTo>
                  <a:lnTo>
                    <a:pt x="187706" y="71488"/>
                  </a:lnTo>
                  <a:lnTo>
                    <a:pt x="187706" y="6210"/>
                  </a:lnTo>
                  <a:close/>
                </a:path>
                <a:path w="387350" h="71754">
                  <a:moveTo>
                    <a:pt x="227685" y="6210"/>
                  </a:moveTo>
                  <a:lnTo>
                    <a:pt x="221475" y="0"/>
                  </a:lnTo>
                  <a:lnTo>
                    <a:pt x="213817" y="0"/>
                  </a:lnTo>
                  <a:lnTo>
                    <a:pt x="206146" y="0"/>
                  </a:lnTo>
                  <a:lnTo>
                    <a:pt x="199936" y="6210"/>
                  </a:lnTo>
                  <a:lnTo>
                    <a:pt x="199936" y="71488"/>
                  </a:lnTo>
                  <a:lnTo>
                    <a:pt x="227685" y="71488"/>
                  </a:lnTo>
                  <a:lnTo>
                    <a:pt x="227685" y="6210"/>
                  </a:lnTo>
                  <a:close/>
                </a:path>
                <a:path w="387350" h="71754">
                  <a:moveTo>
                    <a:pt x="267677" y="6210"/>
                  </a:moveTo>
                  <a:lnTo>
                    <a:pt x="261467" y="0"/>
                  </a:lnTo>
                  <a:lnTo>
                    <a:pt x="253809" y="0"/>
                  </a:lnTo>
                  <a:lnTo>
                    <a:pt x="246138" y="0"/>
                  </a:lnTo>
                  <a:lnTo>
                    <a:pt x="239928" y="6210"/>
                  </a:lnTo>
                  <a:lnTo>
                    <a:pt x="239928" y="71488"/>
                  </a:lnTo>
                  <a:lnTo>
                    <a:pt x="267677" y="71488"/>
                  </a:lnTo>
                  <a:lnTo>
                    <a:pt x="267677" y="6210"/>
                  </a:lnTo>
                  <a:close/>
                </a:path>
                <a:path w="387350" h="71754">
                  <a:moveTo>
                    <a:pt x="307670" y="6210"/>
                  </a:moveTo>
                  <a:lnTo>
                    <a:pt x="301459" y="0"/>
                  </a:lnTo>
                  <a:lnTo>
                    <a:pt x="293789" y="0"/>
                  </a:lnTo>
                  <a:lnTo>
                    <a:pt x="286131" y="0"/>
                  </a:lnTo>
                  <a:lnTo>
                    <a:pt x="279920" y="6210"/>
                  </a:lnTo>
                  <a:lnTo>
                    <a:pt x="279920" y="71488"/>
                  </a:lnTo>
                  <a:lnTo>
                    <a:pt x="307670" y="71488"/>
                  </a:lnTo>
                  <a:lnTo>
                    <a:pt x="307670" y="6210"/>
                  </a:lnTo>
                  <a:close/>
                </a:path>
                <a:path w="387350" h="71754">
                  <a:moveTo>
                    <a:pt x="347662" y="6210"/>
                  </a:moveTo>
                  <a:lnTo>
                    <a:pt x="341452" y="0"/>
                  </a:lnTo>
                  <a:lnTo>
                    <a:pt x="333781" y="0"/>
                  </a:lnTo>
                  <a:lnTo>
                    <a:pt x="326123" y="0"/>
                  </a:lnTo>
                  <a:lnTo>
                    <a:pt x="319913" y="6210"/>
                  </a:lnTo>
                  <a:lnTo>
                    <a:pt x="319913" y="71488"/>
                  </a:lnTo>
                  <a:lnTo>
                    <a:pt x="347662" y="71488"/>
                  </a:lnTo>
                  <a:lnTo>
                    <a:pt x="347662" y="6210"/>
                  </a:lnTo>
                  <a:close/>
                </a:path>
                <a:path w="387350" h="71754">
                  <a:moveTo>
                    <a:pt x="387286" y="6210"/>
                  </a:moveTo>
                  <a:lnTo>
                    <a:pt x="381076" y="0"/>
                  </a:lnTo>
                  <a:lnTo>
                    <a:pt x="373418" y="0"/>
                  </a:lnTo>
                  <a:lnTo>
                    <a:pt x="365747" y="0"/>
                  </a:lnTo>
                  <a:lnTo>
                    <a:pt x="359537" y="6210"/>
                  </a:lnTo>
                  <a:lnTo>
                    <a:pt x="359537" y="71488"/>
                  </a:lnTo>
                  <a:lnTo>
                    <a:pt x="387286" y="71488"/>
                  </a:lnTo>
                  <a:lnTo>
                    <a:pt x="387286" y="621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" name="object 876" descr=""/>
            <p:cNvSpPr/>
            <p:nvPr/>
          </p:nvSpPr>
          <p:spPr>
            <a:xfrm>
              <a:off x="10696407" y="9084487"/>
              <a:ext cx="284480" cy="15875"/>
            </a:xfrm>
            <a:custGeom>
              <a:avLst/>
              <a:gdLst/>
              <a:ahLst/>
              <a:cxnLst/>
              <a:rect l="l" t="t" r="r" b="b"/>
              <a:pathLst>
                <a:path w="284479" h="15875">
                  <a:moveTo>
                    <a:pt x="284284" y="0"/>
                  </a:moveTo>
                  <a:lnTo>
                    <a:pt x="0" y="0"/>
                  </a:lnTo>
                  <a:lnTo>
                    <a:pt x="0" y="15360"/>
                  </a:lnTo>
                  <a:lnTo>
                    <a:pt x="284284" y="15360"/>
                  </a:lnTo>
                  <a:lnTo>
                    <a:pt x="284284" y="0"/>
                  </a:lnTo>
                  <a:close/>
                </a:path>
              </a:pathLst>
            </a:custGeom>
            <a:solidFill>
              <a:srgbClr val="FFA63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" name="object 877" descr=""/>
            <p:cNvSpPr/>
            <p:nvPr/>
          </p:nvSpPr>
          <p:spPr>
            <a:xfrm>
              <a:off x="10710218" y="9118633"/>
              <a:ext cx="411480" cy="9525"/>
            </a:xfrm>
            <a:custGeom>
              <a:avLst/>
              <a:gdLst/>
              <a:ahLst/>
              <a:cxnLst/>
              <a:rect l="l" t="t" r="r" b="b"/>
              <a:pathLst>
                <a:path w="411479" h="9525">
                  <a:moveTo>
                    <a:pt x="410961" y="0"/>
                  </a:moveTo>
                  <a:lnTo>
                    <a:pt x="0" y="0"/>
                  </a:lnTo>
                  <a:lnTo>
                    <a:pt x="0" y="9067"/>
                  </a:lnTo>
                  <a:lnTo>
                    <a:pt x="410961" y="9067"/>
                  </a:lnTo>
                  <a:lnTo>
                    <a:pt x="410961" y="0"/>
                  </a:lnTo>
                  <a:close/>
                </a:path>
              </a:pathLst>
            </a:custGeom>
            <a:solidFill>
              <a:srgbClr val="4F96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" name="object 878" descr=""/>
            <p:cNvSpPr/>
            <p:nvPr/>
          </p:nvSpPr>
          <p:spPr>
            <a:xfrm>
              <a:off x="10705527" y="9246084"/>
              <a:ext cx="422275" cy="72390"/>
            </a:xfrm>
            <a:custGeom>
              <a:avLst/>
              <a:gdLst/>
              <a:ahLst/>
              <a:cxnLst/>
              <a:rect l="l" t="t" r="r" b="b"/>
              <a:pathLst>
                <a:path w="422275" h="72390">
                  <a:moveTo>
                    <a:pt x="421704" y="0"/>
                  </a:moveTo>
                  <a:lnTo>
                    <a:pt x="0" y="0"/>
                  </a:lnTo>
                  <a:lnTo>
                    <a:pt x="0" y="72133"/>
                  </a:lnTo>
                  <a:lnTo>
                    <a:pt x="421704" y="72133"/>
                  </a:lnTo>
                  <a:lnTo>
                    <a:pt x="421704" y="0"/>
                  </a:lnTo>
                  <a:close/>
                </a:path>
              </a:pathLst>
            </a:custGeom>
            <a:solidFill>
              <a:srgbClr val="FFA63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" name="object 879" descr=""/>
            <p:cNvSpPr/>
            <p:nvPr/>
          </p:nvSpPr>
          <p:spPr>
            <a:xfrm>
              <a:off x="10672712" y="9166650"/>
              <a:ext cx="6985" cy="21590"/>
            </a:xfrm>
            <a:custGeom>
              <a:avLst/>
              <a:gdLst/>
              <a:ahLst/>
              <a:cxnLst/>
              <a:rect l="l" t="t" r="r" b="b"/>
              <a:pathLst>
                <a:path w="6984" h="21590">
                  <a:moveTo>
                    <a:pt x="4724" y="12242"/>
                  </a:moveTo>
                  <a:lnTo>
                    <a:pt x="4318" y="11836"/>
                  </a:lnTo>
                  <a:lnTo>
                    <a:pt x="4140" y="11836"/>
                  </a:lnTo>
                  <a:lnTo>
                    <a:pt x="4140" y="6184"/>
                  </a:lnTo>
                  <a:lnTo>
                    <a:pt x="3835" y="5892"/>
                  </a:lnTo>
                  <a:lnTo>
                    <a:pt x="3835" y="241"/>
                  </a:lnTo>
                  <a:lnTo>
                    <a:pt x="3594" y="0"/>
                  </a:lnTo>
                  <a:lnTo>
                    <a:pt x="3302" y="0"/>
                  </a:lnTo>
                  <a:lnTo>
                    <a:pt x="3009" y="0"/>
                  </a:lnTo>
                  <a:lnTo>
                    <a:pt x="2768" y="241"/>
                  </a:lnTo>
                  <a:lnTo>
                    <a:pt x="2768" y="5892"/>
                  </a:lnTo>
                  <a:lnTo>
                    <a:pt x="2476" y="6184"/>
                  </a:lnTo>
                  <a:lnTo>
                    <a:pt x="2476" y="11836"/>
                  </a:lnTo>
                  <a:lnTo>
                    <a:pt x="2286" y="11836"/>
                  </a:lnTo>
                  <a:lnTo>
                    <a:pt x="1892" y="12242"/>
                  </a:lnTo>
                  <a:lnTo>
                    <a:pt x="1892" y="18148"/>
                  </a:lnTo>
                  <a:lnTo>
                    <a:pt x="4724" y="18148"/>
                  </a:lnTo>
                  <a:lnTo>
                    <a:pt x="4724" y="12242"/>
                  </a:lnTo>
                  <a:close/>
                </a:path>
                <a:path w="6984" h="21590">
                  <a:moveTo>
                    <a:pt x="6616" y="18567"/>
                  </a:moveTo>
                  <a:lnTo>
                    <a:pt x="6210" y="18161"/>
                  </a:lnTo>
                  <a:lnTo>
                    <a:pt x="5715" y="18161"/>
                  </a:lnTo>
                  <a:lnTo>
                    <a:pt x="393" y="18161"/>
                  </a:lnTo>
                  <a:lnTo>
                    <a:pt x="0" y="18567"/>
                  </a:lnTo>
                  <a:lnTo>
                    <a:pt x="0" y="21259"/>
                  </a:lnTo>
                  <a:lnTo>
                    <a:pt x="6616" y="21259"/>
                  </a:lnTo>
                  <a:lnTo>
                    <a:pt x="6616" y="18567"/>
                  </a:lnTo>
                  <a:close/>
                </a:path>
              </a:pathLst>
            </a:custGeom>
            <a:solidFill>
              <a:srgbClr val="FDBA2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" name="object 880" descr=""/>
            <p:cNvSpPr/>
            <p:nvPr/>
          </p:nvSpPr>
          <p:spPr>
            <a:xfrm>
              <a:off x="10649104" y="9187219"/>
              <a:ext cx="53975" cy="66675"/>
            </a:xfrm>
            <a:custGeom>
              <a:avLst/>
              <a:gdLst/>
              <a:ahLst/>
              <a:cxnLst/>
              <a:rect l="l" t="t" r="r" b="b"/>
              <a:pathLst>
                <a:path w="53975" h="66675">
                  <a:moveTo>
                    <a:pt x="33129" y="0"/>
                  </a:moveTo>
                  <a:lnTo>
                    <a:pt x="26920" y="0"/>
                  </a:lnTo>
                  <a:lnTo>
                    <a:pt x="16982" y="2650"/>
                  </a:lnTo>
                  <a:lnTo>
                    <a:pt x="8715" y="9762"/>
                  </a:lnTo>
                  <a:lnTo>
                    <a:pt x="2850" y="20077"/>
                  </a:lnTo>
                  <a:lnTo>
                    <a:pt x="115" y="32334"/>
                  </a:lnTo>
                  <a:lnTo>
                    <a:pt x="0" y="35360"/>
                  </a:lnTo>
                  <a:lnTo>
                    <a:pt x="2115" y="47887"/>
                  </a:lnTo>
                  <a:lnTo>
                    <a:pt x="7884" y="57623"/>
                  </a:lnTo>
                  <a:lnTo>
                    <a:pt x="16441" y="63931"/>
                  </a:lnTo>
                  <a:lnTo>
                    <a:pt x="26920" y="66175"/>
                  </a:lnTo>
                  <a:lnTo>
                    <a:pt x="35402" y="66175"/>
                  </a:lnTo>
                  <a:lnTo>
                    <a:pt x="42962" y="62102"/>
                  </a:lnTo>
                  <a:lnTo>
                    <a:pt x="51338" y="50375"/>
                  </a:lnTo>
                  <a:lnTo>
                    <a:pt x="53495" y="44187"/>
                  </a:lnTo>
                  <a:lnTo>
                    <a:pt x="53820" y="35360"/>
                  </a:lnTo>
                  <a:lnTo>
                    <a:pt x="53085" y="27521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A63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" name="object 881" descr=""/>
            <p:cNvSpPr/>
            <p:nvPr/>
          </p:nvSpPr>
          <p:spPr>
            <a:xfrm>
              <a:off x="10674293" y="9221150"/>
              <a:ext cx="29209" cy="22225"/>
            </a:xfrm>
            <a:custGeom>
              <a:avLst/>
              <a:gdLst/>
              <a:ahLst/>
              <a:cxnLst/>
              <a:rect l="l" t="t" r="r" b="b"/>
              <a:pathLst>
                <a:path w="29209" h="22225">
                  <a:moveTo>
                    <a:pt x="21423" y="0"/>
                  </a:moveTo>
                  <a:lnTo>
                    <a:pt x="7559" y="0"/>
                  </a:lnTo>
                  <a:lnTo>
                    <a:pt x="0" y="4910"/>
                  </a:lnTo>
                  <a:lnTo>
                    <a:pt x="0" y="10983"/>
                  </a:lnTo>
                  <a:lnTo>
                    <a:pt x="0" y="17057"/>
                  </a:lnTo>
                  <a:lnTo>
                    <a:pt x="7559" y="21967"/>
                  </a:lnTo>
                  <a:lnTo>
                    <a:pt x="18899" y="21967"/>
                  </a:lnTo>
                  <a:lnTo>
                    <a:pt x="28595" y="3120"/>
                  </a:lnTo>
                  <a:lnTo>
                    <a:pt x="25569" y="1183"/>
                  </a:lnTo>
                  <a:lnTo>
                    <a:pt x="21423" y="0"/>
                  </a:lnTo>
                  <a:close/>
                </a:path>
              </a:pathLst>
            </a:custGeom>
            <a:solidFill>
              <a:srgbClr val="FF9B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" name="object 882" descr=""/>
            <p:cNvSpPr/>
            <p:nvPr/>
          </p:nvSpPr>
          <p:spPr>
            <a:xfrm>
              <a:off x="10649224" y="9187223"/>
              <a:ext cx="43815" cy="36830"/>
            </a:xfrm>
            <a:custGeom>
              <a:avLst/>
              <a:gdLst/>
              <a:ahLst/>
              <a:cxnLst/>
              <a:rect l="l" t="t" r="r" b="b"/>
              <a:pathLst>
                <a:path w="43815" h="36829">
                  <a:moveTo>
                    <a:pt x="33004" y="0"/>
                  </a:moveTo>
                  <a:lnTo>
                    <a:pt x="26805" y="0"/>
                  </a:lnTo>
                  <a:lnTo>
                    <a:pt x="16861" y="2650"/>
                  </a:lnTo>
                  <a:lnTo>
                    <a:pt x="8592" y="9762"/>
                  </a:lnTo>
                  <a:lnTo>
                    <a:pt x="2729" y="20077"/>
                  </a:lnTo>
                  <a:lnTo>
                    <a:pt x="0" y="32334"/>
                  </a:lnTo>
                  <a:lnTo>
                    <a:pt x="4167" y="34878"/>
                  </a:lnTo>
                  <a:lnTo>
                    <a:pt x="8963" y="36333"/>
                  </a:lnTo>
                  <a:lnTo>
                    <a:pt x="14041" y="36333"/>
                  </a:lnTo>
                  <a:lnTo>
                    <a:pt x="24598" y="34146"/>
                  </a:lnTo>
                  <a:lnTo>
                    <a:pt x="33472" y="28124"/>
                  </a:lnTo>
                  <a:lnTo>
                    <a:pt x="39948" y="19079"/>
                  </a:lnTo>
                  <a:lnTo>
                    <a:pt x="43307" y="7821"/>
                  </a:lnTo>
                  <a:lnTo>
                    <a:pt x="38752" y="2994"/>
                  </a:lnTo>
                  <a:lnTo>
                    <a:pt x="33004" y="0"/>
                  </a:lnTo>
                  <a:close/>
                </a:path>
              </a:pathLst>
            </a:custGeom>
            <a:solidFill>
              <a:srgbClr val="FAB7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" name="object 883" descr=""/>
            <p:cNvSpPr/>
            <p:nvPr/>
          </p:nvSpPr>
          <p:spPr>
            <a:xfrm>
              <a:off x="10650325" y="9235394"/>
              <a:ext cx="51435" cy="10795"/>
            </a:xfrm>
            <a:custGeom>
              <a:avLst/>
              <a:gdLst/>
              <a:ahLst/>
              <a:cxnLst/>
              <a:rect l="l" t="t" r="r" b="b"/>
              <a:pathLst>
                <a:path w="51434" h="10795">
                  <a:moveTo>
                    <a:pt x="0" y="10690"/>
                  </a:moveTo>
                  <a:lnTo>
                    <a:pt x="51391" y="10690"/>
                  </a:lnTo>
                  <a:lnTo>
                    <a:pt x="51391" y="0"/>
                  </a:lnTo>
                  <a:lnTo>
                    <a:pt x="0" y="0"/>
                  </a:lnTo>
                  <a:lnTo>
                    <a:pt x="0" y="10690"/>
                  </a:lnTo>
                  <a:close/>
                </a:path>
              </a:pathLst>
            </a:custGeom>
            <a:solidFill>
              <a:srgbClr val="E878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" name="object 884" descr=""/>
            <p:cNvSpPr/>
            <p:nvPr/>
          </p:nvSpPr>
          <p:spPr>
            <a:xfrm>
              <a:off x="10648582" y="9228537"/>
              <a:ext cx="55244" cy="21590"/>
            </a:xfrm>
            <a:custGeom>
              <a:avLst/>
              <a:gdLst/>
              <a:ahLst/>
              <a:cxnLst/>
              <a:rect l="l" t="t" r="r" b="b"/>
              <a:pathLst>
                <a:path w="55245" h="21590">
                  <a:moveTo>
                    <a:pt x="54864" y="0"/>
                  </a:moveTo>
                  <a:lnTo>
                    <a:pt x="0" y="0"/>
                  </a:lnTo>
                  <a:lnTo>
                    <a:pt x="0" y="6858"/>
                  </a:lnTo>
                  <a:lnTo>
                    <a:pt x="1739" y="6858"/>
                  </a:lnTo>
                  <a:lnTo>
                    <a:pt x="1739" y="21513"/>
                  </a:lnTo>
                  <a:lnTo>
                    <a:pt x="27432" y="21513"/>
                  </a:lnTo>
                  <a:lnTo>
                    <a:pt x="27432" y="6858"/>
                  </a:lnTo>
                  <a:lnTo>
                    <a:pt x="54864" y="6858"/>
                  </a:lnTo>
                  <a:lnTo>
                    <a:pt x="54864" y="0"/>
                  </a:lnTo>
                  <a:close/>
                </a:path>
              </a:pathLst>
            </a:custGeom>
            <a:solidFill>
              <a:srgbClr val="FFA63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" name="object 885" descr=""/>
            <p:cNvSpPr/>
            <p:nvPr/>
          </p:nvSpPr>
          <p:spPr>
            <a:xfrm>
              <a:off x="10655262" y="9239154"/>
              <a:ext cx="41275" cy="6985"/>
            </a:xfrm>
            <a:custGeom>
              <a:avLst/>
              <a:gdLst/>
              <a:ahLst/>
              <a:cxnLst/>
              <a:rect l="l" t="t" r="r" b="b"/>
              <a:pathLst>
                <a:path w="41275" h="6984">
                  <a:moveTo>
                    <a:pt x="4978" y="0"/>
                  </a:moveTo>
                  <a:lnTo>
                    <a:pt x="0" y="0"/>
                  </a:lnTo>
                  <a:lnTo>
                    <a:pt x="0" y="6934"/>
                  </a:lnTo>
                  <a:lnTo>
                    <a:pt x="4978" y="6934"/>
                  </a:lnTo>
                  <a:lnTo>
                    <a:pt x="4978" y="0"/>
                  </a:lnTo>
                  <a:close/>
                </a:path>
                <a:path w="41275" h="6984">
                  <a:moveTo>
                    <a:pt x="12166" y="0"/>
                  </a:moveTo>
                  <a:lnTo>
                    <a:pt x="7188" y="0"/>
                  </a:lnTo>
                  <a:lnTo>
                    <a:pt x="7188" y="6934"/>
                  </a:lnTo>
                  <a:lnTo>
                    <a:pt x="12166" y="6934"/>
                  </a:lnTo>
                  <a:lnTo>
                    <a:pt x="12166" y="0"/>
                  </a:lnTo>
                  <a:close/>
                </a:path>
                <a:path w="41275" h="6984">
                  <a:moveTo>
                    <a:pt x="19354" y="0"/>
                  </a:moveTo>
                  <a:lnTo>
                    <a:pt x="14363" y="0"/>
                  </a:lnTo>
                  <a:lnTo>
                    <a:pt x="14363" y="6934"/>
                  </a:lnTo>
                  <a:lnTo>
                    <a:pt x="19354" y="6934"/>
                  </a:lnTo>
                  <a:lnTo>
                    <a:pt x="19354" y="0"/>
                  </a:lnTo>
                  <a:close/>
                </a:path>
                <a:path w="41275" h="6984">
                  <a:moveTo>
                    <a:pt x="26543" y="0"/>
                  </a:moveTo>
                  <a:lnTo>
                    <a:pt x="21551" y="0"/>
                  </a:lnTo>
                  <a:lnTo>
                    <a:pt x="21551" y="6934"/>
                  </a:lnTo>
                  <a:lnTo>
                    <a:pt x="26543" y="6934"/>
                  </a:lnTo>
                  <a:lnTo>
                    <a:pt x="26543" y="0"/>
                  </a:lnTo>
                  <a:close/>
                </a:path>
                <a:path w="41275" h="6984">
                  <a:moveTo>
                    <a:pt x="33731" y="0"/>
                  </a:moveTo>
                  <a:lnTo>
                    <a:pt x="28740" y="0"/>
                  </a:lnTo>
                  <a:lnTo>
                    <a:pt x="28740" y="6934"/>
                  </a:lnTo>
                  <a:lnTo>
                    <a:pt x="33731" y="6934"/>
                  </a:lnTo>
                  <a:lnTo>
                    <a:pt x="33731" y="0"/>
                  </a:lnTo>
                  <a:close/>
                </a:path>
                <a:path w="41275" h="6984">
                  <a:moveTo>
                    <a:pt x="40906" y="0"/>
                  </a:moveTo>
                  <a:lnTo>
                    <a:pt x="35928" y="0"/>
                  </a:lnTo>
                  <a:lnTo>
                    <a:pt x="35928" y="6934"/>
                  </a:lnTo>
                  <a:lnTo>
                    <a:pt x="40906" y="6934"/>
                  </a:lnTo>
                  <a:lnTo>
                    <a:pt x="40906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" name="object 886" descr=""/>
            <p:cNvSpPr/>
            <p:nvPr/>
          </p:nvSpPr>
          <p:spPr>
            <a:xfrm>
              <a:off x="10648586" y="9228535"/>
              <a:ext cx="36195" cy="2540"/>
            </a:xfrm>
            <a:custGeom>
              <a:avLst/>
              <a:gdLst/>
              <a:ahLst/>
              <a:cxnLst/>
              <a:rect l="l" t="t" r="r" b="b"/>
              <a:pathLst>
                <a:path w="36195" h="2540">
                  <a:moveTo>
                    <a:pt x="35747" y="0"/>
                  </a:moveTo>
                  <a:lnTo>
                    <a:pt x="0" y="0"/>
                  </a:lnTo>
                  <a:lnTo>
                    <a:pt x="0" y="2177"/>
                  </a:lnTo>
                  <a:lnTo>
                    <a:pt x="35747" y="2177"/>
                  </a:lnTo>
                  <a:lnTo>
                    <a:pt x="35747" y="0"/>
                  </a:lnTo>
                  <a:close/>
                </a:path>
              </a:pathLst>
            </a:custGeom>
            <a:solidFill>
              <a:srgbClr val="FAB7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" name="object 887" descr=""/>
            <p:cNvSpPr/>
            <p:nvPr/>
          </p:nvSpPr>
          <p:spPr>
            <a:xfrm>
              <a:off x="10650325" y="9235394"/>
              <a:ext cx="52069" cy="1905"/>
            </a:xfrm>
            <a:custGeom>
              <a:avLst/>
              <a:gdLst/>
              <a:ahLst/>
              <a:cxnLst/>
              <a:rect l="l" t="t" r="r" b="b"/>
              <a:pathLst>
                <a:path w="52070" h="1904">
                  <a:moveTo>
                    <a:pt x="51673" y="0"/>
                  </a:moveTo>
                  <a:lnTo>
                    <a:pt x="0" y="0"/>
                  </a:lnTo>
                  <a:lnTo>
                    <a:pt x="0" y="1287"/>
                  </a:lnTo>
                  <a:lnTo>
                    <a:pt x="51673" y="1287"/>
                  </a:lnTo>
                  <a:lnTo>
                    <a:pt x="51673" y="0"/>
                  </a:lnTo>
                  <a:close/>
                </a:path>
              </a:pathLst>
            </a:custGeom>
            <a:solidFill>
              <a:srgbClr val="E878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8" name="object 888" descr=""/>
            <p:cNvSpPr/>
            <p:nvPr/>
          </p:nvSpPr>
          <p:spPr>
            <a:xfrm>
              <a:off x="10646492" y="9246084"/>
              <a:ext cx="59055" cy="72390"/>
            </a:xfrm>
            <a:custGeom>
              <a:avLst/>
              <a:gdLst/>
              <a:ahLst/>
              <a:cxnLst/>
              <a:rect l="l" t="t" r="r" b="b"/>
              <a:pathLst>
                <a:path w="59054" h="72390">
                  <a:moveTo>
                    <a:pt x="59034" y="0"/>
                  </a:moveTo>
                  <a:lnTo>
                    <a:pt x="0" y="0"/>
                  </a:lnTo>
                  <a:lnTo>
                    <a:pt x="0" y="72238"/>
                  </a:lnTo>
                  <a:lnTo>
                    <a:pt x="59034" y="72238"/>
                  </a:lnTo>
                  <a:lnTo>
                    <a:pt x="59034" y="0"/>
                  </a:lnTo>
                  <a:close/>
                </a:path>
              </a:pathLst>
            </a:custGeom>
            <a:solidFill>
              <a:srgbClr val="FFA63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9" name="object 889" descr=""/>
            <p:cNvSpPr/>
            <p:nvPr/>
          </p:nvSpPr>
          <p:spPr>
            <a:xfrm>
              <a:off x="10667437" y="9267113"/>
              <a:ext cx="18415" cy="51435"/>
            </a:xfrm>
            <a:custGeom>
              <a:avLst/>
              <a:gdLst/>
              <a:ahLst/>
              <a:cxnLst/>
              <a:rect l="l" t="t" r="r" b="b"/>
              <a:pathLst>
                <a:path w="18415" h="51434">
                  <a:moveTo>
                    <a:pt x="14177" y="0"/>
                  </a:moveTo>
                  <a:lnTo>
                    <a:pt x="9130" y="0"/>
                  </a:lnTo>
                  <a:lnTo>
                    <a:pt x="4083" y="0"/>
                  </a:lnTo>
                  <a:lnTo>
                    <a:pt x="0" y="4083"/>
                  </a:lnTo>
                  <a:lnTo>
                    <a:pt x="0" y="51202"/>
                  </a:lnTo>
                  <a:lnTo>
                    <a:pt x="18261" y="51202"/>
                  </a:lnTo>
                  <a:lnTo>
                    <a:pt x="18261" y="4083"/>
                  </a:lnTo>
                  <a:lnTo>
                    <a:pt x="14177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0" name="object 890" descr=""/>
            <p:cNvSpPr/>
            <p:nvPr/>
          </p:nvSpPr>
          <p:spPr>
            <a:xfrm>
              <a:off x="11153001" y="9166891"/>
              <a:ext cx="6985" cy="21590"/>
            </a:xfrm>
            <a:custGeom>
              <a:avLst/>
              <a:gdLst/>
              <a:ahLst/>
              <a:cxnLst/>
              <a:rect l="l" t="t" r="r" b="b"/>
              <a:pathLst>
                <a:path w="6984" h="21590">
                  <a:moveTo>
                    <a:pt x="6616" y="18554"/>
                  </a:moveTo>
                  <a:lnTo>
                    <a:pt x="6223" y="18148"/>
                  </a:lnTo>
                  <a:lnTo>
                    <a:pt x="5727" y="18148"/>
                  </a:lnTo>
                  <a:lnTo>
                    <a:pt x="4724" y="18148"/>
                  </a:lnTo>
                  <a:lnTo>
                    <a:pt x="4724" y="12242"/>
                  </a:lnTo>
                  <a:lnTo>
                    <a:pt x="4330" y="11836"/>
                  </a:lnTo>
                  <a:lnTo>
                    <a:pt x="4140" y="11836"/>
                  </a:lnTo>
                  <a:lnTo>
                    <a:pt x="4140" y="6172"/>
                  </a:lnTo>
                  <a:lnTo>
                    <a:pt x="3848" y="5892"/>
                  </a:lnTo>
                  <a:lnTo>
                    <a:pt x="3848" y="241"/>
                  </a:lnTo>
                  <a:lnTo>
                    <a:pt x="3606" y="0"/>
                  </a:lnTo>
                  <a:lnTo>
                    <a:pt x="3314" y="0"/>
                  </a:lnTo>
                  <a:lnTo>
                    <a:pt x="3022" y="0"/>
                  </a:lnTo>
                  <a:lnTo>
                    <a:pt x="2781" y="241"/>
                  </a:lnTo>
                  <a:lnTo>
                    <a:pt x="2781" y="5892"/>
                  </a:lnTo>
                  <a:lnTo>
                    <a:pt x="2489" y="6172"/>
                  </a:lnTo>
                  <a:lnTo>
                    <a:pt x="2489" y="11836"/>
                  </a:lnTo>
                  <a:lnTo>
                    <a:pt x="2298" y="11836"/>
                  </a:lnTo>
                  <a:lnTo>
                    <a:pt x="1905" y="12242"/>
                  </a:lnTo>
                  <a:lnTo>
                    <a:pt x="1905" y="18148"/>
                  </a:lnTo>
                  <a:lnTo>
                    <a:pt x="419" y="18148"/>
                  </a:lnTo>
                  <a:lnTo>
                    <a:pt x="0" y="18554"/>
                  </a:lnTo>
                  <a:lnTo>
                    <a:pt x="0" y="21247"/>
                  </a:lnTo>
                  <a:lnTo>
                    <a:pt x="6616" y="21247"/>
                  </a:lnTo>
                  <a:lnTo>
                    <a:pt x="6616" y="18554"/>
                  </a:lnTo>
                  <a:close/>
                </a:path>
              </a:pathLst>
            </a:custGeom>
            <a:solidFill>
              <a:srgbClr val="FDBA2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" name="object 891" descr=""/>
            <p:cNvSpPr/>
            <p:nvPr/>
          </p:nvSpPr>
          <p:spPr>
            <a:xfrm>
              <a:off x="11129402" y="9187458"/>
              <a:ext cx="53975" cy="66675"/>
            </a:xfrm>
            <a:custGeom>
              <a:avLst/>
              <a:gdLst/>
              <a:ahLst/>
              <a:cxnLst/>
              <a:rect l="l" t="t" r="r" b="b"/>
              <a:pathLst>
                <a:path w="53975" h="66675">
                  <a:moveTo>
                    <a:pt x="33129" y="0"/>
                  </a:moveTo>
                  <a:lnTo>
                    <a:pt x="26920" y="0"/>
                  </a:lnTo>
                  <a:lnTo>
                    <a:pt x="16982" y="2650"/>
                  </a:lnTo>
                  <a:lnTo>
                    <a:pt x="8717" y="9762"/>
                  </a:lnTo>
                  <a:lnTo>
                    <a:pt x="2854" y="20077"/>
                  </a:lnTo>
                  <a:lnTo>
                    <a:pt x="125" y="32334"/>
                  </a:lnTo>
                  <a:lnTo>
                    <a:pt x="0" y="35360"/>
                  </a:lnTo>
                  <a:lnTo>
                    <a:pt x="2115" y="47887"/>
                  </a:lnTo>
                  <a:lnTo>
                    <a:pt x="7884" y="57623"/>
                  </a:lnTo>
                  <a:lnTo>
                    <a:pt x="16441" y="63931"/>
                  </a:lnTo>
                  <a:lnTo>
                    <a:pt x="26920" y="66175"/>
                  </a:lnTo>
                  <a:lnTo>
                    <a:pt x="35402" y="66175"/>
                  </a:lnTo>
                  <a:lnTo>
                    <a:pt x="42962" y="62102"/>
                  </a:lnTo>
                  <a:lnTo>
                    <a:pt x="51338" y="50375"/>
                  </a:lnTo>
                  <a:lnTo>
                    <a:pt x="53495" y="44187"/>
                  </a:lnTo>
                  <a:lnTo>
                    <a:pt x="53820" y="35360"/>
                  </a:lnTo>
                  <a:lnTo>
                    <a:pt x="53085" y="27521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A63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2" name="object 892" descr=""/>
            <p:cNvSpPr/>
            <p:nvPr/>
          </p:nvSpPr>
          <p:spPr>
            <a:xfrm>
              <a:off x="11154591" y="9221388"/>
              <a:ext cx="29209" cy="22225"/>
            </a:xfrm>
            <a:custGeom>
              <a:avLst/>
              <a:gdLst/>
              <a:ahLst/>
              <a:cxnLst/>
              <a:rect l="l" t="t" r="r" b="b"/>
              <a:pathLst>
                <a:path w="29209" h="22225">
                  <a:moveTo>
                    <a:pt x="21423" y="0"/>
                  </a:moveTo>
                  <a:lnTo>
                    <a:pt x="7559" y="0"/>
                  </a:lnTo>
                  <a:lnTo>
                    <a:pt x="0" y="4910"/>
                  </a:lnTo>
                  <a:lnTo>
                    <a:pt x="0" y="10983"/>
                  </a:lnTo>
                  <a:lnTo>
                    <a:pt x="0" y="17057"/>
                  </a:lnTo>
                  <a:lnTo>
                    <a:pt x="7559" y="21967"/>
                  </a:lnTo>
                  <a:lnTo>
                    <a:pt x="18899" y="21967"/>
                  </a:lnTo>
                  <a:lnTo>
                    <a:pt x="28595" y="3120"/>
                  </a:lnTo>
                  <a:lnTo>
                    <a:pt x="25569" y="1183"/>
                  </a:lnTo>
                  <a:lnTo>
                    <a:pt x="21423" y="0"/>
                  </a:lnTo>
                  <a:close/>
                </a:path>
              </a:pathLst>
            </a:custGeom>
            <a:solidFill>
              <a:srgbClr val="FF9B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" name="object 893" descr=""/>
            <p:cNvSpPr/>
            <p:nvPr/>
          </p:nvSpPr>
          <p:spPr>
            <a:xfrm>
              <a:off x="11129524" y="9187462"/>
              <a:ext cx="43815" cy="36830"/>
            </a:xfrm>
            <a:custGeom>
              <a:avLst/>
              <a:gdLst/>
              <a:ahLst/>
              <a:cxnLst/>
              <a:rect l="l" t="t" r="r" b="b"/>
              <a:pathLst>
                <a:path w="43815" h="36829">
                  <a:moveTo>
                    <a:pt x="33004" y="0"/>
                  </a:moveTo>
                  <a:lnTo>
                    <a:pt x="26794" y="0"/>
                  </a:lnTo>
                  <a:lnTo>
                    <a:pt x="16856" y="2650"/>
                  </a:lnTo>
                  <a:lnTo>
                    <a:pt x="8591" y="9762"/>
                  </a:lnTo>
                  <a:lnTo>
                    <a:pt x="2728" y="20077"/>
                  </a:lnTo>
                  <a:lnTo>
                    <a:pt x="0" y="32334"/>
                  </a:lnTo>
                  <a:lnTo>
                    <a:pt x="4167" y="34878"/>
                  </a:lnTo>
                  <a:lnTo>
                    <a:pt x="8963" y="36333"/>
                  </a:lnTo>
                  <a:lnTo>
                    <a:pt x="14041" y="36333"/>
                  </a:lnTo>
                  <a:lnTo>
                    <a:pt x="24598" y="34146"/>
                  </a:lnTo>
                  <a:lnTo>
                    <a:pt x="33472" y="28124"/>
                  </a:lnTo>
                  <a:lnTo>
                    <a:pt x="39948" y="19079"/>
                  </a:lnTo>
                  <a:lnTo>
                    <a:pt x="43307" y="7821"/>
                  </a:lnTo>
                  <a:lnTo>
                    <a:pt x="38752" y="2994"/>
                  </a:lnTo>
                  <a:lnTo>
                    <a:pt x="33004" y="0"/>
                  </a:lnTo>
                  <a:close/>
                </a:path>
              </a:pathLst>
            </a:custGeom>
            <a:solidFill>
              <a:srgbClr val="FAB7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4" name="object 894" descr=""/>
            <p:cNvSpPr/>
            <p:nvPr/>
          </p:nvSpPr>
          <p:spPr>
            <a:xfrm>
              <a:off x="11130624" y="9235634"/>
              <a:ext cx="51435" cy="10795"/>
            </a:xfrm>
            <a:custGeom>
              <a:avLst/>
              <a:gdLst/>
              <a:ahLst/>
              <a:cxnLst/>
              <a:rect l="l" t="t" r="r" b="b"/>
              <a:pathLst>
                <a:path w="51434" h="10795">
                  <a:moveTo>
                    <a:pt x="0" y="10680"/>
                  </a:moveTo>
                  <a:lnTo>
                    <a:pt x="51391" y="10680"/>
                  </a:lnTo>
                  <a:lnTo>
                    <a:pt x="51391" y="0"/>
                  </a:lnTo>
                  <a:lnTo>
                    <a:pt x="0" y="0"/>
                  </a:lnTo>
                  <a:lnTo>
                    <a:pt x="0" y="10680"/>
                  </a:lnTo>
                  <a:close/>
                </a:path>
              </a:pathLst>
            </a:custGeom>
            <a:solidFill>
              <a:srgbClr val="E878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5" name="object 895" descr=""/>
            <p:cNvSpPr/>
            <p:nvPr/>
          </p:nvSpPr>
          <p:spPr>
            <a:xfrm>
              <a:off x="11128883" y="9228778"/>
              <a:ext cx="55244" cy="21590"/>
            </a:xfrm>
            <a:custGeom>
              <a:avLst/>
              <a:gdLst/>
              <a:ahLst/>
              <a:cxnLst/>
              <a:rect l="l" t="t" r="r" b="b"/>
              <a:pathLst>
                <a:path w="55245" h="21590">
                  <a:moveTo>
                    <a:pt x="54864" y="0"/>
                  </a:moveTo>
                  <a:lnTo>
                    <a:pt x="0" y="0"/>
                  </a:lnTo>
                  <a:lnTo>
                    <a:pt x="0" y="6858"/>
                  </a:lnTo>
                  <a:lnTo>
                    <a:pt x="1739" y="6858"/>
                  </a:lnTo>
                  <a:lnTo>
                    <a:pt x="1739" y="21513"/>
                  </a:lnTo>
                  <a:lnTo>
                    <a:pt x="27432" y="21513"/>
                  </a:lnTo>
                  <a:lnTo>
                    <a:pt x="27432" y="6858"/>
                  </a:lnTo>
                  <a:lnTo>
                    <a:pt x="54864" y="6858"/>
                  </a:lnTo>
                  <a:lnTo>
                    <a:pt x="54864" y="0"/>
                  </a:lnTo>
                  <a:close/>
                </a:path>
              </a:pathLst>
            </a:custGeom>
            <a:solidFill>
              <a:srgbClr val="FFA63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6" name="object 896" descr=""/>
            <p:cNvSpPr/>
            <p:nvPr/>
          </p:nvSpPr>
          <p:spPr>
            <a:xfrm>
              <a:off x="11135563" y="9239395"/>
              <a:ext cx="41275" cy="6985"/>
            </a:xfrm>
            <a:custGeom>
              <a:avLst/>
              <a:gdLst/>
              <a:ahLst/>
              <a:cxnLst/>
              <a:rect l="l" t="t" r="r" b="b"/>
              <a:pathLst>
                <a:path w="41275" h="6984">
                  <a:moveTo>
                    <a:pt x="4978" y="0"/>
                  </a:moveTo>
                  <a:lnTo>
                    <a:pt x="0" y="0"/>
                  </a:lnTo>
                  <a:lnTo>
                    <a:pt x="0" y="6921"/>
                  </a:lnTo>
                  <a:lnTo>
                    <a:pt x="4978" y="6921"/>
                  </a:lnTo>
                  <a:lnTo>
                    <a:pt x="4978" y="0"/>
                  </a:lnTo>
                  <a:close/>
                </a:path>
                <a:path w="41275" h="6984">
                  <a:moveTo>
                    <a:pt x="12166" y="0"/>
                  </a:moveTo>
                  <a:lnTo>
                    <a:pt x="7175" y="0"/>
                  </a:lnTo>
                  <a:lnTo>
                    <a:pt x="7175" y="6921"/>
                  </a:lnTo>
                  <a:lnTo>
                    <a:pt x="12166" y="6921"/>
                  </a:lnTo>
                  <a:lnTo>
                    <a:pt x="12166" y="0"/>
                  </a:lnTo>
                  <a:close/>
                </a:path>
                <a:path w="41275" h="6984">
                  <a:moveTo>
                    <a:pt x="19354" y="0"/>
                  </a:moveTo>
                  <a:lnTo>
                    <a:pt x="14363" y="0"/>
                  </a:lnTo>
                  <a:lnTo>
                    <a:pt x="14363" y="6921"/>
                  </a:lnTo>
                  <a:lnTo>
                    <a:pt x="19354" y="6921"/>
                  </a:lnTo>
                  <a:lnTo>
                    <a:pt x="19354" y="0"/>
                  </a:lnTo>
                  <a:close/>
                </a:path>
                <a:path w="41275" h="6984">
                  <a:moveTo>
                    <a:pt x="26543" y="0"/>
                  </a:moveTo>
                  <a:lnTo>
                    <a:pt x="21551" y="0"/>
                  </a:lnTo>
                  <a:lnTo>
                    <a:pt x="21551" y="6921"/>
                  </a:lnTo>
                  <a:lnTo>
                    <a:pt x="26543" y="6921"/>
                  </a:lnTo>
                  <a:lnTo>
                    <a:pt x="26543" y="0"/>
                  </a:lnTo>
                  <a:close/>
                </a:path>
                <a:path w="41275" h="6984">
                  <a:moveTo>
                    <a:pt x="33718" y="0"/>
                  </a:moveTo>
                  <a:lnTo>
                    <a:pt x="28740" y="0"/>
                  </a:lnTo>
                  <a:lnTo>
                    <a:pt x="28740" y="6921"/>
                  </a:lnTo>
                  <a:lnTo>
                    <a:pt x="33718" y="6921"/>
                  </a:lnTo>
                  <a:lnTo>
                    <a:pt x="33718" y="0"/>
                  </a:lnTo>
                  <a:close/>
                </a:path>
                <a:path w="41275" h="6984">
                  <a:moveTo>
                    <a:pt x="40906" y="0"/>
                  </a:moveTo>
                  <a:lnTo>
                    <a:pt x="35928" y="0"/>
                  </a:lnTo>
                  <a:lnTo>
                    <a:pt x="35928" y="6921"/>
                  </a:lnTo>
                  <a:lnTo>
                    <a:pt x="40906" y="6921"/>
                  </a:lnTo>
                  <a:lnTo>
                    <a:pt x="40906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7" name="object 897" descr=""/>
            <p:cNvSpPr/>
            <p:nvPr/>
          </p:nvSpPr>
          <p:spPr>
            <a:xfrm>
              <a:off x="11128886" y="9228776"/>
              <a:ext cx="36195" cy="2540"/>
            </a:xfrm>
            <a:custGeom>
              <a:avLst/>
              <a:gdLst/>
              <a:ahLst/>
              <a:cxnLst/>
              <a:rect l="l" t="t" r="r" b="b"/>
              <a:pathLst>
                <a:path w="36195" h="2540">
                  <a:moveTo>
                    <a:pt x="35747" y="0"/>
                  </a:moveTo>
                  <a:lnTo>
                    <a:pt x="0" y="0"/>
                  </a:lnTo>
                  <a:lnTo>
                    <a:pt x="0" y="2177"/>
                  </a:lnTo>
                  <a:lnTo>
                    <a:pt x="35747" y="2177"/>
                  </a:lnTo>
                  <a:lnTo>
                    <a:pt x="35747" y="0"/>
                  </a:lnTo>
                  <a:close/>
                </a:path>
              </a:pathLst>
            </a:custGeom>
            <a:solidFill>
              <a:srgbClr val="FAB7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8" name="object 898" descr=""/>
            <p:cNvSpPr/>
            <p:nvPr/>
          </p:nvSpPr>
          <p:spPr>
            <a:xfrm>
              <a:off x="11130624" y="9235634"/>
              <a:ext cx="52069" cy="1905"/>
            </a:xfrm>
            <a:custGeom>
              <a:avLst/>
              <a:gdLst/>
              <a:ahLst/>
              <a:cxnLst/>
              <a:rect l="l" t="t" r="r" b="b"/>
              <a:pathLst>
                <a:path w="52070" h="1904">
                  <a:moveTo>
                    <a:pt x="51673" y="0"/>
                  </a:moveTo>
                  <a:lnTo>
                    <a:pt x="0" y="0"/>
                  </a:lnTo>
                  <a:lnTo>
                    <a:pt x="0" y="1287"/>
                  </a:lnTo>
                  <a:lnTo>
                    <a:pt x="51673" y="1287"/>
                  </a:lnTo>
                  <a:lnTo>
                    <a:pt x="51673" y="0"/>
                  </a:lnTo>
                  <a:close/>
                </a:path>
              </a:pathLst>
            </a:custGeom>
            <a:solidFill>
              <a:srgbClr val="E878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9" name="object 899" descr=""/>
            <p:cNvSpPr/>
            <p:nvPr/>
          </p:nvSpPr>
          <p:spPr>
            <a:xfrm>
              <a:off x="11126792" y="9246315"/>
              <a:ext cx="59055" cy="72390"/>
            </a:xfrm>
            <a:custGeom>
              <a:avLst/>
              <a:gdLst/>
              <a:ahLst/>
              <a:cxnLst/>
              <a:rect l="l" t="t" r="r" b="b"/>
              <a:pathLst>
                <a:path w="59054" h="72390">
                  <a:moveTo>
                    <a:pt x="59034" y="0"/>
                  </a:moveTo>
                  <a:lnTo>
                    <a:pt x="0" y="0"/>
                  </a:lnTo>
                  <a:lnTo>
                    <a:pt x="0" y="72238"/>
                  </a:lnTo>
                  <a:lnTo>
                    <a:pt x="59034" y="72238"/>
                  </a:lnTo>
                  <a:lnTo>
                    <a:pt x="59034" y="0"/>
                  </a:lnTo>
                  <a:close/>
                </a:path>
              </a:pathLst>
            </a:custGeom>
            <a:solidFill>
              <a:srgbClr val="FFA63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0" name="object 900" descr=""/>
            <p:cNvSpPr/>
            <p:nvPr/>
          </p:nvSpPr>
          <p:spPr>
            <a:xfrm>
              <a:off x="10740682" y="9266878"/>
              <a:ext cx="425450" cy="52069"/>
            </a:xfrm>
            <a:custGeom>
              <a:avLst/>
              <a:gdLst/>
              <a:ahLst/>
              <a:cxnLst/>
              <a:rect l="l" t="t" r="r" b="b"/>
              <a:pathLst>
                <a:path w="425450" h="52070">
                  <a:moveTo>
                    <a:pt x="18262" y="4330"/>
                  </a:moveTo>
                  <a:lnTo>
                    <a:pt x="14173" y="241"/>
                  </a:lnTo>
                  <a:lnTo>
                    <a:pt x="9131" y="241"/>
                  </a:lnTo>
                  <a:lnTo>
                    <a:pt x="4076" y="241"/>
                  </a:lnTo>
                  <a:lnTo>
                    <a:pt x="0" y="4330"/>
                  </a:lnTo>
                  <a:lnTo>
                    <a:pt x="0" y="51447"/>
                  </a:lnTo>
                  <a:lnTo>
                    <a:pt x="18262" y="51447"/>
                  </a:lnTo>
                  <a:lnTo>
                    <a:pt x="18262" y="4330"/>
                  </a:lnTo>
                  <a:close/>
                </a:path>
                <a:path w="425450" h="52070">
                  <a:moveTo>
                    <a:pt x="67500" y="4330"/>
                  </a:moveTo>
                  <a:lnTo>
                    <a:pt x="63423" y="241"/>
                  </a:lnTo>
                  <a:lnTo>
                    <a:pt x="58369" y="241"/>
                  </a:lnTo>
                  <a:lnTo>
                    <a:pt x="53327" y="241"/>
                  </a:lnTo>
                  <a:lnTo>
                    <a:pt x="49237" y="4330"/>
                  </a:lnTo>
                  <a:lnTo>
                    <a:pt x="49237" y="51447"/>
                  </a:lnTo>
                  <a:lnTo>
                    <a:pt x="67500" y="51447"/>
                  </a:lnTo>
                  <a:lnTo>
                    <a:pt x="67500" y="4330"/>
                  </a:lnTo>
                  <a:close/>
                </a:path>
                <a:path w="425450" h="52070">
                  <a:moveTo>
                    <a:pt x="116751" y="4330"/>
                  </a:moveTo>
                  <a:lnTo>
                    <a:pt x="112661" y="241"/>
                  </a:lnTo>
                  <a:lnTo>
                    <a:pt x="107619" y="241"/>
                  </a:lnTo>
                  <a:lnTo>
                    <a:pt x="102577" y="241"/>
                  </a:lnTo>
                  <a:lnTo>
                    <a:pt x="98488" y="4330"/>
                  </a:lnTo>
                  <a:lnTo>
                    <a:pt x="98488" y="51447"/>
                  </a:lnTo>
                  <a:lnTo>
                    <a:pt x="116751" y="51447"/>
                  </a:lnTo>
                  <a:lnTo>
                    <a:pt x="116751" y="4330"/>
                  </a:lnTo>
                  <a:close/>
                </a:path>
                <a:path w="425450" h="52070">
                  <a:moveTo>
                    <a:pt x="250177" y="4076"/>
                  </a:moveTo>
                  <a:lnTo>
                    <a:pt x="246100" y="0"/>
                  </a:lnTo>
                  <a:lnTo>
                    <a:pt x="241046" y="0"/>
                  </a:lnTo>
                  <a:lnTo>
                    <a:pt x="236004" y="0"/>
                  </a:lnTo>
                  <a:lnTo>
                    <a:pt x="231914" y="4076"/>
                  </a:lnTo>
                  <a:lnTo>
                    <a:pt x="231914" y="51206"/>
                  </a:lnTo>
                  <a:lnTo>
                    <a:pt x="250177" y="51206"/>
                  </a:lnTo>
                  <a:lnTo>
                    <a:pt x="250177" y="4076"/>
                  </a:lnTo>
                  <a:close/>
                </a:path>
                <a:path w="425450" h="52070">
                  <a:moveTo>
                    <a:pt x="299427" y="4076"/>
                  </a:moveTo>
                  <a:lnTo>
                    <a:pt x="295338" y="0"/>
                  </a:lnTo>
                  <a:lnTo>
                    <a:pt x="290296" y="0"/>
                  </a:lnTo>
                  <a:lnTo>
                    <a:pt x="285254" y="0"/>
                  </a:lnTo>
                  <a:lnTo>
                    <a:pt x="281165" y="4076"/>
                  </a:lnTo>
                  <a:lnTo>
                    <a:pt x="281165" y="51206"/>
                  </a:lnTo>
                  <a:lnTo>
                    <a:pt x="299427" y="51206"/>
                  </a:lnTo>
                  <a:lnTo>
                    <a:pt x="299427" y="4076"/>
                  </a:lnTo>
                  <a:close/>
                </a:path>
                <a:path w="425450" h="52070">
                  <a:moveTo>
                    <a:pt x="348856" y="4330"/>
                  </a:moveTo>
                  <a:lnTo>
                    <a:pt x="348678" y="4152"/>
                  </a:lnTo>
                  <a:lnTo>
                    <a:pt x="344589" y="0"/>
                  </a:lnTo>
                  <a:lnTo>
                    <a:pt x="339547" y="0"/>
                  </a:lnTo>
                  <a:lnTo>
                    <a:pt x="334492" y="0"/>
                  </a:lnTo>
                  <a:lnTo>
                    <a:pt x="330415" y="4076"/>
                  </a:lnTo>
                  <a:lnTo>
                    <a:pt x="330415" y="51206"/>
                  </a:lnTo>
                  <a:lnTo>
                    <a:pt x="330593" y="51206"/>
                  </a:lnTo>
                  <a:lnTo>
                    <a:pt x="330593" y="51447"/>
                  </a:lnTo>
                  <a:lnTo>
                    <a:pt x="348856" y="51447"/>
                  </a:lnTo>
                  <a:lnTo>
                    <a:pt x="348856" y="4330"/>
                  </a:lnTo>
                  <a:close/>
                </a:path>
                <a:path w="425450" h="52070">
                  <a:moveTo>
                    <a:pt x="425310" y="4559"/>
                  </a:moveTo>
                  <a:lnTo>
                    <a:pt x="421220" y="482"/>
                  </a:lnTo>
                  <a:lnTo>
                    <a:pt x="416179" y="482"/>
                  </a:lnTo>
                  <a:lnTo>
                    <a:pt x="411137" y="482"/>
                  </a:lnTo>
                  <a:lnTo>
                    <a:pt x="407047" y="4559"/>
                  </a:lnTo>
                  <a:lnTo>
                    <a:pt x="407047" y="51676"/>
                  </a:lnTo>
                  <a:lnTo>
                    <a:pt x="425310" y="51676"/>
                  </a:lnTo>
                  <a:lnTo>
                    <a:pt x="425310" y="4559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01" name="object 901" descr=""/>
          <p:cNvGrpSpPr/>
          <p:nvPr/>
        </p:nvGrpSpPr>
        <p:grpSpPr>
          <a:xfrm>
            <a:off x="10646492" y="9318323"/>
            <a:ext cx="539750" cy="275590"/>
            <a:chOff x="10646492" y="9318323"/>
            <a:chExt cx="539750" cy="275590"/>
          </a:xfrm>
        </p:grpSpPr>
        <p:sp>
          <p:nvSpPr>
            <p:cNvPr id="902" name="object 902" descr=""/>
            <p:cNvSpPr/>
            <p:nvPr/>
          </p:nvSpPr>
          <p:spPr>
            <a:xfrm>
              <a:off x="10646486" y="9318326"/>
              <a:ext cx="539750" cy="275590"/>
            </a:xfrm>
            <a:custGeom>
              <a:avLst/>
              <a:gdLst/>
              <a:ahLst/>
              <a:cxnLst/>
              <a:rect l="l" t="t" r="r" b="b"/>
              <a:pathLst>
                <a:path w="539750" h="275590">
                  <a:moveTo>
                    <a:pt x="539330" y="0"/>
                  </a:moveTo>
                  <a:lnTo>
                    <a:pt x="0" y="0"/>
                  </a:lnTo>
                  <a:lnTo>
                    <a:pt x="0" y="66560"/>
                  </a:lnTo>
                  <a:lnTo>
                    <a:pt x="0" y="274980"/>
                  </a:lnTo>
                  <a:lnTo>
                    <a:pt x="539330" y="274980"/>
                  </a:lnTo>
                  <a:lnTo>
                    <a:pt x="539330" y="66560"/>
                  </a:lnTo>
                  <a:lnTo>
                    <a:pt x="539330" y="0"/>
                  </a:lnTo>
                  <a:close/>
                </a:path>
              </a:pathLst>
            </a:custGeom>
            <a:solidFill>
              <a:srgbClr val="FF9B2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03" name="object 903" descr="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10822372" y="9384885"/>
              <a:ext cx="219605" cy="208412"/>
            </a:xfrm>
            <a:prstGeom prst="rect">
              <a:avLst/>
            </a:prstGeom>
          </p:spPr>
        </p:pic>
      </p:grpSp>
      <p:grpSp>
        <p:nvGrpSpPr>
          <p:cNvPr id="904" name="object 904" descr=""/>
          <p:cNvGrpSpPr/>
          <p:nvPr/>
        </p:nvGrpSpPr>
        <p:grpSpPr>
          <a:xfrm>
            <a:off x="9629015" y="9237550"/>
            <a:ext cx="1193800" cy="872490"/>
            <a:chOff x="9629015" y="9237550"/>
            <a:chExt cx="1193800" cy="872490"/>
          </a:xfrm>
        </p:grpSpPr>
        <p:sp>
          <p:nvSpPr>
            <p:cNvPr id="905" name="object 905" descr=""/>
            <p:cNvSpPr/>
            <p:nvPr/>
          </p:nvSpPr>
          <p:spPr>
            <a:xfrm>
              <a:off x="9900096" y="9237550"/>
              <a:ext cx="651510" cy="872490"/>
            </a:xfrm>
            <a:custGeom>
              <a:avLst/>
              <a:gdLst/>
              <a:ahLst/>
              <a:cxnLst/>
              <a:rect l="l" t="t" r="r" b="b"/>
              <a:pathLst>
                <a:path w="651509" h="872490">
                  <a:moveTo>
                    <a:pt x="651184" y="0"/>
                  </a:moveTo>
                  <a:lnTo>
                    <a:pt x="0" y="0"/>
                  </a:lnTo>
                  <a:lnTo>
                    <a:pt x="0" y="872172"/>
                  </a:lnTo>
                  <a:lnTo>
                    <a:pt x="651184" y="872172"/>
                  </a:lnTo>
                  <a:lnTo>
                    <a:pt x="651184" y="0"/>
                  </a:lnTo>
                  <a:close/>
                </a:path>
              </a:pathLst>
            </a:custGeom>
            <a:solidFill>
              <a:srgbClr val="FAB7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6" name="object 906" descr=""/>
            <p:cNvSpPr/>
            <p:nvPr/>
          </p:nvSpPr>
          <p:spPr>
            <a:xfrm>
              <a:off x="10092682" y="9489487"/>
              <a:ext cx="266065" cy="620395"/>
            </a:xfrm>
            <a:custGeom>
              <a:avLst/>
              <a:gdLst/>
              <a:ahLst/>
              <a:cxnLst/>
              <a:rect l="l" t="t" r="r" b="b"/>
              <a:pathLst>
                <a:path w="266065" h="620395">
                  <a:moveTo>
                    <a:pt x="133011" y="0"/>
                  </a:moveTo>
                  <a:lnTo>
                    <a:pt x="81595" y="29605"/>
                  </a:lnTo>
                  <a:lnTo>
                    <a:pt x="43756" y="63325"/>
                  </a:lnTo>
                  <a:lnTo>
                    <a:pt x="12811" y="106734"/>
                  </a:lnTo>
                  <a:lnTo>
                    <a:pt x="0" y="157639"/>
                  </a:lnTo>
                  <a:lnTo>
                    <a:pt x="0" y="620242"/>
                  </a:lnTo>
                  <a:lnTo>
                    <a:pt x="266023" y="620242"/>
                  </a:lnTo>
                  <a:lnTo>
                    <a:pt x="266023" y="157639"/>
                  </a:lnTo>
                  <a:lnTo>
                    <a:pt x="253211" y="106734"/>
                  </a:lnTo>
                  <a:lnTo>
                    <a:pt x="222267" y="63325"/>
                  </a:lnTo>
                  <a:lnTo>
                    <a:pt x="184427" y="29605"/>
                  </a:lnTo>
                  <a:lnTo>
                    <a:pt x="150930" y="7766"/>
                  </a:lnTo>
                  <a:lnTo>
                    <a:pt x="133011" y="0"/>
                  </a:lnTo>
                  <a:close/>
                </a:path>
              </a:pathLst>
            </a:custGeom>
            <a:solidFill>
              <a:srgbClr val="3386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7" name="object 907" descr=""/>
            <p:cNvSpPr/>
            <p:nvPr/>
          </p:nvSpPr>
          <p:spPr>
            <a:xfrm>
              <a:off x="10127101" y="9659840"/>
              <a:ext cx="197485" cy="450215"/>
            </a:xfrm>
            <a:custGeom>
              <a:avLst/>
              <a:gdLst/>
              <a:ahLst/>
              <a:cxnLst/>
              <a:rect l="l" t="t" r="r" b="b"/>
              <a:pathLst>
                <a:path w="197484" h="450215">
                  <a:moveTo>
                    <a:pt x="98593" y="0"/>
                  </a:moveTo>
                  <a:lnTo>
                    <a:pt x="79862" y="10716"/>
                  </a:lnTo>
                  <a:lnTo>
                    <a:pt x="46340" y="39022"/>
                  </a:lnTo>
                  <a:lnTo>
                    <a:pt x="14296" y="79151"/>
                  </a:lnTo>
                  <a:lnTo>
                    <a:pt x="0" y="125336"/>
                  </a:lnTo>
                  <a:lnTo>
                    <a:pt x="0" y="449881"/>
                  </a:lnTo>
                  <a:lnTo>
                    <a:pt x="197187" y="449881"/>
                  </a:lnTo>
                  <a:lnTo>
                    <a:pt x="197187" y="125336"/>
                  </a:lnTo>
                  <a:lnTo>
                    <a:pt x="182891" y="79151"/>
                  </a:lnTo>
                  <a:lnTo>
                    <a:pt x="150847" y="39022"/>
                  </a:lnTo>
                  <a:lnTo>
                    <a:pt x="117325" y="10716"/>
                  </a:lnTo>
                  <a:lnTo>
                    <a:pt x="98593" y="0"/>
                  </a:lnTo>
                  <a:close/>
                </a:path>
              </a:pathLst>
            </a:custGeom>
            <a:solidFill>
              <a:srgbClr val="4F96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8" name="object 908" descr=""/>
            <p:cNvSpPr/>
            <p:nvPr/>
          </p:nvSpPr>
          <p:spPr>
            <a:xfrm>
              <a:off x="10195115" y="9849592"/>
              <a:ext cx="61594" cy="260350"/>
            </a:xfrm>
            <a:custGeom>
              <a:avLst/>
              <a:gdLst/>
              <a:ahLst/>
              <a:cxnLst/>
              <a:rect l="l" t="t" r="r" b="b"/>
              <a:pathLst>
                <a:path w="61595" h="260350">
                  <a:moveTo>
                    <a:pt x="41440" y="7581"/>
                  </a:moveTo>
                  <a:lnTo>
                    <a:pt x="31064" y="0"/>
                  </a:lnTo>
                  <a:lnTo>
                    <a:pt x="29095" y="0"/>
                  </a:lnTo>
                  <a:lnTo>
                    <a:pt x="26644" y="0"/>
                  </a:lnTo>
                  <a:lnTo>
                    <a:pt x="16764" y="7581"/>
                  </a:lnTo>
                  <a:lnTo>
                    <a:pt x="16764" y="58775"/>
                  </a:lnTo>
                  <a:lnTo>
                    <a:pt x="41440" y="58775"/>
                  </a:lnTo>
                  <a:lnTo>
                    <a:pt x="41440" y="7581"/>
                  </a:lnTo>
                  <a:close/>
                </a:path>
                <a:path w="61595" h="260350">
                  <a:moveTo>
                    <a:pt x="61137" y="158496"/>
                  </a:moveTo>
                  <a:lnTo>
                    <a:pt x="0" y="158496"/>
                  </a:lnTo>
                  <a:lnTo>
                    <a:pt x="0" y="260134"/>
                  </a:lnTo>
                  <a:lnTo>
                    <a:pt x="61137" y="260134"/>
                  </a:lnTo>
                  <a:lnTo>
                    <a:pt x="61137" y="158496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9" name="object 909" descr=""/>
            <p:cNvSpPr/>
            <p:nvPr/>
          </p:nvSpPr>
          <p:spPr>
            <a:xfrm>
              <a:off x="9629015" y="9384876"/>
              <a:ext cx="271145" cy="725170"/>
            </a:xfrm>
            <a:custGeom>
              <a:avLst/>
              <a:gdLst/>
              <a:ahLst/>
              <a:cxnLst/>
              <a:rect l="l" t="t" r="r" b="b"/>
              <a:pathLst>
                <a:path w="271145" h="725170">
                  <a:moveTo>
                    <a:pt x="271080" y="0"/>
                  </a:moveTo>
                  <a:lnTo>
                    <a:pt x="0" y="0"/>
                  </a:lnTo>
                  <a:lnTo>
                    <a:pt x="0" y="724847"/>
                  </a:lnTo>
                  <a:lnTo>
                    <a:pt x="271080" y="724847"/>
                  </a:lnTo>
                  <a:lnTo>
                    <a:pt x="271080" y="0"/>
                  </a:lnTo>
                  <a:close/>
                </a:path>
              </a:pathLst>
            </a:custGeom>
            <a:solidFill>
              <a:srgbClr val="FFA63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0" name="object 910" descr=""/>
            <p:cNvSpPr/>
            <p:nvPr/>
          </p:nvSpPr>
          <p:spPr>
            <a:xfrm>
              <a:off x="10551290" y="9384876"/>
              <a:ext cx="271145" cy="725170"/>
            </a:xfrm>
            <a:custGeom>
              <a:avLst/>
              <a:gdLst/>
              <a:ahLst/>
              <a:cxnLst/>
              <a:rect l="l" t="t" r="r" b="b"/>
              <a:pathLst>
                <a:path w="271145" h="725170">
                  <a:moveTo>
                    <a:pt x="271080" y="0"/>
                  </a:moveTo>
                  <a:lnTo>
                    <a:pt x="0" y="0"/>
                  </a:lnTo>
                  <a:lnTo>
                    <a:pt x="0" y="724847"/>
                  </a:lnTo>
                  <a:lnTo>
                    <a:pt x="271080" y="724847"/>
                  </a:lnTo>
                  <a:lnTo>
                    <a:pt x="271080" y="0"/>
                  </a:lnTo>
                  <a:close/>
                </a:path>
              </a:pathLst>
            </a:custGeom>
            <a:solidFill>
              <a:srgbClr val="FAB7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1" name="object 911" descr=""/>
            <p:cNvSpPr/>
            <p:nvPr/>
          </p:nvSpPr>
          <p:spPr>
            <a:xfrm>
              <a:off x="9753587" y="9567741"/>
              <a:ext cx="944244" cy="375285"/>
            </a:xfrm>
            <a:custGeom>
              <a:avLst/>
              <a:gdLst/>
              <a:ahLst/>
              <a:cxnLst/>
              <a:rect l="l" t="t" r="r" b="b"/>
              <a:pathLst>
                <a:path w="944245" h="375284">
                  <a:moveTo>
                    <a:pt x="21920" y="0"/>
                  </a:moveTo>
                  <a:lnTo>
                    <a:pt x="0" y="0"/>
                  </a:lnTo>
                  <a:lnTo>
                    <a:pt x="0" y="51117"/>
                  </a:lnTo>
                  <a:lnTo>
                    <a:pt x="21920" y="51117"/>
                  </a:lnTo>
                  <a:lnTo>
                    <a:pt x="21920" y="0"/>
                  </a:lnTo>
                  <a:close/>
                </a:path>
                <a:path w="944245" h="375284">
                  <a:moveTo>
                    <a:pt x="944194" y="324129"/>
                  </a:moveTo>
                  <a:lnTo>
                    <a:pt x="922286" y="324129"/>
                  </a:lnTo>
                  <a:lnTo>
                    <a:pt x="922286" y="375246"/>
                  </a:lnTo>
                  <a:lnTo>
                    <a:pt x="944194" y="375246"/>
                  </a:lnTo>
                  <a:lnTo>
                    <a:pt x="944194" y="324129"/>
                  </a:lnTo>
                  <a:close/>
                </a:path>
                <a:path w="944245" h="375284">
                  <a:moveTo>
                    <a:pt x="944194" y="0"/>
                  </a:moveTo>
                  <a:lnTo>
                    <a:pt x="922286" y="0"/>
                  </a:lnTo>
                  <a:lnTo>
                    <a:pt x="922286" y="51117"/>
                  </a:lnTo>
                  <a:lnTo>
                    <a:pt x="944194" y="51117"/>
                  </a:lnTo>
                  <a:lnTo>
                    <a:pt x="944194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12" name="object 912" descr=""/>
          <p:cNvSpPr/>
          <p:nvPr/>
        </p:nvSpPr>
        <p:spPr>
          <a:xfrm>
            <a:off x="9548567" y="9438372"/>
            <a:ext cx="22225" cy="51435"/>
          </a:xfrm>
          <a:custGeom>
            <a:avLst/>
            <a:gdLst/>
            <a:ahLst/>
            <a:cxnLst/>
            <a:rect l="l" t="t" r="r" b="b"/>
            <a:pathLst>
              <a:path w="22225" h="51434">
                <a:moveTo>
                  <a:pt x="21915" y="0"/>
                </a:moveTo>
                <a:lnTo>
                  <a:pt x="0" y="0"/>
                </a:lnTo>
                <a:lnTo>
                  <a:pt x="0" y="51118"/>
                </a:lnTo>
                <a:lnTo>
                  <a:pt x="21915" y="51118"/>
                </a:lnTo>
                <a:lnTo>
                  <a:pt x="21915" y="0"/>
                </a:lnTo>
                <a:close/>
              </a:path>
            </a:pathLst>
          </a:custGeom>
          <a:solidFill>
            <a:srgbClr val="046A3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3" name="object 913" descr=""/>
          <p:cNvSpPr/>
          <p:nvPr/>
        </p:nvSpPr>
        <p:spPr>
          <a:xfrm>
            <a:off x="9753598" y="9891866"/>
            <a:ext cx="22225" cy="51435"/>
          </a:xfrm>
          <a:custGeom>
            <a:avLst/>
            <a:gdLst/>
            <a:ahLst/>
            <a:cxnLst/>
            <a:rect l="l" t="t" r="r" b="b"/>
            <a:pathLst>
              <a:path w="22225" h="51434">
                <a:moveTo>
                  <a:pt x="21915" y="0"/>
                </a:moveTo>
                <a:lnTo>
                  <a:pt x="0" y="0"/>
                </a:lnTo>
                <a:lnTo>
                  <a:pt x="0" y="51118"/>
                </a:lnTo>
                <a:lnTo>
                  <a:pt x="21915" y="51118"/>
                </a:lnTo>
                <a:lnTo>
                  <a:pt x="21915" y="0"/>
                </a:lnTo>
                <a:close/>
              </a:path>
            </a:pathLst>
          </a:custGeom>
          <a:solidFill>
            <a:srgbClr val="046A3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4" name="object 914" descr=""/>
          <p:cNvSpPr/>
          <p:nvPr/>
        </p:nvSpPr>
        <p:spPr>
          <a:xfrm>
            <a:off x="10551291" y="9384876"/>
            <a:ext cx="47625" cy="725170"/>
          </a:xfrm>
          <a:custGeom>
            <a:avLst/>
            <a:gdLst/>
            <a:ahLst/>
            <a:cxnLst/>
            <a:rect l="l" t="t" r="r" b="b"/>
            <a:pathLst>
              <a:path w="47625" h="725170">
                <a:moveTo>
                  <a:pt x="47150" y="0"/>
                </a:moveTo>
                <a:lnTo>
                  <a:pt x="0" y="0"/>
                </a:lnTo>
                <a:lnTo>
                  <a:pt x="0" y="724847"/>
                </a:lnTo>
                <a:lnTo>
                  <a:pt x="47150" y="724847"/>
                </a:lnTo>
                <a:lnTo>
                  <a:pt x="47150" y="0"/>
                </a:lnTo>
                <a:close/>
              </a:path>
            </a:pathLst>
          </a:custGeom>
          <a:solidFill>
            <a:srgbClr val="046A38">
              <a:alpha val="29998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915" name="object 915" descr=""/>
          <p:cNvGrpSpPr/>
          <p:nvPr/>
        </p:nvGrpSpPr>
        <p:grpSpPr>
          <a:xfrm>
            <a:off x="10822371" y="9495376"/>
            <a:ext cx="420370" cy="614680"/>
            <a:chOff x="10822371" y="9495376"/>
            <a:chExt cx="420370" cy="614680"/>
          </a:xfrm>
        </p:grpSpPr>
        <p:sp>
          <p:nvSpPr>
            <p:cNvPr id="916" name="object 916" descr=""/>
            <p:cNvSpPr/>
            <p:nvPr/>
          </p:nvSpPr>
          <p:spPr>
            <a:xfrm>
              <a:off x="10822371" y="9495376"/>
              <a:ext cx="177165" cy="614680"/>
            </a:xfrm>
            <a:custGeom>
              <a:avLst/>
              <a:gdLst/>
              <a:ahLst/>
              <a:cxnLst/>
              <a:rect l="l" t="t" r="r" b="b"/>
              <a:pathLst>
                <a:path w="177165" h="614679">
                  <a:moveTo>
                    <a:pt x="176790" y="0"/>
                  </a:moveTo>
                  <a:lnTo>
                    <a:pt x="0" y="0"/>
                  </a:lnTo>
                  <a:lnTo>
                    <a:pt x="0" y="614347"/>
                  </a:lnTo>
                  <a:lnTo>
                    <a:pt x="176790" y="614347"/>
                  </a:lnTo>
                  <a:lnTo>
                    <a:pt x="176790" y="0"/>
                  </a:lnTo>
                  <a:close/>
                </a:path>
              </a:pathLst>
            </a:custGeom>
            <a:solidFill>
              <a:srgbClr val="FA9D2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7" name="object 917" descr=""/>
            <p:cNvSpPr/>
            <p:nvPr/>
          </p:nvSpPr>
          <p:spPr>
            <a:xfrm>
              <a:off x="10999172" y="9593299"/>
              <a:ext cx="243204" cy="516890"/>
            </a:xfrm>
            <a:custGeom>
              <a:avLst/>
              <a:gdLst/>
              <a:ahLst/>
              <a:cxnLst/>
              <a:rect l="l" t="t" r="r" b="b"/>
              <a:pathLst>
                <a:path w="243204" h="516890">
                  <a:moveTo>
                    <a:pt x="243092" y="0"/>
                  </a:moveTo>
                  <a:lnTo>
                    <a:pt x="0" y="0"/>
                  </a:lnTo>
                  <a:lnTo>
                    <a:pt x="0" y="516424"/>
                  </a:lnTo>
                  <a:lnTo>
                    <a:pt x="243092" y="516424"/>
                  </a:lnTo>
                  <a:lnTo>
                    <a:pt x="243092" y="0"/>
                  </a:lnTo>
                  <a:close/>
                </a:path>
              </a:pathLst>
            </a:custGeom>
            <a:solidFill>
              <a:srgbClr val="FAB76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18" name="object 918" descr=""/>
          <p:cNvGrpSpPr/>
          <p:nvPr/>
        </p:nvGrpSpPr>
        <p:grpSpPr>
          <a:xfrm>
            <a:off x="13589062" y="9709422"/>
            <a:ext cx="1292860" cy="400685"/>
            <a:chOff x="13589062" y="9709422"/>
            <a:chExt cx="1292860" cy="400685"/>
          </a:xfrm>
        </p:grpSpPr>
        <p:sp>
          <p:nvSpPr>
            <p:cNvPr id="919" name="object 919" descr=""/>
            <p:cNvSpPr/>
            <p:nvPr/>
          </p:nvSpPr>
          <p:spPr>
            <a:xfrm>
              <a:off x="13589062" y="9709422"/>
              <a:ext cx="876300" cy="400685"/>
            </a:xfrm>
            <a:custGeom>
              <a:avLst/>
              <a:gdLst/>
              <a:ahLst/>
              <a:cxnLst/>
              <a:rect l="l" t="t" r="r" b="b"/>
              <a:pathLst>
                <a:path w="876300" h="400684">
                  <a:moveTo>
                    <a:pt x="875983" y="0"/>
                  </a:moveTo>
                  <a:lnTo>
                    <a:pt x="0" y="0"/>
                  </a:lnTo>
                  <a:lnTo>
                    <a:pt x="0" y="400301"/>
                  </a:lnTo>
                  <a:lnTo>
                    <a:pt x="875983" y="400301"/>
                  </a:lnTo>
                  <a:lnTo>
                    <a:pt x="875983" y="0"/>
                  </a:lnTo>
                  <a:close/>
                </a:path>
              </a:pathLst>
            </a:custGeom>
            <a:solidFill>
              <a:srgbClr val="FAB7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0" name="object 920" descr=""/>
            <p:cNvSpPr/>
            <p:nvPr/>
          </p:nvSpPr>
          <p:spPr>
            <a:xfrm>
              <a:off x="14465046" y="9800990"/>
              <a:ext cx="417195" cy="309245"/>
            </a:xfrm>
            <a:custGeom>
              <a:avLst/>
              <a:gdLst/>
              <a:ahLst/>
              <a:cxnLst/>
              <a:rect l="l" t="t" r="r" b="b"/>
              <a:pathLst>
                <a:path w="417194" h="309245">
                  <a:moveTo>
                    <a:pt x="416687" y="10807"/>
                  </a:moveTo>
                  <a:lnTo>
                    <a:pt x="145122" y="10807"/>
                  </a:lnTo>
                  <a:lnTo>
                    <a:pt x="145122" y="0"/>
                  </a:lnTo>
                  <a:lnTo>
                    <a:pt x="0" y="0"/>
                  </a:lnTo>
                  <a:lnTo>
                    <a:pt x="0" y="10807"/>
                  </a:lnTo>
                  <a:lnTo>
                    <a:pt x="0" y="16192"/>
                  </a:lnTo>
                  <a:lnTo>
                    <a:pt x="0" y="286232"/>
                  </a:lnTo>
                  <a:lnTo>
                    <a:pt x="0" y="308737"/>
                  </a:lnTo>
                  <a:lnTo>
                    <a:pt x="145122" y="308737"/>
                  </a:lnTo>
                  <a:lnTo>
                    <a:pt x="145122" y="286232"/>
                  </a:lnTo>
                  <a:lnTo>
                    <a:pt x="416687" y="286232"/>
                  </a:lnTo>
                  <a:lnTo>
                    <a:pt x="416687" y="16192"/>
                  </a:lnTo>
                  <a:lnTo>
                    <a:pt x="416687" y="10807"/>
                  </a:lnTo>
                  <a:close/>
                </a:path>
              </a:pathLst>
            </a:custGeom>
            <a:solidFill>
              <a:srgbClr val="EF8F1D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921" name="object 921" descr=""/>
          <p:cNvPicPr/>
          <p:nvPr/>
        </p:nvPicPr>
        <p:blipFill>
          <a:blip r:embed="rId51" cstate="print"/>
          <a:stretch>
            <a:fillRect/>
          </a:stretch>
        </p:blipFill>
        <p:spPr>
          <a:xfrm>
            <a:off x="11478697" y="9540948"/>
            <a:ext cx="237443" cy="226586"/>
          </a:xfrm>
          <a:prstGeom prst="rect">
            <a:avLst/>
          </a:prstGeom>
        </p:spPr>
      </p:pic>
      <p:sp>
        <p:nvSpPr>
          <p:cNvPr id="922" name="object 922" descr=""/>
          <p:cNvSpPr/>
          <p:nvPr/>
        </p:nvSpPr>
        <p:spPr>
          <a:xfrm>
            <a:off x="12741015" y="9172454"/>
            <a:ext cx="6350" cy="24765"/>
          </a:xfrm>
          <a:custGeom>
            <a:avLst/>
            <a:gdLst/>
            <a:ahLst/>
            <a:cxnLst/>
            <a:rect l="l" t="t" r="r" b="b"/>
            <a:pathLst>
              <a:path w="6350" h="24765">
                <a:moveTo>
                  <a:pt x="6094" y="0"/>
                </a:moveTo>
                <a:lnTo>
                  <a:pt x="0" y="0"/>
                </a:lnTo>
                <a:lnTo>
                  <a:pt x="0" y="24700"/>
                </a:lnTo>
                <a:lnTo>
                  <a:pt x="6094" y="24700"/>
                </a:lnTo>
                <a:lnTo>
                  <a:pt x="6094" y="0"/>
                </a:lnTo>
                <a:close/>
              </a:path>
            </a:pathLst>
          </a:custGeom>
          <a:solidFill>
            <a:srgbClr val="FFC58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3" name="object 923" descr=""/>
          <p:cNvSpPr/>
          <p:nvPr/>
        </p:nvSpPr>
        <p:spPr>
          <a:xfrm>
            <a:off x="12799390" y="9172454"/>
            <a:ext cx="6350" cy="24765"/>
          </a:xfrm>
          <a:custGeom>
            <a:avLst/>
            <a:gdLst/>
            <a:ahLst/>
            <a:cxnLst/>
            <a:rect l="l" t="t" r="r" b="b"/>
            <a:pathLst>
              <a:path w="6350" h="24765">
                <a:moveTo>
                  <a:pt x="6094" y="0"/>
                </a:moveTo>
                <a:lnTo>
                  <a:pt x="0" y="0"/>
                </a:lnTo>
                <a:lnTo>
                  <a:pt x="0" y="24700"/>
                </a:lnTo>
                <a:lnTo>
                  <a:pt x="6094" y="24700"/>
                </a:lnTo>
                <a:lnTo>
                  <a:pt x="6094" y="0"/>
                </a:lnTo>
                <a:close/>
              </a:path>
            </a:pathLst>
          </a:custGeom>
          <a:solidFill>
            <a:srgbClr val="FFC58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4" name="object 924" descr=""/>
          <p:cNvSpPr/>
          <p:nvPr/>
        </p:nvSpPr>
        <p:spPr>
          <a:xfrm>
            <a:off x="12857765" y="9172454"/>
            <a:ext cx="6350" cy="24765"/>
          </a:xfrm>
          <a:custGeom>
            <a:avLst/>
            <a:gdLst/>
            <a:ahLst/>
            <a:cxnLst/>
            <a:rect l="l" t="t" r="r" b="b"/>
            <a:pathLst>
              <a:path w="6350" h="24765">
                <a:moveTo>
                  <a:pt x="6094" y="0"/>
                </a:moveTo>
                <a:lnTo>
                  <a:pt x="0" y="0"/>
                </a:lnTo>
                <a:lnTo>
                  <a:pt x="0" y="24700"/>
                </a:lnTo>
                <a:lnTo>
                  <a:pt x="6094" y="24700"/>
                </a:lnTo>
                <a:lnTo>
                  <a:pt x="6094" y="0"/>
                </a:lnTo>
                <a:close/>
              </a:path>
            </a:pathLst>
          </a:custGeom>
          <a:solidFill>
            <a:srgbClr val="FFC58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5" name="object 925" descr=""/>
          <p:cNvSpPr/>
          <p:nvPr/>
        </p:nvSpPr>
        <p:spPr>
          <a:xfrm>
            <a:off x="12916141" y="9172454"/>
            <a:ext cx="6350" cy="24765"/>
          </a:xfrm>
          <a:custGeom>
            <a:avLst/>
            <a:gdLst/>
            <a:ahLst/>
            <a:cxnLst/>
            <a:rect l="l" t="t" r="r" b="b"/>
            <a:pathLst>
              <a:path w="6350" h="24765">
                <a:moveTo>
                  <a:pt x="6094" y="0"/>
                </a:moveTo>
                <a:lnTo>
                  <a:pt x="0" y="0"/>
                </a:lnTo>
                <a:lnTo>
                  <a:pt x="0" y="24700"/>
                </a:lnTo>
                <a:lnTo>
                  <a:pt x="6094" y="24700"/>
                </a:lnTo>
                <a:lnTo>
                  <a:pt x="6094" y="0"/>
                </a:lnTo>
                <a:close/>
              </a:path>
            </a:pathLst>
          </a:custGeom>
          <a:solidFill>
            <a:srgbClr val="FFC58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6" name="object 926" descr=""/>
          <p:cNvSpPr/>
          <p:nvPr/>
        </p:nvSpPr>
        <p:spPr>
          <a:xfrm>
            <a:off x="12974526" y="9172454"/>
            <a:ext cx="6350" cy="24765"/>
          </a:xfrm>
          <a:custGeom>
            <a:avLst/>
            <a:gdLst/>
            <a:ahLst/>
            <a:cxnLst/>
            <a:rect l="l" t="t" r="r" b="b"/>
            <a:pathLst>
              <a:path w="6350" h="24765">
                <a:moveTo>
                  <a:pt x="6094" y="0"/>
                </a:moveTo>
                <a:lnTo>
                  <a:pt x="0" y="0"/>
                </a:lnTo>
                <a:lnTo>
                  <a:pt x="0" y="24700"/>
                </a:lnTo>
                <a:lnTo>
                  <a:pt x="6094" y="24700"/>
                </a:lnTo>
                <a:lnTo>
                  <a:pt x="6094" y="0"/>
                </a:lnTo>
                <a:close/>
              </a:path>
            </a:pathLst>
          </a:custGeom>
          <a:solidFill>
            <a:srgbClr val="FFC58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7" name="object 927" descr=""/>
          <p:cNvSpPr/>
          <p:nvPr/>
        </p:nvSpPr>
        <p:spPr>
          <a:xfrm>
            <a:off x="12685352" y="9172454"/>
            <a:ext cx="6350" cy="24765"/>
          </a:xfrm>
          <a:custGeom>
            <a:avLst/>
            <a:gdLst/>
            <a:ahLst/>
            <a:cxnLst/>
            <a:rect l="l" t="t" r="r" b="b"/>
            <a:pathLst>
              <a:path w="6350" h="24765">
                <a:moveTo>
                  <a:pt x="6094" y="0"/>
                </a:moveTo>
                <a:lnTo>
                  <a:pt x="0" y="0"/>
                </a:lnTo>
                <a:lnTo>
                  <a:pt x="0" y="24700"/>
                </a:lnTo>
                <a:lnTo>
                  <a:pt x="6094" y="24700"/>
                </a:lnTo>
                <a:lnTo>
                  <a:pt x="6094" y="0"/>
                </a:lnTo>
                <a:close/>
              </a:path>
            </a:pathLst>
          </a:custGeom>
          <a:solidFill>
            <a:srgbClr val="FFC58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8" name="object 928" descr=""/>
          <p:cNvSpPr/>
          <p:nvPr/>
        </p:nvSpPr>
        <p:spPr>
          <a:xfrm>
            <a:off x="12629698" y="9172454"/>
            <a:ext cx="6350" cy="24765"/>
          </a:xfrm>
          <a:custGeom>
            <a:avLst/>
            <a:gdLst/>
            <a:ahLst/>
            <a:cxnLst/>
            <a:rect l="l" t="t" r="r" b="b"/>
            <a:pathLst>
              <a:path w="6350" h="24765">
                <a:moveTo>
                  <a:pt x="6094" y="0"/>
                </a:moveTo>
                <a:lnTo>
                  <a:pt x="0" y="0"/>
                </a:lnTo>
                <a:lnTo>
                  <a:pt x="0" y="24700"/>
                </a:lnTo>
                <a:lnTo>
                  <a:pt x="6094" y="24700"/>
                </a:lnTo>
                <a:lnTo>
                  <a:pt x="6094" y="0"/>
                </a:lnTo>
                <a:close/>
              </a:path>
            </a:pathLst>
          </a:custGeom>
          <a:solidFill>
            <a:srgbClr val="FFC58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9" name="object 929" descr=""/>
          <p:cNvSpPr/>
          <p:nvPr/>
        </p:nvSpPr>
        <p:spPr>
          <a:xfrm>
            <a:off x="12574046" y="9172454"/>
            <a:ext cx="6350" cy="24765"/>
          </a:xfrm>
          <a:custGeom>
            <a:avLst/>
            <a:gdLst/>
            <a:ahLst/>
            <a:cxnLst/>
            <a:rect l="l" t="t" r="r" b="b"/>
            <a:pathLst>
              <a:path w="6350" h="24765">
                <a:moveTo>
                  <a:pt x="6094" y="0"/>
                </a:moveTo>
                <a:lnTo>
                  <a:pt x="0" y="0"/>
                </a:lnTo>
                <a:lnTo>
                  <a:pt x="0" y="24700"/>
                </a:lnTo>
                <a:lnTo>
                  <a:pt x="6094" y="24700"/>
                </a:lnTo>
                <a:lnTo>
                  <a:pt x="6094" y="0"/>
                </a:lnTo>
                <a:close/>
              </a:path>
            </a:pathLst>
          </a:custGeom>
          <a:solidFill>
            <a:srgbClr val="FFC58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0" name="object 930" descr=""/>
          <p:cNvSpPr/>
          <p:nvPr/>
        </p:nvSpPr>
        <p:spPr>
          <a:xfrm>
            <a:off x="12518383" y="9172454"/>
            <a:ext cx="6350" cy="24765"/>
          </a:xfrm>
          <a:custGeom>
            <a:avLst/>
            <a:gdLst/>
            <a:ahLst/>
            <a:cxnLst/>
            <a:rect l="l" t="t" r="r" b="b"/>
            <a:pathLst>
              <a:path w="6350" h="24765">
                <a:moveTo>
                  <a:pt x="6094" y="0"/>
                </a:moveTo>
                <a:lnTo>
                  <a:pt x="0" y="0"/>
                </a:lnTo>
                <a:lnTo>
                  <a:pt x="0" y="24700"/>
                </a:lnTo>
                <a:lnTo>
                  <a:pt x="6094" y="24700"/>
                </a:lnTo>
                <a:lnTo>
                  <a:pt x="6094" y="0"/>
                </a:lnTo>
                <a:close/>
              </a:path>
            </a:pathLst>
          </a:custGeom>
          <a:solidFill>
            <a:srgbClr val="FFC58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1" name="object 931" descr=""/>
          <p:cNvSpPr/>
          <p:nvPr/>
        </p:nvSpPr>
        <p:spPr>
          <a:xfrm>
            <a:off x="12462730" y="9172454"/>
            <a:ext cx="6350" cy="24765"/>
          </a:xfrm>
          <a:custGeom>
            <a:avLst/>
            <a:gdLst/>
            <a:ahLst/>
            <a:cxnLst/>
            <a:rect l="l" t="t" r="r" b="b"/>
            <a:pathLst>
              <a:path w="6350" h="24765">
                <a:moveTo>
                  <a:pt x="6094" y="0"/>
                </a:moveTo>
                <a:lnTo>
                  <a:pt x="0" y="0"/>
                </a:lnTo>
                <a:lnTo>
                  <a:pt x="0" y="24700"/>
                </a:lnTo>
                <a:lnTo>
                  <a:pt x="6094" y="24700"/>
                </a:lnTo>
                <a:lnTo>
                  <a:pt x="6094" y="0"/>
                </a:lnTo>
                <a:close/>
              </a:path>
            </a:pathLst>
          </a:custGeom>
          <a:solidFill>
            <a:srgbClr val="FFC58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2" name="object 932" descr=""/>
          <p:cNvSpPr/>
          <p:nvPr/>
        </p:nvSpPr>
        <p:spPr>
          <a:xfrm>
            <a:off x="12641426" y="9210295"/>
            <a:ext cx="335915" cy="194310"/>
          </a:xfrm>
          <a:custGeom>
            <a:avLst/>
            <a:gdLst/>
            <a:ahLst/>
            <a:cxnLst/>
            <a:rect l="l" t="t" r="r" b="b"/>
            <a:pathLst>
              <a:path w="335915" h="194309">
                <a:moveTo>
                  <a:pt x="0" y="193700"/>
                </a:moveTo>
                <a:lnTo>
                  <a:pt x="335780" y="193700"/>
                </a:lnTo>
                <a:lnTo>
                  <a:pt x="335780" y="0"/>
                </a:lnTo>
                <a:lnTo>
                  <a:pt x="0" y="0"/>
                </a:lnTo>
                <a:lnTo>
                  <a:pt x="0" y="193700"/>
                </a:lnTo>
                <a:close/>
              </a:path>
            </a:pathLst>
          </a:custGeom>
          <a:solidFill>
            <a:srgbClr val="EF8F1D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933" name="object 933" descr=""/>
          <p:cNvGrpSpPr/>
          <p:nvPr/>
        </p:nvGrpSpPr>
        <p:grpSpPr>
          <a:xfrm>
            <a:off x="12427558" y="9168600"/>
            <a:ext cx="582930" cy="451484"/>
            <a:chOff x="12427558" y="9168600"/>
            <a:chExt cx="582930" cy="451484"/>
          </a:xfrm>
        </p:grpSpPr>
        <p:sp>
          <p:nvSpPr>
            <p:cNvPr id="934" name="object 934" descr=""/>
            <p:cNvSpPr/>
            <p:nvPr/>
          </p:nvSpPr>
          <p:spPr>
            <a:xfrm>
              <a:off x="12622672" y="9574242"/>
              <a:ext cx="19050" cy="45720"/>
            </a:xfrm>
            <a:custGeom>
              <a:avLst/>
              <a:gdLst/>
              <a:ahLst/>
              <a:cxnLst/>
              <a:rect l="l" t="t" r="r" b="b"/>
              <a:pathLst>
                <a:path w="19050" h="45720">
                  <a:moveTo>
                    <a:pt x="0" y="45391"/>
                  </a:moveTo>
                  <a:lnTo>
                    <a:pt x="18962" y="45391"/>
                  </a:lnTo>
                  <a:lnTo>
                    <a:pt x="18962" y="0"/>
                  </a:lnTo>
                  <a:lnTo>
                    <a:pt x="0" y="0"/>
                  </a:lnTo>
                  <a:lnTo>
                    <a:pt x="0" y="45391"/>
                  </a:lnTo>
                  <a:close/>
                </a:path>
              </a:pathLst>
            </a:custGeom>
            <a:solidFill>
              <a:srgbClr val="E878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5" name="object 935" descr=""/>
            <p:cNvSpPr/>
            <p:nvPr/>
          </p:nvSpPr>
          <p:spPr>
            <a:xfrm>
              <a:off x="12463201" y="9210295"/>
              <a:ext cx="178435" cy="364490"/>
            </a:xfrm>
            <a:custGeom>
              <a:avLst/>
              <a:gdLst/>
              <a:ahLst/>
              <a:cxnLst/>
              <a:rect l="l" t="t" r="r" b="b"/>
              <a:pathLst>
                <a:path w="178434" h="364490">
                  <a:moveTo>
                    <a:pt x="178224" y="0"/>
                  </a:moveTo>
                  <a:lnTo>
                    <a:pt x="0" y="0"/>
                  </a:lnTo>
                  <a:lnTo>
                    <a:pt x="0" y="363957"/>
                  </a:lnTo>
                  <a:lnTo>
                    <a:pt x="178224" y="363957"/>
                  </a:lnTo>
                  <a:lnTo>
                    <a:pt x="178224" y="0"/>
                  </a:lnTo>
                  <a:close/>
                </a:path>
              </a:pathLst>
            </a:custGeom>
            <a:solidFill>
              <a:srgbClr val="FAB7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6" name="object 936" descr=""/>
            <p:cNvSpPr/>
            <p:nvPr/>
          </p:nvSpPr>
          <p:spPr>
            <a:xfrm>
              <a:off x="12427558" y="9574242"/>
              <a:ext cx="195580" cy="45720"/>
            </a:xfrm>
            <a:custGeom>
              <a:avLst/>
              <a:gdLst/>
              <a:ahLst/>
              <a:cxnLst/>
              <a:rect l="l" t="t" r="r" b="b"/>
              <a:pathLst>
                <a:path w="195579" h="45720">
                  <a:moveTo>
                    <a:pt x="195114" y="0"/>
                  </a:moveTo>
                  <a:lnTo>
                    <a:pt x="0" y="0"/>
                  </a:lnTo>
                  <a:lnTo>
                    <a:pt x="0" y="45391"/>
                  </a:lnTo>
                  <a:lnTo>
                    <a:pt x="195114" y="45391"/>
                  </a:lnTo>
                  <a:lnTo>
                    <a:pt x="195114" y="0"/>
                  </a:lnTo>
                  <a:close/>
                </a:path>
              </a:pathLst>
            </a:custGeom>
            <a:solidFill>
              <a:srgbClr val="EF8F1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7" name="object 937" descr=""/>
            <p:cNvSpPr/>
            <p:nvPr/>
          </p:nvSpPr>
          <p:spPr>
            <a:xfrm>
              <a:off x="12575142" y="9248763"/>
              <a:ext cx="42545" cy="325755"/>
            </a:xfrm>
            <a:custGeom>
              <a:avLst/>
              <a:gdLst/>
              <a:ahLst/>
              <a:cxnLst/>
              <a:rect l="l" t="t" r="r" b="b"/>
              <a:pathLst>
                <a:path w="42545" h="325754">
                  <a:moveTo>
                    <a:pt x="21193" y="0"/>
                  </a:moveTo>
                  <a:lnTo>
                    <a:pt x="8940" y="21624"/>
                  </a:lnTo>
                  <a:lnTo>
                    <a:pt x="2649" y="35214"/>
                  </a:lnTo>
                  <a:lnTo>
                    <a:pt x="331" y="46513"/>
                  </a:lnTo>
                  <a:lnTo>
                    <a:pt x="0" y="61265"/>
                  </a:lnTo>
                  <a:lnTo>
                    <a:pt x="0" y="325497"/>
                  </a:lnTo>
                  <a:lnTo>
                    <a:pt x="42354" y="325497"/>
                  </a:lnTo>
                  <a:lnTo>
                    <a:pt x="42354" y="61265"/>
                  </a:lnTo>
                  <a:lnTo>
                    <a:pt x="30683" y="18974"/>
                  </a:lnTo>
                  <a:lnTo>
                    <a:pt x="21193" y="0"/>
                  </a:lnTo>
                  <a:close/>
                </a:path>
              </a:pathLst>
            </a:custGeom>
            <a:solidFill>
              <a:srgbClr val="FFC5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8" name="object 938" descr=""/>
            <p:cNvSpPr/>
            <p:nvPr/>
          </p:nvSpPr>
          <p:spPr>
            <a:xfrm>
              <a:off x="12583650" y="9256726"/>
              <a:ext cx="34290" cy="318135"/>
            </a:xfrm>
            <a:custGeom>
              <a:avLst/>
              <a:gdLst/>
              <a:ahLst/>
              <a:cxnLst/>
              <a:rect l="l" t="t" r="r" b="b"/>
              <a:pathLst>
                <a:path w="34290" h="318134">
                  <a:moveTo>
                    <a:pt x="16920" y="0"/>
                  </a:moveTo>
                  <a:lnTo>
                    <a:pt x="11666" y="11007"/>
                  </a:lnTo>
                  <a:lnTo>
                    <a:pt x="6139" y="24661"/>
                  </a:lnTo>
                  <a:lnTo>
                    <a:pt x="1773" y="39309"/>
                  </a:lnTo>
                  <a:lnTo>
                    <a:pt x="0" y="53296"/>
                  </a:lnTo>
                  <a:lnTo>
                    <a:pt x="0" y="317529"/>
                  </a:lnTo>
                  <a:lnTo>
                    <a:pt x="33841" y="317529"/>
                  </a:lnTo>
                  <a:lnTo>
                    <a:pt x="33841" y="53296"/>
                  </a:lnTo>
                  <a:lnTo>
                    <a:pt x="21234" y="8722"/>
                  </a:lnTo>
                  <a:lnTo>
                    <a:pt x="16920" y="0"/>
                  </a:lnTo>
                  <a:close/>
                </a:path>
              </a:pathLst>
            </a:custGeom>
            <a:solidFill>
              <a:srgbClr val="599C7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9" name="object 939" descr=""/>
            <p:cNvSpPr/>
            <p:nvPr/>
          </p:nvSpPr>
          <p:spPr>
            <a:xfrm>
              <a:off x="12521225" y="9248763"/>
              <a:ext cx="38735" cy="325755"/>
            </a:xfrm>
            <a:custGeom>
              <a:avLst/>
              <a:gdLst/>
              <a:ahLst/>
              <a:cxnLst/>
              <a:rect l="l" t="t" r="r" b="b"/>
              <a:pathLst>
                <a:path w="38734" h="325754">
                  <a:moveTo>
                    <a:pt x="19235" y="0"/>
                  </a:moveTo>
                  <a:lnTo>
                    <a:pt x="8114" y="21624"/>
                  </a:lnTo>
                  <a:lnTo>
                    <a:pt x="2404" y="35214"/>
                  </a:lnTo>
                  <a:lnTo>
                    <a:pt x="300" y="46513"/>
                  </a:lnTo>
                  <a:lnTo>
                    <a:pt x="0" y="61265"/>
                  </a:lnTo>
                  <a:lnTo>
                    <a:pt x="0" y="325497"/>
                  </a:lnTo>
                  <a:lnTo>
                    <a:pt x="38438" y="325497"/>
                  </a:lnTo>
                  <a:lnTo>
                    <a:pt x="38438" y="61265"/>
                  </a:lnTo>
                  <a:lnTo>
                    <a:pt x="27850" y="18974"/>
                  </a:lnTo>
                  <a:lnTo>
                    <a:pt x="19235" y="0"/>
                  </a:lnTo>
                  <a:close/>
                </a:path>
              </a:pathLst>
            </a:custGeom>
            <a:solidFill>
              <a:srgbClr val="FFC5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0" name="object 940" descr=""/>
            <p:cNvSpPr/>
            <p:nvPr/>
          </p:nvSpPr>
          <p:spPr>
            <a:xfrm>
              <a:off x="12528944" y="9256726"/>
              <a:ext cx="31115" cy="318135"/>
            </a:xfrm>
            <a:custGeom>
              <a:avLst/>
              <a:gdLst/>
              <a:ahLst/>
              <a:cxnLst/>
              <a:rect l="l" t="t" r="r" b="b"/>
              <a:pathLst>
                <a:path w="31115" h="318134">
                  <a:moveTo>
                    <a:pt x="15381" y="0"/>
                  </a:moveTo>
                  <a:lnTo>
                    <a:pt x="10606" y="11007"/>
                  </a:lnTo>
                  <a:lnTo>
                    <a:pt x="5582" y="24661"/>
                  </a:lnTo>
                  <a:lnTo>
                    <a:pt x="1612" y="39309"/>
                  </a:lnTo>
                  <a:lnTo>
                    <a:pt x="0" y="53296"/>
                  </a:lnTo>
                  <a:lnTo>
                    <a:pt x="0" y="317529"/>
                  </a:lnTo>
                  <a:lnTo>
                    <a:pt x="30732" y="317529"/>
                  </a:lnTo>
                  <a:lnTo>
                    <a:pt x="30732" y="53296"/>
                  </a:lnTo>
                  <a:lnTo>
                    <a:pt x="19695" y="9737"/>
                  </a:lnTo>
                  <a:lnTo>
                    <a:pt x="15381" y="0"/>
                  </a:lnTo>
                  <a:close/>
                </a:path>
              </a:pathLst>
            </a:custGeom>
            <a:solidFill>
              <a:srgbClr val="599C7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1" name="object 941" descr=""/>
            <p:cNvSpPr/>
            <p:nvPr/>
          </p:nvSpPr>
          <p:spPr>
            <a:xfrm>
              <a:off x="12477617" y="9248763"/>
              <a:ext cx="33655" cy="325755"/>
            </a:xfrm>
            <a:custGeom>
              <a:avLst/>
              <a:gdLst/>
              <a:ahLst/>
              <a:cxnLst/>
              <a:rect l="l" t="t" r="r" b="b"/>
              <a:pathLst>
                <a:path w="33654" h="325754">
                  <a:moveTo>
                    <a:pt x="16690" y="0"/>
                  </a:moveTo>
                  <a:lnTo>
                    <a:pt x="7041" y="21624"/>
                  </a:lnTo>
                  <a:lnTo>
                    <a:pt x="2086" y="35214"/>
                  </a:lnTo>
                  <a:lnTo>
                    <a:pt x="260" y="46513"/>
                  </a:lnTo>
                  <a:lnTo>
                    <a:pt x="0" y="61265"/>
                  </a:lnTo>
                  <a:lnTo>
                    <a:pt x="0" y="325497"/>
                  </a:lnTo>
                  <a:lnTo>
                    <a:pt x="33349" y="325497"/>
                  </a:lnTo>
                  <a:lnTo>
                    <a:pt x="33349" y="61265"/>
                  </a:lnTo>
                  <a:lnTo>
                    <a:pt x="24165" y="18974"/>
                  </a:lnTo>
                  <a:lnTo>
                    <a:pt x="16690" y="0"/>
                  </a:lnTo>
                  <a:close/>
                </a:path>
              </a:pathLst>
            </a:custGeom>
            <a:solidFill>
              <a:srgbClr val="FFC5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2" name="object 942" descr=""/>
            <p:cNvSpPr/>
            <p:nvPr/>
          </p:nvSpPr>
          <p:spPr>
            <a:xfrm>
              <a:off x="12484331" y="9256726"/>
              <a:ext cx="26670" cy="318135"/>
            </a:xfrm>
            <a:custGeom>
              <a:avLst/>
              <a:gdLst/>
              <a:ahLst/>
              <a:cxnLst/>
              <a:rect l="l" t="t" r="r" b="b"/>
              <a:pathLst>
                <a:path w="26670" h="318134">
                  <a:moveTo>
                    <a:pt x="13318" y="0"/>
                  </a:moveTo>
                  <a:lnTo>
                    <a:pt x="9179" y="11007"/>
                  </a:lnTo>
                  <a:lnTo>
                    <a:pt x="4829" y="24661"/>
                  </a:lnTo>
                  <a:lnTo>
                    <a:pt x="1394" y="39309"/>
                  </a:lnTo>
                  <a:lnTo>
                    <a:pt x="0" y="53296"/>
                  </a:lnTo>
                  <a:lnTo>
                    <a:pt x="0" y="317529"/>
                  </a:lnTo>
                  <a:lnTo>
                    <a:pt x="26637" y="317529"/>
                  </a:lnTo>
                  <a:lnTo>
                    <a:pt x="26637" y="53296"/>
                  </a:lnTo>
                  <a:lnTo>
                    <a:pt x="17674" y="11381"/>
                  </a:lnTo>
                  <a:lnTo>
                    <a:pt x="13318" y="0"/>
                  </a:lnTo>
                  <a:close/>
                </a:path>
              </a:pathLst>
            </a:custGeom>
            <a:solidFill>
              <a:srgbClr val="599C7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3" name="object 943" descr=""/>
            <p:cNvSpPr/>
            <p:nvPr/>
          </p:nvSpPr>
          <p:spPr>
            <a:xfrm>
              <a:off x="12497651" y="9270981"/>
              <a:ext cx="120014" cy="303530"/>
            </a:xfrm>
            <a:custGeom>
              <a:avLst/>
              <a:gdLst/>
              <a:ahLst/>
              <a:cxnLst/>
              <a:rect l="l" t="t" r="r" b="b"/>
              <a:pathLst>
                <a:path w="120015" h="303529">
                  <a:moveTo>
                    <a:pt x="13309" y="39052"/>
                  </a:moveTo>
                  <a:lnTo>
                    <a:pt x="12776" y="30734"/>
                  </a:lnTo>
                  <a:lnTo>
                    <a:pt x="11315" y="21932"/>
                  </a:lnTo>
                  <a:lnTo>
                    <a:pt x="9182" y="13030"/>
                  </a:lnTo>
                  <a:lnTo>
                    <a:pt x="6629" y="4368"/>
                  </a:lnTo>
                  <a:lnTo>
                    <a:pt x="4102" y="13030"/>
                  </a:lnTo>
                  <a:lnTo>
                    <a:pt x="1993" y="21932"/>
                  </a:lnTo>
                  <a:lnTo>
                    <a:pt x="533" y="30734"/>
                  </a:lnTo>
                  <a:lnTo>
                    <a:pt x="0" y="39052"/>
                  </a:lnTo>
                  <a:lnTo>
                    <a:pt x="0" y="303288"/>
                  </a:lnTo>
                  <a:lnTo>
                    <a:pt x="13309" y="303288"/>
                  </a:lnTo>
                  <a:lnTo>
                    <a:pt x="13309" y="39052"/>
                  </a:lnTo>
                  <a:close/>
                </a:path>
                <a:path w="120015" h="303529">
                  <a:moveTo>
                    <a:pt x="62014" y="39052"/>
                  </a:moveTo>
                  <a:lnTo>
                    <a:pt x="61290" y="30010"/>
                  </a:lnTo>
                  <a:lnTo>
                    <a:pt x="59347" y="20459"/>
                  </a:lnTo>
                  <a:lnTo>
                    <a:pt x="56565" y="10845"/>
                  </a:lnTo>
                  <a:lnTo>
                    <a:pt x="53301" y="1638"/>
                  </a:lnTo>
                  <a:lnTo>
                    <a:pt x="50050" y="10845"/>
                  </a:lnTo>
                  <a:lnTo>
                    <a:pt x="47269" y="20459"/>
                  </a:lnTo>
                  <a:lnTo>
                    <a:pt x="45326" y="30010"/>
                  </a:lnTo>
                  <a:lnTo>
                    <a:pt x="44602" y="39052"/>
                  </a:lnTo>
                  <a:lnTo>
                    <a:pt x="44602" y="303288"/>
                  </a:lnTo>
                  <a:lnTo>
                    <a:pt x="62014" y="303288"/>
                  </a:lnTo>
                  <a:lnTo>
                    <a:pt x="62014" y="39052"/>
                  </a:lnTo>
                  <a:close/>
                </a:path>
                <a:path w="120015" h="303529">
                  <a:moveTo>
                    <a:pt x="119837" y="39052"/>
                  </a:moveTo>
                  <a:lnTo>
                    <a:pt x="118960" y="29591"/>
                  </a:lnTo>
                  <a:lnTo>
                    <a:pt x="116649" y="19558"/>
                  </a:lnTo>
                  <a:lnTo>
                    <a:pt x="113372" y="9512"/>
                  </a:lnTo>
                  <a:lnTo>
                    <a:pt x="109588" y="0"/>
                  </a:lnTo>
                  <a:lnTo>
                    <a:pt x="105803" y="9512"/>
                  </a:lnTo>
                  <a:lnTo>
                    <a:pt x="102514" y="19558"/>
                  </a:lnTo>
                  <a:lnTo>
                    <a:pt x="100190" y="29591"/>
                  </a:lnTo>
                  <a:lnTo>
                    <a:pt x="99314" y="39052"/>
                  </a:lnTo>
                  <a:lnTo>
                    <a:pt x="99314" y="303288"/>
                  </a:lnTo>
                  <a:lnTo>
                    <a:pt x="119837" y="303288"/>
                  </a:lnTo>
                  <a:lnTo>
                    <a:pt x="119837" y="39052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4" name="object 944" descr=""/>
            <p:cNvSpPr/>
            <p:nvPr/>
          </p:nvSpPr>
          <p:spPr>
            <a:xfrm>
              <a:off x="12477597" y="9370600"/>
              <a:ext cx="140335" cy="119380"/>
            </a:xfrm>
            <a:custGeom>
              <a:avLst/>
              <a:gdLst/>
              <a:ahLst/>
              <a:cxnLst/>
              <a:rect l="l" t="t" r="r" b="b"/>
              <a:pathLst>
                <a:path w="140334" h="119379">
                  <a:moveTo>
                    <a:pt x="33362" y="99504"/>
                  </a:moveTo>
                  <a:lnTo>
                    <a:pt x="0" y="99504"/>
                  </a:lnTo>
                  <a:lnTo>
                    <a:pt x="0" y="118808"/>
                  </a:lnTo>
                  <a:lnTo>
                    <a:pt x="33362" y="118808"/>
                  </a:lnTo>
                  <a:lnTo>
                    <a:pt x="33362" y="99504"/>
                  </a:lnTo>
                  <a:close/>
                </a:path>
                <a:path w="140334" h="119379">
                  <a:moveTo>
                    <a:pt x="33362" y="0"/>
                  </a:moveTo>
                  <a:lnTo>
                    <a:pt x="0" y="0"/>
                  </a:lnTo>
                  <a:lnTo>
                    <a:pt x="0" y="19304"/>
                  </a:lnTo>
                  <a:lnTo>
                    <a:pt x="33362" y="19304"/>
                  </a:lnTo>
                  <a:lnTo>
                    <a:pt x="33362" y="0"/>
                  </a:lnTo>
                  <a:close/>
                </a:path>
                <a:path w="140334" h="119379">
                  <a:moveTo>
                    <a:pt x="82067" y="99504"/>
                  </a:moveTo>
                  <a:lnTo>
                    <a:pt x="43675" y="99504"/>
                  </a:lnTo>
                  <a:lnTo>
                    <a:pt x="43675" y="118808"/>
                  </a:lnTo>
                  <a:lnTo>
                    <a:pt x="82067" y="118808"/>
                  </a:lnTo>
                  <a:lnTo>
                    <a:pt x="82067" y="99504"/>
                  </a:lnTo>
                  <a:close/>
                </a:path>
                <a:path w="140334" h="119379">
                  <a:moveTo>
                    <a:pt x="82067" y="0"/>
                  </a:moveTo>
                  <a:lnTo>
                    <a:pt x="43675" y="0"/>
                  </a:lnTo>
                  <a:lnTo>
                    <a:pt x="43675" y="19304"/>
                  </a:lnTo>
                  <a:lnTo>
                    <a:pt x="82067" y="19304"/>
                  </a:lnTo>
                  <a:lnTo>
                    <a:pt x="82067" y="0"/>
                  </a:lnTo>
                  <a:close/>
                </a:path>
                <a:path w="140334" h="119379">
                  <a:moveTo>
                    <a:pt x="139890" y="99504"/>
                  </a:moveTo>
                  <a:lnTo>
                    <a:pt x="97536" y="99504"/>
                  </a:lnTo>
                  <a:lnTo>
                    <a:pt x="97536" y="118808"/>
                  </a:lnTo>
                  <a:lnTo>
                    <a:pt x="139890" y="118808"/>
                  </a:lnTo>
                  <a:lnTo>
                    <a:pt x="139890" y="99504"/>
                  </a:lnTo>
                  <a:close/>
                </a:path>
                <a:path w="140334" h="119379">
                  <a:moveTo>
                    <a:pt x="139890" y="0"/>
                  </a:moveTo>
                  <a:lnTo>
                    <a:pt x="97536" y="0"/>
                  </a:lnTo>
                  <a:lnTo>
                    <a:pt x="97536" y="19304"/>
                  </a:lnTo>
                  <a:lnTo>
                    <a:pt x="139890" y="19304"/>
                  </a:lnTo>
                  <a:lnTo>
                    <a:pt x="139890" y="0"/>
                  </a:lnTo>
                  <a:close/>
                </a:path>
              </a:pathLst>
            </a:custGeom>
            <a:solidFill>
              <a:srgbClr val="FAB7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5" name="object 945" descr=""/>
            <p:cNvSpPr/>
            <p:nvPr/>
          </p:nvSpPr>
          <p:spPr>
            <a:xfrm>
              <a:off x="12438814" y="9197165"/>
              <a:ext cx="184150" cy="13335"/>
            </a:xfrm>
            <a:custGeom>
              <a:avLst/>
              <a:gdLst/>
              <a:ahLst/>
              <a:cxnLst/>
              <a:rect l="l" t="t" r="r" b="b"/>
              <a:pathLst>
                <a:path w="184150" h="13334">
                  <a:moveTo>
                    <a:pt x="183858" y="0"/>
                  </a:moveTo>
                  <a:lnTo>
                    <a:pt x="0" y="0"/>
                  </a:lnTo>
                  <a:lnTo>
                    <a:pt x="0" y="13130"/>
                  </a:lnTo>
                  <a:lnTo>
                    <a:pt x="183858" y="13130"/>
                  </a:lnTo>
                  <a:lnTo>
                    <a:pt x="183858" y="0"/>
                  </a:lnTo>
                  <a:close/>
                </a:path>
              </a:pathLst>
            </a:custGeom>
            <a:solidFill>
              <a:srgbClr val="FFC5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6" name="object 946" descr=""/>
            <p:cNvSpPr/>
            <p:nvPr/>
          </p:nvSpPr>
          <p:spPr>
            <a:xfrm>
              <a:off x="12622672" y="9197165"/>
              <a:ext cx="387350" cy="13335"/>
            </a:xfrm>
            <a:custGeom>
              <a:avLst/>
              <a:gdLst/>
              <a:ahLst/>
              <a:cxnLst/>
              <a:rect l="l" t="t" r="r" b="b"/>
              <a:pathLst>
                <a:path w="387350" h="13334">
                  <a:moveTo>
                    <a:pt x="387297" y="0"/>
                  </a:moveTo>
                  <a:lnTo>
                    <a:pt x="0" y="0"/>
                  </a:lnTo>
                  <a:lnTo>
                    <a:pt x="0" y="13130"/>
                  </a:lnTo>
                  <a:lnTo>
                    <a:pt x="387297" y="13130"/>
                  </a:lnTo>
                  <a:lnTo>
                    <a:pt x="387297" y="0"/>
                  </a:lnTo>
                  <a:close/>
                </a:path>
              </a:pathLst>
            </a:custGeom>
            <a:solidFill>
              <a:srgbClr val="FFA63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7" name="object 947" descr=""/>
            <p:cNvSpPr/>
            <p:nvPr/>
          </p:nvSpPr>
          <p:spPr>
            <a:xfrm>
              <a:off x="12463190" y="9210295"/>
              <a:ext cx="514350" cy="7620"/>
            </a:xfrm>
            <a:custGeom>
              <a:avLst/>
              <a:gdLst/>
              <a:ahLst/>
              <a:cxnLst/>
              <a:rect l="l" t="t" r="r" b="b"/>
              <a:pathLst>
                <a:path w="514350" h="7620">
                  <a:moveTo>
                    <a:pt x="514036" y="0"/>
                  </a:moveTo>
                  <a:lnTo>
                    <a:pt x="0" y="0"/>
                  </a:lnTo>
                  <a:lnTo>
                    <a:pt x="0" y="7507"/>
                  </a:lnTo>
                  <a:lnTo>
                    <a:pt x="514036" y="7507"/>
                  </a:lnTo>
                  <a:lnTo>
                    <a:pt x="514036" y="0"/>
                  </a:lnTo>
                  <a:close/>
                </a:path>
              </a:pathLst>
            </a:custGeom>
            <a:solidFill>
              <a:srgbClr val="282828">
                <a:alpha val="16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8" name="object 948" descr=""/>
            <p:cNvSpPr/>
            <p:nvPr/>
          </p:nvSpPr>
          <p:spPr>
            <a:xfrm>
              <a:off x="12462730" y="9168600"/>
              <a:ext cx="518159" cy="6985"/>
            </a:xfrm>
            <a:custGeom>
              <a:avLst/>
              <a:gdLst/>
              <a:ahLst/>
              <a:cxnLst/>
              <a:rect l="l" t="t" r="r" b="b"/>
              <a:pathLst>
                <a:path w="518159" h="6984">
                  <a:moveTo>
                    <a:pt x="517889" y="0"/>
                  </a:moveTo>
                  <a:lnTo>
                    <a:pt x="0" y="0"/>
                  </a:lnTo>
                  <a:lnTo>
                    <a:pt x="0" y="6785"/>
                  </a:lnTo>
                  <a:lnTo>
                    <a:pt x="517889" y="6785"/>
                  </a:lnTo>
                  <a:lnTo>
                    <a:pt x="517889" y="0"/>
                  </a:lnTo>
                  <a:close/>
                </a:path>
              </a:pathLst>
            </a:custGeom>
            <a:solidFill>
              <a:srgbClr val="FFC582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49" name="object 949" descr=""/>
          <p:cNvGrpSpPr/>
          <p:nvPr/>
        </p:nvGrpSpPr>
        <p:grpSpPr>
          <a:xfrm>
            <a:off x="11242254" y="9734258"/>
            <a:ext cx="545465" cy="375920"/>
            <a:chOff x="11242254" y="9734258"/>
            <a:chExt cx="545465" cy="375920"/>
          </a:xfrm>
        </p:grpSpPr>
        <p:sp>
          <p:nvSpPr>
            <p:cNvPr id="950" name="object 950" descr=""/>
            <p:cNvSpPr/>
            <p:nvPr/>
          </p:nvSpPr>
          <p:spPr>
            <a:xfrm>
              <a:off x="11242260" y="9734259"/>
              <a:ext cx="545465" cy="375920"/>
            </a:xfrm>
            <a:custGeom>
              <a:avLst/>
              <a:gdLst/>
              <a:ahLst/>
              <a:cxnLst/>
              <a:rect l="l" t="t" r="r" b="b"/>
              <a:pathLst>
                <a:path w="545465" h="375920">
                  <a:moveTo>
                    <a:pt x="545093" y="0"/>
                  </a:moveTo>
                  <a:lnTo>
                    <a:pt x="0" y="0"/>
                  </a:lnTo>
                  <a:lnTo>
                    <a:pt x="0" y="375465"/>
                  </a:lnTo>
                  <a:lnTo>
                    <a:pt x="131859" y="375465"/>
                  </a:lnTo>
                  <a:lnTo>
                    <a:pt x="131859" y="235458"/>
                  </a:lnTo>
                  <a:lnTo>
                    <a:pt x="140775" y="191304"/>
                  </a:lnTo>
                  <a:lnTo>
                    <a:pt x="165087" y="155245"/>
                  </a:lnTo>
                  <a:lnTo>
                    <a:pt x="201146" y="130932"/>
                  </a:lnTo>
                  <a:lnTo>
                    <a:pt x="245301" y="122017"/>
                  </a:lnTo>
                  <a:lnTo>
                    <a:pt x="289456" y="130932"/>
                  </a:lnTo>
                  <a:lnTo>
                    <a:pt x="325514" y="155245"/>
                  </a:lnTo>
                  <a:lnTo>
                    <a:pt x="349827" y="191304"/>
                  </a:lnTo>
                  <a:lnTo>
                    <a:pt x="358743" y="235458"/>
                  </a:lnTo>
                  <a:lnTo>
                    <a:pt x="358743" y="375465"/>
                  </a:lnTo>
                  <a:lnTo>
                    <a:pt x="545093" y="375465"/>
                  </a:lnTo>
                  <a:lnTo>
                    <a:pt x="545093" y="0"/>
                  </a:lnTo>
                  <a:close/>
                </a:path>
              </a:pathLst>
            </a:custGeom>
            <a:solidFill>
              <a:srgbClr val="FA9D2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1" name="object 951" descr=""/>
            <p:cNvSpPr/>
            <p:nvPr/>
          </p:nvSpPr>
          <p:spPr>
            <a:xfrm>
              <a:off x="11242254" y="9734258"/>
              <a:ext cx="40005" cy="375920"/>
            </a:xfrm>
            <a:custGeom>
              <a:avLst/>
              <a:gdLst/>
              <a:ahLst/>
              <a:cxnLst/>
              <a:rect l="l" t="t" r="r" b="b"/>
              <a:pathLst>
                <a:path w="40004" h="375920">
                  <a:moveTo>
                    <a:pt x="39778" y="0"/>
                  </a:moveTo>
                  <a:lnTo>
                    <a:pt x="0" y="0"/>
                  </a:lnTo>
                  <a:lnTo>
                    <a:pt x="0" y="375465"/>
                  </a:lnTo>
                  <a:lnTo>
                    <a:pt x="39778" y="375465"/>
                  </a:lnTo>
                  <a:lnTo>
                    <a:pt x="39778" y="0"/>
                  </a:lnTo>
                  <a:close/>
                </a:path>
              </a:pathLst>
            </a:custGeom>
            <a:solidFill>
              <a:srgbClr val="046A38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52" name="object 952" descr=""/>
          <p:cNvSpPr/>
          <p:nvPr/>
        </p:nvSpPr>
        <p:spPr>
          <a:xfrm>
            <a:off x="10822371" y="9495386"/>
            <a:ext cx="47625" cy="612140"/>
          </a:xfrm>
          <a:custGeom>
            <a:avLst/>
            <a:gdLst/>
            <a:ahLst/>
            <a:cxnLst/>
            <a:rect l="l" t="t" r="r" b="b"/>
            <a:pathLst>
              <a:path w="47625" h="612140">
                <a:moveTo>
                  <a:pt x="47412" y="0"/>
                </a:moveTo>
                <a:lnTo>
                  <a:pt x="0" y="0"/>
                </a:lnTo>
                <a:lnTo>
                  <a:pt x="0" y="611698"/>
                </a:lnTo>
                <a:lnTo>
                  <a:pt x="47412" y="611698"/>
                </a:lnTo>
                <a:lnTo>
                  <a:pt x="47412" y="0"/>
                </a:lnTo>
                <a:close/>
              </a:path>
            </a:pathLst>
          </a:custGeom>
          <a:solidFill>
            <a:srgbClr val="046A38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953" name="object 953" descr=""/>
          <p:cNvSpPr/>
          <p:nvPr/>
        </p:nvSpPr>
        <p:spPr>
          <a:xfrm>
            <a:off x="10999172" y="9593299"/>
            <a:ext cx="43180" cy="516890"/>
          </a:xfrm>
          <a:custGeom>
            <a:avLst/>
            <a:gdLst/>
            <a:ahLst/>
            <a:cxnLst/>
            <a:rect l="l" t="t" r="r" b="b"/>
            <a:pathLst>
              <a:path w="43179" h="516890">
                <a:moveTo>
                  <a:pt x="42815" y="0"/>
                </a:moveTo>
                <a:lnTo>
                  <a:pt x="0" y="0"/>
                </a:lnTo>
                <a:lnTo>
                  <a:pt x="0" y="516424"/>
                </a:lnTo>
                <a:lnTo>
                  <a:pt x="42815" y="516424"/>
                </a:lnTo>
                <a:lnTo>
                  <a:pt x="42815" y="0"/>
                </a:lnTo>
                <a:close/>
              </a:path>
            </a:pathLst>
          </a:custGeom>
          <a:solidFill>
            <a:srgbClr val="046A38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954" name="object 954" descr=""/>
          <p:cNvSpPr/>
          <p:nvPr/>
        </p:nvSpPr>
        <p:spPr>
          <a:xfrm>
            <a:off x="10633823" y="9318083"/>
            <a:ext cx="565150" cy="17145"/>
          </a:xfrm>
          <a:custGeom>
            <a:avLst/>
            <a:gdLst/>
            <a:ahLst/>
            <a:cxnLst/>
            <a:rect l="l" t="t" r="r" b="b"/>
            <a:pathLst>
              <a:path w="565150" h="17145">
                <a:moveTo>
                  <a:pt x="565134" y="0"/>
                </a:moveTo>
                <a:lnTo>
                  <a:pt x="0" y="0"/>
                </a:lnTo>
                <a:lnTo>
                  <a:pt x="0" y="16711"/>
                </a:lnTo>
                <a:lnTo>
                  <a:pt x="565134" y="16711"/>
                </a:lnTo>
                <a:lnTo>
                  <a:pt x="565134" y="0"/>
                </a:lnTo>
                <a:close/>
              </a:path>
            </a:pathLst>
          </a:custGeom>
          <a:solidFill>
            <a:srgbClr val="FFB96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5" name="object 955" descr=""/>
          <p:cNvSpPr/>
          <p:nvPr/>
        </p:nvSpPr>
        <p:spPr>
          <a:xfrm>
            <a:off x="8985119" y="9406268"/>
            <a:ext cx="266700" cy="19685"/>
          </a:xfrm>
          <a:custGeom>
            <a:avLst/>
            <a:gdLst/>
            <a:ahLst/>
            <a:cxnLst/>
            <a:rect l="l" t="t" r="r" b="b"/>
            <a:pathLst>
              <a:path w="266700" h="19684">
                <a:moveTo>
                  <a:pt x="266504" y="0"/>
                </a:moveTo>
                <a:lnTo>
                  <a:pt x="0" y="0"/>
                </a:lnTo>
                <a:lnTo>
                  <a:pt x="0" y="19255"/>
                </a:lnTo>
                <a:lnTo>
                  <a:pt x="266504" y="19255"/>
                </a:lnTo>
                <a:lnTo>
                  <a:pt x="266504" y="0"/>
                </a:lnTo>
                <a:close/>
              </a:path>
            </a:pathLst>
          </a:custGeom>
          <a:solidFill>
            <a:srgbClr val="FFC58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6" name="object 956" descr=""/>
          <p:cNvSpPr/>
          <p:nvPr/>
        </p:nvSpPr>
        <p:spPr>
          <a:xfrm>
            <a:off x="8596596" y="9618304"/>
            <a:ext cx="220979" cy="165735"/>
          </a:xfrm>
          <a:custGeom>
            <a:avLst/>
            <a:gdLst/>
            <a:ahLst/>
            <a:cxnLst/>
            <a:rect l="l" t="t" r="r" b="b"/>
            <a:pathLst>
              <a:path w="220979" h="165734">
                <a:moveTo>
                  <a:pt x="0" y="165670"/>
                </a:moveTo>
                <a:lnTo>
                  <a:pt x="220757" y="165670"/>
                </a:lnTo>
                <a:lnTo>
                  <a:pt x="220757" y="0"/>
                </a:lnTo>
                <a:lnTo>
                  <a:pt x="0" y="0"/>
                </a:lnTo>
                <a:lnTo>
                  <a:pt x="0" y="165670"/>
                </a:lnTo>
                <a:close/>
              </a:path>
            </a:pathLst>
          </a:custGeom>
          <a:solidFill>
            <a:srgbClr val="FAB766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7" name="object 957" descr=""/>
          <p:cNvSpPr/>
          <p:nvPr/>
        </p:nvSpPr>
        <p:spPr>
          <a:xfrm>
            <a:off x="8939539" y="9618859"/>
            <a:ext cx="59690" cy="165735"/>
          </a:xfrm>
          <a:custGeom>
            <a:avLst/>
            <a:gdLst/>
            <a:ahLst/>
            <a:cxnLst/>
            <a:rect l="l" t="t" r="r" b="b"/>
            <a:pathLst>
              <a:path w="59690" h="165734">
                <a:moveTo>
                  <a:pt x="0" y="165115"/>
                </a:moveTo>
                <a:lnTo>
                  <a:pt x="59348" y="165115"/>
                </a:lnTo>
                <a:lnTo>
                  <a:pt x="59348" y="0"/>
                </a:lnTo>
                <a:lnTo>
                  <a:pt x="0" y="0"/>
                </a:lnTo>
                <a:lnTo>
                  <a:pt x="0" y="165115"/>
                </a:lnTo>
                <a:close/>
              </a:path>
            </a:pathLst>
          </a:custGeom>
          <a:solidFill>
            <a:srgbClr val="046A38">
              <a:alpha val="29998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958" name="object 958" descr=""/>
          <p:cNvGrpSpPr/>
          <p:nvPr/>
        </p:nvGrpSpPr>
        <p:grpSpPr>
          <a:xfrm>
            <a:off x="11787358" y="9403996"/>
            <a:ext cx="1367790" cy="706120"/>
            <a:chOff x="11787358" y="9403996"/>
            <a:chExt cx="1367790" cy="706120"/>
          </a:xfrm>
        </p:grpSpPr>
        <p:sp>
          <p:nvSpPr>
            <p:cNvPr id="959" name="object 959" descr=""/>
            <p:cNvSpPr/>
            <p:nvPr/>
          </p:nvSpPr>
          <p:spPr>
            <a:xfrm>
              <a:off x="11787358" y="9570043"/>
              <a:ext cx="156845" cy="539750"/>
            </a:xfrm>
            <a:custGeom>
              <a:avLst/>
              <a:gdLst/>
              <a:ahLst/>
              <a:cxnLst/>
              <a:rect l="l" t="t" r="r" b="b"/>
              <a:pathLst>
                <a:path w="156845" h="539750">
                  <a:moveTo>
                    <a:pt x="156749" y="0"/>
                  </a:moveTo>
                  <a:lnTo>
                    <a:pt x="0" y="0"/>
                  </a:lnTo>
                  <a:lnTo>
                    <a:pt x="0" y="539679"/>
                  </a:lnTo>
                  <a:lnTo>
                    <a:pt x="156749" y="539679"/>
                  </a:lnTo>
                  <a:lnTo>
                    <a:pt x="156749" y="0"/>
                  </a:lnTo>
                  <a:close/>
                </a:path>
              </a:pathLst>
            </a:custGeom>
            <a:solidFill>
              <a:srgbClr val="FAB7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0" name="object 960" descr=""/>
            <p:cNvSpPr/>
            <p:nvPr/>
          </p:nvSpPr>
          <p:spPr>
            <a:xfrm>
              <a:off x="11944107" y="9570043"/>
              <a:ext cx="440690" cy="539750"/>
            </a:xfrm>
            <a:custGeom>
              <a:avLst/>
              <a:gdLst/>
              <a:ahLst/>
              <a:cxnLst/>
              <a:rect l="l" t="t" r="r" b="b"/>
              <a:pathLst>
                <a:path w="440690" h="539750">
                  <a:moveTo>
                    <a:pt x="440436" y="0"/>
                  </a:moveTo>
                  <a:lnTo>
                    <a:pt x="0" y="0"/>
                  </a:lnTo>
                  <a:lnTo>
                    <a:pt x="0" y="539679"/>
                  </a:lnTo>
                  <a:lnTo>
                    <a:pt x="440436" y="539679"/>
                  </a:lnTo>
                  <a:lnTo>
                    <a:pt x="440436" y="0"/>
                  </a:lnTo>
                  <a:close/>
                </a:path>
              </a:pathLst>
            </a:custGeom>
            <a:solidFill>
              <a:srgbClr val="FA9D2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1" name="object 961" descr=""/>
            <p:cNvSpPr/>
            <p:nvPr/>
          </p:nvSpPr>
          <p:spPr>
            <a:xfrm>
              <a:off x="12049010" y="9708445"/>
              <a:ext cx="242570" cy="51435"/>
            </a:xfrm>
            <a:custGeom>
              <a:avLst/>
              <a:gdLst/>
              <a:ahLst/>
              <a:cxnLst/>
              <a:rect l="l" t="t" r="r" b="b"/>
              <a:pathLst>
                <a:path w="242570" h="51434">
                  <a:moveTo>
                    <a:pt x="21920" y="266"/>
                  </a:moveTo>
                  <a:lnTo>
                    <a:pt x="0" y="266"/>
                  </a:lnTo>
                  <a:lnTo>
                    <a:pt x="0" y="51384"/>
                  </a:lnTo>
                  <a:lnTo>
                    <a:pt x="21920" y="51384"/>
                  </a:lnTo>
                  <a:lnTo>
                    <a:pt x="21920" y="266"/>
                  </a:lnTo>
                  <a:close/>
                </a:path>
                <a:path w="242570" h="51434">
                  <a:moveTo>
                    <a:pt x="242506" y="0"/>
                  </a:moveTo>
                  <a:lnTo>
                    <a:pt x="220586" y="0"/>
                  </a:lnTo>
                  <a:lnTo>
                    <a:pt x="220586" y="51117"/>
                  </a:lnTo>
                  <a:lnTo>
                    <a:pt x="242506" y="51117"/>
                  </a:lnTo>
                  <a:lnTo>
                    <a:pt x="242506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2" name="object 962" descr=""/>
            <p:cNvSpPr/>
            <p:nvPr/>
          </p:nvSpPr>
          <p:spPr>
            <a:xfrm>
              <a:off x="12384544" y="9404000"/>
              <a:ext cx="735330" cy="706120"/>
            </a:xfrm>
            <a:custGeom>
              <a:avLst/>
              <a:gdLst/>
              <a:ahLst/>
              <a:cxnLst/>
              <a:rect l="l" t="t" r="r" b="b"/>
              <a:pathLst>
                <a:path w="735330" h="706120">
                  <a:moveTo>
                    <a:pt x="734949" y="0"/>
                  </a:moveTo>
                  <a:lnTo>
                    <a:pt x="312166" y="0"/>
                  </a:lnTo>
                  <a:lnTo>
                    <a:pt x="312166" y="215633"/>
                  </a:lnTo>
                  <a:lnTo>
                    <a:pt x="0" y="215633"/>
                  </a:lnTo>
                  <a:lnTo>
                    <a:pt x="0" y="705726"/>
                  </a:lnTo>
                  <a:lnTo>
                    <a:pt x="312166" y="705726"/>
                  </a:lnTo>
                  <a:lnTo>
                    <a:pt x="340931" y="705726"/>
                  </a:lnTo>
                  <a:lnTo>
                    <a:pt x="734949" y="705726"/>
                  </a:lnTo>
                  <a:lnTo>
                    <a:pt x="734949" y="0"/>
                  </a:lnTo>
                  <a:close/>
                </a:path>
              </a:pathLst>
            </a:custGeom>
            <a:solidFill>
              <a:srgbClr val="FAB7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3" name="object 963" descr=""/>
            <p:cNvSpPr/>
            <p:nvPr/>
          </p:nvSpPr>
          <p:spPr>
            <a:xfrm>
              <a:off x="12641635" y="9403996"/>
              <a:ext cx="55244" cy="706120"/>
            </a:xfrm>
            <a:custGeom>
              <a:avLst/>
              <a:gdLst/>
              <a:ahLst/>
              <a:cxnLst/>
              <a:rect l="l" t="t" r="r" b="b"/>
              <a:pathLst>
                <a:path w="55245" h="706120">
                  <a:moveTo>
                    <a:pt x="55076" y="0"/>
                  </a:moveTo>
                  <a:lnTo>
                    <a:pt x="0" y="0"/>
                  </a:lnTo>
                  <a:lnTo>
                    <a:pt x="0" y="705727"/>
                  </a:lnTo>
                  <a:lnTo>
                    <a:pt x="55076" y="705727"/>
                  </a:lnTo>
                  <a:lnTo>
                    <a:pt x="55076" y="0"/>
                  </a:lnTo>
                  <a:close/>
                </a:path>
              </a:pathLst>
            </a:custGeom>
            <a:solidFill>
              <a:srgbClr val="FFA63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4" name="object 964" descr=""/>
            <p:cNvSpPr/>
            <p:nvPr/>
          </p:nvSpPr>
          <p:spPr>
            <a:xfrm>
              <a:off x="12384544" y="9526530"/>
              <a:ext cx="770255" cy="583565"/>
            </a:xfrm>
            <a:custGeom>
              <a:avLst/>
              <a:gdLst/>
              <a:ahLst/>
              <a:cxnLst/>
              <a:rect l="l" t="t" r="r" b="b"/>
              <a:pathLst>
                <a:path w="770255" h="583565">
                  <a:moveTo>
                    <a:pt x="78181" y="91782"/>
                  </a:moveTo>
                  <a:lnTo>
                    <a:pt x="0" y="91782"/>
                  </a:lnTo>
                  <a:lnTo>
                    <a:pt x="0" y="583196"/>
                  </a:lnTo>
                  <a:lnTo>
                    <a:pt x="78181" y="583196"/>
                  </a:lnTo>
                  <a:lnTo>
                    <a:pt x="78181" y="91782"/>
                  </a:lnTo>
                  <a:close/>
                </a:path>
                <a:path w="770255" h="583565">
                  <a:moveTo>
                    <a:pt x="770178" y="0"/>
                  </a:moveTo>
                  <a:lnTo>
                    <a:pt x="734949" y="0"/>
                  </a:lnTo>
                  <a:lnTo>
                    <a:pt x="734949" y="583196"/>
                  </a:lnTo>
                  <a:lnTo>
                    <a:pt x="770178" y="583196"/>
                  </a:lnTo>
                  <a:lnTo>
                    <a:pt x="770178" y="0"/>
                  </a:lnTo>
                  <a:close/>
                </a:path>
              </a:pathLst>
            </a:custGeom>
            <a:solidFill>
              <a:srgbClr val="046A38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65" name="object 965" descr=""/>
          <p:cNvSpPr/>
          <p:nvPr/>
        </p:nvSpPr>
        <p:spPr>
          <a:xfrm>
            <a:off x="11185827" y="9518621"/>
            <a:ext cx="13335" cy="74930"/>
          </a:xfrm>
          <a:custGeom>
            <a:avLst/>
            <a:gdLst/>
            <a:ahLst/>
            <a:cxnLst/>
            <a:rect l="l" t="t" r="r" b="b"/>
            <a:pathLst>
              <a:path w="13334" h="74929">
                <a:moveTo>
                  <a:pt x="13099" y="0"/>
                </a:moveTo>
                <a:lnTo>
                  <a:pt x="0" y="0"/>
                </a:lnTo>
                <a:lnTo>
                  <a:pt x="0" y="74678"/>
                </a:lnTo>
                <a:lnTo>
                  <a:pt x="13099" y="74678"/>
                </a:lnTo>
                <a:lnTo>
                  <a:pt x="13099" y="0"/>
                </a:lnTo>
                <a:close/>
              </a:path>
            </a:pathLst>
          </a:custGeom>
          <a:solidFill>
            <a:srgbClr val="046A38">
              <a:alpha val="29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966" name="object 966" descr=""/>
          <p:cNvSpPr/>
          <p:nvPr/>
        </p:nvSpPr>
        <p:spPr>
          <a:xfrm>
            <a:off x="14465047" y="9800990"/>
            <a:ext cx="74930" cy="309245"/>
          </a:xfrm>
          <a:custGeom>
            <a:avLst/>
            <a:gdLst/>
            <a:ahLst/>
            <a:cxnLst/>
            <a:rect l="l" t="t" r="r" b="b"/>
            <a:pathLst>
              <a:path w="74930" h="309245">
                <a:moveTo>
                  <a:pt x="74434" y="0"/>
                </a:moveTo>
                <a:lnTo>
                  <a:pt x="0" y="0"/>
                </a:lnTo>
                <a:lnTo>
                  <a:pt x="0" y="286232"/>
                </a:lnTo>
                <a:lnTo>
                  <a:pt x="0" y="308737"/>
                </a:lnTo>
                <a:lnTo>
                  <a:pt x="74434" y="308737"/>
                </a:lnTo>
                <a:lnTo>
                  <a:pt x="74434" y="286232"/>
                </a:lnTo>
                <a:lnTo>
                  <a:pt x="74434" y="0"/>
                </a:lnTo>
                <a:close/>
              </a:path>
            </a:pathLst>
          </a:custGeom>
          <a:solidFill>
            <a:srgbClr val="046A38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967" name="object 967" descr=""/>
          <p:cNvGrpSpPr/>
          <p:nvPr/>
        </p:nvGrpSpPr>
        <p:grpSpPr>
          <a:xfrm>
            <a:off x="14881735" y="9874118"/>
            <a:ext cx="597535" cy="236220"/>
            <a:chOff x="14881735" y="9874118"/>
            <a:chExt cx="597535" cy="236220"/>
          </a:xfrm>
        </p:grpSpPr>
        <p:sp>
          <p:nvSpPr>
            <p:cNvPr id="968" name="object 968" descr=""/>
            <p:cNvSpPr/>
            <p:nvPr/>
          </p:nvSpPr>
          <p:spPr>
            <a:xfrm>
              <a:off x="14881735" y="9884976"/>
              <a:ext cx="597535" cy="150495"/>
            </a:xfrm>
            <a:custGeom>
              <a:avLst/>
              <a:gdLst/>
              <a:ahLst/>
              <a:cxnLst/>
              <a:rect l="l" t="t" r="r" b="b"/>
              <a:pathLst>
                <a:path w="597534" h="150495">
                  <a:moveTo>
                    <a:pt x="0" y="150498"/>
                  </a:moveTo>
                  <a:lnTo>
                    <a:pt x="597531" y="150498"/>
                  </a:lnTo>
                  <a:lnTo>
                    <a:pt x="597531" y="0"/>
                  </a:lnTo>
                  <a:lnTo>
                    <a:pt x="0" y="0"/>
                  </a:lnTo>
                  <a:lnTo>
                    <a:pt x="0" y="150498"/>
                  </a:lnTo>
                  <a:close/>
                </a:path>
              </a:pathLst>
            </a:custGeom>
            <a:solidFill>
              <a:srgbClr val="FFA63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9" name="object 969" descr=""/>
            <p:cNvSpPr/>
            <p:nvPr/>
          </p:nvSpPr>
          <p:spPr>
            <a:xfrm>
              <a:off x="14881735" y="9884987"/>
              <a:ext cx="597535" cy="12700"/>
            </a:xfrm>
            <a:custGeom>
              <a:avLst/>
              <a:gdLst/>
              <a:ahLst/>
              <a:cxnLst/>
              <a:rect l="l" t="t" r="r" b="b"/>
              <a:pathLst>
                <a:path w="597534" h="12700">
                  <a:moveTo>
                    <a:pt x="597531" y="0"/>
                  </a:moveTo>
                  <a:lnTo>
                    <a:pt x="0" y="0"/>
                  </a:lnTo>
                  <a:lnTo>
                    <a:pt x="0" y="12376"/>
                  </a:lnTo>
                  <a:lnTo>
                    <a:pt x="597531" y="12376"/>
                  </a:lnTo>
                  <a:lnTo>
                    <a:pt x="597531" y="0"/>
                  </a:lnTo>
                  <a:close/>
                </a:path>
              </a:pathLst>
            </a:custGeom>
            <a:solidFill>
              <a:srgbClr val="FAB7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0" name="object 970" descr=""/>
            <p:cNvSpPr/>
            <p:nvPr/>
          </p:nvSpPr>
          <p:spPr>
            <a:xfrm>
              <a:off x="14881733" y="9897370"/>
              <a:ext cx="597535" cy="212725"/>
            </a:xfrm>
            <a:custGeom>
              <a:avLst/>
              <a:gdLst/>
              <a:ahLst/>
              <a:cxnLst/>
              <a:rect l="l" t="t" r="r" b="b"/>
              <a:pathLst>
                <a:path w="597534" h="212725">
                  <a:moveTo>
                    <a:pt x="597522" y="138112"/>
                  </a:moveTo>
                  <a:lnTo>
                    <a:pt x="0" y="138112"/>
                  </a:lnTo>
                  <a:lnTo>
                    <a:pt x="0" y="212356"/>
                  </a:lnTo>
                  <a:lnTo>
                    <a:pt x="597522" y="212356"/>
                  </a:lnTo>
                  <a:lnTo>
                    <a:pt x="597522" y="138112"/>
                  </a:lnTo>
                  <a:close/>
                </a:path>
                <a:path w="597534" h="212725">
                  <a:moveTo>
                    <a:pt x="597522" y="0"/>
                  </a:moveTo>
                  <a:lnTo>
                    <a:pt x="0" y="0"/>
                  </a:lnTo>
                  <a:lnTo>
                    <a:pt x="0" y="3365"/>
                  </a:lnTo>
                  <a:lnTo>
                    <a:pt x="597522" y="3365"/>
                  </a:lnTo>
                  <a:lnTo>
                    <a:pt x="597522" y="0"/>
                  </a:lnTo>
                  <a:close/>
                </a:path>
              </a:pathLst>
            </a:custGeom>
            <a:solidFill>
              <a:srgbClr val="E878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1" name="object 971" descr=""/>
            <p:cNvSpPr/>
            <p:nvPr/>
          </p:nvSpPr>
          <p:spPr>
            <a:xfrm>
              <a:off x="14881735" y="10032940"/>
              <a:ext cx="597535" cy="12700"/>
            </a:xfrm>
            <a:custGeom>
              <a:avLst/>
              <a:gdLst/>
              <a:ahLst/>
              <a:cxnLst/>
              <a:rect l="l" t="t" r="r" b="b"/>
              <a:pathLst>
                <a:path w="597534" h="12700">
                  <a:moveTo>
                    <a:pt x="597531" y="0"/>
                  </a:moveTo>
                  <a:lnTo>
                    <a:pt x="0" y="0"/>
                  </a:lnTo>
                  <a:lnTo>
                    <a:pt x="0" y="12198"/>
                  </a:lnTo>
                  <a:lnTo>
                    <a:pt x="597531" y="12198"/>
                  </a:lnTo>
                  <a:lnTo>
                    <a:pt x="597531" y="0"/>
                  </a:lnTo>
                  <a:close/>
                </a:path>
              </a:pathLst>
            </a:custGeom>
            <a:solidFill>
              <a:srgbClr val="FAB7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2" name="object 972" descr=""/>
            <p:cNvSpPr/>
            <p:nvPr/>
          </p:nvSpPr>
          <p:spPr>
            <a:xfrm>
              <a:off x="14901697" y="9978814"/>
              <a:ext cx="46355" cy="131445"/>
            </a:xfrm>
            <a:custGeom>
              <a:avLst/>
              <a:gdLst/>
              <a:ahLst/>
              <a:cxnLst/>
              <a:rect l="l" t="t" r="r" b="b"/>
              <a:pathLst>
                <a:path w="46355" h="131445">
                  <a:moveTo>
                    <a:pt x="22910" y="0"/>
                  </a:moveTo>
                  <a:lnTo>
                    <a:pt x="18125" y="2198"/>
                  </a:lnTo>
                  <a:lnTo>
                    <a:pt x="12921" y="6167"/>
                  </a:lnTo>
                  <a:lnTo>
                    <a:pt x="6827" y="10879"/>
                  </a:lnTo>
                  <a:lnTo>
                    <a:pt x="188" y="17968"/>
                  </a:lnTo>
                  <a:lnTo>
                    <a:pt x="188" y="32512"/>
                  </a:lnTo>
                  <a:lnTo>
                    <a:pt x="1465" y="41695"/>
                  </a:lnTo>
                  <a:lnTo>
                    <a:pt x="3622" y="46208"/>
                  </a:lnTo>
                  <a:lnTo>
                    <a:pt x="1424" y="48061"/>
                  </a:lnTo>
                  <a:lnTo>
                    <a:pt x="0" y="50794"/>
                  </a:lnTo>
                  <a:lnTo>
                    <a:pt x="0" y="130917"/>
                  </a:lnTo>
                  <a:lnTo>
                    <a:pt x="45820" y="130917"/>
                  </a:lnTo>
                  <a:lnTo>
                    <a:pt x="45820" y="50794"/>
                  </a:lnTo>
                  <a:lnTo>
                    <a:pt x="44396" y="48061"/>
                  </a:lnTo>
                  <a:lnTo>
                    <a:pt x="42197" y="46208"/>
                  </a:lnTo>
                  <a:lnTo>
                    <a:pt x="44354" y="41695"/>
                  </a:lnTo>
                  <a:lnTo>
                    <a:pt x="45632" y="32512"/>
                  </a:lnTo>
                  <a:lnTo>
                    <a:pt x="45632" y="26805"/>
                  </a:lnTo>
                  <a:lnTo>
                    <a:pt x="42081" y="15734"/>
                  </a:lnTo>
                  <a:lnTo>
                    <a:pt x="34271" y="7285"/>
                  </a:lnTo>
                  <a:lnTo>
                    <a:pt x="26460" y="1894"/>
                  </a:lnTo>
                  <a:lnTo>
                    <a:pt x="22910" y="0"/>
                  </a:lnTo>
                  <a:close/>
                </a:path>
              </a:pathLst>
            </a:custGeom>
            <a:solidFill>
              <a:srgbClr val="2C815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3" name="object 973" descr=""/>
            <p:cNvSpPr/>
            <p:nvPr/>
          </p:nvSpPr>
          <p:spPr>
            <a:xfrm>
              <a:off x="14901702" y="9984981"/>
              <a:ext cx="26034" cy="125095"/>
            </a:xfrm>
            <a:custGeom>
              <a:avLst/>
              <a:gdLst/>
              <a:ahLst/>
              <a:cxnLst/>
              <a:rect l="l" t="t" r="r" b="b"/>
              <a:pathLst>
                <a:path w="26034" h="125095">
                  <a:moveTo>
                    <a:pt x="12921" y="0"/>
                  </a:moveTo>
                  <a:lnTo>
                    <a:pt x="6827" y="4711"/>
                  </a:lnTo>
                  <a:lnTo>
                    <a:pt x="188" y="11800"/>
                  </a:lnTo>
                  <a:lnTo>
                    <a:pt x="188" y="26344"/>
                  </a:lnTo>
                  <a:lnTo>
                    <a:pt x="1465" y="35527"/>
                  </a:lnTo>
                  <a:lnTo>
                    <a:pt x="3622" y="40040"/>
                  </a:lnTo>
                  <a:lnTo>
                    <a:pt x="1424" y="41894"/>
                  </a:lnTo>
                  <a:lnTo>
                    <a:pt x="0" y="44626"/>
                  </a:lnTo>
                  <a:lnTo>
                    <a:pt x="0" y="124750"/>
                  </a:lnTo>
                  <a:lnTo>
                    <a:pt x="25915" y="124750"/>
                  </a:lnTo>
                  <a:lnTo>
                    <a:pt x="25915" y="44626"/>
                  </a:lnTo>
                  <a:lnTo>
                    <a:pt x="24491" y="41894"/>
                  </a:lnTo>
                  <a:lnTo>
                    <a:pt x="22250" y="40040"/>
                  </a:lnTo>
                  <a:lnTo>
                    <a:pt x="24449" y="35527"/>
                  </a:lnTo>
                  <a:lnTo>
                    <a:pt x="25726" y="26344"/>
                  </a:lnTo>
                  <a:lnTo>
                    <a:pt x="25726" y="11800"/>
                  </a:lnTo>
                  <a:lnTo>
                    <a:pt x="19046" y="4670"/>
                  </a:lnTo>
                  <a:lnTo>
                    <a:pt x="12921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4" name="object 974" descr=""/>
            <p:cNvSpPr/>
            <p:nvPr/>
          </p:nvSpPr>
          <p:spPr>
            <a:xfrm>
              <a:off x="14960773" y="9978814"/>
              <a:ext cx="46355" cy="131445"/>
            </a:xfrm>
            <a:custGeom>
              <a:avLst/>
              <a:gdLst/>
              <a:ahLst/>
              <a:cxnLst/>
              <a:rect l="l" t="t" r="r" b="b"/>
              <a:pathLst>
                <a:path w="46355" h="131445">
                  <a:moveTo>
                    <a:pt x="22910" y="0"/>
                  </a:moveTo>
                  <a:lnTo>
                    <a:pt x="18125" y="2198"/>
                  </a:lnTo>
                  <a:lnTo>
                    <a:pt x="12921" y="6167"/>
                  </a:lnTo>
                  <a:lnTo>
                    <a:pt x="6827" y="10879"/>
                  </a:lnTo>
                  <a:lnTo>
                    <a:pt x="188" y="17968"/>
                  </a:lnTo>
                  <a:lnTo>
                    <a:pt x="188" y="32512"/>
                  </a:lnTo>
                  <a:lnTo>
                    <a:pt x="1465" y="41695"/>
                  </a:lnTo>
                  <a:lnTo>
                    <a:pt x="3622" y="46208"/>
                  </a:lnTo>
                  <a:lnTo>
                    <a:pt x="1424" y="48061"/>
                  </a:lnTo>
                  <a:lnTo>
                    <a:pt x="0" y="50794"/>
                  </a:lnTo>
                  <a:lnTo>
                    <a:pt x="0" y="130917"/>
                  </a:lnTo>
                  <a:lnTo>
                    <a:pt x="45820" y="130917"/>
                  </a:lnTo>
                  <a:lnTo>
                    <a:pt x="45820" y="50794"/>
                  </a:lnTo>
                  <a:lnTo>
                    <a:pt x="44396" y="48061"/>
                  </a:lnTo>
                  <a:lnTo>
                    <a:pt x="42197" y="46208"/>
                  </a:lnTo>
                  <a:lnTo>
                    <a:pt x="44354" y="41695"/>
                  </a:lnTo>
                  <a:lnTo>
                    <a:pt x="45632" y="32512"/>
                  </a:lnTo>
                  <a:lnTo>
                    <a:pt x="45632" y="26805"/>
                  </a:lnTo>
                  <a:lnTo>
                    <a:pt x="42081" y="15734"/>
                  </a:lnTo>
                  <a:lnTo>
                    <a:pt x="34271" y="7285"/>
                  </a:lnTo>
                  <a:lnTo>
                    <a:pt x="26460" y="1894"/>
                  </a:lnTo>
                  <a:lnTo>
                    <a:pt x="22910" y="0"/>
                  </a:lnTo>
                  <a:close/>
                </a:path>
              </a:pathLst>
            </a:custGeom>
            <a:solidFill>
              <a:srgbClr val="2C815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5" name="object 975" descr=""/>
            <p:cNvSpPr/>
            <p:nvPr/>
          </p:nvSpPr>
          <p:spPr>
            <a:xfrm>
              <a:off x="14960769" y="9984981"/>
              <a:ext cx="26034" cy="125095"/>
            </a:xfrm>
            <a:custGeom>
              <a:avLst/>
              <a:gdLst/>
              <a:ahLst/>
              <a:cxnLst/>
              <a:rect l="l" t="t" r="r" b="b"/>
              <a:pathLst>
                <a:path w="26034" h="125095">
                  <a:moveTo>
                    <a:pt x="12931" y="0"/>
                  </a:moveTo>
                  <a:lnTo>
                    <a:pt x="6827" y="4711"/>
                  </a:lnTo>
                  <a:lnTo>
                    <a:pt x="198" y="11800"/>
                  </a:lnTo>
                  <a:lnTo>
                    <a:pt x="198" y="26344"/>
                  </a:lnTo>
                  <a:lnTo>
                    <a:pt x="1465" y="35527"/>
                  </a:lnTo>
                  <a:lnTo>
                    <a:pt x="3633" y="40040"/>
                  </a:lnTo>
                  <a:lnTo>
                    <a:pt x="1434" y="41894"/>
                  </a:lnTo>
                  <a:lnTo>
                    <a:pt x="0" y="44626"/>
                  </a:lnTo>
                  <a:lnTo>
                    <a:pt x="0" y="124750"/>
                  </a:lnTo>
                  <a:lnTo>
                    <a:pt x="25925" y="124750"/>
                  </a:lnTo>
                  <a:lnTo>
                    <a:pt x="25925" y="44626"/>
                  </a:lnTo>
                  <a:lnTo>
                    <a:pt x="24501" y="41894"/>
                  </a:lnTo>
                  <a:lnTo>
                    <a:pt x="22261" y="40040"/>
                  </a:lnTo>
                  <a:lnTo>
                    <a:pt x="24459" y="35527"/>
                  </a:lnTo>
                  <a:lnTo>
                    <a:pt x="25726" y="26344"/>
                  </a:lnTo>
                  <a:lnTo>
                    <a:pt x="25726" y="11800"/>
                  </a:lnTo>
                  <a:lnTo>
                    <a:pt x="19057" y="4670"/>
                  </a:lnTo>
                  <a:lnTo>
                    <a:pt x="12931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6" name="object 976" descr=""/>
            <p:cNvSpPr/>
            <p:nvPr/>
          </p:nvSpPr>
          <p:spPr>
            <a:xfrm>
              <a:off x="15019850" y="9978814"/>
              <a:ext cx="46355" cy="131445"/>
            </a:xfrm>
            <a:custGeom>
              <a:avLst/>
              <a:gdLst/>
              <a:ahLst/>
              <a:cxnLst/>
              <a:rect l="l" t="t" r="r" b="b"/>
              <a:pathLst>
                <a:path w="46355" h="131445">
                  <a:moveTo>
                    <a:pt x="22910" y="0"/>
                  </a:moveTo>
                  <a:lnTo>
                    <a:pt x="18125" y="2198"/>
                  </a:lnTo>
                  <a:lnTo>
                    <a:pt x="12921" y="6167"/>
                  </a:lnTo>
                  <a:lnTo>
                    <a:pt x="6827" y="10879"/>
                  </a:lnTo>
                  <a:lnTo>
                    <a:pt x="188" y="17968"/>
                  </a:lnTo>
                  <a:lnTo>
                    <a:pt x="188" y="32512"/>
                  </a:lnTo>
                  <a:lnTo>
                    <a:pt x="1465" y="41695"/>
                  </a:lnTo>
                  <a:lnTo>
                    <a:pt x="3622" y="46208"/>
                  </a:lnTo>
                  <a:lnTo>
                    <a:pt x="1424" y="48061"/>
                  </a:lnTo>
                  <a:lnTo>
                    <a:pt x="0" y="50794"/>
                  </a:lnTo>
                  <a:lnTo>
                    <a:pt x="0" y="130917"/>
                  </a:lnTo>
                  <a:lnTo>
                    <a:pt x="45820" y="130917"/>
                  </a:lnTo>
                  <a:lnTo>
                    <a:pt x="45820" y="50794"/>
                  </a:lnTo>
                  <a:lnTo>
                    <a:pt x="44396" y="48061"/>
                  </a:lnTo>
                  <a:lnTo>
                    <a:pt x="42197" y="46208"/>
                  </a:lnTo>
                  <a:lnTo>
                    <a:pt x="44354" y="41695"/>
                  </a:lnTo>
                  <a:lnTo>
                    <a:pt x="45632" y="32512"/>
                  </a:lnTo>
                  <a:lnTo>
                    <a:pt x="45632" y="26805"/>
                  </a:lnTo>
                  <a:lnTo>
                    <a:pt x="42081" y="15734"/>
                  </a:lnTo>
                  <a:lnTo>
                    <a:pt x="34271" y="7285"/>
                  </a:lnTo>
                  <a:lnTo>
                    <a:pt x="26460" y="1894"/>
                  </a:lnTo>
                  <a:lnTo>
                    <a:pt x="22910" y="0"/>
                  </a:lnTo>
                  <a:close/>
                </a:path>
              </a:pathLst>
            </a:custGeom>
            <a:solidFill>
              <a:srgbClr val="2C815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7" name="object 977" descr=""/>
            <p:cNvSpPr/>
            <p:nvPr/>
          </p:nvSpPr>
          <p:spPr>
            <a:xfrm>
              <a:off x="15019845" y="9984981"/>
              <a:ext cx="26034" cy="125095"/>
            </a:xfrm>
            <a:custGeom>
              <a:avLst/>
              <a:gdLst/>
              <a:ahLst/>
              <a:cxnLst/>
              <a:rect l="l" t="t" r="r" b="b"/>
              <a:pathLst>
                <a:path w="26034" h="125095">
                  <a:moveTo>
                    <a:pt x="12931" y="0"/>
                  </a:moveTo>
                  <a:lnTo>
                    <a:pt x="6827" y="4711"/>
                  </a:lnTo>
                  <a:lnTo>
                    <a:pt x="198" y="11800"/>
                  </a:lnTo>
                  <a:lnTo>
                    <a:pt x="198" y="26344"/>
                  </a:lnTo>
                  <a:lnTo>
                    <a:pt x="1465" y="35527"/>
                  </a:lnTo>
                  <a:lnTo>
                    <a:pt x="3633" y="40040"/>
                  </a:lnTo>
                  <a:lnTo>
                    <a:pt x="1434" y="41894"/>
                  </a:lnTo>
                  <a:lnTo>
                    <a:pt x="0" y="44626"/>
                  </a:lnTo>
                  <a:lnTo>
                    <a:pt x="0" y="124750"/>
                  </a:lnTo>
                  <a:lnTo>
                    <a:pt x="25925" y="124750"/>
                  </a:lnTo>
                  <a:lnTo>
                    <a:pt x="25925" y="44626"/>
                  </a:lnTo>
                  <a:lnTo>
                    <a:pt x="24501" y="41894"/>
                  </a:lnTo>
                  <a:lnTo>
                    <a:pt x="22261" y="40040"/>
                  </a:lnTo>
                  <a:lnTo>
                    <a:pt x="24459" y="35527"/>
                  </a:lnTo>
                  <a:lnTo>
                    <a:pt x="25726" y="26344"/>
                  </a:lnTo>
                  <a:lnTo>
                    <a:pt x="25726" y="11800"/>
                  </a:lnTo>
                  <a:lnTo>
                    <a:pt x="19057" y="4670"/>
                  </a:lnTo>
                  <a:lnTo>
                    <a:pt x="12931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8" name="object 978" descr=""/>
            <p:cNvSpPr/>
            <p:nvPr/>
          </p:nvSpPr>
          <p:spPr>
            <a:xfrm>
              <a:off x="15078925" y="9978814"/>
              <a:ext cx="46355" cy="131445"/>
            </a:xfrm>
            <a:custGeom>
              <a:avLst/>
              <a:gdLst/>
              <a:ahLst/>
              <a:cxnLst/>
              <a:rect l="l" t="t" r="r" b="b"/>
              <a:pathLst>
                <a:path w="46355" h="131445">
                  <a:moveTo>
                    <a:pt x="22910" y="0"/>
                  </a:moveTo>
                  <a:lnTo>
                    <a:pt x="18125" y="2198"/>
                  </a:lnTo>
                  <a:lnTo>
                    <a:pt x="12921" y="6167"/>
                  </a:lnTo>
                  <a:lnTo>
                    <a:pt x="6827" y="10879"/>
                  </a:lnTo>
                  <a:lnTo>
                    <a:pt x="188" y="17968"/>
                  </a:lnTo>
                  <a:lnTo>
                    <a:pt x="188" y="32512"/>
                  </a:lnTo>
                  <a:lnTo>
                    <a:pt x="1465" y="41695"/>
                  </a:lnTo>
                  <a:lnTo>
                    <a:pt x="3622" y="46208"/>
                  </a:lnTo>
                  <a:lnTo>
                    <a:pt x="1424" y="48061"/>
                  </a:lnTo>
                  <a:lnTo>
                    <a:pt x="0" y="50794"/>
                  </a:lnTo>
                  <a:lnTo>
                    <a:pt x="0" y="130917"/>
                  </a:lnTo>
                  <a:lnTo>
                    <a:pt x="45820" y="130917"/>
                  </a:lnTo>
                  <a:lnTo>
                    <a:pt x="45820" y="50794"/>
                  </a:lnTo>
                  <a:lnTo>
                    <a:pt x="44396" y="48061"/>
                  </a:lnTo>
                  <a:lnTo>
                    <a:pt x="42197" y="46208"/>
                  </a:lnTo>
                  <a:lnTo>
                    <a:pt x="44354" y="41695"/>
                  </a:lnTo>
                  <a:lnTo>
                    <a:pt x="45632" y="32512"/>
                  </a:lnTo>
                  <a:lnTo>
                    <a:pt x="45632" y="26805"/>
                  </a:lnTo>
                  <a:lnTo>
                    <a:pt x="42081" y="15734"/>
                  </a:lnTo>
                  <a:lnTo>
                    <a:pt x="34271" y="7285"/>
                  </a:lnTo>
                  <a:lnTo>
                    <a:pt x="26460" y="1894"/>
                  </a:lnTo>
                  <a:lnTo>
                    <a:pt x="22910" y="0"/>
                  </a:lnTo>
                  <a:close/>
                </a:path>
              </a:pathLst>
            </a:custGeom>
            <a:solidFill>
              <a:srgbClr val="2C815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9" name="object 979" descr=""/>
            <p:cNvSpPr/>
            <p:nvPr/>
          </p:nvSpPr>
          <p:spPr>
            <a:xfrm>
              <a:off x="15078931" y="9984981"/>
              <a:ext cx="26034" cy="125095"/>
            </a:xfrm>
            <a:custGeom>
              <a:avLst/>
              <a:gdLst/>
              <a:ahLst/>
              <a:cxnLst/>
              <a:rect l="l" t="t" r="r" b="b"/>
              <a:pathLst>
                <a:path w="26034" h="125095">
                  <a:moveTo>
                    <a:pt x="12921" y="0"/>
                  </a:moveTo>
                  <a:lnTo>
                    <a:pt x="6816" y="4711"/>
                  </a:lnTo>
                  <a:lnTo>
                    <a:pt x="188" y="11800"/>
                  </a:lnTo>
                  <a:lnTo>
                    <a:pt x="188" y="26344"/>
                  </a:lnTo>
                  <a:lnTo>
                    <a:pt x="1465" y="35527"/>
                  </a:lnTo>
                  <a:lnTo>
                    <a:pt x="3622" y="40040"/>
                  </a:lnTo>
                  <a:lnTo>
                    <a:pt x="1424" y="41894"/>
                  </a:lnTo>
                  <a:lnTo>
                    <a:pt x="0" y="44626"/>
                  </a:lnTo>
                  <a:lnTo>
                    <a:pt x="0" y="124750"/>
                  </a:lnTo>
                  <a:lnTo>
                    <a:pt x="25915" y="124750"/>
                  </a:lnTo>
                  <a:lnTo>
                    <a:pt x="25915" y="44626"/>
                  </a:lnTo>
                  <a:lnTo>
                    <a:pt x="24491" y="41894"/>
                  </a:lnTo>
                  <a:lnTo>
                    <a:pt x="22250" y="40040"/>
                  </a:lnTo>
                  <a:lnTo>
                    <a:pt x="24449" y="35527"/>
                  </a:lnTo>
                  <a:lnTo>
                    <a:pt x="25726" y="26344"/>
                  </a:lnTo>
                  <a:lnTo>
                    <a:pt x="25726" y="11800"/>
                  </a:lnTo>
                  <a:lnTo>
                    <a:pt x="19046" y="4670"/>
                  </a:lnTo>
                  <a:lnTo>
                    <a:pt x="12921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0" name="object 980" descr=""/>
            <p:cNvSpPr/>
            <p:nvPr/>
          </p:nvSpPr>
          <p:spPr>
            <a:xfrm>
              <a:off x="15138002" y="9978814"/>
              <a:ext cx="46355" cy="131445"/>
            </a:xfrm>
            <a:custGeom>
              <a:avLst/>
              <a:gdLst/>
              <a:ahLst/>
              <a:cxnLst/>
              <a:rect l="l" t="t" r="r" b="b"/>
              <a:pathLst>
                <a:path w="46355" h="131445">
                  <a:moveTo>
                    <a:pt x="22910" y="0"/>
                  </a:moveTo>
                  <a:lnTo>
                    <a:pt x="18125" y="2198"/>
                  </a:lnTo>
                  <a:lnTo>
                    <a:pt x="12921" y="6167"/>
                  </a:lnTo>
                  <a:lnTo>
                    <a:pt x="6827" y="10879"/>
                  </a:lnTo>
                  <a:lnTo>
                    <a:pt x="188" y="17968"/>
                  </a:lnTo>
                  <a:lnTo>
                    <a:pt x="188" y="32512"/>
                  </a:lnTo>
                  <a:lnTo>
                    <a:pt x="1465" y="41695"/>
                  </a:lnTo>
                  <a:lnTo>
                    <a:pt x="3622" y="46208"/>
                  </a:lnTo>
                  <a:lnTo>
                    <a:pt x="1424" y="48061"/>
                  </a:lnTo>
                  <a:lnTo>
                    <a:pt x="0" y="50794"/>
                  </a:lnTo>
                  <a:lnTo>
                    <a:pt x="0" y="130917"/>
                  </a:lnTo>
                  <a:lnTo>
                    <a:pt x="45820" y="130917"/>
                  </a:lnTo>
                  <a:lnTo>
                    <a:pt x="45820" y="50794"/>
                  </a:lnTo>
                  <a:lnTo>
                    <a:pt x="44396" y="48061"/>
                  </a:lnTo>
                  <a:lnTo>
                    <a:pt x="42197" y="46208"/>
                  </a:lnTo>
                  <a:lnTo>
                    <a:pt x="44354" y="41695"/>
                  </a:lnTo>
                  <a:lnTo>
                    <a:pt x="45632" y="32512"/>
                  </a:lnTo>
                  <a:lnTo>
                    <a:pt x="45632" y="26805"/>
                  </a:lnTo>
                  <a:lnTo>
                    <a:pt x="42081" y="15734"/>
                  </a:lnTo>
                  <a:lnTo>
                    <a:pt x="34271" y="7285"/>
                  </a:lnTo>
                  <a:lnTo>
                    <a:pt x="26460" y="1894"/>
                  </a:lnTo>
                  <a:lnTo>
                    <a:pt x="22910" y="0"/>
                  </a:lnTo>
                  <a:close/>
                </a:path>
              </a:pathLst>
            </a:custGeom>
            <a:solidFill>
              <a:srgbClr val="2C815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1" name="object 981" descr=""/>
            <p:cNvSpPr/>
            <p:nvPr/>
          </p:nvSpPr>
          <p:spPr>
            <a:xfrm>
              <a:off x="15138007" y="9984981"/>
              <a:ext cx="26034" cy="125095"/>
            </a:xfrm>
            <a:custGeom>
              <a:avLst/>
              <a:gdLst/>
              <a:ahLst/>
              <a:cxnLst/>
              <a:rect l="l" t="t" r="r" b="b"/>
              <a:pathLst>
                <a:path w="26034" h="125095">
                  <a:moveTo>
                    <a:pt x="12921" y="0"/>
                  </a:moveTo>
                  <a:lnTo>
                    <a:pt x="6816" y="4711"/>
                  </a:lnTo>
                  <a:lnTo>
                    <a:pt x="188" y="11800"/>
                  </a:lnTo>
                  <a:lnTo>
                    <a:pt x="188" y="26344"/>
                  </a:lnTo>
                  <a:lnTo>
                    <a:pt x="1465" y="35527"/>
                  </a:lnTo>
                  <a:lnTo>
                    <a:pt x="3622" y="40040"/>
                  </a:lnTo>
                  <a:lnTo>
                    <a:pt x="1424" y="41894"/>
                  </a:lnTo>
                  <a:lnTo>
                    <a:pt x="0" y="44626"/>
                  </a:lnTo>
                  <a:lnTo>
                    <a:pt x="0" y="124750"/>
                  </a:lnTo>
                  <a:lnTo>
                    <a:pt x="25915" y="124750"/>
                  </a:lnTo>
                  <a:lnTo>
                    <a:pt x="25915" y="44626"/>
                  </a:lnTo>
                  <a:lnTo>
                    <a:pt x="24491" y="41894"/>
                  </a:lnTo>
                  <a:lnTo>
                    <a:pt x="22250" y="40040"/>
                  </a:lnTo>
                  <a:lnTo>
                    <a:pt x="24449" y="35527"/>
                  </a:lnTo>
                  <a:lnTo>
                    <a:pt x="25726" y="26344"/>
                  </a:lnTo>
                  <a:lnTo>
                    <a:pt x="25726" y="11800"/>
                  </a:lnTo>
                  <a:lnTo>
                    <a:pt x="19046" y="4670"/>
                  </a:lnTo>
                  <a:lnTo>
                    <a:pt x="12921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2" name="object 982" descr=""/>
            <p:cNvSpPr/>
            <p:nvPr/>
          </p:nvSpPr>
          <p:spPr>
            <a:xfrm>
              <a:off x="15197079" y="9978814"/>
              <a:ext cx="46355" cy="131445"/>
            </a:xfrm>
            <a:custGeom>
              <a:avLst/>
              <a:gdLst/>
              <a:ahLst/>
              <a:cxnLst/>
              <a:rect l="l" t="t" r="r" b="b"/>
              <a:pathLst>
                <a:path w="46355" h="131445">
                  <a:moveTo>
                    <a:pt x="22910" y="0"/>
                  </a:moveTo>
                  <a:lnTo>
                    <a:pt x="18125" y="2198"/>
                  </a:lnTo>
                  <a:lnTo>
                    <a:pt x="12921" y="6167"/>
                  </a:lnTo>
                  <a:lnTo>
                    <a:pt x="6827" y="10879"/>
                  </a:lnTo>
                  <a:lnTo>
                    <a:pt x="188" y="17968"/>
                  </a:lnTo>
                  <a:lnTo>
                    <a:pt x="188" y="32512"/>
                  </a:lnTo>
                  <a:lnTo>
                    <a:pt x="1465" y="41695"/>
                  </a:lnTo>
                  <a:lnTo>
                    <a:pt x="3622" y="46208"/>
                  </a:lnTo>
                  <a:lnTo>
                    <a:pt x="1424" y="48061"/>
                  </a:lnTo>
                  <a:lnTo>
                    <a:pt x="0" y="50794"/>
                  </a:lnTo>
                  <a:lnTo>
                    <a:pt x="0" y="130917"/>
                  </a:lnTo>
                  <a:lnTo>
                    <a:pt x="45820" y="130917"/>
                  </a:lnTo>
                  <a:lnTo>
                    <a:pt x="45820" y="50794"/>
                  </a:lnTo>
                  <a:lnTo>
                    <a:pt x="44396" y="48061"/>
                  </a:lnTo>
                  <a:lnTo>
                    <a:pt x="42197" y="46208"/>
                  </a:lnTo>
                  <a:lnTo>
                    <a:pt x="44354" y="41695"/>
                  </a:lnTo>
                  <a:lnTo>
                    <a:pt x="45632" y="32512"/>
                  </a:lnTo>
                  <a:lnTo>
                    <a:pt x="45632" y="26805"/>
                  </a:lnTo>
                  <a:lnTo>
                    <a:pt x="42081" y="15734"/>
                  </a:lnTo>
                  <a:lnTo>
                    <a:pt x="34271" y="7285"/>
                  </a:lnTo>
                  <a:lnTo>
                    <a:pt x="26460" y="1894"/>
                  </a:lnTo>
                  <a:lnTo>
                    <a:pt x="22910" y="0"/>
                  </a:lnTo>
                  <a:close/>
                </a:path>
              </a:pathLst>
            </a:custGeom>
            <a:solidFill>
              <a:srgbClr val="2C815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3" name="object 983" descr=""/>
            <p:cNvSpPr/>
            <p:nvPr/>
          </p:nvSpPr>
          <p:spPr>
            <a:xfrm>
              <a:off x="15197074" y="9984981"/>
              <a:ext cx="26034" cy="125095"/>
            </a:xfrm>
            <a:custGeom>
              <a:avLst/>
              <a:gdLst/>
              <a:ahLst/>
              <a:cxnLst/>
              <a:rect l="l" t="t" r="r" b="b"/>
              <a:pathLst>
                <a:path w="26034" h="125095">
                  <a:moveTo>
                    <a:pt x="12931" y="0"/>
                  </a:moveTo>
                  <a:lnTo>
                    <a:pt x="6827" y="4711"/>
                  </a:lnTo>
                  <a:lnTo>
                    <a:pt x="198" y="11800"/>
                  </a:lnTo>
                  <a:lnTo>
                    <a:pt x="198" y="26344"/>
                  </a:lnTo>
                  <a:lnTo>
                    <a:pt x="1465" y="35527"/>
                  </a:lnTo>
                  <a:lnTo>
                    <a:pt x="3633" y="40040"/>
                  </a:lnTo>
                  <a:lnTo>
                    <a:pt x="1434" y="41894"/>
                  </a:lnTo>
                  <a:lnTo>
                    <a:pt x="0" y="44626"/>
                  </a:lnTo>
                  <a:lnTo>
                    <a:pt x="0" y="124750"/>
                  </a:lnTo>
                  <a:lnTo>
                    <a:pt x="25925" y="124750"/>
                  </a:lnTo>
                  <a:lnTo>
                    <a:pt x="25925" y="44626"/>
                  </a:lnTo>
                  <a:lnTo>
                    <a:pt x="24501" y="41894"/>
                  </a:lnTo>
                  <a:lnTo>
                    <a:pt x="22261" y="40040"/>
                  </a:lnTo>
                  <a:lnTo>
                    <a:pt x="24459" y="35527"/>
                  </a:lnTo>
                  <a:lnTo>
                    <a:pt x="25737" y="26344"/>
                  </a:lnTo>
                  <a:lnTo>
                    <a:pt x="25737" y="11800"/>
                  </a:lnTo>
                  <a:lnTo>
                    <a:pt x="19057" y="4670"/>
                  </a:lnTo>
                  <a:lnTo>
                    <a:pt x="12931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4" name="object 984" descr=""/>
            <p:cNvSpPr/>
            <p:nvPr/>
          </p:nvSpPr>
          <p:spPr>
            <a:xfrm>
              <a:off x="15256157" y="9978814"/>
              <a:ext cx="46355" cy="131445"/>
            </a:xfrm>
            <a:custGeom>
              <a:avLst/>
              <a:gdLst/>
              <a:ahLst/>
              <a:cxnLst/>
              <a:rect l="l" t="t" r="r" b="b"/>
              <a:pathLst>
                <a:path w="46355" h="131445">
                  <a:moveTo>
                    <a:pt x="22910" y="0"/>
                  </a:moveTo>
                  <a:lnTo>
                    <a:pt x="18125" y="2198"/>
                  </a:lnTo>
                  <a:lnTo>
                    <a:pt x="12921" y="6167"/>
                  </a:lnTo>
                  <a:lnTo>
                    <a:pt x="6827" y="10879"/>
                  </a:lnTo>
                  <a:lnTo>
                    <a:pt x="188" y="17968"/>
                  </a:lnTo>
                  <a:lnTo>
                    <a:pt x="188" y="32512"/>
                  </a:lnTo>
                  <a:lnTo>
                    <a:pt x="1465" y="41695"/>
                  </a:lnTo>
                  <a:lnTo>
                    <a:pt x="3622" y="46208"/>
                  </a:lnTo>
                  <a:lnTo>
                    <a:pt x="1424" y="48061"/>
                  </a:lnTo>
                  <a:lnTo>
                    <a:pt x="0" y="50794"/>
                  </a:lnTo>
                  <a:lnTo>
                    <a:pt x="0" y="130917"/>
                  </a:lnTo>
                  <a:lnTo>
                    <a:pt x="45820" y="130917"/>
                  </a:lnTo>
                  <a:lnTo>
                    <a:pt x="45820" y="50794"/>
                  </a:lnTo>
                  <a:lnTo>
                    <a:pt x="44396" y="48061"/>
                  </a:lnTo>
                  <a:lnTo>
                    <a:pt x="42197" y="46208"/>
                  </a:lnTo>
                  <a:lnTo>
                    <a:pt x="44354" y="41695"/>
                  </a:lnTo>
                  <a:lnTo>
                    <a:pt x="45632" y="32512"/>
                  </a:lnTo>
                  <a:lnTo>
                    <a:pt x="45632" y="26805"/>
                  </a:lnTo>
                  <a:lnTo>
                    <a:pt x="42081" y="15734"/>
                  </a:lnTo>
                  <a:lnTo>
                    <a:pt x="34271" y="7285"/>
                  </a:lnTo>
                  <a:lnTo>
                    <a:pt x="26460" y="1894"/>
                  </a:lnTo>
                  <a:lnTo>
                    <a:pt x="22910" y="0"/>
                  </a:lnTo>
                  <a:close/>
                </a:path>
              </a:pathLst>
            </a:custGeom>
            <a:solidFill>
              <a:srgbClr val="2C815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5" name="object 985" descr=""/>
            <p:cNvSpPr/>
            <p:nvPr/>
          </p:nvSpPr>
          <p:spPr>
            <a:xfrm>
              <a:off x="15256160" y="9984981"/>
              <a:ext cx="26034" cy="125095"/>
            </a:xfrm>
            <a:custGeom>
              <a:avLst/>
              <a:gdLst/>
              <a:ahLst/>
              <a:cxnLst/>
              <a:rect l="l" t="t" r="r" b="b"/>
              <a:pathLst>
                <a:path w="26034" h="125095">
                  <a:moveTo>
                    <a:pt x="12921" y="0"/>
                  </a:moveTo>
                  <a:lnTo>
                    <a:pt x="6816" y="4711"/>
                  </a:lnTo>
                  <a:lnTo>
                    <a:pt x="188" y="11800"/>
                  </a:lnTo>
                  <a:lnTo>
                    <a:pt x="188" y="26344"/>
                  </a:lnTo>
                  <a:lnTo>
                    <a:pt x="1465" y="35527"/>
                  </a:lnTo>
                  <a:lnTo>
                    <a:pt x="3622" y="40040"/>
                  </a:lnTo>
                  <a:lnTo>
                    <a:pt x="1424" y="41894"/>
                  </a:lnTo>
                  <a:lnTo>
                    <a:pt x="0" y="44626"/>
                  </a:lnTo>
                  <a:lnTo>
                    <a:pt x="0" y="124750"/>
                  </a:lnTo>
                  <a:lnTo>
                    <a:pt x="25915" y="124750"/>
                  </a:lnTo>
                  <a:lnTo>
                    <a:pt x="25915" y="44626"/>
                  </a:lnTo>
                  <a:lnTo>
                    <a:pt x="24491" y="41894"/>
                  </a:lnTo>
                  <a:lnTo>
                    <a:pt x="22250" y="40040"/>
                  </a:lnTo>
                  <a:lnTo>
                    <a:pt x="24449" y="35527"/>
                  </a:lnTo>
                  <a:lnTo>
                    <a:pt x="25726" y="26344"/>
                  </a:lnTo>
                  <a:lnTo>
                    <a:pt x="25726" y="11800"/>
                  </a:lnTo>
                  <a:lnTo>
                    <a:pt x="19046" y="4670"/>
                  </a:lnTo>
                  <a:lnTo>
                    <a:pt x="12921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6" name="object 986" descr=""/>
            <p:cNvSpPr/>
            <p:nvPr/>
          </p:nvSpPr>
          <p:spPr>
            <a:xfrm>
              <a:off x="15315231" y="9978814"/>
              <a:ext cx="46355" cy="131445"/>
            </a:xfrm>
            <a:custGeom>
              <a:avLst/>
              <a:gdLst/>
              <a:ahLst/>
              <a:cxnLst/>
              <a:rect l="l" t="t" r="r" b="b"/>
              <a:pathLst>
                <a:path w="46355" h="131445">
                  <a:moveTo>
                    <a:pt x="22910" y="0"/>
                  </a:moveTo>
                  <a:lnTo>
                    <a:pt x="18125" y="2198"/>
                  </a:lnTo>
                  <a:lnTo>
                    <a:pt x="12921" y="6167"/>
                  </a:lnTo>
                  <a:lnTo>
                    <a:pt x="6827" y="10879"/>
                  </a:lnTo>
                  <a:lnTo>
                    <a:pt x="188" y="17968"/>
                  </a:lnTo>
                  <a:lnTo>
                    <a:pt x="188" y="32512"/>
                  </a:lnTo>
                  <a:lnTo>
                    <a:pt x="1465" y="41695"/>
                  </a:lnTo>
                  <a:lnTo>
                    <a:pt x="3622" y="46208"/>
                  </a:lnTo>
                  <a:lnTo>
                    <a:pt x="1424" y="48061"/>
                  </a:lnTo>
                  <a:lnTo>
                    <a:pt x="0" y="50794"/>
                  </a:lnTo>
                  <a:lnTo>
                    <a:pt x="0" y="130917"/>
                  </a:lnTo>
                  <a:lnTo>
                    <a:pt x="45820" y="130917"/>
                  </a:lnTo>
                  <a:lnTo>
                    <a:pt x="45820" y="50794"/>
                  </a:lnTo>
                  <a:lnTo>
                    <a:pt x="44396" y="48061"/>
                  </a:lnTo>
                  <a:lnTo>
                    <a:pt x="42197" y="46208"/>
                  </a:lnTo>
                  <a:lnTo>
                    <a:pt x="44354" y="41695"/>
                  </a:lnTo>
                  <a:lnTo>
                    <a:pt x="45632" y="32512"/>
                  </a:lnTo>
                  <a:lnTo>
                    <a:pt x="45632" y="26805"/>
                  </a:lnTo>
                  <a:lnTo>
                    <a:pt x="42081" y="15734"/>
                  </a:lnTo>
                  <a:lnTo>
                    <a:pt x="34271" y="7285"/>
                  </a:lnTo>
                  <a:lnTo>
                    <a:pt x="26460" y="1894"/>
                  </a:lnTo>
                  <a:lnTo>
                    <a:pt x="22910" y="0"/>
                  </a:lnTo>
                  <a:close/>
                </a:path>
              </a:pathLst>
            </a:custGeom>
            <a:solidFill>
              <a:srgbClr val="2C815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7" name="object 987" descr=""/>
            <p:cNvSpPr/>
            <p:nvPr/>
          </p:nvSpPr>
          <p:spPr>
            <a:xfrm>
              <a:off x="15315237" y="9984981"/>
              <a:ext cx="26034" cy="125095"/>
            </a:xfrm>
            <a:custGeom>
              <a:avLst/>
              <a:gdLst/>
              <a:ahLst/>
              <a:cxnLst/>
              <a:rect l="l" t="t" r="r" b="b"/>
              <a:pathLst>
                <a:path w="26034" h="125095">
                  <a:moveTo>
                    <a:pt x="12921" y="0"/>
                  </a:moveTo>
                  <a:lnTo>
                    <a:pt x="6816" y="4711"/>
                  </a:lnTo>
                  <a:lnTo>
                    <a:pt x="188" y="11800"/>
                  </a:lnTo>
                  <a:lnTo>
                    <a:pt x="188" y="26344"/>
                  </a:lnTo>
                  <a:lnTo>
                    <a:pt x="1465" y="35527"/>
                  </a:lnTo>
                  <a:lnTo>
                    <a:pt x="3622" y="40040"/>
                  </a:lnTo>
                  <a:lnTo>
                    <a:pt x="1424" y="41894"/>
                  </a:lnTo>
                  <a:lnTo>
                    <a:pt x="0" y="44626"/>
                  </a:lnTo>
                  <a:lnTo>
                    <a:pt x="0" y="124750"/>
                  </a:lnTo>
                  <a:lnTo>
                    <a:pt x="25915" y="124750"/>
                  </a:lnTo>
                  <a:lnTo>
                    <a:pt x="25915" y="44626"/>
                  </a:lnTo>
                  <a:lnTo>
                    <a:pt x="24491" y="41894"/>
                  </a:lnTo>
                  <a:lnTo>
                    <a:pt x="22250" y="40040"/>
                  </a:lnTo>
                  <a:lnTo>
                    <a:pt x="24449" y="35527"/>
                  </a:lnTo>
                  <a:lnTo>
                    <a:pt x="25726" y="26344"/>
                  </a:lnTo>
                  <a:lnTo>
                    <a:pt x="25726" y="11800"/>
                  </a:lnTo>
                  <a:lnTo>
                    <a:pt x="19046" y="4670"/>
                  </a:lnTo>
                  <a:lnTo>
                    <a:pt x="12921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8" name="object 988" descr=""/>
            <p:cNvSpPr/>
            <p:nvPr/>
          </p:nvSpPr>
          <p:spPr>
            <a:xfrm>
              <a:off x="15374309" y="9978814"/>
              <a:ext cx="46355" cy="131445"/>
            </a:xfrm>
            <a:custGeom>
              <a:avLst/>
              <a:gdLst/>
              <a:ahLst/>
              <a:cxnLst/>
              <a:rect l="l" t="t" r="r" b="b"/>
              <a:pathLst>
                <a:path w="46355" h="131445">
                  <a:moveTo>
                    <a:pt x="22910" y="0"/>
                  </a:moveTo>
                  <a:lnTo>
                    <a:pt x="18125" y="2198"/>
                  </a:lnTo>
                  <a:lnTo>
                    <a:pt x="12921" y="6167"/>
                  </a:lnTo>
                  <a:lnTo>
                    <a:pt x="6827" y="10879"/>
                  </a:lnTo>
                  <a:lnTo>
                    <a:pt x="188" y="17968"/>
                  </a:lnTo>
                  <a:lnTo>
                    <a:pt x="188" y="32512"/>
                  </a:lnTo>
                  <a:lnTo>
                    <a:pt x="1465" y="41695"/>
                  </a:lnTo>
                  <a:lnTo>
                    <a:pt x="3622" y="46208"/>
                  </a:lnTo>
                  <a:lnTo>
                    <a:pt x="1424" y="48061"/>
                  </a:lnTo>
                  <a:lnTo>
                    <a:pt x="0" y="50794"/>
                  </a:lnTo>
                  <a:lnTo>
                    <a:pt x="0" y="130917"/>
                  </a:lnTo>
                  <a:lnTo>
                    <a:pt x="45820" y="130917"/>
                  </a:lnTo>
                  <a:lnTo>
                    <a:pt x="45820" y="50794"/>
                  </a:lnTo>
                  <a:lnTo>
                    <a:pt x="44396" y="48061"/>
                  </a:lnTo>
                  <a:lnTo>
                    <a:pt x="42197" y="46208"/>
                  </a:lnTo>
                  <a:lnTo>
                    <a:pt x="44354" y="41695"/>
                  </a:lnTo>
                  <a:lnTo>
                    <a:pt x="45632" y="32512"/>
                  </a:lnTo>
                  <a:lnTo>
                    <a:pt x="45632" y="26805"/>
                  </a:lnTo>
                  <a:lnTo>
                    <a:pt x="42081" y="15734"/>
                  </a:lnTo>
                  <a:lnTo>
                    <a:pt x="34271" y="7285"/>
                  </a:lnTo>
                  <a:lnTo>
                    <a:pt x="26460" y="1894"/>
                  </a:lnTo>
                  <a:lnTo>
                    <a:pt x="22910" y="0"/>
                  </a:lnTo>
                  <a:close/>
                </a:path>
              </a:pathLst>
            </a:custGeom>
            <a:solidFill>
              <a:srgbClr val="2C815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9" name="object 989" descr=""/>
            <p:cNvSpPr/>
            <p:nvPr/>
          </p:nvSpPr>
          <p:spPr>
            <a:xfrm>
              <a:off x="15374303" y="9984981"/>
              <a:ext cx="26034" cy="125095"/>
            </a:xfrm>
            <a:custGeom>
              <a:avLst/>
              <a:gdLst/>
              <a:ahLst/>
              <a:cxnLst/>
              <a:rect l="l" t="t" r="r" b="b"/>
              <a:pathLst>
                <a:path w="26034" h="125095">
                  <a:moveTo>
                    <a:pt x="12931" y="0"/>
                  </a:moveTo>
                  <a:lnTo>
                    <a:pt x="6827" y="4711"/>
                  </a:lnTo>
                  <a:lnTo>
                    <a:pt x="198" y="11800"/>
                  </a:lnTo>
                  <a:lnTo>
                    <a:pt x="198" y="26344"/>
                  </a:lnTo>
                  <a:lnTo>
                    <a:pt x="1465" y="35527"/>
                  </a:lnTo>
                  <a:lnTo>
                    <a:pt x="3633" y="40040"/>
                  </a:lnTo>
                  <a:lnTo>
                    <a:pt x="1434" y="41894"/>
                  </a:lnTo>
                  <a:lnTo>
                    <a:pt x="0" y="44626"/>
                  </a:lnTo>
                  <a:lnTo>
                    <a:pt x="0" y="124750"/>
                  </a:lnTo>
                  <a:lnTo>
                    <a:pt x="25925" y="124750"/>
                  </a:lnTo>
                  <a:lnTo>
                    <a:pt x="25925" y="44626"/>
                  </a:lnTo>
                  <a:lnTo>
                    <a:pt x="24501" y="41894"/>
                  </a:lnTo>
                  <a:lnTo>
                    <a:pt x="22261" y="40040"/>
                  </a:lnTo>
                  <a:lnTo>
                    <a:pt x="24459" y="35527"/>
                  </a:lnTo>
                  <a:lnTo>
                    <a:pt x="25726" y="26344"/>
                  </a:lnTo>
                  <a:lnTo>
                    <a:pt x="25726" y="11800"/>
                  </a:lnTo>
                  <a:lnTo>
                    <a:pt x="19057" y="4670"/>
                  </a:lnTo>
                  <a:lnTo>
                    <a:pt x="12931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0" name="object 990" descr=""/>
            <p:cNvSpPr/>
            <p:nvPr/>
          </p:nvSpPr>
          <p:spPr>
            <a:xfrm>
              <a:off x="14895843" y="9874129"/>
              <a:ext cx="583565" cy="11430"/>
            </a:xfrm>
            <a:custGeom>
              <a:avLst/>
              <a:gdLst/>
              <a:ahLst/>
              <a:cxnLst/>
              <a:rect l="l" t="t" r="r" b="b"/>
              <a:pathLst>
                <a:path w="583565" h="11429">
                  <a:moveTo>
                    <a:pt x="5080" y="0"/>
                  </a:moveTo>
                  <a:lnTo>
                    <a:pt x="0" y="0"/>
                  </a:lnTo>
                  <a:lnTo>
                    <a:pt x="0" y="10858"/>
                  </a:lnTo>
                  <a:lnTo>
                    <a:pt x="5080" y="10858"/>
                  </a:lnTo>
                  <a:lnTo>
                    <a:pt x="5080" y="0"/>
                  </a:lnTo>
                  <a:close/>
                </a:path>
                <a:path w="583565" h="11429">
                  <a:moveTo>
                    <a:pt x="16408" y="0"/>
                  </a:moveTo>
                  <a:lnTo>
                    <a:pt x="11328" y="0"/>
                  </a:lnTo>
                  <a:lnTo>
                    <a:pt x="11328" y="10858"/>
                  </a:lnTo>
                  <a:lnTo>
                    <a:pt x="16408" y="10858"/>
                  </a:lnTo>
                  <a:lnTo>
                    <a:pt x="16408" y="0"/>
                  </a:lnTo>
                  <a:close/>
                </a:path>
                <a:path w="583565" h="11429">
                  <a:moveTo>
                    <a:pt x="27749" y="0"/>
                  </a:moveTo>
                  <a:lnTo>
                    <a:pt x="22669" y="0"/>
                  </a:lnTo>
                  <a:lnTo>
                    <a:pt x="22669" y="10858"/>
                  </a:lnTo>
                  <a:lnTo>
                    <a:pt x="27749" y="10858"/>
                  </a:lnTo>
                  <a:lnTo>
                    <a:pt x="27749" y="0"/>
                  </a:lnTo>
                  <a:close/>
                </a:path>
                <a:path w="583565" h="11429">
                  <a:moveTo>
                    <a:pt x="39090" y="0"/>
                  </a:moveTo>
                  <a:lnTo>
                    <a:pt x="34010" y="0"/>
                  </a:lnTo>
                  <a:lnTo>
                    <a:pt x="34010" y="10858"/>
                  </a:lnTo>
                  <a:lnTo>
                    <a:pt x="39090" y="10858"/>
                  </a:lnTo>
                  <a:lnTo>
                    <a:pt x="39090" y="0"/>
                  </a:lnTo>
                  <a:close/>
                </a:path>
                <a:path w="583565" h="11429">
                  <a:moveTo>
                    <a:pt x="50431" y="0"/>
                  </a:moveTo>
                  <a:lnTo>
                    <a:pt x="45351" y="0"/>
                  </a:lnTo>
                  <a:lnTo>
                    <a:pt x="45351" y="10858"/>
                  </a:lnTo>
                  <a:lnTo>
                    <a:pt x="50431" y="10858"/>
                  </a:lnTo>
                  <a:lnTo>
                    <a:pt x="50431" y="0"/>
                  </a:lnTo>
                  <a:close/>
                </a:path>
                <a:path w="583565" h="11429">
                  <a:moveTo>
                    <a:pt x="61772" y="0"/>
                  </a:moveTo>
                  <a:lnTo>
                    <a:pt x="56692" y="0"/>
                  </a:lnTo>
                  <a:lnTo>
                    <a:pt x="56692" y="10858"/>
                  </a:lnTo>
                  <a:lnTo>
                    <a:pt x="61772" y="10858"/>
                  </a:lnTo>
                  <a:lnTo>
                    <a:pt x="61772" y="0"/>
                  </a:lnTo>
                  <a:close/>
                </a:path>
                <a:path w="583565" h="11429">
                  <a:moveTo>
                    <a:pt x="73101" y="0"/>
                  </a:moveTo>
                  <a:lnTo>
                    <a:pt x="68021" y="0"/>
                  </a:lnTo>
                  <a:lnTo>
                    <a:pt x="68021" y="10858"/>
                  </a:lnTo>
                  <a:lnTo>
                    <a:pt x="73101" y="10858"/>
                  </a:lnTo>
                  <a:lnTo>
                    <a:pt x="73101" y="0"/>
                  </a:lnTo>
                  <a:close/>
                </a:path>
                <a:path w="583565" h="11429">
                  <a:moveTo>
                    <a:pt x="84442" y="0"/>
                  </a:moveTo>
                  <a:lnTo>
                    <a:pt x="79362" y="0"/>
                  </a:lnTo>
                  <a:lnTo>
                    <a:pt x="79362" y="10858"/>
                  </a:lnTo>
                  <a:lnTo>
                    <a:pt x="84442" y="10858"/>
                  </a:lnTo>
                  <a:lnTo>
                    <a:pt x="84442" y="0"/>
                  </a:lnTo>
                  <a:close/>
                </a:path>
                <a:path w="583565" h="11429">
                  <a:moveTo>
                    <a:pt x="95783" y="0"/>
                  </a:moveTo>
                  <a:lnTo>
                    <a:pt x="90703" y="0"/>
                  </a:lnTo>
                  <a:lnTo>
                    <a:pt x="90703" y="10858"/>
                  </a:lnTo>
                  <a:lnTo>
                    <a:pt x="95783" y="10858"/>
                  </a:lnTo>
                  <a:lnTo>
                    <a:pt x="95783" y="0"/>
                  </a:lnTo>
                  <a:close/>
                </a:path>
                <a:path w="583565" h="11429">
                  <a:moveTo>
                    <a:pt x="107124" y="0"/>
                  </a:moveTo>
                  <a:lnTo>
                    <a:pt x="102044" y="0"/>
                  </a:lnTo>
                  <a:lnTo>
                    <a:pt x="102044" y="10858"/>
                  </a:lnTo>
                  <a:lnTo>
                    <a:pt x="107124" y="10858"/>
                  </a:lnTo>
                  <a:lnTo>
                    <a:pt x="107124" y="0"/>
                  </a:lnTo>
                  <a:close/>
                </a:path>
                <a:path w="583565" h="11429">
                  <a:moveTo>
                    <a:pt x="118452" y="0"/>
                  </a:moveTo>
                  <a:lnTo>
                    <a:pt x="113385" y="0"/>
                  </a:lnTo>
                  <a:lnTo>
                    <a:pt x="113385" y="10858"/>
                  </a:lnTo>
                  <a:lnTo>
                    <a:pt x="118452" y="10858"/>
                  </a:lnTo>
                  <a:lnTo>
                    <a:pt x="118452" y="0"/>
                  </a:lnTo>
                  <a:close/>
                </a:path>
                <a:path w="583565" h="11429">
                  <a:moveTo>
                    <a:pt x="129794" y="0"/>
                  </a:moveTo>
                  <a:lnTo>
                    <a:pt x="124714" y="0"/>
                  </a:lnTo>
                  <a:lnTo>
                    <a:pt x="124714" y="10858"/>
                  </a:lnTo>
                  <a:lnTo>
                    <a:pt x="129794" y="10858"/>
                  </a:lnTo>
                  <a:lnTo>
                    <a:pt x="129794" y="0"/>
                  </a:lnTo>
                  <a:close/>
                </a:path>
                <a:path w="583565" h="11429">
                  <a:moveTo>
                    <a:pt x="141122" y="0"/>
                  </a:moveTo>
                  <a:lnTo>
                    <a:pt x="136055" y="0"/>
                  </a:lnTo>
                  <a:lnTo>
                    <a:pt x="136055" y="10858"/>
                  </a:lnTo>
                  <a:lnTo>
                    <a:pt x="141122" y="10858"/>
                  </a:lnTo>
                  <a:lnTo>
                    <a:pt x="141122" y="0"/>
                  </a:lnTo>
                  <a:close/>
                </a:path>
                <a:path w="583565" h="11429">
                  <a:moveTo>
                    <a:pt x="152463" y="0"/>
                  </a:moveTo>
                  <a:lnTo>
                    <a:pt x="147383" y="0"/>
                  </a:lnTo>
                  <a:lnTo>
                    <a:pt x="147383" y="10858"/>
                  </a:lnTo>
                  <a:lnTo>
                    <a:pt x="152463" y="10858"/>
                  </a:lnTo>
                  <a:lnTo>
                    <a:pt x="152463" y="0"/>
                  </a:lnTo>
                  <a:close/>
                </a:path>
                <a:path w="583565" h="11429">
                  <a:moveTo>
                    <a:pt x="163804" y="0"/>
                  </a:moveTo>
                  <a:lnTo>
                    <a:pt x="158724" y="0"/>
                  </a:lnTo>
                  <a:lnTo>
                    <a:pt x="158724" y="10858"/>
                  </a:lnTo>
                  <a:lnTo>
                    <a:pt x="163804" y="10858"/>
                  </a:lnTo>
                  <a:lnTo>
                    <a:pt x="163804" y="0"/>
                  </a:lnTo>
                  <a:close/>
                </a:path>
                <a:path w="583565" h="11429">
                  <a:moveTo>
                    <a:pt x="175145" y="0"/>
                  </a:moveTo>
                  <a:lnTo>
                    <a:pt x="170065" y="0"/>
                  </a:lnTo>
                  <a:lnTo>
                    <a:pt x="170065" y="10858"/>
                  </a:lnTo>
                  <a:lnTo>
                    <a:pt x="175145" y="10858"/>
                  </a:lnTo>
                  <a:lnTo>
                    <a:pt x="175145" y="0"/>
                  </a:lnTo>
                  <a:close/>
                </a:path>
                <a:path w="583565" h="11429">
                  <a:moveTo>
                    <a:pt x="186486" y="0"/>
                  </a:moveTo>
                  <a:lnTo>
                    <a:pt x="181406" y="0"/>
                  </a:lnTo>
                  <a:lnTo>
                    <a:pt x="181406" y="10858"/>
                  </a:lnTo>
                  <a:lnTo>
                    <a:pt x="186486" y="10858"/>
                  </a:lnTo>
                  <a:lnTo>
                    <a:pt x="186486" y="0"/>
                  </a:lnTo>
                  <a:close/>
                </a:path>
                <a:path w="583565" h="11429">
                  <a:moveTo>
                    <a:pt x="197827" y="0"/>
                  </a:moveTo>
                  <a:lnTo>
                    <a:pt x="192747" y="0"/>
                  </a:lnTo>
                  <a:lnTo>
                    <a:pt x="192747" y="10858"/>
                  </a:lnTo>
                  <a:lnTo>
                    <a:pt x="197827" y="10858"/>
                  </a:lnTo>
                  <a:lnTo>
                    <a:pt x="197827" y="0"/>
                  </a:lnTo>
                  <a:close/>
                </a:path>
                <a:path w="583565" h="11429">
                  <a:moveTo>
                    <a:pt x="209156" y="0"/>
                  </a:moveTo>
                  <a:lnTo>
                    <a:pt x="204076" y="0"/>
                  </a:lnTo>
                  <a:lnTo>
                    <a:pt x="204076" y="10858"/>
                  </a:lnTo>
                  <a:lnTo>
                    <a:pt x="209156" y="10858"/>
                  </a:lnTo>
                  <a:lnTo>
                    <a:pt x="209156" y="0"/>
                  </a:lnTo>
                  <a:close/>
                </a:path>
                <a:path w="583565" h="11429">
                  <a:moveTo>
                    <a:pt x="220497" y="0"/>
                  </a:moveTo>
                  <a:lnTo>
                    <a:pt x="215417" y="0"/>
                  </a:lnTo>
                  <a:lnTo>
                    <a:pt x="215417" y="10858"/>
                  </a:lnTo>
                  <a:lnTo>
                    <a:pt x="220497" y="10858"/>
                  </a:lnTo>
                  <a:lnTo>
                    <a:pt x="220497" y="0"/>
                  </a:lnTo>
                  <a:close/>
                </a:path>
                <a:path w="583565" h="11429">
                  <a:moveTo>
                    <a:pt x="231838" y="0"/>
                  </a:moveTo>
                  <a:lnTo>
                    <a:pt x="226758" y="0"/>
                  </a:lnTo>
                  <a:lnTo>
                    <a:pt x="226758" y="10858"/>
                  </a:lnTo>
                  <a:lnTo>
                    <a:pt x="231838" y="10858"/>
                  </a:lnTo>
                  <a:lnTo>
                    <a:pt x="231838" y="0"/>
                  </a:lnTo>
                  <a:close/>
                </a:path>
                <a:path w="583565" h="11429">
                  <a:moveTo>
                    <a:pt x="243179" y="0"/>
                  </a:moveTo>
                  <a:lnTo>
                    <a:pt x="238099" y="0"/>
                  </a:lnTo>
                  <a:lnTo>
                    <a:pt x="238099" y="10858"/>
                  </a:lnTo>
                  <a:lnTo>
                    <a:pt x="243179" y="10858"/>
                  </a:lnTo>
                  <a:lnTo>
                    <a:pt x="243179" y="0"/>
                  </a:lnTo>
                  <a:close/>
                </a:path>
                <a:path w="583565" h="11429">
                  <a:moveTo>
                    <a:pt x="254520" y="0"/>
                  </a:moveTo>
                  <a:lnTo>
                    <a:pt x="249440" y="0"/>
                  </a:lnTo>
                  <a:lnTo>
                    <a:pt x="249440" y="10858"/>
                  </a:lnTo>
                  <a:lnTo>
                    <a:pt x="254520" y="10858"/>
                  </a:lnTo>
                  <a:lnTo>
                    <a:pt x="254520" y="0"/>
                  </a:lnTo>
                  <a:close/>
                </a:path>
                <a:path w="583565" h="11429">
                  <a:moveTo>
                    <a:pt x="265849" y="0"/>
                  </a:moveTo>
                  <a:lnTo>
                    <a:pt x="260769" y="0"/>
                  </a:lnTo>
                  <a:lnTo>
                    <a:pt x="260769" y="10858"/>
                  </a:lnTo>
                  <a:lnTo>
                    <a:pt x="265849" y="10858"/>
                  </a:lnTo>
                  <a:lnTo>
                    <a:pt x="265849" y="0"/>
                  </a:lnTo>
                  <a:close/>
                </a:path>
                <a:path w="583565" h="11429">
                  <a:moveTo>
                    <a:pt x="277190" y="0"/>
                  </a:moveTo>
                  <a:lnTo>
                    <a:pt x="272110" y="0"/>
                  </a:lnTo>
                  <a:lnTo>
                    <a:pt x="272110" y="10858"/>
                  </a:lnTo>
                  <a:lnTo>
                    <a:pt x="277190" y="10858"/>
                  </a:lnTo>
                  <a:lnTo>
                    <a:pt x="277190" y="0"/>
                  </a:lnTo>
                  <a:close/>
                </a:path>
                <a:path w="583565" h="11429">
                  <a:moveTo>
                    <a:pt x="288531" y="0"/>
                  </a:moveTo>
                  <a:lnTo>
                    <a:pt x="283451" y="0"/>
                  </a:lnTo>
                  <a:lnTo>
                    <a:pt x="283451" y="10858"/>
                  </a:lnTo>
                  <a:lnTo>
                    <a:pt x="288531" y="10858"/>
                  </a:lnTo>
                  <a:lnTo>
                    <a:pt x="288531" y="0"/>
                  </a:lnTo>
                  <a:close/>
                </a:path>
                <a:path w="583565" h="11429">
                  <a:moveTo>
                    <a:pt x="299872" y="0"/>
                  </a:moveTo>
                  <a:lnTo>
                    <a:pt x="294792" y="0"/>
                  </a:lnTo>
                  <a:lnTo>
                    <a:pt x="294792" y="10858"/>
                  </a:lnTo>
                  <a:lnTo>
                    <a:pt x="299872" y="10858"/>
                  </a:lnTo>
                  <a:lnTo>
                    <a:pt x="299872" y="0"/>
                  </a:lnTo>
                  <a:close/>
                </a:path>
                <a:path w="583565" h="11429">
                  <a:moveTo>
                    <a:pt x="311200" y="0"/>
                  </a:moveTo>
                  <a:lnTo>
                    <a:pt x="306133" y="0"/>
                  </a:lnTo>
                  <a:lnTo>
                    <a:pt x="306133" y="10858"/>
                  </a:lnTo>
                  <a:lnTo>
                    <a:pt x="311200" y="10858"/>
                  </a:lnTo>
                  <a:lnTo>
                    <a:pt x="311200" y="0"/>
                  </a:lnTo>
                  <a:close/>
                </a:path>
                <a:path w="583565" h="11429">
                  <a:moveTo>
                    <a:pt x="322541" y="0"/>
                  </a:moveTo>
                  <a:lnTo>
                    <a:pt x="317474" y="0"/>
                  </a:lnTo>
                  <a:lnTo>
                    <a:pt x="317474" y="10858"/>
                  </a:lnTo>
                  <a:lnTo>
                    <a:pt x="322541" y="10858"/>
                  </a:lnTo>
                  <a:lnTo>
                    <a:pt x="322541" y="0"/>
                  </a:lnTo>
                  <a:close/>
                </a:path>
                <a:path w="583565" h="11429">
                  <a:moveTo>
                    <a:pt x="333870" y="0"/>
                  </a:moveTo>
                  <a:lnTo>
                    <a:pt x="328803" y="0"/>
                  </a:lnTo>
                  <a:lnTo>
                    <a:pt x="328803" y="10858"/>
                  </a:lnTo>
                  <a:lnTo>
                    <a:pt x="333870" y="10858"/>
                  </a:lnTo>
                  <a:lnTo>
                    <a:pt x="333870" y="0"/>
                  </a:lnTo>
                  <a:close/>
                </a:path>
                <a:path w="583565" h="11429">
                  <a:moveTo>
                    <a:pt x="345211" y="0"/>
                  </a:moveTo>
                  <a:lnTo>
                    <a:pt x="340131" y="0"/>
                  </a:lnTo>
                  <a:lnTo>
                    <a:pt x="340131" y="10858"/>
                  </a:lnTo>
                  <a:lnTo>
                    <a:pt x="345211" y="10858"/>
                  </a:lnTo>
                  <a:lnTo>
                    <a:pt x="345211" y="0"/>
                  </a:lnTo>
                  <a:close/>
                </a:path>
                <a:path w="583565" h="11429">
                  <a:moveTo>
                    <a:pt x="356552" y="0"/>
                  </a:moveTo>
                  <a:lnTo>
                    <a:pt x="351472" y="0"/>
                  </a:lnTo>
                  <a:lnTo>
                    <a:pt x="351472" y="10858"/>
                  </a:lnTo>
                  <a:lnTo>
                    <a:pt x="356552" y="10858"/>
                  </a:lnTo>
                  <a:lnTo>
                    <a:pt x="356552" y="0"/>
                  </a:lnTo>
                  <a:close/>
                </a:path>
                <a:path w="583565" h="11429">
                  <a:moveTo>
                    <a:pt x="367893" y="0"/>
                  </a:moveTo>
                  <a:lnTo>
                    <a:pt x="362813" y="0"/>
                  </a:lnTo>
                  <a:lnTo>
                    <a:pt x="362813" y="10858"/>
                  </a:lnTo>
                  <a:lnTo>
                    <a:pt x="367893" y="10858"/>
                  </a:lnTo>
                  <a:lnTo>
                    <a:pt x="367893" y="0"/>
                  </a:lnTo>
                  <a:close/>
                </a:path>
                <a:path w="583565" h="11429">
                  <a:moveTo>
                    <a:pt x="379234" y="0"/>
                  </a:moveTo>
                  <a:lnTo>
                    <a:pt x="374154" y="0"/>
                  </a:lnTo>
                  <a:lnTo>
                    <a:pt x="374154" y="10858"/>
                  </a:lnTo>
                  <a:lnTo>
                    <a:pt x="379234" y="10858"/>
                  </a:lnTo>
                  <a:lnTo>
                    <a:pt x="379234" y="0"/>
                  </a:lnTo>
                  <a:close/>
                </a:path>
                <a:path w="583565" h="11429">
                  <a:moveTo>
                    <a:pt x="390563" y="0"/>
                  </a:moveTo>
                  <a:lnTo>
                    <a:pt x="385483" y="0"/>
                  </a:lnTo>
                  <a:lnTo>
                    <a:pt x="385483" y="10858"/>
                  </a:lnTo>
                  <a:lnTo>
                    <a:pt x="390563" y="10858"/>
                  </a:lnTo>
                  <a:lnTo>
                    <a:pt x="390563" y="0"/>
                  </a:lnTo>
                  <a:close/>
                </a:path>
                <a:path w="583565" h="11429">
                  <a:moveTo>
                    <a:pt x="401904" y="0"/>
                  </a:moveTo>
                  <a:lnTo>
                    <a:pt x="396824" y="0"/>
                  </a:lnTo>
                  <a:lnTo>
                    <a:pt x="396824" y="10858"/>
                  </a:lnTo>
                  <a:lnTo>
                    <a:pt x="401904" y="10858"/>
                  </a:lnTo>
                  <a:lnTo>
                    <a:pt x="401904" y="0"/>
                  </a:lnTo>
                  <a:close/>
                </a:path>
                <a:path w="583565" h="11429">
                  <a:moveTo>
                    <a:pt x="413245" y="0"/>
                  </a:moveTo>
                  <a:lnTo>
                    <a:pt x="408165" y="0"/>
                  </a:lnTo>
                  <a:lnTo>
                    <a:pt x="408165" y="10858"/>
                  </a:lnTo>
                  <a:lnTo>
                    <a:pt x="413245" y="10858"/>
                  </a:lnTo>
                  <a:lnTo>
                    <a:pt x="413245" y="0"/>
                  </a:lnTo>
                  <a:close/>
                </a:path>
                <a:path w="583565" h="11429">
                  <a:moveTo>
                    <a:pt x="424586" y="0"/>
                  </a:moveTo>
                  <a:lnTo>
                    <a:pt x="419506" y="0"/>
                  </a:lnTo>
                  <a:lnTo>
                    <a:pt x="419506" y="10858"/>
                  </a:lnTo>
                  <a:lnTo>
                    <a:pt x="424586" y="10858"/>
                  </a:lnTo>
                  <a:lnTo>
                    <a:pt x="424586" y="0"/>
                  </a:lnTo>
                  <a:close/>
                </a:path>
                <a:path w="583565" h="11429">
                  <a:moveTo>
                    <a:pt x="435927" y="0"/>
                  </a:moveTo>
                  <a:lnTo>
                    <a:pt x="430847" y="0"/>
                  </a:lnTo>
                  <a:lnTo>
                    <a:pt x="430847" y="10858"/>
                  </a:lnTo>
                  <a:lnTo>
                    <a:pt x="435927" y="10858"/>
                  </a:lnTo>
                  <a:lnTo>
                    <a:pt x="435927" y="0"/>
                  </a:lnTo>
                  <a:close/>
                </a:path>
                <a:path w="583565" h="11429">
                  <a:moveTo>
                    <a:pt x="447268" y="0"/>
                  </a:moveTo>
                  <a:lnTo>
                    <a:pt x="442188" y="0"/>
                  </a:lnTo>
                  <a:lnTo>
                    <a:pt x="442188" y="10858"/>
                  </a:lnTo>
                  <a:lnTo>
                    <a:pt x="447268" y="10858"/>
                  </a:lnTo>
                  <a:lnTo>
                    <a:pt x="447268" y="0"/>
                  </a:lnTo>
                  <a:close/>
                </a:path>
                <a:path w="583565" h="11429">
                  <a:moveTo>
                    <a:pt x="458597" y="0"/>
                  </a:moveTo>
                  <a:lnTo>
                    <a:pt x="453517" y="0"/>
                  </a:lnTo>
                  <a:lnTo>
                    <a:pt x="453517" y="10858"/>
                  </a:lnTo>
                  <a:lnTo>
                    <a:pt x="458597" y="10858"/>
                  </a:lnTo>
                  <a:lnTo>
                    <a:pt x="458597" y="0"/>
                  </a:lnTo>
                  <a:close/>
                </a:path>
                <a:path w="583565" h="11429">
                  <a:moveTo>
                    <a:pt x="469938" y="0"/>
                  </a:moveTo>
                  <a:lnTo>
                    <a:pt x="464858" y="0"/>
                  </a:lnTo>
                  <a:lnTo>
                    <a:pt x="464858" y="10858"/>
                  </a:lnTo>
                  <a:lnTo>
                    <a:pt x="469938" y="10858"/>
                  </a:lnTo>
                  <a:lnTo>
                    <a:pt x="469938" y="0"/>
                  </a:lnTo>
                  <a:close/>
                </a:path>
                <a:path w="583565" h="11429">
                  <a:moveTo>
                    <a:pt x="481279" y="0"/>
                  </a:moveTo>
                  <a:lnTo>
                    <a:pt x="476199" y="0"/>
                  </a:lnTo>
                  <a:lnTo>
                    <a:pt x="476199" y="10858"/>
                  </a:lnTo>
                  <a:lnTo>
                    <a:pt x="481279" y="10858"/>
                  </a:lnTo>
                  <a:lnTo>
                    <a:pt x="481279" y="0"/>
                  </a:lnTo>
                  <a:close/>
                </a:path>
                <a:path w="583565" h="11429">
                  <a:moveTo>
                    <a:pt x="492620" y="0"/>
                  </a:moveTo>
                  <a:lnTo>
                    <a:pt x="487540" y="0"/>
                  </a:lnTo>
                  <a:lnTo>
                    <a:pt x="487540" y="10858"/>
                  </a:lnTo>
                  <a:lnTo>
                    <a:pt x="492620" y="10858"/>
                  </a:lnTo>
                  <a:lnTo>
                    <a:pt x="492620" y="0"/>
                  </a:lnTo>
                  <a:close/>
                </a:path>
                <a:path w="583565" h="11429">
                  <a:moveTo>
                    <a:pt x="503948" y="0"/>
                  </a:moveTo>
                  <a:lnTo>
                    <a:pt x="498881" y="0"/>
                  </a:lnTo>
                  <a:lnTo>
                    <a:pt x="498881" y="10858"/>
                  </a:lnTo>
                  <a:lnTo>
                    <a:pt x="503948" y="10858"/>
                  </a:lnTo>
                  <a:lnTo>
                    <a:pt x="503948" y="0"/>
                  </a:lnTo>
                  <a:close/>
                </a:path>
                <a:path w="583565" h="11429">
                  <a:moveTo>
                    <a:pt x="515289" y="0"/>
                  </a:moveTo>
                  <a:lnTo>
                    <a:pt x="510209" y="0"/>
                  </a:lnTo>
                  <a:lnTo>
                    <a:pt x="510209" y="10858"/>
                  </a:lnTo>
                  <a:lnTo>
                    <a:pt x="515289" y="10858"/>
                  </a:lnTo>
                  <a:lnTo>
                    <a:pt x="515289" y="0"/>
                  </a:lnTo>
                  <a:close/>
                </a:path>
                <a:path w="583565" h="11429">
                  <a:moveTo>
                    <a:pt x="526618" y="0"/>
                  </a:moveTo>
                  <a:lnTo>
                    <a:pt x="521550" y="0"/>
                  </a:lnTo>
                  <a:lnTo>
                    <a:pt x="521550" y="10858"/>
                  </a:lnTo>
                  <a:lnTo>
                    <a:pt x="526618" y="10858"/>
                  </a:lnTo>
                  <a:lnTo>
                    <a:pt x="526618" y="0"/>
                  </a:lnTo>
                  <a:close/>
                </a:path>
                <a:path w="583565" h="11429">
                  <a:moveTo>
                    <a:pt x="537959" y="0"/>
                  </a:moveTo>
                  <a:lnTo>
                    <a:pt x="532892" y="0"/>
                  </a:lnTo>
                  <a:lnTo>
                    <a:pt x="532892" y="10858"/>
                  </a:lnTo>
                  <a:lnTo>
                    <a:pt x="537959" y="10858"/>
                  </a:lnTo>
                  <a:lnTo>
                    <a:pt x="537959" y="0"/>
                  </a:lnTo>
                  <a:close/>
                </a:path>
                <a:path w="583565" h="11429">
                  <a:moveTo>
                    <a:pt x="549300" y="0"/>
                  </a:moveTo>
                  <a:lnTo>
                    <a:pt x="544220" y="0"/>
                  </a:lnTo>
                  <a:lnTo>
                    <a:pt x="544220" y="10858"/>
                  </a:lnTo>
                  <a:lnTo>
                    <a:pt x="549300" y="10858"/>
                  </a:lnTo>
                  <a:lnTo>
                    <a:pt x="549300" y="0"/>
                  </a:lnTo>
                  <a:close/>
                </a:path>
                <a:path w="583565" h="11429">
                  <a:moveTo>
                    <a:pt x="560641" y="0"/>
                  </a:moveTo>
                  <a:lnTo>
                    <a:pt x="555561" y="0"/>
                  </a:lnTo>
                  <a:lnTo>
                    <a:pt x="555561" y="10858"/>
                  </a:lnTo>
                  <a:lnTo>
                    <a:pt x="560641" y="10858"/>
                  </a:lnTo>
                  <a:lnTo>
                    <a:pt x="560641" y="0"/>
                  </a:lnTo>
                  <a:close/>
                </a:path>
                <a:path w="583565" h="11429">
                  <a:moveTo>
                    <a:pt x="571982" y="0"/>
                  </a:moveTo>
                  <a:lnTo>
                    <a:pt x="566902" y="0"/>
                  </a:lnTo>
                  <a:lnTo>
                    <a:pt x="566902" y="10858"/>
                  </a:lnTo>
                  <a:lnTo>
                    <a:pt x="571982" y="10858"/>
                  </a:lnTo>
                  <a:lnTo>
                    <a:pt x="571982" y="0"/>
                  </a:lnTo>
                  <a:close/>
                </a:path>
                <a:path w="583565" h="11429">
                  <a:moveTo>
                    <a:pt x="583311" y="0"/>
                  </a:moveTo>
                  <a:lnTo>
                    <a:pt x="578231" y="0"/>
                  </a:lnTo>
                  <a:lnTo>
                    <a:pt x="578231" y="10858"/>
                  </a:lnTo>
                  <a:lnTo>
                    <a:pt x="583311" y="10858"/>
                  </a:lnTo>
                  <a:lnTo>
                    <a:pt x="583311" y="0"/>
                  </a:lnTo>
                  <a:close/>
                </a:path>
              </a:pathLst>
            </a:custGeom>
            <a:solidFill>
              <a:srgbClr val="FAB7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1" name="object 991" descr=""/>
            <p:cNvSpPr/>
            <p:nvPr/>
          </p:nvSpPr>
          <p:spPr>
            <a:xfrm>
              <a:off x="14884509" y="9874118"/>
              <a:ext cx="5080" cy="11430"/>
            </a:xfrm>
            <a:custGeom>
              <a:avLst/>
              <a:gdLst/>
              <a:ahLst/>
              <a:cxnLst/>
              <a:rect l="l" t="t" r="r" b="b"/>
              <a:pathLst>
                <a:path w="5080" h="11429">
                  <a:moveTo>
                    <a:pt x="5078" y="0"/>
                  </a:moveTo>
                  <a:lnTo>
                    <a:pt x="0" y="0"/>
                  </a:lnTo>
                  <a:lnTo>
                    <a:pt x="0" y="10868"/>
                  </a:lnTo>
                  <a:lnTo>
                    <a:pt x="5078" y="10868"/>
                  </a:lnTo>
                  <a:lnTo>
                    <a:pt x="5078" y="0"/>
                  </a:lnTo>
                  <a:close/>
                </a:path>
              </a:pathLst>
            </a:custGeom>
            <a:solidFill>
              <a:srgbClr val="FFA63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2" name="object 992" descr=""/>
            <p:cNvSpPr/>
            <p:nvPr/>
          </p:nvSpPr>
          <p:spPr>
            <a:xfrm>
              <a:off x="14884279" y="9884829"/>
              <a:ext cx="11430" cy="225425"/>
            </a:xfrm>
            <a:custGeom>
              <a:avLst/>
              <a:gdLst/>
              <a:ahLst/>
              <a:cxnLst/>
              <a:rect l="l" t="t" r="r" b="b"/>
              <a:pathLst>
                <a:path w="11430" h="225425">
                  <a:moveTo>
                    <a:pt x="0" y="224893"/>
                  </a:moveTo>
                  <a:lnTo>
                    <a:pt x="11141" y="224893"/>
                  </a:lnTo>
                  <a:lnTo>
                    <a:pt x="11141" y="0"/>
                  </a:lnTo>
                  <a:lnTo>
                    <a:pt x="0" y="0"/>
                  </a:lnTo>
                  <a:lnTo>
                    <a:pt x="0" y="224893"/>
                  </a:lnTo>
                  <a:close/>
                </a:path>
              </a:pathLst>
            </a:custGeom>
            <a:solidFill>
              <a:srgbClr val="046A38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93" name="object 993" descr=""/>
          <p:cNvSpPr/>
          <p:nvPr/>
        </p:nvSpPr>
        <p:spPr>
          <a:xfrm>
            <a:off x="9170872" y="9905065"/>
            <a:ext cx="299720" cy="205104"/>
          </a:xfrm>
          <a:custGeom>
            <a:avLst/>
            <a:gdLst/>
            <a:ahLst/>
            <a:cxnLst/>
            <a:rect l="l" t="t" r="r" b="b"/>
            <a:pathLst>
              <a:path w="299720" h="205104">
                <a:moveTo>
                  <a:pt x="299121" y="0"/>
                </a:moveTo>
                <a:lnTo>
                  <a:pt x="0" y="0"/>
                </a:lnTo>
                <a:lnTo>
                  <a:pt x="0" y="204663"/>
                </a:lnTo>
                <a:lnTo>
                  <a:pt x="72353" y="204663"/>
                </a:lnTo>
                <a:lnTo>
                  <a:pt x="72353" y="129210"/>
                </a:lnTo>
                <a:lnTo>
                  <a:pt x="77247" y="104980"/>
                </a:lnTo>
                <a:lnTo>
                  <a:pt x="90592" y="85189"/>
                </a:lnTo>
                <a:lnTo>
                  <a:pt x="110383" y="71844"/>
                </a:lnTo>
                <a:lnTo>
                  <a:pt x="134613" y="66950"/>
                </a:lnTo>
                <a:lnTo>
                  <a:pt x="158838" y="71844"/>
                </a:lnTo>
                <a:lnTo>
                  <a:pt x="178625" y="85189"/>
                </a:lnTo>
                <a:lnTo>
                  <a:pt x="191969" y="104980"/>
                </a:lnTo>
                <a:lnTo>
                  <a:pt x="196863" y="129210"/>
                </a:lnTo>
                <a:lnTo>
                  <a:pt x="196863" y="204663"/>
                </a:lnTo>
                <a:lnTo>
                  <a:pt x="299121" y="204663"/>
                </a:lnTo>
                <a:lnTo>
                  <a:pt x="299121" y="0"/>
                </a:lnTo>
                <a:close/>
              </a:path>
            </a:pathLst>
          </a:custGeom>
          <a:solidFill>
            <a:srgbClr val="33865D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994" name="object 994" descr=""/>
          <p:cNvGrpSpPr/>
          <p:nvPr/>
        </p:nvGrpSpPr>
        <p:grpSpPr>
          <a:xfrm>
            <a:off x="16740683" y="8103444"/>
            <a:ext cx="41275" cy="349250"/>
            <a:chOff x="16740683" y="8103444"/>
            <a:chExt cx="41275" cy="349250"/>
          </a:xfrm>
        </p:grpSpPr>
        <p:sp>
          <p:nvSpPr>
            <p:cNvPr id="995" name="object 995" descr=""/>
            <p:cNvSpPr/>
            <p:nvPr/>
          </p:nvSpPr>
          <p:spPr>
            <a:xfrm>
              <a:off x="16740683" y="8116571"/>
              <a:ext cx="41275" cy="50800"/>
            </a:xfrm>
            <a:custGeom>
              <a:avLst/>
              <a:gdLst/>
              <a:ahLst/>
              <a:cxnLst/>
              <a:rect l="l" t="t" r="r" b="b"/>
              <a:pathLst>
                <a:path w="41275" h="50800">
                  <a:moveTo>
                    <a:pt x="25779" y="0"/>
                  </a:moveTo>
                  <a:lnTo>
                    <a:pt x="20439" y="0"/>
                  </a:lnTo>
                  <a:lnTo>
                    <a:pt x="13799" y="2087"/>
                  </a:lnTo>
                  <a:lnTo>
                    <a:pt x="7156" y="7779"/>
                  </a:lnTo>
                  <a:lnTo>
                    <a:pt x="2045" y="16220"/>
                  </a:lnTo>
                  <a:lnTo>
                    <a:pt x="0" y="26554"/>
                  </a:lnTo>
                  <a:lnTo>
                    <a:pt x="52" y="28449"/>
                  </a:lnTo>
                  <a:lnTo>
                    <a:pt x="2036" y="37723"/>
                  </a:lnTo>
                  <a:lnTo>
                    <a:pt x="6476" y="44689"/>
                  </a:lnTo>
                  <a:lnTo>
                    <a:pt x="12800" y="49072"/>
                  </a:lnTo>
                  <a:lnTo>
                    <a:pt x="20439" y="50595"/>
                  </a:lnTo>
                  <a:lnTo>
                    <a:pt x="28406" y="48901"/>
                  </a:lnTo>
                  <a:lnTo>
                    <a:pt x="34909" y="44075"/>
                  </a:lnTo>
                  <a:lnTo>
                    <a:pt x="39292" y="36499"/>
                  </a:lnTo>
                  <a:lnTo>
                    <a:pt x="40899" y="26554"/>
                  </a:lnTo>
                  <a:lnTo>
                    <a:pt x="40899" y="21444"/>
                  </a:lnTo>
                  <a:lnTo>
                    <a:pt x="39412" y="16680"/>
                  </a:lnTo>
                  <a:lnTo>
                    <a:pt x="32836" y="5036"/>
                  </a:lnTo>
                  <a:lnTo>
                    <a:pt x="25779" y="0"/>
                  </a:lnTo>
                  <a:close/>
                </a:path>
              </a:pathLst>
            </a:custGeom>
            <a:solidFill>
              <a:srgbClr val="FDE8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6" name="object 996" descr=""/>
            <p:cNvSpPr/>
            <p:nvPr/>
          </p:nvSpPr>
          <p:spPr>
            <a:xfrm>
              <a:off x="16740683" y="8103444"/>
              <a:ext cx="37465" cy="43815"/>
            </a:xfrm>
            <a:custGeom>
              <a:avLst/>
              <a:gdLst/>
              <a:ahLst/>
              <a:cxnLst/>
              <a:rect l="l" t="t" r="r" b="b"/>
              <a:pathLst>
                <a:path w="37465" h="43815">
                  <a:moveTo>
                    <a:pt x="37109" y="25755"/>
                  </a:moveTo>
                  <a:lnTo>
                    <a:pt x="32829" y="18173"/>
                  </a:lnTo>
                  <a:lnTo>
                    <a:pt x="25768" y="13131"/>
                  </a:lnTo>
                  <a:lnTo>
                    <a:pt x="22974" y="13131"/>
                  </a:lnTo>
                  <a:lnTo>
                    <a:pt x="22974" y="12547"/>
                  </a:lnTo>
                  <a:lnTo>
                    <a:pt x="22669" y="12255"/>
                  </a:lnTo>
                  <a:lnTo>
                    <a:pt x="22313" y="12255"/>
                  </a:lnTo>
                  <a:lnTo>
                    <a:pt x="21526" y="12255"/>
                  </a:lnTo>
                  <a:lnTo>
                    <a:pt x="21526" y="8293"/>
                  </a:lnTo>
                  <a:lnTo>
                    <a:pt x="21234" y="8001"/>
                  </a:lnTo>
                  <a:lnTo>
                    <a:pt x="21069" y="8001"/>
                  </a:lnTo>
                  <a:lnTo>
                    <a:pt x="21069" y="4191"/>
                  </a:lnTo>
                  <a:lnTo>
                    <a:pt x="20853" y="3975"/>
                  </a:lnTo>
                  <a:lnTo>
                    <a:pt x="20853" y="190"/>
                  </a:lnTo>
                  <a:lnTo>
                    <a:pt x="20675" y="0"/>
                  </a:lnTo>
                  <a:lnTo>
                    <a:pt x="20459" y="0"/>
                  </a:lnTo>
                  <a:lnTo>
                    <a:pt x="20218" y="0"/>
                  </a:lnTo>
                  <a:lnTo>
                    <a:pt x="20040" y="190"/>
                  </a:lnTo>
                  <a:lnTo>
                    <a:pt x="20040" y="3975"/>
                  </a:lnTo>
                  <a:lnTo>
                    <a:pt x="19812" y="4191"/>
                  </a:lnTo>
                  <a:lnTo>
                    <a:pt x="19812" y="8001"/>
                  </a:lnTo>
                  <a:lnTo>
                    <a:pt x="19646" y="8001"/>
                  </a:lnTo>
                  <a:lnTo>
                    <a:pt x="19367" y="8293"/>
                  </a:lnTo>
                  <a:lnTo>
                    <a:pt x="19367" y="12255"/>
                  </a:lnTo>
                  <a:lnTo>
                    <a:pt x="18211" y="12255"/>
                  </a:lnTo>
                  <a:lnTo>
                    <a:pt x="17919" y="12547"/>
                  </a:lnTo>
                  <a:lnTo>
                    <a:pt x="17919" y="13931"/>
                  </a:lnTo>
                  <a:lnTo>
                    <a:pt x="13792" y="15227"/>
                  </a:lnTo>
                  <a:lnTo>
                    <a:pt x="7150" y="20916"/>
                  </a:lnTo>
                  <a:lnTo>
                    <a:pt x="2044" y="29349"/>
                  </a:lnTo>
                  <a:lnTo>
                    <a:pt x="0" y="39687"/>
                  </a:lnTo>
                  <a:lnTo>
                    <a:pt x="50" y="41579"/>
                  </a:lnTo>
                  <a:lnTo>
                    <a:pt x="3098" y="42646"/>
                  </a:lnTo>
                  <a:lnTo>
                    <a:pt x="6375" y="43218"/>
                  </a:lnTo>
                  <a:lnTo>
                    <a:pt x="9791" y="43218"/>
                  </a:lnTo>
                  <a:lnTo>
                    <a:pt x="18503" y="41935"/>
                  </a:lnTo>
                  <a:lnTo>
                    <a:pt x="26200" y="38354"/>
                  </a:lnTo>
                  <a:lnTo>
                    <a:pt x="32524" y="32829"/>
                  </a:lnTo>
                  <a:lnTo>
                    <a:pt x="37109" y="25755"/>
                  </a:lnTo>
                  <a:close/>
                </a:path>
              </a:pathLst>
            </a:custGeom>
            <a:solidFill>
              <a:srgbClr val="FDF1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7" name="object 997" descr=""/>
            <p:cNvSpPr/>
            <p:nvPr/>
          </p:nvSpPr>
          <p:spPr>
            <a:xfrm>
              <a:off x="16748295" y="8162316"/>
              <a:ext cx="26034" cy="114300"/>
            </a:xfrm>
            <a:custGeom>
              <a:avLst/>
              <a:gdLst/>
              <a:ahLst/>
              <a:cxnLst/>
              <a:rect l="l" t="t" r="r" b="b"/>
              <a:pathLst>
                <a:path w="26034" h="114300">
                  <a:moveTo>
                    <a:pt x="25674" y="0"/>
                  </a:moveTo>
                  <a:lnTo>
                    <a:pt x="0" y="0"/>
                  </a:lnTo>
                  <a:lnTo>
                    <a:pt x="0" y="113703"/>
                  </a:lnTo>
                  <a:lnTo>
                    <a:pt x="25674" y="113703"/>
                  </a:lnTo>
                  <a:lnTo>
                    <a:pt x="25674" y="0"/>
                  </a:lnTo>
                  <a:close/>
                </a:path>
              </a:pathLst>
            </a:custGeom>
            <a:solidFill>
              <a:srgbClr val="FFB0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8" name="object 998" descr=""/>
            <p:cNvSpPr/>
            <p:nvPr/>
          </p:nvSpPr>
          <p:spPr>
            <a:xfrm>
              <a:off x="16748295" y="8162316"/>
              <a:ext cx="13335" cy="114300"/>
            </a:xfrm>
            <a:custGeom>
              <a:avLst/>
              <a:gdLst/>
              <a:ahLst/>
              <a:cxnLst/>
              <a:rect l="l" t="t" r="r" b="b"/>
              <a:pathLst>
                <a:path w="13334" h="114300">
                  <a:moveTo>
                    <a:pt x="13214" y="0"/>
                  </a:moveTo>
                  <a:lnTo>
                    <a:pt x="0" y="0"/>
                  </a:lnTo>
                  <a:lnTo>
                    <a:pt x="0" y="113703"/>
                  </a:lnTo>
                  <a:lnTo>
                    <a:pt x="13214" y="113703"/>
                  </a:lnTo>
                  <a:lnTo>
                    <a:pt x="13214" y="0"/>
                  </a:lnTo>
                  <a:close/>
                </a:path>
              </a:pathLst>
            </a:custGeom>
            <a:solidFill>
              <a:srgbClr val="FFD1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9" name="object 999" descr=""/>
            <p:cNvSpPr/>
            <p:nvPr/>
          </p:nvSpPr>
          <p:spPr>
            <a:xfrm>
              <a:off x="16742662" y="8297255"/>
              <a:ext cx="35560" cy="155575"/>
            </a:xfrm>
            <a:custGeom>
              <a:avLst/>
              <a:gdLst/>
              <a:ahLst/>
              <a:cxnLst/>
              <a:rect l="l" t="t" r="r" b="b"/>
              <a:pathLst>
                <a:path w="35559" h="155575">
                  <a:moveTo>
                    <a:pt x="35077" y="0"/>
                  </a:moveTo>
                  <a:lnTo>
                    <a:pt x="0" y="0"/>
                  </a:lnTo>
                  <a:lnTo>
                    <a:pt x="0" y="155346"/>
                  </a:lnTo>
                  <a:lnTo>
                    <a:pt x="35077" y="155346"/>
                  </a:lnTo>
                  <a:lnTo>
                    <a:pt x="35077" y="0"/>
                  </a:lnTo>
                  <a:close/>
                </a:path>
              </a:pathLst>
            </a:custGeom>
            <a:solidFill>
              <a:srgbClr val="FFB054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00" name="object 1000" descr=""/>
          <p:cNvSpPr/>
          <p:nvPr/>
        </p:nvSpPr>
        <p:spPr>
          <a:xfrm>
            <a:off x="16742663" y="8297255"/>
            <a:ext cx="18415" cy="155575"/>
          </a:xfrm>
          <a:custGeom>
            <a:avLst/>
            <a:gdLst/>
            <a:ahLst/>
            <a:cxnLst/>
            <a:rect l="l" t="t" r="r" b="b"/>
            <a:pathLst>
              <a:path w="18415" h="155575">
                <a:moveTo>
                  <a:pt x="18062" y="0"/>
                </a:moveTo>
                <a:lnTo>
                  <a:pt x="0" y="0"/>
                </a:lnTo>
                <a:lnTo>
                  <a:pt x="0" y="155346"/>
                </a:lnTo>
                <a:lnTo>
                  <a:pt x="18062" y="155346"/>
                </a:lnTo>
                <a:lnTo>
                  <a:pt x="18062" y="0"/>
                </a:lnTo>
                <a:close/>
              </a:path>
            </a:pathLst>
          </a:custGeom>
          <a:solidFill>
            <a:srgbClr val="FFD19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001" name="object 1001" descr=""/>
          <p:cNvGrpSpPr/>
          <p:nvPr/>
        </p:nvGrpSpPr>
        <p:grpSpPr>
          <a:xfrm>
            <a:off x="16733674" y="8269874"/>
            <a:ext cx="53340" cy="27940"/>
            <a:chOff x="16733674" y="8269874"/>
            <a:chExt cx="53340" cy="27940"/>
          </a:xfrm>
        </p:grpSpPr>
        <p:sp>
          <p:nvSpPr>
            <p:cNvPr id="1002" name="object 1002" descr=""/>
            <p:cNvSpPr/>
            <p:nvPr/>
          </p:nvSpPr>
          <p:spPr>
            <a:xfrm>
              <a:off x="16733678" y="8276020"/>
              <a:ext cx="53340" cy="11430"/>
            </a:xfrm>
            <a:custGeom>
              <a:avLst/>
              <a:gdLst/>
              <a:ahLst/>
              <a:cxnLst/>
              <a:rect l="l" t="t" r="r" b="b"/>
              <a:pathLst>
                <a:path w="53340" h="11429">
                  <a:moveTo>
                    <a:pt x="53244" y="0"/>
                  </a:moveTo>
                  <a:lnTo>
                    <a:pt x="0" y="0"/>
                  </a:lnTo>
                  <a:lnTo>
                    <a:pt x="0" y="10805"/>
                  </a:lnTo>
                  <a:lnTo>
                    <a:pt x="53244" y="10805"/>
                  </a:lnTo>
                  <a:lnTo>
                    <a:pt x="53244" y="0"/>
                  </a:lnTo>
                  <a:close/>
                </a:path>
              </a:pathLst>
            </a:custGeom>
            <a:solidFill>
              <a:srgbClr val="FFD1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3" name="object 1003" descr=""/>
            <p:cNvSpPr/>
            <p:nvPr/>
          </p:nvSpPr>
          <p:spPr>
            <a:xfrm>
              <a:off x="16733674" y="8286826"/>
              <a:ext cx="53340" cy="10795"/>
            </a:xfrm>
            <a:custGeom>
              <a:avLst/>
              <a:gdLst/>
              <a:ahLst/>
              <a:cxnLst/>
              <a:rect l="l" t="t" r="r" b="b"/>
              <a:pathLst>
                <a:path w="53340" h="10795">
                  <a:moveTo>
                    <a:pt x="53244" y="0"/>
                  </a:moveTo>
                  <a:lnTo>
                    <a:pt x="0" y="0"/>
                  </a:lnTo>
                  <a:lnTo>
                    <a:pt x="8837" y="10429"/>
                  </a:lnTo>
                  <a:lnTo>
                    <a:pt x="43956" y="10429"/>
                  </a:lnTo>
                  <a:lnTo>
                    <a:pt x="53244" y="0"/>
                  </a:lnTo>
                  <a:close/>
                </a:path>
              </a:pathLst>
            </a:custGeom>
            <a:solidFill>
              <a:srgbClr val="EB841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4" name="object 1004" descr=""/>
            <p:cNvSpPr/>
            <p:nvPr/>
          </p:nvSpPr>
          <p:spPr>
            <a:xfrm>
              <a:off x="16733678" y="8269874"/>
              <a:ext cx="53340" cy="6350"/>
            </a:xfrm>
            <a:custGeom>
              <a:avLst/>
              <a:gdLst/>
              <a:ahLst/>
              <a:cxnLst/>
              <a:rect l="l" t="t" r="r" b="b"/>
              <a:pathLst>
                <a:path w="53340" h="6350">
                  <a:moveTo>
                    <a:pt x="53244" y="0"/>
                  </a:moveTo>
                  <a:lnTo>
                    <a:pt x="0" y="0"/>
                  </a:lnTo>
                  <a:lnTo>
                    <a:pt x="0" y="6146"/>
                  </a:lnTo>
                  <a:lnTo>
                    <a:pt x="53244" y="6146"/>
                  </a:lnTo>
                  <a:lnTo>
                    <a:pt x="53244" y="0"/>
                  </a:lnTo>
                  <a:close/>
                </a:path>
              </a:pathLst>
            </a:custGeom>
            <a:solidFill>
              <a:srgbClr val="FDF1D3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05" name="object 1005" descr=""/>
          <p:cNvGrpSpPr/>
          <p:nvPr/>
        </p:nvGrpSpPr>
        <p:grpSpPr>
          <a:xfrm>
            <a:off x="16689313" y="9244346"/>
            <a:ext cx="140970" cy="64135"/>
            <a:chOff x="16689313" y="9244346"/>
            <a:chExt cx="140970" cy="64135"/>
          </a:xfrm>
        </p:grpSpPr>
        <p:sp>
          <p:nvSpPr>
            <p:cNvPr id="1006" name="object 1006" descr=""/>
            <p:cNvSpPr/>
            <p:nvPr/>
          </p:nvSpPr>
          <p:spPr>
            <a:xfrm>
              <a:off x="16701574" y="9256859"/>
              <a:ext cx="116839" cy="52069"/>
            </a:xfrm>
            <a:custGeom>
              <a:avLst/>
              <a:gdLst/>
              <a:ahLst/>
              <a:cxnLst/>
              <a:rect l="l" t="t" r="r" b="b"/>
              <a:pathLst>
                <a:path w="116840" h="52070">
                  <a:moveTo>
                    <a:pt x="0" y="51569"/>
                  </a:moveTo>
                  <a:lnTo>
                    <a:pt x="116237" y="51569"/>
                  </a:lnTo>
                  <a:lnTo>
                    <a:pt x="116237" y="0"/>
                  </a:lnTo>
                  <a:lnTo>
                    <a:pt x="0" y="0"/>
                  </a:lnTo>
                  <a:lnTo>
                    <a:pt x="0" y="51569"/>
                  </a:lnTo>
                  <a:close/>
                </a:path>
              </a:pathLst>
            </a:custGeom>
            <a:solidFill>
              <a:srgbClr val="FAAF5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7" name="object 1007" descr=""/>
            <p:cNvSpPr/>
            <p:nvPr/>
          </p:nvSpPr>
          <p:spPr>
            <a:xfrm>
              <a:off x="16689313" y="9244346"/>
              <a:ext cx="140970" cy="12700"/>
            </a:xfrm>
            <a:custGeom>
              <a:avLst/>
              <a:gdLst/>
              <a:ahLst/>
              <a:cxnLst/>
              <a:rect l="l" t="t" r="r" b="b"/>
              <a:pathLst>
                <a:path w="140969" h="12700">
                  <a:moveTo>
                    <a:pt x="140760" y="0"/>
                  </a:moveTo>
                  <a:lnTo>
                    <a:pt x="0" y="0"/>
                  </a:lnTo>
                  <a:lnTo>
                    <a:pt x="0" y="12512"/>
                  </a:lnTo>
                  <a:lnTo>
                    <a:pt x="140760" y="12512"/>
                  </a:lnTo>
                  <a:lnTo>
                    <a:pt x="140760" y="0"/>
                  </a:lnTo>
                  <a:close/>
                </a:path>
              </a:pathLst>
            </a:custGeom>
            <a:solidFill>
              <a:srgbClr val="FFD1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8" name="object 1008" descr=""/>
            <p:cNvSpPr/>
            <p:nvPr/>
          </p:nvSpPr>
          <p:spPr>
            <a:xfrm>
              <a:off x="16701574" y="9256859"/>
              <a:ext cx="116839" cy="13970"/>
            </a:xfrm>
            <a:custGeom>
              <a:avLst/>
              <a:gdLst/>
              <a:ahLst/>
              <a:cxnLst/>
              <a:rect l="l" t="t" r="r" b="b"/>
              <a:pathLst>
                <a:path w="116840" h="13970">
                  <a:moveTo>
                    <a:pt x="116237" y="0"/>
                  </a:moveTo>
                  <a:lnTo>
                    <a:pt x="0" y="0"/>
                  </a:lnTo>
                  <a:lnTo>
                    <a:pt x="0" y="13706"/>
                  </a:lnTo>
                  <a:lnTo>
                    <a:pt x="116237" y="13706"/>
                  </a:lnTo>
                  <a:lnTo>
                    <a:pt x="116237" y="0"/>
                  </a:lnTo>
                  <a:close/>
                </a:path>
              </a:pathLst>
            </a:custGeom>
            <a:solidFill>
              <a:srgbClr val="046A38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09" name="object 1009" descr=""/>
          <p:cNvGrpSpPr/>
          <p:nvPr/>
        </p:nvGrpSpPr>
        <p:grpSpPr>
          <a:xfrm>
            <a:off x="16693532" y="8443753"/>
            <a:ext cx="133985" cy="800735"/>
            <a:chOff x="16693532" y="8443753"/>
            <a:chExt cx="133985" cy="800735"/>
          </a:xfrm>
        </p:grpSpPr>
        <p:sp>
          <p:nvSpPr>
            <p:cNvPr id="1010" name="object 1010" descr=""/>
            <p:cNvSpPr/>
            <p:nvPr/>
          </p:nvSpPr>
          <p:spPr>
            <a:xfrm>
              <a:off x="16729615" y="8483176"/>
              <a:ext cx="61594" cy="312420"/>
            </a:xfrm>
            <a:custGeom>
              <a:avLst/>
              <a:gdLst/>
              <a:ahLst/>
              <a:cxnLst/>
              <a:rect l="l" t="t" r="r" b="b"/>
              <a:pathLst>
                <a:path w="61594" h="312420">
                  <a:moveTo>
                    <a:pt x="61369" y="0"/>
                  </a:moveTo>
                  <a:lnTo>
                    <a:pt x="0" y="0"/>
                  </a:lnTo>
                  <a:lnTo>
                    <a:pt x="0" y="312315"/>
                  </a:lnTo>
                  <a:lnTo>
                    <a:pt x="61369" y="312315"/>
                  </a:lnTo>
                  <a:lnTo>
                    <a:pt x="61369" y="0"/>
                  </a:lnTo>
                  <a:close/>
                </a:path>
              </a:pathLst>
            </a:custGeom>
            <a:solidFill>
              <a:srgbClr val="FFB0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1" name="object 1011" descr=""/>
            <p:cNvSpPr/>
            <p:nvPr/>
          </p:nvSpPr>
          <p:spPr>
            <a:xfrm>
              <a:off x="16729615" y="8483176"/>
              <a:ext cx="31750" cy="312420"/>
            </a:xfrm>
            <a:custGeom>
              <a:avLst/>
              <a:gdLst/>
              <a:ahLst/>
              <a:cxnLst/>
              <a:rect l="l" t="t" r="r" b="b"/>
              <a:pathLst>
                <a:path w="31750" h="312420">
                  <a:moveTo>
                    <a:pt x="31590" y="0"/>
                  </a:moveTo>
                  <a:lnTo>
                    <a:pt x="0" y="0"/>
                  </a:lnTo>
                  <a:lnTo>
                    <a:pt x="0" y="312315"/>
                  </a:lnTo>
                  <a:lnTo>
                    <a:pt x="31590" y="312315"/>
                  </a:lnTo>
                  <a:lnTo>
                    <a:pt x="31590" y="0"/>
                  </a:lnTo>
                  <a:close/>
                </a:path>
              </a:pathLst>
            </a:custGeom>
            <a:solidFill>
              <a:srgbClr val="FFD1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2" name="object 1012" descr=""/>
            <p:cNvSpPr/>
            <p:nvPr/>
          </p:nvSpPr>
          <p:spPr>
            <a:xfrm>
              <a:off x="16738746" y="8813009"/>
              <a:ext cx="42545" cy="431800"/>
            </a:xfrm>
            <a:custGeom>
              <a:avLst/>
              <a:gdLst/>
              <a:ahLst/>
              <a:cxnLst/>
              <a:rect l="l" t="t" r="r" b="b"/>
              <a:pathLst>
                <a:path w="42544" h="431800">
                  <a:moveTo>
                    <a:pt x="42386" y="0"/>
                  </a:moveTo>
                  <a:lnTo>
                    <a:pt x="0" y="0"/>
                  </a:lnTo>
                  <a:lnTo>
                    <a:pt x="0" y="431327"/>
                  </a:lnTo>
                  <a:lnTo>
                    <a:pt x="42386" y="431327"/>
                  </a:lnTo>
                  <a:lnTo>
                    <a:pt x="42386" y="0"/>
                  </a:lnTo>
                  <a:close/>
                </a:path>
              </a:pathLst>
            </a:custGeom>
            <a:solidFill>
              <a:srgbClr val="FFB0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3" name="object 1013" descr=""/>
            <p:cNvSpPr/>
            <p:nvPr/>
          </p:nvSpPr>
          <p:spPr>
            <a:xfrm>
              <a:off x="16780996" y="8813009"/>
              <a:ext cx="23495" cy="431800"/>
            </a:xfrm>
            <a:custGeom>
              <a:avLst/>
              <a:gdLst/>
              <a:ahLst/>
              <a:cxnLst/>
              <a:rect l="l" t="t" r="r" b="b"/>
              <a:pathLst>
                <a:path w="23494" h="431800">
                  <a:moveTo>
                    <a:pt x="22994" y="0"/>
                  </a:moveTo>
                  <a:lnTo>
                    <a:pt x="0" y="0"/>
                  </a:lnTo>
                  <a:lnTo>
                    <a:pt x="0" y="431327"/>
                  </a:lnTo>
                  <a:lnTo>
                    <a:pt x="22994" y="431327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FF9F3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4" name="object 1014" descr=""/>
            <p:cNvSpPr/>
            <p:nvPr/>
          </p:nvSpPr>
          <p:spPr>
            <a:xfrm>
              <a:off x="16715752" y="8813009"/>
              <a:ext cx="23495" cy="431800"/>
            </a:xfrm>
            <a:custGeom>
              <a:avLst/>
              <a:gdLst/>
              <a:ahLst/>
              <a:cxnLst/>
              <a:rect l="l" t="t" r="r" b="b"/>
              <a:pathLst>
                <a:path w="23494" h="431800">
                  <a:moveTo>
                    <a:pt x="22994" y="0"/>
                  </a:moveTo>
                  <a:lnTo>
                    <a:pt x="0" y="0"/>
                  </a:lnTo>
                  <a:lnTo>
                    <a:pt x="0" y="431327"/>
                  </a:lnTo>
                  <a:lnTo>
                    <a:pt x="22994" y="431327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FFD1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5" name="object 1015" descr=""/>
            <p:cNvSpPr/>
            <p:nvPr/>
          </p:nvSpPr>
          <p:spPr>
            <a:xfrm>
              <a:off x="16715752" y="8927192"/>
              <a:ext cx="88900" cy="245745"/>
            </a:xfrm>
            <a:custGeom>
              <a:avLst/>
              <a:gdLst/>
              <a:ahLst/>
              <a:cxnLst/>
              <a:rect l="l" t="t" r="r" b="b"/>
              <a:pathLst>
                <a:path w="88900" h="245745">
                  <a:moveTo>
                    <a:pt x="88226" y="198437"/>
                  </a:moveTo>
                  <a:lnTo>
                    <a:pt x="0" y="198437"/>
                  </a:lnTo>
                  <a:lnTo>
                    <a:pt x="0" y="211137"/>
                  </a:lnTo>
                  <a:lnTo>
                    <a:pt x="88226" y="211137"/>
                  </a:lnTo>
                  <a:lnTo>
                    <a:pt x="88226" y="198437"/>
                  </a:lnTo>
                  <a:close/>
                </a:path>
                <a:path w="88900" h="245745">
                  <a:moveTo>
                    <a:pt x="88303" y="232879"/>
                  </a:moveTo>
                  <a:lnTo>
                    <a:pt x="63" y="232879"/>
                  </a:lnTo>
                  <a:lnTo>
                    <a:pt x="63" y="245567"/>
                  </a:lnTo>
                  <a:lnTo>
                    <a:pt x="88303" y="245567"/>
                  </a:lnTo>
                  <a:lnTo>
                    <a:pt x="88303" y="232879"/>
                  </a:lnTo>
                  <a:close/>
                </a:path>
                <a:path w="88900" h="245745">
                  <a:moveTo>
                    <a:pt x="88303" y="34429"/>
                  </a:moveTo>
                  <a:lnTo>
                    <a:pt x="63" y="34429"/>
                  </a:lnTo>
                  <a:lnTo>
                    <a:pt x="63" y="47117"/>
                  </a:lnTo>
                  <a:lnTo>
                    <a:pt x="88303" y="47117"/>
                  </a:lnTo>
                  <a:lnTo>
                    <a:pt x="88303" y="34429"/>
                  </a:lnTo>
                  <a:close/>
                </a:path>
                <a:path w="88900" h="245745">
                  <a:moveTo>
                    <a:pt x="88303" y="0"/>
                  </a:moveTo>
                  <a:lnTo>
                    <a:pt x="63" y="0"/>
                  </a:lnTo>
                  <a:lnTo>
                    <a:pt x="63" y="12687"/>
                  </a:lnTo>
                  <a:lnTo>
                    <a:pt x="88303" y="12687"/>
                  </a:lnTo>
                  <a:lnTo>
                    <a:pt x="88303" y="0"/>
                  </a:lnTo>
                  <a:close/>
                </a:path>
              </a:pathLst>
            </a:custGeom>
            <a:solidFill>
              <a:srgbClr val="046A38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6" name="object 1016" descr=""/>
            <p:cNvSpPr/>
            <p:nvPr/>
          </p:nvSpPr>
          <p:spPr>
            <a:xfrm>
              <a:off x="16693532" y="8795491"/>
              <a:ext cx="133985" cy="17780"/>
            </a:xfrm>
            <a:custGeom>
              <a:avLst/>
              <a:gdLst/>
              <a:ahLst/>
              <a:cxnLst/>
              <a:rect l="l" t="t" r="r" b="b"/>
              <a:pathLst>
                <a:path w="133984" h="17779">
                  <a:moveTo>
                    <a:pt x="133880" y="0"/>
                  </a:moveTo>
                  <a:lnTo>
                    <a:pt x="0" y="0"/>
                  </a:lnTo>
                  <a:lnTo>
                    <a:pt x="0" y="17517"/>
                  </a:lnTo>
                  <a:lnTo>
                    <a:pt x="133880" y="17517"/>
                  </a:lnTo>
                  <a:lnTo>
                    <a:pt x="133880" y="0"/>
                  </a:lnTo>
                  <a:close/>
                </a:path>
              </a:pathLst>
            </a:custGeom>
            <a:solidFill>
              <a:srgbClr val="FFD1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7" name="object 1017" descr=""/>
            <p:cNvSpPr/>
            <p:nvPr/>
          </p:nvSpPr>
          <p:spPr>
            <a:xfrm>
              <a:off x="16693543" y="8813016"/>
              <a:ext cx="133985" cy="17145"/>
            </a:xfrm>
            <a:custGeom>
              <a:avLst/>
              <a:gdLst/>
              <a:ahLst/>
              <a:cxnLst/>
              <a:rect l="l" t="t" r="r" b="b"/>
              <a:pathLst>
                <a:path w="133984" h="17145">
                  <a:moveTo>
                    <a:pt x="133880" y="0"/>
                  </a:moveTo>
                  <a:lnTo>
                    <a:pt x="0" y="0"/>
                  </a:lnTo>
                  <a:lnTo>
                    <a:pt x="22208" y="16910"/>
                  </a:lnTo>
                  <a:lnTo>
                    <a:pt x="110520" y="16910"/>
                  </a:lnTo>
                  <a:lnTo>
                    <a:pt x="133880" y="0"/>
                  </a:lnTo>
                  <a:close/>
                </a:path>
              </a:pathLst>
            </a:custGeom>
            <a:solidFill>
              <a:srgbClr val="EB841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8" name="object 1018" descr=""/>
            <p:cNvSpPr/>
            <p:nvPr/>
          </p:nvSpPr>
          <p:spPr>
            <a:xfrm>
              <a:off x="16693532" y="8785523"/>
              <a:ext cx="133985" cy="10160"/>
            </a:xfrm>
            <a:custGeom>
              <a:avLst/>
              <a:gdLst/>
              <a:ahLst/>
              <a:cxnLst/>
              <a:rect l="l" t="t" r="r" b="b"/>
              <a:pathLst>
                <a:path w="133984" h="10159">
                  <a:moveTo>
                    <a:pt x="133880" y="0"/>
                  </a:moveTo>
                  <a:lnTo>
                    <a:pt x="0" y="0"/>
                  </a:lnTo>
                  <a:lnTo>
                    <a:pt x="0" y="9968"/>
                  </a:lnTo>
                  <a:lnTo>
                    <a:pt x="133880" y="9968"/>
                  </a:lnTo>
                  <a:lnTo>
                    <a:pt x="133880" y="0"/>
                  </a:lnTo>
                  <a:close/>
                </a:path>
              </a:pathLst>
            </a:custGeom>
            <a:solidFill>
              <a:srgbClr val="FDF1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9" name="object 1019" descr=""/>
            <p:cNvSpPr/>
            <p:nvPr/>
          </p:nvSpPr>
          <p:spPr>
            <a:xfrm>
              <a:off x="16713909" y="8452611"/>
              <a:ext cx="93345" cy="15875"/>
            </a:xfrm>
            <a:custGeom>
              <a:avLst/>
              <a:gdLst/>
              <a:ahLst/>
              <a:cxnLst/>
              <a:rect l="l" t="t" r="r" b="b"/>
              <a:pathLst>
                <a:path w="93344" h="15875">
                  <a:moveTo>
                    <a:pt x="93148" y="0"/>
                  </a:moveTo>
                  <a:lnTo>
                    <a:pt x="0" y="0"/>
                  </a:lnTo>
                  <a:lnTo>
                    <a:pt x="0" y="15549"/>
                  </a:lnTo>
                  <a:lnTo>
                    <a:pt x="93148" y="15549"/>
                  </a:lnTo>
                  <a:lnTo>
                    <a:pt x="93148" y="0"/>
                  </a:lnTo>
                  <a:close/>
                </a:path>
              </a:pathLst>
            </a:custGeom>
            <a:solidFill>
              <a:srgbClr val="FFD1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0" name="object 1020" descr=""/>
            <p:cNvSpPr/>
            <p:nvPr/>
          </p:nvSpPr>
          <p:spPr>
            <a:xfrm>
              <a:off x="16713904" y="8468159"/>
              <a:ext cx="93345" cy="15240"/>
            </a:xfrm>
            <a:custGeom>
              <a:avLst/>
              <a:gdLst/>
              <a:ahLst/>
              <a:cxnLst/>
              <a:rect l="l" t="t" r="r" b="b"/>
              <a:pathLst>
                <a:path w="93344" h="15240">
                  <a:moveTo>
                    <a:pt x="93148" y="0"/>
                  </a:moveTo>
                  <a:lnTo>
                    <a:pt x="0" y="0"/>
                  </a:lnTo>
                  <a:lnTo>
                    <a:pt x="15455" y="15015"/>
                  </a:lnTo>
                  <a:lnTo>
                    <a:pt x="76898" y="15015"/>
                  </a:lnTo>
                  <a:lnTo>
                    <a:pt x="93148" y="0"/>
                  </a:lnTo>
                  <a:close/>
                </a:path>
              </a:pathLst>
            </a:custGeom>
            <a:solidFill>
              <a:srgbClr val="EB841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1" name="object 1021" descr=""/>
            <p:cNvSpPr/>
            <p:nvPr/>
          </p:nvSpPr>
          <p:spPr>
            <a:xfrm>
              <a:off x="16713909" y="8443753"/>
              <a:ext cx="93345" cy="8890"/>
            </a:xfrm>
            <a:custGeom>
              <a:avLst/>
              <a:gdLst/>
              <a:ahLst/>
              <a:cxnLst/>
              <a:rect l="l" t="t" r="r" b="b"/>
              <a:pathLst>
                <a:path w="93344" h="8890">
                  <a:moveTo>
                    <a:pt x="93148" y="0"/>
                  </a:moveTo>
                  <a:lnTo>
                    <a:pt x="0" y="0"/>
                  </a:lnTo>
                  <a:lnTo>
                    <a:pt x="0" y="8847"/>
                  </a:lnTo>
                  <a:lnTo>
                    <a:pt x="93148" y="8847"/>
                  </a:lnTo>
                  <a:lnTo>
                    <a:pt x="93148" y="0"/>
                  </a:lnTo>
                  <a:close/>
                </a:path>
              </a:pathLst>
            </a:custGeom>
            <a:solidFill>
              <a:srgbClr val="FDF1D3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22" name="object 1022" descr=""/>
          <p:cNvGrpSpPr/>
          <p:nvPr/>
        </p:nvGrpSpPr>
        <p:grpSpPr>
          <a:xfrm>
            <a:off x="12999646" y="9776992"/>
            <a:ext cx="843915" cy="332740"/>
            <a:chOff x="12999646" y="9776992"/>
            <a:chExt cx="843915" cy="332740"/>
          </a:xfrm>
        </p:grpSpPr>
        <p:sp>
          <p:nvSpPr>
            <p:cNvPr id="1023" name="object 1023" descr=""/>
            <p:cNvSpPr/>
            <p:nvPr/>
          </p:nvSpPr>
          <p:spPr>
            <a:xfrm>
              <a:off x="13280558" y="9852004"/>
              <a:ext cx="450215" cy="257810"/>
            </a:xfrm>
            <a:custGeom>
              <a:avLst/>
              <a:gdLst/>
              <a:ahLst/>
              <a:cxnLst/>
              <a:rect l="l" t="t" r="r" b="b"/>
              <a:pathLst>
                <a:path w="450215" h="257809">
                  <a:moveTo>
                    <a:pt x="449808" y="0"/>
                  </a:moveTo>
                  <a:lnTo>
                    <a:pt x="0" y="0"/>
                  </a:lnTo>
                  <a:lnTo>
                    <a:pt x="0" y="257615"/>
                  </a:lnTo>
                  <a:lnTo>
                    <a:pt x="449808" y="257615"/>
                  </a:lnTo>
                  <a:lnTo>
                    <a:pt x="449808" y="0"/>
                  </a:lnTo>
                  <a:close/>
                </a:path>
              </a:pathLst>
            </a:custGeom>
            <a:solidFill>
              <a:srgbClr val="227B4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4" name="object 1024" descr=""/>
            <p:cNvSpPr/>
            <p:nvPr/>
          </p:nvSpPr>
          <p:spPr>
            <a:xfrm>
              <a:off x="12999646" y="9776992"/>
              <a:ext cx="843915" cy="332740"/>
            </a:xfrm>
            <a:custGeom>
              <a:avLst/>
              <a:gdLst/>
              <a:ahLst/>
              <a:cxnLst/>
              <a:rect l="l" t="t" r="r" b="b"/>
              <a:pathLst>
                <a:path w="843915" h="332740">
                  <a:moveTo>
                    <a:pt x="843890" y="16510"/>
                  </a:moveTo>
                  <a:lnTo>
                    <a:pt x="0" y="16510"/>
                  </a:lnTo>
                  <a:lnTo>
                    <a:pt x="0" y="332740"/>
                  </a:lnTo>
                  <a:lnTo>
                    <a:pt x="83473" y="332740"/>
                  </a:lnTo>
                  <a:lnTo>
                    <a:pt x="83473" y="219710"/>
                  </a:lnTo>
                  <a:lnTo>
                    <a:pt x="85526" y="215900"/>
                  </a:lnTo>
                  <a:lnTo>
                    <a:pt x="88636" y="213360"/>
                  </a:lnTo>
                  <a:lnTo>
                    <a:pt x="86605" y="208280"/>
                  </a:lnTo>
                  <a:lnTo>
                    <a:pt x="85087" y="200660"/>
                  </a:lnTo>
                  <a:lnTo>
                    <a:pt x="84137" y="193040"/>
                  </a:lnTo>
                  <a:lnTo>
                    <a:pt x="83808" y="186690"/>
                  </a:lnTo>
                  <a:lnTo>
                    <a:pt x="88813" y="170180"/>
                  </a:lnTo>
                  <a:lnTo>
                    <a:pt x="99824" y="158750"/>
                  </a:lnTo>
                  <a:lnTo>
                    <a:pt x="110834" y="151130"/>
                  </a:lnTo>
                  <a:lnTo>
                    <a:pt x="115839" y="148590"/>
                  </a:lnTo>
                  <a:lnTo>
                    <a:pt x="843890" y="148590"/>
                  </a:lnTo>
                  <a:lnTo>
                    <a:pt x="843890" y="16510"/>
                  </a:lnTo>
                  <a:close/>
                </a:path>
                <a:path w="843915" h="332740">
                  <a:moveTo>
                    <a:pt x="199313" y="148590"/>
                  </a:moveTo>
                  <a:lnTo>
                    <a:pt x="115839" y="148590"/>
                  </a:lnTo>
                  <a:lnTo>
                    <a:pt x="122635" y="151130"/>
                  </a:lnTo>
                  <a:lnTo>
                    <a:pt x="130006" y="157480"/>
                  </a:lnTo>
                  <a:lnTo>
                    <a:pt x="136441" y="162560"/>
                  </a:lnTo>
                  <a:lnTo>
                    <a:pt x="142207" y="170180"/>
                  </a:lnTo>
                  <a:lnTo>
                    <a:pt x="146359" y="177800"/>
                  </a:lnTo>
                  <a:lnTo>
                    <a:pt x="147953" y="186690"/>
                  </a:lnTo>
                  <a:lnTo>
                    <a:pt x="147624" y="193040"/>
                  </a:lnTo>
                  <a:lnTo>
                    <a:pt x="146673" y="200660"/>
                  </a:lnTo>
                  <a:lnTo>
                    <a:pt x="145152" y="208280"/>
                  </a:lnTo>
                  <a:lnTo>
                    <a:pt x="143116" y="213360"/>
                  </a:lnTo>
                  <a:lnTo>
                    <a:pt x="146225" y="215900"/>
                  </a:lnTo>
                  <a:lnTo>
                    <a:pt x="148194" y="219710"/>
                  </a:lnTo>
                  <a:lnTo>
                    <a:pt x="148194" y="332740"/>
                  </a:lnTo>
                  <a:lnTo>
                    <a:pt x="166958" y="332740"/>
                  </a:lnTo>
                  <a:lnTo>
                    <a:pt x="166958" y="219710"/>
                  </a:lnTo>
                  <a:lnTo>
                    <a:pt x="168926" y="215900"/>
                  </a:lnTo>
                  <a:lnTo>
                    <a:pt x="172036" y="213360"/>
                  </a:lnTo>
                  <a:lnTo>
                    <a:pt x="169999" y="208280"/>
                  </a:lnTo>
                  <a:lnTo>
                    <a:pt x="168479" y="200660"/>
                  </a:lnTo>
                  <a:lnTo>
                    <a:pt x="167527" y="193040"/>
                  </a:lnTo>
                  <a:lnTo>
                    <a:pt x="167199" y="186690"/>
                  </a:lnTo>
                  <a:lnTo>
                    <a:pt x="172216" y="170180"/>
                  </a:lnTo>
                  <a:lnTo>
                    <a:pt x="183256" y="158750"/>
                  </a:lnTo>
                  <a:lnTo>
                    <a:pt x="194295" y="151130"/>
                  </a:lnTo>
                  <a:lnTo>
                    <a:pt x="199313" y="148590"/>
                  </a:lnTo>
                  <a:close/>
                </a:path>
                <a:path w="843915" h="332740">
                  <a:moveTo>
                    <a:pt x="282713" y="148590"/>
                  </a:moveTo>
                  <a:lnTo>
                    <a:pt x="199313" y="148590"/>
                  </a:lnTo>
                  <a:lnTo>
                    <a:pt x="206035" y="151130"/>
                  </a:lnTo>
                  <a:lnTo>
                    <a:pt x="213407" y="157480"/>
                  </a:lnTo>
                  <a:lnTo>
                    <a:pt x="219840" y="162560"/>
                  </a:lnTo>
                  <a:lnTo>
                    <a:pt x="225603" y="170180"/>
                  </a:lnTo>
                  <a:lnTo>
                    <a:pt x="229751" y="177800"/>
                  </a:lnTo>
                  <a:lnTo>
                    <a:pt x="231343" y="186690"/>
                  </a:lnTo>
                  <a:lnTo>
                    <a:pt x="231026" y="193040"/>
                  </a:lnTo>
                  <a:lnTo>
                    <a:pt x="230096" y="200660"/>
                  </a:lnTo>
                  <a:lnTo>
                    <a:pt x="228582" y="208280"/>
                  </a:lnTo>
                  <a:lnTo>
                    <a:pt x="226516" y="213360"/>
                  </a:lnTo>
                  <a:lnTo>
                    <a:pt x="229626" y="215900"/>
                  </a:lnTo>
                  <a:lnTo>
                    <a:pt x="231678" y="219710"/>
                  </a:lnTo>
                  <a:lnTo>
                    <a:pt x="231678" y="332740"/>
                  </a:lnTo>
                  <a:lnTo>
                    <a:pt x="250358" y="332740"/>
                  </a:lnTo>
                  <a:lnTo>
                    <a:pt x="250358" y="219710"/>
                  </a:lnTo>
                  <a:lnTo>
                    <a:pt x="252400" y="215900"/>
                  </a:lnTo>
                  <a:lnTo>
                    <a:pt x="255510" y="213360"/>
                  </a:lnTo>
                  <a:lnTo>
                    <a:pt x="253444" y="208280"/>
                  </a:lnTo>
                  <a:lnTo>
                    <a:pt x="251930" y="200660"/>
                  </a:lnTo>
                  <a:lnTo>
                    <a:pt x="251000" y="193040"/>
                  </a:lnTo>
                  <a:lnTo>
                    <a:pt x="250683" y="186690"/>
                  </a:lnTo>
                  <a:lnTo>
                    <a:pt x="255688" y="170180"/>
                  </a:lnTo>
                  <a:lnTo>
                    <a:pt x="266698" y="158750"/>
                  </a:lnTo>
                  <a:lnTo>
                    <a:pt x="277709" y="151130"/>
                  </a:lnTo>
                  <a:lnTo>
                    <a:pt x="282713" y="148590"/>
                  </a:lnTo>
                  <a:close/>
                </a:path>
                <a:path w="843915" h="332740">
                  <a:moveTo>
                    <a:pt x="366198" y="148590"/>
                  </a:moveTo>
                  <a:lnTo>
                    <a:pt x="282713" y="148590"/>
                  </a:lnTo>
                  <a:lnTo>
                    <a:pt x="289509" y="151130"/>
                  </a:lnTo>
                  <a:lnTo>
                    <a:pt x="296807" y="157480"/>
                  </a:lnTo>
                  <a:lnTo>
                    <a:pt x="303285" y="162560"/>
                  </a:lnTo>
                  <a:lnTo>
                    <a:pt x="309073" y="170180"/>
                  </a:lnTo>
                  <a:lnTo>
                    <a:pt x="313233" y="177800"/>
                  </a:lnTo>
                  <a:lnTo>
                    <a:pt x="314828" y="186690"/>
                  </a:lnTo>
                  <a:lnTo>
                    <a:pt x="314499" y="193040"/>
                  </a:lnTo>
                  <a:lnTo>
                    <a:pt x="313548" y="200660"/>
                  </a:lnTo>
                  <a:lnTo>
                    <a:pt x="312027" y="208280"/>
                  </a:lnTo>
                  <a:lnTo>
                    <a:pt x="309990" y="213360"/>
                  </a:lnTo>
                  <a:lnTo>
                    <a:pt x="313110" y="215900"/>
                  </a:lnTo>
                  <a:lnTo>
                    <a:pt x="315068" y="219710"/>
                  </a:lnTo>
                  <a:lnTo>
                    <a:pt x="315068" y="332740"/>
                  </a:lnTo>
                  <a:lnTo>
                    <a:pt x="333832" y="332740"/>
                  </a:lnTo>
                  <a:lnTo>
                    <a:pt x="333832" y="219710"/>
                  </a:lnTo>
                  <a:lnTo>
                    <a:pt x="335801" y="215900"/>
                  </a:lnTo>
                  <a:lnTo>
                    <a:pt x="338911" y="213360"/>
                  </a:lnTo>
                  <a:lnTo>
                    <a:pt x="336880" y="208280"/>
                  </a:lnTo>
                  <a:lnTo>
                    <a:pt x="335362" y="200660"/>
                  </a:lnTo>
                  <a:lnTo>
                    <a:pt x="334412" y="193040"/>
                  </a:lnTo>
                  <a:lnTo>
                    <a:pt x="334084" y="186690"/>
                  </a:lnTo>
                  <a:lnTo>
                    <a:pt x="339101" y="170180"/>
                  </a:lnTo>
                  <a:lnTo>
                    <a:pt x="350141" y="158750"/>
                  </a:lnTo>
                  <a:lnTo>
                    <a:pt x="361180" y="151130"/>
                  </a:lnTo>
                  <a:lnTo>
                    <a:pt x="366198" y="148590"/>
                  </a:lnTo>
                  <a:close/>
                </a:path>
                <a:path w="843915" h="332740">
                  <a:moveTo>
                    <a:pt x="449588" y="148590"/>
                  </a:moveTo>
                  <a:lnTo>
                    <a:pt x="366198" y="148590"/>
                  </a:lnTo>
                  <a:lnTo>
                    <a:pt x="372910" y="151130"/>
                  </a:lnTo>
                  <a:lnTo>
                    <a:pt x="380281" y="157480"/>
                  </a:lnTo>
                  <a:lnTo>
                    <a:pt x="386716" y="162560"/>
                  </a:lnTo>
                  <a:lnTo>
                    <a:pt x="392482" y="170180"/>
                  </a:lnTo>
                  <a:lnTo>
                    <a:pt x="396634" y="177800"/>
                  </a:lnTo>
                  <a:lnTo>
                    <a:pt x="398228" y="186690"/>
                  </a:lnTo>
                  <a:lnTo>
                    <a:pt x="397899" y="193040"/>
                  </a:lnTo>
                  <a:lnTo>
                    <a:pt x="396948" y="200660"/>
                  </a:lnTo>
                  <a:lnTo>
                    <a:pt x="395428" y="208280"/>
                  </a:lnTo>
                  <a:lnTo>
                    <a:pt x="393391" y="213360"/>
                  </a:lnTo>
                  <a:lnTo>
                    <a:pt x="396501" y="215900"/>
                  </a:lnTo>
                  <a:lnTo>
                    <a:pt x="398553" y="219710"/>
                  </a:lnTo>
                  <a:lnTo>
                    <a:pt x="398553" y="332740"/>
                  </a:lnTo>
                  <a:lnTo>
                    <a:pt x="417233" y="332740"/>
                  </a:lnTo>
                  <a:lnTo>
                    <a:pt x="417233" y="219710"/>
                  </a:lnTo>
                  <a:lnTo>
                    <a:pt x="419285" y="215900"/>
                  </a:lnTo>
                  <a:lnTo>
                    <a:pt x="422395" y="213360"/>
                  </a:lnTo>
                  <a:lnTo>
                    <a:pt x="420314" y="208280"/>
                  </a:lnTo>
                  <a:lnTo>
                    <a:pt x="418768" y="200660"/>
                  </a:lnTo>
                  <a:lnTo>
                    <a:pt x="417805" y="193040"/>
                  </a:lnTo>
                  <a:lnTo>
                    <a:pt x="417474" y="186690"/>
                  </a:lnTo>
                  <a:lnTo>
                    <a:pt x="422492" y="170180"/>
                  </a:lnTo>
                  <a:lnTo>
                    <a:pt x="433531" y="158750"/>
                  </a:lnTo>
                  <a:lnTo>
                    <a:pt x="444570" y="151130"/>
                  </a:lnTo>
                  <a:lnTo>
                    <a:pt x="449588" y="148590"/>
                  </a:lnTo>
                  <a:close/>
                </a:path>
                <a:path w="843915" h="332740">
                  <a:moveTo>
                    <a:pt x="532989" y="148590"/>
                  </a:moveTo>
                  <a:lnTo>
                    <a:pt x="449588" y="148590"/>
                  </a:lnTo>
                  <a:lnTo>
                    <a:pt x="456394" y="151130"/>
                  </a:lnTo>
                  <a:lnTo>
                    <a:pt x="463682" y="157480"/>
                  </a:lnTo>
                  <a:lnTo>
                    <a:pt x="470129" y="162560"/>
                  </a:lnTo>
                  <a:lnTo>
                    <a:pt x="475920" y="170180"/>
                  </a:lnTo>
                  <a:lnTo>
                    <a:pt x="480097" y="177800"/>
                  </a:lnTo>
                  <a:lnTo>
                    <a:pt x="481702" y="186690"/>
                  </a:lnTo>
                  <a:lnTo>
                    <a:pt x="481373" y="193040"/>
                  </a:lnTo>
                  <a:lnTo>
                    <a:pt x="480423" y="200660"/>
                  </a:lnTo>
                  <a:lnTo>
                    <a:pt x="478906" y="208280"/>
                  </a:lnTo>
                  <a:lnTo>
                    <a:pt x="476875" y="213360"/>
                  </a:lnTo>
                  <a:lnTo>
                    <a:pt x="479901" y="215900"/>
                  </a:lnTo>
                  <a:lnTo>
                    <a:pt x="481953" y="219710"/>
                  </a:lnTo>
                  <a:lnTo>
                    <a:pt x="481953" y="332740"/>
                  </a:lnTo>
                  <a:lnTo>
                    <a:pt x="500717" y="332740"/>
                  </a:lnTo>
                  <a:lnTo>
                    <a:pt x="500717" y="219710"/>
                  </a:lnTo>
                  <a:lnTo>
                    <a:pt x="502675" y="215900"/>
                  </a:lnTo>
                  <a:lnTo>
                    <a:pt x="505796" y="213360"/>
                  </a:lnTo>
                  <a:lnTo>
                    <a:pt x="503759" y="208280"/>
                  </a:lnTo>
                  <a:lnTo>
                    <a:pt x="502238" y="200660"/>
                  </a:lnTo>
                  <a:lnTo>
                    <a:pt x="501287" y="193040"/>
                  </a:lnTo>
                  <a:lnTo>
                    <a:pt x="500958" y="186690"/>
                  </a:lnTo>
                  <a:lnTo>
                    <a:pt x="505963" y="170180"/>
                  </a:lnTo>
                  <a:lnTo>
                    <a:pt x="516973" y="158750"/>
                  </a:lnTo>
                  <a:lnTo>
                    <a:pt x="527984" y="151130"/>
                  </a:lnTo>
                  <a:lnTo>
                    <a:pt x="532989" y="148590"/>
                  </a:lnTo>
                  <a:close/>
                </a:path>
                <a:path w="843915" h="332740">
                  <a:moveTo>
                    <a:pt x="616473" y="148590"/>
                  </a:moveTo>
                  <a:lnTo>
                    <a:pt x="532989" y="148590"/>
                  </a:lnTo>
                  <a:lnTo>
                    <a:pt x="539795" y="151130"/>
                  </a:lnTo>
                  <a:lnTo>
                    <a:pt x="547166" y="157480"/>
                  </a:lnTo>
                  <a:lnTo>
                    <a:pt x="553595" y="162560"/>
                  </a:lnTo>
                  <a:lnTo>
                    <a:pt x="559358" y="170180"/>
                  </a:lnTo>
                  <a:lnTo>
                    <a:pt x="563509" y="177800"/>
                  </a:lnTo>
                  <a:lnTo>
                    <a:pt x="565103" y="186690"/>
                  </a:lnTo>
                  <a:lnTo>
                    <a:pt x="564774" y="193040"/>
                  </a:lnTo>
                  <a:lnTo>
                    <a:pt x="563824" y="200660"/>
                  </a:lnTo>
                  <a:lnTo>
                    <a:pt x="562306" y="208280"/>
                  </a:lnTo>
                  <a:lnTo>
                    <a:pt x="560276" y="213360"/>
                  </a:lnTo>
                  <a:lnTo>
                    <a:pt x="563385" y="215900"/>
                  </a:lnTo>
                  <a:lnTo>
                    <a:pt x="565354" y="219710"/>
                  </a:lnTo>
                  <a:lnTo>
                    <a:pt x="565354" y="332740"/>
                  </a:lnTo>
                  <a:lnTo>
                    <a:pt x="584107" y="332740"/>
                  </a:lnTo>
                  <a:lnTo>
                    <a:pt x="584107" y="219710"/>
                  </a:lnTo>
                  <a:lnTo>
                    <a:pt x="586160" y="215900"/>
                  </a:lnTo>
                  <a:lnTo>
                    <a:pt x="589186" y="213360"/>
                  </a:lnTo>
                  <a:lnTo>
                    <a:pt x="587155" y="208280"/>
                  </a:lnTo>
                  <a:lnTo>
                    <a:pt x="585637" y="200660"/>
                  </a:lnTo>
                  <a:lnTo>
                    <a:pt x="584687" y="193040"/>
                  </a:lnTo>
                  <a:lnTo>
                    <a:pt x="584359" y="186690"/>
                  </a:lnTo>
                  <a:lnTo>
                    <a:pt x="589377" y="170180"/>
                  </a:lnTo>
                  <a:lnTo>
                    <a:pt x="600416" y="158750"/>
                  </a:lnTo>
                  <a:lnTo>
                    <a:pt x="611455" y="151130"/>
                  </a:lnTo>
                  <a:lnTo>
                    <a:pt x="616473" y="148590"/>
                  </a:lnTo>
                  <a:close/>
                </a:path>
                <a:path w="843915" h="332740">
                  <a:moveTo>
                    <a:pt x="699863" y="148590"/>
                  </a:moveTo>
                  <a:lnTo>
                    <a:pt x="616473" y="148590"/>
                  </a:lnTo>
                  <a:lnTo>
                    <a:pt x="623185" y="151130"/>
                  </a:lnTo>
                  <a:lnTo>
                    <a:pt x="630556" y="157480"/>
                  </a:lnTo>
                  <a:lnTo>
                    <a:pt x="637005" y="162560"/>
                  </a:lnTo>
                  <a:lnTo>
                    <a:pt x="642799" y="170180"/>
                  </a:lnTo>
                  <a:lnTo>
                    <a:pt x="646980" y="177800"/>
                  </a:lnTo>
                  <a:lnTo>
                    <a:pt x="648587" y="186690"/>
                  </a:lnTo>
                  <a:lnTo>
                    <a:pt x="648257" y="193040"/>
                  </a:lnTo>
                  <a:lnTo>
                    <a:pt x="647297" y="200660"/>
                  </a:lnTo>
                  <a:lnTo>
                    <a:pt x="645751" y="208280"/>
                  </a:lnTo>
                  <a:lnTo>
                    <a:pt x="643666" y="213360"/>
                  </a:lnTo>
                  <a:lnTo>
                    <a:pt x="646786" y="215900"/>
                  </a:lnTo>
                  <a:lnTo>
                    <a:pt x="648828" y="219710"/>
                  </a:lnTo>
                  <a:lnTo>
                    <a:pt x="648828" y="332740"/>
                  </a:lnTo>
                  <a:lnTo>
                    <a:pt x="667508" y="332740"/>
                  </a:lnTo>
                  <a:lnTo>
                    <a:pt x="667508" y="219710"/>
                  </a:lnTo>
                  <a:lnTo>
                    <a:pt x="669560" y="215900"/>
                  </a:lnTo>
                  <a:lnTo>
                    <a:pt x="672670" y="213360"/>
                  </a:lnTo>
                  <a:lnTo>
                    <a:pt x="670638" y="208280"/>
                  </a:lnTo>
                  <a:lnTo>
                    <a:pt x="669117" y="200660"/>
                  </a:lnTo>
                  <a:lnTo>
                    <a:pt x="668163" y="193040"/>
                  </a:lnTo>
                  <a:lnTo>
                    <a:pt x="667833" y="186690"/>
                  </a:lnTo>
                  <a:lnTo>
                    <a:pt x="672837" y="170180"/>
                  </a:lnTo>
                  <a:lnTo>
                    <a:pt x="683848" y="158750"/>
                  </a:lnTo>
                  <a:lnTo>
                    <a:pt x="694858" y="151130"/>
                  </a:lnTo>
                  <a:lnTo>
                    <a:pt x="699863" y="148590"/>
                  </a:lnTo>
                  <a:close/>
                </a:path>
                <a:path w="843915" h="332740">
                  <a:moveTo>
                    <a:pt x="783347" y="148590"/>
                  </a:moveTo>
                  <a:lnTo>
                    <a:pt x="699863" y="148590"/>
                  </a:lnTo>
                  <a:lnTo>
                    <a:pt x="706669" y="151130"/>
                  </a:lnTo>
                  <a:lnTo>
                    <a:pt x="714041" y="157480"/>
                  </a:lnTo>
                  <a:lnTo>
                    <a:pt x="720474" y="162560"/>
                  </a:lnTo>
                  <a:lnTo>
                    <a:pt x="726237" y="170180"/>
                  </a:lnTo>
                  <a:lnTo>
                    <a:pt x="730385" y="177800"/>
                  </a:lnTo>
                  <a:lnTo>
                    <a:pt x="731977" y="186690"/>
                  </a:lnTo>
                  <a:lnTo>
                    <a:pt x="731649" y="193040"/>
                  </a:lnTo>
                  <a:lnTo>
                    <a:pt x="730698" y="200660"/>
                  </a:lnTo>
                  <a:lnTo>
                    <a:pt x="729181" y="208280"/>
                  </a:lnTo>
                  <a:lnTo>
                    <a:pt x="727150" y="213360"/>
                  </a:lnTo>
                  <a:lnTo>
                    <a:pt x="730260" y="215900"/>
                  </a:lnTo>
                  <a:lnTo>
                    <a:pt x="732229" y="219710"/>
                  </a:lnTo>
                  <a:lnTo>
                    <a:pt x="732229" y="332740"/>
                  </a:lnTo>
                  <a:lnTo>
                    <a:pt x="750992" y="332740"/>
                  </a:lnTo>
                  <a:lnTo>
                    <a:pt x="750992" y="219710"/>
                  </a:lnTo>
                  <a:lnTo>
                    <a:pt x="752950" y="215900"/>
                  </a:lnTo>
                  <a:lnTo>
                    <a:pt x="756071" y="213360"/>
                  </a:lnTo>
                  <a:lnTo>
                    <a:pt x="754034" y="208280"/>
                  </a:lnTo>
                  <a:lnTo>
                    <a:pt x="752513" y="200660"/>
                  </a:lnTo>
                  <a:lnTo>
                    <a:pt x="751562" y="193040"/>
                  </a:lnTo>
                  <a:lnTo>
                    <a:pt x="751233" y="186690"/>
                  </a:lnTo>
                  <a:lnTo>
                    <a:pt x="756251" y="170180"/>
                  </a:lnTo>
                  <a:lnTo>
                    <a:pt x="767290" y="158750"/>
                  </a:lnTo>
                  <a:lnTo>
                    <a:pt x="778330" y="151130"/>
                  </a:lnTo>
                  <a:lnTo>
                    <a:pt x="783347" y="148590"/>
                  </a:lnTo>
                  <a:close/>
                </a:path>
                <a:path w="843915" h="332740">
                  <a:moveTo>
                    <a:pt x="843890" y="148590"/>
                  </a:moveTo>
                  <a:lnTo>
                    <a:pt x="783347" y="148590"/>
                  </a:lnTo>
                  <a:lnTo>
                    <a:pt x="790070" y="151130"/>
                  </a:lnTo>
                  <a:lnTo>
                    <a:pt x="797441" y="157480"/>
                  </a:lnTo>
                  <a:lnTo>
                    <a:pt x="803870" y="162560"/>
                  </a:lnTo>
                  <a:lnTo>
                    <a:pt x="809633" y="170180"/>
                  </a:lnTo>
                  <a:lnTo>
                    <a:pt x="813784" y="177800"/>
                  </a:lnTo>
                  <a:lnTo>
                    <a:pt x="815378" y="186690"/>
                  </a:lnTo>
                  <a:lnTo>
                    <a:pt x="815049" y="193040"/>
                  </a:lnTo>
                  <a:lnTo>
                    <a:pt x="814099" y="200660"/>
                  </a:lnTo>
                  <a:lnTo>
                    <a:pt x="812582" y="208280"/>
                  </a:lnTo>
                  <a:lnTo>
                    <a:pt x="810551" y="213360"/>
                  </a:lnTo>
                  <a:lnTo>
                    <a:pt x="813661" y="215900"/>
                  </a:lnTo>
                  <a:lnTo>
                    <a:pt x="815713" y="219710"/>
                  </a:lnTo>
                  <a:lnTo>
                    <a:pt x="815713" y="332740"/>
                  </a:lnTo>
                  <a:lnTo>
                    <a:pt x="843890" y="332740"/>
                  </a:lnTo>
                  <a:lnTo>
                    <a:pt x="843890" y="148590"/>
                  </a:lnTo>
                  <a:close/>
                </a:path>
                <a:path w="843915" h="332740">
                  <a:moveTo>
                    <a:pt x="7308" y="0"/>
                  </a:moveTo>
                  <a:lnTo>
                    <a:pt x="136" y="0"/>
                  </a:lnTo>
                  <a:lnTo>
                    <a:pt x="136" y="16510"/>
                  </a:lnTo>
                  <a:lnTo>
                    <a:pt x="7308" y="16510"/>
                  </a:lnTo>
                  <a:lnTo>
                    <a:pt x="7308" y="0"/>
                  </a:lnTo>
                  <a:close/>
                </a:path>
                <a:path w="843915" h="332740">
                  <a:moveTo>
                    <a:pt x="23318" y="0"/>
                  </a:moveTo>
                  <a:lnTo>
                    <a:pt x="16156" y="0"/>
                  </a:lnTo>
                  <a:lnTo>
                    <a:pt x="16156" y="16510"/>
                  </a:lnTo>
                  <a:lnTo>
                    <a:pt x="23318" y="16510"/>
                  </a:lnTo>
                  <a:lnTo>
                    <a:pt x="23318" y="0"/>
                  </a:lnTo>
                  <a:close/>
                </a:path>
                <a:path w="843915" h="332740">
                  <a:moveTo>
                    <a:pt x="39328" y="0"/>
                  </a:moveTo>
                  <a:lnTo>
                    <a:pt x="32166" y="0"/>
                  </a:lnTo>
                  <a:lnTo>
                    <a:pt x="32166" y="16510"/>
                  </a:lnTo>
                  <a:lnTo>
                    <a:pt x="39328" y="16510"/>
                  </a:lnTo>
                  <a:lnTo>
                    <a:pt x="39328" y="0"/>
                  </a:lnTo>
                  <a:close/>
                </a:path>
                <a:path w="843915" h="332740">
                  <a:moveTo>
                    <a:pt x="55349" y="0"/>
                  </a:moveTo>
                  <a:lnTo>
                    <a:pt x="48176" y="0"/>
                  </a:lnTo>
                  <a:lnTo>
                    <a:pt x="48176" y="16510"/>
                  </a:lnTo>
                  <a:lnTo>
                    <a:pt x="55349" y="16510"/>
                  </a:lnTo>
                  <a:lnTo>
                    <a:pt x="55349" y="0"/>
                  </a:lnTo>
                  <a:close/>
                </a:path>
                <a:path w="843915" h="332740">
                  <a:moveTo>
                    <a:pt x="71359" y="0"/>
                  </a:moveTo>
                  <a:lnTo>
                    <a:pt x="64186" y="0"/>
                  </a:lnTo>
                  <a:lnTo>
                    <a:pt x="64186" y="16510"/>
                  </a:lnTo>
                  <a:lnTo>
                    <a:pt x="71359" y="16510"/>
                  </a:lnTo>
                  <a:lnTo>
                    <a:pt x="71359" y="0"/>
                  </a:lnTo>
                  <a:close/>
                </a:path>
                <a:path w="843915" h="332740">
                  <a:moveTo>
                    <a:pt x="87369" y="0"/>
                  </a:moveTo>
                  <a:lnTo>
                    <a:pt x="80206" y="0"/>
                  </a:lnTo>
                  <a:lnTo>
                    <a:pt x="80206" y="16510"/>
                  </a:lnTo>
                  <a:lnTo>
                    <a:pt x="87369" y="16510"/>
                  </a:lnTo>
                  <a:lnTo>
                    <a:pt x="87369" y="0"/>
                  </a:lnTo>
                  <a:close/>
                </a:path>
                <a:path w="843915" h="332740">
                  <a:moveTo>
                    <a:pt x="103379" y="0"/>
                  </a:moveTo>
                  <a:lnTo>
                    <a:pt x="96216" y="0"/>
                  </a:lnTo>
                  <a:lnTo>
                    <a:pt x="96216" y="16510"/>
                  </a:lnTo>
                  <a:lnTo>
                    <a:pt x="103379" y="16510"/>
                  </a:lnTo>
                  <a:lnTo>
                    <a:pt x="103379" y="0"/>
                  </a:lnTo>
                  <a:close/>
                </a:path>
                <a:path w="843915" h="332740">
                  <a:moveTo>
                    <a:pt x="119399" y="0"/>
                  </a:moveTo>
                  <a:lnTo>
                    <a:pt x="112226" y="0"/>
                  </a:lnTo>
                  <a:lnTo>
                    <a:pt x="112226" y="16510"/>
                  </a:lnTo>
                  <a:lnTo>
                    <a:pt x="119399" y="16510"/>
                  </a:lnTo>
                  <a:lnTo>
                    <a:pt x="119399" y="0"/>
                  </a:lnTo>
                  <a:close/>
                </a:path>
                <a:path w="843915" h="332740">
                  <a:moveTo>
                    <a:pt x="135409" y="0"/>
                  </a:moveTo>
                  <a:lnTo>
                    <a:pt x="128236" y="0"/>
                  </a:lnTo>
                  <a:lnTo>
                    <a:pt x="128236" y="16510"/>
                  </a:lnTo>
                  <a:lnTo>
                    <a:pt x="135409" y="16510"/>
                  </a:lnTo>
                  <a:lnTo>
                    <a:pt x="135409" y="0"/>
                  </a:lnTo>
                  <a:close/>
                </a:path>
                <a:path w="843915" h="332740">
                  <a:moveTo>
                    <a:pt x="151419" y="0"/>
                  </a:moveTo>
                  <a:lnTo>
                    <a:pt x="144257" y="0"/>
                  </a:lnTo>
                  <a:lnTo>
                    <a:pt x="144257" y="16510"/>
                  </a:lnTo>
                  <a:lnTo>
                    <a:pt x="151419" y="16510"/>
                  </a:lnTo>
                  <a:lnTo>
                    <a:pt x="151419" y="0"/>
                  </a:lnTo>
                  <a:close/>
                </a:path>
                <a:path w="843915" h="332740">
                  <a:moveTo>
                    <a:pt x="167429" y="0"/>
                  </a:moveTo>
                  <a:lnTo>
                    <a:pt x="160267" y="0"/>
                  </a:lnTo>
                  <a:lnTo>
                    <a:pt x="160267" y="16510"/>
                  </a:lnTo>
                  <a:lnTo>
                    <a:pt x="167429" y="16510"/>
                  </a:lnTo>
                  <a:lnTo>
                    <a:pt x="167429" y="0"/>
                  </a:lnTo>
                  <a:close/>
                </a:path>
                <a:path w="843915" h="332740">
                  <a:moveTo>
                    <a:pt x="183449" y="0"/>
                  </a:moveTo>
                  <a:lnTo>
                    <a:pt x="176277" y="0"/>
                  </a:lnTo>
                  <a:lnTo>
                    <a:pt x="176277" y="16510"/>
                  </a:lnTo>
                  <a:lnTo>
                    <a:pt x="183449" y="16510"/>
                  </a:lnTo>
                  <a:lnTo>
                    <a:pt x="183449" y="0"/>
                  </a:lnTo>
                  <a:close/>
                </a:path>
                <a:path w="843915" h="332740">
                  <a:moveTo>
                    <a:pt x="199459" y="0"/>
                  </a:moveTo>
                  <a:lnTo>
                    <a:pt x="192287" y="0"/>
                  </a:lnTo>
                  <a:lnTo>
                    <a:pt x="192287" y="16510"/>
                  </a:lnTo>
                  <a:lnTo>
                    <a:pt x="199459" y="16510"/>
                  </a:lnTo>
                  <a:lnTo>
                    <a:pt x="199459" y="0"/>
                  </a:lnTo>
                  <a:close/>
                </a:path>
                <a:path w="843915" h="332740">
                  <a:moveTo>
                    <a:pt x="215469" y="0"/>
                  </a:moveTo>
                  <a:lnTo>
                    <a:pt x="208307" y="0"/>
                  </a:lnTo>
                  <a:lnTo>
                    <a:pt x="208307" y="16510"/>
                  </a:lnTo>
                  <a:lnTo>
                    <a:pt x="215469" y="16510"/>
                  </a:lnTo>
                  <a:lnTo>
                    <a:pt x="215469" y="0"/>
                  </a:lnTo>
                  <a:close/>
                </a:path>
                <a:path w="843915" h="332740">
                  <a:moveTo>
                    <a:pt x="231479" y="0"/>
                  </a:moveTo>
                  <a:lnTo>
                    <a:pt x="224317" y="0"/>
                  </a:lnTo>
                  <a:lnTo>
                    <a:pt x="224317" y="16510"/>
                  </a:lnTo>
                  <a:lnTo>
                    <a:pt x="231479" y="16510"/>
                  </a:lnTo>
                  <a:lnTo>
                    <a:pt x="231479" y="0"/>
                  </a:lnTo>
                  <a:close/>
                </a:path>
                <a:path w="843915" h="332740">
                  <a:moveTo>
                    <a:pt x="247500" y="0"/>
                  </a:moveTo>
                  <a:lnTo>
                    <a:pt x="240327" y="0"/>
                  </a:lnTo>
                  <a:lnTo>
                    <a:pt x="240327" y="16510"/>
                  </a:lnTo>
                  <a:lnTo>
                    <a:pt x="247500" y="16510"/>
                  </a:lnTo>
                  <a:lnTo>
                    <a:pt x="247500" y="0"/>
                  </a:lnTo>
                  <a:close/>
                </a:path>
                <a:path w="843915" h="332740">
                  <a:moveTo>
                    <a:pt x="263510" y="0"/>
                  </a:moveTo>
                  <a:lnTo>
                    <a:pt x="256337" y="0"/>
                  </a:lnTo>
                  <a:lnTo>
                    <a:pt x="256337" y="16510"/>
                  </a:lnTo>
                  <a:lnTo>
                    <a:pt x="263510" y="16510"/>
                  </a:lnTo>
                  <a:lnTo>
                    <a:pt x="263510" y="0"/>
                  </a:lnTo>
                  <a:close/>
                </a:path>
                <a:path w="843915" h="332740">
                  <a:moveTo>
                    <a:pt x="279520" y="0"/>
                  </a:moveTo>
                  <a:lnTo>
                    <a:pt x="272358" y="0"/>
                  </a:lnTo>
                  <a:lnTo>
                    <a:pt x="272358" y="16510"/>
                  </a:lnTo>
                  <a:lnTo>
                    <a:pt x="279520" y="16510"/>
                  </a:lnTo>
                  <a:lnTo>
                    <a:pt x="279520" y="0"/>
                  </a:lnTo>
                  <a:close/>
                </a:path>
                <a:path w="843915" h="332740">
                  <a:moveTo>
                    <a:pt x="295530" y="0"/>
                  </a:moveTo>
                  <a:lnTo>
                    <a:pt x="288368" y="0"/>
                  </a:lnTo>
                  <a:lnTo>
                    <a:pt x="288368" y="16510"/>
                  </a:lnTo>
                  <a:lnTo>
                    <a:pt x="295530" y="16510"/>
                  </a:lnTo>
                  <a:lnTo>
                    <a:pt x="295530" y="0"/>
                  </a:lnTo>
                  <a:close/>
                </a:path>
                <a:path w="843915" h="332740">
                  <a:moveTo>
                    <a:pt x="311550" y="0"/>
                  </a:moveTo>
                  <a:lnTo>
                    <a:pt x="304378" y="0"/>
                  </a:lnTo>
                  <a:lnTo>
                    <a:pt x="304378" y="16510"/>
                  </a:lnTo>
                  <a:lnTo>
                    <a:pt x="311550" y="16510"/>
                  </a:lnTo>
                  <a:lnTo>
                    <a:pt x="311550" y="0"/>
                  </a:lnTo>
                  <a:close/>
                </a:path>
                <a:path w="843915" h="332740">
                  <a:moveTo>
                    <a:pt x="327560" y="0"/>
                  </a:moveTo>
                  <a:lnTo>
                    <a:pt x="320388" y="0"/>
                  </a:lnTo>
                  <a:lnTo>
                    <a:pt x="320388" y="16510"/>
                  </a:lnTo>
                  <a:lnTo>
                    <a:pt x="327560" y="16510"/>
                  </a:lnTo>
                  <a:lnTo>
                    <a:pt x="327560" y="0"/>
                  </a:lnTo>
                  <a:close/>
                </a:path>
                <a:path w="843915" h="332740">
                  <a:moveTo>
                    <a:pt x="343570" y="0"/>
                  </a:moveTo>
                  <a:lnTo>
                    <a:pt x="336408" y="0"/>
                  </a:lnTo>
                  <a:lnTo>
                    <a:pt x="336408" y="16510"/>
                  </a:lnTo>
                  <a:lnTo>
                    <a:pt x="343570" y="16510"/>
                  </a:lnTo>
                  <a:lnTo>
                    <a:pt x="343570" y="0"/>
                  </a:lnTo>
                  <a:close/>
                </a:path>
                <a:path w="843915" h="332740">
                  <a:moveTo>
                    <a:pt x="359591" y="0"/>
                  </a:moveTo>
                  <a:lnTo>
                    <a:pt x="352418" y="0"/>
                  </a:lnTo>
                  <a:lnTo>
                    <a:pt x="352418" y="16510"/>
                  </a:lnTo>
                  <a:lnTo>
                    <a:pt x="359591" y="16510"/>
                  </a:lnTo>
                  <a:lnTo>
                    <a:pt x="359591" y="0"/>
                  </a:lnTo>
                  <a:close/>
                </a:path>
                <a:path w="843915" h="332740">
                  <a:moveTo>
                    <a:pt x="375601" y="0"/>
                  </a:moveTo>
                  <a:lnTo>
                    <a:pt x="368428" y="0"/>
                  </a:lnTo>
                  <a:lnTo>
                    <a:pt x="368428" y="16510"/>
                  </a:lnTo>
                  <a:lnTo>
                    <a:pt x="375601" y="16510"/>
                  </a:lnTo>
                  <a:lnTo>
                    <a:pt x="375601" y="0"/>
                  </a:lnTo>
                  <a:close/>
                </a:path>
                <a:path w="843915" h="332740">
                  <a:moveTo>
                    <a:pt x="391611" y="0"/>
                  </a:moveTo>
                  <a:lnTo>
                    <a:pt x="384438" y="0"/>
                  </a:lnTo>
                  <a:lnTo>
                    <a:pt x="384438" y="16510"/>
                  </a:lnTo>
                  <a:lnTo>
                    <a:pt x="391611" y="16510"/>
                  </a:lnTo>
                  <a:lnTo>
                    <a:pt x="391611" y="0"/>
                  </a:lnTo>
                  <a:close/>
                </a:path>
                <a:path w="843915" h="332740">
                  <a:moveTo>
                    <a:pt x="407621" y="0"/>
                  </a:moveTo>
                  <a:lnTo>
                    <a:pt x="400459" y="0"/>
                  </a:lnTo>
                  <a:lnTo>
                    <a:pt x="400459" y="16510"/>
                  </a:lnTo>
                  <a:lnTo>
                    <a:pt x="407621" y="16510"/>
                  </a:lnTo>
                  <a:lnTo>
                    <a:pt x="407621" y="0"/>
                  </a:lnTo>
                  <a:close/>
                </a:path>
                <a:path w="843915" h="332740">
                  <a:moveTo>
                    <a:pt x="423641" y="0"/>
                  </a:moveTo>
                  <a:lnTo>
                    <a:pt x="416468" y="0"/>
                  </a:lnTo>
                  <a:lnTo>
                    <a:pt x="416468" y="16510"/>
                  </a:lnTo>
                  <a:lnTo>
                    <a:pt x="423641" y="16510"/>
                  </a:lnTo>
                  <a:lnTo>
                    <a:pt x="423641" y="0"/>
                  </a:lnTo>
                  <a:close/>
                </a:path>
                <a:path w="843915" h="332740">
                  <a:moveTo>
                    <a:pt x="439651" y="0"/>
                  </a:moveTo>
                  <a:lnTo>
                    <a:pt x="432478" y="0"/>
                  </a:lnTo>
                  <a:lnTo>
                    <a:pt x="432478" y="16510"/>
                  </a:lnTo>
                  <a:lnTo>
                    <a:pt x="439651" y="16510"/>
                  </a:lnTo>
                  <a:lnTo>
                    <a:pt x="439651" y="0"/>
                  </a:lnTo>
                  <a:close/>
                </a:path>
                <a:path w="843915" h="332740">
                  <a:moveTo>
                    <a:pt x="455661" y="0"/>
                  </a:moveTo>
                  <a:lnTo>
                    <a:pt x="448488" y="0"/>
                  </a:lnTo>
                  <a:lnTo>
                    <a:pt x="448488" y="16510"/>
                  </a:lnTo>
                  <a:lnTo>
                    <a:pt x="455661" y="16510"/>
                  </a:lnTo>
                  <a:lnTo>
                    <a:pt x="455661" y="0"/>
                  </a:lnTo>
                  <a:close/>
                </a:path>
                <a:path w="843915" h="332740">
                  <a:moveTo>
                    <a:pt x="471671" y="0"/>
                  </a:moveTo>
                  <a:lnTo>
                    <a:pt x="464509" y="0"/>
                  </a:lnTo>
                  <a:lnTo>
                    <a:pt x="464509" y="16510"/>
                  </a:lnTo>
                  <a:lnTo>
                    <a:pt x="471671" y="16510"/>
                  </a:lnTo>
                  <a:lnTo>
                    <a:pt x="471671" y="0"/>
                  </a:lnTo>
                  <a:close/>
                </a:path>
                <a:path w="843915" h="332740">
                  <a:moveTo>
                    <a:pt x="487691" y="0"/>
                  </a:moveTo>
                  <a:lnTo>
                    <a:pt x="480519" y="0"/>
                  </a:lnTo>
                  <a:lnTo>
                    <a:pt x="480519" y="16510"/>
                  </a:lnTo>
                  <a:lnTo>
                    <a:pt x="487691" y="16510"/>
                  </a:lnTo>
                  <a:lnTo>
                    <a:pt x="487691" y="0"/>
                  </a:lnTo>
                  <a:close/>
                </a:path>
                <a:path w="843915" h="332740">
                  <a:moveTo>
                    <a:pt x="503701" y="0"/>
                  </a:moveTo>
                  <a:lnTo>
                    <a:pt x="496529" y="0"/>
                  </a:lnTo>
                  <a:lnTo>
                    <a:pt x="496529" y="16510"/>
                  </a:lnTo>
                  <a:lnTo>
                    <a:pt x="503701" y="16510"/>
                  </a:lnTo>
                  <a:lnTo>
                    <a:pt x="503701" y="0"/>
                  </a:lnTo>
                  <a:close/>
                </a:path>
                <a:path w="843915" h="332740">
                  <a:moveTo>
                    <a:pt x="519711" y="0"/>
                  </a:moveTo>
                  <a:lnTo>
                    <a:pt x="512539" y="0"/>
                  </a:lnTo>
                  <a:lnTo>
                    <a:pt x="512539" y="16510"/>
                  </a:lnTo>
                  <a:lnTo>
                    <a:pt x="519711" y="16510"/>
                  </a:lnTo>
                  <a:lnTo>
                    <a:pt x="519711" y="0"/>
                  </a:lnTo>
                  <a:close/>
                </a:path>
                <a:path w="843915" h="332740">
                  <a:moveTo>
                    <a:pt x="535721" y="0"/>
                  </a:moveTo>
                  <a:lnTo>
                    <a:pt x="528559" y="0"/>
                  </a:lnTo>
                  <a:lnTo>
                    <a:pt x="528559" y="16510"/>
                  </a:lnTo>
                  <a:lnTo>
                    <a:pt x="535721" y="16510"/>
                  </a:lnTo>
                  <a:lnTo>
                    <a:pt x="535721" y="0"/>
                  </a:lnTo>
                  <a:close/>
                </a:path>
                <a:path w="843915" h="332740">
                  <a:moveTo>
                    <a:pt x="551742" y="0"/>
                  </a:moveTo>
                  <a:lnTo>
                    <a:pt x="544569" y="0"/>
                  </a:lnTo>
                  <a:lnTo>
                    <a:pt x="544569" y="16510"/>
                  </a:lnTo>
                  <a:lnTo>
                    <a:pt x="551742" y="16510"/>
                  </a:lnTo>
                  <a:lnTo>
                    <a:pt x="551742" y="0"/>
                  </a:lnTo>
                  <a:close/>
                </a:path>
                <a:path w="843915" h="332740">
                  <a:moveTo>
                    <a:pt x="567752" y="0"/>
                  </a:moveTo>
                  <a:lnTo>
                    <a:pt x="560579" y="0"/>
                  </a:lnTo>
                  <a:lnTo>
                    <a:pt x="560579" y="16510"/>
                  </a:lnTo>
                  <a:lnTo>
                    <a:pt x="567752" y="16510"/>
                  </a:lnTo>
                  <a:lnTo>
                    <a:pt x="567752" y="0"/>
                  </a:lnTo>
                  <a:close/>
                </a:path>
                <a:path w="843915" h="332740">
                  <a:moveTo>
                    <a:pt x="583762" y="0"/>
                  </a:moveTo>
                  <a:lnTo>
                    <a:pt x="576589" y="0"/>
                  </a:lnTo>
                  <a:lnTo>
                    <a:pt x="576589" y="16510"/>
                  </a:lnTo>
                  <a:lnTo>
                    <a:pt x="583762" y="16510"/>
                  </a:lnTo>
                  <a:lnTo>
                    <a:pt x="583762" y="0"/>
                  </a:lnTo>
                  <a:close/>
                </a:path>
                <a:path w="843915" h="332740">
                  <a:moveTo>
                    <a:pt x="599772" y="0"/>
                  </a:moveTo>
                  <a:lnTo>
                    <a:pt x="592610" y="0"/>
                  </a:lnTo>
                  <a:lnTo>
                    <a:pt x="592610" y="16510"/>
                  </a:lnTo>
                  <a:lnTo>
                    <a:pt x="599772" y="16510"/>
                  </a:lnTo>
                  <a:lnTo>
                    <a:pt x="599772" y="0"/>
                  </a:lnTo>
                  <a:close/>
                </a:path>
                <a:path w="843915" h="332740">
                  <a:moveTo>
                    <a:pt x="615792" y="0"/>
                  </a:moveTo>
                  <a:lnTo>
                    <a:pt x="608620" y="0"/>
                  </a:lnTo>
                  <a:lnTo>
                    <a:pt x="608620" y="16510"/>
                  </a:lnTo>
                  <a:lnTo>
                    <a:pt x="615792" y="16510"/>
                  </a:lnTo>
                  <a:lnTo>
                    <a:pt x="615792" y="0"/>
                  </a:lnTo>
                  <a:close/>
                </a:path>
                <a:path w="843915" h="332740">
                  <a:moveTo>
                    <a:pt x="631802" y="0"/>
                  </a:moveTo>
                  <a:lnTo>
                    <a:pt x="624630" y="0"/>
                  </a:lnTo>
                  <a:lnTo>
                    <a:pt x="624630" y="16510"/>
                  </a:lnTo>
                  <a:lnTo>
                    <a:pt x="631802" y="16510"/>
                  </a:lnTo>
                  <a:lnTo>
                    <a:pt x="631802" y="0"/>
                  </a:lnTo>
                  <a:close/>
                </a:path>
                <a:path w="843915" h="332740">
                  <a:moveTo>
                    <a:pt x="647812" y="0"/>
                  </a:moveTo>
                  <a:lnTo>
                    <a:pt x="640640" y="0"/>
                  </a:lnTo>
                  <a:lnTo>
                    <a:pt x="640640" y="16510"/>
                  </a:lnTo>
                  <a:lnTo>
                    <a:pt x="647812" y="16510"/>
                  </a:lnTo>
                  <a:lnTo>
                    <a:pt x="647812" y="0"/>
                  </a:lnTo>
                  <a:close/>
                </a:path>
                <a:path w="843915" h="332740">
                  <a:moveTo>
                    <a:pt x="663822" y="0"/>
                  </a:moveTo>
                  <a:lnTo>
                    <a:pt x="656660" y="0"/>
                  </a:lnTo>
                  <a:lnTo>
                    <a:pt x="656660" y="16510"/>
                  </a:lnTo>
                  <a:lnTo>
                    <a:pt x="663822" y="16510"/>
                  </a:lnTo>
                  <a:lnTo>
                    <a:pt x="663822" y="0"/>
                  </a:lnTo>
                  <a:close/>
                </a:path>
                <a:path w="843915" h="332740">
                  <a:moveTo>
                    <a:pt x="679843" y="0"/>
                  </a:moveTo>
                  <a:lnTo>
                    <a:pt x="672670" y="0"/>
                  </a:lnTo>
                  <a:lnTo>
                    <a:pt x="672670" y="16510"/>
                  </a:lnTo>
                  <a:lnTo>
                    <a:pt x="679843" y="16510"/>
                  </a:lnTo>
                  <a:lnTo>
                    <a:pt x="679843" y="0"/>
                  </a:lnTo>
                  <a:close/>
                </a:path>
                <a:path w="843915" h="332740">
                  <a:moveTo>
                    <a:pt x="695853" y="0"/>
                  </a:moveTo>
                  <a:lnTo>
                    <a:pt x="688680" y="0"/>
                  </a:lnTo>
                  <a:lnTo>
                    <a:pt x="688680" y="16510"/>
                  </a:lnTo>
                  <a:lnTo>
                    <a:pt x="695853" y="16510"/>
                  </a:lnTo>
                  <a:lnTo>
                    <a:pt x="695853" y="0"/>
                  </a:lnTo>
                  <a:close/>
                </a:path>
                <a:path w="843915" h="332740">
                  <a:moveTo>
                    <a:pt x="711863" y="0"/>
                  </a:moveTo>
                  <a:lnTo>
                    <a:pt x="704701" y="0"/>
                  </a:lnTo>
                  <a:lnTo>
                    <a:pt x="704701" y="16510"/>
                  </a:lnTo>
                  <a:lnTo>
                    <a:pt x="711863" y="16510"/>
                  </a:lnTo>
                  <a:lnTo>
                    <a:pt x="711863" y="0"/>
                  </a:lnTo>
                  <a:close/>
                </a:path>
                <a:path w="843915" h="332740">
                  <a:moveTo>
                    <a:pt x="727873" y="0"/>
                  </a:moveTo>
                  <a:lnTo>
                    <a:pt x="720711" y="0"/>
                  </a:lnTo>
                  <a:lnTo>
                    <a:pt x="720711" y="16510"/>
                  </a:lnTo>
                  <a:lnTo>
                    <a:pt x="727873" y="16510"/>
                  </a:lnTo>
                  <a:lnTo>
                    <a:pt x="727873" y="0"/>
                  </a:lnTo>
                  <a:close/>
                </a:path>
                <a:path w="843915" h="332740">
                  <a:moveTo>
                    <a:pt x="743893" y="0"/>
                  </a:moveTo>
                  <a:lnTo>
                    <a:pt x="736721" y="0"/>
                  </a:lnTo>
                  <a:lnTo>
                    <a:pt x="736721" y="16510"/>
                  </a:lnTo>
                  <a:lnTo>
                    <a:pt x="743893" y="16510"/>
                  </a:lnTo>
                  <a:lnTo>
                    <a:pt x="743893" y="0"/>
                  </a:lnTo>
                  <a:close/>
                </a:path>
                <a:path w="843915" h="332740">
                  <a:moveTo>
                    <a:pt x="759903" y="0"/>
                  </a:moveTo>
                  <a:lnTo>
                    <a:pt x="752731" y="0"/>
                  </a:lnTo>
                  <a:lnTo>
                    <a:pt x="752731" y="16510"/>
                  </a:lnTo>
                  <a:lnTo>
                    <a:pt x="759903" y="16510"/>
                  </a:lnTo>
                  <a:lnTo>
                    <a:pt x="759903" y="0"/>
                  </a:lnTo>
                  <a:close/>
                </a:path>
                <a:path w="843915" h="332740">
                  <a:moveTo>
                    <a:pt x="775913" y="0"/>
                  </a:moveTo>
                  <a:lnTo>
                    <a:pt x="768740" y="0"/>
                  </a:lnTo>
                  <a:lnTo>
                    <a:pt x="768740" y="16510"/>
                  </a:lnTo>
                  <a:lnTo>
                    <a:pt x="775913" y="16510"/>
                  </a:lnTo>
                  <a:lnTo>
                    <a:pt x="775913" y="0"/>
                  </a:lnTo>
                  <a:close/>
                </a:path>
                <a:path w="843915" h="332740">
                  <a:moveTo>
                    <a:pt x="791923" y="0"/>
                  </a:moveTo>
                  <a:lnTo>
                    <a:pt x="784761" y="0"/>
                  </a:lnTo>
                  <a:lnTo>
                    <a:pt x="784761" y="16510"/>
                  </a:lnTo>
                  <a:lnTo>
                    <a:pt x="791923" y="16510"/>
                  </a:lnTo>
                  <a:lnTo>
                    <a:pt x="791923" y="0"/>
                  </a:lnTo>
                  <a:close/>
                </a:path>
                <a:path w="843915" h="332740">
                  <a:moveTo>
                    <a:pt x="807943" y="0"/>
                  </a:moveTo>
                  <a:lnTo>
                    <a:pt x="800771" y="0"/>
                  </a:lnTo>
                  <a:lnTo>
                    <a:pt x="800771" y="16510"/>
                  </a:lnTo>
                  <a:lnTo>
                    <a:pt x="807943" y="16510"/>
                  </a:lnTo>
                  <a:lnTo>
                    <a:pt x="807943" y="0"/>
                  </a:lnTo>
                  <a:close/>
                </a:path>
                <a:path w="843915" h="332740">
                  <a:moveTo>
                    <a:pt x="823953" y="0"/>
                  </a:moveTo>
                  <a:lnTo>
                    <a:pt x="816781" y="0"/>
                  </a:lnTo>
                  <a:lnTo>
                    <a:pt x="816781" y="16510"/>
                  </a:lnTo>
                  <a:lnTo>
                    <a:pt x="823953" y="16510"/>
                  </a:lnTo>
                  <a:lnTo>
                    <a:pt x="823953" y="0"/>
                  </a:lnTo>
                  <a:close/>
                </a:path>
                <a:path w="843915" h="332740">
                  <a:moveTo>
                    <a:pt x="839963" y="0"/>
                  </a:moveTo>
                  <a:lnTo>
                    <a:pt x="832801" y="0"/>
                  </a:lnTo>
                  <a:lnTo>
                    <a:pt x="832801" y="16510"/>
                  </a:lnTo>
                  <a:lnTo>
                    <a:pt x="839963" y="16510"/>
                  </a:lnTo>
                  <a:lnTo>
                    <a:pt x="839963" y="0"/>
                  </a:lnTo>
                  <a:close/>
                </a:path>
              </a:pathLst>
            </a:custGeom>
            <a:solidFill>
              <a:srgbClr val="3687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25" name="object 1025" descr=""/>
          <p:cNvSpPr/>
          <p:nvPr/>
        </p:nvSpPr>
        <p:spPr>
          <a:xfrm>
            <a:off x="14508353" y="8407113"/>
            <a:ext cx="38100" cy="321945"/>
          </a:xfrm>
          <a:custGeom>
            <a:avLst/>
            <a:gdLst/>
            <a:ahLst/>
            <a:cxnLst/>
            <a:rect l="l" t="t" r="r" b="b"/>
            <a:pathLst>
              <a:path w="38100" h="321945">
                <a:moveTo>
                  <a:pt x="34112" y="178447"/>
                </a:moveTo>
                <a:lnTo>
                  <a:pt x="1816" y="178447"/>
                </a:lnTo>
                <a:lnTo>
                  <a:pt x="1816" y="321487"/>
                </a:lnTo>
                <a:lnTo>
                  <a:pt x="34112" y="321487"/>
                </a:lnTo>
                <a:lnTo>
                  <a:pt x="34112" y="178447"/>
                </a:lnTo>
                <a:close/>
              </a:path>
              <a:path w="38100" h="321945">
                <a:moveTo>
                  <a:pt x="37655" y="31826"/>
                </a:moveTo>
                <a:lnTo>
                  <a:pt x="36283" y="27444"/>
                </a:lnTo>
                <a:lnTo>
                  <a:pt x="34163" y="23723"/>
                </a:lnTo>
                <a:lnTo>
                  <a:pt x="30226" y="16725"/>
                </a:lnTo>
                <a:lnTo>
                  <a:pt x="23736" y="12077"/>
                </a:lnTo>
                <a:lnTo>
                  <a:pt x="21158" y="12077"/>
                </a:lnTo>
                <a:lnTo>
                  <a:pt x="21158" y="11544"/>
                </a:lnTo>
                <a:lnTo>
                  <a:pt x="20878" y="11277"/>
                </a:lnTo>
                <a:lnTo>
                  <a:pt x="20561" y="11277"/>
                </a:lnTo>
                <a:lnTo>
                  <a:pt x="19824" y="11277"/>
                </a:lnTo>
                <a:lnTo>
                  <a:pt x="19824" y="7620"/>
                </a:lnTo>
                <a:lnTo>
                  <a:pt x="19558" y="7353"/>
                </a:lnTo>
                <a:lnTo>
                  <a:pt x="19405" y="7353"/>
                </a:lnTo>
                <a:lnTo>
                  <a:pt x="19405" y="3848"/>
                </a:lnTo>
                <a:lnTo>
                  <a:pt x="19202" y="3644"/>
                </a:lnTo>
                <a:lnTo>
                  <a:pt x="19202" y="165"/>
                </a:lnTo>
                <a:lnTo>
                  <a:pt x="19037" y="0"/>
                </a:lnTo>
                <a:lnTo>
                  <a:pt x="18834" y="0"/>
                </a:lnTo>
                <a:lnTo>
                  <a:pt x="18618" y="0"/>
                </a:lnTo>
                <a:lnTo>
                  <a:pt x="18453" y="165"/>
                </a:lnTo>
                <a:lnTo>
                  <a:pt x="18453" y="3644"/>
                </a:lnTo>
                <a:lnTo>
                  <a:pt x="18249" y="3848"/>
                </a:lnTo>
                <a:lnTo>
                  <a:pt x="18249" y="7353"/>
                </a:lnTo>
                <a:lnTo>
                  <a:pt x="18110" y="7353"/>
                </a:lnTo>
                <a:lnTo>
                  <a:pt x="17830" y="7620"/>
                </a:lnTo>
                <a:lnTo>
                  <a:pt x="17830" y="11277"/>
                </a:lnTo>
                <a:lnTo>
                  <a:pt x="16776" y="11277"/>
                </a:lnTo>
                <a:lnTo>
                  <a:pt x="16510" y="11544"/>
                </a:lnTo>
                <a:lnTo>
                  <a:pt x="16510" y="12814"/>
                </a:lnTo>
                <a:lnTo>
                  <a:pt x="12712" y="14008"/>
                </a:lnTo>
                <a:lnTo>
                  <a:pt x="6591" y="19253"/>
                </a:lnTo>
                <a:lnTo>
                  <a:pt x="1879" y="27012"/>
                </a:lnTo>
                <a:lnTo>
                  <a:pt x="0" y="36537"/>
                </a:lnTo>
                <a:lnTo>
                  <a:pt x="50" y="38277"/>
                </a:lnTo>
                <a:lnTo>
                  <a:pt x="1879" y="46812"/>
                </a:lnTo>
                <a:lnTo>
                  <a:pt x="5956" y="53225"/>
                </a:lnTo>
                <a:lnTo>
                  <a:pt x="7366" y="54203"/>
                </a:lnTo>
                <a:lnTo>
                  <a:pt x="7010" y="54203"/>
                </a:lnTo>
                <a:lnTo>
                  <a:pt x="7010" y="158889"/>
                </a:lnTo>
                <a:lnTo>
                  <a:pt x="19177" y="158889"/>
                </a:lnTo>
                <a:lnTo>
                  <a:pt x="30657" y="158889"/>
                </a:lnTo>
                <a:lnTo>
                  <a:pt x="30657" y="54203"/>
                </a:lnTo>
                <a:lnTo>
                  <a:pt x="30073" y="54203"/>
                </a:lnTo>
                <a:lnTo>
                  <a:pt x="32143" y="52666"/>
                </a:lnTo>
                <a:lnTo>
                  <a:pt x="36182" y="45694"/>
                </a:lnTo>
                <a:lnTo>
                  <a:pt x="37655" y="36537"/>
                </a:lnTo>
                <a:lnTo>
                  <a:pt x="37655" y="31826"/>
                </a:lnTo>
                <a:close/>
              </a:path>
            </a:pathLst>
          </a:custGeom>
          <a:solidFill>
            <a:srgbClr val="227B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6" name="object 1026" descr=""/>
          <p:cNvSpPr/>
          <p:nvPr/>
        </p:nvSpPr>
        <p:spPr>
          <a:xfrm>
            <a:off x="14510176" y="8585550"/>
            <a:ext cx="17145" cy="143510"/>
          </a:xfrm>
          <a:custGeom>
            <a:avLst/>
            <a:gdLst/>
            <a:ahLst/>
            <a:cxnLst/>
            <a:rect l="l" t="t" r="r" b="b"/>
            <a:pathLst>
              <a:path w="17144" h="143509">
                <a:moveTo>
                  <a:pt x="16627" y="0"/>
                </a:moveTo>
                <a:lnTo>
                  <a:pt x="0" y="0"/>
                </a:lnTo>
                <a:lnTo>
                  <a:pt x="0" y="143042"/>
                </a:lnTo>
                <a:lnTo>
                  <a:pt x="16627" y="143042"/>
                </a:lnTo>
                <a:lnTo>
                  <a:pt x="16627" y="0"/>
                </a:lnTo>
                <a:close/>
              </a:path>
            </a:pathLst>
          </a:custGeom>
          <a:solidFill>
            <a:srgbClr val="227B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7" name="object 1027" descr=""/>
          <p:cNvSpPr/>
          <p:nvPr/>
        </p:nvSpPr>
        <p:spPr>
          <a:xfrm>
            <a:off x="14501902" y="8560339"/>
            <a:ext cx="49530" cy="25400"/>
          </a:xfrm>
          <a:custGeom>
            <a:avLst/>
            <a:gdLst/>
            <a:ahLst/>
            <a:cxnLst/>
            <a:rect l="l" t="t" r="r" b="b"/>
            <a:pathLst>
              <a:path w="49530" h="25400">
                <a:moveTo>
                  <a:pt x="49022" y="0"/>
                </a:moveTo>
                <a:lnTo>
                  <a:pt x="0" y="0"/>
                </a:lnTo>
                <a:lnTo>
                  <a:pt x="0" y="5664"/>
                </a:lnTo>
                <a:lnTo>
                  <a:pt x="0" y="15621"/>
                </a:lnTo>
                <a:lnTo>
                  <a:pt x="8140" y="25222"/>
                </a:lnTo>
                <a:lnTo>
                  <a:pt x="40474" y="25222"/>
                </a:lnTo>
                <a:lnTo>
                  <a:pt x="49022" y="15621"/>
                </a:lnTo>
                <a:lnTo>
                  <a:pt x="49022" y="5664"/>
                </a:lnTo>
                <a:lnTo>
                  <a:pt x="49022" y="0"/>
                </a:lnTo>
                <a:close/>
              </a:path>
            </a:pathLst>
          </a:custGeom>
          <a:solidFill>
            <a:srgbClr val="227B4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028" name="object 1028" descr=""/>
          <p:cNvGrpSpPr/>
          <p:nvPr/>
        </p:nvGrpSpPr>
        <p:grpSpPr>
          <a:xfrm>
            <a:off x="14461056" y="9457565"/>
            <a:ext cx="130175" cy="158115"/>
            <a:chOff x="14461056" y="9457565"/>
            <a:chExt cx="130175" cy="158115"/>
          </a:xfrm>
        </p:grpSpPr>
        <p:sp>
          <p:nvSpPr>
            <p:cNvPr id="1029" name="object 1029" descr=""/>
            <p:cNvSpPr/>
            <p:nvPr/>
          </p:nvSpPr>
          <p:spPr>
            <a:xfrm>
              <a:off x="14461045" y="9457569"/>
              <a:ext cx="130175" cy="158115"/>
            </a:xfrm>
            <a:custGeom>
              <a:avLst/>
              <a:gdLst/>
              <a:ahLst/>
              <a:cxnLst/>
              <a:rect l="l" t="t" r="r" b="b"/>
              <a:pathLst>
                <a:path w="130175" h="158115">
                  <a:moveTo>
                    <a:pt x="129603" y="0"/>
                  </a:moveTo>
                  <a:lnTo>
                    <a:pt x="0" y="0"/>
                  </a:lnTo>
                  <a:lnTo>
                    <a:pt x="0" y="11531"/>
                  </a:lnTo>
                  <a:lnTo>
                    <a:pt x="11303" y="11531"/>
                  </a:lnTo>
                  <a:lnTo>
                    <a:pt x="11303" y="157886"/>
                  </a:lnTo>
                  <a:lnTo>
                    <a:pt x="118325" y="157886"/>
                  </a:lnTo>
                  <a:lnTo>
                    <a:pt x="118325" y="11531"/>
                  </a:lnTo>
                  <a:lnTo>
                    <a:pt x="129603" y="11531"/>
                  </a:lnTo>
                  <a:lnTo>
                    <a:pt x="129603" y="0"/>
                  </a:lnTo>
                  <a:close/>
                </a:path>
              </a:pathLst>
            </a:custGeom>
            <a:solidFill>
              <a:srgbClr val="227B4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0" name="object 1030" descr=""/>
            <p:cNvSpPr/>
            <p:nvPr/>
          </p:nvSpPr>
          <p:spPr>
            <a:xfrm>
              <a:off x="14472354" y="9469093"/>
              <a:ext cx="107314" cy="12700"/>
            </a:xfrm>
            <a:custGeom>
              <a:avLst/>
              <a:gdLst/>
              <a:ahLst/>
              <a:cxnLst/>
              <a:rect l="l" t="t" r="r" b="b"/>
              <a:pathLst>
                <a:path w="107315" h="12700">
                  <a:moveTo>
                    <a:pt x="107022" y="0"/>
                  </a:moveTo>
                  <a:lnTo>
                    <a:pt x="0" y="0"/>
                  </a:lnTo>
                  <a:lnTo>
                    <a:pt x="0" y="12617"/>
                  </a:lnTo>
                  <a:lnTo>
                    <a:pt x="107022" y="12617"/>
                  </a:lnTo>
                  <a:lnTo>
                    <a:pt x="107022" y="0"/>
                  </a:lnTo>
                  <a:close/>
                </a:path>
              </a:pathLst>
            </a:custGeom>
            <a:solidFill>
              <a:srgbClr val="227B4F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1" name="object 1031" descr=""/>
            <p:cNvSpPr/>
            <p:nvPr/>
          </p:nvSpPr>
          <p:spPr>
            <a:xfrm>
              <a:off x="14504238" y="9579449"/>
              <a:ext cx="43815" cy="29845"/>
            </a:xfrm>
            <a:custGeom>
              <a:avLst/>
              <a:gdLst/>
              <a:ahLst/>
              <a:cxnLst/>
              <a:rect l="l" t="t" r="r" b="b"/>
              <a:pathLst>
                <a:path w="43815" h="29845">
                  <a:moveTo>
                    <a:pt x="43244" y="0"/>
                  </a:moveTo>
                  <a:lnTo>
                    <a:pt x="0" y="0"/>
                  </a:lnTo>
                  <a:lnTo>
                    <a:pt x="1698" y="11534"/>
                  </a:lnTo>
                  <a:lnTo>
                    <a:pt x="6330" y="20953"/>
                  </a:lnTo>
                  <a:lnTo>
                    <a:pt x="13203" y="27303"/>
                  </a:lnTo>
                  <a:lnTo>
                    <a:pt x="21622" y="29632"/>
                  </a:lnTo>
                  <a:lnTo>
                    <a:pt x="30041" y="27303"/>
                  </a:lnTo>
                  <a:lnTo>
                    <a:pt x="36913" y="20953"/>
                  </a:lnTo>
                  <a:lnTo>
                    <a:pt x="41546" y="11534"/>
                  </a:lnTo>
                  <a:lnTo>
                    <a:pt x="43244" y="0"/>
                  </a:lnTo>
                  <a:close/>
                </a:path>
              </a:pathLst>
            </a:custGeom>
            <a:solidFill>
              <a:srgbClr val="227B4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32" name="object 1032" descr=""/>
          <p:cNvGrpSpPr/>
          <p:nvPr/>
        </p:nvGrpSpPr>
        <p:grpSpPr>
          <a:xfrm>
            <a:off x="14464952" y="8720446"/>
            <a:ext cx="123825" cy="737235"/>
            <a:chOff x="14464952" y="8720446"/>
            <a:chExt cx="123825" cy="737235"/>
          </a:xfrm>
        </p:grpSpPr>
        <p:sp>
          <p:nvSpPr>
            <p:cNvPr id="1033" name="object 1033" descr=""/>
            <p:cNvSpPr/>
            <p:nvPr/>
          </p:nvSpPr>
          <p:spPr>
            <a:xfrm>
              <a:off x="14485392" y="8756745"/>
              <a:ext cx="81280" cy="701040"/>
            </a:xfrm>
            <a:custGeom>
              <a:avLst/>
              <a:gdLst/>
              <a:ahLst/>
              <a:cxnLst/>
              <a:rect l="l" t="t" r="r" b="b"/>
              <a:pathLst>
                <a:path w="81280" h="701040">
                  <a:moveTo>
                    <a:pt x="69265" y="0"/>
                  </a:moveTo>
                  <a:lnTo>
                    <a:pt x="41859" y="0"/>
                  </a:lnTo>
                  <a:lnTo>
                    <a:pt x="12763" y="0"/>
                  </a:lnTo>
                  <a:lnTo>
                    <a:pt x="12763" y="287566"/>
                  </a:lnTo>
                  <a:lnTo>
                    <a:pt x="41859" y="287566"/>
                  </a:lnTo>
                  <a:lnTo>
                    <a:pt x="69265" y="287566"/>
                  </a:lnTo>
                  <a:lnTo>
                    <a:pt x="69265" y="0"/>
                  </a:lnTo>
                  <a:close/>
                </a:path>
                <a:path w="81280" h="701040">
                  <a:moveTo>
                    <a:pt x="81241" y="303682"/>
                  </a:moveTo>
                  <a:lnTo>
                    <a:pt x="60198" y="303682"/>
                  </a:lnTo>
                  <a:lnTo>
                    <a:pt x="60071" y="303682"/>
                  </a:lnTo>
                  <a:lnTo>
                    <a:pt x="21170" y="303682"/>
                  </a:lnTo>
                  <a:lnTo>
                    <a:pt x="0" y="303682"/>
                  </a:lnTo>
                  <a:lnTo>
                    <a:pt x="0" y="700824"/>
                  </a:lnTo>
                  <a:lnTo>
                    <a:pt x="21170" y="700824"/>
                  </a:lnTo>
                  <a:lnTo>
                    <a:pt x="60071" y="700824"/>
                  </a:lnTo>
                  <a:lnTo>
                    <a:pt x="60198" y="700824"/>
                  </a:lnTo>
                  <a:lnTo>
                    <a:pt x="81241" y="700824"/>
                  </a:lnTo>
                  <a:lnTo>
                    <a:pt x="81241" y="303682"/>
                  </a:lnTo>
                  <a:close/>
                </a:path>
              </a:pathLst>
            </a:custGeom>
            <a:solidFill>
              <a:srgbClr val="227B4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4" name="object 1034" descr=""/>
            <p:cNvSpPr/>
            <p:nvPr/>
          </p:nvSpPr>
          <p:spPr>
            <a:xfrm>
              <a:off x="14485392" y="9165558"/>
              <a:ext cx="81915" cy="226695"/>
            </a:xfrm>
            <a:custGeom>
              <a:avLst/>
              <a:gdLst/>
              <a:ahLst/>
              <a:cxnLst/>
              <a:rect l="l" t="t" r="r" b="b"/>
              <a:pathLst>
                <a:path w="81915" h="226695">
                  <a:moveTo>
                    <a:pt x="81241" y="182714"/>
                  </a:moveTo>
                  <a:lnTo>
                    <a:pt x="0" y="182714"/>
                  </a:lnTo>
                  <a:lnTo>
                    <a:pt x="0" y="194398"/>
                  </a:lnTo>
                  <a:lnTo>
                    <a:pt x="81241" y="194398"/>
                  </a:lnTo>
                  <a:lnTo>
                    <a:pt x="81241" y="182714"/>
                  </a:lnTo>
                  <a:close/>
                </a:path>
                <a:path w="81915" h="226695">
                  <a:moveTo>
                    <a:pt x="81305" y="214426"/>
                  </a:moveTo>
                  <a:lnTo>
                    <a:pt x="63" y="214426"/>
                  </a:lnTo>
                  <a:lnTo>
                    <a:pt x="63" y="226110"/>
                  </a:lnTo>
                  <a:lnTo>
                    <a:pt x="81305" y="226110"/>
                  </a:lnTo>
                  <a:lnTo>
                    <a:pt x="81305" y="214426"/>
                  </a:lnTo>
                  <a:close/>
                </a:path>
                <a:path w="81915" h="226695">
                  <a:moveTo>
                    <a:pt x="81305" y="31711"/>
                  </a:moveTo>
                  <a:lnTo>
                    <a:pt x="63" y="31711"/>
                  </a:lnTo>
                  <a:lnTo>
                    <a:pt x="63" y="43395"/>
                  </a:lnTo>
                  <a:lnTo>
                    <a:pt x="81305" y="43395"/>
                  </a:lnTo>
                  <a:lnTo>
                    <a:pt x="81305" y="31711"/>
                  </a:lnTo>
                  <a:close/>
                </a:path>
                <a:path w="81915" h="226695">
                  <a:moveTo>
                    <a:pt x="81305" y="0"/>
                  </a:moveTo>
                  <a:lnTo>
                    <a:pt x="63" y="0"/>
                  </a:lnTo>
                  <a:lnTo>
                    <a:pt x="63" y="11684"/>
                  </a:lnTo>
                  <a:lnTo>
                    <a:pt x="81305" y="11684"/>
                  </a:lnTo>
                  <a:lnTo>
                    <a:pt x="81305" y="0"/>
                  </a:lnTo>
                  <a:close/>
                </a:path>
              </a:pathLst>
            </a:custGeom>
            <a:solidFill>
              <a:srgbClr val="227B4F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5" name="object 1035" descr=""/>
            <p:cNvSpPr/>
            <p:nvPr/>
          </p:nvSpPr>
          <p:spPr>
            <a:xfrm>
              <a:off x="14464945" y="8720448"/>
              <a:ext cx="123825" cy="355600"/>
            </a:xfrm>
            <a:custGeom>
              <a:avLst/>
              <a:gdLst/>
              <a:ahLst/>
              <a:cxnLst/>
              <a:rect l="l" t="t" r="r" b="b"/>
              <a:pathLst>
                <a:path w="123825" h="355600">
                  <a:moveTo>
                    <a:pt x="104521" y="22479"/>
                  </a:moveTo>
                  <a:lnTo>
                    <a:pt x="18757" y="22479"/>
                  </a:lnTo>
                  <a:lnTo>
                    <a:pt x="32981" y="36296"/>
                  </a:lnTo>
                  <a:lnTo>
                    <a:pt x="89560" y="36296"/>
                  </a:lnTo>
                  <a:lnTo>
                    <a:pt x="104521" y="22479"/>
                  </a:lnTo>
                  <a:close/>
                </a:path>
                <a:path w="123825" h="355600">
                  <a:moveTo>
                    <a:pt x="104521" y="0"/>
                  </a:moveTo>
                  <a:lnTo>
                    <a:pt x="18757" y="0"/>
                  </a:lnTo>
                  <a:lnTo>
                    <a:pt x="18757" y="8140"/>
                  </a:lnTo>
                  <a:lnTo>
                    <a:pt x="18757" y="22466"/>
                  </a:lnTo>
                  <a:lnTo>
                    <a:pt x="104521" y="22466"/>
                  </a:lnTo>
                  <a:lnTo>
                    <a:pt x="104521" y="8153"/>
                  </a:lnTo>
                  <a:lnTo>
                    <a:pt x="104521" y="0"/>
                  </a:lnTo>
                  <a:close/>
                </a:path>
                <a:path w="123825" h="355600">
                  <a:moveTo>
                    <a:pt x="123266" y="339991"/>
                  </a:moveTo>
                  <a:lnTo>
                    <a:pt x="0" y="339991"/>
                  </a:lnTo>
                  <a:lnTo>
                    <a:pt x="20447" y="355561"/>
                  </a:lnTo>
                  <a:lnTo>
                    <a:pt x="101765" y="355561"/>
                  </a:lnTo>
                  <a:lnTo>
                    <a:pt x="123266" y="339991"/>
                  </a:lnTo>
                  <a:close/>
                </a:path>
                <a:path w="123825" h="355600">
                  <a:moveTo>
                    <a:pt x="123278" y="314680"/>
                  </a:moveTo>
                  <a:lnTo>
                    <a:pt x="0" y="314680"/>
                  </a:lnTo>
                  <a:lnTo>
                    <a:pt x="0" y="323862"/>
                  </a:lnTo>
                  <a:lnTo>
                    <a:pt x="0" y="339979"/>
                  </a:lnTo>
                  <a:lnTo>
                    <a:pt x="123278" y="339979"/>
                  </a:lnTo>
                  <a:lnTo>
                    <a:pt x="123278" y="323862"/>
                  </a:lnTo>
                  <a:lnTo>
                    <a:pt x="123278" y="314680"/>
                  </a:lnTo>
                  <a:close/>
                </a:path>
              </a:pathLst>
            </a:custGeom>
            <a:solidFill>
              <a:srgbClr val="227B4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36" name="object 1036" descr=""/>
          <p:cNvSpPr/>
          <p:nvPr/>
        </p:nvSpPr>
        <p:spPr>
          <a:xfrm>
            <a:off x="13833248" y="9450756"/>
            <a:ext cx="328930" cy="169545"/>
          </a:xfrm>
          <a:custGeom>
            <a:avLst/>
            <a:gdLst/>
            <a:ahLst/>
            <a:cxnLst/>
            <a:rect l="l" t="t" r="r" b="b"/>
            <a:pathLst>
              <a:path w="328930" h="169545">
                <a:moveTo>
                  <a:pt x="165356" y="0"/>
                </a:moveTo>
                <a:lnTo>
                  <a:pt x="163314" y="0"/>
                </a:lnTo>
                <a:lnTo>
                  <a:pt x="162529" y="785"/>
                </a:lnTo>
                <a:lnTo>
                  <a:pt x="162529" y="17968"/>
                </a:lnTo>
                <a:lnTo>
                  <a:pt x="161953" y="18355"/>
                </a:lnTo>
                <a:lnTo>
                  <a:pt x="161555" y="18983"/>
                </a:lnTo>
                <a:lnTo>
                  <a:pt x="161555" y="35527"/>
                </a:lnTo>
                <a:lnTo>
                  <a:pt x="160413" y="35894"/>
                </a:lnTo>
                <a:lnTo>
                  <a:pt x="159565" y="36930"/>
                </a:lnTo>
                <a:lnTo>
                  <a:pt x="159565" y="54207"/>
                </a:lnTo>
                <a:lnTo>
                  <a:pt x="154466" y="54207"/>
                </a:lnTo>
                <a:lnTo>
                  <a:pt x="153189" y="55485"/>
                </a:lnTo>
                <a:lnTo>
                  <a:pt x="153189" y="62165"/>
                </a:lnTo>
                <a:lnTo>
                  <a:pt x="79234" y="81436"/>
                </a:lnTo>
                <a:lnTo>
                  <a:pt x="32133" y="117961"/>
                </a:lnTo>
                <a:lnTo>
                  <a:pt x="7263" y="153357"/>
                </a:lnTo>
                <a:lnTo>
                  <a:pt x="0" y="169240"/>
                </a:lnTo>
                <a:lnTo>
                  <a:pt x="328681" y="169240"/>
                </a:lnTo>
                <a:lnTo>
                  <a:pt x="306809" y="110724"/>
                </a:lnTo>
                <a:lnTo>
                  <a:pt x="283562" y="80065"/>
                </a:lnTo>
                <a:lnTo>
                  <a:pt x="244576" y="67225"/>
                </a:lnTo>
                <a:lnTo>
                  <a:pt x="175492" y="62165"/>
                </a:lnTo>
                <a:lnTo>
                  <a:pt x="175492" y="55485"/>
                </a:lnTo>
                <a:lnTo>
                  <a:pt x="174214" y="54207"/>
                </a:lnTo>
                <a:lnTo>
                  <a:pt x="169104" y="54207"/>
                </a:lnTo>
                <a:lnTo>
                  <a:pt x="169104" y="36930"/>
                </a:lnTo>
                <a:lnTo>
                  <a:pt x="168267" y="35894"/>
                </a:lnTo>
                <a:lnTo>
                  <a:pt x="167125" y="35527"/>
                </a:lnTo>
                <a:lnTo>
                  <a:pt x="167125" y="18983"/>
                </a:lnTo>
                <a:lnTo>
                  <a:pt x="166727" y="18355"/>
                </a:lnTo>
                <a:lnTo>
                  <a:pt x="166152" y="17968"/>
                </a:lnTo>
                <a:lnTo>
                  <a:pt x="166152" y="785"/>
                </a:lnTo>
                <a:lnTo>
                  <a:pt x="165356" y="0"/>
                </a:lnTo>
                <a:close/>
              </a:path>
            </a:pathLst>
          </a:custGeom>
          <a:solidFill>
            <a:srgbClr val="227B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7" name="object 1037" descr=""/>
          <p:cNvSpPr/>
          <p:nvPr/>
        </p:nvSpPr>
        <p:spPr>
          <a:xfrm>
            <a:off x="17908908" y="8960046"/>
            <a:ext cx="676910" cy="348615"/>
          </a:xfrm>
          <a:custGeom>
            <a:avLst/>
            <a:gdLst/>
            <a:ahLst/>
            <a:cxnLst/>
            <a:rect l="l" t="t" r="r" b="b"/>
            <a:pathLst>
              <a:path w="676909" h="348615">
                <a:moveTo>
                  <a:pt x="340345" y="0"/>
                </a:moveTo>
                <a:lnTo>
                  <a:pt x="336146" y="0"/>
                </a:lnTo>
                <a:lnTo>
                  <a:pt x="334523" y="1612"/>
                </a:lnTo>
                <a:lnTo>
                  <a:pt x="334523" y="36972"/>
                </a:lnTo>
                <a:lnTo>
                  <a:pt x="333340" y="37778"/>
                </a:lnTo>
                <a:lnTo>
                  <a:pt x="332513" y="39077"/>
                </a:lnTo>
                <a:lnTo>
                  <a:pt x="332513" y="73107"/>
                </a:lnTo>
                <a:lnTo>
                  <a:pt x="330157" y="73872"/>
                </a:lnTo>
                <a:lnTo>
                  <a:pt x="328429" y="76018"/>
                </a:lnTo>
                <a:lnTo>
                  <a:pt x="328429" y="111556"/>
                </a:lnTo>
                <a:lnTo>
                  <a:pt x="317927" y="111556"/>
                </a:lnTo>
                <a:lnTo>
                  <a:pt x="315288" y="114195"/>
                </a:lnTo>
                <a:lnTo>
                  <a:pt x="315288" y="127943"/>
                </a:lnTo>
                <a:lnTo>
                  <a:pt x="163077" y="167610"/>
                </a:lnTo>
                <a:lnTo>
                  <a:pt x="66135" y="242788"/>
                </a:lnTo>
                <a:lnTo>
                  <a:pt x="14948" y="315642"/>
                </a:lnTo>
                <a:lnTo>
                  <a:pt x="0" y="348334"/>
                </a:lnTo>
                <a:lnTo>
                  <a:pt x="676502" y="348334"/>
                </a:lnTo>
                <a:lnTo>
                  <a:pt x="631489" y="227894"/>
                </a:lnTo>
                <a:lnTo>
                  <a:pt x="583641" y="164790"/>
                </a:lnTo>
                <a:lnTo>
                  <a:pt x="503399" y="138360"/>
                </a:lnTo>
                <a:lnTo>
                  <a:pt x="361203" y="127943"/>
                </a:lnTo>
                <a:lnTo>
                  <a:pt x="361203" y="114195"/>
                </a:lnTo>
                <a:lnTo>
                  <a:pt x="358564" y="111556"/>
                </a:lnTo>
                <a:lnTo>
                  <a:pt x="348062" y="111556"/>
                </a:lnTo>
                <a:lnTo>
                  <a:pt x="348062" y="76018"/>
                </a:lnTo>
                <a:lnTo>
                  <a:pt x="346335" y="73882"/>
                </a:lnTo>
                <a:lnTo>
                  <a:pt x="343979" y="73107"/>
                </a:lnTo>
                <a:lnTo>
                  <a:pt x="343979" y="39077"/>
                </a:lnTo>
                <a:lnTo>
                  <a:pt x="343151" y="37778"/>
                </a:lnTo>
                <a:lnTo>
                  <a:pt x="341968" y="36972"/>
                </a:lnTo>
                <a:lnTo>
                  <a:pt x="341968" y="1612"/>
                </a:lnTo>
                <a:lnTo>
                  <a:pt x="340345" y="0"/>
                </a:lnTo>
                <a:close/>
              </a:path>
            </a:pathLst>
          </a:custGeom>
          <a:solidFill>
            <a:srgbClr val="227B4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038" name="object 1038" descr=""/>
          <p:cNvGrpSpPr/>
          <p:nvPr/>
        </p:nvGrpSpPr>
        <p:grpSpPr>
          <a:xfrm>
            <a:off x="14107681" y="9325498"/>
            <a:ext cx="563245" cy="290195"/>
            <a:chOff x="14107681" y="9325498"/>
            <a:chExt cx="563245" cy="290195"/>
          </a:xfrm>
        </p:grpSpPr>
        <p:sp>
          <p:nvSpPr>
            <p:cNvPr id="1039" name="object 1039" descr=""/>
            <p:cNvSpPr/>
            <p:nvPr/>
          </p:nvSpPr>
          <p:spPr>
            <a:xfrm>
              <a:off x="14107681" y="9325501"/>
              <a:ext cx="563245" cy="290195"/>
            </a:xfrm>
            <a:custGeom>
              <a:avLst/>
              <a:gdLst/>
              <a:ahLst/>
              <a:cxnLst/>
              <a:rect l="l" t="t" r="r" b="b"/>
              <a:pathLst>
                <a:path w="563244" h="290195">
                  <a:moveTo>
                    <a:pt x="563092" y="289953"/>
                  </a:moveTo>
                  <a:lnTo>
                    <a:pt x="523265" y="183603"/>
                  </a:lnTo>
                  <a:lnTo>
                    <a:pt x="480656" y="128993"/>
                  </a:lnTo>
                  <a:lnTo>
                    <a:pt x="408876" y="108877"/>
                  </a:lnTo>
                  <a:lnTo>
                    <a:pt x="300659" y="106438"/>
                  </a:lnTo>
                  <a:lnTo>
                    <a:pt x="300659" y="95059"/>
                  </a:lnTo>
                  <a:lnTo>
                    <a:pt x="298462" y="92862"/>
                  </a:lnTo>
                  <a:lnTo>
                    <a:pt x="295744" y="92862"/>
                  </a:lnTo>
                  <a:lnTo>
                    <a:pt x="289712" y="92862"/>
                  </a:lnTo>
                  <a:lnTo>
                    <a:pt x="289712" y="62750"/>
                  </a:lnTo>
                  <a:lnTo>
                    <a:pt x="287528" y="60553"/>
                  </a:lnTo>
                  <a:lnTo>
                    <a:pt x="286321" y="60553"/>
                  </a:lnTo>
                  <a:lnTo>
                    <a:pt x="286321" y="31750"/>
                  </a:lnTo>
                  <a:lnTo>
                    <a:pt x="284645" y="30073"/>
                  </a:lnTo>
                  <a:lnTo>
                    <a:pt x="284645" y="1358"/>
                  </a:lnTo>
                  <a:lnTo>
                    <a:pt x="283298" y="0"/>
                  </a:lnTo>
                  <a:lnTo>
                    <a:pt x="281635" y="0"/>
                  </a:lnTo>
                  <a:lnTo>
                    <a:pt x="279793" y="0"/>
                  </a:lnTo>
                  <a:lnTo>
                    <a:pt x="278447" y="1358"/>
                  </a:lnTo>
                  <a:lnTo>
                    <a:pt x="278447" y="30073"/>
                  </a:lnTo>
                  <a:lnTo>
                    <a:pt x="276771" y="31750"/>
                  </a:lnTo>
                  <a:lnTo>
                    <a:pt x="276771" y="60553"/>
                  </a:lnTo>
                  <a:lnTo>
                    <a:pt x="275564" y="60553"/>
                  </a:lnTo>
                  <a:lnTo>
                    <a:pt x="273380" y="62750"/>
                  </a:lnTo>
                  <a:lnTo>
                    <a:pt x="273380" y="92862"/>
                  </a:lnTo>
                  <a:lnTo>
                    <a:pt x="264642" y="92862"/>
                  </a:lnTo>
                  <a:lnTo>
                    <a:pt x="262445" y="95059"/>
                  </a:lnTo>
                  <a:lnTo>
                    <a:pt x="262445" y="108737"/>
                  </a:lnTo>
                  <a:lnTo>
                    <a:pt x="268541" y="108737"/>
                  </a:lnTo>
                  <a:lnTo>
                    <a:pt x="145351" y="134747"/>
                  </a:lnTo>
                  <a:lnTo>
                    <a:pt x="58813" y="197980"/>
                  </a:lnTo>
                  <a:lnTo>
                    <a:pt x="13258" y="261213"/>
                  </a:lnTo>
                  <a:lnTo>
                    <a:pt x="0" y="289953"/>
                  </a:lnTo>
                  <a:lnTo>
                    <a:pt x="563092" y="289953"/>
                  </a:lnTo>
                  <a:close/>
                </a:path>
              </a:pathLst>
            </a:custGeom>
            <a:solidFill>
              <a:srgbClr val="3687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0" name="object 1040" descr=""/>
            <p:cNvSpPr/>
            <p:nvPr/>
          </p:nvSpPr>
          <p:spPr>
            <a:xfrm>
              <a:off x="14290684" y="9502651"/>
              <a:ext cx="345440" cy="113030"/>
            </a:xfrm>
            <a:custGeom>
              <a:avLst/>
              <a:gdLst/>
              <a:ahLst/>
              <a:cxnLst/>
              <a:rect l="l" t="t" r="r" b="b"/>
              <a:pathLst>
                <a:path w="345440" h="113029">
                  <a:moveTo>
                    <a:pt x="172633" y="0"/>
                  </a:moveTo>
                  <a:lnTo>
                    <a:pt x="89125" y="17623"/>
                  </a:lnTo>
                  <a:lnTo>
                    <a:pt x="36064" y="56396"/>
                  </a:lnTo>
                  <a:lnTo>
                    <a:pt x="8129" y="95168"/>
                  </a:lnTo>
                  <a:lnTo>
                    <a:pt x="0" y="112792"/>
                  </a:lnTo>
                  <a:lnTo>
                    <a:pt x="345266" y="112792"/>
                  </a:lnTo>
                  <a:lnTo>
                    <a:pt x="320841" y="47584"/>
                  </a:lnTo>
                  <a:lnTo>
                    <a:pt x="294717" y="14099"/>
                  </a:lnTo>
                  <a:lnTo>
                    <a:pt x="250709" y="1762"/>
                  </a:lnTo>
                  <a:lnTo>
                    <a:pt x="172633" y="0"/>
                  </a:lnTo>
                  <a:close/>
                </a:path>
              </a:pathLst>
            </a:custGeom>
            <a:solidFill>
              <a:srgbClr val="36875F">
                <a:alpha val="369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41" name="object 1041" descr=""/>
          <p:cNvGrpSpPr/>
          <p:nvPr/>
        </p:nvGrpSpPr>
        <p:grpSpPr>
          <a:xfrm>
            <a:off x="17690340" y="8953831"/>
            <a:ext cx="626110" cy="816610"/>
            <a:chOff x="17690340" y="8953831"/>
            <a:chExt cx="626110" cy="816610"/>
          </a:xfrm>
        </p:grpSpPr>
        <p:sp>
          <p:nvSpPr>
            <p:cNvPr id="1042" name="object 1042" descr=""/>
            <p:cNvSpPr/>
            <p:nvPr/>
          </p:nvSpPr>
          <p:spPr>
            <a:xfrm>
              <a:off x="17993891" y="9169353"/>
              <a:ext cx="322580" cy="139065"/>
            </a:xfrm>
            <a:custGeom>
              <a:avLst/>
              <a:gdLst/>
              <a:ahLst/>
              <a:cxnLst/>
              <a:rect l="l" t="t" r="r" b="b"/>
              <a:pathLst>
                <a:path w="322580" h="139065">
                  <a:moveTo>
                    <a:pt x="0" y="139032"/>
                  </a:moveTo>
                  <a:lnTo>
                    <a:pt x="321958" y="139032"/>
                  </a:lnTo>
                  <a:lnTo>
                    <a:pt x="321958" y="0"/>
                  </a:lnTo>
                  <a:lnTo>
                    <a:pt x="0" y="0"/>
                  </a:lnTo>
                  <a:lnTo>
                    <a:pt x="0" y="139032"/>
                  </a:lnTo>
                  <a:close/>
                </a:path>
              </a:pathLst>
            </a:custGeom>
            <a:solidFill>
              <a:srgbClr val="FAA84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3" name="object 1043" descr=""/>
            <p:cNvSpPr/>
            <p:nvPr/>
          </p:nvSpPr>
          <p:spPr>
            <a:xfrm>
              <a:off x="17690338" y="8953836"/>
              <a:ext cx="305435" cy="816610"/>
            </a:xfrm>
            <a:custGeom>
              <a:avLst/>
              <a:gdLst/>
              <a:ahLst/>
              <a:cxnLst/>
              <a:rect l="l" t="t" r="r" b="b"/>
              <a:pathLst>
                <a:path w="305434" h="816609">
                  <a:moveTo>
                    <a:pt x="305269" y="0"/>
                  </a:moveTo>
                  <a:lnTo>
                    <a:pt x="0" y="0"/>
                  </a:lnTo>
                  <a:lnTo>
                    <a:pt x="0" y="154978"/>
                  </a:lnTo>
                  <a:lnTo>
                    <a:pt x="0" y="816241"/>
                  </a:lnTo>
                  <a:lnTo>
                    <a:pt x="305269" y="816241"/>
                  </a:lnTo>
                  <a:lnTo>
                    <a:pt x="305269" y="154978"/>
                  </a:lnTo>
                  <a:lnTo>
                    <a:pt x="305269" y="0"/>
                  </a:lnTo>
                  <a:close/>
                </a:path>
              </a:pathLst>
            </a:custGeom>
            <a:solidFill>
              <a:srgbClr val="E68E2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4" name="object 1044" descr=""/>
            <p:cNvSpPr/>
            <p:nvPr/>
          </p:nvSpPr>
          <p:spPr>
            <a:xfrm>
              <a:off x="17830639" y="9159752"/>
              <a:ext cx="24765" cy="57785"/>
            </a:xfrm>
            <a:custGeom>
              <a:avLst/>
              <a:gdLst/>
              <a:ahLst/>
              <a:cxnLst/>
              <a:rect l="l" t="t" r="r" b="b"/>
              <a:pathLst>
                <a:path w="24765" h="57784">
                  <a:moveTo>
                    <a:pt x="24679" y="0"/>
                  </a:moveTo>
                  <a:lnTo>
                    <a:pt x="0" y="0"/>
                  </a:lnTo>
                  <a:lnTo>
                    <a:pt x="0" y="57568"/>
                  </a:lnTo>
                  <a:lnTo>
                    <a:pt x="24679" y="57568"/>
                  </a:lnTo>
                  <a:lnTo>
                    <a:pt x="24679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45" name="object 1045" descr=""/>
          <p:cNvGrpSpPr/>
          <p:nvPr/>
        </p:nvGrpSpPr>
        <p:grpSpPr>
          <a:xfrm>
            <a:off x="16855633" y="8409890"/>
            <a:ext cx="873760" cy="462915"/>
            <a:chOff x="16855633" y="8409890"/>
            <a:chExt cx="873760" cy="462915"/>
          </a:xfrm>
        </p:grpSpPr>
        <p:sp>
          <p:nvSpPr>
            <p:cNvPr id="1046" name="object 1046" descr=""/>
            <p:cNvSpPr/>
            <p:nvPr/>
          </p:nvSpPr>
          <p:spPr>
            <a:xfrm>
              <a:off x="17270120" y="8409895"/>
              <a:ext cx="53340" cy="151130"/>
            </a:xfrm>
            <a:custGeom>
              <a:avLst/>
              <a:gdLst/>
              <a:ahLst/>
              <a:cxnLst/>
              <a:rect l="l" t="t" r="r" b="b"/>
              <a:pathLst>
                <a:path w="53340" h="151129">
                  <a:moveTo>
                    <a:pt x="53098" y="132029"/>
                  </a:moveTo>
                  <a:lnTo>
                    <a:pt x="50038" y="128981"/>
                  </a:lnTo>
                  <a:lnTo>
                    <a:pt x="46278" y="128981"/>
                  </a:lnTo>
                  <a:lnTo>
                    <a:pt x="37896" y="128981"/>
                  </a:lnTo>
                  <a:lnTo>
                    <a:pt x="37896" y="87160"/>
                  </a:lnTo>
                  <a:lnTo>
                    <a:pt x="34861" y="84112"/>
                  </a:lnTo>
                  <a:lnTo>
                    <a:pt x="33185" y="84112"/>
                  </a:lnTo>
                  <a:lnTo>
                    <a:pt x="33185" y="44094"/>
                  </a:lnTo>
                  <a:lnTo>
                    <a:pt x="30861" y="41770"/>
                  </a:lnTo>
                  <a:lnTo>
                    <a:pt x="30861" y="1879"/>
                  </a:lnTo>
                  <a:lnTo>
                    <a:pt x="28981" y="0"/>
                  </a:lnTo>
                  <a:lnTo>
                    <a:pt x="26670" y="0"/>
                  </a:lnTo>
                  <a:lnTo>
                    <a:pt x="24117" y="0"/>
                  </a:lnTo>
                  <a:lnTo>
                    <a:pt x="22237" y="1879"/>
                  </a:lnTo>
                  <a:lnTo>
                    <a:pt x="22237" y="41783"/>
                  </a:lnTo>
                  <a:lnTo>
                    <a:pt x="19913" y="44094"/>
                  </a:lnTo>
                  <a:lnTo>
                    <a:pt x="19913" y="84112"/>
                  </a:lnTo>
                  <a:lnTo>
                    <a:pt x="18249" y="84112"/>
                  </a:lnTo>
                  <a:lnTo>
                    <a:pt x="15201" y="87160"/>
                  </a:lnTo>
                  <a:lnTo>
                    <a:pt x="15201" y="128981"/>
                  </a:lnTo>
                  <a:lnTo>
                    <a:pt x="3060" y="128981"/>
                  </a:lnTo>
                  <a:lnTo>
                    <a:pt x="0" y="132029"/>
                  </a:lnTo>
                  <a:lnTo>
                    <a:pt x="0" y="151028"/>
                  </a:lnTo>
                  <a:lnTo>
                    <a:pt x="53098" y="151028"/>
                  </a:lnTo>
                  <a:lnTo>
                    <a:pt x="53098" y="132029"/>
                  </a:lnTo>
                  <a:close/>
                </a:path>
              </a:pathLst>
            </a:custGeom>
            <a:solidFill>
              <a:srgbClr val="FDF1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7" name="object 1047" descr=""/>
            <p:cNvSpPr/>
            <p:nvPr/>
          </p:nvSpPr>
          <p:spPr>
            <a:xfrm>
              <a:off x="16905599" y="8557120"/>
              <a:ext cx="782320" cy="255904"/>
            </a:xfrm>
            <a:custGeom>
              <a:avLst/>
              <a:gdLst/>
              <a:ahLst/>
              <a:cxnLst/>
              <a:rect l="l" t="t" r="r" b="b"/>
              <a:pathLst>
                <a:path w="782319" h="255904">
                  <a:moveTo>
                    <a:pt x="391077" y="0"/>
                  </a:moveTo>
                  <a:lnTo>
                    <a:pt x="201901" y="39923"/>
                  </a:lnTo>
                  <a:lnTo>
                    <a:pt x="81699" y="127755"/>
                  </a:lnTo>
                  <a:lnTo>
                    <a:pt x="18415" y="215587"/>
                  </a:lnTo>
                  <a:lnTo>
                    <a:pt x="0" y="255510"/>
                  </a:lnTo>
                  <a:lnTo>
                    <a:pt x="782154" y="255510"/>
                  </a:lnTo>
                  <a:lnTo>
                    <a:pt x="726821" y="107793"/>
                  </a:lnTo>
                  <a:lnTo>
                    <a:pt x="667640" y="31938"/>
                  </a:lnTo>
                  <a:lnTo>
                    <a:pt x="567946" y="3992"/>
                  </a:lnTo>
                  <a:lnTo>
                    <a:pt x="391077" y="0"/>
                  </a:lnTo>
                  <a:close/>
                </a:path>
              </a:pathLst>
            </a:custGeom>
            <a:solidFill>
              <a:srgbClr val="3687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8" name="object 1048" descr=""/>
            <p:cNvSpPr/>
            <p:nvPr/>
          </p:nvSpPr>
          <p:spPr>
            <a:xfrm>
              <a:off x="17159788" y="8655957"/>
              <a:ext cx="480059" cy="156845"/>
            </a:xfrm>
            <a:custGeom>
              <a:avLst/>
              <a:gdLst/>
              <a:ahLst/>
              <a:cxnLst/>
              <a:rect l="l" t="t" r="r" b="b"/>
              <a:pathLst>
                <a:path w="480059" h="156845">
                  <a:moveTo>
                    <a:pt x="239793" y="0"/>
                  </a:moveTo>
                  <a:lnTo>
                    <a:pt x="123797" y="24480"/>
                  </a:lnTo>
                  <a:lnTo>
                    <a:pt x="50094" y="78337"/>
                  </a:lnTo>
                  <a:lnTo>
                    <a:pt x="11291" y="132195"/>
                  </a:lnTo>
                  <a:lnTo>
                    <a:pt x="0" y="156675"/>
                  </a:lnTo>
                  <a:lnTo>
                    <a:pt x="479587" y="156675"/>
                  </a:lnTo>
                  <a:lnTo>
                    <a:pt x="445661" y="66097"/>
                  </a:lnTo>
                  <a:lnTo>
                    <a:pt x="409373" y="19584"/>
                  </a:lnTo>
                  <a:lnTo>
                    <a:pt x="348244" y="2448"/>
                  </a:lnTo>
                  <a:lnTo>
                    <a:pt x="239793" y="0"/>
                  </a:lnTo>
                  <a:close/>
                </a:path>
              </a:pathLst>
            </a:custGeom>
            <a:solidFill>
              <a:srgbClr val="519875">
                <a:alpha val="369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9" name="object 1049" descr=""/>
            <p:cNvSpPr/>
            <p:nvPr/>
          </p:nvSpPr>
          <p:spPr>
            <a:xfrm>
              <a:off x="16855633" y="8812632"/>
              <a:ext cx="873760" cy="60325"/>
            </a:xfrm>
            <a:custGeom>
              <a:avLst/>
              <a:gdLst/>
              <a:ahLst/>
              <a:cxnLst/>
              <a:rect l="l" t="t" r="r" b="b"/>
              <a:pathLst>
                <a:path w="873759" h="60325">
                  <a:moveTo>
                    <a:pt x="873470" y="0"/>
                  </a:moveTo>
                  <a:lnTo>
                    <a:pt x="0" y="0"/>
                  </a:lnTo>
                  <a:lnTo>
                    <a:pt x="0" y="60050"/>
                  </a:lnTo>
                  <a:lnTo>
                    <a:pt x="873470" y="60050"/>
                  </a:lnTo>
                  <a:lnTo>
                    <a:pt x="873470" y="0"/>
                  </a:lnTo>
                  <a:close/>
                </a:path>
              </a:pathLst>
            </a:custGeom>
            <a:solidFill>
              <a:srgbClr val="FFD19A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50" name="object 1050" descr=""/>
          <p:cNvGrpSpPr/>
          <p:nvPr/>
        </p:nvGrpSpPr>
        <p:grpSpPr>
          <a:xfrm>
            <a:off x="16903003" y="8872676"/>
            <a:ext cx="787400" cy="438784"/>
            <a:chOff x="16903003" y="8872676"/>
            <a:chExt cx="787400" cy="438784"/>
          </a:xfrm>
        </p:grpSpPr>
        <p:sp>
          <p:nvSpPr>
            <p:cNvPr id="1051" name="object 1051" descr=""/>
            <p:cNvSpPr/>
            <p:nvPr/>
          </p:nvSpPr>
          <p:spPr>
            <a:xfrm>
              <a:off x="16903002" y="8872683"/>
              <a:ext cx="787400" cy="438784"/>
            </a:xfrm>
            <a:custGeom>
              <a:avLst/>
              <a:gdLst/>
              <a:ahLst/>
              <a:cxnLst/>
              <a:rect l="l" t="t" r="r" b="b"/>
              <a:pathLst>
                <a:path w="787400" h="438784">
                  <a:moveTo>
                    <a:pt x="787336" y="0"/>
                  </a:moveTo>
                  <a:lnTo>
                    <a:pt x="0" y="0"/>
                  </a:lnTo>
                  <a:lnTo>
                    <a:pt x="0" y="236131"/>
                  </a:lnTo>
                  <a:lnTo>
                    <a:pt x="0" y="438531"/>
                  </a:lnTo>
                  <a:lnTo>
                    <a:pt x="787336" y="438531"/>
                  </a:lnTo>
                  <a:lnTo>
                    <a:pt x="787336" y="236131"/>
                  </a:lnTo>
                  <a:lnTo>
                    <a:pt x="787336" y="0"/>
                  </a:lnTo>
                  <a:close/>
                </a:path>
              </a:pathLst>
            </a:custGeom>
            <a:solidFill>
              <a:srgbClr val="F19B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2" name="object 1052" descr=""/>
            <p:cNvSpPr/>
            <p:nvPr/>
          </p:nvSpPr>
          <p:spPr>
            <a:xfrm>
              <a:off x="16903009" y="8872676"/>
              <a:ext cx="393700" cy="343535"/>
            </a:xfrm>
            <a:custGeom>
              <a:avLst/>
              <a:gdLst/>
              <a:ahLst/>
              <a:cxnLst/>
              <a:rect l="l" t="t" r="r" b="b"/>
              <a:pathLst>
                <a:path w="393700" h="343534">
                  <a:moveTo>
                    <a:pt x="393673" y="0"/>
                  </a:moveTo>
                  <a:lnTo>
                    <a:pt x="0" y="0"/>
                  </a:lnTo>
                  <a:lnTo>
                    <a:pt x="0" y="343246"/>
                  </a:lnTo>
                  <a:lnTo>
                    <a:pt x="50427" y="343246"/>
                  </a:lnTo>
                  <a:lnTo>
                    <a:pt x="97003" y="340112"/>
                  </a:lnTo>
                  <a:lnTo>
                    <a:pt x="141674" y="330985"/>
                  </a:lnTo>
                  <a:lnTo>
                    <a:pt x="184032" y="316272"/>
                  </a:lnTo>
                  <a:lnTo>
                    <a:pt x="223668" y="296384"/>
                  </a:lnTo>
                  <a:lnTo>
                    <a:pt x="260173" y="271728"/>
                  </a:lnTo>
                  <a:lnTo>
                    <a:pt x="293137" y="242713"/>
                  </a:lnTo>
                  <a:lnTo>
                    <a:pt x="322152" y="209749"/>
                  </a:lnTo>
                  <a:lnTo>
                    <a:pt x="346809" y="173245"/>
                  </a:lnTo>
                  <a:lnTo>
                    <a:pt x="366699" y="133609"/>
                  </a:lnTo>
                  <a:lnTo>
                    <a:pt x="381412" y="91250"/>
                  </a:lnTo>
                  <a:lnTo>
                    <a:pt x="390540" y="46577"/>
                  </a:lnTo>
                  <a:lnTo>
                    <a:pt x="393673" y="0"/>
                  </a:lnTo>
                  <a:close/>
                </a:path>
              </a:pathLst>
            </a:custGeom>
            <a:solidFill>
              <a:srgbClr val="FAA845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53" name="object 1053" descr="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17221621" y="8908653"/>
              <a:ext cx="150110" cy="164162"/>
            </a:xfrm>
            <a:prstGeom prst="rect">
              <a:avLst/>
            </a:prstGeom>
          </p:spPr>
        </p:pic>
        <p:pic>
          <p:nvPicPr>
            <p:cNvPr id="1054" name="object 1054" descr="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17475823" y="8908650"/>
              <a:ext cx="150079" cy="164175"/>
            </a:xfrm>
            <a:prstGeom prst="rect">
              <a:avLst/>
            </a:prstGeom>
          </p:spPr>
        </p:pic>
        <p:pic>
          <p:nvPicPr>
            <p:cNvPr id="1055" name="object 1055" descr="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16971651" y="8908653"/>
              <a:ext cx="150131" cy="164173"/>
            </a:xfrm>
            <a:prstGeom prst="rect">
              <a:avLst/>
            </a:prstGeom>
          </p:spPr>
        </p:pic>
      </p:grpSp>
      <p:grpSp>
        <p:nvGrpSpPr>
          <p:cNvPr id="1056" name="object 1056" descr=""/>
          <p:cNvGrpSpPr/>
          <p:nvPr/>
        </p:nvGrpSpPr>
        <p:grpSpPr>
          <a:xfrm>
            <a:off x="13730366" y="9308428"/>
            <a:ext cx="1741805" cy="801370"/>
            <a:chOff x="13730366" y="9308428"/>
            <a:chExt cx="1741805" cy="801370"/>
          </a:xfrm>
        </p:grpSpPr>
        <p:sp>
          <p:nvSpPr>
            <p:cNvPr id="1057" name="object 1057" descr=""/>
            <p:cNvSpPr/>
            <p:nvPr/>
          </p:nvSpPr>
          <p:spPr>
            <a:xfrm>
              <a:off x="13730366" y="9615445"/>
              <a:ext cx="880110" cy="201930"/>
            </a:xfrm>
            <a:custGeom>
              <a:avLst/>
              <a:gdLst/>
              <a:ahLst/>
              <a:cxnLst/>
              <a:rect l="l" t="t" r="r" b="b"/>
              <a:pathLst>
                <a:path w="880109" h="201929">
                  <a:moveTo>
                    <a:pt x="0" y="201732"/>
                  </a:moveTo>
                  <a:lnTo>
                    <a:pt x="879795" y="201732"/>
                  </a:lnTo>
                  <a:lnTo>
                    <a:pt x="879795" y="0"/>
                  </a:lnTo>
                  <a:lnTo>
                    <a:pt x="0" y="0"/>
                  </a:lnTo>
                  <a:lnTo>
                    <a:pt x="0" y="201732"/>
                  </a:lnTo>
                  <a:close/>
                </a:path>
              </a:pathLst>
            </a:custGeom>
            <a:solidFill>
              <a:srgbClr val="FAC2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8" name="object 1058" descr=""/>
            <p:cNvSpPr/>
            <p:nvPr/>
          </p:nvSpPr>
          <p:spPr>
            <a:xfrm>
              <a:off x="13730366" y="9817177"/>
              <a:ext cx="880110" cy="292735"/>
            </a:xfrm>
            <a:custGeom>
              <a:avLst/>
              <a:gdLst/>
              <a:ahLst/>
              <a:cxnLst/>
              <a:rect l="l" t="t" r="r" b="b"/>
              <a:pathLst>
                <a:path w="880109" h="292734">
                  <a:moveTo>
                    <a:pt x="879795" y="0"/>
                  </a:moveTo>
                  <a:lnTo>
                    <a:pt x="0" y="0"/>
                  </a:lnTo>
                  <a:lnTo>
                    <a:pt x="0" y="292441"/>
                  </a:lnTo>
                  <a:lnTo>
                    <a:pt x="879795" y="292441"/>
                  </a:lnTo>
                  <a:lnTo>
                    <a:pt x="879795" y="0"/>
                  </a:lnTo>
                  <a:close/>
                </a:path>
              </a:pathLst>
            </a:custGeom>
            <a:solidFill>
              <a:srgbClr val="FAB66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59" name="object 1059" descr="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13776799" y="9866871"/>
              <a:ext cx="103588" cy="242767"/>
            </a:xfrm>
            <a:prstGeom prst="rect">
              <a:avLst/>
            </a:prstGeom>
          </p:spPr>
        </p:pic>
        <p:pic>
          <p:nvPicPr>
            <p:cNvPr id="1060" name="object 1060" descr="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13910010" y="9866871"/>
              <a:ext cx="103588" cy="242767"/>
            </a:xfrm>
            <a:prstGeom prst="rect">
              <a:avLst/>
            </a:prstGeom>
          </p:spPr>
        </p:pic>
        <p:pic>
          <p:nvPicPr>
            <p:cNvPr id="1061" name="object 1061" descr="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14043223" y="9866871"/>
              <a:ext cx="103588" cy="242767"/>
            </a:xfrm>
            <a:prstGeom prst="rect">
              <a:avLst/>
            </a:prstGeom>
          </p:spPr>
        </p:pic>
        <p:pic>
          <p:nvPicPr>
            <p:cNvPr id="1062" name="object 1062" descr="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14176433" y="9866871"/>
              <a:ext cx="103588" cy="242767"/>
            </a:xfrm>
            <a:prstGeom prst="rect">
              <a:avLst/>
            </a:prstGeom>
          </p:spPr>
        </p:pic>
        <p:pic>
          <p:nvPicPr>
            <p:cNvPr id="1063" name="object 1063" descr="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14309645" y="9866871"/>
              <a:ext cx="103588" cy="242767"/>
            </a:xfrm>
            <a:prstGeom prst="rect">
              <a:avLst/>
            </a:prstGeom>
          </p:spPr>
        </p:pic>
        <p:pic>
          <p:nvPicPr>
            <p:cNvPr id="1064" name="object 1064" descr="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14442858" y="9866871"/>
              <a:ext cx="103588" cy="242767"/>
            </a:xfrm>
            <a:prstGeom prst="rect">
              <a:avLst/>
            </a:prstGeom>
          </p:spPr>
        </p:pic>
        <p:sp>
          <p:nvSpPr>
            <p:cNvPr id="1065" name="object 1065" descr=""/>
            <p:cNvSpPr/>
            <p:nvPr/>
          </p:nvSpPr>
          <p:spPr>
            <a:xfrm>
              <a:off x="13817790" y="9739496"/>
              <a:ext cx="711200" cy="78105"/>
            </a:xfrm>
            <a:custGeom>
              <a:avLst/>
              <a:gdLst/>
              <a:ahLst/>
              <a:cxnLst/>
              <a:rect l="l" t="t" r="r" b="b"/>
              <a:pathLst>
                <a:path w="711200" h="78104">
                  <a:moveTo>
                    <a:pt x="44653" y="0"/>
                  </a:moveTo>
                  <a:lnTo>
                    <a:pt x="0" y="0"/>
                  </a:lnTo>
                  <a:lnTo>
                    <a:pt x="0" y="77685"/>
                  </a:lnTo>
                  <a:lnTo>
                    <a:pt x="44653" y="77685"/>
                  </a:lnTo>
                  <a:lnTo>
                    <a:pt x="44653" y="0"/>
                  </a:lnTo>
                  <a:close/>
                </a:path>
                <a:path w="711200" h="78104">
                  <a:moveTo>
                    <a:pt x="177863" y="0"/>
                  </a:moveTo>
                  <a:lnTo>
                    <a:pt x="133210" y="0"/>
                  </a:lnTo>
                  <a:lnTo>
                    <a:pt x="133210" y="77685"/>
                  </a:lnTo>
                  <a:lnTo>
                    <a:pt x="177863" y="77685"/>
                  </a:lnTo>
                  <a:lnTo>
                    <a:pt x="177863" y="0"/>
                  </a:lnTo>
                  <a:close/>
                </a:path>
                <a:path w="711200" h="78104">
                  <a:moveTo>
                    <a:pt x="311073" y="0"/>
                  </a:moveTo>
                  <a:lnTo>
                    <a:pt x="266420" y="0"/>
                  </a:lnTo>
                  <a:lnTo>
                    <a:pt x="266420" y="77685"/>
                  </a:lnTo>
                  <a:lnTo>
                    <a:pt x="311073" y="77685"/>
                  </a:lnTo>
                  <a:lnTo>
                    <a:pt x="311073" y="0"/>
                  </a:lnTo>
                  <a:close/>
                </a:path>
                <a:path w="711200" h="78104">
                  <a:moveTo>
                    <a:pt x="444284" y="0"/>
                  </a:moveTo>
                  <a:lnTo>
                    <a:pt x="399630" y="0"/>
                  </a:lnTo>
                  <a:lnTo>
                    <a:pt x="399630" y="77685"/>
                  </a:lnTo>
                  <a:lnTo>
                    <a:pt x="444284" y="77685"/>
                  </a:lnTo>
                  <a:lnTo>
                    <a:pt x="444284" y="0"/>
                  </a:lnTo>
                  <a:close/>
                </a:path>
                <a:path w="711200" h="78104">
                  <a:moveTo>
                    <a:pt x="577494" y="0"/>
                  </a:moveTo>
                  <a:lnTo>
                    <a:pt x="532841" y="0"/>
                  </a:lnTo>
                  <a:lnTo>
                    <a:pt x="532841" y="77685"/>
                  </a:lnTo>
                  <a:lnTo>
                    <a:pt x="577494" y="77685"/>
                  </a:lnTo>
                  <a:lnTo>
                    <a:pt x="577494" y="0"/>
                  </a:lnTo>
                  <a:close/>
                </a:path>
                <a:path w="711200" h="78104">
                  <a:moveTo>
                    <a:pt x="710704" y="0"/>
                  </a:moveTo>
                  <a:lnTo>
                    <a:pt x="666051" y="0"/>
                  </a:lnTo>
                  <a:lnTo>
                    <a:pt x="666051" y="77685"/>
                  </a:lnTo>
                  <a:lnTo>
                    <a:pt x="710704" y="77685"/>
                  </a:lnTo>
                  <a:lnTo>
                    <a:pt x="710704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6" name="object 1066" descr=""/>
            <p:cNvSpPr/>
            <p:nvPr/>
          </p:nvSpPr>
          <p:spPr>
            <a:xfrm>
              <a:off x="13730366" y="9615445"/>
              <a:ext cx="880110" cy="19050"/>
            </a:xfrm>
            <a:custGeom>
              <a:avLst/>
              <a:gdLst/>
              <a:ahLst/>
              <a:cxnLst/>
              <a:rect l="l" t="t" r="r" b="b"/>
              <a:pathLst>
                <a:path w="880109" h="19050">
                  <a:moveTo>
                    <a:pt x="0" y="18763"/>
                  </a:moveTo>
                  <a:lnTo>
                    <a:pt x="879826" y="18763"/>
                  </a:lnTo>
                  <a:lnTo>
                    <a:pt x="879826" y="0"/>
                  </a:lnTo>
                  <a:lnTo>
                    <a:pt x="0" y="0"/>
                  </a:lnTo>
                  <a:lnTo>
                    <a:pt x="0" y="18763"/>
                  </a:lnTo>
                  <a:close/>
                </a:path>
              </a:pathLst>
            </a:custGeom>
            <a:solidFill>
              <a:srgbClr val="F19B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7" name="object 1067" descr=""/>
            <p:cNvSpPr/>
            <p:nvPr/>
          </p:nvSpPr>
          <p:spPr>
            <a:xfrm>
              <a:off x="14610193" y="9385253"/>
              <a:ext cx="861694" cy="724535"/>
            </a:xfrm>
            <a:custGeom>
              <a:avLst/>
              <a:gdLst/>
              <a:ahLst/>
              <a:cxnLst/>
              <a:rect l="l" t="t" r="r" b="b"/>
              <a:pathLst>
                <a:path w="861694" h="724534">
                  <a:moveTo>
                    <a:pt x="0" y="724375"/>
                  </a:moveTo>
                  <a:lnTo>
                    <a:pt x="861418" y="724375"/>
                  </a:lnTo>
                  <a:lnTo>
                    <a:pt x="861418" y="0"/>
                  </a:lnTo>
                  <a:lnTo>
                    <a:pt x="0" y="0"/>
                  </a:lnTo>
                  <a:lnTo>
                    <a:pt x="0" y="724375"/>
                  </a:lnTo>
                  <a:close/>
                </a:path>
              </a:pathLst>
            </a:custGeom>
            <a:solidFill>
              <a:srgbClr val="FAA84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8" name="object 1068" descr=""/>
            <p:cNvSpPr/>
            <p:nvPr/>
          </p:nvSpPr>
          <p:spPr>
            <a:xfrm>
              <a:off x="15173710" y="9571981"/>
              <a:ext cx="165735" cy="537845"/>
            </a:xfrm>
            <a:custGeom>
              <a:avLst/>
              <a:gdLst/>
              <a:ahLst/>
              <a:cxnLst/>
              <a:rect l="l" t="t" r="r" b="b"/>
              <a:pathLst>
                <a:path w="165734" h="537845">
                  <a:moveTo>
                    <a:pt x="82730" y="0"/>
                  </a:moveTo>
                  <a:lnTo>
                    <a:pt x="35307" y="22821"/>
                  </a:lnTo>
                  <a:lnTo>
                    <a:pt x="10955" y="40511"/>
                  </a:lnTo>
                  <a:lnTo>
                    <a:pt x="1983" y="62144"/>
                  </a:lnTo>
                  <a:lnTo>
                    <a:pt x="701" y="96792"/>
                  </a:lnTo>
                  <a:lnTo>
                    <a:pt x="1541" y="114146"/>
                  </a:lnTo>
                  <a:lnTo>
                    <a:pt x="3975" y="133444"/>
                  </a:lnTo>
                  <a:lnTo>
                    <a:pt x="7870" y="151932"/>
                  </a:lnTo>
                  <a:lnTo>
                    <a:pt x="13099" y="166853"/>
                  </a:lnTo>
                  <a:lnTo>
                    <a:pt x="7699" y="172437"/>
                  </a:lnTo>
                  <a:lnTo>
                    <a:pt x="3569" y="179056"/>
                  </a:lnTo>
                  <a:lnTo>
                    <a:pt x="929" y="186536"/>
                  </a:lnTo>
                  <a:lnTo>
                    <a:pt x="0" y="194706"/>
                  </a:lnTo>
                  <a:lnTo>
                    <a:pt x="0" y="537742"/>
                  </a:lnTo>
                  <a:lnTo>
                    <a:pt x="165460" y="537742"/>
                  </a:lnTo>
                  <a:lnTo>
                    <a:pt x="165460" y="194706"/>
                  </a:lnTo>
                  <a:lnTo>
                    <a:pt x="164531" y="186536"/>
                  </a:lnTo>
                  <a:lnTo>
                    <a:pt x="161892" y="179056"/>
                  </a:lnTo>
                  <a:lnTo>
                    <a:pt x="157765" y="172437"/>
                  </a:lnTo>
                  <a:lnTo>
                    <a:pt x="152372" y="166853"/>
                  </a:lnTo>
                  <a:lnTo>
                    <a:pt x="157600" y="151932"/>
                  </a:lnTo>
                  <a:lnTo>
                    <a:pt x="161496" y="133444"/>
                  </a:lnTo>
                  <a:lnTo>
                    <a:pt x="163929" y="114146"/>
                  </a:lnTo>
                  <a:lnTo>
                    <a:pt x="164769" y="96792"/>
                  </a:lnTo>
                  <a:lnTo>
                    <a:pt x="160682" y="74084"/>
                  </a:lnTo>
                  <a:lnTo>
                    <a:pt x="135270" y="36608"/>
                  </a:lnTo>
                  <a:lnTo>
                    <a:pt x="105237" y="12748"/>
                  </a:lnTo>
                  <a:lnTo>
                    <a:pt x="93718" y="5761"/>
                  </a:lnTo>
                  <a:lnTo>
                    <a:pt x="82730" y="0"/>
                  </a:lnTo>
                  <a:close/>
                </a:path>
              </a:pathLst>
            </a:custGeom>
            <a:solidFill>
              <a:srgbClr val="3687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9" name="object 1069" descr=""/>
            <p:cNvSpPr/>
            <p:nvPr/>
          </p:nvSpPr>
          <p:spPr>
            <a:xfrm>
              <a:off x="15245582" y="9594263"/>
              <a:ext cx="93980" cy="515620"/>
            </a:xfrm>
            <a:custGeom>
              <a:avLst/>
              <a:gdLst/>
              <a:ahLst/>
              <a:cxnLst/>
              <a:rect l="l" t="t" r="r" b="b"/>
              <a:pathLst>
                <a:path w="93980" h="515620">
                  <a:moveTo>
                    <a:pt x="46930" y="0"/>
                  </a:moveTo>
                  <a:lnTo>
                    <a:pt x="30362" y="14269"/>
                  </a:lnTo>
                  <a:lnTo>
                    <a:pt x="15506" y="31616"/>
                  </a:lnTo>
                  <a:lnTo>
                    <a:pt x="4801" y="51783"/>
                  </a:lnTo>
                  <a:lnTo>
                    <a:pt x="691" y="74510"/>
                  </a:lnTo>
                  <a:lnTo>
                    <a:pt x="1533" y="91864"/>
                  </a:lnTo>
                  <a:lnTo>
                    <a:pt x="3981" y="111162"/>
                  </a:lnTo>
                  <a:lnTo>
                    <a:pt x="7917" y="129650"/>
                  </a:lnTo>
                  <a:lnTo>
                    <a:pt x="13224" y="144571"/>
                  </a:lnTo>
                  <a:lnTo>
                    <a:pt x="7752" y="150155"/>
                  </a:lnTo>
                  <a:lnTo>
                    <a:pt x="3584" y="156774"/>
                  </a:lnTo>
                  <a:lnTo>
                    <a:pt x="931" y="164253"/>
                  </a:lnTo>
                  <a:lnTo>
                    <a:pt x="0" y="172424"/>
                  </a:lnTo>
                  <a:lnTo>
                    <a:pt x="0" y="515460"/>
                  </a:lnTo>
                  <a:lnTo>
                    <a:pt x="93588" y="515460"/>
                  </a:lnTo>
                  <a:lnTo>
                    <a:pt x="93588" y="172424"/>
                  </a:lnTo>
                  <a:lnTo>
                    <a:pt x="92659" y="164253"/>
                  </a:lnTo>
                  <a:lnTo>
                    <a:pt x="90020" y="156774"/>
                  </a:lnTo>
                  <a:lnTo>
                    <a:pt x="85893" y="150155"/>
                  </a:lnTo>
                  <a:lnTo>
                    <a:pt x="80500" y="144571"/>
                  </a:lnTo>
                  <a:lnTo>
                    <a:pt x="85728" y="129650"/>
                  </a:lnTo>
                  <a:lnTo>
                    <a:pt x="89624" y="111162"/>
                  </a:lnTo>
                  <a:lnTo>
                    <a:pt x="92057" y="91864"/>
                  </a:lnTo>
                  <a:lnTo>
                    <a:pt x="92897" y="74510"/>
                  </a:lnTo>
                  <a:lnTo>
                    <a:pt x="88810" y="51802"/>
                  </a:lnTo>
                  <a:lnTo>
                    <a:pt x="78167" y="31667"/>
                  </a:lnTo>
                  <a:lnTo>
                    <a:pt x="63398" y="14326"/>
                  </a:lnTo>
                  <a:lnTo>
                    <a:pt x="46930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0" name="object 1070" descr=""/>
            <p:cNvSpPr/>
            <p:nvPr/>
          </p:nvSpPr>
          <p:spPr>
            <a:xfrm>
              <a:off x="14960398" y="9571981"/>
              <a:ext cx="165735" cy="537845"/>
            </a:xfrm>
            <a:custGeom>
              <a:avLst/>
              <a:gdLst/>
              <a:ahLst/>
              <a:cxnLst/>
              <a:rect l="l" t="t" r="r" b="b"/>
              <a:pathLst>
                <a:path w="165734" h="537845">
                  <a:moveTo>
                    <a:pt x="82730" y="0"/>
                  </a:moveTo>
                  <a:lnTo>
                    <a:pt x="35307" y="22821"/>
                  </a:lnTo>
                  <a:lnTo>
                    <a:pt x="10955" y="40511"/>
                  </a:lnTo>
                  <a:lnTo>
                    <a:pt x="1983" y="62144"/>
                  </a:lnTo>
                  <a:lnTo>
                    <a:pt x="701" y="96792"/>
                  </a:lnTo>
                  <a:lnTo>
                    <a:pt x="1541" y="114146"/>
                  </a:lnTo>
                  <a:lnTo>
                    <a:pt x="3975" y="133444"/>
                  </a:lnTo>
                  <a:lnTo>
                    <a:pt x="7870" y="151932"/>
                  </a:lnTo>
                  <a:lnTo>
                    <a:pt x="13099" y="166853"/>
                  </a:lnTo>
                  <a:lnTo>
                    <a:pt x="7703" y="172437"/>
                  </a:lnTo>
                  <a:lnTo>
                    <a:pt x="3573" y="179056"/>
                  </a:lnTo>
                  <a:lnTo>
                    <a:pt x="930" y="186536"/>
                  </a:lnTo>
                  <a:lnTo>
                    <a:pt x="0" y="194706"/>
                  </a:lnTo>
                  <a:lnTo>
                    <a:pt x="0" y="537742"/>
                  </a:lnTo>
                  <a:lnTo>
                    <a:pt x="165460" y="537742"/>
                  </a:lnTo>
                  <a:lnTo>
                    <a:pt x="165460" y="194706"/>
                  </a:lnTo>
                  <a:lnTo>
                    <a:pt x="164531" y="186536"/>
                  </a:lnTo>
                  <a:lnTo>
                    <a:pt x="161892" y="179056"/>
                  </a:lnTo>
                  <a:lnTo>
                    <a:pt x="157765" y="172437"/>
                  </a:lnTo>
                  <a:lnTo>
                    <a:pt x="152372" y="166853"/>
                  </a:lnTo>
                  <a:lnTo>
                    <a:pt x="157600" y="151932"/>
                  </a:lnTo>
                  <a:lnTo>
                    <a:pt x="161496" y="133444"/>
                  </a:lnTo>
                  <a:lnTo>
                    <a:pt x="163929" y="114146"/>
                  </a:lnTo>
                  <a:lnTo>
                    <a:pt x="164769" y="96792"/>
                  </a:lnTo>
                  <a:lnTo>
                    <a:pt x="160682" y="74084"/>
                  </a:lnTo>
                  <a:lnTo>
                    <a:pt x="135270" y="36608"/>
                  </a:lnTo>
                  <a:lnTo>
                    <a:pt x="105237" y="12748"/>
                  </a:lnTo>
                  <a:lnTo>
                    <a:pt x="93718" y="5761"/>
                  </a:lnTo>
                  <a:lnTo>
                    <a:pt x="82730" y="0"/>
                  </a:lnTo>
                  <a:close/>
                </a:path>
              </a:pathLst>
            </a:custGeom>
            <a:solidFill>
              <a:srgbClr val="3687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1" name="object 1071" descr=""/>
            <p:cNvSpPr/>
            <p:nvPr/>
          </p:nvSpPr>
          <p:spPr>
            <a:xfrm>
              <a:off x="15032270" y="9594263"/>
              <a:ext cx="93980" cy="515620"/>
            </a:xfrm>
            <a:custGeom>
              <a:avLst/>
              <a:gdLst/>
              <a:ahLst/>
              <a:cxnLst/>
              <a:rect l="l" t="t" r="r" b="b"/>
              <a:pathLst>
                <a:path w="93980" h="515620">
                  <a:moveTo>
                    <a:pt x="46930" y="0"/>
                  </a:moveTo>
                  <a:lnTo>
                    <a:pt x="30362" y="14269"/>
                  </a:lnTo>
                  <a:lnTo>
                    <a:pt x="15506" y="31616"/>
                  </a:lnTo>
                  <a:lnTo>
                    <a:pt x="4801" y="51783"/>
                  </a:lnTo>
                  <a:lnTo>
                    <a:pt x="691" y="74510"/>
                  </a:lnTo>
                  <a:lnTo>
                    <a:pt x="1533" y="91864"/>
                  </a:lnTo>
                  <a:lnTo>
                    <a:pt x="3982" y="111162"/>
                  </a:lnTo>
                  <a:lnTo>
                    <a:pt x="7922" y="129650"/>
                  </a:lnTo>
                  <a:lnTo>
                    <a:pt x="13235" y="144571"/>
                  </a:lnTo>
                  <a:lnTo>
                    <a:pt x="7756" y="150155"/>
                  </a:lnTo>
                  <a:lnTo>
                    <a:pt x="3586" y="156774"/>
                  </a:lnTo>
                  <a:lnTo>
                    <a:pt x="931" y="164253"/>
                  </a:lnTo>
                  <a:lnTo>
                    <a:pt x="0" y="172424"/>
                  </a:lnTo>
                  <a:lnTo>
                    <a:pt x="0" y="515460"/>
                  </a:lnTo>
                  <a:lnTo>
                    <a:pt x="93588" y="515460"/>
                  </a:lnTo>
                  <a:lnTo>
                    <a:pt x="93588" y="172424"/>
                  </a:lnTo>
                  <a:lnTo>
                    <a:pt x="92659" y="164253"/>
                  </a:lnTo>
                  <a:lnTo>
                    <a:pt x="90020" y="156774"/>
                  </a:lnTo>
                  <a:lnTo>
                    <a:pt x="85893" y="150155"/>
                  </a:lnTo>
                  <a:lnTo>
                    <a:pt x="80500" y="144571"/>
                  </a:lnTo>
                  <a:lnTo>
                    <a:pt x="85728" y="129650"/>
                  </a:lnTo>
                  <a:lnTo>
                    <a:pt x="89624" y="111162"/>
                  </a:lnTo>
                  <a:lnTo>
                    <a:pt x="92057" y="91864"/>
                  </a:lnTo>
                  <a:lnTo>
                    <a:pt x="92897" y="74510"/>
                  </a:lnTo>
                  <a:lnTo>
                    <a:pt x="88810" y="51802"/>
                  </a:lnTo>
                  <a:lnTo>
                    <a:pt x="78167" y="31667"/>
                  </a:lnTo>
                  <a:lnTo>
                    <a:pt x="63398" y="14326"/>
                  </a:lnTo>
                  <a:lnTo>
                    <a:pt x="46930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2" name="object 1072" descr=""/>
            <p:cNvSpPr/>
            <p:nvPr/>
          </p:nvSpPr>
          <p:spPr>
            <a:xfrm>
              <a:off x="14747087" y="9571981"/>
              <a:ext cx="165735" cy="537845"/>
            </a:xfrm>
            <a:custGeom>
              <a:avLst/>
              <a:gdLst/>
              <a:ahLst/>
              <a:cxnLst/>
              <a:rect l="l" t="t" r="r" b="b"/>
              <a:pathLst>
                <a:path w="165734" h="537845">
                  <a:moveTo>
                    <a:pt x="82730" y="0"/>
                  </a:moveTo>
                  <a:lnTo>
                    <a:pt x="35307" y="22821"/>
                  </a:lnTo>
                  <a:lnTo>
                    <a:pt x="10955" y="40511"/>
                  </a:lnTo>
                  <a:lnTo>
                    <a:pt x="1983" y="62144"/>
                  </a:lnTo>
                  <a:lnTo>
                    <a:pt x="701" y="96792"/>
                  </a:lnTo>
                  <a:lnTo>
                    <a:pt x="1541" y="114146"/>
                  </a:lnTo>
                  <a:lnTo>
                    <a:pt x="3975" y="133444"/>
                  </a:lnTo>
                  <a:lnTo>
                    <a:pt x="7870" y="151932"/>
                  </a:lnTo>
                  <a:lnTo>
                    <a:pt x="13099" y="166853"/>
                  </a:lnTo>
                  <a:lnTo>
                    <a:pt x="7703" y="172437"/>
                  </a:lnTo>
                  <a:lnTo>
                    <a:pt x="3573" y="179056"/>
                  </a:lnTo>
                  <a:lnTo>
                    <a:pt x="930" y="186536"/>
                  </a:lnTo>
                  <a:lnTo>
                    <a:pt x="0" y="194706"/>
                  </a:lnTo>
                  <a:lnTo>
                    <a:pt x="0" y="537742"/>
                  </a:lnTo>
                  <a:lnTo>
                    <a:pt x="165460" y="537742"/>
                  </a:lnTo>
                  <a:lnTo>
                    <a:pt x="165460" y="194706"/>
                  </a:lnTo>
                  <a:lnTo>
                    <a:pt x="164531" y="186536"/>
                  </a:lnTo>
                  <a:lnTo>
                    <a:pt x="161892" y="179056"/>
                  </a:lnTo>
                  <a:lnTo>
                    <a:pt x="157765" y="172437"/>
                  </a:lnTo>
                  <a:lnTo>
                    <a:pt x="152372" y="166853"/>
                  </a:lnTo>
                  <a:lnTo>
                    <a:pt x="157600" y="151932"/>
                  </a:lnTo>
                  <a:lnTo>
                    <a:pt x="161496" y="133444"/>
                  </a:lnTo>
                  <a:lnTo>
                    <a:pt x="163929" y="114146"/>
                  </a:lnTo>
                  <a:lnTo>
                    <a:pt x="164769" y="96792"/>
                  </a:lnTo>
                  <a:lnTo>
                    <a:pt x="160682" y="74084"/>
                  </a:lnTo>
                  <a:lnTo>
                    <a:pt x="135270" y="36608"/>
                  </a:lnTo>
                  <a:lnTo>
                    <a:pt x="105237" y="12748"/>
                  </a:lnTo>
                  <a:lnTo>
                    <a:pt x="93718" y="5761"/>
                  </a:lnTo>
                  <a:lnTo>
                    <a:pt x="82730" y="0"/>
                  </a:lnTo>
                  <a:close/>
                </a:path>
              </a:pathLst>
            </a:custGeom>
            <a:solidFill>
              <a:srgbClr val="3687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3" name="object 1073" descr=""/>
            <p:cNvSpPr/>
            <p:nvPr/>
          </p:nvSpPr>
          <p:spPr>
            <a:xfrm>
              <a:off x="14818959" y="9594263"/>
              <a:ext cx="93980" cy="515620"/>
            </a:xfrm>
            <a:custGeom>
              <a:avLst/>
              <a:gdLst/>
              <a:ahLst/>
              <a:cxnLst/>
              <a:rect l="l" t="t" r="r" b="b"/>
              <a:pathLst>
                <a:path w="93980" h="515620">
                  <a:moveTo>
                    <a:pt x="46930" y="0"/>
                  </a:moveTo>
                  <a:lnTo>
                    <a:pt x="30367" y="14269"/>
                  </a:lnTo>
                  <a:lnTo>
                    <a:pt x="15509" y="31616"/>
                  </a:lnTo>
                  <a:lnTo>
                    <a:pt x="4803" y="51783"/>
                  </a:lnTo>
                  <a:lnTo>
                    <a:pt x="691" y="74510"/>
                  </a:lnTo>
                  <a:lnTo>
                    <a:pt x="1533" y="91864"/>
                  </a:lnTo>
                  <a:lnTo>
                    <a:pt x="3982" y="111162"/>
                  </a:lnTo>
                  <a:lnTo>
                    <a:pt x="7922" y="129650"/>
                  </a:lnTo>
                  <a:lnTo>
                    <a:pt x="13235" y="144571"/>
                  </a:lnTo>
                  <a:lnTo>
                    <a:pt x="7756" y="150155"/>
                  </a:lnTo>
                  <a:lnTo>
                    <a:pt x="3586" y="156774"/>
                  </a:lnTo>
                  <a:lnTo>
                    <a:pt x="931" y="164253"/>
                  </a:lnTo>
                  <a:lnTo>
                    <a:pt x="0" y="172424"/>
                  </a:lnTo>
                  <a:lnTo>
                    <a:pt x="0" y="515460"/>
                  </a:lnTo>
                  <a:lnTo>
                    <a:pt x="93588" y="515460"/>
                  </a:lnTo>
                  <a:lnTo>
                    <a:pt x="93588" y="172424"/>
                  </a:lnTo>
                  <a:lnTo>
                    <a:pt x="92659" y="164253"/>
                  </a:lnTo>
                  <a:lnTo>
                    <a:pt x="90020" y="156774"/>
                  </a:lnTo>
                  <a:lnTo>
                    <a:pt x="85893" y="150155"/>
                  </a:lnTo>
                  <a:lnTo>
                    <a:pt x="80500" y="144571"/>
                  </a:lnTo>
                  <a:lnTo>
                    <a:pt x="85728" y="129650"/>
                  </a:lnTo>
                  <a:lnTo>
                    <a:pt x="89624" y="111162"/>
                  </a:lnTo>
                  <a:lnTo>
                    <a:pt x="92057" y="91864"/>
                  </a:lnTo>
                  <a:lnTo>
                    <a:pt x="92897" y="74510"/>
                  </a:lnTo>
                  <a:lnTo>
                    <a:pt x="88810" y="51802"/>
                  </a:lnTo>
                  <a:lnTo>
                    <a:pt x="78167" y="31667"/>
                  </a:lnTo>
                  <a:lnTo>
                    <a:pt x="63398" y="14326"/>
                  </a:lnTo>
                  <a:lnTo>
                    <a:pt x="46930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4" name="object 1074" descr=""/>
            <p:cNvSpPr/>
            <p:nvPr/>
          </p:nvSpPr>
          <p:spPr>
            <a:xfrm>
              <a:off x="14610193" y="9308428"/>
              <a:ext cx="861694" cy="76835"/>
            </a:xfrm>
            <a:custGeom>
              <a:avLst/>
              <a:gdLst/>
              <a:ahLst/>
              <a:cxnLst/>
              <a:rect l="l" t="t" r="r" b="b"/>
              <a:pathLst>
                <a:path w="861694" h="76834">
                  <a:moveTo>
                    <a:pt x="861418" y="0"/>
                  </a:moveTo>
                  <a:lnTo>
                    <a:pt x="0" y="0"/>
                  </a:lnTo>
                  <a:lnTo>
                    <a:pt x="0" y="76824"/>
                  </a:lnTo>
                  <a:lnTo>
                    <a:pt x="861418" y="76824"/>
                  </a:lnTo>
                  <a:lnTo>
                    <a:pt x="861418" y="0"/>
                  </a:lnTo>
                  <a:close/>
                </a:path>
              </a:pathLst>
            </a:custGeom>
            <a:solidFill>
              <a:srgbClr val="FFD19A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75" name="object 1075" descr=""/>
          <p:cNvSpPr/>
          <p:nvPr/>
        </p:nvSpPr>
        <p:spPr>
          <a:xfrm>
            <a:off x="16587178" y="8793130"/>
            <a:ext cx="67945" cy="193675"/>
          </a:xfrm>
          <a:custGeom>
            <a:avLst/>
            <a:gdLst/>
            <a:ahLst/>
            <a:cxnLst/>
            <a:rect l="l" t="t" r="r" b="b"/>
            <a:pathLst>
              <a:path w="67944" h="193675">
                <a:moveTo>
                  <a:pt x="67919" y="168922"/>
                </a:moveTo>
                <a:lnTo>
                  <a:pt x="64008" y="165011"/>
                </a:lnTo>
                <a:lnTo>
                  <a:pt x="59194" y="165011"/>
                </a:lnTo>
                <a:lnTo>
                  <a:pt x="48475" y="165011"/>
                </a:lnTo>
                <a:lnTo>
                  <a:pt x="48475" y="111506"/>
                </a:lnTo>
                <a:lnTo>
                  <a:pt x="44589" y="107607"/>
                </a:lnTo>
                <a:lnTo>
                  <a:pt x="42443" y="107607"/>
                </a:lnTo>
                <a:lnTo>
                  <a:pt x="42443" y="56413"/>
                </a:lnTo>
                <a:lnTo>
                  <a:pt x="39471" y="53441"/>
                </a:lnTo>
                <a:lnTo>
                  <a:pt x="39471" y="2387"/>
                </a:lnTo>
                <a:lnTo>
                  <a:pt x="37071" y="0"/>
                </a:lnTo>
                <a:lnTo>
                  <a:pt x="34112" y="0"/>
                </a:lnTo>
                <a:lnTo>
                  <a:pt x="30835" y="0"/>
                </a:lnTo>
                <a:lnTo>
                  <a:pt x="28448" y="2387"/>
                </a:lnTo>
                <a:lnTo>
                  <a:pt x="28448" y="53441"/>
                </a:lnTo>
                <a:lnTo>
                  <a:pt x="25463" y="56413"/>
                </a:lnTo>
                <a:lnTo>
                  <a:pt x="25463" y="107607"/>
                </a:lnTo>
                <a:lnTo>
                  <a:pt x="23329" y="107607"/>
                </a:lnTo>
                <a:lnTo>
                  <a:pt x="19431" y="111506"/>
                </a:lnTo>
                <a:lnTo>
                  <a:pt x="19431" y="165011"/>
                </a:lnTo>
                <a:lnTo>
                  <a:pt x="3911" y="165011"/>
                </a:lnTo>
                <a:lnTo>
                  <a:pt x="0" y="168922"/>
                </a:lnTo>
                <a:lnTo>
                  <a:pt x="0" y="193217"/>
                </a:lnTo>
                <a:lnTo>
                  <a:pt x="67919" y="193217"/>
                </a:lnTo>
                <a:lnTo>
                  <a:pt x="67919" y="168922"/>
                </a:lnTo>
                <a:close/>
              </a:path>
            </a:pathLst>
          </a:custGeom>
          <a:solidFill>
            <a:srgbClr val="FDF1D3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1076" name="object 1076" descr=""/>
          <p:cNvPicPr/>
          <p:nvPr/>
        </p:nvPicPr>
        <p:blipFill>
          <a:blip r:embed="rId61" cstate="print"/>
          <a:stretch>
            <a:fillRect/>
          </a:stretch>
        </p:blipFill>
        <p:spPr>
          <a:xfrm>
            <a:off x="18362220" y="7377531"/>
            <a:ext cx="76919" cy="504354"/>
          </a:xfrm>
          <a:prstGeom prst="rect">
            <a:avLst/>
          </a:prstGeom>
        </p:spPr>
      </p:pic>
      <p:grpSp>
        <p:nvGrpSpPr>
          <p:cNvPr id="1077" name="object 1077" descr=""/>
          <p:cNvGrpSpPr/>
          <p:nvPr/>
        </p:nvGrpSpPr>
        <p:grpSpPr>
          <a:xfrm>
            <a:off x="18298145" y="9025505"/>
            <a:ext cx="203835" cy="283210"/>
            <a:chOff x="18298145" y="9025505"/>
            <a:chExt cx="203835" cy="283210"/>
          </a:xfrm>
        </p:grpSpPr>
        <p:sp>
          <p:nvSpPr>
            <p:cNvPr id="1078" name="object 1078" descr=""/>
            <p:cNvSpPr/>
            <p:nvPr/>
          </p:nvSpPr>
          <p:spPr>
            <a:xfrm>
              <a:off x="18315851" y="9043599"/>
              <a:ext cx="168275" cy="264795"/>
            </a:xfrm>
            <a:custGeom>
              <a:avLst/>
              <a:gdLst/>
              <a:ahLst/>
              <a:cxnLst/>
              <a:rect l="l" t="t" r="r" b="b"/>
              <a:pathLst>
                <a:path w="168275" h="264795">
                  <a:moveTo>
                    <a:pt x="0" y="264787"/>
                  </a:moveTo>
                  <a:lnTo>
                    <a:pt x="167900" y="264787"/>
                  </a:lnTo>
                  <a:lnTo>
                    <a:pt x="167900" y="0"/>
                  </a:lnTo>
                  <a:lnTo>
                    <a:pt x="0" y="0"/>
                  </a:lnTo>
                  <a:lnTo>
                    <a:pt x="0" y="264787"/>
                  </a:lnTo>
                  <a:close/>
                </a:path>
              </a:pathLst>
            </a:custGeom>
            <a:solidFill>
              <a:srgbClr val="FAAF5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9" name="object 1079" descr=""/>
            <p:cNvSpPr/>
            <p:nvPr/>
          </p:nvSpPr>
          <p:spPr>
            <a:xfrm>
              <a:off x="18298145" y="9025505"/>
              <a:ext cx="203835" cy="18415"/>
            </a:xfrm>
            <a:custGeom>
              <a:avLst/>
              <a:gdLst/>
              <a:ahLst/>
              <a:cxnLst/>
              <a:rect l="l" t="t" r="r" b="b"/>
              <a:pathLst>
                <a:path w="203834" h="18415">
                  <a:moveTo>
                    <a:pt x="203313" y="0"/>
                  </a:moveTo>
                  <a:lnTo>
                    <a:pt x="0" y="0"/>
                  </a:lnTo>
                  <a:lnTo>
                    <a:pt x="0" y="18083"/>
                  </a:lnTo>
                  <a:lnTo>
                    <a:pt x="203313" y="18083"/>
                  </a:lnTo>
                  <a:lnTo>
                    <a:pt x="203313" y="0"/>
                  </a:lnTo>
                  <a:close/>
                </a:path>
              </a:pathLst>
            </a:custGeom>
            <a:solidFill>
              <a:srgbClr val="FFD1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0" name="object 1080" descr=""/>
            <p:cNvSpPr/>
            <p:nvPr/>
          </p:nvSpPr>
          <p:spPr>
            <a:xfrm>
              <a:off x="18315851" y="9043588"/>
              <a:ext cx="168275" cy="20320"/>
            </a:xfrm>
            <a:custGeom>
              <a:avLst/>
              <a:gdLst/>
              <a:ahLst/>
              <a:cxnLst/>
              <a:rect l="l" t="t" r="r" b="b"/>
              <a:pathLst>
                <a:path w="168275" h="20320">
                  <a:moveTo>
                    <a:pt x="167900" y="0"/>
                  </a:moveTo>
                  <a:lnTo>
                    <a:pt x="0" y="0"/>
                  </a:lnTo>
                  <a:lnTo>
                    <a:pt x="0" y="19800"/>
                  </a:lnTo>
                  <a:lnTo>
                    <a:pt x="167900" y="19800"/>
                  </a:lnTo>
                  <a:lnTo>
                    <a:pt x="167900" y="0"/>
                  </a:lnTo>
                  <a:close/>
                </a:path>
              </a:pathLst>
            </a:custGeom>
            <a:solidFill>
              <a:srgbClr val="046A38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1" name="object 1081" descr=""/>
            <p:cNvSpPr/>
            <p:nvPr/>
          </p:nvSpPr>
          <p:spPr>
            <a:xfrm>
              <a:off x="18365875" y="9216713"/>
              <a:ext cx="67945" cy="46990"/>
            </a:xfrm>
            <a:custGeom>
              <a:avLst/>
              <a:gdLst/>
              <a:ahLst/>
              <a:cxnLst/>
              <a:rect l="l" t="t" r="r" b="b"/>
              <a:pathLst>
                <a:path w="67944" h="46990">
                  <a:moveTo>
                    <a:pt x="67851" y="0"/>
                  </a:moveTo>
                  <a:lnTo>
                    <a:pt x="0" y="0"/>
                  </a:lnTo>
                  <a:lnTo>
                    <a:pt x="2666" y="18095"/>
                  </a:lnTo>
                  <a:lnTo>
                    <a:pt x="9938" y="32873"/>
                  </a:lnTo>
                  <a:lnTo>
                    <a:pt x="20722" y="42837"/>
                  </a:lnTo>
                  <a:lnTo>
                    <a:pt x="33925" y="46490"/>
                  </a:lnTo>
                  <a:lnTo>
                    <a:pt x="47129" y="42837"/>
                  </a:lnTo>
                  <a:lnTo>
                    <a:pt x="57913" y="32873"/>
                  </a:lnTo>
                  <a:lnTo>
                    <a:pt x="65184" y="18095"/>
                  </a:lnTo>
                  <a:lnTo>
                    <a:pt x="67851" y="0"/>
                  </a:lnTo>
                  <a:close/>
                </a:path>
              </a:pathLst>
            </a:custGeom>
            <a:solidFill>
              <a:srgbClr val="FFD19A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82" name="object 1082" descr=""/>
          <p:cNvGrpSpPr/>
          <p:nvPr/>
        </p:nvGrpSpPr>
        <p:grpSpPr>
          <a:xfrm>
            <a:off x="18304237" y="7869101"/>
            <a:ext cx="193675" cy="1156970"/>
            <a:chOff x="18304237" y="7869101"/>
            <a:chExt cx="193675" cy="1156970"/>
          </a:xfrm>
        </p:grpSpPr>
        <p:sp>
          <p:nvSpPr>
            <p:cNvPr id="1083" name="object 1083" descr=""/>
            <p:cNvSpPr/>
            <p:nvPr/>
          </p:nvSpPr>
          <p:spPr>
            <a:xfrm>
              <a:off x="18356361" y="7926031"/>
              <a:ext cx="88900" cy="451484"/>
            </a:xfrm>
            <a:custGeom>
              <a:avLst/>
              <a:gdLst/>
              <a:ahLst/>
              <a:cxnLst/>
              <a:rect l="l" t="t" r="r" b="b"/>
              <a:pathLst>
                <a:path w="88900" h="451484">
                  <a:moveTo>
                    <a:pt x="88636" y="0"/>
                  </a:moveTo>
                  <a:lnTo>
                    <a:pt x="0" y="0"/>
                  </a:lnTo>
                  <a:lnTo>
                    <a:pt x="0" y="451138"/>
                  </a:lnTo>
                  <a:lnTo>
                    <a:pt x="88636" y="451138"/>
                  </a:lnTo>
                  <a:lnTo>
                    <a:pt x="88636" y="0"/>
                  </a:lnTo>
                  <a:close/>
                </a:path>
              </a:pathLst>
            </a:custGeom>
            <a:solidFill>
              <a:srgbClr val="FFB0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4" name="object 1084" descr=""/>
            <p:cNvSpPr/>
            <p:nvPr/>
          </p:nvSpPr>
          <p:spPr>
            <a:xfrm>
              <a:off x="18356361" y="7926031"/>
              <a:ext cx="45720" cy="451484"/>
            </a:xfrm>
            <a:custGeom>
              <a:avLst/>
              <a:gdLst/>
              <a:ahLst/>
              <a:cxnLst/>
              <a:rect l="l" t="t" r="r" b="b"/>
              <a:pathLst>
                <a:path w="45719" h="451484">
                  <a:moveTo>
                    <a:pt x="45632" y="0"/>
                  </a:moveTo>
                  <a:lnTo>
                    <a:pt x="0" y="0"/>
                  </a:lnTo>
                  <a:lnTo>
                    <a:pt x="0" y="451138"/>
                  </a:lnTo>
                  <a:lnTo>
                    <a:pt x="45632" y="451138"/>
                  </a:lnTo>
                  <a:lnTo>
                    <a:pt x="45632" y="0"/>
                  </a:lnTo>
                  <a:close/>
                </a:path>
              </a:pathLst>
            </a:custGeom>
            <a:solidFill>
              <a:srgbClr val="FFD1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5" name="object 1085" descr=""/>
            <p:cNvSpPr/>
            <p:nvPr/>
          </p:nvSpPr>
          <p:spPr>
            <a:xfrm>
              <a:off x="18369544" y="8402477"/>
              <a:ext cx="61594" cy="623570"/>
            </a:xfrm>
            <a:custGeom>
              <a:avLst/>
              <a:gdLst/>
              <a:ahLst/>
              <a:cxnLst/>
              <a:rect l="l" t="t" r="r" b="b"/>
              <a:pathLst>
                <a:path w="61594" h="623570">
                  <a:moveTo>
                    <a:pt x="61223" y="0"/>
                  </a:moveTo>
                  <a:lnTo>
                    <a:pt x="0" y="0"/>
                  </a:lnTo>
                  <a:lnTo>
                    <a:pt x="0" y="623038"/>
                  </a:lnTo>
                  <a:lnTo>
                    <a:pt x="61223" y="623038"/>
                  </a:lnTo>
                  <a:lnTo>
                    <a:pt x="61223" y="0"/>
                  </a:lnTo>
                  <a:close/>
                </a:path>
              </a:pathLst>
            </a:custGeom>
            <a:solidFill>
              <a:srgbClr val="FFB05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6" name="object 1086" descr=""/>
            <p:cNvSpPr/>
            <p:nvPr/>
          </p:nvSpPr>
          <p:spPr>
            <a:xfrm>
              <a:off x="18430568" y="8402477"/>
              <a:ext cx="33655" cy="623570"/>
            </a:xfrm>
            <a:custGeom>
              <a:avLst/>
              <a:gdLst/>
              <a:ahLst/>
              <a:cxnLst/>
              <a:rect l="l" t="t" r="r" b="b"/>
              <a:pathLst>
                <a:path w="33655" h="623570">
                  <a:moveTo>
                    <a:pt x="33213" y="0"/>
                  </a:moveTo>
                  <a:lnTo>
                    <a:pt x="0" y="0"/>
                  </a:lnTo>
                  <a:lnTo>
                    <a:pt x="0" y="623038"/>
                  </a:lnTo>
                  <a:lnTo>
                    <a:pt x="33213" y="623038"/>
                  </a:lnTo>
                  <a:lnTo>
                    <a:pt x="33213" y="0"/>
                  </a:lnTo>
                  <a:close/>
                </a:path>
              </a:pathLst>
            </a:custGeom>
            <a:solidFill>
              <a:srgbClr val="FF9F3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7" name="object 1087" descr=""/>
            <p:cNvSpPr/>
            <p:nvPr/>
          </p:nvSpPr>
          <p:spPr>
            <a:xfrm>
              <a:off x="18336331" y="8402477"/>
              <a:ext cx="33655" cy="623570"/>
            </a:xfrm>
            <a:custGeom>
              <a:avLst/>
              <a:gdLst/>
              <a:ahLst/>
              <a:cxnLst/>
              <a:rect l="l" t="t" r="r" b="b"/>
              <a:pathLst>
                <a:path w="33655" h="623570">
                  <a:moveTo>
                    <a:pt x="33213" y="0"/>
                  </a:moveTo>
                  <a:lnTo>
                    <a:pt x="0" y="0"/>
                  </a:lnTo>
                  <a:lnTo>
                    <a:pt x="0" y="623038"/>
                  </a:lnTo>
                  <a:lnTo>
                    <a:pt x="33213" y="623038"/>
                  </a:lnTo>
                  <a:lnTo>
                    <a:pt x="33213" y="0"/>
                  </a:lnTo>
                  <a:close/>
                </a:path>
              </a:pathLst>
            </a:custGeom>
            <a:solidFill>
              <a:srgbClr val="FFD1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8" name="object 1088" descr=""/>
            <p:cNvSpPr/>
            <p:nvPr/>
          </p:nvSpPr>
          <p:spPr>
            <a:xfrm>
              <a:off x="18336323" y="8567401"/>
              <a:ext cx="127635" cy="354965"/>
            </a:xfrm>
            <a:custGeom>
              <a:avLst/>
              <a:gdLst/>
              <a:ahLst/>
              <a:cxnLst/>
              <a:rect l="l" t="t" r="r" b="b"/>
              <a:pathLst>
                <a:path w="127634" h="354965">
                  <a:moveTo>
                    <a:pt x="127457" y="286651"/>
                  </a:moveTo>
                  <a:lnTo>
                    <a:pt x="0" y="286651"/>
                  </a:lnTo>
                  <a:lnTo>
                    <a:pt x="0" y="304977"/>
                  </a:lnTo>
                  <a:lnTo>
                    <a:pt x="127457" y="304977"/>
                  </a:lnTo>
                  <a:lnTo>
                    <a:pt x="127457" y="286651"/>
                  </a:lnTo>
                  <a:close/>
                </a:path>
                <a:path w="127634" h="354965">
                  <a:moveTo>
                    <a:pt x="127558" y="336384"/>
                  </a:moveTo>
                  <a:lnTo>
                    <a:pt x="101" y="336384"/>
                  </a:lnTo>
                  <a:lnTo>
                    <a:pt x="101" y="354711"/>
                  </a:lnTo>
                  <a:lnTo>
                    <a:pt x="127558" y="354711"/>
                  </a:lnTo>
                  <a:lnTo>
                    <a:pt x="127558" y="336384"/>
                  </a:lnTo>
                  <a:close/>
                </a:path>
                <a:path w="127634" h="354965">
                  <a:moveTo>
                    <a:pt x="127558" y="49745"/>
                  </a:moveTo>
                  <a:lnTo>
                    <a:pt x="101" y="49745"/>
                  </a:lnTo>
                  <a:lnTo>
                    <a:pt x="101" y="68072"/>
                  </a:lnTo>
                  <a:lnTo>
                    <a:pt x="127558" y="68072"/>
                  </a:lnTo>
                  <a:lnTo>
                    <a:pt x="127558" y="49745"/>
                  </a:lnTo>
                  <a:close/>
                </a:path>
                <a:path w="127634" h="354965">
                  <a:moveTo>
                    <a:pt x="127558" y="0"/>
                  </a:moveTo>
                  <a:lnTo>
                    <a:pt x="101" y="0"/>
                  </a:lnTo>
                  <a:lnTo>
                    <a:pt x="101" y="18326"/>
                  </a:lnTo>
                  <a:lnTo>
                    <a:pt x="127558" y="18326"/>
                  </a:lnTo>
                  <a:lnTo>
                    <a:pt x="127558" y="0"/>
                  </a:lnTo>
                  <a:close/>
                </a:path>
              </a:pathLst>
            </a:custGeom>
            <a:solidFill>
              <a:srgbClr val="046A38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89" name="object 1089" descr="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18304237" y="8362771"/>
              <a:ext cx="193396" cy="64138"/>
            </a:xfrm>
            <a:prstGeom prst="rect">
              <a:avLst/>
            </a:prstGeom>
          </p:spPr>
        </p:pic>
        <p:sp>
          <p:nvSpPr>
            <p:cNvPr id="1090" name="object 1090" descr=""/>
            <p:cNvSpPr/>
            <p:nvPr/>
          </p:nvSpPr>
          <p:spPr>
            <a:xfrm>
              <a:off x="18333660" y="7881886"/>
              <a:ext cx="134620" cy="22860"/>
            </a:xfrm>
            <a:custGeom>
              <a:avLst/>
              <a:gdLst/>
              <a:ahLst/>
              <a:cxnLst/>
              <a:rect l="l" t="t" r="r" b="b"/>
              <a:pathLst>
                <a:path w="134619" h="22859">
                  <a:moveTo>
                    <a:pt x="134550" y="0"/>
                  </a:moveTo>
                  <a:lnTo>
                    <a:pt x="0" y="0"/>
                  </a:lnTo>
                  <a:lnTo>
                    <a:pt x="0" y="22460"/>
                  </a:lnTo>
                  <a:lnTo>
                    <a:pt x="134550" y="22460"/>
                  </a:lnTo>
                  <a:lnTo>
                    <a:pt x="134550" y="0"/>
                  </a:lnTo>
                  <a:close/>
                </a:path>
              </a:pathLst>
            </a:custGeom>
            <a:solidFill>
              <a:srgbClr val="FFD1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1" name="object 1091" descr=""/>
            <p:cNvSpPr/>
            <p:nvPr/>
          </p:nvSpPr>
          <p:spPr>
            <a:xfrm>
              <a:off x="18333659" y="7904352"/>
              <a:ext cx="134620" cy="22225"/>
            </a:xfrm>
            <a:custGeom>
              <a:avLst/>
              <a:gdLst/>
              <a:ahLst/>
              <a:cxnLst/>
              <a:rect l="l" t="t" r="r" b="b"/>
              <a:pathLst>
                <a:path w="134619" h="22225">
                  <a:moveTo>
                    <a:pt x="134550" y="0"/>
                  </a:moveTo>
                  <a:lnTo>
                    <a:pt x="0" y="0"/>
                  </a:lnTo>
                  <a:lnTo>
                    <a:pt x="22323" y="21685"/>
                  </a:lnTo>
                  <a:lnTo>
                    <a:pt x="111075" y="21685"/>
                  </a:lnTo>
                  <a:lnTo>
                    <a:pt x="134550" y="0"/>
                  </a:lnTo>
                  <a:close/>
                </a:path>
              </a:pathLst>
            </a:custGeom>
            <a:solidFill>
              <a:srgbClr val="EB841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2" name="object 1092" descr=""/>
            <p:cNvSpPr/>
            <p:nvPr/>
          </p:nvSpPr>
          <p:spPr>
            <a:xfrm>
              <a:off x="18333660" y="7869101"/>
              <a:ext cx="134620" cy="13335"/>
            </a:xfrm>
            <a:custGeom>
              <a:avLst/>
              <a:gdLst/>
              <a:ahLst/>
              <a:cxnLst/>
              <a:rect l="l" t="t" r="r" b="b"/>
              <a:pathLst>
                <a:path w="134619" h="13334">
                  <a:moveTo>
                    <a:pt x="134550" y="0"/>
                  </a:moveTo>
                  <a:lnTo>
                    <a:pt x="0" y="0"/>
                  </a:lnTo>
                  <a:lnTo>
                    <a:pt x="0" y="12784"/>
                  </a:lnTo>
                  <a:lnTo>
                    <a:pt x="134550" y="12784"/>
                  </a:lnTo>
                  <a:lnTo>
                    <a:pt x="134550" y="0"/>
                  </a:lnTo>
                  <a:close/>
                </a:path>
              </a:pathLst>
            </a:custGeom>
            <a:solidFill>
              <a:srgbClr val="FDF1D3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93" name="object 1093" descr=""/>
          <p:cNvGrpSpPr/>
          <p:nvPr/>
        </p:nvGrpSpPr>
        <p:grpSpPr>
          <a:xfrm>
            <a:off x="16120798" y="8981485"/>
            <a:ext cx="1000760" cy="327025"/>
            <a:chOff x="16120798" y="8981485"/>
            <a:chExt cx="1000760" cy="327025"/>
          </a:xfrm>
        </p:grpSpPr>
        <p:sp>
          <p:nvSpPr>
            <p:cNvPr id="1094" name="object 1094" descr=""/>
            <p:cNvSpPr/>
            <p:nvPr/>
          </p:nvSpPr>
          <p:spPr>
            <a:xfrm>
              <a:off x="16120798" y="8981485"/>
              <a:ext cx="1000760" cy="327025"/>
            </a:xfrm>
            <a:custGeom>
              <a:avLst/>
              <a:gdLst/>
              <a:ahLst/>
              <a:cxnLst/>
              <a:rect l="l" t="t" r="r" b="b"/>
              <a:pathLst>
                <a:path w="1000759" h="327025">
                  <a:moveTo>
                    <a:pt x="500340" y="0"/>
                  </a:moveTo>
                  <a:lnTo>
                    <a:pt x="258312" y="51078"/>
                  </a:lnTo>
                  <a:lnTo>
                    <a:pt x="104525" y="163450"/>
                  </a:lnTo>
                  <a:lnTo>
                    <a:pt x="23561" y="275822"/>
                  </a:lnTo>
                  <a:lnTo>
                    <a:pt x="0" y="326901"/>
                  </a:lnTo>
                  <a:lnTo>
                    <a:pt x="1000681" y="326901"/>
                  </a:lnTo>
                  <a:lnTo>
                    <a:pt x="929889" y="137911"/>
                  </a:lnTo>
                  <a:lnTo>
                    <a:pt x="854172" y="40862"/>
                  </a:lnTo>
                  <a:lnTo>
                    <a:pt x="726625" y="5107"/>
                  </a:lnTo>
                  <a:lnTo>
                    <a:pt x="500340" y="0"/>
                  </a:lnTo>
                  <a:close/>
                </a:path>
              </a:pathLst>
            </a:custGeom>
            <a:solidFill>
              <a:srgbClr val="3687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5" name="object 1095" descr=""/>
            <p:cNvSpPr/>
            <p:nvPr/>
          </p:nvSpPr>
          <p:spPr>
            <a:xfrm>
              <a:off x="16445998" y="9107938"/>
              <a:ext cx="614045" cy="200660"/>
            </a:xfrm>
            <a:custGeom>
              <a:avLst/>
              <a:gdLst/>
              <a:ahLst/>
              <a:cxnLst/>
              <a:rect l="l" t="t" r="r" b="b"/>
              <a:pathLst>
                <a:path w="614044" h="200659">
                  <a:moveTo>
                    <a:pt x="306796" y="0"/>
                  </a:moveTo>
                  <a:lnTo>
                    <a:pt x="158390" y="31319"/>
                  </a:lnTo>
                  <a:lnTo>
                    <a:pt x="64092" y="100222"/>
                  </a:lnTo>
                  <a:lnTo>
                    <a:pt x="14447" y="169124"/>
                  </a:lnTo>
                  <a:lnTo>
                    <a:pt x="0" y="200444"/>
                  </a:lnTo>
                  <a:lnTo>
                    <a:pt x="613593" y="200444"/>
                  </a:lnTo>
                  <a:lnTo>
                    <a:pt x="570186" y="84562"/>
                  </a:lnTo>
                  <a:lnTo>
                    <a:pt x="523758" y="25055"/>
                  </a:lnTo>
                  <a:lnTo>
                    <a:pt x="445549" y="3131"/>
                  </a:lnTo>
                  <a:lnTo>
                    <a:pt x="306796" y="0"/>
                  </a:lnTo>
                  <a:close/>
                </a:path>
              </a:pathLst>
            </a:custGeom>
            <a:solidFill>
              <a:srgbClr val="519875">
                <a:alpha val="369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96" name="object 1096" descr=""/>
          <p:cNvGrpSpPr/>
          <p:nvPr/>
        </p:nvGrpSpPr>
        <p:grpSpPr>
          <a:xfrm>
            <a:off x="14730200" y="8759461"/>
            <a:ext cx="2513965" cy="1350645"/>
            <a:chOff x="14730200" y="8759461"/>
            <a:chExt cx="2513965" cy="1350645"/>
          </a:xfrm>
        </p:grpSpPr>
        <p:sp>
          <p:nvSpPr>
            <p:cNvPr id="1097" name="object 1097" descr=""/>
            <p:cNvSpPr/>
            <p:nvPr/>
          </p:nvSpPr>
          <p:spPr>
            <a:xfrm>
              <a:off x="15071827" y="8931116"/>
              <a:ext cx="50165" cy="141605"/>
            </a:xfrm>
            <a:custGeom>
              <a:avLst/>
              <a:gdLst/>
              <a:ahLst/>
              <a:cxnLst/>
              <a:rect l="l" t="t" r="r" b="b"/>
              <a:pathLst>
                <a:path w="50165" h="141604">
                  <a:moveTo>
                    <a:pt x="49745" y="123736"/>
                  </a:moveTo>
                  <a:lnTo>
                    <a:pt x="46888" y="120878"/>
                  </a:lnTo>
                  <a:lnTo>
                    <a:pt x="43357" y="120878"/>
                  </a:lnTo>
                  <a:lnTo>
                    <a:pt x="35496" y="120878"/>
                  </a:lnTo>
                  <a:lnTo>
                    <a:pt x="35496" y="81673"/>
                  </a:lnTo>
                  <a:lnTo>
                    <a:pt x="32651" y="78816"/>
                  </a:lnTo>
                  <a:lnTo>
                    <a:pt x="31089" y="78816"/>
                  </a:lnTo>
                  <a:lnTo>
                    <a:pt x="31089" y="41325"/>
                  </a:lnTo>
                  <a:lnTo>
                    <a:pt x="28905" y="39141"/>
                  </a:lnTo>
                  <a:lnTo>
                    <a:pt x="28905" y="1752"/>
                  </a:lnTo>
                  <a:lnTo>
                    <a:pt x="27152" y="0"/>
                  </a:lnTo>
                  <a:lnTo>
                    <a:pt x="24980" y="0"/>
                  </a:lnTo>
                  <a:lnTo>
                    <a:pt x="22580" y="0"/>
                  </a:lnTo>
                  <a:lnTo>
                    <a:pt x="20840" y="1752"/>
                  </a:lnTo>
                  <a:lnTo>
                    <a:pt x="20840" y="39141"/>
                  </a:lnTo>
                  <a:lnTo>
                    <a:pt x="18656" y="41325"/>
                  </a:lnTo>
                  <a:lnTo>
                    <a:pt x="18656" y="78816"/>
                  </a:lnTo>
                  <a:lnTo>
                    <a:pt x="17081" y="78816"/>
                  </a:lnTo>
                  <a:lnTo>
                    <a:pt x="14236" y="81673"/>
                  </a:lnTo>
                  <a:lnTo>
                    <a:pt x="14236" y="120878"/>
                  </a:lnTo>
                  <a:lnTo>
                    <a:pt x="2857" y="120878"/>
                  </a:lnTo>
                  <a:lnTo>
                    <a:pt x="0" y="123736"/>
                  </a:lnTo>
                  <a:lnTo>
                    <a:pt x="0" y="141528"/>
                  </a:lnTo>
                  <a:lnTo>
                    <a:pt x="49745" y="141528"/>
                  </a:lnTo>
                  <a:lnTo>
                    <a:pt x="49745" y="123736"/>
                  </a:lnTo>
                  <a:close/>
                </a:path>
              </a:pathLst>
            </a:custGeom>
            <a:solidFill>
              <a:srgbClr val="FDF1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8" name="object 1098" descr=""/>
            <p:cNvSpPr/>
            <p:nvPr/>
          </p:nvSpPr>
          <p:spPr>
            <a:xfrm>
              <a:off x="14730200" y="9069084"/>
              <a:ext cx="733425" cy="240029"/>
            </a:xfrm>
            <a:custGeom>
              <a:avLst/>
              <a:gdLst/>
              <a:ahLst/>
              <a:cxnLst/>
              <a:rect l="l" t="t" r="r" b="b"/>
              <a:pathLst>
                <a:path w="733425" h="240029">
                  <a:moveTo>
                    <a:pt x="366501" y="0"/>
                  </a:moveTo>
                  <a:lnTo>
                    <a:pt x="189215" y="37413"/>
                  </a:lnTo>
                  <a:lnTo>
                    <a:pt x="76565" y="119724"/>
                  </a:lnTo>
                  <a:lnTo>
                    <a:pt x="17258" y="202034"/>
                  </a:lnTo>
                  <a:lnTo>
                    <a:pt x="0" y="239448"/>
                  </a:lnTo>
                  <a:lnTo>
                    <a:pt x="733003" y="239448"/>
                  </a:lnTo>
                  <a:lnTo>
                    <a:pt x="681147" y="101017"/>
                  </a:lnTo>
                  <a:lnTo>
                    <a:pt x="625685" y="29931"/>
                  </a:lnTo>
                  <a:lnTo>
                    <a:pt x="532256" y="3741"/>
                  </a:lnTo>
                  <a:lnTo>
                    <a:pt x="366501" y="0"/>
                  </a:lnTo>
                  <a:close/>
                </a:path>
              </a:pathLst>
            </a:custGeom>
            <a:solidFill>
              <a:srgbClr val="3687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9" name="object 1099" descr=""/>
            <p:cNvSpPr/>
            <p:nvPr/>
          </p:nvSpPr>
          <p:spPr>
            <a:xfrm>
              <a:off x="14968413" y="9161712"/>
              <a:ext cx="449580" cy="147320"/>
            </a:xfrm>
            <a:custGeom>
              <a:avLst/>
              <a:gdLst/>
              <a:ahLst/>
              <a:cxnLst/>
              <a:rect l="l" t="t" r="r" b="b"/>
              <a:pathLst>
                <a:path w="449580" h="147320">
                  <a:moveTo>
                    <a:pt x="224726" y="0"/>
                  </a:moveTo>
                  <a:lnTo>
                    <a:pt x="116018" y="22941"/>
                  </a:lnTo>
                  <a:lnTo>
                    <a:pt x="46946" y="73411"/>
                  </a:lnTo>
                  <a:lnTo>
                    <a:pt x="10582" y="123881"/>
                  </a:lnTo>
                  <a:lnTo>
                    <a:pt x="0" y="146822"/>
                  </a:lnTo>
                  <a:lnTo>
                    <a:pt x="449452" y="146822"/>
                  </a:lnTo>
                  <a:lnTo>
                    <a:pt x="417657" y="61940"/>
                  </a:lnTo>
                  <a:lnTo>
                    <a:pt x="383650" y="18352"/>
                  </a:lnTo>
                  <a:lnTo>
                    <a:pt x="326362" y="2294"/>
                  </a:lnTo>
                  <a:lnTo>
                    <a:pt x="224726" y="0"/>
                  </a:lnTo>
                  <a:close/>
                </a:path>
              </a:pathLst>
            </a:custGeom>
            <a:solidFill>
              <a:srgbClr val="519875">
                <a:alpha val="369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0" name="object 1100" descr=""/>
            <p:cNvSpPr/>
            <p:nvPr/>
          </p:nvSpPr>
          <p:spPr>
            <a:xfrm>
              <a:off x="15172072" y="8759461"/>
              <a:ext cx="990600" cy="1350645"/>
            </a:xfrm>
            <a:custGeom>
              <a:avLst/>
              <a:gdLst/>
              <a:ahLst/>
              <a:cxnLst/>
              <a:rect l="l" t="t" r="r" b="b"/>
              <a:pathLst>
                <a:path w="990600" h="1350645">
                  <a:moveTo>
                    <a:pt x="989980" y="0"/>
                  </a:moveTo>
                  <a:lnTo>
                    <a:pt x="0" y="0"/>
                  </a:lnTo>
                  <a:lnTo>
                    <a:pt x="0" y="1350262"/>
                  </a:lnTo>
                  <a:lnTo>
                    <a:pt x="989980" y="1350262"/>
                  </a:lnTo>
                  <a:lnTo>
                    <a:pt x="989980" y="0"/>
                  </a:lnTo>
                  <a:close/>
                </a:path>
              </a:pathLst>
            </a:custGeom>
            <a:solidFill>
              <a:srgbClr val="FAC2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1" name="object 1101" descr=""/>
            <p:cNvSpPr/>
            <p:nvPr/>
          </p:nvSpPr>
          <p:spPr>
            <a:xfrm>
              <a:off x="15268613" y="8882085"/>
              <a:ext cx="796925" cy="1228090"/>
            </a:xfrm>
            <a:custGeom>
              <a:avLst/>
              <a:gdLst/>
              <a:ahLst/>
              <a:cxnLst/>
              <a:rect l="l" t="t" r="r" b="b"/>
              <a:pathLst>
                <a:path w="796925" h="1228090">
                  <a:moveTo>
                    <a:pt x="796897" y="0"/>
                  </a:moveTo>
                  <a:lnTo>
                    <a:pt x="0" y="0"/>
                  </a:lnTo>
                  <a:lnTo>
                    <a:pt x="0" y="1227638"/>
                  </a:lnTo>
                  <a:lnTo>
                    <a:pt x="796897" y="1227638"/>
                  </a:lnTo>
                  <a:lnTo>
                    <a:pt x="796897" y="0"/>
                  </a:lnTo>
                  <a:close/>
                </a:path>
              </a:pathLst>
            </a:custGeom>
            <a:solidFill>
              <a:srgbClr val="FAB66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2" name="object 1102" descr=""/>
            <p:cNvSpPr/>
            <p:nvPr/>
          </p:nvSpPr>
          <p:spPr>
            <a:xfrm>
              <a:off x="15379527" y="9211698"/>
              <a:ext cx="576580" cy="898525"/>
            </a:xfrm>
            <a:custGeom>
              <a:avLst/>
              <a:gdLst/>
              <a:ahLst/>
              <a:cxnLst/>
              <a:rect l="l" t="t" r="r" b="b"/>
              <a:pathLst>
                <a:path w="576580" h="898525">
                  <a:moveTo>
                    <a:pt x="288179" y="0"/>
                  </a:moveTo>
                  <a:lnTo>
                    <a:pt x="242512" y="13809"/>
                  </a:lnTo>
                  <a:lnTo>
                    <a:pt x="203218" y="30255"/>
                  </a:lnTo>
                  <a:lnTo>
                    <a:pt x="158517" y="52336"/>
                  </a:lnTo>
                  <a:lnTo>
                    <a:pt x="112582" y="79508"/>
                  </a:lnTo>
                  <a:lnTo>
                    <a:pt x="69589" y="111227"/>
                  </a:lnTo>
                  <a:lnTo>
                    <a:pt x="33711" y="146948"/>
                  </a:lnTo>
                  <a:lnTo>
                    <a:pt x="9123" y="186128"/>
                  </a:lnTo>
                  <a:lnTo>
                    <a:pt x="0" y="228223"/>
                  </a:lnTo>
                  <a:lnTo>
                    <a:pt x="0" y="897930"/>
                  </a:lnTo>
                  <a:lnTo>
                    <a:pt x="576359" y="897930"/>
                  </a:lnTo>
                  <a:lnTo>
                    <a:pt x="576359" y="228223"/>
                  </a:lnTo>
                  <a:lnTo>
                    <a:pt x="567235" y="186128"/>
                  </a:lnTo>
                  <a:lnTo>
                    <a:pt x="542647" y="146948"/>
                  </a:lnTo>
                  <a:lnTo>
                    <a:pt x="506769" y="111227"/>
                  </a:lnTo>
                  <a:lnTo>
                    <a:pt x="463776" y="79508"/>
                  </a:lnTo>
                  <a:lnTo>
                    <a:pt x="417841" y="52336"/>
                  </a:lnTo>
                  <a:lnTo>
                    <a:pt x="373140" y="30255"/>
                  </a:lnTo>
                  <a:lnTo>
                    <a:pt x="333846" y="13809"/>
                  </a:lnTo>
                  <a:lnTo>
                    <a:pt x="288179" y="0"/>
                  </a:lnTo>
                  <a:close/>
                </a:path>
              </a:pathLst>
            </a:custGeom>
            <a:solidFill>
              <a:srgbClr val="3687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3" name="object 1103" descr=""/>
            <p:cNvSpPr/>
            <p:nvPr/>
          </p:nvSpPr>
          <p:spPr>
            <a:xfrm>
              <a:off x="15492032" y="9458322"/>
              <a:ext cx="427355" cy="651510"/>
            </a:xfrm>
            <a:custGeom>
              <a:avLst/>
              <a:gdLst/>
              <a:ahLst/>
              <a:cxnLst/>
              <a:rect l="l" t="t" r="r" b="b"/>
              <a:pathLst>
                <a:path w="427355" h="651509">
                  <a:moveTo>
                    <a:pt x="213616" y="0"/>
                  </a:moveTo>
                  <a:lnTo>
                    <a:pt x="150639" y="26756"/>
                  </a:lnTo>
                  <a:lnTo>
                    <a:pt x="100400" y="56493"/>
                  </a:lnTo>
                  <a:lnTo>
                    <a:pt x="51584" y="93836"/>
                  </a:lnTo>
                  <a:lnTo>
                    <a:pt x="14636" y="136312"/>
                  </a:lnTo>
                  <a:lnTo>
                    <a:pt x="0" y="181449"/>
                  </a:lnTo>
                  <a:lnTo>
                    <a:pt x="0" y="651310"/>
                  </a:lnTo>
                  <a:lnTo>
                    <a:pt x="427233" y="651310"/>
                  </a:lnTo>
                  <a:lnTo>
                    <a:pt x="427233" y="181449"/>
                  </a:lnTo>
                  <a:lnTo>
                    <a:pt x="412596" y="136312"/>
                  </a:lnTo>
                  <a:lnTo>
                    <a:pt x="375648" y="93836"/>
                  </a:lnTo>
                  <a:lnTo>
                    <a:pt x="326832" y="56493"/>
                  </a:lnTo>
                  <a:lnTo>
                    <a:pt x="276593" y="26756"/>
                  </a:lnTo>
                  <a:lnTo>
                    <a:pt x="235373" y="7101"/>
                  </a:lnTo>
                  <a:lnTo>
                    <a:pt x="213616" y="0"/>
                  </a:lnTo>
                  <a:close/>
                </a:path>
              </a:pathLst>
            </a:custGeom>
            <a:solidFill>
              <a:srgbClr val="5198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4" name="object 1104" descr=""/>
            <p:cNvSpPr/>
            <p:nvPr/>
          </p:nvSpPr>
          <p:spPr>
            <a:xfrm>
              <a:off x="15546795" y="9846392"/>
              <a:ext cx="338455" cy="263525"/>
            </a:xfrm>
            <a:custGeom>
              <a:avLst/>
              <a:gdLst/>
              <a:ahLst/>
              <a:cxnLst/>
              <a:rect l="l" t="t" r="r" b="b"/>
              <a:pathLst>
                <a:path w="338455" h="263525">
                  <a:moveTo>
                    <a:pt x="77927" y="64503"/>
                  </a:moveTo>
                  <a:lnTo>
                    <a:pt x="72923" y="41554"/>
                  </a:lnTo>
                  <a:lnTo>
                    <a:pt x="61353" y="20815"/>
                  </a:lnTo>
                  <a:lnTo>
                    <a:pt x="48323" y="5791"/>
                  </a:lnTo>
                  <a:lnTo>
                    <a:pt x="38963" y="0"/>
                  </a:lnTo>
                  <a:lnTo>
                    <a:pt x="30264" y="5791"/>
                  </a:lnTo>
                  <a:lnTo>
                    <a:pt x="17157" y="20815"/>
                  </a:lnTo>
                  <a:lnTo>
                    <a:pt x="5219" y="41554"/>
                  </a:lnTo>
                  <a:lnTo>
                    <a:pt x="0" y="64503"/>
                  </a:lnTo>
                  <a:lnTo>
                    <a:pt x="0" y="263334"/>
                  </a:lnTo>
                  <a:lnTo>
                    <a:pt x="77927" y="263334"/>
                  </a:lnTo>
                  <a:lnTo>
                    <a:pt x="77927" y="64503"/>
                  </a:lnTo>
                  <a:close/>
                </a:path>
                <a:path w="338455" h="263525">
                  <a:moveTo>
                    <a:pt x="208013" y="64503"/>
                  </a:moveTo>
                  <a:lnTo>
                    <a:pt x="203009" y="41554"/>
                  </a:lnTo>
                  <a:lnTo>
                    <a:pt x="191427" y="20815"/>
                  </a:lnTo>
                  <a:lnTo>
                    <a:pt x="178396" y="5791"/>
                  </a:lnTo>
                  <a:lnTo>
                    <a:pt x="169049" y="0"/>
                  </a:lnTo>
                  <a:lnTo>
                    <a:pt x="160337" y="5791"/>
                  </a:lnTo>
                  <a:lnTo>
                    <a:pt x="147243" y="20815"/>
                  </a:lnTo>
                  <a:lnTo>
                    <a:pt x="135293" y="41554"/>
                  </a:lnTo>
                  <a:lnTo>
                    <a:pt x="130086" y="64503"/>
                  </a:lnTo>
                  <a:lnTo>
                    <a:pt x="130086" y="263334"/>
                  </a:lnTo>
                  <a:lnTo>
                    <a:pt x="208013" y="263334"/>
                  </a:lnTo>
                  <a:lnTo>
                    <a:pt x="208013" y="64503"/>
                  </a:lnTo>
                  <a:close/>
                </a:path>
                <a:path w="338455" h="263525">
                  <a:moveTo>
                    <a:pt x="338086" y="64503"/>
                  </a:moveTo>
                  <a:lnTo>
                    <a:pt x="333095" y="41554"/>
                  </a:lnTo>
                  <a:lnTo>
                    <a:pt x="321513" y="20815"/>
                  </a:lnTo>
                  <a:lnTo>
                    <a:pt x="308483" y="5791"/>
                  </a:lnTo>
                  <a:lnTo>
                    <a:pt x="299123" y="0"/>
                  </a:lnTo>
                  <a:lnTo>
                    <a:pt x="290423" y="5791"/>
                  </a:lnTo>
                  <a:lnTo>
                    <a:pt x="277317" y="20815"/>
                  </a:lnTo>
                  <a:lnTo>
                    <a:pt x="265379" y="41554"/>
                  </a:lnTo>
                  <a:lnTo>
                    <a:pt x="260159" y="64503"/>
                  </a:lnTo>
                  <a:lnTo>
                    <a:pt x="260159" y="263334"/>
                  </a:lnTo>
                  <a:lnTo>
                    <a:pt x="338086" y="263334"/>
                  </a:lnTo>
                  <a:lnTo>
                    <a:pt x="338086" y="64503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5" name="object 1105" descr=""/>
            <p:cNvSpPr/>
            <p:nvPr/>
          </p:nvSpPr>
          <p:spPr>
            <a:xfrm>
              <a:off x="16162052" y="8759461"/>
              <a:ext cx="220979" cy="1350645"/>
            </a:xfrm>
            <a:custGeom>
              <a:avLst/>
              <a:gdLst/>
              <a:ahLst/>
              <a:cxnLst/>
              <a:rect l="l" t="t" r="r" b="b"/>
              <a:pathLst>
                <a:path w="220980" h="1350645">
                  <a:moveTo>
                    <a:pt x="220485" y="0"/>
                  </a:moveTo>
                  <a:lnTo>
                    <a:pt x="0" y="0"/>
                  </a:lnTo>
                  <a:lnTo>
                    <a:pt x="0" y="1350168"/>
                  </a:lnTo>
                  <a:lnTo>
                    <a:pt x="220485" y="1350168"/>
                  </a:lnTo>
                  <a:lnTo>
                    <a:pt x="220485" y="0"/>
                  </a:lnTo>
                  <a:close/>
                </a:path>
              </a:pathLst>
            </a:custGeom>
            <a:solidFill>
              <a:srgbClr val="FAA84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6" name="object 1106" descr=""/>
            <p:cNvSpPr/>
            <p:nvPr/>
          </p:nvSpPr>
          <p:spPr>
            <a:xfrm>
              <a:off x="16382538" y="9385253"/>
              <a:ext cx="861694" cy="724535"/>
            </a:xfrm>
            <a:custGeom>
              <a:avLst/>
              <a:gdLst/>
              <a:ahLst/>
              <a:cxnLst/>
              <a:rect l="l" t="t" r="r" b="b"/>
              <a:pathLst>
                <a:path w="861694" h="724534">
                  <a:moveTo>
                    <a:pt x="0" y="724375"/>
                  </a:moveTo>
                  <a:lnTo>
                    <a:pt x="861418" y="724375"/>
                  </a:lnTo>
                  <a:lnTo>
                    <a:pt x="861418" y="0"/>
                  </a:lnTo>
                  <a:lnTo>
                    <a:pt x="0" y="0"/>
                  </a:lnTo>
                  <a:lnTo>
                    <a:pt x="0" y="724375"/>
                  </a:lnTo>
                  <a:close/>
                </a:path>
              </a:pathLst>
            </a:custGeom>
            <a:solidFill>
              <a:srgbClr val="FAC2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7" name="object 1107" descr=""/>
            <p:cNvSpPr/>
            <p:nvPr/>
          </p:nvSpPr>
          <p:spPr>
            <a:xfrm>
              <a:off x="16946058" y="9571982"/>
              <a:ext cx="165735" cy="537845"/>
            </a:xfrm>
            <a:custGeom>
              <a:avLst/>
              <a:gdLst/>
              <a:ahLst/>
              <a:cxnLst/>
              <a:rect l="l" t="t" r="r" b="b"/>
              <a:pathLst>
                <a:path w="165734" h="537845">
                  <a:moveTo>
                    <a:pt x="82730" y="0"/>
                  </a:moveTo>
                  <a:lnTo>
                    <a:pt x="35307" y="22821"/>
                  </a:lnTo>
                  <a:lnTo>
                    <a:pt x="10955" y="40511"/>
                  </a:lnTo>
                  <a:lnTo>
                    <a:pt x="1983" y="62144"/>
                  </a:lnTo>
                  <a:lnTo>
                    <a:pt x="701" y="96792"/>
                  </a:lnTo>
                  <a:lnTo>
                    <a:pt x="1541" y="114146"/>
                  </a:lnTo>
                  <a:lnTo>
                    <a:pt x="3975" y="133444"/>
                  </a:lnTo>
                  <a:lnTo>
                    <a:pt x="7870" y="151932"/>
                  </a:lnTo>
                  <a:lnTo>
                    <a:pt x="13099" y="166853"/>
                  </a:lnTo>
                  <a:lnTo>
                    <a:pt x="7703" y="172437"/>
                  </a:lnTo>
                  <a:lnTo>
                    <a:pt x="3573" y="179056"/>
                  </a:lnTo>
                  <a:lnTo>
                    <a:pt x="930" y="186536"/>
                  </a:lnTo>
                  <a:lnTo>
                    <a:pt x="0" y="194706"/>
                  </a:lnTo>
                  <a:lnTo>
                    <a:pt x="0" y="537742"/>
                  </a:lnTo>
                  <a:lnTo>
                    <a:pt x="165460" y="537742"/>
                  </a:lnTo>
                  <a:lnTo>
                    <a:pt x="165460" y="194706"/>
                  </a:lnTo>
                  <a:lnTo>
                    <a:pt x="164531" y="186536"/>
                  </a:lnTo>
                  <a:lnTo>
                    <a:pt x="161892" y="179056"/>
                  </a:lnTo>
                  <a:lnTo>
                    <a:pt x="157765" y="172437"/>
                  </a:lnTo>
                  <a:lnTo>
                    <a:pt x="152372" y="166853"/>
                  </a:lnTo>
                  <a:lnTo>
                    <a:pt x="157600" y="151932"/>
                  </a:lnTo>
                  <a:lnTo>
                    <a:pt x="161496" y="133444"/>
                  </a:lnTo>
                  <a:lnTo>
                    <a:pt x="163929" y="114146"/>
                  </a:lnTo>
                  <a:lnTo>
                    <a:pt x="164769" y="96792"/>
                  </a:lnTo>
                  <a:lnTo>
                    <a:pt x="160682" y="74084"/>
                  </a:lnTo>
                  <a:lnTo>
                    <a:pt x="135270" y="36608"/>
                  </a:lnTo>
                  <a:lnTo>
                    <a:pt x="105237" y="12748"/>
                  </a:lnTo>
                  <a:lnTo>
                    <a:pt x="93718" y="5761"/>
                  </a:lnTo>
                  <a:lnTo>
                    <a:pt x="82730" y="0"/>
                  </a:lnTo>
                  <a:close/>
                </a:path>
              </a:pathLst>
            </a:custGeom>
            <a:solidFill>
              <a:srgbClr val="3687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8" name="object 1108" descr=""/>
            <p:cNvSpPr/>
            <p:nvPr/>
          </p:nvSpPr>
          <p:spPr>
            <a:xfrm>
              <a:off x="17017930" y="9594264"/>
              <a:ext cx="93980" cy="515620"/>
            </a:xfrm>
            <a:custGeom>
              <a:avLst/>
              <a:gdLst/>
              <a:ahLst/>
              <a:cxnLst/>
              <a:rect l="l" t="t" r="r" b="b"/>
              <a:pathLst>
                <a:path w="93980" h="515620">
                  <a:moveTo>
                    <a:pt x="46930" y="0"/>
                  </a:moveTo>
                  <a:lnTo>
                    <a:pt x="30362" y="14269"/>
                  </a:lnTo>
                  <a:lnTo>
                    <a:pt x="15506" y="31616"/>
                  </a:lnTo>
                  <a:lnTo>
                    <a:pt x="4801" y="51783"/>
                  </a:lnTo>
                  <a:lnTo>
                    <a:pt x="691" y="74510"/>
                  </a:lnTo>
                  <a:lnTo>
                    <a:pt x="1533" y="91864"/>
                  </a:lnTo>
                  <a:lnTo>
                    <a:pt x="3982" y="111162"/>
                  </a:lnTo>
                  <a:lnTo>
                    <a:pt x="7922" y="129650"/>
                  </a:lnTo>
                  <a:lnTo>
                    <a:pt x="13235" y="144571"/>
                  </a:lnTo>
                  <a:lnTo>
                    <a:pt x="7756" y="150155"/>
                  </a:lnTo>
                  <a:lnTo>
                    <a:pt x="3586" y="156774"/>
                  </a:lnTo>
                  <a:lnTo>
                    <a:pt x="931" y="164253"/>
                  </a:lnTo>
                  <a:lnTo>
                    <a:pt x="0" y="172424"/>
                  </a:lnTo>
                  <a:lnTo>
                    <a:pt x="0" y="515460"/>
                  </a:lnTo>
                  <a:lnTo>
                    <a:pt x="93588" y="515460"/>
                  </a:lnTo>
                  <a:lnTo>
                    <a:pt x="93588" y="172424"/>
                  </a:lnTo>
                  <a:lnTo>
                    <a:pt x="92659" y="164253"/>
                  </a:lnTo>
                  <a:lnTo>
                    <a:pt x="90020" y="156774"/>
                  </a:lnTo>
                  <a:lnTo>
                    <a:pt x="85893" y="150155"/>
                  </a:lnTo>
                  <a:lnTo>
                    <a:pt x="80500" y="144571"/>
                  </a:lnTo>
                  <a:lnTo>
                    <a:pt x="85728" y="129650"/>
                  </a:lnTo>
                  <a:lnTo>
                    <a:pt x="89624" y="111162"/>
                  </a:lnTo>
                  <a:lnTo>
                    <a:pt x="92057" y="91864"/>
                  </a:lnTo>
                  <a:lnTo>
                    <a:pt x="92897" y="74510"/>
                  </a:lnTo>
                  <a:lnTo>
                    <a:pt x="88810" y="51802"/>
                  </a:lnTo>
                  <a:lnTo>
                    <a:pt x="78167" y="31667"/>
                  </a:lnTo>
                  <a:lnTo>
                    <a:pt x="63398" y="14326"/>
                  </a:lnTo>
                  <a:lnTo>
                    <a:pt x="46930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9" name="object 1109" descr=""/>
            <p:cNvSpPr/>
            <p:nvPr/>
          </p:nvSpPr>
          <p:spPr>
            <a:xfrm>
              <a:off x="16732747" y="9571982"/>
              <a:ext cx="165735" cy="537845"/>
            </a:xfrm>
            <a:custGeom>
              <a:avLst/>
              <a:gdLst/>
              <a:ahLst/>
              <a:cxnLst/>
              <a:rect l="l" t="t" r="r" b="b"/>
              <a:pathLst>
                <a:path w="165734" h="537845">
                  <a:moveTo>
                    <a:pt x="82730" y="0"/>
                  </a:moveTo>
                  <a:lnTo>
                    <a:pt x="35307" y="22821"/>
                  </a:lnTo>
                  <a:lnTo>
                    <a:pt x="10955" y="40511"/>
                  </a:lnTo>
                  <a:lnTo>
                    <a:pt x="1983" y="62144"/>
                  </a:lnTo>
                  <a:lnTo>
                    <a:pt x="701" y="96792"/>
                  </a:lnTo>
                  <a:lnTo>
                    <a:pt x="1541" y="114146"/>
                  </a:lnTo>
                  <a:lnTo>
                    <a:pt x="3975" y="133444"/>
                  </a:lnTo>
                  <a:lnTo>
                    <a:pt x="7870" y="151932"/>
                  </a:lnTo>
                  <a:lnTo>
                    <a:pt x="13099" y="166853"/>
                  </a:lnTo>
                  <a:lnTo>
                    <a:pt x="7699" y="172437"/>
                  </a:lnTo>
                  <a:lnTo>
                    <a:pt x="3569" y="179056"/>
                  </a:lnTo>
                  <a:lnTo>
                    <a:pt x="929" y="186536"/>
                  </a:lnTo>
                  <a:lnTo>
                    <a:pt x="0" y="194706"/>
                  </a:lnTo>
                  <a:lnTo>
                    <a:pt x="0" y="537742"/>
                  </a:lnTo>
                  <a:lnTo>
                    <a:pt x="165460" y="537742"/>
                  </a:lnTo>
                  <a:lnTo>
                    <a:pt x="165460" y="194706"/>
                  </a:lnTo>
                  <a:lnTo>
                    <a:pt x="164531" y="186536"/>
                  </a:lnTo>
                  <a:lnTo>
                    <a:pt x="161892" y="179056"/>
                  </a:lnTo>
                  <a:lnTo>
                    <a:pt x="157765" y="172437"/>
                  </a:lnTo>
                  <a:lnTo>
                    <a:pt x="152372" y="166853"/>
                  </a:lnTo>
                  <a:lnTo>
                    <a:pt x="157600" y="151932"/>
                  </a:lnTo>
                  <a:lnTo>
                    <a:pt x="161496" y="133444"/>
                  </a:lnTo>
                  <a:lnTo>
                    <a:pt x="163929" y="114146"/>
                  </a:lnTo>
                  <a:lnTo>
                    <a:pt x="164769" y="96792"/>
                  </a:lnTo>
                  <a:lnTo>
                    <a:pt x="160682" y="74084"/>
                  </a:lnTo>
                  <a:lnTo>
                    <a:pt x="135270" y="36608"/>
                  </a:lnTo>
                  <a:lnTo>
                    <a:pt x="105237" y="12748"/>
                  </a:lnTo>
                  <a:lnTo>
                    <a:pt x="93718" y="5761"/>
                  </a:lnTo>
                  <a:lnTo>
                    <a:pt x="82730" y="0"/>
                  </a:lnTo>
                  <a:close/>
                </a:path>
              </a:pathLst>
            </a:custGeom>
            <a:solidFill>
              <a:srgbClr val="3687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0" name="object 1110" descr=""/>
            <p:cNvSpPr/>
            <p:nvPr/>
          </p:nvSpPr>
          <p:spPr>
            <a:xfrm>
              <a:off x="16804619" y="9594264"/>
              <a:ext cx="93980" cy="515620"/>
            </a:xfrm>
            <a:custGeom>
              <a:avLst/>
              <a:gdLst/>
              <a:ahLst/>
              <a:cxnLst/>
              <a:rect l="l" t="t" r="r" b="b"/>
              <a:pathLst>
                <a:path w="93980" h="515620">
                  <a:moveTo>
                    <a:pt x="46930" y="0"/>
                  </a:moveTo>
                  <a:lnTo>
                    <a:pt x="30362" y="14269"/>
                  </a:lnTo>
                  <a:lnTo>
                    <a:pt x="15506" y="31616"/>
                  </a:lnTo>
                  <a:lnTo>
                    <a:pt x="4801" y="51783"/>
                  </a:lnTo>
                  <a:lnTo>
                    <a:pt x="691" y="74510"/>
                  </a:lnTo>
                  <a:lnTo>
                    <a:pt x="1533" y="91864"/>
                  </a:lnTo>
                  <a:lnTo>
                    <a:pt x="3982" y="111162"/>
                  </a:lnTo>
                  <a:lnTo>
                    <a:pt x="7922" y="129650"/>
                  </a:lnTo>
                  <a:lnTo>
                    <a:pt x="13235" y="144571"/>
                  </a:lnTo>
                  <a:lnTo>
                    <a:pt x="7756" y="150155"/>
                  </a:lnTo>
                  <a:lnTo>
                    <a:pt x="3586" y="156774"/>
                  </a:lnTo>
                  <a:lnTo>
                    <a:pt x="931" y="164253"/>
                  </a:lnTo>
                  <a:lnTo>
                    <a:pt x="0" y="172424"/>
                  </a:lnTo>
                  <a:lnTo>
                    <a:pt x="0" y="515460"/>
                  </a:lnTo>
                  <a:lnTo>
                    <a:pt x="93588" y="515460"/>
                  </a:lnTo>
                  <a:lnTo>
                    <a:pt x="93588" y="172424"/>
                  </a:lnTo>
                  <a:lnTo>
                    <a:pt x="92659" y="164253"/>
                  </a:lnTo>
                  <a:lnTo>
                    <a:pt x="90020" y="156774"/>
                  </a:lnTo>
                  <a:lnTo>
                    <a:pt x="85893" y="150155"/>
                  </a:lnTo>
                  <a:lnTo>
                    <a:pt x="80500" y="144571"/>
                  </a:lnTo>
                  <a:lnTo>
                    <a:pt x="85728" y="129650"/>
                  </a:lnTo>
                  <a:lnTo>
                    <a:pt x="89624" y="111162"/>
                  </a:lnTo>
                  <a:lnTo>
                    <a:pt x="92057" y="91864"/>
                  </a:lnTo>
                  <a:lnTo>
                    <a:pt x="92897" y="74510"/>
                  </a:lnTo>
                  <a:lnTo>
                    <a:pt x="88810" y="51802"/>
                  </a:lnTo>
                  <a:lnTo>
                    <a:pt x="78167" y="31667"/>
                  </a:lnTo>
                  <a:lnTo>
                    <a:pt x="63398" y="14326"/>
                  </a:lnTo>
                  <a:lnTo>
                    <a:pt x="46930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1" name="object 1111" descr=""/>
            <p:cNvSpPr/>
            <p:nvPr/>
          </p:nvSpPr>
          <p:spPr>
            <a:xfrm>
              <a:off x="16519436" y="9571982"/>
              <a:ext cx="165735" cy="537845"/>
            </a:xfrm>
            <a:custGeom>
              <a:avLst/>
              <a:gdLst/>
              <a:ahLst/>
              <a:cxnLst/>
              <a:rect l="l" t="t" r="r" b="b"/>
              <a:pathLst>
                <a:path w="165734" h="537845">
                  <a:moveTo>
                    <a:pt x="82730" y="0"/>
                  </a:moveTo>
                  <a:lnTo>
                    <a:pt x="35307" y="22821"/>
                  </a:lnTo>
                  <a:lnTo>
                    <a:pt x="10955" y="40511"/>
                  </a:lnTo>
                  <a:lnTo>
                    <a:pt x="1983" y="62144"/>
                  </a:lnTo>
                  <a:lnTo>
                    <a:pt x="701" y="96792"/>
                  </a:lnTo>
                  <a:lnTo>
                    <a:pt x="1541" y="114146"/>
                  </a:lnTo>
                  <a:lnTo>
                    <a:pt x="3975" y="133444"/>
                  </a:lnTo>
                  <a:lnTo>
                    <a:pt x="7870" y="151932"/>
                  </a:lnTo>
                  <a:lnTo>
                    <a:pt x="13099" y="166853"/>
                  </a:lnTo>
                  <a:lnTo>
                    <a:pt x="7699" y="172437"/>
                  </a:lnTo>
                  <a:lnTo>
                    <a:pt x="3569" y="179056"/>
                  </a:lnTo>
                  <a:lnTo>
                    <a:pt x="929" y="186536"/>
                  </a:lnTo>
                  <a:lnTo>
                    <a:pt x="0" y="194706"/>
                  </a:lnTo>
                  <a:lnTo>
                    <a:pt x="0" y="537742"/>
                  </a:lnTo>
                  <a:lnTo>
                    <a:pt x="165460" y="537742"/>
                  </a:lnTo>
                  <a:lnTo>
                    <a:pt x="165460" y="194706"/>
                  </a:lnTo>
                  <a:lnTo>
                    <a:pt x="164531" y="186536"/>
                  </a:lnTo>
                  <a:lnTo>
                    <a:pt x="161892" y="179056"/>
                  </a:lnTo>
                  <a:lnTo>
                    <a:pt x="157765" y="172437"/>
                  </a:lnTo>
                  <a:lnTo>
                    <a:pt x="152372" y="166853"/>
                  </a:lnTo>
                  <a:lnTo>
                    <a:pt x="157600" y="151932"/>
                  </a:lnTo>
                  <a:lnTo>
                    <a:pt x="161496" y="133444"/>
                  </a:lnTo>
                  <a:lnTo>
                    <a:pt x="163929" y="114146"/>
                  </a:lnTo>
                  <a:lnTo>
                    <a:pt x="164769" y="96792"/>
                  </a:lnTo>
                  <a:lnTo>
                    <a:pt x="160682" y="74084"/>
                  </a:lnTo>
                  <a:lnTo>
                    <a:pt x="135270" y="36608"/>
                  </a:lnTo>
                  <a:lnTo>
                    <a:pt x="105237" y="12748"/>
                  </a:lnTo>
                  <a:lnTo>
                    <a:pt x="93718" y="5761"/>
                  </a:lnTo>
                  <a:lnTo>
                    <a:pt x="82730" y="0"/>
                  </a:lnTo>
                  <a:close/>
                </a:path>
              </a:pathLst>
            </a:custGeom>
            <a:solidFill>
              <a:srgbClr val="3687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2" name="object 1112" descr=""/>
            <p:cNvSpPr/>
            <p:nvPr/>
          </p:nvSpPr>
          <p:spPr>
            <a:xfrm>
              <a:off x="16591308" y="9594264"/>
              <a:ext cx="93980" cy="515620"/>
            </a:xfrm>
            <a:custGeom>
              <a:avLst/>
              <a:gdLst/>
              <a:ahLst/>
              <a:cxnLst/>
              <a:rect l="l" t="t" r="r" b="b"/>
              <a:pathLst>
                <a:path w="93980" h="515620">
                  <a:moveTo>
                    <a:pt x="46930" y="0"/>
                  </a:moveTo>
                  <a:lnTo>
                    <a:pt x="30362" y="14269"/>
                  </a:lnTo>
                  <a:lnTo>
                    <a:pt x="15506" y="31616"/>
                  </a:lnTo>
                  <a:lnTo>
                    <a:pt x="4801" y="51783"/>
                  </a:lnTo>
                  <a:lnTo>
                    <a:pt x="691" y="74510"/>
                  </a:lnTo>
                  <a:lnTo>
                    <a:pt x="1533" y="91864"/>
                  </a:lnTo>
                  <a:lnTo>
                    <a:pt x="3982" y="111162"/>
                  </a:lnTo>
                  <a:lnTo>
                    <a:pt x="7922" y="129650"/>
                  </a:lnTo>
                  <a:lnTo>
                    <a:pt x="13235" y="144571"/>
                  </a:lnTo>
                  <a:lnTo>
                    <a:pt x="7756" y="150155"/>
                  </a:lnTo>
                  <a:lnTo>
                    <a:pt x="3586" y="156774"/>
                  </a:lnTo>
                  <a:lnTo>
                    <a:pt x="931" y="164253"/>
                  </a:lnTo>
                  <a:lnTo>
                    <a:pt x="0" y="172424"/>
                  </a:lnTo>
                  <a:lnTo>
                    <a:pt x="0" y="515460"/>
                  </a:lnTo>
                  <a:lnTo>
                    <a:pt x="93588" y="515460"/>
                  </a:lnTo>
                  <a:lnTo>
                    <a:pt x="93588" y="172424"/>
                  </a:lnTo>
                  <a:lnTo>
                    <a:pt x="92659" y="164253"/>
                  </a:lnTo>
                  <a:lnTo>
                    <a:pt x="90020" y="156774"/>
                  </a:lnTo>
                  <a:lnTo>
                    <a:pt x="85893" y="150155"/>
                  </a:lnTo>
                  <a:lnTo>
                    <a:pt x="80500" y="144571"/>
                  </a:lnTo>
                  <a:lnTo>
                    <a:pt x="85728" y="129650"/>
                  </a:lnTo>
                  <a:lnTo>
                    <a:pt x="89624" y="111162"/>
                  </a:lnTo>
                  <a:lnTo>
                    <a:pt x="92057" y="91864"/>
                  </a:lnTo>
                  <a:lnTo>
                    <a:pt x="92897" y="74510"/>
                  </a:lnTo>
                  <a:lnTo>
                    <a:pt x="88810" y="51802"/>
                  </a:lnTo>
                  <a:lnTo>
                    <a:pt x="78167" y="31667"/>
                  </a:lnTo>
                  <a:lnTo>
                    <a:pt x="63398" y="14326"/>
                  </a:lnTo>
                  <a:lnTo>
                    <a:pt x="46930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13" name="object 1113" descr=""/>
          <p:cNvGrpSpPr/>
          <p:nvPr/>
        </p:nvGrpSpPr>
        <p:grpSpPr>
          <a:xfrm>
            <a:off x="17778736" y="9385253"/>
            <a:ext cx="861694" cy="724535"/>
            <a:chOff x="17778736" y="9385253"/>
            <a:chExt cx="861694" cy="724535"/>
          </a:xfrm>
        </p:grpSpPr>
        <p:sp>
          <p:nvSpPr>
            <p:cNvPr id="1114" name="object 1114" descr=""/>
            <p:cNvSpPr/>
            <p:nvPr/>
          </p:nvSpPr>
          <p:spPr>
            <a:xfrm>
              <a:off x="17778736" y="9385253"/>
              <a:ext cx="861694" cy="724535"/>
            </a:xfrm>
            <a:custGeom>
              <a:avLst/>
              <a:gdLst/>
              <a:ahLst/>
              <a:cxnLst/>
              <a:rect l="l" t="t" r="r" b="b"/>
              <a:pathLst>
                <a:path w="861694" h="724534">
                  <a:moveTo>
                    <a:pt x="0" y="724333"/>
                  </a:moveTo>
                  <a:lnTo>
                    <a:pt x="861418" y="724333"/>
                  </a:lnTo>
                  <a:lnTo>
                    <a:pt x="861418" y="0"/>
                  </a:lnTo>
                  <a:lnTo>
                    <a:pt x="0" y="0"/>
                  </a:lnTo>
                  <a:lnTo>
                    <a:pt x="0" y="724333"/>
                  </a:lnTo>
                  <a:close/>
                </a:path>
              </a:pathLst>
            </a:custGeom>
            <a:solidFill>
              <a:srgbClr val="F1942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5" name="object 1115" descr=""/>
            <p:cNvSpPr/>
            <p:nvPr/>
          </p:nvSpPr>
          <p:spPr>
            <a:xfrm>
              <a:off x="17911159" y="9571935"/>
              <a:ext cx="165735" cy="537845"/>
            </a:xfrm>
            <a:custGeom>
              <a:avLst/>
              <a:gdLst/>
              <a:ahLst/>
              <a:cxnLst/>
              <a:rect l="l" t="t" r="r" b="b"/>
              <a:pathLst>
                <a:path w="165734" h="537845">
                  <a:moveTo>
                    <a:pt x="82730" y="0"/>
                  </a:moveTo>
                  <a:lnTo>
                    <a:pt x="46658" y="22282"/>
                  </a:lnTo>
                  <a:lnTo>
                    <a:pt x="15430" y="53949"/>
                  </a:lnTo>
                  <a:lnTo>
                    <a:pt x="701" y="96792"/>
                  </a:lnTo>
                  <a:lnTo>
                    <a:pt x="1541" y="114146"/>
                  </a:lnTo>
                  <a:lnTo>
                    <a:pt x="3975" y="133444"/>
                  </a:lnTo>
                  <a:lnTo>
                    <a:pt x="7870" y="151932"/>
                  </a:lnTo>
                  <a:lnTo>
                    <a:pt x="13099" y="166853"/>
                  </a:lnTo>
                  <a:lnTo>
                    <a:pt x="7699" y="172437"/>
                  </a:lnTo>
                  <a:lnTo>
                    <a:pt x="3569" y="179056"/>
                  </a:lnTo>
                  <a:lnTo>
                    <a:pt x="929" y="186536"/>
                  </a:lnTo>
                  <a:lnTo>
                    <a:pt x="0" y="194706"/>
                  </a:lnTo>
                  <a:lnTo>
                    <a:pt x="0" y="537742"/>
                  </a:lnTo>
                  <a:lnTo>
                    <a:pt x="165460" y="537742"/>
                  </a:lnTo>
                  <a:lnTo>
                    <a:pt x="165460" y="194706"/>
                  </a:lnTo>
                  <a:lnTo>
                    <a:pt x="164531" y="186536"/>
                  </a:lnTo>
                  <a:lnTo>
                    <a:pt x="161892" y="179056"/>
                  </a:lnTo>
                  <a:lnTo>
                    <a:pt x="157765" y="172437"/>
                  </a:lnTo>
                  <a:lnTo>
                    <a:pt x="152372" y="166853"/>
                  </a:lnTo>
                  <a:lnTo>
                    <a:pt x="157600" y="151932"/>
                  </a:lnTo>
                  <a:lnTo>
                    <a:pt x="161496" y="133444"/>
                  </a:lnTo>
                  <a:lnTo>
                    <a:pt x="163929" y="114146"/>
                  </a:lnTo>
                  <a:lnTo>
                    <a:pt x="164769" y="96792"/>
                  </a:lnTo>
                  <a:lnTo>
                    <a:pt x="151951" y="56816"/>
                  </a:lnTo>
                  <a:lnTo>
                    <a:pt x="123750" y="26305"/>
                  </a:lnTo>
                  <a:lnTo>
                    <a:pt x="95549" y="6839"/>
                  </a:lnTo>
                  <a:lnTo>
                    <a:pt x="82730" y="0"/>
                  </a:lnTo>
                  <a:close/>
                </a:path>
              </a:pathLst>
            </a:custGeom>
            <a:solidFill>
              <a:srgbClr val="3687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6" name="object 1116" descr=""/>
            <p:cNvSpPr/>
            <p:nvPr/>
          </p:nvSpPr>
          <p:spPr>
            <a:xfrm>
              <a:off x="17911159" y="9594217"/>
              <a:ext cx="93980" cy="515620"/>
            </a:xfrm>
            <a:custGeom>
              <a:avLst/>
              <a:gdLst/>
              <a:ahLst/>
              <a:cxnLst/>
              <a:rect l="l" t="t" r="r" b="b"/>
              <a:pathLst>
                <a:path w="93980" h="515620">
                  <a:moveTo>
                    <a:pt x="46658" y="0"/>
                  </a:moveTo>
                  <a:lnTo>
                    <a:pt x="30196" y="14326"/>
                  </a:lnTo>
                  <a:lnTo>
                    <a:pt x="15430" y="31667"/>
                  </a:lnTo>
                  <a:lnTo>
                    <a:pt x="4788" y="51802"/>
                  </a:lnTo>
                  <a:lnTo>
                    <a:pt x="701" y="74510"/>
                  </a:lnTo>
                  <a:lnTo>
                    <a:pt x="1541" y="91864"/>
                  </a:lnTo>
                  <a:lnTo>
                    <a:pt x="3975" y="111162"/>
                  </a:lnTo>
                  <a:lnTo>
                    <a:pt x="7870" y="129650"/>
                  </a:lnTo>
                  <a:lnTo>
                    <a:pt x="13099" y="144571"/>
                  </a:lnTo>
                  <a:lnTo>
                    <a:pt x="7699" y="150155"/>
                  </a:lnTo>
                  <a:lnTo>
                    <a:pt x="3569" y="156774"/>
                  </a:lnTo>
                  <a:lnTo>
                    <a:pt x="929" y="164253"/>
                  </a:lnTo>
                  <a:lnTo>
                    <a:pt x="0" y="172424"/>
                  </a:lnTo>
                  <a:lnTo>
                    <a:pt x="0" y="515460"/>
                  </a:lnTo>
                  <a:lnTo>
                    <a:pt x="93599" y="515460"/>
                  </a:lnTo>
                  <a:lnTo>
                    <a:pt x="93599" y="172424"/>
                  </a:lnTo>
                  <a:lnTo>
                    <a:pt x="92666" y="164253"/>
                  </a:lnTo>
                  <a:lnTo>
                    <a:pt x="90009" y="156774"/>
                  </a:lnTo>
                  <a:lnTo>
                    <a:pt x="85837" y="150155"/>
                  </a:lnTo>
                  <a:lnTo>
                    <a:pt x="80364" y="144571"/>
                  </a:lnTo>
                  <a:lnTo>
                    <a:pt x="85670" y="129650"/>
                  </a:lnTo>
                  <a:lnTo>
                    <a:pt x="89607" y="111162"/>
                  </a:lnTo>
                  <a:lnTo>
                    <a:pt x="92055" y="91864"/>
                  </a:lnTo>
                  <a:lnTo>
                    <a:pt x="92897" y="74510"/>
                  </a:lnTo>
                  <a:lnTo>
                    <a:pt x="88787" y="51783"/>
                  </a:lnTo>
                  <a:lnTo>
                    <a:pt x="78082" y="31616"/>
                  </a:lnTo>
                  <a:lnTo>
                    <a:pt x="63225" y="14269"/>
                  </a:lnTo>
                  <a:lnTo>
                    <a:pt x="46658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7" name="object 1117" descr=""/>
            <p:cNvSpPr/>
            <p:nvPr/>
          </p:nvSpPr>
          <p:spPr>
            <a:xfrm>
              <a:off x="18124470" y="9571935"/>
              <a:ext cx="165735" cy="537845"/>
            </a:xfrm>
            <a:custGeom>
              <a:avLst/>
              <a:gdLst/>
              <a:ahLst/>
              <a:cxnLst/>
              <a:rect l="l" t="t" r="r" b="b"/>
              <a:pathLst>
                <a:path w="165734" h="537845">
                  <a:moveTo>
                    <a:pt x="82730" y="0"/>
                  </a:moveTo>
                  <a:lnTo>
                    <a:pt x="46658" y="22282"/>
                  </a:lnTo>
                  <a:lnTo>
                    <a:pt x="15430" y="53949"/>
                  </a:lnTo>
                  <a:lnTo>
                    <a:pt x="701" y="96792"/>
                  </a:lnTo>
                  <a:lnTo>
                    <a:pt x="1541" y="114146"/>
                  </a:lnTo>
                  <a:lnTo>
                    <a:pt x="3975" y="133444"/>
                  </a:lnTo>
                  <a:lnTo>
                    <a:pt x="7870" y="151932"/>
                  </a:lnTo>
                  <a:lnTo>
                    <a:pt x="13099" y="166853"/>
                  </a:lnTo>
                  <a:lnTo>
                    <a:pt x="7699" y="172437"/>
                  </a:lnTo>
                  <a:lnTo>
                    <a:pt x="3569" y="179056"/>
                  </a:lnTo>
                  <a:lnTo>
                    <a:pt x="929" y="186536"/>
                  </a:lnTo>
                  <a:lnTo>
                    <a:pt x="0" y="194706"/>
                  </a:lnTo>
                  <a:lnTo>
                    <a:pt x="0" y="537742"/>
                  </a:lnTo>
                  <a:lnTo>
                    <a:pt x="165460" y="537742"/>
                  </a:lnTo>
                  <a:lnTo>
                    <a:pt x="165460" y="194706"/>
                  </a:lnTo>
                  <a:lnTo>
                    <a:pt x="164531" y="186536"/>
                  </a:lnTo>
                  <a:lnTo>
                    <a:pt x="161892" y="179056"/>
                  </a:lnTo>
                  <a:lnTo>
                    <a:pt x="157765" y="172437"/>
                  </a:lnTo>
                  <a:lnTo>
                    <a:pt x="152372" y="166853"/>
                  </a:lnTo>
                  <a:lnTo>
                    <a:pt x="157600" y="151932"/>
                  </a:lnTo>
                  <a:lnTo>
                    <a:pt x="161496" y="133444"/>
                  </a:lnTo>
                  <a:lnTo>
                    <a:pt x="163929" y="114146"/>
                  </a:lnTo>
                  <a:lnTo>
                    <a:pt x="164769" y="96792"/>
                  </a:lnTo>
                  <a:lnTo>
                    <a:pt x="151951" y="56816"/>
                  </a:lnTo>
                  <a:lnTo>
                    <a:pt x="123750" y="26305"/>
                  </a:lnTo>
                  <a:lnTo>
                    <a:pt x="95549" y="6839"/>
                  </a:lnTo>
                  <a:lnTo>
                    <a:pt x="82730" y="0"/>
                  </a:lnTo>
                  <a:close/>
                </a:path>
              </a:pathLst>
            </a:custGeom>
            <a:solidFill>
              <a:srgbClr val="3687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8" name="object 1118" descr=""/>
            <p:cNvSpPr/>
            <p:nvPr/>
          </p:nvSpPr>
          <p:spPr>
            <a:xfrm>
              <a:off x="18124470" y="9594217"/>
              <a:ext cx="93980" cy="515620"/>
            </a:xfrm>
            <a:custGeom>
              <a:avLst/>
              <a:gdLst/>
              <a:ahLst/>
              <a:cxnLst/>
              <a:rect l="l" t="t" r="r" b="b"/>
              <a:pathLst>
                <a:path w="93980" h="515620">
                  <a:moveTo>
                    <a:pt x="46658" y="0"/>
                  </a:moveTo>
                  <a:lnTo>
                    <a:pt x="30196" y="14326"/>
                  </a:lnTo>
                  <a:lnTo>
                    <a:pt x="15430" y="31667"/>
                  </a:lnTo>
                  <a:lnTo>
                    <a:pt x="4788" y="51802"/>
                  </a:lnTo>
                  <a:lnTo>
                    <a:pt x="701" y="74510"/>
                  </a:lnTo>
                  <a:lnTo>
                    <a:pt x="1541" y="91864"/>
                  </a:lnTo>
                  <a:lnTo>
                    <a:pt x="3975" y="111162"/>
                  </a:lnTo>
                  <a:lnTo>
                    <a:pt x="7870" y="129650"/>
                  </a:lnTo>
                  <a:lnTo>
                    <a:pt x="13099" y="144571"/>
                  </a:lnTo>
                  <a:lnTo>
                    <a:pt x="7699" y="150155"/>
                  </a:lnTo>
                  <a:lnTo>
                    <a:pt x="3569" y="156774"/>
                  </a:lnTo>
                  <a:lnTo>
                    <a:pt x="929" y="164253"/>
                  </a:lnTo>
                  <a:lnTo>
                    <a:pt x="0" y="172424"/>
                  </a:lnTo>
                  <a:lnTo>
                    <a:pt x="0" y="515460"/>
                  </a:lnTo>
                  <a:lnTo>
                    <a:pt x="93599" y="515460"/>
                  </a:lnTo>
                  <a:lnTo>
                    <a:pt x="93599" y="172424"/>
                  </a:lnTo>
                  <a:lnTo>
                    <a:pt x="92666" y="164253"/>
                  </a:lnTo>
                  <a:lnTo>
                    <a:pt x="90009" y="156774"/>
                  </a:lnTo>
                  <a:lnTo>
                    <a:pt x="85837" y="150155"/>
                  </a:lnTo>
                  <a:lnTo>
                    <a:pt x="80364" y="144571"/>
                  </a:lnTo>
                  <a:lnTo>
                    <a:pt x="85670" y="129650"/>
                  </a:lnTo>
                  <a:lnTo>
                    <a:pt x="89607" y="111162"/>
                  </a:lnTo>
                  <a:lnTo>
                    <a:pt x="92055" y="91864"/>
                  </a:lnTo>
                  <a:lnTo>
                    <a:pt x="92897" y="74510"/>
                  </a:lnTo>
                  <a:lnTo>
                    <a:pt x="88787" y="51783"/>
                  </a:lnTo>
                  <a:lnTo>
                    <a:pt x="78082" y="31616"/>
                  </a:lnTo>
                  <a:lnTo>
                    <a:pt x="63225" y="14269"/>
                  </a:lnTo>
                  <a:lnTo>
                    <a:pt x="46658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9" name="object 1119" descr=""/>
            <p:cNvSpPr/>
            <p:nvPr/>
          </p:nvSpPr>
          <p:spPr>
            <a:xfrm>
              <a:off x="18337781" y="9571935"/>
              <a:ext cx="165735" cy="537845"/>
            </a:xfrm>
            <a:custGeom>
              <a:avLst/>
              <a:gdLst/>
              <a:ahLst/>
              <a:cxnLst/>
              <a:rect l="l" t="t" r="r" b="b"/>
              <a:pathLst>
                <a:path w="165734" h="537845">
                  <a:moveTo>
                    <a:pt x="82730" y="0"/>
                  </a:moveTo>
                  <a:lnTo>
                    <a:pt x="46658" y="22282"/>
                  </a:lnTo>
                  <a:lnTo>
                    <a:pt x="15430" y="53949"/>
                  </a:lnTo>
                  <a:lnTo>
                    <a:pt x="701" y="96792"/>
                  </a:lnTo>
                  <a:lnTo>
                    <a:pt x="1541" y="114146"/>
                  </a:lnTo>
                  <a:lnTo>
                    <a:pt x="3975" y="133444"/>
                  </a:lnTo>
                  <a:lnTo>
                    <a:pt x="7870" y="151932"/>
                  </a:lnTo>
                  <a:lnTo>
                    <a:pt x="13099" y="166853"/>
                  </a:lnTo>
                  <a:lnTo>
                    <a:pt x="7703" y="172437"/>
                  </a:lnTo>
                  <a:lnTo>
                    <a:pt x="3573" y="179056"/>
                  </a:lnTo>
                  <a:lnTo>
                    <a:pt x="930" y="186536"/>
                  </a:lnTo>
                  <a:lnTo>
                    <a:pt x="0" y="194706"/>
                  </a:lnTo>
                  <a:lnTo>
                    <a:pt x="0" y="537742"/>
                  </a:lnTo>
                  <a:lnTo>
                    <a:pt x="165460" y="537742"/>
                  </a:lnTo>
                  <a:lnTo>
                    <a:pt x="165460" y="194706"/>
                  </a:lnTo>
                  <a:lnTo>
                    <a:pt x="164531" y="186536"/>
                  </a:lnTo>
                  <a:lnTo>
                    <a:pt x="161892" y="179056"/>
                  </a:lnTo>
                  <a:lnTo>
                    <a:pt x="157765" y="172437"/>
                  </a:lnTo>
                  <a:lnTo>
                    <a:pt x="152372" y="166853"/>
                  </a:lnTo>
                  <a:lnTo>
                    <a:pt x="157600" y="151932"/>
                  </a:lnTo>
                  <a:lnTo>
                    <a:pt x="161496" y="133444"/>
                  </a:lnTo>
                  <a:lnTo>
                    <a:pt x="163929" y="114146"/>
                  </a:lnTo>
                  <a:lnTo>
                    <a:pt x="164769" y="96792"/>
                  </a:lnTo>
                  <a:lnTo>
                    <a:pt x="151951" y="56816"/>
                  </a:lnTo>
                  <a:lnTo>
                    <a:pt x="123750" y="26305"/>
                  </a:lnTo>
                  <a:lnTo>
                    <a:pt x="95549" y="6839"/>
                  </a:lnTo>
                  <a:lnTo>
                    <a:pt x="82730" y="0"/>
                  </a:lnTo>
                  <a:close/>
                </a:path>
              </a:pathLst>
            </a:custGeom>
            <a:solidFill>
              <a:srgbClr val="3687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0" name="object 1120" descr=""/>
            <p:cNvSpPr/>
            <p:nvPr/>
          </p:nvSpPr>
          <p:spPr>
            <a:xfrm>
              <a:off x="18337783" y="9594217"/>
              <a:ext cx="93980" cy="515620"/>
            </a:xfrm>
            <a:custGeom>
              <a:avLst/>
              <a:gdLst/>
              <a:ahLst/>
              <a:cxnLst/>
              <a:rect l="l" t="t" r="r" b="b"/>
              <a:pathLst>
                <a:path w="93980" h="515620">
                  <a:moveTo>
                    <a:pt x="46658" y="0"/>
                  </a:moveTo>
                  <a:lnTo>
                    <a:pt x="30192" y="14326"/>
                  </a:lnTo>
                  <a:lnTo>
                    <a:pt x="15426" y="31667"/>
                  </a:lnTo>
                  <a:lnTo>
                    <a:pt x="4787" y="51802"/>
                  </a:lnTo>
                  <a:lnTo>
                    <a:pt x="701" y="74510"/>
                  </a:lnTo>
                  <a:lnTo>
                    <a:pt x="1541" y="91864"/>
                  </a:lnTo>
                  <a:lnTo>
                    <a:pt x="3973" y="111162"/>
                  </a:lnTo>
                  <a:lnTo>
                    <a:pt x="7866" y="129650"/>
                  </a:lnTo>
                  <a:lnTo>
                    <a:pt x="13088" y="144571"/>
                  </a:lnTo>
                  <a:lnTo>
                    <a:pt x="7695" y="150155"/>
                  </a:lnTo>
                  <a:lnTo>
                    <a:pt x="3567" y="156774"/>
                  </a:lnTo>
                  <a:lnTo>
                    <a:pt x="928" y="164253"/>
                  </a:lnTo>
                  <a:lnTo>
                    <a:pt x="0" y="172424"/>
                  </a:lnTo>
                  <a:lnTo>
                    <a:pt x="0" y="515460"/>
                  </a:lnTo>
                  <a:lnTo>
                    <a:pt x="93599" y="515460"/>
                  </a:lnTo>
                  <a:lnTo>
                    <a:pt x="93599" y="172424"/>
                  </a:lnTo>
                  <a:lnTo>
                    <a:pt x="92666" y="164253"/>
                  </a:lnTo>
                  <a:lnTo>
                    <a:pt x="90009" y="156774"/>
                  </a:lnTo>
                  <a:lnTo>
                    <a:pt x="85837" y="150155"/>
                  </a:lnTo>
                  <a:lnTo>
                    <a:pt x="80364" y="144571"/>
                  </a:lnTo>
                  <a:lnTo>
                    <a:pt x="85670" y="129650"/>
                  </a:lnTo>
                  <a:lnTo>
                    <a:pt x="89607" y="111162"/>
                  </a:lnTo>
                  <a:lnTo>
                    <a:pt x="92055" y="91864"/>
                  </a:lnTo>
                  <a:lnTo>
                    <a:pt x="92897" y="74510"/>
                  </a:lnTo>
                  <a:lnTo>
                    <a:pt x="88787" y="51783"/>
                  </a:lnTo>
                  <a:lnTo>
                    <a:pt x="78082" y="31616"/>
                  </a:lnTo>
                  <a:lnTo>
                    <a:pt x="63225" y="14269"/>
                  </a:lnTo>
                  <a:lnTo>
                    <a:pt x="46658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21" name="object 1121" descr=""/>
          <p:cNvGrpSpPr/>
          <p:nvPr/>
        </p:nvGrpSpPr>
        <p:grpSpPr>
          <a:xfrm>
            <a:off x="17200596" y="9108811"/>
            <a:ext cx="609600" cy="1001394"/>
            <a:chOff x="17200596" y="9108811"/>
            <a:chExt cx="609600" cy="1001394"/>
          </a:xfrm>
        </p:grpSpPr>
        <p:sp>
          <p:nvSpPr>
            <p:cNvPr id="1122" name="object 1122" descr=""/>
            <p:cNvSpPr/>
            <p:nvPr/>
          </p:nvSpPr>
          <p:spPr>
            <a:xfrm>
              <a:off x="17243956" y="9108811"/>
              <a:ext cx="309245" cy="1001394"/>
            </a:xfrm>
            <a:custGeom>
              <a:avLst/>
              <a:gdLst/>
              <a:ahLst/>
              <a:cxnLst/>
              <a:rect l="l" t="t" r="r" b="b"/>
              <a:pathLst>
                <a:path w="309244" h="1001395">
                  <a:moveTo>
                    <a:pt x="309247" y="0"/>
                  </a:moveTo>
                  <a:lnTo>
                    <a:pt x="0" y="0"/>
                  </a:lnTo>
                  <a:lnTo>
                    <a:pt x="0" y="1000817"/>
                  </a:lnTo>
                  <a:lnTo>
                    <a:pt x="309247" y="1000817"/>
                  </a:lnTo>
                  <a:lnTo>
                    <a:pt x="309247" y="0"/>
                  </a:lnTo>
                  <a:close/>
                </a:path>
              </a:pathLst>
            </a:custGeom>
            <a:solidFill>
              <a:srgbClr val="FAB66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3" name="object 1123" descr=""/>
            <p:cNvSpPr/>
            <p:nvPr/>
          </p:nvSpPr>
          <p:spPr>
            <a:xfrm>
              <a:off x="17553203" y="9108811"/>
              <a:ext cx="226060" cy="1001394"/>
            </a:xfrm>
            <a:custGeom>
              <a:avLst/>
              <a:gdLst/>
              <a:ahLst/>
              <a:cxnLst/>
              <a:rect l="l" t="t" r="r" b="b"/>
              <a:pathLst>
                <a:path w="226059" h="1001395">
                  <a:moveTo>
                    <a:pt x="225521" y="0"/>
                  </a:moveTo>
                  <a:lnTo>
                    <a:pt x="0" y="0"/>
                  </a:lnTo>
                  <a:lnTo>
                    <a:pt x="0" y="1000817"/>
                  </a:lnTo>
                  <a:lnTo>
                    <a:pt x="225521" y="1000817"/>
                  </a:lnTo>
                  <a:lnTo>
                    <a:pt x="225521" y="0"/>
                  </a:lnTo>
                  <a:close/>
                </a:path>
              </a:pathLst>
            </a:custGeom>
            <a:solidFill>
              <a:srgbClr val="FAA84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4" name="object 1124" descr=""/>
            <p:cNvSpPr/>
            <p:nvPr/>
          </p:nvSpPr>
          <p:spPr>
            <a:xfrm>
              <a:off x="17200596" y="9108821"/>
              <a:ext cx="353060" cy="40640"/>
            </a:xfrm>
            <a:custGeom>
              <a:avLst/>
              <a:gdLst/>
              <a:ahLst/>
              <a:cxnLst/>
              <a:rect l="l" t="t" r="r" b="b"/>
              <a:pathLst>
                <a:path w="353059" h="40640">
                  <a:moveTo>
                    <a:pt x="352607" y="0"/>
                  </a:moveTo>
                  <a:lnTo>
                    <a:pt x="0" y="0"/>
                  </a:lnTo>
                  <a:lnTo>
                    <a:pt x="0" y="40208"/>
                  </a:lnTo>
                  <a:lnTo>
                    <a:pt x="352607" y="40208"/>
                  </a:lnTo>
                  <a:lnTo>
                    <a:pt x="352607" y="0"/>
                  </a:lnTo>
                  <a:close/>
                </a:path>
              </a:pathLst>
            </a:custGeom>
            <a:solidFill>
              <a:srgbClr val="FAC2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5" name="object 1125" descr=""/>
            <p:cNvSpPr/>
            <p:nvPr/>
          </p:nvSpPr>
          <p:spPr>
            <a:xfrm>
              <a:off x="17553203" y="9108821"/>
              <a:ext cx="256540" cy="40640"/>
            </a:xfrm>
            <a:custGeom>
              <a:avLst/>
              <a:gdLst/>
              <a:ahLst/>
              <a:cxnLst/>
              <a:rect l="l" t="t" r="r" b="b"/>
              <a:pathLst>
                <a:path w="256540" h="40640">
                  <a:moveTo>
                    <a:pt x="256400" y="0"/>
                  </a:moveTo>
                  <a:lnTo>
                    <a:pt x="0" y="0"/>
                  </a:lnTo>
                  <a:lnTo>
                    <a:pt x="0" y="40208"/>
                  </a:lnTo>
                  <a:lnTo>
                    <a:pt x="256400" y="40208"/>
                  </a:lnTo>
                  <a:lnTo>
                    <a:pt x="256400" y="0"/>
                  </a:lnTo>
                  <a:close/>
                </a:path>
              </a:pathLst>
            </a:custGeom>
            <a:solidFill>
              <a:srgbClr val="FAB663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26" name="object 1126" descr=""/>
          <p:cNvGrpSpPr/>
          <p:nvPr/>
        </p:nvGrpSpPr>
        <p:grpSpPr>
          <a:xfrm>
            <a:off x="18615223" y="9108811"/>
            <a:ext cx="324485" cy="1001394"/>
            <a:chOff x="18615223" y="9108811"/>
            <a:chExt cx="324485" cy="1001394"/>
          </a:xfrm>
        </p:grpSpPr>
        <p:sp>
          <p:nvSpPr>
            <p:cNvPr id="1127" name="object 1127" descr=""/>
            <p:cNvSpPr/>
            <p:nvPr/>
          </p:nvSpPr>
          <p:spPr>
            <a:xfrm>
              <a:off x="18638301" y="9108811"/>
              <a:ext cx="165100" cy="1001394"/>
            </a:xfrm>
            <a:custGeom>
              <a:avLst/>
              <a:gdLst/>
              <a:ahLst/>
              <a:cxnLst/>
              <a:rect l="l" t="t" r="r" b="b"/>
              <a:pathLst>
                <a:path w="165100" h="1001395">
                  <a:moveTo>
                    <a:pt x="164654" y="0"/>
                  </a:moveTo>
                  <a:lnTo>
                    <a:pt x="0" y="0"/>
                  </a:lnTo>
                  <a:lnTo>
                    <a:pt x="0" y="1000817"/>
                  </a:lnTo>
                  <a:lnTo>
                    <a:pt x="164654" y="1000817"/>
                  </a:lnTo>
                  <a:lnTo>
                    <a:pt x="164654" y="0"/>
                  </a:lnTo>
                  <a:close/>
                </a:path>
              </a:pathLst>
            </a:custGeom>
            <a:solidFill>
              <a:srgbClr val="FAB66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8" name="object 1128" descr=""/>
            <p:cNvSpPr/>
            <p:nvPr/>
          </p:nvSpPr>
          <p:spPr>
            <a:xfrm>
              <a:off x="18802966" y="9108811"/>
              <a:ext cx="120650" cy="1001394"/>
            </a:xfrm>
            <a:custGeom>
              <a:avLst/>
              <a:gdLst/>
              <a:ahLst/>
              <a:cxnLst/>
              <a:rect l="l" t="t" r="r" b="b"/>
              <a:pathLst>
                <a:path w="120650" h="1001395">
                  <a:moveTo>
                    <a:pt x="120080" y="0"/>
                  </a:moveTo>
                  <a:lnTo>
                    <a:pt x="0" y="0"/>
                  </a:lnTo>
                  <a:lnTo>
                    <a:pt x="0" y="1000817"/>
                  </a:lnTo>
                  <a:lnTo>
                    <a:pt x="120080" y="1000817"/>
                  </a:lnTo>
                  <a:lnTo>
                    <a:pt x="120080" y="0"/>
                  </a:lnTo>
                  <a:close/>
                </a:path>
              </a:pathLst>
            </a:custGeom>
            <a:solidFill>
              <a:srgbClr val="FAA84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9" name="object 1129" descr=""/>
            <p:cNvSpPr/>
            <p:nvPr/>
          </p:nvSpPr>
          <p:spPr>
            <a:xfrm>
              <a:off x="18615223" y="9108821"/>
              <a:ext cx="187960" cy="40640"/>
            </a:xfrm>
            <a:custGeom>
              <a:avLst/>
              <a:gdLst/>
              <a:ahLst/>
              <a:cxnLst/>
              <a:rect l="l" t="t" r="r" b="b"/>
              <a:pathLst>
                <a:path w="187959" h="40640">
                  <a:moveTo>
                    <a:pt x="187742" y="0"/>
                  </a:moveTo>
                  <a:lnTo>
                    <a:pt x="0" y="0"/>
                  </a:lnTo>
                  <a:lnTo>
                    <a:pt x="0" y="40208"/>
                  </a:lnTo>
                  <a:lnTo>
                    <a:pt x="187742" y="40208"/>
                  </a:lnTo>
                  <a:lnTo>
                    <a:pt x="187742" y="0"/>
                  </a:lnTo>
                  <a:close/>
                </a:path>
              </a:pathLst>
            </a:custGeom>
            <a:solidFill>
              <a:srgbClr val="FAC2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0" name="object 1130" descr=""/>
            <p:cNvSpPr/>
            <p:nvPr/>
          </p:nvSpPr>
          <p:spPr>
            <a:xfrm>
              <a:off x="18802966" y="9108821"/>
              <a:ext cx="136525" cy="40640"/>
            </a:xfrm>
            <a:custGeom>
              <a:avLst/>
              <a:gdLst/>
              <a:ahLst/>
              <a:cxnLst/>
              <a:rect l="l" t="t" r="r" b="b"/>
              <a:pathLst>
                <a:path w="136525" h="40640">
                  <a:moveTo>
                    <a:pt x="136519" y="0"/>
                  </a:moveTo>
                  <a:lnTo>
                    <a:pt x="0" y="0"/>
                  </a:lnTo>
                  <a:lnTo>
                    <a:pt x="0" y="40208"/>
                  </a:lnTo>
                  <a:lnTo>
                    <a:pt x="136519" y="40208"/>
                  </a:lnTo>
                  <a:lnTo>
                    <a:pt x="136519" y="0"/>
                  </a:lnTo>
                  <a:close/>
                </a:path>
              </a:pathLst>
            </a:custGeom>
            <a:solidFill>
              <a:srgbClr val="FAB66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31" name="object 1131" descr=""/>
          <p:cNvSpPr/>
          <p:nvPr/>
        </p:nvSpPr>
        <p:spPr>
          <a:xfrm>
            <a:off x="16382538" y="9308428"/>
            <a:ext cx="861694" cy="76835"/>
          </a:xfrm>
          <a:custGeom>
            <a:avLst/>
            <a:gdLst/>
            <a:ahLst/>
            <a:cxnLst/>
            <a:rect l="l" t="t" r="r" b="b"/>
            <a:pathLst>
              <a:path w="861694" h="76834">
                <a:moveTo>
                  <a:pt x="861418" y="0"/>
                </a:moveTo>
                <a:lnTo>
                  <a:pt x="0" y="0"/>
                </a:lnTo>
                <a:lnTo>
                  <a:pt x="0" y="76824"/>
                </a:lnTo>
                <a:lnTo>
                  <a:pt x="861418" y="76824"/>
                </a:lnTo>
                <a:lnTo>
                  <a:pt x="861418" y="0"/>
                </a:lnTo>
                <a:close/>
              </a:path>
            </a:pathLst>
          </a:custGeom>
          <a:solidFill>
            <a:srgbClr val="FFD1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2" name="object 1132" descr=""/>
          <p:cNvSpPr/>
          <p:nvPr/>
        </p:nvSpPr>
        <p:spPr>
          <a:xfrm>
            <a:off x="17778736" y="9308386"/>
            <a:ext cx="861694" cy="77470"/>
          </a:xfrm>
          <a:custGeom>
            <a:avLst/>
            <a:gdLst/>
            <a:ahLst/>
            <a:cxnLst/>
            <a:rect l="l" t="t" r="r" b="b"/>
            <a:pathLst>
              <a:path w="861694" h="77470">
                <a:moveTo>
                  <a:pt x="861418" y="0"/>
                </a:moveTo>
                <a:lnTo>
                  <a:pt x="0" y="0"/>
                </a:lnTo>
                <a:lnTo>
                  <a:pt x="0" y="76866"/>
                </a:lnTo>
                <a:lnTo>
                  <a:pt x="861418" y="76866"/>
                </a:lnTo>
                <a:lnTo>
                  <a:pt x="861418" y="0"/>
                </a:lnTo>
                <a:close/>
              </a:path>
            </a:pathLst>
          </a:custGeom>
          <a:solidFill>
            <a:srgbClr val="FAB66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3" name="object 1133" descr=""/>
          <p:cNvSpPr/>
          <p:nvPr/>
        </p:nvSpPr>
        <p:spPr>
          <a:xfrm>
            <a:off x="18923046" y="9498611"/>
            <a:ext cx="114935" cy="611505"/>
          </a:xfrm>
          <a:custGeom>
            <a:avLst/>
            <a:gdLst/>
            <a:ahLst/>
            <a:cxnLst/>
            <a:rect l="l" t="t" r="r" b="b"/>
            <a:pathLst>
              <a:path w="114934" h="611504">
                <a:moveTo>
                  <a:pt x="114938" y="0"/>
                </a:moveTo>
                <a:lnTo>
                  <a:pt x="0" y="0"/>
                </a:lnTo>
                <a:lnTo>
                  <a:pt x="0" y="611018"/>
                </a:lnTo>
                <a:lnTo>
                  <a:pt x="114938" y="611018"/>
                </a:lnTo>
                <a:lnTo>
                  <a:pt x="114938" y="0"/>
                </a:lnTo>
                <a:close/>
              </a:path>
            </a:pathLst>
          </a:custGeom>
          <a:solidFill>
            <a:srgbClr val="FAB66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4" name="object 1134" descr=""/>
          <p:cNvSpPr/>
          <p:nvPr/>
        </p:nvSpPr>
        <p:spPr>
          <a:xfrm>
            <a:off x="8596596" y="9783974"/>
            <a:ext cx="574675" cy="325755"/>
          </a:xfrm>
          <a:custGeom>
            <a:avLst/>
            <a:gdLst/>
            <a:ahLst/>
            <a:cxnLst/>
            <a:rect l="l" t="t" r="r" b="b"/>
            <a:pathLst>
              <a:path w="574675" h="325754">
                <a:moveTo>
                  <a:pt x="574275" y="0"/>
                </a:moveTo>
                <a:lnTo>
                  <a:pt x="0" y="0"/>
                </a:lnTo>
                <a:lnTo>
                  <a:pt x="0" y="325749"/>
                </a:lnTo>
                <a:lnTo>
                  <a:pt x="574275" y="325749"/>
                </a:lnTo>
                <a:lnTo>
                  <a:pt x="574275" y="0"/>
                </a:lnTo>
                <a:close/>
              </a:path>
            </a:pathLst>
          </a:custGeom>
          <a:solidFill>
            <a:srgbClr val="33865D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5" name="object 1135" descr=""/>
          <p:cNvSpPr txBox="1"/>
          <p:nvPr/>
        </p:nvSpPr>
        <p:spPr>
          <a:xfrm>
            <a:off x="624158" y="728636"/>
            <a:ext cx="1785620" cy="2895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700">
                <a:latin typeface="Open Sans"/>
                <a:cs typeface="Open Sans"/>
              </a:rPr>
              <a:t>Various</a:t>
            </a:r>
            <a:r>
              <a:rPr dirty="0" sz="1700" spc="30">
                <a:latin typeface="Open Sans"/>
                <a:cs typeface="Open Sans"/>
              </a:rPr>
              <a:t> </a:t>
            </a:r>
            <a:r>
              <a:rPr dirty="0" sz="1700" spc="-10">
                <a:latin typeface="Open Sans"/>
                <a:cs typeface="Open Sans"/>
              </a:rPr>
              <a:t>buildings</a:t>
            </a:r>
            <a:endParaRPr sz="1700">
              <a:latin typeface="Open Sans"/>
              <a:cs typeface="Open Sans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107594" y="3868594"/>
            <a:ext cx="514601" cy="1848404"/>
          </a:xfrm>
          <a:prstGeom prst="rect">
            <a:avLst/>
          </a:prstGeom>
        </p:spPr>
      </p:pic>
      <p:pic>
        <p:nvPicPr>
          <p:cNvPr id="3" name="object 3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879079" y="3321260"/>
            <a:ext cx="1159032" cy="2395738"/>
          </a:xfrm>
          <a:prstGeom prst="rect">
            <a:avLst/>
          </a:prstGeom>
        </p:spPr>
      </p:pic>
      <p:pic>
        <p:nvPicPr>
          <p:cNvPr id="4" name="object 4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1827336" y="2978537"/>
            <a:ext cx="848298" cy="2738460"/>
          </a:xfrm>
          <a:prstGeom prst="rect">
            <a:avLst/>
          </a:prstGeom>
        </p:spPr>
      </p:pic>
      <p:pic>
        <p:nvPicPr>
          <p:cNvPr id="5" name="object 5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3416398" y="4032264"/>
            <a:ext cx="886831" cy="1684733"/>
          </a:xfrm>
          <a:prstGeom prst="rect">
            <a:avLst/>
          </a:prstGeom>
        </p:spPr>
      </p:pic>
      <p:pic>
        <p:nvPicPr>
          <p:cNvPr id="6" name="object 6" descr="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176089" y="3876091"/>
            <a:ext cx="635886" cy="1840907"/>
          </a:xfrm>
          <a:prstGeom prst="rect">
            <a:avLst/>
          </a:prstGeom>
        </p:spPr>
      </p:pic>
      <p:pic>
        <p:nvPicPr>
          <p:cNvPr id="7" name="object 7" descr="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4457612" y="3903943"/>
            <a:ext cx="891439" cy="1813054"/>
          </a:xfrm>
          <a:prstGeom prst="rect">
            <a:avLst/>
          </a:prstGeom>
        </p:spPr>
      </p:pic>
      <p:pic>
        <p:nvPicPr>
          <p:cNvPr id="8" name="object 8" descr="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7446454" y="3480334"/>
            <a:ext cx="3208089" cy="2236664"/>
          </a:xfrm>
          <a:prstGeom prst="rect">
            <a:avLst/>
          </a:prstGeom>
        </p:spPr>
      </p:pic>
      <p:pic>
        <p:nvPicPr>
          <p:cNvPr id="9" name="object 9" descr="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0968147" y="3291166"/>
            <a:ext cx="746448" cy="2425831"/>
          </a:xfrm>
          <a:prstGeom prst="rect">
            <a:avLst/>
          </a:prstGeom>
        </p:spPr>
      </p:pic>
      <p:pic>
        <p:nvPicPr>
          <p:cNvPr id="10" name="object 10" descr="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5385364" y="3626308"/>
            <a:ext cx="1493284" cy="2090690"/>
          </a:xfrm>
          <a:prstGeom prst="rect">
            <a:avLst/>
          </a:prstGeom>
        </p:spPr>
      </p:pic>
      <p:pic>
        <p:nvPicPr>
          <p:cNvPr id="11" name="object 11" descr="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1777317" y="3610842"/>
            <a:ext cx="1451819" cy="2106156"/>
          </a:xfrm>
          <a:prstGeom prst="rect">
            <a:avLst/>
          </a:prstGeom>
        </p:spPr>
      </p:pic>
      <p:grpSp>
        <p:nvGrpSpPr>
          <p:cNvPr id="12" name="object 12" descr=""/>
          <p:cNvGrpSpPr/>
          <p:nvPr/>
        </p:nvGrpSpPr>
        <p:grpSpPr>
          <a:xfrm>
            <a:off x="7515498" y="1838957"/>
            <a:ext cx="3749675" cy="3878579"/>
            <a:chOff x="7515498" y="1838957"/>
            <a:chExt cx="3749675" cy="3878579"/>
          </a:xfrm>
        </p:grpSpPr>
        <p:sp>
          <p:nvSpPr>
            <p:cNvPr id="13" name="object 13" descr=""/>
            <p:cNvSpPr/>
            <p:nvPr/>
          </p:nvSpPr>
          <p:spPr>
            <a:xfrm>
              <a:off x="8636056" y="2204055"/>
              <a:ext cx="2628900" cy="83820"/>
            </a:xfrm>
            <a:custGeom>
              <a:avLst/>
              <a:gdLst/>
              <a:ahLst/>
              <a:cxnLst/>
              <a:rect l="l" t="t" r="r" b="b"/>
              <a:pathLst>
                <a:path w="2628900" h="83819">
                  <a:moveTo>
                    <a:pt x="67641" y="22987"/>
                  </a:moveTo>
                  <a:lnTo>
                    <a:pt x="43412" y="22987"/>
                  </a:lnTo>
                  <a:lnTo>
                    <a:pt x="0" y="66421"/>
                  </a:lnTo>
                  <a:lnTo>
                    <a:pt x="795" y="67183"/>
                  </a:lnTo>
                  <a:lnTo>
                    <a:pt x="795" y="83820"/>
                  </a:lnTo>
                  <a:lnTo>
                    <a:pt x="2628611" y="83820"/>
                  </a:lnTo>
                  <a:lnTo>
                    <a:pt x="2628611" y="66802"/>
                  </a:lnTo>
                  <a:lnTo>
                    <a:pt x="23873" y="66802"/>
                  </a:lnTo>
                  <a:lnTo>
                    <a:pt x="55527" y="35052"/>
                  </a:lnTo>
                  <a:lnTo>
                    <a:pt x="79720" y="35052"/>
                  </a:lnTo>
                  <a:lnTo>
                    <a:pt x="67641" y="22987"/>
                  </a:lnTo>
                  <a:close/>
                </a:path>
                <a:path w="2628900" h="83819">
                  <a:moveTo>
                    <a:pt x="79720" y="35052"/>
                  </a:moveTo>
                  <a:lnTo>
                    <a:pt x="55527" y="35052"/>
                  </a:lnTo>
                  <a:lnTo>
                    <a:pt x="86803" y="66294"/>
                  </a:lnTo>
                  <a:lnTo>
                    <a:pt x="86782" y="66421"/>
                  </a:lnTo>
                  <a:lnTo>
                    <a:pt x="87149" y="66802"/>
                  </a:lnTo>
                  <a:lnTo>
                    <a:pt x="110687" y="66802"/>
                  </a:lnTo>
                  <a:lnTo>
                    <a:pt x="111054" y="66421"/>
                  </a:lnTo>
                  <a:lnTo>
                    <a:pt x="111033" y="66294"/>
                  </a:lnTo>
                  <a:lnTo>
                    <a:pt x="123111" y="54229"/>
                  </a:lnTo>
                  <a:lnTo>
                    <a:pt x="98918" y="54229"/>
                  </a:lnTo>
                  <a:lnTo>
                    <a:pt x="79720" y="35052"/>
                  </a:lnTo>
                  <a:close/>
                </a:path>
                <a:path w="2628900" h="83819">
                  <a:moveTo>
                    <a:pt x="166528" y="35052"/>
                  </a:moveTo>
                  <a:lnTo>
                    <a:pt x="142309" y="35052"/>
                  </a:lnTo>
                  <a:lnTo>
                    <a:pt x="173963" y="66802"/>
                  </a:lnTo>
                  <a:lnTo>
                    <a:pt x="197795" y="66802"/>
                  </a:lnTo>
                  <a:lnTo>
                    <a:pt x="210203" y="54356"/>
                  </a:lnTo>
                  <a:lnTo>
                    <a:pt x="185879" y="54356"/>
                  </a:lnTo>
                  <a:lnTo>
                    <a:pt x="166528" y="35052"/>
                  </a:lnTo>
                  <a:close/>
                </a:path>
                <a:path w="2628900" h="83819">
                  <a:moveTo>
                    <a:pt x="253648" y="35052"/>
                  </a:moveTo>
                  <a:lnTo>
                    <a:pt x="229448" y="35052"/>
                  </a:lnTo>
                  <a:lnTo>
                    <a:pt x="260714" y="66294"/>
                  </a:lnTo>
                  <a:lnTo>
                    <a:pt x="260704" y="66421"/>
                  </a:lnTo>
                  <a:lnTo>
                    <a:pt x="261070" y="66802"/>
                  </a:lnTo>
                  <a:lnTo>
                    <a:pt x="284609" y="66802"/>
                  </a:lnTo>
                  <a:lnTo>
                    <a:pt x="284975" y="66421"/>
                  </a:lnTo>
                  <a:lnTo>
                    <a:pt x="284954" y="66294"/>
                  </a:lnTo>
                  <a:lnTo>
                    <a:pt x="297033" y="54229"/>
                  </a:lnTo>
                  <a:lnTo>
                    <a:pt x="272839" y="54229"/>
                  </a:lnTo>
                  <a:lnTo>
                    <a:pt x="253648" y="35052"/>
                  </a:lnTo>
                  <a:close/>
                </a:path>
                <a:path w="2628900" h="83819">
                  <a:moveTo>
                    <a:pt x="340430" y="35052"/>
                  </a:moveTo>
                  <a:lnTo>
                    <a:pt x="316231" y="35052"/>
                  </a:lnTo>
                  <a:lnTo>
                    <a:pt x="347497" y="66294"/>
                  </a:lnTo>
                  <a:lnTo>
                    <a:pt x="347486" y="66421"/>
                  </a:lnTo>
                  <a:lnTo>
                    <a:pt x="347853" y="66802"/>
                  </a:lnTo>
                  <a:lnTo>
                    <a:pt x="371391" y="66802"/>
                  </a:lnTo>
                  <a:lnTo>
                    <a:pt x="371758" y="66421"/>
                  </a:lnTo>
                  <a:lnTo>
                    <a:pt x="371737" y="66294"/>
                  </a:lnTo>
                  <a:lnTo>
                    <a:pt x="383815" y="54229"/>
                  </a:lnTo>
                  <a:lnTo>
                    <a:pt x="359622" y="54229"/>
                  </a:lnTo>
                  <a:lnTo>
                    <a:pt x="340430" y="35052"/>
                  </a:lnTo>
                  <a:close/>
                </a:path>
                <a:path w="2628900" h="83819">
                  <a:moveTo>
                    <a:pt x="427207" y="35052"/>
                  </a:moveTo>
                  <a:lnTo>
                    <a:pt x="403013" y="35052"/>
                  </a:lnTo>
                  <a:lnTo>
                    <a:pt x="434279" y="66294"/>
                  </a:lnTo>
                  <a:lnTo>
                    <a:pt x="434259" y="66421"/>
                  </a:lnTo>
                  <a:lnTo>
                    <a:pt x="434635" y="66802"/>
                  </a:lnTo>
                  <a:lnTo>
                    <a:pt x="458174" y="66802"/>
                  </a:lnTo>
                  <a:lnTo>
                    <a:pt x="458541" y="66421"/>
                  </a:lnTo>
                  <a:lnTo>
                    <a:pt x="458530" y="66294"/>
                  </a:lnTo>
                  <a:lnTo>
                    <a:pt x="470604" y="54229"/>
                  </a:lnTo>
                  <a:lnTo>
                    <a:pt x="446405" y="54229"/>
                  </a:lnTo>
                  <a:lnTo>
                    <a:pt x="427207" y="35052"/>
                  </a:lnTo>
                  <a:close/>
                </a:path>
                <a:path w="2628900" h="83819">
                  <a:moveTo>
                    <a:pt x="514009" y="35052"/>
                  </a:moveTo>
                  <a:lnTo>
                    <a:pt x="489796" y="35052"/>
                  </a:lnTo>
                  <a:lnTo>
                    <a:pt x="521450" y="66802"/>
                  </a:lnTo>
                  <a:lnTo>
                    <a:pt x="545271" y="66802"/>
                  </a:lnTo>
                  <a:lnTo>
                    <a:pt x="557683" y="54356"/>
                  </a:lnTo>
                  <a:lnTo>
                    <a:pt x="533365" y="54356"/>
                  </a:lnTo>
                  <a:lnTo>
                    <a:pt x="514009" y="35052"/>
                  </a:lnTo>
                  <a:close/>
                </a:path>
                <a:path w="2628900" h="83819">
                  <a:moveTo>
                    <a:pt x="601128" y="35052"/>
                  </a:moveTo>
                  <a:lnTo>
                    <a:pt x="576935" y="35052"/>
                  </a:lnTo>
                  <a:lnTo>
                    <a:pt x="608201" y="66294"/>
                  </a:lnTo>
                  <a:lnTo>
                    <a:pt x="608180" y="66421"/>
                  </a:lnTo>
                  <a:lnTo>
                    <a:pt x="608557" y="66802"/>
                  </a:lnTo>
                  <a:lnTo>
                    <a:pt x="632085" y="66802"/>
                  </a:lnTo>
                  <a:lnTo>
                    <a:pt x="632451" y="66421"/>
                  </a:lnTo>
                  <a:lnTo>
                    <a:pt x="632441" y="66294"/>
                  </a:lnTo>
                  <a:lnTo>
                    <a:pt x="644515" y="54229"/>
                  </a:lnTo>
                  <a:lnTo>
                    <a:pt x="620326" y="54229"/>
                  </a:lnTo>
                  <a:lnTo>
                    <a:pt x="601128" y="35052"/>
                  </a:lnTo>
                  <a:close/>
                </a:path>
                <a:path w="2628900" h="83819">
                  <a:moveTo>
                    <a:pt x="687912" y="35052"/>
                  </a:moveTo>
                  <a:lnTo>
                    <a:pt x="663707" y="35052"/>
                  </a:lnTo>
                  <a:lnTo>
                    <a:pt x="694607" y="66040"/>
                  </a:lnTo>
                  <a:lnTo>
                    <a:pt x="694209" y="66421"/>
                  </a:lnTo>
                  <a:lnTo>
                    <a:pt x="694586" y="66802"/>
                  </a:lnTo>
                  <a:lnTo>
                    <a:pt x="718868" y="66802"/>
                  </a:lnTo>
                  <a:lnTo>
                    <a:pt x="719234" y="66421"/>
                  </a:lnTo>
                  <a:lnTo>
                    <a:pt x="718836" y="66040"/>
                  </a:lnTo>
                  <a:lnTo>
                    <a:pt x="730998" y="53848"/>
                  </a:lnTo>
                  <a:lnTo>
                    <a:pt x="706732" y="53848"/>
                  </a:lnTo>
                  <a:lnTo>
                    <a:pt x="687912" y="35052"/>
                  </a:lnTo>
                  <a:close/>
                </a:path>
                <a:path w="2628900" h="83819">
                  <a:moveTo>
                    <a:pt x="773935" y="35052"/>
                  </a:moveTo>
                  <a:lnTo>
                    <a:pt x="749746" y="35052"/>
                  </a:lnTo>
                  <a:lnTo>
                    <a:pt x="781012" y="66294"/>
                  </a:lnTo>
                  <a:lnTo>
                    <a:pt x="781002" y="66421"/>
                  </a:lnTo>
                  <a:lnTo>
                    <a:pt x="781368" y="66802"/>
                  </a:lnTo>
                  <a:lnTo>
                    <a:pt x="804896" y="66802"/>
                  </a:lnTo>
                  <a:lnTo>
                    <a:pt x="805263" y="66421"/>
                  </a:lnTo>
                  <a:lnTo>
                    <a:pt x="805252" y="66294"/>
                  </a:lnTo>
                  <a:lnTo>
                    <a:pt x="817331" y="54229"/>
                  </a:lnTo>
                  <a:lnTo>
                    <a:pt x="793127" y="54229"/>
                  </a:lnTo>
                  <a:lnTo>
                    <a:pt x="773935" y="35052"/>
                  </a:lnTo>
                  <a:close/>
                </a:path>
                <a:path w="2628900" h="83819">
                  <a:moveTo>
                    <a:pt x="860738" y="35052"/>
                  </a:moveTo>
                  <a:lnTo>
                    <a:pt x="836529" y="35052"/>
                  </a:lnTo>
                  <a:lnTo>
                    <a:pt x="868172" y="66802"/>
                  </a:lnTo>
                  <a:lnTo>
                    <a:pt x="892004" y="66802"/>
                  </a:lnTo>
                  <a:lnTo>
                    <a:pt x="904412" y="54356"/>
                  </a:lnTo>
                  <a:lnTo>
                    <a:pt x="880088" y="54356"/>
                  </a:lnTo>
                  <a:lnTo>
                    <a:pt x="860738" y="35052"/>
                  </a:lnTo>
                  <a:close/>
                </a:path>
                <a:path w="2628900" h="83819">
                  <a:moveTo>
                    <a:pt x="947850" y="35052"/>
                  </a:moveTo>
                  <a:lnTo>
                    <a:pt x="923657" y="35052"/>
                  </a:lnTo>
                  <a:lnTo>
                    <a:pt x="954934" y="66294"/>
                  </a:lnTo>
                  <a:lnTo>
                    <a:pt x="954913" y="66421"/>
                  </a:lnTo>
                  <a:lnTo>
                    <a:pt x="955279" y="66802"/>
                  </a:lnTo>
                  <a:lnTo>
                    <a:pt x="978818" y="66802"/>
                  </a:lnTo>
                  <a:lnTo>
                    <a:pt x="979184" y="66421"/>
                  </a:lnTo>
                  <a:lnTo>
                    <a:pt x="979174" y="66294"/>
                  </a:lnTo>
                  <a:lnTo>
                    <a:pt x="991248" y="54229"/>
                  </a:lnTo>
                  <a:lnTo>
                    <a:pt x="967049" y="54229"/>
                  </a:lnTo>
                  <a:lnTo>
                    <a:pt x="947850" y="35052"/>
                  </a:lnTo>
                  <a:close/>
                </a:path>
                <a:path w="2628900" h="83819">
                  <a:moveTo>
                    <a:pt x="1034633" y="35052"/>
                  </a:moveTo>
                  <a:lnTo>
                    <a:pt x="1010440" y="35052"/>
                  </a:lnTo>
                  <a:lnTo>
                    <a:pt x="1041716" y="66294"/>
                  </a:lnTo>
                  <a:lnTo>
                    <a:pt x="1041685" y="66421"/>
                  </a:lnTo>
                  <a:lnTo>
                    <a:pt x="1042062" y="66802"/>
                  </a:lnTo>
                  <a:lnTo>
                    <a:pt x="1065601" y="66802"/>
                  </a:lnTo>
                  <a:lnTo>
                    <a:pt x="1065967" y="66421"/>
                  </a:lnTo>
                  <a:lnTo>
                    <a:pt x="1065957" y="66294"/>
                  </a:lnTo>
                  <a:lnTo>
                    <a:pt x="1078031" y="54229"/>
                  </a:lnTo>
                  <a:lnTo>
                    <a:pt x="1053831" y="54229"/>
                  </a:lnTo>
                  <a:lnTo>
                    <a:pt x="1034633" y="35052"/>
                  </a:lnTo>
                  <a:close/>
                </a:path>
                <a:path w="2628900" h="83819">
                  <a:moveTo>
                    <a:pt x="1121416" y="35052"/>
                  </a:moveTo>
                  <a:lnTo>
                    <a:pt x="1097223" y="35052"/>
                  </a:lnTo>
                  <a:lnTo>
                    <a:pt x="1128489" y="66294"/>
                  </a:lnTo>
                  <a:lnTo>
                    <a:pt x="1128478" y="66421"/>
                  </a:lnTo>
                  <a:lnTo>
                    <a:pt x="1128845" y="66802"/>
                  </a:lnTo>
                  <a:lnTo>
                    <a:pt x="1152383" y="66802"/>
                  </a:lnTo>
                  <a:lnTo>
                    <a:pt x="1152750" y="66421"/>
                  </a:lnTo>
                  <a:lnTo>
                    <a:pt x="1152739" y="66294"/>
                  </a:lnTo>
                  <a:lnTo>
                    <a:pt x="1164814" y="54229"/>
                  </a:lnTo>
                  <a:lnTo>
                    <a:pt x="1140614" y="54229"/>
                  </a:lnTo>
                  <a:lnTo>
                    <a:pt x="1121416" y="35052"/>
                  </a:lnTo>
                  <a:close/>
                </a:path>
                <a:path w="2628900" h="83819">
                  <a:moveTo>
                    <a:pt x="1208218" y="35052"/>
                  </a:moveTo>
                  <a:lnTo>
                    <a:pt x="1184005" y="35052"/>
                  </a:lnTo>
                  <a:lnTo>
                    <a:pt x="1215659" y="66802"/>
                  </a:lnTo>
                  <a:lnTo>
                    <a:pt x="1239491" y="66802"/>
                  </a:lnTo>
                  <a:lnTo>
                    <a:pt x="1251899" y="54356"/>
                  </a:lnTo>
                  <a:lnTo>
                    <a:pt x="1227575" y="54356"/>
                  </a:lnTo>
                  <a:lnTo>
                    <a:pt x="1208218" y="35052"/>
                  </a:lnTo>
                  <a:close/>
                </a:path>
                <a:path w="2628900" h="83819">
                  <a:moveTo>
                    <a:pt x="1295344" y="35052"/>
                  </a:moveTo>
                  <a:lnTo>
                    <a:pt x="1271144" y="35052"/>
                  </a:lnTo>
                  <a:lnTo>
                    <a:pt x="1302410" y="66294"/>
                  </a:lnTo>
                  <a:lnTo>
                    <a:pt x="1302400" y="66421"/>
                  </a:lnTo>
                  <a:lnTo>
                    <a:pt x="1302766" y="66802"/>
                  </a:lnTo>
                  <a:lnTo>
                    <a:pt x="1326305" y="66802"/>
                  </a:lnTo>
                  <a:lnTo>
                    <a:pt x="1326671" y="66421"/>
                  </a:lnTo>
                  <a:lnTo>
                    <a:pt x="1326661" y="66294"/>
                  </a:lnTo>
                  <a:lnTo>
                    <a:pt x="1338735" y="54229"/>
                  </a:lnTo>
                  <a:lnTo>
                    <a:pt x="1314535" y="54229"/>
                  </a:lnTo>
                  <a:lnTo>
                    <a:pt x="1295344" y="35052"/>
                  </a:lnTo>
                  <a:close/>
                </a:path>
                <a:path w="2628900" h="83819">
                  <a:moveTo>
                    <a:pt x="1382106" y="35052"/>
                  </a:moveTo>
                  <a:lnTo>
                    <a:pt x="1357927" y="35052"/>
                  </a:lnTo>
                  <a:lnTo>
                    <a:pt x="1389151" y="66294"/>
                  </a:lnTo>
                  <a:lnTo>
                    <a:pt x="1389088" y="66421"/>
                  </a:lnTo>
                  <a:lnTo>
                    <a:pt x="1389455" y="66802"/>
                  </a:lnTo>
                  <a:lnTo>
                    <a:pt x="1413087" y="66802"/>
                  </a:lnTo>
                  <a:lnTo>
                    <a:pt x="1413454" y="66421"/>
                  </a:lnTo>
                  <a:lnTo>
                    <a:pt x="1413381" y="66294"/>
                  </a:lnTo>
                  <a:lnTo>
                    <a:pt x="1425443" y="54229"/>
                  </a:lnTo>
                  <a:lnTo>
                    <a:pt x="1401266" y="54229"/>
                  </a:lnTo>
                  <a:lnTo>
                    <a:pt x="1382106" y="35052"/>
                  </a:lnTo>
                  <a:close/>
                </a:path>
                <a:path w="2628900" h="83819">
                  <a:moveTo>
                    <a:pt x="1468808" y="35052"/>
                  </a:moveTo>
                  <a:lnTo>
                    <a:pt x="1444615" y="35052"/>
                  </a:lnTo>
                  <a:lnTo>
                    <a:pt x="1475881" y="66294"/>
                  </a:lnTo>
                  <a:lnTo>
                    <a:pt x="1475871" y="66421"/>
                  </a:lnTo>
                  <a:lnTo>
                    <a:pt x="1476237" y="66802"/>
                  </a:lnTo>
                  <a:lnTo>
                    <a:pt x="1499765" y="66802"/>
                  </a:lnTo>
                  <a:lnTo>
                    <a:pt x="1500132" y="66421"/>
                  </a:lnTo>
                  <a:lnTo>
                    <a:pt x="1500132" y="66294"/>
                  </a:lnTo>
                  <a:lnTo>
                    <a:pt x="1512206" y="54229"/>
                  </a:lnTo>
                  <a:lnTo>
                    <a:pt x="1488007" y="54229"/>
                  </a:lnTo>
                  <a:lnTo>
                    <a:pt x="1468808" y="35052"/>
                  </a:lnTo>
                  <a:close/>
                </a:path>
                <a:path w="2628900" h="83819">
                  <a:moveTo>
                    <a:pt x="1555607" y="35052"/>
                  </a:moveTo>
                  <a:lnTo>
                    <a:pt x="1531398" y="35052"/>
                  </a:lnTo>
                  <a:lnTo>
                    <a:pt x="1563030" y="66802"/>
                  </a:lnTo>
                  <a:lnTo>
                    <a:pt x="1586873" y="66802"/>
                  </a:lnTo>
                  <a:lnTo>
                    <a:pt x="1599281" y="54356"/>
                  </a:lnTo>
                  <a:lnTo>
                    <a:pt x="1574957" y="54356"/>
                  </a:lnTo>
                  <a:lnTo>
                    <a:pt x="1555607" y="35052"/>
                  </a:lnTo>
                  <a:close/>
                </a:path>
                <a:path w="2628900" h="83819">
                  <a:moveTo>
                    <a:pt x="1642726" y="35052"/>
                  </a:moveTo>
                  <a:lnTo>
                    <a:pt x="1618526" y="35052"/>
                  </a:lnTo>
                  <a:lnTo>
                    <a:pt x="1649792" y="66294"/>
                  </a:lnTo>
                  <a:lnTo>
                    <a:pt x="1649782" y="66421"/>
                  </a:lnTo>
                  <a:lnTo>
                    <a:pt x="1650148" y="66802"/>
                  </a:lnTo>
                  <a:lnTo>
                    <a:pt x="1673687" y="66802"/>
                  </a:lnTo>
                  <a:lnTo>
                    <a:pt x="1674053" y="66421"/>
                  </a:lnTo>
                  <a:lnTo>
                    <a:pt x="1674043" y="66294"/>
                  </a:lnTo>
                  <a:lnTo>
                    <a:pt x="1686117" y="54229"/>
                  </a:lnTo>
                  <a:lnTo>
                    <a:pt x="1661917" y="54229"/>
                  </a:lnTo>
                  <a:lnTo>
                    <a:pt x="1642726" y="35052"/>
                  </a:lnTo>
                  <a:close/>
                </a:path>
                <a:path w="2628900" h="83819">
                  <a:moveTo>
                    <a:pt x="1729508" y="35052"/>
                  </a:moveTo>
                  <a:lnTo>
                    <a:pt x="1705309" y="35052"/>
                  </a:lnTo>
                  <a:lnTo>
                    <a:pt x="1736575" y="66294"/>
                  </a:lnTo>
                  <a:lnTo>
                    <a:pt x="1736564" y="66421"/>
                  </a:lnTo>
                  <a:lnTo>
                    <a:pt x="1736931" y="66802"/>
                  </a:lnTo>
                  <a:lnTo>
                    <a:pt x="1760469" y="66802"/>
                  </a:lnTo>
                  <a:lnTo>
                    <a:pt x="1760825" y="66421"/>
                  </a:lnTo>
                  <a:lnTo>
                    <a:pt x="1760815" y="66294"/>
                  </a:lnTo>
                  <a:lnTo>
                    <a:pt x="1772893" y="54229"/>
                  </a:lnTo>
                  <a:lnTo>
                    <a:pt x="1748700" y="54229"/>
                  </a:lnTo>
                  <a:lnTo>
                    <a:pt x="1729508" y="35052"/>
                  </a:lnTo>
                  <a:close/>
                </a:path>
                <a:path w="2628900" h="83819">
                  <a:moveTo>
                    <a:pt x="1816285" y="35052"/>
                  </a:moveTo>
                  <a:lnTo>
                    <a:pt x="1792092" y="35052"/>
                  </a:lnTo>
                  <a:lnTo>
                    <a:pt x="1823358" y="66294"/>
                  </a:lnTo>
                  <a:lnTo>
                    <a:pt x="1823347" y="66421"/>
                  </a:lnTo>
                  <a:lnTo>
                    <a:pt x="1823714" y="66802"/>
                  </a:lnTo>
                  <a:lnTo>
                    <a:pt x="1847252" y="66802"/>
                  </a:lnTo>
                  <a:lnTo>
                    <a:pt x="1847619" y="66421"/>
                  </a:lnTo>
                  <a:lnTo>
                    <a:pt x="1847598" y="66294"/>
                  </a:lnTo>
                  <a:lnTo>
                    <a:pt x="1859676" y="54229"/>
                  </a:lnTo>
                  <a:lnTo>
                    <a:pt x="1835483" y="54229"/>
                  </a:lnTo>
                  <a:lnTo>
                    <a:pt x="1816285" y="35052"/>
                  </a:lnTo>
                  <a:close/>
                </a:path>
                <a:path w="2628900" h="83819">
                  <a:moveTo>
                    <a:pt x="1903087" y="35052"/>
                  </a:moveTo>
                  <a:lnTo>
                    <a:pt x="1878874" y="35052"/>
                  </a:lnTo>
                  <a:lnTo>
                    <a:pt x="1910528" y="66802"/>
                  </a:lnTo>
                  <a:lnTo>
                    <a:pt x="1934359" y="66802"/>
                  </a:lnTo>
                  <a:lnTo>
                    <a:pt x="1946768" y="54356"/>
                  </a:lnTo>
                  <a:lnTo>
                    <a:pt x="1922444" y="54356"/>
                  </a:lnTo>
                  <a:lnTo>
                    <a:pt x="1903087" y="35052"/>
                  </a:lnTo>
                  <a:close/>
                </a:path>
                <a:path w="2628900" h="83819">
                  <a:moveTo>
                    <a:pt x="1990206" y="35052"/>
                  </a:moveTo>
                  <a:lnTo>
                    <a:pt x="1966013" y="35052"/>
                  </a:lnTo>
                  <a:lnTo>
                    <a:pt x="1997289" y="66294"/>
                  </a:lnTo>
                  <a:lnTo>
                    <a:pt x="1997269" y="66421"/>
                  </a:lnTo>
                  <a:lnTo>
                    <a:pt x="1997635" y="66802"/>
                  </a:lnTo>
                  <a:lnTo>
                    <a:pt x="2021174" y="66802"/>
                  </a:lnTo>
                  <a:lnTo>
                    <a:pt x="2021540" y="66421"/>
                  </a:lnTo>
                  <a:lnTo>
                    <a:pt x="2021530" y="66294"/>
                  </a:lnTo>
                  <a:lnTo>
                    <a:pt x="2033604" y="54229"/>
                  </a:lnTo>
                  <a:lnTo>
                    <a:pt x="2009404" y="54229"/>
                  </a:lnTo>
                  <a:lnTo>
                    <a:pt x="1990206" y="35052"/>
                  </a:lnTo>
                  <a:close/>
                </a:path>
                <a:path w="2628900" h="83819">
                  <a:moveTo>
                    <a:pt x="2076991" y="35052"/>
                  </a:moveTo>
                  <a:lnTo>
                    <a:pt x="2052796" y="35052"/>
                  </a:lnTo>
                  <a:lnTo>
                    <a:pt x="2083695" y="66040"/>
                  </a:lnTo>
                  <a:lnTo>
                    <a:pt x="2083297" y="66421"/>
                  </a:lnTo>
                  <a:lnTo>
                    <a:pt x="2083664" y="66802"/>
                  </a:lnTo>
                  <a:lnTo>
                    <a:pt x="2107956" y="66802"/>
                  </a:lnTo>
                  <a:lnTo>
                    <a:pt x="2108323" y="66421"/>
                  </a:lnTo>
                  <a:lnTo>
                    <a:pt x="2107925" y="66040"/>
                  </a:lnTo>
                  <a:lnTo>
                    <a:pt x="2120082" y="53848"/>
                  </a:lnTo>
                  <a:lnTo>
                    <a:pt x="2095810" y="53848"/>
                  </a:lnTo>
                  <a:lnTo>
                    <a:pt x="2076991" y="35052"/>
                  </a:lnTo>
                  <a:close/>
                </a:path>
                <a:path w="2628900" h="83819">
                  <a:moveTo>
                    <a:pt x="2163024" y="35052"/>
                  </a:moveTo>
                  <a:lnTo>
                    <a:pt x="2138824" y="35052"/>
                  </a:lnTo>
                  <a:lnTo>
                    <a:pt x="2170090" y="66294"/>
                  </a:lnTo>
                  <a:lnTo>
                    <a:pt x="2170080" y="66421"/>
                  </a:lnTo>
                  <a:lnTo>
                    <a:pt x="2170447" y="66802"/>
                  </a:lnTo>
                  <a:lnTo>
                    <a:pt x="2193985" y="66802"/>
                  </a:lnTo>
                  <a:lnTo>
                    <a:pt x="2194362" y="66421"/>
                  </a:lnTo>
                  <a:lnTo>
                    <a:pt x="2194341" y="66294"/>
                  </a:lnTo>
                  <a:lnTo>
                    <a:pt x="2206411" y="54229"/>
                  </a:lnTo>
                  <a:lnTo>
                    <a:pt x="2182216" y="54229"/>
                  </a:lnTo>
                  <a:lnTo>
                    <a:pt x="2163024" y="35052"/>
                  </a:lnTo>
                  <a:close/>
                </a:path>
                <a:path w="2628900" h="83819">
                  <a:moveTo>
                    <a:pt x="2249816" y="35052"/>
                  </a:moveTo>
                  <a:lnTo>
                    <a:pt x="2225597" y="35052"/>
                  </a:lnTo>
                  <a:lnTo>
                    <a:pt x="2257261" y="66802"/>
                  </a:lnTo>
                  <a:lnTo>
                    <a:pt x="2281082" y="66802"/>
                  </a:lnTo>
                  <a:lnTo>
                    <a:pt x="2293490" y="54356"/>
                  </a:lnTo>
                  <a:lnTo>
                    <a:pt x="2269166" y="54356"/>
                  </a:lnTo>
                  <a:lnTo>
                    <a:pt x="2249816" y="35052"/>
                  </a:lnTo>
                  <a:close/>
                </a:path>
                <a:path w="2628900" h="83819">
                  <a:moveTo>
                    <a:pt x="2336935" y="35052"/>
                  </a:moveTo>
                  <a:lnTo>
                    <a:pt x="2312735" y="35052"/>
                  </a:lnTo>
                  <a:lnTo>
                    <a:pt x="2344001" y="66294"/>
                  </a:lnTo>
                  <a:lnTo>
                    <a:pt x="2343991" y="66421"/>
                  </a:lnTo>
                  <a:lnTo>
                    <a:pt x="2344357" y="66802"/>
                  </a:lnTo>
                  <a:lnTo>
                    <a:pt x="2367896" y="66802"/>
                  </a:lnTo>
                  <a:lnTo>
                    <a:pt x="2368273" y="66421"/>
                  </a:lnTo>
                  <a:lnTo>
                    <a:pt x="2368242" y="66294"/>
                  </a:lnTo>
                  <a:lnTo>
                    <a:pt x="2380320" y="54229"/>
                  </a:lnTo>
                  <a:lnTo>
                    <a:pt x="2356127" y="54229"/>
                  </a:lnTo>
                  <a:lnTo>
                    <a:pt x="2336935" y="35052"/>
                  </a:lnTo>
                  <a:close/>
                </a:path>
                <a:path w="2628900" h="83819">
                  <a:moveTo>
                    <a:pt x="2423711" y="35052"/>
                  </a:moveTo>
                  <a:lnTo>
                    <a:pt x="2399518" y="35052"/>
                  </a:lnTo>
                  <a:lnTo>
                    <a:pt x="2431151" y="66802"/>
                  </a:lnTo>
                  <a:lnTo>
                    <a:pt x="2454679" y="66802"/>
                  </a:lnTo>
                  <a:lnTo>
                    <a:pt x="2455045" y="66421"/>
                  </a:lnTo>
                  <a:lnTo>
                    <a:pt x="2467191" y="54229"/>
                  </a:lnTo>
                  <a:lnTo>
                    <a:pt x="2442909" y="54229"/>
                  </a:lnTo>
                  <a:lnTo>
                    <a:pt x="2423711" y="35052"/>
                  </a:lnTo>
                  <a:close/>
                </a:path>
                <a:path w="2628900" h="83819">
                  <a:moveTo>
                    <a:pt x="2510504" y="35052"/>
                  </a:moveTo>
                  <a:lnTo>
                    <a:pt x="2486311" y="35052"/>
                  </a:lnTo>
                  <a:lnTo>
                    <a:pt x="2517588" y="66294"/>
                  </a:lnTo>
                  <a:lnTo>
                    <a:pt x="2517567" y="66421"/>
                  </a:lnTo>
                  <a:lnTo>
                    <a:pt x="2517933" y="66802"/>
                  </a:lnTo>
                  <a:lnTo>
                    <a:pt x="2541461" y="66802"/>
                  </a:lnTo>
                  <a:lnTo>
                    <a:pt x="2541828" y="66421"/>
                  </a:lnTo>
                  <a:lnTo>
                    <a:pt x="2541817" y="66294"/>
                  </a:lnTo>
                  <a:lnTo>
                    <a:pt x="2553896" y="54229"/>
                  </a:lnTo>
                  <a:lnTo>
                    <a:pt x="2529703" y="54229"/>
                  </a:lnTo>
                  <a:lnTo>
                    <a:pt x="2510504" y="35052"/>
                  </a:lnTo>
                  <a:close/>
                </a:path>
                <a:path w="2628900" h="83819">
                  <a:moveTo>
                    <a:pt x="2597265" y="35052"/>
                  </a:moveTo>
                  <a:lnTo>
                    <a:pt x="2573094" y="35052"/>
                  </a:lnTo>
                  <a:lnTo>
                    <a:pt x="2604737" y="66802"/>
                  </a:lnTo>
                  <a:lnTo>
                    <a:pt x="2628244" y="66802"/>
                  </a:lnTo>
                  <a:lnTo>
                    <a:pt x="2628611" y="66421"/>
                  </a:lnTo>
                  <a:lnTo>
                    <a:pt x="2597265" y="35052"/>
                  </a:lnTo>
                  <a:close/>
                </a:path>
                <a:path w="2628900" h="83819">
                  <a:moveTo>
                    <a:pt x="241573" y="22987"/>
                  </a:moveTo>
                  <a:lnTo>
                    <a:pt x="217333" y="22987"/>
                  </a:lnTo>
                  <a:lnTo>
                    <a:pt x="185879" y="54356"/>
                  </a:lnTo>
                  <a:lnTo>
                    <a:pt x="210203" y="54356"/>
                  </a:lnTo>
                  <a:lnTo>
                    <a:pt x="229448" y="35052"/>
                  </a:lnTo>
                  <a:lnTo>
                    <a:pt x="253648" y="35052"/>
                  </a:lnTo>
                  <a:lnTo>
                    <a:pt x="241573" y="22987"/>
                  </a:lnTo>
                  <a:close/>
                </a:path>
                <a:path w="2628900" h="83819">
                  <a:moveTo>
                    <a:pt x="589050" y="22987"/>
                  </a:moveTo>
                  <a:lnTo>
                    <a:pt x="564820" y="22987"/>
                  </a:lnTo>
                  <a:lnTo>
                    <a:pt x="533365" y="54356"/>
                  </a:lnTo>
                  <a:lnTo>
                    <a:pt x="557683" y="54356"/>
                  </a:lnTo>
                  <a:lnTo>
                    <a:pt x="576935" y="35052"/>
                  </a:lnTo>
                  <a:lnTo>
                    <a:pt x="601128" y="35052"/>
                  </a:lnTo>
                  <a:lnTo>
                    <a:pt x="589050" y="22987"/>
                  </a:lnTo>
                  <a:close/>
                </a:path>
                <a:path w="2628900" h="83819">
                  <a:moveTo>
                    <a:pt x="935772" y="22987"/>
                  </a:moveTo>
                  <a:lnTo>
                    <a:pt x="911542" y="22987"/>
                  </a:lnTo>
                  <a:lnTo>
                    <a:pt x="880088" y="54356"/>
                  </a:lnTo>
                  <a:lnTo>
                    <a:pt x="904412" y="54356"/>
                  </a:lnTo>
                  <a:lnTo>
                    <a:pt x="923657" y="35052"/>
                  </a:lnTo>
                  <a:lnTo>
                    <a:pt x="947850" y="35052"/>
                  </a:lnTo>
                  <a:lnTo>
                    <a:pt x="935772" y="22987"/>
                  </a:lnTo>
                  <a:close/>
                </a:path>
                <a:path w="2628900" h="83819">
                  <a:moveTo>
                    <a:pt x="1283269" y="22987"/>
                  </a:moveTo>
                  <a:lnTo>
                    <a:pt x="1259029" y="22987"/>
                  </a:lnTo>
                  <a:lnTo>
                    <a:pt x="1227575" y="54356"/>
                  </a:lnTo>
                  <a:lnTo>
                    <a:pt x="1251899" y="54356"/>
                  </a:lnTo>
                  <a:lnTo>
                    <a:pt x="1271144" y="35052"/>
                  </a:lnTo>
                  <a:lnTo>
                    <a:pt x="1295344" y="35052"/>
                  </a:lnTo>
                  <a:lnTo>
                    <a:pt x="1283269" y="22987"/>
                  </a:lnTo>
                  <a:close/>
                </a:path>
                <a:path w="2628900" h="83819">
                  <a:moveTo>
                    <a:pt x="1630651" y="22987"/>
                  </a:moveTo>
                  <a:lnTo>
                    <a:pt x="1606411" y="22987"/>
                  </a:lnTo>
                  <a:lnTo>
                    <a:pt x="1574957" y="54356"/>
                  </a:lnTo>
                  <a:lnTo>
                    <a:pt x="1599281" y="54356"/>
                  </a:lnTo>
                  <a:lnTo>
                    <a:pt x="1618526" y="35052"/>
                  </a:lnTo>
                  <a:lnTo>
                    <a:pt x="1642726" y="35052"/>
                  </a:lnTo>
                  <a:lnTo>
                    <a:pt x="1630651" y="22987"/>
                  </a:lnTo>
                  <a:close/>
                </a:path>
                <a:path w="2628900" h="83819">
                  <a:moveTo>
                    <a:pt x="1978128" y="22987"/>
                  </a:moveTo>
                  <a:lnTo>
                    <a:pt x="1953898" y="22987"/>
                  </a:lnTo>
                  <a:lnTo>
                    <a:pt x="1922444" y="54356"/>
                  </a:lnTo>
                  <a:lnTo>
                    <a:pt x="1946768" y="54356"/>
                  </a:lnTo>
                  <a:lnTo>
                    <a:pt x="1966013" y="35052"/>
                  </a:lnTo>
                  <a:lnTo>
                    <a:pt x="1990206" y="35052"/>
                  </a:lnTo>
                  <a:lnTo>
                    <a:pt x="1978128" y="22987"/>
                  </a:lnTo>
                  <a:close/>
                </a:path>
                <a:path w="2628900" h="83819">
                  <a:moveTo>
                    <a:pt x="2324861" y="22987"/>
                  </a:moveTo>
                  <a:lnTo>
                    <a:pt x="2300621" y="22987"/>
                  </a:lnTo>
                  <a:lnTo>
                    <a:pt x="2269166" y="54356"/>
                  </a:lnTo>
                  <a:lnTo>
                    <a:pt x="2293490" y="54356"/>
                  </a:lnTo>
                  <a:lnTo>
                    <a:pt x="2312735" y="35052"/>
                  </a:lnTo>
                  <a:lnTo>
                    <a:pt x="2336935" y="35052"/>
                  </a:lnTo>
                  <a:lnTo>
                    <a:pt x="2324861" y="22987"/>
                  </a:lnTo>
                  <a:close/>
                </a:path>
                <a:path w="2628900" h="83819">
                  <a:moveTo>
                    <a:pt x="154435" y="22987"/>
                  </a:moveTo>
                  <a:lnTo>
                    <a:pt x="130194" y="22987"/>
                  </a:lnTo>
                  <a:lnTo>
                    <a:pt x="98918" y="54229"/>
                  </a:lnTo>
                  <a:lnTo>
                    <a:pt x="123111" y="54229"/>
                  </a:lnTo>
                  <a:lnTo>
                    <a:pt x="142309" y="35052"/>
                  </a:lnTo>
                  <a:lnTo>
                    <a:pt x="166528" y="35052"/>
                  </a:lnTo>
                  <a:lnTo>
                    <a:pt x="154435" y="22987"/>
                  </a:lnTo>
                  <a:close/>
                </a:path>
                <a:path w="2628900" h="83819">
                  <a:moveTo>
                    <a:pt x="328356" y="22987"/>
                  </a:moveTo>
                  <a:lnTo>
                    <a:pt x="304116" y="22987"/>
                  </a:lnTo>
                  <a:lnTo>
                    <a:pt x="272839" y="54229"/>
                  </a:lnTo>
                  <a:lnTo>
                    <a:pt x="297033" y="54229"/>
                  </a:lnTo>
                  <a:lnTo>
                    <a:pt x="316231" y="35052"/>
                  </a:lnTo>
                  <a:lnTo>
                    <a:pt x="340430" y="35052"/>
                  </a:lnTo>
                  <a:lnTo>
                    <a:pt x="328356" y="22987"/>
                  </a:lnTo>
                  <a:close/>
                </a:path>
                <a:path w="2628900" h="83819">
                  <a:moveTo>
                    <a:pt x="415128" y="22987"/>
                  </a:moveTo>
                  <a:lnTo>
                    <a:pt x="390899" y="22987"/>
                  </a:lnTo>
                  <a:lnTo>
                    <a:pt x="359622" y="54229"/>
                  </a:lnTo>
                  <a:lnTo>
                    <a:pt x="383815" y="54229"/>
                  </a:lnTo>
                  <a:lnTo>
                    <a:pt x="403013" y="35052"/>
                  </a:lnTo>
                  <a:lnTo>
                    <a:pt x="427207" y="35052"/>
                  </a:lnTo>
                  <a:lnTo>
                    <a:pt x="415128" y="22987"/>
                  </a:lnTo>
                  <a:close/>
                </a:path>
                <a:path w="2628900" h="83819">
                  <a:moveTo>
                    <a:pt x="501911" y="22987"/>
                  </a:moveTo>
                  <a:lnTo>
                    <a:pt x="477671" y="22987"/>
                  </a:lnTo>
                  <a:lnTo>
                    <a:pt x="446405" y="54229"/>
                  </a:lnTo>
                  <a:lnTo>
                    <a:pt x="470604" y="54229"/>
                  </a:lnTo>
                  <a:lnTo>
                    <a:pt x="489796" y="35052"/>
                  </a:lnTo>
                  <a:lnTo>
                    <a:pt x="514009" y="35052"/>
                  </a:lnTo>
                  <a:lnTo>
                    <a:pt x="501911" y="22987"/>
                  </a:lnTo>
                  <a:close/>
                </a:path>
                <a:path w="2628900" h="83819">
                  <a:moveTo>
                    <a:pt x="675832" y="22987"/>
                  </a:moveTo>
                  <a:lnTo>
                    <a:pt x="651592" y="22987"/>
                  </a:lnTo>
                  <a:lnTo>
                    <a:pt x="620326" y="54229"/>
                  </a:lnTo>
                  <a:lnTo>
                    <a:pt x="644515" y="54229"/>
                  </a:lnTo>
                  <a:lnTo>
                    <a:pt x="663707" y="35052"/>
                  </a:lnTo>
                  <a:lnTo>
                    <a:pt x="687912" y="35052"/>
                  </a:lnTo>
                  <a:lnTo>
                    <a:pt x="675832" y="22987"/>
                  </a:lnTo>
                  <a:close/>
                </a:path>
                <a:path w="2628900" h="83819">
                  <a:moveTo>
                    <a:pt x="848644" y="22987"/>
                  </a:moveTo>
                  <a:lnTo>
                    <a:pt x="824404" y="22987"/>
                  </a:lnTo>
                  <a:lnTo>
                    <a:pt x="793127" y="54229"/>
                  </a:lnTo>
                  <a:lnTo>
                    <a:pt x="817331" y="54229"/>
                  </a:lnTo>
                  <a:lnTo>
                    <a:pt x="836529" y="35052"/>
                  </a:lnTo>
                  <a:lnTo>
                    <a:pt x="860738" y="35052"/>
                  </a:lnTo>
                  <a:lnTo>
                    <a:pt x="848644" y="22987"/>
                  </a:lnTo>
                  <a:close/>
                </a:path>
                <a:path w="2628900" h="83819">
                  <a:moveTo>
                    <a:pt x="1022555" y="22987"/>
                  </a:moveTo>
                  <a:lnTo>
                    <a:pt x="998325" y="22987"/>
                  </a:lnTo>
                  <a:lnTo>
                    <a:pt x="967049" y="54229"/>
                  </a:lnTo>
                  <a:lnTo>
                    <a:pt x="991248" y="54229"/>
                  </a:lnTo>
                  <a:lnTo>
                    <a:pt x="1010440" y="35052"/>
                  </a:lnTo>
                  <a:lnTo>
                    <a:pt x="1034633" y="35052"/>
                  </a:lnTo>
                  <a:lnTo>
                    <a:pt x="1022555" y="22987"/>
                  </a:lnTo>
                  <a:close/>
                </a:path>
                <a:path w="2628900" h="83819">
                  <a:moveTo>
                    <a:pt x="1109337" y="22987"/>
                  </a:moveTo>
                  <a:lnTo>
                    <a:pt x="1085097" y="22987"/>
                  </a:lnTo>
                  <a:lnTo>
                    <a:pt x="1053831" y="54229"/>
                  </a:lnTo>
                  <a:lnTo>
                    <a:pt x="1078031" y="54229"/>
                  </a:lnTo>
                  <a:lnTo>
                    <a:pt x="1097223" y="35052"/>
                  </a:lnTo>
                  <a:lnTo>
                    <a:pt x="1121416" y="35052"/>
                  </a:lnTo>
                  <a:lnTo>
                    <a:pt x="1109337" y="22987"/>
                  </a:lnTo>
                  <a:close/>
                </a:path>
                <a:path w="2628900" h="83819">
                  <a:moveTo>
                    <a:pt x="1196120" y="22987"/>
                  </a:moveTo>
                  <a:lnTo>
                    <a:pt x="1171880" y="22987"/>
                  </a:lnTo>
                  <a:lnTo>
                    <a:pt x="1140614" y="54229"/>
                  </a:lnTo>
                  <a:lnTo>
                    <a:pt x="1164814" y="54229"/>
                  </a:lnTo>
                  <a:lnTo>
                    <a:pt x="1184005" y="35052"/>
                  </a:lnTo>
                  <a:lnTo>
                    <a:pt x="1208218" y="35052"/>
                  </a:lnTo>
                  <a:lnTo>
                    <a:pt x="1196120" y="22987"/>
                  </a:lnTo>
                  <a:close/>
                </a:path>
                <a:path w="2628900" h="83819">
                  <a:moveTo>
                    <a:pt x="1370052" y="22987"/>
                  </a:moveTo>
                  <a:lnTo>
                    <a:pt x="1345801" y="22987"/>
                  </a:lnTo>
                  <a:lnTo>
                    <a:pt x="1314535" y="54229"/>
                  </a:lnTo>
                  <a:lnTo>
                    <a:pt x="1338735" y="54229"/>
                  </a:lnTo>
                  <a:lnTo>
                    <a:pt x="1357927" y="35052"/>
                  </a:lnTo>
                  <a:lnTo>
                    <a:pt x="1382106" y="35052"/>
                  </a:lnTo>
                  <a:lnTo>
                    <a:pt x="1370052" y="22987"/>
                  </a:lnTo>
                  <a:close/>
                </a:path>
                <a:path w="2628900" h="83819">
                  <a:moveTo>
                    <a:pt x="1456730" y="22987"/>
                  </a:moveTo>
                  <a:lnTo>
                    <a:pt x="1432490" y="22987"/>
                  </a:lnTo>
                  <a:lnTo>
                    <a:pt x="1401266" y="54229"/>
                  </a:lnTo>
                  <a:lnTo>
                    <a:pt x="1425443" y="54229"/>
                  </a:lnTo>
                  <a:lnTo>
                    <a:pt x="1444615" y="35052"/>
                  </a:lnTo>
                  <a:lnTo>
                    <a:pt x="1468808" y="35052"/>
                  </a:lnTo>
                  <a:lnTo>
                    <a:pt x="1456730" y="22987"/>
                  </a:lnTo>
                  <a:close/>
                </a:path>
                <a:path w="2628900" h="83819">
                  <a:moveTo>
                    <a:pt x="1543513" y="22987"/>
                  </a:moveTo>
                  <a:lnTo>
                    <a:pt x="1519283" y="22987"/>
                  </a:lnTo>
                  <a:lnTo>
                    <a:pt x="1488007" y="54229"/>
                  </a:lnTo>
                  <a:lnTo>
                    <a:pt x="1512206" y="54229"/>
                  </a:lnTo>
                  <a:lnTo>
                    <a:pt x="1531398" y="35052"/>
                  </a:lnTo>
                  <a:lnTo>
                    <a:pt x="1555607" y="35052"/>
                  </a:lnTo>
                  <a:lnTo>
                    <a:pt x="1543513" y="22987"/>
                  </a:lnTo>
                  <a:close/>
                </a:path>
                <a:path w="2628900" h="83819">
                  <a:moveTo>
                    <a:pt x="1717434" y="22987"/>
                  </a:moveTo>
                  <a:lnTo>
                    <a:pt x="1693194" y="22987"/>
                  </a:lnTo>
                  <a:lnTo>
                    <a:pt x="1661917" y="54229"/>
                  </a:lnTo>
                  <a:lnTo>
                    <a:pt x="1686117" y="54229"/>
                  </a:lnTo>
                  <a:lnTo>
                    <a:pt x="1705309" y="35052"/>
                  </a:lnTo>
                  <a:lnTo>
                    <a:pt x="1729508" y="35052"/>
                  </a:lnTo>
                  <a:lnTo>
                    <a:pt x="1717434" y="22987"/>
                  </a:lnTo>
                  <a:close/>
                </a:path>
                <a:path w="2628900" h="83819">
                  <a:moveTo>
                    <a:pt x="1804206" y="22987"/>
                  </a:moveTo>
                  <a:lnTo>
                    <a:pt x="1779977" y="22987"/>
                  </a:lnTo>
                  <a:lnTo>
                    <a:pt x="1748700" y="54229"/>
                  </a:lnTo>
                  <a:lnTo>
                    <a:pt x="1772893" y="54229"/>
                  </a:lnTo>
                  <a:lnTo>
                    <a:pt x="1792092" y="35052"/>
                  </a:lnTo>
                  <a:lnTo>
                    <a:pt x="1816285" y="35052"/>
                  </a:lnTo>
                  <a:lnTo>
                    <a:pt x="1804206" y="22987"/>
                  </a:lnTo>
                  <a:close/>
                </a:path>
                <a:path w="2628900" h="83819">
                  <a:moveTo>
                    <a:pt x="1890989" y="22987"/>
                  </a:moveTo>
                  <a:lnTo>
                    <a:pt x="1866759" y="22987"/>
                  </a:lnTo>
                  <a:lnTo>
                    <a:pt x="1835483" y="54229"/>
                  </a:lnTo>
                  <a:lnTo>
                    <a:pt x="1859676" y="54229"/>
                  </a:lnTo>
                  <a:lnTo>
                    <a:pt x="1878874" y="35052"/>
                  </a:lnTo>
                  <a:lnTo>
                    <a:pt x="1903087" y="35052"/>
                  </a:lnTo>
                  <a:lnTo>
                    <a:pt x="1890989" y="22987"/>
                  </a:lnTo>
                  <a:close/>
                </a:path>
                <a:path w="2628900" h="83819">
                  <a:moveTo>
                    <a:pt x="2064910" y="22987"/>
                  </a:moveTo>
                  <a:lnTo>
                    <a:pt x="2040681" y="22987"/>
                  </a:lnTo>
                  <a:lnTo>
                    <a:pt x="2009404" y="54229"/>
                  </a:lnTo>
                  <a:lnTo>
                    <a:pt x="2033604" y="54229"/>
                  </a:lnTo>
                  <a:lnTo>
                    <a:pt x="2052796" y="35052"/>
                  </a:lnTo>
                  <a:lnTo>
                    <a:pt x="2076991" y="35052"/>
                  </a:lnTo>
                  <a:lnTo>
                    <a:pt x="2064910" y="22987"/>
                  </a:lnTo>
                  <a:close/>
                </a:path>
                <a:path w="2628900" h="83819">
                  <a:moveTo>
                    <a:pt x="2237722" y="22987"/>
                  </a:moveTo>
                  <a:lnTo>
                    <a:pt x="2213482" y="22987"/>
                  </a:lnTo>
                  <a:lnTo>
                    <a:pt x="2182216" y="54229"/>
                  </a:lnTo>
                  <a:lnTo>
                    <a:pt x="2206411" y="54229"/>
                  </a:lnTo>
                  <a:lnTo>
                    <a:pt x="2225597" y="35052"/>
                  </a:lnTo>
                  <a:lnTo>
                    <a:pt x="2249816" y="35052"/>
                  </a:lnTo>
                  <a:lnTo>
                    <a:pt x="2237722" y="22987"/>
                  </a:lnTo>
                  <a:close/>
                </a:path>
                <a:path w="2628900" h="83819">
                  <a:moveTo>
                    <a:pt x="2411633" y="22987"/>
                  </a:moveTo>
                  <a:lnTo>
                    <a:pt x="2387403" y="22987"/>
                  </a:lnTo>
                  <a:lnTo>
                    <a:pt x="2356127" y="54229"/>
                  </a:lnTo>
                  <a:lnTo>
                    <a:pt x="2380320" y="54229"/>
                  </a:lnTo>
                  <a:lnTo>
                    <a:pt x="2399518" y="35052"/>
                  </a:lnTo>
                  <a:lnTo>
                    <a:pt x="2423711" y="35052"/>
                  </a:lnTo>
                  <a:lnTo>
                    <a:pt x="2411633" y="22987"/>
                  </a:lnTo>
                  <a:close/>
                </a:path>
                <a:path w="2628900" h="83819">
                  <a:moveTo>
                    <a:pt x="2498426" y="22987"/>
                  </a:moveTo>
                  <a:lnTo>
                    <a:pt x="2474186" y="22987"/>
                  </a:lnTo>
                  <a:lnTo>
                    <a:pt x="2442909" y="54229"/>
                  </a:lnTo>
                  <a:lnTo>
                    <a:pt x="2467191" y="54229"/>
                  </a:lnTo>
                  <a:lnTo>
                    <a:pt x="2486311" y="35052"/>
                  </a:lnTo>
                  <a:lnTo>
                    <a:pt x="2510504" y="35052"/>
                  </a:lnTo>
                  <a:lnTo>
                    <a:pt x="2498426" y="22987"/>
                  </a:lnTo>
                  <a:close/>
                </a:path>
                <a:path w="2628900" h="83819">
                  <a:moveTo>
                    <a:pt x="2585209" y="22987"/>
                  </a:moveTo>
                  <a:lnTo>
                    <a:pt x="2560969" y="22987"/>
                  </a:lnTo>
                  <a:lnTo>
                    <a:pt x="2529703" y="54229"/>
                  </a:lnTo>
                  <a:lnTo>
                    <a:pt x="2553896" y="54229"/>
                  </a:lnTo>
                  <a:lnTo>
                    <a:pt x="2573094" y="35052"/>
                  </a:lnTo>
                  <a:lnTo>
                    <a:pt x="2597265" y="35052"/>
                  </a:lnTo>
                  <a:lnTo>
                    <a:pt x="2585209" y="22987"/>
                  </a:lnTo>
                  <a:close/>
                </a:path>
                <a:path w="2628900" h="83819">
                  <a:moveTo>
                    <a:pt x="761861" y="22987"/>
                  </a:moveTo>
                  <a:lnTo>
                    <a:pt x="737621" y="22987"/>
                  </a:lnTo>
                  <a:lnTo>
                    <a:pt x="706732" y="53848"/>
                  </a:lnTo>
                  <a:lnTo>
                    <a:pt x="730998" y="53848"/>
                  </a:lnTo>
                  <a:lnTo>
                    <a:pt x="749746" y="35052"/>
                  </a:lnTo>
                  <a:lnTo>
                    <a:pt x="773935" y="35052"/>
                  </a:lnTo>
                  <a:lnTo>
                    <a:pt x="761861" y="22987"/>
                  </a:lnTo>
                  <a:close/>
                </a:path>
                <a:path w="2628900" h="83819">
                  <a:moveTo>
                    <a:pt x="2150950" y="22987"/>
                  </a:moveTo>
                  <a:lnTo>
                    <a:pt x="2126710" y="22987"/>
                  </a:lnTo>
                  <a:lnTo>
                    <a:pt x="2095810" y="53848"/>
                  </a:lnTo>
                  <a:lnTo>
                    <a:pt x="2120082" y="53848"/>
                  </a:lnTo>
                  <a:lnTo>
                    <a:pt x="2138824" y="35052"/>
                  </a:lnTo>
                  <a:lnTo>
                    <a:pt x="2163024" y="35052"/>
                  </a:lnTo>
                  <a:lnTo>
                    <a:pt x="2150950" y="22987"/>
                  </a:lnTo>
                  <a:close/>
                </a:path>
                <a:path w="2628900" h="83819">
                  <a:moveTo>
                    <a:pt x="2573879" y="0"/>
                  </a:moveTo>
                  <a:lnTo>
                    <a:pt x="55453" y="0"/>
                  </a:lnTo>
                  <a:lnTo>
                    <a:pt x="55453" y="10922"/>
                  </a:lnTo>
                  <a:lnTo>
                    <a:pt x="43370" y="22987"/>
                  </a:lnTo>
                  <a:lnTo>
                    <a:pt x="67694" y="22987"/>
                  </a:lnTo>
                  <a:lnTo>
                    <a:pt x="61903" y="17145"/>
                  </a:lnTo>
                  <a:lnTo>
                    <a:pt x="2579433" y="17145"/>
                  </a:lnTo>
                  <a:lnTo>
                    <a:pt x="2573879" y="11557"/>
                  </a:lnTo>
                  <a:lnTo>
                    <a:pt x="2573879" y="0"/>
                  </a:lnTo>
                  <a:close/>
                </a:path>
                <a:path w="2628900" h="83819">
                  <a:moveTo>
                    <a:pt x="148686" y="17145"/>
                  </a:moveTo>
                  <a:lnTo>
                    <a:pt x="135933" y="17145"/>
                  </a:lnTo>
                  <a:lnTo>
                    <a:pt x="130153" y="22987"/>
                  </a:lnTo>
                  <a:lnTo>
                    <a:pt x="154466" y="22987"/>
                  </a:lnTo>
                  <a:lnTo>
                    <a:pt x="148686" y="17145"/>
                  </a:lnTo>
                  <a:close/>
                </a:path>
                <a:path w="2628900" h="83819">
                  <a:moveTo>
                    <a:pt x="235825" y="17145"/>
                  </a:moveTo>
                  <a:lnTo>
                    <a:pt x="223071" y="17145"/>
                  </a:lnTo>
                  <a:lnTo>
                    <a:pt x="217291" y="22987"/>
                  </a:lnTo>
                  <a:lnTo>
                    <a:pt x="241605" y="22987"/>
                  </a:lnTo>
                  <a:lnTo>
                    <a:pt x="235825" y="17145"/>
                  </a:lnTo>
                  <a:close/>
                </a:path>
                <a:path w="2628900" h="83819">
                  <a:moveTo>
                    <a:pt x="322607" y="17145"/>
                  </a:moveTo>
                  <a:lnTo>
                    <a:pt x="309854" y="17145"/>
                  </a:lnTo>
                  <a:lnTo>
                    <a:pt x="304064" y="22987"/>
                  </a:lnTo>
                  <a:lnTo>
                    <a:pt x="328377" y="22987"/>
                  </a:lnTo>
                  <a:lnTo>
                    <a:pt x="322607" y="17145"/>
                  </a:lnTo>
                  <a:close/>
                </a:path>
                <a:path w="2628900" h="83819">
                  <a:moveTo>
                    <a:pt x="409390" y="17145"/>
                  </a:moveTo>
                  <a:lnTo>
                    <a:pt x="396637" y="17145"/>
                  </a:lnTo>
                  <a:lnTo>
                    <a:pt x="390846" y="22987"/>
                  </a:lnTo>
                  <a:lnTo>
                    <a:pt x="415170" y="22987"/>
                  </a:lnTo>
                  <a:lnTo>
                    <a:pt x="409390" y="17145"/>
                  </a:lnTo>
                  <a:close/>
                </a:path>
                <a:path w="2628900" h="83819">
                  <a:moveTo>
                    <a:pt x="496173" y="17145"/>
                  </a:moveTo>
                  <a:lnTo>
                    <a:pt x="483419" y="17145"/>
                  </a:lnTo>
                  <a:lnTo>
                    <a:pt x="477639" y="22987"/>
                  </a:lnTo>
                  <a:lnTo>
                    <a:pt x="501953" y="22987"/>
                  </a:lnTo>
                  <a:lnTo>
                    <a:pt x="496173" y="17145"/>
                  </a:lnTo>
                  <a:close/>
                </a:path>
                <a:path w="2628900" h="83819">
                  <a:moveTo>
                    <a:pt x="583301" y="17145"/>
                  </a:moveTo>
                  <a:lnTo>
                    <a:pt x="570558" y="17145"/>
                  </a:lnTo>
                  <a:lnTo>
                    <a:pt x="564778" y="22987"/>
                  </a:lnTo>
                  <a:lnTo>
                    <a:pt x="589092" y="22987"/>
                  </a:lnTo>
                  <a:lnTo>
                    <a:pt x="583301" y="17145"/>
                  </a:lnTo>
                  <a:close/>
                </a:path>
                <a:path w="2628900" h="83819">
                  <a:moveTo>
                    <a:pt x="670084" y="17145"/>
                  </a:moveTo>
                  <a:lnTo>
                    <a:pt x="657341" y="17145"/>
                  </a:lnTo>
                  <a:lnTo>
                    <a:pt x="651561" y="22987"/>
                  </a:lnTo>
                  <a:lnTo>
                    <a:pt x="675874" y="22987"/>
                  </a:lnTo>
                  <a:lnTo>
                    <a:pt x="670084" y="17145"/>
                  </a:lnTo>
                  <a:close/>
                </a:path>
                <a:path w="2628900" h="83819">
                  <a:moveTo>
                    <a:pt x="756113" y="17145"/>
                  </a:moveTo>
                  <a:lnTo>
                    <a:pt x="743370" y="17145"/>
                  </a:lnTo>
                  <a:lnTo>
                    <a:pt x="737579" y="22987"/>
                  </a:lnTo>
                  <a:lnTo>
                    <a:pt x="761903" y="22987"/>
                  </a:lnTo>
                  <a:lnTo>
                    <a:pt x="756113" y="17145"/>
                  </a:lnTo>
                  <a:close/>
                </a:path>
                <a:path w="2628900" h="83819">
                  <a:moveTo>
                    <a:pt x="842895" y="17145"/>
                  </a:moveTo>
                  <a:lnTo>
                    <a:pt x="830152" y="17145"/>
                  </a:lnTo>
                  <a:lnTo>
                    <a:pt x="824362" y="22987"/>
                  </a:lnTo>
                  <a:lnTo>
                    <a:pt x="848675" y="22987"/>
                  </a:lnTo>
                  <a:lnTo>
                    <a:pt x="842895" y="17145"/>
                  </a:lnTo>
                  <a:close/>
                </a:path>
                <a:path w="2628900" h="83819">
                  <a:moveTo>
                    <a:pt x="930034" y="17145"/>
                  </a:moveTo>
                  <a:lnTo>
                    <a:pt x="917280" y="17145"/>
                  </a:lnTo>
                  <a:lnTo>
                    <a:pt x="911490" y="22987"/>
                  </a:lnTo>
                  <a:lnTo>
                    <a:pt x="935824" y="22987"/>
                  </a:lnTo>
                  <a:lnTo>
                    <a:pt x="930034" y="17145"/>
                  </a:lnTo>
                  <a:close/>
                </a:path>
                <a:path w="2628900" h="83819">
                  <a:moveTo>
                    <a:pt x="1016817" y="17145"/>
                  </a:moveTo>
                  <a:lnTo>
                    <a:pt x="1004063" y="17145"/>
                  </a:lnTo>
                  <a:lnTo>
                    <a:pt x="998273" y="22987"/>
                  </a:lnTo>
                  <a:lnTo>
                    <a:pt x="1022607" y="22987"/>
                  </a:lnTo>
                  <a:lnTo>
                    <a:pt x="1016817" y="17145"/>
                  </a:lnTo>
                  <a:close/>
                </a:path>
                <a:path w="2628900" h="83819">
                  <a:moveTo>
                    <a:pt x="1103589" y="17145"/>
                  </a:moveTo>
                  <a:lnTo>
                    <a:pt x="1090856" y="17145"/>
                  </a:lnTo>
                  <a:lnTo>
                    <a:pt x="1085066" y="22987"/>
                  </a:lnTo>
                  <a:lnTo>
                    <a:pt x="1109379" y="22987"/>
                  </a:lnTo>
                  <a:lnTo>
                    <a:pt x="1103589" y="17145"/>
                  </a:lnTo>
                  <a:close/>
                </a:path>
                <a:path w="2628900" h="83819">
                  <a:moveTo>
                    <a:pt x="1190382" y="17145"/>
                  </a:moveTo>
                  <a:lnTo>
                    <a:pt x="1177639" y="17145"/>
                  </a:lnTo>
                  <a:lnTo>
                    <a:pt x="1171849" y="22987"/>
                  </a:lnTo>
                  <a:lnTo>
                    <a:pt x="1196162" y="22987"/>
                  </a:lnTo>
                  <a:lnTo>
                    <a:pt x="1190382" y="17145"/>
                  </a:lnTo>
                  <a:close/>
                </a:path>
                <a:path w="2628900" h="83819">
                  <a:moveTo>
                    <a:pt x="1277510" y="17145"/>
                  </a:moveTo>
                  <a:lnTo>
                    <a:pt x="1264767" y="17145"/>
                  </a:lnTo>
                  <a:lnTo>
                    <a:pt x="1258977" y="22987"/>
                  </a:lnTo>
                  <a:lnTo>
                    <a:pt x="1283301" y="22987"/>
                  </a:lnTo>
                  <a:lnTo>
                    <a:pt x="1277510" y="17145"/>
                  </a:lnTo>
                  <a:close/>
                </a:path>
                <a:path w="2628900" h="83819">
                  <a:moveTo>
                    <a:pt x="1364293" y="17145"/>
                  </a:moveTo>
                  <a:lnTo>
                    <a:pt x="1351550" y="17145"/>
                  </a:lnTo>
                  <a:lnTo>
                    <a:pt x="1345760" y="22987"/>
                  </a:lnTo>
                  <a:lnTo>
                    <a:pt x="1370083" y="22987"/>
                  </a:lnTo>
                  <a:lnTo>
                    <a:pt x="1364293" y="17145"/>
                  </a:lnTo>
                  <a:close/>
                </a:path>
                <a:path w="2628900" h="83819">
                  <a:moveTo>
                    <a:pt x="1450981" y="17145"/>
                  </a:moveTo>
                  <a:lnTo>
                    <a:pt x="1438238" y="17145"/>
                  </a:lnTo>
                  <a:lnTo>
                    <a:pt x="1432459" y="22987"/>
                  </a:lnTo>
                  <a:lnTo>
                    <a:pt x="1456772" y="22987"/>
                  </a:lnTo>
                  <a:lnTo>
                    <a:pt x="1450981" y="17145"/>
                  </a:lnTo>
                  <a:close/>
                </a:path>
                <a:path w="2628900" h="83819">
                  <a:moveTo>
                    <a:pt x="1537764" y="17145"/>
                  </a:moveTo>
                  <a:lnTo>
                    <a:pt x="1525021" y="17145"/>
                  </a:lnTo>
                  <a:lnTo>
                    <a:pt x="1519241" y="22987"/>
                  </a:lnTo>
                  <a:lnTo>
                    <a:pt x="1543555" y="22987"/>
                  </a:lnTo>
                  <a:lnTo>
                    <a:pt x="1537764" y="17145"/>
                  </a:lnTo>
                  <a:close/>
                </a:path>
                <a:path w="2628900" h="83819">
                  <a:moveTo>
                    <a:pt x="1624903" y="17145"/>
                  </a:moveTo>
                  <a:lnTo>
                    <a:pt x="1612149" y="17145"/>
                  </a:lnTo>
                  <a:lnTo>
                    <a:pt x="1606369" y="22987"/>
                  </a:lnTo>
                  <a:lnTo>
                    <a:pt x="1630693" y="22987"/>
                  </a:lnTo>
                  <a:lnTo>
                    <a:pt x="1624903" y="17145"/>
                  </a:lnTo>
                  <a:close/>
                </a:path>
                <a:path w="2628900" h="83819">
                  <a:moveTo>
                    <a:pt x="1711686" y="17145"/>
                  </a:moveTo>
                  <a:lnTo>
                    <a:pt x="1698922" y="17145"/>
                  </a:lnTo>
                  <a:lnTo>
                    <a:pt x="1693152" y="22987"/>
                  </a:lnTo>
                  <a:lnTo>
                    <a:pt x="1717476" y="22987"/>
                  </a:lnTo>
                  <a:lnTo>
                    <a:pt x="1711686" y="17145"/>
                  </a:lnTo>
                  <a:close/>
                </a:path>
                <a:path w="2628900" h="83819">
                  <a:moveTo>
                    <a:pt x="1798468" y="17145"/>
                  </a:moveTo>
                  <a:lnTo>
                    <a:pt x="1785725" y="17145"/>
                  </a:lnTo>
                  <a:lnTo>
                    <a:pt x="1779935" y="22987"/>
                  </a:lnTo>
                  <a:lnTo>
                    <a:pt x="1804248" y="22987"/>
                  </a:lnTo>
                  <a:lnTo>
                    <a:pt x="1798468" y="17145"/>
                  </a:lnTo>
                  <a:close/>
                </a:path>
                <a:path w="2628900" h="83819">
                  <a:moveTo>
                    <a:pt x="1885251" y="17145"/>
                  </a:moveTo>
                  <a:lnTo>
                    <a:pt x="1872508" y="17145"/>
                  </a:lnTo>
                  <a:lnTo>
                    <a:pt x="1866718" y="22987"/>
                  </a:lnTo>
                  <a:lnTo>
                    <a:pt x="1891031" y="22987"/>
                  </a:lnTo>
                  <a:lnTo>
                    <a:pt x="1885251" y="17145"/>
                  </a:lnTo>
                  <a:close/>
                </a:path>
                <a:path w="2628900" h="83819">
                  <a:moveTo>
                    <a:pt x="1972379" y="17145"/>
                  </a:moveTo>
                  <a:lnTo>
                    <a:pt x="1959636" y="17145"/>
                  </a:lnTo>
                  <a:lnTo>
                    <a:pt x="1953856" y="22987"/>
                  </a:lnTo>
                  <a:lnTo>
                    <a:pt x="1978170" y="22987"/>
                  </a:lnTo>
                  <a:lnTo>
                    <a:pt x="1972379" y="17145"/>
                  </a:lnTo>
                  <a:close/>
                </a:path>
                <a:path w="2628900" h="83819">
                  <a:moveTo>
                    <a:pt x="2059162" y="17145"/>
                  </a:moveTo>
                  <a:lnTo>
                    <a:pt x="2046419" y="17145"/>
                  </a:lnTo>
                  <a:lnTo>
                    <a:pt x="2040628" y="22987"/>
                  </a:lnTo>
                  <a:lnTo>
                    <a:pt x="2064952" y="22987"/>
                  </a:lnTo>
                  <a:lnTo>
                    <a:pt x="2059162" y="17145"/>
                  </a:lnTo>
                  <a:close/>
                </a:path>
                <a:path w="2628900" h="83819">
                  <a:moveTo>
                    <a:pt x="2145191" y="17145"/>
                  </a:moveTo>
                  <a:lnTo>
                    <a:pt x="2132448" y="17145"/>
                  </a:lnTo>
                  <a:lnTo>
                    <a:pt x="2126657" y="22987"/>
                  </a:lnTo>
                  <a:lnTo>
                    <a:pt x="2150981" y="22987"/>
                  </a:lnTo>
                  <a:lnTo>
                    <a:pt x="2145191" y="17145"/>
                  </a:lnTo>
                  <a:close/>
                </a:path>
                <a:path w="2628900" h="83819">
                  <a:moveTo>
                    <a:pt x="2231973" y="17145"/>
                  </a:moveTo>
                  <a:lnTo>
                    <a:pt x="2219230" y="17145"/>
                  </a:lnTo>
                  <a:lnTo>
                    <a:pt x="2213440" y="22987"/>
                  </a:lnTo>
                  <a:lnTo>
                    <a:pt x="2237764" y="22987"/>
                  </a:lnTo>
                  <a:lnTo>
                    <a:pt x="2231973" y="17145"/>
                  </a:lnTo>
                  <a:close/>
                </a:path>
                <a:path w="2628900" h="83819">
                  <a:moveTo>
                    <a:pt x="2319112" y="17145"/>
                  </a:moveTo>
                  <a:lnTo>
                    <a:pt x="2306369" y="17145"/>
                  </a:lnTo>
                  <a:lnTo>
                    <a:pt x="2300579" y="22987"/>
                  </a:lnTo>
                  <a:lnTo>
                    <a:pt x="2324903" y="22987"/>
                  </a:lnTo>
                  <a:lnTo>
                    <a:pt x="2319112" y="17145"/>
                  </a:lnTo>
                  <a:close/>
                </a:path>
                <a:path w="2628900" h="83819">
                  <a:moveTo>
                    <a:pt x="2405895" y="17145"/>
                  </a:moveTo>
                  <a:lnTo>
                    <a:pt x="2393152" y="17145"/>
                  </a:lnTo>
                  <a:lnTo>
                    <a:pt x="2387361" y="22987"/>
                  </a:lnTo>
                  <a:lnTo>
                    <a:pt x="2411685" y="22987"/>
                  </a:lnTo>
                  <a:lnTo>
                    <a:pt x="2405895" y="17145"/>
                  </a:lnTo>
                  <a:close/>
                </a:path>
                <a:path w="2628900" h="83819">
                  <a:moveTo>
                    <a:pt x="2492678" y="17145"/>
                  </a:moveTo>
                  <a:lnTo>
                    <a:pt x="2479934" y="17145"/>
                  </a:lnTo>
                  <a:lnTo>
                    <a:pt x="2474155" y="22987"/>
                  </a:lnTo>
                  <a:lnTo>
                    <a:pt x="2498468" y="22987"/>
                  </a:lnTo>
                  <a:lnTo>
                    <a:pt x="2492678" y="17145"/>
                  </a:lnTo>
                  <a:close/>
                </a:path>
                <a:path w="2628900" h="83819">
                  <a:moveTo>
                    <a:pt x="2579433" y="17145"/>
                  </a:moveTo>
                  <a:lnTo>
                    <a:pt x="2566717" y="17145"/>
                  </a:lnTo>
                  <a:lnTo>
                    <a:pt x="2560927" y="22987"/>
                  </a:lnTo>
                  <a:lnTo>
                    <a:pt x="2585240" y="22987"/>
                  </a:lnTo>
                  <a:lnTo>
                    <a:pt x="2579433" y="17145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4" name="object 14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7515498" y="1838961"/>
              <a:ext cx="2007380" cy="3878029"/>
            </a:xfrm>
            <a:prstGeom prst="rect">
              <a:avLst/>
            </a:prstGeom>
          </p:spPr>
        </p:pic>
        <p:sp>
          <p:nvSpPr>
            <p:cNvPr id="15" name="object 15" descr=""/>
            <p:cNvSpPr/>
            <p:nvPr/>
          </p:nvSpPr>
          <p:spPr>
            <a:xfrm>
              <a:off x="8556333" y="1838965"/>
              <a:ext cx="2614930" cy="795655"/>
            </a:xfrm>
            <a:custGeom>
              <a:avLst/>
              <a:gdLst/>
              <a:ahLst/>
              <a:cxnLst/>
              <a:rect l="l" t="t" r="r" b="b"/>
              <a:pathLst>
                <a:path w="2614929" h="795655">
                  <a:moveTo>
                    <a:pt x="2361476" y="372846"/>
                  </a:moveTo>
                  <a:lnTo>
                    <a:pt x="0" y="0"/>
                  </a:lnTo>
                  <a:lnTo>
                    <a:pt x="3175" y="28765"/>
                  </a:lnTo>
                  <a:lnTo>
                    <a:pt x="2214499" y="379844"/>
                  </a:lnTo>
                  <a:lnTo>
                    <a:pt x="2361476" y="372846"/>
                  </a:lnTo>
                  <a:close/>
                </a:path>
                <a:path w="2614929" h="795655">
                  <a:moveTo>
                    <a:pt x="2614511" y="448919"/>
                  </a:moveTo>
                  <a:lnTo>
                    <a:pt x="2555938" y="448919"/>
                  </a:lnTo>
                  <a:lnTo>
                    <a:pt x="2555938" y="499630"/>
                  </a:lnTo>
                  <a:lnTo>
                    <a:pt x="2563431" y="499630"/>
                  </a:lnTo>
                  <a:lnTo>
                    <a:pt x="2563431" y="518198"/>
                  </a:lnTo>
                  <a:lnTo>
                    <a:pt x="2581821" y="518198"/>
                  </a:lnTo>
                  <a:lnTo>
                    <a:pt x="2581821" y="759371"/>
                  </a:lnTo>
                  <a:lnTo>
                    <a:pt x="2580005" y="767283"/>
                  </a:lnTo>
                  <a:lnTo>
                    <a:pt x="2569794" y="775042"/>
                  </a:lnTo>
                  <a:lnTo>
                    <a:pt x="2567889" y="782751"/>
                  </a:lnTo>
                  <a:lnTo>
                    <a:pt x="2572575" y="792276"/>
                  </a:lnTo>
                  <a:lnTo>
                    <a:pt x="2576245" y="795464"/>
                  </a:lnTo>
                  <a:lnTo>
                    <a:pt x="2581833" y="795464"/>
                  </a:lnTo>
                  <a:lnTo>
                    <a:pt x="2583205" y="795464"/>
                  </a:lnTo>
                  <a:lnTo>
                    <a:pt x="2584716" y="795261"/>
                  </a:lnTo>
                  <a:lnTo>
                    <a:pt x="2592184" y="793267"/>
                  </a:lnTo>
                  <a:lnTo>
                    <a:pt x="2595969" y="790587"/>
                  </a:lnTo>
                  <a:lnTo>
                    <a:pt x="2598966" y="783717"/>
                  </a:lnTo>
                  <a:lnTo>
                    <a:pt x="2596438" y="780973"/>
                  </a:lnTo>
                  <a:lnTo>
                    <a:pt x="2595486" y="779170"/>
                  </a:lnTo>
                  <a:lnTo>
                    <a:pt x="2589428" y="778281"/>
                  </a:lnTo>
                  <a:lnTo>
                    <a:pt x="2589936" y="783043"/>
                  </a:lnTo>
                  <a:lnTo>
                    <a:pt x="2588971" y="784974"/>
                  </a:lnTo>
                  <a:lnTo>
                    <a:pt x="2588476" y="785368"/>
                  </a:lnTo>
                  <a:lnTo>
                    <a:pt x="2581300" y="787323"/>
                  </a:lnTo>
                  <a:lnTo>
                    <a:pt x="2579420" y="786790"/>
                  </a:lnTo>
                  <a:lnTo>
                    <a:pt x="2577541" y="782967"/>
                  </a:lnTo>
                  <a:lnTo>
                    <a:pt x="2578011" y="779576"/>
                  </a:lnTo>
                  <a:lnTo>
                    <a:pt x="2589479" y="770826"/>
                  </a:lnTo>
                  <a:lnTo>
                    <a:pt x="2588298" y="756475"/>
                  </a:lnTo>
                  <a:lnTo>
                    <a:pt x="2588260" y="754862"/>
                  </a:lnTo>
                  <a:lnTo>
                    <a:pt x="2588260" y="518198"/>
                  </a:lnTo>
                  <a:lnTo>
                    <a:pt x="2607005" y="518198"/>
                  </a:lnTo>
                  <a:lnTo>
                    <a:pt x="2607005" y="499630"/>
                  </a:lnTo>
                  <a:lnTo>
                    <a:pt x="2614511" y="499630"/>
                  </a:lnTo>
                  <a:lnTo>
                    <a:pt x="2614511" y="448919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6" name="object 16" descr="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1197450" y="3875764"/>
            <a:ext cx="1731688" cy="1841231"/>
          </a:xfrm>
          <a:prstGeom prst="rect">
            <a:avLst/>
          </a:prstGeom>
        </p:spPr>
      </p:pic>
      <p:sp>
        <p:nvSpPr>
          <p:cNvPr id="17" name="object 17" descr=""/>
          <p:cNvSpPr/>
          <p:nvPr/>
        </p:nvSpPr>
        <p:spPr>
          <a:xfrm>
            <a:off x="10054720" y="3360693"/>
            <a:ext cx="278765" cy="2356485"/>
          </a:xfrm>
          <a:custGeom>
            <a:avLst/>
            <a:gdLst/>
            <a:ahLst/>
            <a:cxnLst/>
            <a:rect l="l" t="t" r="r" b="b"/>
            <a:pathLst>
              <a:path w="278765" h="2356485">
                <a:moveTo>
                  <a:pt x="278619" y="0"/>
                </a:moveTo>
                <a:lnTo>
                  <a:pt x="0" y="0"/>
                </a:lnTo>
                <a:lnTo>
                  <a:pt x="0" y="2356305"/>
                </a:lnTo>
                <a:lnTo>
                  <a:pt x="278619" y="2356305"/>
                </a:lnTo>
                <a:lnTo>
                  <a:pt x="278619" y="0"/>
                </a:lnTo>
                <a:close/>
              </a:path>
            </a:pathLst>
          </a:custGeom>
          <a:solidFill>
            <a:srgbClr val="A6A8AB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8" name="object 18" descr=""/>
          <p:cNvGrpSpPr/>
          <p:nvPr/>
        </p:nvGrpSpPr>
        <p:grpSpPr>
          <a:xfrm>
            <a:off x="10435273" y="3360693"/>
            <a:ext cx="200660" cy="2356485"/>
            <a:chOff x="10435273" y="3360693"/>
            <a:chExt cx="200660" cy="2356485"/>
          </a:xfrm>
        </p:grpSpPr>
        <p:sp>
          <p:nvSpPr>
            <p:cNvPr id="19" name="object 19" descr=""/>
            <p:cNvSpPr/>
            <p:nvPr/>
          </p:nvSpPr>
          <p:spPr>
            <a:xfrm>
              <a:off x="10435273" y="3360693"/>
              <a:ext cx="200660" cy="2356485"/>
            </a:xfrm>
            <a:custGeom>
              <a:avLst/>
              <a:gdLst/>
              <a:ahLst/>
              <a:cxnLst/>
              <a:rect l="l" t="t" r="r" b="b"/>
              <a:pathLst>
                <a:path w="200659" h="2356485">
                  <a:moveTo>
                    <a:pt x="200465" y="0"/>
                  </a:moveTo>
                  <a:lnTo>
                    <a:pt x="0" y="0"/>
                  </a:lnTo>
                  <a:lnTo>
                    <a:pt x="0" y="2356305"/>
                  </a:lnTo>
                  <a:lnTo>
                    <a:pt x="200465" y="2356305"/>
                  </a:lnTo>
                  <a:lnTo>
                    <a:pt x="200465" y="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10435273" y="3413080"/>
              <a:ext cx="200660" cy="2244725"/>
            </a:xfrm>
            <a:custGeom>
              <a:avLst/>
              <a:gdLst/>
              <a:ahLst/>
              <a:cxnLst/>
              <a:rect l="l" t="t" r="r" b="b"/>
              <a:pathLst>
                <a:path w="200659" h="2244725">
                  <a:moveTo>
                    <a:pt x="200456" y="2233815"/>
                  </a:moveTo>
                  <a:lnTo>
                    <a:pt x="147294" y="2233815"/>
                  </a:lnTo>
                  <a:lnTo>
                    <a:pt x="147294" y="2244445"/>
                  </a:lnTo>
                  <a:lnTo>
                    <a:pt x="200456" y="2244445"/>
                  </a:lnTo>
                  <a:lnTo>
                    <a:pt x="200456" y="2233815"/>
                  </a:lnTo>
                  <a:close/>
                </a:path>
                <a:path w="200659" h="2244725">
                  <a:moveTo>
                    <a:pt x="200456" y="2188235"/>
                  </a:moveTo>
                  <a:lnTo>
                    <a:pt x="147294" y="2188235"/>
                  </a:lnTo>
                  <a:lnTo>
                    <a:pt x="147294" y="2198865"/>
                  </a:lnTo>
                  <a:lnTo>
                    <a:pt x="200456" y="2198865"/>
                  </a:lnTo>
                  <a:lnTo>
                    <a:pt x="200456" y="2188235"/>
                  </a:lnTo>
                  <a:close/>
                </a:path>
                <a:path w="200659" h="2244725">
                  <a:moveTo>
                    <a:pt x="200456" y="2124418"/>
                  </a:moveTo>
                  <a:lnTo>
                    <a:pt x="147294" y="2124418"/>
                  </a:lnTo>
                  <a:lnTo>
                    <a:pt x="147294" y="2135035"/>
                  </a:lnTo>
                  <a:lnTo>
                    <a:pt x="200456" y="2135035"/>
                  </a:lnTo>
                  <a:lnTo>
                    <a:pt x="200456" y="2124418"/>
                  </a:lnTo>
                  <a:close/>
                </a:path>
                <a:path w="200659" h="2244725">
                  <a:moveTo>
                    <a:pt x="200456" y="2078812"/>
                  </a:moveTo>
                  <a:lnTo>
                    <a:pt x="147294" y="2078812"/>
                  </a:lnTo>
                  <a:lnTo>
                    <a:pt x="147294" y="2089442"/>
                  </a:lnTo>
                  <a:lnTo>
                    <a:pt x="200456" y="2089442"/>
                  </a:lnTo>
                  <a:lnTo>
                    <a:pt x="200456" y="2078812"/>
                  </a:lnTo>
                  <a:close/>
                </a:path>
                <a:path w="200659" h="2244725">
                  <a:moveTo>
                    <a:pt x="200456" y="2014994"/>
                  </a:moveTo>
                  <a:lnTo>
                    <a:pt x="147294" y="2014994"/>
                  </a:lnTo>
                  <a:lnTo>
                    <a:pt x="147294" y="2025624"/>
                  </a:lnTo>
                  <a:lnTo>
                    <a:pt x="200456" y="2025624"/>
                  </a:lnTo>
                  <a:lnTo>
                    <a:pt x="200456" y="2014994"/>
                  </a:lnTo>
                  <a:close/>
                </a:path>
                <a:path w="200659" h="2244725">
                  <a:moveTo>
                    <a:pt x="200456" y="1969414"/>
                  </a:moveTo>
                  <a:lnTo>
                    <a:pt x="147294" y="1969414"/>
                  </a:lnTo>
                  <a:lnTo>
                    <a:pt x="147294" y="1980044"/>
                  </a:lnTo>
                  <a:lnTo>
                    <a:pt x="200456" y="1980044"/>
                  </a:lnTo>
                  <a:lnTo>
                    <a:pt x="200456" y="1969414"/>
                  </a:lnTo>
                  <a:close/>
                </a:path>
                <a:path w="200659" h="2244725">
                  <a:moveTo>
                    <a:pt x="200456" y="1905584"/>
                  </a:moveTo>
                  <a:lnTo>
                    <a:pt x="147294" y="1905584"/>
                  </a:lnTo>
                  <a:lnTo>
                    <a:pt x="147294" y="1916214"/>
                  </a:lnTo>
                  <a:lnTo>
                    <a:pt x="200456" y="1916214"/>
                  </a:lnTo>
                  <a:lnTo>
                    <a:pt x="200456" y="1905584"/>
                  </a:lnTo>
                  <a:close/>
                </a:path>
                <a:path w="200659" h="2244725">
                  <a:moveTo>
                    <a:pt x="200456" y="1859991"/>
                  </a:moveTo>
                  <a:lnTo>
                    <a:pt x="147294" y="1859991"/>
                  </a:lnTo>
                  <a:lnTo>
                    <a:pt x="147294" y="1870633"/>
                  </a:lnTo>
                  <a:lnTo>
                    <a:pt x="200456" y="1870633"/>
                  </a:lnTo>
                  <a:lnTo>
                    <a:pt x="200456" y="1859991"/>
                  </a:lnTo>
                  <a:close/>
                </a:path>
                <a:path w="200659" h="2244725">
                  <a:moveTo>
                    <a:pt x="200456" y="1796173"/>
                  </a:moveTo>
                  <a:lnTo>
                    <a:pt x="147294" y="1796173"/>
                  </a:lnTo>
                  <a:lnTo>
                    <a:pt x="147294" y="1806803"/>
                  </a:lnTo>
                  <a:lnTo>
                    <a:pt x="200456" y="1806803"/>
                  </a:lnTo>
                  <a:lnTo>
                    <a:pt x="200456" y="1796173"/>
                  </a:lnTo>
                  <a:close/>
                </a:path>
                <a:path w="200659" h="2244725">
                  <a:moveTo>
                    <a:pt x="200456" y="1750593"/>
                  </a:moveTo>
                  <a:lnTo>
                    <a:pt x="147294" y="1750593"/>
                  </a:lnTo>
                  <a:lnTo>
                    <a:pt x="147294" y="1761223"/>
                  </a:lnTo>
                  <a:lnTo>
                    <a:pt x="200456" y="1761223"/>
                  </a:lnTo>
                  <a:lnTo>
                    <a:pt x="200456" y="1750593"/>
                  </a:lnTo>
                  <a:close/>
                </a:path>
                <a:path w="200659" h="2244725">
                  <a:moveTo>
                    <a:pt x="200456" y="1686737"/>
                  </a:moveTo>
                  <a:lnTo>
                    <a:pt x="147294" y="1686737"/>
                  </a:lnTo>
                  <a:lnTo>
                    <a:pt x="147294" y="1697393"/>
                  </a:lnTo>
                  <a:lnTo>
                    <a:pt x="200456" y="1697393"/>
                  </a:lnTo>
                  <a:lnTo>
                    <a:pt x="200456" y="1686737"/>
                  </a:lnTo>
                  <a:close/>
                </a:path>
                <a:path w="200659" h="2244725">
                  <a:moveTo>
                    <a:pt x="200456" y="1641170"/>
                  </a:moveTo>
                  <a:lnTo>
                    <a:pt x="147294" y="1641170"/>
                  </a:lnTo>
                  <a:lnTo>
                    <a:pt x="147294" y="1651812"/>
                  </a:lnTo>
                  <a:lnTo>
                    <a:pt x="200456" y="1651812"/>
                  </a:lnTo>
                  <a:lnTo>
                    <a:pt x="200456" y="1641170"/>
                  </a:lnTo>
                  <a:close/>
                </a:path>
                <a:path w="200659" h="2244725">
                  <a:moveTo>
                    <a:pt x="200456" y="1577352"/>
                  </a:moveTo>
                  <a:lnTo>
                    <a:pt x="147294" y="1577352"/>
                  </a:lnTo>
                  <a:lnTo>
                    <a:pt x="147294" y="1587982"/>
                  </a:lnTo>
                  <a:lnTo>
                    <a:pt x="200456" y="1587982"/>
                  </a:lnTo>
                  <a:lnTo>
                    <a:pt x="200456" y="1577352"/>
                  </a:lnTo>
                  <a:close/>
                </a:path>
                <a:path w="200659" h="2244725">
                  <a:moveTo>
                    <a:pt x="200456" y="1531759"/>
                  </a:moveTo>
                  <a:lnTo>
                    <a:pt x="147294" y="1531759"/>
                  </a:lnTo>
                  <a:lnTo>
                    <a:pt x="147294" y="1542402"/>
                  </a:lnTo>
                  <a:lnTo>
                    <a:pt x="200456" y="1542402"/>
                  </a:lnTo>
                  <a:lnTo>
                    <a:pt x="200456" y="1531759"/>
                  </a:lnTo>
                  <a:close/>
                </a:path>
                <a:path w="200659" h="2244725">
                  <a:moveTo>
                    <a:pt x="200456" y="1467942"/>
                  </a:moveTo>
                  <a:lnTo>
                    <a:pt x="147294" y="1467942"/>
                  </a:lnTo>
                  <a:lnTo>
                    <a:pt x="147294" y="1478572"/>
                  </a:lnTo>
                  <a:lnTo>
                    <a:pt x="200456" y="1478572"/>
                  </a:lnTo>
                  <a:lnTo>
                    <a:pt x="200456" y="1467942"/>
                  </a:lnTo>
                  <a:close/>
                </a:path>
                <a:path w="200659" h="2244725">
                  <a:moveTo>
                    <a:pt x="200456" y="1422336"/>
                  </a:moveTo>
                  <a:lnTo>
                    <a:pt x="147294" y="1422336"/>
                  </a:lnTo>
                  <a:lnTo>
                    <a:pt x="147294" y="1432979"/>
                  </a:lnTo>
                  <a:lnTo>
                    <a:pt x="200456" y="1432979"/>
                  </a:lnTo>
                  <a:lnTo>
                    <a:pt x="200456" y="1422336"/>
                  </a:lnTo>
                  <a:close/>
                </a:path>
                <a:path w="200659" h="2244725">
                  <a:moveTo>
                    <a:pt x="200456" y="1358519"/>
                  </a:moveTo>
                  <a:lnTo>
                    <a:pt x="147294" y="1358519"/>
                  </a:lnTo>
                  <a:lnTo>
                    <a:pt x="147294" y="1369161"/>
                  </a:lnTo>
                  <a:lnTo>
                    <a:pt x="200456" y="1369161"/>
                  </a:lnTo>
                  <a:lnTo>
                    <a:pt x="200456" y="1358519"/>
                  </a:lnTo>
                  <a:close/>
                </a:path>
                <a:path w="200659" h="2244725">
                  <a:moveTo>
                    <a:pt x="200456" y="1312951"/>
                  </a:moveTo>
                  <a:lnTo>
                    <a:pt x="147294" y="1312951"/>
                  </a:lnTo>
                  <a:lnTo>
                    <a:pt x="147294" y="1323594"/>
                  </a:lnTo>
                  <a:lnTo>
                    <a:pt x="200456" y="1323594"/>
                  </a:lnTo>
                  <a:lnTo>
                    <a:pt x="200456" y="1312951"/>
                  </a:lnTo>
                  <a:close/>
                </a:path>
                <a:path w="200659" h="2244725">
                  <a:moveTo>
                    <a:pt x="200456" y="1249121"/>
                  </a:moveTo>
                  <a:lnTo>
                    <a:pt x="147294" y="1249121"/>
                  </a:lnTo>
                  <a:lnTo>
                    <a:pt x="147294" y="1259751"/>
                  </a:lnTo>
                  <a:lnTo>
                    <a:pt x="200456" y="1259751"/>
                  </a:lnTo>
                  <a:lnTo>
                    <a:pt x="200456" y="1249121"/>
                  </a:lnTo>
                  <a:close/>
                </a:path>
                <a:path w="200659" h="2244725">
                  <a:moveTo>
                    <a:pt x="200456" y="1203528"/>
                  </a:moveTo>
                  <a:lnTo>
                    <a:pt x="147294" y="1203528"/>
                  </a:lnTo>
                  <a:lnTo>
                    <a:pt x="147294" y="1214145"/>
                  </a:lnTo>
                  <a:lnTo>
                    <a:pt x="200456" y="1214145"/>
                  </a:lnTo>
                  <a:lnTo>
                    <a:pt x="200456" y="1203528"/>
                  </a:lnTo>
                  <a:close/>
                </a:path>
                <a:path w="200659" h="2244725">
                  <a:moveTo>
                    <a:pt x="200456" y="1139710"/>
                  </a:moveTo>
                  <a:lnTo>
                    <a:pt x="147294" y="1139710"/>
                  </a:lnTo>
                  <a:lnTo>
                    <a:pt x="147294" y="1150353"/>
                  </a:lnTo>
                  <a:lnTo>
                    <a:pt x="200456" y="1150353"/>
                  </a:lnTo>
                  <a:lnTo>
                    <a:pt x="200456" y="1139710"/>
                  </a:lnTo>
                  <a:close/>
                </a:path>
                <a:path w="200659" h="2244725">
                  <a:moveTo>
                    <a:pt x="200456" y="1094117"/>
                  </a:moveTo>
                  <a:lnTo>
                    <a:pt x="147294" y="1094117"/>
                  </a:lnTo>
                  <a:lnTo>
                    <a:pt x="147294" y="1104760"/>
                  </a:lnTo>
                  <a:lnTo>
                    <a:pt x="200456" y="1104760"/>
                  </a:lnTo>
                  <a:lnTo>
                    <a:pt x="200456" y="1094117"/>
                  </a:lnTo>
                  <a:close/>
                </a:path>
                <a:path w="200659" h="2244725">
                  <a:moveTo>
                    <a:pt x="200456" y="1030300"/>
                  </a:moveTo>
                  <a:lnTo>
                    <a:pt x="32639" y="1030300"/>
                  </a:lnTo>
                  <a:lnTo>
                    <a:pt x="32639" y="1039329"/>
                  </a:lnTo>
                  <a:lnTo>
                    <a:pt x="32639" y="1040942"/>
                  </a:lnTo>
                  <a:lnTo>
                    <a:pt x="200456" y="1040942"/>
                  </a:lnTo>
                  <a:lnTo>
                    <a:pt x="200456" y="1039329"/>
                  </a:lnTo>
                  <a:lnTo>
                    <a:pt x="200456" y="1030300"/>
                  </a:lnTo>
                  <a:close/>
                </a:path>
                <a:path w="200659" h="2244725">
                  <a:moveTo>
                    <a:pt x="200456" y="984719"/>
                  </a:moveTo>
                  <a:lnTo>
                    <a:pt x="0" y="984719"/>
                  </a:lnTo>
                  <a:lnTo>
                    <a:pt x="0" y="986904"/>
                  </a:lnTo>
                  <a:lnTo>
                    <a:pt x="0" y="995349"/>
                  </a:lnTo>
                  <a:lnTo>
                    <a:pt x="200456" y="995349"/>
                  </a:lnTo>
                  <a:lnTo>
                    <a:pt x="200456" y="986904"/>
                  </a:lnTo>
                  <a:lnTo>
                    <a:pt x="200456" y="984719"/>
                  </a:lnTo>
                  <a:close/>
                </a:path>
                <a:path w="200659" h="2244725">
                  <a:moveTo>
                    <a:pt x="200456" y="920889"/>
                  </a:moveTo>
                  <a:lnTo>
                    <a:pt x="0" y="920889"/>
                  </a:lnTo>
                  <a:lnTo>
                    <a:pt x="0" y="931519"/>
                  </a:lnTo>
                  <a:lnTo>
                    <a:pt x="200456" y="931519"/>
                  </a:lnTo>
                  <a:lnTo>
                    <a:pt x="200456" y="920889"/>
                  </a:lnTo>
                  <a:close/>
                </a:path>
                <a:path w="200659" h="2244725">
                  <a:moveTo>
                    <a:pt x="200456" y="875296"/>
                  </a:moveTo>
                  <a:lnTo>
                    <a:pt x="0" y="875296"/>
                  </a:lnTo>
                  <a:lnTo>
                    <a:pt x="0" y="885939"/>
                  </a:lnTo>
                  <a:lnTo>
                    <a:pt x="200456" y="885939"/>
                  </a:lnTo>
                  <a:lnTo>
                    <a:pt x="200456" y="875296"/>
                  </a:lnTo>
                  <a:close/>
                </a:path>
                <a:path w="200659" h="2244725">
                  <a:moveTo>
                    <a:pt x="200456" y="811479"/>
                  </a:moveTo>
                  <a:lnTo>
                    <a:pt x="0" y="811479"/>
                  </a:lnTo>
                  <a:lnTo>
                    <a:pt x="0" y="822121"/>
                  </a:lnTo>
                  <a:lnTo>
                    <a:pt x="200456" y="822121"/>
                  </a:lnTo>
                  <a:lnTo>
                    <a:pt x="200456" y="811479"/>
                  </a:lnTo>
                  <a:close/>
                </a:path>
                <a:path w="200659" h="2244725">
                  <a:moveTo>
                    <a:pt x="200456" y="765886"/>
                  </a:moveTo>
                  <a:lnTo>
                    <a:pt x="0" y="765886"/>
                  </a:lnTo>
                  <a:lnTo>
                    <a:pt x="0" y="776528"/>
                  </a:lnTo>
                  <a:lnTo>
                    <a:pt x="200456" y="776528"/>
                  </a:lnTo>
                  <a:lnTo>
                    <a:pt x="200456" y="765886"/>
                  </a:lnTo>
                  <a:close/>
                </a:path>
                <a:path w="200659" h="2244725">
                  <a:moveTo>
                    <a:pt x="200456" y="702056"/>
                  </a:moveTo>
                  <a:lnTo>
                    <a:pt x="0" y="702056"/>
                  </a:lnTo>
                  <a:lnTo>
                    <a:pt x="0" y="712698"/>
                  </a:lnTo>
                  <a:lnTo>
                    <a:pt x="200456" y="712698"/>
                  </a:lnTo>
                  <a:lnTo>
                    <a:pt x="200456" y="702056"/>
                  </a:lnTo>
                  <a:close/>
                </a:path>
                <a:path w="200659" h="2244725">
                  <a:moveTo>
                    <a:pt x="200456" y="656463"/>
                  </a:moveTo>
                  <a:lnTo>
                    <a:pt x="0" y="656463"/>
                  </a:lnTo>
                  <a:lnTo>
                    <a:pt x="0" y="667105"/>
                  </a:lnTo>
                  <a:lnTo>
                    <a:pt x="200456" y="667105"/>
                  </a:lnTo>
                  <a:lnTo>
                    <a:pt x="200456" y="656463"/>
                  </a:lnTo>
                  <a:close/>
                </a:path>
                <a:path w="200659" h="2244725">
                  <a:moveTo>
                    <a:pt x="200456" y="592645"/>
                  </a:moveTo>
                  <a:lnTo>
                    <a:pt x="0" y="592645"/>
                  </a:lnTo>
                  <a:lnTo>
                    <a:pt x="0" y="603288"/>
                  </a:lnTo>
                  <a:lnTo>
                    <a:pt x="200456" y="603288"/>
                  </a:lnTo>
                  <a:lnTo>
                    <a:pt x="200456" y="592645"/>
                  </a:lnTo>
                  <a:close/>
                </a:path>
                <a:path w="200659" h="2244725">
                  <a:moveTo>
                    <a:pt x="200456" y="547065"/>
                  </a:moveTo>
                  <a:lnTo>
                    <a:pt x="0" y="547065"/>
                  </a:lnTo>
                  <a:lnTo>
                    <a:pt x="0" y="557695"/>
                  </a:lnTo>
                  <a:lnTo>
                    <a:pt x="200456" y="557695"/>
                  </a:lnTo>
                  <a:lnTo>
                    <a:pt x="200456" y="547065"/>
                  </a:lnTo>
                  <a:close/>
                </a:path>
                <a:path w="200659" h="2244725">
                  <a:moveTo>
                    <a:pt x="200456" y="483235"/>
                  </a:moveTo>
                  <a:lnTo>
                    <a:pt x="0" y="483235"/>
                  </a:lnTo>
                  <a:lnTo>
                    <a:pt x="0" y="493877"/>
                  </a:lnTo>
                  <a:lnTo>
                    <a:pt x="200456" y="493877"/>
                  </a:lnTo>
                  <a:lnTo>
                    <a:pt x="200456" y="483235"/>
                  </a:lnTo>
                  <a:close/>
                </a:path>
                <a:path w="200659" h="2244725">
                  <a:moveTo>
                    <a:pt x="200456" y="437654"/>
                  </a:moveTo>
                  <a:lnTo>
                    <a:pt x="0" y="437654"/>
                  </a:lnTo>
                  <a:lnTo>
                    <a:pt x="0" y="448297"/>
                  </a:lnTo>
                  <a:lnTo>
                    <a:pt x="200456" y="448297"/>
                  </a:lnTo>
                  <a:lnTo>
                    <a:pt x="200456" y="437654"/>
                  </a:lnTo>
                  <a:close/>
                </a:path>
                <a:path w="200659" h="2244725">
                  <a:moveTo>
                    <a:pt x="200456" y="373811"/>
                  </a:moveTo>
                  <a:lnTo>
                    <a:pt x="0" y="373811"/>
                  </a:lnTo>
                  <a:lnTo>
                    <a:pt x="0" y="384479"/>
                  </a:lnTo>
                  <a:lnTo>
                    <a:pt x="200456" y="384479"/>
                  </a:lnTo>
                  <a:lnTo>
                    <a:pt x="200456" y="373811"/>
                  </a:lnTo>
                  <a:close/>
                </a:path>
                <a:path w="200659" h="2244725">
                  <a:moveTo>
                    <a:pt x="200456" y="328256"/>
                  </a:moveTo>
                  <a:lnTo>
                    <a:pt x="0" y="328256"/>
                  </a:lnTo>
                  <a:lnTo>
                    <a:pt x="0" y="338886"/>
                  </a:lnTo>
                  <a:lnTo>
                    <a:pt x="200456" y="338886"/>
                  </a:lnTo>
                  <a:lnTo>
                    <a:pt x="200456" y="328256"/>
                  </a:lnTo>
                  <a:close/>
                </a:path>
                <a:path w="200659" h="2244725">
                  <a:moveTo>
                    <a:pt x="200456" y="264426"/>
                  </a:moveTo>
                  <a:lnTo>
                    <a:pt x="0" y="264426"/>
                  </a:lnTo>
                  <a:lnTo>
                    <a:pt x="0" y="275056"/>
                  </a:lnTo>
                  <a:lnTo>
                    <a:pt x="200456" y="275056"/>
                  </a:lnTo>
                  <a:lnTo>
                    <a:pt x="200456" y="264426"/>
                  </a:lnTo>
                  <a:close/>
                </a:path>
                <a:path w="200659" h="2244725">
                  <a:moveTo>
                    <a:pt x="200456" y="218833"/>
                  </a:moveTo>
                  <a:lnTo>
                    <a:pt x="0" y="218833"/>
                  </a:lnTo>
                  <a:lnTo>
                    <a:pt x="0" y="229463"/>
                  </a:lnTo>
                  <a:lnTo>
                    <a:pt x="200456" y="229463"/>
                  </a:lnTo>
                  <a:lnTo>
                    <a:pt x="200456" y="218833"/>
                  </a:lnTo>
                  <a:close/>
                </a:path>
                <a:path w="200659" h="2244725">
                  <a:moveTo>
                    <a:pt x="200456" y="155003"/>
                  </a:moveTo>
                  <a:lnTo>
                    <a:pt x="0" y="155003"/>
                  </a:lnTo>
                  <a:lnTo>
                    <a:pt x="0" y="165646"/>
                  </a:lnTo>
                  <a:lnTo>
                    <a:pt x="200456" y="165646"/>
                  </a:lnTo>
                  <a:lnTo>
                    <a:pt x="200456" y="155003"/>
                  </a:lnTo>
                  <a:close/>
                </a:path>
                <a:path w="200659" h="2244725">
                  <a:moveTo>
                    <a:pt x="200456" y="109423"/>
                  </a:moveTo>
                  <a:lnTo>
                    <a:pt x="0" y="109423"/>
                  </a:lnTo>
                  <a:lnTo>
                    <a:pt x="0" y="120053"/>
                  </a:lnTo>
                  <a:lnTo>
                    <a:pt x="200456" y="120053"/>
                  </a:lnTo>
                  <a:lnTo>
                    <a:pt x="200456" y="109423"/>
                  </a:lnTo>
                  <a:close/>
                </a:path>
                <a:path w="200659" h="2244725">
                  <a:moveTo>
                    <a:pt x="200456" y="45593"/>
                  </a:moveTo>
                  <a:lnTo>
                    <a:pt x="0" y="45593"/>
                  </a:lnTo>
                  <a:lnTo>
                    <a:pt x="0" y="56235"/>
                  </a:lnTo>
                  <a:lnTo>
                    <a:pt x="200456" y="56235"/>
                  </a:lnTo>
                  <a:lnTo>
                    <a:pt x="200456" y="45593"/>
                  </a:lnTo>
                  <a:close/>
                </a:path>
                <a:path w="200659" h="2244725">
                  <a:moveTo>
                    <a:pt x="200456" y="0"/>
                  </a:moveTo>
                  <a:lnTo>
                    <a:pt x="0" y="0"/>
                  </a:lnTo>
                  <a:lnTo>
                    <a:pt x="0" y="10655"/>
                  </a:lnTo>
                  <a:lnTo>
                    <a:pt x="200456" y="10655"/>
                  </a:lnTo>
                  <a:lnTo>
                    <a:pt x="200456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 descr=""/>
          <p:cNvSpPr/>
          <p:nvPr/>
        </p:nvSpPr>
        <p:spPr>
          <a:xfrm>
            <a:off x="10058120" y="5601315"/>
            <a:ext cx="196850" cy="56515"/>
          </a:xfrm>
          <a:custGeom>
            <a:avLst/>
            <a:gdLst/>
            <a:ahLst/>
            <a:cxnLst/>
            <a:rect l="l" t="t" r="r" b="b"/>
            <a:pathLst>
              <a:path w="196850" h="56514">
                <a:moveTo>
                  <a:pt x="196837" y="45580"/>
                </a:moveTo>
                <a:lnTo>
                  <a:pt x="0" y="45580"/>
                </a:lnTo>
                <a:lnTo>
                  <a:pt x="0" y="56210"/>
                </a:lnTo>
                <a:lnTo>
                  <a:pt x="196837" y="56210"/>
                </a:lnTo>
                <a:lnTo>
                  <a:pt x="196837" y="45580"/>
                </a:lnTo>
                <a:close/>
              </a:path>
              <a:path w="196850" h="56514">
                <a:moveTo>
                  <a:pt x="196837" y="0"/>
                </a:moveTo>
                <a:lnTo>
                  <a:pt x="0" y="0"/>
                </a:lnTo>
                <a:lnTo>
                  <a:pt x="0" y="10629"/>
                </a:lnTo>
                <a:lnTo>
                  <a:pt x="196837" y="10629"/>
                </a:lnTo>
                <a:lnTo>
                  <a:pt x="196837" y="0"/>
                </a:lnTo>
                <a:close/>
              </a:path>
            </a:pathLst>
          </a:custGeom>
          <a:solidFill>
            <a:srgbClr val="D0D2D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/>
          <p:nvPr/>
        </p:nvSpPr>
        <p:spPr>
          <a:xfrm>
            <a:off x="10058120" y="5491892"/>
            <a:ext cx="196850" cy="56515"/>
          </a:xfrm>
          <a:custGeom>
            <a:avLst/>
            <a:gdLst/>
            <a:ahLst/>
            <a:cxnLst/>
            <a:rect l="l" t="t" r="r" b="b"/>
            <a:pathLst>
              <a:path w="196850" h="56514">
                <a:moveTo>
                  <a:pt x="196837" y="45605"/>
                </a:moveTo>
                <a:lnTo>
                  <a:pt x="0" y="45605"/>
                </a:lnTo>
                <a:lnTo>
                  <a:pt x="0" y="56222"/>
                </a:lnTo>
                <a:lnTo>
                  <a:pt x="196837" y="56222"/>
                </a:lnTo>
                <a:lnTo>
                  <a:pt x="196837" y="45605"/>
                </a:lnTo>
                <a:close/>
              </a:path>
              <a:path w="196850" h="56514">
                <a:moveTo>
                  <a:pt x="196837" y="0"/>
                </a:moveTo>
                <a:lnTo>
                  <a:pt x="0" y="0"/>
                </a:lnTo>
                <a:lnTo>
                  <a:pt x="0" y="10629"/>
                </a:lnTo>
                <a:lnTo>
                  <a:pt x="196837" y="10629"/>
                </a:lnTo>
                <a:lnTo>
                  <a:pt x="196837" y="0"/>
                </a:lnTo>
                <a:close/>
              </a:path>
            </a:pathLst>
          </a:custGeom>
          <a:solidFill>
            <a:srgbClr val="D0D2D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/>
          <p:nvPr/>
        </p:nvSpPr>
        <p:spPr>
          <a:xfrm>
            <a:off x="10058120" y="5382494"/>
            <a:ext cx="196850" cy="56515"/>
          </a:xfrm>
          <a:custGeom>
            <a:avLst/>
            <a:gdLst/>
            <a:ahLst/>
            <a:cxnLst/>
            <a:rect l="l" t="t" r="r" b="b"/>
            <a:pathLst>
              <a:path w="196850" h="56514">
                <a:moveTo>
                  <a:pt x="196837" y="45580"/>
                </a:moveTo>
                <a:lnTo>
                  <a:pt x="0" y="45580"/>
                </a:lnTo>
                <a:lnTo>
                  <a:pt x="0" y="56210"/>
                </a:lnTo>
                <a:lnTo>
                  <a:pt x="196837" y="56210"/>
                </a:lnTo>
                <a:lnTo>
                  <a:pt x="196837" y="45580"/>
                </a:lnTo>
                <a:close/>
              </a:path>
              <a:path w="196850" h="56514">
                <a:moveTo>
                  <a:pt x="196837" y="0"/>
                </a:moveTo>
                <a:lnTo>
                  <a:pt x="0" y="0"/>
                </a:lnTo>
                <a:lnTo>
                  <a:pt x="0" y="10629"/>
                </a:lnTo>
                <a:lnTo>
                  <a:pt x="196837" y="10629"/>
                </a:lnTo>
                <a:lnTo>
                  <a:pt x="196837" y="0"/>
                </a:lnTo>
                <a:close/>
              </a:path>
            </a:pathLst>
          </a:custGeom>
          <a:solidFill>
            <a:srgbClr val="D0D2D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/>
          <p:nvPr/>
        </p:nvSpPr>
        <p:spPr>
          <a:xfrm>
            <a:off x="10058120" y="5273071"/>
            <a:ext cx="196850" cy="56515"/>
          </a:xfrm>
          <a:custGeom>
            <a:avLst/>
            <a:gdLst/>
            <a:ahLst/>
            <a:cxnLst/>
            <a:rect l="l" t="t" r="r" b="b"/>
            <a:pathLst>
              <a:path w="196850" h="56514">
                <a:moveTo>
                  <a:pt x="196837" y="45593"/>
                </a:moveTo>
                <a:lnTo>
                  <a:pt x="0" y="45593"/>
                </a:lnTo>
                <a:lnTo>
                  <a:pt x="0" y="56222"/>
                </a:lnTo>
                <a:lnTo>
                  <a:pt x="196837" y="56222"/>
                </a:lnTo>
                <a:lnTo>
                  <a:pt x="196837" y="45593"/>
                </a:lnTo>
                <a:close/>
              </a:path>
              <a:path w="196850" h="56514">
                <a:moveTo>
                  <a:pt x="196837" y="0"/>
                </a:moveTo>
                <a:lnTo>
                  <a:pt x="0" y="0"/>
                </a:lnTo>
                <a:lnTo>
                  <a:pt x="0" y="10642"/>
                </a:lnTo>
                <a:lnTo>
                  <a:pt x="196837" y="10642"/>
                </a:lnTo>
                <a:lnTo>
                  <a:pt x="196837" y="0"/>
                </a:lnTo>
                <a:close/>
              </a:path>
            </a:pathLst>
          </a:custGeom>
          <a:solidFill>
            <a:srgbClr val="D0D2D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" name="object 25" descr=""/>
          <p:cNvSpPr/>
          <p:nvPr/>
        </p:nvSpPr>
        <p:spPr>
          <a:xfrm>
            <a:off x="10058120" y="5163673"/>
            <a:ext cx="196850" cy="56515"/>
          </a:xfrm>
          <a:custGeom>
            <a:avLst/>
            <a:gdLst/>
            <a:ahLst/>
            <a:cxnLst/>
            <a:rect l="l" t="t" r="r" b="b"/>
            <a:pathLst>
              <a:path w="196850" h="56514">
                <a:moveTo>
                  <a:pt x="196837" y="45580"/>
                </a:moveTo>
                <a:lnTo>
                  <a:pt x="0" y="45580"/>
                </a:lnTo>
                <a:lnTo>
                  <a:pt x="0" y="56210"/>
                </a:lnTo>
                <a:lnTo>
                  <a:pt x="196837" y="56210"/>
                </a:lnTo>
                <a:lnTo>
                  <a:pt x="196837" y="45580"/>
                </a:lnTo>
                <a:close/>
              </a:path>
              <a:path w="196850" h="56514">
                <a:moveTo>
                  <a:pt x="196837" y="0"/>
                </a:moveTo>
                <a:lnTo>
                  <a:pt x="0" y="0"/>
                </a:lnTo>
                <a:lnTo>
                  <a:pt x="0" y="10629"/>
                </a:lnTo>
                <a:lnTo>
                  <a:pt x="196837" y="10629"/>
                </a:lnTo>
                <a:lnTo>
                  <a:pt x="196837" y="0"/>
                </a:lnTo>
                <a:close/>
              </a:path>
            </a:pathLst>
          </a:custGeom>
          <a:solidFill>
            <a:srgbClr val="D0D2D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/>
          <p:nvPr/>
        </p:nvSpPr>
        <p:spPr>
          <a:xfrm>
            <a:off x="10058120" y="5054250"/>
            <a:ext cx="196850" cy="56515"/>
          </a:xfrm>
          <a:custGeom>
            <a:avLst/>
            <a:gdLst/>
            <a:ahLst/>
            <a:cxnLst/>
            <a:rect l="l" t="t" r="r" b="b"/>
            <a:pathLst>
              <a:path w="196850" h="56514">
                <a:moveTo>
                  <a:pt x="196837" y="45567"/>
                </a:moveTo>
                <a:lnTo>
                  <a:pt x="0" y="45567"/>
                </a:lnTo>
                <a:lnTo>
                  <a:pt x="0" y="56222"/>
                </a:lnTo>
                <a:lnTo>
                  <a:pt x="196837" y="56222"/>
                </a:lnTo>
                <a:lnTo>
                  <a:pt x="196837" y="45567"/>
                </a:lnTo>
                <a:close/>
              </a:path>
              <a:path w="196850" h="56514">
                <a:moveTo>
                  <a:pt x="196837" y="0"/>
                </a:moveTo>
                <a:lnTo>
                  <a:pt x="0" y="0"/>
                </a:lnTo>
                <a:lnTo>
                  <a:pt x="0" y="10642"/>
                </a:lnTo>
                <a:lnTo>
                  <a:pt x="196837" y="10642"/>
                </a:lnTo>
                <a:lnTo>
                  <a:pt x="196837" y="0"/>
                </a:lnTo>
                <a:close/>
              </a:path>
            </a:pathLst>
          </a:custGeom>
          <a:solidFill>
            <a:srgbClr val="D0D2D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/>
          <p:nvPr/>
        </p:nvSpPr>
        <p:spPr>
          <a:xfrm>
            <a:off x="10058120" y="4944840"/>
            <a:ext cx="196850" cy="56515"/>
          </a:xfrm>
          <a:custGeom>
            <a:avLst/>
            <a:gdLst/>
            <a:ahLst/>
            <a:cxnLst/>
            <a:rect l="l" t="t" r="r" b="b"/>
            <a:pathLst>
              <a:path w="196850" h="56514">
                <a:moveTo>
                  <a:pt x="196837" y="45593"/>
                </a:moveTo>
                <a:lnTo>
                  <a:pt x="0" y="45593"/>
                </a:lnTo>
                <a:lnTo>
                  <a:pt x="0" y="56222"/>
                </a:lnTo>
                <a:lnTo>
                  <a:pt x="196837" y="56222"/>
                </a:lnTo>
                <a:lnTo>
                  <a:pt x="196837" y="45593"/>
                </a:lnTo>
                <a:close/>
              </a:path>
              <a:path w="196850" h="56514">
                <a:moveTo>
                  <a:pt x="196837" y="0"/>
                </a:moveTo>
                <a:lnTo>
                  <a:pt x="0" y="0"/>
                </a:lnTo>
                <a:lnTo>
                  <a:pt x="0" y="10642"/>
                </a:lnTo>
                <a:lnTo>
                  <a:pt x="196837" y="10642"/>
                </a:lnTo>
                <a:lnTo>
                  <a:pt x="196837" y="0"/>
                </a:lnTo>
                <a:close/>
              </a:path>
            </a:pathLst>
          </a:custGeom>
          <a:solidFill>
            <a:srgbClr val="D0D2D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" name="object 28" descr=""/>
          <p:cNvSpPr/>
          <p:nvPr/>
        </p:nvSpPr>
        <p:spPr>
          <a:xfrm>
            <a:off x="10058120" y="4835416"/>
            <a:ext cx="196850" cy="56515"/>
          </a:xfrm>
          <a:custGeom>
            <a:avLst/>
            <a:gdLst/>
            <a:ahLst/>
            <a:cxnLst/>
            <a:rect l="l" t="t" r="r" b="b"/>
            <a:pathLst>
              <a:path w="196850" h="56514">
                <a:moveTo>
                  <a:pt x="196837" y="45605"/>
                </a:moveTo>
                <a:lnTo>
                  <a:pt x="0" y="45605"/>
                </a:lnTo>
                <a:lnTo>
                  <a:pt x="0" y="56235"/>
                </a:lnTo>
                <a:lnTo>
                  <a:pt x="196837" y="56235"/>
                </a:lnTo>
                <a:lnTo>
                  <a:pt x="196837" y="45605"/>
                </a:lnTo>
                <a:close/>
              </a:path>
              <a:path w="196850" h="56514">
                <a:moveTo>
                  <a:pt x="196837" y="0"/>
                </a:moveTo>
                <a:lnTo>
                  <a:pt x="0" y="0"/>
                </a:lnTo>
                <a:lnTo>
                  <a:pt x="0" y="10642"/>
                </a:lnTo>
                <a:lnTo>
                  <a:pt x="196837" y="10642"/>
                </a:lnTo>
                <a:lnTo>
                  <a:pt x="196837" y="0"/>
                </a:lnTo>
                <a:close/>
              </a:path>
            </a:pathLst>
          </a:custGeom>
          <a:solidFill>
            <a:srgbClr val="D0D2D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" name="object 29" descr=""/>
          <p:cNvSpPr/>
          <p:nvPr/>
        </p:nvSpPr>
        <p:spPr>
          <a:xfrm>
            <a:off x="10058120" y="4726031"/>
            <a:ext cx="196850" cy="56515"/>
          </a:xfrm>
          <a:custGeom>
            <a:avLst/>
            <a:gdLst/>
            <a:ahLst/>
            <a:cxnLst/>
            <a:rect l="l" t="t" r="r" b="b"/>
            <a:pathLst>
              <a:path w="196850" h="56514">
                <a:moveTo>
                  <a:pt x="196837" y="45567"/>
                </a:moveTo>
                <a:lnTo>
                  <a:pt x="0" y="45567"/>
                </a:lnTo>
                <a:lnTo>
                  <a:pt x="0" y="56210"/>
                </a:lnTo>
                <a:lnTo>
                  <a:pt x="196837" y="56210"/>
                </a:lnTo>
                <a:lnTo>
                  <a:pt x="196837" y="45567"/>
                </a:lnTo>
                <a:close/>
              </a:path>
              <a:path w="196850" h="56514">
                <a:moveTo>
                  <a:pt x="196837" y="0"/>
                </a:moveTo>
                <a:lnTo>
                  <a:pt x="0" y="0"/>
                </a:lnTo>
                <a:lnTo>
                  <a:pt x="0" y="10642"/>
                </a:lnTo>
                <a:lnTo>
                  <a:pt x="196837" y="10642"/>
                </a:lnTo>
                <a:lnTo>
                  <a:pt x="196837" y="0"/>
                </a:lnTo>
                <a:close/>
              </a:path>
            </a:pathLst>
          </a:custGeom>
          <a:solidFill>
            <a:srgbClr val="D0D2D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" name="object 30" descr=""/>
          <p:cNvSpPr/>
          <p:nvPr/>
        </p:nvSpPr>
        <p:spPr>
          <a:xfrm>
            <a:off x="10058120" y="4616608"/>
            <a:ext cx="196850" cy="56515"/>
          </a:xfrm>
          <a:custGeom>
            <a:avLst/>
            <a:gdLst/>
            <a:ahLst/>
            <a:cxnLst/>
            <a:rect l="l" t="t" r="r" b="b"/>
            <a:pathLst>
              <a:path w="196850" h="56514">
                <a:moveTo>
                  <a:pt x="196837" y="45593"/>
                </a:moveTo>
                <a:lnTo>
                  <a:pt x="0" y="45593"/>
                </a:lnTo>
                <a:lnTo>
                  <a:pt x="0" y="56222"/>
                </a:lnTo>
                <a:lnTo>
                  <a:pt x="196837" y="56222"/>
                </a:lnTo>
                <a:lnTo>
                  <a:pt x="196837" y="45593"/>
                </a:lnTo>
                <a:close/>
              </a:path>
              <a:path w="196850" h="56514">
                <a:moveTo>
                  <a:pt x="196837" y="0"/>
                </a:moveTo>
                <a:lnTo>
                  <a:pt x="0" y="0"/>
                </a:lnTo>
                <a:lnTo>
                  <a:pt x="0" y="10617"/>
                </a:lnTo>
                <a:lnTo>
                  <a:pt x="196837" y="10617"/>
                </a:lnTo>
                <a:lnTo>
                  <a:pt x="196837" y="0"/>
                </a:lnTo>
                <a:close/>
              </a:path>
            </a:pathLst>
          </a:custGeom>
          <a:solidFill>
            <a:srgbClr val="D0D2D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" name="object 31" descr=""/>
          <p:cNvSpPr/>
          <p:nvPr/>
        </p:nvSpPr>
        <p:spPr>
          <a:xfrm>
            <a:off x="10058120" y="4507197"/>
            <a:ext cx="196850" cy="56515"/>
          </a:xfrm>
          <a:custGeom>
            <a:avLst/>
            <a:gdLst/>
            <a:ahLst/>
            <a:cxnLst/>
            <a:rect l="l" t="t" r="r" b="b"/>
            <a:pathLst>
              <a:path w="196850" h="56514">
                <a:moveTo>
                  <a:pt x="196837" y="45593"/>
                </a:moveTo>
                <a:lnTo>
                  <a:pt x="0" y="45593"/>
                </a:lnTo>
                <a:lnTo>
                  <a:pt x="0" y="56235"/>
                </a:lnTo>
                <a:lnTo>
                  <a:pt x="196837" y="56235"/>
                </a:lnTo>
                <a:lnTo>
                  <a:pt x="196837" y="45593"/>
                </a:lnTo>
                <a:close/>
              </a:path>
              <a:path w="196850" h="56514">
                <a:moveTo>
                  <a:pt x="196837" y="0"/>
                </a:moveTo>
                <a:lnTo>
                  <a:pt x="0" y="0"/>
                </a:lnTo>
                <a:lnTo>
                  <a:pt x="0" y="10642"/>
                </a:lnTo>
                <a:lnTo>
                  <a:pt x="196837" y="10642"/>
                </a:lnTo>
                <a:lnTo>
                  <a:pt x="196837" y="0"/>
                </a:lnTo>
                <a:close/>
              </a:path>
            </a:pathLst>
          </a:custGeom>
          <a:solidFill>
            <a:srgbClr val="D0D2D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" name="object 32" descr=""/>
          <p:cNvSpPr/>
          <p:nvPr/>
        </p:nvSpPr>
        <p:spPr>
          <a:xfrm>
            <a:off x="10058120" y="4397800"/>
            <a:ext cx="275590" cy="56515"/>
          </a:xfrm>
          <a:custGeom>
            <a:avLst/>
            <a:gdLst/>
            <a:ahLst/>
            <a:cxnLst/>
            <a:rect l="l" t="t" r="r" b="b"/>
            <a:pathLst>
              <a:path w="275590" h="56514">
                <a:moveTo>
                  <a:pt x="196850" y="45580"/>
                </a:moveTo>
                <a:lnTo>
                  <a:pt x="0" y="45580"/>
                </a:lnTo>
                <a:lnTo>
                  <a:pt x="0" y="54610"/>
                </a:lnTo>
                <a:lnTo>
                  <a:pt x="0" y="56222"/>
                </a:lnTo>
                <a:lnTo>
                  <a:pt x="196850" y="56222"/>
                </a:lnTo>
                <a:lnTo>
                  <a:pt x="196850" y="54610"/>
                </a:lnTo>
                <a:lnTo>
                  <a:pt x="196850" y="45580"/>
                </a:lnTo>
                <a:close/>
              </a:path>
              <a:path w="275590" h="56514">
                <a:moveTo>
                  <a:pt x="275209" y="0"/>
                </a:moveTo>
                <a:lnTo>
                  <a:pt x="0" y="0"/>
                </a:lnTo>
                <a:lnTo>
                  <a:pt x="0" y="2184"/>
                </a:lnTo>
                <a:lnTo>
                  <a:pt x="0" y="10629"/>
                </a:lnTo>
                <a:lnTo>
                  <a:pt x="275209" y="10629"/>
                </a:lnTo>
                <a:lnTo>
                  <a:pt x="275209" y="2184"/>
                </a:lnTo>
                <a:lnTo>
                  <a:pt x="275209" y="0"/>
                </a:lnTo>
                <a:close/>
              </a:path>
            </a:pathLst>
          </a:custGeom>
          <a:solidFill>
            <a:srgbClr val="D0D2D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" name="object 33" descr=""/>
          <p:cNvSpPr/>
          <p:nvPr/>
        </p:nvSpPr>
        <p:spPr>
          <a:xfrm>
            <a:off x="10058120" y="4288377"/>
            <a:ext cx="275590" cy="56515"/>
          </a:xfrm>
          <a:custGeom>
            <a:avLst/>
            <a:gdLst/>
            <a:ahLst/>
            <a:cxnLst/>
            <a:rect l="l" t="t" r="r" b="b"/>
            <a:pathLst>
              <a:path w="275590" h="56514">
                <a:moveTo>
                  <a:pt x="275209" y="45593"/>
                </a:moveTo>
                <a:lnTo>
                  <a:pt x="0" y="45593"/>
                </a:lnTo>
                <a:lnTo>
                  <a:pt x="0" y="56222"/>
                </a:lnTo>
                <a:lnTo>
                  <a:pt x="275209" y="56222"/>
                </a:lnTo>
                <a:lnTo>
                  <a:pt x="275209" y="45593"/>
                </a:lnTo>
                <a:close/>
              </a:path>
              <a:path w="275590" h="56514">
                <a:moveTo>
                  <a:pt x="275209" y="0"/>
                </a:moveTo>
                <a:lnTo>
                  <a:pt x="0" y="0"/>
                </a:lnTo>
                <a:lnTo>
                  <a:pt x="0" y="10642"/>
                </a:lnTo>
                <a:lnTo>
                  <a:pt x="275209" y="10642"/>
                </a:lnTo>
                <a:lnTo>
                  <a:pt x="275209" y="0"/>
                </a:lnTo>
                <a:close/>
              </a:path>
            </a:pathLst>
          </a:custGeom>
          <a:solidFill>
            <a:srgbClr val="D0D2D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" name="object 34" descr=""/>
          <p:cNvSpPr/>
          <p:nvPr/>
        </p:nvSpPr>
        <p:spPr>
          <a:xfrm>
            <a:off x="10058120" y="4178966"/>
            <a:ext cx="275590" cy="56515"/>
          </a:xfrm>
          <a:custGeom>
            <a:avLst/>
            <a:gdLst/>
            <a:ahLst/>
            <a:cxnLst/>
            <a:rect l="l" t="t" r="r" b="b"/>
            <a:pathLst>
              <a:path w="275590" h="56514">
                <a:moveTo>
                  <a:pt x="275209" y="45593"/>
                </a:moveTo>
                <a:lnTo>
                  <a:pt x="0" y="45593"/>
                </a:lnTo>
                <a:lnTo>
                  <a:pt x="0" y="56235"/>
                </a:lnTo>
                <a:lnTo>
                  <a:pt x="275209" y="56235"/>
                </a:lnTo>
                <a:lnTo>
                  <a:pt x="275209" y="45593"/>
                </a:lnTo>
                <a:close/>
              </a:path>
              <a:path w="275590" h="56514">
                <a:moveTo>
                  <a:pt x="275209" y="0"/>
                </a:moveTo>
                <a:lnTo>
                  <a:pt x="0" y="0"/>
                </a:lnTo>
                <a:lnTo>
                  <a:pt x="0" y="10642"/>
                </a:lnTo>
                <a:lnTo>
                  <a:pt x="275209" y="10642"/>
                </a:lnTo>
                <a:lnTo>
                  <a:pt x="275209" y="0"/>
                </a:lnTo>
                <a:close/>
              </a:path>
            </a:pathLst>
          </a:custGeom>
          <a:solidFill>
            <a:srgbClr val="D0D2D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" name="object 35" descr=""/>
          <p:cNvSpPr/>
          <p:nvPr/>
        </p:nvSpPr>
        <p:spPr>
          <a:xfrm>
            <a:off x="10058120" y="4069543"/>
            <a:ext cx="275590" cy="56515"/>
          </a:xfrm>
          <a:custGeom>
            <a:avLst/>
            <a:gdLst/>
            <a:ahLst/>
            <a:cxnLst/>
            <a:rect l="l" t="t" r="r" b="b"/>
            <a:pathLst>
              <a:path w="275590" h="56514">
                <a:moveTo>
                  <a:pt x="275209" y="45593"/>
                </a:moveTo>
                <a:lnTo>
                  <a:pt x="0" y="45593"/>
                </a:lnTo>
                <a:lnTo>
                  <a:pt x="0" y="56235"/>
                </a:lnTo>
                <a:lnTo>
                  <a:pt x="275209" y="56235"/>
                </a:lnTo>
                <a:lnTo>
                  <a:pt x="275209" y="45593"/>
                </a:lnTo>
                <a:close/>
              </a:path>
              <a:path w="275590" h="56514">
                <a:moveTo>
                  <a:pt x="275209" y="0"/>
                </a:moveTo>
                <a:lnTo>
                  <a:pt x="0" y="0"/>
                </a:lnTo>
                <a:lnTo>
                  <a:pt x="0" y="10642"/>
                </a:lnTo>
                <a:lnTo>
                  <a:pt x="275209" y="10642"/>
                </a:lnTo>
                <a:lnTo>
                  <a:pt x="275209" y="0"/>
                </a:lnTo>
                <a:close/>
              </a:path>
            </a:pathLst>
          </a:custGeom>
          <a:solidFill>
            <a:srgbClr val="D0D2D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" name="object 36" descr=""/>
          <p:cNvSpPr/>
          <p:nvPr/>
        </p:nvSpPr>
        <p:spPr>
          <a:xfrm>
            <a:off x="10058120" y="3960145"/>
            <a:ext cx="275590" cy="56515"/>
          </a:xfrm>
          <a:custGeom>
            <a:avLst/>
            <a:gdLst/>
            <a:ahLst/>
            <a:cxnLst/>
            <a:rect l="l" t="t" r="r" b="b"/>
            <a:pathLst>
              <a:path w="275590" h="56514">
                <a:moveTo>
                  <a:pt x="275209" y="45580"/>
                </a:moveTo>
                <a:lnTo>
                  <a:pt x="0" y="45580"/>
                </a:lnTo>
                <a:lnTo>
                  <a:pt x="0" y="56222"/>
                </a:lnTo>
                <a:lnTo>
                  <a:pt x="275209" y="56222"/>
                </a:lnTo>
                <a:lnTo>
                  <a:pt x="275209" y="45580"/>
                </a:lnTo>
                <a:close/>
              </a:path>
              <a:path w="275590" h="56514">
                <a:moveTo>
                  <a:pt x="275209" y="0"/>
                </a:moveTo>
                <a:lnTo>
                  <a:pt x="0" y="0"/>
                </a:lnTo>
                <a:lnTo>
                  <a:pt x="0" y="10629"/>
                </a:lnTo>
                <a:lnTo>
                  <a:pt x="275209" y="10629"/>
                </a:lnTo>
                <a:lnTo>
                  <a:pt x="275209" y="0"/>
                </a:lnTo>
                <a:close/>
              </a:path>
            </a:pathLst>
          </a:custGeom>
          <a:solidFill>
            <a:srgbClr val="D0D2D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" name="object 37" descr=""/>
          <p:cNvSpPr/>
          <p:nvPr/>
        </p:nvSpPr>
        <p:spPr>
          <a:xfrm>
            <a:off x="10058120" y="3850734"/>
            <a:ext cx="275590" cy="56515"/>
          </a:xfrm>
          <a:custGeom>
            <a:avLst/>
            <a:gdLst/>
            <a:ahLst/>
            <a:cxnLst/>
            <a:rect l="l" t="t" r="r" b="b"/>
            <a:pathLst>
              <a:path w="275590" h="56514">
                <a:moveTo>
                  <a:pt x="275209" y="45580"/>
                </a:moveTo>
                <a:lnTo>
                  <a:pt x="0" y="45580"/>
                </a:lnTo>
                <a:lnTo>
                  <a:pt x="0" y="56222"/>
                </a:lnTo>
                <a:lnTo>
                  <a:pt x="275209" y="56222"/>
                </a:lnTo>
                <a:lnTo>
                  <a:pt x="275209" y="45580"/>
                </a:lnTo>
                <a:close/>
              </a:path>
              <a:path w="275590" h="56514">
                <a:moveTo>
                  <a:pt x="275209" y="0"/>
                </a:moveTo>
                <a:lnTo>
                  <a:pt x="0" y="0"/>
                </a:lnTo>
                <a:lnTo>
                  <a:pt x="0" y="10642"/>
                </a:lnTo>
                <a:lnTo>
                  <a:pt x="275209" y="10642"/>
                </a:lnTo>
                <a:lnTo>
                  <a:pt x="275209" y="0"/>
                </a:lnTo>
                <a:close/>
              </a:path>
            </a:pathLst>
          </a:custGeom>
          <a:solidFill>
            <a:srgbClr val="D0D2D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" name="object 38" descr=""/>
          <p:cNvSpPr/>
          <p:nvPr/>
        </p:nvSpPr>
        <p:spPr>
          <a:xfrm>
            <a:off x="10058120" y="3741337"/>
            <a:ext cx="275590" cy="56515"/>
          </a:xfrm>
          <a:custGeom>
            <a:avLst/>
            <a:gdLst/>
            <a:ahLst/>
            <a:cxnLst/>
            <a:rect l="l" t="t" r="r" b="b"/>
            <a:pathLst>
              <a:path w="275590" h="56514">
                <a:moveTo>
                  <a:pt x="275209" y="45554"/>
                </a:moveTo>
                <a:lnTo>
                  <a:pt x="0" y="45554"/>
                </a:lnTo>
                <a:lnTo>
                  <a:pt x="0" y="56222"/>
                </a:lnTo>
                <a:lnTo>
                  <a:pt x="275209" y="56222"/>
                </a:lnTo>
                <a:lnTo>
                  <a:pt x="275209" y="45554"/>
                </a:lnTo>
                <a:close/>
              </a:path>
              <a:path w="275590" h="56514">
                <a:moveTo>
                  <a:pt x="275209" y="0"/>
                </a:moveTo>
                <a:lnTo>
                  <a:pt x="0" y="0"/>
                </a:lnTo>
                <a:lnTo>
                  <a:pt x="0" y="10629"/>
                </a:lnTo>
                <a:lnTo>
                  <a:pt x="275209" y="10629"/>
                </a:lnTo>
                <a:lnTo>
                  <a:pt x="275209" y="0"/>
                </a:lnTo>
                <a:close/>
              </a:path>
            </a:pathLst>
          </a:custGeom>
          <a:solidFill>
            <a:srgbClr val="D0D2D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" name="object 39" descr=""/>
          <p:cNvSpPr/>
          <p:nvPr/>
        </p:nvSpPr>
        <p:spPr>
          <a:xfrm>
            <a:off x="10058120" y="3631913"/>
            <a:ext cx="275590" cy="56515"/>
          </a:xfrm>
          <a:custGeom>
            <a:avLst/>
            <a:gdLst/>
            <a:ahLst/>
            <a:cxnLst/>
            <a:rect l="l" t="t" r="r" b="b"/>
            <a:pathLst>
              <a:path w="275590" h="56514">
                <a:moveTo>
                  <a:pt x="275209" y="45593"/>
                </a:moveTo>
                <a:lnTo>
                  <a:pt x="0" y="45593"/>
                </a:lnTo>
                <a:lnTo>
                  <a:pt x="0" y="56222"/>
                </a:lnTo>
                <a:lnTo>
                  <a:pt x="275209" y="56222"/>
                </a:lnTo>
                <a:lnTo>
                  <a:pt x="275209" y="45593"/>
                </a:lnTo>
                <a:close/>
              </a:path>
              <a:path w="275590" h="56514">
                <a:moveTo>
                  <a:pt x="275209" y="0"/>
                </a:moveTo>
                <a:lnTo>
                  <a:pt x="0" y="0"/>
                </a:lnTo>
                <a:lnTo>
                  <a:pt x="0" y="10629"/>
                </a:lnTo>
                <a:lnTo>
                  <a:pt x="275209" y="10629"/>
                </a:lnTo>
                <a:lnTo>
                  <a:pt x="275209" y="0"/>
                </a:lnTo>
                <a:close/>
              </a:path>
            </a:pathLst>
          </a:custGeom>
          <a:solidFill>
            <a:srgbClr val="D0D2D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" name="object 40" descr=""/>
          <p:cNvSpPr/>
          <p:nvPr/>
        </p:nvSpPr>
        <p:spPr>
          <a:xfrm>
            <a:off x="10058120" y="3522503"/>
            <a:ext cx="275590" cy="56515"/>
          </a:xfrm>
          <a:custGeom>
            <a:avLst/>
            <a:gdLst/>
            <a:ahLst/>
            <a:cxnLst/>
            <a:rect l="l" t="t" r="r" b="b"/>
            <a:pathLst>
              <a:path w="275590" h="56514">
                <a:moveTo>
                  <a:pt x="275209" y="45580"/>
                </a:moveTo>
                <a:lnTo>
                  <a:pt x="0" y="45580"/>
                </a:lnTo>
                <a:lnTo>
                  <a:pt x="0" y="56222"/>
                </a:lnTo>
                <a:lnTo>
                  <a:pt x="275209" y="56222"/>
                </a:lnTo>
                <a:lnTo>
                  <a:pt x="275209" y="45580"/>
                </a:lnTo>
                <a:close/>
              </a:path>
              <a:path w="275590" h="56514">
                <a:moveTo>
                  <a:pt x="275209" y="0"/>
                </a:moveTo>
                <a:lnTo>
                  <a:pt x="0" y="0"/>
                </a:lnTo>
                <a:lnTo>
                  <a:pt x="0" y="10629"/>
                </a:lnTo>
                <a:lnTo>
                  <a:pt x="275209" y="10629"/>
                </a:lnTo>
                <a:lnTo>
                  <a:pt x="275209" y="0"/>
                </a:lnTo>
                <a:close/>
              </a:path>
            </a:pathLst>
          </a:custGeom>
          <a:solidFill>
            <a:srgbClr val="D0D2D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" name="object 41" descr=""/>
          <p:cNvSpPr/>
          <p:nvPr/>
        </p:nvSpPr>
        <p:spPr>
          <a:xfrm>
            <a:off x="10058120" y="3413080"/>
            <a:ext cx="275590" cy="56515"/>
          </a:xfrm>
          <a:custGeom>
            <a:avLst/>
            <a:gdLst/>
            <a:ahLst/>
            <a:cxnLst/>
            <a:rect l="l" t="t" r="r" b="b"/>
            <a:pathLst>
              <a:path w="275590" h="56514">
                <a:moveTo>
                  <a:pt x="275209" y="45593"/>
                </a:moveTo>
                <a:lnTo>
                  <a:pt x="0" y="45593"/>
                </a:lnTo>
                <a:lnTo>
                  <a:pt x="0" y="56235"/>
                </a:lnTo>
                <a:lnTo>
                  <a:pt x="275209" y="56235"/>
                </a:lnTo>
                <a:lnTo>
                  <a:pt x="275209" y="45593"/>
                </a:lnTo>
                <a:close/>
              </a:path>
              <a:path w="275590" h="56514">
                <a:moveTo>
                  <a:pt x="275209" y="0"/>
                </a:moveTo>
                <a:lnTo>
                  <a:pt x="0" y="0"/>
                </a:lnTo>
                <a:lnTo>
                  <a:pt x="0" y="10655"/>
                </a:lnTo>
                <a:lnTo>
                  <a:pt x="275209" y="10655"/>
                </a:lnTo>
                <a:lnTo>
                  <a:pt x="275209" y="0"/>
                </a:lnTo>
                <a:close/>
              </a:path>
            </a:pathLst>
          </a:custGeom>
          <a:solidFill>
            <a:srgbClr val="D0D2D2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2" name="object 42" descr=""/>
          <p:cNvGrpSpPr/>
          <p:nvPr/>
        </p:nvGrpSpPr>
        <p:grpSpPr>
          <a:xfrm>
            <a:off x="9952786" y="3037834"/>
            <a:ext cx="741045" cy="2679700"/>
            <a:chOff x="9952786" y="3037834"/>
            <a:chExt cx="741045" cy="2679700"/>
          </a:xfrm>
        </p:grpSpPr>
        <p:sp>
          <p:nvSpPr>
            <p:cNvPr id="43" name="object 43" descr=""/>
            <p:cNvSpPr/>
            <p:nvPr/>
          </p:nvSpPr>
          <p:spPr>
            <a:xfrm>
              <a:off x="10435274" y="3063320"/>
              <a:ext cx="200660" cy="272415"/>
            </a:xfrm>
            <a:custGeom>
              <a:avLst/>
              <a:gdLst/>
              <a:ahLst/>
              <a:cxnLst/>
              <a:rect l="l" t="t" r="r" b="b"/>
              <a:pathLst>
                <a:path w="200659" h="272414">
                  <a:moveTo>
                    <a:pt x="200465" y="0"/>
                  </a:moveTo>
                  <a:lnTo>
                    <a:pt x="0" y="0"/>
                  </a:lnTo>
                  <a:lnTo>
                    <a:pt x="0" y="271887"/>
                  </a:lnTo>
                  <a:lnTo>
                    <a:pt x="200465" y="271887"/>
                  </a:lnTo>
                  <a:lnTo>
                    <a:pt x="200465" y="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9952786" y="3037834"/>
              <a:ext cx="741045" cy="2679700"/>
            </a:xfrm>
            <a:custGeom>
              <a:avLst/>
              <a:gdLst/>
              <a:ahLst/>
              <a:cxnLst/>
              <a:rect l="l" t="t" r="r" b="b"/>
              <a:pathLst>
                <a:path w="741045" h="2679700">
                  <a:moveTo>
                    <a:pt x="740710" y="0"/>
                  </a:moveTo>
                  <a:lnTo>
                    <a:pt x="380553" y="0"/>
                  </a:lnTo>
                  <a:lnTo>
                    <a:pt x="160546" y="26703"/>
                  </a:lnTo>
                  <a:lnTo>
                    <a:pt x="47569" y="91508"/>
                  </a:lnTo>
                  <a:lnTo>
                    <a:pt x="5946" y="244731"/>
                  </a:lnTo>
                  <a:lnTo>
                    <a:pt x="0" y="536685"/>
                  </a:lnTo>
                  <a:lnTo>
                    <a:pt x="0" y="2679164"/>
                  </a:lnTo>
                  <a:lnTo>
                    <a:pt x="101934" y="2679164"/>
                  </a:lnTo>
                  <a:lnTo>
                    <a:pt x="101934" y="536685"/>
                  </a:lnTo>
                  <a:lnTo>
                    <a:pt x="149295" y="457384"/>
                  </a:lnTo>
                  <a:lnTo>
                    <a:pt x="194105" y="412069"/>
                  </a:lnTo>
                  <a:lnTo>
                    <a:pt x="262484" y="383747"/>
                  </a:lnTo>
                  <a:lnTo>
                    <a:pt x="380553" y="355423"/>
                  </a:lnTo>
                  <a:lnTo>
                    <a:pt x="482477" y="355423"/>
                  </a:lnTo>
                  <a:lnTo>
                    <a:pt x="482477" y="322848"/>
                  </a:lnTo>
                  <a:lnTo>
                    <a:pt x="740710" y="322848"/>
                  </a:lnTo>
                  <a:lnTo>
                    <a:pt x="740710" y="297362"/>
                  </a:lnTo>
                  <a:lnTo>
                    <a:pt x="482487" y="297362"/>
                  </a:lnTo>
                  <a:lnTo>
                    <a:pt x="482487" y="25475"/>
                  </a:lnTo>
                  <a:lnTo>
                    <a:pt x="740710" y="25475"/>
                  </a:lnTo>
                  <a:lnTo>
                    <a:pt x="740710" y="0"/>
                  </a:lnTo>
                  <a:close/>
                </a:path>
                <a:path w="741045" h="2679700">
                  <a:moveTo>
                    <a:pt x="482477" y="355423"/>
                  </a:moveTo>
                  <a:lnTo>
                    <a:pt x="380553" y="355423"/>
                  </a:lnTo>
                  <a:lnTo>
                    <a:pt x="380553" y="2679164"/>
                  </a:lnTo>
                  <a:lnTo>
                    <a:pt x="482477" y="2679164"/>
                  </a:lnTo>
                  <a:lnTo>
                    <a:pt x="482477" y="355423"/>
                  </a:lnTo>
                  <a:close/>
                </a:path>
                <a:path w="741045" h="2679700">
                  <a:moveTo>
                    <a:pt x="740710" y="322848"/>
                  </a:moveTo>
                  <a:lnTo>
                    <a:pt x="682953" y="322848"/>
                  </a:lnTo>
                  <a:lnTo>
                    <a:pt x="682953" y="2679164"/>
                  </a:lnTo>
                  <a:lnTo>
                    <a:pt x="740710" y="2679164"/>
                  </a:lnTo>
                  <a:lnTo>
                    <a:pt x="740710" y="322848"/>
                  </a:lnTo>
                  <a:close/>
                </a:path>
                <a:path w="741045" h="2679700">
                  <a:moveTo>
                    <a:pt x="740710" y="25475"/>
                  </a:moveTo>
                  <a:lnTo>
                    <a:pt x="682953" y="25475"/>
                  </a:lnTo>
                  <a:lnTo>
                    <a:pt x="682953" y="297362"/>
                  </a:lnTo>
                  <a:lnTo>
                    <a:pt x="740710" y="297362"/>
                  </a:lnTo>
                  <a:lnTo>
                    <a:pt x="740710" y="25475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5" name="object 45" descr=""/>
          <p:cNvGrpSpPr/>
          <p:nvPr/>
        </p:nvGrpSpPr>
        <p:grpSpPr>
          <a:xfrm>
            <a:off x="10686078" y="2665789"/>
            <a:ext cx="904240" cy="3051810"/>
            <a:chOff x="10686078" y="2665789"/>
            <a:chExt cx="904240" cy="3051810"/>
          </a:xfrm>
        </p:grpSpPr>
        <p:sp>
          <p:nvSpPr>
            <p:cNvPr id="46" name="object 46" descr=""/>
            <p:cNvSpPr/>
            <p:nvPr/>
          </p:nvSpPr>
          <p:spPr>
            <a:xfrm>
              <a:off x="10854342" y="2723781"/>
              <a:ext cx="735965" cy="2993390"/>
            </a:xfrm>
            <a:custGeom>
              <a:avLst/>
              <a:gdLst/>
              <a:ahLst/>
              <a:cxnLst/>
              <a:rect l="l" t="t" r="r" b="b"/>
              <a:pathLst>
                <a:path w="735965" h="2993390">
                  <a:moveTo>
                    <a:pt x="598986" y="0"/>
                  </a:moveTo>
                  <a:lnTo>
                    <a:pt x="0" y="90635"/>
                  </a:lnTo>
                  <a:lnTo>
                    <a:pt x="0" y="2993207"/>
                  </a:lnTo>
                  <a:lnTo>
                    <a:pt x="726365" y="2993207"/>
                  </a:lnTo>
                  <a:lnTo>
                    <a:pt x="733386" y="1943636"/>
                  </a:lnTo>
                  <a:lnTo>
                    <a:pt x="735726" y="1367834"/>
                  </a:lnTo>
                  <a:lnTo>
                    <a:pt x="733386" y="1062449"/>
                  </a:lnTo>
                  <a:lnTo>
                    <a:pt x="726365" y="824131"/>
                  </a:lnTo>
                  <a:lnTo>
                    <a:pt x="706520" y="585426"/>
                  </a:lnTo>
                  <a:lnTo>
                    <a:pt x="675031" y="414622"/>
                  </a:lnTo>
                  <a:lnTo>
                    <a:pt x="645883" y="311961"/>
                  </a:lnTo>
                  <a:lnTo>
                    <a:pt x="633059" y="277687"/>
                  </a:lnTo>
                  <a:lnTo>
                    <a:pt x="598986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10763529" y="2801549"/>
              <a:ext cx="817244" cy="2915920"/>
            </a:xfrm>
            <a:custGeom>
              <a:avLst/>
              <a:gdLst/>
              <a:ahLst/>
              <a:cxnLst/>
              <a:rect l="l" t="t" r="r" b="b"/>
              <a:pathLst>
                <a:path w="817245" h="2915920">
                  <a:moveTo>
                    <a:pt x="219900" y="199923"/>
                  </a:moveTo>
                  <a:lnTo>
                    <a:pt x="90805" y="199923"/>
                  </a:lnTo>
                  <a:lnTo>
                    <a:pt x="90805" y="0"/>
                  </a:lnTo>
                  <a:lnTo>
                    <a:pt x="0" y="0"/>
                  </a:lnTo>
                  <a:lnTo>
                    <a:pt x="0" y="1598434"/>
                  </a:lnTo>
                  <a:lnTo>
                    <a:pt x="90805" y="1598434"/>
                  </a:lnTo>
                  <a:lnTo>
                    <a:pt x="90805" y="1524355"/>
                  </a:lnTo>
                  <a:lnTo>
                    <a:pt x="219900" y="1524355"/>
                  </a:lnTo>
                  <a:lnTo>
                    <a:pt x="219900" y="1499387"/>
                  </a:lnTo>
                  <a:lnTo>
                    <a:pt x="90805" y="1499387"/>
                  </a:lnTo>
                  <a:lnTo>
                    <a:pt x="90805" y="1394421"/>
                  </a:lnTo>
                  <a:lnTo>
                    <a:pt x="219900" y="1394421"/>
                  </a:lnTo>
                  <a:lnTo>
                    <a:pt x="219900" y="1369428"/>
                  </a:lnTo>
                  <a:lnTo>
                    <a:pt x="90805" y="1369428"/>
                  </a:lnTo>
                  <a:lnTo>
                    <a:pt x="90805" y="1264475"/>
                  </a:lnTo>
                  <a:lnTo>
                    <a:pt x="219900" y="1264475"/>
                  </a:lnTo>
                  <a:lnTo>
                    <a:pt x="219900" y="1239507"/>
                  </a:lnTo>
                  <a:lnTo>
                    <a:pt x="90805" y="1239507"/>
                  </a:lnTo>
                  <a:lnTo>
                    <a:pt x="90805" y="1134529"/>
                  </a:lnTo>
                  <a:lnTo>
                    <a:pt x="219900" y="1134529"/>
                  </a:lnTo>
                  <a:lnTo>
                    <a:pt x="219900" y="1109548"/>
                  </a:lnTo>
                  <a:lnTo>
                    <a:pt x="90805" y="1109548"/>
                  </a:lnTo>
                  <a:lnTo>
                    <a:pt x="90805" y="1004582"/>
                  </a:lnTo>
                  <a:lnTo>
                    <a:pt x="219900" y="1004582"/>
                  </a:lnTo>
                  <a:lnTo>
                    <a:pt x="219900" y="979601"/>
                  </a:lnTo>
                  <a:lnTo>
                    <a:pt x="90805" y="979601"/>
                  </a:lnTo>
                  <a:lnTo>
                    <a:pt x="90805" y="874636"/>
                  </a:lnTo>
                  <a:lnTo>
                    <a:pt x="219900" y="874636"/>
                  </a:lnTo>
                  <a:lnTo>
                    <a:pt x="219900" y="849668"/>
                  </a:lnTo>
                  <a:lnTo>
                    <a:pt x="90805" y="849668"/>
                  </a:lnTo>
                  <a:lnTo>
                    <a:pt x="90805" y="744689"/>
                  </a:lnTo>
                  <a:lnTo>
                    <a:pt x="219900" y="744689"/>
                  </a:lnTo>
                  <a:lnTo>
                    <a:pt x="219900" y="719709"/>
                  </a:lnTo>
                  <a:lnTo>
                    <a:pt x="90805" y="719709"/>
                  </a:lnTo>
                  <a:lnTo>
                    <a:pt x="90805" y="614743"/>
                  </a:lnTo>
                  <a:lnTo>
                    <a:pt x="219900" y="614743"/>
                  </a:lnTo>
                  <a:lnTo>
                    <a:pt x="219900" y="589762"/>
                  </a:lnTo>
                  <a:lnTo>
                    <a:pt x="90805" y="589762"/>
                  </a:lnTo>
                  <a:lnTo>
                    <a:pt x="90805" y="484797"/>
                  </a:lnTo>
                  <a:lnTo>
                    <a:pt x="219900" y="484797"/>
                  </a:lnTo>
                  <a:lnTo>
                    <a:pt x="219900" y="459816"/>
                  </a:lnTo>
                  <a:lnTo>
                    <a:pt x="90805" y="459816"/>
                  </a:lnTo>
                  <a:lnTo>
                    <a:pt x="90805" y="354850"/>
                  </a:lnTo>
                  <a:lnTo>
                    <a:pt x="219900" y="354850"/>
                  </a:lnTo>
                  <a:lnTo>
                    <a:pt x="219900" y="329882"/>
                  </a:lnTo>
                  <a:lnTo>
                    <a:pt x="90805" y="329882"/>
                  </a:lnTo>
                  <a:lnTo>
                    <a:pt x="90805" y="224904"/>
                  </a:lnTo>
                  <a:lnTo>
                    <a:pt x="219900" y="224904"/>
                  </a:lnTo>
                  <a:lnTo>
                    <a:pt x="219900" y="199923"/>
                  </a:lnTo>
                  <a:close/>
                </a:path>
                <a:path w="817245" h="2915920">
                  <a:moveTo>
                    <a:pt x="817168" y="2708872"/>
                  </a:moveTo>
                  <a:lnTo>
                    <a:pt x="788022" y="2708872"/>
                  </a:lnTo>
                  <a:lnTo>
                    <a:pt x="788022" y="2499322"/>
                  </a:lnTo>
                  <a:lnTo>
                    <a:pt x="763028" y="2499322"/>
                  </a:lnTo>
                  <a:lnTo>
                    <a:pt x="763028" y="2708872"/>
                  </a:lnTo>
                  <a:lnTo>
                    <a:pt x="691984" y="2708872"/>
                  </a:lnTo>
                  <a:lnTo>
                    <a:pt x="691984" y="2499322"/>
                  </a:lnTo>
                  <a:lnTo>
                    <a:pt x="666991" y="2499322"/>
                  </a:lnTo>
                  <a:lnTo>
                    <a:pt x="666991" y="2708872"/>
                  </a:lnTo>
                  <a:lnTo>
                    <a:pt x="595947" y="2708872"/>
                  </a:lnTo>
                  <a:lnTo>
                    <a:pt x="595947" y="2499322"/>
                  </a:lnTo>
                  <a:lnTo>
                    <a:pt x="570966" y="2499322"/>
                  </a:lnTo>
                  <a:lnTo>
                    <a:pt x="570966" y="2708872"/>
                  </a:lnTo>
                  <a:lnTo>
                    <a:pt x="499922" y="2708872"/>
                  </a:lnTo>
                  <a:lnTo>
                    <a:pt x="499922" y="2499322"/>
                  </a:lnTo>
                  <a:lnTo>
                    <a:pt x="474941" y="2499322"/>
                  </a:lnTo>
                  <a:lnTo>
                    <a:pt x="474941" y="2708872"/>
                  </a:lnTo>
                  <a:lnTo>
                    <a:pt x="403898" y="2708872"/>
                  </a:lnTo>
                  <a:lnTo>
                    <a:pt x="403898" y="2499322"/>
                  </a:lnTo>
                  <a:lnTo>
                    <a:pt x="378891" y="2499322"/>
                  </a:lnTo>
                  <a:lnTo>
                    <a:pt x="378891" y="2708872"/>
                  </a:lnTo>
                  <a:lnTo>
                    <a:pt x="307860" y="2708872"/>
                  </a:lnTo>
                  <a:lnTo>
                    <a:pt x="307860" y="2499322"/>
                  </a:lnTo>
                  <a:lnTo>
                    <a:pt x="282867" y="2499322"/>
                  </a:lnTo>
                  <a:lnTo>
                    <a:pt x="282867" y="2708872"/>
                  </a:lnTo>
                  <a:lnTo>
                    <a:pt x="271170" y="2708872"/>
                  </a:lnTo>
                  <a:lnTo>
                    <a:pt x="271170" y="2915882"/>
                  </a:lnTo>
                  <a:lnTo>
                    <a:pt x="817168" y="2915882"/>
                  </a:lnTo>
                  <a:lnTo>
                    <a:pt x="817168" y="2708872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10983430" y="2985661"/>
              <a:ext cx="504190" cy="15875"/>
            </a:xfrm>
            <a:custGeom>
              <a:avLst/>
              <a:gdLst/>
              <a:ahLst/>
              <a:cxnLst/>
              <a:rect l="l" t="t" r="r" b="b"/>
              <a:pathLst>
                <a:path w="504190" h="15875">
                  <a:moveTo>
                    <a:pt x="65913" y="0"/>
                  </a:moveTo>
                  <a:lnTo>
                    <a:pt x="0" y="0"/>
                  </a:lnTo>
                  <a:lnTo>
                    <a:pt x="0" y="15811"/>
                  </a:lnTo>
                  <a:lnTo>
                    <a:pt x="65913" y="15811"/>
                  </a:lnTo>
                  <a:lnTo>
                    <a:pt x="65913" y="0"/>
                  </a:lnTo>
                  <a:close/>
                </a:path>
                <a:path w="504190" h="15875">
                  <a:moveTo>
                    <a:pt x="503961" y="0"/>
                  </a:moveTo>
                  <a:lnTo>
                    <a:pt x="152730" y="0"/>
                  </a:lnTo>
                  <a:lnTo>
                    <a:pt x="152730" y="15811"/>
                  </a:lnTo>
                  <a:lnTo>
                    <a:pt x="503961" y="15811"/>
                  </a:lnTo>
                  <a:lnTo>
                    <a:pt x="503961" y="0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10686072" y="2665799"/>
              <a:ext cx="900430" cy="335915"/>
            </a:xfrm>
            <a:custGeom>
              <a:avLst/>
              <a:gdLst/>
              <a:ahLst/>
              <a:cxnLst/>
              <a:rect l="l" t="t" r="r" b="b"/>
              <a:pathLst>
                <a:path w="900429" h="335914">
                  <a:moveTo>
                    <a:pt x="297357" y="212394"/>
                  </a:moveTo>
                  <a:lnTo>
                    <a:pt x="168262" y="212394"/>
                  </a:lnTo>
                  <a:lnTo>
                    <a:pt x="168262" y="335673"/>
                  </a:lnTo>
                  <a:lnTo>
                    <a:pt x="297357" y="335673"/>
                  </a:lnTo>
                  <a:lnTo>
                    <a:pt x="297357" y="212394"/>
                  </a:lnTo>
                  <a:close/>
                </a:path>
                <a:path w="900429" h="335914">
                  <a:moveTo>
                    <a:pt x="665543" y="180733"/>
                  </a:moveTo>
                  <a:lnTo>
                    <a:pt x="523951" y="180733"/>
                  </a:lnTo>
                  <a:lnTo>
                    <a:pt x="523951" y="160413"/>
                  </a:lnTo>
                  <a:lnTo>
                    <a:pt x="357339" y="160413"/>
                  </a:lnTo>
                  <a:lnTo>
                    <a:pt x="357339" y="180733"/>
                  </a:lnTo>
                  <a:lnTo>
                    <a:pt x="357339" y="240423"/>
                  </a:lnTo>
                  <a:lnTo>
                    <a:pt x="357339" y="286143"/>
                  </a:lnTo>
                  <a:lnTo>
                    <a:pt x="523951" y="286143"/>
                  </a:lnTo>
                  <a:lnTo>
                    <a:pt x="523951" y="240423"/>
                  </a:lnTo>
                  <a:lnTo>
                    <a:pt x="665543" y="240423"/>
                  </a:lnTo>
                  <a:lnTo>
                    <a:pt x="665543" y="180733"/>
                  </a:lnTo>
                  <a:close/>
                </a:path>
                <a:path w="900429" h="335914">
                  <a:moveTo>
                    <a:pt x="900188" y="37884"/>
                  </a:moveTo>
                  <a:lnTo>
                    <a:pt x="894448" y="0"/>
                  </a:lnTo>
                  <a:lnTo>
                    <a:pt x="0" y="135331"/>
                  </a:lnTo>
                  <a:lnTo>
                    <a:pt x="5727" y="173215"/>
                  </a:lnTo>
                  <a:lnTo>
                    <a:pt x="900188" y="37884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10866820" y="2923167"/>
              <a:ext cx="52069" cy="78740"/>
            </a:xfrm>
            <a:custGeom>
              <a:avLst/>
              <a:gdLst/>
              <a:ahLst/>
              <a:cxnLst/>
              <a:rect l="l" t="t" r="r" b="b"/>
              <a:pathLst>
                <a:path w="52070" h="78739">
                  <a:moveTo>
                    <a:pt x="52071" y="0"/>
                  </a:moveTo>
                  <a:lnTo>
                    <a:pt x="0" y="0"/>
                  </a:lnTo>
                  <a:lnTo>
                    <a:pt x="0" y="78301"/>
                  </a:lnTo>
                  <a:lnTo>
                    <a:pt x="52071" y="78301"/>
                  </a:lnTo>
                  <a:lnTo>
                    <a:pt x="52071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10854334" y="3095630"/>
              <a:ext cx="728980" cy="2205355"/>
            </a:xfrm>
            <a:custGeom>
              <a:avLst/>
              <a:gdLst/>
              <a:ahLst/>
              <a:cxnLst/>
              <a:rect l="l" t="t" r="r" b="b"/>
              <a:pathLst>
                <a:path w="728979" h="2205354">
                  <a:moveTo>
                    <a:pt x="195008" y="2169071"/>
                  </a:moveTo>
                  <a:lnTo>
                    <a:pt x="180365" y="2169071"/>
                  </a:lnTo>
                  <a:lnTo>
                    <a:pt x="180365" y="2204872"/>
                  </a:lnTo>
                  <a:lnTo>
                    <a:pt x="195008" y="2204872"/>
                  </a:lnTo>
                  <a:lnTo>
                    <a:pt x="195008" y="2169071"/>
                  </a:lnTo>
                  <a:close/>
                </a:path>
                <a:path w="728979" h="2205354">
                  <a:moveTo>
                    <a:pt x="195008" y="2079117"/>
                  </a:moveTo>
                  <a:lnTo>
                    <a:pt x="180365" y="2079117"/>
                  </a:lnTo>
                  <a:lnTo>
                    <a:pt x="180365" y="2114918"/>
                  </a:lnTo>
                  <a:lnTo>
                    <a:pt x="195008" y="2114918"/>
                  </a:lnTo>
                  <a:lnTo>
                    <a:pt x="195008" y="2079117"/>
                  </a:lnTo>
                  <a:close/>
                </a:path>
                <a:path w="728979" h="2205354">
                  <a:moveTo>
                    <a:pt x="195008" y="1949183"/>
                  </a:moveTo>
                  <a:lnTo>
                    <a:pt x="180365" y="1949183"/>
                  </a:lnTo>
                  <a:lnTo>
                    <a:pt x="180365" y="1984971"/>
                  </a:lnTo>
                  <a:lnTo>
                    <a:pt x="195008" y="1984971"/>
                  </a:lnTo>
                  <a:lnTo>
                    <a:pt x="195008" y="1949183"/>
                  </a:lnTo>
                  <a:close/>
                </a:path>
                <a:path w="728979" h="2205354">
                  <a:moveTo>
                    <a:pt x="195008" y="1819236"/>
                  </a:moveTo>
                  <a:lnTo>
                    <a:pt x="180365" y="1819236"/>
                  </a:lnTo>
                  <a:lnTo>
                    <a:pt x="180365" y="1855025"/>
                  </a:lnTo>
                  <a:lnTo>
                    <a:pt x="195008" y="1855025"/>
                  </a:lnTo>
                  <a:lnTo>
                    <a:pt x="195008" y="1819236"/>
                  </a:lnTo>
                  <a:close/>
                </a:path>
                <a:path w="728979" h="2205354">
                  <a:moveTo>
                    <a:pt x="195008" y="1689303"/>
                  </a:moveTo>
                  <a:lnTo>
                    <a:pt x="180365" y="1689303"/>
                  </a:lnTo>
                  <a:lnTo>
                    <a:pt x="180365" y="1725091"/>
                  </a:lnTo>
                  <a:lnTo>
                    <a:pt x="195008" y="1725091"/>
                  </a:lnTo>
                  <a:lnTo>
                    <a:pt x="195008" y="1689303"/>
                  </a:lnTo>
                  <a:close/>
                </a:path>
                <a:path w="728979" h="2205354">
                  <a:moveTo>
                    <a:pt x="195008" y="1560563"/>
                  </a:moveTo>
                  <a:lnTo>
                    <a:pt x="180365" y="1560563"/>
                  </a:lnTo>
                  <a:lnTo>
                    <a:pt x="180365" y="1596351"/>
                  </a:lnTo>
                  <a:lnTo>
                    <a:pt x="195008" y="1596351"/>
                  </a:lnTo>
                  <a:lnTo>
                    <a:pt x="195008" y="1560563"/>
                  </a:lnTo>
                  <a:close/>
                </a:path>
                <a:path w="728979" h="2205354">
                  <a:moveTo>
                    <a:pt x="195008" y="1430604"/>
                  </a:moveTo>
                  <a:lnTo>
                    <a:pt x="180365" y="1430604"/>
                  </a:lnTo>
                  <a:lnTo>
                    <a:pt x="180365" y="1466405"/>
                  </a:lnTo>
                  <a:lnTo>
                    <a:pt x="195008" y="1466405"/>
                  </a:lnTo>
                  <a:lnTo>
                    <a:pt x="195008" y="1430604"/>
                  </a:lnTo>
                  <a:close/>
                </a:path>
                <a:path w="728979" h="2205354">
                  <a:moveTo>
                    <a:pt x="195008" y="1300657"/>
                  </a:moveTo>
                  <a:lnTo>
                    <a:pt x="19824" y="1300657"/>
                  </a:lnTo>
                  <a:lnTo>
                    <a:pt x="19824" y="1304353"/>
                  </a:lnTo>
                  <a:lnTo>
                    <a:pt x="19824" y="1336459"/>
                  </a:lnTo>
                  <a:lnTo>
                    <a:pt x="195008" y="1336459"/>
                  </a:lnTo>
                  <a:lnTo>
                    <a:pt x="195008" y="1304353"/>
                  </a:lnTo>
                  <a:lnTo>
                    <a:pt x="195008" y="1300657"/>
                  </a:lnTo>
                  <a:close/>
                </a:path>
                <a:path w="728979" h="2205354">
                  <a:moveTo>
                    <a:pt x="195008" y="1170711"/>
                  </a:moveTo>
                  <a:lnTo>
                    <a:pt x="0" y="1170711"/>
                  </a:lnTo>
                  <a:lnTo>
                    <a:pt x="0" y="1206512"/>
                  </a:lnTo>
                  <a:lnTo>
                    <a:pt x="195008" y="1206512"/>
                  </a:lnTo>
                  <a:lnTo>
                    <a:pt x="195008" y="1170711"/>
                  </a:lnTo>
                  <a:close/>
                </a:path>
                <a:path w="728979" h="2205354">
                  <a:moveTo>
                    <a:pt x="195008" y="1039558"/>
                  </a:moveTo>
                  <a:lnTo>
                    <a:pt x="0" y="1039558"/>
                  </a:lnTo>
                  <a:lnTo>
                    <a:pt x="0" y="1075347"/>
                  </a:lnTo>
                  <a:lnTo>
                    <a:pt x="195008" y="1075347"/>
                  </a:lnTo>
                  <a:lnTo>
                    <a:pt x="195008" y="1039558"/>
                  </a:lnTo>
                  <a:close/>
                </a:path>
                <a:path w="728979" h="2205354">
                  <a:moveTo>
                    <a:pt x="195008" y="909612"/>
                  </a:moveTo>
                  <a:lnTo>
                    <a:pt x="0" y="909612"/>
                  </a:lnTo>
                  <a:lnTo>
                    <a:pt x="0" y="945413"/>
                  </a:lnTo>
                  <a:lnTo>
                    <a:pt x="195008" y="945413"/>
                  </a:lnTo>
                  <a:lnTo>
                    <a:pt x="195008" y="909612"/>
                  </a:lnTo>
                  <a:close/>
                </a:path>
                <a:path w="728979" h="2205354">
                  <a:moveTo>
                    <a:pt x="195008" y="779665"/>
                  </a:moveTo>
                  <a:lnTo>
                    <a:pt x="0" y="779665"/>
                  </a:lnTo>
                  <a:lnTo>
                    <a:pt x="0" y="815467"/>
                  </a:lnTo>
                  <a:lnTo>
                    <a:pt x="195008" y="815467"/>
                  </a:lnTo>
                  <a:lnTo>
                    <a:pt x="195008" y="779665"/>
                  </a:lnTo>
                  <a:close/>
                </a:path>
                <a:path w="728979" h="2205354">
                  <a:moveTo>
                    <a:pt x="195008" y="649719"/>
                  </a:moveTo>
                  <a:lnTo>
                    <a:pt x="0" y="649719"/>
                  </a:lnTo>
                  <a:lnTo>
                    <a:pt x="0" y="685520"/>
                  </a:lnTo>
                  <a:lnTo>
                    <a:pt x="195008" y="685520"/>
                  </a:lnTo>
                  <a:lnTo>
                    <a:pt x="195008" y="649719"/>
                  </a:lnTo>
                  <a:close/>
                </a:path>
                <a:path w="728979" h="2205354">
                  <a:moveTo>
                    <a:pt x="195008" y="519785"/>
                  </a:moveTo>
                  <a:lnTo>
                    <a:pt x="0" y="519785"/>
                  </a:lnTo>
                  <a:lnTo>
                    <a:pt x="0" y="555586"/>
                  </a:lnTo>
                  <a:lnTo>
                    <a:pt x="195008" y="555586"/>
                  </a:lnTo>
                  <a:lnTo>
                    <a:pt x="195008" y="519785"/>
                  </a:lnTo>
                  <a:close/>
                </a:path>
                <a:path w="728979" h="2205354">
                  <a:moveTo>
                    <a:pt x="195008" y="389826"/>
                  </a:moveTo>
                  <a:lnTo>
                    <a:pt x="0" y="389826"/>
                  </a:lnTo>
                  <a:lnTo>
                    <a:pt x="0" y="425615"/>
                  </a:lnTo>
                  <a:lnTo>
                    <a:pt x="195008" y="425615"/>
                  </a:lnTo>
                  <a:lnTo>
                    <a:pt x="195008" y="389826"/>
                  </a:lnTo>
                  <a:close/>
                </a:path>
                <a:path w="728979" h="2205354">
                  <a:moveTo>
                    <a:pt x="195008" y="259880"/>
                  </a:moveTo>
                  <a:lnTo>
                    <a:pt x="0" y="259880"/>
                  </a:lnTo>
                  <a:lnTo>
                    <a:pt x="0" y="295668"/>
                  </a:lnTo>
                  <a:lnTo>
                    <a:pt x="195008" y="295668"/>
                  </a:lnTo>
                  <a:lnTo>
                    <a:pt x="195008" y="259880"/>
                  </a:lnTo>
                  <a:close/>
                </a:path>
                <a:path w="728979" h="2205354">
                  <a:moveTo>
                    <a:pt x="195008" y="129946"/>
                  </a:moveTo>
                  <a:lnTo>
                    <a:pt x="12" y="129946"/>
                  </a:lnTo>
                  <a:lnTo>
                    <a:pt x="12" y="165735"/>
                  </a:lnTo>
                  <a:lnTo>
                    <a:pt x="195008" y="165735"/>
                  </a:lnTo>
                  <a:lnTo>
                    <a:pt x="195008" y="129946"/>
                  </a:lnTo>
                  <a:close/>
                </a:path>
                <a:path w="728979" h="2205354">
                  <a:moveTo>
                    <a:pt x="195008" y="0"/>
                  </a:moveTo>
                  <a:lnTo>
                    <a:pt x="0" y="0"/>
                  </a:lnTo>
                  <a:lnTo>
                    <a:pt x="0" y="35788"/>
                  </a:lnTo>
                  <a:lnTo>
                    <a:pt x="195008" y="35788"/>
                  </a:lnTo>
                  <a:lnTo>
                    <a:pt x="195008" y="0"/>
                  </a:lnTo>
                  <a:close/>
                </a:path>
                <a:path w="728979" h="2205354">
                  <a:moveTo>
                    <a:pt x="659739" y="0"/>
                  </a:moveTo>
                  <a:lnTo>
                    <a:pt x="281825" y="0"/>
                  </a:lnTo>
                  <a:lnTo>
                    <a:pt x="281825" y="35788"/>
                  </a:lnTo>
                  <a:lnTo>
                    <a:pt x="659739" y="35788"/>
                  </a:lnTo>
                  <a:lnTo>
                    <a:pt x="659739" y="0"/>
                  </a:lnTo>
                  <a:close/>
                </a:path>
                <a:path w="728979" h="2205354">
                  <a:moveTo>
                    <a:pt x="691388" y="129946"/>
                  </a:moveTo>
                  <a:lnTo>
                    <a:pt x="281825" y="129946"/>
                  </a:lnTo>
                  <a:lnTo>
                    <a:pt x="281825" y="165735"/>
                  </a:lnTo>
                  <a:lnTo>
                    <a:pt x="691388" y="165735"/>
                  </a:lnTo>
                  <a:lnTo>
                    <a:pt x="691388" y="129946"/>
                  </a:lnTo>
                  <a:close/>
                </a:path>
                <a:path w="728979" h="2205354">
                  <a:moveTo>
                    <a:pt x="714298" y="259880"/>
                  </a:moveTo>
                  <a:lnTo>
                    <a:pt x="281825" y="259880"/>
                  </a:lnTo>
                  <a:lnTo>
                    <a:pt x="281825" y="295668"/>
                  </a:lnTo>
                  <a:lnTo>
                    <a:pt x="714298" y="295668"/>
                  </a:lnTo>
                  <a:lnTo>
                    <a:pt x="714298" y="259880"/>
                  </a:lnTo>
                  <a:close/>
                </a:path>
                <a:path w="728979" h="2205354">
                  <a:moveTo>
                    <a:pt x="724446" y="389826"/>
                  </a:moveTo>
                  <a:lnTo>
                    <a:pt x="281825" y="389826"/>
                  </a:lnTo>
                  <a:lnTo>
                    <a:pt x="281825" y="425615"/>
                  </a:lnTo>
                  <a:lnTo>
                    <a:pt x="724446" y="425615"/>
                  </a:lnTo>
                  <a:lnTo>
                    <a:pt x="724446" y="389826"/>
                  </a:lnTo>
                  <a:close/>
                </a:path>
                <a:path w="728979" h="2205354">
                  <a:moveTo>
                    <a:pt x="728903" y="2169071"/>
                  </a:moveTo>
                  <a:lnTo>
                    <a:pt x="281825" y="2169071"/>
                  </a:lnTo>
                  <a:lnTo>
                    <a:pt x="281825" y="2204872"/>
                  </a:lnTo>
                  <a:lnTo>
                    <a:pt x="728903" y="2204872"/>
                  </a:lnTo>
                  <a:lnTo>
                    <a:pt x="728903" y="2169071"/>
                  </a:lnTo>
                  <a:close/>
                </a:path>
                <a:path w="728979" h="2205354">
                  <a:moveTo>
                    <a:pt x="728903" y="2079117"/>
                  </a:moveTo>
                  <a:lnTo>
                    <a:pt x="281825" y="2079117"/>
                  </a:lnTo>
                  <a:lnTo>
                    <a:pt x="281825" y="2114918"/>
                  </a:lnTo>
                  <a:lnTo>
                    <a:pt x="728903" y="2114918"/>
                  </a:lnTo>
                  <a:lnTo>
                    <a:pt x="728903" y="2079117"/>
                  </a:lnTo>
                  <a:close/>
                </a:path>
                <a:path w="728979" h="2205354">
                  <a:moveTo>
                    <a:pt x="728903" y="1949183"/>
                  </a:moveTo>
                  <a:lnTo>
                    <a:pt x="281825" y="1949183"/>
                  </a:lnTo>
                  <a:lnTo>
                    <a:pt x="281825" y="1984971"/>
                  </a:lnTo>
                  <a:lnTo>
                    <a:pt x="728903" y="1984971"/>
                  </a:lnTo>
                  <a:lnTo>
                    <a:pt x="728903" y="1949183"/>
                  </a:lnTo>
                  <a:close/>
                </a:path>
                <a:path w="728979" h="2205354">
                  <a:moveTo>
                    <a:pt x="728903" y="1819236"/>
                  </a:moveTo>
                  <a:lnTo>
                    <a:pt x="281825" y="1819236"/>
                  </a:lnTo>
                  <a:lnTo>
                    <a:pt x="281825" y="1855025"/>
                  </a:lnTo>
                  <a:lnTo>
                    <a:pt x="728903" y="1855025"/>
                  </a:lnTo>
                  <a:lnTo>
                    <a:pt x="728903" y="1819236"/>
                  </a:lnTo>
                  <a:close/>
                </a:path>
                <a:path w="728979" h="2205354">
                  <a:moveTo>
                    <a:pt x="728903" y="1689303"/>
                  </a:moveTo>
                  <a:lnTo>
                    <a:pt x="281825" y="1689303"/>
                  </a:lnTo>
                  <a:lnTo>
                    <a:pt x="281825" y="1725091"/>
                  </a:lnTo>
                  <a:lnTo>
                    <a:pt x="728903" y="1725091"/>
                  </a:lnTo>
                  <a:lnTo>
                    <a:pt x="728903" y="1689303"/>
                  </a:lnTo>
                  <a:close/>
                </a:path>
                <a:path w="728979" h="2205354">
                  <a:moveTo>
                    <a:pt x="728903" y="1560563"/>
                  </a:moveTo>
                  <a:lnTo>
                    <a:pt x="281825" y="1560563"/>
                  </a:lnTo>
                  <a:lnTo>
                    <a:pt x="281825" y="1596351"/>
                  </a:lnTo>
                  <a:lnTo>
                    <a:pt x="728903" y="1596351"/>
                  </a:lnTo>
                  <a:lnTo>
                    <a:pt x="728903" y="1560563"/>
                  </a:lnTo>
                  <a:close/>
                </a:path>
                <a:path w="728979" h="2205354">
                  <a:moveTo>
                    <a:pt x="728903" y="1430604"/>
                  </a:moveTo>
                  <a:lnTo>
                    <a:pt x="281825" y="1430604"/>
                  </a:lnTo>
                  <a:lnTo>
                    <a:pt x="281825" y="1466405"/>
                  </a:lnTo>
                  <a:lnTo>
                    <a:pt x="728903" y="1466405"/>
                  </a:lnTo>
                  <a:lnTo>
                    <a:pt x="728903" y="1430604"/>
                  </a:lnTo>
                  <a:close/>
                </a:path>
                <a:path w="728979" h="2205354">
                  <a:moveTo>
                    <a:pt x="728903" y="1300657"/>
                  </a:moveTo>
                  <a:lnTo>
                    <a:pt x="281825" y="1300657"/>
                  </a:lnTo>
                  <a:lnTo>
                    <a:pt x="281825" y="1336459"/>
                  </a:lnTo>
                  <a:lnTo>
                    <a:pt x="728903" y="1336459"/>
                  </a:lnTo>
                  <a:lnTo>
                    <a:pt x="728903" y="1300657"/>
                  </a:lnTo>
                  <a:close/>
                </a:path>
                <a:path w="728979" h="2205354">
                  <a:moveTo>
                    <a:pt x="728903" y="1170711"/>
                  </a:moveTo>
                  <a:lnTo>
                    <a:pt x="281825" y="1170711"/>
                  </a:lnTo>
                  <a:lnTo>
                    <a:pt x="281825" y="1206512"/>
                  </a:lnTo>
                  <a:lnTo>
                    <a:pt x="728903" y="1206512"/>
                  </a:lnTo>
                  <a:lnTo>
                    <a:pt x="728903" y="1170711"/>
                  </a:lnTo>
                  <a:close/>
                </a:path>
                <a:path w="728979" h="2205354">
                  <a:moveTo>
                    <a:pt x="728903" y="1039558"/>
                  </a:moveTo>
                  <a:lnTo>
                    <a:pt x="281825" y="1039558"/>
                  </a:lnTo>
                  <a:lnTo>
                    <a:pt x="281825" y="1075347"/>
                  </a:lnTo>
                  <a:lnTo>
                    <a:pt x="728903" y="1075347"/>
                  </a:lnTo>
                  <a:lnTo>
                    <a:pt x="728903" y="1039558"/>
                  </a:lnTo>
                  <a:close/>
                </a:path>
                <a:path w="728979" h="2205354">
                  <a:moveTo>
                    <a:pt x="728903" y="909612"/>
                  </a:moveTo>
                  <a:lnTo>
                    <a:pt x="281825" y="909612"/>
                  </a:lnTo>
                  <a:lnTo>
                    <a:pt x="281825" y="945413"/>
                  </a:lnTo>
                  <a:lnTo>
                    <a:pt x="728903" y="945413"/>
                  </a:lnTo>
                  <a:lnTo>
                    <a:pt x="728903" y="909612"/>
                  </a:lnTo>
                  <a:close/>
                </a:path>
                <a:path w="728979" h="2205354">
                  <a:moveTo>
                    <a:pt x="728903" y="779665"/>
                  </a:moveTo>
                  <a:lnTo>
                    <a:pt x="281825" y="779665"/>
                  </a:lnTo>
                  <a:lnTo>
                    <a:pt x="281825" y="815467"/>
                  </a:lnTo>
                  <a:lnTo>
                    <a:pt x="728903" y="815467"/>
                  </a:lnTo>
                  <a:lnTo>
                    <a:pt x="728903" y="779665"/>
                  </a:lnTo>
                  <a:close/>
                </a:path>
                <a:path w="728979" h="2205354">
                  <a:moveTo>
                    <a:pt x="728903" y="649719"/>
                  </a:moveTo>
                  <a:lnTo>
                    <a:pt x="281825" y="649719"/>
                  </a:lnTo>
                  <a:lnTo>
                    <a:pt x="281825" y="685520"/>
                  </a:lnTo>
                  <a:lnTo>
                    <a:pt x="728903" y="685520"/>
                  </a:lnTo>
                  <a:lnTo>
                    <a:pt x="728903" y="649719"/>
                  </a:lnTo>
                  <a:close/>
                </a:path>
                <a:path w="728979" h="2205354">
                  <a:moveTo>
                    <a:pt x="728903" y="519785"/>
                  </a:moveTo>
                  <a:lnTo>
                    <a:pt x="281825" y="519785"/>
                  </a:lnTo>
                  <a:lnTo>
                    <a:pt x="281825" y="555586"/>
                  </a:lnTo>
                  <a:lnTo>
                    <a:pt x="728903" y="555586"/>
                  </a:lnTo>
                  <a:lnTo>
                    <a:pt x="728903" y="519785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2" name="object 52" descr=""/>
          <p:cNvGrpSpPr/>
          <p:nvPr/>
        </p:nvGrpSpPr>
        <p:grpSpPr>
          <a:xfrm>
            <a:off x="11909926" y="2799594"/>
            <a:ext cx="864869" cy="2918460"/>
            <a:chOff x="11909926" y="2799594"/>
            <a:chExt cx="864869" cy="2918460"/>
          </a:xfrm>
        </p:grpSpPr>
        <p:sp>
          <p:nvSpPr>
            <p:cNvPr id="53" name="object 53" descr=""/>
            <p:cNvSpPr/>
            <p:nvPr/>
          </p:nvSpPr>
          <p:spPr>
            <a:xfrm>
              <a:off x="12070811" y="2855047"/>
              <a:ext cx="703580" cy="2861945"/>
            </a:xfrm>
            <a:custGeom>
              <a:avLst/>
              <a:gdLst/>
              <a:ahLst/>
              <a:cxnLst/>
              <a:rect l="l" t="t" r="r" b="b"/>
              <a:pathLst>
                <a:path w="703579" h="2861945">
                  <a:moveTo>
                    <a:pt x="572715" y="0"/>
                  </a:moveTo>
                  <a:lnTo>
                    <a:pt x="0" y="86657"/>
                  </a:lnTo>
                  <a:lnTo>
                    <a:pt x="0" y="2861944"/>
                  </a:lnTo>
                  <a:lnTo>
                    <a:pt x="694512" y="2861944"/>
                  </a:lnTo>
                  <a:lnTo>
                    <a:pt x="701227" y="1858398"/>
                  </a:lnTo>
                  <a:lnTo>
                    <a:pt x="703465" y="1307846"/>
                  </a:lnTo>
                  <a:lnTo>
                    <a:pt x="701227" y="1015853"/>
                  </a:lnTo>
                  <a:lnTo>
                    <a:pt x="694512" y="787986"/>
                  </a:lnTo>
                  <a:lnTo>
                    <a:pt x="675537" y="559749"/>
                  </a:lnTo>
                  <a:lnTo>
                    <a:pt x="645430" y="396436"/>
                  </a:lnTo>
                  <a:lnTo>
                    <a:pt x="617561" y="298280"/>
                  </a:lnTo>
                  <a:lnTo>
                    <a:pt x="605300" y="265510"/>
                  </a:lnTo>
                  <a:lnTo>
                    <a:pt x="572715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11983987" y="2929400"/>
              <a:ext cx="781685" cy="2788285"/>
            </a:xfrm>
            <a:custGeom>
              <a:avLst/>
              <a:gdLst/>
              <a:ahLst/>
              <a:cxnLst/>
              <a:rect l="l" t="t" r="r" b="b"/>
              <a:pathLst>
                <a:path w="781684" h="2788285">
                  <a:moveTo>
                    <a:pt x="781329" y="2590076"/>
                  </a:moveTo>
                  <a:lnTo>
                    <a:pt x="753452" y="2590076"/>
                  </a:lnTo>
                  <a:lnTo>
                    <a:pt x="753452" y="2389416"/>
                  </a:lnTo>
                  <a:lnTo>
                    <a:pt x="729564" y="2389416"/>
                  </a:lnTo>
                  <a:lnTo>
                    <a:pt x="729564" y="2590076"/>
                  </a:lnTo>
                  <a:lnTo>
                    <a:pt x="661619" y="2590076"/>
                  </a:lnTo>
                  <a:lnTo>
                    <a:pt x="661619" y="2389416"/>
                  </a:lnTo>
                  <a:lnTo>
                    <a:pt x="637743" y="2389416"/>
                  </a:lnTo>
                  <a:lnTo>
                    <a:pt x="637743" y="2590076"/>
                  </a:lnTo>
                  <a:lnTo>
                    <a:pt x="569810" y="2590076"/>
                  </a:lnTo>
                  <a:lnTo>
                    <a:pt x="569810" y="2389416"/>
                  </a:lnTo>
                  <a:lnTo>
                    <a:pt x="545922" y="2389416"/>
                  </a:lnTo>
                  <a:lnTo>
                    <a:pt x="545922" y="2590076"/>
                  </a:lnTo>
                  <a:lnTo>
                    <a:pt x="477989" y="2590076"/>
                  </a:lnTo>
                  <a:lnTo>
                    <a:pt x="477989" y="2389416"/>
                  </a:lnTo>
                  <a:lnTo>
                    <a:pt x="454101" y="2389416"/>
                  </a:lnTo>
                  <a:lnTo>
                    <a:pt x="454101" y="2590076"/>
                  </a:lnTo>
                  <a:lnTo>
                    <a:pt x="386168" y="2590076"/>
                  </a:lnTo>
                  <a:lnTo>
                    <a:pt x="386168" y="2389416"/>
                  </a:lnTo>
                  <a:lnTo>
                    <a:pt x="362267" y="2389416"/>
                  </a:lnTo>
                  <a:lnTo>
                    <a:pt x="362267" y="2590076"/>
                  </a:lnTo>
                  <a:lnTo>
                    <a:pt x="294347" y="2590076"/>
                  </a:lnTo>
                  <a:lnTo>
                    <a:pt x="294347" y="2389416"/>
                  </a:lnTo>
                  <a:lnTo>
                    <a:pt x="270446" y="2389416"/>
                  </a:lnTo>
                  <a:lnTo>
                    <a:pt x="270446" y="2590076"/>
                  </a:lnTo>
                  <a:lnTo>
                    <a:pt x="202526" y="2590076"/>
                  </a:lnTo>
                  <a:lnTo>
                    <a:pt x="202526" y="2389416"/>
                  </a:lnTo>
                  <a:lnTo>
                    <a:pt x="178638" y="2389416"/>
                  </a:lnTo>
                  <a:lnTo>
                    <a:pt x="178638" y="2590076"/>
                  </a:lnTo>
                  <a:lnTo>
                    <a:pt x="110705" y="2590076"/>
                  </a:lnTo>
                  <a:lnTo>
                    <a:pt x="110705" y="2389416"/>
                  </a:lnTo>
                  <a:lnTo>
                    <a:pt x="86817" y="2389416"/>
                  </a:lnTo>
                  <a:lnTo>
                    <a:pt x="86817" y="2327237"/>
                  </a:lnTo>
                  <a:lnTo>
                    <a:pt x="210261" y="2327237"/>
                  </a:lnTo>
                  <a:lnTo>
                    <a:pt x="210261" y="2303361"/>
                  </a:lnTo>
                  <a:lnTo>
                    <a:pt x="86817" y="2303361"/>
                  </a:lnTo>
                  <a:lnTo>
                    <a:pt x="86817" y="2202992"/>
                  </a:lnTo>
                  <a:lnTo>
                    <a:pt x="210261" y="2202992"/>
                  </a:lnTo>
                  <a:lnTo>
                    <a:pt x="210261" y="2179104"/>
                  </a:lnTo>
                  <a:lnTo>
                    <a:pt x="86817" y="2179104"/>
                  </a:lnTo>
                  <a:lnTo>
                    <a:pt x="86817" y="2078748"/>
                  </a:lnTo>
                  <a:lnTo>
                    <a:pt x="210261" y="2078748"/>
                  </a:lnTo>
                  <a:lnTo>
                    <a:pt x="210261" y="2054860"/>
                  </a:lnTo>
                  <a:lnTo>
                    <a:pt x="86817" y="2054860"/>
                  </a:lnTo>
                  <a:lnTo>
                    <a:pt x="86817" y="1954504"/>
                  </a:lnTo>
                  <a:lnTo>
                    <a:pt x="210261" y="1954504"/>
                  </a:lnTo>
                  <a:lnTo>
                    <a:pt x="210261" y="1930628"/>
                  </a:lnTo>
                  <a:lnTo>
                    <a:pt x="86817" y="1930628"/>
                  </a:lnTo>
                  <a:lnTo>
                    <a:pt x="86817" y="1830247"/>
                  </a:lnTo>
                  <a:lnTo>
                    <a:pt x="210261" y="1830247"/>
                  </a:lnTo>
                  <a:lnTo>
                    <a:pt x="210261" y="1806371"/>
                  </a:lnTo>
                  <a:lnTo>
                    <a:pt x="86817" y="1806371"/>
                  </a:lnTo>
                  <a:lnTo>
                    <a:pt x="86817" y="1706016"/>
                  </a:lnTo>
                  <a:lnTo>
                    <a:pt x="210261" y="1706016"/>
                  </a:lnTo>
                  <a:lnTo>
                    <a:pt x="210261" y="1682127"/>
                  </a:lnTo>
                  <a:lnTo>
                    <a:pt x="86817" y="1682127"/>
                  </a:lnTo>
                  <a:lnTo>
                    <a:pt x="86817" y="1581759"/>
                  </a:lnTo>
                  <a:lnTo>
                    <a:pt x="210261" y="1581759"/>
                  </a:lnTo>
                  <a:lnTo>
                    <a:pt x="210261" y="1557870"/>
                  </a:lnTo>
                  <a:lnTo>
                    <a:pt x="86817" y="1557870"/>
                  </a:lnTo>
                  <a:lnTo>
                    <a:pt x="86817" y="1457515"/>
                  </a:lnTo>
                  <a:lnTo>
                    <a:pt x="210261" y="1457515"/>
                  </a:lnTo>
                  <a:lnTo>
                    <a:pt x="210261" y="1433639"/>
                  </a:lnTo>
                  <a:lnTo>
                    <a:pt x="86817" y="1433639"/>
                  </a:lnTo>
                  <a:lnTo>
                    <a:pt x="86817" y="1333258"/>
                  </a:lnTo>
                  <a:lnTo>
                    <a:pt x="210261" y="1333258"/>
                  </a:lnTo>
                  <a:lnTo>
                    <a:pt x="210261" y="1309382"/>
                  </a:lnTo>
                  <a:lnTo>
                    <a:pt x="86817" y="1309382"/>
                  </a:lnTo>
                  <a:lnTo>
                    <a:pt x="86817" y="1209027"/>
                  </a:lnTo>
                  <a:lnTo>
                    <a:pt x="210261" y="1209027"/>
                  </a:lnTo>
                  <a:lnTo>
                    <a:pt x="210261" y="1185138"/>
                  </a:lnTo>
                  <a:lnTo>
                    <a:pt x="86817" y="1185138"/>
                  </a:lnTo>
                  <a:lnTo>
                    <a:pt x="86817" y="1084770"/>
                  </a:lnTo>
                  <a:lnTo>
                    <a:pt x="210261" y="1084770"/>
                  </a:lnTo>
                  <a:lnTo>
                    <a:pt x="210261" y="1060881"/>
                  </a:lnTo>
                  <a:lnTo>
                    <a:pt x="86817" y="1060881"/>
                  </a:lnTo>
                  <a:lnTo>
                    <a:pt x="86817" y="960526"/>
                  </a:lnTo>
                  <a:lnTo>
                    <a:pt x="210261" y="960526"/>
                  </a:lnTo>
                  <a:lnTo>
                    <a:pt x="210261" y="936650"/>
                  </a:lnTo>
                  <a:lnTo>
                    <a:pt x="86817" y="936650"/>
                  </a:lnTo>
                  <a:lnTo>
                    <a:pt x="86817" y="836282"/>
                  </a:lnTo>
                  <a:lnTo>
                    <a:pt x="210261" y="836282"/>
                  </a:lnTo>
                  <a:lnTo>
                    <a:pt x="210261" y="812393"/>
                  </a:lnTo>
                  <a:lnTo>
                    <a:pt x="86817" y="812393"/>
                  </a:lnTo>
                  <a:lnTo>
                    <a:pt x="86817" y="712038"/>
                  </a:lnTo>
                  <a:lnTo>
                    <a:pt x="210261" y="712038"/>
                  </a:lnTo>
                  <a:lnTo>
                    <a:pt x="210261" y="688149"/>
                  </a:lnTo>
                  <a:lnTo>
                    <a:pt x="86817" y="688149"/>
                  </a:lnTo>
                  <a:lnTo>
                    <a:pt x="86817" y="587781"/>
                  </a:lnTo>
                  <a:lnTo>
                    <a:pt x="210261" y="587781"/>
                  </a:lnTo>
                  <a:lnTo>
                    <a:pt x="210261" y="563905"/>
                  </a:lnTo>
                  <a:lnTo>
                    <a:pt x="86817" y="563905"/>
                  </a:lnTo>
                  <a:lnTo>
                    <a:pt x="86817" y="463537"/>
                  </a:lnTo>
                  <a:lnTo>
                    <a:pt x="210261" y="463537"/>
                  </a:lnTo>
                  <a:lnTo>
                    <a:pt x="210261" y="439648"/>
                  </a:lnTo>
                  <a:lnTo>
                    <a:pt x="86817" y="439648"/>
                  </a:lnTo>
                  <a:lnTo>
                    <a:pt x="86817" y="339293"/>
                  </a:lnTo>
                  <a:lnTo>
                    <a:pt x="210261" y="339293"/>
                  </a:lnTo>
                  <a:lnTo>
                    <a:pt x="210261" y="315404"/>
                  </a:lnTo>
                  <a:lnTo>
                    <a:pt x="86817" y="315404"/>
                  </a:lnTo>
                  <a:lnTo>
                    <a:pt x="86817" y="215049"/>
                  </a:lnTo>
                  <a:lnTo>
                    <a:pt x="210261" y="215049"/>
                  </a:lnTo>
                  <a:lnTo>
                    <a:pt x="210261" y="191160"/>
                  </a:lnTo>
                  <a:lnTo>
                    <a:pt x="86817" y="191160"/>
                  </a:lnTo>
                  <a:lnTo>
                    <a:pt x="86817" y="0"/>
                  </a:lnTo>
                  <a:lnTo>
                    <a:pt x="0" y="0"/>
                  </a:lnTo>
                  <a:lnTo>
                    <a:pt x="0" y="2787599"/>
                  </a:lnTo>
                  <a:lnTo>
                    <a:pt x="86817" y="2787599"/>
                  </a:lnTo>
                  <a:lnTo>
                    <a:pt x="86817" y="2788196"/>
                  </a:lnTo>
                  <a:lnTo>
                    <a:pt x="781329" y="2788196"/>
                  </a:lnTo>
                  <a:lnTo>
                    <a:pt x="781329" y="2590076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12194267" y="3105434"/>
              <a:ext cx="481965" cy="15240"/>
            </a:xfrm>
            <a:custGeom>
              <a:avLst/>
              <a:gdLst/>
              <a:ahLst/>
              <a:cxnLst/>
              <a:rect l="l" t="t" r="r" b="b"/>
              <a:pathLst>
                <a:path w="481965" h="15239">
                  <a:moveTo>
                    <a:pt x="0" y="15119"/>
                  </a:moveTo>
                  <a:lnTo>
                    <a:pt x="481849" y="15119"/>
                  </a:lnTo>
                  <a:lnTo>
                    <a:pt x="481849" y="0"/>
                  </a:lnTo>
                  <a:lnTo>
                    <a:pt x="0" y="0"/>
                  </a:lnTo>
                  <a:lnTo>
                    <a:pt x="0" y="15119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11909920" y="2799606"/>
              <a:ext cx="861060" cy="321310"/>
            </a:xfrm>
            <a:custGeom>
              <a:avLst/>
              <a:gdLst/>
              <a:ahLst/>
              <a:cxnLst/>
              <a:rect l="l" t="t" r="r" b="b"/>
              <a:pathLst>
                <a:path w="861059" h="321310">
                  <a:moveTo>
                    <a:pt x="284340" y="203073"/>
                  </a:moveTo>
                  <a:lnTo>
                    <a:pt x="160883" y="203073"/>
                  </a:lnTo>
                  <a:lnTo>
                    <a:pt x="160883" y="320954"/>
                  </a:lnTo>
                  <a:lnTo>
                    <a:pt x="284340" y="320954"/>
                  </a:lnTo>
                  <a:lnTo>
                    <a:pt x="284340" y="203073"/>
                  </a:lnTo>
                  <a:close/>
                </a:path>
                <a:path w="861059" h="321310">
                  <a:moveTo>
                    <a:pt x="636346" y="172808"/>
                  </a:moveTo>
                  <a:lnTo>
                    <a:pt x="500964" y="172808"/>
                  </a:lnTo>
                  <a:lnTo>
                    <a:pt x="500964" y="153758"/>
                  </a:lnTo>
                  <a:lnTo>
                    <a:pt x="341668" y="153758"/>
                  </a:lnTo>
                  <a:lnTo>
                    <a:pt x="341668" y="172808"/>
                  </a:lnTo>
                  <a:lnTo>
                    <a:pt x="341668" y="229958"/>
                  </a:lnTo>
                  <a:lnTo>
                    <a:pt x="341668" y="273138"/>
                  </a:lnTo>
                  <a:lnTo>
                    <a:pt x="500964" y="273138"/>
                  </a:lnTo>
                  <a:lnTo>
                    <a:pt x="500964" y="229958"/>
                  </a:lnTo>
                  <a:lnTo>
                    <a:pt x="636346" y="229958"/>
                  </a:lnTo>
                  <a:lnTo>
                    <a:pt x="636346" y="172808"/>
                  </a:lnTo>
                  <a:close/>
                </a:path>
                <a:path w="861059" h="321310">
                  <a:moveTo>
                    <a:pt x="860691" y="36207"/>
                  </a:moveTo>
                  <a:lnTo>
                    <a:pt x="855218" y="0"/>
                  </a:lnTo>
                  <a:lnTo>
                    <a:pt x="0" y="129387"/>
                  </a:lnTo>
                  <a:lnTo>
                    <a:pt x="5486" y="165608"/>
                  </a:lnTo>
                  <a:lnTo>
                    <a:pt x="860691" y="36207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12082752" y="3045677"/>
              <a:ext cx="50165" cy="74930"/>
            </a:xfrm>
            <a:custGeom>
              <a:avLst/>
              <a:gdLst/>
              <a:ahLst/>
              <a:cxnLst/>
              <a:rect l="l" t="t" r="r" b="b"/>
              <a:pathLst>
                <a:path w="50165" h="74930">
                  <a:moveTo>
                    <a:pt x="49778" y="0"/>
                  </a:moveTo>
                  <a:lnTo>
                    <a:pt x="0" y="0"/>
                  </a:lnTo>
                  <a:lnTo>
                    <a:pt x="0" y="74877"/>
                  </a:lnTo>
                  <a:lnTo>
                    <a:pt x="49778" y="74877"/>
                  </a:lnTo>
                  <a:lnTo>
                    <a:pt x="49778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12070804" y="3210578"/>
              <a:ext cx="697230" cy="2108200"/>
            </a:xfrm>
            <a:custGeom>
              <a:avLst/>
              <a:gdLst/>
              <a:ahLst/>
              <a:cxnLst/>
              <a:rect l="l" t="t" r="r" b="b"/>
              <a:pathLst>
                <a:path w="697229" h="2108200">
                  <a:moveTo>
                    <a:pt x="630809" y="0"/>
                  </a:moveTo>
                  <a:lnTo>
                    <a:pt x="0" y="0"/>
                  </a:lnTo>
                  <a:lnTo>
                    <a:pt x="0" y="34226"/>
                  </a:lnTo>
                  <a:lnTo>
                    <a:pt x="630809" y="34226"/>
                  </a:lnTo>
                  <a:lnTo>
                    <a:pt x="630809" y="0"/>
                  </a:lnTo>
                  <a:close/>
                </a:path>
                <a:path w="697229" h="2108200">
                  <a:moveTo>
                    <a:pt x="661073" y="124244"/>
                  </a:moveTo>
                  <a:lnTo>
                    <a:pt x="0" y="124244"/>
                  </a:lnTo>
                  <a:lnTo>
                    <a:pt x="0" y="158470"/>
                  </a:lnTo>
                  <a:lnTo>
                    <a:pt x="661073" y="158470"/>
                  </a:lnTo>
                  <a:lnTo>
                    <a:pt x="661073" y="124244"/>
                  </a:lnTo>
                  <a:close/>
                </a:path>
                <a:path w="697229" h="2108200">
                  <a:moveTo>
                    <a:pt x="682980" y="248500"/>
                  </a:moveTo>
                  <a:lnTo>
                    <a:pt x="0" y="248500"/>
                  </a:lnTo>
                  <a:lnTo>
                    <a:pt x="0" y="282727"/>
                  </a:lnTo>
                  <a:lnTo>
                    <a:pt x="682980" y="282727"/>
                  </a:lnTo>
                  <a:lnTo>
                    <a:pt x="682980" y="248500"/>
                  </a:lnTo>
                  <a:close/>
                </a:path>
                <a:path w="697229" h="2108200">
                  <a:moveTo>
                    <a:pt x="692683" y="372745"/>
                  </a:moveTo>
                  <a:lnTo>
                    <a:pt x="0" y="372745"/>
                  </a:lnTo>
                  <a:lnTo>
                    <a:pt x="0" y="406971"/>
                  </a:lnTo>
                  <a:lnTo>
                    <a:pt x="692683" y="406971"/>
                  </a:lnTo>
                  <a:lnTo>
                    <a:pt x="692683" y="372745"/>
                  </a:lnTo>
                  <a:close/>
                </a:path>
                <a:path w="697229" h="2108200">
                  <a:moveTo>
                    <a:pt x="696937" y="2073960"/>
                  </a:moveTo>
                  <a:lnTo>
                    <a:pt x="0" y="2073960"/>
                  </a:lnTo>
                  <a:lnTo>
                    <a:pt x="0" y="2108187"/>
                  </a:lnTo>
                  <a:lnTo>
                    <a:pt x="696937" y="2108187"/>
                  </a:lnTo>
                  <a:lnTo>
                    <a:pt x="696937" y="2073960"/>
                  </a:lnTo>
                  <a:close/>
                </a:path>
                <a:path w="697229" h="2108200">
                  <a:moveTo>
                    <a:pt x="696937" y="1987943"/>
                  </a:moveTo>
                  <a:lnTo>
                    <a:pt x="0" y="1987943"/>
                  </a:lnTo>
                  <a:lnTo>
                    <a:pt x="0" y="2022182"/>
                  </a:lnTo>
                  <a:lnTo>
                    <a:pt x="696937" y="2022182"/>
                  </a:lnTo>
                  <a:lnTo>
                    <a:pt x="696937" y="1987943"/>
                  </a:lnTo>
                  <a:close/>
                </a:path>
                <a:path w="697229" h="2108200">
                  <a:moveTo>
                    <a:pt x="696937" y="1863712"/>
                  </a:moveTo>
                  <a:lnTo>
                    <a:pt x="0" y="1863712"/>
                  </a:lnTo>
                  <a:lnTo>
                    <a:pt x="0" y="1897938"/>
                  </a:lnTo>
                  <a:lnTo>
                    <a:pt x="696937" y="1897938"/>
                  </a:lnTo>
                  <a:lnTo>
                    <a:pt x="696937" y="1863712"/>
                  </a:lnTo>
                  <a:close/>
                </a:path>
                <a:path w="697229" h="2108200">
                  <a:moveTo>
                    <a:pt x="696937" y="1739455"/>
                  </a:moveTo>
                  <a:lnTo>
                    <a:pt x="0" y="1739455"/>
                  </a:lnTo>
                  <a:lnTo>
                    <a:pt x="0" y="1773682"/>
                  </a:lnTo>
                  <a:lnTo>
                    <a:pt x="696937" y="1773682"/>
                  </a:lnTo>
                  <a:lnTo>
                    <a:pt x="696937" y="1739455"/>
                  </a:lnTo>
                  <a:close/>
                </a:path>
                <a:path w="697229" h="2108200">
                  <a:moveTo>
                    <a:pt x="696937" y="1615211"/>
                  </a:moveTo>
                  <a:lnTo>
                    <a:pt x="0" y="1615211"/>
                  </a:lnTo>
                  <a:lnTo>
                    <a:pt x="0" y="1649450"/>
                  </a:lnTo>
                  <a:lnTo>
                    <a:pt x="696937" y="1649450"/>
                  </a:lnTo>
                  <a:lnTo>
                    <a:pt x="696937" y="1615211"/>
                  </a:lnTo>
                  <a:close/>
                </a:path>
                <a:path w="697229" h="2108200">
                  <a:moveTo>
                    <a:pt x="696937" y="1492123"/>
                  </a:moveTo>
                  <a:lnTo>
                    <a:pt x="0" y="1492123"/>
                  </a:lnTo>
                  <a:lnTo>
                    <a:pt x="0" y="1526349"/>
                  </a:lnTo>
                  <a:lnTo>
                    <a:pt x="696937" y="1526349"/>
                  </a:lnTo>
                  <a:lnTo>
                    <a:pt x="696937" y="1492123"/>
                  </a:lnTo>
                  <a:close/>
                </a:path>
                <a:path w="697229" h="2108200">
                  <a:moveTo>
                    <a:pt x="696937" y="1367878"/>
                  </a:moveTo>
                  <a:lnTo>
                    <a:pt x="0" y="1367878"/>
                  </a:lnTo>
                  <a:lnTo>
                    <a:pt x="0" y="1402105"/>
                  </a:lnTo>
                  <a:lnTo>
                    <a:pt x="696937" y="1402105"/>
                  </a:lnTo>
                  <a:lnTo>
                    <a:pt x="696937" y="1367878"/>
                  </a:lnTo>
                  <a:close/>
                </a:path>
                <a:path w="697229" h="2108200">
                  <a:moveTo>
                    <a:pt x="696937" y="1243622"/>
                  </a:moveTo>
                  <a:lnTo>
                    <a:pt x="0" y="1243622"/>
                  </a:lnTo>
                  <a:lnTo>
                    <a:pt x="0" y="1277861"/>
                  </a:lnTo>
                  <a:lnTo>
                    <a:pt x="696937" y="1277861"/>
                  </a:lnTo>
                  <a:lnTo>
                    <a:pt x="696937" y="1243622"/>
                  </a:lnTo>
                  <a:close/>
                </a:path>
                <a:path w="697229" h="2108200">
                  <a:moveTo>
                    <a:pt x="696937" y="1119378"/>
                  </a:moveTo>
                  <a:lnTo>
                    <a:pt x="0" y="1119378"/>
                  </a:lnTo>
                  <a:lnTo>
                    <a:pt x="0" y="1153604"/>
                  </a:lnTo>
                  <a:lnTo>
                    <a:pt x="696937" y="1153604"/>
                  </a:lnTo>
                  <a:lnTo>
                    <a:pt x="696937" y="1119378"/>
                  </a:lnTo>
                  <a:close/>
                </a:path>
                <a:path w="697229" h="2108200">
                  <a:moveTo>
                    <a:pt x="696937" y="993978"/>
                  </a:moveTo>
                  <a:lnTo>
                    <a:pt x="0" y="993978"/>
                  </a:lnTo>
                  <a:lnTo>
                    <a:pt x="0" y="1028204"/>
                  </a:lnTo>
                  <a:lnTo>
                    <a:pt x="696937" y="1028204"/>
                  </a:lnTo>
                  <a:lnTo>
                    <a:pt x="696937" y="993978"/>
                  </a:lnTo>
                  <a:close/>
                </a:path>
                <a:path w="697229" h="2108200">
                  <a:moveTo>
                    <a:pt x="696937" y="869734"/>
                  </a:moveTo>
                  <a:lnTo>
                    <a:pt x="0" y="869734"/>
                  </a:lnTo>
                  <a:lnTo>
                    <a:pt x="0" y="903960"/>
                  </a:lnTo>
                  <a:lnTo>
                    <a:pt x="696937" y="903960"/>
                  </a:lnTo>
                  <a:lnTo>
                    <a:pt x="696937" y="869734"/>
                  </a:lnTo>
                  <a:close/>
                </a:path>
                <a:path w="697229" h="2108200">
                  <a:moveTo>
                    <a:pt x="696937" y="745490"/>
                  </a:moveTo>
                  <a:lnTo>
                    <a:pt x="0" y="745490"/>
                  </a:lnTo>
                  <a:lnTo>
                    <a:pt x="0" y="779703"/>
                  </a:lnTo>
                  <a:lnTo>
                    <a:pt x="696937" y="779703"/>
                  </a:lnTo>
                  <a:lnTo>
                    <a:pt x="696937" y="745490"/>
                  </a:lnTo>
                  <a:close/>
                </a:path>
                <a:path w="697229" h="2108200">
                  <a:moveTo>
                    <a:pt x="696937" y="621233"/>
                  </a:moveTo>
                  <a:lnTo>
                    <a:pt x="0" y="621233"/>
                  </a:lnTo>
                  <a:lnTo>
                    <a:pt x="0" y="655472"/>
                  </a:lnTo>
                  <a:lnTo>
                    <a:pt x="696937" y="655472"/>
                  </a:lnTo>
                  <a:lnTo>
                    <a:pt x="696937" y="621233"/>
                  </a:lnTo>
                  <a:close/>
                </a:path>
                <a:path w="697229" h="2108200">
                  <a:moveTo>
                    <a:pt x="696937" y="496989"/>
                  </a:moveTo>
                  <a:lnTo>
                    <a:pt x="0" y="496989"/>
                  </a:lnTo>
                  <a:lnTo>
                    <a:pt x="0" y="531215"/>
                  </a:lnTo>
                  <a:lnTo>
                    <a:pt x="696937" y="531215"/>
                  </a:lnTo>
                  <a:lnTo>
                    <a:pt x="696937" y="496989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9" name="object 59" descr=""/>
          <p:cNvGrpSpPr/>
          <p:nvPr/>
        </p:nvGrpSpPr>
        <p:grpSpPr>
          <a:xfrm>
            <a:off x="10975283" y="2799594"/>
            <a:ext cx="864869" cy="2918460"/>
            <a:chOff x="10975283" y="2799594"/>
            <a:chExt cx="864869" cy="2918460"/>
          </a:xfrm>
        </p:grpSpPr>
        <p:sp>
          <p:nvSpPr>
            <p:cNvPr id="60" name="object 60" descr=""/>
            <p:cNvSpPr/>
            <p:nvPr/>
          </p:nvSpPr>
          <p:spPr>
            <a:xfrm>
              <a:off x="11136169" y="2855047"/>
              <a:ext cx="703580" cy="2861945"/>
            </a:xfrm>
            <a:custGeom>
              <a:avLst/>
              <a:gdLst/>
              <a:ahLst/>
              <a:cxnLst/>
              <a:rect l="l" t="t" r="r" b="b"/>
              <a:pathLst>
                <a:path w="703579" h="2861945">
                  <a:moveTo>
                    <a:pt x="572715" y="0"/>
                  </a:moveTo>
                  <a:lnTo>
                    <a:pt x="0" y="86657"/>
                  </a:lnTo>
                  <a:lnTo>
                    <a:pt x="0" y="2861944"/>
                  </a:lnTo>
                  <a:lnTo>
                    <a:pt x="694512" y="2861944"/>
                  </a:lnTo>
                  <a:lnTo>
                    <a:pt x="701227" y="1858398"/>
                  </a:lnTo>
                  <a:lnTo>
                    <a:pt x="703465" y="1307846"/>
                  </a:lnTo>
                  <a:lnTo>
                    <a:pt x="701227" y="1015853"/>
                  </a:lnTo>
                  <a:lnTo>
                    <a:pt x="694512" y="787986"/>
                  </a:lnTo>
                  <a:lnTo>
                    <a:pt x="675537" y="559749"/>
                  </a:lnTo>
                  <a:lnTo>
                    <a:pt x="645430" y="396436"/>
                  </a:lnTo>
                  <a:lnTo>
                    <a:pt x="617561" y="298280"/>
                  </a:lnTo>
                  <a:lnTo>
                    <a:pt x="605300" y="265510"/>
                  </a:lnTo>
                  <a:lnTo>
                    <a:pt x="572715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11049343" y="2929400"/>
              <a:ext cx="781685" cy="2788285"/>
            </a:xfrm>
            <a:custGeom>
              <a:avLst/>
              <a:gdLst/>
              <a:ahLst/>
              <a:cxnLst/>
              <a:rect l="l" t="t" r="r" b="b"/>
              <a:pathLst>
                <a:path w="781684" h="2788285">
                  <a:moveTo>
                    <a:pt x="781342" y="2590076"/>
                  </a:moveTo>
                  <a:lnTo>
                    <a:pt x="753452" y="2590076"/>
                  </a:lnTo>
                  <a:lnTo>
                    <a:pt x="753452" y="2389416"/>
                  </a:lnTo>
                  <a:lnTo>
                    <a:pt x="729564" y="2389416"/>
                  </a:lnTo>
                  <a:lnTo>
                    <a:pt x="729564" y="2590076"/>
                  </a:lnTo>
                  <a:lnTo>
                    <a:pt x="661619" y="2590076"/>
                  </a:lnTo>
                  <a:lnTo>
                    <a:pt x="661619" y="2389416"/>
                  </a:lnTo>
                  <a:lnTo>
                    <a:pt x="637730" y="2389416"/>
                  </a:lnTo>
                  <a:lnTo>
                    <a:pt x="637730" y="2590076"/>
                  </a:lnTo>
                  <a:lnTo>
                    <a:pt x="569810" y="2590076"/>
                  </a:lnTo>
                  <a:lnTo>
                    <a:pt x="569810" y="2389416"/>
                  </a:lnTo>
                  <a:lnTo>
                    <a:pt x="545922" y="2389416"/>
                  </a:lnTo>
                  <a:lnTo>
                    <a:pt x="545922" y="2590076"/>
                  </a:lnTo>
                  <a:lnTo>
                    <a:pt x="477989" y="2590076"/>
                  </a:lnTo>
                  <a:lnTo>
                    <a:pt x="477989" y="2389416"/>
                  </a:lnTo>
                  <a:lnTo>
                    <a:pt x="454101" y="2389416"/>
                  </a:lnTo>
                  <a:lnTo>
                    <a:pt x="454101" y="2590076"/>
                  </a:lnTo>
                  <a:lnTo>
                    <a:pt x="386168" y="2590076"/>
                  </a:lnTo>
                  <a:lnTo>
                    <a:pt x="386168" y="2389416"/>
                  </a:lnTo>
                  <a:lnTo>
                    <a:pt x="362267" y="2389416"/>
                  </a:lnTo>
                  <a:lnTo>
                    <a:pt x="362267" y="2590076"/>
                  </a:lnTo>
                  <a:lnTo>
                    <a:pt x="294347" y="2590076"/>
                  </a:lnTo>
                  <a:lnTo>
                    <a:pt x="294347" y="2389416"/>
                  </a:lnTo>
                  <a:lnTo>
                    <a:pt x="270446" y="2389416"/>
                  </a:lnTo>
                  <a:lnTo>
                    <a:pt x="270446" y="2590076"/>
                  </a:lnTo>
                  <a:lnTo>
                    <a:pt x="202526" y="2590076"/>
                  </a:lnTo>
                  <a:lnTo>
                    <a:pt x="202526" y="2389416"/>
                  </a:lnTo>
                  <a:lnTo>
                    <a:pt x="178638" y="2389416"/>
                  </a:lnTo>
                  <a:lnTo>
                    <a:pt x="178638" y="2590076"/>
                  </a:lnTo>
                  <a:lnTo>
                    <a:pt x="86817" y="2590076"/>
                  </a:lnTo>
                  <a:lnTo>
                    <a:pt x="86817" y="2327237"/>
                  </a:lnTo>
                  <a:lnTo>
                    <a:pt x="210261" y="2327237"/>
                  </a:lnTo>
                  <a:lnTo>
                    <a:pt x="210261" y="2303361"/>
                  </a:lnTo>
                  <a:lnTo>
                    <a:pt x="86817" y="2303361"/>
                  </a:lnTo>
                  <a:lnTo>
                    <a:pt x="86817" y="2202992"/>
                  </a:lnTo>
                  <a:lnTo>
                    <a:pt x="210261" y="2202992"/>
                  </a:lnTo>
                  <a:lnTo>
                    <a:pt x="210261" y="2179104"/>
                  </a:lnTo>
                  <a:lnTo>
                    <a:pt x="86817" y="2179104"/>
                  </a:lnTo>
                  <a:lnTo>
                    <a:pt x="86817" y="2078748"/>
                  </a:lnTo>
                  <a:lnTo>
                    <a:pt x="210261" y="2078748"/>
                  </a:lnTo>
                  <a:lnTo>
                    <a:pt x="210261" y="2054860"/>
                  </a:lnTo>
                  <a:lnTo>
                    <a:pt x="86817" y="2054860"/>
                  </a:lnTo>
                  <a:lnTo>
                    <a:pt x="86817" y="1954504"/>
                  </a:lnTo>
                  <a:lnTo>
                    <a:pt x="210261" y="1954504"/>
                  </a:lnTo>
                  <a:lnTo>
                    <a:pt x="210261" y="1930628"/>
                  </a:lnTo>
                  <a:lnTo>
                    <a:pt x="86817" y="1930628"/>
                  </a:lnTo>
                  <a:lnTo>
                    <a:pt x="86817" y="1830247"/>
                  </a:lnTo>
                  <a:lnTo>
                    <a:pt x="210261" y="1830247"/>
                  </a:lnTo>
                  <a:lnTo>
                    <a:pt x="210261" y="1806371"/>
                  </a:lnTo>
                  <a:lnTo>
                    <a:pt x="86817" y="1806371"/>
                  </a:lnTo>
                  <a:lnTo>
                    <a:pt x="86817" y="1706016"/>
                  </a:lnTo>
                  <a:lnTo>
                    <a:pt x="210261" y="1706016"/>
                  </a:lnTo>
                  <a:lnTo>
                    <a:pt x="210261" y="1682127"/>
                  </a:lnTo>
                  <a:lnTo>
                    <a:pt x="86817" y="1682127"/>
                  </a:lnTo>
                  <a:lnTo>
                    <a:pt x="86817" y="1581759"/>
                  </a:lnTo>
                  <a:lnTo>
                    <a:pt x="210261" y="1581759"/>
                  </a:lnTo>
                  <a:lnTo>
                    <a:pt x="210261" y="1557870"/>
                  </a:lnTo>
                  <a:lnTo>
                    <a:pt x="86817" y="1557870"/>
                  </a:lnTo>
                  <a:lnTo>
                    <a:pt x="86817" y="1457515"/>
                  </a:lnTo>
                  <a:lnTo>
                    <a:pt x="210261" y="1457515"/>
                  </a:lnTo>
                  <a:lnTo>
                    <a:pt x="210261" y="1433639"/>
                  </a:lnTo>
                  <a:lnTo>
                    <a:pt x="86817" y="1433639"/>
                  </a:lnTo>
                  <a:lnTo>
                    <a:pt x="86817" y="1333258"/>
                  </a:lnTo>
                  <a:lnTo>
                    <a:pt x="210261" y="1333258"/>
                  </a:lnTo>
                  <a:lnTo>
                    <a:pt x="210261" y="1309382"/>
                  </a:lnTo>
                  <a:lnTo>
                    <a:pt x="86817" y="1309382"/>
                  </a:lnTo>
                  <a:lnTo>
                    <a:pt x="86817" y="1209027"/>
                  </a:lnTo>
                  <a:lnTo>
                    <a:pt x="210261" y="1209027"/>
                  </a:lnTo>
                  <a:lnTo>
                    <a:pt x="210261" y="1185138"/>
                  </a:lnTo>
                  <a:lnTo>
                    <a:pt x="86817" y="1185138"/>
                  </a:lnTo>
                  <a:lnTo>
                    <a:pt x="86817" y="1084770"/>
                  </a:lnTo>
                  <a:lnTo>
                    <a:pt x="210261" y="1084770"/>
                  </a:lnTo>
                  <a:lnTo>
                    <a:pt x="210261" y="1060881"/>
                  </a:lnTo>
                  <a:lnTo>
                    <a:pt x="86817" y="1060881"/>
                  </a:lnTo>
                  <a:lnTo>
                    <a:pt x="86817" y="960526"/>
                  </a:lnTo>
                  <a:lnTo>
                    <a:pt x="210261" y="960526"/>
                  </a:lnTo>
                  <a:lnTo>
                    <a:pt x="210261" y="936650"/>
                  </a:lnTo>
                  <a:lnTo>
                    <a:pt x="86817" y="936650"/>
                  </a:lnTo>
                  <a:lnTo>
                    <a:pt x="86817" y="836282"/>
                  </a:lnTo>
                  <a:lnTo>
                    <a:pt x="210261" y="836282"/>
                  </a:lnTo>
                  <a:lnTo>
                    <a:pt x="210261" y="812393"/>
                  </a:lnTo>
                  <a:lnTo>
                    <a:pt x="86817" y="812393"/>
                  </a:lnTo>
                  <a:lnTo>
                    <a:pt x="86817" y="712038"/>
                  </a:lnTo>
                  <a:lnTo>
                    <a:pt x="210261" y="712038"/>
                  </a:lnTo>
                  <a:lnTo>
                    <a:pt x="210261" y="688149"/>
                  </a:lnTo>
                  <a:lnTo>
                    <a:pt x="86817" y="688149"/>
                  </a:lnTo>
                  <a:lnTo>
                    <a:pt x="86817" y="587781"/>
                  </a:lnTo>
                  <a:lnTo>
                    <a:pt x="210261" y="587781"/>
                  </a:lnTo>
                  <a:lnTo>
                    <a:pt x="210261" y="563905"/>
                  </a:lnTo>
                  <a:lnTo>
                    <a:pt x="86817" y="563905"/>
                  </a:lnTo>
                  <a:lnTo>
                    <a:pt x="86817" y="463537"/>
                  </a:lnTo>
                  <a:lnTo>
                    <a:pt x="210261" y="463537"/>
                  </a:lnTo>
                  <a:lnTo>
                    <a:pt x="210261" y="439648"/>
                  </a:lnTo>
                  <a:lnTo>
                    <a:pt x="86817" y="439648"/>
                  </a:lnTo>
                  <a:lnTo>
                    <a:pt x="86817" y="339293"/>
                  </a:lnTo>
                  <a:lnTo>
                    <a:pt x="210261" y="339293"/>
                  </a:lnTo>
                  <a:lnTo>
                    <a:pt x="210261" y="315404"/>
                  </a:lnTo>
                  <a:lnTo>
                    <a:pt x="86817" y="315404"/>
                  </a:lnTo>
                  <a:lnTo>
                    <a:pt x="86817" y="215049"/>
                  </a:lnTo>
                  <a:lnTo>
                    <a:pt x="210261" y="215049"/>
                  </a:lnTo>
                  <a:lnTo>
                    <a:pt x="210261" y="191160"/>
                  </a:lnTo>
                  <a:lnTo>
                    <a:pt x="86817" y="191160"/>
                  </a:lnTo>
                  <a:lnTo>
                    <a:pt x="86817" y="0"/>
                  </a:lnTo>
                  <a:lnTo>
                    <a:pt x="0" y="0"/>
                  </a:lnTo>
                  <a:lnTo>
                    <a:pt x="0" y="2787599"/>
                  </a:lnTo>
                  <a:lnTo>
                    <a:pt x="86817" y="2787599"/>
                  </a:lnTo>
                  <a:lnTo>
                    <a:pt x="86817" y="2788196"/>
                  </a:lnTo>
                  <a:lnTo>
                    <a:pt x="781342" y="2788196"/>
                  </a:lnTo>
                  <a:lnTo>
                    <a:pt x="781342" y="2590076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11259604" y="3105434"/>
              <a:ext cx="481965" cy="15240"/>
            </a:xfrm>
            <a:custGeom>
              <a:avLst/>
              <a:gdLst/>
              <a:ahLst/>
              <a:cxnLst/>
              <a:rect l="l" t="t" r="r" b="b"/>
              <a:pathLst>
                <a:path w="481965" h="15239">
                  <a:moveTo>
                    <a:pt x="0" y="15119"/>
                  </a:moveTo>
                  <a:lnTo>
                    <a:pt x="481870" y="15119"/>
                  </a:lnTo>
                  <a:lnTo>
                    <a:pt x="481870" y="0"/>
                  </a:lnTo>
                  <a:lnTo>
                    <a:pt x="0" y="0"/>
                  </a:lnTo>
                  <a:lnTo>
                    <a:pt x="0" y="15119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10975276" y="2799606"/>
              <a:ext cx="861060" cy="321310"/>
            </a:xfrm>
            <a:custGeom>
              <a:avLst/>
              <a:gdLst/>
              <a:ahLst/>
              <a:cxnLst/>
              <a:rect l="l" t="t" r="r" b="b"/>
              <a:pathLst>
                <a:path w="861059" h="321310">
                  <a:moveTo>
                    <a:pt x="284327" y="203073"/>
                  </a:moveTo>
                  <a:lnTo>
                    <a:pt x="160883" y="203073"/>
                  </a:lnTo>
                  <a:lnTo>
                    <a:pt x="160883" y="320954"/>
                  </a:lnTo>
                  <a:lnTo>
                    <a:pt x="284327" y="320954"/>
                  </a:lnTo>
                  <a:lnTo>
                    <a:pt x="284327" y="203073"/>
                  </a:lnTo>
                  <a:close/>
                </a:path>
                <a:path w="861059" h="321310">
                  <a:moveTo>
                    <a:pt x="636358" y="172808"/>
                  </a:moveTo>
                  <a:lnTo>
                    <a:pt x="500964" y="172808"/>
                  </a:lnTo>
                  <a:lnTo>
                    <a:pt x="500964" y="153758"/>
                  </a:lnTo>
                  <a:lnTo>
                    <a:pt x="341668" y="153758"/>
                  </a:lnTo>
                  <a:lnTo>
                    <a:pt x="341668" y="172808"/>
                  </a:lnTo>
                  <a:lnTo>
                    <a:pt x="341668" y="229958"/>
                  </a:lnTo>
                  <a:lnTo>
                    <a:pt x="341668" y="273138"/>
                  </a:lnTo>
                  <a:lnTo>
                    <a:pt x="500964" y="273138"/>
                  </a:lnTo>
                  <a:lnTo>
                    <a:pt x="500964" y="229958"/>
                  </a:lnTo>
                  <a:lnTo>
                    <a:pt x="636358" y="229958"/>
                  </a:lnTo>
                  <a:lnTo>
                    <a:pt x="636358" y="172808"/>
                  </a:lnTo>
                  <a:close/>
                </a:path>
                <a:path w="861059" h="321310">
                  <a:moveTo>
                    <a:pt x="860691" y="36207"/>
                  </a:moveTo>
                  <a:lnTo>
                    <a:pt x="855218" y="0"/>
                  </a:lnTo>
                  <a:lnTo>
                    <a:pt x="0" y="129387"/>
                  </a:lnTo>
                  <a:lnTo>
                    <a:pt x="5486" y="165608"/>
                  </a:lnTo>
                  <a:lnTo>
                    <a:pt x="860691" y="36207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11148110" y="3045677"/>
              <a:ext cx="50165" cy="74930"/>
            </a:xfrm>
            <a:custGeom>
              <a:avLst/>
              <a:gdLst/>
              <a:ahLst/>
              <a:cxnLst/>
              <a:rect l="l" t="t" r="r" b="b"/>
              <a:pathLst>
                <a:path w="50165" h="74930">
                  <a:moveTo>
                    <a:pt x="49778" y="0"/>
                  </a:moveTo>
                  <a:lnTo>
                    <a:pt x="0" y="0"/>
                  </a:lnTo>
                  <a:lnTo>
                    <a:pt x="0" y="74877"/>
                  </a:lnTo>
                  <a:lnTo>
                    <a:pt x="49778" y="74877"/>
                  </a:lnTo>
                  <a:lnTo>
                    <a:pt x="49778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11136160" y="3210578"/>
              <a:ext cx="697230" cy="2108200"/>
            </a:xfrm>
            <a:custGeom>
              <a:avLst/>
              <a:gdLst/>
              <a:ahLst/>
              <a:cxnLst/>
              <a:rect l="l" t="t" r="r" b="b"/>
              <a:pathLst>
                <a:path w="697229" h="2108200">
                  <a:moveTo>
                    <a:pt x="630809" y="0"/>
                  </a:moveTo>
                  <a:lnTo>
                    <a:pt x="0" y="0"/>
                  </a:lnTo>
                  <a:lnTo>
                    <a:pt x="0" y="34226"/>
                  </a:lnTo>
                  <a:lnTo>
                    <a:pt x="630809" y="34226"/>
                  </a:lnTo>
                  <a:lnTo>
                    <a:pt x="630809" y="0"/>
                  </a:lnTo>
                  <a:close/>
                </a:path>
                <a:path w="697229" h="2108200">
                  <a:moveTo>
                    <a:pt x="661073" y="124244"/>
                  </a:moveTo>
                  <a:lnTo>
                    <a:pt x="12" y="124244"/>
                  </a:lnTo>
                  <a:lnTo>
                    <a:pt x="12" y="158470"/>
                  </a:lnTo>
                  <a:lnTo>
                    <a:pt x="661073" y="158470"/>
                  </a:lnTo>
                  <a:lnTo>
                    <a:pt x="661073" y="124244"/>
                  </a:lnTo>
                  <a:close/>
                </a:path>
                <a:path w="697229" h="2108200">
                  <a:moveTo>
                    <a:pt x="682980" y="248500"/>
                  </a:moveTo>
                  <a:lnTo>
                    <a:pt x="12" y="248500"/>
                  </a:lnTo>
                  <a:lnTo>
                    <a:pt x="12" y="282727"/>
                  </a:lnTo>
                  <a:lnTo>
                    <a:pt x="682980" y="282727"/>
                  </a:lnTo>
                  <a:lnTo>
                    <a:pt x="682980" y="248500"/>
                  </a:lnTo>
                  <a:close/>
                </a:path>
                <a:path w="697229" h="2108200">
                  <a:moveTo>
                    <a:pt x="692683" y="372745"/>
                  </a:moveTo>
                  <a:lnTo>
                    <a:pt x="0" y="372745"/>
                  </a:lnTo>
                  <a:lnTo>
                    <a:pt x="0" y="406971"/>
                  </a:lnTo>
                  <a:lnTo>
                    <a:pt x="692683" y="406971"/>
                  </a:lnTo>
                  <a:lnTo>
                    <a:pt x="692683" y="372745"/>
                  </a:lnTo>
                  <a:close/>
                </a:path>
                <a:path w="697229" h="2108200">
                  <a:moveTo>
                    <a:pt x="696937" y="2073960"/>
                  </a:moveTo>
                  <a:lnTo>
                    <a:pt x="85267" y="2073960"/>
                  </a:lnTo>
                  <a:lnTo>
                    <a:pt x="85267" y="2108187"/>
                  </a:lnTo>
                  <a:lnTo>
                    <a:pt x="696937" y="2108187"/>
                  </a:lnTo>
                  <a:lnTo>
                    <a:pt x="696937" y="2073960"/>
                  </a:lnTo>
                  <a:close/>
                </a:path>
                <a:path w="697229" h="2108200">
                  <a:moveTo>
                    <a:pt x="696937" y="1987943"/>
                  </a:moveTo>
                  <a:lnTo>
                    <a:pt x="85267" y="1987943"/>
                  </a:lnTo>
                  <a:lnTo>
                    <a:pt x="85267" y="2022182"/>
                  </a:lnTo>
                  <a:lnTo>
                    <a:pt x="696937" y="2022182"/>
                  </a:lnTo>
                  <a:lnTo>
                    <a:pt x="696937" y="1987943"/>
                  </a:lnTo>
                  <a:close/>
                </a:path>
                <a:path w="697229" h="2108200">
                  <a:moveTo>
                    <a:pt x="696937" y="1863712"/>
                  </a:moveTo>
                  <a:lnTo>
                    <a:pt x="85267" y="1863712"/>
                  </a:lnTo>
                  <a:lnTo>
                    <a:pt x="85267" y="1897938"/>
                  </a:lnTo>
                  <a:lnTo>
                    <a:pt x="696937" y="1897938"/>
                  </a:lnTo>
                  <a:lnTo>
                    <a:pt x="696937" y="1863712"/>
                  </a:lnTo>
                  <a:close/>
                </a:path>
                <a:path w="697229" h="2108200">
                  <a:moveTo>
                    <a:pt x="696937" y="1739455"/>
                  </a:moveTo>
                  <a:lnTo>
                    <a:pt x="85267" y="1739455"/>
                  </a:lnTo>
                  <a:lnTo>
                    <a:pt x="85267" y="1773682"/>
                  </a:lnTo>
                  <a:lnTo>
                    <a:pt x="696937" y="1773682"/>
                  </a:lnTo>
                  <a:lnTo>
                    <a:pt x="696937" y="1739455"/>
                  </a:lnTo>
                  <a:close/>
                </a:path>
                <a:path w="697229" h="2108200">
                  <a:moveTo>
                    <a:pt x="696937" y="1615211"/>
                  </a:moveTo>
                  <a:lnTo>
                    <a:pt x="85267" y="1615211"/>
                  </a:lnTo>
                  <a:lnTo>
                    <a:pt x="85267" y="1649450"/>
                  </a:lnTo>
                  <a:lnTo>
                    <a:pt x="696937" y="1649450"/>
                  </a:lnTo>
                  <a:lnTo>
                    <a:pt x="696937" y="1615211"/>
                  </a:lnTo>
                  <a:close/>
                </a:path>
                <a:path w="697229" h="2108200">
                  <a:moveTo>
                    <a:pt x="696937" y="1492123"/>
                  </a:moveTo>
                  <a:lnTo>
                    <a:pt x="85267" y="1492123"/>
                  </a:lnTo>
                  <a:lnTo>
                    <a:pt x="85267" y="1526349"/>
                  </a:lnTo>
                  <a:lnTo>
                    <a:pt x="696937" y="1526349"/>
                  </a:lnTo>
                  <a:lnTo>
                    <a:pt x="696937" y="1492123"/>
                  </a:lnTo>
                  <a:close/>
                </a:path>
                <a:path w="697229" h="2108200">
                  <a:moveTo>
                    <a:pt x="696937" y="1367878"/>
                  </a:moveTo>
                  <a:lnTo>
                    <a:pt x="85267" y="1367878"/>
                  </a:lnTo>
                  <a:lnTo>
                    <a:pt x="85267" y="1371219"/>
                  </a:lnTo>
                  <a:lnTo>
                    <a:pt x="85267" y="1402105"/>
                  </a:lnTo>
                  <a:lnTo>
                    <a:pt x="696937" y="1402105"/>
                  </a:lnTo>
                  <a:lnTo>
                    <a:pt x="696937" y="1371219"/>
                  </a:lnTo>
                  <a:lnTo>
                    <a:pt x="696937" y="1367878"/>
                  </a:lnTo>
                  <a:close/>
                </a:path>
                <a:path w="697229" h="2108200">
                  <a:moveTo>
                    <a:pt x="696937" y="1243622"/>
                  </a:moveTo>
                  <a:lnTo>
                    <a:pt x="108191" y="1243622"/>
                  </a:lnTo>
                  <a:lnTo>
                    <a:pt x="108191" y="1274584"/>
                  </a:lnTo>
                  <a:lnTo>
                    <a:pt x="0" y="1274584"/>
                  </a:lnTo>
                  <a:lnTo>
                    <a:pt x="0" y="1277861"/>
                  </a:lnTo>
                  <a:lnTo>
                    <a:pt x="696937" y="1277861"/>
                  </a:lnTo>
                  <a:lnTo>
                    <a:pt x="696937" y="1274584"/>
                  </a:lnTo>
                  <a:lnTo>
                    <a:pt x="696937" y="1243622"/>
                  </a:lnTo>
                  <a:close/>
                </a:path>
                <a:path w="697229" h="2108200">
                  <a:moveTo>
                    <a:pt x="696937" y="1119378"/>
                  </a:moveTo>
                  <a:lnTo>
                    <a:pt x="0" y="1119378"/>
                  </a:lnTo>
                  <a:lnTo>
                    <a:pt x="0" y="1153604"/>
                  </a:lnTo>
                  <a:lnTo>
                    <a:pt x="696937" y="1153604"/>
                  </a:lnTo>
                  <a:lnTo>
                    <a:pt x="696937" y="1119378"/>
                  </a:lnTo>
                  <a:close/>
                </a:path>
                <a:path w="697229" h="2108200">
                  <a:moveTo>
                    <a:pt x="696937" y="993978"/>
                  </a:moveTo>
                  <a:lnTo>
                    <a:pt x="0" y="993978"/>
                  </a:lnTo>
                  <a:lnTo>
                    <a:pt x="0" y="1028204"/>
                  </a:lnTo>
                  <a:lnTo>
                    <a:pt x="696937" y="1028204"/>
                  </a:lnTo>
                  <a:lnTo>
                    <a:pt x="696937" y="993978"/>
                  </a:lnTo>
                  <a:close/>
                </a:path>
                <a:path w="697229" h="2108200">
                  <a:moveTo>
                    <a:pt x="696937" y="869734"/>
                  </a:moveTo>
                  <a:lnTo>
                    <a:pt x="0" y="869734"/>
                  </a:lnTo>
                  <a:lnTo>
                    <a:pt x="0" y="903960"/>
                  </a:lnTo>
                  <a:lnTo>
                    <a:pt x="696937" y="903960"/>
                  </a:lnTo>
                  <a:lnTo>
                    <a:pt x="696937" y="869734"/>
                  </a:lnTo>
                  <a:close/>
                </a:path>
                <a:path w="697229" h="2108200">
                  <a:moveTo>
                    <a:pt x="696937" y="745490"/>
                  </a:moveTo>
                  <a:lnTo>
                    <a:pt x="0" y="745490"/>
                  </a:lnTo>
                  <a:lnTo>
                    <a:pt x="0" y="779703"/>
                  </a:lnTo>
                  <a:lnTo>
                    <a:pt x="696937" y="779703"/>
                  </a:lnTo>
                  <a:lnTo>
                    <a:pt x="696937" y="745490"/>
                  </a:lnTo>
                  <a:close/>
                </a:path>
                <a:path w="697229" h="2108200">
                  <a:moveTo>
                    <a:pt x="696937" y="621233"/>
                  </a:moveTo>
                  <a:lnTo>
                    <a:pt x="0" y="621233"/>
                  </a:lnTo>
                  <a:lnTo>
                    <a:pt x="0" y="655472"/>
                  </a:lnTo>
                  <a:lnTo>
                    <a:pt x="696937" y="655472"/>
                  </a:lnTo>
                  <a:lnTo>
                    <a:pt x="696937" y="621233"/>
                  </a:lnTo>
                  <a:close/>
                </a:path>
                <a:path w="697229" h="2108200">
                  <a:moveTo>
                    <a:pt x="696937" y="496989"/>
                  </a:moveTo>
                  <a:lnTo>
                    <a:pt x="0" y="496989"/>
                  </a:lnTo>
                  <a:lnTo>
                    <a:pt x="0" y="531215"/>
                  </a:lnTo>
                  <a:lnTo>
                    <a:pt x="696937" y="531215"/>
                  </a:lnTo>
                  <a:lnTo>
                    <a:pt x="696937" y="496989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6" name="object 66" descr=""/>
          <p:cNvGrpSpPr/>
          <p:nvPr/>
        </p:nvGrpSpPr>
        <p:grpSpPr>
          <a:xfrm>
            <a:off x="5623782" y="1972705"/>
            <a:ext cx="762000" cy="3744595"/>
            <a:chOff x="5623782" y="1972705"/>
            <a:chExt cx="762000" cy="3744595"/>
          </a:xfrm>
        </p:grpSpPr>
        <p:sp>
          <p:nvSpPr>
            <p:cNvPr id="67" name="object 67" descr=""/>
            <p:cNvSpPr/>
            <p:nvPr/>
          </p:nvSpPr>
          <p:spPr>
            <a:xfrm>
              <a:off x="5623782" y="2478982"/>
              <a:ext cx="762000" cy="3238500"/>
            </a:xfrm>
            <a:custGeom>
              <a:avLst/>
              <a:gdLst/>
              <a:ahLst/>
              <a:cxnLst/>
              <a:rect l="l" t="t" r="r" b="b"/>
              <a:pathLst>
                <a:path w="762000" h="3238500">
                  <a:moveTo>
                    <a:pt x="374390" y="0"/>
                  </a:moveTo>
                  <a:lnTo>
                    <a:pt x="331875" y="13571"/>
                  </a:lnTo>
                  <a:lnTo>
                    <a:pt x="293272" y="29145"/>
                  </a:lnTo>
                  <a:lnTo>
                    <a:pt x="258362" y="46844"/>
                  </a:lnTo>
                  <a:lnTo>
                    <a:pt x="198739" y="89109"/>
                  </a:lnTo>
                  <a:lnTo>
                    <a:pt x="151244" y="141354"/>
                  </a:lnTo>
                  <a:lnTo>
                    <a:pt x="114118" y="204564"/>
                  </a:lnTo>
                  <a:lnTo>
                    <a:pt x="98893" y="240589"/>
                  </a:lnTo>
                  <a:lnTo>
                    <a:pt x="85601" y="279725"/>
                  </a:lnTo>
                  <a:lnTo>
                    <a:pt x="74020" y="322096"/>
                  </a:lnTo>
                  <a:lnTo>
                    <a:pt x="63931" y="367824"/>
                  </a:lnTo>
                  <a:lnTo>
                    <a:pt x="55114" y="417033"/>
                  </a:lnTo>
                  <a:lnTo>
                    <a:pt x="47349" y="469846"/>
                  </a:lnTo>
                  <a:lnTo>
                    <a:pt x="40416" y="526387"/>
                  </a:lnTo>
                  <a:lnTo>
                    <a:pt x="34094" y="586779"/>
                  </a:lnTo>
                  <a:lnTo>
                    <a:pt x="28165" y="651144"/>
                  </a:lnTo>
                  <a:lnTo>
                    <a:pt x="22407" y="719606"/>
                  </a:lnTo>
                  <a:lnTo>
                    <a:pt x="16600" y="792290"/>
                  </a:lnTo>
                  <a:lnTo>
                    <a:pt x="0" y="1384906"/>
                  </a:lnTo>
                  <a:lnTo>
                    <a:pt x="1844" y="2202239"/>
                  </a:lnTo>
                  <a:lnTo>
                    <a:pt x="11067" y="2926029"/>
                  </a:lnTo>
                  <a:lnTo>
                    <a:pt x="16600" y="3238016"/>
                  </a:lnTo>
                  <a:lnTo>
                    <a:pt x="732180" y="3238016"/>
                  </a:lnTo>
                  <a:lnTo>
                    <a:pt x="754315" y="2104709"/>
                  </a:lnTo>
                  <a:lnTo>
                    <a:pt x="761693" y="1472177"/>
                  </a:lnTo>
                  <a:lnTo>
                    <a:pt x="754315" y="1111133"/>
                  </a:lnTo>
                  <a:lnTo>
                    <a:pt x="732180" y="792290"/>
                  </a:lnTo>
                  <a:lnTo>
                    <a:pt x="726375" y="719606"/>
                  </a:lnTo>
                  <a:lnTo>
                    <a:pt x="720618" y="651144"/>
                  </a:lnTo>
                  <a:lnTo>
                    <a:pt x="714689" y="586779"/>
                  </a:lnTo>
                  <a:lnTo>
                    <a:pt x="708369" y="526387"/>
                  </a:lnTo>
                  <a:lnTo>
                    <a:pt x="701436" y="469846"/>
                  </a:lnTo>
                  <a:lnTo>
                    <a:pt x="693671" y="417033"/>
                  </a:lnTo>
                  <a:lnTo>
                    <a:pt x="684854" y="367824"/>
                  </a:lnTo>
                  <a:lnTo>
                    <a:pt x="674765" y="322096"/>
                  </a:lnTo>
                  <a:lnTo>
                    <a:pt x="663184" y="279725"/>
                  </a:lnTo>
                  <a:lnTo>
                    <a:pt x="649891" y="240589"/>
                  </a:lnTo>
                  <a:lnTo>
                    <a:pt x="634666" y="204564"/>
                  </a:lnTo>
                  <a:lnTo>
                    <a:pt x="597539" y="141354"/>
                  </a:lnTo>
                  <a:lnTo>
                    <a:pt x="550043" y="89109"/>
                  </a:lnTo>
                  <a:lnTo>
                    <a:pt x="490419" y="46844"/>
                  </a:lnTo>
                  <a:lnTo>
                    <a:pt x="455508" y="29145"/>
                  </a:lnTo>
                  <a:lnTo>
                    <a:pt x="416905" y="13571"/>
                  </a:lnTo>
                  <a:lnTo>
                    <a:pt x="37439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5633707" y="2478982"/>
              <a:ext cx="744220" cy="3238500"/>
            </a:xfrm>
            <a:custGeom>
              <a:avLst/>
              <a:gdLst/>
              <a:ahLst/>
              <a:cxnLst/>
              <a:rect l="l" t="t" r="r" b="b"/>
              <a:pathLst>
                <a:path w="744220" h="3238500">
                  <a:moveTo>
                    <a:pt x="728992" y="2892983"/>
                  </a:moveTo>
                  <a:lnTo>
                    <a:pt x="728916" y="888377"/>
                  </a:lnTo>
                  <a:lnTo>
                    <a:pt x="727976" y="874801"/>
                  </a:lnTo>
                  <a:lnTo>
                    <a:pt x="727976" y="2939110"/>
                  </a:lnTo>
                  <a:lnTo>
                    <a:pt x="713752" y="2939110"/>
                  </a:lnTo>
                  <a:lnTo>
                    <a:pt x="713752" y="2916656"/>
                  </a:lnTo>
                  <a:lnTo>
                    <a:pt x="727976" y="2916656"/>
                  </a:lnTo>
                  <a:lnTo>
                    <a:pt x="727976" y="2916047"/>
                  </a:lnTo>
                  <a:lnTo>
                    <a:pt x="713752" y="2916047"/>
                  </a:lnTo>
                  <a:lnTo>
                    <a:pt x="713752" y="2893593"/>
                  </a:lnTo>
                  <a:lnTo>
                    <a:pt x="727976" y="2893593"/>
                  </a:lnTo>
                  <a:lnTo>
                    <a:pt x="727976" y="2892983"/>
                  </a:lnTo>
                  <a:lnTo>
                    <a:pt x="713752" y="2892983"/>
                  </a:lnTo>
                  <a:lnTo>
                    <a:pt x="713752" y="687654"/>
                  </a:lnTo>
                  <a:lnTo>
                    <a:pt x="712812" y="676452"/>
                  </a:lnTo>
                  <a:lnTo>
                    <a:pt x="712812" y="3215843"/>
                  </a:lnTo>
                  <a:lnTo>
                    <a:pt x="698588" y="3215843"/>
                  </a:lnTo>
                  <a:lnTo>
                    <a:pt x="698588" y="3193389"/>
                  </a:lnTo>
                  <a:lnTo>
                    <a:pt x="712812" y="3193389"/>
                  </a:lnTo>
                  <a:lnTo>
                    <a:pt x="712812" y="3192792"/>
                  </a:lnTo>
                  <a:lnTo>
                    <a:pt x="698588" y="3192792"/>
                  </a:lnTo>
                  <a:lnTo>
                    <a:pt x="698588" y="3170313"/>
                  </a:lnTo>
                  <a:lnTo>
                    <a:pt x="712812" y="3170313"/>
                  </a:lnTo>
                  <a:lnTo>
                    <a:pt x="712812" y="3169716"/>
                  </a:lnTo>
                  <a:lnTo>
                    <a:pt x="698588" y="3169716"/>
                  </a:lnTo>
                  <a:lnTo>
                    <a:pt x="698588" y="3147276"/>
                  </a:lnTo>
                  <a:lnTo>
                    <a:pt x="712812" y="3147276"/>
                  </a:lnTo>
                  <a:lnTo>
                    <a:pt x="712812" y="3146666"/>
                  </a:lnTo>
                  <a:lnTo>
                    <a:pt x="698588" y="3146666"/>
                  </a:lnTo>
                  <a:lnTo>
                    <a:pt x="698588" y="3124200"/>
                  </a:lnTo>
                  <a:lnTo>
                    <a:pt x="712812" y="3124200"/>
                  </a:lnTo>
                  <a:lnTo>
                    <a:pt x="712812" y="3123603"/>
                  </a:lnTo>
                  <a:lnTo>
                    <a:pt x="698588" y="3123603"/>
                  </a:lnTo>
                  <a:lnTo>
                    <a:pt x="698588" y="3101136"/>
                  </a:lnTo>
                  <a:lnTo>
                    <a:pt x="712812" y="3101136"/>
                  </a:lnTo>
                  <a:lnTo>
                    <a:pt x="712812" y="3100540"/>
                  </a:lnTo>
                  <a:lnTo>
                    <a:pt x="698588" y="3100540"/>
                  </a:lnTo>
                  <a:lnTo>
                    <a:pt x="698588" y="3078086"/>
                  </a:lnTo>
                  <a:lnTo>
                    <a:pt x="712812" y="3078086"/>
                  </a:lnTo>
                  <a:lnTo>
                    <a:pt x="712812" y="3077476"/>
                  </a:lnTo>
                  <a:lnTo>
                    <a:pt x="698588" y="3077476"/>
                  </a:lnTo>
                  <a:lnTo>
                    <a:pt x="698588" y="3055023"/>
                  </a:lnTo>
                  <a:lnTo>
                    <a:pt x="712812" y="3055023"/>
                  </a:lnTo>
                  <a:lnTo>
                    <a:pt x="712812" y="3054426"/>
                  </a:lnTo>
                  <a:lnTo>
                    <a:pt x="698588" y="3054426"/>
                  </a:lnTo>
                  <a:lnTo>
                    <a:pt x="698588" y="3031960"/>
                  </a:lnTo>
                  <a:lnTo>
                    <a:pt x="712812" y="3031960"/>
                  </a:lnTo>
                  <a:lnTo>
                    <a:pt x="712812" y="3031363"/>
                  </a:lnTo>
                  <a:lnTo>
                    <a:pt x="698588" y="3031363"/>
                  </a:lnTo>
                  <a:lnTo>
                    <a:pt x="698588" y="3008884"/>
                  </a:lnTo>
                  <a:lnTo>
                    <a:pt x="712812" y="3008884"/>
                  </a:lnTo>
                  <a:lnTo>
                    <a:pt x="712812" y="3008287"/>
                  </a:lnTo>
                  <a:lnTo>
                    <a:pt x="698588" y="3008287"/>
                  </a:lnTo>
                  <a:lnTo>
                    <a:pt x="698588" y="2985833"/>
                  </a:lnTo>
                  <a:lnTo>
                    <a:pt x="712812" y="2985833"/>
                  </a:lnTo>
                  <a:lnTo>
                    <a:pt x="712812" y="2985236"/>
                  </a:lnTo>
                  <a:lnTo>
                    <a:pt x="698588" y="2985236"/>
                  </a:lnTo>
                  <a:lnTo>
                    <a:pt x="698588" y="2962770"/>
                  </a:lnTo>
                  <a:lnTo>
                    <a:pt x="712812" y="2962770"/>
                  </a:lnTo>
                  <a:lnTo>
                    <a:pt x="712812" y="2962160"/>
                  </a:lnTo>
                  <a:lnTo>
                    <a:pt x="698588" y="2962160"/>
                  </a:lnTo>
                  <a:lnTo>
                    <a:pt x="698588" y="2939707"/>
                  </a:lnTo>
                  <a:lnTo>
                    <a:pt x="712812" y="2939707"/>
                  </a:lnTo>
                  <a:lnTo>
                    <a:pt x="712812" y="2939110"/>
                  </a:lnTo>
                  <a:lnTo>
                    <a:pt x="698588" y="2939110"/>
                  </a:lnTo>
                  <a:lnTo>
                    <a:pt x="698588" y="2916656"/>
                  </a:lnTo>
                  <a:lnTo>
                    <a:pt x="712812" y="2916656"/>
                  </a:lnTo>
                  <a:lnTo>
                    <a:pt x="712812" y="2916047"/>
                  </a:lnTo>
                  <a:lnTo>
                    <a:pt x="698588" y="2916047"/>
                  </a:lnTo>
                  <a:lnTo>
                    <a:pt x="698588" y="2893593"/>
                  </a:lnTo>
                  <a:lnTo>
                    <a:pt x="712812" y="2893593"/>
                  </a:lnTo>
                  <a:lnTo>
                    <a:pt x="712812" y="2892983"/>
                  </a:lnTo>
                  <a:lnTo>
                    <a:pt x="698588" y="2892983"/>
                  </a:lnTo>
                  <a:lnTo>
                    <a:pt x="698588" y="527583"/>
                  </a:lnTo>
                  <a:lnTo>
                    <a:pt x="698500" y="526313"/>
                  </a:lnTo>
                  <a:lnTo>
                    <a:pt x="698042" y="526313"/>
                  </a:lnTo>
                  <a:lnTo>
                    <a:pt x="698042" y="519963"/>
                  </a:lnTo>
                  <a:lnTo>
                    <a:pt x="697649" y="519963"/>
                  </a:lnTo>
                  <a:lnTo>
                    <a:pt x="697649" y="526313"/>
                  </a:lnTo>
                  <a:lnTo>
                    <a:pt x="697649" y="527583"/>
                  </a:lnTo>
                  <a:lnTo>
                    <a:pt x="697649" y="3215843"/>
                  </a:lnTo>
                  <a:lnTo>
                    <a:pt x="683425" y="3215843"/>
                  </a:lnTo>
                  <a:lnTo>
                    <a:pt x="683425" y="3193389"/>
                  </a:lnTo>
                  <a:lnTo>
                    <a:pt x="697649" y="3193389"/>
                  </a:lnTo>
                  <a:lnTo>
                    <a:pt x="697649" y="3192792"/>
                  </a:lnTo>
                  <a:lnTo>
                    <a:pt x="683425" y="3192792"/>
                  </a:lnTo>
                  <a:lnTo>
                    <a:pt x="683425" y="3170313"/>
                  </a:lnTo>
                  <a:lnTo>
                    <a:pt x="697649" y="3170313"/>
                  </a:lnTo>
                  <a:lnTo>
                    <a:pt x="697649" y="3169716"/>
                  </a:lnTo>
                  <a:lnTo>
                    <a:pt x="683425" y="3169716"/>
                  </a:lnTo>
                  <a:lnTo>
                    <a:pt x="683425" y="3147276"/>
                  </a:lnTo>
                  <a:lnTo>
                    <a:pt x="697649" y="3147276"/>
                  </a:lnTo>
                  <a:lnTo>
                    <a:pt x="697649" y="3146666"/>
                  </a:lnTo>
                  <a:lnTo>
                    <a:pt x="683425" y="3146666"/>
                  </a:lnTo>
                  <a:lnTo>
                    <a:pt x="683425" y="3124200"/>
                  </a:lnTo>
                  <a:lnTo>
                    <a:pt x="697649" y="3124200"/>
                  </a:lnTo>
                  <a:lnTo>
                    <a:pt x="697649" y="3123603"/>
                  </a:lnTo>
                  <a:lnTo>
                    <a:pt x="683425" y="3123603"/>
                  </a:lnTo>
                  <a:lnTo>
                    <a:pt x="683425" y="3101136"/>
                  </a:lnTo>
                  <a:lnTo>
                    <a:pt x="697649" y="3101136"/>
                  </a:lnTo>
                  <a:lnTo>
                    <a:pt x="697649" y="3100540"/>
                  </a:lnTo>
                  <a:lnTo>
                    <a:pt x="683425" y="3100540"/>
                  </a:lnTo>
                  <a:lnTo>
                    <a:pt x="683425" y="3078086"/>
                  </a:lnTo>
                  <a:lnTo>
                    <a:pt x="697649" y="3078086"/>
                  </a:lnTo>
                  <a:lnTo>
                    <a:pt x="697649" y="3077476"/>
                  </a:lnTo>
                  <a:lnTo>
                    <a:pt x="683425" y="3077476"/>
                  </a:lnTo>
                  <a:lnTo>
                    <a:pt x="683425" y="3055023"/>
                  </a:lnTo>
                  <a:lnTo>
                    <a:pt x="697649" y="3055023"/>
                  </a:lnTo>
                  <a:lnTo>
                    <a:pt x="697649" y="3054426"/>
                  </a:lnTo>
                  <a:lnTo>
                    <a:pt x="683425" y="3054426"/>
                  </a:lnTo>
                  <a:lnTo>
                    <a:pt x="683425" y="3031960"/>
                  </a:lnTo>
                  <a:lnTo>
                    <a:pt x="697649" y="3031960"/>
                  </a:lnTo>
                  <a:lnTo>
                    <a:pt x="697649" y="3031363"/>
                  </a:lnTo>
                  <a:lnTo>
                    <a:pt x="683425" y="3031363"/>
                  </a:lnTo>
                  <a:lnTo>
                    <a:pt x="683425" y="3008884"/>
                  </a:lnTo>
                  <a:lnTo>
                    <a:pt x="697649" y="3008884"/>
                  </a:lnTo>
                  <a:lnTo>
                    <a:pt x="697649" y="3008287"/>
                  </a:lnTo>
                  <a:lnTo>
                    <a:pt x="683425" y="3008287"/>
                  </a:lnTo>
                  <a:lnTo>
                    <a:pt x="683425" y="2985833"/>
                  </a:lnTo>
                  <a:lnTo>
                    <a:pt x="697649" y="2985833"/>
                  </a:lnTo>
                  <a:lnTo>
                    <a:pt x="697649" y="2985236"/>
                  </a:lnTo>
                  <a:lnTo>
                    <a:pt x="683425" y="2985236"/>
                  </a:lnTo>
                  <a:lnTo>
                    <a:pt x="683425" y="2962770"/>
                  </a:lnTo>
                  <a:lnTo>
                    <a:pt x="697649" y="2962770"/>
                  </a:lnTo>
                  <a:lnTo>
                    <a:pt x="697649" y="2962160"/>
                  </a:lnTo>
                  <a:lnTo>
                    <a:pt x="683425" y="2962160"/>
                  </a:lnTo>
                  <a:lnTo>
                    <a:pt x="683425" y="2939707"/>
                  </a:lnTo>
                  <a:lnTo>
                    <a:pt x="697649" y="2939707"/>
                  </a:lnTo>
                  <a:lnTo>
                    <a:pt x="697649" y="2939110"/>
                  </a:lnTo>
                  <a:lnTo>
                    <a:pt x="683425" y="2939110"/>
                  </a:lnTo>
                  <a:lnTo>
                    <a:pt x="683425" y="2916656"/>
                  </a:lnTo>
                  <a:lnTo>
                    <a:pt x="697649" y="2916656"/>
                  </a:lnTo>
                  <a:lnTo>
                    <a:pt x="697649" y="2916047"/>
                  </a:lnTo>
                  <a:lnTo>
                    <a:pt x="683425" y="2916047"/>
                  </a:lnTo>
                  <a:lnTo>
                    <a:pt x="683425" y="2893593"/>
                  </a:lnTo>
                  <a:lnTo>
                    <a:pt x="697649" y="2893593"/>
                  </a:lnTo>
                  <a:lnTo>
                    <a:pt x="697649" y="2892983"/>
                  </a:lnTo>
                  <a:lnTo>
                    <a:pt x="683425" y="2892983"/>
                  </a:lnTo>
                  <a:lnTo>
                    <a:pt x="683425" y="415277"/>
                  </a:lnTo>
                  <a:lnTo>
                    <a:pt x="682485" y="410006"/>
                  </a:lnTo>
                  <a:lnTo>
                    <a:pt x="682485" y="3215843"/>
                  </a:lnTo>
                  <a:lnTo>
                    <a:pt x="668261" y="3215843"/>
                  </a:lnTo>
                  <a:lnTo>
                    <a:pt x="668261" y="3193389"/>
                  </a:lnTo>
                  <a:lnTo>
                    <a:pt x="682485" y="3193389"/>
                  </a:lnTo>
                  <a:lnTo>
                    <a:pt x="682485" y="3192792"/>
                  </a:lnTo>
                  <a:lnTo>
                    <a:pt x="668261" y="3192792"/>
                  </a:lnTo>
                  <a:lnTo>
                    <a:pt x="668261" y="3170313"/>
                  </a:lnTo>
                  <a:lnTo>
                    <a:pt x="682485" y="3170313"/>
                  </a:lnTo>
                  <a:lnTo>
                    <a:pt x="682485" y="3169716"/>
                  </a:lnTo>
                  <a:lnTo>
                    <a:pt x="668261" y="3169716"/>
                  </a:lnTo>
                  <a:lnTo>
                    <a:pt x="668261" y="3147276"/>
                  </a:lnTo>
                  <a:lnTo>
                    <a:pt x="682485" y="3147276"/>
                  </a:lnTo>
                  <a:lnTo>
                    <a:pt x="682485" y="3146666"/>
                  </a:lnTo>
                  <a:lnTo>
                    <a:pt x="668261" y="3146666"/>
                  </a:lnTo>
                  <a:lnTo>
                    <a:pt x="668261" y="3124200"/>
                  </a:lnTo>
                  <a:lnTo>
                    <a:pt x="682485" y="3124200"/>
                  </a:lnTo>
                  <a:lnTo>
                    <a:pt x="682485" y="3123603"/>
                  </a:lnTo>
                  <a:lnTo>
                    <a:pt x="668261" y="3123603"/>
                  </a:lnTo>
                  <a:lnTo>
                    <a:pt x="668261" y="3101136"/>
                  </a:lnTo>
                  <a:lnTo>
                    <a:pt x="682485" y="3101136"/>
                  </a:lnTo>
                  <a:lnTo>
                    <a:pt x="682485" y="3100540"/>
                  </a:lnTo>
                  <a:lnTo>
                    <a:pt x="668261" y="3100540"/>
                  </a:lnTo>
                  <a:lnTo>
                    <a:pt x="668261" y="3078086"/>
                  </a:lnTo>
                  <a:lnTo>
                    <a:pt x="682485" y="3078086"/>
                  </a:lnTo>
                  <a:lnTo>
                    <a:pt x="682485" y="3077476"/>
                  </a:lnTo>
                  <a:lnTo>
                    <a:pt x="668261" y="3077476"/>
                  </a:lnTo>
                  <a:lnTo>
                    <a:pt x="668261" y="3055023"/>
                  </a:lnTo>
                  <a:lnTo>
                    <a:pt x="682485" y="3055023"/>
                  </a:lnTo>
                  <a:lnTo>
                    <a:pt x="682485" y="3054426"/>
                  </a:lnTo>
                  <a:lnTo>
                    <a:pt x="668261" y="3054426"/>
                  </a:lnTo>
                  <a:lnTo>
                    <a:pt x="668261" y="3031960"/>
                  </a:lnTo>
                  <a:lnTo>
                    <a:pt x="682485" y="3031960"/>
                  </a:lnTo>
                  <a:lnTo>
                    <a:pt x="682485" y="3031363"/>
                  </a:lnTo>
                  <a:lnTo>
                    <a:pt x="668261" y="3031363"/>
                  </a:lnTo>
                  <a:lnTo>
                    <a:pt x="668261" y="3008884"/>
                  </a:lnTo>
                  <a:lnTo>
                    <a:pt x="682485" y="3008884"/>
                  </a:lnTo>
                  <a:lnTo>
                    <a:pt x="682485" y="3008287"/>
                  </a:lnTo>
                  <a:lnTo>
                    <a:pt x="668261" y="3008287"/>
                  </a:lnTo>
                  <a:lnTo>
                    <a:pt x="668261" y="2985833"/>
                  </a:lnTo>
                  <a:lnTo>
                    <a:pt x="682485" y="2985833"/>
                  </a:lnTo>
                  <a:lnTo>
                    <a:pt x="682485" y="2985236"/>
                  </a:lnTo>
                  <a:lnTo>
                    <a:pt x="668261" y="2985236"/>
                  </a:lnTo>
                  <a:lnTo>
                    <a:pt x="668261" y="2962770"/>
                  </a:lnTo>
                  <a:lnTo>
                    <a:pt x="682485" y="2962770"/>
                  </a:lnTo>
                  <a:lnTo>
                    <a:pt x="682485" y="2962160"/>
                  </a:lnTo>
                  <a:lnTo>
                    <a:pt x="668261" y="2962160"/>
                  </a:lnTo>
                  <a:lnTo>
                    <a:pt x="668261" y="2939707"/>
                  </a:lnTo>
                  <a:lnTo>
                    <a:pt x="682485" y="2939707"/>
                  </a:lnTo>
                  <a:lnTo>
                    <a:pt x="682485" y="2939110"/>
                  </a:lnTo>
                  <a:lnTo>
                    <a:pt x="668261" y="2939110"/>
                  </a:lnTo>
                  <a:lnTo>
                    <a:pt x="668261" y="2916656"/>
                  </a:lnTo>
                  <a:lnTo>
                    <a:pt x="682485" y="2916656"/>
                  </a:lnTo>
                  <a:lnTo>
                    <a:pt x="682485" y="2916047"/>
                  </a:lnTo>
                  <a:lnTo>
                    <a:pt x="668261" y="2916047"/>
                  </a:lnTo>
                  <a:lnTo>
                    <a:pt x="668261" y="2893593"/>
                  </a:lnTo>
                  <a:lnTo>
                    <a:pt x="682485" y="2893593"/>
                  </a:lnTo>
                  <a:lnTo>
                    <a:pt x="682485" y="2892983"/>
                  </a:lnTo>
                  <a:lnTo>
                    <a:pt x="668261" y="2892983"/>
                  </a:lnTo>
                  <a:lnTo>
                    <a:pt x="668261" y="337642"/>
                  </a:lnTo>
                  <a:lnTo>
                    <a:pt x="667321" y="333362"/>
                  </a:lnTo>
                  <a:lnTo>
                    <a:pt x="667321" y="3215843"/>
                  </a:lnTo>
                  <a:lnTo>
                    <a:pt x="653084" y="3215843"/>
                  </a:lnTo>
                  <a:lnTo>
                    <a:pt x="653084" y="3193389"/>
                  </a:lnTo>
                  <a:lnTo>
                    <a:pt x="667321" y="3193389"/>
                  </a:lnTo>
                  <a:lnTo>
                    <a:pt x="667321" y="3192792"/>
                  </a:lnTo>
                  <a:lnTo>
                    <a:pt x="653084" y="3192792"/>
                  </a:lnTo>
                  <a:lnTo>
                    <a:pt x="653084" y="3170313"/>
                  </a:lnTo>
                  <a:lnTo>
                    <a:pt x="667321" y="3170313"/>
                  </a:lnTo>
                  <a:lnTo>
                    <a:pt x="667321" y="3169716"/>
                  </a:lnTo>
                  <a:lnTo>
                    <a:pt x="653084" y="3169716"/>
                  </a:lnTo>
                  <a:lnTo>
                    <a:pt x="653084" y="3147276"/>
                  </a:lnTo>
                  <a:lnTo>
                    <a:pt x="667321" y="3147276"/>
                  </a:lnTo>
                  <a:lnTo>
                    <a:pt x="667321" y="3146666"/>
                  </a:lnTo>
                  <a:lnTo>
                    <a:pt x="653084" y="3146666"/>
                  </a:lnTo>
                  <a:lnTo>
                    <a:pt x="653084" y="3124200"/>
                  </a:lnTo>
                  <a:lnTo>
                    <a:pt x="667321" y="3124200"/>
                  </a:lnTo>
                  <a:lnTo>
                    <a:pt x="667321" y="3123603"/>
                  </a:lnTo>
                  <a:lnTo>
                    <a:pt x="653084" y="3123603"/>
                  </a:lnTo>
                  <a:lnTo>
                    <a:pt x="653084" y="3101136"/>
                  </a:lnTo>
                  <a:lnTo>
                    <a:pt x="667321" y="3101136"/>
                  </a:lnTo>
                  <a:lnTo>
                    <a:pt x="667321" y="3100540"/>
                  </a:lnTo>
                  <a:lnTo>
                    <a:pt x="653084" y="3100540"/>
                  </a:lnTo>
                  <a:lnTo>
                    <a:pt x="653084" y="3078086"/>
                  </a:lnTo>
                  <a:lnTo>
                    <a:pt x="667321" y="3078086"/>
                  </a:lnTo>
                  <a:lnTo>
                    <a:pt x="667321" y="3077476"/>
                  </a:lnTo>
                  <a:lnTo>
                    <a:pt x="653084" y="3077476"/>
                  </a:lnTo>
                  <a:lnTo>
                    <a:pt x="653084" y="3055023"/>
                  </a:lnTo>
                  <a:lnTo>
                    <a:pt x="667321" y="3055023"/>
                  </a:lnTo>
                  <a:lnTo>
                    <a:pt x="667321" y="3054426"/>
                  </a:lnTo>
                  <a:lnTo>
                    <a:pt x="653084" y="3054426"/>
                  </a:lnTo>
                  <a:lnTo>
                    <a:pt x="653084" y="3031960"/>
                  </a:lnTo>
                  <a:lnTo>
                    <a:pt x="667321" y="3031960"/>
                  </a:lnTo>
                  <a:lnTo>
                    <a:pt x="667321" y="3031363"/>
                  </a:lnTo>
                  <a:lnTo>
                    <a:pt x="653084" y="3031363"/>
                  </a:lnTo>
                  <a:lnTo>
                    <a:pt x="653084" y="3008884"/>
                  </a:lnTo>
                  <a:lnTo>
                    <a:pt x="667321" y="3008884"/>
                  </a:lnTo>
                  <a:lnTo>
                    <a:pt x="667321" y="3008287"/>
                  </a:lnTo>
                  <a:lnTo>
                    <a:pt x="653084" y="3008287"/>
                  </a:lnTo>
                  <a:lnTo>
                    <a:pt x="653084" y="2985833"/>
                  </a:lnTo>
                  <a:lnTo>
                    <a:pt x="667321" y="2985833"/>
                  </a:lnTo>
                  <a:lnTo>
                    <a:pt x="667321" y="2985236"/>
                  </a:lnTo>
                  <a:lnTo>
                    <a:pt x="653084" y="2985236"/>
                  </a:lnTo>
                  <a:lnTo>
                    <a:pt x="653084" y="2962770"/>
                  </a:lnTo>
                  <a:lnTo>
                    <a:pt x="667321" y="2962770"/>
                  </a:lnTo>
                  <a:lnTo>
                    <a:pt x="667321" y="2962160"/>
                  </a:lnTo>
                  <a:lnTo>
                    <a:pt x="653084" y="2962160"/>
                  </a:lnTo>
                  <a:lnTo>
                    <a:pt x="653084" y="2939707"/>
                  </a:lnTo>
                  <a:lnTo>
                    <a:pt x="667321" y="2939707"/>
                  </a:lnTo>
                  <a:lnTo>
                    <a:pt x="667321" y="2939110"/>
                  </a:lnTo>
                  <a:lnTo>
                    <a:pt x="653084" y="2939110"/>
                  </a:lnTo>
                  <a:lnTo>
                    <a:pt x="653084" y="2916656"/>
                  </a:lnTo>
                  <a:lnTo>
                    <a:pt x="667321" y="2916656"/>
                  </a:lnTo>
                  <a:lnTo>
                    <a:pt x="667321" y="2916047"/>
                  </a:lnTo>
                  <a:lnTo>
                    <a:pt x="653084" y="2916047"/>
                  </a:lnTo>
                  <a:lnTo>
                    <a:pt x="653084" y="2893593"/>
                  </a:lnTo>
                  <a:lnTo>
                    <a:pt x="667321" y="2893593"/>
                  </a:lnTo>
                  <a:lnTo>
                    <a:pt x="667321" y="2892983"/>
                  </a:lnTo>
                  <a:lnTo>
                    <a:pt x="653084" y="2892983"/>
                  </a:lnTo>
                  <a:lnTo>
                    <a:pt x="653084" y="279247"/>
                  </a:lnTo>
                  <a:lnTo>
                    <a:pt x="652145" y="276479"/>
                  </a:lnTo>
                  <a:lnTo>
                    <a:pt x="652145" y="3215843"/>
                  </a:lnTo>
                  <a:lnTo>
                    <a:pt x="637933" y="3215843"/>
                  </a:lnTo>
                  <a:lnTo>
                    <a:pt x="637933" y="3193389"/>
                  </a:lnTo>
                  <a:lnTo>
                    <a:pt x="652145" y="3193389"/>
                  </a:lnTo>
                  <a:lnTo>
                    <a:pt x="652145" y="3192792"/>
                  </a:lnTo>
                  <a:lnTo>
                    <a:pt x="637933" y="3192792"/>
                  </a:lnTo>
                  <a:lnTo>
                    <a:pt x="637933" y="3170313"/>
                  </a:lnTo>
                  <a:lnTo>
                    <a:pt x="652145" y="3170313"/>
                  </a:lnTo>
                  <a:lnTo>
                    <a:pt x="652145" y="3169716"/>
                  </a:lnTo>
                  <a:lnTo>
                    <a:pt x="637933" y="3169716"/>
                  </a:lnTo>
                  <a:lnTo>
                    <a:pt x="637933" y="3147276"/>
                  </a:lnTo>
                  <a:lnTo>
                    <a:pt x="652145" y="3147276"/>
                  </a:lnTo>
                  <a:lnTo>
                    <a:pt x="652145" y="3146666"/>
                  </a:lnTo>
                  <a:lnTo>
                    <a:pt x="637933" y="3146666"/>
                  </a:lnTo>
                  <a:lnTo>
                    <a:pt x="637933" y="3124200"/>
                  </a:lnTo>
                  <a:lnTo>
                    <a:pt x="652145" y="3124200"/>
                  </a:lnTo>
                  <a:lnTo>
                    <a:pt x="652145" y="3123603"/>
                  </a:lnTo>
                  <a:lnTo>
                    <a:pt x="637933" y="3123603"/>
                  </a:lnTo>
                  <a:lnTo>
                    <a:pt x="637933" y="3101136"/>
                  </a:lnTo>
                  <a:lnTo>
                    <a:pt x="652145" y="3101136"/>
                  </a:lnTo>
                  <a:lnTo>
                    <a:pt x="652145" y="3100540"/>
                  </a:lnTo>
                  <a:lnTo>
                    <a:pt x="637933" y="3100540"/>
                  </a:lnTo>
                  <a:lnTo>
                    <a:pt x="637933" y="3078086"/>
                  </a:lnTo>
                  <a:lnTo>
                    <a:pt x="652145" y="3078086"/>
                  </a:lnTo>
                  <a:lnTo>
                    <a:pt x="652145" y="3077476"/>
                  </a:lnTo>
                  <a:lnTo>
                    <a:pt x="637933" y="3077476"/>
                  </a:lnTo>
                  <a:lnTo>
                    <a:pt x="637933" y="3055023"/>
                  </a:lnTo>
                  <a:lnTo>
                    <a:pt x="652145" y="3055023"/>
                  </a:lnTo>
                  <a:lnTo>
                    <a:pt x="652145" y="3054426"/>
                  </a:lnTo>
                  <a:lnTo>
                    <a:pt x="637933" y="3054426"/>
                  </a:lnTo>
                  <a:lnTo>
                    <a:pt x="637933" y="3031960"/>
                  </a:lnTo>
                  <a:lnTo>
                    <a:pt x="652145" y="3031960"/>
                  </a:lnTo>
                  <a:lnTo>
                    <a:pt x="652145" y="3031363"/>
                  </a:lnTo>
                  <a:lnTo>
                    <a:pt x="637933" y="3031363"/>
                  </a:lnTo>
                  <a:lnTo>
                    <a:pt x="637933" y="3008884"/>
                  </a:lnTo>
                  <a:lnTo>
                    <a:pt x="652145" y="3008884"/>
                  </a:lnTo>
                  <a:lnTo>
                    <a:pt x="652145" y="3008287"/>
                  </a:lnTo>
                  <a:lnTo>
                    <a:pt x="637933" y="3008287"/>
                  </a:lnTo>
                  <a:lnTo>
                    <a:pt x="637933" y="2985833"/>
                  </a:lnTo>
                  <a:lnTo>
                    <a:pt x="652145" y="2985833"/>
                  </a:lnTo>
                  <a:lnTo>
                    <a:pt x="652145" y="2985236"/>
                  </a:lnTo>
                  <a:lnTo>
                    <a:pt x="637933" y="2985236"/>
                  </a:lnTo>
                  <a:lnTo>
                    <a:pt x="637933" y="2962770"/>
                  </a:lnTo>
                  <a:lnTo>
                    <a:pt x="652145" y="2962770"/>
                  </a:lnTo>
                  <a:lnTo>
                    <a:pt x="652145" y="2962160"/>
                  </a:lnTo>
                  <a:lnTo>
                    <a:pt x="637933" y="2962160"/>
                  </a:lnTo>
                  <a:lnTo>
                    <a:pt x="637933" y="2939707"/>
                  </a:lnTo>
                  <a:lnTo>
                    <a:pt x="652145" y="2939707"/>
                  </a:lnTo>
                  <a:lnTo>
                    <a:pt x="652145" y="2939110"/>
                  </a:lnTo>
                  <a:lnTo>
                    <a:pt x="637933" y="2939110"/>
                  </a:lnTo>
                  <a:lnTo>
                    <a:pt x="637933" y="2916656"/>
                  </a:lnTo>
                  <a:lnTo>
                    <a:pt x="652145" y="2916656"/>
                  </a:lnTo>
                  <a:lnTo>
                    <a:pt x="652145" y="2916047"/>
                  </a:lnTo>
                  <a:lnTo>
                    <a:pt x="637933" y="2916047"/>
                  </a:lnTo>
                  <a:lnTo>
                    <a:pt x="637933" y="2893593"/>
                  </a:lnTo>
                  <a:lnTo>
                    <a:pt x="652145" y="2893593"/>
                  </a:lnTo>
                  <a:lnTo>
                    <a:pt x="652145" y="2892983"/>
                  </a:lnTo>
                  <a:lnTo>
                    <a:pt x="637933" y="2892983"/>
                  </a:lnTo>
                  <a:lnTo>
                    <a:pt x="637933" y="235813"/>
                  </a:lnTo>
                  <a:lnTo>
                    <a:pt x="636981" y="233553"/>
                  </a:lnTo>
                  <a:lnTo>
                    <a:pt x="636981" y="3215843"/>
                  </a:lnTo>
                  <a:lnTo>
                    <a:pt x="622769" y="3215843"/>
                  </a:lnTo>
                  <a:lnTo>
                    <a:pt x="622769" y="3193389"/>
                  </a:lnTo>
                  <a:lnTo>
                    <a:pt x="636981" y="3193389"/>
                  </a:lnTo>
                  <a:lnTo>
                    <a:pt x="636981" y="3192792"/>
                  </a:lnTo>
                  <a:lnTo>
                    <a:pt x="622769" y="3192792"/>
                  </a:lnTo>
                  <a:lnTo>
                    <a:pt x="622769" y="3170313"/>
                  </a:lnTo>
                  <a:lnTo>
                    <a:pt x="636981" y="3170313"/>
                  </a:lnTo>
                  <a:lnTo>
                    <a:pt x="636981" y="3169716"/>
                  </a:lnTo>
                  <a:lnTo>
                    <a:pt x="622769" y="3169716"/>
                  </a:lnTo>
                  <a:lnTo>
                    <a:pt x="622769" y="3147276"/>
                  </a:lnTo>
                  <a:lnTo>
                    <a:pt x="636981" y="3147276"/>
                  </a:lnTo>
                  <a:lnTo>
                    <a:pt x="636981" y="3146666"/>
                  </a:lnTo>
                  <a:lnTo>
                    <a:pt x="622769" y="3146666"/>
                  </a:lnTo>
                  <a:lnTo>
                    <a:pt x="622769" y="3124200"/>
                  </a:lnTo>
                  <a:lnTo>
                    <a:pt x="636981" y="3124200"/>
                  </a:lnTo>
                  <a:lnTo>
                    <a:pt x="636981" y="3123603"/>
                  </a:lnTo>
                  <a:lnTo>
                    <a:pt x="622769" y="3123603"/>
                  </a:lnTo>
                  <a:lnTo>
                    <a:pt x="622769" y="3101136"/>
                  </a:lnTo>
                  <a:lnTo>
                    <a:pt x="636981" y="3101136"/>
                  </a:lnTo>
                  <a:lnTo>
                    <a:pt x="636981" y="3100540"/>
                  </a:lnTo>
                  <a:lnTo>
                    <a:pt x="622769" y="3100540"/>
                  </a:lnTo>
                  <a:lnTo>
                    <a:pt x="622769" y="3078086"/>
                  </a:lnTo>
                  <a:lnTo>
                    <a:pt x="636981" y="3078086"/>
                  </a:lnTo>
                  <a:lnTo>
                    <a:pt x="636981" y="3077476"/>
                  </a:lnTo>
                  <a:lnTo>
                    <a:pt x="622769" y="3077476"/>
                  </a:lnTo>
                  <a:lnTo>
                    <a:pt x="622769" y="3055023"/>
                  </a:lnTo>
                  <a:lnTo>
                    <a:pt x="636981" y="3055023"/>
                  </a:lnTo>
                  <a:lnTo>
                    <a:pt x="636981" y="3054426"/>
                  </a:lnTo>
                  <a:lnTo>
                    <a:pt x="622769" y="3054426"/>
                  </a:lnTo>
                  <a:lnTo>
                    <a:pt x="622769" y="3031960"/>
                  </a:lnTo>
                  <a:lnTo>
                    <a:pt x="636981" y="3031960"/>
                  </a:lnTo>
                  <a:lnTo>
                    <a:pt x="636981" y="3031363"/>
                  </a:lnTo>
                  <a:lnTo>
                    <a:pt x="622769" y="3031363"/>
                  </a:lnTo>
                  <a:lnTo>
                    <a:pt x="622769" y="3008884"/>
                  </a:lnTo>
                  <a:lnTo>
                    <a:pt x="636981" y="3008884"/>
                  </a:lnTo>
                  <a:lnTo>
                    <a:pt x="636981" y="3008287"/>
                  </a:lnTo>
                  <a:lnTo>
                    <a:pt x="622769" y="3008287"/>
                  </a:lnTo>
                  <a:lnTo>
                    <a:pt x="622769" y="2985833"/>
                  </a:lnTo>
                  <a:lnTo>
                    <a:pt x="636981" y="2985833"/>
                  </a:lnTo>
                  <a:lnTo>
                    <a:pt x="636981" y="2985236"/>
                  </a:lnTo>
                  <a:lnTo>
                    <a:pt x="622769" y="2985236"/>
                  </a:lnTo>
                  <a:lnTo>
                    <a:pt x="622769" y="2962770"/>
                  </a:lnTo>
                  <a:lnTo>
                    <a:pt x="636981" y="2962770"/>
                  </a:lnTo>
                  <a:lnTo>
                    <a:pt x="636981" y="2962160"/>
                  </a:lnTo>
                  <a:lnTo>
                    <a:pt x="622769" y="2962160"/>
                  </a:lnTo>
                  <a:lnTo>
                    <a:pt x="622769" y="2939707"/>
                  </a:lnTo>
                  <a:lnTo>
                    <a:pt x="636981" y="2939707"/>
                  </a:lnTo>
                  <a:lnTo>
                    <a:pt x="636981" y="2939110"/>
                  </a:lnTo>
                  <a:lnTo>
                    <a:pt x="622769" y="2939110"/>
                  </a:lnTo>
                  <a:lnTo>
                    <a:pt x="622769" y="2916656"/>
                  </a:lnTo>
                  <a:lnTo>
                    <a:pt x="636981" y="2916656"/>
                  </a:lnTo>
                  <a:lnTo>
                    <a:pt x="636981" y="2916047"/>
                  </a:lnTo>
                  <a:lnTo>
                    <a:pt x="622769" y="2916047"/>
                  </a:lnTo>
                  <a:lnTo>
                    <a:pt x="622769" y="2893593"/>
                  </a:lnTo>
                  <a:lnTo>
                    <a:pt x="636981" y="2893593"/>
                  </a:lnTo>
                  <a:lnTo>
                    <a:pt x="636981" y="2892983"/>
                  </a:lnTo>
                  <a:lnTo>
                    <a:pt x="622769" y="2892983"/>
                  </a:lnTo>
                  <a:lnTo>
                    <a:pt x="622769" y="200825"/>
                  </a:lnTo>
                  <a:lnTo>
                    <a:pt x="621817" y="199009"/>
                  </a:lnTo>
                  <a:lnTo>
                    <a:pt x="621817" y="3215843"/>
                  </a:lnTo>
                  <a:lnTo>
                    <a:pt x="607606" y="3215843"/>
                  </a:lnTo>
                  <a:lnTo>
                    <a:pt x="607606" y="3193389"/>
                  </a:lnTo>
                  <a:lnTo>
                    <a:pt x="621817" y="3193389"/>
                  </a:lnTo>
                  <a:lnTo>
                    <a:pt x="621817" y="3192792"/>
                  </a:lnTo>
                  <a:lnTo>
                    <a:pt x="607606" y="3192792"/>
                  </a:lnTo>
                  <a:lnTo>
                    <a:pt x="607606" y="3170313"/>
                  </a:lnTo>
                  <a:lnTo>
                    <a:pt x="621817" y="3170313"/>
                  </a:lnTo>
                  <a:lnTo>
                    <a:pt x="621817" y="3169716"/>
                  </a:lnTo>
                  <a:lnTo>
                    <a:pt x="607606" y="3169716"/>
                  </a:lnTo>
                  <a:lnTo>
                    <a:pt x="607606" y="3147276"/>
                  </a:lnTo>
                  <a:lnTo>
                    <a:pt x="621817" y="3147276"/>
                  </a:lnTo>
                  <a:lnTo>
                    <a:pt x="621817" y="3146666"/>
                  </a:lnTo>
                  <a:lnTo>
                    <a:pt x="607606" y="3146666"/>
                  </a:lnTo>
                  <a:lnTo>
                    <a:pt x="607606" y="3124200"/>
                  </a:lnTo>
                  <a:lnTo>
                    <a:pt x="621817" y="3124200"/>
                  </a:lnTo>
                  <a:lnTo>
                    <a:pt x="621817" y="3123603"/>
                  </a:lnTo>
                  <a:lnTo>
                    <a:pt x="607606" y="3123603"/>
                  </a:lnTo>
                  <a:lnTo>
                    <a:pt x="607606" y="3101136"/>
                  </a:lnTo>
                  <a:lnTo>
                    <a:pt x="621817" y="3101136"/>
                  </a:lnTo>
                  <a:lnTo>
                    <a:pt x="621817" y="3100540"/>
                  </a:lnTo>
                  <a:lnTo>
                    <a:pt x="607606" y="3100540"/>
                  </a:lnTo>
                  <a:lnTo>
                    <a:pt x="607606" y="3078086"/>
                  </a:lnTo>
                  <a:lnTo>
                    <a:pt x="621817" y="3078086"/>
                  </a:lnTo>
                  <a:lnTo>
                    <a:pt x="621817" y="3077476"/>
                  </a:lnTo>
                  <a:lnTo>
                    <a:pt x="607606" y="3077476"/>
                  </a:lnTo>
                  <a:lnTo>
                    <a:pt x="607606" y="3055023"/>
                  </a:lnTo>
                  <a:lnTo>
                    <a:pt x="621817" y="3055023"/>
                  </a:lnTo>
                  <a:lnTo>
                    <a:pt x="621817" y="3054426"/>
                  </a:lnTo>
                  <a:lnTo>
                    <a:pt x="607606" y="3054426"/>
                  </a:lnTo>
                  <a:lnTo>
                    <a:pt x="607606" y="3031960"/>
                  </a:lnTo>
                  <a:lnTo>
                    <a:pt x="621817" y="3031960"/>
                  </a:lnTo>
                  <a:lnTo>
                    <a:pt x="621817" y="3031363"/>
                  </a:lnTo>
                  <a:lnTo>
                    <a:pt x="607606" y="3031363"/>
                  </a:lnTo>
                  <a:lnTo>
                    <a:pt x="607606" y="3008884"/>
                  </a:lnTo>
                  <a:lnTo>
                    <a:pt x="621817" y="3008884"/>
                  </a:lnTo>
                  <a:lnTo>
                    <a:pt x="621817" y="3008287"/>
                  </a:lnTo>
                  <a:lnTo>
                    <a:pt x="607606" y="3008287"/>
                  </a:lnTo>
                  <a:lnTo>
                    <a:pt x="607606" y="2985833"/>
                  </a:lnTo>
                  <a:lnTo>
                    <a:pt x="621817" y="2985833"/>
                  </a:lnTo>
                  <a:lnTo>
                    <a:pt x="621817" y="2985236"/>
                  </a:lnTo>
                  <a:lnTo>
                    <a:pt x="607606" y="2985236"/>
                  </a:lnTo>
                  <a:lnTo>
                    <a:pt x="607606" y="2962770"/>
                  </a:lnTo>
                  <a:lnTo>
                    <a:pt x="621817" y="2962770"/>
                  </a:lnTo>
                  <a:lnTo>
                    <a:pt x="621817" y="2962160"/>
                  </a:lnTo>
                  <a:lnTo>
                    <a:pt x="607606" y="2962160"/>
                  </a:lnTo>
                  <a:lnTo>
                    <a:pt x="607606" y="2939707"/>
                  </a:lnTo>
                  <a:lnTo>
                    <a:pt x="621817" y="2939707"/>
                  </a:lnTo>
                  <a:lnTo>
                    <a:pt x="621817" y="2939110"/>
                  </a:lnTo>
                  <a:lnTo>
                    <a:pt x="607606" y="2939110"/>
                  </a:lnTo>
                  <a:lnTo>
                    <a:pt x="607606" y="2916656"/>
                  </a:lnTo>
                  <a:lnTo>
                    <a:pt x="621817" y="2916656"/>
                  </a:lnTo>
                  <a:lnTo>
                    <a:pt x="621817" y="2916047"/>
                  </a:lnTo>
                  <a:lnTo>
                    <a:pt x="607606" y="2916047"/>
                  </a:lnTo>
                  <a:lnTo>
                    <a:pt x="607606" y="2893593"/>
                  </a:lnTo>
                  <a:lnTo>
                    <a:pt x="621817" y="2893593"/>
                  </a:lnTo>
                  <a:lnTo>
                    <a:pt x="621817" y="2892983"/>
                  </a:lnTo>
                  <a:lnTo>
                    <a:pt x="607606" y="2892983"/>
                  </a:lnTo>
                  <a:lnTo>
                    <a:pt x="607606" y="171983"/>
                  </a:lnTo>
                  <a:lnTo>
                    <a:pt x="607237" y="171983"/>
                  </a:lnTo>
                  <a:lnTo>
                    <a:pt x="607237" y="170713"/>
                  </a:lnTo>
                  <a:lnTo>
                    <a:pt x="606653" y="170713"/>
                  </a:lnTo>
                  <a:lnTo>
                    <a:pt x="606653" y="171983"/>
                  </a:lnTo>
                  <a:lnTo>
                    <a:pt x="606653" y="2892983"/>
                  </a:lnTo>
                  <a:lnTo>
                    <a:pt x="606653" y="3215843"/>
                  </a:lnTo>
                  <a:lnTo>
                    <a:pt x="592429" y="3215843"/>
                  </a:lnTo>
                  <a:lnTo>
                    <a:pt x="592429" y="3193389"/>
                  </a:lnTo>
                  <a:lnTo>
                    <a:pt x="606653" y="3193389"/>
                  </a:lnTo>
                  <a:lnTo>
                    <a:pt x="606653" y="3192792"/>
                  </a:lnTo>
                  <a:lnTo>
                    <a:pt x="592429" y="3192792"/>
                  </a:lnTo>
                  <a:lnTo>
                    <a:pt x="592429" y="3170313"/>
                  </a:lnTo>
                  <a:lnTo>
                    <a:pt x="606653" y="3170313"/>
                  </a:lnTo>
                  <a:lnTo>
                    <a:pt x="606653" y="3169716"/>
                  </a:lnTo>
                  <a:lnTo>
                    <a:pt x="592429" y="3169716"/>
                  </a:lnTo>
                  <a:lnTo>
                    <a:pt x="592429" y="3147276"/>
                  </a:lnTo>
                  <a:lnTo>
                    <a:pt x="606653" y="3147276"/>
                  </a:lnTo>
                  <a:lnTo>
                    <a:pt x="606653" y="3146666"/>
                  </a:lnTo>
                  <a:lnTo>
                    <a:pt x="592429" y="3146666"/>
                  </a:lnTo>
                  <a:lnTo>
                    <a:pt x="592429" y="3124200"/>
                  </a:lnTo>
                  <a:lnTo>
                    <a:pt x="606653" y="3124200"/>
                  </a:lnTo>
                  <a:lnTo>
                    <a:pt x="606653" y="3123603"/>
                  </a:lnTo>
                  <a:lnTo>
                    <a:pt x="592429" y="3123603"/>
                  </a:lnTo>
                  <a:lnTo>
                    <a:pt x="592429" y="3101136"/>
                  </a:lnTo>
                  <a:lnTo>
                    <a:pt x="606653" y="3101136"/>
                  </a:lnTo>
                  <a:lnTo>
                    <a:pt x="606653" y="3100540"/>
                  </a:lnTo>
                  <a:lnTo>
                    <a:pt x="592429" y="3100540"/>
                  </a:lnTo>
                  <a:lnTo>
                    <a:pt x="592429" y="3078086"/>
                  </a:lnTo>
                  <a:lnTo>
                    <a:pt x="606653" y="3078086"/>
                  </a:lnTo>
                  <a:lnTo>
                    <a:pt x="606653" y="3077476"/>
                  </a:lnTo>
                  <a:lnTo>
                    <a:pt x="592429" y="3077476"/>
                  </a:lnTo>
                  <a:lnTo>
                    <a:pt x="592429" y="3055023"/>
                  </a:lnTo>
                  <a:lnTo>
                    <a:pt x="606653" y="3055023"/>
                  </a:lnTo>
                  <a:lnTo>
                    <a:pt x="606653" y="3054426"/>
                  </a:lnTo>
                  <a:lnTo>
                    <a:pt x="592429" y="3054426"/>
                  </a:lnTo>
                  <a:lnTo>
                    <a:pt x="592429" y="3031960"/>
                  </a:lnTo>
                  <a:lnTo>
                    <a:pt x="606653" y="3031960"/>
                  </a:lnTo>
                  <a:lnTo>
                    <a:pt x="606653" y="3031363"/>
                  </a:lnTo>
                  <a:lnTo>
                    <a:pt x="592429" y="3031363"/>
                  </a:lnTo>
                  <a:lnTo>
                    <a:pt x="592429" y="3008884"/>
                  </a:lnTo>
                  <a:lnTo>
                    <a:pt x="606653" y="3008884"/>
                  </a:lnTo>
                  <a:lnTo>
                    <a:pt x="606653" y="3008287"/>
                  </a:lnTo>
                  <a:lnTo>
                    <a:pt x="592429" y="3008287"/>
                  </a:lnTo>
                  <a:lnTo>
                    <a:pt x="592429" y="2985833"/>
                  </a:lnTo>
                  <a:lnTo>
                    <a:pt x="606653" y="2985833"/>
                  </a:lnTo>
                  <a:lnTo>
                    <a:pt x="606653" y="2985236"/>
                  </a:lnTo>
                  <a:lnTo>
                    <a:pt x="592429" y="2985236"/>
                  </a:lnTo>
                  <a:lnTo>
                    <a:pt x="592429" y="2962770"/>
                  </a:lnTo>
                  <a:lnTo>
                    <a:pt x="606653" y="2962770"/>
                  </a:lnTo>
                  <a:lnTo>
                    <a:pt x="606653" y="2962160"/>
                  </a:lnTo>
                  <a:lnTo>
                    <a:pt x="592429" y="2962160"/>
                  </a:lnTo>
                  <a:lnTo>
                    <a:pt x="592429" y="2939707"/>
                  </a:lnTo>
                  <a:lnTo>
                    <a:pt x="606653" y="2939707"/>
                  </a:lnTo>
                  <a:lnTo>
                    <a:pt x="606653" y="2939110"/>
                  </a:lnTo>
                  <a:lnTo>
                    <a:pt x="592429" y="2939110"/>
                  </a:lnTo>
                  <a:lnTo>
                    <a:pt x="592429" y="2916656"/>
                  </a:lnTo>
                  <a:lnTo>
                    <a:pt x="606653" y="2916656"/>
                  </a:lnTo>
                  <a:lnTo>
                    <a:pt x="606653" y="2916047"/>
                  </a:lnTo>
                  <a:lnTo>
                    <a:pt x="592429" y="2916047"/>
                  </a:lnTo>
                  <a:lnTo>
                    <a:pt x="592429" y="2893593"/>
                  </a:lnTo>
                  <a:lnTo>
                    <a:pt x="606653" y="2893593"/>
                  </a:lnTo>
                  <a:lnTo>
                    <a:pt x="606653" y="2892983"/>
                  </a:lnTo>
                  <a:lnTo>
                    <a:pt x="592429" y="2892983"/>
                  </a:lnTo>
                  <a:lnTo>
                    <a:pt x="592429" y="148729"/>
                  </a:lnTo>
                  <a:lnTo>
                    <a:pt x="591477" y="147269"/>
                  </a:lnTo>
                  <a:lnTo>
                    <a:pt x="591477" y="3215843"/>
                  </a:lnTo>
                  <a:lnTo>
                    <a:pt x="577265" y="3215843"/>
                  </a:lnTo>
                  <a:lnTo>
                    <a:pt x="577265" y="3193389"/>
                  </a:lnTo>
                  <a:lnTo>
                    <a:pt x="591477" y="3193389"/>
                  </a:lnTo>
                  <a:lnTo>
                    <a:pt x="591477" y="3192792"/>
                  </a:lnTo>
                  <a:lnTo>
                    <a:pt x="577265" y="3192792"/>
                  </a:lnTo>
                  <a:lnTo>
                    <a:pt x="577265" y="3170313"/>
                  </a:lnTo>
                  <a:lnTo>
                    <a:pt x="591477" y="3170313"/>
                  </a:lnTo>
                  <a:lnTo>
                    <a:pt x="591477" y="3169716"/>
                  </a:lnTo>
                  <a:lnTo>
                    <a:pt x="577265" y="3169716"/>
                  </a:lnTo>
                  <a:lnTo>
                    <a:pt x="577265" y="3147276"/>
                  </a:lnTo>
                  <a:lnTo>
                    <a:pt x="591477" y="3147276"/>
                  </a:lnTo>
                  <a:lnTo>
                    <a:pt x="591477" y="3146666"/>
                  </a:lnTo>
                  <a:lnTo>
                    <a:pt x="577265" y="3146666"/>
                  </a:lnTo>
                  <a:lnTo>
                    <a:pt x="577265" y="3124200"/>
                  </a:lnTo>
                  <a:lnTo>
                    <a:pt x="591477" y="3124200"/>
                  </a:lnTo>
                  <a:lnTo>
                    <a:pt x="591477" y="3123603"/>
                  </a:lnTo>
                  <a:lnTo>
                    <a:pt x="577265" y="3123603"/>
                  </a:lnTo>
                  <a:lnTo>
                    <a:pt x="577265" y="3101136"/>
                  </a:lnTo>
                  <a:lnTo>
                    <a:pt x="591477" y="3101136"/>
                  </a:lnTo>
                  <a:lnTo>
                    <a:pt x="591477" y="3100540"/>
                  </a:lnTo>
                  <a:lnTo>
                    <a:pt x="577265" y="3100540"/>
                  </a:lnTo>
                  <a:lnTo>
                    <a:pt x="577265" y="3078086"/>
                  </a:lnTo>
                  <a:lnTo>
                    <a:pt x="591477" y="3078086"/>
                  </a:lnTo>
                  <a:lnTo>
                    <a:pt x="591477" y="3077476"/>
                  </a:lnTo>
                  <a:lnTo>
                    <a:pt x="577265" y="3077476"/>
                  </a:lnTo>
                  <a:lnTo>
                    <a:pt x="577265" y="3055023"/>
                  </a:lnTo>
                  <a:lnTo>
                    <a:pt x="591477" y="3055023"/>
                  </a:lnTo>
                  <a:lnTo>
                    <a:pt x="591477" y="3054426"/>
                  </a:lnTo>
                  <a:lnTo>
                    <a:pt x="577265" y="3054426"/>
                  </a:lnTo>
                  <a:lnTo>
                    <a:pt x="577265" y="3031960"/>
                  </a:lnTo>
                  <a:lnTo>
                    <a:pt x="591477" y="3031960"/>
                  </a:lnTo>
                  <a:lnTo>
                    <a:pt x="591477" y="3031363"/>
                  </a:lnTo>
                  <a:lnTo>
                    <a:pt x="577265" y="3031363"/>
                  </a:lnTo>
                  <a:lnTo>
                    <a:pt x="577265" y="3008884"/>
                  </a:lnTo>
                  <a:lnTo>
                    <a:pt x="591477" y="3008884"/>
                  </a:lnTo>
                  <a:lnTo>
                    <a:pt x="591477" y="3008287"/>
                  </a:lnTo>
                  <a:lnTo>
                    <a:pt x="577265" y="3008287"/>
                  </a:lnTo>
                  <a:lnTo>
                    <a:pt x="577265" y="2985833"/>
                  </a:lnTo>
                  <a:lnTo>
                    <a:pt x="591477" y="2985833"/>
                  </a:lnTo>
                  <a:lnTo>
                    <a:pt x="591477" y="2985236"/>
                  </a:lnTo>
                  <a:lnTo>
                    <a:pt x="577265" y="2985236"/>
                  </a:lnTo>
                  <a:lnTo>
                    <a:pt x="577265" y="2962770"/>
                  </a:lnTo>
                  <a:lnTo>
                    <a:pt x="591477" y="2962770"/>
                  </a:lnTo>
                  <a:lnTo>
                    <a:pt x="591477" y="2962160"/>
                  </a:lnTo>
                  <a:lnTo>
                    <a:pt x="577265" y="2962160"/>
                  </a:lnTo>
                  <a:lnTo>
                    <a:pt x="577265" y="2939707"/>
                  </a:lnTo>
                  <a:lnTo>
                    <a:pt x="591477" y="2939707"/>
                  </a:lnTo>
                  <a:lnTo>
                    <a:pt x="591477" y="2939110"/>
                  </a:lnTo>
                  <a:lnTo>
                    <a:pt x="577265" y="2939110"/>
                  </a:lnTo>
                  <a:lnTo>
                    <a:pt x="577265" y="2916656"/>
                  </a:lnTo>
                  <a:lnTo>
                    <a:pt x="591477" y="2916656"/>
                  </a:lnTo>
                  <a:lnTo>
                    <a:pt x="591477" y="2916047"/>
                  </a:lnTo>
                  <a:lnTo>
                    <a:pt x="577265" y="2916047"/>
                  </a:lnTo>
                  <a:lnTo>
                    <a:pt x="577265" y="2893593"/>
                  </a:lnTo>
                  <a:lnTo>
                    <a:pt x="591477" y="2893593"/>
                  </a:lnTo>
                  <a:lnTo>
                    <a:pt x="591477" y="2892983"/>
                  </a:lnTo>
                  <a:lnTo>
                    <a:pt x="577265" y="2892983"/>
                  </a:lnTo>
                  <a:lnTo>
                    <a:pt x="577265" y="128663"/>
                  </a:lnTo>
                  <a:lnTo>
                    <a:pt x="576313" y="127495"/>
                  </a:lnTo>
                  <a:lnTo>
                    <a:pt x="576313" y="3215843"/>
                  </a:lnTo>
                  <a:lnTo>
                    <a:pt x="562102" y="3215843"/>
                  </a:lnTo>
                  <a:lnTo>
                    <a:pt x="562102" y="3193389"/>
                  </a:lnTo>
                  <a:lnTo>
                    <a:pt x="576313" y="3193389"/>
                  </a:lnTo>
                  <a:lnTo>
                    <a:pt x="576313" y="3192792"/>
                  </a:lnTo>
                  <a:lnTo>
                    <a:pt x="562102" y="3192792"/>
                  </a:lnTo>
                  <a:lnTo>
                    <a:pt x="562102" y="3170313"/>
                  </a:lnTo>
                  <a:lnTo>
                    <a:pt x="576313" y="3170313"/>
                  </a:lnTo>
                  <a:lnTo>
                    <a:pt x="576313" y="3169716"/>
                  </a:lnTo>
                  <a:lnTo>
                    <a:pt x="562102" y="3169716"/>
                  </a:lnTo>
                  <a:lnTo>
                    <a:pt x="562102" y="3147276"/>
                  </a:lnTo>
                  <a:lnTo>
                    <a:pt x="576313" y="3147276"/>
                  </a:lnTo>
                  <a:lnTo>
                    <a:pt x="576313" y="3146666"/>
                  </a:lnTo>
                  <a:lnTo>
                    <a:pt x="562102" y="3146666"/>
                  </a:lnTo>
                  <a:lnTo>
                    <a:pt x="562102" y="3124200"/>
                  </a:lnTo>
                  <a:lnTo>
                    <a:pt x="576313" y="3124200"/>
                  </a:lnTo>
                  <a:lnTo>
                    <a:pt x="576313" y="3123603"/>
                  </a:lnTo>
                  <a:lnTo>
                    <a:pt x="562102" y="3123603"/>
                  </a:lnTo>
                  <a:lnTo>
                    <a:pt x="562102" y="3101136"/>
                  </a:lnTo>
                  <a:lnTo>
                    <a:pt x="576313" y="3101136"/>
                  </a:lnTo>
                  <a:lnTo>
                    <a:pt x="576313" y="3100540"/>
                  </a:lnTo>
                  <a:lnTo>
                    <a:pt x="562102" y="3100540"/>
                  </a:lnTo>
                  <a:lnTo>
                    <a:pt x="562102" y="3078086"/>
                  </a:lnTo>
                  <a:lnTo>
                    <a:pt x="576313" y="3078086"/>
                  </a:lnTo>
                  <a:lnTo>
                    <a:pt x="576313" y="3077476"/>
                  </a:lnTo>
                  <a:lnTo>
                    <a:pt x="562102" y="3077476"/>
                  </a:lnTo>
                  <a:lnTo>
                    <a:pt x="562102" y="3055023"/>
                  </a:lnTo>
                  <a:lnTo>
                    <a:pt x="576313" y="3055023"/>
                  </a:lnTo>
                  <a:lnTo>
                    <a:pt x="576313" y="3054426"/>
                  </a:lnTo>
                  <a:lnTo>
                    <a:pt x="562102" y="3054426"/>
                  </a:lnTo>
                  <a:lnTo>
                    <a:pt x="562102" y="3031960"/>
                  </a:lnTo>
                  <a:lnTo>
                    <a:pt x="576313" y="3031960"/>
                  </a:lnTo>
                  <a:lnTo>
                    <a:pt x="576313" y="3031363"/>
                  </a:lnTo>
                  <a:lnTo>
                    <a:pt x="562102" y="3031363"/>
                  </a:lnTo>
                  <a:lnTo>
                    <a:pt x="562102" y="3008884"/>
                  </a:lnTo>
                  <a:lnTo>
                    <a:pt x="576313" y="3008884"/>
                  </a:lnTo>
                  <a:lnTo>
                    <a:pt x="576313" y="3008287"/>
                  </a:lnTo>
                  <a:lnTo>
                    <a:pt x="562102" y="3008287"/>
                  </a:lnTo>
                  <a:lnTo>
                    <a:pt x="562102" y="2985833"/>
                  </a:lnTo>
                  <a:lnTo>
                    <a:pt x="576313" y="2985833"/>
                  </a:lnTo>
                  <a:lnTo>
                    <a:pt x="576313" y="2985236"/>
                  </a:lnTo>
                  <a:lnTo>
                    <a:pt x="562102" y="2985236"/>
                  </a:lnTo>
                  <a:lnTo>
                    <a:pt x="562102" y="2962770"/>
                  </a:lnTo>
                  <a:lnTo>
                    <a:pt x="576313" y="2962770"/>
                  </a:lnTo>
                  <a:lnTo>
                    <a:pt x="576313" y="2962160"/>
                  </a:lnTo>
                  <a:lnTo>
                    <a:pt x="562102" y="2962160"/>
                  </a:lnTo>
                  <a:lnTo>
                    <a:pt x="562102" y="2939707"/>
                  </a:lnTo>
                  <a:lnTo>
                    <a:pt x="576313" y="2939707"/>
                  </a:lnTo>
                  <a:lnTo>
                    <a:pt x="576313" y="2939110"/>
                  </a:lnTo>
                  <a:lnTo>
                    <a:pt x="562102" y="2939110"/>
                  </a:lnTo>
                  <a:lnTo>
                    <a:pt x="562102" y="2916656"/>
                  </a:lnTo>
                  <a:lnTo>
                    <a:pt x="576313" y="2916656"/>
                  </a:lnTo>
                  <a:lnTo>
                    <a:pt x="576313" y="2916047"/>
                  </a:lnTo>
                  <a:lnTo>
                    <a:pt x="562102" y="2916047"/>
                  </a:lnTo>
                  <a:lnTo>
                    <a:pt x="562102" y="2893593"/>
                  </a:lnTo>
                  <a:lnTo>
                    <a:pt x="576313" y="2893593"/>
                  </a:lnTo>
                  <a:lnTo>
                    <a:pt x="576313" y="2892983"/>
                  </a:lnTo>
                  <a:lnTo>
                    <a:pt x="562102" y="2892983"/>
                  </a:lnTo>
                  <a:lnTo>
                    <a:pt x="562102" y="110807"/>
                  </a:lnTo>
                  <a:lnTo>
                    <a:pt x="561149" y="109867"/>
                  </a:lnTo>
                  <a:lnTo>
                    <a:pt x="561149" y="3215843"/>
                  </a:lnTo>
                  <a:lnTo>
                    <a:pt x="546925" y="3215843"/>
                  </a:lnTo>
                  <a:lnTo>
                    <a:pt x="546925" y="3193389"/>
                  </a:lnTo>
                  <a:lnTo>
                    <a:pt x="561149" y="3193389"/>
                  </a:lnTo>
                  <a:lnTo>
                    <a:pt x="561149" y="3192792"/>
                  </a:lnTo>
                  <a:lnTo>
                    <a:pt x="546925" y="3192792"/>
                  </a:lnTo>
                  <a:lnTo>
                    <a:pt x="546925" y="3170313"/>
                  </a:lnTo>
                  <a:lnTo>
                    <a:pt x="561149" y="3170313"/>
                  </a:lnTo>
                  <a:lnTo>
                    <a:pt x="561149" y="3169716"/>
                  </a:lnTo>
                  <a:lnTo>
                    <a:pt x="546925" y="3169716"/>
                  </a:lnTo>
                  <a:lnTo>
                    <a:pt x="546925" y="3147276"/>
                  </a:lnTo>
                  <a:lnTo>
                    <a:pt x="561149" y="3147276"/>
                  </a:lnTo>
                  <a:lnTo>
                    <a:pt x="561149" y="3146666"/>
                  </a:lnTo>
                  <a:lnTo>
                    <a:pt x="546925" y="3146666"/>
                  </a:lnTo>
                  <a:lnTo>
                    <a:pt x="546925" y="3124200"/>
                  </a:lnTo>
                  <a:lnTo>
                    <a:pt x="561149" y="3124200"/>
                  </a:lnTo>
                  <a:lnTo>
                    <a:pt x="561149" y="3123603"/>
                  </a:lnTo>
                  <a:lnTo>
                    <a:pt x="546925" y="3123603"/>
                  </a:lnTo>
                  <a:lnTo>
                    <a:pt x="546925" y="3101136"/>
                  </a:lnTo>
                  <a:lnTo>
                    <a:pt x="561149" y="3101136"/>
                  </a:lnTo>
                  <a:lnTo>
                    <a:pt x="561149" y="3100540"/>
                  </a:lnTo>
                  <a:lnTo>
                    <a:pt x="546925" y="3100540"/>
                  </a:lnTo>
                  <a:lnTo>
                    <a:pt x="546925" y="3078086"/>
                  </a:lnTo>
                  <a:lnTo>
                    <a:pt x="561149" y="3078086"/>
                  </a:lnTo>
                  <a:lnTo>
                    <a:pt x="561149" y="3077476"/>
                  </a:lnTo>
                  <a:lnTo>
                    <a:pt x="546925" y="3077476"/>
                  </a:lnTo>
                  <a:lnTo>
                    <a:pt x="546925" y="3055023"/>
                  </a:lnTo>
                  <a:lnTo>
                    <a:pt x="561149" y="3055023"/>
                  </a:lnTo>
                  <a:lnTo>
                    <a:pt x="561149" y="3054426"/>
                  </a:lnTo>
                  <a:lnTo>
                    <a:pt x="546925" y="3054426"/>
                  </a:lnTo>
                  <a:lnTo>
                    <a:pt x="546925" y="3031960"/>
                  </a:lnTo>
                  <a:lnTo>
                    <a:pt x="561149" y="3031960"/>
                  </a:lnTo>
                  <a:lnTo>
                    <a:pt x="561149" y="3031363"/>
                  </a:lnTo>
                  <a:lnTo>
                    <a:pt x="546925" y="3031363"/>
                  </a:lnTo>
                  <a:lnTo>
                    <a:pt x="546925" y="3008884"/>
                  </a:lnTo>
                  <a:lnTo>
                    <a:pt x="561149" y="3008884"/>
                  </a:lnTo>
                  <a:lnTo>
                    <a:pt x="561149" y="3008287"/>
                  </a:lnTo>
                  <a:lnTo>
                    <a:pt x="546925" y="3008287"/>
                  </a:lnTo>
                  <a:lnTo>
                    <a:pt x="546925" y="2985833"/>
                  </a:lnTo>
                  <a:lnTo>
                    <a:pt x="561149" y="2985833"/>
                  </a:lnTo>
                  <a:lnTo>
                    <a:pt x="561149" y="2985236"/>
                  </a:lnTo>
                  <a:lnTo>
                    <a:pt x="546925" y="2985236"/>
                  </a:lnTo>
                  <a:lnTo>
                    <a:pt x="546925" y="2962770"/>
                  </a:lnTo>
                  <a:lnTo>
                    <a:pt x="561149" y="2962770"/>
                  </a:lnTo>
                  <a:lnTo>
                    <a:pt x="561149" y="2962160"/>
                  </a:lnTo>
                  <a:lnTo>
                    <a:pt x="546925" y="2962160"/>
                  </a:lnTo>
                  <a:lnTo>
                    <a:pt x="546925" y="2939707"/>
                  </a:lnTo>
                  <a:lnTo>
                    <a:pt x="561149" y="2939707"/>
                  </a:lnTo>
                  <a:lnTo>
                    <a:pt x="561149" y="2939110"/>
                  </a:lnTo>
                  <a:lnTo>
                    <a:pt x="546925" y="2939110"/>
                  </a:lnTo>
                  <a:lnTo>
                    <a:pt x="546925" y="2916656"/>
                  </a:lnTo>
                  <a:lnTo>
                    <a:pt x="561149" y="2916656"/>
                  </a:lnTo>
                  <a:lnTo>
                    <a:pt x="561149" y="2916047"/>
                  </a:lnTo>
                  <a:lnTo>
                    <a:pt x="546925" y="2916047"/>
                  </a:lnTo>
                  <a:lnTo>
                    <a:pt x="546925" y="2893593"/>
                  </a:lnTo>
                  <a:lnTo>
                    <a:pt x="561149" y="2893593"/>
                  </a:lnTo>
                  <a:lnTo>
                    <a:pt x="561149" y="2892983"/>
                  </a:lnTo>
                  <a:lnTo>
                    <a:pt x="546925" y="2892983"/>
                  </a:lnTo>
                  <a:lnTo>
                    <a:pt x="546925" y="95834"/>
                  </a:lnTo>
                  <a:lnTo>
                    <a:pt x="545985" y="94907"/>
                  </a:lnTo>
                  <a:lnTo>
                    <a:pt x="545985" y="3215843"/>
                  </a:lnTo>
                  <a:lnTo>
                    <a:pt x="531761" y="3215843"/>
                  </a:lnTo>
                  <a:lnTo>
                    <a:pt x="531761" y="3193389"/>
                  </a:lnTo>
                  <a:lnTo>
                    <a:pt x="545985" y="3193389"/>
                  </a:lnTo>
                  <a:lnTo>
                    <a:pt x="545985" y="3192792"/>
                  </a:lnTo>
                  <a:lnTo>
                    <a:pt x="531761" y="3192792"/>
                  </a:lnTo>
                  <a:lnTo>
                    <a:pt x="531761" y="3170313"/>
                  </a:lnTo>
                  <a:lnTo>
                    <a:pt x="545985" y="3170313"/>
                  </a:lnTo>
                  <a:lnTo>
                    <a:pt x="545985" y="3169716"/>
                  </a:lnTo>
                  <a:lnTo>
                    <a:pt x="531761" y="3169716"/>
                  </a:lnTo>
                  <a:lnTo>
                    <a:pt x="531761" y="3147276"/>
                  </a:lnTo>
                  <a:lnTo>
                    <a:pt x="545985" y="3147276"/>
                  </a:lnTo>
                  <a:lnTo>
                    <a:pt x="545985" y="3146666"/>
                  </a:lnTo>
                  <a:lnTo>
                    <a:pt x="531761" y="3146666"/>
                  </a:lnTo>
                  <a:lnTo>
                    <a:pt x="531761" y="3124200"/>
                  </a:lnTo>
                  <a:lnTo>
                    <a:pt x="545985" y="3124200"/>
                  </a:lnTo>
                  <a:lnTo>
                    <a:pt x="545985" y="3123603"/>
                  </a:lnTo>
                  <a:lnTo>
                    <a:pt x="531761" y="3123603"/>
                  </a:lnTo>
                  <a:lnTo>
                    <a:pt x="531761" y="3101136"/>
                  </a:lnTo>
                  <a:lnTo>
                    <a:pt x="545985" y="3101136"/>
                  </a:lnTo>
                  <a:lnTo>
                    <a:pt x="545985" y="3100540"/>
                  </a:lnTo>
                  <a:lnTo>
                    <a:pt x="531761" y="3100540"/>
                  </a:lnTo>
                  <a:lnTo>
                    <a:pt x="531761" y="3078086"/>
                  </a:lnTo>
                  <a:lnTo>
                    <a:pt x="545985" y="3078086"/>
                  </a:lnTo>
                  <a:lnTo>
                    <a:pt x="545985" y="3077476"/>
                  </a:lnTo>
                  <a:lnTo>
                    <a:pt x="531761" y="3077476"/>
                  </a:lnTo>
                  <a:lnTo>
                    <a:pt x="531761" y="3055023"/>
                  </a:lnTo>
                  <a:lnTo>
                    <a:pt x="545985" y="3055023"/>
                  </a:lnTo>
                  <a:lnTo>
                    <a:pt x="545985" y="3054426"/>
                  </a:lnTo>
                  <a:lnTo>
                    <a:pt x="531761" y="3054426"/>
                  </a:lnTo>
                  <a:lnTo>
                    <a:pt x="531761" y="3031960"/>
                  </a:lnTo>
                  <a:lnTo>
                    <a:pt x="545985" y="3031960"/>
                  </a:lnTo>
                  <a:lnTo>
                    <a:pt x="545985" y="3031363"/>
                  </a:lnTo>
                  <a:lnTo>
                    <a:pt x="531761" y="3031363"/>
                  </a:lnTo>
                  <a:lnTo>
                    <a:pt x="531761" y="3008884"/>
                  </a:lnTo>
                  <a:lnTo>
                    <a:pt x="545985" y="3008884"/>
                  </a:lnTo>
                  <a:lnTo>
                    <a:pt x="545985" y="3008287"/>
                  </a:lnTo>
                  <a:lnTo>
                    <a:pt x="531761" y="3008287"/>
                  </a:lnTo>
                  <a:lnTo>
                    <a:pt x="531761" y="2985833"/>
                  </a:lnTo>
                  <a:lnTo>
                    <a:pt x="545985" y="2985833"/>
                  </a:lnTo>
                  <a:lnTo>
                    <a:pt x="545985" y="2985236"/>
                  </a:lnTo>
                  <a:lnTo>
                    <a:pt x="531761" y="2985236"/>
                  </a:lnTo>
                  <a:lnTo>
                    <a:pt x="531761" y="2962770"/>
                  </a:lnTo>
                  <a:lnTo>
                    <a:pt x="545985" y="2962770"/>
                  </a:lnTo>
                  <a:lnTo>
                    <a:pt x="545985" y="2962160"/>
                  </a:lnTo>
                  <a:lnTo>
                    <a:pt x="531761" y="2962160"/>
                  </a:lnTo>
                  <a:lnTo>
                    <a:pt x="531761" y="2939707"/>
                  </a:lnTo>
                  <a:lnTo>
                    <a:pt x="545985" y="2939707"/>
                  </a:lnTo>
                  <a:lnTo>
                    <a:pt x="545985" y="2939110"/>
                  </a:lnTo>
                  <a:lnTo>
                    <a:pt x="531761" y="2939110"/>
                  </a:lnTo>
                  <a:lnTo>
                    <a:pt x="531761" y="2916656"/>
                  </a:lnTo>
                  <a:lnTo>
                    <a:pt x="545985" y="2916656"/>
                  </a:lnTo>
                  <a:lnTo>
                    <a:pt x="545985" y="2916047"/>
                  </a:lnTo>
                  <a:lnTo>
                    <a:pt x="531761" y="2916047"/>
                  </a:lnTo>
                  <a:lnTo>
                    <a:pt x="531761" y="2893593"/>
                  </a:lnTo>
                  <a:lnTo>
                    <a:pt x="545985" y="2893593"/>
                  </a:lnTo>
                  <a:lnTo>
                    <a:pt x="545985" y="2892983"/>
                  </a:lnTo>
                  <a:lnTo>
                    <a:pt x="531761" y="2892983"/>
                  </a:lnTo>
                  <a:lnTo>
                    <a:pt x="531761" y="82499"/>
                  </a:lnTo>
                  <a:lnTo>
                    <a:pt x="530821" y="81762"/>
                  </a:lnTo>
                  <a:lnTo>
                    <a:pt x="530821" y="3215843"/>
                  </a:lnTo>
                  <a:lnTo>
                    <a:pt x="516585" y="3215843"/>
                  </a:lnTo>
                  <a:lnTo>
                    <a:pt x="516585" y="3193389"/>
                  </a:lnTo>
                  <a:lnTo>
                    <a:pt x="530821" y="3193389"/>
                  </a:lnTo>
                  <a:lnTo>
                    <a:pt x="530821" y="3192792"/>
                  </a:lnTo>
                  <a:lnTo>
                    <a:pt x="516585" y="3192792"/>
                  </a:lnTo>
                  <a:lnTo>
                    <a:pt x="516585" y="3170313"/>
                  </a:lnTo>
                  <a:lnTo>
                    <a:pt x="530821" y="3170313"/>
                  </a:lnTo>
                  <a:lnTo>
                    <a:pt x="530821" y="3169716"/>
                  </a:lnTo>
                  <a:lnTo>
                    <a:pt x="516585" y="3169716"/>
                  </a:lnTo>
                  <a:lnTo>
                    <a:pt x="516585" y="3147276"/>
                  </a:lnTo>
                  <a:lnTo>
                    <a:pt x="530821" y="3147276"/>
                  </a:lnTo>
                  <a:lnTo>
                    <a:pt x="530821" y="3146666"/>
                  </a:lnTo>
                  <a:lnTo>
                    <a:pt x="516585" y="3146666"/>
                  </a:lnTo>
                  <a:lnTo>
                    <a:pt x="516585" y="3124200"/>
                  </a:lnTo>
                  <a:lnTo>
                    <a:pt x="530821" y="3124200"/>
                  </a:lnTo>
                  <a:lnTo>
                    <a:pt x="530821" y="3123603"/>
                  </a:lnTo>
                  <a:lnTo>
                    <a:pt x="516585" y="3123603"/>
                  </a:lnTo>
                  <a:lnTo>
                    <a:pt x="516585" y="3101136"/>
                  </a:lnTo>
                  <a:lnTo>
                    <a:pt x="530821" y="3101136"/>
                  </a:lnTo>
                  <a:lnTo>
                    <a:pt x="530821" y="3100540"/>
                  </a:lnTo>
                  <a:lnTo>
                    <a:pt x="516585" y="3100540"/>
                  </a:lnTo>
                  <a:lnTo>
                    <a:pt x="516585" y="3078086"/>
                  </a:lnTo>
                  <a:lnTo>
                    <a:pt x="530821" y="3078086"/>
                  </a:lnTo>
                  <a:lnTo>
                    <a:pt x="530821" y="3077476"/>
                  </a:lnTo>
                  <a:lnTo>
                    <a:pt x="516585" y="3077476"/>
                  </a:lnTo>
                  <a:lnTo>
                    <a:pt x="516585" y="3055023"/>
                  </a:lnTo>
                  <a:lnTo>
                    <a:pt x="530821" y="3055023"/>
                  </a:lnTo>
                  <a:lnTo>
                    <a:pt x="530821" y="3054426"/>
                  </a:lnTo>
                  <a:lnTo>
                    <a:pt x="516585" y="3054426"/>
                  </a:lnTo>
                  <a:lnTo>
                    <a:pt x="516585" y="3031960"/>
                  </a:lnTo>
                  <a:lnTo>
                    <a:pt x="530821" y="3031960"/>
                  </a:lnTo>
                  <a:lnTo>
                    <a:pt x="530821" y="3031363"/>
                  </a:lnTo>
                  <a:lnTo>
                    <a:pt x="516585" y="3031363"/>
                  </a:lnTo>
                  <a:lnTo>
                    <a:pt x="516585" y="3008884"/>
                  </a:lnTo>
                  <a:lnTo>
                    <a:pt x="530821" y="3008884"/>
                  </a:lnTo>
                  <a:lnTo>
                    <a:pt x="530821" y="3008287"/>
                  </a:lnTo>
                  <a:lnTo>
                    <a:pt x="516585" y="3008287"/>
                  </a:lnTo>
                  <a:lnTo>
                    <a:pt x="516585" y="2985833"/>
                  </a:lnTo>
                  <a:lnTo>
                    <a:pt x="530821" y="2985833"/>
                  </a:lnTo>
                  <a:lnTo>
                    <a:pt x="530821" y="2985236"/>
                  </a:lnTo>
                  <a:lnTo>
                    <a:pt x="516585" y="2985236"/>
                  </a:lnTo>
                  <a:lnTo>
                    <a:pt x="516585" y="2962770"/>
                  </a:lnTo>
                  <a:lnTo>
                    <a:pt x="530821" y="2962770"/>
                  </a:lnTo>
                  <a:lnTo>
                    <a:pt x="530821" y="2962160"/>
                  </a:lnTo>
                  <a:lnTo>
                    <a:pt x="516585" y="2962160"/>
                  </a:lnTo>
                  <a:lnTo>
                    <a:pt x="516585" y="2939707"/>
                  </a:lnTo>
                  <a:lnTo>
                    <a:pt x="530821" y="2939707"/>
                  </a:lnTo>
                  <a:lnTo>
                    <a:pt x="530821" y="2939110"/>
                  </a:lnTo>
                  <a:lnTo>
                    <a:pt x="516585" y="2939110"/>
                  </a:lnTo>
                  <a:lnTo>
                    <a:pt x="516585" y="2916656"/>
                  </a:lnTo>
                  <a:lnTo>
                    <a:pt x="530821" y="2916656"/>
                  </a:lnTo>
                  <a:lnTo>
                    <a:pt x="530821" y="2916047"/>
                  </a:lnTo>
                  <a:lnTo>
                    <a:pt x="516585" y="2916047"/>
                  </a:lnTo>
                  <a:lnTo>
                    <a:pt x="516585" y="2893593"/>
                  </a:lnTo>
                  <a:lnTo>
                    <a:pt x="530821" y="2893593"/>
                  </a:lnTo>
                  <a:lnTo>
                    <a:pt x="530821" y="2892983"/>
                  </a:lnTo>
                  <a:lnTo>
                    <a:pt x="516585" y="2892983"/>
                  </a:lnTo>
                  <a:lnTo>
                    <a:pt x="516585" y="70485"/>
                  </a:lnTo>
                  <a:lnTo>
                    <a:pt x="515645" y="69748"/>
                  </a:lnTo>
                  <a:lnTo>
                    <a:pt x="515645" y="3215843"/>
                  </a:lnTo>
                  <a:lnTo>
                    <a:pt x="501434" y="3215843"/>
                  </a:lnTo>
                  <a:lnTo>
                    <a:pt x="501434" y="3193389"/>
                  </a:lnTo>
                  <a:lnTo>
                    <a:pt x="515645" y="3193389"/>
                  </a:lnTo>
                  <a:lnTo>
                    <a:pt x="515645" y="3192792"/>
                  </a:lnTo>
                  <a:lnTo>
                    <a:pt x="501434" y="3192792"/>
                  </a:lnTo>
                  <a:lnTo>
                    <a:pt x="501434" y="3170313"/>
                  </a:lnTo>
                  <a:lnTo>
                    <a:pt x="515645" y="3170313"/>
                  </a:lnTo>
                  <a:lnTo>
                    <a:pt x="515645" y="3169716"/>
                  </a:lnTo>
                  <a:lnTo>
                    <a:pt x="501434" y="3169716"/>
                  </a:lnTo>
                  <a:lnTo>
                    <a:pt x="501434" y="3147276"/>
                  </a:lnTo>
                  <a:lnTo>
                    <a:pt x="515645" y="3147276"/>
                  </a:lnTo>
                  <a:lnTo>
                    <a:pt x="515645" y="3146666"/>
                  </a:lnTo>
                  <a:lnTo>
                    <a:pt x="501434" y="3146666"/>
                  </a:lnTo>
                  <a:lnTo>
                    <a:pt x="501434" y="3124200"/>
                  </a:lnTo>
                  <a:lnTo>
                    <a:pt x="515645" y="3124200"/>
                  </a:lnTo>
                  <a:lnTo>
                    <a:pt x="515645" y="3123603"/>
                  </a:lnTo>
                  <a:lnTo>
                    <a:pt x="501434" y="3123603"/>
                  </a:lnTo>
                  <a:lnTo>
                    <a:pt x="501434" y="3101136"/>
                  </a:lnTo>
                  <a:lnTo>
                    <a:pt x="515645" y="3101136"/>
                  </a:lnTo>
                  <a:lnTo>
                    <a:pt x="515645" y="3100540"/>
                  </a:lnTo>
                  <a:lnTo>
                    <a:pt x="501434" y="3100540"/>
                  </a:lnTo>
                  <a:lnTo>
                    <a:pt x="501434" y="3078086"/>
                  </a:lnTo>
                  <a:lnTo>
                    <a:pt x="515645" y="3078086"/>
                  </a:lnTo>
                  <a:lnTo>
                    <a:pt x="515645" y="3077476"/>
                  </a:lnTo>
                  <a:lnTo>
                    <a:pt x="501434" y="3077476"/>
                  </a:lnTo>
                  <a:lnTo>
                    <a:pt x="501434" y="3055023"/>
                  </a:lnTo>
                  <a:lnTo>
                    <a:pt x="515645" y="3055023"/>
                  </a:lnTo>
                  <a:lnTo>
                    <a:pt x="515645" y="3054426"/>
                  </a:lnTo>
                  <a:lnTo>
                    <a:pt x="501434" y="3054426"/>
                  </a:lnTo>
                  <a:lnTo>
                    <a:pt x="501434" y="3031960"/>
                  </a:lnTo>
                  <a:lnTo>
                    <a:pt x="515645" y="3031960"/>
                  </a:lnTo>
                  <a:lnTo>
                    <a:pt x="515645" y="3031363"/>
                  </a:lnTo>
                  <a:lnTo>
                    <a:pt x="501434" y="3031363"/>
                  </a:lnTo>
                  <a:lnTo>
                    <a:pt x="501434" y="3008884"/>
                  </a:lnTo>
                  <a:lnTo>
                    <a:pt x="515645" y="3008884"/>
                  </a:lnTo>
                  <a:lnTo>
                    <a:pt x="515645" y="3008287"/>
                  </a:lnTo>
                  <a:lnTo>
                    <a:pt x="501434" y="3008287"/>
                  </a:lnTo>
                  <a:lnTo>
                    <a:pt x="501434" y="2985833"/>
                  </a:lnTo>
                  <a:lnTo>
                    <a:pt x="515645" y="2985833"/>
                  </a:lnTo>
                  <a:lnTo>
                    <a:pt x="515645" y="2985236"/>
                  </a:lnTo>
                  <a:lnTo>
                    <a:pt x="501434" y="2985236"/>
                  </a:lnTo>
                  <a:lnTo>
                    <a:pt x="501434" y="2962770"/>
                  </a:lnTo>
                  <a:lnTo>
                    <a:pt x="515645" y="2962770"/>
                  </a:lnTo>
                  <a:lnTo>
                    <a:pt x="515645" y="2962160"/>
                  </a:lnTo>
                  <a:lnTo>
                    <a:pt x="501434" y="2962160"/>
                  </a:lnTo>
                  <a:lnTo>
                    <a:pt x="501434" y="2939707"/>
                  </a:lnTo>
                  <a:lnTo>
                    <a:pt x="515645" y="2939707"/>
                  </a:lnTo>
                  <a:lnTo>
                    <a:pt x="515645" y="2939110"/>
                  </a:lnTo>
                  <a:lnTo>
                    <a:pt x="501434" y="2939110"/>
                  </a:lnTo>
                  <a:lnTo>
                    <a:pt x="501434" y="2916656"/>
                  </a:lnTo>
                  <a:lnTo>
                    <a:pt x="515645" y="2916656"/>
                  </a:lnTo>
                  <a:lnTo>
                    <a:pt x="515645" y="2916047"/>
                  </a:lnTo>
                  <a:lnTo>
                    <a:pt x="501434" y="2916047"/>
                  </a:lnTo>
                  <a:lnTo>
                    <a:pt x="501434" y="2893593"/>
                  </a:lnTo>
                  <a:lnTo>
                    <a:pt x="515645" y="2893593"/>
                  </a:lnTo>
                  <a:lnTo>
                    <a:pt x="515645" y="2892983"/>
                  </a:lnTo>
                  <a:lnTo>
                    <a:pt x="501434" y="2892983"/>
                  </a:lnTo>
                  <a:lnTo>
                    <a:pt x="501434" y="60134"/>
                  </a:lnTo>
                  <a:lnTo>
                    <a:pt x="500481" y="59537"/>
                  </a:lnTo>
                  <a:lnTo>
                    <a:pt x="500481" y="3215843"/>
                  </a:lnTo>
                  <a:lnTo>
                    <a:pt x="486270" y="3215843"/>
                  </a:lnTo>
                  <a:lnTo>
                    <a:pt x="486270" y="3193389"/>
                  </a:lnTo>
                  <a:lnTo>
                    <a:pt x="500481" y="3193389"/>
                  </a:lnTo>
                  <a:lnTo>
                    <a:pt x="500481" y="3192792"/>
                  </a:lnTo>
                  <a:lnTo>
                    <a:pt x="486270" y="3192792"/>
                  </a:lnTo>
                  <a:lnTo>
                    <a:pt x="486270" y="3170313"/>
                  </a:lnTo>
                  <a:lnTo>
                    <a:pt x="500481" y="3170313"/>
                  </a:lnTo>
                  <a:lnTo>
                    <a:pt x="500481" y="3169716"/>
                  </a:lnTo>
                  <a:lnTo>
                    <a:pt x="486270" y="3169716"/>
                  </a:lnTo>
                  <a:lnTo>
                    <a:pt x="486270" y="3147276"/>
                  </a:lnTo>
                  <a:lnTo>
                    <a:pt x="500481" y="3147276"/>
                  </a:lnTo>
                  <a:lnTo>
                    <a:pt x="500481" y="3146666"/>
                  </a:lnTo>
                  <a:lnTo>
                    <a:pt x="486270" y="3146666"/>
                  </a:lnTo>
                  <a:lnTo>
                    <a:pt x="486270" y="3124200"/>
                  </a:lnTo>
                  <a:lnTo>
                    <a:pt x="500481" y="3124200"/>
                  </a:lnTo>
                  <a:lnTo>
                    <a:pt x="500481" y="3123603"/>
                  </a:lnTo>
                  <a:lnTo>
                    <a:pt x="486270" y="3123603"/>
                  </a:lnTo>
                  <a:lnTo>
                    <a:pt x="486270" y="3101136"/>
                  </a:lnTo>
                  <a:lnTo>
                    <a:pt x="500481" y="3101136"/>
                  </a:lnTo>
                  <a:lnTo>
                    <a:pt x="500481" y="3100540"/>
                  </a:lnTo>
                  <a:lnTo>
                    <a:pt x="486270" y="3100540"/>
                  </a:lnTo>
                  <a:lnTo>
                    <a:pt x="486270" y="3078086"/>
                  </a:lnTo>
                  <a:lnTo>
                    <a:pt x="500481" y="3078086"/>
                  </a:lnTo>
                  <a:lnTo>
                    <a:pt x="500481" y="3077476"/>
                  </a:lnTo>
                  <a:lnTo>
                    <a:pt x="486270" y="3077476"/>
                  </a:lnTo>
                  <a:lnTo>
                    <a:pt x="486270" y="3055023"/>
                  </a:lnTo>
                  <a:lnTo>
                    <a:pt x="500481" y="3055023"/>
                  </a:lnTo>
                  <a:lnTo>
                    <a:pt x="500481" y="3054426"/>
                  </a:lnTo>
                  <a:lnTo>
                    <a:pt x="486270" y="3054426"/>
                  </a:lnTo>
                  <a:lnTo>
                    <a:pt x="486270" y="3031960"/>
                  </a:lnTo>
                  <a:lnTo>
                    <a:pt x="500481" y="3031960"/>
                  </a:lnTo>
                  <a:lnTo>
                    <a:pt x="500481" y="3031363"/>
                  </a:lnTo>
                  <a:lnTo>
                    <a:pt x="486270" y="3031363"/>
                  </a:lnTo>
                  <a:lnTo>
                    <a:pt x="486270" y="3008884"/>
                  </a:lnTo>
                  <a:lnTo>
                    <a:pt x="500481" y="3008884"/>
                  </a:lnTo>
                  <a:lnTo>
                    <a:pt x="500481" y="3008287"/>
                  </a:lnTo>
                  <a:lnTo>
                    <a:pt x="486270" y="3008287"/>
                  </a:lnTo>
                  <a:lnTo>
                    <a:pt x="486270" y="2985833"/>
                  </a:lnTo>
                  <a:lnTo>
                    <a:pt x="500481" y="2985833"/>
                  </a:lnTo>
                  <a:lnTo>
                    <a:pt x="500481" y="2985236"/>
                  </a:lnTo>
                  <a:lnTo>
                    <a:pt x="486270" y="2985236"/>
                  </a:lnTo>
                  <a:lnTo>
                    <a:pt x="486270" y="2962770"/>
                  </a:lnTo>
                  <a:lnTo>
                    <a:pt x="500481" y="2962770"/>
                  </a:lnTo>
                  <a:lnTo>
                    <a:pt x="500481" y="2962160"/>
                  </a:lnTo>
                  <a:lnTo>
                    <a:pt x="486270" y="2962160"/>
                  </a:lnTo>
                  <a:lnTo>
                    <a:pt x="486270" y="2939707"/>
                  </a:lnTo>
                  <a:lnTo>
                    <a:pt x="500481" y="2939707"/>
                  </a:lnTo>
                  <a:lnTo>
                    <a:pt x="500481" y="2939110"/>
                  </a:lnTo>
                  <a:lnTo>
                    <a:pt x="486270" y="2939110"/>
                  </a:lnTo>
                  <a:lnTo>
                    <a:pt x="486270" y="2916656"/>
                  </a:lnTo>
                  <a:lnTo>
                    <a:pt x="500481" y="2916656"/>
                  </a:lnTo>
                  <a:lnTo>
                    <a:pt x="500481" y="2916047"/>
                  </a:lnTo>
                  <a:lnTo>
                    <a:pt x="486270" y="2916047"/>
                  </a:lnTo>
                  <a:lnTo>
                    <a:pt x="486270" y="2893593"/>
                  </a:lnTo>
                  <a:lnTo>
                    <a:pt x="500481" y="2893593"/>
                  </a:lnTo>
                  <a:lnTo>
                    <a:pt x="500481" y="2892983"/>
                  </a:lnTo>
                  <a:lnTo>
                    <a:pt x="486270" y="2892983"/>
                  </a:lnTo>
                  <a:lnTo>
                    <a:pt x="486270" y="50520"/>
                  </a:lnTo>
                  <a:lnTo>
                    <a:pt x="485330" y="49923"/>
                  </a:lnTo>
                  <a:lnTo>
                    <a:pt x="485330" y="3215843"/>
                  </a:lnTo>
                  <a:lnTo>
                    <a:pt x="471093" y="3215843"/>
                  </a:lnTo>
                  <a:lnTo>
                    <a:pt x="471093" y="3193389"/>
                  </a:lnTo>
                  <a:lnTo>
                    <a:pt x="485330" y="3193389"/>
                  </a:lnTo>
                  <a:lnTo>
                    <a:pt x="485330" y="3192792"/>
                  </a:lnTo>
                  <a:lnTo>
                    <a:pt x="471093" y="3192792"/>
                  </a:lnTo>
                  <a:lnTo>
                    <a:pt x="471093" y="3170313"/>
                  </a:lnTo>
                  <a:lnTo>
                    <a:pt x="485330" y="3170313"/>
                  </a:lnTo>
                  <a:lnTo>
                    <a:pt x="485330" y="3169716"/>
                  </a:lnTo>
                  <a:lnTo>
                    <a:pt x="471093" y="3169716"/>
                  </a:lnTo>
                  <a:lnTo>
                    <a:pt x="471093" y="3147276"/>
                  </a:lnTo>
                  <a:lnTo>
                    <a:pt x="485330" y="3147276"/>
                  </a:lnTo>
                  <a:lnTo>
                    <a:pt x="485330" y="3146666"/>
                  </a:lnTo>
                  <a:lnTo>
                    <a:pt x="471093" y="3146666"/>
                  </a:lnTo>
                  <a:lnTo>
                    <a:pt x="471093" y="3124200"/>
                  </a:lnTo>
                  <a:lnTo>
                    <a:pt x="485330" y="3124200"/>
                  </a:lnTo>
                  <a:lnTo>
                    <a:pt x="485330" y="3123603"/>
                  </a:lnTo>
                  <a:lnTo>
                    <a:pt x="471093" y="3123603"/>
                  </a:lnTo>
                  <a:lnTo>
                    <a:pt x="471093" y="3101136"/>
                  </a:lnTo>
                  <a:lnTo>
                    <a:pt x="485330" y="3101136"/>
                  </a:lnTo>
                  <a:lnTo>
                    <a:pt x="485330" y="3100540"/>
                  </a:lnTo>
                  <a:lnTo>
                    <a:pt x="471093" y="3100540"/>
                  </a:lnTo>
                  <a:lnTo>
                    <a:pt x="471093" y="3078086"/>
                  </a:lnTo>
                  <a:lnTo>
                    <a:pt x="485330" y="3078086"/>
                  </a:lnTo>
                  <a:lnTo>
                    <a:pt x="485330" y="3077476"/>
                  </a:lnTo>
                  <a:lnTo>
                    <a:pt x="471093" y="3077476"/>
                  </a:lnTo>
                  <a:lnTo>
                    <a:pt x="471093" y="3055023"/>
                  </a:lnTo>
                  <a:lnTo>
                    <a:pt x="485330" y="3055023"/>
                  </a:lnTo>
                  <a:lnTo>
                    <a:pt x="485330" y="3054426"/>
                  </a:lnTo>
                  <a:lnTo>
                    <a:pt x="471093" y="3054426"/>
                  </a:lnTo>
                  <a:lnTo>
                    <a:pt x="471093" y="3031960"/>
                  </a:lnTo>
                  <a:lnTo>
                    <a:pt x="485330" y="3031960"/>
                  </a:lnTo>
                  <a:lnTo>
                    <a:pt x="485330" y="3031363"/>
                  </a:lnTo>
                  <a:lnTo>
                    <a:pt x="471093" y="3031363"/>
                  </a:lnTo>
                  <a:lnTo>
                    <a:pt x="471093" y="3008884"/>
                  </a:lnTo>
                  <a:lnTo>
                    <a:pt x="485330" y="3008884"/>
                  </a:lnTo>
                  <a:lnTo>
                    <a:pt x="485330" y="3008287"/>
                  </a:lnTo>
                  <a:lnTo>
                    <a:pt x="471093" y="3008287"/>
                  </a:lnTo>
                  <a:lnTo>
                    <a:pt x="471093" y="2985833"/>
                  </a:lnTo>
                  <a:lnTo>
                    <a:pt x="485330" y="2985833"/>
                  </a:lnTo>
                  <a:lnTo>
                    <a:pt x="485330" y="2985236"/>
                  </a:lnTo>
                  <a:lnTo>
                    <a:pt x="471093" y="2985236"/>
                  </a:lnTo>
                  <a:lnTo>
                    <a:pt x="471093" y="2962770"/>
                  </a:lnTo>
                  <a:lnTo>
                    <a:pt x="485330" y="2962770"/>
                  </a:lnTo>
                  <a:lnTo>
                    <a:pt x="485330" y="2962160"/>
                  </a:lnTo>
                  <a:lnTo>
                    <a:pt x="471093" y="2962160"/>
                  </a:lnTo>
                  <a:lnTo>
                    <a:pt x="471093" y="2939707"/>
                  </a:lnTo>
                  <a:lnTo>
                    <a:pt x="485330" y="2939707"/>
                  </a:lnTo>
                  <a:lnTo>
                    <a:pt x="485330" y="2939110"/>
                  </a:lnTo>
                  <a:lnTo>
                    <a:pt x="471093" y="2939110"/>
                  </a:lnTo>
                  <a:lnTo>
                    <a:pt x="471093" y="2916656"/>
                  </a:lnTo>
                  <a:lnTo>
                    <a:pt x="485330" y="2916656"/>
                  </a:lnTo>
                  <a:lnTo>
                    <a:pt x="485330" y="2916047"/>
                  </a:lnTo>
                  <a:lnTo>
                    <a:pt x="471093" y="2916047"/>
                  </a:lnTo>
                  <a:lnTo>
                    <a:pt x="471093" y="2893593"/>
                  </a:lnTo>
                  <a:lnTo>
                    <a:pt x="485330" y="2893593"/>
                  </a:lnTo>
                  <a:lnTo>
                    <a:pt x="485330" y="2892983"/>
                  </a:lnTo>
                  <a:lnTo>
                    <a:pt x="471093" y="2892983"/>
                  </a:lnTo>
                  <a:lnTo>
                    <a:pt x="471093" y="42087"/>
                  </a:lnTo>
                  <a:lnTo>
                    <a:pt x="470154" y="41605"/>
                  </a:lnTo>
                  <a:lnTo>
                    <a:pt x="470154" y="3215843"/>
                  </a:lnTo>
                  <a:lnTo>
                    <a:pt x="455930" y="3215843"/>
                  </a:lnTo>
                  <a:lnTo>
                    <a:pt x="455930" y="3193389"/>
                  </a:lnTo>
                  <a:lnTo>
                    <a:pt x="470154" y="3193389"/>
                  </a:lnTo>
                  <a:lnTo>
                    <a:pt x="470154" y="3192792"/>
                  </a:lnTo>
                  <a:lnTo>
                    <a:pt x="455930" y="3192792"/>
                  </a:lnTo>
                  <a:lnTo>
                    <a:pt x="455930" y="3170313"/>
                  </a:lnTo>
                  <a:lnTo>
                    <a:pt x="470154" y="3170313"/>
                  </a:lnTo>
                  <a:lnTo>
                    <a:pt x="470154" y="3169716"/>
                  </a:lnTo>
                  <a:lnTo>
                    <a:pt x="455930" y="3169716"/>
                  </a:lnTo>
                  <a:lnTo>
                    <a:pt x="455930" y="3147276"/>
                  </a:lnTo>
                  <a:lnTo>
                    <a:pt x="470154" y="3147276"/>
                  </a:lnTo>
                  <a:lnTo>
                    <a:pt x="470154" y="3146666"/>
                  </a:lnTo>
                  <a:lnTo>
                    <a:pt x="455930" y="3146666"/>
                  </a:lnTo>
                  <a:lnTo>
                    <a:pt x="455930" y="3124200"/>
                  </a:lnTo>
                  <a:lnTo>
                    <a:pt x="470154" y="3124200"/>
                  </a:lnTo>
                  <a:lnTo>
                    <a:pt x="470154" y="3123603"/>
                  </a:lnTo>
                  <a:lnTo>
                    <a:pt x="455930" y="3123603"/>
                  </a:lnTo>
                  <a:lnTo>
                    <a:pt x="455930" y="3101136"/>
                  </a:lnTo>
                  <a:lnTo>
                    <a:pt x="470154" y="3101136"/>
                  </a:lnTo>
                  <a:lnTo>
                    <a:pt x="470154" y="3100540"/>
                  </a:lnTo>
                  <a:lnTo>
                    <a:pt x="455930" y="3100540"/>
                  </a:lnTo>
                  <a:lnTo>
                    <a:pt x="455930" y="3078086"/>
                  </a:lnTo>
                  <a:lnTo>
                    <a:pt x="470154" y="3078086"/>
                  </a:lnTo>
                  <a:lnTo>
                    <a:pt x="470154" y="3077476"/>
                  </a:lnTo>
                  <a:lnTo>
                    <a:pt x="455930" y="3077476"/>
                  </a:lnTo>
                  <a:lnTo>
                    <a:pt x="455930" y="3055023"/>
                  </a:lnTo>
                  <a:lnTo>
                    <a:pt x="470154" y="3055023"/>
                  </a:lnTo>
                  <a:lnTo>
                    <a:pt x="470154" y="3054426"/>
                  </a:lnTo>
                  <a:lnTo>
                    <a:pt x="455930" y="3054426"/>
                  </a:lnTo>
                  <a:lnTo>
                    <a:pt x="455930" y="3031960"/>
                  </a:lnTo>
                  <a:lnTo>
                    <a:pt x="470154" y="3031960"/>
                  </a:lnTo>
                  <a:lnTo>
                    <a:pt x="470154" y="3031363"/>
                  </a:lnTo>
                  <a:lnTo>
                    <a:pt x="455930" y="3031363"/>
                  </a:lnTo>
                  <a:lnTo>
                    <a:pt x="455930" y="3008884"/>
                  </a:lnTo>
                  <a:lnTo>
                    <a:pt x="470154" y="3008884"/>
                  </a:lnTo>
                  <a:lnTo>
                    <a:pt x="470154" y="3008287"/>
                  </a:lnTo>
                  <a:lnTo>
                    <a:pt x="455930" y="3008287"/>
                  </a:lnTo>
                  <a:lnTo>
                    <a:pt x="455930" y="2985833"/>
                  </a:lnTo>
                  <a:lnTo>
                    <a:pt x="470154" y="2985833"/>
                  </a:lnTo>
                  <a:lnTo>
                    <a:pt x="470154" y="2985236"/>
                  </a:lnTo>
                  <a:lnTo>
                    <a:pt x="455930" y="2985236"/>
                  </a:lnTo>
                  <a:lnTo>
                    <a:pt x="455930" y="2962770"/>
                  </a:lnTo>
                  <a:lnTo>
                    <a:pt x="470154" y="2962770"/>
                  </a:lnTo>
                  <a:lnTo>
                    <a:pt x="470154" y="2962160"/>
                  </a:lnTo>
                  <a:lnTo>
                    <a:pt x="455930" y="2962160"/>
                  </a:lnTo>
                  <a:lnTo>
                    <a:pt x="455930" y="2939707"/>
                  </a:lnTo>
                  <a:lnTo>
                    <a:pt x="470154" y="2939707"/>
                  </a:lnTo>
                  <a:lnTo>
                    <a:pt x="470154" y="2939110"/>
                  </a:lnTo>
                  <a:lnTo>
                    <a:pt x="455930" y="2939110"/>
                  </a:lnTo>
                  <a:lnTo>
                    <a:pt x="455930" y="2916656"/>
                  </a:lnTo>
                  <a:lnTo>
                    <a:pt x="470154" y="2916656"/>
                  </a:lnTo>
                  <a:lnTo>
                    <a:pt x="470154" y="2916047"/>
                  </a:lnTo>
                  <a:lnTo>
                    <a:pt x="455930" y="2916047"/>
                  </a:lnTo>
                  <a:lnTo>
                    <a:pt x="455930" y="2893593"/>
                  </a:lnTo>
                  <a:lnTo>
                    <a:pt x="470154" y="2893593"/>
                  </a:lnTo>
                  <a:lnTo>
                    <a:pt x="470154" y="2892983"/>
                  </a:lnTo>
                  <a:lnTo>
                    <a:pt x="455930" y="2892983"/>
                  </a:lnTo>
                  <a:lnTo>
                    <a:pt x="455930" y="34404"/>
                  </a:lnTo>
                  <a:lnTo>
                    <a:pt x="454990" y="33921"/>
                  </a:lnTo>
                  <a:lnTo>
                    <a:pt x="454990" y="3215843"/>
                  </a:lnTo>
                  <a:lnTo>
                    <a:pt x="440766" y="3215843"/>
                  </a:lnTo>
                  <a:lnTo>
                    <a:pt x="440766" y="3193389"/>
                  </a:lnTo>
                  <a:lnTo>
                    <a:pt x="454990" y="3193389"/>
                  </a:lnTo>
                  <a:lnTo>
                    <a:pt x="454990" y="3192792"/>
                  </a:lnTo>
                  <a:lnTo>
                    <a:pt x="440766" y="3192792"/>
                  </a:lnTo>
                  <a:lnTo>
                    <a:pt x="440766" y="3170313"/>
                  </a:lnTo>
                  <a:lnTo>
                    <a:pt x="454990" y="3170313"/>
                  </a:lnTo>
                  <a:lnTo>
                    <a:pt x="454990" y="3169716"/>
                  </a:lnTo>
                  <a:lnTo>
                    <a:pt x="440766" y="3169716"/>
                  </a:lnTo>
                  <a:lnTo>
                    <a:pt x="440766" y="3147276"/>
                  </a:lnTo>
                  <a:lnTo>
                    <a:pt x="454990" y="3147276"/>
                  </a:lnTo>
                  <a:lnTo>
                    <a:pt x="454990" y="3146666"/>
                  </a:lnTo>
                  <a:lnTo>
                    <a:pt x="440766" y="3146666"/>
                  </a:lnTo>
                  <a:lnTo>
                    <a:pt x="440766" y="3124200"/>
                  </a:lnTo>
                  <a:lnTo>
                    <a:pt x="454990" y="3124200"/>
                  </a:lnTo>
                  <a:lnTo>
                    <a:pt x="454990" y="3123603"/>
                  </a:lnTo>
                  <a:lnTo>
                    <a:pt x="440766" y="3123603"/>
                  </a:lnTo>
                  <a:lnTo>
                    <a:pt x="440766" y="3101136"/>
                  </a:lnTo>
                  <a:lnTo>
                    <a:pt x="454990" y="3101136"/>
                  </a:lnTo>
                  <a:lnTo>
                    <a:pt x="454990" y="3100540"/>
                  </a:lnTo>
                  <a:lnTo>
                    <a:pt x="440766" y="3100540"/>
                  </a:lnTo>
                  <a:lnTo>
                    <a:pt x="440766" y="3078086"/>
                  </a:lnTo>
                  <a:lnTo>
                    <a:pt x="454990" y="3078086"/>
                  </a:lnTo>
                  <a:lnTo>
                    <a:pt x="454990" y="3077476"/>
                  </a:lnTo>
                  <a:lnTo>
                    <a:pt x="440766" y="3077476"/>
                  </a:lnTo>
                  <a:lnTo>
                    <a:pt x="440766" y="3055023"/>
                  </a:lnTo>
                  <a:lnTo>
                    <a:pt x="454990" y="3055023"/>
                  </a:lnTo>
                  <a:lnTo>
                    <a:pt x="454990" y="3054426"/>
                  </a:lnTo>
                  <a:lnTo>
                    <a:pt x="440766" y="3054426"/>
                  </a:lnTo>
                  <a:lnTo>
                    <a:pt x="440766" y="3031960"/>
                  </a:lnTo>
                  <a:lnTo>
                    <a:pt x="454990" y="3031960"/>
                  </a:lnTo>
                  <a:lnTo>
                    <a:pt x="454990" y="3031363"/>
                  </a:lnTo>
                  <a:lnTo>
                    <a:pt x="440766" y="3031363"/>
                  </a:lnTo>
                  <a:lnTo>
                    <a:pt x="440766" y="3008884"/>
                  </a:lnTo>
                  <a:lnTo>
                    <a:pt x="454990" y="3008884"/>
                  </a:lnTo>
                  <a:lnTo>
                    <a:pt x="454990" y="3008287"/>
                  </a:lnTo>
                  <a:lnTo>
                    <a:pt x="440766" y="3008287"/>
                  </a:lnTo>
                  <a:lnTo>
                    <a:pt x="440766" y="2985833"/>
                  </a:lnTo>
                  <a:lnTo>
                    <a:pt x="454990" y="2985833"/>
                  </a:lnTo>
                  <a:lnTo>
                    <a:pt x="454990" y="2985236"/>
                  </a:lnTo>
                  <a:lnTo>
                    <a:pt x="440766" y="2985236"/>
                  </a:lnTo>
                  <a:lnTo>
                    <a:pt x="440766" y="2962770"/>
                  </a:lnTo>
                  <a:lnTo>
                    <a:pt x="454990" y="2962770"/>
                  </a:lnTo>
                  <a:lnTo>
                    <a:pt x="454990" y="2962160"/>
                  </a:lnTo>
                  <a:lnTo>
                    <a:pt x="440766" y="2962160"/>
                  </a:lnTo>
                  <a:lnTo>
                    <a:pt x="440766" y="2939707"/>
                  </a:lnTo>
                  <a:lnTo>
                    <a:pt x="454990" y="2939707"/>
                  </a:lnTo>
                  <a:lnTo>
                    <a:pt x="454990" y="2939110"/>
                  </a:lnTo>
                  <a:lnTo>
                    <a:pt x="440766" y="2939110"/>
                  </a:lnTo>
                  <a:lnTo>
                    <a:pt x="440766" y="2916656"/>
                  </a:lnTo>
                  <a:lnTo>
                    <a:pt x="454990" y="2916656"/>
                  </a:lnTo>
                  <a:lnTo>
                    <a:pt x="454990" y="2916047"/>
                  </a:lnTo>
                  <a:lnTo>
                    <a:pt x="440766" y="2916047"/>
                  </a:lnTo>
                  <a:lnTo>
                    <a:pt x="440766" y="2893593"/>
                  </a:lnTo>
                  <a:lnTo>
                    <a:pt x="454990" y="2893593"/>
                  </a:lnTo>
                  <a:lnTo>
                    <a:pt x="454990" y="2892983"/>
                  </a:lnTo>
                  <a:lnTo>
                    <a:pt x="440766" y="2892983"/>
                  </a:lnTo>
                  <a:lnTo>
                    <a:pt x="440766" y="27203"/>
                  </a:lnTo>
                  <a:lnTo>
                    <a:pt x="439813" y="26822"/>
                  </a:lnTo>
                  <a:lnTo>
                    <a:pt x="439813" y="3215843"/>
                  </a:lnTo>
                  <a:lnTo>
                    <a:pt x="425602" y="3215843"/>
                  </a:lnTo>
                  <a:lnTo>
                    <a:pt x="425602" y="3193389"/>
                  </a:lnTo>
                  <a:lnTo>
                    <a:pt x="439813" y="3193389"/>
                  </a:lnTo>
                  <a:lnTo>
                    <a:pt x="439813" y="3192792"/>
                  </a:lnTo>
                  <a:lnTo>
                    <a:pt x="425602" y="3192792"/>
                  </a:lnTo>
                  <a:lnTo>
                    <a:pt x="425602" y="3170313"/>
                  </a:lnTo>
                  <a:lnTo>
                    <a:pt x="439813" y="3170313"/>
                  </a:lnTo>
                  <a:lnTo>
                    <a:pt x="439813" y="3169716"/>
                  </a:lnTo>
                  <a:lnTo>
                    <a:pt x="425602" y="3169716"/>
                  </a:lnTo>
                  <a:lnTo>
                    <a:pt x="425602" y="3147276"/>
                  </a:lnTo>
                  <a:lnTo>
                    <a:pt x="439813" y="3147276"/>
                  </a:lnTo>
                  <a:lnTo>
                    <a:pt x="439813" y="3146666"/>
                  </a:lnTo>
                  <a:lnTo>
                    <a:pt x="425602" y="3146666"/>
                  </a:lnTo>
                  <a:lnTo>
                    <a:pt x="425602" y="3124200"/>
                  </a:lnTo>
                  <a:lnTo>
                    <a:pt x="439813" y="3124200"/>
                  </a:lnTo>
                  <a:lnTo>
                    <a:pt x="439813" y="3123603"/>
                  </a:lnTo>
                  <a:lnTo>
                    <a:pt x="425602" y="3123603"/>
                  </a:lnTo>
                  <a:lnTo>
                    <a:pt x="425602" y="3101136"/>
                  </a:lnTo>
                  <a:lnTo>
                    <a:pt x="439813" y="3101136"/>
                  </a:lnTo>
                  <a:lnTo>
                    <a:pt x="439813" y="3100540"/>
                  </a:lnTo>
                  <a:lnTo>
                    <a:pt x="425602" y="3100540"/>
                  </a:lnTo>
                  <a:lnTo>
                    <a:pt x="425602" y="3078086"/>
                  </a:lnTo>
                  <a:lnTo>
                    <a:pt x="439813" y="3078086"/>
                  </a:lnTo>
                  <a:lnTo>
                    <a:pt x="439813" y="3077476"/>
                  </a:lnTo>
                  <a:lnTo>
                    <a:pt x="425602" y="3077476"/>
                  </a:lnTo>
                  <a:lnTo>
                    <a:pt x="425602" y="3055023"/>
                  </a:lnTo>
                  <a:lnTo>
                    <a:pt x="439813" y="3055023"/>
                  </a:lnTo>
                  <a:lnTo>
                    <a:pt x="439813" y="3054426"/>
                  </a:lnTo>
                  <a:lnTo>
                    <a:pt x="425602" y="3054426"/>
                  </a:lnTo>
                  <a:lnTo>
                    <a:pt x="425602" y="3031960"/>
                  </a:lnTo>
                  <a:lnTo>
                    <a:pt x="439813" y="3031960"/>
                  </a:lnTo>
                  <a:lnTo>
                    <a:pt x="439813" y="3031363"/>
                  </a:lnTo>
                  <a:lnTo>
                    <a:pt x="425602" y="3031363"/>
                  </a:lnTo>
                  <a:lnTo>
                    <a:pt x="425602" y="3008884"/>
                  </a:lnTo>
                  <a:lnTo>
                    <a:pt x="439813" y="3008884"/>
                  </a:lnTo>
                  <a:lnTo>
                    <a:pt x="439813" y="3008287"/>
                  </a:lnTo>
                  <a:lnTo>
                    <a:pt x="425602" y="3008287"/>
                  </a:lnTo>
                  <a:lnTo>
                    <a:pt x="425602" y="2985833"/>
                  </a:lnTo>
                  <a:lnTo>
                    <a:pt x="439813" y="2985833"/>
                  </a:lnTo>
                  <a:lnTo>
                    <a:pt x="439813" y="2985236"/>
                  </a:lnTo>
                  <a:lnTo>
                    <a:pt x="425602" y="2985236"/>
                  </a:lnTo>
                  <a:lnTo>
                    <a:pt x="425602" y="2962770"/>
                  </a:lnTo>
                  <a:lnTo>
                    <a:pt x="439813" y="2962770"/>
                  </a:lnTo>
                  <a:lnTo>
                    <a:pt x="439813" y="2962160"/>
                  </a:lnTo>
                  <a:lnTo>
                    <a:pt x="425602" y="2962160"/>
                  </a:lnTo>
                  <a:lnTo>
                    <a:pt x="425602" y="2939707"/>
                  </a:lnTo>
                  <a:lnTo>
                    <a:pt x="439813" y="2939707"/>
                  </a:lnTo>
                  <a:lnTo>
                    <a:pt x="439813" y="2939110"/>
                  </a:lnTo>
                  <a:lnTo>
                    <a:pt x="425602" y="2939110"/>
                  </a:lnTo>
                  <a:lnTo>
                    <a:pt x="425602" y="2916656"/>
                  </a:lnTo>
                  <a:lnTo>
                    <a:pt x="439813" y="2916656"/>
                  </a:lnTo>
                  <a:lnTo>
                    <a:pt x="439813" y="2916047"/>
                  </a:lnTo>
                  <a:lnTo>
                    <a:pt x="425602" y="2916047"/>
                  </a:lnTo>
                  <a:lnTo>
                    <a:pt x="425602" y="2893593"/>
                  </a:lnTo>
                  <a:lnTo>
                    <a:pt x="439813" y="2893593"/>
                  </a:lnTo>
                  <a:lnTo>
                    <a:pt x="439813" y="2892983"/>
                  </a:lnTo>
                  <a:lnTo>
                    <a:pt x="425602" y="2892983"/>
                  </a:lnTo>
                  <a:lnTo>
                    <a:pt x="425602" y="21094"/>
                  </a:lnTo>
                  <a:lnTo>
                    <a:pt x="424662" y="20713"/>
                  </a:lnTo>
                  <a:lnTo>
                    <a:pt x="424662" y="3215843"/>
                  </a:lnTo>
                  <a:lnTo>
                    <a:pt x="410425" y="3215843"/>
                  </a:lnTo>
                  <a:lnTo>
                    <a:pt x="410425" y="3193389"/>
                  </a:lnTo>
                  <a:lnTo>
                    <a:pt x="424662" y="3193389"/>
                  </a:lnTo>
                  <a:lnTo>
                    <a:pt x="424662" y="3192792"/>
                  </a:lnTo>
                  <a:lnTo>
                    <a:pt x="410425" y="3192792"/>
                  </a:lnTo>
                  <a:lnTo>
                    <a:pt x="410425" y="3170313"/>
                  </a:lnTo>
                  <a:lnTo>
                    <a:pt x="424662" y="3170313"/>
                  </a:lnTo>
                  <a:lnTo>
                    <a:pt x="424662" y="3169716"/>
                  </a:lnTo>
                  <a:lnTo>
                    <a:pt x="410425" y="3169716"/>
                  </a:lnTo>
                  <a:lnTo>
                    <a:pt x="410425" y="3147276"/>
                  </a:lnTo>
                  <a:lnTo>
                    <a:pt x="424662" y="3147276"/>
                  </a:lnTo>
                  <a:lnTo>
                    <a:pt x="424662" y="3146666"/>
                  </a:lnTo>
                  <a:lnTo>
                    <a:pt x="410425" y="3146666"/>
                  </a:lnTo>
                  <a:lnTo>
                    <a:pt x="410425" y="3124200"/>
                  </a:lnTo>
                  <a:lnTo>
                    <a:pt x="424662" y="3124200"/>
                  </a:lnTo>
                  <a:lnTo>
                    <a:pt x="424662" y="3123603"/>
                  </a:lnTo>
                  <a:lnTo>
                    <a:pt x="410425" y="3123603"/>
                  </a:lnTo>
                  <a:lnTo>
                    <a:pt x="410425" y="3101136"/>
                  </a:lnTo>
                  <a:lnTo>
                    <a:pt x="424662" y="3101136"/>
                  </a:lnTo>
                  <a:lnTo>
                    <a:pt x="424662" y="3100540"/>
                  </a:lnTo>
                  <a:lnTo>
                    <a:pt x="410425" y="3100540"/>
                  </a:lnTo>
                  <a:lnTo>
                    <a:pt x="410425" y="3078086"/>
                  </a:lnTo>
                  <a:lnTo>
                    <a:pt x="424662" y="3078086"/>
                  </a:lnTo>
                  <a:lnTo>
                    <a:pt x="424662" y="3077476"/>
                  </a:lnTo>
                  <a:lnTo>
                    <a:pt x="410425" y="3077476"/>
                  </a:lnTo>
                  <a:lnTo>
                    <a:pt x="410425" y="3055023"/>
                  </a:lnTo>
                  <a:lnTo>
                    <a:pt x="424662" y="3055023"/>
                  </a:lnTo>
                  <a:lnTo>
                    <a:pt x="424662" y="3054426"/>
                  </a:lnTo>
                  <a:lnTo>
                    <a:pt x="410425" y="3054426"/>
                  </a:lnTo>
                  <a:lnTo>
                    <a:pt x="410425" y="3031960"/>
                  </a:lnTo>
                  <a:lnTo>
                    <a:pt x="424662" y="3031960"/>
                  </a:lnTo>
                  <a:lnTo>
                    <a:pt x="424662" y="3031363"/>
                  </a:lnTo>
                  <a:lnTo>
                    <a:pt x="410425" y="3031363"/>
                  </a:lnTo>
                  <a:lnTo>
                    <a:pt x="410425" y="3008884"/>
                  </a:lnTo>
                  <a:lnTo>
                    <a:pt x="424662" y="3008884"/>
                  </a:lnTo>
                  <a:lnTo>
                    <a:pt x="424662" y="3008287"/>
                  </a:lnTo>
                  <a:lnTo>
                    <a:pt x="410425" y="3008287"/>
                  </a:lnTo>
                  <a:lnTo>
                    <a:pt x="410425" y="2985833"/>
                  </a:lnTo>
                  <a:lnTo>
                    <a:pt x="424662" y="2985833"/>
                  </a:lnTo>
                  <a:lnTo>
                    <a:pt x="424662" y="2985236"/>
                  </a:lnTo>
                  <a:lnTo>
                    <a:pt x="410425" y="2985236"/>
                  </a:lnTo>
                  <a:lnTo>
                    <a:pt x="410425" y="2962770"/>
                  </a:lnTo>
                  <a:lnTo>
                    <a:pt x="424662" y="2962770"/>
                  </a:lnTo>
                  <a:lnTo>
                    <a:pt x="424662" y="2962160"/>
                  </a:lnTo>
                  <a:lnTo>
                    <a:pt x="410425" y="2962160"/>
                  </a:lnTo>
                  <a:lnTo>
                    <a:pt x="410425" y="2939707"/>
                  </a:lnTo>
                  <a:lnTo>
                    <a:pt x="424662" y="2939707"/>
                  </a:lnTo>
                  <a:lnTo>
                    <a:pt x="424662" y="2939110"/>
                  </a:lnTo>
                  <a:lnTo>
                    <a:pt x="410425" y="2939110"/>
                  </a:lnTo>
                  <a:lnTo>
                    <a:pt x="410425" y="2916656"/>
                  </a:lnTo>
                  <a:lnTo>
                    <a:pt x="424662" y="2916656"/>
                  </a:lnTo>
                  <a:lnTo>
                    <a:pt x="424662" y="2916047"/>
                  </a:lnTo>
                  <a:lnTo>
                    <a:pt x="410425" y="2916047"/>
                  </a:lnTo>
                  <a:lnTo>
                    <a:pt x="410425" y="2893593"/>
                  </a:lnTo>
                  <a:lnTo>
                    <a:pt x="424662" y="2893593"/>
                  </a:lnTo>
                  <a:lnTo>
                    <a:pt x="424662" y="2892983"/>
                  </a:lnTo>
                  <a:lnTo>
                    <a:pt x="410425" y="2892983"/>
                  </a:lnTo>
                  <a:lnTo>
                    <a:pt x="410425" y="14973"/>
                  </a:lnTo>
                  <a:lnTo>
                    <a:pt x="409486" y="14592"/>
                  </a:lnTo>
                  <a:lnTo>
                    <a:pt x="409486" y="3215843"/>
                  </a:lnTo>
                  <a:lnTo>
                    <a:pt x="395262" y="3215843"/>
                  </a:lnTo>
                  <a:lnTo>
                    <a:pt x="395262" y="3193389"/>
                  </a:lnTo>
                  <a:lnTo>
                    <a:pt x="409486" y="3193389"/>
                  </a:lnTo>
                  <a:lnTo>
                    <a:pt x="409486" y="3192792"/>
                  </a:lnTo>
                  <a:lnTo>
                    <a:pt x="395262" y="3192792"/>
                  </a:lnTo>
                  <a:lnTo>
                    <a:pt x="395262" y="3170313"/>
                  </a:lnTo>
                  <a:lnTo>
                    <a:pt x="409486" y="3170313"/>
                  </a:lnTo>
                  <a:lnTo>
                    <a:pt x="409486" y="3169716"/>
                  </a:lnTo>
                  <a:lnTo>
                    <a:pt x="395262" y="3169716"/>
                  </a:lnTo>
                  <a:lnTo>
                    <a:pt x="395262" y="3147276"/>
                  </a:lnTo>
                  <a:lnTo>
                    <a:pt x="409486" y="3147276"/>
                  </a:lnTo>
                  <a:lnTo>
                    <a:pt x="409486" y="3146666"/>
                  </a:lnTo>
                  <a:lnTo>
                    <a:pt x="395262" y="3146666"/>
                  </a:lnTo>
                  <a:lnTo>
                    <a:pt x="395262" y="3124200"/>
                  </a:lnTo>
                  <a:lnTo>
                    <a:pt x="409486" y="3124200"/>
                  </a:lnTo>
                  <a:lnTo>
                    <a:pt x="409486" y="3123603"/>
                  </a:lnTo>
                  <a:lnTo>
                    <a:pt x="395262" y="3123603"/>
                  </a:lnTo>
                  <a:lnTo>
                    <a:pt x="395262" y="3101136"/>
                  </a:lnTo>
                  <a:lnTo>
                    <a:pt x="409486" y="3101136"/>
                  </a:lnTo>
                  <a:lnTo>
                    <a:pt x="409486" y="3100540"/>
                  </a:lnTo>
                  <a:lnTo>
                    <a:pt x="395262" y="3100540"/>
                  </a:lnTo>
                  <a:lnTo>
                    <a:pt x="395262" y="3078086"/>
                  </a:lnTo>
                  <a:lnTo>
                    <a:pt x="409486" y="3078086"/>
                  </a:lnTo>
                  <a:lnTo>
                    <a:pt x="409486" y="3077476"/>
                  </a:lnTo>
                  <a:lnTo>
                    <a:pt x="395262" y="3077476"/>
                  </a:lnTo>
                  <a:lnTo>
                    <a:pt x="395262" y="3055023"/>
                  </a:lnTo>
                  <a:lnTo>
                    <a:pt x="409486" y="3055023"/>
                  </a:lnTo>
                  <a:lnTo>
                    <a:pt x="409486" y="3054426"/>
                  </a:lnTo>
                  <a:lnTo>
                    <a:pt x="395262" y="3054426"/>
                  </a:lnTo>
                  <a:lnTo>
                    <a:pt x="395262" y="3031960"/>
                  </a:lnTo>
                  <a:lnTo>
                    <a:pt x="409486" y="3031960"/>
                  </a:lnTo>
                  <a:lnTo>
                    <a:pt x="409486" y="3031363"/>
                  </a:lnTo>
                  <a:lnTo>
                    <a:pt x="395262" y="3031363"/>
                  </a:lnTo>
                  <a:lnTo>
                    <a:pt x="395262" y="3008884"/>
                  </a:lnTo>
                  <a:lnTo>
                    <a:pt x="409486" y="3008884"/>
                  </a:lnTo>
                  <a:lnTo>
                    <a:pt x="409486" y="3008287"/>
                  </a:lnTo>
                  <a:lnTo>
                    <a:pt x="395262" y="3008287"/>
                  </a:lnTo>
                  <a:lnTo>
                    <a:pt x="395262" y="2985833"/>
                  </a:lnTo>
                  <a:lnTo>
                    <a:pt x="409486" y="2985833"/>
                  </a:lnTo>
                  <a:lnTo>
                    <a:pt x="409486" y="2985236"/>
                  </a:lnTo>
                  <a:lnTo>
                    <a:pt x="395262" y="2985236"/>
                  </a:lnTo>
                  <a:lnTo>
                    <a:pt x="395262" y="2962770"/>
                  </a:lnTo>
                  <a:lnTo>
                    <a:pt x="409486" y="2962770"/>
                  </a:lnTo>
                  <a:lnTo>
                    <a:pt x="409486" y="2962160"/>
                  </a:lnTo>
                  <a:lnTo>
                    <a:pt x="395262" y="2962160"/>
                  </a:lnTo>
                  <a:lnTo>
                    <a:pt x="395262" y="2939707"/>
                  </a:lnTo>
                  <a:lnTo>
                    <a:pt x="409486" y="2939707"/>
                  </a:lnTo>
                  <a:lnTo>
                    <a:pt x="409486" y="2939110"/>
                  </a:lnTo>
                  <a:lnTo>
                    <a:pt x="395262" y="2939110"/>
                  </a:lnTo>
                  <a:lnTo>
                    <a:pt x="395262" y="2916656"/>
                  </a:lnTo>
                  <a:lnTo>
                    <a:pt x="409486" y="2916656"/>
                  </a:lnTo>
                  <a:lnTo>
                    <a:pt x="409486" y="2916047"/>
                  </a:lnTo>
                  <a:lnTo>
                    <a:pt x="395262" y="2916047"/>
                  </a:lnTo>
                  <a:lnTo>
                    <a:pt x="395262" y="2893593"/>
                  </a:lnTo>
                  <a:lnTo>
                    <a:pt x="409486" y="2893593"/>
                  </a:lnTo>
                  <a:lnTo>
                    <a:pt x="409486" y="2892983"/>
                  </a:lnTo>
                  <a:lnTo>
                    <a:pt x="395262" y="2892983"/>
                  </a:lnTo>
                  <a:lnTo>
                    <a:pt x="395262" y="9842"/>
                  </a:lnTo>
                  <a:lnTo>
                    <a:pt x="394322" y="9537"/>
                  </a:lnTo>
                  <a:lnTo>
                    <a:pt x="394322" y="3215843"/>
                  </a:lnTo>
                  <a:lnTo>
                    <a:pt x="380098" y="3215843"/>
                  </a:lnTo>
                  <a:lnTo>
                    <a:pt x="380098" y="3193389"/>
                  </a:lnTo>
                  <a:lnTo>
                    <a:pt x="394322" y="3193389"/>
                  </a:lnTo>
                  <a:lnTo>
                    <a:pt x="394322" y="3192792"/>
                  </a:lnTo>
                  <a:lnTo>
                    <a:pt x="380098" y="3192792"/>
                  </a:lnTo>
                  <a:lnTo>
                    <a:pt x="380098" y="3170313"/>
                  </a:lnTo>
                  <a:lnTo>
                    <a:pt x="394322" y="3170313"/>
                  </a:lnTo>
                  <a:lnTo>
                    <a:pt x="394322" y="3169716"/>
                  </a:lnTo>
                  <a:lnTo>
                    <a:pt x="380098" y="3169716"/>
                  </a:lnTo>
                  <a:lnTo>
                    <a:pt x="380098" y="3147276"/>
                  </a:lnTo>
                  <a:lnTo>
                    <a:pt x="394322" y="3147276"/>
                  </a:lnTo>
                  <a:lnTo>
                    <a:pt x="394322" y="3146666"/>
                  </a:lnTo>
                  <a:lnTo>
                    <a:pt x="380098" y="3146666"/>
                  </a:lnTo>
                  <a:lnTo>
                    <a:pt x="380098" y="3124200"/>
                  </a:lnTo>
                  <a:lnTo>
                    <a:pt x="394322" y="3124200"/>
                  </a:lnTo>
                  <a:lnTo>
                    <a:pt x="394322" y="3123603"/>
                  </a:lnTo>
                  <a:lnTo>
                    <a:pt x="380098" y="3123603"/>
                  </a:lnTo>
                  <a:lnTo>
                    <a:pt x="380098" y="3101136"/>
                  </a:lnTo>
                  <a:lnTo>
                    <a:pt x="394322" y="3101136"/>
                  </a:lnTo>
                  <a:lnTo>
                    <a:pt x="394322" y="3100540"/>
                  </a:lnTo>
                  <a:lnTo>
                    <a:pt x="380098" y="3100540"/>
                  </a:lnTo>
                  <a:lnTo>
                    <a:pt x="380098" y="3078086"/>
                  </a:lnTo>
                  <a:lnTo>
                    <a:pt x="394322" y="3078086"/>
                  </a:lnTo>
                  <a:lnTo>
                    <a:pt x="394322" y="3077476"/>
                  </a:lnTo>
                  <a:lnTo>
                    <a:pt x="380098" y="3077476"/>
                  </a:lnTo>
                  <a:lnTo>
                    <a:pt x="380098" y="3055023"/>
                  </a:lnTo>
                  <a:lnTo>
                    <a:pt x="394322" y="3055023"/>
                  </a:lnTo>
                  <a:lnTo>
                    <a:pt x="394322" y="3054426"/>
                  </a:lnTo>
                  <a:lnTo>
                    <a:pt x="380098" y="3054426"/>
                  </a:lnTo>
                  <a:lnTo>
                    <a:pt x="380098" y="3031960"/>
                  </a:lnTo>
                  <a:lnTo>
                    <a:pt x="394322" y="3031960"/>
                  </a:lnTo>
                  <a:lnTo>
                    <a:pt x="394322" y="3031363"/>
                  </a:lnTo>
                  <a:lnTo>
                    <a:pt x="380098" y="3031363"/>
                  </a:lnTo>
                  <a:lnTo>
                    <a:pt x="380098" y="3008884"/>
                  </a:lnTo>
                  <a:lnTo>
                    <a:pt x="394322" y="3008884"/>
                  </a:lnTo>
                  <a:lnTo>
                    <a:pt x="394322" y="3008287"/>
                  </a:lnTo>
                  <a:lnTo>
                    <a:pt x="380098" y="3008287"/>
                  </a:lnTo>
                  <a:lnTo>
                    <a:pt x="380098" y="2985833"/>
                  </a:lnTo>
                  <a:lnTo>
                    <a:pt x="394322" y="2985833"/>
                  </a:lnTo>
                  <a:lnTo>
                    <a:pt x="394322" y="2985236"/>
                  </a:lnTo>
                  <a:lnTo>
                    <a:pt x="380098" y="2985236"/>
                  </a:lnTo>
                  <a:lnTo>
                    <a:pt x="380098" y="2962770"/>
                  </a:lnTo>
                  <a:lnTo>
                    <a:pt x="394322" y="2962770"/>
                  </a:lnTo>
                  <a:lnTo>
                    <a:pt x="394322" y="2962160"/>
                  </a:lnTo>
                  <a:lnTo>
                    <a:pt x="380098" y="2962160"/>
                  </a:lnTo>
                  <a:lnTo>
                    <a:pt x="380098" y="2939707"/>
                  </a:lnTo>
                  <a:lnTo>
                    <a:pt x="394322" y="2939707"/>
                  </a:lnTo>
                  <a:lnTo>
                    <a:pt x="394322" y="2939110"/>
                  </a:lnTo>
                  <a:lnTo>
                    <a:pt x="380098" y="2939110"/>
                  </a:lnTo>
                  <a:lnTo>
                    <a:pt x="380098" y="2916656"/>
                  </a:lnTo>
                  <a:lnTo>
                    <a:pt x="394322" y="2916656"/>
                  </a:lnTo>
                  <a:lnTo>
                    <a:pt x="394322" y="2916047"/>
                  </a:lnTo>
                  <a:lnTo>
                    <a:pt x="380098" y="2916047"/>
                  </a:lnTo>
                  <a:lnTo>
                    <a:pt x="380098" y="2893593"/>
                  </a:lnTo>
                  <a:lnTo>
                    <a:pt x="394322" y="2893593"/>
                  </a:lnTo>
                  <a:lnTo>
                    <a:pt x="394322" y="2892983"/>
                  </a:lnTo>
                  <a:lnTo>
                    <a:pt x="380098" y="2892983"/>
                  </a:lnTo>
                  <a:lnTo>
                    <a:pt x="380098" y="5003"/>
                  </a:lnTo>
                  <a:lnTo>
                    <a:pt x="379145" y="4699"/>
                  </a:lnTo>
                  <a:lnTo>
                    <a:pt x="379145" y="3215843"/>
                  </a:lnTo>
                  <a:lnTo>
                    <a:pt x="364934" y="3215843"/>
                  </a:lnTo>
                  <a:lnTo>
                    <a:pt x="364934" y="3193389"/>
                  </a:lnTo>
                  <a:lnTo>
                    <a:pt x="379145" y="3193389"/>
                  </a:lnTo>
                  <a:lnTo>
                    <a:pt x="379145" y="3192792"/>
                  </a:lnTo>
                  <a:lnTo>
                    <a:pt x="364934" y="3192792"/>
                  </a:lnTo>
                  <a:lnTo>
                    <a:pt x="364934" y="3170313"/>
                  </a:lnTo>
                  <a:lnTo>
                    <a:pt x="379145" y="3170313"/>
                  </a:lnTo>
                  <a:lnTo>
                    <a:pt x="379145" y="3169716"/>
                  </a:lnTo>
                  <a:lnTo>
                    <a:pt x="364934" y="3169716"/>
                  </a:lnTo>
                  <a:lnTo>
                    <a:pt x="364934" y="3147276"/>
                  </a:lnTo>
                  <a:lnTo>
                    <a:pt x="379145" y="3147276"/>
                  </a:lnTo>
                  <a:lnTo>
                    <a:pt x="379145" y="3146666"/>
                  </a:lnTo>
                  <a:lnTo>
                    <a:pt x="364934" y="3146666"/>
                  </a:lnTo>
                  <a:lnTo>
                    <a:pt x="364934" y="3124200"/>
                  </a:lnTo>
                  <a:lnTo>
                    <a:pt x="379145" y="3124200"/>
                  </a:lnTo>
                  <a:lnTo>
                    <a:pt x="379145" y="3123603"/>
                  </a:lnTo>
                  <a:lnTo>
                    <a:pt x="364934" y="3123603"/>
                  </a:lnTo>
                  <a:lnTo>
                    <a:pt x="364934" y="3101136"/>
                  </a:lnTo>
                  <a:lnTo>
                    <a:pt x="379145" y="3101136"/>
                  </a:lnTo>
                  <a:lnTo>
                    <a:pt x="379145" y="3100540"/>
                  </a:lnTo>
                  <a:lnTo>
                    <a:pt x="364934" y="3100540"/>
                  </a:lnTo>
                  <a:lnTo>
                    <a:pt x="364934" y="3078086"/>
                  </a:lnTo>
                  <a:lnTo>
                    <a:pt x="379145" y="3078086"/>
                  </a:lnTo>
                  <a:lnTo>
                    <a:pt x="379145" y="3077476"/>
                  </a:lnTo>
                  <a:lnTo>
                    <a:pt x="364934" y="3077476"/>
                  </a:lnTo>
                  <a:lnTo>
                    <a:pt x="364934" y="3055023"/>
                  </a:lnTo>
                  <a:lnTo>
                    <a:pt x="379145" y="3055023"/>
                  </a:lnTo>
                  <a:lnTo>
                    <a:pt x="379145" y="3054426"/>
                  </a:lnTo>
                  <a:lnTo>
                    <a:pt x="364934" y="3054426"/>
                  </a:lnTo>
                  <a:lnTo>
                    <a:pt x="364934" y="3031960"/>
                  </a:lnTo>
                  <a:lnTo>
                    <a:pt x="379145" y="3031960"/>
                  </a:lnTo>
                  <a:lnTo>
                    <a:pt x="379145" y="3031363"/>
                  </a:lnTo>
                  <a:lnTo>
                    <a:pt x="364934" y="3031363"/>
                  </a:lnTo>
                  <a:lnTo>
                    <a:pt x="364934" y="3008884"/>
                  </a:lnTo>
                  <a:lnTo>
                    <a:pt x="379145" y="3008884"/>
                  </a:lnTo>
                  <a:lnTo>
                    <a:pt x="379145" y="3008287"/>
                  </a:lnTo>
                  <a:lnTo>
                    <a:pt x="364934" y="3008287"/>
                  </a:lnTo>
                  <a:lnTo>
                    <a:pt x="364934" y="2985833"/>
                  </a:lnTo>
                  <a:lnTo>
                    <a:pt x="379145" y="2985833"/>
                  </a:lnTo>
                  <a:lnTo>
                    <a:pt x="379145" y="2985236"/>
                  </a:lnTo>
                  <a:lnTo>
                    <a:pt x="364934" y="2985236"/>
                  </a:lnTo>
                  <a:lnTo>
                    <a:pt x="364934" y="2962770"/>
                  </a:lnTo>
                  <a:lnTo>
                    <a:pt x="379145" y="2962770"/>
                  </a:lnTo>
                  <a:lnTo>
                    <a:pt x="379145" y="2962160"/>
                  </a:lnTo>
                  <a:lnTo>
                    <a:pt x="364934" y="2962160"/>
                  </a:lnTo>
                  <a:lnTo>
                    <a:pt x="364934" y="2939707"/>
                  </a:lnTo>
                  <a:lnTo>
                    <a:pt x="379145" y="2939707"/>
                  </a:lnTo>
                  <a:lnTo>
                    <a:pt x="379145" y="2939110"/>
                  </a:lnTo>
                  <a:lnTo>
                    <a:pt x="364934" y="2939110"/>
                  </a:lnTo>
                  <a:lnTo>
                    <a:pt x="364934" y="2916656"/>
                  </a:lnTo>
                  <a:lnTo>
                    <a:pt x="379145" y="2916656"/>
                  </a:lnTo>
                  <a:lnTo>
                    <a:pt x="379145" y="2916047"/>
                  </a:lnTo>
                  <a:lnTo>
                    <a:pt x="364934" y="2916047"/>
                  </a:lnTo>
                  <a:lnTo>
                    <a:pt x="364934" y="2893593"/>
                  </a:lnTo>
                  <a:lnTo>
                    <a:pt x="379145" y="2893593"/>
                  </a:lnTo>
                  <a:lnTo>
                    <a:pt x="379145" y="2892983"/>
                  </a:lnTo>
                  <a:lnTo>
                    <a:pt x="364934" y="2892983"/>
                  </a:lnTo>
                  <a:lnTo>
                    <a:pt x="364934" y="152"/>
                  </a:lnTo>
                  <a:lnTo>
                    <a:pt x="364464" y="0"/>
                  </a:lnTo>
                  <a:lnTo>
                    <a:pt x="363994" y="152"/>
                  </a:lnTo>
                  <a:lnTo>
                    <a:pt x="363994" y="2892983"/>
                  </a:lnTo>
                  <a:lnTo>
                    <a:pt x="363994" y="2893593"/>
                  </a:lnTo>
                  <a:lnTo>
                    <a:pt x="363994" y="3215843"/>
                  </a:lnTo>
                  <a:lnTo>
                    <a:pt x="349770" y="3215843"/>
                  </a:lnTo>
                  <a:lnTo>
                    <a:pt x="349770" y="3193389"/>
                  </a:lnTo>
                  <a:lnTo>
                    <a:pt x="363994" y="3193389"/>
                  </a:lnTo>
                  <a:lnTo>
                    <a:pt x="363994" y="3192792"/>
                  </a:lnTo>
                  <a:lnTo>
                    <a:pt x="349770" y="3192792"/>
                  </a:lnTo>
                  <a:lnTo>
                    <a:pt x="349770" y="3170313"/>
                  </a:lnTo>
                  <a:lnTo>
                    <a:pt x="363994" y="3170313"/>
                  </a:lnTo>
                  <a:lnTo>
                    <a:pt x="363994" y="3169716"/>
                  </a:lnTo>
                  <a:lnTo>
                    <a:pt x="349770" y="3169716"/>
                  </a:lnTo>
                  <a:lnTo>
                    <a:pt x="349770" y="3147276"/>
                  </a:lnTo>
                  <a:lnTo>
                    <a:pt x="363994" y="3147276"/>
                  </a:lnTo>
                  <a:lnTo>
                    <a:pt x="363994" y="3146666"/>
                  </a:lnTo>
                  <a:lnTo>
                    <a:pt x="349770" y="3146666"/>
                  </a:lnTo>
                  <a:lnTo>
                    <a:pt x="349770" y="3124200"/>
                  </a:lnTo>
                  <a:lnTo>
                    <a:pt x="363994" y="3124200"/>
                  </a:lnTo>
                  <a:lnTo>
                    <a:pt x="363994" y="3123603"/>
                  </a:lnTo>
                  <a:lnTo>
                    <a:pt x="349770" y="3123603"/>
                  </a:lnTo>
                  <a:lnTo>
                    <a:pt x="349770" y="3101136"/>
                  </a:lnTo>
                  <a:lnTo>
                    <a:pt x="363994" y="3101136"/>
                  </a:lnTo>
                  <a:lnTo>
                    <a:pt x="363994" y="3100540"/>
                  </a:lnTo>
                  <a:lnTo>
                    <a:pt x="349770" y="3100540"/>
                  </a:lnTo>
                  <a:lnTo>
                    <a:pt x="349770" y="3078086"/>
                  </a:lnTo>
                  <a:lnTo>
                    <a:pt x="363994" y="3078086"/>
                  </a:lnTo>
                  <a:lnTo>
                    <a:pt x="363994" y="3077476"/>
                  </a:lnTo>
                  <a:lnTo>
                    <a:pt x="349770" y="3077476"/>
                  </a:lnTo>
                  <a:lnTo>
                    <a:pt x="349770" y="3055023"/>
                  </a:lnTo>
                  <a:lnTo>
                    <a:pt x="363994" y="3055023"/>
                  </a:lnTo>
                  <a:lnTo>
                    <a:pt x="363994" y="3054426"/>
                  </a:lnTo>
                  <a:lnTo>
                    <a:pt x="349770" y="3054426"/>
                  </a:lnTo>
                  <a:lnTo>
                    <a:pt x="349770" y="3031960"/>
                  </a:lnTo>
                  <a:lnTo>
                    <a:pt x="363994" y="3031960"/>
                  </a:lnTo>
                  <a:lnTo>
                    <a:pt x="363994" y="3031363"/>
                  </a:lnTo>
                  <a:lnTo>
                    <a:pt x="349770" y="3031363"/>
                  </a:lnTo>
                  <a:lnTo>
                    <a:pt x="349770" y="3008884"/>
                  </a:lnTo>
                  <a:lnTo>
                    <a:pt x="363994" y="3008884"/>
                  </a:lnTo>
                  <a:lnTo>
                    <a:pt x="363994" y="3008287"/>
                  </a:lnTo>
                  <a:lnTo>
                    <a:pt x="349770" y="3008287"/>
                  </a:lnTo>
                  <a:lnTo>
                    <a:pt x="349770" y="2985833"/>
                  </a:lnTo>
                  <a:lnTo>
                    <a:pt x="363994" y="2985833"/>
                  </a:lnTo>
                  <a:lnTo>
                    <a:pt x="363994" y="2985236"/>
                  </a:lnTo>
                  <a:lnTo>
                    <a:pt x="349770" y="2985236"/>
                  </a:lnTo>
                  <a:lnTo>
                    <a:pt x="349770" y="2962770"/>
                  </a:lnTo>
                  <a:lnTo>
                    <a:pt x="363994" y="2962770"/>
                  </a:lnTo>
                  <a:lnTo>
                    <a:pt x="363994" y="2962160"/>
                  </a:lnTo>
                  <a:lnTo>
                    <a:pt x="349770" y="2962160"/>
                  </a:lnTo>
                  <a:lnTo>
                    <a:pt x="349770" y="2939707"/>
                  </a:lnTo>
                  <a:lnTo>
                    <a:pt x="363994" y="2939707"/>
                  </a:lnTo>
                  <a:lnTo>
                    <a:pt x="363994" y="2939110"/>
                  </a:lnTo>
                  <a:lnTo>
                    <a:pt x="349770" y="2939110"/>
                  </a:lnTo>
                  <a:lnTo>
                    <a:pt x="349770" y="2916656"/>
                  </a:lnTo>
                  <a:lnTo>
                    <a:pt x="363994" y="2916656"/>
                  </a:lnTo>
                  <a:lnTo>
                    <a:pt x="363994" y="2916047"/>
                  </a:lnTo>
                  <a:lnTo>
                    <a:pt x="349770" y="2916047"/>
                  </a:lnTo>
                  <a:lnTo>
                    <a:pt x="349770" y="2893593"/>
                  </a:lnTo>
                  <a:lnTo>
                    <a:pt x="363994" y="2893593"/>
                  </a:lnTo>
                  <a:lnTo>
                    <a:pt x="363994" y="2892983"/>
                  </a:lnTo>
                  <a:lnTo>
                    <a:pt x="349770" y="2892983"/>
                  </a:lnTo>
                  <a:lnTo>
                    <a:pt x="349770" y="4699"/>
                  </a:lnTo>
                  <a:lnTo>
                    <a:pt x="348830" y="4991"/>
                  </a:lnTo>
                  <a:lnTo>
                    <a:pt x="348830" y="3215843"/>
                  </a:lnTo>
                  <a:lnTo>
                    <a:pt x="334594" y="3215843"/>
                  </a:lnTo>
                  <a:lnTo>
                    <a:pt x="334594" y="3193389"/>
                  </a:lnTo>
                  <a:lnTo>
                    <a:pt x="348830" y="3193389"/>
                  </a:lnTo>
                  <a:lnTo>
                    <a:pt x="348830" y="3192792"/>
                  </a:lnTo>
                  <a:lnTo>
                    <a:pt x="334594" y="3192792"/>
                  </a:lnTo>
                  <a:lnTo>
                    <a:pt x="334594" y="3170313"/>
                  </a:lnTo>
                  <a:lnTo>
                    <a:pt x="348830" y="3170313"/>
                  </a:lnTo>
                  <a:lnTo>
                    <a:pt x="348830" y="3169716"/>
                  </a:lnTo>
                  <a:lnTo>
                    <a:pt x="334594" y="3169716"/>
                  </a:lnTo>
                  <a:lnTo>
                    <a:pt x="334594" y="3147276"/>
                  </a:lnTo>
                  <a:lnTo>
                    <a:pt x="348830" y="3147276"/>
                  </a:lnTo>
                  <a:lnTo>
                    <a:pt x="348830" y="3146666"/>
                  </a:lnTo>
                  <a:lnTo>
                    <a:pt x="334594" y="3146666"/>
                  </a:lnTo>
                  <a:lnTo>
                    <a:pt x="334594" y="3124200"/>
                  </a:lnTo>
                  <a:lnTo>
                    <a:pt x="348830" y="3124200"/>
                  </a:lnTo>
                  <a:lnTo>
                    <a:pt x="348830" y="3123603"/>
                  </a:lnTo>
                  <a:lnTo>
                    <a:pt x="334594" y="3123603"/>
                  </a:lnTo>
                  <a:lnTo>
                    <a:pt x="334594" y="3101136"/>
                  </a:lnTo>
                  <a:lnTo>
                    <a:pt x="348830" y="3101136"/>
                  </a:lnTo>
                  <a:lnTo>
                    <a:pt x="348830" y="3100540"/>
                  </a:lnTo>
                  <a:lnTo>
                    <a:pt x="334594" y="3100540"/>
                  </a:lnTo>
                  <a:lnTo>
                    <a:pt x="334594" y="3078086"/>
                  </a:lnTo>
                  <a:lnTo>
                    <a:pt x="348830" y="3078086"/>
                  </a:lnTo>
                  <a:lnTo>
                    <a:pt x="348830" y="3077476"/>
                  </a:lnTo>
                  <a:lnTo>
                    <a:pt x="334594" y="3077476"/>
                  </a:lnTo>
                  <a:lnTo>
                    <a:pt x="334594" y="3055023"/>
                  </a:lnTo>
                  <a:lnTo>
                    <a:pt x="348830" y="3055023"/>
                  </a:lnTo>
                  <a:lnTo>
                    <a:pt x="348830" y="3054426"/>
                  </a:lnTo>
                  <a:lnTo>
                    <a:pt x="334594" y="3054426"/>
                  </a:lnTo>
                  <a:lnTo>
                    <a:pt x="334594" y="3031960"/>
                  </a:lnTo>
                  <a:lnTo>
                    <a:pt x="348830" y="3031960"/>
                  </a:lnTo>
                  <a:lnTo>
                    <a:pt x="348830" y="3031363"/>
                  </a:lnTo>
                  <a:lnTo>
                    <a:pt x="334594" y="3031363"/>
                  </a:lnTo>
                  <a:lnTo>
                    <a:pt x="334594" y="3008884"/>
                  </a:lnTo>
                  <a:lnTo>
                    <a:pt x="348830" y="3008884"/>
                  </a:lnTo>
                  <a:lnTo>
                    <a:pt x="348830" y="3008287"/>
                  </a:lnTo>
                  <a:lnTo>
                    <a:pt x="334594" y="3008287"/>
                  </a:lnTo>
                  <a:lnTo>
                    <a:pt x="334594" y="2985833"/>
                  </a:lnTo>
                  <a:lnTo>
                    <a:pt x="348830" y="2985833"/>
                  </a:lnTo>
                  <a:lnTo>
                    <a:pt x="348830" y="2985236"/>
                  </a:lnTo>
                  <a:lnTo>
                    <a:pt x="334594" y="2985236"/>
                  </a:lnTo>
                  <a:lnTo>
                    <a:pt x="334594" y="2962770"/>
                  </a:lnTo>
                  <a:lnTo>
                    <a:pt x="348830" y="2962770"/>
                  </a:lnTo>
                  <a:lnTo>
                    <a:pt x="348830" y="2962160"/>
                  </a:lnTo>
                  <a:lnTo>
                    <a:pt x="334594" y="2962160"/>
                  </a:lnTo>
                  <a:lnTo>
                    <a:pt x="334594" y="2939707"/>
                  </a:lnTo>
                  <a:lnTo>
                    <a:pt x="348830" y="2939707"/>
                  </a:lnTo>
                  <a:lnTo>
                    <a:pt x="348830" y="2939110"/>
                  </a:lnTo>
                  <a:lnTo>
                    <a:pt x="334594" y="2939110"/>
                  </a:lnTo>
                  <a:lnTo>
                    <a:pt x="334594" y="2916656"/>
                  </a:lnTo>
                  <a:lnTo>
                    <a:pt x="348830" y="2916656"/>
                  </a:lnTo>
                  <a:lnTo>
                    <a:pt x="348830" y="2916047"/>
                  </a:lnTo>
                  <a:lnTo>
                    <a:pt x="334594" y="2916047"/>
                  </a:lnTo>
                  <a:lnTo>
                    <a:pt x="334594" y="2893593"/>
                  </a:lnTo>
                  <a:lnTo>
                    <a:pt x="348830" y="2893593"/>
                  </a:lnTo>
                  <a:lnTo>
                    <a:pt x="348830" y="2892983"/>
                  </a:lnTo>
                  <a:lnTo>
                    <a:pt x="334594" y="2892983"/>
                  </a:lnTo>
                  <a:lnTo>
                    <a:pt x="334594" y="9537"/>
                  </a:lnTo>
                  <a:lnTo>
                    <a:pt x="333654" y="9842"/>
                  </a:lnTo>
                  <a:lnTo>
                    <a:pt x="333654" y="3215843"/>
                  </a:lnTo>
                  <a:lnTo>
                    <a:pt x="319430" y="3215843"/>
                  </a:lnTo>
                  <a:lnTo>
                    <a:pt x="319430" y="3193389"/>
                  </a:lnTo>
                  <a:lnTo>
                    <a:pt x="333654" y="3193389"/>
                  </a:lnTo>
                  <a:lnTo>
                    <a:pt x="333654" y="3192792"/>
                  </a:lnTo>
                  <a:lnTo>
                    <a:pt x="319430" y="3192792"/>
                  </a:lnTo>
                  <a:lnTo>
                    <a:pt x="319430" y="3170313"/>
                  </a:lnTo>
                  <a:lnTo>
                    <a:pt x="333654" y="3170313"/>
                  </a:lnTo>
                  <a:lnTo>
                    <a:pt x="333654" y="3169716"/>
                  </a:lnTo>
                  <a:lnTo>
                    <a:pt x="319430" y="3169716"/>
                  </a:lnTo>
                  <a:lnTo>
                    <a:pt x="319430" y="3147276"/>
                  </a:lnTo>
                  <a:lnTo>
                    <a:pt x="333654" y="3147276"/>
                  </a:lnTo>
                  <a:lnTo>
                    <a:pt x="333654" y="3146666"/>
                  </a:lnTo>
                  <a:lnTo>
                    <a:pt x="319430" y="3146666"/>
                  </a:lnTo>
                  <a:lnTo>
                    <a:pt x="319430" y="3124200"/>
                  </a:lnTo>
                  <a:lnTo>
                    <a:pt x="333654" y="3124200"/>
                  </a:lnTo>
                  <a:lnTo>
                    <a:pt x="333654" y="3123603"/>
                  </a:lnTo>
                  <a:lnTo>
                    <a:pt x="319430" y="3123603"/>
                  </a:lnTo>
                  <a:lnTo>
                    <a:pt x="319430" y="3101136"/>
                  </a:lnTo>
                  <a:lnTo>
                    <a:pt x="333654" y="3101136"/>
                  </a:lnTo>
                  <a:lnTo>
                    <a:pt x="333654" y="3100540"/>
                  </a:lnTo>
                  <a:lnTo>
                    <a:pt x="319430" y="3100540"/>
                  </a:lnTo>
                  <a:lnTo>
                    <a:pt x="319430" y="3078086"/>
                  </a:lnTo>
                  <a:lnTo>
                    <a:pt x="333654" y="3078086"/>
                  </a:lnTo>
                  <a:lnTo>
                    <a:pt x="333654" y="3077476"/>
                  </a:lnTo>
                  <a:lnTo>
                    <a:pt x="319430" y="3077476"/>
                  </a:lnTo>
                  <a:lnTo>
                    <a:pt x="319430" y="3055023"/>
                  </a:lnTo>
                  <a:lnTo>
                    <a:pt x="333654" y="3055023"/>
                  </a:lnTo>
                  <a:lnTo>
                    <a:pt x="333654" y="3054426"/>
                  </a:lnTo>
                  <a:lnTo>
                    <a:pt x="319430" y="3054426"/>
                  </a:lnTo>
                  <a:lnTo>
                    <a:pt x="319430" y="3031960"/>
                  </a:lnTo>
                  <a:lnTo>
                    <a:pt x="333654" y="3031960"/>
                  </a:lnTo>
                  <a:lnTo>
                    <a:pt x="333654" y="3031363"/>
                  </a:lnTo>
                  <a:lnTo>
                    <a:pt x="319430" y="3031363"/>
                  </a:lnTo>
                  <a:lnTo>
                    <a:pt x="319430" y="3008884"/>
                  </a:lnTo>
                  <a:lnTo>
                    <a:pt x="333654" y="3008884"/>
                  </a:lnTo>
                  <a:lnTo>
                    <a:pt x="333654" y="3008287"/>
                  </a:lnTo>
                  <a:lnTo>
                    <a:pt x="319430" y="3008287"/>
                  </a:lnTo>
                  <a:lnTo>
                    <a:pt x="319430" y="2985833"/>
                  </a:lnTo>
                  <a:lnTo>
                    <a:pt x="333654" y="2985833"/>
                  </a:lnTo>
                  <a:lnTo>
                    <a:pt x="333654" y="2985236"/>
                  </a:lnTo>
                  <a:lnTo>
                    <a:pt x="319430" y="2985236"/>
                  </a:lnTo>
                  <a:lnTo>
                    <a:pt x="319430" y="2962770"/>
                  </a:lnTo>
                  <a:lnTo>
                    <a:pt x="333654" y="2962770"/>
                  </a:lnTo>
                  <a:lnTo>
                    <a:pt x="333654" y="2962160"/>
                  </a:lnTo>
                  <a:lnTo>
                    <a:pt x="319430" y="2962160"/>
                  </a:lnTo>
                  <a:lnTo>
                    <a:pt x="319430" y="2939707"/>
                  </a:lnTo>
                  <a:lnTo>
                    <a:pt x="333654" y="2939707"/>
                  </a:lnTo>
                  <a:lnTo>
                    <a:pt x="333654" y="2939110"/>
                  </a:lnTo>
                  <a:lnTo>
                    <a:pt x="319430" y="2939110"/>
                  </a:lnTo>
                  <a:lnTo>
                    <a:pt x="319430" y="2916656"/>
                  </a:lnTo>
                  <a:lnTo>
                    <a:pt x="333654" y="2916656"/>
                  </a:lnTo>
                  <a:lnTo>
                    <a:pt x="333654" y="2916047"/>
                  </a:lnTo>
                  <a:lnTo>
                    <a:pt x="319430" y="2916047"/>
                  </a:lnTo>
                  <a:lnTo>
                    <a:pt x="319430" y="2893593"/>
                  </a:lnTo>
                  <a:lnTo>
                    <a:pt x="333654" y="2893593"/>
                  </a:lnTo>
                  <a:lnTo>
                    <a:pt x="333654" y="2892983"/>
                  </a:lnTo>
                  <a:lnTo>
                    <a:pt x="319430" y="2892983"/>
                  </a:lnTo>
                  <a:lnTo>
                    <a:pt x="319430" y="14592"/>
                  </a:lnTo>
                  <a:lnTo>
                    <a:pt x="318490" y="14973"/>
                  </a:lnTo>
                  <a:lnTo>
                    <a:pt x="318490" y="3215843"/>
                  </a:lnTo>
                  <a:lnTo>
                    <a:pt x="304279" y="3215843"/>
                  </a:lnTo>
                  <a:lnTo>
                    <a:pt x="304279" y="3193389"/>
                  </a:lnTo>
                  <a:lnTo>
                    <a:pt x="318490" y="3193389"/>
                  </a:lnTo>
                  <a:lnTo>
                    <a:pt x="318490" y="3192792"/>
                  </a:lnTo>
                  <a:lnTo>
                    <a:pt x="304279" y="3192792"/>
                  </a:lnTo>
                  <a:lnTo>
                    <a:pt x="304279" y="3170313"/>
                  </a:lnTo>
                  <a:lnTo>
                    <a:pt x="318490" y="3170313"/>
                  </a:lnTo>
                  <a:lnTo>
                    <a:pt x="318490" y="3169716"/>
                  </a:lnTo>
                  <a:lnTo>
                    <a:pt x="304279" y="3169716"/>
                  </a:lnTo>
                  <a:lnTo>
                    <a:pt x="304279" y="3147276"/>
                  </a:lnTo>
                  <a:lnTo>
                    <a:pt x="318490" y="3147276"/>
                  </a:lnTo>
                  <a:lnTo>
                    <a:pt x="318490" y="3146666"/>
                  </a:lnTo>
                  <a:lnTo>
                    <a:pt x="304279" y="3146666"/>
                  </a:lnTo>
                  <a:lnTo>
                    <a:pt x="304279" y="3124200"/>
                  </a:lnTo>
                  <a:lnTo>
                    <a:pt x="318490" y="3124200"/>
                  </a:lnTo>
                  <a:lnTo>
                    <a:pt x="318490" y="3123603"/>
                  </a:lnTo>
                  <a:lnTo>
                    <a:pt x="304279" y="3123603"/>
                  </a:lnTo>
                  <a:lnTo>
                    <a:pt x="304279" y="3101136"/>
                  </a:lnTo>
                  <a:lnTo>
                    <a:pt x="318490" y="3101136"/>
                  </a:lnTo>
                  <a:lnTo>
                    <a:pt x="318490" y="3100540"/>
                  </a:lnTo>
                  <a:lnTo>
                    <a:pt x="304279" y="3100540"/>
                  </a:lnTo>
                  <a:lnTo>
                    <a:pt x="304279" y="3078086"/>
                  </a:lnTo>
                  <a:lnTo>
                    <a:pt x="318490" y="3078086"/>
                  </a:lnTo>
                  <a:lnTo>
                    <a:pt x="318490" y="3077476"/>
                  </a:lnTo>
                  <a:lnTo>
                    <a:pt x="304279" y="3077476"/>
                  </a:lnTo>
                  <a:lnTo>
                    <a:pt x="304279" y="3055023"/>
                  </a:lnTo>
                  <a:lnTo>
                    <a:pt x="318490" y="3055023"/>
                  </a:lnTo>
                  <a:lnTo>
                    <a:pt x="318490" y="3054426"/>
                  </a:lnTo>
                  <a:lnTo>
                    <a:pt x="304279" y="3054426"/>
                  </a:lnTo>
                  <a:lnTo>
                    <a:pt x="304279" y="3031960"/>
                  </a:lnTo>
                  <a:lnTo>
                    <a:pt x="318490" y="3031960"/>
                  </a:lnTo>
                  <a:lnTo>
                    <a:pt x="318490" y="3031363"/>
                  </a:lnTo>
                  <a:lnTo>
                    <a:pt x="304279" y="3031363"/>
                  </a:lnTo>
                  <a:lnTo>
                    <a:pt x="304279" y="3008884"/>
                  </a:lnTo>
                  <a:lnTo>
                    <a:pt x="318490" y="3008884"/>
                  </a:lnTo>
                  <a:lnTo>
                    <a:pt x="318490" y="3008287"/>
                  </a:lnTo>
                  <a:lnTo>
                    <a:pt x="304279" y="3008287"/>
                  </a:lnTo>
                  <a:lnTo>
                    <a:pt x="304279" y="2985833"/>
                  </a:lnTo>
                  <a:lnTo>
                    <a:pt x="318490" y="2985833"/>
                  </a:lnTo>
                  <a:lnTo>
                    <a:pt x="318490" y="2985236"/>
                  </a:lnTo>
                  <a:lnTo>
                    <a:pt x="304279" y="2985236"/>
                  </a:lnTo>
                  <a:lnTo>
                    <a:pt x="304279" y="2962770"/>
                  </a:lnTo>
                  <a:lnTo>
                    <a:pt x="318490" y="2962770"/>
                  </a:lnTo>
                  <a:lnTo>
                    <a:pt x="318490" y="2962160"/>
                  </a:lnTo>
                  <a:lnTo>
                    <a:pt x="304279" y="2962160"/>
                  </a:lnTo>
                  <a:lnTo>
                    <a:pt x="304279" y="2939707"/>
                  </a:lnTo>
                  <a:lnTo>
                    <a:pt x="318490" y="2939707"/>
                  </a:lnTo>
                  <a:lnTo>
                    <a:pt x="318490" y="2939110"/>
                  </a:lnTo>
                  <a:lnTo>
                    <a:pt x="304279" y="2939110"/>
                  </a:lnTo>
                  <a:lnTo>
                    <a:pt x="304279" y="2916656"/>
                  </a:lnTo>
                  <a:lnTo>
                    <a:pt x="318490" y="2916656"/>
                  </a:lnTo>
                  <a:lnTo>
                    <a:pt x="318490" y="2916047"/>
                  </a:lnTo>
                  <a:lnTo>
                    <a:pt x="304279" y="2916047"/>
                  </a:lnTo>
                  <a:lnTo>
                    <a:pt x="304279" y="2893593"/>
                  </a:lnTo>
                  <a:lnTo>
                    <a:pt x="318490" y="2893593"/>
                  </a:lnTo>
                  <a:lnTo>
                    <a:pt x="318490" y="2892983"/>
                  </a:lnTo>
                  <a:lnTo>
                    <a:pt x="304279" y="2892983"/>
                  </a:lnTo>
                  <a:lnTo>
                    <a:pt x="304279" y="20701"/>
                  </a:lnTo>
                  <a:lnTo>
                    <a:pt x="303326" y="21082"/>
                  </a:lnTo>
                  <a:lnTo>
                    <a:pt x="303326" y="3215843"/>
                  </a:lnTo>
                  <a:lnTo>
                    <a:pt x="289102" y="3215843"/>
                  </a:lnTo>
                  <a:lnTo>
                    <a:pt x="289102" y="3193389"/>
                  </a:lnTo>
                  <a:lnTo>
                    <a:pt x="303326" y="3193389"/>
                  </a:lnTo>
                  <a:lnTo>
                    <a:pt x="303326" y="3192792"/>
                  </a:lnTo>
                  <a:lnTo>
                    <a:pt x="289102" y="3192792"/>
                  </a:lnTo>
                  <a:lnTo>
                    <a:pt x="289102" y="3170313"/>
                  </a:lnTo>
                  <a:lnTo>
                    <a:pt x="303326" y="3170313"/>
                  </a:lnTo>
                  <a:lnTo>
                    <a:pt x="303326" y="3169716"/>
                  </a:lnTo>
                  <a:lnTo>
                    <a:pt x="289102" y="3169716"/>
                  </a:lnTo>
                  <a:lnTo>
                    <a:pt x="289102" y="3147276"/>
                  </a:lnTo>
                  <a:lnTo>
                    <a:pt x="303326" y="3147276"/>
                  </a:lnTo>
                  <a:lnTo>
                    <a:pt x="303326" y="3146666"/>
                  </a:lnTo>
                  <a:lnTo>
                    <a:pt x="289102" y="3146666"/>
                  </a:lnTo>
                  <a:lnTo>
                    <a:pt x="289102" y="3124200"/>
                  </a:lnTo>
                  <a:lnTo>
                    <a:pt x="303326" y="3124200"/>
                  </a:lnTo>
                  <a:lnTo>
                    <a:pt x="303326" y="3123603"/>
                  </a:lnTo>
                  <a:lnTo>
                    <a:pt x="289102" y="3123603"/>
                  </a:lnTo>
                  <a:lnTo>
                    <a:pt x="289102" y="3101136"/>
                  </a:lnTo>
                  <a:lnTo>
                    <a:pt x="303326" y="3101136"/>
                  </a:lnTo>
                  <a:lnTo>
                    <a:pt x="303326" y="3100540"/>
                  </a:lnTo>
                  <a:lnTo>
                    <a:pt x="289102" y="3100540"/>
                  </a:lnTo>
                  <a:lnTo>
                    <a:pt x="289102" y="3078086"/>
                  </a:lnTo>
                  <a:lnTo>
                    <a:pt x="303326" y="3078086"/>
                  </a:lnTo>
                  <a:lnTo>
                    <a:pt x="303326" y="3077476"/>
                  </a:lnTo>
                  <a:lnTo>
                    <a:pt x="289102" y="3077476"/>
                  </a:lnTo>
                  <a:lnTo>
                    <a:pt x="289102" y="3055023"/>
                  </a:lnTo>
                  <a:lnTo>
                    <a:pt x="303326" y="3055023"/>
                  </a:lnTo>
                  <a:lnTo>
                    <a:pt x="303326" y="3054426"/>
                  </a:lnTo>
                  <a:lnTo>
                    <a:pt x="289102" y="3054426"/>
                  </a:lnTo>
                  <a:lnTo>
                    <a:pt x="289102" y="3031960"/>
                  </a:lnTo>
                  <a:lnTo>
                    <a:pt x="303326" y="3031960"/>
                  </a:lnTo>
                  <a:lnTo>
                    <a:pt x="303326" y="3031363"/>
                  </a:lnTo>
                  <a:lnTo>
                    <a:pt x="289102" y="3031363"/>
                  </a:lnTo>
                  <a:lnTo>
                    <a:pt x="289102" y="3008884"/>
                  </a:lnTo>
                  <a:lnTo>
                    <a:pt x="303326" y="3008884"/>
                  </a:lnTo>
                  <a:lnTo>
                    <a:pt x="303326" y="3008287"/>
                  </a:lnTo>
                  <a:lnTo>
                    <a:pt x="289102" y="3008287"/>
                  </a:lnTo>
                  <a:lnTo>
                    <a:pt x="289102" y="2985833"/>
                  </a:lnTo>
                  <a:lnTo>
                    <a:pt x="303326" y="2985833"/>
                  </a:lnTo>
                  <a:lnTo>
                    <a:pt x="303326" y="2985236"/>
                  </a:lnTo>
                  <a:lnTo>
                    <a:pt x="289102" y="2985236"/>
                  </a:lnTo>
                  <a:lnTo>
                    <a:pt x="289102" y="2962770"/>
                  </a:lnTo>
                  <a:lnTo>
                    <a:pt x="303326" y="2962770"/>
                  </a:lnTo>
                  <a:lnTo>
                    <a:pt x="303326" y="2962160"/>
                  </a:lnTo>
                  <a:lnTo>
                    <a:pt x="289102" y="2962160"/>
                  </a:lnTo>
                  <a:lnTo>
                    <a:pt x="289102" y="2939707"/>
                  </a:lnTo>
                  <a:lnTo>
                    <a:pt x="303326" y="2939707"/>
                  </a:lnTo>
                  <a:lnTo>
                    <a:pt x="303326" y="2939110"/>
                  </a:lnTo>
                  <a:lnTo>
                    <a:pt x="289102" y="2939110"/>
                  </a:lnTo>
                  <a:lnTo>
                    <a:pt x="289102" y="2916656"/>
                  </a:lnTo>
                  <a:lnTo>
                    <a:pt x="303326" y="2916656"/>
                  </a:lnTo>
                  <a:lnTo>
                    <a:pt x="303326" y="2916047"/>
                  </a:lnTo>
                  <a:lnTo>
                    <a:pt x="289102" y="2916047"/>
                  </a:lnTo>
                  <a:lnTo>
                    <a:pt x="289102" y="2893593"/>
                  </a:lnTo>
                  <a:lnTo>
                    <a:pt x="303326" y="2893593"/>
                  </a:lnTo>
                  <a:lnTo>
                    <a:pt x="303326" y="2892983"/>
                  </a:lnTo>
                  <a:lnTo>
                    <a:pt x="289102" y="2892983"/>
                  </a:lnTo>
                  <a:lnTo>
                    <a:pt x="289102" y="26822"/>
                  </a:lnTo>
                  <a:lnTo>
                    <a:pt x="288163" y="27203"/>
                  </a:lnTo>
                  <a:lnTo>
                    <a:pt x="288163" y="3215843"/>
                  </a:lnTo>
                  <a:lnTo>
                    <a:pt x="273939" y="3215843"/>
                  </a:lnTo>
                  <a:lnTo>
                    <a:pt x="273939" y="3193389"/>
                  </a:lnTo>
                  <a:lnTo>
                    <a:pt x="288163" y="3193389"/>
                  </a:lnTo>
                  <a:lnTo>
                    <a:pt x="288163" y="3192792"/>
                  </a:lnTo>
                  <a:lnTo>
                    <a:pt x="273939" y="3192792"/>
                  </a:lnTo>
                  <a:lnTo>
                    <a:pt x="273939" y="3170313"/>
                  </a:lnTo>
                  <a:lnTo>
                    <a:pt x="288163" y="3170313"/>
                  </a:lnTo>
                  <a:lnTo>
                    <a:pt x="288163" y="3169716"/>
                  </a:lnTo>
                  <a:lnTo>
                    <a:pt x="273939" y="3169716"/>
                  </a:lnTo>
                  <a:lnTo>
                    <a:pt x="273939" y="3147276"/>
                  </a:lnTo>
                  <a:lnTo>
                    <a:pt x="288163" y="3147276"/>
                  </a:lnTo>
                  <a:lnTo>
                    <a:pt x="288163" y="3146666"/>
                  </a:lnTo>
                  <a:lnTo>
                    <a:pt x="273939" y="3146666"/>
                  </a:lnTo>
                  <a:lnTo>
                    <a:pt x="273939" y="3124200"/>
                  </a:lnTo>
                  <a:lnTo>
                    <a:pt x="288163" y="3124200"/>
                  </a:lnTo>
                  <a:lnTo>
                    <a:pt x="288163" y="3123603"/>
                  </a:lnTo>
                  <a:lnTo>
                    <a:pt x="273939" y="3123603"/>
                  </a:lnTo>
                  <a:lnTo>
                    <a:pt x="273939" y="3101136"/>
                  </a:lnTo>
                  <a:lnTo>
                    <a:pt x="288163" y="3101136"/>
                  </a:lnTo>
                  <a:lnTo>
                    <a:pt x="288163" y="3100540"/>
                  </a:lnTo>
                  <a:lnTo>
                    <a:pt x="273939" y="3100540"/>
                  </a:lnTo>
                  <a:lnTo>
                    <a:pt x="273939" y="3078086"/>
                  </a:lnTo>
                  <a:lnTo>
                    <a:pt x="288163" y="3078086"/>
                  </a:lnTo>
                  <a:lnTo>
                    <a:pt x="288163" y="3077476"/>
                  </a:lnTo>
                  <a:lnTo>
                    <a:pt x="273939" y="3077476"/>
                  </a:lnTo>
                  <a:lnTo>
                    <a:pt x="273939" y="3055023"/>
                  </a:lnTo>
                  <a:lnTo>
                    <a:pt x="288163" y="3055023"/>
                  </a:lnTo>
                  <a:lnTo>
                    <a:pt x="288163" y="3054426"/>
                  </a:lnTo>
                  <a:lnTo>
                    <a:pt x="273939" y="3054426"/>
                  </a:lnTo>
                  <a:lnTo>
                    <a:pt x="273939" y="3031960"/>
                  </a:lnTo>
                  <a:lnTo>
                    <a:pt x="288163" y="3031960"/>
                  </a:lnTo>
                  <a:lnTo>
                    <a:pt x="288163" y="3031363"/>
                  </a:lnTo>
                  <a:lnTo>
                    <a:pt x="273939" y="3031363"/>
                  </a:lnTo>
                  <a:lnTo>
                    <a:pt x="273939" y="3008884"/>
                  </a:lnTo>
                  <a:lnTo>
                    <a:pt x="288163" y="3008884"/>
                  </a:lnTo>
                  <a:lnTo>
                    <a:pt x="288163" y="3008287"/>
                  </a:lnTo>
                  <a:lnTo>
                    <a:pt x="273939" y="3008287"/>
                  </a:lnTo>
                  <a:lnTo>
                    <a:pt x="273939" y="2985833"/>
                  </a:lnTo>
                  <a:lnTo>
                    <a:pt x="288163" y="2985833"/>
                  </a:lnTo>
                  <a:lnTo>
                    <a:pt x="288163" y="2985236"/>
                  </a:lnTo>
                  <a:lnTo>
                    <a:pt x="273939" y="2985236"/>
                  </a:lnTo>
                  <a:lnTo>
                    <a:pt x="273939" y="2962770"/>
                  </a:lnTo>
                  <a:lnTo>
                    <a:pt x="288163" y="2962770"/>
                  </a:lnTo>
                  <a:lnTo>
                    <a:pt x="288163" y="2962160"/>
                  </a:lnTo>
                  <a:lnTo>
                    <a:pt x="273939" y="2962160"/>
                  </a:lnTo>
                  <a:lnTo>
                    <a:pt x="273939" y="2939707"/>
                  </a:lnTo>
                  <a:lnTo>
                    <a:pt x="288163" y="2939707"/>
                  </a:lnTo>
                  <a:lnTo>
                    <a:pt x="288163" y="2939110"/>
                  </a:lnTo>
                  <a:lnTo>
                    <a:pt x="273939" y="2939110"/>
                  </a:lnTo>
                  <a:lnTo>
                    <a:pt x="273939" y="2916656"/>
                  </a:lnTo>
                  <a:lnTo>
                    <a:pt x="288163" y="2916656"/>
                  </a:lnTo>
                  <a:lnTo>
                    <a:pt x="288163" y="2916047"/>
                  </a:lnTo>
                  <a:lnTo>
                    <a:pt x="273939" y="2916047"/>
                  </a:lnTo>
                  <a:lnTo>
                    <a:pt x="273939" y="2893593"/>
                  </a:lnTo>
                  <a:lnTo>
                    <a:pt x="288163" y="2893593"/>
                  </a:lnTo>
                  <a:lnTo>
                    <a:pt x="288163" y="2892983"/>
                  </a:lnTo>
                  <a:lnTo>
                    <a:pt x="273939" y="2892983"/>
                  </a:lnTo>
                  <a:lnTo>
                    <a:pt x="273939" y="33921"/>
                  </a:lnTo>
                  <a:lnTo>
                    <a:pt x="272999" y="34391"/>
                  </a:lnTo>
                  <a:lnTo>
                    <a:pt x="272999" y="3215843"/>
                  </a:lnTo>
                  <a:lnTo>
                    <a:pt x="258762" y="3215843"/>
                  </a:lnTo>
                  <a:lnTo>
                    <a:pt x="258762" y="3193389"/>
                  </a:lnTo>
                  <a:lnTo>
                    <a:pt x="272999" y="3193389"/>
                  </a:lnTo>
                  <a:lnTo>
                    <a:pt x="272999" y="3192792"/>
                  </a:lnTo>
                  <a:lnTo>
                    <a:pt x="258762" y="3192792"/>
                  </a:lnTo>
                  <a:lnTo>
                    <a:pt x="258762" y="3170313"/>
                  </a:lnTo>
                  <a:lnTo>
                    <a:pt x="272999" y="3170313"/>
                  </a:lnTo>
                  <a:lnTo>
                    <a:pt x="272999" y="3169716"/>
                  </a:lnTo>
                  <a:lnTo>
                    <a:pt x="258762" y="3169716"/>
                  </a:lnTo>
                  <a:lnTo>
                    <a:pt x="258762" y="3147276"/>
                  </a:lnTo>
                  <a:lnTo>
                    <a:pt x="272999" y="3147276"/>
                  </a:lnTo>
                  <a:lnTo>
                    <a:pt x="272999" y="3146666"/>
                  </a:lnTo>
                  <a:lnTo>
                    <a:pt x="258762" y="3146666"/>
                  </a:lnTo>
                  <a:lnTo>
                    <a:pt x="258762" y="3124200"/>
                  </a:lnTo>
                  <a:lnTo>
                    <a:pt x="272999" y="3124200"/>
                  </a:lnTo>
                  <a:lnTo>
                    <a:pt x="272999" y="3123603"/>
                  </a:lnTo>
                  <a:lnTo>
                    <a:pt x="258762" y="3123603"/>
                  </a:lnTo>
                  <a:lnTo>
                    <a:pt x="258762" y="3101136"/>
                  </a:lnTo>
                  <a:lnTo>
                    <a:pt x="272999" y="3101136"/>
                  </a:lnTo>
                  <a:lnTo>
                    <a:pt x="272999" y="3100540"/>
                  </a:lnTo>
                  <a:lnTo>
                    <a:pt x="258762" y="3100540"/>
                  </a:lnTo>
                  <a:lnTo>
                    <a:pt x="258762" y="3078086"/>
                  </a:lnTo>
                  <a:lnTo>
                    <a:pt x="272999" y="3078086"/>
                  </a:lnTo>
                  <a:lnTo>
                    <a:pt x="272999" y="3077476"/>
                  </a:lnTo>
                  <a:lnTo>
                    <a:pt x="258762" y="3077476"/>
                  </a:lnTo>
                  <a:lnTo>
                    <a:pt x="258762" y="3055023"/>
                  </a:lnTo>
                  <a:lnTo>
                    <a:pt x="272999" y="3055023"/>
                  </a:lnTo>
                  <a:lnTo>
                    <a:pt x="272999" y="3054426"/>
                  </a:lnTo>
                  <a:lnTo>
                    <a:pt x="258762" y="3054426"/>
                  </a:lnTo>
                  <a:lnTo>
                    <a:pt x="258762" y="3031960"/>
                  </a:lnTo>
                  <a:lnTo>
                    <a:pt x="272999" y="3031960"/>
                  </a:lnTo>
                  <a:lnTo>
                    <a:pt x="272999" y="3031363"/>
                  </a:lnTo>
                  <a:lnTo>
                    <a:pt x="258762" y="3031363"/>
                  </a:lnTo>
                  <a:lnTo>
                    <a:pt x="258762" y="3008884"/>
                  </a:lnTo>
                  <a:lnTo>
                    <a:pt x="272999" y="3008884"/>
                  </a:lnTo>
                  <a:lnTo>
                    <a:pt x="272999" y="3008287"/>
                  </a:lnTo>
                  <a:lnTo>
                    <a:pt x="258762" y="3008287"/>
                  </a:lnTo>
                  <a:lnTo>
                    <a:pt x="258762" y="2985833"/>
                  </a:lnTo>
                  <a:lnTo>
                    <a:pt x="272999" y="2985833"/>
                  </a:lnTo>
                  <a:lnTo>
                    <a:pt x="272999" y="2985236"/>
                  </a:lnTo>
                  <a:lnTo>
                    <a:pt x="258762" y="2985236"/>
                  </a:lnTo>
                  <a:lnTo>
                    <a:pt x="258762" y="2962770"/>
                  </a:lnTo>
                  <a:lnTo>
                    <a:pt x="272999" y="2962770"/>
                  </a:lnTo>
                  <a:lnTo>
                    <a:pt x="272999" y="2962160"/>
                  </a:lnTo>
                  <a:lnTo>
                    <a:pt x="258762" y="2962160"/>
                  </a:lnTo>
                  <a:lnTo>
                    <a:pt x="258762" y="2939707"/>
                  </a:lnTo>
                  <a:lnTo>
                    <a:pt x="272999" y="2939707"/>
                  </a:lnTo>
                  <a:lnTo>
                    <a:pt x="272999" y="2939110"/>
                  </a:lnTo>
                  <a:lnTo>
                    <a:pt x="258762" y="2939110"/>
                  </a:lnTo>
                  <a:lnTo>
                    <a:pt x="258762" y="2916656"/>
                  </a:lnTo>
                  <a:lnTo>
                    <a:pt x="272999" y="2916656"/>
                  </a:lnTo>
                  <a:lnTo>
                    <a:pt x="272999" y="2916047"/>
                  </a:lnTo>
                  <a:lnTo>
                    <a:pt x="258762" y="2916047"/>
                  </a:lnTo>
                  <a:lnTo>
                    <a:pt x="258762" y="2893593"/>
                  </a:lnTo>
                  <a:lnTo>
                    <a:pt x="272999" y="2893593"/>
                  </a:lnTo>
                  <a:lnTo>
                    <a:pt x="272999" y="2892983"/>
                  </a:lnTo>
                  <a:lnTo>
                    <a:pt x="258762" y="2892983"/>
                  </a:lnTo>
                  <a:lnTo>
                    <a:pt x="258762" y="41605"/>
                  </a:lnTo>
                  <a:lnTo>
                    <a:pt x="257822" y="42087"/>
                  </a:lnTo>
                  <a:lnTo>
                    <a:pt x="257822" y="3215843"/>
                  </a:lnTo>
                  <a:lnTo>
                    <a:pt x="243598" y="3215843"/>
                  </a:lnTo>
                  <a:lnTo>
                    <a:pt x="243598" y="3193389"/>
                  </a:lnTo>
                  <a:lnTo>
                    <a:pt x="257822" y="3193389"/>
                  </a:lnTo>
                  <a:lnTo>
                    <a:pt x="257822" y="3192792"/>
                  </a:lnTo>
                  <a:lnTo>
                    <a:pt x="243598" y="3192792"/>
                  </a:lnTo>
                  <a:lnTo>
                    <a:pt x="243598" y="3170313"/>
                  </a:lnTo>
                  <a:lnTo>
                    <a:pt x="257822" y="3170313"/>
                  </a:lnTo>
                  <a:lnTo>
                    <a:pt x="257822" y="3169716"/>
                  </a:lnTo>
                  <a:lnTo>
                    <a:pt x="243598" y="3169716"/>
                  </a:lnTo>
                  <a:lnTo>
                    <a:pt x="243598" y="3147276"/>
                  </a:lnTo>
                  <a:lnTo>
                    <a:pt x="257822" y="3147276"/>
                  </a:lnTo>
                  <a:lnTo>
                    <a:pt x="257822" y="3146666"/>
                  </a:lnTo>
                  <a:lnTo>
                    <a:pt x="243598" y="3146666"/>
                  </a:lnTo>
                  <a:lnTo>
                    <a:pt x="243598" y="3124200"/>
                  </a:lnTo>
                  <a:lnTo>
                    <a:pt x="257822" y="3124200"/>
                  </a:lnTo>
                  <a:lnTo>
                    <a:pt x="257822" y="3123603"/>
                  </a:lnTo>
                  <a:lnTo>
                    <a:pt x="243598" y="3123603"/>
                  </a:lnTo>
                  <a:lnTo>
                    <a:pt x="243598" y="3101136"/>
                  </a:lnTo>
                  <a:lnTo>
                    <a:pt x="257822" y="3101136"/>
                  </a:lnTo>
                  <a:lnTo>
                    <a:pt x="257822" y="3100540"/>
                  </a:lnTo>
                  <a:lnTo>
                    <a:pt x="243598" y="3100540"/>
                  </a:lnTo>
                  <a:lnTo>
                    <a:pt x="243598" y="3078086"/>
                  </a:lnTo>
                  <a:lnTo>
                    <a:pt x="257822" y="3078086"/>
                  </a:lnTo>
                  <a:lnTo>
                    <a:pt x="257822" y="3077476"/>
                  </a:lnTo>
                  <a:lnTo>
                    <a:pt x="243598" y="3077476"/>
                  </a:lnTo>
                  <a:lnTo>
                    <a:pt x="243598" y="3055023"/>
                  </a:lnTo>
                  <a:lnTo>
                    <a:pt x="257822" y="3055023"/>
                  </a:lnTo>
                  <a:lnTo>
                    <a:pt x="257822" y="3054426"/>
                  </a:lnTo>
                  <a:lnTo>
                    <a:pt x="243598" y="3054426"/>
                  </a:lnTo>
                  <a:lnTo>
                    <a:pt x="243598" y="3031960"/>
                  </a:lnTo>
                  <a:lnTo>
                    <a:pt x="257822" y="3031960"/>
                  </a:lnTo>
                  <a:lnTo>
                    <a:pt x="257822" y="3031363"/>
                  </a:lnTo>
                  <a:lnTo>
                    <a:pt x="243598" y="3031363"/>
                  </a:lnTo>
                  <a:lnTo>
                    <a:pt x="243598" y="3008884"/>
                  </a:lnTo>
                  <a:lnTo>
                    <a:pt x="257822" y="3008884"/>
                  </a:lnTo>
                  <a:lnTo>
                    <a:pt x="257822" y="3008287"/>
                  </a:lnTo>
                  <a:lnTo>
                    <a:pt x="243598" y="3008287"/>
                  </a:lnTo>
                  <a:lnTo>
                    <a:pt x="243598" y="2985833"/>
                  </a:lnTo>
                  <a:lnTo>
                    <a:pt x="257822" y="2985833"/>
                  </a:lnTo>
                  <a:lnTo>
                    <a:pt x="257822" y="2985236"/>
                  </a:lnTo>
                  <a:lnTo>
                    <a:pt x="243598" y="2985236"/>
                  </a:lnTo>
                  <a:lnTo>
                    <a:pt x="243598" y="2962770"/>
                  </a:lnTo>
                  <a:lnTo>
                    <a:pt x="257822" y="2962770"/>
                  </a:lnTo>
                  <a:lnTo>
                    <a:pt x="257822" y="2962160"/>
                  </a:lnTo>
                  <a:lnTo>
                    <a:pt x="243598" y="2962160"/>
                  </a:lnTo>
                  <a:lnTo>
                    <a:pt x="243598" y="2939707"/>
                  </a:lnTo>
                  <a:lnTo>
                    <a:pt x="257822" y="2939707"/>
                  </a:lnTo>
                  <a:lnTo>
                    <a:pt x="257822" y="2939110"/>
                  </a:lnTo>
                  <a:lnTo>
                    <a:pt x="243598" y="2939110"/>
                  </a:lnTo>
                  <a:lnTo>
                    <a:pt x="243598" y="2916656"/>
                  </a:lnTo>
                  <a:lnTo>
                    <a:pt x="257822" y="2916656"/>
                  </a:lnTo>
                  <a:lnTo>
                    <a:pt x="257822" y="2916047"/>
                  </a:lnTo>
                  <a:lnTo>
                    <a:pt x="243598" y="2916047"/>
                  </a:lnTo>
                  <a:lnTo>
                    <a:pt x="243598" y="2893593"/>
                  </a:lnTo>
                  <a:lnTo>
                    <a:pt x="257822" y="2893593"/>
                  </a:lnTo>
                  <a:lnTo>
                    <a:pt x="257822" y="2892983"/>
                  </a:lnTo>
                  <a:lnTo>
                    <a:pt x="243598" y="2892983"/>
                  </a:lnTo>
                  <a:lnTo>
                    <a:pt x="243598" y="49911"/>
                  </a:lnTo>
                  <a:lnTo>
                    <a:pt x="242658" y="50507"/>
                  </a:lnTo>
                  <a:lnTo>
                    <a:pt x="242658" y="3215843"/>
                  </a:lnTo>
                  <a:lnTo>
                    <a:pt x="228434" y="3215843"/>
                  </a:lnTo>
                  <a:lnTo>
                    <a:pt x="228434" y="3193389"/>
                  </a:lnTo>
                  <a:lnTo>
                    <a:pt x="242658" y="3193389"/>
                  </a:lnTo>
                  <a:lnTo>
                    <a:pt x="242658" y="3192792"/>
                  </a:lnTo>
                  <a:lnTo>
                    <a:pt x="228434" y="3192792"/>
                  </a:lnTo>
                  <a:lnTo>
                    <a:pt x="228434" y="3170313"/>
                  </a:lnTo>
                  <a:lnTo>
                    <a:pt x="242658" y="3170313"/>
                  </a:lnTo>
                  <a:lnTo>
                    <a:pt x="242658" y="3169716"/>
                  </a:lnTo>
                  <a:lnTo>
                    <a:pt x="228434" y="3169716"/>
                  </a:lnTo>
                  <a:lnTo>
                    <a:pt x="228434" y="3147276"/>
                  </a:lnTo>
                  <a:lnTo>
                    <a:pt x="242658" y="3147276"/>
                  </a:lnTo>
                  <a:lnTo>
                    <a:pt x="242658" y="3146666"/>
                  </a:lnTo>
                  <a:lnTo>
                    <a:pt x="228434" y="3146666"/>
                  </a:lnTo>
                  <a:lnTo>
                    <a:pt x="228434" y="3124200"/>
                  </a:lnTo>
                  <a:lnTo>
                    <a:pt x="242658" y="3124200"/>
                  </a:lnTo>
                  <a:lnTo>
                    <a:pt x="242658" y="3123603"/>
                  </a:lnTo>
                  <a:lnTo>
                    <a:pt x="228434" y="3123603"/>
                  </a:lnTo>
                  <a:lnTo>
                    <a:pt x="228434" y="3101136"/>
                  </a:lnTo>
                  <a:lnTo>
                    <a:pt x="242658" y="3101136"/>
                  </a:lnTo>
                  <a:lnTo>
                    <a:pt x="242658" y="3100540"/>
                  </a:lnTo>
                  <a:lnTo>
                    <a:pt x="228434" y="3100540"/>
                  </a:lnTo>
                  <a:lnTo>
                    <a:pt x="228434" y="3078086"/>
                  </a:lnTo>
                  <a:lnTo>
                    <a:pt x="242658" y="3078086"/>
                  </a:lnTo>
                  <a:lnTo>
                    <a:pt x="242658" y="3077476"/>
                  </a:lnTo>
                  <a:lnTo>
                    <a:pt x="228434" y="3077476"/>
                  </a:lnTo>
                  <a:lnTo>
                    <a:pt x="228434" y="3055023"/>
                  </a:lnTo>
                  <a:lnTo>
                    <a:pt x="242658" y="3055023"/>
                  </a:lnTo>
                  <a:lnTo>
                    <a:pt x="242658" y="3054426"/>
                  </a:lnTo>
                  <a:lnTo>
                    <a:pt x="228434" y="3054426"/>
                  </a:lnTo>
                  <a:lnTo>
                    <a:pt x="228434" y="3031960"/>
                  </a:lnTo>
                  <a:lnTo>
                    <a:pt x="242658" y="3031960"/>
                  </a:lnTo>
                  <a:lnTo>
                    <a:pt x="242658" y="3031363"/>
                  </a:lnTo>
                  <a:lnTo>
                    <a:pt x="228434" y="3031363"/>
                  </a:lnTo>
                  <a:lnTo>
                    <a:pt x="228434" y="3008884"/>
                  </a:lnTo>
                  <a:lnTo>
                    <a:pt x="242658" y="3008884"/>
                  </a:lnTo>
                  <a:lnTo>
                    <a:pt x="242658" y="3008287"/>
                  </a:lnTo>
                  <a:lnTo>
                    <a:pt x="228434" y="3008287"/>
                  </a:lnTo>
                  <a:lnTo>
                    <a:pt x="228434" y="2985833"/>
                  </a:lnTo>
                  <a:lnTo>
                    <a:pt x="242658" y="2985833"/>
                  </a:lnTo>
                  <a:lnTo>
                    <a:pt x="242658" y="2985236"/>
                  </a:lnTo>
                  <a:lnTo>
                    <a:pt x="228434" y="2985236"/>
                  </a:lnTo>
                  <a:lnTo>
                    <a:pt x="228434" y="2962770"/>
                  </a:lnTo>
                  <a:lnTo>
                    <a:pt x="242658" y="2962770"/>
                  </a:lnTo>
                  <a:lnTo>
                    <a:pt x="242658" y="2962160"/>
                  </a:lnTo>
                  <a:lnTo>
                    <a:pt x="228434" y="2962160"/>
                  </a:lnTo>
                  <a:lnTo>
                    <a:pt x="228434" y="2939707"/>
                  </a:lnTo>
                  <a:lnTo>
                    <a:pt x="242658" y="2939707"/>
                  </a:lnTo>
                  <a:lnTo>
                    <a:pt x="242658" y="2939110"/>
                  </a:lnTo>
                  <a:lnTo>
                    <a:pt x="228434" y="2939110"/>
                  </a:lnTo>
                  <a:lnTo>
                    <a:pt x="228434" y="2916656"/>
                  </a:lnTo>
                  <a:lnTo>
                    <a:pt x="242658" y="2916656"/>
                  </a:lnTo>
                  <a:lnTo>
                    <a:pt x="242658" y="2916047"/>
                  </a:lnTo>
                  <a:lnTo>
                    <a:pt x="228434" y="2916047"/>
                  </a:lnTo>
                  <a:lnTo>
                    <a:pt x="228434" y="2893593"/>
                  </a:lnTo>
                  <a:lnTo>
                    <a:pt x="242658" y="2893593"/>
                  </a:lnTo>
                  <a:lnTo>
                    <a:pt x="242658" y="2892983"/>
                  </a:lnTo>
                  <a:lnTo>
                    <a:pt x="228434" y="2892983"/>
                  </a:lnTo>
                  <a:lnTo>
                    <a:pt x="228434" y="59537"/>
                  </a:lnTo>
                  <a:lnTo>
                    <a:pt x="227495" y="60134"/>
                  </a:lnTo>
                  <a:lnTo>
                    <a:pt x="227495" y="3215843"/>
                  </a:lnTo>
                  <a:lnTo>
                    <a:pt x="213271" y="3215843"/>
                  </a:lnTo>
                  <a:lnTo>
                    <a:pt x="213271" y="3193389"/>
                  </a:lnTo>
                  <a:lnTo>
                    <a:pt x="227495" y="3193389"/>
                  </a:lnTo>
                  <a:lnTo>
                    <a:pt x="227495" y="3192792"/>
                  </a:lnTo>
                  <a:lnTo>
                    <a:pt x="213271" y="3192792"/>
                  </a:lnTo>
                  <a:lnTo>
                    <a:pt x="213271" y="3170313"/>
                  </a:lnTo>
                  <a:lnTo>
                    <a:pt x="227495" y="3170313"/>
                  </a:lnTo>
                  <a:lnTo>
                    <a:pt x="227495" y="3169716"/>
                  </a:lnTo>
                  <a:lnTo>
                    <a:pt x="213271" y="3169716"/>
                  </a:lnTo>
                  <a:lnTo>
                    <a:pt x="213271" y="3147276"/>
                  </a:lnTo>
                  <a:lnTo>
                    <a:pt x="227495" y="3147276"/>
                  </a:lnTo>
                  <a:lnTo>
                    <a:pt x="227495" y="3146666"/>
                  </a:lnTo>
                  <a:lnTo>
                    <a:pt x="213271" y="3146666"/>
                  </a:lnTo>
                  <a:lnTo>
                    <a:pt x="213271" y="3124200"/>
                  </a:lnTo>
                  <a:lnTo>
                    <a:pt x="227495" y="3124200"/>
                  </a:lnTo>
                  <a:lnTo>
                    <a:pt x="227495" y="3123603"/>
                  </a:lnTo>
                  <a:lnTo>
                    <a:pt x="213271" y="3123603"/>
                  </a:lnTo>
                  <a:lnTo>
                    <a:pt x="213271" y="3101136"/>
                  </a:lnTo>
                  <a:lnTo>
                    <a:pt x="227495" y="3101136"/>
                  </a:lnTo>
                  <a:lnTo>
                    <a:pt x="227495" y="3100540"/>
                  </a:lnTo>
                  <a:lnTo>
                    <a:pt x="213271" y="3100540"/>
                  </a:lnTo>
                  <a:lnTo>
                    <a:pt x="213271" y="3078086"/>
                  </a:lnTo>
                  <a:lnTo>
                    <a:pt x="227495" y="3078086"/>
                  </a:lnTo>
                  <a:lnTo>
                    <a:pt x="227495" y="3077476"/>
                  </a:lnTo>
                  <a:lnTo>
                    <a:pt x="213271" y="3077476"/>
                  </a:lnTo>
                  <a:lnTo>
                    <a:pt x="213271" y="3055023"/>
                  </a:lnTo>
                  <a:lnTo>
                    <a:pt x="227495" y="3055023"/>
                  </a:lnTo>
                  <a:lnTo>
                    <a:pt x="227495" y="3054426"/>
                  </a:lnTo>
                  <a:lnTo>
                    <a:pt x="213271" y="3054426"/>
                  </a:lnTo>
                  <a:lnTo>
                    <a:pt x="213271" y="3031960"/>
                  </a:lnTo>
                  <a:lnTo>
                    <a:pt x="227495" y="3031960"/>
                  </a:lnTo>
                  <a:lnTo>
                    <a:pt x="227495" y="3031363"/>
                  </a:lnTo>
                  <a:lnTo>
                    <a:pt x="213271" y="3031363"/>
                  </a:lnTo>
                  <a:lnTo>
                    <a:pt x="213271" y="3008884"/>
                  </a:lnTo>
                  <a:lnTo>
                    <a:pt x="227495" y="3008884"/>
                  </a:lnTo>
                  <a:lnTo>
                    <a:pt x="227495" y="3008287"/>
                  </a:lnTo>
                  <a:lnTo>
                    <a:pt x="213271" y="3008287"/>
                  </a:lnTo>
                  <a:lnTo>
                    <a:pt x="213271" y="2985833"/>
                  </a:lnTo>
                  <a:lnTo>
                    <a:pt x="227495" y="2985833"/>
                  </a:lnTo>
                  <a:lnTo>
                    <a:pt x="227495" y="2985236"/>
                  </a:lnTo>
                  <a:lnTo>
                    <a:pt x="213271" y="2985236"/>
                  </a:lnTo>
                  <a:lnTo>
                    <a:pt x="213271" y="2962770"/>
                  </a:lnTo>
                  <a:lnTo>
                    <a:pt x="227495" y="2962770"/>
                  </a:lnTo>
                  <a:lnTo>
                    <a:pt x="227495" y="2962160"/>
                  </a:lnTo>
                  <a:lnTo>
                    <a:pt x="213271" y="2962160"/>
                  </a:lnTo>
                  <a:lnTo>
                    <a:pt x="213271" y="2939707"/>
                  </a:lnTo>
                  <a:lnTo>
                    <a:pt x="227495" y="2939707"/>
                  </a:lnTo>
                  <a:lnTo>
                    <a:pt x="227495" y="2939110"/>
                  </a:lnTo>
                  <a:lnTo>
                    <a:pt x="213271" y="2939110"/>
                  </a:lnTo>
                  <a:lnTo>
                    <a:pt x="213271" y="2916656"/>
                  </a:lnTo>
                  <a:lnTo>
                    <a:pt x="227495" y="2916656"/>
                  </a:lnTo>
                  <a:lnTo>
                    <a:pt x="227495" y="2916047"/>
                  </a:lnTo>
                  <a:lnTo>
                    <a:pt x="213271" y="2916047"/>
                  </a:lnTo>
                  <a:lnTo>
                    <a:pt x="213271" y="2893593"/>
                  </a:lnTo>
                  <a:lnTo>
                    <a:pt x="227495" y="2893593"/>
                  </a:lnTo>
                  <a:lnTo>
                    <a:pt x="227495" y="2892983"/>
                  </a:lnTo>
                  <a:lnTo>
                    <a:pt x="213271" y="2892983"/>
                  </a:lnTo>
                  <a:lnTo>
                    <a:pt x="213271" y="69748"/>
                  </a:lnTo>
                  <a:lnTo>
                    <a:pt x="212331" y="70485"/>
                  </a:lnTo>
                  <a:lnTo>
                    <a:pt x="212331" y="3215843"/>
                  </a:lnTo>
                  <a:lnTo>
                    <a:pt x="198094" y="3215843"/>
                  </a:lnTo>
                  <a:lnTo>
                    <a:pt x="198094" y="3193389"/>
                  </a:lnTo>
                  <a:lnTo>
                    <a:pt x="212331" y="3193389"/>
                  </a:lnTo>
                  <a:lnTo>
                    <a:pt x="212331" y="3192792"/>
                  </a:lnTo>
                  <a:lnTo>
                    <a:pt x="198094" y="3192792"/>
                  </a:lnTo>
                  <a:lnTo>
                    <a:pt x="198094" y="3170313"/>
                  </a:lnTo>
                  <a:lnTo>
                    <a:pt x="212331" y="3170313"/>
                  </a:lnTo>
                  <a:lnTo>
                    <a:pt x="212331" y="3169716"/>
                  </a:lnTo>
                  <a:lnTo>
                    <a:pt x="198094" y="3169716"/>
                  </a:lnTo>
                  <a:lnTo>
                    <a:pt x="198094" y="3147276"/>
                  </a:lnTo>
                  <a:lnTo>
                    <a:pt x="212331" y="3147276"/>
                  </a:lnTo>
                  <a:lnTo>
                    <a:pt x="212331" y="3146666"/>
                  </a:lnTo>
                  <a:lnTo>
                    <a:pt x="198094" y="3146666"/>
                  </a:lnTo>
                  <a:lnTo>
                    <a:pt x="198094" y="3124200"/>
                  </a:lnTo>
                  <a:lnTo>
                    <a:pt x="212331" y="3124200"/>
                  </a:lnTo>
                  <a:lnTo>
                    <a:pt x="212331" y="3123603"/>
                  </a:lnTo>
                  <a:lnTo>
                    <a:pt x="198094" y="3123603"/>
                  </a:lnTo>
                  <a:lnTo>
                    <a:pt x="198094" y="3101136"/>
                  </a:lnTo>
                  <a:lnTo>
                    <a:pt x="212331" y="3101136"/>
                  </a:lnTo>
                  <a:lnTo>
                    <a:pt x="212331" y="3100540"/>
                  </a:lnTo>
                  <a:lnTo>
                    <a:pt x="198094" y="3100540"/>
                  </a:lnTo>
                  <a:lnTo>
                    <a:pt x="198094" y="3078086"/>
                  </a:lnTo>
                  <a:lnTo>
                    <a:pt x="212331" y="3078086"/>
                  </a:lnTo>
                  <a:lnTo>
                    <a:pt x="212331" y="3077476"/>
                  </a:lnTo>
                  <a:lnTo>
                    <a:pt x="198094" y="3077476"/>
                  </a:lnTo>
                  <a:lnTo>
                    <a:pt x="198094" y="3055023"/>
                  </a:lnTo>
                  <a:lnTo>
                    <a:pt x="212331" y="3055023"/>
                  </a:lnTo>
                  <a:lnTo>
                    <a:pt x="212331" y="3054426"/>
                  </a:lnTo>
                  <a:lnTo>
                    <a:pt x="198094" y="3054426"/>
                  </a:lnTo>
                  <a:lnTo>
                    <a:pt x="198094" y="3031960"/>
                  </a:lnTo>
                  <a:lnTo>
                    <a:pt x="212331" y="3031960"/>
                  </a:lnTo>
                  <a:lnTo>
                    <a:pt x="212331" y="3031363"/>
                  </a:lnTo>
                  <a:lnTo>
                    <a:pt x="198094" y="3031363"/>
                  </a:lnTo>
                  <a:lnTo>
                    <a:pt x="198094" y="3008884"/>
                  </a:lnTo>
                  <a:lnTo>
                    <a:pt x="212331" y="3008884"/>
                  </a:lnTo>
                  <a:lnTo>
                    <a:pt x="212331" y="3008287"/>
                  </a:lnTo>
                  <a:lnTo>
                    <a:pt x="198094" y="3008287"/>
                  </a:lnTo>
                  <a:lnTo>
                    <a:pt x="198094" y="2985833"/>
                  </a:lnTo>
                  <a:lnTo>
                    <a:pt x="212331" y="2985833"/>
                  </a:lnTo>
                  <a:lnTo>
                    <a:pt x="212331" y="2985236"/>
                  </a:lnTo>
                  <a:lnTo>
                    <a:pt x="198094" y="2985236"/>
                  </a:lnTo>
                  <a:lnTo>
                    <a:pt x="198094" y="2962770"/>
                  </a:lnTo>
                  <a:lnTo>
                    <a:pt x="212331" y="2962770"/>
                  </a:lnTo>
                  <a:lnTo>
                    <a:pt x="212331" y="2962160"/>
                  </a:lnTo>
                  <a:lnTo>
                    <a:pt x="198094" y="2962160"/>
                  </a:lnTo>
                  <a:lnTo>
                    <a:pt x="198094" y="2939707"/>
                  </a:lnTo>
                  <a:lnTo>
                    <a:pt x="212331" y="2939707"/>
                  </a:lnTo>
                  <a:lnTo>
                    <a:pt x="212331" y="2939110"/>
                  </a:lnTo>
                  <a:lnTo>
                    <a:pt x="198094" y="2939110"/>
                  </a:lnTo>
                  <a:lnTo>
                    <a:pt x="198094" y="2916656"/>
                  </a:lnTo>
                  <a:lnTo>
                    <a:pt x="212331" y="2916656"/>
                  </a:lnTo>
                  <a:lnTo>
                    <a:pt x="212331" y="2916047"/>
                  </a:lnTo>
                  <a:lnTo>
                    <a:pt x="198094" y="2916047"/>
                  </a:lnTo>
                  <a:lnTo>
                    <a:pt x="198094" y="2893593"/>
                  </a:lnTo>
                  <a:lnTo>
                    <a:pt x="212331" y="2893593"/>
                  </a:lnTo>
                  <a:lnTo>
                    <a:pt x="212331" y="2892983"/>
                  </a:lnTo>
                  <a:lnTo>
                    <a:pt x="198094" y="2892983"/>
                  </a:lnTo>
                  <a:lnTo>
                    <a:pt x="198094" y="81762"/>
                  </a:lnTo>
                  <a:lnTo>
                    <a:pt x="197154" y="82499"/>
                  </a:lnTo>
                  <a:lnTo>
                    <a:pt x="197154" y="3215843"/>
                  </a:lnTo>
                  <a:lnTo>
                    <a:pt x="182930" y="3215843"/>
                  </a:lnTo>
                  <a:lnTo>
                    <a:pt x="182930" y="3193389"/>
                  </a:lnTo>
                  <a:lnTo>
                    <a:pt x="197154" y="3193389"/>
                  </a:lnTo>
                  <a:lnTo>
                    <a:pt x="197154" y="3192792"/>
                  </a:lnTo>
                  <a:lnTo>
                    <a:pt x="182930" y="3192792"/>
                  </a:lnTo>
                  <a:lnTo>
                    <a:pt x="182930" y="3170313"/>
                  </a:lnTo>
                  <a:lnTo>
                    <a:pt x="197154" y="3170313"/>
                  </a:lnTo>
                  <a:lnTo>
                    <a:pt x="197154" y="3169716"/>
                  </a:lnTo>
                  <a:lnTo>
                    <a:pt x="182930" y="3169716"/>
                  </a:lnTo>
                  <a:lnTo>
                    <a:pt x="182930" y="3147276"/>
                  </a:lnTo>
                  <a:lnTo>
                    <a:pt x="197154" y="3147276"/>
                  </a:lnTo>
                  <a:lnTo>
                    <a:pt x="197154" y="3146666"/>
                  </a:lnTo>
                  <a:lnTo>
                    <a:pt x="182930" y="3146666"/>
                  </a:lnTo>
                  <a:lnTo>
                    <a:pt x="182930" y="3124200"/>
                  </a:lnTo>
                  <a:lnTo>
                    <a:pt x="197154" y="3124200"/>
                  </a:lnTo>
                  <a:lnTo>
                    <a:pt x="197154" y="3123603"/>
                  </a:lnTo>
                  <a:lnTo>
                    <a:pt x="182930" y="3123603"/>
                  </a:lnTo>
                  <a:lnTo>
                    <a:pt x="182930" y="3101136"/>
                  </a:lnTo>
                  <a:lnTo>
                    <a:pt x="197154" y="3101136"/>
                  </a:lnTo>
                  <a:lnTo>
                    <a:pt x="197154" y="3100540"/>
                  </a:lnTo>
                  <a:lnTo>
                    <a:pt x="182930" y="3100540"/>
                  </a:lnTo>
                  <a:lnTo>
                    <a:pt x="182930" y="3078086"/>
                  </a:lnTo>
                  <a:lnTo>
                    <a:pt x="197154" y="3078086"/>
                  </a:lnTo>
                  <a:lnTo>
                    <a:pt x="197154" y="3077476"/>
                  </a:lnTo>
                  <a:lnTo>
                    <a:pt x="182930" y="3077476"/>
                  </a:lnTo>
                  <a:lnTo>
                    <a:pt x="182930" y="3055023"/>
                  </a:lnTo>
                  <a:lnTo>
                    <a:pt x="197154" y="3055023"/>
                  </a:lnTo>
                  <a:lnTo>
                    <a:pt x="197154" y="3054426"/>
                  </a:lnTo>
                  <a:lnTo>
                    <a:pt x="182930" y="3054426"/>
                  </a:lnTo>
                  <a:lnTo>
                    <a:pt x="182930" y="3031960"/>
                  </a:lnTo>
                  <a:lnTo>
                    <a:pt x="197154" y="3031960"/>
                  </a:lnTo>
                  <a:lnTo>
                    <a:pt x="197154" y="3031363"/>
                  </a:lnTo>
                  <a:lnTo>
                    <a:pt x="182930" y="3031363"/>
                  </a:lnTo>
                  <a:lnTo>
                    <a:pt x="182930" y="3008884"/>
                  </a:lnTo>
                  <a:lnTo>
                    <a:pt x="197154" y="3008884"/>
                  </a:lnTo>
                  <a:lnTo>
                    <a:pt x="197154" y="3008287"/>
                  </a:lnTo>
                  <a:lnTo>
                    <a:pt x="182930" y="3008287"/>
                  </a:lnTo>
                  <a:lnTo>
                    <a:pt x="182930" y="2985833"/>
                  </a:lnTo>
                  <a:lnTo>
                    <a:pt x="197154" y="2985833"/>
                  </a:lnTo>
                  <a:lnTo>
                    <a:pt x="197154" y="2985236"/>
                  </a:lnTo>
                  <a:lnTo>
                    <a:pt x="182930" y="2985236"/>
                  </a:lnTo>
                  <a:lnTo>
                    <a:pt x="182930" y="2962770"/>
                  </a:lnTo>
                  <a:lnTo>
                    <a:pt x="197154" y="2962770"/>
                  </a:lnTo>
                  <a:lnTo>
                    <a:pt x="197154" y="2962160"/>
                  </a:lnTo>
                  <a:lnTo>
                    <a:pt x="182930" y="2962160"/>
                  </a:lnTo>
                  <a:lnTo>
                    <a:pt x="182930" y="2939707"/>
                  </a:lnTo>
                  <a:lnTo>
                    <a:pt x="197154" y="2939707"/>
                  </a:lnTo>
                  <a:lnTo>
                    <a:pt x="197154" y="2939110"/>
                  </a:lnTo>
                  <a:lnTo>
                    <a:pt x="182930" y="2939110"/>
                  </a:lnTo>
                  <a:lnTo>
                    <a:pt x="182930" y="2916656"/>
                  </a:lnTo>
                  <a:lnTo>
                    <a:pt x="197154" y="2916656"/>
                  </a:lnTo>
                  <a:lnTo>
                    <a:pt x="197154" y="2916047"/>
                  </a:lnTo>
                  <a:lnTo>
                    <a:pt x="182930" y="2916047"/>
                  </a:lnTo>
                  <a:lnTo>
                    <a:pt x="182930" y="2893593"/>
                  </a:lnTo>
                  <a:lnTo>
                    <a:pt x="197154" y="2893593"/>
                  </a:lnTo>
                  <a:lnTo>
                    <a:pt x="197154" y="2892983"/>
                  </a:lnTo>
                  <a:lnTo>
                    <a:pt x="182930" y="2892983"/>
                  </a:lnTo>
                  <a:lnTo>
                    <a:pt x="182930" y="94907"/>
                  </a:lnTo>
                  <a:lnTo>
                    <a:pt x="181991" y="95834"/>
                  </a:lnTo>
                  <a:lnTo>
                    <a:pt x="181991" y="3215843"/>
                  </a:lnTo>
                  <a:lnTo>
                    <a:pt x="167779" y="3215843"/>
                  </a:lnTo>
                  <a:lnTo>
                    <a:pt x="167779" y="3193389"/>
                  </a:lnTo>
                  <a:lnTo>
                    <a:pt x="181991" y="3193389"/>
                  </a:lnTo>
                  <a:lnTo>
                    <a:pt x="181991" y="3192792"/>
                  </a:lnTo>
                  <a:lnTo>
                    <a:pt x="167779" y="3192792"/>
                  </a:lnTo>
                  <a:lnTo>
                    <a:pt x="167779" y="3170313"/>
                  </a:lnTo>
                  <a:lnTo>
                    <a:pt x="181991" y="3170313"/>
                  </a:lnTo>
                  <a:lnTo>
                    <a:pt x="181991" y="3169716"/>
                  </a:lnTo>
                  <a:lnTo>
                    <a:pt x="167779" y="3169716"/>
                  </a:lnTo>
                  <a:lnTo>
                    <a:pt x="167779" y="3147276"/>
                  </a:lnTo>
                  <a:lnTo>
                    <a:pt x="181991" y="3147276"/>
                  </a:lnTo>
                  <a:lnTo>
                    <a:pt x="181991" y="3146666"/>
                  </a:lnTo>
                  <a:lnTo>
                    <a:pt x="167779" y="3146666"/>
                  </a:lnTo>
                  <a:lnTo>
                    <a:pt x="167779" y="3124200"/>
                  </a:lnTo>
                  <a:lnTo>
                    <a:pt x="181991" y="3124200"/>
                  </a:lnTo>
                  <a:lnTo>
                    <a:pt x="181991" y="3123603"/>
                  </a:lnTo>
                  <a:lnTo>
                    <a:pt x="167779" y="3123603"/>
                  </a:lnTo>
                  <a:lnTo>
                    <a:pt x="167779" y="3101136"/>
                  </a:lnTo>
                  <a:lnTo>
                    <a:pt x="181991" y="3101136"/>
                  </a:lnTo>
                  <a:lnTo>
                    <a:pt x="181991" y="3100540"/>
                  </a:lnTo>
                  <a:lnTo>
                    <a:pt x="167779" y="3100540"/>
                  </a:lnTo>
                  <a:lnTo>
                    <a:pt x="167779" y="3078086"/>
                  </a:lnTo>
                  <a:lnTo>
                    <a:pt x="181991" y="3078086"/>
                  </a:lnTo>
                  <a:lnTo>
                    <a:pt x="181991" y="3077476"/>
                  </a:lnTo>
                  <a:lnTo>
                    <a:pt x="167779" y="3077476"/>
                  </a:lnTo>
                  <a:lnTo>
                    <a:pt x="167779" y="3055023"/>
                  </a:lnTo>
                  <a:lnTo>
                    <a:pt x="181991" y="3055023"/>
                  </a:lnTo>
                  <a:lnTo>
                    <a:pt x="181991" y="3054426"/>
                  </a:lnTo>
                  <a:lnTo>
                    <a:pt x="167779" y="3054426"/>
                  </a:lnTo>
                  <a:lnTo>
                    <a:pt x="167779" y="3031960"/>
                  </a:lnTo>
                  <a:lnTo>
                    <a:pt x="181991" y="3031960"/>
                  </a:lnTo>
                  <a:lnTo>
                    <a:pt x="181991" y="3031363"/>
                  </a:lnTo>
                  <a:lnTo>
                    <a:pt x="167779" y="3031363"/>
                  </a:lnTo>
                  <a:lnTo>
                    <a:pt x="167779" y="3008884"/>
                  </a:lnTo>
                  <a:lnTo>
                    <a:pt x="181991" y="3008884"/>
                  </a:lnTo>
                  <a:lnTo>
                    <a:pt x="181991" y="3008287"/>
                  </a:lnTo>
                  <a:lnTo>
                    <a:pt x="167779" y="3008287"/>
                  </a:lnTo>
                  <a:lnTo>
                    <a:pt x="167779" y="2985833"/>
                  </a:lnTo>
                  <a:lnTo>
                    <a:pt x="181991" y="2985833"/>
                  </a:lnTo>
                  <a:lnTo>
                    <a:pt x="181991" y="2985236"/>
                  </a:lnTo>
                  <a:lnTo>
                    <a:pt x="167779" y="2985236"/>
                  </a:lnTo>
                  <a:lnTo>
                    <a:pt x="167779" y="2962770"/>
                  </a:lnTo>
                  <a:lnTo>
                    <a:pt x="181991" y="2962770"/>
                  </a:lnTo>
                  <a:lnTo>
                    <a:pt x="181991" y="2962160"/>
                  </a:lnTo>
                  <a:lnTo>
                    <a:pt x="167779" y="2962160"/>
                  </a:lnTo>
                  <a:lnTo>
                    <a:pt x="167779" y="2939707"/>
                  </a:lnTo>
                  <a:lnTo>
                    <a:pt x="181991" y="2939707"/>
                  </a:lnTo>
                  <a:lnTo>
                    <a:pt x="181991" y="2939110"/>
                  </a:lnTo>
                  <a:lnTo>
                    <a:pt x="167779" y="2939110"/>
                  </a:lnTo>
                  <a:lnTo>
                    <a:pt x="167779" y="2916656"/>
                  </a:lnTo>
                  <a:lnTo>
                    <a:pt x="181991" y="2916656"/>
                  </a:lnTo>
                  <a:lnTo>
                    <a:pt x="181991" y="2916047"/>
                  </a:lnTo>
                  <a:lnTo>
                    <a:pt x="167779" y="2916047"/>
                  </a:lnTo>
                  <a:lnTo>
                    <a:pt x="167779" y="2893593"/>
                  </a:lnTo>
                  <a:lnTo>
                    <a:pt x="181991" y="2893593"/>
                  </a:lnTo>
                  <a:lnTo>
                    <a:pt x="181991" y="2892983"/>
                  </a:lnTo>
                  <a:lnTo>
                    <a:pt x="167779" y="2892983"/>
                  </a:lnTo>
                  <a:lnTo>
                    <a:pt x="167779" y="109867"/>
                  </a:lnTo>
                  <a:lnTo>
                    <a:pt x="166827" y="110807"/>
                  </a:lnTo>
                  <a:lnTo>
                    <a:pt x="166827" y="3215843"/>
                  </a:lnTo>
                  <a:lnTo>
                    <a:pt x="152615" y="3215843"/>
                  </a:lnTo>
                  <a:lnTo>
                    <a:pt x="152615" y="3193389"/>
                  </a:lnTo>
                  <a:lnTo>
                    <a:pt x="166827" y="3193389"/>
                  </a:lnTo>
                  <a:lnTo>
                    <a:pt x="166827" y="3192792"/>
                  </a:lnTo>
                  <a:lnTo>
                    <a:pt x="152615" y="3192792"/>
                  </a:lnTo>
                  <a:lnTo>
                    <a:pt x="152615" y="3170313"/>
                  </a:lnTo>
                  <a:lnTo>
                    <a:pt x="166827" y="3170313"/>
                  </a:lnTo>
                  <a:lnTo>
                    <a:pt x="166827" y="3169716"/>
                  </a:lnTo>
                  <a:lnTo>
                    <a:pt x="152615" y="3169716"/>
                  </a:lnTo>
                  <a:lnTo>
                    <a:pt x="152615" y="3147276"/>
                  </a:lnTo>
                  <a:lnTo>
                    <a:pt x="166827" y="3147276"/>
                  </a:lnTo>
                  <a:lnTo>
                    <a:pt x="166827" y="3146666"/>
                  </a:lnTo>
                  <a:lnTo>
                    <a:pt x="152615" y="3146666"/>
                  </a:lnTo>
                  <a:lnTo>
                    <a:pt x="152615" y="3124200"/>
                  </a:lnTo>
                  <a:lnTo>
                    <a:pt x="166827" y="3124200"/>
                  </a:lnTo>
                  <a:lnTo>
                    <a:pt x="166827" y="3123603"/>
                  </a:lnTo>
                  <a:lnTo>
                    <a:pt x="152615" y="3123603"/>
                  </a:lnTo>
                  <a:lnTo>
                    <a:pt x="152615" y="3101136"/>
                  </a:lnTo>
                  <a:lnTo>
                    <a:pt x="166827" y="3101136"/>
                  </a:lnTo>
                  <a:lnTo>
                    <a:pt x="166827" y="3100540"/>
                  </a:lnTo>
                  <a:lnTo>
                    <a:pt x="152615" y="3100540"/>
                  </a:lnTo>
                  <a:lnTo>
                    <a:pt x="152615" y="3078086"/>
                  </a:lnTo>
                  <a:lnTo>
                    <a:pt x="166827" y="3078086"/>
                  </a:lnTo>
                  <a:lnTo>
                    <a:pt x="166827" y="3077476"/>
                  </a:lnTo>
                  <a:lnTo>
                    <a:pt x="152615" y="3077476"/>
                  </a:lnTo>
                  <a:lnTo>
                    <a:pt x="152615" y="3055023"/>
                  </a:lnTo>
                  <a:lnTo>
                    <a:pt x="166827" y="3055023"/>
                  </a:lnTo>
                  <a:lnTo>
                    <a:pt x="166827" y="3054426"/>
                  </a:lnTo>
                  <a:lnTo>
                    <a:pt x="152615" y="3054426"/>
                  </a:lnTo>
                  <a:lnTo>
                    <a:pt x="152615" y="3031960"/>
                  </a:lnTo>
                  <a:lnTo>
                    <a:pt x="166827" y="3031960"/>
                  </a:lnTo>
                  <a:lnTo>
                    <a:pt x="166827" y="3031363"/>
                  </a:lnTo>
                  <a:lnTo>
                    <a:pt x="152615" y="3031363"/>
                  </a:lnTo>
                  <a:lnTo>
                    <a:pt x="152615" y="3008884"/>
                  </a:lnTo>
                  <a:lnTo>
                    <a:pt x="166827" y="3008884"/>
                  </a:lnTo>
                  <a:lnTo>
                    <a:pt x="166827" y="3008287"/>
                  </a:lnTo>
                  <a:lnTo>
                    <a:pt x="152615" y="3008287"/>
                  </a:lnTo>
                  <a:lnTo>
                    <a:pt x="152615" y="2985833"/>
                  </a:lnTo>
                  <a:lnTo>
                    <a:pt x="166827" y="2985833"/>
                  </a:lnTo>
                  <a:lnTo>
                    <a:pt x="166827" y="2985236"/>
                  </a:lnTo>
                  <a:lnTo>
                    <a:pt x="152615" y="2985236"/>
                  </a:lnTo>
                  <a:lnTo>
                    <a:pt x="152615" y="2962770"/>
                  </a:lnTo>
                  <a:lnTo>
                    <a:pt x="166827" y="2962770"/>
                  </a:lnTo>
                  <a:lnTo>
                    <a:pt x="166827" y="2962160"/>
                  </a:lnTo>
                  <a:lnTo>
                    <a:pt x="152615" y="2962160"/>
                  </a:lnTo>
                  <a:lnTo>
                    <a:pt x="152615" y="2939707"/>
                  </a:lnTo>
                  <a:lnTo>
                    <a:pt x="166827" y="2939707"/>
                  </a:lnTo>
                  <a:lnTo>
                    <a:pt x="166827" y="2939110"/>
                  </a:lnTo>
                  <a:lnTo>
                    <a:pt x="152615" y="2939110"/>
                  </a:lnTo>
                  <a:lnTo>
                    <a:pt x="152615" y="2916656"/>
                  </a:lnTo>
                  <a:lnTo>
                    <a:pt x="166827" y="2916656"/>
                  </a:lnTo>
                  <a:lnTo>
                    <a:pt x="166827" y="2916047"/>
                  </a:lnTo>
                  <a:lnTo>
                    <a:pt x="152615" y="2916047"/>
                  </a:lnTo>
                  <a:lnTo>
                    <a:pt x="152615" y="2893593"/>
                  </a:lnTo>
                  <a:lnTo>
                    <a:pt x="166827" y="2893593"/>
                  </a:lnTo>
                  <a:lnTo>
                    <a:pt x="166827" y="2892983"/>
                  </a:lnTo>
                  <a:lnTo>
                    <a:pt x="152615" y="2892983"/>
                  </a:lnTo>
                  <a:lnTo>
                    <a:pt x="152615" y="127482"/>
                  </a:lnTo>
                  <a:lnTo>
                    <a:pt x="151663" y="128651"/>
                  </a:lnTo>
                  <a:lnTo>
                    <a:pt x="151663" y="3215843"/>
                  </a:lnTo>
                  <a:lnTo>
                    <a:pt x="137439" y="3215843"/>
                  </a:lnTo>
                  <a:lnTo>
                    <a:pt x="137439" y="3193389"/>
                  </a:lnTo>
                  <a:lnTo>
                    <a:pt x="151663" y="3193389"/>
                  </a:lnTo>
                  <a:lnTo>
                    <a:pt x="151663" y="3192792"/>
                  </a:lnTo>
                  <a:lnTo>
                    <a:pt x="137439" y="3192792"/>
                  </a:lnTo>
                  <a:lnTo>
                    <a:pt x="137439" y="3170313"/>
                  </a:lnTo>
                  <a:lnTo>
                    <a:pt x="151663" y="3170313"/>
                  </a:lnTo>
                  <a:lnTo>
                    <a:pt x="151663" y="3169716"/>
                  </a:lnTo>
                  <a:lnTo>
                    <a:pt x="137439" y="3169716"/>
                  </a:lnTo>
                  <a:lnTo>
                    <a:pt x="137439" y="3147276"/>
                  </a:lnTo>
                  <a:lnTo>
                    <a:pt x="151663" y="3147276"/>
                  </a:lnTo>
                  <a:lnTo>
                    <a:pt x="151663" y="3146666"/>
                  </a:lnTo>
                  <a:lnTo>
                    <a:pt x="137439" y="3146666"/>
                  </a:lnTo>
                  <a:lnTo>
                    <a:pt x="137439" y="3124200"/>
                  </a:lnTo>
                  <a:lnTo>
                    <a:pt x="151663" y="3124200"/>
                  </a:lnTo>
                  <a:lnTo>
                    <a:pt x="151663" y="3123603"/>
                  </a:lnTo>
                  <a:lnTo>
                    <a:pt x="137439" y="3123603"/>
                  </a:lnTo>
                  <a:lnTo>
                    <a:pt x="137439" y="3101136"/>
                  </a:lnTo>
                  <a:lnTo>
                    <a:pt x="151663" y="3101136"/>
                  </a:lnTo>
                  <a:lnTo>
                    <a:pt x="151663" y="3100540"/>
                  </a:lnTo>
                  <a:lnTo>
                    <a:pt x="137439" y="3100540"/>
                  </a:lnTo>
                  <a:lnTo>
                    <a:pt x="137439" y="3078086"/>
                  </a:lnTo>
                  <a:lnTo>
                    <a:pt x="151663" y="3078086"/>
                  </a:lnTo>
                  <a:lnTo>
                    <a:pt x="151663" y="3077476"/>
                  </a:lnTo>
                  <a:lnTo>
                    <a:pt x="137439" y="3077476"/>
                  </a:lnTo>
                  <a:lnTo>
                    <a:pt x="137439" y="3055023"/>
                  </a:lnTo>
                  <a:lnTo>
                    <a:pt x="151663" y="3055023"/>
                  </a:lnTo>
                  <a:lnTo>
                    <a:pt x="151663" y="3054426"/>
                  </a:lnTo>
                  <a:lnTo>
                    <a:pt x="137439" y="3054426"/>
                  </a:lnTo>
                  <a:lnTo>
                    <a:pt x="137439" y="3031960"/>
                  </a:lnTo>
                  <a:lnTo>
                    <a:pt x="151663" y="3031960"/>
                  </a:lnTo>
                  <a:lnTo>
                    <a:pt x="151663" y="3031363"/>
                  </a:lnTo>
                  <a:lnTo>
                    <a:pt x="137439" y="3031363"/>
                  </a:lnTo>
                  <a:lnTo>
                    <a:pt x="137439" y="3008884"/>
                  </a:lnTo>
                  <a:lnTo>
                    <a:pt x="151663" y="3008884"/>
                  </a:lnTo>
                  <a:lnTo>
                    <a:pt x="151663" y="3008287"/>
                  </a:lnTo>
                  <a:lnTo>
                    <a:pt x="137439" y="3008287"/>
                  </a:lnTo>
                  <a:lnTo>
                    <a:pt x="137439" y="2985833"/>
                  </a:lnTo>
                  <a:lnTo>
                    <a:pt x="151663" y="2985833"/>
                  </a:lnTo>
                  <a:lnTo>
                    <a:pt x="151663" y="2985236"/>
                  </a:lnTo>
                  <a:lnTo>
                    <a:pt x="137439" y="2985236"/>
                  </a:lnTo>
                  <a:lnTo>
                    <a:pt x="137439" y="2962770"/>
                  </a:lnTo>
                  <a:lnTo>
                    <a:pt x="151663" y="2962770"/>
                  </a:lnTo>
                  <a:lnTo>
                    <a:pt x="151663" y="2962160"/>
                  </a:lnTo>
                  <a:lnTo>
                    <a:pt x="137439" y="2962160"/>
                  </a:lnTo>
                  <a:lnTo>
                    <a:pt x="137439" y="2939707"/>
                  </a:lnTo>
                  <a:lnTo>
                    <a:pt x="151663" y="2939707"/>
                  </a:lnTo>
                  <a:lnTo>
                    <a:pt x="151663" y="2939110"/>
                  </a:lnTo>
                  <a:lnTo>
                    <a:pt x="137439" y="2939110"/>
                  </a:lnTo>
                  <a:lnTo>
                    <a:pt x="137439" y="2916656"/>
                  </a:lnTo>
                  <a:lnTo>
                    <a:pt x="151663" y="2916656"/>
                  </a:lnTo>
                  <a:lnTo>
                    <a:pt x="151663" y="2916047"/>
                  </a:lnTo>
                  <a:lnTo>
                    <a:pt x="137439" y="2916047"/>
                  </a:lnTo>
                  <a:lnTo>
                    <a:pt x="137439" y="2893593"/>
                  </a:lnTo>
                  <a:lnTo>
                    <a:pt x="151663" y="2893593"/>
                  </a:lnTo>
                  <a:lnTo>
                    <a:pt x="151663" y="2892983"/>
                  </a:lnTo>
                  <a:lnTo>
                    <a:pt x="137439" y="2892983"/>
                  </a:lnTo>
                  <a:lnTo>
                    <a:pt x="137439" y="147281"/>
                  </a:lnTo>
                  <a:lnTo>
                    <a:pt x="136486" y="148729"/>
                  </a:lnTo>
                  <a:lnTo>
                    <a:pt x="136486" y="3215843"/>
                  </a:lnTo>
                  <a:lnTo>
                    <a:pt x="122275" y="3215843"/>
                  </a:lnTo>
                  <a:lnTo>
                    <a:pt x="122275" y="3193389"/>
                  </a:lnTo>
                  <a:lnTo>
                    <a:pt x="136486" y="3193389"/>
                  </a:lnTo>
                  <a:lnTo>
                    <a:pt x="136486" y="3192792"/>
                  </a:lnTo>
                  <a:lnTo>
                    <a:pt x="122275" y="3192792"/>
                  </a:lnTo>
                  <a:lnTo>
                    <a:pt x="122275" y="3170313"/>
                  </a:lnTo>
                  <a:lnTo>
                    <a:pt x="136486" y="3170313"/>
                  </a:lnTo>
                  <a:lnTo>
                    <a:pt x="136486" y="3169716"/>
                  </a:lnTo>
                  <a:lnTo>
                    <a:pt x="122275" y="3169716"/>
                  </a:lnTo>
                  <a:lnTo>
                    <a:pt x="122275" y="3147276"/>
                  </a:lnTo>
                  <a:lnTo>
                    <a:pt x="136486" y="3147276"/>
                  </a:lnTo>
                  <a:lnTo>
                    <a:pt x="136486" y="3146666"/>
                  </a:lnTo>
                  <a:lnTo>
                    <a:pt x="122275" y="3146666"/>
                  </a:lnTo>
                  <a:lnTo>
                    <a:pt x="122275" y="3124200"/>
                  </a:lnTo>
                  <a:lnTo>
                    <a:pt x="136486" y="3124200"/>
                  </a:lnTo>
                  <a:lnTo>
                    <a:pt x="136486" y="3123603"/>
                  </a:lnTo>
                  <a:lnTo>
                    <a:pt x="122275" y="3123603"/>
                  </a:lnTo>
                  <a:lnTo>
                    <a:pt x="122275" y="3101136"/>
                  </a:lnTo>
                  <a:lnTo>
                    <a:pt x="136486" y="3101136"/>
                  </a:lnTo>
                  <a:lnTo>
                    <a:pt x="136486" y="3100540"/>
                  </a:lnTo>
                  <a:lnTo>
                    <a:pt x="122275" y="3100540"/>
                  </a:lnTo>
                  <a:lnTo>
                    <a:pt x="122275" y="3078086"/>
                  </a:lnTo>
                  <a:lnTo>
                    <a:pt x="136486" y="3078086"/>
                  </a:lnTo>
                  <a:lnTo>
                    <a:pt x="136486" y="3077476"/>
                  </a:lnTo>
                  <a:lnTo>
                    <a:pt x="122275" y="3077476"/>
                  </a:lnTo>
                  <a:lnTo>
                    <a:pt x="122275" y="3055023"/>
                  </a:lnTo>
                  <a:lnTo>
                    <a:pt x="136486" y="3055023"/>
                  </a:lnTo>
                  <a:lnTo>
                    <a:pt x="136486" y="3054426"/>
                  </a:lnTo>
                  <a:lnTo>
                    <a:pt x="122275" y="3054426"/>
                  </a:lnTo>
                  <a:lnTo>
                    <a:pt x="122275" y="3031960"/>
                  </a:lnTo>
                  <a:lnTo>
                    <a:pt x="136486" y="3031960"/>
                  </a:lnTo>
                  <a:lnTo>
                    <a:pt x="136486" y="3031363"/>
                  </a:lnTo>
                  <a:lnTo>
                    <a:pt x="122275" y="3031363"/>
                  </a:lnTo>
                  <a:lnTo>
                    <a:pt x="122275" y="3008884"/>
                  </a:lnTo>
                  <a:lnTo>
                    <a:pt x="136486" y="3008884"/>
                  </a:lnTo>
                  <a:lnTo>
                    <a:pt x="136486" y="3008287"/>
                  </a:lnTo>
                  <a:lnTo>
                    <a:pt x="122275" y="3008287"/>
                  </a:lnTo>
                  <a:lnTo>
                    <a:pt x="122275" y="2985833"/>
                  </a:lnTo>
                  <a:lnTo>
                    <a:pt x="136486" y="2985833"/>
                  </a:lnTo>
                  <a:lnTo>
                    <a:pt x="136486" y="2985236"/>
                  </a:lnTo>
                  <a:lnTo>
                    <a:pt x="122275" y="2985236"/>
                  </a:lnTo>
                  <a:lnTo>
                    <a:pt x="122275" y="2962770"/>
                  </a:lnTo>
                  <a:lnTo>
                    <a:pt x="136486" y="2962770"/>
                  </a:lnTo>
                  <a:lnTo>
                    <a:pt x="136486" y="2962160"/>
                  </a:lnTo>
                  <a:lnTo>
                    <a:pt x="122275" y="2962160"/>
                  </a:lnTo>
                  <a:lnTo>
                    <a:pt x="122275" y="2939707"/>
                  </a:lnTo>
                  <a:lnTo>
                    <a:pt x="136486" y="2939707"/>
                  </a:lnTo>
                  <a:lnTo>
                    <a:pt x="136486" y="2939110"/>
                  </a:lnTo>
                  <a:lnTo>
                    <a:pt x="122275" y="2939110"/>
                  </a:lnTo>
                  <a:lnTo>
                    <a:pt x="122275" y="2916656"/>
                  </a:lnTo>
                  <a:lnTo>
                    <a:pt x="136486" y="2916656"/>
                  </a:lnTo>
                  <a:lnTo>
                    <a:pt x="136486" y="2916047"/>
                  </a:lnTo>
                  <a:lnTo>
                    <a:pt x="122275" y="2916047"/>
                  </a:lnTo>
                  <a:lnTo>
                    <a:pt x="122275" y="2893593"/>
                  </a:lnTo>
                  <a:lnTo>
                    <a:pt x="136486" y="2893593"/>
                  </a:lnTo>
                  <a:lnTo>
                    <a:pt x="136486" y="2892983"/>
                  </a:lnTo>
                  <a:lnTo>
                    <a:pt x="122275" y="2892983"/>
                  </a:lnTo>
                  <a:lnTo>
                    <a:pt x="122275" y="171983"/>
                  </a:lnTo>
                  <a:lnTo>
                    <a:pt x="122275" y="170713"/>
                  </a:lnTo>
                  <a:lnTo>
                    <a:pt x="121678" y="170713"/>
                  </a:lnTo>
                  <a:lnTo>
                    <a:pt x="121678" y="171983"/>
                  </a:lnTo>
                  <a:lnTo>
                    <a:pt x="121323" y="171983"/>
                  </a:lnTo>
                  <a:lnTo>
                    <a:pt x="121323" y="3215843"/>
                  </a:lnTo>
                  <a:lnTo>
                    <a:pt x="107111" y="3215843"/>
                  </a:lnTo>
                  <a:lnTo>
                    <a:pt x="107111" y="3193389"/>
                  </a:lnTo>
                  <a:lnTo>
                    <a:pt x="121323" y="3193389"/>
                  </a:lnTo>
                  <a:lnTo>
                    <a:pt x="121323" y="3192792"/>
                  </a:lnTo>
                  <a:lnTo>
                    <a:pt x="107111" y="3192792"/>
                  </a:lnTo>
                  <a:lnTo>
                    <a:pt x="107111" y="3170313"/>
                  </a:lnTo>
                  <a:lnTo>
                    <a:pt x="121323" y="3170313"/>
                  </a:lnTo>
                  <a:lnTo>
                    <a:pt x="121323" y="3169716"/>
                  </a:lnTo>
                  <a:lnTo>
                    <a:pt x="107111" y="3169716"/>
                  </a:lnTo>
                  <a:lnTo>
                    <a:pt x="107111" y="3147276"/>
                  </a:lnTo>
                  <a:lnTo>
                    <a:pt x="121323" y="3147276"/>
                  </a:lnTo>
                  <a:lnTo>
                    <a:pt x="121323" y="3146666"/>
                  </a:lnTo>
                  <a:lnTo>
                    <a:pt x="107111" y="3146666"/>
                  </a:lnTo>
                  <a:lnTo>
                    <a:pt x="107111" y="3124200"/>
                  </a:lnTo>
                  <a:lnTo>
                    <a:pt x="121323" y="3124200"/>
                  </a:lnTo>
                  <a:lnTo>
                    <a:pt x="121323" y="3123603"/>
                  </a:lnTo>
                  <a:lnTo>
                    <a:pt x="107111" y="3123603"/>
                  </a:lnTo>
                  <a:lnTo>
                    <a:pt x="107111" y="3101136"/>
                  </a:lnTo>
                  <a:lnTo>
                    <a:pt x="121323" y="3101136"/>
                  </a:lnTo>
                  <a:lnTo>
                    <a:pt x="121323" y="3100540"/>
                  </a:lnTo>
                  <a:lnTo>
                    <a:pt x="107111" y="3100540"/>
                  </a:lnTo>
                  <a:lnTo>
                    <a:pt x="107111" y="3078086"/>
                  </a:lnTo>
                  <a:lnTo>
                    <a:pt x="121323" y="3078086"/>
                  </a:lnTo>
                  <a:lnTo>
                    <a:pt x="121323" y="3077476"/>
                  </a:lnTo>
                  <a:lnTo>
                    <a:pt x="107111" y="3077476"/>
                  </a:lnTo>
                  <a:lnTo>
                    <a:pt x="107111" y="3055023"/>
                  </a:lnTo>
                  <a:lnTo>
                    <a:pt x="121323" y="3055023"/>
                  </a:lnTo>
                  <a:lnTo>
                    <a:pt x="121323" y="3054426"/>
                  </a:lnTo>
                  <a:lnTo>
                    <a:pt x="107111" y="3054426"/>
                  </a:lnTo>
                  <a:lnTo>
                    <a:pt x="107111" y="3031960"/>
                  </a:lnTo>
                  <a:lnTo>
                    <a:pt x="121323" y="3031960"/>
                  </a:lnTo>
                  <a:lnTo>
                    <a:pt x="121323" y="3031363"/>
                  </a:lnTo>
                  <a:lnTo>
                    <a:pt x="107111" y="3031363"/>
                  </a:lnTo>
                  <a:lnTo>
                    <a:pt x="107111" y="3008884"/>
                  </a:lnTo>
                  <a:lnTo>
                    <a:pt x="121323" y="3008884"/>
                  </a:lnTo>
                  <a:lnTo>
                    <a:pt x="121323" y="3008287"/>
                  </a:lnTo>
                  <a:lnTo>
                    <a:pt x="107111" y="3008287"/>
                  </a:lnTo>
                  <a:lnTo>
                    <a:pt x="107111" y="2985833"/>
                  </a:lnTo>
                  <a:lnTo>
                    <a:pt x="121323" y="2985833"/>
                  </a:lnTo>
                  <a:lnTo>
                    <a:pt x="121323" y="2985236"/>
                  </a:lnTo>
                  <a:lnTo>
                    <a:pt x="107111" y="2985236"/>
                  </a:lnTo>
                  <a:lnTo>
                    <a:pt x="107111" y="2962770"/>
                  </a:lnTo>
                  <a:lnTo>
                    <a:pt x="121323" y="2962770"/>
                  </a:lnTo>
                  <a:lnTo>
                    <a:pt x="121323" y="2962160"/>
                  </a:lnTo>
                  <a:lnTo>
                    <a:pt x="107111" y="2962160"/>
                  </a:lnTo>
                  <a:lnTo>
                    <a:pt x="107111" y="2939707"/>
                  </a:lnTo>
                  <a:lnTo>
                    <a:pt x="121323" y="2939707"/>
                  </a:lnTo>
                  <a:lnTo>
                    <a:pt x="121323" y="2939110"/>
                  </a:lnTo>
                  <a:lnTo>
                    <a:pt x="107111" y="2939110"/>
                  </a:lnTo>
                  <a:lnTo>
                    <a:pt x="107111" y="2916656"/>
                  </a:lnTo>
                  <a:lnTo>
                    <a:pt x="121323" y="2916656"/>
                  </a:lnTo>
                  <a:lnTo>
                    <a:pt x="121323" y="2916047"/>
                  </a:lnTo>
                  <a:lnTo>
                    <a:pt x="107111" y="2916047"/>
                  </a:lnTo>
                  <a:lnTo>
                    <a:pt x="107111" y="2893593"/>
                  </a:lnTo>
                  <a:lnTo>
                    <a:pt x="121323" y="2893593"/>
                  </a:lnTo>
                  <a:lnTo>
                    <a:pt x="121323" y="2892983"/>
                  </a:lnTo>
                  <a:lnTo>
                    <a:pt x="107111" y="2892983"/>
                  </a:lnTo>
                  <a:lnTo>
                    <a:pt x="107111" y="199021"/>
                  </a:lnTo>
                  <a:lnTo>
                    <a:pt x="106159" y="200837"/>
                  </a:lnTo>
                  <a:lnTo>
                    <a:pt x="106159" y="3215843"/>
                  </a:lnTo>
                  <a:lnTo>
                    <a:pt x="91948" y="3215843"/>
                  </a:lnTo>
                  <a:lnTo>
                    <a:pt x="91948" y="3193389"/>
                  </a:lnTo>
                  <a:lnTo>
                    <a:pt x="106159" y="3193389"/>
                  </a:lnTo>
                  <a:lnTo>
                    <a:pt x="106159" y="3192792"/>
                  </a:lnTo>
                  <a:lnTo>
                    <a:pt x="91948" y="3192792"/>
                  </a:lnTo>
                  <a:lnTo>
                    <a:pt x="91948" y="3170313"/>
                  </a:lnTo>
                  <a:lnTo>
                    <a:pt x="106159" y="3170313"/>
                  </a:lnTo>
                  <a:lnTo>
                    <a:pt x="106159" y="3169716"/>
                  </a:lnTo>
                  <a:lnTo>
                    <a:pt x="91948" y="3169716"/>
                  </a:lnTo>
                  <a:lnTo>
                    <a:pt x="91948" y="3147276"/>
                  </a:lnTo>
                  <a:lnTo>
                    <a:pt x="106159" y="3147276"/>
                  </a:lnTo>
                  <a:lnTo>
                    <a:pt x="106159" y="3146666"/>
                  </a:lnTo>
                  <a:lnTo>
                    <a:pt x="91948" y="3146666"/>
                  </a:lnTo>
                  <a:lnTo>
                    <a:pt x="91948" y="3124200"/>
                  </a:lnTo>
                  <a:lnTo>
                    <a:pt x="106159" y="3124200"/>
                  </a:lnTo>
                  <a:lnTo>
                    <a:pt x="106159" y="3123603"/>
                  </a:lnTo>
                  <a:lnTo>
                    <a:pt x="91948" y="3123603"/>
                  </a:lnTo>
                  <a:lnTo>
                    <a:pt x="91948" y="3101136"/>
                  </a:lnTo>
                  <a:lnTo>
                    <a:pt x="106159" y="3101136"/>
                  </a:lnTo>
                  <a:lnTo>
                    <a:pt x="106159" y="3100540"/>
                  </a:lnTo>
                  <a:lnTo>
                    <a:pt x="91948" y="3100540"/>
                  </a:lnTo>
                  <a:lnTo>
                    <a:pt x="91948" y="3078086"/>
                  </a:lnTo>
                  <a:lnTo>
                    <a:pt x="106159" y="3078086"/>
                  </a:lnTo>
                  <a:lnTo>
                    <a:pt x="106159" y="3077476"/>
                  </a:lnTo>
                  <a:lnTo>
                    <a:pt x="91948" y="3077476"/>
                  </a:lnTo>
                  <a:lnTo>
                    <a:pt x="91948" y="3055023"/>
                  </a:lnTo>
                  <a:lnTo>
                    <a:pt x="106159" y="3055023"/>
                  </a:lnTo>
                  <a:lnTo>
                    <a:pt x="106159" y="3054426"/>
                  </a:lnTo>
                  <a:lnTo>
                    <a:pt x="91948" y="3054426"/>
                  </a:lnTo>
                  <a:lnTo>
                    <a:pt x="91948" y="3031960"/>
                  </a:lnTo>
                  <a:lnTo>
                    <a:pt x="106159" y="3031960"/>
                  </a:lnTo>
                  <a:lnTo>
                    <a:pt x="106159" y="3031363"/>
                  </a:lnTo>
                  <a:lnTo>
                    <a:pt x="91948" y="3031363"/>
                  </a:lnTo>
                  <a:lnTo>
                    <a:pt x="91948" y="3008884"/>
                  </a:lnTo>
                  <a:lnTo>
                    <a:pt x="106159" y="3008884"/>
                  </a:lnTo>
                  <a:lnTo>
                    <a:pt x="106159" y="3008287"/>
                  </a:lnTo>
                  <a:lnTo>
                    <a:pt x="91948" y="3008287"/>
                  </a:lnTo>
                  <a:lnTo>
                    <a:pt x="91948" y="2985833"/>
                  </a:lnTo>
                  <a:lnTo>
                    <a:pt x="106159" y="2985833"/>
                  </a:lnTo>
                  <a:lnTo>
                    <a:pt x="106159" y="2985236"/>
                  </a:lnTo>
                  <a:lnTo>
                    <a:pt x="91948" y="2985236"/>
                  </a:lnTo>
                  <a:lnTo>
                    <a:pt x="91948" y="2962770"/>
                  </a:lnTo>
                  <a:lnTo>
                    <a:pt x="106159" y="2962770"/>
                  </a:lnTo>
                  <a:lnTo>
                    <a:pt x="106159" y="2962160"/>
                  </a:lnTo>
                  <a:lnTo>
                    <a:pt x="91948" y="2962160"/>
                  </a:lnTo>
                  <a:lnTo>
                    <a:pt x="91948" y="2939707"/>
                  </a:lnTo>
                  <a:lnTo>
                    <a:pt x="106159" y="2939707"/>
                  </a:lnTo>
                  <a:lnTo>
                    <a:pt x="106159" y="2939110"/>
                  </a:lnTo>
                  <a:lnTo>
                    <a:pt x="91948" y="2939110"/>
                  </a:lnTo>
                  <a:lnTo>
                    <a:pt x="91948" y="2916656"/>
                  </a:lnTo>
                  <a:lnTo>
                    <a:pt x="106159" y="2916656"/>
                  </a:lnTo>
                  <a:lnTo>
                    <a:pt x="106159" y="2916047"/>
                  </a:lnTo>
                  <a:lnTo>
                    <a:pt x="91948" y="2916047"/>
                  </a:lnTo>
                  <a:lnTo>
                    <a:pt x="91948" y="2893593"/>
                  </a:lnTo>
                  <a:lnTo>
                    <a:pt x="106159" y="2893593"/>
                  </a:lnTo>
                  <a:lnTo>
                    <a:pt x="106159" y="2892983"/>
                  </a:lnTo>
                  <a:lnTo>
                    <a:pt x="91948" y="2892983"/>
                  </a:lnTo>
                  <a:lnTo>
                    <a:pt x="91948" y="233540"/>
                  </a:lnTo>
                  <a:lnTo>
                    <a:pt x="91008" y="235775"/>
                  </a:lnTo>
                  <a:lnTo>
                    <a:pt x="91008" y="3215843"/>
                  </a:lnTo>
                  <a:lnTo>
                    <a:pt x="76771" y="3215843"/>
                  </a:lnTo>
                  <a:lnTo>
                    <a:pt x="76771" y="3193389"/>
                  </a:lnTo>
                  <a:lnTo>
                    <a:pt x="91008" y="3193389"/>
                  </a:lnTo>
                  <a:lnTo>
                    <a:pt x="91008" y="3192792"/>
                  </a:lnTo>
                  <a:lnTo>
                    <a:pt x="76771" y="3192792"/>
                  </a:lnTo>
                  <a:lnTo>
                    <a:pt x="76771" y="3170313"/>
                  </a:lnTo>
                  <a:lnTo>
                    <a:pt x="91008" y="3170313"/>
                  </a:lnTo>
                  <a:lnTo>
                    <a:pt x="91008" y="3169716"/>
                  </a:lnTo>
                  <a:lnTo>
                    <a:pt x="76771" y="3169716"/>
                  </a:lnTo>
                  <a:lnTo>
                    <a:pt x="76771" y="3147276"/>
                  </a:lnTo>
                  <a:lnTo>
                    <a:pt x="91008" y="3147276"/>
                  </a:lnTo>
                  <a:lnTo>
                    <a:pt x="91008" y="3146666"/>
                  </a:lnTo>
                  <a:lnTo>
                    <a:pt x="76771" y="3146666"/>
                  </a:lnTo>
                  <a:lnTo>
                    <a:pt x="76771" y="3124200"/>
                  </a:lnTo>
                  <a:lnTo>
                    <a:pt x="91008" y="3124200"/>
                  </a:lnTo>
                  <a:lnTo>
                    <a:pt x="91008" y="3123603"/>
                  </a:lnTo>
                  <a:lnTo>
                    <a:pt x="76771" y="3123603"/>
                  </a:lnTo>
                  <a:lnTo>
                    <a:pt x="76771" y="3101136"/>
                  </a:lnTo>
                  <a:lnTo>
                    <a:pt x="91008" y="3101136"/>
                  </a:lnTo>
                  <a:lnTo>
                    <a:pt x="91008" y="3100540"/>
                  </a:lnTo>
                  <a:lnTo>
                    <a:pt x="76771" y="3100540"/>
                  </a:lnTo>
                  <a:lnTo>
                    <a:pt x="76771" y="3078086"/>
                  </a:lnTo>
                  <a:lnTo>
                    <a:pt x="91008" y="3078086"/>
                  </a:lnTo>
                  <a:lnTo>
                    <a:pt x="91008" y="3077476"/>
                  </a:lnTo>
                  <a:lnTo>
                    <a:pt x="76771" y="3077476"/>
                  </a:lnTo>
                  <a:lnTo>
                    <a:pt x="76771" y="3055023"/>
                  </a:lnTo>
                  <a:lnTo>
                    <a:pt x="91008" y="3055023"/>
                  </a:lnTo>
                  <a:lnTo>
                    <a:pt x="91008" y="3054426"/>
                  </a:lnTo>
                  <a:lnTo>
                    <a:pt x="76771" y="3054426"/>
                  </a:lnTo>
                  <a:lnTo>
                    <a:pt x="76771" y="3031960"/>
                  </a:lnTo>
                  <a:lnTo>
                    <a:pt x="91008" y="3031960"/>
                  </a:lnTo>
                  <a:lnTo>
                    <a:pt x="91008" y="3031363"/>
                  </a:lnTo>
                  <a:lnTo>
                    <a:pt x="76771" y="3031363"/>
                  </a:lnTo>
                  <a:lnTo>
                    <a:pt x="76771" y="3008884"/>
                  </a:lnTo>
                  <a:lnTo>
                    <a:pt x="91008" y="3008884"/>
                  </a:lnTo>
                  <a:lnTo>
                    <a:pt x="91008" y="3008287"/>
                  </a:lnTo>
                  <a:lnTo>
                    <a:pt x="76771" y="3008287"/>
                  </a:lnTo>
                  <a:lnTo>
                    <a:pt x="76771" y="2985833"/>
                  </a:lnTo>
                  <a:lnTo>
                    <a:pt x="91008" y="2985833"/>
                  </a:lnTo>
                  <a:lnTo>
                    <a:pt x="91008" y="2985236"/>
                  </a:lnTo>
                  <a:lnTo>
                    <a:pt x="76771" y="2985236"/>
                  </a:lnTo>
                  <a:lnTo>
                    <a:pt x="76771" y="2962770"/>
                  </a:lnTo>
                  <a:lnTo>
                    <a:pt x="91008" y="2962770"/>
                  </a:lnTo>
                  <a:lnTo>
                    <a:pt x="91008" y="2962160"/>
                  </a:lnTo>
                  <a:lnTo>
                    <a:pt x="76771" y="2962160"/>
                  </a:lnTo>
                  <a:lnTo>
                    <a:pt x="76771" y="2939707"/>
                  </a:lnTo>
                  <a:lnTo>
                    <a:pt x="91008" y="2939707"/>
                  </a:lnTo>
                  <a:lnTo>
                    <a:pt x="91008" y="2939110"/>
                  </a:lnTo>
                  <a:lnTo>
                    <a:pt x="76771" y="2939110"/>
                  </a:lnTo>
                  <a:lnTo>
                    <a:pt x="76771" y="2916656"/>
                  </a:lnTo>
                  <a:lnTo>
                    <a:pt x="91008" y="2916656"/>
                  </a:lnTo>
                  <a:lnTo>
                    <a:pt x="91008" y="2916047"/>
                  </a:lnTo>
                  <a:lnTo>
                    <a:pt x="76771" y="2916047"/>
                  </a:lnTo>
                  <a:lnTo>
                    <a:pt x="76771" y="2893593"/>
                  </a:lnTo>
                  <a:lnTo>
                    <a:pt x="91008" y="2893593"/>
                  </a:lnTo>
                  <a:lnTo>
                    <a:pt x="91008" y="2892983"/>
                  </a:lnTo>
                  <a:lnTo>
                    <a:pt x="76771" y="2892983"/>
                  </a:lnTo>
                  <a:lnTo>
                    <a:pt x="76771" y="276491"/>
                  </a:lnTo>
                  <a:lnTo>
                    <a:pt x="75831" y="279260"/>
                  </a:lnTo>
                  <a:lnTo>
                    <a:pt x="75831" y="3215843"/>
                  </a:lnTo>
                  <a:lnTo>
                    <a:pt x="61607" y="3215843"/>
                  </a:lnTo>
                  <a:lnTo>
                    <a:pt x="61607" y="3193389"/>
                  </a:lnTo>
                  <a:lnTo>
                    <a:pt x="75831" y="3193389"/>
                  </a:lnTo>
                  <a:lnTo>
                    <a:pt x="75831" y="3192792"/>
                  </a:lnTo>
                  <a:lnTo>
                    <a:pt x="61607" y="3192792"/>
                  </a:lnTo>
                  <a:lnTo>
                    <a:pt x="61607" y="3170313"/>
                  </a:lnTo>
                  <a:lnTo>
                    <a:pt x="75831" y="3170313"/>
                  </a:lnTo>
                  <a:lnTo>
                    <a:pt x="75831" y="3169716"/>
                  </a:lnTo>
                  <a:lnTo>
                    <a:pt x="61607" y="3169716"/>
                  </a:lnTo>
                  <a:lnTo>
                    <a:pt x="61607" y="3147276"/>
                  </a:lnTo>
                  <a:lnTo>
                    <a:pt x="75831" y="3147276"/>
                  </a:lnTo>
                  <a:lnTo>
                    <a:pt x="75831" y="3146666"/>
                  </a:lnTo>
                  <a:lnTo>
                    <a:pt x="61607" y="3146666"/>
                  </a:lnTo>
                  <a:lnTo>
                    <a:pt x="61607" y="3124200"/>
                  </a:lnTo>
                  <a:lnTo>
                    <a:pt x="75831" y="3124200"/>
                  </a:lnTo>
                  <a:lnTo>
                    <a:pt x="75831" y="3123603"/>
                  </a:lnTo>
                  <a:lnTo>
                    <a:pt x="61607" y="3123603"/>
                  </a:lnTo>
                  <a:lnTo>
                    <a:pt x="61607" y="3101136"/>
                  </a:lnTo>
                  <a:lnTo>
                    <a:pt x="75831" y="3101136"/>
                  </a:lnTo>
                  <a:lnTo>
                    <a:pt x="75831" y="3100540"/>
                  </a:lnTo>
                  <a:lnTo>
                    <a:pt x="61607" y="3100540"/>
                  </a:lnTo>
                  <a:lnTo>
                    <a:pt x="61607" y="3078086"/>
                  </a:lnTo>
                  <a:lnTo>
                    <a:pt x="75831" y="3078086"/>
                  </a:lnTo>
                  <a:lnTo>
                    <a:pt x="75831" y="3077476"/>
                  </a:lnTo>
                  <a:lnTo>
                    <a:pt x="61607" y="3077476"/>
                  </a:lnTo>
                  <a:lnTo>
                    <a:pt x="61607" y="3055023"/>
                  </a:lnTo>
                  <a:lnTo>
                    <a:pt x="75831" y="3055023"/>
                  </a:lnTo>
                  <a:lnTo>
                    <a:pt x="75831" y="3054426"/>
                  </a:lnTo>
                  <a:lnTo>
                    <a:pt x="61607" y="3054426"/>
                  </a:lnTo>
                  <a:lnTo>
                    <a:pt x="61607" y="3031960"/>
                  </a:lnTo>
                  <a:lnTo>
                    <a:pt x="75831" y="3031960"/>
                  </a:lnTo>
                  <a:lnTo>
                    <a:pt x="75831" y="3031363"/>
                  </a:lnTo>
                  <a:lnTo>
                    <a:pt x="61607" y="3031363"/>
                  </a:lnTo>
                  <a:lnTo>
                    <a:pt x="61607" y="3008884"/>
                  </a:lnTo>
                  <a:lnTo>
                    <a:pt x="75831" y="3008884"/>
                  </a:lnTo>
                  <a:lnTo>
                    <a:pt x="75831" y="3008287"/>
                  </a:lnTo>
                  <a:lnTo>
                    <a:pt x="61607" y="3008287"/>
                  </a:lnTo>
                  <a:lnTo>
                    <a:pt x="61607" y="2985833"/>
                  </a:lnTo>
                  <a:lnTo>
                    <a:pt x="75831" y="2985833"/>
                  </a:lnTo>
                  <a:lnTo>
                    <a:pt x="75831" y="2985236"/>
                  </a:lnTo>
                  <a:lnTo>
                    <a:pt x="61607" y="2985236"/>
                  </a:lnTo>
                  <a:lnTo>
                    <a:pt x="61607" y="2962770"/>
                  </a:lnTo>
                  <a:lnTo>
                    <a:pt x="75831" y="2962770"/>
                  </a:lnTo>
                  <a:lnTo>
                    <a:pt x="75831" y="2962160"/>
                  </a:lnTo>
                  <a:lnTo>
                    <a:pt x="61607" y="2962160"/>
                  </a:lnTo>
                  <a:lnTo>
                    <a:pt x="61607" y="2939707"/>
                  </a:lnTo>
                  <a:lnTo>
                    <a:pt x="75831" y="2939707"/>
                  </a:lnTo>
                  <a:lnTo>
                    <a:pt x="75831" y="2939110"/>
                  </a:lnTo>
                  <a:lnTo>
                    <a:pt x="61607" y="2939110"/>
                  </a:lnTo>
                  <a:lnTo>
                    <a:pt x="61607" y="2916656"/>
                  </a:lnTo>
                  <a:lnTo>
                    <a:pt x="75831" y="2916656"/>
                  </a:lnTo>
                  <a:lnTo>
                    <a:pt x="75831" y="2916047"/>
                  </a:lnTo>
                  <a:lnTo>
                    <a:pt x="61607" y="2916047"/>
                  </a:lnTo>
                  <a:lnTo>
                    <a:pt x="61607" y="2893593"/>
                  </a:lnTo>
                  <a:lnTo>
                    <a:pt x="75831" y="2893593"/>
                  </a:lnTo>
                  <a:lnTo>
                    <a:pt x="75831" y="2892983"/>
                  </a:lnTo>
                  <a:lnTo>
                    <a:pt x="61607" y="2892983"/>
                  </a:lnTo>
                  <a:lnTo>
                    <a:pt x="61607" y="333336"/>
                  </a:lnTo>
                  <a:lnTo>
                    <a:pt x="60667" y="337604"/>
                  </a:lnTo>
                  <a:lnTo>
                    <a:pt x="60667" y="3215843"/>
                  </a:lnTo>
                  <a:lnTo>
                    <a:pt x="46443" y="3215843"/>
                  </a:lnTo>
                  <a:lnTo>
                    <a:pt x="46443" y="3193389"/>
                  </a:lnTo>
                  <a:lnTo>
                    <a:pt x="60667" y="3193389"/>
                  </a:lnTo>
                  <a:lnTo>
                    <a:pt x="60667" y="3192792"/>
                  </a:lnTo>
                  <a:lnTo>
                    <a:pt x="46443" y="3192792"/>
                  </a:lnTo>
                  <a:lnTo>
                    <a:pt x="46443" y="3170313"/>
                  </a:lnTo>
                  <a:lnTo>
                    <a:pt x="60667" y="3170313"/>
                  </a:lnTo>
                  <a:lnTo>
                    <a:pt x="60667" y="3169716"/>
                  </a:lnTo>
                  <a:lnTo>
                    <a:pt x="46443" y="3169716"/>
                  </a:lnTo>
                  <a:lnTo>
                    <a:pt x="46443" y="3147276"/>
                  </a:lnTo>
                  <a:lnTo>
                    <a:pt x="60667" y="3147276"/>
                  </a:lnTo>
                  <a:lnTo>
                    <a:pt x="60667" y="3146666"/>
                  </a:lnTo>
                  <a:lnTo>
                    <a:pt x="46443" y="3146666"/>
                  </a:lnTo>
                  <a:lnTo>
                    <a:pt x="46443" y="3124200"/>
                  </a:lnTo>
                  <a:lnTo>
                    <a:pt x="60667" y="3124200"/>
                  </a:lnTo>
                  <a:lnTo>
                    <a:pt x="60667" y="3123603"/>
                  </a:lnTo>
                  <a:lnTo>
                    <a:pt x="46443" y="3123603"/>
                  </a:lnTo>
                  <a:lnTo>
                    <a:pt x="46443" y="3101136"/>
                  </a:lnTo>
                  <a:lnTo>
                    <a:pt x="60667" y="3101136"/>
                  </a:lnTo>
                  <a:lnTo>
                    <a:pt x="60667" y="3100540"/>
                  </a:lnTo>
                  <a:lnTo>
                    <a:pt x="46443" y="3100540"/>
                  </a:lnTo>
                  <a:lnTo>
                    <a:pt x="46443" y="3078086"/>
                  </a:lnTo>
                  <a:lnTo>
                    <a:pt x="60667" y="3078086"/>
                  </a:lnTo>
                  <a:lnTo>
                    <a:pt x="60667" y="3077476"/>
                  </a:lnTo>
                  <a:lnTo>
                    <a:pt x="46443" y="3077476"/>
                  </a:lnTo>
                  <a:lnTo>
                    <a:pt x="46443" y="3055023"/>
                  </a:lnTo>
                  <a:lnTo>
                    <a:pt x="60667" y="3055023"/>
                  </a:lnTo>
                  <a:lnTo>
                    <a:pt x="60667" y="3054426"/>
                  </a:lnTo>
                  <a:lnTo>
                    <a:pt x="46443" y="3054426"/>
                  </a:lnTo>
                  <a:lnTo>
                    <a:pt x="46443" y="3031960"/>
                  </a:lnTo>
                  <a:lnTo>
                    <a:pt x="60667" y="3031960"/>
                  </a:lnTo>
                  <a:lnTo>
                    <a:pt x="60667" y="3031363"/>
                  </a:lnTo>
                  <a:lnTo>
                    <a:pt x="46443" y="3031363"/>
                  </a:lnTo>
                  <a:lnTo>
                    <a:pt x="46443" y="3008884"/>
                  </a:lnTo>
                  <a:lnTo>
                    <a:pt x="60667" y="3008884"/>
                  </a:lnTo>
                  <a:lnTo>
                    <a:pt x="60667" y="3008287"/>
                  </a:lnTo>
                  <a:lnTo>
                    <a:pt x="46443" y="3008287"/>
                  </a:lnTo>
                  <a:lnTo>
                    <a:pt x="46443" y="2985833"/>
                  </a:lnTo>
                  <a:lnTo>
                    <a:pt x="60667" y="2985833"/>
                  </a:lnTo>
                  <a:lnTo>
                    <a:pt x="60667" y="2985236"/>
                  </a:lnTo>
                  <a:lnTo>
                    <a:pt x="46443" y="2985236"/>
                  </a:lnTo>
                  <a:lnTo>
                    <a:pt x="46443" y="2962770"/>
                  </a:lnTo>
                  <a:lnTo>
                    <a:pt x="60667" y="2962770"/>
                  </a:lnTo>
                  <a:lnTo>
                    <a:pt x="60667" y="2962160"/>
                  </a:lnTo>
                  <a:lnTo>
                    <a:pt x="46443" y="2962160"/>
                  </a:lnTo>
                  <a:lnTo>
                    <a:pt x="46443" y="2939707"/>
                  </a:lnTo>
                  <a:lnTo>
                    <a:pt x="60667" y="2939707"/>
                  </a:lnTo>
                  <a:lnTo>
                    <a:pt x="60667" y="2939110"/>
                  </a:lnTo>
                  <a:lnTo>
                    <a:pt x="46443" y="2939110"/>
                  </a:lnTo>
                  <a:lnTo>
                    <a:pt x="46443" y="2916656"/>
                  </a:lnTo>
                  <a:lnTo>
                    <a:pt x="60667" y="2916656"/>
                  </a:lnTo>
                  <a:lnTo>
                    <a:pt x="60667" y="2916047"/>
                  </a:lnTo>
                  <a:lnTo>
                    <a:pt x="46443" y="2916047"/>
                  </a:lnTo>
                  <a:lnTo>
                    <a:pt x="46443" y="2893593"/>
                  </a:lnTo>
                  <a:lnTo>
                    <a:pt x="60667" y="2893593"/>
                  </a:lnTo>
                  <a:lnTo>
                    <a:pt x="60667" y="2892983"/>
                  </a:lnTo>
                  <a:lnTo>
                    <a:pt x="46443" y="2892983"/>
                  </a:lnTo>
                  <a:lnTo>
                    <a:pt x="46443" y="410032"/>
                  </a:lnTo>
                  <a:lnTo>
                    <a:pt x="45491" y="415302"/>
                  </a:lnTo>
                  <a:lnTo>
                    <a:pt x="45491" y="3215843"/>
                  </a:lnTo>
                  <a:lnTo>
                    <a:pt x="31280" y="3215843"/>
                  </a:lnTo>
                  <a:lnTo>
                    <a:pt x="31280" y="3193389"/>
                  </a:lnTo>
                  <a:lnTo>
                    <a:pt x="45491" y="3193389"/>
                  </a:lnTo>
                  <a:lnTo>
                    <a:pt x="45491" y="3192792"/>
                  </a:lnTo>
                  <a:lnTo>
                    <a:pt x="31280" y="3192792"/>
                  </a:lnTo>
                  <a:lnTo>
                    <a:pt x="31280" y="3170313"/>
                  </a:lnTo>
                  <a:lnTo>
                    <a:pt x="45491" y="3170313"/>
                  </a:lnTo>
                  <a:lnTo>
                    <a:pt x="45491" y="3169716"/>
                  </a:lnTo>
                  <a:lnTo>
                    <a:pt x="31280" y="3169716"/>
                  </a:lnTo>
                  <a:lnTo>
                    <a:pt x="31280" y="3147276"/>
                  </a:lnTo>
                  <a:lnTo>
                    <a:pt x="45491" y="3147276"/>
                  </a:lnTo>
                  <a:lnTo>
                    <a:pt x="45491" y="3146666"/>
                  </a:lnTo>
                  <a:lnTo>
                    <a:pt x="31280" y="3146666"/>
                  </a:lnTo>
                  <a:lnTo>
                    <a:pt x="31280" y="3124200"/>
                  </a:lnTo>
                  <a:lnTo>
                    <a:pt x="45491" y="3124200"/>
                  </a:lnTo>
                  <a:lnTo>
                    <a:pt x="45491" y="3123603"/>
                  </a:lnTo>
                  <a:lnTo>
                    <a:pt x="31280" y="3123603"/>
                  </a:lnTo>
                  <a:lnTo>
                    <a:pt x="31280" y="3101136"/>
                  </a:lnTo>
                  <a:lnTo>
                    <a:pt x="45491" y="3101136"/>
                  </a:lnTo>
                  <a:lnTo>
                    <a:pt x="45491" y="3100540"/>
                  </a:lnTo>
                  <a:lnTo>
                    <a:pt x="31280" y="3100540"/>
                  </a:lnTo>
                  <a:lnTo>
                    <a:pt x="31280" y="3078086"/>
                  </a:lnTo>
                  <a:lnTo>
                    <a:pt x="45491" y="3078086"/>
                  </a:lnTo>
                  <a:lnTo>
                    <a:pt x="45491" y="3077476"/>
                  </a:lnTo>
                  <a:lnTo>
                    <a:pt x="31280" y="3077476"/>
                  </a:lnTo>
                  <a:lnTo>
                    <a:pt x="31280" y="3055023"/>
                  </a:lnTo>
                  <a:lnTo>
                    <a:pt x="45491" y="3055023"/>
                  </a:lnTo>
                  <a:lnTo>
                    <a:pt x="45491" y="3054426"/>
                  </a:lnTo>
                  <a:lnTo>
                    <a:pt x="31280" y="3054426"/>
                  </a:lnTo>
                  <a:lnTo>
                    <a:pt x="31280" y="3031960"/>
                  </a:lnTo>
                  <a:lnTo>
                    <a:pt x="45491" y="3031960"/>
                  </a:lnTo>
                  <a:lnTo>
                    <a:pt x="45491" y="3031363"/>
                  </a:lnTo>
                  <a:lnTo>
                    <a:pt x="31280" y="3031363"/>
                  </a:lnTo>
                  <a:lnTo>
                    <a:pt x="31280" y="3008884"/>
                  </a:lnTo>
                  <a:lnTo>
                    <a:pt x="45491" y="3008884"/>
                  </a:lnTo>
                  <a:lnTo>
                    <a:pt x="45491" y="3008287"/>
                  </a:lnTo>
                  <a:lnTo>
                    <a:pt x="31280" y="3008287"/>
                  </a:lnTo>
                  <a:lnTo>
                    <a:pt x="31280" y="2985833"/>
                  </a:lnTo>
                  <a:lnTo>
                    <a:pt x="45491" y="2985833"/>
                  </a:lnTo>
                  <a:lnTo>
                    <a:pt x="45491" y="2985236"/>
                  </a:lnTo>
                  <a:lnTo>
                    <a:pt x="31280" y="2985236"/>
                  </a:lnTo>
                  <a:lnTo>
                    <a:pt x="31280" y="2962770"/>
                  </a:lnTo>
                  <a:lnTo>
                    <a:pt x="45491" y="2962770"/>
                  </a:lnTo>
                  <a:lnTo>
                    <a:pt x="45491" y="2962160"/>
                  </a:lnTo>
                  <a:lnTo>
                    <a:pt x="31280" y="2962160"/>
                  </a:lnTo>
                  <a:lnTo>
                    <a:pt x="31280" y="2939707"/>
                  </a:lnTo>
                  <a:lnTo>
                    <a:pt x="45491" y="2939707"/>
                  </a:lnTo>
                  <a:lnTo>
                    <a:pt x="45491" y="2939110"/>
                  </a:lnTo>
                  <a:lnTo>
                    <a:pt x="31280" y="2939110"/>
                  </a:lnTo>
                  <a:lnTo>
                    <a:pt x="31280" y="2916656"/>
                  </a:lnTo>
                  <a:lnTo>
                    <a:pt x="45491" y="2916656"/>
                  </a:lnTo>
                  <a:lnTo>
                    <a:pt x="45491" y="2916047"/>
                  </a:lnTo>
                  <a:lnTo>
                    <a:pt x="31280" y="2916047"/>
                  </a:lnTo>
                  <a:lnTo>
                    <a:pt x="31280" y="2893593"/>
                  </a:lnTo>
                  <a:lnTo>
                    <a:pt x="45491" y="2893593"/>
                  </a:lnTo>
                  <a:lnTo>
                    <a:pt x="45491" y="2892983"/>
                  </a:lnTo>
                  <a:lnTo>
                    <a:pt x="31280" y="2892983"/>
                  </a:lnTo>
                  <a:lnTo>
                    <a:pt x="31280" y="527583"/>
                  </a:lnTo>
                  <a:lnTo>
                    <a:pt x="31280" y="526313"/>
                  </a:lnTo>
                  <a:lnTo>
                    <a:pt x="31280" y="519963"/>
                  </a:lnTo>
                  <a:lnTo>
                    <a:pt x="30886" y="519963"/>
                  </a:lnTo>
                  <a:lnTo>
                    <a:pt x="30886" y="526313"/>
                  </a:lnTo>
                  <a:lnTo>
                    <a:pt x="30429" y="526313"/>
                  </a:lnTo>
                  <a:lnTo>
                    <a:pt x="30429" y="527583"/>
                  </a:lnTo>
                  <a:lnTo>
                    <a:pt x="30340" y="2892983"/>
                  </a:lnTo>
                  <a:lnTo>
                    <a:pt x="30340" y="3215843"/>
                  </a:lnTo>
                  <a:lnTo>
                    <a:pt x="16103" y="3215843"/>
                  </a:lnTo>
                  <a:lnTo>
                    <a:pt x="16103" y="3193389"/>
                  </a:lnTo>
                  <a:lnTo>
                    <a:pt x="30340" y="3193389"/>
                  </a:lnTo>
                  <a:lnTo>
                    <a:pt x="30340" y="3192792"/>
                  </a:lnTo>
                  <a:lnTo>
                    <a:pt x="16103" y="3192792"/>
                  </a:lnTo>
                  <a:lnTo>
                    <a:pt x="16103" y="3170313"/>
                  </a:lnTo>
                  <a:lnTo>
                    <a:pt x="30340" y="3170313"/>
                  </a:lnTo>
                  <a:lnTo>
                    <a:pt x="30340" y="3169716"/>
                  </a:lnTo>
                  <a:lnTo>
                    <a:pt x="16103" y="3169716"/>
                  </a:lnTo>
                  <a:lnTo>
                    <a:pt x="16103" y="3147276"/>
                  </a:lnTo>
                  <a:lnTo>
                    <a:pt x="30340" y="3147276"/>
                  </a:lnTo>
                  <a:lnTo>
                    <a:pt x="30340" y="3146666"/>
                  </a:lnTo>
                  <a:lnTo>
                    <a:pt x="16103" y="3146666"/>
                  </a:lnTo>
                  <a:lnTo>
                    <a:pt x="16103" y="3124200"/>
                  </a:lnTo>
                  <a:lnTo>
                    <a:pt x="30340" y="3124200"/>
                  </a:lnTo>
                  <a:lnTo>
                    <a:pt x="30340" y="3123603"/>
                  </a:lnTo>
                  <a:lnTo>
                    <a:pt x="16103" y="3123603"/>
                  </a:lnTo>
                  <a:lnTo>
                    <a:pt x="16103" y="3101136"/>
                  </a:lnTo>
                  <a:lnTo>
                    <a:pt x="30340" y="3101136"/>
                  </a:lnTo>
                  <a:lnTo>
                    <a:pt x="30340" y="3100540"/>
                  </a:lnTo>
                  <a:lnTo>
                    <a:pt x="16103" y="3100540"/>
                  </a:lnTo>
                  <a:lnTo>
                    <a:pt x="16103" y="3078086"/>
                  </a:lnTo>
                  <a:lnTo>
                    <a:pt x="30340" y="3078086"/>
                  </a:lnTo>
                  <a:lnTo>
                    <a:pt x="30340" y="3077476"/>
                  </a:lnTo>
                  <a:lnTo>
                    <a:pt x="16103" y="3077476"/>
                  </a:lnTo>
                  <a:lnTo>
                    <a:pt x="16103" y="3055023"/>
                  </a:lnTo>
                  <a:lnTo>
                    <a:pt x="30340" y="3055023"/>
                  </a:lnTo>
                  <a:lnTo>
                    <a:pt x="30340" y="3054426"/>
                  </a:lnTo>
                  <a:lnTo>
                    <a:pt x="16103" y="3054426"/>
                  </a:lnTo>
                  <a:lnTo>
                    <a:pt x="16103" y="3031960"/>
                  </a:lnTo>
                  <a:lnTo>
                    <a:pt x="30340" y="3031960"/>
                  </a:lnTo>
                  <a:lnTo>
                    <a:pt x="30340" y="3031363"/>
                  </a:lnTo>
                  <a:lnTo>
                    <a:pt x="16103" y="3031363"/>
                  </a:lnTo>
                  <a:lnTo>
                    <a:pt x="16103" y="3008884"/>
                  </a:lnTo>
                  <a:lnTo>
                    <a:pt x="30340" y="3008884"/>
                  </a:lnTo>
                  <a:lnTo>
                    <a:pt x="30340" y="3008287"/>
                  </a:lnTo>
                  <a:lnTo>
                    <a:pt x="16103" y="3008287"/>
                  </a:lnTo>
                  <a:lnTo>
                    <a:pt x="16103" y="2985833"/>
                  </a:lnTo>
                  <a:lnTo>
                    <a:pt x="30340" y="2985833"/>
                  </a:lnTo>
                  <a:lnTo>
                    <a:pt x="30340" y="2985236"/>
                  </a:lnTo>
                  <a:lnTo>
                    <a:pt x="16103" y="2985236"/>
                  </a:lnTo>
                  <a:lnTo>
                    <a:pt x="16103" y="2962770"/>
                  </a:lnTo>
                  <a:lnTo>
                    <a:pt x="30340" y="2962770"/>
                  </a:lnTo>
                  <a:lnTo>
                    <a:pt x="30340" y="2962160"/>
                  </a:lnTo>
                  <a:lnTo>
                    <a:pt x="16103" y="2962160"/>
                  </a:lnTo>
                  <a:lnTo>
                    <a:pt x="16103" y="2939707"/>
                  </a:lnTo>
                  <a:lnTo>
                    <a:pt x="30340" y="2939707"/>
                  </a:lnTo>
                  <a:lnTo>
                    <a:pt x="30340" y="2939110"/>
                  </a:lnTo>
                  <a:lnTo>
                    <a:pt x="16103" y="2939110"/>
                  </a:lnTo>
                  <a:lnTo>
                    <a:pt x="16103" y="2916656"/>
                  </a:lnTo>
                  <a:lnTo>
                    <a:pt x="30340" y="2916656"/>
                  </a:lnTo>
                  <a:lnTo>
                    <a:pt x="30340" y="2916047"/>
                  </a:lnTo>
                  <a:lnTo>
                    <a:pt x="16103" y="2916047"/>
                  </a:lnTo>
                  <a:lnTo>
                    <a:pt x="16103" y="2893593"/>
                  </a:lnTo>
                  <a:lnTo>
                    <a:pt x="30340" y="2893593"/>
                  </a:lnTo>
                  <a:lnTo>
                    <a:pt x="30340" y="2892983"/>
                  </a:lnTo>
                  <a:lnTo>
                    <a:pt x="16103" y="2892983"/>
                  </a:lnTo>
                  <a:lnTo>
                    <a:pt x="16103" y="676478"/>
                  </a:lnTo>
                  <a:lnTo>
                    <a:pt x="15163" y="687679"/>
                  </a:lnTo>
                  <a:lnTo>
                    <a:pt x="15163" y="2892983"/>
                  </a:lnTo>
                  <a:lnTo>
                    <a:pt x="939" y="2892983"/>
                  </a:lnTo>
                  <a:lnTo>
                    <a:pt x="939" y="996759"/>
                  </a:lnTo>
                  <a:lnTo>
                    <a:pt x="0" y="1030401"/>
                  </a:lnTo>
                  <a:lnTo>
                    <a:pt x="0" y="2836849"/>
                  </a:lnTo>
                  <a:lnTo>
                    <a:pt x="711" y="2892983"/>
                  </a:lnTo>
                  <a:lnTo>
                    <a:pt x="711" y="2893250"/>
                  </a:lnTo>
                  <a:lnTo>
                    <a:pt x="939" y="2910802"/>
                  </a:lnTo>
                  <a:lnTo>
                    <a:pt x="939" y="2893593"/>
                  </a:lnTo>
                  <a:lnTo>
                    <a:pt x="15163" y="2893593"/>
                  </a:lnTo>
                  <a:lnTo>
                    <a:pt x="15163" y="2916047"/>
                  </a:lnTo>
                  <a:lnTo>
                    <a:pt x="1003" y="2916047"/>
                  </a:lnTo>
                  <a:lnTo>
                    <a:pt x="1016" y="2916656"/>
                  </a:lnTo>
                  <a:lnTo>
                    <a:pt x="15163" y="2916656"/>
                  </a:lnTo>
                  <a:lnTo>
                    <a:pt x="15163" y="2939110"/>
                  </a:lnTo>
                  <a:lnTo>
                    <a:pt x="1371" y="2939110"/>
                  </a:lnTo>
                  <a:lnTo>
                    <a:pt x="1384" y="2939707"/>
                  </a:lnTo>
                  <a:lnTo>
                    <a:pt x="15163" y="2939707"/>
                  </a:lnTo>
                  <a:lnTo>
                    <a:pt x="15163" y="2962160"/>
                  </a:lnTo>
                  <a:lnTo>
                    <a:pt x="1778" y="2962160"/>
                  </a:lnTo>
                  <a:lnTo>
                    <a:pt x="1790" y="2962770"/>
                  </a:lnTo>
                  <a:lnTo>
                    <a:pt x="15163" y="2962770"/>
                  </a:lnTo>
                  <a:lnTo>
                    <a:pt x="15163" y="2985236"/>
                  </a:lnTo>
                  <a:lnTo>
                    <a:pt x="2184" y="2985236"/>
                  </a:lnTo>
                  <a:lnTo>
                    <a:pt x="2197" y="2985833"/>
                  </a:lnTo>
                  <a:lnTo>
                    <a:pt x="15163" y="2985833"/>
                  </a:lnTo>
                  <a:lnTo>
                    <a:pt x="15163" y="3008287"/>
                  </a:lnTo>
                  <a:lnTo>
                    <a:pt x="2590" y="3008287"/>
                  </a:lnTo>
                  <a:lnTo>
                    <a:pt x="2603" y="3008884"/>
                  </a:lnTo>
                  <a:lnTo>
                    <a:pt x="15163" y="3008884"/>
                  </a:lnTo>
                  <a:lnTo>
                    <a:pt x="15163" y="3031363"/>
                  </a:lnTo>
                  <a:lnTo>
                    <a:pt x="3009" y="3031363"/>
                  </a:lnTo>
                  <a:lnTo>
                    <a:pt x="3009" y="3031960"/>
                  </a:lnTo>
                  <a:lnTo>
                    <a:pt x="15163" y="3031960"/>
                  </a:lnTo>
                  <a:lnTo>
                    <a:pt x="15163" y="3054426"/>
                  </a:lnTo>
                  <a:lnTo>
                    <a:pt x="3416" y="3054426"/>
                  </a:lnTo>
                  <a:lnTo>
                    <a:pt x="3429" y="3055023"/>
                  </a:lnTo>
                  <a:lnTo>
                    <a:pt x="15163" y="3055023"/>
                  </a:lnTo>
                  <a:lnTo>
                    <a:pt x="15163" y="3077476"/>
                  </a:lnTo>
                  <a:lnTo>
                    <a:pt x="3822" y="3077476"/>
                  </a:lnTo>
                  <a:lnTo>
                    <a:pt x="3835" y="3078086"/>
                  </a:lnTo>
                  <a:lnTo>
                    <a:pt x="15163" y="3078086"/>
                  </a:lnTo>
                  <a:lnTo>
                    <a:pt x="15163" y="3100540"/>
                  </a:lnTo>
                  <a:lnTo>
                    <a:pt x="4229" y="3100540"/>
                  </a:lnTo>
                  <a:lnTo>
                    <a:pt x="4241" y="3101136"/>
                  </a:lnTo>
                  <a:lnTo>
                    <a:pt x="15163" y="3101136"/>
                  </a:lnTo>
                  <a:lnTo>
                    <a:pt x="15163" y="3123603"/>
                  </a:lnTo>
                  <a:lnTo>
                    <a:pt x="4635" y="3123603"/>
                  </a:lnTo>
                  <a:lnTo>
                    <a:pt x="4648" y="3124200"/>
                  </a:lnTo>
                  <a:lnTo>
                    <a:pt x="15163" y="3124200"/>
                  </a:lnTo>
                  <a:lnTo>
                    <a:pt x="15163" y="3146666"/>
                  </a:lnTo>
                  <a:lnTo>
                    <a:pt x="5054" y="3146666"/>
                  </a:lnTo>
                  <a:lnTo>
                    <a:pt x="5054" y="3147276"/>
                  </a:lnTo>
                  <a:lnTo>
                    <a:pt x="15163" y="3147276"/>
                  </a:lnTo>
                  <a:lnTo>
                    <a:pt x="15163" y="3169716"/>
                  </a:lnTo>
                  <a:lnTo>
                    <a:pt x="5461" y="3169716"/>
                  </a:lnTo>
                  <a:lnTo>
                    <a:pt x="5473" y="3170313"/>
                  </a:lnTo>
                  <a:lnTo>
                    <a:pt x="15163" y="3170313"/>
                  </a:lnTo>
                  <a:lnTo>
                    <a:pt x="15163" y="3192792"/>
                  </a:lnTo>
                  <a:lnTo>
                    <a:pt x="5867" y="3192792"/>
                  </a:lnTo>
                  <a:lnTo>
                    <a:pt x="5880" y="3193389"/>
                  </a:lnTo>
                  <a:lnTo>
                    <a:pt x="15163" y="3193389"/>
                  </a:lnTo>
                  <a:lnTo>
                    <a:pt x="15163" y="3215843"/>
                  </a:lnTo>
                  <a:lnTo>
                    <a:pt x="6273" y="3215843"/>
                  </a:lnTo>
                  <a:lnTo>
                    <a:pt x="6286" y="3216440"/>
                  </a:lnTo>
                  <a:lnTo>
                    <a:pt x="15163" y="3216440"/>
                  </a:lnTo>
                  <a:lnTo>
                    <a:pt x="15163" y="3238017"/>
                  </a:lnTo>
                  <a:lnTo>
                    <a:pt x="16103" y="3238017"/>
                  </a:lnTo>
                  <a:lnTo>
                    <a:pt x="16103" y="3216440"/>
                  </a:lnTo>
                  <a:lnTo>
                    <a:pt x="30340" y="3216440"/>
                  </a:lnTo>
                  <a:lnTo>
                    <a:pt x="30340" y="3237763"/>
                  </a:lnTo>
                  <a:lnTo>
                    <a:pt x="31280" y="3237763"/>
                  </a:lnTo>
                  <a:lnTo>
                    <a:pt x="31280" y="3216440"/>
                  </a:lnTo>
                  <a:lnTo>
                    <a:pt x="45491" y="3216440"/>
                  </a:lnTo>
                  <a:lnTo>
                    <a:pt x="45491" y="3238017"/>
                  </a:lnTo>
                  <a:lnTo>
                    <a:pt x="46443" y="3238017"/>
                  </a:lnTo>
                  <a:lnTo>
                    <a:pt x="46443" y="3216440"/>
                  </a:lnTo>
                  <a:lnTo>
                    <a:pt x="60667" y="3216440"/>
                  </a:lnTo>
                  <a:lnTo>
                    <a:pt x="60667" y="3238017"/>
                  </a:lnTo>
                  <a:lnTo>
                    <a:pt x="61607" y="3238017"/>
                  </a:lnTo>
                  <a:lnTo>
                    <a:pt x="61607" y="3216440"/>
                  </a:lnTo>
                  <a:lnTo>
                    <a:pt x="75831" y="3216440"/>
                  </a:lnTo>
                  <a:lnTo>
                    <a:pt x="75831" y="3238017"/>
                  </a:lnTo>
                  <a:lnTo>
                    <a:pt x="76771" y="3238017"/>
                  </a:lnTo>
                  <a:lnTo>
                    <a:pt x="76771" y="3216440"/>
                  </a:lnTo>
                  <a:lnTo>
                    <a:pt x="91008" y="3216440"/>
                  </a:lnTo>
                  <a:lnTo>
                    <a:pt x="91008" y="3238017"/>
                  </a:lnTo>
                  <a:lnTo>
                    <a:pt x="91948" y="3238017"/>
                  </a:lnTo>
                  <a:lnTo>
                    <a:pt x="91948" y="3216440"/>
                  </a:lnTo>
                  <a:lnTo>
                    <a:pt x="106159" y="3216440"/>
                  </a:lnTo>
                  <a:lnTo>
                    <a:pt x="106159" y="3238017"/>
                  </a:lnTo>
                  <a:lnTo>
                    <a:pt x="107111" y="3238017"/>
                  </a:lnTo>
                  <a:lnTo>
                    <a:pt x="107111" y="3216440"/>
                  </a:lnTo>
                  <a:lnTo>
                    <a:pt x="121323" y="3216440"/>
                  </a:lnTo>
                  <a:lnTo>
                    <a:pt x="121323" y="3237763"/>
                  </a:lnTo>
                  <a:lnTo>
                    <a:pt x="122275" y="3237763"/>
                  </a:lnTo>
                  <a:lnTo>
                    <a:pt x="122275" y="3216440"/>
                  </a:lnTo>
                  <a:lnTo>
                    <a:pt x="136486" y="3216440"/>
                  </a:lnTo>
                  <a:lnTo>
                    <a:pt x="136486" y="3238017"/>
                  </a:lnTo>
                  <a:lnTo>
                    <a:pt x="137439" y="3238017"/>
                  </a:lnTo>
                  <a:lnTo>
                    <a:pt x="137439" y="3216440"/>
                  </a:lnTo>
                  <a:lnTo>
                    <a:pt x="151663" y="3216440"/>
                  </a:lnTo>
                  <a:lnTo>
                    <a:pt x="151663" y="3238017"/>
                  </a:lnTo>
                  <a:lnTo>
                    <a:pt x="152615" y="3238017"/>
                  </a:lnTo>
                  <a:lnTo>
                    <a:pt x="152615" y="3216440"/>
                  </a:lnTo>
                  <a:lnTo>
                    <a:pt x="166827" y="3216440"/>
                  </a:lnTo>
                  <a:lnTo>
                    <a:pt x="166827" y="3238017"/>
                  </a:lnTo>
                  <a:lnTo>
                    <a:pt x="167779" y="3238017"/>
                  </a:lnTo>
                  <a:lnTo>
                    <a:pt x="167779" y="3216440"/>
                  </a:lnTo>
                  <a:lnTo>
                    <a:pt x="181991" y="3216440"/>
                  </a:lnTo>
                  <a:lnTo>
                    <a:pt x="181991" y="3238017"/>
                  </a:lnTo>
                  <a:lnTo>
                    <a:pt x="182930" y="3238017"/>
                  </a:lnTo>
                  <a:lnTo>
                    <a:pt x="182930" y="3216440"/>
                  </a:lnTo>
                  <a:lnTo>
                    <a:pt x="197154" y="3216440"/>
                  </a:lnTo>
                  <a:lnTo>
                    <a:pt x="197154" y="3238017"/>
                  </a:lnTo>
                  <a:lnTo>
                    <a:pt x="198094" y="3238017"/>
                  </a:lnTo>
                  <a:lnTo>
                    <a:pt x="198094" y="3216440"/>
                  </a:lnTo>
                  <a:lnTo>
                    <a:pt x="212331" y="3216440"/>
                  </a:lnTo>
                  <a:lnTo>
                    <a:pt x="212331" y="3238017"/>
                  </a:lnTo>
                  <a:lnTo>
                    <a:pt x="213271" y="3238017"/>
                  </a:lnTo>
                  <a:lnTo>
                    <a:pt x="213271" y="3216440"/>
                  </a:lnTo>
                  <a:lnTo>
                    <a:pt x="227495" y="3216440"/>
                  </a:lnTo>
                  <a:lnTo>
                    <a:pt x="227495" y="3238017"/>
                  </a:lnTo>
                  <a:lnTo>
                    <a:pt x="228434" y="3238017"/>
                  </a:lnTo>
                  <a:lnTo>
                    <a:pt x="228434" y="3216440"/>
                  </a:lnTo>
                  <a:lnTo>
                    <a:pt x="242658" y="3216440"/>
                  </a:lnTo>
                  <a:lnTo>
                    <a:pt x="242658" y="3238017"/>
                  </a:lnTo>
                  <a:lnTo>
                    <a:pt x="243598" y="3238017"/>
                  </a:lnTo>
                  <a:lnTo>
                    <a:pt x="243598" y="3216440"/>
                  </a:lnTo>
                  <a:lnTo>
                    <a:pt x="257822" y="3216440"/>
                  </a:lnTo>
                  <a:lnTo>
                    <a:pt x="257822" y="3238017"/>
                  </a:lnTo>
                  <a:lnTo>
                    <a:pt x="258762" y="3238017"/>
                  </a:lnTo>
                  <a:lnTo>
                    <a:pt x="258762" y="3216440"/>
                  </a:lnTo>
                  <a:lnTo>
                    <a:pt x="272999" y="3216440"/>
                  </a:lnTo>
                  <a:lnTo>
                    <a:pt x="272999" y="3238017"/>
                  </a:lnTo>
                  <a:lnTo>
                    <a:pt x="273939" y="3238017"/>
                  </a:lnTo>
                  <a:lnTo>
                    <a:pt x="273939" y="3216440"/>
                  </a:lnTo>
                  <a:lnTo>
                    <a:pt x="288163" y="3216440"/>
                  </a:lnTo>
                  <a:lnTo>
                    <a:pt x="288163" y="3238017"/>
                  </a:lnTo>
                  <a:lnTo>
                    <a:pt x="289102" y="3238017"/>
                  </a:lnTo>
                  <a:lnTo>
                    <a:pt x="289102" y="3216440"/>
                  </a:lnTo>
                  <a:lnTo>
                    <a:pt x="303326" y="3216440"/>
                  </a:lnTo>
                  <a:lnTo>
                    <a:pt x="303326" y="3238017"/>
                  </a:lnTo>
                  <a:lnTo>
                    <a:pt x="304279" y="3238017"/>
                  </a:lnTo>
                  <a:lnTo>
                    <a:pt x="304279" y="3216440"/>
                  </a:lnTo>
                  <a:lnTo>
                    <a:pt x="318490" y="3216440"/>
                  </a:lnTo>
                  <a:lnTo>
                    <a:pt x="318490" y="3238017"/>
                  </a:lnTo>
                  <a:lnTo>
                    <a:pt x="319430" y="3238017"/>
                  </a:lnTo>
                  <a:lnTo>
                    <a:pt x="319430" y="3216440"/>
                  </a:lnTo>
                  <a:lnTo>
                    <a:pt x="333654" y="3216440"/>
                  </a:lnTo>
                  <a:lnTo>
                    <a:pt x="333654" y="3238017"/>
                  </a:lnTo>
                  <a:lnTo>
                    <a:pt x="334594" y="3238017"/>
                  </a:lnTo>
                  <a:lnTo>
                    <a:pt x="334594" y="3216440"/>
                  </a:lnTo>
                  <a:lnTo>
                    <a:pt x="348830" y="3216440"/>
                  </a:lnTo>
                  <a:lnTo>
                    <a:pt x="348830" y="3238017"/>
                  </a:lnTo>
                  <a:lnTo>
                    <a:pt x="349770" y="3238017"/>
                  </a:lnTo>
                  <a:lnTo>
                    <a:pt x="349770" y="3216440"/>
                  </a:lnTo>
                  <a:lnTo>
                    <a:pt x="363994" y="3216440"/>
                  </a:lnTo>
                  <a:lnTo>
                    <a:pt x="363994" y="3238017"/>
                  </a:lnTo>
                  <a:lnTo>
                    <a:pt x="364947" y="3238017"/>
                  </a:lnTo>
                  <a:lnTo>
                    <a:pt x="364934" y="3216440"/>
                  </a:lnTo>
                  <a:lnTo>
                    <a:pt x="379145" y="3216440"/>
                  </a:lnTo>
                  <a:lnTo>
                    <a:pt x="379145" y="3238017"/>
                  </a:lnTo>
                  <a:lnTo>
                    <a:pt x="380098" y="3238017"/>
                  </a:lnTo>
                  <a:lnTo>
                    <a:pt x="380098" y="3216440"/>
                  </a:lnTo>
                  <a:lnTo>
                    <a:pt x="394322" y="3216440"/>
                  </a:lnTo>
                  <a:lnTo>
                    <a:pt x="394322" y="3238017"/>
                  </a:lnTo>
                  <a:lnTo>
                    <a:pt x="395262" y="3238017"/>
                  </a:lnTo>
                  <a:lnTo>
                    <a:pt x="395262" y="3216440"/>
                  </a:lnTo>
                  <a:lnTo>
                    <a:pt x="409486" y="3216440"/>
                  </a:lnTo>
                  <a:lnTo>
                    <a:pt x="409486" y="3238017"/>
                  </a:lnTo>
                  <a:lnTo>
                    <a:pt x="410425" y="3238017"/>
                  </a:lnTo>
                  <a:lnTo>
                    <a:pt x="410425" y="3216440"/>
                  </a:lnTo>
                  <a:lnTo>
                    <a:pt x="424662" y="3216440"/>
                  </a:lnTo>
                  <a:lnTo>
                    <a:pt x="424662" y="3238017"/>
                  </a:lnTo>
                  <a:lnTo>
                    <a:pt x="425602" y="3238017"/>
                  </a:lnTo>
                  <a:lnTo>
                    <a:pt x="425602" y="3216440"/>
                  </a:lnTo>
                  <a:lnTo>
                    <a:pt x="439813" y="3216440"/>
                  </a:lnTo>
                  <a:lnTo>
                    <a:pt x="439813" y="3238017"/>
                  </a:lnTo>
                  <a:lnTo>
                    <a:pt x="440766" y="3238017"/>
                  </a:lnTo>
                  <a:lnTo>
                    <a:pt x="440766" y="3216440"/>
                  </a:lnTo>
                  <a:lnTo>
                    <a:pt x="454990" y="3216440"/>
                  </a:lnTo>
                  <a:lnTo>
                    <a:pt x="454990" y="3238017"/>
                  </a:lnTo>
                  <a:lnTo>
                    <a:pt x="455930" y="3238017"/>
                  </a:lnTo>
                  <a:lnTo>
                    <a:pt x="455930" y="3216440"/>
                  </a:lnTo>
                  <a:lnTo>
                    <a:pt x="470154" y="3216440"/>
                  </a:lnTo>
                  <a:lnTo>
                    <a:pt x="470154" y="3238017"/>
                  </a:lnTo>
                  <a:lnTo>
                    <a:pt x="471093" y="3238017"/>
                  </a:lnTo>
                  <a:lnTo>
                    <a:pt x="471093" y="3216440"/>
                  </a:lnTo>
                  <a:lnTo>
                    <a:pt x="485330" y="3216440"/>
                  </a:lnTo>
                  <a:lnTo>
                    <a:pt x="485330" y="3238017"/>
                  </a:lnTo>
                  <a:lnTo>
                    <a:pt x="486270" y="3238017"/>
                  </a:lnTo>
                  <a:lnTo>
                    <a:pt x="486270" y="3216440"/>
                  </a:lnTo>
                  <a:lnTo>
                    <a:pt x="500481" y="3216440"/>
                  </a:lnTo>
                  <a:lnTo>
                    <a:pt x="500481" y="3238017"/>
                  </a:lnTo>
                  <a:lnTo>
                    <a:pt x="501434" y="3238017"/>
                  </a:lnTo>
                  <a:lnTo>
                    <a:pt x="501434" y="3216440"/>
                  </a:lnTo>
                  <a:lnTo>
                    <a:pt x="515645" y="3216440"/>
                  </a:lnTo>
                  <a:lnTo>
                    <a:pt x="515645" y="3238017"/>
                  </a:lnTo>
                  <a:lnTo>
                    <a:pt x="516585" y="3238017"/>
                  </a:lnTo>
                  <a:lnTo>
                    <a:pt x="516585" y="3216440"/>
                  </a:lnTo>
                  <a:lnTo>
                    <a:pt x="530821" y="3216440"/>
                  </a:lnTo>
                  <a:lnTo>
                    <a:pt x="530821" y="3238017"/>
                  </a:lnTo>
                  <a:lnTo>
                    <a:pt x="531761" y="3238017"/>
                  </a:lnTo>
                  <a:lnTo>
                    <a:pt x="531761" y="3216440"/>
                  </a:lnTo>
                  <a:lnTo>
                    <a:pt x="545985" y="3216440"/>
                  </a:lnTo>
                  <a:lnTo>
                    <a:pt x="545985" y="3238017"/>
                  </a:lnTo>
                  <a:lnTo>
                    <a:pt x="546925" y="3238017"/>
                  </a:lnTo>
                  <a:lnTo>
                    <a:pt x="546925" y="3216440"/>
                  </a:lnTo>
                  <a:lnTo>
                    <a:pt x="561149" y="3216440"/>
                  </a:lnTo>
                  <a:lnTo>
                    <a:pt x="561149" y="3238017"/>
                  </a:lnTo>
                  <a:lnTo>
                    <a:pt x="562102" y="3238017"/>
                  </a:lnTo>
                  <a:lnTo>
                    <a:pt x="562102" y="3216440"/>
                  </a:lnTo>
                  <a:lnTo>
                    <a:pt x="576313" y="3216440"/>
                  </a:lnTo>
                  <a:lnTo>
                    <a:pt x="576313" y="3238017"/>
                  </a:lnTo>
                  <a:lnTo>
                    <a:pt x="577265" y="3238017"/>
                  </a:lnTo>
                  <a:lnTo>
                    <a:pt x="577265" y="3216440"/>
                  </a:lnTo>
                  <a:lnTo>
                    <a:pt x="591477" y="3216440"/>
                  </a:lnTo>
                  <a:lnTo>
                    <a:pt x="591477" y="3238017"/>
                  </a:lnTo>
                  <a:lnTo>
                    <a:pt x="592429" y="3238017"/>
                  </a:lnTo>
                  <a:lnTo>
                    <a:pt x="592429" y="3216440"/>
                  </a:lnTo>
                  <a:lnTo>
                    <a:pt x="606653" y="3216440"/>
                  </a:lnTo>
                  <a:lnTo>
                    <a:pt x="606653" y="3237763"/>
                  </a:lnTo>
                  <a:lnTo>
                    <a:pt x="607606" y="3237763"/>
                  </a:lnTo>
                  <a:lnTo>
                    <a:pt x="607606" y="3216440"/>
                  </a:lnTo>
                  <a:lnTo>
                    <a:pt x="621817" y="3216440"/>
                  </a:lnTo>
                  <a:lnTo>
                    <a:pt x="621817" y="3238017"/>
                  </a:lnTo>
                  <a:lnTo>
                    <a:pt x="622769" y="3238017"/>
                  </a:lnTo>
                  <a:lnTo>
                    <a:pt x="622769" y="3216440"/>
                  </a:lnTo>
                  <a:lnTo>
                    <a:pt x="636981" y="3216440"/>
                  </a:lnTo>
                  <a:lnTo>
                    <a:pt x="636981" y="3238017"/>
                  </a:lnTo>
                  <a:lnTo>
                    <a:pt x="637933" y="3238017"/>
                  </a:lnTo>
                  <a:lnTo>
                    <a:pt x="637933" y="3216440"/>
                  </a:lnTo>
                  <a:lnTo>
                    <a:pt x="652145" y="3216440"/>
                  </a:lnTo>
                  <a:lnTo>
                    <a:pt x="652145" y="3238017"/>
                  </a:lnTo>
                  <a:lnTo>
                    <a:pt x="653084" y="3238017"/>
                  </a:lnTo>
                  <a:lnTo>
                    <a:pt x="653084" y="3216440"/>
                  </a:lnTo>
                  <a:lnTo>
                    <a:pt x="667321" y="3216440"/>
                  </a:lnTo>
                  <a:lnTo>
                    <a:pt x="667321" y="3238017"/>
                  </a:lnTo>
                  <a:lnTo>
                    <a:pt x="668261" y="3238017"/>
                  </a:lnTo>
                  <a:lnTo>
                    <a:pt x="668261" y="3216440"/>
                  </a:lnTo>
                  <a:lnTo>
                    <a:pt x="682485" y="3216440"/>
                  </a:lnTo>
                  <a:lnTo>
                    <a:pt x="682485" y="3238017"/>
                  </a:lnTo>
                  <a:lnTo>
                    <a:pt x="683425" y="3238017"/>
                  </a:lnTo>
                  <a:lnTo>
                    <a:pt x="683425" y="3216440"/>
                  </a:lnTo>
                  <a:lnTo>
                    <a:pt x="697649" y="3216440"/>
                  </a:lnTo>
                  <a:lnTo>
                    <a:pt x="697649" y="3237763"/>
                  </a:lnTo>
                  <a:lnTo>
                    <a:pt x="698588" y="3237763"/>
                  </a:lnTo>
                  <a:lnTo>
                    <a:pt x="698588" y="3216440"/>
                  </a:lnTo>
                  <a:lnTo>
                    <a:pt x="712812" y="3216440"/>
                  </a:lnTo>
                  <a:lnTo>
                    <a:pt x="712812" y="3238017"/>
                  </a:lnTo>
                  <a:lnTo>
                    <a:pt x="713752" y="3238017"/>
                  </a:lnTo>
                  <a:lnTo>
                    <a:pt x="713752" y="3216440"/>
                  </a:lnTo>
                  <a:lnTo>
                    <a:pt x="722668" y="3216440"/>
                  </a:lnTo>
                  <a:lnTo>
                    <a:pt x="722680" y="3215843"/>
                  </a:lnTo>
                  <a:lnTo>
                    <a:pt x="713752" y="3215843"/>
                  </a:lnTo>
                  <a:lnTo>
                    <a:pt x="713752" y="3193389"/>
                  </a:lnTo>
                  <a:lnTo>
                    <a:pt x="723125" y="3193389"/>
                  </a:lnTo>
                  <a:lnTo>
                    <a:pt x="723138" y="3192792"/>
                  </a:lnTo>
                  <a:lnTo>
                    <a:pt x="713752" y="3192792"/>
                  </a:lnTo>
                  <a:lnTo>
                    <a:pt x="713752" y="3170313"/>
                  </a:lnTo>
                  <a:lnTo>
                    <a:pt x="723569" y="3170313"/>
                  </a:lnTo>
                  <a:lnTo>
                    <a:pt x="723582" y="3169716"/>
                  </a:lnTo>
                  <a:lnTo>
                    <a:pt x="713752" y="3169716"/>
                  </a:lnTo>
                  <a:lnTo>
                    <a:pt x="713752" y="3147276"/>
                  </a:lnTo>
                  <a:lnTo>
                    <a:pt x="724027" y="3147276"/>
                  </a:lnTo>
                  <a:lnTo>
                    <a:pt x="724039" y="3146666"/>
                  </a:lnTo>
                  <a:lnTo>
                    <a:pt x="713752" y="3146666"/>
                  </a:lnTo>
                  <a:lnTo>
                    <a:pt x="713752" y="3124200"/>
                  </a:lnTo>
                  <a:lnTo>
                    <a:pt x="724471" y="3124200"/>
                  </a:lnTo>
                  <a:lnTo>
                    <a:pt x="724484" y="3123603"/>
                  </a:lnTo>
                  <a:lnTo>
                    <a:pt x="713752" y="3123603"/>
                  </a:lnTo>
                  <a:lnTo>
                    <a:pt x="713752" y="3101136"/>
                  </a:lnTo>
                  <a:lnTo>
                    <a:pt x="724928" y="3101136"/>
                  </a:lnTo>
                  <a:lnTo>
                    <a:pt x="724941" y="3100540"/>
                  </a:lnTo>
                  <a:lnTo>
                    <a:pt x="713752" y="3100540"/>
                  </a:lnTo>
                  <a:lnTo>
                    <a:pt x="713752" y="3078086"/>
                  </a:lnTo>
                  <a:lnTo>
                    <a:pt x="725373" y="3078086"/>
                  </a:lnTo>
                  <a:lnTo>
                    <a:pt x="725385" y="3077476"/>
                  </a:lnTo>
                  <a:lnTo>
                    <a:pt x="713752" y="3077476"/>
                  </a:lnTo>
                  <a:lnTo>
                    <a:pt x="713752" y="3055023"/>
                  </a:lnTo>
                  <a:lnTo>
                    <a:pt x="725830" y="3055023"/>
                  </a:lnTo>
                  <a:lnTo>
                    <a:pt x="725830" y="3054426"/>
                  </a:lnTo>
                  <a:lnTo>
                    <a:pt x="713752" y="3054426"/>
                  </a:lnTo>
                  <a:lnTo>
                    <a:pt x="713752" y="3031960"/>
                  </a:lnTo>
                  <a:lnTo>
                    <a:pt x="726274" y="3031960"/>
                  </a:lnTo>
                  <a:lnTo>
                    <a:pt x="726287" y="3031363"/>
                  </a:lnTo>
                  <a:lnTo>
                    <a:pt x="713752" y="3031363"/>
                  </a:lnTo>
                  <a:lnTo>
                    <a:pt x="713752" y="3008884"/>
                  </a:lnTo>
                  <a:lnTo>
                    <a:pt x="726719" y="3008884"/>
                  </a:lnTo>
                  <a:lnTo>
                    <a:pt x="726732" y="3008287"/>
                  </a:lnTo>
                  <a:lnTo>
                    <a:pt x="713752" y="3008287"/>
                  </a:lnTo>
                  <a:lnTo>
                    <a:pt x="713752" y="2985833"/>
                  </a:lnTo>
                  <a:lnTo>
                    <a:pt x="727176" y="2985833"/>
                  </a:lnTo>
                  <a:lnTo>
                    <a:pt x="727189" y="2985236"/>
                  </a:lnTo>
                  <a:lnTo>
                    <a:pt x="713752" y="2985236"/>
                  </a:lnTo>
                  <a:lnTo>
                    <a:pt x="713752" y="2962770"/>
                  </a:lnTo>
                  <a:lnTo>
                    <a:pt x="727621" y="2962770"/>
                  </a:lnTo>
                  <a:lnTo>
                    <a:pt x="727633" y="2962160"/>
                  </a:lnTo>
                  <a:lnTo>
                    <a:pt x="713752" y="2962160"/>
                  </a:lnTo>
                  <a:lnTo>
                    <a:pt x="713752" y="2939707"/>
                  </a:lnTo>
                  <a:lnTo>
                    <a:pt x="727976" y="2939707"/>
                  </a:lnTo>
                  <a:lnTo>
                    <a:pt x="727976" y="2944761"/>
                  </a:lnTo>
                  <a:lnTo>
                    <a:pt x="728065" y="2939707"/>
                  </a:lnTo>
                  <a:lnTo>
                    <a:pt x="728091" y="2939110"/>
                  </a:lnTo>
                  <a:lnTo>
                    <a:pt x="728510" y="2916656"/>
                  </a:lnTo>
                  <a:lnTo>
                    <a:pt x="728535" y="2916047"/>
                  </a:lnTo>
                  <a:lnTo>
                    <a:pt x="728916" y="2896514"/>
                  </a:lnTo>
                  <a:lnTo>
                    <a:pt x="728916" y="2893593"/>
                  </a:lnTo>
                  <a:lnTo>
                    <a:pt x="728992" y="2892983"/>
                  </a:lnTo>
                  <a:close/>
                </a:path>
                <a:path w="744220" h="3238500">
                  <a:moveTo>
                    <a:pt x="744093" y="1106932"/>
                  </a:moveTo>
                  <a:lnTo>
                    <a:pt x="743153" y="1093355"/>
                  </a:lnTo>
                  <a:lnTo>
                    <a:pt x="743153" y="2167915"/>
                  </a:lnTo>
                  <a:lnTo>
                    <a:pt x="744093" y="2119655"/>
                  </a:lnTo>
                  <a:lnTo>
                    <a:pt x="744093" y="1106932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5623801" y="3757681"/>
              <a:ext cx="762000" cy="1615440"/>
            </a:xfrm>
            <a:custGeom>
              <a:avLst/>
              <a:gdLst/>
              <a:ahLst/>
              <a:cxnLst/>
              <a:rect l="l" t="t" r="r" b="b"/>
              <a:pathLst>
                <a:path w="762000" h="1615439">
                  <a:moveTo>
                    <a:pt x="738898" y="1614284"/>
                  </a:moveTo>
                  <a:lnTo>
                    <a:pt x="10617" y="1614284"/>
                  </a:lnTo>
                  <a:lnTo>
                    <a:pt x="10629" y="1614893"/>
                  </a:lnTo>
                  <a:lnTo>
                    <a:pt x="738886" y="1614893"/>
                  </a:lnTo>
                  <a:lnTo>
                    <a:pt x="738898" y="1614284"/>
                  </a:lnTo>
                  <a:close/>
                </a:path>
                <a:path w="762000" h="1615439">
                  <a:moveTo>
                    <a:pt x="739343" y="1591233"/>
                  </a:moveTo>
                  <a:lnTo>
                    <a:pt x="10325" y="1591233"/>
                  </a:lnTo>
                  <a:lnTo>
                    <a:pt x="10337" y="1591830"/>
                  </a:lnTo>
                  <a:lnTo>
                    <a:pt x="739330" y="1591830"/>
                  </a:lnTo>
                  <a:lnTo>
                    <a:pt x="739343" y="1591233"/>
                  </a:lnTo>
                  <a:close/>
                </a:path>
                <a:path w="762000" h="1615439">
                  <a:moveTo>
                    <a:pt x="739800" y="1568157"/>
                  </a:moveTo>
                  <a:lnTo>
                    <a:pt x="10033" y="1568157"/>
                  </a:lnTo>
                  <a:lnTo>
                    <a:pt x="10045" y="1568754"/>
                  </a:lnTo>
                  <a:lnTo>
                    <a:pt x="739787" y="1568754"/>
                  </a:lnTo>
                  <a:lnTo>
                    <a:pt x="739800" y="1568157"/>
                  </a:lnTo>
                  <a:close/>
                </a:path>
                <a:path w="762000" h="1615439">
                  <a:moveTo>
                    <a:pt x="740244" y="1545107"/>
                  </a:moveTo>
                  <a:lnTo>
                    <a:pt x="9740" y="1545107"/>
                  </a:lnTo>
                  <a:lnTo>
                    <a:pt x="9740" y="1545704"/>
                  </a:lnTo>
                  <a:lnTo>
                    <a:pt x="740232" y="1545704"/>
                  </a:lnTo>
                  <a:lnTo>
                    <a:pt x="740244" y="1545107"/>
                  </a:lnTo>
                  <a:close/>
                </a:path>
                <a:path w="762000" h="1615439">
                  <a:moveTo>
                    <a:pt x="740702" y="1522031"/>
                  </a:moveTo>
                  <a:lnTo>
                    <a:pt x="9448" y="1522031"/>
                  </a:lnTo>
                  <a:lnTo>
                    <a:pt x="9448" y="1522641"/>
                  </a:lnTo>
                  <a:lnTo>
                    <a:pt x="740689" y="1522641"/>
                  </a:lnTo>
                  <a:lnTo>
                    <a:pt x="740702" y="1522031"/>
                  </a:lnTo>
                  <a:close/>
                </a:path>
                <a:path w="762000" h="1615439">
                  <a:moveTo>
                    <a:pt x="741146" y="1498981"/>
                  </a:moveTo>
                  <a:lnTo>
                    <a:pt x="9156" y="1498981"/>
                  </a:lnTo>
                  <a:lnTo>
                    <a:pt x="9156" y="1499590"/>
                  </a:lnTo>
                  <a:lnTo>
                    <a:pt x="741133" y="1499590"/>
                  </a:lnTo>
                  <a:lnTo>
                    <a:pt x="741146" y="1498981"/>
                  </a:lnTo>
                  <a:close/>
                </a:path>
                <a:path w="762000" h="1615439">
                  <a:moveTo>
                    <a:pt x="741591" y="1475917"/>
                  </a:moveTo>
                  <a:lnTo>
                    <a:pt x="8851" y="1475917"/>
                  </a:lnTo>
                  <a:lnTo>
                    <a:pt x="8864" y="1476514"/>
                  </a:lnTo>
                  <a:lnTo>
                    <a:pt x="741591" y="1476514"/>
                  </a:lnTo>
                  <a:lnTo>
                    <a:pt x="741591" y="1475917"/>
                  </a:lnTo>
                  <a:close/>
                </a:path>
                <a:path w="762000" h="1615439">
                  <a:moveTo>
                    <a:pt x="742048" y="1452854"/>
                  </a:moveTo>
                  <a:lnTo>
                    <a:pt x="8559" y="1452854"/>
                  </a:lnTo>
                  <a:lnTo>
                    <a:pt x="8572" y="1453464"/>
                  </a:lnTo>
                  <a:lnTo>
                    <a:pt x="742035" y="1453464"/>
                  </a:lnTo>
                  <a:lnTo>
                    <a:pt x="742048" y="1452854"/>
                  </a:lnTo>
                  <a:close/>
                </a:path>
                <a:path w="762000" h="1615439">
                  <a:moveTo>
                    <a:pt x="742492" y="1429804"/>
                  </a:moveTo>
                  <a:lnTo>
                    <a:pt x="8267" y="1429804"/>
                  </a:lnTo>
                  <a:lnTo>
                    <a:pt x="8280" y="1430401"/>
                  </a:lnTo>
                  <a:lnTo>
                    <a:pt x="742480" y="1430401"/>
                  </a:lnTo>
                  <a:lnTo>
                    <a:pt x="742492" y="1429804"/>
                  </a:lnTo>
                  <a:close/>
                </a:path>
                <a:path w="762000" h="1615439">
                  <a:moveTo>
                    <a:pt x="742950" y="1406740"/>
                  </a:moveTo>
                  <a:lnTo>
                    <a:pt x="7975" y="1406740"/>
                  </a:lnTo>
                  <a:lnTo>
                    <a:pt x="7988" y="1407337"/>
                  </a:lnTo>
                  <a:lnTo>
                    <a:pt x="742937" y="1407337"/>
                  </a:lnTo>
                  <a:lnTo>
                    <a:pt x="742950" y="1406740"/>
                  </a:lnTo>
                  <a:close/>
                </a:path>
                <a:path w="762000" h="1615439">
                  <a:moveTo>
                    <a:pt x="743394" y="1383677"/>
                  </a:moveTo>
                  <a:lnTo>
                    <a:pt x="7683" y="1383677"/>
                  </a:lnTo>
                  <a:lnTo>
                    <a:pt x="7696" y="1384274"/>
                  </a:lnTo>
                  <a:lnTo>
                    <a:pt x="743381" y="1384274"/>
                  </a:lnTo>
                  <a:lnTo>
                    <a:pt x="743394" y="1383677"/>
                  </a:lnTo>
                  <a:close/>
                </a:path>
                <a:path w="762000" h="1615439">
                  <a:moveTo>
                    <a:pt x="743851" y="1360614"/>
                  </a:moveTo>
                  <a:lnTo>
                    <a:pt x="7391" y="1360614"/>
                  </a:lnTo>
                  <a:lnTo>
                    <a:pt x="7391" y="1361211"/>
                  </a:lnTo>
                  <a:lnTo>
                    <a:pt x="743839" y="1361211"/>
                  </a:lnTo>
                  <a:lnTo>
                    <a:pt x="743851" y="1360614"/>
                  </a:lnTo>
                  <a:close/>
                </a:path>
                <a:path w="762000" h="1615439">
                  <a:moveTo>
                    <a:pt x="744296" y="1337551"/>
                  </a:moveTo>
                  <a:lnTo>
                    <a:pt x="7099" y="1337551"/>
                  </a:lnTo>
                  <a:lnTo>
                    <a:pt x="7099" y="1338160"/>
                  </a:lnTo>
                  <a:lnTo>
                    <a:pt x="744283" y="1338160"/>
                  </a:lnTo>
                  <a:lnTo>
                    <a:pt x="744296" y="1337551"/>
                  </a:lnTo>
                  <a:close/>
                </a:path>
                <a:path w="762000" h="1615439">
                  <a:moveTo>
                    <a:pt x="744753" y="1314488"/>
                  </a:moveTo>
                  <a:lnTo>
                    <a:pt x="6807" y="1314488"/>
                  </a:lnTo>
                  <a:lnTo>
                    <a:pt x="6807" y="1315085"/>
                  </a:lnTo>
                  <a:lnTo>
                    <a:pt x="744740" y="1315085"/>
                  </a:lnTo>
                  <a:lnTo>
                    <a:pt x="744753" y="1314488"/>
                  </a:lnTo>
                  <a:close/>
                </a:path>
                <a:path w="762000" h="1615439">
                  <a:moveTo>
                    <a:pt x="745197" y="1291424"/>
                  </a:moveTo>
                  <a:lnTo>
                    <a:pt x="6502" y="1291424"/>
                  </a:lnTo>
                  <a:lnTo>
                    <a:pt x="6515" y="1292021"/>
                  </a:lnTo>
                  <a:lnTo>
                    <a:pt x="745185" y="1292021"/>
                  </a:lnTo>
                  <a:lnTo>
                    <a:pt x="745197" y="1291424"/>
                  </a:lnTo>
                  <a:close/>
                </a:path>
                <a:path w="762000" h="1615439">
                  <a:moveTo>
                    <a:pt x="745655" y="1268374"/>
                  </a:moveTo>
                  <a:lnTo>
                    <a:pt x="6210" y="1268374"/>
                  </a:lnTo>
                  <a:lnTo>
                    <a:pt x="6223" y="1268971"/>
                  </a:lnTo>
                  <a:lnTo>
                    <a:pt x="745642" y="1268971"/>
                  </a:lnTo>
                  <a:lnTo>
                    <a:pt x="745655" y="1268374"/>
                  </a:lnTo>
                  <a:close/>
                </a:path>
                <a:path w="762000" h="1615439">
                  <a:moveTo>
                    <a:pt x="746099" y="1245311"/>
                  </a:moveTo>
                  <a:lnTo>
                    <a:pt x="5918" y="1245311"/>
                  </a:lnTo>
                  <a:lnTo>
                    <a:pt x="5930" y="1245908"/>
                  </a:lnTo>
                  <a:lnTo>
                    <a:pt x="746086" y="1245908"/>
                  </a:lnTo>
                  <a:lnTo>
                    <a:pt x="746099" y="1245311"/>
                  </a:lnTo>
                  <a:close/>
                </a:path>
                <a:path w="762000" h="1615439">
                  <a:moveTo>
                    <a:pt x="746556" y="1222248"/>
                  </a:moveTo>
                  <a:lnTo>
                    <a:pt x="5626" y="1222248"/>
                  </a:lnTo>
                  <a:lnTo>
                    <a:pt x="5638" y="1222844"/>
                  </a:lnTo>
                  <a:lnTo>
                    <a:pt x="746544" y="1222844"/>
                  </a:lnTo>
                  <a:lnTo>
                    <a:pt x="746556" y="1222248"/>
                  </a:lnTo>
                  <a:close/>
                </a:path>
                <a:path w="762000" h="1615439">
                  <a:moveTo>
                    <a:pt x="747001" y="1199184"/>
                  </a:moveTo>
                  <a:lnTo>
                    <a:pt x="5334" y="1199184"/>
                  </a:lnTo>
                  <a:lnTo>
                    <a:pt x="5334" y="1199781"/>
                  </a:lnTo>
                  <a:lnTo>
                    <a:pt x="746988" y="1199781"/>
                  </a:lnTo>
                  <a:lnTo>
                    <a:pt x="747001" y="1199184"/>
                  </a:lnTo>
                  <a:close/>
                </a:path>
                <a:path w="762000" h="1615439">
                  <a:moveTo>
                    <a:pt x="747458" y="1176121"/>
                  </a:moveTo>
                  <a:lnTo>
                    <a:pt x="5041" y="1176121"/>
                  </a:lnTo>
                  <a:lnTo>
                    <a:pt x="5041" y="1176718"/>
                  </a:lnTo>
                  <a:lnTo>
                    <a:pt x="747445" y="1176718"/>
                  </a:lnTo>
                  <a:lnTo>
                    <a:pt x="747458" y="1176121"/>
                  </a:lnTo>
                  <a:close/>
                </a:path>
                <a:path w="762000" h="1615439">
                  <a:moveTo>
                    <a:pt x="747903" y="1153058"/>
                  </a:moveTo>
                  <a:lnTo>
                    <a:pt x="4749" y="1153058"/>
                  </a:lnTo>
                  <a:lnTo>
                    <a:pt x="4749" y="1153655"/>
                  </a:lnTo>
                  <a:lnTo>
                    <a:pt x="747890" y="1153655"/>
                  </a:lnTo>
                  <a:lnTo>
                    <a:pt x="747903" y="1153058"/>
                  </a:lnTo>
                  <a:close/>
                </a:path>
                <a:path w="762000" h="1615439">
                  <a:moveTo>
                    <a:pt x="748347" y="1129995"/>
                  </a:moveTo>
                  <a:lnTo>
                    <a:pt x="4445" y="1129995"/>
                  </a:lnTo>
                  <a:lnTo>
                    <a:pt x="4457" y="1130592"/>
                  </a:lnTo>
                  <a:lnTo>
                    <a:pt x="748347" y="1130592"/>
                  </a:lnTo>
                  <a:lnTo>
                    <a:pt x="748347" y="1129995"/>
                  </a:lnTo>
                  <a:close/>
                </a:path>
                <a:path w="762000" h="1615439">
                  <a:moveTo>
                    <a:pt x="748804" y="1106944"/>
                  </a:moveTo>
                  <a:lnTo>
                    <a:pt x="4152" y="1106944"/>
                  </a:lnTo>
                  <a:lnTo>
                    <a:pt x="4165" y="1107541"/>
                  </a:lnTo>
                  <a:lnTo>
                    <a:pt x="748792" y="1107541"/>
                  </a:lnTo>
                  <a:lnTo>
                    <a:pt x="748804" y="1106944"/>
                  </a:lnTo>
                  <a:close/>
                </a:path>
                <a:path w="762000" h="1615439">
                  <a:moveTo>
                    <a:pt x="749249" y="1083868"/>
                  </a:moveTo>
                  <a:lnTo>
                    <a:pt x="3860" y="1083868"/>
                  </a:lnTo>
                  <a:lnTo>
                    <a:pt x="3873" y="1084478"/>
                  </a:lnTo>
                  <a:lnTo>
                    <a:pt x="749236" y="1084478"/>
                  </a:lnTo>
                  <a:lnTo>
                    <a:pt x="749249" y="1083868"/>
                  </a:lnTo>
                  <a:close/>
                </a:path>
                <a:path w="762000" h="1615439">
                  <a:moveTo>
                    <a:pt x="749706" y="1060818"/>
                  </a:moveTo>
                  <a:lnTo>
                    <a:pt x="3568" y="1060818"/>
                  </a:lnTo>
                  <a:lnTo>
                    <a:pt x="3581" y="1061415"/>
                  </a:lnTo>
                  <a:lnTo>
                    <a:pt x="749693" y="1061415"/>
                  </a:lnTo>
                  <a:lnTo>
                    <a:pt x="749706" y="1060818"/>
                  </a:lnTo>
                  <a:close/>
                </a:path>
                <a:path w="762000" h="1615439">
                  <a:moveTo>
                    <a:pt x="750150" y="1037755"/>
                  </a:moveTo>
                  <a:lnTo>
                    <a:pt x="3276" y="1037755"/>
                  </a:lnTo>
                  <a:lnTo>
                    <a:pt x="3276" y="1038352"/>
                  </a:lnTo>
                  <a:lnTo>
                    <a:pt x="750138" y="1038352"/>
                  </a:lnTo>
                  <a:lnTo>
                    <a:pt x="750150" y="1037755"/>
                  </a:lnTo>
                  <a:close/>
                </a:path>
                <a:path w="762000" h="1615439">
                  <a:moveTo>
                    <a:pt x="750608" y="1014691"/>
                  </a:moveTo>
                  <a:lnTo>
                    <a:pt x="2984" y="1014691"/>
                  </a:lnTo>
                  <a:lnTo>
                    <a:pt x="2984" y="1015288"/>
                  </a:lnTo>
                  <a:lnTo>
                    <a:pt x="750595" y="1015288"/>
                  </a:lnTo>
                  <a:lnTo>
                    <a:pt x="750608" y="1014691"/>
                  </a:lnTo>
                  <a:close/>
                </a:path>
                <a:path w="762000" h="1615439">
                  <a:moveTo>
                    <a:pt x="751052" y="991628"/>
                  </a:moveTo>
                  <a:lnTo>
                    <a:pt x="2692" y="991628"/>
                  </a:lnTo>
                  <a:lnTo>
                    <a:pt x="2692" y="992238"/>
                  </a:lnTo>
                  <a:lnTo>
                    <a:pt x="751039" y="992238"/>
                  </a:lnTo>
                  <a:lnTo>
                    <a:pt x="751052" y="991628"/>
                  </a:lnTo>
                  <a:close/>
                </a:path>
                <a:path w="762000" h="1615439">
                  <a:moveTo>
                    <a:pt x="751509" y="968565"/>
                  </a:moveTo>
                  <a:lnTo>
                    <a:pt x="2387" y="968565"/>
                  </a:lnTo>
                  <a:lnTo>
                    <a:pt x="2400" y="969175"/>
                  </a:lnTo>
                  <a:lnTo>
                    <a:pt x="751497" y="969175"/>
                  </a:lnTo>
                  <a:lnTo>
                    <a:pt x="751509" y="968565"/>
                  </a:lnTo>
                  <a:close/>
                </a:path>
                <a:path w="762000" h="1615439">
                  <a:moveTo>
                    <a:pt x="751954" y="945515"/>
                  </a:moveTo>
                  <a:lnTo>
                    <a:pt x="2095" y="945515"/>
                  </a:lnTo>
                  <a:lnTo>
                    <a:pt x="2108" y="946111"/>
                  </a:lnTo>
                  <a:lnTo>
                    <a:pt x="751941" y="946111"/>
                  </a:lnTo>
                  <a:lnTo>
                    <a:pt x="751954" y="945515"/>
                  </a:lnTo>
                  <a:close/>
                </a:path>
                <a:path w="762000" h="1615439">
                  <a:moveTo>
                    <a:pt x="752411" y="922439"/>
                  </a:moveTo>
                  <a:lnTo>
                    <a:pt x="1816" y="922439"/>
                  </a:lnTo>
                  <a:lnTo>
                    <a:pt x="1816" y="923048"/>
                  </a:lnTo>
                  <a:lnTo>
                    <a:pt x="752398" y="923048"/>
                  </a:lnTo>
                  <a:lnTo>
                    <a:pt x="752411" y="922439"/>
                  </a:lnTo>
                  <a:close/>
                </a:path>
                <a:path w="762000" h="1615439">
                  <a:moveTo>
                    <a:pt x="752856" y="899388"/>
                  </a:moveTo>
                  <a:lnTo>
                    <a:pt x="1765" y="899388"/>
                  </a:lnTo>
                  <a:lnTo>
                    <a:pt x="1765" y="899998"/>
                  </a:lnTo>
                  <a:lnTo>
                    <a:pt x="752843" y="899998"/>
                  </a:lnTo>
                  <a:lnTo>
                    <a:pt x="752856" y="899388"/>
                  </a:lnTo>
                  <a:close/>
                </a:path>
                <a:path w="762000" h="1615439">
                  <a:moveTo>
                    <a:pt x="753313" y="876325"/>
                  </a:moveTo>
                  <a:lnTo>
                    <a:pt x="1714" y="876325"/>
                  </a:lnTo>
                  <a:lnTo>
                    <a:pt x="1714" y="876922"/>
                  </a:lnTo>
                  <a:lnTo>
                    <a:pt x="753300" y="876922"/>
                  </a:lnTo>
                  <a:lnTo>
                    <a:pt x="753313" y="876325"/>
                  </a:lnTo>
                  <a:close/>
                </a:path>
                <a:path w="762000" h="1615439">
                  <a:moveTo>
                    <a:pt x="753757" y="853262"/>
                  </a:moveTo>
                  <a:lnTo>
                    <a:pt x="1663" y="853262"/>
                  </a:lnTo>
                  <a:lnTo>
                    <a:pt x="1663" y="853859"/>
                  </a:lnTo>
                  <a:lnTo>
                    <a:pt x="753745" y="853859"/>
                  </a:lnTo>
                  <a:lnTo>
                    <a:pt x="753757" y="853262"/>
                  </a:lnTo>
                  <a:close/>
                </a:path>
                <a:path w="762000" h="1615439">
                  <a:moveTo>
                    <a:pt x="754202" y="830199"/>
                  </a:moveTo>
                  <a:lnTo>
                    <a:pt x="1612" y="830199"/>
                  </a:lnTo>
                  <a:lnTo>
                    <a:pt x="1612" y="830795"/>
                  </a:lnTo>
                  <a:lnTo>
                    <a:pt x="754202" y="830795"/>
                  </a:lnTo>
                  <a:lnTo>
                    <a:pt x="754202" y="830199"/>
                  </a:lnTo>
                  <a:close/>
                </a:path>
                <a:path w="762000" h="1615439">
                  <a:moveTo>
                    <a:pt x="754507" y="807135"/>
                  </a:moveTo>
                  <a:lnTo>
                    <a:pt x="1562" y="807135"/>
                  </a:lnTo>
                  <a:lnTo>
                    <a:pt x="1562" y="807745"/>
                  </a:lnTo>
                  <a:lnTo>
                    <a:pt x="754507" y="807745"/>
                  </a:lnTo>
                  <a:lnTo>
                    <a:pt x="754507" y="807135"/>
                  </a:lnTo>
                  <a:close/>
                </a:path>
                <a:path w="762000" h="1615439">
                  <a:moveTo>
                    <a:pt x="754773" y="784072"/>
                  </a:moveTo>
                  <a:lnTo>
                    <a:pt x="1498" y="784072"/>
                  </a:lnTo>
                  <a:lnTo>
                    <a:pt x="1511" y="784682"/>
                  </a:lnTo>
                  <a:lnTo>
                    <a:pt x="754773" y="784682"/>
                  </a:lnTo>
                  <a:lnTo>
                    <a:pt x="754773" y="784072"/>
                  </a:lnTo>
                  <a:close/>
                </a:path>
                <a:path w="762000" h="1615439">
                  <a:moveTo>
                    <a:pt x="755053" y="761022"/>
                  </a:moveTo>
                  <a:lnTo>
                    <a:pt x="1447" y="761022"/>
                  </a:lnTo>
                  <a:lnTo>
                    <a:pt x="1460" y="761619"/>
                  </a:lnTo>
                  <a:lnTo>
                    <a:pt x="755040" y="761619"/>
                  </a:lnTo>
                  <a:lnTo>
                    <a:pt x="755053" y="761022"/>
                  </a:lnTo>
                  <a:close/>
                </a:path>
                <a:path w="762000" h="1615439">
                  <a:moveTo>
                    <a:pt x="755319" y="737958"/>
                  </a:moveTo>
                  <a:lnTo>
                    <a:pt x="1397" y="737958"/>
                  </a:lnTo>
                  <a:lnTo>
                    <a:pt x="1397" y="738568"/>
                  </a:lnTo>
                  <a:lnTo>
                    <a:pt x="755307" y="738568"/>
                  </a:lnTo>
                  <a:lnTo>
                    <a:pt x="755319" y="737958"/>
                  </a:lnTo>
                  <a:close/>
                </a:path>
                <a:path w="762000" h="1615439">
                  <a:moveTo>
                    <a:pt x="755586" y="714895"/>
                  </a:moveTo>
                  <a:lnTo>
                    <a:pt x="1346" y="714895"/>
                  </a:lnTo>
                  <a:lnTo>
                    <a:pt x="1346" y="715492"/>
                  </a:lnTo>
                  <a:lnTo>
                    <a:pt x="755573" y="715492"/>
                  </a:lnTo>
                  <a:lnTo>
                    <a:pt x="755586" y="714895"/>
                  </a:lnTo>
                  <a:close/>
                </a:path>
                <a:path w="762000" h="1615439">
                  <a:moveTo>
                    <a:pt x="755853" y="691832"/>
                  </a:moveTo>
                  <a:lnTo>
                    <a:pt x="1295" y="691832"/>
                  </a:lnTo>
                  <a:lnTo>
                    <a:pt x="1295" y="692429"/>
                  </a:lnTo>
                  <a:lnTo>
                    <a:pt x="755853" y="692429"/>
                  </a:lnTo>
                  <a:lnTo>
                    <a:pt x="755853" y="691832"/>
                  </a:lnTo>
                  <a:close/>
                </a:path>
                <a:path w="762000" h="1615439">
                  <a:moveTo>
                    <a:pt x="756119" y="668769"/>
                  </a:moveTo>
                  <a:lnTo>
                    <a:pt x="1244" y="668769"/>
                  </a:lnTo>
                  <a:lnTo>
                    <a:pt x="1244" y="669366"/>
                  </a:lnTo>
                  <a:lnTo>
                    <a:pt x="756119" y="669366"/>
                  </a:lnTo>
                  <a:lnTo>
                    <a:pt x="756119" y="668769"/>
                  </a:lnTo>
                  <a:close/>
                </a:path>
                <a:path w="762000" h="1615439">
                  <a:moveTo>
                    <a:pt x="756399" y="645706"/>
                  </a:moveTo>
                  <a:lnTo>
                    <a:pt x="1193" y="645706"/>
                  </a:lnTo>
                  <a:lnTo>
                    <a:pt x="1193" y="646303"/>
                  </a:lnTo>
                  <a:lnTo>
                    <a:pt x="756386" y="646303"/>
                  </a:lnTo>
                  <a:lnTo>
                    <a:pt x="756399" y="645706"/>
                  </a:lnTo>
                  <a:close/>
                </a:path>
                <a:path w="762000" h="1615439">
                  <a:moveTo>
                    <a:pt x="756666" y="622655"/>
                  </a:moveTo>
                  <a:lnTo>
                    <a:pt x="1143" y="622655"/>
                  </a:lnTo>
                  <a:lnTo>
                    <a:pt x="1143" y="623252"/>
                  </a:lnTo>
                  <a:lnTo>
                    <a:pt x="756653" y="623252"/>
                  </a:lnTo>
                  <a:lnTo>
                    <a:pt x="756666" y="622655"/>
                  </a:lnTo>
                  <a:close/>
                </a:path>
                <a:path w="762000" h="1615439">
                  <a:moveTo>
                    <a:pt x="756932" y="599592"/>
                  </a:moveTo>
                  <a:lnTo>
                    <a:pt x="1092" y="599592"/>
                  </a:lnTo>
                  <a:lnTo>
                    <a:pt x="1092" y="600189"/>
                  </a:lnTo>
                  <a:lnTo>
                    <a:pt x="756920" y="600189"/>
                  </a:lnTo>
                  <a:lnTo>
                    <a:pt x="756932" y="599592"/>
                  </a:lnTo>
                  <a:close/>
                </a:path>
                <a:path w="762000" h="1615439">
                  <a:moveTo>
                    <a:pt x="757199" y="576529"/>
                  </a:moveTo>
                  <a:lnTo>
                    <a:pt x="1041" y="576529"/>
                  </a:lnTo>
                  <a:lnTo>
                    <a:pt x="1041" y="577126"/>
                  </a:lnTo>
                  <a:lnTo>
                    <a:pt x="757199" y="577126"/>
                  </a:lnTo>
                  <a:lnTo>
                    <a:pt x="757199" y="576529"/>
                  </a:lnTo>
                  <a:close/>
                </a:path>
                <a:path w="762000" h="1615439">
                  <a:moveTo>
                    <a:pt x="757466" y="553466"/>
                  </a:moveTo>
                  <a:lnTo>
                    <a:pt x="990" y="553466"/>
                  </a:lnTo>
                  <a:lnTo>
                    <a:pt x="990" y="554075"/>
                  </a:lnTo>
                  <a:lnTo>
                    <a:pt x="757466" y="554075"/>
                  </a:lnTo>
                  <a:lnTo>
                    <a:pt x="757466" y="553466"/>
                  </a:lnTo>
                  <a:close/>
                </a:path>
                <a:path w="762000" h="1615439">
                  <a:moveTo>
                    <a:pt x="757732" y="530415"/>
                  </a:moveTo>
                  <a:lnTo>
                    <a:pt x="927" y="530415"/>
                  </a:lnTo>
                  <a:lnTo>
                    <a:pt x="939" y="531012"/>
                  </a:lnTo>
                  <a:lnTo>
                    <a:pt x="757732" y="531012"/>
                  </a:lnTo>
                  <a:lnTo>
                    <a:pt x="757732" y="530415"/>
                  </a:lnTo>
                  <a:close/>
                </a:path>
                <a:path w="762000" h="1615439">
                  <a:moveTo>
                    <a:pt x="757732" y="596"/>
                  </a:moveTo>
                  <a:lnTo>
                    <a:pt x="757720" y="0"/>
                  </a:lnTo>
                  <a:lnTo>
                    <a:pt x="2946" y="0"/>
                  </a:lnTo>
                  <a:lnTo>
                    <a:pt x="2933" y="596"/>
                  </a:lnTo>
                  <a:lnTo>
                    <a:pt x="757732" y="596"/>
                  </a:lnTo>
                  <a:close/>
                </a:path>
                <a:path w="762000" h="1615439">
                  <a:moveTo>
                    <a:pt x="758012" y="507339"/>
                  </a:moveTo>
                  <a:lnTo>
                    <a:pt x="876" y="507339"/>
                  </a:lnTo>
                  <a:lnTo>
                    <a:pt x="876" y="507936"/>
                  </a:lnTo>
                  <a:lnTo>
                    <a:pt x="757999" y="507936"/>
                  </a:lnTo>
                  <a:lnTo>
                    <a:pt x="758012" y="507339"/>
                  </a:lnTo>
                  <a:close/>
                </a:path>
                <a:path w="762000" h="1615439">
                  <a:moveTo>
                    <a:pt x="758202" y="23660"/>
                  </a:moveTo>
                  <a:lnTo>
                    <a:pt x="758190" y="23063"/>
                  </a:lnTo>
                  <a:lnTo>
                    <a:pt x="2298" y="23063"/>
                  </a:lnTo>
                  <a:lnTo>
                    <a:pt x="2286" y="23660"/>
                  </a:lnTo>
                  <a:lnTo>
                    <a:pt x="758202" y="23660"/>
                  </a:lnTo>
                  <a:close/>
                </a:path>
                <a:path w="762000" h="1615439">
                  <a:moveTo>
                    <a:pt x="758278" y="484276"/>
                  </a:moveTo>
                  <a:lnTo>
                    <a:pt x="825" y="484276"/>
                  </a:lnTo>
                  <a:lnTo>
                    <a:pt x="825" y="484873"/>
                  </a:lnTo>
                  <a:lnTo>
                    <a:pt x="758266" y="484873"/>
                  </a:lnTo>
                  <a:lnTo>
                    <a:pt x="758278" y="484276"/>
                  </a:lnTo>
                  <a:close/>
                </a:path>
                <a:path w="762000" h="1615439">
                  <a:moveTo>
                    <a:pt x="758545" y="461225"/>
                  </a:moveTo>
                  <a:lnTo>
                    <a:pt x="774" y="461225"/>
                  </a:lnTo>
                  <a:lnTo>
                    <a:pt x="774" y="461822"/>
                  </a:lnTo>
                  <a:lnTo>
                    <a:pt x="758532" y="461822"/>
                  </a:lnTo>
                  <a:lnTo>
                    <a:pt x="758545" y="461225"/>
                  </a:lnTo>
                  <a:close/>
                </a:path>
                <a:path w="762000" h="1615439">
                  <a:moveTo>
                    <a:pt x="758672" y="46710"/>
                  </a:moveTo>
                  <a:lnTo>
                    <a:pt x="758659" y="46113"/>
                  </a:lnTo>
                  <a:lnTo>
                    <a:pt x="1663" y="46113"/>
                  </a:lnTo>
                  <a:lnTo>
                    <a:pt x="1638" y="46710"/>
                  </a:lnTo>
                  <a:lnTo>
                    <a:pt x="758672" y="46710"/>
                  </a:lnTo>
                  <a:close/>
                </a:path>
                <a:path w="762000" h="1615439">
                  <a:moveTo>
                    <a:pt x="758812" y="438150"/>
                  </a:moveTo>
                  <a:lnTo>
                    <a:pt x="723" y="438150"/>
                  </a:lnTo>
                  <a:lnTo>
                    <a:pt x="723" y="438759"/>
                  </a:lnTo>
                  <a:lnTo>
                    <a:pt x="758812" y="438759"/>
                  </a:lnTo>
                  <a:lnTo>
                    <a:pt x="758812" y="438150"/>
                  </a:lnTo>
                  <a:close/>
                </a:path>
                <a:path w="762000" h="1615439">
                  <a:moveTo>
                    <a:pt x="759079" y="415099"/>
                  </a:moveTo>
                  <a:lnTo>
                    <a:pt x="673" y="415099"/>
                  </a:lnTo>
                  <a:lnTo>
                    <a:pt x="673" y="415696"/>
                  </a:lnTo>
                  <a:lnTo>
                    <a:pt x="759079" y="415696"/>
                  </a:lnTo>
                  <a:lnTo>
                    <a:pt x="759079" y="415099"/>
                  </a:lnTo>
                  <a:close/>
                </a:path>
                <a:path w="762000" h="1615439">
                  <a:moveTo>
                    <a:pt x="759142" y="69773"/>
                  </a:moveTo>
                  <a:lnTo>
                    <a:pt x="759129" y="69176"/>
                  </a:lnTo>
                  <a:lnTo>
                    <a:pt x="1016" y="69176"/>
                  </a:lnTo>
                  <a:lnTo>
                    <a:pt x="990" y="69773"/>
                  </a:lnTo>
                  <a:lnTo>
                    <a:pt x="759142" y="69773"/>
                  </a:lnTo>
                  <a:close/>
                </a:path>
                <a:path w="762000" h="1615439">
                  <a:moveTo>
                    <a:pt x="759358" y="392036"/>
                  </a:moveTo>
                  <a:lnTo>
                    <a:pt x="622" y="392036"/>
                  </a:lnTo>
                  <a:lnTo>
                    <a:pt x="622" y="392645"/>
                  </a:lnTo>
                  <a:lnTo>
                    <a:pt x="759345" y="392645"/>
                  </a:lnTo>
                  <a:lnTo>
                    <a:pt x="759358" y="392036"/>
                  </a:lnTo>
                  <a:close/>
                </a:path>
                <a:path w="762000" h="1615439">
                  <a:moveTo>
                    <a:pt x="759612" y="92849"/>
                  </a:moveTo>
                  <a:lnTo>
                    <a:pt x="759599" y="92240"/>
                  </a:lnTo>
                  <a:lnTo>
                    <a:pt x="368" y="92240"/>
                  </a:lnTo>
                  <a:lnTo>
                    <a:pt x="355" y="92849"/>
                  </a:lnTo>
                  <a:lnTo>
                    <a:pt x="759612" y="92849"/>
                  </a:lnTo>
                  <a:close/>
                </a:path>
                <a:path w="762000" h="1615439">
                  <a:moveTo>
                    <a:pt x="759625" y="368973"/>
                  </a:moveTo>
                  <a:lnTo>
                    <a:pt x="571" y="368973"/>
                  </a:lnTo>
                  <a:lnTo>
                    <a:pt x="571" y="369582"/>
                  </a:lnTo>
                  <a:lnTo>
                    <a:pt x="759612" y="369582"/>
                  </a:lnTo>
                  <a:lnTo>
                    <a:pt x="759625" y="368973"/>
                  </a:lnTo>
                  <a:close/>
                </a:path>
                <a:path w="762000" h="1615439">
                  <a:moveTo>
                    <a:pt x="759891" y="345909"/>
                  </a:moveTo>
                  <a:lnTo>
                    <a:pt x="520" y="345909"/>
                  </a:lnTo>
                  <a:lnTo>
                    <a:pt x="520" y="346506"/>
                  </a:lnTo>
                  <a:lnTo>
                    <a:pt x="759879" y="346506"/>
                  </a:lnTo>
                  <a:lnTo>
                    <a:pt x="759891" y="345909"/>
                  </a:lnTo>
                  <a:close/>
                </a:path>
                <a:path w="762000" h="1615439">
                  <a:moveTo>
                    <a:pt x="760082" y="115887"/>
                  </a:moveTo>
                  <a:lnTo>
                    <a:pt x="760069" y="115290"/>
                  </a:lnTo>
                  <a:lnTo>
                    <a:pt x="0" y="115290"/>
                  </a:lnTo>
                  <a:lnTo>
                    <a:pt x="0" y="115887"/>
                  </a:lnTo>
                  <a:lnTo>
                    <a:pt x="760082" y="115887"/>
                  </a:lnTo>
                  <a:close/>
                </a:path>
                <a:path w="762000" h="1615439">
                  <a:moveTo>
                    <a:pt x="760158" y="322859"/>
                  </a:moveTo>
                  <a:lnTo>
                    <a:pt x="469" y="322859"/>
                  </a:lnTo>
                  <a:lnTo>
                    <a:pt x="469" y="323456"/>
                  </a:lnTo>
                  <a:lnTo>
                    <a:pt x="760158" y="323456"/>
                  </a:lnTo>
                  <a:lnTo>
                    <a:pt x="760158" y="322859"/>
                  </a:lnTo>
                  <a:close/>
                </a:path>
                <a:path w="762000" h="1615439">
                  <a:moveTo>
                    <a:pt x="760425" y="299796"/>
                  </a:moveTo>
                  <a:lnTo>
                    <a:pt x="406" y="299796"/>
                  </a:lnTo>
                  <a:lnTo>
                    <a:pt x="419" y="300393"/>
                  </a:lnTo>
                  <a:lnTo>
                    <a:pt x="760425" y="300393"/>
                  </a:lnTo>
                  <a:lnTo>
                    <a:pt x="760425" y="299796"/>
                  </a:lnTo>
                  <a:close/>
                </a:path>
                <a:path w="762000" h="1615439">
                  <a:moveTo>
                    <a:pt x="760552" y="138963"/>
                  </a:moveTo>
                  <a:lnTo>
                    <a:pt x="760539" y="138366"/>
                  </a:lnTo>
                  <a:lnTo>
                    <a:pt x="50" y="138366"/>
                  </a:lnTo>
                  <a:lnTo>
                    <a:pt x="50" y="138963"/>
                  </a:lnTo>
                  <a:lnTo>
                    <a:pt x="760552" y="138963"/>
                  </a:lnTo>
                  <a:close/>
                </a:path>
                <a:path w="762000" h="1615439">
                  <a:moveTo>
                    <a:pt x="760691" y="276720"/>
                  </a:moveTo>
                  <a:lnTo>
                    <a:pt x="355" y="276720"/>
                  </a:lnTo>
                  <a:lnTo>
                    <a:pt x="355" y="277329"/>
                  </a:lnTo>
                  <a:lnTo>
                    <a:pt x="760691" y="277329"/>
                  </a:lnTo>
                  <a:lnTo>
                    <a:pt x="760691" y="276720"/>
                  </a:lnTo>
                  <a:close/>
                </a:path>
                <a:path w="762000" h="1615439">
                  <a:moveTo>
                    <a:pt x="760971" y="253669"/>
                  </a:moveTo>
                  <a:lnTo>
                    <a:pt x="304" y="253669"/>
                  </a:lnTo>
                  <a:lnTo>
                    <a:pt x="304" y="254279"/>
                  </a:lnTo>
                  <a:lnTo>
                    <a:pt x="760958" y="254279"/>
                  </a:lnTo>
                  <a:lnTo>
                    <a:pt x="760971" y="253669"/>
                  </a:lnTo>
                  <a:close/>
                </a:path>
                <a:path w="762000" h="1615439">
                  <a:moveTo>
                    <a:pt x="761022" y="162026"/>
                  </a:moveTo>
                  <a:lnTo>
                    <a:pt x="761009" y="161429"/>
                  </a:lnTo>
                  <a:lnTo>
                    <a:pt x="101" y="161429"/>
                  </a:lnTo>
                  <a:lnTo>
                    <a:pt x="101" y="162026"/>
                  </a:lnTo>
                  <a:lnTo>
                    <a:pt x="761022" y="162026"/>
                  </a:lnTo>
                  <a:close/>
                </a:path>
                <a:path w="762000" h="1615439">
                  <a:moveTo>
                    <a:pt x="761238" y="230606"/>
                  </a:moveTo>
                  <a:lnTo>
                    <a:pt x="254" y="230606"/>
                  </a:lnTo>
                  <a:lnTo>
                    <a:pt x="254" y="231203"/>
                  </a:lnTo>
                  <a:lnTo>
                    <a:pt x="761225" y="231203"/>
                  </a:lnTo>
                  <a:lnTo>
                    <a:pt x="761238" y="230606"/>
                  </a:lnTo>
                  <a:close/>
                </a:path>
                <a:path w="762000" h="1615439">
                  <a:moveTo>
                    <a:pt x="761492" y="185089"/>
                  </a:moveTo>
                  <a:lnTo>
                    <a:pt x="761479" y="184480"/>
                  </a:lnTo>
                  <a:lnTo>
                    <a:pt x="152" y="184480"/>
                  </a:lnTo>
                  <a:lnTo>
                    <a:pt x="152" y="185089"/>
                  </a:lnTo>
                  <a:lnTo>
                    <a:pt x="761492" y="185089"/>
                  </a:lnTo>
                  <a:close/>
                </a:path>
                <a:path w="762000" h="1615439">
                  <a:moveTo>
                    <a:pt x="761504" y="207543"/>
                  </a:moveTo>
                  <a:lnTo>
                    <a:pt x="203" y="207543"/>
                  </a:lnTo>
                  <a:lnTo>
                    <a:pt x="203" y="208153"/>
                  </a:lnTo>
                  <a:lnTo>
                    <a:pt x="761492" y="208153"/>
                  </a:lnTo>
                  <a:lnTo>
                    <a:pt x="761504" y="207543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5626735" y="2489307"/>
              <a:ext cx="755015" cy="1269365"/>
            </a:xfrm>
            <a:custGeom>
              <a:avLst/>
              <a:gdLst/>
              <a:ahLst/>
              <a:cxnLst/>
              <a:rect l="l" t="t" r="r" b="b"/>
              <a:pathLst>
                <a:path w="755014" h="1269364">
                  <a:moveTo>
                    <a:pt x="405612" y="596"/>
                  </a:moveTo>
                  <a:lnTo>
                    <a:pt x="403745" y="0"/>
                  </a:lnTo>
                  <a:lnTo>
                    <a:pt x="339128" y="0"/>
                  </a:lnTo>
                  <a:lnTo>
                    <a:pt x="337248" y="596"/>
                  </a:lnTo>
                  <a:lnTo>
                    <a:pt x="405612" y="596"/>
                  </a:lnTo>
                  <a:close/>
                </a:path>
                <a:path w="755014" h="1269364">
                  <a:moveTo>
                    <a:pt x="462076" y="23660"/>
                  </a:moveTo>
                  <a:lnTo>
                    <a:pt x="460908" y="23063"/>
                  </a:lnTo>
                  <a:lnTo>
                    <a:pt x="281965" y="23063"/>
                  </a:lnTo>
                  <a:lnTo>
                    <a:pt x="280784" y="23660"/>
                  </a:lnTo>
                  <a:lnTo>
                    <a:pt x="462076" y="23660"/>
                  </a:lnTo>
                  <a:close/>
                </a:path>
                <a:path w="755014" h="1269364">
                  <a:moveTo>
                    <a:pt x="503542" y="46723"/>
                  </a:moveTo>
                  <a:lnTo>
                    <a:pt x="502577" y="46113"/>
                  </a:lnTo>
                  <a:lnTo>
                    <a:pt x="240284" y="46113"/>
                  </a:lnTo>
                  <a:lnTo>
                    <a:pt x="239331" y="46723"/>
                  </a:lnTo>
                  <a:lnTo>
                    <a:pt x="503542" y="46723"/>
                  </a:lnTo>
                  <a:close/>
                </a:path>
                <a:path w="755014" h="1269364">
                  <a:moveTo>
                    <a:pt x="535698" y="69773"/>
                  </a:moveTo>
                  <a:lnTo>
                    <a:pt x="534936" y="69176"/>
                  </a:lnTo>
                  <a:lnTo>
                    <a:pt x="207924" y="69176"/>
                  </a:lnTo>
                  <a:lnTo>
                    <a:pt x="207175" y="69773"/>
                  </a:lnTo>
                  <a:lnTo>
                    <a:pt x="535698" y="69773"/>
                  </a:lnTo>
                  <a:close/>
                </a:path>
                <a:path w="755014" h="1269364">
                  <a:moveTo>
                    <a:pt x="561327" y="92837"/>
                  </a:moveTo>
                  <a:lnTo>
                    <a:pt x="560717" y="92240"/>
                  </a:lnTo>
                  <a:lnTo>
                    <a:pt x="182143" y="92240"/>
                  </a:lnTo>
                  <a:lnTo>
                    <a:pt x="181533" y="92837"/>
                  </a:lnTo>
                  <a:lnTo>
                    <a:pt x="561327" y="92837"/>
                  </a:lnTo>
                  <a:close/>
                </a:path>
                <a:path w="755014" h="1269364">
                  <a:moveTo>
                    <a:pt x="582256" y="115912"/>
                  </a:moveTo>
                  <a:lnTo>
                    <a:pt x="581761" y="115303"/>
                  </a:lnTo>
                  <a:lnTo>
                    <a:pt x="161099" y="115303"/>
                  </a:lnTo>
                  <a:lnTo>
                    <a:pt x="160604" y="115912"/>
                  </a:lnTo>
                  <a:lnTo>
                    <a:pt x="582256" y="115912"/>
                  </a:lnTo>
                  <a:close/>
                </a:path>
                <a:path w="755014" h="1269364">
                  <a:moveTo>
                    <a:pt x="599770" y="138963"/>
                  </a:moveTo>
                  <a:lnTo>
                    <a:pt x="599376" y="138353"/>
                  </a:lnTo>
                  <a:lnTo>
                    <a:pt x="143497" y="138353"/>
                  </a:lnTo>
                  <a:lnTo>
                    <a:pt x="143090" y="138963"/>
                  </a:lnTo>
                  <a:lnTo>
                    <a:pt x="599770" y="138963"/>
                  </a:lnTo>
                  <a:close/>
                </a:path>
                <a:path w="755014" h="1269364">
                  <a:moveTo>
                    <a:pt x="614756" y="162026"/>
                  </a:moveTo>
                  <a:lnTo>
                    <a:pt x="614438" y="161429"/>
                  </a:lnTo>
                  <a:lnTo>
                    <a:pt x="128422" y="161429"/>
                  </a:lnTo>
                  <a:lnTo>
                    <a:pt x="128104" y="162026"/>
                  </a:lnTo>
                  <a:lnTo>
                    <a:pt x="614756" y="162026"/>
                  </a:lnTo>
                  <a:close/>
                </a:path>
                <a:path w="755014" h="1269364">
                  <a:moveTo>
                    <a:pt x="626897" y="185089"/>
                  </a:moveTo>
                  <a:lnTo>
                    <a:pt x="626579" y="184492"/>
                  </a:lnTo>
                  <a:lnTo>
                    <a:pt x="116293" y="184492"/>
                  </a:lnTo>
                  <a:lnTo>
                    <a:pt x="115976" y="185089"/>
                  </a:lnTo>
                  <a:lnTo>
                    <a:pt x="626897" y="185089"/>
                  </a:lnTo>
                  <a:close/>
                </a:path>
                <a:path w="755014" h="1269364">
                  <a:moveTo>
                    <a:pt x="637590" y="208153"/>
                  </a:moveTo>
                  <a:lnTo>
                    <a:pt x="637324" y="207543"/>
                  </a:lnTo>
                  <a:lnTo>
                    <a:pt x="105537" y="207543"/>
                  </a:lnTo>
                  <a:lnTo>
                    <a:pt x="105283" y="208153"/>
                  </a:lnTo>
                  <a:lnTo>
                    <a:pt x="637590" y="208153"/>
                  </a:lnTo>
                  <a:close/>
                </a:path>
                <a:path w="755014" h="1269364">
                  <a:moveTo>
                    <a:pt x="647255" y="231216"/>
                  </a:moveTo>
                  <a:lnTo>
                    <a:pt x="647052" y="230606"/>
                  </a:lnTo>
                  <a:lnTo>
                    <a:pt x="95821" y="230606"/>
                  </a:lnTo>
                  <a:lnTo>
                    <a:pt x="95618" y="231216"/>
                  </a:lnTo>
                  <a:lnTo>
                    <a:pt x="647255" y="231216"/>
                  </a:lnTo>
                  <a:close/>
                </a:path>
                <a:path w="755014" h="1269364">
                  <a:moveTo>
                    <a:pt x="655078" y="254266"/>
                  </a:moveTo>
                  <a:lnTo>
                    <a:pt x="654888" y="253669"/>
                  </a:lnTo>
                  <a:lnTo>
                    <a:pt x="87985" y="253669"/>
                  </a:lnTo>
                  <a:lnTo>
                    <a:pt x="87782" y="254266"/>
                  </a:lnTo>
                  <a:lnTo>
                    <a:pt x="655078" y="254266"/>
                  </a:lnTo>
                  <a:close/>
                </a:path>
                <a:path w="755014" h="1269364">
                  <a:moveTo>
                    <a:pt x="662393" y="277329"/>
                  </a:moveTo>
                  <a:lnTo>
                    <a:pt x="662228" y="276733"/>
                  </a:lnTo>
                  <a:lnTo>
                    <a:pt x="80645" y="276733"/>
                  </a:lnTo>
                  <a:lnTo>
                    <a:pt x="80479" y="277329"/>
                  </a:lnTo>
                  <a:lnTo>
                    <a:pt x="662393" y="277329"/>
                  </a:lnTo>
                  <a:close/>
                </a:path>
                <a:path w="755014" h="1269364">
                  <a:moveTo>
                    <a:pt x="668693" y="300393"/>
                  </a:moveTo>
                  <a:lnTo>
                    <a:pt x="668528" y="299783"/>
                  </a:lnTo>
                  <a:lnTo>
                    <a:pt x="74333" y="299783"/>
                  </a:lnTo>
                  <a:lnTo>
                    <a:pt x="74168" y="300393"/>
                  </a:lnTo>
                  <a:lnTo>
                    <a:pt x="668693" y="300393"/>
                  </a:lnTo>
                  <a:close/>
                </a:path>
                <a:path w="755014" h="1269364">
                  <a:moveTo>
                    <a:pt x="674382" y="323456"/>
                  </a:moveTo>
                  <a:lnTo>
                    <a:pt x="674255" y="322859"/>
                  </a:lnTo>
                  <a:lnTo>
                    <a:pt x="68618" y="322859"/>
                  </a:lnTo>
                  <a:lnTo>
                    <a:pt x="68491" y="323456"/>
                  </a:lnTo>
                  <a:lnTo>
                    <a:pt x="674382" y="323456"/>
                  </a:lnTo>
                  <a:close/>
                </a:path>
                <a:path w="755014" h="1269364">
                  <a:moveTo>
                    <a:pt x="679475" y="346506"/>
                  </a:moveTo>
                  <a:lnTo>
                    <a:pt x="679335" y="345909"/>
                  </a:lnTo>
                  <a:lnTo>
                    <a:pt x="63525" y="345909"/>
                  </a:lnTo>
                  <a:lnTo>
                    <a:pt x="63398" y="346506"/>
                  </a:lnTo>
                  <a:lnTo>
                    <a:pt x="679475" y="346506"/>
                  </a:lnTo>
                  <a:close/>
                </a:path>
                <a:path w="755014" h="1269364">
                  <a:moveTo>
                    <a:pt x="684060" y="369570"/>
                  </a:moveTo>
                  <a:lnTo>
                    <a:pt x="683945" y="368973"/>
                  </a:lnTo>
                  <a:lnTo>
                    <a:pt x="58915" y="368973"/>
                  </a:lnTo>
                  <a:lnTo>
                    <a:pt x="58813" y="369570"/>
                  </a:lnTo>
                  <a:lnTo>
                    <a:pt x="684060" y="369570"/>
                  </a:lnTo>
                  <a:close/>
                </a:path>
                <a:path w="755014" h="1269364">
                  <a:moveTo>
                    <a:pt x="688187" y="392645"/>
                  </a:moveTo>
                  <a:lnTo>
                    <a:pt x="688086" y="392036"/>
                  </a:lnTo>
                  <a:lnTo>
                    <a:pt x="54787" y="392036"/>
                  </a:lnTo>
                  <a:lnTo>
                    <a:pt x="54673" y="392645"/>
                  </a:lnTo>
                  <a:lnTo>
                    <a:pt x="688187" y="392645"/>
                  </a:lnTo>
                  <a:close/>
                </a:path>
                <a:path w="755014" h="1269364">
                  <a:moveTo>
                    <a:pt x="692035" y="415709"/>
                  </a:moveTo>
                  <a:lnTo>
                    <a:pt x="691946" y="415099"/>
                  </a:lnTo>
                  <a:lnTo>
                    <a:pt x="50927" y="415099"/>
                  </a:lnTo>
                  <a:lnTo>
                    <a:pt x="50838" y="415709"/>
                  </a:lnTo>
                  <a:lnTo>
                    <a:pt x="692035" y="415709"/>
                  </a:lnTo>
                  <a:close/>
                </a:path>
                <a:path w="755014" h="1269364">
                  <a:moveTo>
                    <a:pt x="695426" y="438759"/>
                  </a:moveTo>
                  <a:lnTo>
                    <a:pt x="695337" y="438162"/>
                  </a:lnTo>
                  <a:lnTo>
                    <a:pt x="47536" y="438162"/>
                  </a:lnTo>
                  <a:lnTo>
                    <a:pt x="47447" y="438759"/>
                  </a:lnTo>
                  <a:lnTo>
                    <a:pt x="695426" y="438759"/>
                  </a:lnTo>
                  <a:close/>
                </a:path>
                <a:path w="755014" h="1269364">
                  <a:moveTo>
                    <a:pt x="698754" y="461822"/>
                  </a:moveTo>
                  <a:lnTo>
                    <a:pt x="698690" y="461225"/>
                  </a:lnTo>
                  <a:lnTo>
                    <a:pt x="44183" y="461225"/>
                  </a:lnTo>
                  <a:lnTo>
                    <a:pt x="44107" y="461822"/>
                  </a:lnTo>
                  <a:lnTo>
                    <a:pt x="698754" y="461822"/>
                  </a:lnTo>
                  <a:close/>
                </a:path>
                <a:path w="755014" h="1269364">
                  <a:moveTo>
                    <a:pt x="701586" y="484886"/>
                  </a:moveTo>
                  <a:lnTo>
                    <a:pt x="701509" y="484289"/>
                  </a:lnTo>
                  <a:lnTo>
                    <a:pt x="41351" y="484289"/>
                  </a:lnTo>
                  <a:lnTo>
                    <a:pt x="41275" y="484886"/>
                  </a:lnTo>
                  <a:lnTo>
                    <a:pt x="701586" y="484886"/>
                  </a:lnTo>
                  <a:close/>
                </a:path>
                <a:path w="755014" h="1269364">
                  <a:moveTo>
                    <a:pt x="704418" y="507936"/>
                  </a:moveTo>
                  <a:lnTo>
                    <a:pt x="704342" y="507339"/>
                  </a:lnTo>
                  <a:lnTo>
                    <a:pt x="38531" y="507339"/>
                  </a:lnTo>
                  <a:lnTo>
                    <a:pt x="38455" y="507936"/>
                  </a:lnTo>
                  <a:lnTo>
                    <a:pt x="704418" y="507936"/>
                  </a:lnTo>
                  <a:close/>
                </a:path>
                <a:path w="755014" h="1269364">
                  <a:moveTo>
                    <a:pt x="706970" y="530999"/>
                  </a:moveTo>
                  <a:lnTo>
                    <a:pt x="706907" y="530402"/>
                  </a:lnTo>
                  <a:lnTo>
                    <a:pt x="35953" y="530402"/>
                  </a:lnTo>
                  <a:lnTo>
                    <a:pt x="35890" y="530999"/>
                  </a:lnTo>
                  <a:lnTo>
                    <a:pt x="706970" y="530999"/>
                  </a:lnTo>
                  <a:close/>
                </a:path>
                <a:path w="755014" h="1269364">
                  <a:moveTo>
                    <a:pt x="709383" y="554075"/>
                  </a:moveTo>
                  <a:lnTo>
                    <a:pt x="709320" y="553478"/>
                  </a:lnTo>
                  <a:lnTo>
                    <a:pt x="33540" y="553478"/>
                  </a:lnTo>
                  <a:lnTo>
                    <a:pt x="33477" y="554075"/>
                  </a:lnTo>
                  <a:lnTo>
                    <a:pt x="709383" y="554075"/>
                  </a:lnTo>
                  <a:close/>
                </a:path>
                <a:path w="755014" h="1269364">
                  <a:moveTo>
                    <a:pt x="711796" y="577126"/>
                  </a:moveTo>
                  <a:lnTo>
                    <a:pt x="711733" y="576516"/>
                  </a:lnTo>
                  <a:lnTo>
                    <a:pt x="31127" y="576516"/>
                  </a:lnTo>
                  <a:lnTo>
                    <a:pt x="31076" y="577126"/>
                  </a:lnTo>
                  <a:lnTo>
                    <a:pt x="711796" y="577126"/>
                  </a:lnTo>
                  <a:close/>
                </a:path>
                <a:path w="755014" h="1269364">
                  <a:moveTo>
                    <a:pt x="713917" y="600189"/>
                  </a:moveTo>
                  <a:lnTo>
                    <a:pt x="713867" y="599592"/>
                  </a:lnTo>
                  <a:lnTo>
                    <a:pt x="29006" y="599592"/>
                  </a:lnTo>
                  <a:lnTo>
                    <a:pt x="28956" y="600189"/>
                  </a:lnTo>
                  <a:lnTo>
                    <a:pt x="713917" y="600189"/>
                  </a:lnTo>
                  <a:close/>
                </a:path>
                <a:path w="755014" h="1269364">
                  <a:moveTo>
                    <a:pt x="716038" y="623252"/>
                  </a:moveTo>
                  <a:lnTo>
                    <a:pt x="715987" y="622655"/>
                  </a:lnTo>
                  <a:lnTo>
                    <a:pt x="26885" y="622655"/>
                  </a:lnTo>
                  <a:lnTo>
                    <a:pt x="26822" y="623252"/>
                  </a:lnTo>
                  <a:lnTo>
                    <a:pt x="716038" y="623252"/>
                  </a:lnTo>
                  <a:close/>
                </a:path>
                <a:path w="755014" h="1269364">
                  <a:moveTo>
                    <a:pt x="718121" y="646315"/>
                  </a:moveTo>
                  <a:lnTo>
                    <a:pt x="718070" y="645718"/>
                  </a:lnTo>
                  <a:lnTo>
                    <a:pt x="24790" y="645718"/>
                  </a:lnTo>
                  <a:lnTo>
                    <a:pt x="24739" y="646315"/>
                  </a:lnTo>
                  <a:lnTo>
                    <a:pt x="718121" y="646315"/>
                  </a:lnTo>
                  <a:close/>
                </a:path>
                <a:path w="755014" h="1269364">
                  <a:moveTo>
                    <a:pt x="720064" y="669378"/>
                  </a:moveTo>
                  <a:lnTo>
                    <a:pt x="720013" y="668769"/>
                  </a:lnTo>
                  <a:lnTo>
                    <a:pt x="22860" y="668769"/>
                  </a:lnTo>
                  <a:lnTo>
                    <a:pt x="22809" y="669378"/>
                  </a:lnTo>
                  <a:lnTo>
                    <a:pt x="720064" y="669378"/>
                  </a:lnTo>
                  <a:close/>
                </a:path>
                <a:path w="755014" h="1269364">
                  <a:moveTo>
                    <a:pt x="721995" y="692429"/>
                  </a:moveTo>
                  <a:lnTo>
                    <a:pt x="721944" y="691832"/>
                  </a:lnTo>
                  <a:lnTo>
                    <a:pt x="20916" y="691832"/>
                  </a:lnTo>
                  <a:lnTo>
                    <a:pt x="20866" y="692429"/>
                  </a:lnTo>
                  <a:lnTo>
                    <a:pt x="721995" y="692429"/>
                  </a:lnTo>
                  <a:close/>
                </a:path>
                <a:path w="755014" h="1269364">
                  <a:moveTo>
                    <a:pt x="723912" y="715492"/>
                  </a:moveTo>
                  <a:lnTo>
                    <a:pt x="723861" y="714895"/>
                  </a:lnTo>
                  <a:lnTo>
                    <a:pt x="18999" y="714895"/>
                  </a:lnTo>
                  <a:lnTo>
                    <a:pt x="18948" y="715492"/>
                  </a:lnTo>
                  <a:lnTo>
                    <a:pt x="723912" y="715492"/>
                  </a:lnTo>
                  <a:close/>
                </a:path>
                <a:path w="755014" h="1269364">
                  <a:moveTo>
                    <a:pt x="725754" y="738555"/>
                  </a:moveTo>
                  <a:lnTo>
                    <a:pt x="725703" y="737946"/>
                  </a:lnTo>
                  <a:lnTo>
                    <a:pt x="17157" y="737946"/>
                  </a:lnTo>
                  <a:lnTo>
                    <a:pt x="17106" y="738555"/>
                  </a:lnTo>
                  <a:lnTo>
                    <a:pt x="725754" y="738555"/>
                  </a:lnTo>
                  <a:close/>
                </a:path>
                <a:path w="755014" h="1269364">
                  <a:moveTo>
                    <a:pt x="727595" y="761631"/>
                  </a:moveTo>
                  <a:lnTo>
                    <a:pt x="727544" y="761022"/>
                  </a:lnTo>
                  <a:lnTo>
                    <a:pt x="15316" y="761022"/>
                  </a:lnTo>
                  <a:lnTo>
                    <a:pt x="15265" y="761631"/>
                  </a:lnTo>
                  <a:lnTo>
                    <a:pt x="727595" y="761631"/>
                  </a:lnTo>
                  <a:close/>
                </a:path>
                <a:path w="755014" h="1269364">
                  <a:moveTo>
                    <a:pt x="729411" y="784682"/>
                  </a:moveTo>
                  <a:lnTo>
                    <a:pt x="729373" y="784085"/>
                  </a:lnTo>
                  <a:lnTo>
                    <a:pt x="13589" y="784085"/>
                  </a:lnTo>
                  <a:lnTo>
                    <a:pt x="13563" y="784682"/>
                  </a:lnTo>
                  <a:lnTo>
                    <a:pt x="729411" y="784682"/>
                  </a:lnTo>
                  <a:close/>
                </a:path>
                <a:path w="755014" h="1269364">
                  <a:moveTo>
                    <a:pt x="731012" y="807745"/>
                  </a:moveTo>
                  <a:lnTo>
                    <a:pt x="730973" y="807148"/>
                  </a:lnTo>
                  <a:lnTo>
                    <a:pt x="12941" y="807148"/>
                  </a:lnTo>
                  <a:lnTo>
                    <a:pt x="12915" y="807745"/>
                  </a:lnTo>
                  <a:lnTo>
                    <a:pt x="731012" y="807745"/>
                  </a:lnTo>
                  <a:close/>
                </a:path>
                <a:path w="755014" h="1269364">
                  <a:moveTo>
                    <a:pt x="732612" y="830808"/>
                  </a:moveTo>
                  <a:lnTo>
                    <a:pt x="732574" y="830199"/>
                  </a:lnTo>
                  <a:lnTo>
                    <a:pt x="12293" y="830199"/>
                  </a:lnTo>
                  <a:lnTo>
                    <a:pt x="12268" y="830808"/>
                  </a:lnTo>
                  <a:lnTo>
                    <a:pt x="732612" y="830808"/>
                  </a:lnTo>
                  <a:close/>
                </a:path>
                <a:path w="755014" h="1269364">
                  <a:moveTo>
                    <a:pt x="734212" y="853871"/>
                  </a:moveTo>
                  <a:lnTo>
                    <a:pt x="734174" y="853262"/>
                  </a:lnTo>
                  <a:lnTo>
                    <a:pt x="11645" y="853262"/>
                  </a:lnTo>
                  <a:lnTo>
                    <a:pt x="11633" y="853871"/>
                  </a:lnTo>
                  <a:lnTo>
                    <a:pt x="734212" y="853871"/>
                  </a:lnTo>
                  <a:close/>
                </a:path>
                <a:path w="755014" h="1269364">
                  <a:moveTo>
                    <a:pt x="735812" y="876922"/>
                  </a:moveTo>
                  <a:lnTo>
                    <a:pt x="735774" y="876325"/>
                  </a:lnTo>
                  <a:lnTo>
                    <a:pt x="10998" y="876325"/>
                  </a:lnTo>
                  <a:lnTo>
                    <a:pt x="10985" y="876922"/>
                  </a:lnTo>
                  <a:lnTo>
                    <a:pt x="735812" y="876922"/>
                  </a:lnTo>
                  <a:close/>
                </a:path>
                <a:path w="755014" h="1269364">
                  <a:moveTo>
                    <a:pt x="737412" y="899985"/>
                  </a:moveTo>
                  <a:lnTo>
                    <a:pt x="737374" y="899388"/>
                  </a:lnTo>
                  <a:lnTo>
                    <a:pt x="10350" y="899388"/>
                  </a:lnTo>
                  <a:lnTo>
                    <a:pt x="10337" y="899985"/>
                  </a:lnTo>
                  <a:lnTo>
                    <a:pt x="737412" y="899985"/>
                  </a:lnTo>
                  <a:close/>
                </a:path>
                <a:path w="755014" h="1269364">
                  <a:moveTo>
                    <a:pt x="739013" y="923061"/>
                  </a:moveTo>
                  <a:lnTo>
                    <a:pt x="738974" y="922451"/>
                  </a:lnTo>
                  <a:lnTo>
                    <a:pt x="9702" y="922451"/>
                  </a:lnTo>
                  <a:lnTo>
                    <a:pt x="9690" y="923061"/>
                  </a:lnTo>
                  <a:lnTo>
                    <a:pt x="739013" y="923061"/>
                  </a:lnTo>
                  <a:close/>
                </a:path>
                <a:path w="755014" h="1269364">
                  <a:moveTo>
                    <a:pt x="740613" y="946111"/>
                  </a:moveTo>
                  <a:lnTo>
                    <a:pt x="740575" y="945502"/>
                  </a:lnTo>
                  <a:lnTo>
                    <a:pt x="9055" y="945502"/>
                  </a:lnTo>
                  <a:lnTo>
                    <a:pt x="9042" y="946111"/>
                  </a:lnTo>
                  <a:lnTo>
                    <a:pt x="740613" y="946111"/>
                  </a:lnTo>
                  <a:close/>
                </a:path>
                <a:path w="755014" h="1269364">
                  <a:moveTo>
                    <a:pt x="742213" y="969175"/>
                  </a:moveTo>
                  <a:lnTo>
                    <a:pt x="742175" y="968578"/>
                  </a:lnTo>
                  <a:lnTo>
                    <a:pt x="8420" y="968578"/>
                  </a:lnTo>
                  <a:lnTo>
                    <a:pt x="8394" y="969175"/>
                  </a:lnTo>
                  <a:lnTo>
                    <a:pt x="742213" y="969175"/>
                  </a:lnTo>
                  <a:close/>
                </a:path>
                <a:path w="755014" h="1269364">
                  <a:moveTo>
                    <a:pt x="743813" y="992238"/>
                  </a:moveTo>
                  <a:lnTo>
                    <a:pt x="743775" y="991641"/>
                  </a:lnTo>
                  <a:lnTo>
                    <a:pt x="7772" y="991641"/>
                  </a:lnTo>
                  <a:lnTo>
                    <a:pt x="7747" y="992238"/>
                  </a:lnTo>
                  <a:lnTo>
                    <a:pt x="743813" y="992238"/>
                  </a:lnTo>
                  <a:close/>
                </a:path>
                <a:path w="755014" h="1269364">
                  <a:moveTo>
                    <a:pt x="745426" y="1015301"/>
                  </a:moveTo>
                  <a:lnTo>
                    <a:pt x="745375" y="1014691"/>
                  </a:lnTo>
                  <a:lnTo>
                    <a:pt x="7124" y="1014691"/>
                  </a:lnTo>
                  <a:lnTo>
                    <a:pt x="7112" y="1015301"/>
                  </a:lnTo>
                  <a:lnTo>
                    <a:pt x="745426" y="1015301"/>
                  </a:lnTo>
                  <a:close/>
                </a:path>
                <a:path w="755014" h="1269364">
                  <a:moveTo>
                    <a:pt x="747014" y="1038352"/>
                  </a:moveTo>
                  <a:lnTo>
                    <a:pt x="746975" y="1037755"/>
                  </a:lnTo>
                  <a:lnTo>
                    <a:pt x="6477" y="1037755"/>
                  </a:lnTo>
                  <a:lnTo>
                    <a:pt x="6464" y="1038352"/>
                  </a:lnTo>
                  <a:lnTo>
                    <a:pt x="747014" y="1038352"/>
                  </a:lnTo>
                  <a:close/>
                </a:path>
                <a:path w="755014" h="1269364">
                  <a:moveTo>
                    <a:pt x="748626" y="1061415"/>
                  </a:moveTo>
                  <a:lnTo>
                    <a:pt x="748576" y="1060818"/>
                  </a:lnTo>
                  <a:lnTo>
                    <a:pt x="5829" y="1060818"/>
                  </a:lnTo>
                  <a:lnTo>
                    <a:pt x="5816" y="1061415"/>
                  </a:lnTo>
                  <a:lnTo>
                    <a:pt x="748626" y="1061415"/>
                  </a:lnTo>
                  <a:close/>
                </a:path>
                <a:path w="755014" h="1269364">
                  <a:moveTo>
                    <a:pt x="750227" y="1084478"/>
                  </a:moveTo>
                  <a:lnTo>
                    <a:pt x="750176" y="1083881"/>
                  </a:lnTo>
                  <a:lnTo>
                    <a:pt x="5181" y="1083881"/>
                  </a:lnTo>
                  <a:lnTo>
                    <a:pt x="5168" y="1084478"/>
                  </a:lnTo>
                  <a:lnTo>
                    <a:pt x="750227" y="1084478"/>
                  </a:lnTo>
                  <a:close/>
                </a:path>
                <a:path w="755014" h="1269364">
                  <a:moveTo>
                    <a:pt x="751497" y="1107541"/>
                  </a:moveTo>
                  <a:lnTo>
                    <a:pt x="751484" y="1106932"/>
                  </a:lnTo>
                  <a:lnTo>
                    <a:pt x="4533" y="1106932"/>
                  </a:lnTo>
                  <a:lnTo>
                    <a:pt x="4521" y="1107541"/>
                  </a:lnTo>
                  <a:lnTo>
                    <a:pt x="751497" y="1107541"/>
                  </a:lnTo>
                  <a:close/>
                </a:path>
                <a:path w="755014" h="1269364">
                  <a:moveTo>
                    <a:pt x="751967" y="1130604"/>
                  </a:moveTo>
                  <a:lnTo>
                    <a:pt x="751954" y="1130007"/>
                  </a:lnTo>
                  <a:lnTo>
                    <a:pt x="3898" y="1130007"/>
                  </a:lnTo>
                  <a:lnTo>
                    <a:pt x="3873" y="1130604"/>
                  </a:lnTo>
                  <a:lnTo>
                    <a:pt x="751967" y="1130604"/>
                  </a:lnTo>
                  <a:close/>
                </a:path>
                <a:path w="755014" h="1269364">
                  <a:moveTo>
                    <a:pt x="752436" y="1153668"/>
                  </a:moveTo>
                  <a:lnTo>
                    <a:pt x="752424" y="1153071"/>
                  </a:lnTo>
                  <a:lnTo>
                    <a:pt x="3251" y="1153071"/>
                  </a:lnTo>
                  <a:lnTo>
                    <a:pt x="3225" y="1153668"/>
                  </a:lnTo>
                  <a:lnTo>
                    <a:pt x="752436" y="1153668"/>
                  </a:lnTo>
                  <a:close/>
                </a:path>
                <a:path w="755014" h="1269364">
                  <a:moveTo>
                    <a:pt x="752906" y="1176718"/>
                  </a:moveTo>
                  <a:lnTo>
                    <a:pt x="752894" y="1176121"/>
                  </a:lnTo>
                  <a:lnTo>
                    <a:pt x="2603" y="1176121"/>
                  </a:lnTo>
                  <a:lnTo>
                    <a:pt x="2578" y="1176718"/>
                  </a:lnTo>
                  <a:lnTo>
                    <a:pt x="752906" y="1176718"/>
                  </a:lnTo>
                  <a:close/>
                </a:path>
                <a:path w="755014" h="1269364">
                  <a:moveTo>
                    <a:pt x="753376" y="1199794"/>
                  </a:moveTo>
                  <a:lnTo>
                    <a:pt x="753364" y="1199184"/>
                  </a:lnTo>
                  <a:lnTo>
                    <a:pt x="1955" y="1199184"/>
                  </a:lnTo>
                  <a:lnTo>
                    <a:pt x="1943" y="1199794"/>
                  </a:lnTo>
                  <a:lnTo>
                    <a:pt x="753376" y="1199794"/>
                  </a:lnTo>
                  <a:close/>
                </a:path>
                <a:path w="755014" h="1269364">
                  <a:moveTo>
                    <a:pt x="753846" y="1222844"/>
                  </a:moveTo>
                  <a:lnTo>
                    <a:pt x="753833" y="1222248"/>
                  </a:lnTo>
                  <a:lnTo>
                    <a:pt x="1308" y="1222248"/>
                  </a:lnTo>
                  <a:lnTo>
                    <a:pt x="1295" y="1222844"/>
                  </a:lnTo>
                  <a:lnTo>
                    <a:pt x="753846" y="1222844"/>
                  </a:lnTo>
                  <a:close/>
                </a:path>
                <a:path w="755014" h="1269364">
                  <a:moveTo>
                    <a:pt x="754316" y="1245908"/>
                  </a:moveTo>
                  <a:lnTo>
                    <a:pt x="754303" y="1245311"/>
                  </a:lnTo>
                  <a:lnTo>
                    <a:pt x="660" y="1245311"/>
                  </a:lnTo>
                  <a:lnTo>
                    <a:pt x="647" y="1245908"/>
                  </a:lnTo>
                  <a:lnTo>
                    <a:pt x="754316" y="1245908"/>
                  </a:lnTo>
                  <a:close/>
                </a:path>
                <a:path w="755014" h="1269364">
                  <a:moveTo>
                    <a:pt x="754799" y="1268971"/>
                  </a:moveTo>
                  <a:lnTo>
                    <a:pt x="754786" y="1268374"/>
                  </a:lnTo>
                  <a:lnTo>
                    <a:pt x="12" y="1268374"/>
                  </a:lnTo>
                  <a:lnTo>
                    <a:pt x="0" y="1268971"/>
                  </a:lnTo>
                  <a:lnTo>
                    <a:pt x="754799" y="1268971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5933823" y="1972705"/>
              <a:ext cx="128905" cy="528320"/>
            </a:xfrm>
            <a:custGeom>
              <a:avLst/>
              <a:gdLst/>
              <a:ahLst/>
              <a:cxnLst/>
              <a:rect l="l" t="t" r="r" b="b"/>
              <a:pathLst>
                <a:path w="128904" h="528319">
                  <a:moveTo>
                    <a:pt x="64354" y="0"/>
                  </a:moveTo>
                  <a:lnTo>
                    <a:pt x="42501" y="478362"/>
                  </a:lnTo>
                  <a:lnTo>
                    <a:pt x="0" y="528140"/>
                  </a:lnTo>
                  <a:lnTo>
                    <a:pt x="128697" y="528140"/>
                  </a:lnTo>
                  <a:lnTo>
                    <a:pt x="86206" y="478362"/>
                  </a:lnTo>
                  <a:lnTo>
                    <a:pt x="64354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2" name="object 72" descr=""/>
          <p:cNvGrpSpPr/>
          <p:nvPr/>
        </p:nvGrpSpPr>
        <p:grpSpPr>
          <a:xfrm>
            <a:off x="4624751" y="2703234"/>
            <a:ext cx="922655" cy="3014345"/>
            <a:chOff x="4624751" y="2703234"/>
            <a:chExt cx="922655" cy="3014345"/>
          </a:xfrm>
        </p:grpSpPr>
        <p:sp>
          <p:nvSpPr>
            <p:cNvPr id="73" name="object 73" descr=""/>
            <p:cNvSpPr/>
            <p:nvPr/>
          </p:nvSpPr>
          <p:spPr>
            <a:xfrm>
              <a:off x="4624751" y="2703234"/>
              <a:ext cx="922655" cy="2988310"/>
            </a:xfrm>
            <a:custGeom>
              <a:avLst/>
              <a:gdLst/>
              <a:ahLst/>
              <a:cxnLst/>
              <a:rect l="l" t="t" r="r" b="b"/>
              <a:pathLst>
                <a:path w="922654" h="2988310">
                  <a:moveTo>
                    <a:pt x="518858" y="0"/>
                  </a:moveTo>
                  <a:lnTo>
                    <a:pt x="461305" y="1566"/>
                  </a:lnTo>
                  <a:lnTo>
                    <a:pt x="403755" y="0"/>
                  </a:lnTo>
                  <a:lnTo>
                    <a:pt x="342089" y="1027"/>
                  </a:lnTo>
                  <a:lnTo>
                    <a:pt x="278745" y="4139"/>
                  </a:lnTo>
                  <a:lnTo>
                    <a:pt x="216161" y="8824"/>
                  </a:lnTo>
                  <a:lnTo>
                    <a:pt x="156777" y="14572"/>
                  </a:lnTo>
                  <a:lnTo>
                    <a:pt x="103030" y="20873"/>
                  </a:lnTo>
                  <a:lnTo>
                    <a:pt x="57359" y="27217"/>
                  </a:lnTo>
                  <a:lnTo>
                    <a:pt x="0" y="37994"/>
                  </a:lnTo>
                  <a:lnTo>
                    <a:pt x="13616" y="80101"/>
                  </a:lnTo>
                  <a:lnTo>
                    <a:pt x="26408" y="122247"/>
                  </a:lnTo>
                  <a:lnTo>
                    <a:pt x="38397" y="164473"/>
                  </a:lnTo>
                  <a:lnTo>
                    <a:pt x="49606" y="206817"/>
                  </a:lnTo>
                  <a:lnTo>
                    <a:pt x="60056" y="249319"/>
                  </a:lnTo>
                  <a:lnTo>
                    <a:pt x="69768" y="292018"/>
                  </a:lnTo>
                  <a:lnTo>
                    <a:pt x="78766" y="334954"/>
                  </a:lnTo>
                  <a:lnTo>
                    <a:pt x="87070" y="378167"/>
                  </a:lnTo>
                  <a:lnTo>
                    <a:pt x="94703" y="421695"/>
                  </a:lnTo>
                  <a:lnTo>
                    <a:pt x="101687" y="465579"/>
                  </a:lnTo>
                  <a:lnTo>
                    <a:pt x="108042" y="509858"/>
                  </a:lnTo>
                  <a:lnTo>
                    <a:pt x="113792" y="554571"/>
                  </a:lnTo>
                  <a:lnTo>
                    <a:pt x="118957" y="599757"/>
                  </a:lnTo>
                  <a:lnTo>
                    <a:pt x="123561" y="645457"/>
                  </a:lnTo>
                  <a:lnTo>
                    <a:pt x="127624" y="691710"/>
                  </a:lnTo>
                  <a:lnTo>
                    <a:pt x="131169" y="738555"/>
                  </a:lnTo>
                  <a:lnTo>
                    <a:pt x="134217" y="786031"/>
                  </a:lnTo>
                  <a:lnTo>
                    <a:pt x="136790" y="834179"/>
                  </a:lnTo>
                  <a:lnTo>
                    <a:pt x="138910" y="883037"/>
                  </a:lnTo>
                  <a:lnTo>
                    <a:pt x="140600" y="932645"/>
                  </a:lnTo>
                  <a:lnTo>
                    <a:pt x="141880" y="983043"/>
                  </a:lnTo>
                  <a:lnTo>
                    <a:pt x="142773" y="1034270"/>
                  </a:lnTo>
                  <a:lnTo>
                    <a:pt x="143300" y="1086365"/>
                  </a:lnTo>
                  <a:lnTo>
                    <a:pt x="143484" y="1139369"/>
                  </a:lnTo>
                  <a:lnTo>
                    <a:pt x="143346" y="1193320"/>
                  </a:lnTo>
                  <a:lnTo>
                    <a:pt x="142908" y="1248257"/>
                  </a:lnTo>
                  <a:lnTo>
                    <a:pt x="142192" y="1304222"/>
                  </a:lnTo>
                  <a:lnTo>
                    <a:pt x="141220" y="1361252"/>
                  </a:lnTo>
                  <a:lnTo>
                    <a:pt x="138595" y="1478667"/>
                  </a:lnTo>
                  <a:lnTo>
                    <a:pt x="135207" y="1600820"/>
                  </a:lnTo>
                  <a:lnTo>
                    <a:pt x="131231" y="1728026"/>
                  </a:lnTo>
                  <a:lnTo>
                    <a:pt x="113713" y="2235331"/>
                  </a:lnTo>
                  <a:lnTo>
                    <a:pt x="98428" y="2634048"/>
                  </a:lnTo>
                  <a:lnTo>
                    <a:pt x="87617" y="2894813"/>
                  </a:lnTo>
                  <a:lnTo>
                    <a:pt x="83515" y="2988260"/>
                  </a:lnTo>
                  <a:lnTo>
                    <a:pt x="839105" y="2988260"/>
                  </a:lnTo>
                  <a:lnTo>
                    <a:pt x="824936" y="2673545"/>
                  </a:lnTo>
                  <a:lnTo>
                    <a:pt x="815242" y="2437366"/>
                  </a:lnTo>
                  <a:lnTo>
                    <a:pt x="805547" y="2161575"/>
                  </a:lnTo>
                  <a:lnTo>
                    <a:pt x="789328" y="1663772"/>
                  </a:lnTo>
                  <a:lnTo>
                    <a:pt x="785625" y="1539132"/>
                  </a:lnTo>
                  <a:lnTo>
                    <a:pt x="782596" y="1419387"/>
                  </a:lnTo>
                  <a:lnTo>
                    <a:pt x="781390" y="1361252"/>
                  </a:lnTo>
                  <a:lnTo>
                    <a:pt x="780417" y="1304222"/>
                  </a:lnTo>
                  <a:lnTo>
                    <a:pt x="779702" y="1248257"/>
                  </a:lnTo>
                  <a:lnTo>
                    <a:pt x="779264" y="1193320"/>
                  </a:lnTo>
                  <a:lnTo>
                    <a:pt x="779126" y="1139369"/>
                  </a:lnTo>
                  <a:lnTo>
                    <a:pt x="779309" y="1086365"/>
                  </a:lnTo>
                  <a:lnTo>
                    <a:pt x="779837" y="1034270"/>
                  </a:lnTo>
                  <a:lnTo>
                    <a:pt x="780730" y="983043"/>
                  </a:lnTo>
                  <a:lnTo>
                    <a:pt x="782010" y="932645"/>
                  </a:lnTo>
                  <a:lnTo>
                    <a:pt x="783699" y="883037"/>
                  </a:lnTo>
                  <a:lnTo>
                    <a:pt x="785820" y="834179"/>
                  </a:lnTo>
                  <a:lnTo>
                    <a:pt x="788393" y="786031"/>
                  </a:lnTo>
                  <a:lnTo>
                    <a:pt x="791441" y="738555"/>
                  </a:lnTo>
                  <a:lnTo>
                    <a:pt x="794986" y="691710"/>
                  </a:lnTo>
                  <a:lnTo>
                    <a:pt x="799049" y="645457"/>
                  </a:lnTo>
                  <a:lnTo>
                    <a:pt x="803652" y="599757"/>
                  </a:lnTo>
                  <a:lnTo>
                    <a:pt x="808818" y="554571"/>
                  </a:lnTo>
                  <a:lnTo>
                    <a:pt x="814568" y="509858"/>
                  </a:lnTo>
                  <a:lnTo>
                    <a:pt x="820923" y="465579"/>
                  </a:lnTo>
                  <a:lnTo>
                    <a:pt x="827906" y="421695"/>
                  </a:lnTo>
                  <a:lnTo>
                    <a:pt x="835539" y="378167"/>
                  </a:lnTo>
                  <a:lnTo>
                    <a:pt x="843844" y="334954"/>
                  </a:lnTo>
                  <a:lnTo>
                    <a:pt x="852841" y="292018"/>
                  </a:lnTo>
                  <a:lnTo>
                    <a:pt x="862554" y="249319"/>
                  </a:lnTo>
                  <a:lnTo>
                    <a:pt x="873004" y="206817"/>
                  </a:lnTo>
                  <a:lnTo>
                    <a:pt x="884212" y="164473"/>
                  </a:lnTo>
                  <a:lnTo>
                    <a:pt x="896202" y="122247"/>
                  </a:lnTo>
                  <a:lnTo>
                    <a:pt x="908994" y="80101"/>
                  </a:lnTo>
                  <a:lnTo>
                    <a:pt x="922610" y="37994"/>
                  </a:lnTo>
                  <a:lnTo>
                    <a:pt x="900407" y="33094"/>
                  </a:lnTo>
                  <a:lnTo>
                    <a:pt x="819582" y="20873"/>
                  </a:lnTo>
                  <a:lnTo>
                    <a:pt x="765836" y="14572"/>
                  </a:lnTo>
                  <a:lnTo>
                    <a:pt x="706453" y="8824"/>
                  </a:lnTo>
                  <a:lnTo>
                    <a:pt x="643870" y="4139"/>
                  </a:lnTo>
                  <a:lnTo>
                    <a:pt x="580525" y="1027"/>
                  </a:lnTo>
                  <a:lnTo>
                    <a:pt x="518858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4632586" y="2728738"/>
              <a:ext cx="907415" cy="2988310"/>
            </a:xfrm>
            <a:custGeom>
              <a:avLst/>
              <a:gdLst/>
              <a:ahLst/>
              <a:cxnLst/>
              <a:rect l="l" t="t" r="r" b="b"/>
              <a:pathLst>
                <a:path w="907414" h="2988310">
                  <a:moveTo>
                    <a:pt x="510045" y="0"/>
                  </a:moveTo>
                  <a:lnTo>
                    <a:pt x="453473" y="1569"/>
                  </a:lnTo>
                  <a:lnTo>
                    <a:pt x="396900" y="0"/>
                  </a:lnTo>
                  <a:lnTo>
                    <a:pt x="336281" y="1025"/>
                  </a:lnTo>
                  <a:lnTo>
                    <a:pt x="274013" y="4134"/>
                  </a:lnTo>
                  <a:lnTo>
                    <a:pt x="212493" y="8818"/>
                  </a:lnTo>
                  <a:lnTo>
                    <a:pt x="154117" y="14565"/>
                  </a:lnTo>
                  <a:lnTo>
                    <a:pt x="101283" y="20866"/>
                  </a:lnTo>
                  <a:lnTo>
                    <a:pt x="56388" y="27210"/>
                  </a:lnTo>
                  <a:lnTo>
                    <a:pt x="0" y="37986"/>
                  </a:lnTo>
                  <a:lnTo>
                    <a:pt x="13385" y="80093"/>
                  </a:lnTo>
                  <a:lnTo>
                    <a:pt x="25959" y="122240"/>
                  </a:lnTo>
                  <a:lnTo>
                    <a:pt x="37745" y="164465"/>
                  </a:lnTo>
                  <a:lnTo>
                    <a:pt x="48764" y="206809"/>
                  </a:lnTo>
                  <a:lnTo>
                    <a:pt x="59036" y="249311"/>
                  </a:lnTo>
                  <a:lnTo>
                    <a:pt x="68584" y="292011"/>
                  </a:lnTo>
                  <a:lnTo>
                    <a:pt x="77429" y="334947"/>
                  </a:lnTo>
                  <a:lnTo>
                    <a:pt x="85593" y="378160"/>
                  </a:lnTo>
                  <a:lnTo>
                    <a:pt x="93096" y="421688"/>
                  </a:lnTo>
                  <a:lnTo>
                    <a:pt x="99961" y="465572"/>
                  </a:lnTo>
                  <a:lnTo>
                    <a:pt x="106209" y="509850"/>
                  </a:lnTo>
                  <a:lnTo>
                    <a:pt x="111861" y="554563"/>
                  </a:lnTo>
                  <a:lnTo>
                    <a:pt x="116939" y="599750"/>
                  </a:lnTo>
                  <a:lnTo>
                    <a:pt x="121465" y="645450"/>
                  </a:lnTo>
                  <a:lnTo>
                    <a:pt x="125459" y="691703"/>
                  </a:lnTo>
                  <a:lnTo>
                    <a:pt x="128944" y="738547"/>
                  </a:lnTo>
                  <a:lnTo>
                    <a:pt x="131941" y="786024"/>
                  </a:lnTo>
                  <a:lnTo>
                    <a:pt x="134470" y="834171"/>
                  </a:lnTo>
                  <a:lnTo>
                    <a:pt x="136555" y="883030"/>
                  </a:lnTo>
                  <a:lnTo>
                    <a:pt x="138216" y="932638"/>
                  </a:lnTo>
                  <a:lnTo>
                    <a:pt x="139475" y="983036"/>
                  </a:lnTo>
                  <a:lnTo>
                    <a:pt x="140353" y="1034263"/>
                  </a:lnTo>
                  <a:lnTo>
                    <a:pt x="140872" y="1086358"/>
                  </a:lnTo>
                  <a:lnTo>
                    <a:pt x="141053" y="1139361"/>
                  </a:lnTo>
                  <a:lnTo>
                    <a:pt x="140918" y="1193312"/>
                  </a:lnTo>
                  <a:lnTo>
                    <a:pt x="140487" y="1248250"/>
                  </a:lnTo>
                  <a:lnTo>
                    <a:pt x="139784" y="1304214"/>
                  </a:lnTo>
                  <a:lnTo>
                    <a:pt x="138829" y="1361244"/>
                  </a:lnTo>
                  <a:lnTo>
                    <a:pt x="136249" y="1478660"/>
                  </a:lnTo>
                  <a:lnTo>
                    <a:pt x="132919" y="1600813"/>
                  </a:lnTo>
                  <a:lnTo>
                    <a:pt x="129011" y="1728019"/>
                  </a:lnTo>
                  <a:lnTo>
                    <a:pt x="111787" y="2235324"/>
                  </a:lnTo>
                  <a:lnTo>
                    <a:pt x="96761" y="2634041"/>
                  </a:lnTo>
                  <a:lnTo>
                    <a:pt x="86133" y="2894806"/>
                  </a:lnTo>
                  <a:lnTo>
                    <a:pt x="82102" y="2988253"/>
                  </a:lnTo>
                  <a:lnTo>
                    <a:pt x="824843" y="2988253"/>
                  </a:lnTo>
                  <a:lnTo>
                    <a:pt x="810923" y="2673538"/>
                  </a:lnTo>
                  <a:lnTo>
                    <a:pt x="801397" y="2437358"/>
                  </a:lnTo>
                  <a:lnTo>
                    <a:pt x="791866" y="2161568"/>
                  </a:lnTo>
                  <a:lnTo>
                    <a:pt x="775919" y="1663764"/>
                  </a:lnTo>
                  <a:lnTo>
                    <a:pt x="772279" y="1539124"/>
                  </a:lnTo>
                  <a:lnTo>
                    <a:pt x="769302" y="1419380"/>
                  </a:lnTo>
                  <a:lnTo>
                    <a:pt x="768116" y="1361244"/>
                  </a:lnTo>
                  <a:lnTo>
                    <a:pt x="767161" y="1304214"/>
                  </a:lnTo>
                  <a:lnTo>
                    <a:pt x="766458" y="1248250"/>
                  </a:lnTo>
                  <a:lnTo>
                    <a:pt x="766027" y="1193312"/>
                  </a:lnTo>
                  <a:lnTo>
                    <a:pt x="765892" y="1139361"/>
                  </a:lnTo>
                  <a:lnTo>
                    <a:pt x="766073" y="1086358"/>
                  </a:lnTo>
                  <a:lnTo>
                    <a:pt x="766592" y="1034263"/>
                  </a:lnTo>
                  <a:lnTo>
                    <a:pt x="767470" y="983036"/>
                  </a:lnTo>
                  <a:lnTo>
                    <a:pt x="768728" y="932638"/>
                  </a:lnTo>
                  <a:lnTo>
                    <a:pt x="770389" y="883030"/>
                  </a:lnTo>
                  <a:lnTo>
                    <a:pt x="772474" y="834171"/>
                  </a:lnTo>
                  <a:lnTo>
                    <a:pt x="775003" y="786024"/>
                  </a:lnTo>
                  <a:lnTo>
                    <a:pt x="778000" y="738547"/>
                  </a:lnTo>
                  <a:lnTo>
                    <a:pt x="781484" y="691703"/>
                  </a:lnTo>
                  <a:lnTo>
                    <a:pt x="785478" y="645450"/>
                  </a:lnTo>
                  <a:lnTo>
                    <a:pt x="790004" y="599750"/>
                  </a:lnTo>
                  <a:lnTo>
                    <a:pt x="795081" y="554563"/>
                  </a:lnTo>
                  <a:lnTo>
                    <a:pt x="800733" y="509850"/>
                  </a:lnTo>
                  <a:lnTo>
                    <a:pt x="806981" y="465572"/>
                  </a:lnTo>
                  <a:lnTo>
                    <a:pt x="813845" y="421688"/>
                  </a:lnTo>
                  <a:lnTo>
                    <a:pt x="821348" y="378160"/>
                  </a:lnTo>
                  <a:lnTo>
                    <a:pt x="829511" y="334947"/>
                  </a:lnTo>
                  <a:lnTo>
                    <a:pt x="838355" y="292011"/>
                  </a:lnTo>
                  <a:lnTo>
                    <a:pt x="847903" y="249311"/>
                  </a:lnTo>
                  <a:lnTo>
                    <a:pt x="858174" y="206809"/>
                  </a:lnTo>
                  <a:lnTo>
                    <a:pt x="869192" y="164465"/>
                  </a:lnTo>
                  <a:lnTo>
                    <a:pt x="880977" y="122240"/>
                  </a:lnTo>
                  <a:lnTo>
                    <a:pt x="893551" y="80093"/>
                  </a:lnTo>
                  <a:lnTo>
                    <a:pt x="906935" y="37986"/>
                  </a:lnTo>
                  <a:lnTo>
                    <a:pt x="885110" y="33087"/>
                  </a:lnTo>
                  <a:lnTo>
                    <a:pt x="805659" y="20866"/>
                  </a:lnTo>
                  <a:lnTo>
                    <a:pt x="752826" y="14565"/>
                  </a:lnTo>
                  <a:lnTo>
                    <a:pt x="694451" y="8818"/>
                  </a:lnTo>
                  <a:lnTo>
                    <a:pt x="632932" y="4134"/>
                  </a:lnTo>
                  <a:lnTo>
                    <a:pt x="570664" y="1025"/>
                  </a:lnTo>
                  <a:lnTo>
                    <a:pt x="510045" y="0"/>
                  </a:lnTo>
                  <a:close/>
                </a:path>
              </a:pathLst>
            </a:custGeom>
            <a:solidFill>
              <a:srgbClr val="80818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4632579" y="2729197"/>
              <a:ext cx="866140" cy="2988310"/>
            </a:xfrm>
            <a:custGeom>
              <a:avLst/>
              <a:gdLst/>
              <a:ahLst/>
              <a:cxnLst/>
              <a:rect l="l" t="t" r="r" b="b"/>
              <a:pathLst>
                <a:path w="866139" h="2988310">
                  <a:moveTo>
                    <a:pt x="13157" y="34582"/>
                  </a:moveTo>
                  <a:lnTo>
                    <a:pt x="0" y="37528"/>
                  </a:lnTo>
                  <a:lnTo>
                    <a:pt x="5359" y="54368"/>
                  </a:lnTo>
                  <a:lnTo>
                    <a:pt x="13157" y="34582"/>
                  </a:lnTo>
                  <a:close/>
                </a:path>
                <a:path w="866139" h="2988310">
                  <a:moveTo>
                    <a:pt x="126250" y="17437"/>
                  </a:moveTo>
                  <a:lnTo>
                    <a:pt x="108889" y="19507"/>
                  </a:lnTo>
                  <a:lnTo>
                    <a:pt x="43395" y="185699"/>
                  </a:lnTo>
                  <a:lnTo>
                    <a:pt x="48768" y="206362"/>
                  </a:lnTo>
                  <a:lnTo>
                    <a:pt x="49923" y="211124"/>
                  </a:lnTo>
                  <a:lnTo>
                    <a:pt x="126250" y="17437"/>
                  </a:lnTo>
                  <a:close/>
                </a:path>
                <a:path w="866139" h="2988310">
                  <a:moveTo>
                    <a:pt x="236905" y="6502"/>
                  </a:moveTo>
                  <a:lnTo>
                    <a:pt x="219849" y="7810"/>
                  </a:lnTo>
                  <a:lnTo>
                    <a:pt x="81851" y="357924"/>
                  </a:lnTo>
                  <a:lnTo>
                    <a:pt x="85598" y="377710"/>
                  </a:lnTo>
                  <a:lnTo>
                    <a:pt x="87122" y="386549"/>
                  </a:lnTo>
                  <a:lnTo>
                    <a:pt x="236905" y="6502"/>
                  </a:lnTo>
                  <a:close/>
                </a:path>
                <a:path w="866139" h="2988310">
                  <a:moveTo>
                    <a:pt x="345643" y="406"/>
                  </a:moveTo>
                  <a:lnTo>
                    <a:pt x="336283" y="571"/>
                  </a:lnTo>
                  <a:lnTo>
                    <a:pt x="328891" y="939"/>
                  </a:lnTo>
                  <a:lnTo>
                    <a:pt x="111620" y="552221"/>
                  </a:lnTo>
                  <a:lnTo>
                    <a:pt x="111861" y="554113"/>
                  </a:lnTo>
                  <a:lnTo>
                    <a:pt x="115316" y="584822"/>
                  </a:lnTo>
                  <a:lnTo>
                    <a:pt x="345643" y="406"/>
                  </a:lnTo>
                  <a:close/>
                </a:path>
                <a:path w="866139" h="2988310">
                  <a:moveTo>
                    <a:pt x="451713" y="1066"/>
                  </a:moveTo>
                  <a:lnTo>
                    <a:pt x="435368" y="609"/>
                  </a:lnTo>
                  <a:lnTo>
                    <a:pt x="131114" y="772553"/>
                  </a:lnTo>
                  <a:lnTo>
                    <a:pt x="131940" y="785571"/>
                  </a:lnTo>
                  <a:lnTo>
                    <a:pt x="133184" y="809282"/>
                  </a:lnTo>
                  <a:lnTo>
                    <a:pt x="451713" y="1066"/>
                  </a:lnTo>
                  <a:close/>
                </a:path>
                <a:path w="866139" h="2988310">
                  <a:moveTo>
                    <a:pt x="766445" y="1049235"/>
                  </a:moveTo>
                  <a:lnTo>
                    <a:pt x="91541" y="2761627"/>
                  </a:lnTo>
                  <a:lnTo>
                    <a:pt x="89636" y="2808440"/>
                  </a:lnTo>
                  <a:lnTo>
                    <a:pt x="766051" y="1092161"/>
                  </a:lnTo>
                  <a:lnTo>
                    <a:pt x="766076" y="1085913"/>
                  </a:lnTo>
                  <a:lnTo>
                    <a:pt x="766445" y="1049235"/>
                  </a:lnTo>
                  <a:close/>
                </a:path>
                <a:path w="866139" h="2988310">
                  <a:moveTo>
                    <a:pt x="768057" y="1356906"/>
                  </a:moveTo>
                  <a:lnTo>
                    <a:pt x="767384" y="1316659"/>
                  </a:lnTo>
                  <a:lnTo>
                    <a:pt x="108750" y="2987802"/>
                  </a:lnTo>
                  <a:lnTo>
                    <a:pt x="125285" y="2987802"/>
                  </a:lnTo>
                  <a:lnTo>
                    <a:pt x="768057" y="1356906"/>
                  </a:lnTo>
                  <a:close/>
                </a:path>
                <a:path w="866139" h="2988310">
                  <a:moveTo>
                    <a:pt x="774344" y="1610766"/>
                  </a:moveTo>
                  <a:lnTo>
                    <a:pt x="774039" y="1600352"/>
                  </a:lnTo>
                  <a:lnTo>
                    <a:pt x="773214" y="1571650"/>
                  </a:lnTo>
                  <a:lnTo>
                    <a:pt x="215087" y="2987802"/>
                  </a:lnTo>
                  <a:lnTo>
                    <a:pt x="231635" y="2987802"/>
                  </a:lnTo>
                  <a:lnTo>
                    <a:pt x="774344" y="1610766"/>
                  </a:lnTo>
                  <a:close/>
                </a:path>
                <a:path w="866139" h="2988310">
                  <a:moveTo>
                    <a:pt x="777100" y="752360"/>
                  </a:moveTo>
                  <a:lnTo>
                    <a:pt x="103225" y="2462199"/>
                  </a:lnTo>
                  <a:lnTo>
                    <a:pt x="101473" y="2508605"/>
                  </a:lnTo>
                  <a:lnTo>
                    <a:pt x="774153" y="801814"/>
                  </a:lnTo>
                  <a:lnTo>
                    <a:pt x="775004" y="785571"/>
                  </a:lnTo>
                  <a:lnTo>
                    <a:pt x="777100" y="752360"/>
                  </a:lnTo>
                  <a:close/>
                </a:path>
                <a:path w="866139" h="2988310">
                  <a:moveTo>
                    <a:pt x="782218" y="1860613"/>
                  </a:moveTo>
                  <a:lnTo>
                    <a:pt x="780973" y="1821802"/>
                  </a:lnTo>
                  <a:lnTo>
                    <a:pt x="321411" y="2987802"/>
                  </a:lnTo>
                  <a:lnTo>
                    <a:pt x="337972" y="2987802"/>
                  </a:lnTo>
                  <a:lnTo>
                    <a:pt x="782218" y="1860613"/>
                  </a:lnTo>
                  <a:close/>
                </a:path>
                <a:path w="866139" h="2988310">
                  <a:moveTo>
                    <a:pt x="790232" y="2110105"/>
                  </a:moveTo>
                  <a:lnTo>
                    <a:pt x="788987" y="2071281"/>
                  </a:lnTo>
                  <a:lnTo>
                    <a:pt x="427761" y="2987802"/>
                  </a:lnTo>
                  <a:lnTo>
                    <a:pt x="444309" y="2987802"/>
                  </a:lnTo>
                  <a:lnTo>
                    <a:pt x="790232" y="2110105"/>
                  </a:lnTo>
                  <a:close/>
                </a:path>
                <a:path w="866139" h="2988310">
                  <a:moveTo>
                    <a:pt x="798690" y="2358453"/>
                  </a:moveTo>
                  <a:lnTo>
                    <a:pt x="797356" y="2319858"/>
                  </a:lnTo>
                  <a:lnTo>
                    <a:pt x="534098" y="2987802"/>
                  </a:lnTo>
                  <a:lnTo>
                    <a:pt x="550646" y="2987802"/>
                  </a:lnTo>
                  <a:lnTo>
                    <a:pt x="798690" y="2358453"/>
                  </a:lnTo>
                  <a:close/>
                </a:path>
                <a:path w="866139" h="2988310">
                  <a:moveTo>
                    <a:pt x="808151" y="2604262"/>
                  </a:moveTo>
                  <a:lnTo>
                    <a:pt x="806615" y="2566174"/>
                  </a:lnTo>
                  <a:lnTo>
                    <a:pt x="640435" y="2987802"/>
                  </a:lnTo>
                  <a:lnTo>
                    <a:pt x="656983" y="2987802"/>
                  </a:lnTo>
                  <a:lnTo>
                    <a:pt x="808151" y="2604262"/>
                  </a:lnTo>
                  <a:close/>
                </a:path>
                <a:path w="866139" h="2988310">
                  <a:moveTo>
                    <a:pt x="818642" y="2847429"/>
                  </a:moveTo>
                  <a:lnTo>
                    <a:pt x="816965" y="2809710"/>
                  </a:lnTo>
                  <a:lnTo>
                    <a:pt x="746772" y="2987802"/>
                  </a:lnTo>
                  <a:lnTo>
                    <a:pt x="763308" y="2987802"/>
                  </a:lnTo>
                  <a:lnTo>
                    <a:pt x="818642" y="2847429"/>
                  </a:lnTo>
                  <a:close/>
                </a:path>
                <a:path w="866139" h="2988310">
                  <a:moveTo>
                    <a:pt x="865911" y="29362"/>
                  </a:moveTo>
                  <a:lnTo>
                    <a:pt x="851281" y="26873"/>
                  </a:lnTo>
                  <a:lnTo>
                    <a:pt x="850404" y="26746"/>
                  </a:lnTo>
                  <a:lnTo>
                    <a:pt x="760945" y="253720"/>
                  </a:lnTo>
                  <a:lnTo>
                    <a:pt x="752678" y="232752"/>
                  </a:lnTo>
                  <a:lnTo>
                    <a:pt x="752678" y="274713"/>
                  </a:lnTo>
                  <a:lnTo>
                    <a:pt x="707783" y="388620"/>
                  </a:lnTo>
                  <a:lnTo>
                    <a:pt x="662889" y="274726"/>
                  </a:lnTo>
                  <a:lnTo>
                    <a:pt x="707783" y="160807"/>
                  </a:lnTo>
                  <a:lnTo>
                    <a:pt x="752678" y="274713"/>
                  </a:lnTo>
                  <a:lnTo>
                    <a:pt x="752678" y="232752"/>
                  </a:lnTo>
                  <a:lnTo>
                    <a:pt x="716051" y="139814"/>
                  </a:lnTo>
                  <a:lnTo>
                    <a:pt x="765035" y="15557"/>
                  </a:lnTo>
                  <a:lnTo>
                    <a:pt x="754837" y="14338"/>
                  </a:lnTo>
                  <a:lnTo>
                    <a:pt x="749185" y="13766"/>
                  </a:lnTo>
                  <a:lnTo>
                    <a:pt x="707783" y="118808"/>
                  </a:lnTo>
                  <a:lnTo>
                    <a:pt x="699503" y="97802"/>
                  </a:lnTo>
                  <a:lnTo>
                    <a:pt x="699503" y="139801"/>
                  </a:lnTo>
                  <a:lnTo>
                    <a:pt x="654608" y="253720"/>
                  </a:lnTo>
                  <a:lnTo>
                    <a:pt x="609714" y="139814"/>
                  </a:lnTo>
                  <a:lnTo>
                    <a:pt x="654608" y="25895"/>
                  </a:lnTo>
                  <a:lnTo>
                    <a:pt x="699503" y="139801"/>
                  </a:lnTo>
                  <a:lnTo>
                    <a:pt x="699503" y="97802"/>
                  </a:lnTo>
                  <a:lnTo>
                    <a:pt x="663321" y="5981"/>
                  </a:lnTo>
                  <a:lnTo>
                    <a:pt x="662495" y="5918"/>
                  </a:lnTo>
                  <a:lnTo>
                    <a:pt x="646430" y="4686"/>
                  </a:lnTo>
                  <a:lnTo>
                    <a:pt x="646252" y="4660"/>
                  </a:lnTo>
                  <a:lnTo>
                    <a:pt x="646341" y="4902"/>
                  </a:lnTo>
                  <a:lnTo>
                    <a:pt x="601446" y="118821"/>
                  </a:lnTo>
                  <a:lnTo>
                    <a:pt x="556552" y="4902"/>
                  </a:lnTo>
                  <a:lnTo>
                    <a:pt x="558330" y="393"/>
                  </a:lnTo>
                  <a:lnTo>
                    <a:pt x="554748" y="330"/>
                  </a:lnTo>
                  <a:lnTo>
                    <a:pt x="550824" y="254"/>
                  </a:lnTo>
                  <a:lnTo>
                    <a:pt x="541909" y="63"/>
                  </a:lnTo>
                  <a:lnTo>
                    <a:pt x="538073" y="0"/>
                  </a:lnTo>
                  <a:lnTo>
                    <a:pt x="539991" y="4902"/>
                  </a:lnTo>
                  <a:lnTo>
                    <a:pt x="140106" y="1019556"/>
                  </a:lnTo>
                  <a:lnTo>
                    <a:pt x="140347" y="1033818"/>
                  </a:lnTo>
                  <a:lnTo>
                    <a:pt x="140614" y="1060234"/>
                  </a:lnTo>
                  <a:lnTo>
                    <a:pt x="548271" y="25895"/>
                  </a:lnTo>
                  <a:lnTo>
                    <a:pt x="593166" y="139814"/>
                  </a:lnTo>
                  <a:lnTo>
                    <a:pt x="139966" y="1289735"/>
                  </a:lnTo>
                  <a:lnTo>
                    <a:pt x="139788" y="1303769"/>
                  </a:lnTo>
                  <a:lnTo>
                    <a:pt x="139293" y="1333423"/>
                  </a:lnTo>
                  <a:lnTo>
                    <a:pt x="601446" y="160807"/>
                  </a:lnTo>
                  <a:lnTo>
                    <a:pt x="646341" y="274713"/>
                  </a:lnTo>
                  <a:lnTo>
                    <a:pt x="133629" y="1575625"/>
                  </a:lnTo>
                  <a:lnTo>
                    <a:pt x="132918" y="1600352"/>
                  </a:lnTo>
                  <a:lnTo>
                    <a:pt x="132308" y="1620964"/>
                  </a:lnTo>
                  <a:lnTo>
                    <a:pt x="654621" y="295706"/>
                  </a:lnTo>
                  <a:lnTo>
                    <a:pt x="699503" y="409613"/>
                  </a:lnTo>
                  <a:lnTo>
                    <a:pt x="124206" y="1869338"/>
                  </a:lnTo>
                  <a:lnTo>
                    <a:pt x="122643" y="1915261"/>
                  </a:lnTo>
                  <a:lnTo>
                    <a:pt x="707771" y="430593"/>
                  </a:lnTo>
                  <a:lnTo>
                    <a:pt x="752678" y="544525"/>
                  </a:lnTo>
                  <a:lnTo>
                    <a:pt x="114173" y="2164588"/>
                  </a:lnTo>
                  <a:lnTo>
                    <a:pt x="112623" y="2210511"/>
                  </a:lnTo>
                  <a:lnTo>
                    <a:pt x="760958" y="565505"/>
                  </a:lnTo>
                  <a:lnTo>
                    <a:pt x="786853" y="631202"/>
                  </a:lnTo>
                  <a:lnTo>
                    <a:pt x="790003" y="599300"/>
                  </a:lnTo>
                  <a:lnTo>
                    <a:pt x="790194" y="597700"/>
                  </a:lnTo>
                  <a:lnTo>
                    <a:pt x="769226" y="544525"/>
                  </a:lnTo>
                  <a:lnTo>
                    <a:pt x="811237" y="437934"/>
                  </a:lnTo>
                  <a:lnTo>
                    <a:pt x="817841" y="398068"/>
                  </a:lnTo>
                  <a:lnTo>
                    <a:pt x="824039" y="363474"/>
                  </a:lnTo>
                  <a:lnTo>
                    <a:pt x="814120" y="388645"/>
                  </a:lnTo>
                  <a:lnTo>
                    <a:pt x="805840" y="367639"/>
                  </a:lnTo>
                  <a:lnTo>
                    <a:pt x="805840" y="409625"/>
                  </a:lnTo>
                  <a:lnTo>
                    <a:pt x="760958" y="523532"/>
                  </a:lnTo>
                  <a:lnTo>
                    <a:pt x="716051" y="409600"/>
                  </a:lnTo>
                  <a:lnTo>
                    <a:pt x="760945" y="295694"/>
                  </a:lnTo>
                  <a:lnTo>
                    <a:pt x="805840" y="409625"/>
                  </a:lnTo>
                  <a:lnTo>
                    <a:pt x="805840" y="367639"/>
                  </a:lnTo>
                  <a:lnTo>
                    <a:pt x="769213" y="274701"/>
                  </a:lnTo>
                  <a:lnTo>
                    <a:pt x="865911" y="29362"/>
                  </a:lnTo>
                  <a:close/>
                </a:path>
              </a:pathLst>
            </a:custGeom>
            <a:solidFill>
              <a:srgbClr val="F0F0F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6" name="object 76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389067" y="2743722"/>
              <a:ext cx="142198" cy="232875"/>
            </a:xfrm>
            <a:prstGeom prst="rect">
              <a:avLst/>
            </a:prstGeom>
          </p:spPr>
        </p:pic>
        <p:sp>
          <p:nvSpPr>
            <p:cNvPr id="77" name="object 77" descr=""/>
            <p:cNvSpPr/>
            <p:nvPr/>
          </p:nvSpPr>
          <p:spPr>
            <a:xfrm>
              <a:off x="4652035" y="2729667"/>
              <a:ext cx="800735" cy="2987675"/>
            </a:xfrm>
            <a:custGeom>
              <a:avLst/>
              <a:gdLst/>
              <a:ahLst/>
              <a:cxnLst/>
              <a:rect l="l" t="t" r="r" b="b"/>
              <a:pathLst>
                <a:path w="800735" h="2987675">
                  <a:moveTo>
                    <a:pt x="117652" y="2987332"/>
                  </a:moveTo>
                  <a:lnTo>
                    <a:pt x="67995" y="2861360"/>
                  </a:lnTo>
                  <a:lnTo>
                    <a:pt x="66433" y="2899346"/>
                  </a:lnTo>
                  <a:lnTo>
                    <a:pt x="101117" y="2987332"/>
                  </a:lnTo>
                  <a:lnTo>
                    <a:pt x="117652" y="2987332"/>
                  </a:lnTo>
                  <a:close/>
                </a:path>
                <a:path w="800735" h="2987675">
                  <a:moveTo>
                    <a:pt x="223989" y="2987332"/>
                  </a:moveTo>
                  <a:lnTo>
                    <a:pt x="77927" y="2616733"/>
                  </a:lnTo>
                  <a:lnTo>
                    <a:pt x="77304" y="2633116"/>
                  </a:lnTo>
                  <a:lnTo>
                    <a:pt x="76415" y="2654884"/>
                  </a:lnTo>
                  <a:lnTo>
                    <a:pt x="207441" y="2987332"/>
                  </a:lnTo>
                  <a:lnTo>
                    <a:pt x="223989" y="2987332"/>
                  </a:lnTo>
                  <a:close/>
                </a:path>
                <a:path w="800735" h="2987675">
                  <a:moveTo>
                    <a:pt x="330339" y="2987332"/>
                  </a:moveTo>
                  <a:lnTo>
                    <a:pt x="87210" y="2370467"/>
                  </a:lnTo>
                  <a:lnTo>
                    <a:pt x="85763" y="2408771"/>
                  </a:lnTo>
                  <a:lnTo>
                    <a:pt x="313791" y="2987332"/>
                  </a:lnTo>
                  <a:lnTo>
                    <a:pt x="330339" y="2987332"/>
                  </a:lnTo>
                  <a:close/>
                </a:path>
                <a:path w="800735" h="2987675">
                  <a:moveTo>
                    <a:pt x="436664" y="2987332"/>
                  </a:moveTo>
                  <a:lnTo>
                    <a:pt x="96113" y="2123249"/>
                  </a:lnTo>
                  <a:lnTo>
                    <a:pt x="94792" y="2161895"/>
                  </a:lnTo>
                  <a:lnTo>
                    <a:pt x="420128" y="2987332"/>
                  </a:lnTo>
                  <a:lnTo>
                    <a:pt x="436664" y="2987332"/>
                  </a:lnTo>
                  <a:close/>
                </a:path>
                <a:path w="800735" h="2987675">
                  <a:moveTo>
                    <a:pt x="543013" y="2987332"/>
                  </a:moveTo>
                  <a:lnTo>
                    <a:pt x="104546" y="1874837"/>
                  </a:lnTo>
                  <a:lnTo>
                    <a:pt x="103238" y="1913483"/>
                  </a:lnTo>
                  <a:lnTo>
                    <a:pt x="526465" y="2987332"/>
                  </a:lnTo>
                  <a:lnTo>
                    <a:pt x="543013" y="2987332"/>
                  </a:lnTo>
                  <a:close/>
                </a:path>
                <a:path w="800735" h="2987675">
                  <a:moveTo>
                    <a:pt x="649351" y="2987332"/>
                  </a:moveTo>
                  <a:lnTo>
                    <a:pt x="112687" y="1625688"/>
                  </a:lnTo>
                  <a:lnTo>
                    <a:pt x="111518" y="1664690"/>
                  </a:lnTo>
                  <a:lnTo>
                    <a:pt x="632802" y="2987332"/>
                  </a:lnTo>
                  <a:lnTo>
                    <a:pt x="649351" y="2987332"/>
                  </a:lnTo>
                  <a:close/>
                </a:path>
                <a:path w="800735" h="2987675">
                  <a:moveTo>
                    <a:pt x="746721" y="1075905"/>
                  </a:moveTo>
                  <a:lnTo>
                    <a:pt x="322681" y="0"/>
                  </a:lnTo>
                  <a:lnTo>
                    <a:pt x="316826" y="101"/>
                  </a:lnTo>
                  <a:lnTo>
                    <a:pt x="306387" y="622"/>
                  </a:lnTo>
                  <a:lnTo>
                    <a:pt x="746518" y="1117371"/>
                  </a:lnTo>
                  <a:lnTo>
                    <a:pt x="746620" y="1085443"/>
                  </a:lnTo>
                  <a:lnTo>
                    <a:pt x="746721" y="1075905"/>
                  </a:lnTo>
                  <a:close/>
                </a:path>
                <a:path w="800735" h="2987675">
                  <a:moveTo>
                    <a:pt x="749363" y="1394421"/>
                  </a:moveTo>
                  <a:lnTo>
                    <a:pt x="748665" y="1360322"/>
                  </a:lnTo>
                  <a:lnTo>
                    <a:pt x="748499" y="1350238"/>
                  </a:lnTo>
                  <a:lnTo>
                    <a:pt x="218681" y="5943"/>
                  </a:lnTo>
                  <a:lnTo>
                    <a:pt x="202615" y="7162"/>
                  </a:lnTo>
                  <a:lnTo>
                    <a:pt x="749363" y="1394421"/>
                  </a:lnTo>
                  <a:close/>
                </a:path>
                <a:path w="800735" h="2987675">
                  <a:moveTo>
                    <a:pt x="753541" y="823417"/>
                  </a:moveTo>
                  <a:lnTo>
                    <a:pt x="429209" y="508"/>
                  </a:lnTo>
                  <a:lnTo>
                    <a:pt x="412483" y="50"/>
                  </a:lnTo>
                  <a:lnTo>
                    <a:pt x="751840" y="861060"/>
                  </a:lnTo>
                  <a:lnTo>
                    <a:pt x="753021" y="833247"/>
                  </a:lnTo>
                  <a:lnTo>
                    <a:pt x="753541" y="823417"/>
                  </a:lnTo>
                  <a:close/>
                </a:path>
                <a:path w="800735" h="2987675">
                  <a:moveTo>
                    <a:pt x="755675" y="2987332"/>
                  </a:moveTo>
                  <a:lnTo>
                    <a:pt x="119126" y="1372235"/>
                  </a:lnTo>
                  <a:lnTo>
                    <a:pt x="118313" y="1412138"/>
                  </a:lnTo>
                  <a:lnTo>
                    <a:pt x="739140" y="2987332"/>
                  </a:lnTo>
                  <a:lnTo>
                    <a:pt x="755675" y="2987332"/>
                  </a:lnTo>
                  <a:close/>
                </a:path>
                <a:path w="800735" h="2987675">
                  <a:moveTo>
                    <a:pt x="757135" y="1683931"/>
                  </a:moveTo>
                  <a:lnTo>
                    <a:pt x="756475" y="1662836"/>
                  </a:lnTo>
                  <a:lnTo>
                    <a:pt x="755738" y="1638427"/>
                  </a:lnTo>
                  <a:lnTo>
                    <a:pt x="116243" y="15836"/>
                  </a:lnTo>
                  <a:lnTo>
                    <a:pt x="100431" y="17729"/>
                  </a:lnTo>
                  <a:lnTo>
                    <a:pt x="757135" y="1683931"/>
                  </a:lnTo>
                  <a:close/>
                </a:path>
                <a:path w="800735" h="2987675">
                  <a:moveTo>
                    <a:pt x="766533" y="1977580"/>
                  </a:moveTo>
                  <a:lnTo>
                    <a:pt x="765060" y="1931911"/>
                  </a:lnTo>
                  <a:lnTo>
                    <a:pt x="15455" y="29933"/>
                  </a:lnTo>
                  <a:lnTo>
                    <a:pt x="2374" y="32169"/>
                  </a:lnTo>
                  <a:lnTo>
                    <a:pt x="0" y="32689"/>
                  </a:lnTo>
                  <a:lnTo>
                    <a:pt x="766533" y="1977580"/>
                  </a:lnTo>
                  <a:close/>
                </a:path>
                <a:path w="800735" h="2987675">
                  <a:moveTo>
                    <a:pt x="776262" y="2272093"/>
                  </a:moveTo>
                  <a:lnTo>
                    <a:pt x="774674" y="2226132"/>
                  </a:lnTo>
                  <a:lnTo>
                    <a:pt x="80543" y="464896"/>
                  </a:lnTo>
                  <a:lnTo>
                    <a:pt x="86753" y="508927"/>
                  </a:lnTo>
                  <a:lnTo>
                    <a:pt x="89306" y="529094"/>
                  </a:lnTo>
                  <a:lnTo>
                    <a:pt x="776262" y="2272093"/>
                  </a:lnTo>
                  <a:close/>
                </a:path>
                <a:path w="800735" h="2987675">
                  <a:moveTo>
                    <a:pt x="787323" y="2569984"/>
                  </a:moveTo>
                  <a:lnTo>
                    <a:pt x="785444" y="2523236"/>
                  </a:lnTo>
                  <a:lnTo>
                    <a:pt x="114338" y="820445"/>
                  </a:lnTo>
                  <a:lnTo>
                    <a:pt x="115011" y="833247"/>
                  </a:lnTo>
                  <a:lnTo>
                    <a:pt x="116484" y="867867"/>
                  </a:lnTo>
                  <a:lnTo>
                    <a:pt x="787323" y="2569984"/>
                  </a:lnTo>
                  <a:close/>
                </a:path>
                <a:path w="800735" h="2987675">
                  <a:moveTo>
                    <a:pt x="800328" y="2872765"/>
                  </a:moveTo>
                  <a:lnTo>
                    <a:pt x="798233" y="2825483"/>
                  </a:lnTo>
                  <a:lnTo>
                    <a:pt x="121488" y="1108417"/>
                  </a:lnTo>
                  <a:lnTo>
                    <a:pt x="121564" y="1150569"/>
                  </a:lnTo>
                  <a:lnTo>
                    <a:pt x="800328" y="2872765"/>
                  </a:lnTo>
                  <a:close/>
                </a:path>
              </a:pathLst>
            </a:custGeom>
            <a:solidFill>
              <a:srgbClr val="F0F0F1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8" name="object 78" descr=""/>
          <p:cNvSpPr/>
          <p:nvPr/>
        </p:nvSpPr>
        <p:spPr>
          <a:xfrm>
            <a:off x="10254958" y="4399984"/>
            <a:ext cx="327660" cy="1317625"/>
          </a:xfrm>
          <a:custGeom>
            <a:avLst/>
            <a:gdLst/>
            <a:ahLst/>
            <a:cxnLst/>
            <a:rect l="l" t="t" r="r" b="b"/>
            <a:pathLst>
              <a:path w="327659" h="1317625">
                <a:moveTo>
                  <a:pt x="327609" y="52425"/>
                </a:moveTo>
                <a:lnTo>
                  <a:pt x="212953" y="52425"/>
                </a:lnTo>
                <a:lnTo>
                  <a:pt x="212953" y="0"/>
                </a:lnTo>
                <a:lnTo>
                  <a:pt x="12" y="0"/>
                </a:lnTo>
                <a:lnTo>
                  <a:pt x="12" y="52425"/>
                </a:lnTo>
                <a:lnTo>
                  <a:pt x="0" y="1317015"/>
                </a:lnTo>
                <a:lnTo>
                  <a:pt x="212953" y="1317015"/>
                </a:lnTo>
                <a:lnTo>
                  <a:pt x="327609" y="1317015"/>
                </a:lnTo>
                <a:lnTo>
                  <a:pt x="327609" y="52425"/>
                </a:lnTo>
                <a:close/>
              </a:path>
            </a:pathLst>
          </a:custGeom>
          <a:solidFill>
            <a:srgbClr val="E6E7E8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79" name="object 79" descr=""/>
          <p:cNvGrpSpPr/>
          <p:nvPr/>
        </p:nvGrpSpPr>
        <p:grpSpPr>
          <a:xfrm>
            <a:off x="10254975" y="4341009"/>
            <a:ext cx="989965" cy="1376045"/>
            <a:chOff x="10254975" y="4341009"/>
            <a:chExt cx="989965" cy="1376045"/>
          </a:xfrm>
        </p:grpSpPr>
        <p:sp>
          <p:nvSpPr>
            <p:cNvPr id="80" name="object 80" descr=""/>
            <p:cNvSpPr/>
            <p:nvPr/>
          </p:nvSpPr>
          <p:spPr>
            <a:xfrm>
              <a:off x="11034687" y="4399984"/>
              <a:ext cx="210185" cy="1317625"/>
            </a:xfrm>
            <a:custGeom>
              <a:avLst/>
              <a:gdLst/>
              <a:ahLst/>
              <a:cxnLst/>
              <a:rect l="l" t="t" r="r" b="b"/>
              <a:pathLst>
                <a:path w="210184" h="1317625">
                  <a:moveTo>
                    <a:pt x="209664" y="0"/>
                  </a:moveTo>
                  <a:lnTo>
                    <a:pt x="0" y="0"/>
                  </a:lnTo>
                  <a:lnTo>
                    <a:pt x="0" y="85178"/>
                  </a:lnTo>
                  <a:lnTo>
                    <a:pt x="12" y="1317015"/>
                  </a:lnTo>
                  <a:lnTo>
                    <a:pt x="186740" y="1317015"/>
                  </a:lnTo>
                  <a:lnTo>
                    <a:pt x="186740" y="85178"/>
                  </a:lnTo>
                  <a:lnTo>
                    <a:pt x="209664" y="85178"/>
                  </a:lnTo>
                  <a:lnTo>
                    <a:pt x="209664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11034690" y="4485161"/>
              <a:ext cx="210185" cy="12065"/>
            </a:xfrm>
            <a:custGeom>
              <a:avLst/>
              <a:gdLst/>
              <a:ahLst/>
              <a:cxnLst/>
              <a:rect l="l" t="t" r="r" b="b"/>
              <a:pathLst>
                <a:path w="210184" h="12064">
                  <a:moveTo>
                    <a:pt x="209669" y="0"/>
                  </a:moveTo>
                  <a:lnTo>
                    <a:pt x="0" y="0"/>
                  </a:lnTo>
                  <a:lnTo>
                    <a:pt x="0" y="11444"/>
                  </a:lnTo>
                  <a:lnTo>
                    <a:pt x="209669" y="11444"/>
                  </a:lnTo>
                  <a:lnTo>
                    <a:pt x="209669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 descr=""/>
            <p:cNvSpPr/>
            <p:nvPr/>
          </p:nvSpPr>
          <p:spPr>
            <a:xfrm>
              <a:off x="11034700" y="4496606"/>
              <a:ext cx="196850" cy="85725"/>
            </a:xfrm>
            <a:custGeom>
              <a:avLst/>
              <a:gdLst/>
              <a:ahLst/>
              <a:cxnLst/>
              <a:rect l="l" t="t" r="r" b="b"/>
              <a:pathLst>
                <a:path w="196850" h="85725">
                  <a:moveTo>
                    <a:pt x="196559" y="0"/>
                  </a:moveTo>
                  <a:lnTo>
                    <a:pt x="0" y="0"/>
                  </a:lnTo>
                  <a:lnTo>
                    <a:pt x="0" y="85191"/>
                  </a:lnTo>
                  <a:lnTo>
                    <a:pt x="196559" y="85191"/>
                  </a:lnTo>
                  <a:lnTo>
                    <a:pt x="196559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10582580" y="4399984"/>
              <a:ext cx="648970" cy="1317625"/>
            </a:xfrm>
            <a:custGeom>
              <a:avLst/>
              <a:gdLst/>
              <a:ahLst/>
              <a:cxnLst/>
              <a:rect l="l" t="t" r="r" b="b"/>
              <a:pathLst>
                <a:path w="648970" h="1317625">
                  <a:moveTo>
                    <a:pt x="648677" y="181813"/>
                  </a:moveTo>
                  <a:lnTo>
                    <a:pt x="452120" y="181813"/>
                  </a:lnTo>
                  <a:lnTo>
                    <a:pt x="452120" y="0"/>
                  </a:lnTo>
                  <a:lnTo>
                    <a:pt x="0" y="0"/>
                  </a:lnTo>
                  <a:lnTo>
                    <a:pt x="0" y="239382"/>
                  </a:lnTo>
                  <a:lnTo>
                    <a:pt x="0" y="1317015"/>
                  </a:lnTo>
                  <a:lnTo>
                    <a:pt x="452120" y="1317015"/>
                  </a:lnTo>
                  <a:lnTo>
                    <a:pt x="452120" y="239382"/>
                  </a:lnTo>
                  <a:lnTo>
                    <a:pt x="452120" y="193268"/>
                  </a:lnTo>
                  <a:lnTo>
                    <a:pt x="648677" y="193268"/>
                  </a:lnTo>
                  <a:lnTo>
                    <a:pt x="648677" y="181813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 descr=""/>
            <p:cNvSpPr/>
            <p:nvPr/>
          </p:nvSpPr>
          <p:spPr>
            <a:xfrm>
              <a:off x="10582580" y="4452409"/>
              <a:ext cx="452120" cy="1214120"/>
            </a:xfrm>
            <a:custGeom>
              <a:avLst/>
              <a:gdLst/>
              <a:ahLst/>
              <a:cxnLst/>
              <a:rect l="l" t="t" r="r" b="b"/>
              <a:pathLst>
                <a:path w="452120" h="1214120">
                  <a:moveTo>
                    <a:pt x="160515" y="100037"/>
                  </a:moveTo>
                  <a:lnTo>
                    <a:pt x="0" y="100037"/>
                  </a:lnTo>
                  <a:lnTo>
                    <a:pt x="0" y="113157"/>
                  </a:lnTo>
                  <a:lnTo>
                    <a:pt x="160515" y="113157"/>
                  </a:lnTo>
                  <a:lnTo>
                    <a:pt x="160515" y="100037"/>
                  </a:lnTo>
                  <a:close/>
                </a:path>
                <a:path w="452120" h="1214120">
                  <a:moveTo>
                    <a:pt x="160515" y="0"/>
                  </a:moveTo>
                  <a:lnTo>
                    <a:pt x="0" y="0"/>
                  </a:lnTo>
                  <a:lnTo>
                    <a:pt x="0" y="13106"/>
                  </a:lnTo>
                  <a:lnTo>
                    <a:pt x="160515" y="13106"/>
                  </a:lnTo>
                  <a:lnTo>
                    <a:pt x="160515" y="0"/>
                  </a:lnTo>
                  <a:close/>
                </a:path>
                <a:path w="452120" h="1214120">
                  <a:moveTo>
                    <a:pt x="452120" y="1200696"/>
                  </a:moveTo>
                  <a:lnTo>
                    <a:pt x="0" y="1200696"/>
                  </a:lnTo>
                  <a:lnTo>
                    <a:pt x="0" y="1213802"/>
                  </a:lnTo>
                  <a:lnTo>
                    <a:pt x="452120" y="1213802"/>
                  </a:lnTo>
                  <a:lnTo>
                    <a:pt x="452120" y="1200696"/>
                  </a:lnTo>
                  <a:close/>
                </a:path>
                <a:path w="452120" h="1214120">
                  <a:moveTo>
                    <a:pt x="452120" y="1100632"/>
                  </a:moveTo>
                  <a:lnTo>
                    <a:pt x="0" y="1100632"/>
                  </a:lnTo>
                  <a:lnTo>
                    <a:pt x="0" y="1113739"/>
                  </a:lnTo>
                  <a:lnTo>
                    <a:pt x="452120" y="1113739"/>
                  </a:lnTo>
                  <a:lnTo>
                    <a:pt x="452120" y="1100632"/>
                  </a:lnTo>
                  <a:close/>
                </a:path>
                <a:path w="452120" h="1214120">
                  <a:moveTo>
                    <a:pt x="452120" y="1000569"/>
                  </a:moveTo>
                  <a:lnTo>
                    <a:pt x="0" y="1000569"/>
                  </a:lnTo>
                  <a:lnTo>
                    <a:pt x="0" y="1013675"/>
                  </a:lnTo>
                  <a:lnTo>
                    <a:pt x="452120" y="1013675"/>
                  </a:lnTo>
                  <a:lnTo>
                    <a:pt x="452120" y="1000569"/>
                  </a:lnTo>
                  <a:close/>
                </a:path>
                <a:path w="452120" h="1214120">
                  <a:moveTo>
                    <a:pt x="452120" y="900506"/>
                  </a:moveTo>
                  <a:lnTo>
                    <a:pt x="0" y="900506"/>
                  </a:lnTo>
                  <a:lnTo>
                    <a:pt x="0" y="913625"/>
                  </a:lnTo>
                  <a:lnTo>
                    <a:pt x="452120" y="913625"/>
                  </a:lnTo>
                  <a:lnTo>
                    <a:pt x="452120" y="900506"/>
                  </a:lnTo>
                  <a:close/>
                </a:path>
                <a:path w="452120" h="1214120">
                  <a:moveTo>
                    <a:pt x="452120" y="800468"/>
                  </a:moveTo>
                  <a:lnTo>
                    <a:pt x="0" y="800468"/>
                  </a:lnTo>
                  <a:lnTo>
                    <a:pt x="0" y="813587"/>
                  </a:lnTo>
                  <a:lnTo>
                    <a:pt x="452120" y="813587"/>
                  </a:lnTo>
                  <a:lnTo>
                    <a:pt x="452120" y="800468"/>
                  </a:lnTo>
                  <a:close/>
                </a:path>
                <a:path w="452120" h="1214120">
                  <a:moveTo>
                    <a:pt x="452120" y="700405"/>
                  </a:moveTo>
                  <a:lnTo>
                    <a:pt x="0" y="700405"/>
                  </a:lnTo>
                  <a:lnTo>
                    <a:pt x="0" y="713511"/>
                  </a:lnTo>
                  <a:lnTo>
                    <a:pt x="452120" y="713511"/>
                  </a:lnTo>
                  <a:lnTo>
                    <a:pt x="452120" y="700405"/>
                  </a:lnTo>
                  <a:close/>
                </a:path>
                <a:path w="452120" h="1214120">
                  <a:moveTo>
                    <a:pt x="452120" y="600341"/>
                  </a:moveTo>
                  <a:lnTo>
                    <a:pt x="0" y="600341"/>
                  </a:lnTo>
                  <a:lnTo>
                    <a:pt x="0" y="613448"/>
                  </a:lnTo>
                  <a:lnTo>
                    <a:pt x="452120" y="613448"/>
                  </a:lnTo>
                  <a:lnTo>
                    <a:pt x="452120" y="600341"/>
                  </a:lnTo>
                  <a:close/>
                </a:path>
                <a:path w="452120" h="1214120">
                  <a:moveTo>
                    <a:pt x="452120" y="500278"/>
                  </a:moveTo>
                  <a:lnTo>
                    <a:pt x="0" y="500278"/>
                  </a:lnTo>
                  <a:lnTo>
                    <a:pt x="0" y="513397"/>
                  </a:lnTo>
                  <a:lnTo>
                    <a:pt x="452120" y="513397"/>
                  </a:lnTo>
                  <a:lnTo>
                    <a:pt x="452120" y="500278"/>
                  </a:lnTo>
                  <a:close/>
                </a:path>
                <a:path w="452120" h="1214120">
                  <a:moveTo>
                    <a:pt x="452120" y="400215"/>
                  </a:moveTo>
                  <a:lnTo>
                    <a:pt x="0" y="400215"/>
                  </a:lnTo>
                  <a:lnTo>
                    <a:pt x="0" y="413321"/>
                  </a:lnTo>
                  <a:lnTo>
                    <a:pt x="452120" y="413321"/>
                  </a:lnTo>
                  <a:lnTo>
                    <a:pt x="452120" y="400215"/>
                  </a:lnTo>
                  <a:close/>
                </a:path>
                <a:path w="452120" h="1214120">
                  <a:moveTo>
                    <a:pt x="452120" y="300164"/>
                  </a:moveTo>
                  <a:lnTo>
                    <a:pt x="0" y="300164"/>
                  </a:lnTo>
                  <a:lnTo>
                    <a:pt x="0" y="313270"/>
                  </a:lnTo>
                  <a:lnTo>
                    <a:pt x="452120" y="313270"/>
                  </a:lnTo>
                  <a:lnTo>
                    <a:pt x="452120" y="300164"/>
                  </a:lnTo>
                  <a:close/>
                </a:path>
                <a:path w="452120" h="1214120">
                  <a:moveTo>
                    <a:pt x="452120" y="200113"/>
                  </a:moveTo>
                  <a:lnTo>
                    <a:pt x="0" y="200113"/>
                  </a:lnTo>
                  <a:lnTo>
                    <a:pt x="0" y="213220"/>
                  </a:lnTo>
                  <a:lnTo>
                    <a:pt x="452120" y="213220"/>
                  </a:lnTo>
                  <a:lnTo>
                    <a:pt x="452120" y="200113"/>
                  </a:lnTo>
                  <a:close/>
                </a:path>
                <a:path w="452120" h="1214120">
                  <a:moveTo>
                    <a:pt x="452120" y="100037"/>
                  </a:moveTo>
                  <a:lnTo>
                    <a:pt x="291579" y="100037"/>
                  </a:lnTo>
                  <a:lnTo>
                    <a:pt x="291579" y="113157"/>
                  </a:lnTo>
                  <a:lnTo>
                    <a:pt x="452120" y="113157"/>
                  </a:lnTo>
                  <a:lnTo>
                    <a:pt x="452120" y="100037"/>
                  </a:lnTo>
                  <a:close/>
                </a:path>
                <a:path w="452120" h="1214120">
                  <a:moveTo>
                    <a:pt x="452120" y="0"/>
                  </a:moveTo>
                  <a:lnTo>
                    <a:pt x="291579" y="0"/>
                  </a:lnTo>
                  <a:lnTo>
                    <a:pt x="291579" y="13106"/>
                  </a:lnTo>
                  <a:lnTo>
                    <a:pt x="452120" y="13106"/>
                  </a:lnTo>
                  <a:lnTo>
                    <a:pt x="45212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 descr=""/>
            <p:cNvSpPr/>
            <p:nvPr/>
          </p:nvSpPr>
          <p:spPr>
            <a:xfrm>
              <a:off x="10743107" y="4341009"/>
              <a:ext cx="131445" cy="298450"/>
            </a:xfrm>
            <a:custGeom>
              <a:avLst/>
              <a:gdLst/>
              <a:ahLst/>
              <a:cxnLst/>
              <a:rect l="l" t="t" r="r" b="b"/>
              <a:pathLst>
                <a:path w="131445" h="298450">
                  <a:moveTo>
                    <a:pt x="131053" y="0"/>
                  </a:moveTo>
                  <a:lnTo>
                    <a:pt x="0" y="0"/>
                  </a:lnTo>
                  <a:lnTo>
                    <a:pt x="0" y="298346"/>
                  </a:lnTo>
                  <a:lnTo>
                    <a:pt x="131053" y="298346"/>
                  </a:lnTo>
                  <a:lnTo>
                    <a:pt x="13105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10254970" y="4485163"/>
              <a:ext cx="304800" cy="1231900"/>
            </a:xfrm>
            <a:custGeom>
              <a:avLst/>
              <a:gdLst/>
              <a:ahLst/>
              <a:cxnLst/>
              <a:rect l="l" t="t" r="r" b="b"/>
              <a:pathLst>
                <a:path w="304800" h="1231900">
                  <a:moveTo>
                    <a:pt x="196557" y="1156487"/>
                  </a:moveTo>
                  <a:lnTo>
                    <a:pt x="0" y="1156487"/>
                  </a:lnTo>
                  <a:lnTo>
                    <a:pt x="0" y="1192517"/>
                  </a:lnTo>
                  <a:lnTo>
                    <a:pt x="196557" y="1192517"/>
                  </a:lnTo>
                  <a:lnTo>
                    <a:pt x="196557" y="1156487"/>
                  </a:lnTo>
                  <a:close/>
                </a:path>
                <a:path w="304800" h="1231900">
                  <a:moveTo>
                    <a:pt x="196557" y="1079373"/>
                  </a:moveTo>
                  <a:lnTo>
                    <a:pt x="0" y="1079373"/>
                  </a:lnTo>
                  <a:lnTo>
                    <a:pt x="0" y="1115402"/>
                  </a:lnTo>
                  <a:lnTo>
                    <a:pt x="196557" y="1115402"/>
                  </a:lnTo>
                  <a:lnTo>
                    <a:pt x="196557" y="1079373"/>
                  </a:lnTo>
                  <a:close/>
                </a:path>
                <a:path w="304800" h="1231900">
                  <a:moveTo>
                    <a:pt x="196557" y="1002284"/>
                  </a:moveTo>
                  <a:lnTo>
                    <a:pt x="0" y="1002284"/>
                  </a:lnTo>
                  <a:lnTo>
                    <a:pt x="0" y="1038313"/>
                  </a:lnTo>
                  <a:lnTo>
                    <a:pt x="196557" y="1038313"/>
                  </a:lnTo>
                  <a:lnTo>
                    <a:pt x="196557" y="1002284"/>
                  </a:lnTo>
                  <a:close/>
                </a:path>
                <a:path w="304800" h="1231900">
                  <a:moveTo>
                    <a:pt x="196557" y="925182"/>
                  </a:moveTo>
                  <a:lnTo>
                    <a:pt x="0" y="925182"/>
                  </a:lnTo>
                  <a:lnTo>
                    <a:pt x="0" y="961212"/>
                  </a:lnTo>
                  <a:lnTo>
                    <a:pt x="196557" y="961212"/>
                  </a:lnTo>
                  <a:lnTo>
                    <a:pt x="196557" y="925182"/>
                  </a:lnTo>
                  <a:close/>
                </a:path>
                <a:path w="304800" h="1231900">
                  <a:moveTo>
                    <a:pt x="196557" y="848080"/>
                  </a:moveTo>
                  <a:lnTo>
                    <a:pt x="0" y="848080"/>
                  </a:lnTo>
                  <a:lnTo>
                    <a:pt x="0" y="884110"/>
                  </a:lnTo>
                  <a:lnTo>
                    <a:pt x="196557" y="884110"/>
                  </a:lnTo>
                  <a:lnTo>
                    <a:pt x="196557" y="848080"/>
                  </a:lnTo>
                  <a:close/>
                </a:path>
                <a:path w="304800" h="1231900">
                  <a:moveTo>
                    <a:pt x="196557" y="770991"/>
                  </a:moveTo>
                  <a:lnTo>
                    <a:pt x="0" y="770991"/>
                  </a:lnTo>
                  <a:lnTo>
                    <a:pt x="0" y="807021"/>
                  </a:lnTo>
                  <a:lnTo>
                    <a:pt x="196557" y="807021"/>
                  </a:lnTo>
                  <a:lnTo>
                    <a:pt x="196557" y="770991"/>
                  </a:lnTo>
                  <a:close/>
                </a:path>
                <a:path w="304800" h="1231900">
                  <a:moveTo>
                    <a:pt x="196557" y="693889"/>
                  </a:moveTo>
                  <a:lnTo>
                    <a:pt x="0" y="693889"/>
                  </a:lnTo>
                  <a:lnTo>
                    <a:pt x="0" y="729919"/>
                  </a:lnTo>
                  <a:lnTo>
                    <a:pt x="196557" y="729919"/>
                  </a:lnTo>
                  <a:lnTo>
                    <a:pt x="196557" y="693889"/>
                  </a:lnTo>
                  <a:close/>
                </a:path>
                <a:path w="304800" h="1231900">
                  <a:moveTo>
                    <a:pt x="196557" y="616788"/>
                  </a:moveTo>
                  <a:lnTo>
                    <a:pt x="0" y="616788"/>
                  </a:lnTo>
                  <a:lnTo>
                    <a:pt x="0" y="652805"/>
                  </a:lnTo>
                  <a:lnTo>
                    <a:pt x="196557" y="652805"/>
                  </a:lnTo>
                  <a:lnTo>
                    <a:pt x="196557" y="616788"/>
                  </a:lnTo>
                  <a:close/>
                </a:path>
                <a:path w="304800" h="1231900">
                  <a:moveTo>
                    <a:pt x="196557" y="539699"/>
                  </a:moveTo>
                  <a:lnTo>
                    <a:pt x="0" y="539699"/>
                  </a:lnTo>
                  <a:lnTo>
                    <a:pt x="0" y="575729"/>
                  </a:lnTo>
                  <a:lnTo>
                    <a:pt x="196557" y="575729"/>
                  </a:lnTo>
                  <a:lnTo>
                    <a:pt x="196557" y="539699"/>
                  </a:lnTo>
                  <a:close/>
                </a:path>
                <a:path w="304800" h="1231900">
                  <a:moveTo>
                    <a:pt x="196557" y="462584"/>
                  </a:moveTo>
                  <a:lnTo>
                    <a:pt x="0" y="462584"/>
                  </a:lnTo>
                  <a:lnTo>
                    <a:pt x="0" y="498614"/>
                  </a:lnTo>
                  <a:lnTo>
                    <a:pt x="196557" y="498614"/>
                  </a:lnTo>
                  <a:lnTo>
                    <a:pt x="196557" y="462584"/>
                  </a:lnTo>
                  <a:close/>
                </a:path>
                <a:path w="304800" h="1231900">
                  <a:moveTo>
                    <a:pt x="196557" y="385495"/>
                  </a:moveTo>
                  <a:lnTo>
                    <a:pt x="0" y="385495"/>
                  </a:lnTo>
                  <a:lnTo>
                    <a:pt x="0" y="421525"/>
                  </a:lnTo>
                  <a:lnTo>
                    <a:pt x="196557" y="421525"/>
                  </a:lnTo>
                  <a:lnTo>
                    <a:pt x="196557" y="385495"/>
                  </a:lnTo>
                  <a:close/>
                </a:path>
                <a:path w="304800" h="1231900">
                  <a:moveTo>
                    <a:pt x="196557" y="308394"/>
                  </a:moveTo>
                  <a:lnTo>
                    <a:pt x="0" y="308394"/>
                  </a:lnTo>
                  <a:lnTo>
                    <a:pt x="0" y="344424"/>
                  </a:lnTo>
                  <a:lnTo>
                    <a:pt x="196557" y="344424"/>
                  </a:lnTo>
                  <a:lnTo>
                    <a:pt x="196557" y="308394"/>
                  </a:lnTo>
                  <a:close/>
                </a:path>
                <a:path w="304800" h="1231900">
                  <a:moveTo>
                    <a:pt x="196557" y="231292"/>
                  </a:moveTo>
                  <a:lnTo>
                    <a:pt x="0" y="231292"/>
                  </a:lnTo>
                  <a:lnTo>
                    <a:pt x="0" y="267322"/>
                  </a:lnTo>
                  <a:lnTo>
                    <a:pt x="196557" y="267322"/>
                  </a:lnTo>
                  <a:lnTo>
                    <a:pt x="196557" y="231292"/>
                  </a:lnTo>
                  <a:close/>
                </a:path>
                <a:path w="304800" h="1231900">
                  <a:moveTo>
                    <a:pt x="196557" y="154203"/>
                  </a:moveTo>
                  <a:lnTo>
                    <a:pt x="0" y="154203"/>
                  </a:lnTo>
                  <a:lnTo>
                    <a:pt x="0" y="190233"/>
                  </a:lnTo>
                  <a:lnTo>
                    <a:pt x="196557" y="190233"/>
                  </a:lnTo>
                  <a:lnTo>
                    <a:pt x="196557" y="154203"/>
                  </a:lnTo>
                  <a:close/>
                </a:path>
                <a:path w="304800" h="1231900">
                  <a:moveTo>
                    <a:pt x="196557" y="77101"/>
                  </a:moveTo>
                  <a:lnTo>
                    <a:pt x="0" y="77101"/>
                  </a:lnTo>
                  <a:lnTo>
                    <a:pt x="0" y="113131"/>
                  </a:lnTo>
                  <a:lnTo>
                    <a:pt x="196557" y="113131"/>
                  </a:lnTo>
                  <a:lnTo>
                    <a:pt x="196557" y="77101"/>
                  </a:lnTo>
                  <a:close/>
                </a:path>
                <a:path w="304800" h="1231900">
                  <a:moveTo>
                    <a:pt x="196557" y="0"/>
                  </a:moveTo>
                  <a:lnTo>
                    <a:pt x="0" y="0"/>
                  </a:lnTo>
                  <a:lnTo>
                    <a:pt x="0" y="36029"/>
                  </a:lnTo>
                  <a:lnTo>
                    <a:pt x="196557" y="36029"/>
                  </a:lnTo>
                  <a:lnTo>
                    <a:pt x="196557" y="0"/>
                  </a:lnTo>
                  <a:close/>
                </a:path>
                <a:path w="304800" h="1231900">
                  <a:moveTo>
                    <a:pt x="304685" y="0"/>
                  </a:moveTo>
                  <a:lnTo>
                    <a:pt x="232613" y="0"/>
                  </a:lnTo>
                  <a:lnTo>
                    <a:pt x="232613" y="1231836"/>
                  </a:lnTo>
                  <a:lnTo>
                    <a:pt x="304685" y="1231836"/>
                  </a:lnTo>
                  <a:lnTo>
                    <a:pt x="304685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7" name="object 87" descr=""/>
          <p:cNvGrpSpPr/>
          <p:nvPr/>
        </p:nvGrpSpPr>
        <p:grpSpPr>
          <a:xfrm>
            <a:off x="8984616" y="2156432"/>
            <a:ext cx="874394" cy="3561079"/>
            <a:chOff x="8984616" y="2156432"/>
            <a:chExt cx="874394" cy="3561079"/>
          </a:xfrm>
        </p:grpSpPr>
        <p:sp>
          <p:nvSpPr>
            <p:cNvPr id="88" name="object 88" descr=""/>
            <p:cNvSpPr/>
            <p:nvPr/>
          </p:nvSpPr>
          <p:spPr>
            <a:xfrm>
              <a:off x="9092505" y="2156432"/>
              <a:ext cx="766445" cy="3561079"/>
            </a:xfrm>
            <a:custGeom>
              <a:avLst/>
              <a:gdLst/>
              <a:ahLst/>
              <a:cxnLst/>
              <a:rect l="l" t="t" r="r" b="b"/>
              <a:pathLst>
                <a:path w="766445" h="3561079">
                  <a:moveTo>
                    <a:pt x="765997" y="0"/>
                  </a:moveTo>
                  <a:lnTo>
                    <a:pt x="749485" y="0"/>
                  </a:lnTo>
                  <a:lnTo>
                    <a:pt x="749485" y="377642"/>
                  </a:lnTo>
                  <a:lnTo>
                    <a:pt x="340599" y="438782"/>
                  </a:lnTo>
                  <a:lnTo>
                    <a:pt x="115383" y="567592"/>
                  </a:lnTo>
                  <a:lnTo>
                    <a:pt x="19847" y="695307"/>
                  </a:lnTo>
                  <a:lnTo>
                    <a:pt x="0" y="753160"/>
                  </a:lnTo>
                  <a:lnTo>
                    <a:pt x="0" y="3560561"/>
                  </a:lnTo>
                  <a:lnTo>
                    <a:pt x="765997" y="3560561"/>
                  </a:lnTo>
                  <a:lnTo>
                    <a:pt x="765997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 descr=""/>
            <p:cNvSpPr/>
            <p:nvPr/>
          </p:nvSpPr>
          <p:spPr>
            <a:xfrm>
              <a:off x="9092502" y="2992062"/>
              <a:ext cx="766445" cy="2703830"/>
            </a:xfrm>
            <a:custGeom>
              <a:avLst/>
              <a:gdLst/>
              <a:ahLst/>
              <a:cxnLst/>
              <a:rect l="l" t="t" r="r" b="b"/>
              <a:pathLst>
                <a:path w="766445" h="2703829">
                  <a:moveTo>
                    <a:pt x="766000" y="2675953"/>
                  </a:moveTo>
                  <a:lnTo>
                    <a:pt x="0" y="2675953"/>
                  </a:lnTo>
                  <a:lnTo>
                    <a:pt x="0" y="2703436"/>
                  </a:lnTo>
                  <a:lnTo>
                    <a:pt x="766000" y="2703436"/>
                  </a:lnTo>
                  <a:lnTo>
                    <a:pt x="766000" y="2675953"/>
                  </a:lnTo>
                  <a:close/>
                </a:path>
                <a:path w="766445" h="2703829">
                  <a:moveTo>
                    <a:pt x="766000" y="2599499"/>
                  </a:moveTo>
                  <a:lnTo>
                    <a:pt x="0" y="2599499"/>
                  </a:lnTo>
                  <a:lnTo>
                    <a:pt x="0" y="2626982"/>
                  </a:lnTo>
                  <a:lnTo>
                    <a:pt x="766000" y="2626982"/>
                  </a:lnTo>
                  <a:lnTo>
                    <a:pt x="766000" y="2599499"/>
                  </a:lnTo>
                  <a:close/>
                </a:path>
                <a:path w="766445" h="2703829">
                  <a:moveTo>
                    <a:pt x="766000" y="2523045"/>
                  </a:moveTo>
                  <a:lnTo>
                    <a:pt x="0" y="2523045"/>
                  </a:lnTo>
                  <a:lnTo>
                    <a:pt x="0" y="2550528"/>
                  </a:lnTo>
                  <a:lnTo>
                    <a:pt x="766000" y="2550528"/>
                  </a:lnTo>
                  <a:lnTo>
                    <a:pt x="766000" y="2523045"/>
                  </a:lnTo>
                  <a:close/>
                </a:path>
                <a:path w="766445" h="2703829">
                  <a:moveTo>
                    <a:pt x="766000" y="2446578"/>
                  </a:moveTo>
                  <a:lnTo>
                    <a:pt x="0" y="2446578"/>
                  </a:lnTo>
                  <a:lnTo>
                    <a:pt x="0" y="2474074"/>
                  </a:lnTo>
                  <a:lnTo>
                    <a:pt x="766000" y="2474074"/>
                  </a:lnTo>
                  <a:lnTo>
                    <a:pt x="766000" y="2446578"/>
                  </a:lnTo>
                  <a:close/>
                </a:path>
                <a:path w="766445" h="2703829">
                  <a:moveTo>
                    <a:pt x="766000" y="2370137"/>
                  </a:moveTo>
                  <a:lnTo>
                    <a:pt x="0" y="2370137"/>
                  </a:lnTo>
                  <a:lnTo>
                    <a:pt x="0" y="2397620"/>
                  </a:lnTo>
                  <a:lnTo>
                    <a:pt x="766000" y="2397620"/>
                  </a:lnTo>
                  <a:lnTo>
                    <a:pt x="766000" y="2370137"/>
                  </a:lnTo>
                  <a:close/>
                </a:path>
                <a:path w="766445" h="2703829">
                  <a:moveTo>
                    <a:pt x="766000" y="2293670"/>
                  </a:moveTo>
                  <a:lnTo>
                    <a:pt x="0" y="2293670"/>
                  </a:lnTo>
                  <a:lnTo>
                    <a:pt x="0" y="2321153"/>
                  </a:lnTo>
                  <a:lnTo>
                    <a:pt x="766000" y="2321153"/>
                  </a:lnTo>
                  <a:lnTo>
                    <a:pt x="766000" y="2293670"/>
                  </a:lnTo>
                  <a:close/>
                </a:path>
                <a:path w="766445" h="2703829">
                  <a:moveTo>
                    <a:pt x="766000" y="2217216"/>
                  </a:moveTo>
                  <a:lnTo>
                    <a:pt x="0" y="2217216"/>
                  </a:lnTo>
                  <a:lnTo>
                    <a:pt x="0" y="2244699"/>
                  </a:lnTo>
                  <a:lnTo>
                    <a:pt x="766000" y="2244699"/>
                  </a:lnTo>
                  <a:lnTo>
                    <a:pt x="766000" y="2217216"/>
                  </a:lnTo>
                  <a:close/>
                </a:path>
                <a:path w="766445" h="2703829">
                  <a:moveTo>
                    <a:pt x="766000" y="2140762"/>
                  </a:moveTo>
                  <a:lnTo>
                    <a:pt x="0" y="2140762"/>
                  </a:lnTo>
                  <a:lnTo>
                    <a:pt x="0" y="2168245"/>
                  </a:lnTo>
                  <a:lnTo>
                    <a:pt x="766000" y="2168245"/>
                  </a:lnTo>
                  <a:lnTo>
                    <a:pt x="766000" y="2140762"/>
                  </a:lnTo>
                  <a:close/>
                </a:path>
                <a:path w="766445" h="2703829">
                  <a:moveTo>
                    <a:pt x="766000" y="2064308"/>
                  </a:moveTo>
                  <a:lnTo>
                    <a:pt x="0" y="2064308"/>
                  </a:lnTo>
                  <a:lnTo>
                    <a:pt x="0" y="2091791"/>
                  </a:lnTo>
                  <a:lnTo>
                    <a:pt x="766000" y="2091791"/>
                  </a:lnTo>
                  <a:lnTo>
                    <a:pt x="766000" y="2064308"/>
                  </a:lnTo>
                  <a:close/>
                </a:path>
                <a:path w="766445" h="2703829">
                  <a:moveTo>
                    <a:pt x="766000" y="1987842"/>
                  </a:moveTo>
                  <a:lnTo>
                    <a:pt x="0" y="1987842"/>
                  </a:lnTo>
                  <a:lnTo>
                    <a:pt x="0" y="2015324"/>
                  </a:lnTo>
                  <a:lnTo>
                    <a:pt x="766000" y="2015324"/>
                  </a:lnTo>
                  <a:lnTo>
                    <a:pt x="766000" y="1987842"/>
                  </a:lnTo>
                  <a:close/>
                </a:path>
                <a:path w="766445" h="2703829">
                  <a:moveTo>
                    <a:pt x="766000" y="1911400"/>
                  </a:moveTo>
                  <a:lnTo>
                    <a:pt x="0" y="1911400"/>
                  </a:lnTo>
                  <a:lnTo>
                    <a:pt x="0" y="1938883"/>
                  </a:lnTo>
                  <a:lnTo>
                    <a:pt x="766000" y="1938883"/>
                  </a:lnTo>
                  <a:lnTo>
                    <a:pt x="766000" y="1911400"/>
                  </a:lnTo>
                  <a:close/>
                </a:path>
                <a:path w="766445" h="2703829">
                  <a:moveTo>
                    <a:pt x="766000" y="1834934"/>
                  </a:moveTo>
                  <a:lnTo>
                    <a:pt x="0" y="1834934"/>
                  </a:lnTo>
                  <a:lnTo>
                    <a:pt x="0" y="1862429"/>
                  </a:lnTo>
                  <a:lnTo>
                    <a:pt x="766000" y="1862429"/>
                  </a:lnTo>
                  <a:lnTo>
                    <a:pt x="766000" y="1834934"/>
                  </a:lnTo>
                  <a:close/>
                </a:path>
                <a:path w="766445" h="2703829">
                  <a:moveTo>
                    <a:pt x="766000" y="1758492"/>
                  </a:moveTo>
                  <a:lnTo>
                    <a:pt x="0" y="1758492"/>
                  </a:lnTo>
                  <a:lnTo>
                    <a:pt x="0" y="1785975"/>
                  </a:lnTo>
                  <a:lnTo>
                    <a:pt x="766000" y="1785975"/>
                  </a:lnTo>
                  <a:lnTo>
                    <a:pt x="766000" y="1758492"/>
                  </a:lnTo>
                  <a:close/>
                </a:path>
                <a:path w="766445" h="2703829">
                  <a:moveTo>
                    <a:pt x="766000" y="1682026"/>
                  </a:moveTo>
                  <a:lnTo>
                    <a:pt x="0" y="1682026"/>
                  </a:lnTo>
                  <a:lnTo>
                    <a:pt x="0" y="1709521"/>
                  </a:lnTo>
                  <a:lnTo>
                    <a:pt x="766000" y="1709521"/>
                  </a:lnTo>
                  <a:lnTo>
                    <a:pt x="766000" y="1682026"/>
                  </a:lnTo>
                  <a:close/>
                </a:path>
                <a:path w="766445" h="2703829">
                  <a:moveTo>
                    <a:pt x="766000" y="1605559"/>
                  </a:moveTo>
                  <a:lnTo>
                    <a:pt x="0" y="1605559"/>
                  </a:lnTo>
                  <a:lnTo>
                    <a:pt x="0" y="1633054"/>
                  </a:lnTo>
                  <a:lnTo>
                    <a:pt x="766000" y="1633054"/>
                  </a:lnTo>
                  <a:lnTo>
                    <a:pt x="766000" y="1605559"/>
                  </a:lnTo>
                  <a:close/>
                </a:path>
                <a:path w="766445" h="2703829">
                  <a:moveTo>
                    <a:pt x="766000" y="1529118"/>
                  </a:moveTo>
                  <a:lnTo>
                    <a:pt x="0" y="1529118"/>
                  </a:lnTo>
                  <a:lnTo>
                    <a:pt x="0" y="1556600"/>
                  </a:lnTo>
                  <a:lnTo>
                    <a:pt x="766000" y="1556600"/>
                  </a:lnTo>
                  <a:lnTo>
                    <a:pt x="766000" y="1529118"/>
                  </a:lnTo>
                  <a:close/>
                </a:path>
                <a:path w="766445" h="2703829">
                  <a:moveTo>
                    <a:pt x="766000" y="1452651"/>
                  </a:moveTo>
                  <a:lnTo>
                    <a:pt x="0" y="1452651"/>
                  </a:lnTo>
                  <a:lnTo>
                    <a:pt x="0" y="1480146"/>
                  </a:lnTo>
                  <a:lnTo>
                    <a:pt x="766000" y="1480146"/>
                  </a:lnTo>
                  <a:lnTo>
                    <a:pt x="766000" y="1452651"/>
                  </a:lnTo>
                  <a:close/>
                </a:path>
                <a:path w="766445" h="2703829">
                  <a:moveTo>
                    <a:pt x="766000" y="1376210"/>
                  </a:moveTo>
                  <a:lnTo>
                    <a:pt x="0" y="1376210"/>
                  </a:lnTo>
                  <a:lnTo>
                    <a:pt x="0" y="1403692"/>
                  </a:lnTo>
                  <a:lnTo>
                    <a:pt x="766000" y="1403692"/>
                  </a:lnTo>
                  <a:lnTo>
                    <a:pt x="766000" y="1376210"/>
                  </a:lnTo>
                  <a:close/>
                </a:path>
                <a:path w="766445" h="2703829">
                  <a:moveTo>
                    <a:pt x="766000" y="1299756"/>
                  </a:moveTo>
                  <a:lnTo>
                    <a:pt x="0" y="1299756"/>
                  </a:lnTo>
                  <a:lnTo>
                    <a:pt x="0" y="1327238"/>
                  </a:lnTo>
                  <a:lnTo>
                    <a:pt x="766000" y="1327238"/>
                  </a:lnTo>
                  <a:lnTo>
                    <a:pt x="766000" y="1299756"/>
                  </a:lnTo>
                  <a:close/>
                </a:path>
                <a:path w="766445" h="2703829">
                  <a:moveTo>
                    <a:pt x="766000" y="1223289"/>
                  </a:moveTo>
                  <a:lnTo>
                    <a:pt x="0" y="1223289"/>
                  </a:lnTo>
                  <a:lnTo>
                    <a:pt x="0" y="1250772"/>
                  </a:lnTo>
                  <a:lnTo>
                    <a:pt x="766000" y="1250772"/>
                  </a:lnTo>
                  <a:lnTo>
                    <a:pt x="766000" y="1223289"/>
                  </a:lnTo>
                  <a:close/>
                </a:path>
                <a:path w="766445" h="2703829">
                  <a:moveTo>
                    <a:pt x="766000" y="1146835"/>
                  </a:moveTo>
                  <a:lnTo>
                    <a:pt x="0" y="1146835"/>
                  </a:lnTo>
                  <a:lnTo>
                    <a:pt x="0" y="1174318"/>
                  </a:lnTo>
                  <a:lnTo>
                    <a:pt x="766000" y="1174318"/>
                  </a:lnTo>
                  <a:lnTo>
                    <a:pt x="766000" y="1146835"/>
                  </a:lnTo>
                  <a:close/>
                </a:path>
                <a:path w="766445" h="2703829">
                  <a:moveTo>
                    <a:pt x="766000" y="1070381"/>
                  </a:moveTo>
                  <a:lnTo>
                    <a:pt x="0" y="1070381"/>
                  </a:lnTo>
                  <a:lnTo>
                    <a:pt x="0" y="1097876"/>
                  </a:lnTo>
                  <a:lnTo>
                    <a:pt x="766000" y="1097876"/>
                  </a:lnTo>
                  <a:lnTo>
                    <a:pt x="766000" y="1070381"/>
                  </a:lnTo>
                  <a:close/>
                </a:path>
                <a:path w="766445" h="2703829">
                  <a:moveTo>
                    <a:pt x="766000" y="993927"/>
                  </a:moveTo>
                  <a:lnTo>
                    <a:pt x="0" y="993927"/>
                  </a:lnTo>
                  <a:lnTo>
                    <a:pt x="0" y="1021410"/>
                  </a:lnTo>
                  <a:lnTo>
                    <a:pt x="766000" y="1021410"/>
                  </a:lnTo>
                  <a:lnTo>
                    <a:pt x="766000" y="993927"/>
                  </a:lnTo>
                  <a:close/>
                </a:path>
                <a:path w="766445" h="2703829">
                  <a:moveTo>
                    <a:pt x="766000" y="917473"/>
                  </a:moveTo>
                  <a:lnTo>
                    <a:pt x="0" y="917473"/>
                  </a:lnTo>
                  <a:lnTo>
                    <a:pt x="0" y="944968"/>
                  </a:lnTo>
                  <a:lnTo>
                    <a:pt x="766000" y="944968"/>
                  </a:lnTo>
                  <a:lnTo>
                    <a:pt x="766000" y="917473"/>
                  </a:lnTo>
                  <a:close/>
                </a:path>
                <a:path w="766445" h="2703829">
                  <a:moveTo>
                    <a:pt x="766000" y="841019"/>
                  </a:moveTo>
                  <a:lnTo>
                    <a:pt x="0" y="841019"/>
                  </a:lnTo>
                  <a:lnTo>
                    <a:pt x="0" y="868502"/>
                  </a:lnTo>
                  <a:lnTo>
                    <a:pt x="766000" y="868502"/>
                  </a:lnTo>
                  <a:lnTo>
                    <a:pt x="766000" y="841019"/>
                  </a:lnTo>
                  <a:close/>
                </a:path>
                <a:path w="766445" h="2703829">
                  <a:moveTo>
                    <a:pt x="766000" y="764552"/>
                  </a:moveTo>
                  <a:lnTo>
                    <a:pt x="0" y="764552"/>
                  </a:lnTo>
                  <a:lnTo>
                    <a:pt x="0" y="792035"/>
                  </a:lnTo>
                  <a:lnTo>
                    <a:pt x="766000" y="792035"/>
                  </a:lnTo>
                  <a:lnTo>
                    <a:pt x="766000" y="764552"/>
                  </a:lnTo>
                  <a:close/>
                </a:path>
                <a:path w="766445" h="2703829">
                  <a:moveTo>
                    <a:pt x="766000" y="688098"/>
                  </a:moveTo>
                  <a:lnTo>
                    <a:pt x="0" y="688098"/>
                  </a:lnTo>
                  <a:lnTo>
                    <a:pt x="0" y="715594"/>
                  </a:lnTo>
                  <a:lnTo>
                    <a:pt x="766000" y="715594"/>
                  </a:lnTo>
                  <a:lnTo>
                    <a:pt x="766000" y="688098"/>
                  </a:lnTo>
                  <a:close/>
                </a:path>
                <a:path w="766445" h="2703829">
                  <a:moveTo>
                    <a:pt x="766000" y="611644"/>
                  </a:moveTo>
                  <a:lnTo>
                    <a:pt x="0" y="611644"/>
                  </a:lnTo>
                  <a:lnTo>
                    <a:pt x="0" y="639127"/>
                  </a:lnTo>
                  <a:lnTo>
                    <a:pt x="766000" y="639127"/>
                  </a:lnTo>
                  <a:lnTo>
                    <a:pt x="766000" y="611644"/>
                  </a:lnTo>
                  <a:close/>
                </a:path>
                <a:path w="766445" h="2703829">
                  <a:moveTo>
                    <a:pt x="766000" y="535190"/>
                  </a:moveTo>
                  <a:lnTo>
                    <a:pt x="0" y="535190"/>
                  </a:lnTo>
                  <a:lnTo>
                    <a:pt x="0" y="562673"/>
                  </a:lnTo>
                  <a:lnTo>
                    <a:pt x="766000" y="562673"/>
                  </a:lnTo>
                  <a:lnTo>
                    <a:pt x="766000" y="535190"/>
                  </a:lnTo>
                  <a:close/>
                </a:path>
                <a:path w="766445" h="2703829">
                  <a:moveTo>
                    <a:pt x="766000" y="458724"/>
                  </a:moveTo>
                  <a:lnTo>
                    <a:pt x="0" y="458724"/>
                  </a:lnTo>
                  <a:lnTo>
                    <a:pt x="0" y="486219"/>
                  </a:lnTo>
                  <a:lnTo>
                    <a:pt x="766000" y="486219"/>
                  </a:lnTo>
                  <a:lnTo>
                    <a:pt x="766000" y="458724"/>
                  </a:lnTo>
                  <a:close/>
                </a:path>
                <a:path w="766445" h="2703829">
                  <a:moveTo>
                    <a:pt x="766000" y="382282"/>
                  </a:moveTo>
                  <a:lnTo>
                    <a:pt x="0" y="382282"/>
                  </a:lnTo>
                  <a:lnTo>
                    <a:pt x="0" y="409765"/>
                  </a:lnTo>
                  <a:lnTo>
                    <a:pt x="766000" y="409765"/>
                  </a:lnTo>
                  <a:lnTo>
                    <a:pt x="766000" y="382282"/>
                  </a:lnTo>
                  <a:close/>
                </a:path>
                <a:path w="766445" h="2703829">
                  <a:moveTo>
                    <a:pt x="766000" y="305816"/>
                  </a:moveTo>
                  <a:lnTo>
                    <a:pt x="0" y="305816"/>
                  </a:lnTo>
                  <a:lnTo>
                    <a:pt x="0" y="333311"/>
                  </a:lnTo>
                  <a:lnTo>
                    <a:pt x="766000" y="333311"/>
                  </a:lnTo>
                  <a:lnTo>
                    <a:pt x="766000" y="305816"/>
                  </a:lnTo>
                  <a:close/>
                </a:path>
                <a:path w="766445" h="2703829">
                  <a:moveTo>
                    <a:pt x="766000" y="229374"/>
                  </a:moveTo>
                  <a:lnTo>
                    <a:pt x="0" y="229374"/>
                  </a:lnTo>
                  <a:lnTo>
                    <a:pt x="0" y="256857"/>
                  </a:lnTo>
                  <a:lnTo>
                    <a:pt x="766000" y="256857"/>
                  </a:lnTo>
                  <a:lnTo>
                    <a:pt x="766000" y="229374"/>
                  </a:lnTo>
                  <a:close/>
                </a:path>
                <a:path w="766445" h="2703829">
                  <a:moveTo>
                    <a:pt x="766000" y="152908"/>
                  </a:moveTo>
                  <a:lnTo>
                    <a:pt x="0" y="152908"/>
                  </a:lnTo>
                  <a:lnTo>
                    <a:pt x="0" y="180390"/>
                  </a:lnTo>
                  <a:lnTo>
                    <a:pt x="766000" y="180390"/>
                  </a:lnTo>
                  <a:lnTo>
                    <a:pt x="766000" y="152908"/>
                  </a:lnTo>
                  <a:close/>
                </a:path>
                <a:path w="766445" h="2703829">
                  <a:moveTo>
                    <a:pt x="766000" y="76454"/>
                  </a:moveTo>
                  <a:lnTo>
                    <a:pt x="0" y="76454"/>
                  </a:lnTo>
                  <a:lnTo>
                    <a:pt x="0" y="103949"/>
                  </a:lnTo>
                  <a:lnTo>
                    <a:pt x="766000" y="103949"/>
                  </a:lnTo>
                  <a:lnTo>
                    <a:pt x="766000" y="76454"/>
                  </a:lnTo>
                  <a:close/>
                </a:path>
                <a:path w="766445" h="2703829">
                  <a:moveTo>
                    <a:pt x="766000" y="0"/>
                  </a:moveTo>
                  <a:lnTo>
                    <a:pt x="0" y="0"/>
                  </a:lnTo>
                  <a:lnTo>
                    <a:pt x="0" y="27482"/>
                  </a:lnTo>
                  <a:lnTo>
                    <a:pt x="766000" y="27482"/>
                  </a:lnTo>
                  <a:lnTo>
                    <a:pt x="766000" y="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0" name="object 90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9581783" y="2735511"/>
              <a:ext cx="142927" cy="142938"/>
            </a:xfrm>
            <a:prstGeom prst="rect">
              <a:avLst/>
            </a:prstGeom>
          </p:spPr>
        </p:pic>
        <p:sp>
          <p:nvSpPr>
            <p:cNvPr id="91" name="object 91" descr=""/>
            <p:cNvSpPr/>
            <p:nvPr/>
          </p:nvSpPr>
          <p:spPr>
            <a:xfrm>
              <a:off x="8984623" y="2936280"/>
              <a:ext cx="667385" cy="2781300"/>
            </a:xfrm>
            <a:custGeom>
              <a:avLst/>
              <a:gdLst/>
              <a:ahLst/>
              <a:cxnLst/>
              <a:rect l="l" t="t" r="r" b="b"/>
              <a:pathLst>
                <a:path w="667384" h="2781300">
                  <a:moveTo>
                    <a:pt x="0" y="0"/>
                  </a:moveTo>
                  <a:lnTo>
                    <a:pt x="0" y="2780711"/>
                  </a:lnTo>
                  <a:lnTo>
                    <a:pt x="667037" y="2780711"/>
                  </a:lnTo>
                  <a:lnTo>
                    <a:pt x="667037" y="328168"/>
                  </a:lnTo>
                  <a:lnTo>
                    <a:pt x="649755" y="277626"/>
                  </a:lnTo>
                  <a:lnTo>
                    <a:pt x="566565" y="166053"/>
                  </a:lnTo>
                  <a:lnTo>
                    <a:pt x="370448" y="53524"/>
                  </a:lnTo>
                  <a:lnTo>
                    <a:pt x="14386" y="1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 descr=""/>
            <p:cNvSpPr/>
            <p:nvPr/>
          </p:nvSpPr>
          <p:spPr>
            <a:xfrm>
              <a:off x="8984615" y="2974993"/>
              <a:ext cx="667385" cy="2723515"/>
            </a:xfrm>
            <a:custGeom>
              <a:avLst/>
              <a:gdLst/>
              <a:ahLst/>
              <a:cxnLst/>
              <a:rect l="l" t="t" r="r" b="b"/>
              <a:pathLst>
                <a:path w="667384" h="2723515">
                  <a:moveTo>
                    <a:pt x="404152" y="27686"/>
                  </a:moveTo>
                  <a:lnTo>
                    <a:pt x="320751" y="0"/>
                  </a:lnTo>
                  <a:lnTo>
                    <a:pt x="0" y="0"/>
                  </a:lnTo>
                  <a:lnTo>
                    <a:pt x="0" y="27686"/>
                  </a:lnTo>
                  <a:lnTo>
                    <a:pt x="404152" y="27686"/>
                  </a:lnTo>
                  <a:close/>
                </a:path>
                <a:path w="667384" h="2723515">
                  <a:moveTo>
                    <a:pt x="539788" y="104711"/>
                  </a:moveTo>
                  <a:lnTo>
                    <a:pt x="501065" y="77012"/>
                  </a:lnTo>
                  <a:lnTo>
                    <a:pt x="0" y="77012"/>
                  </a:lnTo>
                  <a:lnTo>
                    <a:pt x="0" y="104711"/>
                  </a:lnTo>
                  <a:lnTo>
                    <a:pt x="539788" y="104711"/>
                  </a:lnTo>
                  <a:close/>
                </a:path>
                <a:path w="667384" h="2723515">
                  <a:moveTo>
                    <a:pt x="615467" y="181724"/>
                  </a:moveTo>
                  <a:lnTo>
                    <a:pt x="592874" y="154038"/>
                  </a:lnTo>
                  <a:lnTo>
                    <a:pt x="0" y="154038"/>
                  </a:lnTo>
                  <a:lnTo>
                    <a:pt x="0" y="181724"/>
                  </a:lnTo>
                  <a:lnTo>
                    <a:pt x="615467" y="181724"/>
                  </a:lnTo>
                  <a:close/>
                </a:path>
                <a:path w="667384" h="2723515">
                  <a:moveTo>
                    <a:pt x="658114" y="258749"/>
                  </a:moveTo>
                  <a:lnTo>
                    <a:pt x="645934" y="231051"/>
                  </a:lnTo>
                  <a:lnTo>
                    <a:pt x="0" y="231051"/>
                  </a:lnTo>
                  <a:lnTo>
                    <a:pt x="0" y="258749"/>
                  </a:lnTo>
                  <a:lnTo>
                    <a:pt x="658114" y="258749"/>
                  </a:lnTo>
                  <a:close/>
                </a:path>
                <a:path w="667384" h="2723515">
                  <a:moveTo>
                    <a:pt x="667029" y="2695537"/>
                  </a:moveTo>
                  <a:lnTo>
                    <a:pt x="0" y="2695537"/>
                  </a:lnTo>
                  <a:lnTo>
                    <a:pt x="0" y="2723248"/>
                  </a:lnTo>
                  <a:lnTo>
                    <a:pt x="667029" y="2723248"/>
                  </a:lnTo>
                  <a:lnTo>
                    <a:pt x="667029" y="2695537"/>
                  </a:lnTo>
                  <a:close/>
                </a:path>
                <a:path w="667384" h="2723515">
                  <a:moveTo>
                    <a:pt x="667029" y="2618524"/>
                  </a:moveTo>
                  <a:lnTo>
                    <a:pt x="0" y="2618524"/>
                  </a:lnTo>
                  <a:lnTo>
                    <a:pt x="0" y="2646210"/>
                  </a:lnTo>
                  <a:lnTo>
                    <a:pt x="667029" y="2646210"/>
                  </a:lnTo>
                  <a:lnTo>
                    <a:pt x="667029" y="2618524"/>
                  </a:lnTo>
                  <a:close/>
                </a:path>
                <a:path w="667384" h="2723515">
                  <a:moveTo>
                    <a:pt x="667029" y="2541498"/>
                  </a:moveTo>
                  <a:lnTo>
                    <a:pt x="0" y="2541498"/>
                  </a:lnTo>
                  <a:lnTo>
                    <a:pt x="0" y="2569197"/>
                  </a:lnTo>
                  <a:lnTo>
                    <a:pt x="667029" y="2569197"/>
                  </a:lnTo>
                  <a:lnTo>
                    <a:pt x="667029" y="2541498"/>
                  </a:lnTo>
                  <a:close/>
                </a:path>
                <a:path w="667384" h="2723515">
                  <a:moveTo>
                    <a:pt x="667029" y="2464485"/>
                  </a:moveTo>
                  <a:lnTo>
                    <a:pt x="0" y="2464485"/>
                  </a:lnTo>
                  <a:lnTo>
                    <a:pt x="0" y="2492184"/>
                  </a:lnTo>
                  <a:lnTo>
                    <a:pt x="667029" y="2492184"/>
                  </a:lnTo>
                  <a:lnTo>
                    <a:pt x="667029" y="2464485"/>
                  </a:lnTo>
                  <a:close/>
                </a:path>
                <a:path w="667384" h="2723515">
                  <a:moveTo>
                    <a:pt x="667029" y="2387473"/>
                  </a:moveTo>
                  <a:lnTo>
                    <a:pt x="0" y="2387473"/>
                  </a:lnTo>
                  <a:lnTo>
                    <a:pt x="0" y="2415146"/>
                  </a:lnTo>
                  <a:lnTo>
                    <a:pt x="667029" y="2415146"/>
                  </a:lnTo>
                  <a:lnTo>
                    <a:pt x="667029" y="2387473"/>
                  </a:lnTo>
                  <a:close/>
                </a:path>
                <a:path w="667384" h="2723515">
                  <a:moveTo>
                    <a:pt x="667029" y="2310460"/>
                  </a:moveTo>
                  <a:lnTo>
                    <a:pt x="0" y="2310460"/>
                  </a:lnTo>
                  <a:lnTo>
                    <a:pt x="0" y="2338146"/>
                  </a:lnTo>
                  <a:lnTo>
                    <a:pt x="667029" y="2338146"/>
                  </a:lnTo>
                  <a:lnTo>
                    <a:pt x="667029" y="2310460"/>
                  </a:lnTo>
                  <a:close/>
                </a:path>
                <a:path w="667384" h="2723515">
                  <a:moveTo>
                    <a:pt x="667029" y="2233447"/>
                  </a:moveTo>
                  <a:lnTo>
                    <a:pt x="0" y="2233447"/>
                  </a:lnTo>
                  <a:lnTo>
                    <a:pt x="0" y="2261133"/>
                  </a:lnTo>
                  <a:lnTo>
                    <a:pt x="667029" y="2261133"/>
                  </a:lnTo>
                  <a:lnTo>
                    <a:pt x="667029" y="2233447"/>
                  </a:lnTo>
                  <a:close/>
                </a:path>
                <a:path w="667384" h="2723515">
                  <a:moveTo>
                    <a:pt x="667029" y="2156434"/>
                  </a:moveTo>
                  <a:lnTo>
                    <a:pt x="0" y="2156434"/>
                  </a:lnTo>
                  <a:lnTo>
                    <a:pt x="0" y="2184133"/>
                  </a:lnTo>
                  <a:lnTo>
                    <a:pt x="667029" y="2184133"/>
                  </a:lnTo>
                  <a:lnTo>
                    <a:pt x="667029" y="2156434"/>
                  </a:lnTo>
                  <a:close/>
                </a:path>
                <a:path w="667384" h="2723515">
                  <a:moveTo>
                    <a:pt x="667029" y="2079409"/>
                  </a:moveTo>
                  <a:lnTo>
                    <a:pt x="0" y="2079409"/>
                  </a:lnTo>
                  <a:lnTo>
                    <a:pt x="0" y="2107107"/>
                  </a:lnTo>
                  <a:lnTo>
                    <a:pt x="667029" y="2107107"/>
                  </a:lnTo>
                  <a:lnTo>
                    <a:pt x="667029" y="2079409"/>
                  </a:lnTo>
                  <a:close/>
                </a:path>
                <a:path w="667384" h="2723515">
                  <a:moveTo>
                    <a:pt x="667029" y="2002396"/>
                  </a:moveTo>
                  <a:lnTo>
                    <a:pt x="0" y="2002396"/>
                  </a:lnTo>
                  <a:lnTo>
                    <a:pt x="0" y="2030082"/>
                  </a:lnTo>
                  <a:lnTo>
                    <a:pt x="667029" y="2030082"/>
                  </a:lnTo>
                  <a:lnTo>
                    <a:pt x="667029" y="2002396"/>
                  </a:lnTo>
                  <a:close/>
                </a:path>
                <a:path w="667384" h="2723515">
                  <a:moveTo>
                    <a:pt x="667029" y="1925383"/>
                  </a:moveTo>
                  <a:lnTo>
                    <a:pt x="0" y="1925383"/>
                  </a:lnTo>
                  <a:lnTo>
                    <a:pt x="0" y="1953069"/>
                  </a:lnTo>
                  <a:lnTo>
                    <a:pt x="667029" y="1953069"/>
                  </a:lnTo>
                  <a:lnTo>
                    <a:pt x="667029" y="1925383"/>
                  </a:lnTo>
                  <a:close/>
                </a:path>
                <a:path w="667384" h="2723515">
                  <a:moveTo>
                    <a:pt x="667029" y="1848383"/>
                  </a:moveTo>
                  <a:lnTo>
                    <a:pt x="0" y="1848383"/>
                  </a:lnTo>
                  <a:lnTo>
                    <a:pt x="0" y="1876056"/>
                  </a:lnTo>
                  <a:lnTo>
                    <a:pt x="667029" y="1876056"/>
                  </a:lnTo>
                  <a:lnTo>
                    <a:pt x="667029" y="1848383"/>
                  </a:lnTo>
                  <a:close/>
                </a:path>
                <a:path w="667384" h="2723515">
                  <a:moveTo>
                    <a:pt x="667029" y="1771345"/>
                  </a:moveTo>
                  <a:lnTo>
                    <a:pt x="0" y="1771345"/>
                  </a:lnTo>
                  <a:lnTo>
                    <a:pt x="0" y="1799056"/>
                  </a:lnTo>
                  <a:lnTo>
                    <a:pt x="667029" y="1799056"/>
                  </a:lnTo>
                  <a:lnTo>
                    <a:pt x="667029" y="1771345"/>
                  </a:lnTo>
                  <a:close/>
                </a:path>
                <a:path w="667384" h="2723515">
                  <a:moveTo>
                    <a:pt x="667029" y="1694319"/>
                  </a:moveTo>
                  <a:lnTo>
                    <a:pt x="0" y="1694319"/>
                  </a:lnTo>
                  <a:lnTo>
                    <a:pt x="0" y="1722031"/>
                  </a:lnTo>
                  <a:lnTo>
                    <a:pt x="667029" y="1722031"/>
                  </a:lnTo>
                  <a:lnTo>
                    <a:pt x="667029" y="1694319"/>
                  </a:lnTo>
                  <a:close/>
                </a:path>
                <a:path w="667384" h="2723515">
                  <a:moveTo>
                    <a:pt x="667029" y="1617306"/>
                  </a:moveTo>
                  <a:lnTo>
                    <a:pt x="0" y="1617306"/>
                  </a:lnTo>
                  <a:lnTo>
                    <a:pt x="0" y="1645005"/>
                  </a:lnTo>
                  <a:lnTo>
                    <a:pt x="667029" y="1645005"/>
                  </a:lnTo>
                  <a:lnTo>
                    <a:pt x="667029" y="1617306"/>
                  </a:lnTo>
                  <a:close/>
                </a:path>
                <a:path w="667384" h="2723515">
                  <a:moveTo>
                    <a:pt x="667029" y="1540294"/>
                  </a:moveTo>
                  <a:lnTo>
                    <a:pt x="0" y="1540294"/>
                  </a:lnTo>
                  <a:lnTo>
                    <a:pt x="0" y="1567992"/>
                  </a:lnTo>
                  <a:lnTo>
                    <a:pt x="667029" y="1567992"/>
                  </a:lnTo>
                  <a:lnTo>
                    <a:pt x="667029" y="1540294"/>
                  </a:lnTo>
                  <a:close/>
                </a:path>
                <a:path w="667384" h="2723515">
                  <a:moveTo>
                    <a:pt x="667029" y="1463294"/>
                  </a:moveTo>
                  <a:lnTo>
                    <a:pt x="0" y="1463294"/>
                  </a:lnTo>
                  <a:lnTo>
                    <a:pt x="0" y="1490980"/>
                  </a:lnTo>
                  <a:lnTo>
                    <a:pt x="667029" y="1490980"/>
                  </a:lnTo>
                  <a:lnTo>
                    <a:pt x="667029" y="1463294"/>
                  </a:lnTo>
                  <a:close/>
                </a:path>
                <a:path w="667384" h="2723515">
                  <a:moveTo>
                    <a:pt x="667029" y="1386281"/>
                  </a:moveTo>
                  <a:lnTo>
                    <a:pt x="0" y="1386281"/>
                  </a:lnTo>
                  <a:lnTo>
                    <a:pt x="0" y="1413967"/>
                  </a:lnTo>
                  <a:lnTo>
                    <a:pt x="667029" y="1413967"/>
                  </a:lnTo>
                  <a:lnTo>
                    <a:pt x="667029" y="1386281"/>
                  </a:lnTo>
                  <a:close/>
                </a:path>
                <a:path w="667384" h="2723515">
                  <a:moveTo>
                    <a:pt x="667029" y="1309255"/>
                  </a:moveTo>
                  <a:lnTo>
                    <a:pt x="0" y="1309255"/>
                  </a:lnTo>
                  <a:lnTo>
                    <a:pt x="0" y="1336941"/>
                  </a:lnTo>
                  <a:lnTo>
                    <a:pt x="667029" y="1336941"/>
                  </a:lnTo>
                  <a:lnTo>
                    <a:pt x="667029" y="1309255"/>
                  </a:lnTo>
                  <a:close/>
                </a:path>
                <a:path w="667384" h="2723515">
                  <a:moveTo>
                    <a:pt x="667029" y="1232255"/>
                  </a:moveTo>
                  <a:lnTo>
                    <a:pt x="0" y="1232255"/>
                  </a:lnTo>
                  <a:lnTo>
                    <a:pt x="0" y="1259954"/>
                  </a:lnTo>
                  <a:lnTo>
                    <a:pt x="667029" y="1259954"/>
                  </a:lnTo>
                  <a:lnTo>
                    <a:pt x="667029" y="1232255"/>
                  </a:lnTo>
                  <a:close/>
                </a:path>
                <a:path w="667384" h="2723515">
                  <a:moveTo>
                    <a:pt x="667029" y="1155242"/>
                  </a:moveTo>
                  <a:lnTo>
                    <a:pt x="0" y="1155242"/>
                  </a:lnTo>
                  <a:lnTo>
                    <a:pt x="0" y="1182928"/>
                  </a:lnTo>
                  <a:lnTo>
                    <a:pt x="667029" y="1182928"/>
                  </a:lnTo>
                  <a:lnTo>
                    <a:pt x="667029" y="1155242"/>
                  </a:lnTo>
                  <a:close/>
                </a:path>
                <a:path w="667384" h="2723515">
                  <a:moveTo>
                    <a:pt x="667029" y="1078217"/>
                  </a:moveTo>
                  <a:lnTo>
                    <a:pt x="0" y="1078217"/>
                  </a:lnTo>
                  <a:lnTo>
                    <a:pt x="0" y="1105903"/>
                  </a:lnTo>
                  <a:lnTo>
                    <a:pt x="667029" y="1105903"/>
                  </a:lnTo>
                  <a:lnTo>
                    <a:pt x="667029" y="1078217"/>
                  </a:lnTo>
                  <a:close/>
                </a:path>
                <a:path w="667384" h="2723515">
                  <a:moveTo>
                    <a:pt x="667029" y="1001204"/>
                  </a:moveTo>
                  <a:lnTo>
                    <a:pt x="0" y="1001204"/>
                  </a:lnTo>
                  <a:lnTo>
                    <a:pt x="0" y="1028890"/>
                  </a:lnTo>
                  <a:lnTo>
                    <a:pt x="667029" y="1028890"/>
                  </a:lnTo>
                  <a:lnTo>
                    <a:pt x="667029" y="1001204"/>
                  </a:lnTo>
                  <a:close/>
                </a:path>
                <a:path w="667384" h="2723515">
                  <a:moveTo>
                    <a:pt x="667029" y="924191"/>
                  </a:moveTo>
                  <a:lnTo>
                    <a:pt x="0" y="924191"/>
                  </a:lnTo>
                  <a:lnTo>
                    <a:pt x="0" y="951877"/>
                  </a:lnTo>
                  <a:lnTo>
                    <a:pt x="667029" y="951877"/>
                  </a:lnTo>
                  <a:lnTo>
                    <a:pt x="667029" y="924191"/>
                  </a:lnTo>
                  <a:close/>
                </a:path>
                <a:path w="667384" h="2723515">
                  <a:moveTo>
                    <a:pt x="667029" y="847178"/>
                  </a:moveTo>
                  <a:lnTo>
                    <a:pt x="0" y="847178"/>
                  </a:lnTo>
                  <a:lnTo>
                    <a:pt x="0" y="874877"/>
                  </a:lnTo>
                  <a:lnTo>
                    <a:pt x="667029" y="874877"/>
                  </a:lnTo>
                  <a:lnTo>
                    <a:pt x="667029" y="847178"/>
                  </a:lnTo>
                  <a:close/>
                </a:path>
                <a:path w="667384" h="2723515">
                  <a:moveTo>
                    <a:pt x="667029" y="770140"/>
                  </a:moveTo>
                  <a:lnTo>
                    <a:pt x="0" y="770140"/>
                  </a:lnTo>
                  <a:lnTo>
                    <a:pt x="0" y="797826"/>
                  </a:lnTo>
                  <a:lnTo>
                    <a:pt x="667029" y="797826"/>
                  </a:lnTo>
                  <a:lnTo>
                    <a:pt x="667029" y="770140"/>
                  </a:lnTo>
                  <a:close/>
                </a:path>
                <a:path w="667384" h="2723515">
                  <a:moveTo>
                    <a:pt x="667029" y="693140"/>
                  </a:moveTo>
                  <a:lnTo>
                    <a:pt x="0" y="693140"/>
                  </a:lnTo>
                  <a:lnTo>
                    <a:pt x="0" y="720852"/>
                  </a:lnTo>
                  <a:lnTo>
                    <a:pt x="667029" y="720852"/>
                  </a:lnTo>
                  <a:lnTo>
                    <a:pt x="667029" y="693140"/>
                  </a:lnTo>
                  <a:close/>
                </a:path>
                <a:path w="667384" h="2723515">
                  <a:moveTo>
                    <a:pt x="667029" y="616115"/>
                  </a:moveTo>
                  <a:lnTo>
                    <a:pt x="0" y="616115"/>
                  </a:lnTo>
                  <a:lnTo>
                    <a:pt x="0" y="643788"/>
                  </a:lnTo>
                  <a:lnTo>
                    <a:pt x="667029" y="643788"/>
                  </a:lnTo>
                  <a:lnTo>
                    <a:pt x="667029" y="616115"/>
                  </a:lnTo>
                  <a:close/>
                </a:path>
                <a:path w="667384" h="2723515">
                  <a:moveTo>
                    <a:pt x="667029" y="539102"/>
                  </a:moveTo>
                  <a:lnTo>
                    <a:pt x="0" y="539102"/>
                  </a:lnTo>
                  <a:lnTo>
                    <a:pt x="0" y="566813"/>
                  </a:lnTo>
                  <a:lnTo>
                    <a:pt x="667029" y="566813"/>
                  </a:lnTo>
                  <a:lnTo>
                    <a:pt x="667029" y="539102"/>
                  </a:lnTo>
                  <a:close/>
                </a:path>
                <a:path w="667384" h="2723515">
                  <a:moveTo>
                    <a:pt x="667029" y="462089"/>
                  </a:moveTo>
                  <a:lnTo>
                    <a:pt x="0" y="462089"/>
                  </a:lnTo>
                  <a:lnTo>
                    <a:pt x="0" y="489800"/>
                  </a:lnTo>
                  <a:lnTo>
                    <a:pt x="667029" y="489800"/>
                  </a:lnTo>
                  <a:lnTo>
                    <a:pt x="667029" y="462089"/>
                  </a:lnTo>
                  <a:close/>
                </a:path>
                <a:path w="667384" h="2723515">
                  <a:moveTo>
                    <a:pt x="667029" y="385076"/>
                  </a:moveTo>
                  <a:lnTo>
                    <a:pt x="0" y="385076"/>
                  </a:lnTo>
                  <a:lnTo>
                    <a:pt x="0" y="412775"/>
                  </a:lnTo>
                  <a:lnTo>
                    <a:pt x="667029" y="412775"/>
                  </a:lnTo>
                  <a:lnTo>
                    <a:pt x="667029" y="385076"/>
                  </a:lnTo>
                  <a:close/>
                </a:path>
                <a:path w="667384" h="2723515">
                  <a:moveTo>
                    <a:pt x="667029" y="308063"/>
                  </a:moveTo>
                  <a:lnTo>
                    <a:pt x="0" y="308063"/>
                  </a:lnTo>
                  <a:lnTo>
                    <a:pt x="0" y="335749"/>
                  </a:lnTo>
                  <a:lnTo>
                    <a:pt x="667029" y="335749"/>
                  </a:lnTo>
                  <a:lnTo>
                    <a:pt x="667029" y="308063"/>
                  </a:lnTo>
                  <a:close/>
                </a:path>
              </a:pathLst>
            </a:custGeom>
            <a:solidFill>
              <a:srgbClr val="77787A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3" name="object 93" descr=""/>
          <p:cNvGrpSpPr/>
          <p:nvPr/>
        </p:nvGrpSpPr>
        <p:grpSpPr>
          <a:xfrm>
            <a:off x="8131762" y="4009961"/>
            <a:ext cx="791845" cy="1707514"/>
            <a:chOff x="8131762" y="4009961"/>
            <a:chExt cx="791845" cy="1707514"/>
          </a:xfrm>
        </p:grpSpPr>
        <p:sp>
          <p:nvSpPr>
            <p:cNvPr id="94" name="object 94" descr=""/>
            <p:cNvSpPr/>
            <p:nvPr/>
          </p:nvSpPr>
          <p:spPr>
            <a:xfrm>
              <a:off x="8131759" y="4009967"/>
              <a:ext cx="791845" cy="1707514"/>
            </a:xfrm>
            <a:custGeom>
              <a:avLst/>
              <a:gdLst/>
              <a:ahLst/>
              <a:cxnLst/>
              <a:rect l="l" t="t" r="r" b="b"/>
              <a:pathLst>
                <a:path w="791845" h="1707514">
                  <a:moveTo>
                    <a:pt x="791591" y="0"/>
                  </a:moveTo>
                  <a:lnTo>
                    <a:pt x="609473" y="0"/>
                  </a:lnTo>
                  <a:lnTo>
                    <a:pt x="0" y="0"/>
                  </a:lnTo>
                  <a:lnTo>
                    <a:pt x="0" y="1707032"/>
                  </a:lnTo>
                  <a:lnTo>
                    <a:pt x="609473" y="1707032"/>
                  </a:lnTo>
                  <a:lnTo>
                    <a:pt x="791591" y="1707032"/>
                  </a:lnTo>
                  <a:lnTo>
                    <a:pt x="791591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 descr=""/>
            <p:cNvSpPr/>
            <p:nvPr/>
          </p:nvSpPr>
          <p:spPr>
            <a:xfrm>
              <a:off x="8741241" y="4009961"/>
              <a:ext cx="22225" cy="1707514"/>
            </a:xfrm>
            <a:custGeom>
              <a:avLst/>
              <a:gdLst/>
              <a:ahLst/>
              <a:cxnLst/>
              <a:rect l="l" t="t" r="r" b="b"/>
              <a:pathLst>
                <a:path w="22225" h="1707514">
                  <a:moveTo>
                    <a:pt x="21842" y="0"/>
                  </a:moveTo>
                  <a:lnTo>
                    <a:pt x="0" y="0"/>
                  </a:lnTo>
                  <a:lnTo>
                    <a:pt x="0" y="1707037"/>
                  </a:lnTo>
                  <a:lnTo>
                    <a:pt x="21842" y="1707037"/>
                  </a:lnTo>
                  <a:lnTo>
                    <a:pt x="21842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 descr=""/>
            <p:cNvSpPr/>
            <p:nvPr/>
          </p:nvSpPr>
          <p:spPr>
            <a:xfrm>
              <a:off x="8160903" y="4104670"/>
              <a:ext cx="408305" cy="1612900"/>
            </a:xfrm>
            <a:custGeom>
              <a:avLst/>
              <a:gdLst/>
              <a:ahLst/>
              <a:cxnLst/>
              <a:rect l="l" t="t" r="r" b="b"/>
              <a:pathLst>
                <a:path w="408304" h="1612900">
                  <a:moveTo>
                    <a:pt x="407935" y="0"/>
                  </a:moveTo>
                  <a:lnTo>
                    <a:pt x="0" y="0"/>
                  </a:lnTo>
                  <a:lnTo>
                    <a:pt x="0" y="1612327"/>
                  </a:lnTo>
                  <a:lnTo>
                    <a:pt x="407935" y="1612327"/>
                  </a:lnTo>
                  <a:lnTo>
                    <a:pt x="407935" y="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 descr=""/>
            <p:cNvSpPr/>
            <p:nvPr/>
          </p:nvSpPr>
          <p:spPr>
            <a:xfrm>
              <a:off x="8160893" y="4104671"/>
              <a:ext cx="408305" cy="1597025"/>
            </a:xfrm>
            <a:custGeom>
              <a:avLst/>
              <a:gdLst/>
              <a:ahLst/>
              <a:cxnLst/>
              <a:rect l="l" t="t" r="r" b="b"/>
              <a:pathLst>
                <a:path w="408304" h="1597025">
                  <a:moveTo>
                    <a:pt x="407936" y="1584325"/>
                  </a:moveTo>
                  <a:lnTo>
                    <a:pt x="0" y="1584325"/>
                  </a:lnTo>
                  <a:lnTo>
                    <a:pt x="0" y="1596466"/>
                  </a:lnTo>
                  <a:lnTo>
                    <a:pt x="407936" y="1596466"/>
                  </a:lnTo>
                  <a:lnTo>
                    <a:pt x="407936" y="1584325"/>
                  </a:lnTo>
                  <a:close/>
                </a:path>
                <a:path w="408304" h="1597025">
                  <a:moveTo>
                    <a:pt x="407936" y="1531505"/>
                  </a:moveTo>
                  <a:lnTo>
                    <a:pt x="0" y="1531505"/>
                  </a:lnTo>
                  <a:lnTo>
                    <a:pt x="0" y="1543659"/>
                  </a:lnTo>
                  <a:lnTo>
                    <a:pt x="407936" y="1543659"/>
                  </a:lnTo>
                  <a:lnTo>
                    <a:pt x="407936" y="1531505"/>
                  </a:lnTo>
                  <a:close/>
                </a:path>
                <a:path w="408304" h="1597025">
                  <a:moveTo>
                    <a:pt x="407936" y="1478699"/>
                  </a:moveTo>
                  <a:lnTo>
                    <a:pt x="0" y="1478699"/>
                  </a:lnTo>
                  <a:lnTo>
                    <a:pt x="0" y="1490853"/>
                  </a:lnTo>
                  <a:lnTo>
                    <a:pt x="407936" y="1490853"/>
                  </a:lnTo>
                  <a:lnTo>
                    <a:pt x="407936" y="1478699"/>
                  </a:lnTo>
                  <a:close/>
                </a:path>
                <a:path w="408304" h="1597025">
                  <a:moveTo>
                    <a:pt x="407936" y="1425892"/>
                  </a:moveTo>
                  <a:lnTo>
                    <a:pt x="0" y="1425892"/>
                  </a:lnTo>
                  <a:lnTo>
                    <a:pt x="0" y="1438033"/>
                  </a:lnTo>
                  <a:lnTo>
                    <a:pt x="407936" y="1438033"/>
                  </a:lnTo>
                  <a:lnTo>
                    <a:pt x="407936" y="1425892"/>
                  </a:lnTo>
                  <a:close/>
                </a:path>
                <a:path w="408304" h="1597025">
                  <a:moveTo>
                    <a:pt x="407936" y="1373073"/>
                  </a:moveTo>
                  <a:lnTo>
                    <a:pt x="0" y="1373073"/>
                  </a:lnTo>
                  <a:lnTo>
                    <a:pt x="0" y="1385214"/>
                  </a:lnTo>
                  <a:lnTo>
                    <a:pt x="407936" y="1385214"/>
                  </a:lnTo>
                  <a:lnTo>
                    <a:pt x="407936" y="1373073"/>
                  </a:lnTo>
                  <a:close/>
                </a:path>
                <a:path w="408304" h="1597025">
                  <a:moveTo>
                    <a:pt x="407936" y="1320266"/>
                  </a:moveTo>
                  <a:lnTo>
                    <a:pt x="0" y="1320266"/>
                  </a:lnTo>
                  <a:lnTo>
                    <a:pt x="0" y="1332420"/>
                  </a:lnTo>
                  <a:lnTo>
                    <a:pt x="407936" y="1332420"/>
                  </a:lnTo>
                  <a:lnTo>
                    <a:pt x="407936" y="1320266"/>
                  </a:lnTo>
                  <a:close/>
                </a:path>
                <a:path w="408304" h="1597025">
                  <a:moveTo>
                    <a:pt x="407936" y="1267447"/>
                  </a:moveTo>
                  <a:lnTo>
                    <a:pt x="0" y="1267447"/>
                  </a:lnTo>
                  <a:lnTo>
                    <a:pt x="0" y="1279601"/>
                  </a:lnTo>
                  <a:lnTo>
                    <a:pt x="407936" y="1279601"/>
                  </a:lnTo>
                  <a:lnTo>
                    <a:pt x="407936" y="1267447"/>
                  </a:lnTo>
                  <a:close/>
                </a:path>
                <a:path w="408304" h="1597025">
                  <a:moveTo>
                    <a:pt x="407936" y="1214653"/>
                  </a:moveTo>
                  <a:lnTo>
                    <a:pt x="0" y="1214653"/>
                  </a:lnTo>
                  <a:lnTo>
                    <a:pt x="0" y="1226794"/>
                  </a:lnTo>
                  <a:lnTo>
                    <a:pt x="407936" y="1226794"/>
                  </a:lnTo>
                  <a:lnTo>
                    <a:pt x="407936" y="1214653"/>
                  </a:lnTo>
                  <a:close/>
                </a:path>
                <a:path w="408304" h="1597025">
                  <a:moveTo>
                    <a:pt x="407936" y="1161834"/>
                  </a:moveTo>
                  <a:lnTo>
                    <a:pt x="0" y="1161834"/>
                  </a:lnTo>
                  <a:lnTo>
                    <a:pt x="0" y="1173975"/>
                  </a:lnTo>
                  <a:lnTo>
                    <a:pt x="407936" y="1173975"/>
                  </a:lnTo>
                  <a:lnTo>
                    <a:pt x="407936" y="1161834"/>
                  </a:lnTo>
                  <a:close/>
                </a:path>
                <a:path w="408304" h="1597025">
                  <a:moveTo>
                    <a:pt x="407936" y="1109027"/>
                  </a:moveTo>
                  <a:lnTo>
                    <a:pt x="0" y="1109027"/>
                  </a:lnTo>
                  <a:lnTo>
                    <a:pt x="0" y="1121181"/>
                  </a:lnTo>
                  <a:lnTo>
                    <a:pt x="407936" y="1121181"/>
                  </a:lnTo>
                  <a:lnTo>
                    <a:pt x="407936" y="1109027"/>
                  </a:lnTo>
                  <a:close/>
                </a:path>
                <a:path w="408304" h="1597025">
                  <a:moveTo>
                    <a:pt x="407936" y="1056208"/>
                  </a:moveTo>
                  <a:lnTo>
                    <a:pt x="0" y="1056208"/>
                  </a:lnTo>
                  <a:lnTo>
                    <a:pt x="0" y="1068362"/>
                  </a:lnTo>
                  <a:lnTo>
                    <a:pt x="407936" y="1068362"/>
                  </a:lnTo>
                  <a:lnTo>
                    <a:pt x="407936" y="1056208"/>
                  </a:lnTo>
                  <a:close/>
                </a:path>
                <a:path w="408304" h="1597025">
                  <a:moveTo>
                    <a:pt x="407936" y="1003414"/>
                  </a:moveTo>
                  <a:lnTo>
                    <a:pt x="0" y="1003414"/>
                  </a:lnTo>
                  <a:lnTo>
                    <a:pt x="0" y="1015555"/>
                  </a:lnTo>
                  <a:lnTo>
                    <a:pt x="407936" y="1015555"/>
                  </a:lnTo>
                  <a:lnTo>
                    <a:pt x="407936" y="1003414"/>
                  </a:lnTo>
                  <a:close/>
                </a:path>
                <a:path w="408304" h="1597025">
                  <a:moveTo>
                    <a:pt x="407936" y="950595"/>
                  </a:moveTo>
                  <a:lnTo>
                    <a:pt x="0" y="950595"/>
                  </a:lnTo>
                  <a:lnTo>
                    <a:pt x="0" y="962736"/>
                  </a:lnTo>
                  <a:lnTo>
                    <a:pt x="407936" y="962736"/>
                  </a:lnTo>
                  <a:lnTo>
                    <a:pt x="407936" y="950595"/>
                  </a:lnTo>
                  <a:close/>
                </a:path>
                <a:path w="408304" h="1597025">
                  <a:moveTo>
                    <a:pt x="407936" y="897775"/>
                  </a:moveTo>
                  <a:lnTo>
                    <a:pt x="0" y="897775"/>
                  </a:lnTo>
                  <a:lnTo>
                    <a:pt x="0" y="909929"/>
                  </a:lnTo>
                  <a:lnTo>
                    <a:pt x="407936" y="909929"/>
                  </a:lnTo>
                  <a:lnTo>
                    <a:pt x="407936" y="897775"/>
                  </a:lnTo>
                  <a:close/>
                </a:path>
                <a:path w="408304" h="1597025">
                  <a:moveTo>
                    <a:pt x="407936" y="844969"/>
                  </a:moveTo>
                  <a:lnTo>
                    <a:pt x="0" y="844969"/>
                  </a:lnTo>
                  <a:lnTo>
                    <a:pt x="0" y="857123"/>
                  </a:lnTo>
                  <a:lnTo>
                    <a:pt x="407936" y="857123"/>
                  </a:lnTo>
                  <a:lnTo>
                    <a:pt x="407936" y="844969"/>
                  </a:lnTo>
                  <a:close/>
                </a:path>
                <a:path w="408304" h="1597025">
                  <a:moveTo>
                    <a:pt x="407936" y="792162"/>
                  </a:moveTo>
                  <a:lnTo>
                    <a:pt x="0" y="792162"/>
                  </a:lnTo>
                  <a:lnTo>
                    <a:pt x="0" y="804303"/>
                  </a:lnTo>
                  <a:lnTo>
                    <a:pt x="407936" y="804303"/>
                  </a:lnTo>
                  <a:lnTo>
                    <a:pt x="407936" y="792162"/>
                  </a:lnTo>
                  <a:close/>
                </a:path>
                <a:path w="408304" h="1597025">
                  <a:moveTo>
                    <a:pt x="407936" y="739343"/>
                  </a:moveTo>
                  <a:lnTo>
                    <a:pt x="0" y="739343"/>
                  </a:lnTo>
                  <a:lnTo>
                    <a:pt x="0" y="751484"/>
                  </a:lnTo>
                  <a:lnTo>
                    <a:pt x="407936" y="751484"/>
                  </a:lnTo>
                  <a:lnTo>
                    <a:pt x="407936" y="739343"/>
                  </a:lnTo>
                  <a:close/>
                </a:path>
                <a:path w="408304" h="1597025">
                  <a:moveTo>
                    <a:pt x="407936" y="686536"/>
                  </a:moveTo>
                  <a:lnTo>
                    <a:pt x="0" y="686536"/>
                  </a:lnTo>
                  <a:lnTo>
                    <a:pt x="0" y="698690"/>
                  </a:lnTo>
                  <a:lnTo>
                    <a:pt x="407936" y="698690"/>
                  </a:lnTo>
                  <a:lnTo>
                    <a:pt x="407936" y="686536"/>
                  </a:lnTo>
                  <a:close/>
                </a:path>
                <a:path w="408304" h="1597025">
                  <a:moveTo>
                    <a:pt x="407936" y="633730"/>
                  </a:moveTo>
                  <a:lnTo>
                    <a:pt x="0" y="633730"/>
                  </a:lnTo>
                  <a:lnTo>
                    <a:pt x="0" y="645871"/>
                  </a:lnTo>
                  <a:lnTo>
                    <a:pt x="407936" y="645871"/>
                  </a:lnTo>
                  <a:lnTo>
                    <a:pt x="407936" y="633730"/>
                  </a:lnTo>
                  <a:close/>
                </a:path>
                <a:path w="408304" h="1597025">
                  <a:moveTo>
                    <a:pt x="407936" y="580910"/>
                  </a:moveTo>
                  <a:lnTo>
                    <a:pt x="0" y="580910"/>
                  </a:lnTo>
                  <a:lnTo>
                    <a:pt x="0" y="593051"/>
                  </a:lnTo>
                  <a:lnTo>
                    <a:pt x="407936" y="593051"/>
                  </a:lnTo>
                  <a:lnTo>
                    <a:pt x="407936" y="580910"/>
                  </a:lnTo>
                  <a:close/>
                </a:path>
                <a:path w="408304" h="1597025">
                  <a:moveTo>
                    <a:pt x="407936" y="528104"/>
                  </a:moveTo>
                  <a:lnTo>
                    <a:pt x="0" y="528104"/>
                  </a:lnTo>
                  <a:lnTo>
                    <a:pt x="0" y="540245"/>
                  </a:lnTo>
                  <a:lnTo>
                    <a:pt x="407936" y="540245"/>
                  </a:lnTo>
                  <a:lnTo>
                    <a:pt x="407936" y="528104"/>
                  </a:lnTo>
                  <a:close/>
                </a:path>
                <a:path w="408304" h="1597025">
                  <a:moveTo>
                    <a:pt x="407936" y="475284"/>
                  </a:moveTo>
                  <a:lnTo>
                    <a:pt x="0" y="475284"/>
                  </a:lnTo>
                  <a:lnTo>
                    <a:pt x="0" y="487438"/>
                  </a:lnTo>
                  <a:lnTo>
                    <a:pt x="407936" y="487438"/>
                  </a:lnTo>
                  <a:lnTo>
                    <a:pt x="407936" y="475284"/>
                  </a:lnTo>
                  <a:close/>
                </a:path>
                <a:path w="408304" h="1597025">
                  <a:moveTo>
                    <a:pt x="407936" y="422478"/>
                  </a:moveTo>
                  <a:lnTo>
                    <a:pt x="0" y="422478"/>
                  </a:lnTo>
                  <a:lnTo>
                    <a:pt x="0" y="434619"/>
                  </a:lnTo>
                  <a:lnTo>
                    <a:pt x="407936" y="434619"/>
                  </a:lnTo>
                  <a:lnTo>
                    <a:pt x="407936" y="422478"/>
                  </a:lnTo>
                  <a:close/>
                </a:path>
                <a:path w="408304" h="1597025">
                  <a:moveTo>
                    <a:pt x="407936" y="369671"/>
                  </a:moveTo>
                  <a:lnTo>
                    <a:pt x="0" y="369671"/>
                  </a:lnTo>
                  <a:lnTo>
                    <a:pt x="0" y="381812"/>
                  </a:lnTo>
                  <a:lnTo>
                    <a:pt x="407936" y="381812"/>
                  </a:lnTo>
                  <a:lnTo>
                    <a:pt x="407936" y="369671"/>
                  </a:lnTo>
                  <a:close/>
                </a:path>
                <a:path w="408304" h="1597025">
                  <a:moveTo>
                    <a:pt x="407936" y="316852"/>
                  </a:moveTo>
                  <a:lnTo>
                    <a:pt x="0" y="316852"/>
                  </a:lnTo>
                  <a:lnTo>
                    <a:pt x="0" y="329006"/>
                  </a:lnTo>
                  <a:lnTo>
                    <a:pt x="407936" y="329006"/>
                  </a:lnTo>
                  <a:lnTo>
                    <a:pt x="407936" y="316852"/>
                  </a:lnTo>
                  <a:close/>
                </a:path>
                <a:path w="408304" h="1597025">
                  <a:moveTo>
                    <a:pt x="407936" y="264045"/>
                  </a:moveTo>
                  <a:lnTo>
                    <a:pt x="0" y="264045"/>
                  </a:lnTo>
                  <a:lnTo>
                    <a:pt x="0" y="276199"/>
                  </a:lnTo>
                  <a:lnTo>
                    <a:pt x="407936" y="276199"/>
                  </a:lnTo>
                  <a:lnTo>
                    <a:pt x="407936" y="264045"/>
                  </a:lnTo>
                  <a:close/>
                </a:path>
                <a:path w="408304" h="1597025">
                  <a:moveTo>
                    <a:pt x="407936" y="211239"/>
                  </a:moveTo>
                  <a:lnTo>
                    <a:pt x="0" y="211239"/>
                  </a:lnTo>
                  <a:lnTo>
                    <a:pt x="0" y="223380"/>
                  </a:lnTo>
                  <a:lnTo>
                    <a:pt x="407936" y="223380"/>
                  </a:lnTo>
                  <a:lnTo>
                    <a:pt x="407936" y="211239"/>
                  </a:lnTo>
                  <a:close/>
                </a:path>
                <a:path w="408304" h="1597025">
                  <a:moveTo>
                    <a:pt x="407936" y="158432"/>
                  </a:moveTo>
                  <a:lnTo>
                    <a:pt x="0" y="158432"/>
                  </a:lnTo>
                  <a:lnTo>
                    <a:pt x="0" y="170573"/>
                  </a:lnTo>
                  <a:lnTo>
                    <a:pt x="407936" y="170573"/>
                  </a:lnTo>
                  <a:lnTo>
                    <a:pt x="407936" y="158432"/>
                  </a:lnTo>
                  <a:close/>
                </a:path>
                <a:path w="408304" h="1597025">
                  <a:moveTo>
                    <a:pt x="407936" y="105613"/>
                  </a:moveTo>
                  <a:lnTo>
                    <a:pt x="0" y="105613"/>
                  </a:lnTo>
                  <a:lnTo>
                    <a:pt x="0" y="117767"/>
                  </a:lnTo>
                  <a:lnTo>
                    <a:pt x="407936" y="117767"/>
                  </a:lnTo>
                  <a:lnTo>
                    <a:pt x="407936" y="105613"/>
                  </a:lnTo>
                  <a:close/>
                </a:path>
                <a:path w="408304" h="1597025">
                  <a:moveTo>
                    <a:pt x="407936" y="52806"/>
                  </a:moveTo>
                  <a:lnTo>
                    <a:pt x="0" y="52806"/>
                  </a:lnTo>
                  <a:lnTo>
                    <a:pt x="0" y="64960"/>
                  </a:lnTo>
                  <a:lnTo>
                    <a:pt x="407936" y="64960"/>
                  </a:lnTo>
                  <a:lnTo>
                    <a:pt x="407936" y="52806"/>
                  </a:lnTo>
                  <a:close/>
                </a:path>
                <a:path w="408304" h="1597025">
                  <a:moveTo>
                    <a:pt x="407936" y="0"/>
                  </a:moveTo>
                  <a:lnTo>
                    <a:pt x="0" y="0"/>
                  </a:lnTo>
                  <a:lnTo>
                    <a:pt x="0" y="12141"/>
                  </a:lnTo>
                  <a:lnTo>
                    <a:pt x="407936" y="12141"/>
                  </a:lnTo>
                  <a:lnTo>
                    <a:pt x="407936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 descr=""/>
            <p:cNvSpPr/>
            <p:nvPr/>
          </p:nvSpPr>
          <p:spPr>
            <a:xfrm>
              <a:off x="8799511" y="4104670"/>
              <a:ext cx="92710" cy="1612900"/>
            </a:xfrm>
            <a:custGeom>
              <a:avLst/>
              <a:gdLst/>
              <a:ahLst/>
              <a:cxnLst/>
              <a:rect l="l" t="t" r="r" b="b"/>
              <a:pathLst>
                <a:path w="92709" h="1612900">
                  <a:moveTo>
                    <a:pt x="92279" y="0"/>
                  </a:moveTo>
                  <a:lnTo>
                    <a:pt x="0" y="0"/>
                  </a:lnTo>
                  <a:lnTo>
                    <a:pt x="0" y="1612327"/>
                  </a:lnTo>
                  <a:lnTo>
                    <a:pt x="92279" y="1612327"/>
                  </a:lnTo>
                  <a:lnTo>
                    <a:pt x="92279" y="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 descr=""/>
            <p:cNvSpPr/>
            <p:nvPr/>
          </p:nvSpPr>
          <p:spPr>
            <a:xfrm>
              <a:off x="8799499" y="4104671"/>
              <a:ext cx="92710" cy="1597025"/>
            </a:xfrm>
            <a:custGeom>
              <a:avLst/>
              <a:gdLst/>
              <a:ahLst/>
              <a:cxnLst/>
              <a:rect l="l" t="t" r="r" b="b"/>
              <a:pathLst>
                <a:path w="92709" h="1597025">
                  <a:moveTo>
                    <a:pt x="92290" y="1584325"/>
                  </a:moveTo>
                  <a:lnTo>
                    <a:pt x="0" y="1584325"/>
                  </a:lnTo>
                  <a:lnTo>
                    <a:pt x="0" y="1596466"/>
                  </a:lnTo>
                  <a:lnTo>
                    <a:pt x="92290" y="1596466"/>
                  </a:lnTo>
                  <a:lnTo>
                    <a:pt x="92290" y="1584325"/>
                  </a:lnTo>
                  <a:close/>
                </a:path>
                <a:path w="92709" h="1597025">
                  <a:moveTo>
                    <a:pt x="92290" y="1531505"/>
                  </a:moveTo>
                  <a:lnTo>
                    <a:pt x="0" y="1531505"/>
                  </a:lnTo>
                  <a:lnTo>
                    <a:pt x="0" y="1543659"/>
                  </a:lnTo>
                  <a:lnTo>
                    <a:pt x="92290" y="1543659"/>
                  </a:lnTo>
                  <a:lnTo>
                    <a:pt x="92290" y="1531505"/>
                  </a:lnTo>
                  <a:close/>
                </a:path>
                <a:path w="92709" h="1597025">
                  <a:moveTo>
                    <a:pt x="92290" y="1478699"/>
                  </a:moveTo>
                  <a:lnTo>
                    <a:pt x="0" y="1478699"/>
                  </a:lnTo>
                  <a:lnTo>
                    <a:pt x="0" y="1490853"/>
                  </a:lnTo>
                  <a:lnTo>
                    <a:pt x="92290" y="1490853"/>
                  </a:lnTo>
                  <a:lnTo>
                    <a:pt x="92290" y="1478699"/>
                  </a:lnTo>
                  <a:close/>
                </a:path>
                <a:path w="92709" h="1597025">
                  <a:moveTo>
                    <a:pt x="92290" y="1425892"/>
                  </a:moveTo>
                  <a:lnTo>
                    <a:pt x="0" y="1425892"/>
                  </a:lnTo>
                  <a:lnTo>
                    <a:pt x="0" y="1438033"/>
                  </a:lnTo>
                  <a:lnTo>
                    <a:pt x="92290" y="1438033"/>
                  </a:lnTo>
                  <a:lnTo>
                    <a:pt x="92290" y="1425892"/>
                  </a:lnTo>
                  <a:close/>
                </a:path>
                <a:path w="92709" h="1597025">
                  <a:moveTo>
                    <a:pt x="92290" y="1373073"/>
                  </a:moveTo>
                  <a:lnTo>
                    <a:pt x="0" y="1373073"/>
                  </a:lnTo>
                  <a:lnTo>
                    <a:pt x="0" y="1385214"/>
                  </a:lnTo>
                  <a:lnTo>
                    <a:pt x="92290" y="1385214"/>
                  </a:lnTo>
                  <a:lnTo>
                    <a:pt x="92290" y="1373073"/>
                  </a:lnTo>
                  <a:close/>
                </a:path>
                <a:path w="92709" h="1597025">
                  <a:moveTo>
                    <a:pt x="92290" y="1320266"/>
                  </a:moveTo>
                  <a:lnTo>
                    <a:pt x="0" y="1320266"/>
                  </a:lnTo>
                  <a:lnTo>
                    <a:pt x="0" y="1332420"/>
                  </a:lnTo>
                  <a:lnTo>
                    <a:pt x="92290" y="1332420"/>
                  </a:lnTo>
                  <a:lnTo>
                    <a:pt x="92290" y="1320266"/>
                  </a:lnTo>
                  <a:close/>
                </a:path>
                <a:path w="92709" h="1597025">
                  <a:moveTo>
                    <a:pt x="92290" y="1267447"/>
                  </a:moveTo>
                  <a:lnTo>
                    <a:pt x="0" y="1267447"/>
                  </a:lnTo>
                  <a:lnTo>
                    <a:pt x="0" y="1279601"/>
                  </a:lnTo>
                  <a:lnTo>
                    <a:pt x="92290" y="1279601"/>
                  </a:lnTo>
                  <a:lnTo>
                    <a:pt x="92290" y="1267447"/>
                  </a:lnTo>
                  <a:close/>
                </a:path>
                <a:path w="92709" h="1597025">
                  <a:moveTo>
                    <a:pt x="92290" y="1214653"/>
                  </a:moveTo>
                  <a:lnTo>
                    <a:pt x="0" y="1214653"/>
                  </a:lnTo>
                  <a:lnTo>
                    <a:pt x="0" y="1226794"/>
                  </a:lnTo>
                  <a:lnTo>
                    <a:pt x="92290" y="1226794"/>
                  </a:lnTo>
                  <a:lnTo>
                    <a:pt x="92290" y="1214653"/>
                  </a:lnTo>
                  <a:close/>
                </a:path>
                <a:path w="92709" h="1597025">
                  <a:moveTo>
                    <a:pt x="92290" y="1161834"/>
                  </a:moveTo>
                  <a:lnTo>
                    <a:pt x="0" y="1161834"/>
                  </a:lnTo>
                  <a:lnTo>
                    <a:pt x="0" y="1173975"/>
                  </a:lnTo>
                  <a:lnTo>
                    <a:pt x="92290" y="1173975"/>
                  </a:lnTo>
                  <a:lnTo>
                    <a:pt x="92290" y="1161834"/>
                  </a:lnTo>
                  <a:close/>
                </a:path>
                <a:path w="92709" h="1597025">
                  <a:moveTo>
                    <a:pt x="92290" y="1109027"/>
                  </a:moveTo>
                  <a:lnTo>
                    <a:pt x="0" y="1109027"/>
                  </a:lnTo>
                  <a:lnTo>
                    <a:pt x="0" y="1121181"/>
                  </a:lnTo>
                  <a:lnTo>
                    <a:pt x="92290" y="1121181"/>
                  </a:lnTo>
                  <a:lnTo>
                    <a:pt x="92290" y="1109027"/>
                  </a:lnTo>
                  <a:close/>
                </a:path>
                <a:path w="92709" h="1597025">
                  <a:moveTo>
                    <a:pt x="92290" y="1056208"/>
                  </a:moveTo>
                  <a:lnTo>
                    <a:pt x="0" y="1056208"/>
                  </a:lnTo>
                  <a:lnTo>
                    <a:pt x="0" y="1068362"/>
                  </a:lnTo>
                  <a:lnTo>
                    <a:pt x="92290" y="1068362"/>
                  </a:lnTo>
                  <a:lnTo>
                    <a:pt x="92290" y="1056208"/>
                  </a:lnTo>
                  <a:close/>
                </a:path>
                <a:path w="92709" h="1597025">
                  <a:moveTo>
                    <a:pt x="92290" y="1003414"/>
                  </a:moveTo>
                  <a:lnTo>
                    <a:pt x="0" y="1003414"/>
                  </a:lnTo>
                  <a:lnTo>
                    <a:pt x="0" y="1015555"/>
                  </a:lnTo>
                  <a:lnTo>
                    <a:pt x="92290" y="1015555"/>
                  </a:lnTo>
                  <a:lnTo>
                    <a:pt x="92290" y="1003414"/>
                  </a:lnTo>
                  <a:close/>
                </a:path>
                <a:path w="92709" h="1597025">
                  <a:moveTo>
                    <a:pt x="92290" y="950595"/>
                  </a:moveTo>
                  <a:lnTo>
                    <a:pt x="0" y="950595"/>
                  </a:lnTo>
                  <a:lnTo>
                    <a:pt x="0" y="962736"/>
                  </a:lnTo>
                  <a:lnTo>
                    <a:pt x="92290" y="962736"/>
                  </a:lnTo>
                  <a:lnTo>
                    <a:pt x="92290" y="950595"/>
                  </a:lnTo>
                  <a:close/>
                </a:path>
                <a:path w="92709" h="1597025">
                  <a:moveTo>
                    <a:pt x="92290" y="897775"/>
                  </a:moveTo>
                  <a:lnTo>
                    <a:pt x="0" y="897775"/>
                  </a:lnTo>
                  <a:lnTo>
                    <a:pt x="0" y="909929"/>
                  </a:lnTo>
                  <a:lnTo>
                    <a:pt x="92290" y="909929"/>
                  </a:lnTo>
                  <a:lnTo>
                    <a:pt x="92290" y="897775"/>
                  </a:lnTo>
                  <a:close/>
                </a:path>
                <a:path w="92709" h="1597025">
                  <a:moveTo>
                    <a:pt x="92290" y="844969"/>
                  </a:moveTo>
                  <a:lnTo>
                    <a:pt x="0" y="844969"/>
                  </a:lnTo>
                  <a:lnTo>
                    <a:pt x="0" y="857123"/>
                  </a:lnTo>
                  <a:lnTo>
                    <a:pt x="92290" y="857123"/>
                  </a:lnTo>
                  <a:lnTo>
                    <a:pt x="92290" y="844969"/>
                  </a:lnTo>
                  <a:close/>
                </a:path>
                <a:path w="92709" h="1597025">
                  <a:moveTo>
                    <a:pt x="92290" y="792162"/>
                  </a:moveTo>
                  <a:lnTo>
                    <a:pt x="0" y="792162"/>
                  </a:lnTo>
                  <a:lnTo>
                    <a:pt x="0" y="804303"/>
                  </a:lnTo>
                  <a:lnTo>
                    <a:pt x="92290" y="804303"/>
                  </a:lnTo>
                  <a:lnTo>
                    <a:pt x="92290" y="792162"/>
                  </a:lnTo>
                  <a:close/>
                </a:path>
                <a:path w="92709" h="1597025">
                  <a:moveTo>
                    <a:pt x="92290" y="739343"/>
                  </a:moveTo>
                  <a:lnTo>
                    <a:pt x="0" y="739343"/>
                  </a:lnTo>
                  <a:lnTo>
                    <a:pt x="0" y="751484"/>
                  </a:lnTo>
                  <a:lnTo>
                    <a:pt x="92290" y="751484"/>
                  </a:lnTo>
                  <a:lnTo>
                    <a:pt x="92290" y="739343"/>
                  </a:lnTo>
                  <a:close/>
                </a:path>
                <a:path w="92709" h="1597025">
                  <a:moveTo>
                    <a:pt x="92290" y="686536"/>
                  </a:moveTo>
                  <a:lnTo>
                    <a:pt x="0" y="686536"/>
                  </a:lnTo>
                  <a:lnTo>
                    <a:pt x="0" y="698690"/>
                  </a:lnTo>
                  <a:lnTo>
                    <a:pt x="92290" y="698690"/>
                  </a:lnTo>
                  <a:lnTo>
                    <a:pt x="92290" y="686536"/>
                  </a:lnTo>
                  <a:close/>
                </a:path>
                <a:path w="92709" h="1597025">
                  <a:moveTo>
                    <a:pt x="92290" y="633730"/>
                  </a:moveTo>
                  <a:lnTo>
                    <a:pt x="0" y="633730"/>
                  </a:lnTo>
                  <a:lnTo>
                    <a:pt x="0" y="645871"/>
                  </a:lnTo>
                  <a:lnTo>
                    <a:pt x="92290" y="645871"/>
                  </a:lnTo>
                  <a:lnTo>
                    <a:pt x="92290" y="633730"/>
                  </a:lnTo>
                  <a:close/>
                </a:path>
                <a:path w="92709" h="1597025">
                  <a:moveTo>
                    <a:pt x="92290" y="580910"/>
                  </a:moveTo>
                  <a:lnTo>
                    <a:pt x="0" y="580910"/>
                  </a:lnTo>
                  <a:lnTo>
                    <a:pt x="0" y="593051"/>
                  </a:lnTo>
                  <a:lnTo>
                    <a:pt x="92290" y="593051"/>
                  </a:lnTo>
                  <a:lnTo>
                    <a:pt x="92290" y="580910"/>
                  </a:lnTo>
                  <a:close/>
                </a:path>
                <a:path w="92709" h="1597025">
                  <a:moveTo>
                    <a:pt x="92290" y="528104"/>
                  </a:moveTo>
                  <a:lnTo>
                    <a:pt x="0" y="528104"/>
                  </a:lnTo>
                  <a:lnTo>
                    <a:pt x="0" y="540245"/>
                  </a:lnTo>
                  <a:lnTo>
                    <a:pt x="92290" y="540245"/>
                  </a:lnTo>
                  <a:lnTo>
                    <a:pt x="92290" y="528104"/>
                  </a:lnTo>
                  <a:close/>
                </a:path>
                <a:path w="92709" h="1597025">
                  <a:moveTo>
                    <a:pt x="92290" y="475284"/>
                  </a:moveTo>
                  <a:lnTo>
                    <a:pt x="0" y="475284"/>
                  </a:lnTo>
                  <a:lnTo>
                    <a:pt x="0" y="487438"/>
                  </a:lnTo>
                  <a:lnTo>
                    <a:pt x="92290" y="487438"/>
                  </a:lnTo>
                  <a:lnTo>
                    <a:pt x="92290" y="475284"/>
                  </a:lnTo>
                  <a:close/>
                </a:path>
                <a:path w="92709" h="1597025">
                  <a:moveTo>
                    <a:pt x="92290" y="422478"/>
                  </a:moveTo>
                  <a:lnTo>
                    <a:pt x="0" y="422478"/>
                  </a:lnTo>
                  <a:lnTo>
                    <a:pt x="0" y="434619"/>
                  </a:lnTo>
                  <a:lnTo>
                    <a:pt x="92290" y="434619"/>
                  </a:lnTo>
                  <a:lnTo>
                    <a:pt x="92290" y="422478"/>
                  </a:lnTo>
                  <a:close/>
                </a:path>
                <a:path w="92709" h="1597025">
                  <a:moveTo>
                    <a:pt x="92290" y="369671"/>
                  </a:moveTo>
                  <a:lnTo>
                    <a:pt x="0" y="369671"/>
                  </a:lnTo>
                  <a:lnTo>
                    <a:pt x="0" y="381812"/>
                  </a:lnTo>
                  <a:lnTo>
                    <a:pt x="92290" y="381812"/>
                  </a:lnTo>
                  <a:lnTo>
                    <a:pt x="92290" y="369671"/>
                  </a:lnTo>
                  <a:close/>
                </a:path>
                <a:path w="92709" h="1597025">
                  <a:moveTo>
                    <a:pt x="92290" y="316852"/>
                  </a:moveTo>
                  <a:lnTo>
                    <a:pt x="0" y="316852"/>
                  </a:lnTo>
                  <a:lnTo>
                    <a:pt x="0" y="329006"/>
                  </a:lnTo>
                  <a:lnTo>
                    <a:pt x="92290" y="329006"/>
                  </a:lnTo>
                  <a:lnTo>
                    <a:pt x="92290" y="316852"/>
                  </a:lnTo>
                  <a:close/>
                </a:path>
                <a:path w="92709" h="1597025">
                  <a:moveTo>
                    <a:pt x="92290" y="264045"/>
                  </a:moveTo>
                  <a:lnTo>
                    <a:pt x="0" y="264045"/>
                  </a:lnTo>
                  <a:lnTo>
                    <a:pt x="0" y="276199"/>
                  </a:lnTo>
                  <a:lnTo>
                    <a:pt x="92290" y="276199"/>
                  </a:lnTo>
                  <a:lnTo>
                    <a:pt x="92290" y="264045"/>
                  </a:lnTo>
                  <a:close/>
                </a:path>
                <a:path w="92709" h="1597025">
                  <a:moveTo>
                    <a:pt x="92290" y="211239"/>
                  </a:moveTo>
                  <a:lnTo>
                    <a:pt x="0" y="211239"/>
                  </a:lnTo>
                  <a:lnTo>
                    <a:pt x="0" y="223380"/>
                  </a:lnTo>
                  <a:lnTo>
                    <a:pt x="92290" y="223380"/>
                  </a:lnTo>
                  <a:lnTo>
                    <a:pt x="92290" y="211239"/>
                  </a:lnTo>
                  <a:close/>
                </a:path>
                <a:path w="92709" h="1597025">
                  <a:moveTo>
                    <a:pt x="92290" y="158432"/>
                  </a:moveTo>
                  <a:lnTo>
                    <a:pt x="0" y="158432"/>
                  </a:lnTo>
                  <a:lnTo>
                    <a:pt x="0" y="170573"/>
                  </a:lnTo>
                  <a:lnTo>
                    <a:pt x="92290" y="170573"/>
                  </a:lnTo>
                  <a:lnTo>
                    <a:pt x="92290" y="158432"/>
                  </a:lnTo>
                  <a:close/>
                </a:path>
                <a:path w="92709" h="1597025">
                  <a:moveTo>
                    <a:pt x="92290" y="105613"/>
                  </a:moveTo>
                  <a:lnTo>
                    <a:pt x="0" y="105613"/>
                  </a:lnTo>
                  <a:lnTo>
                    <a:pt x="0" y="117767"/>
                  </a:lnTo>
                  <a:lnTo>
                    <a:pt x="92290" y="117767"/>
                  </a:lnTo>
                  <a:lnTo>
                    <a:pt x="92290" y="105613"/>
                  </a:lnTo>
                  <a:close/>
                </a:path>
                <a:path w="92709" h="1597025">
                  <a:moveTo>
                    <a:pt x="92290" y="52806"/>
                  </a:moveTo>
                  <a:lnTo>
                    <a:pt x="0" y="52806"/>
                  </a:lnTo>
                  <a:lnTo>
                    <a:pt x="0" y="64960"/>
                  </a:lnTo>
                  <a:lnTo>
                    <a:pt x="92290" y="64960"/>
                  </a:lnTo>
                  <a:lnTo>
                    <a:pt x="92290" y="52806"/>
                  </a:lnTo>
                  <a:close/>
                </a:path>
                <a:path w="92709" h="1597025">
                  <a:moveTo>
                    <a:pt x="92290" y="0"/>
                  </a:moveTo>
                  <a:lnTo>
                    <a:pt x="0" y="0"/>
                  </a:lnTo>
                  <a:lnTo>
                    <a:pt x="0" y="12141"/>
                  </a:lnTo>
                  <a:lnTo>
                    <a:pt x="92290" y="12141"/>
                  </a:lnTo>
                  <a:lnTo>
                    <a:pt x="92290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 descr=""/>
            <p:cNvSpPr/>
            <p:nvPr/>
          </p:nvSpPr>
          <p:spPr>
            <a:xfrm>
              <a:off x="8799511" y="4046379"/>
              <a:ext cx="92710" cy="36830"/>
            </a:xfrm>
            <a:custGeom>
              <a:avLst/>
              <a:gdLst/>
              <a:ahLst/>
              <a:cxnLst/>
              <a:rect l="l" t="t" r="r" b="b"/>
              <a:pathLst>
                <a:path w="92709" h="36829">
                  <a:moveTo>
                    <a:pt x="92279" y="0"/>
                  </a:moveTo>
                  <a:lnTo>
                    <a:pt x="0" y="0"/>
                  </a:lnTo>
                  <a:lnTo>
                    <a:pt x="0" y="36417"/>
                  </a:lnTo>
                  <a:lnTo>
                    <a:pt x="92279" y="36417"/>
                  </a:lnTo>
                  <a:lnTo>
                    <a:pt x="92279" y="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1" name="object 101" descr=""/>
          <p:cNvGrpSpPr/>
          <p:nvPr/>
        </p:nvGrpSpPr>
        <p:grpSpPr>
          <a:xfrm>
            <a:off x="7487206" y="2639249"/>
            <a:ext cx="608330" cy="1581150"/>
            <a:chOff x="7487206" y="2639249"/>
            <a:chExt cx="608330" cy="1581150"/>
          </a:xfrm>
        </p:grpSpPr>
        <p:sp>
          <p:nvSpPr>
            <p:cNvPr id="102" name="object 102" descr=""/>
            <p:cNvSpPr/>
            <p:nvPr/>
          </p:nvSpPr>
          <p:spPr>
            <a:xfrm>
              <a:off x="7507446" y="2858949"/>
              <a:ext cx="567690" cy="1361440"/>
            </a:xfrm>
            <a:custGeom>
              <a:avLst/>
              <a:gdLst/>
              <a:ahLst/>
              <a:cxnLst/>
              <a:rect l="l" t="t" r="r" b="b"/>
              <a:pathLst>
                <a:path w="567690" h="1361439">
                  <a:moveTo>
                    <a:pt x="0" y="1361089"/>
                  </a:moveTo>
                  <a:lnTo>
                    <a:pt x="567406" y="1361089"/>
                  </a:lnTo>
                  <a:lnTo>
                    <a:pt x="567406" y="0"/>
                  </a:lnTo>
                  <a:lnTo>
                    <a:pt x="0" y="0"/>
                  </a:lnTo>
                  <a:lnTo>
                    <a:pt x="0" y="1361089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 descr=""/>
            <p:cNvSpPr/>
            <p:nvPr/>
          </p:nvSpPr>
          <p:spPr>
            <a:xfrm>
              <a:off x="7507446" y="2827254"/>
              <a:ext cx="567690" cy="31750"/>
            </a:xfrm>
            <a:custGeom>
              <a:avLst/>
              <a:gdLst/>
              <a:ahLst/>
              <a:cxnLst/>
              <a:rect l="l" t="t" r="r" b="b"/>
              <a:pathLst>
                <a:path w="567690" h="31750">
                  <a:moveTo>
                    <a:pt x="567406" y="0"/>
                  </a:moveTo>
                  <a:lnTo>
                    <a:pt x="0" y="0"/>
                  </a:lnTo>
                  <a:lnTo>
                    <a:pt x="0" y="31695"/>
                  </a:lnTo>
                  <a:lnTo>
                    <a:pt x="567406" y="31695"/>
                  </a:lnTo>
                  <a:lnTo>
                    <a:pt x="567406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 descr=""/>
            <p:cNvSpPr/>
            <p:nvPr/>
          </p:nvSpPr>
          <p:spPr>
            <a:xfrm>
              <a:off x="7507446" y="2810856"/>
              <a:ext cx="567690" cy="16510"/>
            </a:xfrm>
            <a:custGeom>
              <a:avLst/>
              <a:gdLst/>
              <a:ahLst/>
              <a:cxnLst/>
              <a:rect l="l" t="t" r="r" b="b"/>
              <a:pathLst>
                <a:path w="567690" h="16510">
                  <a:moveTo>
                    <a:pt x="567406" y="0"/>
                  </a:moveTo>
                  <a:lnTo>
                    <a:pt x="0" y="0"/>
                  </a:lnTo>
                  <a:lnTo>
                    <a:pt x="0" y="16397"/>
                  </a:lnTo>
                  <a:lnTo>
                    <a:pt x="567406" y="16397"/>
                  </a:lnTo>
                  <a:lnTo>
                    <a:pt x="567406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 descr=""/>
            <p:cNvSpPr/>
            <p:nvPr/>
          </p:nvSpPr>
          <p:spPr>
            <a:xfrm>
              <a:off x="7507446" y="2779161"/>
              <a:ext cx="567690" cy="31750"/>
            </a:xfrm>
            <a:custGeom>
              <a:avLst/>
              <a:gdLst/>
              <a:ahLst/>
              <a:cxnLst/>
              <a:rect l="l" t="t" r="r" b="b"/>
              <a:pathLst>
                <a:path w="567690" h="31750">
                  <a:moveTo>
                    <a:pt x="567406" y="0"/>
                  </a:moveTo>
                  <a:lnTo>
                    <a:pt x="0" y="0"/>
                  </a:lnTo>
                  <a:lnTo>
                    <a:pt x="0" y="31705"/>
                  </a:lnTo>
                  <a:lnTo>
                    <a:pt x="567406" y="31705"/>
                  </a:lnTo>
                  <a:lnTo>
                    <a:pt x="567406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 descr=""/>
            <p:cNvSpPr/>
            <p:nvPr/>
          </p:nvSpPr>
          <p:spPr>
            <a:xfrm>
              <a:off x="7509700" y="2779172"/>
              <a:ext cx="563245" cy="80010"/>
            </a:xfrm>
            <a:custGeom>
              <a:avLst/>
              <a:gdLst/>
              <a:ahLst/>
              <a:cxnLst/>
              <a:rect l="l" t="t" r="r" b="b"/>
              <a:pathLst>
                <a:path w="563245" h="80010">
                  <a:moveTo>
                    <a:pt x="8851" y="48082"/>
                  </a:moveTo>
                  <a:lnTo>
                    <a:pt x="0" y="48082"/>
                  </a:lnTo>
                  <a:lnTo>
                    <a:pt x="0" y="79781"/>
                  </a:lnTo>
                  <a:lnTo>
                    <a:pt x="8851" y="79781"/>
                  </a:lnTo>
                  <a:lnTo>
                    <a:pt x="8851" y="48082"/>
                  </a:lnTo>
                  <a:close/>
                </a:path>
                <a:path w="563245" h="80010">
                  <a:moveTo>
                    <a:pt x="8851" y="0"/>
                  </a:moveTo>
                  <a:lnTo>
                    <a:pt x="0" y="0"/>
                  </a:lnTo>
                  <a:lnTo>
                    <a:pt x="0" y="31699"/>
                  </a:lnTo>
                  <a:lnTo>
                    <a:pt x="8851" y="31699"/>
                  </a:lnTo>
                  <a:lnTo>
                    <a:pt x="8851" y="0"/>
                  </a:lnTo>
                  <a:close/>
                </a:path>
                <a:path w="563245" h="80010">
                  <a:moveTo>
                    <a:pt x="35229" y="48082"/>
                  </a:moveTo>
                  <a:lnTo>
                    <a:pt x="26390" y="48082"/>
                  </a:lnTo>
                  <a:lnTo>
                    <a:pt x="26390" y="79781"/>
                  </a:lnTo>
                  <a:lnTo>
                    <a:pt x="35229" y="79781"/>
                  </a:lnTo>
                  <a:lnTo>
                    <a:pt x="35229" y="48082"/>
                  </a:lnTo>
                  <a:close/>
                </a:path>
                <a:path w="563245" h="80010">
                  <a:moveTo>
                    <a:pt x="35229" y="0"/>
                  </a:moveTo>
                  <a:lnTo>
                    <a:pt x="26390" y="0"/>
                  </a:lnTo>
                  <a:lnTo>
                    <a:pt x="26390" y="31699"/>
                  </a:lnTo>
                  <a:lnTo>
                    <a:pt x="35229" y="31699"/>
                  </a:lnTo>
                  <a:lnTo>
                    <a:pt x="35229" y="0"/>
                  </a:lnTo>
                  <a:close/>
                </a:path>
                <a:path w="563245" h="80010">
                  <a:moveTo>
                    <a:pt x="61607" y="48082"/>
                  </a:moveTo>
                  <a:lnTo>
                    <a:pt x="52781" y="48082"/>
                  </a:lnTo>
                  <a:lnTo>
                    <a:pt x="52781" y="79781"/>
                  </a:lnTo>
                  <a:lnTo>
                    <a:pt x="61607" y="79781"/>
                  </a:lnTo>
                  <a:lnTo>
                    <a:pt x="61607" y="48082"/>
                  </a:lnTo>
                  <a:close/>
                </a:path>
                <a:path w="563245" h="80010">
                  <a:moveTo>
                    <a:pt x="61607" y="0"/>
                  </a:moveTo>
                  <a:lnTo>
                    <a:pt x="52781" y="0"/>
                  </a:lnTo>
                  <a:lnTo>
                    <a:pt x="52781" y="31699"/>
                  </a:lnTo>
                  <a:lnTo>
                    <a:pt x="61607" y="31699"/>
                  </a:lnTo>
                  <a:lnTo>
                    <a:pt x="61607" y="0"/>
                  </a:lnTo>
                  <a:close/>
                </a:path>
                <a:path w="563245" h="80010">
                  <a:moveTo>
                    <a:pt x="87998" y="48082"/>
                  </a:moveTo>
                  <a:lnTo>
                    <a:pt x="79146" y="48082"/>
                  </a:lnTo>
                  <a:lnTo>
                    <a:pt x="79146" y="79781"/>
                  </a:lnTo>
                  <a:lnTo>
                    <a:pt x="87998" y="79781"/>
                  </a:lnTo>
                  <a:lnTo>
                    <a:pt x="87998" y="48082"/>
                  </a:lnTo>
                  <a:close/>
                </a:path>
                <a:path w="563245" h="80010">
                  <a:moveTo>
                    <a:pt x="87998" y="0"/>
                  </a:moveTo>
                  <a:lnTo>
                    <a:pt x="79146" y="0"/>
                  </a:lnTo>
                  <a:lnTo>
                    <a:pt x="79146" y="31699"/>
                  </a:lnTo>
                  <a:lnTo>
                    <a:pt x="87998" y="31699"/>
                  </a:lnTo>
                  <a:lnTo>
                    <a:pt x="87998" y="0"/>
                  </a:lnTo>
                  <a:close/>
                </a:path>
                <a:path w="563245" h="80010">
                  <a:moveTo>
                    <a:pt x="114376" y="48082"/>
                  </a:moveTo>
                  <a:lnTo>
                    <a:pt x="105524" y="48082"/>
                  </a:lnTo>
                  <a:lnTo>
                    <a:pt x="105524" y="79781"/>
                  </a:lnTo>
                  <a:lnTo>
                    <a:pt x="114376" y="79781"/>
                  </a:lnTo>
                  <a:lnTo>
                    <a:pt x="114376" y="48082"/>
                  </a:lnTo>
                  <a:close/>
                </a:path>
                <a:path w="563245" h="80010">
                  <a:moveTo>
                    <a:pt x="114376" y="0"/>
                  </a:moveTo>
                  <a:lnTo>
                    <a:pt x="105524" y="0"/>
                  </a:lnTo>
                  <a:lnTo>
                    <a:pt x="105524" y="31699"/>
                  </a:lnTo>
                  <a:lnTo>
                    <a:pt x="114376" y="31699"/>
                  </a:lnTo>
                  <a:lnTo>
                    <a:pt x="114376" y="0"/>
                  </a:lnTo>
                  <a:close/>
                </a:path>
                <a:path w="563245" h="80010">
                  <a:moveTo>
                    <a:pt x="140766" y="48082"/>
                  </a:moveTo>
                  <a:lnTo>
                    <a:pt x="131914" y="48082"/>
                  </a:lnTo>
                  <a:lnTo>
                    <a:pt x="131914" y="79781"/>
                  </a:lnTo>
                  <a:lnTo>
                    <a:pt x="140766" y="79781"/>
                  </a:lnTo>
                  <a:lnTo>
                    <a:pt x="140766" y="48082"/>
                  </a:lnTo>
                  <a:close/>
                </a:path>
                <a:path w="563245" h="80010">
                  <a:moveTo>
                    <a:pt x="140766" y="0"/>
                  </a:moveTo>
                  <a:lnTo>
                    <a:pt x="131914" y="0"/>
                  </a:lnTo>
                  <a:lnTo>
                    <a:pt x="131914" y="31699"/>
                  </a:lnTo>
                  <a:lnTo>
                    <a:pt x="140766" y="31699"/>
                  </a:lnTo>
                  <a:lnTo>
                    <a:pt x="140766" y="0"/>
                  </a:lnTo>
                  <a:close/>
                </a:path>
                <a:path w="563245" h="80010">
                  <a:moveTo>
                    <a:pt x="167144" y="48082"/>
                  </a:moveTo>
                  <a:lnTo>
                    <a:pt x="158305" y="48082"/>
                  </a:lnTo>
                  <a:lnTo>
                    <a:pt x="158305" y="79781"/>
                  </a:lnTo>
                  <a:lnTo>
                    <a:pt x="167144" y="79781"/>
                  </a:lnTo>
                  <a:lnTo>
                    <a:pt x="167144" y="48082"/>
                  </a:lnTo>
                  <a:close/>
                </a:path>
                <a:path w="563245" h="80010">
                  <a:moveTo>
                    <a:pt x="167144" y="0"/>
                  </a:moveTo>
                  <a:lnTo>
                    <a:pt x="158305" y="0"/>
                  </a:lnTo>
                  <a:lnTo>
                    <a:pt x="158305" y="31699"/>
                  </a:lnTo>
                  <a:lnTo>
                    <a:pt x="167144" y="31699"/>
                  </a:lnTo>
                  <a:lnTo>
                    <a:pt x="167144" y="0"/>
                  </a:lnTo>
                  <a:close/>
                </a:path>
                <a:path w="563245" h="80010">
                  <a:moveTo>
                    <a:pt x="193535" y="48082"/>
                  </a:moveTo>
                  <a:lnTo>
                    <a:pt x="184683" y="48082"/>
                  </a:lnTo>
                  <a:lnTo>
                    <a:pt x="184683" y="79781"/>
                  </a:lnTo>
                  <a:lnTo>
                    <a:pt x="193535" y="79781"/>
                  </a:lnTo>
                  <a:lnTo>
                    <a:pt x="193535" y="48082"/>
                  </a:lnTo>
                  <a:close/>
                </a:path>
                <a:path w="563245" h="80010">
                  <a:moveTo>
                    <a:pt x="193535" y="0"/>
                  </a:moveTo>
                  <a:lnTo>
                    <a:pt x="184683" y="0"/>
                  </a:lnTo>
                  <a:lnTo>
                    <a:pt x="184683" y="31699"/>
                  </a:lnTo>
                  <a:lnTo>
                    <a:pt x="193535" y="31699"/>
                  </a:lnTo>
                  <a:lnTo>
                    <a:pt x="193535" y="0"/>
                  </a:lnTo>
                  <a:close/>
                </a:path>
                <a:path w="563245" h="80010">
                  <a:moveTo>
                    <a:pt x="219900" y="48082"/>
                  </a:moveTo>
                  <a:lnTo>
                    <a:pt x="211061" y="48082"/>
                  </a:lnTo>
                  <a:lnTo>
                    <a:pt x="211061" y="79781"/>
                  </a:lnTo>
                  <a:lnTo>
                    <a:pt x="219900" y="79781"/>
                  </a:lnTo>
                  <a:lnTo>
                    <a:pt x="219900" y="48082"/>
                  </a:lnTo>
                  <a:close/>
                </a:path>
                <a:path w="563245" h="80010">
                  <a:moveTo>
                    <a:pt x="219900" y="0"/>
                  </a:moveTo>
                  <a:lnTo>
                    <a:pt x="211061" y="0"/>
                  </a:lnTo>
                  <a:lnTo>
                    <a:pt x="211061" y="31699"/>
                  </a:lnTo>
                  <a:lnTo>
                    <a:pt x="219900" y="31699"/>
                  </a:lnTo>
                  <a:lnTo>
                    <a:pt x="219900" y="0"/>
                  </a:lnTo>
                  <a:close/>
                </a:path>
                <a:path w="563245" h="80010">
                  <a:moveTo>
                    <a:pt x="246303" y="48082"/>
                  </a:moveTo>
                  <a:lnTo>
                    <a:pt x="237451" y="48082"/>
                  </a:lnTo>
                  <a:lnTo>
                    <a:pt x="237451" y="79781"/>
                  </a:lnTo>
                  <a:lnTo>
                    <a:pt x="246303" y="79781"/>
                  </a:lnTo>
                  <a:lnTo>
                    <a:pt x="246303" y="48082"/>
                  </a:lnTo>
                  <a:close/>
                </a:path>
                <a:path w="563245" h="80010">
                  <a:moveTo>
                    <a:pt x="246303" y="0"/>
                  </a:moveTo>
                  <a:lnTo>
                    <a:pt x="237451" y="0"/>
                  </a:lnTo>
                  <a:lnTo>
                    <a:pt x="237451" y="31699"/>
                  </a:lnTo>
                  <a:lnTo>
                    <a:pt x="246303" y="31699"/>
                  </a:lnTo>
                  <a:lnTo>
                    <a:pt x="246303" y="0"/>
                  </a:lnTo>
                  <a:close/>
                </a:path>
                <a:path w="563245" h="80010">
                  <a:moveTo>
                    <a:pt x="272669" y="48082"/>
                  </a:moveTo>
                  <a:lnTo>
                    <a:pt x="263829" y="48082"/>
                  </a:lnTo>
                  <a:lnTo>
                    <a:pt x="263829" y="79781"/>
                  </a:lnTo>
                  <a:lnTo>
                    <a:pt x="272669" y="79781"/>
                  </a:lnTo>
                  <a:lnTo>
                    <a:pt x="272669" y="48082"/>
                  </a:lnTo>
                  <a:close/>
                </a:path>
                <a:path w="563245" h="80010">
                  <a:moveTo>
                    <a:pt x="272669" y="0"/>
                  </a:moveTo>
                  <a:lnTo>
                    <a:pt x="263829" y="0"/>
                  </a:lnTo>
                  <a:lnTo>
                    <a:pt x="263829" y="31699"/>
                  </a:lnTo>
                  <a:lnTo>
                    <a:pt x="272669" y="31699"/>
                  </a:lnTo>
                  <a:lnTo>
                    <a:pt x="272669" y="0"/>
                  </a:lnTo>
                  <a:close/>
                </a:path>
                <a:path w="563245" h="80010">
                  <a:moveTo>
                    <a:pt x="299059" y="48082"/>
                  </a:moveTo>
                  <a:lnTo>
                    <a:pt x="290207" y="48082"/>
                  </a:lnTo>
                  <a:lnTo>
                    <a:pt x="290207" y="79781"/>
                  </a:lnTo>
                  <a:lnTo>
                    <a:pt x="299059" y="79781"/>
                  </a:lnTo>
                  <a:lnTo>
                    <a:pt x="299059" y="48082"/>
                  </a:lnTo>
                  <a:close/>
                </a:path>
                <a:path w="563245" h="80010">
                  <a:moveTo>
                    <a:pt x="299059" y="0"/>
                  </a:moveTo>
                  <a:lnTo>
                    <a:pt x="290207" y="0"/>
                  </a:lnTo>
                  <a:lnTo>
                    <a:pt x="290207" y="31699"/>
                  </a:lnTo>
                  <a:lnTo>
                    <a:pt x="299059" y="31699"/>
                  </a:lnTo>
                  <a:lnTo>
                    <a:pt x="299059" y="0"/>
                  </a:lnTo>
                  <a:close/>
                </a:path>
                <a:path w="563245" h="80010">
                  <a:moveTo>
                    <a:pt x="325437" y="48082"/>
                  </a:moveTo>
                  <a:lnTo>
                    <a:pt x="316598" y="48082"/>
                  </a:lnTo>
                  <a:lnTo>
                    <a:pt x="316598" y="79781"/>
                  </a:lnTo>
                  <a:lnTo>
                    <a:pt x="325437" y="79781"/>
                  </a:lnTo>
                  <a:lnTo>
                    <a:pt x="325437" y="48082"/>
                  </a:lnTo>
                  <a:close/>
                </a:path>
                <a:path w="563245" h="80010">
                  <a:moveTo>
                    <a:pt x="325437" y="0"/>
                  </a:moveTo>
                  <a:lnTo>
                    <a:pt x="316598" y="0"/>
                  </a:lnTo>
                  <a:lnTo>
                    <a:pt x="316598" y="31699"/>
                  </a:lnTo>
                  <a:lnTo>
                    <a:pt x="325437" y="31699"/>
                  </a:lnTo>
                  <a:lnTo>
                    <a:pt x="325437" y="0"/>
                  </a:lnTo>
                  <a:close/>
                </a:path>
                <a:path w="563245" h="80010">
                  <a:moveTo>
                    <a:pt x="351828" y="48082"/>
                  </a:moveTo>
                  <a:lnTo>
                    <a:pt x="342988" y="48082"/>
                  </a:lnTo>
                  <a:lnTo>
                    <a:pt x="342988" y="79781"/>
                  </a:lnTo>
                  <a:lnTo>
                    <a:pt x="351828" y="79781"/>
                  </a:lnTo>
                  <a:lnTo>
                    <a:pt x="351828" y="48082"/>
                  </a:lnTo>
                  <a:close/>
                </a:path>
                <a:path w="563245" h="80010">
                  <a:moveTo>
                    <a:pt x="351828" y="0"/>
                  </a:moveTo>
                  <a:lnTo>
                    <a:pt x="342988" y="0"/>
                  </a:lnTo>
                  <a:lnTo>
                    <a:pt x="342988" y="31699"/>
                  </a:lnTo>
                  <a:lnTo>
                    <a:pt x="351828" y="31699"/>
                  </a:lnTo>
                  <a:lnTo>
                    <a:pt x="351828" y="0"/>
                  </a:lnTo>
                  <a:close/>
                </a:path>
                <a:path w="563245" h="80010">
                  <a:moveTo>
                    <a:pt x="378206" y="48082"/>
                  </a:moveTo>
                  <a:lnTo>
                    <a:pt x="369354" y="48082"/>
                  </a:lnTo>
                  <a:lnTo>
                    <a:pt x="369354" y="79781"/>
                  </a:lnTo>
                  <a:lnTo>
                    <a:pt x="378206" y="79781"/>
                  </a:lnTo>
                  <a:lnTo>
                    <a:pt x="378206" y="48082"/>
                  </a:lnTo>
                  <a:close/>
                </a:path>
                <a:path w="563245" h="80010">
                  <a:moveTo>
                    <a:pt x="378206" y="0"/>
                  </a:moveTo>
                  <a:lnTo>
                    <a:pt x="369354" y="0"/>
                  </a:lnTo>
                  <a:lnTo>
                    <a:pt x="369354" y="31699"/>
                  </a:lnTo>
                  <a:lnTo>
                    <a:pt x="378206" y="31699"/>
                  </a:lnTo>
                  <a:lnTo>
                    <a:pt x="378206" y="0"/>
                  </a:lnTo>
                  <a:close/>
                </a:path>
                <a:path w="563245" h="80010">
                  <a:moveTo>
                    <a:pt x="404583" y="48082"/>
                  </a:moveTo>
                  <a:lnTo>
                    <a:pt x="395744" y="48082"/>
                  </a:lnTo>
                  <a:lnTo>
                    <a:pt x="395744" y="79781"/>
                  </a:lnTo>
                  <a:lnTo>
                    <a:pt x="404583" y="79781"/>
                  </a:lnTo>
                  <a:lnTo>
                    <a:pt x="404583" y="48082"/>
                  </a:lnTo>
                  <a:close/>
                </a:path>
                <a:path w="563245" h="80010">
                  <a:moveTo>
                    <a:pt x="404583" y="0"/>
                  </a:moveTo>
                  <a:lnTo>
                    <a:pt x="395744" y="0"/>
                  </a:lnTo>
                  <a:lnTo>
                    <a:pt x="395744" y="31699"/>
                  </a:lnTo>
                  <a:lnTo>
                    <a:pt x="404583" y="31699"/>
                  </a:lnTo>
                  <a:lnTo>
                    <a:pt x="404583" y="0"/>
                  </a:lnTo>
                  <a:close/>
                </a:path>
                <a:path w="563245" h="80010">
                  <a:moveTo>
                    <a:pt x="430974" y="48082"/>
                  </a:moveTo>
                  <a:lnTo>
                    <a:pt x="422122" y="48082"/>
                  </a:lnTo>
                  <a:lnTo>
                    <a:pt x="422122" y="79781"/>
                  </a:lnTo>
                  <a:lnTo>
                    <a:pt x="430974" y="79781"/>
                  </a:lnTo>
                  <a:lnTo>
                    <a:pt x="430974" y="48082"/>
                  </a:lnTo>
                  <a:close/>
                </a:path>
                <a:path w="563245" h="80010">
                  <a:moveTo>
                    <a:pt x="430974" y="0"/>
                  </a:moveTo>
                  <a:lnTo>
                    <a:pt x="422122" y="0"/>
                  </a:lnTo>
                  <a:lnTo>
                    <a:pt x="422122" y="31699"/>
                  </a:lnTo>
                  <a:lnTo>
                    <a:pt x="430974" y="31699"/>
                  </a:lnTo>
                  <a:lnTo>
                    <a:pt x="430974" y="0"/>
                  </a:lnTo>
                  <a:close/>
                </a:path>
                <a:path w="563245" h="80010">
                  <a:moveTo>
                    <a:pt x="457365" y="48082"/>
                  </a:moveTo>
                  <a:lnTo>
                    <a:pt x="448513" y="48082"/>
                  </a:lnTo>
                  <a:lnTo>
                    <a:pt x="448513" y="79781"/>
                  </a:lnTo>
                  <a:lnTo>
                    <a:pt x="457365" y="79781"/>
                  </a:lnTo>
                  <a:lnTo>
                    <a:pt x="457365" y="48082"/>
                  </a:lnTo>
                  <a:close/>
                </a:path>
                <a:path w="563245" h="80010">
                  <a:moveTo>
                    <a:pt x="457365" y="0"/>
                  </a:moveTo>
                  <a:lnTo>
                    <a:pt x="448513" y="0"/>
                  </a:lnTo>
                  <a:lnTo>
                    <a:pt x="448513" y="31699"/>
                  </a:lnTo>
                  <a:lnTo>
                    <a:pt x="457365" y="31699"/>
                  </a:lnTo>
                  <a:lnTo>
                    <a:pt x="457365" y="0"/>
                  </a:lnTo>
                  <a:close/>
                </a:path>
                <a:path w="563245" h="80010">
                  <a:moveTo>
                    <a:pt x="483730" y="48082"/>
                  </a:moveTo>
                  <a:lnTo>
                    <a:pt x="474878" y="48082"/>
                  </a:lnTo>
                  <a:lnTo>
                    <a:pt x="474878" y="79781"/>
                  </a:lnTo>
                  <a:lnTo>
                    <a:pt x="483730" y="79781"/>
                  </a:lnTo>
                  <a:lnTo>
                    <a:pt x="483730" y="48082"/>
                  </a:lnTo>
                  <a:close/>
                </a:path>
                <a:path w="563245" h="80010">
                  <a:moveTo>
                    <a:pt x="483730" y="0"/>
                  </a:moveTo>
                  <a:lnTo>
                    <a:pt x="474878" y="0"/>
                  </a:lnTo>
                  <a:lnTo>
                    <a:pt x="474878" y="31699"/>
                  </a:lnTo>
                  <a:lnTo>
                    <a:pt x="483730" y="31699"/>
                  </a:lnTo>
                  <a:lnTo>
                    <a:pt x="483730" y="0"/>
                  </a:lnTo>
                  <a:close/>
                </a:path>
                <a:path w="563245" h="80010">
                  <a:moveTo>
                    <a:pt x="510120" y="48082"/>
                  </a:moveTo>
                  <a:lnTo>
                    <a:pt x="501269" y="48082"/>
                  </a:lnTo>
                  <a:lnTo>
                    <a:pt x="501269" y="79781"/>
                  </a:lnTo>
                  <a:lnTo>
                    <a:pt x="510120" y="79781"/>
                  </a:lnTo>
                  <a:lnTo>
                    <a:pt x="510120" y="48082"/>
                  </a:lnTo>
                  <a:close/>
                </a:path>
                <a:path w="563245" h="80010">
                  <a:moveTo>
                    <a:pt x="510120" y="0"/>
                  </a:moveTo>
                  <a:lnTo>
                    <a:pt x="501269" y="0"/>
                  </a:lnTo>
                  <a:lnTo>
                    <a:pt x="501269" y="31699"/>
                  </a:lnTo>
                  <a:lnTo>
                    <a:pt x="510120" y="31699"/>
                  </a:lnTo>
                  <a:lnTo>
                    <a:pt x="510120" y="0"/>
                  </a:lnTo>
                  <a:close/>
                </a:path>
                <a:path w="563245" h="80010">
                  <a:moveTo>
                    <a:pt x="536511" y="48082"/>
                  </a:moveTo>
                  <a:lnTo>
                    <a:pt x="527646" y="48082"/>
                  </a:lnTo>
                  <a:lnTo>
                    <a:pt x="527646" y="79781"/>
                  </a:lnTo>
                  <a:lnTo>
                    <a:pt x="536511" y="79781"/>
                  </a:lnTo>
                  <a:lnTo>
                    <a:pt x="536511" y="48082"/>
                  </a:lnTo>
                  <a:close/>
                </a:path>
                <a:path w="563245" h="80010">
                  <a:moveTo>
                    <a:pt x="536511" y="0"/>
                  </a:moveTo>
                  <a:lnTo>
                    <a:pt x="527646" y="0"/>
                  </a:lnTo>
                  <a:lnTo>
                    <a:pt x="527646" y="31699"/>
                  </a:lnTo>
                  <a:lnTo>
                    <a:pt x="536511" y="31699"/>
                  </a:lnTo>
                  <a:lnTo>
                    <a:pt x="536511" y="0"/>
                  </a:lnTo>
                  <a:close/>
                </a:path>
                <a:path w="563245" h="80010">
                  <a:moveTo>
                    <a:pt x="562889" y="48082"/>
                  </a:moveTo>
                  <a:lnTo>
                    <a:pt x="554037" y="48082"/>
                  </a:lnTo>
                  <a:lnTo>
                    <a:pt x="554037" y="79781"/>
                  </a:lnTo>
                  <a:lnTo>
                    <a:pt x="562889" y="79781"/>
                  </a:lnTo>
                  <a:lnTo>
                    <a:pt x="562889" y="48082"/>
                  </a:lnTo>
                  <a:close/>
                </a:path>
                <a:path w="563245" h="80010">
                  <a:moveTo>
                    <a:pt x="562889" y="0"/>
                  </a:moveTo>
                  <a:lnTo>
                    <a:pt x="554037" y="0"/>
                  </a:lnTo>
                  <a:lnTo>
                    <a:pt x="554037" y="31699"/>
                  </a:lnTo>
                  <a:lnTo>
                    <a:pt x="562889" y="31699"/>
                  </a:lnTo>
                  <a:lnTo>
                    <a:pt x="562889" y="0"/>
                  </a:lnTo>
                  <a:close/>
                </a:path>
              </a:pathLst>
            </a:custGeom>
            <a:solidFill>
              <a:srgbClr val="80818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 descr=""/>
            <p:cNvSpPr/>
            <p:nvPr/>
          </p:nvSpPr>
          <p:spPr>
            <a:xfrm>
              <a:off x="7502766" y="2682271"/>
              <a:ext cx="577215" cy="97155"/>
            </a:xfrm>
            <a:custGeom>
              <a:avLst/>
              <a:gdLst/>
              <a:ahLst/>
              <a:cxnLst/>
              <a:rect l="l" t="t" r="r" b="b"/>
              <a:pathLst>
                <a:path w="577215" h="97155">
                  <a:moveTo>
                    <a:pt x="572084" y="80492"/>
                  </a:moveTo>
                  <a:lnTo>
                    <a:pt x="4673" y="80492"/>
                  </a:lnTo>
                  <a:lnTo>
                    <a:pt x="4673" y="96901"/>
                  </a:lnTo>
                  <a:lnTo>
                    <a:pt x="572084" y="96901"/>
                  </a:lnTo>
                  <a:lnTo>
                    <a:pt x="572084" y="80492"/>
                  </a:lnTo>
                  <a:close/>
                </a:path>
                <a:path w="577215" h="97155">
                  <a:moveTo>
                    <a:pt x="576745" y="0"/>
                  </a:moveTo>
                  <a:lnTo>
                    <a:pt x="0" y="0"/>
                  </a:lnTo>
                  <a:lnTo>
                    <a:pt x="0" y="40170"/>
                  </a:lnTo>
                  <a:lnTo>
                    <a:pt x="0" y="80340"/>
                  </a:lnTo>
                  <a:lnTo>
                    <a:pt x="576745" y="80340"/>
                  </a:lnTo>
                  <a:lnTo>
                    <a:pt x="576745" y="40170"/>
                  </a:lnTo>
                  <a:lnTo>
                    <a:pt x="576745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 descr=""/>
            <p:cNvSpPr/>
            <p:nvPr/>
          </p:nvSpPr>
          <p:spPr>
            <a:xfrm>
              <a:off x="7502766" y="2653332"/>
              <a:ext cx="577215" cy="29209"/>
            </a:xfrm>
            <a:custGeom>
              <a:avLst/>
              <a:gdLst/>
              <a:ahLst/>
              <a:cxnLst/>
              <a:rect l="l" t="t" r="r" b="b"/>
              <a:pathLst>
                <a:path w="577215" h="29210">
                  <a:moveTo>
                    <a:pt x="576757" y="0"/>
                  </a:moveTo>
                  <a:lnTo>
                    <a:pt x="0" y="0"/>
                  </a:lnTo>
                  <a:lnTo>
                    <a:pt x="0" y="28931"/>
                  </a:lnTo>
                  <a:lnTo>
                    <a:pt x="576757" y="28931"/>
                  </a:lnTo>
                  <a:lnTo>
                    <a:pt x="576757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 descr=""/>
            <p:cNvSpPr/>
            <p:nvPr/>
          </p:nvSpPr>
          <p:spPr>
            <a:xfrm>
              <a:off x="7502766" y="2653332"/>
              <a:ext cx="577215" cy="10160"/>
            </a:xfrm>
            <a:custGeom>
              <a:avLst/>
              <a:gdLst/>
              <a:ahLst/>
              <a:cxnLst/>
              <a:rect l="l" t="t" r="r" b="b"/>
              <a:pathLst>
                <a:path w="577215" h="10160">
                  <a:moveTo>
                    <a:pt x="576757" y="0"/>
                  </a:moveTo>
                  <a:lnTo>
                    <a:pt x="0" y="0"/>
                  </a:lnTo>
                  <a:lnTo>
                    <a:pt x="0" y="9790"/>
                  </a:lnTo>
                  <a:lnTo>
                    <a:pt x="576757" y="9790"/>
                  </a:lnTo>
                  <a:lnTo>
                    <a:pt x="576757" y="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 descr=""/>
            <p:cNvSpPr/>
            <p:nvPr/>
          </p:nvSpPr>
          <p:spPr>
            <a:xfrm>
              <a:off x="7487196" y="2639256"/>
              <a:ext cx="608330" cy="83185"/>
            </a:xfrm>
            <a:custGeom>
              <a:avLst/>
              <a:gdLst/>
              <a:ahLst/>
              <a:cxnLst/>
              <a:rect l="l" t="t" r="r" b="b"/>
              <a:pathLst>
                <a:path w="608329" h="83185">
                  <a:moveTo>
                    <a:pt x="592315" y="75768"/>
                  </a:moveTo>
                  <a:lnTo>
                    <a:pt x="15570" y="75768"/>
                  </a:lnTo>
                  <a:lnTo>
                    <a:pt x="15570" y="83185"/>
                  </a:lnTo>
                  <a:lnTo>
                    <a:pt x="592315" y="83185"/>
                  </a:lnTo>
                  <a:lnTo>
                    <a:pt x="592315" y="75768"/>
                  </a:lnTo>
                  <a:close/>
                </a:path>
                <a:path w="608329" h="83185">
                  <a:moveTo>
                    <a:pt x="607885" y="0"/>
                  </a:moveTo>
                  <a:lnTo>
                    <a:pt x="0" y="0"/>
                  </a:lnTo>
                  <a:lnTo>
                    <a:pt x="0" y="14084"/>
                  </a:lnTo>
                  <a:lnTo>
                    <a:pt x="607885" y="14084"/>
                  </a:lnTo>
                  <a:lnTo>
                    <a:pt x="607885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 descr=""/>
            <p:cNvSpPr/>
            <p:nvPr/>
          </p:nvSpPr>
          <p:spPr>
            <a:xfrm>
              <a:off x="7531824" y="2906007"/>
              <a:ext cx="518795" cy="1282065"/>
            </a:xfrm>
            <a:custGeom>
              <a:avLst/>
              <a:gdLst/>
              <a:ahLst/>
              <a:cxnLst/>
              <a:rect l="l" t="t" r="r" b="b"/>
              <a:pathLst>
                <a:path w="518795" h="1282064">
                  <a:moveTo>
                    <a:pt x="45326" y="0"/>
                  </a:moveTo>
                  <a:lnTo>
                    <a:pt x="0" y="0"/>
                  </a:lnTo>
                  <a:lnTo>
                    <a:pt x="0" y="1281531"/>
                  </a:lnTo>
                  <a:lnTo>
                    <a:pt x="45326" y="1281531"/>
                  </a:lnTo>
                  <a:lnTo>
                    <a:pt x="45326" y="0"/>
                  </a:lnTo>
                  <a:close/>
                </a:path>
                <a:path w="518795" h="1282064">
                  <a:moveTo>
                    <a:pt x="89598" y="0"/>
                  </a:moveTo>
                  <a:lnTo>
                    <a:pt x="71970" y="0"/>
                  </a:lnTo>
                  <a:lnTo>
                    <a:pt x="71970" y="1281531"/>
                  </a:lnTo>
                  <a:lnTo>
                    <a:pt x="89598" y="1281531"/>
                  </a:lnTo>
                  <a:lnTo>
                    <a:pt x="89598" y="0"/>
                  </a:lnTo>
                  <a:close/>
                </a:path>
                <a:path w="518795" h="1282064">
                  <a:moveTo>
                    <a:pt x="446659" y="0"/>
                  </a:moveTo>
                  <a:lnTo>
                    <a:pt x="429031" y="0"/>
                  </a:lnTo>
                  <a:lnTo>
                    <a:pt x="429031" y="1281531"/>
                  </a:lnTo>
                  <a:lnTo>
                    <a:pt x="446659" y="1281531"/>
                  </a:lnTo>
                  <a:lnTo>
                    <a:pt x="446659" y="0"/>
                  </a:lnTo>
                  <a:close/>
                </a:path>
                <a:path w="518795" h="1282064">
                  <a:moveTo>
                    <a:pt x="518629" y="0"/>
                  </a:moveTo>
                  <a:lnTo>
                    <a:pt x="473303" y="0"/>
                  </a:lnTo>
                  <a:lnTo>
                    <a:pt x="473303" y="1281531"/>
                  </a:lnTo>
                  <a:lnTo>
                    <a:pt x="518629" y="1281531"/>
                  </a:lnTo>
                  <a:lnTo>
                    <a:pt x="518629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 descr=""/>
            <p:cNvSpPr/>
            <p:nvPr/>
          </p:nvSpPr>
          <p:spPr>
            <a:xfrm>
              <a:off x="7514577" y="2732482"/>
              <a:ext cx="553720" cy="0"/>
            </a:xfrm>
            <a:custGeom>
              <a:avLst/>
              <a:gdLst/>
              <a:ahLst/>
              <a:cxnLst/>
              <a:rect l="l" t="t" r="r" b="b"/>
              <a:pathLst>
                <a:path w="553720" h="0">
                  <a:moveTo>
                    <a:pt x="0" y="0"/>
                  </a:moveTo>
                  <a:lnTo>
                    <a:pt x="553145" y="0"/>
                  </a:lnTo>
                </a:path>
              </a:pathLst>
            </a:custGeom>
            <a:ln w="20083">
              <a:solidFill>
                <a:srgbClr val="A6A8AB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 descr=""/>
            <p:cNvSpPr/>
            <p:nvPr/>
          </p:nvSpPr>
          <p:spPr>
            <a:xfrm>
              <a:off x="7638228" y="2905995"/>
              <a:ext cx="306070" cy="1282065"/>
            </a:xfrm>
            <a:custGeom>
              <a:avLst/>
              <a:gdLst/>
              <a:ahLst/>
              <a:cxnLst/>
              <a:rect l="l" t="t" r="r" b="b"/>
              <a:pathLst>
                <a:path w="306070" h="1282064">
                  <a:moveTo>
                    <a:pt x="305844" y="0"/>
                  </a:moveTo>
                  <a:lnTo>
                    <a:pt x="0" y="0"/>
                  </a:lnTo>
                  <a:lnTo>
                    <a:pt x="0" y="1281531"/>
                  </a:lnTo>
                  <a:lnTo>
                    <a:pt x="305844" y="1281531"/>
                  </a:lnTo>
                  <a:lnTo>
                    <a:pt x="305844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 descr=""/>
            <p:cNvSpPr/>
            <p:nvPr/>
          </p:nvSpPr>
          <p:spPr>
            <a:xfrm>
              <a:off x="7638212" y="2906007"/>
              <a:ext cx="306070" cy="46355"/>
            </a:xfrm>
            <a:custGeom>
              <a:avLst/>
              <a:gdLst/>
              <a:ahLst/>
              <a:cxnLst/>
              <a:rect l="l" t="t" r="r" b="b"/>
              <a:pathLst>
                <a:path w="306070" h="46355">
                  <a:moveTo>
                    <a:pt x="45897" y="0"/>
                  </a:moveTo>
                  <a:lnTo>
                    <a:pt x="0" y="0"/>
                  </a:lnTo>
                  <a:lnTo>
                    <a:pt x="0" y="45885"/>
                  </a:lnTo>
                  <a:lnTo>
                    <a:pt x="45897" y="45885"/>
                  </a:lnTo>
                  <a:lnTo>
                    <a:pt x="45897" y="0"/>
                  </a:lnTo>
                  <a:close/>
                </a:path>
                <a:path w="306070" h="46355">
                  <a:moveTo>
                    <a:pt x="305854" y="0"/>
                  </a:moveTo>
                  <a:lnTo>
                    <a:pt x="259956" y="0"/>
                  </a:lnTo>
                  <a:lnTo>
                    <a:pt x="259956" y="45885"/>
                  </a:lnTo>
                  <a:lnTo>
                    <a:pt x="305854" y="45885"/>
                  </a:lnTo>
                  <a:lnTo>
                    <a:pt x="305854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 descr=""/>
            <p:cNvSpPr/>
            <p:nvPr/>
          </p:nvSpPr>
          <p:spPr>
            <a:xfrm>
              <a:off x="7658938" y="2926720"/>
              <a:ext cx="264795" cy="25400"/>
            </a:xfrm>
            <a:custGeom>
              <a:avLst/>
              <a:gdLst/>
              <a:ahLst/>
              <a:cxnLst/>
              <a:rect l="l" t="t" r="r" b="b"/>
              <a:pathLst>
                <a:path w="264795" h="25400">
                  <a:moveTo>
                    <a:pt x="25171" y="0"/>
                  </a:moveTo>
                  <a:lnTo>
                    <a:pt x="0" y="0"/>
                  </a:lnTo>
                  <a:lnTo>
                    <a:pt x="0" y="25171"/>
                  </a:lnTo>
                  <a:lnTo>
                    <a:pt x="25171" y="25171"/>
                  </a:lnTo>
                  <a:lnTo>
                    <a:pt x="25171" y="0"/>
                  </a:lnTo>
                  <a:close/>
                </a:path>
                <a:path w="264795" h="25400">
                  <a:moveTo>
                    <a:pt x="264401" y="0"/>
                  </a:moveTo>
                  <a:lnTo>
                    <a:pt x="239229" y="0"/>
                  </a:lnTo>
                  <a:lnTo>
                    <a:pt x="239229" y="25171"/>
                  </a:lnTo>
                  <a:lnTo>
                    <a:pt x="264401" y="25171"/>
                  </a:lnTo>
                  <a:lnTo>
                    <a:pt x="264401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 descr=""/>
            <p:cNvSpPr/>
            <p:nvPr/>
          </p:nvSpPr>
          <p:spPr>
            <a:xfrm>
              <a:off x="7603795" y="2922618"/>
              <a:ext cx="340360" cy="1250950"/>
            </a:xfrm>
            <a:custGeom>
              <a:avLst/>
              <a:gdLst/>
              <a:ahLst/>
              <a:cxnLst/>
              <a:rect l="l" t="t" r="r" b="b"/>
              <a:pathLst>
                <a:path w="340359" h="1250950">
                  <a:moveTo>
                    <a:pt x="17627" y="1246327"/>
                  </a:moveTo>
                  <a:lnTo>
                    <a:pt x="0" y="1246327"/>
                  </a:lnTo>
                  <a:lnTo>
                    <a:pt x="0" y="1250416"/>
                  </a:lnTo>
                  <a:lnTo>
                    <a:pt x="17627" y="1250416"/>
                  </a:lnTo>
                  <a:lnTo>
                    <a:pt x="17627" y="1246327"/>
                  </a:lnTo>
                  <a:close/>
                </a:path>
                <a:path w="340359" h="1250950">
                  <a:moveTo>
                    <a:pt x="17627" y="1213104"/>
                  </a:moveTo>
                  <a:lnTo>
                    <a:pt x="0" y="1213104"/>
                  </a:lnTo>
                  <a:lnTo>
                    <a:pt x="0" y="1217218"/>
                  </a:lnTo>
                  <a:lnTo>
                    <a:pt x="17627" y="1217218"/>
                  </a:lnTo>
                  <a:lnTo>
                    <a:pt x="17627" y="1213104"/>
                  </a:lnTo>
                  <a:close/>
                </a:path>
                <a:path w="340359" h="1250950">
                  <a:moveTo>
                    <a:pt x="17627" y="1179893"/>
                  </a:moveTo>
                  <a:lnTo>
                    <a:pt x="0" y="1179893"/>
                  </a:lnTo>
                  <a:lnTo>
                    <a:pt x="0" y="1183995"/>
                  </a:lnTo>
                  <a:lnTo>
                    <a:pt x="17627" y="1183995"/>
                  </a:lnTo>
                  <a:lnTo>
                    <a:pt x="17627" y="1179893"/>
                  </a:lnTo>
                  <a:close/>
                </a:path>
                <a:path w="340359" h="1250950">
                  <a:moveTo>
                    <a:pt x="17627" y="1146670"/>
                  </a:moveTo>
                  <a:lnTo>
                    <a:pt x="0" y="1146670"/>
                  </a:lnTo>
                  <a:lnTo>
                    <a:pt x="0" y="1150785"/>
                  </a:lnTo>
                  <a:lnTo>
                    <a:pt x="17627" y="1150785"/>
                  </a:lnTo>
                  <a:lnTo>
                    <a:pt x="17627" y="1146670"/>
                  </a:lnTo>
                  <a:close/>
                </a:path>
                <a:path w="340359" h="1250950">
                  <a:moveTo>
                    <a:pt x="17627" y="1113447"/>
                  </a:moveTo>
                  <a:lnTo>
                    <a:pt x="0" y="1113447"/>
                  </a:lnTo>
                  <a:lnTo>
                    <a:pt x="0" y="1117561"/>
                  </a:lnTo>
                  <a:lnTo>
                    <a:pt x="17627" y="1117561"/>
                  </a:lnTo>
                  <a:lnTo>
                    <a:pt x="17627" y="1113447"/>
                  </a:lnTo>
                  <a:close/>
                </a:path>
                <a:path w="340359" h="1250950">
                  <a:moveTo>
                    <a:pt x="17627" y="1080262"/>
                  </a:moveTo>
                  <a:lnTo>
                    <a:pt x="0" y="1080262"/>
                  </a:lnTo>
                  <a:lnTo>
                    <a:pt x="0" y="1084351"/>
                  </a:lnTo>
                  <a:lnTo>
                    <a:pt x="17627" y="1084351"/>
                  </a:lnTo>
                  <a:lnTo>
                    <a:pt x="17627" y="1080262"/>
                  </a:lnTo>
                  <a:close/>
                </a:path>
                <a:path w="340359" h="1250950">
                  <a:moveTo>
                    <a:pt x="17627" y="1047038"/>
                  </a:moveTo>
                  <a:lnTo>
                    <a:pt x="0" y="1047038"/>
                  </a:lnTo>
                  <a:lnTo>
                    <a:pt x="0" y="1051128"/>
                  </a:lnTo>
                  <a:lnTo>
                    <a:pt x="17627" y="1051128"/>
                  </a:lnTo>
                  <a:lnTo>
                    <a:pt x="17627" y="1047038"/>
                  </a:lnTo>
                  <a:close/>
                </a:path>
                <a:path w="340359" h="1250950">
                  <a:moveTo>
                    <a:pt x="17627" y="1013828"/>
                  </a:moveTo>
                  <a:lnTo>
                    <a:pt x="0" y="1013828"/>
                  </a:lnTo>
                  <a:lnTo>
                    <a:pt x="0" y="1017930"/>
                  </a:lnTo>
                  <a:lnTo>
                    <a:pt x="17627" y="1017930"/>
                  </a:lnTo>
                  <a:lnTo>
                    <a:pt x="17627" y="1013828"/>
                  </a:lnTo>
                  <a:close/>
                </a:path>
                <a:path w="340359" h="1250950">
                  <a:moveTo>
                    <a:pt x="17627" y="980605"/>
                  </a:moveTo>
                  <a:lnTo>
                    <a:pt x="0" y="980605"/>
                  </a:lnTo>
                  <a:lnTo>
                    <a:pt x="0" y="984719"/>
                  </a:lnTo>
                  <a:lnTo>
                    <a:pt x="17627" y="984719"/>
                  </a:lnTo>
                  <a:lnTo>
                    <a:pt x="17627" y="980605"/>
                  </a:lnTo>
                  <a:close/>
                </a:path>
                <a:path w="340359" h="1250950">
                  <a:moveTo>
                    <a:pt x="17627" y="947381"/>
                  </a:moveTo>
                  <a:lnTo>
                    <a:pt x="0" y="947381"/>
                  </a:lnTo>
                  <a:lnTo>
                    <a:pt x="0" y="951484"/>
                  </a:lnTo>
                  <a:lnTo>
                    <a:pt x="17627" y="951484"/>
                  </a:lnTo>
                  <a:lnTo>
                    <a:pt x="17627" y="947381"/>
                  </a:lnTo>
                  <a:close/>
                </a:path>
                <a:path w="340359" h="1250950">
                  <a:moveTo>
                    <a:pt x="17627" y="914196"/>
                  </a:moveTo>
                  <a:lnTo>
                    <a:pt x="0" y="914196"/>
                  </a:lnTo>
                  <a:lnTo>
                    <a:pt x="0" y="918286"/>
                  </a:lnTo>
                  <a:lnTo>
                    <a:pt x="17627" y="918286"/>
                  </a:lnTo>
                  <a:lnTo>
                    <a:pt x="17627" y="914196"/>
                  </a:lnTo>
                  <a:close/>
                </a:path>
                <a:path w="340359" h="1250950">
                  <a:moveTo>
                    <a:pt x="17627" y="880973"/>
                  </a:moveTo>
                  <a:lnTo>
                    <a:pt x="0" y="880973"/>
                  </a:lnTo>
                  <a:lnTo>
                    <a:pt x="0" y="885063"/>
                  </a:lnTo>
                  <a:lnTo>
                    <a:pt x="17627" y="885063"/>
                  </a:lnTo>
                  <a:lnTo>
                    <a:pt x="17627" y="880973"/>
                  </a:lnTo>
                  <a:close/>
                </a:path>
                <a:path w="340359" h="1250950">
                  <a:moveTo>
                    <a:pt x="17627" y="847750"/>
                  </a:moveTo>
                  <a:lnTo>
                    <a:pt x="0" y="847750"/>
                  </a:lnTo>
                  <a:lnTo>
                    <a:pt x="0" y="851852"/>
                  </a:lnTo>
                  <a:lnTo>
                    <a:pt x="17627" y="851852"/>
                  </a:lnTo>
                  <a:lnTo>
                    <a:pt x="17627" y="847750"/>
                  </a:lnTo>
                  <a:close/>
                </a:path>
                <a:path w="340359" h="1250950">
                  <a:moveTo>
                    <a:pt x="17627" y="814539"/>
                  </a:moveTo>
                  <a:lnTo>
                    <a:pt x="0" y="814539"/>
                  </a:lnTo>
                  <a:lnTo>
                    <a:pt x="0" y="818642"/>
                  </a:lnTo>
                  <a:lnTo>
                    <a:pt x="17627" y="818642"/>
                  </a:lnTo>
                  <a:lnTo>
                    <a:pt x="17627" y="814539"/>
                  </a:lnTo>
                  <a:close/>
                </a:path>
                <a:path w="340359" h="1250950">
                  <a:moveTo>
                    <a:pt x="17627" y="781316"/>
                  </a:moveTo>
                  <a:lnTo>
                    <a:pt x="0" y="781316"/>
                  </a:lnTo>
                  <a:lnTo>
                    <a:pt x="0" y="785431"/>
                  </a:lnTo>
                  <a:lnTo>
                    <a:pt x="17627" y="785431"/>
                  </a:lnTo>
                  <a:lnTo>
                    <a:pt x="17627" y="781316"/>
                  </a:lnTo>
                  <a:close/>
                </a:path>
                <a:path w="340359" h="1250950">
                  <a:moveTo>
                    <a:pt x="17627" y="748118"/>
                  </a:moveTo>
                  <a:lnTo>
                    <a:pt x="0" y="748118"/>
                  </a:lnTo>
                  <a:lnTo>
                    <a:pt x="0" y="752221"/>
                  </a:lnTo>
                  <a:lnTo>
                    <a:pt x="17627" y="752221"/>
                  </a:lnTo>
                  <a:lnTo>
                    <a:pt x="17627" y="748118"/>
                  </a:lnTo>
                  <a:close/>
                </a:path>
                <a:path w="340359" h="1250950">
                  <a:moveTo>
                    <a:pt x="17627" y="714895"/>
                  </a:moveTo>
                  <a:lnTo>
                    <a:pt x="0" y="714895"/>
                  </a:lnTo>
                  <a:lnTo>
                    <a:pt x="0" y="718997"/>
                  </a:lnTo>
                  <a:lnTo>
                    <a:pt x="17627" y="718997"/>
                  </a:lnTo>
                  <a:lnTo>
                    <a:pt x="17627" y="714895"/>
                  </a:lnTo>
                  <a:close/>
                </a:path>
                <a:path w="340359" h="1250950">
                  <a:moveTo>
                    <a:pt x="17627" y="681672"/>
                  </a:moveTo>
                  <a:lnTo>
                    <a:pt x="0" y="681672"/>
                  </a:lnTo>
                  <a:lnTo>
                    <a:pt x="0" y="685774"/>
                  </a:lnTo>
                  <a:lnTo>
                    <a:pt x="17627" y="685774"/>
                  </a:lnTo>
                  <a:lnTo>
                    <a:pt x="17627" y="681672"/>
                  </a:lnTo>
                  <a:close/>
                </a:path>
                <a:path w="340359" h="1250950">
                  <a:moveTo>
                    <a:pt x="17627" y="648462"/>
                  </a:moveTo>
                  <a:lnTo>
                    <a:pt x="0" y="648462"/>
                  </a:lnTo>
                  <a:lnTo>
                    <a:pt x="0" y="652564"/>
                  </a:lnTo>
                  <a:lnTo>
                    <a:pt x="17627" y="652564"/>
                  </a:lnTo>
                  <a:lnTo>
                    <a:pt x="17627" y="648462"/>
                  </a:lnTo>
                  <a:close/>
                </a:path>
                <a:path w="340359" h="1250950">
                  <a:moveTo>
                    <a:pt x="17627" y="615251"/>
                  </a:moveTo>
                  <a:lnTo>
                    <a:pt x="0" y="615251"/>
                  </a:lnTo>
                  <a:lnTo>
                    <a:pt x="0" y="619353"/>
                  </a:lnTo>
                  <a:lnTo>
                    <a:pt x="17627" y="619353"/>
                  </a:lnTo>
                  <a:lnTo>
                    <a:pt x="17627" y="615251"/>
                  </a:lnTo>
                  <a:close/>
                </a:path>
                <a:path w="340359" h="1250950">
                  <a:moveTo>
                    <a:pt x="17627" y="582028"/>
                  </a:moveTo>
                  <a:lnTo>
                    <a:pt x="0" y="582028"/>
                  </a:lnTo>
                  <a:lnTo>
                    <a:pt x="0" y="586143"/>
                  </a:lnTo>
                  <a:lnTo>
                    <a:pt x="17627" y="586143"/>
                  </a:lnTo>
                  <a:lnTo>
                    <a:pt x="17627" y="582028"/>
                  </a:lnTo>
                  <a:close/>
                </a:path>
                <a:path w="340359" h="1250950">
                  <a:moveTo>
                    <a:pt x="17627" y="548817"/>
                  </a:moveTo>
                  <a:lnTo>
                    <a:pt x="0" y="548817"/>
                  </a:lnTo>
                  <a:lnTo>
                    <a:pt x="0" y="552919"/>
                  </a:lnTo>
                  <a:lnTo>
                    <a:pt x="17627" y="552919"/>
                  </a:lnTo>
                  <a:lnTo>
                    <a:pt x="17627" y="548817"/>
                  </a:lnTo>
                  <a:close/>
                </a:path>
                <a:path w="340359" h="1250950">
                  <a:moveTo>
                    <a:pt x="17627" y="515607"/>
                  </a:moveTo>
                  <a:lnTo>
                    <a:pt x="0" y="515607"/>
                  </a:lnTo>
                  <a:lnTo>
                    <a:pt x="0" y="519709"/>
                  </a:lnTo>
                  <a:lnTo>
                    <a:pt x="17627" y="519709"/>
                  </a:lnTo>
                  <a:lnTo>
                    <a:pt x="17627" y="515607"/>
                  </a:lnTo>
                  <a:close/>
                </a:path>
                <a:path w="340359" h="1250950">
                  <a:moveTo>
                    <a:pt x="17627" y="482396"/>
                  </a:moveTo>
                  <a:lnTo>
                    <a:pt x="0" y="482396"/>
                  </a:lnTo>
                  <a:lnTo>
                    <a:pt x="0" y="486498"/>
                  </a:lnTo>
                  <a:lnTo>
                    <a:pt x="17627" y="486498"/>
                  </a:lnTo>
                  <a:lnTo>
                    <a:pt x="17627" y="482396"/>
                  </a:lnTo>
                  <a:close/>
                </a:path>
                <a:path w="340359" h="1250950">
                  <a:moveTo>
                    <a:pt x="17627" y="449173"/>
                  </a:moveTo>
                  <a:lnTo>
                    <a:pt x="0" y="449173"/>
                  </a:lnTo>
                  <a:lnTo>
                    <a:pt x="0" y="453288"/>
                  </a:lnTo>
                  <a:lnTo>
                    <a:pt x="17627" y="453288"/>
                  </a:lnTo>
                  <a:lnTo>
                    <a:pt x="17627" y="449173"/>
                  </a:lnTo>
                  <a:close/>
                </a:path>
                <a:path w="340359" h="1250950">
                  <a:moveTo>
                    <a:pt x="17627" y="415963"/>
                  </a:moveTo>
                  <a:lnTo>
                    <a:pt x="0" y="415963"/>
                  </a:lnTo>
                  <a:lnTo>
                    <a:pt x="0" y="420065"/>
                  </a:lnTo>
                  <a:lnTo>
                    <a:pt x="17627" y="420065"/>
                  </a:lnTo>
                  <a:lnTo>
                    <a:pt x="17627" y="415963"/>
                  </a:lnTo>
                  <a:close/>
                </a:path>
                <a:path w="340359" h="1250950">
                  <a:moveTo>
                    <a:pt x="17627" y="382752"/>
                  </a:moveTo>
                  <a:lnTo>
                    <a:pt x="0" y="382752"/>
                  </a:lnTo>
                  <a:lnTo>
                    <a:pt x="0" y="386854"/>
                  </a:lnTo>
                  <a:lnTo>
                    <a:pt x="17627" y="386854"/>
                  </a:lnTo>
                  <a:lnTo>
                    <a:pt x="17627" y="382752"/>
                  </a:lnTo>
                  <a:close/>
                </a:path>
                <a:path w="340359" h="1250950">
                  <a:moveTo>
                    <a:pt x="17627" y="349542"/>
                  </a:moveTo>
                  <a:lnTo>
                    <a:pt x="0" y="349542"/>
                  </a:lnTo>
                  <a:lnTo>
                    <a:pt x="0" y="353644"/>
                  </a:lnTo>
                  <a:lnTo>
                    <a:pt x="17627" y="353644"/>
                  </a:lnTo>
                  <a:lnTo>
                    <a:pt x="17627" y="349542"/>
                  </a:lnTo>
                  <a:close/>
                </a:path>
                <a:path w="340359" h="1250950">
                  <a:moveTo>
                    <a:pt x="17627" y="316318"/>
                  </a:moveTo>
                  <a:lnTo>
                    <a:pt x="0" y="316318"/>
                  </a:lnTo>
                  <a:lnTo>
                    <a:pt x="0" y="320433"/>
                  </a:lnTo>
                  <a:lnTo>
                    <a:pt x="17627" y="320433"/>
                  </a:lnTo>
                  <a:lnTo>
                    <a:pt x="17627" y="316318"/>
                  </a:lnTo>
                  <a:close/>
                </a:path>
                <a:path w="340359" h="1250950">
                  <a:moveTo>
                    <a:pt x="17627" y="283108"/>
                  </a:moveTo>
                  <a:lnTo>
                    <a:pt x="0" y="283108"/>
                  </a:lnTo>
                  <a:lnTo>
                    <a:pt x="0" y="287210"/>
                  </a:lnTo>
                  <a:lnTo>
                    <a:pt x="17627" y="287210"/>
                  </a:lnTo>
                  <a:lnTo>
                    <a:pt x="17627" y="283108"/>
                  </a:lnTo>
                  <a:close/>
                </a:path>
                <a:path w="340359" h="1250950">
                  <a:moveTo>
                    <a:pt x="17627" y="249897"/>
                  </a:moveTo>
                  <a:lnTo>
                    <a:pt x="0" y="249897"/>
                  </a:lnTo>
                  <a:lnTo>
                    <a:pt x="0" y="254000"/>
                  </a:lnTo>
                  <a:lnTo>
                    <a:pt x="17627" y="254000"/>
                  </a:lnTo>
                  <a:lnTo>
                    <a:pt x="17627" y="249897"/>
                  </a:lnTo>
                  <a:close/>
                </a:path>
                <a:path w="340359" h="1250950">
                  <a:moveTo>
                    <a:pt x="17627" y="216687"/>
                  </a:moveTo>
                  <a:lnTo>
                    <a:pt x="0" y="216687"/>
                  </a:lnTo>
                  <a:lnTo>
                    <a:pt x="0" y="220789"/>
                  </a:lnTo>
                  <a:lnTo>
                    <a:pt x="17627" y="220789"/>
                  </a:lnTo>
                  <a:lnTo>
                    <a:pt x="17627" y="216687"/>
                  </a:lnTo>
                  <a:close/>
                </a:path>
                <a:path w="340359" h="1250950">
                  <a:moveTo>
                    <a:pt x="294373" y="0"/>
                  </a:moveTo>
                  <a:lnTo>
                    <a:pt x="80314" y="0"/>
                  </a:lnTo>
                  <a:lnTo>
                    <a:pt x="80314" y="4102"/>
                  </a:lnTo>
                  <a:lnTo>
                    <a:pt x="294373" y="4102"/>
                  </a:lnTo>
                  <a:lnTo>
                    <a:pt x="294373" y="0"/>
                  </a:lnTo>
                  <a:close/>
                </a:path>
                <a:path w="340359" h="1250950">
                  <a:moveTo>
                    <a:pt x="319544" y="25171"/>
                  </a:moveTo>
                  <a:lnTo>
                    <a:pt x="55143" y="25171"/>
                  </a:lnTo>
                  <a:lnTo>
                    <a:pt x="55143" y="29273"/>
                  </a:lnTo>
                  <a:lnTo>
                    <a:pt x="319544" y="29273"/>
                  </a:lnTo>
                  <a:lnTo>
                    <a:pt x="319544" y="25171"/>
                  </a:lnTo>
                  <a:close/>
                </a:path>
                <a:path w="340359" h="1250950">
                  <a:moveTo>
                    <a:pt x="340271" y="1246327"/>
                  </a:moveTo>
                  <a:lnTo>
                    <a:pt x="34429" y="1246327"/>
                  </a:lnTo>
                  <a:lnTo>
                    <a:pt x="34429" y="1250416"/>
                  </a:lnTo>
                  <a:lnTo>
                    <a:pt x="340271" y="1250416"/>
                  </a:lnTo>
                  <a:lnTo>
                    <a:pt x="340271" y="1246327"/>
                  </a:lnTo>
                  <a:close/>
                </a:path>
                <a:path w="340359" h="1250950">
                  <a:moveTo>
                    <a:pt x="340271" y="1213104"/>
                  </a:moveTo>
                  <a:lnTo>
                    <a:pt x="34429" y="1213104"/>
                  </a:lnTo>
                  <a:lnTo>
                    <a:pt x="34429" y="1217218"/>
                  </a:lnTo>
                  <a:lnTo>
                    <a:pt x="340271" y="1217218"/>
                  </a:lnTo>
                  <a:lnTo>
                    <a:pt x="340271" y="1213104"/>
                  </a:lnTo>
                  <a:close/>
                </a:path>
                <a:path w="340359" h="1250950">
                  <a:moveTo>
                    <a:pt x="340271" y="1179893"/>
                  </a:moveTo>
                  <a:lnTo>
                    <a:pt x="34429" y="1179893"/>
                  </a:lnTo>
                  <a:lnTo>
                    <a:pt x="34429" y="1183995"/>
                  </a:lnTo>
                  <a:lnTo>
                    <a:pt x="340271" y="1183995"/>
                  </a:lnTo>
                  <a:lnTo>
                    <a:pt x="340271" y="1179893"/>
                  </a:lnTo>
                  <a:close/>
                </a:path>
                <a:path w="340359" h="1250950">
                  <a:moveTo>
                    <a:pt x="340271" y="1146670"/>
                  </a:moveTo>
                  <a:lnTo>
                    <a:pt x="34429" y="1146670"/>
                  </a:lnTo>
                  <a:lnTo>
                    <a:pt x="34429" y="1150785"/>
                  </a:lnTo>
                  <a:lnTo>
                    <a:pt x="340271" y="1150785"/>
                  </a:lnTo>
                  <a:lnTo>
                    <a:pt x="340271" y="1146670"/>
                  </a:lnTo>
                  <a:close/>
                </a:path>
                <a:path w="340359" h="1250950">
                  <a:moveTo>
                    <a:pt x="340271" y="1113447"/>
                  </a:moveTo>
                  <a:lnTo>
                    <a:pt x="34429" y="1113447"/>
                  </a:lnTo>
                  <a:lnTo>
                    <a:pt x="34429" y="1117561"/>
                  </a:lnTo>
                  <a:lnTo>
                    <a:pt x="340271" y="1117561"/>
                  </a:lnTo>
                  <a:lnTo>
                    <a:pt x="340271" y="1113447"/>
                  </a:lnTo>
                  <a:close/>
                </a:path>
                <a:path w="340359" h="1250950">
                  <a:moveTo>
                    <a:pt x="340271" y="1080262"/>
                  </a:moveTo>
                  <a:lnTo>
                    <a:pt x="34429" y="1080262"/>
                  </a:lnTo>
                  <a:lnTo>
                    <a:pt x="34429" y="1084351"/>
                  </a:lnTo>
                  <a:lnTo>
                    <a:pt x="340271" y="1084351"/>
                  </a:lnTo>
                  <a:lnTo>
                    <a:pt x="340271" y="1080262"/>
                  </a:lnTo>
                  <a:close/>
                </a:path>
                <a:path w="340359" h="1250950">
                  <a:moveTo>
                    <a:pt x="340271" y="1047038"/>
                  </a:moveTo>
                  <a:lnTo>
                    <a:pt x="34429" y="1047038"/>
                  </a:lnTo>
                  <a:lnTo>
                    <a:pt x="34429" y="1051128"/>
                  </a:lnTo>
                  <a:lnTo>
                    <a:pt x="340271" y="1051128"/>
                  </a:lnTo>
                  <a:lnTo>
                    <a:pt x="340271" y="1047038"/>
                  </a:lnTo>
                  <a:close/>
                </a:path>
                <a:path w="340359" h="1250950">
                  <a:moveTo>
                    <a:pt x="340271" y="1013828"/>
                  </a:moveTo>
                  <a:lnTo>
                    <a:pt x="34429" y="1013828"/>
                  </a:lnTo>
                  <a:lnTo>
                    <a:pt x="34429" y="1017930"/>
                  </a:lnTo>
                  <a:lnTo>
                    <a:pt x="340271" y="1017930"/>
                  </a:lnTo>
                  <a:lnTo>
                    <a:pt x="340271" y="1013828"/>
                  </a:lnTo>
                  <a:close/>
                </a:path>
                <a:path w="340359" h="1250950">
                  <a:moveTo>
                    <a:pt x="340271" y="980605"/>
                  </a:moveTo>
                  <a:lnTo>
                    <a:pt x="34429" y="980605"/>
                  </a:lnTo>
                  <a:lnTo>
                    <a:pt x="34429" y="984719"/>
                  </a:lnTo>
                  <a:lnTo>
                    <a:pt x="340271" y="984719"/>
                  </a:lnTo>
                  <a:lnTo>
                    <a:pt x="340271" y="980605"/>
                  </a:lnTo>
                  <a:close/>
                </a:path>
                <a:path w="340359" h="1250950">
                  <a:moveTo>
                    <a:pt x="340271" y="947381"/>
                  </a:moveTo>
                  <a:lnTo>
                    <a:pt x="34429" y="947381"/>
                  </a:lnTo>
                  <a:lnTo>
                    <a:pt x="34429" y="951484"/>
                  </a:lnTo>
                  <a:lnTo>
                    <a:pt x="340271" y="951484"/>
                  </a:lnTo>
                  <a:lnTo>
                    <a:pt x="340271" y="947381"/>
                  </a:lnTo>
                  <a:close/>
                </a:path>
                <a:path w="340359" h="1250950">
                  <a:moveTo>
                    <a:pt x="340271" y="914196"/>
                  </a:moveTo>
                  <a:lnTo>
                    <a:pt x="34429" y="914196"/>
                  </a:lnTo>
                  <a:lnTo>
                    <a:pt x="34429" y="918286"/>
                  </a:lnTo>
                  <a:lnTo>
                    <a:pt x="340271" y="918286"/>
                  </a:lnTo>
                  <a:lnTo>
                    <a:pt x="340271" y="914196"/>
                  </a:lnTo>
                  <a:close/>
                </a:path>
                <a:path w="340359" h="1250950">
                  <a:moveTo>
                    <a:pt x="340271" y="880973"/>
                  </a:moveTo>
                  <a:lnTo>
                    <a:pt x="34429" y="880973"/>
                  </a:lnTo>
                  <a:lnTo>
                    <a:pt x="34429" y="885063"/>
                  </a:lnTo>
                  <a:lnTo>
                    <a:pt x="340271" y="885063"/>
                  </a:lnTo>
                  <a:lnTo>
                    <a:pt x="340271" y="880973"/>
                  </a:lnTo>
                  <a:close/>
                </a:path>
                <a:path w="340359" h="1250950">
                  <a:moveTo>
                    <a:pt x="340271" y="847750"/>
                  </a:moveTo>
                  <a:lnTo>
                    <a:pt x="34429" y="847750"/>
                  </a:lnTo>
                  <a:lnTo>
                    <a:pt x="34429" y="851852"/>
                  </a:lnTo>
                  <a:lnTo>
                    <a:pt x="340271" y="851852"/>
                  </a:lnTo>
                  <a:lnTo>
                    <a:pt x="340271" y="847750"/>
                  </a:lnTo>
                  <a:close/>
                </a:path>
                <a:path w="340359" h="1250950">
                  <a:moveTo>
                    <a:pt x="340271" y="814539"/>
                  </a:moveTo>
                  <a:lnTo>
                    <a:pt x="34429" y="814539"/>
                  </a:lnTo>
                  <a:lnTo>
                    <a:pt x="34429" y="818642"/>
                  </a:lnTo>
                  <a:lnTo>
                    <a:pt x="340271" y="818642"/>
                  </a:lnTo>
                  <a:lnTo>
                    <a:pt x="340271" y="814539"/>
                  </a:lnTo>
                  <a:close/>
                </a:path>
                <a:path w="340359" h="1250950">
                  <a:moveTo>
                    <a:pt x="340271" y="781316"/>
                  </a:moveTo>
                  <a:lnTo>
                    <a:pt x="34429" y="781316"/>
                  </a:lnTo>
                  <a:lnTo>
                    <a:pt x="34429" y="785431"/>
                  </a:lnTo>
                  <a:lnTo>
                    <a:pt x="340271" y="785431"/>
                  </a:lnTo>
                  <a:lnTo>
                    <a:pt x="340271" y="781316"/>
                  </a:lnTo>
                  <a:close/>
                </a:path>
                <a:path w="340359" h="1250950">
                  <a:moveTo>
                    <a:pt x="340271" y="748118"/>
                  </a:moveTo>
                  <a:lnTo>
                    <a:pt x="34429" y="748118"/>
                  </a:lnTo>
                  <a:lnTo>
                    <a:pt x="34429" y="752221"/>
                  </a:lnTo>
                  <a:lnTo>
                    <a:pt x="340271" y="752221"/>
                  </a:lnTo>
                  <a:lnTo>
                    <a:pt x="340271" y="748118"/>
                  </a:lnTo>
                  <a:close/>
                </a:path>
                <a:path w="340359" h="1250950">
                  <a:moveTo>
                    <a:pt x="340271" y="714895"/>
                  </a:moveTo>
                  <a:lnTo>
                    <a:pt x="34429" y="714895"/>
                  </a:lnTo>
                  <a:lnTo>
                    <a:pt x="34429" y="718997"/>
                  </a:lnTo>
                  <a:lnTo>
                    <a:pt x="340271" y="718997"/>
                  </a:lnTo>
                  <a:lnTo>
                    <a:pt x="340271" y="714895"/>
                  </a:lnTo>
                  <a:close/>
                </a:path>
                <a:path w="340359" h="1250950">
                  <a:moveTo>
                    <a:pt x="340271" y="681672"/>
                  </a:moveTo>
                  <a:lnTo>
                    <a:pt x="34429" y="681672"/>
                  </a:lnTo>
                  <a:lnTo>
                    <a:pt x="34429" y="685774"/>
                  </a:lnTo>
                  <a:lnTo>
                    <a:pt x="340271" y="685774"/>
                  </a:lnTo>
                  <a:lnTo>
                    <a:pt x="340271" y="681672"/>
                  </a:lnTo>
                  <a:close/>
                </a:path>
                <a:path w="340359" h="1250950">
                  <a:moveTo>
                    <a:pt x="340271" y="648462"/>
                  </a:moveTo>
                  <a:lnTo>
                    <a:pt x="34429" y="648462"/>
                  </a:lnTo>
                  <a:lnTo>
                    <a:pt x="34429" y="652564"/>
                  </a:lnTo>
                  <a:lnTo>
                    <a:pt x="340271" y="652564"/>
                  </a:lnTo>
                  <a:lnTo>
                    <a:pt x="340271" y="648462"/>
                  </a:lnTo>
                  <a:close/>
                </a:path>
                <a:path w="340359" h="1250950">
                  <a:moveTo>
                    <a:pt x="340271" y="615251"/>
                  </a:moveTo>
                  <a:lnTo>
                    <a:pt x="34429" y="615251"/>
                  </a:lnTo>
                  <a:lnTo>
                    <a:pt x="34429" y="619353"/>
                  </a:lnTo>
                  <a:lnTo>
                    <a:pt x="340271" y="619353"/>
                  </a:lnTo>
                  <a:lnTo>
                    <a:pt x="340271" y="615251"/>
                  </a:lnTo>
                  <a:close/>
                </a:path>
                <a:path w="340359" h="1250950">
                  <a:moveTo>
                    <a:pt x="340271" y="582028"/>
                  </a:moveTo>
                  <a:lnTo>
                    <a:pt x="34429" y="582028"/>
                  </a:lnTo>
                  <a:lnTo>
                    <a:pt x="34429" y="586143"/>
                  </a:lnTo>
                  <a:lnTo>
                    <a:pt x="340271" y="586143"/>
                  </a:lnTo>
                  <a:lnTo>
                    <a:pt x="340271" y="582028"/>
                  </a:lnTo>
                  <a:close/>
                </a:path>
                <a:path w="340359" h="1250950">
                  <a:moveTo>
                    <a:pt x="340271" y="548817"/>
                  </a:moveTo>
                  <a:lnTo>
                    <a:pt x="34429" y="548817"/>
                  </a:lnTo>
                  <a:lnTo>
                    <a:pt x="34429" y="552919"/>
                  </a:lnTo>
                  <a:lnTo>
                    <a:pt x="340271" y="552919"/>
                  </a:lnTo>
                  <a:lnTo>
                    <a:pt x="340271" y="548817"/>
                  </a:lnTo>
                  <a:close/>
                </a:path>
                <a:path w="340359" h="1250950">
                  <a:moveTo>
                    <a:pt x="340271" y="515607"/>
                  </a:moveTo>
                  <a:lnTo>
                    <a:pt x="34429" y="515607"/>
                  </a:lnTo>
                  <a:lnTo>
                    <a:pt x="34429" y="519709"/>
                  </a:lnTo>
                  <a:lnTo>
                    <a:pt x="340271" y="519709"/>
                  </a:lnTo>
                  <a:lnTo>
                    <a:pt x="340271" y="515607"/>
                  </a:lnTo>
                  <a:close/>
                </a:path>
                <a:path w="340359" h="1250950">
                  <a:moveTo>
                    <a:pt x="340271" y="482396"/>
                  </a:moveTo>
                  <a:lnTo>
                    <a:pt x="34429" y="482396"/>
                  </a:lnTo>
                  <a:lnTo>
                    <a:pt x="34429" y="486498"/>
                  </a:lnTo>
                  <a:lnTo>
                    <a:pt x="340271" y="486498"/>
                  </a:lnTo>
                  <a:lnTo>
                    <a:pt x="340271" y="482396"/>
                  </a:lnTo>
                  <a:close/>
                </a:path>
                <a:path w="340359" h="1250950">
                  <a:moveTo>
                    <a:pt x="340271" y="449173"/>
                  </a:moveTo>
                  <a:lnTo>
                    <a:pt x="34429" y="449173"/>
                  </a:lnTo>
                  <a:lnTo>
                    <a:pt x="34429" y="453288"/>
                  </a:lnTo>
                  <a:lnTo>
                    <a:pt x="340271" y="453288"/>
                  </a:lnTo>
                  <a:lnTo>
                    <a:pt x="340271" y="449173"/>
                  </a:lnTo>
                  <a:close/>
                </a:path>
                <a:path w="340359" h="1250950">
                  <a:moveTo>
                    <a:pt x="340271" y="415963"/>
                  </a:moveTo>
                  <a:lnTo>
                    <a:pt x="34429" y="415963"/>
                  </a:lnTo>
                  <a:lnTo>
                    <a:pt x="34429" y="420065"/>
                  </a:lnTo>
                  <a:lnTo>
                    <a:pt x="340271" y="420065"/>
                  </a:lnTo>
                  <a:lnTo>
                    <a:pt x="340271" y="415963"/>
                  </a:lnTo>
                  <a:close/>
                </a:path>
                <a:path w="340359" h="1250950">
                  <a:moveTo>
                    <a:pt x="340271" y="382752"/>
                  </a:moveTo>
                  <a:lnTo>
                    <a:pt x="34429" y="382752"/>
                  </a:lnTo>
                  <a:lnTo>
                    <a:pt x="34429" y="386854"/>
                  </a:lnTo>
                  <a:lnTo>
                    <a:pt x="340271" y="386854"/>
                  </a:lnTo>
                  <a:lnTo>
                    <a:pt x="340271" y="382752"/>
                  </a:lnTo>
                  <a:close/>
                </a:path>
                <a:path w="340359" h="1250950">
                  <a:moveTo>
                    <a:pt x="340271" y="349542"/>
                  </a:moveTo>
                  <a:lnTo>
                    <a:pt x="34429" y="349542"/>
                  </a:lnTo>
                  <a:lnTo>
                    <a:pt x="34429" y="353644"/>
                  </a:lnTo>
                  <a:lnTo>
                    <a:pt x="340271" y="353644"/>
                  </a:lnTo>
                  <a:lnTo>
                    <a:pt x="340271" y="349542"/>
                  </a:lnTo>
                  <a:close/>
                </a:path>
                <a:path w="340359" h="1250950">
                  <a:moveTo>
                    <a:pt x="340271" y="316318"/>
                  </a:moveTo>
                  <a:lnTo>
                    <a:pt x="34429" y="316318"/>
                  </a:lnTo>
                  <a:lnTo>
                    <a:pt x="34429" y="320433"/>
                  </a:lnTo>
                  <a:lnTo>
                    <a:pt x="340271" y="320433"/>
                  </a:lnTo>
                  <a:lnTo>
                    <a:pt x="340271" y="316318"/>
                  </a:lnTo>
                  <a:close/>
                </a:path>
                <a:path w="340359" h="1250950">
                  <a:moveTo>
                    <a:pt x="340271" y="283108"/>
                  </a:moveTo>
                  <a:lnTo>
                    <a:pt x="34429" y="283108"/>
                  </a:lnTo>
                  <a:lnTo>
                    <a:pt x="34429" y="287210"/>
                  </a:lnTo>
                  <a:lnTo>
                    <a:pt x="340271" y="287210"/>
                  </a:lnTo>
                  <a:lnTo>
                    <a:pt x="340271" y="283108"/>
                  </a:lnTo>
                  <a:close/>
                </a:path>
                <a:path w="340359" h="1250950">
                  <a:moveTo>
                    <a:pt x="340271" y="249897"/>
                  </a:moveTo>
                  <a:lnTo>
                    <a:pt x="34429" y="249897"/>
                  </a:lnTo>
                  <a:lnTo>
                    <a:pt x="34429" y="254000"/>
                  </a:lnTo>
                  <a:lnTo>
                    <a:pt x="340271" y="254000"/>
                  </a:lnTo>
                  <a:lnTo>
                    <a:pt x="340271" y="249897"/>
                  </a:lnTo>
                  <a:close/>
                </a:path>
                <a:path w="340359" h="1250950">
                  <a:moveTo>
                    <a:pt x="340271" y="216687"/>
                  </a:moveTo>
                  <a:lnTo>
                    <a:pt x="34429" y="216687"/>
                  </a:lnTo>
                  <a:lnTo>
                    <a:pt x="34429" y="220789"/>
                  </a:lnTo>
                  <a:lnTo>
                    <a:pt x="340271" y="220789"/>
                  </a:lnTo>
                  <a:lnTo>
                    <a:pt x="340271" y="216687"/>
                  </a:lnTo>
                  <a:close/>
                </a:path>
                <a:path w="340359" h="1250950">
                  <a:moveTo>
                    <a:pt x="340271" y="183464"/>
                  </a:moveTo>
                  <a:lnTo>
                    <a:pt x="34429" y="183464"/>
                  </a:lnTo>
                  <a:lnTo>
                    <a:pt x="34429" y="187579"/>
                  </a:lnTo>
                  <a:lnTo>
                    <a:pt x="340271" y="187579"/>
                  </a:lnTo>
                  <a:lnTo>
                    <a:pt x="340271" y="183464"/>
                  </a:lnTo>
                  <a:close/>
                </a:path>
                <a:path w="340359" h="1250950">
                  <a:moveTo>
                    <a:pt x="340271" y="150241"/>
                  </a:moveTo>
                  <a:lnTo>
                    <a:pt x="34429" y="150241"/>
                  </a:lnTo>
                  <a:lnTo>
                    <a:pt x="34429" y="154355"/>
                  </a:lnTo>
                  <a:lnTo>
                    <a:pt x="340271" y="154355"/>
                  </a:lnTo>
                  <a:lnTo>
                    <a:pt x="340271" y="150241"/>
                  </a:lnTo>
                  <a:close/>
                </a:path>
                <a:path w="340359" h="1250950">
                  <a:moveTo>
                    <a:pt x="340271" y="117043"/>
                  </a:moveTo>
                  <a:lnTo>
                    <a:pt x="34429" y="117043"/>
                  </a:lnTo>
                  <a:lnTo>
                    <a:pt x="34429" y="121145"/>
                  </a:lnTo>
                  <a:lnTo>
                    <a:pt x="340271" y="121145"/>
                  </a:lnTo>
                  <a:lnTo>
                    <a:pt x="340271" y="117043"/>
                  </a:lnTo>
                  <a:close/>
                </a:path>
                <a:path w="340359" h="1250950">
                  <a:moveTo>
                    <a:pt x="340271" y="83832"/>
                  </a:moveTo>
                  <a:lnTo>
                    <a:pt x="34429" y="83832"/>
                  </a:lnTo>
                  <a:lnTo>
                    <a:pt x="34429" y="87934"/>
                  </a:lnTo>
                  <a:lnTo>
                    <a:pt x="340271" y="87934"/>
                  </a:lnTo>
                  <a:lnTo>
                    <a:pt x="340271" y="83832"/>
                  </a:lnTo>
                  <a:close/>
                </a:path>
                <a:path w="340359" h="1250950">
                  <a:moveTo>
                    <a:pt x="340271" y="50609"/>
                  </a:moveTo>
                  <a:lnTo>
                    <a:pt x="34429" y="50609"/>
                  </a:lnTo>
                  <a:lnTo>
                    <a:pt x="34429" y="54711"/>
                  </a:lnTo>
                  <a:lnTo>
                    <a:pt x="340271" y="54711"/>
                  </a:lnTo>
                  <a:lnTo>
                    <a:pt x="340271" y="50609"/>
                  </a:lnTo>
                  <a:close/>
                </a:path>
              </a:pathLst>
            </a:custGeom>
            <a:solidFill>
              <a:srgbClr val="80818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 descr=""/>
            <p:cNvSpPr/>
            <p:nvPr/>
          </p:nvSpPr>
          <p:spPr>
            <a:xfrm>
              <a:off x="7603795" y="2973228"/>
              <a:ext cx="447040" cy="1200150"/>
            </a:xfrm>
            <a:custGeom>
              <a:avLst/>
              <a:gdLst/>
              <a:ahLst/>
              <a:cxnLst/>
              <a:rect l="l" t="t" r="r" b="b"/>
              <a:pathLst>
                <a:path w="447040" h="1200150">
                  <a:moveTo>
                    <a:pt x="17627" y="166077"/>
                  </a:moveTo>
                  <a:lnTo>
                    <a:pt x="0" y="166077"/>
                  </a:lnTo>
                  <a:lnTo>
                    <a:pt x="0" y="170180"/>
                  </a:lnTo>
                  <a:lnTo>
                    <a:pt x="17627" y="170180"/>
                  </a:lnTo>
                  <a:lnTo>
                    <a:pt x="17627" y="166077"/>
                  </a:lnTo>
                  <a:close/>
                </a:path>
                <a:path w="447040" h="1200150">
                  <a:moveTo>
                    <a:pt x="17627" y="132854"/>
                  </a:moveTo>
                  <a:lnTo>
                    <a:pt x="0" y="132854"/>
                  </a:lnTo>
                  <a:lnTo>
                    <a:pt x="0" y="136969"/>
                  </a:lnTo>
                  <a:lnTo>
                    <a:pt x="17627" y="136969"/>
                  </a:lnTo>
                  <a:lnTo>
                    <a:pt x="17627" y="132854"/>
                  </a:lnTo>
                  <a:close/>
                </a:path>
                <a:path w="447040" h="1200150">
                  <a:moveTo>
                    <a:pt x="17627" y="99631"/>
                  </a:moveTo>
                  <a:lnTo>
                    <a:pt x="0" y="99631"/>
                  </a:lnTo>
                  <a:lnTo>
                    <a:pt x="0" y="103746"/>
                  </a:lnTo>
                  <a:lnTo>
                    <a:pt x="17627" y="103746"/>
                  </a:lnTo>
                  <a:lnTo>
                    <a:pt x="17627" y="99631"/>
                  </a:lnTo>
                  <a:close/>
                </a:path>
                <a:path w="447040" h="1200150">
                  <a:moveTo>
                    <a:pt x="17627" y="66433"/>
                  </a:moveTo>
                  <a:lnTo>
                    <a:pt x="0" y="66433"/>
                  </a:lnTo>
                  <a:lnTo>
                    <a:pt x="0" y="70535"/>
                  </a:lnTo>
                  <a:lnTo>
                    <a:pt x="17627" y="70535"/>
                  </a:lnTo>
                  <a:lnTo>
                    <a:pt x="17627" y="66433"/>
                  </a:lnTo>
                  <a:close/>
                </a:path>
                <a:path w="447040" h="1200150">
                  <a:moveTo>
                    <a:pt x="17627" y="33223"/>
                  </a:moveTo>
                  <a:lnTo>
                    <a:pt x="0" y="33223"/>
                  </a:lnTo>
                  <a:lnTo>
                    <a:pt x="0" y="37325"/>
                  </a:lnTo>
                  <a:lnTo>
                    <a:pt x="17627" y="37325"/>
                  </a:lnTo>
                  <a:lnTo>
                    <a:pt x="17627" y="33223"/>
                  </a:lnTo>
                  <a:close/>
                </a:path>
                <a:path w="447040" h="1200150">
                  <a:moveTo>
                    <a:pt x="17627" y="0"/>
                  </a:moveTo>
                  <a:lnTo>
                    <a:pt x="0" y="0"/>
                  </a:lnTo>
                  <a:lnTo>
                    <a:pt x="0" y="4102"/>
                  </a:lnTo>
                  <a:lnTo>
                    <a:pt x="17627" y="4102"/>
                  </a:lnTo>
                  <a:lnTo>
                    <a:pt x="17627" y="0"/>
                  </a:lnTo>
                  <a:close/>
                </a:path>
                <a:path w="447040" h="1200150">
                  <a:moveTo>
                    <a:pt x="374675" y="1195717"/>
                  </a:moveTo>
                  <a:lnTo>
                    <a:pt x="357047" y="1195717"/>
                  </a:lnTo>
                  <a:lnTo>
                    <a:pt x="357047" y="1199807"/>
                  </a:lnTo>
                  <a:lnTo>
                    <a:pt x="374675" y="1199807"/>
                  </a:lnTo>
                  <a:lnTo>
                    <a:pt x="374675" y="1195717"/>
                  </a:lnTo>
                  <a:close/>
                </a:path>
                <a:path w="447040" h="1200150">
                  <a:moveTo>
                    <a:pt x="374675" y="1162494"/>
                  </a:moveTo>
                  <a:lnTo>
                    <a:pt x="357047" y="1162494"/>
                  </a:lnTo>
                  <a:lnTo>
                    <a:pt x="357047" y="1166609"/>
                  </a:lnTo>
                  <a:lnTo>
                    <a:pt x="374675" y="1166609"/>
                  </a:lnTo>
                  <a:lnTo>
                    <a:pt x="374675" y="1162494"/>
                  </a:lnTo>
                  <a:close/>
                </a:path>
                <a:path w="447040" h="1200150">
                  <a:moveTo>
                    <a:pt x="374675" y="1129284"/>
                  </a:moveTo>
                  <a:lnTo>
                    <a:pt x="357047" y="1129284"/>
                  </a:lnTo>
                  <a:lnTo>
                    <a:pt x="357047" y="1133386"/>
                  </a:lnTo>
                  <a:lnTo>
                    <a:pt x="374675" y="1133386"/>
                  </a:lnTo>
                  <a:lnTo>
                    <a:pt x="374675" y="1129284"/>
                  </a:lnTo>
                  <a:close/>
                </a:path>
                <a:path w="447040" h="1200150">
                  <a:moveTo>
                    <a:pt x="374675" y="1096060"/>
                  </a:moveTo>
                  <a:lnTo>
                    <a:pt x="357047" y="1096060"/>
                  </a:lnTo>
                  <a:lnTo>
                    <a:pt x="357047" y="1100175"/>
                  </a:lnTo>
                  <a:lnTo>
                    <a:pt x="374675" y="1100175"/>
                  </a:lnTo>
                  <a:lnTo>
                    <a:pt x="374675" y="1096060"/>
                  </a:lnTo>
                  <a:close/>
                </a:path>
                <a:path w="447040" h="1200150">
                  <a:moveTo>
                    <a:pt x="374675" y="1062837"/>
                  </a:moveTo>
                  <a:lnTo>
                    <a:pt x="357047" y="1062837"/>
                  </a:lnTo>
                  <a:lnTo>
                    <a:pt x="357047" y="1066952"/>
                  </a:lnTo>
                  <a:lnTo>
                    <a:pt x="374675" y="1066952"/>
                  </a:lnTo>
                  <a:lnTo>
                    <a:pt x="374675" y="1062837"/>
                  </a:lnTo>
                  <a:close/>
                </a:path>
                <a:path w="447040" h="1200150">
                  <a:moveTo>
                    <a:pt x="374675" y="1029652"/>
                  </a:moveTo>
                  <a:lnTo>
                    <a:pt x="357047" y="1029652"/>
                  </a:lnTo>
                  <a:lnTo>
                    <a:pt x="357047" y="1033741"/>
                  </a:lnTo>
                  <a:lnTo>
                    <a:pt x="374675" y="1033741"/>
                  </a:lnTo>
                  <a:lnTo>
                    <a:pt x="374675" y="1029652"/>
                  </a:lnTo>
                  <a:close/>
                </a:path>
                <a:path w="447040" h="1200150">
                  <a:moveTo>
                    <a:pt x="374675" y="996429"/>
                  </a:moveTo>
                  <a:lnTo>
                    <a:pt x="357047" y="996429"/>
                  </a:lnTo>
                  <a:lnTo>
                    <a:pt x="357047" y="1000518"/>
                  </a:lnTo>
                  <a:lnTo>
                    <a:pt x="374675" y="1000518"/>
                  </a:lnTo>
                  <a:lnTo>
                    <a:pt x="374675" y="996429"/>
                  </a:lnTo>
                  <a:close/>
                </a:path>
                <a:path w="447040" h="1200150">
                  <a:moveTo>
                    <a:pt x="374675" y="963218"/>
                  </a:moveTo>
                  <a:lnTo>
                    <a:pt x="357047" y="963218"/>
                  </a:lnTo>
                  <a:lnTo>
                    <a:pt x="357047" y="967320"/>
                  </a:lnTo>
                  <a:lnTo>
                    <a:pt x="374675" y="967320"/>
                  </a:lnTo>
                  <a:lnTo>
                    <a:pt x="374675" y="963218"/>
                  </a:lnTo>
                  <a:close/>
                </a:path>
                <a:path w="447040" h="1200150">
                  <a:moveTo>
                    <a:pt x="374675" y="929995"/>
                  </a:moveTo>
                  <a:lnTo>
                    <a:pt x="357047" y="929995"/>
                  </a:lnTo>
                  <a:lnTo>
                    <a:pt x="357047" y="934110"/>
                  </a:lnTo>
                  <a:lnTo>
                    <a:pt x="374675" y="934110"/>
                  </a:lnTo>
                  <a:lnTo>
                    <a:pt x="374675" y="929995"/>
                  </a:lnTo>
                  <a:close/>
                </a:path>
                <a:path w="447040" h="1200150">
                  <a:moveTo>
                    <a:pt x="374675" y="896772"/>
                  </a:moveTo>
                  <a:lnTo>
                    <a:pt x="357047" y="896772"/>
                  </a:lnTo>
                  <a:lnTo>
                    <a:pt x="357047" y="900874"/>
                  </a:lnTo>
                  <a:lnTo>
                    <a:pt x="374675" y="900874"/>
                  </a:lnTo>
                  <a:lnTo>
                    <a:pt x="374675" y="896772"/>
                  </a:lnTo>
                  <a:close/>
                </a:path>
                <a:path w="447040" h="1200150">
                  <a:moveTo>
                    <a:pt x="374675" y="863587"/>
                  </a:moveTo>
                  <a:lnTo>
                    <a:pt x="357047" y="863587"/>
                  </a:lnTo>
                  <a:lnTo>
                    <a:pt x="357047" y="867676"/>
                  </a:lnTo>
                  <a:lnTo>
                    <a:pt x="374675" y="867676"/>
                  </a:lnTo>
                  <a:lnTo>
                    <a:pt x="374675" y="863587"/>
                  </a:lnTo>
                  <a:close/>
                </a:path>
                <a:path w="447040" h="1200150">
                  <a:moveTo>
                    <a:pt x="374675" y="830364"/>
                  </a:moveTo>
                  <a:lnTo>
                    <a:pt x="357047" y="830364"/>
                  </a:lnTo>
                  <a:lnTo>
                    <a:pt x="357047" y="834453"/>
                  </a:lnTo>
                  <a:lnTo>
                    <a:pt x="374675" y="834453"/>
                  </a:lnTo>
                  <a:lnTo>
                    <a:pt x="374675" y="830364"/>
                  </a:lnTo>
                  <a:close/>
                </a:path>
                <a:path w="447040" h="1200150">
                  <a:moveTo>
                    <a:pt x="374675" y="797140"/>
                  </a:moveTo>
                  <a:lnTo>
                    <a:pt x="357047" y="797140"/>
                  </a:lnTo>
                  <a:lnTo>
                    <a:pt x="357047" y="801243"/>
                  </a:lnTo>
                  <a:lnTo>
                    <a:pt x="374675" y="801243"/>
                  </a:lnTo>
                  <a:lnTo>
                    <a:pt x="374675" y="797140"/>
                  </a:lnTo>
                  <a:close/>
                </a:path>
                <a:path w="447040" h="1200150">
                  <a:moveTo>
                    <a:pt x="374675" y="763930"/>
                  </a:moveTo>
                  <a:lnTo>
                    <a:pt x="357047" y="763930"/>
                  </a:lnTo>
                  <a:lnTo>
                    <a:pt x="357047" y="768032"/>
                  </a:lnTo>
                  <a:lnTo>
                    <a:pt x="374675" y="768032"/>
                  </a:lnTo>
                  <a:lnTo>
                    <a:pt x="374675" y="763930"/>
                  </a:lnTo>
                  <a:close/>
                </a:path>
                <a:path w="447040" h="1200150">
                  <a:moveTo>
                    <a:pt x="374675" y="730707"/>
                  </a:moveTo>
                  <a:lnTo>
                    <a:pt x="357047" y="730707"/>
                  </a:lnTo>
                  <a:lnTo>
                    <a:pt x="357047" y="734822"/>
                  </a:lnTo>
                  <a:lnTo>
                    <a:pt x="374675" y="734822"/>
                  </a:lnTo>
                  <a:lnTo>
                    <a:pt x="374675" y="730707"/>
                  </a:lnTo>
                  <a:close/>
                </a:path>
                <a:path w="447040" h="1200150">
                  <a:moveTo>
                    <a:pt x="374675" y="697509"/>
                  </a:moveTo>
                  <a:lnTo>
                    <a:pt x="357047" y="697509"/>
                  </a:lnTo>
                  <a:lnTo>
                    <a:pt x="357047" y="701611"/>
                  </a:lnTo>
                  <a:lnTo>
                    <a:pt x="374675" y="701611"/>
                  </a:lnTo>
                  <a:lnTo>
                    <a:pt x="374675" y="697509"/>
                  </a:lnTo>
                  <a:close/>
                </a:path>
                <a:path w="447040" h="1200150">
                  <a:moveTo>
                    <a:pt x="374675" y="664286"/>
                  </a:moveTo>
                  <a:lnTo>
                    <a:pt x="357047" y="664286"/>
                  </a:lnTo>
                  <a:lnTo>
                    <a:pt x="357047" y="668388"/>
                  </a:lnTo>
                  <a:lnTo>
                    <a:pt x="374675" y="668388"/>
                  </a:lnTo>
                  <a:lnTo>
                    <a:pt x="374675" y="664286"/>
                  </a:lnTo>
                  <a:close/>
                </a:path>
                <a:path w="447040" h="1200150">
                  <a:moveTo>
                    <a:pt x="374675" y="631063"/>
                  </a:moveTo>
                  <a:lnTo>
                    <a:pt x="357047" y="631063"/>
                  </a:lnTo>
                  <a:lnTo>
                    <a:pt x="357047" y="635165"/>
                  </a:lnTo>
                  <a:lnTo>
                    <a:pt x="374675" y="635165"/>
                  </a:lnTo>
                  <a:lnTo>
                    <a:pt x="374675" y="631063"/>
                  </a:lnTo>
                  <a:close/>
                </a:path>
                <a:path w="447040" h="1200150">
                  <a:moveTo>
                    <a:pt x="374675" y="597852"/>
                  </a:moveTo>
                  <a:lnTo>
                    <a:pt x="357047" y="597852"/>
                  </a:lnTo>
                  <a:lnTo>
                    <a:pt x="357047" y="601954"/>
                  </a:lnTo>
                  <a:lnTo>
                    <a:pt x="374675" y="601954"/>
                  </a:lnTo>
                  <a:lnTo>
                    <a:pt x="374675" y="597852"/>
                  </a:lnTo>
                  <a:close/>
                </a:path>
                <a:path w="447040" h="1200150">
                  <a:moveTo>
                    <a:pt x="374675" y="564642"/>
                  </a:moveTo>
                  <a:lnTo>
                    <a:pt x="357047" y="564642"/>
                  </a:lnTo>
                  <a:lnTo>
                    <a:pt x="357047" y="568744"/>
                  </a:lnTo>
                  <a:lnTo>
                    <a:pt x="374675" y="568744"/>
                  </a:lnTo>
                  <a:lnTo>
                    <a:pt x="374675" y="564642"/>
                  </a:lnTo>
                  <a:close/>
                </a:path>
                <a:path w="447040" h="1200150">
                  <a:moveTo>
                    <a:pt x="374675" y="531418"/>
                  </a:moveTo>
                  <a:lnTo>
                    <a:pt x="357047" y="531418"/>
                  </a:lnTo>
                  <a:lnTo>
                    <a:pt x="357047" y="535533"/>
                  </a:lnTo>
                  <a:lnTo>
                    <a:pt x="374675" y="535533"/>
                  </a:lnTo>
                  <a:lnTo>
                    <a:pt x="374675" y="531418"/>
                  </a:lnTo>
                  <a:close/>
                </a:path>
                <a:path w="447040" h="1200150">
                  <a:moveTo>
                    <a:pt x="374675" y="498208"/>
                  </a:moveTo>
                  <a:lnTo>
                    <a:pt x="357047" y="498208"/>
                  </a:lnTo>
                  <a:lnTo>
                    <a:pt x="357047" y="502310"/>
                  </a:lnTo>
                  <a:lnTo>
                    <a:pt x="374675" y="502310"/>
                  </a:lnTo>
                  <a:lnTo>
                    <a:pt x="374675" y="498208"/>
                  </a:lnTo>
                  <a:close/>
                </a:path>
                <a:path w="447040" h="1200150">
                  <a:moveTo>
                    <a:pt x="374675" y="464997"/>
                  </a:moveTo>
                  <a:lnTo>
                    <a:pt x="357047" y="464997"/>
                  </a:lnTo>
                  <a:lnTo>
                    <a:pt x="357047" y="469099"/>
                  </a:lnTo>
                  <a:lnTo>
                    <a:pt x="374675" y="469099"/>
                  </a:lnTo>
                  <a:lnTo>
                    <a:pt x="374675" y="464997"/>
                  </a:lnTo>
                  <a:close/>
                </a:path>
                <a:path w="447040" h="1200150">
                  <a:moveTo>
                    <a:pt x="374675" y="431787"/>
                  </a:moveTo>
                  <a:lnTo>
                    <a:pt x="357047" y="431787"/>
                  </a:lnTo>
                  <a:lnTo>
                    <a:pt x="357047" y="435889"/>
                  </a:lnTo>
                  <a:lnTo>
                    <a:pt x="374675" y="435889"/>
                  </a:lnTo>
                  <a:lnTo>
                    <a:pt x="374675" y="431787"/>
                  </a:lnTo>
                  <a:close/>
                </a:path>
                <a:path w="447040" h="1200150">
                  <a:moveTo>
                    <a:pt x="374675" y="398564"/>
                  </a:moveTo>
                  <a:lnTo>
                    <a:pt x="357047" y="398564"/>
                  </a:lnTo>
                  <a:lnTo>
                    <a:pt x="357047" y="402678"/>
                  </a:lnTo>
                  <a:lnTo>
                    <a:pt x="374675" y="402678"/>
                  </a:lnTo>
                  <a:lnTo>
                    <a:pt x="374675" y="398564"/>
                  </a:lnTo>
                  <a:close/>
                </a:path>
                <a:path w="447040" h="1200150">
                  <a:moveTo>
                    <a:pt x="374675" y="365353"/>
                  </a:moveTo>
                  <a:lnTo>
                    <a:pt x="357047" y="365353"/>
                  </a:lnTo>
                  <a:lnTo>
                    <a:pt x="357047" y="369455"/>
                  </a:lnTo>
                  <a:lnTo>
                    <a:pt x="374675" y="369455"/>
                  </a:lnTo>
                  <a:lnTo>
                    <a:pt x="374675" y="365353"/>
                  </a:lnTo>
                  <a:close/>
                </a:path>
                <a:path w="447040" h="1200150">
                  <a:moveTo>
                    <a:pt x="374675" y="332143"/>
                  </a:moveTo>
                  <a:lnTo>
                    <a:pt x="357047" y="332143"/>
                  </a:lnTo>
                  <a:lnTo>
                    <a:pt x="357047" y="336245"/>
                  </a:lnTo>
                  <a:lnTo>
                    <a:pt x="374675" y="336245"/>
                  </a:lnTo>
                  <a:lnTo>
                    <a:pt x="374675" y="332143"/>
                  </a:lnTo>
                  <a:close/>
                </a:path>
                <a:path w="447040" h="1200150">
                  <a:moveTo>
                    <a:pt x="374675" y="298932"/>
                  </a:moveTo>
                  <a:lnTo>
                    <a:pt x="357047" y="298932"/>
                  </a:lnTo>
                  <a:lnTo>
                    <a:pt x="357047" y="303034"/>
                  </a:lnTo>
                  <a:lnTo>
                    <a:pt x="374675" y="303034"/>
                  </a:lnTo>
                  <a:lnTo>
                    <a:pt x="374675" y="298932"/>
                  </a:lnTo>
                  <a:close/>
                </a:path>
                <a:path w="447040" h="1200150">
                  <a:moveTo>
                    <a:pt x="374675" y="265709"/>
                  </a:moveTo>
                  <a:lnTo>
                    <a:pt x="357047" y="265709"/>
                  </a:lnTo>
                  <a:lnTo>
                    <a:pt x="357047" y="269824"/>
                  </a:lnTo>
                  <a:lnTo>
                    <a:pt x="374675" y="269824"/>
                  </a:lnTo>
                  <a:lnTo>
                    <a:pt x="374675" y="265709"/>
                  </a:lnTo>
                  <a:close/>
                </a:path>
                <a:path w="447040" h="1200150">
                  <a:moveTo>
                    <a:pt x="374675" y="232498"/>
                  </a:moveTo>
                  <a:lnTo>
                    <a:pt x="357047" y="232498"/>
                  </a:lnTo>
                  <a:lnTo>
                    <a:pt x="357047" y="236601"/>
                  </a:lnTo>
                  <a:lnTo>
                    <a:pt x="374675" y="236601"/>
                  </a:lnTo>
                  <a:lnTo>
                    <a:pt x="374675" y="232498"/>
                  </a:lnTo>
                  <a:close/>
                </a:path>
                <a:path w="447040" h="1200150">
                  <a:moveTo>
                    <a:pt x="374675" y="199288"/>
                  </a:moveTo>
                  <a:lnTo>
                    <a:pt x="357047" y="199288"/>
                  </a:lnTo>
                  <a:lnTo>
                    <a:pt x="357047" y="203390"/>
                  </a:lnTo>
                  <a:lnTo>
                    <a:pt x="374675" y="203390"/>
                  </a:lnTo>
                  <a:lnTo>
                    <a:pt x="374675" y="199288"/>
                  </a:lnTo>
                  <a:close/>
                </a:path>
                <a:path w="447040" h="1200150">
                  <a:moveTo>
                    <a:pt x="374675" y="166077"/>
                  </a:moveTo>
                  <a:lnTo>
                    <a:pt x="357047" y="166077"/>
                  </a:lnTo>
                  <a:lnTo>
                    <a:pt x="357047" y="170180"/>
                  </a:lnTo>
                  <a:lnTo>
                    <a:pt x="374675" y="170180"/>
                  </a:lnTo>
                  <a:lnTo>
                    <a:pt x="374675" y="166077"/>
                  </a:lnTo>
                  <a:close/>
                </a:path>
                <a:path w="447040" h="1200150">
                  <a:moveTo>
                    <a:pt x="374675" y="132854"/>
                  </a:moveTo>
                  <a:lnTo>
                    <a:pt x="357047" y="132854"/>
                  </a:lnTo>
                  <a:lnTo>
                    <a:pt x="357047" y="136969"/>
                  </a:lnTo>
                  <a:lnTo>
                    <a:pt x="374675" y="136969"/>
                  </a:lnTo>
                  <a:lnTo>
                    <a:pt x="374675" y="132854"/>
                  </a:lnTo>
                  <a:close/>
                </a:path>
                <a:path w="447040" h="1200150">
                  <a:moveTo>
                    <a:pt x="374675" y="99631"/>
                  </a:moveTo>
                  <a:lnTo>
                    <a:pt x="357047" y="99631"/>
                  </a:lnTo>
                  <a:lnTo>
                    <a:pt x="357047" y="103746"/>
                  </a:lnTo>
                  <a:lnTo>
                    <a:pt x="374675" y="103746"/>
                  </a:lnTo>
                  <a:lnTo>
                    <a:pt x="374675" y="99631"/>
                  </a:lnTo>
                  <a:close/>
                </a:path>
                <a:path w="447040" h="1200150">
                  <a:moveTo>
                    <a:pt x="374675" y="66433"/>
                  </a:moveTo>
                  <a:lnTo>
                    <a:pt x="357047" y="66433"/>
                  </a:lnTo>
                  <a:lnTo>
                    <a:pt x="357047" y="70535"/>
                  </a:lnTo>
                  <a:lnTo>
                    <a:pt x="374675" y="70535"/>
                  </a:lnTo>
                  <a:lnTo>
                    <a:pt x="374675" y="66433"/>
                  </a:lnTo>
                  <a:close/>
                </a:path>
                <a:path w="447040" h="1200150">
                  <a:moveTo>
                    <a:pt x="374675" y="33223"/>
                  </a:moveTo>
                  <a:lnTo>
                    <a:pt x="357047" y="33223"/>
                  </a:lnTo>
                  <a:lnTo>
                    <a:pt x="357047" y="37325"/>
                  </a:lnTo>
                  <a:lnTo>
                    <a:pt x="374675" y="37325"/>
                  </a:lnTo>
                  <a:lnTo>
                    <a:pt x="374675" y="33223"/>
                  </a:lnTo>
                  <a:close/>
                </a:path>
                <a:path w="447040" h="1200150">
                  <a:moveTo>
                    <a:pt x="374675" y="0"/>
                  </a:moveTo>
                  <a:lnTo>
                    <a:pt x="357047" y="0"/>
                  </a:lnTo>
                  <a:lnTo>
                    <a:pt x="357047" y="4102"/>
                  </a:lnTo>
                  <a:lnTo>
                    <a:pt x="374675" y="4102"/>
                  </a:lnTo>
                  <a:lnTo>
                    <a:pt x="374675" y="0"/>
                  </a:lnTo>
                  <a:close/>
                </a:path>
                <a:path w="447040" h="1200150">
                  <a:moveTo>
                    <a:pt x="446659" y="1195717"/>
                  </a:moveTo>
                  <a:lnTo>
                    <a:pt x="401332" y="1195717"/>
                  </a:lnTo>
                  <a:lnTo>
                    <a:pt x="401332" y="1199807"/>
                  </a:lnTo>
                  <a:lnTo>
                    <a:pt x="446659" y="1199807"/>
                  </a:lnTo>
                  <a:lnTo>
                    <a:pt x="446659" y="1195717"/>
                  </a:lnTo>
                  <a:close/>
                </a:path>
                <a:path w="447040" h="1200150">
                  <a:moveTo>
                    <a:pt x="446659" y="1162494"/>
                  </a:moveTo>
                  <a:lnTo>
                    <a:pt x="401332" y="1162494"/>
                  </a:lnTo>
                  <a:lnTo>
                    <a:pt x="401332" y="1166609"/>
                  </a:lnTo>
                  <a:lnTo>
                    <a:pt x="446659" y="1166609"/>
                  </a:lnTo>
                  <a:lnTo>
                    <a:pt x="446659" y="1162494"/>
                  </a:lnTo>
                  <a:close/>
                </a:path>
                <a:path w="447040" h="1200150">
                  <a:moveTo>
                    <a:pt x="446659" y="1129284"/>
                  </a:moveTo>
                  <a:lnTo>
                    <a:pt x="401332" y="1129284"/>
                  </a:lnTo>
                  <a:lnTo>
                    <a:pt x="401332" y="1133386"/>
                  </a:lnTo>
                  <a:lnTo>
                    <a:pt x="446659" y="1133386"/>
                  </a:lnTo>
                  <a:lnTo>
                    <a:pt x="446659" y="1129284"/>
                  </a:lnTo>
                  <a:close/>
                </a:path>
                <a:path w="447040" h="1200150">
                  <a:moveTo>
                    <a:pt x="446659" y="1096060"/>
                  </a:moveTo>
                  <a:lnTo>
                    <a:pt x="401332" y="1096060"/>
                  </a:lnTo>
                  <a:lnTo>
                    <a:pt x="401332" y="1100175"/>
                  </a:lnTo>
                  <a:lnTo>
                    <a:pt x="446659" y="1100175"/>
                  </a:lnTo>
                  <a:lnTo>
                    <a:pt x="446659" y="1096060"/>
                  </a:lnTo>
                  <a:close/>
                </a:path>
                <a:path w="447040" h="1200150">
                  <a:moveTo>
                    <a:pt x="446659" y="1062837"/>
                  </a:moveTo>
                  <a:lnTo>
                    <a:pt x="401332" y="1062837"/>
                  </a:lnTo>
                  <a:lnTo>
                    <a:pt x="401332" y="1066952"/>
                  </a:lnTo>
                  <a:lnTo>
                    <a:pt x="446659" y="1066952"/>
                  </a:lnTo>
                  <a:lnTo>
                    <a:pt x="446659" y="1062837"/>
                  </a:lnTo>
                  <a:close/>
                </a:path>
                <a:path w="447040" h="1200150">
                  <a:moveTo>
                    <a:pt x="446659" y="1029652"/>
                  </a:moveTo>
                  <a:lnTo>
                    <a:pt x="401332" y="1029652"/>
                  </a:lnTo>
                  <a:lnTo>
                    <a:pt x="401332" y="1033741"/>
                  </a:lnTo>
                  <a:lnTo>
                    <a:pt x="446659" y="1033741"/>
                  </a:lnTo>
                  <a:lnTo>
                    <a:pt x="446659" y="1029652"/>
                  </a:lnTo>
                  <a:close/>
                </a:path>
                <a:path w="447040" h="1200150">
                  <a:moveTo>
                    <a:pt x="446659" y="996429"/>
                  </a:moveTo>
                  <a:lnTo>
                    <a:pt x="401332" y="996429"/>
                  </a:lnTo>
                  <a:lnTo>
                    <a:pt x="401332" y="1000518"/>
                  </a:lnTo>
                  <a:lnTo>
                    <a:pt x="446659" y="1000518"/>
                  </a:lnTo>
                  <a:lnTo>
                    <a:pt x="446659" y="996429"/>
                  </a:lnTo>
                  <a:close/>
                </a:path>
                <a:path w="447040" h="1200150">
                  <a:moveTo>
                    <a:pt x="446659" y="963218"/>
                  </a:moveTo>
                  <a:lnTo>
                    <a:pt x="401332" y="963218"/>
                  </a:lnTo>
                  <a:lnTo>
                    <a:pt x="401332" y="967320"/>
                  </a:lnTo>
                  <a:lnTo>
                    <a:pt x="446659" y="967320"/>
                  </a:lnTo>
                  <a:lnTo>
                    <a:pt x="446659" y="963218"/>
                  </a:lnTo>
                  <a:close/>
                </a:path>
                <a:path w="447040" h="1200150">
                  <a:moveTo>
                    <a:pt x="446659" y="929995"/>
                  </a:moveTo>
                  <a:lnTo>
                    <a:pt x="401332" y="929995"/>
                  </a:lnTo>
                  <a:lnTo>
                    <a:pt x="401332" y="934110"/>
                  </a:lnTo>
                  <a:lnTo>
                    <a:pt x="446659" y="934110"/>
                  </a:lnTo>
                  <a:lnTo>
                    <a:pt x="446659" y="929995"/>
                  </a:lnTo>
                  <a:close/>
                </a:path>
                <a:path w="447040" h="1200150">
                  <a:moveTo>
                    <a:pt x="446659" y="896772"/>
                  </a:moveTo>
                  <a:lnTo>
                    <a:pt x="401332" y="896772"/>
                  </a:lnTo>
                  <a:lnTo>
                    <a:pt x="401332" y="900874"/>
                  </a:lnTo>
                  <a:lnTo>
                    <a:pt x="446659" y="900874"/>
                  </a:lnTo>
                  <a:lnTo>
                    <a:pt x="446659" y="896772"/>
                  </a:lnTo>
                  <a:close/>
                </a:path>
                <a:path w="447040" h="1200150">
                  <a:moveTo>
                    <a:pt x="446659" y="863587"/>
                  </a:moveTo>
                  <a:lnTo>
                    <a:pt x="401332" y="863587"/>
                  </a:lnTo>
                  <a:lnTo>
                    <a:pt x="401332" y="867676"/>
                  </a:lnTo>
                  <a:lnTo>
                    <a:pt x="446659" y="867676"/>
                  </a:lnTo>
                  <a:lnTo>
                    <a:pt x="446659" y="863587"/>
                  </a:lnTo>
                  <a:close/>
                </a:path>
                <a:path w="447040" h="1200150">
                  <a:moveTo>
                    <a:pt x="446659" y="830364"/>
                  </a:moveTo>
                  <a:lnTo>
                    <a:pt x="401332" y="830364"/>
                  </a:lnTo>
                  <a:lnTo>
                    <a:pt x="401332" y="834453"/>
                  </a:lnTo>
                  <a:lnTo>
                    <a:pt x="446659" y="834453"/>
                  </a:lnTo>
                  <a:lnTo>
                    <a:pt x="446659" y="830364"/>
                  </a:lnTo>
                  <a:close/>
                </a:path>
                <a:path w="447040" h="1200150">
                  <a:moveTo>
                    <a:pt x="446659" y="797140"/>
                  </a:moveTo>
                  <a:lnTo>
                    <a:pt x="401332" y="797140"/>
                  </a:lnTo>
                  <a:lnTo>
                    <a:pt x="401332" y="801243"/>
                  </a:lnTo>
                  <a:lnTo>
                    <a:pt x="446659" y="801243"/>
                  </a:lnTo>
                  <a:lnTo>
                    <a:pt x="446659" y="797140"/>
                  </a:lnTo>
                  <a:close/>
                </a:path>
                <a:path w="447040" h="1200150">
                  <a:moveTo>
                    <a:pt x="446659" y="763930"/>
                  </a:moveTo>
                  <a:lnTo>
                    <a:pt x="401332" y="763930"/>
                  </a:lnTo>
                  <a:lnTo>
                    <a:pt x="401332" y="768032"/>
                  </a:lnTo>
                  <a:lnTo>
                    <a:pt x="446659" y="768032"/>
                  </a:lnTo>
                  <a:lnTo>
                    <a:pt x="446659" y="763930"/>
                  </a:lnTo>
                  <a:close/>
                </a:path>
                <a:path w="447040" h="1200150">
                  <a:moveTo>
                    <a:pt x="446659" y="730707"/>
                  </a:moveTo>
                  <a:lnTo>
                    <a:pt x="401332" y="730707"/>
                  </a:lnTo>
                  <a:lnTo>
                    <a:pt x="401332" y="734822"/>
                  </a:lnTo>
                  <a:lnTo>
                    <a:pt x="446659" y="734822"/>
                  </a:lnTo>
                  <a:lnTo>
                    <a:pt x="446659" y="730707"/>
                  </a:lnTo>
                  <a:close/>
                </a:path>
                <a:path w="447040" h="1200150">
                  <a:moveTo>
                    <a:pt x="446659" y="697509"/>
                  </a:moveTo>
                  <a:lnTo>
                    <a:pt x="401332" y="697509"/>
                  </a:lnTo>
                  <a:lnTo>
                    <a:pt x="401332" y="701611"/>
                  </a:lnTo>
                  <a:lnTo>
                    <a:pt x="446659" y="701611"/>
                  </a:lnTo>
                  <a:lnTo>
                    <a:pt x="446659" y="697509"/>
                  </a:lnTo>
                  <a:close/>
                </a:path>
                <a:path w="447040" h="1200150">
                  <a:moveTo>
                    <a:pt x="446659" y="664286"/>
                  </a:moveTo>
                  <a:lnTo>
                    <a:pt x="401332" y="664286"/>
                  </a:lnTo>
                  <a:lnTo>
                    <a:pt x="401332" y="668388"/>
                  </a:lnTo>
                  <a:lnTo>
                    <a:pt x="446659" y="668388"/>
                  </a:lnTo>
                  <a:lnTo>
                    <a:pt x="446659" y="664286"/>
                  </a:lnTo>
                  <a:close/>
                </a:path>
                <a:path w="447040" h="1200150">
                  <a:moveTo>
                    <a:pt x="446659" y="631063"/>
                  </a:moveTo>
                  <a:lnTo>
                    <a:pt x="401332" y="631063"/>
                  </a:lnTo>
                  <a:lnTo>
                    <a:pt x="401332" y="635165"/>
                  </a:lnTo>
                  <a:lnTo>
                    <a:pt x="446659" y="635165"/>
                  </a:lnTo>
                  <a:lnTo>
                    <a:pt x="446659" y="631063"/>
                  </a:lnTo>
                  <a:close/>
                </a:path>
                <a:path w="447040" h="1200150">
                  <a:moveTo>
                    <a:pt x="446659" y="597852"/>
                  </a:moveTo>
                  <a:lnTo>
                    <a:pt x="401332" y="597852"/>
                  </a:lnTo>
                  <a:lnTo>
                    <a:pt x="401332" y="601954"/>
                  </a:lnTo>
                  <a:lnTo>
                    <a:pt x="446659" y="601954"/>
                  </a:lnTo>
                  <a:lnTo>
                    <a:pt x="446659" y="597852"/>
                  </a:lnTo>
                  <a:close/>
                </a:path>
                <a:path w="447040" h="1200150">
                  <a:moveTo>
                    <a:pt x="446659" y="564642"/>
                  </a:moveTo>
                  <a:lnTo>
                    <a:pt x="401332" y="564642"/>
                  </a:lnTo>
                  <a:lnTo>
                    <a:pt x="401332" y="568744"/>
                  </a:lnTo>
                  <a:lnTo>
                    <a:pt x="446659" y="568744"/>
                  </a:lnTo>
                  <a:lnTo>
                    <a:pt x="446659" y="564642"/>
                  </a:lnTo>
                  <a:close/>
                </a:path>
                <a:path w="447040" h="1200150">
                  <a:moveTo>
                    <a:pt x="446659" y="531418"/>
                  </a:moveTo>
                  <a:lnTo>
                    <a:pt x="401332" y="531418"/>
                  </a:lnTo>
                  <a:lnTo>
                    <a:pt x="401332" y="535533"/>
                  </a:lnTo>
                  <a:lnTo>
                    <a:pt x="446659" y="535533"/>
                  </a:lnTo>
                  <a:lnTo>
                    <a:pt x="446659" y="531418"/>
                  </a:lnTo>
                  <a:close/>
                </a:path>
                <a:path w="447040" h="1200150">
                  <a:moveTo>
                    <a:pt x="446659" y="498208"/>
                  </a:moveTo>
                  <a:lnTo>
                    <a:pt x="401332" y="498208"/>
                  </a:lnTo>
                  <a:lnTo>
                    <a:pt x="401332" y="502310"/>
                  </a:lnTo>
                  <a:lnTo>
                    <a:pt x="446659" y="502310"/>
                  </a:lnTo>
                  <a:lnTo>
                    <a:pt x="446659" y="498208"/>
                  </a:lnTo>
                  <a:close/>
                </a:path>
                <a:path w="447040" h="1200150">
                  <a:moveTo>
                    <a:pt x="446659" y="464997"/>
                  </a:moveTo>
                  <a:lnTo>
                    <a:pt x="401332" y="464997"/>
                  </a:lnTo>
                  <a:lnTo>
                    <a:pt x="401332" y="469099"/>
                  </a:lnTo>
                  <a:lnTo>
                    <a:pt x="446659" y="469099"/>
                  </a:lnTo>
                  <a:lnTo>
                    <a:pt x="446659" y="464997"/>
                  </a:lnTo>
                  <a:close/>
                </a:path>
                <a:path w="447040" h="1200150">
                  <a:moveTo>
                    <a:pt x="446659" y="431787"/>
                  </a:moveTo>
                  <a:lnTo>
                    <a:pt x="401332" y="431787"/>
                  </a:lnTo>
                  <a:lnTo>
                    <a:pt x="401332" y="435889"/>
                  </a:lnTo>
                  <a:lnTo>
                    <a:pt x="446659" y="435889"/>
                  </a:lnTo>
                  <a:lnTo>
                    <a:pt x="446659" y="431787"/>
                  </a:lnTo>
                  <a:close/>
                </a:path>
                <a:path w="447040" h="1200150">
                  <a:moveTo>
                    <a:pt x="446659" y="398564"/>
                  </a:moveTo>
                  <a:lnTo>
                    <a:pt x="401332" y="398564"/>
                  </a:lnTo>
                  <a:lnTo>
                    <a:pt x="401332" y="402678"/>
                  </a:lnTo>
                  <a:lnTo>
                    <a:pt x="446659" y="402678"/>
                  </a:lnTo>
                  <a:lnTo>
                    <a:pt x="446659" y="398564"/>
                  </a:lnTo>
                  <a:close/>
                </a:path>
                <a:path w="447040" h="1200150">
                  <a:moveTo>
                    <a:pt x="446659" y="365353"/>
                  </a:moveTo>
                  <a:lnTo>
                    <a:pt x="401332" y="365353"/>
                  </a:lnTo>
                  <a:lnTo>
                    <a:pt x="401332" y="369455"/>
                  </a:lnTo>
                  <a:lnTo>
                    <a:pt x="446659" y="369455"/>
                  </a:lnTo>
                  <a:lnTo>
                    <a:pt x="446659" y="365353"/>
                  </a:lnTo>
                  <a:close/>
                </a:path>
                <a:path w="447040" h="1200150">
                  <a:moveTo>
                    <a:pt x="446659" y="332143"/>
                  </a:moveTo>
                  <a:lnTo>
                    <a:pt x="401332" y="332143"/>
                  </a:lnTo>
                  <a:lnTo>
                    <a:pt x="401332" y="336245"/>
                  </a:lnTo>
                  <a:lnTo>
                    <a:pt x="446659" y="336245"/>
                  </a:lnTo>
                  <a:lnTo>
                    <a:pt x="446659" y="332143"/>
                  </a:lnTo>
                  <a:close/>
                </a:path>
                <a:path w="447040" h="1200150">
                  <a:moveTo>
                    <a:pt x="446659" y="298932"/>
                  </a:moveTo>
                  <a:lnTo>
                    <a:pt x="401332" y="298932"/>
                  </a:lnTo>
                  <a:lnTo>
                    <a:pt x="401332" y="303034"/>
                  </a:lnTo>
                  <a:lnTo>
                    <a:pt x="446659" y="303034"/>
                  </a:lnTo>
                  <a:lnTo>
                    <a:pt x="446659" y="298932"/>
                  </a:lnTo>
                  <a:close/>
                </a:path>
              </a:pathLst>
            </a:custGeom>
            <a:solidFill>
              <a:srgbClr val="80818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 descr=""/>
            <p:cNvSpPr/>
            <p:nvPr/>
          </p:nvSpPr>
          <p:spPr>
            <a:xfrm>
              <a:off x="7531824" y="2973228"/>
              <a:ext cx="518795" cy="1200150"/>
            </a:xfrm>
            <a:custGeom>
              <a:avLst/>
              <a:gdLst/>
              <a:ahLst/>
              <a:cxnLst/>
              <a:rect l="l" t="t" r="r" b="b"/>
              <a:pathLst>
                <a:path w="518795" h="1200150">
                  <a:moveTo>
                    <a:pt x="45326" y="1195717"/>
                  </a:moveTo>
                  <a:lnTo>
                    <a:pt x="0" y="1195717"/>
                  </a:lnTo>
                  <a:lnTo>
                    <a:pt x="0" y="1199807"/>
                  </a:lnTo>
                  <a:lnTo>
                    <a:pt x="45326" y="1199807"/>
                  </a:lnTo>
                  <a:lnTo>
                    <a:pt x="45326" y="1195717"/>
                  </a:lnTo>
                  <a:close/>
                </a:path>
                <a:path w="518795" h="1200150">
                  <a:moveTo>
                    <a:pt x="45326" y="1162494"/>
                  </a:moveTo>
                  <a:lnTo>
                    <a:pt x="0" y="1162494"/>
                  </a:lnTo>
                  <a:lnTo>
                    <a:pt x="0" y="1166609"/>
                  </a:lnTo>
                  <a:lnTo>
                    <a:pt x="45326" y="1166609"/>
                  </a:lnTo>
                  <a:lnTo>
                    <a:pt x="45326" y="1162494"/>
                  </a:lnTo>
                  <a:close/>
                </a:path>
                <a:path w="518795" h="1200150">
                  <a:moveTo>
                    <a:pt x="45326" y="1129284"/>
                  </a:moveTo>
                  <a:lnTo>
                    <a:pt x="0" y="1129284"/>
                  </a:lnTo>
                  <a:lnTo>
                    <a:pt x="0" y="1133386"/>
                  </a:lnTo>
                  <a:lnTo>
                    <a:pt x="45326" y="1133386"/>
                  </a:lnTo>
                  <a:lnTo>
                    <a:pt x="45326" y="1129284"/>
                  </a:lnTo>
                  <a:close/>
                </a:path>
                <a:path w="518795" h="1200150">
                  <a:moveTo>
                    <a:pt x="45326" y="1096060"/>
                  </a:moveTo>
                  <a:lnTo>
                    <a:pt x="0" y="1096060"/>
                  </a:lnTo>
                  <a:lnTo>
                    <a:pt x="0" y="1100175"/>
                  </a:lnTo>
                  <a:lnTo>
                    <a:pt x="45326" y="1100175"/>
                  </a:lnTo>
                  <a:lnTo>
                    <a:pt x="45326" y="1096060"/>
                  </a:lnTo>
                  <a:close/>
                </a:path>
                <a:path w="518795" h="1200150">
                  <a:moveTo>
                    <a:pt x="45326" y="1062837"/>
                  </a:moveTo>
                  <a:lnTo>
                    <a:pt x="0" y="1062837"/>
                  </a:lnTo>
                  <a:lnTo>
                    <a:pt x="0" y="1066952"/>
                  </a:lnTo>
                  <a:lnTo>
                    <a:pt x="45326" y="1066952"/>
                  </a:lnTo>
                  <a:lnTo>
                    <a:pt x="45326" y="1062837"/>
                  </a:lnTo>
                  <a:close/>
                </a:path>
                <a:path w="518795" h="1200150">
                  <a:moveTo>
                    <a:pt x="45326" y="1029652"/>
                  </a:moveTo>
                  <a:lnTo>
                    <a:pt x="0" y="1029652"/>
                  </a:lnTo>
                  <a:lnTo>
                    <a:pt x="0" y="1033741"/>
                  </a:lnTo>
                  <a:lnTo>
                    <a:pt x="45326" y="1033741"/>
                  </a:lnTo>
                  <a:lnTo>
                    <a:pt x="45326" y="1029652"/>
                  </a:lnTo>
                  <a:close/>
                </a:path>
                <a:path w="518795" h="1200150">
                  <a:moveTo>
                    <a:pt x="45326" y="996429"/>
                  </a:moveTo>
                  <a:lnTo>
                    <a:pt x="0" y="996429"/>
                  </a:lnTo>
                  <a:lnTo>
                    <a:pt x="0" y="1000518"/>
                  </a:lnTo>
                  <a:lnTo>
                    <a:pt x="45326" y="1000518"/>
                  </a:lnTo>
                  <a:lnTo>
                    <a:pt x="45326" y="996429"/>
                  </a:lnTo>
                  <a:close/>
                </a:path>
                <a:path w="518795" h="1200150">
                  <a:moveTo>
                    <a:pt x="45326" y="963218"/>
                  </a:moveTo>
                  <a:lnTo>
                    <a:pt x="0" y="963218"/>
                  </a:lnTo>
                  <a:lnTo>
                    <a:pt x="0" y="967320"/>
                  </a:lnTo>
                  <a:lnTo>
                    <a:pt x="45326" y="967320"/>
                  </a:lnTo>
                  <a:lnTo>
                    <a:pt x="45326" y="963218"/>
                  </a:lnTo>
                  <a:close/>
                </a:path>
                <a:path w="518795" h="1200150">
                  <a:moveTo>
                    <a:pt x="45326" y="929995"/>
                  </a:moveTo>
                  <a:lnTo>
                    <a:pt x="0" y="929995"/>
                  </a:lnTo>
                  <a:lnTo>
                    <a:pt x="0" y="934110"/>
                  </a:lnTo>
                  <a:lnTo>
                    <a:pt x="45326" y="934110"/>
                  </a:lnTo>
                  <a:lnTo>
                    <a:pt x="45326" y="929995"/>
                  </a:lnTo>
                  <a:close/>
                </a:path>
                <a:path w="518795" h="1200150">
                  <a:moveTo>
                    <a:pt x="45326" y="896772"/>
                  </a:moveTo>
                  <a:lnTo>
                    <a:pt x="0" y="896772"/>
                  </a:lnTo>
                  <a:lnTo>
                    <a:pt x="0" y="900874"/>
                  </a:lnTo>
                  <a:lnTo>
                    <a:pt x="45326" y="900874"/>
                  </a:lnTo>
                  <a:lnTo>
                    <a:pt x="45326" y="896772"/>
                  </a:lnTo>
                  <a:close/>
                </a:path>
                <a:path w="518795" h="1200150">
                  <a:moveTo>
                    <a:pt x="45326" y="863587"/>
                  </a:moveTo>
                  <a:lnTo>
                    <a:pt x="0" y="863587"/>
                  </a:lnTo>
                  <a:lnTo>
                    <a:pt x="0" y="867676"/>
                  </a:lnTo>
                  <a:lnTo>
                    <a:pt x="45326" y="867676"/>
                  </a:lnTo>
                  <a:lnTo>
                    <a:pt x="45326" y="863587"/>
                  </a:lnTo>
                  <a:close/>
                </a:path>
                <a:path w="518795" h="1200150">
                  <a:moveTo>
                    <a:pt x="45326" y="830364"/>
                  </a:moveTo>
                  <a:lnTo>
                    <a:pt x="0" y="830364"/>
                  </a:lnTo>
                  <a:lnTo>
                    <a:pt x="0" y="834453"/>
                  </a:lnTo>
                  <a:lnTo>
                    <a:pt x="45326" y="834453"/>
                  </a:lnTo>
                  <a:lnTo>
                    <a:pt x="45326" y="830364"/>
                  </a:lnTo>
                  <a:close/>
                </a:path>
                <a:path w="518795" h="1200150">
                  <a:moveTo>
                    <a:pt x="45326" y="797140"/>
                  </a:moveTo>
                  <a:lnTo>
                    <a:pt x="0" y="797140"/>
                  </a:lnTo>
                  <a:lnTo>
                    <a:pt x="0" y="801243"/>
                  </a:lnTo>
                  <a:lnTo>
                    <a:pt x="45326" y="801243"/>
                  </a:lnTo>
                  <a:lnTo>
                    <a:pt x="45326" y="797140"/>
                  </a:lnTo>
                  <a:close/>
                </a:path>
                <a:path w="518795" h="1200150">
                  <a:moveTo>
                    <a:pt x="45326" y="763930"/>
                  </a:moveTo>
                  <a:lnTo>
                    <a:pt x="0" y="763930"/>
                  </a:lnTo>
                  <a:lnTo>
                    <a:pt x="0" y="768032"/>
                  </a:lnTo>
                  <a:lnTo>
                    <a:pt x="45326" y="768032"/>
                  </a:lnTo>
                  <a:lnTo>
                    <a:pt x="45326" y="763930"/>
                  </a:lnTo>
                  <a:close/>
                </a:path>
                <a:path w="518795" h="1200150">
                  <a:moveTo>
                    <a:pt x="45326" y="730707"/>
                  </a:moveTo>
                  <a:lnTo>
                    <a:pt x="0" y="730707"/>
                  </a:lnTo>
                  <a:lnTo>
                    <a:pt x="0" y="734822"/>
                  </a:lnTo>
                  <a:lnTo>
                    <a:pt x="45326" y="734822"/>
                  </a:lnTo>
                  <a:lnTo>
                    <a:pt x="45326" y="730707"/>
                  </a:lnTo>
                  <a:close/>
                </a:path>
                <a:path w="518795" h="1200150">
                  <a:moveTo>
                    <a:pt x="45326" y="697509"/>
                  </a:moveTo>
                  <a:lnTo>
                    <a:pt x="0" y="697509"/>
                  </a:lnTo>
                  <a:lnTo>
                    <a:pt x="0" y="701611"/>
                  </a:lnTo>
                  <a:lnTo>
                    <a:pt x="45326" y="701611"/>
                  </a:lnTo>
                  <a:lnTo>
                    <a:pt x="45326" y="697509"/>
                  </a:lnTo>
                  <a:close/>
                </a:path>
                <a:path w="518795" h="1200150">
                  <a:moveTo>
                    <a:pt x="45326" y="664286"/>
                  </a:moveTo>
                  <a:lnTo>
                    <a:pt x="0" y="664286"/>
                  </a:lnTo>
                  <a:lnTo>
                    <a:pt x="0" y="668388"/>
                  </a:lnTo>
                  <a:lnTo>
                    <a:pt x="45326" y="668388"/>
                  </a:lnTo>
                  <a:lnTo>
                    <a:pt x="45326" y="664286"/>
                  </a:lnTo>
                  <a:close/>
                </a:path>
                <a:path w="518795" h="1200150">
                  <a:moveTo>
                    <a:pt x="45326" y="631063"/>
                  </a:moveTo>
                  <a:lnTo>
                    <a:pt x="0" y="631063"/>
                  </a:lnTo>
                  <a:lnTo>
                    <a:pt x="0" y="635165"/>
                  </a:lnTo>
                  <a:lnTo>
                    <a:pt x="45326" y="635165"/>
                  </a:lnTo>
                  <a:lnTo>
                    <a:pt x="45326" y="631063"/>
                  </a:lnTo>
                  <a:close/>
                </a:path>
                <a:path w="518795" h="1200150">
                  <a:moveTo>
                    <a:pt x="45326" y="597852"/>
                  </a:moveTo>
                  <a:lnTo>
                    <a:pt x="0" y="597852"/>
                  </a:lnTo>
                  <a:lnTo>
                    <a:pt x="0" y="601954"/>
                  </a:lnTo>
                  <a:lnTo>
                    <a:pt x="45326" y="601954"/>
                  </a:lnTo>
                  <a:lnTo>
                    <a:pt x="45326" y="597852"/>
                  </a:lnTo>
                  <a:close/>
                </a:path>
                <a:path w="518795" h="1200150">
                  <a:moveTo>
                    <a:pt x="45326" y="564642"/>
                  </a:moveTo>
                  <a:lnTo>
                    <a:pt x="0" y="564642"/>
                  </a:lnTo>
                  <a:lnTo>
                    <a:pt x="0" y="568744"/>
                  </a:lnTo>
                  <a:lnTo>
                    <a:pt x="45326" y="568744"/>
                  </a:lnTo>
                  <a:lnTo>
                    <a:pt x="45326" y="564642"/>
                  </a:lnTo>
                  <a:close/>
                </a:path>
                <a:path w="518795" h="1200150">
                  <a:moveTo>
                    <a:pt x="45326" y="531418"/>
                  </a:moveTo>
                  <a:lnTo>
                    <a:pt x="0" y="531418"/>
                  </a:lnTo>
                  <a:lnTo>
                    <a:pt x="0" y="535533"/>
                  </a:lnTo>
                  <a:lnTo>
                    <a:pt x="45326" y="535533"/>
                  </a:lnTo>
                  <a:lnTo>
                    <a:pt x="45326" y="531418"/>
                  </a:lnTo>
                  <a:close/>
                </a:path>
                <a:path w="518795" h="1200150">
                  <a:moveTo>
                    <a:pt x="45326" y="498208"/>
                  </a:moveTo>
                  <a:lnTo>
                    <a:pt x="0" y="498208"/>
                  </a:lnTo>
                  <a:lnTo>
                    <a:pt x="0" y="502310"/>
                  </a:lnTo>
                  <a:lnTo>
                    <a:pt x="45326" y="502310"/>
                  </a:lnTo>
                  <a:lnTo>
                    <a:pt x="45326" y="498208"/>
                  </a:lnTo>
                  <a:close/>
                </a:path>
                <a:path w="518795" h="1200150">
                  <a:moveTo>
                    <a:pt x="45326" y="464997"/>
                  </a:moveTo>
                  <a:lnTo>
                    <a:pt x="0" y="464997"/>
                  </a:lnTo>
                  <a:lnTo>
                    <a:pt x="0" y="469099"/>
                  </a:lnTo>
                  <a:lnTo>
                    <a:pt x="45326" y="469099"/>
                  </a:lnTo>
                  <a:lnTo>
                    <a:pt x="45326" y="464997"/>
                  </a:lnTo>
                  <a:close/>
                </a:path>
                <a:path w="518795" h="1200150">
                  <a:moveTo>
                    <a:pt x="45326" y="431787"/>
                  </a:moveTo>
                  <a:lnTo>
                    <a:pt x="0" y="431787"/>
                  </a:lnTo>
                  <a:lnTo>
                    <a:pt x="0" y="435889"/>
                  </a:lnTo>
                  <a:lnTo>
                    <a:pt x="45326" y="435889"/>
                  </a:lnTo>
                  <a:lnTo>
                    <a:pt x="45326" y="431787"/>
                  </a:lnTo>
                  <a:close/>
                </a:path>
                <a:path w="518795" h="1200150">
                  <a:moveTo>
                    <a:pt x="45326" y="398564"/>
                  </a:moveTo>
                  <a:lnTo>
                    <a:pt x="0" y="398564"/>
                  </a:lnTo>
                  <a:lnTo>
                    <a:pt x="0" y="402678"/>
                  </a:lnTo>
                  <a:lnTo>
                    <a:pt x="45326" y="402678"/>
                  </a:lnTo>
                  <a:lnTo>
                    <a:pt x="45326" y="398564"/>
                  </a:lnTo>
                  <a:close/>
                </a:path>
                <a:path w="518795" h="1200150">
                  <a:moveTo>
                    <a:pt x="45326" y="365353"/>
                  </a:moveTo>
                  <a:lnTo>
                    <a:pt x="0" y="365353"/>
                  </a:lnTo>
                  <a:lnTo>
                    <a:pt x="0" y="369455"/>
                  </a:lnTo>
                  <a:lnTo>
                    <a:pt x="45326" y="369455"/>
                  </a:lnTo>
                  <a:lnTo>
                    <a:pt x="45326" y="365353"/>
                  </a:lnTo>
                  <a:close/>
                </a:path>
                <a:path w="518795" h="1200150">
                  <a:moveTo>
                    <a:pt x="45326" y="332143"/>
                  </a:moveTo>
                  <a:lnTo>
                    <a:pt x="0" y="332143"/>
                  </a:lnTo>
                  <a:lnTo>
                    <a:pt x="0" y="336245"/>
                  </a:lnTo>
                  <a:lnTo>
                    <a:pt x="45326" y="336245"/>
                  </a:lnTo>
                  <a:lnTo>
                    <a:pt x="45326" y="332143"/>
                  </a:lnTo>
                  <a:close/>
                </a:path>
                <a:path w="518795" h="1200150">
                  <a:moveTo>
                    <a:pt x="45326" y="298932"/>
                  </a:moveTo>
                  <a:lnTo>
                    <a:pt x="0" y="298932"/>
                  </a:lnTo>
                  <a:lnTo>
                    <a:pt x="0" y="303034"/>
                  </a:lnTo>
                  <a:lnTo>
                    <a:pt x="45326" y="303034"/>
                  </a:lnTo>
                  <a:lnTo>
                    <a:pt x="45326" y="298932"/>
                  </a:lnTo>
                  <a:close/>
                </a:path>
                <a:path w="518795" h="1200150">
                  <a:moveTo>
                    <a:pt x="45326" y="265709"/>
                  </a:moveTo>
                  <a:lnTo>
                    <a:pt x="0" y="265709"/>
                  </a:lnTo>
                  <a:lnTo>
                    <a:pt x="0" y="269824"/>
                  </a:lnTo>
                  <a:lnTo>
                    <a:pt x="45326" y="269824"/>
                  </a:lnTo>
                  <a:lnTo>
                    <a:pt x="45326" y="265709"/>
                  </a:lnTo>
                  <a:close/>
                </a:path>
                <a:path w="518795" h="1200150">
                  <a:moveTo>
                    <a:pt x="45326" y="232498"/>
                  </a:moveTo>
                  <a:lnTo>
                    <a:pt x="0" y="232498"/>
                  </a:lnTo>
                  <a:lnTo>
                    <a:pt x="0" y="236601"/>
                  </a:lnTo>
                  <a:lnTo>
                    <a:pt x="45326" y="236601"/>
                  </a:lnTo>
                  <a:lnTo>
                    <a:pt x="45326" y="232498"/>
                  </a:lnTo>
                  <a:close/>
                </a:path>
                <a:path w="518795" h="1200150">
                  <a:moveTo>
                    <a:pt x="45326" y="199288"/>
                  </a:moveTo>
                  <a:lnTo>
                    <a:pt x="0" y="199288"/>
                  </a:lnTo>
                  <a:lnTo>
                    <a:pt x="0" y="203390"/>
                  </a:lnTo>
                  <a:lnTo>
                    <a:pt x="45326" y="203390"/>
                  </a:lnTo>
                  <a:lnTo>
                    <a:pt x="45326" y="199288"/>
                  </a:lnTo>
                  <a:close/>
                </a:path>
                <a:path w="518795" h="1200150">
                  <a:moveTo>
                    <a:pt x="45326" y="166077"/>
                  </a:moveTo>
                  <a:lnTo>
                    <a:pt x="0" y="166077"/>
                  </a:lnTo>
                  <a:lnTo>
                    <a:pt x="0" y="170180"/>
                  </a:lnTo>
                  <a:lnTo>
                    <a:pt x="45326" y="170180"/>
                  </a:lnTo>
                  <a:lnTo>
                    <a:pt x="45326" y="166077"/>
                  </a:lnTo>
                  <a:close/>
                </a:path>
                <a:path w="518795" h="1200150">
                  <a:moveTo>
                    <a:pt x="45326" y="132854"/>
                  </a:moveTo>
                  <a:lnTo>
                    <a:pt x="0" y="132854"/>
                  </a:lnTo>
                  <a:lnTo>
                    <a:pt x="0" y="136969"/>
                  </a:lnTo>
                  <a:lnTo>
                    <a:pt x="45326" y="136969"/>
                  </a:lnTo>
                  <a:lnTo>
                    <a:pt x="45326" y="132854"/>
                  </a:lnTo>
                  <a:close/>
                </a:path>
                <a:path w="518795" h="1200150">
                  <a:moveTo>
                    <a:pt x="45326" y="99631"/>
                  </a:moveTo>
                  <a:lnTo>
                    <a:pt x="0" y="99631"/>
                  </a:lnTo>
                  <a:lnTo>
                    <a:pt x="0" y="103746"/>
                  </a:lnTo>
                  <a:lnTo>
                    <a:pt x="45326" y="103746"/>
                  </a:lnTo>
                  <a:lnTo>
                    <a:pt x="45326" y="99631"/>
                  </a:lnTo>
                  <a:close/>
                </a:path>
                <a:path w="518795" h="1200150">
                  <a:moveTo>
                    <a:pt x="45326" y="66433"/>
                  </a:moveTo>
                  <a:lnTo>
                    <a:pt x="0" y="66433"/>
                  </a:lnTo>
                  <a:lnTo>
                    <a:pt x="0" y="70535"/>
                  </a:lnTo>
                  <a:lnTo>
                    <a:pt x="45326" y="70535"/>
                  </a:lnTo>
                  <a:lnTo>
                    <a:pt x="45326" y="66433"/>
                  </a:lnTo>
                  <a:close/>
                </a:path>
                <a:path w="518795" h="1200150">
                  <a:moveTo>
                    <a:pt x="45326" y="33223"/>
                  </a:moveTo>
                  <a:lnTo>
                    <a:pt x="0" y="33223"/>
                  </a:lnTo>
                  <a:lnTo>
                    <a:pt x="0" y="37325"/>
                  </a:lnTo>
                  <a:lnTo>
                    <a:pt x="45326" y="37325"/>
                  </a:lnTo>
                  <a:lnTo>
                    <a:pt x="45326" y="33223"/>
                  </a:lnTo>
                  <a:close/>
                </a:path>
                <a:path w="518795" h="1200150">
                  <a:moveTo>
                    <a:pt x="45326" y="0"/>
                  </a:moveTo>
                  <a:lnTo>
                    <a:pt x="0" y="0"/>
                  </a:lnTo>
                  <a:lnTo>
                    <a:pt x="0" y="4102"/>
                  </a:lnTo>
                  <a:lnTo>
                    <a:pt x="45326" y="4102"/>
                  </a:lnTo>
                  <a:lnTo>
                    <a:pt x="45326" y="0"/>
                  </a:lnTo>
                  <a:close/>
                </a:path>
                <a:path w="518795" h="1200150">
                  <a:moveTo>
                    <a:pt x="518629" y="298932"/>
                  </a:moveTo>
                  <a:lnTo>
                    <a:pt x="473303" y="298932"/>
                  </a:lnTo>
                  <a:lnTo>
                    <a:pt x="473303" y="303034"/>
                  </a:lnTo>
                  <a:lnTo>
                    <a:pt x="518629" y="303034"/>
                  </a:lnTo>
                  <a:lnTo>
                    <a:pt x="518629" y="298932"/>
                  </a:lnTo>
                  <a:close/>
                </a:path>
                <a:path w="518795" h="1200150">
                  <a:moveTo>
                    <a:pt x="518629" y="265709"/>
                  </a:moveTo>
                  <a:lnTo>
                    <a:pt x="473303" y="265709"/>
                  </a:lnTo>
                  <a:lnTo>
                    <a:pt x="473303" y="269824"/>
                  </a:lnTo>
                  <a:lnTo>
                    <a:pt x="518629" y="269824"/>
                  </a:lnTo>
                  <a:lnTo>
                    <a:pt x="518629" y="265709"/>
                  </a:lnTo>
                  <a:close/>
                </a:path>
                <a:path w="518795" h="1200150">
                  <a:moveTo>
                    <a:pt x="518629" y="232498"/>
                  </a:moveTo>
                  <a:lnTo>
                    <a:pt x="473303" y="232498"/>
                  </a:lnTo>
                  <a:lnTo>
                    <a:pt x="473303" y="236601"/>
                  </a:lnTo>
                  <a:lnTo>
                    <a:pt x="518629" y="236601"/>
                  </a:lnTo>
                  <a:lnTo>
                    <a:pt x="518629" y="232498"/>
                  </a:lnTo>
                  <a:close/>
                </a:path>
                <a:path w="518795" h="1200150">
                  <a:moveTo>
                    <a:pt x="518629" y="199288"/>
                  </a:moveTo>
                  <a:lnTo>
                    <a:pt x="473303" y="199288"/>
                  </a:lnTo>
                  <a:lnTo>
                    <a:pt x="473303" y="203390"/>
                  </a:lnTo>
                  <a:lnTo>
                    <a:pt x="518629" y="203390"/>
                  </a:lnTo>
                  <a:lnTo>
                    <a:pt x="518629" y="199288"/>
                  </a:lnTo>
                  <a:close/>
                </a:path>
                <a:path w="518795" h="1200150">
                  <a:moveTo>
                    <a:pt x="518629" y="166077"/>
                  </a:moveTo>
                  <a:lnTo>
                    <a:pt x="473303" y="166077"/>
                  </a:lnTo>
                  <a:lnTo>
                    <a:pt x="473303" y="170180"/>
                  </a:lnTo>
                  <a:lnTo>
                    <a:pt x="518629" y="170180"/>
                  </a:lnTo>
                  <a:lnTo>
                    <a:pt x="518629" y="166077"/>
                  </a:lnTo>
                  <a:close/>
                </a:path>
                <a:path w="518795" h="1200150">
                  <a:moveTo>
                    <a:pt x="518629" y="132854"/>
                  </a:moveTo>
                  <a:lnTo>
                    <a:pt x="473303" y="132854"/>
                  </a:lnTo>
                  <a:lnTo>
                    <a:pt x="473303" y="136969"/>
                  </a:lnTo>
                  <a:lnTo>
                    <a:pt x="518629" y="136969"/>
                  </a:lnTo>
                  <a:lnTo>
                    <a:pt x="518629" y="132854"/>
                  </a:lnTo>
                  <a:close/>
                </a:path>
                <a:path w="518795" h="1200150">
                  <a:moveTo>
                    <a:pt x="518629" y="99631"/>
                  </a:moveTo>
                  <a:lnTo>
                    <a:pt x="473303" y="99631"/>
                  </a:lnTo>
                  <a:lnTo>
                    <a:pt x="473303" y="103746"/>
                  </a:lnTo>
                  <a:lnTo>
                    <a:pt x="518629" y="103746"/>
                  </a:lnTo>
                  <a:lnTo>
                    <a:pt x="518629" y="99631"/>
                  </a:lnTo>
                  <a:close/>
                </a:path>
                <a:path w="518795" h="1200150">
                  <a:moveTo>
                    <a:pt x="518629" y="66433"/>
                  </a:moveTo>
                  <a:lnTo>
                    <a:pt x="473303" y="66433"/>
                  </a:lnTo>
                  <a:lnTo>
                    <a:pt x="473303" y="70535"/>
                  </a:lnTo>
                  <a:lnTo>
                    <a:pt x="518629" y="70535"/>
                  </a:lnTo>
                  <a:lnTo>
                    <a:pt x="518629" y="66433"/>
                  </a:lnTo>
                  <a:close/>
                </a:path>
                <a:path w="518795" h="1200150">
                  <a:moveTo>
                    <a:pt x="518629" y="33223"/>
                  </a:moveTo>
                  <a:lnTo>
                    <a:pt x="473303" y="33223"/>
                  </a:lnTo>
                  <a:lnTo>
                    <a:pt x="473303" y="37325"/>
                  </a:lnTo>
                  <a:lnTo>
                    <a:pt x="518629" y="37325"/>
                  </a:lnTo>
                  <a:lnTo>
                    <a:pt x="518629" y="33223"/>
                  </a:lnTo>
                  <a:close/>
                </a:path>
                <a:path w="518795" h="1200150">
                  <a:moveTo>
                    <a:pt x="518629" y="0"/>
                  </a:moveTo>
                  <a:lnTo>
                    <a:pt x="473303" y="0"/>
                  </a:lnTo>
                  <a:lnTo>
                    <a:pt x="473303" y="4102"/>
                  </a:lnTo>
                  <a:lnTo>
                    <a:pt x="518629" y="4102"/>
                  </a:lnTo>
                  <a:lnTo>
                    <a:pt x="518629" y="0"/>
                  </a:lnTo>
                  <a:close/>
                </a:path>
              </a:pathLst>
            </a:custGeom>
            <a:solidFill>
              <a:srgbClr val="808184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9" name="object 119" descr=""/>
          <p:cNvGrpSpPr/>
          <p:nvPr/>
        </p:nvGrpSpPr>
        <p:grpSpPr>
          <a:xfrm>
            <a:off x="7507447" y="4220038"/>
            <a:ext cx="567690" cy="1497330"/>
            <a:chOff x="7507447" y="4220038"/>
            <a:chExt cx="567690" cy="1497330"/>
          </a:xfrm>
        </p:grpSpPr>
        <p:sp>
          <p:nvSpPr>
            <p:cNvPr id="120" name="object 120" descr=""/>
            <p:cNvSpPr/>
            <p:nvPr/>
          </p:nvSpPr>
          <p:spPr>
            <a:xfrm>
              <a:off x="7507447" y="4341375"/>
              <a:ext cx="567690" cy="1376045"/>
            </a:xfrm>
            <a:custGeom>
              <a:avLst/>
              <a:gdLst/>
              <a:ahLst/>
              <a:cxnLst/>
              <a:rect l="l" t="t" r="r" b="b"/>
              <a:pathLst>
                <a:path w="567690" h="1376045">
                  <a:moveTo>
                    <a:pt x="567406" y="0"/>
                  </a:moveTo>
                  <a:lnTo>
                    <a:pt x="0" y="0"/>
                  </a:lnTo>
                  <a:lnTo>
                    <a:pt x="0" y="1375623"/>
                  </a:lnTo>
                  <a:lnTo>
                    <a:pt x="567406" y="1375623"/>
                  </a:lnTo>
                  <a:lnTo>
                    <a:pt x="567406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 descr=""/>
            <p:cNvSpPr/>
            <p:nvPr/>
          </p:nvSpPr>
          <p:spPr>
            <a:xfrm>
              <a:off x="7507447" y="4309680"/>
              <a:ext cx="567690" cy="31750"/>
            </a:xfrm>
            <a:custGeom>
              <a:avLst/>
              <a:gdLst/>
              <a:ahLst/>
              <a:cxnLst/>
              <a:rect l="l" t="t" r="r" b="b"/>
              <a:pathLst>
                <a:path w="567690" h="31750">
                  <a:moveTo>
                    <a:pt x="567406" y="0"/>
                  </a:moveTo>
                  <a:lnTo>
                    <a:pt x="0" y="0"/>
                  </a:lnTo>
                  <a:lnTo>
                    <a:pt x="0" y="31695"/>
                  </a:lnTo>
                  <a:lnTo>
                    <a:pt x="567406" y="31695"/>
                  </a:lnTo>
                  <a:lnTo>
                    <a:pt x="567406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 descr=""/>
            <p:cNvSpPr/>
            <p:nvPr/>
          </p:nvSpPr>
          <p:spPr>
            <a:xfrm>
              <a:off x="7507447" y="4293282"/>
              <a:ext cx="567690" cy="16510"/>
            </a:xfrm>
            <a:custGeom>
              <a:avLst/>
              <a:gdLst/>
              <a:ahLst/>
              <a:cxnLst/>
              <a:rect l="l" t="t" r="r" b="b"/>
              <a:pathLst>
                <a:path w="567690" h="16510">
                  <a:moveTo>
                    <a:pt x="567406" y="0"/>
                  </a:moveTo>
                  <a:lnTo>
                    <a:pt x="0" y="0"/>
                  </a:lnTo>
                  <a:lnTo>
                    <a:pt x="0" y="16397"/>
                  </a:lnTo>
                  <a:lnTo>
                    <a:pt x="567406" y="16397"/>
                  </a:lnTo>
                  <a:lnTo>
                    <a:pt x="567406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 descr=""/>
            <p:cNvSpPr/>
            <p:nvPr/>
          </p:nvSpPr>
          <p:spPr>
            <a:xfrm>
              <a:off x="7509708" y="4309680"/>
              <a:ext cx="563245" cy="31750"/>
            </a:xfrm>
            <a:custGeom>
              <a:avLst/>
              <a:gdLst/>
              <a:ahLst/>
              <a:cxnLst/>
              <a:rect l="l" t="t" r="r" b="b"/>
              <a:pathLst>
                <a:path w="563245" h="31750">
                  <a:moveTo>
                    <a:pt x="0" y="31695"/>
                  </a:moveTo>
                  <a:lnTo>
                    <a:pt x="562883" y="31695"/>
                  </a:lnTo>
                  <a:lnTo>
                    <a:pt x="562883" y="0"/>
                  </a:lnTo>
                  <a:lnTo>
                    <a:pt x="0" y="0"/>
                  </a:lnTo>
                  <a:lnTo>
                    <a:pt x="0" y="31695"/>
                  </a:lnTo>
                  <a:close/>
                </a:path>
              </a:pathLst>
            </a:custGeom>
            <a:solidFill>
              <a:srgbClr val="80818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 descr=""/>
            <p:cNvSpPr/>
            <p:nvPr/>
          </p:nvSpPr>
          <p:spPr>
            <a:xfrm>
              <a:off x="7531824" y="4388427"/>
              <a:ext cx="518795" cy="1282065"/>
            </a:xfrm>
            <a:custGeom>
              <a:avLst/>
              <a:gdLst/>
              <a:ahLst/>
              <a:cxnLst/>
              <a:rect l="l" t="t" r="r" b="b"/>
              <a:pathLst>
                <a:path w="518795" h="1282064">
                  <a:moveTo>
                    <a:pt x="45326" y="0"/>
                  </a:moveTo>
                  <a:lnTo>
                    <a:pt x="0" y="0"/>
                  </a:lnTo>
                  <a:lnTo>
                    <a:pt x="0" y="1281531"/>
                  </a:lnTo>
                  <a:lnTo>
                    <a:pt x="45326" y="1281531"/>
                  </a:lnTo>
                  <a:lnTo>
                    <a:pt x="45326" y="0"/>
                  </a:lnTo>
                  <a:close/>
                </a:path>
                <a:path w="518795" h="1282064">
                  <a:moveTo>
                    <a:pt x="89598" y="0"/>
                  </a:moveTo>
                  <a:lnTo>
                    <a:pt x="71970" y="0"/>
                  </a:lnTo>
                  <a:lnTo>
                    <a:pt x="71970" y="1281531"/>
                  </a:lnTo>
                  <a:lnTo>
                    <a:pt x="89598" y="1281531"/>
                  </a:lnTo>
                  <a:lnTo>
                    <a:pt x="89598" y="0"/>
                  </a:lnTo>
                  <a:close/>
                </a:path>
                <a:path w="518795" h="1282064">
                  <a:moveTo>
                    <a:pt x="412242" y="0"/>
                  </a:moveTo>
                  <a:lnTo>
                    <a:pt x="106400" y="0"/>
                  </a:lnTo>
                  <a:lnTo>
                    <a:pt x="106400" y="1281531"/>
                  </a:lnTo>
                  <a:lnTo>
                    <a:pt x="412242" y="1281531"/>
                  </a:lnTo>
                  <a:lnTo>
                    <a:pt x="412242" y="0"/>
                  </a:lnTo>
                  <a:close/>
                </a:path>
                <a:path w="518795" h="1282064">
                  <a:moveTo>
                    <a:pt x="446659" y="0"/>
                  </a:moveTo>
                  <a:lnTo>
                    <a:pt x="429031" y="0"/>
                  </a:lnTo>
                  <a:lnTo>
                    <a:pt x="429031" y="1281531"/>
                  </a:lnTo>
                  <a:lnTo>
                    <a:pt x="446659" y="1281531"/>
                  </a:lnTo>
                  <a:lnTo>
                    <a:pt x="446659" y="0"/>
                  </a:lnTo>
                  <a:close/>
                </a:path>
                <a:path w="518795" h="1282064">
                  <a:moveTo>
                    <a:pt x="518629" y="0"/>
                  </a:moveTo>
                  <a:lnTo>
                    <a:pt x="473303" y="0"/>
                  </a:lnTo>
                  <a:lnTo>
                    <a:pt x="473303" y="1281531"/>
                  </a:lnTo>
                  <a:lnTo>
                    <a:pt x="518629" y="1281531"/>
                  </a:lnTo>
                  <a:lnTo>
                    <a:pt x="518629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 descr=""/>
            <p:cNvSpPr/>
            <p:nvPr/>
          </p:nvSpPr>
          <p:spPr>
            <a:xfrm>
              <a:off x="7638212" y="4388427"/>
              <a:ext cx="306070" cy="46355"/>
            </a:xfrm>
            <a:custGeom>
              <a:avLst/>
              <a:gdLst/>
              <a:ahLst/>
              <a:cxnLst/>
              <a:rect l="l" t="t" r="r" b="b"/>
              <a:pathLst>
                <a:path w="306070" h="46354">
                  <a:moveTo>
                    <a:pt x="45897" y="0"/>
                  </a:moveTo>
                  <a:lnTo>
                    <a:pt x="0" y="0"/>
                  </a:lnTo>
                  <a:lnTo>
                    <a:pt x="0" y="45885"/>
                  </a:lnTo>
                  <a:lnTo>
                    <a:pt x="45897" y="45885"/>
                  </a:lnTo>
                  <a:lnTo>
                    <a:pt x="45897" y="0"/>
                  </a:lnTo>
                  <a:close/>
                </a:path>
                <a:path w="306070" h="46354">
                  <a:moveTo>
                    <a:pt x="305854" y="0"/>
                  </a:moveTo>
                  <a:lnTo>
                    <a:pt x="259956" y="0"/>
                  </a:lnTo>
                  <a:lnTo>
                    <a:pt x="259956" y="45885"/>
                  </a:lnTo>
                  <a:lnTo>
                    <a:pt x="305854" y="45885"/>
                  </a:lnTo>
                  <a:lnTo>
                    <a:pt x="305854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 descr=""/>
            <p:cNvSpPr/>
            <p:nvPr/>
          </p:nvSpPr>
          <p:spPr>
            <a:xfrm>
              <a:off x="7658938" y="4409141"/>
              <a:ext cx="264795" cy="25400"/>
            </a:xfrm>
            <a:custGeom>
              <a:avLst/>
              <a:gdLst/>
              <a:ahLst/>
              <a:cxnLst/>
              <a:rect l="l" t="t" r="r" b="b"/>
              <a:pathLst>
                <a:path w="264795" h="25400">
                  <a:moveTo>
                    <a:pt x="25171" y="0"/>
                  </a:moveTo>
                  <a:lnTo>
                    <a:pt x="0" y="0"/>
                  </a:lnTo>
                  <a:lnTo>
                    <a:pt x="0" y="25171"/>
                  </a:lnTo>
                  <a:lnTo>
                    <a:pt x="25171" y="25171"/>
                  </a:lnTo>
                  <a:lnTo>
                    <a:pt x="25171" y="0"/>
                  </a:lnTo>
                  <a:close/>
                </a:path>
                <a:path w="264795" h="25400">
                  <a:moveTo>
                    <a:pt x="264401" y="0"/>
                  </a:moveTo>
                  <a:lnTo>
                    <a:pt x="239229" y="0"/>
                  </a:lnTo>
                  <a:lnTo>
                    <a:pt x="239229" y="25171"/>
                  </a:lnTo>
                  <a:lnTo>
                    <a:pt x="264401" y="25171"/>
                  </a:lnTo>
                  <a:lnTo>
                    <a:pt x="264401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 descr=""/>
            <p:cNvSpPr/>
            <p:nvPr/>
          </p:nvSpPr>
          <p:spPr>
            <a:xfrm>
              <a:off x="7603795" y="4405038"/>
              <a:ext cx="340360" cy="1250950"/>
            </a:xfrm>
            <a:custGeom>
              <a:avLst/>
              <a:gdLst/>
              <a:ahLst/>
              <a:cxnLst/>
              <a:rect l="l" t="t" r="r" b="b"/>
              <a:pathLst>
                <a:path w="340359" h="1250950">
                  <a:moveTo>
                    <a:pt x="17627" y="1246327"/>
                  </a:moveTo>
                  <a:lnTo>
                    <a:pt x="0" y="1246327"/>
                  </a:lnTo>
                  <a:lnTo>
                    <a:pt x="0" y="1250416"/>
                  </a:lnTo>
                  <a:lnTo>
                    <a:pt x="17627" y="1250416"/>
                  </a:lnTo>
                  <a:lnTo>
                    <a:pt x="17627" y="1246327"/>
                  </a:lnTo>
                  <a:close/>
                </a:path>
                <a:path w="340359" h="1250950">
                  <a:moveTo>
                    <a:pt x="17627" y="1213104"/>
                  </a:moveTo>
                  <a:lnTo>
                    <a:pt x="0" y="1213104"/>
                  </a:lnTo>
                  <a:lnTo>
                    <a:pt x="0" y="1217218"/>
                  </a:lnTo>
                  <a:lnTo>
                    <a:pt x="17627" y="1217218"/>
                  </a:lnTo>
                  <a:lnTo>
                    <a:pt x="17627" y="1213104"/>
                  </a:lnTo>
                  <a:close/>
                </a:path>
                <a:path w="340359" h="1250950">
                  <a:moveTo>
                    <a:pt x="17627" y="1179880"/>
                  </a:moveTo>
                  <a:lnTo>
                    <a:pt x="0" y="1179880"/>
                  </a:lnTo>
                  <a:lnTo>
                    <a:pt x="0" y="1183995"/>
                  </a:lnTo>
                  <a:lnTo>
                    <a:pt x="17627" y="1183995"/>
                  </a:lnTo>
                  <a:lnTo>
                    <a:pt x="17627" y="1179880"/>
                  </a:lnTo>
                  <a:close/>
                </a:path>
                <a:path w="340359" h="1250950">
                  <a:moveTo>
                    <a:pt x="17627" y="1146670"/>
                  </a:moveTo>
                  <a:lnTo>
                    <a:pt x="0" y="1146670"/>
                  </a:lnTo>
                  <a:lnTo>
                    <a:pt x="0" y="1150772"/>
                  </a:lnTo>
                  <a:lnTo>
                    <a:pt x="17627" y="1150772"/>
                  </a:lnTo>
                  <a:lnTo>
                    <a:pt x="17627" y="1146670"/>
                  </a:lnTo>
                  <a:close/>
                </a:path>
                <a:path w="340359" h="1250950">
                  <a:moveTo>
                    <a:pt x="17627" y="1113459"/>
                  </a:moveTo>
                  <a:lnTo>
                    <a:pt x="0" y="1113459"/>
                  </a:lnTo>
                  <a:lnTo>
                    <a:pt x="0" y="1117561"/>
                  </a:lnTo>
                  <a:lnTo>
                    <a:pt x="17627" y="1117561"/>
                  </a:lnTo>
                  <a:lnTo>
                    <a:pt x="17627" y="1113459"/>
                  </a:lnTo>
                  <a:close/>
                </a:path>
                <a:path w="340359" h="1250950">
                  <a:moveTo>
                    <a:pt x="17627" y="1080249"/>
                  </a:moveTo>
                  <a:lnTo>
                    <a:pt x="0" y="1080249"/>
                  </a:lnTo>
                  <a:lnTo>
                    <a:pt x="0" y="1084351"/>
                  </a:lnTo>
                  <a:lnTo>
                    <a:pt x="17627" y="1084351"/>
                  </a:lnTo>
                  <a:lnTo>
                    <a:pt x="17627" y="1080249"/>
                  </a:lnTo>
                  <a:close/>
                </a:path>
                <a:path w="340359" h="1250950">
                  <a:moveTo>
                    <a:pt x="17627" y="1047038"/>
                  </a:moveTo>
                  <a:lnTo>
                    <a:pt x="0" y="1047038"/>
                  </a:lnTo>
                  <a:lnTo>
                    <a:pt x="0" y="1051140"/>
                  </a:lnTo>
                  <a:lnTo>
                    <a:pt x="17627" y="1051140"/>
                  </a:lnTo>
                  <a:lnTo>
                    <a:pt x="17627" y="1047038"/>
                  </a:lnTo>
                  <a:close/>
                </a:path>
                <a:path w="340359" h="1250950">
                  <a:moveTo>
                    <a:pt x="17627" y="1013828"/>
                  </a:moveTo>
                  <a:lnTo>
                    <a:pt x="0" y="1013828"/>
                  </a:lnTo>
                  <a:lnTo>
                    <a:pt x="0" y="1017930"/>
                  </a:lnTo>
                  <a:lnTo>
                    <a:pt x="17627" y="1017930"/>
                  </a:lnTo>
                  <a:lnTo>
                    <a:pt x="17627" y="1013828"/>
                  </a:lnTo>
                  <a:close/>
                </a:path>
                <a:path w="340359" h="1250950">
                  <a:moveTo>
                    <a:pt x="17627" y="980605"/>
                  </a:moveTo>
                  <a:lnTo>
                    <a:pt x="0" y="980605"/>
                  </a:lnTo>
                  <a:lnTo>
                    <a:pt x="0" y="984719"/>
                  </a:lnTo>
                  <a:lnTo>
                    <a:pt x="17627" y="984719"/>
                  </a:lnTo>
                  <a:lnTo>
                    <a:pt x="17627" y="980605"/>
                  </a:lnTo>
                  <a:close/>
                </a:path>
                <a:path w="340359" h="1250950">
                  <a:moveTo>
                    <a:pt x="17627" y="947394"/>
                  </a:moveTo>
                  <a:lnTo>
                    <a:pt x="0" y="947394"/>
                  </a:lnTo>
                  <a:lnTo>
                    <a:pt x="0" y="951496"/>
                  </a:lnTo>
                  <a:lnTo>
                    <a:pt x="17627" y="951496"/>
                  </a:lnTo>
                  <a:lnTo>
                    <a:pt x="17627" y="947394"/>
                  </a:lnTo>
                  <a:close/>
                </a:path>
                <a:path w="340359" h="1250950">
                  <a:moveTo>
                    <a:pt x="17627" y="914184"/>
                  </a:moveTo>
                  <a:lnTo>
                    <a:pt x="0" y="914184"/>
                  </a:lnTo>
                  <a:lnTo>
                    <a:pt x="0" y="918286"/>
                  </a:lnTo>
                  <a:lnTo>
                    <a:pt x="17627" y="918286"/>
                  </a:lnTo>
                  <a:lnTo>
                    <a:pt x="17627" y="914184"/>
                  </a:lnTo>
                  <a:close/>
                </a:path>
                <a:path w="340359" h="1250950">
                  <a:moveTo>
                    <a:pt x="17627" y="880960"/>
                  </a:moveTo>
                  <a:lnTo>
                    <a:pt x="0" y="880960"/>
                  </a:lnTo>
                  <a:lnTo>
                    <a:pt x="0" y="885063"/>
                  </a:lnTo>
                  <a:lnTo>
                    <a:pt x="17627" y="885063"/>
                  </a:lnTo>
                  <a:lnTo>
                    <a:pt x="17627" y="880960"/>
                  </a:lnTo>
                  <a:close/>
                </a:path>
                <a:path w="340359" h="1250950">
                  <a:moveTo>
                    <a:pt x="17627" y="847750"/>
                  </a:moveTo>
                  <a:lnTo>
                    <a:pt x="0" y="847750"/>
                  </a:lnTo>
                  <a:lnTo>
                    <a:pt x="0" y="851865"/>
                  </a:lnTo>
                  <a:lnTo>
                    <a:pt x="17627" y="851865"/>
                  </a:lnTo>
                  <a:lnTo>
                    <a:pt x="17627" y="847750"/>
                  </a:lnTo>
                  <a:close/>
                </a:path>
                <a:path w="340359" h="1250950">
                  <a:moveTo>
                    <a:pt x="17627" y="814539"/>
                  </a:moveTo>
                  <a:lnTo>
                    <a:pt x="0" y="814539"/>
                  </a:lnTo>
                  <a:lnTo>
                    <a:pt x="0" y="818642"/>
                  </a:lnTo>
                  <a:lnTo>
                    <a:pt x="17627" y="818642"/>
                  </a:lnTo>
                  <a:lnTo>
                    <a:pt x="17627" y="814539"/>
                  </a:lnTo>
                  <a:close/>
                </a:path>
                <a:path w="340359" h="1250950">
                  <a:moveTo>
                    <a:pt x="17627" y="781316"/>
                  </a:moveTo>
                  <a:lnTo>
                    <a:pt x="0" y="781316"/>
                  </a:lnTo>
                  <a:lnTo>
                    <a:pt x="0" y="785431"/>
                  </a:lnTo>
                  <a:lnTo>
                    <a:pt x="17627" y="785431"/>
                  </a:lnTo>
                  <a:lnTo>
                    <a:pt x="17627" y="781316"/>
                  </a:lnTo>
                  <a:close/>
                </a:path>
                <a:path w="340359" h="1250950">
                  <a:moveTo>
                    <a:pt x="17627" y="748093"/>
                  </a:moveTo>
                  <a:lnTo>
                    <a:pt x="0" y="748093"/>
                  </a:lnTo>
                  <a:lnTo>
                    <a:pt x="0" y="752208"/>
                  </a:lnTo>
                  <a:lnTo>
                    <a:pt x="17627" y="752208"/>
                  </a:lnTo>
                  <a:lnTo>
                    <a:pt x="17627" y="748093"/>
                  </a:lnTo>
                  <a:close/>
                </a:path>
                <a:path w="340359" h="1250950">
                  <a:moveTo>
                    <a:pt x="17627" y="714895"/>
                  </a:moveTo>
                  <a:lnTo>
                    <a:pt x="0" y="714895"/>
                  </a:lnTo>
                  <a:lnTo>
                    <a:pt x="0" y="718985"/>
                  </a:lnTo>
                  <a:lnTo>
                    <a:pt x="17627" y="718985"/>
                  </a:lnTo>
                  <a:lnTo>
                    <a:pt x="17627" y="714895"/>
                  </a:lnTo>
                  <a:close/>
                </a:path>
                <a:path w="340359" h="1250950">
                  <a:moveTo>
                    <a:pt x="17627" y="681685"/>
                  </a:moveTo>
                  <a:lnTo>
                    <a:pt x="0" y="681685"/>
                  </a:lnTo>
                  <a:lnTo>
                    <a:pt x="0" y="685787"/>
                  </a:lnTo>
                  <a:lnTo>
                    <a:pt x="17627" y="685787"/>
                  </a:lnTo>
                  <a:lnTo>
                    <a:pt x="17627" y="681685"/>
                  </a:lnTo>
                  <a:close/>
                </a:path>
                <a:path w="340359" h="1250950">
                  <a:moveTo>
                    <a:pt x="17627" y="648462"/>
                  </a:moveTo>
                  <a:lnTo>
                    <a:pt x="0" y="648462"/>
                  </a:lnTo>
                  <a:lnTo>
                    <a:pt x="0" y="652576"/>
                  </a:lnTo>
                  <a:lnTo>
                    <a:pt x="17627" y="652576"/>
                  </a:lnTo>
                  <a:lnTo>
                    <a:pt x="17627" y="648462"/>
                  </a:lnTo>
                  <a:close/>
                </a:path>
                <a:path w="340359" h="1250950">
                  <a:moveTo>
                    <a:pt x="17627" y="615238"/>
                  </a:moveTo>
                  <a:lnTo>
                    <a:pt x="0" y="615238"/>
                  </a:lnTo>
                  <a:lnTo>
                    <a:pt x="0" y="619353"/>
                  </a:lnTo>
                  <a:lnTo>
                    <a:pt x="17627" y="619353"/>
                  </a:lnTo>
                  <a:lnTo>
                    <a:pt x="17627" y="615238"/>
                  </a:lnTo>
                  <a:close/>
                </a:path>
                <a:path w="340359" h="1250950">
                  <a:moveTo>
                    <a:pt x="17627" y="582028"/>
                  </a:moveTo>
                  <a:lnTo>
                    <a:pt x="0" y="582028"/>
                  </a:lnTo>
                  <a:lnTo>
                    <a:pt x="0" y="586130"/>
                  </a:lnTo>
                  <a:lnTo>
                    <a:pt x="17627" y="586130"/>
                  </a:lnTo>
                  <a:lnTo>
                    <a:pt x="17627" y="582028"/>
                  </a:lnTo>
                  <a:close/>
                </a:path>
                <a:path w="340359" h="1250950">
                  <a:moveTo>
                    <a:pt x="17627" y="548830"/>
                  </a:moveTo>
                  <a:lnTo>
                    <a:pt x="0" y="548830"/>
                  </a:lnTo>
                  <a:lnTo>
                    <a:pt x="0" y="552919"/>
                  </a:lnTo>
                  <a:lnTo>
                    <a:pt x="17627" y="552919"/>
                  </a:lnTo>
                  <a:lnTo>
                    <a:pt x="17627" y="548830"/>
                  </a:lnTo>
                  <a:close/>
                </a:path>
                <a:path w="340359" h="1250950">
                  <a:moveTo>
                    <a:pt x="17627" y="515607"/>
                  </a:moveTo>
                  <a:lnTo>
                    <a:pt x="0" y="515607"/>
                  </a:lnTo>
                  <a:lnTo>
                    <a:pt x="0" y="519709"/>
                  </a:lnTo>
                  <a:lnTo>
                    <a:pt x="17627" y="519709"/>
                  </a:lnTo>
                  <a:lnTo>
                    <a:pt x="17627" y="515607"/>
                  </a:lnTo>
                  <a:close/>
                </a:path>
                <a:path w="340359" h="1250950">
                  <a:moveTo>
                    <a:pt x="17627" y="482396"/>
                  </a:moveTo>
                  <a:lnTo>
                    <a:pt x="0" y="482396"/>
                  </a:lnTo>
                  <a:lnTo>
                    <a:pt x="0" y="486498"/>
                  </a:lnTo>
                  <a:lnTo>
                    <a:pt x="17627" y="486498"/>
                  </a:lnTo>
                  <a:lnTo>
                    <a:pt x="17627" y="482396"/>
                  </a:lnTo>
                  <a:close/>
                </a:path>
                <a:path w="340359" h="1250950">
                  <a:moveTo>
                    <a:pt x="17627" y="449186"/>
                  </a:moveTo>
                  <a:lnTo>
                    <a:pt x="0" y="449186"/>
                  </a:lnTo>
                  <a:lnTo>
                    <a:pt x="0" y="453288"/>
                  </a:lnTo>
                  <a:lnTo>
                    <a:pt x="17627" y="453288"/>
                  </a:lnTo>
                  <a:lnTo>
                    <a:pt x="17627" y="449186"/>
                  </a:lnTo>
                  <a:close/>
                </a:path>
                <a:path w="340359" h="1250950">
                  <a:moveTo>
                    <a:pt x="17627" y="415963"/>
                  </a:moveTo>
                  <a:lnTo>
                    <a:pt x="0" y="415963"/>
                  </a:lnTo>
                  <a:lnTo>
                    <a:pt x="0" y="420077"/>
                  </a:lnTo>
                  <a:lnTo>
                    <a:pt x="17627" y="420077"/>
                  </a:lnTo>
                  <a:lnTo>
                    <a:pt x="17627" y="415963"/>
                  </a:lnTo>
                  <a:close/>
                </a:path>
                <a:path w="340359" h="1250950">
                  <a:moveTo>
                    <a:pt x="17627" y="382752"/>
                  </a:moveTo>
                  <a:lnTo>
                    <a:pt x="0" y="382752"/>
                  </a:lnTo>
                  <a:lnTo>
                    <a:pt x="0" y="386854"/>
                  </a:lnTo>
                  <a:lnTo>
                    <a:pt x="17627" y="386854"/>
                  </a:lnTo>
                  <a:lnTo>
                    <a:pt x="17627" y="382752"/>
                  </a:lnTo>
                  <a:close/>
                </a:path>
                <a:path w="340359" h="1250950">
                  <a:moveTo>
                    <a:pt x="17627" y="349542"/>
                  </a:moveTo>
                  <a:lnTo>
                    <a:pt x="0" y="349542"/>
                  </a:lnTo>
                  <a:lnTo>
                    <a:pt x="0" y="353644"/>
                  </a:lnTo>
                  <a:lnTo>
                    <a:pt x="17627" y="353644"/>
                  </a:lnTo>
                  <a:lnTo>
                    <a:pt x="17627" y="349542"/>
                  </a:lnTo>
                  <a:close/>
                </a:path>
                <a:path w="340359" h="1250950">
                  <a:moveTo>
                    <a:pt x="17627" y="316318"/>
                  </a:moveTo>
                  <a:lnTo>
                    <a:pt x="0" y="316318"/>
                  </a:lnTo>
                  <a:lnTo>
                    <a:pt x="0" y="320433"/>
                  </a:lnTo>
                  <a:lnTo>
                    <a:pt x="17627" y="320433"/>
                  </a:lnTo>
                  <a:lnTo>
                    <a:pt x="17627" y="316318"/>
                  </a:lnTo>
                  <a:close/>
                </a:path>
                <a:path w="340359" h="1250950">
                  <a:moveTo>
                    <a:pt x="17627" y="283108"/>
                  </a:moveTo>
                  <a:lnTo>
                    <a:pt x="0" y="283108"/>
                  </a:lnTo>
                  <a:lnTo>
                    <a:pt x="0" y="287210"/>
                  </a:lnTo>
                  <a:lnTo>
                    <a:pt x="17627" y="287210"/>
                  </a:lnTo>
                  <a:lnTo>
                    <a:pt x="17627" y="283108"/>
                  </a:lnTo>
                  <a:close/>
                </a:path>
                <a:path w="340359" h="1250950">
                  <a:moveTo>
                    <a:pt x="17627" y="249897"/>
                  </a:moveTo>
                  <a:lnTo>
                    <a:pt x="0" y="249897"/>
                  </a:lnTo>
                  <a:lnTo>
                    <a:pt x="0" y="254000"/>
                  </a:lnTo>
                  <a:lnTo>
                    <a:pt x="17627" y="254000"/>
                  </a:lnTo>
                  <a:lnTo>
                    <a:pt x="17627" y="249897"/>
                  </a:lnTo>
                  <a:close/>
                </a:path>
                <a:path w="340359" h="1250950">
                  <a:moveTo>
                    <a:pt x="17627" y="216674"/>
                  </a:moveTo>
                  <a:lnTo>
                    <a:pt x="0" y="216674"/>
                  </a:lnTo>
                  <a:lnTo>
                    <a:pt x="0" y="220789"/>
                  </a:lnTo>
                  <a:lnTo>
                    <a:pt x="17627" y="220789"/>
                  </a:lnTo>
                  <a:lnTo>
                    <a:pt x="17627" y="216674"/>
                  </a:lnTo>
                  <a:close/>
                </a:path>
                <a:path w="340359" h="1250950">
                  <a:moveTo>
                    <a:pt x="294373" y="0"/>
                  </a:moveTo>
                  <a:lnTo>
                    <a:pt x="80314" y="0"/>
                  </a:lnTo>
                  <a:lnTo>
                    <a:pt x="80314" y="4102"/>
                  </a:lnTo>
                  <a:lnTo>
                    <a:pt x="294373" y="4102"/>
                  </a:lnTo>
                  <a:lnTo>
                    <a:pt x="294373" y="0"/>
                  </a:lnTo>
                  <a:close/>
                </a:path>
                <a:path w="340359" h="1250950">
                  <a:moveTo>
                    <a:pt x="319544" y="25171"/>
                  </a:moveTo>
                  <a:lnTo>
                    <a:pt x="55143" y="25171"/>
                  </a:lnTo>
                  <a:lnTo>
                    <a:pt x="55143" y="29273"/>
                  </a:lnTo>
                  <a:lnTo>
                    <a:pt x="319544" y="29273"/>
                  </a:lnTo>
                  <a:lnTo>
                    <a:pt x="319544" y="25171"/>
                  </a:lnTo>
                  <a:close/>
                </a:path>
                <a:path w="340359" h="1250950">
                  <a:moveTo>
                    <a:pt x="340271" y="1246327"/>
                  </a:moveTo>
                  <a:lnTo>
                    <a:pt x="34429" y="1246327"/>
                  </a:lnTo>
                  <a:lnTo>
                    <a:pt x="34429" y="1250416"/>
                  </a:lnTo>
                  <a:lnTo>
                    <a:pt x="340271" y="1250416"/>
                  </a:lnTo>
                  <a:lnTo>
                    <a:pt x="340271" y="1246327"/>
                  </a:lnTo>
                  <a:close/>
                </a:path>
                <a:path w="340359" h="1250950">
                  <a:moveTo>
                    <a:pt x="340271" y="1213104"/>
                  </a:moveTo>
                  <a:lnTo>
                    <a:pt x="34429" y="1213104"/>
                  </a:lnTo>
                  <a:lnTo>
                    <a:pt x="34429" y="1217218"/>
                  </a:lnTo>
                  <a:lnTo>
                    <a:pt x="340271" y="1217218"/>
                  </a:lnTo>
                  <a:lnTo>
                    <a:pt x="340271" y="1213104"/>
                  </a:lnTo>
                  <a:close/>
                </a:path>
                <a:path w="340359" h="1250950">
                  <a:moveTo>
                    <a:pt x="340271" y="1179880"/>
                  </a:moveTo>
                  <a:lnTo>
                    <a:pt x="34429" y="1179880"/>
                  </a:lnTo>
                  <a:lnTo>
                    <a:pt x="34429" y="1183995"/>
                  </a:lnTo>
                  <a:lnTo>
                    <a:pt x="340271" y="1183995"/>
                  </a:lnTo>
                  <a:lnTo>
                    <a:pt x="340271" y="1179880"/>
                  </a:lnTo>
                  <a:close/>
                </a:path>
                <a:path w="340359" h="1250950">
                  <a:moveTo>
                    <a:pt x="340271" y="1146670"/>
                  </a:moveTo>
                  <a:lnTo>
                    <a:pt x="34429" y="1146670"/>
                  </a:lnTo>
                  <a:lnTo>
                    <a:pt x="34429" y="1150772"/>
                  </a:lnTo>
                  <a:lnTo>
                    <a:pt x="340271" y="1150772"/>
                  </a:lnTo>
                  <a:lnTo>
                    <a:pt x="340271" y="1146670"/>
                  </a:lnTo>
                  <a:close/>
                </a:path>
                <a:path w="340359" h="1250950">
                  <a:moveTo>
                    <a:pt x="340271" y="1113459"/>
                  </a:moveTo>
                  <a:lnTo>
                    <a:pt x="34429" y="1113459"/>
                  </a:lnTo>
                  <a:lnTo>
                    <a:pt x="34429" y="1117561"/>
                  </a:lnTo>
                  <a:lnTo>
                    <a:pt x="340271" y="1117561"/>
                  </a:lnTo>
                  <a:lnTo>
                    <a:pt x="340271" y="1113459"/>
                  </a:lnTo>
                  <a:close/>
                </a:path>
                <a:path w="340359" h="1250950">
                  <a:moveTo>
                    <a:pt x="340271" y="1080249"/>
                  </a:moveTo>
                  <a:lnTo>
                    <a:pt x="34429" y="1080249"/>
                  </a:lnTo>
                  <a:lnTo>
                    <a:pt x="34429" y="1084351"/>
                  </a:lnTo>
                  <a:lnTo>
                    <a:pt x="340271" y="1084351"/>
                  </a:lnTo>
                  <a:lnTo>
                    <a:pt x="340271" y="1080249"/>
                  </a:lnTo>
                  <a:close/>
                </a:path>
                <a:path w="340359" h="1250950">
                  <a:moveTo>
                    <a:pt x="340271" y="1047038"/>
                  </a:moveTo>
                  <a:lnTo>
                    <a:pt x="34429" y="1047038"/>
                  </a:lnTo>
                  <a:lnTo>
                    <a:pt x="34429" y="1051140"/>
                  </a:lnTo>
                  <a:lnTo>
                    <a:pt x="340271" y="1051140"/>
                  </a:lnTo>
                  <a:lnTo>
                    <a:pt x="340271" y="1047038"/>
                  </a:lnTo>
                  <a:close/>
                </a:path>
                <a:path w="340359" h="1250950">
                  <a:moveTo>
                    <a:pt x="340271" y="1013828"/>
                  </a:moveTo>
                  <a:lnTo>
                    <a:pt x="34429" y="1013828"/>
                  </a:lnTo>
                  <a:lnTo>
                    <a:pt x="34429" y="1017930"/>
                  </a:lnTo>
                  <a:lnTo>
                    <a:pt x="340271" y="1017930"/>
                  </a:lnTo>
                  <a:lnTo>
                    <a:pt x="340271" y="1013828"/>
                  </a:lnTo>
                  <a:close/>
                </a:path>
                <a:path w="340359" h="1250950">
                  <a:moveTo>
                    <a:pt x="340271" y="980605"/>
                  </a:moveTo>
                  <a:lnTo>
                    <a:pt x="34429" y="980605"/>
                  </a:lnTo>
                  <a:lnTo>
                    <a:pt x="34429" y="984719"/>
                  </a:lnTo>
                  <a:lnTo>
                    <a:pt x="340271" y="984719"/>
                  </a:lnTo>
                  <a:lnTo>
                    <a:pt x="340271" y="980605"/>
                  </a:lnTo>
                  <a:close/>
                </a:path>
                <a:path w="340359" h="1250950">
                  <a:moveTo>
                    <a:pt x="340271" y="947394"/>
                  </a:moveTo>
                  <a:lnTo>
                    <a:pt x="34429" y="947394"/>
                  </a:lnTo>
                  <a:lnTo>
                    <a:pt x="34429" y="951496"/>
                  </a:lnTo>
                  <a:lnTo>
                    <a:pt x="340271" y="951496"/>
                  </a:lnTo>
                  <a:lnTo>
                    <a:pt x="340271" y="947394"/>
                  </a:lnTo>
                  <a:close/>
                </a:path>
                <a:path w="340359" h="1250950">
                  <a:moveTo>
                    <a:pt x="340271" y="914184"/>
                  </a:moveTo>
                  <a:lnTo>
                    <a:pt x="34429" y="914184"/>
                  </a:lnTo>
                  <a:lnTo>
                    <a:pt x="34429" y="918286"/>
                  </a:lnTo>
                  <a:lnTo>
                    <a:pt x="340271" y="918286"/>
                  </a:lnTo>
                  <a:lnTo>
                    <a:pt x="340271" y="914184"/>
                  </a:lnTo>
                  <a:close/>
                </a:path>
                <a:path w="340359" h="1250950">
                  <a:moveTo>
                    <a:pt x="340271" y="880960"/>
                  </a:moveTo>
                  <a:lnTo>
                    <a:pt x="34429" y="880960"/>
                  </a:lnTo>
                  <a:lnTo>
                    <a:pt x="34429" y="885063"/>
                  </a:lnTo>
                  <a:lnTo>
                    <a:pt x="340271" y="885063"/>
                  </a:lnTo>
                  <a:lnTo>
                    <a:pt x="340271" y="880960"/>
                  </a:lnTo>
                  <a:close/>
                </a:path>
                <a:path w="340359" h="1250950">
                  <a:moveTo>
                    <a:pt x="340271" y="847750"/>
                  </a:moveTo>
                  <a:lnTo>
                    <a:pt x="34429" y="847750"/>
                  </a:lnTo>
                  <a:lnTo>
                    <a:pt x="34429" y="851865"/>
                  </a:lnTo>
                  <a:lnTo>
                    <a:pt x="340271" y="851865"/>
                  </a:lnTo>
                  <a:lnTo>
                    <a:pt x="340271" y="847750"/>
                  </a:lnTo>
                  <a:close/>
                </a:path>
                <a:path w="340359" h="1250950">
                  <a:moveTo>
                    <a:pt x="340271" y="814539"/>
                  </a:moveTo>
                  <a:lnTo>
                    <a:pt x="34429" y="814539"/>
                  </a:lnTo>
                  <a:lnTo>
                    <a:pt x="34429" y="818642"/>
                  </a:lnTo>
                  <a:lnTo>
                    <a:pt x="340271" y="818642"/>
                  </a:lnTo>
                  <a:lnTo>
                    <a:pt x="340271" y="814539"/>
                  </a:lnTo>
                  <a:close/>
                </a:path>
                <a:path w="340359" h="1250950">
                  <a:moveTo>
                    <a:pt x="340271" y="781316"/>
                  </a:moveTo>
                  <a:lnTo>
                    <a:pt x="34429" y="781316"/>
                  </a:lnTo>
                  <a:lnTo>
                    <a:pt x="34429" y="785431"/>
                  </a:lnTo>
                  <a:lnTo>
                    <a:pt x="340271" y="785431"/>
                  </a:lnTo>
                  <a:lnTo>
                    <a:pt x="340271" y="781316"/>
                  </a:lnTo>
                  <a:close/>
                </a:path>
                <a:path w="340359" h="1250950">
                  <a:moveTo>
                    <a:pt x="340271" y="748093"/>
                  </a:moveTo>
                  <a:lnTo>
                    <a:pt x="34429" y="748093"/>
                  </a:lnTo>
                  <a:lnTo>
                    <a:pt x="34429" y="752208"/>
                  </a:lnTo>
                  <a:lnTo>
                    <a:pt x="340271" y="752208"/>
                  </a:lnTo>
                  <a:lnTo>
                    <a:pt x="340271" y="748093"/>
                  </a:lnTo>
                  <a:close/>
                </a:path>
                <a:path w="340359" h="1250950">
                  <a:moveTo>
                    <a:pt x="340271" y="714895"/>
                  </a:moveTo>
                  <a:lnTo>
                    <a:pt x="34429" y="714895"/>
                  </a:lnTo>
                  <a:lnTo>
                    <a:pt x="34429" y="718985"/>
                  </a:lnTo>
                  <a:lnTo>
                    <a:pt x="340271" y="718985"/>
                  </a:lnTo>
                  <a:lnTo>
                    <a:pt x="340271" y="714895"/>
                  </a:lnTo>
                  <a:close/>
                </a:path>
                <a:path w="340359" h="1250950">
                  <a:moveTo>
                    <a:pt x="340271" y="681685"/>
                  </a:moveTo>
                  <a:lnTo>
                    <a:pt x="34429" y="681685"/>
                  </a:lnTo>
                  <a:lnTo>
                    <a:pt x="34429" y="685787"/>
                  </a:lnTo>
                  <a:lnTo>
                    <a:pt x="340271" y="685787"/>
                  </a:lnTo>
                  <a:lnTo>
                    <a:pt x="340271" y="681685"/>
                  </a:lnTo>
                  <a:close/>
                </a:path>
                <a:path w="340359" h="1250950">
                  <a:moveTo>
                    <a:pt x="340271" y="648462"/>
                  </a:moveTo>
                  <a:lnTo>
                    <a:pt x="34429" y="648462"/>
                  </a:lnTo>
                  <a:lnTo>
                    <a:pt x="34429" y="652576"/>
                  </a:lnTo>
                  <a:lnTo>
                    <a:pt x="340271" y="652576"/>
                  </a:lnTo>
                  <a:lnTo>
                    <a:pt x="340271" y="648462"/>
                  </a:lnTo>
                  <a:close/>
                </a:path>
                <a:path w="340359" h="1250950">
                  <a:moveTo>
                    <a:pt x="340271" y="615238"/>
                  </a:moveTo>
                  <a:lnTo>
                    <a:pt x="34429" y="615238"/>
                  </a:lnTo>
                  <a:lnTo>
                    <a:pt x="34429" y="619353"/>
                  </a:lnTo>
                  <a:lnTo>
                    <a:pt x="340271" y="619353"/>
                  </a:lnTo>
                  <a:lnTo>
                    <a:pt x="340271" y="615238"/>
                  </a:lnTo>
                  <a:close/>
                </a:path>
                <a:path w="340359" h="1250950">
                  <a:moveTo>
                    <a:pt x="340271" y="582028"/>
                  </a:moveTo>
                  <a:lnTo>
                    <a:pt x="34429" y="582028"/>
                  </a:lnTo>
                  <a:lnTo>
                    <a:pt x="34429" y="586130"/>
                  </a:lnTo>
                  <a:lnTo>
                    <a:pt x="340271" y="586130"/>
                  </a:lnTo>
                  <a:lnTo>
                    <a:pt x="340271" y="582028"/>
                  </a:lnTo>
                  <a:close/>
                </a:path>
                <a:path w="340359" h="1250950">
                  <a:moveTo>
                    <a:pt x="340271" y="548830"/>
                  </a:moveTo>
                  <a:lnTo>
                    <a:pt x="34429" y="548830"/>
                  </a:lnTo>
                  <a:lnTo>
                    <a:pt x="34429" y="552919"/>
                  </a:lnTo>
                  <a:lnTo>
                    <a:pt x="340271" y="552919"/>
                  </a:lnTo>
                  <a:lnTo>
                    <a:pt x="340271" y="548830"/>
                  </a:lnTo>
                  <a:close/>
                </a:path>
                <a:path w="340359" h="1250950">
                  <a:moveTo>
                    <a:pt x="340271" y="515607"/>
                  </a:moveTo>
                  <a:lnTo>
                    <a:pt x="34429" y="515607"/>
                  </a:lnTo>
                  <a:lnTo>
                    <a:pt x="34429" y="519709"/>
                  </a:lnTo>
                  <a:lnTo>
                    <a:pt x="340271" y="519709"/>
                  </a:lnTo>
                  <a:lnTo>
                    <a:pt x="340271" y="515607"/>
                  </a:lnTo>
                  <a:close/>
                </a:path>
                <a:path w="340359" h="1250950">
                  <a:moveTo>
                    <a:pt x="340271" y="482396"/>
                  </a:moveTo>
                  <a:lnTo>
                    <a:pt x="34429" y="482396"/>
                  </a:lnTo>
                  <a:lnTo>
                    <a:pt x="34429" y="486498"/>
                  </a:lnTo>
                  <a:lnTo>
                    <a:pt x="340271" y="486498"/>
                  </a:lnTo>
                  <a:lnTo>
                    <a:pt x="340271" y="482396"/>
                  </a:lnTo>
                  <a:close/>
                </a:path>
                <a:path w="340359" h="1250950">
                  <a:moveTo>
                    <a:pt x="340271" y="449186"/>
                  </a:moveTo>
                  <a:lnTo>
                    <a:pt x="34429" y="449186"/>
                  </a:lnTo>
                  <a:lnTo>
                    <a:pt x="34429" y="453288"/>
                  </a:lnTo>
                  <a:lnTo>
                    <a:pt x="340271" y="453288"/>
                  </a:lnTo>
                  <a:lnTo>
                    <a:pt x="340271" y="449186"/>
                  </a:lnTo>
                  <a:close/>
                </a:path>
                <a:path w="340359" h="1250950">
                  <a:moveTo>
                    <a:pt x="340271" y="415963"/>
                  </a:moveTo>
                  <a:lnTo>
                    <a:pt x="34429" y="415963"/>
                  </a:lnTo>
                  <a:lnTo>
                    <a:pt x="34429" y="420077"/>
                  </a:lnTo>
                  <a:lnTo>
                    <a:pt x="340271" y="420077"/>
                  </a:lnTo>
                  <a:lnTo>
                    <a:pt x="340271" y="415963"/>
                  </a:lnTo>
                  <a:close/>
                </a:path>
                <a:path w="340359" h="1250950">
                  <a:moveTo>
                    <a:pt x="340271" y="382752"/>
                  </a:moveTo>
                  <a:lnTo>
                    <a:pt x="34429" y="382752"/>
                  </a:lnTo>
                  <a:lnTo>
                    <a:pt x="34429" y="386854"/>
                  </a:lnTo>
                  <a:lnTo>
                    <a:pt x="340271" y="386854"/>
                  </a:lnTo>
                  <a:lnTo>
                    <a:pt x="340271" y="382752"/>
                  </a:lnTo>
                  <a:close/>
                </a:path>
                <a:path w="340359" h="1250950">
                  <a:moveTo>
                    <a:pt x="340271" y="349542"/>
                  </a:moveTo>
                  <a:lnTo>
                    <a:pt x="34429" y="349542"/>
                  </a:lnTo>
                  <a:lnTo>
                    <a:pt x="34429" y="353644"/>
                  </a:lnTo>
                  <a:lnTo>
                    <a:pt x="340271" y="353644"/>
                  </a:lnTo>
                  <a:lnTo>
                    <a:pt x="340271" y="349542"/>
                  </a:lnTo>
                  <a:close/>
                </a:path>
                <a:path w="340359" h="1250950">
                  <a:moveTo>
                    <a:pt x="340271" y="316318"/>
                  </a:moveTo>
                  <a:lnTo>
                    <a:pt x="34429" y="316318"/>
                  </a:lnTo>
                  <a:lnTo>
                    <a:pt x="34429" y="320433"/>
                  </a:lnTo>
                  <a:lnTo>
                    <a:pt x="340271" y="320433"/>
                  </a:lnTo>
                  <a:lnTo>
                    <a:pt x="340271" y="316318"/>
                  </a:lnTo>
                  <a:close/>
                </a:path>
                <a:path w="340359" h="1250950">
                  <a:moveTo>
                    <a:pt x="340271" y="283108"/>
                  </a:moveTo>
                  <a:lnTo>
                    <a:pt x="34429" y="283108"/>
                  </a:lnTo>
                  <a:lnTo>
                    <a:pt x="34429" y="287210"/>
                  </a:lnTo>
                  <a:lnTo>
                    <a:pt x="340271" y="287210"/>
                  </a:lnTo>
                  <a:lnTo>
                    <a:pt x="340271" y="283108"/>
                  </a:lnTo>
                  <a:close/>
                </a:path>
                <a:path w="340359" h="1250950">
                  <a:moveTo>
                    <a:pt x="340271" y="249897"/>
                  </a:moveTo>
                  <a:lnTo>
                    <a:pt x="34429" y="249897"/>
                  </a:lnTo>
                  <a:lnTo>
                    <a:pt x="34429" y="254000"/>
                  </a:lnTo>
                  <a:lnTo>
                    <a:pt x="340271" y="254000"/>
                  </a:lnTo>
                  <a:lnTo>
                    <a:pt x="340271" y="249897"/>
                  </a:lnTo>
                  <a:close/>
                </a:path>
                <a:path w="340359" h="1250950">
                  <a:moveTo>
                    <a:pt x="340271" y="216674"/>
                  </a:moveTo>
                  <a:lnTo>
                    <a:pt x="34429" y="216674"/>
                  </a:lnTo>
                  <a:lnTo>
                    <a:pt x="34429" y="220789"/>
                  </a:lnTo>
                  <a:lnTo>
                    <a:pt x="340271" y="220789"/>
                  </a:lnTo>
                  <a:lnTo>
                    <a:pt x="340271" y="216674"/>
                  </a:lnTo>
                  <a:close/>
                </a:path>
                <a:path w="340359" h="1250950">
                  <a:moveTo>
                    <a:pt x="340271" y="183476"/>
                  </a:moveTo>
                  <a:lnTo>
                    <a:pt x="34429" y="183476"/>
                  </a:lnTo>
                  <a:lnTo>
                    <a:pt x="34429" y="187566"/>
                  </a:lnTo>
                  <a:lnTo>
                    <a:pt x="340271" y="187566"/>
                  </a:lnTo>
                  <a:lnTo>
                    <a:pt x="340271" y="183476"/>
                  </a:lnTo>
                  <a:close/>
                </a:path>
                <a:path w="340359" h="1250950">
                  <a:moveTo>
                    <a:pt x="340271" y="150253"/>
                  </a:moveTo>
                  <a:lnTo>
                    <a:pt x="34429" y="150253"/>
                  </a:lnTo>
                  <a:lnTo>
                    <a:pt x="34429" y="154355"/>
                  </a:lnTo>
                  <a:lnTo>
                    <a:pt x="340271" y="154355"/>
                  </a:lnTo>
                  <a:lnTo>
                    <a:pt x="340271" y="150253"/>
                  </a:lnTo>
                  <a:close/>
                </a:path>
                <a:path w="340359" h="1250950">
                  <a:moveTo>
                    <a:pt x="340271" y="117043"/>
                  </a:moveTo>
                  <a:lnTo>
                    <a:pt x="34429" y="117043"/>
                  </a:lnTo>
                  <a:lnTo>
                    <a:pt x="34429" y="121158"/>
                  </a:lnTo>
                  <a:lnTo>
                    <a:pt x="340271" y="121158"/>
                  </a:lnTo>
                  <a:lnTo>
                    <a:pt x="340271" y="117043"/>
                  </a:lnTo>
                  <a:close/>
                </a:path>
                <a:path w="340359" h="1250950">
                  <a:moveTo>
                    <a:pt x="340271" y="83820"/>
                  </a:moveTo>
                  <a:lnTo>
                    <a:pt x="34429" y="83820"/>
                  </a:lnTo>
                  <a:lnTo>
                    <a:pt x="34429" y="87934"/>
                  </a:lnTo>
                  <a:lnTo>
                    <a:pt x="340271" y="87934"/>
                  </a:lnTo>
                  <a:lnTo>
                    <a:pt x="340271" y="83820"/>
                  </a:lnTo>
                  <a:close/>
                </a:path>
                <a:path w="340359" h="1250950">
                  <a:moveTo>
                    <a:pt x="340271" y="50596"/>
                  </a:moveTo>
                  <a:lnTo>
                    <a:pt x="34429" y="50596"/>
                  </a:lnTo>
                  <a:lnTo>
                    <a:pt x="34429" y="54711"/>
                  </a:lnTo>
                  <a:lnTo>
                    <a:pt x="340271" y="54711"/>
                  </a:lnTo>
                  <a:lnTo>
                    <a:pt x="340271" y="50596"/>
                  </a:lnTo>
                  <a:close/>
                </a:path>
              </a:pathLst>
            </a:custGeom>
            <a:solidFill>
              <a:srgbClr val="80818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 descr=""/>
            <p:cNvSpPr/>
            <p:nvPr/>
          </p:nvSpPr>
          <p:spPr>
            <a:xfrm>
              <a:off x="7603795" y="4455635"/>
              <a:ext cx="447040" cy="1200150"/>
            </a:xfrm>
            <a:custGeom>
              <a:avLst/>
              <a:gdLst/>
              <a:ahLst/>
              <a:cxnLst/>
              <a:rect l="l" t="t" r="r" b="b"/>
              <a:pathLst>
                <a:path w="447040" h="1200150">
                  <a:moveTo>
                    <a:pt x="17627" y="166077"/>
                  </a:moveTo>
                  <a:lnTo>
                    <a:pt x="0" y="166077"/>
                  </a:lnTo>
                  <a:lnTo>
                    <a:pt x="0" y="170192"/>
                  </a:lnTo>
                  <a:lnTo>
                    <a:pt x="17627" y="170192"/>
                  </a:lnTo>
                  <a:lnTo>
                    <a:pt x="17627" y="166077"/>
                  </a:lnTo>
                  <a:close/>
                </a:path>
                <a:path w="447040" h="1200150">
                  <a:moveTo>
                    <a:pt x="17627" y="132880"/>
                  </a:moveTo>
                  <a:lnTo>
                    <a:pt x="0" y="132880"/>
                  </a:lnTo>
                  <a:lnTo>
                    <a:pt x="0" y="136969"/>
                  </a:lnTo>
                  <a:lnTo>
                    <a:pt x="17627" y="136969"/>
                  </a:lnTo>
                  <a:lnTo>
                    <a:pt x="17627" y="132880"/>
                  </a:lnTo>
                  <a:close/>
                </a:path>
                <a:path w="447040" h="1200150">
                  <a:moveTo>
                    <a:pt x="17627" y="99656"/>
                  </a:moveTo>
                  <a:lnTo>
                    <a:pt x="0" y="99656"/>
                  </a:lnTo>
                  <a:lnTo>
                    <a:pt x="0" y="103759"/>
                  </a:lnTo>
                  <a:lnTo>
                    <a:pt x="17627" y="103759"/>
                  </a:lnTo>
                  <a:lnTo>
                    <a:pt x="17627" y="99656"/>
                  </a:lnTo>
                  <a:close/>
                </a:path>
                <a:path w="447040" h="1200150">
                  <a:moveTo>
                    <a:pt x="17627" y="66446"/>
                  </a:moveTo>
                  <a:lnTo>
                    <a:pt x="0" y="66446"/>
                  </a:lnTo>
                  <a:lnTo>
                    <a:pt x="0" y="70561"/>
                  </a:lnTo>
                  <a:lnTo>
                    <a:pt x="17627" y="70561"/>
                  </a:lnTo>
                  <a:lnTo>
                    <a:pt x="17627" y="66446"/>
                  </a:lnTo>
                  <a:close/>
                </a:path>
                <a:path w="447040" h="1200150">
                  <a:moveTo>
                    <a:pt x="17627" y="33223"/>
                  </a:moveTo>
                  <a:lnTo>
                    <a:pt x="0" y="33223"/>
                  </a:lnTo>
                  <a:lnTo>
                    <a:pt x="0" y="37338"/>
                  </a:lnTo>
                  <a:lnTo>
                    <a:pt x="17627" y="37338"/>
                  </a:lnTo>
                  <a:lnTo>
                    <a:pt x="17627" y="33223"/>
                  </a:lnTo>
                  <a:close/>
                </a:path>
                <a:path w="447040" h="1200150">
                  <a:moveTo>
                    <a:pt x="17627" y="0"/>
                  </a:moveTo>
                  <a:lnTo>
                    <a:pt x="0" y="0"/>
                  </a:lnTo>
                  <a:lnTo>
                    <a:pt x="0" y="4114"/>
                  </a:lnTo>
                  <a:lnTo>
                    <a:pt x="17627" y="4114"/>
                  </a:lnTo>
                  <a:lnTo>
                    <a:pt x="17627" y="0"/>
                  </a:lnTo>
                  <a:close/>
                </a:path>
                <a:path w="447040" h="1200150">
                  <a:moveTo>
                    <a:pt x="374675" y="1195730"/>
                  </a:moveTo>
                  <a:lnTo>
                    <a:pt x="357047" y="1195730"/>
                  </a:lnTo>
                  <a:lnTo>
                    <a:pt x="357047" y="1199819"/>
                  </a:lnTo>
                  <a:lnTo>
                    <a:pt x="374675" y="1199819"/>
                  </a:lnTo>
                  <a:lnTo>
                    <a:pt x="374675" y="1195730"/>
                  </a:lnTo>
                  <a:close/>
                </a:path>
                <a:path w="447040" h="1200150">
                  <a:moveTo>
                    <a:pt x="374675" y="1162507"/>
                  </a:moveTo>
                  <a:lnTo>
                    <a:pt x="357047" y="1162507"/>
                  </a:lnTo>
                  <a:lnTo>
                    <a:pt x="357047" y="1166622"/>
                  </a:lnTo>
                  <a:lnTo>
                    <a:pt x="374675" y="1166622"/>
                  </a:lnTo>
                  <a:lnTo>
                    <a:pt x="374675" y="1162507"/>
                  </a:lnTo>
                  <a:close/>
                </a:path>
                <a:path w="447040" h="1200150">
                  <a:moveTo>
                    <a:pt x="374675" y="1129284"/>
                  </a:moveTo>
                  <a:lnTo>
                    <a:pt x="357047" y="1129284"/>
                  </a:lnTo>
                  <a:lnTo>
                    <a:pt x="357047" y="1133398"/>
                  </a:lnTo>
                  <a:lnTo>
                    <a:pt x="374675" y="1133398"/>
                  </a:lnTo>
                  <a:lnTo>
                    <a:pt x="374675" y="1129284"/>
                  </a:lnTo>
                  <a:close/>
                </a:path>
                <a:path w="447040" h="1200150">
                  <a:moveTo>
                    <a:pt x="374675" y="1096073"/>
                  </a:moveTo>
                  <a:lnTo>
                    <a:pt x="357047" y="1096073"/>
                  </a:lnTo>
                  <a:lnTo>
                    <a:pt x="357047" y="1100175"/>
                  </a:lnTo>
                  <a:lnTo>
                    <a:pt x="374675" y="1100175"/>
                  </a:lnTo>
                  <a:lnTo>
                    <a:pt x="374675" y="1096073"/>
                  </a:lnTo>
                  <a:close/>
                </a:path>
                <a:path w="447040" h="1200150">
                  <a:moveTo>
                    <a:pt x="374675" y="1062863"/>
                  </a:moveTo>
                  <a:lnTo>
                    <a:pt x="357047" y="1062863"/>
                  </a:lnTo>
                  <a:lnTo>
                    <a:pt x="357047" y="1066965"/>
                  </a:lnTo>
                  <a:lnTo>
                    <a:pt x="374675" y="1066965"/>
                  </a:lnTo>
                  <a:lnTo>
                    <a:pt x="374675" y="1062863"/>
                  </a:lnTo>
                  <a:close/>
                </a:path>
                <a:path w="447040" h="1200150">
                  <a:moveTo>
                    <a:pt x="374675" y="1029652"/>
                  </a:moveTo>
                  <a:lnTo>
                    <a:pt x="357047" y="1029652"/>
                  </a:lnTo>
                  <a:lnTo>
                    <a:pt x="357047" y="1033754"/>
                  </a:lnTo>
                  <a:lnTo>
                    <a:pt x="374675" y="1033754"/>
                  </a:lnTo>
                  <a:lnTo>
                    <a:pt x="374675" y="1029652"/>
                  </a:lnTo>
                  <a:close/>
                </a:path>
                <a:path w="447040" h="1200150">
                  <a:moveTo>
                    <a:pt x="374675" y="996442"/>
                  </a:moveTo>
                  <a:lnTo>
                    <a:pt x="357047" y="996442"/>
                  </a:lnTo>
                  <a:lnTo>
                    <a:pt x="357047" y="1000544"/>
                  </a:lnTo>
                  <a:lnTo>
                    <a:pt x="374675" y="1000544"/>
                  </a:lnTo>
                  <a:lnTo>
                    <a:pt x="374675" y="996442"/>
                  </a:lnTo>
                  <a:close/>
                </a:path>
                <a:path w="447040" h="1200150">
                  <a:moveTo>
                    <a:pt x="374675" y="963231"/>
                  </a:moveTo>
                  <a:lnTo>
                    <a:pt x="357047" y="963231"/>
                  </a:lnTo>
                  <a:lnTo>
                    <a:pt x="357047" y="967333"/>
                  </a:lnTo>
                  <a:lnTo>
                    <a:pt x="374675" y="967333"/>
                  </a:lnTo>
                  <a:lnTo>
                    <a:pt x="374675" y="963231"/>
                  </a:lnTo>
                  <a:close/>
                </a:path>
                <a:path w="447040" h="1200150">
                  <a:moveTo>
                    <a:pt x="374675" y="930008"/>
                  </a:moveTo>
                  <a:lnTo>
                    <a:pt x="357047" y="930008"/>
                  </a:lnTo>
                  <a:lnTo>
                    <a:pt x="357047" y="934123"/>
                  </a:lnTo>
                  <a:lnTo>
                    <a:pt x="374675" y="934123"/>
                  </a:lnTo>
                  <a:lnTo>
                    <a:pt x="374675" y="930008"/>
                  </a:lnTo>
                  <a:close/>
                </a:path>
                <a:path w="447040" h="1200150">
                  <a:moveTo>
                    <a:pt x="374675" y="896797"/>
                  </a:moveTo>
                  <a:lnTo>
                    <a:pt x="357047" y="896797"/>
                  </a:lnTo>
                  <a:lnTo>
                    <a:pt x="357047" y="900899"/>
                  </a:lnTo>
                  <a:lnTo>
                    <a:pt x="374675" y="900899"/>
                  </a:lnTo>
                  <a:lnTo>
                    <a:pt x="374675" y="896797"/>
                  </a:lnTo>
                  <a:close/>
                </a:path>
                <a:path w="447040" h="1200150">
                  <a:moveTo>
                    <a:pt x="374675" y="863587"/>
                  </a:moveTo>
                  <a:lnTo>
                    <a:pt x="357047" y="863587"/>
                  </a:lnTo>
                  <a:lnTo>
                    <a:pt x="357047" y="867689"/>
                  </a:lnTo>
                  <a:lnTo>
                    <a:pt x="374675" y="867689"/>
                  </a:lnTo>
                  <a:lnTo>
                    <a:pt x="374675" y="863587"/>
                  </a:lnTo>
                  <a:close/>
                </a:path>
                <a:path w="447040" h="1200150">
                  <a:moveTo>
                    <a:pt x="374675" y="830364"/>
                  </a:moveTo>
                  <a:lnTo>
                    <a:pt x="357047" y="830364"/>
                  </a:lnTo>
                  <a:lnTo>
                    <a:pt x="357047" y="834466"/>
                  </a:lnTo>
                  <a:lnTo>
                    <a:pt x="374675" y="834466"/>
                  </a:lnTo>
                  <a:lnTo>
                    <a:pt x="374675" y="830364"/>
                  </a:lnTo>
                  <a:close/>
                </a:path>
                <a:path w="447040" h="1200150">
                  <a:moveTo>
                    <a:pt x="374675" y="797153"/>
                  </a:moveTo>
                  <a:lnTo>
                    <a:pt x="357047" y="797153"/>
                  </a:lnTo>
                  <a:lnTo>
                    <a:pt x="357047" y="801268"/>
                  </a:lnTo>
                  <a:lnTo>
                    <a:pt x="374675" y="801268"/>
                  </a:lnTo>
                  <a:lnTo>
                    <a:pt x="374675" y="797153"/>
                  </a:lnTo>
                  <a:close/>
                </a:path>
                <a:path w="447040" h="1200150">
                  <a:moveTo>
                    <a:pt x="374675" y="763943"/>
                  </a:moveTo>
                  <a:lnTo>
                    <a:pt x="357047" y="763943"/>
                  </a:lnTo>
                  <a:lnTo>
                    <a:pt x="357047" y="768045"/>
                  </a:lnTo>
                  <a:lnTo>
                    <a:pt x="374675" y="768045"/>
                  </a:lnTo>
                  <a:lnTo>
                    <a:pt x="374675" y="763943"/>
                  </a:lnTo>
                  <a:close/>
                </a:path>
                <a:path w="447040" h="1200150">
                  <a:moveTo>
                    <a:pt x="374675" y="730719"/>
                  </a:moveTo>
                  <a:lnTo>
                    <a:pt x="357047" y="730719"/>
                  </a:lnTo>
                  <a:lnTo>
                    <a:pt x="357047" y="734834"/>
                  </a:lnTo>
                  <a:lnTo>
                    <a:pt x="374675" y="734834"/>
                  </a:lnTo>
                  <a:lnTo>
                    <a:pt x="374675" y="730719"/>
                  </a:lnTo>
                  <a:close/>
                </a:path>
                <a:path w="447040" h="1200150">
                  <a:moveTo>
                    <a:pt x="374675" y="697496"/>
                  </a:moveTo>
                  <a:lnTo>
                    <a:pt x="357047" y="697496"/>
                  </a:lnTo>
                  <a:lnTo>
                    <a:pt x="357047" y="701611"/>
                  </a:lnTo>
                  <a:lnTo>
                    <a:pt x="374675" y="701611"/>
                  </a:lnTo>
                  <a:lnTo>
                    <a:pt x="374675" y="697496"/>
                  </a:lnTo>
                  <a:close/>
                </a:path>
                <a:path w="447040" h="1200150">
                  <a:moveTo>
                    <a:pt x="374675" y="664298"/>
                  </a:moveTo>
                  <a:lnTo>
                    <a:pt x="357047" y="664298"/>
                  </a:lnTo>
                  <a:lnTo>
                    <a:pt x="357047" y="668388"/>
                  </a:lnTo>
                  <a:lnTo>
                    <a:pt x="374675" y="668388"/>
                  </a:lnTo>
                  <a:lnTo>
                    <a:pt x="374675" y="664298"/>
                  </a:lnTo>
                  <a:close/>
                </a:path>
                <a:path w="447040" h="1200150">
                  <a:moveTo>
                    <a:pt x="374675" y="631088"/>
                  </a:moveTo>
                  <a:lnTo>
                    <a:pt x="357047" y="631088"/>
                  </a:lnTo>
                  <a:lnTo>
                    <a:pt x="357047" y="635190"/>
                  </a:lnTo>
                  <a:lnTo>
                    <a:pt x="374675" y="635190"/>
                  </a:lnTo>
                  <a:lnTo>
                    <a:pt x="374675" y="631088"/>
                  </a:lnTo>
                  <a:close/>
                </a:path>
                <a:path w="447040" h="1200150">
                  <a:moveTo>
                    <a:pt x="374675" y="597865"/>
                  </a:moveTo>
                  <a:lnTo>
                    <a:pt x="357047" y="597865"/>
                  </a:lnTo>
                  <a:lnTo>
                    <a:pt x="357047" y="601980"/>
                  </a:lnTo>
                  <a:lnTo>
                    <a:pt x="374675" y="601980"/>
                  </a:lnTo>
                  <a:lnTo>
                    <a:pt x="374675" y="597865"/>
                  </a:lnTo>
                  <a:close/>
                </a:path>
                <a:path w="447040" h="1200150">
                  <a:moveTo>
                    <a:pt x="374675" y="564642"/>
                  </a:moveTo>
                  <a:lnTo>
                    <a:pt x="357047" y="564642"/>
                  </a:lnTo>
                  <a:lnTo>
                    <a:pt x="357047" y="568756"/>
                  </a:lnTo>
                  <a:lnTo>
                    <a:pt x="374675" y="568756"/>
                  </a:lnTo>
                  <a:lnTo>
                    <a:pt x="374675" y="564642"/>
                  </a:lnTo>
                  <a:close/>
                </a:path>
                <a:path w="447040" h="1200150">
                  <a:moveTo>
                    <a:pt x="374675" y="531431"/>
                  </a:moveTo>
                  <a:lnTo>
                    <a:pt x="357047" y="531431"/>
                  </a:lnTo>
                  <a:lnTo>
                    <a:pt x="357047" y="535533"/>
                  </a:lnTo>
                  <a:lnTo>
                    <a:pt x="374675" y="535533"/>
                  </a:lnTo>
                  <a:lnTo>
                    <a:pt x="374675" y="531431"/>
                  </a:lnTo>
                  <a:close/>
                </a:path>
                <a:path w="447040" h="1200150">
                  <a:moveTo>
                    <a:pt x="374675" y="498233"/>
                  </a:moveTo>
                  <a:lnTo>
                    <a:pt x="357047" y="498233"/>
                  </a:lnTo>
                  <a:lnTo>
                    <a:pt x="357047" y="502323"/>
                  </a:lnTo>
                  <a:lnTo>
                    <a:pt x="374675" y="502323"/>
                  </a:lnTo>
                  <a:lnTo>
                    <a:pt x="374675" y="498233"/>
                  </a:lnTo>
                  <a:close/>
                </a:path>
                <a:path w="447040" h="1200150">
                  <a:moveTo>
                    <a:pt x="374675" y="465010"/>
                  </a:moveTo>
                  <a:lnTo>
                    <a:pt x="357047" y="465010"/>
                  </a:lnTo>
                  <a:lnTo>
                    <a:pt x="357047" y="469112"/>
                  </a:lnTo>
                  <a:lnTo>
                    <a:pt x="374675" y="469112"/>
                  </a:lnTo>
                  <a:lnTo>
                    <a:pt x="374675" y="465010"/>
                  </a:lnTo>
                  <a:close/>
                </a:path>
                <a:path w="447040" h="1200150">
                  <a:moveTo>
                    <a:pt x="374675" y="431800"/>
                  </a:moveTo>
                  <a:lnTo>
                    <a:pt x="357047" y="431800"/>
                  </a:lnTo>
                  <a:lnTo>
                    <a:pt x="357047" y="435902"/>
                  </a:lnTo>
                  <a:lnTo>
                    <a:pt x="374675" y="435902"/>
                  </a:lnTo>
                  <a:lnTo>
                    <a:pt x="374675" y="431800"/>
                  </a:lnTo>
                  <a:close/>
                </a:path>
                <a:path w="447040" h="1200150">
                  <a:moveTo>
                    <a:pt x="374675" y="398589"/>
                  </a:moveTo>
                  <a:lnTo>
                    <a:pt x="357047" y="398589"/>
                  </a:lnTo>
                  <a:lnTo>
                    <a:pt x="357047" y="402691"/>
                  </a:lnTo>
                  <a:lnTo>
                    <a:pt x="374675" y="402691"/>
                  </a:lnTo>
                  <a:lnTo>
                    <a:pt x="374675" y="398589"/>
                  </a:lnTo>
                  <a:close/>
                </a:path>
                <a:path w="447040" h="1200150">
                  <a:moveTo>
                    <a:pt x="374675" y="365366"/>
                  </a:moveTo>
                  <a:lnTo>
                    <a:pt x="357047" y="365366"/>
                  </a:lnTo>
                  <a:lnTo>
                    <a:pt x="357047" y="369481"/>
                  </a:lnTo>
                  <a:lnTo>
                    <a:pt x="374675" y="369481"/>
                  </a:lnTo>
                  <a:lnTo>
                    <a:pt x="374675" y="365366"/>
                  </a:lnTo>
                  <a:close/>
                </a:path>
                <a:path w="447040" h="1200150">
                  <a:moveTo>
                    <a:pt x="374675" y="332155"/>
                  </a:moveTo>
                  <a:lnTo>
                    <a:pt x="357047" y="332155"/>
                  </a:lnTo>
                  <a:lnTo>
                    <a:pt x="357047" y="336257"/>
                  </a:lnTo>
                  <a:lnTo>
                    <a:pt x="374675" y="336257"/>
                  </a:lnTo>
                  <a:lnTo>
                    <a:pt x="374675" y="332155"/>
                  </a:lnTo>
                  <a:close/>
                </a:path>
                <a:path w="447040" h="1200150">
                  <a:moveTo>
                    <a:pt x="374675" y="298945"/>
                  </a:moveTo>
                  <a:lnTo>
                    <a:pt x="357047" y="298945"/>
                  </a:lnTo>
                  <a:lnTo>
                    <a:pt x="357047" y="303047"/>
                  </a:lnTo>
                  <a:lnTo>
                    <a:pt x="374675" y="303047"/>
                  </a:lnTo>
                  <a:lnTo>
                    <a:pt x="374675" y="298945"/>
                  </a:lnTo>
                  <a:close/>
                </a:path>
                <a:path w="447040" h="1200150">
                  <a:moveTo>
                    <a:pt x="374675" y="265722"/>
                  </a:moveTo>
                  <a:lnTo>
                    <a:pt x="357047" y="265722"/>
                  </a:lnTo>
                  <a:lnTo>
                    <a:pt x="357047" y="269836"/>
                  </a:lnTo>
                  <a:lnTo>
                    <a:pt x="374675" y="269836"/>
                  </a:lnTo>
                  <a:lnTo>
                    <a:pt x="374675" y="265722"/>
                  </a:lnTo>
                  <a:close/>
                </a:path>
                <a:path w="447040" h="1200150">
                  <a:moveTo>
                    <a:pt x="374675" y="232511"/>
                  </a:moveTo>
                  <a:lnTo>
                    <a:pt x="357047" y="232511"/>
                  </a:lnTo>
                  <a:lnTo>
                    <a:pt x="357047" y="236613"/>
                  </a:lnTo>
                  <a:lnTo>
                    <a:pt x="374675" y="236613"/>
                  </a:lnTo>
                  <a:lnTo>
                    <a:pt x="374675" y="232511"/>
                  </a:lnTo>
                  <a:close/>
                </a:path>
                <a:path w="447040" h="1200150">
                  <a:moveTo>
                    <a:pt x="374675" y="199301"/>
                  </a:moveTo>
                  <a:lnTo>
                    <a:pt x="357047" y="199301"/>
                  </a:lnTo>
                  <a:lnTo>
                    <a:pt x="357047" y="203403"/>
                  </a:lnTo>
                  <a:lnTo>
                    <a:pt x="374675" y="203403"/>
                  </a:lnTo>
                  <a:lnTo>
                    <a:pt x="374675" y="199301"/>
                  </a:lnTo>
                  <a:close/>
                </a:path>
                <a:path w="447040" h="1200150">
                  <a:moveTo>
                    <a:pt x="374675" y="166077"/>
                  </a:moveTo>
                  <a:lnTo>
                    <a:pt x="357047" y="166077"/>
                  </a:lnTo>
                  <a:lnTo>
                    <a:pt x="357047" y="170192"/>
                  </a:lnTo>
                  <a:lnTo>
                    <a:pt x="374675" y="170192"/>
                  </a:lnTo>
                  <a:lnTo>
                    <a:pt x="374675" y="166077"/>
                  </a:lnTo>
                  <a:close/>
                </a:path>
                <a:path w="447040" h="1200150">
                  <a:moveTo>
                    <a:pt x="374675" y="132880"/>
                  </a:moveTo>
                  <a:lnTo>
                    <a:pt x="357047" y="132880"/>
                  </a:lnTo>
                  <a:lnTo>
                    <a:pt x="357047" y="136969"/>
                  </a:lnTo>
                  <a:lnTo>
                    <a:pt x="374675" y="136969"/>
                  </a:lnTo>
                  <a:lnTo>
                    <a:pt x="374675" y="132880"/>
                  </a:lnTo>
                  <a:close/>
                </a:path>
                <a:path w="447040" h="1200150">
                  <a:moveTo>
                    <a:pt x="374675" y="99656"/>
                  </a:moveTo>
                  <a:lnTo>
                    <a:pt x="357047" y="99656"/>
                  </a:lnTo>
                  <a:lnTo>
                    <a:pt x="357047" y="103759"/>
                  </a:lnTo>
                  <a:lnTo>
                    <a:pt x="374675" y="103759"/>
                  </a:lnTo>
                  <a:lnTo>
                    <a:pt x="374675" y="99656"/>
                  </a:lnTo>
                  <a:close/>
                </a:path>
                <a:path w="447040" h="1200150">
                  <a:moveTo>
                    <a:pt x="374675" y="66446"/>
                  </a:moveTo>
                  <a:lnTo>
                    <a:pt x="357047" y="66446"/>
                  </a:lnTo>
                  <a:lnTo>
                    <a:pt x="357047" y="70561"/>
                  </a:lnTo>
                  <a:lnTo>
                    <a:pt x="374675" y="70561"/>
                  </a:lnTo>
                  <a:lnTo>
                    <a:pt x="374675" y="66446"/>
                  </a:lnTo>
                  <a:close/>
                </a:path>
                <a:path w="447040" h="1200150">
                  <a:moveTo>
                    <a:pt x="374675" y="33223"/>
                  </a:moveTo>
                  <a:lnTo>
                    <a:pt x="357047" y="33223"/>
                  </a:lnTo>
                  <a:lnTo>
                    <a:pt x="357047" y="37338"/>
                  </a:lnTo>
                  <a:lnTo>
                    <a:pt x="374675" y="37338"/>
                  </a:lnTo>
                  <a:lnTo>
                    <a:pt x="374675" y="33223"/>
                  </a:lnTo>
                  <a:close/>
                </a:path>
                <a:path w="447040" h="1200150">
                  <a:moveTo>
                    <a:pt x="374675" y="0"/>
                  </a:moveTo>
                  <a:lnTo>
                    <a:pt x="357047" y="0"/>
                  </a:lnTo>
                  <a:lnTo>
                    <a:pt x="357047" y="4114"/>
                  </a:lnTo>
                  <a:lnTo>
                    <a:pt x="374675" y="4114"/>
                  </a:lnTo>
                  <a:lnTo>
                    <a:pt x="374675" y="0"/>
                  </a:lnTo>
                  <a:close/>
                </a:path>
                <a:path w="447040" h="1200150">
                  <a:moveTo>
                    <a:pt x="446659" y="1195730"/>
                  </a:moveTo>
                  <a:lnTo>
                    <a:pt x="401332" y="1195730"/>
                  </a:lnTo>
                  <a:lnTo>
                    <a:pt x="401332" y="1199819"/>
                  </a:lnTo>
                  <a:lnTo>
                    <a:pt x="446659" y="1199819"/>
                  </a:lnTo>
                  <a:lnTo>
                    <a:pt x="446659" y="1195730"/>
                  </a:lnTo>
                  <a:close/>
                </a:path>
                <a:path w="447040" h="1200150">
                  <a:moveTo>
                    <a:pt x="446659" y="1162507"/>
                  </a:moveTo>
                  <a:lnTo>
                    <a:pt x="401332" y="1162507"/>
                  </a:lnTo>
                  <a:lnTo>
                    <a:pt x="401332" y="1166622"/>
                  </a:lnTo>
                  <a:lnTo>
                    <a:pt x="446659" y="1166622"/>
                  </a:lnTo>
                  <a:lnTo>
                    <a:pt x="446659" y="1162507"/>
                  </a:lnTo>
                  <a:close/>
                </a:path>
                <a:path w="447040" h="1200150">
                  <a:moveTo>
                    <a:pt x="446659" y="1129284"/>
                  </a:moveTo>
                  <a:lnTo>
                    <a:pt x="401332" y="1129284"/>
                  </a:lnTo>
                  <a:lnTo>
                    <a:pt x="401332" y="1133398"/>
                  </a:lnTo>
                  <a:lnTo>
                    <a:pt x="446659" y="1133398"/>
                  </a:lnTo>
                  <a:lnTo>
                    <a:pt x="446659" y="1129284"/>
                  </a:lnTo>
                  <a:close/>
                </a:path>
                <a:path w="447040" h="1200150">
                  <a:moveTo>
                    <a:pt x="446659" y="1096073"/>
                  </a:moveTo>
                  <a:lnTo>
                    <a:pt x="401332" y="1096073"/>
                  </a:lnTo>
                  <a:lnTo>
                    <a:pt x="401332" y="1100175"/>
                  </a:lnTo>
                  <a:lnTo>
                    <a:pt x="446659" y="1100175"/>
                  </a:lnTo>
                  <a:lnTo>
                    <a:pt x="446659" y="1096073"/>
                  </a:lnTo>
                  <a:close/>
                </a:path>
                <a:path w="447040" h="1200150">
                  <a:moveTo>
                    <a:pt x="446659" y="1062863"/>
                  </a:moveTo>
                  <a:lnTo>
                    <a:pt x="401332" y="1062863"/>
                  </a:lnTo>
                  <a:lnTo>
                    <a:pt x="401332" y="1066965"/>
                  </a:lnTo>
                  <a:lnTo>
                    <a:pt x="446659" y="1066965"/>
                  </a:lnTo>
                  <a:lnTo>
                    <a:pt x="446659" y="1062863"/>
                  </a:lnTo>
                  <a:close/>
                </a:path>
                <a:path w="447040" h="1200150">
                  <a:moveTo>
                    <a:pt x="446659" y="1029652"/>
                  </a:moveTo>
                  <a:lnTo>
                    <a:pt x="401332" y="1029652"/>
                  </a:lnTo>
                  <a:lnTo>
                    <a:pt x="401332" y="1033754"/>
                  </a:lnTo>
                  <a:lnTo>
                    <a:pt x="446659" y="1033754"/>
                  </a:lnTo>
                  <a:lnTo>
                    <a:pt x="446659" y="1029652"/>
                  </a:lnTo>
                  <a:close/>
                </a:path>
                <a:path w="447040" h="1200150">
                  <a:moveTo>
                    <a:pt x="446659" y="996442"/>
                  </a:moveTo>
                  <a:lnTo>
                    <a:pt x="401332" y="996442"/>
                  </a:lnTo>
                  <a:lnTo>
                    <a:pt x="401332" y="1000544"/>
                  </a:lnTo>
                  <a:lnTo>
                    <a:pt x="446659" y="1000544"/>
                  </a:lnTo>
                  <a:lnTo>
                    <a:pt x="446659" y="996442"/>
                  </a:lnTo>
                  <a:close/>
                </a:path>
                <a:path w="447040" h="1200150">
                  <a:moveTo>
                    <a:pt x="446659" y="963231"/>
                  </a:moveTo>
                  <a:lnTo>
                    <a:pt x="401332" y="963231"/>
                  </a:lnTo>
                  <a:lnTo>
                    <a:pt x="401332" y="967333"/>
                  </a:lnTo>
                  <a:lnTo>
                    <a:pt x="446659" y="967333"/>
                  </a:lnTo>
                  <a:lnTo>
                    <a:pt x="446659" y="963231"/>
                  </a:lnTo>
                  <a:close/>
                </a:path>
                <a:path w="447040" h="1200150">
                  <a:moveTo>
                    <a:pt x="446659" y="930008"/>
                  </a:moveTo>
                  <a:lnTo>
                    <a:pt x="401332" y="930008"/>
                  </a:lnTo>
                  <a:lnTo>
                    <a:pt x="401332" y="934123"/>
                  </a:lnTo>
                  <a:lnTo>
                    <a:pt x="446659" y="934123"/>
                  </a:lnTo>
                  <a:lnTo>
                    <a:pt x="446659" y="930008"/>
                  </a:lnTo>
                  <a:close/>
                </a:path>
                <a:path w="447040" h="1200150">
                  <a:moveTo>
                    <a:pt x="446659" y="896797"/>
                  </a:moveTo>
                  <a:lnTo>
                    <a:pt x="401332" y="896797"/>
                  </a:lnTo>
                  <a:lnTo>
                    <a:pt x="401332" y="900899"/>
                  </a:lnTo>
                  <a:lnTo>
                    <a:pt x="446659" y="900899"/>
                  </a:lnTo>
                  <a:lnTo>
                    <a:pt x="446659" y="896797"/>
                  </a:lnTo>
                  <a:close/>
                </a:path>
                <a:path w="447040" h="1200150">
                  <a:moveTo>
                    <a:pt x="446659" y="863587"/>
                  </a:moveTo>
                  <a:lnTo>
                    <a:pt x="401332" y="863587"/>
                  </a:lnTo>
                  <a:lnTo>
                    <a:pt x="401332" y="867689"/>
                  </a:lnTo>
                  <a:lnTo>
                    <a:pt x="446659" y="867689"/>
                  </a:lnTo>
                  <a:lnTo>
                    <a:pt x="446659" y="863587"/>
                  </a:lnTo>
                  <a:close/>
                </a:path>
                <a:path w="447040" h="1200150">
                  <a:moveTo>
                    <a:pt x="446659" y="830364"/>
                  </a:moveTo>
                  <a:lnTo>
                    <a:pt x="401332" y="830364"/>
                  </a:lnTo>
                  <a:lnTo>
                    <a:pt x="401332" y="834466"/>
                  </a:lnTo>
                  <a:lnTo>
                    <a:pt x="446659" y="834466"/>
                  </a:lnTo>
                  <a:lnTo>
                    <a:pt x="446659" y="830364"/>
                  </a:lnTo>
                  <a:close/>
                </a:path>
                <a:path w="447040" h="1200150">
                  <a:moveTo>
                    <a:pt x="446659" y="797153"/>
                  </a:moveTo>
                  <a:lnTo>
                    <a:pt x="401332" y="797153"/>
                  </a:lnTo>
                  <a:lnTo>
                    <a:pt x="401332" y="801268"/>
                  </a:lnTo>
                  <a:lnTo>
                    <a:pt x="446659" y="801268"/>
                  </a:lnTo>
                  <a:lnTo>
                    <a:pt x="446659" y="797153"/>
                  </a:lnTo>
                  <a:close/>
                </a:path>
                <a:path w="447040" h="1200150">
                  <a:moveTo>
                    <a:pt x="446659" y="763943"/>
                  </a:moveTo>
                  <a:lnTo>
                    <a:pt x="401332" y="763943"/>
                  </a:lnTo>
                  <a:lnTo>
                    <a:pt x="401332" y="768045"/>
                  </a:lnTo>
                  <a:lnTo>
                    <a:pt x="446659" y="768045"/>
                  </a:lnTo>
                  <a:lnTo>
                    <a:pt x="446659" y="763943"/>
                  </a:lnTo>
                  <a:close/>
                </a:path>
                <a:path w="447040" h="1200150">
                  <a:moveTo>
                    <a:pt x="446659" y="730719"/>
                  </a:moveTo>
                  <a:lnTo>
                    <a:pt x="401332" y="730719"/>
                  </a:lnTo>
                  <a:lnTo>
                    <a:pt x="401332" y="734834"/>
                  </a:lnTo>
                  <a:lnTo>
                    <a:pt x="446659" y="734834"/>
                  </a:lnTo>
                  <a:lnTo>
                    <a:pt x="446659" y="730719"/>
                  </a:lnTo>
                  <a:close/>
                </a:path>
                <a:path w="447040" h="1200150">
                  <a:moveTo>
                    <a:pt x="446659" y="697496"/>
                  </a:moveTo>
                  <a:lnTo>
                    <a:pt x="401332" y="697496"/>
                  </a:lnTo>
                  <a:lnTo>
                    <a:pt x="401332" y="701611"/>
                  </a:lnTo>
                  <a:lnTo>
                    <a:pt x="446659" y="701611"/>
                  </a:lnTo>
                  <a:lnTo>
                    <a:pt x="446659" y="697496"/>
                  </a:lnTo>
                  <a:close/>
                </a:path>
                <a:path w="447040" h="1200150">
                  <a:moveTo>
                    <a:pt x="446659" y="664298"/>
                  </a:moveTo>
                  <a:lnTo>
                    <a:pt x="401332" y="664298"/>
                  </a:lnTo>
                  <a:lnTo>
                    <a:pt x="401332" y="668388"/>
                  </a:lnTo>
                  <a:lnTo>
                    <a:pt x="446659" y="668388"/>
                  </a:lnTo>
                  <a:lnTo>
                    <a:pt x="446659" y="664298"/>
                  </a:lnTo>
                  <a:close/>
                </a:path>
                <a:path w="447040" h="1200150">
                  <a:moveTo>
                    <a:pt x="446659" y="631088"/>
                  </a:moveTo>
                  <a:lnTo>
                    <a:pt x="401332" y="631088"/>
                  </a:lnTo>
                  <a:lnTo>
                    <a:pt x="401332" y="635190"/>
                  </a:lnTo>
                  <a:lnTo>
                    <a:pt x="446659" y="635190"/>
                  </a:lnTo>
                  <a:lnTo>
                    <a:pt x="446659" y="631088"/>
                  </a:lnTo>
                  <a:close/>
                </a:path>
                <a:path w="447040" h="1200150">
                  <a:moveTo>
                    <a:pt x="446659" y="597865"/>
                  </a:moveTo>
                  <a:lnTo>
                    <a:pt x="401332" y="597865"/>
                  </a:lnTo>
                  <a:lnTo>
                    <a:pt x="401332" y="601980"/>
                  </a:lnTo>
                  <a:lnTo>
                    <a:pt x="446659" y="601980"/>
                  </a:lnTo>
                  <a:lnTo>
                    <a:pt x="446659" y="597865"/>
                  </a:lnTo>
                  <a:close/>
                </a:path>
                <a:path w="447040" h="1200150">
                  <a:moveTo>
                    <a:pt x="446659" y="564642"/>
                  </a:moveTo>
                  <a:lnTo>
                    <a:pt x="401332" y="564642"/>
                  </a:lnTo>
                  <a:lnTo>
                    <a:pt x="401332" y="568756"/>
                  </a:lnTo>
                  <a:lnTo>
                    <a:pt x="446659" y="568756"/>
                  </a:lnTo>
                  <a:lnTo>
                    <a:pt x="446659" y="564642"/>
                  </a:lnTo>
                  <a:close/>
                </a:path>
                <a:path w="447040" h="1200150">
                  <a:moveTo>
                    <a:pt x="446659" y="531431"/>
                  </a:moveTo>
                  <a:lnTo>
                    <a:pt x="401332" y="531431"/>
                  </a:lnTo>
                  <a:lnTo>
                    <a:pt x="401332" y="535533"/>
                  </a:lnTo>
                  <a:lnTo>
                    <a:pt x="446659" y="535533"/>
                  </a:lnTo>
                  <a:lnTo>
                    <a:pt x="446659" y="531431"/>
                  </a:lnTo>
                  <a:close/>
                </a:path>
                <a:path w="447040" h="1200150">
                  <a:moveTo>
                    <a:pt x="446659" y="498233"/>
                  </a:moveTo>
                  <a:lnTo>
                    <a:pt x="401332" y="498233"/>
                  </a:lnTo>
                  <a:lnTo>
                    <a:pt x="401332" y="502323"/>
                  </a:lnTo>
                  <a:lnTo>
                    <a:pt x="446659" y="502323"/>
                  </a:lnTo>
                  <a:lnTo>
                    <a:pt x="446659" y="498233"/>
                  </a:lnTo>
                  <a:close/>
                </a:path>
                <a:path w="447040" h="1200150">
                  <a:moveTo>
                    <a:pt x="446659" y="465010"/>
                  </a:moveTo>
                  <a:lnTo>
                    <a:pt x="401332" y="465010"/>
                  </a:lnTo>
                  <a:lnTo>
                    <a:pt x="401332" y="469112"/>
                  </a:lnTo>
                  <a:lnTo>
                    <a:pt x="446659" y="469112"/>
                  </a:lnTo>
                  <a:lnTo>
                    <a:pt x="446659" y="465010"/>
                  </a:lnTo>
                  <a:close/>
                </a:path>
                <a:path w="447040" h="1200150">
                  <a:moveTo>
                    <a:pt x="446659" y="431800"/>
                  </a:moveTo>
                  <a:lnTo>
                    <a:pt x="401332" y="431800"/>
                  </a:lnTo>
                  <a:lnTo>
                    <a:pt x="401332" y="435902"/>
                  </a:lnTo>
                  <a:lnTo>
                    <a:pt x="446659" y="435902"/>
                  </a:lnTo>
                  <a:lnTo>
                    <a:pt x="446659" y="431800"/>
                  </a:lnTo>
                  <a:close/>
                </a:path>
                <a:path w="447040" h="1200150">
                  <a:moveTo>
                    <a:pt x="446659" y="398589"/>
                  </a:moveTo>
                  <a:lnTo>
                    <a:pt x="401332" y="398589"/>
                  </a:lnTo>
                  <a:lnTo>
                    <a:pt x="401332" y="402691"/>
                  </a:lnTo>
                  <a:lnTo>
                    <a:pt x="446659" y="402691"/>
                  </a:lnTo>
                  <a:lnTo>
                    <a:pt x="446659" y="398589"/>
                  </a:lnTo>
                  <a:close/>
                </a:path>
                <a:path w="447040" h="1200150">
                  <a:moveTo>
                    <a:pt x="446659" y="365366"/>
                  </a:moveTo>
                  <a:lnTo>
                    <a:pt x="401332" y="365366"/>
                  </a:lnTo>
                  <a:lnTo>
                    <a:pt x="401332" y="369481"/>
                  </a:lnTo>
                  <a:lnTo>
                    <a:pt x="446659" y="369481"/>
                  </a:lnTo>
                  <a:lnTo>
                    <a:pt x="446659" y="365366"/>
                  </a:lnTo>
                  <a:close/>
                </a:path>
                <a:path w="447040" h="1200150">
                  <a:moveTo>
                    <a:pt x="446659" y="332155"/>
                  </a:moveTo>
                  <a:lnTo>
                    <a:pt x="401332" y="332155"/>
                  </a:lnTo>
                  <a:lnTo>
                    <a:pt x="401332" y="336257"/>
                  </a:lnTo>
                  <a:lnTo>
                    <a:pt x="446659" y="336257"/>
                  </a:lnTo>
                  <a:lnTo>
                    <a:pt x="446659" y="332155"/>
                  </a:lnTo>
                  <a:close/>
                </a:path>
                <a:path w="447040" h="1200150">
                  <a:moveTo>
                    <a:pt x="446659" y="298945"/>
                  </a:moveTo>
                  <a:lnTo>
                    <a:pt x="401332" y="298945"/>
                  </a:lnTo>
                  <a:lnTo>
                    <a:pt x="401332" y="303047"/>
                  </a:lnTo>
                  <a:lnTo>
                    <a:pt x="446659" y="303047"/>
                  </a:lnTo>
                  <a:lnTo>
                    <a:pt x="446659" y="298945"/>
                  </a:lnTo>
                  <a:close/>
                </a:path>
              </a:pathLst>
            </a:custGeom>
            <a:solidFill>
              <a:srgbClr val="80818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 descr=""/>
            <p:cNvSpPr/>
            <p:nvPr/>
          </p:nvSpPr>
          <p:spPr>
            <a:xfrm>
              <a:off x="7531824" y="4455635"/>
              <a:ext cx="518795" cy="1200150"/>
            </a:xfrm>
            <a:custGeom>
              <a:avLst/>
              <a:gdLst/>
              <a:ahLst/>
              <a:cxnLst/>
              <a:rect l="l" t="t" r="r" b="b"/>
              <a:pathLst>
                <a:path w="518795" h="1200150">
                  <a:moveTo>
                    <a:pt x="45326" y="1195730"/>
                  </a:moveTo>
                  <a:lnTo>
                    <a:pt x="0" y="1195730"/>
                  </a:lnTo>
                  <a:lnTo>
                    <a:pt x="0" y="1199819"/>
                  </a:lnTo>
                  <a:lnTo>
                    <a:pt x="45326" y="1199819"/>
                  </a:lnTo>
                  <a:lnTo>
                    <a:pt x="45326" y="1195730"/>
                  </a:lnTo>
                  <a:close/>
                </a:path>
                <a:path w="518795" h="1200150">
                  <a:moveTo>
                    <a:pt x="45326" y="1162507"/>
                  </a:moveTo>
                  <a:lnTo>
                    <a:pt x="0" y="1162507"/>
                  </a:lnTo>
                  <a:lnTo>
                    <a:pt x="0" y="1166622"/>
                  </a:lnTo>
                  <a:lnTo>
                    <a:pt x="45326" y="1166622"/>
                  </a:lnTo>
                  <a:lnTo>
                    <a:pt x="45326" y="1162507"/>
                  </a:lnTo>
                  <a:close/>
                </a:path>
                <a:path w="518795" h="1200150">
                  <a:moveTo>
                    <a:pt x="45326" y="1129284"/>
                  </a:moveTo>
                  <a:lnTo>
                    <a:pt x="0" y="1129284"/>
                  </a:lnTo>
                  <a:lnTo>
                    <a:pt x="0" y="1133398"/>
                  </a:lnTo>
                  <a:lnTo>
                    <a:pt x="45326" y="1133398"/>
                  </a:lnTo>
                  <a:lnTo>
                    <a:pt x="45326" y="1129284"/>
                  </a:lnTo>
                  <a:close/>
                </a:path>
                <a:path w="518795" h="1200150">
                  <a:moveTo>
                    <a:pt x="45326" y="1096073"/>
                  </a:moveTo>
                  <a:lnTo>
                    <a:pt x="0" y="1096073"/>
                  </a:lnTo>
                  <a:lnTo>
                    <a:pt x="0" y="1100175"/>
                  </a:lnTo>
                  <a:lnTo>
                    <a:pt x="45326" y="1100175"/>
                  </a:lnTo>
                  <a:lnTo>
                    <a:pt x="45326" y="1096073"/>
                  </a:lnTo>
                  <a:close/>
                </a:path>
                <a:path w="518795" h="1200150">
                  <a:moveTo>
                    <a:pt x="45326" y="1062863"/>
                  </a:moveTo>
                  <a:lnTo>
                    <a:pt x="0" y="1062863"/>
                  </a:lnTo>
                  <a:lnTo>
                    <a:pt x="0" y="1066965"/>
                  </a:lnTo>
                  <a:lnTo>
                    <a:pt x="45326" y="1066965"/>
                  </a:lnTo>
                  <a:lnTo>
                    <a:pt x="45326" y="1062863"/>
                  </a:lnTo>
                  <a:close/>
                </a:path>
                <a:path w="518795" h="1200150">
                  <a:moveTo>
                    <a:pt x="45326" y="1029652"/>
                  </a:moveTo>
                  <a:lnTo>
                    <a:pt x="0" y="1029652"/>
                  </a:lnTo>
                  <a:lnTo>
                    <a:pt x="0" y="1033754"/>
                  </a:lnTo>
                  <a:lnTo>
                    <a:pt x="45326" y="1033754"/>
                  </a:lnTo>
                  <a:lnTo>
                    <a:pt x="45326" y="1029652"/>
                  </a:lnTo>
                  <a:close/>
                </a:path>
                <a:path w="518795" h="1200150">
                  <a:moveTo>
                    <a:pt x="45326" y="996442"/>
                  </a:moveTo>
                  <a:lnTo>
                    <a:pt x="0" y="996442"/>
                  </a:lnTo>
                  <a:lnTo>
                    <a:pt x="0" y="1000544"/>
                  </a:lnTo>
                  <a:lnTo>
                    <a:pt x="45326" y="1000544"/>
                  </a:lnTo>
                  <a:lnTo>
                    <a:pt x="45326" y="996442"/>
                  </a:lnTo>
                  <a:close/>
                </a:path>
                <a:path w="518795" h="1200150">
                  <a:moveTo>
                    <a:pt x="45326" y="963231"/>
                  </a:moveTo>
                  <a:lnTo>
                    <a:pt x="0" y="963231"/>
                  </a:lnTo>
                  <a:lnTo>
                    <a:pt x="0" y="967333"/>
                  </a:lnTo>
                  <a:lnTo>
                    <a:pt x="45326" y="967333"/>
                  </a:lnTo>
                  <a:lnTo>
                    <a:pt x="45326" y="963231"/>
                  </a:lnTo>
                  <a:close/>
                </a:path>
                <a:path w="518795" h="1200150">
                  <a:moveTo>
                    <a:pt x="45326" y="930008"/>
                  </a:moveTo>
                  <a:lnTo>
                    <a:pt x="0" y="930008"/>
                  </a:lnTo>
                  <a:lnTo>
                    <a:pt x="0" y="934123"/>
                  </a:lnTo>
                  <a:lnTo>
                    <a:pt x="45326" y="934123"/>
                  </a:lnTo>
                  <a:lnTo>
                    <a:pt x="45326" y="930008"/>
                  </a:lnTo>
                  <a:close/>
                </a:path>
                <a:path w="518795" h="1200150">
                  <a:moveTo>
                    <a:pt x="45326" y="896797"/>
                  </a:moveTo>
                  <a:lnTo>
                    <a:pt x="0" y="896797"/>
                  </a:lnTo>
                  <a:lnTo>
                    <a:pt x="0" y="900899"/>
                  </a:lnTo>
                  <a:lnTo>
                    <a:pt x="45326" y="900899"/>
                  </a:lnTo>
                  <a:lnTo>
                    <a:pt x="45326" y="896797"/>
                  </a:lnTo>
                  <a:close/>
                </a:path>
                <a:path w="518795" h="1200150">
                  <a:moveTo>
                    <a:pt x="45326" y="863587"/>
                  </a:moveTo>
                  <a:lnTo>
                    <a:pt x="0" y="863587"/>
                  </a:lnTo>
                  <a:lnTo>
                    <a:pt x="0" y="867689"/>
                  </a:lnTo>
                  <a:lnTo>
                    <a:pt x="45326" y="867689"/>
                  </a:lnTo>
                  <a:lnTo>
                    <a:pt x="45326" y="863587"/>
                  </a:lnTo>
                  <a:close/>
                </a:path>
                <a:path w="518795" h="1200150">
                  <a:moveTo>
                    <a:pt x="45326" y="830364"/>
                  </a:moveTo>
                  <a:lnTo>
                    <a:pt x="0" y="830364"/>
                  </a:lnTo>
                  <a:lnTo>
                    <a:pt x="0" y="834466"/>
                  </a:lnTo>
                  <a:lnTo>
                    <a:pt x="45326" y="834466"/>
                  </a:lnTo>
                  <a:lnTo>
                    <a:pt x="45326" y="830364"/>
                  </a:lnTo>
                  <a:close/>
                </a:path>
                <a:path w="518795" h="1200150">
                  <a:moveTo>
                    <a:pt x="45326" y="797153"/>
                  </a:moveTo>
                  <a:lnTo>
                    <a:pt x="0" y="797153"/>
                  </a:lnTo>
                  <a:lnTo>
                    <a:pt x="0" y="801268"/>
                  </a:lnTo>
                  <a:lnTo>
                    <a:pt x="45326" y="801268"/>
                  </a:lnTo>
                  <a:lnTo>
                    <a:pt x="45326" y="797153"/>
                  </a:lnTo>
                  <a:close/>
                </a:path>
                <a:path w="518795" h="1200150">
                  <a:moveTo>
                    <a:pt x="45326" y="763943"/>
                  </a:moveTo>
                  <a:lnTo>
                    <a:pt x="0" y="763943"/>
                  </a:lnTo>
                  <a:lnTo>
                    <a:pt x="0" y="768045"/>
                  </a:lnTo>
                  <a:lnTo>
                    <a:pt x="45326" y="768045"/>
                  </a:lnTo>
                  <a:lnTo>
                    <a:pt x="45326" y="763943"/>
                  </a:lnTo>
                  <a:close/>
                </a:path>
                <a:path w="518795" h="1200150">
                  <a:moveTo>
                    <a:pt x="45326" y="730719"/>
                  </a:moveTo>
                  <a:lnTo>
                    <a:pt x="0" y="730719"/>
                  </a:lnTo>
                  <a:lnTo>
                    <a:pt x="0" y="734834"/>
                  </a:lnTo>
                  <a:lnTo>
                    <a:pt x="45326" y="734834"/>
                  </a:lnTo>
                  <a:lnTo>
                    <a:pt x="45326" y="730719"/>
                  </a:lnTo>
                  <a:close/>
                </a:path>
                <a:path w="518795" h="1200150">
                  <a:moveTo>
                    <a:pt x="45326" y="697496"/>
                  </a:moveTo>
                  <a:lnTo>
                    <a:pt x="0" y="697496"/>
                  </a:lnTo>
                  <a:lnTo>
                    <a:pt x="0" y="701611"/>
                  </a:lnTo>
                  <a:lnTo>
                    <a:pt x="45326" y="701611"/>
                  </a:lnTo>
                  <a:lnTo>
                    <a:pt x="45326" y="697496"/>
                  </a:lnTo>
                  <a:close/>
                </a:path>
                <a:path w="518795" h="1200150">
                  <a:moveTo>
                    <a:pt x="45326" y="664298"/>
                  </a:moveTo>
                  <a:lnTo>
                    <a:pt x="0" y="664298"/>
                  </a:lnTo>
                  <a:lnTo>
                    <a:pt x="0" y="668388"/>
                  </a:lnTo>
                  <a:lnTo>
                    <a:pt x="45326" y="668388"/>
                  </a:lnTo>
                  <a:lnTo>
                    <a:pt x="45326" y="664298"/>
                  </a:lnTo>
                  <a:close/>
                </a:path>
                <a:path w="518795" h="1200150">
                  <a:moveTo>
                    <a:pt x="45326" y="631088"/>
                  </a:moveTo>
                  <a:lnTo>
                    <a:pt x="0" y="631088"/>
                  </a:lnTo>
                  <a:lnTo>
                    <a:pt x="0" y="635190"/>
                  </a:lnTo>
                  <a:lnTo>
                    <a:pt x="45326" y="635190"/>
                  </a:lnTo>
                  <a:lnTo>
                    <a:pt x="45326" y="631088"/>
                  </a:lnTo>
                  <a:close/>
                </a:path>
                <a:path w="518795" h="1200150">
                  <a:moveTo>
                    <a:pt x="45326" y="597865"/>
                  </a:moveTo>
                  <a:lnTo>
                    <a:pt x="0" y="597865"/>
                  </a:lnTo>
                  <a:lnTo>
                    <a:pt x="0" y="601980"/>
                  </a:lnTo>
                  <a:lnTo>
                    <a:pt x="45326" y="601980"/>
                  </a:lnTo>
                  <a:lnTo>
                    <a:pt x="45326" y="597865"/>
                  </a:lnTo>
                  <a:close/>
                </a:path>
                <a:path w="518795" h="1200150">
                  <a:moveTo>
                    <a:pt x="45326" y="564642"/>
                  </a:moveTo>
                  <a:lnTo>
                    <a:pt x="0" y="564642"/>
                  </a:lnTo>
                  <a:lnTo>
                    <a:pt x="0" y="568756"/>
                  </a:lnTo>
                  <a:lnTo>
                    <a:pt x="45326" y="568756"/>
                  </a:lnTo>
                  <a:lnTo>
                    <a:pt x="45326" y="564642"/>
                  </a:lnTo>
                  <a:close/>
                </a:path>
                <a:path w="518795" h="1200150">
                  <a:moveTo>
                    <a:pt x="45326" y="531431"/>
                  </a:moveTo>
                  <a:lnTo>
                    <a:pt x="0" y="531431"/>
                  </a:lnTo>
                  <a:lnTo>
                    <a:pt x="0" y="535533"/>
                  </a:lnTo>
                  <a:lnTo>
                    <a:pt x="45326" y="535533"/>
                  </a:lnTo>
                  <a:lnTo>
                    <a:pt x="45326" y="531431"/>
                  </a:lnTo>
                  <a:close/>
                </a:path>
                <a:path w="518795" h="1200150">
                  <a:moveTo>
                    <a:pt x="45326" y="498233"/>
                  </a:moveTo>
                  <a:lnTo>
                    <a:pt x="0" y="498233"/>
                  </a:lnTo>
                  <a:lnTo>
                    <a:pt x="0" y="502323"/>
                  </a:lnTo>
                  <a:lnTo>
                    <a:pt x="45326" y="502323"/>
                  </a:lnTo>
                  <a:lnTo>
                    <a:pt x="45326" y="498233"/>
                  </a:lnTo>
                  <a:close/>
                </a:path>
                <a:path w="518795" h="1200150">
                  <a:moveTo>
                    <a:pt x="45326" y="465010"/>
                  </a:moveTo>
                  <a:lnTo>
                    <a:pt x="0" y="465010"/>
                  </a:lnTo>
                  <a:lnTo>
                    <a:pt x="0" y="469112"/>
                  </a:lnTo>
                  <a:lnTo>
                    <a:pt x="45326" y="469112"/>
                  </a:lnTo>
                  <a:lnTo>
                    <a:pt x="45326" y="465010"/>
                  </a:lnTo>
                  <a:close/>
                </a:path>
                <a:path w="518795" h="1200150">
                  <a:moveTo>
                    <a:pt x="45326" y="431800"/>
                  </a:moveTo>
                  <a:lnTo>
                    <a:pt x="0" y="431800"/>
                  </a:lnTo>
                  <a:lnTo>
                    <a:pt x="0" y="435902"/>
                  </a:lnTo>
                  <a:lnTo>
                    <a:pt x="45326" y="435902"/>
                  </a:lnTo>
                  <a:lnTo>
                    <a:pt x="45326" y="431800"/>
                  </a:lnTo>
                  <a:close/>
                </a:path>
                <a:path w="518795" h="1200150">
                  <a:moveTo>
                    <a:pt x="45326" y="398589"/>
                  </a:moveTo>
                  <a:lnTo>
                    <a:pt x="0" y="398589"/>
                  </a:lnTo>
                  <a:lnTo>
                    <a:pt x="0" y="402691"/>
                  </a:lnTo>
                  <a:lnTo>
                    <a:pt x="45326" y="402691"/>
                  </a:lnTo>
                  <a:lnTo>
                    <a:pt x="45326" y="398589"/>
                  </a:lnTo>
                  <a:close/>
                </a:path>
                <a:path w="518795" h="1200150">
                  <a:moveTo>
                    <a:pt x="45326" y="365366"/>
                  </a:moveTo>
                  <a:lnTo>
                    <a:pt x="0" y="365366"/>
                  </a:lnTo>
                  <a:lnTo>
                    <a:pt x="0" y="369481"/>
                  </a:lnTo>
                  <a:lnTo>
                    <a:pt x="45326" y="369481"/>
                  </a:lnTo>
                  <a:lnTo>
                    <a:pt x="45326" y="365366"/>
                  </a:lnTo>
                  <a:close/>
                </a:path>
                <a:path w="518795" h="1200150">
                  <a:moveTo>
                    <a:pt x="45326" y="332155"/>
                  </a:moveTo>
                  <a:lnTo>
                    <a:pt x="0" y="332155"/>
                  </a:lnTo>
                  <a:lnTo>
                    <a:pt x="0" y="336257"/>
                  </a:lnTo>
                  <a:lnTo>
                    <a:pt x="45326" y="336257"/>
                  </a:lnTo>
                  <a:lnTo>
                    <a:pt x="45326" y="332155"/>
                  </a:lnTo>
                  <a:close/>
                </a:path>
                <a:path w="518795" h="1200150">
                  <a:moveTo>
                    <a:pt x="45326" y="298945"/>
                  </a:moveTo>
                  <a:lnTo>
                    <a:pt x="0" y="298945"/>
                  </a:lnTo>
                  <a:lnTo>
                    <a:pt x="0" y="303047"/>
                  </a:lnTo>
                  <a:lnTo>
                    <a:pt x="45326" y="303047"/>
                  </a:lnTo>
                  <a:lnTo>
                    <a:pt x="45326" y="298945"/>
                  </a:lnTo>
                  <a:close/>
                </a:path>
                <a:path w="518795" h="1200150">
                  <a:moveTo>
                    <a:pt x="45326" y="265722"/>
                  </a:moveTo>
                  <a:lnTo>
                    <a:pt x="0" y="265722"/>
                  </a:lnTo>
                  <a:lnTo>
                    <a:pt x="0" y="269836"/>
                  </a:lnTo>
                  <a:lnTo>
                    <a:pt x="45326" y="269836"/>
                  </a:lnTo>
                  <a:lnTo>
                    <a:pt x="45326" y="265722"/>
                  </a:lnTo>
                  <a:close/>
                </a:path>
                <a:path w="518795" h="1200150">
                  <a:moveTo>
                    <a:pt x="45326" y="232511"/>
                  </a:moveTo>
                  <a:lnTo>
                    <a:pt x="0" y="232511"/>
                  </a:lnTo>
                  <a:lnTo>
                    <a:pt x="0" y="236613"/>
                  </a:lnTo>
                  <a:lnTo>
                    <a:pt x="45326" y="236613"/>
                  </a:lnTo>
                  <a:lnTo>
                    <a:pt x="45326" y="232511"/>
                  </a:lnTo>
                  <a:close/>
                </a:path>
                <a:path w="518795" h="1200150">
                  <a:moveTo>
                    <a:pt x="45326" y="199301"/>
                  </a:moveTo>
                  <a:lnTo>
                    <a:pt x="0" y="199301"/>
                  </a:lnTo>
                  <a:lnTo>
                    <a:pt x="0" y="203403"/>
                  </a:lnTo>
                  <a:lnTo>
                    <a:pt x="45326" y="203403"/>
                  </a:lnTo>
                  <a:lnTo>
                    <a:pt x="45326" y="199301"/>
                  </a:lnTo>
                  <a:close/>
                </a:path>
                <a:path w="518795" h="1200150">
                  <a:moveTo>
                    <a:pt x="45326" y="166077"/>
                  </a:moveTo>
                  <a:lnTo>
                    <a:pt x="0" y="166077"/>
                  </a:lnTo>
                  <a:lnTo>
                    <a:pt x="0" y="170192"/>
                  </a:lnTo>
                  <a:lnTo>
                    <a:pt x="45326" y="170192"/>
                  </a:lnTo>
                  <a:lnTo>
                    <a:pt x="45326" y="166077"/>
                  </a:lnTo>
                  <a:close/>
                </a:path>
                <a:path w="518795" h="1200150">
                  <a:moveTo>
                    <a:pt x="45326" y="132880"/>
                  </a:moveTo>
                  <a:lnTo>
                    <a:pt x="0" y="132880"/>
                  </a:lnTo>
                  <a:lnTo>
                    <a:pt x="0" y="136969"/>
                  </a:lnTo>
                  <a:lnTo>
                    <a:pt x="45326" y="136969"/>
                  </a:lnTo>
                  <a:lnTo>
                    <a:pt x="45326" y="132880"/>
                  </a:lnTo>
                  <a:close/>
                </a:path>
                <a:path w="518795" h="1200150">
                  <a:moveTo>
                    <a:pt x="45326" y="99656"/>
                  </a:moveTo>
                  <a:lnTo>
                    <a:pt x="0" y="99656"/>
                  </a:lnTo>
                  <a:lnTo>
                    <a:pt x="0" y="103759"/>
                  </a:lnTo>
                  <a:lnTo>
                    <a:pt x="45326" y="103759"/>
                  </a:lnTo>
                  <a:lnTo>
                    <a:pt x="45326" y="99656"/>
                  </a:lnTo>
                  <a:close/>
                </a:path>
                <a:path w="518795" h="1200150">
                  <a:moveTo>
                    <a:pt x="45326" y="66446"/>
                  </a:moveTo>
                  <a:lnTo>
                    <a:pt x="0" y="66446"/>
                  </a:lnTo>
                  <a:lnTo>
                    <a:pt x="0" y="70561"/>
                  </a:lnTo>
                  <a:lnTo>
                    <a:pt x="45326" y="70561"/>
                  </a:lnTo>
                  <a:lnTo>
                    <a:pt x="45326" y="66446"/>
                  </a:lnTo>
                  <a:close/>
                </a:path>
                <a:path w="518795" h="1200150">
                  <a:moveTo>
                    <a:pt x="45326" y="33223"/>
                  </a:moveTo>
                  <a:lnTo>
                    <a:pt x="0" y="33223"/>
                  </a:lnTo>
                  <a:lnTo>
                    <a:pt x="0" y="37338"/>
                  </a:lnTo>
                  <a:lnTo>
                    <a:pt x="45326" y="37338"/>
                  </a:lnTo>
                  <a:lnTo>
                    <a:pt x="45326" y="33223"/>
                  </a:lnTo>
                  <a:close/>
                </a:path>
                <a:path w="518795" h="1200150">
                  <a:moveTo>
                    <a:pt x="45326" y="0"/>
                  </a:moveTo>
                  <a:lnTo>
                    <a:pt x="0" y="0"/>
                  </a:lnTo>
                  <a:lnTo>
                    <a:pt x="0" y="4114"/>
                  </a:lnTo>
                  <a:lnTo>
                    <a:pt x="45326" y="4114"/>
                  </a:lnTo>
                  <a:lnTo>
                    <a:pt x="45326" y="0"/>
                  </a:lnTo>
                  <a:close/>
                </a:path>
                <a:path w="518795" h="1200150">
                  <a:moveTo>
                    <a:pt x="518629" y="298945"/>
                  </a:moveTo>
                  <a:lnTo>
                    <a:pt x="473303" y="298945"/>
                  </a:lnTo>
                  <a:lnTo>
                    <a:pt x="473303" y="303047"/>
                  </a:lnTo>
                  <a:lnTo>
                    <a:pt x="518629" y="303047"/>
                  </a:lnTo>
                  <a:lnTo>
                    <a:pt x="518629" y="298945"/>
                  </a:lnTo>
                  <a:close/>
                </a:path>
                <a:path w="518795" h="1200150">
                  <a:moveTo>
                    <a:pt x="518629" y="265722"/>
                  </a:moveTo>
                  <a:lnTo>
                    <a:pt x="473303" y="265722"/>
                  </a:lnTo>
                  <a:lnTo>
                    <a:pt x="473303" y="269836"/>
                  </a:lnTo>
                  <a:lnTo>
                    <a:pt x="518629" y="269836"/>
                  </a:lnTo>
                  <a:lnTo>
                    <a:pt x="518629" y="265722"/>
                  </a:lnTo>
                  <a:close/>
                </a:path>
                <a:path w="518795" h="1200150">
                  <a:moveTo>
                    <a:pt x="518629" y="232511"/>
                  </a:moveTo>
                  <a:lnTo>
                    <a:pt x="473303" y="232511"/>
                  </a:lnTo>
                  <a:lnTo>
                    <a:pt x="473303" y="236613"/>
                  </a:lnTo>
                  <a:lnTo>
                    <a:pt x="518629" y="236613"/>
                  </a:lnTo>
                  <a:lnTo>
                    <a:pt x="518629" y="232511"/>
                  </a:lnTo>
                  <a:close/>
                </a:path>
                <a:path w="518795" h="1200150">
                  <a:moveTo>
                    <a:pt x="518629" y="199301"/>
                  </a:moveTo>
                  <a:lnTo>
                    <a:pt x="473303" y="199301"/>
                  </a:lnTo>
                  <a:lnTo>
                    <a:pt x="473303" y="203403"/>
                  </a:lnTo>
                  <a:lnTo>
                    <a:pt x="518629" y="203403"/>
                  </a:lnTo>
                  <a:lnTo>
                    <a:pt x="518629" y="199301"/>
                  </a:lnTo>
                  <a:close/>
                </a:path>
                <a:path w="518795" h="1200150">
                  <a:moveTo>
                    <a:pt x="518629" y="166077"/>
                  </a:moveTo>
                  <a:lnTo>
                    <a:pt x="473303" y="166077"/>
                  </a:lnTo>
                  <a:lnTo>
                    <a:pt x="473303" y="170192"/>
                  </a:lnTo>
                  <a:lnTo>
                    <a:pt x="518629" y="170192"/>
                  </a:lnTo>
                  <a:lnTo>
                    <a:pt x="518629" y="166077"/>
                  </a:lnTo>
                  <a:close/>
                </a:path>
                <a:path w="518795" h="1200150">
                  <a:moveTo>
                    <a:pt x="518629" y="132880"/>
                  </a:moveTo>
                  <a:lnTo>
                    <a:pt x="473303" y="132880"/>
                  </a:lnTo>
                  <a:lnTo>
                    <a:pt x="473303" y="136969"/>
                  </a:lnTo>
                  <a:lnTo>
                    <a:pt x="518629" y="136969"/>
                  </a:lnTo>
                  <a:lnTo>
                    <a:pt x="518629" y="132880"/>
                  </a:lnTo>
                  <a:close/>
                </a:path>
                <a:path w="518795" h="1200150">
                  <a:moveTo>
                    <a:pt x="518629" y="99656"/>
                  </a:moveTo>
                  <a:lnTo>
                    <a:pt x="473303" y="99656"/>
                  </a:lnTo>
                  <a:lnTo>
                    <a:pt x="473303" y="103759"/>
                  </a:lnTo>
                  <a:lnTo>
                    <a:pt x="518629" y="103759"/>
                  </a:lnTo>
                  <a:lnTo>
                    <a:pt x="518629" y="99656"/>
                  </a:lnTo>
                  <a:close/>
                </a:path>
                <a:path w="518795" h="1200150">
                  <a:moveTo>
                    <a:pt x="518629" y="66446"/>
                  </a:moveTo>
                  <a:lnTo>
                    <a:pt x="473303" y="66446"/>
                  </a:lnTo>
                  <a:lnTo>
                    <a:pt x="473303" y="70561"/>
                  </a:lnTo>
                  <a:lnTo>
                    <a:pt x="518629" y="70561"/>
                  </a:lnTo>
                  <a:lnTo>
                    <a:pt x="518629" y="66446"/>
                  </a:lnTo>
                  <a:close/>
                </a:path>
                <a:path w="518795" h="1200150">
                  <a:moveTo>
                    <a:pt x="518629" y="33223"/>
                  </a:moveTo>
                  <a:lnTo>
                    <a:pt x="473303" y="33223"/>
                  </a:lnTo>
                  <a:lnTo>
                    <a:pt x="473303" y="37338"/>
                  </a:lnTo>
                  <a:lnTo>
                    <a:pt x="518629" y="37338"/>
                  </a:lnTo>
                  <a:lnTo>
                    <a:pt x="518629" y="33223"/>
                  </a:lnTo>
                  <a:close/>
                </a:path>
                <a:path w="518795" h="1200150">
                  <a:moveTo>
                    <a:pt x="518629" y="0"/>
                  </a:moveTo>
                  <a:lnTo>
                    <a:pt x="473303" y="0"/>
                  </a:lnTo>
                  <a:lnTo>
                    <a:pt x="473303" y="4114"/>
                  </a:lnTo>
                  <a:lnTo>
                    <a:pt x="518629" y="4114"/>
                  </a:lnTo>
                  <a:lnTo>
                    <a:pt x="518629" y="0"/>
                  </a:lnTo>
                  <a:close/>
                </a:path>
              </a:pathLst>
            </a:custGeom>
            <a:solidFill>
              <a:srgbClr val="80818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 descr=""/>
            <p:cNvSpPr/>
            <p:nvPr/>
          </p:nvSpPr>
          <p:spPr>
            <a:xfrm>
              <a:off x="7507447" y="4220038"/>
              <a:ext cx="567690" cy="73660"/>
            </a:xfrm>
            <a:custGeom>
              <a:avLst/>
              <a:gdLst/>
              <a:ahLst/>
              <a:cxnLst/>
              <a:rect l="l" t="t" r="r" b="b"/>
              <a:pathLst>
                <a:path w="567690" h="73660">
                  <a:moveTo>
                    <a:pt x="567406" y="0"/>
                  </a:moveTo>
                  <a:lnTo>
                    <a:pt x="0" y="0"/>
                  </a:lnTo>
                  <a:lnTo>
                    <a:pt x="0" y="73243"/>
                  </a:lnTo>
                  <a:lnTo>
                    <a:pt x="567406" y="73243"/>
                  </a:lnTo>
                  <a:lnTo>
                    <a:pt x="567406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 descr=""/>
            <p:cNvSpPr/>
            <p:nvPr/>
          </p:nvSpPr>
          <p:spPr>
            <a:xfrm>
              <a:off x="7509701" y="4220050"/>
              <a:ext cx="563245" cy="73660"/>
            </a:xfrm>
            <a:custGeom>
              <a:avLst/>
              <a:gdLst/>
              <a:ahLst/>
              <a:cxnLst/>
              <a:rect l="l" t="t" r="r" b="b"/>
              <a:pathLst>
                <a:path w="563245" h="73660">
                  <a:moveTo>
                    <a:pt x="8851" y="0"/>
                  </a:moveTo>
                  <a:lnTo>
                    <a:pt x="0" y="0"/>
                  </a:lnTo>
                  <a:lnTo>
                    <a:pt x="0" y="73240"/>
                  </a:lnTo>
                  <a:lnTo>
                    <a:pt x="8851" y="73240"/>
                  </a:lnTo>
                  <a:lnTo>
                    <a:pt x="8851" y="0"/>
                  </a:lnTo>
                  <a:close/>
                </a:path>
                <a:path w="563245" h="73660">
                  <a:moveTo>
                    <a:pt x="35229" y="0"/>
                  </a:moveTo>
                  <a:lnTo>
                    <a:pt x="26390" y="0"/>
                  </a:lnTo>
                  <a:lnTo>
                    <a:pt x="26390" y="73240"/>
                  </a:lnTo>
                  <a:lnTo>
                    <a:pt x="35229" y="73240"/>
                  </a:lnTo>
                  <a:lnTo>
                    <a:pt x="35229" y="0"/>
                  </a:lnTo>
                  <a:close/>
                </a:path>
                <a:path w="563245" h="73660">
                  <a:moveTo>
                    <a:pt x="61607" y="0"/>
                  </a:moveTo>
                  <a:lnTo>
                    <a:pt x="52781" y="0"/>
                  </a:lnTo>
                  <a:lnTo>
                    <a:pt x="52781" y="73240"/>
                  </a:lnTo>
                  <a:lnTo>
                    <a:pt x="61607" y="73240"/>
                  </a:lnTo>
                  <a:lnTo>
                    <a:pt x="61607" y="0"/>
                  </a:lnTo>
                  <a:close/>
                </a:path>
                <a:path w="563245" h="73660">
                  <a:moveTo>
                    <a:pt x="87998" y="0"/>
                  </a:moveTo>
                  <a:lnTo>
                    <a:pt x="79146" y="0"/>
                  </a:lnTo>
                  <a:lnTo>
                    <a:pt x="79146" y="73240"/>
                  </a:lnTo>
                  <a:lnTo>
                    <a:pt x="87998" y="73240"/>
                  </a:lnTo>
                  <a:lnTo>
                    <a:pt x="87998" y="0"/>
                  </a:lnTo>
                  <a:close/>
                </a:path>
                <a:path w="563245" h="73660">
                  <a:moveTo>
                    <a:pt x="114376" y="0"/>
                  </a:moveTo>
                  <a:lnTo>
                    <a:pt x="105524" y="0"/>
                  </a:lnTo>
                  <a:lnTo>
                    <a:pt x="105524" y="73240"/>
                  </a:lnTo>
                  <a:lnTo>
                    <a:pt x="114376" y="73240"/>
                  </a:lnTo>
                  <a:lnTo>
                    <a:pt x="114376" y="0"/>
                  </a:lnTo>
                  <a:close/>
                </a:path>
                <a:path w="563245" h="73660">
                  <a:moveTo>
                    <a:pt x="140766" y="0"/>
                  </a:moveTo>
                  <a:lnTo>
                    <a:pt x="131914" y="0"/>
                  </a:lnTo>
                  <a:lnTo>
                    <a:pt x="131914" y="73240"/>
                  </a:lnTo>
                  <a:lnTo>
                    <a:pt x="140766" y="73240"/>
                  </a:lnTo>
                  <a:lnTo>
                    <a:pt x="140766" y="0"/>
                  </a:lnTo>
                  <a:close/>
                </a:path>
                <a:path w="563245" h="73660">
                  <a:moveTo>
                    <a:pt x="167144" y="0"/>
                  </a:moveTo>
                  <a:lnTo>
                    <a:pt x="158305" y="0"/>
                  </a:lnTo>
                  <a:lnTo>
                    <a:pt x="158305" y="73240"/>
                  </a:lnTo>
                  <a:lnTo>
                    <a:pt x="167144" y="73240"/>
                  </a:lnTo>
                  <a:lnTo>
                    <a:pt x="167144" y="0"/>
                  </a:lnTo>
                  <a:close/>
                </a:path>
                <a:path w="563245" h="73660">
                  <a:moveTo>
                    <a:pt x="193535" y="0"/>
                  </a:moveTo>
                  <a:lnTo>
                    <a:pt x="184683" y="0"/>
                  </a:lnTo>
                  <a:lnTo>
                    <a:pt x="184683" y="73240"/>
                  </a:lnTo>
                  <a:lnTo>
                    <a:pt x="193535" y="73240"/>
                  </a:lnTo>
                  <a:lnTo>
                    <a:pt x="193535" y="0"/>
                  </a:lnTo>
                  <a:close/>
                </a:path>
                <a:path w="563245" h="73660">
                  <a:moveTo>
                    <a:pt x="219900" y="0"/>
                  </a:moveTo>
                  <a:lnTo>
                    <a:pt x="211061" y="0"/>
                  </a:lnTo>
                  <a:lnTo>
                    <a:pt x="211061" y="73240"/>
                  </a:lnTo>
                  <a:lnTo>
                    <a:pt x="219900" y="73240"/>
                  </a:lnTo>
                  <a:lnTo>
                    <a:pt x="219900" y="0"/>
                  </a:lnTo>
                  <a:close/>
                </a:path>
                <a:path w="563245" h="73660">
                  <a:moveTo>
                    <a:pt x="246303" y="0"/>
                  </a:moveTo>
                  <a:lnTo>
                    <a:pt x="237451" y="0"/>
                  </a:lnTo>
                  <a:lnTo>
                    <a:pt x="237451" y="73240"/>
                  </a:lnTo>
                  <a:lnTo>
                    <a:pt x="246303" y="73240"/>
                  </a:lnTo>
                  <a:lnTo>
                    <a:pt x="246303" y="0"/>
                  </a:lnTo>
                  <a:close/>
                </a:path>
                <a:path w="563245" h="73660">
                  <a:moveTo>
                    <a:pt x="272669" y="0"/>
                  </a:moveTo>
                  <a:lnTo>
                    <a:pt x="263829" y="0"/>
                  </a:lnTo>
                  <a:lnTo>
                    <a:pt x="263829" y="73240"/>
                  </a:lnTo>
                  <a:lnTo>
                    <a:pt x="272669" y="73240"/>
                  </a:lnTo>
                  <a:lnTo>
                    <a:pt x="272669" y="0"/>
                  </a:lnTo>
                  <a:close/>
                </a:path>
                <a:path w="563245" h="73660">
                  <a:moveTo>
                    <a:pt x="299059" y="0"/>
                  </a:moveTo>
                  <a:lnTo>
                    <a:pt x="290207" y="0"/>
                  </a:lnTo>
                  <a:lnTo>
                    <a:pt x="290207" y="73240"/>
                  </a:lnTo>
                  <a:lnTo>
                    <a:pt x="299059" y="73240"/>
                  </a:lnTo>
                  <a:lnTo>
                    <a:pt x="299059" y="0"/>
                  </a:lnTo>
                  <a:close/>
                </a:path>
                <a:path w="563245" h="73660">
                  <a:moveTo>
                    <a:pt x="325437" y="0"/>
                  </a:moveTo>
                  <a:lnTo>
                    <a:pt x="316598" y="0"/>
                  </a:lnTo>
                  <a:lnTo>
                    <a:pt x="316598" y="73240"/>
                  </a:lnTo>
                  <a:lnTo>
                    <a:pt x="325437" y="73240"/>
                  </a:lnTo>
                  <a:lnTo>
                    <a:pt x="325437" y="0"/>
                  </a:lnTo>
                  <a:close/>
                </a:path>
                <a:path w="563245" h="73660">
                  <a:moveTo>
                    <a:pt x="351828" y="0"/>
                  </a:moveTo>
                  <a:lnTo>
                    <a:pt x="342988" y="0"/>
                  </a:lnTo>
                  <a:lnTo>
                    <a:pt x="342988" y="73240"/>
                  </a:lnTo>
                  <a:lnTo>
                    <a:pt x="351828" y="73240"/>
                  </a:lnTo>
                  <a:lnTo>
                    <a:pt x="351828" y="0"/>
                  </a:lnTo>
                  <a:close/>
                </a:path>
                <a:path w="563245" h="73660">
                  <a:moveTo>
                    <a:pt x="378206" y="0"/>
                  </a:moveTo>
                  <a:lnTo>
                    <a:pt x="369354" y="0"/>
                  </a:lnTo>
                  <a:lnTo>
                    <a:pt x="369354" y="73240"/>
                  </a:lnTo>
                  <a:lnTo>
                    <a:pt x="378206" y="73240"/>
                  </a:lnTo>
                  <a:lnTo>
                    <a:pt x="378206" y="0"/>
                  </a:lnTo>
                  <a:close/>
                </a:path>
                <a:path w="563245" h="73660">
                  <a:moveTo>
                    <a:pt x="404583" y="0"/>
                  </a:moveTo>
                  <a:lnTo>
                    <a:pt x="395744" y="0"/>
                  </a:lnTo>
                  <a:lnTo>
                    <a:pt x="395744" y="73240"/>
                  </a:lnTo>
                  <a:lnTo>
                    <a:pt x="404583" y="73240"/>
                  </a:lnTo>
                  <a:lnTo>
                    <a:pt x="404583" y="0"/>
                  </a:lnTo>
                  <a:close/>
                </a:path>
                <a:path w="563245" h="73660">
                  <a:moveTo>
                    <a:pt x="430974" y="0"/>
                  </a:moveTo>
                  <a:lnTo>
                    <a:pt x="422122" y="0"/>
                  </a:lnTo>
                  <a:lnTo>
                    <a:pt x="422122" y="73240"/>
                  </a:lnTo>
                  <a:lnTo>
                    <a:pt x="430974" y="73240"/>
                  </a:lnTo>
                  <a:lnTo>
                    <a:pt x="430974" y="0"/>
                  </a:lnTo>
                  <a:close/>
                </a:path>
                <a:path w="563245" h="73660">
                  <a:moveTo>
                    <a:pt x="457365" y="0"/>
                  </a:moveTo>
                  <a:lnTo>
                    <a:pt x="448513" y="0"/>
                  </a:lnTo>
                  <a:lnTo>
                    <a:pt x="448513" y="73240"/>
                  </a:lnTo>
                  <a:lnTo>
                    <a:pt x="457365" y="73240"/>
                  </a:lnTo>
                  <a:lnTo>
                    <a:pt x="457365" y="0"/>
                  </a:lnTo>
                  <a:close/>
                </a:path>
                <a:path w="563245" h="73660">
                  <a:moveTo>
                    <a:pt x="483730" y="0"/>
                  </a:moveTo>
                  <a:lnTo>
                    <a:pt x="474878" y="0"/>
                  </a:lnTo>
                  <a:lnTo>
                    <a:pt x="474878" y="73240"/>
                  </a:lnTo>
                  <a:lnTo>
                    <a:pt x="483730" y="73240"/>
                  </a:lnTo>
                  <a:lnTo>
                    <a:pt x="483730" y="0"/>
                  </a:lnTo>
                  <a:close/>
                </a:path>
                <a:path w="563245" h="73660">
                  <a:moveTo>
                    <a:pt x="510120" y="0"/>
                  </a:moveTo>
                  <a:lnTo>
                    <a:pt x="501269" y="0"/>
                  </a:lnTo>
                  <a:lnTo>
                    <a:pt x="501269" y="73240"/>
                  </a:lnTo>
                  <a:lnTo>
                    <a:pt x="510120" y="73240"/>
                  </a:lnTo>
                  <a:lnTo>
                    <a:pt x="510120" y="0"/>
                  </a:lnTo>
                  <a:close/>
                </a:path>
                <a:path w="563245" h="73660">
                  <a:moveTo>
                    <a:pt x="536511" y="0"/>
                  </a:moveTo>
                  <a:lnTo>
                    <a:pt x="527646" y="0"/>
                  </a:lnTo>
                  <a:lnTo>
                    <a:pt x="527646" y="73240"/>
                  </a:lnTo>
                  <a:lnTo>
                    <a:pt x="536511" y="73240"/>
                  </a:lnTo>
                  <a:lnTo>
                    <a:pt x="536511" y="0"/>
                  </a:lnTo>
                  <a:close/>
                </a:path>
                <a:path w="563245" h="73660">
                  <a:moveTo>
                    <a:pt x="562889" y="0"/>
                  </a:moveTo>
                  <a:lnTo>
                    <a:pt x="554037" y="0"/>
                  </a:lnTo>
                  <a:lnTo>
                    <a:pt x="554037" y="73240"/>
                  </a:lnTo>
                  <a:lnTo>
                    <a:pt x="562889" y="73240"/>
                  </a:lnTo>
                  <a:lnTo>
                    <a:pt x="562889" y="0"/>
                  </a:lnTo>
                  <a:close/>
                </a:path>
              </a:pathLst>
            </a:custGeom>
            <a:solidFill>
              <a:srgbClr val="808184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2" name="object 132" descr=""/>
          <p:cNvSpPr/>
          <p:nvPr/>
        </p:nvSpPr>
        <p:spPr>
          <a:xfrm>
            <a:off x="7110387" y="3328472"/>
            <a:ext cx="90805" cy="298450"/>
          </a:xfrm>
          <a:custGeom>
            <a:avLst/>
            <a:gdLst/>
            <a:ahLst/>
            <a:cxnLst/>
            <a:rect l="l" t="t" r="r" b="b"/>
            <a:pathLst>
              <a:path w="90804" h="298450">
                <a:moveTo>
                  <a:pt x="90385" y="0"/>
                </a:moveTo>
                <a:lnTo>
                  <a:pt x="0" y="0"/>
                </a:lnTo>
                <a:lnTo>
                  <a:pt x="0" y="291160"/>
                </a:lnTo>
                <a:lnTo>
                  <a:pt x="0" y="298450"/>
                </a:lnTo>
                <a:lnTo>
                  <a:pt x="90385" y="298450"/>
                </a:lnTo>
                <a:lnTo>
                  <a:pt x="90385" y="291160"/>
                </a:lnTo>
                <a:lnTo>
                  <a:pt x="90385" y="0"/>
                </a:lnTo>
                <a:close/>
              </a:path>
            </a:pathLst>
          </a:custGeom>
          <a:solidFill>
            <a:srgbClr val="D0D2D2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33" name="object 133" descr=""/>
          <p:cNvGrpSpPr/>
          <p:nvPr/>
        </p:nvGrpSpPr>
        <p:grpSpPr>
          <a:xfrm>
            <a:off x="6683147" y="3324987"/>
            <a:ext cx="90805" cy="302260"/>
            <a:chOff x="6683147" y="3324987"/>
            <a:chExt cx="90805" cy="302260"/>
          </a:xfrm>
        </p:grpSpPr>
        <p:sp>
          <p:nvSpPr>
            <p:cNvPr id="134" name="object 134" descr=""/>
            <p:cNvSpPr/>
            <p:nvPr/>
          </p:nvSpPr>
          <p:spPr>
            <a:xfrm>
              <a:off x="6683146" y="3324992"/>
              <a:ext cx="90805" cy="302260"/>
            </a:xfrm>
            <a:custGeom>
              <a:avLst/>
              <a:gdLst/>
              <a:ahLst/>
              <a:cxnLst/>
              <a:rect l="l" t="t" r="r" b="b"/>
              <a:pathLst>
                <a:path w="90804" h="302260">
                  <a:moveTo>
                    <a:pt x="90373" y="0"/>
                  </a:moveTo>
                  <a:lnTo>
                    <a:pt x="0" y="0"/>
                  </a:lnTo>
                  <a:lnTo>
                    <a:pt x="0" y="294640"/>
                  </a:lnTo>
                  <a:lnTo>
                    <a:pt x="0" y="301929"/>
                  </a:lnTo>
                  <a:lnTo>
                    <a:pt x="90373" y="301929"/>
                  </a:lnTo>
                  <a:lnTo>
                    <a:pt x="90373" y="294640"/>
                  </a:lnTo>
                  <a:lnTo>
                    <a:pt x="90373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 descr=""/>
            <p:cNvSpPr/>
            <p:nvPr/>
          </p:nvSpPr>
          <p:spPr>
            <a:xfrm>
              <a:off x="6697942" y="3361772"/>
              <a:ext cx="35560" cy="234950"/>
            </a:xfrm>
            <a:custGeom>
              <a:avLst/>
              <a:gdLst/>
              <a:ahLst/>
              <a:cxnLst/>
              <a:rect l="l" t="t" r="r" b="b"/>
              <a:pathLst>
                <a:path w="35559" h="234950">
                  <a:moveTo>
                    <a:pt x="11518" y="131978"/>
                  </a:moveTo>
                  <a:lnTo>
                    <a:pt x="9613" y="131978"/>
                  </a:lnTo>
                  <a:lnTo>
                    <a:pt x="9613" y="234797"/>
                  </a:lnTo>
                  <a:lnTo>
                    <a:pt x="11518" y="234797"/>
                  </a:lnTo>
                  <a:lnTo>
                    <a:pt x="11518" y="131978"/>
                  </a:lnTo>
                  <a:close/>
                </a:path>
                <a:path w="35559" h="234950">
                  <a:moveTo>
                    <a:pt x="11518" y="0"/>
                  </a:moveTo>
                  <a:lnTo>
                    <a:pt x="10553" y="0"/>
                  </a:lnTo>
                  <a:lnTo>
                    <a:pt x="10553" y="13360"/>
                  </a:lnTo>
                  <a:lnTo>
                    <a:pt x="0" y="13360"/>
                  </a:lnTo>
                  <a:lnTo>
                    <a:pt x="0" y="22186"/>
                  </a:lnTo>
                  <a:lnTo>
                    <a:pt x="0" y="102819"/>
                  </a:lnTo>
                  <a:lnTo>
                    <a:pt x="11518" y="102819"/>
                  </a:lnTo>
                  <a:lnTo>
                    <a:pt x="11518" y="22186"/>
                  </a:lnTo>
                  <a:lnTo>
                    <a:pt x="11518" y="13360"/>
                  </a:lnTo>
                  <a:lnTo>
                    <a:pt x="11518" y="0"/>
                  </a:lnTo>
                  <a:close/>
                </a:path>
                <a:path w="35559" h="234950">
                  <a:moveTo>
                    <a:pt x="34963" y="131978"/>
                  </a:moveTo>
                  <a:lnTo>
                    <a:pt x="23431" y="131978"/>
                  </a:lnTo>
                  <a:lnTo>
                    <a:pt x="23431" y="234797"/>
                  </a:lnTo>
                  <a:lnTo>
                    <a:pt x="34963" y="234797"/>
                  </a:lnTo>
                  <a:lnTo>
                    <a:pt x="34963" y="131978"/>
                  </a:lnTo>
                  <a:close/>
                </a:path>
                <a:path w="35559" h="234950">
                  <a:moveTo>
                    <a:pt x="34963" y="0"/>
                  </a:moveTo>
                  <a:lnTo>
                    <a:pt x="23431" y="0"/>
                  </a:lnTo>
                  <a:lnTo>
                    <a:pt x="23431" y="102819"/>
                  </a:lnTo>
                  <a:lnTo>
                    <a:pt x="34963" y="102819"/>
                  </a:lnTo>
                  <a:lnTo>
                    <a:pt x="34963" y="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6" name="object 136" descr=""/>
          <p:cNvGrpSpPr/>
          <p:nvPr/>
        </p:nvGrpSpPr>
        <p:grpSpPr>
          <a:xfrm>
            <a:off x="7110328" y="3115165"/>
            <a:ext cx="91440" cy="481965"/>
            <a:chOff x="7110328" y="3115165"/>
            <a:chExt cx="91440" cy="481965"/>
          </a:xfrm>
        </p:grpSpPr>
        <p:sp>
          <p:nvSpPr>
            <p:cNvPr id="137" name="object 137" descr=""/>
            <p:cNvSpPr/>
            <p:nvPr/>
          </p:nvSpPr>
          <p:spPr>
            <a:xfrm>
              <a:off x="7149808" y="3361772"/>
              <a:ext cx="35560" cy="234950"/>
            </a:xfrm>
            <a:custGeom>
              <a:avLst/>
              <a:gdLst/>
              <a:ahLst/>
              <a:cxnLst/>
              <a:rect l="l" t="t" r="r" b="b"/>
              <a:pathLst>
                <a:path w="35559" h="234950">
                  <a:moveTo>
                    <a:pt x="11531" y="131978"/>
                  </a:moveTo>
                  <a:lnTo>
                    <a:pt x="0" y="131978"/>
                  </a:lnTo>
                  <a:lnTo>
                    <a:pt x="0" y="234797"/>
                  </a:lnTo>
                  <a:lnTo>
                    <a:pt x="11531" y="234797"/>
                  </a:lnTo>
                  <a:lnTo>
                    <a:pt x="11531" y="131978"/>
                  </a:lnTo>
                  <a:close/>
                </a:path>
                <a:path w="35559" h="234950">
                  <a:moveTo>
                    <a:pt x="11531" y="0"/>
                  </a:moveTo>
                  <a:lnTo>
                    <a:pt x="0" y="0"/>
                  </a:lnTo>
                  <a:lnTo>
                    <a:pt x="0" y="102819"/>
                  </a:lnTo>
                  <a:lnTo>
                    <a:pt x="11531" y="102819"/>
                  </a:lnTo>
                  <a:lnTo>
                    <a:pt x="11531" y="0"/>
                  </a:lnTo>
                  <a:close/>
                </a:path>
                <a:path w="35559" h="234950">
                  <a:moveTo>
                    <a:pt x="26301" y="131978"/>
                  </a:moveTo>
                  <a:lnTo>
                    <a:pt x="23418" y="131978"/>
                  </a:lnTo>
                  <a:lnTo>
                    <a:pt x="23418" y="234797"/>
                  </a:lnTo>
                  <a:lnTo>
                    <a:pt x="26301" y="234797"/>
                  </a:lnTo>
                  <a:lnTo>
                    <a:pt x="26301" y="131978"/>
                  </a:lnTo>
                  <a:close/>
                </a:path>
                <a:path w="35559" h="234950">
                  <a:moveTo>
                    <a:pt x="34950" y="16268"/>
                  </a:moveTo>
                  <a:lnTo>
                    <a:pt x="26301" y="16268"/>
                  </a:lnTo>
                  <a:lnTo>
                    <a:pt x="26301" y="0"/>
                  </a:lnTo>
                  <a:lnTo>
                    <a:pt x="23418" y="0"/>
                  </a:lnTo>
                  <a:lnTo>
                    <a:pt x="23418" y="16268"/>
                  </a:lnTo>
                  <a:lnTo>
                    <a:pt x="23418" y="22186"/>
                  </a:lnTo>
                  <a:lnTo>
                    <a:pt x="23418" y="102819"/>
                  </a:lnTo>
                  <a:lnTo>
                    <a:pt x="34950" y="102819"/>
                  </a:lnTo>
                  <a:lnTo>
                    <a:pt x="34950" y="22186"/>
                  </a:lnTo>
                  <a:lnTo>
                    <a:pt x="34950" y="16268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 descr=""/>
            <p:cNvSpPr/>
            <p:nvPr/>
          </p:nvSpPr>
          <p:spPr>
            <a:xfrm>
              <a:off x="7110390" y="3216205"/>
              <a:ext cx="91440" cy="119380"/>
            </a:xfrm>
            <a:custGeom>
              <a:avLst/>
              <a:gdLst/>
              <a:ahLst/>
              <a:cxnLst/>
              <a:rect l="l" t="t" r="r" b="b"/>
              <a:pathLst>
                <a:path w="91440" h="119379">
                  <a:moveTo>
                    <a:pt x="91086" y="0"/>
                  </a:moveTo>
                  <a:lnTo>
                    <a:pt x="0" y="0"/>
                  </a:lnTo>
                  <a:lnTo>
                    <a:pt x="0" y="119357"/>
                  </a:lnTo>
                  <a:lnTo>
                    <a:pt x="91086" y="119357"/>
                  </a:lnTo>
                  <a:lnTo>
                    <a:pt x="91086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 descr=""/>
            <p:cNvSpPr/>
            <p:nvPr/>
          </p:nvSpPr>
          <p:spPr>
            <a:xfrm>
              <a:off x="7110390" y="3212823"/>
              <a:ext cx="91440" cy="3810"/>
            </a:xfrm>
            <a:custGeom>
              <a:avLst/>
              <a:gdLst/>
              <a:ahLst/>
              <a:cxnLst/>
              <a:rect l="l" t="t" r="r" b="b"/>
              <a:pathLst>
                <a:path w="91440" h="3810">
                  <a:moveTo>
                    <a:pt x="91086" y="0"/>
                  </a:moveTo>
                  <a:lnTo>
                    <a:pt x="0" y="0"/>
                  </a:lnTo>
                  <a:lnTo>
                    <a:pt x="0" y="3382"/>
                  </a:lnTo>
                  <a:lnTo>
                    <a:pt x="91086" y="3382"/>
                  </a:lnTo>
                  <a:lnTo>
                    <a:pt x="9108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 descr=""/>
            <p:cNvSpPr/>
            <p:nvPr/>
          </p:nvSpPr>
          <p:spPr>
            <a:xfrm>
              <a:off x="7110323" y="3115176"/>
              <a:ext cx="90805" cy="184150"/>
            </a:xfrm>
            <a:custGeom>
              <a:avLst/>
              <a:gdLst/>
              <a:ahLst/>
              <a:cxnLst/>
              <a:rect l="l" t="t" r="r" b="b"/>
              <a:pathLst>
                <a:path w="90804" h="184150">
                  <a:moveTo>
                    <a:pt x="20650" y="165735"/>
                  </a:moveTo>
                  <a:lnTo>
                    <a:pt x="10033" y="165735"/>
                  </a:lnTo>
                  <a:lnTo>
                    <a:pt x="10033" y="183756"/>
                  </a:lnTo>
                  <a:lnTo>
                    <a:pt x="20650" y="183756"/>
                  </a:lnTo>
                  <a:lnTo>
                    <a:pt x="20650" y="165735"/>
                  </a:lnTo>
                  <a:close/>
                </a:path>
                <a:path w="90804" h="184150">
                  <a:moveTo>
                    <a:pt x="20650" y="140398"/>
                  </a:moveTo>
                  <a:lnTo>
                    <a:pt x="10033" y="140398"/>
                  </a:lnTo>
                  <a:lnTo>
                    <a:pt x="10033" y="158407"/>
                  </a:lnTo>
                  <a:lnTo>
                    <a:pt x="20650" y="158407"/>
                  </a:lnTo>
                  <a:lnTo>
                    <a:pt x="20650" y="140398"/>
                  </a:lnTo>
                  <a:close/>
                </a:path>
                <a:path w="90804" h="184150">
                  <a:moveTo>
                    <a:pt x="20650" y="115062"/>
                  </a:moveTo>
                  <a:lnTo>
                    <a:pt x="10033" y="115062"/>
                  </a:lnTo>
                  <a:lnTo>
                    <a:pt x="10033" y="133070"/>
                  </a:lnTo>
                  <a:lnTo>
                    <a:pt x="20650" y="133070"/>
                  </a:lnTo>
                  <a:lnTo>
                    <a:pt x="20650" y="115062"/>
                  </a:lnTo>
                  <a:close/>
                </a:path>
                <a:path w="90804" h="184150">
                  <a:moveTo>
                    <a:pt x="57404" y="111213"/>
                  </a:moveTo>
                  <a:lnTo>
                    <a:pt x="33807" y="111213"/>
                  </a:lnTo>
                  <a:lnTo>
                    <a:pt x="33807" y="151218"/>
                  </a:lnTo>
                  <a:lnTo>
                    <a:pt x="57404" y="151218"/>
                  </a:lnTo>
                  <a:lnTo>
                    <a:pt x="57404" y="111213"/>
                  </a:lnTo>
                  <a:close/>
                </a:path>
                <a:path w="90804" h="184150">
                  <a:moveTo>
                    <a:pt x="81165" y="165735"/>
                  </a:moveTo>
                  <a:lnTo>
                    <a:pt x="70548" y="165735"/>
                  </a:lnTo>
                  <a:lnTo>
                    <a:pt x="70548" y="169240"/>
                  </a:lnTo>
                  <a:lnTo>
                    <a:pt x="81165" y="169240"/>
                  </a:lnTo>
                  <a:lnTo>
                    <a:pt x="81165" y="165735"/>
                  </a:lnTo>
                  <a:close/>
                </a:path>
                <a:path w="90804" h="184150">
                  <a:moveTo>
                    <a:pt x="81165" y="140398"/>
                  </a:moveTo>
                  <a:lnTo>
                    <a:pt x="70548" y="140398"/>
                  </a:lnTo>
                  <a:lnTo>
                    <a:pt x="70548" y="158407"/>
                  </a:lnTo>
                  <a:lnTo>
                    <a:pt x="81165" y="158407"/>
                  </a:lnTo>
                  <a:lnTo>
                    <a:pt x="81165" y="140398"/>
                  </a:lnTo>
                  <a:close/>
                </a:path>
                <a:path w="90804" h="184150">
                  <a:moveTo>
                    <a:pt x="81165" y="115062"/>
                  </a:moveTo>
                  <a:lnTo>
                    <a:pt x="70548" y="115062"/>
                  </a:lnTo>
                  <a:lnTo>
                    <a:pt x="70548" y="133070"/>
                  </a:lnTo>
                  <a:lnTo>
                    <a:pt x="81165" y="133070"/>
                  </a:lnTo>
                  <a:lnTo>
                    <a:pt x="81165" y="115062"/>
                  </a:lnTo>
                  <a:close/>
                </a:path>
                <a:path w="90804" h="184150">
                  <a:moveTo>
                    <a:pt x="90563" y="97650"/>
                  </a:moveTo>
                  <a:lnTo>
                    <a:pt x="82981" y="53530"/>
                  </a:lnTo>
                  <a:lnTo>
                    <a:pt x="70040" y="24726"/>
                  </a:lnTo>
                  <a:lnTo>
                    <a:pt x="56324" y="8255"/>
                  </a:lnTo>
                  <a:lnTo>
                    <a:pt x="46405" y="1092"/>
                  </a:lnTo>
                  <a:lnTo>
                    <a:pt x="46405" y="508"/>
                  </a:lnTo>
                  <a:lnTo>
                    <a:pt x="46405" y="0"/>
                  </a:lnTo>
                  <a:lnTo>
                    <a:pt x="45999" y="139"/>
                  </a:lnTo>
                  <a:lnTo>
                    <a:pt x="45288" y="508"/>
                  </a:lnTo>
                  <a:lnTo>
                    <a:pt x="44551" y="139"/>
                  </a:lnTo>
                  <a:lnTo>
                    <a:pt x="44145" y="0"/>
                  </a:lnTo>
                  <a:lnTo>
                    <a:pt x="44145" y="1092"/>
                  </a:lnTo>
                  <a:lnTo>
                    <a:pt x="34213" y="8255"/>
                  </a:lnTo>
                  <a:lnTo>
                    <a:pt x="20497" y="24726"/>
                  </a:lnTo>
                  <a:lnTo>
                    <a:pt x="7569" y="53530"/>
                  </a:lnTo>
                  <a:lnTo>
                    <a:pt x="0" y="97650"/>
                  </a:lnTo>
                  <a:lnTo>
                    <a:pt x="90563" y="9765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1" name="object 141" descr=""/>
          <p:cNvGrpSpPr/>
          <p:nvPr/>
        </p:nvGrpSpPr>
        <p:grpSpPr>
          <a:xfrm>
            <a:off x="6683057" y="3115165"/>
            <a:ext cx="91440" cy="220979"/>
            <a:chOff x="6683057" y="3115165"/>
            <a:chExt cx="91440" cy="220979"/>
          </a:xfrm>
        </p:grpSpPr>
        <p:sp>
          <p:nvSpPr>
            <p:cNvPr id="142" name="object 142" descr=""/>
            <p:cNvSpPr/>
            <p:nvPr/>
          </p:nvSpPr>
          <p:spPr>
            <a:xfrm>
              <a:off x="6683125" y="3216205"/>
              <a:ext cx="91440" cy="119380"/>
            </a:xfrm>
            <a:custGeom>
              <a:avLst/>
              <a:gdLst/>
              <a:ahLst/>
              <a:cxnLst/>
              <a:rect l="l" t="t" r="r" b="b"/>
              <a:pathLst>
                <a:path w="91440" h="119379">
                  <a:moveTo>
                    <a:pt x="91086" y="0"/>
                  </a:moveTo>
                  <a:lnTo>
                    <a:pt x="0" y="0"/>
                  </a:lnTo>
                  <a:lnTo>
                    <a:pt x="0" y="119357"/>
                  </a:lnTo>
                  <a:lnTo>
                    <a:pt x="91086" y="119357"/>
                  </a:lnTo>
                  <a:lnTo>
                    <a:pt x="91086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 descr=""/>
            <p:cNvSpPr/>
            <p:nvPr/>
          </p:nvSpPr>
          <p:spPr>
            <a:xfrm>
              <a:off x="6683125" y="3212823"/>
              <a:ext cx="91440" cy="3810"/>
            </a:xfrm>
            <a:custGeom>
              <a:avLst/>
              <a:gdLst/>
              <a:ahLst/>
              <a:cxnLst/>
              <a:rect l="l" t="t" r="r" b="b"/>
              <a:pathLst>
                <a:path w="91440" h="3810">
                  <a:moveTo>
                    <a:pt x="91086" y="0"/>
                  </a:moveTo>
                  <a:lnTo>
                    <a:pt x="0" y="0"/>
                  </a:lnTo>
                  <a:lnTo>
                    <a:pt x="0" y="3382"/>
                  </a:lnTo>
                  <a:lnTo>
                    <a:pt x="91086" y="3382"/>
                  </a:lnTo>
                  <a:lnTo>
                    <a:pt x="91086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 descr=""/>
            <p:cNvSpPr/>
            <p:nvPr/>
          </p:nvSpPr>
          <p:spPr>
            <a:xfrm>
              <a:off x="6683057" y="3115176"/>
              <a:ext cx="90805" cy="184150"/>
            </a:xfrm>
            <a:custGeom>
              <a:avLst/>
              <a:gdLst/>
              <a:ahLst/>
              <a:cxnLst/>
              <a:rect l="l" t="t" r="r" b="b"/>
              <a:pathLst>
                <a:path w="90804" h="184150">
                  <a:moveTo>
                    <a:pt x="20650" y="165735"/>
                  </a:moveTo>
                  <a:lnTo>
                    <a:pt x="10033" y="165735"/>
                  </a:lnTo>
                  <a:lnTo>
                    <a:pt x="10033" y="169240"/>
                  </a:lnTo>
                  <a:lnTo>
                    <a:pt x="20650" y="169240"/>
                  </a:lnTo>
                  <a:lnTo>
                    <a:pt x="20650" y="165735"/>
                  </a:lnTo>
                  <a:close/>
                </a:path>
                <a:path w="90804" h="184150">
                  <a:moveTo>
                    <a:pt x="20650" y="140398"/>
                  </a:moveTo>
                  <a:lnTo>
                    <a:pt x="10033" y="140398"/>
                  </a:lnTo>
                  <a:lnTo>
                    <a:pt x="10033" y="158407"/>
                  </a:lnTo>
                  <a:lnTo>
                    <a:pt x="20650" y="158407"/>
                  </a:lnTo>
                  <a:lnTo>
                    <a:pt x="20650" y="140398"/>
                  </a:lnTo>
                  <a:close/>
                </a:path>
                <a:path w="90804" h="184150">
                  <a:moveTo>
                    <a:pt x="20650" y="115062"/>
                  </a:moveTo>
                  <a:lnTo>
                    <a:pt x="10033" y="115062"/>
                  </a:lnTo>
                  <a:lnTo>
                    <a:pt x="10033" y="133070"/>
                  </a:lnTo>
                  <a:lnTo>
                    <a:pt x="20650" y="133070"/>
                  </a:lnTo>
                  <a:lnTo>
                    <a:pt x="20650" y="115062"/>
                  </a:lnTo>
                  <a:close/>
                </a:path>
                <a:path w="90804" h="184150">
                  <a:moveTo>
                    <a:pt x="57391" y="111213"/>
                  </a:moveTo>
                  <a:lnTo>
                    <a:pt x="33794" y="111213"/>
                  </a:lnTo>
                  <a:lnTo>
                    <a:pt x="33794" y="151218"/>
                  </a:lnTo>
                  <a:lnTo>
                    <a:pt x="57391" y="151218"/>
                  </a:lnTo>
                  <a:lnTo>
                    <a:pt x="57391" y="111213"/>
                  </a:lnTo>
                  <a:close/>
                </a:path>
                <a:path w="90804" h="184150">
                  <a:moveTo>
                    <a:pt x="81178" y="165735"/>
                  </a:moveTo>
                  <a:lnTo>
                    <a:pt x="70561" y="165735"/>
                  </a:lnTo>
                  <a:lnTo>
                    <a:pt x="70561" y="183756"/>
                  </a:lnTo>
                  <a:lnTo>
                    <a:pt x="81178" y="183756"/>
                  </a:lnTo>
                  <a:lnTo>
                    <a:pt x="81178" y="165735"/>
                  </a:lnTo>
                  <a:close/>
                </a:path>
                <a:path w="90804" h="184150">
                  <a:moveTo>
                    <a:pt x="81178" y="140398"/>
                  </a:moveTo>
                  <a:lnTo>
                    <a:pt x="70561" y="140398"/>
                  </a:lnTo>
                  <a:lnTo>
                    <a:pt x="70561" y="158407"/>
                  </a:lnTo>
                  <a:lnTo>
                    <a:pt x="81178" y="158407"/>
                  </a:lnTo>
                  <a:lnTo>
                    <a:pt x="81178" y="140398"/>
                  </a:lnTo>
                  <a:close/>
                </a:path>
                <a:path w="90804" h="184150">
                  <a:moveTo>
                    <a:pt x="81178" y="115062"/>
                  </a:moveTo>
                  <a:lnTo>
                    <a:pt x="70561" y="115062"/>
                  </a:lnTo>
                  <a:lnTo>
                    <a:pt x="70561" y="133070"/>
                  </a:lnTo>
                  <a:lnTo>
                    <a:pt x="81178" y="133070"/>
                  </a:lnTo>
                  <a:lnTo>
                    <a:pt x="81178" y="115062"/>
                  </a:lnTo>
                  <a:close/>
                </a:path>
                <a:path w="90804" h="184150">
                  <a:moveTo>
                    <a:pt x="90551" y="97650"/>
                  </a:moveTo>
                  <a:lnTo>
                    <a:pt x="82981" y="53530"/>
                  </a:lnTo>
                  <a:lnTo>
                    <a:pt x="70053" y="24726"/>
                  </a:lnTo>
                  <a:lnTo>
                    <a:pt x="56337" y="8255"/>
                  </a:lnTo>
                  <a:lnTo>
                    <a:pt x="46405" y="1092"/>
                  </a:lnTo>
                  <a:lnTo>
                    <a:pt x="46405" y="508"/>
                  </a:lnTo>
                  <a:lnTo>
                    <a:pt x="46405" y="0"/>
                  </a:lnTo>
                  <a:lnTo>
                    <a:pt x="45999" y="139"/>
                  </a:lnTo>
                  <a:lnTo>
                    <a:pt x="45275" y="508"/>
                  </a:lnTo>
                  <a:lnTo>
                    <a:pt x="44564" y="139"/>
                  </a:lnTo>
                  <a:lnTo>
                    <a:pt x="44145" y="0"/>
                  </a:lnTo>
                  <a:lnTo>
                    <a:pt x="44145" y="1092"/>
                  </a:lnTo>
                  <a:lnTo>
                    <a:pt x="34226" y="8255"/>
                  </a:lnTo>
                  <a:lnTo>
                    <a:pt x="20510" y="24726"/>
                  </a:lnTo>
                  <a:lnTo>
                    <a:pt x="7569" y="53530"/>
                  </a:lnTo>
                  <a:lnTo>
                    <a:pt x="0" y="97650"/>
                  </a:lnTo>
                  <a:lnTo>
                    <a:pt x="90551" y="9765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5" name="object 145" descr=""/>
          <p:cNvSpPr/>
          <p:nvPr/>
        </p:nvSpPr>
        <p:spPr>
          <a:xfrm>
            <a:off x="7176116" y="3378033"/>
            <a:ext cx="125730" cy="248920"/>
          </a:xfrm>
          <a:custGeom>
            <a:avLst/>
            <a:gdLst/>
            <a:ahLst/>
            <a:cxnLst/>
            <a:rect l="l" t="t" r="r" b="b"/>
            <a:pathLst>
              <a:path w="125729" h="248920">
                <a:moveTo>
                  <a:pt x="125713" y="0"/>
                </a:moveTo>
                <a:lnTo>
                  <a:pt x="0" y="0"/>
                </a:lnTo>
                <a:lnTo>
                  <a:pt x="0" y="248882"/>
                </a:lnTo>
                <a:lnTo>
                  <a:pt x="125713" y="248882"/>
                </a:lnTo>
                <a:lnTo>
                  <a:pt x="125713" y="0"/>
                </a:lnTo>
                <a:close/>
              </a:path>
            </a:pathLst>
          </a:custGeom>
          <a:solidFill>
            <a:srgbClr val="D0D2D2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46" name="object 146" descr=""/>
          <p:cNvGrpSpPr/>
          <p:nvPr/>
        </p:nvGrpSpPr>
        <p:grpSpPr>
          <a:xfrm>
            <a:off x="6581851" y="3375132"/>
            <a:ext cx="125730" cy="252095"/>
            <a:chOff x="6581851" y="3375132"/>
            <a:chExt cx="125730" cy="252095"/>
          </a:xfrm>
        </p:grpSpPr>
        <p:sp>
          <p:nvSpPr>
            <p:cNvPr id="147" name="object 147" descr=""/>
            <p:cNvSpPr/>
            <p:nvPr/>
          </p:nvSpPr>
          <p:spPr>
            <a:xfrm>
              <a:off x="6581851" y="3375132"/>
              <a:ext cx="125730" cy="252095"/>
            </a:xfrm>
            <a:custGeom>
              <a:avLst/>
              <a:gdLst/>
              <a:ahLst/>
              <a:cxnLst/>
              <a:rect l="l" t="t" r="r" b="b"/>
              <a:pathLst>
                <a:path w="125729" h="252095">
                  <a:moveTo>
                    <a:pt x="125713" y="0"/>
                  </a:moveTo>
                  <a:lnTo>
                    <a:pt x="0" y="0"/>
                  </a:lnTo>
                  <a:lnTo>
                    <a:pt x="0" y="251782"/>
                  </a:lnTo>
                  <a:lnTo>
                    <a:pt x="125713" y="251782"/>
                  </a:lnTo>
                  <a:lnTo>
                    <a:pt x="125713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 descr=""/>
            <p:cNvSpPr/>
            <p:nvPr/>
          </p:nvSpPr>
          <p:spPr>
            <a:xfrm>
              <a:off x="6602425" y="3405815"/>
              <a:ext cx="81280" cy="196215"/>
            </a:xfrm>
            <a:custGeom>
              <a:avLst/>
              <a:gdLst/>
              <a:ahLst/>
              <a:cxnLst/>
              <a:rect l="l" t="t" r="r" b="b"/>
              <a:pathLst>
                <a:path w="81279" h="196214">
                  <a:moveTo>
                    <a:pt x="16040" y="0"/>
                  </a:moveTo>
                  <a:lnTo>
                    <a:pt x="0" y="0"/>
                  </a:lnTo>
                  <a:lnTo>
                    <a:pt x="0" y="77470"/>
                  </a:lnTo>
                  <a:lnTo>
                    <a:pt x="16040" y="77470"/>
                  </a:lnTo>
                  <a:lnTo>
                    <a:pt x="16040" y="0"/>
                  </a:lnTo>
                  <a:close/>
                </a:path>
                <a:path w="81279" h="196214">
                  <a:moveTo>
                    <a:pt x="48628" y="110058"/>
                  </a:moveTo>
                  <a:lnTo>
                    <a:pt x="32588" y="110058"/>
                  </a:lnTo>
                  <a:lnTo>
                    <a:pt x="32588" y="195795"/>
                  </a:lnTo>
                  <a:lnTo>
                    <a:pt x="48628" y="195795"/>
                  </a:lnTo>
                  <a:lnTo>
                    <a:pt x="48628" y="110058"/>
                  </a:lnTo>
                  <a:close/>
                </a:path>
                <a:path w="81279" h="196214">
                  <a:moveTo>
                    <a:pt x="48628" y="0"/>
                  </a:moveTo>
                  <a:lnTo>
                    <a:pt x="32588" y="0"/>
                  </a:lnTo>
                  <a:lnTo>
                    <a:pt x="32588" y="85737"/>
                  </a:lnTo>
                  <a:lnTo>
                    <a:pt x="48628" y="85737"/>
                  </a:lnTo>
                  <a:lnTo>
                    <a:pt x="48628" y="0"/>
                  </a:lnTo>
                  <a:close/>
                </a:path>
                <a:path w="81279" h="196214">
                  <a:moveTo>
                    <a:pt x="81203" y="110058"/>
                  </a:moveTo>
                  <a:lnTo>
                    <a:pt x="65163" y="110058"/>
                  </a:lnTo>
                  <a:lnTo>
                    <a:pt x="65163" y="195795"/>
                  </a:lnTo>
                  <a:lnTo>
                    <a:pt x="81203" y="195795"/>
                  </a:lnTo>
                  <a:lnTo>
                    <a:pt x="81203" y="110058"/>
                  </a:lnTo>
                  <a:close/>
                </a:path>
                <a:path w="81279" h="196214">
                  <a:moveTo>
                    <a:pt x="81203" y="0"/>
                  </a:moveTo>
                  <a:lnTo>
                    <a:pt x="65163" y="0"/>
                  </a:lnTo>
                  <a:lnTo>
                    <a:pt x="65163" y="85737"/>
                  </a:lnTo>
                  <a:lnTo>
                    <a:pt x="81203" y="85737"/>
                  </a:lnTo>
                  <a:lnTo>
                    <a:pt x="81203" y="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9" name="object 149" descr=""/>
          <p:cNvGrpSpPr/>
          <p:nvPr/>
        </p:nvGrpSpPr>
        <p:grpSpPr>
          <a:xfrm>
            <a:off x="7176023" y="3200148"/>
            <a:ext cx="127000" cy="401955"/>
            <a:chOff x="7176023" y="3200148"/>
            <a:chExt cx="127000" cy="401955"/>
          </a:xfrm>
        </p:grpSpPr>
        <p:sp>
          <p:nvSpPr>
            <p:cNvPr id="150" name="object 150" descr=""/>
            <p:cNvSpPr/>
            <p:nvPr/>
          </p:nvSpPr>
          <p:spPr>
            <a:xfrm>
              <a:off x="7198360" y="3405815"/>
              <a:ext cx="81280" cy="196215"/>
            </a:xfrm>
            <a:custGeom>
              <a:avLst/>
              <a:gdLst/>
              <a:ahLst/>
              <a:cxnLst/>
              <a:rect l="l" t="t" r="r" b="b"/>
              <a:pathLst>
                <a:path w="81279" h="196214">
                  <a:moveTo>
                    <a:pt x="16027" y="110058"/>
                  </a:moveTo>
                  <a:lnTo>
                    <a:pt x="0" y="110058"/>
                  </a:lnTo>
                  <a:lnTo>
                    <a:pt x="0" y="195795"/>
                  </a:lnTo>
                  <a:lnTo>
                    <a:pt x="16027" y="195795"/>
                  </a:lnTo>
                  <a:lnTo>
                    <a:pt x="16027" y="110058"/>
                  </a:lnTo>
                  <a:close/>
                </a:path>
                <a:path w="81279" h="196214">
                  <a:moveTo>
                    <a:pt x="16027" y="0"/>
                  </a:moveTo>
                  <a:lnTo>
                    <a:pt x="0" y="0"/>
                  </a:lnTo>
                  <a:lnTo>
                    <a:pt x="0" y="85737"/>
                  </a:lnTo>
                  <a:lnTo>
                    <a:pt x="16027" y="85737"/>
                  </a:lnTo>
                  <a:lnTo>
                    <a:pt x="16027" y="0"/>
                  </a:lnTo>
                  <a:close/>
                </a:path>
                <a:path w="81279" h="196214">
                  <a:moveTo>
                    <a:pt x="48628" y="110058"/>
                  </a:moveTo>
                  <a:lnTo>
                    <a:pt x="32600" y="110058"/>
                  </a:lnTo>
                  <a:lnTo>
                    <a:pt x="32600" y="195795"/>
                  </a:lnTo>
                  <a:lnTo>
                    <a:pt x="48628" y="195795"/>
                  </a:lnTo>
                  <a:lnTo>
                    <a:pt x="48628" y="110058"/>
                  </a:lnTo>
                  <a:close/>
                </a:path>
                <a:path w="81279" h="196214">
                  <a:moveTo>
                    <a:pt x="48628" y="0"/>
                  </a:moveTo>
                  <a:lnTo>
                    <a:pt x="32600" y="0"/>
                  </a:lnTo>
                  <a:lnTo>
                    <a:pt x="32600" y="85737"/>
                  </a:lnTo>
                  <a:lnTo>
                    <a:pt x="48628" y="85737"/>
                  </a:lnTo>
                  <a:lnTo>
                    <a:pt x="48628" y="0"/>
                  </a:lnTo>
                  <a:close/>
                </a:path>
                <a:path w="81279" h="196214">
                  <a:moveTo>
                    <a:pt x="81203" y="0"/>
                  </a:moveTo>
                  <a:lnTo>
                    <a:pt x="65176" y="0"/>
                  </a:lnTo>
                  <a:lnTo>
                    <a:pt x="65176" y="77470"/>
                  </a:lnTo>
                  <a:lnTo>
                    <a:pt x="81203" y="77470"/>
                  </a:lnTo>
                  <a:lnTo>
                    <a:pt x="81203" y="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 descr=""/>
            <p:cNvSpPr/>
            <p:nvPr/>
          </p:nvSpPr>
          <p:spPr>
            <a:xfrm>
              <a:off x="7176116" y="3284413"/>
              <a:ext cx="127000" cy="99695"/>
            </a:xfrm>
            <a:custGeom>
              <a:avLst/>
              <a:gdLst/>
              <a:ahLst/>
              <a:cxnLst/>
              <a:rect l="l" t="t" r="r" b="b"/>
              <a:pathLst>
                <a:path w="127000" h="99695">
                  <a:moveTo>
                    <a:pt x="126697" y="0"/>
                  </a:moveTo>
                  <a:lnTo>
                    <a:pt x="0" y="0"/>
                  </a:lnTo>
                  <a:lnTo>
                    <a:pt x="0" y="99536"/>
                  </a:lnTo>
                  <a:lnTo>
                    <a:pt x="126697" y="99536"/>
                  </a:lnTo>
                  <a:lnTo>
                    <a:pt x="126697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 descr=""/>
            <p:cNvSpPr/>
            <p:nvPr/>
          </p:nvSpPr>
          <p:spPr>
            <a:xfrm>
              <a:off x="7176116" y="3281586"/>
              <a:ext cx="127000" cy="3175"/>
            </a:xfrm>
            <a:custGeom>
              <a:avLst/>
              <a:gdLst/>
              <a:ahLst/>
              <a:cxnLst/>
              <a:rect l="l" t="t" r="r" b="b"/>
              <a:pathLst>
                <a:path w="127000" h="3175">
                  <a:moveTo>
                    <a:pt x="126697" y="0"/>
                  </a:moveTo>
                  <a:lnTo>
                    <a:pt x="0" y="0"/>
                  </a:lnTo>
                  <a:lnTo>
                    <a:pt x="0" y="2827"/>
                  </a:lnTo>
                  <a:lnTo>
                    <a:pt x="126697" y="2827"/>
                  </a:lnTo>
                  <a:lnTo>
                    <a:pt x="126697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 descr=""/>
            <p:cNvSpPr/>
            <p:nvPr/>
          </p:nvSpPr>
          <p:spPr>
            <a:xfrm>
              <a:off x="7176020" y="3200151"/>
              <a:ext cx="126364" cy="174625"/>
            </a:xfrm>
            <a:custGeom>
              <a:avLst/>
              <a:gdLst/>
              <a:ahLst/>
              <a:cxnLst/>
              <a:rect l="l" t="t" r="r" b="b"/>
              <a:pathLst>
                <a:path w="126365" h="174625">
                  <a:moveTo>
                    <a:pt x="28714" y="159359"/>
                  </a:moveTo>
                  <a:lnTo>
                    <a:pt x="13957" y="159359"/>
                  </a:lnTo>
                  <a:lnTo>
                    <a:pt x="13957" y="174383"/>
                  </a:lnTo>
                  <a:lnTo>
                    <a:pt x="28714" y="174383"/>
                  </a:lnTo>
                  <a:lnTo>
                    <a:pt x="28714" y="159359"/>
                  </a:lnTo>
                  <a:close/>
                </a:path>
                <a:path w="126365" h="174625">
                  <a:moveTo>
                    <a:pt x="28714" y="138226"/>
                  </a:moveTo>
                  <a:lnTo>
                    <a:pt x="13957" y="138226"/>
                  </a:lnTo>
                  <a:lnTo>
                    <a:pt x="13957" y="153250"/>
                  </a:lnTo>
                  <a:lnTo>
                    <a:pt x="28714" y="153250"/>
                  </a:lnTo>
                  <a:lnTo>
                    <a:pt x="28714" y="138226"/>
                  </a:lnTo>
                  <a:close/>
                </a:path>
                <a:path w="126365" h="174625">
                  <a:moveTo>
                    <a:pt x="28714" y="117094"/>
                  </a:moveTo>
                  <a:lnTo>
                    <a:pt x="13957" y="117094"/>
                  </a:lnTo>
                  <a:lnTo>
                    <a:pt x="13957" y="132105"/>
                  </a:lnTo>
                  <a:lnTo>
                    <a:pt x="28714" y="132105"/>
                  </a:lnTo>
                  <a:lnTo>
                    <a:pt x="28714" y="117094"/>
                  </a:lnTo>
                  <a:close/>
                </a:path>
                <a:path w="126365" h="174625">
                  <a:moveTo>
                    <a:pt x="28714" y="95961"/>
                  </a:moveTo>
                  <a:lnTo>
                    <a:pt x="13957" y="95961"/>
                  </a:lnTo>
                  <a:lnTo>
                    <a:pt x="13957" y="110972"/>
                  </a:lnTo>
                  <a:lnTo>
                    <a:pt x="28714" y="110972"/>
                  </a:lnTo>
                  <a:lnTo>
                    <a:pt x="28714" y="95961"/>
                  </a:lnTo>
                  <a:close/>
                </a:path>
                <a:path w="126365" h="174625">
                  <a:moveTo>
                    <a:pt x="79832" y="92760"/>
                  </a:moveTo>
                  <a:lnTo>
                    <a:pt x="47028" y="92760"/>
                  </a:lnTo>
                  <a:lnTo>
                    <a:pt x="47028" y="126123"/>
                  </a:lnTo>
                  <a:lnTo>
                    <a:pt x="79832" y="126123"/>
                  </a:lnTo>
                  <a:lnTo>
                    <a:pt x="79832" y="92760"/>
                  </a:lnTo>
                  <a:close/>
                </a:path>
                <a:path w="126365" h="174625">
                  <a:moveTo>
                    <a:pt x="112928" y="159359"/>
                  </a:moveTo>
                  <a:lnTo>
                    <a:pt x="98158" y="159359"/>
                  </a:lnTo>
                  <a:lnTo>
                    <a:pt x="98158" y="174383"/>
                  </a:lnTo>
                  <a:lnTo>
                    <a:pt x="112928" y="174383"/>
                  </a:lnTo>
                  <a:lnTo>
                    <a:pt x="112928" y="159359"/>
                  </a:lnTo>
                  <a:close/>
                </a:path>
                <a:path w="126365" h="174625">
                  <a:moveTo>
                    <a:pt x="112928" y="138226"/>
                  </a:moveTo>
                  <a:lnTo>
                    <a:pt x="98158" y="138226"/>
                  </a:lnTo>
                  <a:lnTo>
                    <a:pt x="98158" y="153250"/>
                  </a:lnTo>
                  <a:lnTo>
                    <a:pt x="112928" y="153250"/>
                  </a:lnTo>
                  <a:lnTo>
                    <a:pt x="112928" y="138226"/>
                  </a:lnTo>
                  <a:close/>
                </a:path>
                <a:path w="126365" h="174625">
                  <a:moveTo>
                    <a:pt x="112928" y="117094"/>
                  </a:moveTo>
                  <a:lnTo>
                    <a:pt x="98158" y="117094"/>
                  </a:lnTo>
                  <a:lnTo>
                    <a:pt x="98158" y="132105"/>
                  </a:lnTo>
                  <a:lnTo>
                    <a:pt x="112928" y="132105"/>
                  </a:lnTo>
                  <a:lnTo>
                    <a:pt x="112928" y="117094"/>
                  </a:lnTo>
                  <a:close/>
                </a:path>
                <a:path w="126365" h="174625">
                  <a:moveTo>
                    <a:pt x="112928" y="95961"/>
                  </a:moveTo>
                  <a:lnTo>
                    <a:pt x="98158" y="95961"/>
                  </a:lnTo>
                  <a:lnTo>
                    <a:pt x="98158" y="110972"/>
                  </a:lnTo>
                  <a:lnTo>
                    <a:pt x="112928" y="110972"/>
                  </a:lnTo>
                  <a:lnTo>
                    <a:pt x="112928" y="95961"/>
                  </a:lnTo>
                  <a:close/>
                </a:path>
                <a:path w="126365" h="174625">
                  <a:moveTo>
                    <a:pt x="125971" y="81445"/>
                  </a:moveTo>
                  <a:lnTo>
                    <a:pt x="115430" y="44653"/>
                  </a:lnTo>
                  <a:lnTo>
                    <a:pt x="97434" y="20637"/>
                  </a:lnTo>
                  <a:lnTo>
                    <a:pt x="78359" y="6896"/>
                  </a:lnTo>
                  <a:lnTo>
                    <a:pt x="64554" y="927"/>
                  </a:lnTo>
                  <a:lnTo>
                    <a:pt x="64554" y="431"/>
                  </a:lnTo>
                  <a:lnTo>
                    <a:pt x="64554" y="0"/>
                  </a:lnTo>
                  <a:lnTo>
                    <a:pt x="63995" y="139"/>
                  </a:lnTo>
                  <a:lnTo>
                    <a:pt x="62992" y="431"/>
                  </a:lnTo>
                  <a:lnTo>
                    <a:pt x="61976" y="139"/>
                  </a:lnTo>
                  <a:lnTo>
                    <a:pt x="61404" y="0"/>
                  </a:lnTo>
                  <a:lnTo>
                    <a:pt x="61404" y="927"/>
                  </a:lnTo>
                  <a:lnTo>
                    <a:pt x="47612" y="6896"/>
                  </a:lnTo>
                  <a:lnTo>
                    <a:pt x="28536" y="20637"/>
                  </a:lnTo>
                  <a:lnTo>
                    <a:pt x="10541" y="44653"/>
                  </a:lnTo>
                  <a:lnTo>
                    <a:pt x="0" y="81445"/>
                  </a:lnTo>
                  <a:lnTo>
                    <a:pt x="125971" y="81445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4" name="object 154" descr=""/>
          <p:cNvGrpSpPr/>
          <p:nvPr/>
        </p:nvGrpSpPr>
        <p:grpSpPr>
          <a:xfrm>
            <a:off x="6439542" y="3027753"/>
            <a:ext cx="1005840" cy="2689860"/>
            <a:chOff x="6439542" y="3027753"/>
            <a:chExt cx="1005840" cy="2689860"/>
          </a:xfrm>
        </p:grpSpPr>
        <p:sp>
          <p:nvSpPr>
            <p:cNvPr id="155" name="object 155" descr=""/>
            <p:cNvSpPr/>
            <p:nvPr/>
          </p:nvSpPr>
          <p:spPr>
            <a:xfrm>
              <a:off x="6581810" y="3284413"/>
              <a:ext cx="127000" cy="99695"/>
            </a:xfrm>
            <a:custGeom>
              <a:avLst/>
              <a:gdLst/>
              <a:ahLst/>
              <a:cxnLst/>
              <a:rect l="l" t="t" r="r" b="b"/>
              <a:pathLst>
                <a:path w="127000" h="99695">
                  <a:moveTo>
                    <a:pt x="126697" y="0"/>
                  </a:moveTo>
                  <a:lnTo>
                    <a:pt x="0" y="0"/>
                  </a:lnTo>
                  <a:lnTo>
                    <a:pt x="0" y="99536"/>
                  </a:lnTo>
                  <a:lnTo>
                    <a:pt x="126697" y="99536"/>
                  </a:lnTo>
                  <a:lnTo>
                    <a:pt x="126697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 descr=""/>
            <p:cNvSpPr/>
            <p:nvPr/>
          </p:nvSpPr>
          <p:spPr>
            <a:xfrm>
              <a:off x="6581810" y="3281586"/>
              <a:ext cx="127000" cy="3175"/>
            </a:xfrm>
            <a:custGeom>
              <a:avLst/>
              <a:gdLst/>
              <a:ahLst/>
              <a:cxnLst/>
              <a:rect l="l" t="t" r="r" b="b"/>
              <a:pathLst>
                <a:path w="127000" h="3175">
                  <a:moveTo>
                    <a:pt x="126697" y="0"/>
                  </a:moveTo>
                  <a:lnTo>
                    <a:pt x="0" y="0"/>
                  </a:lnTo>
                  <a:lnTo>
                    <a:pt x="0" y="2827"/>
                  </a:lnTo>
                  <a:lnTo>
                    <a:pt x="126697" y="2827"/>
                  </a:lnTo>
                  <a:lnTo>
                    <a:pt x="126697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 descr=""/>
            <p:cNvSpPr/>
            <p:nvPr/>
          </p:nvSpPr>
          <p:spPr>
            <a:xfrm>
              <a:off x="6581711" y="3200152"/>
              <a:ext cx="126364" cy="174625"/>
            </a:xfrm>
            <a:custGeom>
              <a:avLst/>
              <a:gdLst/>
              <a:ahLst/>
              <a:cxnLst/>
              <a:rect l="l" t="t" r="r" b="b"/>
              <a:pathLst>
                <a:path w="126365" h="174625">
                  <a:moveTo>
                    <a:pt x="28727" y="159359"/>
                  </a:moveTo>
                  <a:lnTo>
                    <a:pt x="13970" y="159359"/>
                  </a:lnTo>
                  <a:lnTo>
                    <a:pt x="13970" y="174383"/>
                  </a:lnTo>
                  <a:lnTo>
                    <a:pt x="28727" y="174383"/>
                  </a:lnTo>
                  <a:lnTo>
                    <a:pt x="28727" y="159359"/>
                  </a:lnTo>
                  <a:close/>
                </a:path>
                <a:path w="126365" h="174625">
                  <a:moveTo>
                    <a:pt x="28727" y="138226"/>
                  </a:moveTo>
                  <a:lnTo>
                    <a:pt x="13970" y="138226"/>
                  </a:lnTo>
                  <a:lnTo>
                    <a:pt x="13970" y="153250"/>
                  </a:lnTo>
                  <a:lnTo>
                    <a:pt x="28727" y="153250"/>
                  </a:lnTo>
                  <a:lnTo>
                    <a:pt x="28727" y="138226"/>
                  </a:lnTo>
                  <a:close/>
                </a:path>
                <a:path w="126365" h="174625">
                  <a:moveTo>
                    <a:pt x="28727" y="117094"/>
                  </a:moveTo>
                  <a:lnTo>
                    <a:pt x="13970" y="117094"/>
                  </a:lnTo>
                  <a:lnTo>
                    <a:pt x="13970" y="132105"/>
                  </a:lnTo>
                  <a:lnTo>
                    <a:pt x="28727" y="132105"/>
                  </a:lnTo>
                  <a:lnTo>
                    <a:pt x="28727" y="117094"/>
                  </a:lnTo>
                  <a:close/>
                </a:path>
                <a:path w="126365" h="174625">
                  <a:moveTo>
                    <a:pt x="28727" y="95961"/>
                  </a:moveTo>
                  <a:lnTo>
                    <a:pt x="13970" y="95961"/>
                  </a:lnTo>
                  <a:lnTo>
                    <a:pt x="13970" y="110972"/>
                  </a:lnTo>
                  <a:lnTo>
                    <a:pt x="28727" y="110972"/>
                  </a:lnTo>
                  <a:lnTo>
                    <a:pt x="28727" y="95961"/>
                  </a:lnTo>
                  <a:close/>
                </a:path>
                <a:path w="126365" h="174625">
                  <a:moveTo>
                    <a:pt x="79844" y="92760"/>
                  </a:moveTo>
                  <a:lnTo>
                    <a:pt x="47028" y="92760"/>
                  </a:lnTo>
                  <a:lnTo>
                    <a:pt x="47028" y="126123"/>
                  </a:lnTo>
                  <a:lnTo>
                    <a:pt x="79844" y="126123"/>
                  </a:lnTo>
                  <a:lnTo>
                    <a:pt x="79844" y="92760"/>
                  </a:lnTo>
                  <a:close/>
                </a:path>
                <a:path w="126365" h="174625">
                  <a:moveTo>
                    <a:pt x="112928" y="159359"/>
                  </a:moveTo>
                  <a:lnTo>
                    <a:pt x="98158" y="159359"/>
                  </a:lnTo>
                  <a:lnTo>
                    <a:pt x="98158" y="174383"/>
                  </a:lnTo>
                  <a:lnTo>
                    <a:pt x="112928" y="174383"/>
                  </a:lnTo>
                  <a:lnTo>
                    <a:pt x="112928" y="159359"/>
                  </a:lnTo>
                  <a:close/>
                </a:path>
                <a:path w="126365" h="174625">
                  <a:moveTo>
                    <a:pt x="112928" y="138226"/>
                  </a:moveTo>
                  <a:lnTo>
                    <a:pt x="98158" y="138226"/>
                  </a:lnTo>
                  <a:lnTo>
                    <a:pt x="98158" y="153250"/>
                  </a:lnTo>
                  <a:lnTo>
                    <a:pt x="112928" y="153250"/>
                  </a:lnTo>
                  <a:lnTo>
                    <a:pt x="112928" y="138226"/>
                  </a:lnTo>
                  <a:close/>
                </a:path>
                <a:path w="126365" h="174625">
                  <a:moveTo>
                    <a:pt x="112928" y="117094"/>
                  </a:moveTo>
                  <a:lnTo>
                    <a:pt x="98158" y="117094"/>
                  </a:lnTo>
                  <a:lnTo>
                    <a:pt x="98158" y="132105"/>
                  </a:lnTo>
                  <a:lnTo>
                    <a:pt x="112928" y="132105"/>
                  </a:lnTo>
                  <a:lnTo>
                    <a:pt x="112928" y="117094"/>
                  </a:lnTo>
                  <a:close/>
                </a:path>
                <a:path w="126365" h="174625">
                  <a:moveTo>
                    <a:pt x="112928" y="95961"/>
                  </a:moveTo>
                  <a:lnTo>
                    <a:pt x="98158" y="95961"/>
                  </a:lnTo>
                  <a:lnTo>
                    <a:pt x="98158" y="110972"/>
                  </a:lnTo>
                  <a:lnTo>
                    <a:pt x="112928" y="110972"/>
                  </a:lnTo>
                  <a:lnTo>
                    <a:pt x="112928" y="95961"/>
                  </a:lnTo>
                  <a:close/>
                </a:path>
                <a:path w="126365" h="174625">
                  <a:moveTo>
                    <a:pt x="125984" y="81445"/>
                  </a:moveTo>
                  <a:lnTo>
                    <a:pt x="115443" y="44653"/>
                  </a:lnTo>
                  <a:lnTo>
                    <a:pt x="97447" y="20637"/>
                  </a:lnTo>
                  <a:lnTo>
                    <a:pt x="78371" y="6896"/>
                  </a:lnTo>
                  <a:lnTo>
                    <a:pt x="64566" y="927"/>
                  </a:lnTo>
                  <a:lnTo>
                    <a:pt x="64566" y="431"/>
                  </a:lnTo>
                  <a:lnTo>
                    <a:pt x="64566" y="0"/>
                  </a:lnTo>
                  <a:lnTo>
                    <a:pt x="63995" y="139"/>
                  </a:lnTo>
                  <a:lnTo>
                    <a:pt x="62992" y="431"/>
                  </a:lnTo>
                  <a:lnTo>
                    <a:pt x="61988" y="139"/>
                  </a:lnTo>
                  <a:lnTo>
                    <a:pt x="61404" y="0"/>
                  </a:lnTo>
                  <a:lnTo>
                    <a:pt x="61404" y="927"/>
                  </a:lnTo>
                  <a:lnTo>
                    <a:pt x="47612" y="6896"/>
                  </a:lnTo>
                  <a:lnTo>
                    <a:pt x="28536" y="20637"/>
                  </a:lnTo>
                  <a:lnTo>
                    <a:pt x="10541" y="44653"/>
                  </a:lnTo>
                  <a:lnTo>
                    <a:pt x="0" y="81445"/>
                  </a:lnTo>
                  <a:lnTo>
                    <a:pt x="125984" y="81445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 descr=""/>
            <p:cNvSpPr/>
            <p:nvPr/>
          </p:nvSpPr>
          <p:spPr>
            <a:xfrm>
              <a:off x="6738266" y="3299103"/>
              <a:ext cx="408305" cy="320675"/>
            </a:xfrm>
            <a:custGeom>
              <a:avLst/>
              <a:gdLst/>
              <a:ahLst/>
              <a:cxnLst/>
              <a:rect l="l" t="t" r="r" b="b"/>
              <a:pathLst>
                <a:path w="408304" h="320675">
                  <a:moveTo>
                    <a:pt x="407998" y="0"/>
                  </a:moveTo>
                  <a:lnTo>
                    <a:pt x="0" y="0"/>
                  </a:lnTo>
                  <a:lnTo>
                    <a:pt x="0" y="320524"/>
                  </a:lnTo>
                  <a:lnTo>
                    <a:pt x="407998" y="320524"/>
                  </a:lnTo>
                  <a:lnTo>
                    <a:pt x="407998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 descr=""/>
            <p:cNvSpPr/>
            <p:nvPr/>
          </p:nvSpPr>
          <p:spPr>
            <a:xfrm>
              <a:off x="6738266" y="3289994"/>
              <a:ext cx="408305" cy="9525"/>
            </a:xfrm>
            <a:custGeom>
              <a:avLst/>
              <a:gdLst/>
              <a:ahLst/>
              <a:cxnLst/>
              <a:rect l="l" t="t" r="r" b="b"/>
              <a:pathLst>
                <a:path w="408304" h="9525">
                  <a:moveTo>
                    <a:pt x="407998" y="0"/>
                  </a:moveTo>
                  <a:lnTo>
                    <a:pt x="0" y="0"/>
                  </a:lnTo>
                  <a:lnTo>
                    <a:pt x="0" y="9109"/>
                  </a:lnTo>
                  <a:lnTo>
                    <a:pt x="407998" y="9109"/>
                  </a:lnTo>
                  <a:lnTo>
                    <a:pt x="407998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 descr=""/>
            <p:cNvSpPr/>
            <p:nvPr/>
          </p:nvSpPr>
          <p:spPr>
            <a:xfrm>
              <a:off x="6630302" y="3619645"/>
              <a:ext cx="623570" cy="2097405"/>
            </a:xfrm>
            <a:custGeom>
              <a:avLst/>
              <a:gdLst/>
              <a:ahLst/>
              <a:cxnLst/>
              <a:rect l="l" t="t" r="r" b="b"/>
              <a:pathLst>
                <a:path w="623570" h="2097404">
                  <a:moveTo>
                    <a:pt x="107670" y="0"/>
                  </a:moveTo>
                  <a:lnTo>
                    <a:pt x="0" y="0"/>
                  </a:lnTo>
                  <a:lnTo>
                    <a:pt x="0" y="2097354"/>
                  </a:lnTo>
                  <a:lnTo>
                    <a:pt x="107670" y="2097354"/>
                  </a:lnTo>
                  <a:lnTo>
                    <a:pt x="107670" y="0"/>
                  </a:lnTo>
                  <a:close/>
                </a:path>
                <a:path w="623570" h="2097404">
                  <a:moveTo>
                    <a:pt x="623341" y="0"/>
                  </a:moveTo>
                  <a:lnTo>
                    <a:pt x="515670" y="0"/>
                  </a:lnTo>
                  <a:lnTo>
                    <a:pt x="515670" y="2097354"/>
                  </a:lnTo>
                  <a:lnTo>
                    <a:pt x="623341" y="2097354"/>
                  </a:lnTo>
                  <a:lnTo>
                    <a:pt x="623341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 descr=""/>
            <p:cNvSpPr/>
            <p:nvPr/>
          </p:nvSpPr>
          <p:spPr>
            <a:xfrm>
              <a:off x="6675615" y="3635292"/>
              <a:ext cx="532765" cy="2064385"/>
            </a:xfrm>
            <a:custGeom>
              <a:avLst/>
              <a:gdLst/>
              <a:ahLst/>
              <a:cxnLst/>
              <a:rect l="l" t="t" r="r" b="b"/>
              <a:pathLst>
                <a:path w="532765" h="2064385">
                  <a:moveTo>
                    <a:pt x="20053" y="2009457"/>
                  </a:moveTo>
                  <a:lnTo>
                    <a:pt x="0" y="2009457"/>
                  </a:lnTo>
                  <a:lnTo>
                    <a:pt x="0" y="2064105"/>
                  </a:lnTo>
                  <a:lnTo>
                    <a:pt x="20053" y="2064105"/>
                  </a:lnTo>
                  <a:lnTo>
                    <a:pt x="20053" y="2009457"/>
                  </a:lnTo>
                  <a:close/>
                </a:path>
                <a:path w="532765" h="2064385">
                  <a:moveTo>
                    <a:pt x="20053" y="1922106"/>
                  </a:moveTo>
                  <a:lnTo>
                    <a:pt x="0" y="1922106"/>
                  </a:lnTo>
                  <a:lnTo>
                    <a:pt x="0" y="1976742"/>
                  </a:lnTo>
                  <a:lnTo>
                    <a:pt x="20053" y="1976742"/>
                  </a:lnTo>
                  <a:lnTo>
                    <a:pt x="20053" y="1922106"/>
                  </a:lnTo>
                  <a:close/>
                </a:path>
                <a:path w="532765" h="2064385">
                  <a:moveTo>
                    <a:pt x="20053" y="1834730"/>
                  </a:moveTo>
                  <a:lnTo>
                    <a:pt x="0" y="1834730"/>
                  </a:lnTo>
                  <a:lnTo>
                    <a:pt x="0" y="1889366"/>
                  </a:lnTo>
                  <a:lnTo>
                    <a:pt x="20053" y="1889366"/>
                  </a:lnTo>
                  <a:lnTo>
                    <a:pt x="20053" y="1834730"/>
                  </a:lnTo>
                  <a:close/>
                </a:path>
                <a:path w="532765" h="2064385">
                  <a:moveTo>
                    <a:pt x="20053" y="1747367"/>
                  </a:moveTo>
                  <a:lnTo>
                    <a:pt x="0" y="1747367"/>
                  </a:lnTo>
                  <a:lnTo>
                    <a:pt x="0" y="1802003"/>
                  </a:lnTo>
                  <a:lnTo>
                    <a:pt x="20053" y="1802003"/>
                  </a:lnTo>
                  <a:lnTo>
                    <a:pt x="20053" y="1747367"/>
                  </a:lnTo>
                  <a:close/>
                </a:path>
                <a:path w="532765" h="2064385">
                  <a:moveTo>
                    <a:pt x="20053" y="1659991"/>
                  </a:moveTo>
                  <a:lnTo>
                    <a:pt x="0" y="1659991"/>
                  </a:lnTo>
                  <a:lnTo>
                    <a:pt x="0" y="1714627"/>
                  </a:lnTo>
                  <a:lnTo>
                    <a:pt x="20053" y="1714627"/>
                  </a:lnTo>
                  <a:lnTo>
                    <a:pt x="20053" y="1659991"/>
                  </a:lnTo>
                  <a:close/>
                </a:path>
                <a:path w="532765" h="2064385">
                  <a:moveTo>
                    <a:pt x="20053" y="1572628"/>
                  </a:moveTo>
                  <a:lnTo>
                    <a:pt x="0" y="1572628"/>
                  </a:lnTo>
                  <a:lnTo>
                    <a:pt x="0" y="1627263"/>
                  </a:lnTo>
                  <a:lnTo>
                    <a:pt x="20053" y="1627263"/>
                  </a:lnTo>
                  <a:lnTo>
                    <a:pt x="20053" y="1572628"/>
                  </a:lnTo>
                  <a:close/>
                </a:path>
                <a:path w="532765" h="2064385">
                  <a:moveTo>
                    <a:pt x="20053" y="1485265"/>
                  </a:moveTo>
                  <a:lnTo>
                    <a:pt x="0" y="1485265"/>
                  </a:lnTo>
                  <a:lnTo>
                    <a:pt x="0" y="1539900"/>
                  </a:lnTo>
                  <a:lnTo>
                    <a:pt x="20053" y="1539900"/>
                  </a:lnTo>
                  <a:lnTo>
                    <a:pt x="20053" y="1485265"/>
                  </a:lnTo>
                  <a:close/>
                </a:path>
                <a:path w="532765" h="2064385">
                  <a:moveTo>
                    <a:pt x="20053" y="1397876"/>
                  </a:moveTo>
                  <a:lnTo>
                    <a:pt x="0" y="1397876"/>
                  </a:lnTo>
                  <a:lnTo>
                    <a:pt x="0" y="1452511"/>
                  </a:lnTo>
                  <a:lnTo>
                    <a:pt x="20053" y="1452511"/>
                  </a:lnTo>
                  <a:lnTo>
                    <a:pt x="20053" y="1397876"/>
                  </a:lnTo>
                  <a:close/>
                </a:path>
                <a:path w="532765" h="2064385">
                  <a:moveTo>
                    <a:pt x="20053" y="1310525"/>
                  </a:moveTo>
                  <a:lnTo>
                    <a:pt x="0" y="1310525"/>
                  </a:lnTo>
                  <a:lnTo>
                    <a:pt x="0" y="1365161"/>
                  </a:lnTo>
                  <a:lnTo>
                    <a:pt x="20053" y="1365161"/>
                  </a:lnTo>
                  <a:lnTo>
                    <a:pt x="20053" y="1310525"/>
                  </a:lnTo>
                  <a:close/>
                </a:path>
                <a:path w="532765" h="2064385">
                  <a:moveTo>
                    <a:pt x="20053" y="1223149"/>
                  </a:moveTo>
                  <a:lnTo>
                    <a:pt x="0" y="1223149"/>
                  </a:lnTo>
                  <a:lnTo>
                    <a:pt x="0" y="1277785"/>
                  </a:lnTo>
                  <a:lnTo>
                    <a:pt x="20053" y="1277785"/>
                  </a:lnTo>
                  <a:lnTo>
                    <a:pt x="20053" y="1223149"/>
                  </a:lnTo>
                  <a:close/>
                </a:path>
                <a:path w="532765" h="2064385">
                  <a:moveTo>
                    <a:pt x="20053" y="1135786"/>
                  </a:moveTo>
                  <a:lnTo>
                    <a:pt x="0" y="1135786"/>
                  </a:lnTo>
                  <a:lnTo>
                    <a:pt x="0" y="1190421"/>
                  </a:lnTo>
                  <a:lnTo>
                    <a:pt x="20053" y="1190421"/>
                  </a:lnTo>
                  <a:lnTo>
                    <a:pt x="20053" y="1135786"/>
                  </a:lnTo>
                  <a:close/>
                </a:path>
                <a:path w="532765" h="2064385">
                  <a:moveTo>
                    <a:pt x="20053" y="1048410"/>
                  </a:moveTo>
                  <a:lnTo>
                    <a:pt x="0" y="1048410"/>
                  </a:lnTo>
                  <a:lnTo>
                    <a:pt x="0" y="1103045"/>
                  </a:lnTo>
                  <a:lnTo>
                    <a:pt x="20053" y="1103045"/>
                  </a:lnTo>
                  <a:lnTo>
                    <a:pt x="20053" y="1048410"/>
                  </a:lnTo>
                  <a:close/>
                </a:path>
                <a:path w="532765" h="2064385">
                  <a:moveTo>
                    <a:pt x="20053" y="961047"/>
                  </a:moveTo>
                  <a:lnTo>
                    <a:pt x="0" y="961047"/>
                  </a:lnTo>
                  <a:lnTo>
                    <a:pt x="0" y="1015682"/>
                  </a:lnTo>
                  <a:lnTo>
                    <a:pt x="20053" y="1015682"/>
                  </a:lnTo>
                  <a:lnTo>
                    <a:pt x="20053" y="961047"/>
                  </a:lnTo>
                  <a:close/>
                </a:path>
                <a:path w="532765" h="2064385">
                  <a:moveTo>
                    <a:pt x="20053" y="873671"/>
                  </a:moveTo>
                  <a:lnTo>
                    <a:pt x="0" y="873671"/>
                  </a:lnTo>
                  <a:lnTo>
                    <a:pt x="0" y="928319"/>
                  </a:lnTo>
                  <a:lnTo>
                    <a:pt x="20053" y="928319"/>
                  </a:lnTo>
                  <a:lnTo>
                    <a:pt x="20053" y="873671"/>
                  </a:lnTo>
                  <a:close/>
                </a:path>
                <a:path w="532765" h="2064385">
                  <a:moveTo>
                    <a:pt x="20053" y="786307"/>
                  </a:moveTo>
                  <a:lnTo>
                    <a:pt x="0" y="786307"/>
                  </a:lnTo>
                  <a:lnTo>
                    <a:pt x="0" y="840943"/>
                  </a:lnTo>
                  <a:lnTo>
                    <a:pt x="20053" y="840943"/>
                  </a:lnTo>
                  <a:lnTo>
                    <a:pt x="20053" y="786307"/>
                  </a:lnTo>
                  <a:close/>
                </a:path>
                <a:path w="532765" h="2064385">
                  <a:moveTo>
                    <a:pt x="20053" y="698931"/>
                  </a:moveTo>
                  <a:lnTo>
                    <a:pt x="0" y="698931"/>
                  </a:lnTo>
                  <a:lnTo>
                    <a:pt x="0" y="753579"/>
                  </a:lnTo>
                  <a:lnTo>
                    <a:pt x="20053" y="753579"/>
                  </a:lnTo>
                  <a:lnTo>
                    <a:pt x="20053" y="698931"/>
                  </a:lnTo>
                  <a:close/>
                </a:path>
                <a:path w="532765" h="2064385">
                  <a:moveTo>
                    <a:pt x="20053" y="611581"/>
                  </a:moveTo>
                  <a:lnTo>
                    <a:pt x="0" y="611581"/>
                  </a:lnTo>
                  <a:lnTo>
                    <a:pt x="0" y="666216"/>
                  </a:lnTo>
                  <a:lnTo>
                    <a:pt x="20053" y="666216"/>
                  </a:lnTo>
                  <a:lnTo>
                    <a:pt x="20053" y="611581"/>
                  </a:lnTo>
                  <a:close/>
                </a:path>
                <a:path w="532765" h="2064385">
                  <a:moveTo>
                    <a:pt x="20053" y="524205"/>
                  </a:moveTo>
                  <a:lnTo>
                    <a:pt x="0" y="524205"/>
                  </a:lnTo>
                  <a:lnTo>
                    <a:pt x="0" y="578840"/>
                  </a:lnTo>
                  <a:lnTo>
                    <a:pt x="20053" y="578840"/>
                  </a:lnTo>
                  <a:lnTo>
                    <a:pt x="20053" y="524205"/>
                  </a:lnTo>
                  <a:close/>
                </a:path>
                <a:path w="532765" h="2064385">
                  <a:moveTo>
                    <a:pt x="20053" y="436829"/>
                  </a:moveTo>
                  <a:lnTo>
                    <a:pt x="0" y="436829"/>
                  </a:lnTo>
                  <a:lnTo>
                    <a:pt x="0" y="491464"/>
                  </a:lnTo>
                  <a:lnTo>
                    <a:pt x="20053" y="491464"/>
                  </a:lnTo>
                  <a:lnTo>
                    <a:pt x="20053" y="436829"/>
                  </a:lnTo>
                  <a:close/>
                </a:path>
                <a:path w="532765" h="2064385">
                  <a:moveTo>
                    <a:pt x="20053" y="349465"/>
                  </a:moveTo>
                  <a:lnTo>
                    <a:pt x="0" y="349465"/>
                  </a:lnTo>
                  <a:lnTo>
                    <a:pt x="0" y="404114"/>
                  </a:lnTo>
                  <a:lnTo>
                    <a:pt x="20053" y="404114"/>
                  </a:lnTo>
                  <a:lnTo>
                    <a:pt x="20053" y="349465"/>
                  </a:lnTo>
                  <a:close/>
                </a:path>
                <a:path w="532765" h="2064385">
                  <a:moveTo>
                    <a:pt x="20053" y="262089"/>
                  </a:moveTo>
                  <a:lnTo>
                    <a:pt x="0" y="262089"/>
                  </a:lnTo>
                  <a:lnTo>
                    <a:pt x="0" y="316725"/>
                  </a:lnTo>
                  <a:lnTo>
                    <a:pt x="20053" y="316725"/>
                  </a:lnTo>
                  <a:lnTo>
                    <a:pt x="20053" y="262089"/>
                  </a:lnTo>
                  <a:close/>
                </a:path>
                <a:path w="532765" h="2064385">
                  <a:moveTo>
                    <a:pt x="20053" y="174739"/>
                  </a:moveTo>
                  <a:lnTo>
                    <a:pt x="0" y="174739"/>
                  </a:lnTo>
                  <a:lnTo>
                    <a:pt x="0" y="229374"/>
                  </a:lnTo>
                  <a:lnTo>
                    <a:pt x="20053" y="229374"/>
                  </a:lnTo>
                  <a:lnTo>
                    <a:pt x="20053" y="174739"/>
                  </a:lnTo>
                  <a:close/>
                </a:path>
                <a:path w="532765" h="2064385">
                  <a:moveTo>
                    <a:pt x="20053" y="87350"/>
                  </a:moveTo>
                  <a:lnTo>
                    <a:pt x="0" y="87350"/>
                  </a:lnTo>
                  <a:lnTo>
                    <a:pt x="0" y="141986"/>
                  </a:lnTo>
                  <a:lnTo>
                    <a:pt x="20053" y="141986"/>
                  </a:lnTo>
                  <a:lnTo>
                    <a:pt x="20053" y="87350"/>
                  </a:lnTo>
                  <a:close/>
                </a:path>
                <a:path w="532765" h="2064385">
                  <a:moveTo>
                    <a:pt x="20053" y="0"/>
                  </a:moveTo>
                  <a:lnTo>
                    <a:pt x="0" y="0"/>
                  </a:lnTo>
                  <a:lnTo>
                    <a:pt x="0" y="54635"/>
                  </a:lnTo>
                  <a:lnTo>
                    <a:pt x="20053" y="54635"/>
                  </a:lnTo>
                  <a:lnTo>
                    <a:pt x="20053" y="0"/>
                  </a:lnTo>
                  <a:close/>
                </a:path>
                <a:path w="532765" h="2064385">
                  <a:moveTo>
                    <a:pt x="532726" y="2009457"/>
                  </a:moveTo>
                  <a:lnTo>
                    <a:pt x="512660" y="2009457"/>
                  </a:lnTo>
                  <a:lnTo>
                    <a:pt x="512660" y="2064105"/>
                  </a:lnTo>
                  <a:lnTo>
                    <a:pt x="532726" y="2064105"/>
                  </a:lnTo>
                  <a:lnTo>
                    <a:pt x="532726" y="2009457"/>
                  </a:lnTo>
                  <a:close/>
                </a:path>
                <a:path w="532765" h="2064385">
                  <a:moveTo>
                    <a:pt x="532726" y="1922106"/>
                  </a:moveTo>
                  <a:lnTo>
                    <a:pt x="512660" y="1922106"/>
                  </a:lnTo>
                  <a:lnTo>
                    <a:pt x="512660" y="1976742"/>
                  </a:lnTo>
                  <a:lnTo>
                    <a:pt x="532726" y="1976742"/>
                  </a:lnTo>
                  <a:lnTo>
                    <a:pt x="532726" y="1922106"/>
                  </a:lnTo>
                  <a:close/>
                </a:path>
                <a:path w="532765" h="2064385">
                  <a:moveTo>
                    <a:pt x="532726" y="1834730"/>
                  </a:moveTo>
                  <a:lnTo>
                    <a:pt x="512660" y="1834730"/>
                  </a:lnTo>
                  <a:lnTo>
                    <a:pt x="512660" y="1889366"/>
                  </a:lnTo>
                  <a:lnTo>
                    <a:pt x="532726" y="1889366"/>
                  </a:lnTo>
                  <a:lnTo>
                    <a:pt x="532726" y="1834730"/>
                  </a:lnTo>
                  <a:close/>
                </a:path>
                <a:path w="532765" h="2064385">
                  <a:moveTo>
                    <a:pt x="532726" y="1747367"/>
                  </a:moveTo>
                  <a:lnTo>
                    <a:pt x="512660" y="1747367"/>
                  </a:lnTo>
                  <a:lnTo>
                    <a:pt x="512660" y="1802003"/>
                  </a:lnTo>
                  <a:lnTo>
                    <a:pt x="532726" y="1802003"/>
                  </a:lnTo>
                  <a:lnTo>
                    <a:pt x="532726" y="1747367"/>
                  </a:lnTo>
                  <a:close/>
                </a:path>
                <a:path w="532765" h="2064385">
                  <a:moveTo>
                    <a:pt x="532726" y="1659991"/>
                  </a:moveTo>
                  <a:lnTo>
                    <a:pt x="512660" y="1659991"/>
                  </a:lnTo>
                  <a:lnTo>
                    <a:pt x="512660" y="1714627"/>
                  </a:lnTo>
                  <a:lnTo>
                    <a:pt x="532726" y="1714627"/>
                  </a:lnTo>
                  <a:lnTo>
                    <a:pt x="532726" y="1659991"/>
                  </a:lnTo>
                  <a:close/>
                </a:path>
                <a:path w="532765" h="2064385">
                  <a:moveTo>
                    <a:pt x="532726" y="1572628"/>
                  </a:moveTo>
                  <a:lnTo>
                    <a:pt x="512660" y="1572628"/>
                  </a:lnTo>
                  <a:lnTo>
                    <a:pt x="512660" y="1627263"/>
                  </a:lnTo>
                  <a:lnTo>
                    <a:pt x="532726" y="1627263"/>
                  </a:lnTo>
                  <a:lnTo>
                    <a:pt x="532726" y="1572628"/>
                  </a:lnTo>
                  <a:close/>
                </a:path>
                <a:path w="532765" h="2064385">
                  <a:moveTo>
                    <a:pt x="532726" y="1485265"/>
                  </a:moveTo>
                  <a:lnTo>
                    <a:pt x="512660" y="1485265"/>
                  </a:lnTo>
                  <a:lnTo>
                    <a:pt x="512660" y="1539900"/>
                  </a:lnTo>
                  <a:lnTo>
                    <a:pt x="532726" y="1539900"/>
                  </a:lnTo>
                  <a:lnTo>
                    <a:pt x="532726" y="1485265"/>
                  </a:lnTo>
                  <a:close/>
                </a:path>
                <a:path w="532765" h="2064385">
                  <a:moveTo>
                    <a:pt x="532726" y="1397876"/>
                  </a:moveTo>
                  <a:lnTo>
                    <a:pt x="512660" y="1397876"/>
                  </a:lnTo>
                  <a:lnTo>
                    <a:pt x="512660" y="1452511"/>
                  </a:lnTo>
                  <a:lnTo>
                    <a:pt x="532726" y="1452511"/>
                  </a:lnTo>
                  <a:lnTo>
                    <a:pt x="532726" y="1397876"/>
                  </a:lnTo>
                  <a:close/>
                </a:path>
                <a:path w="532765" h="2064385">
                  <a:moveTo>
                    <a:pt x="532726" y="1310525"/>
                  </a:moveTo>
                  <a:lnTo>
                    <a:pt x="512660" y="1310525"/>
                  </a:lnTo>
                  <a:lnTo>
                    <a:pt x="512660" y="1365161"/>
                  </a:lnTo>
                  <a:lnTo>
                    <a:pt x="532726" y="1365161"/>
                  </a:lnTo>
                  <a:lnTo>
                    <a:pt x="532726" y="1310525"/>
                  </a:lnTo>
                  <a:close/>
                </a:path>
                <a:path w="532765" h="2064385">
                  <a:moveTo>
                    <a:pt x="532726" y="1223149"/>
                  </a:moveTo>
                  <a:lnTo>
                    <a:pt x="512660" y="1223149"/>
                  </a:lnTo>
                  <a:lnTo>
                    <a:pt x="512660" y="1277785"/>
                  </a:lnTo>
                  <a:lnTo>
                    <a:pt x="532726" y="1277785"/>
                  </a:lnTo>
                  <a:lnTo>
                    <a:pt x="532726" y="1223149"/>
                  </a:lnTo>
                  <a:close/>
                </a:path>
                <a:path w="532765" h="2064385">
                  <a:moveTo>
                    <a:pt x="532726" y="1135786"/>
                  </a:moveTo>
                  <a:lnTo>
                    <a:pt x="512660" y="1135786"/>
                  </a:lnTo>
                  <a:lnTo>
                    <a:pt x="512660" y="1190421"/>
                  </a:lnTo>
                  <a:lnTo>
                    <a:pt x="532726" y="1190421"/>
                  </a:lnTo>
                  <a:lnTo>
                    <a:pt x="532726" y="1135786"/>
                  </a:lnTo>
                  <a:close/>
                </a:path>
                <a:path w="532765" h="2064385">
                  <a:moveTo>
                    <a:pt x="532726" y="1048410"/>
                  </a:moveTo>
                  <a:lnTo>
                    <a:pt x="512660" y="1048410"/>
                  </a:lnTo>
                  <a:lnTo>
                    <a:pt x="512660" y="1103045"/>
                  </a:lnTo>
                  <a:lnTo>
                    <a:pt x="532726" y="1103045"/>
                  </a:lnTo>
                  <a:lnTo>
                    <a:pt x="532726" y="1048410"/>
                  </a:lnTo>
                  <a:close/>
                </a:path>
                <a:path w="532765" h="2064385">
                  <a:moveTo>
                    <a:pt x="532726" y="961047"/>
                  </a:moveTo>
                  <a:lnTo>
                    <a:pt x="512660" y="961047"/>
                  </a:lnTo>
                  <a:lnTo>
                    <a:pt x="512660" y="1015682"/>
                  </a:lnTo>
                  <a:lnTo>
                    <a:pt x="532726" y="1015682"/>
                  </a:lnTo>
                  <a:lnTo>
                    <a:pt x="532726" y="961047"/>
                  </a:lnTo>
                  <a:close/>
                </a:path>
                <a:path w="532765" h="2064385">
                  <a:moveTo>
                    <a:pt x="532726" y="873671"/>
                  </a:moveTo>
                  <a:lnTo>
                    <a:pt x="512660" y="873671"/>
                  </a:lnTo>
                  <a:lnTo>
                    <a:pt x="512660" y="928319"/>
                  </a:lnTo>
                  <a:lnTo>
                    <a:pt x="532726" y="928319"/>
                  </a:lnTo>
                  <a:lnTo>
                    <a:pt x="532726" y="873671"/>
                  </a:lnTo>
                  <a:close/>
                </a:path>
                <a:path w="532765" h="2064385">
                  <a:moveTo>
                    <a:pt x="532726" y="786307"/>
                  </a:moveTo>
                  <a:lnTo>
                    <a:pt x="512660" y="786307"/>
                  </a:lnTo>
                  <a:lnTo>
                    <a:pt x="512660" y="840943"/>
                  </a:lnTo>
                  <a:lnTo>
                    <a:pt x="532726" y="840943"/>
                  </a:lnTo>
                  <a:lnTo>
                    <a:pt x="532726" y="786307"/>
                  </a:lnTo>
                  <a:close/>
                </a:path>
                <a:path w="532765" h="2064385">
                  <a:moveTo>
                    <a:pt x="532726" y="698931"/>
                  </a:moveTo>
                  <a:lnTo>
                    <a:pt x="512660" y="698931"/>
                  </a:lnTo>
                  <a:lnTo>
                    <a:pt x="512660" y="753579"/>
                  </a:lnTo>
                  <a:lnTo>
                    <a:pt x="532726" y="753579"/>
                  </a:lnTo>
                  <a:lnTo>
                    <a:pt x="532726" y="698931"/>
                  </a:lnTo>
                  <a:close/>
                </a:path>
                <a:path w="532765" h="2064385">
                  <a:moveTo>
                    <a:pt x="532726" y="611581"/>
                  </a:moveTo>
                  <a:lnTo>
                    <a:pt x="512660" y="611581"/>
                  </a:lnTo>
                  <a:lnTo>
                    <a:pt x="512660" y="666216"/>
                  </a:lnTo>
                  <a:lnTo>
                    <a:pt x="532726" y="666216"/>
                  </a:lnTo>
                  <a:lnTo>
                    <a:pt x="532726" y="611581"/>
                  </a:lnTo>
                  <a:close/>
                </a:path>
                <a:path w="532765" h="2064385">
                  <a:moveTo>
                    <a:pt x="532726" y="524205"/>
                  </a:moveTo>
                  <a:lnTo>
                    <a:pt x="512660" y="524205"/>
                  </a:lnTo>
                  <a:lnTo>
                    <a:pt x="512660" y="578840"/>
                  </a:lnTo>
                  <a:lnTo>
                    <a:pt x="532726" y="578840"/>
                  </a:lnTo>
                  <a:lnTo>
                    <a:pt x="532726" y="524205"/>
                  </a:lnTo>
                  <a:close/>
                </a:path>
                <a:path w="532765" h="2064385">
                  <a:moveTo>
                    <a:pt x="532726" y="436829"/>
                  </a:moveTo>
                  <a:lnTo>
                    <a:pt x="512660" y="436829"/>
                  </a:lnTo>
                  <a:lnTo>
                    <a:pt x="512660" y="491464"/>
                  </a:lnTo>
                  <a:lnTo>
                    <a:pt x="532726" y="491464"/>
                  </a:lnTo>
                  <a:lnTo>
                    <a:pt x="532726" y="436829"/>
                  </a:lnTo>
                  <a:close/>
                </a:path>
                <a:path w="532765" h="2064385">
                  <a:moveTo>
                    <a:pt x="532726" y="349465"/>
                  </a:moveTo>
                  <a:lnTo>
                    <a:pt x="512660" y="349465"/>
                  </a:lnTo>
                  <a:lnTo>
                    <a:pt x="512660" y="404114"/>
                  </a:lnTo>
                  <a:lnTo>
                    <a:pt x="532726" y="404114"/>
                  </a:lnTo>
                  <a:lnTo>
                    <a:pt x="532726" y="349465"/>
                  </a:lnTo>
                  <a:close/>
                </a:path>
                <a:path w="532765" h="2064385">
                  <a:moveTo>
                    <a:pt x="532726" y="262089"/>
                  </a:moveTo>
                  <a:lnTo>
                    <a:pt x="512660" y="262089"/>
                  </a:lnTo>
                  <a:lnTo>
                    <a:pt x="512660" y="316725"/>
                  </a:lnTo>
                  <a:lnTo>
                    <a:pt x="532726" y="316725"/>
                  </a:lnTo>
                  <a:lnTo>
                    <a:pt x="532726" y="262089"/>
                  </a:lnTo>
                  <a:close/>
                </a:path>
                <a:path w="532765" h="2064385">
                  <a:moveTo>
                    <a:pt x="532726" y="174739"/>
                  </a:moveTo>
                  <a:lnTo>
                    <a:pt x="512660" y="174739"/>
                  </a:lnTo>
                  <a:lnTo>
                    <a:pt x="512660" y="229374"/>
                  </a:lnTo>
                  <a:lnTo>
                    <a:pt x="532726" y="229374"/>
                  </a:lnTo>
                  <a:lnTo>
                    <a:pt x="532726" y="174739"/>
                  </a:lnTo>
                  <a:close/>
                </a:path>
                <a:path w="532765" h="2064385">
                  <a:moveTo>
                    <a:pt x="532726" y="87350"/>
                  </a:moveTo>
                  <a:lnTo>
                    <a:pt x="512660" y="87350"/>
                  </a:lnTo>
                  <a:lnTo>
                    <a:pt x="512660" y="141986"/>
                  </a:lnTo>
                  <a:lnTo>
                    <a:pt x="532726" y="141986"/>
                  </a:lnTo>
                  <a:lnTo>
                    <a:pt x="532726" y="87350"/>
                  </a:lnTo>
                  <a:close/>
                </a:path>
                <a:path w="532765" h="2064385">
                  <a:moveTo>
                    <a:pt x="532726" y="0"/>
                  </a:moveTo>
                  <a:lnTo>
                    <a:pt x="512660" y="0"/>
                  </a:lnTo>
                  <a:lnTo>
                    <a:pt x="512660" y="54635"/>
                  </a:lnTo>
                  <a:lnTo>
                    <a:pt x="532726" y="54635"/>
                  </a:lnTo>
                  <a:lnTo>
                    <a:pt x="532726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 descr=""/>
            <p:cNvSpPr/>
            <p:nvPr/>
          </p:nvSpPr>
          <p:spPr>
            <a:xfrm>
              <a:off x="6737972" y="3619633"/>
              <a:ext cx="408305" cy="1501140"/>
            </a:xfrm>
            <a:custGeom>
              <a:avLst/>
              <a:gdLst/>
              <a:ahLst/>
              <a:cxnLst/>
              <a:rect l="l" t="t" r="r" b="b"/>
              <a:pathLst>
                <a:path w="408304" h="1501139">
                  <a:moveTo>
                    <a:pt x="408000" y="0"/>
                  </a:moveTo>
                  <a:lnTo>
                    <a:pt x="0" y="0"/>
                  </a:lnTo>
                  <a:lnTo>
                    <a:pt x="0" y="277749"/>
                  </a:lnTo>
                  <a:lnTo>
                    <a:pt x="0" y="960970"/>
                  </a:lnTo>
                  <a:lnTo>
                    <a:pt x="0" y="1500632"/>
                  </a:lnTo>
                  <a:lnTo>
                    <a:pt x="408000" y="1500632"/>
                  </a:lnTo>
                  <a:lnTo>
                    <a:pt x="408000" y="960970"/>
                  </a:lnTo>
                  <a:lnTo>
                    <a:pt x="408000" y="277749"/>
                  </a:lnTo>
                  <a:lnTo>
                    <a:pt x="408000" y="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 descr=""/>
            <p:cNvSpPr/>
            <p:nvPr/>
          </p:nvSpPr>
          <p:spPr>
            <a:xfrm>
              <a:off x="6737972" y="3619633"/>
              <a:ext cx="408305" cy="1440815"/>
            </a:xfrm>
            <a:custGeom>
              <a:avLst/>
              <a:gdLst/>
              <a:ahLst/>
              <a:cxnLst/>
              <a:rect l="l" t="t" r="r" b="b"/>
              <a:pathLst>
                <a:path w="408304" h="1440814">
                  <a:moveTo>
                    <a:pt x="98983" y="1424749"/>
                  </a:moveTo>
                  <a:lnTo>
                    <a:pt x="0" y="1424749"/>
                  </a:lnTo>
                  <a:lnTo>
                    <a:pt x="0" y="1440548"/>
                  </a:lnTo>
                  <a:lnTo>
                    <a:pt x="98983" y="1440548"/>
                  </a:lnTo>
                  <a:lnTo>
                    <a:pt x="98983" y="1424749"/>
                  </a:lnTo>
                  <a:close/>
                </a:path>
                <a:path w="408304" h="1440814">
                  <a:moveTo>
                    <a:pt x="98983" y="1345590"/>
                  </a:moveTo>
                  <a:lnTo>
                    <a:pt x="0" y="1345590"/>
                  </a:lnTo>
                  <a:lnTo>
                    <a:pt x="0" y="1361389"/>
                  </a:lnTo>
                  <a:lnTo>
                    <a:pt x="98983" y="1361389"/>
                  </a:lnTo>
                  <a:lnTo>
                    <a:pt x="98983" y="1345590"/>
                  </a:lnTo>
                  <a:close/>
                </a:path>
                <a:path w="408304" h="1440814">
                  <a:moveTo>
                    <a:pt x="98983" y="1266444"/>
                  </a:moveTo>
                  <a:lnTo>
                    <a:pt x="0" y="1266444"/>
                  </a:lnTo>
                  <a:lnTo>
                    <a:pt x="0" y="1282230"/>
                  </a:lnTo>
                  <a:lnTo>
                    <a:pt x="98983" y="1282230"/>
                  </a:lnTo>
                  <a:lnTo>
                    <a:pt x="98983" y="1266444"/>
                  </a:lnTo>
                  <a:close/>
                </a:path>
                <a:path w="408304" h="1440814">
                  <a:moveTo>
                    <a:pt x="98983" y="1187297"/>
                  </a:moveTo>
                  <a:lnTo>
                    <a:pt x="0" y="1187297"/>
                  </a:lnTo>
                  <a:lnTo>
                    <a:pt x="0" y="1203071"/>
                  </a:lnTo>
                  <a:lnTo>
                    <a:pt x="98983" y="1203071"/>
                  </a:lnTo>
                  <a:lnTo>
                    <a:pt x="98983" y="1187297"/>
                  </a:lnTo>
                  <a:close/>
                </a:path>
                <a:path w="408304" h="1440814">
                  <a:moveTo>
                    <a:pt x="98983" y="1108138"/>
                  </a:moveTo>
                  <a:lnTo>
                    <a:pt x="0" y="1108138"/>
                  </a:lnTo>
                  <a:lnTo>
                    <a:pt x="0" y="1123924"/>
                  </a:lnTo>
                  <a:lnTo>
                    <a:pt x="98983" y="1123924"/>
                  </a:lnTo>
                  <a:lnTo>
                    <a:pt x="98983" y="1108138"/>
                  </a:lnTo>
                  <a:close/>
                </a:path>
                <a:path w="408304" h="1440814">
                  <a:moveTo>
                    <a:pt x="98983" y="1028979"/>
                  </a:moveTo>
                  <a:lnTo>
                    <a:pt x="0" y="1028979"/>
                  </a:lnTo>
                  <a:lnTo>
                    <a:pt x="0" y="1044778"/>
                  </a:lnTo>
                  <a:lnTo>
                    <a:pt x="98983" y="1044778"/>
                  </a:lnTo>
                  <a:lnTo>
                    <a:pt x="98983" y="1028979"/>
                  </a:lnTo>
                  <a:close/>
                </a:path>
                <a:path w="408304" h="1440814">
                  <a:moveTo>
                    <a:pt x="137223" y="870686"/>
                  </a:moveTo>
                  <a:lnTo>
                    <a:pt x="0" y="870686"/>
                  </a:lnTo>
                  <a:lnTo>
                    <a:pt x="0" y="886460"/>
                  </a:lnTo>
                  <a:lnTo>
                    <a:pt x="137223" y="886460"/>
                  </a:lnTo>
                  <a:lnTo>
                    <a:pt x="137223" y="870686"/>
                  </a:lnTo>
                  <a:close/>
                </a:path>
                <a:path w="408304" h="1440814">
                  <a:moveTo>
                    <a:pt x="137223" y="791527"/>
                  </a:moveTo>
                  <a:lnTo>
                    <a:pt x="0" y="791527"/>
                  </a:lnTo>
                  <a:lnTo>
                    <a:pt x="0" y="807313"/>
                  </a:lnTo>
                  <a:lnTo>
                    <a:pt x="137223" y="807313"/>
                  </a:lnTo>
                  <a:lnTo>
                    <a:pt x="137223" y="791527"/>
                  </a:lnTo>
                  <a:close/>
                </a:path>
                <a:path w="408304" h="1440814">
                  <a:moveTo>
                    <a:pt x="137223" y="712381"/>
                  </a:moveTo>
                  <a:lnTo>
                    <a:pt x="0" y="712381"/>
                  </a:lnTo>
                  <a:lnTo>
                    <a:pt x="0" y="728167"/>
                  </a:lnTo>
                  <a:lnTo>
                    <a:pt x="137223" y="728167"/>
                  </a:lnTo>
                  <a:lnTo>
                    <a:pt x="137223" y="712381"/>
                  </a:lnTo>
                  <a:close/>
                </a:path>
                <a:path w="408304" h="1440814">
                  <a:moveTo>
                    <a:pt x="137223" y="633222"/>
                  </a:moveTo>
                  <a:lnTo>
                    <a:pt x="0" y="633222"/>
                  </a:lnTo>
                  <a:lnTo>
                    <a:pt x="0" y="649020"/>
                  </a:lnTo>
                  <a:lnTo>
                    <a:pt x="137223" y="649020"/>
                  </a:lnTo>
                  <a:lnTo>
                    <a:pt x="137223" y="633222"/>
                  </a:lnTo>
                  <a:close/>
                </a:path>
                <a:path w="408304" h="1440814">
                  <a:moveTo>
                    <a:pt x="137223" y="554075"/>
                  </a:moveTo>
                  <a:lnTo>
                    <a:pt x="0" y="554075"/>
                  </a:lnTo>
                  <a:lnTo>
                    <a:pt x="0" y="569861"/>
                  </a:lnTo>
                  <a:lnTo>
                    <a:pt x="137223" y="569861"/>
                  </a:lnTo>
                  <a:lnTo>
                    <a:pt x="137223" y="554075"/>
                  </a:lnTo>
                  <a:close/>
                </a:path>
                <a:path w="408304" h="1440814">
                  <a:moveTo>
                    <a:pt x="137223" y="474916"/>
                  </a:moveTo>
                  <a:lnTo>
                    <a:pt x="0" y="474916"/>
                  </a:lnTo>
                  <a:lnTo>
                    <a:pt x="0" y="490702"/>
                  </a:lnTo>
                  <a:lnTo>
                    <a:pt x="137223" y="490702"/>
                  </a:lnTo>
                  <a:lnTo>
                    <a:pt x="137223" y="474916"/>
                  </a:lnTo>
                  <a:close/>
                </a:path>
                <a:path w="408304" h="1440814">
                  <a:moveTo>
                    <a:pt x="137223" y="395757"/>
                  </a:moveTo>
                  <a:lnTo>
                    <a:pt x="0" y="395757"/>
                  </a:lnTo>
                  <a:lnTo>
                    <a:pt x="0" y="411543"/>
                  </a:lnTo>
                  <a:lnTo>
                    <a:pt x="137223" y="411543"/>
                  </a:lnTo>
                  <a:lnTo>
                    <a:pt x="137223" y="395757"/>
                  </a:lnTo>
                  <a:close/>
                </a:path>
                <a:path w="408304" h="1440814">
                  <a:moveTo>
                    <a:pt x="167741" y="237464"/>
                  </a:moveTo>
                  <a:lnTo>
                    <a:pt x="0" y="237464"/>
                  </a:lnTo>
                  <a:lnTo>
                    <a:pt x="0" y="253238"/>
                  </a:lnTo>
                  <a:lnTo>
                    <a:pt x="167741" y="253238"/>
                  </a:lnTo>
                  <a:lnTo>
                    <a:pt x="167741" y="237464"/>
                  </a:lnTo>
                  <a:close/>
                </a:path>
                <a:path w="408304" h="1440814">
                  <a:moveTo>
                    <a:pt x="167741" y="158305"/>
                  </a:moveTo>
                  <a:lnTo>
                    <a:pt x="0" y="158305"/>
                  </a:lnTo>
                  <a:lnTo>
                    <a:pt x="0" y="174104"/>
                  </a:lnTo>
                  <a:lnTo>
                    <a:pt x="167741" y="174104"/>
                  </a:lnTo>
                  <a:lnTo>
                    <a:pt x="167741" y="158305"/>
                  </a:lnTo>
                  <a:close/>
                </a:path>
                <a:path w="408304" h="1440814">
                  <a:moveTo>
                    <a:pt x="167741" y="79146"/>
                  </a:moveTo>
                  <a:lnTo>
                    <a:pt x="0" y="79146"/>
                  </a:lnTo>
                  <a:lnTo>
                    <a:pt x="0" y="94945"/>
                  </a:lnTo>
                  <a:lnTo>
                    <a:pt x="167741" y="94945"/>
                  </a:lnTo>
                  <a:lnTo>
                    <a:pt x="167741" y="79146"/>
                  </a:lnTo>
                  <a:close/>
                </a:path>
                <a:path w="408304" h="1440814">
                  <a:moveTo>
                    <a:pt x="167741" y="0"/>
                  </a:moveTo>
                  <a:lnTo>
                    <a:pt x="0" y="0"/>
                  </a:lnTo>
                  <a:lnTo>
                    <a:pt x="0" y="15786"/>
                  </a:lnTo>
                  <a:lnTo>
                    <a:pt x="167741" y="15786"/>
                  </a:lnTo>
                  <a:lnTo>
                    <a:pt x="167741" y="0"/>
                  </a:lnTo>
                  <a:close/>
                </a:path>
                <a:path w="408304" h="1440814">
                  <a:moveTo>
                    <a:pt x="408000" y="1424749"/>
                  </a:moveTo>
                  <a:lnTo>
                    <a:pt x="309016" y="1424749"/>
                  </a:lnTo>
                  <a:lnTo>
                    <a:pt x="309016" y="1440548"/>
                  </a:lnTo>
                  <a:lnTo>
                    <a:pt x="408000" y="1440548"/>
                  </a:lnTo>
                  <a:lnTo>
                    <a:pt x="408000" y="1424749"/>
                  </a:lnTo>
                  <a:close/>
                </a:path>
                <a:path w="408304" h="1440814">
                  <a:moveTo>
                    <a:pt x="408000" y="1345590"/>
                  </a:moveTo>
                  <a:lnTo>
                    <a:pt x="309016" y="1345590"/>
                  </a:lnTo>
                  <a:lnTo>
                    <a:pt x="309016" y="1361389"/>
                  </a:lnTo>
                  <a:lnTo>
                    <a:pt x="408000" y="1361389"/>
                  </a:lnTo>
                  <a:lnTo>
                    <a:pt x="408000" y="1345590"/>
                  </a:lnTo>
                  <a:close/>
                </a:path>
                <a:path w="408304" h="1440814">
                  <a:moveTo>
                    <a:pt x="408000" y="1266444"/>
                  </a:moveTo>
                  <a:lnTo>
                    <a:pt x="309016" y="1266444"/>
                  </a:lnTo>
                  <a:lnTo>
                    <a:pt x="309016" y="1282230"/>
                  </a:lnTo>
                  <a:lnTo>
                    <a:pt x="408000" y="1282230"/>
                  </a:lnTo>
                  <a:lnTo>
                    <a:pt x="408000" y="1266444"/>
                  </a:lnTo>
                  <a:close/>
                </a:path>
                <a:path w="408304" h="1440814">
                  <a:moveTo>
                    <a:pt x="408000" y="1187297"/>
                  </a:moveTo>
                  <a:lnTo>
                    <a:pt x="309016" y="1187297"/>
                  </a:lnTo>
                  <a:lnTo>
                    <a:pt x="309016" y="1203071"/>
                  </a:lnTo>
                  <a:lnTo>
                    <a:pt x="408000" y="1203071"/>
                  </a:lnTo>
                  <a:lnTo>
                    <a:pt x="408000" y="1187297"/>
                  </a:lnTo>
                  <a:close/>
                </a:path>
                <a:path w="408304" h="1440814">
                  <a:moveTo>
                    <a:pt x="408000" y="1108138"/>
                  </a:moveTo>
                  <a:lnTo>
                    <a:pt x="309016" y="1108138"/>
                  </a:lnTo>
                  <a:lnTo>
                    <a:pt x="309016" y="1123924"/>
                  </a:lnTo>
                  <a:lnTo>
                    <a:pt x="408000" y="1123924"/>
                  </a:lnTo>
                  <a:lnTo>
                    <a:pt x="408000" y="1108138"/>
                  </a:lnTo>
                  <a:close/>
                </a:path>
                <a:path w="408304" h="1440814">
                  <a:moveTo>
                    <a:pt x="408000" y="1028979"/>
                  </a:moveTo>
                  <a:lnTo>
                    <a:pt x="309016" y="1028979"/>
                  </a:lnTo>
                  <a:lnTo>
                    <a:pt x="309016" y="1044778"/>
                  </a:lnTo>
                  <a:lnTo>
                    <a:pt x="408000" y="1044778"/>
                  </a:lnTo>
                  <a:lnTo>
                    <a:pt x="408000" y="1028979"/>
                  </a:lnTo>
                  <a:close/>
                </a:path>
                <a:path w="408304" h="1440814">
                  <a:moveTo>
                    <a:pt x="408000" y="949833"/>
                  </a:moveTo>
                  <a:lnTo>
                    <a:pt x="270776" y="949833"/>
                  </a:lnTo>
                  <a:lnTo>
                    <a:pt x="270776" y="960970"/>
                  </a:lnTo>
                  <a:lnTo>
                    <a:pt x="137223" y="960970"/>
                  </a:lnTo>
                  <a:lnTo>
                    <a:pt x="137223" y="949833"/>
                  </a:lnTo>
                  <a:lnTo>
                    <a:pt x="0" y="949833"/>
                  </a:lnTo>
                  <a:lnTo>
                    <a:pt x="0" y="960970"/>
                  </a:lnTo>
                  <a:lnTo>
                    <a:pt x="0" y="965631"/>
                  </a:lnTo>
                  <a:lnTo>
                    <a:pt x="408000" y="965631"/>
                  </a:lnTo>
                  <a:lnTo>
                    <a:pt x="408000" y="960970"/>
                  </a:lnTo>
                  <a:lnTo>
                    <a:pt x="408000" y="949833"/>
                  </a:lnTo>
                  <a:close/>
                </a:path>
                <a:path w="408304" h="1440814">
                  <a:moveTo>
                    <a:pt x="408000" y="870686"/>
                  </a:moveTo>
                  <a:lnTo>
                    <a:pt x="270776" y="870686"/>
                  </a:lnTo>
                  <a:lnTo>
                    <a:pt x="270776" y="886460"/>
                  </a:lnTo>
                  <a:lnTo>
                    <a:pt x="408000" y="886460"/>
                  </a:lnTo>
                  <a:lnTo>
                    <a:pt x="408000" y="870686"/>
                  </a:lnTo>
                  <a:close/>
                </a:path>
                <a:path w="408304" h="1440814">
                  <a:moveTo>
                    <a:pt x="408000" y="791527"/>
                  </a:moveTo>
                  <a:lnTo>
                    <a:pt x="270776" y="791527"/>
                  </a:lnTo>
                  <a:lnTo>
                    <a:pt x="270776" y="807313"/>
                  </a:lnTo>
                  <a:lnTo>
                    <a:pt x="408000" y="807313"/>
                  </a:lnTo>
                  <a:lnTo>
                    <a:pt x="408000" y="791527"/>
                  </a:lnTo>
                  <a:close/>
                </a:path>
                <a:path w="408304" h="1440814">
                  <a:moveTo>
                    <a:pt x="408000" y="712381"/>
                  </a:moveTo>
                  <a:lnTo>
                    <a:pt x="270776" y="712381"/>
                  </a:lnTo>
                  <a:lnTo>
                    <a:pt x="270776" y="728167"/>
                  </a:lnTo>
                  <a:lnTo>
                    <a:pt x="408000" y="728167"/>
                  </a:lnTo>
                  <a:lnTo>
                    <a:pt x="408000" y="712381"/>
                  </a:lnTo>
                  <a:close/>
                </a:path>
                <a:path w="408304" h="1440814">
                  <a:moveTo>
                    <a:pt x="408000" y="633222"/>
                  </a:moveTo>
                  <a:lnTo>
                    <a:pt x="270776" y="633222"/>
                  </a:lnTo>
                  <a:lnTo>
                    <a:pt x="270776" y="649020"/>
                  </a:lnTo>
                  <a:lnTo>
                    <a:pt x="408000" y="649020"/>
                  </a:lnTo>
                  <a:lnTo>
                    <a:pt x="408000" y="633222"/>
                  </a:lnTo>
                  <a:close/>
                </a:path>
                <a:path w="408304" h="1440814">
                  <a:moveTo>
                    <a:pt x="408000" y="554075"/>
                  </a:moveTo>
                  <a:lnTo>
                    <a:pt x="270776" y="554075"/>
                  </a:lnTo>
                  <a:lnTo>
                    <a:pt x="270776" y="569861"/>
                  </a:lnTo>
                  <a:lnTo>
                    <a:pt x="408000" y="569861"/>
                  </a:lnTo>
                  <a:lnTo>
                    <a:pt x="408000" y="554075"/>
                  </a:lnTo>
                  <a:close/>
                </a:path>
                <a:path w="408304" h="1440814">
                  <a:moveTo>
                    <a:pt x="408000" y="474916"/>
                  </a:moveTo>
                  <a:lnTo>
                    <a:pt x="270776" y="474916"/>
                  </a:lnTo>
                  <a:lnTo>
                    <a:pt x="270776" y="490702"/>
                  </a:lnTo>
                  <a:lnTo>
                    <a:pt x="408000" y="490702"/>
                  </a:lnTo>
                  <a:lnTo>
                    <a:pt x="408000" y="474916"/>
                  </a:lnTo>
                  <a:close/>
                </a:path>
                <a:path w="408304" h="1440814">
                  <a:moveTo>
                    <a:pt x="408000" y="395757"/>
                  </a:moveTo>
                  <a:lnTo>
                    <a:pt x="270776" y="395757"/>
                  </a:lnTo>
                  <a:lnTo>
                    <a:pt x="270776" y="411543"/>
                  </a:lnTo>
                  <a:lnTo>
                    <a:pt x="408000" y="411543"/>
                  </a:lnTo>
                  <a:lnTo>
                    <a:pt x="408000" y="395757"/>
                  </a:lnTo>
                  <a:close/>
                </a:path>
                <a:path w="408304" h="1440814">
                  <a:moveTo>
                    <a:pt x="408000" y="316611"/>
                  </a:moveTo>
                  <a:lnTo>
                    <a:pt x="0" y="316611"/>
                  </a:lnTo>
                  <a:lnTo>
                    <a:pt x="0" y="332397"/>
                  </a:lnTo>
                  <a:lnTo>
                    <a:pt x="408000" y="332397"/>
                  </a:lnTo>
                  <a:lnTo>
                    <a:pt x="408000" y="316611"/>
                  </a:lnTo>
                  <a:close/>
                </a:path>
                <a:path w="408304" h="1440814">
                  <a:moveTo>
                    <a:pt x="408000" y="237464"/>
                  </a:moveTo>
                  <a:lnTo>
                    <a:pt x="240284" y="237464"/>
                  </a:lnTo>
                  <a:lnTo>
                    <a:pt x="240284" y="253238"/>
                  </a:lnTo>
                  <a:lnTo>
                    <a:pt x="408000" y="253238"/>
                  </a:lnTo>
                  <a:lnTo>
                    <a:pt x="408000" y="237464"/>
                  </a:lnTo>
                  <a:close/>
                </a:path>
                <a:path w="408304" h="1440814">
                  <a:moveTo>
                    <a:pt x="408000" y="158305"/>
                  </a:moveTo>
                  <a:lnTo>
                    <a:pt x="240284" y="158305"/>
                  </a:lnTo>
                  <a:lnTo>
                    <a:pt x="240284" y="174104"/>
                  </a:lnTo>
                  <a:lnTo>
                    <a:pt x="408000" y="174104"/>
                  </a:lnTo>
                  <a:lnTo>
                    <a:pt x="408000" y="158305"/>
                  </a:lnTo>
                  <a:close/>
                </a:path>
                <a:path w="408304" h="1440814">
                  <a:moveTo>
                    <a:pt x="408000" y="79146"/>
                  </a:moveTo>
                  <a:lnTo>
                    <a:pt x="240284" y="79146"/>
                  </a:lnTo>
                  <a:lnTo>
                    <a:pt x="240284" y="94945"/>
                  </a:lnTo>
                  <a:lnTo>
                    <a:pt x="408000" y="94945"/>
                  </a:lnTo>
                  <a:lnTo>
                    <a:pt x="408000" y="79146"/>
                  </a:lnTo>
                  <a:close/>
                </a:path>
                <a:path w="408304" h="1440814">
                  <a:moveTo>
                    <a:pt x="408000" y="0"/>
                  </a:moveTo>
                  <a:lnTo>
                    <a:pt x="240284" y="0"/>
                  </a:lnTo>
                  <a:lnTo>
                    <a:pt x="240284" y="15786"/>
                  </a:lnTo>
                  <a:lnTo>
                    <a:pt x="408000" y="15786"/>
                  </a:lnTo>
                  <a:lnTo>
                    <a:pt x="408000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 descr=""/>
            <p:cNvSpPr/>
            <p:nvPr/>
          </p:nvSpPr>
          <p:spPr>
            <a:xfrm>
              <a:off x="6737972" y="5120265"/>
              <a:ext cx="408305" cy="596900"/>
            </a:xfrm>
            <a:custGeom>
              <a:avLst/>
              <a:gdLst/>
              <a:ahLst/>
              <a:cxnLst/>
              <a:rect l="l" t="t" r="r" b="b"/>
              <a:pathLst>
                <a:path w="408304" h="596900">
                  <a:moveTo>
                    <a:pt x="98983" y="0"/>
                  </a:moveTo>
                  <a:lnTo>
                    <a:pt x="0" y="0"/>
                  </a:lnTo>
                  <a:lnTo>
                    <a:pt x="0" y="596734"/>
                  </a:lnTo>
                  <a:lnTo>
                    <a:pt x="98983" y="596734"/>
                  </a:lnTo>
                  <a:lnTo>
                    <a:pt x="98983" y="0"/>
                  </a:lnTo>
                  <a:close/>
                </a:path>
                <a:path w="408304" h="596900">
                  <a:moveTo>
                    <a:pt x="408000" y="0"/>
                  </a:moveTo>
                  <a:lnTo>
                    <a:pt x="309016" y="0"/>
                  </a:lnTo>
                  <a:lnTo>
                    <a:pt x="309016" y="596734"/>
                  </a:lnTo>
                  <a:lnTo>
                    <a:pt x="408000" y="596734"/>
                  </a:lnTo>
                  <a:lnTo>
                    <a:pt x="408000" y="0"/>
                  </a:lnTo>
                  <a:close/>
                </a:path>
              </a:pathLst>
            </a:custGeom>
            <a:solidFill>
              <a:srgbClr val="C5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 descr=""/>
            <p:cNvSpPr/>
            <p:nvPr/>
          </p:nvSpPr>
          <p:spPr>
            <a:xfrm>
              <a:off x="6836956" y="3967193"/>
              <a:ext cx="210185" cy="1750060"/>
            </a:xfrm>
            <a:custGeom>
              <a:avLst/>
              <a:gdLst/>
              <a:ahLst/>
              <a:cxnLst/>
              <a:rect l="l" t="t" r="r" b="b"/>
              <a:pathLst>
                <a:path w="210184" h="1750060">
                  <a:moveTo>
                    <a:pt x="210032" y="613410"/>
                  </a:moveTo>
                  <a:lnTo>
                    <a:pt x="171792" y="613410"/>
                  </a:lnTo>
                  <a:lnTo>
                    <a:pt x="171792" y="0"/>
                  </a:lnTo>
                  <a:lnTo>
                    <a:pt x="38239" y="0"/>
                  </a:lnTo>
                  <a:lnTo>
                    <a:pt x="38239" y="613410"/>
                  </a:lnTo>
                  <a:lnTo>
                    <a:pt x="0" y="613410"/>
                  </a:lnTo>
                  <a:lnTo>
                    <a:pt x="0" y="1750060"/>
                  </a:lnTo>
                  <a:lnTo>
                    <a:pt x="210032" y="1750060"/>
                  </a:lnTo>
                  <a:lnTo>
                    <a:pt x="210032" y="61341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 descr=""/>
            <p:cNvSpPr/>
            <p:nvPr/>
          </p:nvSpPr>
          <p:spPr>
            <a:xfrm>
              <a:off x="6905714" y="3983869"/>
              <a:ext cx="73025" cy="1715770"/>
            </a:xfrm>
            <a:custGeom>
              <a:avLst/>
              <a:gdLst/>
              <a:ahLst/>
              <a:cxnLst/>
              <a:rect l="l" t="t" r="r" b="b"/>
              <a:pathLst>
                <a:path w="73025" h="1715770">
                  <a:moveTo>
                    <a:pt x="20053" y="1660880"/>
                  </a:moveTo>
                  <a:lnTo>
                    <a:pt x="0" y="1660880"/>
                  </a:lnTo>
                  <a:lnTo>
                    <a:pt x="0" y="1715528"/>
                  </a:lnTo>
                  <a:lnTo>
                    <a:pt x="20053" y="1715528"/>
                  </a:lnTo>
                  <a:lnTo>
                    <a:pt x="20053" y="1660880"/>
                  </a:lnTo>
                  <a:close/>
                </a:path>
                <a:path w="73025" h="1715770">
                  <a:moveTo>
                    <a:pt x="20053" y="1573479"/>
                  </a:moveTo>
                  <a:lnTo>
                    <a:pt x="0" y="1573479"/>
                  </a:lnTo>
                  <a:lnTo>
                    <a:pt x="0" y="1628114"/>
                  </a:lnTo>
                  <a:lnTo>
                    <a:pt x="20053" y="1628114"/>
                  </a:lnTo>
                  <a:lnTo>
                    <a:pt x="20053" y="1573479"/>
                  </a:lnTo>
                  <a:close/>
                </a:path>
                <a:path w="73025" h="1715770">
                  <a:moveTo>
                    <a:pt x="20053" y="1486052"/>
                  </a:moveTo>
                  <a:lnTo>
                    <a:pt x="0" y="1486052"/>
                  </a:lnTo>
                  <a:lnTo>
                    <a:pt x="0" y="1540687"/>
                  </a:lnTo>
                  <a:lnTo>
                    <a:pt x="20053" y="1540687"/>
                  </a:lnTo>
                  <a:lnTo>
                    <a:pt x="20053" y="1486052"/>
                  </a:lnTo>
                  <a:close/>
                </a:path>
                <a:path w="73025" h="1715770">
                  <a:moveTo>
                    <a:pt x="20053" y="1398638"/>
                  </a:moveTo>
                  <a:lnTo>
                    <a:pt x="0" y="1398638"/>
                  </a:lnTo>
                  <a:lnTo>
                    <a:pt x="0" y="1453286"/>
                  </a:lnTo>
                  <a:lnTo>
                    <a:pt x="20053" y="1453286"/>
                  </a:lnTo>
                  <a:lnTo>
                    <a:pt x="20053" y="1398638"/>
                  </a:lnTo>
                  <a:close/>
                </a:path>
                <a:path w="73025" h="1715770">
                  <a:moveTo>
                    <a:pt x="20053" y="1311236"/>
                  </a:moveTo>
                  <a:lnTo>
                    <a:pt x="0" y="1311236"/>
                  </a:lnTo>
                  <a:lnTo>
                    <a:pt x="0" y="1365872"/>
                  </a:lnTo>
                  <a:lnTo>
                    <a:pt x="20053" y="1365872"/>
                  </a:lnTo>
                  <a:lnTo>
                    <a:pt x="20053" y="1311236"/>
                  </a:lnTo>
                  <a:close/>
                </a:path>
                <a:path w="73025" h="1715770">
                  <a:moveTo>
                    <a:pt x="20053" y="1223810"/>
                  </a:moveTo>
                  <a:lnTo>
                    <a:pt x="0" y="1223810"/>
                  </a:lnTo>
                  <a:lnTo>
                    <a:pt x="0" y="1278445"/>
                  </a:lnTo>
                  <a:lnTo>
                    <a:pt x="20053" y="1278445"/>
                  </a:lnTo>
                  <a:lnTo>
                    <a:pt x="20053" y="1223810"/>
                  </a:lnTo>
                  <a:close/>
                </a:path>
                <a:path w="73025" h="1715770">
                  <a:moveTo>
                    <a:pt x="20053" y="1136396"/>
                  </a:moveTo>
                  <a:lnTo>
                    <a:pt x="0" y="1136396"/>
                  </a:lnTo>
                  <a:lnTo>
                    <a:pt x="0" y="1191031"/>
                  </a:lnTo>
                  <a:lnTo>
                    <a:pt x="20053" y="1191031"/>
                  </a:lnTo>
                  <a:lnTo>
                    <a:pt x="20053" y="1136396"/>
                  </a:lnTo>
                  <a:close/>
                </a:path>
                <a:path w="73025" h="1715770">
                  <a:moveTo>
                    <a:pt x="20053" y="1048981"/>
                  </a:moveTo>
                  <a:lnTo>
                    <a:pt x="0" y="1048981"/>
                  </a:lnTo>
                  <a:lnTo>
                    <a:pt x="0" y="1103617"/>
                  </a:lnTo>
                  <a:lnTo>
                    <a:pt x="20053" y="1103617"/>
                  </a:lnTo>
                  <a:lnTo>
                    <a:pt x="20053" y="1048981"/>
                  </a:lnTo>
                  <a:close/>
                </a:path>
                <a:path w="73025" h="1715770">
                  <a:moveTo>
                    <a:pt x="20053" y="961567"/>
                  </a:moveTo>
                  <a:lnTo>
                    <a:pt x="0" y="961567"/>
                  </a:lnTo>
                  <a:lnTo>
                    <a:pt x="0" y="1016203"/>
                  </a:lnTo>
                  <a:lnTo>
                    <a:pt x="20053" y="1016203"/>
                  </a:lnTo>
                  <a:lnTo>
                    <a:pt x="20053" y="961567"/>
                  </a:lnTo>
                  <a:close/>
                </a:path>
                <a:path w="73025" h="1715770">
                  <a:moveTo>
                    <a:pt x="20053" y="874141"/>
                  </a:moveTo>
                  <a:lnTo>
                    <a:pt x="0" y="874141"/>
                  </a:lnTo>
                  <a:lnTo>
                    <a:pt x="0" y="928789"/>
                  </a:lnTo>
                  <a:lnTo>
                    <a:pt x="20053" y="928789"/>
                  </a:lnTo>
                  <a:lnTo>
                    <a:pt x="20053" y="874141"/>
                  </a:lnTo>
                  <a:close/>
                </a:path>
                <a:path w="73025" h="1715770">
                  <a:moveTo>
                    <a:pt x="20053" y="786739"/>
                  </a:moveTo>
                  <a:lnTo>
                    <a:pt x="0" y="786739"/>
                  </a:lnTo>
                  <a:lnTo>
                    <a:pt x="0" y="841375"/>
                  </a:lnTo>
                  <a:lnTo>
                    <a:pt x="20053" y="841375"/>
                  </a:lnTo>
                  <a:lnTo>
                    <a:pt x="20053" y="786739"/>
                  </a:lnTo>
                  <a:close/>
                </a:path>
                <a:path w="73025" h="1715770">
                  <a:moveTo>
                    <a:pt x="20053" y="699325"/>
                  </a:moveTo>
                  <a:lnTo>
                    <a:pt x="0" y="699325"/>
                  </a:lnTo>
                  <a:lnTo>
                    <a:pt x="0" y="753960"/>
                  </a:lnTo>
                  <a:lnTo>
                    <a:pt x="20053" y="753960"/>
                  </a:lnTo>
                  <a:lnTo>
                    <a:pt x="20053" y="699325"/>
                  </a:lnTo>
                  <a:close/>
                </a:path>
                <a:path w="73025" h="1715770">
                  <a:moveTo>
                    <a:pt x="20053" y="611898"/>
                  </a:moveTo>
                  <a:lnTo>
                    <a:pt x="0" y="611898"/>
                  </a:lnTo>
                  <a:lnTo>
                    <a:pt x="0" y="666534"/>
                  </a:lnTo>
                  <a:lnTo>
                    <a:pt x="20053" y="666534"/>
                  </a:lnTo>
                  <a:lnTo>
                    <a:pt x="20053" y="611898"/>
                  </a:lnTo>
                  <a:close/>
                </a:path>
                <a:path w="73025" h="1715770">
                  <a:moveTo>
                    <a:pt x="20053" y="524497"/>
                  </a:moveTo>
                  <a:lnTo>
                    <a:pt x="0" y="524497"/>
                  </a:lnTo>
                  <a:lnTo>
                    <a:pt x="0" y="579132"/>
                  </a:lnTo>
                  <a:lnTo>
                    <a:pt x="20053" y="579132"/>
                  </a:lnTo>
                  <a:lnTo>
                    <a:pt x="20053" y="524497"/>
                  </a:lnTo>
                  <a:close/>
                </a:path>
                <a:path w="73025" h="1715770">
                  <a:moveTo>
                    <a:pt x="20053" y="437070"/>
                  </a:moveTo>
                  <a:lnTo>
                    <a:pt x="0" y="437070"/>
                  </a:lnTo>
                  <a:lnTo>
                    <a:pt x="0" y="491705"/>
                  </a:lnTo>
                  <a:lnTo>
                    <a:pt x="20053" y="491705"/>
                  </a:lnTo>
                  <a:lnTo>
                    <a:pt x="20053" y="437070"/>
                  </a:lnTo>
                  <a:close/>
                </a:path>
                <a:path w="73025" h="1715770">
                  <a:moveTo>
                    <a:pt x="20053" y="349656"/>
                  </a:moveTo>
                  <a:lnTo>
                    <a:pt x="0" y="349656"/>
                  </a:lnTo>
                  <a:lnTo>
                    <a:pt x="0" y="404291"/>
                  </a:lnTo>
                  <a:lnTo>
                    <a:pt x="20053" y="404291"/>
                  </a:lnTo>
                  <a:lnTo>
                    <a:pt x="20053" y="349656"/>
                  </a:lnTo>
                  <a:close/>
                </a:path>
                <a:path w="73025" h="1715770">
                  <a:moveTo>
                    <a:pt x="20053" y="262242"/>
                  </a:moveTo>
                  <a:lnTo>
                    <a:pt x="0" y="262242"/>
                  </a:lnTo>
                  <a:lnTo>
                    <a:pt x="0" y="316890"/>
                  </a:lnTo>
                  <a:lnTo>
                    <a:pt x="20053" y="316890"/>
                  </a:lnTo>
                  <a:lnTo>
                    <a:pt x="20053" y="262242"/>
                  </a:lnTo>
                  <a:close/>
                </a:path>
                <a:path w="73025" h="1715770">
                  <a:moveTo>
                    <a:pt x="20053" y="174828"/>
                  </a:moveTo>
                  <a:lnTo>
                    <a:pt x="0" y="174828"/>
                  </a:lnTo>
                  <a:lnTo>
                    <a:pt x="0" y="229463"/>
                  </a:lnTo>
                  <a:lnTo>
                    <a:pt x="20053" y="229463"/>
                  </a:lnTo>
                  <a:lnTo>
                    <a:pt x="20053" y="174828"/>
                  </a:lnTo>
                  <a:close/>
                </a:path>
                <a:path w="73025" h="1715770">
                  <a:moveTo>
                    <a:pt x="20053" y="87414"/>
                  </a:moveTo>
                  <a:lnTo>
                    <a:pt x="0" y="87414"/>
                  </a:lnTo>
                  <a:lnTo>
                    <a:pt x="0" y="142049"/>
                  </a:lnTo>
                  <a:lnTo>
                    <a:pt x="20053" y="142049"/>
                  </a:lnTo>
                  <a:lnTo>
                    <a:pt x="20053" y="87414"/>
                  </a:lnTo>
                  <a:close/>
                </a:path>
                <a:path w="73025" h="1715770">
                  <a:moveTo>
                    <a:pt x="20053" y="0"/>
                  </a:moveTo>
                  <a:lnTo>
                    <a:pt x="0" y="0"/>
                  </a:lnTo>
                  <a:lnTo>
                    <a:pt x="0" y="54635"/>
                  </a:lnTo>
                  <a:lnTo>
                    <a:pt x="20053" y="54635"/>
                  </a:lnTo>
                  <a:lnTo>
                    <a:pt x="20053" y="0"/>
                  </a:lnTo>
                  <a:close/>
                </a:path>
                <a:path w="73025" h="1715770">
                  <a:moveTo>
                    <a:pt x="72542" y="1660880"/>
                  </a:moveTo>
                  <a:lnTo>
                    <a:pt x="52476" y="1660880"/>
                  </a:lnTo>
                  <a:lnTo>
                    <a:pt x="52476" y="1715528"/>
                  </a:lnTo>
                  <a:lnTo>
                    <a:pt x="72542" y="1715528"/>
                  </a:lnTo>
                  <a:lnTo>
                    <a:pt x="72542" y="1660880"/>
                  </a:lnTo>
                  <a:close/>
                </a:path>
                <a:path w="73025" h="1715770">
                  <a:moveTo>
                    <a:pt x="72542" y="1573479"/>
                  </a:moveTo>
                  <a:lnTo>
                    <a:pt x="52476" y="1573479"/>
                  </a:lnTo>
                  <a:lnTo>
                    <a:pt x="52476" y="1628114"/>
                  </a:lnTo>
                  <a:lnTo>
                    <a:pt x="72542" y="1628114"/>
                  </a:lnTo>
                  <a:lnTo>
                    <a:pt x="72542" y="1573479"/>
                  </a:lnTo>
                  <a:close/>
                </a:path>
                <a:path w="73025" h="1715770">
                  <a:moveTo>
                    <a:pt x="72542" y="1486052"/>
                  </a:moveTo>
                  <a:lnTo>
                    <a:pt x="52476" y="1486052"/>
                  </a:lnTo>
                  <a:lnTo>
                    <a:pt x="52476" y="1540687"/>
                  </a:lnTo>
                  <a:lnTo>
                    <a:pt x="72542" y="1540687"/>
                  </a:lnTo>
                  <a:lnTo>
                    <a:pt x="72542" y="1486052"/>
                  </a:lnTo>
                  <a:close/>
                </a:path>
                <a:path w="73025" h="1715770">
                  <a:moveTo>
                    <a:pt x="72542" y="1398638"/>
                  </a:moveTo>
                  <a:lnTo>
                    <a:pt x="52476" y="1398638"/>
                  </a:lnTo>
                  <a:lnTo>
                    <a:pt x="52476" y="1453286"/>
                  </a:lnTo>
                  <a:lnTo>
                    <a:pt x="72542" y="1453286"/>
                  </a:lnTo>
                  <a:lnTo>
                    <a:pt x="72542" y="1398638"/>
                  </a:lnTo>
                  <a:close/>
                </a:path>
                <a:path w="73025" h="1715770">
                  <a:moveTo>
                    <a:pt x="72542" y="1311236"/>
                  </a:moveTo>
                  <a:lnTo>
                    <a:pt x="52476" y="1311236"/>
                  </a:lnTo>
                  <a:lnTo>
                    <a:pt x="52476" y="1365872"/>
                  </a:lnTo>
                  <a:lnTo>
                    <a:pt x="72542" y="1365872"/>
                  </a:lnTo>
                  <a:lnTo>
                    <a:pt x="72542" y="1311236"/>
                  </a:lnTo>
                  <a:close/>
                </a:path>
                <a:path w="73025" h="1715770">
                  <a:moveTo>
                    <a:pt x="72542" y="1223810"/>
                  </a:moveTo>
                  <a:lnTo>
                    <a:pt x="52476" y="1223810"/>
                  </a:lnTo>
                  <a:lnTo>
                    <a:pt x="52476" y="1278445"/>
                  </a:lnTo>
                  <a:lnTo>
                    <a:pt x="72542" y="1278445"/>
                  </a:lnTo>
                  <a:lnTo>
                    <a:pt x="72542" y="1223810"/>
                  </a:lnTo>
                  <a:close/>
                </a:path>
                <a:path w="73025" h="1715770">
                  <a:moveTo>
                    <a:pt x="72542" y="1136396"/>
                  </a:moveTo>
                  <a:lnTo>
                    <a:pt x="52476" y="1136396"/>
                  </a:lnTo>
                  <a:lnTo>
                    <a:pt x="52476" y="1191031"/>
                  </a:lnTo>
                  <a:lnTo>
                    <a:pt x="72542" y="1191031"/>
                  </a:lnTo>
                  <a:lnTo>
                    <a:pt x="72542" y="1136396"/>
                  </a:lnTo>
                  <a:close/>
                </a:path>
                <a:path w="73025" h="1715770">
                  <a:moveTo>
                    <a:pt x="72542" y="1048981"/>
                  </a:moveTo>
                  <a:lnTo>
                    <a:pt x="52476" y="1048981"/>
                  </a:lnTo>
                  <a:lnTo>
                    <a:pt x="52476" y="1103617"/>
                  </a:lnTo>
                  <a:lnTo>
                    <a:pt x="72542" y="1103617"/>
                  </a:lnTo>
                  <a:lnTo>
                    <a:pt x="72542" y="1048981"/>
                  </a:lnTo>
                  <a:close/>
                </a:path>
                <a:path w="73025" h="1715770">
                  <a:moveTo>
                    <a:pt x="72542" y="961567"/>
                  </a:moveTo>
                  <a:lnTo>
                    <a:pt x="52476" y="961567"/>
                  </a:lnTo>
                  <a:lnTo>
                    <a:pt x="52476" y="1016203"/>
                  </a:lnTo>
                  <a:lnTo>
                    <a:pt x="72542" y="1016203"/>
                  </a:lnTo>
                  <a:lnTo>
                    <a:pt x="72542" y="961567"/>
                  </a:lnTo>
                  <a:close/>
                </a:path>
                <a:path w="73025" h="1715770">
                  <a:moveTo>
                    <a:pt x="72542" y="874141"/>
                  </a:moveTo>
                  <a:lnTo>
                    <a:pt x="52476" y="874141"/>
                  </a:lnTo>
                  <a:lnTo>
                    <a:pt x="52476" y="928789"/>
                  </a:lnTo>
                  <a:lnTo>
                    <a:pt x="72542" y="928789"/>
                  </a:lnTo>
                  <a:lnTo>
                    <a:pt x="72542" y="874141"/>
                  </a:lnTo>
                  <a:close/>
                </a:path>
                <a:path w="73025" h="1715770">
                  <a:moveTo>
                    <a:pt x="72542" y="786739"/>
                  </a:moveTo>
                  <a:lnTo>
                    <a:pt x="52476" y="786739"/>
                  </a:lnTo>
                  <a:lnTo>
                    <a:pt x="52476" y="841375"/>
                  </a:lnTo>
                  <a:lnTo>
                    <a:pt x="72542" y="841375"/>
                  </a:lnTo>
                  <a:lnTo>
                    <a:pt x="72542" y="786739"/>
                  </a:lnTo>
                  <a:close/>
                </a:path>
                <a:path w="73025" h="1715770">
                  <a:moveTo>
                    <a:pt x="72542" y="699325"/>
                  </a:moveTo>
                  <a:lnTo>
                    <a:pt x="52476" y="699325"/>
                  </a:lnTo>
                  <a:lnTo>
                    <a:pt x="52476" y="753960"/>
                  </a:lnTo>
                  <a:lnTo>
                    <a:pt x="72542" y="753960"/>
                  </a:lnTo>
                  <a:lnTo>
                    <a:pt x="72542" y="699325"/>
                  </a:lnTo>
                  <a:close/>
                </a:path>
                <a:path w="73025" h="1715770">
                  <a:moveTo>
                    <a:pt x="72542" y="611898"/>
                  </a:moveTo>
                  <a:lnTo>
                    <a:pt x="52476" y="611898"/>
                  </a:lnTo>
                  <a:lnTo>
                    <a:pt x="52476" y="666534"/>
                  </a:lnTo>
                  <a:lnTo>
                    <a:pt x="72542" y="666534"/>
                  </a:lnTo>
                  <a:lnTo>
                    <a:pt x="72542" y="611898"/>
                  </a:lnTo>
                  <a:close/>
                </a:path>
                <a:path w="73025" h="1715770">
                  <a:moveTo>
                    <a:pt x="72542" y="524497"/>
                  </a:moveTo>
                  <a:lnTo>
                    <a:pt x="52476" y="524497"/>
                  </a:lnTo>
                  <a:lnTo>
                    <a:pt x="52476" y="579132"/>
                  </a:lnTo>
                  <a:lnTo>
                    <a:pt x="72542" y="579132"/>
                  </a:lnTo>
                  <a:lnTo>
                    <a:pt x="72542" y="524497"/>
                  </a:lnTo>
                  <a:close/>
                </a:path>
                <a:path w="73025" h="1715770">
                  <a:moveTo>
                    <a:pt x="72542" y="437070"/>
                  </a:moveTo>
                  <a:lnTo>
                    <a:pt x="52476" y="437070"/>
                  </a:lnTo>
                  <a:lnTo>
                    <a:pt x="52476" y="491705"/>
                  </a:lnTo>
                  <a:lnTo>
                    <a:pt x="72542" y="491705"/>
                  </a:lnTo>
                  <a:lnTo>
                    <a:pt x="72542" y="437070"/>
                  </a:lnTo>
                  <a:close/>
                </a:path>
                <a:path w="73025" h="1715770">
                  <a:moveTo>
                    <a:pt x="72542" y="349656"/>
                  </a:moveTo>
                  <a:lnTo>
                    <a:pt x="52476" y="349656"/>
                  </a:lnTo>
                  <a:lnTo>
                    <a:pt x="52476" y="404291"/>
                  </a:lnTo>
                  <a:lnTo>
                    <a:pt x="72542" y="404291"/>
                  </a:lnTo>
                  <a:lnTo>
                    <a:pt x="72542" y="349656"/>
                  </a:lnTo>
                  <a:close/>
                </a:path>
                <a:path w="73025" h="1715770">
                  <a:moveTo>
                    <a:pt x="72542" y="262242"/>
                  </a:moveTo>
                  <a:lnTo>
                    <a:pt x="52476" y="262242"/>
                  </a:lnTo>
                  <a:lnTo>
                    <a:pt x="52476" y="316890"/>
                  </a:lnTo>
                  <a:lnTo>
                    <a:pt x="72542" y="316890"/>
                  </a:lnTo>
                  <a:lnTo>
                    <a:pt x="72542" y="262242"/>
                  </a:lnTo>
                  <a:close/>
                </a:path>
                <a:path w="73025" h="1715770">
                  <a:moveTo>
                    <a:pt x="72542" y="174828"/>
                  </a:moveTo>
                  <a:lnTo>
                    <a:pt x="52476" y="174828"/>
                  </a:lnTo>
                  <a:lnTo>
                    <a:pt x="52476" y="229463"/>
                  </a:lnTo>
                  <a:lnTo>
                    <a:pt x="72542" y="229463"/>
                  </a:lnTo>
                  <a:lnTo>
                    <a:pt x="72542" y="174828"/>
                  </a:lnTo>
                  <a:close/>
                </a:path>
                <a:path w="73025" h="1715770">
                  <a:moveTo>
                    <a:pt x="72542" y="87414"/>
                  </a:moveTo>
                  <a:lnTo>
                    <a:pt x="52476" y="87414"/>
                  </a:lnTo>
                  <a:lnTo>
                    <a:pt x="52476" y="142049"/>
                  </a:lnTo>
                  <a:lnTo>
                    <a:pt x="72542" y="142049"/>
                  </a:lnTo>
                  <a:lnTo>
                    <a:pt x="72542" y="87414"/>
                  </a:lnTo>
                  <a:close/>
                </a:path>
                <a:path w="73025" h="1715770">
                  <a:moveTo>
                    <a:pt x="72542" y="0"/>
                  </a:moveTo>
                  <a:lnTo>
                    <a:pt x="52476" y="0"/>
                  </a:lnTo>
                  <a:lnTo>
                    <a:pt x="52476" y="54635"/>
                  </a:lnTo>
                  <a:lnTo>
                    <a:pt x="72542" y="54635"/>
                  </a:lnTo>
                  <a:lnTo>
                    <a:pt x="72542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 descr=""/>
            <p:cNvSpPr/>
            <p:nvPr/>
          </p:nvSpPr>
          <p:spPr>
            <a:xfrm>
              <a:off x="6773215" y="5207679"/>
              <a:ext cx="337820" cy="349885"/>
            </a:xfrm>
            <a:custGeom>
              <a:avLst/>
              <a:gdLst/>
              <a:ahLst/>
              <a:cxnLst/>
              <a:rect l="l" t="t" r="r" b="b"/>
              <a:pathLst>
                <a:path w="337820" h="349885">
                  <a:moveTo>
                    <a:pt x="36423" y="0"/>
                  </a:moveTo>
                  <a:lnTo>
                    <a:pt x="0" y="0"/>
                  </a:lnTo>
                  <a:lnTo>
                    <a:pt x="0" y="349669"/>
                  </a:lnTo>
                  <a:lnTo>
                    <a:pt x="36423" y="349669"/>
                  </a:lnTo>
                  <a:lnTo>
                    <a:pt x="36423" y="0"/>
                  </a:lnTo>
                  <a:close/>
                </a:path>
                <a:path w="337820" h="349885">
                  <a:moveTo>
                    <a:pt x="337515" y="0"/>
                  </a:moveTo>
                  <a:lnTo>
                    <a:pt x="301091" y="0"/>
                  </a:lnTo>
                  <a:lnTo>
                    <a:pt x="301091" y="349669"/>
                  </a:lnTo>
                  <a:lnTo>
                    <a:pt x="337515" y="349669"/>
                  </a:lnTo>
                  <a:lnTo>
                    <a:pt x="337515" y="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 descr=""/>
            <p:cNvSpPr/>
            <p:nvPr/>
          </p:nvSpPr>
          <p:spPr>
            <a:xfrm>
              <a:off x="6905716" y="3492752"/>
              <a:ext cx="73025" cy="405130"/>
            </a:xfrm>
            <a:custGeom>
              <a:avLst/>
              <a:gdLst/>
              <a:ahLst/>
              <a:cxnLst/>
              <a:rect l="l" t="t" r="r" b="b"/>
              <a:pathLst>
                <a:path w="73025" h="405129">
                  <a:moveTo>
                    <a:pt x="72542" y="0"/>
                  </a:moveTo>
                  <a:lnTo>
                    <a:pt x="0" y="0"/>
                  </a:lnTo>
                  <a:lnTo>
                    <a:pt x="0" y="404626"/>
                  </a:lnTo>
                  <a:lnTo>
                    <a:pt x="72542" y="404626"/>
                  </a:lnTo>
                  <a:lnTo>
                    <a:pt x="72542" y="0"/>
                  </a:lnTo>
                  <a:close/>
                </a:path>
              </a:pathLst>
            </a:custGeom>
            <a:solidFill>
              <a:srgbClr val="C9CC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 descr=""/>
            <p:cNvSpPr/>
            <p:nvPr/>
          </p:nvSpPr>
          <p:spPr>
            <a:xfrm>
              <a:off x="6905710" y="3492753"/>
              <a:ext cx="36830" cy="405130"/>
            </a:xfrm>
            <a:custGeom>
              <a:avLst/>
              <a:gdLst/>
              <a:ahLst/>
              <a:cxnLst/>
              <a:rect l="l" t="t" r="r" b="b"/>
              <a:pathLst>
                <a:path w="36829" h="405129">
                  <a:moveTo>
                    <a:pt x="36271" y="0"/>
                  </a:moveTo>
                  <a:lnTo>
                    <a:pt x="0" y="0"/>
                  </a:lnTo>
                  <a:lnTo>
                    <a:pt x="0" y="404626"/>
                  </a:lnTo>
                  <a:lnTo>
                    <a:pt x="36271" y="364334"/>
                  </a:lnTo>
                  <a:lnTo>
                    <a:pt x="36271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 descr=""/>
            <p:cNvSpPr/>
            <p:nvPr/>
          </p:nvSpPr>
          <p:spPr>
            <a:xfrm>
              <a:off x="6439542" y="3619628"/>
              <a:ext cx="191770" cy="2097405"/>
            </a:xfrm>
            <a:custGeom>
              <a:avLst/>
              <a:gdLst/>
              <a:ahLst/>
              <a:cxnLst/>
              <a:rect l="l" t="t" r="r" b="b"/>
              <a:pathLst>
                <a:path w="191770" h="2097404">
                  <a:moveTo>
                    <a:pt x="191344" y="0"/>
                  </a:moveTo>
                  <a:lnTo>
                    <a:pt x="0" y="0"/>
                  </a:lnTo>
                  <a:lnTo>
                    <a:pt x="0" y="2097360"/>
                  </a:lnTo>
                  <a:lnTo>
                    <a:pt x="191344" y="2097360"/>
                  </a:lnTo>
                  <a:lnTo>
                    <a:pt x="191344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 descr=""/>
            <p:cNvSpPr/>
            <p:nvPr/>
          </p:nvSpPr>
          <p:spPr>
            <a:xfrm>
              <a:off x="6439535" y="3619633"/>
              <a:ext cx="191770" cy="2097405"/>
            </a:xfrm>
            <a:custGeom>
              <a:avLst/>
              <a:gdLst/>
              <a:ahLst/>
              <a:cxnLst/>
              <a:rect l="l" t="t" r="r" b="b"/>
              <a:pathLst>
                <a:path w="191770" h="2097404">
                  <a:moveTo>
                    <a:pt x="54991" y="538289"/>
                  </a:moveTo>
                  <a:lnTo>
                    <a:pt x="23431" y="538289"/>
                  </a:lnTo>
                  <a:lnTo>
                    <a:pt x="23431" y="569861"/>
                  </a:lnTo>
                  <a:lnTo>
                    <a:pt x="54991" y="569861"/>
                  </a:lnTo>
                  <a:lnTo>
                    <a:pt x="54991" y="538289"/>
                  </a:lnTo>
                  <a:close/>
                </a:path>
                <a:path w="191770" h="2097404">
                  <a:moveTo>
                    <a:pt x="54991" y="490816"/>
                  </a:moveTo>
                  <a:lnTo>
                    <a:pt x="23431" y="490816"/>
                  </a:lnTo>
                  <a:lnTo>
                    <a:pt x="23431" y="522389"/>
                  </a:lnTo>
                  <a:lnTo>
                    <a:pt x="54991" y="522389"/>
                  </a:lnTo>
                  <a:lnTo>
                    <a:pt x="54991" y="490816"/>
                  </a:lnTo>
                  <a:close/>
                </a:path>
                <a:path w="191770" h="2097404">
                  <a:moveTo>
                    <a:pt x="54991" y="443344"/>
                  </a:moveTo>
                  <a:lnTo>
                    <a:pt x="23431" y="443344"/>
                  </a:lnTo>
                  <a:lnTo>
                    <a:pt x="23431" y="474916"/>
                  </a:lnTo>
                  <a:lnTo>
                    <a:pt x="54991" y="474916"/>
                  </a:lnTo>
                  <a:lnTo>
                    <a:pt x="54991" y="443344"/>
                  </a:lnTo>
                  <a:close/>
                </a:path>
                <a:path w="191770" h="2097404">
                  <a:moveTo>
                    <a:pt x="167906" y="538289"/>
                  </a:moveTo>
                  <a:lnTo>
                    <a:pt x="136347" y="538289"/>
                  </a:lnTo>
                  <a:lnTo>
                    <a:pt x="136347" y="569861"/>
                  </a:lnTo>
                  <a:lnTo>
                    <a:pt x="167906" y="569861"/>
                  </a:lnTo>
                  <a:lnTo>
                    <a:pt x="167906" y="538289"/>
                  </a:lnTo>
                  <a:close/>
                </a:path>
                <a:path w="191770" h="2097404">
                  <a:moveTo>
                    <a:pt x="167906" y="490816"/>
                  </a:moveTo>
                  <a:lnTo>
                    <a:pt x="136347" y="490816"/>
                  </a:lnTo>
                  <a:lnTo>
                    <a:pt x="136347" y="522389"/>
                  </a:lnTo>
                  <a:lnTo>
                    <a:pt x="167906" y="522389"/>
                  </a:lnTo>
                  <a:lnTo>
                    <a:pt x="167906" y="490816"/>
                  </a:lnTo>
                  <a:close/>
                </a:path>
                <a:path w="191770" h="2097404">
                  <a:moveTo>
                    <a:pt x="167906" y="443344"/>
                  </a:moveTo>
                  <a:lnTo>
                    <a:pt x="136347" y="443344"/>
                  </a:lnTo>
                  <a:lnTo>
                    <a:pt x="136347" y="474916"/>
                  </a:lnTo>
                  <a:lnTo>
                    <a:pt x="167906" y="474916"/>
                  </a:lnTo>
                  <a:lnTo>
                    <a:pt x="167906" y="443344"/>
                  </a:lnTo>
                  <a:close/>
                </a:path>
                <a:path w="191770" h="2097404">
                  <a:moveTo>
                    <a:pt x="191350" y="380644"/>
                  </a:moveTo>
                  <a:lnTo>
                    <a:pt x="118986" y="380644"/>
                  </a:lnTo>
                  <a:lnTo>
                    <a:pt x="118986" y="332397"/>
                  </a:lnTo>
                  <a:lnTo>
                    <a:pt x="135991" y="332397"/>
                  </a:lnTo>
                  <a:lnTo>
                    <a:pt x="135991" y="0"/>
                  </a:lnTo>
                  <a:lnTo>
                    <a:pt x="118986" y="0"/>
                  </a:lnTo>
                  <a:lnTo>
                    <a:pt x="72351" y="0"/>
                  </a:lnTo>
                  <a:lnTo>
                    <a:pt x="55359" y="0"/>
                  </a:lnTo>
                  <a:lnTo>
                    <a:pt x="55359" y="332397"/>
                  </a:lnTo>
                  <a:lnTo>
                    <a:pt x="72351" y="332397"/>
                  </a:lnTo>
                  <a:lnTo>
                    <a:pt x="72351" y="380644"/>
                  </a:lnTo>
                  <a:lnTo>
                    <a:pt x="0" y="380644"/>
                  </a:lnTo>
                  <a:lnTo>
                    <a:pt x="0" y="392455"/>
                  </a:lnTo>
                  <a:lnTo>
                    <a:pt x="72351" y="392455"/>
                  </a:lnTo>
                  <a:lnTo>
                    <a:pt x="72351" y="588606"/>
                  </a:lnTo>
                  <a:lnTo>
                    <a:pt x="0" y="588606"/>
                  </a:lnTo>
                  <a:lnTo>
                    <a:pt x="0" y="600417"/>
                  </a:lnTo>
                  <a:lnTo>
                    <a:pt x="72351" y="600417"/>
                  </a:lnTo>
                  <a:lnTo>
                    <a:pt x="72351" y="949833"/>
                  </a:lnTo>
                  <a:lnTo>
                    <a:pt x="33502" y="949833"/>
                  </a:lnTo>
                  <a:lnTo>
                    <a:pt x="33502" y="2097366"/>
                  </a:lnTo>
                  <a:lnTo>
                    <a:pt x="72351" y="2097366"/>
                  </a:lnTo>
                  <a:lnTo>
                    <a:pt x="118986" y="2097366"/>
                  </a:lnTo>
                  <a:lnTo>
                    <a:pt x="157835" y="2097366"/>
                  </a:lnTo>
                  <a:lnTo>
                    <a:pt x="157835" y="949833"/>
                  </a:lnTo>
                  <a:lnTo>
                    <a:pt x="118986" y="949833"/>
                  </a:lnTo>
                  <a:lnTo>
                    <a:pt x="118986" y="600417"/>
                  </a:lnTo>
                  <a:lnTo>
                    <a:pt x="191350" y="600417"/>
                  </a:lnTo>
                  <a:lnTo>
                    <a:pt x="191350" y="588606"/>
                  </a:lnTo>
                  <a:lnTo>
                    <a:pt x="118986" y="588606"/>
                  </a:lnTo>
                  <a:lnTo>
                    <a:pt x="118986" y="392455"/>
                  </a:lnTo>
                  <a:lnTo>
                    <a:pt x="191350" y="392455"/>
                  </a:lnTo>
                  <a:lnTo>
                    <a:pt x="191350" y="380644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 descr=""/>
            <p:cNvSpPr/>
            <p:nvPr/>
          </p:nvSpPr>
          <p:spPr>
            <a:xfrm>
              <a:off x="7253653" y="3619628"/>
              <a:ext cx="191770" cy="2097405"/>
            </a:xfrm>
            <a:custGeom>
              <a:avLst/>
              <a:gdLst/>
              <a:ahLst/>
              <a:cxnLst/>
              <a:rect l="l" t="t" r="r" b="b"/>
              <a:pathLst>
                <a:path w="191770" h="2097404">
                  <a:moveTo>
                    <a:pt x="191344" y="0"/>
                  </a:moveTo>
                  <a:lnTo>
                    <a:pt x="0" y="0"/>
                  </a:lnTo>
                  <a:lnTo>
                    <a:pt x="0" y="2097360"/>
                  </a:lnTo>
                  <a:lnTo>
                    <a:pt x="191344" y="2097360"/>
                  </a:lnTo>
                  <a:lnTo>
                    <a:pt x="191344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 descr=""/>
            <p:cNvSpPr/>
            <p:nvPr/>
          </p:nvSpPr>
          <p:spPr>
            <a:xfrm>
              <a:off x="6737985" y="3027762"/>
              <a:ext cx="707390" cy="2689860"/>
            </a:xfrm>
            <a:custGeom>
              <a:avLst/>
              <a:gdLst/>
              <a:ahLst/>
              <a:cxnLst/>
              <a:rect l="l" t="t" r="r" b="b"/>
              <a:pathLst>
                <a:path w="707390" h="2689860">
                  <a:moveTo>
                    <a:pt x="92494" y="513143"/>
                  </a:moveTo>
                  <a:lnTo>
                    <a:pt x="44945" y="513143"/>
                  </a:lnTo>
                  <a:lnTo>
                    <a:pt x="44945" y="561517"/>
                  </a:lnTo>
                  <a:lnTo>
                    <a:pt x="92494" y="561517"/>
                  </a:lnTo>
                  <a:lnTo>
                    <a:pt x="92494" y="513143"/>
                  </a:lnTo>
                  <a:close/>
                </a:path>
                <a:path w="707390" h="2689860">
                  <a:moveTo>
                    <a:pt x="92494" y="445096"/>
                  </a:moveTo>
                  <a:lnTo>
                    <a:pt x="44945" y="445096"/>
                  </a:lnTo>
                  <a:lnTo>
                    <a:pt x="44945" y="493471"/>
                  </a:lnTo>
                  <a:lnTo>
                    <a:pt x="92494" y="493471"/>
                  </a:lnTo>
                  <a:lnTo>
                    <a:pt x="92494" y="445096"/>
                  </a:lnTo>
                  <a:close/>
                </a:path>
                <a:path w="707390" h="2689860">
                  <a:moveTo>
                    <a:pt x="92494" y="377024"/>
                  </a:moveTo>
                  <a:lnTo>
                    <a:pt x="44945" y="377024"/>
                  </a:lnTo>
                  <a:lnTo>
                    <a:pt x="44945" y="425399"/>
                  </a:lnTo>
                  <a:lnTo>
                    <a:pt x="92494" y="425399"/>
                  </a:lnTo>
                  <a:lnTo>
                    <a:pt x="92494" y="377024"/>
                  </a:lnTo>
                  <a:close/>
                </a:path>
                <a:path w="707390" h="2689860">
                  <a:moveTo>
                    <a:pt x="92494" y="308965"/>
                  </a:moveTo>
                  <a:lnTo>
                    <a:pt x="44945" y="308965"/>
                  </a:lnTo>
                  <a:lnTo>
                    <a:pt x="44945" y="357339"/>
                  </a:lnTo>
                  <a:lnTo>
                    <a:pt x="92494" y="357339"/>
                  </a:lnTo>
                  <a:lnTo>
                    <a:pt x="92494" y="308965"/>
                  </a:lnTo>
                  <a:close/>
                </a:path>
                <a:path w="707390" h="2689860">
                  <a:moveTo>
                    <a:pt x="257086" y="298665"/>
                  </a:moveTo>
                  <a:lnTo>
                    <a:pt x="151447" y="298665"/>
                  </a:lnTo>
                  <a:lnTo>
                    <a:pt x="151447" y="406120"/>
                  </a:lnTo>
                  <a:lnTo>
                    <a:pt x="257086" y="406120"/>
                  </a:lnTo>
                  <a:lnTo>
                    <a:pt x="257086" y="298665"/>
                  </a:lnTo>
                  <a:close/>
                </a:path>
                <a:path w="707390" h="2689860">
                  <a:moveTo>
                    <a:pt x="363613" y="513143"/>
                  </a:moveTo>
                  <a:lnTo>
                    <a:pt x="316064" y="513143"/>
                  </a:lnTo>
                  <a:lnTo>
                    <a:pt x="316064" y="561517"/>
                  </a:lnTo>
                  <a:lnTo>
                    <a:pt x="363613" y="561517"/>
                  </a:lnTo>
                  <a:lnTo>
                    <a:pt x="363613" y="513143"/>
                  </a:lnTo>
                  <a:close/>
                </a:path>
                <a:path w="707390" h="2689860">
                  <a:moveTo>
                    <a:pt x="363613" y="445096"/>
                  </a:moveTo>
                  <a:lnTo>
                    <a:pt x="316064" y="445096"/>
                  </a:lnTo>
                  <a:lnTo>
                    <a:pt x="316064" y="493471"/>
                  </a:lnTo>
                  <a:lnTo>
                    <a:pt x="363613" y="493471"/>
                  </a:lnTo>
                  <a:lnTo>
                    <a:pt x="363613" y="445096"/>
                  </a:lnTo>
                  <a:close/>
                </a:path>
                <a:path w="707390" h="2689860">
                  <a:moveTo>
                    <a:pt x="363613" y="377024"/>
                  </a:moveTo>
                  <a:lnTo>
                    <a:pt x="316064" y="377024"/>
                  </a:lnTo>
                  <a:lnTo>
                    <a:pt x="316064" y="425399"/>
                  </a:lnTo>
                  <a:lnTo>
                    <a:pt x="363613" y="425399"/>
                  </a:lnTo>
                  <a:lnTo>
                    <a:pt x="363613" y="377024"/>
                  </a:lnTo>
                  <a:close/>
                </a:path>
                <a:path w="707390" h="2689860">
                  <a:moveTo>
                    <a:pt x="363613" y="308965"/>
                  </a:moveTo>
                  <a:lnTo>
                    <a:pt x="316064" y="308965"/>
                  </a:lnTo>
                  <a:lnTo>
                    <a:pt x="316064" y="357339"/>
                  </a:lnTo>
                  <a:lnTo>
                    <a:pt x="363613" y="357339"/>
                  </a:lnTo>
                  <a:lnTo>
                    <a:pt x="363613" y="308965"/>
                  </a:lnTo>
                  <a:close/>
                </a:path>
                <a:path w="707390" h="2689860">
                  <a:moveTo>
                    <a:pt x="405650" y="262242"/>
                  </a:moveTo>
                  <a:lnTo>
                    <a:pt x="392950" y="197358"/>
                  </a:lnTo>
                  <a:lnTo>
                    <a:pt x="371703" y="143764"/>
                  </a:lnTo>
                  <a:lnTo>
                    <a:pt x="344449" y="100457"/>
                  </a:lnTo>
                  <a:lnTo>
                    <a:pt x="313766" y="66433"/>
                  </a:lnTo>
                  <a:lnTo>
                    <a:pt x="282206" y="40678"/>
                  </a:lnTo>
                  <a:lnTo>
                    <a:pt x="226707" y="9944"/>
                  </a:lnTo>
                  <a:lnTo>
                    <a:pt x="207899" y="2946"/>
                  </a:lnTo>
                  <a:lnTo>
                    <a:pt x="207899" y="1371"/>
                  </a:lnTo>
                  <a:lnTo>
                    <a:pt x="207899" y="0"/>
                  </a:lnTo>
                  <a:lnTo>
                    <a:pt x="206057" y="431"/>
                  </a:lnTo>
                  <a:lnTo>
                    <a:pt x="202831" y="1371"/>
                  </a:lnTo>
                  <a:lnTo>
                    <a:pt x="199580" y="431"/>
                  </a:lnTo>
                  <a:lnTo>
                    <a:pt x="197751" y="0"/>
                  </a:lnTo>
                  <a:lnTo>
                    <a:pt x="197751" y="2946"/>
                  </a:lnTo>
                  <a:lnTo>
                    <a:pt x="178930" y="9944"/>
                  </a:lnTo>
                  <a:lnTo>
                    <a:pt x="123431" y="40678"/>
                  </a:lnTo>
                  <a:lnTo>
                    <a:pt x="91871" y="66433"/>
                  </a:lnTo>
                  <a:lnTo>
                    <a:pt x="61188" y="100457"/>
                  </a:lnTo>
                  <a:lnTo>
                    <a:pt x="33934" y="143764"/>
                  </a:lnTo>
                  <a:lnTo>
                    <a:pt x="12687" y="197358"/>
                  </a:lnTo>
                  <a:lnTo>
                    <a:pt x="0" y="262242"/>
                  </a:lnTo>
                  <a:lnTo>
                    <a:pt x="405650" y="262242"/>
                  </a:lnTo>
                  <a:close/>
                </a:path>
                <a:path w="707390" h="2689860">
                  <a:moveTo>
                    <a:pt x="570649" y="1130160"/>
                  </a:moveTo>
                  <a:lnTo>
                    <a:pt x="539102" y="1130160"/>
                  </a:lnTo>
                  <a:lnTo>
                    <a:pt x="539102" y="1161732"/>
                  </a:lnTo>
                  <a:lnTo>
                    <a:pt x="570649" y="1161732"/>
                  </a:lnTo>
                  <a:lnTo>
                    <a:pt x="570649" y="1130160"/>
                  </a:lnTo>
                  <a:close/>
                </a:path>
                <a:path w="707390" h="2689860">
                  <a:moveTo>
                    <a:pt x="570649" y="1082687"/>
                  </a:moveTo>
                  <a:lnTo>
                    <a:pt x="539102" y="1082687"/>
                  </a:lnTo>
                  <a:lnTo>
                    <a:pt x="539102" y="1114259"/>
                  </a:lnTo>
                  <a:lnTo>
                    <a:pt x="570649" y="1114259"/>
                  </a:lnTo>
                  <a:lnTo>
                    <a:pt x="570649" y="1082687"/>
                  </a:lnTo>
                  <a:close/>
                </a:path>
                <a:path w="707390" h="2689860">
                  <a:moveTo>
                    <a:pt x="570649" y="1035215"/>
                  </a:moveTo>
                  <a:lnTo>
                    <a:pt x="539102" y="1035215"/>
                  </a:lnTo>
                  <a:lnTo>
                    <a:pt x="539102" y="1066787"/>
                  </a:lnTo>
                  <a:lnTo>
                    <a:pt x="570649" y="1066787"/>
                  </a:lnTo>
                  <a:lnTo>
                    <a:pt x="570649" y="1035215"/>
                  </a:lnTo>
                  <a:close/>
                </a:path>
                <a:path w="707390" h="2689860">
                  <a:moveTo>
                    <a:pt x="683590" y="1130160"/>
                  </a:moveTo>
                  <a:lnTo>
                    <a:pt x="652030" y="1130160"/>
                  </a:lnTo>
                  <a:lnTo>
                    <a:pt x="652030" y="1161732"/>
                  </a:lnTo>
                  <a:lnTo>
                    <a:pt x="683590" y="1161732"/>
                  </a:lnTo>
                  <a:lnTo>
                    <a:pt x="683590" y="1130160"/>
                  </a:lnTo>
                  <a:close/>
                </a:path>
                <a:path w="707390" h="2689860">
                  <a:moveTo>
                    <a:pt x="683590" y="1082687"/>
                  </a:moveTo>
                  <a:lnTo>
                    <a:pt x="652030" y="1082687"/>
                  </a:lnTo>
                  <a:lnTo>
                    <a:pt x="652030" y="1114259"/>
                  </a:lnTo>
                  <a:lnTo>
                    <a:pt x="683590" y="1114259"/>
                  </a:lnTo>
                  <a:lnTo>
                    <a:pt x="683590" y="1082687"/>
                  </a:lnTo>
                  <a:close/>
                </a:path>
                <a:path w="707390" h="2689860">
                  <a:moveTo>
                    <a:pt x="683590" y="1035215"/>
                  </a:moveTo>
                  <a:lnTo>
                    <a:pt x="652030" y="1035215"/>
                  </a:lnTo>
                  <a:lnTo>
                    <a:pt x="652030" y="1066787"/>
                  </a:lnTo>
                  <a:lnTo>
                    <a:pt x="683590" y="1066787"/>
                  </a:lnTo>
                  <a:lnTo>
                    <a:pt x="683590" y="1035215"/>
                  </a:lnTo>
                  <a:close/>
                </a:path>
                <a:path w="707390" h="2689860">
                  <a:moveTo>
                    <a:pt x="707009" y="972515"/>
                  </a:moveTo>
                  <a:lnTo>
                    <a:pt x="634644" y="972515"/>
                  </a:lnTo>
                  <a:lnTo>
                    <a:pt x="634644" y="924267"/>
                  </a:lnTo>
                  <a:lnTo>
                    <a:pt x="651649" y="924267"/>
                  </a:lnTo>
                  <a:lnTo>
                    <a:pt x="651649" y="591870"/>
                  </a:lnTo>
                  <a:lnTo>
                    <a:pt x="634644" y="591870"/>
                  </a:lnTo>
                  <a:lnTo>
                    <a:pt x="588010" y="591870"/>
                  </a:lnTo>
                  <a:lnTo>
                    <a:pt x="571017" y="591870"/>
                  </a:lnTo>
                  <a:lnTo>
                    <a:pt x="571017" y="924267"/>
                  </a:lnTo>
                  <a:lnTo>
                    <a:pt x="588010" y="924267"/>
                  </a:lnTo>
                  <a:lnTo>
                    <a:pt x="588010" y="972515"/>
                  </a:lnTo>
                  <a:lnTo>
                    <a:pt x="515658" y="972515"/>
                  </a:lnTo>
                  <a:lnTo>
                    <a:pt x="515658" y="984326"/>
                  </a:lnTo>
                  <a:lnTo>
                    <a:pt x="588010" y="984326"/>
                  </a:lnTo>
                  <a:lnTo>
                    <a:pt x="588010" y="1180477"/>
                  </a:lnTo>
                  <a:lnTo>
                    <a:pt x="515658" y="1180477"/>
                  </a:lnTo>
                  <a:lnTo>
                    <a:pt x="515658" y="1192288"/>
                  </a:lnTo>
                  <a:lnTo>
                    <a:pt x="588010" y="1192288"/>
                  </a:lnTo>
                  <a:lnTo>
                    <a:pt x="588010" y="1541703"/>
                  </a:lnTo>
                  <a:lnTo>
                    <a:pt x="549173" y="1541703"/>
                  </a:lnTo>
                  <a:lnTo>
                    <a:pt x="549173" y="2689237"/>
                  </a:lnTo>
                  <a:lnTo>
                    <a:pt x="588010" y="2689237"/>
                  </a:lnTo>
                  <a:lnTo>
                    <a:pt x="634644" y="2689237"/>
                  </a:lnTo>
                  <a:lnTo>
                    <a:pt x="673506" y="2689237"/>
                  </a:lnTo>
                  <a:lnTo>
                    <a:pt x="673506" y="1541703"/>
                  </a:lnTo>
                  <a:lnTo>
                    <a:pt x="634644" y="1541703"/>
                  </a:lnTo>
                  <a:lnTo>
                    <a:pt x="634644" y="1192288"/>
                  </a:lnTo>
                  <a:lnTo>
                    <a:pt x="707009" y="1192288"/>
                  </a:lnTo>
                  <a:lnTo>
                    <a:pt x="707009" y="1180477"/>
                  </a:lnTo>
                  <a:lnTo>
                    <a:pt x="634644" y="1180477"/>
                  </a:lnTo>
                  <a:lnTo>
                    <a:pt x="634644" y="984326"/>
                  </a:lnTo>
                  <a:lnTo>
                    <a:pt x="707009" y="984326"/>
                  </a:lnTo>
                  <a:lnTo>
                    <a:pt x="707009" y="972515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74" name="object 174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7262485" y="3367850"/>
              <a:ext cx="173675" cy="251777"/>
            </a:xfrm>
            <a:prstGeom prst="rect">
              <a:avLst/>
            </a:prstGeom>
          </p:spPr>
        </p:pic>
        <p:pic>
          <p:nvPicPr>
            <p:cNvPr id="175" name="object 175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6448373" y="3367850"/>
              <a:ext cx="173676" cy="251777"/>
            </a:xfrm>
            <a:prstGeom prst="rect">
              <a:avLst/>
            </a:prstGeom>
          </p:spPr>
        </p:pic>
      </p:grpSp>
      <p:grpSp>
        <p:nvGrpSpPr>
          <p:cNvPr id="176" name="object 176" descr=""/>
          <p:cNvGrpSpPr/>
          <p:nvPr/>
        </p:nvGrpSpPr>
        <p:grpSpPr>
          <a:xfrm>
            <a:off x="3844902" y="1837642"/>
            <a:ext cx="835025" cy="3879850"/>
            <a:chOff x="3844902" y="1837642"/>
            <a:chExt cx="835025" cy="3879850"/>
          </a:xfrm>
        </p:grpSpPr>
        <p:sp>
          <p:nvSpPr>
            <p:cNvPr id="177" name="object 177" descr=""/>
            <p:cNvSpPr/>
            <p:nvPr/>
          </p:nvSpPr>
          <p:spPr>
            <a:xfrm>
              <a:off x="4141902" y="2038432"/>
              <a:ext cx="240665" cy="469265"/>
            </a:xfrm>
            <a:custGeom>
              <a:avLst/>
              <a:gdLst/>
              <a:ahLst/>
              <a:cxnLst/>
              <a:rect l="l" t="t" r="r" b="b"/>
              <a:pathLst>
                <a:path w="240664" h="469264">
                  <a:moveTo>
                    <a:pt x="240385" y="117094"/>
                  </a:moveTo>
                  <a:lnTo>
                    <a:pt x="145135" y="117094"/>
                  </a:lnTo>
                  <a:lnTo>
                    <a:pt x="145135" y="0"/>
                  </a:lnTo>
                  <a:lnTo>
                    <a:pt x="95250" y="0"/>
                  </a:lnTo>
                  <a:lnTo>
                    <a:pt x="95250" y="117094"/>
                  </a:lnTo>
                  <a:lnTo>
                    <a:pt x="0" y="117094"/>
                  </a:lnTo>
                  <a:lnTo>
                    <a:pt x="0" y="468782"/>
                  </a:lnTo>
                  <a:lnTo>
                    <a:pt x="240385" y="468782"/>
                  </a:lnTo>
                  <a:lnTo>
                    <a:pt x="240385" y="117094"/>
                  </a:lnTo>
                  <a:close/>
                </a:path>
              </a:pathLst>
            </a:custGeom>
            <a:solidFill>
              <a:srgbClr val="80818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 descr=""/>
            <p:cNvSpPr/>
            <p:nvPr/>
          </p:nvSpPr>
          <p:spPr>
            <a:xfrm>
              <a:off x="4037482" y="2155526"/>
              <a:ext cx="449580" cy="351790"/>
            </a:xfrm>
            <a:custGeom>
              <a:avLst/>
              <a:gdLst/>
              <a:ahLst/>
              <a:cxnLst/>
              <a:rect l="l" t="t" r="r" b="b"/>
              <a:pathLst>
                <a:path w="449579" h="351789">
                  <a:moveTo>
                    <a:pt x="104419" y="0"/>
                  </a:moveTo>
                  <a:lnTo>
                    <a:pt x="0" y="0"/>
                  </a:lnTo>
                  <a:lnTo>
                    <a:pt x="0" y="351688"/>
                  </a:lnTo>
                  <a:lnTo>
                    <a:pt x="104419" y="351688"/>
                  </a:lnTo>
                  <a:lnTo>
                    <a:pt x="104419" y="0"/>
                  </a:lnTo>
                  <a:close/>
                </a:path>
                <a:path w="449579" h="351789">
                  <a:moveTo>
                    <a:pt x="449224" y="0"/>
                  </a:moveTo>
                  <a:lnTo>
                    <a:pt x="344805" y="0"/>
                  </a:lnTo>
                  <a:lnTo>
                    <a:pt x="344805" y="351688"/>
                  </a:lnTo>
                  <a:lnTo>
                    <a:pt x="449224" y="351688"/>
                  </a:lnTo>
                  <a:lnTo>
                    <a:pt x="449224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 descr=""/>
            <p:cNvSpPr/>
            <p:nvPr/>
          </p:nvSpPr>
          <p:spPr>
            <a:xfrm>
              <a:off x="3844903" y="2313346"/>
              <a:ext cx="835025" cy="121920"/>
            </a:xfrm>
            <a:custGeom>
              <a:avLst/>
              <a:gdLst/>
              <a:ahLst/>
              <a:cxnLst/>
              <a:rect l="l" t="t" r="r" b="b"/>
              <a:pathLst>
                <a:path w="835025" h="121919">
                  <a:moveTo>
                    <a:pt x="586677" y="0"/>
                  </a:moveTo>
                  <a:lnTo>
                    <a:pt x="514324" y="719"/>
                  </a:lnTo>
                  <a:lnTo>
                    <a:pt x="425002" y="8265"/>
                  </a:lnTo>
                  <a:lnTo>
                    <a:pt x="297501" y="4797"/>
                  </a:lnTo>
                  <a:lnTo>
                    <a:pt x="160221" y="11415"/>
                  </a:lnTo>
                  <a:lnTo>
                    <a:pt x="50484" y="20764"/>
                  </a:lnTo>
                  <a:lnTo>
                    <a:pt x="5612" y="25511"/>
                  </a:lnTo>
                  <a:lnTo>
                    <a:pt x="62678" y="68012"/>
                  </a:lnTo>
                  <a:lnTo>
                    <a:pt x="0" y="121811"/>
                  </a:lnTo>
                  <a:lnTo>
                    <a:pt x="419683" y="101163"/>
                  </a:lnTo>
                  <a:lnTo>
                    <a:pt x="834403" y="121811"/>
                  </a:lnTo>
                  <a:lnTo>
                    <a:pt x="776688" y="68012"/>
                  </a:lnTo>
                  <a:lnTo>
                    <a:pt x="833754" y="25511"/>
                  </a:lnTo>
                  <a:lnTo>
                    <a:pt x="680380" y="7725"/>
                  </a:lnTo>
                  <a:lnTo>
                    <a:pt x="586677" y="0"/>
                  </a:lnTo>
                  <a:close/>
                </a:path>
              </a:pathLst>
            </a:custGeom>
            <a:solidFill>
              <a:srgbClr val="80818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 descr=""/>
            <p:cNvSpPr/>
            <p:nvPr/>
          </p:nvSpPr>
          <p:spPr>
            <a:xfrm>
              <a:off x="4141905" y="2507211"/>
              <a:ext cx="240665" cy="3209925"/>
            </a:xfrm>
            <a:custGeom>
              <a:avLst/>
              <a:gdLst/>
              <a:ahLst/>
              <a:cxnLst/>
              <a:rect l="l" t="t" r="r" b="b"/>
              <a:pathLst>
                <a:path w="240664" h="3209925">
                  <a:moveTo>
                    <a:pt x="240390" y="0"/>
                  </a:moveTo>
                  <a:lnTo>
                    <a:pt x="0" y="0"/>
                  </a:lnTo>
                  <a:lnTo>
                    <a:pt x="0" y="3209787"/>
                  </a:lnTo>
                  <a:lnTo>
                    <a:pt x="240390" y="3209787"/>
                  </a:lnTo>
                  <a:lnTo>
                    <a:pt x="240390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 descr=""/>
            <p:cNvSpPr/>
            <p:nvPr/>
          </p:nvSpPr>
          <p:spPr>
            <a:xfrm>
              <a:off x="4141902" y="2507214"/>
              <a:ext cx="240665" cy="3159125"/>
            </a:xfrm>
            <a:custGeom>
              <a:avLst/>
              <a:gdLst/>
              <a:ahLst/>
              <a:cxnLst/>
              <a:rect l="l" t="t" r="r" b="b"/>
              <a:pathLst>
                <a:path w="240664" h="3159125">
                  <a:moveTo>
                    <a:pt x="240385" y="3120301"/>
                  </a:moveTo>
                  <a:lnTo>
                    <a:pt x="72009" y="3120301"/>
                  </a:lnTo>
                  <a:lnTo>
                    <a:pt x="72009" y="3159087"/>
                  </a:lnTo>
                  <a:lnTo>
                    <a:pt x="240385" y="3159087"/>
                  </a:lnTo>
                  <a:lnTo>
                    <a:pt x="240385" y="3120301"/>
                  </a:lnTo>
                  <a:close/>
                </a:path>
                <a:path w="240664" h="3159125">
                  <a:moveTo>
                    <a:pt x="240385" y="3033623"/>
                  </a:moveTo>
                  <a:lnTo>
                    <a:pt x="72009" y="3033623"/>
                  </a:lnTo>
                  <a:lnTo>
                    <a:pt x="72009" y="3072409"/>
                  </a:lnTo>
                  <a:lnTo>
                    <a:pt x="240385" y="3072409"/>
                  </a:lnTo>
                  <a:lnTo>
                    <a:pt x="240385" y="3033623"/>
                  </a:lnTo>
                  <a:close/>
                </a:path>
                <a:path w="240664" h="3159125">
                  <a:moveTo>
                    <a:pt x="240385" y="2946933"/>
                  </a:moveTo>
                  <a:lnTo>
                    <a:pt x="72009" y="2946933"/>
                  </a:lnTo>
                  <a:lnTo>
                    <a:pt x="72009" y="2985732"/>
                  </a:lnTo>
                  <a:lnTo>
                    <a:pt x="240385" y="2985732"/>
                  </a:lnTo>
                  <a:lnTo>
                    <a:pt x="240385" y="2946933"/>
                  </a:lnTo>
                  <a:close/>
                </a:path>
                <a:path w="240664" h="3159125">
                  <a:moveTo>
                    <a:pt x="240385" y="2860268"/>
                  </a:moveTo>
                  <a:lnTo>
                    <a:pt x="72009" y="2860268"/>
                  </a:lnTo>
                  <a:lnTo>
                    <a:pt x="72009" y="2899067"/>
                  </a:lnTo>
                  <a:lnTo>
                    <a:pt x="240385" y="2899067"/>
                  </a:lnTo>
                  <a:lnTo>
                    <a:pt x="240385" y="2860268"/>
                  </a:lnTo>
                  <a:close/>
                </a:path>
                <a:path w="240664" h="3159125">
                  <a:moveTo>
                    <a:pt x="240385" y="2773591"/>
                  </a:moveTo>
                  <a:lnTo>
                    <a:pt x="72009" y="2773591"/>
                  </a:lnTo>
                  <a:lnTo>
                    <a:pt x="72009" y="2812377"/>
                  </a:lnTo>
                  <a:lnTo>
                    <a:pt x="240385" y="2812377"/>
                  </a:lnTo>
                  <a:lnTo>
                    <a:pt x="240385" y="2773591"/>
                  </a:lnTo>
                  <a:close/>
                </a:path>
                <a:path w="240664" h="3159125">
                  <a:moveTo>
                    <a:pt x="240385" y="2686926"/>
                  </a:moveTo>
                  <a:lnTo>
                    <a:pt x="72009" y="2686926"/>
                  </a:lnTo>
                  <a:lnTo>
                    <a:pt x="72009" y="2725724"/>
                  </a:lnTo>
                  <a:lnTo>
                    <a:pt x="240385" y="2725724"/>
                  </a:lnTo>
                  <a:lnTo>
                    <a:pt x="240385" y="2686926"/>
                  </a:lnTo>
                  <a:close/>
                </a:path>
                <a:path w="240664" h="3159125">
                  <a:moveTo>
                    <a:pt x="240385" y="2600236"/>
                  </a:moveTo>
                  <a:lnTo>
                    <a:pt x="72009" y="2600236"/>
                  </a:lnTo>
                  <a:lnTo>
                    <a:pt x="72009" y="2639034"/>
                  </a:lnTo>
                  <a:lnTo>
                    <a:pt x="240385" y="2639034"/>
                  </a:lnTo>
                  <a:lnTo>
                    <a:pt x="240385" y="2600236"/>
                  </a:lnTo>
                  <a:close/>
                </a:path>
                <a:path w="240664" h="3159125">
                  <a:moveTo>
                    <a:pt x="240385" y="2513558"/>
                  </a:moveTo>
                  <a:lnTo>
                    <a:pt x="72009" y="2513558"/>
                  </a:lnTo>
                  <a:lnTo>
                    <a:pt x="72009" y="2552369"/>
                  </a:lnTo>
                  <a:lnTo>
                    <a:pt x="240385" y="2552369"/>
                  </a:lnTo>
                  <a:lnTo>
                    <a:pt x="240385" y="2513558"/>
                  </a:lnTo>
                  <a:close/>
                </a:path>
                <a:path w="240664" h="3159125">
                  <a:moveTo>
                    <a:pt x="240385" y="2426893"/>
                  </a:moveTo>
                  <a:lnTo>
                    <a:pt x="72009" y="2426893"/>
                  </a:lnTo>
                  <a:lnTo>
                    <a:pt x="72009" y="2465692"/>
                  </a:lnTo>
                  <a:lnTo>
                    <a:pt x="240385" y="2465692"/>
                  </a:lnTo>
                  <a:lnTo>
                    <a:pt x="240385" y="2426893"/>
                  </a:lnTo>
                  <a:close/>
                </a:path>
                <a:path w="240664" h="3159125">
                  <a:moveTo>
                    <a:pt x="240385" y="2340216"/>
                  </a:moveTo>
                  <a:lnTo>
                    <a:pt x="72009" y="2340216"/>
                  </a:lnTo>
                  <a:lnTo>
                    <a:pt x="72009" y="2379014"/>
                  </a:lnTo>
                  <a:lnTo>
                    <a:pt x="240385" y="2379014"/>
                  </a:lnTo>
                  <a:lnTo>
                    <a:pt x="240385" y="2340216"/>
                  </a:lnTo>
                  <a:close/>
                </a:path>
                <a:path w="240664" h="3159125">
                  <a:moveTo>
                    <a:pt x="240385" y="2253551"/>
                  </a:moveTo>
                  <a:lnTo>
                    <a:pt x="72009" y="2253551"/>
                  </a:lnTo>
                  <a:lnTo>
                    <a:pt x="72009" y="2292337"/>
                  </a:lnTo>
                  <a:lnTo>
                    <a:pt x="240385" y="2292337"/>
                  </a:lnTo>
                  <a:lnTo>
                    <a:pt x="240385" y="2253551"/>
                  </a:lnTo>
                  <a:close/>
                </a:path>
                <a:path w="240664" h="3159125">
                  <a:moveTo>
                    <a:pt x="240385" y="2166874"/>
                  </a:moveTo>
                  <a:lnTo>
                    <a:pt x="72009" y="2166874"/>
                  </a:lnTo>
                  <a:lnTo>
                    <a:pt x="72009" y="2205659"/>
                  </a:lnTo>
                  <a:lnTo>
                    <a:pt x="240385" y="2205659"/>
                  </a:lnTo>
                  <a:lnTo>
                    <a:pt x="240385" y="2166874"/>
                  </a:lnTo>
                  <a:close/>
                </a:path>
                <a:path w="240664" h="3159125">
                  <a:moveTo>
                    <a:pt x="240385" y="2080196"/>
                  </a:moveTo>
                  <a:lnTo>
                    <a:pt x="72009" y="2080196"/>
                  </a:lnTo>
                  <a:lnTo>
                    <a:pt x="72009" y="2118982"/>
                  </a:lnTo>
                  <a:lnTo>
                    <a:pt x="240385" y="2118982"/>
                  </a:lnTo>
                  <a:lnTo>
                    <a:pt x="240385" y="2080196"/>
                  </a:lnTo>
                  <a:close/>
                </a:path>
                <a:path w="240664" h="3159125">
                  <a:moveTo>
                    <a:pt x="240385" y="1993519"/>
                  </a:moveTo>
                  <a:lnTo>
                    <a:pt x="72009" y="1993519"/>
                  </a:lnTo>
                  <a:lnTo>
                    <a:pt x="72009" y="2032317"/>
                  </a:lnTo>
                  <a:lnTo>
                    <a:pt x="240385" y="2032317"/>
                  </a:lnTo>
                  <a:lnTo>
                    <a:pt x="240385" y="1993519"/>
                  </a:lnTo>
                  <a:close/>
                </a:path>
                <a:path w="240664" h="3159125">
                  <a:moveTo>
                    <a:pt x="240385" y="1906841"/>
                  </a:moveTo>
                  <a:lnTo>
                    <a:pt x="72009" y="1906841"/>
                  </a:lnTo>
                  <a:lnTo>
                    <a:pt x="72009" y="1945640"/>
                  </a:lnTo>
                  <a:lnTo>
                    <a:pt x="240385" y="1945640"/>
                  </a:lnTo>
                  <a:lnTo>
                    <a:pt x="240385" y="1906841"/>
                  </a:lnTo>
                  <a:close/>
                </a:path>
                <a:path w="240664" h="3159125">
                  <a:moveTo>
                    <a:pt x="240385" y="1820164"/>
                  </a:moveTo>
                  <a:lnTo>
                    <a:pt x="72009" y="1820164"/>
                  </a:lnTo>
                  <a:lnTo>
                    <a:pt x="72009" y="1858962"/>
                  </a:lnTo>
                  <a:lnTo>
                    <a:pt x="240385" y="1858962"/>
                  </a:lnTo>
                  <a:lnTo>
                    <a:pt x="240385" y="1820164"/>
                  </a:lnTo>
                  <a:close/>
                </a:path>
                <a:path w="240664" h="3159125">
                  <a:moveTo>
                    <a:pt x="240385" y="1733499"/>
                  </a:moveTo>
                  <a:lnTo>
                    <a:pt x="72009" y="1733499"/>
                  </a:lnTo>
                  <a:lnTo>
                    <a:pt x="72009" y="1772297"/>
                  </a:lnTo>
                  <a:lnTo>
                    <a:pt x="240385" y="1772297"/>
                  </a:lnTo>
                  <a:lnTo>
                    <a:pt x="240385" y="1733499"/>
                  </a:lnTo>
                  <a:close/>
                </a:path>
                <a:path w="240664" h="3159125">
                  <a:moveTo>
                    <a:pt x="240385" y="1646809"/>
                  </a:moveTo>
                  <a:lnTo>
                    <a:pt x="72009" y="1646809"/>
                  </a:lnTo>
                  <a:lnTo>
                    <a:pt x="72009" y="1685607"/>
                  </a:lnTo>
                  <a:lnTo>
                    <a:pt x="240385" y="1685607"/>
                  </a:lnTo>
                  <a:lnTo>
                    <a:pt x="240385" y="1646809"/>
                  </a:lnTo>
                  <a:close/>
                </a:path>
                <a:path w="240664" h="3159125">
                  <a:moveTo>
                    <a:pt x="240385" y="1560144"/>
                  </a:moveTo>
                  <a:lnTo>
                    <a:pt x="72009" y="1560144"/>
                  </a:lnTo>
                  <a:lnTo>
                    <a:pt x="72009" y="1598942"/>
                  </a:lnTo>
                  <a:lnTo>
                    <a:pt x="240385" y="1598942"/>
                  </a:lnTo>
                  <a:lnTo>
                    <a:pt x="240385" y="1560144"/>
                  </a:lnTo>
                  <a:close/>
                </a:path>
                <a:path w="240664" h="3159125">
                  <a:moveTo>
                    <a:pt x="240385" y="1473479"/>
                  </a:moveTo>
                  <a:lnTo>
                    <a:pt x="72009" y="1473479"/>
                  </a:lnTo>
                  <a:lnTo>
                    <a:pt x="72009" y="1512265"/>
                  </a:lnTo>
                  <a:lnTo>
                    <a:pt x="240385" y="1512265"/>
                  </a:lnTo>
                  <a:lnTo>
                    <a:pt x="240385" y="1473479"/>
                  </a:lnTo>
                  <a:close/>
                </a:path>
                <a:path w="240664" h="3159125">
                  <a:moveTo>
                    <a:pt x="240385" y="1386801"/>
                  </a:moveTo>
                  <a:lnTo>
                    <a:pt x="72009" y="1386801"/>
                  </a:lnTo>
                  <a:lnTo>
                    <a:pt x="72009" y="1425587"/>
                  </a:lnTo>
                  <a:lnTo>
                    <a:pt x="240385" y="1425587"/>
                  </a:lnTo>
                  <a:lnTo>
                    <a:pt x="240385" y="1386801"/>
                  </a:lnTo>
                  <a:close/>
                </a:path>
                <a:path w="240664" h="3159125">
                  <a:moveTo>
                    <a:pt x="240385" y="1300137"/>
                  </a:moveTo>
                  <a:lnTo>
                    <a:pt x="72009" y="1300137"/>
                  </a:lnTo>
                  <a:lnTo>
                    <a:pt x="72009" y="1338922"/>
                  </a:lnTo>
                  <a:lnTo>
                    <a:pt x="240385" y="1338922"/>
                  </a:lnTo>
                  <a:lnTo>
                    <a:pt x="240385" y="1300137"/>
                  </a:lnTo>
                  <a:close/>
                </a:path>
                <a:path w="240664" h="3159125">
                  <a:moveTo>
                    <a:pt x="240385" y="1213446"/>
                  </a:moveTo>
                  <a:lnTo>
                    <a:pt x="72009" y="1213446"/>
                  </a:lnTo>
                  <a:lnTo>
                    <a:pt x="72009" y="1252232"/>
                  </a:lnTo>
                  <a:lnTo>
                    <a:pt x="240385" y="1252232"/>
                  </a:lnTo>
                  <a:lnTo>
                    <a:pt x="240385" y="1213446"/>
                  </a:lnTo>
                  <a:close/>
                </a:path>
                <a:path w="240664" h="3159125">
                  <a:moveTo>
                    <a:pt x="240385" y="1126769"/>
                  </a:moveTo>
                  <a:lnTo>
                    <a:pt x="72009" y="1126769"/>
                  </a:lnTo>
                  <a:lnTo>
                    <a:pt x="72009" y="1165555"/>
                  </a:lnTo>
                  <a:lnTo>
                    <a:pt x="240385" y="1165555"/>
                  </a:lnTo>
                  <a:lnTo>
                    <a:pt x="240385" y="1126769"/>
                  </a:lnTo>
                  <a:close/>
                </a:path>
                <a:path w="240664" h="3159125">
                  <a:moveTo>
                    <a:pt x="240385" y="1040091"/>
                  </a:moveTo>
                  <a:lnTo>
                    <a:pt x="72009" y="1040091"/>
                  </a:lnTo>
                  <a:lnTo>
                    <a:pt x="72009" y="1078903"/>
                  </a:lnTo>
                  <a:lnTo>
                    <a:pt x="240385" y="1078903"/>
                  </a:lnTo>
                  <a:lnTo>
                    <a:pt x="240385" y="1040091"/>
                  </a:lnTo>
                  <a:close/>
                </a:path>
                <a:path w="240664" h="3159125">
                  <a:moveTo>
                    <a:pt x="240385" y="953427"/>
                  </a:moveTo>
                  <a:lnTo>
                    <a:pt x="72009" y="953427"/>
                  </a:lnTo>
                  <a:lnTo>
                    <a:pt x="72009" y="992225"/>
                  </a:lnTo>
                  <a:lnTo>
                    <a:pt x="240385" y="992225"/>
                  </a:lnTo>
                  <a:lnTo>
                    <a:pt x="240385" y="953427"/>
                  </a:lnTo>
                  <a:close/>
                </a:path>
                <a:path w="240664" h="3159125">
                  <a:moveTo>
                    <a:pt x="240385" y="866736"/>
                  </a:moveTo>
                  <a:lnTo>
                    <a:pt x="72009" y="866736"/>
                  </a:lnTo>
                  <a:lnTo>
                    <a:pt x="72009" y="905535"/>
                  </a:lnTo>
                  <a:lnTo>
                    <a:pt x="240385" y="905535"/>
                  </a:lnTo>
                  <a:lnTo>
                    <a:pt x="240385" y="866736"/>
                  </a:lnTo>
                  <a:close/>
                </a:path>
                <a:path w="240664" h="3159125">
                  <a:moveTo>
                    <a:pt x="240385" y="780072"/>
                  </a:moveTo>
                  <a:lnTo>
                    <a:pt x="72009" y="780072"/>
                  </a:lnTo>
                  <a:lnTo>
                    <a:pt x="72009" y="818870"/>
                  </a:lnTo>
                  <a:lnTo>
                    <a:pt x="240385" y="818870"/>
                  </a:lnTo>
                  <a:lnTo>
                    <a:pt x="240385" y="780072"/>
                  </a:lnTo>
                  <a:close/>
                </a:path>
                <a:path w="240664" h="3159125">
                  <a:moveTo>
                    <a:pt x="240385" y="693394"/>
                  </a:moveTo>
                  <a:lnTo>
                    <a:pt x="72009" y="693394"/>
                  </a:lnTo>
                  <a:lnTo>
                    <a:pt x="72009" y="732193"/>
                  </a:lnTo>
                  <a:lnTo>
                    <a:pt x="240385" y="732193"/>
                  </a:lnTo>
                  <a:lnTo>
                    <a:pt x="240385" y="693394"/>
                  </a:lnTo>
                  <a:close/>
                </a:path>
                <a:path w="240664" h="3159125">
                  <a:moveTo>
                    <a:pt x="240385" y="606729"/>
                  </a:moveTo>
                  <a:lnTo>
                    <a:pt x="72009" y="606729"/>
                  </a:lnTo>
                  <a:lnTo>
                    <a:pt x="72009" y="645528"/>
                  </a:lnTo>
                  <a:lnTo>
                    <a:pt x="240385" y="645528"/>
                  </a:lnTo>
                  <a:lnTo>
                    <a:pt x="240385" y="606729"/>
                  </a:lnTo>
                  <a:close/>
                </a:path>
                <a:path w="240664" h="3159125">
                  <a:moveTo>
                    <a:pt x="240385" y="520052"/>
                  </a:moveTo>
                  <a:lnTo>
                    <a:pt x="0" y="520052"/>
                  </a:lnTo>
                  <a:lnTo>
                    <a:pt x="0" y="558850"/>
                  </a:lnTo>
                  <a:lnTo>
                    <a:pt x="240385" y="558850"/>
                  </a:lnTo>
                  <a:lnTo>
                    <a:pt x="240385" y="520052"/>
                  </a:lnTo>
                  <a:close/>
                </a:path>
                <a:path w="240664" h="3159125">
                  <a:moveTo>
                    <a:pt x="240385" y="433374"/>
                  </a:moveTo>
                  <a:lnTo>
                    <a:pt x="0" y="433374"/>
                  </a:lnTo>
                  <a:lnTo>
                    <a:pt x="0" y="472160"/>
                  </a:lnTo>
                  <a:lnTo>
                    <a:pt x="240385" y="472160"/>
                  </a:lnTo>
                  <a:lnTo>
                    <a:pt x="240385" y="433374"/>
                  </a:lnTo>
                  <a:close/>
                </a:path>
                <a:path w="240664" h="3159125">
                  <a:moveTo>
                    <a:pt x="240385" y="346710"/>
                  </a:moveTo>
                  <a:lnTo>
                    <a:pt x="0" y="346710"/>
                  </a:lnTo>
                  <a:lnTo>
                    <a:pt x="0" y="385495"/>
                  </a:lnTo>
                  <a:lnTo>
                    <a:pt x="240385" y="385495"/>
                  </a:lnTo>
                  <a:lnTo>
                    <a:pt x="240385" y="346710"/>
                  </a:lnTo>
                  <a:close/>
                </a:path>
                <a:path w="240664" h="3159125">
                  <a:moveTo>
                    <a:pt x="240385" y="260032"/>
                  </a:moveTo>
                  <a:lnTo>
                    <a:pt x="0" y="260032"/>
                  </a:lnTo>
                  <a:lnTo>
                    <a:pt x="0" y="298818"/>
                  </a:lnTo>
                  <a:lnTo>
                    <a:pt x="240385" y="298818"/>
                  </a:lnTo>
                  <a:lnTo>
                    <a:pt x="240385" y="260032"/>
                  </a:lnTo>
                  <a:close/>
                </a:path>
                <a:path w="240664" h="3159125">
                  <a:moveTo>
                    <a:pt x="240385" y="173342"/>
                  </a:moveTo>
                  <a:lnTo>
                    <a:pt x="0" y="173342"/>
                  </a:lnTo>
                  <a:lnTo>
                    <a:pt x="0" y="212140"/>
                  </a:lnTo>
                  <a:lnTo>
                    <a:pt x="240385" y="212140"/>
                  </a:lnTo>
                  <a:lnTo>
                    <a:pt x="240385" y="173342"/>
                  </a:lnTo>
                  <a:close/>
                </a:path>
                <a:path w="240664" h="3159125">
                  <a:moveTo>
                    <a:pt x="240385" y="86677"/>
                  </a:moveTo>
                  <a:lnTo>
                    <a:pt x="0" y="86677"/>
                  </a:lnTo>
                  <a:lnTo>
                    <a:pt x="0" y="125476"/>
                  </a:lnTo>
                  <a:lnTo>
                    <a:pt x="240385" y="125476"/>
                  </a:lnTo>
                  <a:lnTo>
                    <a:pt x="240385" y="86677"/>
                  </a:lnTo>
                  <a:close/>
                </a:path>
                <a:path w="240664" h="3159125">
                  <a:moveTo>
                    <a:pt x="240385" y="0"/>
                  </a:moveTo>
                  <a:lnTo>
                    <a:pt x="0" y="0"/>
                  </a:lnTo>
                  <a:lnTo>
                    <a:pt x="0" y="38798"/>
                  </a:lnTo>
                  <a:lnTo>
                    <a:pt x="240385" y="38798"/>
                  </a:lnTo>
                  <a:lnTo>
                    <a:pt x="240385" y="0"/>
                  </a:lnTo>
                  <a:close/>
                </a:path>
              </a:pathLst>
            </a:custGeom>
            <a:solidFill>
              <a:srgbClr val="80818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 descr=""/>
            <p:cNvSpPr/>
            <p:nvPr/>
          </p:nvSpPr>
          <p:spPr>
            <a:xfrm>
              <a:off x="4037482" y="2507214"/>
              <a:ext cx="104775" cy="3209925"/>
            </a:xfrm>
            <a:custGeom>
              <a:avLst/>
              <a:gdLst/>
              <a:ahLst/>
              <a:cxnLst/>
              <a:rect l="l" t="t" r="r" b="b"/>
              <a:pathLst>
                <a:path w="104775" h="3209925">
                  <a:moveTo>
                    <a:pt x="104419" y="3200844"/>
                  </a:moveTo>
                  <a:lnTo>
                    <a:pt x="0" y="3200844"/>
                  </a:lnTo>
                  <a:lnTo>
                    <a:pt x="0" y="3209785"/>
                  </a:lnTo>
                  <a:lnTo>
                    <a:pt x="104419" y="3209785"/>
                  </a:lnTo>
                  <a:lnTo>
                    <a:pt x="104419" y="3200844"/>
                  </a:lnTo>
                  <a:close/>
                </a:path>
                <a:path w="104775" h="3209925">
                  <a:moveTo>
                    <a:pt x="104419" y="0"/>
                  </a:moveTo>
                  <a:lnTo>
                    <a:pt x="0" y="0"/>
                  </a:lnTo>
                  <a:lnTo>
                    <a:pt x="0" y="493407"/>
                  </a:lnTo>
                  <a:lnTo>
                    <a:pt x="104419" y="493407"/>
                  </a:lnTo>
                  <a:lnTo>
                    <a:pt x="104419" y="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 descr=""/>
            <p:cNvSpPr/>
            <p:nvPr/>
          </p:nvSpPr>
          <p:spPr>
            <a:xfrm>
              <a:off x="4037482" y="2539688"/>
              <a:ext cx="104775" cy="431800"/>
            </a:xfrm>
            <a:custGeom>
              <a:avLst/>
              <a:gdLst/>
              <a:ahLst/>
              <a:cxnLst/>
              <a:rect l="l" t="t" r="r" b="b"/>
              <a:pathLst>
                <a:path w="104775" h="431800">
                  <a:moveTo>
                    <a:pt x="104419" y="417144"/>
                  </a:moveTo>
                  <a:lnTo>
                    <a:pt x="0" y="417144"/>
                  </a:lnTo>
                  <a:lnTo>
                    <a:pt x="0" y="431304"/>
                  </a:lnTo>
                  <a:lnTo>
                    <a:pt x="104419" y="431304"/>
                  </a:lnTo>
                  <a:lnTo>
                    <a:pt x="104419" y="417144"/>
                  </a:lnTo>
                  <a:close/>
                </a:path>
                <a:path w="104775" h="431800">
                  <a:moveTo>
                    <a:pt x="104419" y="347624"/>
                  </a:moveTo>
                  <a:lnTo>
                    <a:pt x="0" y="347624"/>
                  </a:lnTo>
                  <a:lnTo>
                    <a:pt x="0" y="361784"/>
                  </a:lnTo>
                  <a:lnTo>
                    <a:pt x="104419" y="361784"/>
                  </a:lnTo>
                  <a:lnTo>
                    <a:pt x="104419" y="347624"/>
                  </a:lnTo>
                  <a:close/>
                </a:path>
                <a:path w="104775" h="431800">
                  <a:moveTo>
                    <a:pt x="104419" y="278091"/>
                  </a:moveTo>
                  <a:lnTo>
                    <a:pt x="0" y="278091"/>
                  </a:lnTo>
                  <a:lnTo>
                    <a:pt x="0" y="292265"/>
                  </a:lnTo>
                  <a:lnTo>
                    <a:pt x="104419" y="292265"/>
                  </a:lnTo>
                  <a:lnTo>
                    <a:pt x="104419" y="278091"/>
                  </a:lnTo>
                  <a:close/>
                </a:path>
                <a:path w="104775" h="431800">
                  <a:moveTo>
                    <a:pt x="104419" y="208572"/>
                  </a:moveTo>
                  <a:lnTo>
                    <a:pt x="0" y="208572"/>
                  </a:lnTo>
                  <a:lnTo>
                    <a:pt x="0" y="222732"/>
                  </a:lnTo>
                  <a:lnTo>
                    <a:pt x="104419" y="222732"/>
                  </a:lnTo>
                  <a:lnTo>
                    <a:pt x="104419" y="208572"/>
                  </a:lnTo>
                  <a:close/>
                </a:path>
                <a:path w="104775" h="431800">
                  <a:moveTo>
                    <a:pt x="104419" y="139052"/>
                  </a:moveTo>
                  <a:lnTo>
                    <a:pt x="0" y="139052"/>
                  </a:lnTo>
                  <a:lnTo>
                    <a:pt x="0" y="153225"/>
                  </a:lnTo>
                  <a:lnTo>
                    <a:pt x="104419" y="153225"/>
                  </a:lnTo>
                  <a:lnTo>
                    <a:pt x="104419" y="139052"/>
                  </a:lnTo>
                  <a:close/>
                </a:path>
                <a:path w="104775" h="431800">
                  <a:moveTo>
                    <a:pt x="104419" y="69519"/>
                  </a:moveTo>
                  <a:lnTo>
                    <a:pt x="0" y="69519"/>
                  </a:lnTo>
                  <a:lnTo>
                    <a:pt x="0" y="83693"/>
                  </a:lnTo>
                  <a:lnTo>
                    <a:pt x="104419" y="83693"/>
                  </a:lnTo>
                  <a:lnTo>
                    <a:pt x="104419" y="69519"/>
                  </a:lnTo>
                  <a:close/>
                </a:path>
                <a:path w="104775" h="431800">
                  <a:moveTo>
                    <a:pt x="104419" y="0"/>
                  </a:moveTo>
                  <a:lnTo>
                    <a:pt x="0" y="0"/>
                  </a:lnTo>
                  <a:lnTo>
                    <a:pt x="0" y="14160"/>
                  </a:lnTo>
                  <a:lnTo>
                    <a:pt x="104419" y="14160"/>
                  </a:lnTo>
                  <a:lnTo>
                    <a:pt x="104419" y="0"/>
                  </a:lnTo>
                  <a:close/>
                </a:path>
              </a:pathLst>
            </a:custGeom>
            <a:solidFill>
              <a:srgbClr val="80818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 descr=""/>
            <p:cNvSpPr/>
            <p:nvPr/>
          </p:nvSpPr>
          <p:spPr>
            <a:xfrm>
              <a:off x="4382295" y="2507211"/>
              <a:ext cx="104775" cy="3209925"/>
            </a:xfrm>
            <a:custGeom>
              <a:avLst/>
              <a:gdLst/>
              <a:ahLst/>
              <a:cxnLst/>
              <a:rect l="l" t="t" r="r" b="b"/>
              <a:pathLst>
                <a:path w="104775" h="3209925">
                  <a:moveTo>
                    <a:pt x="104415" y="0"/>
                  </a:moveTo>
                  <a:lnTo>
                    <a:pt x="0" y="0"/>
                  </a:lnTo>
                  <a:lnTo>
                    <a:pt x="0" y="3209787"/>
                  </a:lnTo>
                  <a:lnTo>
                    <a:pt x="104415" y="3209787"/>
                  </a:lnTo>
                  <a:lnTo>
                    <a:pt x="104415" y="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 descr=""/>
            <p:cNvSpPr/>
            <p:nvPr/>
          </p:nvSpPr>
          <p:spPr>
            <a:xfrm>
              <a:off x="4382287" y="2539688"/>
              <a:ext cx="104775" cy="3143250"/>
            </a:xfrm>
            <a:custGeom>
              <a:avLst/>
              <a:gdLst/>
              <a:ahLst/>
              <a:cxnLst/>
              <a:rect l="l" t="t" r="r" b="b"/>
              <a:pathLst>
                <a:path w="104775" h="3143250">
                  <a:moveTo>
                    <a:pt x="104419" y="3128556"/>
                  </a:moveTo>
                  <a:lnTo>
                    <a:pt x="0" y="3128556"/>
                  </a:lnTo>
                  <a:lnTo>
                    <a:pt x="0" y="3142716"/>
                  </a:lnTo>
                  <a:lnTo>
                    <a:pt x="104419" y="3142716"/>
                  </a:lnTo>
                  <a:lnTo>
                    <a:pt x="104419" y="3128556"/>
                  </a:lnTo>
                  <a:close/>
                </a:path>
                <a:path w="104775" h="3143250">
                  <a:moveTo>
                    <a:pt x="104419" y="3059036"/>
                  </a:moveTo>
                  <a:lnTo>
                    <a:pt x="0" y="3059036"/>
                  </a:lnTo>
                  <a:lnTo>
                    <a:pt x="0" y="3073209"/>
                  </a:lnTo>
                  <a:lnTo>
                    <a:pt x="104419" y="3073209"/>
                  </a:lnTo>
                  <a:lnTo>
                    <a:pt x="104419" y="3059036"/>
                  </a:lnTo>
                  <a:close/>
                </a:path>
                <a:path w="104775" h="3143250">
                  <a:moveTo>
                    <a:pt x="104419" y="2989516"/>
                  </a:moveTo>
                  <a:lnTo>
                    <a:pt x="0" y="2989516"/>
                  </a:lnTo>
                  <a:lnTo>
                    <a:pt x="0" y="3003677"/>
                  </a:lnTo>
                  <a:lnTo>
                    <a:pt x="104419" y="3003677"/>
                  </a:lnTo>
                  <a:lnTo>
                    <a:pt x="104419" y="2989516"/>
                  </a:lnTo>
                  <a:close/>
                </a:path>
                <a:path w="104775" h="3143250">
                  <a:moveTo>
                    <a:pt x="104419" y="2919984"/>
                  </a:moveTo>
                  <a:lnTo>
                    <a:pt x="0" y="2919984"/>
                  </a:lnTo>
                  <a:lnTo>
                    <a:pt x="0" y="2934144"/>
                  </a:lnTo>
                  <a:lnTo>
                    <a:pt x="104419" y="2934144"/>
                  </a:lnTo>
                  <a:lnTo>
                    <a:pt x="104419" y="2919984"/>
                  </a:lnTo>
                  <a:close/>
                </a:path>
                <a:path w="104775" h="3143250">
                  <a:moveTo>
                    <a:pt x="104419" y="2850451"/>
                  </a:moveTo>
                  <a:lnTo>
                    <a:pt x="0" y="2850451"/>
                  </a:lnTo>
                  <a:lnTo>
                    <a:pt x="0" y="2864624"/>
                  </a:lnTo>
                  <a:lnTo>
                    <a:pt x="104419" y="2864624"/>
                  </a:lnTo>
                  <a:lnTo>
                    <a:pt x="104419" y="2850451"/>
                  </a:lnTo>
                  <a:close/>
                </a:path>
                <a:path w="104775" h="3143250">
                  <a:moveTo>
                    <a:pt x="104419" y="2780944"/>
                  </a:moveTo>
                  <a:lnTo>
                    <a:pt x="0" y="2780944"/>
                  </a:lnTo>
                  <a:lnTo>
                    <a:pt x="0" y="2795105"/>
                  </a:lnTo>
                  <a:lnTo>
                    <a:pt x="104419" y="2795105"/>
                  </a:lnTo>
                  <a:lnTo>
                    <a:pt x="104419" y="2780944"/>
                  </a:lnTo>
                  <a:close/>
                </a:path>
                <a:path w="104775" h="3143250">
                  <a:moveTo>
                    <a:pt x="104419" y="2711412"/>
                  </a:moveTo>
                  <a:lnTo>
                    <a:pt x="0" y="2711412"/>
                  </a:lnTo>
                  <a:lnTo>
                    <a:pt x="0" y="2725585"/>
                  </a:lnTo>
                  <a:lnTo>
                    <a:pt x="104419" y="2725585"/>
                  </a:lnTo>
                  <a:lnTo>
                    <a:pt x="104419" y="2711412"/>
                  </a:lnTo>
                  <a:close/>
                </a:path>
                <a:path w="104775" h="3143250">
                  <a:moveTo>
                    <a:pt x="104419" y="2641892"/>
                  </a:moveTo>
                  <a:lnTo>
                    <a:pt x="0" y="2641892"/>
                  </a:lnTo>
                  <a:lnTo>
                    <a:pt x="0" y="2656065"/>
                  </a:lnTo>
                  <a:lnTo>
                    <a:pt x="104419" y="2656065"/>
                  </a:lnTo>
                  <a:lnTo>
                    <a:pt x="104419" y="2641892"/>
                  </a:lnTo>
                  <a:close/>
                </a:path>
                <a:path w="104775" h="3143250">
                  <a:moveTo>
                    <a:pt x="104419" y="2572372"/>
                  </a:moveTo>
                  <a:lnTo>
                    <a:pt x="0" y="2572372"/>
                  </a:lnTo>
                  <a:lnTo>
                    <a:pt x="0" y="2586532"/>
                  </a:lnTo>
                  <a:lnTo>
                    <a:pt x="104419" y="2586532"/>
                  </a:lnTo>
                  <a:lnTo>
                    <a:pt x="104419" y="2572372"/>
                  </a:lnTo>
                  <a:close/>
                </a:path>
                <a:path w="104775" h="3143250">
                  <a:moveTo>
                    <a:pt x="104419" y="2502839"/>
                  </a:moveTo>
                  <a:lnTo>
                    <a:pt x="0" y="2502839"/>
                  </a:lnTo>
                  <a:lnTo>
                    <a:pt x="0" y="2517013"/>
                  </a:lnTo>
                  <a:lnTo>
                    <a:pt x="104419" y="2517013"/>
                  </a:lnTo>
                  <a:lnTo>
                    <a:pt x="104419" y="2502839"/>
                  </a:lnTo>
                  <a:close/>
                </a:path>
                <a:path w="104775" h="3143250">
                  <a:moveTo>
                    <a:pt x="104419" y="2433320"/>
                  </a:moveTo>
                  <a:lnTo>
                    <a:pt x="0" y="2433320"/>
                  </a:lnTo>
                  <a:lnTo>
                    <a:pt x="0" y="2447480"/>
                  </a:lnTo>
                  <a:lnTo>
                    <a:pt x="104419" y="2447480"/>
                  </a:lnTo>
                  <a:lnTo>
                    <a:pt x="104419" y="2433320"/>
                  </a:lnTo>
                  <a:close/>
                </a:path>
                <a:path w="104775" h="3143250">
                  <a:moveTo>
                    <a:pt x="104419" y="2363800"/>
                  </a:moveTo>
                  <a:lnTo>
                    <a:pt x="0" y="2363800"/>
                  </a:lnTo>
                  <a:lnTo>
                    <a:pt x="0" y="2377973"/>
                  </a:lnTo>
                  <a:lnTo>
                    <a:pt x="104419" y="2377973"/>
                  </a:lnTo>
                  <a:lnTo>
                    <a:pt x="104419" y="2363800"/>
                  </a:lnTo>
                  <a:close/>
                </a:path>
                <a:path w="104775" h="3143250">
                  <a:moveTo>
                    <a:pt x="104419" y="2294280"/>
                  </a:moveTo>
                  <a:lnTo>
                    <a:pt x="0" y="2294280"/>
                  </a:lnTo>
                  <a:lnTo>
                    <a:pt x="0" y="2308441"/>
                  </a:lnTo>
                  <a:lnTo>
                    <a:pt x="104419" y="2308441"/>
                  </a:lnTo>
                  <a:lnTo>
                    <a:pt x="104419" y="2294280"/>
                  </a:lnTo>
                  <a:close/>
                </a:path>
                <a:path w="104775" h="3143250">
                  <a:moveTo>
                    <a:pt x="104419" y="2224748"/>
                  </a:moveTo>
                  <a:lnTo>
                    <a:pt x="0" y="2224748"/>
                  </a:lnTo>
                  <a:lnTo>
                    <a:pt x="0" y="2238921"/>
                  </a:lnTo>
                  <a:lnTo>
                    <a:pt x="104419" y="2238921"/>
                  </a:lnTo>
                  <a:lnTo>
                    <a:pt x="104419" y="2224748"/>
                  </a:lnTo>
                  <a:close/>
                </a:path>
                <a:path w="104775" h="3143250">
                  <a:moveTo>
                    <a:pt x="104419" y="2155228"/>
                  </a:moveTo>
                  <a:lnTo>
                    <a:pt x="0" y="2155228"/>
                  </a:lnTo>
                  <a:lnTo>
                    <a:pt x="0" y="2169401"/>
                  </a:lnTo>
                  <a:lnTo>
                    <a:pt x="104419" y="2169401"/>
                  </a:lnTo>
                  <a:lnTo>
                    <a:pt x="104419" y="2155228"/>
                  </a:lnTo>
                  <a:close/>
                </a:path>
                <a:path w="104775" h="3143250">
                  <a:moveTo>
                    <a:pt x="104419" y="2085708"/>
                  </a:moveTo>
                  <a:lnTo>
                    <a:pt x="0" y="2085708"/>
                  </a:lnTo>
                  <a:lnTo>
                    <a:pt x="0" y="2099868"/>
                  </a:lnTo>
                  <a:lnTo>
                    <a:pt x="104419" y="2099868"/>
                  </a:lnTo>
                  <a:lnTo>
                    <a:pt x="104419" y="2085708"/>
                  </a:lnTo>
                  <a:close/>
                </a:path>
                <a:path w="104775" h="3143250">
                  <a:moveTo>
                    <a:pt x="104419" y="2016175"/>
                  </a:moveTo>
                  <a:lnTo>
                    <a:pt x="0" y="2016175"/>
                  </a:lnTo>
                  <a:lnTo>
                    <a:pt x="0" y="2030349"/>
                  </a:lnTo>
                  <a:lnTo>
                    <a:pt x="104419" y="2030349"/>
                  </a:lnTo>
                  <a:lnTo>
                    <a:pt x="104419" y="2016175"/>
                  </a:lnTo>
                  <a:close/>
                </a:path>
                <a:path w="104775" h="3143250">
                  <a:moveTo>
                    <a:pt x="104419" y="1946656"/>
                  </a:moveTo>
                  <a:lnTo>
                    <a:pt x="0" y="1946656"/>
                  </a:lnTo>
                  <a:lnTo>
                    <a:pt x="0" y="1960816"/>
                  </a:lnTo>
                  <a:lnTo>
                    <a:pt x="104419" y="1960816"/>
                  </a:lnTo>
                  <a:lnTo>
                    <a:pt x="104419" y="1946656"/>
                  </a:lnTo>
                  <a:close/>
                </a:path>
                <a:path w="104775" h="3143250">
                  <a:moveTo>
                    <a:pt x="104419" y="1877136"/>
                  </a:moveTo>
                  <a:lnTo>
                    <a:pt x="0" y="1877136"/>
                  </a:lnTo>
                  <a:lnTo>
                    <a:pt x="0" y="1891296"/>
                  </a:lnTo>
                  <a:lnTo>
                    <a:pt x="104419" y="1891296"/>
                  </a:lnTo>
                  <a:lnTo>
                    <a:pt x="104419" y="1877136"/>
                  </a:lnTo>
                  <a:close/>
                </a:path>
                <a:path w="104775" h="3143250">
                  <a:moveTo>
                    <a:pt x="104419" y="1807603"/>
                  </a:moveTo>
                  <a:lnTo>
                    <a:pt x="0" y="1807603"/>
                  </a:lnTo>
                  <a:lnTo>
                    <a:pt x="0" y="1821776"/>
                  </a:lnTo>
                  <a:lnTo>
                    <a:pt x="104419" y="1821776"/>
                  </a:lnTo>
                  <a:lnTo>
                    <a:pt x="104419" y="1807603"/>
                  </a:lnTo>
                  <a:close/>
                </a:path>
                <a:path w="104775" h="3143250">
                  <a:moveTo>
                    <a:pt x="104419" y="1738096"/>
                  </a:moveTo>
                  <a:lnTo>
                    <a:pt x="0" y="1738096"/>
                  </a:lnTo>
                  <a:lnTo>
                    <a:pt x="0" y="1752257"/>
                  </a:lnTo>
                  <a:lnTo>
                    <a:pt x="104419" y="1752257"/>
                  </a:lnTo>
                  <a:lnTo>
                    <a:pt x="104419" y="1738096"/>
                  </a:lnTo>
                  <a:close/>
                </a:path>
                <a:path w="104775" h="3143250">
                  <a:moveTo>
                    <a:pt x="104419" y="1668564"/>
                  </a:moveTo>
                  <a:lnTo>
                    <a:pt x="0" y="1668564"/>
                  </a:lnTo>
                  <a:lnTo>
                    <a:pt x="0" y="1682737"/>
                  </a:lnTo>
                  <a:lnTo>
                    <a:pt x="104419" y="1682737"/>
                  </a:lnTo>
                  <a:lnTo>
                    <a:pt x="104419" y="1668564"/>
                  </a:lnTo>
                  <a:close/>
                </a:path>
                <a:path w="104775" h="3143250">
                  <a:moveTo>
                    <a:pt x="104419" y="1599044"/>
                  </a:moveTo>
                  <a:lnTo>
                    <a:pt x="0" y="1599044"/>
                  </a:lnTo>
                  <a:lnTo>
                    <a:pt x="0" y="1613204"/>
                  </a:lnTo>
                  <a:lnTo>
                    <a:pt x="104419" y="1613204"/>
                  </a:lnTo>
                  <a:lnTo>
                    <a:pt x="104419" y="1599044"/>
                  </a:lnTo>
                  <a:close/>
                </a:path>
                <a:path w="104775" h="3143250">
                  <a:moveTo>
                    <a:pt x="104419" y="1529524"/>
                  </a:moveTo>
                  <a:lnTo>
                    <a:pt x="0" y="1529524"/>
                  </a:lnTo>
                  <a:lnTo>
                    <a:pt x="0" y="1543685"/>
                  </a:lnTo>
                  <a:lnTo>
                    <a:pt x="104419" y="1543685"/>
                  </a:lnTo>
                  <a:lnTo>
                    <a:pt x="104419" y="1529524"/>
                  </a:lnTo>
                  <a:close/>
                </a:path>
                <a:path w="104775" h="3143250">
                  <a:moveTo>
                    <a:pt x="104419" y="1459992"/>
                  </a:moveTo>
                  <a:lnTo>
                    <a:pt x="0" y="1459992"/>
                  </a:lnTo>
                  <a:lnTo>
                    <a:pt x="0" y="1474165"/>
                  </a:lnTo>
                  <a:lnTo>
                    <a:pt x="104419" y="1474165"/>
                  </a:lnTo>
                  <a:lnTo>
                    <a:pt x="104419" y="1459992"/>
                  </a:lnTo>
                  <a:close/>
                </a:path>
                <a:path w="104775" h="3143250">
                  <a:moveTo>
                    <a:pt x="104419" y="1390472"/>
                  </a:moveTo>
                  <a:lnTo>
                    <a:pt x="0" y="1390472"/>
                  </a:lnTo>
                  <a:lnTo>
                    <a:pt x="0" y="1404632"/>
                  </a:lnTo>
                  <a:lnTo>
                    <a:pt x="104419" y="1404632"/>
                  </a:lnTo>
                  <a:lnTo>
                    <a:pt x="104419" y="1390472"/>
                  </a:lnTo>
                  <a:close/>
                </a:path>
                <a:path w="104775" h="3143250">
                  <a:moveTo>
                    <a:pt x="104419" y="1320939"/>
                  </a:moveTo>
                  <a:lnTo>
                    <a:pt x="0" y="1320939"/>
                  </a:lnTo>
                  <a:lnTo>
                    <a:pt x="0" y="1335112"/>
                  </a:lnTo>
                  <a:lnTo>
                    <a:pt x="104419" y="1335112"/>
                  </a:lnTo>
                  <a:lnTo>
                    <a:pt x="104419" y="1320939"/>
                  </a:lnTo>
                  <a:close/>
                </a:path>
                <a:path w="104775" h="3143250">
                  <a:moveTo>
                    <a:pt x="104419" y="1251432"/>
                  </a:moveTo>
                  <a:lnTo>
                    <a:pt x="0" y="1251432"/>
                  </a:lnTo>
                  <a:lnTo>
                    <a:pt x="0" y="1265593"/>
                  </a:lnTo>
                  <a:lnTo>
                    <a:pt x="104419" y="1265593"/>
                  </a:lnTo>
                  <a:lnTo>
                    <a:pt x="104419" y="1251432"/>
                  </a:lnTo>
                  <a:close/>
                </a:path>
                <a:path w="104775" h="3143250">
                  <a:moveTo>
                    <a:pt x="104419" y="1181900"/>
                  </a:moveTo>
                  <a:lnTo>
                    <a:pt x="0" y="1181900"/>
                  </a:lnTo>
                  <a:lnTo>
                    <a:pt x="0" y="1196073"/>
                  </a:lnTo>
                  <a:lnTo>
                    <a:pt x="104419" y="1196073"/>
                  </a:lnTo>
                  <a:lnTo>
                    <a:pt x="104419" y="1181900"/>
                  </a:lnTo>
                  <a:close/>
                </a:path>
                <a:path w="104775" h="3143250">
                  <a:moveTo>
                    <a:pt x="104419" y="1112367"/>
                  </a:moveTo>
                  <a:lnTo>
                    <a:pt x="0" y="1112367"/>
                  </a:lnTo>
                  <a:lnTo>
                    <a:pt x="0" y="1126540"/>
                  </a:lnTo>
                  <a:lnTo>
                    <a:pt x="104419" y="1126540"/>
                  </a:lnTo>
                  <a:lnTo>
                    <a:pt x="104419" y="1112367"/>
                  </a:lnTo>
                  <a:close/>
                </a:path>
                <a:path w="104775" h="3143250">
                  <a:moveTo>
                    <a:pt x="104419" y="1042847"/>
                  </a:moveTo>
                  <a:lnTo>
                    <a:pt x="0" y="1042847"/>
                  </a:lnTo>
                  <a:lnTo>
                    <a:pt x="0" y="1057008"/>
                  </a:lnTo>
                  <a:lnTo>
                    <a:pt x="104419" y="1057008"/>
                  </a:lnTo>
                  <a:lnTo>
                    <a:pt x="104419" y="1042847"/>
                  </a:lnTo>
                  <a:close/>
                </a:path>
                <a:path w="104775" h="3143250">
                  <a:moveTo>
                    <a:pt x="104419" y="973328"/>
                  </a:moveTo>
                  <a:lnTo>
                    <a:pt x="0" y="973328"/>
                  </a:lnTo>
                  <a:lnTo>
                    <a:pt x="0" y="987501"/>
                  </a:lnTo>
                  <a:lnTo>
                    <a:pt x="104419" y="987501"/>
                  </a:lnTo>
                  <a:lnTo>
                    <a:pt x="104419" y="973328"/>
                  </a:lnTo>
                  <a:close/>
                </a:path>
                <a:path w="104775" h="3143250">
                  <a:moveTo>
                    <a:pt x="104419" y="903820"/>
                  </a:moveTo>
                  <a:lnTo>
                    <a:pt x="0" y="903820"/>
                  </a:lnTo>
                  <a:lnTo>
                    <a:pt x="0" y="917981"/>
                  </a:lnTo>
                  <a:lnTo>
                    <a:pt x="104419" y="917981"/>
                  </a:lnTo>
                  <a:lnTo>
                    <a:pt x="104419" y="903820"/>
                  </a:lnTo>
                  <a:close/>
                </a:path>
                <a:path w="104775" h="3143250">
                  <a:moveTo>
                    <a:pt x="104419" y="834288"/>
                  </a:moveTo>
                  <a:lnTo>
                    <a:pt x="0" y="834288"/>
                  </a:lnTo>
                  <a:lnTo>
                    <a:pt x="0" y="848448"/>
                  </a:lnTo>
                  <a:lnTo>
                    <a:pt x="104419" y="848448"/>
                  </a:lnTo>
                  <a:lnTo>
                    <a:pt x="104419" y="834288"/>
                  </a:lnTo>
                  <a:close/>
                </a:path>
                <a:path w="104775" h="3143250">
                  <a:moveTo>
                    <a:pt x="104419" y="764755"/>
                  </a:moveTo>
                  <a:lnTo>
                    <a:pt x="0" y="764755"/>
                  </a:lnTo>
                  <a:lnTo>
                    <a:pt x="0" y="778929"/>
                  </a:lnTo>
                  <a:lnTo>
                    <a:pt x="104419" y="778929"/>
                  </a:lnTo>
                  <a:lnTo>
                    <a:pt x="104419" y="764755"/>
                  </a:lnTo>
                  <a:close/>
                </a:path>
                <a:path w="104775" h="3143250">
                  <a:moveTo>
                    <a:pt x="104419" y="695236"/>
                  </a:moveTo>
                  <a:lnTo>
                    <a:pt x="0" y="695236"/>
                  </a:lnTo>
                  <a:lnTo>
                    <a:pt x="0" y="709396"/>
                  </a:lnTo>
                  <a:lnTo>
                    <a:pt x="104419" y="709396"/>
                  </a:lnTo>
                  <a:lnTo>
                    <a:pt x="104419" y="695236"/>
                  </a:lnTo>
                  <a:close/>
                </a:path>
                <a:path w="104775" h="3143250">
                  <a:moveTo>
                    <a:pt x="104419" y="625716"/>
                  </a:moveTo>
                  <a:lnTo>
                    <a:pt x="0" y="625716"/>
                  </a:lnTo>
                  <a:lnTo>
                    <a:pt x="0" y="639889"/>
                  </a:lnTo>
                  <a:lnTo>
                    <a:pt x="104419" y="639889"/>
                  </a:lnTo>
                  <a:lnTo>
                    <a:pt x="104419" y="625716"/>
                  </a:lnTo>
                  <a:close/>
                </a:path>
                <a:path w="104775" h="3143250">
                  <a:moveTo>
                    <a:pt x="104419" y="556196"/>
                  </a:moveTo>
                  <a:lnTo>
                    <a:pt x="0" y="556196"/>
                  </a:lnTo>
                  <a:lnTo>
                    <a:pt x="0" y="570357"/>
                  </a:lnTo>
                  <a:lnTo>
                    <a:pt x="104419" y="570357"/>
                  </a:lnTo>
                  <a:lnTo>
                    <a:pt x="104419" y="556196"/>
                  </a:lnTo>
                  <a:close/>
                </a:path>
                <a:path w="104775" h="3143250">
                  <a:moveTo>
                    <a:pt x="104419" y="486664"/>
                  </a:moveTo>
                  <a:lnTo>
                    <a:pt x="0" y="486664"/>
                  </a:lnTo>
                  <a:lnTo>
                    <a:pt x="0" y="500837"/>
                  </a:lnTo>
                  <a:lnTo>
                    <a:pt x="104419" y="500837"/>
                  </a:lnTo>
                  <a:lnTo>
                    <a:pt x="104419" y="486664"/>
                  </a:lnTo>
                  <a:close/>
                </a:path>
                <a:path w="104775" h="3143250">
                  <a:moveTo>
                    <a:pt x="104419" y="417144"/>
                  </a:moveTo>
                  <a:lnTo>
                    <a:pt x="0" y="417144"/>
                  </a:lnTo>
                  <a:lnTo>
                    <a:pt x="0" y="431304"/>
                  </a:lnTo>
                  <a:lnTo>
                    <a:pt x="104419" y="431304"/>
                  </a:lnTo>
                  <a:lnTo>
                    <a:pt x="104419" y="417144"/>
                  </a:lnTo>
                  <a:close/>
                </a:path>
                <a:path w="104775" h="3143250">
                  <a:moveTo>
                    <a:pt x="104419" y="347624"/>
                  </a:moveTo>
                  <a:lnTo>
                    <a:pt x="0" y="347624"/>
                  </a:lnTo>
                  <a:lnTo>
                    <a:pt x="0" y="361784"/>
                  </a:lnTo>
                  <a:lnTo>
                    <a:pt x="104419" y="361784"/>
                  </a:lnTo>
                  <a:lnTo>
                    <a:pt x="104419" y="347624"/>
                  </a:lnTo>
                  <a:close/>
                </a:path>
                <a:path w="104775" h="3143250">
                  <a:moveTo>
                    <a:pt x="104419" y="278091"/>
                  </a:moveTo>
                  <a:lnTo>
                    <a:pt x="0" y="278091"/>
                  </a:lnTo>
                  <a:lnTo>
                    <a:pt x="0" y="292265"/>
                  </a:lnTo>
                  <a:lnTo>
                    <a:pt x="104419" y="292265"/>
                  </a:lnTo>
                  <a:lnTo>
                    <a:pt x="104419" y="278091"/>
                  </a:lnTo>
                  <a:close/>
                </a:path>
                <a:path w="104775" h="3143250">
                  <a:moveTo>
                    <a:pt x="104419" y="208572"/>
                  </a:moveTo>
                  <a:lnTo>
                    <a:pt x="0" y="208572"/>
                  </a:lnTo>
                  <a:lnTo>
                    <a:pt x="0" y="222732"/>
                  </a:lnTo>
                  <a:lnTo>
                    <a:pt x="104419" y="222732"/>
                  </a:lnTo>
                  <a:lnTo>
                    <a:pt x="104419" y="208572"/>
                  </a:lnTo>
                  <a:close/>
                </a:path>
                <a:path w="104775" h="3143250">
                  <a:moveTo>
                    <a:pt x="104419" y="139052"/>
                  </a:moveTo>
                  <a:lnTo>
                    <a:pt x="0" y="139052"/>
                  </a:lnTo>
                  <a:lnTo>
                    <a:pt x="0" y="153225"/>
                  </a:lnTo>
                  <a:lnTo>
                    <a:pt x="104419" y="153225"/>
                  </a:lnTo>
                  <a:lnTo>
                    <a:pt x="104419" y="139052"/>
                  </a:lnTo>
                  <a:close/>
                </a:path>
                <a:path w="104775" h="3143250">
                  <a:moveTo>
                    <a:pt x="104419" y="69519"/>
                  </a:moveTo>
                  <a:lnTo>
                    <a:pt x="0" y="69519"/>
                  </a:lnTo>
                  <a:lnTo>
                    <a:pt x="0" y="83693"/>
                  </a:lnTo>
                  <a:lnTo>
                    <a:pt x="104419" y="83693"/>
                  </a:lnTo>
                  <a:lnTo>
                    <a:pt x="104419" y="69519"/>
                  </a:lnTo>
                  <a:close/>
                </a:path>
                <a:path w="104775" h="3143250">
                  <a:moveTo>
                    <a:pt x="104419" y="0"/>
                  </a:moveTo>
                  <a:lnTo>
                    <a:pt x="0" y="0"/>
                  </a:lnTo>
                  <a:lnTo>
                    <a:pt x="0" y="14160"/>
                  </a:lnTo>
                  <a:lnTo>
                    <a:pt x="104419" y="14160"/>
                  </a:lnTo>
                  <a:lnTo>
                    <a:pt x="104419" y="0"/>
                  </a:lnTo>
                  <a:close/>
                </a:path>
              </a:pathLst>
            </a:custGeom>
            <a:solidFill>
              <a:srgbClr val="80818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 descr=""/>
            <p:cNvSpPr/>
            <p:nvPr/>
          </p:nvSpPr>
          <p:spPr>
            <a:xfrm>
              <a:off x="3844899" y="2237580"/>
              <a:ext cx="835025" cy="283845"/>
            </a:xfrm>
            <a:custGeom>
              <a:avLst/>
              <a:gdLst/>
              <a:ahLst/>
              <a:cxnLst/>
              <a:rect l="l" t="t" r="r" b="b"/>
              <a:pathLst>
                <a:path w="835025" h="283844">
                  <a:moveTo>
                    <a:pt x="117614" y="130568"/>
                  </a:moveTo>
                  <a:lnTo>
                    <a:pt x="111366" y="124320"/>
                  </a:lnTo>
                  <a:lnTo>
                    <a:pt x="95935" y="124320"/>
                  </a:lnTo>
                  <a:lnTo>
                    <a:pt x="89687" y="130568"/>
                  </a:lnTo>
                  <a:lnTo>
                    <a:pt x="89687" y="145986"/>
                  </a:lnTo>
                  <a:lnTo>
                    <a:pt x="95935" y="152247"/>
                  </a:lnTo>
                  <a:lnTo>
                    <a:pt x="111366" y="152247"/>
                  </a:lnTo>
                  <a:lnTo>
                    <a:pt x="117614" y="145986"/>
                  </a:lnTo>
                  <a:lnTo>
                    <a:pt x="117614" y="138290"/>
                  </a:lnTo>
                  <a:lnTo>
                    <a:pt x="117614" y="130568"/>
                  </a:lnTo>
                  <a:close/>
                </a:path>
                <a:path w="835025" h="283844">
                  <a:moveTo>
                    <a:pt x="195999" y="130568"/>
                  </a:moveTo>
                  <a:lnTo>
                    <a:pt x="189750" y="124320"/>
                  </a:lnTo>
                  <a:lnTo>
                    <a:pt x="174320" y="124320"/>
                  </a:lnTo>
                  <a:lnTo>
                    <a:pt x="168071" y="130568"/>
                  </a:lnTo>
                  <a:lnTo>
                    <a:pt x="168071" y="145986"/>
                  </a:lnTo>
                  <a:lnTo>
                    <a:pt x="174320" y="152247"/>
                  </a:lnTo>
                  <a:lnTo>
                    <a:pt x="189750" y="152247"/>
                  </a:lnTo>
                  <a:lnTo>
                    <a:pt x="195999" y="145986"/>
                  </a:lnTo>
                  <a:lnTo>
                    <a:pt x="195999" y="138290"/>
                  </a:lnTo>
                  <a:lnTo>
                    <a:pt x="195999" y="130568"/>
                  </a:lnTo>
                  <a:close/>
                </a:path>
                <a:path w="835025" h="283844">
                  <a:moveTo>
                    <a:pt x="274383" y="130568"/>
                  </a:moveTo>
                  <a:lnTo>
                    <a:pt x="268135" y="124320"/>
                  </a:lnTo>
                  <a:lnTo>
                    <a:pt x="252717" y="124320"/>
                  </a:lnTo>
                  <a:lnTo>
                    <a:pt x="246468" y="130568"/>
                  </a:lnTo>
                  <a:lnTo>
                    <a:pt x="246468" y="145986"/>
                  </a:lnTo>
                  <a:lnTo>
                    <a:pt x="252717" y="152247"/>
                  </a:lnTo>
                  <a:lnTo>
                    <a:pt x="268135" y="152247"/>
                  </a:lnTo>
                  <a:lnTo>
                    <a:pt x="274383" y="145986"/>
                  </a:lnTo>
                  <a:lnTo>
                    <a:pt x="274383" y="138290"/>
                  </a:lnTo>
                  <a:lnTo>
                    <a:pt x="274383" y="130568"/>
                  </a:lnTo>
                  <a:close/>
                </a:path>
                <a:path w="835025" h="283844">
                  <a:moveTo>
                    <a:pt x="352767" y="130568"/>
                  </a:moveTo>
                  <a:lnTo>
                    <a:pt x="346519" y="124320"/>
                  </a:lnTo>
                  <a:lnTo>
                    <a:pt x="331101" y="124320"/>
                  </a:lnTo>
                  <a:lnTo>
                    <a:pt x="324840" y="130568"/>
                  </a:lnTo>
                  <a:lnTo>
                    <a:pt x="324840" y="145986"/>
                  </a:lnTo>
                  <a:lnTo>
                    <a:pt x="331101" y="152247"/>
                  </a:lnTo>
                  <a:lnTo>
                    <a:pt x="346519" y="152247"/>
                  </a:lnTo>
                  <a:lnTo>
                    <a:pt x="352767" y="145986"/>
                  </a:lnTo>
                  <a:lnTo>
                    <a:pt x="352767" y="138290"/>
                  </a:lnTo>
                  <a:lnTo>
                    <a:pt x="352767" y="130568"/>
                  </a:lnTo>
                  <a:close/>
                </a:path>
                <a:path w="835025" h="283844">
                  <a:moveTo>
                    <a:pt x="431165" y="130568"/>
                  </a:moveTo>
                  <a:lnTo>
                    <a:pt x="424903" y="124320"/>
                  </a:lnTo>
                  <a:lnTo>
                    <a:pt x="409486" y="124320"/>
                  </a:lnTo>
                  <a:lnTo>
                    <a:pt x="403237" y="130568"/>
                  </a:lnTo>
                  <a:lnTo>
                    <a:pt x="403237" y="145986"/>
                  </a:lnTo>
                  <a:lnTo>
                    <a:pt x="409486" y="152247"/>
                  </a:lnTo>
                  <a:lnTo>
                    <a:pt x="424903" y="152247"/>
                  </a:lnTo>
                  <a:lnTo>
                    <a:pt x="431165" y="145986"/>
                  </a:lnTo>
                  <a:lnTo>
                    <a:pt x="431165" y="138290"/>
                  </a:lnTo>
                  <a:lnTo>
                    <a:pt x="431165" y="130568"/>
                  </a:lnTo>
                  <a:close/>
                </a:path>
                <a:path w="835025" h="283844">
                  <a:moveTo>
                    <a:pt x="509549" y="130568"/>
                  </a:moveTo>
                  <a:lnTo>
                    <a:pt x="503288" y="124320"/>
                  </a:lnTo>
                  <a:lnTo>
                    <a:pt x="487870" y="124320"/>
                  </a:lnTo>
                  <a:lnTo>
                    <a:pt x="481622" y="130568"/>
                  </a:lnTo>
                  <a:lnTo>
                    <a:pt x="481622" y="145986"/>
                  </a:lnTo>
                  <a:lnTo>
                    <a:pt x="487870" y="152247"/>
                  </a:lnTo>
                  <a:lnTo>
                    <a:pt x="503288" y="152247"/>
                  </a:lnTo>
                  <a:lnTo>
                    <a:pt x="509549" y="145986"/>
                  </a:lnTo>
                  <a:lnTo>
                    <a:pt x="509549" y="138290"/>
                  </a:lnTo>
                  <a:lnTo>
                    <a:pt x="509549" y="130568"/>
                  </a:lnTo>
                  <a:close/>
                </a:path>
                <a:path w="835025" h="283844">
                  <a:moveTo>
                    <a:pt x="587933" y="130568"/>
                  </a:moveTo>
                  <a:lnTo>
                    <a:pt x="581672" y="124320"/>
                  </a:lnTo>
                  <a:lnTo>
                    <a:pt x="566254" y="124320"/>
                  </a:lnTo>
                  <a:lnTo>
                    <a:pt x="560006" y="130568"/>
                  </a:lnTo>
                  <a:lnTo>
                    <a:pt x="560006" y="145986"/>
                  </a:lnTo>
                  <a:lnTo>
                    <a:pt x="566254" y="152247"/>
                  </a:lnTo>
                  <a:lnTo>
                    <a:pt x="581672" y="152247"/>
                  </a:lnTo>
                  <a:lnTo>
                    <a:pt x="587933" y="145986"/>
                  </a:lnTo>
                  <a:lnTo>
                    <a:pt x="587933" y="138290"/>
                  </a:lnTo>
                  <a:lnTo>
                    <a:pt x="587933" y="130568"/>
                  </a:lnTo>
                  <a:close/>
                </a:path>
                <a:path w="835025" h="283844">
                  <a:moveTo>
                    <a:pt x="666318" y="130568"/>
                  </a:moveTo>
                  <a:lnTo>
                    <a:pt x="660069" y="124320"/>
                  </a:lnTo>
                  <a:lnTo>
                    <a:pt x="644639" y="124320"/>
                  </a:lnTo>
                  <a:lnTo>
                    <a:pt x="638390" y="130568"/>
                  </a:lnTo>
                  <a:lnTo>
                    <a:pt x="638390" y="145986"/>
                  </a:lnTo>
                  <a:lnTo>
                    <a:pt x="644639" y="152247"/>
                  </a:lnTo>
                  <a:lnTo>
                    <a:pt x="660069" y="152247"/>
                  </a:lnTo>
                  <a:lnTo>
                    <a:pt x="666318" y="145986"/>
                  </a:lnTo>
                  <a:lnTo>
                    <a:pt x="666318" y="138290"/>
                  </a:lnTo>
                  <a:lnTo>
                    <a:pt x="666318" y="130568"/>
                  </a:lnTo>
                  <a:close/>
                </a:path>
                <a:path w="835025" h="283844">
                  <a:moveTo>
                    <a:pt x="744702" y="130568"/>
                  </a:moveTo>
                  <a:lnTo>
                    <a:pt x="738454" y="124320"/>
                  </a:lnTo>
                  <a:lnTo>
                    <a:pt x="723023" y="124320"/>
                  </a:lnTo>
                  <a:lnTo>
                    <a:pt x="716775" y="130568"/>
                  </a:lnTo>
                  <a:lnTo>
                    <a:pt x="716775" y="145986"/>
                  </a:lnTo>
                  <a:lnTo>
                    <a:pt x="723023" y="152247"/>
                  </a:lnTo>
                  <a:lnTo>
                    <a:pt x="738454" y="152247"/>
                  </a:lnTo>
                  <a:lnTo>
                    <a:pt x="744702" y="145986"/>
                  </a:lnTo>
                  <a:lnTo>
                    <a:pt x="744702" y="138290"/>
                  </a:lnTo>
                  <a:lnTo>
                    <a:pt x="744702" y="130568"/>
                  </a:lnTo>
                  <a:close/>
                </a:path>
                <a:path w="835025" h="283844">
                  <a:moveTo>
                    <a:pt x="831596" y="101282"/>
                  </a:moveTo>
                  <a:lnTo>
                    <a:pt x="697636" y="49949"/>
                  </a:lnTo>
                  <a:lnTo>
                    <a:pt x="562876" y="19075"/>
                  </a:lnTo>
                  <a:lnTo>
                    <a:pt x="458876" y="3987"/>
                  </a:lnTo>
                  <a:lnTo>
                    <a:pt x="417195" y="0"/>
                  </a:lnTo>
                  <a:lnTo>
                    <a:pt x="269900" y="11201"/>
                  </a:lnTo>
                  <a:lnTo>
                    <a:pt x="177634" y="25488"/>
                  </a:lnTo>
                  <a:lnTo>
                    <a:pt x="101561" y="52349"/>
                  </a:lnTo>
                  <a:lnTo>
                    <a:pt x="2819" y="101282"/>
                  </a:lnTo>
                  <a:lnTo>
                    <a:pt x="831596" y="101282"/>
                  </a:lnTo>
                  <a:close/>
                </a:path>
                <a:path w="835025" h="283844">
                  <a:moveTo>
                    <a:pt x="834402" y="197586"/>
                  </a:moveTo>
                  <a:lnTo>
                    <a:pt x="417195" y="169278"/>
                  </a:lnTo>
                  <a:lnTo>
                    <a:pt x="0" y="197586"/>
                  </a:lnTo>
                  <a:lnTo>
                    <a:pt x="180086" y="274332"/>
                  </a:lnTo>
                  <a:lnTo>
                    <a:pt x="417195" y="283705"/>
                  </a:lnTo>
                  <a:lnTo>
                    <a:pt x="654316" y="274332"/>
                  </a:lnTo>
                  <a:lnTo>
                    <a:pt x="834402" y="197586"/>
                  </a:lnTo>
                  <a:close/>
                </a:path>
              </a:pathLst>
            </a:custGeom>
            <a:solidFill>
              <a:srgbClr val="6C6D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 descr=""/>
            <p:cNvSpPr/>
            <p:nvPr/>
          </p:nvSpPr>
          <p:spPr>
            <a:xfrm>
              <a:off x="3867886" y="1837645"/>
              <a:ext cx="529590" cy="3870960"/>
            </a:xfrm>
            <a:custGeom>
              <a:avLst/>
              <a:gdLst/>
              <a:ahLst/>
              <a:cxnLst/>
              <a:rect l="l" t="t" r="r" b="b"/>
              <a:pathLst>
                <a:path w="529589" h="3870960">
                  <a:moveTo>
                    <a:pt x="346024" y="1257668"/>
                  </a:moveTo>
                  <a:lnTo>
                    <a:pt x="0" y="1257668"/>
                  </a:lnTo>
                  <a:lnTo>
                    <a:pt x="0" y="3870414"/>
                  </a:lnTo>
                  <a:lnTo>
                    <a:pt x="346024" y="3870414"/>
                  </a:lnTo>
                  <a:lnTo>
                    <a:pt x="346024" y="1257668"/>
                  </a:lnTo>
                  <a:close/>
                </a:path>
                <a:path w="529589" h="3870960">
                  <a:moveTo>
                    <a:pt x="529209" y="141973"/>
                  </a:moveTo>
                  <a:lnTo>
                    <a:pt x="387235" y="0"/>
                  </a:lnTo>
                  <a:lnTo>
                    <a:pt x="259219" y="128016"/>
                  </a:lnTo>
                  <a:lnTo>
                    <a:pt x="401193" y="269989"/>
                  </a:lnTo>
                  <a:lnTo>
                    <a:pt x="529209" y="141973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 descr=""/>
            <p:cNvSpPr/>
            <p:nvPr/>
          </p:nvSpPr>
          <p:spPr>
            <a:xfrm>
              <a:off x="3867886" y="3000622"/>
              <a:ext cx="346075" cy="2666365"/>
            </a:xfrm>
            <a:custGeom>
              <a:avLst/>
              <a:gdLst/>
              <a:ahLst/>
              <a:cxnLst/>
              <a:rect l="l" t="t" r="r" b="b"/>
              <a:pathLst>
                <a:path w="346075" h="2666365">
                  <a:moveTo>
                    <a:pt x="346024" y="2634589"/>
                  </a:moveTo>
                  <a:lnTo>
                    <a:pt x="0" y="2634589"/>
                  </a:lnTo>
                  <a:lnTo>
                    <a:pt x="0" y="2666174"/>
                  </a:lnTo>
                  <a:lnTo>
                    <a:pt x="346024" y="2666174"/>
                  </a:lnTo>
                  <a:lnTo>
                    <a:pt x="346024" y="2634589"/>
                  </a:lnTo>
                  <a:close/>
                </a:path>
                <a:path w="346075" h="2666365">
                  <a:moveTo>
                    <a:pt x="346024" y="2564041"/>
                  </a:moveTo>
                  <a:lnTo>
                    <a:pt x="0" y="2564041"/>
                  </a:lnTo>
                  <a:lnTo>
                    <a:pt x="0" y="2595626"/>
                  </a:lnTo>
                  <a:lnTo>
                    <a:pt x="346024" y="2595626"/>
                  </a:lnTo>
                  <a:lnTo>
                    <a:pt x="346024" y="2564041"/>
                  </a:lnTo>
                  <a:close/>
                </a:path>
                <a:path w="346075" h="2666365">
                  <a:moveTo>
                    <a:pt x="346024" y="2493492"/>
                  </a:moveTo>
                  <a:lnTo>
                    <a:pt x="0" y="2493492"/>
                  </a:lnTo>
                  <a:lnTo>
                    <a:pt x="0" y="2525064"/>
                  </a:lnTo>
                  <a:lnTo>
                    <a:pt x="346024" y="2525064"/>
                  </a:lnTo>
                  <a:lnTo>
                    <a:pt x="346024" y="2493492"/>
                  </a:lnTo>
                  <a:close/>
                </a:path>
                <a:path w="346075" h="2666365">
                  <a:moveTo>
                    <a:pt x="346024" y="2422931"/>
                  </a:moveTo>
                  <a:lnTo>
                    <a:pt x="0" y="2422931"/>
                  </a:lnTo>
                  <a:lnTo>
                    <a:pt x="0" y="2454516"/>
                  </a:lnTo>
                  <a:lnTo>
                    <a:pt x="346024" y="2454516"/>
                  </a:lnTo>
                  <a:lnTo>
                    <a:pt x="346024" y="2422931"/>
                  </a:lnTo>
                  <a:close/>
                </a:path>
                <a:path w="346075" h="2666365">
                  <a:moveTo>
                    <a:pt x="346024" y="2352383"/>
                  </a:moveTo>
                  <a:lnTo>
                    <a:pt x="0" y="2352383"/>
                  </a:lnTo>
                  <a:lnTo>
                    <a:pt x="0" y="2383955"/>
                  </a:lnTo>
                  <a:lnTo>
                    <a:pt x="346024" y="2383955"/>
                  </a:lnTo>
                  <a:lnTo>
                    <a:pt x="346024" y="2352383"/>
                  </a:lnTo>
                  <a:close/>
                </a:path>
                <a:path w="346075" h="2666365">
                  <a:moveTo>
                    <a:pt x="346024" y="2281834"/>
                  </a:moveTo>
                  <a:lnTo>
                    <a:pt x="0" y="2281834"/>
                  </a:lnTo>
                  <a:lnTo>
                    <a:pt x="0" y="2313406"/>
                  </a:lnTo>
                  <a:lnTo>
                    <a:pt x="346024" y="2313406"/>
                  </a:lnTo>
                  <a:lnTo>
                    <a:pt x="346024" y="2281834"/>
                  </a:lnTo>
                  <a:close/>
                </a:path>
                <a:path w="346075" h="2666365">
                  <a:moveTo>
                    <a:pt x="346024" y="2211273"/>
                  </a:moveTo>
                  <a:lnTo>
                    <a:pt x="0" y="2211273"/>
                  </a:lnTo>
                  <a:lnTo>
                    <a:pt x="0" y="2242858"/>
                  </a:lnTo>
                  <a:lnTo>
                    <a:pt x="346024" y="2242858"/>
                  </a:lnTo>
                  <a:lnTo>
                    <a:pt x="346024" y="2211273"/>
                  </a:lnTo>
                  <a:close/>
                </a:path>
                <a:path w="346075" h="2666365">
                  <a:moveTo>
                    <a:pt x="346024" y="2140724"/>
                  </a:moveTo>
                  <a:lnTo>
                    <a:pt x="0" y="2140724"/>
                  </a:lnTo>
                  <a:lnTo>
                    <a:pt x="0" y="2172309"/>
                  </a:lnTo>
                  <a:lnTo>
                    <a:pt x="346024" y="2172309"/>
                  </a:lnTo>
                  <a:lnTo>
                    <a:pt x="346024" y="2140724"/>
                  </a:lnTo>
                  <a:close/>
                </a:path>
                <a:path w="346075" h="2666365">
                  <a:moveTo>
                    <a:pt x="346024" y="2070176"/>
                  </a:moveTo>
                  <a:lnTo>
                    <a:pt x="0" y="2070176"/>
                  </a:lnTo>
                  <a:lnTo>
                    <a:pt x="0" y="2101748"/>
                  </a:lnTo>
                  <a:lnTo>
                    <a:pt x="346024" y="2101748"/>
                  </a:lnTo>
                  <a:lnTo>
                    <a:pt x="346024" y="2070176"/>
                  </a:lnTo>
                  <a:close/>
                </a:path>
                <a:path w="346075" h="2666365">
                  <a:moveTo>
                    <a:pt x="346024" y="1999615"/>
                  </a:moveTo>
                  <a:lnTo>
                    <a:pt x="0" y="1999615"/>
                  </a:lnTo>
                  <a:lnTo>
                    <a:pt x="0" y="2031199"/>
                  </a:lnTo>
                  <a:lnTo>
                    <a:pt x="346024" y="2031199"/>
                  </a:lnTo>
                  <a:lnTo>
                    <a:pt x="346024" y="1999615"/>
                  </a:lnTo>
                  <a:close/>
                </a:path>
                <a:path w="346075" h="2666365">
                  <a:moveTo>
                    <a:pt x="346024" y="1929066"/>
                  </a:moveTo>
                  <a:lnTo>
                    <a:pt x="0" y="1929066"/>
                  </a:lnTo>
                  <a:lnTo>
                    <a:pt x="0" y="1960651"/>
                  </a:lnTo>
                  <a:lnTo>
                    <a:pt x="346024" y="1960651"/>
                  </a:lnTo>
                  <a:lnTo>
                    <a:pt x="346024" y="1929066"/>
                  </a:lnTo>
                  <a:close/>
                </a:path>
                <a:path w="346075" h="2666365">
                  <a:moveTo>
                    <a:pt x="346024" y="1858518"/>
                  </a:moveTo>
                  <a:lnTo>
                    <a:pt x="0" y="1858518"/>
                  </a:lnTo>
                  <a:lnTo>
                    <a:pt x="0" y="1890090"/>
                  </a:lnTo>
                  <a:lnTo>
                    <a:pt x="346024" y="1890090"/>
                  </a:lnTo>
                  <a:lnTo>
                    <a:pt x="346024" y="1858518"/>
                  </a:lnTo>
                  <a:close/>
                </a:path>
                <a:path w="346075" h="2666365">
                  <a:moveTo>
                    <a:pt x="346024" y="1787956"/>
                  </a:moveTo>
                  <a:lnTo>
                    <a:pt x="0" y="1787956"/>
                  </a:lnTo>
                  <a:lnTo>
                    <a:pt x="0" y="1819541"/>
                  </a:lnTo>
                  <a:lnTo>
                    <a:pt x="346024" y="1819541"/>
                  </a:lnTo>
                  <a:lnTo>
                    <a:pt x="346024" y="1787956"/>
                  </a:lnTo>
                  <a:close/>
                </a:path>
                <a:path w="346075" h="2666365">
                  <a:moveTo>
                    <a:pt x="346024" y="1717408"/>
                  </a:moveTo>
                  <a:lnTo>
                    <a:pt x="0" y="1717408"/>
                  </a:lnTo>
                  <a:lnTo>
                    <a:pt x="0" y="1748993"/>
                  </a:lnTo>
                  <a:lnTo>
                    <a:pt x="346024" y="1748993"/>
                  </a:lnTo>
                  <a:lnTo>
                    <a:pt x="346024" y="1717408"/>
                  </a:lnTo>
                  <a:close/>
                </a:path>
                <a:path w="346075" h="2666365">
                  <a:moveTo>
                    <a:pt x="346024" y="1646859"/>
                  </a:moveTo>
                  <a:lnTo>
                    <a:pt x="0" y="1646859"/>
                  </a:lnTo>
                  <a:lnTo>
                    <a:pt x="0" y="1678432"/>
                  </a:lnTo>
                  <a:lnTo>
                    <a:pt x="346024" y="1678432"/>
                  </a:lnTo>
                  <a:lnTo>
                    <a:pt x="346024" y="1646859"/>
                  </a:lnTo>
                  <a:close/>
                </a:path>
                <a:path w="346075" h="2666365">
                  <a:moveTo>
                    <a:pt x="346024" y="1576298"/>
                  </a:moveTo>
                  <a:lnTo>
                    <a:pt x="0" y="1576298"/>
                  </a:lnTo>
                  <a:lnTo>
                    <a:pt x="0" y="1607883"/>
                  </a:lnTo>
                  <a:lnTo>
                    <a:pt x="346024" y="1607883"/>
                  </a:lnTo>
                  <a:lnTo>
                    <a:pt x="346024" y="1576298"/>
                  </a:lnTo>
                  <a:close/>
                </a:path>
                <a:path w="346075" h="2666365">
                  <a:moveTo>
                    <a:pt x="346024" y="1505750"/>
                  </a:moveTo>
                  <a:lnTo>
                    <a:pt x="0" y="1505750"/>
                  </a:lnTo>
                  <a:lnTo>
                    <a:pt x="0" y="1537335"/>
                  </a:lnTo>
                  <a:lnTo>
                    <a:pt x="346024" y="1537335"/>
                  </a:lnTo>
                  <a:lnTo>
                    <a:pt x="346024" y="1505750"/>
                  </a:lnTo>
                  <a:close/>
                </a:path>
                <a:path w="346075" h="2666365">
                  <a:moveTo>
                    <a:pt x="346024" y="1435201"/>
                  </a:moveTo>
                  <a:lnTo>
                    <a:pt x="0" y="1435201"/>
                  </a:lnTo>
                  <a:lnTo>
                    <a:pt x="0" y="1466773"/>
                  </a:lnTo>
                  <a:lnTo>
                    <a:pt x="346024" y="1466773"/>
                  </a:lnTo>
                  <a:lnTo>
                    <a:pt x="346024" y="1435201"/>
                  </a:lnTo>
                  <a:close/>
                </a:path>
                <a:path w="346075" h="2666365">
                  <a:moveTo>
                    <a:pt x="346024" y="1364640"/>
                  </a:moveTo>
                  <a:lnTo>
                    <a:pt x="0" y="1364640"/>
                  </a:lnTo>
                  <a:lnTo>
                    <a:pt x="0" y="1396238"/>
                  </a:lnTo>
                  <a:lnTo>
                    <a:pt x="346024" y="1396238"/>
                  </a:lnTo>
                  <a:lnTo>
                    <a:pt x="346024" y="1364640"/>
                  </a:lnTo>
                  <a:close/>
                </a:path>
                <a:path w="346075" h="2666365">
                  <a:moveTo>
                    <a:pt x="346024" y="1294091"/>
                  </a:moveTo>
                  <a:lnTo>
                    <a:pt x="0" y="1294091"/>
                  </a:lnTo>
                  <a:lnTo>
                    <a:pt x="0" y="1325676"/>
                  </a:lnTo>
                  <a:lnTo>
                    <a:pt x="346024" y="1325676"/>
                  </a:lnTo>
                  <a:lnTo>
                    <a:pt x="346024" y="1294091"/>
                  </a:lnTo>
                  <a:close/>
                </a:path>
                <a:path w="346075" h="2666365">
                  <a:moveTo>
                    <a:pt x="346024" y="1223543"/>
                  </a:moveTo>
                  <a:lnTo>
                    <a:pt x="0" y="1223543"/>
                  </a:lnTo>
                  <a:lnTo>
                    <a:pt x="0" y="1255115"/>
                  </a:lnTo>
                  <a:lnTo>
                    <a:pt x="346024" y="1255115"/>
                  </a:lnTo>
                  <a:lnTo>
                    <a:pt x="346024" y="1223543"/>
                  </a:lnTo>
                  <a:close/>
                </a:path>
                <a:path w="346075" h="2666365">
                  <a:moveTo>
                    <a:pt x="346024" y="1152982"/>
                  </a:moveTo>
                  <a:lnTo>
                    <a:pt x="0" y="1152982"/>
                  </a:lnTo>
                  <a:lnTo>
                    <a:pt x="0" y="1184567"/>
                  </a:lnTo>
                  <a:lnTo>
                    <a:pt x="346024" y="1184567"/>
                  </a:lnTo>
                  <a:lnTo>
                    <a:pt x="346024" y="1152982"/>
                  </a:lnTo>
                  <a:close/>
                </a:path>
                <a:path w="346075" h="2666365">
                  <a:moveTo>
                    <a:pt x="346024" y="1082433"/>
                  </a:moveTo>
                  <a:lnTo>
                    <a:pt x="0" y="1082433"/>
                  </a:lnTo>
                  <a:lnTo>
                    <a:pt x="0" y="1114005"/>
                  </a:lnTo>
                  <a:lnTo>
                    <a:pt x="346024" y="1114005"/>
                  </a:lnTo>
                  <a:lnTo>
                    <a:pt x="346024" y="1082433"/>
                  </a:lnTo>
                  <a:close/>
                </a:path>
                <a:path w="346075" h="2666365">
                  <a:moveTo>
                    <a:pt x="346024" y="1011885"/>
                  </a:moveTo>
                  <a:lnTo>
                    <a:pt x="0" y="1011885"/>
                  </a:lnTo>
                  <a:lnTo>
                    <a:pt x="0" y="1043457"/>
                  </a:lnTo>
                  <a:lnTo>
                    <a:pt x="346024" y="1043457"/>
                  </a:lnTo>
                  <a:lnTo>
                    <a:pt x="346024" y="1011885"/>
                  </a:lnTo>
                  <a:close/>
                </a:path>
                <a:path w="346075" h="2666365">
                  <a:moveTo>
                    <a:pt x="346024" y="941324"/>
                  </a:moveTo>
                  <a:lnTo>
                    <a:pt x="0" y="941324"/>
                  </a:lnTo>
                  <a:lnTo>
                    <a:pt x="0" y="972908"/>
                  </a:lnTo>
                  <a:lnTo>
                    <a:pt x="346024" y="972908"/>
                  </a:lnTo>
                  <a:lnTo>
                    <a:pt x="346024" y="941324"/>
                  </a:lnTo>
                  <a:close/>
                </a:path>
                <a:path w="346075" h="2666365">
                  <a:moveTo>
                    <a:pt x="346024" y="870775"/>
                  </a:moveTo>
                  <a:lnTo>
                    <a:pt x="0" y="870775"/>
                  </a:lnTo>
                  <a:lnTo>
                    <a:pt x="0" y="902347"/>
                  </a:lnTo>
                  <a:lnTo>
                    <a:pt x="346024" y="902347"/>
                  </a:lnTo>
                  <a:lnTo>
                    <a:pt x="346024" y="870775"/>
                  </a:lnTo>
                  <a:close/>
                </a:path>
                <a:path w="346075" h="2666365">
                  <a:moveTo>
                    <a:pt x="346024" y="800227"/>
                  </a:moveTo>
                  <a:lnTo>
                    <a:pt x="0" y="800227"/>
                  </a:lnTo>
                  <a:lnTo>
                    <a:pt x="0" y="831799"/>
                  </a:lnTo>
                  <a:lnTo>
                    <a:pt x="346024" y="831799"/>
                  </a:lnTo>
                  <a:lnTo>
                    <a:pt x="346024" y="800227"/>
                  </a:lnTo>
                  <a:close/>
                </a:path>
                <a:path w="346075" h="2666365">
                  <a:moveTo>
                    <a:pt x="346024" y="729665"/>
                  </a:moveTo>
                  <a:lnTo>
                    <a:pt x="0" y="729665"/>
                  </a:lnTo>
                  <a:lnTo>
                    <a:pt x="0" y="761250"/>
                  </a:lnTo>
                  <a:lnTo>
                    <a:pt x="346024" y="761250"/>
                  </a:lnTo>
                  <a:lnTo>
                    <a:pt x="346024" y="729665"/>
                  </a:lnTo>
                  <a:close/>
                </a:path>
                <a:path w="346075" h="2666365">
                  <a:moveTo>
                    <a:pt x="346024" y="659117"/>
                  </a:moveTo>
                  <a:lnTo>
                    <a:pt x="0" y="659117"/>
                  </a:lnTo>
                  <a:lnTo>
                    <a:pt x="0" y="690689"/>
                  </a:lnTo>
                  <a:lnTo>
                    <a:pt x="346024" y="690689"/>
                  </a:lnTo>
                  <a:lnTo>
                    <a:pt x="346024" y="659117"/>
                  </a:lnTo>
                  <a:close/>
                </a:path>
                <a:path w="346075" h="2666365">
                  <a:moveTo>
                    <a:pt x="346024" y="588556"/>
                  </a:moveTo>
                  <a:lnTo>
                    <a:pt x="0" y="588556"/>
                  </a:lnTo>
                  <a:lnTo>
                    <a:pt x="0" y="620153"/>
                  </a:lnTo>
                  <a:lnTo>
                    <a:pt x="346024" y="620153"/>
                  </a:lnTo>
                  <a:lnTo>
                    <a:pt x="346024" y="588556"/>
                  </a:lnTo>
                  <a:close/>
                </a:path>
                <a:path w="346075" h="2666365">
                  <a:moveTo>
                    <a:pt x="346024" y="518007"/>
                  </a:moveTo>
                  <a:lnTo>
                    <a:pt x="0" y="518007"/>
                  </a:lnTo>
                  <a:lnTo>
                    <a:pt x="0" y="549592"/>
                  </a:lnTo>
                  <a:lnTo>
                    <a:pt x="346024" y="549592"/>
                  </a:lnTo>
                  <a:lnTo>
                    <a:pt x="346024" y="518007"/>
                  </a:lnTo>
                  <a:close/>
                </a:path>
                <a:path w="346075" h="2666365">
                  <a:moveTo>
                    <a:pt x="346024" y="447459"/>
                  </a:moveTo>
                  <a:lnTo>
                    <a:pt x="0" y="447459"/>
                  </a:lnTo>
                  <a:lnTo>
                    <a:pt x="0" y="479031"/>
                  </a:lnTo>
                  <a:lnTo>
                    <a:pt x="346024" y="479031"/>
                  </a:lnTo>
                  <a:lnTo>
                    <a:pt x="346024" y="447459"/>
                  </a:lnTo>
                  <a:close/>
                </a:path>
                <a:path w="346075" h="2666365">
                  <a:moveTo>
                    <a:pt x="346024" y="376897"/>
                  </a:moveTo>
                  <a:lnTo>
                    <a:pt x="0" y="376897"/>
                  </a:lnTo>
                  <a:lnTo>
                    <a:pt x="0" y="408482"/>
                  </a:lnTo>
                  <a:lnTo>
                    <a:pt x="346024" y="408482"/>
                  </a:lnTo>
                  <a:lnTo>
                    <a:pt x="346024" y="376897"/>
                  </a:lnTo>
                  <a:close/>
                </a:path>
                <a:path w="346075" h="2666365">
                  <a:moveTo>
                    <a:pt x="346024" y="306349"/>
                  </a:moveTo>
                  <a:lnTo>
                    <a:pt x="0" y="306349"/>
                  </a:lnTo>
                  <a:lnTo>
                    <a:pt x="0" y="337934"/>
                  </a:lnTo>
                  <a:lnTo>
                    <a:pt x="346024" y="337934"/>
                  </a:lnTo>
                  <a:lnTo>
                    <a:pt x="346024" y="306349"/>
                  </a:lnTo>
                  <a:close/>
                </a:path>
                <a:path w="346075" h="2666365">
                  <a:moveTo>
                    <a:pt x="346024" y="235800"/>
                  </a:moveTo>
                  <a:lnTo>
                    <a:pt x="0" y="235800"/>
                  </a:lnTo>
                  <a:lnTo>
                    <a:pt x="0" y="267373"/>
                  </a:lnTo>
                  <a:lnTo>
                    <a:pt x="346024" y="267373"/>
                  </a:lnTo>
                  <a:lnTo>
                    <a:pt x="346024" y="235800"/>
                  </a:lnTo>
                  <a:close/>
                </a:path>
                <a:path w="346075" h="2666365">
                  <a:moveTo>
                    <a:pt x="346024" y="165239"/>
                  </a:moveTo>
                  <a:lnTo>
                    <a:pt x="0" y="165239"/>
                  </a:lnTo>
                  <a:lnTo>
                    <a:pt x="0" y="196824"/>
                  </a:lnTo>
                  <a:lnTo>
                    <a:pt x="346024" y="196824"/>
                  </a:lnTo>
                  <a:lnTo>
                    <a:pt x="346024" y="165239"/>
                  </a:lnTo>
                  <a:close/>
                </a:path>
                <a:path w="346075" h="2666365">
                  <a:moveTo>
                    <a:pt x="346024" y="0"/>
                  </a:moveTo>
                  <a:lnTo>
                    <a:pt x="0" y="0"/>
                  </a:lnTo>
                  <a:lnTo>
                    <a:pt x="0" y="94691"/>
                  </a:lnTo>
                  <a:lnTo>
                    <a:pt x="0" y="126276"/>
                  </a:lnTo>
                  <a:lnTo>
                    <a:pt x="346024" y="126276"/>
                  </a:lnTo>
                  <a:lnTo>
                    <a:pt x="346024" y="94691"/>
                  </a:lnTo>
                  <a:lnTo>
                    <a:pt x="346024" y="0"/>
                  </a:lnTo>
                  <a:close/>
                </a:path>
              </a:pathLst>
            </a:custGeom>
            <a:solidFill>
              <a:srgbClr val="80818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 descr=""/>
            <p:cNvSpPr/>
            <p:nvPr/>
          </p:nvSpPr>
          <p:spPr>
            <a:xfrm>
              <a:off x="3867886" y="3000622"/>
              <a:ext cx="346075" cy="95250"/>
            </a:xfrm>
            <a:custGeom>
              <a:avLst/>
              <a:gdLst/>
              <a:ahLst/>
              <a:cxnLst/>
              <a:rect l="l" t="t" r="r" b="b"/>
              <a:pathLst>
                <a:path w="346075" h="95250">
                  <a:moveTo>
                    <a:pt x="346024" y="0"/>
                  </a:moveTo>
                  <a:lnTo>
                    <a:pt x="332790" y="0"/>
                  </a:lnTo>
                  <a:lnTo>
                    <a:pt x="332790" y="82257"/>
                  </a:lnTo>
                  <a:lnTo>
                    <a:pt x="262826" y="82257"/>
                  </a:lnTo>
                  <a:lnTo>
                    <a:pt x="262826" y="0"/>
                  </a:lnTo>
                  <a:lnTo>
                    <a:pt x="249593" y="0"/>
                  </a:lnTo>
                  <a:lnTo>
                    <a:pt x="249593" y="82257"/>
                  </a:lnTo>
                  <a:lnTo>
                    <a:pt x="179641" y="82257"/>
                  </a:lnTo>
                  <a:lnTo>
                    <a:pt x="179641" y="0"/>
                  </a:lnTo>
                  <a:lnTo>
                    <a:pt x="166395" y="0"/>
                  </a:lnTo>
                  <a:lnTo>
                    <a:pt x="166395" y="82257"/>
                  </a:lnTo>
                  <a:lnTo>
                    <a:pt x="96431" y="82257"/>
                  </a:lnTo>
                  <a:lnTo>
                    <a:pt x="96431" y="0"/>
                  </a:lnTo>
                  <a:lnTo>
                    <a:pt x="83197" y="0"/>
                  </a:lnTo>
                  <a:lnTo>
                    <a:pt x="83197" y="82257"/>
                  </a:lnTo>
                  <a:lnTo>
                    <a:pt x="13246" y="82257"/>
                  </a:lnTo>
                  <a:lnTo>
                    <a:pt x="13246" y="0"/>
                  </a:lnTo>
                  <a:lnTo>
                    <a:pt x="12" y="0"/>
                  </a:lnTo>
                  <a:lnTo>
                    <a:pt x="12" y="82257"/>
                  </a:lnTo>
                  <a:lnTo>
                    <a:pt x="0" y="94691"/>
                  </a:lnTo>
                  <a:lnTo>
                    <a:pt x="13246" y="94691"/>
                  </a:lnTo>
                  <a:lnTo>
                    <a:pt x="346024" y="94691"/>
                  </a:lnTo>
                  <a:lnTo>
                    <a:pt x="346024" y="82257"/>
                  </a:lnTo>
                  <a:lnTo>
                    <a:pt x="346024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90" name="object 190" descr="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2996966" y="2782759"/>
            <a:ext cx="700414" cy="2934235"/>
          </a:xfrm>
          <a:prstGeom prst="rect">
            <a:avLst/>
          </a:prstGeom>
        </p:spPr>
      </p:pic>
      <p:sp>
        <p:nvSpPr>
          <p:cNvPr id="191" name="object 191" descr=""/>
          <p:cNvSpPr/>
          <p:nvPr/>
        </p:nvSpPr>
        <p:spPr>
          <a:xfrm>
            <a:off x="1243051" y="5687418"/>
            <a:ext cx="79375" cy="29845"/>
          </a:xfrm>
          <a:custGeom>
            <a:avLst/>
            <a:gdLst/>
            <a:ahLst/>
            <a:cxnLst/>
            <a:rect l="l" t="t" r="r" b="b"/>
            <a:pathLst>
              <a:path w="79375" h="29845">
                <a:moveTo>
                  <a:pt x="0" y="29569"/>
                </a:moveTo>
                <a:lnTo>
                  <a:pt x="78866" y="29569"/>
                </a:lnTo>
                <a:lnTo>
                  <a:pt x="78866" y="0"/>
                </a:lnTo>
                <a:lnTo>
                  <a:pt x="0" y="0"/>
                </a:lnTo>
                <a:lnTo>
                  <a:pt x="0" y="29569"/>
                </a:lnTo>
                <a:close/>
              </a:path>
            </a:pathLst>
          </a:custGeom>
          <a:solidFill>
            <a:srgbClr val="6C6D6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" name="object 192" descr=""/>
          <p:cNvSpPr/>
          <p:nvPr/>
        </p:nvSpPr>
        <p:spPr>
          <a:xfrm>
            <a:off x="1243051" y="5601358"/>
            <a:ext cx="79375" cy="34925"/>
          </a:xfrm>
          <a:custGeom>
            <a:avLst/>
            <a:gdLst/>
            <a:ahLst/>
            <a:cxnLst/>
            <a:rect l="l" t="t" r="r" b="b"/>
            <a:pathLst>
              <a:path w="79375" h="34925">
                <a:moveTo>
                  <a:pt x="0" y="34302"/>
                </a:moveTo>
                <a:lnTo>
                  <a:pt x="78866" y="34302"/>
                </a:lnTo>
                <a:lnTo>
                  <a:pt x="78866" y="0"/>
                </a:lnTo>
                <a:lnTo>
                  <a:pt x="0" y="0"/>
                </a:lnTo>
                <a:lnTo>
                  <a:pt x="0" y="34302"/>
                </a:lnTo>
                <a:close/>
              </a:path>
            </a:pathLst>
          </a:custGeom>
          <a:solidFill>
            <a:srgbClr val="6C6D6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" name="object 193" descr=""/>
          <p:cNvSpPr/>
          <p:nvPr/>
        </p:nvSpPr>
        <p:spPr>
          <a:xfrm>
            <a:off x="1243051" y="5515319"/>
            <a:ext cx="79375" cy="34290"/>
          </a:xfrm>
          <a:custGeom>
            <a:avLst/>
            <a:gdLst/>
            <a:ahLst/>
            <a:cxnLst/>
            <a:rect l="l" t="t" r="r" b="b"/>
            <a:pathLst>
              <a:path w="79375" h="34289">
                <a:moveTo>
                  <a:pt x="0" y="34281"/>
                </a:moveTo>
                <a:lnTo>
                  <a:pt x="78866" y="34281"/>
                </a:lnTo>
                <a:lnTo>
                  <a:pt x="78866" y="0"/>
                </a:lnTo>
                <a:lnTo>
                  <a:pt x="0" y="0"/>
                </a:lnTo>
                <a:lnTo>
                  <a:pt x="0" y="34281"/>
                </a:lnTo>
                <a:close/>
              </a:path>
            </a:pathLst>
          </a:custGeom>
          <a:solidFill>
            <a:srgbClr val="6C6D6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" name="object 194" descr=""/>
          <p:cNvSpPr/>
          <p:nvPr/>
        </p:nvSpPr>
        <p:spPr>
          <a:xfrm>
            <a:off x="1243051" y="5429258"/>
            <a:ext cx="79375" cy="34925"/>
          </a:xfrm>
          <a:custGeom>
            <a:avLst/>
            <a:gdLst/>
            <a:ahLst/>
            <a:cxnLst/>
            <a:rect l="l" t="t" r="r" b="b"/>
            <a:pathLst>
              <a:path w="79375" h="34925">
                <a:moveTo>
                  <a:pt x="0" y="34302"/>
                </a:moveTo>
                <a:lnTo>
                  <a:pt x="78866" y="34302"/>
                </a:lnTo>
                <a:lnTo>
                  <a:pt x="78866" y="0"/>
                </a:lnTo>
                <a:lnTo>
                  <a:pt x="0" y="0"/>
                </a:lnTo>
                <a:lnTo>
                  <a:pt x="0" y="34302"/>
                </a:lnTo>
                <a:close/>
              </a:path>
            </a:pathLst>
          </a:custGeom>
          <a:solidFill>
            <a:srgbClr val="6C6D6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" name="object 195" descr=""/>
          <p:cNvSpPr/>
          <p:nvPr/>
        </p:nvSpPr>
        <p:spPr>
          <a:xfrm>
            <a:off x="1243051" y="5343209"/>
            <a:ext cx="79375" cy="34290"/>
          </a:xfrm>
          <a:custGeom>
            <a:avLst/>
            <a:gdLst/>
            <a:ahLst/>
            <a:cxnLst/>
            <a:rect l="l" t="t" r="r" b="b"/>
            <a:pathLst>
              <a:path w="79375" h="34289">
                <a:moveTo>
                  <a:pt x="0" y="34292"/>
                </a:moveTo>
                <a:lnTo>
                  <a:pt x="78866" y="34292"/>
                </a:lnTo>
                <a:lnTo>
                  <a:pt x="78866" y="0"/>
                </a:lnTo>
                <a:lnTo>
                  <a:pt x="0" y="0"/>
                </a:lnTo>
                <a:lnTo>
                  <a:pt x="0" y="34292"/>
                </a:lnTo>
                <a:close/>
              </a:path>
            </a:pathLst>
          </a:custGeom>
          <a:solidFill>
            <a:srgbClr val="6C6D6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" name="object 196" descr=""/>
          <p:cNvSpPr/>
          <p:nvPr/>
        </p:nvSpPr>
        <p:spPr>
          <a:xfrm>
            <a:off x="1243051" y="5257159"/>
            <a:ext cx="79375" cy="34290"/>
          </a:xfrm>
          <a:custGeom>
            <a:avLst/>
            <a:gdLst/>
            <a:ahLst/>
            <a:cxnLst/>
            <a:rect l="l" t="t" r="r" b="b"/>
            <a:pathLst>
              <a:path w="79375" h="34289">
                <a:moveTo>
                  <a:pt x="0" y="34292"/>
                </a:moveTo>
                <a:lnTo>
                  <a:pt x="78866" y="34292"/>
                </a:lnTo>
                <a:lnTo>
                  <a:pt x="78866" y="0"/>
                </a:lnTo>
                <a:lnTo>
                  <a:pt x="0" y="0"/>
                </a:lnTo>
                <a:lnTo>
                  <a:pt x="0" y="34292"/>
                </a:lnTo>
                <a:close/>
              </a:path>
            </a:pathLst>
          </a:custGeom>
          <a:solidFill>
            <a:srgbClr val="6C6D6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" name="object 197" descr=""/>
          <p:cNvSpPr/>
          <p:nvPr/>
        </p:nvSpPr>
        <p:spPr>
          <a:xfrm>
            <a:off x="1243051" y="5171099"/>
            <a:ext cx="79375" cy="34925"/>
          </a:xfrm>
          <a:custGeom>
            <a:avLst/>
            <a:gdLst/>
            <a:ahLst/>
            <a:cxnLst/>
            <a:rect l="l" t="t" r="r" b="b"/>
            <a:pathLst>
              <a:path w="79375" h="34925">
                <a:moveTo>
                  <a:pt x="0" y="34302"/>
                </a:moveTo>
                <a:lnTo>
                  <a:pt x="78866" y="34302"/>
                </a:lnTo>
                <a:lnTo>
                  <a:pt x="78866" y="0"/>
                </a:lnTo>
                <a:lnTo>
                  <a:pt x="0" y="0"/>
                </a:lnTo>
                <a:lnTo>
                  <a:pt x="0" y="34302"/>
                </a:lnTo>
                <a:close/>
              </a:path>
            </a:pathLst>
          </a:custGeom>
          <a:solidFill>
            <a:srgbClr val="6C6D6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" name="object 198" descr=""/>
          <p:cNvSpPr/>
          <p:nvPr/>
        </p:nvSpPr>
        <p:spPr>
          <a:xfrm>
            <a:off x="1243051" y="5085038"/>
            <a:ext cx="79375" cy="34925"/>
          </a:xfrm>
          <a:custGeom>
            <a:avLst/>
            <a:gdLst/>
            <a:ahLst/>
            <a:cxnLst/>
            <a:rect l="l" t="t" r="r" b="b"/>
            <a:pathLst>
              <a:path w="79375" h="34925">
                <a:moveTo>
                  <a:pt x="0" y="34302"/>
                </a:moveTo>
                <a:lnTo>
                  <a:pt x="78866" y="34302"/>
                </a:lnTo>
                <a:lnTo>
                  <a:pt x="78866" y="0"/>
                </a:lnTo>
                <a:lnTo>
                  <a:pt x="0" y="0"/>
                </a:lnTo>
                <a:lnTo>
                  <a:pt x="0" y="34302"/>
                </a:lnTo>
                <a:close/>
              </a:path>
            </a:pathLst>
          </a:custGeom>
          <a:solidFill>
            <a:srgbClr val="6C6D6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" name="object 199" descr=""/>
          <p:cNvSpPr/>
          <p:nvPr/>
        </p:nvSpPr>
        <p:spPr>
          <a:xfrm>
            <a:off x="1243051" y="4998989"/>
            <a:ext cx="79375" cy="34290"/>
          </a:xfrm>
          <a:custGeom>
            <a:avLst/>
            <a:gdLst/>
            <a:ahLst/>
            <a:cxnLst/>
            <a:rect l="l" t="t" r="r" b="b"/>
            <a:pathLst>
              <a:path w="79375" h="34289">
                <a:moveTo>
                  <a:pt x="0" y="34292"/>
                </a:moveTo>
                <a:lnTo>
                  <a:pt x="78866" y="34292"/>
                </a:lnTo>
                <a:lnTo>
                  <a:pt x="78866" y="0"/>
                </a:lnTo>
                <a:lnTo>
                  <a:pt x="0" y="0"/>
                </a:lnTo>
                <a:lnTo>
                  <a:pt x="0" y="34292"/>
                </a:lnTo>
                <a:close/>
              </a:path>
            </a:pathLst>
          </a:custGeom>
          <a:solidFill>
            <a:srgbClr val="6C6D6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" name="object 200" descr=""/>
          <p:cNvSpPr/>
          <p:nvPr/>
        </p:nvSpPr>
        <p:spPr>
          <a:xfrm>
            <a:off x="1243051" y="4912939"/>
            <a:ext cx="79375" cy="34290"/>
          </a:xfrm>
          <a:custGeom>
            <a:avLst/>
            <a:gdLst/>
            <a:ahLst/>
            <a:cxnLst/>
            <a:rect l="l" t="t" r="r" b="b"/>
            <a:pathLst>
              <a:path w="79375" h="34289">
                <a:moveTo>
                  <a:pt x="0" y="34292"/>
                </a:moveTo>
                <a:lnTo>
                  <a:pt x="78866" y="34292"/>
                </a:lnTo>
                <a:lnTo>
                  <a:pt x="78866" y="0"/>
                </a:lnTo>
                <a:lnTo>
                  <a:pt x="0" y="0"/>
                </a:lnTo>
                <a:lnTo>
                  <a:pt x="0" y="34292"/>
                </a:lnTo>
                <a:close/>
              </a:path>
            </a:pathLst>
          </a:custGeom>
          <a:solidFill>
            <a:srgbClr val="6C6D6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" name="object 201" descr=""/>
          <p:cNvSpPr/>
          <p:nvPr/>
        </p:nvSpPr>
        <p:spPr>
          <a:xfrm>
            <a:off x="1243051" y="4826879"/>
            <a:ext cx="79375" cy="34925"/>
          </a:xfrm>
          <a:custGeom>
            <a:avLst/>
            <a:gdLst/>
            <a:ahLst/>
            <a:cxnLst/>
            <a:rect l="l" t="t" r="r" b="b"/>
            <a:pathLst>
              <a:path w="79375" h="34925">
                <a:moveTo>
                  <a:pt x="0" y="34302"/>
                </a:moveTo>
                <a:lnTo>
                  <a:pt x="78866" y="34302"/>
                </a:lnTo>
                <a:lnTo>
                  <a:pt x="78866" y="0"/>
                </a:lnTo>
                <a:lnTo>
                  <a:pt x="0" y="0"/>
                </a:lnTo>
                <a:lnTo>
                  <a:pt x="0" y="34302"/>
                </a:lnTo>
                <a:close/>
              </a:path>
            </a:pathLst>
          </a:custGeom>
          <a:solidFill>
            <a:srgbClr val="6C6D6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" name="object 202" descr=""/>
          <p:cNvSpPr/>
          <p:nvPr/>
        </p:nvSpPr>
        <p:spPr>
          <a:xfrm>
            <a:off x="1243051" y="4740829"/>
            <a:ext cx="79375" cy="34290"/>
          </a:xfrm>
          <a:custGeom>
            <a:avLst/>
            <a:gdLst/>
            <a:ahLst/>
            <a:cxnLst/>
            <a:rect l="l" t="t" r="r" b="b"/>
            <a:pathLst>
              <a:path w="79375" h="34289">
                <a:moveTo>
                  <a:pt x="0" y="34292"/>
                </a:moveTo>
                <a:lnTo>
                  <a:pt x="78866" y="34292"/>
                </a:lnTo>
                <a:lnTo>
                  <a:pt x="78866" y="0"/>
                </a:lnTo>
                <a:lnTo>
                  <a:pt x="0" y="0"/>
                </a:lnTo>
                <a:lnTo>
                  <a:pt x="0" y="34292"/>
                </a:lnTo>
                <a:close/>
              </a:path>
            </a:pathLst>
          </a:custGeom>
          <a:solidFill>
            <a:srgbClr val="6C6D6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" name="object 203" descr=""/>
          <p:cNvSpPr/>
          <p:nvPr/>
        </p:nvSpPr>
        <p:spPr>
          <a:xfrm>
            <a:off x="1243051" y="4654769"/>
            <a:ext cx="79375" cy="34925"/>
          </a:xfrm>
          <a:custGeom>
            <a:avLst/>
            <a:gdLst/>
            <a:ahLst/>
            <a:cxnLst/>
            <a:rect l="l" t="t" r="r" b="b"/>
            <a:pathLst>
              <a:path w="79375" h="34925">
                <a:moveTo>
                  <a:pt x="0" y="34302"/>
                </a:moveTo>
                <a:lnTo>
                  <a:pt x="78866" y="34302"/>
                </a:lnTo>
                <a:lnTo>
                  <a:pt x="78866" y="0"/>
                </a:lnTo>
                <a:lnTo>
                  <a:pt x="0" y="0"/>
                </a:lnTo>
                <a:lnTo>
                  <a:pt x="0" y="34302"/>
                </a:lnTo>
                <a:close/>
              </a:path>
            </a:pathLst>
          </a:custGeom>
          <a:solidFill>
            <a:srgbClr val="6C6D6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" name="object 204" descr=""/>
          <p:cNvSpPr/>
          <p:nvPr/>
        </p:nvSpPr>
        <p:spPr>
          <a:xfrm>
            <a:off x="1670378" y="5687418"/>
            <a:ext cx="233679" cy="29209"/>
          </a:xfrm>
          <a:custGeom>
            <a:avLst/>
            <a:gdLst/>
            <a:ahLst/>
            <a:cxnLst/>
            <a:rect l="l" t="t" r="r" b="b"/>
            <a:pathLst>
              <a:path w="233680" h="29210">
                <a:moveTo>
                  <a:pt x="0" y="29184"/>
                </a:moveTo>
                <a:lnTo>
                  <a:pt x="233174" y="29184"/>
                </a:lnTo>
                <a:lnTo>
                  <a:pt x="233174" y="0"/>
                </a:lnTo>
                <a:lnTo>
                  <a:pt x="0" y="0"/>
                </a:lnTo>
                <a:lnTo>
                  <a:pt x="0" y="29184"/>
                </a:lnTo>
                <a:close/>
              </a:path>
            </a:pathLst>
          </a:custGeom>
          <a:solidFill>
            <a:srgbClr val="D0D2D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" name="object 205" descr=""/>
          <p:cNvSpPr/>
          <p:nvPr/>
        </p:nvSpPr>
        <p:spPr>
          <a:xfrm>
            <a:off x="1670378" y="5601358"/>
            <a:ext cx="233679" cy="34925"/>
          </a:xfrm>
          <a:custGeom>
            <a:avLst/>
            <a:gdLst/>
            <a:ahLst/>
            <a:cxnLst/>
            <a:rect l="l" t="t" r="r" b="b"/>
            <a:pathLst>
              <a:path w="233680" h="34925">
                <a:moveTo>
                  <a:pt x="0" y="34302"/>
                </a:moveTo>
                <a:lnTo>
                  <a:pt x="233174" y="34302"/>
                </a:lnTo>
                <a:lnTo>
                  <a:pt x="233174" y="0"/>
                </a:lnTo>
                <a:lnTo>
                  <a:pt x="0" y="0"/>
                </a:lnTo>
                <a:lnTo>
                  <a:pt x="0" y="34302"/>
                </a:lnTo>
                <a:close/>
              </a:path>
            </a:pathLst>
          </a:custGeom>
          <a:solidFill>
            <a:srgbClr val="D0D2D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" name="object 206" descr=""/>
          <p:cNvSpPr/>
          <p:nvPr/>
        </p:nvSpPr>
        <p:spPr>
          <a:xfrm>
            <a:off x="1670378" y="5515319"/>
            <a:ext cx="233679" cy="34290"/>
          </a:xfrm>
          <a:custGeom>
            <a:avLst/>
            <a:gdLst/>
            <a:ahLst/>
            <a:cxnLst/>
            <a:rect l="l" t="t" r="r" b="b"/>
            <a:pathLst>
              <a:path w="233680" h="34289">
                <a:moveTo>
                  <a:pt x="0" y="34281"/>
                </a:moveTo>
                <a:lnTo>
                  <a:pt x="233174" y="34281"/>
                </a:lnTo>
                <a:lnTo>
                  <a:pt x="233174" y="0"/>
                </a:lnTo>
                <a:lnTo>
                  <a:pt x="0" y="0"/>
                </a:lnTo>
                <a:lnTo>
                  <a:pt x="0" y="34281"/>
                </a:lnTo>
                <a:close/>
              </a:path>
            </a:pathLst>
          </a:custGeom>
          <a:solidFill>
            <a:srgbClr val="D0D2D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" name="object 207" descr=""/>
          <p:cNvSpPr/>
          <p:nvPr/>
        </p:nvSpPr>
        <p:spPr>
          <a:xfrm>
            <a:off x="1670378" y="5429258"/>
            <a:ext cx="233679" cy="34925"/>
          </a:xfrm>
          <a:custGeom>
            <a:avLst/>
            <a:gdLst/>
            <a:ahLst/>
            <a:cxnLst/>
            <a:rect l="l" t="t" r="r" b="b"/>
            <a:pathLst>
              <a:path w="233680" h="34925">
                <a:moveTo>
                  <a:pt x="0" y="34302"/>
                </a:moveTo>
                <a:lnTo>
                  <a:pt x="233174" y="34302"/>
                </a:lnTo>
                <a:lnTo>
                  <a:pt x="233174" y="0"/>
                </a:lnTo>
                <a:lnTo>
                  <a:pt x="0" y="0"/>
                </a:lnTo>
                <a:lnTo>
                  <a:pt x="0" y="34302"/>
                </a:lnTo>
                <a:close/>
              </a:path>
            </a:pathLst>
          </a:custGeom>
          <a:solidFill>
            <a:srgbClr val="D0D2D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" name="object 208" descr=""/>
          <p:cNvSpPr/>
          <p:nvPr/>
        </p:nvSpPr>
        <p:spPr>
          <a:xfrm>
            <a:off x="1670378" y="5343209"/>
            <a:ext cx="233679" cy="34290"/>
          </a:xfrm>
          <a:custGeom>
            <a:avLst/>
            <a:gdLst/>
            <a:ahLst/>
            <a:cxnLst/>
            <a:rect l="l" t="t" r="r" b="b"/>
            <a:pathLst>
              <a:path w="233680" h="34289">
                <a:moveTo>
                  <a:pt x="0" y="34292"/>
                </a:moveTo>
                <a:lnTo>
                  <a:pt x="233174" y="34292"/>
                </a:lnTo>
                <a:lnTo>
                  <a:pt x="233174" y="0"/>
                </a:lnTo>
                <a:lnTo>
                  <a:pt x="0" y="0"/>
                </a:lnTo>
                <a:lnTo>
                  <a:pt x="0" y="34292"/>
                </a:lnTo>
                <a:close/>
              </a:path>
            </a:pathLst>
          </a:custGeom>
          <a:solidFill>
            <a:srgbClr val="D0D2D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" name="object 209" descr=""/>
          <p:cNvSpPr/>
          <p:nvPr/>
        </p:nvSpPr>
        <p:spPr>
          <a:xfrm>
            <a:off x="1670378" y="5257159"/>
            <a:ext cx="233679" cy="34290"/>
          </a:xfrm>
          <a:custGeom>
            <a:avLst/>
            <a:gdLst/>
            <a:ahLst/>
            <a:cxnLst/>
            <a:rect l="l" t="t" r="r" b="b"/>
            <a:pathLst>
              <a:path w="233680" h="34289">
                <a:moveTo>
                  <a:pt x="0" y="34292"/>
                </a:moveTo>
                <a:lnTo>
                  <a:pt x="233174" y="34292"/>
                </a:lnTo>
                <a:lnTo>
                  <a:pt x="233174" y="0"/>
                </a:lnTo>
                <a:lnTo>
                  <a:pt x="0" y="0"/>
                </a:lnTo>
                <a:lnTo>
                  <a:pt x="0" y="34292"/>
                </a:lnTo>
                <a:close/>
              </a:path>
            </a:pathLst>
          </a:custGeom>
          <a:solidFill>
            <a:srgbClr val="D0D2D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" name="object 210" descr=""/>
          <p:cNvSpPr/>
          <p:nvPr/>
        </p:nvSpPr>
        <p:spPr>
          <a:xfrm>
            <a:off x="1670378" y="5171099"/>
            <a:ext cx="233679" cy="34925"/>
          </a:xfrm>
          <a:custGeom>
            <a:avLst/>
            <a:gdLst/>
            <a:ahLst/>
            <a:cxnLst/>
            <a:rect l="l" t="t" r="r" b="b"/>
            <a:pathLst>
              <a:path w="233680" h="34925">
                <a:moveTo>
                  <a:pt x="0" y="34302"/>
                </a:moveTo>
                <a:lnTo>
                  <a:pt x="233174" y="34302"/>
                </a:lnTo>
                <a:lnTo>
                  <a:pt x="233174" y="0"/>
                </a:lnTo>
                <a:lnTo>
                  <a:pt x="0" y="0"/>
                </a:lnTo>
                <a:lnTo>
                  <a:pt x="0" y="34302"/>
                </a:lnTo>
                <a:close/>
              </a:path>
            </a:pathLst>
          </a:custGeom>
          <a:solidFill>
            <a:srgbClr val="D0D2D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" name="object 211" descr=""/>
          <p:cNvSpPr/>
          <p:nvPr/>
        </p:nvSpPr>
        <p:spPr>
          <a:xfrm>
            <a:off x="1670378" y="5085038"/>
            <a:ext cx="233679" cy="34925"/>
          </a:xfrm>
          <a:custGeom>
            <a:avLst/>
            <a:gdLst/>
            <a:ahLst/>
            <a:cxnLst/>
            <a:rect l="l" t="t" r="r" b="b"/>
            <a:pathLst>
              <a:path w="233680" h="34925">
                <a:moveTo>
                  <a:pt x="0" y="34302"/>
                </a:moveTo>
                <a:lnTo>
                  <a:pt x="233174" y="34302"/>
                </a:lnTo>
                <a:lnTo>
                  <a:pt x="233174" y="0"/>
                </a:lnTo>
                <a:lnTo>
                  <a:pt x="0" y="0"/>
                </a:lnTo>
                <a:lnTo>
                  <a:pt x="0" y="34302"/>
                </a:lnTo>
                <a:close/>
              </a:path>
            </a:pathLst>
          </a:custGeom>
          <a:solidFill>
            <a:srgbClr val="D0D2D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" name="object 212" descr=""/>
          <p:cNvSpPr/>
          <p:nvPr/>
        </p:nvSpPr>
        <p:spPr>
          <a:xfrm>
            <a:off x="1670378" y="4998989"/>
            <a:ext cx="233679" cy="34290"/>
          </a:xfrm>
          <a:custGeom>
            <a:avLst/>
            <a:gdLst/>
            <a:ahLst/>
            <a:cxnLst/>
            <a:rect l="l" t="t" r="r" b="b"/>
            <a:pathLst>
              <a:path w="233680" h="34289">
                <a:moveTo>
                  <a:pt x="0" y="34292"/>
                </a:moveTo>
                <a:lnTo>
                  <a:pt x="233174" y="34292"/>
                </a:lnTo>
                <a:lnTo>
                  <a:pt x="233174" y="0"/>
                </a:lnTo>
                <a:lnTo>
                  <a:pt x="0" y="0"/>
                </a:lnTo>
                <a:lnTo>
                  <a:pt x="0" y="34292"/>
                </a:lnTo>
                <a:close/>
              </a:path>
            </a:pathLst>
          </a:custGeom>
          <a:solidFill>
            <a:srgbClr val="D0D2D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" name="object 213" descr=""/>
          <p:cNvSpPr/>
          <p:nvPr/>
        </p:nvSpPr>
        <p:spPr>
          <a:xfrm>
            <a:off x="1670378" y="4912939"/>
            <a:ext cx="233679" cy="34290"/>
          </a:xfrm>
          <a:custGeom>
            <a:avLst/>
            <a:gdLst/>
            <a:ahLst/>
            <a:cxnLst/>
            <a:rect l="l" t="t" r="r" b="b"/>
            <a:pathLst>
              <a:path w="233680" h="34289">
                <a:moveTo>
                  <a:pt x="0" y="34292"/>
                </a:moveTo>
                <a:lnTo>
                  <a:pt x="233174" y="34292"/>
                </a:lnTo>
                <a:lnTo>
                  <a:pt x="233174" y="0"/>
                </a:lnTo>
                <a:lnTo>
                  <a:pt x="0" y="0"/>
                </a:lnTo>
                <a:lnTo>
                  <a:pt x="0" y="34292"/>
                </a:lnTo>
                <a:close/>
              </a:path>
            </a:pathLst>
          </a:custGeom>
          <a:solidFill>
            <a:srgbClr val="D0D2D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" name="object 214" descr=""/>
          <p:cNvSpPr/>
          <p:nvPr/>
        </p:nvSpPr>
        <p:spPr>
          <a:xfrm>
            <a:off x="1670378" y="4826879"/>
            <a:ext cx="233679" cy="34925"/>
          </a:xfrm>
          <a:custGeom>
            <a:avLst/>
            <a:gdLst/>
            <a:ahLst/>
            <a:cxnLst/>
            <a:rect l="l" t="t" r="r" b="b"/>
            <a:pathLst>
              <a:path w="233680" h="34925">
                <a:moveTo>
                  <a:pt x="0" y="34302"/>
                </a:moveTo>
                <a:lnTo>
                  <a:pt x="233174" y="34302"/>
                </a:lnTo>
                <a:lnTo>
                  <a:pt x="233174" y="0"/>
                </a:lnTo>
                <a:lnTo>
                  <a:pt x="0" y="0"/>
                </a:lnTo>
                <a:lnTo>
                  <a:pt x="0" y="34302"/>
                </a:lnTo>
                <a:close/>
              </a:path>
            </a:pathLst>
          </a:custGeom>
          <a:solidFill>
            <a:srgbClr val="D0D2D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" name="object 215" descr=""/>
          <p:cNvSpPr/>
          <p:nvPr/>
        </p:nvSpPr>
        <p:spPr>
          <a:xfrm>
            <a:off x="1321915" y="4740829"/>
            <a:ext cx="581660" cy="34290"/>
          </a:xfrm>
          <a:custGeom>
            <a:avLst/>
            <a:gdLst/>
            <a:ahLst/>
            <a:cxnLst/>
            <a:rect l="l" t="t" r="r" b="b"/>
            <a:pathLst>
              <a:path w="581660" h="34289">
                <a:moveTo>
                  <a:pt x="0" y="34292"/>
                </a:moveTo>
                <a:lnTo>
                  <a:pt x="581636" y="34292"/>
                </a:lnTo>
                <a:lnTo>
                  <a:pt x="581636" y="0"/>
                </a:lnTo>
                <a:lnTo>
                  <a:pt x="0" y="0"/>
                </a:lnTo>
                <a:lnTo>
                  <a:pt x="0" y="34292"/>
                </a:lnTo>
                <a:close/>
              </a:path>
            </a:pathLst>
          </a:custGeom>
          <a:solidFill>
            <a:srgbClr val="D0D2D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" name="object 216" descr=""/>
          <p:cNvSpPr/>
          <p:nvPr/>
        </p:nvSpPr>
        <p:spPr>
          <a:xfrm>
            <a:off x="1321915" y="4654769"/>
            <a:ext cx="581660" cy="34925"/>
          </a:xfrm>
          <a:custGeom>
            <a:avLst/>
            <a:gdLst/>
            <a:ahLst/>
            <a:cxnLst/>
            <a:rect l="l" t="t" r="r" b="b"/>
            <a:pathLst>
              <a:path w="581660" h="34925">
                <a:moveTo>
                  <a:pt x="0" y="34302"/>
                </a:moveTo>
                <a:lnTo>
                  <a:pt x="581636" y="34302"/>
                </a:lnTo>
                <a:lnTo>
                  <a:pt x="581636" y="0"/>
                </a:lnTo>
                <a:lnTo>
                  <a:pt x="0" y="0"/>
                </a:lnTo>
                <a:lnTo>
                  <a:pt x="0" y="34302"/>
                </a:lnTo>
                <a:close/>
              </a:path>
            </a:pathLst>
          </a:custGeom>
          <a:solidFill>
            <a:srgbClr val="D0D2D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" name="object 217" descr=""/>
          <p:cNvSpPr/>
          <p:nvPr/>
        </p:nvSpPr>
        <p:spPr>
          <a:xfrm>
            <a:off x="1321915" y="5687418"/>
            <a:ext cx="294640" cy="29209"/>
          </a:xfrm>
          <a:custGeom>
            <a:avLst/>
            <a:gdLst/>
            <a:ahLst/>
            <a:cxnLst/>
            <a:rect l="l" t="t" r="r" b="b"/>
            <a:pathLst>
              <a:path w="294640" h="29210">
                <a:moveTo>
                  <a:pt x="0" y="29184"/>
                </a:moveTo>
                <a:lnTo>
                  <a:pt x="294171" y="29184"/>
                </a:lnTo>
                <a:lnTo>
                  <a:pt x="294171" y="0"/>
                </a:lnTo>
                <a:lnTo>
                  <a:pt x="0" y="0"/>
                </a:lnTo>
                <a:lnTo>
                  <a:pt x="0" y="29184"/>
                </a:lnTo>
                <a:close/>
              </a:path>
            </a:pathLst>
          </a:custGeom>
          <a:solidFill>
            <a:srgbClr val="D0D2D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" name="object 218" descr=""/>
          <p:cNvSpPr/>
          <p:nvPr/>
        </p:nvSpPr>
        <p:spPr>
          <a:xfrm>
            <a:off x="1321915" y="5601358"/>
            <a:ext cx="294640" cy="34925"/>
          </a:xfrm>
          <a:custGeom>
            <a:avLst/>
            <a:gdLst/>
            <a:ahLst/>
            <a:cxnLst/>
            <a:rect l="l" t="t" r="r" b="b"/>
            <a:pathLst>
              <a:path w="294640" h="34925">
                <a:moveTo>
                  <a:pt x="0" y="34302"/>
                </a:moveTo>
                <a:lnTo>
                  <a:pt x="294171" y="34302"/>
                </a:lnTo>
                <a:lnTo>
                  <a:pt x="294171" y="0"/>
                </a:lnTo>
                <a:lnTo>
                  <a:pt x="0" y="0"/>
                </a:lnTo>
                <a:lnTo>
                  <a:pt x="0" y="34302"/>
                </a:lnTo>
                <a:close/>
              </a:path>
            </a:pathLst>
          </a:custGeom>
          <a:solidFill>
            <a:srgbClr val="D0D2D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" name="object 219" descr=""/>
          <p:cNvSpPr/>
          <p:nvPr/>
        </p:nvSpPr>
        <p:spPr>
          <a:xfrm>
            <a:off x="1321915" y="5515319"/>
            <a:ext cx="294640" cy="34290"/>
          </a:xfrm>
          <a:custGeom>
            <a:avLst/>
            <a:gdLst/>
            <a:ahLst/>
            <a:cxnLst/>
            <a:rect l="l" t="t" r="r" b="b"/>
            <a:pathLst>
              <a:path w="294640" h="34289">
                <a:moveTo>
                  <a:pt x="0" y="34281"/>
                </a:moveTo>
                <a:lnTo>
                  <a:pt x="294171" y="34281"/>
                </a:lnTo>
                <a:lnTo>
                  <a:pt x="294171" y="0"/>
                </a:lnTo>
                <a:lnTo>
                  <a:pt x="0" y="0"/>
                </a:lnTo>
                <a:lnTo>
                  <a:pt x="0" y="34281"/>
                </a:lnTo>
                <a:close/>
              </a:path>
            </a:pathLst>
          </a:custGeom>
          <a:solidFill>
            <a:srgbClr val="D0D2D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" name="object 220" descr=""/>
          <p:cNvSpPr/>
          <p:nvPr/>
        </p:nvSpPr>
        <p:spPr>
          <a:xfrm>
            <a:off x="1321915" y="5429258"/>
            <a:ext cx="294640" cy="34925"/>
          </a:xfrm>
          <a:custGeom>
            <a:avLst/>
            <a:gdLst/>
            <a:ahLst/>
            <a:cxnLst/>
            <a:rect l="l" t="t" r="r" b="b"/>
            <a:pathLst>
              <a:path w="294640" h="34925">
                <a:moveTo>
                  <a:pt x="0" y="34302"/>
                </a:moveTo>
                <a:lnTo>
                  <a:pt x="294171" y="34302"/>
                </a:lnTo>
                <a:lnTo>
                  <a:pt x="294171" y="0"/>
                </a:lnTo>
                <a:lnTo>
                  <a:pt x="0" y="0"/>
                </a:lnTo>
                <a:lnTo>
                  <a:pt x="0" y="34302"/>
                </a:lnTo>
                <a:close/>
              </a:path>
            </a:pathLst>
          </a:custGeom>
          <a:solidFill>
            <a:srgbClr val="D0D2D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" name="object 221" descr=""/>
          <p:cNvSpPr/>
          <p:nvPr/>
        </p:nvSpPr>
        <p:spPr>
          <a:xfrm>
            <a:off x="1321915" y="5343209"/>
            <a:ext cx="294640" cy="34290"/>
          </a:xfrm>
          <a:custGeom>
            <a:avLst/>
            <a:gdLst/>
            <a:ahLst/>
            <a:cxnLst/>
            <a:rect l="l" t="t" r="r" b="b"/>
            <a:pathLst>
              <a:path w="294640" h="34289">
                <a:moveTo>
                  <a:pt x="0" y="34292"/>
                </a:moveTo>
                <a:lnTo>
                  <a:pt x="294171" y="34292"/>
                </a:lnTo>
                <a:lnTo>
                  <a:pt x="294171" y="0"/>
                </a:lnTo>
                <a:lnTo>
                  <a:pt x="0" y="0"/>
                </a:lnTo>
                <a:lnTo>
                  <a:pt x="0" y="34292"/>
                </a:lnTo>
                <a:close/>
              </a:path>
            </a:pathLst>
          </a:custGeom>
          <a:solidFill>
            <a:srgbClr val="D0D2D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" name="object 222" descr=""/>
          <p:cNvSpPr/>
          <p:nvPr/>
        </p:nvSpPr>
        <p:spPr>
          <a:xfrm>
            <a:off x="1321915" y="5257159"/>
            <a:ext cx="294640" cy="34290"/>
          </a:xfrm>
          <a:custGeom>
            <a:avLst/>
            <a:gdLst/>
            <a:ahLst/>
            <a:cxnLst/>
            <a:rect l="l" t="t" r="r" b="b"/>
            <a:pathLst>
              <a:path w="294640" h="34289">
                <a:moveTo>
                  <a:pt x="0" y="34292"/>
                </a:moveTo>
                <a:lnTo>
                  <a:pt x="294171" y="34292"/>
                </a:lnTo>
                <a:lnTo>
                  <a:pt x="294171" y="0"/>
                </a:lnTo>
                <a:lnTo>
                  <a:pt x="0" y="0"/>
                </a:lnTo>
                <a:lnTo>
                  <a:pt x="0" y="34292"/>
                </a:lnTo>
                <a:close/>
              </a:path>
            </a:pathLst>
          </a:custGeom>
          <a:solidFill>
            <a:srgbClr val="D0D2D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" name="object 223" descr=""/>
          <p:cNvSpPr/>
          <p:nvPr/>
        </p:nvSpPr>
        <p:spPr>
          <a:xfrm>
            <a:off x="1321915" y="5171099"/>
            <a:ext cx="294640" cy="34925"/>
          </a:xfrm>
          <a:custGeom>
            <a:avLst/>
            <a:gdLst/>
            <a:ahLst/>
            <a:cxnLst/>
            <a:rect l="l" t="t" r="r" b="b"/>
            <a:pathLst>
              <a:path w="294640" h="34925">
                <a:moveTo>
                  <a:pt x="0" y="34302"/>
                </a:moveTo>
                <a:lnTo>
                  <a:pt x="294171" y="34302"/>
                </a:lnTo>
                <a:lnTo>
                  <a:pt x="294171" y="0"/>
                </a:lnTo>
                <a:lnTo>
                  <a:pt x="0" y="0"/>
                </a:lnTo>
                <a:lnTo>
                  <a:pt x="0" y="34302"/>
                </a:lnTo>
                <a:close/>
              </a:path>
            </a:pathLst>
          </a:custGeom>
          <a:solidFill>
            <a:srgbClr val="D0D2D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" name="object 224" descr=""/>
          <p:cNvSpPr/>
          <p:nvPr/>
        </p:nvSpPr>
        <p:spPr>
          <a:xfrm>
            <a:off x="1321915" y="5085038"/>
            <a:ext cx="294640" cy="34925"/>
          </a:xfrm>
          <a:custGeom>
            <a:avLst/>
            <a:gdLst/>
            <a:ahLst/>
            <a:cxnLst/>
            <a:rect l="l" t="t" r="r" b="b"/>
            <a:pathLst>
              <a:path w="294640" h="34925">
                <a:moveTo>
                  <a:pt x="0" y="34302"/>
                </a:moveTo>
                <a:lnTo>
                  <a:pt x="294171" y="34302"/>
                </a:lnTo>
                <a:lnTo>
                  <a:pt x="294171" y="0"/>
                </a:lnTo>
                <a:lnTo>
                  <a:pt x="0" y="0"/>
                </a:lnTo>
                <a:lnTo>
                  <a:pt x="0" y="34302"/>
                </a:lnTo>
                <a:close/>
              </a:path>
            </a:pathLst>
          </a:custGeom>
          <a:solidFill>
            <a:srgbClr val="D0D2D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" name="object 225" descr=""/>
          <p:cNvSpPr/>
          <p:nvPr/>
        </p:nvSpPr>
        <p:spPr>
          <a:xfrm>
            <a:off x="1321915" y="4998989"/>
            <a:ext cx="294640" cy="34290"/>
          </a:xfrm>
          <a:custGeom>
            <a:avLst/>
            <a:gdLst/>
            <a:ahLst/>
            <a:cxnLst/>
            <a:rect l="l" t="t" r="r" b="b"/>
            <a:pathLst>
              <a:path w="294640" h="34289">
                <a:moveTo>
                  <a:pt x="0" y="34292"/>
                </a:moveTo>
                <a:lnTo>
                  <a:pt x="294171" y="34292"/>
                </a:lnTo>
                <a:lnTo>
                  <a:pt x="294171" y="0"/>
                </a:lnTo>
                <a:lnTo>
                  <a:pt x="0" y="0"/>
                </a:lnTo>
                <a:lnTo>
                  <a:pt x="0" y="34292"/>
                </a:lnTo>
                <a:close/>
              </a:path>
            </a:pathLst>
          </a:custGeom>
          <a:solidFill>
            <a:srgbClr val="D0D2D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" name="object 226" descr=""/>
          <p:cNvSpPr/>
          <p:nvPr/>
        </p:nvSpPr>
        <p:spPr>
          <a:xfrm>
            <a:off x="1321915" y="4912939"/>
            <a:ext cx="294640" cy="34290"/>
          </a:xfrm>
          <a:custGeom>
            <a:avLst/>
            <a:gdLst/>
            <a:ahLst/>
            <a:cxnLst/>
            <a:rect l="l" t="t" r="r" b="b"/>
            <a:pathLst>
              <a:path w="294640" h="34289">
                <a:moveTo>
                  <a:pt x="0" y="34292"/>
                </a:moveTo>
                <a:lnTo>
                  <a:pt x="294171" y="34292"/>
                </a:lnTo>
                <a:lnTo>
                  <a:pt x="294171" y="0"/>
                </a:lnTo>
                <a:lnTo>
                  <a:pt x="0" y="0"/>
                </a:lnTo>
                <a:lnTo>
                  <a:pt x="0" y="34292"/>
                </a:lnTo>
                <a:close/>
              </a:path>
            </a:pathLst>
          </a:custGeom>
          <a:solidFill>
            <a:srgbClr val="D0D2D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" name="object 227" descr=""/>
          <p:cNvSpPr/>
          <p:nvPr/>
        </p:nvSpPr>
        <p:spPr>
          <a:xfrm>
            <a:off x="1321915" y="4826879"/>
            <a:ext cx="294640" cy="34925"/>
          </a:xfrm>
          <a:custGeom>
            <a:avLst/>
            <a:gdLst/>
            <a:ahLst/>
            <a:cxnLst/>
            <a:rect l="l" t="t" r="r" b="b"/>
            <a:pathLst>
              <a:path w="294640" h="34925">
                <a:moveTo>
                  <a:pt x="0" y="34302"/>
                </a:moveTo>
                <a:lnTo>
                  <a:pt x="294171" y="34302"/>
                </a:lnTo>
                <a:lnTo>
                  <a:pt x="294171" y="0"/>
                </a:lnTo>
                <a:lnTo>
                  <a:pt x="0" y="0"/>
                </a:lnTo>
                <a:lnTo>
                  <a:pt x="0" y="34302"/>
                </a:lnTo>
                <a:close/>
              </a:path>
            </a:pathLst>
          </a:custGeom>
          <a:solidFill>
            <a:srgbClr val="D0D2D2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28" name="object 228" descr=""/>
          <p:cNvGrpSpPr/>
          <p:nvPr/>
        </p:nvGrpSpPr>
        <p:grpSpPr>
          <a:xfrm>
            <a:off x="1178969" y="4447873"/>
            <a:ext cx="725170" cy="1269365"/>
            <a:chOff x="1178969" y="4447873"/>
            <a:chExt cx="725170" cy="1269365"/>
          </a:xfrm>
        </p:grpSpPr>
        <p:sp>
          <p:nvSpPr>
            <p:cNvPr id="229" name="object 229" descr=""/>
            <p:cNvSpPr/>
            <p:nvPr/>
          </p:nvSpPr>
          <p:spPr>
            <a:xfrm>
              <a:off x="1321904" y="4447876"/>
              <a:ext cx="581660" cy="155575"/>
            </a:xfrm>
            <a:custGeom>
              <a:avLst/>
              <a:gdLst/>
              <a:ahLst/>
              <a:cxnLst/>
              <a:rect l="l" t="t" r="r" b="b"/>
              <a:pathLst>
                <a:path w="581660" h="155575">
                  <a:moveTo>
                    <a:pt x="581647" y="78740"/>
                  </a:moveTo>
                  <a:lnTo>
                    <a:pt x="271106" y="78740"/>
                  </a:lnTo>
                  <a:lnTo>
                    <a:pt x="271106" y="0"/>
                  </a:lnTo>
                  <a:lnTo>
                    <a:pt x="0" y="0"/>
                  </a:lnTo>
                  <a:lnTo>
                    <a:pt x="0" y="78740"/>
                  </a:lnTo>
                  <a:lnTo>
                    <a:pt x="0" y="155143"/>
                  </a:lnTo>
                  <a:lnTo>
                    <a:pt x="581647" y="155143"/>
                  </a:lnTo>
                  <a:lnTo>
                    <a:pt x="581647" y="7874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 descr=""/>
            <p:cNvSpPr/>
            <p:nvPr/>
          </p:nvSpPr>
          <p:spPr>
            <a:xfrm>
              <a:off x="1178966" y="4603019"/>
              <a:ext cx="725170" cy="1084580"/>
            </a:xfrm>
            <a:custGeom>
              <a:avLst/>
              <a:gdLst/>
              <a:ahLst/>
              <a:cxnLst/>
              <a:rect l="l" t="t" r="r" b="b"/>
              <a:pathLst>
                <a:path w="725169" h="1084579">
                  <a:moveTo>
                    <a:pt x="437108" y="1032649"/>
                  </a:moveTo>
                  <a:lnTo>
                    <a:pt x="0" y="1032649"/>
                  </a:lnTo>
                  <a:lnTo>
                    <a:pt x="0" y="1084402"/>
                  </a:lnTo>
                  <a:lnTo>
                    <a:pt x="437108" y="1084402"/>
                  </a:lnTo>
                  <a:lnTo>
                    <a:pt x="437108" y="1032649"/>
                  </a:lnTo>
                  <a:close/>
                </a:path>
                <a:path w="725169" h="1084579">
                  <a:moveTo>
                    <a:pt x="437108" y="946581"/>
                  </a:moveTo>
                  <a:lnTo>
                    <a:pt x="0" y="946581"/>
                  </a:lnTo>
                  <a:lnTo>
                    <a:pt x="0" y="998347"/>
                  </a:lnTo>
                  <a:lnTo>
                    <a:pt x="437108" y="998347"/>
                  </a:lnTo>
                  <a:lnTo>
                    <a:pt x="437108" y="946581"/>
                  </a:lnTo>
                  <a:close/>
                </a:path>
                <a:path w="725169" h="1084579">
                  <a:moveTo>
                    <a:pt x="437108" y="860552"/>
                  </a:moveTo>
                  <a:lnTo>
                    <a:pt x="0" y="860552"/>
                  </a:lnTo>
                  <a:lnTo>
                    <a:pt x="0" y="912304"/>
                  </a:lnTo>
                  <a:lnTo>
                    <a:pt x="437108" y="912304"/>
                  </a:lnTo>
                  <a:lnTo>
                    <a:pt x="437108" y="860552"/>
                  </a:lnTo>
                  <a:close/>
                </a:path>
                <a:path w="725169" h="1084579">
                  <a:moveTo>
                    <a:pt x="437108" y="774484"/>
                  </a:moveTo>
                  <a:lnTo>
                    <a:pt x="0" y="774484"/>
                  </a:lnTo>
                  <a:lnTo>
                    <a:pt x="0" y="826249"/>
                  </a:lnTo>
                  <a:lnTo>
                    <a:pt x="437108" y="826249"/>
                  </a:lnTo>
                  <a:lnTo>
                    <a:pt x="437108" y="774484"/>
                  </a:lnTo>
                  <a:close/>
                </a:path>
                <a:path w="725169" h="1084579">
                  <a:moveTo>
                    <a:pt x="437108" y="688441"/>
                  </a:moveTo>
                  <a:lnTo>
                    <a:pt x="0" y="688441"/>
                  </a:lnTo>
                  <a:lnTo>
                    <a:pt x="0" y="740194"/>
                  </a:lnTo>
                  <a:lnTo>
                    <a:pt x="437108" y="740194"/>
                  </a:lnTo>
                  <a:lnTo>
                    <a:pt x="437108" y="688441"/>
                  </a:lnTo>
                  <a:close/>
                </a:path>
                <a:path w="725169" h="1084579">
                  <a:moveTo>
                    <a:pt x="437108" y="602386"/>
                  </a:moveTo>
                  <a:lnTo>
                    <a:pt x="0" y="602386"/>
                  </a:lnTo>
                  <a:lnTo>
                    <a:pt x="0" y="654151"/>
                  </a:lnTo>
                  <a:lnTo>
                    <a:pt x="437108" y="654151"/>
                  </a:lnTo>
                  <a:lnTo>
                    <a:pt x="437108" y="602386"/>
                  </a:lnTo>
                  <a:close/>
                </a:path>
                <a:path w="725169" h="1084579">
                  <a:moveTo>
                    <a:pt x="437108" y="516331"/>
                  </a:moveTo>
                  <a:lnTo>
                    <a:pt x="0" y="516331"/>
                  </a:lnTo>
                  <a:lnTo>
                    <a:pt x="0" y="568083"/>
                  </a:lnTo>
                  <a:lnTo>
                    <a:pt x="437108" y="568083"/>
                  </a:lnTo>
                  <a:lnTo>
                    <a:pt x="437108" y="516331"/>
                  </a:lnTo>
                  <a:close/>
                </a:path>
                <a:path w="725169" h="1084579">
                  <a:moveTo>
                    <a:pt x="437108" y="430263"/>
                  </a:moveTo>
                  <a:lnTo>
                    <a:pt x="0" y="430263"/>
                  </a:lnTo>
                  <a:lnTo>
                    <a:pt x="0" y="482028"/>
                  </a:lnTo>
                  <a:lnTo>
                    <a:pt x="437108" y="482028"/>
                  </a:lnTo>
                  <a:lnTo>
                    <a:pt x="437108" y="430263"/>
                  </a:lnTo>
                  <a:close/>
                </a:path>
                <a:path w="725169" h="1084579">
                  <a:moveTo>
                    <a:pt x="437108" y="344220"/>
                  </a:moveTo>
                  <a:lnTo>
                    <a:pt x="0" y="344220"/>
                  </a:lnTo>
                  <a:lnTo>
                    <a:pt x="0" y="395973"/>
                  </a:lnTo>
                  <a:lnTo>
                    <a:pt x="437108" y="395973"/>
                  </a:lnTo>
                  <a:lnTo>
                    <a:pt x="437108" y="344220"/>
                  </a:lnTo>
                  <a:close/>
                </a:path>
                <a:path w="725169" h="1084579">
                  <a:moveTo>
                    <a:pt x="437108" y="258165"/>
                  </a:moveTo>
                  <a:lnTo>
                    <a:pt x="0" y="258165"/>
                  </a:lnTo>
                  <a:lnTo>
                    <a:pt x="0" y="309930"/>
                  </a:lnTo>
                  <a:lnTo>
                    <a:pt x="437108" y="309930"/>
                  </a:lnTo>
                  <a:lnTo>
                    <a:pt x="437108" y="258165"/>
                  </a:lnTo>
                  <a:close/>
                </a:path>
                <a:path w="725169" h="1084579">
                  <a:moveTo>
                    <a:pt x="437108" y="172110"/>
                  </a:moveTo>
                  <a:lnTo>
                    <a:pt x="0" y="172110"/>
                  </a:lnTo>
                  <a:lnTo>
                    <a:pt x="0" y="223862"/>
                  </a:lnTo>
                  <a:lnTo>
                    <a:pt x="437108" y="223862"/>
                  </a:lnTo>
                  <a:lnTo>
                    <a:pt x="437108" y="172110"/>
                  </a:lnTo>
                  <a:close/>
                </a:path>
                <a:path w="725169" h="1084579">
                  <a:moveTo>
                    <a:pt x="724573" y="1032649"/>
                  </a:moveTo>
                  <a:lnTo>
                    <a:pt x="491401" y="1032649"/>
                  </a:lnTo>
                  <a:lnTo>
                    <a:pt x="491401" y="1084402"/>
                  </a:lnTo>
                  <a:lnTo>
                    <a:pt x="724573" y="1084402"/>
                  </a:lnTo>
                  <a:lnTo>
                    <a:pt x="724573" y="1032649"/>
                  </a:lnTo>
                  <a:close/>
                </a:path>
                <a:path w="725169" h="1084579">
                  <a:moveTo>
                    <a:pt x="724573" y="946581"/>
                  </a:moveTo>
                  <a:lnTo>
                    <a:pt x="491401" y="946581"/>
                  </a:lnTo>
                  <a:lnTo>
                    <a:pt x="491401" y="998347"/>
                  </a:lnTo>
                  <a:lnTo>
                    <a:pt x="724573" y="998347"/>
                  </a:lnTo>
                  <a:lnTo>
                    <a:pt x="724573" y="946581"/>
                  </a:lnTo>
                  <a:close/>
                </a:path>
                <a:path w="725169" h="1084579">
                  <a:moveTo>
                    <a:pt x="724573" y="860552"/>
                  </a:moveTo>
                  <a:lnTo>
                    <a:pt x="491401" y="860552"/>
                  </a:lnTo>
                  <a:lnTo>
                    <a:pt x="491401" y="912304"/>
                  </a:lnTo>
                  <a:lnTo>
                    <a:pt x="724573" y="912304"/>
                  </a:lnTo>
                  <a:lnTo>
                    <a:pt x="724573" y="860552"/>
                  </a:lnTo>
                  <a:close/>
                </a:path>
                <a:path w="725169" h="1084579">
                  <a:moveTo>
                    <a:pt x="724573" y="774484"/>
                  </a:moveTo>
                  <a:lnTo>
                    <a:pt x="491401" y="774484"/>
                  </a:lnTo>
                  <a:lnTo>
                    <a:pt x="491401" y="826249"/>
                  </a:lnTo>
                  <a:lnTo>
                    <a:pt x="724573" y="826249"/>
                  </a:lnTo>
                  <a:lnTo>
                    <a:pt x="724573" y="774484"/>
                  </a:lnTo>
                  <a:close/>
                </a:path>
                <a:path w="725169" h="1084579">
                  <a:moveTo>
                    <a:pt x="724573" y="688441"/>
                  </a:moveTo>
                  <a:lnTo>
                    <a:pt x="491401" y="688441"/>
                  </a:lnTo>
                  <a:lnTo>
                    <a:pt x="491401" y="740194"/>
                  </a:lnTo>
                  <a:lnTo>
                    <a:pt x="724573" y="740194"/>
                  </a:lnTo>
                  <a:lnTo>
                    <a:pt x="724573" y="688441"/>
                  </a:lnTo>
                  <a:close/>
                </a:path>
                <a:path w="725169" h="1084579">
                  <a:moveTo>
                    <a:pt x="724573" y="602386"/>
                  </a:moveTo>
                  <a:lnTo>
                    <a:pt x="491401" y="602386"/>
                  </a:lnTo>
                  <a:lnTo>
                    <a:pt x="491401" y="654151"/>
                  </a:lnTo>
                  <a:lnTo>
                    <a:pt x="724573" y="654151"/>
                  </a:lnTo>
                  <a:lnTo>
                    <a:pt x="724573" y="602386"/>
                  </a:lnTo>
                  <a:close/>
                </a:path>
                <a:path w="725169" h="1084579">
                  <a:moveTo>
                    <a:pt x="724573" y="516331"/>
                  </a:moveTo>
                  <a:lnTo>
                    <a:pt x="491401" y="516331"/>
                  </a:lnTo>
                  <a:lnTo>
                    <a:pt x="491401" y="568083"/>
                  </a:lnTo>
                  <a:lnTo>
                    <a:pt x="724573" y="568083"/>
                  </a:lnTo>
                  <a:lnTo>
                    <a:pt x="724573" y="516331"/>
                  </a:lnTo>
                  <a:close/>
                </a:path>
                <a:path w="725169" h="1084579">
                  <a:moveTo>
                    <a:pt x="724573" y="430263"/>
                  </a:moveTo>
                  <a:lnTo>
                    <a:pt x="491401" y="430263"/>
                  </a:lnTo>
                  <a:lnTo>
                    <a:pt x="491401" y="482028"/>
                  </a:lnTo>
                  <a:lnTo>
                    <a:pt x="724573" y="482028"/>
                  </a:lnTo>
                  <a:lnTo>
                    <a:pt x="724573" y="430263"/>
                  </a:lnTo>
                  <a:close/>
                </a:path>
                <a:path w="725169" h="1084579">
                  <a:moveTo>
                    <a:pt x="724573" y="344220"/>
                  </a:moveTo>
                  <a:lnTo>
                    <a:pt x="491401" y="344220"/>
                  </a:lnTo>
                  <a:lnTo>
                    <a:pt x="491401" y="395973"/>
                  </a:lnTo>
                  <a:lnTo>
                    <a:pt x="724573" y="395973"/>
                  </a:lnTo>
                  <a:lnTo>
                    <a:pt x="724573" y="344220"/>
                  </a:lnTo>
                  <a:close/>
                </a:path>
                <a:path w="725169" h="1084579">
                  <a:moveTo>
                    <a:pt x="724573" y="258165"/>
                  </a:moveTo>
                  <a:lnTo>
                    <a:pt x="491401" y="258165"/>
                  </a:lnTo>
                  <a:lnTo>
                    <a:pt x="491401" y="309930"/>
                  </a:lnTo>
                  <a:lnTo>
                    <a:pt x="724573" y="309930"/>
                  </a:lnTo>
                  <a:lnTo>
                    <a:pt x="724573" y="258165"/>
                  </a:lnTo>
                  <a:close/>
                </a:path>
                <a:path w="725169" h="1084579">
                  <a:moveTo>
                    <a:pt x="724573" y="172110"/>
                  </a:moveTo>
                  <a:lnTo>
                    <a:pt x="491401" y="172110"/>
                  </a:lnTo>
                  <a:lnTo>
                    <a:pt x="491401" y="223862"/>
                  </a:lnTo>
                  <a:lnTo>
                    <a:pt x="724573" y="223862"/>
                  </a:lnTo>
                  <a:lnTo>
                    <a:pt x="724573" y="172110"/>
                  </a:lnTo>
                  <a:close/>
                </a:path>
                <a:path w="725169" h="1084579">
                  <a:moveTo>
                    <a:pt x="724573" y="86055"/>
                  </a:moveTo>
                  <a:lnTo>
                    <a:pt x="0" y="86055"/>
                  </a:lnTo>
                  <a:lnTo>
                    <a:pt x="0" y="137820"/>
                  </a:lnTo>
                  <a:lnTo>
                    <a:pt x="724573" y="137820"/>
                  </a:lnTo>
                  <a:lnTo>
                    <a:pt x="724573" y="86055"/>
                  </a:lnTo>
                  <a:close/>
                </a:path>
                <a:path w="725169" h="1084579">
                  <a:moveTo>
                    <a:pt x="724573" y="0"/>
                  </a:moveTo>
                  <a:lnTo>
                    <a:pt x="0" y="0"/>
                  </a:lnTo>
                  <a:lnTo>
                    <a:pt x="0" y="51752"/>
                  </a:lnTo>
                  <a:lnTo>
                    <a:pt x="724573" y="51752"/>
                  </a:lnTo>
                  <a:lnTo>
                    <a:pt x="724573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 descr=""/>
            <p:cNvSpPr/>
            <p:nvPr/>
          </p:nvSpPr>
          <p:spPr>
            <a:xfrm>
              <a:off x="1355183" y="4494575"/>
              <a:ext cx="205104" cy="32384"/>
            </a:xfrm>
            <a:custGeom>
              <a:avLst/>
              <a:gdLst/>
              <a:ahLst/>
              <a:cxnLst/>
              <a:rect l="l" t="t" r="r" b="b"/>
              <a:pathLst>
                <a:path w="205105" h="32385">
                  <a:moveTo>
                    <a:pt x="204559" y="0"/>
                  </a:moveTo>
                  <a:lnTo>
                    <a:pt x="0" y="0"/>
                  </a:lnTo>
                  <a:lnTo>
                    <a:pt x="0" y="32030"/>
                  </a:lnTo>
                  <a:lnTo>
                    <a:pt x="204559" y="32030"/>
                  </a:lnTo>
                  <a:lnTo>
                    <a:pt x="204559" y="0"/>
                  </a:lnTo>
                  <a:close/>
                </a:path>
              </a:pathLst>
            </a:custGeom>
            <a:solidFill>
              <a:srgbClr val="6C6D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 descr=""/>
            <p:cNvSpPr/>
            <p:nvPr/>
          </p:nvSpPr>
          <p:spPr>
            <a:xfrm>
              <a:off x="1539722" y="4775129"/>
              <a:ext cx="207010" cy="942340"/>
            </a:xfrm>
            <a:custGeom>
              <a:avLst/>
              <a:gdLst/>
              <a:ahLst/>
              <a:cxnLst/>
              <a:rect l="l" t="t" r="r" b="b"/>
              <a:pathLst>
                <a:path w="207010" h="942339">
                  <a:moveTo>
                    <a:pt x="18478" y="0"/>
                  </a:moveTo>
                  <a:lnTo>
                    <a:pt x="0" y="0"/>
                  </a:lnTo>
                  <a:lnTo>
                    <a:pt x="0" y="941870"/>
                  </a:lnTo>
                  <a:lnTo>
                    <a:pt x="18478" y="941870"/>
                  </a:lnTo>
                  <a:lnTo>
                    <a:pt x="18478" y="0"/>
                  </a:lnTo>
                  <a:close/>
                </a:path>
                <a:path w="207010" h="942339">
                  <a:moveTo>
                    <a:pt x="130644" y="0"/>
                  </a:moveTo>
                  <a:lnTo>
                    <a:pt x="76352" y="0"/>
                  </a:lnTo>
                  <a:lnTo>
                    <a:pt x="76352" y="941870"/>
                  </a:lnTo>
                  <a:lnTo>
                    <a:pt x="130644" y="941870"/>
                  </a:lnTo>
                  <a:lnTo>
                    <a:pt x="130644" y="0"/>
                  </a:lnTo>
                  <a:close/>
                </a:path>
                <a:path w="207010" h="942339">
                  <a:moveTo>
                    <a:pt x="207010" y="0"/>
                  </a:moveTo>
                  <a:lnTo>
                    <a:pt x="188531" y="0"/>
                  </a:lnTo>
                  <a:lnTo>
                    <a:pt x="188531" y="941870"/>
                  </a:lnTo>
                  <a:lnTo>
                    <a:pt x="207010" y="941870"/>
                  </a:lnTo>
                  <a:lnTo>
                    <a:pt x="20701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3" name="object 233" descr=""/>
          <p:cNvGrpSpPr/>
          <p:nvPr/>
        </p:nvGrpSpPr>
        <p:grpSpPr>
          <a:xfrm>
            <a:off x="2047707" y="3018044"/>
            <a:ext cx="790575" cy="648335"/>
            <a:chOff x="2047707" y="3018044"/>
            <a:chExt cx="790575" cy="648335"/>
          </a:xfrm>
        </p:grpSpPr>
        <p:sp>
          <p:nvSpPr>
            <p:cNvPr id="234" name="object 234" descr=""/>
            <p:cNvSpPr/>
            <p:nvPr/>
          </p:nvSpPr>
          <p:spPr>
            <a:xfrm>
              <a:off x="2054119" y="3628486"/>
              <a:ext cx="751205" cy="38100"/>
            </a:xfrm>
            <a:custGeom>
              <a:avLst/>
              <a:gdLst/>
              <a:ahLst/>
              <a:cxnLst/>
              <a:rect l="l" t="t" r="r" b="b"/>
              <a:pathLst>
                <a:path w="751205" h="38100">
                  <a:moveTo>
                    <a:pt x="750930" y="0"/>
                  </a:moveTo>
                  <a:lnTo>
                    <a:pt x="0" y="0"/>
                  </a:lnTo>
                  <a:lnTo>
                    <a:pt x="2605" y="37883"/>
                  </a:lnTo>
                  <a:lnTo>
                    <a:pt x="747436" y="37883"/>
                  </a:lnTo>
                  <a:lnTo>
                    <a:pt x="750930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 descr=""/>
            <p:cNvSpPr/>
            <p:nvPr/>
          </p:nvSpPr>
          <p:spPr>
            <a:xfrm>
              <a:off x="2052691" y="3607733"/>
              <a:ext cx="754380" cy="20955"/>
            </a:xfrm>
            <a:custGeom>
              <a:avLst/>
              <a:gdLst/>
              <a:ahLst/>
              <a:cxnLst/>
              <a:rect l="l" t="t" r="r" b="b"/>
              <a:pathLst>
                <a:path w="754380" h="20954">
                  <a:moveTo>
                    <a:pt x="754271" y="0"/>
                  </a:moveTo>
                  <a:lnTo>
                    <a:pt x="0" y="0"/>
                  </a:lnTo>
                  <a:lnTo>
                    <a:pt x="1427" y="20753"/>
                  </a:lnTo>
                  <a:lnTo>
                    <a:pt x="752357" y="20753"/>
                  </a:lnTo>
                  <a:lnTo>
                    <a:pt x="754271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 descr=""/>
            <p:cNvSpPr/>
            <p:nvPr/>
          </p:nvSpPr>
          <p:spPr>
            <a:xfrm>
              <a:off x="2050085" y="3569838"/>
              <a:ext cx="760730" cy="38100"/>
            </a:xfrm>
            <a:custGeom>
              <a:avLst/>
              <a:gdLst/>
              <a:ahLst/>
              <a:cxnLst/>
              <a:rect l="l" t="t" r="r" b="b"/>
              <a:pathLst>
                <a:path w="760730" h="38100">
                  <a:moveTo>
                    <a:pt x="760371" y="0"/>
                  </a:moveTo>
                  <a:lnTo>
                    <a:pt x="0" y="0"/>
                  </a:lnTo>
                  <a:lnTo>
                    <a:pt x="2605" y="37883"/>
                  </a:lnTo>
                  <a:lnTo>
                    <a:pt x="756878" y="37883"/>
                  </a:lnTo>
                  <a:lnTo>
                    <a:pt x="760371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 descr=""/>
            <p:cNvSpPr/>
            <p:nvPr/>
          </p:nvSpPr>
          <p:spPr>
            <a:xfrm>
              <a:off x="2048658" y="3549085"/>
              <a:ext cx="763905" cy="20955"/>
            </a:xfrm>
            <a:custGeom>
              <a:avLst/>
              <a:gdLst/>
              <a:ahLst/>
              <a:cxnLst/>
              <a:rect l="l" t="t" r="r" b="b"/>
              <a:pathLst>
                <a:path w="763905" h="20954">
                  <a:moveTo>
                    <a:pt x="763712" y="0"/>
                  </a:moveTo>
                  <a:lnTo>
                    <a:pt x="0" y="0"/>
                  </a:lnTo>
                  <a:lnTo>
                    <a:pt x="1427" y="20753"/>
                  </a:lnTo>
                  <a:lnTo>
                    <a:pt x="761799" y="20753"/>
                  </a:lnTo>
                  <a:lnTo>
                    <a:pt x="763712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 descr=""/>
            <p:cNvSpPr/>
            <p:nvPr/>
          </p:nvSpPr>
          <p:spPr>
            <a:xfrm>
              <a:off x="2047707" y="3511191"/>
              <a:ext cx="768350" cy="38100"/>
            </a:xfrm>
            <a:custGeom>
              <a:avLst/>
              <a:gdLst/>
              <a:ahLst/>
              <a:cxnLst/>
              <a:rect l="l" t="t" r="r" b="b"/>
              <a:pathLst>
                <a:path w="768350" h="38100">
                  <a:moveTo>
                    <a:pt x="768158" y="0"/>
                  </a:moveTo>
                  <a:lnTo>
                    <a:pt x="78195" y="0"/>
                  </a:lnTo>
                  <a:lnTo>
                    <a:pt x="0" y="24062"/>
                  </a:lnTo>
                  <a:lnTo>
                    <a:pt x="951" y="37894"/>
                  </a:lnTo>
                  <a:lnTo>
                    <a:pt x="764664" y="37894"/>
                  </a:lnTo>
                  <a:lnTo>
                    <a:pt x="768158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 descr=""/>
            <p:cNvSpPr/>
            <p:nvPr/>
          </p:nvSpPr>
          <p:spPr>
            <a:xfrm>
              <a:off x="2125902" y="3490438"/>
              <a:ext cx="692150" cy="20955"/>
            </a:xfrm>
            <a:custGeom>
              <a:avLst/>
              <a:gdLst/>
              <a:ahLst/>
              <a:cxnLst/>
              <a:rect l="l" t="t" r="r" b="b"/>
              <a:pathLst>
                <a:path w="692150" h="20954">
                  <a:moveTo>
                    <a:pt x="691877" y="0"/>
                  </a:moveTo>
                  <a:lnTo>
                    <a:pt x="14562" y="0"/>
                  </a:lnTo>
                  <a:lnTo>
                    <a:pt x="16503" y="15674"/>
                  </a:lnTo>
                  <a:lnTo>
                    <a:pt x="0" y="20753"/>
                  </a:lnTo>
                  <a:lnTo>
                    <a:pt x="689963" y="20753"/>
                  </a:lnTo>
                  <a:lnTo>
                    <a:pt x="691877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 descr=""/>
            <p:cNvSpPr/>
            <p:nvPr/>
          </p:nvSpPr>
          <p:spPr>
            <a:xfrm>
              <a:off x="2135775" y="3452554"/>
              <a:ext cx="685800" cy="38100"/>
            </a:xfrm>
            <a:custGeom>
              <a:avLst/>
              <a:gdLst/>
              <a:ahLst/>
              <a:cxnLst/>
              <a:rect l="l" t="t" r="r" b="b"/>
              <a:pathLst>
                <a:path w="685800" h="38100">
                  <a:moveTo>
                    <a:pt x="685498" y="0"/>
                  </a:moveTo>
                  <a:lnTo>
                    <a:pt x="0" y="0"/>
                  </a:lnTo>
                  <a:lnTo>
                    <a:pt x="4690" y="37883"/>
                  </a:lnTo>
                  <a:lnTo>
                    <a:pt x="682004" y="37883"/>
                  </a:lnTo>
                  <a:lnTo>
                    <a:pt x="685498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 descr=""/>
            <p:cNvSpPr/>
            <p:nvPr/>
          </p:nvSpPr>
          <p:spPr>
            <a:xfrm>
              <a:off x="2133205" y="3431801"/>
              <a:ext cx="690245" cy="20955"/>
            </a:xfrm>
            <a:custGeom>
              <a:avLst/>
              <a:gdLst/>
              <a:ahLst/>
              <a:cxnLst/>
              <a:rect l="l" t="t" r="r" b="b"/>
              <a:pathLst>
                <a:path w="690244" h="20954">
                  <a:moveTo>
                    <a:pt x="689981" y="0"/>
                  </a:moveTo>
                  <a:lnTo>
                    <a:pt x="0" y="0"/>
                  </a:lnTo>
                  <a:lnTo>
                    <a:pt x="2569" y="20753"/>
                  </a:lnTo>
                  <a:lnTo>
                    <a:pt x="688067" y="20753"/>
                  </a:lnTo>
                  <a:lnTo>
                    <a:pt x="689981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 descr=""/>
            <p:cNvSpPr/>
            <p:nvPr/>
          </p:nvSpPr>
          <p:spPr>
            <a:xfrm>
              <a:off x="2128514" y="3393907"/>
              <a:ext cx="698500" cy="38100"/>
            </a:xfrm>
            <a:custGeom>
              <a:avLst/>
              <a:gdLst/>
              <a:ahLst/>
              <a:cxnLst/>
              <a:rect l="l" t="t" r="r" b="b"/>
              <a:pathLst>
                <a:path w="698500" h="38100">
                  <a:moveTo>
                    <a:pt x="698167" y="0"/>
                  </a:moveTo>
                  <a:lnTo>
                    <a:pt x="0" y="0"/>
                  </a:lnTo>
                  <a:lnTo>
                    <a:pt x="4691" y="37894"/>
                  </a:lnTo>
                  <a:lnTo>
                    <a:pt x="694673" y="37894"/>
                  </a:lnTo>
                  <a:lnTo>
                    <a:pt x="698167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 descr=""/>
            <p:cNvSpPr/>
            <p:nvPr/>
          </p:nvSpPr>
          <p:spPr>
            <a:xfrm>
              <a:off x="2125944" y="3373153"/>
              <a:ext cx="702945" cy="20955"/>
            </a:xfrm>
            <a:custGeom>
              <a:avLst/>
              <a:gdLst/>
              <a:ahLst/>
              <a:cxnLst/>
              <a:rect l="l" t="t" r="r" b="b"/>
              <a:pathLst>
                <a:path w="702944" h="20954">
                  <a:moveTo>
                    <a:pt x="702637" y="0"/>
                  </a:moveTo>
                  <a:lnTo>
                    <a:pt x="0" y="0"/>
                  </a:lnTo>
                  <a:lnTo>
                    <a:pt x="2569" y="20753"/>
                  </a:lnTo>
                  <a:lnTo>
                    <a:pt x="700736" y="20753"/>
                  </a:lnTo>
                  <a:lnTo>
                    <a:pt x="702637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 descr=""/>
            <p:cNvSpPr/>
            <p:nvPr/>
          </p:nvSpPr>
          <p:spPr>
            <a:xfrm>
              <a:off x="2121254" y="3335270"/>
              <a:ext cx="711200" cy="38100"/>
            </a:xfrm>
            <a:custGeom>
              <a:avLst/>
              <a:gdLst/>
              <a:ahLst/>
              <a:cxnLst/>
              <a:rect l="l" t="t" r="r" b="b"/>
              <a:pathLst>
                <a:path w="711200" h="38100">
                  <a:moveTo>
                    <a:pt x="710798" y="0"/>
                  </a:moveTo>
                  <a:lnTo>
                    <a:pt x="0" y="0"/>
                  </a:lnTo>
                  <a:lnTo>
                    <a:pt x="4690" y="37883"/>
                  </a:lnTo>
                  <a:lnTo>
                    <a:pt x="707328" y="37883"/>
                  </a:lnTo>
                  <a:lnTo>
                    <a:pt x="710798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 descr=""/>
            <p:cNvSpPr/>
            <p:nvPr/>
          </p:nvSpPr>
          <p:spPr>
            <a:xfrm>
              <a:off x="2118685" y="3314516"/>
              <a:ext cx="715645" cy="20955"/>
            </a:xfrm>
            <a:custGeom>
              <a:avLst/>
              <a:gdLst/>
              <a:ahLst/>
              <a:cxnLst/>
              <a:rect l="l" t="t" r="r" b="b"/>
              <a:pathLst>
                <a:path w="715644" h="20954">
                  <a:moveTo>
                    <a:pt x="715269" y="0"/>
                  </a:moveTo>
                  <a:lnTo>
                    <a:pt x="0" y="0"/>
                  </a:lnTo>
                  <a:lnTo>
                    <a:pt x="2569" y="20753"/>
                  </a:lnTo>
                  <a:lnTo>
                    <a:pt x="713367" y="20753"/>
                  </a:lnTo>
                  <a:lnTo>
                    <a:pt x="715269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 descr=""/>
            <p:cNvSpPr/>
            <p:nvPr/>
          </p:nvSpPr>
          <p:spPr>
            <a:xfrm>
              <a:off x="2113993" y="3276622"/>
              <a:ext cx="723900" cy="38100"/>
            </a:xfrm>
            <a:custGeom>
              <a:avLst/>
              <a:gdLst/>
              <a:ahLst/>
              <a:cxnLst/>
              <a:rect l="l" t="t" r="r" b="b"/>
              <a:pathLst>
                <a:path w="723900" h="38100">
                  <a:moveTo>
                    <a:pt x="723432" y="0"/>
                  </a:moveTo>
                  <a:lnTo>
                    <a:pt x="0" y="0"/>
                  </a:lnTo>
                  <a:lnTo>
                    <a:pt x="4690" y="37883"/>
                  </a:lnTo>
                  <a:lnTo>
                    <a:pt x="719961" y="37883"/>
                  </a:lnTo>
                  <a:lnTo>
                    <a:pt x="723432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 descr=""/>
            <p:cNvSpPr/>
            <p:nvPr/>
          </p:nvSpPr>
          <p:spPr>
            <a:xfrm>
              <a:off x="2111424" y="3255869"/>
              <a:ext cx="727075" cy="20955"/>
            </a:xfrm>
            <a:custGeom>
              <a:avLst/>
              <a:gdLst/>
              <a:ahLst/>
              <a:cxnLst/>
              <a:rect l="l" t="t" r="r" b="b"/>
              <a:pathLst>
                <a:path w="727075" h="20954">
                  <a:moveTo>
                    <a:pt x="675408" y="0"/>
                  </a:moveTo>
                  <a:lnTo>
                    <a:pt x="0" y="0"/>
                  </a:lnTo>
                  <a:lnTo>
                    <a:pt x="2569" y="20753"/>
                  </a:lnTo>
                  <a:lnTo>
                    <a:pt x="726001" y="20753"/>
                  </a:lnTo>
                  <a:lnTo>
                    <a:pt x="726667" y="13486"/>
                  </a:lnTo>
                  <a:lnTo>
                    <a:pt x="675408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 descr=""/>
            <p:cNvSpPr/>
            <p:nvPr/>
          </p:nvSpPr>
          <p:spPr>
            <a:xfrm>
              <a:off x="2106732" y="3217975"/>
              <a:ext cx="680085" cy="38100"/>
            </a:xfrm>
            <a:custGeom>
              <a:avLst/>
              <a:gdLst/>
              <a:ahLst/>
              <a:cxnLst/>
              <a:rect l="l" t="t" r="r" b="b"/>
              <a:pathLst>
                <a:path w="680085" h="38100">
                  <a:moveTo>
                    <a:pt x="597762" y="0"/>
                  </a:moveTo>
                  <a:lnTo>
                    <a:pt x="0" y="0"/>
                  </a:lnTo>
                  <a:lnTo>
                    <a:pt x="4690" y="37883"/>
                  </a:lnTo>
                  <a:lnTo>
                    <a:pt x="680060" y="37883"/>
                  </a:lnTo>
                  <a:lnTo>
                    <a:pt x="592944" y="14962"/>
                  </a:lnTo>
                  <a:lnTo>
                    <a:pt x="597762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 descr=""/>
            <p:cNvSpPr/>
            <p:nvPr/>
          </p:nvSpPr>
          <p:spPr>
            <a:xfrm>
              <a:off x="2104162" y="3197211"/>
              <a:ext cx="607060" cy="20955"/>
            </a:xfrm>
            <a:custGeom>
              <a:avLst/>
              <a:gdLst/>
              <a:ahLst/>
              <a:cxnLst/>
              <a:rect l="l" t="t" r="r" b="b"/>
              <a:pathLst>
                <a:path w="607060" h="20955">
                  <a:moveTo>
                    <a:pt x="607019" y="0"/>
                  </a:moveTo>
                  <a:lnTo>
                    <a:pt x="0" y="0"/>
                  </a:lnTo>
                  <a:lnTo>
                    <a:pt x="2570" y="20763"/>
                  </a:lnTo>
                  <a:lnTo>
                    <a:pt x="600333" y="20763"/>
                  </a:lnTo>
                  <a:lnTo>
                    <a:pt x="607019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 descr=""/>
            <p:cNvSpPr/>
            <p:nvPr/>
          </p:nvSpPr>
          <p:spPr>
            <a:xfrm>
              <a:off x="2099473" y="3159338"/>
              <a:ext cx="624205" cy="38100"/>
            </a:xfrm>
            <a:custGeom>
              <a:avLst/>
              <a:gdLst/>
              <a:ahLst/>
              <a:cxnLst/>
              <a:rect l="l" t="t" r="r" b="b"/>
              <a:pathLst>
                <a:path w="624205" h="38100">
                  <a:moveTo>
                    <a:pt x="623904" y="0"/>
                  </a:moveTo>
                  <a:lnTo>
                    <a:pt x="0" y="0"/>
                  </a:lnTo>
                  <a:lnTo>
                    <a:pt x="4690" y="37883"/>
                  </a:lnTo>
                  <a:lnTo>
                    <a:pt x="611705" y="37883"/>
                  </a:lnTo>
                  <a:lnTo>
                    <a:pt x="623904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 descr=""/>
            <p:cNvSpPr/>
            <p:nvPr/>
          </p:nvSpPr>
          <p:spPr>
            <a:xfrm>
              <a:off x="2096904" y="3138585"/>
              <a:ext cx="633730" cy="20955"/>
            </a:xfrm>
            <a:custGeom>
              <a:avLst/>
              <a:gdLst/>
              <a:ahLst/>
              <a:cxnLst/>
              <a:rect l="l" t="t" r="r" b="b"/>
              <a:pathLst>
                <a:path w="633730" h="20955">
                  <a:moveTo>
                    <a:pt x="633157" y="0"/>
                  </a:moveTo>
                  <a:lnTo>
                    <a:pt x="0" y="0"/>
                  </a:lnTo>
                  <a:lnTo>
                    <a:pt x="2569" y="20753"/>
                  </a:lnTo>
                  <a:lnTo>
                    <a:pt x="626474" y="20753"/>
                  </a:lnTo>
                  <a:lnTo>
                    <a:pt x="633157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 descr=""/>
            <p:cNvSpPr/>
            <p:nvPr/>
          </p:nvSpPr>
          <p:spPr>
            <a:xfrm>
              <a:off x="2095056" y="3100690"/>
              <a:ext cx="647700" cy="38100"/>
            </a:xfrm>
            <a:custGeom>
              <a:avLst/>
              <a:gdLst/>
              <a:ahLst/>
              <a:cxnLst/>
              <a:rect l="l" t="t" r="r" b="b"/>
              <a:pathLst>
                <a:path w="647700" h="38100">
                  <a:moveTo>
                    <a:pt x="647207" y="0"/>
                  </a:moveTo>
                  <a:lnTo>
                    <a:pt x="146561" y="0"/>
                  </a:lnTo>
                  <a:lnTo>
                    <a:pt x="0" y="22973"/>
                  </a:lnTo>
                  <a:lnTo>
                    <a:pt x="1846" y="37883"/>
                  </a:lnTo>
                  <a:lnTo>
                    <a:pt x="635008" y="37883"/>
                  </a:lnTo>
                  <a:lnTo>
                    <a:pt x="647207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 descr=""/>
            <p:cNvSpPr/>
            <p:nvPr/>
          </p:nvSpPr>
          <p:spPr>
            <a:xfrm>
              <a:off x="2241618" y="3079937"/>
              <a:ext cx="507365" cy="20955"/>
            </a:xfrm>
            <a:custGeom>
              <a:avLst/>
              <a:gdLst/>
              <a:ahLst/>
              <a:cxnLst/>
              <a:rect l="l" t="t" r="r" b="b"/>
              <a:pathLst>
                <a:path w="507364" h="20955">
                  <a:moveTo>
                    <a:pt x="507329" y="0"/>
                  </a:moveTo>
                  <a:lnTo>
                    <a:pt x="132399" y="0"/>
                  </a:lnTo>
                  <a:lnTo>
                    <a:pt x="0" y="20753"/>
                  </a:lnTo>
                  <a:lnTo>
                    <a:pt x="500646" y="20753"/>
                  </a:lnTo>
                  <a:lnTo>
                    <a:pt x="507329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 descr=""/>
            <p:cNvSpPr/>
            <p:nvPr/>
          </p:nvSpPr>
          <p:spPr>
            <a:xfrm>
              <a:off x="2374084" y="3042043"/>
              <a:ext cx="387350" cy="38100"/>
            </a:xfrm>
            <a:custGeom>
              <a:avLst/>
              <a:gdLst/>
              <a:ahLst/>
              <a:cxnLst/>
              <a:rect l="l" t="t" r="r" b="b"/>
              <a:pathLst>
                <a:path w="387350" h="38100">
                  <a:moveTo>
                    <a:pt x="387065" y="0"/>
                  </a:moveTo>
                  <a:lnTo>
                    <a:pt x="241686" y="0"/>
                  </a:lnTo>
                  <a:lnTo>
                    <a:pt x="0" y="37883"/>
                  </a:lnTo>
                  <a:lnTo>
                    <a:pt x="374866" y="37883"/>
                  </a:lnTo>
                  <a:lnTo>
                    <a:pt x="387065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 descr=""/>
            <p:cNvSpPr/>
            <p:nvPr/>
          </p:nvSpPr>
          <p:spPr>
            <a:xfrm>
              <a:off x="2615771" y="3021290"/>
              <a:ext cx="152400" cy="20955"/>
            </a:xfrm>
            <a:custGeom>
              <a:avLst/>
              <a:gdLst/>
              <a:ahLst/>
              <a:cxnLst/>
              <a:rect l="l" t="t" r="r" b="b"/>
              <a:pathLst>
                <a:path w="152400" h="20955">
                  <a:moveTo>
                    <a:pt x="152062" y="0"/>
                  </a:moveTo>
                  <a:lnTo>
                    <a:pt x="132399" y="0"/>
                  </a:lnTo>
                  <a:lnTo>
                    <a:pt x="0" y="20753"/>
                  </a:lnTo>
                  <a:lnTo>
                    <a:pt x="145379" y="20753"/>
                  </a:lnTo>
                  <a:lnTo>
                    <a:pt x="152062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 descr=""/>
            <p:cNvSpPr/>
            <p:nvPr/>
          </p:nvSpPr>
          <p:spPr>
            <a:xfrm>
              <a:off x="2748170" y="3018044"/>
              <a:ext cx="20955" cy="3810"/>
            </a:xfrm>
            <a:custGeom>
              <a:avLst/>
              <a:gdLst/>
              <a:ahLst/>
              <a:cxnLst/>
              <a:rect l="l" t="t" r="r" b="b"/>
              <a:pathLst>
                <a:path w="20955" h="3810">
                  <a:moveTo>
                    <a:pt x="20708" y="0"/>
                  </a:moveTo>
                  <a:lnTo>
                    <a:pt x="0" y="3245"/>
                  </a:lnTo>
                  <a:lnTo>
                    <a:pt x="19663" y="3245"/>
                  </a:lnTo>
                  <a:lnTo>
                    <a:pt x="20708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57" name="object 257" descr=""/>
          <p:cNvGrpSpPr/>
          <p:nvPr/>
        </p:nvGrpSpPr>
        <p:grpSpPr>
          <a:xfrm>
            <a:off x="2056724" y="3666370"/>
            <a:ext cx="744855" cy="704215"/>
            <a:chOff x="2056724" y="3666370"/>
            <a:chExt cx="744855" cy="704215"/>
          </a:xfrm>
        </p:grpSpPr>
        <p:sp>
          <p:nvSpPr>
            <p:cNvPr id="258" name="object 258" descr=""/>
            <p:cNvSpPr/>
            <p:nvPr/>
          </p:nvSpPr>
          <p:spPr>
            <a:xfrm>
              <a:off x="2097375" y="4332203"/>
              <a:ext cx="661035" cy="38100"/>
            </a:xfrm>
            <a:custGeom>
              <a:avLst/>
              <a:gdLst/>
              <a:ahLst/>
              <a:cxnLst/>
              <a:rect l="l" t="t" r="r" b="b"/>
              <a:pathLst>
                <a:path w="661035" h="38100">
                  <a:moveTo>
                    <a:pt x="660320" y="0"/>
                  </a:moveTo>
                  <a:lnTo>
                    <a:pt x="0" y="0"/>
                  </a:lnTo>
                  <a:lnTo>
                    <a:pt x="1268" y="37883"/>
                  </a:lnTo>
                  <a:lnTo>
                    <a:pt x="660780" y="37883"/>
                  </a:lnTo>
                  <a:lnTo>
                    <a:pt x="660320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 descr=""/>
            <p:cNvSpPr/>
            <p:nvPr/>
          </p:nvSpPr>
          <p:spPr>
            <a:xfrm>
              <a:off x="2096680" y="4311449"/>
              <a:ext cx="661035" cy="20955"/>
            </a:xfrm>
            <a:custGeom>
              <a:avLst/>
              <a:gdLst/>
              <a:ahLst/>
              <a:cxnLst/>
              <a:rect l="l" t="t" r="r" b="b"/>
              <a:pathLst>
                <a:path w="661035" h="20954">
                  <a:moveTo>
                    <a:pt x="660793" y="0"/>
                  </a:moveTo>
                  <a:lnTo>
                    <a:pt x="0" y="0"/>
                  </a:lnTo>
                  <a:lnTo>
                    <a:pt x="694" y="20753"/>
                  </a:lnTo>
                  <a:lnTo>
                    <a:pt x="661015" y="20753"/>
                  </a:lnTo>
                  <a:lnTo>
                    <a:pt x="660793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 descr=""/>
            <p:cNvSpPr/>
            <p:nvPr/>
          </p:nvSpPr>
          <p:spPr>
            <a:xfrm>
              <a:off x="2095411" y="4273566"/>
              <a:ext cx="662305" cy="38100"/>
            </a:xfrm>
            <a:custGeom>
              <a:avLst/>
              <a:gdLst/>
              <a:ahLst/>
              <a:cxnLst/>
              <a:rect l="l" t="t" r="r" b="b"/>
              <a:pathLst>
                <a:path w="662305" h="38100">
                  <a:moveTo>
                    <a:pt x="661694" y="0"/>
                  </a:moveTo>
                  <a:lnTo>
                    <a:pt x="0" y="0"/>
                  </a:lnTo>
                  <a:lnTo>
                    <a:pt x="1268" y="37883"/>
                  </a:lnTo>
                  <a:lnTo>
                    <a:pt x="662061" y="37883"/>
                  </a:lnTo>
                  <a:lnTo>
                    <a:pt x="661694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 descr=""/>
            <p:cNvSpPr/>
            <p:nvPr/>
          </p:nvSpPr>
          <p:spPr>
            <a:xfrm>
              <a:off x="2094716" y="4252812"/>
              <a:ext cx="662940" cy="20955"/>
            </a:xfrm>
            <a:custGeom>
              <a:avLst/>
              <a:gdLst/>
              <a:ahLst/>
              <a:cxnLst/>
              <a:rect l="l" t="t" r="r" b="b"/>
              <a:pathLst>
                <a:path w="662939" h="20954">
                  <a:moveTo>
                    <a:pt x="662235" y="0"/>
                  </a:moveTo>
                  <a:lnTo>
                    <a:pt x="0" y="0"/>
                  </a:lnTo>
                  <a:lnTo>
                    <a:pt x="694" y="20753"/>
                  </a:lnTo>
                  <a:lnTo>
                    <a:pt x="662389" y="20753"/>
                  </a:lnTo>
                  <a:lnTo>
                    <a:pt x="662235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 descr=""/>
            <p:cNvSpPr/>
            <p:nvPr/>
          </p:nvSpPr>
          <p:spPr>
            <a:xfrm>
              <a:off x="2093798" y="4214335"/>
              <a:ext cx="663575" cy="38100"/>
            </a:xfrm>
            <a:custGeom>
              <a:avLst/>
              <a:gdLst/>
              <a:ahLst/>
              <a:cxnLst/>
              <a:rect l="l" t="t" r="r" b="b"/>
              <a:pathLst>
                <a:path w="663575" h="38100">
                  <a:moveTo>
                    <a:pt x="663092" y="22860"/>
                  </a:moveTo>
                  <a:lnTo>
                    <a:pt x="663016" y="0"/>
                  </a:lnTo>
                  <a:lnTo>
                    <a:pt x="0" y="0"/>
                  </a:lnTo>
                  <a:lnTo>
                    <a:pt x="0" y="22860"/>
                  </a:lnTo>
                  <a:lnTo>
                    <a:pt x="647" y="22860"/>
                  </a:lnTo>
                  <a:lnTo>
                    <a:pt x="647" y="38100"/>
                  </a:lnTo>
                  <a:lnTo>
                    <a:pt x="663092" y="38100"/>
                  </a:lnTo>
                  <a:lnTo>
                    <a:pt x="663092" y="2286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 descr=""/>
            <p:cNvSpPr/>
            <p:nvPr/>
          </p:nvSpPr>
          <p:spPr>
            <a:xfrm>
              <a:off x="2092752" y="4194165"/>
              <a:ext cx="664210" cy="20955"/>
            </a:xfrm>
            <a:custGeom>
              <a:avLst/>
              <a:gdLst/>
              <a:ahLst/>
              <a:cxnLst/>
              <a:rect l="l" t="t" r="r" b="b"/>
              <a:pathLst>
                <a:path w="664210" h="20954">
                  <a:moveTo>
                    <a:pt x="664015" y="0"/>
                  </a:moveTo>
                  <a:lnTo>
                    <a:pt x="0" y="0"/>
                  </a:lnTo>
                  <a:lnTo>
                    <a:pt x="694" y="20753"/>
                  </a:lnTo>
                  <a:lnTo>
                    <a:pt x="664048" y="20753"/>
                  </a:lnTo>
                  <a:lnTo>
                    <a:pt x="664015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 descr=""/>
            <p:cNvSpPr/>
            <p:nvPr/>
          </p:nvSpPr>
          <p:spPr>
            <a:xfrm>
              <a:off x="2090416" y="4156281"/>
              <a:ext cx="666750" cy="38100"/>
            </a:xfrm>
            <a:custGeom>
              <a:avLst/>
              <a:gdLst/>
              <a:ahLst/>
              <a:cxnLst/>
              <a:rect l="l" t="t" r="r" b="b"/>
              <a:pathLst>
                <a:path w="666750" h="38100">
                  <a:moveTo>
                    <a:pt x="666449" y="0"/>
                  </a:moveTo>
                  <a:lnTo>
                    <a:pt x="0" y="0"/>
                  </a:lnTo>
                  <a:lnTo>
                    <a:pt x="2081" y="30262"/>
                  </a:lnTo>
                  <a:lnTo>
                    <a:pt x="2336" y="37894"/>
                  </a:lnTo>
                  <a:lnTo>
                    <a:pt x="666351" y="37894"/>
                  </a:lnTo>
                  <a:lnTo>
                    <a:pt x="666314" y="14800"/>
                  </a:lnTo>
                  <a:lnTo>
                    <a:pt x="666449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 descr=""/>
            <p:cNvSpPr/>
            <p:nvPr/>
          </p:nvSpPr>
          <p:spPr>
            <a:xfrm>
              <a:off x="2088988" y="4135528"/>
              <a:ext cx="668655" cy="20955"/>
            </a:xfrm>
            <a:custGeom>
              <a:avLst/>
              <a:gdLst/>
              <a:ahLst/>
              <a:cxnLst/>
              <a:rect l="l" t="t" r="r" b="b"/>
              <a:pathLst>
                <a:path w="668655" h="20954">
                  <a:moveTo>
                    <a:pt x="668250" y="0"/>
                  </a:moveTo>
                  <a:lnTo>
                    <a:pt x="0" y="0"/>
                  </a:lnTo>
                  <a:lnTo>
                    <a:pt x="1427" y="20753"/>
                  </a:lnTo>
                  <a:lnTo>
                    <a:pt x="667877" y="20753"/>
                  </a:lnTo>
                  <a:lnTo>
                    <a:pt x="667958" y="11944"/>
                  </a:lnTo>
                  <a:lnTo>
                    <a:pt x="668250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 descr=""/>
            <p:cNvSpPr/>
            <p:nvPr/>
          </p:nvSpPr>
          <p:spPr>
            <a:xfrm>
              <a:off x="2086382" y="4097634"/>
              <a:ext cx="674370" cy="38100"/>
            </a:xfrm>
            <a:custGeom>
              <a:avLst/>
              <a:gdLst/>
              <a:ahLst/>
              <a:cxnLst/>
              <a:rect l="l" t="t" r="r" b="b"/>
              <a:pathLst>
                <a:path w="674369" h="38100">
                  <a:moveTo>
                    <a:pt x="673973" y="0"/>
                  </a:moveTo>
                  <a:lnTo>
                    <a:pt x="0" y="0"/>
                  </a:lnTo>
                  <a:lnTo>
                    <a:pt x="2606" y="37894"/>
                  </a:lnTo>
                  <a:lnTo>
                    <a:pt x="670856" y="37894"/>
                  </a:lnTo>
                  <a:lnTo>
                    <a:pt x="670970" y="33206"/>
                  </a:lnTo>
                  <a:lnTo>
                    <a:pt x="671575" y="24030"/>
                  </a:lnTo>
                  <a:lnTo>
                    <a:pt x="673973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 descr=""/>
            <p:cNvSpPr/>
            <p:nvPr/>
          </p:nvSpPr>
          <p:spPr>
            <a:xfrm>
              <a:off x="2084955" y="4076881"/>
              <a:ext cx="677545" cy="20955"/>
            </a:xfrm>
            <a:custGeom>
              <a:avLst/>
              <a:gdLst/>
              <a:ahLst/>
              <a:cxnLst/>
              <a:rect l="l" t="t" r="r" b="b"/>
              <a:pathLst>
                <a:path w="677544" h="20954">
                  <a:moveTo>
                    <a:pt x="677472" y="0"/>
                  </a:moveTo>
                  <a:lnTo>
                    <a:pt x="0" y="0"/>
                  </a:lnTo>
                  <a:lnTo>
                    <a:pt x="1427" y="20753"/>
                  </a:lnTo>
                  <a:lnTo>
                    <a:pt x="675401" y="20753"/>
                  </a:lnTo>
                  <a:lnTo>
                    <a:pt x="677472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 descr=""/>
            <p:cNvSpPr/>
            <p:nvPr/>
          </p:nvSpPr>
          <p:spPr>
            <a:xfrm>
              <a:off x="2082349" y="4038986"/>
              <a:ext cx="683895" cy="38100"/>
            </a:xfrm>
            <a:custGeom>
              <a:avLst/>
              <a:gdLst/>
              <a:ahLst/>
              <a:cxnLst/>
              <a:rect l="l" t="t" r="r" b="b"/>
              <a:pathLst>
                <a:path w="683894" h="38100">
                  <a:moveTo>
                    <a:pt x="683861" y="0"/>
                  </a:moveTo>
                  <a:lnTo>
                    <a:pt x="0" y="0"/>
                  </a:lnTo>
                  <a:lnTo>
                    <a:pt x="2606" y="37894"/>
                  </a:lnTo>
                  <a:lnTo>
                    <a:pt x="680078" y="37894"/>
                  </a:lnTo>
                  <a:lnTo>
                    <a:pt x="683861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 descr=""/>
            <p:cNvSpPr/>
            <p:nvPr/>
          </p:nvSpPr>
          <p:spPr>
            <a:xfrm>
              <a:off x="2080922" y="4018233"/>
              <a:ext cx="687705" cy="20955"/>
            </a:xfrm>
            <a:custGeom>
              <a:avLst/>
              <a:gdLst/>
              <a:ahLst/>
              <a:cxnLst/>
              <a:rect l="l" t="t" r="r" b="b"/>
              <a:pathLst>
                <a:path w="687705" h="20954">
                  <a:moveTo>
                    <a:pt x="687360" y="0"/>
                  </a:moveTo>
                  <a:lnTo>
                    <a:pt x="0" y="0"/>
                  </a:lnTo>
                  <a:lnTo>
                    <a:pt x="1427" y="20753"/>
                  </a:lnTo>
                  <a:lnTo>
                    <a:pt x="685289" y="20753"/>
                  </a:lnTo>
                  <a:lnTo>
                    <a:pt x="687360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 descr=""/>
            <p:cNvSpPr/>
            <p:nvPr/>
          </p:nvSpPr>
          <p:spPr>
            <a:xfrm>
              <a:off x="2078317" y="3980349"/>
              <a:ext cx="694055" cy="38100"/>
            </a:xfrm>
            <a:custGeom>
              <a:avLst/>
              <a:gdLst/>
              <a:ahLst/>
              <a:cxnLst/>
              <a:rect l="l" t="t" r="r" b="b"/>
              <a:pathLst>
                <a:path w="694055" h="38100">
                  <a:moveTo>
                    <a:pt x="693747" y="0"/>
                  </a:moveTo>
                  <a:lnTo>
                    <a:pt x="0" y="0"/>
                  </a:lnTo>
                  <a:lnTo>
                    <a:pt x="2605" y="37883"/>
                  </a:lnTo>
                  <a:lnTo>
                    <a:pt x="689966" y="37883"/>
                  </a:lnTo>
                  <a:lnTo>
                    <a:pt x="693747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 descr=""/>
            <p:cNvSpPr/>
            <p:nvPr/>
          </p:nvSpPr>
          <p:spPr>
            <a:xfrm>
              <a:off x="2076889" y="3959596"/>
              <a:ext cx="697230" cy="20955"/>
            </a:xfrm>
            <a:custGeom>
              <a:avLst/>
              <a:gdLst/>
              <a:ahLst/>
              <a:cxnLst/>
              <a:rect l="l" t="t" r="r" b="b"/>
              <a:pathLst>
                <a:path w="697230" h="20954">
                  <a:moveTo>
                    <a:pt x="697210" y="0"/>
                  </a:moveTo>
                  <a:lnTo>
                    <a:pt x="0" y="0"/>
                  </a:lnTo>
                  <a:lnTo>
                    <a:pt x="1427" y="20753"/>
                  </a:lnTo>
                  <a:lnTo>
                    <a:pt x="695175" y="20753"/>
                  </a:lnTo>
                  <a:lnTo>
                    <a:pt x="696663" y="5845"/>
                  </a:lnTo>
                  <a:lnTo>
                    <a:pt x="697210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 descr=""/>
            <p:cNvSpPr/>
            <p:nvPr/>
          </p:nvSpPr>
          <p:spPr>
            <a:xfrm>
              <a:off x="2074283" y="3921702"/>
              <a:ext cx="703580" cy="38100"/>
            </a:xfrm>
            <a:custGeom>
              <a:avLst/>
              <a:gdLst/>
              <a:ahLst/>
              <a:cxnLst/>
              <a:rect l="l" t="t" r="r" b="b"/>
              <a:pathLst>
                <a:path w="703580" h="38100">
                  <a:moveTo>
                    <a:pt x="703366" y="0"/>
                  </a:moveTo>
                  <a:lnTo>
                    <a:pt x="0" y="0"/>
                  </a:lnTo>
                  <a:lnTo>
                    <a:pt x="2606" y="37894"/>
                  </a:lnTo>
                  <a:lnTo>
                    <a:pt x="699817" y="37894"/>
                  </a:lnTo>
                  <a:lnTo>
                    <a:pt x="703366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 descr=""/>
            <p:cNvSpPr/>
            <p:nvPr/>
          </p:nvSpPr>
          <p:spPr>
            <a:xfrm>
              <a:off x="2072856" y="3900949"/>
              <a:ext cx="706755" cy="20955"/>
            </a:xfrm>
            <a:custGeom>
              <a:avLst/>
              <a:gdLst/>
              <a:ahLst/>
              <a:cxnLst/>
              <a:rect l="l" t="t" r="r" b="b"/>
              <a:pathLst>
                <a:path w="706755" h="20954">
                  <a:moveTo>
                    <a:pt x="706737" y="0"/>
                  </a:moveTo>
                  <a:lnTo>
                    <a:pt x="0" y="0"/>
                  </a:lnTo>
                  <a:lnTo>
                    <a:pt x="1427" y="20753"/>
                  </a:lnTo>
                  <a:lnTo>
                    <a:pt x="704793" y="20753"/>
                  </a:lnTo>
                  <a:lnTo>
                    <a:pt x="706737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 descr=""/>
            <p:cNvSpPr/>
            <p:nvPr/>
          </p:nvSpPr>
          <p:spPr>
            <a:xfrm>
              <a:off x="2070250" y="3863055"/>
              <a:ext cx="713105" cy="38100"/>
            </a:xfrm>
            <a:custGeom>
              <a:avLst/>
              <a:gdLst/>
              <a:ahLst/>
              <a:cxnLst/>
              <a:rect l="l" t="t" r="r" b="b"/>
              <a:pathLst>
                <a:path w="713105" h="38100">
                  <a:moveTo>
                    <a:pt x="712893" y="0"/>
                  </a:moveTo>
                  <a:lnTo>
                    <a:pt x="0" y="0"/>
                  </a:lnTo>
                  <a:lnTo>
                    <a:pt x="2605" y="37883"/>
                  </a:lnTo>
                  <a:lnTo>
                    <a:pt x="709344" y="37883"/>
                  </a:lnTo>
                  <a:lnTo>
                    <a:pt x="712893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 descr=""/>
            <p:cNvSpPr/>
            <p:nvPr/>
          </p:nvSpPr>
          <p:spPr>
            <a:xfrm>
              <a:off x="2068823" y="3842301"/>
              <a:ext cx="716280" cy="20955"/>
            </a:xfrm>
            <a:custGeom>
              <a:avLst/>
              <a:gdLst/>
              <a:ahLst/>
              <a:cxnLst/>
              <a:rect l="l" t="t" r="r" b="b"/>
              <a:pathLst>
                <a:path w="716280" h="20954">
                  <a:moveTo>
                    <a:pt x="716264" y="0"/>
                  </a:moveTo>
                  <a:lnTo>
                    <a:pt x="0" y="0"/>
                  </a:lnTo>
                  <a:lnTo>
                    <a:pt x="1427" y="20753"/>
                  </a:lnTo>
                  <a:lnTo>
                    <a:pt x="714320" y="20753"/>
                  </a:lnTo>
                  <a:lnTo>
                    <a:pt x="716264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 descr=""/>
            <p:cNvSpPr/>
            <p:nvPr/>
          </p:nvSpPr>
          <p:spPr>
            <a:xfrm>
              <a:off x="2066217" y="3804407"/>
              <a:ext cx="722630" cy="38100"/>
            </a:xfrm>
            <a:custGeom>
              <a:avLst/>
              <a:gdLst/>
              <a:ahLst/>
              <a:cxnLst/>
              <a:rect l="l" t="t" r="r" b="b"/>
              <a:pathLst>
                <a:path w="722630" h="38100">
                  <a:moveTo>
                    <a:pt x="722420" y="0"/>
                  </a:moveTo>
                  <a:lnTo>
                    <a:pt x="0" y="0"/>
                  </a:lnTo>
                  <a:lnTo>
                    <a:pt x="2605" y="37883"/>
                  </a:lnTo>
                  <a:lnTo>
                    <a:pt x="718871" y="37883"/>
                  </a:lnTo>
                  <a:lnTo>
                    <a:pt x="722420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 descr=""/>
            <p:cNvSpPr/>
            <p:nvPr/>
          </p:nvSpPr>
          <p:spPr>
            <a:xfrm>
              <a:off x="2064790" y="3783654"/>
              <a:ext cx="725805" cy="20955"/>
            </a:xfrm>
            <a:custGeom>
              <a:avLst/>
              <a:gdLst/>
              <a:ahLst/>
              <a:cxnLst/>
              <a:rect l="l" t="t" r="r" b="b"/>
              <a:pathLst>
                <a:path w="725805" h="20954">
                  <a:moveTo>
                    <a:pt x="725791" y="0"/>
                  </a:moveTo>
                  <a:lnTo>
                    <a:pt x="0" y="0"/>
                  </a:lnTo>
                  <a:lnTo>
                    <a:pt x="1427" y="20753"/>
                  </a:lnTo>
                  <a:lnTo>
                    <a:pt x="723847" y="20753"/>
                  </a:lnTo>
                  <a:lnTo>
                    <a:pt x="725791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 descr=""/>
            <p:cNvSpPr/>
            <p:nvPr/>
          </p:nvSpPr>
          <p:spPr>
            <a:xfrm>
              <a:off x="2062184" y="3745770"/>
              <a:ext cx="732155" cy="38100"/>
            </a:xfrm>
            <a:custGeom>
              <a:avLst/>
              <a:gdLst/>
              <a:ahLst/>
              <a:cxnLst/>
              <a:rect l="l" t="t" r="r" b="b"/>
              <a:pathLst>
                <a:path w="732155" h="38100">
                  <a:moveTo>
                    <a:pt x="731945" y="0"/>
                  </a:moveTo>
                  <a:lnTo>
                    <a:pt x="0" y="0"/>
                  </a:lnTo>
                  <a:lnTo>
                    <a:pt x="2605" y="37883"/>
                  </a:lnTo>
                  <a:lnTo>
                    <a:pt x="728396" y="37883"/>
                  </a:lnTo>
                  <a:lnTo>
                    <a:pt x="731945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 descr=""/>
            <p:cNvSpPr/>
            <p:nvPr/>
          </p:nvSpPr>
          <p:spPr>
            <a:xfrm>
              <a:off x="2060757" y="3725017"/>
              <a:ext cx="735330" cy="20955"/>
            </a:xfrm>
            <a:custGeom>
              <a:avLst/>
              <a:gdLst/>
              <a:ahLst/>
              <a:cxnLst/>
              <a:rect l="l" t="t" r="r" b="b"/>
              <a:pathLst>
                <a:path w="735330" h="20954">
                  <a:moveTo>
                    <a:pt x="735316" y="0"/>
                  </a:moveTo>
                  <a:lnTo>
                    <a:pt x="0" y="0"/>
                  </a:lnTo>
                  <a:lnTo>
                    <a:pt x="1427" y="20753"/>
                  </a:lnTo>
                  <a:lnTo>
                    <a:pt x="733372" y="20753"/>
                  </a:lnTo>
                  <a:lnTo>
                    <a:pt x="735316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 descr=""/>
            <p:cNvSpPr/>
            <p:nvPr/>
          </p:nvSpPr>
          <p:spPr>
            <a:xfrm>
              <a:off x="2058151" y="3687123"/>
              <a:ext cx="741680" cy="38100"/>
            </a:xfrm>
            <a:custGeom>
              <a:avLst/>
              <a:gdLst/>
              <a:ahLst/>
              <a:cxnLst/>
              <a:rect l="l" t="t" r="r" b="b"/>
              <a:pathLst>
                <a:path w="741680" h="38100">
                  <a:moveTo>
                    <a:pt x="741472" y="0"/>
                  </a:moveTo>
                  <a:lnTo>
                    <a:pt x="0" y="0"/>
                  </a:lnTo>
                  <a:lnTo>
                    <a:pt x="2606" y="37894"/>
                  </a:lnTo>
                  <a:lnTo>
                    <a:pt x="737922" y="37894"/>
                  </a:lnTo>
                  <a:lnTo>
                    <a:pt x="741472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 descr=""/>
            <p:cNvSpPr/>
            <p:nvPr/>
          </p:nvSpPr>
          <p:spPr>
            <a:xfrm>
              <a:off x="2056724" y="3666370"/>
              <a:ext cx="744855" cy="20955"/>
            </a:xfrm>
            <a:custGeom>
              <a:avLst/>
              <a:gdLst/>
              <a:ahLst/>
              <a:cxnLst/>
              <a:rect l="l" t="t" r="r" b="b"/>
              <a:pathLst>
                <a:path w="744855" h="20954">
                  <a:moveTo>
                    <a:pt x="744831" y="0"/>
                  </a:moveTo>
                  <a:lnTo>
                    <a:pt x="0" y="0"/>
                  </a:lnTo>
                  <a:lnTo>
                    <a:pt x="1427" y="20753"/>
                  </a:lnTo>
                  <a:lnTo>
                    <a:pt x="742899" y="20753"/>
                  </a:lnTo>
                  <a:lnTo>
                    <a:pt x="744831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82" name="object 282" descr=""/>
          <p:cNvGrpSpPr/>
          <p:nvPr/>
        </p:nvGrpSpPr>
        <p:grpSpPr>
          <a:xfrm>
            <a:off x="2098644" y="4370097"/>
            <a:ext cx="673735" cy="704215"/>
            <a:chOff x="2098644" y="4370097"/>
            <a:chExt cx="673735" cy="704215"/>
          </a:xfrm>
        </p:grpSpPr>
        <p:sp>
          <p:nvSpPr>
            <p:cNvPr id="283" name="object 283" descr=""/>
            <p:cNvSpPr/>
            <p:nvPr/>
          </p:nvSpPr>
          <p:spPr>
            <a:xfrm>
              <a:off x="2118687" y="5035930"/>
              <a:ext cx="654050" cy="38100"/>
            </a:xfrm>
            <a:custGeom>
              <a:avLst/>
              <a:gdLst/>
              <a:ahLst/>
              <a:cxnLst/>
              <a:rect l="l" t="t" r="r" b="b"/>
              <a:pathLst>
                <a:path w="654050" h="38100">
                  <a:moveTo>
                    <a:pt x="652596" y="0"/>
                  </a:moveTo>
                  <a:lnTo>
                    <a:pt x="0" y="0"/>
                  </a:lnTo>
                  <a:lnTo>
                    <a:pt x="630" y="37883"/>
                  </a:lnTo>
                  <a:lnTo>
                    <a:pt x="653583" y="37883"/>
                  </a:lnTo>
                  <a:lnTo>
                    <a:pt x="652596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 descr=""/>
            <p:cNvSpPr/>
            <p:nvPr/>
          </p:nvSpPr>
          <p:spPr>
            <a:xfrm>
              <a:off x="2118342" y="5015177"/>
              <a:ext cx="653415" cy="20955"/>
            </a:xfrm>
            <a:custGeom>
              <a:avLst/>
              <a:gdLst/>
              <a:ahLst/>
              <a:cxnLst/>
              <a:rect l="l" t="t" r="r" b="b"/>
              <a:pathLst>
                <a:path w="653414" h="20954">
                  <a:moveTo>
                    <a:pt x="652427" y="0"/>
                  </a:moveTo>
                  <a:lnTo>
                    <a:pt x="0" y="0"/>
                  </a:lnTo>
                  <a:lnTo>
                    <a:pt x="345" y="20753"/>
                  </a:lnTo>
                  <a:lnTo>
                    <a:pt x="652941" y="20753"/>
                  </a:lnTo>
                  <a:lnTo>
                    <a:pt x="652427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 descr=""/>
            <p:cNvSpPr/>
            <p:nvPr/>
          </p:nvSpPr>
          <p:spPr>
            <a:xfrm>
              <a:off x="2117711" y="4977293"/>
              <a:ext cx="653415" cy="38100"/>
            </a:xfrm>
            <a:custGeom>
              <a:avLst/>
              <a:gdLst/>
              <a:ahLst/>
              <a:cxnLst/>
              <a:rect l="l" t="t" r="r" b="b"/>
              <a:pathLst>
                <a:path w="653414" h="38100">
                  <a:moveTo>
                    <a:pt x="652118" y="0"/>
                  </a:moveTo>
                  <a:lnTo>
                    <a:pt x="0" y="0"/>
                  </a:lnTo>
                  <a:lnTo>
                    <a:pt x="631" y="37894"/>
                  </a:lnTo>
                  <a:lnTo>
                    <a:pt x="653058" y="37894"/>
                  </a:lnTo>
                  <a:lnTo>
                    <a:pt x="652118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 descr=""/>
            <p:cNvSpPr/>
            <p:nvPr/>
          </p:nvSpPr>
          <p:spPr>
            <a:xfrm>
              <a:off x="2117365" y="4956540"/>
              <a:ext cx="652780" cy="20955"/>
            </a:xfrm>
            <a:custGeom>
              <a:avLst/>
              <a:gdLst/>
              <a:ahLst/>
              <a:cxnLst/>
              <a:rect l="l" t="t" r="r" b="b"/>
              <a:pathLst>
                <a:path w="652780" h="20954">
                  <a:moveTo>
                    <a:pt x="651960" y="0"/>
                  </a:moveTo>
                  <a:lnTo>
                    <a:pt x="0" y="0"/>
                  </a:lnTo>
                  <a:lnTo>
                    <a:pt x="345" y="20753"/>
                  </a:lnTo>
                  <a:lnTo>
                    <a:pt x="652464" y="20753"/>
                  </a:lnTo>
                  <a:lnTo>
                    <a:pt x="651960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 descr=""/>
            <p:cNvSpPr/>
            <p:nvPr/>
          </p:nvSpPr>
          <p:spPr>
            <a:xfrm>
              <a:off x="2116734" y="4918645"/>
              <a:ext cx="652780" cy="38100"/>
            </a:xfrm>
            <a:custGeom>
              <a:avLst/>
              <a:gdLst/>
              <a:ahLst/>
              <a:cxnLst/>
              <a:rect l="l" t="t" r="r" b="b"/>
              <a:pathLst>
                <a:path w="652780" h="38100">
                  <a:moveTo>
                    <a:pt x="651697" y="0"/>
                  </a:moveTo>
                  <a:lnTo>
                    <a:pt x="0" y="0"/>
                  </a:lnTo>
                  <a:lnTo>
                    <a:pt x="631" y="37894"/>
                  </a:lnTo>
                  <a:lnTo>
                    <a:pt x="652591" y="37894"/>
                  </a:lnTo>
                  <a:lnTo>
                    <a:pt x="651697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 descr=""/>
            <p:cNvSpPr/>
            <p:nvPr/>
          </p:nvSpPr>
          <p:spPr>
            <a:xfrm>
              <a:off x="2116366" y="4897595"/>
              <a:ext cx="652145" cy="21590"/>
            </a:xfrm>
            <a:custGeom>
              <a:avLst/>
              <a:gdLst/>
              <a:ahLst/>
              <a:cxnLst/>
              <a:rect l="l" t="t" r="r" b="b"/>
              <a:pathLst>
                <a:path w="652144" h="21589">
                  <a:moveTo>
                    <a:pt x="651865" y="3810"/>
                  </a:moveTo>
                  <a:lnTo>
                    <a:pt x="651611" y="3810"/>
                  </a:lnTo>
                  <a:lnTo>
                    <a:pt x="651611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228" y="3810"/>
                  </a:lnTo>
                  <a:lnTo>
                    <a:pt x="228" y="21590"/>
                  </a:lnTo>
                  <a:lnTo>
                    <a:pt x="651865" y="21590"/>
                  </a:lnTo>
                  <a:lnTo>
                    <a:pt x="651865" y="381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 descr=""/>
            <p:cNvSpPr/>
            <p:nvPr/>
          </p:nvSpPr>
          <p:spPr>
            <a:xfrm>
              <a:off x="2115050" y="4859998"/>
              <a:ext cx="653415" cy="38100"/>
            </a:xfrm>
            <a:custGeom>
              <a:avLst/>
              <a:gdLst/>
              <a:ahLst/>
              <a:cxnLst/>
              <a:rect l="l" t="t" r="r" b="b"/>
              <a:pathLst>
                <a:path w="653414" h="38100">
                  <a:moveTo>
                    <a:pt x="652038" y="0"/>
                  </a:moveTo>
                  <a:lnTo>
                    <a:pt x="0" y="0"/>
                  </a:lnTo>
                  <a:lnTo>
                    <a:pt x="1269" y="37894"/>
                  </a:lnTo>
                  <a:lnTo>
                    <a:pt x="652892" y="37894"/>
                  </a:lnTo>
                  <a:lnTo>
                    <a:pt x="652038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 descr=""/>
            <p:cNvSpPr/>
            <p:nvPr/>
          </p:nvSpPr>
          <p:spPr>
            <a:xfrm>
              <a:off x="2114355" y="4839245"/>
              <a:ext cx="652780" cy="20955"/>
            </a:xfrm>
            <a:custGeom>
              <a:avLst/>
              <a:gdLst/>
              <a:ahLst/>
              <a:cxnLst/>
              <a:rect l="l" t="t" r="r" b="b"/>
              <a:pathLst>
                <a:path w="652780" h="20954">
                  <a:moveTo>
                    <a:pt x="652267" y="0"/>
                  </a:moveTo>
                  <a:lnTo>
                    <a:pt x="0" y="0"/>
                  </a:lnTo>
                  <a:lnTo>
                    <a:pt x="694" y="20753"/>
                  </a:lnTo>
                  <a:lnTo>
                    <a:pt x="652733" y="20753"/>
                  </a:lnTo>
                  <a:lnTo>
                    <a:pt x="652267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 descr=""/>
            <p:cNvSpPr/>
            <p:nvPr/>
          </p:nvSpPr>
          <p:spPr>
            <a:xfrm>
              <a:off x="2113086" y="4801361"/>
              <a:ext cx="654050" cy="38100"/>
            </a:xfrm>
            <a:custGeom>
              <a:avLst/>
              <a:gdLst/>
              <a:ahLst/>
              <a:cxnLst/>
              <a:rect l="l" t="t" r="r" b="b"/>
              <a:pathLst>
                <a:path w="654050" h="38100">
                  <a:moveTo>
                    <a:pt x="652710" y="0"/>
                  </a:moveTo>
                  <a:lnTo>
                    <a:pt x="0" y="0"/>
                  </a:lnTo>
                  <a:lnTo>
                    <a:pt x="1268" y="37883"/>
                  </a:lnTo>
                  <a:lnTo>
                    <a:pt x="653535" y="37883"/>
                  </a:lnTo>
                  <a:lnTo>
                    <a:pt x="652710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 descr=""/>
            <p:cNvSpPr/>
            <p:nvPr/>
          </p:nvSpPr>
          <p:spPr>
            <a:xfrm>
              <a:off x="2112391" y="4780608"/>
              <a:ext cx="653415" cy="20955"/>
            </a:xfrm>
            <a:custGeom>
              <a:avLst/>
              <a:gdLst/>
              <a:ahLst/>
              <a:cxnLst/>
              <a:rect l="l" t="t" r="r" b="b"/>
              <a:pathLst>
                <a:path w="653414" h="20954">
                  <a:moveTo>
                    <a:pt x="652963" y="0"/>
                  </a:moveTo>
                  <a:lnTo>
                    <a:pt x="0" y="0"/>
                  </a:lnTo>
                  <a:lnTo>
                    <a:pt x="694" y="20753"/>
                  </a:lnTo>
                  <a:lnTo>
                    <a:pt x="653405" y="20753"/>
                  </a:lnTo>
                  <a:lnTo>
                    <a:pt x="652963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 descr=""/>
            <p:cNvSpPr/>
            <p:nvPr/>
          </p:nvSpPr>
          <p:spPr>
            <a:xfrm>
              <a:off x="2111122" y="4742714"/>
              <a:ext cx="654685" cy="38100"/>
            </a:xfrm>
            <a:custGeom>
              <a:avLst/>
              <a:gdLst/>
              <a:ahLst/>
              <a:cxnLst/>
              <a:rect l="l" t="t" r="r" b="b"/>
              <a:pathLst>
                <a:path w="654685" h="38100">
                  <a:moveTo>
                    <a:pt x="653436" y="0"/>
                  </a:moveTo>
                  <a:lnTo>
                    <a:pt x="0" y="0"/>
                  </a:lnTo>
                  <a:lnTo>
                    <a:pt x="1269" y="37894"/>
                  </a:lnTo>
                  <a:lnTo>
                    <a:pt x="654232" y="37894"/>
                  </a:lnTo>
                  <a:lnTo>
                    <a:pt x="653436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 descr=""/>
            <p:cNvSpPr/>
            <p:nvPr/>
          </p:nvSpPr>
          <p:spPr>
            <a:xfrm>
              <a:off x="2110427" y="4721960"/>
              <a:ext cx="654685" cy="20955"/>
            </a:xfrm>
            <a:custGeom>
              <a:avLst/>
              <a:gdLst/>
              <a:ahLst/>
              <a:cxnLst/>
              <a:rect l="l" t="t" r="r" b="b"/>
              <a:pathLst>
                <a:path w="654685" h="20954">
                  <a:moveTo>
                    <a:pt x="653711" y="0"/>
                  </a:moveTo>
                  <a:lnTo>
                    <a:pt x="0" y="0"/>
                  </a:lnTo>
                  <a:lnTo>
                    <a:pt x="694" y="20753"/>
                  </a:lnTo>
                  <a:lnTo>
                    <a:pt x="654131" y="20753"/>
                  </a:lnTo>
                  <a:lnTo>
                    <a:pt x="653711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 descr=""/>
            <p:cNvSpPr/>
            <p:nvPr/>
          </p:nvSpPr>
          <p:spPr>
            <a:xfrm>
              <a:off x="2109158" y="4684066"/>
              <a:ext cx="655320" cy="38100"/>
            </a:xfrm>
            <a:custGeom>
              <a:avLst/>
              <a:gdLst/>
              <a:ahLst/>
              <a:cxnLst/>
              <a:rect l="l" t="t" r="r" b="b"/>
              <a:pathLst>
                <a:path w="655319" h="38100">
                  <a:moveTo>
                    <a:pt x="654215" y="0"/>
                  </a:moveTo>
                  <a:lnTo>
                    <a:pt x="0" y="0"/>
                  </a:lnTo>
                  <a:lnTo>
                    <a:pt x="1268" y="37883"/>
                  </a:lnTo>
                  <a:lnTo>
                    <a:pt x="654980" y="37883"/>
                  </a:lnTo>
                  <a:lnTo>
                    <a:pt x="654215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 descr=""/>
            <p:cNvSpPr/>
            <p:nvPr/>
          </p:nvSpPr>
          <p:spPr>
            <a:xfrm>
              <a:off x="2108463" y="4663313"/>
              <a:ext cx="655320" cy="20955"/>
            </a:xfrm>
            <a:custGeom>
              <a:avLst/>
              <a:gdLst/>
              <a:ahLst/>
              <a:cxnLst/>
              <a:rect l="l" t="t" r="r" b="b"/>
              <a:pathLst>
                <a:path w="655319" h="20954">
                  <a:moveTo>
                    <a:pt x="654514" y="0"/>
                  </a:moveTo>
                  <a:lnTo>
                    <a:pt x="0" y="0"/>
                  </a:lnTo>
                  <a:lnTo>
                    <a:pt x="694" y="20753"/>
                  </a:lnTo>
                  <a:lnTo>
                    <a:pt x="654910" y="20753"/>
                  </a:lnTo>
                  <a:lnTo>
                    <a:pt x="654514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 descr=""/>
            <p:cNvSpPr/>
            <p:nvPr/>
          </p:nvSpPr>
          <p:spPr>
            <a:xfrm>
              <a:off x="2107194" y="4625429"/>
              <a:ext cx="655955" cy="38100"/>
            </a:xfrm>
            <a:custGeom>
              <a:avLst/>
              <a:gdLst/>
              <a:ahLst/>
              <a:cxnLst/>
              <a:rect l="l" t="t" r="r" b="b"/>
              <a:pathLst>
                <a:path w="655955" h="38100">
                  <a:moveTo>
                    <a:pt x="655059" y="0"/>
                  </a:moveTo>
                  <a:lnTo>
                    <a:pt x="0" y="0"/>
                  </a:lnTo>
                  <a:lnTo>
                    <a:pt x="1268" y="37883"/>
                  </a:lnTo>
                  <a:lnTo>
                    <a:pt x="655783" y="37883"/>
                  </a:lnTo>
                  <a:lnTo>
                    <a:pt x="655059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 descr=""/>
            <p:cNvSpPr/>
            <p:nvPr/>
          </p:nvSpPr>
          <p:spPr>
            <a:xfrm>
              <a:off x="2106499" y="4604676"/>
              <a:ext cx="655955" cy="20955"/>
            </a:xfrm>
            <a:custGeom>
              <a:avLst/>
              <a:gdLst/>
              <a:ahLst/>
              <a:cxnLst/>
              <a:rect l="l" t="t" r="r" b="b"/>
              <a:pathLst>
                <a:path w="655955" h="20954">
                  <a:moveTo>
                    <a:pt x="655373" y="0"/>
                  </a:moveTo>
                  <a:lnTo>
                    <a:pt x="0" y="0"/>
                  </a:lnTo>
                  <a:lnTo>
                    <a:pt x="694" y="20753"/>
                  </a:lnTo>
                  <a:lnTo>
                    <a:pt x="655754" y="20753"/>
                  </a:lnTo>
                  <a:lnTo>
                    <a:pt x="655373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 descr=""/>
            <p:cNvSpPr/>
            <p:nvPr/>
          </p:nvSpPr>
          <p:spPr>
            <a:xfrm>
              <a:off x="2105230" y="4566782"/>
              <a:ext cx="657225" cy="38100"/>
            </a:xfrm>
            <a:custGeom>
              <a:avLst/>
              <a:gdLst/>
              <a:ahLst/>
              <a:cxnLst/>
              <a:rect l="l" t="t" r="r" b="b"/>
              <a:pathLst>
                <a:path w="657225" h="38100">
                  <a:moveTo>
                    <a:pt x="655962" y="0"/>
                  </a:moveTo>
                  <a:lnTo>
                    <a:pt x="0" y="0"/>
                  </a:lnTo>
                  <a:lnTo>
                    <a:pt x="1268" y="37883"/>
                  </a:lnTo>
                  <a:lnTo>
                    <a:pt x="656642" y="37883"/>
                  </a:lnTo>
                  <a:lnTo>
                    <a:pt x="655962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 descr=""/>
            <p:cNvSpPr/>
            <p:nvPr/>
          </p:nvSpPr>
          <p:spPr>
            <a:xfrm>
              <a:off x="2104535" y="4546029"/>
              <a:ext cx="657225" cy="20955"/>
            </a:xfrm>
            <a:custGeom>
              <a:avLst/>
              <a:gdLst/>
              <a:ahLst/>
              <a:cxnLst/>
              <a:rect l="l" t="t" r="r" b="b"/>
              <a:pathLst>
                <a:path w="657225" h="20954">
                  <a:moveTo>
                    <a:pt x="656294" y="0"/>
                  </a:moveTo>
                  <a:lnTo>
                    <a:pt x="0" y="0"/>
                  </a:lnTo>
                  <a:lnTo>
                    <a:pt x="694" y="20753"/>
                  </a:lnTo>
                  <a:lnTo>
                    <a:pt x="656657" y="20753"/>
                  </a:lnTo>
                  <a:lnTo>
                    <a:pt x="656294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 descr=""/>
            <p:cNvSpPr/>
            <p:nvPr/>
          </p:nvSpPr>
          <p:spPr>
            <a:xfrm>
              <a:off x="2103266" y="4508134"/>
              <a:ext cx="657860" cy="38100"/>
            </a:xfrm>
            <a:custGeom>
              <a:avLst/>
              <a:gdLst/>
              <a:ahLst/>
              <a:cxnLst/>
              <a:rect l="l" t="t" r="r" b="b"/>
              <a:pathLst>
                <a:path w="657860" h="38100">
                  <a:moveTo>
                    <a:pt x="656929" y="0"/>
                  </a:moveTo>
                  <a:lnTo>
                    <a:pt x="0" y="0"/>
                  </a:lnTo>
                  <a:lnTo>
                    <a:pt x="1268" y="37883"/>
                  </a:lnTo>
                  <a:lnTo>
                    <a:pt x="657563" y="37883"/>
                  </a:lnTo>
                  <a:lnTo>
                    <a:pt x="656929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 descr=""/>
            <p:cNvSpPr/>
            <p:nvPr/>
          </p:nvSpPr>
          <p:spPr>
            <a:xfrm>
              <a:off x="2102571" y="4487381"/>
              <a:ext cx="657860" cy="20955"/>
            </a:xfrm>
            <a:custGeom>
              <a:avLst/>
              <a:gdLst/>
              <a:ahLst/>
              <a:cxnLst/>
              <a:rect l="l" t="t" r="r" b="b"/>
              <a:pathLst>
                <a:path w="657860" h="20954">
                  <a:moveTo>
                    <a:pt x="657283" y="0"/>
                  </a:moveTo>
                  <a:lnTo>
                    <a:pt x="0" y="0"/>
                  </a:lnTo>
                  <a:lnTo>
                    <a:pt x="694" y="20753"/>
                  </a:lnTo>
                  <a:lnTo>
                    <a:pt x="657624" y="20753"/>
                  </a:lnTo>
                  <a:lnTo>
                    <a:pt x="657283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 descr=""/>
            <p:cNvSpPr/>
            <p:nvPr/>
          </p:nvSpPr>
          <p:spPr>
            <a:xfrm>
              <a:off x="2101303" y="4449497"/>
              <a:ext cx="659130" cy="38100"/>
            </a:xfrm>
            <a:custGeom>
              <a:avLst/>
              <a:gdLst/>
              <a:ahLst/>
              <a:cxnLst/>
              <a:rect l="l" t="t" r="r" b="b"/>
              <a:pathLst>
                <a:path w="659130" h="38100">
                  <a:moveTo>
                    <a:pt x="657969" y="0"/>
                  </a:moveTo>
                  <a:lnTo>
                    <a:pt x="0" y="0"/>
                  </a:lnTo>
                  <a:lnTo>
                    <a:pt x="1268" y="37883"/>
                  </a:lnTo>
                  <a:lnTo>
                    <a:pt x="658551" y="37883"/>
                  </a:lnTo>
                  <a:lnTo>
                    <a:pt x="657969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 descr=""/>
            <p:cNvSpPr/>
            <p:nvPr/>
          </p:nvSpPr>
          <p:spPr>
            <a:xfrm>
              <a:off x="2100608" y="4428744"/>
              <a:ext cx="659130" cy="20955"/>
            </a:xfrm>
            <a:custGeom>
              <a:avLst/>
              <a:gdLst/>
              <a:ahLst/>
              <a:cxnLst/>
              <a:rect l="l" t="t" r="r" b="b"/>
              <a:pathLst>
                <a:path w="659130" h="20954">
                  <a:moveTo>
                    <a:pt x="658350" y="0"/>
                  </a:moveTo>
                  <a:lnTo>
                    <a:pt x="0" y="0"/>
                  </a:lnTo>
                  <a:lnTo>
                    <a:pt x="694" y="20753"/>
                  </a:lnTo>
                  <a:lnTo>
                    <a:pt x="658664" y="20753"/>
                  </a:lnTo>
                  <a:lnTo>
                    <a:pt x="658350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 descr=""/>
            <p:cNvSpPr/>
            <p:nvPr/>
          </p:nvSpPr>
          <p:spPr>
            <a:xfrm>
              <a:off x="2099339" y="4390850"/>
              <a:ext cx="659765" cy="38100"/>
            </a:xfrm>
            <a:custGeom>
              <a:avLst/>
              <a:gdLst/>
              <a:ahLst/>
              <a:cxnLst/>
              <a:rect l="l" t="t" r="r" b="b"/>
              <a:pathLst>
                <a:path w="659764" h="38100">
                  <a:moveTo>
                    <a:pt x="659093" y="0"/>
                  </a:moveTo>
                  <a:lnTo>
                    <a:pt x="0" y="0"/>
                  </a:lnTo>
                  <a:lnTo>
                    <a:pt x="1268" y="37883"/>
                  </a:lnTo>
                  <a:lnTo>
                    <a:pt x="659619" y="37883"/>
                  </a:lnTo>
                  <a:lnTo>
                    <a:pt x="659093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 descr=""/>
            <p:cNvSpPr/>
            <p:nvPr/>
          </p:nvSpPr>
          <p:spPr>
            <a:xfrm>
              <a:off x="2098644" y="4370097"/>
              <a:ext cx="660400" cy="20955"/>
            </a:xfrm>
            <a:custGeom>
              <a:avLst/>
              <a:gdLst/>
              <a:ahLst/>
              <a:cxnLst/>
              <a:rect l="l" t="t" r="r" b="b"/>
              <a:pathLst>
                <a:path w="660400" h="20954">
                  <a:moveTo>
                    <a:pt x="659511" y="0"/>
                  </a:moveTo>
                  <a:lnTo>
                    <a:pt x="0" y="0"/>
                  </a:lnTo>
                  <a:lnTo>
                    <a:pt x="694" y="20753"/>
                  </a:lnTo>
                  <a:lnTo>
                    <a:pt x="659788" y="20753"/>
                  </a:lnTo>
                  <a:lnTo>
                    <a:pt x="659511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07" name="object 307" descr=""/>
          <p:cNvGrpSpPr/>
          <p:nvPr/>
        </p:nvGrpSpPr>
        <p:grpSpPr>
          <a:xfrm>
            <a:off x="2119318" y="5073824"/>
            <a:ext cx="678180" cy="643255"/>
            <a:chOff x="2119318" y="5073824"/>
            <a:chExt cx="678180" cy="643255"/>
          </a:xfrm>
        </p:grpSpPr>
        <p:sp>
          <p:nvSpPr>
            <p:cNvPr id="308" name="object 308" descr=""/>
            <p:cNvSpPr/>
            <p:nvPr/>
          </p:nvSpPr>
          <p:spPr>
            <a:xfrm>
              <a:off x="2127605" y="5681186"/>
              <a:ext cx="669925" cy="35560"/>
            </a:xfrm>
            <a:custGeom>
              <a:avLst/>
              <a:gdLst/>
              <a:ahLst/>
              <a:cxnLst/>
              <a:rect l="l" t="t" r="r" b="b"/>
              <a:pathLst>
                <a:path w="669925" h="35560">
                  <a:moveTo>
                    <a:pt x="669328" y="11430"/>
                  </a:moveTo>
                  <a:lnTo>
                    <a:pt x="667867" y="11430"/>
                  </a:lnTo>
                  <a:lnTo>
                    <a:pt x="667867" y="0"/>
                  </a:lnTo>
                  <a:lnTo>
                    <a:pt x="0" y="0"/>
                  </a:lnTo>
                  <a:lnTo>
                    <a:pt x="0" y="11430"/>
                  </a:lnTo>
                  <a:lnTo>
                    <a:pt x="139" y="11430"/>
                  </a:lnTo>
                  <a:lnTo>
                    <a:pt x="139" y="35560"/>
                  </a:lnTo>
                  <a:lnTo>
                    <a:pt x="669328" y="35560"/>
                  </a:lnTo>
                  <a:lnTo>
                    <a:pt x="669328" y="1143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 descr=""/>
            <p:cNvSpPr/>
            <p:nvPr/>
          </p:nvSpPr>
          <p:spPr>
            <a:xfrm>
              <a:off x="2127427" y="5660866"/>
              <a:ext cx="667385" cy="20320"/>
            </a:xfrm>
            <a:custGeom>
              <a:avLst/>
              <a:gdLst/>
              <a:ahLst/>
              <a:cxnLst/>
              <a:rect l="l" t="t" r="r" b="b"/>
              <a:pathLst>
                <a:path w="667385" h="20320">
                  <a:moveTo>
                    <a:pt x="666978" y="1270"/>
                  </a:moveTo>
                  <a:lnTo>
                    <a:pt x="666280" y="1270"/>
                  </a:lnTo>
                  <a:lnTo>
                    <a:pt x="66628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76" y="20320"/>
                  </a:lnTo>
                  <a:lnTo>
                    <a:pt x="666978" y="20320"/>
                  </a:lnTo>
                  <a:lnTo>
                    <a:pt x="666978" y="127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 descr=""/>
            <p:cNvSpPr/>
            <p:nvPr/>
          </p:nvSpPr>
          <p:spPr>
            <a:xfrm>
              <a:off x="2127148" y="5622766"/>
              <a:ext cx="665480" cy="38100"/>
            </a:xfrm>
            <a:custGeom>
              <a:avLst/>
              <a:gdLst/>
              <a:ahLst/>
              <a:cxnLst/>
              <a:rect l="l" t="t" r="r" b="b"/>
              <a:pathLst>
                <a:path w="665480" h="38100">
                  <a:moveTo>
                    <a:pt x="665480" y="2540"/>
                  </a:moveTo>
                  <a:lnTo>
                    <a:pt x="664375" y="2540"/>
                  </a:lnTo>
                  <a:lnTo>
                    <a:pt x="664375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139" y="2540"/>
                  </a:lnTo>
                  <a:lnTo>
                    <a:pt x="139" y="38100"/>
                  </a:lnTo>
                  <a:lnTo>
                    <a:pt x="665480" y="38100"/>
                  </a:lnTo>
                  <a:lnTo>
                    <a:pt x="665480" y="254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 descr=""/>
            <p:cNvSpPr/>
            <p:nvPr/>
          </p:nvSpPr>
          <p:spPr>
            <a:xfrm>
              <a:off x="2126983" y="5601620"/>
              <a:ext cx="664845" cy="20955"/>
            </a:xfrm>
            <a:custGeom>
              <a:avLst/>
              <a:gdLst/>
              <a:ahLst/>
              <a:cxnLst/>
              <a:rect l="l" t="t" r="r" b="b"/>
              <a:pathLst>
                <a:path w="664844" h="20954">
                  <a:moveTo>
                    <a:pt x="663400" y="0"/>
                  </a:moveTo>
                  <a:lnTo>
                    <a:pt x="0" y="0"/>
                  </a:lnTo>
                  <a:lnTo>
                    <a:pt x="154" y="20753"/>
                  </a:lnTo>
                  <a:lnTo>
                    <a:pt x="664459" y="20753"/>
                  </a:lnTo>
                  <a:lnTo>
                    <a:pt x="663400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 descr=""/>
            <p:cNvSpPr/>
            <p:nvPr/>
          </p:nvSpPr>
          <p:spPr>
            <a:xfrm>
              <a:off x="2126767" y="5564346"/>
              <a:ext cx="663575" cy="36830"/>
            </a:xfrm>
            <a:custGeom>
              <a:avLst/>
              <a:gdLst/>
              <a:ahLst/>
              <a:cxnLst/>
              <a:rect l="l" t="t" r="r" b="b"/>
              <a:pathLst>
                <a:path w="663575" h="36829">
                  <a:moveTo>
                    <a:pt x="663130" y="19050"/>
                  </a:moveTo>
                  <a:lnTo>
                    <a:pt x="662254" y="19050"/>
                  </a:lnTo>
                  <a:lnTo>
                    <a:pt x="662254" y="0"/>
                  </a:lnTo>
                  <a:lnTo>
                    <a:pt x="0" y="0"/>
                  </a:lnTo>
                  <a:lnTo>
                    <a:pt x="0" y="19050"/>
                  </a:lnTo>
                  <a:lnTo>
                    <a:pt x="139" y="19050"/>
                  </a:lnTo>
                  <a:lnTo>
                    <a:pt x="139" y="36830"/>
                  </a:lnTo>
                  <a:lnTo>
                    <a:pt x="663130" y="36830"/>
                  </a:lnTo>
                  <a:lnTo>
                    <a:pt x="663130" y="1905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 descr=""/>
            <p:cNvSpPr/>
            <p:nvPr/>
          </p:nvSpPr>
          <p:spPr>
            <a:xfrm>
              <a:off x="2126547" y="5542972"/>
              <a:ext cx="662305" cy="20955"/>
            </a:xfrm>
            <a:custGeom>
              <a:avLst/>
              <a:gdLst/>
              <a:ahLst/>
              <a:cxnLst/>
              <a:rect l="l" t="t" r="r" b="b"/>
              <a:pathLst>
                <a:path w="662305" h="20954">
                  <a:moveTo>
                    <a:pt x="661069" y="0"/>
                  </a:moveTo>
                  <a:lnTo>
                    <a:pt x="0" y="0"/>
                  </a:lnTo>
                  <a:lnTo>
                    <a:pt x="154" y="20753"/>
                  </a:lnTo>
                  <a:lnTo>
                    <a:pt x="662012" y="20753"/>
                  </a:lnTo>
                  <a:lnTo>
                    <a:pt x="661069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 descr=""/>
            <p:cNvSpPr/>
            <p:nvPr/>
          </p:nvSpPr>
          <p:spPr>
            <a:xfrm>
              <a:off x="2126373" y="5504656"/>
              <a:ext cx="661670" cy="38100"/>
            </a:xfrm>
            <a:custGeom>
              <a:avLst/>
              <a:gdLst/>
              <a:ahLst/>
              <a:cxnLst/>
              <a:rect l="l" t="t" r="r" b="b"/>
              <a:pathLst>
                <a:path w="661669" h="38100">
                  <a:moveTo>
                    <a:pt x="661085" y="31750"/>
                  </a:moveTo>
                  <a:lnTo>
                    <a:pt x="660285" y="31750"/>
                  </a:lnTo>
                  <a:lnTo>
                    <a:pt x="660285" y="0"/>
                  </a:lnTo>
                  <a:lnTo>
                    <a:pt x="0" y="0"/>
                  </a:lnTo>
                  <a:lnTo>
                    <a:pt x="0" y="31750"/>
                  </a:lnTo>
                  <a:lnTo>
                    <a:pt x="139" y="31750"/>
                  </a:lnTo>
                  <a:lnTo>
                    <a:pt x="139" y="38100"/>
                  </a:lnTo>
                  <a:lnTo>
                    <a:pt x="661085" y="38100"/>
                  </a:lnTo>
                  <a:lnTo>
                    <a:pt x="661085" y="3175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 descr=""/>
            <p:cNvSpPr/>
            <p:nvPr/>
          </p:nvSpPr>
          <p:spPr>
            <a:xfrm>
              <a:off x="2126111" y="5484335"/>
              <a:ext cx="660400" cy="20955"/>
            </a:xfrm>
            <a:custGeom>
              <a:avLst/>
              <a:gdLst/>
              <a:ahLst/>
              <a:cxnLst/>
              <a:rect l="l" t="t" r="r" b="b"/>
              <a:pathLst>
                <a:path w="660400" h="20954">
                  <a:moveTo>
                    <a:pt x="659061" y="0"/>
                  </a:moveTo>
                  <a:lnTo>
                    <a:pt x="0" y="0"/>
                  </a:lnTo>
                  <a:lnTo>
                    <a:pt x="154" y="20753"/>
                  </a:lnTo>
                  <a:lnTo>
                    <a:pt x="659915" y="20753"/>
                  </a:lnTo>
                  <a:lnTo>
                    <a:pt x="659061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 descr=""/>
            <p:cNvSpPr/>
            <p:nvPr/>
          </p:nvSpPr>
          <p:spPr>
            <a:xfrm>
              <a:off x="2125789" y="5446236"/>
              <a:ext cx="659765" cy="38100"/>
            </a:xfrm>
            <a:custGeom>
              <a:avLst/>
              <a:gdLst/>
              <a:ahLst/>
              <a:cxnLst/>
              <a:rect l="l" t="t" r="r" b="b"/>
              <a:pathLst>
                <a:path w="659764" h="38100">
                  <a:moveTo>
                    <a:pt x="659282" y="33020"/>
                  </a:moveTo>
                  <a:lnTo>
                    <a:pt x="658558" y="33020"/>
                  </a:lnTo>
                  <a:lnTo>
                    <a:pt x="658558" y="0"/>
                  </a:lnTo>
                  <a:lnTo>
                    <a:pt x="0" y="0"/>
                  </a:lnTo>
                  <a:lnTo>
                    <a:pt x="0" y="33020"/>
                  </a:lnTo>
                  <a:lnTo>
                    <a:pt x="292" y="33020"/>
                  </a:lnTo>
                  <a:lnTo>
                    <a:pt x="292" y="38100"/>
                  </a:lnTo>
                  <a:lnTo>
                    <a:pt x="659282" y="38100"/>
                  </a:lnTo>
                  <a:lnTo>
                    <a:pt x="659282" y="3302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 descr=""/>
            <p:cNvSpPr/>
            <p:nvPr/>
          </p:nvSpPr>
          <p:spPr>
            <a:xfrm>
              <a:off x="2125179" y="5425688"/>
              <a:ext cx="659130" cy="20955"/>
            </a:xfrm>
            <a:custGeom>
              <a:avLst/>
              <a:gdLst/>
              <a:ahLst/>
              <a:cxnLst/>
              <a:rect l="l" t="t" r="r" b="b"/>
              <a:pathLst>
                <a:path w="659130" h="20954">
                  <a:moveTo>
                    <a:pt x="657785" y="0"/>
                  </a:moveTo>
                  <a:lnTo>
                    <a:pt x="0" y="0"/>
                  </a:lnTo>
                  <a:lnTo>
                    <a:pt x="345" y="20753"/>
                  </a:lnTo>
                  <a:lnTo>
                    <a:pt x="658561" y="20753"/>
                  </a:lnTo>
                  <a:lnTo>
                    <a:pt x="657785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 descr=""/>
            <p:cNvSpPr/>
            <p:nvPr/>
          </p:nvSpPr>
          <p:spPr>
            <a:xfrm>
              <a:off x="2124547" y="5387794"/>
              <a:ext cx="658495" cy="38100"/>
            </a:xfrm>
            <a:custGeom>
              <a:avLst/>
              <a:gdLst/>
              <a:ahLst/>
              <a:cxnLst/>
              <a:rect l="l" t="t" r="r" b="b"/>
              <a:pathLst>
                <a:path w="658494" h="38100">
                  <a:moveTo>
                    <a:pt x="657088" y="0"/>
                  </a:moveTo>
                  <a:lnTo>
                    <a:pt x="0" y="0"/>
                  </a:lnTo>
                  <a:lnTo>
                    <a:pt x="631" y="37894"/>
                  </a:lnTo>
                  <a:lnTo>
                    <a:pt x="658416" y="37894"/>
                  </a:lnTo>
                  <a:lnTo>
                    <a:pt x="657088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 descr=""/>
            <p:cNvSpPr/>
            <p:nvPr/>
          </p:nvSpPr>
          <p:spPr>
            <a:xfrm>
              <a:off x="2124202" y="5367041"/>
              <a:ext cx="657860" cy="20955"/>
            </a:xfrm>
            <a:custGeom>
              <a:avLst/>
              <a:gdLst/>
              <a:ahLst/>
              <a:cxnLst/>
              <a:rect l="l" t="t" r="r" b="b"/>
              <a:pathLst>
                <a:path w="657860" h="20954">
                  <a:moveTo>
                    <a:pt x="656712" y="0"/>
                  </a:moveTo>
                  <a:lnTo>
                    <a:pt x="0" y="0"/>
                  </a:lnTo>
                  <a:lnTo>
                    <a:pt x="345" y="20753"/>
                  </a:lnTo>
                  <a:lnTo>
                    <a:pt x="657434" y="20753"/>
                  </a:lnTo>
                  <a:lnTo>
                    <a:pt x="656712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 descr=""/>
            <p:cNvSpPr/>
            <p:nvPr/>
          </p:nvSpPr>
          <p:spPr>
            <a:xfrm>
              <a:off x="2123571" y="5329157"/>
              <a:ext cx="657860" cy="38100"/>
            </a:xfrm>
            <a:custGeom>
              <a:avLst/>
              <a:gdLst/>
              <a:ahLst/>
              <a:cxnLst/>
              <a:rect l="l" t="t" r="r" b="b"/>
              <a:pathLst>
                <a:path w="657860" h="38100">
                  <a:moveTo>
                    <a:pt x="656103" y="0"/>
                  </a:moveTo>
                  <a:lnTo>
                    <a:pt x="0" y="0"/>
                  </a:lnTo>
                  <a:lnTo>
                    <a:pt x="630" y="37883"/>
                  </a:lnTo>
                  <a:lnTo>
                    <a:pt x="657343" y="37883"/>
                  </a:lnTo>
                  <a:lnTo>
                    <a:pt x="656103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 descr=""/>
            <p:cNvSpPr/>
            <p:nvPr/>
          </p:nvSpPr>
          <p:spPr>
            <a:xfrm>
              <a:off x="2123225" y="5308404"/>
              <a:ext cx="656590" cy="20955"/>
            </a:xfrm>
            <a:custGeom>
              <a:avLst/>
              <a:gdLst/>
              <a:ahLst/>
              <a:cxnLst/>
              <a:rect l="l" t="t" r="r" b="b"/>
              <a:pathLst>
                <a:path w="656589" h="20954">
                  <a:moveTo>
                    <a:pt x="655769" y="0"/>
                  </a:moveTo>
                  <a:lnTo>
                    <a:pt x="0" y="0"/>
                  </a:lnTo>
                  <a:lnTo>
                    <a:pt x="345" y="20753"/>
                  </a:lnTo>
                  <a:lnTo>
                    <a:pt x="656449" y="20753"/>
                  </a:lnTo>
                  <a:lnTo>
                    <a:pt x="655769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 descr=""/>
            <p:cNvSpPr/>
            <p:nvPr/>
          </p:nvSpPr>
          <p:spPr>
            <a:xfrm>
              <a:off x="2122594" y="5270509"/>
              <a:ext cx="656590" cy="38100"/>
            </a:xfrm>
            <a:custGeom>
              <a:avLst/>
              <a:gdLst/>
              <a:ahLst/>
              <a:cxnLst/>
              <a:rect l="l" t="t" r="r" b="b"/>
              <a:pathLst>
                <a:path w="656589" h="38100">
                  <a:moveTo>
                    <a:pt x="655233" y="0"/>
                  </a:moveTo>
                  <a:lnTo>
                    <a:pt x="0" y="0"/>
                  </a:lnTo>
                  <a:lnTo>
                    <a:pt x="631" y="37894"/>
                  </a:lnTo>
                  <a:lnTo>
                    <a:pt x="656400" y="37894"/>
                  </a:lnTo>
                  <a:lnTo>
                    <a:pt x="655233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 descr=""/>
            <p:cNvSpPr/>
            <p:nvPr/>
          </p:nvSpPr>
          <p:spPr>
            <a:xfrm>
              <a:off x="2122248" y="5249756"/>
              <a:ext cx="655955" cy="20955"/>
            </a:xfrm>
            <a:custGeom>
              <a:avLst/>
              <a:gdLst/>
              <a:ahLst/>
              <a:cxnLst/>
              <a:rect l="l" t="t" r="r" b="b"/>
              <a:pathLst>
                <a:path w="655955" h="20954">
                  <a:moveTo>
                    <a:pt x="654940" y="0"/>
                  </a:moveTo>
                  <a:lnTo>
                    <a:pt x="0" y="0"/>
                  </a:lnTo>
                  <a:lnTo>
                    <a:pt x="345" y="20753"/>
                  </a:lnTo>
                  <a:lnTo>
                    <a:pt x="655578" y="20753"/>
                  </a:lnTo>
                  <a:lnTo>
                    <a:pt x="654940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 descr=""/>
            <p:cNvSpPr/>
            <p:nvPr/>
          </p:nvSpPr>
          <p:spPr>
            <a:xfrm>
              <a:off x="2121617" y="5211862"/>
              <a:ext cx="655955" cy="38100"/>
            </a:xfrm>
            <a:custGeom>
              <a:avLst/>
              <a:gdLst/>
              <a:ahLst/>
              <a:cxnLst/>
              <a:rect l="l" t="t" r="r" b="b"/>
              <a:pathLst>
                <a:path w="655955" h="38100">
                  <a:moveTo>
                    <a:pt x="654458" y="0"/>
                  </a:moveTo>
                  <a:lnTo>
                    <a:pt x="0" y="0"/>
                  </a:lnTo>
                  <a:lnTo>
                    <a:pt x="630" y="37883"/>
                  </a:lnTo>
                  <a:lnTo>
                    <a:pt x="655571" y="37883"/>
                  </a:lnTo>
                  <a:lnTo>
                    <a:pt x="654458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 descr=""/>
            <p:cNvSpPr/>
            <p:nvPr/>
          </p:nvSpPr>
          <p:spPr>
            <a:xfrm>
              <a:off x="2121272" y="5191109"/>
              <a:ext cx="655320" cy="20955"/>
            </a:xfrm>
            <a:custGeom>
              <a:avLst/>
              <a:gdLst/>
              <a:ahLst/>
              <a:cxnLst/>
              <a:rect l="l" t="t" r="r" b="b"/>
              <a:pathLst>
                <a:path w="655319" h="20954">
                  <a:moveTo>
                    <a:pt x="654202" y="0"/>
                  </a:moveTo>
                  <a:lnTo>
                    <a:pt x="0" y="0"/>
                  </a:lnTo>
                  <a:lnTo>
                    <a:pt x="345" y="20753"/>
                  </a:lnTo>
                  <a:lnTo>
                    <a:pt x="654804" y="20753"/>
                  </a:lnTo>
                  <a:lnTo>
                    <a:pt x="654202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 descr=""/>
            <p:cNvSpPr/>
            <p:nvPr/>
          </p:nvSpPr>
          <p:spPr>
            <a:xfrm>
              <a:off x="2120811" y="5152866"/>
              <a:ext cx="654685" cy="38100"/>
            </a:xfrm>
            <a:custGeom>
              <a:avLst/>
              <a:gdLst/>
              <a:ahLst/>
              <a:cxnLst/>
              <a:rect l="l" t="t" r="r" b="b"/>
              <a:pathLst>
                <a:path w="654685" h="38100">
                  <a:moveTo>
                    <a:pt x="654418" y="21590"/>
                  </a:moveTo>
                  <a:lnTo>
                    <a:pt x="653872" y="21590"/>
                  </a:lnTo>
                  <a:lnTo>
                    <a:pt x="653872" y="0"/>
                  </a:lnTo>
                  <a:lnTo>
                    <a:pt x="0" y="0"/>
                  </a:lnTo>
                  <a:lnTo>
                    <a:pt x="0" y="21590"/>
                  </a:lnTo>
                  <a:lnTo>
                    <a:pt x="317" y="21590"/>
                  </a:lnTo>
                  <a:lnTo>
                    <a:pt x="317" y="38100"/>
                  </a:lnTo>
                  <a:lnTo>
                    <a:pt x="654418" y="38100"/>
                  </a:lnTo>
                  <a:lnTo>
                    <a:pt x="654418" y="2159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 descr=""/>
            <p:cNvSpPr/>
            <p:nvPr/>
          </p:nvSpPr>
          <p:spPr>
            <a:xfrm>
              <a:off x="2120295" y="5132461"/>
              <a:ext cx="654685" cy="20955"/>
            </a:xfrm>
            <a:custGeom>
              <a:avLst/>
              <a:gdLst/>
              <a:ahLst/>
              <a:cxnLst/>
              <a:rect l="l" t="t" r="r" b="b"/>
              <a:pathLst>
                <a:path w="654685" h="20954">
                  <a:moveTo>
                    <a:pt x="653542" y="0"/>
                  </a:moveTo>
                  <a:lnTo>
                    <a:pt x="0" y="0"/>
                  </a:lnTo>
                  <a:lnTo>
                    <a:pt x="345" y="20753"/>
                  </a:lnTo>
                  <a:lnTo>
                    <a:pt x="654112" y="20753"/>
                  </a:lnTo>
                  <a:lnTo>
                    <a:pt x="653542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 descr=""/>
            <p:cNvSpPr/>
            <p:nvPr/>
          </p:nvSpPr>
          <p:spPr>
            <a:xfrm>
              <a:off x="2119664" y="5094578"/>
              <a:ext cx="654685" cy="38100"/>
            </a:xfrm>
            <a:custGeom>
              <a:avLst/>
              <a:gdLst/>
              <a:ahLst/>
              <a:cxnLst/>
              <a:rect l="l" t="t" r="r" b="b"/>
              <a:pathLst>
                <a:path w="654685" h="38100">
                  <a:moveTo>
                    <a:pt x="653148" y="0"/>
                  </a:moveTo>
                  <a:lnTo>
                    <a:pt x="0" y="0"/>
                  </a:lnTo>
                  <a:lnTo>
                    <a:pt x="630" y="37883"/>
                  </a:lnTo>
                  <a:lnTo>
                    <a:pt x="654173" y="37883"/>
                  </a:lnTo>
                  <a:lnTo>
                    <a:pt x="653148" y="0"/>
                  </a:lnTo>
                  <a:close/>
                </a:path>
              </a:pathLst>
            </a:custGeom>
            <a:solidFill>
              <a:srgbClr val="9293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 descr=""/>
            <p:cNvSpPr/>
            <p:nvPr/>
          </p:nvSpPr>
          <p:spPr>
            <a:xfrm>
              <a:off x="2119318" y="5073824"/>
              <a:ext cx="654050" cy="20955"/>
            </a:xfrm>
            <a:custGeom>
              <a:avLst/>
              <a:gdLst/>
              <a:ahLst/>
              <a:cxnLst/>
              <a:rect l="l" t="t" r="r" b="b"/>
              <a:pathLst>
                <a:path w="654050" h="20954">
                  <a:moveTo>
                    <a:pt x="652953" y="0"/>
                  </a:moveTo>
                  <a:lnTo>
                    <a:pt x="0" y="0"/>
                  </a:lnTo>
                  <a:lnTo>
                    <a:pt x="345" y="20753"/>
                  </a:lnTo>
                  <a:lnTo>
                    <a:pt x="653494" y="20753"/>
                  </a:lnTo>
                  <a:lnTo>
                    <a:pt x="652953" y="0"/>
                  </a:lnTo>
                  <a:close/>
                </a:path>
              </a:pathLst>
            </a:custGeom>
            <a:solidFill>
              <a:srgbClr val="D0D2D2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30" name="object 330" descr=""/>
          <p:cNvGrpSpPr/>
          <p:nvPr/>
        </p:nvGrpSpPr>
        <p:grpSpPr>
          <a:xfrm>
            <a:off x="7208220" y="8220503"/>
            <a:ext cx="534670" cy="1892300"/>
            <a:chOff x="7208220" y="8220503"/>
            <a:chExt cx="534670" cy="1892300"/>
          </a:xfrm>
        </p:grpSpPr>
        <p:sp>
          <p:nvSpPr>
            <p:cNvPr id="331" name="object 331" descr=""/>
            <p:cNvSpPr/>
            <p:nvPr/>
          </p:nvSpPr>
          <p:spPr>
            <a:xfrm>
              <a:off x="7213455" y="8225739"/>
              <a:ext cx="523875" cy="1881505"/>
            </a:xfrm>
            <a:custGeom>
              <a:avLst/>
              <a:gdLst/>
              <a:ahLst/>
              <a:cxnLst/>
              <a:rect l="l" t="t" r="r" b="b"/>
              <a:pathLst>
                <a:path w="523875" h="1881504">
                  <a:moveTo>
                    <a:pt x="0" y="1881398"/>
                  </a:moveTo>
                  <a:lnTo>
                    <a:pt x="523785" y="1881398"/>
                  </a:lnTo>
                  <a:lnTo>
                    <a:pt x="523785" y="0"/>
                  </a:lnTo>
                  <a:lnTo>
                    <a:pt x="0" y="0"/>
                  </a:lnTo>
                  <a:lnTo>
                    <a:pt x="0" y="1881398"/>
                  </a:lnTo>
                  <a:close/>
                </a:path>
                <a:path w="523875" h="1881504">
                  <a:moveTo>
                    <a:pt x="470582" y="1836101"/>
                  </a:moveTo>
                  <a:lnTo>
                    <a:pt x="487157" y="1836101"/>
                  </a:lnTo>
                  <a:lnTo>
                    <a:pt x="487157" y="1728879"/>
                  </a:lnTo>
                  <a:lnTo>
                    <a:pt x="470582" y="1728879"/>
                  </a:lnTo>
                  <a:lnTo>
                    <a:pt x="470582" y="1836101"/>
                  </a:lnTo>
                  <a:close/>
                </a:path>
                <a:path w="523875" h="1881504">
                  <a:moveTo>
                    <a:pt x="444258" y="1836101"/>
                  </a:moveTo>
                  <a:lnTo>
                    <a:pt x="460844" y="1836101"/>
                  </a:lnTo>
                  <a:lnTo>
                    <a:pt x="460844" y="1728879"/>
                  </a:lnTo>
                  <a:lnTo>
                    <a:pt x="444258" y="1728879"/>
                  </a:lnTo>
                  <a:lnTo>
                    <a:pt x="444258" y="1836101"/>
                  </a:lnTo>
                  <a:close/>
                </a:path>
                <a:path w="523875" h="1881504">
                  <a:moveTo>
                    <a:pt x="417903" y="1836101"/>
                  </a:moveTo>
                  <a:lnTo>
                    <a:pt x="434478" y="1836101"/>
                  </a:lnTo>
                  <a:lnTo>
                    <a:pt x="434478" y="1728879"/>
                  </a:lnTo>
                  <a:lnTo>
                    <a:pt x="417903" y="1728879"/>
                  </a:lnTo>
                  <a:lnTo>
                    <a:pt x="417903" y="1836101"/>
                  </a:lnTo>
                  <a:close/>
                </a:path>
                <a:path w="523875" h="1881504">
                  <a:moveTo>
                    <a:pt x="391558" y="1836101"/>
                  </a:moveTo>
                  <a:lnTo>
                    <a:pt x="408144" y="1836101"/>
                  </a:lnTo>
                  <a:lnTo>
                    <a:pt x="408144" y="1728879"/>
                  </a:lnTo>
                  <a:lnTo>
                    <a:pt x="391558" y="1728879"/>
                  </a:lnTo>
                  <a:lnTo>
                    <a:pt x="391558" y="1836101"/>
                  </a:lnTo>
                  <a:close/>
                </a:path>
                <a:path w="523875" h="1881504">
                  <a:moveTo>
                    <a:pt x="365234" y="1836101"/>
                  </a:moveTo>
                  <a:lnTo>
                    <a:pt x="381820" y="1836101"/>
                  </a:lnTo>
                  <a:lnTo>
                    <a:pt x="381820" y="1728879"/>
                  </a:lnTo>
                  <a:lnTo>
                    <a:pt x="365234" y="1728879"/>
                  </a:lnTo>
                  <a:lnTo>
                    <a:pt x="365234" y="183610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 descr=""/>
            <p:cNvSpPr/>
            <p:nvPr/>
          </p:nvSpPr>
          <p:spPr>
            <a:xfrm>
              <a:off x="7556880" y="9949383"/>
              <a:ext cx="17780" cy="118110"/>
            </a:xfrm>
            <a:custGeom>
              <a:avLst/>
              <a:gdLst/>
              <a:ahLst/>
              <a:cxnLst/>
              <a:rect l="l" t="t" r="r" b="b"/>
              <a:pathLst>
                <a:path w="17779" h="118109">
                  <a:moveTo>
                    <a:pt x="0" y="117692"/>
                  </a:moveTo>
                  <a:lnTo>
                    <a:pt x="17256" y="117692"/>
                  </a:lnTo>
                  <a:lnTo>
                    <a:pt x="17256" y="0"/>
                  </a:lnTo>
                  <a:lnTo>
                    <a:pt x="0" y="0"/>
                  </a:lnTo>
                  <a:lnTo>
                    <a:pt x="0" y="117692"/>
                  </a:lnTo>
                  <a:close/>
                </a:path>
              </a:pathLst>
            </a:custGeom>
            <a:solidFill>
              <a:srgbClr val="007BA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 descr=""/>
            <p:cNvSpPr/>
            <p:nvPr/>
          </p:nvSpPr>
          <p:spPr>
            <a:xfrm>
              <a:off x="7578690" y="9482821"/>
              <a:ext cx="121920" cy="77470"/>
            </a:xfrm>
            <a:custGeom>
              <a:avLst/>
              <a:gdLst/>
              <a:ahLst/>
              <a:cxnLst/>
              <a:rect l="l" t="t" r="r" b="b"/>
              <a:pathLst>
                <a:path w="121920" h="77470">
                  <a:moveTo>
                    <a:pt x="105347" y="77023"/>
                  </a:moveTo>
                  <a:lnTo>
                    <a:pt x="121922" y="77023"/>
                  </a:lnTo>
                  <a:lnTo>
                    <a:pt x="121922" y="0"/>
                  </a:lnTo>
                  <a:lnTo>
                    <a:pt x="105347" y="0"/>
                  </a:lnTo>
                  <a:lnTo>
                    <a:pt x="105347" y="77023"/>
                  </a:lnTo>
                  <a:close/>
                </a:path>
                <a:path w="121920" h="77470">
                  <a:moveTo>
                    <a:pt x="79023" y="77023"/>
                  </a:moveTo>
                  <a:lnTo>
                    <a:pt x="95609" y="77023"/>
                  </a:lnTo>
                  <a:lnTo>
                    <a:pt x="95609" y="0"/>
                  </a:lnTo>
                  <a:lnTo>
                    <a:pt x="79023" y="0"/>
                  </a:lnTo>
                  <a:lnTo>
                    <a:pt x="79023" y="77023"/>
                  </a:lnTo>
                  <a:close/>
                </a:path>
                <a:path w="121920" h="77470">
                  <a:moveTo>
                    <a:pt x="52668" y="77023"/>
                  </a:moveTo>
                  <a:lnTo>
                    <a:pt x="69243" y="77023"/>
                  </a:lnTo>
                  <a:lnTo>
                    <a:pt x="69243" y="0"/>
                  </a:lnTo>
                  <a:lnTo>
                    <a:pt x="52668" y="0"/>
                  </a:lnTo>
                  <a:lnTo>
                    <a:pt x="52668" y="77023"/>
                  </a:lnTo>
                  <a:close/>
                </a:path>
                <a:path w="121920" h="77470">
                  <a:moveTo>
                    <a:pt x="26323" y="77023"/>
                  </a:moveTo>
                  <a:lnTo>
                    <a:pt x="42909" y="77023"/>
                  </a:lnTo>
                  <a:lnTo>
                    <a:pt x="42909" y="0"/>
                  </a:lnTo>
                  <a:lnTo>
                    <a:pt x="26323" y="0"/>
                  </a:lnTo>
                  <a:lnTo>
                    <a:pt x="26323" y="77023"/>
                  </a:lnTo>
                  <a:close/>
                </a:path>
                <a:path w="121920" h="77470">
                  <a:moveTo>
                    <a:pt x="0" y="77023"/>
                  </a:moveTo>
                  <a:lnTo>
                    <a:pt x="16585" y="77023"/>
                  </a:lnTo>
                  <a:lnTo>
                    <a:pt x="16585" y="0"/>
                  </a:lnTo>
                  <a:lnTo>
                    <a:pt x="0" y="0"/>
                  </a:lnTo>
                  <a:lnTo>
                    <a:pt x="0" y="7702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 descr=""/>
            <p:cNvSpPr/>
            <p:nvPr/>
          </p:nvSpPr>
          <p:spPr>
            <a:xfrm>
              <a:off x="7556880" y="9477585"/>
              <a:ext cx="17780" cy="87630"/>
            </a:xfrm>
            <a:custGeom>
              <a:avLst/>
              <a:gdLst/>
              <a:ahLst/>
              <a:cxnLst/>
              <a:rect l="l" t="t" r="r" b="b"/>
              <a:pathLst>
                <a:path w="17779" h="87629">
                  <a:moveTo>
                    <a:pt x="0" y="87494"/>
                  </a:moveTo>
                  <a:lnTo>
                    <a:pt x="17256" y="87494"/>
                  </a:lnTo>
                  <a:lnTo>
                    <a:pt x="17256" y="0"/>
                  </a:lnTo>
                  <a:lnTo>
                    <a:pt x="0" y="0"/>
                  </a:lnTo>
                  <a:lnTo>
                    <a:pt x="0" y="87494"/>
                  </a:lnTo>
                  <a:close/>
                </a:path>
              </a:pathLst>
            </a:custGeom>
            <a:solidFill>
              <a:srgbClr val="007BA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 descr=""/>
            <p:cNvSpPr/>
            <p:nvPr/>
          </p:nvSpPr>
          <p:spPr>
            <a:xfrm>
              <a:off x="7578690" y="9576870"/>
              <a:ext cx="121920" cy="77470"/>
            </a:xfrm>
            <a:custGeom>
              <a:avLst/>
              <a:gdLst/>
              <a:ahLst/>
              <a:cxnLst/>
              <a:rect l="l" t="t" r="r" b="b"/>
              <a:pathLst>
                <a:path w="121920" h="77470">
                  <a:moveTo>
                    <a:pt x="105347" y="77013"/>
                  </a:moveTo>
                  <a:lnTo>
                    <a:pt x="121922" y="77013"/>
                  </a:lnTo>
                  <a:lnTo>
                    <a:pt x="121922" y="0"/>
                  </a:lnTo>
                  <a:lnTo>
                    <a:pt x="105347" y="0"/>
                  </a:lnTo>
                  <a:lnTo>
                    <a:pt x="105347" y="77013"/>
                  </a:lnTo>
                  <a:close/>
                </a:path>
                <a:path w="121920" h="77470">
                  <a:moveTo>
                    <a:pt x="79023" y="77013"/>
                  </a:moveTo>
                  <a:lnTo>
                    <a:pt x="95609" y="77013"/>
                  </a:lnTo>
                  <a:lnTo>
                    <a:pt x="95609" y="0"/>
                  </a:lnTo>
                  <a:lnTo>
                    <a:pt x="79023" y="0"/>
                  </a:lnTo>
                  <a:lnTo>
                    <a:pt x="79023" y="77013"/>
                  </a:lnTo>
                  <a:close/>
                </a:path>
                <a:path w="121920" h="77470">
                  <a:moveTo>
                    <a:pt x="52668" y="77013"/>
                  </a:moveTo>
                  <a:lnTo>
                    <a:pt x="69243" y="77013"/>
                  </a:lnTo>
                  <a:lnTo>
                    <a:pt x="69243" y="0"/>
                  </a:lnTo>
                  <a:lnTo>
                    <a:pt x="52668" y="0"/>
                  </a:lnTo>
                  <a:lnTo>
                    <a:pt x="52668" y="77013"/>
                  </a:lnTo>
                  <a:close/>
                </a:path>
                <a:path w="121920" h="77470">
                  <a:moveTo>
                    <a:pt x="26323" y="77013"/>
                  </a:moveTo>
                  <a:lnTo>
                    <a:pt x="42909" y="77013"/>
                  </a:lnTo>
                  <a:lnTo>
                    <a:pt x="42909" y="0"/>
                  </a:lnTo>
                  <a:lnTo>
                    <a:pt x="26323" y="0"/>
                  </a:lnTo>
                  <a:lnTo>
                    <a:pt x="26323" y="77013"/>
                  </a:lnTo>
                  <a:close/>
                </a:path>
                <a:path w="121920" h="77470">
                  <a:moveTo>
                    <a:pt x="0" y="77013"/>
                  </a:moveTo>
                  <a:lnTo>
                    <a:pt x="16585" y="77013"/>
                  </a:lnTo>
                  <a:lnTo>
                    <a:pt x="16585" y="0"/>
                  </a:lnTo>
                  <a:lnTo>
                    <a:pt x="0" y="0"/>
                  </a:lnTo>
                  <a:lnTo>
                    <a:pt x="0" y="7701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6" name="object 336" descr=""/>
            <p:cNvSpPr/>
            <p:nvPr/>
          </p:nvSpPr>
          <p:spPr>
            <a:xfrm>
              <a:off x="7556880" y="9571635"/>
              <a:ext cx="17780" cy="87630"/>
            </a:xfrm>
            <a:custGeom>
              <a:avLst/>
              <a:gdLst/>
              <a:ahLst/>
              <a:cxnLst/>
              <a:rect l="l" t="t" r="r" b="b"/>
              <a:pathLst>
                <a:path w="17779" h="87629">
                  <a:moveTo>
                    <a:pt x="0" y="87484"/>
                  </a:moveTo>
                  <a:lnTo>
                    <a:pt x="17256" y="87484"/>
                  </a:lnTo>
                  <a:lnTo>
                    <a:pt x="17256" y="0"/>
                  </a:lnTo>
                  <a:lnTo>
                    <a:pt x="0" y="0"/>
                  </a:lnTo>
                  <a:lnTo>
                    <a:pt x="0" y="87484"/>
                  </a:lnTo>
                  <a:close/>
                </a:path>
              </a:pathLst>
            </a:custGeom>
            <a:solidFill>
              <a:srgbClr val="007BA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 descr=""/>
            <p:cNvSpPr/>
            <p:nvPr/>
          </p:nvSpPr>
          <p:spPr>
            <a:xfrm>
              <a:off x="7578690" y="9670888"/>
              <a:ext cx="121920" cy="77470"/>
            </a:xfrm>
            <a:custGeom>
              <a:avLst/>
              <a:gdLst/>
              <a:ahLst/>
              <a:cxnLst/>
              <a:rect l="l" t="t" r="r" b="b"/>
              <a:pathLst>
                <a:path w="121920" h="77470">
                  <a:moveTo>
                    <a:pt x="105347" y="77044"/>
                  </a:moveTo>
                  <a:lnTo>
                    <a:pt x="121922" y="77044"/>
                  </a:lnTo>
                  <a:lnTo>
                    <a:pt x="121922" y="0"/>
                  </a:lnTo>
                  <a:lnTo>
                    <a:pt x="105347" y="0"/>
                  </a:lnTo>
                  <a:lnTo>
                    <a:pt x="105347" y="77044"/>
                  </a:lnTo>
                  <a:close/>
                </a:path>
                <a:path w="121920" h="77470">
                  <a:moveTo>
                    <a:pt x="79023" y="77044"/>
                  </a:moveTo>
                  <a:lnTo>
                    <a:pt x="95609" y="77044"/>
                  </a:lnTo>
                  <a:lnTo>
                    <a:pt x="95609" y="0"/>
                  </a:lnTo>
                  <a:lnTo>
                    <a:pt x="79023" y="0"/>
                  </a:lnTo>
                  <a:lnTo>
                    <a:pt x="79023" y="77044"/>
                  </a:lnTo>
                  <a:close/>
                </a:path>
                <a:path w="121920" h="77470">
                  <a:moveTo>
                    <a:pt x="52668" y="77044"/>
                  </a:moveTo>
                  <a:lnTo>
                    <a:pt x="69243" y="77044"/>
                  </a:lnTo>
                  <a:lnTo>
                    <a:pt x="69243" y="0"/>
                  </a:lnTo>
                  <a:lnTo>
                    <a:pt x="52668" y="0"/>
                  </a:lnTo>
                  <a:lnTo>
                    <a:pt x="52668" y="77044"/>
                  </a:lnTo>
                  <a:close/>
                </a:path>
                <a:path w="121920" h="77470">
                  <a:moveTo>
                    <a:pt x="26323" y="77044"/>
                  </a:moveTo>
                  <a:lnTo>
                    <a:pt x="42909" y="77044"/>
                  </a:lnTo>
                  <a:lnTo>
                    <a:pt x="42909" y="0"/>
                  </a:lnTo>
                  <a:lnTo>
                    <a:pt x="26323" y="0"/>
                  </a:lnTo>
                  <a:lnTo>
                    <a:pt x="26323" y="77044"/>
                  </a:lnTo>
                  <a:close/>
                </a:path>
                <a:path w="121920" h="77470">
                  <a:moveTo>
                    <a:pt x="0" y="77044"/>
                  </a:moveTo>
                  <a:lnTo>
                    <a:pt x="16585" y="77044"/>
                  </a:lnTo>
                  <a:lnTo>
                    <a:pt x="16585" y="0"/>
                  </a:lnTo>
                  <a:lnTo>
                    <a:pt x="0" y="0"/>
                  </a:lnTo>
                  <a:lnTo>
                    <a:pt x="0" y="7704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8" name="object 338" descr=""/>
            <p:cNvSpPr/>
            <p:nvPr/>
          </p:nvSpPr>
          <p:spPr>
            <a:xfrm>
              <a:off x="7556880" y="9665653"/>
              <a:ext cx="17780" cy="87630"/>
            </a:xfrm>
            <a:custGeom>
              <a:avLst/>
              <a:gdLst/>
              <a:ahLst/>
              <a:cxnLst/>
              <a:rect l="l" t="t" r="r" b="b"/>
              <a:pathLst>
                <a:path w="17779" h="87629">
                  <a:moveTo>
                    <a:pt x="0" y="87515"/>
                  </a:moveTo>
                  <a:lnTo>
                    <a:pt x="17256" y="87515"/>
                  </a:lnTo>
                  <a:lnTo>
                    <a:pt x="17256" y="0"/>
                  </a:lnTo>
                  <a:lnTo>
                    <a:pt x="0" y="0"/>
                  </a:lnTo>
                  <a:lnTo>
                    <a:pt x="0" y="87515"/>
                  </a:lnTo>
                  <a:close/>
                </a:path>
              </a:pathLst>
            </a:custGeom>
            <a:solidFill>
              <a:srgbClr val="007BA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" name="object 339" descr=""/>
            <p:cNvSpPr/>
            <p:nvPr/>
          </p:nvSpPr>
          <p:spPr>
            <a:xfrm>
              <a:off x="7578690" y="9764959"/>
              <a:ext cx="121920" cy="77470"/>
            </a:xfrm>
            <a:custGeom>
              <a:avLst/>
              <a:gdLst/>
              <a:ahLst/>
              <a:cxnLst/>
              <a:rect l="l" t="t" r="r" b="b"/>
              <a:pathLst>
                <a:path w="121920" h="77470">
                  <a:moveTo>
                    <a:pt x="105347" y="77002"/>
                  </a:moveTo>
                  <a:lnTo>
                    <a:pt x="121922" y="77002"/>
                  </a:lnTo>
                  <a:lnTo>
                    <a:pt x="121922" y="0"/>
                  </a:lnTo>
                  <a:lnTo>
                    <a:pt x="105347" y="0"/>
                  </a:lnTo>
                  <a:lnTo>
                    <a:pt x="105347" y="77002"/>
                  </a:lnTo>
                  <a:close/>
                </a:path>
                <a:path w="121920" h="77470">
                  <a:moveTo>
                    <a:pt x="79023" y="77002"/>
                  </a:moveTo>
                  <a:lnTo>
                    <a:pt x="95609" y="77002"/>
                  </a:lnTo>
                  <a:lnTo>
                    <a:pt x="95609" y="0"/>
                  </a:lnTo>
                  <a:lnTo>
                    <a:pt x="79023" y="0"/>
                  </a:lnTo>
                  <a:lnTo>
                    <a:pt x="79023" y="77002"/>
                  </a:lnTo>
                  <a:close/>
                </a:path>
                <a:path w="121920" h="77470">
                  <a:moveTo>
                    <a:pt x="52668" y="77002"/>
                  </a:moveTo>
                  <a:lnTo>
                    <a:pt x="69243" y="77002"/>
                  </a:lnTo>
                  <a:lnTo>
                    <a:pt x="69243" y="0"/>
                  </a:lnTo>
                  <a:lnTo>
                    <a:pt x="52668" y="0"/>
                  </a:lnTo>
                  <a:lnTo>
                    <a:pt x="52668" y="77002"/>
                  </a:lnTo>
                  <a:close/>
                </a:path>
                <a:path w="121920" h="77470">
                  <a:moveTo>
                    <a:pt x="26323" y="77002"/>
                  </a:moveTo>
                  <a:lnTo>
                    <a:pt x="42909" y="77002"/>
                  </a:lnTo>
                  <a:lnTo>
                    <a:pt x="42909" y="0"/>
                  </a:lnTo>
                  <a:lnTo>
                    <a:pt x="26323" y="0"/>
                  </a:lnTo>
                  <a:lnTo>
                    <a:pt x="26323" y="77002"/>
                  </a:lnTo>
                  <a:close/>
                </a:path>
                <a:path w="121920" h="77470">
                  <a:moveTo>
                    <a:pt x="0" y="77002"/>
                  </a:moveTo>
                  <a:lnTo>
                    <a:pt x="16585" y="77002"/>
                  </a:lnTo>
                  <a:lnTo>
                    <a:pt x="16585" y="0"/>
                  </a:lnTo>
                  <a:lnTo>
                    <a:pt x="0" y="0"/>
                  </a:lnTo>
                  <a:lnTo>
                    <a:pt x="0" y="7700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 descr=""/>
            <p:cNvSpPr/>
            <p:nvPr/>
          </p:nvSpPr>
          <p:spPr>
            <a:xfrm>
              <a:off x="7556880" y="9759723"/>
              <a:ext cx="17780" cy="87630"/>
            </a:xfrm>
            <a:custGeom>
              <a:avLst/>
              <a:gdLst/>
              <a:ahLst/>
              <a:cxnLst/>
              <a:rect l="l" t="t" r="r" b="b"/>
              <a:pathLst>
                <a:path w="17779" h="87629">
                  <a:moveTo>
                    <a:pt x="0" y="87473"/>
                  </a:moveTo>
                  <a:lnTo>
                    <a:pt x="17256" y="87473"/>
                  </a:lnTo>
                  <a:lnTo>
                    <a:pt x="17256" y="0"/>
                  </a:lnTo>
                  <a:lnTo>
                    <a:pt x="0" y="0"/>
                  </a:lnTo>
                  <a:lnTo>
                    <a:pt x="0" y="87473"/>
                  </a:lnTo>
                  <a:close/>
                </a:path>
              </a:pathLst>
            </a:custGeom>
            <a:solidFill>
              <a:srgbClr val="007BA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 descr=""/>
            <p:cNvSpPr/>
            <p:nvPr/>
          </p:nvSpPr>
          <p:spPr>
            <a:xfrm>
              <a:off x="7578690" y="9858977"/>
              <a:ext cx="121920" cy="77470"/>
            </a:xfrm>
            <a:custGeom>
              <a:avLst/>
              <a:gdLst/>
              <a:ahLst/>
              <a:cxnLst/>
              <a:rect l="l" t="t" r="r" b="b"/>
              <a:pathLst>
                <a:path w="121920" h="77470">
                  <a:moveTo>
                    <a:pt x="105347" y="77055"/>
                  </a:moveTo>
                  <a:lnTo>
                    <a:pt x="121922" y="77055"/>
                  </a:lnTo>
                  <a:lnTo>
                    <a:pt x="121922" y="0"/>
                  </a:lnTo>
                  <a:lnTo>
                    <a:pt x="105347" y="0"/>
                  </a:lnTo>
                  <a:lnTo>
                    <a:pt x="105347" y="77055"/>
                  </a:lnTo>
                  <a:close/>
                </a:path>
                <a:path w="121920" h="77470">
                  <a:moveTo>
                    <a:pt x="79023" y="77055"/>
                  </a:moveTo>
                  <a:lnTo>
                    <a:pt x="95609" y="77055"/>
                  </a:lnTo>
                  <a:lnTo>
                    <a:pt x="95609" y="0"/>
                  </a:lnTo>
                  <a:lnTo>
                    <a:pt x="79023" y="0"/>
                  </a:lnTo>
                  <a:lnTo>
                    <a:pt x="79023" y="77055"/>
                  </a:lnTo>
                  <a:close/>
                </a:path>
                <a:path w="121920" h="77470">
                  <a:moveTo>
                    <a:pt x="52668" y="77055"/>
                  </a:moveTo>
                  <a:lnTo>
                    <a:pt x="69243" y="77055"/>
                  </a:lnTo>
                  <a:lnTo>
                    <a:pt x="69243" y="0"/>
                  </a:lnTo>
                  <a:lnTo>
                    <a:pt x="52668" y="0"/>
                  </a:lnTo>
                  <a:lnTo>
                    <a:pt x="52668" y="77055"/>
                  </a:lnTo>
                  <a:close/>
                </a:path>
                <a:path w="121920" h="77470">
                  <a:moveTo>
                    <a:pt x="26323" y="77055"/>
                  </a:moveTo>
                  <a:lnTo>
                    <a:pt x="42909" y="77055"/>
                  </a:lnTo>
                  <a:lnTo>
                    <a:pt x="42909" y="0"/>
                  </a:lnTo>
                  <a:lnTo>
                    <a:pt x="26323" y="0"/>
                  </a:lnTo>
                  <a:lnTo>
                    <a:pt x="26323" y="77055"/>
                  </a:lnTo>
                  <a:close/>
                </a:path>
                <a:path w="121920" h="77470">
                  <a:moveTo>
                    <a:pt x="0" y="77055"/>
                  </a:moveTo>
                  <a:lnTo>
                    <a:pt x="16585" y="77055"/>
                  </a:lnTo>
                  <a:lnTo>
                    <a:pt x="16585" y="0"/>
                  </a:lnTo>
                  <a:lnTo>
                    <a:pt x="0" y="0"/>
                  </a:lnTo>
                  <a:lnTo>
                    <a:pt x="0" y="770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 descr=""/>
            <p:cNvSpPr/>
            <p:nvPr/>
          </p:nvSpPr>
          <p:spPr>
            <a:xfrm>
              <a:off x="7556880" y="9853741"/>
              <a:ext cx="17780" cy="87630"/>
            </a:xfrm>
            <a:custGeom>
              <a:avLst/>
              <a:gdLst/>
              <a:ahLst/>
              <a:cxnLst/>
              <a:rect l="l" t="t" r="r" b="b"/>
              <a:pathLst>
                <a:path w="17779" h="87629">
                  <a:moveTo>
                    <a:pt x="0" y="87526"/>
                  </a:moveTo>
                  <a:lnTo>
                    <a:pt x="17256" y="87526"/>
                  </a:lnTo>
                  <a:lnTo>
                    <a:pt x="17256" y="0"/>
                  </a:lnTo>
                  <a:lnTo>
                    <a:pt x="0" y="0"/>
                  </a:lnTo>
                  <a:lnTo>
                    <a:pt x="0" y="87526"/>
                  </a:lnTo>
                  <a:close/>
                </a:path>
              </a:pathLst>
            </a:custGeom>
            <a:solidFill>
              <a:srgbClr val="007BA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 descr=""/>
            <p:cNvSpPr/>
            <p:nvPr/>
          </p:nvSpPr>
          <p:spPr>
            <a:xfrm>
              <a:off x="7578690" y="9356961"/>
              <a:ext cx="121920" cy="107314"/>
            </a:xfrm>
            <a:custGeom>
              <a:avLst/>
              <a:gdLst/>
              <a:ahLst/>
              <a:cxnLst/>
              <a:rect l="l" t="t" r="r" b="b"/>
              <a:pathLst>
                <a:path w="121920" h="107315">
                  <a:moveTo>
                    <a:pt x="105347" y="107200"/>
                  </a:moveTo>
                  <a:lnTo>
                    <a:pt x="121922" y="107200"/>
                  </a:lnTo>
                  <a:lnTo>
                    <a:pt x="121922" y="0"/>
                  </a:lnTo>
                  <a:lnTo>
                    <a:pt x="105347" y="0"/>
                  </a:lnTo>
                  <a:lnTo>
                    <a:pt x="105347" y="107200"/>
                  </a:lnTo>
                  <a:close/>
                </a:path>
                <a:path w="121920" h="107315">
                  <a:moveTo>
                    <a:pt x="79023" y="107200"/>
                  </a:moveTo>
                  <a:lnTo>
                    <a:pt x="95609" y="107200"/>
                  </a:lnTo>
                  <a:lnTo>
                    <a:pt x="95609" y="0"/>
                  </a:lnTo>
                  <a:lnTo>
                    <a:pt x="79023" y="0"/>
                  </a:lnTo>
                  <a:lnTo>
                    <a:pt x="79023" y="107200"/>
                  </a:lnTo>
                  <a:close/>
                </a:path>
                <a:path w="121920" h="107315">
                  <a:moveTo>
                    <a:pt x="52668" y="107200"/>
                  </a:moveTo>
                  <a:lnTo>
                    <a:pt x="69243" y="107200"/>
                  </a:lnTo>
                  <a:lnTo>
                    <a:pt x="69243" y="0"/>
                  </a:lnTo>
                  <a:lnTo>
                    <a:pt x="52668" y="0"/>
                  </a:lnTo>
                  <a:lnTo>
                    <a:pt x="52668" y="107200"/>
                  </a:lnTo>
                  <a:close/>
                </a:path>
                <a:path w="121920" h="107315">
                  <a:moveTo>
                    <a:pt x="26323" y="107200"/>
                  </a:moveTo>
                  <a:lnTo>
                    <a:pt x="42909" y="107200"/>
                  </a:lnTo>
                  <a:lnTo>
                    <a:pt x="42909" y="0"/>
                  </a:lnTo>
                  <a:lnTo>
                    <a:pt x="26323" y="0"/>
                  </a:lnTo>
                  <a:lnTo>
                    <a:pt x="26323" y="107200"/>
                  </a:lnTo>
                  <a:close/>
                </a:path>
                <a:path w="121920" h="107315">
                  <a:moveTo>
                    <a:pt x="0" y="107200"/>
                  </a:moveTo>
                  <a:lnTo>
                    <a:pt x="16585" y="107200"/>
                  </a:lnTo>
                  <a:lnTo>
                    <a:pt x="16585" y="0"/>
                  </a:lnTo>
                  <a:lnTo>
                    <a:pt x="0" y="0"/>
                  </a:lnTo>
                  <a:lnTo>
                    <a:pt x="0" y="10720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 descr=""/>
            <p:cNvSpPr/>
            <p:nvPr/>
          </p:nvSpPr>
          <p:spPr>
            <a:xfrm>
              <a:off x="7556880" y="9351725"/>
              <a:ext cx="17780" cy="118110"/>
            </a:xfrm>
            <a:custGeom>
              <a:avLst/>
              <a:gdLst/>
              <a:ahLst/>
              <a:cxnLst/>
              <a:rect l="l" t="t" r="r" b="b"/>
              <a:pathLst>
                <a:path w="17779" h="118109">
                  <a:moveTo>
                    <a:pt x="0" y="117671"/>
                  </a:moveTo>
                  <a:lnTo>
                    <a:pt x="17256" y="117671"/>
                  </a:lnTo>
                  <a:lnTo>
                    <a:pt x="17256" y="0"/>
                  </a:lnTo>
                  <a:lnTo>
                    <a:pt x="0" y="0"/>
                  </a:lnTo>
                  <a:lnTo>
                    <a:pt x="0" y="117671"/>
                  </a:lnTo>
                  <a:close/>
                </a:path>
              </a:pathLst>
            </a:custGeom>
            <a:solidFill>
              <a:srgbClr val="007BA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 descr=""/>
            <p:cNvSpPr/>
            <p:nvPr/>
          </p:nvSpPr>
          <p:spPr>
            <a:xfrm>
              <a:off x="7578690" y="8885164"/>
              <a:ext cx="121920" cy="77470"/>
            </a:xfrm>
            <a:custGeom>
              <a:avLst/>
              <a:gdLst/>
              <a:ahLst/>
              <a:cxnLst/>
              <a:rect l="l" t="t" r="r" b="b"/>
              <a:pathLst>
                <a:path w="121920" h="77470">
                  <a:moveTo>
                    <a:pt x="105347" y="77023"/>
                  </a:moveTo>
                  <a:lnTo>
                    <a:pt x="121922" y="77023"/>
                  </a:lnTo>
                  <a:lnTo>
                    <a:pt x="121922" y="0"/>
                  </a:lnTo>
                  <a:lnTo>
                    <a:pt x="105347" y="0"/>
                  </a:lnTo>
                  <a:lnTo>
                    <a:pt x="105347" y="77023"/>
                  </a:lnTo>
                  <a:close/>
                </a:path>
                <a:path w="121920" h="77470">
                  <a:moveTo>
                    <a:pt x="79023" y="77023"/>
                  </a:moveTo>
                  <a:lnTo>
                    <a:pt x="95609" y="77023"/>
                  </a:lnTo>
                  <a:lnTo>
                    <a:pt x="95609" y="0"/>
                  </a:lnTo>
                  <a:lnTo>
                    <a:pt x="79023" y="0"/>
                  </a:lnTo>
                  <a:lnTo>
                    <a:pt x="79023" y="77023"/>
                  </a:lnTo>
                  <a:close/>
                </a:path>
                <a:path w="121920" h="77470">
                  <a:moveTo>
                    <a:pt x="52668" y="77023"/>
                  </a:moveTo>
                  <a:lnTo>
                    <a:pt x="69243" y="77023"/>
                  </a:lnTo>
                  <a:lnTo>
                    <a:pt x="69243" y="0"/>
                  </a:lnTo>
                  <a:lnTo>
                    <a:pt x="52668" y="0"/>
                  </a:lnTo>
                  <a:lnTo>
                    <a:pt x="52668" y="77023"/>
                  </a:lnTo>
                  <a:close/>
                </a:path>
                <a:path w="121920" h="77470">
                  <a:moveTo>
                    <a:pt x="26323" y="77023"/>
                  </a:moveTo>
                  <a:lnTo>
                    <a:pt x="42909" y="77023"/>
                  </a:lnTo>
                  <a:lnTo>
                    <a:pt x="42909" y="0"/>
                  </a:lnTo>
                  <a:lnTo>
                    <a:pt x="26323" y="0"/>
                  </a:lnTo>
                  <a:lnTo>
                    <a:pt x="26323" y="77023"/>
                  </a:lnTo>
                  <a:close/>
                </a:path>
                <a:path w="121920" h="77470">
                  <a:moveTo>
                    <a:pt x="0" y="77023"/>
                  </a:moveTo>
                  <a:lnTo>
                    <a:pt x="16585" y="77023"/>
                  </a:lnTo>
                  <a:lnTo>
                    <a:pt x="16585" y="0"/>
                  </a:lnTo>
                  <a:lnTo>
                    <a:pt x="0" y="0"/>
                  </a:lnTo>
                  <a:lnTo>
                    <a:pt x="0" y="7702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 descr=""/>
            <p:cNvSpPr/>
            <p:nvPr/>
          </p:nvSpPr>
          <p:spPr>
            <a:xfrm>
              <a:off x="7556880" y="8879928"/>
              <a:ext cx="17780" cy="87630"/>
            </a:xfrm>
            <a:custGeom>
              <a:avLst/>
              <a:gdLst/>
              <a:ahLst/>
              <a:cxnLst/>
              <a:rect l="l" t="t" r="r" b="b"/>
              <a:pathLst>
                <a:path w="17779" h="87629">
                  <a:moveTo>
                    <a:pt x="0" y="87494"/>
                  </a:moveTo>
                  <a:lnTo>
                    <a:pt x="17256" y="87494"/>
                  </a:lnTo>
                  <a:lnTo>
                    <a:pt x="17256" y="0"/>
                  </a:lnTo>
                  <a:lnTo>
                    <a:pt x="0" y="0"/>
                  </a:lnTo>
                  <a:lnTo>
                    <a:pt x="0" y="87494"/>
                  </a:lnTo>
                  <a:close/>
                </a:path>
              </a:pathLst>
            </a:custGeom>
            <a:solidFill>
              <a:srgbClr val="007BA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 descr=""/>
            <p:cNvSpPr/>
            <p:nvPr/>
          </p:nvSpPr>
          <p:spPr>
            <a:xfrm>
              <a:off x="7578690" y="8979171"/>
              <a:ext cx="121920" cy="77470"/>
            </a:xfrm>
            <a:custGeom>
              <a:avLst/>
              <a:gdLst/>
              <a:ahLst/>
              <a:cxnLst/>
              <a:rect l="l" t="t" r="r" b="b"/>
              <a:pathLst>
                <a:path w="121920" h="77470">
                  <a:moveTo>
                    <a:pt x="105347" y="77065"/>
                  </a:moveTo>
                  <a:lnTo>
                    <a:pt x="121922" y="77065"/>
                  </a:lnTo>
                  <a:lnTo>
                    <a:pt x="121922" y="0"/>
                  </a:lnTo>
                  <a:lnTo>
                    <a:pt x="105347" y="0"/>
                  </a:lnTo>
                  <a:lnTo>
                    <a:pt x="105347" y="77065"/>
                  </a:lnTo>
                  <a:close/>
                </a:path>
                <a:path w="121920" h="77470">
                  <a:moveTo>
                    <a:pt x="79023" y="77065"/>
                  </a:moveTo>
                  <a:lnTo>
                    <a:pt x="95609" y="77065"/>
                  </a:lnTo>
                  <a:lnTo>
                    <a:pt x="95609" y="0"/>
                  </a:lnTo>
                  <a:lnTo>
                    <a:pt x="79023" y="0"/>
                  </a:lnTo>
                  <a:lnTo>
                    <a:pt x="79023" y="77065"/>
                  </a:lnTo>
                  <a:close/>
                </a:path>
                <a:path w="121920" h="77470">
                  <a:moveTo>
                    <a:pt x="52668" y="77065"/>
                  </a:moveTo>
                  <a:lnTo>
                    <a:pt x="69243" y="77065"/>
                  </a:lnTo>
                  <a:lnTo>
                    <a:pt x="69243" y="0"/>
                  </a:lnTo>
                  <a:lnTo>
                    <a:pt x="52668" y="0"/>
                  </a:lnTo>
                  <a:lnTo>
                    <a:pt x="52668" y="77065"/>
                  </a:lnTo>
                  <a:close/>
                </a:path>
                <a:path w="121920" h="77470">
                  <a:moveTo>
                    <a:pt x="26323" y="77065"/>
                  </a:moveTo>
                  <a:lnTo>
                    <a:pt x="42909" y="77065"/>
                  </a:lnTo>
                  <a:lnTo>
                    <a:pt x="42909" y="0"/>
                  </a:lnTo>
                  <a:lnTo>
                    <a:pt x="26323" y="0"/>
                  </a:lnTo>
                  <a:lnTo>
                    <a:pt x="26323" y="77065"/>
                  </a:lnTo>
                  <a:close/>
                </a:path>
                <a:path w="121920" h="77470">
                  <a:moveTo>
                    <a:pt x="0" y="77065"/>
                  </a:moveTo>
                  <a:lnTo>
                    <a:pt x="16585" y="77065"/>
                  </a:lnTo>
                  <a:lnTo>
                    <a:pt x="16585" y="0"/>
                  </a:lnTo>
                  <a:lnTo>
                    <a:pt x="0" y="0"/>
                  </a:lnTo>
                  <a:lnTo>
                    <a:pt x="0" y="7706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 descr=""/>
            <p:cNvSpPr/>
            <p:nvPr/>
          </p:nvSpPr>
          <p:spPr>
            <a:xfrm>
              <a:off x="7556880" y="8973936"/>
              <a:ext cx="17780" cy="87630"/>
            </a:xfrm>
            <a:custGeom>
              <a:avLst/>
              <a:gdLst/>
              <a:ahLst/>
              <a:cxnLst/>
              <a:rect l="l" t="t" r="r" b="b"/>
              <a:pathLst>
                <a:path w="17779" h="87629">
                  <a:moveTo>
                    <a:pt x="0" y="87536"/>
                  </a:moveTo>
                  <a:lnTo>
                    <a:pt x="17256" y="87536"/>
                  </a:lnTo>
                  <a:lnTo>
                    <a:pt x="17256" y="0"/>
                  </a:lnTo>
                  <a:lnTo>
                    <a:pt x="0" y="0"/>
                  </a:lnTo>
                  <a:lnTo>
                    <a:pt x="0" y="87536"/>
                  </a:lnTo>
                  <a:close/>
                </a:path>
              </a:pathLst>
            </a:custGeom>
            <a:solidFill>
              <a:srgbClr val="007BA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 descr=""/>
            <p:cNvSpPr/>
            <p:nvPr/>
          </p:nvSpPr>
          <p:spPr>
            <a:xfrm>
              <a:off x="7578690" y="9073242"/>
              <a:ext cx="121920" cy="77470"/>
            </a:xfrm>
            <a:custGeom>
              <a:avLst/>
              <a:gdLst/>
              <a:ahLst/>
              <a:cxnLst/>
              <a:rect l="l" t="t" r="r" b="b"/>
              <a:pathLst>
                <a:path w="121920" h="77470">
                  <a:moveTo>
                    <a:pt x="105347" y="77013"/>
                  </a:moveTo>
                  <a:lnTo>
                    <a:pt x="121922" y="77013"/>
                  </a:lnTo>
                  <a:lnTo>
                    <a:pt x="121922" y="0"/>
                  </a:lnTo>
                  <a:lnTo>
                    <a:pt x="105347" y="0"/>
                  </a:lnTo>
                  <a:lnTo>
                    <a:pt x="105347" y="77013"/>
                  </a:lnTo>
                  <a:close/>
                </a:path>
                <a:path w="121920" h="77470">
                  <a:moveTo>
                    <a:pt x="79023" y="77013"/>
                  </a:moveTo>
                  <a:lnTo>
                    <a:pt x="95609" y="77013"/>
                  </a:lnTo>
                  <a:lnTo>
                    <a:pt x="95609" y="0"/>
                  </a:lnTo>
                  <a:lnTo>
                    <a:pt x="79023" y="0"/>
                  </a:lnTo>
                  <a:lnTo>
                    <a:pt x="79023" y="77013"/>
                  </a:lnTo>
                  <a:close/>
                </a:path>
                <a:path w="121920" h="77470">
                  <a:moveTo>
                    <a:pt x="52668" y="77013"/>
                  </a:moveTo>
                  <a:lnTo>
                    <a:pt x="69243" y="77013"/>
                  </a:lnTo>
                  <a:lnTo>
                    <a:pt x="69243" y="0"/>
                  </a:lnTo>
                  <a:lnTo>
                    <a:pt x="52668" y="0"/>
                  </a:lnTo>
                  <a:lnTo>
                    <a:pt x="52668" y="77013"/>
                  </a:lnTo>
                  <a:close/>
                </a:path>
                <a:path w="121920" h="77470">
                  <a:moveTo>
                    <a:pt x="26323" y="77013"/>
                  </a:moveTo>
                  <a:lnTo>
                    <a:pt x="42909" y="77013"/>
                  </a:lnTo>
                  <a:lnTo>
                    <a:pt x="42909" y="0"/>
                  </a:lnTo>
                  <a:lnTo>
                    <a:pt x="26323" y="0"/>
                  </a:lnTo>
                  <a:lnTo>
                    <a:pt x="26323" y="77013"/>
                  </a:lnTo>
                  <a:close/>
                </a:path>
                <a:path w="121920" h="77470">
                  <a:moveTo>
                    <a:pt x="0" y="77013"/>
                  </a:moveTo>
                  <a:lnTo>
                    <a:pt x="16585" y="77013"/>
                  </a:lnTo>
                  <a:lnTo>
                    <a:pt x="16585" y="0"/>
                  </a:lnTo>
                  <a:lnTo>
                    <a:pt x="0" y="0"/>
                  </a:lnTo>
                  <a:lnTo>
                    <a:pt x="0" y="7701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 descr=""/>
            <p:cNvSpPr/>
            <p:nvPr/>
          </p:nvSpPr>
          <p:spPr>
            <a:xfrm>
              <a:off x="7556880" y="9068006"/>
              <a:ext cx="17780" cy="87630"/>
            </a:xfrm>
            <a:custGeom>
              <a:avLst/>
              <a:gdLst/>
              <a:ahLst/>
              <a:cxnLst/>
              <a:rect l="l" t="t" r="r" b="b"/>
              <a:pathLst>
                <a:path w="17779" h="87629">
                  <a:moveTo>
                    <a:pt x="0" y="87484"/>
                  </a:moveTo>
                  <a:lnTo>
                    <a:pt x="17256" y="87484"/>
                  </a:lnTo>
                  <a:lnTo>
                    <a:pt x="17256" y="0"/>
                  </a:lnTo>
                  <a:lnTo>
                    <a:pt x="0" y="0"/>
                  </a:lnTo>
                  <a:lnTo>
                    <a:pt x="0" y="87484"/>
                  </a:lnTo>
                  <a:close/>
                </a:path>
              </a:pathLst>
            </a:custGeom>
            <a:solidFill>
              <a:srgbClr val="007BA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 descr=""/>
            <p:cNvSpPr/>
            <p:nvPr/>
          </p:nvSpPr>
          <p:spPr>
            <a:xfrm>
              <a:off x="7578690" y="9167291"/>
              <a:ext cx="121920" cy="77470"/>
            </a:xfrm>
            <a:custGeom>
              <a:avLst/>
              <a:gdLst/>
              <a:ahLst/>
              <a:cxnLst/>
              <a:rect l="l" t="t" r="r" b="b"/>
              <a:pathLst>
                <a:path w="121920" h="77470">
                  <a:moveTo>
                    <a:pt x="105347" y="77002"/>
                  </a:moveTo>
                  <a:lnTo>
                    <a:pt x="121922" y="77002"/>
                  </a:lnTo>
                  <a:lnTo>
                    <a:pt x="121922" y="0"/>
                  </a:lnTo>
                  <a:lnTo>
                    <a:pt x="105347" y="0"/>
                  </a:lnTo>
                  <a:lnTo>
                    <a:pt x="105347" y="77002"/>
                  </a:lnTo>
                  <a:close/>
                </a:path>
                <a:path w="121920" h="77470">
                  <a:moveTo>
                    <a:pt x="79023" y="77002"/>
                  </a:moveTo>
                  <a:lnTo>
                    <a:pt x="95609" y="77002"/>
                  </a:lnTo>
                  <a:lnTo>
                    <a:pt x="95609" y="0"/>
                  </a:lnTo>
                  <a:lnTo>
                    <a:pt x="79023" y="0"/>
                  </a:lnTo>
                  <a:lnTo>
                    <a:pt x="79023" y="77002"/>
                  </a:lnTo>
                  <a:close/>
                </a:path>
                <a:path w="121920" h="77470">
                  <a:moveTo>
                    <a:pt x="52668" y="77002"/>
                  </a:moveTo>
                  <a:lnTo>
                    <a:pt x="69243" y="77002"/>
                  </a:lnTo>
                  <a:lnTo>
                    <a:pt x="69243" y="0"/>
                  </a:lnTo>
                  <a:lnTo>
                    <a:pt x="52668" y="0"/>
                  </a:lnTo>
                  <a:lnTo>
                    <a:pt x="52668" y="77002"/>
                  </a:lnTo>
                  <a:close/>
                </a:path>
                <a:path w="121920" h="77470">
                  <a:moveTo>
                    <a:pt x="26323" y="77002"/>
                  </a:moveTo>
                  <a:lnTo>
                    <a:pt x="42909" y="77002"/>
                  </a:lnTo>
                  <a:lnTo>
                    <a:pt x="42909" y="0"/>
                  </a:lnTo>
                  <a:lnTo>
                    <a:pt x="26323" y="0"/>
                  </a:lnTo>
                  <a:lnTo>
                    <a:pt x="26323" y="77002"/>
                  </a:lnTo>
                  <a:close/>
                </a:path>
                <a:path w="121920" h="77470">
                  <a:moveTo>
                    <a:pt x="0" y="77002"/>
                  </a:moveTo>
                  <a:lnTo>
                    <a:pt x="16585" y="77002"/>
                  </a:lnTo>
                  <a:lnTo>
                    <a:pt x="16585" y="0"/>
                  </a:lnTo>
                  <a:lnTo>
                    <a:pt x="0" y="0"/>
                  </a:lnTo>
                  <a:lnTo>
                    <a:pt x="0" y="7700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 descr=""/>
            <p:cNvSpPr/>
            <p:nvPr/>
          </p:nvSpPr>
          <p:spPr>
            <a:xfrm>
              <a:off x="7556880" y="9162056"/>
              <a:ext cx="17780" cy="87630"/>
            </a:xfrm>
            <a:custGeom>
              <a:avLst/>
              <a:gdLst/>
              <a:ahLst/>
              <a:cxnLst/>
              <a:rect l="l" t="t" r="r" b="b"/>
              <a:pathLst>
                <a:path w="17779" h="87629">
                  <a:moveTo>
                    <a:pt x="0" y="87473"/>
                  </a:moveTo>
                  <a:lnTo>
                    <a:pt x="17256" y="87473"/>
                  </a:lnTo>
                  <a:lnTo>
                    <a:pt x="17256" y="0"/>
                  </a:lnTo>
                  <a:lnTo>
                    <a:pt x="0" y="0"/>
                  </a:lnTo>
                  <a:lnTo>
                    <a:pt x="0" y="87473"/>
                  </a:lnTo>
                  <a:close/>
                </a:path>
              </a:pathLst>
            </a:custGeom>
            <a:solidFill>
              <a:srgbClr val="007BA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 descr=""/>
            <p:cNvSpPr/>
            <p:nvPr/>
          </p:nvSpPr>
          <p:spPr>
            <a:xfrm>
              <a:off x="7578690" y="9261299"/>
              <a:ext cx="121920" cy="77470"/>
            </a:xfrm>
            <a:custGeom>
              <a:avLst/>
              <a:gdLst/>
              <a:ahLst/>
              <a:cxnLst/>
              <a:rect l="l" t="t" r="r" b="b"/>
              <a:pathLst>
                <a:path w="121920" h="77470">
                  <a:moveTo>
                    <a:pt x="105347" y="77023"/>
                  </a:moveTo>
                  <a:lnTo>
                    <a:pt x="121922" y="77023"/>
                  </a:lnTo>
                  <a:lnTo>
                    <a:pt x="121922" y="0"/>
                  </a:lnTo>
                  <a:lnTo>
                    <a:pt x="105347" y="0"/>
                  </a:lnTo>
                  <a:lnTo>
                    <a:pt x="105347" y="77023"/>
                  </a:lnTo>
                  <a:close/>
                </a:path>
                <a:path w="121920" h="77470">
                  <a:moveTo>
                    <a:pt x="79023" y="77023"/>
                  </a:moveTo>
                  <a:lnTo>
                    <a:pt x="95609" y="77023"/>
                  </a:lnTo>
                  <a:lnTo>
                    <a:pt x="95609" y="0"/>
                  </a:lnTo>
                  <a:lnTo>
                    <a:pt x="79023" y="0"/>
                  </a:lnTo>
                  <a:lnTo>
                    <a:pt x="79023" y="77023"/>
                  </a:lnTo>
                  <a:close/>
                </a:path>
                <a:path w="121920" h="77470">
                  <a:moveTo>
                    <a:pt x="52668" y="77023"/>
                  </a:moveTo>
                  <a:lnTo>
                    <a:pt x="69243" y="77023"/>
                  </a:lnTo>
                  <a:lnTo>
                    <a:pt x="69243" y="0"/>
                  </a:lnTo>
                  <a:lnTo>
                    <a:pt x="52668" y="0"/>
                  </a:lnTo>
                  <a:lnTo>
                    <a:pt x="52668" y="77023"/>
                  </a:lnTo>
                  <a:close/>
                </a:path>
                <a:path w="121920" h="77470">
                  <a:moveTo>
                    <a:pt x="26323" y="77023"/>
                  </a:moveTo>
                  <a:lnTo>
                    <a:pt x="42909" y="77023"/>
                  </a:lnTo>
                  <a:lnTo>
                    <a:pt x="42909" y="0"/>
                  </a:lnTo>
                  <a:lnTo>
                    <a:pt x="26323" y="0"/>
                  </a:lnTo>
                  <a:lnTo>
                    <a:pt x="26323" y="77023"/>
                  </a:lnTo>
                  <a:close/>
                </a:path>
                <a:path w="121920" h="77470">
                  <a:moveTo>
                    <a:pt x="0" y="77023"/>
                  </a:moveTo>
                  <a:lnTo>
                    <a:pt x="16585" y="77023"/>
                  </a:lnTo>
                  <a:lnTo>
                    <a:pt x="16585" y="0"/>
                  </a:lnTo>
                  <a:lnTo>
                    <a:pt x="0" y="0"/>
                  </a:lnTo>
                  <a:lnTo>
                    <a:pt x="0" y="7702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 descr=""/>
            <p:cNvSpPr/>
            <p:nvPr/>
          </p:nvSpPr>
          <p:spPr>
            <a:xfrm>
              <a:off x="7556880" y="9256063"/>
              <a:ext cx="17780" cy="87630"/>
            </a:xfrm>
            <a:custGeom>
              <a:avLst/>
              <a:gdLst/>
              <a:ahLst/>
              <a:cxnLst/>
              <a:rect l="l" t="t" r="r" b="b"/>
              <a:pathLst>
                <a:path w="17779" h="87629">
                  <a:moveTo>
                    <a:pt x="0" y="87494"/>
                  </a:moveTo>
                  <a:lnTo>
                    <a:pt x="17256" y="87494"/>
                  </a:lnTo>
                  <a:lnTo>
                    <a:pt x="17256" y="0"/>
                  </a:lnTo>
                  <a:lnTo>
                    <a:pt x="0" y="0"/>
                  </a:lnTo>
                  <a:lnTo>
                    <a:pt x="0" y="87494"/>
                  </a:lnTo>
                  <a:close/>
                </a:path>
              </a:pathLst>
            </a:custGeom>
            <a:solidFill>
              <a:srgbClr val="007BA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 descr=""/>
            <p:cNvSpPr/>
            <p:nvPr/>
          </p:nvSpPr>
          <p:spPr>
            <a:xfrm>
              <a:off x="7578690" y="8759262"/>
              <a:ext cx="121920" cy="107314"/>
            </a:xfrm>
            <a:custGeom>
              <a:avLst/>
              <a:gdLst/>
              <a:ahLst/>
              <a:cxnLst/>
              <a:rect l="l" t="t" r="r" b="b"/>
              <a:pathLst>
                <a:path w="121920" h="107315">
                  <a:moveTo>
                    <a:pt x="105347" y="107253"/>
                  </a:moveTo>
                  <a:lnTo>
                    <a:pt x="121922" y="107253"/>
                  </a:lnTo>
                  <a:lnTo>
                    <a:pt x="121922" y="0"/>
                  </a:lnTo>
                  <a:lnTo>
                    <a:pt x="105347" y="0"/>
                  </a:lnTo>
                  <a:lnTo>
                    <a:pt x="105347" y="107253"/>
                  </a:lnTo>
                  <a:close/>
                </a:path>
                <a:path w="121920" h="107315">
                  <a:moveTo>
                    <a:pt x="79023" y="107253"/>
                  </a:moveTo>
                  <a:lnTo>
                    <a:pt x="95609" y="107253"/>
                  </a:lnTo>
                  <a:lnTo>
                    <a:pt x="95609" y="0"/>
                  </a:lnTo>
                  <a:lnTo>
                    <a:pt x="79023" y="0"/>
                  </a:lnTo>
                  <a:lnTo>
                    <a:pt x="79023" y="107253"/>
                  </a:lnTo>
                  <a:close/>
                </a:path>
                <a:path w="121920" h="107315">
                  <a:moveTo>
                    <a:pt x="52668" y="107253"/>
                  </a:moveTo>
                  <a:lnTo>
                    <a:pt x="69243" y="107253"/>
                  </a:lnTo>
                  <a:lnTo>
                    <a:pt x="69243" y="0"/>
                  </a:lnTo>
                  <a:lnTo>
                    <a:pt x="52668" y="0"/>
                  </a:lnTo>
                  <a:lnTo>
                    <a:pt x="52668" y="107253"/>
                  </a:lnTo>
                  <a:close/>
                </a:path>
                <a:path w="121920" h="107315">
                  <a:moveTo>
                    <a:pt x="26323" y="107253"/>
                  </a:moveTo>
                  <a:lnTo>
                    <a:pt x="42909" y="107253"/>
                  </a:lnTo>
                  <a:lnTo>
                    <a:pt x="42909" y="0"/>
                  </a:lnTo>
                  <a:lnTo>
                    <a:pt x="26323" y="0"/>
                  </a:lnTo>
                  <a:lnTo>
                    <a:pt x="26323" y="107253"/>
                  </a:lnTo>
                  <a:close/>
                </a:path>
                <a:path w="121920" h="107315">
                  <a:moveTo>
                    <a:pt x="0" y="107253"/>
                  </a:moveTo>
                  <a:lnTo>
                    <a:pt x="16585" y="107253"/>
                  </a:lnTo>
                  <a:lnTo>
                    <a:pt x="16585" y="0"/>
                  </a:lnTo>
                  <a:lnTo>
                    <a:pt x="0" y="0"/>
                  </a:lnTo>
                  <a:lnTo>
                    <a:pt x="0" y="10725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 descr=""/>
            <p:cNvSpPr/>
            <p:nvPr/>
          </p:nvSpPr>
          <p:spPr>
            <a:xfrm>
              <a:off x="7556868" y="8282260"/>
              <a:ext cx="64135" cy="589915"/>
            </a:xfrm>
            <a:custGeom>
              <a:avLst/>
              <a:gdLst/>
              <a:ahLst/>
              <a:cxnLst/>
              <a:rect l="l" t="t" r="r" b="b"/>
              <a:pathLst>
                <a:path w="64134" h="589915">
                  <a:moveTo>
                    <a:pt x="17259" y="471766"/>
                  </a:moveTo>
                  <a:lnTo>
                    <a:pt x="0" y="471766"/>
                  </a:lnTo>
                  <a:lnTo>
                    <a:pt x="0" y="589495"/>
                  </a:lnTo>
                  <a:lnTo>
                    <a:pt x="17259" y="589495"/>
                  </a:lnTo>
                  <a:lnTo>
                    <a:pt x="17259" y="471766"/>
                  </a:lnTo>
                  <a:close/>
                </a:path>
                <a:path w="64134" h="589915">
                  <a:moveTo>
                    <a:pt x="63563" y="0"/>
                  </a:moveTo>
                  <a:lnTo>
                    <a:pt x="42900" y="0"/>
                  </a:lnTo>
                  <a:lnTo>
                    <a:pt x="42900" y="87515"/>
                  </a:lnTo>
                  <a:lnTo>
                    <a:pt x="63563" y="87515"/>
                  </a:lnTo>
                  <a:lnTo>
                    <a:pt x="63563" y="0"/>
                  </a:lnTo>
                  <a:close/>
                </a:path>
              </a:pathLst>
            </a:custGeom>
            <a:solidFill>
              <a:srgbClr val="007BA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 descr=""/>
            <p:cNvSpPr/>
            <p:nvPr/>
          </p:nvSpPr>
          <p:spPr>
            <a:xfrm>
              <a:off x="7578690" y="8287485"/>
              <a:ext cx="17145" cy="77470"/>
            </a:xfrm>
            <a:custGeom>
              <a:avLst/>
              <a:gdLst/>
              <a:ahLst/>
              <a:cxnLst/>
              <a:rect l="l" t="t" r="r" b="b"/>
              <a:pathLst>
                <a:path w="17145" h="77470">
                  <a:moveTo>
                    <a:pt x="0" y="77044"/>
                  </a:moveTo>
                  <a:lnTo>
                    <a:pt x="16585" y="77044"/>
                  </a:lnTo>
                  <a:lnTo>
                    <a:pt x="16585" y="0"/>
                  </a:lnTo>
                  <a:lnTo>
                    <a:pt x="0" y="0"/>
                  </a:lnTo>
                  <a:lnTo>
                    <a:pt x="0" y="7704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 descr=""/>
            <p:cNvSpPr/>
            <p:nvPr/>
          </p:nvSpPr>
          <p:spPr>
            <a:xfrm>
              <a:off x="7556868" y="8282260"/>
              <a:ext cx="64135" cy="181610"/>
            </a:xfrm>
            <a:custGeom>
              <a:avLst/>
              <a:gdLst/>
              <a:ahLst/>
              <a:cxnLst/>
              <a:rect l="l" t="t" r="r" b="b"/>
              <a:pathLst>
                <a:path w="64134" h="181609">
                  <a:moveTo>
                    <a:pt x="17259" y="0"/>
                  </a:moveTo>
                  <a:lnTo>
                    <a:pt x="0" y="0"/>
                  </a:lnTo>
                  <a:lnTo>
                    <a:pt x="0" y="87515"/>
                  </a:lnTo>
                  <a:lnTo>
                    <a:pt x="17259" y="87515"/>
                  </a:lnTo>
                  <a:lnTo>
                    <a:pt x="17259" y="0"/>
                  </a:lnTo>
                  <a:close/>
                </a:path>
                <a:path w="64134" h="181609">
                  <a:moveTo>
                    <a:pt x="63563" y="94030"/>
                  </a:moveTo>
                  <a:lnTo>
                    <a:pt x="42900" y="94030"/>
                  </a:lnTo>
                  <a:lnTo>
                    <a:pt x="42900" y="181546"/>
                  </a:lnTo>
                  <a:lnTo>
                    <a:pt x="63563" y="181546"/>
                  </a:lnTo>
                  <a:lnTo>
                    <a:pt x="63563" y="94030"/>
                  </a:lnTo>
                  <a:close/>
                </a:path>
              </a:pathLst>
            </a:custGeom>
            <a:solidFill>
              <a:srgbClr val="007BA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 descr=""/>
            <p:cNvSpPr/>
            <p:nvPr/>
          </p:nvSpPr>
          <p:spPr>
            <a:xfrm>
              <a:off x="7578690" y="8381514"/>
              <a:ext cx="17145" cy="77470"/>
            </a:xfrm>
            <a:custGeom>
              <a:avLst/>
              <a:gdLst/>
              <a:ahLst/>
              <a:cxnLst/>
              <a:rect l="l" t="t" r="r" b="b"/>
              <a:pathLst>
                <a:path w="17145" h="77470">
                  <a:moveTo>
                    <a:pt x="0" y="77044"/>
                  </a:moveTo>
                  <a:lnTo>
                    <a:pt x="16585" y="77044"/>
                  </a:lnTo>
                  <a:lnTo>
                    <a:pt x="16585" y="0"/>
                  </a:lnTo>
                  <a:lnTo>
                    <a:pt x="0" y="0"/>
                  </a:lnTo>
                  <a:lnTo>
                    <a:pt x="0" y="7704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 descr=""/>
            <p:cNvSpPr/>
            <p:nvPr/>
          </p:nvSpPr>
          <p:spPr>
            <a:xfrm>
              <a:off x="7556868" y="8376291"/>
              <a:ext cx="64135" cy="181610"/>
            </a:xfrm>
            <a:custGeom>
              <a:avLst/>
              <a:gdLst/>
              <a:ahLst/>
              <a:cxnLst/>
              <a:rect l="l" t="t" r="r" b="b"/>
              <a:pathLst>
                <a:path w="64134" h="181609">
                  <a:moveTo>
                    <a:pt x="17259" y="0"/>
                  </a:moveTo>
                  <a:lnTo>
                    <a:pt x="0" y="0"/>
                  </a:lnTo>
                  <a:lnTo>
                    <a:pt x="0" y="87515"/>
                  </a:lnTo>
                  <a:lnTo>
                    <a:pt x="17259" y="87515"/>
                  </a:lnTo>
                  <a:lnTo>
                    <a:pt x="17259" y="0"/>
                  </a:lnTo>
                  <a:close/>
                </a:path>
                <a:path w="64134" h="181609">
                  <a:moveTo>
                    <a:pt x="63563" y="94068"/>
                  </a:moveTo>
                  <a:lnTo>
                    <a:pt x="42900" y="94068"/>
                  </a:lnTo>
                  <a:lnTo>
                    <a:pt x="42900" y="181559"/>
                  </a:lnTo>
                  <a:lnTo>
                    <a:pt x="63563" y="181559"/>
                  </a:lnTo>
                  <a:lnTo>
                    <a:pt x="63563" y="94068"/>
                  </a:lnTo>
                  <a:close/>
                </a:path>
              </a:pathLst>
            </a:custGeom>
            <a:solidFill>
              <a:srgbClr val="007BA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 descr=""/>
            <p:cNvSpPr/>
            <p:nvPr/>
          </p:nvSpPr>
          <p:spPr>
            <a:xfrm>
              <a:off x="7578690" y="8475584"/>
              <a:ext cx="17145" cy="77470"/>
            </a:xfrm>
            <a:custGeom>
              <a:avLst/>
              <a:gdLst/>
              <a:ahLst/>
              <a:cxnLst/>
              <a:rect l="l" t="t" r="r" b="b"/>
              <a:pathLst>
                <a:path w="17145" h="77470">
                  <a:moveTo>
                    <a:pt x="0" y="77023"/>
                  </a:moveTo>
                  <a:lnTo>
                    <a:pt x="16585" y="77023"/>
                  </a:lnTo>
                  <a:lnTo>
                    <a:pt x="16585" y="0"/>
                  </a:lnTo>
                  <a:lnTo>
                    <a:pt x="0" y="0"/>
                  </a:lnTo>
                  <a:lnTo>
                    <a:pt x="0" y="7702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 descr=""/>
            <p:cNvSpPr/>
            <p:nvPr/>
          </p:nvSpPr>
          <p:spPr>
            <a:xfrm>
              <a:off x="7556880" y="8470349"/>
              <a:ext cx="17780" cy="87630"/>
            </a:xfrm>
            <a:custGeom>
              <a:avLst/>
              <a:gdLst/>
              <a:ahLst/>
              <a:cxnLst/>
              <a:rect l="l" t="t" r="r" b="b"/>
              <a:pathLst>
                <a:path w="17779" h="87629">
                  <a:moveTo>
                    <a:pt x="0" y="87494"/>
                  </a:moveTo>
                  <a:lnTo>
                    <a:pt x="17256" y="87494"/>
                  </a:lnTo>
                  <a:lnTo>
                    <a:pt x="17256" y="0"/>
                  </a:lnTo>
                  <a:lnTo>
                    <a:pt x="0" y="0"/>
                  </a:lnTo>
                  <a:lnTo>
                    <a:pt x="0" y="87494"/>
                  </a:lnTo>
                  <a:close/>
                </a:path>
              </a:pathLst>
            </a:custGeom>
            <a:solidFill>
              <a:srgbClr val="007BA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 descr=""/>
            <p:cNvSpPr/>
            <p:nvPr/>
          </p:nvSpPr>
          <p:spPr>
            <a:xfrm>
              <a:off x="7599779" y="8590858"/>
              <a:ext cx="17780" cy="0"/>
            </a:xfrm>
            <a:custGeom>
              <a:avLst/>
              <a:gdLst/>
              <a:ahLst/>
              <a:cxnLst/>
              <a:rect l="l" t="t" r="r" b="b"/>
              <a:pathLst>
                <a:path w="17779" h="0">
                  <a:moveTo>
                    <a:pt x="0" y="0"/>
                  </a:moveTo>
                  <a:lnTo>
                    <a:pt x="17727" y="0"/>
                  </a:lnTo>
                </a:path>
              </a:pathLst>
            </a:custGeom>
            <a:ln w="14805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 descr=""/>
            <p:cNvSpPr/>
            <p:nvPr/>
          </p:nvSpPr>
          <p:spPr>
            <a:xfrm>
              <a:off x="7599769" y="8570829"/>
              <a:ext cx="27305" cy="10795"/>
            </a:xfrm>
            <a:custGeom>
              <a:avLst/>
              <a:gdLst/>
              <a:ahLst/>
              <a:cxnLst/>
              <a:rect l="l" t="t" r="r" b="b"/>
              <a:pathLst>
                <a:path w="27304" h="10795">
                  <a:moveTo>
                    <a:pt x="27063" y="7391"/>
                  </a:moveTo>
                  <a:lnTo>
                    <a:pt x="0" y="7391"/>
                  </a:lnTo>
                  <a:lnTo>
                    <a:pt x="0" y="10490"/>
                  </a:lnTo>
                  <a:lnTo>
                    <a:pt x="27063" y="10490"/>
                  </a:lnTo>
                  <a:lnTo>
                    <a:pt x="27063" y="7391"/>
                  </a:lnTo>
                  <a:close/>
                </a:path>
                <a:path w="27304" h="10795">
                  <a:moveTo>
                    <a:pt x="27063" y="0"/>
                  </a:moveTo>
                  <a:lnTo>
                    <a:pt x="0" y="0"/>
                  </a:lnTo>
                  <a:lnTo>
                    <a:pt x="0" y="3098"/>
                  </a:lnTo>
                  <a:lnTo>
                    <a:pt x="27063" y="3098"/>
                  </a:lnTo>
                  <a:lnTo>
                    <a:pt x="27063" y="0"/>
                  </a:lnTo>
                  <a:close/>
                </a:path>
              </a:pathLst>
            </a:custGeom>
            <a:solidFill>
              <a:srgbClr val="007BA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 descr=""/>
            <p:cNvSpPr/>
            <p:nvPr/>
          </p:nvSpPr>
          <p:spPr>
            <a:xfrm>
              <a:off x="7608642" y="8598261"/>
              <a:ext cx="0" cy="53975"/>
            </a:xfrm>
            <a:custGeom>
              <a:avLst/>
              <a:gdLst/>
              <a:ahLst/>
              <a:cxnLst/>
              <a:rect l="l" t="t" r="r" b="b"/>
              <a:pathLst>
                <a:path w="0" h="53975">
                  <a:moveTo>
                    <a:pt x="0" y="0"/>
                  </a:moveTo>
                  <a:lnTo>
                    <a:pt x="0" y="53589"/>
                  </a:lnTo>
                </a:path>
              </a:pathLst>
            </a:custGeom>
            <a:ln w="17727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 descr=""/>
            <p:cNvSpPr/>
            <p:nvPr/>
          </p:nvSpPr>
          <p:spPr>
            <a:xfrm>
              <a:off x="7578690" y="8569613"/>
              <a:ext cx="17145" cy="77470"/>
            </a:xfrm>
            <a:custGeom>
              <a:avLst/>
              <a:gdLst/>
              <a:ahLst/>
              <a:cxnLst/>
              <a:rect l="l" t="t" r="r" b="b"/>
              <a:pathLst>
                <a:path w="17145" h="77470">
                  <a:moveTo>
                    <a:pt x="0" y="77002"/>
                  </a:moveTo>
                  <a:lnTo>
                    <a:pt x="16585" y="77002"/>
                  </a:lnTo>
                  <a:lnTo>
                    <a:pt x="16585" y="0"/>
                  </a:lnTo>
                  <a:lnTo>
                    <a:pt x="0" y="0"/>
                  </a:lnTo>
                  <a:lnTo>
                    <a:pt x="0" y="7700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 descr=""/>
            <p:cNvSpPr/>
            <p:nvPr/>
          </p:nvSpPr>
          <p:spPr>
            <a:xfrm>
              <a:off x="7556880" y="8564377"/>
              <a:ext cx="17780" cy="87630"/>
            </a:xfrm>
            <a:custGeom>
              <a:avLst/>
              <a:gdLst/>
              <a:ahLst/>
              <a:cxnLst/>
              <a:rect l="l" t="t" r="r" b="b"/>
              <a:pathLst>
                <a:path w="17779" h="87629">
                  <a:moveTo>
                    <a:pt x="0" y="87473"/>
                  </a:moveTo>
                  <a:lnTo>
                    <a:pt x="17256" y="87473"/>
                  </a:lnTo>
                  <a:lnTo>
                    <a:pt x="17256" y="0"/>
                  </a:lnTo>
                  <a:lnTo>
                    <a:pt x="0" y="0"/>
                  </a:lnTo>
                  <a:lnTo>
                    <a:pt x="0" y="87473"/>
                  </a:lnTo>
                  <a:close/>
                </a:path>
              </a:pathLst>
            </a:custGeom>
            <a:solidFill>
              <a:srgbClr val="007BA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 descr=""/>
            <p:cNvSpPr/>
            <p:nvPr/>
          </p:nvSpPr>
          <p:spPr>
            <a:xfrm>
              <a:off x="7652479" y="8660825"/>
              <a:ext cx="53975" cy="85090"/>
            </a:xfrm>
            <a:custGeom>
              <a:avLst/>
              <a:gdLst/>
              <a:ahLst/>
              <a:cxnLst/>
              <a:rect l="l" t="t" r="r" b="b"/>
              <a:pathLst>
                <a:path w="53975" h="85090">
                  <a:moveTo>
                    <a:pt x="38208" y="0"/>
                  </a:moveTo>
                  <a:lnTo>
                    <a:pt x="53370" y="0"/>
                  </a:lnTo>
                </a:path>
                <a:path w="53975" h="85090">
                  <a:moveTo>
                    <a:pt x="39846" y="2418"/>
                  </a:moveTo>
                  <a:lnTo>
                    <a:pt x="39846" y="85075"/>
                  </a:lnTo>
                </a:path>
                <a:path w="53975" h="85090">
                  <a:moveTo>
                    <a:pt x="0" y="0"/>
                  </a:moveTo>
                  <a:lnTo>
                    <a:pt x="18732" y="0"/>
                  </a:lnTo>
                </a:path>
                <a:path w="53975" h="85090">
                  <a:moveTo>
                    <a:pt x="13528" y="2418"/>
                  </a:moveTo>
                  <a:lnTo>
                    <a:pt x="13528" y="85075"/>
                  </a:lnTo>
                </a:path>
              </a:pathLst>
            </a:custGeom>
            <a:ln w="4837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 descr=""/>
            <p:cNvSpPr/>
            <p:nvPr/>
          </p:nvSpPr>
          <p:spPr>
            <a:xfrm>
              <a:off x="7626123" y="8658406"/>
              <a:ext cx="18415" cy="5080"/>
            </a:xfrm>
            <a:custGeom>
              <a:avLst/>
              <a:gdLst/>
              <a:ahLst/>
              <a:cxnLst/>
              <a:rect l="l" t="t" r="r" b="b"/>
              <a:pathLst>
                <a:path w="18415" h="5079">
                  <a:moveTo>
                    <a:pt x="0" y="4837"/>
                  </a:moveTo>
                  <a:lnTo>
                    <a:pt x="18229" y="4837"/>
                  </a:lnTo>
                  <a:lnTo>
                    <a:pt x="18229" y="0"/>
                  </a:lnTo>
                  <a:lnTo>
                    <a:pt x="0" y="0"/>
                  </a:lnTo>
                  <a:lnTo>
                    <a:pt x="0" y="4837"/>
                  </a:lnTo>
                  <a:close/>
                </a:path>
              </a:pathLst>
            </a:custGeom>
            <a:solidFill>
              <a:srgbClr val="007BA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 descr=""/>
            <p:cNvSpPr/>
            <p:nvPr/>
          </p:nvSpPr>
          <p:spPr>
            <a:xfrm>
              <a:off x="7639647" y="8663244"/>
              <a:ext cx="0" cy="83185"/>
            </a:xfrm>
            <a:custGeom>
              <a:avLst/>
              <a:gdLst/>
              <a:ahLst/>
              <a:cxnLst/>
              <a:rect l="l" t="t" r="r" b="b"/>
              <a:pathLst>
                <a:path w="0" h="83184">
                  <a:moveTo>
                    <a:pt x="0" y="0"/>
                  </a:moveTo>
                  <a:lnTo>
                    <a:pt x="0" y="82657"/>
                  </a:lnTo>
                </a:path>
              </a:pathLst>
            </a:custGeom>
            <a:ln w="4837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 descr=""/>
            <p:cNvSpPr/>
            <p:nvPr/>
          </p:nvSpPr>
          <p:spPr>
            <a:xfrm>
              <a:off x="7599779" y="8658406"/>
              <a:ext cx="27305" cy="5080"/>
            </a:xfrm>
            <a:custGeom>
              <a:avLst/>
              <a:gdLst/>
              <a:ahLst/>
              <a:cxnLst/>
              <a:rect l="l" t="t" r="r" b="b"/>
              <a:pathLst>
                <a:path w="27304" h="5079">
                  <a:moveTo>
                    <a:pt x="0" y="4837"/>
                  </a:moveTo>
                  <a:lnTo>
                    <a:pt x="27056" y="4837"/>
                  </a:lnTo>
                  <a:lnTo>
                    <a:pt x="27056" y="0"/>
                  </a:lnTo>
                  <a:lnTo>
                    <a:pt x="0" y="0"/>
                  </a:lnTo>
                  <a:lnTo>
                    <a:pt x="0" y="4837"/>
                  </a:lnTo>
                  <a:close/>
                </a:path>
              </a:pathLst>
            </a:custGeom>
            <a:solidFill>
              <a:srgbClr val="007BA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 descr=""/>
            <p:cNvSpPr/>
            <p:nvPr/>
          </p:nvSpPr>
          <p:spPr>
            <a:xfrm>
              <a:off x="7613307" y="8663244"/>
              <a:ext cx="0" cy="83185"/>
            </a:xfrm>
            <a:custGeom>
              <a:avLst/>
              <a:gdLst/>
              <a:ahLst/>
              <a:cxnLst/>
              <a:rect l="l" t="t" r="r" b="b"/>
              <a:pathLst>
                <a:path w="0" h="83184">
                  <a:moveTo>
                    <a:pt x="0" y="0"/>
                  </a:moveTo>
                  <a:lnTo>
                    <a:pt x="0" y="82657"/>
                  </a:lnTo>
                </a:path>
              </a:pathLst>
            </a:custGeom>
            <a:ln w="4837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 descr=""/>
            <p:cNvSpPr/>
            <p:nvPr/>
          </p:nvSpPr>
          <p:spPr>
            <a:xfrm>
              <a:off x="7578690" y="8663642"/>
              <a:ext cx="17145" cy="77470"/>
            </a:xfrm>
            <a:custGeom>
              <a:avLst/>
              <a:gdLst/>
              <a:ahLst/>
              <a:cxnLst/>
              <a:rect l="l" t="t" r="r" b="b"/>
              <a:pathLst>
                <a:path w="17145" h="77470">
                  <a:moveTo>
                    <a:pt x="0" y="77023"/>
                  </a:moveTo>
                  <a:lnTo>
                    <a:pt x="16585" y="77023"/>
                  </a:lnTo>
                  <a:lnTo>
                    <a:pt x="16585" y="0"/>
                  </a:lnTo>
                  <a:lnTo>
                    <a:pt x="0" y="0"/>
                  </a:lnTo>
                  <a:lnTo>
                    <a:pt x="0" y="7702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 descr=""/>
            <p:cNvSpPr/>
            <p:nvPr/>
          </p:nvSpPr>
          <p:spPr>
            <a:xfrm>
              <a:off x="7556880" y="8658406"/>
              <a:ext cx="17780" cy="87630"/>
            </a:xfrm>
            <a:custGeom>
              <a:avLst/>
              <a:gdLst/>
              <a:ahLst/>
              <a:cxnLst/>
              <a:rect l="l" t="t" r="r" b="b"/>
              <a:pathLst>
                <a:path w="17779" h="87629">
                  <a:moveTo>
                    <a:pt x="0" y="87494"/>
                  </a:moveTo>
                  <a:lnTo>
                    <a:pt x="17256" y="87494"/>
                  </a:lnTo>
                  <a:lnTo>
                    <a:pt x="17256" y="0"/>
                  </a:lnTo>
                  <a:lnTo>
                    <a:pt x="0" y="0"/>
                  </a:lnTo>
                  <a:lnTo>
                    <a:pt x="0" y="87494"/>
                  </a:lnTo>
                  <a:close/>
                </a:path>
              </a:pathLst>
            </a:custGeom>
            <a:solidFill>
              <a:srgbClr val="007BA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75" name="object 375" descr=""/>
          <p:cNvSpPr/>
          <p:nvPr/>
        </p:nvSpPr>
        <p:spPr>
          <a:xfrm>
            <a:off x="7998698" y="7668645"/>
            <a:ext cx="1179830" cy="2439035"/>
          </a:xfrm>
          <a:custGeom>
            <a:avLst/>
            <a:gdLst/>
            <a:ahLst/>
            <a:cxnLst/>
            <a:rect l="l" t="t" r="r" b="b"/>
            <a:pathLst>
              <a:path w="1179829" h="2439034">
                <a:moveTo>
                  <a:pt x="0" y="2438491"/>
                </a:moveTo>
                <a:lnTo>
                  <a:pt x="1179723" y="2438491"/>
                </a:lnTo>
                <a:lnTo>
                  <a:pt x="1179723" y="0"/>
                </a:lnTo>
                <a:lnTo>
                  <a:pt x="0" y="0"/>
                </a:lnTo>
                <a:lnTo>
                  <a:pt x="0" y="2438491"/>
                </a:lnTo>
                <a:close/>
              </a:path>
              <a:path w="1179829" h="2439034">
                <a:moveTo>
                  <a:pt x="1059883" y="2379791"/>
                </a:moveTo>
                <a:lnTo>
                  <a:pt x="1097223" y="2379791"/>
                </a:lnTo>
                <a:lnTo>
                  <a:pt x="1097223" y="2240821"/>
                </a:lnTo>
                <a:lnTo>
                  <a:pt x="1059883" y="2240821"/>
                </a:lnTo>
                <a:lnTo>
                  <a:pt x="1059883" y="2379791"/>
                </a:lnTo>
                <a:close/>
              </a:path>
              <a:path w="1179829" h="2439034">
                <a:moveTo>
                  <a:pt x="881941" y="2379791"/>
                </a:moveTo>
                <a:lnTo>
                  <a:pt x="919259" y="2379791"/>
                </a:lnTo>
                <a:lnTo>
                  <a:pt x="919259" y="2240821"/>
                </a:lnTo>
                <a:lnTo>
                  <a:pt x="881941" y="2240821"/>
                </a:lnTo>
                <a:lnTo>
                  <a:pt x="881941" y="2379791"/>
                </a:lnTo>
                <a:close/>
              </a:path>
              <a:path w="1179829" h="2439034">
                <a:moveTo>
                  <a:pt x="1059883" y="1729141"/>
                </a:moveTo>
                <a:lnTo>
                  <a:pt x="1097223" y="1729141"/>
                </a:lnTo>
                <a:lnTo>
                  <a:pt x="1097223" y="1629322"/>
                </a:lnTo>
                <a:lnTo>
                  <a:pt x="1059883" y="1629322"/>
                </a:lnTo>
                <a:lnTo>
                  <a:pt x="1059883" y="1729141"/>
                </a:lnTo>
                <a:close/>
              </a:path>
              <a:path w="1179829" h="2439034">
                <a:moveTo>
                  <a:pt x="881941" y="1729141"/>
                </a:moveTo>
                <a:lnTo>
                  <a:pt x="919259" y="1729141"/>
                </a:lnTo>
                <a:lnTo>
                  <a:pt x="919259" y="1629322"/>
                </a:lnTo>
                <a:lnTo>
                  <a:pt x="881941" y="1629322"/>
                </a:lnTo>
                <a:lnTo>
                  <a:pt x="881941" y="1729141"/>
                </a:lnTo>
                <a:close/>
              </a:path>
              <a:path w="1179829" h="2439034">
                <a:moveTo>
                  <a:pt x="1059883" y="1851043"/>
                </a:moveTo>
                <a:lnTo>
                  <a:pt x="1097223" y="1851043"/>
                </a:lnTo>
                <a:lnTo>
                  <a:pt x="1097223" y="1751203"/>
                </a:lnTo>
                <a:lnTo>
                  <a:pt x="1059883" y="1751203"/>
                </a:lnTo>
                <a:lnTo>
                  <a:pt x="1059883" y="1851043"/>
                </a:lnTo>
                <a:close/>
              </a:path>
              <a:path w="1179829" h="2439034">
                <a:moveTo>
                  <a:pt x="881941" y="1851043"/>
                </a:moveTo>
                <a:lnTo>
                  <a:pt x="919259" y="1851043"/>
                </a:lnTo>
                <a:lnTo>
                  <a:pt x="919259" y="1751203"/>
                </a:lnTo>
                <a:lnTo>
                  <a:pt x="881941" y="1751203"/>
                </a:lnTo>
                <a:lnTo>
                  <a:pt x="881941" y="1851043"/>
                </a:lnTo>
                <a:close/>
              </a:path>
              <a:path w="1179829" h="2439034">
                <a:moveTo>
                  <a:pt x="1059883" y="1972934"/>
                </a:moveTo>
                <a:lnTo>
                  <a:pt x="1097223" y="1972934"/>
                </a:lnTo>
                <a:lnTo>
                  <a:pt x="1097223" y="1873073"/>
                </a:lnTo>
                <a:lnTo>
                  <a:pt x="1059883" y="1873073"/>
                </a:lnTo>
                <a:lnTo>
                  <a:pt x="1059883" y="1972934"/>
                </a:lnTo>
                <a:close/>
              </a:path>
              <a:path w="1179829" h="2439034">
                <a:moveTo>
                  <a:pt x="881941" y="1972934"/>
                </a:moveTo>
                <a:lnTo>
                  <a:pt x="919259" y="1972934"/>
                </a:lnTo>
                <a:lnTo>
                  <a:pt x="919259" y="1873073"/>
                </a:lnTo>
                <a:lnTo>
                  <a:pt x="881941" y="1873073"/>
                </a:lnTo>
                <a:lnTo>
                  <a:pt x="881941" y="1972934"/>
                </a:lnTo>
                <a:close/>
              </a:path>
              <a:path w="1179829" h="2439034">
                <a:moveTo>
                  <a:pt x="1059883" y="2094794"/>
                </a:moveTo>
                <a:lnTo>
                  <a:pt x="1097223" y="2094794"/>
                </a:lnTo>
                <a:lnTo>
                  <a:pt x="1097223" y="1995007"/>
                </a:lnTo>
                <a:lnTo>
                  <a:pt x="1059883" y="1995007"/>
                </a:lnTo>
                <a:lnTo>
                  <a:pt x="1059883" y="2094794"/>
                </a:lnTo>
                <a:close/>
              </a:path>
              <a:path w="1179829" h="2439034">
                <a:moveTo>
                  <a:pt x="881941" y="2094794"/>
                </a:moveTo>
                <a:lnTo>
                  <a:pt x="919259" y="2094794"/>
                </a:lnTo>
                <a:lnTo>
                  <a:pt x="919259" y="1995007"/>
                </a:lnTo>
                <a:lnTo>
                  <a:pt x="881941" y="1995007"/>
                </a:lnTo>
                <a:lnTo>
                  <a:pt x="881941" y="2094794"/>
                </a:lnTo>
                <a:close/>
              </a:path>
              <a:path w="1179829" h="2439034">
                <a:moveTo>
                  <a:pt x="1059883" y="2216707"/>
                </a:moveTo>
                <a:lnTo>
                  <a:pt x="1097223" y="2216707"/>
                </a:lnTo>
                <a:lnTo>
                  <a:pt x="1097223" y="2116857"/>
                </a:lnTo>
                <a:lnTo>
                  <a:pt x="1059883" y="2116857"/>
                </a:lnTo>
                <a:lnTo>
                  <a:pt x="1059883" y="2216707"/>
                </a:lnTo>
                <a:close/>
              </a:path>
              <a:path w="1179829" h="2439034">
                <a:moveTo>
                  <a:pt x="881941" y="2216707"/>
                </a:moveTo>
                <a:lnTo>
                  <a:pt x="919259" y="2216707"/>
                </a:lnTo>
                <a:lnTo>
                  <a:pt x="919259" y="2116857"/>
                </a:lnTo>
                <a:lnTo>
                  <a:pt x="881941" y="2116857"/>
                </a:lnTo>
                <a:lnTo>
                  <a:pt x="881941" y="2216707"/>
                </a:lnTo>
                <a:close/>
              </a:path>
              <a:path w="1179829" h="2439034">
                <a:moveTo>
                  <a:pt x="235877" y="2379791"/>
                </a:moveTo>
                <a:lnTo>
                  <a:pt x="273206" y="2379791"/>
                </a:lnTo>
                <a:lnTo>
                  <a:pt x="273206" y="2240821"/>
                </a:lnTo>
                <a:lnTo>
                  <a:pt x="235877" y="2240821"/>
                </a:lnTo>
                <a:lnTo>
                  <a:pt x="235877" y="2379791"/>
                </a:lnTo>
                <a:close/>
              </a:path>
              <a:path w="1179829" h="2439034">
                <a:moveTo>
                  <a:pt x="176518" y="2379791"/>
                </a:moveTo>
                <a:lnTo>
                  <a:pt x="213836" y="2379791"/>
                </a:lnTo>
                <a:lnTo>
                  <a:pt x="213836" y="2240821"/>
                </a:lnTo>
                <a:lnTo>
                  <a:pt x="176518" y="2240821"/>
                </a:lnTo>
                <a:lnTo>
                  <a:pt x="176518" y="2379791"/>
                </a:lnTo>
                <a:close/>
              </a:path>
              <a:path w="1179829" h="2439034">
                <a:moveTo>
                  <a:pt x="117190" y="2379791"/>
                </a:moveTo>
                <a:lnTo>
                  <a:pt x="154539" y="2379791"/>
                </a:lnTo>
                <a:lnTo>
                  <a:pt x="154539" y="2240821"/>
                </a:lnTo>
                <a:lnTo>
                  <a:pt x="117190" y="2240821"/>
                </a:lnTo>
                <a:lnTo>
                  <a:pt x="117190" y="2379791"/>
                </a:lnTo>
                <a:close/>
              </a:path>
              <a:path w="1179829" h="2439034">
                <a:moveTo>
                  <a:pt x="57851" y="2379791"/>
                </a:moveTo>
                <a:lnTo>
                  <a:pt x="95190" y="2379791"/>
                </a:lnTo>
                <a:lnTo>
                  <a:pt x="95190" y="2240821"/>
                </a:lnTo>
                <a:lnTo>
                  <a:pt x="57851" y="2240821"/>
                </a:lnTo>
                <a:lnTo>
                  <a:pt x="57851" y="2379791"/>
                </a:lnTo>
                <a:close/>
              </a:path>
              <a:path w="1179829" h="2439034">
                <a:moveTo>
                  <a:pt x="235877" y="1729141"/>
                </a:moveTo>
                <a:lnTo>
                  <a:pt x="273206" y="1729141"/>
                </a:lnTo>
                <a:lnTo>
                  <a:pt x="273206" y="1629322"/>
                </a:lnTo>
                <a:lnTo>
                  <a:pt x="235877" y="1629322"/>
                </a:lnTo>
                <a:lnTo>
                  <a:pt x="235877" y="1729141"/>
                </a:lnTo>
                <a:close/>
              </a:path>
              <a:path w="1179829" h="2439034">
                <a:moveTo>
                  <a:pt x="176518" y="1729141"/>
                </a:moveTo>
                <a:lnTo>
                  <a:pt x="213836" y="1729141"/>
                </a:lnTo>
                <a:lnTo>
                  <a:pt x="213836" y="1629322"/>
                </a:lnTo>
                <a:lnTo>
                  <a:pt x="176518" y="1629322"/>
                </a:lnTo>
                <a:lnTo>
                  <a:pt x="176518" y="1729141"/>
                </a:lnTo>
                <a:close/>
              </a:path>
              <a:path w="1179829" h="2439034">
                <a:moveTo>
                  <a:pt x="117190" y="1729141"/>
                </a:moveTo>
                <a:lnTo>
                  <a:pt x="154539" y="1729141"/>
                </a:lnTo>
                <a:lnTo>
                  <a:pt x="154539" y="1629322"/>
                </a:lnTo>
                <a:lnTo>
                  <a:pt x="117190" y="1629322"/>
                </a:lnTo>
                <a:lnTo>
                  <a:pt x="117190" y="1729141"/>
                </a:lnTo>
                <a:close/>
              </a:path>
              <a:path w="1179829" h="2439034">
                <a:moveTo>
                  <a:pt x="57851" y="1729141"/>
                </a:moveTo>
                <a:lnTo>
                  <a:pt x="95190" y="1729141"/>
                </a:lnTo>
                <a:lnTo>
                  <a:pt x="95190" y="1629322"/>
                </a:lnTo>
                <a:lnTo>
                  <a:pt x="57851" y="1629322"/>
                </a:lnTo>
                <a:lnTo>
                  <a:pt x="57851" y="1729141"/>
                </a:lnTo>
                <a:close/>
              </a:path>
              <a:path w="1179829" h="2439034">
                <a:moveTo>
                  <a:pt x="235877" y="1851043"/>
                </a:moveTo>
                <a:lnTo>
                  <a:pt x="273206" y="1851043"/>
                </a:lnTo>
                <a:lnTo>
                  <a:pt x="273206" y="1751203"/>
                </a:lnTo>
                <a:lnTo>
                  <a:pt x="235877" y="1751203"/>
                </a:lnTo>
                <a:lnTo>
                  <a:pt x="235877" y="1851043"/>
                </a:lnTo>
                <a:close/>
              </a:path>
              <a:path w="1179829" h="2439034">
                <a:moveTo>
                  <a:pt x="176518" y="1851043"/>
                </a:moveTo>
                <a:lnTo>
                  <a:pt x="213836" y="1851043"/>
                </a:lnTo>
                <a:lnTo>
                  <a:pt x="213836" y="1751203"/>
                </a:lnTo>
                <a:lnTo>
                  <a:pt x="176518" y="1751203"/>
                </a:lnTo>
                <a:lnTo>
                  <a:pt x="176518" y="1851043"/>
                </a:lnTo>
                <a:close/>
              </a:path>
              <a:path w="1179829" h="2439034">
                <a:moveTo>
                  <a:pt x="117190" y="1851043"/>
                </a:moveTo>
                <a:lnTo>
                  <a:pt x="154539" y="1851043"/>
                </a:lnTo>
                <a:lnTo>
                  <a:pt x="154539" y="1751203"/>
                </a:lnTo>
                <a:lnTo>
                  <a:pt x="117190" y="1751203"/>
                </a:lnTo>
                <a:lnTo>
                  <a:pt x="117190" y="1851043"/>
                </a:lnTo>
                <a:close/>
              </a:path>
              <a:path w="1179829" h="2439034">
                <a:moveTo>
                  <a:pt x="57851" y="1851043"/>
                </a:moveTo>
                <a:lnTo>
                  <a:pt x="95190" y="1851043"/>
                </a:lnTo>
                <a:lnTo>
                  <a:pt x="95190" y="1751203"/>
                </a:lnTo>
                <a:lnTo>
                  <a:pt x="57851" y="1751203"/>
                </a:lnTo>
                <a:lnTo>
                  <a:pt x="57851" y="1851043"/>
                </a:lnTo>
                <a:close/>
              </a:path>
              <a:path w="1179829" h="2439034">
                <a:moveTo>
                  <a:pt x="235877" y="1972934"/>
                </a:moveTo>
                <a:lnTo>
                  <a:pt x="273206" y="1972934"/>
                </a:lnTo>
                <a:lnTo>
                  <a:pt x="273206" y="1873073"/>
                </a:lnTo>
                <a:lnTo>
                  <a:pt x="235877" y="1873073"/>
                </a:lnTo>
                <a:lnTo>
                  <a:pt x="235877" y="1972934"/>
                </a:lnTo>
                <a:close/>
              </a:path>
              <a:path w="1179829" h="2439034">
                <a:moveTo>
                  <a:pt x="176518" y="1972934"/>
                </a:moveTo>
                <a:lnTo>
                  <a:pt x="213836" y="1972934"/>
                </a:lnTo>
                <a:lnTo>
                  <a:pt x="213836" y="1873073"/>
                </a:lnTo>
                <a:lnTo>
                  <a:pt x="176518" y="1873073"/>
                </a:lnTo>
                <a:lnTo>
                  <a:pt x="176518" y="1972934"/>
                </a:lnTo>
                <a:close/>
              </a:path>
              <a:path w="1179829" h="2439034">
                <a:moveTo>
                  <a:pt x="117190" y="1972934"/>
                </a:moveTo>
                <a:lnTo>
                  <a:pt x="154539" y="1972934"/>
                </a:lnTo>
                <a:lnTo>
                  <a:pt x="154539" y="1873073"/>
                </a:lnTo>
                <a:lnTo>
                  <a:pt x="117190" y="1873073"/>
                </a:lnTo>
                <a:lnTo>
                  <a:pt x="117190" y="1972934"/>
                </a:lnTo>
                <a:close/>
              </a:path>
              <a:path w="1179829" h="2439034">
                <a:moveTo>
                  <a:pt x="57851" y="1972934"/>
                </a:moveTo>
                <a:lnTo>
                  <a:pt x="95190" y="1972934"/>
                </a:lnTo>
                <a:lnTo>
                  <a:pt x="95190" y="1873073"/>
                </a:lnTo>
                <a:lnTo>
                  <a:pt x="57851" y="1873073"/>
                </a:lnTo>
                <a:lnTo>
                  <a:pt x="57851" y="1972934"/>
                </a:lnTo>
                <a:close/>
              </a:path>
              <a:path w="1179829" h="2439034">
                <a:moveTo>
                  <a:pt x="235877" y="2094794"/>
                </a:moveTo>
                <a:lnTo>
                  <a:pt x="273206" y="2094794"/>
                </a:lnTo>
                <a:lnTo>
                  <a:pt x="273206" y="1995007"/>
                </a:lnTo>
                <a:lnTo>
                  <a:pt x="235877" y="1995007"/>
                </a:lnTo>
                <a:lnTo>
                  <a:pt x="235877" y="2094794"/>
                </a:lnTo>
                <a:close/>
              </a:path>
              <a:path w="1179829" h="2439034">
                <a:moveTo>
                  <a:pt x="176518" y="2094794"/>
                </a:moveTo>
                <a:lnTo>
                  <a:pt x="213836" y="2094794"/>
                </a:lnTo>
                <a:lnTo>
                  <a:pt x="213836" y="1995007"/>
                </a:lnTo>
                <a:lnTo>
                  <a:pt x="176518" y="1995007"/>
                </a:lnTo>
                <a:lnTo>
                  <a:pt x="176518" y="2094794"/>
                </a:lnTo>
                <a:close/>
              </a:path>
              <a:path w="1179829" h="2439034">
                <a:moveTo>
                  <a:pt x="117190" y="2094794"/>
                </a:moveTo>
                <a:lnTo>
                  <a:pt x="154539" y="2094794"/>
                </a:lnTo>
                <a:lnTo>
                  <a:pt x="154539" y="1995007"/>
                </a:lnTo>
                <a:lnTo>
                  <a:pt x="117190" y="1995007"/>
                </a:lnTo>
                <a:lnTo>
                  <a:pt x="117190" y="2094794"/>
                </a:lnTo>
                <a:close/>
              </a:path>
              <a:path w="1179829" h="2439034">
                <a:moveTo>
                  <a:pt x="57851" y="2094794"/>
                </a:moveTo>
                <a:lnTo>
                  <a:pt x="95190" y="2094794"/>
                </a:lnTo>
                <a:lnTo>
                  <a:pt x="95190" y="1995007"/>
                </a:lnTo>
                <a:lnTo>
                  <a:pt x="57851" y="1995007"/>
                </a:lnTo>
                <a:lnTo>
                  <a:pt x="57851" y="2094794"/>
                </a:lnTo>
                <a:close/>
              </a:path>
              <a:path w="1179829" h="2439034">
                <a:moveTo>
                  <a:pt x="235877" y="2216707"/>
                </a:moveTo>
                <a:lnTo>
                  <a:pt x="273206" y="2216707"/>
                </a:lnTo>
                <a:lnTo>
                  <a:pt x="273206" y="2116857"/>
                </a:lnTo>
                <a:lnTo>
                  <a:pt x="235877" y="2116857"/>
                </a:lnTo>
                <a:lnTo>
                  <a:pt x="235877" y="2216707"/>
                </a:lnTo>
                <a:close/>
              </a:path>
              <a:path w="1179829" h="2439034">
                <a:moveTo>
                  <a:pt x="176518" y="2216707"/>
                </a:moveTo>
                <a:lnTo>
                  <a:pt x="213836" y="2216707"/>
                </a:lnTo>
                <a:lnTo>
                  <a:pt x="213836" y="2116857"/>
                </a:lnTo>
                <a:lnTo>
                  <a:pt x="176518" y="2116857"/>
                </a:lnTo>
                <a:lnTo>
                  <a:pt x="176518" y="2216707"/>
                </a:lnTo>
                <a:close/>
              </a:path>
              <a:path w="1179829" h="2439034">
                <a:moveTo>
                  <a:pt x="117190" y="2216707"/>
                </a:moveTo>
                <a:lnTo>
                  <a:pt x="154539" y="2216707"/>
                </a:lnTo>
                <a:lnTo>
                  <a:pt x="154539" y="2116857"/>
                </a:lnTo>
                <a:lnTo>
                  <a:pt x="117190" y="2116857"/>
                </a:lnTo>
                <a:lnTo>
                  <a:pt x="117190" y="2216707"/>
                </a:lnTo>
                <a:close/>
              </a:path>
              <a:path w="1179829" h="2439034">
                <a:moveTo>
                  <a:pt x="57851" y="2216707"/>
                </a:moveTo>
                <a:lnTo>
                  <a:pt x="95190" y="2216707"/>
                </a:lnTo>
                <a:lnTo>
                  <a:pt x="95190" y="2116857"/>
                </a:lnTo>
                <a:lnTo>
                  <a:pt x="57851" y="2116857"/>
                </a:lnTo>
                <a:lnTo>
                  <a:pt x="57851" y="2216707"/>
                </a:lnTo>
                <a:close/>
              </a:path>
              <a:path w="1179829" h="2439034">
                <a:moveTo>
                  <a:pt x="1059883" y="1605144"/>
                </a:moveTo>
                <a:lnTo>
                  <a:pt x="1097223" y="1605144"/>
                </a:lnTo>
                <a:lnTo>
                  <a:pt x="1097223" y="1466175"/>
                </a:lnTo>
                <a:lnTo>
                  <a:pt x="1059883" y="1466175"/>
                </a:lnTo>
                <a:lnTo>
                  <a:pt x="1059883" y="1605144"/>
                </a:lnTo>
                <a:close/>
              </a:path>
              <a:path w="1179829" h="2439034">
                <a:moveTo>
                  <a:pt x="881941" y="1605144"/>
                </a:moveTo>
                <a:lnTo>
                  <a:pt x="919259" y="1605144"/>
                </a:lnTo>
                <a:lnTo>
                  <a:pt x="919259" y="1466175"/>
                </a:lnTo>
                <a:lnTo>
                  <a:pt x="881941" y="1466175"/>
                </a:lnTo>
                <a:lnTo>
                  <a:pt x="881941" y="1605144"/>
                </a:lnTo>
                <a:close/>
              </a:path>
              <a:path w="1179829" h="2439034">
                <a:moveTo>
                  <a:pt x="1059883" y="954515"/>
                </a:moveTo>
                <a:lnTo>
                  <a:pt x="1097223" y="954515"/>
                </a:lnTo>
                <a:lnTo>
                  <a:pt x="1097223" y="854686"/>
                </a:lnTo>
                <a:lnTo>
                  <a:pt x="1059883" y="854686"/>
                </a:lnTo>
                <a:lnTo>
                  <a:pt x="1059883" y="954515"/>
                </a:lnTo>
                <a:close/>
              </a:path>
              <a:path w="1179829" h="2439034">
                <a:moveTo>
                  <a:pt x="881941" y="954515"/>
                </a:moveTo>
                <a:lnTo>
                  <a:pt x="919259" y="954515"/>
                </a:lnTo>
                <a:lnTo>
                  <a:pt x="919259" y="854686"/>
                </a:lnTo>
                <a:lnTo>
                  <a:pt x="881941" y="854686"/>
                </a:lnTo>
                <a:lnTo>
                  <a:pt x="881941" y="954515"/>
                </a:lnTo>
                <a:close/>
              </a:path>
              <a:path w="1179829" h="2439034">
                <a:moveTo>
                  <a:pt x="1059883" y="1076396"/>
                </a:moveTo>
                <a:lnTo>
                  <a:pt x="1097223" y="1076396"/>
                </a:lnTo>
                <a:lnTo>
                  <a:pt x="1097223" y="976535"/>
                </a:lnTo>
                <a:lnTo>
                  <a:pt x="1059883" y="976535"/>
                </a:lnTo>
                <a:lnTo>
                  <a:pt x="1059883" y="1076396"/>
                </a:lnTo>
                <a:close/>
              </a:path>
              <a:path w="1179829" h="2439034">
                <a:moveTo>
                  <a:pt x="881941" y="1076396"/>
                </a:moveTo>
                <a:lnTo>
                  <a:pt x="919259" y="1076396"/>
                </a:lnTo>
                <a:lnTo>
                  <a:pt x="919259" y="976535"/>
                </a:lnTo>
                <a:lnTo>
                  <a:pt x="881941" y="976535"/>
                </a:lnTo>
                <a:lnTo>
                  <a:pt x="881941" y="1076396"/>
                </a:lnTo>
                <a:close/>
              </a:path>
              <a:path w="1179829" h="2439034">
                <a:moveTo>
                  <a:pt x="1059883" y="1198277"/>
                </a:moveTo>
                <a:lnTo>
                  <a:pt x="1097223" y="1198277"/>
                </a:lnTo>
                <a:lnTo>
                  <a:pt x="1097223" y="1098458"/>
                </a:lnTo>
                <a:lnTo>
                  <a:pt x="1059883" y="1098458"/>
                </a:lnTo>
                <a:lnTo>
                  <a:pt x="1059883" y="1198277"/>
                </a:lnTo>
                <a:close/>
              </a:path>
              <a:path w="1179829" h="2439034">
                <a:moveTo>
                  <a:pt x="881941" y="1198277"/>
                </a:moveTo>
                <a:lnTo>
                  <a:pt x="919259" y="1198277"/>
                </a:lnTo>
                <a:lnTo>
                  <a:pt x="919259" y="1098458"/>
                </a:lnTo>
                <a:lnTo>
                  <a:pt x="881941" y="1098458"/>
                </a:lnTo>
                <a:lnTo>
                  <a:pt x="881941" y="1198277"/>
                </a:lnTo>
                <a:close/>
              </a:path>
              <a:path w="1179829" h="2439034">
                <a:moveTo>
                  <a:pt x="1059883" y="1320148"/>
                </a:moveTo>
                <a:lnTo>
                  <a:pt x="1097223" y="1320148"/>
                </a:lnTo>
                <a:lnTo>
                  <a:pt x="1097223" y="1220350"/>
                </a:lnTo>
                <a:lnTo>
                  <a:pt x="1059883" y="1220350"/>
                </a:lnTo>
                <a:lnTo>
                  <a:pt x="1059883" y="1320148"/>
                </a:lnTo>
                <a:close/>
              </a:path>
              <a:path w="1179829" h="2439034">
                <a:moveTo>
                  <a:pt x="881941" y="1320148"/>
                </a:moveTo>
                <a:lnTo>
                  <a:pt x="919259" y="1320148"/>
                </a:lnTo>
                <a:lnTo>
                  <a:pt x="919259" y="1220350"/>
                </a:lnTo>
                <a:lnTo>
                  <a:pt x="881941" y="1220350"/>
                </a:lnTo>
                <a:lnTo>
                  <a:pt x="881941" y="1320148"/>
                </a:lnTo>
                <a:close/>
              </a:path>
              <a:path w="1179829" h="2439034">
                <a:moveTo>
                  <a:pt x="1059883" y="1442018"/>
                </a:moveTo>
                <a:lnTo>
                  <a:pt x="1097223" y="1442018"/>
                </a:lnTo>
                <a:lnTo>
                  <a:pt x="1097223" y="1342189"/>
                </a:lnTo>
                <a:lnTo>
                  <a:pt x="1059883" y="1342189"/>
                </a:lnTo>
                <a:lnTo>
                  <a:pt x="1059883" y="1442018"/>
                </a:lnTo>
                <a:close/>
              </a:path>
              <a:path w="1179829" h="2439034">
                <a:moveTo>
                  <a:pt x="881941" y="1442018"/>
                </a:moveTo>
                <a:lnTo>
                  <a:pt x="919259" y="1442018"/>
                </a:lnTo>
                <a:lnTo>
                  <a:pt x="919259" y="1342189"/>
                </a:lnTo>
                <a:lnTo>
                  <a:pt x="881941" y="1342189"/>
                </a:lnTo>
                <a:lnTo>
                  <a:pt x="881941" y="1442018"/>
                </a:lnTo>
                <a:close/>
              </a:path>
              <a:path w="1179829" h="2439034">
                <a:moveTo>
                  <a:pt x="235877" y="1605144"/>
                </a:moveTo>
                <a:lnTo>
                  <a:pt x="273206" y="1605144"/>
                </a:lnTo>
                <a:lnTo>
                  <a:pt x="273206" y="1466175"/>
                </a:lnTo>
                <a:lnTo>
                  <a:pt x="235877" y="1466175"/>
                </a:lnTo>
                <a:lnTo>
                  <a:pt x="235877" y="1605144"/>
                </a:lnTo>
                <a:close/>
              </a:path>
              <a:path w="1179829" h="2439034">
                <a:moveTo>
                  <a:pt x="176518" y="1605144"/>
                </a:moveTo>
                <a:lnTo>
                  <a:pt x="213836" y="1605144"/>
                </a:lnTo>
                <a:lnTo>
                  <a:pt x="213836" y="1466175"/>
                </a:lnTo>
                <a:lnTo>
                  <a:pt x="176518" y="1466175"/>
                </a:lnTo>
                <a:lnTo>
                  <a:pt x="176518" y="1605144"/>
                </a:lnTo>
                <a:close/>
              </a:path>
              <a:path w="1179829" h="2439034">
                <a:moveTo>
                  <a:pt x="117190" y="1605144"/>
                </a:moveTo>
                <a:lnTo>
                  <a:pt x="154539" y="1605144"/>
                </a:lnTo>
                <a:lnTo>
                  <a:pt x="154539" y="1466175"/>
                </a:lnTo>
                <a:lnTo>
                  <a:pt x="117190" y="1466175"/>
                </a:lnTo>
                <a:lnTo>
                  <a:pt x="117190" y="1605144"/>
                </a:lnTo>
                <a:close/>
              </a:path>
              <a:path w="1179829" h="2439034">
                <a:moveTo>
                  <a:pt x="57851" y="1605144"/>
                </a:moveTo>
                <a:lnTo>
                  <a:pt x="95190" y="1605144"/>
                </a:lnTo>
                <a:lnTo>
                  <a:pt x="95190" y="1466175"/>
                </a:lnTo>
                <a:lnTo>
                  <a:pt x="57851" y="1466175"/>
                </a:lnTo>
                <a:lnTo>
                  <a:pt x="57851" y="1605144"/>
                </a:lnTo>
                <a:close/>
              </a:path>
              <a:path w="1179829" h="2439034">
                <a:moveTo>
                  <a:pt x="235877" y="954515"/>
                </a:moveTo>
                <a:lnTo>
                  <a:pt x="273206" y="954515"/>
                </a:lnTo>
                <a:lnTo>
                  <a:pt x="273206" y="854686"/>
                </a:lnTo>
                <a:lnTo>
                  <a:pt x="235877" y="854686"/>
                </a:lnTo>
                <a:lnTo>
                  <a:pt x="235877" y="954515"/>
                </a:lnTo>
                <a:close/>
              </a:path>
              <a:path w="1179829" h="2439034">
                <a:moveTo>
                  <a:pt x="176518" y="954515"/>
                </a:moveTo>
                <a:lnTo>
                  <a:pt x="213836" y="954515"/>
                </a:lnTo>
                <a:lnTo>
                  <a:pt x="213836" y="854686"/>
                </a:lnTo>
                <a:lnTo>
                  <a:pt x="176518" y="854686"/>
                </a:lnTo>
                <a:lnTo>
                  <a:pt x="176518" y="954515"/>
                </a:lnTo>
                <a:close/>
              </a:path>
              <a:path w="1179829" h="2439034">
                <a:moveTo>
                  <a:pt x="117190" y="954515"/>
                </a:moveTo>
                <a:lnTo>
                  <a:pt x="154539" y="954515"/>
                </a:lnTo>
                <a:lnTo>
                  <a:pt x="154539" y="854686"/>
                </a:lnTo>
                <a:lnTo>
                  <a:pt x="117190" y="854686"/>
                </a:lnTo>
                <a:lnTo>
                  <a:pt x="117190" y="954515"/>
                </a:lnTo>
                <a:close/>
              </a:path>
              <a:path w="1179829" h="2439034">
                <a:moveTo>
                  <a:pt x="57851" y="954515"/>
                </a:moveTo>
                <a:lnTo>
                  <a:pt x="95190" y="954515"/>
                </a:lnTo>
                <a:lnTo>
                  <a:pt x="95190" y="854686"/>
                </a:lnTo>
                <a:lnTo>
                  <a:pt x="57851" y="854686"/>
                </a:lnTo>
                <a:lnTo>
                  <a:pt x="57851" y="954515"/>
                </a:lnTo>
                <a:close/>
              </a:path>
              <a:path w="1179829" h="2439034">
                <a:moveTo>
                  <a:pt x="235877" y="1076396"/>
                </a:moveTo>
                <a:lnTo>
                  <a:pt x="273206" y="1076396"/>
                </a:lnTo>
                <a:lnTo>
                  <a:pt x="273206" y="976535"/>
                </a:lnTo>
                <a:lnTo>
                  <a:pt x="235877" y="976535"/>
                </a:lnTo>
                <a:lnTo>
                  <a:pt x="235877" y="1076396"/>
                </a:lnTo>
                <a:close/>
              </a:path>
              <a:path w="1179829" h="2439034">
                <a:moveTo>
                  <a:pt x="176518" y="1076396"/>
                </a:moveTo>
                <a:lnTo>
                  <a:pt x="213836" y="1076396"/>
                </a:lnTo>
                <a:lnTo>
                  <a:pt x="213836" y="976535"/>
                </a:lnTo>
                <a:lnTo>
                  <a:pt x="176518" y="976535"/>
                </a:lnTo>
                <a:lnTo>
                  <a:pt x="176518" y="1076396"/>
                </a:lnTo>
                <a:close/>
              </a:path>
              <a:path w="1179829" h="2439034">
                <a:moveTo>
                  <a:pt x="117190" y="1076396"/>
                </a:moveTo>
                <a:lnTo>
                  <a:pt x="154539" y="1076396"/>
                </a:lnTo>
                <a:lnTo>
                  <a:pt x="154539" y="976535"/>
                </a:lnTo>
                <a:lnTo>
                  <a:pt x="117190" y="976535"/>
                </a:lnTo>
                <a:lnTo>
                  <a:pt x="117190" y="1076396"/>
                </a:lnTo>
                <a:close/>
              </a:path>
              <a:path w="1179829" h="2439034">
                <a:moveTo>
                  <a:pt x="57851" y="1076396"/>
                </a:moveTo>
                <a:lnTo>
                  <a:pt x="95190" y="1076396"/>
                </a:lnTo>
                <a:lnTo>
                  <a:pt x="95190" y="976535"/>
                </a:lnTo>
                <a:lnTo>
                  <a:pt x="57851" y="976535"/>
                </a:lnTo>
                <a:lnTo>
                  <a:pt x="57851" y="1076396"/>
                </a:lnTo>
                <a:close/>
              </a:path>
              <a:path w="1179829" h="2439034">
                <a:moveTo>
                  <a:pt x="235877" y="1198277"/>
                </a:moveTo>
                <a:lnTo>
                  <a:pt x="273206" y="1198277"/>
                </a:lnTo>
                <a:lnTo>
                  <a:pt x="273206" y="1098458"/>
                </a:lnTo>
                <a:lnTo>
                  <a:pt x="235877" y="1098458"/>
                </a:lnTo>
                <a:lnTo>
                  <a:pt x="235877" y="1198277"/>
                </a:lnTo>
                <a:close/>
              </a:path>
              <a:path w="1179829" h="2439034">
                <a:moveTo>
                  <a:pt x="176518" y="1198277"/>
                </a:moveTo>
                <a:lnTo>
                  <a:pt x="213836" y="1198277"/>
                </a:lnTo>
                <a:lnTo>
                  <a:pt x="213836" y="1098458"/>
                </a:lnTo>
                <a:lnTo>
                  <a:pt x="176518" y="1098458"/>
                </a:lnTo>
                <a:lnTo>
                  <a:pt x="176518" y="1198277"/>
                </a:lnTo>
                <a:close/>
              </a:path>
              <a:path w="1179829" h="2439034">
                <a:moveTo>
                  <a:pt x="117190" y="1198277"/>
                </a:moveTo>
                <a:lnTo>
                  <a:pt x="154539" y="1198277"/>
                </a:lnTo>
                <a:lnTo>
                  <a:pt x="154539" y="1098458"/>
                </a:lnTo>
                <a:lnTo>
                  <a:pt x="117190" y="1098458"/>
                </a:lnTo>
                <a:lnTo>
                  <a:pt x="117190" y="1198277"/>
                </a:lnTo>
                <a:close/>
              </a:path>
              <a:path w="1179829" h="2439034">
                <a:moveTo>
                  <a:pt x="57851" y="1198277"/>
                </a:moveTo>
                <a:lnTo>
                  <a:pt x="95190" y="1198277"/>
                </a:lnTo>
                <a:lnTo>
                  <a:pt x="95190" y="1098458"/>
                </a:lnTo>
                <a:lnTo>
                  <a:pt x="57851" y="1098458"/>
                </a:lnTo>
                <a:lnTo>
                  <a:pt x="57851" y="1198277"/>
                </a:lnTo>
                <a:close/>
              </a:path>
              <a:path w="1179829" h="2439034">
                <a:moveTo>
                  <a:pt x="235877" y="1320148"/>
                </a:moveTo>
                <a:lnTo>
                  <a:pt x="273206" y="1320148"/>
                </a:lnTo>
                <a:lnTo>
                  <a:pt x="273206" y="1220350"/>
                </a:lnTo>
                <a:lnTo>
                  <a:pt x="235877" y="1220350"/>
                </a:lnTo>
                <a:lnTo>
                  <a:pt x="235877" y="1320148"/>
                </a:lnTo>
                <a:close/>
              </a:path>
              <a:path w="1179829" h="2439034">
                <a:moveTo>
                  <a:pt x="176518" y="1320148"/>
                </a:moveTo>
                <a:lnTo>
                  <a:pt x="213836" y="1320148"/>
                </a:lnTo>
                <a:lnTo>
                  <a:pt x="213836" y="1220350"/>
                </a:lnTo>
                <a:lnTo>
                  <a:pt x="176518" y="1220350"/>
                </a:lnTo>
                <a:lnTo>
                  <a:pt x="176518" y="1320148"/>
                </a:lnTo>
                <a:close/>
              </a:path>
              <a:path w="1179829" h="2439034">
                <a:moveTo>
                  <a:pt x="117190" y="1320148"/>
                </a:moveTo>
                <a:lnTo>
                  <a:pt x="154539" y="1320148"/>
                </a:lnTo>
                <a:lnTo>
                  <a:pt x="154539" y="1220350"/>
                </a:lnTo>
                <a:lnTo>
                  <a:pt x="117190" y="1220350"/>
                </a:lnTo>
                <a:lnTo>
                  <a:pt x="117190" y="1320148"/>
                </a:lnTo>
                <a:close/>
              </a:path>
              <a:path w="1179829" h="2439034">
                <a:moveTo>
                  <a:pt x="57851" y="1320148"/>
                </a:moveTo>
                <a:lnTo>
                  <a:pt x="95190" y="1320148"/>
                </a:lnTo>
                <a:lnTo>
                  <a:pt x="95190" y="1220350"/>
                </a:lnTo>
                <a:lnTo>
                  <a:pt x="57851" y="1220350"/>
                </a:lnTo>
                <a:lnTo>
                  <a:pt x="57851" y="1320148"/>
                </a:lnTo>
                <a:close/>
              </a:path>
              <a:path w="1179829" h="2439034">
                <a:moveTo>
                  <a:pt x="235877" y="1442018"/>
                </a:moveTo>
                <a:lnTo>
                  <a:pt x="273206" y="1442018"/>
                </a:lnTo>
                <a:lnTo>
                  <a:pt x="273206" y="1342189"/>
                </a:lnTo>
                <a:lnTo>
                  <a:pt x="235877" y="1342189"/>
                </a:lnTo>
                <a:lnTo>
                  <a:pt x="235877" y="1442018"/>
                </a:lnTo>
                <a:close/>
              </a:path>
              <a:path w="1179829" h="2439034">
                <a:moveTo>
                  <a:pt x="176518" y="1442018"/>
                </a:moveTo>
                <a:lnTo>
                  <a:pt x="213836" y="1442018"/>
                </a:lnTo>
                <a:lnTo>
                  <a:pt x="213836" y="1342189"/>
                </a:lnTo>
                <a:lnTo>
                  <a:pt x="176518" y="1342189"/>
                </a:lnTo>
                <a:lnTo>
                  <a:pt x="176518" y="1442018"/>
                </a:lnTo>
                <a:close/>
              </a:path>
              <a:path w="1179829" h="2439034">
                <a:moveTo>
                  <a:pt x="117190" y="1442018"/>
                </a:moveTo>
                <a:lnTo>
                  <a:pt x="154539" y="1442018"/>
                </a:lnTo>
                <a:lnTo>
                  <a:pt x="154539" y="1342189"/>
                </a:lnTo>
                <a:lnTo>
                  <a:pt x="117190" y="1342189"/>
                </a:lnTo>
                <a:lnTo>
                  <a:pt x="117190" y="1442018"/>
                </a:lnTo>
                <a:close/>
              </a:path>
              <a:path w="1179829" h="2439034">
                <a:moveTo>
                  <a:pt x="57851" y="1442018"/>
                </a:moveTo>
                <a:lnTo>
                  <a:pt x="95190" y="1442018"/>
                </a:lnTo>
                <a:lnTo>
                  <a:pt x="95190" y="1342189"/>
                </a:lnTo>
                <a:lnTo>
                  <a:pt x="57851" y="1342189"/>
                </a:lnTo>
                <a:lnTo>
                  <a:pt x="57851" y="1442018"/>
                </a:lnTo>
                <a:close/>
              </a:path>
              <a:path w="1179829" h="2439034">
                <a:moveTo>
                  <a:pt x="1059883" y="830508"/>
                </a:moveTo>
                <a:lnTo>
                  <a:pt x="1097223" y="830508"/>
                </a:lnTo>
                <a:lnTo>
                  <a:pt x="1097223" y="691497"/>
                </a:lnTo>
                <a:lnTo>
                  <a:pt x="1059883" y="691497"/>
                </a:lnTo>
                <a:lnTo>
                  <a:pt x="1059883" y="830508"/>
                </a:lnTo>
                <a:close/>
              </a:path>
              <a:path w="1179829" h="2439034">
                <a:moveTo>
                  <a:pt x="1000587" y="830508"/>
                </a:moveTo>
                <a:lnTo>
                  <a:pt x="1037905" y="830508"/>
                </a:lnTo>
                <a:lnTo>
                  <a:pt x="1037905" y="691497"/>
                </a:lnTo>
                <a:lnTo>
                  <a:pt x="1000587" y="691497"/>
                </a:lnTo>
                <a:lnTo>
                  <a:pt x="1000587" y="830508"/>
                </a:lnTo>
                <a:close/>
              </a:path>
              <a:path w="1179829" h="2439034">
                <a:moveTo>
                  <a:pt x="941227" y="830508"/>
                </a:moveTo>
                <a:lnTo>
                  <a:pt x="978556" y="830508"/>
                </a:lnTo>
                <a:lnTo>
                  <a:pt x="978556" y="691497"/>
                </a:lnTo>
                <a:lnTo>
                  <a:pt x="941227" y="691497"/>
                </a:lnTo>
                <a:lnTo>
                  <a:pt x="941227" y="830508"/>
                </a:lnTo>
                <a:close/>
              </a:path>
              <a:path w="1179829" h="2439034">
                <a:moveTo>
                  <a:pt x="881941" y="830508"/>
                </a:moveTo>
                <a:lnTo>
                  <a:pt x="919259" y="830508"/>
                </a:lnTo>
                <a:lnTo>
                  <a:pt x="919259" y="691497"/>
                </a:lnTo>
                <a:lnTo>
                  <a:pt x="881941" y="691497"/>
                </a:lnTo>
                <a:lnTo>
                  <a:pt x="881941" y="830508"/>
                </a:lnTo>
                <a:close/>
              </a:path>
              <a:path w="1179829" h="2439034">
                <a:moveTo>
                  <a:pt x="822613" y="830508"/>
                </a:moveTo>
                <a:lnTo>
                  <a:pt x="859879" y="830508"/>
                </a:lnTo>
                <a:lnTo>
                  <a:pt x="859879" y="691497"/>
                </a:lnTo>
                <a:lnTo>
                  <a:pt x="822613" y="691497"/>
                </a:lnTo>
                <a:lnTo>
                  <a:pt x="822613" y="830508"/>
                </a:lnTo>
                <a:close/>
              </a:path>
              <a:path w="1179829" h="2439034">
                <a:moveTo>
                  <a:pt x="763264" y="830508"/>
                </a:moveTo>
                <a:lnTo>
                  <a:pt x="800572" y="830508"/>
                </a:lnTo>
                <a:lnTo>
                  <a:pt x="800572" y="691497"/>
                </a:lnTo>
                <a:lnTo>
                  <a:pt x="763264" y="691497"/>
                </a:lnTo>
                <a:lnTo>
                  <a:pt x="763264" y="830508"/>
                </a:lnTo>
                <a:close/>
              </a:path>
              <a:path w="1179829" h="2439034">
                <a:moveTo>
                  <a:pt x="1059883" y="179889"/>
                </a:moveTo>
                <a:lnTo>
                  <a:pt x="1097223" y="179889"/>
                </a:lnTo>
                <a:lnTo>
                  <a:pt x="1097223" y="80028"/>
                </a:lnTo>
                <a:lnTo>
                  <a:pt x="1059883" y="80028"/>
                </a:lnTo>
                <a:lnTo>
                  <a:pt x="1059883" y="179889"/>
                </a:lnTo>
                <a:close/>
              </a:path>
              <a:path w="1179829" h="2439034">
                <a:moveTo>
                  <a:pt x="1000587" y="179889"/>
                </a:moveTo>
                <a:lnTo>
                  <a:pt x="1037905" y="179889"/>
                </a:lnTo>
                <a:lnTo>
                  <a:pt x="1037905" y="80028"/>
                </a:lnTo>
                <a:lnTo>
                  <a:pt x="1000587" y="80028"/>
                </a:lnTo>
                <a:lnTo>
                  <a:pt x="1000587" y="179889"/>
                </a:lnTo>
                <a:close/>
              </a:path>
              <a:path w="1179829" h="2439034">
                <a:moveTo>
                  <a:pt x="941227" y="179889"/>
                </a:moveTo>
                <a:lnTo>
                  <a:pt x="978556" y="179889"/>
                </a:lnTo>
                <a:lnTo>
                  <a:pt x="978556" y="80028"/>
                </a:lnTo>
                <a:lnTo>
                  <a:pt x="941227" y="80028"/>
                </a:lnTo>
                <a:lnTo>
                  <a:pt x="941227" y="179889"/>
                </a:lnTo>
                <a:close/>
              </a:path>
              <a:path w="1179829" h="2439034">
                <a:moveTo>
                  <a:pt x="881941" y="179889"/>
                </a:moveTo>
                <a:lnTo>
                  <a:pt x="919259" y="179889"/>
                </a:lnTo>
                <a:lnTo>
                  <a:pt x="919259" y="80028"/>
                </a:lnTo>
                <a:lnTo>
                  <a:pt x="881941" y="80028"/>
                </a:lnTo>
                <a:lnTo>
                  <a:pt x="881941" y="179889"/>
                </a:lnTo>
                <a:close/>
              </a:path>
              <a:path w="1179829" h="2439034">
                <a:moveTo>
                  <a:pt x="822613" y="179889"/>
                </a:moveTo>
                <a:lnTo>
                  <a:pt x="859879" y="179889"/>
                </a:lnTo>
                <a:lnTo>
                  <a:pt x="859879" y="80028"/>
                </a:lnTo>
                <a:lnTo>
                  <a:pt x="822613" y="80028"/>
                </a:lnTo>
                <a:lnTo>
                  <a:pt x="822613" y="179889"/>
                </a:lnTo>
                <a:close/>
              </a:path>
              <a:path w="1179829" h="2439034">
                <a:moveTo>
                  <a:pt x="763264" y="179889"/>
                </a:moveTo>
                <a:lnTo>
                  <a:pt x="800572" y="179889"/>
                </a:lnTo>
                <a:lnTo>
                  <a:pt x="800572" y="80028"/>
                </a:lnTo>
                <a:lnTo>
                  <a:pt x="763264" y="80028"/>
                </a:lnTo>
                <a:lnTo>
                  <a:pt x="763264" y="179889"/>
                </a:lnTo>
                <a:close/>
              </a:path>
              <a:path w="1179829" h="2439034">
                <a:moveTo>
                  <a:pt x="1059883" y="301770"/>
                </a:moveTo>
                <a:lnTo>
                  <a:pt x="1097223" y="301770"/>
                </a:lnTo>
                <a:lnTo>
                  <a:pt x="1097223" y="201910"/>
                </a:lnTo>
                <a:lnTo>
                  <a:pt x="1059883" y="201910"/>
                </a:lnTo>
                <a:lnTo>
                  <a:pt x="1059883" y="301770"/>
                </a:lnTo>
                <a:close/>
              </a:path>
              <a:path w="1179829" h="2439034">
                <a:moveTo>
                  <a:pt x="1000587" y="301770"/>
                </a:moveTo>
                <a:lnTo>
                  <a:pt x="1037905" y="301770"/>
                </a:lnTo>
                <a:lnTo>
                  <a:pt x="1037905" y="201910"/>
                </a:lnTo>
                <a:lnTo>
                  <a:pt x="1000587" y="201910"/>
                </a:lnTo>
                <a:lnTo>
                  <a:pt x="1000587" y="301770"/>
                </a:lnTo>
                <a:close/>
              </a:path>
              <a:path w="1179829" h="2439034">
                <a:moveTo>
                  <a:pt x="941227" y="301770"/>
                </a:moveTo>
                <a:lnTo>
                  <a:pt x="978556" y="301770"/>
                </a:lnTo>
                <a:lnTo>
                  <a:pt x="978556" y="201910"/>
                </a:lnTo>
                <a:lnTo>
                  <a:pt x="941227" y="201910"/>
                </a:lnTo>
                <a:lnTo>
                  <a:pt x="941227" y="301770"/>
                </a:lnTo>
                <a:close/>
              </a:path>
              <a:path w="1179829" h="2439034">
                <a:moveTo>
                  <a:pt x="881941" y="301770"/>
                </a:moveTo>
                <a:lnTo>
                  <a:pt x="919259" y="301770"/>
                </a:lnTo>
                <a:lnTo>
                  <a:pt x="919259" y="201910"/>
                </a:lnTo>
                <a:lnTo>
                  <a:pt x="881941" y="201910"/>
                </a:lnTo>
                <a:lnTo>
                  <a:pt x="881941" y="301770"/>
                </a:lnTo>
                <a:close/>
              </a:path>
              <a:path w="1179829" h="2439034">
                <a:moveTo>
                  <a:pt x="822613" y="301770"/>
                </a:moveTo>
                <a:lnTo>
                  <a:pt x="859879" y="301770"/>
                </a:lnTo>
                <a:lnTo>
                  <a:pt x="859879" y="201910"/>
                </a:lnTo>
                <a:lnTo>
                  <a:pt x="822613" y="201910"/>
                </a:lnTo>
                <a:lnTo>
                  <a:pt x="822613" y="301770"/>
                </a:lnTo>
                <a:close/>
              </a:path>
              <a:path w="1179829" h="2439034">
                <a:moveTo>
                  <a:pt x="763264" y="301770"/>
                </a:moveTo>
                <a:lnTo>
                  <a:pt x="800572" y="301770"/>
                </a:lnTo>
                <a:lnTo>
                  <a:pt x="800572" y="201910"/>
                </a:lnTo>
                <a:lnTo>
                  <a:pt x="763264" y="201910"/>
                </a:lnTo>
                <a:lnTo>
                  <a:pt x="763264" y="301770"/>
                </a:lnTo>
                <a:close/>
              </a:path>
              <a:path w="1179829" h="2439034">
                <a:moveTo>
                  <a:pt x="1059883" y="423641"/>
                </a:moveTo>
                <a:lnTo>
                  <a:pt x="1097223" y="423641"/>
                </a:lnTo>
                <a:lnTo>
                  <a:pt x="1097223" y="323822"/>
                </a:lnTo>
                <a:lnTo>
                  <a:pt x="1059883" y="323822"/>
                </a:lnTo>
                <a:lnTo>
                  <a:pt x="1059883" y="423641"/>
                </a:lnTo>
                <a:close/>
              </a:path>
              <a:path w="1179829" h="2439034">
                <a:moveTo>
                  <a:pt x="1000587" y="423641"/>
                </a:moveTo>
                <a:lnTo>
                  <a:pt x="1037905" y="423641"/>
                </a:lnTo>
                <a:lnTo>
                  <a:pt x="1037905" y="323822"/>
                </a:lnTo>
                <a:lnTo>
                  <a:pt x="1000587" y="323822"/>
                </a:lnTo>
                <a:lnTo>
                  <a:pt x="1000587" y="423641"/>
                </a:lnTo>
                <a:close/>
              </a:path>
              <a:path w="1179829" h="2439034">
                <a:moveTo>
                  <a:pt x="941227" y="423641"/>
                </a:moveTo>
                <a:lnTo>
                  <a:pt x="978556" y="423641"/>
                </a:lnTo>
                <a:lnTo>
                  <a:pt x="978556" y="323822"/>
                </a:lnTo>
                <a:lnTo>
                  <a:pt x="941227" y="323822"/>
                </a:lnTo>
                <a:lnTo>
                  <a:pt x="941227" y="423641"/>
                </a:lnTo>
                <a:close/>
              </a:path>
              <a:path w="1179829" h="2439034">
                <a:moveTo>
                  <a:pt x="881941" y="423641"/>
                </a:moveTo>
                <a:lnTo>
                  <a:pt x="919259" y="423641"/>
                </a:lnTo>
                <a:lnTo>
                  <a:pt x="919259" y="323822"/>
                </a:lnTo>
                <a:lnTo>
                  <a:pt x="881941" y="323822"/>
                </a:lnTo>
                <a:lnTo>
                  <a:pt x="881941" y="423641"/>
                </a:lnTo>
                <a:close/>
              </a:path>
              <a:path w="1179829" h="2439034">
                <a:moveTo>
                  <a:pt x="822613" y="423641"/>
                </a:moveTo>
                <a:lnTo>
                  <a:pt x="859879" y="423641"/>
                </a:lnTo>
                <a:lnTo>
                  <a:pt x="859879" y="323822"/>
                </a:lnTo>
                <a:lnTo>
                  <a:pt x="822613" y="323822"/>
                </a:lnTo>
                <a:lnTo>
                  <a:pt x="822613" y="423641"/>
                </a:lnTo>
                <a:close/>
              </a:path>
              <a:path w="1179829" h="2439034">
                <a:moveTo>
                  <a:pt x="763264" y="423641"/>
                </a:moveTo>
                <a:lnTo>
                  <a:pt x="800572" y="423641"/>
                </a:lnTo>
                <a:lnTo>
                  <a:pt x="800572" y="323822"/>
                </a:lnTo>
                <a:lnTo>
                  <a:pt x="763264" y="323822"/>
                </a:lnTo>
                <a:lnTo>
                  <a:pt x="763264" y="423641"/>
                </a:lnTo>
                <a:close/>
              </a:path>
              <a:path w="1179829" h="2439034">
                <a:moveTo>
                  <a:pt x="1059883" y="545470"/>
                </a:moveTo>
                <a:lnTo>
                  <a:pt x="1097223" y="545470"/>
                </a:lnTo>
                <a:lnTo>
                  <a:pt x="1097223" y="445703"/>
                </a:lnTo>
                <a:lnTo>
                  <a:pt x="1059883" y="445703"/>
                </a:lnTo>
                <a:lnTo>
                  <a:pt x="1059883" y="545470"/>
                </a:lnTo>
                <a:close/>
              </a:path>
              <a:path w="1179829" h="2439034">
                <a:moveTo>
                  <a:pt x="1000587" y="545470"/>
                </a:moveTo>
                <a:lnTo>
                  <a:pt x="1037905" y="545470"/>
                </a:lnTo>
                <a:lnTo>
                  <a:pt x="1037905" y="445703"/>
                </a:lnTo>
                <a:lnTo>
                  <a:pt x="1000587" y="445703"/>
                </a:lnTo>
                <a:lnTo>
                  <a:pt x="1000587" y="545470"/>
                </a:lnTo>
                <a:close/>
              </a:path>
              <a:path w="1179829" h="2439034">
                <a:moveTo>
                  <a:pt x="941227" y="545470"/>
                </a:moveTo>
                <a:lnTo>
                  <a:pt x="978556" y="545470"/>
                </a:lnTo>
                <a:lnTo>
                  <a:pt x="978556" y="445703"/>
                </a:lnTo>
                <a:lnTo>
                  <a:pt x="941227" y="445703"/>
                </a:lnTo>
                <a:lnTo>
                  <a:pt x="941227" y="545470"/>
                </a:lnTo>
                <a:close/>
              </a:path>
              <a:path w="1179829" h="2439034">
                <a:moveTo>
                  <a:pt x="881941" y="545470"/>
                </a:moveTo>
                <a:lnTo>
                  <a:pt x="919259" y="545470"/>
                </a:lnTo>
                <a:lnTo>
                  <a:pt x="919259" y="445703"/>
                </a:lnTo>
                <a:lnTo>
                  <a:pt x="881941" y="445703"/>
                </a:lnTo>
                <a:lnTo>
                  <a:pt x="881941" y="545470"/>
                </a:lnTo>
                <a:close/>
              </a:path>
              <a:path w="1179829" h="2439034">
                <a:moveTo>
                  <a:pt x="822613" y="545470"/>
                </a:moveTo>
                <a:lnTo>
                  <a:pt x="859879" y="545470"/>
                </a:lnTo>
                <a:lnTo>
                  <a:pt x="859879" y="445703"/>
                </a:lnTo>
                <a:lnTo>
                  <a:pt x="822613" y="445703"/>
                </a:lnTo>
                <a:lnTo>
                  <a:pt x="822613" y="545470"/>
                </a:lnTo>
                <a:close/>
              </a:path>
              <a:path w="1179829" h="2439034">
                <a:moveTo>
                  <a:pt x="763264" y="545470"/>
                </a:moveTo>
                <a:lnTo>
                  <a:pt x="800572" y="545470"/>
                </a:lnTo>
                <a:lnTo>
                  <a:pt x="800572" y="445703"/>
                </a:lnTo>
                <a:lnTo>
                  <a:pt x="763264" y="445703"/>
                </a:lnTo>
                <a:lnTo>
                  <a:pt x="763264" y="545470"/>
                </a:lnTo>
                <a:close/>
              </a:path>
              <a:path w="1179829" h="2439034">
                <a:moveTo>
                  <a:pt x="1059883" y="667403"/>
                </a:moveTo>
                <a:lnTo>
                  <a:pt x="1097223" y="667403"/>
                </a:lnTo>
                <a:lnTo>
                  <a:pt x="1097223" y="567563"/>
                </a:lnTo>
                <a:lnTo>
                  <a:pt x="1059883" y="567563"/>
                </a:lnTo>
                <a:lnTo>
                  <a:pt x="1059883" y="667403"/>
                </a:lnTo>
                <a:close/>
              </a:path>
              <a:path w="1179829" h="2439034">
                <a:moveTo>
                  <a:pt x="1000587" y="667403"/>
                </a:moveTo>
                <a:lnTo>
                  <a:pt x="1037905" y="667403"/>
                </a:lnTo>
                <a:lnTo>
                  <a:pt x="1037905" y="567563"/>
                </a:lnTo>
                <a:lnTo>
                  <a:pt x="1000587" y="567563"/>
                </a:lnTo>
                <a:lnTo>
                  <a:pt x="1000587" y="667403"/>
                </a:lnTo>
                <a:close/>
              </a:path>
              <a:path w="1179829" h="2439034">
                <a:moveTo>
                  <a:pt x="941227" y="667403"/>
                </a:moveTo>
                <a:lnTo>
                  <a:pt x="978556" y="667403"/>
                </a:lnTo>
                <a:lnTo>
                  <a:pt x="978556" y="567563"/>
                </a:lnTo>
                <a:lnTo>
                  <a:pt x="941227" y="567563"/>
                </a:lnTo>
                <a:lnTo>
                  <a:pt x="941227" y="667403"/>
                </a:lnTo>
                <a:close/>
              </a:path>
              <a:path w="1179829" h="2439034">
                <a:moveTo>
                  <a:pt x="881941" y="667403"/>
                </a:moveTo>
                <a:lnTo>
                  <a:pt x="919259" y="667403"/>
                </a:lnTo>
                <a:lnTo>
                  <a:pt x="919259" y="567563"/>
                </a:lnTo>
                <a:lnTo>
                  <a:pt x="881941" y="567563"/>
                </a:lnTo>
                <a:lnTo>
                  <a:pt x="881941" y="667403"/>
                </a:lnTo>
                <a:close/>
              </a:path>
              <a:path w="1179829" h="2439034">
                <a:moveTo>
                  <a:pt x="822613" y="667403"/>
                </a:moveTo>
                <a:lnTo>
                  <a:pt x="859879" y="667403"/>
                </a:lnTo>
                <a:lnTo>
                  <a:pt x="859879" y="567563"/>
                </a:lnTo>
                <a:lnTo>
                  <a:pt x="822613" y="567563"/>
                </a:lnTo>
                <a:lnTo>
                  <a:pt x="822613" y="667403"/>
                </a:lnTo>
                <a:close/>
              </a:path>
              <a:path w="1179829" h="2439034">
                <a:moveTo>
                  <a:pt x="763264" y="667403"/>
                </a:moveTo>
                <a:lnTo>
                  <a:pt x="800572" y="667403"/>
                </a:lnTo>
                <a:lnTo>
                  <a:pt x="800572" y="567563"/>
                </a:lnTo>
                <a:lnTo>
                  <a:pt x="763264" y="567563"/>
                </a:lnTo>
                <a:lnTo>
                  <a:pt x="763264" y="667403"/>
                </a:lnTo>
                <a:close/>
              </a:path>
              <a:path w="1179829" h="2439034">
                <a:moveTo>
                  <a:pt x="707193" y="830508"/>
                </a:moveTo>
                <a:lnTo>
                  <a:pt x="744511" y="830508"/>
                </a:lnTo>
                <a:lnTo>
                  <a:pt x="744511" y="691497"/>
                </a:lnTo>
                <a:lnTo>
                  <a:pt x="707193" y="691497"/>
                </a:lnTo>
                <a:lnTo>
                  <a:pt x="707193" y="830508"/>
                </a:lnTo>
                <a:close/>
              </a:path>
              <a:path w="1179829" h="2439034">
                <a:moveTo>
                  <a:pt x="647896" y="830508"/>
                </a:moveTo>
                <a:lnTo>
                  <a:pt x="685204" y="830508"/>
                </a:lnTo>
                <a:lnTo>
                  <a:pt x="685204" y="691497"/>
                </a:lnTo>
                <a:lnTo>
                  <a:pt x="647896" y="691497"/>
                </a:lnTo>
                <a:lnTo>
                  <a:pt x="647896" y="830508"/>
                </a:lnTo>
                <a:close/>
              </a:path>
              <a:path w="1179829" h="2439034">
                <a:moveTo>
                  <a:pt x="588589" y="830508"/>
                </a:moveTo>
                <a:lnTo>
                  <a:pt x="625823" y="830508"/>
                </a:lnTo>
                <a:lnTo>
                  <a:pt x="625823" y="691497"/>
                </a:lnTo>
                <a:lnTo>
                  <a:pt x="588589" y="691497"/>
                </a:lnTo>
                <a:lnTo>
                  <a:pt x="588589" y="830508"/>
                </a:lnTo>
                <a:close/>
              </a:path>
              <a:path w="1179829" h="2439034">
                <a:moveTo>
                  <a:pt x="529219" y="830508"/>
                </a:moveTo>
                <a:lnTo>
                  <a:pt x="566474" y="830508"/>
                </a:lnTo>
                <a:lnTo>
                  <a:pt x="566474" y="691497"/>
                </a:lnTo>
                <a:lnTo>
                  <a:pt x="529219" y="691497"/>
                </a:lnTo>
                <a:lnTo>
                  <a:pt x="529219" y="830508"/>
                </a:lnTo>
                <a:close/>
              </a:path>
              <a:path w="1179829" h="2439034">
                <a:moveTo>
                  <a:pt x="469870" y="830508"/>
                </a:moveTo>
                <a:lnTo>
                  <a:pt x="507178" y="830508"/>
                </a:lnTo>
                <a:lnTo>
                  <a:pt x="507178" y="691497"/>
                </a:lnTo>
                <a:lnTo>
                  <a:pt x="469870" y="691497"/>
                </a:lnTo>
                <a:lnTo>
                  <a:pt x="469870" y="830508"/>
                </a:lnTo>
                <a:close/>
              </a:path>
              <a:path w="1179829" h="2439034">
                <a:moveTo>
                  <a:pt x="410563" y="830508"/>
                </a:moveTo>
                <a:lnTo>
                  <a:pt x="447818" y="830508"/>
                </a:lnTo>
                <a:lnTo>
                  <a:pt x="447818" y="691497"/>
                </a:lnTo>
                <a:lnTo>
                  <a:pt x="410563" y="691497"/>
                </a:lnTo>
                <a:lnTo>
                  <a:pt x="410563" y="830508"/>
                </a:lnTo>
                <a:close/>
              </a:path>
              <a:path w="1179829" h="2439034">
                <a:moveTo>
                  <a:pt x="707193" y="179889"/>
                </a:moveTo>
                <a:lnTo>
                  <a:pt x="744511" y="179889"/>
                </a:lnTo>
                <a:lnTo>
                  <a:pt x="744511" y="80028"/>
                </a:lnTo>
                <a:lnTo>
                  <a:pt x="707193" y="80028"/>
                </a:lnTo>
                <a:lnTo>
                  <a:pt x="707193" y="179889"/>
                </a:lnTo>
                <a:close/>
              </a:path>
              <a:path w="1179829" h="2439034">
                <a:moveTo>
                  <a:pt x="647896" y="179889"/>
                </a:moveTo>
                <a:lnTo>
                  <a:pt x="685204" y="179889"/>
                </a:lnTo>
                <a:lnTo>
                  <a:pt x="685204" y="80028"/>
                </a:lnTo>
                <a:lnTo>
                  <a:pt x="647896" y="80028"/>
                </a:lnTo>
                <a:lnTo>
                  <a:pt x="647896" y="179889"/>
                </a:lnTo>
                <a:close/>
              </a:path>
              <a:path w="1179829" h="2439034">
                <a:moveTo>
                  <a:pt x="588589" y="179889"/>
                </a:moveTo>
                <a:lnTo>
                  <a:pt x="625823" y="179889"/>
                </a:lnTo>
                <a:lnTo>
                  <a:pt x="625823" y="80028"/>
                </a:lnTo>
                <a:lnTo>
                  <a:pt x="588589" y="80028"/>
                </a:lnTo>
                <a:lnTo>
                  <a:pt x="588589" y="179889"/>
                </a:lnTo>
                <a:close/>
              </a:path>
              <a:path w="1179829" h="2439034">
                <a:moveTo>
                  <a:pt x="529219" y="179889"/>
                </a:moveTo>
                <a:lnTo>
                  <a:pt x="566474" y="179889"/>
                </a:lnTo>
                <a:lnTo>
                  <a:pt x="566474" y="80028"/>
                </a:lnTo>
                <a:lnTo>
                  <a:pt x="529219" y="80028"/>
                </a:lnTo>
                <a:lnTo>
                  <a:pt x="529219" y="179889"/>
                </a:lnTo>
                <a:close/>
              </a:path>
              <a:path w="1179829" h="2439034">
                <a:moveTo>
                  <a:pt x="469870" y="179889"/>
                </a:moveTo>
                <a:lnTo>
                  <a:pt x="507178" y="179889"/>
                </a:lnTo>
                <a:lnTo>
                  <a:pt x="507178" y="80028"/>
                </a:lnTo>
                <a:lnTo>
                  <a:pt x="469870" y="80028"/>
                </a:lnTo>
                <a:lnTo>
                  <a:pt x="469870" y="179889"/>
                </a:lnTo>
                <a:close/>
              </a:path>
              <a:path w="1179829" h="2439034">
                <a:moveTo>
                  <a:pt x="410563" y="179889"/>
                </a:moveTo>
                <a:lnTo>
                  <a:pt x="447818" y="179889"/>
                </a:lnTo>
                <a:lnTo>
                  <a:pt x="447818" y="80028"/>
                </a:lnTo>
                <a:lnTo>
                  <a:pt x="410563" y="80028"/>
                </a:lnTo>
                <a:lnTo>
                  <a:pt x="410563" y="179889"/>
                </a:lnTo>
                <a:close/>
              </a:path>
              <a:path w="1179829" h="2439034">
                <a:moveTo>
                  <a:pt x="707193" y="301770"/>
                </a:moveTo>
                <a:lnTo>
                  <a:pt x="744511" y="301770"/>
                </a:lnTo>
                <a:lnTo>
                  <a:pt x="744511" y="201910"/>
                </a:lnTo>
                <a:lnTo>
                  <a:pt x="707193" y="201910"/>
                </a:lnTo>
                <a:lnTo>
                  <a:pt x="707193" y="301770"/>
                </a:lnTo>
                <a:close/>
              </a:path>
              <a:path w="1179829" h="2439034">
                <a:moveTo>
                  <a:pt x="647896" y="301770"/>
                </a:moveTo>
                <a:lnTo>
                  <a:pt x="685204" y="301770"/>
                </a:lnTo>
                <a:lnTo>
                  <a:pt x="685204" y="201910"/>
                </a:lnTo>
                <a:lnTo>
                  <a:pt x="647896" y="201910"/>
                </a:lnTo>
                <a:lnTo>
                  <a:pt x="647896" y="301770"/>
                </a:lnTo>
                <a:close/>
              </a:path>
              <a:path w="1179829" h="2439034">
                <a:moveTo>
                  <a:pt x="588589" y="301770"/>
                </a:moveTo>
                <a:lnTo>
                  <a:pt x="625823" y="301770"/>
                </a:lnTo>
                <a:lnTo>
                  <a:pt x="625823" y="201910"/>
                </a:lnTo>
                <a:lnTo>
                  <a:pt x="588589" y="201910"/>
                </a:lnTo>
                <a:lnTo>
                  <a:pt x="588589" y="301770"/>
                </a:lnTo>
                <a:close/>
              </a:path>
              <a:path w="1179829" h="2439034">
                <a:moveTo>
                  <a:pt x="529219" y="301770"/>
                </a:moveTo>
                <a:lnTo>
                  <a:pt x="566474" y="301770"/>
                </a:lnTo>
                <a:lnTo>
                  <a:pt x="566474" y="201910"/>
                </a:lnTo>
                <a:lnTo>
                  <a:pt x="529219" y="201910"/>
                </a:lnTo>
                <a:lnTo>
                  <a:pt x="529219" y="301770"/>
                </a:lnTo>
                <a:close/>
              </a:path>
              <a:path w="1179829" h="2439034">
                <a:moveTo>
                  <a:pt x="469870" y="301770"/>
                </a:moveTo>
                <a:lnTo>
                  <a:pt x="507178" y="301770"/>
                </a:lnTo>
                <a:lnTo>
                  <a:pt x="507178" y="201910"/>
                </a:lnTo>
                <a:lnTo>
                  <a:pt x="469870" y="201910"/>
                </a:lnTo>
                <a:lnTo>
                  <a:pt x="469870" y="301770"/>
                </a:lnTo>
                <a:close/>
              </a:path>
              <a:path w="1179829" h="2439034">
                <a:moveTo>
                  <a:pt x="410563" y="301770"/>
                </a:moveTo>
                <a:lnTo>
                  <a:pt x="447818" y="301770"/>
                </a:lnTo>
                <a:lnTo>
                  <a:pt x="447818" y="201910"/>
                </a:lnTo>
                <a:lnTo>
                  <a:pt x="410563" y="201910"/>
                </a:lnTo>
                <a:lnTo>
                  <a:pt x="410563" y="301770"/>
                </a:lnTo>
                <a:close/>
              </a:path>
              <a:path w="1179829" h="2439034">
                <a:moveTo>
                  <a:pt x="707193" y="423641"/>
                </a:moveTo>
                <a:lnTo>
                  <a:pt x="744511" y="423641"/>
                </a:lnTo>
                <a:lnTo>
                  <a:pt x="744511" y="323822"/>
                </a:lnTo>
                <a:lnTo>
                  <a:pt x="707193" y="323822"/>
                </a:lnTo>
                <a:lnTo>
                  <a:pt x="707193" y="423641"/>
                </a:lnTo>
                <a:close/>
              </a:path>
              <a:path w="1179829" h="2439034">
                <a:moveTo>
                  <a:pt x="647896" y="423641"/>
                </a:moveTo>
                <a:lnTo>
                  <a:pt x="685204" y="423641"/>
                </a:lnTo>
                <a:lnTo>
                  <a:pt x="685204" y="323822"/>
                </a:lnTo>
                <a:lnTo>
                  <a:pt x="647896" y="323822"/>
                </a:lnTo>
                <a:lnTo>
                  <a:pt x="647896" y="423641"/>
                </a:lnTo>
                <a:close/>
              </a:path>
              <a:path w="1179829" h="2439034">
                <a:moveTo>
                  <a:pt x="588589" y="423641"/>
                </a:moveTo>
                <a:lnTo>
                  <a:pt x="625823" y="423641"/>
                </a:lnTo>
                <a:lnTo>
                  <a:pt x="625823" y="323822"/>
                </a:lnTo>
                <a:lnTo>
                  <a:pt x="588589" y="323822"/>
                </a:lnTo>
                <a:lnTo>
                  <a:pt x="588589" y="423641"/>
                </a:lnTo>
                <a:close/>
              </a:path>
              <a:path w="1179829" h="2439034">
                <a:moveTo>
                  <a:pt x="529219" y="423641"/>
                </a:moveTo>
                <a:lnTo>
                  <a:pt x="566474" y="423641"/>
                </a:lnTo>
                <a:lnTo>
                  <a:pt x="566474" y="323822"/>
                </a:lnTo>
                <a:lnTo>
                  <a:pt x="529219" y="323822"/>
                </a:lnTo>
                <a:lnTo>
                  <a:pt x="529219" y="423641"/>
                </a:lnTo>
                <a:close/>
              </a:path>
              <a:path w="1179829" h="2439034">
                <a:moveTo>
                  <a:pt x="469870" y="423641"/>
                </a:moveTo>
                <a:lnTo>
                  <a:pt x="507178" y="423641"/>
                </a:lnTo>
                <a:lnTo>
                  <a:pt x="507178" y="323822"/>
                </a:lnTo>
                <a:lnTo>
                  <a:pt x="469870" y="323822"/>
                </a:lnTo>
                <a:lnTo>
                  <a:pt x="469870" y="423641"/>
                </a:lnTo>
                <a:close/>
              </a:path>
              <a:path w="1179829" h="2439034">
                <a:moveTo>
                  <a:pt x="410563" y="423641"/>
                </a:moveTo>
                <a:lnTo>
                  <a:pt x="447818" y="423641"/>
                </a:lnTo>
                <a:lnTo>
                  <a:pt x="447818" y="323822"/>
                </a:lnTo>
                <a:lnTo>
                  <a:pt x="410563" y="323822"/>
                </a:lnTo>
                <a:lnTo>
                  <a:pt x="410563" y="423641"/>
                </a:lnTo>
                <a:close/>
              </a:path>
              <a:path w="1179829" h="2439034">
                <a:moveTo>
                  <a:pt x="707193" y="545470"/>
                </a:moveTo>
                <a:lnTo>
                  <a:pt x="744511" y="545470"/>
                </a:lnTo>
                <a:lnTo>
                  <a:pt x="744511" y="445703"/>
                </a:lnTo>
                <a:lnTo>
                  <a:pt x="707193" y="445703"/>
                </a:lnTo>
                <a:lnTo>
                  <a:pt x="707193" y="545470"/>
                </a:lnTo>
                <a:close/>
              </a:path>
              <a:path w="1179829" h="2439034">
                <a:moveTo>
                  <a:pt x="647896" y="545470"/>
                </a:moveTo>
                <a:lnTo>
                  <a:pt x="685204" y="545470"/>
                </a:lnTo>
                <a:lnTo>
                  <a:pt x="685204" y="445703"/>
                </a:lnTo>
                <a:lnTo>
                  <a:pt x="647896" y="445703"/>
                </a:lnTo>
                <a:lnTo>
                  <a:pt x="647896" y="545470"/>
                </a:lnTo>
                <a:close/>
              </a:path>
              <a:path w="1179829" h="2439034">
                <a:moveTo>
                  <a:pt x="588589" y="545470"/>
                </a:moveTo>
                <a:lnTo>
                  <a:pt x="625823" y="545470"/>
                </a:lnTo>
                <a:lnTo>
                  <a:pt x="625823" y="445703"/>
                </a:lnTo>
                <a:lnTo>
                  <a:pt x="588589" y="445703"/>
                </a:lnTo>
                <a:lnTo>
                  <a:pt x="588589" y="545470"/>
                </a:lnTo>
                <a:close/>
              </a:path>
              <a:path w="1179829" h="2439034">
                <a:moveTo>
                  <a:pt x="529219" y="545470"/>
                </a:moveTo>
                <a:lnTo>
                  <a:pt x="566474" y="545470"/>
                </a:lnTo>
                <a:lnTo>
                  <a:pt x="566474" y="445703"/>
                </a:lnTo>
                <a:lnTo>
                  <a:pt x="529219" y="445703"/>
                </a:lnTo>
                <a:lnTo>
                  <a:pt x="529219" y="545470"/>
                </a:lnTo>
                <a:close/>
              </a:path>
              <a:path w="1179829" h="2439034">
                <a:moveTo>
                  <a:pt x="469870" y="545470"/>
                </a:moveTo>
                <a:lnTo>
                  <a:pt x="507178" y="545470"/>
                </a:lnTo>
                <a:lnTo>
                  <a:pt x="507178" y="445703"/>
                </a:lnTo>
                <a:lnTo>
                  <a:pt x="469870" y="445703"/>
                </a:lnTo>
                <a:lnTo>
                  <a:pt x="469870" y="545470"/>
                </a:lnTo>
                <a:close/>
              </a:path>
              <a:path w="1179829" h="2439034">
                <a:moveTo>
                  <a:pt x="410563" y="545470"/>
                </a:moveTo>
                <a:lnTo>
                  <a:pt x="447818" y="545470"/>
                </a:lnTo>
                <a:lnTo>
                  <a:pt x="447818" y="445703"/>
                </a:lnTo>
                <a:lnTo>
                  <a:pt x="410563" y="445703"/>
                </a:lnTo>
                <a:lnTo>
                  <a:pt x="410563" y="545470"/>
                </a:lnTo>
                <a:close/>
              </a:path>
              <a:path w="1179829" h="2439034">
                <a:moveTo>
                  <a:pt x="707193" y="667403"/>
                </a:moveTo>
                <a:lnTo>
                  <a:pt x="744511" y="667403"/>
                </a:lnTo>
                <a:lnTo>
                  <a:pt x="744511" y="567563"/>
                </a:lnTo>
                <a:lnTo>
                  <a:pt x="707193" y="567563"/>
                </a:lnTo>
                <a:lnTo>
                  <a:pt x="707193" y="667403"/>
                </a:lnTo>
                <a:close/>
              </a:path>
              <a:path w="1179829" h="2439034">
                <a:moveTo>
                  <a:pt x="647896" y="667403"/>
                </a:moveTo>
                <a:lnTo>
                  <a:pt x="685204" y="667403"/>
                </a:lnTo>
                <a:lnTo>
                  <a:pt x="685204" y="567563"/>
                </a:lnTo>
                <a:lnTo>
                  <a:pt x="647896" y="567563"/>
                </a:lnTo>
                <a:lnTo>
                  <a:pt x="647896" y="667403"/>
                </a:lnTo>
                <a:close/>
              </a:path>
              <a:path w="1179829" h="2439034">
                <a:moveTo>
                  <a:pt x="588589" y="667403"/>
                </a:moveTo>
                <a:lnTo>
                  <a:pt x="625823" y="667403"/>
                </a:lnTo>
                <a:lnTo>
                  <a:pt x="625823" y="567563"/>
                </a:lnTo>
                <a:lnTo>
                  <a:pt x="588589" y="567563"/>
                </a:lnTo>
                <a:lnTo>
                  <a:pt x="588589" y="667403"/>
                </a:lnTo>
                <a:close/>
              </a:path>
              <a:path w="1179829" h="2439034">
                <a:moveTo>
                  <a:pt x="529219" y="667403"/>
                </a:moveTo>
                <a:lnTo>
                  <a:pt x="566474" y="667403"/>
                </a:lnTo>
                <a:lnTo>
                  <a:pt x="566474" y="567563"/>
                </a:lnTo>
                <a:lnTo>
                  <a:pt x="529219" y="567563"/>
                </a:lnTo>
                <a:lnTo>
                  <a:pt x="529219" y="667403"/>
                </a:lnTo>
                <a:close/>
              </a:path>
              <a:path w="1179829" h="2439034">
                <a:moveTo>
                  <a:pt x="469870" y="667403"/>
                </a:moveTo>
                <a:lnTo>
                  <a:pt x="507178" y="667403"/>
                </a:lnTo>
                <a:lnTo>
                  <a:pt x="507178" y="567563"/>
                </a:lnTo>
                <a:lnTo>
                  <a:pt x="469870" y="567563"/>
                </a:lnTo>
                <a:lnTo>
                  <a:pt x="469870" y="667403"/>
                </a:lnTo>
                <a:close/>
              </a:path>
              <a:path w="1179829" h="2439034">
                <a:moveTo>
                  <a:pt x="410563" y="667403"/>
                </a:moveTo>
                <a:lnTo>
                  <a:pt x="447818" y="667403"/>
                </a:lnTo>
                <a:lnTo>
                  <a:pt x="447818" y="567563"/>
                </a:lnTo>
                <a:lnTo>
                  <a:pt x="410563" y="567563"/>
                </a:lnTo>
                <a:lnTo>
                  <a:pt x="410563" y="667403"/>
                </a:lnTo>
                <a:close/>
              </a:path>
              <a:path w="1179829" h="2439034">
                <a:moveTo>
                  <a:pt x="354533" y="830508"/>
                </a:moveTo>
                <a:lnTo>
                  <a:pt x="391820" y="830508"/>
                </a:lnTo>
                <a:lnTo>
                  <a:pt x="391820" y="691497"/>
                </a:lnTo>
                <a:lnTo>
                  <a:pt x="354533" y="691497"/>
                </a:lnTo>
                <a:lnTo>
                  <a:pt x="354533" y="830508"/>
                </a:lnTo>
                <a:close/>
              </a:path>
              <a:path w="1179829" h="2439034">
                <a:moveTo>
                  <a:pt x="295132" y="830508"/>
                </a:moveTo>
                <a:lnTo>
                  <a:pt x="332440" y="830508"/>
                </a:lnTo>
                <a:lnTo>
                  <a:pt x="332440" y="691497"/>
                </a:lnTo>
                <a:lnTo>
                  <a:pt x="295132" y="691497"/>
                </a:lnTo>
                <a:lnTo>
                  <a:pt x="295132" y="830508"/>
                </a:lnTo>
                <a:close/>
              </a:path>
              <a:path w="1179829" h="2439034">
                <a:moveTo>
                  <a:pt x="235877" y="830508"/>
                </a:moveTo>
                <a:lnTo>
                  <a:pt x="273206" y="830508"/>
                </a:lnTo>
                <a:lnTo>
                  <a:pt x="273206" y="691497"/>
                </a:lnTo>
                <a:lnTo>
                  <a:pt x="235877" y="691497"/>
                </a:lnTo>
                <a:lnTo>
                  <a:pt x="235877" y="830508"/>
                </a:lnTo>
                <a:close/>
              </a:path>
              <a:path w="1179829" h="2439034">
                <a:moveTo>
                  <a:pt x="176518" y="830508"/>
                </a:moveTo>
                <a:lnTo>
                  <a:pt x="213836" y="830508"/>
                </a:lnTo>
                <a:lnTo>
                  <a:pt x="213836" y="691497"/>
                </a:lnTo>
                <a:lnTo>
                  <a:pt x="176518" y="691497"/>
                </a:lnTo>
                <a:lnTo>
                  <a:pt x="176518" y="830508"/>
                </a:lnTo>
                <a:close/>
              </a:path>
              <a:path w="1179829" h="2439034">
                <a:moveTo>
                  <a:pt x="354533" y="179889"/>
                </a:moveTo>
                <a:lnTo>
                  <a:pt x="391820" y="179889"/>
                </a:lnTo>
                <a:lnTo>
                  <a:pt x="391820" y="80028"/>
                </a:lnTo>
                <a:lnTo>
                  <a:pt x="354533" y="80028"/>
                </a:lnTo>
                <a:lnTo>
                  <a:pt x="354533" y="179889"/>
                </a:lnTo>
                <a:close/>
              </a:path>
              <a:path w="1179829" h="2439034">
                <a:moveTo>
                  <a:pt x="295132" y="179889"/>
                </a:moveTo>
                <a:lnTo>
                  <a:pt x="332440" y="179889"/>
                </a:lnTo>
                <a:lnTo>
                  <a:pt x="332440" y="80028"/>
                </a:lnTo>
                <a:lnTo>
                  <a:pt x="295132" y="80028"/>
                </a:lnTo>
                <a:lnTo>
                  <a:pt x="295132" y="179889"/>
                </a:lnTo>
                <a:close/>
              </a:path>
              <a:path w="1179829" h="2439034">
                <a:moveTo>
                  <a:pt x="235877" y="179889"/>
                </a:moveTo>
                <a:lnTo>
                  <a:pt x="273206" y="179889"/>
                </a:lnTo>
                <a:lnTo>
                  <a:pt x="273206" y="80028"/>
                </a:lnTo>
                <a:lnTo>
                  <a:pt x="235877" y="80028"/>
                </a:lnTo>
                <a:lnTo>
                  <a:pt x="235877" y="179889"/>
                </a:lnTo>
                <a:close/>
              </a:path>
              <a:path w="1179829" h="2439034">
                <a:moveTo>
                  <a:pt x="176518" y="179889"/>
                </a:moveTo>
                <a:lnTo>
                  <a:pt x="213836" y="179889"/>
                </a:lnTo>
                <a:lnTo>
                  <a:pt x="213836" y="80028"/>
                </a:lnTo>
                <a:lnTo>
                  <a:pt x="176518" y="80028"/>
                </a:lnTo>
                <a:lnTo>
                  <a:pt x="176518" y="179889"/>
                </a:lnTo>
                <a:close/>
              </a:path>
              <a:path w="1179829" h="2439034">
                <a:moveTo>
                  <a:pt x="354533" y="301770"/>
                </a:moveTo>
                <a:lnTo>
                  <a:pt x="391820" y="301770"/>
                </a:lnTo>
                <a:lnTo>
                  <a:pt x="391820" y="201910"/>
                </a:lnTo>
                <a:lnTo>
                  <a:pt x="354533" y="201910"/>
                </a:lnTo>
                <a:lnTo>
                  <a:pt x="354533" y="301770"/>
                </a:lnTo>
                <a:close/>
              </a:path>
              <a:path w="1179829" h="2439034">
                <a:moveTo>
                  <a:pt x="295132" y="301770"/>
                </a:moveTo>
                <a:lnTo>
                  <a:pt x="332440" y="301770"/>
                </a:lnTo>
                <a:lnTo>
                  <a:pt x="332440" y="201910"/>
                </a:lnTo>
                <a:lnTo>
                  <a:pt x="295132" y="201910"/>
                </a:lnTo>
                <a:lnTo>
                  <a:pt x="295132" y="301770"/>
                </a:lnTo>
                <a:close/>
              </a:path>
              <a:path w="1179829" h="2439034">
                <a:moveTo>
                  <a:pt x="235877" y="301770"/>
                </a:moveTo>
                <a:lnTo>
                  <a:pt x="273206" y="301770"/>
                </a:lnTo>
                <a:lnTo>
                  <a:pt x="273206" y="201910"/>
                </a:lnTo>
                <a:lnTo>
                  <a:pt x="235877" y="201910"/>
                </a:lnTo>
                <a:lnTo>
                  <a:pt x="235877" y="301770"/>
                </a:lnTo>
                <a:close/>
              </a:path>
              <a:path w="1179829" h="2439034">
                <a:moveTo>
                  <a:pt x="176518" y="301770"/>
                </a:moveTo>
                <a:lnTo>
                  <a:pt x="213836" y="301770"/>
                </a:lnTo>
                <a:lnTo>
                  <a:pt x="213836" y="201910"/>
                </a:lnTo>
                <a:lnTo>
                  <a:pt x="176518" y="201910"/>
                </a:lnTo>
                <a:lnTo>
                  <a:pt x="176518" y="301770"/>
                </a:lnTo>
                <a:close/>
              </a:path>
              <a:path w="1179829" h="2439034">
                <a:moveTo>
                  <a:pt x="354533" y="423641"/>
                </a:moveTo>
                <a:lnTo>
                  <a:pt x="391820" y="423641"/>
                </a:lnTo>
                <a:lnTo>
                  <a:pt x="391820" y="323822"/>
                </a:lnTo>
                <a:lnTo>
                  <a:pt x="354533" y="323822"/>
                </a:lnTo>
                <a:lnTo>
                  <a:pt x="354533" y="423641"/>
                </a:lnTo>
                <a:close/>
              </a:path>
              <a:path w="1179829" h="2439034">
                <a:moveTo>
                  <a:pt x="295132" y="423641"/>
                </a:moveTo>
                <a:lnTo>
                  <a:pt x="332440" y="423641"/>
                </a:lnTo>
                <a:lnTo>
                  <a:pt x="332440" y="323822"/>
                </a:lnTo>
                <a:lnTo>
                  <a:pt x="295132" y="323822"/>
                </a:lnTo>
                <a:lnTo>
                  <a:pt x="295132" y="423641"/>
                </a:lnTo>
                <a:close/>
              </a:path>
              <a:path w="1179829" h="2439034">
                <a:moveTo>
                  <a:pt x="235877" y="423641"/>
                </a:moveTo>
                <a:lnTo>
                  <a:pt x="273206" y="423641"/>
                </a:lnTo>
                <a:lnTo>
                  <a:pt x="273206" y="323822"/>
                </a:lnTo>
                <a:lnTo>
                  <a:pt x="235877" y="323822"/>
                </a:lnTo>
                <a:lnTo>
                  <a:pt x="235877" y="423641"/>
                </a:lnTo>
                <a:close/>
              </a:path>
              <a:path w="1179829" h="2439034">
                <a:moveTo>
                  <a:pt x="176518" y="423641"/>
                </a:moveTo>
                <a:lnTo>
                  <a:pt x="213836" y="423641"/>
                </a:lnTo>
                <a:lnTo>
                  <a:pt x="213836" y="323822"/>
                </a:lnTo>
                <a:lnTo>
                  <a:pt x="176518" y="323822"/>
                </a:lnTo>
                <a:lnTo>
                  <a:pt x="176518" y="423641"/>
                </a:lnTo>
                <a:close/>
              </a:path>
              <a:path w="1179829" h="2439034">
                <a:moveTo>
                  <a:pt x="354533" y="545470"/>
                </a:moveTo>
                <a:lnTo>
                  <a:pt x="391820" y="545470"/>
                </a:lnTo>
                <a:lnTo>
                  <a:pt x="391820" y="445703"/>
                </a:lnTo>
                <a:lnTo>
                  <a:pt x="354533" y="445703"/>
                </a:lnTo>
                <a:lnTo>
                  <a:pt x="354533" y="545470"/>
                </a:lnTo>
                <a:close/>
              </a:path>
              <a:path w="1179829" h="2439034">
                <a:moveTo>
                  <a:pt x="295132" y="545470"/>
                </a:moveTo>
                <a:lnTo>
                  <a:pt x="332440" y="545470"/>
                </a:lnTo>
                <a:lnTo>
                  <a:pt x="332440" y="445703"/>
                </a:lnTo>
                <a:lnTo>
                  <a:pt x="295132" y="445703"/>
                </a:lnTo>
                <a:lnTo>
                  <a:pt x="295132" y="545470"/>
                </a:lnTo>
                <a:close/>
              </a:path>
              <a:path w="1179829" h="2439034">
                <a:moveTo>
                  <a:pt x="235877" y="545470"/>
                </a:moveTo>
                <a:lnTo>
                  <a:pt x="273206" y="545470"/>
                </a:lnTo>
                <a:lnTo>
                  <a:pt x="273206" y="445703"/>
                </a:lnTo>
                <a:lnTo>
                  <a:pt x="235877" y="445703"/>
                </a:lnTo>
                <a:lnTo>
                  <a:pt x="235877" y="545470"/>
                </a:lnTo>
                <a:close/>
              </a:path>
              <a:path w="1179829" h="2439034">
                <a:moveTo>
                  <a:pt x="176518" y="545470"/>
                </a:moveTo>
                <a:lnTo>
                  <a:pt x="213836" y="545470"/>
                </a:lnTo>
                <a:lnTo>
                  <a:pt x="213836" y="445703"/>
                </a:lnTo>
                <a:lnTo>
                  <a:pt x="176518" y="445703"/>
                </a:lnTo>
                <a:lnTo>
                  <a:pt x="176518" y="545470"/>
                </a:lnTo>
                <a:close/>
              </a:path>
              <a:path w="1179829" h="2439034">
                <a:moveTo>
                  <a:pt x="354533" y="667403"/>
                </a:moveTo>
                <a:lnTo>
                  <a:pt x="391820" y="667403"/>
                </a:lnTo>
                <a:lnTo>
                  <a:pt x="391820" y="567563"/>
                </a:lnTo>
                <a:lnTo>
                  <a:pt x="354533" y="567563"/>
                </a:lnTo>
                <a:lnTo>
                  <a:pt x="354533" y="667403"/>
                </a:lnTo>
                <a:close/>
              </a:path>
              <a:path w="1179829" h="2439034">
                <a:moveTo>
                  <a:pt x="295132" y="667403"/>
                </a:moveTo>
                <a:lnTo>
                  <a:pt x="332440" y="667403"/>
                </a:lnTo>
                <a:lnTo>
                  <a:pt x="332440" y="567563"/>
                </a:lnTo>
                <a:lnTo>
                  <a:pt x="295132" y="567563"/>
                </a:lnTo>
                <a:lnTo>
                  <a:pt x="295132" y="667403"/>
                </a:lnTo>
                <a:close/>
              </a:path>
              <a:path w="1179829" h="2439034">
                <a:moveTo>
                  <a:pt x="235877" y="667403"/>
                </a:moveTo>
                <a:lnTo>
                  <a:pt x="273206" y="667403"/>
                </a:lnTo>
                <a:lnTo>
                  <a:pt x="273206" y="567563"/>
                </a:lnTo>
                <a:lnTo>
                  <a:pt x="235877" y="567563"/>
                </a:lnTo>
                <a:lnTo>
                  <a:pt x="235877" y="667403"/>
                </a:lnTo>
                <a:close/>
              </a:path>
              <a:path w="1179829" h="2439034">
                <a:moveTo>
                  <a:pt x="176518" y="667403"/>
                </a:moveTo>
                <a:lnTo>
                  <a:pt x="213836" y="667403"/>
                </a:lnTo>
                <a:lnTo>
                  <a:pt x="213836" y="567563"/>
                </a:lnTo>
                <a:lnTo>
                  <a:pt x="176518" y="567563"/>
                </a:lnTo>
                <a:lnTo>
                  <a:pt x="176518" y="667403"/>
                </a:lnTo>
                <a:close/>
              </a:path>
            </a:pathLst>
          </a:custGeom>
          <a:ln w="10470">
            <a:solidFill>
              <a:srgbClr val="007BAF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76" name="object 376" descr=""/>
          <p:cNvGrpSpPr/>
          <p:nvPr/>
        </p:nvGrpSpPr>
        <p:grpSpPr>
          <a:xfrm>
            <a:off x="10248745" y="8140034"/>
            <a:ext cx="580390" cy="1972945"/>
            <a:chOff x="10248745" y="8140034"/>
            <a:chExt cx="580390" cy="1972945"/>
          </a:xfrm>
        </p:grpSpPr>
        <p:sp>
          <p:nvSpPr>
            <p:cNvPr id="377" name="object 377" descr=""/>
            <p:cNvSpPr/>
            <p:nvPr/>
          </p:nvSpPr>
          <p:spPr>
            <a:xfrm>
              <a:off x="10253981" y="8145270"/>
              <a:ext cx="570230" cy="1962150"/>
            </a:xfrm>
            <a:custGeom>
              <a:avLst/>
              <a:gdLst/>
              <a:ahLst/>
              <a:cxnLst/>
              <a:rect l="l" t="t" r="r" b="b"/>
              <a:pathLst>
                <a:path w="570229" h="1962150">
                  <a:moveTo>
                    <a:pt x="0" y="1961866"/>
                  </a:moveTo>
                  <a:lnTo>
                    <a:pt x="569773" y="1961866"/>
                  </a:lnTo>
                  <a:lnTo>
                    <a:pt x="569773" y="0"/>
                  </a:lnTo>
                  <a:lnTo>
                    <a:pt x="0" y="0"/>
                  </a:lnTo>
                  <a:lnTo>
                    <a:pt x="0" y="196186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 descr=""/>
            <p:cNvSpPr/>
            <p:nvPr/>
          </p:nvSpPr>
          <p:spPr>
            <a:xfrm>
              <a:off x="10595400" y="8696374"/>
              <a:ext cx="0" cy="70485"/>
            </a:xfrm>
            <a:custGeom>
              <a:avLst/>
              <a:gdLst/>
              <a:ahLst/>
              <a:cxnLst/>
              <a:rect l="l" t="t" r="r" b="b"/>
              <a:pathLst>
                <a:path w="0" h="70484">
                  <a:moveTo>
                    <a:pt x="0" y="0"/>
                  </a:moveTo>
                  <a:lnTo>
                    <a:pt x="0" y="70238"/>
                  </a:lnTo>
                </a:path>
              </a:pathLst>
            </a:custGeom>
            <a:ln w="10209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 descr=""/>
            <p:cNvSpPr/>
            <p:nvPr/>
          </p:nvSpPr>
          <p:spPr>
            <a:xfrm>
              <a:off x="10504335" y="8696382"/>
              <a:ext cx="86360" cy="70485"/>
            </a:xfrm>
            <a:custGeom>
              <a:avLst/>
              <a:gdLst/>
              <a:ahLst/>
              <a:cxnLst/>
              <a:rect l="l" t="t" r="r" b="b"/>
              <a:pathLst>
                <a:path w="86359" h="70484">
                  <a:moveTo>
                    <a:pt x="28473" y="0"/>
                  </a:moveTo>
                  <a:lnTo>
                    <a:pt x="0" y="0"/>
                  </a:lnTo>
                  <a:lnTo>
                    <a:pt x="0" y="70231"/>
                  </a:lnTo>
                  <a:lnTo>
                    <a:pt x="28473" y="70231"/>
                  </a:lnTo>
                  <a:lnTo>
                    <a:pt x="28473" y="0"/>
                  </a:lnTo>
                  <a:close/>
                </a:path>
                <a:path w="86359" h="70484">
                  <a:moveTo>
                    <a:pt x="57150" y="0"/>
                  </a:moveTo>
                  <a:lnTo>
                    <a:pt x="28651" y="0"/>
                  </a:lnTo>
                  <a:lnTo>
                    <a:pt x="28651" y="70231"/>
                  </a:lnTo>
                  <a:lnTo>
                    <a:pt x="57150" y="70231"/>
                  </a:lnTo>
                  <a:lnTo>
                    <a:pt x="57150" y="0"/>
                  </a:lnTo>
                  <a:close/>
                </a:path>
                <a:path w="86359" h="70484">
                  <a:moveTo>
                    <a:pt x="85788" y="0"/>
                  </a:moveTo>
                  <a:lnTo>
                    <a:pt x="57315" y="0"/>
                  </a:lnTo>
                  <a:lnTo>
                    <a:pt x="57315" y="70231"/>
                  </a:lnTo>
                  <a:lnTo>
                    <a:pt x="85788" y="70231"/>
                  </a:lnTo>
                  <a:lnTo>
                    <a:pt x="85788" y="0"/>
                  </a:lnTo>
                  <a:close/>
                </a:path>
              </a:pathLst>
            </a:custGeom>
            <a:solidFill>
              <a:srgbClr val="007BA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 descr=""/>
            <p:cNvSpPr/>
            <p:nvPr/>
          </p:nvSpPr>
          <p:spPr>
            <a:xfrm>
              <a:off x="10500471" y="8696374"/>
              <a:ext cx="0" cy="70485"/>
            </a:xfrm>
            <a:custGeom>
              <a:avLst/>
              <a:gdLst/>
              <a:ahLst/>
              <a:cxnLst/>
              <a:rect l="l" t="t" r="r" b="b"/>
              <a:pathLst>
                <a:path w="0" h="70484">
                  <a:moveTo>
                    <a:pt x="0" y="0"/>
                  </a:moveTo>
                  <a:lnTo>
                    <a:pt x="0" y="70238"/>
                  </a:lnTo>
                </a:path>
              </a:pathLst>
            </a:custGeom>
            <a:ln w="7423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1" name="object 381" descr=""/>
            <p:cNvSpPr/>
            <p:nvPr/>
          </p:nvSpPr>
          <p:spPr>
            <a:xfrm>
              <a:off x="10595400" y="8204409"/>
              <a:ext cx="0" cy="91440"/>
            </a:xfrm>
            <a:custGeom>
              <a:avLst/>
              <a:gdLst/>
              <a:ahLst/>
              <a:cxnLst/>
              <a:rect l="l" t="t" r="r" b="b"/>
              <a:pathLst>
                <a:path w="0" h="91440">
                  <a:moveTo>
                    <a:pt x="0" y="0"/>
                  </a:moveTo>
                  <a:lnTo>
                    <a:pt x="0" y="90824"/>
                  </a:lnTo>
                </a:path>
              </a:pathLst>
            </a:custGeom>
            <a:ln w="10209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2" name="object 382" descr=""/>
            <p:cNvSpPr/>
            <p:nvPr/>
          </p:nvSpPr>
          <p:spPr>
            <a:xfrm>
              <a:off x="10509575" y="8209645"/>
              <a:ext cx="75565" cy="80645"/>
            </a:xfrm>
            <a:custGeom>
              <a:avLst/>
              <a:gdLst/>
              <a:ahLst/>
              <a:cxnLst/>
              <a:rect l="l" t="t" r="r" b="b"/>
              <a:pathLst>
                <a:path w="75565" h="80645">
                  <a:moveTo>
                    <a:pt x="57317" y="80353"/>
                  </a:moveTo>
                  <a:lnTo>
                    <a:pt x="75317" y="80353"/>
                  </a:lnTo>
                  <a:lnTo>
                    <a:pt x="75317" y="0"/>
                  </a:lnTo>
                  <a:lnTo>
                    <a:pt x="57317" y="0"/>
                  </a:lnTo>
                  <a:lnTo>
                    <a:pt x="57317" y="80353"/>
                  </a:lnTo>
                  <a:close/>
                </a:path>
                <a:path w="75565" h="80645">
                  <a:moveTo>
                    <a:pt x="28648" y="80353"/>
                  </a:moveTo>
                  <a:lnTo>
                    <a:pt x="46679" y="80353"/>
                  </a:lnTo>
                  <a:lnTo>
                    <a:pt x="46679" y="0"/>
                  </a:lnTo>
                  <a:lnTo>
                    <a:pt x="28648" y="0"/>
                  </a:lnTo>
                  <a:lnTo>
                    <a:pt x="28648" y="80353"/>
                  </a:lnTo>
                  <a:close/>
                </a:path>
                <a:path w="75565" h="80645">
                  <a:moveTo>
                    <a:pt x="0" y="80353"/>
                  </a:moveTo>
                  <a:lnTo>
                    <a:pt x="17999" y="80353"/>
                  </a:lnTo>
                  <a:lnTo>
                    <a:pt x="17999" y="0"/>
                  </a:lnTo>
                  <a:lnTo>
                    <a:pt x="0" y="0"/>
                  </a:lnTo>
                  <a:lnTo>
                    <a:pt x="0" y="8035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3" name="object 383" descr=""/>
            <p:cNvSpPr/>
            <p:nvPr/>
          </p:nvSpPr>
          <p:spPr>
            <a:xfrm>
              <a:off x="10500471" y="8204409"/>
              <a:ext cx="0" cy="91440"/>
            </a:xfrm>
            <a:custGeom>
              <a:avLst/>
              <a:gdLst/>
              <a:ahLst/>
              <a:cxnLst/>
              <a:rect l="l" t="t" r="r" b="b"/>
              <a:pathLst>
                <a:path w="0" h="91440">
                  <a:moveTo>
                    <a:pt x="0" y="0"/>
                  </a:moveTo>
                  <a:lnTo>
                    <a:pt x="0" y="90824"/>
                  </a:lnTo>
                </a:path>
              </a:pathLst>
            </a:custGeom>
            <a:ln w="7423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 descr=""/>
            <p:cNvSpPr/>
            <p:nvPr/>
          </p:nvSpPr>
          <p:spPr>
            <a:xfrm>
              <a:off x="10595400" y="8302469"/>
              <a:ext cx="0" cy="90805"/>
            </a:xfrm>
            <a:custGeom>
              <a:avLst/>
              <a:gdLst/>
              <a:ahLst/>
              <a:cxnLst/>
              <a:rect l="l" t="t" r="r" b="b"/>
              <a:pathLst>
                <a:path w="0" h="90804">
                  <a:moveTo>
                    <a:pt x="0" y="0"/>
                  </a:moveTo>
                  <a:lnTo>
                    <a:pt x="0" y="90803"/>
                  </a:lnTo>
                </a:path>
              </a:pathLst>
            </a:custGeom>
            <a:ln w="10209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5" name="object 385" descr=""/>
            <p:cNvSpPr/>
            <p:nvPr/>
          </p:nvSpPr>
          <p:spPr>
            <a:xfrm>
              <a:off x="10509575" y="8307705"/>
              <a:ext cx="75565" cy="80645"/>
            </a:xfrm>
            <a:custGeom>
              <a:avLst/>
              <a:gdLst/>
              <a:ahLst/>
              <a:cxnLst/>
              <a:rect l="l" t="t" r="r" b="b"/>
              <a:pathLst>
                <a:path w="75565" h="80645">
                  <a:moveTo>
                    <a:pt x="57317" y="80332"/>
                  </a:moveTo>
                  <a:lnTo>
                    <a:pt x="75317" y="80332"/>
                  </a:lnTo>
                  <a:lnTo>
                    <a:pt x="75317" y="0"/>
                  </a:lnTo>
                  <a:lnTo>
                    <a:pt x="57317" y="0"/>
                  </a:lnTo>
                  <a:lnTo>
                    <a:pt x="57317" y="80332"/>
                  </a:lnTo>
                  <a:close/>
                </a:path>
                <a:path w="75565" h="80645">
                  <a:moveTo>
                    <a:pt x="28648" y="80332"/>
                  </a:moveTo>
                  <a:lnTo>
                    <a:pt x="46679" y="80332"/>
                  </a:lnTo>
                  <a:lnTo>
                    <a:pt x="46679" y="0"/>
                  </a:lnTo>
                  <a:lnTo>
                    <a:pt x="28648" y="0"/>
                  </a:lnTo>
                  <a:lnTo>
                    <a:pt x="28648" y="80332"/>
                  </a:lnTo>
                  <a:close/>
                </a:path>
                <a:path w="75565" h="80645">
                  <a:moveTo>
                    <a:pt x="0" y="80332"/>
                  </a:moveTo>
                  <a:lnTo>
                    <a:pt x="17999" y="80332"/>
                  </a:lnTo>
                  <a:lnTo>
                    <a:pt x="17999" y="0"/>
                  </a:lnTo>
                  <a:lnTo>
                    <a:pt x="0" y="0"/>
                  </a:lnTo>
                  <a:lnTo>
                    <a:pt x="0" y="80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6" name="object 386" descr=""/>
            <p:cNvSpPr/>
            <p:nvPr/>
          </p:nvSpPr>
          <p:spPr>
            <a:xfrm>
              <a:off x="10500471" y="8302469"/>
              <a:ext cx="0" cy="90805"/>
            </a:xfrm>
            <a:custGeom>
              <a:avLst/>
              <a:gdLst/>
              <a:ahLst/>
              <a:cxnLst/>
              <a:rect l="l" t="t" r="r" b="b"/>
              <a:pathLst>
                <a:path w="0" h="90804">
                  <a:moveTo>
                    <a:pt x="0" y="0"/>
                  </a:moveTo>
                  <a:lnTo>
                    <a:pt x="0" y="90803"/>
                  </a:lnTo>
                </a:path>
              </a:pathLst>
            </a:custGeom>
            <a:ln w="7423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7" name="object 387" descr=""/>
            <p:cNvSpPr/>
            <p:nvPr/>
          </p:nvSpPr>
          <p:spPr>
            <a:xfrm>
              <a:off x="10595400" y="8400561"/>
              <a:ext cx="0" cy="90805"/>
            </a:xfrm>
            <a:custGeom>
              <a:avLst/>
              <a:gdLst/>
              <a:ahLst/>
              <a:cxnLst/>
              <a:rect l="l" t="t" r="r" b="b"/>
              <a:pathLst>
                <a:path w="0" h="90804">
                  <a:moveTo>
                    <a:pt x="0" y="0"/>
                  </a:moveTo>
                  <a:lnTo>
                    <a:pt x="0" y="90793"/>
                  </a:lnTo>
                </a:path>
              </a:pathLst>
            </a:custGeom>
            <a:ln w="10209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8" name="object 388" descr=""/>
            <p:cNvSpPr/>
            <p:nvPr/>
          </p:nvSpPr>
          <p:spPr>
            <a:xfrm>
              <a:off x="10509575" y="8405796"/>
              <a:ext cx="75565" cy="80645"/>
            </a:xfrm>
            <a:custGeom>
              <a:avLst/>
              <a:gdLst/>
              <a:ahLst/>
              <a:cxnLst/>
              <a:rect l="l" t="t" r="r" b="b"/>
              <a:pathLst>
                <a:path w="75565" h="80645">
                  <a:moveTo>
                    <a:pt x="57317" y="80322"/>
                  </a:moveTo>
                  <a:lnTo>
                    <a:pt x="75317" y="80322"/>
                  </a:lnTo>
                  <a:lnTo>
                    <a:pt x="75317" y="0"/>
                  </a:lnTo>
                  <a:lnTo>
                    <a:pt x="57317" y="0"/>
                  </a:lnTo>
                  <a:lnTo>
                    <a:pt x="57317" y="80322"/>
                  </a:lnTo>
                  <a:close/>
                </a:path>
                <a:path w="75565" h="80645">
                  <a:moveTo>
                    <a:pt x="28648" y="80322"/>
                  </a:moveTo>
                  <a:lnTo>
                    <a:pt x="46679" y="80322"/>
                  </a:lnTo>
                  <a:lnTo>
                    <a:pt x="46679" y="0"/>
                  </a:lnTo>
                  <a:lnTo>
                    <a:pt x="28648" y="0"/>
                  </a:lnTo>
                  <a:lnTo>
                    <a:pt x="28648" y="80322"/>
                  </a:lnTo>
                  <a:close/>
                </a:path>
                <a:path w="75565" h="80645">
                  <a:moveTo>
                    <a:pt x="0" y="80322"/>
                  </a:moveTo>
                  <a:lnTo>
                    <a:pt x="17999" y="80322"/>
                  </a:lnTo>
                  <a:lnTo>
                    <a:pt x="17999" y="0"/>
                  </a:lnTo>
                  <a:lnTo>
                    <a:pt x="0" y="0"/>
                  </a:lnTo>
                  <a:lnTo>
                    <a:pt x="0" y="803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9" name="object 389" descr=""/>
            <p:cNvSpPr/>
            <p:nvPr/>
          </p:nvSpPr>
          <p:spPr>
            <a:xfrm>
              <a:off x="10500471" y="8400561"/>
              <a:ext cx="0" cy="90805"/>
            </a:xfrm>
            <a:custGeom>
              <a:avLst/>
              <a:gdLst/>
              <a:ahLst/>
              <a:cxnLst/>
              <a:rect l="l" t="t" r="r" b="b"/>
              <a:pathLst>
                <a:path w="0" h="90804">
                  <a:moveTo>
                    <a:pt x="0" y="0"/>
                  </a:moveTo>
                  <a:lnTo>
                    <a:pt x="0" y="90793"/>
                  </a:lnTo>
                </a:path>
              </a:pathLst>
            </a:custGeom>
            <a:ln w="7423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 descr=""/>
            <p:cNvSpPr/>
            <p:nvPr/>
          </p:nvSpPr>
          <p:spPr>
            <a:xfrm>
              <a:off x="10595400" y="8498610"/>
              <a:ext cx="0" cy="90805"/>
            </a:xfrm>
            <a:custGeom>
              <a:avLst/>
              <a:gdLst/>
              <a:ahLst/>
              <a:cxnLst/>
              <a:rect l="l" t="t" r="r" b="b"/>
              <a:pathLst>
                <a:path w="0" h="90804">
                  <a:moveTo>
                    <a:pt x="0" y="0"/>
                  </a:moveTo>
                  <a:lnTo>
                    <a:pt x="0" y="90751"/>
                  </a:lnTo>
                </a:path>
              </a:pathLst>
            </a:custGeom>
            <a:ln w="10209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1" name="object 391" descr=""/>
            <p:cNvSpPr/>
            <p:nvPr/>
          </p:nvSpPr>
          <p:spPr>
            <a:xfrm>
              <a:off x="10509575" y="8503845"/>
              <a:ext cx="75565" cy="80645"/>
            </a:xfrm>
            <a:custGeom>
              <a:avLst/>
              <a:gdLst/>
              <a:ahLst/>
              <a:cxnLst/>
              <a:rect l="l" t="t" r="r" b="b"/>
              <a:pathLst>
                <a:path w="75565" h="80645">
                  <a:moveTo>
                    <a:pt x="57317" y="80280"/>
                  </a:moveTo>
                  <a:lnTo>
                    <a:pt x="75317" y="80280"/>
                  </a:lnTo>
                  <a:lnTo>
                    <a:pt x="75317" y="0"/>
                  </a:lnTo>
                  <a:lnTo>
                    <a:pt x="57317" y="0"/>
                  </a:lnTo>
                  <a:lnTo>
                    <a:pt x="57317" y="80280"/>
                  </a:lnTo>
                  <a:close/>
                </a:path>
                <a:path w="75565" h="80645">
                  <a:moveTo>
                    <a:pt x="28648" y="80280"/>
                  </a:moveTo>
                  <a:lnTo>
                    <a:pt x="46679" y="80280"/>
                  </a:lnTo>
                  <a:lnTo>
                    <a:pt x="46679" y="0"/>
                  </a:lnTo>
                  <a:lnTo>
                    <a:pt x="28648" y="0"/>
                  </a:lnTo>
                  <a:lnTo>
                    <a:pt x="28648" y="80280"/>
                  </a:lnTo>
                  <a:close/>
                </a:path>
                <a:path w="75565" h="80645">
                  <a:moveTo>
                    <a:pt x="0" y="80280"/>
                  </a:moveTo>
                  <a:lnTo>
                    <a:pt x="17999" y="80280"/>
                  </a:lnTo>
                  <a:lnTo>
                    <a:pt x="17999" y="0"/>
                  </a:lnTo>
                  <a:lnTo>
                    <a:pt x="0" y="0"/>
                  </a:lnTo>
                  <a:lnTo>
                    <a:pt x="0" y="8028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2" name="object 392" descr=""/>
            <p:cNvSpPr/>
            <p:nvPr/>
          </p:nvSpPr>
          <p:spPr>
            <a:xfrm>
              <a:off x="10500471" y="8498610"/>
              <a:ext cx="0" cy="90805"/>
            </a:xfrm>
            <a:custGeom>
              <a:avLst/>
              <a:gdLst/>
              <a:ahLst/>
              <a:cxnLst/>
              <a:rect l="l" t="t" r="r" b="b"/>
              <a:pathLst>
                <a:path w="0" h="90804">
                  <a:moveTo>
                    <a:pt x="0" y="0"/>
                  </a:moveTo>
                  <a:lnTo>
                    <a:pt x="0" y="90751"/>
                  </a:lnTo>
                </a:path>
              </a:pathLst>
            </a:custGeom>
            <a:ln w="7423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 descr=""/>
            <p:cNvSpPr/>
            <p:nvPr/>
          </p:nvSpPr>
          <p:spPr>
            <a:xfrm>
              <a:off x="10595400" y="8596670"/>
              <a:ext cx="0" cy="90805"/>
            </a:xfrm>
            <a:custGeom>
              <a:avLst/>
              <a:gdLst/>
              <a:ahLst/>
              <a:cxnLst/>
              <a:rect l="l" t="t" r="r" b="b"/>
              <a:pathLst>
                <a:path w="0" h="90804">
                  <a:moveTo>
                    <a:pt x="0" y="0"/>
                  </a:moveTo>
                  <a:lnTo>
                    <a:pt x="0" y="90782"/>
                  </a:lnTo>
                </a:path>
              </a:pathLst>
            </a:custGeom>
            <a:ln w="10209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4" name="object 394" descr=""/>
            <p:cNvSpPr/>
            <p:nvPr/>
          </p:nvSpPr>
          <p:spPr>
            <a:xfrm>
              <a:off x="10509575" y="8601905"/>
              <a:ext cx="75565" cy="80645"/>
            </a:xfrm>
            <a:custGeom>
              <a:avLst/>
              <a:gdLst/>
              <a:ahLst/>
              <a:cxnLst/>
              <a:rect l="l" t="t" r="r" b="b"/>
              <a:pathLst>
                <a:path w="75565" h="80645">
                  <a:moveTo>
                    <a:pt x="57317" y="80311"/>
                  </a:moveTo>
                  <a:lnTo>
                    <a:pt x="75317" y="80311"/>
                  </a:lnTo>
                  <a:lnTo>
                    <a:pt x="75317" y="0"/>
                  </a:lnTo>
                  <a:lnTo>
                    <a:pt x="57317" y="0"/>
                  </a:lnTo>
                  <a:lnTo>
                    <a:pt x="57317" y="80311"/>
                  </a:lnTo>
                  <a:close/>
                </a:path>
                <a:path w="75565" h="80645">
                  <a:moveTo>
                    <a:pt x="28648" y="80311"/>
                  </a:moveTo>
                  <a:lnTo>
                    <a:pt x="46679" y="80311"/>
                  </a:lnTo>
                  <a:lnTo>
                    <a:pt x="46679" y="0"/>
                  </a:lnTo>
                  <a:lnTo>
                    <a:pt x="28648" y="0"/>
                  </a:lnTo>
                  <a:lnTo>
                    <a:pt x="28648" y="80311"/>
                  </a:lnTo>
                  <a:close/>
                </a:path>
                <a:path w="75565" h="80645">
                  <a:moveTo>
                    <a:pt x="0" y="80311"/>
                  </a:moveTo>
                  <a:lnTo>
                    <a:pt x="17999" y="80311"/>
                  </a:lnTo>
                  <a:lnTo>
                    <a:pt x="17999" y="0"/>
                  </a:lnTo>
                  <a:lnTo>
                    <a:pt x="0" y="0"/>
                  </a:lnTo>
                  <a:lnTo>
                    <a:pt x="0" y="803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5" name="object 395" descr=""/>
            <p:cNvSpPr/>
            <p:nvPr/>
          </p:nvSpPr>
          <p:spPr>
            <a:xfrm>
              <a:off x="10500471" y="8596670"/>
              <a:ext cx="0" cy="90805"/>
            </a:xfrm>
            <a:custGeom>
              <a:avLst/>
              <a:gdLst/>
              <a:ahLst/>
              <a:cxnLst/>
              <a:rect l="l" t="t" r="r" b="b"/>
              <a:pathLst>
                <a:path w="0" h="90804">
                  <a:moveTo>
                    <a:pt x="0" y="0"/>
                  </a:moveTo>
                  <a:lnTo>
                    <a:pt x="0" y="90782"/>
                  </a:lnTo>
                </a:path>
              </a:pathLst>
            </a:custGeom>
            <a:ln w="7423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96" name="object 396" descr=""/>
          <p:cNvGrpSpPr/>
          <p:nvPr/>
        </p:nvGrpSpPr>
        <p:grpSpPr>
          <a:xfrm>
            <a:off x="6279274" y="8342720"/>
            <a:ext cx="706755" cy="1769745"/>
            <a:chOff x="6279274" y="8342720"/>
            <a:chExt cx="706755" cy="1769745"/>
          </a:xfrm>
        </p:grpSpPr>
        <p:sp>
          <p:nvSpPr>
            <p:cNvPr id="397" name="object 397" descr=""/>
            <p:cNvSpPr/>
            <p:nvPr/>
          </p:nvSpPr>
          <p:spPr>
            <a:xfrm>
              <a:off x="6284510" y="8347955"/>
              <a:ext cx="695960" cy="1759585"/>
            </a:xfrm>
            <a:custGeom>
              <a:avLst/>
              <a:gdLst/>
              <a:ahLst/>
              <a:cxnLst/>
              <a:rect l="l" t="t" r="r" b="b"/>
              <a:pathLst>
                <a:path w="695959" h="1759584">
                  <a:moveTo>
                    <a:pt x="0" y="1759182"/>
                  </a:moveTo>
                  <a:lnTo>
                    <a:pt x="695905" y="1759182"/>
                  </a:lnTo>
                  <a:lnTo>
                    <a:pt x="695905" y="0"/>
                  </a:lnTo>
                  <a:lnTo>
                    <a:pt x="0" y="0"/>
                  </a:lnTo>
                  <a:lnTo>
                    <a:pt x="0" y="175918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8" name="object 398" descr=""/>
            <p:cNvSpPr/>
            <p:nvPr/>
          </p:nvSpPr>
          <p:spPr>
            <a:xfrm>
              <a:off x="6527471" y="9518160"/>
              <a:ext cx="0" cy="552450"/>
            </a:xfrm>
            <a:custGeom>
              <a:avLst/>
              <a:gdLst/>
              <a:ahLst/>
              <a:cxnLst/>
              <a:rect l="l" t="t" r="r" b="b"/>
              <a:pathLst>
                <a:path w="0" h="552450">
                  <a:moveTo>
                    <a:pt x="0" y="441127"/>
                  </a:moveTo>
                  <a:lnTo>
                    <a:pt x="0" y="551857"/>
                  </a:lnTo>
                </a:path>
                <a:path w="0" h="552450">
                  <a:moveTo>
                    <a:pt x="0" y="0"/>
                  </a:moveTo>
                  <a:lnTo>
                    <a:pt x="0" y="82479"/>
                  </a:lnTo>
                </a:path>
                <a:path w="0" h="552450">
                  <a:moveTo>
                    <a:pt x="0" y="87924"/>
                  </a:moveTo>
                  <a:lnTo>
                    <a:pt x="0" y="170403"/>
                  </a:lnTo>
                </a:path>
                <a:path w="0" h="552450">
                  <a:moveTo>
                    <a:pt x="0" y="175837"/>
                  </a:moveTo>
                  <a:lnTo>
                    <a:pt x="0" y="258358"/>
                  </a:lnTo>
                </a:path>
                <a:path w="0" h="552450">
                  <a:moveTo>
                    <a:pt x="0" y="263793"/>
                  </a:moveTo>
                  <a:lnTo>
                    <a:pt x="0" y="346261"/>
                  </a:lnTo>
                </a:path>
                <a:path w="0" h="552450">
                  <a:moveTo>
                    <a:pt x="0" y="351696"/>
                  </a:moveTo>
                  <a:lnTo>
                    <a:pt x="0" y="434217"/>
                  </a:lnTo>
                </a:path>
              </a:pathLst>
            </a:custGeom>
            <a:ln w="1201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 descr=""/>
            <p:cNvSpPr/>
            <p:nvPr/>
          </p:nvSpPr>
          <p:spPr>
            <a:xfrm>
              <a:off x="6318645" y="9523396"/>
              <a:ext cx="197485" cy="541655"/>
            </a:xfrm>
            <a:custGeom>
              <a:avLst/>
              <a:gdLst/>
              <a:ahLst/>
              <a:cxnLst/>
              <a:rect l="l" t="t" r="r" b="b"/>
              <a:pathLst>
                <a:path w="197484" h="541654">
                  <a:moveTo>
                    <a:pt x="175010" y="541386"/>
                  </a:moveTo>
                  <a:lnTo>
                    <a:pt x="196988" y="541386"/>
                  </a:lnTo>
                  <a:lnTo>
                    <a:pt x="196988" y="441127"/>
                  </a:lnTo>
                  <a:lnTo>
                    <a:pt x="175010" y="441127"/>
                  </a:lnTo>
                  <a:lnTo>
                    <a:pt x="175010" y="541386"/>
                  </a:lnTo>
                  <a:close/>
                </a:path>
                <a:path w="197484" h="541654">
                  <a:moveTo>
                    <a:pt x="139964" y="541386"/>
                  </a:moveTo>
                  <a:lnTo>
                    <a:pt x="161995" y="541386"/>
                  </a:lnTo>
                  <a:lnTo>
                    <a:pt x="161995" y="441127"/>
                  </a:lnTo>
                  <a:lnTo>
                    <a:pt x="139964" y="441127"/>
                  </a:lnTo>
                  <a:lnTo>
                    <a:pt x="139964" y="541386"/>
                  </a:lnTo>
                  <a:close/>
                </a:path>
                <a:path w="197484" h="541654">
                  <a:moveTo>
                    <a:pt x="104981" y="541386"/>
                  </a:moveTo>
                  <a:lnTo>
                    <a:pt x="127011" y="541386"/>
                  </a:lnTo>
                  <a:lnTo>
                    <a:pt x="127011" y="441127"/>
                  </a:lnTo>
                  <a:lnTo>
                    <a:pt x="104981" y="441127"/>
                  </a:lnTo>
                  <a:lnTo>
                    <a:pt x="104981" y="541386"/>
                  </a:lnTo>
                  <a:close/>
                </a:path>
                <a:path w="197484" h="541654">
                  <a:moveTo>
                    <a:pt x="69987" y="541386"/>
                  </a:moveTo>
                  <a:lnTo>
                    <a:pt x="92007" y="541386"/>
                  </a:lnTo>
                  <a:lnTo>
                    <a:pt x="92007" y="441127"/>
                  </a:lnTo>
                  <a:lnTo>
                    <a:pt x="69987" y="441127"/>
                  </a:lnTo>
                  <a:lnTo>
                    <a:pt x="69987" y="541386"/>
                  </a:lnTo>
                  <a:close/>
                </a:path>
                <a:path w="197484" h="541654">
                  <a:moveTo>
                    <a:pt x="35014" y="541386"/>
                  </a:moveTo>
                  <a:lnTo>
                    <a:pt x="57013" y="541386"/>
                  </a:lnTo>
                  <a:lnTo>
                    <a:pt x="57013" y="441127"/>
                  </a:lnTo>
                  <a:lnTo>
                    <a:pt x="35014" y="441127"/>
                  </a:lnTo>
                  <a:lnTo>
                    <a:pt x="35014" y="541386"/>
                  </a:lnTo>
                  <a:close/>
                </a:path>
                <a:path w="197484" h="541654">
                  <a:moveTo>
                    <a:pt x="0" y="541386"/>
                  </a:moveTo>
                  <a:lnTo>
                    <a:pt x="21988" y="541386"/>
                  </a:lnTo>
                  <a:lnTo>
                    <a:pt x="21988" y="441127"/>
                  </a:lnTo>
                  <a:lnTo>
                    <a:pt x="0" y="441127"/>
                  </a:lnTo>
                  <a:lnTo>
                    <a:pt x="0" y="541386"/>
                  </a:lnTo>
                  <a:close/>
                </a:path>
                <a:path w="197484" h="541654">
                  <a:moveTo>
                    <a:pt x="175010" y="72008"/>
                  </a:moveTo>
                  <a:lnTo>
                    <a:pt x="196988" y="72008"/>
                  </a:lnTo>
                  <a:lnTo>
                    <a:pt x="196988" y="0"/>
                  </a:lnTo>
                  <a:lnTo>
                    <a:pt x="175010" y="0"/>
                  </a:lnTo>
                  <a:lnTo>
                    <a:pt x="175010" y="72008"/>
                  </a:lnTo>
                  <a:close/>
                </a:path>
                <a:path w="197484" h="541654">
                  <a:moveTo>
                    <a:pt x="139964" y="72008"/>
                  </a:moveTo>
                  <a:lnTo>
                    <a:pt x="161995" y="72008"/>
                  </a:lnTo>
                  <a:lnTo>
                    <a:pt x="161995" y="0"/>
                  </a:lnTo>
                  <a:lnTo>
                    <a:pt x="139964" y="0"/>
                  </a:lnTo>
                  <a:lnTo>
                    <a:pt x="139964" y="72008"/>
                  </a:lnTo>
                  <a:close/>
                </a:path>
                <a:path w="197484" h="541654">
                  <a:moveTo>
                    <a:pt x="104981" y="72008"/>
                  </a:moveTo>
                  <a:lnTo>
                    <a:pt x="127011" y="72008"/>
                  </a:lnTo>
                  <a:lnTo>
                    <a:pt x="127011" y="0"/>
                  </a:lnTo>
                  <a:lnTo>
                    <a:pt x="104981" y="0"/>
                  </a:lnTo>
                  <a:lnTo>
                    <a:pt x="104981" y="72008"/>
                  </a:lnTo>
                  <a:close/>
                </a:path>
                <a:path w="197484" h="541654">
                  <a:moveTo>
                    <a:pt x="69987" y="72008"/>
                  </a:moveTo>
                  <a:lnTo>
                    <a:pt x="92007" y="72008"/>
                  </a:lnTo>
                  <a:lnTo>
                    <a:pt x="92007" y="0"/>
                  </a:lnTo>
                  <a:lnTo>
                    <a:pt x="69987" y="0"/>
                  </a:lnTo>
                  <a:lnTo>
                    <a:pt x="69987" y="72008"/>
                  </a:lnTo>
                  <a:close/>
                </a:path>
                <a:path w="197484" h="541654">
                  <a:moveTo>
                    <a:pt x="35014" y="72008"/>
                  </a:moveTo>
                  <a:lnTo>
                    <a:pt x="57013" y="72008"/>
                  </a:lnTo>
                  <a:lnTo>
                    <a:pt x="57013" y="0"/>
                  </a:lnTo>
                  <a:lnTo>
                    <a:pt x="35014" y="0"/>
                  </a:lnTo>
                  <a:lnTo>
                    <a:pt x="35014" y="72008"/>
                  </a:lnTo>
                  <a:close/>
                </a:path>
                <a:path w="197484" h="541654">
                  <a:moveTo>
                    <a:pt x="0" y="72008"/>
                  </a:moveTo>
                  <a:lnTo>
                    <a:pt x="21988" y="72008"/>
                  </a:lnTo>
                  <a:lnTo>
                    <a:pt x="21988" y="0"/>
                  </a:lnTo>
                  <a:lnTo>
                    <a:pt x="0" y="0"/>
                  </a:lnTo>
                  <a:lnTo>
                    <a:pt x="0" y="72008"/>
                  </a:lnTo>
                  <a:close/>
                </a:path>
                <a:path w="197484" h="541654">
                  <a:moveTo>
                    <a:pt x="175010" y="159932"/>
                  </a:moveTo>
                  <a:lnTo>
                    <a:pt x="196988" y="159932"/>
                  </a:lnTo>
                  <a:lnTo>
                    <a:pt x="196988" y="87924"/>
                  </a:lnTo>
                  <a:lnTo>
                    <a:pt x="175010" y="87924"/>
                  </a:lnTo>
                  <a:lnTo>
                    <a:pt x="175010" y="159932"/>
                  </a:lnTo>
                  <a:close/>
                </a:path>
                <a:path w="197484" h="541654">
                  <a:moveTo>
                    <a:pt x="139964" y="159932"/>
                  </a:moveTo>
                  <a:lnTo>
                    <a:pt x="161995" y="159932"/>
                  </a:lnTo>
                  <a:lnTo>
                    <a:pt x="161995" y="87924"/>
                  </a:lnTo>
                  <a:lnTo>
                    <a:pt x="139964" y="87924"/>
                  </a:lnTo>
                  <a:lnTo>
                    <a:pt x="139964" y="159932"/>
                  </a:lnTo>
                  <a:close/>
                </a:path>
                <a:path w="197484" h="541654">
                  <a:moveTo>
                    <a:pt x="104981" y="159932"/>
                  </a:moveTo>
                  <a:lnTo>
                    <a:pt x="127011" y="159932"/>
                  </a:lnTo>
                  <a:lnTo>
                    <a:pt x="127011" y="87924"/>
                  </a:lnTo>
                  <a:lnTo>
                    <a:pt x="104981" y="87924"/>
                  </a:lnTo>
                  <a:lnTo>
                    <a:pt x="104981" y="159932"/>
                  </a:lnTo>
                  <a:close/>
                </a:path>
                <a:path w="197484" h="541654">
                  <a:moveTo>
                    <a:pt x="69987" y="159932"/>
                  </a:moveTo>
                  <a:lnTo>
                    <a:pt x="92007" y="159932"/>
                  </a:lnTo>
                  <a:lnTo>
                    <a:pt x="92007" y="87924"/>
                  </a:lnTo>
                  <a:lnTo>
                    <a:pt x="69987" y="87924"/>
                  </a:lnTo>
                  <a:lnTo>
                    <a:pt x="69987" y="159932"/>
                  </a:lnTo>
                  <a:close/>
                </a:path>
                <a:path w="197484" h="541654">
                  <a:moveTo>
                    <a:pt x="35014" y="159932"/>
                  </a:moveTo>
                  <a:lnTo>
                    <a:pt x="57013" y="159932"/>
                  </a:lnTo>
                  <a:lnTo>
                    <a:pt x="57013" y="87924"/>
                  </a:lnTo>
                  <a:lnTo>
                    <a:pt x="35014" y="87924"/>
                  </a:lnTo>
                  <a:lnTo>
                    <a:pt x="35014" y="159932"/>
                  </a:lnTo>
                  <a:close/>
                </a:path>
                <a:path w="197484" h="541654">
                  <a:moveTo>
                    <a:pt x="0" y="159932"/>
                  </a:moveTo>
                  <a:lnTo>
                    <a:pt x="21988" y="159932"/>
                  </a:lnTo>
                  <a:lnTo>
                    <a:pt x="21988" y="87924"/>
                  </a:lnTo>
                  <a:lnTo>
                    <a:pt x="0" y="87924"/>
                  </a:lnTo>
                  <a:lnTo>
                    <a:pt x="0" y="159932"/>
                  </a:lnTo>
                  <a:close/>
                </a:path>
                <a:path w="197484" h="541654">
                  <a:moveTo>
                    <a:pt x="175010" y="247887"/>
                  </a:moveTo>
                  <a:lnTo>
                    <a:pt x="196988" y="247887"/>
                  </a:lnTo>
                  <a:lnTo>
                    <a:pt x="196988" y="175837"/>
                  </a:lnTo>
                  <a:lnTo>
                    <a:pt x="175010" y="175837"/>
                  </a:lnTo>
                  <a:lnTo>
                    <a:pt x="175010" y="247887"/>
                  </a:lnTo>
                  <a:close/>
                </a:path>
                <a:path w="197484" h="541654">
                  <a:moveTo>
                    <a:pt x="139964" y="247887"/>
                  </a:moveTo>
                  <a:lnTo>
                    <a:pt x="161995" y="247887"/>
                  </a:lnTo>
                  <a:lnTo>
                    <a:pt x="161995" y="175837"/>
                  </a:lnTo>
                  <a:lnTo>
                    <a:pt x="139964" y="175837"/>
                  </a:lnTo>
                  <a:lnTo>
                    <a:pt x="139964" y="247887"/>
                  </a:lnTo>
                  <a:close/>
                </a:path>
                <a:path w="197484" h="541654">
                  <a:moveTo>
                    <a:pt x="104981" y="247887"/>
                  </a:moveTo>
                  <a:lnTo>
                    <a:pt x="127011" y="247887"/>
                  </a:lnTo>
                  <a:lnTo>
                    <a:pt x="127011" y="175837"/>
                  </a:lnTo>
                  <a:lnTo>
                    <a:pt x="104981" y="175837"/>
                  </a:lnTo>
                  <a:lnTo>
                    <a:pt x="104981" y="247887"/>
                  </a:lnTo>
                  <a:close/>
                </a:path>
                <a:path w="197484" h="541654">
                  <a:moveTo>
                    <a:pt x="69987" y="247887"/>
                  </a:moveTo>
                  <a:lnTo>
                    <a:pt x="92007" y="247887"/>
                  </a:lnTo>
                  <a:lnTo>
                    <a:pt x="92007" y="175837"/>
                  </a:lnTo>
                  <a:lnTo>
                    <a:pt x="69987" y="175837"/>
                  </a:lnTo>
                  <a:lnTo>
                    <a:pt x="69987" y="247887"/>
                  </a:lnTo>
                  <a:close/>
                </a:path>
                <a:path w="197484" h="541654">
                  <a:moveTo>
                    <a:pt x="35014" y="247887"/>
                  </a:moveTo>
                  <a:lnTo>
                    <a:pt x="57013" y="247887"/>
                  </a:lnTo>
                  <a:lnTo>
                    <a:pt x="57013" y="175837"/>
                  </a:lnTo>
                  <a:lnTo>
                    <a:pt x="35014" y="175837"/>
                  </a:lnTo>
                  <a:lnTo>
                    <a:pt x="35014" y="247887"/>
                  </a:lnTo>
                  <a:close/>
                </a:path>
                <a:path w="197484" h="541654">
                  <a:moveTo>
                    <a:pt x="0" y="247887"/>
                  </a:moveTo>
                  <a:lnTo>
                    <a:pt x="21988" y="247887"/>
                  </a:lnTo>
                  <a:lnTo>
                    <a:pt x="21988" y="175837"/>
                  </a:lnTo>
                  <a:lnTo>
                    <a:pt x="0" y="175837"/>
                  </a:lnTo>
                  <a:lnTo>
                    <a:pt x="0" y="247887"/>
                  </a:lnTo>
                  <a:close/>
                </a:path>
                <a:path w="197484" h="541654">
                  <a:moveTo>
                    <a:pt x="175010" y="335790"/>
                  </a:moveTo>
                  <a:lnTo>
                    <a:pt x="196988" y="335790"/>
                  </a:lnTo>
                  <a:lnTo>
                    <a:pt x="196988" y="263793"/>
                  </a:lnTo>
                  <a:lnTo>
                    <a:pt x="175010" y="263793"/>
                  </a:lnTo>
                  <a:lnTo>
                    <a:pt x="175010" y="335790"/>
                  </a:lnTo>
                  <a:close/>
                </a:path>
                <a:path w="197484" h="541654">
                  <a:moveTo>
                    <a:pt x="139964" y="335790"/>
                  </a:moveTo>
                  <a:lnTo>
                    <a:pt x="161995" y="335790"/>
                  </a:lnTo>
                  <a:lnTo>
                    <a:pt x="161995" y="263793"/>
                  </a:lnTo>
                  <a:lnTo>
                    <a:pt x="139964" y="263793"/>
                  </a:lnTo>
                  <a:lnTo>
                    <a:pt x="139964" y="335790"/>
                  </a:lnTo>
                  <a:close/>
                </a:path>
                <a:path w="197484" h="541654">
                  <a:moveTo>
                    <a:pt x="104981" y="335790"/>
                  </a:moveTo>
                  <a:lnTo>
                    <a:pt x="127011" y="335790"/>
                  </a:lnTo>
                  <a:lnTo>
                    <a:pt x="127011" y="263793"/>
                  </a:lnTo>
                  <a:lnTo>
                    <a:pt x="104981" y="263793"/>
                  </a:lnTo>
                  <a:lnTo>
                    <a:pt x="104981" y="335790"/>
                  </a:lnTo>
                  <a:close/>
                </a:path>
                <a:path w="197484" h="541654">
                  <a:moveTo>
                    <a:pt x="69987" y="335790"/>
                  </a:moveTo>
                  <a:lnTo>
                    <a:pt x="92007" y="335790"/>
                  </a:lnTo>
                  <a:lnTo>
                    <a:pt x="92007" y="263793"/>
                  </a:lnTo>
                  <a:lnTo>
                    <a:pt x="69987" y="263793"/>
                  </a:lnTo>
                  <a:lnTo>
                    <a:pt x="69987" y="335790"/>
                  </a:lnTo>
                  <a:close/>
                </a:path>
                <a:path w="197484" h="541654">
                  <a:moveTo>
                    <a:pt x="35014" y="335790"/>
                  </a:moveTo>
                  <a:lnTo>
                    <a:pt x="57013" y="335790"/>
                  </a:lnTo>
                  <a:lnTo>
                    <a:pt x="57013" y="263793"/>
                  </a:lnTo>
                  <a:lnTo>
                    <a:pt x="35014" y="263793"/>
                  </a:lnTo>
                  <a:lnTo>
                    <a:pt x="35014" y="335790"/>
                  </a:lnTo>
                  <a:close/>
                </a:path>
                <a:path w="197484" h="541654">
                  <a:moveTo>
                    <a:pt x="0" y="335790"/>
                  </a:moveTo>
                  <a:lnTo>
                    <a:pt x="21988" y="335790"/>
                  </a:lnTo>
                  <a:lnTo>
                    <a:pt x="21988" y="263793"/>
                  </a:lnTo>
                  <a:lnTo>
                    <a:pt x="0" y="263793"/>
                  </a:lnTo>
                  <a:lnTo>
                    <a:pt x="0" y="335790"/>
                  </a:lnTo>
                  <a:close/>
                </a:path>
                <a:path w="197484" h="541654">
                  <a:moveTo>
                    <a:pt x="175010" y="423746"/>
                  </a:moveTo>
                  <a:lnTo>
                    <a:pt x="196988" y="423746"/>
                  </a:lnTo>
                  <a:lnTo>
                    <a:pt x="196988" y="351696"/>
                  </a:lnTo>
                  <a:lnTo>
                    <a:pt x="175010" y="351696"/>
                  </a:lnTo>
                  <a:lnTo>
                    <a:pt x="175010" y="423746"/>
                  </a:lnTo>
                  <a:close/>
                </a:path>
                <a:path w="197484" h="541654">
                  <a:moveTo>
                    <a:pt x="139964" y="423746"/>
                  </a:moveTo>
                  <a:lnTo>
                    <a:pt x="161995" y="423746"/>
                  </a:lnTo>
                  <a:lnTo>
                    <a:pt x="161995" y="351696"/>
                  </a:lnTo>
                  <a:lnTo>
                    <a:pt x="139964" y="351696"/>
                  </a:lnTo>
                  <a:lnTo>
                    <a:pt x="139964" y="423746"/>
                  </a:lnTo>
                  <a:close/>
                </a:path>
                <a:path w="197484" h="541654">
                  <a:moveTo>
                    <a:pt x="104981" y="423746"/>
                  </a:moveTo>
                  <a:lnTo>
                    <a:pt x="127011" y="423746"/>
                  </a:lnTo>
                  <a:lnTo>
                    <a:pt x="127011" y="351696"/>
                  </a:lnTo>
                  <a:lnTo>
                    <a:pt x="104981" y="351696"/>
                  </a:lnTo>
                  <a:lnTo>
                    <a:pt x="104981" y="423746"/>
                  </a:lnTo>
                  <a:close/>
                </a:path>
                <a:path w="197484" h="541654">
                  <a:moveTo>
                    <a:pt x="69987" y="423746"/>
                  </a:moveTo>
                  <a:lnTo>
                    <a:pt x="92007" y="423746"/>
                  </a:lnTo>
                  <a:lnTo>
                    <a:pt x="92007" y="351696"/>
                  </a:lnTo>
                  <a:lnTo>
                    <a:pt x="69987" y="351696"/>
                  </a:lnTo>
                  <a:lnTo>
                    <a:pt x="69987" y="423746"/>
                  </a:lnTo>
                  <a:close/>
                </a:path>
                <a:path w="197484" h="541654">
                  <a:moveTo>
                    <a:pt x="35014" y="423746"/>
                  </a:moveTo>
                  <a:lnTo>
                    <a:pt x="57013" y="423746"/>
                  </a:lnTo>
                  <a:lnTo>
                    <a:pt x="57013" y="351696"/>
                  </a:lnTo>
                  <a:lnTo>
                    <a:pt x="35014" y="351696"/>
                  </a:lnTo>
                  <a:lnTo>
                    <a:pt x="35014" y="423746"/>
                  </a:lnTo>
                  <a:close/>
                </a:path>
                <a:path w="197484" h="541654">
                  <a:moveTo>
                    <a:pt x="0" y="423746"/>
                  </a:moveTo>
                  <a:lnTo>
                    <a:pt x="21988" y="423746"/>
                  </a:lnTo>
                  <a:lnTo>
                    <a:pt x="21988" y="351696"/>
                  </a:lnTo>
                  <a:lnTo>
                    <a:pt x="0" y="351696"/>
                  </a:lnTo>
                  <a:lnTo>
                    <a:pt x="0" y="42374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 descr=""/>
            <p:cNvSpPr/>
            <p:nvPr/>
          </p:nvSpPr>
          <p:spPr>
            <a:xfrm>
              <a:off x="6527471" y="8959319"/>
              <a:ext cx="0" cy="552450"/>
            </a:xfrm>
            <a:custGeom>
              <a:avLst/>
              <a:gdLst/>
              <a:ahLst/>
              <a:cxnLst/>
              <a:rect l="l" t="t" r="r" b="b"/>
              <a:pathLst>
                <a:path w="0" h="552450">
                  <a:moveTo>
                    <a:pt x="0" y="441138"/>
                  </a:moveTo>
                  <a:lnTo>
                    <a:pt x="0" y="551847"/>
                  </a:lnTo>
                </a:path>
                <a:path w="0" h="552450">
                  <a:moveTo>
                    <a:pt x="0" y="0"/>
                  </a:moveTo>
                  <a:lnTo>
                    <a:pt x="0" y="82479"/>
                  </a:lnTo>
                </a:path>
                <a:path w="0" h="552450">
                  <a:moveTo>
                    <a:pt x="0" y="87892"/>
                  </a:moveTo>
                  <a:lnTo>
                    <a:pt x="0" y="170413"/>
                  </a:lnTo>
                </a:path>
                <a:path w="0" h="552450">
                  <a:moveTo>
                    <a:pt x="0" y="175837"/>
                  </a:moveTo>
                  <a:lnTo>
                    <a:pt x="0" y="258337"/>
                  </a:lnTo>
                </a:path>
                <a:path w="0" h="552450">
                  <a:moveTo>
                    <a:pt x="0" y="263772"/>
                  </a:moveTo>
                  <a:lnTo>
                    <a:pt x="0" y="346261"/>
                  </a:lnTo>
                </a:path>
                <a:path w="0" h="552450">
                  <a:moveTo>
                    <a:pt x="0" y="351685"/>
                  </a:moveTo>
                  <a:lnTo>
                    <a:pt x="0" y="434185"/>
                  </a:lnTo>
                </a:path>
              </a:pathLst>
            </a:custGeom>
            <a:ln w="1201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1" name="object 401" descr=""/>
            <p:cNvSpPr/>
            <p:nvPr/>
          </p:nvSpPr>
          <p:spPr>
            <a:xfrm>
              <a:off x="6318645" y="8964554"/>
              <a:ext cx="197485" cy="541655"/>
            </a:xfrm>
            <a:custGeom>
              <a:avLst/>
              <a:gdLst/>
              <a:ahLst/>
              <a:cxnLst/>
              <a:rect l="l" t="t" r="r" b="b"/>
              <a:pathLst>
                <a:path w="197484" h="541654">
                  <a:moveTo>
                    <a:pt x="175010" y="541376"/>
                  </a:moveTo>
                  <a:lnTo>
                    <a:pt x="196988" y="541376"/>
                  </a:lnTo>
                  <a:lnTo>
                    <a:pt x="196988" y="441138"/>
                  </a:lnTo>
                  <a:lnTo>
                    <a:pt x="175010" y="441138"/>
                  </a:lnTo>
                  <a:lnTo>
                    <a:pt x="175010" y="541376"/>
                  </a:lnTo>
                  <a:close/>
                </a:path>
                <a:path w="197484" h="541654">
                  <a:moveTo>
                    <a:pt x="139964" y="541376"/>
                  </a:moveTo>
                  <a:lnTo>
                    <a:pt x="161995" y="541376"/>
                  </a:lnTo>
                  <a:lnTo>
                    <a:pt x="161995" y="441138"/>
                  </a:lnTo>
                  <a:lnTo>
                    <a:pt x="139964" y="441138"/>
                  </a:lnTo>
                  <a:lnTo>
                    <a:pt x="139964" y="541376"/>
                  </a:lnTo>
                  <a:close/>
                </a:path>
                <a:path w="197484" h="541654">
                  <a:moveTo>
                    <a:pt x="104981" y="541376"/>
                  </a:moveTo>
                  <a:lnTo>
                    <a:pt x="127011" y="541376"/>
                  </a:lnTo>
                  <a:lnTo>
                    <a:pt x="127011" y="441138"/>
                  </a:lnTo>
                  <a:lnTo>
                    <a:pt x="104981" y="441138"/>
                  </a:lnTo>
                  <a:lnTo>
                    <a:pt x="104981" y="541376"/>
                  </a:lnTo>
                  <a:close/>
                </a:path>
                <a:path w="197484" h="541654">
                  <a:moveTo>
                    <a:pt x="69987" y="541376"/>
                  </a:moveTo>
                  <a:lnTo>
                    <a:pt x="92007" y="541376"/>
                  </a:lnTo>
                  <a:lnTo>
                    <a:pt x="92007" y="441138"/>
                  </a:lnTo>
                  <a:lnTo>
                    <a:pt x="69987" y="441138"/>
                  </a:lnTo>
                  <a:lnTo>
                    <a:pt x="69987" y="541376"/>
                  </a:lnTo>
                  <a:close/>
                </a:path>
                <a:path w="197484" h="541654">
                  <a:moveTo>
                    <a:pt x="35014" y="541376"/>
                  </a:moveTo>
                  <a:lnTo>
                    <a:pt x="57013" y="541376"/>
                  </a:lnTo>
                  <a:lnTo>
                    <a:pt x="57013" y="441138"/>
                  </a:lnTo>
                  <a:lnTo>
                    <a:pt x="35014" y="441138"/>
                  </a:lnTo>
                  <a:lnTo>
                    <a:pt x="35014" y="541376"/>
                  </a:lnTo>
                  <a:close/>
                </a:path>
                <a:path w="197484" h="541654">
                  <a:moveTo>
                    <a:pt x="0" y="541376"/>
                  </a:moveTo>
                  <a:lnTo>
                    <a:pt x="21988" y="541376"/>
                  </a:lnTo>
                  <a:lnTo>
                    <a:pt x="21988" y="441138"/>
                  </a:lnTo>
                  <a:lnTo>
                    <a:pt x="0" y="441138"/>
                  </a:lnTo>
                  <a:lnTo>
                    <a:pt x="0" y="541376"/>
                  </a:lnTo>
                  <a:close/>
                </a:path>
                <a:path w="197484" h="541654">
                  <a:moveTo>
                    <a:pt x="175010" y="72008"/>
                  </a:moveTo>
                  <a:lnTo>
                    <a:pt x="196988" y="72008"/>
                  </a:lnTo>
                  <a:lnTo>
                    <a:pt x="196988" y="0"/>
                  </a:lnTo>
                  <a:lnTo>
                    <a:pt x="175010" y="0"/>
                  </a:lnTo>
                  <a:lnTo>
                    <a:pt x="175010" y="72008"/>
                  </a:lnTo>
                  <a:close/>
                </a:path>
                <a:path w="197484" h="541654">
                  <a:moveTo>
                    <a:pt x="139964" y="72008"/>
                  </a:moveTo>
                  <a:lnTo>
                    <a:pt x="161995" y="72008"/>
                  </a:lnTo>
                  <a:lnTo>
                    <a:pt x="161995" y="0"/>
                  </a:lnTo>
                  <a:lnTo>
                    <a:pt x="139964" y="0"/>
                  </a:lnTo>
                  <a:lnTo>
                    <a:pt x="139964" y="72008"/>
                  </a:lnTo>
                  <a:close/>
                </a:path>
                <a:path w="197484" h="541654">
                  <a:moveTo>
                    <a:pt x="104981" y="72008"/>
                  </a:moveTo>
                  <a:lnTo>
                    <a:pt x="127011" y="72008"/>
                  </a:lnTo>
                  <a:lnTo>
                    <a:pt x="127011" y="0"/>
                  </a:lnTo>
                  <a:lnTo>
                    <a:pt x="104981" y="0"/>
                  </a:lnTo>
                  <a:lnTo>
                    <a:pt x="104981" y="72008"/>
                  </a:lnTo>
                  <a:close/>
                </a:path>
                <a:path w="197484" h="541654">
                  <a:moveTo>
                    <a:pt x="69987" y="72008"/>
                  </a:moveTo>
                  <a:lnTo>
                    <a:pt x="92007" y="72008"/>
                  </a:lnTo>
                  <a:lnTo>
                    <a:pt x="92007" y="0"/>
                  </a:lnTo>
                  <a:lnTo>
                    <a:pt x="69987" y="0"/>
                  </a:lnTo>
                  <a:lnTo>
                    <a:pt x="69987" y="72008"/>
                  </a:lnTo>
                  <a:close/>
                </a:path>
                <a:path w="197484" h="541654">
                  <a:moveTo>
                    <a:pt x="35014" y="72008"/>
                  </a:moveTo>
                  <a:lnTo>
                    <a:pt x="57013" y="72008"/>
                  </a:lnTo>
                  <a:lnTo>
                    <a:pt x="57013" y="0"/>
                  </a:lnTo>
                  <a:lnTo>
                    <a:pt x="35014" y="0"/>
                  </a:lnTo>
                  <a:lnTo>
                    <a:pt x="35014" y="72008"/>
                  </a:lnTo>
                  <a:close/>
                </a:path>
                <a:path w="197484" h="541654">
                  <a:moveTo>
                    <a:pt x="0" y="72008"/>
                  </a:moveTo>
                  <a:lnTo>
                    <a:pt x="21988" y="72008"/>
                  </a:lnTo>
                  <a:lnTo>
                    <a:pt x="21988" y="0"/>
                  </a:lnTo>
                  <a:lnTo>
                    <a:pt x="0" y="0"/>
                  </a:lnTo>
                  <a:lnTo>
                    <a:pt x="0" y="72008"/>
                  </a:lnTo>
                  <a:close/>
                </a:path>
                <a:path w="197484" h="541654">
                  <a:moveTo>
                    <a:pt x="175010" y="159942"/>
                  </a:moveTo>
                  <a:lnTo>
                    <a:pt x="196988" y="159942"/>
                  </a:lnTo>
                  <a:lnTo>
                    <a:pt x="196988" y="87892"/>
                  </a:lnTo>
                  <a:lnTo>
                    <a:pt x="175010" y="87892"/>
                  </a:lnTo>
                  <a:lnTo>
                    <a:pt x="175010" y="159942"/>
                  </a:lnTo>
                  <a:close/>
                </a:path>
                <a:path w="197484" h="541654">
                  <a:moveTo>
                    <a:pt x="139964" y="159942"/>
                  </a:moveTo>
                  <a:lnTo>
                    <a:pt x="161995" y="159942"/>
                  </a:lnTo>
                  <a:lnTo>
                    <a:pt x="161995" y="87892"/>
                  </a:lnTo>
                  <a:lnTo>
                    <a:pt x="139964" y="87892"/>
                  </a:lnTo>
                  <a:lnTo>
                    <a:pt x="139964" y="159942"/>
                  </a:lnTo>
                  <a:close/>
                </a:path>
                <a:path w="197484" h="541654">
                  <a:moveTo>
                    <a:pt x="104981" y="159942"/>
                  </a:moveTo>
                  <a:lnTo>
                    <a:pt x="127011" y="159942"/>
                  </a:lnTo>
                  <a:lnTo>
                    <a:pt x="127011" y="87892"/>
                  </a:lnTo>
                  <a:lnTo>
                    <a:pt x="104981" y="87892"/>
                  </a:lnTo>
                  <a:lnTo>
                    <a:pt x="104981" y="159942"/>
                  </a:lnTo>
                  <a:close/>
                </a:path>
                <a:path w="197484" h="541654">
                  <a:moveTo>
                    <a:pt x="69987" y="159942"/>
                  </a:moveTo>
                  <a:lnTo>
                    <a:pt x="92007" y="159942"/>
                  </a:lnTo>
                  <a:lnTo>
                    <a:pt x="92007" y="87892"/>
                  </a:lnTo>
                  <a:lnTo>
                    <a:pt x="69987" y="87892"/>
                  </a:lnTo>
                  <a:lnTo>
                    <a:pt x="69987" y="159942"/>
                  </a:lnTo>
                  <a:close/>
                </a:path>
                <a:path w="197484" h="541654">
                  <a:moveTo>
                    <a:pt x="35014" y="159942"/>
                  </a:moveTo>
                  <a:lnTo>
                    <a:pt x="57013" y="159942"/>
                  </a:lnTo>
                  <a:lnTo>
                    <a:pt x="57013" y="87892"/>
                  </a:lnTo>
                  <a:lnTo>
                    <a:pt x="35014" y="87892"/>
                  </a:lnTo>
                  <a:lnTo>
                    <a:pt x="35014" y="159942"/>
                  </a:lnTo>
                  <a:close/>
                </a:path>
                <a:path w="197484" h="541654">
                  <a:moveTo>
                    <a:pt x="0" y="159942"/>
                  </a:moveTo>
                  <a:lnTo>
                    <a:pt x="21988" y="159942"/>
                  </a:lnTo>
                  <a:lnTo>
                    <a:pt x="21988" y="87892"/>
                  </a:lnTo>
                  <a:lnTo>
                    <a:pt x="0" y="87892"/>
                  </a:lnTo>
                  <a:lnTo>
                    <a:pt x="0" y="159942"/>
                  </a:lnTo>
                  <a:close/>
                </a:path>
                <a:path w="197484" h="541654">
                  <a:moveTo>
                    <a:pt x="175010" y="247866"/>
                  </a:moveTo>
                  <a:lnTo>
                    <a:pt x="196988" y="247866"/>
                  </a:lnTo>
                  <a:lnTo>
                    <a:pt x="196988" y="175837"/>
                  </a:lnTo>
                  <a:lnTo>
                    <a:pt x="175010" y="175837"/>
                  </a:lnTo>
                  <a:lnTo>
                    <a:pt x="175010" y="247866"/>
                  </a:lnTo>
                  <a:close/>
                </a:path>
                <a:path w="197484" h="541654">
                  <a:moveTo>
                    <a:pt x="139964" y="247866"/>
                  </a:moveTo>
                  <a:lnTo>
                    <a:pt x="161995" y="247866"/>
                  </a:lnTo>
                  <a:lnTo>
                    <a:pt x="161995" y="175837"/>
                  </a:lnTo>
                  <a:lnTo>
                    <a:pt x="139964" y="175837"/>
                  </a:lnTo>
                  <a:lnTo>
                    <a:pt x="139964" y="247866"/>
                  </a:lnTo>
                  <a:close/>
                </a:path>
                <a:path w="197484" h="541654">
                  <a:moveTo>
                    <a:pt x="104981" y="247866"/>
                  </a:moveTo>
                  <a:lnTo>
                    <a:pt x="127011" y="247866"/>
                  </a:lnTo>
                  <a:lnTo>
                    <a:pt x="127011" y="175837"/>
                  </a:lnTo>
                  <a:lnTo>
                    <a:pt x="104981" y="175837"/>
                  </a:lnTo>
                  <a:lnTo>
                    <a:pt x="104981" y="247866"/>
                  </a:lnTo>
                  <a:close/>
                </a:path>
                <a:path w="197484" h="541654">
                  <a:moveTo>
                    <a:pt x="69987" y="247866"/>
                  </a:moveTo>
                  <a:lnTo>
                    <a:pt x="92007" y="247866"/>
                  </a:lnTo>
                  <a:lnTo>
                    <a:pt x="92007" y="175837"/>
                  </a:lnTo>
                  <a:lnTo>
                    <a:pt x="69987" y="175837"/>
                  </a:lnTo>
                  <a:lnTo>
                    <a:pt x="69987" y="247866"/>
                  </a:lnTo>
                  <a:close/>
                </a:path>
                <a:path w="197484" h="541654">
                  <a:moveTo>
                    <a:pt x="35014" y="247866"/>
                  </a:moveTo>
                  <a:lnTo>
                    <a:pt x="57013" y="247866"/>
                  </a:lnTo>
                  <a:lnTo>
                    <a:pt x="57013" y="175837"/>
                  </a:lnTo>
                  <a:lnTo>
                    <a:pt x="35014" y="175837"/>
                  </a:lnTo>
                  <a:lnTo>
                    <a:pt x="35014" y="247866"/>
                  </a:lnTo>
                  <a:close/>
                </a:path>
                <a:path w="197484" h="541654">
                  <a:moveTo>
                    <a:pt x="0" y="247866"/>
                  </a:moveTo>
                  <a:lnTo>
                    <a:pt x="21988" y="247866"/>
                  </a:lnTo>
                  <a:lnTo>
                    <a:pt x="21988" y="175837"/>
                  </a:lnTo>
                  <a:lnTo>
                    <a:pt x="0" y="175837"/>
                  </a:lnTo>
                  <a:lnTo>
                    <a:pt x="0" y="247866"/>
                  </a:lnTo>
                  <a:close/>
                </a:path>
                <a:path w="197484" h="541654">
                  <a:moveTo>
                    <a:pt x="175010" y="335790"/>
                  </a:moveTo>
                  <a:lnTo>
                    <a:pt x="196988" y="335790"/>
                  </a:lnTo>
                  <a:lnTo>
                    <a:pt x="196988" y="263772"/>
                  </a:lnTo>
                  <a:lnTo>
                    <a:pt x="175010" y="263772"/>
                  </a:lnTo>
                  <a:lnTo>
                    <a:pt x="175010" y="335790"/>
                  </a:lnTo>
                  <a:close/>
                </a:path>
                <a:path w="197484" h="541654">
                  <a:moveTo>
                    <a:pt x="139964" y="335790"/>
                  </a:moveTo>
                  <a:lnTo>
                    <a:pt x="161995" y="335790"/>
                  </a:lnTo>
                  <a:lnTo>
                    <a:pt x="161995" y="263772"/>
                  </a:lnTo>
                  <a:lnTo>
                    <a:pt x="139964" y="263772"/>
                  </a:lnTo>
                  <a:lnTo>
                    <a:pt x="139964" y="335790"/>
                  </a:lnTo>
                  <a:close/>
                </a:path>
                <a:path w="197484" h="541654">
                  <a:moveTo>
                    <a:pt x="104981" y="335790"/>
                  </a:moveTo>
                  <a:lnTo>
                    <a:pt x="127011" y="335790"/>
                  </a:lnTo>
                  <a:lnTo>
                    <a:pt x="127011" y="263772"/>
                  </a:lnTo>
                  <a:lnTo>
                    <a:pt x="104981" y="263772"/>
                  </a:lnTo>
                  <a:lnTo>
                    <a:pt x="104981" y="335790"/>
                  </a:lnTo>
                  <a:close/>
                </a:path>
                <a:path w="197484" h="541654">
                  <a:moveTo>
                    <a:pt x="69987" y="335790"/>
                  </a:moveTo>
                  <a:lnTo>
                    <a:pt x="92007" y="335790"/>
                  </a:lnTo>
                  <a:lnTo>
                    <a:pt x="92007" y="263772"/>
                  </a:lnTo>
                  <a:lnTo>
                    <a:pt x="69987" y="263772"/>
                  </a:lnTo>
                  <a:lnTo>
                    <a:pt x="69987" y="335790"/>
                  </a:lnTo>
                  <a:close/>
                </a:path>
                <a:path w="197484" h="541654">
                  <a:moveTo>
                    <a:pt x="35014" y="335790"/>
                  </a:moveTo>
                  <a:lnTo>
                    <a:pt x="57013" y="335790"/>
                  </a:lnTo>
                  <a:lnTo>
                    <a:pt x="57013" y="263772"/>
                  </a:lnTo>
                  <a:lnTo>
                    <a:pt x="35014" y="263772"/>
                  </a:lnTo>
                  <a:lnTo>
                    <a:pt x="35014" y="335790"/>
                  </a:lnTo>
                  <a:close/>
                </a:path>
                <a:path w="197484" h="541654">
                  <a:moveTo>
                    <a:pt x="0" y="335790"/>
                  </a:moveTo>
                  <a:lnTo>
                    <a:pt x="21988" y="335790"/>
                  </a:lnTo>
                  <a:lnTo>
                    <a:pt x="21988" y="263772"/>
                  </a:lnTo>
                  <a:lnTo>
                    <a:pt x="0" y="263772"/>
                  </a:lnTo>
                  <a:lnTo>
                    <a:pt x="0" y="335790"/>
                  </a:lnTo>
                  <a:close/>
                </a:path>
                <a:path w="197484" h="541654">
                  <a:moveTo>
                    <a:pt x="175010" y="423714"/>
                  </a:moveTo>
                  <a:lnTo>
                    <a:pt x="196988" y="423714"/>
                  </a:lnTo>
                  <a:lnTo>
                    <a:pt x="196988" y="351685"/>
                  </a:lnTo>
                  <a:lnTo>
                    <a:pt x="175010" y="351685"/>
                  </a:lnTo>
                  <a:lnTo>
                    <a:pt x="175010" y="423714"/>
                  </a:lnTo>
                  <a:close/>
                </a:path>
                <a:path w="197484" h="541654">
                  <a:moveTo>
                    <a:pt x="139964" y="423714"/>
                  </a:moveTo>
                  <a:lnTo>
                    <a:pt x="161995" y="423714"/>
                  </a:lnTo>
                  <a:lnTo>
                    <a:pt x="161995" y="351685"/>
                  </a:lnTo>
                  <a:lnTo>
                    <a:pt x="139964" y="351685"/>
                  </a:lnTo>
                  <a:lnTo>
                    <a:pt x="139964" y="423714"/>
                  </a:lnTo>
                  <a:close/>
                </a:path>
                <a:path w="197484" h="541654">
                  <a:moveTo>
                    <a:pt x="104981" y="423714"/>
                  </a:moveTo>
                  <a:lnTo>
                    <a:pt x="127011" y="423714"/>
                  </a:lnTo>
                  <a:lnTo>
                    <a:pt x="127011" y="351685"/>
                  </a:lnTo>
                  <a:lnTo>
                    <a:pt x="104981" y="351685"/>
                  </a:lnTo>
                  <a:lnTo>
                    <a:pt x="104981" y="423714"/>
                  </a:lnTo>
                  <a:close/>
                </a:path>
                <a:path w="197484" h="541654">
                  <a:moveTo>
                    <a:pt x="69987" y="423714"/>
                  </a:moveTo>
                  <a:lnTo>
                    <a:pt x="92007" y="423714"/>
                  </a:lnTo>
                  <a:lnTo>
                    <a:pt x="92007" y="351685"/>
                  </a:lnTo>
                  <a:lnTo>
                    <a:pt x="69987" y="351685"/>
                  </a:lnTo>
                  <a:lnTo>
                    <a:pt x="69987" y="423714"/>
                  </a:lnTo>
                  <a:close/>
                </a:path>
                <a:path w="197484" h="541654">
                  <a:moveTo>
                    <a:pt x="35014" y="423714"/>
                  </a:moveTo>
                  <a:lnTo>
                    <a:pt x="57013" y="423714"/>
                  </a:lnTo>
                  <a:lnTo>
                    <a:pt x="57013" y="351685"/>
                  </a:lnTo>
                  <a:lnTo>
                    <a:pt x="35014" y="351685"/>
                  </a:lnTo>
                  <a:lnTo>
                    <a:pt x="35014" y="423714"/>
                  </a:lnTo>
                  <a:close/>
                </a:path>
                <a:path w="197484" h="541654">
                  <a:moveTo>
                    <a:pt x="0" y="423714"/>
                  </a:moveTo>
                  <a:lnTo>
                    <a:pt x="21988" y="423714"/>
                  </a:lnTo>
                  <a:lnTo>
                    <a:pt x="21988" y="351685"/>
                  </a:lnTo>
                  <a:lnTo>
                    <a:pt x="0" y="351685"/>
                  </a:lnTo>
                  <a:lnTo>
                    <a:pt x="0" y="42371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2" name="object 402" descr=""/>
            <p:cNvSpPr/>
            <p:nvPr/>
          </p:nvSpPr>
          <p:spPr>
            <a:xfrm>
              <a:off x="6527471" y="8400467"/>
              <a:ext cx="0" cy="552450"/>
            </a:xfrm>
            <a:custGeom>
              <a:avLst/>
              <a:gdLst/>
              <a:ahLst/>
              <a:cxnLst/>
              <a:rect l="l" t="t" r="r" b="b"/>
              <a:pathLst>
                <a:path w="0" h="552450">
                  <a:moveTo>
                    <a:pt x="0" y="441127"/>
                  </a:moveTo>
                  <a:lnTo>
                    <a:pt x="0" y="551868"/>
                  </a:lnTo>
                </a:path>
                <a:path w="0" h="552450">
                  <a:moveTo>
                    <a:pt x="0" y="0"/>
                  </a:moveTo>
                  <a:lnTo>
                    <a:pt x="0" y="82500"/>
                  </a:lnTo>
                </a:path>
                <a:path w="0" h="552450">
                  <a:moveTo>
                    <a:pt x="0" y="87913"/>
                  </a:moveTo>
                  <a:lnTo>
                    <a:pt x="0" y="170424"/>
                  </a:lnTo>
                </a:path>
                <a:path w="0" h="552450">
                  <a:moveTo>
                    <a:pt x="0" y="175858"/>
                  </a:moveTo>
                  <a:lnTo>
                    <a:pt x="0" y="258358"/>
                  </a:lnTo>
                </a:path>
                <a:path w="0" h="552450">
                  <a:moveTo>
                    <a:pt x="0" y="263803"/>
                  </a:moveTo>
                  <a:lnTo>
                    <a:pt x="0" y="346261"/>
                  </a:lnTo>
                </a:path>
                <a:path w="0" h="552450">
                  <a:moveTo>
                    <a:pt x="0" y="351706"/>
                  </a:moveTo>
                  <a:lnTo>
                    <a:pt x="0" y="434206"/>
                  </a:lnTo>
                </a:path>
              </a:pathLst>
            </a:custGeom>
            <a:ln w="1201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3" name="object 403" descr=""/>
            <p:cNvSpPr/>
            <p:nvPr/>
          </p:nvSpPr>
          <p:spPr>
            <a:xfrm>
              <a:off x="6318645" y="8405702"/>
              <a:ext cx="197485" cy="541655"/>
            </a:xfrm>
            <a:custGeom>
              <a:avLst/>
              <a:gdLst/>
              <a:ahLst/>
              <a:cxnLst/>
              <a:rect l="l" t="t" r="r" b="b"/>
              <a:pathLst>
                <a:path w="197484" h="541654">
                  <a:moveTo>
                    <a:pt x="175010" y="541397"/>
                  </a:moveTo>
                  <a:lnTo>
                    <a:pt x="196988" y="541397"/>
                  </a:lnTo>
                  <a:lnTo>
                    <a:pt x="196988" y="441127"/>
                  </a:lnTo>
                  <a:lnTo>
                    <a:pt x="175010" y="441127"/>
                  </a:lnTo>
                  <a:lnTo>
                    <a:pt x="175010" y="541397"/>
                  </a:lnTo>
                  <a:close/>
                </a:path>
                <a:path w="197484" h="541654">
                  <a:moveTo>
                    <a:pt x="139964" y="541397"/>
                  </a:moveTo>
                  <a:lnTo>
                    <a:pt x="161995" y="541397"/>
                  </a:lnTo>
                  <a:lnTo>
                    <a:pt x="161995" y="441127"/>
                  </a:lnTo>
                  <a:lnTo>
                    <a:pt x="139964" y="441127"/>
                  </a:lnTo>
                  <a:lnTo>
                    <a:pt x="139964" y="541397"/>
                  </a:lnTo>
                  <a:close/>
                </a:path>
                <a:path w="197484" h="541654">
                  <a:moveTo>
                    <a:pt x="104981" y="541397"/>
                  </a:moveTo>
                  <a:lnTo>
                    <a:pt x="127011" y="541397"/>
                  </a:lnTo>
                  <a:lnTo>
                    <a:pt x="127011" y="441127"/>
                  </a:lnTo>
                  <a:lnTo>
                    <a:pt x="104981" y="441127"/>
                  </a:lnTo>
                  <a:lnTo>
                    <a:pt x="104981" y="541397"/>
                  </a:lnTo>
                  <a:close/>
                </a:path>
                <a:path w="197484" h="541654">
                  <a:moveTo>
                    <a:pt x="69987" y="541397"/>
                  </a:moveTo>
                  <a:lnTo>
                    <a:pt x="92007" y="541397"/>
                  </a:lnTo>
                  <a:lnTo>
                    <a:pt x="92007" y="441127"/>
                  </a:lnTo>
                  <a:lnTo>
                    <a:pt x="69987" y="441127"/>
                  </a:lnTo>
                  <a:lnTo>
                    <a:pt x="69987" y="541397"/>
                  </a:lnTo>
                  <a:close/>
                </a:path>
                <a:path w="197484" h="541654">
                  <a:moveTo>
                    <a:pt x="35014" y="541397"/>
                  </a:moveTo>
                  <a:lnTo>
                    <a:pt x="57013" y="541397"/>
                  </a:lnTo>
                  <a:lnTo>
                    <a:pt x="57013" y="441127"/>
                  </a:lnTo>
                  <a:lnTo>
                    <a:pt x="35014" y="441127"/>
                  </a:lnTo>
                  <a:lnTo>
                    <a:pt x="35014" y="541397"/>
                  </a:lnTo>
                  <a:close/>
                </a:path>
                <a:path w="197484" h="541654">
                  <a:moveTo>
                    <a:pt x="0" y="541397"/>
                  </a:moveTo>
                  <a:lnTo>
                    <a:pt x="21988" y="541397"/>
                  </a:lnTo>
                  <a:lnTo>
                    <a:pt x="21988" y="441127"/>
                  </a:lnTo>
                  <a:lnTo>
                    <a:pt x="0" y="441127"/>
                  </a:lnTo>
                  <a:lnTo>
                    <a:pt x="0" y="541397"/>
                  </a:lnTo>
                  <a:close/>
                </a:path>
                <a:path w="197484" h="541654">
                  <a:moveTo>
                    <a:pt x="175010" y="72029"/>
                  </a:moveTo>
                  <a:lnTo>
                    <a:pt x="196988" y="72029"/>
                  </a:lnTo>
                  <a:lnTo>
                    <a:pt x="196988" y="0"/>
                  </a:lnTo>
                  <a:lnTo>
                    <a:pt x="175010" y="0"/>
                  </a:lnTo>
                  <a:lnTo>
                    <a:pt x="175010" y="72029"/>
                  </a:lnTo>
                  <a:close/>
                </a:path>
                <a:path w="197484" h="541654">
                  <a:moveTo>
                    <a:pt x="139964" y="72029"/>
                  </a:moveTo>
                  <a:lnTo>
                    <a:pt x="161995" y="72029"/>
                  </a:lnTo>
                  <a:lnTo>
                    <a:pt x="161995" y="0"/>
                  </a:lnTo>
                  <a:lnTo>
                    <a:pt x="139964" y="0"/>
                  </a:lnTo>
                  <a:lnTo>
                    <a:pt x="139964" y="72029"/>
                  </a:lnTo>
                  <a:close/>
                </a:path>
                <a:path w="197484" h="541654">
                  <a:moveTo>
                    <a:pt x="104981" y="72029"/>
                  </a:moveTo>
                  <a:lnTo>
                    <a:pt x="127011" y="72029"/>
                  </a:lnTo>
                  <a:lnTo>
                    <a:pt x="127011" y="0"/>
                  </a:lnTo>
                  <a:lnTo>
                    <a:pt x="104981" y="0"/>
                  </a:lnTo>
                  <a:lnTo>
                    <a:pt x="104981" y="72029"/>
                  </a:lnTo>
                  <a:close/>
                </a:path>
                <a:path w="197484" h="541654">
                  <a:moveTo>
                    <a:pt x="69987" y="72029"/>
                  </a:moveTo>
                  <a:lnTo>
                    <a:pt x="92007" y="72029"/>
                  </a:lnTo>
                  <a:lnTo>
                    <a:pt x="92007" y="0"/>
                  </a:lnTo>
                  <a:lnTo>
                    <a:pt x="69987" y="0"/>
                  </a:lnTo>
                  <a:lnTo>
                    <a:pt x="69987" y="72029"/>
                  </a:lnTo>
                  <a:close/>
                </a:path>
                <a:path w="197484" h="541654">
                  <a:moveTo>
                    <a:pt x="35014" y="72029"/>
                  </a:moveTo>
                  <a:lnTo>
                    <a:pt x="57013" y="72029"/>
                  </a:lnTo>
                  <a:lnTo>
                    <a:pt x="57013" y="0"/>
                  </a:lnTo>
                  <a:lnTo>
                    <a:pt x="35014" y="0"/>
                  </a:lnTo>
                  <a:lnTo>
                    <a:pt x="35014" y="72029"/>
                  </a:lnTo>
                  <a:close/>
                </a:path>
                <a:path w="197484" h="541654">
                  <a:moveTo>
                    <a:pt x="0" y="72029"/>
                  </a:moveTo>
                  <a:lnTo>
                    <a:pt x="21988" y="72029"/>
                  </a:lnTo>
                  <a:lnTo>
                    <a:pt x="21988" y="0"/>
                  </a:lnTo>
                  <a:lnTo>
                    <a:pt x="0" y="0"/>
                  </a:lnTo>
                  <a:lnTo>
                    <a:pt x="0" y="72029"/>
                  </a:lnTo>
                  <a:close/>
                </a:path>
                <a:path w="197484" h="541654">
                  <a:moveTo>
                    <a:pt x="175010" y="159953"/>
                  </a:moveTo>
                  <a:lnTo>
                    <a:pt x="196988" y="159953"/>
                  </a:lnTo>
                  <a:lnTo>
                    <a:pt x="196988" y="87913"/>
                  </a:lnTo>
                  <a:lnTo>
                    <a:pt x="175010" y="87913"/>
                  </a:lnTo>
                  <a:lnTo>
                    <a:pt x="175010" y="159953"/>
                  </a:lnTo>
                  <a:close/>
                </a:path>
                <a:path w="197484" h="541654">
                  <a:moveTo>
                    <a:pt x="139964" y="159953"/>
                  </a:moveTo>
                  <a:lnTo>
                    <a:pt x="161995" y="159953"/>
                  </a:lnTo>
                  <a:lnTo>
                    <a:pt x="161995" y="87913"/>
                  </a:lnTo>
                  <a:lnTo>
                    <a:pt x="139964" y="87913"/>
                  </a:lnTo>
                  <a:lnTo>
                    <a:pt x="139964" y="159953"/>
                  </a:lnTo>
                  <a:close/>
                </a:path>
                <a:path w="197484" h="541654">
                  <a:moveTo>
                    <a:pt x="104981" y="159953"/>
                  </a:moveTo>
                  <a:lnTo>
                    <a:pt x="127011" y="159953"/>
                  </a:lnTo>
                  <a:lnTo>
                    <a:pt x="127011" y="87913"/>
                  </a:lnTo>
                  <a:lnTo>
                    <a:pt x="104981" y="87913"/>
                  </a:lnTo>
                  <a:lnTo>
                    <a:pt x="104981" y="159953"/>
                  </a:lnTo>
                  <a:close/>
                </a:path>
                <a:path w="197484" h="541654">
                  <a:moveTo>
                    <a:pt x="69987" y="159953"/>
                  </a:moveTo>
                  <a:lnTo>
                    <a:pt x="92007" y="159953"/>
                  </a:lnTo>
                  <a:lnTo>
                    <a:pt x="92007" y="87913"/>
                  </a:lnTo>
                  <a:lnTo>
                    <a:pt x="69987" y="87913"/>
                  </a:lnTo>
                  <a:lnTo>
                    <a:pt x="69987" y="159953"/>
                  </a:lnTo>
                  <a:close/>
                </a:path>
                <a:path w="197484" h="541654">
                  <a:moveTo>
                    <a:pt x="35014" y="159953"/>
                  </a:moveTo>
                  <a:lnTo>
                    <a:pt x="57013" y="159953"/>
                  </a:lnTo>
                  <a:lnTo>
                    <a:pt x="57013" y="87913"/>
                  </a:lnTo>
                  <a:lnTo>
                    <a:pt x="35014" y="87913"/>
                  </a:lnTo>
                  <a:lnTo>
                    <a:pt x="35014" y="159953"/>
                  </a:lnTo>
                  <a:close/>
                </a:path>
                <a:path w="197484" h="541654">
                  <a:moveTo>
                    <a:pt x="0" y="159953"/>
                  </a:moveTo>
                  <a:lnTo>
                    <a:pt x="21988" y="159953"/>
                  </a:lnTo>
                  <a:lnTo>
                    <a:pt x="21988" y="87913"/>
                  </a:lnTo>
                  <a:lnTo>
                    <a:pt x="0" y="87913"/>
                  </a:lnTo>
                  <a:lnTo>
                    <a:pt x="0" y="159953"/>
                  </a:lnTo>
                  <a:close/>
                </a:path>
                <a:path w="197484" h="541654">
                  <a:moveTo>
                    <a:pt x="175010" y="247887"/>
                  </a:moveTo>
                  <a:lnTo>
                    <a:pt x="196988" y="247887"/>
                  </a:lnTo>
                  <a:lnTo>
                    <a:pt x="196988" y="175858"/>
                  </a:lnTo>
                  <a:lnTo>
                    <a:pt x="175010" y="175858"/>
                  </a:lnTo>
                  <a:lnTo>
                    <a:pt x="175010" y="247887"/>
                  </a:lnTo>
                  <a:close/>
                </a:path>
                <a:path w="197484" h="541654">
                  <a:moveTo>
                    <a:pt x="139964" y="247887"/>
                  </a:moveTo>
                  <a:lnTo>
                    <a:pt x="161995" y="247887"/>
                  </a:lnTo>
                  <a:lnTo>
                    <a:pt x="161995" y="175858"/>
                  </a:lnTo>
                  <a:lnTo>
                    <a:pt x="139964" y="175858"/>
                  </a:lnTo>
                  <a:lnTo>
                    <a:pt x="139964" y="247887"/>
                  </a:lnTo>
                  <a:close/>
                </a:path>
                <a:path w="197484" h="541654">
                  <a:moveTo>
                    <a:pt x="104981" y="247887"/>
                  </a:moveTo>
                  <a:lnTo>
                    <a:pt x="127011" y="247887"/>
                  </a:lnTo>
                  <a:lnTo>
                    <a:pt x="127011" y="175858"/>
                  </a:lnTo>
                  <a:lnTo>
                    <a:pt x="104981" y="175858"/>
                  </a:lnTo>
                  <a:lnTo>
                    <a:pt x="104981" y="247887"/>
                  </a:lnTo>
                  <a:close/>
                </a:path>
                <a:path w="197484" h="541654">
                  <a:moveTo>
                    <a:pt x="69987" y="247887"/>
                  </a:moveTo>
                  <a:lnTo>
                    <a:pt x="92007" y="247887"/>
                  </a:lnTo>
                  <a:lnTo>
                    <a:pt x="92007" y="175858"/>
                  </a:lnTo>
                  <a:lnTo>
                    <a:pt x="69987" y="175858"/>
                  </a:lnTo>
                  <a:lnTo>
                    <a:pt x="69987" y="247887"/>
                  </a:lnTo>
                  <a:close/>
                </a:path>
                <a:path w="197484" h="541654">
                  <a:moveTo>
                    <a:pt x="35014" y="247887"/>
                  </a:moveTo>
                  <a:lnTo>
                    <a:pt x="57013" y="247887"/>
                  </a:lnTo>
                  <a:lnTo>
                    <a:pt x="57013" y="175858"/>
                  </a:lnTo>
                  <a:lnTo>
                    <a:pt x="35014" y="175858"/>
                  </a:lnTo>
                  <a:lnTo>
                    <a:pt x="35014" y="247887"/>
                  </a:lnTo>
                  <a:close/>
                </a:path>
                <a:path w="197484" h="541654">
                  <a:moveTo>
                    <a:pt x="0" y="247887"/>
                  </a:moveTo>
                  <a:lnTo>
                    <a:pt x="21988" y="247887"/>
                  </a:lnTo>
                  <a:lnTo>
                    <a:pt x="21988" y="175858"/>
                  </a:lnTo>
                  <a:lnTo>
                    <a:pt x="0" y="175858"/>
                  </a:lnTo>
                  <a:lnTo>
                    <a:pt x="0" y="247887"/>
                  </a:lnTo>
                  <a:close/>
                </a:path>
                <a:path w="197484" h="541654">
                  <a:moveTo>
                    <a:pt x="175010" y="335790"/>
                  </a:moveTo>
                  <a:lnTo>
                    <a:pt x="196988" y="335790"/>
                  </a:lnTo>
                  <a:lnTo>
                    <a:pt x="196988" y="263803"/>
                  </a:lnTo>
                  <a:lnTo>
                    <a:pt x="175010" y="263803"/>
                  </a:lnTo>
                  <a:lnTo>
                    <a:pt x="175010" y="335790"/>
                  </a:lnTo>
                  <a:close/>
                </a:path>
                <a:path w="197484" h="541654">
                  <a:moveTo>
                    <a:pt x="139964" y="335790"/>
                  </a:moveTo>
                  <a:lnTo>
                    <a:pt x="161995" y="335790"/>
                  </a:lnTo>
                  <a:lnTo>
                    <a:pt x="161995" y="263803"/>
                  </a:lnTo>
                  <a:lnTo>
                    <a:pt x="139964" y="263803"/>
                  </a:lnTo>
                  <a:lnTo>
                    <a:pt x="139964" y="335790"/>
                  </a:lnTo>
                  <a:close/>
                </a:path>
                <a:path w="197484" h="541654">
                  <a:moveTo>
                    <a:pt x="104981" y="335790"/>
                  </a:moveTo>
                  <a:lnTo>
                    <a:pt x="127011" y="335790"/>
                  </a:lnTo>
                  <a:lnTo>
                    <a:pt x="127011" y="263803"/>
                  </a:lnTo>
                  <a:lnTo>
                    <a:pt x="104981" y="263803"/>
                  </a:lnTo>
                  <a:lnTo>
                    <a:pt x="104981" y="335790"/>
                  </a:lnTo>
                  <a:close/>
                </a:path>
                <a:path w="197484" h="541654">
                  <a:moveTo>
                    <a:pt x="69987" y="335790"/>
                  </a:moveTo>
                  <a:lnTo>
                    <a:pt x="92007" y="335790"/>
                  </a:lnTo>
                  <a:lnTo>
                    <a:pt x="92007" y="263803"/>
                  </a:lnTo>
                  <a:lnTo>
                    <a:pt x="69987" y="263803"/>
                  </a:lnTo>
                  <a:lnTo>
                    <a:pt x="69987" y="335790"/>
                  </a:lnTo>
                  <a:close/>
                </a:path>
                <a:path w="197484" h="541654">
                  <a:moveTo>
                    <a:pt x="35014" y="335790"/>
                  </a:moveTo>
                  <a:lnTo>
                    <a:pt x="57013" y="335790"/>
                  </a:lnTo>
                  <a:lnTo>
                    <a:pt x="57013" y="263803"/>
                  </a:lnTo>
                  <a:lnTo>
                    <a:pt x="35014" y="263803"/>
                  </a:lnTo>
                  <a:lnTo>
                    <a:pt x="35014" y="335790"/>
                  </a:lnTo>
                  <a:close/>
                </a:path>
                <a:path w="197484" h="541654">
                  <a:moveTo>
                    <a:pt x="0" y="335790"/>
                  </a:moveTo>
                  <a:lnTo>
                    <a:pt x="21988" y="335790"/>
                  </a:lnTo>
                  <a:lnTo>
                    <a:pt x="21988" y="263803"/>
                  </a:lnTo>
                  <a:lnTo>
                    <a:pt x="0" y="263803"/>
                  </a:lnTo>
                  <a:lnTo>
                    <a:pt x="0" y="335790"/>
                  </a:lnTo>
                  <a:close/>
                </a:path>
                <a:path w="197484" h="541654">
                  <a:moveTo>
                    <a:pt x="175010" y="423735"/>
                  </a:moveTo>
                  <a:lnTo>
                    <a:pt x="196988" y="423735"/>
                  </a:lnTo>
                  <a:lnTo>
                    <a:pt x="196988" y="351706"/>
                  </a:lnTo>
                  <a:lnTo>
                    <a:pt x="175010" y="351706"/>
                  </a:lnTo>
                  <a:lnTo>
                    <a:pt x="175010" y="423735"/>
                  </a:lnTo>
                  <a:close/>
                </a:path>
                <a:path w="197484" h="541654">
                  <a:moveTo>
                    <a:pt x="139964" y="423735"/>
                  </a:moveTo>
                  <a:lnTo>
                    <a:pt x="161995" y="423735"/>
                  </a:lnTo>
                  <a:lnTo>
                    <a:pt x="161995" y="351706"/>
                  </a:lnTo>
                  <a:lnTo>
                    <a:pt x="139964" y="351706"/>
                  </a:lnTo>
                  <a:lnTo>
                    <a:pt x="139964" y="423735"/>
                  </a:lnTo>
                  <a:close/>
                </a:path>
                <a:path w="197484" h="541654">
                  <a:moveTo>
                    <a:pt x="104981" y="423735"/>
                  </a:moveTo>
                  <a:lnTo>
                    <a:pt x="127011" y="423735"/>
                  </a:lnTo>
                  <a:lnTo>
                    <a:pt x="127011" y="351706"/>
                  </a:lnTo>
                  <a:lnTo>
                    <a:pt x="104981" y="351706"/>
                  </a:lnTo>
                  <a:lnTo>
                    <a:pt x="104981" y="423735"/>
                  </a:lnTo>
                  <a:close/>
                </a:path>
                <a:path w="197484" h="541654">
                  <a:moveTo>
                    <a:pt x="69987" y="423735"/>
                  </a:moveTo>
                  <a:lnTo>
                    <a:pt x="92007" y="423735"/>
                  </a:lnTo>
                  <a:lnTo>
                    <a:pt x="92007" y="351706"/>
                  </a:lnTo>
                  <a:lnTo>
                    <a:pt x="69987" y="351706"/>
                  </a:lnTo>
                  <a:lnTo>
                    <a:pt x="69987" y="423735"/>
                  </a:lnTo>
                  <a:close/>
                </a:path>
                <a:path w="197484" h="541654">
                  <a:moveTo>
                    <a:pt x="35014" y="423735"/>
                  </a:moveTo>
                  <a:lnTo>
                    <a:pt x="57013" y="423735"/>
                  </a:lnTo>
                  <a:lnTo>
                    <a:pt x="57013" y="351706"/>
                  </a:lnTo>
                  <a:lnTo>
                    <a:pt x="35014" y="351706"/>
                  </a:lnTo>
                  <a:lnTo>
                    <a:pt x="35014" y="423735"/>
                  </a:lnTo>
                  <a:close/>
                </a:path>
                <a:path w="197484" h="541654">
                  <a:moveTo>
                    <a:pt x="0" y="423735"/>
                  </a:moveTo>
                  <a:lnTo>
                    <a:pt x="21988" y="423735"/>
                  </a:lnTo>
                  <a:lnTo>
                    <a:pt x="21988" y="351706"/>
                  </a:lnTo>
                  <a:lnTo>
                    <a:pt x="0" y="351706"/>
                  </a:lnTo>
                  <a:lnTo>
                    <a:pt x="0" y="42373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04" name="object 404" descr=""/>
          <p:cNvSpPr/>
          <p:nvPr/>
        </p:nvSpPr>
        <p:spPr>
          <a:xfrm>
            <a:off x="4727625" y="8347955"/>
            <a:ext cx="695960" cy="1759585"/>
          </a:xfrm>
          <a:custGeom>
            <a:avLst/>
            <a:gdLst/>
            <a:ahLst/>
            <a:cxnLst/>
            <a:rect l="l" t="t" r="r" b="b"/>
            <a:pathLst>
              <a:path w="695960" h="1759584">
                <a:moveTo>
                  <a:pt x="0" y="1759182"/>
                </a:moveTo>
                <a:lnTo>
                  <a:pt x="695905" y="1759182"/>
                </a:lnTo>
                <a:lnTo>
                  <a:pt x="695905" y="0"/>
                </a:lnTo>
                <a:lnTo>
                  <a:pt x="0" y="0"/>
                </a:lnTo>
                <a:lnTo>
                  <a:pt x="0" y="1759182"/>
                </a:lnTo>
                <a:close/>
              </a:path>
              <a:path w="695960" h="1759584">
                <a:moveTo>
                  <a:pt x="625227" y="1716827"/>
                </a:moveTo>
                <a:lnTo>
                  <a:pt x="647247" y="1716827"/>
                </a:lnTo>
                <a:lnTo>
                  <a:pt x="647247" y="1616568"/>
                </a:lnTo>
                <a:lnTo>
                  <a:pt x="625227" y="1616568"/>
                </a:lnTo>
                <a:lnTo>
                  <a:pt x="625227" y="1716827"/>
                </a:lnTo>
                <a:close/>
              </a:path>
              <a:path w="695960" h="1759584">
                <a:moveTo>
                  <a:pt x="590233" y="1716827"/>
                </a:moveTo>
                <a:lnTo>
                  <a:pt x="612222" y="1716827"/>
                </a:lnTo>
                <a:lnTo>
                  <a:pt x="612222" y="1616568"/>
                </a:lnTo>
                <a:lnTo>
                  <a:pt x="590233" y="1616568"/>
                </a:lnTo>
                <a:lnTo>
                  <a:pt x="590233" y="1716827"/>
                </a:lnTo>
                <a:close/>
              </a:path>
              <a:path w="695960" h="1759584">
                <a:moveTo>
                  <a:pt x="555197" y="1716827"/>
                </a:moveTo>
                <a:lnTo>
                  <a:pt x="577228" y="1716827"/>
                </a:lnTo>
                <a:lnTo>
                  <a:pt x="577228" y="1616568"/>
                </a:lnTo>
                <a:lnTo>
                  <a:pt x="555197" y="1616568"/>
                </a:lnTo>
                <a:lnTo>
                  <a:pt x="555197" y="1716827"/>
                </a:lnTo>
                <a:close/>
              </a:path>
              <a:path w="695960" h="1759584">
                <a:moveTo>
                  <a:pt x="520235" y="1716827"/>
                </a:moveTo>
                <a:lnTo>
                  <a:pt x="542266" y="1716827"/>
                </a:lnTo>
                <a:lnTo>
                  <a:pt x="542266" y="1616568"/>
                </a:lnTo>
                <a:lnTo>
                  <a:pt x="520235" y="1616568"/>
                </a:lnTo>
                <a:lnTo>
                  <a:pt x="520235" y="1716827"/>
                </a:lnTo>
                <a:close/>
              </a:path>
              <a:path w="695960" h="1759584">
                <a:moveTo>
                  <a:pt x="485241" y="1716827"/>
                </a:moveTo>
                <a:lnTo>
                  <a:pt x="507241" y="1716827"/>
                </a:lnTo>
                <a:lnTo>
                  <a:pt x="507241" y="1616568"/>
                </a:lnTo>
                <a:lnTo>
                  <a:pt x="485241" y="1616568"/>
                </a:lnTo>
                <a:lnTo>
                  <a:pt x="485241" y="1716827"/>
                </a:lnTo>
                <a:close/>
              </a:path>
              <a:path w="695960" h="1759584">
                <a:moveTo>
                  <a:pt x="450248" y="1716827"/>
                </a:moveTo>
                <a:lnTo>
                  <a:pt x="472278" y="1716827"/>
                </a:lnTo>
                <a:lnTo>
                  <a:pt x="472278" y="1616568"/>
                </a:lnTo>
                <a:lnTo>
                  <a:pt x="450248" y="1616568"/>
                </a:lnTo>
                <a:lnTo>
                  <a:pt x="450248" y="1716827"/>
                </a:lnTo>
                <a:close/>
              </a:path>
              <a:path w="695960" h="1759584">
                <a:moveTo>
                  <a:pt x="625227" y="1247448"/>
                </a:moveTo>
                <a:lnTo>
                  <a:pt x="647247" y="1247448"/>
                </a:lnTo>
                <a:lnTo>
                  <a:pt x="647247" y="1175440"/>
                </a:lnTo>
                <a:lnTo>
                  <a:pt x="625227" y="1175440"/>
                </a:lnTo>
                <a:lnTo>
                  <a:pt x="625227" y="1247448"/>
                </a:lnTo>
                <a:close/>
              </a:path>
              <a:path w="695960" h="1759584">
                <a:moveTo>
                  <a:pt x="590233" y="1247448"/>
                </a:moveTo>
                <a:lnTo>
                  <a:pt x="612222" y="1247448"/>
                </a:lnTo>
                <a:lnTo>
                  <a:pt x="612222" y="1175440"/>
                </a:lnTo>
                <a:lnTo>
                  <a:pt x="590233" y="1175440"/>
                </a:lnTo>
                <a:lnTo>
                  <a:pt x="590233" y="1247448"/>
                </a:lnTo>
                <a:close/>
              </a:path>
              <a:path w="695960" h="1759584">
                <a:moveTo>
                  <a:pt x="555197" y="1247448"/>
                </a:moveTo>
                <a:lnTo>
                  <a:pt x="577228" y="1247448"/>
                </a:lnTo>
                <a:lnTo>
                  <a:pt x="577228" y="1175440"/>
                </a:lnTo>
                <a:lnTo>
                  <a:pt x="555197" y="1175440"/>
                </a:lnTo>
                <a:lnTo>
                  <a:pt x="555197" y="1247448"/>
                </a:lnTo>
                <a:close/>
              </a:path>
              <a:path w="695960" h="1759584">
                <a:moveTo>
                  <a:pt x="520235" y="1247448"/>
                </a:moveTo>
                <a:lnTo>
                  <a:pt x="542266" y="1247448"/>
                </a:lnTo>
                <a:lnTo>
                  <a:pt x="542266" y="1175440"/>
                </a:lnTo>
                <a:lnTo>
                  <a:pt x="520235" y="1175440"/>
                </a:lnTo>
                <a:lnTo>
                  <a:pt x="520235" y="1247448"/>
                </a:lnTo>
                <a:close/>
              </a:path>
              <a:path w="695960" h="1759584">
                <a:moveTo>
                  <a:pt x="485241" y="1247448"/>
                </a:moveTo>
                <a:lnTo>
                  <a:pt x="507241" y="1247448"/>
                </a:lnTo>
                <a:lnTo>
                  <a:pt x="507241" y="1175440"/>
                </a:lnTo>
                <a:lnTo>
                  <a:pt x="485241" y="1175440"/>
                </a:lnTo>
                <a:lnTo>
                  <a:pt x="485241" y="1247448"/>
                </a:lnTo>
                <a:close/>
              </a:path>
              <a:path w="695960" h="1759584">
                <a:moveTo>
                  <a:pt x="450248" y="1247448"/>
                </a:moveTo>
                <a:lnTo>
                  <a:pt x="472278" y="1247448"/>
                </a:lnTo>
                <a:lnTo>
                  <a:pt x="472278" y="1175440"/>
                </a:lnTo>
                <a:lnTo>
                  <a:pt x="450248" y="1175440"/>
                </a:lnTo>
                <a:lnTo>
                  <a:pt x="450248" y="1247448"/>
                </a:lnTo>
                <a:close/>
              </a:path>
              <a:path w="695960" h="1759584">
                <a:moveTo>
                  <a:pt x="625227" y="1335372"/>
                </a:moveTo>
                <a:lnTo>
                  <a:pt x="647247" y="1335372"/>
                </a:lnTo>
                <a:lnTo>
                  <a:pt x="647247" y="1263364"/>
                </a:lnTo>
                <a:lnTo>
                  <a:pt x="625227" y="1263364"/>
                </a:lnTo>
                <a:lnTo>
                  <a:pt x="625227" y="1335372"/>
                </a:lnTo>
                <a:close/>
              </a:path>
              <a:path w="695960" h="1759584">
                <a:moveTo>
                  <a:pt x="590233" y="1335372"/>
                </a:moveTo>
                <a:lnTo>
                  <a:pt x="612222" y="1335372"/>
                </a:lnTo>
                <a:lnTo>
                  <a:pt x="612222" y="1263364"/>
                </a:lnTo>
                <a:lnTo>
                  <a:pt x="590233" y="1263364"/>
                </a:lnTo>
                <a:lnTo>
                  <a:pt x="590233" y="1335372"/>
                </a:lnTo>
                <a:close/>
              </a:path>
              <a:path w="695960" h="1759584">
                <a:moveTo>
                  <a:pt x="555197" y="1335372"/>
                </a:moveTo>
                <a:lnTo>
                  <a:pt x="577228" y="1335372"/>
                </a:lnTo>
                <a:lnTo>
                  <a:pt x="577228" y="1263364"/>
                </a:lnTo>
                <a:lnTo>
                  <a:pt x="555197" y="1263364"/>
                </a:lnTo>
                <a:lnTo>
                  <a:pt x="555197" y="1335372"/>
                </a:lnTo>
                <a:close/>
              </a:path>
              <a:path w="695960" h="1759584">
                <a:moveTo>
                  <a:pt x="520235" y="1335372"/>
                </a:moveTo>
                <a:lnTo>
                  <a:pt x="542266" y="1335372"/>
                </a:lnTo>
                <a:lnTo>
                  <a:pt x="542266" y="1263364"/>
                </a:lnTo>
                <a:lnTo>
                  <a:pt x="520235" y="1263364"/>
                </a:lnTo>
                <a:lnTo>
                  <a:pt x="520235" y="1335372"/>
                </a:lnTo>
                <a:close/>
              </a:path>
              <a:path w="695960" h="1759584">
                <a:moveTo>
                  <a:pt x="485241" y="1335372"/>
                </a:moveTo>
                <a:lnTo>
                  <a:pt x="507241" y="1335372"/>
                </a:lnTo>
                <a:lnTo>
                  <a:pt x="507241" y="1263364"/>
                </a:lnTo>
                <a:lnTo>
                  <a:pt x="485241" y="1263364"/>
                </a:lnTo>
                <a:lnTo>
                  <a:pt x="485241" y="1335372"/>
                </a:lnTo>
                <a:close/>
              </a:path>
              <a:path w="695960" h="1759584">
                <a:moveTo>
                  <a:pt x="450248" y="1335372"/>
                </a:moveTo>
                <a:lnTo>
                  <a:pt x="472278" y="1335372"/>
                </a:lnTo>
                <a:lnTo>
                  <a:pt x="472278" y="1263364"/>
                </a:lnTo>
                <a:lnTo>
                  <a:pt x="450248" y="1263364"/>
                </a:lnTo>
                <a:lnTo>
                  <a:pt x="450248" y="1335372"/>
                </a:lnTo>
                <a:close/>
              </a:path>
              <a:path w="695960" h="1759584">
                <a:moveTo>
                  <a:pt x="625227" y="1423328"/>
                </a:moveTo>
                <a:lnTo>
                  <a:pt x="647247" y="1423328"/>
                </a:lnTo>
                <a:lnTo>
                  <a:pt x="647247" y="1351278"/>
                </a:lnTo>
                <a:lnTo>
                  <a:pt x="625227" y="1351278"/>
                </a:lnTo>
                <a:lnTo>
                  <a:pt x="625227" y="1423328"/>
                </a:lnTo>
                <a:close/>
              </a:path>
              <a:path w="695960" h="1759584">
                <a:moveTo>
                  <a:pt x="590233" y="1423328"/>
                </a:moveTo>
                <a:lnTo>
                  <a:pt x="612222" y="1423328"/>
                </a:lnTo>
                <a:lnTo>
                  <a:pt x="612222" y="1351278"/>
                </a:lnTo>
                <a:lnTo>
                  <a:pt x="590233" y="1351278"/>
                </a:lnTo>
                <a:lnTo>
                  <a:pt x="590233" y="1423328"/>
                </a:lnTo>
                <a:close/>
              </a:path>
              <a:path w="695960" h="1759584">
                <a:moveTo>
                  <a:pt x="555197" y="1423328"/>
                </a:moveTo>
                <a:lnTo>
                  <a:pt x="577228" y="1423328"/>
                </a:lnTo>
                <a:lnTo>
                  <a:pt x="577228" y="1351278"/>
                </a:lnTo>
                <a:lnTo>
                  <a:pt x="555197" y="1351278"/>
                </a:lnTo>
                <a:lnTo>
                  <a:pt x="555197" y="1423328"/>
                </a:lnTo>
                <a:close/>
              </a:path>
              <a:path w="695960" h="1759584">
                <a:moveTo>
                  <a:pt x="520235" y="1423328"/>
                </a:moveTo>
                <a:lnTo>
                  <a:pt x="542266" y="1423328"/>
                </a:lnTo>
                <a:lnTo>
                  <a:pt x="542266" y="1351278"/>
                </a:lnTo>
                <a:lnTo>
                  <a:pt x="520235" y="1351278"/>
                </a:lnTo>
                <a:lnTo>
                  <a:pt x="520235" y="1423328"/>
                </a:lnTo>
                <a:close/>
              </a:path>
              <a:path w="695960" h="1759584">
                <a:moveTo>
                  <a:pt x="485241" y="1423328"/>
                </a:moveTo>
                <a:lnTo>
                  <a:pt x="507241" y="1423328"/>
                </a:lnTo>
                <a:lnTo>
                  <a:pt x="507241" y="1351278"/>
                </a:lnTo>
                <a:lnTo>
                  <a:pt x="485241" y="1351278"/>
                </a:lnTo>
                <a:lnTo>
                  <a:pt x="485241" y="1423328"/>
                </a:lnTo>
                <a:close/>
              </a:path>
              <a:path w="695960" h="1759584">
                <a:moveTo>
                  <a:pt x="450248" y="1423328"/>
                </a:moveTo>
                <a:lnTo>
                  <a:pt x="472278" y="1423328"/>
                </a:lnTo>
                <a:lnTo>
                  <a:pt x="472278" y="1351278"/>
                </a:lnTo>
                <a:lnTo>
                  <a:pt x="450248" y="1351278"/>
                </a:lnTo>
                <a:lnTo>
                  <a:pt x="450248" y="1423328"/>
                </a:lnTo>
                <a:close/>
              </a:path>
              <a:path w="695960" h="1759584">
                <a:moveTo>
                  <a:pt x="625227" y="1511231"/>
                </a:moveTo>
                <a:lnTo>
                  <a:pt x="647247" y="1511231"/>
                </a:lnTo>
                <a:lnTo>
                  <a:pt x="647247" y="1439233"/>
                </a:lnTo>
                <a:lnTo>
                  <a:pt x="625227" y="1439233"/>
                </a:lnTo>
                <a:lnTo>
                  <a:pt x="625227" y="1511231"/>
                </a:lnTo>
                <a:close/>
              </a:path>
              <a:path w="695960" h="1759584">
                <a:moveTo>
                  <a:pt x="590233" y="1511231"/>
                </a:moveTo>
                <a:lnTo>
                  <a:pt x="612222" y="1511231"/>
                </a:lnTo>
                <a:lnTo>
                  <a:pt x="612222" y="1439233"/>
                </a:lnTo>
                <a:lnTo>
                  <a:pt x="590233" y="1439233"/>
                </a:lnTo>
                <a:lnTo>
                  <a:pt x="590233" y="1511231"/>
                </a:lnTo>
                <a:close/>
              </a:path>
              <a:path w="695960" h="1759584">
                <a:moveTo>
                  <a:pt x="555197" y="1511231"/>
                </a:moveTo>
                <a:lnTo>
                  <a:pt x="577228" y="1511231"/>
                </a:lnTo>
                <a:lnTo>
                  <a:pt x="577228" y="1439233"/>
                </a:lnTo>
                <a:lnTo>
                  <a:pt x="555197" y="1439233"/>
                </a:lnTo>
                <a:lnTo>
                  <a:pt x="555197" y="1511231"/>
                </a:lnTo>
                <a:close/>
              </a:path>
              <a:path w="695960" h="1759584">
                <a:moveTo>
                  <a:pt x="520235" y="1511231"/>
                </a:moveTo>
                <a:lnTo>
                  <a:pt x="542266" y="1511231"/>
                </a:lnTo>
                <a:lnTo>
                  <a:pt x="542266" y="1439233"/>
                </a:lnTo>
                <a:lnTo>
                  <a:pt x="520235" y="1439233"/>
                </a:lnTo>
                <a:lnTo>
                  <a:pt x="520235" y="1511231"/>
                </a:lnTo>
                <a:close/>
              </a:path>
              <a:path w="695960" h="1759584">
                <a:moveTo>
                  <a:pt x="485241" y="1511231"/>
                </a:moveTo>
                <a:lnTo>
                  <a:pt x="507241" y="1511231"/>
                </a:lnTo>
                <a:lnTo>
                  <a:pt x="507241" y="1439233"/>
                </a:lnTo>
                <a:lnTo>
                  <a:pt x="485241" y="1439233"/>
                </a:lnTo>
                <a:lnTo>
                  <a:pt x="485241" y="1511231"/>
                </a:lnTo>
                <a:close/>
              </a:path>
              <a:path w="695960" h="1759584">
                <a:moveTo>
                  <a:pt x="450248" y="1511231"/>
                </a:moveTo>
                <a:lnTo>
                  <a:pt x="472278" y="1511231"/>
                </a:lnTo>
                <a:lnTo>
                  <a:pt x="472278" y="1439233"/>
                </a:lnTo>
                <a:lnTo>
                  <a:pt x="450248" y="1439233"/>
                </a:lnTo>
                <a:lnTo>
                  <a:pt x="450248" y="1511231"/>
                </a:lnTo>
                <a:close/>
              </a:path>
              <a:path w="695960" h="1759584">
                <a:moveTo>
                  <a:pt x="625227" y="1599186"/>
                </a:moveTo>
                <a:lnTo>
                  <a:pt x="647247" y="1599186"/>
                </a:lnTo>
                <a:lnTo>
                  <a:pt x="647247" y="1527136"/>
                </a:lnTo>
                <a:lnTo>
                  <a:pt x="625227" y="1527136"/>
                </a:lnTo>
                <a:lnTo>
                  <a:pt x="625227" y="1599186"/>
                </a:lnTo>
                <a:close/>
              </a:path>
              <a:path w="695960" h="1759584">
                <a:moveTo>
                  <a:pt x="590233" y="1599186"/>
                </a:moveTo>
                <a:lnTo>
                  <a:pt x="612222" y="1599186"/>
                </a:lnTo>
                <a:lnTo>
                  <a:pt x="612222" y="1527136"/>
                </a:lnTo>
                <a:lnTo>
                  <a:pt x="590233" y="1527136"/>
                </a:lnTo>
                <a:lnTo>
                  <a:pt x="590233" y="1599186"/>
                </a:lnTo>
                <a:close/>
              </a:path>
              <a:path w="695960" h="1759584">
                <a:moveTo>
                  <a:pt x="555197" y="1599186"/>
                </a:moveTo>
                <a:lnTo>
                  <a:pt x="577228" y="1599186"/>
                </a:lnTo>
                <a:lnTo>
                  <a:pt x="577228" y="1527136"/>
                </a:lnTo>
                <a:lnTo>
                  <a:pt x="555197" y="1527136"/>
                </a:lnTo>
                <a:lnTo>
                  <a:pt x="555197" y="1599186"/>
                </a:lnTo>
                <a:close/>
              </a:path>
              <a:path w="695960" h="1759584">
                <a:moveTo>
                  <a:pt x="520235" y="1599186"/>
                </a:moveTo>
                <a:lnTo>
                  <a:pt x="542266" y="1599186"/>
                </a:lnTo>
                <a:lnTo>
                  <a:pt x="542266" y="1527136"/>
                </a:lnTo>
                <a:lnTo>
                  <a:pt x="520235" y="1527136"/>
                </a:lnTo>
                <a:lnTo>
                  <a:pt x="520235" y="1599186"/>
                </a:lnTo>
                <a:close/>
              </a:path>
              <a:path w="695960" h="1759584">
                <a:moveTo>
                  <a:pt x="485241" y="1599186"/>
                </a:moveTo>
                <a:lnTo>
                  <a:pt x="507241" y="1599186"/>
                </a:lnTo>
                <a:lnTo>
                  <a:pt x="507241" y="1527136"/>
                </a:lnTo>
                <a:lnTo>
                  <a:pt x="485241" y="1527136"/>
                </a:lnTo>
                <a:lnTo>
                  <a:pt x="485241" y="1599186"/>
                </a:lnTo>
                <a:close/>
              </a:path>
              <a:path w="695960" h="1759584">
                <a:moveTo>
                  <a:pt x="450248" y="1599186"/>
                </a:moveTo>
                <a:lnTo>
                  <a:pt x="472278" y="1599186"/>
                </a:lnTo>
                <a:lnTo>
                  <a:pt x="472278" y="1527136"/>
                </a:lnTo>
                <a:lnTo>
                  <a:pt x="450248" y="1527136"/>
                </a:lnTo>
                <a:lnTo>
                  <a:pt x="450248" y="1599186"/>
                </a:lnTo>
                <a:close/>
              </a:path>
              <a:path w="695960" h="1759584">
                <a:moveTo>
                  <a:pt x="417149" y="1716827"/>
                </a:moveTo>
                <a:lnTo>
                  <a:pt x="439180" y="1716827"/>
                </a:lnTo>
                <a:lnTo>
                  <a:pt x="439180" y="1616568"/>
                </a:lnTo>
                <a:lnTo>
                  <a:pt x="417149" y="1616568"/>
                </a:lnTo>
                <a:lnTo>
                  <a:pt x="417149" y="1716827"/>
                </a:lnTo>
                <a:close/>
              </a:path>
              <a:path w="695960" h="1759584">
                <a:moveTo>
                  <a:pt x="382187" y="1716827"/>
                </a:moveTo>
                <a:lnTo>
                  <a:pt x="404186" y="1716827"/>
                </a:lnTo>
                <a:lnTo>
                  <a:pt x="404186" y="1616568"/>
                </a:lnTo>
                <a:lnTo>
                  <a:pt x="382187" y="1616568"/>
                </a:lnTo>
                <a:lnTo>
                  <a:pt x="382187" y="1716827"/>
                </a:lnTo>
                <a:close/>
              </a:path>
              <a:path w="695960" h="1759584">
                <a:moveTo>
                  <a:pt x="347172" y="1716827"/>
                </a:moveTo>
                <a:lnTo>
                  <a:pt x="369192" y="1716827"/>
                </a:lnTo>
                <a:lnTo>
                  <a:pt x="369192" y="1616568"/>
                </a:lnTo>
                <a:lnTo>
                  <a:pt x="347172" y="1616568"/>
                </a:lnTo>
                <a:lnTo>
                  <a:pt x="347172" y="1716827"/>
                </a:lnTo>
                <a:close/>
              </a:path>
              <a:path w="695960" h="1759584">
                <a:moveTo>
                  <a:pt x="312199" y="1716827"/>
                </a:moveTo>
                <a:lnTo>
                  <a:pt x="334167" y="1716827"/>
                </a:lnTo>
                <a:lnTo>
                  <a:pt x="334167" y="1616568"/>
                </a:lnTo>
                <a:lnTo>
                  <a:pt x="312199" y="1616568"/>
                </a:lnTo>
                <a:lnTo>
                  <a:pt x="312199" y="1716827"/>
                </a:lnTo>
                <a:close/>
              </a:path>
              <a:path w="695960" h="1759584">
                <a:moveTo>
                  <a:pt x="277174" y="1716827"/>
                </a:moveTo>
                <a:lnTo>
                  <a:pt x="299174" y="1716827"/>
                </a:lnTo>
                <a:lnTo>
                  <a:pt x="299174" y="1616568"/>
                </a:lnTo>
                <a:lnTo>
                  <a:pt x="277174" y="1616568"/>
                </a:lnTo>
                <a:lnTo>
                  <a:pt x="277174" y="1716827"/>
                </a:lnTo>
                <a:close/>
              </a:path>
              <a:path w="695960" h="1759584">
                <a:moveTo>
                  <a:pt x="242181" y="1716827"/>
                </a:moveTo>
                <a:lnTo>
                  <a:pt x="264169" y="1716827"/>
                </a:lnTo>
                <a:lnTo>
                  <a:pt x="264169" y="1616568"/>
                </a:lnTo>
                <a:lnTo>
                  <a:pt x="242181" y="1616568"/>
                </a:lnTo>
                <a:lnTo>
                  <a:pt x="242181" y="1716827"/>
                </a:lnTo>
                <a:close/>
              </a:path>
              <a:path w="695960" h="1759584">
                <a:moveTo>
                  <a:pt x="417149" y="1247448"/>
                </a:moveTo>
                <a:lnTo>
                  <a:pt x="439180" y="1247448"/>
                </a:lnTo>
                <a:lnTo>
                  <a:pt x="439180" y="1175440"/>
                </a:lnTo>
                <a:lnTo>
                  <a:pt x="417149" y="1175440"/>
                </a:lnTo>
                <a:lnTo>
                  <a:pt x="417149" y="1247448"/>
                </a:lnTo>
                <a:close/>
              </a:path>
              <a:path w="695960" h="1759584">
                <a:moveTo>
                  <a:pt x="382187" y="1247448"/>
                </a:moveTo>
                <a:lnTo>
                  <a:pt x="404186" y="1247448"/>
                </a:lnTo>
                <a:lnTo>
                  <a:pt x="404186" y="1175440"/>
                </a:lnTo>
                <a:lnTo>
                  <a:pt x="382187" y="1175440"/>
                </a:lnTo>
                <a:lnTo>
                  <a:pt x="382187" y="1247448"/>
                </a:lnTo>
                <a:close/>
              </a:path>
              <a:path w="695960" h="1759584">
                <a:moveTo>
                  <a:pt x="347172" y="1247448"/>
                </a:moveTo>
                <a:lnTo>
                  <a:pt x="369192" y="1247448"/>
                </a:lnTo>
                <a:lnTo>
                  <a:pt x="369192" y="1175440"/>
                </a:lnTo>
                <a:lnTo>
                  <a:pt x="347172" y="1175440"/>
                </a:lnTo>
                <a:lnTo>
                  <a:pt x="347172" y="1247448"/>
                </a:lnTo>
                <a:close/>
              </a:path>
              <a:path w="695960" h="1759584">
                <a:moveTo>
                  <a:pt x="312199" y="1247448"/>
                </a:moveTo>
                <a:lnTo>
                  <a:pt x="334167" y="1247448"/>
                </a:lnTo>
                <a:lnTo>
                  <a:pt x="334167" y="1175440"/>
                </a:lnTo>
                <a:lnTo>
                  <a:pt x="312199" y="1175440"/>
                </a:lnTo>
                <a:lnTo>
                  <a:pt x="312199" y="1247448"/>
                </a:lnTo>
                <a:close/>
              </a:path>
              <a:path w="695960" h="1759584">
                <a:moveTo>
                  <a:pt x="277174" y="1247448"/>
                </a:moveTo>
                <a:lnTo>
                  <a:pt x="299174" y="1247448"/>
                </a:lnTo>
                <a:lnTo>
                  <a:pt x="299174" y="1175440"/>
                </a:lnTo>
                <a:lnTo>
                  <a:pt x="277174" y="1175440"/>
                </a:lnTo>
                <a:lnTo>
                  <a:pt x="277174" y="1247448"/>
                </a:lnTo>
                <a:close/>
              </a:path>
              <a:path w="695960" h="1759584">
                <a:moveTo>
                  <a:pt x="242181" y="1247448"/>
                </a:moveTo>
                <a:lnTo>
                  <a:pt x="264169" y="1247448"/>
                </a:lnTo>
                <a:lnTo>
                  <a:pt x="264169" y="1175440"/>
                </a:lnTo>
                <a:lnTo>
                  <a:pt x="242181" y="1175440"/>
                </a:lnTo>
                <a:lnTo>
                  <a:pt x="242181" y="1247448"/>
                </a:lnTo>
                <a:close/>
              </a:path>
              <a:path w="695960" h="1759584">
                <a:moveTo>
                  <a:pt x="417149" y="1335372"/>
                </a:moveTo>
                <a:lnTo>
                  <a:pt x="439180" y="1335372"/>
                </a:lnTo>
                <a:lnTo>
                  <a:pt x="439180" y="1263364"/>
                </a:lnTo>
                <a:lnTo>
                  <a:pt x="417149" y="1263364"/>
                </a:lnTo>
                <a:lnTo>
                  <a:pt x="417149" y="1335372"/>
                </a:lnTo>
                <a:close/>
              </a:path>
              <a:path w="695960" h="1759584">
                <a:moveTo>
                  <a:pt x="382187" y="1335372"/>
                </a:moveTo>
                <a:lnTo>
                  <a:pt x="404186" y="1335372"/>
                </a:lnTo>
                <a:lnTo>
                  <a:pt x="404186" y="1263364"/>
                </a:lnTo>
                <a:lnTo>
                  <a:pt x="382187" y="1263364"/>
                </a:lnTo>
                <a:lnTo>
                  <a:pt x="382187" y="1335372"/>
                </a:lnTo>
                <a:close/>
              </a:path>
              <a:path w="695960" h="1759584">
                <a:moveTo>
                  <a:pt x="347172" y="1335372"/>
                </a:moveTo>
                <a:lnTo>
                  <a:pt x="369192" y="1335372"/>
                </a:lnTo>
                <a:lnTo>
                  <a:pt x="369192" y="1263364"/>
                </a:lnTo>
                <a:lnTo>
                  <a:pt x="347172" y="1263364"/>
                </a:lnTo>
                <a:lnTo>
                  <a:pt x="347172" y="1335372"/>
                </a:lnTo>
                <a:close/>
              </a:path>
              <a:path w="695960" h="1759584">
                <a:moveTo>
                  <a:pt x="312199" y="1335372"/>
                </a:moveTo>
                <a:lnTo>
                  <a:pt x="334167" y="1335372"/>
                </a:lnTo>
                <a:lnTo>
                  <a:pt x="334167" y="1263364"/>
                </a:lnTo>
                <a:lnTo>
                  <a:pt x="312199" y="1263364"/>
                </a:lnTo>
                <a:lnTo>
                  <a:pt x="312199" y="1335372"/>
                </a:lnTo>
                <a:close/>
              </a:path>
              <a:path w="695960" h="1759584">
                <a:moveTo>
                  <a:pt x="277174" y="1335372"/>
                </a:moveTo>
                <a:lnTo>
                  <a:pt x="299174" y="1335372"/>
                </a:lnTo>
                <a:lnTo>
                  <a:pt x="299174" y="1263364"/>
                </a:lnTo>
                <a:lnTo>
                  <a:pt x="277174" y="1263364"/>
                </a:lnTo>
                <a:lnTo>
                  <a:pt x="277174" y="1335372"/>
                </a:lnTo>
                <a:close/>
              </a:path>
              <a:path w="695960" h="1759584">
                <a:moveTo>
                  <a:pt x="242181" y="1335372"/>
                </a:moveTo>
                <a:lnTo>
                  <a:pt x="264169" y="1335372"/>
                </a:lnTo>
                <a:lnTo>
                  <a:pt x="264169" y="1263364"/>
                </a:lnTo>
                <a:lnTo>
                  <a:pt x="242181" y="1263364"/>
                </a:lnTo>
                <a:lnTo>
                  <a:pt x="242181" y="1335372"/>
                </a:lnTo>
                <a:close/>
              </a:path>
              <a:path w="695960" h="1759584">
                <a:moveTo>
                  <a:pt x="417149" y="1423328"/>
                </a:moveTo>
                <a:lnTo>
                  <a:pt x="439180" y="1423328"/>
                </a:lnTo>
                <a:lnTo>
                  <a:pt x="439180" y="1351278"/>
                </a:lnTo>
                <a:lnTo>
                  <a:pt x="417149" y="1351278"/>
                </a:lnTo>
                <a:lnTo>
                  <a:pt x="417149" y="1423328"/>
                </a:lnTo>
                <a:close/>
              </a:path>
              <a:path w="695960" h="1759584">
                <a:moveTo>
                  <a:pt x="382187" y="1423328"/>
                </a:moveTo>
                <a:lnTo>
                  <a:pt x="404186" y="1423328"/>
                </a:lnTo>
                <a:lnTo>
                  <a:pt x="404186" y="1351278"/>
                </a:lnTo>
                <a:lnTo>
                  <a:pt x="382187" y="1351278"/>
                </a:lnTo>
                <a:lnTo>
                  <a:pt x="382187" y="1423328"/>
                </a:lnTo>
                <a:close/>
              </a:path>
              <a:path w="695960" h="1759584">
                <a:moveTo>
                  <a:pt x="347172" y="1423328"/>
                </a:moveTo>
                <a:lnTo>
                  <a:pt x="369192" y="1423328"/>
                </a:lnTo>
                <a:lnTo>
                  <a:pt x="369192" y="1351278"/>
                </a:lnTo>
                <a:lnTo>
                  <a:pt x="347172" y="1351278"/>
                </a:lnTo>
                <a:lnTo>
                  <a:pt x="347172" y="1423328"/>
                </a:lnTo>
                <a:close/>
              </a:path>
              <a:path w="695960" h="1759584">
                <a:moveTo>
                  <a:pt x="312199" y="1423328"/>
                </a:moveTo>
                <a:lnTo>
                  <a:pt x="334167" y="1423328"/>
                </a:lnTo>
                <a:lnTo>
                  <a:pt x="334167" y="1351278"/>
                </a:lnTo>
                <a:lnTo>
                  <a:pt x="312199" y="1351278"/>
                </a:lnTo>
                <a:lnTo>
                  <a:pt x="312199" y="1423328"/>
                </a:lnTo>
                <a:close/>
              </a:path>
              <a:path w="695960" h="1759584">
                <a:moveTo>
                  <a:pt x="277174" y="1423328"/>
                </a:moveTo>
                <a:lnTo>
                  <a:pt x="299174" y="1423328"/>
                </a:lnTo>
                <a:lnTo>
                  <a:pt x="299174" y="1351278"/>
                </a:lnTo>
                <a:lnTo>
                  <a:pt x="277174" y="1351278"/>
                </a:lnTo>
                <a:lnTo>
                  <a:pt x="277174" y="1423328"/>
                </a:lnTo>
                <a:close/>
              </a:path>
              <a:path w="695960" h="1759584">
                <a:moveTo>
                  <a:pt x="242181" y="1423328"/>
                </a:moveTo>
                <a:lnTo>
                  <a:pt x="264169" y="1423328"/>
                </a:lnTo>
                <a:lnTo>
                  <a:pt x="264169" y="1351278"/>
                </a:lnTo>
                <a:lnTo>
                  <a:pt x="242181" y="1351278"/>
                </a:lnTo>
                <a:lnTo>
                  <a:pt x="242181" y="1423328"/>
                </a:lnTo>
                <a:close/>
              </a:path>
              <a:path w="695960" h="1759584">
                <a:moveTo>
                  <a:pt x="417149" y="1511231"/>
                </a:moveTo>
                <a:lnTo>
                  <a:pt x="439180" y="1511231"/>
                </a:lnTo>
                <a:lnTo>
                  <a:pt x="439180" y="1439233"/>
                </a:lnTo>
                <a:lnTo>
                  <a:pt x="417149" y="1439233"/>
                </a:lnTo>
                <a:lnTo>
                  <a:pt x="417149" y="1511231"/>
                </a:lnTo>
                <a:close/>
              </a:path>
              <a:path w="695960" h="1759584">
                <a:moveTo>
                  <a:pt x="382187" y="1511231"/>
                </a:moveTo>
                <a:lnTo>
                  <a:pt x="404186" y="1511231"/>
                </a:lnTo>
                <a:lnTo>
                  <a:pt x="404186" y="1439233"/>
                </a:lnTo>
                <a:lnTo>
                  <a:pt x="382187" y="1439233"/>
                </a:lnTo>
                <a:lnTo>
                  <a:pt x="382187" y="1511231"/>
                </a:lnTo>
                <a:close/>
              </a:path>
              <a:path w="695960" h="1759584">
                <a:moveTo>
                  <a:pt x="347172" y="1511231"/>
                </a:moveTo>
                <a:lnTo>
                  <a:pt x="369192" y="1511231"/>
                </a:lnTo>
                <a:lnTo>
                  <a:pt x="369192" y="1439233"/>
                </a:lnTo>
                <a:lnTo>
                  <a:pt x="347172" y="1439233"/>
                </a:lnTo>
                <a:lnTo>
                  <a:pt x="347172" y="1511231"/>
                </a:lnTo>
                <a:close/>
              </a:path>
              <a:path w="695960" h="1759584">
                <a:moveTo>
                  <a:pt x="312199" y="1511231"/>
                </a:moveTo>
                <a:lnTo>
                  <a:pt x="334167" y="1511231"/>
                </a:lnTo>
                <a:lnTo>
                  <a:pt x="334167" y="1439233"/>
                </a:lnTo>
                <a:lnTo>
                  <a:pt x="312199" y="1439233"/>
                </a:lnTo>
                <a:lnTo>
                  <a:pt x="312199" y="1511231"/>
                </a:lnTo>
                <a:close/>
              </a:path>
              <a:path w="695960" h="1759584">
                <a:moveTo>
                  <a:pt x="277174" y="1511231"/>
                </a:moveTo>
                <a:lnTo>
                  <a:pt x="299174" y="1511231"/>
                </a:lnTo>
                <a:lnTo>
                  <a:pt x="299174" y="1439233"/>
                </a:lnTo>
                <a:lnTo>
                  <a:pt x="277174" y="1439233"/>
                </a:lnTo>
                <a:lnTo>
                  <a:pt x="277174" y="1511231"/>
                </a:lnTo>
                <a:close/>
              </a:path>
              <a:path w="695960" h="1759584">
                <a:moveTo>
                  <a:pt x="242181" y="1511231"/>
                </a:moveTo>
                <a:lnTo>
                  <a:pt x="264169" y="1511231"/>
                </a:lnTo>
                <a:lnTo>
                  <a:pt x="264169" y="1439233"/>
                </a:lnTo>
                <a:lnTo>
                  <a:pt x="242181" y="1439233"/>
                </a:lnTo>
                <a:lnTo>
                  <a:pt x="242181" y="1511231"/>
                </a:lnTo>
                <a:close/>
              </a:path>
              <a:path w="695960" h="1759584">
                <a:moveTo>
                  <a:pt x="417149" y="1599186"/>
                </a:moveTo>
                <a:lnTo>
                  <a:pt x="439180" y="1599186"/>
                </a:lnTo>
                <a:lnTo>
                  <a:pt x="439180" y="1527136"/>
                </a:lnTo>
                <a:lnTo>
                  <a:pt x="417149" y="1527136"/>
                </a:lnTo>
                <a:lnTo>
                  <a:pt x="417149" y="1599186"/>
                </a:lnTo>
                <a:close/>
              </a:path>
              <a:path w="695960" h="1759584">
                <a:moveTo>
                  <a:pt x="382187" y="1599186"/>
                </a:moveTo>
                <a:lnTo>
                  <a:pt x="404186" y="1599186"/>
                </a:lnTo>
                <a:lnTo>
                  <a:pt x="404186" y="1527136"/>
                </a:lnTo>
                <a:lnTo>
                  <a:pt x="382187" y="1527136"/>
                </a:lnTo>
                <a:lnTo>
                  <a:pt x="382187" y="1599186"/>
                </a:lnTo>
                <a:close/>
              </a:path>
              <a:path w="695960" h="1759584">
                <a:moveTo>
                  <a:pt x="347172" y="1599186"/>
                </a:moveTo>
                <a:lnTo>
                  <a:pt x="369192" y="1599186"/>
                </a:lnTo>
                <a:lnTo>
                  <a:pt x="369192" y="1527136"/>
                </a:lnTo>
                <a:lnTo>
                  <a:pt x="347172" y="1527136"/>
                </a:lnTo>
                <a:lnTo>
                  <a:pt x="347172" y="1599186"/>
                </a:lnTo>
                <a:close/>
              </a:path>
              <a:path w="695960" h="1759584">
                <a:moveTo>
                  <a:pt x="312199" y="1599186"/>
                </a:moveTo>
                <a:lnTo>
                  <a:pt x="334167" y="1599186"/>
                </a:lnTo>
                <a:lnTo>
                  <a:pt x="334167" y="1527136"/>
                </a:lnTo>
                <a:lnTo>
                  <a:pt x="312199" y="1527136"/>
                </a:lnTo>
                <a:lnTo>
                  <a:pt x="312199" y="1599186"/>
                </a:lnTo>
                <a:close/>
              </a:path>
              <a:path w="695960" h="1759584">
                <a:moveTo>
                  <a:pt x="277174" y="1599186"/>
                </a:moveTo>
                <a:lnTo>
                  <a:pt x="299174" y="1599186"/>
                </a:lnTo>
                <a:lnTo>
                  <a:pt x="299174" y="1527136"/>
                </a:lnTo>
                <a:lnTo>
                  <a:pt x="277174" y="1527136"/>
                </a:lnTo>
                <a:lnTo>
                  <a:pt x="277174" y="1599186"/>
                </a:lnTo>
                <a:close/>
              </a:path>
              <a:path w="695960" h="1759584">
                <a:moveTo>
                  <a:pt x="242181" y="1599186"/>
                </a:moveTo>
                <a:lnTo>
                  <a:pt x="264169" y="1599186"/>
                </a:lnTo>
                <a:lnTo>
                  <a:pt x="264169" y="1527136"/>
                </a:lnTo>
                <a:lnTo>
                  <a:pt x="242181" y="1527136"/>
                </a:lnTo>
                <a:lnTo>
                  <a:pt x="242181" y="1599186"/>
                </a:lnTo>
                <a:close/>
              </a:path>
              <a:path w="695960" h="1759584">
                <a:moveTo>
                  <a:pt x="209103" y="1716827"/>
                </a:moveTo>
                <a:lnTo>
                  <a:pt x="231113" y="1716827"/>
                </a:lnTo>
                <a:lnTo>
                  <a:pt x="231113" y="1616568"/>
                </a:lnTo>
                <a:lnTo>
                  <a:pt x="209103" y="1616568"/>
                </a:lnTo>
                <a:lnTo>
                  <a:pt x="209103" y="1716827"/>
                </a:lnTo>
                <a:close/>
              </a:path>
              <a:path w="695960" h="1759584">
                <a:moveTo>
                  <a:pt x="174099" y="1716827"/>
                </a:moveTo>
                <a:lnTo>
                  <a:pt x="196119" y="1716827"/>
                </a:lnTo>
                <a:lnTo>
                  <a:pt x="196119" y="1616568"/>
                </a:lnTo>
                <a:lnTo>
                  <a:pt x="174099" y="1616568"/>
                </a:lnTo>
                <a:lnTo>
                  <a:pt x="174099" y="1716827"/>
                </a:lnTo>
                <a:close/>
              </a:path>
              <a:path w="695960" h="1759584">
                <a:moveTo>
                  <a:pt x="139126" y="1716827"/>
                </a:moveTo>
                <a:lnTo>
                  <a:pt x="161157" y="1716827"/>
                </a:lnTo>
                <a:lnTo>
                  <a:pt x="161157" y="1616568"/>
                </a:lnTo>
                <a:lnTo>
                  <a:pt x="139126" y="1616568"/>
                </a:lnTo>
                <a:lnTo>
                  <a:pt x="139126" y="1716827"/>
                </a:lnTo>
                <a:close/>
              </a:path>
              <a:path w="695960" h="1759584">
                <a:moveTo>
                  <a:pt x="104112" y="1716827"/>
                </a:moveTo>
                <a:lnTo>
                  <a:pt x="126132" y="1716827"/>
                </a:lnTo>
                <a:lnTo>
                  <a:pt x="126132" y="1616568"/>
                </a:lnTo>
                <a:lnTo>
                  <a:pt x="104112" y="1616568"/>
                </a:lnTo>
                <a:lnTo>
                  <a:pt x="104112" y="1716827"/>
                </a:lnTo>
                <a:close/>
              </a:path>
              <a:path w="695960" h="1759584">
                <a:moveTo>
                  <a:pt x="69139" y="1716827"/>
                </a:moveTo>
                <a:lnTo>
                  <a:pt x="91159" y="1716827"/>
                </a:lnTo>
                <a:lnTo>
                  <a:pt x="91159" y="1616568"/>
                </a:lnTo>
                <a:lnTo>
                  <a:pt x="69139" y="1616568"/>
                </a:lnTo>
                <a:lnTo>
                  <a:pt x="69139" y="1716827"/>
                </a:lnTo>
                <a:close/>
              </a:path>
              <a:path w="695960" h="1759584">
                <a:moveTo>
                  <a:pt x="34103" y="1716827"/>
                </a:moveTo>
                <a:lnTo>
                  <a:pt x="56134" y="1716827"/>
                </a:lnTo>
                <a:lnTo>
                  <a:pt x="56134" y="1616568"/>
                </a:lnTo>
                <a:lnTo>
                  <a:pt x="34103" y="1616568"/>
                </a:lnTo>
                <a:lnTo>
                  <a:pt x="34103" y="1716827"/>
                </a:lnTo>
                <a:close/>
              </a:path>
              <a:path w="695960" h="1759584">
                <a:moveTo>
                  <a:pt x="209103" y="1247448"/>
                </a:moveTo>
                <a:lnTo>
                  <a:pt x="231113" y="1247448"/>
                </a:lnTo>
                <a:lnTo>
                  <a:pt x="231113" y="1175440"/>
                </a:lnTo>
                <a:lnTo>
                  <a:pt x="209103" y="1175440"/>
                </a:lnTo>
                <a:lnTo>
                  <a:pt x="209103" y="1247448"/>
                </a:lnTo>
                <a:close/>
              </a:path>
              <a:path w="695960" h="1759584">
                <a:moveTo>
                  <a:pt x="174099" y="1247448"/>
                </a:moveTo>
                <a:lnTo>
                  <a:pt x="196119" y="1247448"/>
                </a:lnTo>
                <a:lnTo>
                  <a:pt x="196119" y="1175440"/>
                </a:lnTo>
                <a:lnTo>
                  <a:pt x="174099" y="1175440"/>
                </a:lnTo>
                <a:lnTo>
                  <a:pt x="174099" y="1247448"/>
                </a:lnTo>
                <a:close/>
              </a:path>
              <a:path w="695960" h="1759584">
                <a:moveTo>
                  <a:pt x="139126" y="1247448"/>
                </a:moveTo>
                <a:lnTo>
                  <a:pt x="161157" y="1247448"/>
                </a:lnTo>
                <a:lnTo>
                  <a:pt x="161157" y="1175440"/>
                </a:lnTo>
                <a:lnTo>
                  <a:pt x="139126" y="1175440"/>
                </a:lnTo>
                <a:lnTo>
                  <a:pt x="139126" y="1247448"/>
                </a:lnTo>
                <a:close/>
              </a:path>
              <a:path w="695960" h="1759584">
                <a:moveTo>
                  <a:pt x="104112" y="1247448"/>
                </a:moveTo>
                <a:lnTo>
                  <a:pt x="126132" y="1247448"/>
                </a:lnTo>
                <a:lnTo>
                  <a:pt x="126132" y="1175440"/>
                </a:lnTo>
                <a:lnTo>
                  <a:pt x="104112" y="1175440"/>
                </a:lnTo>
                <a:lnTo>
                  <a:pt x="104112" y="1247448"/>
                </a:lnTo>
                <a:close/>
              </a:path>
              <a:path w="695960" h="1759584">
                <a:moveTo>
                  <a:pt x="69139" y="1247448"/>
                </a:moveTo>
                <a:lnTo>
                  <a:pt x="91159" y="1247448"/>
                </a:lnTo>
                <a:lnTo>
                  <a:pt x="91159" y="1175440"/>
                </a:lnTo>
                <a:lnTo>
                  <a:pt x="69139" y="1175440"/>
                </a:lnTo>
                <a:lnTo>
                  <a:pt x="69139" y="1247448"/>
                </a:lnTo>
                <a:close/>
              </a:path>
              <a:path w="695960" h="1759584">
                <a:moveTo>
                  <a:pt x="34103" y="1247448"/>
                </a:moveTo>
                <a:lnTo>
                  <a:pt x="56134" y="1247448"/>
                </a:lnTo>
                <a:lnTo>
                  <a:pt x="56134" y="1175440"/>
                </a:lnTo>
                <a:lnTo>
                  <a:pt x="34103" y="1175440"/>
                </a:lnTo>
                <a:lnTo>
                  <a:pt x="34103" y="1247448"/>
                </a:lnTo>
                <a:close/>
              </a:path>
              <a:path w="695960" h="1759584">
                <a:moveTo>
                  <a:pt x="209103" y="1335372"/>
                </a:moveTo>
                <a:lnTo>
                  <a:pt x="231113" y="1335372"/>
                </a:lnTo>
                <a:lnTo>
                  <a:pt x="231113" y="1263364"/>
                </a:lnTo>
                <a:lnTo>
                  <a:pt x="209103" y="1263364"/>
                </a:lnTo>
                <a:lnTo>
                  <a:pt x="209103" y="1335372"/>
                </a:lnTo>
                <a:close/>
              </a:path>
              <a:path w="695960" h="1759584">
                <a:moveTo>
                  <a:pt x="174099" y="1335372"/>
                </a:moveTo>
                <a:lnTo>
                  <a:pt x="196119" y="1335372"/>
                </a:lnTo>
                <a:lnTo>
                  <a:pt x="196119" y="1263364"/>
                </a:lnTo>
                <a:lnTo>
                  <a:pt x="174099" y="1263364"/>
                </a:lnTo>
                <a:lnTo>
                  <a:pt x="174099" y="1335372"/>
                </a:lnTo>
                <a:close/>
              </a:path>
              <a:path w="695960" h="1759584">
                <a:moveTo>
                  <a:pt x="139126" y="1335372"/>
                </a:moveTo>
                <a:lnTo>
                  <a:pt x="161157" y="1335372"/>
                </a:lnTo>
                <a:lnTo>
                  <a:pt x="161157" y="1263364"/>
                </a:lnTo>
                <a:lnTo>
                  <a:pt x="139126" y="1263364"/>
                </a:lnTo>
                <a:lnTo>
                  <a:pt x="139126" y="1335372"/>
                </a:lnTo>
                <a:close/>
              </a:path>
              <a:path w="695960" h="1759584">
                <a:moveTo>
                  <a:pt x="104112" y="1335372"/>
                </a:moveTo>
                <a:lnTo>
                  <a:pt x="126132" y="1335372"/>
                </a:lnTo>
                <a:lnTo>
                  <a:pt x="126132" y="1263364"/>
                </a:lnTo>
                <a:lnTo>
                  <a:pt x="104112" y="1263364"/>
                </a:lnTo>
                <a:lnTo>
                  <a:pt x="104112" y="1335372"/>
                </a:lnTo>
                <a:close/>
              </a:path>
              <a:path w="695960" h="1759584">
                <a:moveTo>
                  <a:pt x="69139" y="1335372"/>
                </a:moveTo>
                <a:lnTo>
                  <a:pt x="91159" y="1335372"/>
                </a:lnTo>
                <a:lnTo>
                  <a:pt x="91159" y="1263364"/>
                </a:lnTo>
                <a:lnTo>
                  <a:pt x="69139" y="1263364"/>
                </a:lnTo>
                <a:lnTo>
                  <a:pt x="69139" y="1335372"/>
                </a:lnTo>
                <a:close/>
              </a:path>
              <a:path w="695960" h="1759584">
                <a:moveTo>
                  <a:pt x="34103" y="1335372"/>
                </a:moveTo>
                <a:lnTo>
                  <a:pt x="56134" y="1335372"/>
                </a:lnTo>
                <a:lnTo>
                  <a:pt x="56134" y="1263364"/>
                </a:lnTo>
                <a:lnTo>
                  <a:pt x="34103" y="1263364"/>
                </a:lnTo>
                <a:lnTo>
                  <a:pt x="34103" y="1335372"/>
                </a:lnTo>
                <a:close/>
              </a:path>
              <a:path w="695960" h="1759584">
                <a:moveTo>
                  <a:pt x="209103" y="1423328"/>
                </a:moveTo>
                <a:lnTo>
                  <a:pt x="231113" y="1423328"/>
                </a:lnTo>
                <a:lnTo>
                  <a:pt x="231113" y="1351278"/>
                </a:lnTo>
                <a:lnTo>
                  <a:pt x="209103" y="1351278"/>
                </a:lnTo>
                <a:lnTo>
                  <a:pt x="209103" y="1423328"/>
                </a:lnTo>
                <a:close/>
              </a:path>
              <a:path w="695960" h="1759584">
                <a:moveTo>
                  <a:pt x="174099" y="1423328"/>
                </a:moveTo>
                <a:lnTo>
                  <a:pt x="196119" y="1423328"/>
                </a:lnTo>
                <a:lnTo>
                  <a:pt x="196119" y="1351278"/>
                </a:lnTo>
                <a:lnTo>
                  <a:pt x="174099" y="1351278"/>
                </a:lnTo>
                <a:lnTo>
                  <a:pt x="174099" y="1423328"/>
                </a:lnTo>
                <a:close/>
              </a:path>
              <a:path w="695960" h="1759584">
                <a:moveTo>
                  <a:pt x="139126" y="1423328"/>
                </a:moveTo>
                <a:lnTo>
                  <a:pt x="161157" y="1423328"/>
                </a:lnTo>
                <a:lnTo>
                  <a:pt x="161157" y="1351278"/>
                </a:lnTo>
                <a:lnTo>
                  <a:pt x="139126" y="1351278"/>
                </a:lnTo>
                <a:lnTo>
                  <a:pt x="139126" y="1423328"/>
                </a:lnTo>
                <a:close/>
              </a:path>
              <a:path w="695960" h="1759584">
                <a:moveTo>
                  <a:pt x="104112" y="1423328"/>
                </a:moveTo>
                <a:lnTo>
                  <a:pt x="126132" y="1423328"/>
                </a:lnTo>
                <a:lnTo>
                  <a:pt x="126132" y="1351278"/>
                </a:lnTo>
                <a:lnTo>
                  <a:pt x="104112" y="1351278"/>
                </a:lnTo>
                <a:lnTo>
                  <a:pt x="104112" y="1423328"/>
                </a:lnTo>
                <a:close/>
              </a:path>
              <a:path w="695960" h="1759584">
                <a:moveTo>
                  <a:pt x="69139" y="1423328"/>
                </a:moveTo>
                <a:lnTo>
                  <a:pt x="91159" y="1423328"/>
                </a:lnTo>
                <a:lnTo>
                  <a:pt x="91159" y="1351278"/>
                </a:lnTo>
                <a:lnTo>
                  <a:pt x="69139" y="1351278"/>
                </a:lnTo>
                <a:lnTo>
                  <a:pt x="69139" y="1423328"/>
                </a:lnTo>
                <a:close/>
              </a:path>
              <a:path w="695960" h="1759584">
                <a:moveTo>
                  <a:pt x="34103" y="1423328"/>
                </a:moveTo>
                <a:lnTo>
                  <a:pt x="56134" y="1423328"/>
                </a:lnTo>
                <a:lnTo>
                  <a:pt x="56134" y="1351278"/>
                </a:lnTo>
                <a:lnTo>
                  <a:pt x="34103" y="1351278"/>
                </a:lnTo>
                <a:lnTo>
                  <a:pt x="34103" y="1423328"/>
                </a:lnTo>
                <a:close/>
              </a:path>
              <a:path w="695960" h="1759584">
                <a:moveTo>
                  <a:pt x="209103" y="1511231"/>
                </a:moveTo>
                <a:lnTo>
                  <a:pt x="231113" y="1511231"/>
                </a:lnTo>
                <a:lnTo>
                  <a:pt x="231113" y="1439233"/>
                </a:lnTo>
                <a:lnTo>
                  <a:pt x="209103" y="1439233"/>
                </a:lnTo>
                <a:lnTo>
                  <a:pt x="209103" y="1511231"/>
                </a:lnTo>
                <a:close/>
              </a:path>
              <a:path w="695960" h="1759584">
                <a:moveTo>
                  <a:pt x="174099" y="1511231"/>
                </a:moveTo>
                <a:lnTo>
                  <a:pt x="196119" y="1511231"/>
                </a:lnTo>
                <a:lnTo>
                  <a:pt x="196119" y="1439233"/>
                </a:lnTo>
                <a:lnTo>
                  <a:pt x="174099" y="1439233"/>
                </a:lnTo>
                <a:lnTo>
                  <a:pt x="174099" y="1511231"/>
                </a:lnTo>
                <a:close/>
              </a:path>
              <a:path w="695960" h="1759584">
                <a:moveTo>
                  <a:pt x="139126" y="1511231"/>
                </a:moveTo>
                <a:lnTo>
                  <a:pt x="161157" y="1511231"/>
                </a:lnTo>
                <a:lnTo>
                  <a:pt x="161157" y="1439233"/>
                </a:lnTo>
                <a:lnTo>
                  <a:pt x="139126" y="1439233"/>
                </a:lnTo>
                <a:lnTo>
                  <a:pt x="139126" y="1511231"/>
                </a:lnTo>
                <a:close/>
              </a:path>
              <a:path w="695960" h="1759584">
                <a:moveTo>
                  <a:pt x="104112" y="1511231"/>
                </a:moveTo>
                <a:lnTo>
                  <a:pt x="126132" y="1511231"/>
                </a:lnTo>
                <a:lnTo>
                  <a:pt x="126132" y="1439233"/>
                </a:lnTo>
                <a:lnTo>
                  <a:pt x="104112" y="1439233"/>
                </a:lnTo>
                <a:lnTo>
                  <a:pt x="104112" y="1511231"/>
                </a:lnTo>
                <a:close/>
              </a:path>
              <a:path w="695960" h="1759584">
                <a:moveTo>
                  <a:pt x="69139" y="1511231"/>
                </a:moveTo>
                <a:lnTo>
                  <a:pt x="91159" y="1511231"/>
                </a:lnTo>
                <a:lnTo>
                  <a:pt x="91159" y="1439233"/>
                </a:lnTo>
                <a:lnTo>
                  <a:pt x="69139" y="1439233"/>
                </a:lnTo>
                <a:lnTo>
                  <a:pt x="69139" y="1511231"/>
                </a:lnTo>
                <a:close/>
              </a:path>
              <a:path w="695960" h="1759584">
                <a:moveTo>
                  <a:pt x="34103" y="1511231"/>
                </a:moveTo>
                <a:lnTo>
                  <a:pt x="56134" y="1511231"/>
                </a:lnTo>
                <a:lnTo>
                  <a:pt x="56134" y="1439233"/>
                </a:lnTo>
                <a:lnTo>
                  <a:pt x="34103" y="1439233"/>
                </a:lnTo>
                <a:lnTo>
                  <a:pt x="34103" y="1511231"/>
                </a:lnTo>
                <a:close/>
              </a:path>
              <a:path w="695960" h="1759584">
                <a:moveTo>
                  <a:pt x="209103" y="1599186"/>
                </a:moveTo>
                <a:lnTo>
                  <a:pt x="231113" y="1599186"/>
                </a:lnTo>
                <a:lnTo>
                  <a:pt x="231113" y="1527136"/>
                </a:lnTo>
                <a:lnTo>
                  <a:pt x="209103" y="1527136"/>
                </a:lnTo>
                <a:lnTo>
                  <a:pt x="209103" y="1599186"/>
                </a:lnTo>
                <a:close/>
              </a:path>
              <a:path w="695960" h="1759584">
                <a:moveTo>
                  <a:pt x="174099" y="1599186"/>
                </a:moveTo>
                <a:lnTo>
                  <a:pt x="196119" y="1599186"/>
                </a:lnTo>
                <a:lnTo>
                  <a:pt x="196119" y="1527136"/>
                </a:lnTo>
                <a:lnTo>
                  <a:pt x="174099" y="1527136"/>
                </a:lnTo>
                <a:lnTo>
                  <a:pt x="174099" y="1599186"/>
                </a:lnTo>
                <a:close/>
              </a:path>
              <a:path w="695960" h="1759584">
                <a:moveTo>
                  <a:pt x="139126" y="1599186"/>
                </a:moveTo>
                <a:lnTo>
                  <a:pt x="161157" y="1599186"/>
                </a:lnTo>
                <a:lnTo>
                  <a:pt x="161157" y="1527136"/>
                </a:lnTo>
                <a:lnTo>
                  <a:pt x="139126" y="1527136"/>
                </a:lnTo>
                <a:lnTo>
                  <a:pt x="139126" y="1599186"/>
                </a:lnTo>
                <a:close/>
              </a:path>
              <a:path w="695960" h="1759584">
                <a:moveTo>
                  <a:pt x="104112" y="1599186"/>
                </a:moveTo>
                <a:lnTo>
                  <a:pt x="126132" y="1599186"/>
                </a:lnTo>
                <a:lnTo>
                  <a:pt x="126132" y="1527136"/>
                </a:lnTo>
                <a:lnTo>
                  <a:pt x="104112" y="1527136"/>
                </a:lnTo>
                <a:lnTo>
                  <a:pt x="104112" y="1599186"/>
                </a:lnTo>
                <a:close/>
              </a:path>
              <a:path w="695960" h="1759584">
                <a:moveTo>
                  <a:pt x="69139" y="1599186"/>
                </a:moveTo>
                <a:lnTo>
                  <a:pt x="91159" y="1599186"/>
                </a:lnTo>
                <a:lnTo>
                  <a:pt x="91159" y="1527136"/>
                </a:lnTo>
                <a:lnTo>
                  <a:pt x="69139" y="1527136"/>
                </a:lnTo>
                <a:lnTo>
                  <a:pt x="69139" y="1599186"/>
                </a:lnTo>
                <a:close/>
              </a:path>
              <a:path w="695960" h="1759584">
                <a:moveTo>
                  <a:pt x="34103" y="1599186"/>
                </a:moveTo>
                <a:lnTo>
                  <a:pt x="56134" y="1599186"/>
                </a:lnTo>
                <a:lnTo>
                  <a:pt x="56134" y="1527136"/>
                </a:lnTo>
                <a:lnTo>
                  <a:pt x="34103" y="1527136"/>
                </a:lnTo>
                <a:lnTo>
                  <a:pt x="34103" y="1599186"/>
                </a:lnTo>
                <a:close/>
              </a:path>
              <a:path w="695960" h="1759584">
                <a:moveTo>
                  <a:pt x="625227" y="1157975"/>
                </a:moveTo>
                <a:lnTo>
                  <a:pt x="647247" y="1157975"/>
                </a:lnTo>
                <a:lnTo>
                  <a:pt x="647247" y="1057737"/>
                </a:lnTo>
                <a:lnTo>
                  <a:pt x="625227" y="1057737"/>
                </a:lnTo>
                <a:lnTo>
                  <a:pt x="625227" y="1157975"/>
                </a:lnTo>
                <a:close/>
              </a:path>
              <a:path w="695960" h="1759584">
                <a:moveTo>
                  <a:pt x="590233" y="1157975"/>
                </a:moveTo>
                <a:lnTo>
                  <a:pt x="612222" y="1157975"/>
                </a:lnTo>
                <a:lnTo>
                  <a:pt x="612222" y="1057737"/>
                </a:lnTo>
                <a:lnTo>
                  <a:pt x="590233" y="1057737"/>
                </a:lnTo>
                <a:lnTo>
                  <a:pt x="590233" y="1157975"/>
                </a:lnTo>
                <a:close/>
              </a:path>
              <a:path w="695960" h="1759584">
                <a:moveTo>
                  <a:pt x="555197" y="1157975"/>
                </a:moveTo>
                <a:lnTo>
                  <a:pt x="577228" y="1157975"/>
                </a:lnTo>
                <a:lnTo>
                  <a:pt x="577228" y="1057737"/>
                </a:lnTo>
                <a:lnTo>
                  <a:pt x="555197" y="1057737"/>
                </a:lnTo>
                <a:lnTo>
                  <a:pt x="555197" y="1157975"/>
                </a:lnTo>
                <a:close/>
              </a:path>
              <a:path w="695960" h="1759584">
                <a:moveTo>
                  <a:pt x="520235" y="1157975"/>
                </a:moveTo>
                <a:lnTo>
                  <a:pt x="542266" y="1157975"/>
                </a:lnTo>
                <a:lnTo>
                  <a:pt x="542266" y="1057737"/>
                </a:lnTo>
                <a:lnTo>
                  <a:pt x="520235" y="1057737"/>
                </a:lnTo>
                <a:lnTo>
                  <a:pt x="520235" y="1157975"/>
                </a:lnTo>
                <a:close/>
              </a:path>
              <a:path w="695960" h="1759584">
                <a:moveTo>
                  <a:pt x="485241" y="1157975"/>
                </a:moveTo>
                <a:lnTo>
                  <a:pt x="507241" y="1157975"/>
                </a:lnTo>
                <a:lnTo>
                  <a:pt x="507241" y="1057737"/>
                </a:lnTo>
                <a:lnTo>
                  <a:pt x="485241" y="1057737"/>
                </a:lnTo>
                <a:lnTo>
                  <a:pt x="485241" y="1157975"/>
                </a:lnTo>
                <a:close/>
              </a:path>
              <a:path w="695960" h="1759584">
                <a:moveTo>
                  <a:pt x="450248" y="1157975"/>
                </a:moveTo>
                <a:lnTo>
                  <a:pt x="472278" y="1157975"/>
                </a:lnTo>
                <a:lnTo>
                  <a:pt x="472278" y="1057737"/>
                </a:lnTo>
                <a:lnTo>
                  <a:pt x="450248" y="1057737"/>
                </a:lnTo>
                <a:lnTo>
                  <a:pt x="450248" y="1157975"/>
                </a:lnTo>
                <a:close/>
              </a:path>
              <a:path w="695960" h="1759584">
                <a:moveTo>
                  <a:pt x="625227" y="688607"/>
                </a:moveTo>
                <a:lnTo>
                  <a:pt x="647247" y="688607"/>
                </a:lnTo>
                <a:lnTo>
                  <a:pt x="647247" y="616599"/>
                </a:lnTo>
                <a:lnTo>
                  <a:pt x="625227" y="616599"/>
                </a:lnTo>
                <a:lnTo>
                  <a:pt x="625227" y="688607"/>
                </a:lnTo>
                <a:close/>
              </a:path>
              <a:path w="695960" h="1759584">
                <a:moveTo>
                  <a:pt x="590233" y="688607"/>
                </a:moveTo>
                <a:lnTo>
                  <a:pt x="612222" y="688607"/>
                </a:lnTo>
                <a:lnTo>
                  <a:pt x="612222" y="616599"/>
                </a:lnTo>
                <a:lnTo>
                  <a:pt x="590233" y="616599"/>
                </a:lnTo>
                <a:lnTo>
                  <a:pt x="590233" y="688607"/>
                </a:lnTo>
                <a:close/>
              </a:path>
              <a:path w="695960" h="1759584">
                <a:moveTo>
                  <a:pt x="555197" y="688607"/>
                </a:moveTo>
                <a:lnTo>
                  <a:pt x="577228" y="688607"/>
                </a:lnTo>
                <a:lnTo>
                  <a:pt x="577228" y="616599"/>
                </a:lnTo>
                <a:lnTo>
                  <a:pt x="555197" y="616599"/>
                </a:lnTo>
                <a:lnTo>
                  <a:pt x="555197" y="688607"/>
                </a:lnTo>
                <a:close/>
              </a:path>
              <a:path w="695960" h="1759584">
                <a:moveTo>
                  <a:pt x="520235" y="688607"/>
                </a:moveTo>
                <a:lnTo>
                  <a:pt x="542266" y="688607"/>
                </a:lnTo>
                <a:lnTo>
                  <a:pt x="542266" y="616599"/>
                </a:lnTo>
                <a:lnTo>
                  <a:pt x="520235" y="616599"/>
                </a:lnTo>
                <a:lnTo>
                  <a:pt x="520235" y="688607"/>
                </a:lnTo>
                <a:close/>
              </a:path>
              <a:path w="695960" h="1759584">
                <a:moveTo>
                  <a:pt x="485241" y="688607"/>
                </a:moveTo>
                <a:lnTo>
                  <a:pt x="507241" y="688607"/>
                </a:lnTo>
                <a:lnTo>
                  <a:pt x="507241" y="616599"/>
                </a:lnTo>
                <a:lnTo>
                  <a:pt x="485241" y="616599"/>
                </a:lnTo>
                <a:lnTo>
                  <a:pt x="485241" y="688607"/>
                </a:lnTo>
                <a:close/>
              </a:path>
              <a:path w="695960" h="1759584">
                <a:moveTo>
                  <a:pt x="450248" y="688607"/>
                </a:moveTo>
                <a:lnTo>
                  <a:pt x="472278" y="688607"/>
                </a:lnTo>
                <a:lnTo>
                  <a:pt x="472278" y="616599"/>
                </a:lnTo>
                <a:lnTo>
                  <a:pt x="450248" y="616599"/>
                </a:lnTo>
                <a:lnTo>
                  <a:pt x="450248" y="688607"/>
                </a:lnTo>
                <a:close/>
              </a:path>
              <a:path w="695960" h="1759584">
                <a:moveTo>
                  <a:pt x="625227" y="776541"/>
                </a:moveTo>
                <a:lnTo>
                  <a:pt x="647247" y="776541"/>
                </a:lnTo>
                <a:lnTo>
                  <a:pt x="647247" y="704491"/>
                </a:lnTo>
                <a:lnTo>
                  <a:pt x="625227" y="704491"/>
                </a:lnTo>
                <a:lnTo>
                  <a:pt x="625227" y="776541"/>
                </a:lnTo>
                <a:close/>
              </a:path>
              <a:path w="695960" h="1759584">
                <a:moveTo>
                  <a:pt x="590233" y="776541"/>
                </a:moveTo>
                <a:lnTo>
                  <a:pt x="612222" y="776541"/>
                </a:lnTo>
                <a:lnTo>
                  <a:pt x="612222" y="704491"/>
                </a:lnTo>
                <a:lnTo>
                  <a:pt x="590233" y="704491"/>
                </a:lnTo>
                <a:lnTo>
                  <a:pt x="590233" y="776541"/>
                </a:lnTo>
                <a:close/>
              </a:path>
              <a:path w="695960" h="1759584">
                <a:moveTo>
                  <a:pt x="555197" y="776541"/>
                </a:moveTo>
                <a:lnTo>
                  <a:pt x="577228" y="776541"/>
                </a:lnTo>
                <a:lnTo>
                  <a:pt x="577228" y="704491"/>
                </a:lnTo>
                <a:lnTo>
                  <a:pt x="555197" y="704491"/>
                </a:lnTo>
                <a:lnTo>
                  <a:pt x="555197" y="776541"/>
                </a:lnTo>
                <a:close/>
              </a:path>
              <a:path w="695960" h="1759584">
                <a:moveTo>
                  <a:pt x="520235" y="776541"/>
                </a:moveTo>
                <a:lnTo>
                  <a:pt x="542266" y="776541"/>
                </a:lnTo>
                <a:lnTo>
                  <a:pt x="542266" y="704491"/>
                </a:lnTo>
                <a:lnTo>
                  <a:pt x="520235" y="704491"/>
                </a:lnTo>
                <a:lnTo>
                  <a:pt x="520235" y="776541"/>
                </a:lnTo>
                <a:close/>
              </a:path>
              <a:path w="695960" h="1759584">
                <a:moveTo>
                  <a:pt x="485241" y="776541"/>
                </a:moveTo>
                <a:lnTo>
                  <a:pt x="507241" y="776541"/>
                </a:lnTo>
                <a:lnTo>
                  <a:pt x="507241" y="704491"/>
                </a:lnTo>
                <a:lnTo>
                  <a:pt x="485241" y="704491"/>
                </a:lnTo>
                <a:lnTo>
                  <a:pt x="485241" y="776541"/>
                </a:lnTo>
                <a:close/>
              </a:path>
              <a:path w="695960" h="1759584">
                <a:moveTo>
                  <a:pt x="450248" y="776541"/>
                </a:moveTo>
                <a:lnTo>
                  <a:pt x="472278" y="776541"/>
                </a:lnTo>
                <a:lnTo>
                  <a:pt x="472278" y="704491"/>
                </a:lnTo>
                <a:lnTo>
                  <a:pt x="450248" y="704491"/>
                </a:lnTo>
                <a:lnTo>
                  <a:pt x="450248" y="776541"/>
                </a:lnTo>
                <a:close/>
              </a:path>
              <a:path w="695960" h="1759584">
                <a:moveTo>
                  <a:pt x="625227" y="864465"/>
                </a:moveTo>
                <a:lnTo>
                  <a:pt x="647247" y="864465"/>
                </a:lnTo>
                <a:lnTo>
                  <a:pt x="647247" y="792436"/>
                </a:lnTo>
                <a:lnTo>
                  <a:pt x="625227" y="792436"/>
                </a:lnTo>
                <a:lnTo>
                  <a:pt x="625227" y="864465"/>
                </a:lnTo>
                <a:close/>
              </a:path>
              <a:path w="695960" h="1759584">
                <a:moveTo>
                  <a:pt x="590233" y="864465"/>
                </a:moveTo>
                <a:lnTo>
                  <a:pt x="612222" y="864465"/>
                </a:lnTo>
                <a:lnTo>
                  <a:pt x="612222" y="792436"/>
                </a:lnTo>
                <a:lnTo>
                  <a:pt x="590233" y="792436"/>
                </a:lnTo>
                <a:lnTo>
                  <a:pt x="590233" y="864465"/>
                </a:lnTo>
                <a:close/>
              </a:path>
              <a:path w="695960" h="1759584">
                <a:moveTo>
                  <a:pt x="555197" y="864465"/>
                </a:moveTo>
                <a:lnTo>
                  <a:pt x="577228" y="864465"/>
                </a:lnTo>
                <a:lnTo>
                  <a:pt x="577228" y="792436"/>
                </a:lnTo>
                <a:lnTo>
                  <a:pt x="555197" y="792436"/>
                </a:lnTo>
                <a:lnTo>
                  <a:pt x="555197" y="864465"/>
                </a:lnTo>
                <a:close/>
              </a:path>
              <a:path w="695960" h="1759584">
                <a:moveTo>
                  <a:pt x="520235" y="864465"/>
                </a:moveTo>
                <a:lnTo>
                  <a:pt x="542266" y="864465"/>
                </a:lnTo>
                <a:lnTo>
                  <a:pt x="542266" y="792436"/>
                </a:lnTo>
                <a:lnTo>
                  <a:pt x="520235" y="792436"/>
                </a:lnTo>
                <a:lnTo>
                  <a:pt x="520235" y="864465"/>
                </a:lnTo>
                <a:close/>
              </a:path>
              <a:path w="695960" h="1759584">
                <a:moveTo>
                  <a:pt x="485241" y="864465"/>
                </a:moveTo>
                <a:lnTo>
                  <a:pt x="507241" y="864465"/>
                </a:lnTo>
                <a:lnTo>
                  <a:pt x="507241" y="792436"/>
                </a:lnTo>
                <a:lnTo>
                  <a:pt x="485241" y="792436"/>
                </a:lnTo>
                <a:lnTo>
                  <a:pt x="485241" y="864465"/>
                </a:lnTo>
                <a:close/>
              </a:path>
              <a:path w="695960" h="1759584">
                <a:moveTo>
                  <a:pt x="450248" y="864465"/>
                </a:moveTo>
                <a:lnTo>
                  <a:pt x="472278" y="864465"/>
                </a:lnTo>
                <a:lnTo>
                  <a:pt x="472278" y="792436"/>
                </a:lnTo>
                <a:lnTo>
                  <a:pt x="450248" y="792436"/>
                </a:lnTo>
                <a:lnTo>
                  <a:pt x="450248" y="864465"/>
                </a:lnTo>
                <a:close/>
              </a:path>
              <a:path w="695960" h="1759584">
                <a:moveTo>
                  <a:pt x="625227" y="952389"/>
                </a:moveTo>
                <a:lnTo>
                  <a:pt x="647247" y="952389"/>
                </a:lnTo>
                <a:lnTo>
                  <a:pt x="647247" y="880371"/>
                </a:lnTo>
                <a:lnTo>
                  <a:pt x="625227" y="880371"/>
                </a:lnTo>
                <a:lnTo>
                  <a:pt x="625227" y="952389"/>
                </a:lnTo>
                <a:close/>
              </a:path>
              <a:path w="695960" h="1759584">
                <a:moveTo>
                  <a:pt x="590233" y="952389"/>
                </a:moveTo>
                <a:lnTo>
                  <a:pt x="612222" y="952389"/>
                </a:lnTo>
                <a:lnTo>
                  <a:pt x="612222" y="880371"/>
                </a:lnTo>
                <a:lnTo>
                  <a:pt x="590233" y="880371"/>
                </a:lnTo>
                <a:lnTo>
                  <a:pt x="590233" y="952389"/>
                </a:lnTo>
                <a:close/>
              </a:path>
              <a:path w="695960" h="1759584">
                <a:moveTo>
                  <a:pt x="555197" y="952389"/>
                </a:moveTo>
                <a:lnTo>
                  <a:pt x="577228" y="952389"/>
                </a:lnTo>
                <a:lnTo>
                  <a:pt x="577228" y="880371"/>
                </a:lnTo>
                <a:lnTo>
                  <a:pt x="555197" y="880371"/>
                </a:lnTo>
                <a:lnTo>
                  <a:pt x="555197" y="952389"/>
                </a:lnTo>
                <a:close/>
              </a:path>
              <a:path w="695960" h="1759584">
                <a:moveTo>
                  <a:pt x="520235" y="952389"/>
                </a:moveTo>
                <a:lnTo>
                  <a:pt x="542266" y="952389"/>
                </a:lnTo>
                <a:lnTo>
                  <a:pt x="542266" y="880371"/>
                </a:lnTo>
                <a:lnTo>
                  <a:pt x="520235" y="880371"/>
                </a:lnTo>
                <a:lnTo>
                  <a:pt x="520235" y="952389"/>
                </a:lnTo>
                <a:close/>
              </a:path>
              <a:path w="695960" h="1759584">
                <a:moveTo>
                  <a:pt x="485241" y="952389"/>
                </a:moveTo>
                <a:lnTo>
                  <a:pt x="507241" y="952389"/>
                </a:lnTo>
                <a:lnTo>
                  <a:pt x="507241" y="880371"/>
                </a:lnTo>
                <a:lnTo>
                  <a:pt x="485241" y="880371"/>
                </a:lnTo>
                <a:lnTo>
                  <a:pt x="485241" y="952389"/>
                </a:lnTo>
                <a:close/>
              </a:path>
              <a:path w="695960" h="1759584">
                <a:moveTo>
                  <a:pt x="450248" y="952389"/>
                </a:moveTo>
                <a:lnTo>
                  <a:pt x="472278" y="952389"/>
                </a:lnTo>
                <a:lnTo>
                  <a:pt x="472278" y="880371"/>
                </a:lnTo>
                <a:lnTo>
                  <a:pt x="450248" y="880371"/>
                </a:lnTo>
                <a:lnTo>
                  <a:pt x="450248" y="952389"/>
                </a:lnTo>
                <a:close/>
              </a:path>
              <a:path w="695960" h="1759584">
                <a:moveTo>
                  <a:pt x="625227" y="1040313"/>
                </a:moveTo>
                <a:lnTo>
                  <a:pt x="647247" y="1040313"/>
                </a:lnTo>
                <a:lnTo>
                  <a:pt x="647247" y="968284"/>
                </a:lnTo>
                <a:lnTo>
                  <a:pt x="625227" y="968284"/>
                </a:lnTo>
                <a:lnTo>
                  <a:pt x="625227" y="1040313"/>
                </a:lnTo>
                <a:close/>
              </a:path>
              <a:path w="695960" h="1759584">
                <a:moveTo>
                  <a:pt x="590233" y="1040313"/>
                </a:moveTo>
                <a:lnTo>
                  <a:pt x="612222" y="1040313"/>
                </a:lnTo>
                <a:lnTo>
                  <a:pt x="612222" y="968284"/>
                </a:lnTo>
                <a:lnTo>
                  <a:pt x="590233" y="968284"/>
                </a:lnTo>
                <a:lnTo>
                  <a:pt x="590233" y="1040313"/>
                </a:lnTo>
                <a:close/>
              </a:path>
              <a:path w="695960" h="1759584">
                <a:moveTo>
                  <a:pt x="555197" y="1040313"/>
                </a:moveTo>
                <a:lnTo>
                  <a:pt x="577228" y="1040313"/>
                </a:lnTo>
                <a:lnTo>
                  <a:pt x="577228" y="968284"/>
                </a:lnTo>
                <a:lnTo>
                  <a:pt x="555197" y="968284"/>
                </a:lnTo>
                <a:lnTo>
                  <a:pt x="555197" y="1040313"/>
                </a:lnTo>
                <a:close/>
              </a:path>
              <a:path w="695960" h="1759584">
                <a:moveTo>
                  <a:pt x="520235" y="1040313"/>
                </a:moveTo>
                <a:lnTo>
                  <a:pt x="542266" y="1040313"/>
                </a:lnTo>
                <a:lnTo>
                  <a:pt x="542266" y="968284"/>
                </a:lnTo>
                <a:lnTo>
                  <a:pt x="520235" y="968284"/>
                </a:lnTo>
                <a:lnTo>
                  <a:pt x="520235" y="1040313"/>
                </a:lnTo>
                <a:close/>
              </a:path>
              <a:path w="695960" h="1759584">
                <a:moveTo>
                  <a:pt x="485241" y="1040313"/>
                </a:moveTo>
                <a:lnTo>
                  <a:pt x="507241" y="1040313"/>
                </a:lnTo>
                <a:lnTo>
                  <a:pt x="507241" y="968284"/>
                </a:lnTo>
                <a:lnTo>
                  <a:pt x="485241" y="968284"/>
                </a:lnTo>
                <a:lnTo>
                  <a:pt x="485241" y="1040313"/>
                </a:lnTo>
                <a:close/>
              </a:path>
              <a:path w="695960" h="1759584">
                <a:moveTo>
                  <a:pt x="450248" y="1040313"/>
                </a:moveTo>
                <a:lnTo>
                  <a:pt x="472278" y="1040313"/>
                </a:lnTo>
                <a:lnTo>
                  <a:pt x="472278" y="968284"/>
                </a:lnTo>
                <a:lnTo>
                  <a:pt x="450248" y="968284"/>
                </a:lnTo>
                <a:lnTo>
                  <a:pt x="450248" y="1040313"/>
                </a:lnTo>
                <a:close/>
              </a:path>
              <a:path w="695960" h="1759584">
                <a:moveTo>
                  <a:pt x="417149" y="1157975"/>
                </a:moveTo>
                <a:lnTo>
                  <a:pt x="439180" y="1157975"/>
                </a:lnTo>
                <a:lnTo>
                  <a:pt x="439180" y="1057737"/>
                </a:lnTo>
                <a:lnTo>
                  <a:pt x="417149" y="1057737"/>
                </a:lnTo>
                <a:lnTo>
                  <a:pt x="417149" y="1157975"/>
                </a:lnTo>
                <a:close/>
              </a:path>
              <a:path w="695960" h="1759584">
                <a:moveTo>
                  <a:pt x="382187" y="1157975"/>
                </a:moveTo>
                <a:lnTo>
                  <a:pt x="404186" y="1157975"/>
                </a:lnTo>
                <a:lnTo>
                  <a:pt x="404186" y="1057737"/>
                </a:lnTo>
                <a:lnTo>
                  <a:pt x="382187" y="1057737"/>
                </a:lnTo>
                <a:lnTo>
                  <a:pt x="382187" y="1157975"/>
                </a:lnTo>
                <a:close/>
              </a:path>
              <a:path w="695960" h="1759584">
                <a:moveTo>
                  <a:pt x="347172" y="1157975"/>
                </a:moveTo>
                <a:lnTo>
                  <a:pt x="369192" y="1157975"/>
                </a:lnTo>
                <a:lnTo>
                  <a:pt x="369192" y="1057737"/>
                </a:lnTo>
                <a:lnTo>
                  <a:pt x="347172" y="1057737"/>
                </a:lnTo>
                <a:lnTo>
                  <a:pt x="347172" y="1157975"/>
                </a:lnTo>
                <a:close/>
              </a:path>
              <a:path w="695960" h="1759584">
                <a:moveTo>
                  <a:pt x="312199" y="1157975"/>
                </a:moveTo>
                <a:lnTo>
                  <a:pt x="334167" y="1157975"/>
                </a:lnTo>
                <a:lnTo>
                  <a:pt x="334167" y="1057737"/>
                </a:lnTo>
                <a:lnTo>
                  <a:pt x="312199" y="1057737"/>
                </a:lnTo>
                <a:lnTo>
                  <a:pt x="312199" y="1157975"/>
                </a:lnTo>
                <a:close/>
              </a:path>
              <a:path w="695960" h="1759584">
                <a:moveTo>
                  <a:pt x="277174" y="1157975"/>
                </a:moveTo>
                <a:lnTo>
                  <a:pt x="299174" y="1157975"/>
                </a:lnTo>
                <a:lnTo>
                  <a:pt x="299174" y="1057737"/>
                </a:lnTo>
                <a:lnTo>
                  <a:pt x="277174" y="1057737"/>
                </a:lnTo>
                <a:lnTo>
                  <a:pt x="277174" y="1157975"/>
                </a:lnTo>
                <a:close/>
              </a:path>
              <a:path w="695960" h="1759584">
                <a:moveTo>
                  <a:pt x="242181" y="1157975"/>
                </a:moveTo>
                <a:lnTo>
                  <a:pt x="264169" y="1157975"/>
                </a:lnTo>
                <a:lnTo>
                  <a:pt x="264169" y="1057737"/>
                </a:lnTo>
                <a:lnTo>
                  <a:pt x="242181" y="1057737"/>
                </a:lnTo>
                <a:lnTo>
                  <a:pt x="242181" y="1157975"/>
                </a:lnTo>
                <a:close/>
              </a:path>
              <a:path w="695960" h="1759584">
                <a:moveTo>
                  <a:pt x="417149" y="688607"/>
                </a:moveTo>
                <a:lnTo>
                  <a:pt x="439180" y="688607"/>
                </a:lnTo>
                <a:lnTo>
                  <a:pt x="439180" y="616599"/>
                </a:lnTo>
                <a:lnTo>
                  <a:pt x="417149" y="616599"/>
                </a:lnTo>
                <a:lnTo>
                  <a:pt x="417149" y="688607"/>
                </a:lnTo>
                <a:close/>
              </a:path>
              <a:path w="695960" h="1759584">
                <a:moveTo>
                  <a:pt x="382187" y="688607"/>
                </a:moveTo>
                <a:lnTo>
                  <a:pt x="404186" y="688607"/>
                </a:lnTo>
                <a:lnTo>
                  <a:pt x="404186" y="616599"/>
                </a:lnTo>
                <a:lnTo>
                  <a:pt x="382187" y="616599"/>
                </a:lnTo>
                <a:lnTo>
                  <a:pt x="382187" y="688607"/>
                </a:lnTo>
                <a:close/>
              </a:path>
              <a:path w="695960" h="1759584">
                <a:moveTo>
                  <a:pt x="347172" y="688607"/>
                </a:moveTo>
                <a:lnTo>
                  <a:pt x="369192" y="688607"/>
                </a:lnTo>
                <a:lnTo>
                  <a:pt x="369192" y="616599"/>
                </a:lnTo>
                <a:lnTo>
                  <a:pt x="347172" y="616599"/>
                </a:lnTo>
                <a:lnTo>
                  <a:pt x="347172" y="688607"/>
                </a:lnTo>
                <a:close/>
              </a:path>
              <a:path w="695960" h="1759584">
                <a:moveTo>
                  <a:pt x="312199" y="688607"/>
                </a:moveTo>
                <a:lnTo>
                  <a:pt x="334167" y="688607"/>
                </a:lnTo>
                <a:lnTo>
                  <a:pt x="334167" y="616599"/>
                </a:lnTo>
                <a:lnTo>
                  <a:pt x="312199" y="616599"/>
                </a:lnTo>
                <a:lnTo>
                  <a:pt x="312199" y="688607"/>
                </a:lnTo>
                <a:close/>
              </a:path>
              <a:path w="695960" h="1759584">
                <a:moveTo>
                  <a:pt x="277174" y="688607"/>
                </a:moveTo>
                <a:lnTo>
                  <a:pt x="299174" y="688607"/>
                </a:lnTo>
                <a:lnTo>
                  <a:pt x="299174" y="616599"/>
                </a:lnTo>
                <a:lnTo>
                  <a:pt x="277174" y="616599"/>
                </a:lnTo>
                <a:lnTo>
                  <a:pt x="277174" y="688607"/>
                </a:lnTo>
                <a:close/>
              </a:path>
              <a:path w="695960" h="1759584">
                <a:moveTo>
                  <a:pt x="242181" y="688607"/>
                </a:moveTo>
                <a:lnTo>
                  <a:pt x="264169" y="688607"/>
                </a:lnTo>
                <a:lnTo>
                  <a:pt x="264169" y="616599"/>
                </a:lnTo>
                <a:lnTo>
                  <a:pt x="242181" y="616599"/>
                </a:lnTo>
                <a:lnTo>
                  <a:pt x="242181" y="688607"/>
                </a:lnTo>
                <a:close/>
              </a:path>
              <a:path w="695960" h="1759584">
                <a:moveTo>
                  <a:pt x="417149" y="776541"/>
                </a:moveTo>
                <a:lnTo>
                  <a:pt x="439180" y="776541"/>
                </a:lnTo>
                <a:lnTo>
                  <a:pt x="439180" y="704491"/>
                </a:lnTo>
                <a:lnTo>
                  <a:pt x="417149" y="704491"/>
                </a:lnTo>
                <a:lnTo>
                  <a:pt x="417149" y="776541"/>
                </a:lnTo>
                <a:close/>
              </a:path>
              <a:path w="695960" h="1759584">
                <a:moveTo>
                  <a:pt x="382187" y="776541"/>
                </a:moveTo>
                <a:lnTo>
                  <a:pt x="404186" y="776541"/>
                </a:lnTo>
                <a:lnTo>
                  <a:pt x="404186" y="704491"/>
                </a:lnTo>
                <a:lnTo>
                  <a:pt x="382187" y="704491"/>
                </a:lnTo>
                <a:lnTo>
                  <a:pt x="382187" y="776541"/>
                </a:lnTo>
                <a:close/>
              </a:path>
              <a:path w="695960" h="1759584">
                <a:moveTo>
                  <a:pt x="347172" y="776541"/>
                </a:moveTo>
                <a:lnTo>
                  <a:pt x="369192" y="776541"/>
                </a:lnTo>
                <a:lnTo>
                  <a:pt x="369192" y="704491"/>
                </a:lnTo>
                <a:lnTo>
                  <a:pt x="347172" y="704491"/>
                </a:lnTo>
                <a:lnTo>
                  <a:pt x="347172" y="776541"/>
                </a:lnTo>
                <a:close/>
              </a:path>
              <a:path w="695960" h="1759584">
                <a:moveTo>
                  <a:pt x="312199" y="776541"/>
                </a:moveTo>
                <a:lnTo>
                  <a:pt x="334167" y="776541"/>
                </a:lnTo>
                <a:lnTo>
                  <a:pt x="334167" y="704491"/>
                </a:lnTo>
                <a:lnTo>
                  <a:pt x="312199" y="704491"/>
                </a:lnTo>
                <a:lnTo>
                  <a:pt x="312199" y="776541"/>
                </a:lnTo>
                <a:close/>
              </a:path>
              <a:path w="695960" h="1759584">
                <a:moveTo>
                  <a:pt x="277174" y="776541"/>
                </a:moveTo>
                <a:lnTo>
                  <a:pt x="299174" y="776541"/>
                </a:lnTo>
                <a:lnTo>
                  <a:pt x="299174" y="704491"/>
                </a:lnTo>
                <a:lnTo>
                  <a:pt x="277174" y="704491"/>
                </a:lnTo>
                <a:lnTo>
                  <a:pt x="277174" y="776541"/>
                </a:lnTo>
                <a:close/>
              </a:path>
              <a:path w="695960" h="1759584">
                <a:moveTo>
                  <a:pt x="242181" y="776541"/>
                </a:moveTo>
                <a:lnTo>
                  <a:pt x="264169" y="776541"/>
                </a:lnTo>
                <a:lnTo>
                  <a:pt x="264169" y="704491"/>
                </a:lnTo>
                <a:lnTo>
                  <a:pt x="242181" y="704491"/>
                </a:lnTo>
                <a:lnTo>
                  <a:pt x="242181" y="776541"/>
                </a:lnTo>
                <a:close/>
              </a:path>
              <a:path w="695960" h="1759584">
                <a:moveTo>
                  <a:pt x="417149" y="864465"/>
                </a:moveTo>
                <a:lnTo>
                  <a:pt x="439180" y="864465"/>
                </a:lnTo>
                <a:lnTo>
                  <a:pt x="439180" y="792436"/>
                </a:lnTo>
                <a:lnTo>
                  <a:pt x="417149" y="792436"/>
                </a:lnTo>
                <a:lnTo>
                  <a:pt x="417149" y="864465"/>
                </a:lnTo>
                <a:close/>
              </a:path>
              <a:path w="695960" h="1759584">
                <a:moveTo>
                  <a:pt x="382187" y="864465"/>
                </a:moveTo>
                <a:lnTo>
                  <a:pt x="404186" y="864465"/>
                </a:lnTo>
                <a:lnTo>
                  <a:pt x="404186" y="792436"/>
                </a:lnTo>
                <a:lnTo>
                  <a:pt x="382187" y="792436"/>
                </a:lnTo>
                <a:lnTo>
                  <a:pt x="382187" y="864465"/>
                </a:lnTo>
                <a:close/>
              </a:path>
              <a:path w="695960" h="1759584">
                <a:moveTo>
                  <a:pt x="347172" y="864465"/>
                </a:moveTo>
                <a:lnTo>
                  <a:pt x="369192" y="864465"/>
                </a:lnTo>
                <a:lnTo>
                  <a:pt x="369192" y="792436"/>
                </a:lnTo>
                <a:lnTo>
                  <a:pt x="347172" y="792436"/>
                </a:lnTo>
                <a:lnTo>
                  <a:pt x="347172" y="864465"/>
                </a:lnTo>
                <a:close/>
              </a:path>
              <a:path w="695960" h="1759584">
                <a:moveTo>
                  <a:pt x="312199" y="864465"/>
                </a:moveTo>
                <a:lnTo>
                  <a:pt x="334167" y="864465"/>
                </a:lnTo>
                <a:lnTo>
                  <a:pt x="334167" y="792436"/>
                </a:lnTo>
                <a:lnTo>
                  <a:pt x="312199" y="792436"/>
                </a:lnTo>
                <a:lnTo>
                  <a:pt x="312199" y="864465"/>
                </a:lnTo>
                <a:close/>
              </a:path>
              <a:path w="695960" h="1759584">
                <a:moveTo>
                  <a:pt x="277174" y="864465"/>
                </a:moveTo>
                <a:lnTo>
                  <a:pt x="299174" y="864465"/>
                </a:lnTo>
                <a:lnTo>
                  <a:pt x="299174" y="792436"/>
                </a:lnTo>
                <a:lnTo>
                  <a:pt x="277174" y="792436"/>
                </a:lnTo>
                <a:lnTo>
                  <a:pt x="277174" y="864465"/>
                </a:lnTo>
                <a:close/>
              </a:path>
              <a:path w="695960" h="1759584">
                <a:moveTo>
                  <a:pt x="242181" y="864465"/>
                </a:moveTo>
                <a:lnTo>
                  <a:pt x="264169" y="864465"/>
                </a:lnTo>
                <a:lnTo>
                  <a:pt x="264169" y="792436"/>
                </a:lnTo>
                <a:lnTo>
                  <a:pt x="242181" y="792436"/>
                </a:lnTo>
                <a:lnTo>
                  <a:pt x="242181" y="864465"/>
                </a:lnTo>
                <a:close/>
              </a:path>
              <a:path w="695960" h="1759584">
                <a:moveTo>
                  <a:pt x="417149" y="952389"/>
                </a:moveTo>
                <a:lnTo>
                  <a:pt x="439180" y="952389"/>
                </a:lnTo>
                <a:lnTo>
                  <a:pt x="439180" y="880371"/>
                </a:lnTo>
                <a:lnTo>
                  <a:pt x="417149" y="880371"/>
                </a:lnTo>
                <a:lnTo>
                  <a:pt x="417149" y="952389"/>
                </a:lnTo>
                <a:close/>
              </a:path>
              <a:path w="695960" h="1759584">
                <a:moveTo>
                  <a:pt x="382187" y="952389"/>
                </a:moveTo>
                <a:lnTo>
                  <a:pt x="404186" y="952389"/>
                </a:lnTo>
                <a:lnTo>
                  <a:pt x="404186" y="880371"/>
                </a:lnTo>
                <a:lnTo>
                  <a:pt x="382187" y="880371"/>
                </a:lnTo>
                <a:lnTo>
                  <a:pt x="382187" y="952389"/>
                </a:lnTo>
                <a:close/>
              </a:path>
              <a:path w="695960" h="1759584">
                <a:moveTo>
                  <a:pt x="347172" y="952389"/>
                </a:moveTo>
                <a:lnTo>
                  <a:pt x="369192" y="952389"/>
                </a:lnTo>
                <a:lnTo>
                  <a:pt x="369192" y="880371"/>
                </a:lnTo>
                <a:lnTo>
                  <a:pt x="347172" y="880371"/>
                </a:lnTo>
                <a:lnTo>
                  <a:pt x="347172" y="952389"/>
                </a:lnTo>
                <a:close/>
              </a:path>
              <a:path w="695960" h="1759584">
                <a:moveTo>
                  <a:pt x="312199" y="952389"/>
                </a:moveTo>
                <a:lnTo>
                  <a:pt x="334167" y="952389"/>
                </a:lnTo>
                <a:lnTo>
                  <a:pt x="334167" y="880371"/>
                </a:lnTo>
                <a:lnTo>
                  <a:pt x="312199" y="880371"/>
                </a:lnTo>
                <a:lnTo>
                  <a:pt x="312199" y="952389"/>
                </a:lnTo>
                <a:close/>
              </a:path>
              <a:path w="695960" h="1759584">
                <a:moveTo>
                  <a:pt x="277174" y="952389"/>
                </a:moveTo>
                <a:lnTo>
                  <a:pt x="299174" y="952389"/>
                </a:lnTo>
                <a:lnTo>
                  <a:pt x="299174" y="880371"/>
                </a:lnTo>
                <a:lnTo>
                  <a:pt x="277174" y="880371"/>
                </a:lnTo>
                <a:lnTo>
                  <a:pt x="277174" y="952389"/>
                </a:lnTo>
                <a:close/>
              </a:path>
              <a:path w="695960" h="1759584">
                <a:moveTo>
                  <a:pt x="242181" y="952389"/>
                </a:moveTo>
                <a:lnTo>
                  <a:pt x="264169" y="952389"/>
                </a:lnTo>
                <a:lnTo>
                  <a:pt x="264169" y="880371"/>
                </a:lnTo>
                <a:lnTo>
                  <a:pt x="242181" y="880371"/>
                </a:lnTo>
                <a:lnTo>
                  <a:pt x="242181" y="952389"/>
                </a:lnTo>
                <a:close/>
              </a:path>
              <a:path w="695960" h="1759584">
                <a:moveTo>
                  <a:pt x="417149" y="1040313"/>
                </a:moveTo>
                <a:lnTo>
                  <a:pt x="439180" y="1040313"/>
                </a:lnTo>
                <a:lnTo>
                  <a:pt x="439180" y="968284"/>
                </a:lnTo>
                <a:lnTo>
                  <a:pt x="417149" y="968284"/>
                </a:lnTo>
                <a:lnTo>
                  <a:pt x="417149" y="1040313"/>
                </a:lnTo>
                <a:close/>
              </a:path>
              <a:path w="695960" h="1759584">
                <a:moveTo>
                  <a:pt x="382187" y="1040313"/>
                </a:moveTo>
                <a:lnTo>
                  <a:pt x="404186" y="1040313"/>
                </a:lnTo>
                <a:lnTo>
                  <a:pt x="404186" y="968284"/>
                </a:lnTo>
                <a:lnTo>
                  <a:pt x="382187" y="968284"/>
                </a:lnTo>
                <a:lnTo>
                  <a:pt x="382187" y="1040313"/>
                </a:lnTo>
                <a:close/>
              </a:path>
              <a:path w="695960" h="1759584">
                <a:moveTo>
                  <a:pt x="347172" y="1040313"/>
                </a:moveTo>
                <a:lnTo>
                  <a:pt x="369192" y="1040313"/>
                </a:lnTo>
                <a:lnTo>
                  <a:pt x="369192" y="968284"/>
                </a:lnTo>
                <a:lnTo>
                  <a:pt x="347172" y="968284"/>
                </a:lnTo>
                <a:lnTo>
                  <a:pt x="347172" y="1040313"/>
                </a:lnTo>
                <a:close/>
              </a:path>
              <a:path w="695960" h="1759584">
                <a:moveTo>
                  <a:pt x="312199" y="1040313"/>
                </a:moveTo>
                <a:lnTo>
                  <a:pt x="334167" y="1040313"/>
                </a:lnTo>
                <a:lnTo>
                  <a:pt x="334167" y="968284"/>
                </a:lnTo>
                <a:lnTo>
                  <a:pt x="312199" y="968284"/>
                </a:lnTo>
                <a:lnTo>
                  <a:pt x="312199" y="1040313"/>
                </a:lnTo>
                <a:close/>
              </a:path>
              <a:path w="695960" h="1759584">
                <a:moveTo>
                  <a:pt x="277174" y="1040313"/>
                </a:moveTo>
                <a:lnTo>
                  <a:pt x="299174" y="1040313"/>
                </a:lnTo>
                <a:lnTo>
                  <a:pt x="299174" y="968284"/>
                </a:lnTo>
                <a:lnTo>
                  <a:pt x="277174" y="968284"/>
                </a:lnTo>
                <a:lnTo>
                  <a:pt x="277174" y="1040313"/>
                </a:lnTo>
                <a:close/>
              </a:path>
              <a:path w="695960" h="1759584">
                <a:moveTo>
                  <a:pt x="242181" y="1040313"/>
                </a:moveTo>
                <a:lnTo>
                  <a:pt x="264169" y="1040313"/>
                </a:lnTo>
                <a:lnTo>
                  <a:pt x="264169" y="968284"/>
                </a:lnTo>
                <a:lnTo>
                  <a:pt x="242181" y="968284"/>
                </a:lnTo>
                <a:lnTo>
                  <a:pt x="242181" y="1040313"/>
                </a:lnTo>
                <a:close/>
              </a:path>
              <a:path w="695960" h="1759584">
                <a:moveTo>
                  <a:pt x="209103" y="1157975"/>
                </a:moveTo>
                <a:lnTo>
                  <a:pt x="231113" y="1157975"/>
                </a:lnTo>
                <a:lnTo>
                  <a:pt x="231113" y="1057737"/>
                </a:lnTo>
                <a:lnTo>
                  <a:pt x="209103" y="1057737"/>
                </a:lnTo>
                <a:lnTo>
                  <a:pt x="209103" y="1157975"/>
                </a:lnTo>
                <a:close/>
              </a:path>
              <a:path w="695960" h="1759584">
                <a:moveTo>
                  <a:pt x="174099" y="1157975"/>
                </a:moveTo>
                <a:lnTo>
                  <a:pt x="196119" y="1157975"/>
                </a:lnTo>
                <a:lnTo>
                  <a:pt x="196119" y="1057737"/>
                </a:lnTo>
                <a:lnTo>
                  <a:pt x="174099" y="1057737"/>
                </a:lnTo>
                <a:lnTo>
                  <a:pt x="174099" y="1157975"/>
                </a:lnTo>
                <a:close/>
              </a:path>
              <a:path w="695960" h="1759584">
                <a:moveTo>
                  <a:pt x="139126" y="1157975"/>
                </a:moveTo>
                <a:lnTo>
                  <a:pt x="161157" y="1157975"/>
                </a:lnTo>
                <a:lnTo>
                  <a:pt x="161157" y="1057737"/>
                </a:lnTo>
                <a:lnTo>
                  <a:pt x="139126" y="1057737"/>
                </a:lnTo>
                <a:lnTo>
                  <a:pt x="139126" y="1157975"/>
                </a:lnTo>
                <a:close/>
              </a:path>
              <a:path w="695960" h="1759584">
                <a:moveTo>
                  <a:pt x="104112" y="1157975"/>
                </a:moveTo>
                <a:lnTo>
                  <a:pt x="126132" y="1157975"/>
                </a:lnTo>
                <a:lnTo>
                  <a:pt x="126132" y="1057737"/>
                </a:lnTo>
                <a:lnTo>
                  <a:pt x="104112" y="1057737"/>
                </a:lnTo>
                <a:lnTo>
                  <a:pt x="104112" y="1157975"/>
                </a:lnTo>
                <a:close/>
              </a:path>
              <a:path w="695960" h="1759584">
                <a:moveTo>
                  <a:pt x="69139" y="1157975"/>
                </a:moveTo>
                <a:lnTo>
                  <a:pt x="91159" y="1157975"/>
                </a:lnTo>
                <a:lnTo>
                  <a:pt x="91159" y="1057737"/>
                </a:lnTo>
                <a:lnTo>
                  <a:pt x="69139" y="1057737"/>
                </a:lnTo>
                <a:lnTo>
                  <a:pt x="69139" y="1157975"/>
                </a:lnTo>
                <a:close/>
              </a:path>
              <a:path w="695960" h="1759584">
                <a:moveTo>
                  <a:pt x="34103" y="1157975"/>
                </a:moveTo>
                <a:lnTo>
                  <a:pt x="56134" y="1157975"/>
                </a:lnTo>
                <a:lnTo>
                  <a:pt x="56134" y="1057737"/>
                </a:lnTo>
                <a:lnTo>
                  <a:pt x="34103" y="1057737"/>
                </a:lnTo>
                <a:lnTo>
                  <a:pt x="34103" y="1157975"/>
                </a:lnTo>
                <a:close/>
              </a:path>
              <a:path w="695960" h="1759584">
                <a:moveTo>
                  <a:pt x="209103" y="688607"/>
                </a:moveTo>
                <a:lnTo>
                  <a:pt x="231113" y="688607"/>
                </a:lnTo>
                <a:lnTo>
                  <a:pt x="231113" y="616599"/>
                </a:lnTo>
                <a:lnTo>
                  <a:pt x="209103" y="616599"/>
                </a:lnTo>
                <a:lnTo>
                  <a:pt x="209103" y="688607"/>
                </a:lnTo>
                <a:close/>
              </a:path>
              <a:path w="695960" h="1759584">
                <a:moveTo>
                  <a:pt x="174099" y="688607"/>
                </a:moveTo>
                <a:lnTo>
                  <a:pt x="196119" y="688607"/>
                </a:lnTo>
                <a:lnTo>
                  <a:pt x="196119" y="616599"/>
                </a:lnTo>
                <a:lnTo>
                  <a:pt x="174099" y="616599"/>
                </a:lnTo>
                <a:lnTo>
                  <a:pt x="174099" y="688607"/>
                </a:lnTo>
                <a:close/>
              </a:path>
              <a:path w="695960" h="1759584">
                <a:moveTo>
                  <a:pt x="139126" y="688607"/>
                </a:moveTo>
                <a:lnTo>
                  <a:pt x="161157" y="688607"/>
                </a:lnTo>
                <a:lnTo>
                  <a:pt x="161157" y="616599"/>
                </a:lnTo>
                <a:lnTo>
                  <a:pt x="139126" y="616599"/>
                </a:lnTo>
                <a:lnTo>
                  <a:pt x="139126" y="688607"/>
                </a:lnTo>
                <a:close/>
              </a:path>
              <a:path w="695960" h="1759584">
                <a:moveTo>
                  <a:pt x="104112" y="688607"/>
                </a:moveTo>
                <a:lnTo>
                  <a:pt x="126132" y="688607"/>
                </a:lnTo>
                <a:lnTo>
                  <a:pt x="126132" y="616599"/>
                </a:lnTo>
                <a:lnTo>
                  <a:pt x="104112" y="616599"/>
                </a:lnTo>
                <a:lnTo>
                  <a:pt x="104112" y="688607"/>
                </a:lnTo>
                <a:close/>
              </a:path>
              <a:path w="695960" h="1759584">
                <a:moveTo>
                  <a:pt x="69139" y="688607"/>
                </a:moveTo>
                <a:lnTo>
                  <a:pt x="91159" y="688607"/>
                </a:lnTo>
                <a:lnTo>
                  <a:pt x="91159" y="616599"/>
                </a:lnTo>
                <a:lnTo>
                  <a:pt x="69139" y="616599"/>
                </a:lnTo>
                <a:lnTo>
                  <a:pt x="69139" y="688607"/>
                </a:lnTo>
                <a:close/>
              </a:path>
              <a:path w="695960" h="1759584">
                <a:moveTo>
                  <a:pt x="34103" y="688607"/>
                </a:moveTo>
                <a:lnTo>
                  <a:pt x="56134" y="688607"/>
                </a:lnTo>
                <a:lnTo>
                  <a:pt x="56134" y="616599"/>
                </a:lnTo>
                <a:lnTo>
                  <a:pt x="34103" y="616599"/>
                </a:lnTo>
                <a:lnTo>
                  <a:pt x="34103" y="688607"/>
                </a:lnTo>
                <a:close/>
              </a:path>
              <a:path w="695960" h="1759584">
                <a:moveTo>
                  <a:pt x="209103" y="776541"/>
                </a:moveTo>
                <a:lnTo>
                  <a:pt x="231113" y="776541"/>
                </a:lnTo>
                <a:lnTo>
                  <a:pt x="231113" y="704491"/>
                </a:lnTo>
                <a:lnTo>
                  <a:pt x="209103" y="704491"/>
                </a:lnTo>
                <a:lnTo>
                  <a:pt x="209103" y="776541"/>
                </a:lnTo>
                <a:close/>
              </a:path>
              <a:path w="695960" h="1759584">
                <a:moveTo>
                  <a:pt x="174099" y="776541"/>
                </a:moveTo>
                <a:lnTo>
                  <a:pt x="196119" y="776541"/>
                </a:lnTo>
                <a:lnTo>
                  <a:pt x="196119" y="704491"/>
                </a:lnTo>
                <a:lnTo>
                  <a:pt x="174099" y="704491"/>
                </a:lnTo>
                <a:lnTo>
                  <a:pt x="174099" y="776541"/>
                </a:lnTo>
                <a:close/>
              </a:path>
              <a:path w="695960" h="1759584">
                <a:moveTo>
                  <a:pt x="139126" y="776541"/>
                </a:moveTo>
                <a:lnTo>
                  <a:pt x="161157" y="776541"/>
                </a:lnTo>
                <a:lnTo>
                  <a:pt x="161157" y="704491"/>
                </a:lnTo>
                <a:lnTo>
                  <a:pt x="139126" y="704491"/>
                </a:lnTo>
                <a:lnTo>
                  <a:pt x="139126" y="776541"/>
                </a:lnTo>
                <a:close/>
              </a:path>
              <a:path w="695960" h="1759584">
                <a:moveTo>
                  <a:pt x="104112" y="776541"/>
                </a:moveTo>
                <a:lnTo>
                  <a:pt x="126132" y="776541"/>
                </a:lnTo>
                <a:lnTo>
                  <a:pt x="126132" y="704491"/>
                </a:lnTo>
                <a:lnTo>
                  <a:pt x="104112" y="704491"/>
                </a:lnTo>
                <a:lnTo>
                  <a:pt x="104112" y="776541"/>
                </a:lnTo>
                <a:close/>
              </a:path>
              <a:path w="695960" h="1759584">
                <a:moveTo>
                  <a:pt x="69139" y="776541"/>
                </a:moveTo>
                <a:lnTo>
                  <a:pt x="91159" y="776541"/>
                </a:lnTo>
                <a:lnTo>
                  <a:pt x="91159" y="704491"/>
                </a:lnTo>
                <a:lnTo>
                  <a:pt x="69139" y="704491"/>
                </a:lnTo>
                <a:lnTo>
                  <a:pt x="69139" y="776541"/>
                </a:lnTo>
                <a:close/>
              </a:path>
              <a:path w="695960" h="1759584">
                <a:moveTo>
                  <a:pt x="34103" y="776541"/>
                </a:moveTo>
                <a:lnTo>
                  <a:pt x="56134" y="776541"/>
                </a:lnTo>
                <a:lnTo>
                  <a:pt x="56134" y="704491"/>
                </a:lnTo>
                <a:lnTo>
                  <a:pt x="34103" y="704491"/>
                </a:lnTo>
                <a:lnTo>
                  <a:pt x="34103" y="776541"/>
                </a:lnTo>
                <a:close/>
              </a:path>
              <a:path w="695960" h="1759584">
                <a:moveTo>
                  <a:pt x="209103" y="864465"/>
                </a:moveTo>
                <a:lnTo>
                  <a:pt x="231113" y="864465"/>
                </a:lnTo>
                <a:lnTo>
                  <a:pt x="231113" y="792436"/>
                </a:lnTo>
                <a:lnTo>
                  <a:pt x="209103" y="792436"/>
                </a:lnTo>
                <a:lnTo>
                  <a:pt x="209103" y="864465"/>
                </a:lnTo>
                <a:close/>
              </a:path>
              <a:path w="695960" h="1759584">
                <a:moveTo>
                  <a:pt x="174099" y="864465"/>
                </a:moveTo>
                <a:lnTo>
                  <a:pt x="196119" y="864465"/>
                </a:lnTo>
                <a:lnTo>
                  <a:pt x="196119" y="792436"/>
                </a:lnTo>
                <a:lnTo>
                  <a:pt x="174099" y="792436"/>
                </a:lnTo>
                <a:lnTo>
                  <a:pt x="174099" y="864465"/>
                </a:lnTo>
                <a:close/>
              </a:path>
              <a:path w="695960" h="1759584">
                <a:moveTo>
                  <a:pt x="139126" y="864465"/>
                </a:moveTo>
                <a:lnTo>
                  <a:pt x="161157" y="864465"/>
                </a:lnTo>
                <a:lnTo>
                  <a:pt x="161157" y="792436"/>
                </a:lnTo>
                <a:lnTo>
                  <a:pt x="139126" y="792436"/>
                </a:lnTo>
                <a:lnTo>
                  <a:pt x="139126" y="864465"/>
                </a:lnTo>
                <a:close/>
              </a:path>
              <a:path w="695960" h="1759584">
                <a:moveTo>
                  <a:pt x="104112" y="864465"/>
                </a:moveTo>
                <a:lnTo>
                  <a:pt x="126132" y="864465"/>
                </a:lnTo>
                <a:lnTo>
                  <a:pt x="126132" y="792436"/>
                </a:lnTo>
                <a:lnTo>
                  <a:pt x="104112" y="792436"/>
                </a:lnTo>
                <a:lnTo>
                  <a:pt x="104112" y="864465"/>
                </a:lnTo>
                <a:close/>
              </a:path>
              <a:path w="695960" h="1759584">
                <a:moveTo>
                  <a:pt x="69139" y="864465"/>
                </a:moveTo>
                <a:lnTo>
                  <a:pt x="91159" y="864465"/>
                </a:lnTo>
                <a:lnTo>
                  <a:pt x="91159" y="792436"/>
                </a:lnTo>
                <a:lnTo>
                  <a:pt x="69139" y="792436"/>
                </a:lnTo>
                <a:lnTo>
                  <a:pt x="69139" y="864465"/>
                </a:lnTo>
                <a:close/>
              </a:path>
              <a:path w="695960" h="1759584">
                <a:moveTo>
                  <a:pt x="34103" y="864465"/>
                </a:moveTo>
                <a:lnTo>
                  <a:pt x="56134" y="864465"/>
                </a:lnTo>
                <a:lnTo>
                  <a:pt x="56134" y="792436"/>
                </a:lnTo>
                <a:lnTo>
                  <a:pt x="34103" y="792436"/>
                </a:lnTo>
                <a:lnTo>
                  <a:pt x="34103" y="864465"/>
                </a:lnTo>
                <a:close/>
              </a:path>
              <a:path w="695960" h="1759584">
                <a:moveTo>
                  <a:pt x="209103" y="952389"/>
                </a:moveTo>
                <a:lnTo>
                  <a:pt x="231113" y="952389"/>
                </a:lnTo>
                <a:lnTo>
                  <a:pt x="231113" y="880371"/>
                </a:lnTo>
                <a:lnTo>
                  <a:pt x="209103" y="880371"/>
                </a:lnTo>
                <a:lnTo>
                  <a:pt x="209103" y="952389"/>
                </a:lnTo>
                <a:close/>
              </a:path>
              <a:path w="695960" h="1759584">
                <a:moveTo>
                  <a:pt x="174099" y="952389"/>
                </a:moveTo>
                <a:lnTo>
                  <a:pt x="196119" y="952389"/>
                </a:lnTo>
                <a:lnTo>
                  <a:pt x="196119" y="880371"/>
                </a:lnTo>
                <a:lnTo>
                  <a:pt x="174099" y="880371"/>
                </a:lnTo>
                <a:lnTo>
                  <a:pt x="174099" y="952389"/>
                </a:lnTo>
                <a:close/>
              </a:path>
              <a:path w="695960" h="1759584">
                <a:moveTo>
                  <a:pt x="139126" y="952389"/>
                </a:moveTo>
                <a:lnTo>
                  <a:pt x="161157" y="952389"/>
                </a:lnTo>
                <a:lnTo>
                  <a:pt x="161157" y="880371"/>
                </a:lnTo>
                <a:lnTo>
                  <a:pt x="139126" y="880371"/>
                </a:lnTo>
                <a:lnTo>
                  <a:pt x="139126" y="952389"/>
                </a:lnTo>
                <a:close/>
              </a:path>
              <a:path w="695960" h="1759584">
                <a:moveTo>
                  <a:pt x="104112" y="952389"/>
                </a:moveTo>
                <a:lnTo>
                  <a:pt x="126132" y="952389"/>
                </a:lnTo>
                <a:lnTo>
                  <a:pt x="126132" y="880371"/>
                </a:lnTo>
                <a:lnTo>
                  <a:pt x="104112" y="880371"/>
                </a:lnTo>
                <a:lnTo>
                  <a:pt x="104112" y="952389"/>
                </a:lnTo>
                <a:close/>
              </a:path>
              <a:path w="695960" h="1759584">
                <a:moveTo>
                  <a:pt x="69139" y="952389"/>
                </a:moveTo>
                <a:lnTo>
                  <a:pt x="91159" y="952389"/>
                </a:lnTo>
                <a:lnTo>
                  <a:pt x="91159" y="880371"/>
                </a:lnTo>
                <a:lnTo>
                  <a:pt x="69139" y="880371"/>
                </a:lnTo>
                <a:lnTo>
                  <a:pt x="69139" y="952389"/>
                </a:lnTo>
                <a:close/>
              </a:path>
              <a:path w="695960" h="1759584">
                <a:moveTo>
                  <a:pt x="34103" y="952389"/>
                </a:moveTo>
                <a:lnTo>
                  <a:pt x="56134" y="952389"/>
                </a:lnTo>
                <a:lnTo>
                  <a:pt x="56134" y="880371"/>
                </a:lnTo>
                <a:lnTo>
                  <a:pt x="34103" y="880371"/>
                </a:lnTo>
                <a:lnTo>
                  <a:pt x="34103" y="952389"/>
                </a:lnTo>
                <a:close/>
              </a:path>
              <a:path w="695960" h="1759584">
                <a:moveTo>
                  <a:pt x="209103" y="1040313"/>
                </a:moveTo>
                <a:lnTo>
                  <a:pt x="231113" y="1040313"/>
                </a:lnTo>
                <a:lnTo>
                  <a:pt x="231113" y="968284"/>
                </a:lnTo>
                <a:lnTo>
                  <a:pt x="209103" y="968284"/>
                </a:lnTo>
                <a:lnTo>
                  <a:pt x="209103" y="1040313"/>
                </a:lnTo>
                <a:close/>
              </a:path>
              <a:path w="695960" h="1759584">
                <a:moveTo>
                  <a:pt x="174099" y="1040313"/>
                </a:moveTo>
                <a:lnTo>
                  <a:pt x="196119" y="1040313"/>
                </a:lnTo>
                <a:lnTo>
                  <a:pt x="196119" y="968284"/>
                </a:lnTo>
                <a:lnTo>
                  <a:pt x="174099" y="968284"/>
                </a:lnTo>
                <a:lnTo>
                  <a:pt x="174099" y="1040313"/>
                </a:lnTo>
                <a:close/>
              </a:path>
              <a:path w="695960" h="1759584">
                <a:moveTo>
                  <a:pt x="139126" y="1040313"/>
                </a:moveTo>
                <a:lnTo>
                  <a:pt x="161157" y="1040313"/>
                </a:lnTo>
                <a:lnTo>
                  <a:pt x="161157" y="968284"/>
                </a:lnTo>
                <a:lnTo>
                  <a:pt x="139126" y="968284"/>
                </a:lnTo>
                <a:lnTo>
                  <a:pt x="139126" y="1040313"/>
                </a:lnTo>
                <a:close/>
              </a:path>
              <a:path w="695960" h="1759584">
                <a:moveTo>
                  <a:pt x="104112" y="1040313"/>
                </a:moveTo>
                <a:lnTo>
                  <a:pt x="126132" y="1040313"/>
                </a:lnTo>
                <a:lnTo>
                  <a:pt x="126132" y="968284"/>
                </a:lnTo>
                <a:lnTo>
                  <a:pt x="104112" y="968284"/>
                </a:lnTo>
                <a:lnTo>
                  <a:pt x="104112" y="1040313"/>
                </a:lnTo>
                <a:close/>
              </a:path>
              <a:path w="695960" h="1759584">
                <a:moveTo>
                  <a:pt x="69139" y="1040313"/>
                </a:moveTo>
                <a:lnTo>
                  <a:pt x="91159" y="1040313"/>
                </a:lnTo>
                <a:lnTo>
                  <a:pt x="91159" y="968284"/>
                </a:lnTo>
                <a:lnTo>
                  <a:pt x="69139" y="968284"/>
                </a:lnTo>
                <a:lnTo>
                  <a:pt x="69139" y="1040313"/>
                </a:lnTo>
                <a:close/>
              </a:path>
              <a:path w="695960" h="1759584">
                <a:moveTo>
                  <a:pt x="34103" y="1040313"/>
                </a:moveTo>
                <a:lnTo>
                  <a:pt x="56134" y="1040313"/>
                </a:lnTo>
                <a:lnTo>
                  <a:pt x="56134" y="968284"/>
                </a:lnTo>
                <a:lnTo>
                  <a:pt x="34103" y="968284"/>
                </a:lnTo>
                <a:lnTo>
                  <a:pt x="34103" y="1040313"/>
                </a:lnTo>
                <a:close/>
              </a:path>
              <a:path w="695960" h="1759584">
                <a:moveTo>
                  <a:pt x="625227" y="599144"/>
                </a:moveTo>
                <a:lnTo>
                  <a:pt x="647247" y="599144"/>
                </a:lnTo>
                <a:lnTo>
                  <a:pt x="647247" y="498874"/>
                </a:lnTo>
                <a:lnTo>
                  <a:pt x="625227" y="498874"/>
                </a:lnTo>
                <a:lnTo>
                  <a:pt x="625227" y="599144"/>
                </a:lnTo>
                <a:close/>
              </a:path>
              <a:path w="695960" h="1759584">
                <a:moveTo>
                  <a:pt x="590233" y="599144"/>
                </a:moveTo>
                <a:lnTo>
                  <a:pt x="612222" y="599144"/>
                </a:lnTo>
                <a:lnTo>
                  <a:pt x="612222" y="498874"/>
                </a:lnTo>
                <a:lnTo>
                  <a:pt x="590233" y="498874"/>
                </a:lnTo>
                <a:lnTo>
                  <a:pt x="590233" y="599144"/>
                </a:lnTo>
                <a:close/>
              </a:path>
              <a:path w="695960" h="1759584">
                <a:moveTo>
                  <a:pt x="555197" y="599144"/>
                </a:moveTo>
                <a:lnTo>
                  <a:pt x="577228" y="599144"/>
                </a:lnTo>
                <a:lnTo>
                  <a:pt x="577228" y="498874"/>
                </a:lnTo>
                <a:lnTo>
                  <a:pt x="555197" y="498874"/>
                </a:lnTo>
                <a:lnTo>
                  <a:pt x="555197" y="599144"/>
                </a:lnTo>
                <a:close/>
              </a:path>
              <a:path w="695960" h="1759584">
                <a:moveTo>
                  <a:pt x="520235" y="599144"/>
                </a:moveTo>
                <a:lnTo>
                  <a:pt x="542266" y="599144"/>
                </a:lnTo>
                <a:lnTo>
                  <a:pt x="542266" y="498874"/>
                </a:lnTo>
                <a:lnTo>
                  <a:pt x="520235" y="498874"/>
                </a:lnTo>
                <a:lnTo>
                  <a:pt x="520235" y="599144"/>
                </a:lnTo>
                <a:close/>
              </a:path>
              <a:path w="695960" h="1759584">
                <a:moveTo>
                  <a:pt x="485241" y="599144"/>
                </a:moveTo>
                <a:lnTo>
                  <a:pt x="507241" y="599144"/>
                </a:lnTo>
                <a:lnTo>
                  <a:pt x="507241" y="498874"/>
                </a:lnTo>
                <a:lnTo>
                  <a:pt x="485241" y="498874"/>
                </a:lnTo>
                <a:lnTo>
                  <a:pt x="485241" y="599144"/>
                </a:lnTo>
                <a:close/>
              </a:path>
              <a:path w="695960" h="1759584">
                <a:moveTo>
                  <a:pt x="450248" y="599144"/>
                </a:moveTo>
                <a:lnTo>
                  <a:pt x="472278" y="599144"/>
                </a:lnTo>
                <a:lnTo>
                  <a:pt x="472278" y="498874"/>
                </a:lnTo>
                <a:lnTo>
                  <a:pt x="450248" y="498874"/>
                </a:lnTo>
                <a:lnTo>
                  <a:pt x="450248" y="599144"/>
                </a:lnTo>
                <a:close/>
              </a:path>
              <a:path w="695960" h="1759584">
                <a:moveTo>
                  <a:pt x="625227" y="129776"/>
                </a:moveTo>
                <a:lnTo>
                  <a:pt x="647247" y="129776"/>
                </a:lnTo>
                <a:lnTo>
                  <a:pt x="647247" y="57746"/>
                </a:lnTo>
                <a:lnTo>
                  <a:pt x="625227" y="57746"/>
                </a:lnTo>
                <a:lnTo>
                  <a:pt x="625227" y="129776"/>
                </a:lnTo>
                <a:close/>
              </a:path>
              <a:path w="695960" h="1759584">
                <a:moveTo>
                  <a:pt x="590233" y="129776"/>
                </a:moveTo>
                <a:lnTo>
                  <a:pt x="612222" y="129776"/>
                </a:lnTo>
                <a:lnTo>
                  <a:pt x="612222" y="57746"/>
                </a:lnTo>
                <a:lnTo>
                  <a:pt x="590233" y="57746"/>
                </a:lnTo>
                <a:lnTo>
                  <a:pt x="590233" y="129776"/>
                </a:lnTo>
                <a:close/>
              </a:path>
              <a:path w="695960" h="1759584">
                <a:moveTo>
                  <a:pt x="555197" y="129776"/>
                </a:moveTo>
                <a:lnTo>
                  <a:pt x="577228" y="129776"/>
                </a:lnTo>
                <a:lnTo>
                  <a:pt x="577228" y="57746"/>
                </a:lnTo>
                <a:lnTo>
                  <a:pt x="555197" y="57746"/>
                </a:lnTo>
                <a:lnTo>
                  <a:pt x="555197" y="129776"/>
                </a:lnTo>
                <a:close/>
              </a:path>
              <a:path w="695960" h="1759584">
                <a:moveTo>
                  <a:pt x="520235" y="129776"/>
                </a:moveTo>
                <a:lnTo>
                  <a:pt x="542266" y="129776"/>
                </a:lnTo>
                <a:lnTo>
                  <a:pt x="542266" y="57746"/>
                </a:lnTo>
                <a:lnTo>
                  <a:pt x="520235" y="57746"/>
                </a:lnTo>
                <a:lnTo>
                  <a:pt x="520235" y="129776"/>
                </a:lnTo>
                <a:close/>
              </a:path>
              <a:path w="695960" h="1759584">
                <a:moveTo>
                  <a:pt x="485241" y="129776"/>
                </a:moveTo>
                <a:lnTo>
                  <a:pt x="507241" y="129776"/>
                </a:lnTo>
                <a:lnTo>
                  <a:pt x="507241" y="57746"/>
                </a:lnTo>
                <a:lnTo>
                  <a:pt x="485241" y="57746"/>
                </a:lnTo>
                <a:lnTo>
                  <a:pt x="485241" y="129776"/>
                </a:lnTo>
                <a:close/>
              </a:path>
              <a:path w="695960" h="1759584">
                <a:moveTo>
                  <a:pt x="450248" y="129776"/>
                </a:moveTo>
                <a:lnTo>
                  <a:pt x="472278" y="129776"/>
                </a:lnTo>
                <a:lnTo>
                  <a:pt x="472278" y="57746"/>
                </a:lnTo>
                <a:lnTo>
                  <a:pt x="450248" y="57746"/>
                </a:lnTo>
                <a:lnTo>
                  <a:pt x="450248" y="129776"/>
                </a:lnTo>
                <a:close/>
              </a:path>
              <a:path w="695960" h="1759584">
                <a:moveTo>
                  <a:pt x="625227" y="217700"/>
                </a:moveTo>
                <a:lnTo>
                  <a:pt x="647247" y="217700"/>
                </a:lnTo>
                <a:lnTo>
                  <a:pt x="647247" y="145660"/>
                </a:lnTo>
                <a:lnTo>
                  <a:pt x="625227" y="145660"/>
                </a:lnTo>
                <a:lnTo>
                  <a:pt x="625227" y="217700"/>
                </a:lnTo>
                <a:close/>
              </a:path>
              <a:path w="695960" h="1759584">
                <a:moveTo>
                  <a:pt x="590233" y="217700"/>
                </a:moveTo>
                <a:lnTo>
                  <a:pt x="612222" y="217700"/>
                </a:lnTo>
                <a:lnTo>
                  <a:pt x="612222" y="145660"/>
                </a:lnTo>
                <a:lnTo>
                  <a:pt x="590233" y="145660"/>
                </a:lnTo>
                <a:lnTo>
                  <a:pt x="590233" y="217700"/>
                </a:lnTo>
                <a:close/>
              </a:path>
              <a:path w="695960" h="1759584">
                <a:moveTo>
                  <a:pt x="555197" y="217700"/>
                </a:moveTo>
                <a:lnTo>
                  <a:pt x="577228" y="217700"/>
                </a:lnTo>
                <a:lnTo>
                  <a:pt x="577228" y="145660"/>
                </a:lnTo>
                <a:lnTo>
                  <a:pt x="555197" y="145660"/>
                </a:lnTo>
                <a:lnTo>
                  <a:pt x="555197" y="217700"/>
                </a:lnTo>
                <a:close/>
              </a:path>
              <a:path w="695960" h="1759584">
                <a:moveTo>
                  <a:pt x="520235" y="217700"/>
                </a:moveTo>
                <a:lnTo>
                  <a:pt x="542266" y="217700"/>
                </a:lnTo>
                <a:lnTo>
                  <a:pt x="542266" y="145660"/>
                </a:lnTo>
                <a:lnTo>
                  <a:pt x="520235" y="145660"/>
                </a:lnTo>
                <a:lnTo>
                  <a:pt x="520235" y="217700"/>
                </a:lnTo>
                <a:close/>
              </a:path>
              <a:path w="695960" h="1759584">
                <a:moveTo>
                  <a:pt x="485241" y="217700"/>
                </a:moveTo>
                <a:lnTo>
                  <a:pt x="507241" y="217700"/>
                </a:lnTo>
                <a:lnTo>
                  <a:pt x="507241" y="145660"/>
                </a:lnTo>
                <a:lnTo>
                  <a:pt x="485241" y="145660"/>
                </a:lnTo>
                <a:lnTo>
                  <a:pt x="485241" y="217700"/>
                </a:lnTo>
                <a:close/>
              </a:path>
              <a:path w="695960" h="1759584">
                <a:moveTo>
                  <a:pt x="450248" y="217700"/>
                </a:moveTo>
                <a:lnTo>
                  <a:pt x="472278" y="217700"/>
                </a:lnTo>
                <a:lnTo>
                  <a:pt x="472278" y="145660"/>
                </a:lnTo>
                <a:lnTo>
                  <a:pt x="450248" y="145660"/>
                </a:lnTo>
                <a:lnTo>
                  <a:pt x="450248" y="217700"/>
                </a:lnTo>
                <a:close/>
              </a:path>
              <a:path w="695960" h="1759584">
                <a:moveTo>
                  <a:pt x="625227" y="305634"/>
                </a:moveTo>
                <a:lnTo>
                  <a:pt x="647247" y="305634"/>
                </a:lnTo>
                <a:lnTo>
                  <a:pt x="647247" y="233605"/>
                </a:lnTo>
                <a:lnTo>
                  <a:pt x="625227" y="233605"/>
                </a:lnTo>
                <a:lnTo>
                  <a:pt x="625227" y="305634"/>
                </a:lnTo>
                <a:close/>
              </a:path>
              <a:path w="695960" h="1759584">
                <a:moveTo>
                  <a:pt x="590233" y="305634"/>
                </a:moveTo>
                <a:lnTo>
                  <a:pt x="612222" y="305634"/>
                </a:lnTo>
                <a:lnTo>
                  <a:pt x="612222" y="233605"/>
                </a:lnTo>
                <a:lnTo>
                  <a:pt x="590233" y="233605"/>
                </a:lnTo>
                <a:lnTo>
                  <a:pt x="590233" y="305634"/>
                </a:lnTo>
                <a:close/>
              </a:path>
              <a:path w="695960" h="1759584">
                <a:moveTo>
                  <a:pt x="555197" y="305634"/>
                </a:moveTo>
                <a:lnTo>
                  <a:pt x="577228" y="305634"/>
                </a:lnTo>
                <a:lnTo>
                  <a:pt x="577228" y="233605"/>
                </a:lnTo>
                <a:lnTo>
                  <a:pt x="555197" y="233605"/>
                </a:lnTo>
                <a:lnTo>
                  <a:pt x="555197" y="305634"/>
                </a:lnTo>
                <a:close/>
              </a:path>
              <a:path w="695960" h="1759584">
                <a:moveTo>
                  <a:pt x="520235" y="305634"/>
                </a:moveTo>
                <a:lnTo>
                  <a:pt x="542266" y="305634"/>
                </a:lnTo>
                <a:lnTo>
                  <a:pt x="542266" y="233605"/>
                </a:lnTo>
                <a:lnTo>
                  <a:pt x="520235" y="233605"/>
                </a:lnTo>
                <a:lnTo>
                  <a:pt x="520235" y="305634"/>
                </a:lnTo>
                <a:close/>
              </a:path>
              <a:path w="695960" h="1759584">
                <a:moveTo>
                  <a:pt x="485241" y="305634"/>
                </a:moveTo>
                <a:lnTo>
                  <a:pt x="507241" y="305634"/>
                </a:lnTo>
                <a:lnTo>
                  <a:pt x="507241" y="233605"/>
                </a:lnTo>
                <a:lnTo>
                  <a:pt x="485241" y="233605"/>
                </a:lnTo>
                <a:lnTo>
                  <a:pt x="485241" y="305634"/>
                </a:lnTo>
                <a:close/>
              </a:path>
              <a:path w="695960" h="1759584">
                <a:moveTo>
                  <a:pt x="450248" y="305634"/>
                </a:moveTo>
                <a:lnTo>
                  <a:pt x="472278" y="305634"/>
                </a:lnTo>
                <a:lnTo>
                  <a:pt x="472278" y="233605"/>
                </a:lnTo>
                <a:lnTo>
                  <a:pt x="450248" y="233605"/>
                </a:lnTo>
                <a:lnTo>
                  <a:pt x="450248" y="305634"/>
                </a:lnTo>
                <a:close/>
              </a:path>
              <a:path w="695960" h="1759584">
                <a:moveTo>
                  <a:pt x="625227" y="393537"/>
                </a:moveTo>
                <a:lnTo>
                  <a:pt x="647247" y="393537"/>
                </a:lnTo>
                <a:lnTo>
                  <a:pt x="647247" y="321550"/>
                </a:lnTo>
                <a:lnTo>
                  <a:pt x="625227" y="321550"/>
                </a:lnTo>
                <a:lnTo>
                  <a:pt x="625227" y="393537"/>
                </a:lnTo>
                <a:close/>
              </a:path>
              <a:path w="695960" h="1759584">
                <a:moveTo>
                  <a:pt x="590233" y="393537"/>
                </a:moveTo>
                <a:lnTo>
                  <a:pt x="612222" y="393537"/>
                </a:lnTo>
                <a:lnTo>
                  <a:pt x="612222" y="321550"/>
                </a:lnTo>
                <a:lnTo>
                  <a:pt x="590233" y="321550"/>
                </a:lnTo>
                <a:lnTo>
                  <a:pt x="590233" y="393537"/>
                </a:lnTo>
                <a:close/>
              </a:path>
              <a:path w="695960" h="1759584">
                <a:moveTo>
                  <a:pt x="555197" y="393537"/>
                </a:moveTo>
                <a:lnTo>
                  <a:pt x="577228" y="393537"/>
                </a:lnTo>
                <a:lnTo>
                  <a:pt x="577228" y="321550"/>
                </a:lnTo>
                <a:lnTo>
                  <a:pt x="555197" y="321550"/>
                </a:lnTo>
                <a:lnTo>
                  <a:pt x="555197" y="393537"/>
                </a:lnTo>
                <a:close/>
              </a:path>
              <a:path w="695960" h="1759584">
                <a:moveTo>
                  <a:pt x="520235" y="393537"/>
                </a:moveTo>
                <a:lnTo>
                  <a:pt x="542266" y="393537"/>
                </a:lnTo>
                <a:lnTo>
                  <a:pt x="542266" y="321550"/>
                </a:lnTo>
                <a:lnTo>
                  <a:pt x="520235" y="321550"/>
                </a:lnTo>
                <a:lnTo>
                  <a:pt x="520235" y="393537"/>
                </a:lnTo>
                <a:close/>
              </a:path>
              <a:path w="695960" h="1759584">
                <a:moveTo>
                  <a:pt x="485241" y="393537"/>
                </a:moveTo>
                <a:lnTo>
                  <a:pt x="507241" y="393537"/>
                </a:lnTo>
                <a:lnTo>
                  <a:pt x="507241" y="321550"/>
                </a:lnTo>
                <a:lnTo>
                  <a:pt x="485241" y="321550"/>
                </a:lnTo>
                <a:lnTo>
                  <a:pt x="485241" y="393537"/>
                </a:lnTo>
                <a:close/>
              </a:path>
              <a:path w="695960" h="1759584">
                <a:moveTo>
                  <a:pt x="450248" y="393537"/>
                </a:moveTo>
                <a:lnTo>
                  <a:pt x="472278" y="393537"/>
                </a:lnTo>
                <a:lnTo>
                  <a:pt x="472278" y="321550"/>
                </a:lnTo>
                <a:lnTo>
                  <a:pt x="450248" y="321550"/>
                </a:lnTo>
                <a:lnTo>
                  <a:pt x="450248" y="393537"/>
                </a:lnTo>
                <a:close/>
              </a:path>
              <a:path w="695960" h="1759584">
                <a:moveTo>
                  <a:pt x="625227" y="481482"/>
                </a:moveTo>
                <a:lnTo>
                  <a:pt x="647247" y="481482"/>
                </a:lnTo>
                <a:lnTo>
                  <a:pt x="647247" y="409453"/>
                </a:lnTo>
                <a:lnTo>
                  <a:pt x="625227" y="409453"/>
                </a:lnTo>
                <a:lnTo>
                  <a:pt x="625227" y="481482"/>
                </a:lnTo>
                <a:close/>
              </a:path>
              <a:path w="695960" h="1759584">
                <a:moveTo>
                  <a:pt x="590233" y="481482"/>
                </a:moveTo>
                <a:lnTo>
                  <a:pt x="612222" y="481482"/>
                </a:lnTo>
                <a:lnTo>
                  <a:pt x="612222" y="409453"/>
                </a:lnTo>
                <a:lnTo>
                  <a:pt x="590233" y="409453"/>
                </a:lnTo>
                <a:lnTo>
                  <a:pt x="590233" y="481482"/>
                </a:lnTo>
                <a:close/>
              </a:path>
              <a:path w="695960" h="1759584">
                <a:moveTo>
                  <a:pt x="555197" y="481482"/>
                </a:moveTo>
                <a:lnTo>
                  <a:pt x="577228" y="481482"/>
                </a:lnTo>
                <a:lnTo>
                  <a:pt x="577228" y="409453"/>
                </a:lnTo>
                <a:lnTo>
                  <a:pt x="555197" y="409453"/>
                </a:lnTo>
                <a:lnTo>
                  <a:pt x="555197" y="481482"/>
                </a:lnTo>
                <a:close/>
              </a:path>
              <a:path w="695960" h="1759584">
                <a:moveTo>
                  <a:pt x="520235" y="481482"/>
                </a:moveTo>
                <a:lnTo>
                  <a:pt x="542266" y="481482"/>
                </a:lnTo>
                <a:lnTo>
                  <a:pt x="542266" y="409453"/>
                </a:lnTo>
                <a:lnTo>
                  <a:pt x="520235" y="409453"/>
                </a:lnTo>
                <a:lnTo>
                  <a:pt x="520235" y="481482"/>
                </a:lnTo>
                <a:close/>
              </a:path>
              <a:path w="695960" h="1759584">
                <a:moveTo>
                  <a:pt x="485241" y="481482"/>
                </a:moveTo>
                <a:lnTo>
                  <a:pt x="507241" y="481482"/>
                </a:lnTo>
                <a:lnTo>
                  <a:pt x="507241" y="409453"/>
                </a:lnTo>
                <a:lnTo>
                  <a:pt x="485241" y="409453"/>
                </a:lnTo>
                <a:lnTo>
                  <a:pt x="485241" y="481482"/>
                </a:lnTo>
                <a:close/>
              </a:path>
              <a:path w="695960" h="1759584">
                <a:moveTo>
                  <a:pt x="450248" y="481482"/>
                </a:moveTo>
                <a:lnTo>
                  <a:pt x="472278" y="481482"/>
                </a:lnTo>
                <a:lnTo>
                  <a:pt x="472278" y="409453"/>
                </a:lnTo>
                <a:lnTo>
                  <a:pt x="450248" y="409453"/>
                </a:lnTo>
                <a:lnTo>
                  <a:pt x="450248" y="481482"/>
                </a:lnTo>
                <a:close/>
              </a:path>
              <a:path w="695960" h="1759584">
                <a:moveTo>
                  <a:pt x="417149" y="599144"/>
                </a:moveTo>
                <a:lnTo>
                  <a:pt x="439180" y="599144"/>
                </a:lnTo>
                <a:lnTo>
                  <a:pt x="439180" y="498874"/>
                </a:lnTo>
                <a:lnTo>
                  <a:pt x="417149" y="498874"/>
                </a:lnTo>
                <a:lnTo>
                  <a:pt x="417149" y="599144"/>
                </a:lnTo>
                <a:close/>
              </a:path>
              <a:path w="695960" h="1759584">
                <a:moveTo>
                  <a:pt x="382187" y="599144"/>
                </a:moveTo>
                <a:lnTo>
                  <a:pt x="404186" y="599144"/>
                </a:lnTo>
                <a:lnTo>
                  <a:pt x="404186" y="498874"/>
                </a:lnTo>
                <a:lnTo>
                  <a:pt x="382187" y="498874"/>
                </a:lnTo>
                <a:lnTo>
                  <a:pt x="382187" y="599144"/>
                </a:lnTo>
                <a:close/>
              </a:path>
              <a:path w="695960" h="1759584">
                <a:moveTo>
                  <a:pt x="347172" y="599144"/>
                </a:moveTo>
                <a:lnTo>
                  <a:pt x="369192" y="599144"/>
                </a:lnTo>
                <a:lnTo>
                  <a:pt x="369192" y="498874"/>
                </a:lnTo>
                <a:lnTo>
                  <a:pt x="347172" y="498874"/>
                </a:lnTo>
                <a:lnTo>
                  <a:pt x="347172" y="599144"/>
                </a:lnTo>
                <a:close/>
              </a:path>
              <a:path w="695960" h="1759584">
                <a:moveTo>
                  <a:pt x="312199" y="599144"/>
                </a:moveTo>
                <a:lnTo>
                  <a:pt x="334167" y="599144"/>
                </a:lnTo>
                <a:lnTo>
                  <a:pt x="334167" y="498874"/>
                </a:lnTo>
                <a:lnTo>
                  <a:pt x="312199" y="498874"/>
                </a:lnTo>
                <a:lnTo>
                  <a:pt x="312199" y="599144"/>
                </a:lnTo>
                <a:close/>
              </a:path>
              <a:path w="695960" h="1759584">
                <a:moveTo>
                  <a:pt x="277174" y="599144"/>
                </a:moveTo>
                <a:lnTo>
                  <a:pt x="299174" y="599144"/>
                </a:lnTo>
                <a:lnTo>
                  <a:pt x="299174" y="498874"/>
                </a:lnTo>
                <a:lnTo>
                  <a:pt x="277174" y="498874"/>
                </a:lnTo>
                <a:lnTo>
                  <a:pt x="277174" y="599144"/>
                </a:lnTo>
                <a:close/>
              </a:path>
              <a:path w="695960" h="1759584">
                <a:moveTo>
                  <a:pt x="242181" y="599144"/>
                </a:moveTo>
                <a:lnTo>
                  <a:pt x="264169" y="599144"/>
                </a:lnTo>
                <a:lnTo>
                  <a:pt x="264169" y="498874"/>
                </a:lnTo>
                <a:lnTo>
                  <a:pt x="242181" y="498874"/>
                </a:lnTo>
                <a:lnTo>
                  <a:pt x="242181" y="599144"/>
                </a:lnTo>
                <a:close/>
              </a:path>
              <a:path w="695960" h="1759584">
                <a:moveTo>
                  <a:pt x="417149" y="129776"/>
                </a:moveTo>
                <a:lnTo>
                  <a:pt x="439180" y="129776"/>
                </a:lnTo>
                <a:lnTo>
                  <a:pt x="439180" y="57746"/>
                </a:lnTo>
                <a:lnTo>
                  <a:pt x="417149" y="57746"/>
                </a:lnTo>
                <a:lnTo>
                  <a:pt x="417149" y="129776"/>
                </a:lnTo>
                <a:close/>
              </a:path>
              <a:path w="695960" h="1759584">
                <a:moveTo>
                  <a:pt x="382187" y="129776"/>
                </a:moveTo>
                <a:lnTo>
                  <a:pt x="404186" y="129776"/>
                </a:lnTo>
                <a:lnTo>
                  <a:pt x="404186" y="57746"/>
                </a:lnTo>
                <a:lnTo>
                  <a:pt x="382187" y="57746"/>
                </a:lnTo>
                <a:lnTo>
                  <a:pt x="382187" y="129776"/>
                </a:lnTo>
                <a:close/>
              </a:path>
              <a:path w="695960" h="1759584">
                <a:moveTo>
                  <a:pt x="347172" y="129776"/>
                </a:moveTo>
                <a:lnTo>
                  <a:pt x="369192" y="129776"/>
                </a:lnTo>
                <a:lnTo>
                  <a:pt x="369192" y="57746"/>
                </a:lnTo>
                <a:lnTo>
                  <a:pt x="347172" y="57746"/>
                </a:lnTo>
                <a:lnTo>
                  <a:pt x="347172" y="129776"/>
                </a:lnTo>
                <a:close/>
              </a:path>
              <a:path w="695960" h="1759584">
                <a:moveTo>
                  <a:pt x="312199" y="129776"/>
                </a:moveTo>
                <a:lnTo>
                  <a:pt x="334167" y="129776"/>
                </a:lnTo>
                <a:lnTo>
                  <a:pt x="334167" y="57746"/>
                </a:lnTo>
                <a:lnTo>
                  <a:pt x="312199" y="57746"/>
                </a:lnTo>
                <a:lnTo>
                  <a:pt x="312199" y="129776"/>
                </a:lnTo>
                <a:close/>
              </a:path>
              <a:path w="695960" h="1759584">
                <a:moveTo>
                  <a:pt x="277174" y="129776"/>
                </a:moveTo>
                <a:lnTo>
                  <a:pt x="299174" y="129776"/>
                </a:lnTo>
                <a:lnTo>
                  <a:pt x="299174" y="57746"/>
                </a:lnTo>
                <a:lnTo>
                  <a:pt x="277174" y="57746"/>
                </a:lnTo>
                <a:lnTo>
                  <a:pt x="277174" y="129776"/>
                </a:lnTo>
                <a:close/>
              </a:path>
              <a:path w="695960" h="1759584">
                <a:moveTo>
                  <a:pt x="242181" y="129776"/>
                </a:moveTo>
                <a:lnTo>
                  <a:pt x="264169" y="129776"/>
                </a:lnTo>
                <a:lnTo>
                  <a:pt x="264169" y="57746"/>
                </a:lnTo>
                <a:lnTo>
                  <a:pt x="242181" y="57746"/>
                </a:lnTo>
                <a:lnTo>
                  <a:pt x="242181" y="129776"/>
                </a:lnTo>
                <a:close/>
              </a:path>
              <a:path w="695960" h="1759584">
                <a:moveTo>
                  <a:pt x="417149" y="217700"/>
                </a:moveTo>
                <a:lnTo>
                  <a:pt x="439180" y="217700"/>
                </a:lnTo>
                <a:lnTo>
                  <a:pt x="439180" y="145660"/>
                </a:lnTo>
                <a:lnTo>
                  <a:pt x="417149" y="145660"/>
                </a:lnTo>
                <a:lnTo>
                  <a:pt x="417149" y="217700"/>
                </a:lnTo>
                <a:close/>
              </a:path>
              <a:path w="695960" h="1759584">
                <a:moveTo>
                  <a:pt x="382187" y="217700"/>
                </a:moveTo>
                <a:lnTo>
                  <a:pt x="404186" y="217700"/>
                </a:lnTo>
                <a:lnTo>
                  <a:pt x="404186" y="145660"/>
                </a:lnTo>
                <a:lnTo>
                  <a:pt x="382187" y="145660"/>
                </a:lnTo>
                <a:lnTo>
                  <a:pt x="382187" y="217700"/>
                </a:lnTo>
                <a:close/>
              </a:path>
              <a:path w="695960" h="1759584">
                <a:moveTo>
                  <a:pt x="347172" y="217700"/>
                </a:moveTo>
                <a:lnTo>
                  <a:pt x="369192" y="217700"/>
                </a:lnTo>
                <a:lnTo>
                  <a:pt x="369192" y="145660"/>
                </a:lnTo>
                <a:lnTo>
                  <a:pt x="347172" y="145660"/>
                </a:lnTo>
                <a:lnTo>
                  <a:pt x="347172" y="217700"/>
                </a:lnTo>
                <a:close/>
              </a:path>
              <a:path w="695960" h="1759584">
                <a:moveTo>
                  <a:pt x="312199" y="217700"/>
                </a:moveTo>
                <a:lnTo>
                  <a:pt x="334167" y="217700"/>
                </a:lnTo>
                <a:lnTo>
                  <a:pt x="334167" y="145660"/>
                </a:lnTo>
                <a:lnTo>
                  <a:pt x="312199" y="145660"/>
                </a:lnTo>
                <a:lnTo>
                  <a:pt x="312199" y="217700"/>
                </a:lnTo>
                <a:close/>
              </a:path>
              <a:path w="695960" h="1759584">
                <a:moveTo>
                  <a:pt x="277174" y="217700"/>
                </a:moveTo>
                <a:lnTo>
                  <a:pt x="299174" y="217700"/>
                </a:lnTo>
                <a:lnTo>
                  <a:pt x="299174" y="145660"/>
                </a:lnTo>
                <a:lnTo>
                  <a:pt x="277174" y="145660"/>
                </a:lnTo>
                <a:lnTo>
                  <a:pt x="277174" y="217700"/>
                </a:lnTo>
                <a:close/>
              </a:path>
              <a:path w="695960" h="1759584">
                <a:moveTo>
                  <a:pt x="242181" y="217700"/>
                </a:moveTo>
                <a:lnTo>
                  <a:pt x="264169" y="217700"/>
                </a:lnTo>
                <a:lnTo>
                  <a:pt x="264169" y="145660"/>
                </a:lnTo>
                <a:lnTo>
                  <a:pt x="242181" y="145660"/>
                </a:lnTo>
                <a:lnTo>
                  <a:pt x="242181" y="217700"/>
                </a:lnTo>
                <a:close/>
              </a:path>
              <a:path w="695960" h="1759584">
                <a:moveTo>
                  <a:pt x="417149" y="305634"/>
                </a:moveTo>
                <a:lnTo>
                  <a:pt x="439180" y="305634"/>
                </a:lnTo>
                <a:lnTo>
                  <a:pt x="439180" y="233605"/>
                </a:lnTo>
                <a:lnTo>
                  <a:pt x="417149" y="233605"/>
                </a:lnTo>
                <a:lnTo>
                  <a:pt x="417149" y="305634"/>
                </a:lnTo>
                <a:close/>
              </a:path>
              <a:path w="695960" h="1759584">
                <a:moveTo>
                  <a:pt x="382187" y="305634"/>
                </a:moveTo>
                <a:lnTo>
                  <a:pt x="404186" y="305634"/>
                </a:lnTo>
                <a:lnTo>
                  <a:pt x="404186" y="233605"/>
                </a:lnTo>
                <a:lnTo>
                  <a:pt x="382187" y="233605"/>
                </a:lnTo>
                <a:lnTo>
                  <a:pt x="382187" y="305634"/>
                </a:lnTo>
                <a:close/>
              </a:path>
              <a:path w="695960" h="1759584">
                <a:moveTo>
                  <a:pt x="347172" y="305634"/>
                </a:moveTo>
                <a:lnTo>
                  <a:pt x="369192" y="305634"/>
                </a:lnTo>
                <a:lnTo>
                  <a:pt x="369192" y="233605"/>
                </a:lnTo>
                <a:lnTo>
                  <a:pt x="347172" y="233605"/>
                </a:lnTo>
                <a:lnTo>
                  <a:pt x="347172" y="305634"/>
                </a:lnTo>
                <a:close/>
              </a:path>
              <a:path w="695960" h="1759584">
                <a:moveTo>
                  <a:pt x="312199" y="305634"/>
                </a:moveTo>
                <a:lnTo>
                  <a:pt x="334167" y="305634"/>
                </a:lnTo>
                <a:lnTo>
                  <a:pt x="334167" y="233605"/>
                </a:lnTo>
                <a:lnTo>
                  <a:pt x="312199" y="233605"/>
                </a:lnTo>
                <a:lnTo>
                  <a:pt x="312199" y="305634"/>
                </a:lnTo>
                <a:close/>
              </a:path>
              <a:path w="695960" h="1759584">
                <a:moveTo>
                  <a:pt x="277174" y="305634"/>
                </a:moveTo>
                <a:lnTo>
                  <a:pt x="299174" y="305634"/>
                </a:lnTo>
                <a:lnTo>
                  <a:pt x="299174" y="233605"/>
                </a:lnTo>
                <a:lnTo>
                  <a:pt x="277174" y="233605"/>
                </a:lnTo>
                <a:lnTo>
                  <a:pt x="277174" y="305634"/>
                </a:lnTo>
                <a:close/>
              </a:path>
              <a:path w="695960" h="1759584">
                <a:moveTo>
                  <a:pt x="242181" y="305634"/>
                </a:moveTo>
                <a:lnTo>
                  <a:pt x="264169" y="305634"/>
                </a:lnTo>
                <a:lnTo>
                  <a:pt x="264169" y="233605"/>
                </a:lnTo>
                <a:lnTo>
                  <a:pt x="242181" y="233605"/>
                </a:lnTo>
                <a:lnTo>
                  <a:pt x="242181" y="305634"/>
                </a:lnTo>
                <a:close/>
              </a:path>
              <a:path w="695960" h="1759584">
                <a:moveTo>
                  <a:pt x="417149" y="393537"/>
                </a:moveTo>
                <a:lnTo>
                  <a:pt x="439180" y="393537"/>
                </a:lnTo>
                <a:lnTo>
                  <a:pt x="439180" y="321550"/>
                </a:lnTo>
                <a:lnTo>
                  <a:pt x="417149" y="321550"/>
                </a:lnTo>
                <a:lnTo>
                  <a:pt x="417149" y="393537"/>
                </a:lnTo>
                <a:close/>
              </a:path>
              <a:path w="695960" h="1759584">
                <a:moveTo>
                  <a:pt x="382187" y="393537"/>
                </a:moveTo>
                <a:lnTo>
                  <a:pt x="404186" y="393537"/>
                </a:lnTo>
                <a:lnTo>
                  <a:pt x="404186" y="321550"/>
                </a:lnTo>
                <a:lnTo>
                  <a:pt x="382187" y="321550"/>
                </a:lnTo>
                <a:lnTo>
                  <a:pt x="382187" y="393537"/>
                </a:lnTo>
                <a:close/>
              </a:path>
              <a:path w="695960" h="1759584">
                <a:moveTo>
                  <a:pt x="347172" y="393537"/>
                </a:moveTo>
                <a:lnTo>
                  <a:pt x="369192" y="393537"/>
                </a:lnTo>
                <a:lnTo>
                  <a:pt x="369192" y="321550"/>
                </a:lnTo>
                <a:lnTo>
                  <a:pt x="347172" y="321550"/>
                </a:lnTo>
                <a:lnTo>
                  <a:pt x="347172" y="393537"/>
                </a:lnTo>
                <a:close/>
              </a:path>
              <a:path w="695960" h="1759584">
                <a:moveTo>
                  <a:pt x="312199" y="393537"/>
                </a:moveTo>
                <a:lnTo>
                  <a:pt x="334167" y="393537"/>
                </a:lnTo>
                <a:lnTo>
                  <a:pt x="334167" y="321550"/>
                </a:lnTo>
                <a:lnTo>
                  <a:pt x="312199" y="321550"/>
                </a:lnTo>
                <a:lnTo>
                  <a:pt x="312199" y="393537"/>
                </a:lnTo>
                <a:close/>
              </a:path>
              <a:path w="695960" h="1759584">
                <a:moveTo>
                  <a:pt x="277174" y="393537"/>
                </a:moveTo>
                <a:lnTo>
                  <a:pt x="299174" y="393537"/>
                </a:lnTo>
                <a:lnTo>
                  <a:pt x="299174" y="321550"/>
                </a:lnTo>
                <a:lnTo>
                  <a:pt x="277174" y="321550"/>
                </a:lnTo>
                <a:lnTo>
                  <a:pt x="277174" y="393537"/>
                </a:lnTo>
                <a:close/>
              </a:path>
              <a:path w="695960" h="1759584">
                <a:moveTo>
                  <a:pt x="242181" y="393537"/>
                </a:moveTo>
                <a:lnTo>
                  <a:pt x="264169" y="393537"/>
                </a:lnTo>
                <a:lnTo>
                  <a:pt x="264169" y="321550"/>
                </a:lnTo>
                <a:lnTo>
                  <a:pt x="242181" y="321550"/>
                </a:lnTo>
                <a:lnTo>
                  <a:pt x="242181" y="393537"/>
                </a:lnTo>
                <a:close/>
              </a:path>
              <a:path w="695960" h="1759584">
                <a:moveTo>
                  <a:pt x="417149" y="481482"/>
                </a:moveTo>
                <a:lnTo>
                  <a:pt x="439180" y="481482"/>
                </a:lnTo>
                <a:lnTo>
                  <a:pt x="439180" y="409453"/>
                </a:lnTo>
                <a:lnTo>
                  <a:pt x="417149" y="409453"/>
                </a:lnTo>
                <a:lnTo>
                  <a:pt x="417149" y="481482"/>
                </a:lnTo>
                <a:close/>
              </a:path>
              <a:path w="695960" h="1759584">
                <a:moveTo>
                  <a:pt x="382187" y="481482"/>
                </a:moveTo>
                <a:lnTo>
                  <a:pt x="404186" y="481482"/>
                </a:lnTo>
                <a:lnTo>
                  <a:pt x="404186" y="409453"/>
                </a:lnTo>
                <a:lnTo>
                  <a:pt x="382187" y="409453"/>
                </a:lnTo>
                <a:lnTo>
                  <a:pt x="382187" y="481482"/>
                </a:lnTo>
                <a:close/>
              </a:path>
              <a:path w="695960" h="1759584">
                <a:moveTo>
                  <a:pt x="347172" y="481482"/>
                </a:moveTo>
                <a:lnTo>
                  <a:pt x="369192" y="481482"/>
                </a:lnTo>
                <a:lnTo>
                  <a:pt x="369192" y="409453"/>
                </a:lnTo>
                <a:lnTo>
                  <a:pt x="347172" y="409453"/>
                </a:lnTo>
                <a:lnTo>
                  <a:pt x="347172" y="481482"/>
                </a:lnTo>
                <a:close/>
              </a:path>
              <a:path w="695960" h="1759584">
                <a:moveTo>
                  <a:pt x="312199" y="481482"/>
                </a:moveTo>
                <a:lnTo>
                  <a:pt x="334167" y="481482"/>
                </a:lnTo>
                <a:lnTo>
                  <a:pt x="334167" y="409453"/>
                </a:lnTo>
                <a:lnTo>
                  <a:pt x="312199" y="409453"/>
                </a:lnTo>
                <a:lnTo>
                  <a:pt x="312199" y="481482"/>
                </a:lnTo>
                <a:close/>
              </a:path>
              <a:path w="695960" h="1759584">
                <a:moveTo>
                  <a:pt x="277174" y="481482"/>
                </a:moveTo>
                <a:lnTo>
                  <a:pt x="299174" y="481482"/>
                </a:lnTo>
                <a:lnTo>
                  <a:pt x="299174" y="409453"/>
                </a:lnTo>
                <a:lnTo>
                  <a:pt x="277174" y="409453"/>
                </a:lnTo>
                <a:lnTo>
                  <a:pt x="277174" y="481482"/>
                </a:lnTo>
                <a:close/>
              </a:path>
              <a:path w="695960" h="1759584">
                <a:moveTo>
                  <a:pt x="242181" y="481482"/>
                </a:moveTo>
                <a:lnTo>
                  <a:pt x="264169" y="481482"/>
                </a:lnTo>
                <a:lnTo>
                  <a:pt x="264169" y="409453"/>
                </a:lnTo>
                <a:lnTo>
                  <a:pt x="242181" y="409453"/>
                </a:lnTo>
                <a:lnTo>
                  <a:pt x="242181" y="481482"/>
                </a:lnTo>
                <a:close/>
              </a:path>
              <a:path w="695960" h="1759584">
                <a:moveTo>
                  <a:pt x="209103" y="599144"/>
                </a:moveTo>
                <a:lnTo>
                  <a:pt x="231113" y="599144"/>
                </a:lnTo>
                <a:lnTo>
                  <a:pt x="231113" y="498874"/>
                </a:lnTo>
                <a:lnTo>
                  <a:pt x="209103" y="498874"/>
                </a:lnTo>
                <a:lnTo>
                  <a:pt x="209103" y="599144"/>
                </a:lnTo>
                <a:close/>
              </a:path>
              <a:path w="695960" h="1759584">
                <a:moveTo>
                  <a:pt x="174099" y="599144"/>
                </a:moveTo>
                <a:lnTo>
                  <a:pt x="196119" y="599144"/>
                </a:lnTo>
                <a:lnTo>
                  <a:pt x="196119" y="498874"/>
                </a:lnTo>
                <a:lnTo>
                  <a:pt x="174099" y="498874"/>
                </a:lnTo>
                <a:lnTo>
                  <a:pt x="174099" y="599144"/>
                </a:lnTo>
                <a:close/>
              </a:path>
              <a:path w="695960" h="1759584">
                <a:moveTo>
                  <a:pt x="139126" y="599144"/>
                </a:moveTo>
                <a:lnTo>
                  <a:pt x="161157" y="599144"/>
                </a:lnTo>
                <a:lnTo>
                  <a:pt x="161157" y="498874"/>
                </a:lnTo>
                <a:lnTo>
                  <a:pt x="139126" y="498874"/>
                </a:lnTo>
                <a:lnTo>
                  <a:pt x="139126" y="599144"/>
                </a:lnTo>
                <a:close/>
              </a:path>
              <a:path w="695960" h="1759584">
                <a:moveTo>
                  <a:pt x="104112" y="599144"/>
                </a:moveTo>
                <a:lnTo>
                  <a:pt x="126132" y="599144"/>
                </a:lnTo>
                <a:lnTo>
                  <a:pt x="126132" y="498874"/>
                </a:lnTo>
                <a:lnTo>
                  <a:pt x="104112" y="498874"/>
                </a:lnTo>
                <a:lnTo>
                  <a:pt x="104112" y="599144"/>
                </a:lnTo>
                <a:close/>
              </a:path>
              <a:path w="695960" h="1759584">
                <a:moveTo>
                  <a:pt x="69139" y="599144"/>
                </a:moveTo>
                <a:lnTo>
                  <a:pt x="91159" y="599144"/>
                </a:lnTo>
                <a:lnTo>
                  <a:pt x="91159" y="498874"/>
                </a:lnTo>
                <a:lnTo>
                  <a:pt x="69139" y="498874"/>
                </a:lnTo>
                <a:lnTo>
                  <a:pt x="69139" y="599144"/>
                </a:lnTo>
                <a:close/>
              </a:path>
              <a:path w="695960" h="1759584">
                <a:moveTo>
                  <a:pt x="34103" y="599144"/>
                </a:moveTo>
                <a:lnTo>
                  <a:pt x="56134" y="599144"/>
                </a:lnTo>
                <a:lnTo>
                  <a:pt x="56134" y="498874"/>
                </a:lnTo>
                <a:lnTo>
                  <a:pt x="34103" y="498874"/>
                </a:lnTo>
                <a:lnTo>
                  <a:pt x="34103" y="599144"/>
                </a:lnTo>
                <a:close/>
              </a:path>
              <a:path w="695960" h="1759584">
                <a:moveTo>
                  <a:pt x="209103" y="129776"/>
                </a:moveTo>
                <a:lnTo>
                  <a:pt x="231113" y="129776"/>
                </a:lnTo>
                <a:lnTo>
                  <a:pt x="231113" y="57746"/>
                </a:lnTo>
                <a:lnTo>
                  <a:pt x="209103" y="57746"/>
                </a:lnTo>
                <a:lnTo>
                  <a:pt x="209103" y="129776"/>
                </a:lnTo>
                <a:close/>
              </a:path>
              <a:path w="695960" h="1759584">
                <a:moveTo>
                  <a:pt x="174099" y="129776"/>
                </a:moveTo>
                <a:lnTo>
                  <a:pt x="196119" y="129776"/>
                </a:lnTo>
                <a:lnTo>
                  <a:pt x="196119" y="57746"/>
                </a:lnTo>
                <a:lnTo>
                  <a:pt x="174099" y="57746"/>
                </a:lnTo>
                <a:lnTo>
                  <a:pt x="174099" y="129776"/>
                </a:lnTo>
                <a:close/>
              </a:path>
              <a:path w="695960" h="1759584">
                <a:moveTo>
                  <a:pt x="139126" y="129776"/>
                </a:moveTo>
                <a:lnTo>
                  <a:pt x="161157" y="129776"/>
                </a:lnTo>
                <a:lnTo>
                  <a:pt x="161157" y="57746"/>
                </a:lnTo>
                <a:lnTo>
                  <a:pt x="139126" y="57746"/>
                </a:lnTo>
                <a:lnTo>
                  <a:pt x="139126" y="129776"/>
                </a:lnTo>
                <a:close/>
              </a:path>
              <a:path w="695960" h="1759584">
                <a:moveTo>
                  <a:pt x="104112" y="129776"/>
                </a:moveTo>
                <a:lnTo>
                  <a:pt x="126132" y="129776"/>
                </a:lnTo>
                <a:lnTo>
                  <a:pt x="126132" y="57746"/>
                </a:lnTo>
                <a:lnTo>
                  <a:pt x="104112" y="57746"/>
                </a:lnTo>
                <a:lnTo>
                  <a:pt x="104112" y="129776"/>
                </a:lnTo>
                <a:close/>
              </a:path>
              <a:path w="695960" h="1759584">
                <a:moveTo>
                  <a:pt x="69139" y="129776"/>
                </a:moveTo>
                <a:lnTo>
                  <a:pt x="91159" y="129776"/>
                </a:lnTo>
                <a:lnTo>
                  <a:pt x="91159" y="57746"/>
                </a:lnTo>
                <a:lnTo>
                  <a:pt x="69139" y="57746"/>
                </a:lnTo>
                <a:lnTo>
                  <a:pt x="69139" y="129776"/>
                </a:lnTo>
                <a:close/>
              </a:path>
              <a:path w="695960" h="1759584">
                <a:moveTo>
                  <a:pt x="34103" y="129776"/>
                </a:moveTo>
                <a:lnTo>
                  <a:pt x="56134" y="129776"/>
                </a:lnTo>
                <a:lnTo>
                  <a:pt x="56134" y="57746"/>
                </a:lnTo>
                <a:lnTo>
                  <a:pt x="34103" y="57746"/>
                </a:lnTo>
                <a:lnTo>
                  <a:pt x="34103" y="129776"/>
                </a:lnTo>
                <a:close/>
              </a:path>
              <a:path w="695960" h="1759584">
                <a:moveTo>
                  <a:pt x="209103" y="217700"/>
                </a:moveTo>
                <a:lnTo>
                  <a:pt x="231113" y="217700"/>
                </a:lnTo>
                <a:lnTo>
                  <a:pt x="231113" y="145660"/>
                </a:lnTo>
                <a:lnTo>
                  <a:pt x="209103" y="145660"/>
                </a:lnTo>
                <a:lnTo>
                  <a:pt x="209103" y="217700"/>
                </a:lnTo>
                <a:close/>
              </a:path>
              <a:path w="695960" h="1759584">
                <a:moveTo>
                  <a:pt x="174099" y="217700"/>
                </a:moveTo>
                <a:lnTo>
                  <a:pt x="196119" y="217700"/>
                </a:lnTo>
                <a:lnTo>
                  <a:pt x="196119" y="145660"/>
                </a:lnTo>
                <a:lnTo>
                  <a:pt x="174099" y="145660"/>
                </a:lnTo>
                <a:lnTo>
                  <a:pt x="174099" y="217700"/>
                </a:lnTo>
                <a:close/>
              </a:path>
              <a:path w="695960" h="1759584">
                <a:moveTo>
                  <a:pt x="139126" y="217700"/>
                </a:moveTo>
                <a:lnTo>
                  <a:pt x="161157" y="217700"/>
                </a:lnTo>
                <a:lnTo>
                  <a:pt x="161157" y="145660"/>
                </a:lnTo>
                <a:lnTo>
                  <a:pt x="139126" y="145660"/>
                </a:lnTo>
                <a:lnTo>
                  <a:pt x="139126" y="217700"/>
                </a:lnTo>
                <a:close/>
              </a:path>
              <a:path w="695960" h="1759584">
                <a:moveTo>
                  <a:pt x="104112" y="217700"/>
                </a:moveTo>
                <a:lnTo>
                  <a:pt x="126132" y="217700"/>
                </a:lnTo>
                <a:lnTo>
                  <a:pt x="126132" y="145660"/>
                </a:lnTo>
                <a:lnTo>
                  <a:pt x="104112" y="145660"/>
                </a:lnTo>
                <a:lnTo>
                  <a:pt x="104112" y="217700"/>
                </a:lnTo>
                <a:close/>
              </a:path>
              <a:path w="695960" h="1759584">
                <a:moveTo>
                  <a:pt x="69139" y="217700"/>
                </a:moveTo>
                <a:lnTo>
                  <a:pt x="91159" y="217700"/>
                </a:lnTo>
                <a:lnTo>
                  <a:pt x="91159" y="145660"/>
                </a:lnTo>
                <a:lnTo>
                  <a:pt x="69139" y="145660"/>
                </a:lnTo>
                <a:lnTo>
                  <a:pt x="69139" y="217700"/>
                </a:lnTo>
                <a:close/>
              </a:path>
              <a:path w="695960" h="1759584">
                <a:moveTo>
                  <a:pt x="34103" y="217700"/>
                </a:moveTo>
                <a:lnTo>
                  <a:pt x="56134" y="217700"/>
                </a:lnTo>
                <a:lnTo>
                  <a:pt x="56134" y="145660"/>
                </a:lnTo>
                <a:lnTo>
                  <a:pt x="34103" y="145660"/>
                </a:lnTo>
                <a:lnTo>
                  <a:pt x="34103" y="217700"/>
                </a:lnTo>
                <a:close/>
              </a:path>
              <a:path w="695960" h="1759584">
                <a:moveTo>
                  <a:pt x="209103" y="305634"/>
                </a:moveTo>
                <a:lnTo>
                  <a:pt x="231113" y="305634"/>
                </a:lnTo>
                <a:lnTo>
                  <a:pt x="231113" y="233605"/>
                </a:lnTo>
                <a:lnTo>
                  <a:pt x="209103" y="233605"/>
                </a:lnTo>
                <a:lnTo>
                  <a:pt x="209103" y="305634"/>
                </a:lnTo>
                <a:close/>
              </a:path>
              <a:path w="695960" h="1759584">
                <a:moveTo>
                  <a:pt x="174099" y="305634"/>
                </a:moveTo>
                <a:lnTo>
                  <a:pt x="196119" y="305634"/>
                </a:lnTo>
                <a:lnTo>
                  <a:pt x="196119" y="233605"/>
                </a:lnTo>
                <a:lnTo>
                  <a:pt x="174099" y="233605"/>
                </a:lnTo>
                <a:lnTo>
                  <a:pt x="174099" y="305634"/>
                </a:lnTo>
                <a:close/>
              </a:path>
              <a:path w="695960" h="1759584">
                <a:moveTo>
                  <a:pt x="139126" y="305634"/>
                </a:moveTo>
                <a:lnTo>
                  <a:pt x="161157" y="305634"/>
                </a:lnTo>
                <a:lnTo>
                  <a:pt x="161157" y="233605"/>
                </a:lnTo>
                <a:lnTo>
                  <a:pt x="139126" y="233605"/>
                </a:lnTo>
                <a:lnTo>
                  <a:pt x="139126" y="305634"/>
                </a:lnTo>
                <a:close/>
              </a:path>
              <a:path w="695960" h="1759584">
                <a:moveTo>
                  <a:pt x="104112" y="305634"/>
                </a:moveTo>
                <a:lnTo>
                  <a:pt x="126132" y="305634"/>
                </a:lnTo>
                <a:lnTo>
                  <a:pt x="126132" y="233605"/>
                </a:lnTo>
                <a:lnTo>
                  <a:pt x="104112" y="233605"/>
                </a:lnTo>
                <a:lnTo>
                  <a:pt x="104112" y="305634"/>
                </a:lnTo>
                <a:close/>
              </a:path>
              <a:path w="695960" h="1759584">
                <a:moveTo>
                  <a:pt x="69139" y="305634"/>
                </a:moveTo>
                <a:lnTo>
                  <a:pt x="91159" y="305634"/>
                </a:lnTo>
                <a:lnTo>
                  <a:pt x="91159" y="233605"/>
                </a:lnTo>
                <a:lnTo>
                  <a:pt x="69139" y="233605"/>
                </a:lnTo>
                <a:lnTo>
                  <a:pt x="69139" y="305634"/>
                </a:lnTo>
                <a:close/>
              </a:path>
              <a:path w="695960" h="1759584">
                <a:moveTo>
                  <a:pt x="34103" y="305634"/>
                </a:moveTo>
                <a:lnTo>
                  <a:pt x="56134" y="305634"/>
                </a:lnTo>
                <a:lnTo>
                  <a:pt x="56134" y="233605"/>
                </a:lnTo>
                <a:lnTo>
                  <a:pt x="34103" y="233605"/>
                </a:lnTo>
                <a:lnTo>
                  <a:pt x="34103" y="305634"/>
                </a:lnTo>
                <a:close/>
              </a:path>
              <a:path w="695960" h="1759584">
                <a:moveTo>
                  <a:pt x="209103" y="393537"/>
                </a:moveTo>
                <a:lnTo>
                  <a:pt x="231113" y="393537"/>
                </a:lnTo>
                <a:lnTo>
                  <a:pt x="231113" y="321550"/>
                </a:lnTo>
                <a:lnTo>
                  <a:pt x="209103" y="321550"/>
                </a:lnTo>
                <a:lnTo>
                  <a:pt x="209103" y="393537"/>
                </a:lnTo>
                <a:close/>
              </a:path>
              <a:path w="695960" h="1759584">
                <a:moveTo>
                  <a:pt x="174099" y="393537"/>
                </a:moveTo>
                <a:lnTo>
                  <a:pt x="196119" y="393537"/>
                </a:lnTo>
                <a:lnTo>
                  <a:pt x="196119" y="321550"/>
                </a:lnTo>
                <a:lnTo>
                  <a:pt x="174099" y="321550"/>
                </a:lnTo>
                <a:lnTo>
                  <a:pt x="174099" y="393537"/>
                </a:lnTo>
                <a:close/>
              </a:path>
              <a:path w="695960" h="1759584">
                <a:moveTo>
                  <a:pt x="139126" y="393537"/>
                </a:moveTo>
                <a:lnTo>
                  <a:pt x="161157" y="393537"/>
                </a:lnTo>
                <a:lnTo>
                  <a:pt x="161157" y="321550"/>
                </a:lnTo>
                <a:lnTo>
                  <a:pt x="139126" y="321550"/>
                </a:lnTo>
                <a:lnTo>
                  <a:pt x="139126" y="393537"/>
                </a:lnTo>
                <a:close/>
              </a:path>
              <a:path w="695960" h="1759584">
                <a:moveTo>
                  <a:pt x="104112" y="393537"/>
                </a:moveTo>
                <a:lnTo>
                  <a:pt x="126132" y="393537"/>
                </a:lnTo>
                <a:lnTo>
                  <a:pt x="126132" y="321550"/>
                </a:lnTo>
                <a:lnTo>
                  <a:pt x="104112" y="321550"/>
                </a:lnTo>
                <a:lnTo>
                  <a:pt x="104112" y="393537"/>
                </a:lnTo>
                <a:close/>
              </a:path>
              <a:path w="695960" h="1759584">
                <a:moveTo>
                  <a:pt x="69139" y="393537"/>
                </a:moveTo>
                <a:lnTo>
                  <a:pt x="91159" y="393537"/>
                </a:lnTo>
                <a:lnTo>
                  <a:pt x="91159" y="321550"/>
                </a:lnTo>
                <a:lnTo>
                  <a:pt x="69139" y="321550"/>
                </a:lnTo>
                <a:lnTo>
                  <a:pt x="69139" y="393537"/>
                </a:lnTo>
                <a:close/>
              </a:path>
              <a:path w="695960" h="1759584">
                <a:moveTo>
                  <a:pt x="34103" y="393537"/>
                </a:moveTo>
                <a:lnTo>
                  <a:pt x="56134" y="393537"/>
                </a:lnTo>
                <a:lnTo>
                  <a:pt x="56134" y="321550"/>
                </a:lnTo>
                <a:lnTo>
                  <a:pt x="34103" y="321550"/>
                </a:lnTo>
                <a:lnTo>
                  <a:pt x="34103" y="393537"/>
                </a:lnTo>
                <a:close/>
              </a:path>
              <a:path w="695960" h="1759584">
                <a:moveTo>
                  <a:pt x="209103" y="481482"/>
                </a:moveTo>
                <a:lnTo>
                  <a:pt x="231113" y="481482"/>
                </a:lnTo>
                <a:lnTo>
                  <a:pt x="231113" y="409453"/>
                </a:lnTo>
                <a:lnTo>
                  <a:pt x="209103" y="409453"/>
                </a:lnTo>
                <a:lnTo>
                  <a:pt x="209103" y="481482"/>
                </a:lnTo>
                <a:close/>
              </a:path>
              <a:path w="695960" h="1759584">
                <a:moveTo>
                  <a:pt x="174099" y="481482"/>
                </a:moveTo>
                <a:lnTo>
                  <a:pt x="196119" y="481482"/>
                </a:lnTo>
                <a:lnTo>
                  <a:pt x="196119" y="409453"/>
                </a:lnTo>
                <a:lnTo>
                  <a:pt x="174099" y="409453"/>
                </a:lnTo>
                <a:lnTo>
                  <a:pt x="174099" y="481482"/>
                </a:lnTo>
                <a:close/>
              </a:path>
              <a:path w="695960" h="1759584">
                <a:moveTo>
                  <a:pt x="139126" y="481482"/>
                </a:moveTo>
                <a:lnTo>
                  <a:pt x="161157" y="481482"/>
                </a:lnTo>
                <a:lnTo>
                  <a:pt x="161157" y="409453"/>
                </a:lnTo>
                <a:lnTo>
                  <a:pt x="139126" y="409453"/>
                </a:lnTo>
                <a:lnTo>
                  <a:pt x="139126" y="481482"/>
                </a:lnTo>
                <a:close/>
              </a:path>
              <a:path w="695960" h="1759584">
                <a:moveTo>
                  <a:pt x="104112" y="481482"/>
                </a:moveTo>
                <a:lnTo>
                  <a:pt x="126132" y="481482"/>
                </a:lnTo>
                <a:lnTo>
                  <a:pt x="126132" y="409453"/>
                </a:lnTo>
                <a:lnTo>
                  <a:pt x="104112" y="409453"/>
                </a:lnTo>
                <a:lnTo>
                  <a:pt x="104112" y="481482"/>
                </a:lnTo>
                <a:close/>
              </a:path>
              <a:path w="695960" h="1759584">
                <a:moveTo>
                  <a:pt x="69139" y="481482"/>
                </a:moveTo>
                <a:lnTo>
                  <a:pt x="91159" y="481482"/>
                </a:lnTo>
                <a:lnTo>
                  <a:pt x="91159" y="409453"/>
                </a:lnTo>
                <a:lnTo>
                  <a:pt x="69139" y="409453"/>
                </a:lnTo>
                <a:lnTo>
                  <a:pt x="69139" y="481482"/>
                </a:lnTo>
                <a:close/>
              </a:path>
              <a:path w="695960" h="1759584">
                <a:moveTo>
                  <a:pt x="34103" y="481482"/>
                </a:moveTo>
                <a:lnTo>
                  <a:pt x="56134" y="481482"/>
                </a:lnTo>
                <a:lnTo>
                  <a:pt x="56134" y="409453"/>
                </a:lnTo>
                <a:lnTo>
                  <a:pt x="34103" y="409453"/>
                </a:lnTo>
                <a:lnTo>
                  <a:pt x="34103" y="481482"/>
                </a:lnTo>
                <a:close/>
              </a:path>
            </a:pathLst>
          </a:custGeom>
          <a:ln w="10470">
            <a:solidFill>
              <a:srgbClr val="007B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5" name="object 405" descr=""/>
          <p:cNvSpPr/>
          <p:nvPr/>
        </p:nvSpPr>
        <p:spPr>
          <a:xfrm>
            <a:off x="12017414" y="7319798"/>
            <a:ext cx="863600" cy="2787650"/>
          </a:xfrm>
          <a:custGeom>
            <a:avLst/>
            <a:gdLst/>
            <a:ahLst/>
            <a:cxnLst/>
            <a:rect l="l" t="t" r="r" b="b"/>
            <a:pathLst>
              <a:path w="863600" h="2787650">
                <a:moveTo>
                  <a:pt x="0" y="2787339"/>
                </a:moveTo>
                <a:lnTo>
                  <a:pt x="863429" y="2787339"/>
                </a:lnTo>
                <a:lnTo>
                  <a:pt x="863429" y="0"/>
                </a:lnTo>
                <a:lnTo>
                  <a:pt x="0" y="0"/>
                </a:lnTo>
                <a:lnTo>
                  <a:pt x="0" y="2787339"/>
                </a:lnTo>
                <a:close/>
              </a:path>
              <a:path w="863600" h="2787650">
                <a:moveTo>
                  <a:pt x="775735" y="2720241"/>
                </a:moveTo>
                <a:lnTo>
                  <a:pt x="803064" y="2720241"/>
                </a:lnTo>
                <a:lnTo>
                  <a:pt x="803064" y="2561367"/>
                </a:lnTo>
                <a:lnTo>
                  <a:pt x="775735" y="2561367"/>
                </a:lnTo>
                <a:lnTo>
                  <a:pt x="775735" y="2720241"/>
                </a:lnTo>
                <a:close/>
              </a:path>
              <a:path w="863600" h="2787650">
                <a:moveTo>
                  <a:pt x="732354" y="2720241"/>
                </a:moveTo>
                <a:lnTo>
                  <a:pt x="759620" y="2720241"/>
                </a:lnTo>
                <a:lnTo>
                  <a:pt x="759620" y="2561367"/>
                </a:lnTo>
                <a:lnTo>
                  <a:pt x="732354" y="2561367"/>
                </a:lnTo>
                <a:lnTo>
                  <a:pt x="732354" y="2720241"/>
                </a:lnTo>
                <a:close/>
              </a:path>
              <a:path w="863600" h="2787650">
                <a:moveTo>
                  <a:pt x="688910" y="2720241"/>
                </a:moveTo>
                <a:lnTo>
                  <a:pt x="716219" y="2720241"/>
                </a:lnTo>
                <a:lnTo>
                  <a:pt x="716219" y="2561367"/>
                </a:lnTo>
                <a:lnTo>
                  <a:pt x="688910" y="2561367"/>
                </a:lnTo>
                <a:lnTo>
                  <a:pt x="688910" y="2720241"/>
                </a:lnTo>
                <a:close/>
              </a:path>
              <a:path w="863600" h="2787650">
                <a:moveTo>
                  <a:pt x="645498" y="2720241"/>
                </a:moveTo>
                <a:lnTo>
                  <a:pt x="672817" y="2720241"/>
                </a:lnTo>
                <a:lnTo>
                  <a:pt x="672817" y="2561367"/>
                </a:lnTo>
                <a:lnTo>
                  <a:pt x="645498" y="2561367"/>
                </a:lnTo>
                <a:lnTo>
                  <a:pt x="645498" y="2720241"/>
                </a:lnTo>
                <a:close/>
              </a:path>
              <a:path w="863600" h="2787650">
                <a:moveTo>
                  <a:pt x="602096" y="2720241"/>
                </a:moveTo>
                <a:lnTo>
                  <a:pt x="629415" y="2720241"/>
                </a:lnTo>
                <a:lnTo>
                  <a:pt x="629415" y="2561367"/>
                </a:lnTo>
                <a:lnTo>
                  <a:pt x="602096" y="2561367"/>
                </a:lnTo>
                <a:lnTo>
                  <a:pt x="602096" y="2720241"/>
                </a:lnTo>
                <a:close/>
              </a:path>
              <a:path w="863600" h="2787650">
                <a:moveTo>
                  <a:pt x="558653" y="2720241"/>
                </a:moveTo>
                <a:lnTo>
                  <a:pt x="585950" y="2720241"/>
                </a:lnTo>
                <a:lnTo>
                  <a:pt x="585950" y="2561367"/>
                </a:lnTo>
                <a:lnTo>
                  <a:pt x="558653" y="2561367"/>
                </a:lnTo>
                <a:lnTo>
                  <a:pt x="558653" y="2720241"/>
                </a:lnTo>
                <a:close/>
              </a:path>
              <a:path w="863600" h="2787650">
                <a:moveTo>
                  <a:pt x="775735" y="1976515"/>
                </a:moveTo>
                <a:lnTo>
                  <a:pt x="803064" y="1976515"/>
                </a:lnTo>
                <a:lnTo>
                  <a:pt x="803064" y="1862414"/>
                </a:lnTo>
                <a:lnTo>
                  <a:pt x="775735" y="1862414"/>
                </a:lnTo>
                <a:lnTo>
                  <a:pt x="775735" y="1976515"/>
                </a:lnTo>
                <a:close/>
              </a:path>
              <a:path w="863600" h="2787650">
                <a:moveTo>
                  <a:pt x="732354" y="1976515"/>
                </a:moveTo>
                <a:lnTo>
                  <a:pt x="759620" y="1976515"/>
                </a:lnTo>
                <a:lnTo>
                  <a:pt x="759620" y="1862414"/>
                </a:lnTo>
                <a:lnTo>
                  <a:pt x="732354" y="1862414"/>
                </a:lnTo>
                <a:lnTo>
                  <a:pt x="732354" y="1976515"/>
                </a:lnTo>
                <a:close/>
              </a:path>
              <a:path w="863600" h="2787650">
                <a:moveTo>
                  <a:pt x="688910" y="1976515"/>
                </a:moveTo>
                <a:lnTo>
                  <a:pt x="716219" y="1976515"/>
                </a:lnTo>
                <a:lnTo>
                  <a:pt x="716219" y="1862414"/>
                </a:lnTo>
                <a:lnTo>
                  <a:pt x="688910" y="1862414"/>
                </a:lnTo>
                <a:lnTo>
                  <a:pt x="688910" y="1976515"/>
                </a:lnTo>
                <a:close/>
              </a:path>
              <a:path w="863600" h="2787650">
                <a:moveTo>
                  <a:pt x="645498" y="1976515"/>
                </a:moveTo>
                <a:lnTo>
                  <a:pt x="672817" y="1976515"/>
                </a:lnTo>
                <a:lnTo>
                  <a:pt x="672817" y="1862414"/>
                </a:lnTo>
                <a:lnTo>
                  <a:pt x="645498" y="1862414"/>
                </a:lnTo>
                <a:lnTo>
                  <a:pt x="645498" y="1976515"/>
                </a:lnTo>
                <a:close/>
              </a:path>
              <a:path w="863600" h="2787650">
                <a:moveTo>
                  <a:pt x="602096" y="1976515"/>
                </a:moveTo>
                <a:lnTo>
                  <a:pt x="629415" y="1976515"/>
                </a:lnTo>
                <a:lnTo>
                  <a:pt x="629415" y="1862414"/>
                </a:lnTo>
                <a:lnTo>
                  <a:pt x="602096" y="1862414"/>
                </a:lnTo>
                <a:lnTo>
                  <a:pt x="602096" y="1976515"/>
                </a:lnTo>
                <a:close/>
              </a:path>
              <a:path w="863600" h="2787650">
                <a:moveTo>
                  <a:pt x="558653" y="1976515"/>
                </a:moveTo>
                <a:lnTo>
                  <a:pt x="585950" y="1976515"/>
                </a:lnTo>
                <a:lnTo>
                  <a:pt x="585950" y="1862414"/>
                </a:lnTo>
                <a:lnTo>
                  <a:pt x="558653" y="1862414"/>
                </a:lnTo>
                <a:lnTo>
                  <a:pt x="558653" y="1976515"/>
                </a:lnTo>
                <a:close/>
              </a:path>
              <a:path w="863600" h="2787650">
                <a:moveTo>
                  <a:pt x="775735" y="2115851"/>
                </a:moveTo>
                <a:lnTo>
                  <a:pt x="803064" y="2115851"/>
                </a:lnTo>
                <a:lnTo>
                  <a:pt x="803064" y="2001740"/>
                </a:lnTo>
                <a:lnTo>
                  <a:pt x="775735" y="2001740"/>
                </a:lnTo>
                <a:lnTo>
                  <a:pt x="775735" y="2115851"/>
                </a:lnTo>
                <a:close/>
              </a:path>
              <a:path w="863600" h="2787650">
                <a:moveTo>
                  <a:pt x="732354" y="2115851"/>
                </a:moveTo>
                <a:lnTo>
                  <a:pt x="759620" y="2115851"/>
                </a:lnTo>
                <a:lnTo>
                  <a:pt x="759620" y="2001740"/>
                </a:lnTo>
                <a:lnTo>
                  <a:pt x="732354" y="2001740"/>
                </a:lnTo>
                <a:lnTo>
                  <a:pt x="732354" y="2115851"/>
                </a:lnTo>
                <a:close/>
              </a:path>
              <a:path w="863600" h="2787650">
                <a:moveTo>
                  <a:pt x="688910" y="2115851"/>
                </a:moveTo>
                <a:lnTo>
                  <a:pt x="716219" y="2115851"/>
                </a:lnTo>
                <a:lnTo>
                  <a:pt x="716219" y="2001740"/>
                </a:lnTo>
                <a:lnTo>
                  <a:pt x="688910" y="2001740"/>
                </a:lnTo>
                <a:lnTo>
                  <a:pt x="688910" y="2115851"/>
                </a:lnTo>
                <a:close/>
              </a:path>
              <a:path w="863600" h="2787650">
                <a:moveTo>
                  <a:pt x="645498" y="2115851"/>
                </a:moveTo>
                <a:lnTo>
                  <a:pt x="672817" y="2115851"/>
                </a:lnTo>
                <a:lnTo>
                  <a:pt x="672817" y="2001740"/>
                </a:lnTo>
                <a:lnTo>
                  <a:pt x="645498" y="2001740"/>
                </a:lnTo>
                <a:lnTo>
                  <a:pt x="645498" y="2115851"/>
                </a:lnTo>
                <a:close/>
              </a:path>
              <a:path w="863600" h="2787650">
                <a:moveTo>
                  <a:pt x="602096" y="2115851"/>
                </a:moveTo>
                <a:lnTo>
                  <a:pt x="629415" y="2115851"/>
                </a:lnTo>
                <a:lnTo>
                  <a:pt x="629415" y="2001740"/>
                </a:lnTo>
                <a:lnTo>
                  <a:pt x="602096" y="2001740"/>
                </a:lnTo>
                <a:lnTo>
                  <a:pt x="602096" y="2115851"/>
                </a:lnTo>
                <a:close/>
              </a:path>
              <a:path w="863600" h="2787650">
                <a:moveTo>
                  <a:pt x="558653" y="2115851"/>
                </a:moveTo>
                <a:lnTo>
                  <a:pt x="585950" y="2115851"/>
                </a:lnTo>
                <a:lnTo>
                  <a:pt x="585950" y="2001740"/>
                </a:lnTo>
                <a:lnTo>
                  <a:pt x="558653" y="2001740"/>
                </a:lnTo>
                <a:lnTo>
                  <a:pt x="558653" y="2115851"/>
                </a:lnTo>
                <a:close/>
              </a:path>
              <a:path w="863600" h="2787650">
                <a:moveTo>
                  <a:pt x="775735" y="2255187"/>
                </a:moveTo>
                <a:lnTo>
                  <a:pt x="803064" y="2255187"/>
                </a:lnTo>
                <a:lnTo>
                  <a:pt x="803064" y="2141034"/>
                </a:lnTo>
                <a:lnTo>
                  <a:pt x="775735" y="2141034"/>
                </a:lnTo>
                <a:lnTo>
                  <a:pt x="775735" y="2255187"/>
                </a:lnTo>
                <a:close/>
              </a:path>
              <a:path w="863600" h="2787650">
                <a:moveTo>
                  <a:pt x="732354" y="2255187"/>
                </a:moveTo>
                <a:lnTo>
                  <a:pt x="759620" y="2255187"/>
                </a:lnTo>
                <a:lnTo>
                  <a:pt x="759620" y="2141034"/>
                </a:lnTo>
                <a:lnTo>
                  <a:pt x="732354" y="2141034"/>
                </a:lnTo>
                <a:lnTo>
                  <a:pt x="732354" y="2255187"/>
                </a:lnTo>
                <a:close/>
              </a:path>
              <a:path w="863600" h="2787650">
                <a:moveTo>
                  <a:pt x="688910" y="2255187"/>
                </a:moveTo>
                <a:lnTo>
                  <a:pt x="716219" y="2255187"/>
                </a:lnTo>
                <a:lnTo>
                  <a:pt x="716219" y="2141034"/>
                </a:lnTo>
                <a:lnTo>
                  <a:pt x="688910" y="2141034"/>
                </a:lnTo>
                <a:lnTo>
                  <a:pt x="688910" y="2255187"/>
                </a:lnTo>
                <a:close/>
              </a:path>
              <a:path w="863600" h="2787650">
                <a:moveTo>
                  <a:pt x="645498" y="2255187"/>
                </a:moveTo>
                <a:lnTo>
                  <a:pt x="672817" y="2255187"/>
                </a:lnTo>
                <a:lnTo>
                  <a:pt x="672817" y="2141034"/>
                </a:lnTo>
                <a:lnTo>
                  <a:pt x="645498" y="2141034"/>
                </a:lnTo>
                <a:lnTo>
                  <a:pt x="645498" y="2255187"/>
                </a:lnTo>
                <a:close/>
              </a:path>
              <a:path w="863600" h="2787650">
                <a:moveTo>
                  <a:pt x="602096" y="2255187"/>
                </a:moveTo>
                <a:lnTo>
                  <a:pt x="629415" y="2255187"/>
                </a:lnTo>
                <a:lnTo>
                  <a:pt x="629415" y="2141034"/>
                </a:lnTo>
                <a:lnTo>
                  <a:pt x="602096" y="2141034"/>
                </a:lnTo>
                <a:lnTo>
                  <a:pt x="602096" y="2255187"/>
                </a:lnTo>
                <a:close/>
              </a:path>
              <a:path w="863600" h="2787650">
                <a:moveTo>
                  <a:pt x="558653" y="2255187"/>
                </a:moveTo>
                <a:lnTo>
                  <a:pt x="585950" y="2255187"/>
                </a:lnTo>
                <a:lnTo>
                  <a:pt x="585950" y="2141034"/>
                </a:lnTo>
                <a:lnTo>
                  <a:pt x="558653" y="2141034"/>
                </a:lnTo>
                <a:lnTo>
                  <a:pt x="558653" y="2255187"/>
                </a:lnTo>
                <a:close/>
              </a:path>
              <a:path w="863600" h="2787650">
                <a:moveTo>
                  <a:pt x="775735" y="2394461"/>
                </a:moveTo>
                <a:lnTo>
                  <a:pt x="803064" y="2394461"/>
                </a:lnTo>
                <a:lnTo>
                  <a:pt x="803064" y="2280422"/>
                </a:lnTo>
                <a:lnTo>
                  <a:pt x="775735" y="2280422"/>
                </a:lnTo>
                <a:lnTo>
                  <a:pt x="775735" y="2394461"/>
                </a:lnTo>
                <a:close/>
              </a:path>
              <a:path w="863600" h="2787650">
                <a:moveTo>
                  <a:pt x="732354" y="2394461"/>
                </a:moveTo>
                <a:lnTo>
                  <a:pt x="759620" y="2394461"/>
                </a:lnTo>
                <a:lnTo>
                  <a:pt x="759620" y="2280422"/>
                </a:lnTo>
                <a:lnTo>
                  <a:pt x="732354" y="2280422"/>
                </a:lnTo>
                <a:lnTo>
                  <a:pt x="732354" y="2394461"/>
                </a:lnTo>
                <a:close/>
              </a:path>
              <a:path w="863600" h="2787650">
                <a:moveTo>
                  <a:pt x="688910" y="2394461"/>
                </a:moveTo>
                <a:lnTo>
                  <a:pt x="716219" y="2394461"/>
                </a:lnTo>
                <a:lnTo>
                  <a:pt x="716219" y="2280422"/>
                </a:lnTo>
                <a:lnTo>
                  <a:pt x="688910" y="2280422"/>
                </a:lnTo>
                <a:lnTo>
                  <a:pt x="688910" y="2394461"/>
                </a:lnTo>
                <a:close/>
              </a:path>
              <a:path w="863600" h="2787650">
                <a:moveTo>
                  <a:pt x="645498" y="2394461"/>
                </a:moveTo>
                <a:lnTo>
                  <a:pt x="672817" y="2394461"/>
                </a:lnTo>
                <a:lnTo>
                  <a:pt x="672817" y="2280422"/>
                </a:lnTo>
                <a:lnTo>
                  <a:pt x="645498" y="2280422"/>
                </a:lnTo>
                <a:lnTo>
                  <a:pt x="645498" y="2394461"/>
                </a:lnTo>
                <a:close/>
              </a:path>
              <a:path w="863600" h="2787650">
                <a:moveTo>
                  <a:pt x="602096" y="2394461"/>
                </a:moveTo>
                <a:lnTo>
                  <a:pt x="629415" y="2394461"/>
                </a:lnTo>
                <a:lnTo>
                  <a:pt x="629415" y="2280422"/>
                </a:lnTo>
                <a:lnTo>
                  <a:pt x="602096" y="2280422"/>
                </a:lnTo>
                <a:lnTo>
                  <a:pt x="602096" y="2394461"/>
                </a:lnTo>
                <a:close/>
              </a:path>
              <a:path w="863600" h="2787650">
                <a:moveTo>
                  <a:pt x="558653" y="2394461"/>
                </a:moveTo>
                <a:lnTo>
                  <a:pt x="585950" y="2394461"/>
                </a:lnTo>
                <a:lnTo>
                  <a:pt x="585950" y="2280422"/>
                </a:lnTo>
                <a:lnTo>
                  <a:pt x="558653" y="2280422"/>
                </a:lnTo>
                <a:lnTo>
                  <a:pt x="558653" y="2394461"/>
                </a:lnTo>
                <a:close/>
              </a:path>
              <a:path w="863600" h="2787650">
                <a:moveTo>
                  <a:pt x="775735" y="2533828"/>
                </a:moveTo>
                <a:lnTo>
                  <a:pt x="803064" y="2533828"/>
                </a:lnTo>
                <a:lnTo>
                  <a:pt x="803064" y="2419685"/>
                </a:lnTo>
                <a:lnTo>
                  <a:pt x="775735" y="2419685"/>
                </a:lnTo>
                <a:lnTo>
                  <a:pt x="775735" y="2533828"/>
                </a:lnTo>
                <a:close/>
              </a:path>
              <a:path w="863600" h="2787650">
                <a:moveTo>
                  <a:pt x="732354" y="2533828"/>
                </a:moveTo>
                <a:lnTo>
                  <a:pt x="759620" y="2533828"/>
                </a:lnTo>
                <a:lnTo>
                  <a:pt x="759620" y="2419685"/>
                </a:lnTo>
                <a:lnTo>
                  <a:pt x="732354" y="2419685"/>
                </a:lnTo>
                <a:lnTo>
                  <a:pt x="732354" y="2533828"/>
                </a:lnTo>
                <a:close/>
              </a:path>
              <a:path w="863600" h="2787650">
                <a:moveTo>
                  <a:pt x="688910" y="2533828"/>
                </a:moveTo>
                <a:lnTo>
                  <a:pt x="716219" y="2533828"/>
                </a:lnTo>
                <a:lnTo>
                  <a:pt x="716219" y="2419685"/>
                </a:lnTo>
                <a:lnTo>
                  <a:pt x="688910" y="2419685"/>
                </a:lnTo>
                <a:lnTo>
                  <a:pt x="688910" y="2533828"/>
                </a:lnTo>
                <a:close/>
              </a:path>
              <a:path w="863600" h="2787650">
                <a:moveTo>
                  <a:pt x="645498" y="2533828"/>
                </a:moveTo>
                <a:lnTo>
                  <a:pt x="672817" y="2533828"/>
                </a:lnTo>
                <a:lnTo>
                  <a:pt x="672817" y="2419685"/>
                </a:lnTo>
                <a:lnTo>
                  <a:pt x="645498" y="2419685"/>
                </a:lnTo>
                <a:lnTo>
                  <a:pt x="645498" y="2533828"/>
                </a:lnTo>
                <a:close/>
              </a:path>
              <a:path w="863600" h="2787650">
                <a:moveTo>
                  <a:pt x="602096" y="2533828"/>
                </a:moveTo>
                <a:lnTo>
                  <a:pt x="629415" y="2533828"/>
                </a:lnTo>
                <a:lnTo>
                  <a:pt x="629415" y="2419685"/>
                </a:lnTo>
                <a:lnTo>
                  <a:pt x="602096" y="2419685"/>
                </a:lnTo>
                <a:lnTo>
                  <a:pt x="602096" y="2533828"/>
                </a:lnTo>
                <a:close/>
              </a:path>
              <a:path w="863600" h="2787650">
                <a:moveTo>
                  <a:pt x="558653" y="2533828"/>
                </a:moveTo>
                <a:lnTo>
                  <a:pt x="585950" y="2533828"/>
                </a:lnTo>
                <a:lnTo>
                  <a:pt x="585950" y="2419685"/>
                </a:lnTo>
                <a:lnTo>
                  <a:pt x="558653" y="2419685"/>
                </a:lnTo>
                <a:lnTo>
                  <a:pt x="558653" y="2533828"/>
                </a:lnTo>
                <a:close/>
              </a:path>
              <a:path w="863600" h="2787650">
                <a:moveTo>
                  <a:pt x="517596" y="2720241"/>
                </a:moveTo>
                <a:lnTo>
                  <a:pt x="544957" y="2720241"/>
                </a:lnTo>
                <a:lnTo>
                  <a:pt x="544957" y="2561367"/>
                </a:lnTo>
                <a:lnTo>
                  <a:pt x="517596" y="2561367"/>
                </a:lnTo>
                <a:lnTo>
                  <a:pt x="517596" y="2720241"/>
                </a:lnTo>
                <a:close/>
              </a:path>
              <a:path w="863600" h="2787650">
                <a:moveTo>
                  <a:pt x="474236" y="2720241"/>
                </a:moveTo>
                <a:lnTo>
                  <a:pt x="501492" y="2720241"/>
                </a:lnTo>
                <a:lnTo>
                  <a:pt x="501492" y="2561367"/>
                </a:lnTo>
                <a:lnTo>
                  <a:pt x="474236" y="2561367"/>
                </a:lnTo>
                <a:lnTo>
                  <a:pt x="474236" y="2720241"/>
                </a:lnTo>
                <a:close/>
              </a:path>
              <a:path w="863600" h="2787650">
                <a:moveTo>
                  <a:pt x="430793" y="2720241"/>
                </a:moveTo>
                <a:lnTo>
                  <a:pt x="458080" y="2720241"/>
                </a:lnTo>
                <a:lnTo>
                  <a:pt x="458080" y="2561367"/>
                </a:lnTo>
                <a:lnTo>
                  <a:pt x="430793" y="2561367"/>
                </a:lnTo>
                <a:lnTo>
                  <a:pt x="430793" y="2720241"/>
                </a:lnTo>
                <a:close/>
              </a:path>
              <a:path w="863600" h="2787650">
                <a:moveTo>
                  <a:pt x="387380" y="2720241"/>
                </a:moveTo>
                <a:lnTo>
                  <a:pt x="414626" y="2720241"/>
                </a:lnTo>
                <a:lnTo>
                  <a:pt x="414626" y="2561367"/>
                </a:lnTo>
                <a:lnTo>
                  <a:pt x="387380" y="2561367"/>
                </a:lnTo>
                <a:lnTo>
                  <a:pt x="387380" y="2720241"/>
                </a:lnTo>
                <a:close/>
              </a:path>
              <a:path w="863600" h="2787650">
                <a:moveTo>
                  <a:pt x="343916" y="2720241"/>
                </a:moveTo>
                <a:lnTo>
                  <a:pt x="371224" y="2720241"/>
                </a:lnTo>
                <a:lnTo>
                  <a:pt x="371224" y="2561367"/>
                </a:lnTo>
                <a:lnTo>
                  <a:pt x="343916" y="2561367"/>
                </a:lnTo>
                <a:lnTo>
                  <a:pt x="343916" y="2720241"/>
                </a:lnTo>
                <a:close/>
              </a:path>
              <a:path w="863600" h="2787650">
                <a:moveTo>
                  <a:pt x="300524" y="2720241"/>
                </a:moveTo>
                <a:lnTo>
                  <a:pt x="327791" y="2720241"/>
                </a:lnTo>
                <a:lnTo>
                  <a:pt x="327791" y="2561367"/>
                </a:lnTo>
                <a:lnTo>
                  <a:pt x="300524" y="2561367"/>
                </a:lnTo>
                <a:lnTo>
                  <a:pt x="300524" y="2720241"/>
                </a:lnTo>
                <a:close/>
              </a:path>
              <a:path w="863600" h="2787650">
                <a:moveTo>
                  <a:pt x="517596" y="1976515"/>
                </a:moveTo>
                <a:lnTo>
                  <a:pt x="544957" y="1976515"/>
                </a:lnTo>
                <a:lnTo>
                  <a:pt x="544957" y="1862414"/>
                </a:lnTo>
                <a:lnTo>
                  <a:pt x="517596" y="1862414"/>
                </a:lnTo>
                <a:lnTo>
                  <a:pt x="517596" y="1976515"/>
                </a:lnTo>
                <a:close/>
              </a:path>
              <a:path w="863600" h="2787650">
                <a:moveTo>
                  <a:pt x="474236" y="1976515"/>
                </a:moveTo>
                <a:lnTo>
                  <a:pt x="501492" y="1976515"/>
                </a:lnTo>
                <a:lnTo>
                  <a:pt x="501492" y="1862414"/>
                </a:lnTo>
                <a:lnTo>
                  <a:pt x="474236" y="1862414"/>
                </a:lnTo>
                <a:lnTo>
                  <a:pt x="474236" y="1976515"/>
                </a:lnTo>
                <a:close/>
              </a:path>
              <a:path w="863600" h="2787650">
                <a:moveTo>
                  <a:pt x="430793" y="1976515"/>
                </a:moveTo>
                <a:lnTo>
                  <a:pt x="458080" y="1976515"/>
                </a:lnTo>
                <a:lnTo>
                  <a:pt x="458080" y="1862414"/>
                </a:lnTo>
                <a:lnTo>
                  <a:pt x="430793" y="1862414"/>
                </a:lnTo>
                <a:lnTo>
                  <a:pt x="430793" y="1976515"/>
                </a:lnTo>
                <a:close/>
              </a:path>
              <a:path w="863600" h="2787650">
                <a:moveTo>
                  <a:pt x="387380" y="1976515"/>
                </a:moveTo>
                <a:lnTo>
                  <a:pt x="414626" y="1976515"/>
                </a:lnTo>
                <a:lnTo>
                  <a:pt x="414626" y="1862414"/>
                </a:lnTo>
                <a:lnTo>
                  <a:pt x="387380" y="1862414"/>
                </a:lnTo>
                <a:lnTo>
                  <a:pt x="387380" y="1976515"/>
                </a:lnTo>
                <a:close/>
              </a:path>
              <a:path w="863600" h="2787650">
                <a:moveTo>
                  <a:pt x="343916" y="1976515"/>
                </a:moveTo>
                <a:lnTo>
                  <a:pt x="371224" y="1976515"/>
                </a:lnTo>
                <a:lnTo>
                  <a:pt x="371224" y="1862414"/>
                </a:lnTo>
                <a:lnTo>
                  <a:pt x="343916" y="1862414"/>
                </a:lnTo>
                <a:lnTo>
                  <a:pt x="343916" y="1976515"/>
                </a:lnTo>
                <a:close/>
              </a:path>
              <a:path w="863600" h="2787650">
                <a:moveTo>
                  <a:pt x="300524" y="1976515"/>
                </a:moveTo>
                <a:lnTo>
                  <a:pt x="327791" y="1976515"/>
                </a:lnTo>
                <a:lnTo>
                  <a:pt x="327791" y="1862414"/>
                </a:lnTo>
                <a:lnTo>
                  <a:pt x="300524" y="1862414"/>
                </a:lnTo>
                <a:lnTo>
                  <a:pt x="300524" y="1976515"/>
                </a:lnTo>
                <a:close/>
              </a:path>
              <a:path w="863600" h="2787650">
                <a:moveTo>
                  <a:pt x="517596" y="2115851"/>
                </a:moveTo>
                <a:lnTo>
                  <a:pt x="544957" y="2115851"/>
                </a:lnTo>
                <a:lnTo>
                  <a:pt x="544957" y="2001740"/>
                </a:lnTo>
                <a:lnTo>
                  <a:pt x="517596" y="2001740"/>
                </a:lnTo>
                <a:lnTo>
                  <a:pt x="517596" y="2115851"/>
                </a:lnTo>
                <a:close/>
              </a:path>
              <a:path w="863600" h="2787650">
                <a:moveTo>
                  <a:pt x="474236" y="2115851"/>
                </a:moveTo>
                <a:lnTo>
                  <a:pt x="501492" y="2115851"/>
                </a:lnTo>
                <a:lnTo>
                  <a:pt x="501492" y="2001740"/>
                </a:lnTo>
                <a:lnTo>
                  <a:pt x="474236" y="2001740"/>
                </a:lnTo>
                <a:lnTo>
                  <a:pt x="474236" y="2115851"/>
                </a:lnTo>
                <a:close/>
              </a:path>
              <a:path w="863600" h="2787650">
                <a:moveTo>
                  <a:pt x="430793" y="2115851"/>
                </a:moveTo>
                <a:lnTo>
                  <a:pt x="458080" y="2115851"/>
                </a:lnTo>
                <a:lnTo>
                  <a:pt x="458080" y="2001740"/>
                </a:lnTo>
                <a:lnTo>
                  <a:pt x="430793" y="2001740"/>
                </a:lnTo>
                <a:lnTo>
                  <a:pt x="430793" y="2115851"/>
                </a:lnTo>
                <a:close/>
              </a:path>
              <a:path w="863600" h="2787650">
                <a:moveTo>
                  <a:pt x="387380" y="2115851"/>
                </a:moveTo>
                <a:lnTo>
                  <a:pt x="414626" y="2115851"/>
                </a:lnTo>
                <a:lnTo>
                  <a:pt x="414626" y="2001740"/>
                </a:lnTo>
                <a:lnTo>
                  <a:pt x="387380" y="2001740"/>
                </a:lnTo>
                <a:lnTo>
                  <a:pt x="387380" y="2115851"/>
                </a:lnTo>
                <a:close/>
              </a:path>
              <a:path w="863600" h="2787650">
                <a:moveTo>
                  <a:pt x="343916" y="2115851"/>
                </a:moveTo>
                <a:lnTo>
                  <a:pt x="371224" y="2115851"/>
                </a:lnTo>
                <a:lnTo>
                  <a:pt x="371224" y="2001740"/>
                </a:lnTo>
                <a:lnTo>
                  <a:pt x="343916" y="2001740"/>
                </a:lnTo>
                <a:lnTo>
                  <a:pt x="343916" y="2115851"/>
                </a:lnTo>
                <a:close/>
              </a:path>
              <a:path w="863600" h="2787650">
                <a:moveTo>
                  <a:pt x="300524" y="2115851"/>
                </a:moveTo>
                <a:lnTo>
                  <a:pt x="327791" y="2115851"/>
                </a:lnTo>
                <a:lnTo>
                  <a:pt x="327791" y="2001740"/>
                </a:lnTo>
                <a:lnTo>
                  <a:pt x="300524" y="2001740"/>
                </a:lnTo>
                <a:lnTo>
                  <a:pt x="300524" y="2115851"/>
                </a:lnTo>
                <a:close/>
              </a:path>
              <a:path w="863600" h="2787650">
                <a:moveTo>
                  <a:pt x="517596" y="2255187"/>
                </a:moveTo>
                <a:lnTo>
                  <a:pt x="544957" y="2255187"/>
                </a:lnTo>
                <a:lnTo>
                  <a:pt x="544957" y="2141034"/>
                </a:lnTo>
                <a:lnTo>
                  <a:pt x="517596" y="2141034"/>
                </a:lnTo>
                <a:lnTo>
                  <a:pt x="517596" y="2255187"/>
                </a:lnTo>
                <a:close/>
              </a:path>
              <a:path w="863600" h="2787650">
                <a:moveTo>
                  <a:pt x="474236" y="2255187"/>
                </a:moveTo>
                <a:lnTo>
                  <a:pt x="501492" y="2255187"/>
                </a:lnTo>
                <a:lnTo>
                  <a:pt x="501492" y="2141034"/>
                </a:lnTo>
                <a:lnTo>
                  <a:pt x="474236" y="2141034"/>
                </a:lnTo>
                <a:lnTo>
                  <a:pt x="474236" y="2255187"/>
                </a:lnTo>
                <a:close/>
              </a:path>
              <a:path w="863600" h="2787650">
                <a:moveTo>
                  <a:pt x="430793" y="2255187"/>
                </a:moveTo>
                <a:lnTo>
                  <a:pt x="458080" y="2255187"/>
                </a:lnTo>
                <a:lnTo>
                  <a:pt x="458080" y="2141034"/>
                </a:lnTo>
                <a:lnTo>
                  <a:pt x="430793" y="2141034"/>
                </a:lnTo>
                <a:lnTo>
                  <a:pt x="430793" y="2255187"/>
                </a:lnTo>
                <a:close/>
              </a:path>
              <a:path w="863600" h="2787650">
                <a:moveTo>
                  <a:pt x="387380" y="2255187"/>
                </a:moveTo>
                <a:lnTo>
                  <a:pt x="414626" y="2255187"/>
                </a:lnTo>
                <a:lnTo>
                  <a:pt x="414626" y="2141034"/>
                </a:lnTo>
                <a:lnTo>
                  <a:pt x="387380" y="2141034"/>
                </a:lnTo>
                <a:lnTo>
                  <a:pt x="387380" y="2255187"/>
                </a:lnTo>
                <a:close/>
              </a:path>
              <a:path w="863600" h="2787650">
                <a:moveTo>
                  <a:pt x="343916" y="2255187"/>
                </a:moveTo>
                <a:lnTo>
                  <a:pt x="371224" y="2255187"/>
                </a:lnTo>
                <a:lnTo>
                  <a:pt x="371224" y="2141034"/>
                </a:lnTo>
                <a:lnTo>
                  <a:pt x="343916" y="2141034"/>
                </a:lnTo>
                <a:lnTo>
                  <a:pt x="343916" y="2255187"/>
                </a:lnTo>
                <a:close/>
              </a:path>
              <a:path w="863600" h="2787650">
                <a:moveTo>
                  <a:pt x="300524" y="2255187"/>
                </a:moveTo>
                <a:lnTo>
                  <a:pt x="327791" y="2255187"/>
                </a:lnTo>
                <a:lnTo>
                  <a:pt x="327791" y="2141034"/>
                </a:lnTo>
                <a:lnTo>
                  <a:pt x="300524" y="2141034"/>
                </a:lnTo>
                <a:lnTo>
                  <a:pt x="300524" y="2255187"/>
                </a:lnTo>
                <a:close/>
              </a:path>
              <a:path w="863600" h="2787650">
                <a:moveTo>
                  <a:pt x="517596" y="2394461"/>
                </a:moveTo>
                <a:lnTo>
                  <a:pt x="544957" y="2394461"/>
                </a:lnTo>
                <a:lnTo>
                  <a:pt x="544957" y="2280422"/>
                </a:lnTo>
                <a:lnTo>
                  <a:pt x="517596" y="2280422"/>
                </a:lnTo>
                <a:lnTo>
                  <a:pt x="517596" y="2394461"/>
                </a:lnTo>
                <a:close/>
              </a:path>
              <a:path w="863600" h="2787650">
                <a:moveTo>
                  <a:pt x="474236" y="2394461"/>
                </a:moveTo>
                <a:lnTo>
                  <a:pt x="501492" y="2394461"/>
                </a:lnTo>
                <a:lnTo>
                  <a:pt x="501492" y="2280422"/>
                </a:lnTo>
                <a:lnTo>
                  <a:pt x="474236" y="2280422"/>
                </a:lnTo>
                <a:lnTo>
                  <a:pt x="474236" y="2394461"/>
                </a:lnTo>
                <a:close/>
              </a:path>
              <a:path w="863600" h="2787650">
                <a:moveTo>
                  <a:pt x="430793" y="2394461"/>
                </a:moveTo>
                <a:lnTo>
                  <a:pt x="458080" y="2394461"/>
                </a:lnTo>
                <a:lnTo>
                  <a:pt x="458080" y="2280422"/>
                </a:lnTo>
                <a:lnTo>
                  <a:pt x="430793" y="2280422"/>
                </a:lnTo>
                <a:lnTo>
                  <a:pt x="430793" y="2394461"/>
                </a:lnTo>
                <a:close/>
              </a:path>
              <a:path w="863600" h="2787650">
                <a:moveTo>
                  <a:pt x="387380" y="2394461"/>
                </a:moveTo>
                <a:lnTo>
                  <a:pt x="414626" y="2394461"/>
                </a:lnTo>
                <a:lnTo>
                  <a:pt x="414626" y="2280422"/>
                </a:lnTo>
                <a:lnTo>
                  <a:pt x="387380" y="2280422"/>
                </a:lnTo>
                <a:lnTo>
                  <a:pt x="387380" y="2394461"/>
                </a:lnTo>
                <a:close/>
              </a:path>
              <a:path w="863600" h="2787650">
                <a:moveTo>
                  <a:pt x="343916" y="2394461"/>
                </a:moveTo>
                <a:lnTo>
                  <a:pt x="371224" y="2394461"/>
                </a:lnTo>
                <a:lnTo>
                  <a:pt x="371224" y="2280422"/>
                </a:lnTo>
                <a:lnTo>
                  <a:pt x="343916" y="2280422"/>
                </a:lnTo>
                <a:lnTo>
                  <a:pt x="343916" y="2394461"/>
                </a:lnTo>
                <a:close/>
              </a:path>
              <a:path w="863600" h="2787650">
                <a:moveTo>
                  <a:pt x="300524" y="2394461"/>
                </a:moveTo>
                <a:lnTo>
                  <a:pt x="327791" y="2394461"/>
                </a:lnTo>
                <a:lnTo>
                  <a:pt x="327791" y="2280422"/>
                </a:lnTo>
                <a:lnTo>
                  <a:pt x="300524" y="2280422"/>
                </a:lnTo>
                <a:lnTo>
                  <a:pt x="300524" y="2394461"/>
                </a:lnTo>
                <a:close/>
              </a:path>
              <a:path w="863600" h="2787650">
                <a:moveTo>
                  <a:pt x="517596" y="2533828"/>
                </a:moveTo>
                <a:lnTo>
                  <a:pt x="544957" y="2533828"/>
                </a:lnTo>
                <a:lnTo>
                  <a:pt x="544957" y="2419685"/>
                </a:lnTo>
                <a:lnTo>
                  <a:pt x="517596" y="2419685"/>
                </a:lnTo>
                <a:lnTo>
                  <a:pt x="517596" y="2533828"/>
                </a:lnTo>
                <a:close/>
              </a:path>
              <a:path w="863600" h="2787650">
                <a:moveTo>
                  <a:pt x="474236" y="2533828"/>
                </a:moveTo>
                <a:lnTo>
                  <a:pt x="501492" y="2533828"/>
                </a:lnTo>
                <a:lnTo>
                  <a:pt x="501492" y="2419685"/>
                </a:lnTo>
                <a:lnTo>
                  <a:pt x="474236" y="2419685"/>
                </a:lnTo>
                <a:lnTo>
                  <a:pt x="474236" y="2533828"/>
                </a:lnTo>
                <a:close/>
              </a:path>
              <a:path w="863600" h="2787650">
                <a:moveTo>
                  <a:pt x="430793" y="2533828"/>
                </a:moveTo>
                <a:lnTo>
                  <a:pt x="458080" y="2533828"/>
                </a:lnTo>
                <a:lnTo>
                  <a:pt x="458080" y="2419685"/>
                </a:lnTo>
                <a:lnTo>
                  <a:pt x="430793" y="2419685"/>
                </a:lnTo>
                <a:lnTo>
                  <a:pt x="430793" y="2533828"/>
                </a:lnTo>
                <a:close/>
              </a:path>
              <a:path w="863600" h="2787650">
                <a:moveTo>
                  <a:pt x="387380" y="2533828"/>
                </a:moveTo>
                <a:lnTo>
                  <a:pt x="414626" y="2533828"/>
                </a:lnTo>
                <a:lnTo>
                  <a:pt x="414626" y="2419685"/>
                </a:lnTo>
                <a:lnTo>
                  <a:pt x="387380" y="2419685"/>
                </a:lnTo>
                <a:lnTo>
                  <a:pt x="387380" y="2533828"/>
                </a:lnTo>
                <a:close/>
              </a:path>
              <a:path w="863600" h="2787650">
                <a:moveTo>
                  <a:pt x="343916" y="2533828"/>
                </a:moveTo>
                <a:lnTo>
                  <a:pt x="371224" y="2533828"/>
                </a:lnTo>
                <a:lnTo>
                  <a:pt x="371224" y="2419685"/>
                </a:lnTo>
                <a:lnTo>
                  <a:pt x="343916" y="2419685"/>
                </a:lnTo>
                <a:lnTo>
                  <a:pt x="343916" y="2533828"/>
                </a:lnTo>
                <a:close/>
              </a:path>
              <a:path w="863600" h="2787650">
                <a:moveTo>
                  <a:pt x="300524" y="2533828"/>
                </a:moveTo>
                <a:lnTo>
                  <a:pt x="327791" y="2533828"/>
                </a:lnTo>
                <a:lnTo>
                  <a:pt x="327791" y="2419685"/>
                </a:lnTo>
                <a:lnTo>
                  <a:pt x="300524" y="2419685"/>
                </a:lnTo>
                <a:lnTo>
                  <a:pt x="300524" y="2533828"/>
                </a:lnTo>
                <a:close/>
              </a:path>
              <a:path w="863600" h="2787650">
                <a:moveTo>
                  <a:pt x="259499" y="2720241"/>
                </a:moveTo>
                <a:lnTo>
                  <a:pt x="286787" y="2720241"/>
                </a:lnTo>
                <a:lnTo>
                  <a:pt x="286787" y="2561367"/>
                </a:lnTo>
                <a:lnTo>
                  <a:pt x="259499" y="2561367"/>
                </a:lnTo>
                <a:lnTo>
                  <a:pt x="259499" y="2720241"/>
                </a:lnTo>
                <a:close/>
              </a:path>
              <a:path w="863600" h="2787650">
                <a:moveTo>
                  <a:pt x="216035" y="2720241"/>
                </a:moveTo>
                <a:lnTo>
                  <a:pt x="243374" y="2720241"/>
                </a:lnTo>
                <a:lnTo>
                  <a:pt x="243374" y="2561367"/>
                </a:lnTo>
                <a:lnTo>
                  <a:pt x="216035" y="2561367"/>
                </a:lnTo>
                <a:lnTo>
                  <a:pt x="216035" y="2720241"/>
                </a:lnTo>
                <a:close/>
              </a:path>
              <a:path w="863600" h="2787650">
                <a:moveTo>
                  <a:pt x="129200" y="2720241"/>
                </a:moveTo>
                <a:lnTo>
                  <a:pt x="156560" y="2720241"/>
                </a:lnTo>
                <a:lnTo>
                  <a:pt x="156560" y="2561367"/>
                </a:lnTo>
                <a:lnTo>
                  <a:pt x="129200" y="2561367"/>
                </a:lnTo>
                <a:lnTo>
                  <a:pt x="129200" y="2720241"/>
                </a:lnTo>
                <a:close/>
              </a:path>
              <a:path w="863600" h="2787650">
                <a:moveTo>
                  <a:pt x="85798" y="2720241"/>
                </a:moveTo>
                <a:lnTo>
                  <a:pt x="113085" y="2720241"/>
                </a:lnTo>
                <a:lnTo>
                  <a:pt x="113085" y="2561367"/>
                </a:lnTo>
                <a:lnTo>
                  <a:pt x="85798" y="2561367"/>
                </a:lnTo>
                <a:lnTo>
                  <a:pt x="85798" y="2720241"/>
                </a:lnTo>
                <a:close/>
              </a:path>
              <a:path w="863600" h="2787650">
                <a:moveTo>
                  <a:pt x="42333" y="2720241"/>
                </a:moveTo>
                <a:lnTo>
                  <a:pt x="69641" y="2720241"/>
                </a:lnTo>
                <a:lnTo>
                  <a:pt x="69641" y="2561367"/>
                </a:lnTo>
                <a:lnTo>
                  <a:pt x="42333" y="2561367"/>
                </a:lnTo>
                <a:lnTo>
                  <a:pt x="42333" y="2720241"/>
                </a:lnTo>
                <a:close/>
              </a:path>
              <a:path w="863600" h="2787650">
                <a:moveTo>
                  <a:pt x="259499" y="1976515"/>
                </a:moveTo>
                <a:lnTo>
                  <a:pt x="286787" y="1976515"/>
                </a:lnTo>
                <a:lnTo>
                  <a:pt x="286787" y="1862414"/>
                </a:lnTo>
                <a:lnTo>
                  <a:pt x="259499" y="1862414"/>
                </a:lnTo>
                <a:lnTo>
                  <a:pt x="259499" y="1976515"/>
                </a:lnTo>
                <a:close/>
              </a:path>
              <a:path w="863600" h="2787650">
                <a:moveTo>
                  <a:pt x="216035" y="1976515"/>
                </a:moveTo>
                <a:lnTo>
                  <a:pt x="243374" y="1976515"/>
                </a:lnTo>
                <a:lnTo>
                  <a:pt x="243374" y="1862414"/>
                </a:lnTo>
                <a:lnTo>
                  <a:pt x="216035" y="1862414"/>
                </a:lnTo>
                <a:lnTo>
                  <a:pt x="216035" y="1976515"/>
                </a:lnTo>
                <a:close/>
              </a:path>
              <a:path w="863600" h="2787650">
                <a:moveTo>
                  <a:pt x="129200" y="1976515"/>
                </a:moveTo>
                <a:lnTo>
                  <a:pt x="156560" y="1976515"/>
                </a:lnTo>
                <a:lnTo>
                  <a:pt x="156560" y="1862414"/>
                </a:lnTo>
                <a:lnTo>
                  <a:pt x="129200" y="1862414"/>
                </a:lnTo>
                <a:lnTo>
                  <a:pt x="129200" y="1976515"/>
                </a:lnTo>
                <a:close/>
              </a:path>
              <a:path w="863600" h="2787650">
                <a:moveTo>
                  <a:pt x="85798" y="1976515"/>
                </a:moveTo>
                <a:lnTo>
                  <a:pt x="113085" y="1976515"/>
                </a:lnTo>
                <a:lnTo>
                  <a:pt x="113085" y="1862414"/>
                </a:lnTo>
                <a:lnTo>
                  <a:pt x="85798" y="1862414"/>
                </a:lnTo>
                <a:lnTo>
                  <a:pt x="85798" y="1976515"/>
                </a:lnTo>
                <a:close/>
              </a:path>
              <a:path w="863600" h="2787650">
                <a:moveTo>
                  <a:pt x="42333" y="1976515"/>
                </a:moveTo>
                <a:lnTo>
                  <a:pt x="69641" y="1976515"/>
                </a:lnTo>
                <a:lnTo>
                  <a:pt x="69641" y="1862414"/>
                </a:lnTo>
                <a:lnTo>
                  <a:pt x="42333" y="1862414"/>
                </a:lnTo>
                <a:lnTo>
                  <a:pt x="42333" y="1976515"/>
                </a:lnTo>
                <a:close/>
              </a:path>
              <a:path w="863600" h="2787650">
                <a:moveTo>
                  <a:pt x="259499" y="2115851"/>
                </a:moveTo>
                <a:lnTo>
                  <a:pt x="286787" y="2115851"/>
                </a:lnTo>
                <a:lnTo>
                  <a:pt x="286787" y="2001740"/>
                </a:lnTo>
                <a:lnTo>
                  <a:pt x="259499" y="2001740"/>
                </a:lnTo>
                <a:lnTo>
                  <a:pt x="259499" y="2115851"/>
                </a:lnTo>
                <a:close/>
              </a:path>
              <a:path w="863600" h="2787650">
                <a:moveTo>
                  <a:pt x="216035" y="2115851"/>
                </a:moveTo>
                <a:lnTo>
                  <a:pt x="243374" y="2115851"/>
                </a:lnTo>
                <a:lnTo>
                  <a:pt x="243374" y="2001740"/>
                </a:lnTo>
                <a:lnTo>
                  <a:pt x="216035" y="2001740"/>
                </a:lnTo>
                <a:lnTo>
                  <a:pt x="216035" y="2115851"/>
                </a:lnTo>
                <a:close/>
              </a:path>
              <a:path w="863600" h="2787650">
                <a:moveTo>
                  <a:pt x="129200" y="2115851"/>
                </a:moveTo>
                <a:lnTo>
                  <a:pt x="156560" y="2115851"/>
                </a:lnTo>
                <a:lnTo>
                  <a:pt x="156560" y="2001740"/>
                </a:lnTo>
                <a:lnTo>
                  <a:pt x="129200" y="2001740"/>
                </a:lnTo>
                <a:lnTo>
                  <a:pt x="129200" y="2115851"/>
                </a:lnTo>
                <a:close/>
              </a:path>
              <a:path w="863600" h="2787650">
                <a:moveTo>
                  <a:pt x="85798" y="2115851"/>
                </a:moveTo>
                <a:lnTo>
                  <a:pt x="113085" y="2115851"/>
                </a:lnTo>
                <a:lnTo>
                  <a:pt x="113085" y="2001740"/>
                </a:lnTo>
                <a:lnTo>
                  <a:pt x="85798" y="2001740"/>
                </a:lnTo>
                <a:lnTo>
                  <a:pt x="85798" y="2115851"/>
                </a:lnTo>
                <a:close/>
              </a:path>
              <a:path w="863600" h="2787650">
                <a:moveTo>
                  <a:pt x="42333" y="2115851"/>
                </a:moveTo>
                <a:lnTo>
                  <a:pt x="69641" y="2115851"/>
                </a:lnTo>
                <a:lnTo>
                  <a:pt x="69641" y="2001740"/>
                </a:lnTo>
                <a:lnTo>
                  <a:pt x="42333" y="2001740"/>
                </a:lnTo>
                <a:lnTo>
                  <a:pt x="42333" y="2115851"/>
                </a:lnTo>
                <a:close/>
              </a:path>
              <a:path w="863600" h="2787650">
                <a:moveTo>
                  <a:pt x="259499" y="2255187"/>
                </a:moveTo>
                <a:lnTo>
                  <a:pt x="286787" y="2255187"/>
                </a:lnTo>
                <a:lnTo>
                  <a:pt x="286787" y="2141034"/>
                </a:lnTo>
                <a:lnTo>
                  <a:pt x="259499" y="2141034"/>
                </a:lnTo>
                <a:lnTo>
                  <a:pt x="259499" y="2255187"/>
                </a:lnTo>
                <a:close/>
              </a:path>
              <a:path w="863600" h="2787650">
                <a:moveTo>
                  <a:pt x="216035" y="2255187"/>
                </a:moveTo>
                <a:lnTo>
                  <a:pt x="243374" y="2255187"/>
                </a:lnTo>
                <a:lnTo>
                  <a:pt x="243374" y="2141034"/>
                </a:lnTo>
                <a:lnTo>
                  <a:pt x="216035" y="2141034"/>
                </a:lnTo>
                <a:lnTo>
                  <a:pt x="216035" y="2255187"/>
                </a:lnTo>
                <a:close/>
              </a:path>
              <a:path w="863600" h="2787650">
                <a:moveTo>
                  <a:pt x="129200" y="2255187"/>
                </a:moveTo>
                <a:lnTo>
                  <a:pt x="156560" y="2255187"/>
                </a:lnTo>
                <a:lnTo>
                  <a:pt x="156560" y="2141034"/>
                </a:lnTo>
                <a:lnTo>
                  <a:pt x="129200" y="2141034"/>
                </a:lnTo>
                <a:lnTo>
                  <a:pt x="129200" y="2255187"/>
                </a:lnTo>
                <a:close/>
              </a:path>
              <a:path w="863600" h="2787650">
                <a:moveTo>
                  <a:pt x="85798" y="2255187"/>
                </a:moveTo>
                <a:lnTo>
                  <a:pt x="113085" y="2255187"/>
                </a:lnTo>
                <a:lnTo>
                  <a:pt x="113085" y="2141034"/>
                </a:lnTo>
                <a:lnTo>
                  <a:pt x="85798" y="2141034"/>
                </a:lnTo>
                <a:lnTo>
                  <a:pt x="85798" y="2255187"/>
                </a:lnTo>
                <a:close/>
              </a:path>
              <a:path w="863600" h="2787650">
                <a:moveTo>
                  <a:pt x="42333" y="2255187"/>
                </a:moveTo>
                <a:lnTo>
                  <a:pt x="69641" y="2255187"/>
                </a:lnTo>
                <a:lnTo>
                  <a:pt x="69641" y="2141034"/>
                </a:lnTo>
                <a:lnTo>
                  <a:pt x="42333" y="2141034"/>
                </a:lnTo>
                <a:lnTo>
                  <a:pt x="42333" y="2255187"/>
                </a:lnTo>
                <a:close/>
              </a:path>
              <a:path w="863600" h="2787650">
                <a:moveTo>
                  <a:pt x="259499" y="2394461"/>
                </a:moveTo>
                <a:lnTo>
                  <a:pt x="286787" y="2394461"/>
                </a:lnTo>
                <a:lnTo>
                  <a:pt x="286787" y="2280422"/>
                </a:lnTo>
                <a:lnTo>
                  <a:pt x="259499" y="2280422"/>
                </a:lnTo>
                <a:lnTo>
                  <a:pt x="259499" y="2394461"/>
                </a:lnTo>
                <a:close/>
              </a:path>
              <a:path w="863600" h="2787650">
                <a:moveTo>
                  <a:pt x="216035" y="2394461"/>
                </a:moveTo>
                <a:lnTo>
                  <a:pt x="243374" y="2394461"/>
                </a:lnTo>
                <a:lnTo>
                  <a:pt x="243374" y="2280422"/>
                </a:lnTo>
                <a:lnTo>
                  <a:pt x="216035" y="2280422"/>
                </a:lnTo>
                <a:lnTo>
                  <a:pt x="216035" y="2394461"/>
                </a:lnTo>
                <a:close/>
              </a:path>
              <a:path w="863600" h="2787650">
                <a:moveTo>
                  <a:pt x="129200" y="2394461"/>
                </a:moveTo>
                <a:lnTo>
                  <a:pt x="156560" y="2394461"/>
                </a:lnTo>
                <a:lnTo>
                  <a:pt x="156560" y="2280422"/>
                </a:lnTo>
                <a:lnTo>
                  <a:pt x="129200" y="2280422"/>
                </a:lnTo>
                <a:lnTo>
                  <a:pt x="129200" y="2394461"/>
                </a:lnTo>
                <a:close/>
              </a:path>
              <a:path w="863600" h="2787650">
                <a:moveTo>
                  <a:pt x="85798" y="2394461"/>
                </a:moveTo>
                <a:lnTo>
                  <a:pt x="113085" y="2394461"/>
                </a:lnTo>
                <a:lnTo>
                  <a:pt x="113085" y="2280422"/>
                </a:lnTo>
                <a:lnTo>
                  <a:pt x="85798" y="2280422"/>
                </a:lnTo>
                <a:lnTo>
                  <a:pt x="85798" y="2394461"/>
                </a:lnTo>
                <a:close/>
              </a:path>
              <a:path w="863600" h="2787650">
                <a:moveTo>
                  <a:pt x="42333" y="2394461"/>
                </a:moveTo>
                <a:lnTo>
                  <a:pt x="69641" y="2394461"/>
                </a:lnTo>
                <a:lnTo>
                  <a:pt x="69641" y="2280422"/>
                </a:lnTo>
                <a:lnTo>
                  <a:pt x="42333" y="2280422"/>
                </a:lnTo>
                <a:lnTo>
                  <a:pt x="42333" y="2394461"/>
                </a:lnTo>
                <a:close/>
              </a:path>
              <a:path w="863600" h="2787650">
                <a:moveTo>
                  <a:pt x="259499" y="2533828"/>
                </a:moveTo>
                <a:lnTo>
                  <a:pt x="286787" y="2533828"/>
                </a:lnTo>
                <a:lnTo>
                  <a:pt x="286787" y="2419685"/>
                </a:lnTo>
                <a:lnTo>
                  <a:pt x="259499" y="2419685"/>
                </a:lnTo>
                <a:lnTo>
                  <a:pt x="259499" y="2533828"/>
                </a:lnTo>
                <a:close/>
              </a:path>
              <a:path w="863600" h="2787650">
                <a:moveTo>
                  <a:pt x="216035" y="2533828"/>
                </a:moveTo>
                <a:lnTo>
                  <a:pt x="243374" y="2533828"/>
                </a:lnTo>
                <a:lnTo>
                  <a:pt x="243374" y="2419685"/>
                </a:lnTo>
                <a:lnTo>
                  <a:pt x="216035" y="2419685"/>
                </a:lnTo>
                <a:lnTo>
                  <a:pt x="216035" y="2533828"/>
                </a:lnTo>
                <a:close/>
              </a:path>
              <a:path w="863600" h="2787650">
                <a:moveTo>
                  <a:pt x="129200" y="2533828"/>
                </a:moveTo>
                <a:lnTo>
                  <a:pt x="156560" y="2533828"/>
                </a:lnTo>
                <a:lnTo>
                  <a:pt x="156560" y="2419685"/>
                </a:lnTo>
                <a:lnTo>
                  <a:pt x="129200" y="2419685"/>
                </a:lnTo>
                <a:lnTo>
                  <a:pt x="129200" y="2533828"/>
                </a:lnTo>
                <a:close/>
              </a:path>
              <a:path w="863600" h="2787650">
                <a:moveTo>
                  <a:pt x="85798" y="2533828"/>
                </a:moveTo>
                <a:lnTo>
                  <a:pt x="113085" y="2533828"/>
                </a:lnTo>
                <a:lnTo>
                  <a:pt x="113085" y="2419685"/>
                </a:lnTo>
                <a:lnTo>
                  <a:pt x="85798" y="2419685"/>
                </a:lnTo>
                <a:lnTo>
                  <a:pt x="85798" y="2533828"/>
                </a:lnTo>
                <a:close/>
              </a:path>
              <a:path w="863600" h="2787650">
                <a:moveTo>
                  <a:pt x="42333" y="2533828"/>
                </a:moveTo>
                <a:lnTo>
                  <a:pt x="69641" y="2533828"/>
                </a:lnTo>
                <a:lnTo>
                  <a:pt x="69641" y="2419685"/>
                </a:lnTo>
                <a:lnTo>
                  <a:pt x="42333" y="2419685"/>
                </a:lnTo>
                <a:lnTo>
                  <a:pt x="42333" y="2533828"/>
                </a:lnTo>
                <a:close/>
              </a:path>
              <a:path w="863600" h="2787650">
                <a:moveTo>
                  <a:pt x="775735" y="1834771"/>
                </a:moveTo>
                <a:lnTo>
                  <a:pt x="803064" y="1834771"/>
                </a:lnTo>
                <a:lnTo>
                  <a:pt x="803064" y="1675917"/>
                </a:lnTo>
                <a:lnTo>
                  <a:pt x="775735" y="1675917"/>
                </a:lnTo>
                <a:lnTo>
                  <a:pt x="775735" y="1834771"/>
                </a:lnTo>
                <a:close/>
              </a:path>
              <a:path w="863600" h="2787650">
                <a:moveTo>
                  <a:pt x="732354" y="1834771"/>
                </a:moveTo>
                <a:lnTo>
                  <a:pt x="759620" y="1834771"/>
                </a:lnTo>
                <a:lnTo>
                  <a:pt x="759620" y="1675917"/>
                </a:lnTo>
                <a:lnTo>
                  <a:pt x="732354" y="1675917"/>
                </a:lnTo>
                <a:lnTo>
                  <a:pt x="732354" y="1834771"/>
                </a:lnTo>
                <a:close/>
              </a:path>
              <a:path w="863600" h="2787650">
                <a:moveTo>
                  <a:pt x="688910" y="1834771"/>
                </a:moveTo>
                <a:lnTo>
                  <a:pt x="716219" y="1834771"/>
                </a:lnTo>
                <a:lnTo>
                  <a:pt x="716219" y="1675917"/>
                </a:lnTo>
                <a:lnTo>
                  <a:pt x="688910" y="1675917"/>
                </a:lnTo>
                <a:lnTo>
                  <a:pt x="688910" y="1834771"/>
                </a:lnTo>
                <a:close/>
              </a:path>
              <a:path w="863600" h="2787650">
                <a:moveTo>
                  <a:pt x="645498" y="1834771"/>
                </a:moveTo>
                <a:lnTo>
                  <a:pt x="672817" y="1834771"/>
                </a:lnTo>
                <a:lnTo>
                  <a:pt x="672817" y="1675917"/>
                </a:lnTo>
                <a:lnTo>
                  <a:pt x="645498" y="1675917"/>
                </a:lnTo>
                <a:lnTo>
                  <a:pt x="645498" y="1834771"/>
                </a:lnTo>
                <a:close/>
              </a:path>
              <a:path w="863600" h="2787650">
                <a:moveTo>
                  <a:pt x="602096" y="1834771"/>
                </a:moveTo>
                <a:lnTo>
                  <a:pt x="629415" y="1834771"/>
                </a:lnTo>
                <a:lnTo>
                  <a:pt x="629415" y="1675917"/>
                </a:lnTo>
                <a:lnTo>
                  <a:pt x="602096" y="1675917"/>
                </a:lnTo>
                <a:lnTo>
                  <a:pt x="602096" y="1834771"/>
                </a:lnTo>
                <a:close/>
              </a:path>
              <a:path w="863600" h="2787650">
                <a:moveTo>
                  <a:pt x="558653" y="1834771"/>
                </a:moveTo>
                <a:lnTo>
                  <a:pt x="585950" y="1834771"/>
                </a:lnTo>
                <a:lnTo>
                  <a:pt x="585950" y="1675917"/>
                </a:lnTo>
                <a:lnTo>
                  <a:pt x="558653" y="1675917"/>
                </a:lnTo>
                <a:lnTo>
                  <a:pt x="558653" y="1834771"/>
                </a:lnTo>
                <a:close/>
              </a:path>
              <a:path w="863600" h="2787650">
                <a:moveTo>
                  <a:pt x="775735" y="1091055"/>
                </a:moveTo>
                <a:lnTo>
                  <a:pt x="803064" y="1091055"/>
                </a:lnTo>
                <a:lnTo>
                  <a:pt x="803064" y="976965"/>
                </a:lnTo>
                <a:lnTo>
                  <a:pt x="775735" y="976965"/>
                </a:lnTo>
                <a:lnTo>
                  <a:pt x="775735" y="1091055"/>
                </a:lnTo>
                <a:close/>
              </a:path>
              <a:path w="863600" h="2787650">
                <a:moveTo>
                  <a:pt x="732354" y="1091055"/>
                </a:moveTo>
                <a:lnTo>
                  <a:pt x="759620" y="1091055"/>
                </a:lnTo>
                <a:lnTo>
                  <a:pt x="759620" y="976965"/>
                </a:lnTo>
                <a:lnTo>
                  <a:pt x="732354" y="976965"/>
                </a:lnTo>
                <a:lnTo>
                  <a:pt x="732354" y="1091055"/>
                </a:lnTo>
                <a:close/>
              </a:path>
              <a:path w="863600" h="2787650">
                <a:moveTo>
                  <a:pt x="688910" y="1091055"/>
                </a:moveTo>
                <a:lnTo>
                  <a:pt x="716219" y="1091055"/>
                </a:lnTo>
                <a:lnTo>
                  <a:pt x="716219" y="976965"/>
                </a:lnTo>
                <a:lnTo>
                  <a:pt x="688910" y="976965"/>
                </a:lnTo>
                <a:lnTo>
                  <a:pt x="688910" y="1091055"/>
                </a:lnTo>
                <a:close/>
              </a:path>
              <a:path w="863600" h="2787650">
                <a:moveTo>
                  <a:pt x="645498" y="1091055"/>
                </a:moveTo>
                <a:lnTo>
                  <a:pt x="672817" y="1091055"/>
                </a:lnTo>
                <a:lnTo>
                  <a:pt x="672817" y="976965"/>
                </a:lnTo>
                <a:lnTo>
                  <a:pt x="645498" y="976965"/>
                </a:lnTo>
                <a:lnTo>
                  <a:pt x="645498" y="1091055"/>
                </a:lnTo>
                <a:close/>
              </a:path>
              <a:path w="863600" h="2787650">
                <a:moveTo>
                  <a:pt x="602096" y="1091055"/>
                </a:moveTo>
                <a:lnTo>
                  <a:pt x="629415" y="1091055"/>
                </a:lnTo>
                <a:lnTo>
                  <a:pt x="629415" y="976965"/>
                </a:lnTo>
                <a:lnTo>
                  <a:pt x="602096" y="976965"/>
                </a:lnTo>
                <a:lnTo>
                  <a:pt x="602096" y="1091055"/>
                </a:lnTo>
                <a:close/>
              </a:path>
              <a:path w="863600" h="2787650">
                <a:moveTo>
                  <a:pt x="558653" y="1091055"/>
                </a:moveTo>
                <a:lnTo>
                  <a:pt x="585950" y="1091055"/>
                </a:lnTo>
                <a:lnTo>
                  <a:pt x="585950" y="976965"/>
                </a:lnTo>
                <a:lnTo>
                  <a:pt x="558653" y="976965"/>
                </a:lnTo>
                <a:lnTo>
                  <a:pt x="558653" y="1091055"/>
                </a:lnTo>
                <a:close/>
              </a:path>
              <a:path w="863600" h="2787650">
                <a:moveTo>
                  <a:pt x="775735" y="1230391"/>
                </a:moveTo>
                <a:lnTo>
                  <a:pt x="803064" y="1230391"/>
                </a:lnTo>
                <a:lnTo>
                  <a:pt x="803064" y="1116238"/>
                </a:lnTo>
                <a:lnTo>
                  <a:pt x="775735" y="1116238"/>
                </a:lnTo>
                <a:lnTo>
                  <a:pt x="775735" y="1230391"/>
                </a:lnTo>
                <a:close/>
              </a:path>
              <a:path w="863600" h="2787650">
                <a:moveTo>
                  <a:pt x="732354" y="1230391"/>
                </a:moveTo>
                <a:lnTo>
                  <a:pt x="759620" y="1230391"/>
                </a:lnTo>
                <a:lnTo>
                  <a:pt x="759620" y="1116238"/>
                </a:lnTo>
                <a:lnTo>
                  <a:pt x="732354" y="1116238"/>
                </a:lnTo>
                <a:lnTo>
                  <a:pt x="732354" y="1230391"/>
                </a:lnTo>
                <a:close/>
              </a:path>
              <a:path w="863600" h="2787650">
                <a:moveTo>
                  <a:pt x="688910" y="1230391"/>
                </a:moveTo>
                <a:lnTo>
                  <a:pt x="716219" y="1230391"/>
                </a:lnTo>
                <a:lnTo>
                  <a:pt x="716219" y="1116238"/>
                </a:lnTo>
                <a:lnTo>
                  <a:pt x="688910" y="1116238"/>
                </a:lnTo>
                <a:lnTo>
                  <a:pt x="688910" y="1230391"/>
                </a:lnTo>
                <a:close/>
              </a:path>
              <a:path w="863600" h="2787650">
                <a:moveTo>
                  <a:pt x="645498" y="1230391"/>
                </a:moveTo>
                <a:lnTo>
                  <a:pt x="672817" y="1230391"/>
                </a:lnTo>
                <a:lnTo>
                  <a:pt x="672817" y="1116238"/>
                </a:lnTo>
                <a:lnTo>
                  <a:pt x="645498" y="1116238"/>
                </a:lnTo>
                <a:lnTo>
                  <a:pt x="645498" y="1230391"/>
                </a:lnTo>
                <a:close/>
              </a:path>
              <a:path w="863600" h="2787650">
                <a:moveTo>
                  <a:pt x="602096" y="1230391"/>
                </a:moveTo>
                <a:lnTo>
                  <a:pt x="629415" y="1230391"/>
                </a:lnTo>
                <a:lnTo>
                  <a:pt x="629415" y="1116238"/>
                </a:lnTo>
                <a:lnTo>
                  <a:pt x="602096" y="1116238"/>
                </a:lnTo>
                <a:lnTo>
                  <a:pt x="602096" y="1230391"/>
                </a:lnTo>
                <a:close/>
              </a:path>
              <a:path w="863600" h="2787650">
                <a:moveTo>
                  <a:pt x="558653" y="1230391"/>
                </a:moveTo>
                <a:lnTo>
                  <a:pt x="585950" y="1230391"/>
                </a:lnTo>
                <a:lnTo>
                  <a:pt x="585950" y="1116238"/>
                </a:lnTo>
                <a:lnTo>
                  <a:pt x="558653" y="1116238"/>
                </a:lnTo>
                <a:lnTo>
                  <a:pt x="558653" y="1230391"/>
                </a:lnTo>
                <a:close/>
              </a:path>
              <a:path w="863600" h="2787650">
                <a:moveTo>
                  <a:pt x="775735" y="1369696"/>
                </a:moveTo>
                <a:lnTo>
                  <a:pt x="803064" y="1369696"/>
                </a:lnTo>
                <a:lnTo>
                  <a:pt x="803064" y="1255595"/>
                </a:lnTo>
                <a:lnTo>
                  <a:pt x="775735" y="1255595"/>
                </a:lnTo>
                <a:lnTo>
                  <a:pt x="775735" y="1369696"/>
                </a:lnTo>
                <a:close/>
              </a:path>
              <a:path w="863600" h="2787650">
                <a:moveTo>
                  <a:pt x="732354" y="1369696"/>
                </a:moveTo>
                <a:lnTo>
                  <a:pt x="759620" y="1369696"/>
                </a:lnTo>
                <a:lnTo>
                  <a:pt x="759620" y="1255595"/>
                </a:lnTo>
                <a:lnTo>
                  <a:pt x="732354" y="1255595"/>
                </a:lnTo>
                <a:lnTo>
                  <a:pt x="732354" y="1369696"/>
                </a:lnTo>
                <a:close/>
              </a:path>
              <a:path w="863600" h="2787650">
                <a:moveTo>
                  <a:pt x="688910" y="1369696"/>
                </a:moveTo>
                <a:lnTo>
                  <a:pt x="716219" y="1369696"/>
                </a:lnTo>
                <a:lnTo>
                  <a:pt x="716219" y="1255595"/>
                </a:lnTo>
                <a:lnTo>
                  <a:pt x="688910" y="1255595"/>
                </a:lnTo>
                <a:lnTo>
                  <a:pt x="688910" y="1369696"/>
                </a:lnTo>
                <a:close/>
              </a:path>
              <a:path w="863600" h="2787650">
                <a:moveTo>
                  <a:pt x="645498" y="1369696"/>
                </a:moveTo>
                <a:lnTo>
                  <a:pt x="672817" y="1369696"/>
                </a:lnTo>
                <a:lnTo>
                  <a:pt x="672817" y="1255595"/>
                </a:lnTo>
                <a:lnTo>
                  <a:pt x="645498" y="1255595"/>
                </a:lnTo>
                <a:lnTo>
                  <a:pt x="645498" y="1369696"/>
                </a:lnTo>
                <a:close/>
              </a:path>
              <a:path w="863600" h="2787650">
                <a:moveTo>
                  <a:pt x="602096" y="1369696"/>
                </a:moveTo>
                <a:lnTo>
                  <a:pt x="629415" y="1369696"/>
                </a:lnTo>
                <a:lnTo>
                  <a:pt x="629415" y="1255595"/>
                </a:lnTo>
                <a:lnTo>
                  <a:pt x="602096" y="1255595"/>
                </a:lnTo>
                <a:lnTo>
                  <a:pt x="602096" y="1369696"/>
                </a:lnTo>
                <a:close/>
              </a:path>
              <a:path w="863600" h="2787650">
                <a:moveTo>
                  <a:pt x="558653" y="1369696"/>
                </a:moveTo>
                <a:lnTo>
                  <a:pt x="585950" y="1369696"/>
                </a:lnTo>
                <a:lnTo>
                  <a:pt x="585950" y="1255595"/>
                </a:lnTo>
                <a:lnTo>
                  <a:pt x="558653" y="1255595"/>
                </a:lnTo>
                <a:lnTo>
                  <a:pt x="558653" y="1369696"/>
                </a:lnTo>
                <a:close/>
              </a:path>
              <a:path w="863600" h="2787650">
                <a:moveTo>
                  <a:pt x="775735" y="1509011"/>
                </a:moveTo>
                <a:lnTo>
                  <a:pt x="803064" y="1509011"/>
                </a:lnTo>
                <a:lnTo>
                  <a:pt x="803064" y="1394920"/>
                </a:lnTo>
                <a:lnTo>
                  <a:pt x="775735" y="1394920"/>
                </a:lnTo>
                <a:lnTo>
                  <a:pt x="775735" y="1509011"/>
                </a:lnTo>
                <a:close/>
              </a:path>
              <a:path w="863600" h="2787650">
                <a:moveTo>
                  <a:pt x="732354" y="1509011"/>
                </a:moveTo>
                <a:lnTo>
                  <a:pt x="759620" y="1509011"/>
                </a:lnTo>
                <a:lnTo>
                  <a:pt x="759620" y="1394920"/>
                </a:lnTo>
                <a:lnTo>
                  <a:pt x="732354" y="1394920"/>
                </a:lnTo>
                <a:lnTo>
                  <a:pt x="732354" y="1509011"/>
                </a:lnTo>
                <a:close/>
              </a:path>
              <a:path w="863600" h="2787650">
                <a:moveTo>
                  <a:pt x="688910" y="1509011"/>
                </a:moveTo>
                <a:lnTo>
                  <a:pt x="716219" y="1509011"/>
                </a:lnTo>
                <a:lnTo>
                  <a:pt x="716219" y="1394920"/>
                </a:lnTo>
                <a:lnTo>
                  <a:pt x="688910" y="1394920"/>
                </a:lnTo>
                <a:lnTo>
                  <a:pt x="688910" y="1509011"/>
                </a:lnTo>
                <a:close/>
              </a:path>
              <a:path w="863600" h="2787650">
                <a:moveTo>
                  <a:pt x="645498" y="1509011"/>
                </a:moveTo>
                <a:lnTo>
                  <a:pt x="672817" y="1509011"/>
                </a:lnTo>
                <a:lnTo>
                  <a:pt x="672817" y="1394920"/>
                </a:lnTo>
                <a:lnTo>
                  <a:pt x="645498" y="1394920"/>
                </a:lnTo>
                <a:lnTo>
                  <a:pt x="645498" y="1509011"/>
                </a:lnTo>
                <a:close/>
              </a:path>
              <a:path w="863600" h="2787650">
                <a:moveTo>
                  <a:pt x="602096" y="1509011"/>
                </a:moveTo>
                <a:lnTo>
                  <a:pt x="629415" y="1509011"/>
                </a:lnTo>
                <a:lnTo>
                  <a:pt x="629415" y="1394920"/>
                </a:lnTo>
                <a:lnTo>
                  <a:pt x="602096" y="1394920"/>
                </a:lnTo>
                <a:lnTo>
                  <a:pt x="602096" y="1509011"/>
                </a:lnTo>
                <a:close/>
              </a:path>
              <a:path w="863600" h="2787650">
                <a:moveTo>
                  <a:pt x="558653" y="1509011"/>
                </a:moveTo>
                <a:lnTo>
                  <a:pt x="585950" y="1509011"/>
                </a:lnTo>
                <a:lnTo>
                  <a:pt x="585950" y="1394920"/>
                </a:lnTo>
                <a:lnTo>
                  <a:pt x="558653" y="1394920"/>
                </a:lnTo>
                <a:lnTo>
                  <a:pt x="558653" y="1509011"/>
                </a:lnTo>
                <a:close/>
              </a:path>
              <a:path w="863600" h="2787650">
                <a:moveTo>
                  <a:pt x="775735" y="1648326"/>
                </a:moveTo>
                <a:lnTo>
                  <a:pt x="803064" y="1648326"/>
                </a:lnTo>
                <a:lnTo>
                  <a:pt x="803064" y="1534236"/>
                </a:lnTo>
                <a:lnTo>
                  <a:pt x="775735" y="1534236"/>
                </a:lnTo>
                <a:lnTo>
                  <a:pt x="775735" y="1648326"/>
                </a:lnTo>
                <a:close/>
              </a:path>
              <a:path w="863600" h="2787650">
                <a:moveTo>
                  <a:pt x="732354" y="1648326"/>
                </a:moveTo>
                <a:lnTo>
                  <a:pt x="759620" y="1648326"/>
                </a:lnTo>
                <a:lnTo>
                  <a:pt x="759620" y="1534236"/>
                </a:lnTo>
                <a:lnTo>
                  <a:pt x="732354" y="1534236"/>
                </a:lnTo>
                <a:lnTo>
                  <a:pt x="732354" y="1648326"/>
                </a:lnTo>
                <a:close/>
              </a:path>
              <a:path w="863600" h="2787650">
                <a:moveTo>
                  <a:pt x="688910" y="1648326"/>
                </a:moveTo>
                <a:lnTo>
                  <a:pt x="716219" y="1648326"/>
                </a:lnTo>
                <a:lnTo>
                  <a:pt x="716219" y="1534236"/>
                </a:lnTo>
                <a:lnTo>
                  <a:pt x="688910" y="1534236"/>
                </a:lnTo>
                <a:lnTo>
                  <a:pt x="688910" y="1648326"/>
                </a:lnTo>
                <a:close/>
              </a:path>
              <a:path w="863600" h="2787650">
                <a:moveTo>
                  <a:pt x="645498" y="1648326"/>
                </a:moveTo>
                <a:lnTo>
                  <a:pt x="672817" y="1648326"/>
                </a:lnTo>
                <a:lnTo>
                  <a:pt x="672817" y="1534236"/>
                </a:lnTo>
                <a:lnTo>
                  <a:pt x="645498" y="1534236"/>
                </a:lnTo>
                <a:lnTo>
                  <a:pt x="645498" y="1648326"/>
                </a:lnTo>
                <a:close/>
              </a:path>
              <a:path w="863600" h="2787650">
                <a:moveTo>
                  <a:pt x="602096" y="1648326"/>
                </a:moveTo>
                <a:lnTo>
                  <a:pt x="629415" y="1648326"/>
                </a:lnTo>
                <a:lnTo>
                  <a:pt x="629415" y="1534236"/>
                </a:lnTo>
                <a:lnTo>
                  <a:pt x="602096" y="1534236"/>
                </a:lnTo>
                <a:lnTo>
                  <a:pt x="602096" y="1648326"/>
                </a:lnTo>
                <a:close/>
              </a:path>
              <a:path w="863600" h="2787650">
                <a:moveTo>
                  <a:pt x="558653" y="1648326"/>
                </a:moveTo>
                <a:lnTo>
                  <a:pt x="585950" y="1648326"/>
                </a:lnTo>
                <a:lnTo>
                  <a:pt x="585950" y="1534236"/>
                </a:lnTo>
                <a:lnTo>
                  <a:pt x="558653" y="1534236"/>
                </a:lnTo>
                <a:lnTo>
                  <a:pt x="558653" y="1648326"/>
                </a:lnTo>
                <a:close/>
              </a:path>
              <a:path w="863600" h="2787650">
                <a:moveTo>
                  <a:pt x="517596" y="1834771"/>
                </a:moveTo>
                <a:lnTo>
                  <a:pt x="544957" y="1834771"/>
                </a:lnTo>
                <a:lnTo>
                  <a:pt x="544957" y="1675917"/>
                </a:lnTo>
                <a:lnTo>
                  <a:pt x="517596" y="1675917"/>
                </a:lnTo>
                <a:lnTo>
                  <a:pt x="517596" y="1834771"/>
                </a:lnTo>
                <a:close/>
              </a:path>
              <a:path w="863600" h="2787650">
                <a:moveTo>
                  <a:pt x="474236" y="1834771"/>
                </a:moveTo>
                <a:lnTo>
                  <a:pt x="501492" y="1834771"/>
                </a:lnTo>
                <a:lnTo>
                  <a:pt x="501492" y="1675917"/>
                </a:lnTo>
                <a:lnTo>
                  <a:pt x="474236" y="1675917"/>
                </a:lnTo>
                <a:lnTo>
                  <a:pt x="474236" y="1834771"/>
                </a:lnTo>
                <a:close/>
              </a:path>
              <a:path w="863600" h="2787650">
                <a:moveTo>
                  <a:pt x="430793" y="1834771"/>
                </a:moveTo>
                <a:lnTo>
                  <a:pt x="458080" y="1834771"/>
                </a:lnTo>
                <a:lnTo>
                  <a:pt x="458080" y="1675917"/>
                </a:lnTo>
                <a:lnTo>
                  <a:pt x="430793" y="1675917"/>
                </a:lnTo>
                <a:lnTo>
                  <a:pt x="430793" y="1834771"/>
                </a:lnTo>
                <a:close/>
              </a:path>
              <a:path w="863600" h="2787650">
                <a:moveTo>
                  <a:pt x="387380" y="1834771"/>
                </a:moveTo>
                <a:lnTo>
                  <a:pt x="414626" y="1834771"/>
                </a:lnTo>
                <a:lnTo>
                  <a:pt x="414626" y="1675917"/>
                </a:lnTo>
                <a:lnTo>
                  <a:pt x="387380" y="1675917"/>
                </a:lnTo>
                <a:lnTo>
                  <a:pt x="387380" y="1834771"/>
                </a:lnTo>
                <a:close/>
              </a:path>
              <a:path w="863600" h="2787650">
                <a:moveTo>
                  <a:pt x="343916" y="1834771"/>
                </a:moveTo>
                <a:lnTo>
                  <a:pt x="371224" y="1834771"/>
                </a:lnTo>
                <a:lnTo>
                  <a:pt x="371224" y="1675917"/>
                </a:lnTo>
                <a:lnTo>
                  <a:pt x="343916" y="1675917"/>
                </a:lnTo>
                <a:lnTo>
                  <a:pt x="343916" y="1834771"/>
                </a:lnTo>
                <a:close/>
              </a:path>
              <a:path w="863600" h="2787650">
                <a:moveTo>
                  <a:pt x="300524" y="1834771"/>
                </a:moveTo>
                <a:lnTo>
                  <a:pt x="327791" y="1834771"/>
                </a:lnTo>
                <a:lnTo>
                  <a:pt x="327791" y="1675917"/>
                </a:lnTo>
                <a:lnTo>
                  <a:pt x="300524" y="1675917"/>
                </a:lnTo>
                <a:lnTo>
                  <a:pt x="300524" y="1834771"/>
                </a:lnTo>
                <a:close/>
              </a:path>
              <a:path w="863600" h="2787650">
                <a:moveTo>
                  <a:pt x="517596" y="1091055"/>
                </a:moveTo>
                <a:lnTo>
                  <a:pt x="544957" y="1091055"/>
                </a:lnTo>
                <a:lnTo>
                  <a:pt x="544957" y="976965"/>
                </a:lnTo>
                <a:lnTo>
                  <a:pt x="517596" y="976965"/>
                </a:lnTo>
                <a:lnTo>
                  <a:pt x="517596" y="1091055"/>
                </a:lnTo>
                <a:close/>
              </a:path>
              <a:path w="863600" h="2787650">
                <a:moveTo>
                  <a:pt x="474236" y="1091055"/>
                </a:moveTo>
                <a:lnTo>
                  <a:pt x="501492" y="1091055"/>
                </a:lnTo>
                <a:lnTo>
                  <a:pt x="501492" y="976965"/>
                </a:lnTo>
                <a:lnTo>
                  <a:pt x="474236" y="976965"/>
                </a:lnTo>
                <a:lnTo>
                  <a:pt x="474236" y="1091055"/>
                </a:lnTo>
                <a:close/>
              </a:path>
              <a:path w="863600" h="2787650">
                <a:moveTo>
                  <a:pt x="430793" y="1091055"/>
                </a:moveTo>
                <a:lnTo>
                  <a:pt x="458080" y="1091055"/>
                </a:lnTo>
                <a:lnTo>
                  <a:pt x="458080" y="976965"/>
                </a:lnTo>
                <a:lnTo>
                  <a:pt x="430793" y="976965"/>
                </a:lnTo>
                <a:lnTo>
                  <a:pt x="430793" y="1091055"/>
                </a:lnTo>
                <a:close/>
              </a:path>
              <a:path w="863600" h="2787650">
                <a:moveTo>
                  <a:pt x="387380" y="1091055"/>
                </a:moveTo>
                <a:lnTo>
                  <a:pt x="414626" y="1091055"/>
                </a:lnTo>
                <a:lnTo>
                  <a:pt x="414626" y="976965"/>
                </a:lnTo>
                <a:lnTo>
                  <a:pt x="387380" y="976965"/>
                </a:lnTo>
                <a:lnTo>
                  <a:pt x="387380" y="1091055"/>
                </a:lnTo>
                <a:close/>
              </a:path>
              <a:path w="863600" h="2787650">
                <a:moveTo>
                  <a:pt x="343916" y="1091055"/>
                </a:moveTo>
                <a:lnTo>
                  <a:pt x="371224" y="1091055"/>
                </a:lnTo>
                <a:lnTo>
                  <a:pt x="371224" y="976965"/>
                </a:lnTo>
                <a:lnTo>
                  <a:pt x="343916" y="976965"/>
                </a:lnTo>
                <a:lnTo>
                  <a:pt x="343916" y="1091055"/>
                </a:lnTo>
                <a:close/>
              </a:path>
              <a:path w="863600" h="2787650">
                <a:moveTo>
                  <a:pt x="300524" y="1091055"/>
                </a:moveTo>
                <a:lnTo>
                  <a:pt x="327791" y="1091055"/>
                </a:lnTo>
                <a:lnTo>
                  <a:pt x="327791" y="976965"/>
                </a:lnTo>
                <a:lnTo>
                  <a:pt x="300524" y="976965"/>
                </a:lnTo>
                <a:lnTo>
                  <a:pt x="300524" y="1091055"/>
                </a:lnTo>
                <a:close/>
              </a:path>
              <a:path w="863600" h="2787650">
                <a:moveTo>
                  <a:pt x="517596" y="1230391"/>
                </a:moveTo>
                <a:lnTo>
                  <a:pt x="544957" y="1230391"/>
                </a:lnTo>
                <a:lnTo>
                  <a:pt x="544957" y="1116238"/>
                </a:lnTo>
                <a:lnTo>
                  <a:pt x="517596" y="1116238"/>
                </a:lnTo>
                <a:lnTo>
                  <a:pt x="517596" y="1230391"/>
                </a:lnTo>
                <a:close/>
              </a:path>
              <a:path w="863600" h="2787650">
                <a:moveTo>
                  <a:pt x="474236" y="1230391"/>
                </a:moveTo>
                <a:lnTo>
                  <a:pt x="501492" y="1230391"/>
                </a:lnTo>
                <a:lnTo>
                  <a:pt x="501492" y="1116238"/>
                </a:lnTo>
                <a:lnTo>
                  <a:pt x="474236" y="1116238"/>
                </a:lnTo>
                <a:lnTo>
                  <a:pt x="474236" y="1230391"/>
                </a:lnTo>
                <a:close/>
              </a:path>
              <a:path w="863600" h="2787650">
                <a:moveTo>
                  <a:pt x="430793" y="1230391"/>
                </a:moveTo>
                <a:lnTo>
                  <a:pt x="458080" y="1230391"/>
                </a:lnTo>
                <a:lnTo>
                  <a:pt x="458080" y="1116238"/>
                </a:lnTo>
                <a:lnTo>
                  <a:pt x="430793" y="1116238"/>
                </a:lnTo>
                <a:lnTo>
                  <a:pt x="430793" y="1230391"/>
                </a:lnTo>
                <a:close/>
              </a:path>
              <a:path w="863600" h="2787650">
                <a:moveTo>
                  <a:pt x="387380" y="1230391"/>
                </a:moveTo>
                <a:lnTo>
                  <a:pt x="414626" y="1230391"/>
                </a:lnTo>
                <a:lnTo>
                  <a:pt x="414626" y="1116238"/>
                </a:lnTo>
                <a:lnTo>
                  <a:pt x="387380" y="1116238"/>
                </a:lnTo>
                <a:lnTo>
                  <a:pt x="387380" y="1230391"/>
                </a:lnTo>
                <a:close/>
              </a:path>
              <a:path w="863600" h="2787650">
                <a:moveTo>
                  <a:pt x="343916" y="1230391"/>
                </a:moveTo>
                <a:lnTo>
                  <a:pt x="371224" y="1230391"/>
                </a:lnTo>
                <a:lnTo>
                  <a:pt x="371224" y="1116238"/>
                </a:lnTo>
                <a:lnTo>
                  <a:pt x="343916" y="1116238"/>
                </a:lnTo>
                <a:lnTo>
                  <a:pt x="343916" y="1230391"/>
                </a:lnTo>
                <a:close/>
              </a:path>
              <a:path w="863600" h="2787650">
                <a:moveTo>
                  <a:pt x="300524" y="1230391"/>
                </a:moveTo>
                <a:lnTo>
                  <a:pt x="327791" y="1230391"/>
                </a:lnTo>
                <a:lnTo>
                  <a:pt x="327791" y="1116238"/>
                </a:lnTo>
                <a:lnTo>
                  <a:pt x="300524" y="1116238"/>
                </a:lnTo>
                <a:lnTo>
                  <a:pt x="300524" y="1230391"/>
                </a:lnTo>
                <a:close/>
              </a:path>
              <a:path w="863600" h="2787650">
                <a:moveTo>
                  <a:pt x="517596" y="1369696"/>
                </a:moveTo>
                <a:lnTo>
                  <a:pt x="544957" y="1369696"/>
                </a:lnTo>
                <a:lnTo>
                  <a:pt x="544957" y="1255595"/>
                </a:lnTo>
                <a:lnTo>
                  <a:pt x="517596" y="1255595"/>
                </a:lnTo>
                <a:lnTo>
                  <a:pt x="517596" y="1369696"/>
                </a:lnTo>
                <a:close/>
              </a:path>
              <a:path w="863600" h="2787650">
                <a:moveTo>
                  <a:pt x="474236" y="1369696"/>
                </a:moveTo>
                <a:lnTo>
                  <a:pt x="501492" y="1369696"/>
                </a:lnTo>
                <a:lnTo>
                  <a:pt x="501492" y="1255595"/>
                </a:lnTo>
                <a:lnTo>
                  <a:pt x="474236" y="1255595"/>
                </a:lnTo>
                <a:lnTo>
                  <a:pt x="474236" y="1369696"/>
                </a:lnTo>
                <a:close/>
              </a:path>
              <a:path w="863600" h="2787650">
                <a:moveTo>
                  <a:pt x="430793" y="1369696"/>
                </a:moveTo>
                <a:lnTo>
                  <a:pt x="458080" y="1369696"/>
                </a:lnTo>
                <a:lnTo>
                  <a:pt x="458080" y="1255595"/>
                </a:lnTo>
                <a:lnTo>
                  <a:pt x="430793" y="1255595"/>
                </a:lnTo>
                <a:lnTo>
                  <a:pt x="430793" y="1369696"/>
                </a:lnTo>
                <a:close/>
              </a:path>
              <a:path w="863600" h="2787650">
                <a:moveTo>
                  <a:pt x="387380" y="1369696"/>
                </a:moveTo>
                <a:lnTo>
                  <a:pt x="414626" y="1369696"/>
                </a:lnTo>
                <a:lnTo>
                  <a:pt x="414626" y="1255595"/>
                </a:lnTo>
                <a:lnTo>
                  <a:pt x="387380" y="1255595"/>
                </a:lnTo>
                <a:lnTo>
                  <a:pt x="387380" y="1369696"/>
                </a:lnTo>
                <a:close/>
              </a:path>
              <a:path w="863600" h="2787650">
                <a:moveTo>
                  <a:pt x="343916" y="1369696"/>
                </a:moveTo>
                <a:lnTo>
                  <a:pt x="371224" y="1369696"/>
                </a:lnTo>
                <a:lnTo>
                  <a:pt x="371224" y="1255595"/>
                </a:lnTo>
                <a:lnTo>
                  <a:pt x="343916" y="1255595"/>
                </a:lnTo>
                <a:lnTo>
                  <a:pt x="343916" y="1369696"/>
                </a:lnTo>
                <a:close/>
              </a:path>
              <a:path w="863600" h="2787650">
                <a:moveTo>
                  <a:pt x="300524" y="1369696"/>
                </a:moveTo>
                <a:lnTo>
                  <a:pt x="327791" y="1369696"/>
                </a:lnTo>
                <a:lnTo>
                  <a:pt x="327791" y="1255595"/>
                </a:lnTo>
                <a:lnTo>
                  <a:pt x="300524" y="1255595"/>
                </a:lnTo>
                <a:lnTo>
                  <a:pt x="300524" y="1369696"/>
                </a:lnTo>
                <a:close/>
              </a:path>
              <a:path w="863600" h="2787650">
                <a:moveTo>
                  <a:pt x="517596" y="1509011"/>
                </a:moveTo>
                <a:lnTo>
                  <a:pt x="544957" y="1509011"/>
                </a:lnTo>
                <a:lnTo>
                  <a:pt x="544957" y="1394920"/>
                </a:lnTo>
                <a:lnTo>
                  <a:pt x="517596" y="1394920"/>
                </a:lnTo>
                <a:lnTo>
                  <a:pt x="517596" y="1509011"/>
                </a:lnTo>
                <a:close/>
              </a:path>
              <a:path w="863600" h="2787650">
                <a:moveTo>
                  <a:pt x="474236" y="1509011"/>
                </a:moveTo>
                <a:lnTo>
                  <a:pt x="501492" y="1509011"/>
                </a:lnTo>
                <a:lnTo>
                  <a:pt x="501492" y="1394920"/>
                </a:lnTo>
                <a:lnTo>
                  <a:pt x="474236" y="1394920"/>
                </a:lnTo>
                <a:lnTo>
                  <a:pt x="474236" y="1509011"/>
                </a:lnTo>
                <a:close/>
              </a:path>
              <a:path w="863600" h="2787650">
                <a:moveTo>
                  <a:pt x="430793" y="1509011"/>
                </a:moveTo>
                <a:lnTo>
                  <a:pt x="458080" y="1509011"/>
                </a:lnTo>
                <a:lnTo>
                  <a:pt x="458080" y="1394920"/>
                </a:lnTo>
                <a:lnTo>
                  <a:pt x="430793" y="1394920"/>
                </a:lnTo>
                <a:lnTo>
                  <a:pt x="430793" y="1509011"/>
                </a:lnTo>
                <a:close/>
              </a:path>
              <a:path w="863600" h="2787650">
                <a:moveTo>
                  <a:pt x="387380" y="1509011"/>
                </a:moveTo>
                <a:lnTo>
                  <a:pt x="414626" y="1509011"/>
                </a:lnTo>
                <a:lnTo>
                  <a:pt x="414626" y="1394920"/>
                </a:lnTo>
                <a:lnTo>
                  <a:pt x="387380" y="1394920"/>
                </a:lnTo>
                <a:lnTo>
                  <a:pt x="387380" y="1509011"/>
                </a:lnTo>
                <a:close/>
              </a:path>
              <a:path w="863600" h="2787650">
                <a:moveTo>
                  <a:pt x="343916" y="1509011"/>
                </a:moveTo>
                <a:lnTo>
                  <a:pt x="371224" y="1509011"/>
                </a:lnTo>
                <a:lnTo>
                  <a:pt x="371224" y="1394920"/>
                </a:lnTo>
                <a:lnTo>
                  <a:pt x="343916" y="1394920"/>
                </a:lnTo>
                <a:lnTo>
                  <a:pt x="343916" y="1509011"/>
                </a:lnTo>
                <a:close/>
              </a:path>
              <a:path w="863600" h="2787650">
                <a:moveTo>
                  <a:pt x="300524" y="1509011"/>
                </a:moveTo>
                <a:lnTo>
                  <a:pt x="327791" y="1509011"/>
                </a:lnTo>
                <a:lnTo>
                  <a:pt x="327791" y="1394920"/>
                </a:lnTo>
                <a:lnTo>
                  <a:pt x="300524" y="1394920"/>
                </a:lnTo>
                <a:lnTo>
                  <a:pt x="300524" y="1509011"/>
                </a:lnTo>
                <a:close/>
              </a:path>
              <a:path w="863600" h="2787650">
                <a:moveTo>
                  <a:pt x="517596" y="1648326"/>
                </a:moveTo>
                <a:lnTo>
                  <a:pt x="544957" y="1648326"/>
                </a:lnTo>
                <a:lnTo>
                  <a:pt x="544957" y="1534236"/>
                </a:lnTo>
                <a:lnTo>
                  <a:pt x="517596" y="1534236"/>
                </a:lnTo>
                <a:lnTo>
                  <a:pt x="517596" y="1648326"/>
                </a:lnTo>
                <a:close/>
              </a:path>
              <a:path w="863600" h="2787650">
                <a:moveTo>
                  <a:pt x="474236" y="1648326"/>
                </a:moveTo>
                <a:lnTo>
                  <a:pt x="501492" y="1648326"/>
                </a:lnTo>
                <a:lnTo>
                  <a:pt x="501492" y="1534236"/>
                </a:lnTo>
                <a:lnTo>
                  <a:pt x="474236" y="1534236"/>
                </a:lnTo>
                <a:lnTo>
                  <a:pt x="474236" y="1648326"/>
                </a:lnTo>
                <a:close/>
              </a:path>
              <a:path w="863600" h="2787650">
                <a:moveTo>
                  <a:pt x="430793" y="1648326"/>
                </a:moveTo>
                <a:lnTo>
                  <a:pt x="458080" y="1648326"/>
                </a:lnTo>
                <a:lnTo>
                  <a:pt x="458080" y="1534236"/>
                </a:lnTo>
                <a:lnTo>
                  <a:pt x="430793" y="1534236"/>
                </a:lnTo>
                <a:lnTo>
                  <a:pt x="430793" y="1648326"/>
                </a:lnTo>
                <a:close/>
              </a:path>
              <a:path w="863600" h="2787650">
                <a:moveTo>
                  <a:pt x="387380" y="1648326"/>
                </a:moveTo>
                <a:lnTo>
                  <a:pt x="414626" y="1648326"/>
                </a:lnTo>
                <a:lnTo>
                  <a:pt x="414626" y="1534236"/>
                </a:lnTo>
                <a:lnTo>
                  <a:pt x="387380" y="1534236"/>
                </a:lnTo>
                <a:lnTo>
                  <a:pt x="387380" y="1648326"/>
                </a:lnTo>
                <a:close/>
              </a:path>
              <a:path w="863600" h="2787650">
                <a:moveTo>
                  <a:pt x="343916" y="1648326"/>
                </a:moveTo>
                <a:lnTo>
                  <a:pt x="371224" y="1648326"/>
                </a:lnTo>
                <a:lnTo>
                  <a:pt x="371224" y="1534236"/>
                </a:lnTo>
                <a:lnTo>
                  <a:pt x="343916" y="1534236"/>
                </a:lnTo>
                <a:lnTo>
                  <a:pt x="343916" y="1648326"/>
                </a:lnTo>
                <a:close/>
              </a:path>
              <a:path w="863600" h="2787650">
                <a:moveTo>
                  <a:pt x="300524" y="1648326"/>
                </a:moveTo>
                <a:lnTo>
                  <a:pt x="327791" y="1648326"/>
                </a:lnTo>
                <a:lnTo>
                  <a:pt x="327791" y="1534236"/>
                </a:lnTo>
                <a:lnTo>
                  <a:pt x="300524" y="1534236"/>
                </a:lnTo>
                <a:lnTo>
                  <a:pt x="300524" y="1648326"/>
                </a:lnTo>
                <a:close/>
              </a:path>
              <a:path w="863600" h="2787650">
                <a:moveTo>
                  <a:pt x="259499" y="1834771"/>
                </a:moveTo>
                <a:lnTo>
                  <a:pt x="286787" y="1834771"/>
                </a:lnTo>
                <a:lnTo>
                  <a:pt x="286787" y="1675917"/>
                </a:lnTo>
                <a:lnTo>
                  <a:pt x="259499" y="1675917"/>
                </a:lnTo>
                <a:lnTo>
                  <a:pt x="259499" y="1834771"/>
                </a:lnTo>
                <a:close/>
              </a:path>
              <a:path w="863600" h="2787650">
                <a:moveTo>
                  <a:pt x="216035" y="1834771"/>
                </a:moveTo>
                <a:lnTo>
                  <a:pt x="243374" y="1834771"/>
                </a:lnTo>
                <a:lnTo>
                  <a:pt x="243374" y="1675917"/>
                </a:lnTo>
                <a:lnTo>
                  <a:pt x="216035" y="1675917"/>
                </a:lnTo>
                <a:lnTo>
                  <a:pt x="216035" y="1834771"/>
                </a:lnTo>
                <a:close/>
              </a:path>
              <a:path w="863600" h="2787650">
                <a:moveTo>
                  <a:pt x="129200" y="1834771"/>
                </a:moveTo>
                <a:lnTo>
                  <a:pt x="156560" y="1834771"/>
                </a:lnTo>
                <a:lnTo>
                  <a:pt x="156560" y="1675917"/>
                </a:lnTo>
                <a:lnTo>
                  <a:pt x="129200" y="1675917"/>
                </a:lnTo>
                <a:lnTo>
                  <a:pt x="129200" y="1834771"/>
                </a:lnTo>
                <a:close/>
              </a:path>
              <a:path w="863600" h="2787650">
                <a:moveTo>
                  <a:pt x="85798" y="1834771"/>
                </a:moveTo>
                <a:lnTo>
                  <a:pt x="113085" y="1834771"/>
                </a:lnTo>
                <a:lnTo>
                  <a:pt x="113085" y="1675917"/>
                </a:lnTo>
                <a:lnTo>
                  <a:pt x="85798" y="1675917"/>
                </a:lnTo>
                <a:lnTo>
                  <a:pt x="85798" y="1834771"/>
                </a:lnTo>
                <a:close/>
              </a:path>
              <a:path w="863600" h="2787650">
                <a:moveTo>
                  <a:pt x="42333" y="1834771"/>
                </a:moveTo>
                <a:lnTo>
                  <a:pt x="69641" y="1834771"/>
                </a:lnTo>
                <a:lnTo>
                  <a:pt x="69641" y="1675917"/>
                </a:lnTo>
                <a:lnTo>
                  <a:pt x="42333" y="1675917"/>
                </a:lnTo>
                <a:lnTo>
                  <a:pt x="42333" y="1834771"/>
                </a:lnTo>
                <a:close/>
              </a:path>
              <a:path w="863600" h="2787650">
                <a:moveTo>
                  <a:pt x="259499" y="1091055"/>
                </a:moveTo>
                <a:lnTo>
                  <a:pt x="286787" y="1091055"/>
                </a:lnTo>
                <a:lnTo>
                  <a:pt x="286787" y="976965"/>
                </a:lnTo>
                <a:lnTo>
                  <a:pt x="259499" y="976965"/>
                </a:lnTo>
                <a:lnTo>
                  <a:pt x="259499" y="1091055"/>
                </a:lnTo>
                <a:close/>
              </a:path>
              <a:path w="863600" h="2787650">
                <a:moveTo>
                  <a:pt x="216035" y="1091055"/>
                </a:moveTo>
                <a:lnTo>
                  <a:pt x="243374" y="1091055"/>
                </a:lnTo>
                <a:lnTo>
                  <a:pt x="243374" y="976965"/>
                </a:lnTo>
                <a:lnTo>
                  <a:pt x="216035" y="976965"/>
                </a:lnTo>
                <a:lnTo>
                  <a:pt x="216035" y="1091055"/>
                </a:lnTo>
                <a:close/>
              </a:path>
              <a:path w="863600" h="2787650">
                <a:moveTo>
                  <a:pt x="129200" y="1091055"/>
                </a:moveTo>
                <a:lnTo>
                  <a:pt x="156560" y="1091055"/>
                </a:lnTo>
                <a:lnTo>
                  <a:pt x="156560" y="976965"/>
                </a:lnTo>
                <a:lnTo>
                  <a:pt x="129200" y="976965"/>
                </a:lnTo>
                <a:lnTo>
                  <a:pt x="129200" y="1091055"/>
                </a:lnTo>
                <a:close/>
              </a:path>
              <a:path w="863600" h="2787650">
                <a:moveTo>
                  <a:pt x="85798" y="1091055"/>
                </a:moveTo>
                <a:lnTo>
                  <a:pt x="113085" y="1091055"/>
                </a:lnTo>
                <a:lnTo>
                  <a:pt x="113085" y="976965"/>
                </a:lnTo>
                <a:lnTo>
                  <a:pt x="85798" y="976965"/>
                </a:lnTo>
                <a:lnTo>
                  <a:pt x="85798" y="1091055"/>
                </a:lnTo>
                <a:close/>
              </a:path>
              <a:path w="863600" h="2787650">
                <a:moveTo>
                  <a:pt x="42333" y="1091055"/>
                </a:moveTo>
                <a:lnTo>
                  <a:pt x="69641" y="1091055"/>
                </a:lnTo>
                <a:lnTo>
                  <a:pt x="69641" y="976965"/>
                </a:lnTo>
                <a:lnTo>
                  <a:pt x="42333" y="976965"/>
                </a:lnTo>
                <a:lnTo>
                  <a:pt x="42333" y="1091055"/>
                </a:lnTo>
                <a:close/>
              </a:path>
              <a:path w="863600" h="2787650">
                <a:moveTo>
                  <a:pt x="259499" y="1230391"/>
                </a:moveTo>
                <a:lnTo>
                  <a:pt x="286787" y="1230391"/>
                </a:lnTo>
                <a:lnTo>
                  <a:pt x="286787" y="1116238"/>
                </a:lnTo>
                <a:lnTo>
                  <a:pt x="259499" y="1116238"/>
                </a:lnTo>
                <a:lnTo>
                  <a:pt x="259499" y="1230391"/>
                </a:lnTo>
                <a:close/>
              </a:path>
              <a:path w="863600" h="2787650">
                <a:moveTo>
                  <a:pt x="216035" y="1230391"/>
                </a:moveTo>
                <a:lnTo>
                  <a:pt x="243374" y="1230391"/>
                </a:lnTo>
                <a:lnTo>
                  <a:pt x="243374" y="1116238"/>
                </a:lnTo>
                <a:lnTo>
                  <a:pt x="216035" y="1116238"/>
                </a:lnTo>
                <a:lnTo>
                  <a:pt x="216035" y="1230391"/>
                </a:lnTo>
                <a:close/>
              </a:path>
              <a:path w="863600" h="2787650">
                <a:moveTo>
                  <a:pt x="129200" y="1230391"/>
                </a:moveTo>
                <a:lnTo>
                  <a:pt x="156560" y="1230391"/>
                </a:lnTo>
                <a:lnTo>
                  <a:pt x="156560" y="1116238"/>
                </a:lnTo>
                <a:lnTo>
                  <a:pt x="129200" y="1116238"/>
                </a:lnTo>
                <a:lnTo>
                  <a:pt x="129200" y="1230391"/>
                </a:lnTo>
                <a:close/>
              </a:path>
              <a:path w="863600" h="2787650">
                <a:moveTo>
                  <a:pt x="85798" y="1230391"/>
                </a:moveTo>
                <a:lnTo>
                  <a:pt x="113085" y="1230391"/>
                </a:lnTo>
                <a:lnTo>
                  <a:pt x="113085" y="1116238"/>
                </a:lnTo>
                <a:lnTo>
                  <a:pt x="85798" y="1116238"/>
                </a:lnTo>
                <a:lnTo>
                  <a:pt x="85798" y="1230391"/>
                </a:lnTo>
                <a:close/>
              </a:path>
              <a:path w="863600" h="2787650">
                <a:moveTo>
                  <a:pt x="42333" y="1230391"/>
                </a:moveTo>
                <a:lnTo>
                  <a:pt x="69641" y="1230391"/>
                </a:lnTo>
                <a:lnTo>
                  <a:pt x="69641" y="1116238"/>
                </a:lnTo>
                <a:lnTo>
                  <a:pt x="42333" y="1116238"/>
                </a:lnTo>
                <a:lnTo>
                  <a:pt x="42333" y="1230391"/>
                </a:lnTo>
                <a:close/>
              </a:path>
              <a:path w="863600" h="2787650">
                <a:moveTo>
                  <a:pt x="259499" y="1369696"/>
                </a:moveTo>
                <a:lnTo>
                  <a:pt x="286787" y="1369696"/>
                </a:lnTo>
                <a:lnTo>
                  <a:pt x="286787" y="1255595"/>
                </a:lnTo>
                <a:lnTo>
                  <a:pt x="259499" y="1255595"/>
                </a:lnTo>
                <a:lnTo>
                  <a:pt x="259499" y="1369696"/>
                </a:lnTo>
                <a:close/>
              </a:path>
              <a:path w="863600" h="2787650">
                <a:moveTo>
                  <a:pt x="216035" y="1369696"/>
                </a:moveTo>
                <a:lnTo>
                  <a:pt x="243374" y="1369696"/>
                </a:lnTo>
                <a:lnTo>
                  <a:pt x="243374" y="1255595"/>
                </a:lnTo>
                <a:lnTo>
                  <a:pt x="216035" y="1255595"/>
                </a:lnTo>
                <a:lnTo>
                  <a:pt x="216035" y="1369696"/>
                </a:lnTo>
                <a:close/>
              </a:path>
              <a:path w="863600" h="2787650">
                <a:moveTo>
                  <a:pt x="129200" y="1369696"/>
                </a:moveTo>
                <a:lnTo>
                  <a:pt x="156560" y="1369696"/>
                </a:lnTo>
                <a:lnTo>
                  <a:pt x="156560" y="1255595"/>
                </a:lnTo>
                <a:lnTo>
                  <a:pt x="129200" y="1255595"/>
                </a:lnTo>
                <a:lnTo>
                  <a:pt x="129200" y="1369696"/>
                </a:lnTo>
                <a:close/>
              </a:path>
              <a:path w="863600" h="2787650">
                <a:moveTo>
                  <a:pt x="85798" y="1369696"/>
                </a:moveTo>
                <a:lnTo>
                  <a:pt x="113085" y="1369696"/>
                </a:lnTo>
                <a:lnTo>
                  <a:pt x="113085" y="1255595"/>
                </a:lnTo>
                <a:lnTo>
                  <a:pt x="85798" y="1255595"/>
                </a:lnTo>
                <a:lnTo>
                  <a:pt x="85798" y="1369696"/>
                </a:lnTo>
                <a:close/>
              </a:path>
              <a:path w="863600" h="2787650">
                <a:moveTo>
                  <a:pt x="42333" y="1369696"/>
                </a:moveTo>
                <a:lnTo>
                  <a:pt x="69641" y="1369696"/>
                </a:lnTo>
                <a:lnTo>
                  <a:pt x="69641" y="1255595"/>
                </a:lnTo>
                <a:lnTo>
                  <a:pt x="42333" y="1255595"/>
                </a:lnTo>
                <a:lnTo>
                  <a:pt x="42333" y="1369696"/>
                </a:lnTo>
                <a:close/>
              </a:path>
              <a:path w="863600" h="2787650">
                <a:moveTo>
                  <a:pt x="259499" y="1509011"/>
                </a:moveTo>
                <a:lnTo>
                  <a:pt x="286787" y="1509011"/>
                </a:lnTo>
                <a:lnTo>
                  <a:pt x="286787" y="1394920"/>
                </a:lnTo>
                <a:lnTo>
                  <a:pt x="259499" y="1394920"/>
                </a:lnTo>
                <a:lnTo>
                  <a:pt x="259499" y="1509011"/>
                </a:lnTo>
                <a:close/>
              </a:path>
              <a:path w="863600" h="2787650">
                <a:moveTo>
                  <a:pt x="216035" y="1509011"/>
                </a:moveTo>
                <a:lnTo>
                  <a:pt x="243374" y="1509011"/>
                </a:lnTo>
                <a:lnTo>
                  <a:pt x="243374" y="1394920"/>
                </a:lnTo>
                <a:lnTo>
                  <a:pt x="216035" y="1394920"/>
                </a:lnTo>
                <a:lnTo>
                  <a:pt x="216035" y="1509011"/>
                </a:lnTo>
                <a:close/>
              </a:path>
              <a:path w="863600" h="2787650">
                <a:moveTo>
                  <a:pt x="129200" y="1509011"/>
                </a:moveTo>
                <a:lnTo>
                  <a:pt x="156560" y="1509011"/>
                </a:lnTo>
                <a:lnTo>
                  <a:pt x="156560" y="1394920"/>
                </a:lnTo>
                <a:lnTo>
                  <a:pt x="129200" y="1394920"/>
                </a:lnTo>
                <a:lnTo>
                  <a:pt x="129200" y="1509011"/>
                </a:lnTo>
                <a:close/>
              </a:path>
              <a:path w="863600" h="2787650">
                <a:moveTo>
                  <a:pt x="85798" y="1509011"/>
                </a:moveTo>
                <a:lnTo>
                  <a:pt x="113085" y="1509011"/>
                </a:lnTo>
                <a:lnTo>
                  <a:pt x="113085" y="1394920"/>
                </a:lnTo>
                <a:lnTo>
                  <a:pt x="85798" y="1394920"/>
                </a:lnTo>
                <a:lnTo>
                  <a:pt x="85798" y="1509011"/>
                </a:lnTo>
                <a:close/>
              </a:path>
              <a:path w="863600" h="2787650">
                <a:moveTo>
                  <a:pt x="42333" y="1509011"/>
                </a:moveTo>
                <a:lnTo>
                  <a:pt x="69641" y="1509011"/>
                </a:lnTo>
                <a:lnTo>
                  <a:pt x="69641" y="1394920"/>
                </a:lnTo>
                <a:lnTo>
                  <a:pt x="42333" y="1394920"/>
                </a:lnTo>
                <a:lnTo>
                  <a:pt x="42333" y="1509011"/>
                </a:lnTo>
                <a:close/>
              </a:path>
              <a:path w="863600" h="2787650">
                <a:moveTo>
                  <a:pt x="259499" y="1648326"/>
                </a:moveTo>
                <a:lnTo>
                  <a:pt x="286787" y="1648326"/>
                </a:lnTo>
                <a:lnTo>
                  <a:pt x="286787" y="1534236"/>
                </a:lnTo>
                <a:lnTo>
                  <a:pt x="259499" y="1534236"/>
                </a:lnTo>
                <a:lnTo>
                  <a:pt x="259499" y="1648326"/>
                </a:lnTo>
                <a:close/>
              </a:path>
              <a:path w="863600" h="2787650">
                <a:moveTo>
                  <a:pt x="216035" y="1648326"/>
                </a:moveTo>
                <a:lnTo>
                  <a:pt x="243374" y="1648326"/>
                </a:lnTo>
                <a:lnTo>
                  <a:pt x="243374" y="1534236"/>
                </a:lnTo>
                <a:lnTo>
                  <a:pt x="216035" y="1534236"/>
                </a:lnTo>
                <a:lnTo>
                  <a:pt x="216035" y="1648326"/>
                </a:lnTo>
                <a:close/>
              </a:path>
              <a:path w="863600" h="2787650">
                <a:moveTo>
                  <a:pt x="129200" y="1648326"/>
                </a:moveTo>
                <a:lnTo>
                  <a:pt x="156560" y="1648326"/>
                </a:lnTo>
                <a:lnTo>
                  <a:pt x="156560" y="1534236"/>
                </a:lnTo>
                <a:lnTo>
                  <a:pt x="129200" y="1534236"/>
                </a:lnTo>
                <a:lnTo>
                  <a:pt x="129200" y="1648326"/>
                </a:lnTo>
                <a:close/>
              </a:path>
              <a:path w="863600" h="2787650">
                <a:moveTo>
                  <a:pt x="85798" y="1648326"/>
                </a:moveTo>
                <a:lnTo>
                  <a:pt x="113085" y="1648326"/>
                </a:lnTo>
                <a:lnTo>
                  <a:pt x="113085" y="1534236"/>
                </a:lnTo>
                <a:lnTo>
                  <a:pt x="85798" y="1534236"/>
                </a:lnTo>
                <a:lnTo>
                  <a:pt x="85798" y="1648326"/>
                </a:lnTo>
                <a:close/>
              </a:path>
              <a:path w="863600" h="2787650">
                <a:moveTo>
                  <a:pt x="42333" y="1648326"/>
                </a:moveTo>
                <a:lnTo>
                  <a:pt x="69641" y="1648326"/>
                </a:lnTo>
                <a:lnTo>
                  <a:pt x="69641" y="1534236"/>
                </a:lnTo>
                <a:lnTo>
                  <a:pt x="42333" y="1534236"/>
                </a:lnTo>
                <a:lnTo>
                  <a:pt x="42333" y="1648326"/>
                </a:lnTo>
                <a:close/>
              </a:path>
              <a:path w="863600" h="2787650">
                <a:moveTo>
                  <a:pt x="775735" y="949321"/>
                </a:moveTo>
                <a:lnTo>
                  <a:pt x="803064" y="949321"/>
                </a:lnTo>
                <a:lnTo>
                  <a:pt x="803064" y="790436"/>
                </a:lnTo>
                <a:lnTo>
                  <a:pt x="775735" y="790436"/>
                </a:lnTo>
                <a:lnTo>
                  <a:pt x="775735" y="949321"/>
                </a:lnTo>
                <a:close/>
              </a:path>
              <a:path w="863600" h="2787650">
                <a:moveTo>
                  <a:pt x="732354" y="949321"/>
                </a:moveTo>
                <a:lnTo>
                  <a:pt x="759620" y="949321"/>
                </a:lnTo>
                <a:lnTo>
                  <a:pt x="759620" y="790436"/>
                </a:lnTo>
                <a:lnTo>
                  <a:pt x="732354" y="790436"/>
                </a:lnTo>
                <a:lnTo>
                  <a:pt x="732354" y="949321"/>
                </a:lnTo>
                <a:close/>
              </a:path>
              <a:path w="863600" h="2787650">
                <a:moveTo>
                  <a:pt x="688910" y="949321"/>
                </a:moveTo>
                <a:lnTo>
                  <a:pt x="716219" y="949321"/>
                </a:lnTo>
                <a:lnTo>
                  <a:pt x="716219" y="790436"/>
                </a:lnTo>
                <a:lnTo>
                  <a:pt x="688910" y="790436"/>
                </a:lnTo>
                <a:lnTo>
                  <a:pt x="688910" y="949321"/>
                </a:lnTo>
                <a:close/>
              </a:path>
              <a:path w="863600" h="2787650">
                <a:moveTo>
                  <a:pt x="645498" y="949321"/>
                </a:moveTo>
                <a:lnTo>
                  <a:pt x="672817" y="949321"/>
                </a:lnTo>
                <a:lnTo>
                  <a:pt x="672817" y="790436"/>
                </a:lnTo>
                <a:lnTo>
                  <a:pt x="645498" y="790436"/>
                </a:lnTo>
                <a:lnTo>
                  <a:pt x="645498" y="949321"/>
                </a:lnTo>
                <a:close/>
              </a:path>
              <a:path w="863600" h="2787650">
                <a:moveTo>
                  <a:pt x="602096" y="949321"/>
                </a:moveTo>
                <a:lnTo>
                  <a:pt x="629415" y="949321"/>
                </a:lnTo>
                <a:lnTo>
                  <a:pt x="629415" y="790436"/>
                </a:lnTo>
                <a:lnTo>
                  <a:pt x="602096" y="790436"/>
                </a:lnTo>
                <a:lnTo>
                  <a:pt x="602096" y="949321"/>
                </a:lnTo>
                <a:close/>
              </a:path>
              <a:path w="863600" h="2787650">
                <a:moveTo>
                  <a:pt x="558653" y="949321"/>
                </a:moveTo>
                <a:lnTo>
                  <a:pt x="585950" y="949321"/>
                </a:lnTo>
                <a:lnTo>
                  <a:pt x="585950" y="790436"/>
                </a:lnTo>
                <a:lnTo>
                  <a:pt x="558653" y="790436"/>
                </a:lnTo>
                <a:lnTo>
                  <a:pt x="558653" y="949321"/>
                </a:lnTo>
                <a:close/>
              </a:path>
              <a:path w="863600" h="2787650">
                <a:moveTo>
                  <a:pt x="775735" y="205616"/>
                </a:moveTo>
                <a:lnTo>
                  <a:pt x="803064" y="205616"/>
                </a:lnTo>
                <a:lnTo>
                  <a:pt x="803064" y="91484"/>
                </a:lnTo>
                <a:lnTo>
                  <a:pt x="775735" y="91484"/>
                </a:lnTo>
                <a:lnTo>
                  <a:pt x="775735" y="205616"/>
                </a:lnTo>
                <a:close/>
              </a:path>
              <a:path w="863600" h="2787650">
                <a:moveTo>
                  <a:pt x="732354" y="205616"/>
                </a:moveTo>
                <a:lnTo>
                  <a:pt x="759620" y="205616"/>
                </a:lnTo>
                <a:lnTo>
                  <a:pt x="759620" y="91484"/>
                </a:lnTo>
                <a:lnTo>
                  <a:pt x="732354" y="91484"/>
                </a:lnTo>
                <a:lnTo>
                  <a:pt x="732354" y="205616"/>
                </a:lnTo>
                <a:close/>
              </a:path>
              <a:path w="863600" h="2787650">
                <a:moveTo>
                  <a:pt x="688910" y="205616"/>
                </a:moveTo>
                <a:lnTo>
                  <a:pt x="716219" y="205616"/>
                </a:lnTo>
                <a:lnTo>
                  <a:pt x="716219" y="91484"/>
                </a:lnTo>
                <a:lnTo>
                  <a:pt x="688910" y="91484"/>
                </a:lnTo>
                <a:lnTo>
                  <a:pt x="688910" y="205616"/>
                </a:lnTo>
                <a:close/>
              </a:path>
              <a:path w="863600" h="2787650">
                <a:moveTo>
                  <a:pt x="645498" y="205616"/>
                </a:moveTo>
                <a:lnTo>
                  <a:pt x="672817" y="205616"/>
                </a:lnTo>
                <a:lnTo>
                  <a:pt x="672817" y="91484"/>
                </a:lnTo>
                <a:lnTo>
                  <a:pt x="645498" y="91484"/>
                </a:lnTo>
                <a:lnTo>
                  <a:pt x="645498" y="205616"/>
                </a:lnTo>
                <a:close/>
              </a:path>
              <a:path w="863600" h="2787650">
                <a:moveTo>
                  <a:pt x="602096" y="205616"/>
                </a:moveTo>
                <a:lnTo>
                  <a:pt x="629415" y="205616"/>
                </a:lnTo>
                <a:lnTo>
                  <a:pt x="629415" y="91484"/>
                </a:lnTo>
                <a:lnTo>
                  <a:pt x="602096" y="91484"/>
                </a:lnTo>
                <a:lnTo>
                  <a:pt x="602096" y="205616"/>
                </a:lnTo>
                <a:close/>
              </a:path>
              <a:path w="863600" h="2787650">
                <a:moveTo>
                  <a:pt x="558653" y="205616"/>
                </a:moveTo>
                <a:lnTo>
                  <a:pt x="585950" y="205616"/>
                </a:lnTo>
                <a:lnTo>
                  <a:pt x="585950" y="91484"/>
                </a:lnTo>
                <a:lnTo>
                  <a:pt x="558653" y="91484"/>
                </a:lnTo>
                <a:lnTo>
                  <a:pt x="558653" y="205616"/>
                </a:lnTo>
                <a:close/>
              </a:path>
              <a:path w="863600" h="2787650">
                <a:moveTo>
                  <a:pt x="775735" y="344921"/>
                </a:moveTo>
                <a:lnTo>
                  <a:pt x="803064" y="344921"/>
                </a:lnTo>
                <a:lnTo>
                  <a:pt x="803064" y="230788"/>
                </a:lnTo>
                <a:lnTo>
                  <a:pt x="775735" y="230788"/>
                </a:lnTo>
                <a:lnTo>
                  <a:pt x="775735" y="344921"/>
                </a:lnTo>
                <a:close/>
              </a:path>
              <a:path w="863600" h="2787650">
                <a:moveTo>
                  <a:pt x="732354" y="344921"/>
                </a:moveTo>
                <a:lnTo>
                  <a:pt x="759620" y="344921"/>
                </a:lnTo>
                <a:lnTo>
                  <a:pt x="759620" y="230788"/>
                </a:lnTo>
                <a:lnTo>
                  <a:pt x="732354" y="230788"/>
                </a:lnTo>
                <a:lnTo>
                  <a:pt x="732354" y="344921"/>
                </a:lnTo>
                <a:close/>
              </a:path>
              <a:path w="863600" h="2787650">
                <a:moveTo>
                  <a:pt x="688910" y="344921"/>
                </a:moveTo>
                <a:lnTo>
                  <a:pt x="716219" y="344921"/>
                </a:lnTo>
                <a:lnTo>
                  <a:pt x="716219" y="230788"/>
                </a:lnTo>
                <a:lnTo>
                  <a:pt x="688910" y="230788"/>
                </a:lnTo>
                <a:lnTo>
                  <a:pt x="688910" y="344921"/>
                </a:lnTo>
                <a:close/>
              </a:path>
              <a:path w="863600" h="2787650">
                <a:moveTo>
                  <a:pt x="645498" y="344921"/>
                </a:moveTo>
                <a:lnTo>
                  <a:pt x="672817" y="344921"/>
                </a:lnTo>
                <a:lnTo>
                  <a:pt x="672817" y="230788"/>
                </a:lnTo>
                <a:lnTo>
                  <a:pt x="645498" y="230788"/>
                </a:lnTo>
                <a:lnTo>
                  <a:pt x="645498" y="344921"/>
                </a:lnTo>
                <a:close/>
              </a:path>
              <a:path w="863600" h="2787650">
                <a:moveTo>
                  <a:pt x="602096" y="344921"/>
                </a:moveTo>
                <a:lnTo>
                  <a:pt x="629415" y="344921"/>
                </a:lnTo>
                <a:lnTo>
                  <a:pt x="629415" y="230788"/>
                </a:lnTo>
                <a:lnTo>
                  <a:pt x="602096" y="230788"/>
                </a:lnTo>
                <a:lnTo>
                  <a:pt x="602096" y="344921"/>
                </a:lnTo>
                <a:close/>
              </a:path>
              <a:path w="863600" h="2787650">
                <a:moveTo>
                  <a:pt x="558653" y="344921"/>
                </a:moveTo>
                <a:lnTo>
                  <a:pt x="585950" y="344921"/>
                </a:lnTo>
                <a:lnTo>
                  <a:pt x="585950" y="230788"/>
                </a:lnTo>
                <a:lnTo>
                  <a:pt x="558653" y="230788"/>
                </a:lnTo>
                <a:lnTo>
                  <a:pt x="558653" y="344921"/>
                </a:lnTo>
                <a:close/>
              </a:path>
              <a:path w="863600" h="2787650">
                <a:moveTo>
                  <a:pt x="775735" y="484247"/>
                </a:moveTo>
                <a:lnTo>
                  <a:pt x="803064" y="484247"/>
                </a:lnTo>
                <a:lnTo>
                  <a:pt x="803064" y="370145"/>
                </a:lnTo>
                <a:lnTo>
                  <a:pt x="775735" y="370145"/>
                </a:lnTo>
                <a:lnTo>
                  <a:pt x="775735" y="484247"/>
                </a:lnTo>
                <a:close/>
              </a:path>
              <a:path w="863600" h="2787650">
                <a:moveTo>
                  <a:pt x="732354" y="484247"/>
                </a:moveTo>
                <a:lnTo>
                  <a:pt x="759620" y="484247"/>
                </a:lnTo>
                <a:lnTo>
                  <a:pt x="759620" y="370145"/>
                </a:lnTo>
                <a:lnTo>
                  <a:pt x="732354" y="370145"/>
                </a:lnTo>
                <a:lnTo>
                  <a:pt x="732354" y="484247"/>
                </a:lnTo>
                <a:close/>
              </a:path>
              <a:path w="863600" h="2787650">
                <a:moveTo>
                  <a:pt x="688910" y="484247"/>
                </a:moveTo>
                <a:lnTo>
                  <a:pt x="716219" y="484247"/>
                </a:lnTo>
                <a:lnTo>
                  <a:pt x="716219" y="370145"/>
                </a:lnTo>
                <a:lnTo>
                  <a:pt x="688910" y="370145"/>
                </a:lnTo>
                <a:lnTo>
                  <a:pt x="688910" y="484247"/>
                </a:lnTo>
                <a:close/>
              </a:path>
              <a:path w="863600" h="2787650">
                <a:moveTo>
                  <a:pt x="645498" y="484247"/>
                </a:moveTo>
                <a:lnTo>
                  <a:pt x="672817" y="484247"/>
                </a:lnTo>
                <a:lnTo>
                  <a:pt x="672817" y="370145"/>
                </a:lnTo>
                <a:lnTo>
                  <a:pt x="645498" y="370145"/>
                </a:lnTo>
                <a:lnTo>
                  <a:pt x="645498" y="484247"/>
                </a:lnTo>
                <a:close/>
              </a:path>
              <a:path w="863600" h="2787650">
                <a:moveTo>
                  <a:pt x="602096" y="484247"/>
                </a:moveTo>
                <a:lnTo>
                  <a:pt x="629415" y="484247"/>
                </a:lnTo>
                <a:lnTo>
                  <a:pt x="629415" y="370145"/>
                </a:lnTo>
                <a:lnTo>
                  <a:pt x="602096" y="370145"/>
                </a:lnTo>
                <a:lnTo>
                  <a:pt x="602096" y="484247"/>
                </a:lnTo>
                <a:close/>
              </a:path>
              <a:path w="863600" h="2787650">
                <a:moveTo>
                  <a:pt x="558653" y="484247"/>
                </a:moveTo>
                <a:lnTo>
                  <a:pt x="585950" y="484247"/>
                </a:lnTo>
                <a:lnTo>
                  <a:pt x="585950" y="370145"/>
                </a:lnTo>
                <a:lnTo>
                  <a:pt x="558653" y="370145"/>
                </a:lnTo>
                <a:lnTo>
                  <a:pt x="558653" y="484247"/>
                </a:lnTo>
                <a:close/>
              </a:path>
              <a:path w="863600" h="2787650">
                <a:moveTo>
                  <a:pt x="775735" y="623541"/>
                </a:moveTo>
                <a:lnTo>
                  <a:pt x="803064" y="623541"/>
                </a:lnTo>
                <a:lnTo>
                  <a:pt x="803064" y="509471"/>
                </a:lnTo>
                <a:lnTo>
                  <a:pt x="775735" y="509471"/>
                </a:lnTo>
                <a:lnTo>
                  <a:pt x="775735" y="623541"/>
                </a:lnTo>
                <a:close/>
              </a:path>
              <a:path w="863600" h="2787650">
                <a:moveTo>
                  <a:pt x="732354" y="623541"/>
                </a:moveTo>
                <a:lnTo>
                  <a:pt x="759620" y="623541"/>
                </a:lnTo>
                <a:lnTo>
                  <a:pt x="759620" y="509471"/>
                </a:lnTo>
                <a:lnTo>
                  <a:pt x="732354" y="509471"/>
                </a:lnTo>
                <a:lnTo>
                  <a:pt x="732354" y="623541"/>
                </a:lnTo>
                <a:close/>
              </a:path>
              <a:path w="863600" h="2787650">
                <a:moveTo>
                  <a:pt x="688910" y="623541"/>
                </a:moveTo>
                <a:lnTo>
                  <a:pt x="716219" y="623541"/>
                </a:lnTo>
                <a:lnTo>
                  <a:pt x="716219" y="509471"/>
                </a:lnTo>
                <a:lnTo>
                  <a:pt x="688910" y="509471"/>
                </a:lnTo>
                <a:lnTo>
                  <a:pt x="688910" y="623541"/>
                </a:lnTo>
                <a:close/>
              </a:path>
              <a:path w="863600" h="2787650">
                <a:moveTo>
                  <a:pt x="645498" y="623541"/>
                </a:moveTo>
                <a:lnTo>
                  <a:pt x="672817" y="623541"/>
                </a:lnTo>
                <a:lnTo>
                  <a:pt x="672817" y="509471"/>
                </a:lnTo>
                <a:lnTo>
                  <a:pt x="645498" y="509471"/>
                </a:lnTo>
                <a:lnTo>
                  <a:pt x="645498" y="623541"/>
                </a:lnTo>
                <a:close/>
              </a:path>
              <a:path w="863600" h="2787650">
                <a:moveTo>
                  <a:pt x="602096" y="623541"/>
                </a:moveTo>
                <a:lnTo>
                  <a:pt x="629415" y="623541"/>
                </a:lnTo>
                <a:lnTo>
                  <a:pt x="629415" y="509471"/>
                </a:lnTo>
                <a:lnTo>
                  <a:pt x="602096" y="509471"/>
                </a:lnTo>
                <a:lnTo>
                  <a:pt x="602096" y="623541"/>
                </a:lnTo>
                <a:close/>
              </a:path>
              <a:path w="863600" h="2787650">
                <a:moveTo>
                  <a:pt x="558653" y="623541"/>
                </a:moveTo>
                <a:lnTo>
                  <a:pt x="585950" y="623541"/>
                </a:lnTo>
                <a:lnTo>
                  <a:pt x="585950" y="509471"/>
                </a:lnTo>
                <a:lnTo>
                  <a:pt x="558653" y="509471"/>
                </a:lnTo>
                <a:lnTo>
                  <a:pt x="558653" y="623541"/>
                </a:lnTo>
                <a:close/>
              </a:path>
              <a:path w="863600" h="2787650">
                <a:moveTo>
                  <a:pt x="775735" y="762887"/>
                </a:moveTo>
                <a:lnTo>
                  <a:pt x="803064" y="762887"/>
                </a:lnTo>
                <a:lnTo>
                  <a:pt x="803064" y="648765"/>
                </a:lnTo>
                <a:lnTo>
                  <a:pt x="775735" y="648765"/>
                </a:lnTo>
                <a:lnTo>
                  <a:pt x="775735" y="762887"/>
                </a:lnTo>
                <a:close/>
              </a:path>
              <a:path w="863600" h="2787650">
                <a:moveTo>
                  <a:pt x="732354" y="762887"/>
                </a:moveTo>
                <a:lnTo>
                  <a:pt x="759620" y="762887"/>
                </a:lnTo>
                <a:lnTo>
                  <a:pt x="759620" y="648765"/>
                </a:lnTo>
                <a:lnTo>
                  <a:pt x="732354" y="648765"/>
                </a:lnTo>
                <a:lnTo>
                  <a:pt x="732354" y="762887"/>
                </a:lnTo>
                <a:close/>
              </a:path>
              <a:path w="863600" h="2787650">
                <a:moveTo>
                  <a:pt x="688910" y="762887"/>
                </a:moveTo>
                <a:lnTo>
                  <a:pt x="716219" y="762887"/>
                </a:lnTo>
                <a:lnTo>
                  <a:pt x="716219" y="648765"/>
                </a:lnTo>
                <a:lnTo>
                  <a:pt x="688910" y="648765"/>
                </a:lnTo>
                <a:lnTo>
                  <a:pt x="688910" y="762887"/>
                </a:lnTo>
                <a:close/>
              </a:path>
              <a:path w="863600" h="2787650">
                <a:moveTo>
                  <a:pt x="645498" y="762887"/>
                </a:moveTo>
                <a:lnTo>
                  <a:pt x="672817" y="762887"/>
                </a:lnTo>
                <a:lnTo>
                  <a:pt x="672817" y="648765"/>
                </a:lnTo>
                <a:lnTo>
                  <a:pt x="645498" y="648765"/>
                </a:lnTo>
                <a:lnTo>
                  <a:pt x="645498" y="762887"/>
                </a:lnTo>
                <a:close/>
              </a:path>
              <a:path w="863600" h="2787650">
                <a:moveTo>
                  <a:pt x="602096" y="762887"/>
                </a:moveTo>
                <a:lnTo>
                  <a:pt x="629415" y="762887"/>
                </a:lnTo>
                <a:lnTo>
                  <a:pt x="629415" y="648765"/>
                </a:lnTo>
                <a:lnTo>
                  <a:pt x="602096" y="648765"/>
                </a:lnTo>
                <a:lnTo>
                  <a:pt x="602096" y="762887"/>
                </a:lnTo>
                <a:close/>
              </a:path>
              <a:path w="863600" h="2787650">
                <a:moveTo>
                  <a:pt x="558653" y="762887"/>
                </a:moveTo>
                <a:lnTo>
                  <a:pt x="585950" y="762887"/>
                </a:lnTo>
                <a:lnTo>
                  <a:pt x="585950" y="648765"/>
                </a:lnTo>
                <a:lnTo>
                  <a:pt x="558653" y="648765"/>
                </a:lnTo>
                <a:lnTo>
                  <a:pt x="558653" y="762887"/>
                </a:lnTo>
                <a:close/>
              </a:path>
              <a:path w="863600" h="2787650">
                <a:moveTo>
                  <a:pt x="517596" y="949321"/>
                </a:moveTo>
                <a:lnTo>
                  <a:pt x="544957" y="949321"/>
                </a:lnTo>
                <a:lnTo>
                  <a:pt x="544957" y="790436"/>
                </a:lnTo>
                <a:lnTo>
                  <a:pt x="517596" y="790436"/>
                </a:lnTo>
                <a:lnTo>
                  <a:pt x="517596" y="949321"/>
                </a:lnTo>
                <a:close/>
              </a:path>
              <a:path w="863600" h="2787650">
                <a:moveTo>
                  <a:pt x="474236" y="949321"/>
                </a:moveTo>
                <a:lnTo>
                  <a:pt x="501492" y="949321"/>
                </a:lnTo>
                <a:lnTo>
                  <a:pt x="501492" y="790436"/>
                </a:lnTo>
                <a:lnTo>
                  <a:pt x="474236" y="790436"/>
                </a:lnTo>
                <a:lnTo>
                  <a:pt x="474236" y="949321"/>
                </a:lnTo>
                <a:close/>
              </a:path>
              <a:path w="863600" h="2787650">
                <a:moveTo>
                  <a:pt x="430793" y="949321"/>
                </a:moveTo>
                <a:lnTo>
                  <a:pt x="458080" y="949321"/>
                </a:lnTo>
                <a:lnTo>
                  <a:pt x="458080" y="790436"/>
                </a:lnTo>
                <a:lnTo>
                  <a:pt x="430793" y="790436"/>
                </a:lnTo>
                <a:lnTo>
                  <a:pt x="430793" y="949321"/>
                </a:lnTo>
                <a:close/>
              </a:path>
              <a:path w="863600" h="2787650">
                <a:moveTo>
                  <a:pt x="387380" y="949321"/>
                </a:moveTo>
                <a:lnTo>
                  <a:pt x="414626" y="949321"/>
                </a:lnTo>
                <a:lnTo>
                  <a:pt x="414626" y="790436"/>
                </a:lnTo>
                <a:lnTo>
                  <a:pt x="387380" y="790436"/>
                </a:lnTo>
                <a:lnTo>
                  <a:pt x="387380" y="949321"/>
                </a:lnTo>
                <a:close/>
              </a:path>
              <a:path w="863600" h="2787650">
                <a:moveTo>
                  <a:pt x="343916" y="949321"/>
                </a:moveTo>
                <a:lnTo>
                  <a:pt x="371224" y="949321"/>
                </a:lnTo>
                <a:lnTo>
                  <a:pt x="371224" y="790436"/>
                </a:lnTo>
                <a:lnTo>
                  <a:pt x="343916" y="790436"/>
                </a:lnTo>
                <a:lnTo>
                  <a:pt x="343916" y="949321"/>
                </a:lnTo>
                <a:close/>
              </a:path>
              <a:path w="863600" h="2787650">
                <a:moveTo>
                  <a:pt x="300524" y="949321"/>
                </a:moveTo>
                <a:lnTo>
                  <a:pt x="327791" y="949321"/>
                </a:lnTo>
                <a:lnTo>
                  <a:pt x="327791" y="790436"/>
                </a:lnTo>
                <a:lnTo>
                  <a:pt x="300524" y="790436"/>
                </a:lnTo>
                <a:lnTo>
                  <a:pt x="300524" y="949321"/>
                </a:lnTo>
                <a:close/>
              </a:path>
              <a:path w="863600" h="2787650">
                <a:moveTo>
                  <a:pt x="517596" y="205616"/>
                </a:moveTo>
                <a:lnTo>
                  <a:pt x="544957" y="205616"/>
                </a:lnTo>
                <a:lnTo>
                  <a:pt x="544957" y="91484"/>
                </a:lnTo>
                <a:lnTo>
                  <a:pt x="517596" y="91484"/>
                </a:lnTo>
                <a:lnTo>
                  <a:pt x="517596" y="205616"/>
                </a:lnTo>
                <a:close/>
              </a:path>
              <a:path w="863600" h="2787650">
                <a:moveTo>
                  <a:pt x="474236" y="205616"/>
                </a:moveTo>
                <a:lnTo>
                  <a:pt x="501492" y="205616"/>
                </a:lnTo>
                <a:lnTo>
                  <a:pt x="501492" y="91484"/>
                </a:lnTo>
                <a:lnTo>
                  <a:pt x="474236" y="91484"/>
                </a:lnTo>
                <a:lnTo>
                  <a:pt x="474236" y="205616"/>
                </a:lnTo>
                <a:close/>
              </a:path>
              <a:path w="863600" h="2787650">
                <a:moveTo>
                  <a:pt x="430793" y="205616"/>
                </a:moveTo>
                <a:lnTo>
                  <a:pt x="458080" y="205616"/>
                </a:lnTo>
                <a:lnTo>
                  <a:pt x="458080" y="91484"/>
                </a:lnTo>
                <a:lnTo>
                  <a:pt x="430793" y="91484"/>
                </a:lnTo>
                <a:lnTo>
                  <a:pt x="430793" y="205616"/>
                </a:lnTo>
                <a:close/>
              </a:path>
              <a:path w="863600" h="2787650">
                <a:moveTo>
                  <a:pt x="387380" y="205616"/>
                </a:moveTo>
                <a:lnTo>
                  <a:pt x="414626" y="205616"/>
                </a:lnTo>
                <a:lnTo>
                  <a:pt x="414626" y="91484"/>
                </a:lnTo>
                <a:lnTo>
                  <a:pt x="387380" y="91484"/>
                </a:lnTo>
                <a:lnTo>
                  <a:pt x="387380" y="205616"/>
                </a:lnTo>
                <a:close/>
              </a:path>
              <a:path w="863600" h="2787650">
                <a:moveTo>
                  <a:pt x="343916" y="205616"/>
                </a:moveTo>
                <a:lnTo>
                  <a:pt x="371224" y="205616"/>
                </a:lnTo>
                <a:lnTo>
                  <a:pt x="371224" y="91484"/>
                </a:lnTo>
                <a:lnTo>
                  <a:pt x="343916" y="91484"/>
                </a:lnTo>
                <a:lnTo>
                  <a:pt x="343916" y="205616"/>
                </a:lnTo>
                <a:close/>
              </a:path>
              <a:path w="863600" h="2787650">
                <a:moveTo>
                  <a:pt x="300524" y="205616"/>
                </a:moveTo>
                <a:lnTo>
                  <a:pt x="327791" y="205616"/>
                </a:lnTo>
                <a:lnTo>
                  <a:pt x="327791" y="91484"/>
                </a:lnTo>
                <a:lnTo>
                  <a:pt x="300524" y="91484"/>
                </a:lnTo>
                <a:lnTo>
                  <a:pt x="300524" y="205616"/>
                </a:lnTo>
                <a:close/>
              </a:path>
              <a:path w="863600" h="2787650">
                <a:moveTo>
                  <a:pt x="517596" y="344921"/>
                </a:moveTo>
                <a:lnTo>
                  <a:pt x="544957" y="344921"/>
                </a:lnTo>
                <a:lnTo>
                  <a:pt x="544957" y="230788"/>
                </a:lnTo>
                <a:lnTo>
                  <a:pt x="517596" y="230788"/>
                </a:lnTo>
                <a:lnTo>
                  <a:pt x="517596" y="344921"/>
                </a:lnTo>
                <a:close/>
              </a:path>
              <a:path w="863600" h="2787650">
                <a:moveTo>
                  <a:pt x="474236" y="344921"/>
                </a:moveTo>
                <a:lnTo>
                  <a:pt x="501492" y="344921"/>
                </a:lnTo>
                <a:lnTo>
                  <a:pt x="501492" y="230788"/>
                </a:lnTo>
                <a:lnTo>
                  <a:pt x="474236" y="230788"/>
                </a:lnTo>
                <a:lnTo>
                  <a:pt x="474236" y="344921"/>
                </a:lnTo>
                <a:close/>
              </a:path>
              <a:path w="863600" h="2787650">
                <a:moveTo>
                  <a:pt x="430793" y="344921"/>
                </a:moveTo>
                <a:lnTo>
                  <a:pt x="458080" y="344921"/>
                </a:lnTo>
                <a:lnTo>
                  <a:pt x="458080" y="230788"/>
                </a:lnTo>
                <a:lnTo>
                  <a:pt x="430793" y="230788"/>
                </a:lnTo>
                <a:lnTo>
                  <a:pt x="430793" y="344921"/>
                </a:lnTo>
                <a:close/>
              </a:path>
              <a:path w="863600" h="2787650">
                <a:moveTo>
                  <a:pt x="387380" y="344921"/>
                </a:moveTo>
                <a:lnTo>
                  <a:pt x="414626" y="344921"/>
                </a:lnTo>
                <a:lnTo>
                  <a:pt x="414626" y="230788"/>
                </a:lnTo>
                <a:lnTo>
                  <a:pt x="387380" y="230788"/>
                </a:lnTo>
                <a:lnTo>
                  <a:pt x="387380" y="344921"/>
                </a:lnTo>
                <a:close/>
              </a:path>
              <a:path w="863600" h="2787650">
                <a:moveTo>
                  <a:pt x="343916" y="344921"/>
                </a:moveTo>
                <a:lnTo>
                  <a:pt x="371224" y="344921"/>
                </a:lnTo>
                <a:lnTo>
                  <a:pt x="371224" y="230788"/>
                </a:lnTo>
                <a:lnTo>
                  <a:pt x="343916" y="230788"/>
                </a:lnTo>
                <a:lnTo>
                  <a:pt x="343916" y="344921"/>
                </a:lnTo>
                <a:close/>
              </a:path>
              <a:path w="863600" h="2787650">
                <a:moveTo>
                  <a:pt x="300524" y="344921"/>
                </a:moveTo>
                <a:lnTo>
                  <a:pt x="327791" y="344921"/>
                </a:lnTo>
                <a:lnTo>
                  <a:pt x="327791" y="230788"/>
                </a:lnTo>
                <a:lnTo>
                  <a:pt x="300524" y="230788"/>
                </a:lnTo>
                <a:lnTo>
                  <a:pt x="300524" y="344921"/>
                </a:lnTo>
                <a:close/>
              </a:path>
              <a:path w="863600" h="2787650">
                <a:moveTo>
                  <a:pt x="517596" y="484247"/>
                </a:moveTo>
                <a:lnTo>
                  <a:pt x="544957" y="484247"/>
                </a:lnTo>
                <a:lnTo>
                  <a:pt x="544957" y="370145"/>
                </a:lnTo>
                <a:lnTo>
                  <a:pt x="517596" y="370145"/>
                </a:lnTo>
                <a:lnTo>
                  <a:pt x="517596" y="484247"/>
                </a:lnTo>
                <a:close/>
              </a:path>
              <a:path w="863600" h="2787650">
                <a:moveTo>
                  <a:pt x="474236" y="484247"/>
                </a:moveTo>
                <a:lnTo>
                  <a:pt x="501492" y="484247"/>
                </a:lnTo>
                <a:lnTo>
                  <a:pt x="501492" y="370145"/>
                </a:lnTo>
                <a:lnTo>
                  <a:pt x="474236" y="370145"/>
                </a:lnTo>
                <a:lnTo>
                  <a:pt x="474236" y="484247"/>
                </a:lnTo>
                <a:close/>
              </a:path>
              <a:path w="863600" h="2787650">
                <a:moveTo>
                  <a:pt x="430793" y="484247"/>
                </a:moveTo>
                <a:lnTo>
                  <a:pt x="458080" y="484247"/>
                </a:lnTo>
                <a:lnTo>
                  <a:pt x="458080" y="370145"/>
                </a:lnTo>
                <a:lnTo>
                  <a:pt x="430793" y="370145"/>
                </a:lnTo>
                <a:lnTo>
                  <a:pt x="430793" y="484247"/>
                </a:lnTo>
                <a:close/>
              </a:path>
              <a:path w="863600" h="2787650">
                <a:moveTo>
                  <a:pt x="387380" y="484247"/>
                </a:moveTo>
                <a:lnTo>
                  <a:pt x="414626" y="484247"/>
                </a:lnTo>
                <a:lnTo>
                  <a:pt x="414626" y="370145"/>
                </a:lnTo>
                <a:lnTo>
                  <a:pt x="387380" y="370145"/>
                </a:lnTo>
                <a:lnTo>
                  <a:pt x="387380" y="484247"/>
                </a:lnTo>
                <a:close/>
              </a:path>
              <a:path w="863600" h="2787650">
                <a:moveTo>
                  <a:pt x="343916" y="484247"/>
                </a:moveTo>
                <a:lnTo>
                  <a:pt x="371224" y="484247"/>
                </a:lnTo>
                <a:lnTo>
                  <a:pt x="371224" y="370145"/>
                </a:lnTo>
                <a:lnTo>
                  <a:pt x="343916" y="370145"/>
                </a:lnTo>
                <a:lnTo>
                  <a:pt x="343916" y="484247"/>
                </a:lnTo>
                <a:close/>
              </a:path>
              <a:path w="863600" h="2787650">
                <a:moveTo>
                  <a:pt x="300524" y="484247"/>
                </a:moveTo>
                <a:lnTo>
                  <a:pt x="327791" y="484247"/>
                </a:lnTo>
                <a:lnTo>
                  <a:pt x="327791" y="370145"/>
                </a:lnTo>
                <a:lnTo>
                  <a:pt x="300524" y="370145"/>
                </a:lnTo>
                <a:lnTo>
                  <a:pt x="300524" y="484247"/>
                </a:lnTo>
                <a:close/>
              </a:path>
              <a:path w="863600" h="2787650">
                <a:moveTo>
                  <a:pt x="517596" y="623541"/>
                </a:moveTo>
                <a:lnTo>
                  <a:pt x="544957" y="623541"/>
                </a:lnTo>
                <a:lnTo>
                  <a:pt x="544957" y="509471"/>
                </a:lnTo>
                <a:lnTo>
                  <a:pt x="517596" y="509471"/>
                </a:lnTo>
                <a:lnTo>
                  <a:pt x="517596" y="623541"/>
                </a:lnTo>
                <a:close/>
              </a:path>
              <a:path w="863600" h="2787650">
                <a:moveTo>
                  <a:pt x="474236" y="623541"/>
                </a:moveTo>
                <a:lnTo>
                  <a:pt x="501492" y="623541"/>
                </a:lnTo>
                <a:lnTo>
                  <a:pt x="501492" y="509471"/>
                </a:lnTo>
                <a:lnTo>
                  <a:pt x="474236" y="509471"/>
                </a:lnTo>
                <a:lnTo>
                  <a:pt x="474236" y="623541"/>
                </a:lnTo>
                <a:close/>
              </a:path>
              <a:path w="863600" h="2787650">
                <a:moveTo>
                  <a:pt x="430793" y="623541"/>
                </a:moveTo>
                <a:lnTo>
                  <a:pt x="458080" y="623541"/>
                </a:lnTo>
                <a:lnTo>
                  <a:pt x="458080" y="509471"/>
                </a:lnTo>
                <a:lnTo>
                  <a:pt x="430793" y="509471"/>
                </a:lnTo>
                <a:lnTo>
                  <a:pt x="430793" y="623541"/>
                </a:lnTo>
                <a:close/>
              </a:path>
              <a:path w="863600" h="2787650">
                <a:moveTo>
                  <a:pt x="387380" y="623541"/>
                </a:moveTo>
                <a:lnTo>
                  <a:pt x="414626" y="623541"/>
                </a:lnTo>
                <a:lnTo>
                  <a:pt x="414626" y="509471"/>
                </a:lnTo>
                <a:lnTo>
                  <a:pt x="387380" y="509471"/>
                </a:lnTo>
                <a:lnTo>
                  <a:pt x="387380" y="623541"/>
                </a:lnTo>
                <a:close/>
              </a:path>
              <a:path w="863600" h="2787650">
                <a:moveTo>
                  <a:pt x="343916" y="623541"/>
                </a:moveTo>
                <a:lnTo>
                  <a:pt x="371224" y="623541"/>
                </a:lnTo>
                <a:lnTo>
                  <a:pt x="371224" y="509471"/>
                </a:lnTo>
                <a:lnTo>
                  <a:pt x="343916" y="509471"/>
                </a:lnTo>
                <a:lnTo>
                  <a:pt x="343916" y="623541"/>
                </a:lnTo>
                <a:close/>
              </a:path>
              <a:path w="863600" h="2787650">
                <a:moveTo>
                  <a:pt x="300524" y="623541"/>
                </a:moveTo>
                <a:lnTo>
                  <a:pt x="327791" y="623541"/>
                </a:lnTo>
                <a:lnTo>
                  <a:pt x="327791" y="509471"/>
                </a:lnTo>
                <a:lnTo>
                  <a:pt x="300524" y="509471"/>
                </a:lnTo>
                <a:lnTo>
                  <a:pt x="300524" y="623541"/>
                </a:lnTo>
                <a:close/>
              </a:path>
              <a:path w="863600" h="2787650">
                <a:moveTo>
                  <a:pt x="517596" y="762887"/>
                </a:moveTo>
                <a:lnTo>
                  <a:pt x="544957" y="762887"/>
                </a:lnTo>
                <a:lnTo>
                  <a:pt x="544957" y="648765"/>
                </a:lnTo>
                <a:lnTo>
                  <a:pt x="517596" y="648765"/>
                </a:lnTo>
                <a:lnTo>
                  <a:pt x="517596" y="762887"/>
                </a:lnTo>
                <a:close/>
              </a:path>
              <a:path w="863600" h="2787650">
                <a:moveTo>
                  <a:pt x="474236" y="762887"/>
                </a:moveTo>
                <a:lnTo>
                  <a:pt x="501492" y="762887"/>
                </a:lnTo>
                <a:lnTo>
                  <a:pt x="501492" y="648765"/>
                </a:lnTo>
                <a:lnTo>
                  <a:pt x="474236" y="648765"/>
                </a:lnTo>
                <a:lnTo>
                  <a:pt x="474236" y="762887"/>
                </a:lnTo>
                <a:close/>
              </a:path>
              <a:path w="863600" h="2787650">
                <a:moveTo>
                  <a:pt x="430793" y="762887"/>
                </a:moveTo>
                <a:lnTo>
                  <a:pt x="458080" y="762887"/>
                </a:lnTo>
                <a:lnTo>
                  <a:pt x="458080" y="648765"/>
                </a:lnTo>
                <a:lnTo>
                  <a:pt x="430793" y="648765"/>
                </a:lnTo>
                <a:lnTo>
                  <a:pt x="430793" y="762887"/>
                </a:lnTo>
                <a:close/>
              </a:path>
              <a:path w="863600" h="2787650">
                <a:moveTo>
                  <a:pt x="387380" y="762887"/>
                </a:moveTo>
                <a:lnTo>
                  <a:pt x="414626" y="762887"/>
                </a:lnTo>
                <a:lnTo>
                  <a:pt x="414626" y="648765"/>
                </a:lnTo>
                <a:lnTo>
                  <a:pt x="387380" y="648765"/>
                </a:lnTo>
                <a:lnTo>
                  <a:pt x="387380" y="762887"/>
                </a:lnTo>
                <a:close/>
              </a:path>
              <a:path w="863600" h="2787650">
                <a:moveTo>
                  <a:pt x="343916" y="762887"/>
                </a:moveTo>
                <a:lnTo>
                  <a:pt x="371224" y="762887"/>
                </a:lnTo>
                <a:lnTo>
                  <a:pt x="371224" y="648765"/>
                </a:lnTo>
                <a:lnTo>
                  <a:pt x="343916" y="648765"/>
                </a:lnTo>
                <a:lnTo>
                  <a:pt x="343916" y="762887"/>
                </a:lnTo>
                <a:close/>
              </a:path>
              <a:path w="863600" h="2787650">
                <a:moveTo>
                  <a:pt x="300524" y="762887"/>
                </a:moveTo>
                <a:lnTo>
                  <a:pt x="327791" y="762887"/>
                </a:lnTo>
                <a:lnTo>
                  <a:pt x="327791" y="648765"/>
                </a:lnTo>
                <a:lnTo>
                  <a:pt x="300524" y="648765"/>
                </a:lnTo>
                <a:lnTo>
                  <a:pt x="300524" y="762887"/>
                </a:lnTo>
                <a:close/>
              </a:path>
              <a:path w="863600" h="2787650">
                <a:moveTo>
                  <a:pt x="259499" y="949321"/>
                </a:moveTo>
                <a:lnTo>
                  <a:pt x="286787" y="949321"/>
                </a:lnTo>
                <a:lnTo>
                  <a:pt x="286787" y="790436"/>
                </a:lnTo>
                <a:lnTo>
                  <a:pt x="259499" y="790436"/>
                </a:lnTo>
                <a:lnTo>
                  <a:pt x="259499" y="949321"/>
                </a:lnTo>
                <a:close/>
              </a:path>
              <a:path w="863600" h="2787650">
                <a:moveTo>
                  <a:pt x="216035" y="949321"/>
                </a:moveTo>
                <a:lnTo>
                  <a:pt x="243374" y="949321"/>
                </a:lnTo>
                <a:lnTo>
                  <a:pt x="243374" y="790436"/>
                </a:lnTo>
                <a:lnTo>
                  <a:pt x="216035" y="790436"/>
                </a:lnTo>
                <a:lnTo>
                  <a:pt x="216035" y="949321"/>
                </a:lnTo>
                <a:close/>
              </a:path>
              <a:path w="863600" h="2787650">
                <a:moveTo>
                  <a:pt x="129200" y="949321"/>
                </a:moveTo>
                <a:lnTo>
                  <a:pt x="156560" y="949321"/>
                </a:lnTo>
                <a:lnTo>
                  <a:pt x="156560" y="790436"/>
                </a:lnTo>
                <a:lnTo>
                  <a:pt x="129200" y="790436"/>
                </a:lnTo>
                <a:lnTo>
                  <a:pt x="129200" y="949321"/>
                </a:lnTo>
                <a:close/>
              </a:path>
              <a:path w="863600" h="2787650">
                <a:moveTo>
                  <a:pt x="85798" y="949321"/>
                </a:moveTo>
                <a:lnTo>
                  <a:pt x="113085" y="949321"/>
                </a:lnTo>
                <a:lnTo>
                  <a:pt x="113085" y="790436"/>
                </a:lnTo>
                <a:lnTo>
                  <a:pt x="85798" y="790436"/>
                </a:lnTo>
                <a:lnTo>
                  <a:pt x="85798" y="949321"/>
                </a:lnTo>
                <a:close/>
              </a:path>
              <a:path w="863600" h="2787650">
                <a:moveTo>
                  <a:pt x="42333" y="949321"/>
                </a:moveTo>
                <a:lnTo>
                  <a:pt x="69641" y="949321"/>
                </a:lnTo>
                <a:lnTo>
                  <a:pt x="69641" y="790436"/>
                </a:lnTo>
                <a:lnTo>
                  <a:pt x="42333" y="790436"/>
                </a:lnTo>
                <a:lnTo>
                  <a:pt x="42333" y="949321"/>
                </a:lnTo>
                <a:close/>
              </a:path>
              <a:path w="863600" h="2787650">
                <a:moveTo>
                  <a:pt x="259499" y="205616"/>
                </a:moveTo>
                <a:lnTo>
                  <a:pt x="286787" y="205616"/>
                </a:lnTo>
                <a:lnTo>
                  <a:pt x="286787" y="91484"/>
                </a:lnTo>
                <a:lnTo>
                  <a:pt x="259499" y="91484"/>
                </a:lnTo>
                <a:lnTo>
                  <a:pt x="259499" y="205616"/>
                </a:lnTo>
                <a:close/>
              </a:path>
              <a:path w="863600" h="2787650">
                <a:moveTo>
                  <a:pt x="216035" y="205616"/>
                </a:moveTo>
                <a:lnTo>
                  <a:pt x="243374" y="205616"/>
                </a:lnTo>
                <a:lnTo>
                  <a:pt x="243374" y="91484"/>
                </a:lnTo>
                <a:lnTo>
                  <a:pt x="216035" y="91484"/>
                </a:lnTo>
                <a:lnTo>
                  <a:pt x="216035" y="205616"/>
                </a:lnTo>
                <a:close/>
              </a:path>
              <a:path w="863600" h="2787650">
                <a:moveTo>
                  <a:pt x="129200" y="205616"/>
                </a:moveTo>
                <a:lnTo>
                  <a:pt x="156560" y="205616"/>
                </a:lnTo>
                <a:lnTo>
                  <a:pt x="156560" y="91484"/>
                </a:lnTo>
                <a:lnTo>
                  <a:pt x="129200" y="91484"/>
                </a:lnTo>
                <a:lnTo>
                  <a:pt x="129200" y="205616"/>
                </a:lnTo>
                <a:close/>
              </a:path>
              <a:path w="863600" h="2787650">
                <a:moveTo>
                  <a:pt x="85798" y="205616"/>
                </a:moveTo>
                <a:lnTo>
                  <a:pt x="113085" y="205616"/>
                </a:lnTo>
                <a:lnTo>
                  <a:pt x="113085" y="91484"/>
                </a:lnTo>
                <a:lnTo>
                  <a:pt x="85798" y="91484"/>
                </a:lnTo>
                <a:lnTo>
                  <a:pt x="85798" y="205616"/>
                </a:lnTo>
                <a:close/>
              </a:path>
              <a:path w="863600" h="2787650">
                <a:moveTo>
                  <a:pt x="42333" y="205616"/>
                </a:moveTo>
                <a:lnTo>
                  <a:pt x="69641" y="205616"/>
                </a:lnTo>
                <a:lnTo>
                  <a:pt x="69641" y="91484"/>
                </a:lnTo>
                <a:lnTo>
                  <a:pt x="42333" y="91484"/>
                </a:lnTo>
                <a:lnTo>
                  <a:pt x="42333" y="205616"/>
                </a:lnTo>
                <a:close/>
              </a:path>
              <a:path w="863600" h="2787650">
                <a:moveTo>
                  <a:pt x="259499" y="344921"/>
                </a:moveTo>
                <a:lnTo>
                  <a:pt x="286787" y="344921"/>
                </a:lnTo>
                <a:lnTo>
                  <a:pt x="286787" y="230788"/>
                </a:lnTo>
                <a:lnTo>
                  <a:pt x="259499" y="230788"/>
                </a:lnTo>
                <a:lnTo>
                  <a:pt x="259499" y="344921"/>
                </a:lnTo>
                <a:close/>
              </a:path>
              <a:path w="863600" h="2787650">
                <a:moveTo>
                  <a:pt x="216035" y="344921"/>
                </a:moveTo>
                <a:lnTo>
                  <a:pt x="243374" y="344921"/>
                </a:lnTo>
                <a:lnTo>
                  <a:pt x="243374" y="230788"/>
                </a:lnTo>
                <a:lnTo>
                  <a:pt x="216035" y="230788"/>
                </a:lnTo>
                <a:lnTo>
                  <a:pt x="216035" y="344921"/>
                </a:lnTo>
                <a:close/>
              </a:path>
              <a:path w="863600" h="2787650">
                <a:moveTo>
                  <a:pt x="129200" y="344921"/>
                </a:moveTo>
                <a:lnTo>
                  <a:pt x="156560" y="344921"/>
                </a:lnTo>
                <a:lnTo>
                  <a:pt x="156560" y="230788"/>
                </a:lnTo>
                <a:lnTo>
                  <a:pt x="129200" y="230788"/>
                </a:lnTo>
                <a:lnTo>
                  <a:pt x="129200" y="344921"/>
                </a:lnTo>
                <a:close/>
              </a:path>
              <a:path w="863600" h="2787650">
                <a:moveTo>
                  <a:pt x="85798" y="344921"/>
                </a:moveTo>
                <a:lnTo>
                  <a:pt x="113085" y="344921"/>
                </a:lnTo>
                <a:lnTo>
                  <a:pt x="113085" y="230788"/>
                </a:lnTo>
                <a:lnTo>
                  <a:pt x="85798" y="230788"/>
                </a:lnTo>
                <a:lnTo>
                  <a:pt x="85798" y="344921"/>
                </a:lnTo>
                <a:close/>
              </a:path>
              <a:path w="863600" h="2787650">
                <a:moveTo>
                  <a:pt x="42333" y="344921"/>
                </a:moveTo>
                <a:lnTo>
                  <a:pt x="69641" y="344921"/>
                </a:lnTo>
                <a:lnTo>
                  <a:pt x="69641" y="230788"/>
                </a:lnTo>
                <a:lnTo>
                  <a:pt x="42333" y="230788"/>
                </a:lnTo>
                <a:lnTo>
                  <a:pt x="42333" y="344921"/>
                </a:lnTo>
                <a:close/>
              </a:path>
              <a:path w="863600" h="2787650">
                <a:moveTo>
                  <a:pt x="259499" y="484247"/>
                </a:moveTo>
                <a:lnTo>
                  <a:pt x="286787" y="484247"/>
                </a:lnTo>
                <a:lnTo>
                  <a:pt x="286787" y="370145"/>
                </a:lnTo>
                <a:lnTo>
                  <a:pt x="259499" y="370145"/>
                </a:lnTo>
                <a:lnTo>
                  <a:pt x="259499" y="484247"/>
                </a:lnTo>
                <a:close/>
              </a:path>
              <a:path w="863600" h="2787650">
                <a:moveTo>
                  <a:pt x="216035" y="484247"/>
                </a:moveTo>
                <a:lnTo>
                  <a:pt x="243374" y="484247"/>
                </a:lnTo>
                <a:lnTo>
                  <a:pt x="243374" y="370145"/>
                </a:lnTo>
                <a:lnTo>
                  <a:pt x="216035" y="370145"/>
                </a:lnTo>
                <a:lnTo>
                  <a:pt x="216035" y="484247"/>
                </a:lnTo>
                <a:close/>
              </a:path>
              <a:path w="863600" h="2787650">
                <a:moveTo>
                  <a:pt x="129200" y="484247"/>
                </a:moveTo>
                <a:lnTo>
                  <a:pt x="156560" y="484247"/>
                </a:lnTo>
                <a:lnTo>
                  <a:pt x="156560" y="370145"/>
                </a:lnTo>
                <a:lnTo>
                  <a:pt x="129200" y="370145"/>
                </a:lnTo>
                <a:lnTo>
                  <a:pt x="129200" y="484247"/>
                </a:lnTo>
                <a:close/>
              </a:path>
              <a:path w="863600" h="2787650">
                <a:moveTo>
                  <a:pt x="85798" y="484247"/>
                </a:moveTo>
                <a:lnTo>
                  <a:pt x="113085" y="484247"/>
                </a:lnTo>
                <a:lnTo>
                  <a:pt x="113085" y="370145"/>
                </a:lnTo>
                <a:lnTo>
                  <a:pt x="85798" y="370145"/>
                </a:lnTo>
                <a:lnTo>
                  <a:pt x="85798" y="484247"/>
                </a:lnTo>
                <a:close/>
              </a:path>
              <a:path w="863600" h="2787650">
                <a:moveTo>
                  <a:pt x="42333" y="484247"/>
                </a:moveTo>
                <a:lnTo>
                  <a:pt x="69641" y="484247"/>
                </a:lnTo>
                <a:lnTo>
                  <a:pt x="69641" y="370145"/>
                </a:lnTo>
                <a:lnTo>
                  <a:pt x="42333" y="370145"/>
                </a:lnTo>
                <a:lnTo>
                  <a:pt x="42333" y="484247"/>
                </a:lnTo>
                <a:close/>
              </a:path>
              <a:path w="863600" h="2787650">
                <a:moveTo>
                  <a:pt x="259499" y="623541"/>
                </a:moveTo>
                <a:lnTo>
                  <a:pt x="286787" y="623541"/>
                </a:lnTo>
                <a:lnTo>
                  <a:pt x="286787" y="509471"/>
                </a:lnTo>
                <a:lnTo>
                  <a:pt x="259499" y="509471"/>
                </a:lnTo>
                <a:lnTo>
                  <a:pt x="259499" y="623541"/>
                </a:lnTo>
                <a:close/>
              </a:path>
              <a:path w="863600" h="2787650">
                <a:moveTo>
                  <a:pt x="216035" y="623541"/>
                </a:moveTo>
                <a:lnTo>
                  <a:pt x="243374" y="623541"/>
                </a:lnTo>
                <a:lnTo>
                  <a:pt x="243374" y="509471"/>
                </a:lnTo>
                <a:lnTo>
                  <a:pt x="216035" y="509471"/>
                </a:lnTo>
                <a:lnTo>
                  <a:pt x="216035" y="623541"/>
                </a:lnTo>
                <a:close/>
              </a:path>
              <a:path w="863600" h="2787650">
                <a:moveTo>
                  <a:pt x="129200" y="623541"/>
                </a:moveTo>
                <a:lnTo>
                  <a:pt x="156560" y="623541"/>
                </a:lnTo>
                <a:lnTo>
                  <a:pt x="156560" y="509471"/>
                </a:lnTo>
                <a:lnTo>
                  <a:pt x="129200" y="509471"/>
                </a:lnTo>
                <a:lnTo>
                  <a:pt x="129200" y="623541"/>
                </a:lnTo>
                <a:close/>
              </a:path>
              <a:path w="863600" h="2787650">
                <a:moveTo>
                  <a:pt x="85798" y="623541"/>
                </a:moveTo>
                <a:lnTo>
                  <a:pt x="113085" y="623541"/>
                </a:lnTo>
                <a:lnTo>
                  <a:pt x="113085" y="509471"/>
                </a:lnTo>
                <a:lnTo>
                  <a:pt x="85798" y="509471"/>
                </a:lnTo>
                <a:lnTo>
                  <a:pt x="85798" y="623541"/>
                </a:lnTo>
                <a:close/>
              </a:path>
              <a:path w="863600" h="2787650">
                <a:moveTo>
                  <a:pt x="42333" y="623541"/>
                </a:moveTo>
                <a:lnTo>
                  <a:pt x="69641" y="623541"/>
                </a:lnTo>
                <a:lnTo>
                  <a:pt x="69641" y="509471"/>
                </a:lnTo>
                <a:lnTo>
                  <a:pt x="42333" y="509471"/>
                </a:lnTo>
                <a:lnTo>
                  <a:pt x="42333" y="623541"/>
                </a:lnTo>
                <a:close/>
              </a:path>
              <a:path w="863600" h="2787650">
                <a:moveTo>
                  <a:pt x="259499" y="762887"/>
                </a:moveTo>
                <a:lnTo>
                  <a:pt x="286787" y="762887"/>
                </a:lnTo>
                <a:lnTo>
                  <a:pt x="286787" y="648765"/>
                </a:lnTo>
                <a:lnTo>
                  <a:pt x="259499" y="648765"/>
                </a:lnTo>
                <a:lnTo>
                  <a:pt x="259499" y="762887"/>
                </a:lnTo>
                <a:close/>
              </a:path>
              <a:path w="863600" h="2787650">
                <a:moveTo>
                  <a:pt x="216035" y="762887"/>
                </a:moveTo>
                <a:lnTo>
                  <a:pt x="243374" y="762887"/>
                </a:lnTo>
                <a:lnTo>
                  <a:pt x="243374" y="648765"/>
                </a:lnTo>
                <a:lnTo>
                  <a:pt x="216035" y="648765"/>
                </a:lnTo>
                <a:lnTo>
                  <a:pt x="216035" y="762887"/>
                </a:lnTo>
                <a:close/>
              </a:path>
              <a:path w="863600" h="2787650">
                <a:moveTo>
                  <a:pt x="129200" y="762887"/>
                </a:moveTo>
                <a:lnTo>
                  <a:pt x="156560" y="762887"/>
                </a:lnTo>
                <a:lnTo>
                  <a:pt x="156560" y="648765"/>
                </a:lnTo>
                <a:lnTo>
                  <a:pt x="129200" y="648765"/>
                </a:lnTo>
                <a:lnTo>
                  <a:pt x="129200" y="762887"/>
                </a:lnTo>
                <a:close/>
              </a:path>
              <a:path w="863600" h="2787650">
                <a:moveTo>
                  <a:pt x="85798" y="762887"/>
                </a:moveTo>
                <a:lnTo>
                  <a:pt x="113085" y="762887"/>
                </a:lnTo>
                <a:lnTo>
                  <a:pt x="113085" y="648765"/>
                </a:lnTo>
                <a:lnTo>
                  <a:pt x="85798" y="648765"/>
                </a:lnTo>
                <a:lnTo>
                  <a:pt x="85798" y="762887"/>
                </a:lnTo>
                <a:close/>
              </a:path>
              <a:path w="863600" h="2787650">
                <a:moveTo>
                  <a:pt x="42333" y="762887"/>
                </a:moveTo>
                <a:lnTo>
                  <a:pt x="69641" y="762887"/>
                </a:lnTo>
                <a:lnTo>
                  <a:pt x="69641" y="648765"/>
                </a:lnTo>
                <a:lnTo>
                  <a:pt x="42333" y="648765"/>
                </a:lnTo>
                <a:lnTo>
                  <a:pt x="42333" y="762887"/>
                </a:lnTo>
                <a:close/>
              </a:path>
            </a:pathLst>
          </a:custGeom>
          <a:ln w="10470">
            <a:solidFill>
              <a:srgbClr val="007B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6" name="object 406" descr=""/>
          <p:cNvSpPr/>
          <p:nvPr/>
        </p:nvSpPr>
        <p:spPr>
          <a:xfrm>
            <a:off x="3456376" y="8392331"/>
            <a:ext cx="902969" cy="1715135"/>
          </a:xfrm>
          <a:custGeom>
            <a:avLst/>
            <a:gdLst/>
            <a:ahLst/>
            <a:cxnLst/>
            <a:rect l="l" t="t" r="r" b="b"/>
            <a:pathLst>
              <a:path w="902970" h="1715134">
                <a:moveTo>
                  <a:pt x="0" y="1714806"/>
                </a:moveTo>
                <a:lnTo>
                  <a:pt x="902653" y="1714806"/>
                </a:lnTo>
                <a:lnTo>
                  <a:pt x="902653" y="0"/>
                </a:lnTo>
                <a:lnTo>
                  <a:pt x="0" y="0"/>
                </a:lnTo>
                <a:lnTo>
                  <a:pt x="0" y="1714806"/>
                </a:lnTo>
                <a:close/>
              </a:path>
              <a:path w="902970" h="1715134">
                <a:moveTo>
                  <a:pt x="450310" y="1673519"/>
                </a:moveTo>
                <a:lnTo>
                  <a:pt x="478875" y="1673519"/>
                </a:lnTo>
                <a:lnTo>
                  <a:pt x="478875" y="1575784"/>
                </a:lnTo>
                <a:lnTo>
                  <a:pt x="450310" y="1575784"/>
                </a:lnTo>
                <a:lnTo>
                  <a:pt x="450310" y="1673519"/>
                </a:lnTo>
                <a:close/>
              </a:path>
              <a:path w="902970" h="1715134">
                <a:moveTo>
                  <a:pt x="404951" y="1673519"/>
                </a:moveTo>
                <a:lnTo>
                  <a:pt x="433452" y="1673519"/>
                </a:lnTo>
                <a:lnTo>
                  <a:pt x="433452" y="1575784"/>
                </a:lnTo>
                <a:lnTo>
                  <a:pt x="404951" y="1575784"/>
                </a:lnTo>
                <a:lnTo>
                  <a:pt x="404951" y="1673519"/>
                </a:lnTo>
                <a:close/>
              </a:path>
              <a:path w="902970" h="1715134">
                <a:moveTo>
                  <a:pt x="359528" y="1673519"/>
                </a:moveTo>
                <a:lnTo>
                  <a:pt x="388061" y="1673519"/>
                </a:lnTo>
                <a:lnTo>
                  <a:pt x="388061" y="1575784"/>
                </a:lnTo>
                <a:lnTo>
                  <a:pt x="359528" y="1575784"/>
                </a:lnTo>
                <a:lnTo>
                  <a:pt x="359528" y="1673519"/>
                </a:lnTo>
                <a:close/>
              </a:path>
              <a:path w="902970" h="1715134">
                <a:moveTo>
                  <a:pt x="314147" y="1673519"/>
                </a:moveTo>
                <a:lnTo>
                  <a:pt x="342680" y="1673519"/>
                </a:lnTo>
                <a:lnTo>
                  <a:pt x="342680" y="1575784"/>
                </a:lnTo>
                <a:lnTo>
                  <a:pt x="314147" y="1575784"/>
                </a:lnTo>
                <a:lnTo>
                  <a:pt x="314147" y="1673519"/>
                </a:lnTo>
                <a:close/>
              </a:path>
              <a:path w="902970" h="1715134">
                <a:moveTo>
                  <a:pt x="450310" y="1215973"/>
                </a:moveTo>
                <a:lnTo>
                  <a:pt x="478875" y="1215973"/>
                </a:lnTo>
                <a:lnTo>
                  <a:pt x="478875" y="1145776"/>
                </a:lnTo>
                <a:lnTo>
                  <a:pt x="450310" y="1145776"/>
                </a:lnTo>
                <a:lnTo>
                  <a:pt x="450310" y="1215973"/>
                </a:lnTo>
                <a:close/>
              </a:path>
              <a:path w="902970" h="1715134">
                <a:moveTo>
                  <a:pt x="404951" y="1215973"/>
                </a:moveTo>
                <a:lnTo>
                  <a:pt x="433452" y="1215973"/>
                </a:lnTo>
                <a:lnTo>
                  <a:pt x="433452" y="1145776"/>
                </a:lnTo>
                <a:lnTo>
                  <a:pt x="404951" y="1145776"/>
                </a:lnTo>
                <a:lnTo>
                  <a:pt x="404951" y="1215973"/>
                </a:lnTo>
                <a:close/>
              </a:path>
              <a:path w="902970" h="1715134">
                <a:moveTo>
                  <a:pt x="359528" y="1215973"/>
                </a:moveTo>
                <a:lnTo>
                  <a:pt x="388061" y="1215973"/>
                </a:lnTo>
                <a:lnTo>
                  <a:pt x="388061" y="1145776"/>
                </a:lnTo>
                <a:lnTo>
                  <a:pt x="359528" y="1145776"/>
                </a:lnTo>
                <a:lnTo>
                  <a:pt x="359528" y="1215973"/>
                </a:lnTo>
                <a:close/>
              </a:path>
              <a:path w="902970" h="1715134">
                <a:moveTo>
                  <a:pt x="314147" y="1215973"/>
                </a:moveTo>
                <a:lnTo>
                  <a:pt x="342680" y="1215973"/>
                </a:lnTo>
                <a:lnTo>
                  <a:pt x="342680" y="1145776"/>
                </a:lnTo>
                <a:lnTo>
                  <a:pt x="314147" y="1145776"/>
                </a:lnTo>
                <a:lnTo>
                  <a:pt x="314147" y="1215973"/>
                </a:lnTo>
                <a:close/>
              </a:path>
              <a:path w="902970" h="1715134">
                <a:moveTo>
                  <a:pt x="450310" y="1301688"/>
                </a:moveTo>
                <a:lnTo>
                  <a:pt x="478875" y="1301688"/>
                </a:lnTo>
                <a:lnTo>
                  <a:pt x="478875" y="1231491"/>
                </a:lnTo>
                <a:lnTo>
                  <a:pt x="450310" y="1231491"/>
                </a:lnTo>
                <a:lnTo>
                  <a:pt x="450310" y="1301688"/>
                </a:lnTo>
                <a:close/>
              </a:path>
              <a:path w="902970" h="1715134">
                <a:moveTo>
                  <a:pt x="404951" y="1301688"/>
                </a:moveTo>
                <a:lnTo>
                  <a:pt x="433452" y="1301688"/>
                </a:lnTo>
                <a:lnTo>
                  <a:pt x="433452" y="1231491"/>
                </a:lnTo>
                <a:lnTo>
                  <a:pt x="404951" y="1231491"/>
                </a:lnTo>
                <a:lnTo>
                  <a:pt x="404951" y="1301688"/>
                </a:lnTo>
                <a:close/>
              </a:path>
              <a:path w="902970" h="1715134">
                <a:moveTo>
                  <a:pt x="359528" y="1301688"/>
                </a:moveTo>
                <a:lnTo>
                  <a:pt x="388061" y="1301688"/>
                </a:lnTo>
                <a:lnTo>
                  <a:pt x="388061" y="1231491"/>
                </a:lnTo>
                <a:lnTo>
                  <a:pt x="359528" y="1231491"/>
                </a:lnTo>
                <a:lnTo>
                  <a:pt x="359528" y="1301688"/>
                </a:lnTo>
                <a:close/>
              </a:path>
              <a:path w="902970" h="1715134">
                <a:moveTo>
                  <a:pt x="314147" y="1301688"/>
                </a:moveTo>
                <a:lnTo>
                  <a:pt x="342680" y="1301688"/>
                </a:lnTo>
                <a:lnTo>
                  <a:pt x="342680" y="1231491"/>
                </a:lnTo>
                <a:lnTo>
                  <a:pt x="314147" y="1231491"/>
                </a:lnTo>
                <a:lnTo>
                  <a:pt x="314147" y="1301688"/>
                </a:lnTo>
                <a:close/>
              </a:path>
              <a:path w="902970" h="1715134">
                <a:moveTo>
                  <a:pt x="450310" y="1387413"/>
                </a:moveTo>
                <a:lnTo>
                  <a:pt x="478875" y="1387413"/>
                </a:lnTo>
                <a:lnTo>
                  <a:pt x="478875" y="1317174"/>
                </a:lnTo>
                <a:lnTo>
                  <a:pt x="450310" y="1317174"/>
                </a:lnTo>
                <a:lnTo>
                  <a:pt x="450310" y="1387413"/>
                </a:lnTo>
                <a:close/>
              </a:path>
              <a:path w="902970" h="1715134">
                <a:moveTo>
                  <a:pt x="404951" y="1387413"/>
                </a:moveTo>
                <a:lnTo>
                  <a:pt x="433452" y="1387413"/>
                </a:lnTo>
                <a:lnTo>
                  <a:pt x="433452" y="1317174"/>
                </a:lnTo>
                <a:lnTo>
                  <a:pt x="404951" y="1317174"/>
                </a:lnTo>
                <a:lnTo>
                  <a:pt x="404951" y="1387413"/>
                </a:lnTo>
                <a:close/>
              </a:path>
              <a:path w="902970" h="1715134">
                <a:moveTo>
                  <a:pt x="359528" y="1387413"/>
                </a:moveTo>
                <a:lnTo>
                  <a:pt x="388061" y="1387413"/>
                </a:lnTo>
                <a:lnTo>
                  <a:pt x="388061" y="1317174"/>
                </a:lnTo>
                <a:lnTo>
                  <a:pt x="359528" y="1317174"/>
                </a:lnTo>
                <a:lnTo>
                  <a:pt x="359528" y="1387413"/>
                </a:lnTo>
                <a:close/>
              </a:path>
              <a:path w="902970" h="1715134">
                <a:moveTo>
                  <a:pt x="314147" y="1387413"/>
                </a:moveTo>
                <a:lnTo>
                  <a:pt x="342680" y="1387413"/>
                </a:lnTo>
                <a:lnTo>
                  <a:pt x="342680" y="1317174"/>
                </a:lnTo>
                <a:lnTo>
                  <a:pt x="314147" y="1317174"/>
                </a:lnTo>
                <a:lnTo>
                  <a:pt x="314147" y="1387413"/>
                </a:lnTo>
                <a:close/>
              </a:path>
              <a:path w="902970" h="1715134">
                <a:moveTo>
                  <a:pt x="450310" y="1473106"/>
                </a:moveTo>
                <a:lnTo>
                  <a:pt x="478875" y="1473106"/>
                </a:lnTo>
                <a:lnTo>
                  <a:pt x="478875" y="1402941"/>
                </a:lnTo>
                <a:lnTo>
                  <a:pt x="450310" y="1402941"/>
                </a:lnTo>
                <a:lnTo>
                  <a:pt x="450310" y="1473106"/>
                </a:lnTo>
                <a:close/>
              </a:path>
              <a:path w="902970" h="1715134">
                <a:moveTo>
                  <a:pt x="404951" y="1473106"/>
                </a:moveTo>
                <a:lnTo>
                  <a:pt x="433452" y="1473106"/>
                </a:lnTo>
                <a:lnTo>
                  <a:pt x="433452" y="1402941"/>
                </a:lnTo>
                <a:lnTo>
                  <a:pt x="404951" y="1402941"/>
                </a:lnTo>
                <a:lnTo>
                  <a:pt x="404951" y="1473106"/>
                </a:lnTo>
                <a:close/>
              </a:path>
              <a:path w="902970" h="1715134">
                <a:moveTo>
                  <a:pt x="359528" y="1473106"/>
                </a:moveTo>
                <a:lnTo>
                  <a:pt x="388061" y="1473106"/>
                </a:lnTo>
                <a:lnTo>
                  <a:pt x="388061" y="1402941"/>
                </a:lnTo>
                <a:lnTo>
                  <a:pt x="359528" y="1402941"/>
                </a:lnTo>
                <a:lnTo>
                  <a:pt x="359528" y="1473106"/>
                </a:lnTo>
                <a:close/>
              </a:path>
              <a:path w="902970" h="1715134">
                <a:moveTo>
                  <a:pt x="314147" y="1473106"/>
                </a:moveTo>
                <a:lnTo>
                  <a:pt x="342680" y="1473106"/>
                </a:lnTo>
                <a:lnTo>
                  <a:pt x="342680" y="1402941"/>
                </a:lnTo>
                <a:lnTo>
                  <a:pt x="314147" y="1402941"/>
                </a:lnTo>
                <a:lnTo>
                  <a:pt x="314147" y="1473106"/>
                </a:lnTo>
                <a:close/>
              </a:path>
              <a:path w="902970" h="1715134">
                <a:moveTo>
                  <a:pt x="450310" y="1558842"/>
                </a:moveTo>
                <a:lnTo>
                  <a:pt x="478875" y="1558842"/>
                </a:lnTo>
                <a:lnTo>
                  <a:pt x="478875" y="1488614"/>
                </a:lnTo>
                <a:lnTo>
                  <a:pt x="450310" y="1488614"/>
                </a:lnTo>
                <a:lnTo>
                  <a:pt x="450310" y="1558842"/>
                </a:lnTo>
                <a:close/>
              </a:path>
              <a:path w="902970" h="1715134">
                <a:moveTo>
                  <a:pt x="404951" y="1558842"/>
                </a:moveTo>
                <a:lnTo>
                  <a:pt x="433452" y="1558842"/>
                </a:lnTo>
                <a:lnTo>
                  <a:pt x="433452" y="1488614"/>
                </a:lnTo>
                <a:lnTo>
                  <a:pt x="404951" y="1488614"/>
                </a:lnTo>
                <a:lnTo>
                  <a:pt x="404951" y="1558842"/>
                </a:lnTo>
                <a:close/>
              </a:path>
              <a:path w="902970" h="1715134">
                <a:moveTo>
                  <a:pt x="359528" y="1558842"/>
                </a:moveTo>
                <a:lnTo>
                  <a:pt x="388061" y="1558842"/>
                </a:lnTo>
                <a:lnTo>
                  <a:pt x="388061" y="1488614"/>
                </a:lnTo>
                <a:lnTo>
                  <a:pt x="359528" y="1488614"/>
                </a:lnTo>
                <a:lnTo>
                  <a:pt x="359528" y="1558842"/>
                </a:lnTo>
                <a:close/>
              </a:path>
              <a:path w="902970" h="1715134">
                <a:moveTo>
                  <a:pt x="314147" y="1558842"/>
                </a:moveTo>
                <a:lnTo>
                  <a:pt x="342680" y="1558842"/>
                </a:lnTo>
                <a:lnTo>
                  <a:pt x="342680" y="1488614"/>
                </a:lnTo>
                <a:lnTo>
                  <a:pt x="314147" y="1488614"/>
                </a:lnTo>
                <a:lnTo>
                  <a:pt x="314147" y="1558842"/>
                </a:lnTo>
                <a:close/>
              </a:path>
              <a:path w="902970" h="1715134">
                <a:moveTo>
                  <a:pt x="271258" y="1673519"/>
                </a:moveTo>
                <a:lnTo>
                  <a:pt x="299791" y="1673519"/>
                </a:lnTo>
                <a:lnTo>
                  <a:pt x="299791" y="1575784"/>
                </a:lnTo>
                <a:lnTo>
                  <a:pt x="271258" y="1575784"/>
                </a:lnTo>
                <a:lnTo>
                  <a:pt x="271258" y="1673519"/>
                </a:lnTo>
                <a:close/>
              </a:path>
              <a:path w="902970" h="1715134">
                <a:moveTo>
                  <a:pt x="225825" y="1673519"/>
                </a:moveTo>
                <a:lnTo>
                  <a:pt x="254390" y="1673519"/>
                </a:lnTo>
                <a:lnTo>
                  <a:pt x="254390" y="1575784"/>
                </a:lnTo>
                <a:lnTo>
                  <a:pt x="225825" y="1575784"/>
                </a:lnTo>
                <a:lnTo>
                  <a:pt x="225825" y="1673519"/>
                </a:lnTo>
                <a:close/>
              </a:path>
              <a:path w="902970" h="1715134">
                <a:moveTo>
                  <a:pt x="180434" y="1673519"/>
                </a:moveTo>
                <a:lnTo>
                  <a:pt x="209030" y="1673519"/>
                </a:lnTo>
                <a:lnTo>
                  <a:pt x="209030" y="1575784"/>
                </a:lnTo>
                <a:lnTo>
                  <a:pt x="180434" y="1575784"/>
                </a:lnTo>
                <a:lnTo>
                  <a:pt x="180434" y="1673519"/>
                </a:lnTo>
                <a:close/>
              </a:path>
              <a:path w="902970" h="1715134">
                <a:moveTo>
                  <a:pt x="135032" y="1673519"/>
                </a:moveTo>
                <a:lnTo>
                  <a:pt x="163607" y="1673519"/>
                </a:lnTo>
                <a:lnTo>
                  <a:pt x="163607" y="1575784"/>
                </a:lnTo>
                <a:lnTo>
                  <a:pt x="135032" y="1575784"/>
                </a:lnTo>
                <a:lnTo>
                  <a:pt x="135032" y="1673519"/>
                </a:lnTo>
                <a:close/>
              </a:path>
              <a:path w="902970" h="1715134">
                <a:moveTo>
                  <a:pt x="89693" y="1673519"/>
                </a:moveTo>
                <a:lnTo>
                  <a:pt x="118216" y="1673519"/>
                </a:lnTo>
                <a:lnTo>
                  <a:pt x="118216" y="1575784"/>
                </a:lnTo>
                <a:lnTo>
                  <a:pt x="89693" y="1575784"/>
                </a:lnTo>
                <a:lnTo>
                  <a:pt x="89693" y="1673519"/>
                </a:lnTo>
                <a:close/>
              </a:path>
              <a:path w="902970" h="1715134">
                <a:moveTo>
                  <a:pt x="44260" y="1673519"/>
                </a:moveTo>
                <a:lnTo>
                  <a:pt x="72793" y="1673519"/>
                </a:lnTo>
                <a:lnTo>
                  <a:pt x="72793" y="1575784"/>
                </a:lnTo>
                <a:lnTo>
                  <a:pt x="44260" y="1575784"/>
                </a:lnTo>
                <a:lnTo>
                  <a:pt x="44260" y="1673519"/>
                </a:lnTo>
                <a:close/>
              </a:path>
              <a:path w="902970" h="1715134">
                <a:moveTo>
                  <a:pt x="271258" y="1215973"/>
                </a:moveTo>
                <a:lnTo>
                  <a:pt x="299791" y="1215973"/>
                </a:lnTo>
                <a:lnTo>
                  <a:pt x="299791" y="1145776"/>
                </a:lnTo>
                <a:lnTo>
                  <a:pt x="271258" y="1145776"/>
                </a:lnTo>
                <a:lnTo>
                  <a:pt x="271258" y="1215973"/>
                </a:lnTo>
                <a:close/>
              </a:path>
              <a:path w="902970" h="1715134">
                <a:moveTo>
                  <a:pt x="225825" y="1215973"/>
                </a:moveTo>
                <a:lnTo>
                  <a:pt x="254390" y="1215973"/>
                </a:lnTo>
                <a:lnTo>
                  <a:pt x="254390" y="1145776"/>
                </a:lnTo>
                <a:lnTo>
                  <a:pt x="225825" y="1145776"/>
                </a:lnTo>
                <a:lnTo>
                  <a:pt x="225825" y="1215973"/>
                </a:lnTo>
                <a:close/>
              </a:path>
              <a:path w="902970" h="1715134">
                <a:moveTo>
                  <a:pt x="180434" y="1215973"/>
                </a:moveTo>
                <a:lnTo>
                  <a:pt x="209030" y="1215973"/>
                </a:lnTo>
                <a:lnTo>
                  <a:pt x="209030" y="1145776"/>
                </a:lnTo>
                <a:lnTo>
                  <a:pt x="180434" y="1145776"/>
                </a:lnTo>
                <a:lnTo>
                  <a:pt x="180434" y="1215973"/>
                </a:lnTo>
                <a:close/>
              </a:path>
              <a:path w="902970" h="1715134">
                <a:moveTo>
                  <a:pt x="135032" y="1215973"/>
                </a:moveTo>
                <a:lnTo>
                  <a:pt x="163607" y="1215973"/>
                </a:lnTo>
                <a:lnTo>
                  <a:pt x="163607" y="1145776"/>
                </a:lnTo>
                <a:lnTo>
                  <a:pt x="135032" y="1145776"/>
                </a:lnTo>
                <a:lnTo>
                  <a:pt x="135032" y="1215973"/>
                </a:lnTo>
                <a:close/>
              </a:path>
              <a:path w="902970" h="1715134">
                <a:moveTo>
                  <a:pt x="89693" y="1215973"/>
                </a:moveTo>
                <a:lnTo>
                  <a:pt x="118216" y="1215973"/>
                </a:lnTo>
                <a:lnTo>
                  <a:pt x="118216" y="1145776"/>
                </a:lnTo>
                <a:lnTo>
                  <a:pt x="89693" y="1145776"/>
                </a:lnTo>
                <a:lnTo>
                  <a:pt x="89693" y="1215973"/>
                </a:lnTo>
                <a:close/>
              </a:path>
              <a:path w="902970" h="1715134">
                <a:moveTo>
                  <a:pt x="44260" y="1215973"/>
                </a:moveTo>
                <a:lnTo>
                  <a:pt x="72793" y="1215973"/>
                </a:lnTo>
                <a:lnTo>
                  <a:pt x="72793" y="1145776"/>
                </a:lnTo>
                <a:lnTo>
                  <a:pt x="44260" y="1145776"/>
                </a:lnTo>
                <a:lnTo>
                  <a:pt x="44260" y="1215973"/>
                </a:lnTo>
                <a:close/>
              </a:path>
              <a:path w="902970" h="1715134">
                <a:moveTo>
                  <a:pt x="271258" y="1301688"/>
                </a:moveTo>
                <a:lnTo>
                  <a:pt x="299791" y="1301688"/>
                </a:lnTo>
                <a:lnTo>
                  <a:pt x="299791" y="1231491"/>
                </a:lnTo>
                <a:lnTo>
                  <a:pt x="271258" y="1231491"/>
                </a:lnTo>
                <a:lnTo>
                  <a:pt x="271258" y="1301688"/>
                </a:lnTo>
                <a:close/>
              </a:path>
              <a:path w="902970" h="1715134">
                <a:moveTo>
                  <a:pt x="225825" y="1301688"/>
                </a:moveTo>
                <a:lnTo>
                  <a:pt x="254390" y="1301688"/>
                </a:lnTo>
                <a:lnTo>
                  <a:pt x="254390" y="1231491"/>
                </a:lnTo>
                <a:lnTo>
                  <a:pt x="225825" y="1231491"/>
                </a:lnTo>
                <a:lnTo>
                  <a:pt x="225825" y="1301688"/>
                </a:lnTo>
                <a:close/>
              </a:path>
              <a:path w="902970" h="1715134">
                <a:moveTo>
                  <a:pt x="180434" y="1301688"/>
                </a:moveTo>
                <a:lnTo>
                  <a:pt x="209030" y="1301688"/>
                </a:lnTo>
                <a:lnTo>
                  <a:pt x="209030" y="1231491"/>
                </a:lnTo>
                <a:lnTo>
                  <a:pt x="180434" y="1231491"/>
                </a:lnTo>
                <a:lnTo>
                  <a:pt x="180434" y="1301688"/>
                </a:lnTo>
                <a:close/>
              </a:path>
              <a:path w="902970" h="1715134">
                <a:moveTo>
                  <a:pt x="135032" y="1301688"/>
                </a:moveTo>
                <a:lnTo>
                  <a:pt x="163607" y="1301688"/>
                </a:lnTo>
                <a:lnTo>
                  <a:pt x="163607" y="1231491"/>
                </a:lnTo>
                <a:lnTo>
                  <a:pt x="135032" y="1231491"/>
                </a:lnTo>
                <a:lnTo>
                  <a:pt x="135032" y="1301688"/>
                </a:lnTo>
                <a:close/>
              </a:path>
              <a:path w="902970" h="1715134">
                <a:moveTo>
                  <a:pt x="89693" y="1301688"/>
                </a:moveTo>
                <a:lnTo>
                  <a:pt x="118216" y="1301688"/>
                </a:lnTo>
                <a:lnTo>
                  <a:pt x="118216" y="1231491"/>
                </a:lnTo>
                <a:lnTo>
                  <a:pt x="89693" y="1231491"/>
                </a:lnTo>
                <a:lnTo>
                  <a:pt x="89693" y="1301688"/>
                </a:lnTo>
                <a:close/>
              </a:path>
              <a:path w="902970" h="1715134">
                <a:moveTo>
                  <a:pt x="44260" y="1301688"/>
                </a:moveTo>
                <a:lnTo>
                  <a:pt x="72793" y="1301688"/>
                </a:lnTo>
                <a:lnTo>
                  <a:pt x="72793" y="1231491"/>
                </a:lnTo>
                <a:lnTo>
                  <a:pt x="44260" y="1231491"/>
                </a:lnTo>
                <a:lnTo>
                  <a:pt x="44260" y="1301688"/>
                </a:lnTo>
                <a:close/>
              </a:path>
              <a:path w="902970" h="1715134">
                <a:moveTo>
                  <a:pt x="271258" y="1387413"/>
                </a:moveTo>
                <a:lnTo>
                  <a:pt x="299791" y="1387413"/>
                </a:lnTo>
                <a:lnTo>
                  <a:pt x="299791" y="1317174"/>
                </a:lnTo>
                <a:lnTo>
                  <a:pt x="271258" y="1317174"/>
                </a:lnTo>
                <a:lnTo>
                  <a:pt x="271258" y="1387413"/>
                </a:lnTo>
                <a:close/>
              </a:path>
              <a:path w="902970" h="1715134">
                <a:moveTo>
                  <a:pt x="225825" y="1387413"/>
                </a:moveTo>
                <a:lnTo>
                  <a:pt x="254390" y="1387413"/>
                </a:lnTo>
                <a:lnTo>
                  <a:pt x="254390" y="1317174"/>
                </a:lnTo>
                <a:lnTo>
                  <a:pt x="225825" y="1317174"/>
                </a:lnTo>
                <a:lnTo>
                  <a:pt x="225825" y="1387413"/>
                </a:lnTo>
                <a:close/>
              </a:path>
              <a:path w="902970" h="1715134">
                <a:moveTo>
                  <a:pt x="180434" y="1387413"/>
                </a:moveTo>
                <a:lnTo>
                  <a:pt x="209030" y="1387413"/>
                </a:lnTo>
                <a:lnTo>
                  <a:pt x="209030" y="1317174"/>
                </a:lnTo>
                <a:lnTo>
                  <a:pt x="180434" y="1317174"/>
                </a:lnTo>
                <a:lnTo>
                  <a:pt x="180434" y="1387413"/>
                </a:lnTo>
                <a:close/>
              </a:path>
              <a:path w="902970" h="1715134">
                <a:moveTo>
                  <a:pt x="135032" y="1387413"/>
                </a:moveTo>
                <a:lnTo>
                  <a:pt x="163607" y="1387413"/>
                </a:lnTo>
                <a:lnTo>
                  <a:pt x="163607" y="1317174"/>
                </a:lnTo>
                <a:lnTo>
                  <a:pt x="135032" y="1317174"/>
                </a:lnTo>
                <a:lnTo>
                  <a:pt x="135032" y="1387413"/>
                </a:lnTo>
                <a:close/>
              </a:path>
              <a:path w="902970" h="1715134">
                <a:moveTo>
                  <a:pt x="89693" y="1387413"/>
                </a:moveTo>
                <a:lnTo>
                  <a:pt x="118216" y="1387413"/>
                </a:lnTo>
                <a:lnTo>
                  <a:pt x="118216" y="1317174"/>
                </a:lnTo>
                <a:lnTo>
                  <a:pt x="89693" y="1317174"/>
                </a:lnTo>
                <a:lnTo>
                  <a:pt x="89693" y="1387413"/>
                </a:lnTo>
                <a:close/>
              </a:path>
              <a:path w="902970" h="1715134">
                <a:moveTo>
                  <a:pt x="44260" y="1387413"/>
                </a:moveTo>
                <a:lnTo>
                  <a:pt x="72793" y="1387413"/>
                </a:lnTo>
                <a:lnTo>
                  <a:pt x="72793" y="1317174"/>
                </a:lnTo>
                <a:lnTo>
                  <a:pt x="44260" y="1317174"/>
                </a:lnTo>
                <a:lnTo>
                  <a:pt x="44260" y="1387413"/>
                </a:lnTo>
                <a:close/>
              </a:path>
              <a:path w="902970" h="1715134">
                <a:moveTo>
                  <a:pt x="271258" y="1473106"/>
                </a:moveTo>
                <a:lnTo>
                  <a:pt x="299791" y="1473106"/>
                </a:lnTo>
                <a:lnTo>
                  <a:pt x="299791" y="1402941"/>
                </a:lnTo>
                <a:lnTo>
                  <a:pt x="271258" y="1402941"/>
                </a:lnTo>
                <a:lnTo>
                  <a:pt x="271258" y="1473106"/>
                </a:lnTo>
                <a:close/>
              </a:path>
              <a:path w="902970" h="1715134">
                <a:moveTo>
                  <a:pt x="225825" y="1473106"/>
                </a:moveTo>
                <a:lnTo>
                  <a:pt x="254390" y="1473106"/>
                </a:lnTo>
                <a:lnTo>
                  <a:pt x="254390" y="1402941"/>
                </a:lnTo>
                <a:lnTo>
                  <a:pt x="225825" y="1402941"/>
                </a:lnTo>
                <a:lnTo>
                  <a:pt x="225825" y="1473106"/>
                </a:lnTo>
                <a:close/>
              </a:path>
              <a:path w="902970" h="1715134">
                <a:moveTo>
                  <a:pt x="180434" y="1473106"/>
                </a:moveTo>
                <a:lnTo>
                  <a:pt x="209030" y="1473106"/>
                </a:lnTo>
                <a:lnTo>
                  <a:pt x="209030" y="1402941"/>
                </a:lnTo>
                <a:lnTo>
                  <a:pt x="180434" y="1402941"/>
                </a:lnTo>
                <a:lnTo>
                  <a:pt x="180434" y="1473106"/>
                </a:lnTo>
                <a:close/>
              </a:path>
              <a:path w="902970" h="1715134">
                <a:moveTo>
                  <a:pt x="135032" y="1473106"/>
                </a:moveTo>
                <a:lnTo>
                  <a:pt x="163607" y="1473106"/>
                </a:lnTo>
                <a:lnTo>
                  <a:pt x="163607" y="1402941"/>
                </a:lnTo>
                <a:lnTo>
                  <a:pt x="135032" y="1402941"/>
                </a:lnTo>
                <a:lnTo>
                  <a:pt x="135032" y="1473106"/>
                </a:lnTo>
                <a:close/>
              </a:path>
              <a:path w="902970" h="1715134">
                <a:moveTo>
                  <a:pt x="89693" y="1473106"/>
                </a:moveTo>
                <a:lnTo>
                  <a:pt x="118216" y="1473106"/>
                </a:lnTo>
                <a:lnTo>
                  <a:pt x="118216" y="1402941"/>
                </a:lnTo>
                <a:lnTo>
                  <a:pt x="89693" y="1402941"/>
                </a:lnTo>
                <a:lnTo>
                  <a:pt x="89693" y="1473106"/>
                </a:lnTo>
                <a:close/>
              </a:path>
              <a:path w="902970" h="1715134">
                <a:moveTo>
                  <a:pt x="44260" y="1473106"/>
                </a:moveTo>
                <a:lnTo>
                  <a:pt x="72793" y="1473106"/>
                </a:lnTo>
                <a:lnTo>
                  <a:pt x="72793" y="1402941"/>
                </a:lnTo>
                <a:lnTo>
                  <a:pt x="44260" y="1402941"/>
                </a:lnTo>
                <a:lnTo>
                  <a:pt x="44260" y="1473106"/>
                </a:lnTo>
                <a:close/>
              </a:path>
              <a:path w="902970" h="1715134">
                <a:moveTo>
                  <a:pt x="271258" y="1558842"/>
                </a:moveTo>
                <a:lnTo>
                  <a:pt x="299791" y="1558842"/>
                </a:lnTo>
                <a:lnTo>
                  <a:pt x="299791" y="1488614"/>
                </a:lnTo>
                <a:lnTo>
                  <a:pt x="271258" y="1488614"/>
                </a:lnTo>
                <a:lnTo>
                  <a:pt x="271258" y="1558842"/>
                </a:lnTo>
                <a:close/>
              </a:path>
              <a:path w="902970" h="1715134">
                <a:moveTo>
                  <a:pt x="225825" y="1558842"/>
                </a:moveTo>
                <a:lnTo>
                  <a:pt x="254390" y="1558842"/>
                </a:lnTo>
                <a:lnTo>
                  <a:pt x="254390" y="1488614"/>
                </a:lnTo>
                <a:lnTo>
                  <a:pt x="225825" y="1488614"/>
                </a:lnTo>
                <a:lnTo>
                  <a:pt x="225825" y="1558842"/>
                </a:lnTo>
                <a:close/>
              </a:path>
              <a:path w="902970" h="1715134">
                <a:moveTo>
                  <a:pt x="180434" y="1558842"/>
                </a:moveTo>
                <a:lnTo>
                  <a:pt x="209030" y="1558842"/>
                </a:lnTo>
                <a:lnTo>
                  <a:pt x="209030" y="1488614"/>
                </a:lnTo>
                <a:lnTo>
                  <a:pt x="180434" y="1488614"/>
                </a:lnTo>
                <a:lnTo>
                  <a:pt x="180434" y="1558842"/>
                </a:lnTo>
                <a:close/>
              </a:path>
              <a:path w="902970" h="1715134">
                <a:moveTo>
                  <a:pt x="135032" y="1558842"/>
                </a:moveTo>
                <a:lnTo>
                  <a:pt x="163607" y="1558842"/>
                </a:lnTo>
                <a:lnTo>
                  <a:pt x="163607" y="1488614"/>
                </a:lnTo>
                <a:lnTo>
                  <a:pt x="135032" y="1488614"/>
                </a:lnTo>
                <a:lnTo>
                  <a:pt x="135032" y="1558842"/>
                </a:lnTo>
                <a:close/>
              </a:path>
              <a:path w="902970" h="1715134">
                <a:moveTo>
                  <a:pt x="89693" y="1558842"/>
                </a:moveTo>
                <a:lnTo>
                  <a:pt x="118216" y="1558842"/>
                </a:lnTo>
                <a:lnTo>
                  <a:pt x="118216" y="1488614"/>
                </a:lnTo>
                <a:lnTo>
                  <a:pt x="89693" y="1488614"/>
                </a:lnTo>
                <a:lnTo>
                  <a:pt x="89693" y="1558842"/>
                </a:lnTo>
                <a:close/>
              </a:path>
              <a:path w="902970" h="1715134">
                <a:moveTo>
                  <a:pt x="44260" y="1558842"/>
                </a:moveTo>
                <a:lnTo>
                  <a:pt x="72793" y="1558842"/>
                </a:lnTo>
                <a:lnTo>
                  <a:pt x="72793" y="1488614"/>
                </a:lnTo>
                <a:lnTo>
                  <a:pt x="44260" y="1488614"/>
                </a:lnTo>
                <a:lnTo>
                  <a:pt x="44260" y="1558842"/>
                </a:lnTo>
                <a:close/>
              </a:path>
              <a:path w="902970" h="1715134">
                <a:moveTo>
                  <a:pt x="450310" y="1128782"/>
                </a:moveTo>
                <a:lnTo>
                  <a:pt x="478875" y="1128782"/>
                </a:lnTo>
                <a:lnTo>
                  <a:pt x="478875" y="1031047"/>
                </a:lnTo>
                <a:lnTo>
                  <a:pt x="450310" y="1031047"/>
                </a:lnTo>
                <a:lnTo>
                  <a:pt x="450310" y="1128782"/>
                </a:lnTo>
                <a:close/>
              </a:path>
              <a:path w="902970" h="1715134">
                <a:moveTo>
                  <a:pt x="404951" y="1128782"/>
                </a:moveTo>
                <a:lnTo>
                  <a:pt x="433452" y="1128782"/>
                </a:lnTo>
                <a:lnTo>
                  <a:pt x="433452" y="1031047"/>
                </a:lnTo>
                <a:lnTo>
                  <a:pt x="404951" y="1031047"/>
                </a:lnTo>
                <a:lnTo>
                  <a:pt x="404951" y="1128782"/>
                </a:lnTo>
                <a:close/>
              </a:path>
              <a:path w="902970" h="1715134">
                <a:moveTo>
                  <a:pt x="359528" y="1128782"/>
                </a:moveTo>
                <a:lnTo>
                  <a:pt x="388061" y="1128782"/>
                </a:lnTo>
                <a:lnTo>
                  <a:pt x="388061" y="1031047"/>
                </a:lnTo>
                <a:lnTo>
                  <a:pt x="359528" y="1031047"/>
                </a:lnTo>
                <a:lnTo>
                  <a:pt x="359528" y="1128782"/>
                </a:lnTo>
                <a:close/>
              </a:path>
              <a:path w="902970" h="1715134">
                <a:moveTo>
                  <a:pt x="314147" y="1128782"/>
                </a:moveTo>
                <a:lnTo>
                  <a:pt x="342680" y="1128782"/>
                </a:lnTo>
                <a:lnTo>
                  <a:pt x="342680" y="1031047"/>
                </a:lnTo>
                <a:lnTo>
                  <a:pt x="314147" y="1031047"/>
                </a:lnTo>
                <a:lnTo>
                  <a:pt x="314147" y="1128782"/>
                </a:lnTo>
                <a:close/>
              </a:path>
              <a:path w="902970" h="1715134">
                <a:moveTo>
                  <a:pt x="450310" y="671236"/>
                </a:moveTo>
                <a:lnTo>
                  <a:pt x="478875" y="671236"/>
                </a:lnTo>
                <a:lnTo>
                  <a:pt x="478875" y="601039"/>
                </a:lnTo>
                <a:lnTo>
                  <a:pt x="450310" y="601039"/>
                </a:lnTo>
                <a:lnTo>
                  <a:pt x="450310" y="671236"/>
                </a:lnTo>
                <a:close/>
              </a:path>
              <a:path w="902970" h="1715134">
                <a:moveTo>
                  <a:pt x="404951" y="671236"/>
                </a:moveTo>
                <a:lnTo>
                  <a:pt x="433452" y="671236"/>
                </a:lnTo>
                <a:lnTo>
                  <a:pt x="433452" y="601039"/>
                </a:lnTo>
                <a:lnTo>
                  <a:pt x="404951" y="601039"/>
                </a:lnTo>
                <a:lnTo>
                  <a:pt x="404951" y="671236"/>
                </a:lnTo>
                <a:close/>
              </a:path>
              <a:path w="902970" h="1715134">
                <a:moveTo>
                  <a:pt x="359528" y="671236"/>
                </a:moveTo>
                <a:lnTo>
                  <a:pt x="388061" y="671236"/>
                </a:lnTo>
                <a:lnTo>
                  <a:pt x="388061" y="601039"/>
                </a:lnTo>
                <a:lnTo>
                  <a:pt x="359528" y="601039"/>
                </a:lnTo>
                <a:lnTo>
                  <a:pt x="359528" y="671236"/>
                </a:lnTo>
                <a:close/>
              </a:path>
              <a:path w="902970" h="1715134">
                <a:moveTo>
                  <a:pt x="314147" y="671236"/>
                </a:moveTo>
                <a:lnTo>
                  <a:pt x="342680" y="671236"/>
                </a:lnTo>
                <a:lnTo>
                  <a:pt x="342680" y="601039"/>
                </a:lnTo>
                <a:lnTo>
                  <a:pt x="314147" y="601039"/>
                </a:lnTo>
                <a:lnTo>
                  <a:pt x="314147" y="671236"/>
                </a:lnTo>
                <a:close/>
              </a:path>
              <a:path w="902970" h="1715134">
                <a:moveTo>
                  <a:pt x="450310" y="756961"/>
                </a:moveTo>
                <a:lnTo>
                  <a:pt x="478875" y="756961"/>
                </a:lnTo>
                <a:lnTo>
                  <a:pt x="478875" y="686722"/>
                </a:lnTo>
                <a:lnTo>
                  <a:pt x="450310" y="686722"/>
                </a:lnTo>
                <a:lnTo>
                  <a:pt x="450310" y="756961"/>
                </a:lnTo>
                <a:close/>
              </a:path>
              <a:path w="902970" h="1715134">
                <a:moveTo>
                  <a:pt x="404951" y="756961"/>
                </a:moveTo>
                <a:lnTo>
                  <a:pt x="433452" y="756961"/>
                </a:lnTo>
                <a:lnTo>
                  <a:pt x="433452" y="686722"/>
                </a:lnTo>
                <a:lnTo>
                  <a:pt x="404951" y="686722"/>
                </a:lnTo>
                <a:lnTo>
                  <a:pt x="404951" y="756961"/>
                </a:lnTo>
                <a:close/>
              </a:path>
              <a:path w="902970" h="1715134">
                <a:moveTo>
                  <a:pt x="359528" y="756961"/>
                </a:moveTo>
                <a:lnTo>
                  <a:pt x="388061" y="756961"/>
                </a:lnTo>
                <a:lnTo>
                  <a:pt x="388061" y="686722"/>
                </a:lnTo>
                <a:lnTo>
                  <a:pt x="359528" y="686722"/>
                </a:lnTo>
                <a:lnTo>
                  <a:pt x="359528" y="756961"/>
                </a:lnTo>
                <a:close/>
              </a:path>
              <a:path w="902970" h="1715134">
                <a:moveTo>
                  <a:pt x="314147" y="756961"/>
                </a:moveTo>
                <a:lnTo>
                  <a:pt x="342680" y="756961"/>
                </a:lnTo>
                <a:lnTo>
                  <a:pt x="342680" y="686722"/>
                </a:lnTo>
                <a:lnTo>
                  <a:pt x="314147" y="686722"/>
                </a:lnTo>
                <a:lnTo>
                  <a:pt x="314147" y="756961"/>
                </a:lnTo>
                <a:close/>
              </a:path>
              <a:path w="902970" h="1715134">
                <a:moveTo>
                  <a:pt x="450310" y="842654"/>
                </a:moveTo>
                <a:lnTo>
                  <a:pt x="478875" y="842654"/>
                </a:lnTo>
                <a:lnTo>
                  <a:pt x="478875" y="772458"/>
                </a:lnTo>
                <a:lnTo>
                  <a:pt x="450310" y="772458"/>
                </a:lnTo>
                <a:lnTo>
                  <a:pt x="450310" y="842654"/>
                </a:lnTo>
                <a:close/>
              </a:path>
              <a:path w="902970" h="1715134">
                <a:moveTo>
                  <a:pt x="404951" y="842654"/>
                </a:moveTo>
                <a:lnTo>
                  <a:pt x="433452" y="842654"/>
                </a:lnTo>
                <a:lnTo>
                  <a:pt x="433452" y="772458"/>
                </a:lnTo>
                <a:lnTo>
                  <a:pt x="404951" y="772458"/>
                </a:lnTo>
                <a:lnTo>
                  <a:pt x="404951" y="842654"/>
                </a:lnTo>
                <a:close/>
              </a:path>
              <a:path w="902970" h="1715134">
                <a:moveTo>
                  <a:pt x="359528" y="842654"/>
                </a:moveTo>
                <a:lnTo>
                  <a:pt x="388061" y="842654"/>
                </a:lnTo>
                <a:lnTo>
                  <a:pt x="388061" y="772458"/>
                </a:lnTo>
                <a:lnTo>
                  <a:pt x="359528" y="772458"/>
                </a:lnTo>
                <a:lnTo>
                  <a:pt x="359528" y="842654"/>
                </a:lnTo>
                <a:close/>
              </a:path>
              <a:path w="902970" h="1715134">
                <a:moveTo>
                  <a:pt x="314147" y="842654"/>
                </a:moveTo>
                <a:lnTo>
                  <a:pt x="342680" y="842654"/>
                </a:lnTo>
                <a:lnTo>
                  <a:pt x="342680" y="772458"/>
                </a:lnTo>
                <a:lnTo>
                  <a:pt x="314147" y="772458"/>
                </a:lnTo>
                <a:lnTo>
                  <a:pt x="314147" y="842654"/>
                </a:lnTo>
                <a:close/>
              </a:path>
              <a:path w="902970" h="1715134">
                <a:moveTo>
                  <a:pt x="450310" y="928369"/>
                </a:moveTo>
                <a:lnTo>
                  <a:pt x="478875" y="928369"/>
                </a:lnTo>
                <a:lnTo>
                  <a:pt x="478875" y="858172"/>
                </a:lnTo>
                <a:lnTo>
                  <a:pt x="450310" y="858172"/>
                </a:lnTo>
                <a:lnTo>
                  <a:pt x="450310" y="928369"/>
                </a:lnTo>
                <a:close/>
              </a:path>
              <a:path w="902970" h="1715134">
                <a:moveTo>
                  <a:pt x="404951" y="928369"/>
                </a:moveTo>
                <a:lnTo>
                  <a:pt x="433452" y="928369"/>
                </a:lnTo>
                <a:lnTo>
                  <a:pt x="433452" y="858172"/>
                </a:lnTo>
                <a:lnTo>
                  <a:pt x="404951" y="858172"/>
                </a:lnTo>
                <a:lnTo>
                  <a:pt x="404951" y="928369"/>
                </a:lnTo>
                <a:close/>
              </a:path>
              <a:path w="902970" h="1715134">
                <a:moveTo>
                  <a:pt x="359528" y="928369"/>
                </a:moveTo>
                <a:lnTo>
                  <a:pt x="388061" y="928369"/>
                </a:lnTo>
                <a:lnTo>
                  <a:pt x="388061" y="858172"/>
                </a:lnTo>
                <a:lnTo>
                  <a:pt x="359528" y="858172"/>
                </a:lnTo>
                <a:lnTo>
                  <a:pt x="359528" y="928369"/>
                </a:lnTo>
                <a:close/>
              </a:path>
              <a:path w="902970" h="1715134">
                <a:moveTo>
                  <a:pt x="314147" y="928369"/>
                </a:moveTo>
                <a:lnTo>
                  <a:pt x="342680" y="928369"/>
                </a:lnTo>
                <a:lnTo>
                  <a:pt x="342680" y="858172"/>
                </a:lnTo>
                <a:lnTo>
                  <a:pt x="314147" y="858172"/>
                </a:lnTo>
                <a:lnTo>
                  <a:pt x="314147" y="928369"/>
                </a:lnTo>
                <a:close/>
              </a:path>
              <a:path w="902970" h="1715134">
                <a:moveTo>
                  <a:pt x="450310" y="1014073"/>
                </a:moveTo>
                <a:lnTo>
                  <a:pt x="478875" y="1014073"/>
                </a:lnTo>
                <a:lnTo>
                  <a:pt x="478875" y="943877"/>
                </a:lnTo>
                <a:lnTo>
                  <a:pt x="450310" y="943877"/>
                </a:lnTo>
                <a:lnTo>
                  <a:pt x="450310" y="1014073"/>
                </a:lnTo>
                <a:close/>
              </a:path>
              <a:path w="902970" h="1715134">
                <a:moveTo>
                  <a:pt x="404951" y="1014073"/>
                </a:moveTo>
                <a:lnTo>
                  <a:pt x="433452" y="1014073"/>
                </a:lnTo>
                <a:lnTo>
                  <a:pt x="433452" y="943877"/>
                </a:lnTo>
                <a:lnTo>
                  <a:pt x="404951" y="943877"/>
                </a:lnTo>
                <a:lnTo>
                  <a:pt x="404951" y="1014073"/>
                </a:lnTo>
                <a:close/>
              </a:path>
              <a:path w="902970" h="1715134">
                <a:moveTo>
                  <a:pt x="359528" y="1014073"/>
                </a:moveTo>
                <a:lnTo>
                  <a:pt x="388061" y="1014073"/>
                </a:lnTo>
                <a:lnTo>
                  <a:pt x="388061" y="943877"/>
                </a:lnTo>
                <a:lnTo>
                  <a:pt x="359528" y="943877"/>
                </a:lnTo>
                <a:lnTo>
                  <a:pt x="359528" y="1014073"/>
                </a:lnTo>
                <a:close/>
              </a:path>
              <a:path w="902970" h="1715134">
                <a:moveTo>
                  <a:pt x="314147" y="1014073"/>
                </a:moveTo>
                <a:lnTo>
                  <a:pt x="342680" y="1014073"/>
                </a:lnTo>
                <a:lnTo>
                  <a:pt x="342680" y="943877"/>
                </a:lnTo>
                <a:lnTo>
                  <a:pt x="314147" y="943877"/>
                </a:lnTo>
                <a:lnTo>
                  <a:pt x="314147" y="1014073"/>
                </a:lnTo>
                <a:close/>
              </a:path>
              <a:path w="902970" h="1715134">
                <a:moveTo>
                  <a:pt x="271258" y="1128782"/>
                </a:moveTo>
                <a:lnTo>
                  <a:pt x="299791" y="1128782"/>
                </a:lnTo>
                <a:lnTo>
                  <a:pt x="299791" y="1031047"/>
                </a:lnTo>
                <a:lnTo>
                  <a:pt x="271258" y="1031047"/>
                </a:lnTo>
                <a:lnTo>
                  <a:pt x="271258" y="1128782"/>
                </a:lnTo>
                <a:close/>
              </a:path>
              <a:path w="902970" h="1715134">
                <a:moveTo>
                  <a:pt x="225825" y="1128782"/>
                </a:moveTo>
                <a:lnTo>
                  <a:pt x="254390" y="1128782"/>
                </a:lnTo>
                <a:lnTo>
                  <a:pt x="254390" y="1031047"/>
                </a:lnTo>
                <a:lnTo>
                  <a:pt x="225825" y="1031047"/>
                </a:lnTo>
                <a:lnTo>
                  <a:pt x="225825" y="1128782"/>
                </a:lnTo>
                <a:close/>
              </a:path>
              <a:path w="902970" h="1715134">
                <a:moveTo>
                  <a:pt x="180434" y="1128782"/>
                </a:moveTo>
                <a:lnTo>
                  <a:pt x="209030" y="1128782"/>
                </a:lnTo>
                <a:lnTo>
                  <a:pt x="209030" y="1031047"/>
                </a:lnTo>
                <a:lnTo>
                  <a:pt x="180434" y="1031047"/>
                </a:lnTo>
                <a:lnTo>
                  <a:pt x="180434" y="1128782"/>
                </a:lnTo>
                <a:close/>
              </a:path>
              <a:path w="902970" h="1715134">
                <a:moveTo>
                  <a:pt x="135032" y="1128782"/>
                </a:moveTo>
                <a:lnTo>
                  <a:pt x="163607" y="1128782"/>
                </a:lnTo>
                <a:lnTo>
                  <a:pt x="163607" y="1031047"/>
                </a:lnTo>
                <a:lnTo>
                  <a:pt x="135032" y="1031047"/>
                </a:lnTo>
                <a:lnTo>
                  <a:pt x="135032" y="1128782"/>
                </a:lnTo>
                <a:close/>
              </a:path>
              <a:path w="902970" h="1715134">
                <a:moveTo>
                  <a:pt x="89693" y="1128782"/>
                </a:moveTo>
                <a:lnTo>
                  <a:pt x="118216" y="1128782"/>
                </a:lnTo>
                <a:lnTo>
                  <a:pt x="118216" y="1031047"/>
                </a:lnTo>
                <a:lnTo>
                  <a:pt x="89693" y="1031047"/>
                </a:lnTo>
                <a:lnTo>
                  <a:pt x="89693" y="1128782"/>
                </a:lnTo>
                <a:close/>
              </a:path>
              <a:path w="902970" h="1715134">
                <a:moveTo>
                  <a:pt x="44260" y="1128782"/>
                </a:moveTo>
                <a:lnTo>
                  <a:pt x="72793" y="1128782"/>
                </a:lnTo>
                <a:lnTo>
                  <a:pt x="72793" y="1031047"/>
                </a:lnTo>
                <a:lnTo>
                  <a:pt x="44260" y="1031047"/>
                </a:lnTo>
                <a:lnTo>
                  <a:pt x="44260" y="1128782"/>
                </a:lnTo>
                <a:close/>
              </a:path>
              <a:path w="902970" h="1715134">
                <a:moveTo>
                  <a:pt x="271258" y="671236"/>
                </a:moveTo>
                <a:lnTo>
                  <a:pt x="299791" y="671236"/>
                </a:lnTo>
                <a:lnTo>
                  <a:pt x="299791" y="601039"/>
                </a:lnTo>
                <a:lnTo>
                  <a:pt x="271258" y="601039"/>
                </a:lnTo>
                <a:lnTo>
                  <a:pt x="271258" y="671236"/>
                </a:lnTo>
                <a:close/>
              </a:path>
              <a:path w="902970" h="1715134">
                <a:moveTo>
                  <a:pt x="225825" y="671236"/>
                </a:moveTo>
                <a:lnTo>
                  <a:pt x="254390" y="671236"/>
                </a:lnTo>
                <a:lnTo>
                  <a:pt x="254390" y="601039"/>
                </a:lnTo>
                <a:lnTo>
                  <a:pt x="225825" y="601039"/>
                </a:lnTo>
                <a:lnTo>
                  <a:pt x="225825" y="671236"/>
                </a:lnTo>
                <a:close/>
              </a:path>
              <a:path w="902970" h="1715134">
                <a:moveTo>
                  <a:pt x="180434" y="671236"/>
                </a:moveTo>
                <a:lnTo>
                  <a:pt x="209030" y="671236"/>
                </a:lnTo>
                <a:lnTo>
                  <a:pt x="209030" y="601039"/>
                </a:lnTo>
                <a:lnTo>
                  <a:pt x="180434" y="601039"/>
                </a:lnTo>
                <a:lnTo>
                  <a:pt x="180434" y="671236"/>
                </a:lnTo>
                <a:close/>
              </a:path>
              <a:path w="902970" h="1715134">
                <a:moveTo>
                  <a:pt x="135032" y="671236"/>
                </a:moveTo>
                <a:lnTo>
                  <a:pt x="163607" y="671236"/>
                </a:lnTo>
                <a:lnTo>
                  <a:pt x="163607" y="601039"/>
                </a:lnTo>
                <a:lnTo>
                  <a:pt x="135032" y="601039"/>
                </a:lnTo>
                <a:lnTo>
                  <a:pt x="135032" y="671236"/>
                </a:lnTo>
                <a:close/>
              </a:path>
              <a:path w="902970" h="1715134">
                <a:moveTo>
                  <a:pt x="89693" y="671236"/>
                </a:moveTo>
                <a:lnTo>
                  <a:pt x="118216" y="671236"/>
                </a:lnTo>
                <a:lnTo>
                  <a:pt x="118216" y="601039"/>
                </a:lnTo>
                <a:lnTo>
                  <a:pt x="89693" y="601039"/>
                </a:lnTo>
                <a:lnTo>
                  <a:pt x="89693" y="671236"/>
                </a:lnTo>
                <a:close/>
              </a:path>
              <a:path w="902970" h="1715134">
                <a:moveTo>
                  <a:pt x="44260" y="671236"/>
                </a:moveTo>
                <a:lnTo>
                  <a:pt x="72793" y="671236"/>
                </a:lnTo>
                <a:lnTo>
                  <a:pt x="72793" y="601039"/>
                </a:lnTo>
                <a:lnTo>
                  <a:pt x="44260" y="601039"/>
                </a:lnTo>
                <a:lnTo>
                  <a:pt x="44260" y="671236"/>
                </a:lnTo>
                <a:close/>
              </a:path>
              <a:path w="902970" h="1715134">
                <a:moveTo>
                  <a:pt x="271258" y="756961"/>
                </a:moveTo>
                <a:lnTo>
                  <a:pt x="299791" y="756961"/>
                </a:lnTo>
                <a:lnTo>
                  <a:pt x="299791" y="686722"/>
                </a:lnTo>
                <a:lnTo>
                  <a:pt x="271258" y="686722"/>
                </a:lnTo>
                <a:lnTo>
                  <a:pt x="271258" y="756961"/>
                </a:lnTo>
                <a:close/>
              </a:path>
              <a:path w="902970" h="1715134">
                <a:moveTo>
                  <a:pt x="225825" y="756961"/>
                </a:moveTo>
                <a:lnTo>
                  <a:pt x="254390" y="756961"/>
                </a:lnTo>
                <a:lnTo>
                  <a:pt x="254390" y="686722"/>
                </a:lnTo>
                <a:lnTo>
                  <a:pt x="225825" y="686722"/>
                </a:lnTo>
                <a:lnTo>
                  <a:pt x="225825" y="756961"/>
                </a:lnTo>
                <a:close/>
              </a:path>
              <a:path w="902970" h="1715134">
                <a:moveTo>
                  <a:pt x="180434" y="756961"/>
                </a:moveTo>
                <a:lnTo>
                  <a:pt x="209030" y="756961"/>
                </a:lnTo>
                <a:lnTo>
                  <a:pt x="209030" y="686722"/>
                </a:lnTo>
                <a:lnTo>
                  <a:pt x="180434" y="686722"/>
                </a:lnTo>
                <a:lnTo>
                  <a:pt x="180434" y="756961"/>
                </a:lnTo>
                <a:close/>
              </a:path>
              <a:path w="902970" h="1715134">
                <a:moveTo>
                  <a:pt x="135032" y="756961"/>
                </a:moveTo>
                <a:lnTo>
                  <a:pt x="163607" y="756961"/>
                </a:lnTo>
                <a:lnTo>
                  <a:pt x="163607" y="686722"/>
                </a:lnTo>
                <a:lnTo>
                  <a:pt x="135032" y="686722"/>
                </a:lnTo>
                <a:lnTo>
                  <a:pt x="135032" y="756961"/>
                </a:lnTo>
                <a:close/>
              </a:path>
              <a:path w="902970" h="1715134">
                <a:moveTo>
                  <a:pt x="89693" y="756961"/>
                </a:moveTo>
                <a:lnTo>
                  <a:pt x="118216" y="756961"/>
                </a:lnTo>
                <a:lnTo>
                  <a:pt x="118216" y="686722"/>
                </a:lnTo>
                <a:lnTo>
                  <a:pt x="89693" y="686722"/>
                </a:lnTo>
                <a:lnTo>
                  <a:pt x="89693" y="756961"/>
                </a:lnTo>
                <a:close/>
              </a:path>
              <a:path w="902970" h="1715134">
                <a:moveTo>
                  <a:pt x="44260" y="756961"/>
                </a:moveTo>
                <a:lnTo>
                  <a:pt x="72793" y="756961"/>
                </a:lnTo>
                <a:lnTo>
                  <a:pt x="72793" y="686722"/>
                </a:lnTo>
                <a:lnTo>
                  <a:pt x="44260" y="686722"/>
                </a:lnTo>
                <a:lnTo>
                  <a:pt x="44260" y="756961"/>
                </a:lnTo>
                <a:close/>
              </a:path>
              <a:path w="902970" h="1715134">
                <a:moveTo>
                  <a:pt x="271258" y="842654"/>
                </a:moveTo>
                <a:lnTo>
                  <a:pt x="299791" y="842654"/>
                </a:lnTo>
                <a:lnTo>
                  <a:pt x="299791" y="772458"/>
                </a:lnTo>
                <a:lnTo>
                  <a:pt x="271258" y="772458"/>
                </a:lnTo>
                <a:lnTo>
                  <a:pt x="271258" y="842654"/>
                </a:lnTo>
                <a:close/>
              </a:path>
              <a:path w="902970" h="1715134">
                <a:moveTo>
                  <a:pt x="225825" y="842654"/>
                </a:moveTo>
                <a:lnTo>
                  <a:pt x="254390" y="842654"/>
                </a:lnTo>
                <a:lnTo>
                  <a:pt x="254390" y="772458"/>
                </a:lnTo>
                <a:lnTo>
                  <a:pt x="225825" y="772458"/>
                </a:lnTo>
                <a:lnTo>
                  <a:pt x="225825" y="842654"/>
                </a:lnTo>
                <a:close/>
              </a:path>
              <a:path w="902970" h="1715134">
                <a:moveTo>
                  <a:pt x="180434" y="842654"/>
                </a:moveTo>
                <a:lnTo>
                  <a:pt x="209030" y="842654"/>
                </a:lnTo>
                <a:lnTo>
                  <a:pt x="209030" y="772458"/>
                </a:lnTo>
                <a:lnTo>
                  <a:pt x="180434" y="772458"/>
                </a:lnTo>
                <a:lnTo>
                  <a:pt x="180434" y="842654"/>
                </a:lnTo>
                <a:close/>
              </a:path>
              <a:path w="902970" h="1715134">
                <a:moveTo>
                  <a:pt x="135032" y="842654"/>
                </a:moveTo>
                <a:lnTo>
                  <a:pt x="163607" y="842654"/>
                </a:lnTo>
                <a:lnTo>
                  <a:pt x="163607" y="772458"/>
                </a:lnTo>
                <a:lnTo>
                  <a:pt x="135032" y="772458"/>
                </a:lnTo>
                <a:lnTo>
                  <a:pt x="135032" y="842654"/>
                </a:lnTo>
                <a:close/>
              </a:path>
              <a:path w="902970" h="1715134">
                <a:moveTo>
                  <a:pt x="89693" y="842654"/>
                </a:moveTo>
                <a:lnTo>
                  <a:pt x="118216" y="842654"/>
                </a:lnTo>
                <a:lnTo>
                  <a:pt x="118216" y="772458"/>
                </a:lnTo>
                <a:lnTo>
                  <a:pt x="89693" y="772458"/>
                </a:lnTo>
                <a:lnTo>
                  <a:pt x="89693" y="842654"/>
                </a:lnTo>
                <a:close/>
              </a:path>
              <a:path w="902970" h="1715134">
                <a:moveTo>
                  <a:pt x="44260" y="842654"/>
                </a:moveTo>
                <a:lnTo>
                  <a:pt x="72793" y="842654"/>
                </a:lnTo>
                <a:lnTo>
                  <a:pt x="72793" y="772458"/>
                </a:lnTo>
                <a:lnTo>
                  <a:pt x="44260" y="772458"/>
                </a:lnTo>
                <a:lnTo>
                  <a:pt x="44260" y="842654"/>
                </a:lnTo>
                <a:close/>
              </a:path>
              <a:path w="902970" h="1715134">
                <a:moveTo>
                  <a:pt x="271258" y="928369"/>
                </a:moveTo>
                <a:lnTo>
                  <a:pt x="299791" y="928369"/>
                </a:lnTo>
                <a:lnTo>
                  <a:pt x="299791" y="858172"/>
                </a:lnTo>
                <a:lnTo>
                  <a:pt x="271258" y="858172"/>
                </a:lnTo>
                <a:lnTo>
                  <a:pt x="271258" y="928369"/>
                </a:lnTo>
                <a:close/>
              </a:path>
              <a:path w="902970" h="1715134">
                <a:moveTo>
                  <a:pt x="225825" y="928369"/>
                </a:moveTo>
                <a:lnTo>
                  <a:pt x="254390" y="928369"/>
                </a:lnTo>
                <a:lnTo>
                  <a:pt x="254390" y="858172"/>
                </a:lnTo>
                <a:lnTo>
                  <a:pt x="225825" y="858172"/>
                </a:lnTo>
                <a:lnTo>
                  <a:pt x="225825" y="928369"/>
                </a:lnTo>
                <a:close/>
              </a:path>
              <a:path w="902970" h="1715134">
                <a:moveTo>
                  <a:pt x="180434" y="928369"/>
                </a:moveTo>
                <a:lnTo>
                  <a:pt x="209030" y="928369"/>
                </a:lnTo>
                <a:lnTo>
                  <a:pt x="209030" y="858172"/>
                </a:lnTo>
                <a:lnTo>
                  <a:pt x="180434" y="858172"/>
                </a:lnTo>
                <a:lnTo>
                  <a:pt x="180434" y="928369"/>
                </a:lnTo>
                <a:close/>
              </a:path>
              <a:path w="902970" h="1715134">
                <a:moveTo>
                  <a:pt x="135032" y="928369"/>
                </a:moveTo>
                <a:lnTo>
                  <a:pt x="163607" y="928369"/>
                </a:lnTo>
                <a:lnTo>
                  <a:pt x="163607" y="858172"/>
                </a:lnTo>
                <a:lnTo>
                  <a:pt x="135032" y="858172"/>
                </a:lnTo>
                <a:lnTo>
                  <a:pt x="135032" y="928369"/>
                </a:lnTo>
                <a:close/>
              </a:path>
              <a:path w="902970" h="1715134">
                <a:moveTo>
                  <a:pt x="89693" y="928369"/>
                </a:moveTo>
                <a:lnTo>
                  <a:pt x="118216" y="928369"/>
                </a:lnTo>
                <a:lnTo>
                  <a:pt x="118216" y="858172"/>
                </a:lnTo>
                <a:lnTo>
                  <a:pt x="89693" y="858172"/>
                </a:lnTo>
                <a:lnTo>
                  <a:pt x="89693" y="928369"/>
                </a:lnTo>
                <a:close/>
              </a:path>
              <a:path w="902970" h="1715134">
                <a:moveTo>
                  <a:pt x="44260" y="928369"/>
                </a:moveTo>
                <a:lnTo>
                  <a:pt x="72793" y="928369"/>
                </a:lnTo>
                <a:lnTo>
                  <a:pt x="72793" y="858172"/>
                </a:lnTo>
                <a:lnTo>
                  <a:pt x="44260" y="858172"/>
                </a:lnTo>
                <a:lnTo>
                  <a:pt x="44260" y="928369"/>
                </a:lnTo>
                <a:close/>
              </a:path>
              <a:path w="902970" h="1715134">
                <a:moveTo>
                  <a:pt x="271258" y="1014073"/>
                </a:moveTo>
                <a:lnTo>
                  <a:pt x="299791" y="1014073"/>
                </a:lnTo>
                <a:lnTo>
                  <a:pt x="299791" y="943877"/>
                </a:lnTo>
                <a:lnTo>
                  <a:pt x="271258" y="943877"/>
                </a:lnTo>
                <a:lnTo>
                  <a:pt x="271258" y="1014073"/>
                </a:lnTo>
                <a:close/>
              </a:path>
              <a:path w="902970" h="1715134">
                <a:moveTo>
                  <a:pt x="225825" y="1014073"/>
                </a:moveTo>
                <a:lnTo>
                  <a:pt x="254390" y="1014073"/>
                </a:lnTo>
                <a:lnTo>
                  <a:pt x="254390" y="943877"/>
                </a:lnTo>
                <a:lnTo>
                  <a:pt x="225825" y="943877"/>
                </a:lnTo>
                <a:lnTo>
                  <a:pt x="225825" y="1014073"/>
                </a:lnTo>
                <a:close/>
              </a:path>
              <a:path w="902970" h="1715134">
                <a:moveTo>
                  <a:pt x="180434" y="1014073"/>
                </a:moveTo>
                <a:lnTo>
                  <a:pt x="209030" y="1014073"/>
                </a:lnTo>
                <a:lnTo>
                  <a:pt x="209030" y="943877"/>
                </a:lnTo>
                <a:lnTo>
                  <a:pt x="180434" y="943877"/>
                </a:lnTo>
                <a:lnTo>
                  <a:pt x="180434" y="1014073"/>
                </a:lnTo>
                <a:close/>
              </a:path>
              <a:path w="902970" h="1715134">
                <a:moveTo>
                  <a:pt x="135032" y="1014073"/>
                </a:moveTo>
                <a:lnTo>
                  <a:pt x="163607" y="1014073"/>
                </a:lnTo>
                <a:lnTo>
                  <a:pt x="163607" y="943877"/>
                </a:lnTo>
                <a:lnTo>
                  <a:pt x="135032" y="943877"/>
                </a:lnTo>
                <a:lnTo>
                  <a:pt x="135032" y="1014073"/>
                </a:lnTo>
                <a:close/>
              </a:path>
              <a:path w="902970" h="1715134">
                <a:moveTo>
                  <a:pt x="89693" y="1014073"/>
                </a:moveTo>
                <a:lnTo>
                  <a:pt x="118216" y="1014073"/>
                </a:lnTo>
                <a:lnTo>
                  <a:pt x="118216" y="943877"/>
                </a:lnTo>
                <a:lnTo>
                  <a:pt x="89693" y="943877"/>
                </a:lnTo>
                <a:lnTo>
                  <a:pt x="89693" y="1014073"/>
                </a:lnTo>
                <a:close/>
              </a:path>
              <a:path w="902970" h="1715134">
                <a:moveTo>
                  <a:pt x="44260" y="1014073"/>
                </a:moveTo>
                <a:lnTo>
                  <a:pt x="72793" y="1014073"/>
                </a:lnTo>
                <a:lnTo>
                  <a:pt x="72793" y="943877"/>
                </a:lnTo>
                <a:lnTo>
                  <a:pt x="44260" y="943877"/>
                </a:lnTo>
                <a:lnTo>
                  <a:pt x="44260" y="1014073"/>
                </a:lnTo>
                <a:close/>
              </a:path>
              <a:path w="902970" h="1715134">
                <a:moveTo>
                  <a:pt x="450310" y="584024"/>
                </a:moveTo>
                <a:lnTo>
                  <a:pt x="478875" y="584024"/>
                </a:lnTo>
                <a:lnTo>
                  <a:pt x="478875" y="486278"/>
                </a:lnTo>
                <a:lnTo>
                  <a:pt x="450310" y="486278"/>
                </a:lnTo>
                <a:lnTo>
                  <a:pt x="450310" y="584024"/>
                </a:lnTo>
                <a:close/>
              </a:path>
              <a:path w="902970" h="1715134">
                <a:moveTo>
                  <a:pt x="404951" y="584024"/>
                </a:moveTo>
                <a:lnTo>
                  <a:pt x="433452" y="584024"/>
                </a:lnTo>
                <a:lnTo>
                  <a:pt x="433452" y="486278"/>
                </a:lnTo>
                <a:lnTo>
                  <a:pt x="404951" y="486278"/>
                </a:lnTo>
                <a:lnTo>
                  <a:pt x="404951" y="584024"/>
                </a:lnTo>
                <a:close/>
              </a:path>
              <a:path w="902970" h="1715134">
                <a:moveTo>
                  <a:pt x="359528" y="584024"/>
                </a:moveTo>
                <a:lnTo>
                  <a:pt x="388061" y="584024"/>
                </a:lnTo>
                <a:lnTo>
                  <a:pt x="388061" y="486278"/>
                </a:lnTo>
                <a:lnTo>
                  <a:pt x="359528" y="486278"/>
                </a:lnTo>
                <a:lnTo>
                  <a:pt x="359528" y="584024"/>
                </a:lnTo>
                <a:close/>
              </a:path>
              <a:path w="902970" h="1715134">
                <a:moveTo>
                  <a:pt x="314147" y="584024"/>
                </a:moveTo>
                <a:lnTo>
                  <a:pt x="342680" y="584024"/>
                </a:lnTo>
                <a:lnTo>
                  <a:pt x="342680" y="486278"/>
                </a:lnTo>
                <a:lnTo>
                  <a:pt x="314147" y="486278"/>
                </a:lnTo>
                <a:lnTo>
                  <a:pt x="314147" y="584024"/>
                </a:lnTo>
                <a:close/>
              </a:path>
              <a:path w="902970" h="1715134">
                <a:moveTo>
                  <a:pt x="450310" y="126488"/>
                </a:moveTo>
                <a:lnTo>
                  <a:pt x="478875" y="126488"/>
                </a:lnTo>
                <a:lnTo>
                  <a:pt x="478875" y="56270"/>
                </a:lnTo>
                <a:lnTo>
                  <a:pt x="450310" y="56270"/>
                </a:lnTo>
                <a:lnTo>
                  <a:pt x="450310" y="126488"/>
                </a:lnTo>
                <a:close/>
              </a:path>
              <a:path w="902970" h="1715134">
                <a:moveTo>
                  <a:pt x="404951" y="126488"/>
                </a:moveTo>
                <a:lnTo>
                  <a:pt x="433452" y="126488"/>
                </a:lnTo>
                <a:lnTo>
                  <a:pt x="433452" y="56270"/>
                </a:lnTo>
                <a:lnTo>
                  <a:pt x="404951" y="56270"/>
                </a:lnTo>
                <a:lnTo>
                  <a:pt x="404951" y="126488"/>
                </a:lnTo>
                <a:close/>
              </a:path>
              <a:path w="902970" h="1715134">
                <a:moveTo>
                  <a:pt x="359528" y="126488"/>
                </a:moveTo>
                <a:lnTo>
                  <a:pt x="388061" y="126488"/>
                </a:lnTo>
                <a:lnTo>
                  <a:pt x="388061" y="56270"/>
                </a:lnTo>
                <a:lnTo>
                  <a:pt x="359528" y="56270"/>
                </a:lnTo>
                <a:lnTo>
                  <a:pt x="359528" y="126488"/>
                </a:lnTo>
                <a:close/>
              </a:path>
              <a:path w="902970" h="1715134">
                <a:moveTo>
                  <a:pt x="314147" y="126488"/>
                </a:moveTo>
                <a:lnTo>
                  <a:pt x="342680" y="126488"/>
                </a:lnTo>
                <a:lnTo>
                  <a:pt x="342680" y="56270"/>
                </a:lnTo>
                <a:lnTo>
                  <a:pt x="314147" y="56270"/>
                </a:lnTo>
                <a:lnTo>
                  <a:pt x="314147" y="126488"/>
                </a:lnTo>
                <a:close/>
              </a:path>
              <a:path w="902970" h="1715134">
                <a:moveTo>
                  <a:pt x="450310" y="212192"/>
                </a:moveTo>
                <a:lnTo>
                  <a:pt x="478875" y="212192"/>
                </a:lnTo>
                <a:lnTo>
                  <a:pt x="478875" y="141974"/>
                </a:lnTo>
                <a:lnTo>
                  <a:pt x="450310" y="141974"/>
                </a:lnTo>
                <a:lnTo>
                  <a:pt x="450310" y="212192"/>
                </a:lnTo>
                <a:close/>
              </a:path>
              <a:path w="902970" h="1715134">
                <a:moveTo>
                  <a:pt x="404951" y="212192"/>
                </a:moveTo>
                <a:lnTo>
                  <a:pt x="433452" y="212192"/>
                </a:lnTo>
                <a:lnTo>
                  <a:pt x="433452" y="141974"/>
                </a:lnTo>
                <a:lnTo>
                  <a:pt x="404951" y="141974"/>
                </a:lnTo>
                <a:lnTo>
                  <a:pt x="404951" y="212192"/>
                </a:lnTo>
                <a:close/>
              </a:path>
              <a:path w="902970" h="1715134">
                <a:moveTo>
                  <a:pt x="359528" y="212192"/>
                </a:moveTo>
                <a:lnTo>
                  <a:pt x="388061" y="212192"/>
                </a:lnTo>
                <a:lnTo>
                  <a:pt x="388061" y="141974"/>
                </a:lnTo>
                <a:lnTo>
                  <a:pt x="359528" y="141974"/>
                </a:lnTo>
                <a:lnTo>
                  <a:pt x="359528" y="212192"/>
                </a:lnTo>
                <a:close/>
              </a:path>
              <a:path w="902970" h="1715134">
                <a:moveTo>
                  <a:pt x="314147" y="212192"/>
                </a:moveTo>
                <a:lnTo>
                  <a:pt x="342680" y="212192"/>
                </a:lnTo>
                <a:lnTo>
                  <a:pt x="342680" y="141974"/>
                </a:lnTo>
                <a:lnTo>
                  <a:pt x="314147" y="141974"/>
                </a:lnTo>
                <a:lnTo>
                  <a:pt x="314147" y="212192"/>
                </a:lnTo>
                <a:close/>
              </a:path>
              <a:path w="902970" h="1715134">
                <a:moveTo>
                  <a:pt x="450310" y="297917"/>
                </a:moveTo>
                <a:lnTo>
                  <a:pt x="478875" y="297917"/>
                </a:lnTo>
                <a:lnTo>
                  <a:pt x="478875" y="227720"/>
                </a:lnTo>
                <a:lnTo>
                  <a:pt x="450310" y="227720"/>
                </a:lnTo>
                <a:lnTo>
                  <a:pt x="450310" y="297917"/>
                </a:lnTo>
                <a:close/>
              </a:path>
              <a:path w="902970" h="1715134">
                <a:moveTo>
                  <a:pt x="404951" y="297917"/>
                </a:moveTo>
                <a:lnTo>
                  <a:pt x="433452" y="297917"/>
                </a:lnTo>
                <a:lnTo>
                  <a:pt x="433452" y="227720"/>
                </a:lnTo>
                <a:lnTo>
                  <a:pt x="404951" y="227720"/>
                </a:lnTo>
                <a:lnTo>
                  <a:pt x="404951" y="297917"/>
                </a:lnTo>
                <a:close/>
              </a:path>
              <a:path w="902970" h="1715134">
                <a:moveTo>
                  <a:pt x="359528" y="297917"/>
                </a:moveTo>
                <a:lnTo>
                  <a:pt x="388061" y="297917"/>
                </a:lnTo>
                <a:lnTo>
                  <a:pt x="388061" y="227720"/>
                </a:lnTo>
                <a:lnTo>
                  <a:pt x="359528" y="227720"/>
                </a:lnTo>
                <a:lnTo>
                  <a:pt x="359528" y="297917"/>
                </a:lnTo>
                <a:close/>
              </a:path>
              <a:path w="902970" h="1715134">
                <a:moveTo>
                  <a:pt x="314147" y="297917"/>
                </a:moveTo>
                <a:lnTo>
                  <a:pt x="342680" y="297917"/>
                </a:lnTo>
                <a:lnTo>
                  <a:pt x="342680" y="227720"/>
                </a:lnTo>
                <a:lnTo>
                  <a:pt x="314147" y="227720"/>
                </a:lnTo>
                <a:lnTo>
                  <a:pt x="314147" y="297917"/>
                </a:lnTo>
                <a:close/>
              </a:path>
              <a:path w="902970" h="1715134">
                <a:moveTo>
                  <a:pt x="450310" y="383611"/>
                </a:moveTo>
                <a:lnTo>
                  <a:pt x="478875" y="383611"/>
                </a:lnTo>
                <a:lnTo>
                  <a:pt x="478875" y="313425"/>
                </a:lnTo>
                <a:lnTo>
                  <a:pt x="450310" y="313425"/>
                </a:lnTo>
                <a:lnTo>
                  <a:pt x="450310" y="383611"/>
                </a:lnTo>
                <a:close/>
              </a:path>
              <a:path w="902970" h="1715134">
                <a:moveTo>
                  <a:pt x="404951" y="383611"/>
                </a:moveTo>
                <a:lnTo>
                  <a:pt x="433452" y="383611"/>
                </a:lnTo>
                <a:lnTo>
                  <a:pt x="433452" y="313425"/>
                </a:lnTo>
                <a:lnTo>
                  <a:pt x="404951" y="313425"/>
                </a:lnTo>
                <a:lnTo>
                  <a:pt x="404951" y="383611"/>
                </a:lnTo>
                <a:close/>
              </a:path>
              <a:path w="902970" h="1715134">
                <a:moveTo>
                  <a:pt x="359528" y="383611"/>
                </a:moveTo>
                <a:lnTo>
                  <a:pt x="388061" y="383611"/>
                </a:lnTo>
                <a:lnTo>
                  <a:pt x="388061" y="313425"/>
                </a:lnTo>
                <a:lnTo>
                  <a:pt x="359528" y="313425"/>
                </a:lnTo>
                <a:lnTo>
                  <a:pt x="359528" y="383611"/>
                </a:lnTo>
                <a:close/>
              </a:path>
              <a:path w="902970" h="1715134">
                <a:moveTo>
                  <a:pt x="314147" y="383611"/>
                </a:moveTo>
                <a:lnTo>
                  <a:pt x="342680" y="383611"/>
                </a:lnTo>
                <a:lnTo>
                  <a:pt x="342680" y="313425"/>
                </a:lnTo>
                <a:lnTo>
                  <a:pt x="314147" y="313425"/>
                </a:lnTo>
                <a:lnTo>
                  <a:pt x="314147" y="383611"/>
                </a:lnTo>
                <a:close/>
              </a:path>
              <a:path w="902970" h="1715134">
                <a:moveTo>
                  <a:pt x="450310" y="469346"/>
                </a:moveTo>
                <a:lnTo>
                  <a:pt x="478875" y="469346"/>
                </a:lnTo>
                <a:lnTo>
                  <a:pt x="478875" y="399129"/>
                </a:lnTo>
                <a:lnTo>
                  <a:pt x="450310" y="399129"/>
                </a:lnTo>
                <a:lnTo>
                  <a:pt x="450310" y="469346"/>
                </a:lnTo>
                <a:close/>
              </a:path>
              <a:path w="902970" h="1715134">
                <a:moveTo>
                  <a:pt x="404951" y="469346"/>
                </a:moveTo>
                <a:lnTo>
                  <a:pt x="433452" y="469346"/>
                </a:lnTo>
                <a:lnTo>
                  <a:pt x="433452" y="399129"/>
                </a:lnTo>
                <a:lnTo>
                  <a:pt x="404951" y="399129"/>
                </a:lnTo>
                <a:lnTo>
                  <a:pt x="404951" y="469346"/>
                </a:lnTo>
                <a:close/>
              </a:path>
              <a:path w="902970" h="1715134">
                <a:moveTo>
                  <a:pt x="359528" y="469346"/>
                </a:moveTo>
                <a:lnTo>
                  <a:pt x="388061" y="469346"/>
                </a:lnTo>
                <a:lnTo>
                  <a:pt x="388061" y="399129"/>
                </a:lnTo>
                <a:lnTo>
                  <a:pt x="359528" y="399129"/>
                </a:lnTo>
                <a:lnTo>
                  <a:pt x="359528" y="469346"/>
                </a:lnTo>
                <a:close/>
              </a:path>
              <a:path w="902970" h="1715134">
                <a:moveTo>
                  <a:pt x="314147" y="469346"/>
                </a:moveTo>
                <a:lnTo>
                  <a:pt x="342680" y="469346"/>
                </a:lnTo>
                <a:lnTo>
                  <a:pt x="342680" y="399129"/>
                </a:lnTo>
                <a:lnTo>
                  <a:pt x="314147" y="399129"/>
                </a:lnTo>
                <a:lnTo>
                  <a:pt x="314147" y="469346"/>
                </a:lnTo>
                <a:close/>
              </a:path>
              <a:path w="902970" h="1715134">
                <a:moveTo>
                  <a:pt x="271258" y="584024"/>
                </a:moveTo>
                <a:lnTo>
                  <a:pt x="299791" y="584024"/>
                </a:lnTo>
                <a:lnTo>
                  <a:pt x="299791" y="486278"/>
                </a:lnTo>
                <a:lnTo>
                  <a:pt x="271258" y="486278"/>
                </a:lnTo>
                <a:lnTo>
                  <a:pt x="271258" y="584024"/>
                </a:lnTo>
                <a:close/>
              </a:path>
              <a:path w="902970" h="1715134">
                <a:moveTo>
                  <a:pt x="225825" y="584024"/>
                </a:moveTo>
                <a:lnTo>
                  <a:pt x="254390" y="584024"/>
                </a:lnTo>
                <a:lnTo>
                  <a:pt x="254390" y="486278"/>
                </a:lnTo>
                <a:lnTo>
                  <a:pt x="225825" y="486278"/>
                </a:lnTo>
                <a:lnTo>
                  <a:pt x="225825" y="584024"/>
                </a:lnTo>
                <a:close/>
              </a:path>
              <a:path w="902970" h="1715134">
                <a:moveTo>
                  <a:pt x="180434" y="584024"/>
                </a:moveTo>
                <a:lnTo>
                  <a:pt x="209030" y="584024"/>
                </a:lnTo>
                <a:lnTo>
                  <a:pt x="209030" y="486278"/>
                </a:lnTo>
                <a:lnTo>
                  <a:pt x="180434" y="486278"/>
                </a:lnTo>
                <a:lnTo>
                  <a:pt x="180434" y="584024"/>
                </a:lnTo>
                <a:close/>
              </a:path>
              <a:path w="902970" h="1715134">
                <a:moveTo>
                  <a:pt x="135032" y="584024"/>
                </a:moveTo>
                <a:lnTo>
                  <a:pt x="163607" y="584024"/>
                </a:lnTo>
                <a:lnTo>
                  <a:pt x="163607" y="486278"/>
                </a:lnTo>
                <a:lnTo>
                  <a:pt x="135032" y="486278"/>
                </a:lnTo>
                <a:lnTo>
                  <a:pt x="135032" y="584024"/>
                </a:lnTo>
                <a:close/>
              </a:path>
              <a:path w="902970" h="1715134">
                <a:moveTo>
                  <a:pt x="89693" y="584024"/>
                </a:moveTo>
                <a:lnTo>
                  <a:pt x="118216" y="584024"/>
                </a:lnTo>
                <a:lnTo>
                  <a:pt x="118216" y="486278"/>
                </a:lnTo>
                <a:lnTo>
                  <a:pt x="89693" y="486278"/>
                </a:lnTo>
                <a:lnTo>
                  <a:pt x="89693" y="584024"/>
                </a:lnTo>
                <a:close/>
              </a:path>
              <a:path w="902970" h="1715134">
                <a:moveTo>
                  <a:pt x="44260" y="584024"/>
                </a:moveTo>
                <a:lnTo>
                  <a:pt x="72793" y="584024"/>
                </a:lnTo>
                <a:lnTo>
                  <a:pt x="72793" y="486278"/>
                </a:lnTo>
                <a:lnTo>
                  <a:pt x="44260" y="486278"/>
                </a:lnTo>
                <a:lnTo>
                  <a:pt x="44260" y="584024"/>
                </a:lnTo>
                <a:close/>
              </a:path>
              <a:path w="902970" h="1715134">
                <a:moveTo>
                  <a:pt x="271258" y="126488"/>
                </a:moveTo>
                <a:lnTo>
                  <a:pt x="299791" y="126488"/>
                </a:lnTo>
                <a:lnTo>
                  <a:pt x="299791" y="56270"/>
                </a:lnTo>
                <a:lnTo>
                  <a:pt x="271258" y="56270"/>
                </a:lnTo>
                <a:lnTo>
                  <a:pt x="271258" y="126488"/>
                </a:lnTo>
                <a:close/>
              </a:path>
              <a:path w="902970" h="1715134">
                <a:moveTo>
                  <a:pt x="225825" y="126488"/>
                </a:moveTo>
                <a:lnTo>
                  <a:pt x="254390" y="126488"/>
                </a:lnTo>
                <a:lnTo>
                  <a:pt x="254390" y="56270"/>
                </a:lnTo>
                <a:lnTo>
                  <a:pt x="225825" y="56270"/>
                </a:lnTo>
                <a:lnTo>
                  <a:pt x="225825" y="126488"/>
                </a:lnTo>
                <a:close/>
              </a:path>
              <a:path w="902970" h="1715134">
                <a:moveTo>
                  <a:pt x="180434" y="126488"/>
                </a:moveTo>
                <a:lnTo>
                  <a:pt x="209030" y="126488"/>
                </a:lnTo>
                <a:lnTo>
                  <a:pt x="209030" y="56270"/>
                </a:lnTo>
                <a:lnTo>
                  <a:pt x="180434" y="56270"/>
                </a:lnTo>
                <a:lnTo>
                  <a:pt x="180434" y="126488"/>
                </a:lnTo>
                <a:close/>
              </a:path>
              <a:path w="902970" h="1715134">
                <a:moveTo>
                  <a:pt x="135032" y="126488"/>
                </a:moveTo>
                <a:lnTo>
                  <a:pt x="163607" y="126488"/>
                </a:lnTo>
                <a:lnTo>
                  <a:pt x="163607" y="56270"/>
                </a:lnTo>
                <a:lnTo>
                  <a:pt x="135032" y="56270"/>
                </a:lnTo>
                <a:lnTo>
                  <a:pt x="135032" y="126488"/>
                </a:lnTo>
                <a:close/>
              </a:path>
              <a:path w="902970" h="1715134">
                <a:moveTo>
                  <a:pt x="89693" y="126488"/>
                </a:moveTo>
                <a:lnTo>
                  <a:pt x="118216" y="126488"/>
                </a:lnTo>
                <a:lnTo>
                  <a:pt x="118216" y="56270"/>
                </a:lnTo>
                <a:lnTo>
                  <a:pt x="89693" y="56270"/>
                </a:lnTo>
                <a:lnTo>
                  <a:pt x="89693" y="126488"/>
                </a:lnTo>
                <a:close/>
              </a:path>
              <a:path w="902970" h="1715134">
                <a:moveTo>
                  <a:pt x="44260" y="126488"/>
                </a:moveTo>
                <a:lnTo>
                  <a:pt x="72793" y="126488"/>
                </a:lnTo>
                <a:lnTo>
                  <a:pt x="72793" y="56270"/>
                </a:lnTo>
                <a:lnTo>
                  <a:pt x="44260" y="56270"/>
                </a:lnTo>
                <a:lnTo>
                  <a:pt x="44260" y="126488"/>
                </a:lnTo>
                <a:close/>
              </a:path>
              <a:path w="902970" h="1715134">
                <a:moveTo>
                  <a:pt x="271258" y="212192"/>
                </a:moveTo>
                <a:lnTo>
                  <a:pt x="299791" y="212192"/>
                </a:lnTo>
                <a:lnTo>
                  <a:pt x="299791" y="141974"/>
                </a:lnTo>
                <a:lnTo>
                  <a:pt x="271258" y="141974"/>
                </a:lnTo>
                <a:lnTo>
                  <a:pt x="271258" y="212192"/>
                </a:lnTo>
                <a:close/>
              </a:path>
              <a:path w="902970" h="1715134">
                <a:moveTo>
                  <a:pt x="225825" y="212192"/>
                </a:moveTo>
                <a:lnTo>
                  <a:pt x="254390" y="212192"/>
                </a:lnTo>
                <a:lnTo>
                  <a:pt x="254390" y="141974"/>
                </a:lnTo>
                <a:lnTo>
                  <a:pt x="225825" y="141974"/>
                </a:lnTo>
                <a:lnTo>
                  <a:pt x="225825" y="212192"/>
                </a:lnTo>
                <a:close/>
              </a:path>
              <a:path w="902970" h="1715134">
                <a:moveTo>
                  <a:pt x="180434" y="212192"/>
                </a:moveTo>
                <a:lnTo>
                  <a:pt x="209030" y="212192"/>
                </a:lnTo>
                <a:lnTo>
                  <a:pt x="209030" y="141974"/>
                </a:lnTo>
                <a:lnTo>
                  <a:pt x="180434" y="141974"/>
                </a:lnTo>
                <a:lnTo>
                  <a:pt x="180434" y="212192"/>
                </a:lnTo>
                <a:close/>
              </a:path>
              <a:path w="902970" h="1715134">
                <a:moveTo>
                  <a:pt x="135032" y="212192"/>
                </a:moveTo>
                <a:lnTo>
                  <a:pt x="163607" y="212192"/>
                </a:lnTo>
                <a:lnTo>
                  <a:pt x="163607" y="141974"/>
                </a:lnTo>
                <a:lnTo>
                  <a:pt x="135032" y="141974"/>
                </a:lnTo>
                <a:lnTo>
                  <a:pt x="135032" y="212192"/>
                </a:lnTo>
                <a:close/>
              </a:path>
              <a:path w="902970" h="1715134">
                <a:moveTo>
                  <a:pt x="89693" y="212192"/>
                </a:moveTo>
                <a:lnTo>
                  <a:pt x="118216" y="212192"/>
                </a:lnTo>
                <a:lnTo>
                  <a:pt x="118216" y="141974"/>
                </a:lnTo>
                <a:lnTo>
                  <a:pt x="89693" y="141974"/>
                </a:lnTo>
                <a:lnTo>
                  <a:pt x="89693" y="212192"/>
                </a:lnTo>
                <a:close/>
              </a:path>
              <a:path w="902970" h="1715134">
                <a:moveTo>
                  <a:pt x="44260" y="212192"/>
                </a:moveTo>
                <a:lnTo>
                  <a:pt x="72793" y="212192"/>
                </a:lnTo>
                <a:lnTo>
                  <a:pt x="72793" y="141974"/>
                </a:lnTo>
                <a:lnTo>
                  <a:pt x="44260" y="141974"/>
                </a:lnTo>
                <a:lnTo>
                  <a:pt x="44260" y="212192"/>
                </a:lnTo>
                <a:close/>
              </a:path>
              <a:path w="902970" h="1715134">
                <a:moveTo>
                  <a:pt x="271258" y="297917"/>
                </a:moveTo>
                <a:lnTo>
                  <a:pt x="299791" y="297917"/>
                </a:lnTo>
                <a:lnTo>
                  <a:pt x="299791" y="227720"/>
                </a:lnTo>
                <a:lnTo>
                  <a:pt x="271258" y="227720"/>
                </a:lnTo>
                <a:lnTo>
                  <a:pt x="271258" y="297917"/>
                </a:lnTo>
                <a:close/>
              </a:path>
              <a:path w="902970" h="1715134">
                <a:moveTo>
                  <a:pt x="225825" y="297917"/>
                </a:moveTo>
                <a:lnTo>
                  <a:pt x="254390" y="297917"/>
                </a:lnTo>
                <a:lnTo>
                  <a:pt x="254390" y="227720"/>
                </a:lnTo>
                <a:lnTo>
                  <a:pt x="225825" y="227720"/>
                </a:lnTo>
                <a:lnTo>
                  <a:pt x="225825" y="297917"/>
                </a:lnTo>
                <a:close/>
              </a:path>
              <a:path w="902970" h="1715134">
                <a:moveTo>
                  <a:pt x="180434" y="297917"/>
                </a:moveTo>
                <a:lnTo>
                  <a:pt x="209030" y="297917"/>
                </a:lnTo>
                <a:lnTo>
                  <a:pt x="209030" y="227720"/>
                </a:lnTo>
                <a:lnTo>
                  <a:pt x="180434" y="227720"/>
                </a:lnTo>
                <a:lnTo>
                  <a:pt x="180434" y="297917"/>
                </a:lnTo>
                <a:close/>
              </a:path>
              <a:path w="902970" h="1715134">
                <a:moveTo>
                  <a:pt x="135032" y="297917"/>
                </a:moveTo>
                <a:lnTo>
                  <a:pt x="163607" y="297917"/>
                </a:lnTo>
                <a:lnTo>
                  <a:pt x="163607" y="227720"/>
                </a:lnTo>
                <a:lnTo>
                  <a:pt x="135032" y="227720"/>
                </a:lnTo>
                <a:lnTo>
                  <a:pt x="135032" y="297917"/>
                </a:lnTo>
                <a:close/>
              </a:path>
              <a:path w="902970" h="1715134">
                <a:moveTo>
                  <a:pt x="89693" y="297917"/>
                </a:moveTo>
                <a:lnTo>
                  <a:pt x="118216" y="297917"/>
                </a:lnTo>
                <a:lnTo>
                  <a:pt x="118216" y="227720"/>
                </a:lnTo>
                <a:lnTo>
                  <a:pt x="89693" y="227720"/>
                </a:lnTo>
                <a:lnTo>
                  <a:pt x="89693" y="297917"/>
                </a:lnTo>
                <a:close/>
              </a:path>
              <a:path w="902970" h="1715134">
                <a:moveTo>
                  <a:pt x="44260" y="297917"/>
                </a:moveTo>
                <a:lnTo>
                  <a:pt x="72793" y="297917"/>
                </a:lnTo>
                <a:lnTo>
                  <a:pt x="72793" y="227720"/>
                </a:lnTo>
                <a:lnTo>
                  <a:pt x="44260" y="227720"/>
                </a:lnTo>
                <a:lnTo>
                  <a:pt x="44260" y="297917"/>
                </a:lnTo>
                <a:close/>
              </a:path>
              <a:path w="902970" h="1715134">
                <a:moveTo>
                  <a:pt x="271258" y="383611"/>
                </a:moveTo>
                <a:lnTo>
                  <a:pt x="299791" y="383611"/>
                </a:lnTo>
                <a:lnTo>
                  <a:pt x="299791" y="313425"/>
                </a:lnTo>
                <a:lnTo>
                  <a:pt x="271258" y="313425"/>
                </a:lnTo>
                <a:lnTo>
                  <a:pt x="271258" y="383611"/>
                </a:lnTo>
                <a:close/>
              </a:path>
              <a:path w="902970" h="1715134">
                <a:moveTo>
                  <a:pt x="225825" y="383611"/>
                </a:moveTo>
                <a:lnTo>
                  <a:pt x="254390" y="383611"/>
                </a:lnTo>
                <a:lnTo>
                  <a:pt x="254390" y="313425"/>
                </a:lnTo>
                <a:lnTo>
                  <a:pt x="225825" y="313425"/>
                </a:lnTo>
                <a:lnTo>
                  <a:pt x="225825" y="383611"/>
                </a:lnTo>
                <a:close/>
              </a:path>
              <a:path w="902970" h="1715134">
                <a:moveTo>
                  <a:pt x="180434" y="383611"/>
                </a:moveTo>
                <a:lnTo>
                  <a:pt x="209030" y="383611"/>
                </a:lnTo>
                <a:lnTo>
                  <a:pt x="209030" y="313425"/>
                </a:lnTo>
                <a:lnTo>
                  <a:pt x="180434" y="313425"/>
                </a:lnTo>
                <a:lnTo>
                  <a:pt x="180434" y="383611"/>
                </a:lnTo>
                <a:close/>
              </a:path>
              <a:path w="902970" h="1715134">
                <a:moveTo>
                  <a:pt x="135032" y="383611"/>
                </a:moveTo>
                <a:lnTo>
                  <a:pt x="163607" y="383611"/>
                </a:lnTo>
                <a:lnTo>
                  <a:pt x="163607" y="313425"/>
                </a:lnTo>
                <a:lnTo>
                  <a:pt x="135032" y="313425"/>
                </a:lnTo>
                <a:lnTo>
                  <a:pt x="135032" y="383611"/>
                </a:lnTo>
                <a:close/>
              </a:path>
              <a:path w="902970" h="1715134">
                <a:moveTo>
                  <a:pt x="89693" y="383611"/>
                </a:moveTo>
                <a:lnTo>
                  <a:pt x="118216" y="383611"/>
                </a:lnTo>
                <a:lnTo>
                  <a:pt x="118216" y="313425"/>
                </a:lnTo>
                <a:lnTo>
                  <a:pt x="89693" y="313425"/>
                </a:lnTo>
                <a:lnTo>
                  <a:pt x="89693" y="383611"/>
                </a:lnTo>
                <a:close/>
              </a:path>
              <a:path w="902970" h="1715134">
                <a:moveTo>
                  <a:pt x="44260" y="383611"/>
                </a:moveTo>
                <a:lnTo>
                  <a:pt x="72793" y="383611"/>
                </a:lnTo>
                <a:lnTo>
                  <a:pt x="72793" y="313425"/>
                </a:lnTo>
                <a:lnTo>
                  <a:pt x="44260" y="313425"/>
                </a:lnTo>
                <a:lnTo>
                  <a:pt x="44260" y="383611"/>
                </a:lnTo>
                <a:close/>
              </a:path>
              <a:path w="902970" h="1715134">
                <a:moveTo>
                  <a:pt x="271258" y="469346"/>
                </a:moveTo>
                <a:lnTo>
                  <a:pt x="299791" y="469346"/>
                </a:lnTo>
                <a:lnTo>
                  <a:pt x="299791" y="399129"/>
                </a:lnTo>
                <a:lnTo>
                  <a:pt x="271258" y="399129"/>
                </a:lnTo>
                <a:lnTo>
                  <a:pt x="271258" y="469346"/>
                </a:lnTo>
                <a:close/>
              </a:path>
              <a:path w="902970" h="1715134">
                <a:moveTo>
                  <a:pt x="225825" y="469346"/>
                </a:moveTo>
                <a:lnTo>
                  <a:pt x="254390" y="469346"/>
                </a:lnTo>
                <a:lnTo>
                  <a:pt x="254390" y="399129"/>
                </a:lnTo>
                <a:lnTo>
                  <a:pt x="225825" y="399129"/>
                </a:lnTo>
                <a:lnTo>
                  <a:pt x="225825" y="469346"/>
                </a:lnTo>
                <a:close/>
              </a:path>
              <a:path w="902970" h="1715134">
                <a:moveTo>
                  <a:pt x="180434" y="469346"/>
                </a:moveTo>
                <a:lnTo>
                  <a:pt x="209030" y="469346"/>
                </a:lnTo>
                <a:lnTo>
                  <a:pt x="209030" y="399129"/>
                </a:lnTo>
                <a:lnTo>
                  <a:pt x="180434" y="399129"/>
                </a:lnTo>
                <a:lnTo>
                  <a:pt x="180434" y="469346"/>
                </a:lnTo>
                <a:close/>
              </a:path>
              <a:path w="902970" h="1715134">
                <a:moveTo>
                  <a:pt x="135032" y="469346"/>
                </a:moveTo>
                <a:lnTo>
                  <a:pt x="163607" y="469346"/>
                </a:lnTo>
                <a:lnTo>
                  <a:pt x="163607" y="399129"/>
                </a:lnTo>
                <a:lnTo>
                  <a:pt x="135032" y="399129"/>
                </a:lnTo>
                <a:lnTo>
                  <a:pt x="135032" y="469346"/>
                </a:lnTo>
                <a:close/>
              </a:path>
              <a:path w="902970" h="1715134">
                <a:moveTo>
                  <a:pt x="89693" y="469346"/>
                </a:moveTo>
                <a:lnTo>
                  <a:pt x="118216" y="469346"/>
                </a:lnTo>
                <a:lnTo>
                  <a:pt x="118216" y="399129"/>
                </a:lnTo>
                <a:lnTo>
                  <a:pt x="89693" y="399129"/>
                </a:lnTo>
                <a:lnTo>
                  <a:pt x="89693" y="469346"/>
                </a:lnTo>
                <a:close/>
              </a:path>
              <a:path w="902970" h="1715134">
                <a:moveTo>
                  <a:pt x="44260" y="469346"/>
                </a:moveTo>
                <a:lnTo>
                  <a:pt x="72793" y="469346"/>
                </a:lnTo>
                <a:lnTo>
                  <a:pt x="72793" y="399129"/>
                </a:lnTo>
                <a:lnTo>
                  <a:pt x="44260" y="399129"/>
                </a:lnTo>
                <a:lnTo>
                  <a:pt x="44260" y="469346"/>
                </a:lnTo>
                <a:close/>
              </a:path>
            </a:pathLst>
          </a:custGeom>
          <a:ln w="10470">
            <a:solidFill>
              <a:srgbClr val="007BAF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07" name="object 407" descr=""/>
          <p:cNvGrpSpPr/>
          <p:nvPr/>
        </p:nvGrpSpPr>
        <p:grpSpPr>
          <a:xfrm>
            <a:off x="1170854" y="8228137"/>
            <a:ext cx="657860" cy="1884680"/>
            <a:chOff x="1170854" y="8228137"/>
            <a:chExt cx="657860" cy="1884680"/>
          </a:xfrm>
        </p:grpSpPr>
        <p:sp>
          <p:nvSpPr>
            <p:cNvPr id="408" name="object 408" descr=""/>
            <p:cNvSpPr/>
            <p:nvPr/>
          </p:nvSpPr>
          <p:spPr>
            <a:xfrm>
              <a:off x="1176089" y="8233372"/>
              <a:ext cx="647700" cy="1873885"/>
            </a:xfrm>
            <a:custGeom>
              <a:avLst/>
              <a:gdLst/>
              <a:ahLst/>
              <a:cxnLst/>
              <a:rect l="l" t="t" r="r" b="b"/>
              <a:pathLst>
                <a:path w="647700" h="1873884">
                  <a:moveTo>
                    <a:pt x="0" y="1873764"/>
                  </a:moveTo>
                  <a:lnTo>
                    <a:pt x="647236" y="1873764"/>
                  </a:lnTo>
                  <a:lnTo>
                    <a:pt x="647236" y="0"/>
                  </a:lnTo>
                  <a:lnTo>
                    <a:pt x="0" y="0"/>
                  </a:lnTo>
                  <a:lnTo>
                    <a:pt x="0" y="187376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9" name="object 409" descr=""/>
            <p:cNvSpPr/>
            <p:nvPr/>
          </p:nvSpPr>
          <p:spPr>
            <a:xfrm>
              <a:off x="1239705" y="9989444"/>
              <a:ext cx="0" cy="34925"/>
            </a:xfrm>
            <a:custGeom>
              <a:avLst/>
              <a:gdLst/>
              <a:ahLst/>
              <a:cxnLst/>
              <a:rect l="l" t="t" r="r" b="b"/>
              <a:pathLst>
                <a:path w="0" h="34925">
                  <a:moveTo>
                    <a:pt x="0" y="0"/>
                  </a:moveTo>
                  <a:lnTo>
                    <a:pt x="0" y="34899"/>
                  </a:lnTo>
                </a:path>
              </a:pathLst>
            </a:custGeom>
            <a:ln w="9078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0" name="object 410" descr=""/>
            <p:cNvSpPr/>
            <p:nvPr/>
          </p:nvSpPr>
          <p:spPr>
            <a:xfrm>
              <a:off x="1218051" y="9989444"/>
              <a:ext cx="0" cy="34925"/>
            </a:xfrm>
            <a:custGeom>
              <a:avLst/>
              <a:gdLst/>
              <a:ahLst/>
              <a:cxnLst/>
              <a:rect l="l" t="t" r="r" b="b"/>
              <a:pathLst>
                <a:path w="0" h="34925">
                  <a:moveTo>
                    <a:pt x="0" y="0"/>
                  </a:moveTo>
                  <a:lnTo>
                    <a:pt x="0" y="34899"/>
                  </a:lnTo>
                </a:path>
              </a:pathLst>
            </a:custGeom>
            <a:ln w="30962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 descr=""/>
            <p:cNvSpPr/>
            <p:nvPr/>
          </p:nvSpPr>
          <p:spPr>
            <a:xfrm>
              <a:off x="1239705" y="9480130"/>
              <a:ext cx="0" cy="87630"/>
            </a:xfrm>
            <a:custGeom>
              <a:avLst/>
              <a:gdLst/>
              <a:ahLst/>
              <a:cxnLst/>
              <a:rect l="l" t="t" r="r" b="b"/>
              <a:pathLst>
                <a:path w="0" h="87629">
                  <a:moveTo>
                    <a:pt x="0" y="71359"/>
                  </a:moveTo>
                  <a:lnTo>
                    <a:pt x="0" y="87170"/>
                  </a:lnTo>
                </a:path>
                <a:path w="0" h="87629">
                  <a:moveTo>
                    <a:pt x="0" y="0"/>
                  </a:moveTo>
                  <a:lnTo>
                    <a:pt x="0" y="18680"/>
                  </a:lnTo>
                </a:path>
              </a:pathLst>
            </a:custGeom>
            <a:ln w="9078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 descr=""/>
            <p:cNvSpPr/>
            <p:nvPr/>
          </p:nvSpPr>
          <p:spPr>
            <a:xfrm>
              <a:off x="1202570" y="9489470"/>
              <a:ext cx="31115" cy="70485"/>
            </a:xfrm>
            <a:custGeom>
              <a:avLst/>
              <a:gdLst/>
              <a:ahLst/>
              <a:cxnLst/>
              <a:rect l="l" t="t" r="r" b="b"/>
              <a:pathLst>
                <a:path w="31115" h="70484">
                  <a:moveTo>
                    <a:pt x="0" y="69924"/>
                  </a:moveTo>
                  <a:lnTo>
                    <a:pt x="30962" y="69924"/>
                  </a:lnTo>
                </a:path>
                <a:path w="31115" h="70484">
                  <a:moveTo>
                    <a:pt x="0" y="0"/>
                  </a:moveTo>
                  <a:lnTo>
                    <a:pt x="30962" y="0"/>
                  </a:lnTo>
                </a:path>
              </a:pathLst>
            </a:custGeom>
            <a:ln w="15811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 descr=""/>
            <p:cNvSpPr/>
            <p:nvPr/>
          </p:nvSpPr>
          <p:spPr>
            <a:xfrm>
              <a:off x="1239705" y="9573792"/>
              <a:ext cx="0" cy="87630"/>
            </a:xfrm>
            <a:custGeom>
              <a:avLst/>
              <a:gdLst/>
              <a:ahLst/>
              <a:cxnLst/>
              <a:rect l="l" t="t" r="r" b="b"/>
              <a:pathLst>
                <a:path w="0" h="87629">
                  <a:moveTo>
                    <a:pt x="0" y="65296"/>
                  </a:moveTo>
                  <a:lnTo>
                    <a:pt x="0" y="87170"/>
                  </a:lnTo>
                </a:path>
                <a:path w="0" h="87629">
                  <a:moveTo>
                    <a:pt x="0" y="0"/>
                  </a:moveTo>
                  <a:lnTo>
                    <a:pt x="0" y="12617"/>
                  </a:lnTo>
                </a:path>
              </a:pathLst>
            </a:custGeom>
            <a:ln w="9078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 descr=""/>
            <p:cNvSpPr/>
            <p:nvPr/>
          </p:nvSpPr>
          <p:spPr>
            <a:xfrm>
              <a:off x="1202570" y="9580101"/>
              <a:ext cx="31115" cy="70485"/>
            </a:xfrm>
            <a:custGeom>
              <a:avLst/>
              <a:gdLst/>
              <a:ahLst/>
              <a:cxnLst/>
              <a:rect l="l" t="t" r="r" b="b"/>
              <a:pathLst>
                <a:path w="31115" h="70484">
                  <a:moveTo>
                    <a:pt x="0" y="69924"/>
                  </a:moveTo>
                  <a:lnTo>
                    <a:pt x="30962" y="69924"/>
                  </a:lnTo>
                </a:path>
                <a:path w="31115" h="70484">
                  <a:moveTo>
                    <a:pt x="0" y="0"/>
                  </a:moveTo>
                  <a:lnTo>
                    <a:pt x="30962" y="0"/>
                  </a:lnTo>
                </a:path>
              </a:pathLst>
            </a:custGeom>
            <a:ln w="21873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 descr=""/>
            <p:cNvSpPr/>
            <p:nvPr/>
          </p:nvSpPr>
          <p:spPr>
            <a:xfrm>
              <a:off x="1235166" y="9670705"/>
              <a:ext cx="9525" cy="84455"/>
            </a:xfrm>
            <a:custGeom>
              <a:avLst/>
              <a:gdLst/>
              <a:ahLst/>
              <a:cxnLst/>
              <a:rect l="l" t="t" r="r" b="b"/>
              <a:pathLst>
                <a:path w="9525" h="84454">
                  <a:moveTo>
                    <a:pt x="4539" y="55961"/>
                  </a:moveTo>
                  <a:lnTo>
                    <a:pt x="4539" y="83929"/>
                  </a:lnTo>
                </a:path>
                <a:path w="9525" h="84454">
                  <a:moveTo>
                    <a:pt x="0" y="0"/>
                  </a:moveTo>
                  <a:lnTo>
                    <a:pt x="9078" y="0"/>
                  </a:lnTo>
                </a:path>
              </a:pathLst>
            </a:custGeom>
            <a:ln w="9078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 descr=""/>
            <p:cNvSpPr/>
            <p:nvPr/>
          </p:nvSpPr>
          <p:spPr>
            <a:xfrm>
              <a:off x="1202570" y="9670705"/>
              <a:ext cx="31115" cy="70485"/>
            </a:xfrm>
            <a:custGeom>
              <a:avLst/>
              <a:gdLst/>
              <a:ahLst/>
              <a:cxnLst/>
              <a:rect l="l" t="t" r="r" b="b"/>
              <a:pathLst>
                <a:path w="31115" h="70484">
                  <a:moveTo>
                    <a:pt x="0" y="69945"/>
                  </a:moveTo>
                  <a:lnTo>
                    <a:pt x="30962" y="69945"/>
                  </a:lnTo>
                </a:path>
                <a:path w="31115" h="70484">
                  <a:moveTo>
                    <a:pt x="0" y="0"/>
                  </a:moveTo>
                  <a:lnTo>
                    <a:pt x="30962" y="0"/>
                  </a:lnTo>
                </a:path>
              </a:pathLst>
            </a:custGeom>
            <a:ln w="27967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7" name="object 417" descr=""/>
            <p:cNvSpPr/>
            <p:nvPr/>
          </p:nvSpPr>
          <p:spPr>
            <a:xfrm>
              <a:off x="1235166" y="9761362"/>
              <a:ext cx="9525" cy="86995"/>
            </a:xfrm>
            <a:custGeom>
              <a:avLst/>
              <a:gdLst/>
              <a:ahLst/>
              <a:cxnLst/>
              <a:rect l="l" t="t" r="r" b="b"/>
              <a:pathLst>
                <a:path w="9525" h="86995">
                  <a:moveTo>
                    <a:pt x="4539" y="52904"/>
                  </a:moveTo>
                  <a:lnTo>
                    <a:pt x="4539" y="86913"/>
                  </a:lnTo>
                </a:path>
                <a:path w="9525" h="86995">
                  <a:moveTo>
                    <a:pt x="0" y="0"/>
                  </a:moveTo>
                  <a:lnTo>
                    <a:pt x="9078" y="0"/>
                  </a:lnTo>
                </a:path>
              </a:pathLst>
            </a:custGeom>
            <a:ln w="9078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8" name="object 418" descr=""/>
            <p:cNvSpPr/>
            <p:nvPr/>
          </p:nvSpPr>
          <p:spPr>
            <a:xfrm>
              <a:off x="1202570" y="9761362"/>
              <a:ext cx="31115" cy="86995"/>
            </a:xfrm>
            <a:custGeom>
              <a:avLst/>
              <a:gdLst/>
              <a:ahLst/>
              <a:cxnLst/>
              <a:rect l="l" t="t" r="r" b="b"/>
              <a:pathLst>
                <a:path w="31115" h="86995">
                  <a:moveTo>
                    <a:pt x="15481" y="52904"/>
                  </a:moveTo>
                  <a:lnTo>
                    <a:pt x="15481" y="86913"/>
                  </a:lnTo>
                </a:path>
                <a:path w="31115" h="86995">
                  <a:moveTo>
                    <a:pt x="0" y="0"/>
                  </a:moveTo>
                  <a:lnTo>
                    <a:pt x="30962" y="0"/>
                  </a:lnTo>
                </a:path>
              </a:pathLst>
            </a:custGeom>
            <a:ln w="30962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9" name="object 419" descr=""/>
            <p:cNvSpPr/>
            <p:nvPr/>
          </p:nvSpPr>
          <p:spPr>
            <a:xfrm>
              <a:off x="1239705" y="9901855"/>
              <a:ext cx="0" cy="34925"/>
            </a:xfrm>
            <a:custGeom>
              <a:avLst/>
              <a:gdLst/>
              <a:ahLst/>
              <a:cxnLst/>
              <a:rect l="l" t="t" r="r" b="b"/>
              <a:pathLst>
                <a:path w="0" h="34925">
                  <a:moveTo>
                    <a:pt x="0" y="0"/>
                  </a:moveTo>
                  <a:lnTo>
                    <a:pt x="0" y="34899"/>
                  </a:lnTo>
                </a:path>
              </a:pathLst>
            </a:custGeom>
            <a:ln w="9078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0" name="object 420" descr=""/>
            <p:cNvSpPr/>
            <p:nvPr/>
          </p:nvSpPr>
          <p:spPr>
            <a:xfrm>
              <a:off x="1218051" y="9901855"/>
              <a:ext cx="0" cy="34925"/>
            </a:xfrm>
            <a:custGeom>
              <a:avLst/>
              <a:gdLst/>
              <a:ahLst/>
              <a:cxnLst/>
              <a:rect l="l" t="t" r="r" b="b"/>
              <a:pathLst>
                <a:path w="0" h="34925">
                  <a:moveTo>
                    <a:pt x="0" y="0"/>
                  </a:moveTo>
                  <a:lnTo>
                    <a:pt x="0" y="34899"/>
                  </a:lnTo>
                </a:path>
              </a:pathLst>
            </a:custGeom>
            <a:ln w="30962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1" name="object 421" descr=""/>
            <p:cNvSpPr/>
            <p:nvPr/>
          </p:nvSpPr>
          <p:spPr>
            <a:xfrm>
              <a:off x="1600454" y="8884888"/>
              <a:ext cx="182880" cy="10795"/>
            </a:xfrm>
            <a:custGeom>
              <a:avLst/>
              <a:gdLst/>
              <a:ahLst/>
              <a:cxnLst/>
              <a:rect l="l" t="t" r="r" b="b"/>
              <a:pathLst>
                <a:path w="182880" h="10795">
                  <a:moveTo>
                    <a:pt x="20091" y="0"/>
                  </a:moveTo>
                  <a:lnTo>
                    <a:pt x="0" y="0"/>
                  </a:lnTo>
                  <a:lnTo>
                    <a:pt x="0" y="10629"/>
                  </a:lnTo>
                  <a:lnTo>
                    <a:pt x="20091" y="10629"/>
                  </a:lnTo>
                  <a:lnTo>
                    <a:pt x="20091" y="0"/>
                  </a:lnTo>
                  <a:close/>
                </a:path>
                <a:path w="182880" h="10795">
                  <a:moveTo>
                    <a:pt x="52628" y="0"/>
                  </a:moveTo>
                  <a:lnTo>
                    <a:pt x="21704" y="0"/>
                  </a:lnTo>
                  <a:lnTo>
                    <a:pt x="21704" y="10629"/>
                  </a:lnTo>
                  <a:lnTo>
                    <a:pt x="52628" y="10629"/>
                  </a:lnTo>
                  <a:lnTo>
                    <a:pt x="52628" y="0"/>
                  </a:lnTo>
                  <a:close/>
                </a:path>
                <a:path w="182880" h="10795">
                  <a:moveTo>
                    <a:pt x="85178" y="0"/>
                  </a:moveTo>
                  <a:lnTo>
                    <a:pt x="54216" y="0"/>
                  </a:lnTo>
                  <a:lnTo>
                    <a:pt x="54216" y="10629"/>
                  </a:lnTo>
                  <a:lnTo>
                    <a:pt x="85178" y="10629"/>
                  </a:lnTo>
                  <a:lnTo>
                    <a:pt x="85178" y="0"/>
                  </a:lnTo>
                  <a:close/>
                </a:path>
                <a:path w="182880" h="10795">
                  <a:moveTo>
                    <a:pt x="117690" y="0"/>
                  </a:moveTo>
                  <a:lnTo>
                    <a:pt x="86766" y="0"/>
                  </a:lnTo>
                  <a:lnTo>
                    <a:pt x="86766" y="10629"/>
                  </a:lnTo>
                  <a:lnTo>
                    <a:pt x="117690" y="10629"/>
                  </a:lnTo>
                  <a:lnTo>
                    <a:pt x="117690" y="0"/>
                  </a:lnTo>
                  <a:close/>
                </a:path>
                <a:path w="182880" h="10795">
                  <a:moveTo>
                    <a:pt x="150279" y="0"/>
                  </a:moveTo>
                  <a:lnTo>
                    <a:pt x="119341" y="0"/>
                  </a:lnTo>
                  <a:lnTo>
                    <a:pt x="119341" y="10629"/>
                  </a:lnTo>
                  <a:lnTo>
                    <a:pt x="150279" y="10629"/>
                  </a:lnTo>
                  <a:lnTo>
                    <a:pt x="150279" y="0"/>
                  </a:lnTo>
                  <a:close/>
                </a:path>
                <a:path w="182880" h="10795">
                  <a:moveTo>
                    <a:pt x="182829" y="0"/>
                  </a:moveTo>
                  <a:lnTo>
                    <a:pt x="151879" y="0"/>
                  </a:lnTo>
                  <a:lnTo>
                    <a:pt x="151879" y="10629"/>
                  </a:lnTo>
                  <a:lnTo>
                    <a:pt x="182829" y="10629"/>
                  </a:lnTo>
                  <a:lnTo>
                    <a:pt x="182829" y="0"/>
                  </a:lnTo>
                  <a:close/>
                </a:path>
              </a:pathLst>
            </a:custGeom>
            <a:solidFill>
              <a:srgbClr val="007BA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" name="object 422" descr=""/>
            <p:cNvSpPr/>
            <p:nvPr/>
          </p:nvSpPr>
          <p:spPr>
            <a:xfrm>
              <a:off x="1202570" y="9376311"/>
              <a:ext cx="41910" cy="92075"/>
            </a:xfrm>
            <a:custGeom>
              <a:avLst/>
              <a:gdLst/>
              <a:ahLst/>
              <a:cxnLst/>
              <a:rect l="l" t="t" r="r" b="b"/>
              <a:pathLst>
                <a:path w="41909" h="92075">
                  <a:moveTo>
                    <a:pt x="32595" y="91651"/>
                  </a:moveTo>
                  <a:lnTo>
                    <a:pt x="41674" y="91651"/>
                  </a:lnTo>
                </a:path>
                <a:path w="41909" h="92075">
                  <a:moveTo>
                    <a:pt x="37134" y="0"/>
                  </a:moveTo>
                  <a:lnTo>
                    <a:pt x="37134" y="34909"/>
                  </a:lnTo>
                </a:path>
                <a:path w="41909" h="92075">
                  <a:moveTo>
                    <a:pt x="0" y="91651"/>
                  </a:moveTo>
                  <a:lnTo>
                    <a:pt x="30962" y="91651"/>
                  </a:lnTo>
                </a:path>
                <a:path w="41909" h="92075">
                  <a:moveTo>
                    <a:pt x="15481" y="0"/>
                  </a:moveTo>
                  <a:lnTo>
                    <a:pt x="15481" y="34909"/>
                  </a:lnTo>
                </a:path>
              </a:pathLst>
            </a:custGeom>
            <a:ln w="8125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3" name="object 423" descr=""/>
            <p:cNvSpPr/>
            <p:nvPr/>
          </p:nvSpPr>
          <p:spPr>
            <a:xfrm>
              <a:off x="1300232" y="8895508"/>
              <a:ext cx="31115" cy="76835"/>
            </a:xfrm>
            <a:custGeom>
              <a:avLst/>
              <a:gdLst/>
              <a:ahLst/>
              <a:cxnLst/>
              <a:rect l="l" t="t" r="r" b="b"/>
              <a:pathLst>
                <a:path w="31115" h="76834">
                  <a:moveTo>
                    <a:pt x="0" y="76553"/>
                  </a:moveTo>
                  <a:lnTo>
                    <a:pt x="30983" y="76553"/>
                  </a:lnTo>
                  <a:lnTo>
                    <a:pt x="30983" y="0"/>
                  </a:lnTo>
                  <a:lnTo>
                    <a:pt x="0" y="0"/>
                  </a:lnTo>
                  <a:lnTo>
                    <a:pt x="0" y="76553"/>
                  </a:lnTo>
                  <a:close/>
                </a:path>
              </a:pathLst>
            </a:custGeom>
            <a:solidFill>
              <a:srgbClr val="007BA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" name="object 424" descr=""/>
            <p:cNvSpPr/>
            <p:nvPr/>
          </p:nvSpPr>
          <p:spPr>
            <a:xfrm>
              <a:off x="1300232" y="8885106"/>
              <a:ext cx="31115" cy="15875"/>
            </a:xfrm>
            <a:custGeom>
              <a:avLst/>
              <a:gdLst/>
              <a:ahLst/>
              <a:cxnLst/>
              <a:rect l="l" t="t" r="r" b="b"/>
              <a:pathLst>
                <a:path w="31115" h="15875">
                  <a:moveTo>
                    <a:pt x="0" y="0"/>
                  </a:moveTo>
                  <a:lnTo>
                    <a:pt x="30983" y="0"/>
                  </a:lnTo>
                </a:path>
                <a:path w="31115" h="15875">
                  <a:moveTo>
                    <a:pt x="0" y="15491"/>
                  </a:moveTo>
                  <a:lnTo>
                    <a:pt x="30983" y="15491"/>
                  </a:lnTo>
                </a:path>
              </a:pathLst>
            </a:custGeom>
            <a:ln w="20805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5" name="object 425" descr=""/>
            <p:cNvSpPr/>
            <p:nvPr/>
          </p:nvSpPr>
          <p:spPr>
            <a:xfrm>
              <a:off x="1207806" y="8890117"/>
              <a:ext cx="85725" cy="76835"/>
            </a:xfrm>
            <a:custGeom>
              <a:avLst/>
              <a:gdLst/>
              <a:ahLst/>
              <a:cxnLst/>
              <a:rect l="l" t="t" r="r" b="b"/>
              <a:pathLst>
                <a:path w="85725" h="76834">
                  <a:moveTo>
                    <a:pt x="65087" y="76709"/>
                  </a:moveTo>
                  <a:lnTo>
                    <a:pt x="85609" y="76709"/>
                  </a:lnTo>
                  <a:lnTo>
                    <a:pt x="85609" y="0"/>
                  </a:lnTo>
                  <a:lnTo>
                    <a:pt x="65087" y="0"/>
                  </a:lnTo>
                  <a:lnTo>
                    <a:pt x="65087" y="76709"/>
                  </a:lnTo>
                  <a:close/>
                </a:path>
                <a:path w="85725" h="76834">
                  <a:moveTo>
                    <a:pt x="32595" y="76709"/>
                  </a:moveTo>
                  <a:lnTo>
                    <a:pt x="53055" y="76709"/>
                  </a:lnTo>
                  <a:lnTo>
                    <a:pt x="53055" y="0"/>
                  </a:lnTo>
                  <a:lnTo>
                    <a:pt x="32595" y="0"/>
                  </a:lnTo>
                  <a:lnTo>
                    <a:pt x="32595" y="76709"/>
                  </a:lnTo>
                  <a:close/>
                </a:path>
                <a:path w="85725" h="76834">
                  <a:moveTo>
                    <a:pt x="0" y="76709"/>
                  </a:moveTo>
                  <a:lnTo>
                    <a:pt x="20491" y="76709"/>
                  </a:lnTo>
                  <a:lnTo>
                    <a:pt x="20491" y="0"/>
                  </a:lnTo>
                  <a:lnTo>
                    <a:pt x="0" y="0"/>
                  </a:lnTo>
                  <a:lnTo>
                    <a:pt x="0" y="7670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6" name="object 426" descr=""/>
            <p:cNvSpPr/>
            <p:nvPr/>
          </p:nvSpPr>
          <p:spPr>
            <a:xfrm>
              <a:off x="1312375" y="9025955"/>
              <a:ext cx="0" cy="34925"/>
            </a:xfrm>
            <a:custGeom>
              <a:avLst/>
              <a:gdLst/>
              <a:ahLst/>
              <a:cxnLst/>
              <a:rect l="l" t="t" r="r" b="b"/>
              <a:pathLst>
                <a:path w="0" h="34925">
                  <a:moveTo>
                    <a:pt x="0" y="0"/>
                  </a:moveTo>
                  <a:lnTo>
                    <a:pt x="0" y="34909"/>
                  </a:lnTo>
                </a:path>
              </a:pathLst>
            </a:custGeom>
            <a:ln w="24286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7" name="object 427" descr=""/>
            <p:cNvSpPr/>
            <p:nvPr/>
          </p:nvSpPr>
          <p:spPr>
            <a:xfrm>
              <a:off x="1202563" y="9025960"/>
              <a:ext cx="64135" cy="34925"/>
            </a:xfrm>
            <a:custGeom>
              <a:avLst/>
              <a:gdLst/>
              <a:ahLst/>
              <a:cxnLst/>
              <a:rect l="l" t="t" r="r" b="b"/>
              <a:pathLst>
                <a:path w="64134" h="34925">
                  <a:moveTo>
                    <a:pt x="30962" y="0"/>
                  </a:moveTo>
                  <a:lnTo>
                    <a:pt x="0" y="0"/>
                  </a:lnTo>
                  <a:lnTo>
                    <a:pt x="0" y="34912"/>
                  </a:lnTo>
                  <a:lnTo>
                    <a:pt x="30962" y="34912"/>
                  </a:lnTo>
                  <a:lnTo>
                    <a:pt x="30962" y="0"/>
                  </a:lnTo>
                  <a:close/>
                </a:path>
                <a:path w="64134" h="34925">
                  <a:moveTo>
                    <a:pt x="63525" y="0"/>
                  </a:moveTo>
                  <a:lnTo>
                    <a:pt x="32600" y="0"/>
                  </a:lnTo>
                  <a:lnTo>
                    <a:pt x="32600" y="34912"/>
                  </a:lnTo>
                  <a:lnTo>
                    <a:pt x="63525" y="34912"/>
                  </a:lnTo>
                  <a:lnTo>
                    <a:pt x="63525" y="0"/>
                  </a:lnTo>
                  <a:close/>
                </a:path>
              </a:pathLst>
            </a:custGeom>
            <a:solidFill>
              <a:srgbClr val="007BA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" name="object 428" descr=""/>
            <p:cNvSpPr/>
            <p:nvPr/>
          </p:nvSpPr>
          <p:spPr>
            <a:xfrm>
              <a:off x="1239705" y="9113544"/>
              <a:ext cx="0" cy="34925"/>
            </a:xfrm>
            <a:custGeom>
              <a:avLst/>
              <a:gdLst/>
              <a:ahLst/>
              <a:cxnLst/>
              <a:rect l="l" t="t" r="r" b="b"/>
              <a:pathLst>
                <a:path w="0" h="34925">
                  <a:moveTo>
                    <a:pt x="0" y="0"/>
                  </a:moveTo>
                  <a:lnTo>
                    <a:pt x="0" y="34909"/>
                  </a:lnTo>
                </a:path>
              </a:pathLst>
            </a:custGeom>
            <a:ln w="9078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9" name="object 429" descr=""/>
            <p:cNvSpPr/>
            <p:nvPr/>
          </p:nvSpPr>
          <p:spPr>
            <a:xfrm>
              <a:off x="1218051" y="9113544"/>
              <a:ext cx="0" cy="34925"/>
            </a:xfrm>
            <a:custGeom>
              <a:avLst/>
              <a:gdLst/>
              <a:ahLst/>
              <a:cxnLst/>
              <a:rect l="l" t="t" r="r" b="b"/>
              <a:pathLst>
                <a:path w="0" h="34925">
                  <a:moveTo>
                    <a:pt x="0" y="0"/>
                  </a:moveTo>
                  <a:lnTo>
                    <a:pt x="0" y="34909"/>
                  </a:lnTo>
                </a:path>
              </a:pathLst>
            </a:custGeom>
            <a:ln w="30962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0" name="object 430" descr=""/>
            <p:cNvSpPr/>
            <p:nvPr/>
          </p:nvSpPr>
          <p:spPr>
            <a:xfrm>
              <a:off x="1239705" y="9201133"/>
              <a:ext cx="0" cy="34925"/>
            </a:xfrm>
            <a:custGeom>
              <a:avLst/>
              <a:gdLst/>
              <a:ahLst/>
              <a:cxnLst/>
              <a:rect l="l" t="t" r="r" b="b"/>
              <a:pathLst>
                <a:path w="0" h="34925">
                  <a:moveTo>
                    <a:pt x="0" y="0"/>
                  </a:moveTo>
                  <a:lnTo>
                    <a:pt x="0" y="34909"/>
                  </a:lnTo>
                </a:path>
              </a:pathLst>
            </a:custGeom>
            <a:ln w="9078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1" name="object 431" descr=""/>
            <p:cNvSpPr/>
            <p:nvPr/>
          </p:nvSpPr>
          <p:spPr>
            <a:xfrm>
              <a:off x="1218051" y="9201133"/>
              <a:ext cx="0" cy="34925"/>
            </a:xfrm>
            <a:custGeom>
              <a:avLst/>
              <a:gdLst/>
              <a:ahLst/>
              <a:cxnLst/>
              <a:rect l="l" t="t" r="r" b="b"/>
              <a:pathLst>
                <a:path w="0" h="34925">
                  <a:moveTo>
                    <a:pt x="0" y="0"/>
                  </a:moveTo>
                  <a:lnTo>
                    <a:pt x="0" y="34909"/>
                  </a:lnTo>
                </a:path>
              </a:pathLst>
            </a:custGeom>
            <a:ln w="30962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2" name="object 432" descr=""/>
            <p:cNvSpPr/>
            <p:nvPr/>
          </p:nvSpPr>
          <p:spPr>
            <a:xfrm>
              <a:off x="1239705" y="9288722"/>
              <a:ext cx="0" cy="34925"/>
            </a:xfrm>
            <a:custGeom>
              <a:avLst/>
              <a:gdLst/>
              <a:ahLst/>
              <a:cxnLst/>
              <a:rect l="l" t="t" r="r" b="b"/>
              <a:pathLst>
                <a:path w="0" h="34925">
                  <a:moveTo>
                    <a:pt x="0" y="0"/>
                  </a:moveTo>
                  <a:lnTo>
                    <a:pt x="0" y="34909"/>
                  </a:lnTo>
                </a:path>
              </a:pathLst>
            </a:custGeom>
            <a:ln w="9078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3" name="object 433" descr=""/>
            <p:cNvSpPr/>
            <p:nvPr/>
          </p:nvSpPr>
          <p:spPr>
            <a:xfrm>
              <a:off x="1218051" y="9288722"/>
              <a:ext cx="0" cy="34925"/>
            </a:xfrm>
            <a:custGeom>
              <a:avLst/>
              <a:gdLst/>
              <a:ahLst/>
              <a:cxnLst/>
              <a:rect l="l" t="t" r="r" b="b"/>
              <a:pathLst>
                <a:path w="0" h="34925">
                  <a:moveTo>
                    <a:pt x="0" y="0"/>
                  </a:moveTo>
                  <a:lnTo>
                    <a:pt x="0" y="34909"/>
                  </a:lnTo>
                </a:path>
              </a:pathLst>
            </a:custGeom>
            <a:ln w="30962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4" name="object 434" descr=""/>
            <p:cNvSpPr/>
            <p:nvPr/>
          </p:nvSpPr>
          <p:spPr>
            <a:xfrm>
              <a:off x="1627405" y="8764738"/>
              <a:ext cx="151130" cy="107314"/>
            </a:xfrm>
            <a:custGeom>
              <a:avLst/>
              <a:gdLst/>
              <a:ahLst/>
              <a:cxnLst/>
              <a:rect l="l" t="t" r="r" b="b"/>
              <a:pathLst>
                <a:path w="151130" h="107315">
                  <a:moveTo>
                    <a:pt x="130163" y="106803"/>
                  </a:moveTo>
                  <a:lnTo>
                    <a:pt x="150644" y="106803"/>
                  </a:lnTo>
                  <a:lnTo>
                    <a:pt x="150644" y="0"/>
                  </a:lnTo>
                  <a:lnTo>
                    <a:pt x="130163" y="0"/>
                  </a:lnTo>
                  <a:lnTo>
                    <a:pt x="130163" y="106803"/>
                  </a:lnTo>
                  <a:close/>
                </a:path>
                <a:path w="151130" h="107315">
                  <a:moveTo>
                    <a:pt x="97630" y="106803"/>
                  </a:moveTo>
                  <a:lnTo>
                    <a:pt x="118101" y="106803"/>
                  </a:lnTo>
                  <a:lnTo>
                    <a:pt x="118101" y="0"/>
                  </a:lnTo>
                  <a:lnTo>
                    <a:pt x="97630" y="0"/>
                  </a:lnTo>
                  <a:lnTo>
                    <a:pt x="97630" y="106803"/>
                  </a:lnTo>
                  <a:close/>
                </a:path>
                <a:path w="151130" h="107315">
                  <a:moveTo>
                    <a:pt x="65055" y="106803"/>
                  </a:moveTo>
                  <a:lnTo>
                    <a:pt x="85515" y="106803"/>
                  </a:lnTo>
                  <a:lnTo>
                    <a:pt x="85515" y="0"/>
                  </a:lnTo>
                  <a:lnTo>
                    <a:pt x="65055" y="0"/>
                  </a:lnTo>
                  <a:lnTo>
                    <a:pt x="65055" y="106803"/>
                  </a:lnTo>
                  <a:close/>
                </a:path>
                <a:path w="151130" h="107315">
                  <a:moveTo>
                    <a:pt x="32512" y="106803"/>
                  </a:moveTo>
                  <a:lnTo>
                    <a:pt x="53003" y="106803"/>
                  </a:lnTo>
                  <a:lnTo>
                    <a:pt x="53003" y="0"/>
                  </a:lnTo>
                  <a:lnTo>
                    <a:pt x="32512" y="0"/>
                  </a:lnTo>
                  <a:lnTo>
                    <a:pt x="32512" y="106803"/>
                  </a:lnTo>
                  <a:close/>
                </a:path>
                <a:path w="151130" h="107315">
                  <a:moveTo>
                    <a:pt x="0" y="106803"/>
                  </a:moveTo>
                  <a:lnTo>
                    <a:pt x="20449" y="106803"/>
                  </a:lnTo>
                  <a:lnTo>
                    <a:pt x="20449" y="0"/>
                  </a:lnTo>
                  <a:lnTo>
                    <a:pt x="0" y="0"/>
                  </a:lnTo>
                  <a:lnTo>
                    <a:pt x="0" y="10680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5" name="object 435" descr=""/>
            <p:cNvSpPr/>
            <p:nvPr/>
          </p:nvSpPr>
          <p:spPr>
            <a:xfrm>
              <a:off x="1605071" y="8815498"/>
              <a:ext cx="0" cy="61594"/>
            </a:xfrm>
            <a:custGeom>
              <a:avLst/>
              <a:gdLst/>
              <a:ahLst/>
              <a:cxnLst/>
              <a:rect l="l" t="t" r="r" b="b"/>
              <a:pathLst>
                <a:path w="0" h="61595">
                  <a:moveTo>
                    <a:pt x="0" y="0"/>
                  </a:moveTo>
                  <a:lnTo>
                    <a:pt x="0" y="61278"/>
                  </a:lnTo>
                </a:path>
              </a:pathLst>
            </a:custGeom>
            <a:ln w="30951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6" name="object 436" descr=""/>
            <p:cNvSpPr/>
            <p:nvPr/>
          </p:nvSpPr>
          <p:spPr>
            <a:xfrm>
              <a:off x="1589595" y="8759503"/>
              <a:ext cx="31115" cy="56515"/>
            </a:xfrm>
            <a:custGeom>
              <a:avLst/>
              <a:gdLst/>
              <a:ahLst/>
              <a:cxnLst/>
              <a:rect l="l" t="t" r="r" b="b"/>
              <a:pathLst>
                <a:path w="31115" h="56515">
                  <a:moveTo>
                    <a:pt x="0" y="55995"/>
                  </a:moveTo>
                  <a:lnTo>
                    <a:pt x="30951" y="55995"/>
                  </a:lnTo>
                  <a:lnTo>
                    <a:pt x="30951" y="0"/>
                  </a:lnTo>
                  <a:lnTo>
                    <a:pt x="0" y="0"/>
                  </a:lnTo>
                  <a:lnTo>
                    <a:pt x="0" y="55995"/>
                  </a:lnTo>
                  <a:close/>
                </a:path>
              </a:pathLst>
            </a:custGeom>
            <a:solidFill>
              <a:srgbClr val="007BA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" name="object 437" descr=""/>
            <p:cNvSpPr/>
            <p:nvPr/>
          </p:nvSpPr>
          <p:spPr>
            <a:xfrm>
              <a:off x="1594831" y="8294868"/>
              <a:ext cx="183515" cy="451484"/>
            </a:xfrm>
            <a:custGeom>
              <a:avLst/>
              <a:gdLst/>
              <a:ahLst/>
              <a:cxnLst/>
              <a:rect l="l" t="t" r="r" b="b"/>
              <a:pathLst>
                <a:path w="183514" h="451484">
                  <a:moveTo>
                    <a:pt x="162738" y="76720"/>
                  </a:moveTo>
                  <a:lnTo>
                    <a:pt x="183219" y="76720"/>
                  </a:lnTo>
                  <a:lnTo>
                    <a:pt x="183219" y="0"/>
                  </a:lnTo>
                  <a:lnTo>
                    <a:pt x="162738" y="0"/>
                  </a:lnTo>
                  <a:lnTo>
                    <a:pt x="162738" y="76720"/>
                  </a:lnTo>
                  <a:close/>
                </a:path>
                <a:path w="183514" h="451484">
                  <a:moveTo>
                    <a:pt x="130205" y="76720"/>
                  </a:moveTo>
                  <a:lnTo>
                    <a:pt x="150676" y="76720"/>
                  </a:lnTo>
                  <a:lnTo>
                    <a:pt x="150676" y="0"/>
                  </a:lnTo>
                  <a:lnTo>
                    <a:pt x="130205" y="0"/>
                  </a:lnTo>
                  <a:lnTo>
                    <a:pt x="130205" y="76720"/>
                  </a:lnTo>
                  <a:close/>
                </a:path>
                <a:path w="183514" h="451484">
                  <a:moveTo>
                    <a:pt x="97630" y="76720"/>
                  </a:moveTo>
                  <a:lnTo>
                    <a:pt x="118090" y="76720"/>
                  </a:lnTo>
                  <a:lnTo>
                    <a:pt x="118090" y="0"/>
                  </a:lnTo>
                  <a:lnTo>
                    <a:pt x="97630" y="0"/>
                  </a:lnTo>
                  <a:lnTo>
                    <a:pt x="97630" y="76720"/>
                  </a:lnTo>
                  <a:close/>
                </a:path>
                <a:path w="183514" h="451484">
                  <a:moveTo>
                    <a:pt x="65087" y="76720"/>
                  </a:moveTo>
                  <a:lnTo>
                    <a:pt x="85578" y="76720"/>
                  </a:lnTo>
                  <a:lnTo>
                    <a:pt x="85578" y="0"/>
                  </a:lnTo>
                  <a:lnTo>
                    <a:pt x="65087" y="0"/>
                  </a:lnTo>
                  <a:lnTo>
                    <a:pt x="65087" y="76720"/>
                  </a:lnTo>
                  <a:close/>
                </a:path>
                <a:path w="183514" h="451484">
                  <a:moveTo>
                    <a:pt x="32574" y="76720"/>
                  </a:moveTo>
                  <a:lnTo>
                    <a:pt x="53024" y="76720"/>
                  </a:lnTo>
                  <a:lnTo>
                    <a:pt x="53024" y="0"/>
                  </a:lnTo>
                  <a:lnTo>
                    <a:pt x="32574" y="0"/>
                  </a:lnTo>
                  <a:lnTo>
                    <a:pt x="32574" y="76720"/>
                  </a:lnTo>
                  <a:close/>
                </a:path>
                <a:path w="183514" h="451484">
                  <a:moveTo>
                    <a:pt x="0" y="76720"/>
                  </a:moveTo>
                  <a:lnTo>
                    <a:pt x="20481" y="76720"/>
                  </a:lnTo>
                  <a:lnTo>
                    <a:pt x="20481" y="0"/>
                  </a:lnTo>
                  <a:lnTo>
                    <a:pt x="0" y="0"/>
                  </a:lnTo>
                  <a:lnTo>
                    <a:pt x="0" y="76720"/>
                  </a:lnTo>
                  <a:close/>
                </a:path>
                <a:path w="183514" h="451484">
                  <a:moveTo>
                    <a:pt x="162738" y="170371"/>
                  </a:moveTo>
                  <a:lnTo>
                    <a:pt x="183219" y="170371"/>
                  </a:lnTo>
                  <a:lnTo>
                    <a:pt x="183219" y="93641"/>
                  </a:lnTo>
                  <a:lnTo>
                    <a:pt x="162738" y="93641"/>
                  </a:lnTo>
                  <a:lnTo>
                    <a:pt x="162738" y="170371"/>
                  </a:lnTo>
                  <a:close/>
                </a:path>
                <a:path w="183514" h="451484">
                  <a:moveTo>
                    <a:pt x="130205" y="170371"/>
                  </a:moveTo>
                  <a:lnTo>
                    <a:pt x="150676" y="170371"/>
                  </a:lnTo>
                  <a:lnTo>
                    <a:pt x="150676" y="93641"/>
                  </a:lnTo>
                  <a:lnTo>
                    <a:pt x="130205" y="93641"/>
                  </a:lnTo>
                  <a:lnTo>
                    <a:pt x="130205" y="170371"/>
                  </a:lnTo>
                  <a:close/>
                </a:path>
                <a:path w="183514" h="451484">
                  <a:moveTo>
                    <a:pt x="97630" y="170371"/>
                  </a:moveTo>
                  <a:lnTo>
                    <a:pt x="118090" y="170371"/>
                  </a:lnTo>
                  <a:lnTo>
                    <a:pt x="118090" y="93641"/>
                  </a:lnTo>
                  <a:lnTo>
                    <a:pt x="97630" y="93641"/>
                  </a:lnTo>
                  <a:lnTo>
                    <a:pt x="97630" y="170371"/>
                  </a:lnTo>
                  <a:close/>
                </a:path>
                <a:path w="183514" h="451484">
                  <a:moveTo>
                    <a:pt x="65087" y="170371"/>
                  </a:moveTo>
                  <a:lnTo>
                    <a:pt x="85578" y="170371"/>
                  </a:lnTo>
                  <a:lnTo>
                    <a:pt x="85578" y="93641"/>
                  </a:lnTo>
                  <a:lnTo>
                    <a:pt x="65087" y="93641"/>
                  </a:lnTo>
                  <a:lnTo>
                    <a:pt x="65087" y="170371"/>
                  </a:lnTo>
                  <a:close/>
                </a:path>
                <a:path w="183514" h="451484">
                  <a:moveTo>
                    <a:pt x="32574" y="170371"/>
                  </a:moveTo>
                  <a:lnTo>
                    <a:pt x="53024" y="170371"/>
                  </a:lnTo>
                  <a:lnTo>
                    <a:pt x="53024" y="93641"/>
                  </a:lnTo>
                  <a:lnTo>
                    <a:pt x="32574" y="93641"/>
                  </a:lnTo>
                  <a:lnTo>
                    <a:pt x="32574" y="170371"/>
                  </a:lnTo>
                  <a:close/>
                </a:path>
                <a:path w="183514" h="451484">
                  <a:moveTo>
                    <a:pt x="0" y="170371"/>
                  </a:moveTo>
                  <a:lnTo>
                    <a:pt x="20481" y="170371"/>
                  </a:lnTo>
                  <a:lnTo>
                    <a:pt x="20481" y="93641"/>
                  </a:lnTo>
                  <a:lnTo>
                    <a:pt x="0" y="93641"/>
                  </a:lnTo>
                  <a:lnTo>
                    <a:pt x="0" y="170371"/>
                  </a:lnTo>
                  <a:close/>
                </a:path>
                <a:path w="183514" h="451484">
                  <a:moveTo>
                    <a:pt x="162738" y="264044"/>
                  </a:moveTo>
                  <a:lnTo>
                    <a:pt x="183219" y="264044"/>
                  </a:lnTo>
                  <a:lnTo>
                    <a:pt x="183219" y="187334"/>
                  </a:lnTo>
                  <a:lnTo>
                    <a:pt x="162738" y="187334"/>
                  </a:lnTo>
                  <a:lnTo>
                    <a:pt x="162738" y="264044"/>
                  </a:lnTo>
                  <a:close/>
                </a:path>
                <a:path w="183514" h="451484">
                  <a:moveTo>
                    <a:pt x="130205" y="264044"/>
                  </a:moveTo>
                  <a:lnTo>
                    <a:pt x="150676" y="264044"/>
                  </a:lnTo>
                  <a:lnTo>
                    <a:pt x="150676" y="187334"/>
                  </a:lnTo>
                  <a:lnTo>
                    <a:pt x="130205" y="187334"/>
                  </a:lnTo>
                  <a:lnTo>
                    <a:pt x="130205" y="264044"/>
                  </a:lnTo>
                  <a:close/>
                </a:path>
                <a:path w="183514" h="451484">
                  <a:moveTo>
                    <a:pt x="97630" y="264044"/>
                  </a:moveTo>
                  <a:lnTo>
                    <a:pt x="118090" y="264044"/>
                  </a:lnTo>
                  <a:lnTo>
                    <a:pt x="118090" y="187334"/>
                  </a:lnTo>
                  <a:lnTo>
                    <a:pt x="97630" y="187334"/>
                  </a:lnTo>
                  <a:lnTo>
                    <a:pt x="97630" y="264044"/>
                  </a:lnTo>
                  <a:close/>
                </a:path>
                <a:path w="183514" h="451484">
                  <a:moveTo>
                    <a:pt x="65087" y="264044"/>
                  </a:moveTo>
                  <a:lnTo>
                    <a:pt x="85578" y="264044"/>
                  </a:lnTo>
                  <a:lnTo>
                    <a:pt x="85578" y="187334"/>
                  </a:lnTo>
                  <a:lnTo>
                    <a:pt x="65087" y="187334"/>
                  </a:lnTo>
                  <a:lnTo>
                    <a:pt x="65087" y="264044"/>
                  </a:lnTo>
                  <a:close/>
                </a:path>
                <a:path w="183514" h="451484">
                  <a:moveTo>
                    <a:pt x="32574" y="264044"/>
                  </a:moveTo>
                  <a:lnTo>
                    <a:pt x="53024" y="264044"/>
                  </a:lnTo>
                  <a:lnTo>
                    <a:pt x="53024" y="187334"/>
                  </a:lnTo>
                  <a:lnTo>
                    <a:pt x="32574" y="187334"/>
                  </a:lnTo>
                  <a:lnTo>
                    <a:pt x="32574" y="264044"/>
                  </a:lnTo>
                  <a:close/>
                </a:path>
                <a:path w="183514" h="451484">
                  <a:moveTo>
                    <a:pt x="0" y="264044"/>
                  </a:moveTo>
                  <a:lnTo>
                    <a:pt x="20481" y="264044"/>
                  </a:lnTo>
                  <a:lnTo>
                    <a:pt x="20481" y="187334"/>
                  </a:lnTo>
                  <a:lnTo>
                    <a:pt x="0" y="187334"/>
                  </a:lnTo>
                  <a:lnTo>
                    <a:pt x="0" y="264044"/>
                  </a:lnTo>
                  <a:close/>
                </a:path>
                <a:path w="183514" h="451484">
                  <a:moveTo>
                    <a:pt x="162738" y="357674"/>
                  </a:moveTo>
                  <a:lnTo>
                    <a:pt x="183219" y="357674"/>
                  </a:lnTo>
                  <a:lnTo>
                    <a:pt x="183219" y="280986"/>
                  </a:lnTo>
                  <a:lnTo>
                    <a:pt x="162738" y="280986"/>
                  </a:lnTo>
                  <a:lnTo>
                    <a:pt x="162738" y="357674"/>
                  </a:lnTo>
                  <a:close/>
                </a:path>
                <a:path w="183514" h="451484">
                  <a:moveTo>
                    <a:pt x="130205" y="357674"/>
                  </a:moveTo>
                  <a:lnTo>
                    <a:pt x="150676" y="357674"/>
                  </a:lnTo>
                  <a:lnTo>
                    <a:pt x="150676" y="280986"/>
                  </a:lnTo>
                  <a:lnTo>
                    <a:pt x="130205" y="280986"/>
                  </a:lnTo>
                  <a:lnTo>
                    <a:pt x="130205" y="357674"/>
                  </a:lnTo>
                  <a:close/>
                </a:path>
                <a:path w="183514" h="451484">
                  <a:moveTo>
                    <a:pt x="97630" y="357674"/>
                  </a:moveTo>
                  <a:lnTo>
                    <a:pt x="118090" y="357674"/>
                  </a:lnTo>
                  <a:lnTo>
                    <a:pt x="118090" y="280986"/>
                  </a:lnTo>
                  <a:lnTo>
                    <a:pt x="97630" y="280986"/>
                  </a:lnTo>
                  <a:lnTo>
                    <a:pt x="97630" y="357674"/>
                  </a:lnTo>
                  <a:close/>
                </a:path>
                <a:path w="183514" h="451484">
                  <a:moveTo>
                    <a:pt x="65087" y="357674"/>
                  </a:moveTo>
                  <a:lnTo>
                    <a:pt x="85578" y="357674"/>
                  </a:lnTo>
                  <a:lnTo>
                    <a:pt x="85578" y="280986"/>
                  </a:lnTo>
                  <a:lnTo>
                    <a:pt x="65087" y="280986"/>
                  </a:lnTo>
                  <a:lnTo>
                    <a:pt x="65087" y="357674"/>
                  </a:lnTo>
                  <a:close/>
                </a:path>
                <a:path w="183514" h="451484">
                  <a:moveTo>
                    <a:pt x="32574" y="357674"/>
                  </a:moveTo>
                  <a:lnTo>
                    <a:pt x="53024" y="357674"/>
                  </a:lnTo>
                  <a:lnTo>
                    <a:pt x="53024" y="280986"/>
                  </a:lnTo>
                  <a:lnTo>
                    <a:pt x="32574" y="280986"/>
                  </a:lnTo>
                  <a:lnTo>
                    <a:pt x="32574" y="357674"/>
                  </a:lnTo>
                  <a:close/>
                </a:path>
                <a:path w="183514" h="451484">
                  <a:moveTo>
                    <a:pt x="0" y="357674"/>
                  </a:moveTo>
                  <a:lnTo>
                    <a:pt x="20481" y="357674"/>
                  </a:lnTo>
                  <a:lnTo>
                    <a:pt x="20481" y="280986"/>
                  </a:lnTo>
                  <a:lnTo>
                    <a:pt x="0" y="280986"/>
                  </a:lnTo>
                  <a:lnTo>
                    <a:pt x="0" y="357674"/>
                  </a:lnTo>
                  <a:close/>
                </a:path>
                <a:path w="183514" h="451484">
                  <a:moveTo>
                    <a:pt x="162738" y="451357"/>
                  </a:moveTo>
                  <a:lnTo>
                    <a:pt x="183219" y="451357"/>
                  </a:lnTo>
                  <a:lnTo>
                    <a:pt x="183219" y="374627"/>
                  </a:lnTo>
                  <a:lnTo>
                    <a:pt x="162738" y="374627"/>
                  </a:lnTo>
                  <a:lnTo>
                    <a:pt x="162738" y="451357"/>
                  </a:lnTo>
                  <a:close/>
                </a:path>
                <a:path w="183514" h="451484">
                  <a:moveTo>
                    <a:pt x="130205" y="451357"/>
                  </a:moveTo>
                  <a:lnTo>
                    <a:pt x="150676" y="451357"/>
                  </a:lnTo>
                  <a:lnTo>
                    <a:pt x="150676" y="374627"/>
                  </a:lnTo>
                  <a:lnTo>
                    <a:pt x="130205" y="374627"/>
                  </a:lnTo>
                  <a:lnTo>
                    <a:pt x="130205" y="451357"/>
                  </a:lnTo>
                  <a:close/>
                </a:path>
                <a:path w="183514" h="451484">
                  <a:moveTo>
                    <a:pt x="97630" y="451357"/>
                  </a:moveTo>
                  <a:lnTo>
                    <a:pt x="118090" y="451357"/>
                  </a:lnTo>
                  <a:lnTo>
                    <a:pt x="118090" y="374627"/>
                  </a:lnTo>
                  <a:lnTo>
                    <a:pt x="97630" y="374627"/>
                  </a:lnTo>
                  <a:lnTo>
                    <a:pt x="97630" y="451357"/>
                  </a:lnTo>
                  <a:close/>
                </a:path>
                <a:path w="183514" h="451484">
                  <a:moveTo>
                    <a:pt x="65087" y="451357"/>
                  </a:moveTo>
                  <a:lnTo>
                    <a:pt x="85578" y="451357"/>
                  </a:lnTo>
                  <a:lnTo>
                    <a:pt x="85578" y="374627"/>
                  </a:lnTo>
                  <a:lnTo>
                    <a:pt x="65087" y="374627"/>
                  </a:lnTo>
                  <a:lnTo>
                    <a:pt x="65087" y="451357"/>
                  </a:lnTo>
                  <a:close/>
                </a:path>
                <a:path w="183514" h="451484">
                  <a:moveTo>
                    <a:pt x="32574" y="451357"/>
                  </a:moveTo>
                  <a:lnTo>
                    <a:pt x="53024" y="451357"/>
                  </a:lnTo>
                  <a:lnTo>
                    <a:pt x="53024" y="374627"/>
                  </a:lnTo>
                  <a:lnTo>
                    <a:pt x="32574" y="374627"/>
                  </a:lnTo>
                  <a:lnTo>
                    <a:pt x="32574" y="451357"/>
                  </a:lnTo>
                  <a:close/>
                </a:path>
                <a:path w="183514" h="451484">
                  <a:moveTo>
                    <a:pt x="0" y="451357"/>
                  </a:moveTo>
                  <a:lnTo>
                    <a:pt x="20481" y="451357"/>
                  </a:lnTo>
                  <a:lnTo>
                    <a:pt x="20481" y="374627"/>
                  </a:lnTo>
                  <a:lnTo>
                    <a:pt x="0" y="374627"/>
                  </a:lnTo>
                  <a:lnTo>
                    <a:pt x="0" y="45135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8" name="object 438" descr=""/>
            <p:cNvSpPr/>
            <p:nvPr/>
          </p:nvSpPr>
          <p:spPr>
            <a:xfrm>
              <a:off x="1396060" y="8759514"/>
              <a:ext cx="194310" cy="56515"/>
            </a:xfrm>
            <a:custGeom>
              <a:avLst/>
              <a:gdLst/>
              <a:ahLst/>
              <a:cxnLst/>
              <a:rect l="l" t="t" r="r" b="b"/>
              <a:pathLst>
                <a:path w="194309" h="56515">
                  <a:moveTo>
                    <a:pt x="30962" y="0"/>
                  </a:moveTo>
                  <a:lnTo>
                    <a:pt x="0" y="0"/>
                  </a:lnTo>
                  <a:lnTo>
                    <a:pt x="0" y="55994"/>
                  </a:lnTo>
                  <a:lnTo>
                    <a:pt x="30962" y="55994"/>
                  </a:lnTo>
                  <a:lnTo>
                    <a:pt x="30962" y="0"/>
                  </a:lnTo>
                  <a:close/>
                </a:path>
                <a:path w="194309" h="56515">
                  <a:moveTo>
                    <a:pt x="63500" y="0"/>
                  </a:moveTo>
                  <a:lnTo>
                    <a:pt x="32550" y="0"/>
                  </a:lnTo>
                  <a:lnTo>
                    <a:pt x="32550" y="55994"/>
                  </a:lnTo>
                  <a:lnTo>
                    <a:pt x="63500" y="55994"/>
                  </a:lnTo>
                  <a:lnTo>
                    <a:pt x="63500" y="0"/>
                  </a:lnTo>
                  <a:close/>
                </a:path>
                <a:path w="194309" h="56515">
                  <a:moveTo>
                    <a:pt x="96050" y="0"/>
                  </a:moveTo>
                  <a:lnTo>
                    <a:pt x="65138" y="0"/>
                  </a:lnTo>
                  <a:lnTo>
                    <a:pt x="65138" y="55994"/>
                  </a:lnTo>
                  <a:lnTo>
                    <a:pt x="96050" y="55994"/>
                  </a:lnTo>
                  <a:lnTo>
                    <a:pt x="96050" y="0"/>
                  </a:lnTo>
                  <a:close/>
                </a:path>
                <a:path w="194309" h="56515">
                  <a:moveTo>
                    <a:pt x="128612" y="0"/>
                  </a:moveTo>
                  <a:lnTo>
                    <a:pt x="97675" y="0"/>
                  </a:lnTo>
                  <a:lnTo>
                    <a:pt x="97675" y="55994"/>
                  </a:lnTo>
                  <a:lnTo>
                    <a:pt x="128612" y="55994"/>
                  </a:lnTo>
                  <a:lnTo>
                    <a:pt x="128612" y="0"/>
                  </a:lnTo>
                  <a:close/>
                </a:path>
                <a:path w="194309" h="56515">
                  <a:moveTo>
                    <a:pt x="161150" y="0"/>
                  </a:moveTo>
                  <a:lnTo>
                    <a:pt x="130238" y="0"/>
                  </a:lnTo>
                  <a:lnTo>
                    <a:pt x="130238" y="55994"/>
                  </a:lnTo>
                  <a:lnTo>
                    <a:pt x="161150" y="55994"/>
                  </a:lnTo>
                  <a:lnTo>
                    <a:pt x="161150" y="0"/>
                  </a:lnTo>
                  <a:close/>
                </a:path>
                <a:path w="194309" h="56515">
                  <a:moveTo>
                    <a:pt x="193725" y="0"/>
                  </a:moveTo>
                  <a:lnTo>
                    <a:pt x="162750" y="0"/>
                  </a:lnTo>
                  <a:lnTo>
                    <a:pt x="162750" y="55994"/>
                  </a:lnTo>
                  <a:lnTo>
                    <a:pt x="193725" y="55994"/>
                  </a:lnTo>
                  <a:lnTo>
                    <a:pt x="193725" y="0"/>
                  </a:lnTo>
                  <a:close/>
                </a:path>
              </a:pathLst>
            </a:custGeom>
            <a:solidFill>
              <a:srgbClr val="007BA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" name="object 439" descr=""/>
            <p:cNvSpPr/>
            <p:nvPr/>
          </p:nvSpPr>
          <p:spPr>
            <a:xfrm>
              <a:off x="1401308" y="8294868"/>
              <a:ext cx="183515" cy="451484"/>
            </a:xfrm>
            <a:custGeom>
              <a:avLst/>
              <a:gdLst/>
              <a:ahLst/>
              <a:cxnLst/>
              <a:rect l="l" t="t" r="r" b="b"/>
              <a:pathLst>
                <a:path w="183515" h="451484">
                  <a:moveTo>
                    <a:pt x="162748" y="76720"/>
                  </a:moveTo>
                  <a:lnTo>
                    <a:pt x="183250" y="76720"/>
                  </a:lnTo>
                  <a:lnTo>
                    <a:pt x="183250" y="0"/>
                  </a:lnTo>
                  <a:lnTo>
                    <a:pt x="162748" y="0"/>
                  </a:lnTo>
                  <a:lnTo>
                    <a:pt x="162748" y="76720"/>
                  </a:lnTo>
                  <a:close/>
                </a:path>
                <a:path w="183515" h="451484">
                  <a:moveTo>
                    <a:pt x="130236" y="76720"/>
                  </a:moveTo>
                  <a:lnTo>
                    <a:pt x="150676" y="76720"/>
                  </a:lnTo>
                  <a:lnTo>
                    <a:pt x="150676" y="0"/>
                  </a:lnTo>
                  <a:lnTo>
                    <a:pt x="130236" y="0"/>
                  </a:lnTo>
                  <a:lnTo>
                    <a:pt x="130236" y="76720"/>
                  </a:lnTo>
                  <a:close/>
                </a:path>
                <a:path w="183515" h="451484">
                  <a:moveTo>
                    <a:pt x="97672" y="76720"/>
                  </a:moveTo>
                  <a:lnTo>
                    <a:pt x="118132" y="76720"/>
                  </a:lnTo>
                  <a:lnTo>
                    <a:pt x="118132" y="0"/>
                  </a:lnTo>
                  <a:lnTo>
                    <a:pt x="97672" y="0"/>
                  </a:lnTo>
                  <a:lnTo>
                    <a:pt x="97672" y="76720"/>
                  </a:lnTo>
                  <a:close/>
                </a:path>
                <a:path w="183515" h="451484">
                  <a:moveTo>
                    <a:pt x="65128" y="76720"/>
                  </a:moveTo>
                  <a:lnTo>
                    <a:pt x="85578" y="76720"/>
                  </a:lnTo>
                  <a:lnTo>
                    <a:pt x="85578" y="0"/>
                  </a:lnTo>
                  <a:lnTo>
                    <a:pt x="65128" y="0"/>
                  </a:lnTo>
                  <a:lnTo>
                    <a:pt x="65128" y="76720"/>
                  </a:lnTo>
                  <a:close/>
                </a:path>
                <a:path w="183515" h="451484">
                  <a:moveTo>
                    <a:pt x="32543" y="76720"/>
                  </a:moveTo>
                  <a:lnTo>
                    <a:pt x="53024" y="76720"/>
                  </a:lnTo>
                  <a:lnTo>
                    <a:pt x="53024" y="0"/>
                  </a:lnTo>
                  <a:lnTo>
                    <a:pt x="32543" y="0"/>
                  </a:lnTo>
                  <a:lnTo>
                    <a:pt x="32543" y="76720"/>
                  </a:lnTo>
                  <a:close/>
                </a:path>
                <a:path w="183515" h="451484">
                  <a:moveTo>
                    <a:pt x="0" y="76720"/>
                  </a:moveTo>
                  <a:lnTo>
                    <a:pt x="20491" y="76720"/>
                  </a:lnTo>
                  <a:lnTo>
                    <a:pt x="20491" y="0"/>
                  </a:lnTo>
                  <a:lnTo>
                    <a:pt x="0" y="0"/>
                  </a:lnTo>
                  <a:lnTo>
                    <a:pt x="0" y="76720"/>
                  </a:lnTo>
                  <a:close/>
                </a:path>
                <a:path w="183515" h="451484">
                  <a:moveTo>
                    <a:pt x="162748" y="170371"/>
                  </a:moveTo>
                  <a:lnTo>
                    <a:pt x="183250" y="170371"/>
                  </a:lnTo>
                  <a:lnTo>
                    <a:pt x="183250" y="93641"/>
                  </a:lnTo>
                  <a:lnTo>
                    <a:pt x="162748" y="93641"/>
                  </a:lnTo>
                  <a:lnTo>
                    <a:pt x="162748" y="170371"/>
                  </a:lnTo>
                  <a:close/>
                </a:path>
                <a:path w="183515" h="451484">
                  <a:moveTo>
                    <a:pt x="130236" y="170371"/>
                  </a:moveTo>
                  <a:lnTo>
                    <a:pt x="150676" y="170371"/>
                  </a:lnTo>
                  <a:lnTo>
                    <a:pt x="150676" y="93641"/>
                  </a:lnTo>
                  <a:lnTo>
                    <a:pt x="130236" y="93641"/>
                  </a:lnTo>
                  <a:lnTo>
                    <a:pt x="130236" y="170371"/>
                  </a:lnTo>
                  <a:close/>
                </a:path>
                <a:path w="183515" h="451484">
                  <a:moveTo>
                    <a:pt x="97672" y="170371"/>
                  </a:moveTo>
                  <a:lnTo>
                    <a:pt x="118132" y="170371"/>
                  </a:lnTo>
                  <a:lnTo>
                    <a:pt x="118132" y="93641"/>
                  </a:lnTo>
                  <a:lnTo>
                    <a:pt x="97672" y="93641"/>
                  </a:lnTo>
                  <a:lnTo>
                    <a:pt x="97672" y="170371"/>
                  </a:lnTo>
                  <a:close/>
                </a:path>
                <a:path w="183515" h="451484">
                  <a:moveTo>
                    <a:pt x="65128" y="170371"/>
                  </a:moveTo>
                  <a:lnTo>
                    <a:pt x="85578" y="170371"/>
                  </a:lnTo>
                  <a:lnTo>
                    <a:pt x="85578" y="93641"/>
                  </a:lnTo>
                  <a:lnTo>
                    <a:pt x="65128" y="93641"/>
                  </a:lnTo>
                  <a:lnTo>
                    <a:pt x="65128" y="170371"/>
                  </a:lnTo>
                  <a:close/>
                </a:path>
                <a:path w="183515" h="451484">
                  <a:moveTo>
                    <a:pt x="32543" y="170371"/>
                  </a:moveTo>
                  <a:lnTo>
                    <a:pt x="53024" y="170371"/>
                  </a:lnTo>
                  <a:lnTo>
                    <a:pt x="53024" y="93641"/>
                  </a:lnTo>
                  <a:lnTo>
                    <a:pt x="32543" y="93641"/>
                  </a:lnTo>
                  <a:lnTo>
                    <a:pt x="32543" y="170371"/>
                  </a:lnTo>
                  <a:close/>
                </a:path>
                <a:path w="183515" h="451484">
                  <a:moveTo>
                    <a:pt x="0" y="170371"/>
                  </a:moveTo>
                  <a:lnTo>
                    <a:pt x="20491" y="170371"/>
                  </a:lnTo>
                  <a:lnTo>
                    <a:pt x="20491" y="93641"/>
                  </a:lnTo>
                  <a:lnTo>
                    <a:pt x="0" y="93641"/>
                  </a:lnTo>
                  <a:lnTo>
                    <a:pt x="0" y="170371"/>
                  </a:lnTo>
                  <a:close/>
                </a:path>
                <a:path w="183515" h="451484">
                  <a:moveTo>
                    <a:pt x="162748" y="264044"/>
                  </a:moveTo>
                  <a:lnTo>
                    <a:pt x="183250" y="264044"/>
                  </a:lnTo>
                  <a:lnTo>
                    <a:pt x="183250" y="187334"/>
                  </a:lnTo>
                  <a:lnTo>
                    <a:pt x="162748" y="187334"/>
                  </a:lnTo>
                  <a:lnTo>
                    <a:pt x="162748" y="264044"/>
                  </a:lnTo>
                  <a:close/>
                </a:path>
                <a:path w="183515" h="451484">
                  <a:moveTo>
                    <a:pt x="130236" y="264044"/>
                  </a:moveTo>
                  <a:lnTo>
                    <a:pt x="150676" y="264044"/>
                  </a:lnTo>
                  <a:lnTo>
                    <a:pt x="150676" y="187334"/>
                  </a:lnTo>
                  <a:lnTo>
                    <a:pt x="130236" y="187334"/>
                  </a:lnTo>
                  <a:lnTo>
                    <a:pt x="130236" y="264044"/>
                  </a:lnTo>
                  <a:close/>
                </a:path>
                <a:path w="183515" h="451484">
                  <a:moveTo>
                    <a:pt x="97672" y="264044"/>
                  </a:moveTo>
                  <a:lnTo>
                    <a:pt x="118132" y="264044"/>
                  </a:lnTo>
                  <a:lnTo>
                    <a:pt x="118132" y="187334"/>
                  </a:lnTo>
                  <a:lnTo>
                    <a:pt x="97672" y="187334"/>
                  </a:lnTo>
                  <a:lnTo>
                    <a:pt x="97672" y="264044"/>
                  </a:lnTo>
                  <a:close/>
                </a:path>
                <a:path w="183515" h="451484">
                  <a:moveTo>
                    <a:pt x="65128" y="264044"/>
                  </a:moveTo>
                  <a:lnTo>
                    <a:pt x="85578" y="264044"/>
                  </a:lnTo>
                  <a:lnTo>
                    <a:pt x="85578" y="187334"/>
                  </a:lnTo>
                  <a:lnTo>
                    <a:pt x="65128" y="187334"/>
                  </a:lnTo>
                  <a:lnTo>
                    <a:pt x="65128" y="264044"/>
                  </a:lnTo>
                  <a:close/>
                </a:path>
                <a:path w="183515" h="451484">
                  <a:moveTo>
                    <a:pt x="32543" y="264044"/>
                  </a:moveTo>
                  <a:lnTo>
                    <a:pt x="53024" y="264044"/>
                  </a:lnTo>
                  <a:lnTo>
                    <a:pt x="53024" y="187334"/>
                  </a:lnTo>
                  <a:lnTo>
                    <a:pt x="32543" y="187334"/>
                  </a:lnTo>
                  <a:lnTo>
                    <a:pt x="32543" y="264044"/>
                  </a:lnTo>
                  <a:close/>
                </a:path>
                <a:path w="183515" h="451484">
                  <a:moveTo>
                    <a:pt x="0" y="264044"/>
                  </a:moveTo>
                  <a:lnTo>
                    <a:pt x="20491" y="264044"/>
                  </a:lnTo>
                  <a:lnTo>
                    <a:pt x="20491" y="187334"/>
                  </a:lnTo>
                  <a:lnTo>
                    <a:pt x="0" y="187334"/>
                  </a:lnTo>
                  <a:lnTo>
                    <a:pt x="0" y="264044"/>
                  </a:lnTo>
                  <a:close/>
                </a:path>
                <a:path w="183515" h="451484">
                  <a:moveTo>
                    <a:pt x="162748" y="357674"/>
                  </a:moveTo>
                  <a:lnTo>
                    <a:pt x="183250" y="357674"/>
                  </a:lnTo>
                  <a:lnTo>
                    <a:pt x="183250" y="280986"/>
                  </a:lnTo>
                  <a:lnTo>
                    <a:pt x="162748" y="280986"/>
                  </a:lnTo>
                  <a:lnTo>
                    <a:pt x="162748" y="357674"/>
                  </a:lnTo>
                  <a:close/>
                </a:path>
                <a:path w="183515" h="451484">
                  <a:moveTo>
                    <a:pt x="130236" y="357674"/>
                  </a:moveTo>
                  <a:lnTo>
                    <a:pt x="150676" y="357674"/>
                  </a:lnTo>
                  <a:lnTo>
                    <a:pt x="150676" y="280986"/>
                  </a:lnTo>
                  <a:lnTo>
                    <a:pt x="130236" y="280986"/>
                  </a:lnTo>
                  <a:lnTo>
                    <a:pt x="130236" y="357674"/>
                  </a:lnTo>
                  <a:close/>
                </a:path>
                <a:path w="183515" h="451484">
                  <a:moveTo>
                    <a:pt x="97672" y="357674"/>
                  </a:moveTo>
                  <a:lnTo>
                    <a:pt x="118132" y="357674"/>
                  </a:lnTo>
                  <a:lnTo>
                    <a:pt x="118132" y="280986"/>
                  </a:lnTo>
                  <a:lnTo>
                    <a:pt x="97672" y="280986"/>
                  </a:lnTo>
                  <a:lnTo>
                    <a:pt x="97672" y="357674"/>
                  </a:lnTo>
                  <a:close/>
                </a:path>
                <a:path w="183515" h="451484">
                  <a:moveTo>
                    <a:pt x="65128" y="357674"/>
                  </a:moveTo>
                  <a:lnTo>
                    <a:pt x="85578" y="357674"/>
                  </a:lnTo>
                  <a:lnTo>
                    <a:pt x="85578" y="280986"/>
                  </a:lnTo>
                  <a:lnTo>
                    <a:pt x="65128" y="280986"/>
                  </a:lnTo>
                  <a:lnTo>
                    <a:pt x="65128" y="357674"/>
                  </a:lnTo>
                  <a:close/>
                </a:path>
                <a:path w="183515" h="451484">
                  <a:moveTo>
                    <a:pt x="32543" y="357674"/>
                  </a:moveTo>
                  <a:lnTo>
                    <a:pt x="53024" y="357674"/>
                  </a:lnTo>
                  <a:lnTo>
                    <a:pt x="53024" y="280986"/>
                  </a:lnTo>
                  <a:lnTo>
                    <a:pt x="32543" y="280986"/>
                  </a:lnTo>
                  <a:lnTo>
                    <a:pt x="32543" y="357674"/>
                  </a:lnTo>
                  <a:close/>
                </a:path>
                <a:path w="183515" h="451484">
                  <a:moveTo>
                    <a:pt x="0" y="357674"/>
                  </a:moveTo>
                  <a:lnTo>
                    <a:pt x="20491" y="357674"/>
                  </a:lnTo>
                  <a:lnTo>
                    <a:pt x="20491" y="280986"/>
                  </a:lnTo>
                  <a:lnTo>
                    <a:pt x="0" y="280986"/>
                  </a:lnTo>
                  <a:lnTo>
                    <a:pt x="0" y="357674"/>
                  </a:lnTo>
                  <a:close/>
                </a:path>
                <a:path w="183515" h="451484">
                  <a:moveTo>
                    <a:pt x="162748" y="451357"/>
                  </a:moveTo>
                  <a:lnTo>
                    <a:pt x="183250" y="451357"/>
                  </a:lnTo>
                  <a:lnTo>
                    <a:pt x="183250" y="374627"/>
                  </a:lnTo>
                  <a:lnTo>
                    <a:pt x="162748" y="374627"/>
                  </a:lnTo>
                  <a:lnTo>
                    <a:pt x="162748" y="451357"/>
                  </a:lnTo>
                  <a:close/>
                </a:path>
                <a:path w="183515" h="451484">
                  <a:moveTo>
                    <a:pt x="130236" y="451357"/>
                  </a:moveTo>
                  <a:lnTo>
                    <a:pt x="150676" y="451357"/>
                  </a:lnTo>
                  <a:lnTo>
                    <a:pt x="150676" y="374627"/>
                  </a:lnTo>
                  <a:lnTo>
                    <a:pt x="130236" y="374627"/>
                  </a:lnTo>
                  <a:lnTo>
                    <a:pt x="130236" y="451357"/>
                  </a:lnTo>
                  <a:close/>
                </a:path>
                <a:path w="183515" h="451484">
                  <a:moveTo>
                    <a:pt x="97672" y="451357"/>
                  </a:moveTo>
                  <a:lnTo>
                    <a:pt x="118132" y="451357"/>
                  </a:lnTo>
                  <a:lnTo>
                    <a:pt x="118132" y="374627"/>
                  </a:lnTo>
                  <a:lnTo>
                    <a:pt x="97672" y="374627"/>
                  </a:lnTo>
                  <a:lnTo>
                    <a:pt x="97672" y="451357"/>
                  </a:lnTo>
                  <a:close/>
                </a:path>
                <a:path w="183515" h="451484">
                  <a:moveTo>
                    <a:pt x="65128" y="451357"/>
                  </a:moveTo>
                  <a:lnTo>
                    <a:pt x="85578" y="451357"/>
                  </a:lnTo>
                  <a:lnTo>
                    <a:pt x="85578" y="374627"/>
                  </a:lnTo>
                  <a:lnTo>
                    <a:pt x="65128" y="374627"/>
                  </a:lnTo>
                  <a:lnTo>
                    <a:pt x="65128" y="451357"/>
                  </a:lnTo>
                  <a:close/>
                </a:path>
                <a:path w="183515" h="451484">
                  <a:moveTo>
                    <a:pt x="32543" y="451357"/>
                  </a:moveTo>
                  <a:lnTo>
                    <a:pt x="53024" y="451357"/>
                  </a:lnTo>
                  <a:lnTo>
                    <a:pt x="53024" y="374627"/>
                  </a:lnTo>
                  <a:lnTo>
                    <a:pt x="32543" y="374627"/>
                  </a:lnTo>
                  <a:lnTo>
                    <a:pt x="32543" y="451357"/>
                  </a:lnTo>
                  <a:close/>
                </a:path>
                <a:path w="183515" h="451484">
                  <a:moveTo>
                    <a:pt x="0" y="451357"/>
                  </a:moveTo>
                  <a:lnTo>
                    <a:pt x="20491" y="451357"/>
                  </a:lnTo>
                  <a:lnTo>
                    <a:pt x="20491" y="374627"/>
                  </a:lnTo>
                  <a:lnTo>
                    <a:pt x="0" y="374627"/>
                  </a:lnTo>
                  <a:lnTo>
                    <a:pt x="0" y="45135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0" name="object 440" descr=""/>
            <p:cNvSpPr/>
            <p:nvPr/>
          </p:nvSpPr>
          <p:spPr>
            <a:xfrm>
              <a:off x="1332776" y="8759514"/>
              <a:ext cx="64135" cy="56515"/>
            </a:xfrm>
            <a:custGeom>
              <a:avLst/>
              <a:gdLst/>
              <a:ahLst/>
              <a:cxnLst/>
              <a:rect l="l" t="t" r="r" b="b"/>
              <a:pathLst>
                <a:path w="64134" h="56515">
                  <a:moveTo>
                    <a:pt x="30924" y="0"/>
                  </a:moveTo>
                  <a:lnTo>
                    <a:pt x="0" y="0"/>
                  </a:lnTo>
                  <a:lnTo>
                    <a:pt x="0" y="55994"/>
                  </a:lnTo>
                  <a:lnTo>
                    <a:pt x="30924" y="55994"/>
                  </a:lnTo>
                  <a:lnTo>
                    <a:pt x="30924" y="0"/>
                  </a:lnTo>
                  <a:close/>
                </a:path>
                <a:path w="64134" h="56515">
                  <a:moveTo>
                    <a:pt x="63512" y="0"/>
                  </a:moveTo>
                  <a:lnTo>
                    <a:pt x="32562" y="0"/>
                  </a:lnTo>
                  <a:lnTo>
                    <a:pt x="32562" y="55994"/>
                  </a:lnTo>
                  <a:lnTo>
                    <a:pt x="63512" y="55994"/>
                  </a:lnTo>
                  <a:lnTo>
                    <a:pt x="63512" y="0"/>
                  </a:lnTo>
                  <a:close/>
                </a:path>
              </a:pathLst>
            </a:custGeom>
            <a:solidFill>
              <a:srgbClr val="007BA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" name="object 441" descr=""/>
            <p:cNvSpPr/>
            <p:nvPr/>
          </p:nvSpPr>
          <p:spPr>
            <a:xfrm>
              <a:off x="1315724" y="8815498"/>
              <a:ext cx="0" cy="61594"/>
            </a:xfrm>
            <a:custGeom>
              <a:avLst/>
              <a:gdLst/>
              <a:ahLst/>
              <a:cxnLst/>
              <a:rect l="l" t="t" r="r" b="b"/>
              <a:pathLst>
                <a:path w="0" h="61595">
                  <a:moveTo>
                    <a:pt x="0" y="0"/>
                  </a:moveTo>
                  <a:lnTo>
                    <a:pt x="0" y="61278"/>
                  </a:lnTo>
                </a:path>
              </a:pathLst>
            </a:custGeom>
            <a:ln w="30983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2" name="object 442" descr=""/>
            <p:cNvSpPr/>
            <p:nvPr/>
          </p:nvSpPr>
          <p:spPr>
            <a:xfrm>
              <a:off x="1300232" y="8759503"/>
              <a:ext cx="31115" cy="56515"/>
            </a:xfrm>
            <a:custGeom>
              <a:avLst/>
              <a:gdLst/>
              <a:ahLst/>
              <a:cxnLst/>
              <a:rect l="l" t="t" r="r" b="b"/>
              <a:pathLst>
                <a:path w="31115" h="56515">
                  <a:moveTo>
                    <a:pt x="0" y="55995"/>
                  </a:moveTo>
                  <a:lnTo>
                    <a:pt x="30983" y="55995"/>
                  </a:lnTo>
                  <a:lnTo>
                    <a:pt x="30983" y="0"/>
                  </a:lnTo>
                  <a:lnTo>
                    <a:pt x="0" y="0"/>
                  </a:lnTo>
                  <a:lnTo>
                    <a:pt x="0" y="55995"/>
                  </a:lnTo>
                  <a:close/>
                </a:path>
              </a:pathLst>
            </a:custGeom>
            <a:solidFill>
              <a:srgbClr val="007BA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" name="object 443" descr=""/>
            <p:cNvSpPr/>
            <p:nvPr/>
          </p:nvSpPr>
          <p:spPr>
            <a:xfrm>
              <a:off x="1207806" y="8294868"/>
              <a:ext cx="183515" cy="577215"/>
            </a:xfrm>
            <a:custGeom>
              <a:avLst/>
              <a:gdLst/>
              <a:ahLst/>
              <a:cxnLst/>
              <a:rect l="l" t="t" r="r" b="b"/>
              <a:pathLst>
                <a:path w="183515" h="577215">
                  <a:moveTo>
                    <a:pt x="65087" y="576673"/>
                  </a:moveTo>
                  <a:lnTo>
                    <a:pt x="85609" y="576673"/>
                  </a:lnTo>
                  <a:lnTo>
                    <a:pt x="85609" y="469870"/>
                  </a:lnTo>
                  <a:lnTo>
                    <a:pt x="65087" y="469870"/>
                  </a:lnTo>
                  <a:lnTo>
                    <a:pt x="65087" y="576673"/>
                  </a:lnTo>
                  <a:close/>
                </a:path>
                <a:path w="183515" h="577215">
                  <a:moveTo>
                    <a:pt x="32595" y="576673"/>
                  </a:moveTo>
                  <a:lnTo>
                    <a:pt x="53055" y="576673"/>
                  </a:lnTo>
                  <a:lnTo>
                    <a:pt x="53055" y="469870"/>
                  </a:lnTo>
                  <a:lnTo>
                    <a:pt x="32595" y="469870"/>
                  </a:lnTo>
                  <a:lnTo>
                    <a:pt x="32595" y="576673"/>
                  </a:lnTo>
                  <a:close/>
                </a:path>
                <a:path w="183515" h="577215">
                  <a:moveTo>
                    <a:pt x="0" y="576673"/>
                  </a:moveTo>
                  <a:lnTo>
                    <a:pt x="20491" y="576673"/>
                  </a:lnTo>
                  <a:lnTo>
                    <a:pt x="20491" y="469870"/>
                  </a:lnTo>
                  <a:lnTo>
                    <a:pt x="0" y="469870"/>
                  </a:lnTo>
                  <a:lnTo>
                    <a:pt x="0" y="576673"/>
                  </a:lnTo>
                  <a:close/>
                </a:path>
                <a:path w="183515" h="577215">
                  <a:moveTo>
                    <a:pt x="162780" y="76720"/>
                  </a:moveTo>
                  <a:lnTo>
                    <a:pt x="183250" y="76720"/>
                  </a:lnTo>
                  <a:lnTo>
                    <a:pt x="183250" y="0"/>
                  </a:lnTo>
                  <a:lnTo>
                    <a:pt x="162780" y="0"/>
                  </a:lnTo>
                  <a:lnTo>
                    <a:pt x="162780" y="76720"/>
                  </a:lnTo>
                  <a:close/>
                </a:path>
                <a:path w="183515" h="577215">
                  <a:moveTo>
                    <a:pt x="130205" y="76720"/>
                  </a:moveTo>
                  <a:lnTo>
                    <a:pt x="150665" y="76720"/>
                  </a:lnTo>
                  <a:lnTo>
                    <a:pt x="150665" y="0"/>
                  </a:lnTo>
                  <a:lnTo>
                    <a:pt x="130205" y="0"/>
                  </a:lnTo>
                  <a:lnTo>
                    <a:pt x="130205" y="76720"/>
                  </a:lnTo>
                  <a:close/>
                </a:path>
                <a:path w="183515" h="577215">
                  <a:moveTo>
                    <a:pt x="97661" y="76720"/>
                  </a:moveTo>
                  <a:lnTo>
                    <a:pt x="118174" y="76720"/>
                  </a:lnTo>
                  <a:lnTo>
                    <a:pt x="118174" y="0"/>
                  </a:lnTo>
                  <a:lnTo>
                    <a:pt x="97661" y="0"/>
                  </a:lnTo>
                  <a:lnTo>
                    <a:pt x="97661" y="76720"/>
                  </a:lnTo>
                  <a:close/>
                </a:path>
                <a:path w="183515" h="577215">
                  <a:moveTo>
                    <a:pt x="65087" y="76720"/>
                  </a:moveTo>
                  <a:lnTo>
                    <a:pt x="85609" y="76720"/>
                  </a:lnTo>
                  <a:lnTo>
                    <a:pt x="85609" y="0"/>
                  </a:lnTo>
                  <a:lnTo>
                    <a:pt x="65087" y="0"/>
                  </a:lnTo>
                  <a:lnTo>
                    <a:pt x="65087" y="76720"/>
                  </a:lnTo>
                  <a:close/>
                </a:path>
                <a:path w="183515" h="577215">
                  <a:moveTo>
                    <a:pt x="32595" y="76720"/>
                  </a:moveTo>
                  <a:lnTo>
                    <a:pt x="53055" y="76720"/>
                  </a:lnTo>
                  <a:lnTo>
                    <a:pt x="53055" y="0"/>
                  </a:lnTo>
                  <a:lnTo>
                    <a:pt x="32595" y="0"/>
                  </a:lnTo>
                  <a:lnTo>
                    <a:pt x="32595" y="76720"/>
                  </a:lnTo>
                  <a:close/>
                </a:path>
                <a:path w="183515" h="577215">
                  <a:moveTo>
                    <a:pt x="0" y="76720"/>
                  </a:moveTo>
                  <a:lnTo>
                    <a:pt x="20491" y="76720"/>
                  </a:lnTo>
                  <a:lnTo>
                    <a:pt x="20491" y="0"/>
                  </a:lnTo>
                  <a:lnTo>
                    <a:pt x="0" y="0"/>
                  </a:lnTo>
                  <a:lnTo>
                    <a:pt x="0" y="76720"/>
                  </a:lnTo>
                  <a:close/>
                </a:path>
                <a:path w="183515" h="577215">
                  <a:moveTo>
                    <a:pt x="162780" y="170371"/>
                  </a:moveTo>
                  <a:lnTo>
                    <a:pt x="183250" y="170371"/>
                  </a:lnTo>
                  <a:lnTo>
                    <a:pt x="183250" y="93641"/>
                  </a:lnTo>
                  <a:lnTo>
                    <a:pt x="162780" y="93641"/>
                  </a:lnTo>
                  <a:lnTo>
                    <a:pt x="162780" y="170371"/>
                  </a:lnTo>
                  <a:close/>
                </a:path>
                <a:path w="183515" h="577215">
                  <a:moveTo>
                    <a:pt x="130205" y="170371"/>
                  </a:moveTo>
                  <a:lnTo>
                    <a:pt x="150665" y="170371"/>
                  </a:lnTo>
                  <a:lnTo>
                    <a:pt x="150665" y="93641"/>
                  </a:lnTo>
                  <a:lnTo>
                    <a:pt x="130205" y="93641"/>
                  </a:lnTo>
                  <a:lnTo>
                    <a:pt x="130205" y="170371"/>
                  </a:lnTo>
                  <a:close/>
                </a:path>
                <a:path w="183515" h="577215">
                  <a:moveTo>
                    <a:pt x="97661" y="170371"/>
                  </a:moveTo>
                  <a:lnTo>
                    <a:pt x="118174" y="170371"/>
                  </a:lnTo>
                  <a:lnTo>
                    <a:pt x="118174" y="93641"/>
                  </a:lnTo>
                  <a:lnTo>
                    <a:pt x="97661" y="93641"/>
                  </a:lnTo>
                  <a:lnTo>
                    <a:pt x="97661" y="170371"/>
                  </a:lnTo>
                  <a:close/>
                </a:path>
                <a:path w="183515" h="577215">
                  <a:moveTo>
                    <a:pt x="65087" y="170371"/>
                  </a:moveTo>
                  <a:lnTo>
                    <a:pt x="85609" y="170371"/>
                  </a:lnTo>
                  <a:lnTo>
                    <a:pt x="85609" y="93641"/>
                  </a:lnTo>
                  <a:lnTo>
                    <a:pt x="65087" y="93641"/>
                  </a:lnTo>
                  <a:lnTo>
                    <a:pt x="65087" y="170371"/>
                  </a:lnTo>
                  <a:close/>
                </a:path>
                <a:path w="183515" h="577215">
                  <a:moveTo>
                    <a:pt x="32595" y="170371"/>
                  </a:moveTo>
                  <a:lnTo>
                    <a:pt x="53055" y="170371"/>
                  </a:lnTo>
                  <a:lnTo>
                    <a:pt x="53055" y="93641"/>
                  </a:lnTo>
                  <a:lnTo>
                    <a:pt x="32595" y="93641"/>
                  </a:lnTo>
                  <a:lnTo>
                    <a:pt x="32595" y="170371"/>
                  </a:lnTo>
                  <a:close/>
                </a:path>
                <a:path w="183515" h="577215">
                  <a:moveTo>
                    <a:pt x="0" y="170371"/>
                  </a:moveTo>
                  <a:lnTo>
                    <a:pt x="20491" y="170371"/>
                  </a:lnTo>
                  <a:lnTo>
                    <a:pt x="20491" y="93641"/>
                  </a:lnTo>
                  <a:lnTo>
                    <a:pt x="0" y="93641"/>
                  </a:lnTo>
                  <a:lnTo>
                    <a:pt x="0" y="170371"/>
                  </a:lnTo>
                  <a:close/>
                </a:path>
                <a:path w="183515" h="577215">
                  <a:moveTo>
                    <a:pt x="162780" y="264044"/>
                  </a:moveTo>
                  <a:lnTo>
                    <a:pt x="183250" y="264044"/>
                  </a:lnTo>
                  <a:lnTo>
                    <a:pt x="183250" y="187334"/>
                  </a:lnTo>
                  <a:lnTo>
                    <a:pt x="162780" y="187334"/>
                  </a:lnTo>
                  <a:lnTo>
                    <a:pt x="162780" y="264044"/>
                  </a:lnTo>
                  <a:close/>
                </a:path>
                <a:path w="183515" h="577215">
                  <a:moveTo>
                    <a:pt x="130205" y="264044"/>
                  </a:moveTo>
                  <a:lnTo>
                    <a:pt x="150665" y="264044"/>
                  </a:lnTo>
                  <a:lnTo>
                    <a:pt x="150665" y="187334"/>
                  </a:lnTo>
                  <a:lnTo>
                    <a:pt x="130205" y="187334"/>
                  </a:lnTo>
                  <a:lnTo>
                    <a:pt x="130205" y="264044"/>
                  </a:lnTo>
                  <a:close/>
                </a:path>
                <a:path w="183515" h="577215">
                  <a:moveTo>
                    <a:pt x="97661" y="264044"/>
                  </a:moveTo>
                  <a:lnTo>
                    <a:pt x="118174" y="264044"/>
                  </a:lnTo>
                  <a:lnTo>
                    <a:pt x="118174" y="187334"/>
                  </a:lnTo>
                  <a:lnTo>
                    <a:pt x="97661" y="187334"/>
                  </a:lnTo>
                  <a:lnTo>
                    <a:pt x="97661" y="264044"/>
                  </a:lnTo>
                  <a:close/>
                </a:path>
                <a:path w="183515" h="577215">
                  <a:moveTo>
                    <a:pt x="65087" y="264044"/>
                  </a:moveTo>
                  <a:lnTo>
                    <a:pt x="85609" y="264044"/>
                  </a:lnTo>
                  <a:lnTo>
                    <a:pt x="85609" y="187334"/>
                  </a:lnTo>
                  <a:lnTo>
                    <a:pt x="65087" y="187334"/>
                  </a:lnTo>
                  <a:lnTo>
                    <a:pt x="65087" y="264044"/>
                  </a:lnTo>
                  <a:close/>
                </a:path>
                <a:path w="183515" h="577215">
                  <a:moveTo>
                    <a:pt x="32595" y="264044"/>
                  </a:moveTo>
                  <a:lnTo>
                    <a:pt x="53055" y="264044"/>
                  </a:lnTo>
                  <a:lnTo>
                    <a:pt x="53055" y="187334"/>
                  </a:lnTo>
                  <a:lnTo>
                    <a:pt x="32595" y="187334"/>
                  </a:lnTo>
                  <a:lnTo>
                    <a:pt x="32595" y="264044"/>
                  </a:lnTo>
                  <a:close/>
                </a:path>
                <a:path w="183515" h="577215">
                  <a:moveTo>
                    <a:pt x="0" y="264044"/>
                  </a:moveTo>
                  <a:lnTo>
                    <a:pt x="20491" y="264044"/>
                  </a:lnTo>
                  <a:lnTo>
                    <a:pt x="20491" y="187334"/>
                  </a:lnTo>
                  <a:lnTo>
                    <a:pt x="0" y="187334"/>
                  </a:lnTo>
                  <a:lnTo>
                    <a:pt x="0" y="264044"/>
                  </a:lnTo>
                  <a:close/>
                </a:path>
                <a:path w="183515" h="577215">
                  <a:moveTo>
                    <a:pt x="162780" y="357674"/>
                  </a:moveTo>
                  <a:lnTo>
                    <a:pt x="183250" y="357674"/>
                  </a:lnTo>
                  <a:lnTo>
                    <a:pt x="183250" y="280986"/>
                  </a:lnTo>
                  <a:lnTo>
                    <a:pt x="162780" y="280986"/>
                  </a:lnTo>
                  <a:lnTo>
                    <a:pt x="162780" y="357674"/>
                  </a:lnTo>
                  <a:close/>
                </a:path>
                <a:path w="183515" h="577215">
                  <a:moveTo>
                    <a:pt x="130205" y="357674"/>
                  </a:moveTo>
                  <a:lnTo>
                    <a:pt x="150665" y="357674"/>
                  </a:lnTo>
                  <a:lnTo>
                    <a:pt x="150665" y="280986"/>
                  </a:lnTo>
                  <a:lnTo>
                    <a:pt x="130205" y="280986"/>
                  </a:lnTo>
                  <a:lnTo>
                    <a:pt x="130205" y="357674"/>
                  </a:lnTo>
                  <a:close/>
                </a:path>
                <a:path w="183515" h="577215">
                  <a:moveTo>
                    <a:pt x="97661" y="357674"/>
                  </a:moveTo>
                  <a:lnTo>
                    <a:pt x="118174" y="357674"/>
                  </a:lnTo>
                  <a:lnTo>
                    <a:pt x="118174" y="280986"/>
                  </a:lnTo>
                  <a:lnTo>
                    <a:pt x="97661" y="280986"/>
                  </a:lnTo>
                  <a:lnTo>
                    <a:pt x="97661" y="357674"/>
                  </a:lnTo>
                  <a:close/>
                </a:path>
                <a:path w="183515" h="577215">
                  <a:moveTo>
                    <a:pt x="65087" y="357674"/>
                  </a:moveTo>
                  <a:lnTo>
                    <a:pt x="85609" y="357674"/>
                  </a:lnTo>
                  <a:lnTo>
                    <a:pt x="85609" y="280986"/>
                  </a:lnTo>
                  <a:lnTo>
                    <a:pt x="65087" y="280986"/>
                  </a:lnTo>
                  <a:lnTo>
                    <a:pt x="65087" y="357674"/>
                  </a:lnTo>
                  <a:close/>
                </a:path>
                <a:path w="183515" h="577215">
                  <a:moveTo>
                    <a:pt x="32595" y="357674"/>
                  </a:moveTo>
                  <a:lnTo>
                    <a:pt x="53055" y="357674"/>
                  </a:lnTo>
                  <a:lnTo>
                    <a:pt x="53055" y="280986"/>
                  </a:lnTo>
                  <a:lnTo>
                    <a:pt x="32595" y="280986"/>
                  </a:lnTo>
                  <a:lnTo>
                    <a:pt x="32595" y="357674"/>
                  </a:lnTo>
                  <a:close/>
                </a:path>
                <a:path w="183515" h="577215">
                  <a:moveTo>
                    <a:pt x="0" y="357674"/>
                  </a:moveTo>
                  <a:lnTo>
                    <a:pt x="20491" y="357674"/>
                  </a:lnTo>
                  <a:lnTo>
                    <a:pt x="20491" y="280986"/>
                  </a:lnTo>
                  <a:lnTo>
                    <a:pt x="0" y="280986"/>
                  </a:lnTo>
                  <a:lnTo>
                    <a:pt x="0" y="357674"/>
                  </a:lnTo>
                  <a:close/>
                </a:path>
                <a:path w="183515" h="577215">
                  <a:moveTo>
                    <a:pt x="162780" y="451357"/>
                  </a:moveTo>
                  <a:lnTo>
                    <a:pt x="183250" y="451357"/>
                  </a:lnTo>
                  <a:lnTo>
                    <a:pt x="183250" y="374627"/>
                  </a:lnTo>
                  <a:lnTo>
                    <a:pt x="162780" y="374627"/>
                  </a:lnTo>
                  <a:lnTo>
                    <a:pt x="162780" y="451357"/>
                  </a:lnTo>
                  <a:close/>
                </a:path>
                <a:path w="183515" h="577215">
                  <a:moveTo>
                    <a:pt x="130205" y="451357"/>
                  </a:moveTo>
                  <a:lnTo>
                    <a:pt x="150665" y="451357"/>
                  </a:lnTo>
                  <a:lnTo>
                    <a:pt x="150665" y="374627"/>
                  </a:lnTo>
                  <a:lnTo>
                    <a:pt x="130205" y="374627"/>
                  </a:lnTo>
                  <a:lnTo>
                    <a:pt x="130205" y="451357"/>
                  </a:lnTo>
                  <a:close/>
                </a:path>
                <a:path w="183515" h="577215">
                  <a:moveTo>
                    <a:pt x="97661" y="451357"/>
                  </a:moveTo>
                  <a:lnTo>
                    <a:pt x="118174" y="451357"/>
                  </a:lnTo>
                  <a:lnTo>
                    <a:pt x="118174" y="374627"/>
                  </a:lnTo>
                  <a:lnTo>
                    <a:pt x="97661" y="374627"/>
                  </a:lnTo>
                  <a:lnTo>
                    <a:pt x="97661" y="451357"/>
                  </a:lnTo>
                  <a:close/>
                </a:path>
                <a:path w="183515" h="577215">
                  <a:moveTo>
                    <a:pt x="65087" y="451357"/>
                  </a:moveTo>
                  <a:lnTo>
                    <a:pt x="85609" y="451357"/>
                  </a:lnTo>
                  <a:lnTo>
                    <a:pt x="85609" y="374627"/>
                  </a:lnTo>
                  <a:lnTo>
                    <a:pt x="65087" y="374627"/>
                  </a:lnTo>
                  <a:lnTo>
                    <a:pt x="65087" y="451357"/>
                  </a:lnTo>
                  <a:close/>
                </a:path>
                <a:path w="183515" h="577215">
                  <a:moveTo>
                    <a:pt x="32595" y="451357"/>
                  </a:moveTo>
                  <a:lnTo>
                    <a:pt x="53055" y="451357"/>
                  </a:lnTo>
                  <a:lnTo>
                    <a:pt x="53055" y="374627"/>
                  </a:lnTo>
                  <a:lnTo>
                    <a:pt x="32595" y="374627"/>
                  </a:lnTo>
                  <a:lnTo>
                    <a:pt x="32595" y="451357"/>
                  </a:lnTo>
                  <a:close/>
                </a:path>
                <a:path w="183515" h="577215">
                  <a:moveTo>
                    <a:pt x="0" y="451357"/>
                  </a:moveTo>
                  <a:lnTo>
                    <a:pt x="20491" y="451357"/>
                  </a:lnTo>
                  <a:lnTo>
                    <a:pt x="20491" y="374627"/>
                  </a:lnTo>
                  <a:lnTo>
                    <a:pt x="0" y="374627"/>
                  </a:lnTo>
                  <a:lnTo>
                    <a:pt x="0" y="45135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44" name="object 444" descr=""/>
          <p:cNvSpPr/>
          <p:nvPr/>
        </p:nvSpPr>
        <p:spPr>
          <a:xfrm>
            <a:off x="2508614" y="7963391"/>
            <a:ext cx="757555" cy="2143760"/>
          </a:xfrm>
          <a:custGeom>
            <a:avLst/>
            <a:gdLst/>
            <a:ahLst/>
            <a:cxnLst/>
            <a:rect l="l" t="t" r="r" b="b"/>
            <a:pathLst>
              <a:path w="757554" h="2143759">
                <a:moveTo>
                  <a:pt x="0" y="2143746"/>
                </a:moveTo>
                <a:lnTo>
                  <a:pt x="757170" y="2143746"/>
                </a:lnTo>
                <a:lnTo>
                  <a:pt x="757170" y="0"/>
                </a:lnTo>
                <a:lnTo>
                  <a:pt x="0" y="0"/>
                </a:lnTo>
                <a:lnTo>
                  <a:pt x="0" y="2143746"/>
                </a:lnTo>
                <a:close/>
              </a:path>
              <a:path w="757554" h="2143759">
                <a:moveTo>
                  <a:pt x="680262" y="2092135"/>
                </a:moveTo>
                <a:lnTo>
                  <a:pt x="704219" y="2092135"/>
                </a:lnTo>
                <a:lnTo>
                  <a:pt x="704219" y="1969960"/>
                </a:lnTo>
                <a:lnTo>
                  <a:pt x="680262" y="1969960"/>
                </a:lnTo>
                <a:lnTo>
                  <a:pt x="680262" y="2092135"/>
                </a:lnTo>
                <a:close/>
              </a:path>
              <a:path w="757554" h="2143759">
                <a:moveTo>
                  <a:pt x="642221" y="2092135"/>
                </a:moveTo>
                <a:lnTo>
                  <a:pt x="666147" y="2092135"/>
                </a:lnTo>
                <a:lnTo>
                  <a:pt x="666147" y="1969960"/>
                </a:lnTo>
                <a:lnTo>
                  <a:pt x="642221" y="1969960"/>
                </a:lnTo>
                <a:lnTo>
                  <a:pt x="642221" y="2092135"/>
                </a:lnTo>
                <a:close/>
              </a:path>
              <a:path w="757554" h="2143759">
                <a:moveTo>
                  <a:pt x="604107" y="2092135"/>
                </a:moveTo>
                <a:lnTo>
                  <a:pt x="628043" y="2092135"/>
                </a:lnTo>
                <a:lnTo>
                  <a:pt x="628043" y="1969960"/>
                </a:lnTo>
                <a:lnTo>
                  <a:pt x="604107" y="1969960"/>
                </a:lnTo>
                <a:lnTo>
                  <a:pt x="604107" y="2092135"/>
                </a:lnTo>
                <a:close/>
              </a:path>
              <a:path w="757554" h="2143759">
                <a:moveTo>
                  <a:pt x="566024" y="2092135"/>
                </a:moveTo>
                <a:lnTo>
                  <a:pt x="589992" y="2092135"/>
                </a:lnTo>
                <a:lnTo>
                  <a:pt x="589992" y="1969960"/>
                </a:lnTo>
                <a:lnTo>
                  <a:pt x="566024" y="1969960"/>
                </a:lnTo>
                <a:lnTo>
                  <a:pt x="566024" y="2092135"/>
                </a:lnTo>
                <a:close/>
              </a:path>
              <a:path w="757554" h="2143759">
                <a:moveTo>
                  <a:pt x="527994" y="2092135"/>
                </a:moveTo>
                <a:lnTo>
                  <a:pt x="551920" y="2092135"/>
                </a:lnTo>
                <a:lnTo>
                  <a:pt x="551920" y="1969960"/>
                </a:lnTo>
                <a:lnTo>
                  <a:pt x="527994" y="1969960"/>
                </a:lnTo>
                <a:lnTo>
                  <a:pt x="527994" y="2092135"/>
                </a:lnTo>
                <a:close/>
              </a:path>
              <a:path w="757554" h="2143759">
                <a:moveTo>
                  <a:pt x="489880" y="2092135"/>
                </a:moveTo>
                <a:lnTo>
                  <a:pt x="513837" y="2092135"/>
                </a:lnTo>
                <a:lnTo>
                  <a:pt x="513837" y="1969960"/>
                </a:lnTo>
                <a:lnTo>
                  <a:pt x="489880" y="1969960"/>
                </a:lnTo>
                <a:lnTo>
                  <a:pt x="489880" y="2092135"/>
                </a:lnTo>
                <a:close/>
              </a:path>
              <a:path w="757554" h="2143759">
                <a:moveTo>
                  <a:pt x="680262" y="1520142"/>
                </a:moveTo>
                <a:lnTo>
                  <a:pt x="704219" y="1520142"/>
                </a:lnTo>
                <a:lnTo>
                  <a:pt x="704219" y="1432385"/>
                </a:lnTo>
                <a:lnTo>
                  <a:pt x="680262" y="1432385"/>
                </a:lnTo>
                <a:lnTo>
                  <a:pt x="680262" y="1520142"/>
                </a:lnTo>
                <a:close/>
              </a:path>
              <a:path w="757554" h="2143759">
                <a:moveTo>
                  <a:pt x="642221" y="1520142"/>
                </a:moveTo>
                <a:lnTo>
                  <a:pt x="666147" y="1520142"/>
                </a:lnTo>
                <a:lnTo>
                  <a:pt x="666147" y="1432385"/>
                </a:lnTo>
                <a:lnTo>
                  <a:pt x="642221" y="1432385"/>
                </a:lnTo>
                <a:lnTo>
                  <a:pt x="642221" y="1520142"/>
                </a:lnTo>
                <a:close/>
              </a:path>
              <a:path w="757554" h="2143759">
                <a:moveTo>
                  <a:pt x="604107" y="1520142"/>
                </a:moveTo>
                <a:lnTo>
                  <a:pt x="628043" y="1520142"/>
                </a:lnTo>
                <a:lnTo>
                  <a:pt x="628043" y="1432385"/>
                </a:lnTo>
                <a:lnTo>
                  <a:pt x="604107" y="1432385"/>
                </a:lnTo>
                <a:lnTo>
                  <a:pt x="604107" y="1520142"/>
                </a:lnTo>
                <a:close/>
              </a:path>
              <a:path w="757554" h="2143759">
                <a:moveTo>
                  <a:pt x="566024" y="1520142"/>
                </a:moveTo>
                <a:lnTo>
                  <a:pt x="589992" y="1520142"/>
                </a:lnTo>
                <a:lnTo>
                  <a:pt x="589992" y="1432385"/>
                </a:lnTo>
                <a:lnTo>
                  <a:pt x="566024" y="1432385"/>
                </a:lnTo>
                <a:lnTo>
                  <a:pt x="566024" y="1520142"/>
                </a:lnTo>
                <a:close/>
              </a:path>
              <a:path w="757554" h="2143759">
                <a:moveTo>
                  <a:pt x="527994" y="1520142"/>
                </a:moveTo>
                <a:lnTo>
                  <a:pt x="551920" y="1520142"/>
                </a:lnTo>
                <a:lnTo>
                  <a:pt x="551920" y="1432385"/>
                </a:lnTo>
                <a:lnTo>
                  <a:pt x="527994" y="1432385"/>
                </a:lnTo>
                <a:lnTo>
                  <a:pt x="527994" y="1520142"/>
                </a:lnTo>
                <a:close/>
              </a:path>
              <a:path w="757554" h="2143759">
                <a:moveTo>
                  <a:pt x="489880" y="1520142"/>
                </a:moveTo>
                <a:lnTo>
                  <a:pt x="513837" y="1520142"/>
                </a:lnTo>
                <a:lnTo>
                  <a:pt x="513837" y="1432385"/>
                </a:lnTo>
                <a:lnTo>
                  <a:pt x="489880" y="1432385"/>
                </a:lnTo>
                <a:lnTo>
                  <a:pt x="489880" y="1520142"/>
                </a:lnTo>
                <a:close/>
              </a:path>
              <a:path w="757554" h="2143759">
                <a:moveTo>
                  <a:pt x="680262" y="1627290"/>
                </a:moveTo>
                <a:lnTo>
                  <a:pt x="704219" y="1627290"/>
                </a:lnTo>
                <a:lnTo>
                  <a:pt x="704219" y="1539534"/>
                </a:lnTo>
                <a:lnTo>
                  <a:pt x="680262" y="1539534"/>
                </a:lnTo>
                <a:lnTo>
                  <a:pt x="680262" y="1627290"/>
                </a:lnTo>
                <a:close/>
              </a:path>
              <a:path w="757554" h="2143759">
                <a:moveTo>
                  <a:pt x="642221" y="1627290"/>
                </a:moveTo>
                <a:lnTo>
                  <a:pt x="666147" y="1627290"/>
                </a:lnTo>
                <a:lnTo>
                  <a:pt x="666147" y="1539534"/>
                </a:lnTo>
                <a:lnTo>
                  <a:pt x="642221" y="1539534"/>
                </a:lnTo>
                <a:lnTo>
                  <a:pt x="642221" y="1627290"/>
                </a:lnTo>
                <a:close/>
              </a:path>
              <a:path w="757554" h="2143759">
                <a:moveTo>
                  <a:pt x="604107" y="1627290"/>
                </a:moveTo>
                <a:lnTo>
                  <a:pt x="628043" y="1627290"/>
                </a:lnTo>
                <a:lnTo>
                  <a:pt x="628043" y="1539534"/>
                </a:lnTo>
                <a:lnTo>
                  <a:pt x="604107" y="1539534"/>
                </a:lnTo>
                <a:lnTo>
                  <a:pt x="604107" y="1627290"/>
                </a:lnTo>
                <a:close/>
              </a:path>
              <a:path w="757554" h="2143759">
                <a:moveTo>
                  <a:pt x="566024" y="1627290"/>
                </a:moveTo>
                <a:lnTo>
                  <a:pt x="589992" y="1627290"/>
                </a:lnTo>
                <a:lnTo>
                  <a:pt x="589992" y="1539534"/>
                </a:lnTo>
                <a:lnTo>
                  <a:pt x="566024" y="1539534"/>
                </a:lnTo>
                <a:lnTo>
                  <a:pt x="566024" y="1627290"/>
                </a:lnTo>
                <a:close/>
              </a:path>
              <a:path w="757554" h="2143759">
                <a:moveTo>
                  <a:pt x="527994" y="1627290"/>
                </a:moveTo>
                <a:lnTo>
                  <a:pt x="551920" y="1627290"/>
                </a:lnTo>
                <a:lnTo>
                  <a:pt x="551920" y="1539534"/>
                </a:lnTo>
                <a:lnTo>
                  <a:pt x="527994" y="1539534"/>
                </a:lnTo>
                <a:lnTo>
                  <a:pt x="527994" y="1627290"/>
                </a:lnTo>
                <a:close/>
              </a:path>
              <a:path w="757554" h="2143759">
                <a:moveTo>
                  <a:pt x="489880" y="1627290"/>
                </a:moveTo>
                <a:lnTo>
                  <a:pt x="513837" y="1627290"/>
                </a:lnTo>
                <a:lnTo>
                  <a:pt x="513837" y="1539534"/>
                </a:lnTo>
                <a:lnTo>
                  <a:pt x="489880" y="1539534"/>
                </a:lnTo>
                <a:lnTo>
                  <a:pt x="489880" y="1627290"/>
                </a:lnTo>
                <a:close/>
              </a:path>
              <a:path w="757554" h="2143759">
                <a:moveTo>
                  <a:pt x="680262" y="1734470"/>
                </a:moveTo>
                <a:lnTo>
                  <a:pt x="704219" y="1734470"/>
                </a:lnTo>
                <a:lnTo>
                  <a:pt x="704219" y="1646672"/>
                </a:lnTo>
                <a:lnTo>
                  <a:pt x="680262" y="1646672"/>
                </a:lnTo>
                <a:lnTo>
                  <a:pt x="680262" y="1734470"/>
                </a:lnTo>
                <a:close/>
              </a:path>
              <a:path w="757554" h="2143759">
                <a:moveTo>
                  <a:pt x="642221" y="1734470"/>
                </a:moveTo>
                <a:lnTo>
                  <a:pt x="666147" y="1734470"/>
                </a:lnTo>
                <a:lnTo>
                  <a:pt x="666147" y="1646672"/>
                </a:lnTo>
                <a:lnTo>
                  <a:pt x="642221" y="1646672"/>
                </a:lnTo>
                <a:lnTo>
                  <a:pt x="642221" y="1734470"/>
                </a:lnTo>
                <a:close/>
              </a:path>
              <a:path w="757554" h="2143759">
                <a:moveTo>
                  <a:pt x="604107" y="1734470"/>
                </a:moveTo>
                <a:lnTo>
                  <a:pt x="628043" y="1734470"/>
                </a:lnTo>
                <a:lnTo>
                  <a:pt x="628043" y="1646672"/>
                </a:lnTo>
                <a:lnTo>
                  <a:pt x="604107" y="1646672"/>
                </a:lnTo>
                <a:lnTo>
                  <a:pt x="604107" y="1734470"/>
                </a:lnTo>
                <a:close/>
              </a:path>
              <a:path w="757554" h="2143759">
                <a:moveTo>
                  <a:pt x="566024" y="1734470"/>
                </a:moveTo>
                <a:lnTo>
                  <a:pt x="589992" y="1734470"/>
                </a:lnTo>
                <a:lnTo>
                  <a:pt x="589992" y="1646672"/>
                </a:lnTo>
                <a:lnTo>
                  <a:pt x="566024" y="1646672"/>
                </a:lnTo>
                <a:lnTo>
                  <a:pt x="566024" y="1734470"/>
                </a:lnTo>
                <a:close/>
              </a:path>
              <a:path w="757554" h="2143759">
                <a:moveTo>
                  <a:pt x="527994" y="1734470"/>
                </a:moveTo>
                <a:lnTo>
                  <a:pt x="551920" y="1734470"/>
                </a:lnTo>
                <a:lnTo>
                  <a:pt x="551920" y="1646672"/>
                </a:lnTo>
                <a:lnTo>
                  <a:pt x="527994" y="1646672"/>
                </a:lnTo>
                <a:lnTo>
                  <a:pt x="527994" y="1734470"/>
                </a:lnTo>
                <a:close/>
              </a:path>
              <a:path w="757554" h="2143759">
                <a:moveTo>
                  <a:pt x="489880" y="1734470"/>
                </a:moveTo>
                <a:lnTo>
                  <a:pt x="513837" y="1734470"/>
                </a:lnTo>
                <a:lnTo>
                  <a:pt x="513837" y="1646672"/>
                </a:lnTo>
                <a:lnTo>
                  <a:pt x="489880" y="1646672"/>
                </a:lnTo>
                <a:lnTo>
                  <a:pt x="489880" y="1734470"/>
                </a:lnTo>
                <a:close/>
              </a:path>
              <a:path w="757554" h="2143759">
                <a:moveTo>
                  <a:pt x="680262" y="1841587"/>
                </a:moveTo>
                <a:lnTo>
                  <a:pt x="704219" y="1841587"/>
                </a:lnTo>
                <a:lnTo>
                  <a:pt x="704219" y="1753862"/>
                </a:lnTo>
                <a:lnTo>
                  <a:pt x="680262" y="1753862"/>
                </a:lnTo>
                <a:lnTo>
                  <a:pt x="680262" y="1841587"/>
                </a:lnTo>
                <a:close/>
              </a:path>
              <a:path w="757554" h="2143759">
                <a:moveTo>
                  <a:pt x="642221" y="1841587"/>
                </a:moveTo>
                <a:lnTo>
                  <a:pt x="666147" y="1841587"/>
                </a:lnTo>
                <a:lnTo>
                  <a:pt x="666147" y="1753862"/>
                </a:lnTo>
                <a:lnTo>
                  <a:pt x="642221" y="1753862"/>
                </a:lnTo>
                <a:lnTo>
                  <a:pt x="642221" y="1841587"/>
                </a:lnTo>
                <a:close/>
              </a:path>
              <a:path w="757554" h="2143759">
                <a:moveTo>
                  <a:pt x="604107" y="1841587"/>
                </a:moveTo>
                <a:lnTo>
                  <a:pt x="628043" y="1841587"/>
                </a:lnTo>
                <a:lnTo>
                  <a:pt x="628043" y="1753862"/>
                </a:lnTo>
                <a:lnTo>
                  <a:pt x="604107" y="1753862"/>
                </a:lnTo>
                <a:lnTo>
                  <a:pt x="604107" y="1841587"/>
                </a:lnTo>
                <a:close/>
              </a:path>
              <a:path w="757554" h="2143759">
                <a:moveTo>
                  <a:pt x="566024" y="1841587"/>
                </a:moveTo>
                <a:lnTo>
                  <a:pt x="589992" y="1841587"/>
                </a:lnTo>
                <a:lnTo>
                  <a:pt x="589992" y="1753862"/>
                </a:lnTo>
                <a:lnTo>
                  <a:pt x="566024" y="1753862"/>
                </a:lnTo>
                <a:lnTo>
                  <a:pt x="566024" y="1841587"/>
                </a:lnTo>
                <a:close/>
              </a:path>
              <a:path w="757554" h="2143759">
                <a:moveTo>
                  <a:pt x="527994" y="1841587"/>
                </a:moveTo>
                <a:lnTo>
                  <a:pt x="551920" y="1841587"/>
                </a:lnTo>
                <a:lnTo>
                  <a:pt x="551920" y="1753862"/>
                </a:lnTo>
                <a:lnTo>
                  <a:pt x="527994" y="1753862"/>
                </a:lnTo>
                <a:lnTo>
                  <a:pt x="527994" y="1841587"/>
                </a:lnTo>
                <a:close/>
              </a:path>
              <a:path w="757554" h="2143759">
                <a:moveTo>
                  <a:pt x="489880" y="1841587"/>
                </a:moveTo>
                <a:lnTo>
                  <a:pt x="513837" y="1841587"/>
                </a:lnTo>
                <a:lnTo>
                  <a:pt x="513837" y="1753862"/>
                </a:lnTo>
                <a:lnTo>
                  <a:pt x="489880" y="1753862"/>
                </a:lnTo>
                <a:lnTo>
                  <a:pt x="489880" y="1841587"/>
                </a:lnTo>
                <a:close/>
              </a:path>
              <a:path w="757554" h="2143759">
                <a:moveTo>
                  <a:pt x="680262" y="1948778"/>
                </a:moveTo>
                <a:lnTo>
                  <a:pt x="704219" y="1948778"/>
                </a:lnTo>
                <a:lnTo>
                  <a:pt x="704219" y="1860979"/>
                </a:lnTo>
                <a:lnTo>
                  <a:pt x="680262" y="1860979"/>
                </a:lnTo>
                <a:lnTo>
                  <a:pt x="680262" y="1948778"/>
                </a:lnTo>
                <a:close/>
              </a:path>
              <a:path w="757554" h="2143759">
                <a:moveTo>
                  <a:pt x="642221" y="1948778"/>
                </a:moveTo>
                <a:lnTo>
                  <a:pt x="666147" y="1948778"/>
                </a:lnTo>
                <a:lnTo>
                  <a:pt x="666147" y="1860979"/>
                </a:lnTo>
                <a:lnTo>
                  <a:pt x="642221" y="1860979"/>
                </a:lnTo>
                <a:lnTo>
                  <a:pt x="642221" y="1948778"/>
                </a:lnTo>
                <a:close/>
              </a:path>
              <a:path w="757554" h="2143759">
                <a:moveTo>
                  <a:pt x="604107" y="1948778"/>
                </a:moveTo>
                <a:lnTo>
                  <a:pt x="628043" y="1948778"/>
                </a:lnTo>
                <a:lnTo>
                  <a:pt x="628043" y="1860979"/>
                </a:lnTo>
                <a:lnTo>
                  <a:pt x="604107" y="1860979"/>
                </a:lnTo>
                <a:lnTo>
                  <a:pt x="604107" y="1948778"/>
                </a:lnTo>
                <a:close/>
              </a:path>
              <a:path w="757554" h="2143759">
                <a:moveTo>
                  <a:pt x="566024" y="1948778"/>
                </a:moveTo>
                <a:lnTo>
                  <a:pt x="589992" y="1948778"/>
                </a:lnTo>
                <a:lnTo>
                  <a:pt x="589992" y="1860979"/>
                </a:lnTo>
                <a:lnTo>
                  <a:pt x="566024" y="1860979"/>
                </a:lnTo>
                <a:lnTo>
                  <a:pt x="566024" y="1948778"/>
                </a:lnTo>
                <a:close/>
              </a:path>
              <a:path w="757554" h="2143759">
                <a:moveTo>
                  <a:pt x="527994" y="1948778"/>
                </a:moveTo>
                <a:lnTo>
                  <a:pt x="551920" y="1948778"/>
                </a:lnTo>
                <a:lnTo>
                  <a:pt x="551920" y="1860979"/>
                </a:lnTo>
                <a:lnTo>
                  <a:pt x="527994" y="1860979"/>
                </a:lnTo>
                <a:lnTo>
                  <a:pt x="527994" y="1948778"/>
                </a:lnTo>
                <a:close/>
              </a:path>
              <a:path w="757554" h="2143759">
                <a:moveTo>
                  <a:pt x="489880" y="1948778"/>
                </a:moveTo>
                <a:lnTo>
                  <a:pt x="513837" y="1948778"/>
                </a:lnTo>
                <a:lnTo>
                  <a:pt x="513837" y="1860979"/>
                </a:lnTo>
                <a:lnTo>
                  <a:pt x="489880" y="1860979"/>
                </a:lnTo>
                <a:lnTo>
                  <a:pt x="489880" y="1948778"/>
                </a:lnTo>
                <a:close/>
              </a:path>
              <a:path w="757554" h="2143759">
                <a:moveTo>
                  <a:pt x="453881" y="2092135"/>
                </a:moveTo>
                <a:lnTo>
                  <a:pt x="477870" y="2092135"/>
                </a:lnTo>
                <a:lnTo>
                  <a:pt x="477870" y="1969960"/>
                </a:lnTo>
                <a:lnTo>
                  <a:pt x="453881" y="1969960"/>
                </a:lnTo>
                <a:lnTo>
                  <a:pt x="453881" y="2092135"/>
                </a:lnTo>
                <a:close/>
              </a:path>
              <a:path w="757554" h="2143759">
                <a:moveTo>
                  <a:pt x="415830" y="2092135"/>
                </a:moveTo>
                <a:lnTo>
                  <a:pt x="439766" y="2092135"/>
                </a:lnTo>
                <a:lnTo>
                  <a:pt x="439766" y="1969960"/>
                </a:lnTo>
                <a:lnTo>
                  <a:pt x="415830" y="1969960"/>
                </a:lnTo>
                <a:lnTo>
                  <a:pt x="415830" y="2092135"/>
                </a:lnTo>
                <a:close/>
              </a:path>
              <a:path w="757554" h="2143759">
                <a:moveTo>
                  <a:pt x="377758" y="2092135"/>
                </a:moveTo>
                <a:lnTo>
                  <a:pt x="401694" y="2092135"/>
                </a:lnTo>
                <a:lnTo>
                  <a:pt x="401694" y="1969960"/>
                </a:lnTo>
                <a:lnTo>
                  <a:pt x="377758" y="1969960"/>
                </a:lnTo>
                <a:lnTo>
                  <a:pt x="377758" y="2092135"/>
                </a:lnTo>
                <a:close/>
              </a:path>
              <a:path w="757554" h="2143759">
                <a:moveTo>
                  <a:pt x="339696" y="2092135"/>
                </a:moveTo>
                <a:lnTo>
                  <a:pt x="363591" y="2092135"/>
                </a:lnTo>
                <a:lnTo>
                  <a:pt x="363591" y="1969960"/>
                </a:lnTo>
                <a:lnTo>
                  <a:pt x="339696" y="1969960"/>
                </a:lnTo>
                <a:lnTo>
                  <a:pt x="339696" y="2092135"/>
                </a:lnTo>
                <a:close/>
              </a:path>
              <a:path w="757554" h="2143759">
                <a:moveTo>
                  <a:pt x="301571" y="2092135"/>
                </a:moveTo>
                <a:lnTo>
                  <a:pt x="325539" y="2092135"/>
                </a:lnTo>
                <a:lnTo>
                  <a:pt x="325539" y="1969960"/>
                </a:lnTo>
                <a:lnTo>
                  <a:pt x="301571" y="1969960"/>
                </a:lnTo>
                <a:lnTo>
                  <a:pt x="301571" y="2092135"/>
                </a:lnTo>
                <a:close/>
              </a:path>
              <a:path w="757554" h="2143759">
                <a:moveTo>
                  <a:pt x="263510" y="2092135"/>
                </a:moveTo>
                <a:lnTo>
                  <a:pt x="287446" y="2092135"/>
                </a:lnTo>
                <a:lnTo>
                  <a:pt x="287446" y="1969960"/>
                </a:lnTo>
                <a:lnTo>
                  <a:pt x="263510" y="1969960"/>
                </a:lnTo>
                <a:lnTo>
                  <a:pt x="263510" y="2092135"/>
                </a:lnTo>
                <a:close/>
              </a:path>
              <a:path w="757554" h="2143759">
                <a:moveTo>
                  <a:pt x="453881" y="1520142"/>
                </a:moveTo>
                <a:lnTo>
                  <a:pt x="477870" y="1520142"/>
                </a:lnTo>
                <a:lnTo>
                  <a:pt x="477870" y="1432385"/>
                </a:lnTo>
                <a:lnTo>
                  <a:pt x="453881" y="1432385"/>
                </a:lnTo>
                <a:lnTo>
                  <a:pt x="453881" y="1520142"/>
                </a:lnTo>
                <a:close/>
              </a:path>
              <a:path w="757554" h="2143759">
                <a:moveTo>
                  <a:pt x="415830" y="1520142"/>
                </a:moveTo>
                <a:lnTo>
                  <a:pt x="439766" y="1520142"/>
                </a:lnTo>
                <a:lnTo>
                  <a:pt x="439766" y="1432385"/>
                </a:lnTo>
                <a:lnTo>
                  <a:pt x="415830" y="1432385"/>
                </a:lnTo>
                <a:lnTo>
                  <a:pt x="415830" y="1520142"/>
                </a:lnTo>
                <a:close/>
              </a:path>
              <a:path w="757554" h="2143759">
                <a:moveTo>
                  <a:pt x="377758" y="1520142"/>
                </a:moveTo>
                <a:lnTo>
                  <a:pt x="401694" y="1520142"/>
                </a:lnTo>
                <a:lnTo>
                  <a:pt x="401694" y="1432385"/>
                </a:lnTo>
                <a:lnTo>
                  <a:pt x="377758" y="1432385"/>
                </a:lnTo>
                <a:lnTo>
                  <a:pt x="377758" y="1520142"/>
                </a:lnTo>
                <a:close/>
              </a:path>
              <a:path w="757554" h="2143759">
                <a:moveTo>
                  <a:pt x="339696" y="1520142"/>
                </a:moveTo>
                <a:lnTo>
                  <a:pt x="363591" y="1520142"/>
                </a:lnTo>
                <a:lnTo>
                  <a:pt x="363591" y="1432385"/>
                </a:lnTo>
                <a:lnTo>
                  <a:pt x="339696" y="1432385"/>
                </a:lnTo>
                <a:lnTo>
                  <a:pt x="339696" y="1520142"/>
                </a:lnTo>
                <a:close/>
              </a:path>
              <a:path w="757554" h="2143759">
                <a:moveTo>
                  <a:pt x="301571" y="1520142"/>
                </a:moveTo>
                <a:lnTo>
                  <a:pt x="325539" y="1520142"/>
                </a:lnTo>
                <a:lnTo>
                  <a:pt x="325539" y="1432385"/>
                </a:lnTo>
                <a:lnTo>
                  <a:pt x="301571" y="1432385"/>
                </a:lnTo>
                <a:lnTo>
                  <a:pt x="301571" y="1520142"/>
                </a:lnTo>
                <a:close/>
              </a:path>
              <a:path w="757554" h="2143759">
                <a:moveTo>
                  <a:pt x="263510" y="1520142"/>
                </a:moveTo>
                <a:lnTo>
                  <a:pt x="287446" y="1520142"/>
                </a:lnTo>
                <a:lnTo>
                  <a:pt x="287446" y="1432385"/>
                </a:lnTo>
                <a:lnTo>
                  <a:pt x="263510" y="1432385"/>
                </a:lnTo>
                <a:lnTo>
                  <a:pt x="263510" y="1520142"/>
                </a:lnTo>
                <a:close/>
              </a:path>
              <a:path w="757554" h="2143759">
                <a:moveTo>
                  <a:pt x="453881" y="1627290"/>
                </a:moveTo>
                <a:lnTo>
                  <a:pt x="477870" y="1627290"/>
                </a:lnTo>
                <a:lnTo>
                  <a:pt x="477870" y="1539534"/>
                </a:lnTo>
                <a:lnTo>
                  <a:pt x="453881" y="1539534"/>
                </a:lnTo>
                <a:lnTo>
                  <a:pt x="453881" y="1627290"/>
                </a:lnTo>
                <a:close/>
              </a:path>
              <a:path w="757554" h="2143759">
                <a:moveTo>
                  <a:pt x="415830" y="1627290"/>
                </a:moveTo>
                <a:lnTo>
                  <a:pt x="439766" y="1627290"/>
                </a:lnTo>
                <a:lnTo>
                  <a:pt x="439766" y="1539534"/>
                </a:lnTo>
                <a:lnTo>
                  <a:pt x="415830" y="1539534"/>
                </a:lnTo>
                <a:lnTo>
                  <a:pt x="415830" y="1627290"/>
                </a:lnTo>
                <a:close/>
              </a:path>
              <a:path w="757554" h="2143759">
                <a:moveTo>
                  <a:pt x="377758" y="1627290"/>
                </a:moveTo>
                <a:lnTo>
                  <a:pt x="401694" y="1627290"/>
                </a:lnTo>
                <a:lnTo>
                  <a:pt x="401694" y="1539534"/>
                </a:lnTo>
                <a:lnTo>
                  <a:pt x="377758" y="1539534"/>
                </a:lnTo>
                <a:lnTo>
                  <a:pt x="377758" y="1627290"/>
                </a:lnTo>
                <a:close/>
              </a:path>
              <a:path w="757554" h="2143759">
                <a:moveTo>
                  <a:pt x="339696" y="1627290"/>
                </a:moveTo>
                <a:lnTo>
                  <a:pt x="363591" y="1627290"/>
                </a:lnTo>
                <a:lnTo>
                  <a:pt x="363591" y="1539534"/>
                </a:lnTo>
                <a:lnTo>
                  <a:pt x="339696" y="1539534"/>
                </a:lnTo>
                <a:lnTo>
                  <a:pt x="339696" y="1627290"/>
                </a:lnTo>
                <a:close/>
              </a:path>
              <a:path w="757554" h="2143759">
                <a:moveTo>
                  <a:pt x="301571" y="1627290"/>
                </a:moveTo>
                <a:lnTo>
                  <a:pt x="325539" y="1627290"/>
                </a:lnTo>
                <a:lnTo>
                  <a:pt x="325539" y="1539534"/>
                </a:lnTo>
                <a:lnTo>
                  <a:pt x="301571" y="1539534"/>
                </a:lnTo>
                <a:lnTo>
                  <a:pt x="301571" y="1627290"/>
                </a:lnTo>
                <a:close/>
              </a:path>
              <a:path w="757554" h="2143759">
                <a:moveTo>
                  <a:pt x="263510" y="1627290"/>
                </a:moveTo>
                <a:lnTo>
                  <a:pt x="287446" y="1627290"/>
                </a:lnTo>
                <a:lnTo>
                  <a:pt x="287446" y="1539534"/>
                </a:lnTo>
                <a:lnTo>
                  <a:pt x="263510" y="1539534"/>
                </a:lnTo>
                <a:lnTo>
                  <a:pt x="263510" y="1627290"/>
                </a:lnTo>
                <a:close/>
              </a:path>
              <a:path w="757554" h="2143759">
                <a:moveTo>
                  <a:pt x="453881" y="1734470"/>
                </a:moveTo>
                <a:lnTo>
                  <a:pt x="477870" y="1734470"/>
                </a:lnTo>
                <a:lnTo>
                  <a:pt x="477870" y="1646672"/>
                </a:lnTo>
                <a:lnTo>
                  <a:pt x="453881" y="1646672"/>
                </a:lnTo>
                <a:lnTo>
                  <a:pt x="453881" y="1734470"/>
                </a:lnTo>
                <a:close/>
              </a:path>
              <a:path w="757554" h="2143759">
                <a:moveTo>
                  <a:pt x="415830" y="1734470"/>
                </a:moveTo>
                <a:lnTo>
                  <a:pt x="439766" y="1734470"/>
                </a:lnTo>
                <a:lnTo>
                  <a:pt x="439766" y="1646672"/>
                </a:lnTo>
                <a:lnTo>
                  <a:pt x="415830" y="1646672"/>
                </a:lnTo>
                <a:lnTo>
                  <a:pt x="415830" y="1734470"/>
                </a:lnTo>
                <a:close/>
              </a:path>
              <a:path w="757554" h="2143759">
                <a:moveTo>
                  <a:pt x="377758" y="1734470"/>
                </a:moveTo>
                <a:lnTo>
                  <a:pt x="401694" y="1734470"/>
                </a:lnTo>
                <a:lnTo>
                  <a:pt x="401694" y="1646672"/>
                </a:lnTo>
                <a:lnTo>
                  <a:pt x="377758" y="1646672"/>
                </a:lnTo>
                <a:lnTo>
                  <a:pt x="377758" y="1734470"/>
                </a:lnTo>
                <a:close/>
              </a:path>
              <a:path w="757554" h="2143759">
                <a:moveTo>
                  <a:pt x="339696" y="1734470"/>
                </a:moveTo>
                <a:lnTo>
                  <a:pt x="363591" y="1734470"/>
                </a:lnTo>
                <a:lnTo>
                  <a:pt x="363591" y="1646672"/>
                </a:lnTo>
                <a:lnTo>
                  <a:pt x="339696" y="1646672"/>
                </a:lnTo>
                <a:lnTo>
                  <a:pt x="339696" y="1734470"/>
                </a:lnTo>
                <a:close/>
              </a:path>
              <a:path w="757554" h="2143759">
                <a:moveTo>
                  <a:pt x="301571" y="1734470"/>
                </a:moveTo>
                <a:lnTo>
                  <a:pt x="325539" y="1734470"/>
                </a:lnTo>
                <a:lnTo>
                  <a:pt x="325539" y="1646672"/>
                </a:lnTo>
                <a:lnTo>
                  <a:pt x="301571" y="1646672"/>
                </a:lnTo>
                <a:lnTo>
                  <a:pt x="301571" y="1734470"/>
                </a:lnTo>
                <a:close/>
              </a:path>
              <a:path w="757554" h="2143759">
                <a:moveTo>
                  <a:pt x="263510" y="1734470"/>
                </a:moveTo>
                <a:lnTo>
                  <a:pt x="287446" y="1734470"/>
                </a:lnTo>
                <a:lnTo>
                  <a:pt x="287446" y="1646672"/>
                </a:lnTo>
                <a:lnTo>
                  <a:pt x="263510" y="1646672"/>
                </a:lnTo>
                <a:lnTo>
                  <a:pt x="263510" y="1734470"/>
                </a:lnTo>
                <a:close/>
              </a:path>
              <a:path w="757554" h="2143759">
                <a:moveTo>
                  <a:pt x="453881" y="1841587"/>
                </a:moveTo>
                <a:lnTo>
                  <a:pt x="477870" y="1841587"/>
                </a:lnTo>
                <a:lnTo>
                  <a:pt x="477870" y="1753862"/>
                </a:lnTo>
                <a:lnTo>
                  <a:pt x="453881" y="1753862"/>
                </a:lnTo>
                <a:lnTo>
                  <a:pt x="453881" y="1841587"/>
                </a:lnTo>
                <a:close/>
              </a:path>
              <a:path w="757554" h="2143759">
                <a:moveTo>
                  <a:pt x="415830" y="1841587"/>
                </a:moveTo>
                <a:lnTo>
                  <a:pt x="439766" y="1841587"/>
                </a:lnTo>
                <a:lnTo>
                  <a:pt x="439766" y="1753862"/>
                </a:lnTo>
                <a:lnTo>
                  <a:pt x="415830" y="1753862"/>
                </a:lnTo>
                <a:lnTo>
                  <a:pt x="415830" y="1841587"/>
                </a:lnTo>
                <a:close/>
              </a:path>
              <a:path w="757554" h="2143759">
                <a:moveTo>
                  <a:pt x="377758" y="1841587"/>
                </a:moveTo>
                <a:lnTo>
                  <a:pt x="401694" y="1841587"/>
                </a:lnTo>
                <a:lnTo>
                  <a:pt x="401694" y="1753862"/>
                </a:lnTo>
                <a:lnTo>
                  <a:pt x="377758" y="1753862"/>
                </a:lnTo>
                <a:lnTo>
                  <a:pt x="377758" y="1841587"/>
                </a:lnTo>
                <a:close/>
              </a:path>
              <a:path w="757554" h="2143759">
                <a:moveTo>
                  <a:pt x="339696" y="1841587"/>
                </a:moveTo>
                <a:lnTo>
                  <a:pt x="363591" y="1841587"/>
                </a:lnTo>
                <a:lnTo>
                  <a:pt x="363591" y="1753862"/>
                </a:lnTo>
                <a:lnTo>
                  <a:pt x="339696" y="1753862"/>
                </a:lnTo>
                <a:lnTo>
                  <a:pt x="339696" y="1841587"/>
                </a:lnTo>
                <a:close/>
              </a:path>
              <a:path w="757554" h="2143759">
                <a:moveTo>
                  <a:pt x="301571" y="1841587"/>
                </a:moveTo>
                <a:lnTo>
                  <a:pt x="325539" y="1841587"/>
                </a:lnTo>
                <a:lnTo>
                  <a:pt x="325539" y="1753862"/>
                </a:lnTo>
                <a:lnTo>
                  <a:pt x="301571" y="1753862"/>
                </a:lnTo>
                <a:lnTo>
                  <a:pt x="301571" y="1841587"/>
                </a:lnTo>
                <a:close/>
              </a:path>
              <a:path w="757554" h="2143759">
                <a:moveTo>
                  <a:pt x="263510" y="1841587"/>
                </a:moveTo>
                <a:lnTo>
                  <a:pt x="287446" y="1841587"/>
                </a:lnTo>
                <a:lnTo>
                  <a:pt x="287446" y="1753862"/>
                </a:lnTo>
                <a:lnTo>
                  <a:pt x="263510" y="1753862"/>
                </a:lnTo>
                <a:lnTo>
                  <a:pt x="263510" y="1841587"/>
                </a:lnTo>
                <a:close/>
              </a:path>
              <a:path w="757554" h="2143759">
                <a:moveTo>
                  <a:pt x="453881" y="1948778"/>
                </a:moveTo>
                <a:lnTo>
                  <a:pt x="477870" y="1948778"/>
                </a:lnTo>
                <a:lnTo>
                  <a:pt x="477870" y="1860979"/>
                </a:lnTo>
                <a:lnTo>
                  <a:pt x="453881" y="1860979"/>
                </a:lnTo>
                <a:lnTo>
                  <a:pt x="453881" y="1948778"/>
                </a:lnTo>
                <a:close/>
              </a:path>
              <a:path w="757554" h="2143759">
                <a:moveTo>
                  <a:pt x="415830" y="1948778"/>
                </a:moveTo>
                <a:lnTo>
                  <a:pt x="439766" y="1948778"/>
                </a:lnTo>
                <a:lnTo>
                  <a:pt x="439766" y="1860979"/>
                </a:lnTo>
                <a:lnTo>
                  <a:pt x="415830" y="1860979"/>
                </a:lnTo>
                <a:lnTo>
                  <a:pt x="415830" y="1948778"/>
                </a:lnTo>
                <a:close/>
              </a:path>
              <a:path w="757554" h="2143759">
                <a:moveTo>
                  <a:pt x="377758" y="1948778"/>
                </a:moveTo>
                <a:lnTo>
                  <a:pt x="401694" y="1948778"/>
                </a:lnTo>
                <a:lnTo>
                  <a:pt x="401694" y="1860979"/>
                </a:lnTo>
                <a:lnTo>
                  <a:pt x="377758" y="1860979"/>
                </a:lnTo>
                <a:lnTo>
                  <a:pt x="377758" y="1948778"/>
                </a:lnTo>
                <a:close/>
              </a:path>
              <a:path w="757554" h="2143759">
                <a:moveTo>
                  <a:pt x="339696" y="1948778"/>
                </a:moveTo>
                <a:lnTo>
                  <a:pt x="363591" y="1948778"/>
                </a:lnTo>
                <a:lnTo>
                  <a:pt x="363591" y="1860979"/>
                </a:lnTo>
                <a:lnTo>
                  <a:pt x="339696" y="1860979"/>
                </a:lnTo>
                <a:lnTo>
                  <a:pt x="339696" y="1948778"/>
                </a:lnTo>
                <a:close/>
              </a:path>
              <a:path w="757554" h="2143759">
                <a:moveTo>
                  <a:pt x="301571" y="1948778"/>
                </a:moveTo>
                <a:lnTo>
                  <a:pt x="325539" y="1948778"/>
                </a:lnTo>
                <a:lnTo>
                  <a:pt x="325539" y="1860979"/>
                </a:lnTo>
                <a:lnTo>
                  <a:pt x="301571" y="1860979"/>
                </a:lnTo>
                <a:lnTo>
                  <a:pt x="301571" y="1948778"/>
                </a:lnTo>
                <a:close/>
              </a:path>
              <a:path w="757554" h="2143759">
                <a:moveTo>
                  <a:pt x="263510" y="1948778"/>
                </a:moveTo>
                <a:lnTo>
                  <a:pt x="287446" y="1948778"/>
                </a:lnTo>
                <a:lnTo>
                  <a:pt x="287446" y="1860979"/>
                </a:lnTo>
                <a:lnTo>
                  <a:pt x="263510" y="1860979"/>
                </a:lnTo>
                <a:lnTo>
                  <a:pt x="263510" y="1948778"/>
                </a:lnTo>
                <a:close/>
              </a:path>
              <a:path w="757554" h="2143759">
                <a:moveTo>
                  <a:pt x="227563" y="2092135"/>
                </a:moveTo>
                <a:lnTo>
                  <a:pt x="251500" y="2092135"/>
                </a:lnTo>
                <a:lnTo>
                  <a:pt x="251500" y="1969960"/>
                </a:lnTo>
                <a:lnTo>
                  <a:pt x="227563" y="1969960"/>
                </a:lnTo>
                <a:lnTo>
                  <a:pt x="227563" y="2092135"/>
                </a:lnTo>
                <a:close/>
              </a:path>
              <a:path w="757554" h="2143759">
                <a:moveTo>
                  <a:pt x="189460" y="2092135"/>
                </a:moveTo>
                <a:lnTo>
                  <a:pt x="213386" y="2092135"/>
                </a:lnTo>
                <a:lnTo>
                  <a:pt x="213386" y="1969960"/>
                </a:lnTo>
                <a:lnTo>
                  <a:pt x="189460" y="1969960"/>
                </a:lnTo>
                <a:lnTo>
                  <a:pt x="189460" y="2092135"/>
                </a:lnTo>
                <a:close/>
              </a:path>
              <a:path w="757554" h="2143759">
                <a:moveTo>
                  <a:pt x="151377" y="2092135"/>
                </a:moveTo>
                <a:lnTo>
                  <a:pt x="175345" y="2092135"/>
                </a:lnTo>
                <a:lnTo>
                  <a:pt x="175345" y="1969960"/>
                </a:lnTo>
                <a:lnTo>
                  <a:pt x="151377" y="1969960"/>
                </a:lnTo>
                <a:lnTo>
                  <a:pt x="151377" y="2092135"/>
                </a:lnTo>
                <a:close/>
              </a:path>
              <a:path w="757554" h="2143759">
                <a:moveTo>
                  <a:pt x="113274" y="2092135"/>
                </a:moveTo>
                <a:lnTo>
                  <a:pt x="137273" y="2092135"/>
                </a:lnTo>
                <a:lnTo>
                  <a:pt x="137273" y="1969960"/>
                </a:lnTo>
                <a:lnTo>
                  <a:pt x="113274" y="1969960"/>
                </a:lnTo>
                <a:lnTo>
                  <a:pt x="113274" y="2092135"/>
                </a:lnTo>
                <a:close/>
              </a:path>
              <a:path w="757554" h="2143759">
                <a:moveTo>
                  <a:pt x="75233" y="2092135"/>
                </a:moveTo>
                <a:lnTo>
                  <a:pt x="99201" y="2092135"/>
                </a:lnTo>
                <a:lnTo>
                  <a:pt x="99201" y="1969960"/>
                </a:lnTo>
                <a:lnTo>
                  <a:pt x="75233" y="1969960"/>
                </a:lnTo>
                <a:lnTo>
                  <a:pt x="75233" y="2092135"/>
                </a:lnTo>
                <a:close/>
              </a:path>
              <a:path w="757554" h="2143759">
                <a:moveTo>
                  <a:pt x="37129" y="2092135"/>
                </a:moveTo>
                <a:lnTo>
                  <a:pt x="61087" y="2092135"/>
                </a:lnTo>
                <a:lnTo>
                  <a:pt x="61087" y="1969960"/>
                </a:lnTo>
                <a:lnTo>
                  <a:pt x="37129" y="1969960"/>
                </a:lnTo>
                <a:lnTo>
                  <a:pt x="37129" y="2092135"/>
                </a:lnTo>
                <a:close/>
              </a:path>
              <a:path w="757554" h="2143759">
                <a:moveTo>
                  <a:pt x="227563" y="1520142"/>
                </a:moveTo>
                <a:lnTo>
                  <a:pt x="251500" y="1520142"/>
                </a:lnTo>
                <a:lnTo>
                  <a:pt x="251500" y="1432385"/>
                </a:lnTo>
                <a:lnTo>
                  <a:pt x="227563" y="1432385"/>
                </a:lnTo>
                <a:lnTo>
                  <a:pt x="227563" y="1520142"/>
                </a:lnTo>
                <a:close/>
              </a:path>
              <a:path w="757554" h="2143759">
                <a:moveTo>
                  <a:pt x="189460" y="1520142"/>
                </a:moveTo>
                <a:lnTo>
                  <a:pt x="213386" y="1520142"/>
                </a:lnTo>
                <a:lnTo>
                  <a:pt x="213386" y="1432385"/>
                </a:lnTo>
                <a:lnTo>
                  <a:pt x="189460" y="1432385"/>
                </a:lnTo>
                <a:lnTo>
                  <a:pt x="189460" y="1520142"/>
                </a:lnTo>
                <a:close/>
              </a:path>
              <a:path w="757554" h="2143759">
                <a:moveTo>
                  <a:pt x="151377" y="1520142"/>
                </a:moveTo>
                <a:lnTo>
                  <a:pt x="175345" y="1520142"/>
                </a:lnTo>
                <a:lnTo>
                  <a:pt x="175345" y="1432385"/>
                </a:lnTo>
                <a:lnTo>
                  <a:pt x="151377" y="1432385"/>
                </a:lnTo>
                <a:lnTo>
                  <a:pt x="151377" y="1520142"/>
                </a:lnTo>
                <a:close/>
              </a:path>
              <a:path w="757554" h="2143759">
                <a:moveTo>
                  <a:pt x="113274" y="1520142"/>
                </a:moveTo>
                <a:lnTo>
                  <a:pt x="137273" y="1520142"/>
                </a:lnTo>
                <a:lnTo>
                  <a:pt x="137273" y="1432385"/>
                </a:lnTo>
                <a:lnTo>
                  <a:pt x="113274" y="1432385"/>
                </a:lnTo>
                <a:lnTo>
                  <a:pt x="113274" y="1520142"/>
                </a:lnTo>
                <a:close/>
              </a:path>
              <a:path w="757554" h="2143759">
                <a:moveTo>
                  <a:pt x="75233" y="1520142"/>
                </a:moveTo>
                <a:lnTo>
                  <a:pt x="99201" y="1520142"/>
                </a:lnTo>
                <a:lnTo>
                  <a:pt x="99201" y="1432385"/>
                </a:lnTo>
                <a:lnTo>
                  <a:pt x="75233" y="1432385"/>
                </a:lnTo>
                <a:lnTo>
                  <a:pt x="75233" y="1520142"/>
                </a:lnTo>
                <a:close/>
              </a:path>
              <a:path w="757554" h="2143759">
                <a:moveTo>
                  <a:pt x="37129" y="1520142"/>
                </a:moveTo>
                <a:lnTo>
                  <a:pt x="61087" y="1520142"/>
                </a:lnTo>
                <a:lnTo>
                  <a:pt x="61087" y="1432385"/>
                </a:lnTo>
                <a:lnTo>
                  <a:pt x="37129" y="1432385"/>
                </a:lnTo>
                <a:lnTo>
                  <a:pt x="37129" y="1520142"/>
                </a:lnTo>
                <a:close/>
              </a:path>
              <a:path w="757554" h="2143759">
                <a:moveTo>
                  <a:pt x="227563" y="1627290"/>
                </a:moveTo>
                <a:lnTo>
                  <a:pt x="251500" y="1627290"/>
                </a:lnTo>
                <a:lnTo>
                  <a:pt x="251500" y="1539534"/>
                </a:lnTo>
                <a:lnTo>
                  <a:pt x="227563" y="1539534"/>
                </a:lnTo>
                <a:lnTo>
                  <a:pt x="227563" y="1627290"/>
                </a:lnTo>
                <a:close/>
              </a:path>
              <a:path w="757554" h="2143759">
                <a:moveTo>
                  <a:pt x="189460" y="1627290"/>
                </a:moveTo>
                <a:lnTo>
                  <a:pt x="213386" y="1627290"/>
                </a:lnTo>
                <a:lnTo>
                  <a:pt x="213386" y="1539534"/>
                </a:lnTo>
                <a:lnTo>
                  <a:pt x="189460" y="1539534"/>
                </a:lnTo>
                <a:lnTo>
                  <a:pt x="189460" y="1627290"/>
                </a:lnTo>
                <a:close/>
              </a:path>
              <a:path w="757554" h="2143759">
                <a:moveTo>
                  <a:pt x="151377" y="1627290"/>
                </a:moveTo>
                <a:lnTo>
                  <a:pt x="175345" y="1627290"/>
                </a:lnTo>
                <a:lnTo>
                  <a:pt x="175345" y="1539534"/>
                </a:lnTo>
                <a:lnTo>
                  <a:pt x="151377" y="1539534"/>
                </a:lnTo>
                <a:lnTo>
                  <a:pt x="151377" y="1627290"/>
                </a:lnTo>
                <a:close/>
              </a:path>
              <a:path w="757554" h="2143759">
                <a:moveTo>
                  <a:pt x="113274" y="1627290"/>
                </a:moveTo>
                <a:lnTo>
                  <a:pt x="137273" y="1627290"/>
                </a:lnTo>
                <a:lnTo>
                  <a:pt x="137273" y="1539534"/>
                </a:lnTo>
                <a:lnTo>
                  <a:pt x="113274" y="1539534"/>
                </a:lnTo>
                <a:lnTo>
                  <a:pt x="113274" y="1627290"/>
                </a:lnTo>
                <a:close/>
              </a:path>
              <a:path w="757554" h="2143759">
                <a:moveTo>
                  <a:pt x="75233" y="1627290"/>
                </a:moveTo>
                <a:lnTo>
                  <a:pt x="99201" y="1627290"/>
                </a:lnTo>
                <a:lnTo>
                  <a:pt x="99201" y="1539534"/>
                </a:lnTo>
                <a:lnTo>
                  <a:pt x="75233" y="1539534"/>
                </a:lnTo>
                <a:lnTo>
                  <a:pt x="75233" y="1627290"/>
                </a:lnTo>
                <a:close/>
              </a:path>
              <a:path w="757554" h="2143759">
                <a:moveTo>
                  <a:pt x="37129" y="1627290"/>
                </a:moveTo>
                <a:lnTo>
                  <a:pt x="61087" y="1627290"/>
                </a:lnTo>
                <a:lnTo>
                  <a:pt x="61087" y="1539534"/>
                </a:lnTo>
                <a:lnTo>
                  <a:pt x="37129" y="1539534"/>
                </a:lnTo>
                <a:lnTo>
                  <a:pt x="37129" y="1627290"/>
                </a:lnTo>
                <a:close/>
              </a:path>
              <a:path w="757554" h="2143759">
                <a:moveTo>
                  <a:pt x="227563" y="1734470"/>
                </a:moveTo>
                <a:lnTo>
                  <a:pt x="251500" y="1734470"/>
                </a:lnTo>
                <a:lnTo>
                  <a:pt x="251500" y="1646672"/>
                </a:lnTo>
                <a:lnTo>
                  <a:pt x="227563" y="1646672"/>
                </a:lnTo>
                <a:lnTo>
                  <a:pt x="227563" y="1734470"/>
                </a:lnTo>
                <a:close/>
              </a:path>
              <a:path w="757554" h="2143759">
                <a:moveTo>
                  <a:pt x="189460" y="1734470"/>
                </a:moveTo>
                <a:lnTo>
                  <a:pt x="213386" y="1734470"/>
                </a:lnTo>
                <a:lnTo>
                  <a:pt x="213386" y="1646672"/>
                </a:lnTo>
                <a:lnTo>
                  <a:pt x="189460" y="1646672"/>
                </a:lnTo>
                <a:lnTo>
                  <a:pt x="189460" y="1734470"/>
                </a:lnTo>
                <a:close/>
              </a:path>
              <a:path w="757554" h="2143759">
                <a:moveTo>
                  <a:pt x="151377" y="1734470"/>
                </a:moveTo>
                <a:lnTo>
                  <a:pt x="175345" y="1734470"/>
                </a:lnTo>
                <a:lnTo>
                  <a:pt x="175345" y="1646672"/>
                </a:lnTo>
                <a:lnTo>
                  <a:pt x="151377" y="1646672"/>
                </a:lnTo>
                <a:lnTo>
                  <a:pt x="151377" y="1734470"/>
                </a:lnTo>
                <a:close/>
              </a:path>
              <a:path w="757554" h="2143759">
                <a:moveTo>
                  <a:pt x="113274" y="1734470"/>
                </a:moveTo>
                <a:lnTo>
                  <a:pt x="137273" y="1734470"/>
                </a:lnTo>
                <a:lnTo>
                  <a:pt x="137273" y="1646672"/>
                </a:lnTo>
                <a:lnTo>
                  <a:pt x="113274" y="1646672"/>
                </a:lnTo>
                <a:lnTo>
                  <a:pt x="113274" y="1734470"/>
                </a:lnTo>
                <a:close/>
              </a:path>
              <a:path w="757554" h="2143759">
                <a:moveTo>
                  <a:pt x="75233" y="1734470"/>
                </a:moveTo>
                <a:lnTo>
                  <a:pt x="99201" y="1734470"/>
                </a:lnTo>
                <a:lnTo>
                  <a:pt x="99201" y="1646672"/>
                </a:lnTo>
                <a:lnTo>
                  <a:pt x="75233" y="1646672"/>
                </a:lnTo>
                <a:lnTo>
                  <a:pt x="75233" y="1734470"/>
                </a:lnTo>
                <a:close/>
              </a:path>
              <a:path w="757554" h="2143759">
                <a:moveTo>
                  <a:pt x="37129" y="1734470"/>
                </a:moveTo>
                <a:lnTo>
                  <a:pt x="61087" y="1734470"/>
                </a:lnTo>
                <a:lnTo>
                  <a:pt x="61087" y="1646672"/>
                </a:lnTo>
                <a:lnTo>
                  <a:pt x="37129" y="1646672"/>
                </a:lnTo>
                <a:lnTo>
                  <a:pt x="37129" y="1734470"/>
                </a:lnTo>
                <a:close/>
              </a:path>
              <a:path w="757554" h="2143759">
                <a:moveTo>
                  <a:pt x="227563" y="1841587"/>
                </a:moveTo>
                <a:lnTo>
                  <a:pt x="251500" y="1841587"/>
                </a:lnTo>
                <a:lnTo>
                  <a:pt x="251500" y="1753862"/>
                </a:lnTo>
                <a:lnTo>
                  <a:pt x="227563" y="1753862"/>
                </a:lnTo>
                <a:lnTo>
                  <a:pt x="227563" y="1841587"/>
                </a:lnTo>
                <a:close/>
              </a:path>
              <a:path w="757554" h="2143759">
                <a:moveTo>
                  <a:pt x="189460" y="1841587"/>
                </a:moveTo>
                <a:lnTo>
                  <a:pt x="213386" y="1841587"/>
                </a:lnTo>
                <a:lnTo>
                  <a:pt x="213386" y="1753862"/>
                </a:lnTo>
                <a:lnTo>
                  <a:pt x="189460" y="1753862"/>
                </a:lnTo>
                <a:lnTo>
                  <a:pt x="189460" y="1841587"/>
                </a:lnTo>
                <a:close/>
              </a:path>
              <a:path w="757554" h="2143759">
                <a:moveTo>
                  <a:pt x="151377" y="1841587"/>
                </a:moveTo>
                <a:lnTo>
                  <a:pt x="175345" y="1841587"/>
                </a:lnTo>
                <a:lnTo>
                  <a:pt x="175345" y="1753862"/>
                </a:lnTo>
                <a:lnTo>
                  <a:pt x="151377" y="1753862"/>
                </a:lnTo>
                <a:lnTo>
                  <a:pt x="151377" y="1841587"/>
                </a:lnTo>
                <a:close/>
              </a:path>
              <a:path w="757554" h="2143759">
                <a:moveTo>
                  <a:pt x="113274" y="1841587"/>
                </a:moveTo>
                <a:lnTo>
                  <a:pt x="137273" y="1841587"/>
                </a:lnTo>
                <a:lnTo>
                  <a:pt x="137273" y="1753862"/>
                </a:lnTo>
                <a:lnTo>
                  <a:pt x="113274" y="1753862"/>
                </a:lnTo>
                <a:lnTo>
                  <a:pt x="113274" y="1841587"/>
                </a:lnTo>
                <a:close/>
              </a:path>
              <a:path w="757554" h="2143759">
                <a:moveTo>
                  <a:pt x="75233" y="1841587"/>
                </a:moveTo>
                <a:lnTo>
                  <a:pt x="99201" y="1841587"/>
                </a:lnTo>
                <a:lnTo>
                  <a:pt x="99201" y="1753862"/>
                </a:lnTo>
                <a:lnTo>
                  <a:pt x="75233" y="1753862"/>
                </a:lnTo>
                <a:lnTo>
                  <a:pt x="75233" y="1841587"/>
                </a:lnTo>
                <a:close/>
              </a:path>
              <a:path w="757554" h="2143759">
                <a:moveTo>
                  <a:pt x="37129" y="1841587"/>
                </a:moveTo>
                <a:lnTo>
                  <a:pt x="61087" y="1841587"/>
                </a:lnTo>
                <a:lnTo>
                  <a:pt x="61087" y="1753862"/>
                </a:lnTo>
                <a:lnTo>
                  <a:pt x="37129" y="1753862"/>
                </a:lnTo>
                <a:lnTo>
                  <a:pt x="37129" y="1841587"/>
                </a:lnTo>
                <a:close/>
              </a:path>
              <a:path w="757554" h="2143759">
                <a:moveTo>
                  <a:pt x="227563" y="1948778"/>
                </a:moveTo>
                <a:lnTo>
                  <a:pt x="251500" y="1948778"/>
                </a:lnTo>
                <a:lnTo>
                  <a:pt x="251500" y="1860979"/>
                </a:lnTo>
                <a:lnTo>
                  <a:pt x="227563" y="1860979"/>
                </a:lnTo>
                <a:lnTo>
                  <a:pt x="227563" y="1948778"/>
                </a:lnTo>
                <a:close/>
              </a:path>
              <a:path w="757554" h="2143759">
                <a:moveTo>
                  <a:pt x="189460" y="1948778"/>
                </a:moveTo>
                <a:lnTo>
                  <a:pt x="213386" y="1948778"/>
                </a:lnTo>
                <a:lnTo>
                  <a:pt x="213386" y="1860979"/>
                </a:lnTo>
                <a:lnTo>
                  <a:pt x="189460" y="1860979"/>
                </a:lnTo>
                <a:lnTo>
                  <a:pt x="189460" y="1948778"/>
                </a:lnTo>
                <a:close/>
              </a:path>
              <a:path w="757554" h="2143759">
                <a:moveTo>
                  <a:pt x="151377" y="1948778"/>
                </a:moveTo>
                <a:lnTo>
                  <a:pt x="175345" y="1948778"/>
                </a:lnTo>
                <a:lnTo>
                  <a:pt x="175345" y="1860979"/>
                </a:lnTo>
                <a:lnTo>
                  <a:pt x="151377" y="1860979"/>
                </a:lnTo>
                <a:lnTo>
                  <a:pt x="151377" y="1948778"/>
                </a:lnTo>
                <a:close/>
              </a:path>
              <a:path w="757554" h="2143759">
                <a:moveTo>
                  <a:pt x="113274" y="1948778"/>
                </a:moveTo>
                <a:lnTo>
                  <a:pt x="137273" y="1948778"/>
                </a:lnTo>
                <a:lnTo>
                  <a:pt x="137273" y="1860979"/>
                </a:lnTo>
                <a:lnTo>
                  <a:pt x="113274" y="1860979"/>
                </a:lnTo>
                <a:lnTo>
                  <a:pt x="113274" y="1948778"/>
                </a:lnTo>
                <a:close/>
              </a:path>
              <a:path w="757554" h="2143759">
                <a:moveTo>
                  <a:pt x="75233" y="1948778"/>
                </a:moveTo>
                <a:lnTo>
                  <a:pt x="99201" y="1948778"/>
                </a:lnTo>
                <a:lnTo>
                  <a:pt x="99201" y="1860979"/>
                </a:lnTo>
                <a:lnTo>
                  <a:pt x="75233" y="1860979"/>
                </a:lnTo>
                <a:lnTo>
                  <a:pt x="75233" y="1948778"/>
                </a:lnTo>
                <a:close/>
              </a:path>
              <a:path w="757554" h="2143759">
                <a:moveTo>
                  <a:pt x="37129" y="1948778"/>
                </a:moveTo>
                <a:lnTo>
                  <a:pt x="61087" y="1948778"/>
                </a:lnTo>
                <a:lnTo>
                  <a:pt x="61087" y="1860979"/>
                </a:lnTo>
                <a:lnTo>
                  <a:pt x="37129" y="1860979"/>
                </a:lnTo>
                <a:lnTo>
                  <a:pt x="37129" y="1948778"/>
                </a:lnTo>
                <a:close/>
              </a:path>
              <a:path w="757554" h="2143759">
                <a:moveTo>
                  <a:pt x="680262" y="1411119"/>
                </a:moveTo>
                <a:lnTo>
                  <a:pt x="704219" y="1411119"/>
                </a:lnTo>
                <a:lnTo>
                  <a:pt x="704219" y="1288965"/>
                </a:lnTo>
                <a:lnTo>
                  <a:pt x="680262" y="1288965"/>
                </a:lnTo>
                <a:lnTo>
                  <a:pt x="680262" y="1411119"/>
                </a:lnTo>
                <a:close/>
              </a:path>
              <a:path w="757554" h="2143759">
                <a:moveTo>
                  <a:pt x="642221" y="1411119"/>
                </a:moveTo>
                <a:lnTo>
                  <a:pt x="666147" y="1411119"/>
                </a:lnTo>
                <a:lnTo>
                  <a:pt x="666147" y="1288965"/>
                </a:lnTo>
                <a:lnTo>
                  <a:pt x="642221" y="1288965"/>
                </a:lnTo>
                <a:lnTo>
                  <a:pt x="642221" y="1411119"/>
                </a:lnTo>
                <a:close/>
              </a:path>
              <a:path w="757554" h="2143759">
                <a:moveTo>
                  <a:pt x="604107" y="1411119"/>
                </a:moveTo>
                <a:lnTo>
                  <a:pt x="628043" y="1411119"/>
                </a:lnTo>
                <a:lnTo>
                  <a:pt x="628043" y="1288965"/>
                </a:lnTo>
                <a:lnTo>
                  <a:pt x="604107" y="1288965"/>
                </a:lnTo>
                <a:lnTo>
                  <a:pt x="604107" y="1411119"/>
                </a:lnTo>
                <a:close/>
              </a:path>
              <a:path w="757554" h="2143759">
                <a:moveTo>
                  <a:pt x="566024" y="1411119"/>
                </a:moveTo>
                <a:lnTo>
                  <a:pt x="589992" y="1411119"/>
                </a:lnTo>
                <a:lnTo>
                  <a:pt x="589992" y="1288965"/>
                </a:lnTo>
                <a:lnTo>
                  <a:pt x="566024" y="1288965"/>
                </a:lnTo>
                <a:lnTo>
                  <a:pt x="566024" y="1411119"/>
                </a:lnTo>
                <a:close/>
              </a:path>
              <a:path w="757554" h="2143759">
                <a:moveTo>
                  <a:pt x="527994" y="1411119"/>
                </a:moveTo>
                <a:lnTo>
                  <a:pt x="551920" y="1411119"/>
                </a:lnTo>
                <a:lnTo>
                  <a:pt x="551920" y="1288965"/>
                </a:lnTo>
                <a:lnTo>
                  <a:pt x="527994" y="1288965"/>
                </a:lnTo>
                <a:lnTo>
                  <a:pt x="527994" y="1411119"/>
                </a:lnTo>
                <a:close/>
              </a:path>
              <a:path w="757554" h="2143759">
                <a:moveTo>
                  <a:pt x="489880" y="1411119"/>
                </a:moveTo>
                <a:lnTo>
                  <a:pt x="513837" y="1411119"/>
                </a:lnTo>
                <a:lnTo>
                  <a:pt x="513837" y="1288965"/>
                </a:lnTo>
                <a:lnTo>
                  <a:pt x="489880" y="1288965"/>
                </a:lnTo>
                <a:lnTo>
                  <a:pt x="489880" y="1411119"/>
                </a:lnTo>
                <a:close/>
              </a:path>
              <a:path w="757554" h="2143759">
                <a:moveTo>
                  <a:pt x="680262" y="839147"/>
                </a:moveTo>
                <a:lnTo>
                  <a:pt x="704219" y="839147"/>
                </a:lnTo>
                <a:lnTo>
                  <a:pt x="704219" y="751390"/>
                </a:lnTo>
                <a:lnTo>
                  <a:pt x="680262" y="751390"/>
                </a:lnTo>
                <a:lnTo>
                  <a:pt x="680262" y="839147"/>
                </a:lnTo>
                <a:close/>
              </a:path>
              <a:path w="757554" h="2143759">
                <a:moveTo>
                  <a:pt x="642221" y="839147"/>
                </a:moveTo>
                <a:lnTo>
                  <a:pt x="666147" y="839147"/>
                </a:lnTo>
                <a:lnTo>
                  <a:pt x="666147" y="751390"/>
                </a:lnTo>
                <a:lnTo>
                  <a:pt x="642221" y="751390"/>
                </a:lnTo>
                <a:lnTo>
                  <a:pt x="642221" y="839147"/>
                </a:lnTo>
                <a:close/>
              </a:path>
              <a:path w="757554" h="2143759">
                <a:moveTo>
                  <a:pt x="604107" y="839147"/>
                </a:moveTo>
                <a:lnTo>
                  <a:pt x="628043" y="839147"/>
                </a:lnTo>
                <a:lnTo>
                  <a:pt x="628043" y="751390"/>
                </a:lnTo>
                <a:lnTo>
                  <a:pt x="604107" y="751390"/>
                </a:lnTo>
                <a:lnTo>
                  <a:pt x="604107" y="839147"/>
                </a:lnTo>
                <a:close/>
              </a:path>
              <a:path w="757554" h="2143759">
                <a:moveTo>
                  <a:pt x="566024" y="839147"/>
                </a:moveTo>
                <a:lnTo>
                  <a:pt x="589992" y="839147"/>
                </a:lnTo>
                <a:lnTo>
                  <a:pt x="589992" y="751390"/>
                </a:lnTo>
                <a:lnTo>
                  <a:pt x="566024" y="751390"/>
                </a:lnTo>
                <a:lnTo>
                  <a:pt x="566024" y="839147"/>
                </a:lnTo>
                <a:close/>
              </a:path>
              <a:path w="757554" h="2143759">
                <a:moveTo>
                  <a:pt x="527994" y="839147"/>
                </a:moveTo>
                <a:lnTo>
                  <a:pt x="551920" y="839147"/>
                </a:lnTo>
                <a:lnTo>
                  <a:pt x="551920" y="751390"/>
                </a:lnTo>
                <a:lnTo>
                  <a:pt x="527994" y="751390"/>
                </a:lnTo>
                <a:lnTo>
                  <a:pt x="527994" y="839147"/>
                </a:lnTo>
                <a:close/>
              </a:path>
              <a:path w="757554" h="2143759">
                <a:moveTo>
                  <a:pt x="489880" y="839147"/>
                </a:moveTo>
                <a:lnTo>
                  <a:pt x="513837" y="839147"/>
                </a:lnTo>
                <a:lnTo>
                  <a:pt x="513837" y="751390"/>
                </a:lnTo>
                <a:lnTo>
                  <a:pt x="489880" y="751390"/>
                </a:lnTo>
                <a:lnTo>
                  <a:pt x="489880" y="839147"/>
                </a:lnTo>
                <a:close/>
              </a:path>
              <a:path w="757554" h="2143759">
                <a:moveTo>
                  <a:pt x="680262" y="946295"/>
                </a:moveTo>
                <a:lnTo>
                  <a:pt x="704219" y="946295"/>
                </a:lnTo>
                <a:lnTo>
                  <a:pt x="704219" y="858497"/>
                </a:lnTo>
                <a:lnTo>
                  <a:pt x="680262" y="858497"/>
                </a:lnTo>
                <a:lnTo>
                  <a:pt x="680262" y="946295"/>
                </a:lnTo>
                <a:close/>
              </a:path>
              <a:path w="757554" h="2143759">
                <a:moveTo>
                  <a:pt x="642221" y="946295"/>
                </a:moveTo>
                <a:lnTo>
                  <a:pt x="666147" y="946295"/>
                </a:lnTo>
                <a:lnTo>
                  <a:pt x="666147" y="858497"/>
                </a:lnTo>
                <a:lnTo>
                  <a:pt x="642221" y="858497"/>
                </a:lnTo>
                <a:lnTo>
                  <a:pt x="642221" y="946295"/>
                </a:lnTo>
                <a:close/>
              </a:path>
              <a:path w="757554" h="2143759">
                <a:moveTo>
                  <a:pt x="604107" y="946295"/>
                </a:moveTo>
                <a:lnTo>
                  <a:pt x="628043" y="946295"/>
                </a:lnTo>
                <a:lnTo>
                  <a:pt x="628043" y="858497"/>
                </a:lnTo>
                <a:lnTo>
                  <a:pt x="604107" y="858497"/>
                </a:lnTo>
                <a:lnTo>
                  <a:pt x="604107" y="946295"/>
                </a:lnTo>
                <a:close/>
              </a:path>
              <a:path w="757554" h="2143759">
                <a:moveTo>
                  <a:pt x="566024" y="946295"/>
                </a:moveTo>
                <a:lnTo>
                  <a:pt x="589992" y="946295"/>
                </a:lnTo>
                <a:lnTo>
                  <a:pt x="589992" y="858497"/>
                </a:lnTo>
                <a:lnTo>
                  <a:pt x="566024" y="858497"/>
                </a:lnTo>
                <a:lnTo>
                  <a:pt x="566024" y="946295"/>
                </a:lnTo>
                <a:close/>
              </a:path>
              <a:path w="757554" h="2143759">
                <a:moveTo>
                  <a:pt x="527994" y="946295"/>
                </a:moveTo>
                <a:lnTo>
                  <a:pt x="551920" y="946295"/>
                </a:lnTo>
                <a:lnTo>
                  <a:pt x="551920" y="858497"/>
                </a:lnTo>
                <a:lnTo>
                  <a:pt x="527994" y="858497"/>
                </a:lnTo>
                <a:lnTo>
                  <a:pt x="527994" y="946295"/>
                </a:lnTo>
                <a:close/>
              </a:path>
              <a:path w="757554" h="2143759">
                <a:moveTo>
                  <a:pt x="489880" y="946295"/>
                </a:moveTo>
                <a:lnTo>
                  <a:pt x="513837" y="946295"/>
                </a:lnTo>
                <a:lnTo>
                  <a:pt x="513837" y="858497"/>
                </a:lnTo>
                <a:lnTo>
                  <a:pt x="489880" y="858497"/>
                </a:lnTo>
                <a:lnTo>
                  <a:pt x="489880" y="946295"/>
                </a:lnTo>
                <a:close/>
              </a:path>
              <a:path w="757554" h="2143759">
                <a:moveTo>
                  <a:pt x="680262" y="1053454"/>
                </a:moveTo>
                <a:lnTo>
                  <a:pt x="704219" y="1053454"/>
                </a:lnTo>
                <a:lnTo>
                  <a:pt x="704219" y="965677"/>
                </a:lnTo>
                <a:lnTo>
                  <a:pt x="680262" y="965677"/>
                </a:lnTo>
                <a:lnTo>
                  <a:pt x="680262" y="1053454"/>
                </a:lnTo>
                <a:close/>
              </a:path>
              <a:path w="757554" h="2143759">
                <a:moveTo>
                  <a:pt x="642221" y="1053454"/>
                </a:moveTo>
                <a:lnTo>
                  <a:pt x="666147" y="1053454"/>
                </a:lnTo>
                <a:lnTo>
                  <a:pt x="666147" y="965677"/>
                </a:lnTo>
                <a:lnTo>
                  <a:pt x="642221" y="965677"/>
                </a:lnTo>
                <a:lnTo>
                  <a:pt x="642221" y="1053454"/>
                </a:lnTo>
                <a:close/>
              </a:path>
              <a:path w="757554" h="2143759">
                <a:moveTo>
                  <a:pt x="604107" y="1053454"/>
                </a:moveTo>
                <a:lnTo>
                  <a:pt x="628043" y="1053454"/>
                </a:lnTo>
                <a:lnTo>
                  <a:pt x="628043" y="965677"/>
                </a:lnTo>
                <a:lnTo>
                  <a:pt x="604107" y="965677"/>
                </a:lnTo>
                <a:lnTo>
                  <a:pt x="604107" y="1053454"/>
                </a:lnTo>
                <a:close/>
              </a:path>
              <a:path w="757554" h="2143759">
                <a:moveTo>
                  <a:pt x="566024" y="1053454"/>
                </a:moveTo>
                <a:lnTo>
                  <a:pt x="589992" y="1053454"/>
                </a:lnTo>
                <a:lnTo>
                  <a:pt x="589992" y="965677"/>
                </a:lnTo>
                <a:lnTo>
                  <a:pt x="566024" y="965677"/>
                </a:lnTo>
                <a:lnTo>
                  <a:pt x="566024" y="1053454"/>
                </a:lnTo>
                <a:close/>
              </a:path>
              <a:path w="757554" h="2143759">
                <a:moveTo>
                  <a:pt x="527994" y="1053454"/>
                </a:moveTo>
                <a:lnTo>
                  <a:pt x="551920" y="1053454"/>
                </a:lnTo>
                <a:lnTo>
                  <a:pt x="551920" y="965677"/>
                </a:lnTo>
                <a:lnTo>
                  <a:pt x="527994" y="965677"/>
                </a:lnTo>
                <a:lnTo>
                  <a:pt x="527994" y="1053454"/>
                </a:lnTo>
                <a:close/>
              </a:path>
              <a:path w="757554" h="2143759">
                <a:moveTo>
                  <a:pt x="489880" y="1053454"/>
                </a:moveTo>
                <a:lnTo>
                  <a:pt x="513837" y="1053454"/>
                </a:lnTo>
                <a:lnTo>
                  <a:pt x="513837" y="965677"/>
                </a:lnTo>
                <a:lnTo>
                  <a:pt x="489880" y="965677"/>
                </a:lnTo>
                <a:lnTo>
                  <a:pt x="489880" y="1053454"/>
                </a:lnTo>
                <a:close/>
              </a:path>
              <a:path w="757554" h="2143759">
                <a:moveTo>
                  <a:pt x="680262" y="1160582"/>
                </a:moveTo>
                <a:lnTo>
                  <a:pt x="704219" y="1160582"/>
                </a:lnTo>
                <a:lnTo>
                  <a:pt x="704219" y="1072836"/>
                </a:lnTo>
                <a:lnTo>
                  <a:pt x="680262" y="1072836"/>
                </a:lnTo>
                <a:lnTo>
                  <a:pt x="680262" y="1160582"/>
                </a:lnTo>
                <a:close/>
              </a:path>
              <a:path w="757554" h="2143759">
                <a:moveTo>
                  <a:pt x="642221" y="1160582"/>
                </a:moveTo>
                <a:lnTo>
                  <a:pt x="666147" y="1160582"/>
                </a:lnTo>
                <a:lnTo>
                  <a:pt x="666147" y="1072836"/>
                </a:lnTo>
                <a:lnTo>
                  <a:pt x="642221" y="1072836"/>
                </a:lnTo>
                <a:lnTo>
                  <a:pt x="642221" y="1160582"/>
                </a:lnTo>
                <a:close/>
              </a:path>
              <a:path w="757554" h="2143759">
                <a:moveTo>
                  <a:pt x="604107" y="1160582"/>
                </a:moveTo>
                <a:lnTo>
                  <a:pt x="628043" y="1160582"/>
                </a:lnTo>
                <a:lnTo>
                  <a:pt x="628043" y="1072836"/>
                </a:lnTo>
                <a:lnTo>
                  <a:pt x="604107" y="1072836"/>
                </a:lnTo>
                <a:lnTo>
                  <a:pt x="604107" y="1160582"/>
                </a:lnTo>
                <a:close/>
              </a:path>
              <a:path w="757554" h="2143759">
                <a:moveTo>
                  <a:pt x="566024" y="1160582"/>
                </a:moveTo>
                <a:lnTo>
                  <a:pt x="589992" y="1160582"/>
                </a:lnTo>
                <a:lnTo>
                  <a:pt x="589992" y="1072836"/>
                </a:lnTo>
                <a:lnTo>
                  <a:pt x="566024" y="1072836"/>
                </a:lnTo>
                <a:lnTo>
                  <a:pt x="566024" y="1160582"/>
                </a:lnTo>
                <a:close/>
              </a:path>
              <a:path w="757554" h="2143759">
                <a:moveTo>
                  <a:pt x="527994" y="1160582"/>
                </a:moveTo>
                <a:lnTo>
                  <a:pt x="551920" y="1160582"/>
                </a:lnTo>
                <a:lnTo>
                  <a:pt x="551920" y="1072836"/>
                </a:lnTo>
                <a:lnTo>
                  <a:pt x="527994" y="1072836"/>
                </a:lnTo>
                <a:lnTo>
                  <a:pt x="527994" y="1160582"/>
                </a:lnTo>
                <a:close/>
              </a:path>
              <a:path w="757554" h="2143759">
                <a:moveTo>
                  <a:pt x="489880" y="1160582"/>
                </a:moveTo>
                <a:lnTo>
                  <a:pt x="513837" y="1160582"/>
                </a:lnTo>
                <a:lnTo>
                  <a:pt x="513837" y="1072836"/>
                </a:lnTo>
                <a:lnTo>
                  <a:pt x="489880" y="1072836"/>
                </a:lnTo>
                <a:lnTo>
                  <a:pt x="489880" y="1160582"/>
                </a:lnTo>
                <a:close/>
              </a:path>
              <a:path w="757554" h="2143759">
                <a:moveTo>
                  <a:pt x="680262" y="1267731"/>
                </a:moveTo>
                <a:lnTo>
                  <a:pt x="704219" y="1267731"/>
                </a:lnTo>
                <a:lnTo>
                  <a:pt x="704219" y="1179974"/>
                </a:lnTo>
                <a:lnTo>
                  <a:pt x="680262" y="1179974"/>
                </a:lnTo>
                <a:lnTo>
                  <a:pt x="680262" y="1267731"/>
                </a:lnTo>
                <a:close/>
              </a:path>
              <a:path w="757554" h="2143759">
                <a:moveTo>
                  <a:pt x="642221" y="1267731"/>
                </a:moveTo>
                <a:lnTo>
                  <a:pt x="666147" y="1267731"/>
                </a:lnTo>
                <a:lnTo>
                  <a:pt x="666147" y="1179974"/>
                </a:lnTo>
                <a:lnTo>
                  <a:pt x="642221" y="1179974"/>
                </a:lnTo>
                <a:lnTo>
                  <a:pt x="642221" y="1267731"/>
                </a:lnTo>
                <a:close/>
              </a:path>
              <a:path w="757554" h="2143759">
                <a:moveTo>
                  <a:pt x="604107" y="1267731"/>
                </a:moveTo>
                <a:lnTo>
                  <a:pt x="628043" y="1267731"/>
                </a:lnTo>
                <a:lnTo>
                  <a:pt x="628043" y="1179974"/>
                </a:lnTo>
                <a:lnTo>
                  <a:pt x="604107" y="1179974"/>
                </a:lnTo>
                <a:lnTo>
                  <a:pt x="604107" y="1267731"/>
                </a:lnTo>
                <a:close/>
              </a:path>
              <a:path w="757554" h="2143759">
                <a:moveTo>
                  <a:pt x="566024" y="1267731"/>
                </a:moveTo>
                <a:lnTo>
                  <a:pt x="589992" y="1267731"/>
                </a:lnTo>
                <a:lnTo>
                  <a:pt x="589992" y="1179974"/>
                </a:lnTo>
                <a:lnTo>
                  <a:pt x="566024" y="1179974"/>
                </a:lnTo>
                <a:lnTo>
                  <a:pt x="566024" y="1267731"/>
                </a:lnTo>
                <a:close/>
              </a:path>
              <a:path w="757554" h="2143759">
                <a:moveTo>
                  <a:pt x="527994" y="1267731"/>
                </a:moveTo>
                <a:lnTo>
                  <a:pt x="551920" y="1267731"/>
                </a:lnTo>
                <a:lnTo>
                  <a:pt x="551920" y="1179974"/>
                </a:lnTo>
                <a:lnTo>
                  <a:pt x="527994" y="1179974"/>
                </a:lnTo>
                <a:lnTo>
                  <a:pt x="527994" y="1267731"/>
                </a:lnTo>
                <a:close/>
              </a:path>
              <a:path w="757554" h="2143759">
                <a:moveTo>
                  <a:pt x="489880" y="1267731"/>
                </a:moveTo>
                <a:lnTo>
                  <a:pt x="513837" y="1267731"/>
                </a:lnTo>
                <a:lnTo>
                  <a:pt x="513837" y="1179974"/>
                </a:lnTo>
                <a:lnTo>
                  <a:pt x="489880" y="1179974"/>
                </a:lnTo>
                <a:lnTo>
                  <a:pt x="489880" y="1267731"/>
                </a:lnTo>
                <a:close/>
              </a:path>
              <a:path w="757554" h="2143759">
                <a:moveTo>
                  <a:pt x="453881" y="1411119"/>
                </a:moveTo>
                <a:lnTo>
                  <a:pt x="477870" y="1411119"/>
                </a:lnTo>
                <a:lnTo>
                  <a:pt x="477870" y="1288965"/>
                </a:lnTo>
                <a:lnTo>
                  <a:pt x="453881" y="1288965"/>
                </a:lnTo>
                <a:lnTo>
                  <a:pt x="453881" y="1411119"/>
                </a:lnTo>
                <a:close/>
              </a:path>
              <a:path w="757554" h="2143759">
                <a:moveTo>
                  <a:pt x="415830" y="1411119"/>
                </a:moveTo>
                <a:lnTo>
                  <a:pt x="439766" y="1411119"/>
                </a:lnTo>
                <a:lnTo>
                  <a:pt x="439766" y="1288965"/>
                </a:lnTo>
                <a:lnTo>
                  <a:pt x="415830" y="1288965"/>
                </a:lnTo>
                <a:lnTo>
                  <a:pt x="415830" y="1411119"/>
                </a:lnTo>
                <a:close/>
              </a:path>
              <a:path w="757554" h="2143759">
                <a:moveTo>
                  <a:pt x="377758" y="1411119"/>
                </a:moveTo>
                <a:lnTo>
                  <a:pt x="401694" y="1411119"/>
                </a:lnTo>
                <a:lnTo>
                  <a:pt x="401694" y="1288965"/>
                </a:lnTo>
                <a:lnTo>
                  <a:pt x="377758" y="1288965"/>
                </a:lnTo>
                <a:lnTo>
                  <a:pt x="377758" y="1411119"/>
                </a:lnTo>
                <a:close/>
              </a:path>
              <a:path w="757554" h="2143759">
                <a:moveTo>
                  <a:pt x="339696" y="1411119"/>
                </a:moveTo>
                <a:lnTo>
                  <a:pt x="363591" y="1411119"/>
                </a:lnTo>
                <a:lnTo>
                  <a:pt x="363591" y="1288965"/>
                </a:lnTo>
                <a:lnTo>
                  <a:pt x="339696" y="1288965"/>
                </a:lnTo>
                <a:lnTo>
                  <a:pt x="339696" y="1411119"/>
                </a:lnTo>
                <a:close/>
              </a:path>
              <a:path w="757554" h="2143759">
                <a:moveTo>
                  <a:pt x="301571" y="1411119"/>
                </a:moveTo>
                <a:lnTo>
                  <a:pt x="325539" y="1411119"/>
                </a:lnTo>
                <a:lnTo>
                  <a:pt x="325539" y="1288965"/>
                </a:lnTo>
                <a:lnTo>
                  <a:pt x="301571" y="1288965"/>
                </a:lnTo>
                <a:lnTo>
                  <a:pt x="301571" y="1411119"/>
                </a:lnTo>
                <a:close/>
              </a:path>
              <a:path w="757554" h="2143759">
                <a:moveTo>
                  <a:pt x="263510" y="1411119"/>
                </a:moveTo>
                <a:lnTo>
                  <a:pt x="287446" y="1411119"/>
                </a:lnTo>
                <a:lnTo>
                  <a:pt x="287446" y="1288965"/>
                </a:lnTo>
                <a:lnTo>
                  <a:pt x="263510" y="1288965"/>
                </a:lnTo>
                <a:lnTo>
                  <a:pt x="263510" y="1411119"/>
                </a:lnTo>
                <a:close/>
              </a:path>
              <a:path w="757554" h="2143759">
                <a:moveTo>
                  <a:pt x="453881" y="839147"/>
                </a:moveTo>
                <a:lnTo>
                  <a:pt x="477870" y="839147"/>
                </a:lnTo>
                <a:lnTo>
                  <a:pt x="477870" y="751390"/>
                </a:lnTo>
                <a:lnTo>
                  <a:pt x="453881" y="751390"/>
                </a:lnTo>
                <a:lnTo>
                  <a:pt x="453881" y="839147"/>
                </a:lnTo>
                <a:close/>
              </a:path>
              <a:path w="757554" h="2143759">
                <a:moveTo>
                  <a:pt x="415830" y="839147"/>
                </a:moveTo>
                <a:lnTo>
                  <a:pt x="439766" y="839147"/>
                </a:lnTo>
                <a:lnTo>
                  <a:pt x="439766" y="751390"/>
                </a:lnTo>
                <a:lnTo>
                  <a:pt x="415830" y="751390"/>
                </a:lnTo>
                <a:lnTo>
                  <a:pt x="415830" y="839147"/>
                </a:lnTo>
                <a:close/>
              </a:path>
              <a:path w="757554" h="2143759">
                <a:moveTo>
                  <a:pt x="377758" y="839147"/>
                </a:moveTo>
                <a:lnTo>
                  <a:pt x="401694" y="839147"/>
                </a:lnTo>
                <a:lnTo>
                  <a:pt x="401694" y="751390"/>
                </a:lnTo>
                <a:lnTo>
                  <a:pt x="377758" y="751390"/>
                </a:lnTo>
                <a:lnTo>
                  <a:pt x="377758" y="839147"/>
                </a:lnTo>
                <a:close/>
              </a:path>
              <a:path w="757554" h="2143759">
                <a:moveTo>
                  <a:pt x="339696" y="839147"/>
                </a:moveTo>
                <a:lnTo>
                  <a:pt x="363591" y="839147"/>
                </a:lnTo>
                <a:lnTo>
                  <a:pt x="363591" y="751390"/>
                </a:lnTo>
                <a:lnTo>
                  <a:pt x="339696" y="751390"/>
                </a:lnTo>
                <a:lnTo>
                  <a:pt x="339696" y="839147"/>
                </a:lnTo>
                <a:close/>
              </a:path>
              <a:path w="757554" h="2143759">
                <a:moveTo>
                  <a:pt x="301571" y="839147"/>
                </a:moveTo>
                <a:lnTo>
                  <a:pt x="325539" y="839147"/>
                </a:lnTo>
                <a:lnTo>
                  <a:pt x="325539" y="751390"/>
                </a:lnTo>
                <a:lnTo>
                  <a:pt x="301571" y="751390"/>
                </a:lnTo>
                <a:lnTo>
                  <a:pt x="301571" y="839147"/>
                </a:lnTo>
                <a:close/>
              </a:path>
              <a:path w="757554" h="2143759">
                <a:moveTo>
                  <a:pt x="263510" y="839147"/>
                </a:moveTo>
                <a:lnTo>
                  <a:pt x="287446" y="839147"/>
                </a:lnTo>
                <a:lnTo>
                  <a:pt x="287446" y="751390"/>
                </a:lnTo>
                <a:lnTo>
                  <a:pt x="263510" y="751390"/>
                </a:lnTo>
                <a:lnTo>
                  <a:pt x="263510" y="839147"/>
                </a:lnTo>
                <a:close/>
              </a:path>
              <a:path w="757554" h="2143759">
                <a:moveTo>
                  <a:pt x="453881" y="946295"/>
                </a:moveTo>
                <a:lnTo>
                  <a:pt x="477870" y="946295"/>
                </a:lnTo>
                <a:lnTo>
                  <a:pt x="477870" y="858497"/>
                </a:lnTo>
                <a:lnTo>
                  <a:pt x="453881" y="858497"/>
                </a:lnTo>
                <a:lnTo>
                  <a:pt x="453881" y="946295"/>
                </a:lnTo>
                <a:close/>
              </a:path>
              <a:path w="757554" h="2143759">
                <a:moveTo>
                  <a:pt x="415830" y="946295"/>
                </a:moveTo>
                <a:lnTo>
                  <a:pt x="439766" y="946295"/>
                </a:lnTo>
                <a:lnTo>
                  <a:pt x="439766" y="858497"/>
                </a:lnTo>
                <a:lnTo>
                  <a:pt x="415830" y="858497"/>
                </a:lnTo>
                <a:lnTo>
                  <a:pt x="415830" y="946295"/>
                </a:lnTo>
                <a:close/>
              </a:path>
              <a:path w="757554" h="2143759">
                <a:moveTo>
                  <a:pt x="377758" y="946295"/>
                </a:moveTo>
                <a:lnTo>
                  <a:pt x="401694" y="946295"/>
                </a:lnTo>
                <a:lnTo>
                  <a:pt x="401694" y="858497"/>
                </a:lnTo>
                <a:lnTo>
                  <a:pt x="377758" y="858497"/>
                </a:lnTo>
                <a:lnTo>
                  <a:pt x="377758" y="946295"/>
                </a:lnTo>
                <a:close/>
              </a:path>
              <a:path w="757554" h="2143759">
                <a:moveTo>
                  <a:pt x="339696" y="946295"/>
                </a:moveTo>
                <a:lnTo>
                  <a:pt x="363591" y="946295"/>
                </a:lnTo>
                <a:lnTo>
                  <a:pt x="363591" y="858497"/>
                </a:lnTo>
                <a:lnTo>
                  <a:pt x="339696" y="858497"/>
                </a:lnTo>
                <a:lnTo>
                  <a:pt x="339696" y="946295"/>
                </a:lnTo>
                <a:close/>
              </a:path>
              <a:path w="757554" h="2143759">
                <a:moveTo>
                  <a:pt x="301571" y="946295"/>
                </a:moveTo>
                <a:lnTo>
                  <a:pt x="325539" y="946295"/>
                </a:lnTo>
                <a:lnTo>
                  <a:pt x="325539" y="858497"/>
                </a:lnTo>
                <a:lnTo>
                  <a:pt x="301571" y="858497"/>
                </a:lnTo>
                <a:lnTo>
                  <a:pt x="301571" y="946295"/>
                </a:lnTo>
                <a:close/>
              </a:path>
              <a:path w="757554" h="2143759">
                <a:moveTo>
                  <a:pt x="263510" y="946295"/>
                </a:moveTo>
                <a:lnTo>
                  <a:pt x="287446" y="946295"/>
                </a:lnTo>
                <a:lnTo>
                  <a:pt x="287446" y="858497"/>
                </a:lnTo>
                <a:lnTo>
                  <a:pt x="263510" y="858497"/>
                </a:lnTo>
                <a:lnTo>
                  <a:pt x="263510" y="946295"/>
                </a:lnTo>
                <a:close/>
              </a:path>
              <a:path w="757554" h="2143759">
                <a:moveTo>
                  <a:pt x="453881" y="1053454"/>
                </a:moveTo>
                <a:lnTo>
                  <a:pt x="477870" y="1053454"/>
                </a:lnTo>
                <a:lnTo>
                  <a:pt x="477870" y="965677"/>
                </a:lnTo>
                <a:lnTo>
                  <a:pt x="453881" y="965677"/>
                </a:lnTo>
                <a:lnTo>
                  <a:pt x="453881" y="1053454"/>
                </a:lnTo>
                <a:close/>
              </a:path>
              <a:path w="757554" h="2143759">
                <a:moveTo>
                  <a:pt x="415830" y="1053454"/>
                </a:moveTo>
                <a:lnTo>
                  <a:pt x="439766" y="1053454"/>
                </a:lnTo>
                <a:lnTo>
                  <a:pt x="439766" y="965677"/>
                </a:lnTo>
                <a:lnTo>
                  <a:pt x="415830" y="965677"/>
                </a:lnTo>
                <a:lnTo>
                  <a:pt x="415830" y="1053454"/>
                </a:lnTo>
                <a:close/>
              </a:path>
              <a:path w="757554" h="2143759">
                <a:moveTo>
                  <a:pt x="377758" y="1053454"/>
                </a:moveTo>
                <a:lnTo>
                  <a:pt x="401694" y="1053454"/>
                </a:lnTo>
                <a:lnTo>
                  <a:pt x="401694" y="965677"/>
                </a:lnTo>
                <a:lnTo>
                  <a:pt x="377758" y="965677"/>
                </a:lnTo>
                <a:lnTo>
                  <a:pt x="377758" y="1053454"/>
                </a:lnTo>
                <a:close/>
              </a:path>
              <a:path w="757554" h="2143759">
                <a:moveTo>
                  <a:pt x="339696" y="1053454"/>
                </a:moveTo>
                <a:lnTo>
                  <a:pt x="363591" y="1053454"/>
                </a:lnTo>
                <a:lnTo>
                  <a:pt x="363591" y="965677"/>
                </a:lnTo>
                <a:lnTo>
                  <a:pt x="339696" y="965677"/>
                </a:lnTo>
                <a:lnTo>
                  <a:pt x="339696" y="1053454"/>
                </a:lnTo>
                <a:close/>
              </a:path>
              <a:path w="757554" h="2143759">
                <a:moveTo>
                  <a:pt x="301571" y="1053454"/>
                </a:moveTo>
                <a:lnTo>
                  <a:pt x="325539" y="1053454"/>
                </a:lnTo>
                <a:lnTo>
                  <a:pt x="325539" y="965677"/>
                </a:lnTo>
                <a:lnTo>
                  <a:pt x="301571" y="965677"/>
                </a:lnTo>
                <a:lnTo>
                  <a:pt x="301571" y="1053454"/>
                </a:lnTo>
                <a:close/>
              </a:path>
              <a:path w="757554" h="2143759">
                <a:moveTo>
                  <a:pt x="263510" y="1053454"/>
                </a:moveTo>
                <a:lnTo>
                  <a:pt x="287446" y="1053454"/>
                </a:lnTo>
                <a:lnTo>
                  <a:pt x="287446" y="965677"/>
                </a:lnTo>
                <a:lnTo>
                  <a:pt x="263510" y="965677"/>
                </a:lnTo>
                <a:lnTo>
                  <a:pt x="263510" y="1053454"/>
                </a:lnTo>
                <a:close/>
              </a:path>
              <a:path w="757554" h="2143759">
                <a:moveTo>
                  <a:pt x="453881" y="1160582"/>
                </a:moveTo>
                <a:lnTo>
                  <a:pt x="477870" y="1160582"/>
                </a:lnTo>
                <a:lnTo>
                  <a:pt x="477870" y="1072836"/>
                </a:lnTo>
                <a:lnTo>
                  <a:pt x="453881" y="1072836"/>
                </a:lnTo>
                <a:lnTo>
                  <a:pt x="453881" y="1160582"/>
                </a:lnTo>
                <a:close/>
              </a:path>
              <a:path w="757554" h="2143759">
                <a:moveTo>
                  <a:pt x="415830" y="1160582"/>
                </a:moveTo>
                <a:lnTo>
                  <a:pt x="439766" y="1160582"/>
                </a:lnTo>
                <a:lnTo>
                  <a:pt x="439766" y="1072836"/>
                </a:lnTo>
                <a:lnTo>
                  <a:pt x="415830" y="1072836"/>
                </a:lnTo>
                <a:lnTo>
                  <a:pt x="415830" y="1160582"/>
                </a:lnTo>
                <a:close/>
              </a:path>
              <a:path w="757554" h="2143759">
                <a:moveTo>
                  <a:pt x="377758" y="1160582"/>
                </a:moveTo>
                <a:lnTo>
                  <a:pt x="401694" y="1160582"/>
                </a:lnTo>
                <a:lnTo>
                  <a:pt x="401694" y="1072836"/>
                </a:lnTo>
                <a:lnTo>
                  <a:pt x="377758" y="1072836"/>
                </a:lnTo>
                <a:lnTo>
                  <a:pt x="377758" y="1160582"/>
                </a:lnTo>
                <a:close/>
              </a:path>
              <a:path w="757554" h="2143759">
                <a:moveTo>
                  <a:pt x="339696" y="1160582"/>
                </a:moveTo>
                <a:lnTo>
                  <a:pt x="363591" y="1160582"/>
                </a:lnTo>
                <a:lnTo>
                  <a:pt x="363591" y="1072836"/>
                </a:lnTo>
                <a:lnTo>
                  <a:pt x="339696" y="1072836"/>
                </a:lnTo>
                <a:lnTo>
                  <a:pt x="339696" y="1160582"/>
                </a:lnTo>
                <a:close/>
              </a:path>
              <a:path w="757554" h="2143759">
                <a:moveTo>
                  <a:pt x="301571" y="1160582"/>
                </a:moveTo>
                <a:lnTo>
                  <a:pt x="325539" y="1160582"/>
                </a:lnTo>
                <a:lnTo>
                  <a:pt x="325539" y="1072836"/>
                </a:lnTo>
                <a:lnTo>
                  <a:pt x="301571" y="1072836"/>
                </a:lnTo>
                <a:lnTo>
                  <a:pt x="301571" y="1160582"/>
                </a:lnTo>
                <a:close/>
              </a:path>
              <a:path w="757554" h="2143759">
                <a:moveTo>
                  <a:pt x="263510" y="1160582"/>
                </a:moveTo>
                <a:lnTo>
                  <a:pt x="287446" y="1160582"/>
                </a:lnTo>
                <a:lnTo>
                  <a:pt x="287446" y="1072836"/>
                </a:lnTo>
                <a:lnTo>
                  <a:pt x="263510" y="1072836"/>
                </a:lnTo>
                <a:lnTo>
                  <a:pt x="263510" y="1160582"/>
                </a:lnTo>
                <a:close/>
              </a:path>
              <a:path w="757554" h="2143759">
                <a:moveTo>
                  <a:pt x="453881" y="1267731"/>
                </a:moveTo>
                <a:lnTo>
                  <a:pt x="477870" y="1267731"/>
                </a:lnTo>
                <a:lnTo>
                  <a:pt x="477870" y="1179974"/>
                </a:lnTo>
                <a:lnTo>
                  <a:pt x="453881" y="1179974"/>
                </a:lnTo>
                <a:lnTo>
                  <a:pt x="453881" y="1267731"/>
                </a:lnTo>
                <a:close/>
              </a:path>
              <a:path w="757554" h="2143759">
                <a:moveTo>
                  <a:pt x="415830" y="1267731"/>
                </a:moveTo>
                <a:lnTo>
                  <a:pt x="439766" y="1267731"/>
                </a:lnTo>
                <a:lnTo>
                  <a:pt x="439766" y="1179974"/>
                </a:lnTo>
                <a:lnTo>
                  <a:pt x="415830" y="1179974"/>
                </a:lnTo>
                <a:lnTo>
                  <a:pt x="415830" y="1267731"/>
                </a:lnTo>
                <a:close/>
              </a:path>
              <a:path w="757554" h="2143759">
                <a:moveTo>
                  <a:pt x="377758" y="1267731"/>
                </a:moveTo>
                <a:lnTo>
                  <a:pt x="401694" y="1267731"/>
                </a:lnTo>
                <a:lnTo>
                  <a:pt x="401694" y="1179974"/>
                </a:lnTo>
                <a:lnTo>
                  <a:pt x="377758" y="1179974"/>
                </a:lnTo>
                <a:lnTo>
                  <a:pt x="377758" y="1267731"/>
                </a:lnTo>
                <a:close/>
              </a:path>
              <a:path w="757554" h="2143759">
                <a:moveTo>
                  <a:pt x="339696" y="1267731"/>
                </a:moveTo>
                <a:lnTo>
                  <a:pt x="363591" y="1267731"/>
                </a:lnTo>
                <a:lnTo>
                  <a:pt x="363591" y="1179974"/>
                </a:lnTo>
                <a:lnTo>
                  <a:pt x="339696" y="1179974"/>
                </a:lnTo>
                <a:lnTo>
                  <a:pt x="339696" y="1267731"/>
                </a:lnTo>
                <a:close/>
              </a:path>
              <a:path w="757554" h="2143759">
                <a:moveTo>
                  <a:pt x="301571" y="1267731"/>
                </a:moveTo>
                <a:lnTo>
                  <a:pt x="325539" y="1267731"/>
                </a:lnTo>
                <a:lnTo>
                  <a:pt x="325539" y="1179974"/>
                </a:lnTo>
                <a:lnTo>
                  <a:pt x="301571" y="1179974"/>
                </a:lnTo>
                <a:lnTo>
                  <a:pt x="301571" y="1267731"/>
                </a:lnTo>
                <a:close/>
              </a:path>
              <a:path w="757554" h="2143759">
                <a:moveTo>
                  <a:pt x="263510" y="1267731"/>
                </a:moveTo>
                <a:lnTo>
                  <a:pt x="287446" y="1267731"/>
                </a:lnTo>
                <a:lnTo>
                  <a:pt x="287446" y="1179974"/>
                </a:lnTo>
                <a:lnTo>
                  <a:pt x="263510" y="1179974"/>
                </a:lnTo>
                <a:lnTo>
                  <a:pt x="263510" y="1267731"/>
                </a:lnTo>
                <a:close/>
              </a:path>
              <a:path w="757554" h="2143759">
                <a:moveTo>
                  <a:pt x="227563" y="1411119"/>
                </a:moveTo>
                <a:lnTo>
                  <a:pt x="251500" y="1411119"/>
                </a:lnTo>
                <a:lnTo>
                  <a:pt x="251500" y="1288965"/>
                </a:lnTo>
                <a:lnTo>
                  <a:pt x="227563" y="1288965"/>
                </a:lnTo>
                <a:lnTo>
                  <a:pt x="227563" y="1411119"/>
                </a:lnTo>
                <a:close/>
              </a:path>
              <a:path w="757554" h="2143759">
                <a:moveTo>
                  <a:pt x="189460" y="1411119"/>
                </a:moveTo>
                <a:lnTo>
                  <a:pt x="213386" y="1411119"/>
                </a:lnTo>
                <a:lnTo>
                  <a:pt x="213386" y="1288965"/>
                </a:lnTo>
                <a:lnTo>
                  <a:pt x="189460" y="1288965"/>
                </a:lnTo>
                <a:lnTo>
                  <a:pt x="189460" y="1411119"/>
                </a:lnTo>
                <a:close/>
              </a:path>
              <a:path w="757554" h="2143759">
                <a:moveTo>
                  <a:pt x="151377" y="1411119"/>
                </a:moveTo>
                <a:lnTo>
                  <a:pt x="175345" y="1411119"/>
                </a:lnTo>
                <a:lnTo>
                  <a:pt x="175345" y="1288965"/>
                </a:lnTo>
                <a:lnTo>
                  <a:pt x="151377" y="1288965"/>
                </a:lnTo>
                <a:lnTo>
                  <a:pt x="151377" y="1411119"/>
                </a:lnTo>
                <a:close/>
              </a:path>
              <a:path w="757554" h="2143759">
                <a:moveTo>
                  <a:pt x="113274" y="1411119"/>
                </a:moveTo>
                <a:lnTo>
                  <a:pt x="137273" y="1411119"/>
                </a:lnTo>
                <a:lnTo>
                  <a:pt x="137273" y="1288965"/>
                </a:lnTo>
                <a:lnTo>
                  <a:pt x="113274" y="1288965"/>
                </a:lnTo>
                <a:lnTo>
                  <a:pt x="113274" y="1411119"/>
                </a:lnTo>
                <a:close/>
              </a:path>
              <a:path w="757554" h="2143759">
                <a:moveTo>
                  <a:pt x="75233" y="1411119"/>
                </a:moveTo>
                <a:lnTo>
                  <a:pt x="99201" y="1411119"/>
                </a:lnTo>
                <a:lnTo>
                  <a:pt x="99201" y="1288965"/>
                </a:lnTo>
                <a:lnTo>
                  <a:pt x="75233" y="1288965"/>
                </a:lnTo>
                <a:lnTo>
                  <a:pt x="75233" y="1411119"/>
                </a:lnTo>
                <a:close/>
              </a:path>
              <a:path w="757554" h="2143759">
                <a:moveTo>
                  <a:pt x="37129" y="1411119"/>
                </a:moveTo>
                <a:lnTo>
                  <a:pt x="61087" y="1411119"/>
                </a:lnTo>
                <a:lnTo>
                  <a:pt x="61087" y="1288965"/>
                </a:lnTo>
                <a:lnTo>
                  <a:pt x="37129" y="1288965"/>
                </a:lnTo>
                <a:lnTo>
                  <a:pt x="37129" y="1411119"/>
                </a:lnTo>
                <a:close/>
              </a:path>
              <a:path w="757554" h="2143759">
                <a:moveTo>
                  <a:pt x="227563" y="839147"/>
                </a:moveTo>
                <a:lnTo>
                  <a:pt x="251500" y="839147"/>
                </a:lnTo>
                <a:lnTo>
                  <a:pt x="251500" y="751390"/>
                </a:lnTo>
                <a:lnTo>
                  <a:pt x="227563" y="751390"/>
                </a:lnTo>
                <a:lnTo>
                  <a:pt x="227563" y="839147"/>
                </a:lnTo>
                <a:close/>
              </a:path>
              <a:path w="757554" h="2143759">
                <a:moveTo>
                  <a:pt x="189460" y="839147"/>
                </a:moveTo>
                <a:lnTo>
                  <a:pt x="213386" y="839147"/>
                </a:lnTo>
                <a:lnTo>
                  <a:pt x="213386" y="751390"/>
                </a:lnTo>
                <a:lnTo>
                  <a:pt x="189460" y="751390"/>
                </a:lnTo>
                <a:lnTo>
                  <a:pt x="189460" y="839147"/>
                </a:lnTo>
                <a:close/>
              </a:path>
              <a:path w="757554" h="2143759">
                <a:moveTo>
                  <a:pt x="151377" y="839147"/>
                </a:moveTo>
                <a:lnTo>
                  <a:pt x="175345" y="839147"/>
                </a:lnTo>
                <a:lnTo>
                  <a:pt x="175345" y="751390"/>
                </a:lnTo>
                <a:lnTo>
                  <a:pt x="151377" y="751390"/>
                </a:lnTo>
                <a:lnTo>
                  <a:pt x="151377" y="839147"/>
                </a:lnTo>
                <a:close/>
              </a:path>
              <a:path w="757554" h="2143759">
                <a:moveTo>
                  <a:pt x="113274" y="839147"/>
                </a:moveTo>
                <a:lnTo>
                  <a:pt x="137273" y="839147"/>
                </a:lnTo>
                <a:lnTo>
                  <a:pt x="137273" y="751390"/>
                </a:lnTo>
                <a:lnTo>
                  <a:pt x="113274" y="751390"/>
                </a:lnTo>
                <a:lnTo>
                  <a:pt x="113274" y="839147"/>
                </a:lnTo>
                <a:close/>
              </a:path>
              <a:path w="757554" h="2143759">
                <a:moveTo>
                  <a:pt x="75233" y="839147"/>
                </a:moveTo>
                <a:lnTo>
                  <a:pt x="99201" y="839147"/>
                </a:lnTo>
                <a:lnTo>
                  <a:pt x="99201" y="751390"/>
                </a:lnTo>
                <a:lnTo>
                  <a:pt x="75233" y="751390"/>
                </a:lnTo>
                <a:lnTo>
                  <a:pt x="75233" y="839147"/>
                </a:lnTo>
                <a:close/>
              </a:path>
              <a:path w="757554" h="2143759">
                <a:moveTo>
                  <a:pt x="37129" y="839147"/>
                </a:moveTo>
                <a:lnTo>
                  <a:pt x="61087" y="839147"/>
                </a:lnTo>
                <a:lnTo>
                  <a:pt x="61087" y="751390"/>
                </a:lnTo>
                <a:lnTo>
                  <a:pt x="37129" y="751390"/>
                </a:lnTo>
                <a:lnTo>
                  <a:pt x="37129" y="839147"/>
                </a:lnTo>
                <a:close/>
              </a:path>
              <a:path w="757554" h="2143759">
                <a:moveTo>
                  <a:pt x="227563" y="946295"/>
                </a:moveTo>
                <a:lnTo>
                  <a:pt x="251500" y="946295"/>
                </a:lnTo>
                <a:lnTo>
                  <a:pt x="251500" y="858497"/>
                </a:lnTo>
                <a:lnTo>
                  <a:pt x="227563" y="858497"/>
                </a:lnTo>
                <a:lnTo>
                  <a:pt x="227563" y="946295"/>
                </a:lnTo>
                <a:close/>
              </a:path>
              <a:path w="757554" h="2143759">
                <a:moveTo>
                  <a:pt x="189460" y="946295"/>
                </a:moveTo>
                <a:lnTo>
                  <a:pt x="213386" y="946295"/>
                </a:lnTo>
                <a:lnTo>
                  <a:pt x="213386" y="858497"/>
                </a:lnTo>
                <a:lnTo>
                  <a:pt x="189460" y="858497"/>
                </a:lnTo>
                <a:lnTo>
                  <a:pt x="189460" y="946295"/>
                </a:lnTo>
                <a:close/>
              </a:path>
              <a:path w="757554" h="2143759">
                <a:moveTo>
                  <a:pt x="151377" y="946295"/>
                </a:moveTo>
                <a:lnTo>
                  <a:pt x="175345" y="946295"/>
                </a:lnTo>
                <a:lnTo>
                  <a:pt x="175345" y="858497"/>
                </a:lnTo>
                <a:lnTo>
                  <a:pt x="151377" y="858497"/>
                </a:lnTo>
                <a:lnTo>
                  <a:pt x="151377" y="946295"/>
                </a:lnTo>
                <a:close/>
              </a:path>
              <a:path w="757554" h="2143759">
                <a:moveTo>
                  <a:pt x="113274" y="946295"/>
                </a:moveTo>
                <a:lnTo>
                  <a:pt x="137273" y="946295"/>
                </a:lnTo>
                <a:lnTo>
                  <a:pt x="137273" y="858497"/>
                </a:lnTo>
                <a:lnTo>
                  <a:pt x="113274" y="858497"/>
                </a:lnTo>
                <a:lnTo>
                  <a:pt x="113274" y="946295"/>
                </a:lnTo>
                <a:close/>
              </a:path>
              <a:path w="757554" h="2143759">
                <a:moveTo>
                  <a:pt x="75233" y="946295"/>
                </a:moveTo>
                <a:lnTo>
                  <a:pt x="99201" y="946295"/>
                </a:lnTo>
                <a:lnTo>
                  <a:pt x="99201" y="858497"/>
                </a:lnTo>
                <a:lnTo>
                  <a:pt x="75233" y="858497"/>
                </a:lnTo>
                <a:lnTo>
                  <a:pt x="75233" y="946295"/>
                </a:lnTo>
                <a:close/>
              </a:path>
              <a:path w="757554" h="2143759">
                <a:moveTo>
                  <a:pt x="37129" y="946295"/>
                </a:moveTo>
                <a:lnTo>
                  <a:pt x="61087" y="946295"/>
                </a:lnTo>
                <a:lnTo>
                  <a:pt x="61087" y="858497"/>
                </a:lnTo>
                <a:lnTo>
                  <a:pt x="37129" y="858497"/>
                </a:lnTo>
                <a:lnTo>
                  <a:pt x="37129" y="946295"/>
                </a:lnTo>
                <a:close/>
              </a:path>
              <a:path w="757554" h="2143759">
                <a:moveTo>
                  <a:pt x="227563" y="1053454"/>
                </a:moveTo>
                <a:lnTo>
                  <a:pt x="251500" y="1053454"/>
                </a:lnTo>
                <a:lnTo>
                  <a:pt x="251500" y="965677"/>
                </a:lnTo>
                <a:lnTo>
                  <a:pt x="227563" y="965677"/>
                </a:lnTo>
                <a:lnTo>
                  <a:pt x="227563" y="1053454"/>
                </a:lnTo>
                <a:close/>
              </a:path>
              <a:path w="757554" h="2143759">
                <a:moveTo>
                  <a:pt x="189460" y="1053454"/>
                </a:moveTo>
                <a:lnTo>
                  <a:pt x="213386" y="1053454"/>
                </a:lnTo>
                <a:lnTo>
                  <a:pt x="213386" y="965677"/>
                </a:lnTo>
                <a:lnTo>
                  <a:pt x="189460" y="965677"/>
                </a:lnTo>
                <a:lnTo>
                  <a:pt x="189460" y="1053454"/>
                </a:lnTo>
                <a:close/>
              </a:path>
              <a:path w="757554" h="2143759">
                <a:moveTo>
                  <a:pt x="151377" y="1053454"/>
                </a:moveTo>
                <a:lnTo>
                  <a:pt x="175345" y="1053454"/>
                </a:lnTo>
                <a:lnTo>
                  <a:pt x="175345" y="965677"/>
                </a:lnTo>
                <a:lnTo>
                  <a:pt x="151377" y="965677"/>
                </a:lnTo>
                <a:lnTo>
                  <a:pt x="151377" y="1053454"/>
                </a:lnTo>
                <a:close/>
              </a:path>
              <a:path w="757554" h="2143759">
                <a:moveTo>
                  <a:pt x="113274" y="1053454"/>
                </a:moveTo>
                <a:lnTo>
                  <a:pt x="137273" y="1053454"/>
                </a:lnTo>
                <a:lnTo>
                  <a:pt x="137273" y="965677"/>
                </a:lnTo>
                <a:lnTo>
                  <a:pt x="113274" y="965677"/>
                </a:lnTo>
                <a:lnTo>
                  <a:pt x="113274" y="1053454"/>
                </a:lnTo>
                <a:close/>
              </a:path>
              <a:path w="757554" h="2143759">
                <a:moveTo>
                  <a:pt x="75233" y="1053454"/>
                </a:moveTo>
                <a:lnTo>
                  <a:pt x="99201" y="1053454"/>
                </a:lnTo>
                <a:lnTo>
                  <a:pt x="99201" y="965677"/>
                </a:lnTo>
                <a:lnTo>
                  <a:pt x="75233" y="965677"/>
                </a:lnTo>
                <a:lnTo>
                  <a:pt x="75233" y="1053454"/>
                </a:lnTo>
                <a:close/>
              </a:path>
              <a:path w="757554" h="2143759">
                <a:moveTo>
                  <a:pt x="37129" y="1053454"/>
                </a:moveTo>
                <a:lnTo>
                  <a:pt x="61087" y="1053454"/>
                </a:lnTo>
                <a:lnTo>
                  <a:pt x="61087" y="965677"/>
                </a:lnTo>
                <a:lnTo>
                  <a:pt x="37129" y="965677"/>
                </a:lnTo>
                <a:lnTo>
                  <a:pt x="37129" y="1053454"/>
                </a:lnTo>
                <a:close/>
              </a:path>
              <a:path w="757554" h="2143759">
                <a:moveTo>
                  <a:pt x="227563" y="1160582"/>
                </a:moveTo>
                <a:lnTo>
                  <a:pt x="251500" y="1160582"/>
                </a:lnTo>
                <a:lnTo>
                  <a:pt x="251500" y="1072836"/>
                </a:lnTo>
                <a:lnTo>
                  <a:pt x="227563" y="1072836"/>
                </a:lnTo>
                <a:lnTo>
                  <a:pt x="227563" y="1160582"/>
                </a:lnTo>
                <a:close/>
              </a:path>
              <a:path w="757554" h="2143759">
                <a:moveTo>
                  <a:pt x="189460" y="1160582"/>
                </a:moveTo>
                <a:lnTo>
                  <a:pt x="213386" y="1160582"/>
                </a:lnTo>
                <a:lnTo>
                  <a:pt x="213386" y="1072836"/>
                </a:lnTo>
                <a:lnTo>
                  <a:pt x="189460" y="1072836"/>
                </a:lnTo>
                <a:lnTo>
                  <a:pt x="189460" y="1160582"/>
                </a:lnTo>
                <a:close/>
              </a:path>
              <a:path w="757554" h="2143759">
                <a:moveTo>
                  <a:pt x="151377" y="1160582"/>
                </a:moveTo>
                <a:lnTo>
                  <a:pt x="175345" y="1160582"/>
                </a:lnTo>
                <a:lnTo>
                  <a:pt x="175345" y="1072836"/>
                </a:lnTo>
                <a:lnTo>
                  <a:pt x="151377" y="1072836"/>
                </a:lnTo>
                <a:lnTo>
                  <a:pt x="151377" y="1160582"/>
                </a:lnTo>
                <a:close/>
              </a:path>
              <a:path w="757554" h="2143759">
                <a:moveTo>
                  <a:pt x="113274" y="1160582"/>
                </a:moveTo>
                <a:lnTo>
                  <a:pt x="137273" y="1160582"/>
                </a:lnTo>
                <a:lnTo>
                  <a:pt x="137273" y="1072836"/>
                </a:lnTo>
                <a:lnTo>
                  <a:pt x="113274" y="1072836"/>
                </a:lnTo>
                <a:lnTo>
                  <a:pt x="113274" y="1160582"/>
                </a:lnTo>
                <a:close/>
              </a:path>
              <a:path w="757554" h="2143759">
                <a:moveTo>
                  <a:pt x="75233" y="1160582"/>
                </a:moveTo>
                <a:lnTo>
                  <a:pt x="99201" y="1160582"/>
                </a:lnTo>
                <a:lnTo>
                  <a:pt x="99201" y="1072836"/>
                </a:lnTo>
                <a:lnTo>
                  <a:pt x="75233" y="1072836"/>
                </a:lnTo>
                <a:lnTo>
                  <a:pt x="75233" y="1160582"/>
                </a:lnTo>
                <a:close/>
              </a:path>
              <a:path w="757554" h="2143759">
                <a:moveTo>
                  <a:pt x="37129" y="1160582"/>
                </a:moveTo>
                <a:lnTo>
                  <a:pt x="61087" y="1160582"/>
                </a:lnTo>
                <a:lnTo>
                  <a:pt x="61087" y="1072836"/>
                </a:lnTo>
                <a:lnTo>
                  <a:pt x="37129" y="1072836"/>
                </a:lnTo>
                <a:lnTo>
                  <a:pt x="37129" y="1160582"/>
                </a:lnTo>
                <a:close/>
              </a:path>
              <a:path w="757554" h="2143759">
                <a:moveTo>
                  <a:pt x="227563" y="1267731"/>
                </a:moveTo>
                <a:lnTo>
                  <a:pt x="251500" y="1267731"/>
                </a:lnTo>
                <a:lnTo>
                  <a:pt x="251500" y="1179974"/>
                </a:lnTo>
                <a:lnTo>
                  <a:pt x="227563" y="1179974"/>
                </a:lnTo>
                <a:lnTo>
                  <a:pt x="227563" y="1267731"/>
                </a:lnTo>
                <a:close/>
              </a:path>
              <a:path w="757554" h="2143759">
                <a:moveTo>
                  <a:pt x="189460" y="1267731"/>
                </a:moveTo>
                <a:lnTo>
                  <a:pt x="213386" y="1267731"/>
                </a:lnTo>
                <a:lnTo>
                  <a:pt x="213386" y="1179974"/>
                </a:lnTo>
                <a:lnTo>
                  <a:pt x="189460" y="1179974"/>
                </a:lnTo>
                <a:lnTo>
                  <a:pt x="189460" y="1267731"/>
                </a:lnTo>
                <a:close/>
              </a:path>
              <a:path w="757554" h="2143759">
                <a:moveTo>
                  <a:pt x="151377" y="1267731"/>
                </a:moveTo>
                <a:lnTo>
                  <a:pt x="175345" y="1267731"/>
                </a:lnTo>
                <a:lnTo>
                  <a:pt x="175345" y="1179974"/>
                </a:lnTo>
                <a:lnTo>
                  <a:pt x="151377" y="1179974"/>
                </a:lnTo>
                <a:lnTo>
                  <a:pt x="151377" y="1267731"/>
                </a:lnTo>
                <a:close/>
              </a:path>
              <a:path w="757554" h="2143759">
                <a:moveTo>
                  <a:pt x="113274" y="1267731"/>
                </a:moveTo>
                <a:lnTo>
                  <a:pt x="137273" y="1267731"/>
                </a:lnTo>
                <a:lnTo>
                  <a:pt x="137273" y="1179974"/>
                </a:lnTo>
                <a:lnTo>
                  <a:pt x="113274" y="1179974"/>
                </a:lnTo>
                <a:lnTo>
                  <a:pt x="113274" y="1267731"/>
                </a:lnTo>
                <a:close/>
              </a:path>
              <a:path w="757554" h="2143759">
                <a:moveTo>
                  <a:pt x="75233" y="1267731"/>
                </a:moveTo>
                <a:lnTo>
                  <a:pt x="99201" y="1267731"/>
                </a:lnTo>
                <a:lnTo>
                  <a:pt x="99201" y="1179974"/>
                </a:lnTo>
                <a:lnTo>
                  <a:pt x="75233" y="1179974"/>
                </a:lnTo>
                <a:lnTo>
                  <a:pt x="75233" y="1267731"/>
                </a:lnTo>
                <a:close/>
              </a:path>
              <a:path w="757554" h="2143759">
                <a:moveTo>
                  <a:pt x="37129" y="1267731"/>
                </a:moveTo>
                <a:lnTo>
                  <a:pt x="61087" y="1267731"/>
                </a:lnTo>
                <a:lnTo>
                  <a:pt x="61087" y="1179974"/>
                </a:lnTo>
                <a:lnTo>
                  <a:pt x="37129" y="1179974"/>
                </a:lnTo>
                <a:lnTo>
                  <a:pt x="37129" y="1267731"/>
                </a:lnTo>
                <a:close/>
              </a:path>
              <a:path w="757554" h="2143759">
                <a:moveTo>
                  <a:pt x="680262" y="730124"/>
                </a:moveTo>
                <a:lnTo>
                  <a:pt x="704219" y="730124"/>
                </a:lnTo>
                <a:lnTo>
                  <a:pt x="704219" y="607929"/>
                </a:lnTo>
                <a:lnTo>
                  <a:pt x="680262" y="607929"/>
                </a:lnTo>
                <a:lnTo>
                  <a:pt x="680262" y="730124"/>
                </a:lnTo>
                <a:close/>
              </a:path>
              <a:path w="757554" h="2143759">
                <a:moveTo>
                  <a:pt x="642221" y="730124"/>
                </a:moveTo>
                <a:lnTo>
                  <a:pt x="666147" y="730124"/>
                </a:lnTo>
                <a:lnTo>
                  <a:pt x="666147" y="607929"/>
                </a:lnTo>
                <a:lnTo>
                  <a:pt x="642221" y="607929"/>
                </a:lnTo>
                <a:lnTo>
                  <a:pt x="642221" y="730124"/>
                </a:lnTo>
                <a:close/>
              </a:path>
              <a:path w="757554" h="2143759">
                <a:moveTo>
                  <a:pt x="604107" y="730124"/>
                </a:moveTo>
                <a:lnTo>
                  <a:pt x="628043" y="730124"/>
                </a:lnTo>
                <a:lnTo>
                  <a:pt x="628043" y="607929"/>
                </a:lnTo>
                <a:lnTo>
                  <a:pt x="604107" y="607929"/>
                </a:lnTo>
                <a:lnTo>
                  <a:pt x="604107" y="730124"/>
                </a:lnTo>
                <a:close/>
              </a:path>
              <a:path w="757554" h="2143759">
                <a:moveTo>
                  <a:pt x="566024" y="730124"/>
                </a:moveTo>
                <a:lnTo>
                  <a:pt x="589992" y="730124"/>
                </a:lnTo>
                <a:lnTo>
                  <a:pt x="589992" y="607929"/>
                </a:lnTo>
                <a:lnTo>
                  <a:pt x="566024" y="607929"/>
                </a:lnTo>
                <a:lnTo>
                  <a:pt x="566024" y="730124"/>
                </a:lnTo>
                <a:close/>
              </a:path>
              <a:path w="757554" h="2143759">
                <a:moveTo>
                  <a:pt x="527994" y="730124"/>
                </a:moveTo>
                <a:lnTo>
                  <a:pt x="551920" y="730124"/>
                </a:lnTo>
                <a:lnTo>
                  <a:pt x="551920" y="607929"/>
                </a:lnTo>
                <a:lnTo>
                  <a:pt x="527994" y="607929"/>
                </a:lnTo>
                <a:lnTo>
                  <a:pt x="527994" y="730124"/>
                </a:lnTo>
                <a:close/>
              </a:path>
              <a:path w="757554" h="2143759">
                <a:moveTo>
                  <a:pt x="489880" y="730124"/>
                </a:moveTo>
                <a:lnTo>
                  <a:pt x="513837" y="730124"/>
                </a:lnTo>
                <a:lnTo>
                  <a:pt x="513837" y="607929"/>
                </a:lnTo>
                <a:lnTo>
                  <a:pt x="489880" y="607929"/>
                </a:lnTo>
                <a:lnTo>
                  <a:pt x="489880" y="730124"/>
                </a:lnTo>
                <a:close/>
              </a:path>
              <a:path w="757554" h="2143759">
                <a:moveTo>
                  <a:pt x="680262" y="158141"/>
                </a:moveTo>
                <a:lnTo>
                  <a:pt x="704219" y="158141"/>
                </a:lnTo>
                <a:lnTo>
                  <a:pt x="704219" y="70364"/>
                </a:lnTo>
                <a:lnTo>
                  <a:pt x="680262" y="70364"/>
                </a:lnTo>
                <a:lnTo>
                  <a:pt x="680262" y="158141"/>
                </a:lnTo>
                <a:close/>
              </a:path>
              <a:path w="757554" h="2143759">
                <a:moveTo>
                  <a:pt x="642221" y="158141"/>
                </a:moveTo>
                <a:lnTo>
                  <a:pt x="666147" y="158141"/>
                </a:lnTo>
                <a:lnTo>
                  <a:pt x="666147" y="70364"/>
                </a:lnTo>
                <a:lnTo>
                  <a:pt x="642221" y="70364"/>
                </a:lnTo>
                <a:lnTo>
                  <a:pt x="642221" y="158141"/>
                </a:lnTo>
                <a:close/>
              </a:path>
              <a:path w="757554" h="2143759">
                <a:moveTo>
                  <a:pt x="604107" y="158141"/>
                </a:moveTo>
                <a:lnTo>
                  <a:pt x="628043" y="158141"/>
                </a:lnTo>
                <a:lnTo>
                  <a:pt x="628043" y="70364"/>
                </a:lnTo>
                <a:lnTo>
                  <a:pt x="604107" y="70364"/>
                </a:lnTo>
                <a:lnTo>
                  <a:pt x="604107" y="158141"/>
                </a:lnTo>
                <a:close/>
              </a:path>
              <a:path w="757554" h="2143759">
                <a:moveTo>
                  <a:pt x="566024" y="158141"/>
                </a:moveTo>
                <a:lnTo>
                  <a:pt x="589992" y="158141"/>
                </a:lnTo>
                <a:lnTo>
                  <a:pt x="589992" y="70364"/>
                </a:lnTo>
                <a:lnTo>
                  <a:pt x="566024" y="70364"/>
                </a:lnTo>
                <a:lnTo>
                  <a:pt x="566024" y="158141"/>
                </a:lnTo>
                <a:close/>
              </a:path>
              <a:path w="757554" h="2143759">
                <a:moveTo>
                  <a:pt x="527994" y="158141"/>
                </a:moveTo>
                <a:lnTo>
                  <a:pt x="551920" y="158141"/>
                </a:lnTo>
                <a:lnTo>
                  <a:pt x="551920" y="70364"/>
                </a:lnTo>
                <a:lnTo>
                  <a:pt x="527994" y="70364"/>
                </a:lnTo>
                <a:lnTo>
                  <a:pt x="527994" y="158141"/>
                </a:lnTo>
                <a:close/>
              </a:path>
              <a:path w="757554" h="2143759">
                <a:moveTo>
                  <a:pt x="489880" y="158141"/>
                </a:moveTo>
                <a:lnTo>
                  <a:pt x="513837" y="158141"/>
                </a:lnTo>
                <a:lnTo>
                  <a:pt x="513837" y="70364"/>
                </a:lnTo>
                <a:lnTo>
                  <a:pt x="489880" y="70364"/>
                </a:lnTo>
                <a:lnTo>
                  <a:pt x="489880" y="158141"/>
                </a:lnTo>
                <a:close/>
              </a:path>
              <a:path w="757554" h="2143759">
                <a:moveTo>
                  <a:pt x="680262" y="265290"/>
                </a:moveTo>
                <a:lnTo>
                  <a:pt x="704219" y="265290"/>
                </a:lnTo>
                <a:lnTo>
                  <a:pt x="704219" y="177512"/>
                </a:lnTo>
                <a:lnTo>
                  <a:pt x="680262" y="177512"/>
                </a:lnTo>
                <a:lnTo>
                  <a:pt x="680262" y="265290"/>
                </a:lnTo>
                <a:close/>
              </a:path>
              <a:path w="757554" h="2143759">
                <a:moveTo>
                  <a:pt x="642221" y="265290"/>
                </a:moveTo>
                <a:lnTo>
                  <a:pt x="666147" y="265290"/>
                </a:lnTo>
                <a:lnTo>
                  <a:pt x="666147" y="177512"/>
                </a:lnTo>
                <a:lnTo>
                  <a:pt x="642221" y="177512"/>
                </a:lnTo>
                <a:lnTo>
                  <a:pt x="642221" y="265290"/>
                </a:lnTo>
                <a:close/>
              </a:path>
              <a:path w="757554" h="2143759">
                <a:moveTo>
                  <a:pt x="604107" y="265290"/>
                </a:moveTo>
                <a:lnTo>
                  <a:pt x="628043" y="265290"/>
                </a:lnTo>
                <a:lnTo>
                  <a:pt x="628043" y="177512"/>
                </a:lnTo>
                <a:lnTo>
                  <a:pt x="604107" y="177512"/>
                </a:lnTo>
                <a:lnTo>
                  <a:pt x="604107" y="265290"/>
                </a:lnTo>
                <a:close/>
              </a:path>
              <a:path w="757554" h="2143759">
                <a:moveTo>
                  <a:pt x="566024" y="265290"/>
                </a:moveTo>
                <a:lnTo>
                  <a:pt x="589992" y="265290"/>
                </a:lnTo>
                <a:lnTo>
                  <a:pt x="589992" y="177512"/>
                </a:lnTo>
                <a:lnTo>
                  <a:pt x="566024" y="177512"/>
                </a:lnTo>
                <a:lnTo>
                  <a:pt x="566024" y="265290"/>
                </a:lnTo>
                <a:close/>
              </a:path>
              <a:path w="757554" h="2143759">
                <a:moveTo>
                  <a:pt x="527994" y="265290"/>
                </a:moveTo>
                <a:lnTo>
                  <a:pt x="551920" y="265290"/>
                </a:lnTo>
                <a:lnTo>
                  <a:pt x="551920" y="177512"/>
                </a:lnTo>
                <a:lnTo>
                  <a:pt x="527994" y="177512"/>
                </a:lnTo>
                <a:lnTo>
                  <a:pt x="527994" y="265290"/>
                </a:lnTo>
                <a:close/>
              </a:path>
              <a:path w="757554" h="2143759">
                <a:moveTo>
                  <a:pt x="489880" y="265290"/>
                </a:moveTo>
                <a:lnTo>
                  <a:pt x="513837" y="265290"/>
                </a:lnTo>
                <a:lnTo>
                  <a:pt x="513837" y="177512"/>
                </a:lnTo>
                <a:lnTo>
                  <a:pt x="489880" y="177512"/>
                </a:lnTo>
                <a:lnTo>
                  <a:pt x="489880" y="265290"/>
                </a:lnTo>
                <a:close/>
              </a:path>
              <a:path w="757554" h="2143759">
                <a:moveTo>
                  <a:pt x="680262" y="372449"/>
                </a:moveTo>
                <a:lnTo>
                  <a:pt x="704219" y="372449"/>
                </a:lnTo>
                <a:lnTo>
                  <a:pt x="704219" y="284682"/>
                </a:lnTo>
                <a:lnTo>
                  <a:pt x="680262" y="284682"/>
                </a:lnTo>
                <a:lnTo>
                  <a:pt x="680262" y="372449"/>
                </a:lnTo>
                <a:close/>
              </a:path>
              <a:path w="757554" h="2143759">
                <a:moveTo>
                  <a:pt x="642221" y="372449"/>
                </a:moveTo>
                <a:lnTo>
                  <a:pt x="666147" y="372449"/>
                </a:lnTo>
                <a:lnTo>
                  <a:pt x="666147" y="284682"/>
                </a:lnTo>
                <a:lnTo>
                  <a:pt x="642221" y="284682"/>
                </a:lnTo>
                <a:lnTo>
                  <a:pt x="642221" y="372449"/>
                </a:lnTo>
                <a:close/>
              </a:path>
              <a:path w="757554" h="2143759">
                <a:moveTo>
                  <a:pt x="604107" y="372449"/>
                </a:moveTo>
                <a:lnTo>
                  <a:pt x="628043" y="372449"/>
                </a:lnTo>
                <a:lnTo>
                  <a:pt x="628043" y="284682"/>
                </a:lnTo>
                <a:lnTo>
                  <a:pt x="604107" y="284682"/>
                </a:lnTo>
                <a:lnTo>
                  <a:pt x="604107" y="372449"/>
                </a:lnTo>
                <a:close/>
              </a:path>
              <a:path w="757554" h="2143759">
                <a:moveTo>
                  <a:pt x="566024" y="372449"/>
                </a:moveTo>
                <a:lnTo>
                  <a:pt x="589992" y="372449"/>
                </a:lnTo>
                <a:lnTo>
                  <a:pt x="589992" y="284682"/>
                </a:lnTo>
                <a:lnTo>
                  <a:pt x="566024" y="284682"/>
                </a:lnTo>
                <a:lnTo>
                  <a:pt x="566024" y="372449"/>
                </a:lnTo>
                <a:close/>
              </a:path>
              <a:path w="757554" h="2143759">
                <a:moveTo>
                  <a:pt x="527994" y="372449"/>
                </a:moveTo>
                <a:lnTo>
                  <a:pt x="551920" y="372449"/>
                </a:lnTo>
                <a:lnTo>
                  <a:pt x="551920" y="284682"/>
                </a:lnTo>
                <a:lnTo>
                  <a:pt x="527994" y="284682"/>
                </a:lnTo>
                <a:lnTo>
                  <a:pt x="527994" y="372449"/>
                </a:lnTo>
                <a:close/>
              </a:path>
              <a:path w="757554" h="2143759">
                <a:moveTo>
                  <a:pt x="489880" y="372449"/>
                </a:moveTo>
                <a:lnTo>
                  <a:pt x="513837" y="372449"/>
                </a:lnTo>
                <a:lnTo>
                  <a:pt x="513837" y="284682"/>
                </a:lnTo>
                <a:lnTo>
                  <a:pt x="489880" y="284682"/>
                </a:lnTo>
                <a:lnTo>
                  <a:pt x="489880" y="372449"/>
                </a:lnTo>
                <a:close/>
              </a:path>
              <a:path w="757554" h="2143759">
                <a:moveTo>
                  <a:pt x="680262" y="479566"/>
                </a:moveTo>
                <a:lnTo>
                  <a:pt x="704219" y="479566"/>
                </a:lnTo>
                <a:lnTo>
                  <a:pt x="704219" y="391841"/>
                </a:lnTo>
                <a:lnTo>
                  <a:pt x="680262" y="391841"/>
                </a:lnTo>
                <a:lnTo>
                  <a:pt x="680262" y="479566"/>
                </a:lnTo>
                <a:close/>
              </a:path>
              <a:path w="757554" h="2143759">
                <a:moveTo>
                  <a:pt x="642221" y="479566"/>
                </a:moveTo>
                <a:lnTo>
                  <a:pt x="666147" y="479566"/>
                </a:lnTo>
                <a:lnTo>
                  <a:pt x="666147" y="391841"/>
                </a:lnTo>
                <a:lnTo>
                  <a:pt x="642221" y="391841"/>
                </a:lnTo>
                <a:lnTo>
                  <a:pt x="642221" y="479566"/>
                </a:lnTo>
                <a:close/>
              </a:path>
              <a:path w="757554" h="2143759">
                <a:moveTo>
                  <a:pt x="604107" y="479566"/>
                </a:moveTo>
                <a:lnTo>
                  <a:pt x="628043" y="479566"/>
                </a:lnTo>
                <a:lnTo>
                  <a:pt x="628043" y="391841"/>
                </a:lnTo>
                <a:lnTo>
                  <a:pt x="604107" y="391841"/>
                </a:lnTo>
                <a:lnTo>
                  <a:pt x="604107" y="479566"/>
                </a:lnTo>
                <a:close/>
              </a:path>
              <a:path w="757554" h="2143759">
                <a:moveTo>
                  <a:pt x="566024" y="479566"/>
                </a:moveTo>
                <a:lnTo>
                  <a:pt x="589992" y="479566"/>
                </a:lnTo>
                <a:lnTo>
                  <a:pt x="589992" y="391841"/>
                </a:lnTo>
                <a:lnTo>
                  <a:pt x="566024" y="391841"/>
                </a:lnTo>
                <a:lnTo>
                  <a:pt x="566024" y="479566"/>
                </a:lnTo>
                <a:close/>
              </a:path>
              <a:path w="757554" h="2143759">
                <a:moveTo>
                  <a:pt x="527994" y="479566"/>
                </a:moveTo>
                <a:lnTo>
                  <a:pt x="551920" y="479566"/>
                </a:lnTo>
                <a:lnTo>
                  <a:pt x="551920" y="391841"/>
                </a:lnTo>
                <a:lnTo>
                  <a:pt x="527994" y="391841"/>
                </a:lnTo>
                <a:lnTo>
                  <a:pt x="527994" y="479566"/>
                </a:lnTo>
                <a:close/>
              </a:path>
              <a:path w="757554" h="2143759">
                <a:moveTo>
                  <a:pt x="489880" y="479566"/>
                </a:moveTo>
                <a:lnTo>
                  <a:pt x="513837" y="479566"/>
                </a:lnTo>
                <a:lnTo>
                  <a:pt x="513837" y="391841"/>
                </a:lnTo>
                <a:lnTo>
                  <a:pt x="489880" y="391841"/>
                </a:lnTo>
                <a:lnTo>
                  <a:pt x="489880" y="479566"/>
                </a:lnTo>
                <a:close/>
              </a:path>
              <a:path w="757554" h="2143759">
                <a:moveTo>
                  <a:pt x="680262" y="586746"/>
                </a:moveTo>
                <a:lnTo>
                  <a:pt x="704219" y="586746"/>
                </a:lnTo>
                <a:lnTo>
                  <a:pt x="704219" y="498969"/>
                </a:lnTo>
                <a:lnTo>
                  <a:pt x="680262" y="498969"/>
                </a:lnTo>
                <a:lnTo>
                  <a:pt x="680262" y="586746"/>
                </a:lnTo>
                <a:close/>
              </a:path>
              <a:path w="757554" h="2143759">
                <a:moveTo>
                  <a:pt x="642221" y="586746"/>
                </a:moveTo>
                <a:lnTo>
                  <a:pt x="666147" y="586746"/>
                </a:lnTo>
                <a:lnTo>
                  <a:pt x="666147" y="498969"/>
                </a:lnTo>
                <a:lnTo>
                  <a:pt x="642221" y="498969"/>
                </a:lnTo>
                <a:lnTo>
                  <a:pt x="642221" y="586746"/>
                </a:lnTo>
                <a:close/>
              </a:path>
              <a:path w="757554" h="2143759">
                <a:moveTo>
                  <a:pt x="604107" y="586746"/>
                </a:moveTo>
                <a:lnTo>
                  <a:pt x="628043" y="586746"/>
                </a:lnTo>
                <a:lnTo>
                  <a:pt x="628043" y="498969"/>
                </a:lnTo>
                <a:lnTo>
                  <a:pt x="604107" y="498969"/>
                </a:lnTo>
                <a:lnTo>
                  <a:pt x="604107" y="586746"/>
                </a:lnTo>
                <a:close/>
              </a:path>
              <a:path w="757554" h="2143759">
                <a:moveTo>
                  <a:pt x="566024" y="586746"/>
                </a:moveTo>
                <a:lnTo>
                  <a:pt x="589992" y="586746"/>
                </a:lnTo>
                <a:lnTo>
                  <a:pt x="589992" y="498969"/>
                </a:lnTo>
                <a:lnTo>
                  <a:pt x="566024" y="498969"/>
                </a:lnTo>
                <a:lnTo>
                  <a:pt x="566024" y="586746"/>
                </a:lnTo>
                <a:close/>
              </a:path>
              <a:path w="757554" h="2143759">
                <a:moveTo>
                  <a:pt x="527994" y="586746"/>
                </a:moveTo>
                <a:lnTo>
                  <a:pt x="551920" y="586746"/>
                </a:lnTo>
                <a:lnTo>
                  <a:pt x="551920" y="498969"/>
                </a:lnTo>
                <a:lnTo>
                  <a:pt x="527994" y="498969"/>
                </a:lnTo>
                <a:lnTo>
                  <a:pt x="527994" y="586746"/>
                </a:lnTo>
                <a:close/>
              </a:path>
              <a:path w="757554" h="2143759">
                <a:moveTo>
                  <a:pt x="489880" y="586746"/>
                </a:moveTo>
                <a:lnTo>
                  <a:pt x="513837" y="586746"/>
                </a:lnTo>
                <a:lnTo>
                  <a:pt x="513837" y="498969"/>
                </a:lnTo>
                <a:lnTo>
                  <a:pt x="489880" y="498969"/>
                </a:lnTo>
                <a:lnTo>
                  <a:pt x="489880" y="586746"/>
                </a:lnTo>
                <a:close/>
              </a:path>
              <a:path w="757554" h="2143759">
                <a:moveTo>
                  <a:pt x="453881" y="730124"/>
                </a:moveTo>
                <a:lnTo>
                  <a:pt x="477870" y="730124"/>
                </a:lnTo>
                <a:lnTo>
                  <a:pt x="477870" y="607929"/>
                </a:lnTo>
                <a:lnTo>
                  <a:pt x="453881" y="607929"/>
                </a:lnTo>
                <a:lnTo>
                  <a:pt x="453881" y="730124"/>
                </a:lnTo>
                <a:close/>
              </a:path>
              <a:path w="757554" h="2143759">
                <a:moveTo>
                  <a:pt x="415830" y="730124"/>
                </a:moveTo>
                <a:lnTo>
                  <a:pt x="439766" y="730124"/>
                </a:lnTo>
                <a:lnTo>
                  <a:pt x="439766" y="607929"/>
                </a:lnTo>
                <a:lnTo>
                  <a:pt x="415830" y="607929"/>
                </a:lnTo>
                <a:lnTo>
                  <a:pt x="415830" y="730124"/>
                </a:lnTo>
                <a:close/>
              </a:path>
              <a:path w="757554" h="2143759">
                <a:moveTo>
                  <a:pt x="377758" y="730124"/>
                </a:moveTo>
                <a:lnTo>
                  <a:pt x="401694" y="730124"/>
                </a:lnTo>
                <a:lnTo>
                  <a:pt x="401694" y="607929"/>
                </a:lnTo>
                <a:lnTo>
                  <a:pt x="377758" y="607929"/>
                </a:lnTo>
                <a:lnTo>
                  <a:pt x="377758" y="730124"/>
                </a:lnTo>
                <a:close/>
              </a:path>
              <a:path w="757554" h="2143759">
                <a:moveTo>
                  <a:pt x="339696" y="730124"/>
                </a:moveTo>
                <a:lnTo>
                  <a:pt x="363591" y="730124"/>
                </a:lnTo>
                <a:lnTo>
                  <a:pt x="363591" y="607929"/>
                </a:lnTo>
                <a:lnTo>
                  <a:pt x="339696" y="607929"/>
                </a:lnTo>
                <a:lnTo>
                  <a:pt x="339696" y="730124"/>
                </a:lnTo>
                <a:close/>
              </a:path>
              <a:path w="757554" h="2143759">
                <a:moveTo>
                  <a:pt x="301571" y="730124"/>
                </a:moveTo>
                <a:lnTo>
                  <a:pt x="325539" y="730124"/>
                </a:lnTo>
                <a:lnTo>
                  <a:pt x="325539" y="607929"/>
                </a:lnTo>
                <a:lnTo>
                  <a:pt x="301571" y="607929"/>
                </a:lnTo>
                <a:lnTo>
                  <a:pt x="301571" y="730124"/>
                </a:lnTo>
                <a:close/>
              </a:path>
              <a:path w="757554" h="2143759">
                <a:moveTo>
                  <a:pt x="263510" y="730124"/>
                </a:moveTo>
                <a:lnTo>
                  <a:pt x="287446" y="730124"/>
                </a:lnTo>
                <a:lnTo>
                  <a:pt x="287446" y="607929"/>
                </a:lnTo>
                <a:lnTo>
                  <a:pt x="263510" y="607929"/>
                </a:lnTo>
                <a:lnTo>
                  <a:pt x="263510" y="730124"/>
                </a:lnTo>
                <a:close/>
              </a:path>
              <a:path w="757554" h="2143759">
                <a:moveTo>
                  <a:pt x="453881" y="158141"/>
                </a:moveTo>
                <a:lnTo>
                  <a:pt x="477870" y="158141"/>
                </a:lnTo>
                <a:lnTo>
                  <a:pt x="477870" y="70364"/>
                </a:lnTo>
                <a:lnTo>
                  <a:pt x="453881" y="70364"/>
                </a:lnTo>
                <a:lnTo>
                  <a:pt x="453881" y="158141"/>
                </a:lnTo>
                <a:close/>
              </a:path>
              <a:path w="757554" h="2143759">
                <a:moveTo>
                  <a:pt x="415830" y="158141"/>
                </a:moveTo>
                <a:lnTo>
                  <a:pt x="439766" y="158141"/>
                </a:lnTo>
                <a:lnTo>
                  <a:pt x="439766" y="70364"/>
                </a:lnTo>
                <a:lnTo>
                  <a:pt x="415830" y="70364"/>
                </a:lnTo>
                <a:lnTo>
                  <a:pt x="415830" y="158141"/>
                </a:lnTo>
                <a:close/>
              </a:path>
              <a:path w="757554" h="2143759">
                <a:moveTo>
                  <a:pt x="377758" y="158141"/>
                </a:moveTo>
                <a:lnTo>
                  <a:pt x="401694" y="158141"/>
                </a:lnTo>
                <a:lnTo>
                  <a:pt x="401694" y="70364"/>
                </a:lnTo>
                <a:lnTo>
                  <a:pt x="377758" y="70364"/>
                </a:lnTo>
                <a:lnTo>
                  <a:pt x="377758" y="158141"/>
                </a:lnTo>
                <a:close/>
              </a:path>
              <a:path w="757554" h="2143759">
                <a:moveTo>
                  <a:pt x="339696" y="158141"/>
                </a:moveTo>
                <a:lnTo>
                  <a:pt x="363591" y="158141"/>
                </a:lnTo>
                <a:lnTo>
                  <a:pt x="363591" y="70364"/>
                </a:lnTo>
                <a:lnTo>
                  <a:pt x="339696" y="70364"/>
                </a:lnTo>
                <a:lnTo>
                  <a:pt x="339696" y="158141"/>
                </a:lnTo>
                <a:close/>
              </a:path>
              <a:path w="757554" h="2143759">
                <a:moveTo>
                  <a:pt x="301571" y="158141"/>
                </a:moveTo>
                <a:lnTo>
                  <a:pt x="325539" y="158141"/>
                </a:lnTo>
                <a:lnTo>
                  <a:pt x="325539" y="70364"/>
                </a:lnTo>
                <a:lnTo>
                  <a:pt x="301571" y="70364"/>
                </a:lnTo>
                <a:lnTo>
                  <a:pt x="301571" y="158141"/>
                </a:lnTo>
                <a:close/>
              </a:path>
              <a:path w="757554" h="2143759">
                <a:moveTo>
                  <a:pt x="263510" y="158141"/>
                </a:moveTo>
                <a:lnTo>
                  <a:pt x="287446" y="158141"/>
                </a:lnTo>
                <a:lnTo>
                  <a:pt x="287446" y="70364"/>
                </a:lnTo>
                <a:lnTo>
                  <a:pt x="263510" y="70364"/>
                </a:lnTo>
                <a:lnTo>
                  <a:pt x="263510" y="158141"/>
                </a:lnTo>
                <a:close/>
              </a:path>
              <a:path w="757554" h="2143759">
                <a:moveTo>
                  <a:pt x="453881" y="265290"/>
                </a:moveTo>
                <a:lnTo>
                  <a:pt x="477870" y="265290"/>
                </a:lnTo>
                <a:lnTo>
                  <a:pt x="477870" y="177512"/>
                </a:lnTo>
                <a:lnTo>
                  <a:pt x="453881" y="177512"/>
                </a:lnTo>
                <a:lnTo>
                  <a:pt x="453881" y="265290"/>
                </a:lnTo>
                <a:close/>
              </a:path>
              <a:path w="757554" h="2143759">
                <a:moveTo>
                  <a:pt x="415830" y="265290"/>
                </a:moveTo>
                <a:lnTo>
                  <a:pt x="439766" y="265290"/>
                </a:lnTo>
                <a:lnTo>
                  <a:pt x="439766" y="177512"/>
                </a:lnTo>
                <a:lnTo>
                  <a:pt x="415830" y="177512"/>
                </a:lnTo>
                <a:lnTo>
                  <a:pt x="415830" y="265290"/>
                </a:lnTo>
                <a:close/>
              </a:path>
              <a:path w="757554" h="2143759">
                <a:moveTo>
                  <a:pt x="377758" y="265290"/>
                </a:moveTo>
                <a:lnTo>
                  <a:pt x="401694" y="265290"/>
                </a:lnTo>
                <a:lnTo>
                  <a:pt x="401694" y="177512"/>
                </a:lnTo>
                <a:lnTo>
                  <a:pt x="377758" y="177512"/>
                </a:lnTo>
                <a:lnTo>
                  <a:pt x="377758" y="265290"/>
                </a:lnTo>
                <a:close/>
              </a:path>
              <a:path w="757554" h="2143759">
                <a:moveTo>
                  <a:pt x="339696" y="265290"/>
                </a:moveTo>
                <a:lnTo>
                  <a:pt x="363591" y="265290"/>
                </a:lnTo>
                <a:lnTo>
                  <a:pt x="363591" y="177512"/>
                </a:lnTo>
                <a:lnTo>
                  <a:pt x="339696" y="177512"/>
                </a:lnTo>
                <a:lnTo>
                  <a:pt x="339696" y="265290"/>
                </a:lnTo>
                <a:close/>
              </a:path>
              <a:path w="757554" h="2143759">
                <a:moveTo>
                  <a:pt x="301571" y="265290"/>
                </a:moveTo>
                <a:lnTo>
                  <a:pt x="325539" y="265290"/>
                </a:lnTo>
                <a:lnTo>
                  <a:pt x="325539" y="177512"/>
                </a:lnTo>
                <a:lnTo>
                  <a:pt x="301571" y="177512"/>
                </a:lnTo>
                <a:lnTo>
                  <a:pt x="301571" y="265290"/>
                </a:lnTo>
                <a:close/>
              </a:path>
              <a:path w="757554" h="2143759">
                <a:moveTo>
                  <a:pt x="263510" y="265290"/>
                </a:moveTo>
                <a:lnTo>
                  <a:pt x="287446" y="265290"/>
                </a:lnTo>
                <a:lnTo>
                  <a:pt x="287446" y="177512"/>
                </a:lnTo>
                <a:lnTo>
                  <a:pt x="263510" y="177512"/>
                </a:lnTo>
                <a:lnTo>
                  <a:pt x="263510" y="265290"/>
                </a:lnTo>
                <a:close/>
              </a:path>
              <a:path w="757554" h="2143759">
                <a:moveTo>
                  <a:pt x="453881" y="372449"/>
                </a:moveTo>
                <a:lnTo>
                  <a:pt x="477870" y="372449"/>
                </a:lnTo>
                <a:lnTo>
                  <a:pt x="477870" y="284682"/>
                </a:lnTo>
                <a:lnTo>
                  <a:pt x="453881" y="284682"/>
                </a:lnTo>
                <a:lnTo>
                  <a:pt x="453881" y="372449"/>
                </a:lnTo>
                <a:close/>
              </a:path>
              <a:path w="757554" h="2143759">
                <a:moveTo>
                  <a:pt x="415830" y="372449"/>
                </a:moveTo>
                <a:lnTo>
                  <a:pt x="439766" y="372449"/>
                </a:lnTo>
                <a:lnTo>
                  <a:pt x="439766" y="284682"/>
                </a:lnTo>
                <a:lnTo>
                  <a:pt x="415830" y="284682"/>
                </a:lnTo>
                <a:lnTo>
                  <a:pt x="415830" y="372449"/>
                </a:lnTo>
                <a:close/>
              </a:path>
              <a:path w="757554" h="2143759">
                <a:moveTo>
                  <a:pt x="377758" y="372449"/>
                </a:moveTo>
                <a:lnTo>
                  <a:pt x="401694" y="372449"/>
                </a:lnTo>
                <a:lnTo>
                  <a:pt x="401694" y="284682"/>
                </a:lnTo>
                <a:lnTo>
                  <a:pt x="377758" y="284682"/>
                </a:lnTo>
                <a:lnTo>
                  <a:pt x="377758" y="372449"/>
                </a:lnTo>
                <a:close/>
              </a:path>
              <a:path w="757554" h="2143759">
                <a:moveTo>
                  <a:pt x="339696" y="372449"/>
                </a:moveTo>
                <a:lnTo>
                  <a:pt x="363591" y="372449"/>
                </a:lnTo>
                <a:lnTo>
                  <a:pt x="363591" y="284682"/>
                </a:lnTo>
                <a:lnTo>
                  <a:pt x="339696" y="284682"/>
                </a:lnTo>
                <a:lnTo>
                  <a:pt x="339696" y="372449"/>
                </a:lnTo>
                <a:close/>
              </a:path>
              <a:path w="757554" h="2143759">
                <a:moveTo>
                  <a:pt x="301571" y="372449"/>
                </a:moveTo>
                <a:lnTo>
                  <a:pt x="325539" y="372449"/>
                </a:lnTo>
                <a:lnTo>
                  <a:pt x="325539" y="284682"/>
                </a:lnTo>
                <a:lnTo>
                  <a:pt x="301571" y="284682"/>
                </a:lnTo>
                <a:lnTo>
                  <a:pt x="301571" y="372449"/>
                </a:lnTo>
                <a:close/>
              </a:path>
              <a:path w="757554" h="2143759">
                <a:moveTo>
                  <a:pt x="263510" y="372449"/>
                </a:moveTo>
                <a:lnTo>
                  <a:pt x="287446" y="372449"/>
                </a:lnTo>
                <a:lnTo>
                  <a:pt x="287446" y="284682"/>
                </a:lnTo>
                <a:lnTo>
                  <a:pt x="263510" y="284682"/>
                </a:lnTo>
                <a:lnTo>
                  <a:pt x="263510" y="372449"/>
                </a:lnTo>
                <a:close/>
              </a:path>
              <a:path w="757554" h="2143759">
                <a:moveTo>
                  <a:pt x="453881" y="479566"/>
                </a:moveTo>
                <a:lnTo>
                  <a:pt x="477870" y="479566"/>
                </a:lnTo>
                <a:lnTo>
                  <a:pt x="477870" y="391841"/>
                </a:lnTo>
                <a:lnTo>
                  <a:pt x="453881" y="391841"/>
                </a:lnTo>
                <a:lnTo>
                  <a:pt x="453881" y="479566"/>
                </a:lnTo>
                <a:close/>
              </a:path>
              <a:path w="757554" h="2143759">
                <a:moveTo>
                  <a:pt x="415830" y="479566"/>
                </a:moveTo>
                <a:lnTo>
                  <a:pt x="439766" y="479566"/>
                </a:lnTo>
                <a:lnTo>
                  <a:pt x="439766" y="391841"/>
                </a:lnTo>
                <a:lnTo>
                  <a:pt x="415830" y="391841"/>
                </a:lnTo>
                <a:lnTo>
                  <a:pt x="415830" y="479566"/>
                </a:lnTo>
                <a:close/>
              </a:path>
              <a:path w="757554" h="2143759">
                <a:moveTo>
                  <a:pt x="377758" y="479566"/>
                </a:moveTo>
                <a:lnTo>
                  <a:pt x="401694" y="479566"/>
                </a:lnTo>
                <a:lnTo>
                  <a:pt x="401694" y="391841"/>
                </a:lnTo>
                <a:lnTo>
                  <a:pt x="377758" y="391841"/>
                </a:lnTo>
                <a:lnTo>
                  <a:pt x="377758" y="479566"/>
                </a:lnTo>
                <a:close/>
              </a:path>
              <a:path w="757554" h="2143759">
                <a:moveTo>
                  <a:pt x="339696" y="479566"/>
                </a:moveTo>
                <a:lnTo>
                  <a:pt x="363591" y="479566"/>
                </a:lnTo>
                <a:lnTo>
                  <a:pt x="363591" y="391841"/>
                </a:lnTo>
                <a:lnTo>
                  <a:pt x="339696" y="391841"/>
                </a:lnTo>
                <a:lnTo>
                  <a:pt x="339696" y="479566"/>
                </a:lnTo>
                <a:close/>
              </a:path>
              <a:path w="757554" h="2143759">
                <a:moveTo>
                  <a:pt x="301571" y="479566"/>
                </a:moveTo>
                <a:lnTo>
                  <a:pt x="325539" y="479566"/>
                </a:lnTo>
                <a:lnTo>
                  <a:pt x="325539" y="391841"/>
                </a:lnTo>
                <a:lnTo>
                  <a:pt x="301571" y="391841"/>
                </a:lnTo>
                <a:lnTo>
                  <a:pt x="301571" y="479566"/>
                </a:lnTo>
                <a:close/>
              </a:path>
              <a:path w="757554" h="2143759">
                <a:moveTo>
                  <a:pt x="263510" y="479566"/>
                </a:moveTo>
                <a:lnTo>
                  <a:pt x="287446" y="479566"/>
                </a:lnTo>
                <a:lnTo>
                  <a:pt x="287446" y="391841"/>
                </a:lnTo>
                <a:lnTo>
                  <a:pt x="263510" y="391841"/>
                </a:lnTo>
                <a:lnTo>
                  <a:pt x="263510" y="479566"/>
                </a:lnTo>
                <a:close/>
              </a:path>
              <a:path w="757554" h="2143759">
                <a:moveTo>
                  <a:pt x="453881" y="586746"/>
                </a:moveTo>
                <a:lnTo>
                  <a:pt x="477870" y="586746"/>
                </a:lnTo>
                <a:lnTo>
                  <a:pt x="477870" y="498969"/>
                </a:lnTo>
                <a:lnTo>
                  <a:pt x="453881" y="498969"/>
                </a:lnTo>
                <a:lnTo>
                  <a:pt x="453881" y="586746"/>
                </a:lnTo>
                <a:close/>
              </a:path>
              <a:path w="757554" h="2143759">
                <a:moveTo>
                  <a:pt x="415830" y="586746"/>
                </a:moveTo>
                <a:lnTo>
                  <a:pt x="439766" y="586746"/>
                </a:lnTo>
                <a:lnTo>
                  <a:pt x="439766" y="498969"/>
                </a:lnTo>
                <a:lnTo>
                  <a:pt x="415830" y="498969"/>
                </a:lnTo>
                <a:lnTo>
                  <a:pt x="415830" y="586746"/>
                </a:lnTo>
                <a:close/>
              </a:path>
              <a:path w="757554" h="2143759">
                <a:moveTo>
                  <a:pt x="377758" y="586746"/>
                </a:moveTo>
                <a:lnTo>
                  <a:pt x="401694" y="586746"/>
                </a:lnTo>
                <a:lnTo>
                  <a:pt x="401694" y="498969"/>
                </a:lnTo>
                <a:lnTo>
                  <a:pt x="377758" y="498969"/>
                </a:lnTo>
                <a:lnTo>
                  <a:pt x="377758" y="586746"/>
                </a:lnTo>
                <a:close/>
              </a:path>
              <a:path w="757554" h="2143759">
                <a:moveTo>
                  <a:pt x="339696" y="586746"/>
                </a:moveTo>
                <a:lnTo>
                  <a:pt x="363591" y="586746"/>
                </a:lnTo>
                <a:lnTo>
                  <a:pt x="363591" y="498969"/>
                </a:lnTo>
                <a:lnTo>
                  <a:pt x="339696" y="498969"/>
                </a:lnTo>
                <a:lnTo>
                  <a:pt x="339696" y="586746"/>
                </a:lnTo>
                <a:close/>
              </a:path>
              <a:path w="757554" h="2143759">
                <a:moveTo>
                  <a:pt x="301571" y="586746"/>
                </a:moveTo>
                <a:lnTo>
                  <a:pt x="325539" y="586746"/>
                </a:lnTo>
                <a:lnTo>
                  <a:pt x="325539" y="498969"/>
                </a:lnTo>
                <a:lnTo>
                  <a:pt x="301571" y="498969"/>
                </a:lnTo>
                <a:lnTo>
                  <a:pt x="301571" y="586746"/>
                </a:lnTo>
                <a:close/>
              </a:path>
              <a:path w="757554" h="2143759">
                <a:moveTo>
                  <a:pt x="263510" y="586746"/>
                </a:moveTo>
                <a:lnTo>
                  <a:pt x="287446" y="586746"/>
                </a:lnTo>
                <a:lnTo>
                  <a:pt x="287446" y="498969"/>
                </a:lnTo>
                <a:lnTo>
                  <a:pt x="263510" y="498969"/>
                </a:lnTo>
                <a:lnTo>
                  <a:pt x="263510" y="586746"/>
                </a:lnTo>
                <a:close/>
              </a:path>
              <a:path w="757554" h="2143759">
                <a:moveTo>
                  <a:pt x="227563" y="730124"/>
                </a:moveTo>
                <a:lnTo>
                  <a:pt x="251500" y="730124"/>
                </a:lnTo>
                <a:lnTo>
                  <a:pt x="251500" y="607929"/>
                </a:lnTo>
                <a:lnTo>
                  <a:pt x="227563" y="607929"/>
                </a:lnTo>
                <a:lnTo>
                  <a:pt x="227563" y="730124"/>
                </a:lnTo>
                <a:close/>
              </a:path>
              <a:path w="757554" h="2143759">
                <a:moveTo>
                  <a:pt x="189460" y="730124"/>
                </a:moveTo>
                <a:lnTo>
                  <a:pt x="213386" y="730124"/>
                </a:lnTo>
                <a:lnTo>
                  <a:pt x="213386" y="607929"/>
                </a:lnTo>
                <a:lnTo>
                  <a:pt x="189460" y="607929"/>
                </a:lnTo>
                <a:lnTo>
                  <a:pt x="189460" y="730124"/>
                </a:lnTo>
                <a:close/>
              </a:path>
              <a:path w="757554" h="2143759">
                <a:moveTo>
                  <a:pt x="151377" y="730124"/>
                </a:moveTo>
                <a:lnTo>
                  <a:pt x="175345" y="730124"/>
                </a:lnTo>
                <a:lnTo>
                  <a:pt x="175345" y="607929"/>
                </a:lnTo>
                <a:lnTo>
                  <a:pt x="151377" y="607929"/>
                </a:lnTo>
                <a:lnTo>
                  <a:pt x="151377" y="730124"/>
                </a:lnTo>
                <a:close/>
              </a:path>
              <a:path w="757554" h="2143759">
                <a:moveTo>
                  <a:pt x="113274" y="730124"/>
                </a:moveTo>
                <a:lnTo>
                  <a:pt x="137273" y="730124"/>
                </a:lnTo>
                <a:lnTo>
                  <a:pt x="137273" y="607929"/>
                </a:lnTo>
                <a:lnTo>
                  <a:pt x="113274" y="607929"/>
                </a:lnTo>
                <a:lnTo>
                  <a:pt x="113274" y="730124"/>
                </a:lnTo>
                <a:close/>
              </a:path>
              <a:path w="757554" h="2143759">
                <a:moveTo>
                  <a:pt x="75233" y="730124"/>
                </a:moveTo>
                <a:lnTo>
                  <a:pt x="99201" y="730124"/>
                </a:lnTo>
                <a:lnTo>
                  <a:pt x="99201" y="607929"/>
                </a:lnTo>
                <a:lnTo>
                  <a:pt x="75233" y="607929"/>
                </a:lnTo>
                <a:lnTo>
                  <a:pt x="75233" y="730124"/>
                </a:lnTo>
                <a:close/>
              </a:path>
              <a:path w="757554" h="2143759">
                <a:moveTo>
                  <a:pt x="37129" y="730124"/>
                </a:moveTo>
                <a:lnTo>
                  <a:pt x="61087" y="730124"/>
                </a:lnTo>
                <a:lnTo>
                  <a:pt x="61087" y="607929"/>
                </a:lnTo>
                <a:lnTo>
                  <a:pt x="37129" y="607929"/>
                </a:lnTo>
                <a:lnTo>
                  <a:pt x="37129" y="730124"/>
                </a:lnTo>
                <a:close/>
              </a:path>
              <a:path w="757554" h="2143759">
                <a:moveTo>
                  <a:pt x="227563" y="158141"/>
                </a:moveTo>
                <a:lnTo>
                  <a:pt x="251500" y="158141"/>
                </a:lnTo>
                <a:lnTo>
                  <a:pt x="251500" y="70364"/>
                </a:lnTo>
                <a:lnTo>
                  <a:pt x="227563" y="70364"/>
                </a:lnTo>
                <a:lnTo>
                  <a:pt x="227563" y="158141"/>
                </a:lnTo>
                <a:close/>
              </a:path>
              <a:path w="757554" h="2143759">
                <a:moveTo>
                  <a:pt x="189460" y="158141"/>
                </a:moveTo>
                <a:lnTo>
                  <a:pt x="213386" y="158141"/>
                </a:lnTo>
                <a:lnTo>
                  <a:pt x="213386" y="70364"/>
                </a:lnTo>
                <a:lnTo>
                  <a:pt x="189460" y="70364"/>
                </a:lnTo>
                <a:lnTo>
                  <a:pt x="189460" y="158141"/>
                </a:lnTo>
                <a:close/>
              </a:path>
              <a:path w="757554" h="2143759">
                <a:moveTo>
                  <a:pt x="151377" y="158141"/>
                </a:moveTo>
                <a:lnTo>
                  <a:pt x="175345" y="158141"/>
                </a:lnTo>
                <a:lnTo>
                  <a:pt x="175345" y="70364"/>
                </a:lnTo>
                <a:lnTo>
                  <a:pt x="151377" y="70364"/>
                </a:lnTo>
                <a:lnTo>
                  <a:pt x="151377" y="158141"/>
                </a:lnTo>
                <a:close/>
              </a:path>
              <a:path w="757554" h="2143759">
                <a:moveTo>
                  <a:pt x="113274" y="158141"/>
                </a:moveTo>
                <a:lnTo>
                  <a:pt x="137273" y="158141"/>
                </a:lnTo>
                <a:lnTo>
                  <a:pt x="137273" y="70364"/>
                </a:lnTo>
                <a:lnTo>
                  <a:pt x="113274" y="70364"/>
                </a:lnTo>
                <a:lnTo>
                  <a:pt x="113274" y="158141"/>
                </a:lnTo>
                <a:close/>
              </a:path>
              <a:path w="757554" h="2143759">
                <a:moveTo>
                  <a:pt x="75233" y="158141"/>
                </a:moveTo>
                <a:lnTo>
                  <a:pt x="99201" y="158141"/>
                </a:lnTo>
                <a:lnTo>
                  <a:pt x="99201" y="70364"/>
                </a:lnTo>
                <a:lnTo>
                  <a:pt x="75233" y="70364"/>
                </a:lnTo>
                <a:lnTo>
                  <a:pt x="75233" y="158141"/>
                </a:lnTo>
                <a:close/>
              </a:path>
              <a:path w="757554" h="2143759">
                <a:moveTo>
                  <a:pt x="37129" y="158141"/>
                </a:moveTo>
                <a:lnTo>
                  <a:pt x="61087" y="158141"/>
                </a:lnTo>
                <a:lnTo>
                  <a:pt x="61087" y="70364"/>
                </a:lnTo>
                <a:lnTo>
                  <a:pt x="37129" y="70364"/>
                </a:lnTo>
                <a:lnTo>
                  <a:pt x="37129" y="158141"/>
                </a:lnTo>
                <a:close/>
              </a:path>
              <a:path w="757554" h="2143759">
                <a:moveTo>
                  <a:pt x="227563" y="265290"/>
                </a:moveTo>
                <a:lnTo>
                  <a:pt x="251500" y="265290"/>
                </a:lnTo>
                <a:lnTo>
                  <a:pt x="251500" y="177512"/>
                </a:lnTo>
                <a:lnTo>
                  <a:pt x="227563" y="177512"/>
                </a:lnTo>
                <a:lnTo>
                  <a:pt x="227563" y="265290"/>
                </a:lnTo>
                <a:close/>
              </a:path>
              <a:path w="757554" h="2143759">
                <a:moveTo>
                  <a:pt x="189460" y="265290"/>
                </a:moveTo>
                <a:lnTo>
                  <a:pt x="213386" y="265290"/>
                </a:lnTo>
                <a:lnTo>
                  <a:pt x="213386" y="177512"/>
                </a:lnTo>
                <a:lnTo>
                  <a:pt x="189460" y="177512"/>
                </a:lnTo>
                <a:lnTo>
                  <a:pt x="189460" y="265290"/>
                </a:lnTo>
                <a:close/>
              </a:path>
              <a:path w="757554" h="2143759">
                <a:moveTo>
                  <a:pt x="151377" y="265290"/>
                </a:moveTo>
                <a:lnTo>
                  <a:pt x="175345" y="265290"/>
                </a:lnTo>
                <a:lnTo>
                  <a:pt x="175345" y="177512"/>
                </a:lnTo>
                <a:lnTo>
                  <a:pt x="151377" y="177512"/>
                </a:lnTo>
                <a:lnTo>
                  <a:pt x="151377" y="265290"/>
                </a:lnTo>
                <a:close/>
              </a:path>
              <a:path w="757554" h="2143759">
                <a:moveTo>
                  <a:pt x="113274" y="265290"/>
                </a:moveTo>
                <a:lnTo>
                  <a:pt x="137273" y="265290"/>
                </a:lnTo>
                <a:lnTo>
                  <a:pt x="137273" y="177512"/>
                </a:lnTo>
                <a:lnTo>
                  <a:pt x="113274" y="177512"/>
                </a:lnTo>
                <a:lnTo>
                  <a:pt x="113274" y="265290"/>
                </a:lnTo>
                <a:close/>
              </a:path>
              <a:path w="757554" h="2143759">
                <a:moveTo>
                  <a:pt x="75233" y="265290"/>
                </a:moveTo>
                <a:lnTo>
                  <a:pt x="99201" y="265290"/>
                </a:lnTo>
                <a:lnTo>
                  <a:pt x="99201" y="177512"/>
                </a:lnTo>
                <a:lnTo>
                  <a:pt x="75233" y="177512"/>
                </a:lnTo>
                <a:lnTo>
                  <a:pt x="75233" y="265290"/>
                </a:lnTo>
                <a:close/>
              </a:path>
              <a:path w="757554" h="2143759">
                <a:moveTo>
                  <a:pt x="37129" y="265290"/>
                </a:moveTo>
                <a:lnTo>
                  <a:pt x="61087" y="265290"/>
                </a:lnTo>
                <a:lnTo>
                  <a:pt x="61087" y="177512"/>
                </a:lnTo>
                <a:lnTo>
                  <a:pt x="37129" y="177512"/>
                </a:lnTo>
                <a:lnTo>
                  <a:pt x="37129" y="265290"/>
                </a:lnTo>
                <a:close/>
              </a:path>
              <a:path w="757554" h="2143759">
                <a:moveTo>
                  <a:pt x="227563" y="372449"/>
                </a:moveTo>
                <a:lnTo>
                  <a:pt x="251500" y="372449"/>
                </a:lnTo>
                <a:lnTo>
                  <a:pt x="251500" y="284682"/>
                </a:lnTo>
                <a:lnTo>
                  <a:pt x="227563" y="284682"/>
                </a:lnTo>
                <a:lnTo>
                  <a:pt x="227563" y="372449"/>
                </a:lnTo>
                <a:close/>
              </a:path>
              <a:path w="757554" h="2143759">
                <a:moveTo>
                  <a:pt x="189460" y="372449"/>
                </a:moveTo>
                <a:lnTo>
                  <a:pt x="213386" y="372449"/>
                </a:lnTo>
                <a:lnTo>
                  <a:pt x="213386" y="284682"/>
                </a:lnTo>
                <a:lnTo>
                  <a:pt x="189460" y="284682"/>
                </a:lnTo>
                <a:lnTo>
                  <a:pt x="189460" y="372449"/>
                </a:lnTo>
                <a:close/>
              </a:path>
              <a:path w="757554" h="2143759">
                <a:moveTo>
                  <a:pt x="151377" y="372449"/>
                </a:moveTo>
                <a:lnTo>
                  <a:pt x="175345" y="372449"/>
                </a:lnTo>
                <a:lnTo>
                  <a:pt x="175345" y="284682"/>
                </a:lnTo>
                <a:lnTo>
                  <a:pt x="151377" y="284682"/>
                </a:lnTo>
                <a:lnTo>
                  <a:pt x="151377" y="372449"/>
                </a:lnTo>
                <a:close/>
              </a:path>
              <a:path w="757554" h="2143759">
                <a:moveTo>
                  <a:pt x="113274" y="372449"/>
                </a:moveTo>
                <a:lnTo>
                  <a:pt x="137273" y="372449"/>
                </a:lnTo>
                <a:lnTo>
                  <a:pt x="137273" y="284682"/>
                </a:lnTo>
                <a:lnTo>
                  <a:pt x="113274" y="284682"/>
                </a:lnTo>
                <a:lnTo>
                  <a:pt x="113274" y="372449"/>
                </a:lnTo>
                <a:close/>
              </a:path>
              <a:path w="757554" h="2143759">
                <a:moveTo>
                  <a:pt x="75233" y="372449"/>
                </a:moveTo>
                <a:lnTo>
                  <a:pt x="99201" y="372449"/>
                </a:lnTo>
                <a:lnTo>
                  <a:pt x="99201" y="284682"/>
                </a:lnTo>
                <a:lnTo>
                  <a:pt x="75233" y="284682"/>
                </a:lnTo>
                <a:lnTo>
                  <a:pt x="75233" y="372449"/>
                </a:lnTo>
                <a:close/>
              </a:path>
              <a:path w="757554" h="2143759">
                <a:moveTo>
                  <a:pt x="37129" y="372449"/>
                </a:moveTo>
                <a:lnTo>
                  <a:pt x="61087" y="372449"/>
                </a:lnTo>
                <a:lnTo>
                  <a:pt x="61087" y="284682"/>
                </a:lnTo>
                <a:lnTo>
                  <a:pt x="37129" y="284682"/>
                </a:lnTo>
                <a:lnTo>
                  <a:pt x="37129" y="372449"/>
                </a:lnTo>
                <a:close/>
              </a:path>
              <a:path w="757554" h="2143759">
                <a:moveTo>
                  <a:pt x="227563" y="479566"/>
                </a:moveTo>
                <a:lnTo>
                  <a:pt x="251500" y="479566"/>
                </a:lnTo>
                <a:lnTo>
                  <a:pt x="251500" y="391841"/>
                </a:lnTo>
                <a:lnTo>
                  <a:pt x="227563" y="391841"/>
                </a:lnTo>
                <a:lnTo>
                  <a:pt x="227563" y="479566"/>
                </a:lnTo>
                <a:close/>
              </a:path>
              <a:path w="757554" h="2143759">
                <a:moveTo>
                  <a:pt x="189460" y="479566"/>
                </a:moveTo>
                <a:lnTo>
                  <a:pt x="213386" y="479566"/>
                </a:lnTo>
                <a:lnTo>
                  <a:pt x="213386" y="391841"/>
                </a:lnTo>
                <a:lnTo>
                  <a:pt x="189460" y="391841"/>
                </a:lnTo>
                <a:lnTo>
                  <a:pt x="189460" y="479566"/>
                </a:lnTo>
                <a:close/>
              </a:path>
              <a:path w="757554" h="2143759">
                <a:moveTo>
                  <a:pt x="151377" y="479566"/>
                </a:moveTo>
                <a:lnTo>
                  <a:pt x="175345" y="479566"/>
                </a:lnTo>
                <a:lnTo>
                  <a:pt x="175345" y="391841"/>
                </a:lnTo>
                <a:lnTo>
                  <a:pt x="151377" y="391841"/>
                </a:lnTo>
                <a:lnTo>
                  <a:pt x="151377" y="479566"/>
                </a:lnTo>
                <a:close/>
              </a:path>
              <a:path w="757554" h="2143759">
                <a:moveTo>
                  <a:pt x="113274" y="479566"/>
                </a:moveTo>
                <a:lnTo>
                  <a:pt x="137273" y="479566"/>
                </a:lnTo>
                <a:lnTo>
                  <a:pt x="137273" y="391841"/>
                </a:lnTo>
                <a:lnTo>
                  <a:pt x="113274" y="391841"/>
                </a:lnTo>
                <a:lnTo>
                  <a:pt x="113274" y="479566"/>
                </a:lnTo>
                <a:close/>
              </a:path>
              <a:path w="757554" h="2143759">
                <a:moveTo>
                  <a:pt x="75233" y="479566"/>
                </a:moveTo>
                <a:lnTo>
                  <a:pt x="99201" y="479566"/>
                </a:lnTo>
                <a:lnTo>
                  <a:pt x="99201" y="391841"/>
                </a:lnTo>
                <a:lnTo>
                  <a:pt x="75233" y="391841"/>
                </a:lnTo>
                <a:lnTo>
                  <a:pt x="75233" y="479566"/>
                </a:lnTo>
                <a:close/>
              </a:path>
              <a:path w="757554" h="2143759">
                <a:moveTo>
                  <a:pt x="37129" y="479566"/>
                </a:moveTo>
                <a:lnTo>
                  <a:pt x="61087" y="479566"/>
                </a:lnTo>
                <a:lnTo>
                  <a:pt x="61087" y="391841"/>
                </a:lnTo>
                <a:lnTo>
                  <a:pt x="37129" y="391841"/>
                </a:lnTo>
                <a:lnTo>
                  <a:pt x="37129" y="479566"/>
                </a:lnTo>
                <a:close/>
              </a:path>
              <a:path w="757554" h="2143759">
                <a:moveTo>
                  <a:pt x="227563" y="586746"/>
                </a:moveTo>
                <a:lnTo>
                  <a:pt x="251500" y="586746"/>
                </a:lnTo>
                <a:lnTo>
                  <a:pt x="251500" y="498969"/>
                </a:lnTo>
                <a:lnTo>
                  <a:pt x="227563" y="498969"/>
                </a:lnTo>
                <a:lnTo>
                  <a:pt x="227563" y="586746"/>
                </a:lnTo>
                <a:close/>
              </a:path>
              <a:path w="757554" h="2143759">
                <a:moveTo>
                  <a:pt x="189460" y="586746"/>
                </a:moveTo>
                <a:lnTo>
                  <a:pt x="213386" y="586746"/>
                </a:lnTo>
                <a:lnTo>
                  <a:pt x="213386" y="498969"/>
                </a:lnTo>
                <a:lnTo>
                  <a:pt x="189460" y="498969"/>
                </a:lnTo>
                <a:lnTo>
                  <a:pt x="189460" y="586746"/>
                </a:lnTo>
                <a:close/>
              </a:path>
              <a:path w="757554" h="2143759">
                <a:moveTo>
                  <a:pt x="151377" y="586746"/>
                </a:moveTo>
                <a:lnTo>
                  <a:pt x="175345" y="586746"/>
                </a:lnTo>
                <a:lnTo>
                  <a:pt x="175345" y="498969"/>
                </a:lnTo>
                <a:lnTo>
                  <a:pt x="151377" y="498969"/>
                </a:lnTo>
                <a:lnTo>
                  <a:pt x="151377" y="586746"/>
                </a:lnTo>
                <a:close/>
              </a:path>
              <a:path w="757554" h="2143759">
                <a:moveTo>
                  <a:pt x="113274" y="586746"/>
                </a:moveTo>
                <a:lnTo>
                  <a:pt x="137273" y="586746"/>
                </a:lnTo>
                <a:lnTo>
                  <a:pt x="137273" y="498969"/>
                </a:lnTo>
                <a:lnTo>
                  <a:pt x="113274" y="498969"/>
                </a:lnTo>
                <a:lnTo>
                  <a:pt x="113274" y="586746"/>
                </a:lnTo>
                <a:close/>
              </a:path>
              <a:path w="757554" h="2143759">
                <a:moveTo>
                  <a:pt x="75233" y="586746"/>
                </a:moveTo>
                <a:lnTo>
                  <a:pt x="99201" y="586746"/>
                </a:lnTo>
                <a:lnTo>
                  <a:pt x="99201" y="498969"/>
                </a:lnTo>
                <a:lnTo>
                  <a:pt x="75233" y="498969"/>
                </a:lnTo>
                <a:lnTo>
                  <a:pt x="75233" y="586746"/>
                </a:lnTo>
                <a:close/>
              </a:path>
              <a:path w="757554" h="2143759">
                <a:moveTo>
                  <a:pt x="37129" y="586746"/>
                </a:moveTo>
                <a:lnTo>
                  <a:pt x="61087" y="586746"/>
                </a:lnTo>
                <a:lnTo>
                  <a:pt x="61087" y="498969"/>
                </a:lnTo>
                <a:lnTo>
                  <a:pt x="37129" y="498969"/>
                </a:lnTo>
                <a:lnTo>
                  <a:pt x="37129" y="586746"/>
                </a:lnTo>
                <a:close/>
              </a:path>
            </a:pathLst>
          </a:custGeom>
          <a:ln w="10470">
            <a:solidFill>
              <a:srgbClr val="007BAF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45" name="object 445" descr=""/>
          <p:cNvGrpSpPr/>
          <p:nvPr/>
        </p:nvGrpSpPr>
        <p:grpSpPr>
          <a:xfrm>
            <a:off x="9187217" y="7825322"/>
            <a:ext cx="1099185" cy="2287270"/>
            <a:chOff x="9187217" y="7825322"/>
            <a:chExt cx="1099185" cy="2287270"/>
          </a:xfrm>
        </p:grpSpPr>
        <p:sp>
          <p:nvSpPr>
            <p:cNvPr id="446" name="object 446" descr=""/>
            <p:cNvSpPr/>
            <p:nvPr/>
          </p:nvSpPr>
          <p:spPr>
            <a:xfrm>
              <a:off x="9192452" y="7830557"/>
              <a:ext cx="1021080" cy="2277110"/>
            </a:xfrm>
            <a:custGeom>
              <a:avLst/>
              <a:gdLst/>
              <a:ahLst/>
              <a:cxnLst/>
              <a:rect l="l" t="t" r="r" b="b"/>
              <a:pathLst>
                <a:path w="1021079" h="2277109">
                  <a:moveTo>
                    <a:pt x="0" y="2276579"/>
                  </a:moveTo>
                  <a:lnTo>
                    <a:pt x="1020722" y="2276579"/>
                  </a:lnTo>
                  <a:lnTo>
                    <a:pt x="1020722" y="0"/>
                  </a:lnTo>
                  <a:lnTo>
                    <a:pt x="0" y="0"/>
                  </a:lnTo>
                  <a:lnTo>
                    <a:pt x="0" y="2276579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" name="object 447" descr=""/>
            <p:cNvSpPr/>
            <p:nvPr/>
          </p:nvSpPr>
          <p:spPr>
            <a:xfrm>
              <a:off x="9192452" y="7830557"/>
              <a:ext cx="1088390" cy="2277110"/>
            </a:xfrm>
            <a:custGeom>
              <a:avLst/>
              <a:gdLst/>
              <a:ahLst/>
              <a:cxnLst/>
              <a:rect l="l" t="t" r="r" b="b"/>
              <a:pathLst>
                <a:path w="1088390" h="2277109">
                  <a:moveTo>
                    <a:pt x="0" y="2276579"/>
                  </a:moveTo>
                  <a:lnTo>
                    <a:pt x="1088197" y="2276579"/>
                  </a:lnTo>
                  <a:lnTo>
                    <a:pt x="1088197" y="0"/>
                  </a:lnTo>
                  <a:lnTo>
                    <a:pt x="0" y="0"/>
                  </a:lnTo>
                  <a:lnTo>
                    <a:pt x="0" y="227657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8" name="object 448" descr=""/>
            <p:cNvSpPr/>
            <p:nvPr/>
          </p:nvSpPr>
          <p:spPr>
            <a:xfrm>
              <a:off x="10170130" y="9922598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34438" y="0"/>
                  </a:moveTo>
                  <a:lnTo>
                    <a:pt x="0" y="0"/>
                  </a:lnTo>
                  <a:lnTo>
                    <a:pt x="0" y="129744"/>
                  </a:lnTo>
                  <a:lnTo>
                    <a:pt x="34438" y="129744"/>
                  </a:lnTo>
                  <a:lnTo>
                    <a:pt x="3443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" name="object 449" descr=""/>
            <p:cNvSpPr/>
            <p:nvPr/>
          </p:nvSpPr>
          <p:spPr>
            <a:xfrm>
              <a:off x="10170130" y="9922598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44"/>
                  </a:moveTo>
                  <a:lnTo>
                    <a:pt x="34438" y="129744"/>
                  </a:lnTo>
                  <a:lnTo>
                    <a:pt x="34438" y="0"/>
                  </a:lnTo>
                  <a:lnTo>
                    <a:pt x="0" y="0"/>
                  </a:lnTo>
                  <a:lnTo>
                    <a:pt x="0" y="12974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0" name="object 450" descr=""/>
            <p:cNvSpPr/>
            <p:nvPr/>
          </p:nvSpPr>
          <p:spPr>
            <a:xfrm>
              <a:off x="10115419" y="9922598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34449" y="0"/>
                  </a:moveTo>
                  <a:lnTo>
                    <a:pt x="0" y="0"/>
                  </a:lnTo>
                  <a:lnTo>
                    <a:pt x="0" y="129744"/>
                  </a:lnTo>
                  <a:lnTo>
                    <a:pt x="34449" y="129744"/>
                  </a:lnTo>
                  <a:lnTo>
                    <a:pt x="3444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" name="object 451" descr=""/>
            <p:cNvSpPr/>
            <p:nvPr/>
          </p:nvSpPr>
          <p:spPr>
            <a:xfrm>
              <a:off x="10115419" y="9922598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44"/>
                  </a:moveTo>
                  <a:lnTo>
                    <a:pt x="34449" y="129744"/>
                  </a:lnTo>
                  <a:lnTo>
                    <a:pt x="34449" y="0"/>
                  </a:lnTo>
                  <a:lnTo>
                    <a:pt x="0" y="0"/>
                  </a:lnTo>
                  <a:lnTo>
                    <a:pt x="0" y="12974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2" name="object 452" descr=""/>
            <p:cNvSpPr/>
            <p:nvPr/>
          </p:nvSpPr>
          <p:spPr>
            <a:xfrm>
              <a:off x="10060656" y="9922598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34449" y="0"/>
                  </a:moveTo>
                  <a:lnTo>
                    <a:pt x="0" y="0"/>
                  </a:lnTo>
                  <a:lnTo>
                    <a:pt x="0" y="129744"/>
                  </a:lnTo>
                  <a:lnTo>
                    <a:pt x="34449" y="129744"/>
                  </a:lnTo>
                  <a:lnTo>
                    <a:pt x="3444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" name="object 453" descr=""/>
            <p:cNvSpPr/>
            <p:nvPr/>
          </p:nvSpPr>
          <p:spPr>
            <a:xfrm>
              <a:off x="10060656" y="9922598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44"/>
                  </a:moveTo>
                  <a:lnTo>
                    <a:pt x="34449" y="129744"/>
                  </a:lnTo>
                  <a:lnTo>
                    <a:pt x="34449" y="0"/>
                  </a:lnTo>
                  <a:lnTo>
                    <a:pt x="0" y="0"/>
                  </a:lnTo>
                  <a:lnTo>
                    <a:pt x="0" y="12974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4" name="object 454" descr=""/>
            <p:cNvSpPr/>
            <p:nvPr/>
          </p:nvSpPr>
          <p:spPr>
            <a:xfrm>
              <a:off x="10005987" y="9922605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34417" y="0"/>
                  </a:moveTo>
                  <a:lnTo>
                    <a:pt x="0" y="0"/>
                  </a:lnTo>
                  <a:lnTo>
                    <a:pt x="0" y="7010"/>
                  </a:lnTo>
                  <a:lnTo>
                    <a:pt x="0" y="129743"/>
                  </a:lnTo>
                  <a:lnTo>
                    <a:pt x="34417" y="129743"/>
                  </a:lnTo>
                  <a:lnTo>
                    <a:pt x="34417" y="7010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" name="object 455" descr=""/>
            <p:cNvSpPr/>
            <p:nvPr/>
          </p:nvSpPr>
          <p:spPr>
            <a:xfrm>
              <a:off x="10005988" y="9922598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44"/>
                  </a:moveTo>
                  <a:lnTo>
                    <a:pt x="34417" y="129744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12974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6" name="object 456" descr=""/>
            <p:cNvSpPr/>
            <p:nvPr/>
          </p:nvSpPr>
          <p:spPr>
            <a:xfrm>
              <a:off x="9951250" y="9929616"/>
              <a:ext cx="34925" cy="123189"/>
            </a:xfrm>
            <a:custGeom>
              <a:avLst/>
              <a:gdLst/>
              <a:ahLst/>
              <a:cxnLst/>
              <a:rect l="l" t="t" r="r" b="b"/>
              <a:pathLst>
                <a:path w="34925" h="123190">
                  <a:moveTo>
                    <a:pt x="34442" y="77838"/>
                  </a:moveTo>
                  <a:lnTo>
                    <a:pt x="0" y="77838"/>
                  </a:lnTo>
                  <a:lnTo>
                    <a:pt x="0" y="122732"/>
                  </a:lnTo>
                  <a:lnTo>
                    <a:pt x="34442" y="122732"/>
                  </a:lnTo>
                  <a:lnTo>
                    <a:pt x="34442" y="77838"/>
                  </a:lnTo>
                  <a:close/>
                </a:path>
                <a:path w="34925" h="123190">
                  <a:moveTo>
                    <a:pt x="34442" y="0"/>
                  </a:moveTo>
                  <a:lnTo>
                    <a:pt x="0" y="0"/>
                  </a:lnTo>
                  <a:lnTo>
                    <a:pt x="0" y="49860"/>
                  </a:lnTo>
                  <a:lnTo>
                    <a:pt x="34442" y="49860"/>
                  </a:lnTo>
                  <a:lnTo>
                    <a:pt x="34442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" name="object 457" descr=""/>
            <p:cNvSpPr/>
            <p:nvPr/>
          </p:nvSpPr>
          <p:spPr>
            <a:xfrm>
              <a:off x="9951257" y="9922598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44"/>
                  </a:moveTo>
                  <a:lnTo>
                    <a:pt x="34438" y="129744"/>
                  </a:lnTo>
                  <a:lnTo>
                    <a:pt x="34438" y="0"/>
                  </a:lnTo>
                  <a:lnTo>
                    <a:pt x="0" y="0"/>
                  </a:lnTo>
                  <a:lnTo>
                    <a:pt x="0" y="12974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8" name="object 458" descr=""/>
            <p:cNvSpPr/>
            <p:nvPr/>
          </p:nvSpPr>
          <p:spPr>
            <a:xfrm>
              <a:off x="9896513" y="9929616"/>
              <a:ext cx="34925" cy="123189"/>
            </a:xfrm>
            <a:custGeom>
              <a:avLst/>
              <a:gdLst/>
              <a:ahLst/>
              <a:cxnLst/>
              <a:rect l="l" t="t" r="r" b="b"/>
              <a:pathLst>
                <a:path w="34925" h="123190">
                  <a:moveTo>
                    <a:pt x="34417" y="77838"/>
                  </a:moveTo>
                  <a:lnTo>
                    <a:pt x="0" y="77838"/>
                  </a:lnTo>
                  <a:lnTo>
                    <a:pt x="0" y="122732"/>
                  </a:lnTo>
                  <a:lnTo>
                    <a:pt x="34417" y="122732"/>
                  </a:lnTo>
                  <a:lnTo>
                    <a:pt x="34417" y="77838"/>
                  </a:lnTo>
                  <a:close/>
                </a:path>
                <a:path w="34925" h="123190">
                  <a:moveTo>
                    <a:pt x="34417" y="0"/>
                  </a:moveTo>
                  <a:lnTo>
                    <a:pt x="0" y="0"/>
                  </a:lnTo>
                  <a:lnTo>
                    <a:pt x="0" y="49860"/>
                  </a:lnTo>
                  <a:lnTo>
                    <a:pt x="34417" y="49860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" name="object 459" descr=""/>
            <p:cNvSpPr/>
            <p:nvPr/>
          </p:nvSpPr>
          <p:spPr>
            <a:xfrm>
              <a:off x="9896515" y="9922598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44"/>
                  </a:moveTo>
                  <a:lnTo>
                    <a:pt x="34417" y="129744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12974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0" name="object 460" descr=""/>
            <p:cNvSpPr/>
            <p:nvPr/>
          </p:nvSpPr>
          <p:spPr>
            <a:xfrm>
              <a:off x="10170130" y="935168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38" y="0"/>
                  </a:moveTo>
                  <a:lnTo>
                    <a:pt x="0" y="0"/>
                  </a:lnTo>
                  <a:lnTo>
                    <a:pt x="0" y="93201"/>
                  </a:lnTo>
                  <a:lnTo>
                    <a:pt x="34438" y="93201"/>
                  </a:lnTo>
                  <a:lnTo>
                    <a:pt x="3443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" name="object 461" descr=""/>
            <p:cNvSpPr/>
            <p:nvPr/>
          </p:nvSpPr>
          <p:spPr>
            <a:xfrm>
              <a:off x="10170130" y="935168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01"/>
                  </a:moveTo>
                  <a:lnTo>
                    <a:pt x="34438" y="93201"/>
                  </a:lnTo>
                  <a:lnTo>
                    <a:pt x="34438" y="0"/>
                  </a:lnTo>
                  <a:lnTo>
                    <a:pt x="0" y="0"/>
                  </a:lnTo>
                  <a:lnTo>
                    <a:pt x="0" y="9320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2" name="object 462" descr=""/>
            <p:cNvSpPr/>
            <p:nvPr/>
          </p:nvSpPr>
          <p:spPr>
            <a:xfrm>
              <a:off x="10115419" y="935168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49" y="0"/>
                  </a:moveTo>
                  <a:lnTo>
                    <a:pt x="0" y="0"/>
                  </a:lnTo>
                  <a:lnTo>
                    <a:pt x="0" y="93201"/>
                  </a:lnTo>
                  <a:lnTo>
                    <a:pt x="34449" y="93201"/>
                  </a:lnTo>
                  <a:lnTo>
                    <a:pt x="3444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" name="object 463" descr=""/>
            <p:cNvSpPr/>
            <p:nvPr/>
          </p:nvSpPr>
          <p:spPr>
            <a:xfrm>
              <a:off x="10115419" y="935168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01"/>
                  </a:moveTo>
                  <a:lnTo>
                    <a:pt x="34449" y="93201"/>
                  </a:lnTo>
                  <a:lnTo>
                    <a:pt x="34449" y="0"/>
                  </a:lnTo>
                  <a:lnTo>
                    <a:pt x="0" y="0"/>
                  </a:lnTo>
                  <a:lnTo>
                    <a:pt x="0" y="9320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4" name="object 464" descr=""/>
            <p:cNvSpPr/>
            <p:nvPr/>
          </p:nvSpPr>
          <p:spPr>
            <a:xfrm>
              <a:off x="10060656" y="935168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49" y="0"/>
                  </a:moveTo>
                  <a:lnTo>
                    <a:pt x="0" y="0"/>
                  </a:lnTo>
                  <a:lnTo>
                    <a:pt x="0" y="93201"/>
                  </a:lnTo>
                  <a:lnTo>
                    <a:pt x="34449" y="93201"/>
                  </a:lnTo>
                  <a:lnTo>
                    <a:pt x="3444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" name="object 465" descr=""/>
            <p:cNvSpPr/>
            <p:nvPr/>
          </p:nvSpPr>
          <p:spPr>
            <a:xfrm>
              <a:off x="10060656" y="935168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01"/>
                  </a:moveTo>
                  <a:lnTo>
                    <a:pt x="34449" y="93201"/>
                  </a:lnTo>
                  <a:lnTo>
                    <a:pt x="34449" y="0"/>
                  </a:lnTo>
                  <a:lnTo>
                    <a:pt x="0" y="0"/>
                  </a:lnTo>
                  <a:lnTo>
                    <a:pt x="0" y="9320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6" name="object 466" descr=""/>
            <p:cNvSpPr/>
            <p:nvPr/>
          </p:nvSpPr>
          <p:spPr>
            <a:xfrm>
              <a:off x="10005987" y="9351689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17" y="0"/>
                  </a:moveTo>
                  <a:lnTo>
                    <a:pt x="0" y="0"/>
                  </a:lnTo>
                  <a:lnTo>
                    <a:pt x="0" y="83032"/>
                  </a:lnTo>
                  <a:lnTo>
                    <a:pt x="0" y="93205"/>
                  </a:lnTo>
                  <a:lnTo>
                    <a:pt x="34417" y="93205"/>
                  </a:lnTo>
                  <a:lnTo>
                    <a:pt x="34417" y="83032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" name="object 467" descr=""/>
            <p:cNvSpPr/>
            <p:nvPr/>
          </p:nvSpPr>
          <p:spPr>
            <a:xfrm>
              <a:off x="10005988" y="935168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01"/>
                  </a:moveTo>
                  <a:lnTo>
                    <a:pt x="34417" y="93201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20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8" name="object 468" descr=""/>
            <p:cNvSpPr/>
            <p:nvPr/>
          </p:nvSpPr>
          <p:spPr>
            <a:xfrm>
              <a:off x="9951250" y="9351689"/>
              <a:ext cx="34925" cy="83185"/>
            </a:xfrm>
            <a:custGeom>
              <a:avLst/>
              <a:gdLst/>
              <a:ahLst/>
              <a:cxnLst/>
              <a:rect l="l" t="t" r="r" b="b"/>
              <a:pathLst>
                <a:path w="34925" h="83184">
                  <a:moveTo>
                    <a:pt x="34442" y="33185"/>
                  </a:moveTo>
                  <a:lnTo>
                    <a:pt x="0" y="33185"/>
                  </a:lnTo>
                  <a:lnTo>
                    <a:pt x="0" y="83032"/>
                  </a:lnTo>
                  <a:lnTo>
                    <a:pt x="34442" y="83032"/>
                  </a:lnTo>
                  <a:lnTo>
                    <a:pt x="34442" y="33185"/>
                  </a:lnTo>
                  <a:close/>
                </a:path>
                <a:path w="34925" h="83184">
                  <a:moveTo>
                    <a:pt x="34442" y="0"/>
                  </a:moveTo>
                  <a:lnTo>
                    <a:pt x="0" y="0"/>
                  </a:lnTo>
                  <a:lnTo>
                    <a:pt x="0" y="5207"/>
                  </a:lnTo>
                  <a:lnTo>
                    <a:pt x="34442" y="5207"/>
                  </a:lnTo>
                  <a:lnTo>
                    <a:pt x="34442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" name="object 469" descr=""/>
            <p:cNvSpPr/>
            <p:nvPr/>
          </p:nvSpPr>
          <p:spPr>
            <a:xfrm>
              <a:off x="9951257" y="935168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01"/>
                  </a:moveTo>
                  <a:lnTo>
                    <a:pt x="34438" y="93201"/>
                  </a:lnTo>
                  <a:lnTo>
                    <a:pt x="34438" y="0"/>
                  </a:lnTo>
                  <a:lnTo>
                    <a:pt x="0" y="0"/>
                  </a:lnTo>
                  <a:lnTo>
                    <a:pt x="0" y="9320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0" name="object 470" descr=""/>
            <p:cNvSpPr/>
            <p:nvPr/>
          </p:nvSpPr>
          <p:spPr>
            <a:xfrm>
              <a:off x="9896513" y="9351689"/>
              <a:ext cx="34925" cy="83185"/>
            </a:xfrm>
            <a:custGeom>
              <a:avLst/>
              <a:gdLst/>
              <a:ahLst/>
              <a:cxnLst/>
              <a:rect l="l" t="t" r="r" b="b"/>
              <a:pathLst>
                <a:path w="34925" h="83184">
                  <a:moveTo>
                    <a:pt x="34417" y="33185"/>
                  </a:moveTo>
                  <a:lnTo>
                    <a:pt x="0" y="33185"/>
                  </a:lnTo>
                  <a:lnTo>
                    <a:pt x="0" y="83032"/>
                  </a:lnTo>
                  <a:lnTo>
                    <a:pt x="34417" y="83032"/>
                  </a:lnTo>
                  <a:lnTo>
                    <a:pt x="34417" y="33185"/>
                  </a:lnTo>
                  <a:close/>
                </a:path>
                <a:path w="34925" h="83184">
                  <a:moveTo>
                    <a:pt x="34417" y="0"/>
                  </a:moveTo>
                  <a:lnTo>
                    <a:pt x="0" y="0"/>
                  </a:lnTo>
                  <a:lnTo>
                    <a:pt x="0" y="5207"/>
                  </a:lnTo>
                  <a:lnTo>
                    <a:pt x="34417" y="5207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" name="object 471" descr=""/>
            <p:cNvSpPr/>
            <p:nvPr/>
          </p:nvSpPr>
          <p:spPr>
            <a:xfrm>
              <a:off x="9896515" y="935168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01"/>
                  </a:moveTo>
                  <a:lnTo>
                    <a:pt x="34417" y="93201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20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2" name="object 472" descr=""/>
            <p:cNvSpPr/>
            <p:nvPr/>
          </p:nvSpPr>
          <p:spPr>
            <a:xfrm>
              <a:off x="10170130" y="9465492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38" y="0"/>
                  </a:moveTo>
                  <a:lnTo>
                    <a:pt x="0" y="0"/>
                  </a:lnTo>
                  <a:lnTo>
                    <a:pt x="0" y="93201"/>
                  </a:lnTo>
                  <a:lnTo>
                    <a:pt x="34438" y="93201"/>
                  </a:lnTo>
                  <a:lnTo>
                    <a:pt x="3443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" name="object 473" descr=""/>
            <p:cNvSpPr/>
            <p:nvPr/>
          </p:nvSpPr>
          <p:spPr>
            <a:xfrm>
              <a:off x="10170130" y="9465492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01"/>
                  </a:moveTo>
                  <a:lnTo>
                    <a:pt x="34438" y="93201"/>
                  </a:lnTo>
                  <a:lnTo>
                    <a:pt x="34438" y="0"/>
                  </a:lnTo>
                  <a:lnTo>
                    <a:pt x="0" y="0"/>
                  </a:lnTo>
                  <a:lnTo>
                    <a:pt x="0" y="9320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4" name="object 474" descr=""/>
            <p:cNvSpPr/>
            <p:nvPr/>
          </p:nvSpPr>
          <p:spPr>
            <a:xfrm>
              <a:off x="10115419" y="9465492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49" y="0"/>
                  </a:moveTo>
                  <a:lnTo>
                    <a:pt x="0" y="0"/>
                  </a:lnTo>
                  <a:lnTo>
                    <a:pt x="0" y="93201"/>
                  </a:lnTo>
                  <a:lnTo>
                    <a:pt x="34449" y="93201"/>
                  </a:lnTo>
                  <a:lnTo>
                    <a:pt x="3444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" name="object 475" descr=""/>
            <p:cNvSpPr/>
            <p:nvPr/>
          </p:nvSpPr>
          <p:spPr>
            <a:xfrm>
              <a:off x="10115419" y="9465492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01"/>
                  </a:moveTo>
                  <a:lnTo>
                    <a:pt x="34449" y="93201"/>
                  </a:lnTo>
                  <a:lnTo>
                    <a:pt x="34449" y="0"/>
                  </a:lnTo>
                  <a:lnTo>
                    <a:pt x="0" y="0"/>
                  </a:lnTo>
                  <a:lnTo>
                    <a:pt x="0" y="9320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6" name="object 476" descr=""/>
            <p:cNvSpPr/>
            <p:nvPr/>
          </p:nvSpPr>
          <p:spPr>
            <a:xfrm>
              <a:off x="10060656" y="9465492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49" y="0"/>
                  </a:moveTo>
                  <a:lnTo>
                    <a:pt x="0" y="0"/>
                  </a:lnTo>
                  <a:lnTo>
                    <a:pt x="0" y="93201"/>
                  </a:lnTo>
                  <a:lnTo>
                    <a:pt x="34449" y="93201"/>
                  </a:lnTo>
                  <a:lnTo>
                    <a:pt x="3444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" name="object 477" descr=""/>
            <p:cNvSpPr/>
            <p:nvPr/>
          </p:nvSpPr>
          <p:spPr>
            <a:xfrm>
              <a:off x="10060656" y="9465492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01"/>
                  </a:moveTo>
                  <a:lnTo>
                    <a:pt x="34449" y="93201"/>
                  </a:lnTo>
                  <a:lnTo>
                    <a:pt x="34449" y="0"/>
                  </a:lnTo>
                  <a:lnTo>
                    <a:pt x="0" y="0"/>
                  </a:lnTo>
                  <a:lnTo>
                    <a:pt x="0" y="9320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8" name="object 478" descr=""/>
            <p:cNvSpPr/>
            <p:nvPr/>
          </p:nvSpPr>
          <p:spPr>
            <a:xfrm>
              <a:off x="10005988" y="9465492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17" y="0"/>
                  </a:moveTo>
                  <a:lnTo>
                    <a:pt x="0" y="0"/>
                  </a:lnTo>
                  <a:lnTo>
                    <a:pt x="0" y="93201"/>
                  </a:lnTo>
                  <a:lnTo>
                    <a:pt x="34417" y="93201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" name="object 479" descr=""/>
            <p:cNvSpPr/>
            <p:nvPr/>
          </p:nvSpPr>
          <p:spPr>
            <a:xfrm>
              <a:off x="10005988" y="9465492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01"/>
                  </a:moveTo>
                  <a:lnTo>
                    <a:pt x="34417" y="93201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20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0" name="object 480" descr=""/>
            <p:cNvSpPr/>
            <p:nvPr/>
          </p:nvSpPr>
          <p:spPr>
            <a:xfrm>
              <a:off x="9951250" y="946549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42" y="75018"/>
                  </a:moveTo>
                  <a:lnTo>
                    <a:pt x="0" y="75018"/>
                  </a:lnTo>
                  <a:lnTo>
                    <a:pt x="0" y="93205"/>
                  </a:lnTo>
                  <a:lnTo>
                    <a:pt x="34442" y="93205"/>
                  </a:lnTo>
                  <a:lnTo>
                    <a:pt x="34442" y="75018"/>
                  </a:lnTo>
                  <a:close/>
                </a:path>
                <a:path w="34925" h="93345">
                  <a:moveTo>
                    <a:pt x="34442" y="0"/>
                  </a:moveTo>
                  <a:lnTo>
                    <a:pt x="0" y="0"/>
                  </a:lnTo>
                  <a:lnTo>
                    <a:pt x="0" y="47040"/>
                  </a:lnTo>
                  <a:lnTo>
                    <a:pt x="34442" y="47040"/>
                  </a:lnTo>
                  <a:lnTo>
                    <a:pt x="34442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" name="object 481" descr=""/>
            <p:cNvSpPr/>
            <p:nvPr/>
          </p:nvSpPr>
          <p:spPr>
            <a:xfrm>
              <a:off x="9951257" y="9465492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01"/>
                  </a:moveTo>
                  <a:lnTo>
                    <a:pt x="34438" y="93201"/>
                  </a:lnTo>
                  <a:lnTo>
                    <a:pt x="34438" y="0"/>
                  </a:lnTo>
                  <a:lnTo>
                    <a:pt x="0" y="0"/>
                  </a:lnTo>
                  <a:lnTo>
                    <a:pt x="0" y="9320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2" name="object 482" descr=""/>
            <p:cNvSpPr/>
            <p:nvPr/>
          </p:nvSpPr>
          <p:spPr>
            <a:xfrm>
              <a:off x="9896513" y="946549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17" y="75018"/>
                  </a:moveTo>
                  <a:lnTo>
                    <a:pt x="0" y="75018"/>
                  </a:lnTo>
                  <a:lnTo>
                    <a:pt x="0" y="93205"/>
                  </a:lnTo>
                  <a:lnTo>
                    <a:pt x="34417" y="93205"/>
                  </a:lnTo>
                  <a:lnTo>
                    <a:pt x="34417" y="75018"/>
                  </a:lnTo>
                  <a:close/>
                </a:path>
                <a:path w="34925" h="93345">
                  <a:moveTo>
                    <a:pt x="34417" y="0"/>
                  </a:moveTo>
                  <a:lnTo>
                    <a:pt x="0" y="0"/>
                  </a:lnTo>
                  <a:lnTo>
                    <a:pt x="0" y="47040"/>
                  </a:lnTo>
                  <a:lnTo>
                    <a:pt x="34417" y="47040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" name="object 483" descr=""/>
            <p:cNvSpPr/>
            <p:nvPr/>
          </p:nvSpPr>
          <p:spPr>
            <a:xfrm>
              <a:off x="9896515" y="9465492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01"/>
                  </a:moveTo>
                  <a:lnTo>
                    <a:pt x="34417" y="93201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20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4" name="object 484" descr=""/>
            <p:cNvSpPr/>
            <p:nvPr/>
          </p:nvSpPr>
          <p:spPr>
            <a:xfrm>
              <a:off x="10170130" y="9579268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38" y="0"/>
                  </a:moveTo>
                  <a:lnTo>
                    <a:pt x="0" y="0"/>
                  </a:lnTo>
                  <a:lnTo>
                    <a:pt x="0" y="93222"/>
                  </a:lnTo>
                  <a:lnTo>
                    <a:pt x="34438" y="93222"/>
                  </a:lnTo>
                  <a:lnTo>
                    <a:pt x="3443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" name="object 485" descr=""/>
            <p:cNvSpPr/>
            <p:nvPr/>
          </p:nvSpPr>
          <p:spPr>
            <a:xfrm>
              <a:off x="10170130" y="9579268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38" y="93222"/>
                  </a:lnTo>
                  <a:lnTo>
                    <a:pt x="34438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6" name="object 486" descr=""/>
            <p:cNvSpPr/>
            <p:nvPr/>
          </p:nvSpPr>
          <p:spPr>
            <a:xfrm>
              <a:off x="10115419" y="9579268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49" y="0"/>
                  </a:moveTo>
                  <a:lnTo>
                    <a:pt x="0" y="0"/>
                  </a:lnTo>
                  <a:lnTo>
                    <a:pt x="0" y="93222"/>
                  </a:lnTo>
                  <a:lnTo>
                    <a:pt x="34449" y="93222"/>
                  </a:lnTo>
                  <a:lnTo>
                    <a:pt x="3444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" name="object 487" descr=""/>
            <p:cNvSpPr/>
            <p:nvPr/>
          </p:nvSpPr>
          <p:spPr>
            <a:xfrm>
              <a:off x="10115419" y="9579268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49" y="93222"/>
                  </a:lnTo>
                  <a:lnTo>
                    <a:pt x="34449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8" name="object 488" descr=""/>
            <p:cNvSpPr/>
            <p:nvPr/>
          </p:nvSpPr>
          <p:spPr>
            <a:xfrm>
              <a:off x="10060656" y="9579268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49" y="0"/>
                  </a:moveTo>
                  <a:lnTo>
                    <a:pt x="0" y="0"/>
                  </a:lnTo>
                  <a:lnTo>
                    <a:pt x="0" y="93222"/>
                  </a:lnTo>
                  <a:lnTo>
                    <a:pt x="34449" y="93222"/>
                  </a:lnTo>
                  <a:lnTo>
                    <a:pt x="3444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" name="object 489" descr=""/>
            <p:cNvSpPr/>
            <p:nvPr/>
          </p:nvSpPr>
          <p:spPr>
            <a:xfrm>
              <a:off x="10060656" y="9579268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49" y="93222"/>
                  </a:lnTo>
                  <a:lnTo>
                    <a:pt x="34449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0" name="object 490" descr=""/>
            <p:cNvSpPr/>
            <p:nvPr/>
          </p:nvSpPr>
          <p:spPr>
            <a:xfrm>
              <a:off x="10005987" y="957927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17" y="0"/>
                  </a:moveTo>
                  <a:lnTo>
                    <a:pt x="0" y="0"/>
                  </a:lnTo>
                  <a:lnTo>
                    <a:pt x="0" y="88900"/>
                  </a:lnTo>
                  <a:lnTo>
                    <a:pt x="0" y="93218"/>
                  </a:lnTo>
                  <a:lnTo>
                    <a:pt x="34417" y="93218"/>
                  </a:lnTo>
                  <a:lnTo>
                    <a:pt x="34417" y="88900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" name="object 491" descr=""/>
            <p:cNvSpPr/>
            <p:nvPr/>
          </p:nvSpPr>
          <p:spPr>
            <a:xfrm>
              <a:off x="10005988" y="9579268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17" y="93222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2" name="object 492" descr=""/>
            <p:cNvSpPr/>
            <p:nvPr/>
          </p:nvSpPr>
          <p:spPr>
            <a:xfrm>
              <a:off x="9951250" y="9579273"/>
              <a:ext cx="34925" cy="88900"/>
            </a:xfrm>
            <a:custGeom>
              <a:avLst/>
              <a:gdLst/>
              <a:ahLst/>
              <a:cxnLst/>
              <a:rect l="l" t="t" r="r" b="b"/>
              <a:pathLst>
                <a:path w="34925" h="88900">
                  <a:moveTo>
                    <a:pt x="34442" y="39065"/>
                  </a:moveTo>
                  <a:lnTo>
                    <a:pt x="0" y="39065"/>
                  </a:lnTo>
                  <a:lnTo>
                    <a:pt x="0" y="88900"/>
                  </a:lnTo>
                  <a:lnTo>
                    <a:pt x="34442" y="88900"/>
                  </a:lnTo>
                  <a:lnTo>
                    <a:pt x="34442" y="39065"/>
                  </a:lnTo>
                  <a:close/>
                </a:path>
                <a:path w="34925" h="88900">
                  <a:moveTo>
                    <a:pt x="34442" y="0"/>
                  </a:moveTo>
                  <a:lnTo>
                    <a:pt x="0" y="0"/>
                  </a:lnTo>
                  <a:lnTo>
                    <a:pt x="0" y="11087"/>
                  </a:lnTo>
                  <a:lnTo>
                    <a:pt x="34442" y="11087"/>
                  </a:lnTo>
                  <a:lnTo>
                    <a:pt x="34442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" name="object 493" descr=""/>
            <p:cNvSpPr/>
            <p:nvPr/>
          </p:nvSpPr>
          <p:spPr>
            <a:xfrm>
              <a:off x="9951257" y="9579268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38" y="93222"/>
                  </a:lnTo>
                  <a:lnTo>
                    <a:pt x="34438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4" name="object 494" descr=""/>
            <p:cNvSpPr/>
            <p:nvPr/>
          </p:nvSpPr>
          <p:spPr>
            <a:xfrm>
              <a:off x="9896513" y="9579273"/>
              <a:ext cx="34925" cy="88900"/>
            </a:xfrm>
            <a:custGeom>
              <a:avLst/>
              <a:gdLst/>
              <a:ahLst/>
              <a:cxnLst/>
              <a:rect l="l" t="t" r="r" b="b"/>
              <a:pathLst>
                <a:path w="34925" h="88900">
                  <a:moveTo>
                    <a:pt x="34417" y="39065"/>
                  </a:moveTo>
                  <a:lnTo>
                    <a:pt x="0" y="39065"/>
                  </a:lnTo>
                  <a:lnTo>
                    <a:pt x="0" y="88900"/>
                  </a:lnTo>
                  <a:lnTo>
                    <a:pt x="34417" y="88900"/>
                  </a:lnTo>
                  <a:lnTo>
                    <a:pt x="34417" y="39065"/>
                  </a:lnTo>
                  <a:close/>
                </a:path>
                <a:path w="34925" h="88900">
                  <a:moveTo>
                    <a:pt x="34417" y="0"/>
                  </a:moveTo>
                  <a:lnTo>
                    <a:pt x="0" y="0"/>
                  </a:lnTo>
                  <a:lnTo>
                    <a:pt x="0" y="11087"/>
                  </a:lnTo>
                  <a:lnTo>
                    <a:pt x="34417" y="11087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" name="object 495" descr=""/>
            <p:cNvSpPr/>
            <p:nvPr/>
          </p:nvSpPr>
          <p:spPr>
            <a:xfrm>
              <a:off x="9896515" y="9579268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17" y="93222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6" name="object 496" descr=""/>
            <p:cNvSpPr/>
            <p:nvPr/>
          </p:nvSpPr>
          <p:spPr>
            <a:xfrm>
              <a:off x="10170130" y="9693087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38" y="0"/>
                  </a:moveTo>
                  <a:lnTo>
                    <a:pt x="0" y="0"/>
                  </a:lnTo>
                  <a:lnTo>
                    <a:pt x="0" y="93169"/>
                  </a:lnTo>
                  <a:lnTo>
                    <a:pt x="34438" y="93169"/>
                  </a:lnTo>
                  <a:lnTo>
                    <a:pt x="3443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" name="object 497" descr=""/>
            <p:cNvSpPr/>
            <p:nvPr/>
          </p:nvSpPr>
          <p:spPr>
            <a:xfrm>
              <a:off x="10170130" y="9693087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69"/>
                  </a:moveTo>
                  <a:lnTo>
                    <a:pt x="34438" y="93169"/>
                  </a:lnTo>
                  <a:lnTo>
                    <a:pt x="34438" y="0"/>
                  </a:lnTo>
                  <a:lnTo>
                    <a:pt x="0" y="0"/>
                  </a:lnTo>
                  <a:lnTo>
                    <a:pt x="0" y="9316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8" name="object 498" descr=""/>
            <p:cNvSpPr/>
            <p:nvPr/>
          </p:nvSpPr>
          <p:spPr>
            <a:xfrm>
              <a:off x="10115419" y="9693087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49" y="0"/>
                  </a:moveTo>
                  <a:lnTo>
                    <a:pt x="0" y="0"/>
                  </a:lnTo>
                  <a:lnTo>
                    <a:pt x="0" y="93169"/>
                  </a:lnTo>
                  <a:lnTo>
                    <a:pt x="34449" y="93169"/>
                  </a:lnTo>
                  <a:lnTo>
                    <a:pt x="3444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" name="object 499" descr=""/>
            <p:cNvSpPr/>
            <p:nvPr/>
          </p:nvSpPr>
          <p:spPr>
            <a:xfrm>
              <a:off x="10115419" y="9693087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69"/>
                  </a:moveTo>
                  <a:lnTo>
                    <a:pt x="34449" y="93169"/>
                  </a:lnTo>
                  <a:lnTo>
                    <a:pt x="34449" y="0"/>
                  </a:lnTo>
                  <a:lnTo>
                    <a:pt x="0" y="0"/>
                  </a:lnTo>
                  <a:lnTo>
                    <a:pt x="0" y="9316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0" name="object 500" descr=""/>
            <p:cNvSpPr/>
            <p:nvPr/>
          </p:nvSpPr>
          <p:spPr>
            <a:xfrm>
              <a:off x="10060656" y="9693087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49" y="0"/>
                  </a:moveTo>
                  <a:lnTo>
                    <a:pt x="0" y="0"/>
                  </a:lnTo>
                  <a:lnTo>
                    <a:pt x="0" y="93169"/>
                  </a:lnTo>
                  <a:lnTo>
                    <a:pt x="34449" y="93169"/>
                  </a:lnTo>
                  <a:lnTo>
                    <a:pt x="3444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" name="object 501" descr=""/>
            <p:cNvSpPr/>
            <p:nvPr/>
          </p:nvSpPr>
          <p:spPr>
            <a:xfrm>
              <a:off x="10060656" y="9693087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69"/>
                  </a:moveTo>
                  <a:lnTo>
                    <a:pt x="34449" y="93169"/>
                  </a:lnTo>
                  <a:lnTo>
                    <a:pt x="34449" y="0"/>
                  </a:lnTo>
                  <a:lnTo>
                    <a:pt x="0" y="0"/>
                  </a:lnTo>
                  <a:lnTo>
                    <a:pt x="0" y="9316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2" name="object 502" descr=""/>
            <p:cNvSpPr/>
            <p:nvPr/>
          </p:nvSpPr>
          <p:spPr>
            <a:xfrm>
              <a:off x="10005987" y="9693091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17" y="0"/>
                  </a:moveTo>
                  <a:lnTo>
                    <a:pt x="0" y="0"/>
                  </a:lnTo>
                  <a:lnTo>
                    <a:pt x="0" y="3060"/>
                  </a:lnTo>
                  <a:lnTo>
                    <a:pt x="0" y="93167"/>
                  </a:lnTo>
                  <a:lnTo>
                    <a:pt x="34417" y="93167"/>
                  </a:lnTo>
                  <a:lnTo>
                    <a:pt x="34417" y="3060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" name="object 503" descr=""/>
            <p:cNvSpPr/>
            <p:nvPr/>
          </p:nvSpPr>
          <p:spPr>
            <a:xfrm>
              <a:off x="10005988" y="9693087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69"/>
                  </a:moveTo>
                  <a:lnTo>
                    <a:pt x="34417" y="93169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16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4" name="object 504" descr=""/>
            <p:cNvSpPr/>
            <p:nvPr/>
          </p:nvSpPr>
          <p:spPr>
            <a:xfrm>
              <a:off x="9951250" y="9696151"/>
              <a:ext cx="34925" cy="90170"/>
            </a:xfrm>
            <a:custGeom>
              <a:avLst/>
              <a:gdLst/>
              <a:ahLst/>
              <a:cxnLst/>
              <a:rect l="l" t="t" r="r" b="b"/>
              <a:pathLst>
                <a:path w="34925" h="90170">
                  <a:moveTo>
                    <a:pt x="34442" y="77825"/>
                  </a:moveTo>
                  <a:lnTo>
                    <a:pt x="0" y="77825"/>
                  </a:lnTo>
                  <a:lnTo>
                    <a:pt x="0" y="90106"/>
                  </a:lnTo>
                  <a:lnTo>
                    <a:pt x="34442" y="90106"/>
                  </a:lnTo>
                  <a:lnTo>
                    <a:pt x="34442" y="77825"/>
                  </a:lnTo>
                  <a:close/>
                </a:path>
                <a:path w="34925" h="90170">
                  <a:moveTo>
                    <a:pt x="34442" y="0"/>
                  </a:moveTo>
                  <a:lnTo>
                    <a:pt x="0" y="0"/>
                  </a:lnTo>
                  <a:lnTo>
                    <a:pt x="0" y="49847"/>
                  </a:lnTo>
                  <a:lnTo>
                    <a:pt x="34442" y="49847"/>
                  </a:lnTo>
                  <a:lnTo>
                    <a:pt x="34442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" name="object 505" descr=""/>
            <p:cNvSpPr/>
            <p:nvPr/>
          </p:nvSpPr>
          <p:spPr>
            <a:xfrm>
              <a:off x="9951257" y="9693087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69"/>
                  </a:moveTo>
                  <a:lnTo>
                    <a:pt x="34438" y="93169"/>
                  </a:lnTo>
                  <a:lnTo>
                    <a:pt x="34438" y="0"/>
                  </a:lnTo>
                  <a:lnTo>
                    <a:pt x="0" y="0"/>
                  </a:lnTo>
                  <a:lnTo>
                    <a:pt x="0" y="9316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6" name="object 506" descr=""/>
            <p:cNvSpPr/>
            <p:nvPr/>
          </p:nvSpPr>
          <p:spPr>
            <a:xfrm>
              <a:off x="9896513" y="9696151"/>
              <a:ext cx="34925" cy="90170"/>
            </a:xfrm>
            <a:custGeom>
              <a:avLst/>
              <a:gdLst/>
              <a:ahLst/>
              <a:cxnLst/>
              <a:rect l="l" t="t" r="r" b="b"/>
              <a:pathLst>
                <a:path w="34925" h="90170">
                  <a:moveTo>
                    <a:pt x="34417" y="77825"/>
                  </a:moveTo>
                  <a:lnTo>
                    <a:pt x="0" y="77825"/>
                  </a:lnTo>
                  <a:lnTo>
                    <a:pt x="0" y="90106"/>
                  </a:lnTo>
                  <a:lnTo>
                    <a:pt x="34417" y="90106"/>
                  </a:lnTo>
                  <a:lnTo>
                    <a:pt x="34417" y="77825"/>
                  </a:lnTo>
                  <a:close/>
                </a:path>
                <a:path w="34925" h="90170">
                  <a:moveTo>
                    <a:pt x="34417" y="0"/>
                  </a:moveTo>
                  <a:lnTo>
                    <a:pt x="0" y="0"/>
                  </a:lnTo>
                  <a:lnTo>
                    <a:pt x="0" y="49847"/>
                  </a:lnTo>
                  <a:lnTo>
                    <a:pt x="34417" y="49847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" name="object 507" descr=""/>
            <p:cNvSpPr/>
            <p:nvPr/>
          </p:nvSpPr>
          <p:spPr>
            <a:xfrm>
              <a:off x="9896515" y="9693087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69"/>
                  </a:moveTo>
                  <a:lnTo>
                    <a:pt x="34417" y="93169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16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8" name="object 508" descr=""/>
            <p:cNvSpPr/>
            <p:nvPr/>
          </p:nvSpPr>
          <p:spPr>
            <a:xfrm>
              <a:off x="10170130" y="980684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38" y="0"/>
                  </a:moveTo>
                  <a:lnTo>
                    <a:pt x="0" y="0"/>
                  </a:lnTo>
                  <a:lnTo>
                    <a:pt x="0" y="93232"/>
                  </a:lnTo>
                  <a:lnTo>
                    <a:pt x="34438" y="93232"/>
                  </a:lnTo>
                  <a:lnTo>
                    <a:pt x="3443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" name="object 509" descr=""/>
            <p:cNvSpPr/>
            <p:nvPr/>
          </p:nvSpPr>
          <p:spPr>
            <a:xfrm>
              <a:off x="10170130" y="980684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32"/>
                  </a:moveTo>
                  <a:lnTo>
                    <a:pt x="34438" y="93232"/>
                  </a:lnTo>
                  <a:lnTo>
                    <a:pt x="34438" y="0"/>
                  </a:lnTo>
                  <a:lnTo>
                    <a:pt x="0" y="0"/>
                  </a:lnTo>
                  <a:lnTo>
                    <a:pt x="0" y="932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0" name="object 510" descr=""/>
            <p:cNvSpPr/>
            <p:nvPr/>
          </p:nvSpPr>
          <p:spPr>
            <a:xfrm>
              <a:off x="10115419" y="980684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49" y="0"/>
                  </a:moveTo>
                  <a:lnTo>
                    <a:pt x="0" y="0"/>
                  </a:lnTo>
                  <a:lnTo>
                    <a:pt x="0" y="93232"/>
                  </a:lnTo>
                  <a:lnTo>
                    <a:pt x="34449" y="93232"/>
                  </a:lnTo>
                  <a:lnTo>
                    <a:pt x="3444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" name="object 511" descr=""/>
            <p:cNvSpPr/>
            <p:nvPr/>
          </p:nvSpPr>
          <p:spPr>
            <a:xfrm>
              <a:off x="10115419" y="980684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32"/>
                  </a:moveTo>
                  <a:lnTo>
                    <a:pt x="34449" y="93232"/>
                  </a:lnTo>
                  <a:lnTo>
                    <a:pt x="34449" y="0"/>
                  </a:lnTo>
                  <a:lnTo>
                    <a:pt x="0" y="0"/>
                  </a:lnTo>
                  <a:lnTo>
                    <a:pt x="0" y="932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2" name="object 512" descr=""/>
            <p:cNvSpPr/>
            <p:nvPr/>
          </p:nvSpPr>
          <p:spPr>
            <a:xfrm>
              <a:off x="10060656" y="980684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49" y="0"/>
                  </a:moveTo>
                  <a:lnTo>
                    <a:pt x="0" y="0"/>
                  </a:lnTo>
                  <a:lnTo>
                    <a:pt x="0" y="93232"/>
                  </a:lnTo>
                  <a:lnTo>
                    <a:pt x="34449" y="93232"/>
                  </a:lnTo>
                  <a:lnTo>
                    <a:pt x="3444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" name="object 513" descr=""/>
            <p:cNvSpPr/>
            <p:nvPr/>
          </p:nvSpPr>
          <p:spPr>
            <a:xfrm>
              <a:off x="10060656" y="980684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32"/>
                  </a:moveTo>
                  <a:lnTo>
                    <a:pt x="34449" y="93232"/>
                  </a:lnTo>
                  <a:lnTo>
                    <a:pt x="34449" y="0"/>
                  </a:lnTo>
                  <a:lnTo>
                    <a:pt x="0" y="0"/>
                  </a:lnTo>
                  <a:lnTo>
                    <a:pt x="0" y="932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4" name="object 514" descr=""/>
            <p:cNvSpPr/>
            <p:nvPr/>
          </p:nvSpPr>
          <p:spPr>
            <a:xfrm>
              <a:off x="10005988" y="980684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17" y="0"/>
                  </a:moveTo>
                  <a:lnTo>
                    <a:pt x="0" y="0"/>
                  </a:lnTo>
                  <a:lnTo>
                    <a:pt x="0" y="93232"/>
                  </a:lnTo>
                  <a:lnTo>
                    <a:pt x="34417" y="93232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" name="object 515" descr=""/>
            <p:cNvSpPr/>
            <p:nvPr/>
          </p:nvSpPr>
          <p:spPr>
            <a:xfrm>
              <a:off x="10005988" y="980684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32"/>
                  </a:moveTo>
                  <a:lnTo>
                    <a:pt x="34417" y="93232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2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6" name="object 516" descr=""/>
            <p:cNvSpPr/>
            <p:nvPr/>
          </p:nvSpPr>
          <p:spPr>
            <a:xfrm>
              <a:off x="9951250" y="9806845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42" y="44945"/>
                  </a:moveTo>
                  <a:lnTo>
                    <a:pt x="0" y="44945"/>
                  </a:lnTo>
                  <a:lnTo>
                    <a:pt x="0" y="93243"/>
                  </a:lnTo>
                  <a:lnTo>
                    <a:pt x="34442" y="93243"/>
                  </a:lnTo>
                  <a:lnTo>
                    <a:pt x="34442" y="44945"/>
                  </a:lnTo>
                  <a:close/>
                </a:path>
                <a:path w="34925" h="93345">
                  <a:moveTo>
                    <a:pt x="34442" y="0"/>
                  </a:moveTo>
                  <a:lnTo>
                    <a:pt x="0" y="0"/>
                  </a:lnTo>
                  <a:lnTo>
                    <a:pt x="0" y="16979"/>
                  </a:lnTo>
                  <a:lnTo>
                    <a:pt x="34442" y="16979"/>
                  </a:lnTo>
                  <a:lnTo>
                    <a:pt x="34442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" name="object 517" descr=""/>
            <p:cNvSpPr/>
            <p:nvPr/>
          </p:nvSpPr>
          <p:spPr>
            <a:xfrm>
              <a:off x="9951257" y="980684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32"/>
                  </a:moveTo>
                  <a:lnTo>
                    <a:pt x="34438" y="93232"/>
                  </a:lnTo>
                  <a:lnTo>
                    <a:pt x="34438" y="0"/>
                  </a:lnTo>
                  <a:lnTo>
                    <a:pt x="0" y="0"/>
                  </a:lnTo>
                  <a:lnTo>
                    <a:pt x="0" y="932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8" name="object 518" descr=""/>
            <p:cNvSpPr/>
            <p:nvPr/>
          </p:nvSpPr>
          <p:spPr>
            <a:xfrm>
              <a:off x="9896513" y="9806845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17" y="44945"/>
                  </a:moveTo>
                  <a:lnTo>
                    <a:pt x="0" y="44945"/>
                  </a:lnTo>
                  <a:lnTo>
                    <a:pt x="0" y="93243"/>
                  </a:lnTo>
                  <a:lnTo>
                    <a:pt x="34417" y="93243"/>
                  </a:lnTo>
                  <a:lnTo>
                    <a:pt x="34417" y="44945"/>
                  </a:lnTo>
                  <a:close/>
                </a:path>
                <a:path w="34925" h="93345">
                  <a:moveTo>
                    <a:pt x="34417" y="0"/>
                  </a:moveTo>
                  <a:lnTo>
                    <a:pt x="0" y="0"/>
                  </a:lnTo>
                  <a:lnTo>
                    <a:pt x="0" y="16979"/>
                  </a:lnTo>
                  <a:lnTo>
                    <a:pt x="34417" y="16979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" name="object 519" descr=""/>
            <p:cNvSpPr/>
            <p:nvPr/>
          </p:nvSpPr>
          <p:spPr>
            <a:xfrm>
              <a:off x="9896515" y="980684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32"/>
                  </a:moveTo>
                  <a:lnTo>
                    <a:pt x="34417" y="93232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2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0" name="object 520" descr=""/>
            <p:cNvSpPr/>
            <p:nvPr/>
          </p:nvSpPr>
          <p:spPr>
            <a:xfrm>
              <a:off x="9844773" y="9929616"/>
              <a:ext cx="34925" cy="123189"/>
            </a:xfrm>
            <a:custGeom>
              <a:avLst/>
              <a:gdLst/>
              <a:ahLst/>
              <a:cxnLst/>
              <a:rect l="l" t="t" r="r" b="b"/>
              <a:pathLst>
                <a:path w="34925" h="123190">
                  <a:moveTo>
                    <a:pt x="34429" y="77838"/>
                  </a:moveTo>
                  <a:lnTo>
                    <a:pt x="0" y="77838"/>
                  </a:lnTo>
                  <a:lnTo>
                    <a:pt x="0" y="122732"/>
                  </a:lnTo>
                  <a:lnTo>
                    <a:pt x="34429" y="122732"/>
                  </a:lnTo>
                  <a:lnTo>
                    <a:pt x="34429" y="77838"/>
                  </a:lnTo>
                  <a:close/>
                </a:path>
                <a:path w="34925" h="123190">
                  <a:moveTo>
                    <a:pt x="34429" y="0"/>
                  </a:moveTo>
                  <a:lnTo>
                    <a:pt x="0" y="0"/>
                  </a:lnTo>
                  <a:lnTo>
                    <a:pt x="0" y="49860"/>
                  </a:lnTo>
                  <a:lnTo>
                    <a:pt x="34429" y="49860"/>
                  </a:lnTo>
                  <a:lnTo>
                    <a:pt x="344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" name="object 521" descr=""/>
            <p:cNvSpPr/>
            <p:nvPr/>
          </p:nvSpPr>
          <p:spPr>
            <a:xfrm>
              <a:off x="9844778" y="9922598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44"/>
                  </a:moveTo>
                  <a:lnTo>
                    <a:pt x="34428" y="129744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12974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2" name="object 522" descr=""/>
            <p:cNvSpPr/>
            <p:nvPr/>
          </p:nvSpPr>
          <p:spPr>
            <a:xfrm>
              <a:off x="9790087" y="9929616"/>
              <a:ext cx="34925" cy="123189"/>
            </a:xfrm>
            <a:custGeom>
              <a:avLst/>
              <a:gdLst/>
              <a:ahLst/>
              <a:cxnLst/>
              <a:rect l="l" t="t" r="r" b="b"/>
              <a:pathLst>
                <a:path w="34925" h="123190">
                  <a:moveTo>
                    <a:pt x="34404" y="77838"/>
                  </a:moveTo>
                  <a:lnTo>
                    <a:pt x="0" y="77838"/>
                  </a:lnTo>
                  <a:lnTo>
                    <a:pt x="0" y="80022"/>
                  </a:lnTo>
                  <a:lnTo>
                    <a:pt x="0" y="122732"/>
                  </a:lnTo>
                  <a:lnTo>
                    <a:pt x="34404" y="122732"/>
                  </a:lnTo>
                  <a:lnTo>
                    <a:pt x="34404" y="80022"/>
                  </a:lnTo>
                  <a:lnTo>
                    <a:pt x="34404" y="77838"/>
                  </a:lnTo>
                  <a:close/>
                </a:path>
                <a:path w="34925" h="123190">
                  <a:moveTo>
                    <a:pt x="34404" y="0"/>
                  </a:moveTo>
                  <a:lnTo>
                    <a:pt x="0" y="0"/>
                  </a:lnTo>
                  <a:lnTo>
                    <a:pt x="0" y="1638"/>
                  </a:lnTo>
                  <a:lnTo>
                    <a:pt x="0" y="49860"/>
                  </a:lnTo>
                  <a:lnTo>
                    <a:pt x="34404" y="49860"/>
                  </a:lnTo>
                  <a:lnTo>
                    <a:pt x="34404" y="1638"/>
                  </a:lnTo>
                  <a:lnTo>
                    <a:pt x="3440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" name="object 523" descr=""/>
            <p:cNvSpPr/>
            <p:nvPr/>
          </p:nvSpPr>
          <p:spPr>
            <a:xfrm>
              <a:off x="9790089" y="9922598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44"/>
                  </a:moveTo>
                  <a:lnTo>
                    <a:pt x="34407" y="129744"/>
                  </a:lnTo>
                  <a:lnTo>
                    <a:pt x="34407" y="0"/>
                  </a:lnTo>
                  <a:lnTo>
                    <a:pt x="0" y="0"/>
                  </a:lnTo>
                  <a:lnTo>
                    <a:pt x="0" y="12974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4" name="object 524" descr=""/>
            <p:cNvSpPr/>
            <p:nvPr/>
          </p:nvSpPr>
          <p:spPr>
            <a:xfrm>
              <a:off x="9735375" y="9931254"/>
              <a:ext cx="34925" cy="121285"/>
            </a:xfrm>
            <a:custGeom>
              <a:avLst/>
              <a:gdLst/>
              <a:ahLst/>
              <a:cxnLst/>
              <a:rect l="l" t="t" r="r" b="b"/>
              <a:pathLst>
                <a:path w="34925" h="121284">
                  <a:moveTo>
                    <a:pt x="34417" y="78384"/>
                  </a:moveTo>
                  <a:lnTo>
                    <a:pt x="0" y="78384"/>
                  </a:lnTo>
                  <a:lnTo>
                    <a:pt x="0" y="121094"/>
                  </a:lnTo>
                  <a:lnTo>
                    <a:pt x="34417" y="121094"/>
                  </a:lnTo>
                  <a:lnTo>
                    <a:pt x="34417" y="78384"/>
                  </a:lnTo>
                  <a:close/>
                </a:path>
                <a:path w="34925" h="121284">
                  <a:moveTo>
                    <a:pt x="34417" y="0"/>
                  </a:moveTo>
                  <a:lnTo>
                    <a:pt x="0" y="0"/>
                  </a:lnTo>
                  <a:lnTo>
                    <a:pt x="0" y="48221"/>
                  </a:lnTo>
                  <a:lnTo>
                    <a:pt x="34417" y="48221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" name="object 525" descr=""/>
            <p:cNvSpPr/>
            <p:nvPr/>
          </p:nvSpPr>
          <p:spPr>
            <a:xfrm>
              <a:off x="9735378" y="9922598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44"/>
                  </a:moveTo>
                  <a:lnTo>
                    <a:pt x="34417" y="129744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12974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6" name="object 526" descr=""/>
            <p:cNvSpPr/>
            <p:nvPr/>
          </p:nvSpPr>
          <p:spPr>
            <a:xfrm>
              <a:off x="9680613" y="9931254"/>
              <a:ext cx="34925" cy="121285"/>
            </a:xfrm>
            <a:custGeom>
              <a:avLst/>
              <a:gdLst/>
              <a:ahLst/>
              <a:cxnLst/>
              <a:rect l="l" t="t" r="r" b="b"/>
              <a:pathLst>
                <a:path w="34925" h="121284">
                  <a:moveTo>
                    <a:pt x="34391" y="78384"/>
                  </a:moveTo>
                  <a:lnTo>
                    <a:pt x="0" y="78384"/>
                  </a:lnTo>
                  <a:lnTo>
                    <a:pt x="0" y="121094"/>
                  </a:lnTo>
                  <a:lnTo>
                    <a:pt x="34391" y="121094"/>
                  </a:lnTo>
                  <a:lnTo>
                    <a:pt x="34391" y="78384"/>
                  </a:lnTo>
                  <a:close/>
                </a:path>
                <a:path w="34925" h="121284">
                  <a:moveTo>
                    <a:pt x="34391" y="0"/>
                  </a:moveTo>
                  <a:lnTo>
                    <a:pt x="0" y="0"/>
                  </a:lnTo>
                  <a:lnTo>
                    <a:pt x="0" y="48221"/>
                  </a:lnTo>
                  <a:lnTo>
                    <a:pt x="34391" y="48221"/>
                  </a:lnTo>
                  <a:lnTo>
                    <a:pt x="34391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" name="object 527" descr=""/>
            <p:cNvSpPr/>
            <p:nvPr/>
          </p:nvSpPr>
          <p:spPr>
            <a:xfrm>
              <a:off x="9680616" y="9922598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44"/>
                  </a:moveTo>
                  <a:lnTo>
                    <a:pt x="34396" y="129744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12974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8" name="object 528" descr=""/>
            <p:cNvSpPr/>
            <p:nvPr/>
          </p:nvSpPr>
          <p:spPr>
            <a:xfrm>
              <a:off x="9625863" y="9931254"/>
              <a:ext cx="34925" cy="121285"/>
            </a:xfrm>
            <a:custGeom>
              <a:avLst/>
              <a:gdLst/>
              <a:ahLst/>
              <a:cxnLst/>
              <a:rect l="l" t="t" r="r" b="b"/>
              <a:pathLst>
                <a:path w="34925" h="121284">
                  <a:moveTo>
                    <a:pt x="34417" y="78384"/>
                  </a:moveTo>
                  <a:lnTo>
                    <a:pt x="0" y="78384"/>
                  </a:lnTo>
                  <a:lnTo>
                    <a:pt x="0" y="121094"/>
                  </a:lnTo>
                  <a:lnTo>
                    <a:pt x="34417" y="121094"/>
                  </a:lnTo>
                  <a:lnTo>
                    <a:pt x="34417" y="78384"/>
                  </a:lnTo>
                  <a:close/>
                </a:path>
                <a:path w="34925" h="121284">
                  <a:moveTo>
                    <a:pt x="34417" y="0"/>
                  </a:moveTo>
                  <a:lnTo>
                    <a:pt x="0" y="0"/>
                  </a:lnTo>
                  <a:lnTo>
                    <a:pt x="0" y="48221"/>
                  </a:lnTo>
                  <a:lnTo>
                    <a:pt x="34417" y="48221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" name="object 529" descr=""/>
            <p:cNvSpPr/>
            <p:nvPr/>
          </p:nvSpPr>
          <p:spPr>
            <a:xfrm>
              <a:off x="9625874" y="9922598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44"/>
                  </a:moveTo>
                  <a:lnTo>
                    <a:pt x="34417" y="129744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12974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0" name="object 530" descr=""/>
            <p:cNvSpPr/>
            <p:nvPr/>
          </p:nvSpPr>
          <p:spPr>
            <a:xfrm>
              <a:off x="9571152" y="9931254"/>
              <a:ext cx="34925" cy="121285"/>
            </a:xfrm>
            <a:custGeom>
              <a:avLst/>
              <a:gdLst/>
              <a:ahLst/>
              <a:cxnLst/>
              <a:rect l="l" t="t" r="r" b="b"/>
              <a:pathLst>
                <a:path w="34925" h="121284">
                  <a:moveTo>
                    <a:pt x="34404" y="78384"/>
                  </a:moveTo>
                  <a:lnTo>
                    <a:pt x="0" y="78384"/>
                  </a:lnTo>
                  <a:lnTo>
                    <a:pt x="0" y="121094"/>
                  </a:lnTo>
                  <a:lnTo>
                    <a:pt x="34404" y="121094"/>
                  </a:lnTo>
                  <a:lnTo>
                    <a:pt x="34404" y="78384"/>
                  </a:lnTo>
                  <a:close/>
                </a:path>
                <a:path w="34925" h="121284">
                  <a:moveTo>
                    <a:pt x="34404" y="0"/>
                  </a:moveTo>
                  <a:lnTo>
                    <a:pt x="0" y="0"/>
                  </a:lnTo>
                  <a:lnTo>
                    <a:pt x="0" y="48221"/>
                  </a:lnTo>
                  <a:lnTo>
                    <a:pt x="34404" y="48221"/>
                  </a:lnTo>
                  <a:lnTo>
                    <a:pt x="3440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" name="object 531" descr=""/>
            <p:cNvSpPr/>
            <p:nvPr/>
          </p:nvSpPr>
          <p:spPr>
            <a:xfrm>
              <a:off x="9571163" y="9922598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44"/>
                  </a:moveTo>
                  <a:lnTo>
                    <a:pt x="34396" y="129744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12974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2" name="object 532" descr=""/>
            <p:cNvSpPr/>
            <p:nvPr/>
          </p:nvSpPr>
          <p:spPr>
            <a:xfrm>
              <a:off x="9844773" y="9351689"/>
              <a:ext cx="34925" cy="83185"/>
            </a:xfrm>
            <a:custGeom>
              <a:avLst/>
              <a:gdLst/>
              <a:ahLst/>
              <a:cxnLst/>
              <a:rect l="l" t="t" r="r" b="b"/>
              <a:pathLst>
                <a:path w="34925" h="83184">
                  <a:moveTo>
                    <a:pt x="34429" y="33185"/>
                  </a:moveTo>
                  <a:lnTo>
                    <a:pt x="0" y="33185"/>
                  </a:lnTo>
                  <a:lnTo>
                    <a:pt x="0" y="83032"/>
                  </a:lnTo>
                  <a:lnTo>
                    <a:pt x="34429" y="83032"/>
                  </a:lnTo>
                  <a:lnTo>
                    <a:pt x="34429" y="33185"/>
                  </a:lnTo>
                  <a:close/>
                </a:path>
                <a:path w="34925" h="83184">
                  <a:moveTo>
                    <a:pt x="34429" y="0"/>
                  </a:moveTo>
                  <a:lnTo>
                    <a:pt x="0" y="0"/>
                  </a:lnTo>
                  <a:lnTo>
                    <a:pt x="0" y="5207"/>
                  </a:lnTo>
                  <a:lnTo>
                    <a:pt x="34429" y="5207"/>
                  </a:lnTo>
                  <a:lnTo>
                    <a:pt x="344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" name="object 533" descr=""/>
            <p:cNvSpPr/>
            <p:nvPr/>
          </p:nvSpPr>
          <p:spPr>
            <a:xfrm>
              <a:off x="9844778" y="935168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01"/>
                  </a:moveTo>
                  <a:lnTo>
                    <a:pt x="34428" y="93201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9320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4" name="object 534" descr=""/>
            <p:cNvSpPr/>
            <p:nvPr/>
          </p:nvSpPr>
          <p:spPr>
            <a:xfrm>
              <a:off x="9790087" y="9351689"/>
              <a:ext cx="34925" cy="83185"/>
            </a:xfrm>
            <a:custGeom>
              <a:avLst/>
              <a:gdLst/>
              <a:ahLst/>
              <a:cxnLst/>
              <a:rect l="l" t="t" r="r" b="b"/>
              <a:pathLst>
                <a:path w="34925" h="83184">
                  <a:moveTo>
                    <a:pt x="34404" y="33185"/>
                  </a:moveTo>
                  <a:lnTo>
                    <a:pt x="0" y="33185"/>
                  </a:lnTo>
                  <a:lnTo>
                    <a:pt x="0" y="81038"/>
                  </a:lnTo>
                  <a:lnTo>
                    <a:pt x="0" y="83032"/>
                  </a:lnTo>
                  <a:lnTo>
                    <a:pt x="34404" y="83032"/>
                  </a:lnTo>
                  <a:lnTo>
                    <a:pt x="34404" y="81038"/>
                  </a:lnTo>
                  <a:lnTo>
                    <a:pt x="34404" y="33185"/>
                  </a:lnTo>
                  <a:close/>
                </a:path>
                <a:path w="34925" h="83184">
                  <a:moveTo>
                    <a:pt x="34404" y="0"/>
                  </a:moveTo>
                  <a:lnTo>
                    <a:pt x="0" y="0"/>
                  </a:lnTo>
                  <a:lnTo>
                    <a:pt x="0" y="2641"/>
                  </a:lnTo>
                  <a:lnTo>
                    <a:pt x="0" y="5207"/>
                  </a:lnTo>
                  <a:lnTo>
                    <a:pt x="34404" y="5207"/>
                  </a:lnTo>
                  <a:lnTo>
                    <a:pt x="34404" y="2641"/>
                  </a:lnTo>
                  <a:lnTo>
                    <a:pt x="3440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" name="object 535" descr=""/>
            <p:cNvSpPr/>
            <p:nvPr/>
          </p:nvSpPr>
          <p:spPr>
            <a:xfrm>
              <a:off x="9790089" y="935168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01"/>
                  </a:moveTo>
                  <a:lnTo>
                    <a:pt x="34407" y="93201"/>
                  </a:lnTo>
                  <a:lnTo>
                    <a:pt x="34407" y="0"/>
                  </a:lnTo>
                  <a:lnTo>
                    <a:pt x="0" y="0"/>
                  </a:lnTo>
                  <a:lnTo>
                    <a:pt x="0" y="9320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6" name="object 536" descr=""/>
            <p:cNvSpPr/>
            <p:nvPr/>
          </p:nvSpPr>
          <p:spPr>
            <a:xfrm>
              <a:off x="9735375" y="9351689"/>
              <a:ext cx="34925" cy="81280"/>
            </a:xfrm>
            <a:custGeom>
              <a:avLst/>
              <a:gdLst/>
              <a:ahLst/>
              <a:cxnLst/>
              <a:rect l="l" t="t" r="r" b="b"/>
              <a:pathLst>
                <a:path w="34925" h="81279">
                  <a:moveTo>
                    <a:pt x="34417" y="33185"/>
                  </a:moveTo>
                  <a:lnTo>
                    <a:pt x="0" y="33185"/>
                  </a:lnTo>
                  <a:lnTo>
                    <a:pt x="0" y="81038"/>
                  </a:lnTo>
                  <a:lnTo>
                    <a:pt x="34417" y="81038"/>
                  </a:lnTo>
                  <a:lnTo>
                    <a:pt x="34417" y="33185"/>
                  </a:lnTo>
                  <a:close/>
                </a:path>
                <a:path w="34925" h="81279">
                  <a:moveTo>
                    <a:pt x="34417" y="0"/>
                  </a:moveTo>
                  <a:lnTo>
                    <a:pt x="0" y="0"/>
                  </a:lnTo>
                  <a:lnTo>
                    <a:pt x="0" y="2641"/>
                  </a:lnTo>
                  <a:lnTo>
                    <a:pt x="34417" y="2641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" name="object 537" descr=""/>
            <p:cNvSpPr/>
            <p:nvPr/>
          </p:nvSpPr>
          <p:spPr>
            <a:xfrm>
              <a:off x="9735378" y="935168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01"/>
                  </a:moveTo>
                  <a:lnTo>
                    <a:pt x="34417" y="93201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20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8" name="object 538" descr=""/>
            <p:cNvSpPr/>
            <p:nvPr/>
          </p:nvSpPr>
          <p:spPr>
            <a:xfrm>
              <a:off x="9680613" y="9351689"/>
              <a:ext cx="34925" cy="81280"/>
            </a:xfrm>
            <a:custGeom>
              <a:avLst/>
              <a:gdLst/>
              <a:ahLst/>
              <a:cxnLst/>
              <a:rect l="l" t="t" r="r" b="b"/>
              <a:pathLst>
                <a:path w="34925" h="81279">
                  <a:moveTo>
                    <a:pt x="34391" y="33185"/>
                  </a:moveTo>
                  <a:lnTo>
                    <a:pt x="0" y="33185"/>
                  </a:lnTo>
                  <a:lnTo>
                    <a:pt x="0" y="81038"/>
                  </a:lnTo>
                  <a:lnTo>
                    <a:pt x="34391" y="81038"/>
                  </a:lnTo>
                  <a:lnTo>
                    <a:pt x="34391" y="33185"/>
                  </a:lnTo>
                  <a:close/>
                </a:path>
                <a:path w="34925" h="81279">
                  <a:moveTo>
                    <a:pt x="34391" y="0"/>
                  </a:moveTo>
                  <a:lnTo>
                    <a:pt x="0" y="0"/>
                  </a:lnTo>
                  <a:lnTo>
                    <a:pt x="0" y="2641"/>
                  </a:lnTo>
                  <a:lnTo>
                    <a:pt x="34391" y="2641"/>
                  </a:lnTo>
                  <a:lnTo>
                    <a:pt x="34391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" name="object 539" descr=""/>
            <p:cNvSpPr/>
            <p:nvPr/>
          </p:nvSpPr>
          <p:spPr>
            <a:xfrm>
              <a:off x="9680616" y="935168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01"/>
                  </a:moveTo>
                  <a:lnTo>
                    <a:pt x="34396" y="93201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9320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0" name="object 540" descr=""/>
            <p:cNvSpPr/>
            <p:nvPr/>
          </p:nvSpPr>
          <p:spPr>
            <a:xfrm>
              <a:off x="9625863" y="9351689"/>
              <a:ext cx="34925" cy="81280"/>
            </a:xfrm>
            <a:custGeom>
              <a:avLst/>
              <a:gdLst/>
              <a:ahLst/>
              <a:cxnLst/>
              <a:rect l="l" t="t" r="r" b="b"/>
              <a:pathLst>
                <a:path w="34925" h="81279">
                  <a:moveTo>
                    <a:pt x="34417" y="33185"/>
                  </a:moveTo>
                  <a:lnTo>
                    <a:pt x="0" y="33185"/>
                  </a:lnTo>
                  <a:lnTo>
                    <a:pt x="0" y="81038"/>
                  </a:lnTo>
                  <a:lnTo>
                    <a:pt x="34417" y="81038"/>
                  </a:lnTo>
                  <a:lnTo>
                    <a:pt x="34417" y="33185"/>
                  </a:lnTo>
                  <a:close/>
                </a:path>
                <a:path w="34925" h="81279">
                  <a:moveTo>
                    <a:pt x="34417" y="0"/>
                  </a:moveTo>
                  <a:lnTo>
                    <a:pt x="0" y="0"/>
                  </a:lnTo>
                  <a:lnTo>
                    <a:pt x="0" y="2641"/>
                  </a:lnTo>
                  <a:lnTo>
                    <a:pt x="34417" y="2641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" name="object 541" descr=""/>
            <p:cNvSpPr/>
            <p:nvPr/>
          </p:nvSpPr>
          <p:spPr>
            <a:xfrm>
              <a:off x="9625874" y="935168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01"/>
                  </a:moveTo>
                  <a:lnTo>
                    <a:pt x="34417" y="93201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20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2" name="object 542" descr=""/>
            <p:cNvSpPr/>
            <p:nvPr/>
          </p:nvSpPr>
          <p:spPr>
            <a:xfrm>
              <a:off x="9571152" y="9351689"/>
              <a:ext cx="34925" cy="81280"/>
            </a:xfrm>
            <a:custGeom>
              <a:avLst/>
              <a:gdLst/>
              <a:ahLst/>
              <a:cxnLst/>
              <a:rect l="l" t="t" r="r" b="b"/>
              <a:pathLst>
                <a:path w="34925" h="81279">
                  <a:moveTo>
                    <a:pt x="34404" y="33185"/>
                  </a:moveTo>
                  <a:lnTo>
                    <a:pt x="0" y="33185"/>
                  </a:lnTo>
                  <a:lnTo>
                    <a:pt x="0" y="81038"/>
                  </a:lnTo>
                  <a:lnTo>
                    <a:pt x="34404" y="81038"/>
                  </a:lnTo>
                  <a:lnTo>
                    <a:pt x="34404" y="33185"/>
                  </a:lnTo>
                  <a:close/>
                </a:path>
                <a:path w="34925" h="81279">
                  <a:moveTo>
                    <a:pt x="34404" y="0"/>
                  </a:moveTo>
                  <a:lnTo>
                    <a:pt x="0" y="0"/>
                  </a:lnTo>
                  <a:lnTo>
                    <a:pt x="0" y="2641"/>
                  </a:lnTo>
                  <a:lnTo>
                    <a:pt x="34404" y="2641"/>
                  </a:lnTo>
                  <a:lnTo>
                    <a:pt x="3440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" name="object 543" descr=""/>
            <p:cNvSpPr/>
            <p:nvPr/>
          </p:nvSpPr>
          <p:spPr>
            <a:xfrm>
              <a:off x="9571163" y="935168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01"/>
                  </a:moveTo>
                  <a:lnTo>
                    <a:pt x="34396" y="93201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9320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4" name="object 544" descr=""/>
            <p:cNvSpPr/>
            <p:nvPr/>
          </p:nvSpPr>
          <p:spPr>
            <a:xfrm>
              <a:off x="9844773" y="946549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29" y="75018"/>
                  </a:moveTo>
                  <a:lnTo>
                    <a:pt x="0" y="75018"/>
                  </a:lnTo>
                  <a:lnTo>
                    <a:pt x="0" y="93205"/>
                  </a:lnTo>
                  <a:lnTo>
                    <a:pt x="34429" y="93205"/>
                  </a:lnTo>
                  <a:lnTo>
                    <a:pt x="34429" y="75018"/>
                  </a:lnTo>
                  <a:close/>
                </a:path>
                <a:path w="34925" h="93345">
                  <a:moveTo>
                    <a:pt x="34429" y="0"/>
                  </a:moveTo>
                  <a:lnTo>
                    <a:pt x="0" y="0"/>
                  </a:lnTo>
                  <a:lnTo>
                    <a:pt x="0" y="47040"/>
                  </a:lnTo>
                  <a:lnTo>
                    <a:pt x="34429" y="47040"/>
                  </a:lnTo>
                  <a:lnTo>
                    <a:pt x="344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" name="object 545" descr=""/>
            <p:cNvSpPr/>
            <p:nvPr/>
          </p:nvSpPr>
          <p:spPr>
            <a:xfrm>
              <a:off x="9844778" y="9465492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01"/>
                  </a:moveTo>
                  <a:lnTo>
                    <a:pt x="34428" y="93201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9320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6" name="object 546" descr=""/>
            <p:cNvSpPr/>
            <p:nvPr/>
          </p:nvSpPr>
          <p:spPr>
            <a:xfrm>
              <a:off x="9790087" y="946549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04" y="75018"/>
                  </a:moveTo>
                  <a:lnTo>
                    <a:pt x="0" y="75018"/>
                  </a:lnTo>
                  <a:lnTo>
                    <a:pt x="0" y="93205"/>
                  </a:lnTo>
                  <a:lnTo>
                    <a:pt x="34404" y="93205"/>
                  </a:lnTo>
                  <a:lnTo>
                    <a:pt x="34404" y="75018"/>
                  </a:lnTo>
                  <a:close/>
                </a:path>
                <a:path w="34925" h="93345">
                  <a:moveTo>
                    <a:pt x="34404" y="0"/>
                  </a:moveTo>
                  <a:lnTo>
                    <a:pt x="0" y="0"/>
                  </a:lnTo>
                  <a:lnTo>
                    <a:pt x="0" y="45631"/>
                  </a:lnTo>
                  <a:lnTo>
                    <a:pt x="0" y="47040"/>
                  </a:lnTo>
                  <a:lnTo>
                    <a:pt x="34404" y="47040"/>
                  </a:lnTo>
                  <a:lnTo>
                    <a:pt x="34404" y="45631"/>
                  </a:lnTo>
                  <a:lnTo>
                    <a:pt x="3440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" name="object 547" descr=""/>
            <p:cNvSpPr/>
            <p:nvPr/>
          </p:nvSpPr>
          <p:spPr>
            <a:xfrm>
              <a:off x="9790089" y="9465492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01"/>
                  </a:moveTo>
                  <a:lnTo>
                    <a:pt x="34407" y="93201"/>
                  </a:lnTo>
                  <a:lnTo>
                    <a:pt x="34407" y="0"/>
                  </a:lnTo>
                  <a:lnTo>
                    <a:pt x="0" y="0"/>
                  </a:lnTo>
                  <a:lnTo>
                    <a:pt x="0" y="9320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8" name="object 548" descr=""/>
            <p:cNvSpPr/>
            <p:nvPr/>
          </p:nvSpPr>
          <p:spPr>
            <a:xfrm>
              <a:off x="9735375" y="946549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17" y="75018"/>
                  </a:moveTo>
                  <a:lnTo>
                    <a:pt x="0" y="75018"/>
                  </a:lnTo>
                  <a:lnTo>
                    <a:pt x="0" y="93205"/>
                  </a:lnTo>
                  <a:lnTo>
                    <a:pt x="34417" y="93205"/>
                  </a:lnTo>
                  <a:lnTo>
                    <a:pt x="34417" y="75018"/>
                  </a:lnTo>
                  <a:close/>
                </a:path>
                <a:path w="34925" h="93345">
                  <a:moveTo>
                    <a:pt x="34417" y="0"/>
                  </a:moveTo>
                  <a:lnTo>
                    <a:pt x="0" y="0"/>
                  </a:lnTo>
                  <a:lnTo>
                    <a:pt x="0" y="45631"/>
                  </a:lnTo>
                  <a:lnTo>
                    <a:pt x="34417" y="45631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" name="object 549" descr=""/>
            <p:cNvSpPr/>
            <p:nvPr/>
          </p:nvSpPr>
          <p:spPr>
            <a:xfrm>
              <a:off x="9735378" y="9465492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01"/>
                  </a:moveTo>
                  <a:lnTo>
                    <a:pt x="34417" y="93201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20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0" name="object 550" descr=""/>
            <p:cNvSpPr/>
            <p:nvPr/>
          </p:nvSpPr>
          <p:spPr>
            <a:xfrm>
              <a:off x="9680613" y="946549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391" y="75018"/>
                  </a:moveTo>
                  <a:lnTo>
                    <a:pt x="0" y="75018"/>
                  </a:lnTo>
                  <a:lnTo>
                    <a:pt x="0" y="93205"/>
                  </a:lnTo>
                  <a:lnTo>
                    <a:pt x="34391" y="93205"/>
                  </a:lnTo>
                  <a:lnTo>
                    <a:pt x="34391" y="75018"/>
                  </a:lnTo>
                  <a:close/>
                </a:path>
                <a:path w="34925" h="93345">
                  <a:moveTo>
                    <a:pt x="34391" y="0"/>
                  </a:moveTo>
                  <a:lnTo>
                    <a:pt x="0" y="0"/>
                  </a:lnTo>
                  <a:lnTo>
                    <a:pt x="0" y="45631"/>
                  </a:lnTo>
                  <a:lnTo>
                    <a:pt x="34391" y="45631"/>
                  </a:lnTo>
                  <a:lnTo>
                    <a:pt x="34391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" name="object 551" descr=""/>
            <p:cNvSpPr/>
            <p:nvPr/>
          </p:nvSpPr>
          <p:spPr>
            <a:xfrm>
              <a:off x="9680616" y="9465492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01"/>
                  </a:moveTo>
                  <a:lnTo>
                    <a:pt x="34396" y="93201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9320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2" name="object 552" descr=""/>
            <p:cNvSpPr/>
            <p:nvPr/>
          </p:nvSpPr>
          <p:spPr>
            <a:xfrm>
              <a:off x="9625863" y="946549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17" y="75018"/>
                  </a:moveTo>
                  <a:lnTo>
                    <a:pt x="0" y="75018"/>
                  </a:lnTo>
                  <a:lnTo>
                    <a:pt x="0" y="93205"/>
                  </a:lnTo>
                  <a:lnTo>
                    <a:pt x="34417" y="93205"/>
                  </a:lnTo>
                  <a:lnTo>
                    <a:pt x="34417" y="75018"/>
                  </a:lnTo>
                  <a:close/>
                </a:path>
                <a:path w="34925" h="93345">
                  <a:moveTo>
                    <a:pt x="34417" y="0"/>
                  </a:moveTo>
                  <a:lnTo>
                    <a:pt x="0" y="0"/>
                  </a:lnTo>
                  <a:lnTo>
                    <a:pt x="0" y="45631"/>
                  </a:lnTo>
                  <a:lnTo>
                    <a:pt x="34417" y="45631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" name="object 553" descr=""/>
            <p:cNvSpPr/>
            <p:nvPr/>
          </p:nvSpPr>
          <p:spPr>
            <a:xfrm>
              <a:off x="9625874" y="9465492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01"/>
                  </a:moveTo>
                  <a:lnTo>
                    <a:pt x="34417" y="93201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20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4" name="object 554" descr=""/>
            <p:cNvSpPr/>
            <p:nvPr/>
          </p:nvSpPr>
          <p:spPr>
            <a:xfrm>
              <a:off x="9571152" y="946549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04" y="75018"/>
                  </a:moveTo>
                  <a:lnTo>
                    <a:pt x="0" y="75018"/>
                  </a:lnTo>
                  <a:lnTo>
                    <a:pt x="0" y="93205"/>
                  </a:lnTo>
                  <a:lnTo>
                    <a:pt x="34404" y="93205"/>
                  </a:lnTo>
                  <a:lnTo>
                    <a:pt x="34404" y="75018"/>
                  </a:lnTo>
                  <a:close/>
                </a:path>
                <a:path w="34925" h="93345">
                  <a:moveTo>
                    <a:pt x="34404" y="0"/>
                  </a:moveTo>
                  <a:lnTo>
                    <a:pt x="0" y="0"/>
                  </a:lnTo>
                  <a:lnTo>
                    <a:pt x="0" y="45631"/>
                  </a:lnTo>
                  <a:lnTo>
                    <a:pt x="34404" y="45631"/>
                  </a:lnTo>
                  <a:lnTo>
                    <a:pt x="3440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" name="object 555" descr=""/>
            <p:cNvSpPr/>
            <p:nvPr/>
          </p:nvSpPr>
          <p:spPr>
            <a:xfrm>
              <a:off x="9571163" y="9465492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01"/>
                  </a:moveTo>
                  <a:lnTo>
                    <a:pt x="34396" y="93201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9320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6" name="object 556" descr=""/>
            <p:cNvSpPr/>
            <p:nvPr/>
          </p:nvSpPr>
          <p:spPr>
            <a:xfrm>
              <a:off x="9844773" y="9579273"/>
              <a:ext cx="34925" cy="88900"/>
            </a:xfrm>
            <a:custGeom>
              <a:avLst/>
              <a:gdLst/>
              <a:ahLst/>
              <a:cxnLst/>
              <a:rect l="l" t="t" r="r" b="b"/>
              <a:pathLst>
                <a:path w="34925" h="88900">
                  <a:moveTo>
                    <a:pt x="34429" y="39065"/>
                  </a:moveTo>
                  <a:lnTo>
                    <a:pt x="0" y="39065"/>
                  </a:lnTo>
                  <a:lnTo>
                    <a:pt x="0" y="88900"/>
                  </a:lnTo>
                  <a:lnTo>
                    <a:pt x="34429" y="88900"/>
                  </a:lnTo>
                  <a:lnTo>
                    <a:pt x="34429" y="39065"/>
                  </a:lnTo>
                  <a:close/>
                </a:path>
                <a:path w="34925" h="88900">
                  <a:moveTo>
                    <a:pt x="34429" y="0"/>
                  </a:moveTo>
                  <a:lnTo>
                    <a:pt x="0" y="0"/>
                  </a:lnTo>
                  <a:lnTo>
                    <a:pt x="0" y="11087"/>
                  </a:lnTo>
                  <a:lnTo>
                    <a:pt x="34429" y="11087"/>
                  </a:lnTo>
                  <a:lnTo>
                    <a:pt x="344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" name="object 557" descr=""/>
            <p:cNvSpPr/>
            <p:nvPr/>
          </p:nvSpPr>
          <p:spPr>
            <a:xfrm>
              <a:off x="9844778" y="9579268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28" y="93222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8" name="object 558" descr=""/>
            <p:cNvSpPr/>
            <p:nvPr/>
          </p:nvSpPr>
          <p:spPr>
            <a:xfrm>
              <a:off x="9790087" y="9579273"/>
              <a:ext cx="34925" cy="88900"/>
            </a:xfrm>
            <a:custGeom>
              <a:avLst/>
              <a:gdLst/>
              <a:ahLst/>
              <a:cxnLst/>
              <a:rect l="l" t="t" r="r" b="b"/>
              <a:pathLst>
                <a:path w="34925" h="88900">
                  <a:moveTo>
                    <a:pt x="34404" y="39065"/>
                  </a:moveTo>
                  <a:lnTo>
                    <a:pt x="0" y="39065"/>
                  </a:lnTo>
                  <a:lnTo>
                    <a:pt x="0" y="88900"/>
                  </a:lnTo>
                  <a:lnTo>
                    <a:pt x="34404" y="88900"/>
                  </a:lnTo>
                  <a:lnTo>
                    <a:pt x="34404" y="39065"/>
                  </a:lnTo>
                  <a:close/>
                </a:path>
                <a:path w="34925" h="88900">
                  <a:moveTo>
                    <a:pt x="34404" y="0"/>
                  </a:moveTo>
                  <a:lnTo>
                    <a:pt x="0" y="0"/>
                  </a:lnTo>
                  <a:lnTo>
                    <a:pt x="0" y="10236"/>
                  </a:lnTo>
                  <a:lnTo>
                    <a:pt x="0" y="11087"/>
                  </a:lnTo>
                  <a:lnTo>
                    <a:pt x="34404" y="11087"/>
                  </a:lnTo>
                  <a:lnTo>
                    <a:pt x="34404" y="10236"/>
                  </a:lnTo>
                  <a:lnTo>
                    <a:pt x="3440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" name="object 559" descr=""/>
            <p:cNvSpPr/>
            <p:nvPr/>
          </p:nvSpPr>
          <p:spPr>
            <a:xfrm>
              <a:off x="9790089" y="9579268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07" y="93222"/>
                  </a:lnTo>
                  <a:lnTo>
                    <a:pt x="34407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0" name="object 560" descr=""/>
            <p:cNvSpPr/>
            <p:nvPr/>
          </p:nvSpPr>
          <p:spPr>
            <a:xfrm>
              <a:off x="9735375" y="9579273"/>
              <a:ext cx="34925" cy="88900"/>
            </a:xfrm>
            <a:custGeom>
              <a:avLst/>
              <a:gdLst/>
              <a:ahLst/>
              <a:cxnLst/>
              <a:rect l="l" t="t" r="r" b="b"/>
              <a:pathLst>
                <a:path w="34925" h="88900">
                  <a:moveTo>
                    <a:pt x="34417" y="39065"/>
                  </a:moveTo>
                  <a:lnTo>
                    <a:pt x="0" y="39065"/>
                  </a:lnTo>
                  <a:lnTo>
                    <a:pt x="0" y="88900"/>
                  </a:lnTo>
                  <a:lnTo>
                    <a:pt x="34417" y="88900"/>
                  </a:lnTo>
                  <a:lnTo>
                    <a:pt x="34417" y="39065"/>
                  </a:lnTo>
                  <a:close/>
                </a:path>
                <a:path w="34925" h="88900">
                  <a:moveTo>
                    <a:pt x="34417" y="0"/>
                  </a:moveTo>
                  <a:lnTo>
                    <a:pt x="0" y="0"/>
                  </a:lnTo>
                  <a:lnTo>
                    <a:pt x="0" y="10236"/>
                  </a:lnTo>
                  <a:lnTo>
                    <a:pt x="34417" y="10236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" name="object 561" descr=""/>
            <p:cNvSpPr/>
            <p:nvPr/>
          </p:nvSpPr>
          <p:spPr>
            <a:xfrm>
              <a:off x="9735378" y="9579268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17" y="93222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2" name="object 562" descr=""/>
            <p:cNvSpPr/>
            <p:nvPr/>
          </p:nvSpPr>
          <p:spPr>
            <a:xfrm>
              <a:off x="9680613" y="9579273"/>
              <a:ext cx="34925" cy="88900"/>
            </a:xfrm>
            <a:custGeom>
              <a:avLst/>
              <a:gdLst/>
              <a:ahLst/>
              <a:cxnLst/>
              <a:rect l="l" t="t" r="r" b="b"/>
              <a:pathLst>
                <a:path w="34925" h="88900">
                  <a:moveTo>
                    <a:pt x="34391" y="39065"/>
                  </a:moveTo>
                  <a:lnTo>
                    <a:pt x="0" y="39065"/>
                  </a:lnTo>
                  <a:lnTo>
                    <a:pt x="0" y="88900"/>
                  </a:lnTo>
                  <a:lnTo>
                    <a:pt x="34391" y="88900"/>
                  </a:lnTo>
                  <a:lnTo>
                    <a:pt x="34391" y="39065"/>
                  </a:lnTo>
                  <a:close/>
                </a:path>
                <a:path w="34925" h="88900">
                  <a:moveTo>
                    <a:pt x="34391" y="0"/>
                  </a:moveTo>
                  <a:lnTo>
                    <a:pt x="0" y="0"/>
                  </a:lnTo>
                  <a:lnTo>
                    <a:pt x="0" y="10236"/>
                  </a:lnTo>
                  <a:lnTo>
                    <a:pt x="34391" y="10236"/>
                  </a:lnTo>
                  <a:lnTo>
                    <a:pt x="34391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" name="object 563" descr=""/>
            <p:cNvSpPr/>
            <p:nvPr/>
          </p:nvSpPr>
          <p:spPr>
            <a:xfrm>
              <a:off x="9680616" y="9579268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396" y="93222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4" name="object 564" descr=""/>
            <p:cNvSpPr/>
            <p:nvPr/>
          </p:nvSpPr>
          <p:spPr>
            <a:xfrm>
              <a:off x="9625863" y="9579273"/>
              <a:ext cx="34925" cy="88900"/>
            </a:xfrm>
            <a:custGeom>
              <a:avLst/>
              <a:gdLst/>
              <a:ahLst/>
              <a:cxnLst/>
              <a:rect l="l" t="t" r="r" b="b"/>
              <a:pathLst>
                <a:path w="34925" h="88900">
                  <a:moveTo>
                    <a:pt x="34417" y="39065"/>
                  </a:moveTo>
                  <a:lnTo>
                    <a:pt x="0" y="39065"/>
                  </a:lnTo>
                  <a:lnTo>
                    <a:pt x="0" y="88900"/>
                  </a:lnTo>
                  <a:lnTo>
                    <a:pt x="34417" y="88900"/>
                  </a:lnTo>
                  <a:lnTo>
                    <a:pt x="34417" y="39065"/>
                  </a:lnTo>
                  <a:close/>
                </a:path>
                <a:path w="34925" h="88900">
                  <a:moveTo>
                    <a:pt x="34417" y="0"/>
                  </a:moveTo>
                  <a:lnTo>
                    <a:pt x="0" y="0"/>
                  </a:lnTo>
                  <a:lnTo>
                    <a:pt x="0" y="10236"/>
                  </a:lnTo>
                  <a:lnTo>
                    <a:pt x="34417" y="10236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" name="object 565" descr=""/>
            <p:cNvSpPr/>
            <p:nvPr/>
          </p:nvSpPr>
          <p:spPr>
            <a:xfrm>
              <a:off x="9625874" y="9579268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17" y="93222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6" name="object 566" descr=""/>
            <p:cNvSpPr/>
            <p:nvPr/>
          </p:nvSpPr>
          <p:spPr>
            <a:xfrm>
              <a:off x="9571152" y="9579273"/>
              <a:ext cx="34925" cy="88900"/>
            </a:xfrm>
            <a:custGeom>
              <a:avLst/>
              <a:gdLst/>
              <a:ahLst/>
              <a:cxnLst/>
              <a:rect l="l" t="t" r="r" b="b"/>
              <a:pathLst>
                <a:path w="34925" h="88900">
                  <a:moveTo>
                    <a:pt x="34404" y="39065"/>
                  </a:moveTo>
                  <a:lnTo>
                    <a:pt x="0" y="39065"/>
                  </a:lnTo>
                  <a:lnTo>
                    <a:pt x="0" y="88900"/>
                  </a:lnTo>
                  <a:lnTo>
                    <a:pt x="34404" y="88900"/>
                  </a:lnTo>
                  <a:lnTo>
                    <a:pt x="34404" y="39065"/>
                  </a:lnTo>
                  <a:close/>
                </a:path>
                <a:path w="34925" h="88900">
                  <a:moveTo>
                    <a:pt x="34404" y="0"/>
                  </a:moveTo>
                  <a:lnTo>
                    <a:pt x="0" y="0"/>
                  </a:lnTo>
                  <a:lnTo>
                    <a:pt x="0" y="10236"/>
                  </a:lnTo>
                  <a:lnTo>
                    <a:pt x="34404" y="10236"/>
                  </a:lnTo>
                  <a:lnTo>
                    <a:pt x="3440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" name="object 567" descr=""/>
            <p:cNvSpPr/>
            <p:nvPr/>
          </p:nvSpPr>
          <p:spPr>
            <a:xfrm>
              <a:off x="9571163" y="9579268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396" y="93222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8" name="object 568" descr=""/>
            <p:cNvSpPr/>
            <p:nvPr/>
          </p:nvSpPr>
          <p:spPr>
            <a:xfrm>
              <a:off x="9844773" y="9696151"/>
              <a:ext cx="34925" cy="90170"/>
            </a:xfrm>
            <a:custGeom>
              <a:avLst/>
              <a:gdLst/>
              <a:ahLst/>
              <a:cxnLst/>
              <a:rect l="l" t="t" r="r" b="b"/>
              <a:pathLst>
                <a:path w="34925" h="90170">
                  <a:moveTo>
                    <a:pt x="34429" y="77825"/>
                  </a:moveTo>
                  <a:lnTo>
                    <a:pt x="0" y="77825"/>
                  </a:lnTo>
                  <a:lnTo>
                    <a:pt x="0" y="90106"/>
                  </a:lnTo>
                  <a:lnTo>
                    <a:pt x="34429" y="90106"/>
                  </a:lnTo>
                  <a:lnTo>
                    <a:pt x="34429" y="77825"/>
                  </a:lnTo>
                  <a:close/>
                </a:path>
                <a:path w="34925" h="90170">
                  <a:moveTo>
                    <a:pt x="34429" y="0"/>
                  </a:moveTo>
                  <a:lnTo>
                    <a:pt x="0" y="0"/>
                  </a:lnTo>
                  <a:lnTo>
                    <a:pt x="0" y="49847"/>
                  </a:lnTo>
                  <a:lnTo>
                    <a:pt x="34429" y="49847"/>
                  </a:lnTo>
                  <a:lnTo>
                    <a:pt x="344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" name="object 569" descr=""/>
            <p:cNvSpPr/>
            <p:nvPr/>
          </p:nvSpPr>
          <p:spPr>
            <a:xfrm>
              <a:off x="9844778" y="9693087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69"/>
                  </a:moveTo>
                  <a:lnTo>
                    <a:pt x="34428" y="93169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9316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0" name="object 570" descr=""/>
            <p:cNvSpPr/>
            <p:nvPr/>
          </p:nvSpPr>
          <p:spPr>
            <a:xfrm>
              <a:off x="9790087" y="9696151"/>
              <a:ext cx="34925" cy="90170"/>
            </a:xfrm>
            <a:custGeom>
              <a:avLst/>
              <a:gdLst/>
              <a:ahLst/>
              <a:cxnLst/>
              <a:rect l="l" t="t" r="r" b="b"/>
              <a:pathLst>
                <a:path w="34925" h="90170">
                  <a:moveTo>
                    <a:pt x="34404" y="77825"/>
                  </a:moveTo>
                  <a:lnTo>
                    <a:pt x="0" y="77825"/>
                  </a:lnTo>
                  <a:lnTo>
                    <a:pt x="0" y="78308"/>
                  </a:lnTo>
                  <a:lnTo>
                    <a:pt x="0" y="90106"/>
                  </a:lnTo>
                  <a:lnTo>
                    <a:pt x="34404" y="90106"/>
                  </a:lnTo>
                  <a:lnTo>
                    <a:pt x="34404" y="78308"/>
                  </a:lnTo>
                  <a:lnTo>
                    <a:pt x="34404" y="77825"/>
                  </a:lnTo>
                  <a:close/>
                </a:path>
                <a:path w="34925" h="90170">
                  <a:moveTo>
                    <a:pt x="34404" y="0"/>
                  </a:moveTo>
                  <a:lnTo>
                    <a:pt x="0" y="0"/>
                  </a:lnTo>
                  <a:lnTo>
                    <a:pt x="0" y="49847"/>
                  </a:lnTo>
                  <a:lnTo>
                    <a:pt x="34404" y="49847"/>
                  </a:lnTo>
                  <a:lnTo>
                    <a:pt x="3440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" name="object 571" descr=""/>
            <p:cNvSpPr/>
            <p:nvPr/>
          </p:nvSpPr>
          <p:spPr>
            <a:xfrm>
              <a:off x="9790089" y="9693087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69"/>
                  </a:moveTo>
                  <a:lnTo>
                    <a:pt x="34407" y="93169"/>
                  </a:lnTo>
                  <a:lnTo>
                    <a:pt x="34407" y="0"/>
                  </a:lnTo>
                  <a:lnTo>
                    <a:pt x="0" y="0"/>
                  </a:lnTo>
                  <a:lnTo>
                    <a:pt x="0" y="9316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2" name="object 572" descr=""/>
            <p:cNvSpPr/>
            <p:nvPr/>
          </p:nvSpPr>
          <p:spPr>
            <a:xfrm>
              <a:off x="9735375" y="9696151"/>
              <a:ext cx="34925" cy="90170"/>
            </a:xfrm>
            <a:custGeom>
              <a:avLst/>
              <a:gdLst/>
              <a:ahLst/>
              <a:cxnLst/>
              <a:rect l="l" t="t" r="r" b="b"/>
              <a:pathLst>
                <a:path w="34925" h="90170">
                  <a:moveTo>
                    <a:pt x="34417" y="78308"/>
                  </a:moveTo>
                  <a:lnTo>
                    <a:pt x="0" y="78308"/>
                  </a:lnTo>
                  <a:lnTo>
                    <a:pt x="0" y="90106"/>
                  </a:lnTo>
                  <a:lnTo>
                    <a:pt x="34417" y="90106"/>
                  </a:lnTo>
                  <a:lnTo>
                    <a:pt x="34417" y="78308"/>
                  </a:lnTo>
                  <a:close/>
                </a:path>
                <a:path w="34925" h="90170">
                  <a:moveTo>
                    <a:pt x="34417" y="0"/>
                  </a:moveTo>
                  <a:lnTo>
                    <a:pt x="0" y="0"/>
                  </a:lnTo>
                  <a:lnTo>
                    <a:pt x="0" y="49847"/>
                  </a:lnTo>
                  <a:lnTo>
                    <a:pt x="34417" y="49847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" name="object 573" descr=""/>
            <p:cNvSpPr/>
            <p:nvPr/>
          </p:nvSpPr>
          <p:spPr>
            <a:xfrm>
              <a:off x="9735378" y="9693087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69"/>
                  </a:moveTo>
                  <a:lnTo>
                    <a:pt x="34417" y="93169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16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4" name="object 574" descr=""/>
            <p:cNvSpPr/>
            <p:nvPr/>
          </p:nvSpPr>
          <p:spPr>
            <a:xfrm>
              <a:off x="9680613" y="9696151"/>
              <a:ext cx="34925" cy="90170"/>
            </a:xfrm>
            <a:custGeom>
              <a:avLst/>
              <a:gdLst/>
              <a:ahLst/>
              <a:cxnLst/>
              <a:rect l="l" t="t" r="r" b="b"/>
              <a:pathLst>
                <a:path w="34925" h="90170">
                  <a:moveTo>
                    <a:pt x="34391" y="78308"/>
                  </a:moveTo>
                  <a:lnTo>
                    <a:pt x="0" y="78308"/>
                  </a:lnTo>
                  <a:lnTo>
                    <a:pt x="0" y="90106"/>
                  </a:lnTo>
                  <a:lnTo>
                    <a:pt x="34391" y="90106"/>
                  </a:lnTo>
                  <a:lnTo>
                    <a:pt x="34391" y="78308"/>
                  </a:lnTo>
                  <a:close/>
                </a:path>
                <a:path w="34925" h="90170">
                  <a:moveTo>
                    <a:pt x="34391" y="0"/>
                  </a:moveTo>
                  <a:lnTo>
                    <a:pt x="0" y="0"/>
                  </a:lnTo>
                  <a:lnTo>
                    <a:pt x="0" y="49847"/>
                  </a:lnTo>
                  <a:lnTo>
                    <a:pt x="34391" y="49847"/>
                  </a:lnTo>
                  <a:lnTo>
                    <a:pt x="34391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" name="object 575" descr=""/>
            <p:cNvSpPr/>
            <p:nvPr/>
          </p:nvSpPr>
          <p:spPr>
            <a:xfrm>
              <a:off x="9680616" y="9693087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69"/>
                  </a:moveTo>
                  <a:lnTo>
                    <a:pt x="34396" y="93169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9316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6" name="object 576" descr=""/>
            <p:cNvSpPr/>
            <p:nvPr/>
          </p:nvSpPr>
          <p:spPr>
            <a:xfrm>
              <a:off x="9625863" y="9696151"/>
              <a:ext cx="34925" cy="90170"/>
            </a:xfrm>
            <a:custGeom>
              <a:avLst/>
              <a:gdLst/>
              <a:ahLst/>
              <a:cxnLst/>
              <a:rect l="l" t="t" r="r" b="b"/>
              <a:pathLst>
                <a:path w="34925" h="90170">
                  <a:moveTo>
                    <a:pt x="34417" y="78308"/>
                  </a:moveTo>
                  <a:lnTo>
                    <a:pt x="0" y="78308"/>
                  </a:lnTo>
                  <a:lnTo>
                    <a:pt x="0" y="90106"/>
                  </a:lnTo>
                  <a:lnTo>
                    <a:pt x="34417" y="90106"/>
                  </a:lnTo>
                  <a:lnTo>
                    <a:pt x="34417" y="78308"/>
                  </a:lnTo>
                  <a:close/>
                </a:path>
                <a:path w="34925" h="90170">
                  <a:moveTo>
                    <a:pt x="34417" y="0"/>
                  </a:moveTo>
                  <a:lnTo>
                    <a:pt x="0" y="0"/>
                  </a:lnTo>
                  <a:lnTo>
                    <a:pt x="0" y="49847"/>
                  </a:lnTo>
                  <a:lnTo>
                    <a:pt x="34417" y="49847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" name="object 577" descr=""/>
            <p:cNvSpPr/>
            <p:nvPr/>
          </p:nvSpPr>
          <p:spPr>
            <a:xfrm>
              <a:off x="9625874" y="9693087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69"/>
                  </a:moveTo>
                  <a:lnTo>
                    <a:pt x="34417" y="93169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16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8" name="object 578" descr=""/>
            <p:cNvSpPr/>
            <p:nvPr/>
          </p:nvSpPr>
          <p:spPr>
            <a:xfrm>
              <a:off x="9571152" y="9696151"/>
              <a:ext cx="34925" cy="90170"/>
            </a:xfrm>
            <a:custGeom>
              <a:avLst/>
              <a:gdLst/>
              <a:ahLst/>
              <a:cxnLst/>
              <a:rect l="l" t="t" r="r" b="b"/>
              <a:pathLst>
                <a:path w="34925" h="90170">
                  <a:moveTo>
                    <a:pt x="34404" y="78308"/>
                  </a:moveTo>
                  <a:lnTo>
                    <a:pt x="0" y="78308"/>
                  </a:lnTo>
                  <a:lnTo>
                    <a:pt x="0" y="90106"/>
                  </a:lnTo>
                  <a:lnTo>
                    <a:pt x="34404" y="90106"/>
                  </a:lnTo>
                  <a:lnTo>
                    <a:pt x="34404" y="78308"/>
                  </a:lnTo>
                  <a:close/>
                </a:path>
                <a:path w="34925" h="90170">
                  <a:moveTo>
                    <a:pt x="34404" y="0"/>
                  </a:moveTo>
                  <a:lnTo>
                    <a:pt x="0" y="0"/>
                  </a:lnTo>
                  <a:lnTo>
                    <a:pt x="0" y="49847"/>
                  </a:lnTo>
                  <a:lnTo>
                    <a:pt x="34404" y="49847"/>
                  </a:lnTo>
                  <a:lnTo>
                    <a:pt x="3440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" name="object 579" descr=""/>
            <p:cNvSpPr/>
            <p:nvPr/>
          </p:nvSpPr>
          <p:spPr>
            <a:xfrm>
              <a:off x="9571163" y="9693087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69"/>
                  </a:moveTo>
                  <a:lnTo>
                    <a:pt x="34396" y="93169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9316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0" name="object 580" descr=""/>
            <p:cNvSpPr/>
            <p:nvPr/>
          </p:nvSpPr>
          <p:spPr>
            <a:xfrm>
              <a:off x="9844773" y="9806845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29" y="44945"/>
                  </a:moveTo>
                  <a:lnTo>
                    <a:pt x="0" y="44945"/>
                  </a:lnTo>
                  <a:lnTo>
                    <a:pt x="0" y="93243"/>
                  </a:lnTo>
                  <a:lnTo>
                    <a:pt x="34429" y="93243"/>
                  </a:lnTo>
                  <a:lnTo>
                    <a:pt x="34429" y="44945"/>
                  </a:lnTo>
                  <a:close/>
                </a:path>
                <a:path w="34925" h="93345">
                  <a:moveTo>
                    <a:pt x="34429" y="0"/>
                  </a:moveTo>
                  <a:lnTo>
                    <a:pt x="0" y="0"/>
                  </a:lnTo>
                  <a:lnTo>
                    <a:pt x="0" y="16979"/>
                  </a:lnTo>
                  <a:lnTo>
                    <a:pt x="34429" y="16979"/>
                  </a:lnTo>
                  <a:lnTo>
                    <a:pt x="344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" name="object 581" descr=""/>
            <p:cNvSpPr/>
            <p:nvPr/>
          </p:nvSpPr>
          <p:spPr>
            <a:xfrm>
              <a:off x="9844778" y="980684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32"/>
                  </a:moveTo>
                  <a:lnTo>
                    <a:pt x="34428" y="93232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932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2" name="object 582" descr=""/>
            <p:cNvSpPr/>
            <p:nvPr/>
          </p:nvSpPr>
          <p:spPr>
            <a:xfrm>
              <a:off x="9790087" y="9806845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04" y="44945"/>
                  </a:moveTo>
                  <a:lnTo>
                    <a:pt x="0" y="44945"/>
                  </a:lnTo>
                  <a:lnTo>
                    <a:pt x="0" y="46012"/>
                  </a:lnTo>
                  <a:lnTo>
                    <a:pt x="0" y="93243"/>
                  </a:lnTo>
                  <a:lnTo>
                    <a:pt x="34404" y="93243"/>
                  </a:lnTo>
                  <a:lnTo>
                    <a:pt x="34404" y="46012"/>
                  </a:lnTo>
                  <a:lnTo>
                    <a:pt x="34404" y="44945"/>
                  </a:lnTo>
                  <a:close/>
                </a:path>
                <a:path w="34925" h="93345">
                  <a:moveTo>
                    <a:pt x="34404" y="0"/>
                  </a:moveTo>
                  <a:lnTo>
                    <a:pt x="0" y="0"/>
                  </a:lnTo>
                  <a:lnTo>
                    <a:pt x="0" y="16979"/>
                  </a:lnTo>
                  <a:lnTo>
                    <a:pt x="34404" y="16979"/>
                  </a:lnTo>
                  <a:lnTo>
                    <a:pt x="3440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" name="object 583" descr=""/>
            <p:cNvSpPr/>
            <p:nvPr/>
          </p:nvSpPr>
          <p:spPr>
            <a:xfrm>
              <a:off x="9790089" y="980684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32"/>
                  </a:moveTo>
                  <a:lnTo>
                    <a:pt x="34407" y="93232"/>
                  </a:lnTo>
                  <a:lnTo>
                    <a:pt x="34407" y="0"/>
                  </a:lnTo>
                  <a:lnTo>
                    <a:pt x="0" y="0"/>
                  </a:lnTo>
                  <a:lnTo>
                    <a:pt x="0" y="932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4" name="object 584" descr=""/>
            <p:cNvSpPr/>
            <p:nvPr/>
          </p:nvSpPr>
          <p:spPr>
            <a:xfrm>
              <a:off x="9735375" y="9806845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17" y="46012"/>
                  </a:moveTo>
                  <a:lnTo>
                    <a:pt x="0" y="46012"/>
                  </a:lnTo>
                  <a:lnTo>
                    <a:pt x="0" y="93243"/>
                  </a:lnTo>
                  <a:lnTo>
                    <a:pt x="34417" y="93243"/>
                  </a:lnTo>
                  <a:lnTo>
                    <a:pt x="34417" y="46012"/>
                  </a:lnTo>
                  <a:close/>
                </a:path>
                <a:path w="34925" h="93345">
                  <a:moveTo>
                    <a:pt x="34417" y="0"/>
                  </a:moveTo>
                  <a:lnTo>
                    <a:pt x="0" y="0"/>
                  </a:lnTo>
                  <a:lnTo>
                    <a:pt x="0" y="16979"/>
                  </a:lnTo>
                  <a:lnTo>
                    <a:pt x="34417" y="16979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" name="object 585" descr=""/>
            <p:cNvSpPr/>
            <p:nvPr/>
          </p:nvSpPr>
          <p:spPr>
            <a:xfrm>
              <a:off x="9735378" y="980684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32"/>
                  </a:moveTo>
                  <a:lnTo>
                    <a:pt x="34417" y="93232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2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6" name="object 586" descr=""/>
            <p:cNvSpPr/>
            <p:nvPr/>
          </p:nvSpPr>
          <p:spPr>
            <a:xfrm>
              <a:off x="9680613" y="9806845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391" y="46012"/>
                  </a:moveTo>
                  <a:lnTo>
                    <a:pt x="0" y="46012"/>
                  </a:lnTo>
                  <a:lnTo>
                    <a:pt x="0" y="93243"/>
                  </a:lnTo>
                  <a:lnTo>
                    <a:pt x="34391" y="93243"/>
                  </a:lnTo>
                  <a:lnTo>
                    <a:pt x="34391" y="46012"/>
                  </a:lnTo>
                  <a:close/>
                </a:path>
                <a:path w="34925" h="93345">
                  <a:moveTo>
                    <a:pt x="34391" y="0"/>
                  </a:moveTo>
                  <a:lnTo>
                    <a:pt x="0" y="0"/>
                  </a:lnTo>
                  <a:lnTo>
                    <a:pt x="0" y="16979"/>
                  </a:lnTo>
                  <a:lnTo>
                    <a:pt x="34391" y="16979"/>
                  </a:lnTo>
                  <a:lnTo>
                    <a:pt x="34391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" name="object 587" descr=""/>
            <p:cNvSpPr/>
            <p:nvPr/>
          </p:nvSpPr>
          <p:spPr>
            <a:xfrm>
              <a:off x="9680616" y="980684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32"/>
                  </a:moveTo>
                  <a:lnTo>
                    <a:pt x="34396" y="93232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932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8" name="object 588" descr=""/>
            <p:cNvSpPr/>
            <p:nvPr/>
          </p:nvSpPr>
          <p:spPr>
            <a:xfrm>
              <a:off x="9625863" y="9806845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17" y="46012"/>
                  </a:moveTo>
                  <a:lnTo>
                    <a:pt x="0" y="46012"/>
                  </a:lnTo>
                  <a:lnTo>
                    <a:pt x="0" y="93243"/>
                  </a:lnTo>
                  <a:lnTo>
                    <a:pt x="34417" y="93243"/>
                  </a:lnTo>
                  <a:lnTo>
                    <a:pt x="34417" y="46012"/>
                  </a:lnTo>
                  <a:close/>
                </a:path>
                <a:path w="34925" h="93345">
                  <a:moveTo>
                    <a:pt x="34417" y="0"/>
                  </a:moveTo>
                  <a:lnTo>
                    <a:pt x="0" y="0"/>
                  </a:lnTo>
                  <a:lnTo>
                    <a:pt x="0" y="16979"/>
                  </a:lnTo>
                  <a:lnTo>
                    <a:pt x="34417" y="16979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" name="object 589" descr=""/>
            <p:cNvSpPr/>
            <p:nvPr/>
          </p:nvSpPr>
          <p:spPr>
            <a:xfrm>
              <a:off x="9625874" y="980684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32"/>
                  </a:moveTo>
                  <a:lnTo>
                    <a:pt x="34417" y="93232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2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0" name="object 590" descr=""/>
            <p:cNvSpPr/>
            <p:nvPr/>
          </p:nvSpPr>
          <p:spPr>
            <a:xfrm>
              <a:off x="9571152" y="9806845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04" y="46012"/>
                  </a:moveTo>
                  <a:lnTo>
                    <a:pt x="0" y="46012"/>
                  </a:lnTo>
                  <a:lnTo>
                    <a:pt x="0" y="93243"/>
                  </a:lnTo>
                  <a:lnTo>
                    <a:pt x="34404" y="93243"/>
                  </a:lnTo>
                  <a:lnTo>
                    <a:pt x="34404" y="46012"/>
                  </a:lnTo>
                  <a:close/>
                </a:path>
                <a:path w="34925" h="93345">
                  <a:moveTo>
                    <a:pt x="34404" y="0"/>
                  </a:moveTo>
                  <a:lnTo>
                    <a:pt x="0" y="0"/>
                  </a:lnTo>
                  <a:lnTo>
                    <a:pt x="0" y="16979"/>
                  </a:lnTo>
                  <a:lnTo>
                    <a:pt x="34404" y="16979"/>
                  </a:lnTo>
                  <a:lnTo>
                    <a:pt x="3440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" name="object 591" descr=""/>
            <p:cNvSpPr/>
            <p:nvPr/>
          </p:nvSpPr>
          <p:spPr>
            <a:xfrm>
              <a:off x="9571163" y="980684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32"/>
                  </a:moveTo>
                  <a:lnTo>
                    <a:pt x="34396" y="93232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932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2" name="object 592" descr=""/>
            <p:cNvSpPr/>
            <p:nvPr/>
          </p:nvSpPr>
          <p:spPr>
            <a:xfrm>
              <a:off x="9519463" y="9931254"/>
              <a:ext cx="34925" cy="121285"/>
            </a:xfrm>
            <a:custGeom>
              <a:avLst/>
              <a:gdLst/>
              <a:ahLst/>
              <a:cxnLst/>
              <a:rect l="l" t="t" r="r" b="b"/>
              <a:pathLst>
                <a:path w="34925" h="121284">
                  <a:moveTo>
                    <a:pt x="34391" y="78384"/>
                  </a:moveTo>
                  <a:lnTo>
                    <a:pt x="0" y="78384"/>
                  </a:lnTo>
                  <a:lnTo>
                    <a:pt x="0" y="121094"/>
                  </a:lnTo>
                  <a:lnTo>
                    <a:pt x="34391" y="121094"/>
                  </a:lnTo>
                  <a:lnTo>
                    <a:pt x="34391" y="78384"/>
                  </a:lnTo>
                  <a:close/>
                </a:path>
                <a:path w="34925" h="121284">
                  <a:moveTo>
                    <a:pt x="34391" y="0"/>
                  </a:moveTo>
                  <a:lnTo>
                    <a:pt x="0" y="0"/>
                  </a:lnTo>
                  <a:lnTo>
                    <a:pt x="0" y="48221"/>
                  </a:lnTo>
                  <a:lnTo>
                    <a:pt x="34391" y="48221"/>
                  </a:lnTo>
                  <a:lnTo>
                    <a:pt x="34391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" name="object 593" descr=""/>
            <p:cNvSpPr/>
            <p:nvPr/>
          </p:nvSpPr>
          <p:spPr>
            <a:xfrm>
              <a:off x="9519469" y="9922598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44"/>
                  </a:moveTo>
                  <a:lnTo>
                    <a:pt x="34396" y="129744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12974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4" name="object 594" descr=""/>
            <p:cNvSpPr/>
            <p:nvPr/>
          </p:nvSpPr>
          <p:spPr>
            <a:xfrm>
              <a:off x="9464726" y="9931254"/>
              <a:ext cx="34925" cy="121285"/>
            </a:xfrm>
            <a:custGeom>
              <a:avLst/>
              <a:gdLst/>
              <a:ahLst/>
              <a:cxnLst/>
              <a:rect l="l" t="t" r="r" b="b"/>
              <a:pathLst>
                <a:path w="34925" h="121284">
                  <a:moveTo>
                    <a:pt x="34366" y="78384"/>
                  </a:moveTo>
                  <a:lnTo>
                    <a:pt x="0" y="78384"/>
                  </a:lnTo>
                  <a:lnTo>
                    <a:pt x="0" y="121094"/>
                  </a:lnTo>
                  <a:lnTo>
                    <a:pt x="34366" y="121094"/>
                  </a:lnTo>
                  <a:lnTo>
                    <a:pt x="34366" y="78384"/>
                  </a:lnTo>
                  <a:close/>
                </a:path>
                <a:path w="34925" h="121284">
                  <a:moveTo>
                    <a:pt x="34366" y="0"/>
                  </a:moveTo>
                  <a:lnTo>
                    <a:pt x="0" y="0"/>
                  </a:lnTo>
                  <a:lnTo>
                    <a:pt x="0" y="48221"/>
                  </a:lnTo>
                  <a:lnTo>
                    <a:pt x="34366" y="48221"/>
                  </a:lnTo>
                  <a:lnTo>
                    <a:pt x="3436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" name="object 595" descr=""/>
            <p:cNvSpPr/>
            <p:nvPr/>
          </p:nvSpPr>
          <p:spPr>
            <a:xfrm>
              <a:off x="9464737" y="9922598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44"/>
                  </a:moveTo>
                  <a:lnTo>
                    <a:pt x="34354" y="129744"/>
                  </a:lnTo>
                  <a:lnTo>
                    <a:pt x="34354" y="0"/>
                  </a:lnTo>
                  <a:lnTo>
                    <a:pt x="0" y="0"/>
                  </a:lnTo>
                  <a:lnTo>
                    <a:pt x="0" y="12974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6" name="object 596" descr=""/>
            <p:cNvSpPr/>
            <p:nvPr/>
          </p:nvSpPr>
          <p:spPr>
            <a:xfrm>
              <a:off x="9410027" y="9931254"/>
              <a:ext cx="34925" cy="121285"/>
            </a:xfrm>
            <a:custGeom>
              <a:avLst/>
              <a:gdLst/>
              <a:ahLst/>
              <a:cxnLst/>
              <a:rect l="l" t="t" r="r" b="b"/>
              <a:pathLst>
                <a:path w="34925" h="121284">
                  <a:moveTo>
                    <a:pt x="34417" y="78384"/>
                  </a:moveTo>
                  <a:lnTo>
                    <a:pt x="0" y="78384"/>
                  </a:lnTo>
                  <a:lnTo>
                    <a:pt x="0" y="121094"/>
                  </a:lnTo>
                  <a:lnTo>
                    <a:pt x="34417" y="121094"/>
                  </a:lnTo>
                  <a:lnTo>
                    <a:pt x="34417" y="78384"/>
                  </a:lnTo>
                  <a:close/>
                </a:path>
                <a:path w="34925" h="121284">
                  <a:moveTo>
                    <a:pt x="34417" y="0"/>
                  </a:moveTo>
                  <a:lnTo>
                    <a:pt x="0" y="0"/>
                  </a:lnTo>
                  <a:lnTo>
                    <a:pt x="0" y="48221"/>
                  </a:lnTo>
                  <a:lnTo>
                    <a:pt x="34417" y="48221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" name="object 597" descr=""/>
            <p:cNvSpPr/>
            <p:nvPr/>
          </p:nvSpPr>
          <p:spPr>
            <a:xfrm>
              <a:off x="9410027" y="9922598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44"/>
                  </a:moveTo>
                  <a:lnTo>
                    <a:pt x="34428" y="129744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12974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8" name="object 598" descr=""/>
            <p:cNvSpPr/>
            <p:nvPr/>
          </p:nvSpPr>
          <p:spPr>
            <a:xfrm>
              <a:off x="9355226" y="9931254"/>
              <a:ext cx="34925" cy="121285"/>
            </a:xfrm>
            <a:custGeom>
              <a:avLst/>
              <a:gdLst/>
              <a:ahLst/>
              <a:cxnLst/>
              <a:rect l="l" t="t" r="r" b="b"/>
              <a:pathLst>
                <a:path w="34925" h="121284">
                  <a:moveTo>
                    <a:pt x="34455" y="78384"/>
                  </a:moveTo>
                  <a:lnTo>
                    <a:pt x="0" y="78384"/>
                  </a:lnTo>
                  <a:lnTo>
                    <a:pt x="0" y="121094"/>
                  </a:lnTo>
                  <a:lnTo>
                    <a:pt x="34455" y="121094"/>
                  </a:lnTo>
                  <a:lnTo>
                    <a:pt x="34455" y="78384"/>
                  </a:lnTo>
                  <a:close/>
                </a:path>
                <a:path w="34925" h="121284">
                  <a:moveTo>
                    <a:pt x="34455" y="0"/>
                  </a:moveTo>
                  <a:lnTo>
                    <a:pt x="0" y="0"/>
                  </a:lnTo>
                  <a:lnTo>
                    <a:pt x="0" y="48221"/>
                  </a:lnTo>
                  <a:lnTo>
                    <a:pt x="34455" y="48221"/>
                  </a:lnTo>
                  <a:lnTo>
                    <a:pt x="3445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" name="object 599" descr=""/>
            <p:cNvSpPr/>
            <p:nvPr/>
          </p:nvSpPr>
          <p:spPr>
            <a:xfrm>
              <a:off x="9355233" y="9922598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44"/>
                  </a:moveTo>
                  <a:lnTo>
                    <a:pt x="34459" y="129744"/>
                  </a:lnTo>
                  <a:lnTo>
                    <a:pt x="34459" y="0"/>
                  </a:lnTo>
                  <a:lnTo>
                    <a:pt x="0" y="0"/>
                  </a:lnTo>
                  <a:lnTo>
                    <a:pt x="0" y="12974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0" name="object 600" descr=""/>
            <p:cNvSpPr/>
            <p:nvPr/>
          </p:nvSpPr>
          <p:spPr>
            <a:xfrm>
              <a:off x="9300540" y="9931254"/>
              <a:ext cx="34925" cy="121285"/>
            </a:xfrm>
            <a:custGeom>
              <a:avLst/>
              <a:gdLst/>
              <a:ahLst/>
              <a:cxnLst/>
              <a:rect l="l" t="t" r="r" b="b"/>
              <a:pathLst>
                <a:path w="34925" h="121284">
                  <a:moveTo>
                    <a:pt x="34429" y="78384"/>
                  </a:moveTo>
                  <a:lnTo>
                    <a:pt x="0" y="78384"/>
                  </a:lnTo>
                  <a:lnTo>
                    <a:pt x="0" y="121094"/>
                  </a:lnTo>
                  <a:lnTo>
                    <a:pt x="34429" y="121094"/>
                  </a:lnTo>
                  <a:lnTo>
                    <a:pt x="34429" y="78384"/>
                  </a:lnTo>
                  <a:close/>
                </a:path>
                <a:path w="34925" h="121284">
                  <a:moveTo>
                    <a:pt x="34429" y="0"/>
                  </a:moveTo>
                  <a:lnTo>
                    <a:pt x="0" y="0"/>
                  </a:lnTo>
                  <a:lnTo>
                    <a:pt x="0" y="48221"/>
                  </a:lnTo>
                  <a:lnTo>
                    <a:pt x="34429" y="48221"/>
                  </a:lnTo>
                  <a:lnTo>
                    <a:pt x="344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" name="object 601" descr=""/>
            <p:cNvSpPr/>
            <p:nvPr/>
          </p:nvSpPr>
          <p:spPr>
            <a:xfrm>
              <a:off x="9300543" y="9922598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44"/>
                  </a:moveTo>
                  <a:lnTo>
                    <a:pt x="34428" y="129744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12974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2" name="object 602" descr=""/>
            <p:cNvSpPr/>
            <p:nvPr/>
          </p:nvSpPr>
          <p:spPr>
            <a:xfrm>
              <a:off x="9245816" y="9931254"/>
              <a:ext cx="34925" cy="121285"/>
            </a:xfrm>
            <a:custGeom>
              <a:avLst/>
              <a:gdLst/>
              <a:ahLst/>
              <a:cxnLst/>
              <a:rect l="l" t="t" r="r" b="b"/>
              <a:pathLst>
                <a:path w="34925" h="121284">
                  <a:moveTo>
                    <a:pt x="34417" y="78384"/>
                  </a:moveTo>
                  <a:lnTo>
                    <a:pt x="0" y="78384"/>
                  </a:lnTo>
                  <a:lnTo>
                    <a:pt x="0" y="121094"/>
                  </a:lnTo>
                  <a:lnTo>
                    <a:pt x="34417" y="121094"/>
                  </a:lnTo>
                  <a:lnTo>
                    <a:pt x="34417" y="78384"/>
                  </a:lnTo>
                  <a:close/>
                </a:path>
                <a:path w="34925" h="121284">
                  <a:moveTo>
                    <a:pt x="34417" y="0"/>
                  </a:moveTo>
                  <a:lnTo>
                    <a:pt x="0" y="0"/>
                  </a:lnTo>
                  <a:lnTo>
                    <a:pt x="0" y="48221"/>
                  </a:lnTo>
                  <a:lnTo>
                    <a:pt x="34417" y="48221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" name="object 603" descr=""/>
            <p:cNvSpPr/>
            <p:nvPr/>
          </p:nvSpPr>
          <p:spPr>
            <a:xfrm>
              <a:off x="9245823" y="9922598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44"/>
                  </a:moveTo>
                  <a:lnTo>
                    <a:pt x="34417" y="129744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12974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4" name="object 604" descr=""/>
            <p:cNvSpPr/>
            <p:nvPr/>
          </p:nvSpPr>
          <p:spPr>
            <a:xfrm>
              <a:off x="9519463" y="9351689"/>
              <a:ext cx="34925" cy="81280"/>
            </a:xfrm>
            <a:custGeom>
              <a:avLst/>
              <a:gdLst/>
              <a:ahLst/>
              <a:cxnLst/>
              <a:rect l="l" t="t" r="r" b="b"/>
              <a:pathLst>
                <a:path w="34925" h="81279">
                  <a:moveTo>
                    <a:pt x="34391" y="33185"/>
                  </a:moveTo>
                  <a:lnTo>
                    <a:pt x="0" y="33185"/>
                  </a:lnTo>
                  <a:lnTo>
                    <a:pt x="0" y="81038"/>
                  </a:lnTo>
                  <a:lnTo>
                    <a:pt x="34391" y="81038"/>
                  </a:lnTo>
                  <a:lnTo>
                    <a:pt x="34391" y="33185"/>
                  </a:lnTo>
                  <a:close/>
                </a:path>
                <a:path w="34925" h="81279">
                  <a:moveTo>
                    <a:pt x="34391" y="0"/>
                  </a:moveTo>
                  <a:lnTo>
                    <a:pt x="0" y="0"/>
                  </a:lnTo>
                  <a:lnTo>
                    <a:pt x="0" y="2641"/>
                  </a:lnTo>
                  <a:lnTo>
                    <a:pt x="34391" y="2641"/>
                  </a:lnTo>
                  <a:lnTo>
                    <a:pt x="34391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" name="object 605" descr=""/>
            <p:cNvSpPr/>
            <p:nvPr/>
          </p:nvSpPr>
          <p:spPr>
            <a:xfrm>
              <a:off x="9519469" y="935168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01"/>
                  </a:moveTo>
                  <a:lnTo>
                    <a:pt x="34396" y="93201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9320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6" name="object 606" descr=""/>
            <p:cNvSpPr/>
            <p:nvPr/>
          </p:nvSpPr>
          <p:spPr>
            <a:xfrm>
              <a:off x="9464726" y="9351689"/>
              <a:ext cx="34925" cy="81280"/>
            </a:xfrm>
            <a:custGeom>
              <a:avLst/>
              <a:gdLst/>
              <a:ahLst/>
              <a:cxnLst/>
              <a:rect l="l" t="t" r="r" b="b"/>
              <a:pathLst>
                <a:path w="34925" h="81279">
                  <a:moveTo>
                    <a:pt x="34366" y="33185"/>
                  </a:moveTo>
                  <a:lnTo>
                    <a:pt x="0" y="33185"/>
                  </a:lnTo>
                  <a:lnTo>
                    <a:pt x="0" y="81038"/>
                  </a:lnTo>
                  <a:lnTo>
                    <a:pt x="34366" y="81038"/>
                  </a:lnTo>
                  <a:lnTo>
                    <a:pt x="34366" y="33185"/>
                  </a:lnTo>
                  <a:close/>
                </a:path>
                <a:path w="34925" h="81279">
                  <a:moveTo>
                    <a:pt x="34366" y="0"/>
                  </a:moveTo>
                  <a:lnTo>
                    <a:pt x="0" y="0"/>
                  </a:lnTo>
                  <a:lnTo>
                    <a:pt x="0" y="2641"/>
                  </a:lnTo>
                  <a:lnTo>
                    <a:pt x="34366" y="2641"/>
                  </a:lnTo>
                  <a:lnTo>
                    <a:pt x="3436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" name="object 607" descr=""/>
            <p:cNvSpPr/>
            <p:nvPr/>
          </p:nvSpPr>
          <p:spPr>
            <a:xfrm>
              <a:off x="9464737" y="935168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01"/>
                  </a:moveTo>
                  <a:lnTo>
                    <a:pt x="34354" y="93201"/>
                  </a:lnTo>
                  <a:lnTo>
                    <a:pt x="34354" y="0"/>
                  </a:lnTo>
                  <a:lnTo>
                    <a:pt x="0" y="0"/>
                  </a:lnTo>
                  <a:lnTo>
                    <a:pt x="0" y="9320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8" name="object 608" descr=""/>
            <p:cNvSpPr/>
            <p:nvPr/>
          </p:nvSpPr>
          <p:spPr>
            <a:xfrm>
              <a:off x="9410027" y="9351689"/>
              <a:ext cx="34925" cy="81280"/>
            </a:xfrm>
            <a:custGeom>
              <a:avLst/>
              <a:gdLst/>
              <a:ahLst/>
              <a:cxnLst/>
              <a:rect l="l" t="t" r="r" b="b"/>
              <a:pathLst>
                <a:path w="34925" h="81279">
                  <a:moveTo>
                    <a:pt x="34417" y="33185"/>
                  </a:moveTo>
                  <a:lnTo>
                    <a:pt x="0" y="33185"/>
                  </a:lnTo>
                  <a:lnTo>
                    <a:pt x="0" y="81038"/>
                  </a:lnTo>
                  <a:lnTo>
                    <a:pt x="34417" y="81038"/>
                  </a:lnTo>
                  <a:lnTo>
                    <a:pt x="34417" y="33185"/>
                  </a:lnTo>
                  <a:close/>
                </a:path>
                <a:path w="34925" h="81279">
                  <a:moveTo>
                    <a:pt x="34417" y="0"/>
                  </a:moveTo>
                  <a:lnTo>
                    <a:pt x="0" y="0"/>
                  </a:lnTo>
                  <a:lnTo>
                    <a:pt x="0" y="2641"/>
                  </a:lnTo>
                  <a:lnTo>
                    <a:pt x="34417" y="2641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" name="object 609" descr=""/>
            <p:cNvSpPr/>
            <p:nvPr/>
          </p:nvSpPr>
          <p:spPr>
            <a:xfrm>
              <a:off x="9410027" y="935168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01"/>
                  </a:moveTo>
                  <a:lnTo>
                    <a:pt x="34428" y="93201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9320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0" name="object 610" descr=""/>
            <p:cNvSpPr/>
            <p:nvPr/>
          </p:nvSpPr>
          <p:spPr>
            <a:xfrm>
              <a:off x="9355226" y="9351689"/>
              <a:ext cx="34925" cy="81280"/>
            </a:xfrm>
            <a:custGeom>
              <a:avLst/>
              <a:gdLst/>
              <a:ahLst/>
              <a:cxnLst/>
              <a:rect l="l" t="t" r="r" b="b"/>
              <a:pathLst>
                <a:path w="34925" h="81279">
                  <a:moveTo>
                    <a:pt x="34455" y="33185"/>
                  </a:moveTo>
                  <a:lnTo>
                    <a:pt x="0" y="33185"/>
                  </a:lnTo>
                  <a:lnTo>
                    <a:pt x="0" y="81038"/>
                  </a:lnTo>
                  <a:lnTo>
                    <a:pt x="34455" y="81038"/>
                  </a:lnTo>
                  <a:lnTo>
                    <a:pt x="34455" y="33185"/>
                  </a:lnTo>
                  <a:close/>
                </a:path>
                <a:path w="34925" h="81279">
                  <a:moveTo>
                    <a:pt x="34455" y="0"/>
                  </a:moveTo>
                  <a:lnTo>
                    <a:pt x="0" y="0"/>
                  </a:lnTo>
                  <a:lnTo>
                    <a:pt x="0" y="2641"/>
                  </a:lnTo>
                  <a:lnTo>
                    <a:pt x="34455" y="2641"/>
                  </a:lnTo>
                  <a:lnTo>
                    <a:pt x="3445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" name="object 611" descr=""/>
            <p:cNvSpPr/>
            <p:nvPr/>
          </p:nvSpPr>
          <p:spPr>
            <a:xfrm>
              <a:off x="9355233" y="935168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01"/>
                  </a:moveTo>
                  <a:lnTo>
                    <a:pt x="34459" y="93201"/>
                  </a:lnTo>
                  <a:lnTo>
                    <a:pt x="34459" y="0"/>
                  </a:lnTo>
                  <a:lnTo>
                    <a:pt x="0" y="0"/>
                  </a:lnTo>
                  <a:lnTo>
                    <a:pt x="0" y="9320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2" name="object 612" descr=""/>
            <p:cNvSpPr/>
            <p:nvPr/>
          </p:nvSpPr>
          <p:spPr>
            <a:xfrm>
              <a:off x="9300540" y="9351689"/>
              <a:ext cx="34925" cy="81280"/>
            </a:xfrm>
            <a:custGeom>
              <a:avLst/>
              <a:gdLst/>
              <a:ahLst/>
              <a:cxnLst/>
              <a:rect l="l" t="t" r="r" b="b"/>
              <a:pathLst>
                <a:path w="34925" h="81279">
                  <a:moveTo>
                    <a:pt x="34429" y="33185"/>
                  </a:moveTo>
                  <a:lnTo>
                    <a:pt x="0" y="33185"/>
                  </a:lnTo>
                  <a:lnTo>
                    <a:pt x="0" y="81038"/>
                  </a:lnTo>
                  <a:lnTo>
                    <a:pt x="34429" y="81038"/>
                  </a:lnTo>
                  <a:lnTo>
                    <a:pt x="34429" y="33185"/>
                  </a:lnTo>
                  <a:close/>
                </a:path>
                <a:path w="34925" h="81279">
                  <a:moveTo>
                    <a:pt x="34429" y="0"/>
                  </a:moveTo>
                  <a:lnTo>
                    <a:pt x="0" y="0"/>
                  </a:lnTo>
                  <a:lnTo>
                    <a:pt x="0" y="2641"/>
                  </a:lnTo>
                  <a:lnTo>
                    <a:pt x="34429" y="2641"/>
                  </a:lnTo>
                  <a:lnTo>
                    <a:pt x="344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" name="object 613" descr=""/>
            <p:cNvSpPr/>
            <p:nvPr/>
          </p:nvSpPr>
          <p:spPr>
            <a:xfrm>
              <a:off x="9300543" y="935168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01"/>
                  </a:moveTo>
                  <a:lnTo>
                    <a:pt x="34428" y="93201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9320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4" name="object 614" descr=""/>
            <p:cNvSpPr/>
            <p:nvPr/>
          </p:nvSpPr>
          <p:spPr>
            <a:xfrm>
              <a:off x="9245816" y="9351689"/>
              <a:ext cx="34925" cy="81280"/>
            </a:xfrm>
            <a:custGeom>
              <a:avLst/>
              <a:gdLst/>
              <a:ahLst/>
              <a:cxnLst/>
              <a:rect l="l" t="t" r="r" b="b"/>
              <a:pathLst>
                <a:path w="34925" h="81279">
                  <a:moveTo>
                    <a:pt x="34417" y="33185"/>
                  </a:moveTo>
                  <a:lnTo>
                    <a:pt x="0" y="33185"/>
                  </a:lnTo>
                  <a:lnTo>
                    <a:pt x="0" y="81038"/>
                  </a:lnTo>
                  <a:lnTo>
                    <a:pt x="34417" y="81038"/>
                  </a:lnTo>
                  <a:lnTo>
                    <a:pt x="34417" y="33185"/>
                  </a:lnTo>
                  <a:close/>
                </a:path>
                <a:path w="34925" h="81279">
                  <a:moveTo>
                    <a:pt x="34417" y="0"/>
                  </a:moveTo>
                  <a:lnTo>
                    <a:pt x="0" y="0"/>
                  </a:lnTo>
                  <a:lnTo>
                    <a:pt x="0" y="2641"/>
                  </a:lnTo>
                  <a:lnTo>
                    <a:pt x="34417" y="2641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" name="object 615" descr=""/>
            <p:cNvSpPr/>
            <p:nvPr/>
          </p:nvSpPr>
          <p:spPr>
            <a:xfrm>
              <a:off x="9245823" y="935168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01"/>
                  </a:moveTo>
                  <a:lnTo>
                    <a:pt x="34417" y="93201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20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6" name="object 616" descr=""/>
            <p:cNvSpPr/>
            <p:nvPr/>
          </p:nvSpPr>
          <p:spPr>
            <a:xfrm>
              <a:off x="9519463" y="946549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391" y="75018"/>
                  </a:moveTo>
                  <a:lnTo>
                    <a:pt x="0" y="75018"/>
                  </a:lnTo>
                  <a:lnTo>
                    <a:pt x="0" y="93205"/>
                  </a:lnTo>
                  <a:lnTo>
                    <a:pt x="34391" y="93205"/>
                  </a:lnTo>
                  <a:lnTo>
                    <a:pt x="34391" y="75018"/>
                  </a:lnTo>
                  <a:close/>
                </a:path>
                <a:path w="34925" h="93345">
                  <a:moveTo>
                    <a:pt x="34391" y="0"/>
                  </a:moveTo>
                  <a:lnTo>
                    <a:pt x="0" y="0"/>
                  </a:lnTo>
                  <a:lnTo>
                    <a:pt x="0" y="45631"/>
                  </a:lnTo>
                  <a:lnTo>
                    <a:pt x="34391" y="45631"/>
                  </a:lnTo>
                  <a:lnTo>
                    <a:pt x="34391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" name="object 617" descr=""/>
            <p:cNvSpPr/>
            <p:nvPr/>
          </p:nvSpPr>
          <p:spPr>
            <a:xfrm>
              <a:off x="9519469" y="9465492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01"/>
                  </a:moveTo>
                  <a:lnTo>
                    <a:pt x="34396" y="93201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9320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8" name="object 618" descr=""/>
            <p:cNvSpPr/>
            <p:nvPr/>
          </p:nvSpPr>
          <p:spPr>
            <a:xfrm>
              <a:off x="9464726" y="946549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366" y="75018"/>
                  </a:moveTo>
                  <a:lnTo>
                    <a:pt x="0" y="75018"/>
                  </a:lnTo>
                  <a:lnTo>
                    <a:pt x="0" y="93205"/>
                  </a:lnTo>
                  <a:lnTo>
                    <a:pt x="34366" y="93205"/>
                  </a:lnTo>
                  <a:lnTo>
                    <a:pt x="34366" y="75018"/>
                  </a:lnTo>
                  <a:close/>
                </a:path>
                <a:path w="34925" h="93345">
                  <a:moveTo>
                    <a:pt x="34366" y="0"/>
                  </a:moveTo>
                  <a:lnTo>
                    <a:pt x="0" y="0"/>
                  </a:lnTo>
                  <a:lnTo>
                    <a:pt x="0" y="45631"/>
                  </a:lnTo>
                  <a:lnTo>
                    <a:pt x="34366" y="45631"/>
                  </a:lnTo>
                  <a:lnTo>
                    <a:pt x="3436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" name="object 619" descr=""/>
            <p:cNvSpPr/>
            <p:nvPr/>
          </p:nvSpPr>
          <p:spPr>
            <a:xfrm>
              <a:off x="9464737" y="9465492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01"/>
                  </a:moveTo>
                  <a:lnTo>
                    <a:pt x="34354" y="93201"/>
                  </a:lnTo>
                  <a:lnTo>
                    <a:pt x="34354" y="0"/>
                  </a:lnTo>
                  <a:lnTo>
                    <a:pt x="0" y="0"/>
                  </a:lnTo>
                  <a:lnTo>
                    <a:pt x="0" y="9320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0" name="object 620" descr=""/>
            <p:cNvSpPr/>
            <p:nvPr/>
          </p:nvSpPr>
          <p:spPr>
            <a:xfrm>
              <a:off x="9410027" y="946549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17" y="75018"/>
                  </a:moveTo>
                  <a:lnTo>
                    <a:pt x="0" y="75018"/>
                  </a:lnTo>
                  <a:lnTo>
                    <a:pt x="0" y="93205"/>
                  </a:lnTo>
                  <a:lnTo>
                    <a:pt x="34417" y="93205"/>
                  </a:lnTo>
                  <a:lnTo>
                    <a:pt x="34417" y="75018"/>
                  </a:lnTo>
                  <a:close/>
                </a:path>
                <a:path w="34925" h="93345">
                  <a:moveTo>
                    <a:pt x="34417" y="0"/>
                  </a:moveTo>
                  <a:lnTo>
                    <a:pt x="0" y="0"/>
                  </a:lnTo>
                  <a:lnTo>
                    <a:pt x="0" y="45631"/>
                  </a:lnTo>
                  <a:lnTo>
                    <a:pt x="34417" y="45631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" name="object 621" descr=""/>
            <p:cNvSpPr/>
            <p:nvPr/>
          </p:nvSpPr>
          <p:spPr>
            <a:xfrm>
              <a:off x="9410027" y="9465492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01"/>
                  </a:moveTo>
                  <a:lnTo>
                    <a:pt x="34428" y="93201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9320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2" name="object 622" descr=""/>
            <p:cNvSpPr/>
            <p:nvPr/>
          </p:nvSpPr>
          <p:spPr>
            <a:xfrm>
              <a:off x="9355226" y="946549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55" y="75018"/>
                  </a:moveTo>
                  <a:lnTo>
                    <a:pt x="0" y="75018"/>
                  </a:lnTo>
                  <a:lnTo>
                    <a:pt x="0" y="93205"/>
                  </a:lnTo>
                  <a:lnTo>
                    <a:pt x="34455" y="93205"/>
                  </a:lnTo>
                  <a:lnTo>
                    <a:pt x="34455" y="75018"/>
                  </a:lnTo>
                  <a:close/>
                </a:path>
                <a:path w="34925" h="93345">
                  <a:moveTo>
                    <a:pt x="34455" y="0"/>
                  </a:moveTo>
                  <a:lnTo>
                    <a:pt x="0" y="0"/>
                  </a:lnTo>
                  <a:lnTo>
                    <a:pt x="0" y="45631"/>
                  </a:lnTo>
                  <a:lnTo>
                    <a:pt x="34455" y="45631"/>
                  </a:lnTo>
                  <a:lnTo>
                    <a:pt x="3445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" name="object 623" descr=""/>
            <p:cNvSpPr/>
            <p:nvPr/>
          </p:nvSpPr>
          <p:spPr>
            <a:xfrm>
              <a:off x="9355233" y="9465492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01"/>
                  </a:moveTo>
                  <a:lnTo>
                    <a:pt x="34459" y="93201"/>
                  </a:lnTo>
                  <a:lnTo>
                    <a:pt x="34459" y="0"/>
                  </a:lnTo>
                  <a:lnTo>
                    <a:pt x="0" y="0"/>
                  </a:lnTo>
                  <a:lnTo>
                    <a:pt x="0" y="9320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4" name="object 624" descr=""/>
            <p:cNvSpPr/>
            <p:nvPr/>
          </p:nvSpPr>
          <p:spPr>
            <a:xfrm>
              <a:off x="9300540" y="946549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29" y="75018"/>
                  </a:moveTo>
                  <a:lnTo>
                    <a:pt x="0" y="75018"/>
                  </a:lnTo>
                  <a:lnTo>
                    <a:pt x="0" y="93205"/>
                  </a:lnTo>
                  <a:lnTo>
                    <a:pt x="34429" y="93205"/>
                  </a:lnTo>
                  <a:lnTo>
                    <a:pt x="34429" y="75018"/>
                  </a:lnTo>
                  <a:close/>
                </a:path>
                <a:path w="34925" h="93345">
                  <a:moveTo>
                    <a:pt x="34429" y="0"/>
                  </a:moveTo>
                  <a:lnTo>
                    <a:pt x="0" y="0"/>
                  </a:lnTo>
                  <a:lnTo>
                    <a:pt x="0" y="45631"/>
                  </a:lnTo>
                  <a:lnTo>
                    <a:pt x="34429" y="45631"/>
                  </a:lnTo>
                  <a:lnTo>
                    <a:pt x="344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" name="object 625" descr=""/>
            <p:cNvSpPr/>
            <p:nvPr/>
          </p:nvSpPr>
          <p:spPr>
            <a:xfrm>
              <a:off x="9300543" y="9465492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01"/>
                  </a:moveTo>
                  <a:lnTo>
                    <a:pt x="34428" y="93201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9320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6" name="object 626" descr=""/>
            <p:cNvSpPr/>
            <p:nvPr/>
          </p:nvSpPr>
          <p:spPr>
            <a:xfrm>
              <a:off x="9245816" y="946549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17" y="75018"/>
                  </a:moveTo>
                  <a:lnTo>
                    <a:pt x="0" y="75018"/>
                  </a:lnTo>
                  <a:lnTo>
                    <a:pt x="0" y="93205"/>
                  </a:lnTo>
                  <a:lnTo>
                    <a:pt x="34417" y="93205"/>
                  </a:lnTo>
                  <a:lnTo>
                    <a:pt x="34417" y="75018"/>
                  </a:lnTo>
                  <a:close/>
                </a:path>
                <a:path w="34925" h="93345">
                  <a:moveTo>
                    <a:pt x="34417" y="0"/>
                  </a:moveTo>
                  <a:lnTo>
                    <a:pt x="0" y="0"/>
                  </a:lnTo>
                  <a:lnTo>
                    <a:pt x="0" y="45631"/>
                  </a:lnTo>
                  <a:lnTo>
                    <a:pt x="34417" y="45631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" name="object 627" descr=""/>
            <p:cNvSpPr/>
            <p:nvPr/>
          </p:nvSpPr>
          <p:spPr>
            <a:xfrm>
              <a:off x="9245823" y="9465492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01"/>
                  </a:moveTo>
                  <a:lnTo>
                    <a:pt x="34417" y="93201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20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8" name="object 628" descr=""/>
            <p:cNvSpPr/>
            <p:nvPr/>
          </p:nvSpPr>
          <p:spPr>
            <a:xfrm>
              <a:off x="9519463" y="9579273"/>
              <a:ext cx="34925" cy="88900"/>
            </a:xfrm>
            <a:custGeom>
              <a:avLst/>
              <a:gdLst/>
              <a:ahLst/>
              <a:cxnLst/>
              <a:rect l="l" t="t" r="r" b="b"/>
              <a:pathLst>
                <a:path w="34925" h="88900">
                  <a:moveTo>
                    <a:pt x="34391" y="39065"/>
                  </a:moveTo>
                  <a:lnTo>
                    <a:pt x="0" y="39065"/>
                  </a:lnTo>
                  <a:lnTo>
                    <a:pt x="0" y="88900"/>
                  </a:lnTo>
                  <a:lnTo>
                    <a:pt x="34391" y="88900"/>
                  </a:lnTo>
                  <a:lnTo>
                    <a:pt x="34391" y="39065"/>
                  </a:lnTo>
                  <a:close/>
                </a:path>
                <a:path w="34925" h="88900">
                  <a:moveTo>
                    <a:pt x="34391" y="0"/>
                  </a:moveTo>
                  <a:lnTo>
                    <a:pt x="0" y="0"/>
                  </a:lnTo>
                  <a:lnTo>
                    <a:pt x="0" y="10236"/>
                  </a:lnTo>
                  <a:lnTo>
                    <a:pt x="34391" y="10236"/>
                  </a:lnTo>
                  <a:lnTo>
                    <a:pt x="34391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" name="object 629" descr=""/>
            <p:cNvSpPr/>
            <p:nvPr/>
          </p:nvSpPr>
          <p:spPr>
            <a:xfrm>
              <a:off x="9519469" y="9579268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396" y="93222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0" name="object 630" descr=""/>
            <p:cNvSpPr/>
            <p:nvPr/>
          </p:nvSpPr>
          <p:spPr>
            <a:xfrm>
              <a:off x="9464726" y="9579273"/>
              <a:ext cx="34925" cy="88900"/>
            </a:xfrm>
            <a:custGeom>
              <a:avLst/>
              <a:gdLst/>
              <a:ahLst/>
              <a:cxnLst/>
              <a:rect l="l" t="t" r="r" b="b"/>
              <a:pathLst>
                <a:path w="34925" h="88900">
                  <a:moveTo>
                    <a:pt x="34366" y="39065"/>
                  </a:moveTo>
                  <a:lnTo>
                    <a:pt x="0" y="39065"/>
                  </a:lnTo>
                  <a:lnTo>
                    <a:pt x="0" y="88900"/>
                  </a:lnTo>
                  <a:lnTo>
                    <a:pt x="34366" y="88900"/>
                  </a:lnTo>
                  <a:lnTo>
                    <a:pt x="34366" y="39065"/>
                  </a:lnTo>
                  <a:close/>
                </a:path>
                <a:path w="34925" h="88900">
                  <a:moveTo>
                    <a:pt x="34366" y="0"/>
                  </a:moveTo>
                  <a:lnTo>
                    <a:pt x="0" y="0"/>
                  </a:lnTo>
                  <a:lnTo>
                    <a:pt x="0" y="10236"/>
                  </a:lnTo>
                  <a:lnTo>
                    <a:pt x="34366" y="10236"/>
                  </a:lnTo>
                  <a:lnTo>
                    <a:pt x="3436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1" name="object 631" descr=""/>
            <p:cNvSpPr/>
            <p:nvPr/>
          </p:nvSpPr>
          <p:spPr>
            <a:xfrm>
              <a:off x="9464737" y="9579268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354" y="93222"/>
                  </a:lnTo>
                  <a:lnTo>
                    <a:pt x="34354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2" name="object 632" descr=""/>
            <p:cNvSpPr/>
            <p:nvPr/>
          </p:nvSpPr>
          <p:spPr>
            <a:xfrm>
              <a:off x="9410027" y="9579273"/>
              <a:ext cx="34925" cy="88900"/>
            </a:xfrm>
            <a:custGeom>
              <a:avLst/>
              <a:gdLst/>
              <a:ahLst/>
              <a:cxnLst/>
              <a:rect l="l" t="t" r="r" b="b"/>
              <a:pathLst>
                <a:path w="34925" h="88900">
                  <a:moveTo>
                    <a:pt x="34417" y="39065"/>
                  </a:moveTo>
                  <a:lnTo>
                    <a:pt x="0" y="39065"/>
                  </a:lnTo>
                  <a:lnTo>
                    <a:pt x="0" y="88900"/>
                  </a:lnTo>
                  <a:lnTo>
                    <a:pt x="34417" y="88900"/>
                  </a:lnTo>
                  <a:lnTo>
                    <a:pt x="34417" y="39065"/>
                  </a:lnTo>
                  <a:close/>
                </a:path>
                <a:path w="34925" h="88900">
                  <a:moveTo>
                    <a:pt x="34417" y="0"/>
                  </a:moveTo>
                  <a:lnTo>
                    <a:pt x="0" y="0"/>
                  </a:lnTo>
                  <a:lnTo>
                    <a:pt x="0" y="10236"/>
                  </a:lnTo>
                  <a:lnTo>
                    <a:pt x="34417" y="10236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" name="object 633" descr=""/>
            <p:cNvSpPr/>
            <p:nvPr/>
          </p:nvSpPr>
          <p:spPr>
            <a:xfrm>
              <a:off x="9410027" y="9579268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28" y="93222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4" name="object 634" descr=""/>
            <p:cNvSpPr/>
            <p:nvPr/>
          </p:nvSpPr>
          <p:spPr>
            <a:xfrm>
              <a:off x="9355226" y="9579273"/>
              <a:ext cx="34925" cy="88900"/>
            </a:xfrm>
            <a:custGeom>
              <a:avLst/>
              <a:gdLst/>
              <a:ahLst/>
              <a:cxnLst/>
              <a:rect l="l" t="t" r="r" b="b"/>
              <a:pathLst>
                <a:path w="34925" h="88900">
                  <a:moveTo>
                    <a:pt x="34455" y="39065"/>
                  </a:moveTo>
                  <a:lnTo>
                    <a:pt x="0" y="39065"/>
                  </a:lnTo>
                  <a:lnTo>
                    <a:pt x="0" y="88900"/>
                  </a:lnTo>
                  <a:lnTo>
                    <a:pt x="34455" y="88900"/>
                  </a:lnTo>
                  <a:lnTo>
                    <a:pt x="34455" y="39065"/>
                  </a:lnTo>
                  <a:close/>
                </a:path>
                <a:path w="34925" h="88900">
                  <a:moveTo>
                    <a:pt x="34455" y="0"/>
                  </a:moveTo>
                  <a:lnTo>
                    <a:pt x="0" y="0"/>
                  </a:lnTo>
                  <a:lnTo>
                    <a:pt x="0" y="10236"/>
                  </a:lnTo>
                  <a:lnTo>
                    <a:pt x="34455" y="10236"/>
                  </a:lnTo>
                  <a:lnTo>
                    <a:pt x="3445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" name="object 635" descr=""/>
            <p:cNvSpPr/>
            <p:nvPr/>
          </p:nvSpPr>
          <p:spPr>
            <a:xfrm>
              <a:off x="9355233" y="9579268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59" y="93222"/>
                  </a:lnTo>
                  <a:lnTo>
                    <a:pt x="34459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6" name="object 636" descr=""/>
            <p:cNvSpPr/>
            <p:nvPr/>
          </p:nvSpPr>
          <p:spPr>
            <a:xfrm>
              <a:off x="9300540" y="9579273"/>
              <a:ext cx="34925" cy="88900"/>
            </a:xfrm>
            <a:custGeom>
              <a:avLst/>
              <a:gdLst/>
              <a:ahLst/>
              <a:cxnLst/>
              <a:rect l="l" t="t" r="r" b="b"/>
              <a:pathLst>
                <a:path w="34925" h="88900">
                  <a:moveTo>
                    <a:pt x="34429" y="39065"/>
                  </a:moveTo>
                  <a:lnTo>
                    <a:pt x="0" y="39065"/>
                  </a:lnTo>
                  <a:lnTo>
                    <a:pt x="0" y="88900"/>
                  </a:lnTo>
                  <a:lnTo>
                    <a:pt x="34429" y="88900"/>
                  </a:lnTo>
                  <a:lnTo>
                    <a:pt x="34429" y="39065"/>
                  </a:lnTo>
                  <a:close/>
                </a:path>
                <a:path w="34925" h="88900">
                  <a:moveTo>
                    <a:pt x="34429" y="0"/>
                  </a:moveTo>
                  <a:lnTo>
                    <a:pt x="0" y="0"/>
                  </a:lnTo>
                  <a:lnTo>
                    <a:pt x="0" y="10236"/>
                  </a:lnTo>
                  <a:lnTo>
                    <a:pt x="34429" y="10236"/>
                  </a:lnTo>
                  <a:lnTo>
                    <a:pt x="344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7" name="object 637" descr=""/>
            <p:cNvSpPr/>
            <p:nvPr/>
          </p:nvSpPr>
          <p:spPr>
            <a:xfrm>
              <a:off x="9300543" y="9579268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28" y="93222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8" name="object 638" descr=""/>
            <p:cNvSpPr/>
            <p:nvPr/>
          </p:nvSpPr>
          <p:spPr>
            <a:xfrm>
              <a:off x="9245816" y="9579273"/>
              <a:ext cx="34925" cy="88900"/>
            </a:xfrm>
            <a:custGeom>
              <a:avLst/>
              <a:gdLst/>
              <a:ahLst/>
              <a:cxnLst/>
              <a:rect l="l" t="t" r="r" b="b"/>
              <a:pathLst>
                <a:path w="34925" h="88900">
                  <a:moveTo>
                    <a:pt x="34417" y="39065"/>
                  </a:moveTo>
                  <a:lnTo>
                    <a:pt x="0" y="39065"/>
                  </a:lnTo>
                  <a:lnTo>
                    <a:pt x="0" y="88900"/>
                  </a:lnTo>
                  <a:lnTo>
                    <a:pt x="34417" y="88900"/>
                  </a:lnTo>
                  <a:lnTo>
                    <a:pt x="34417" y="39065"/>
                  </a:lnTo>
                  <a:close/>
                </a:path>
                <a:path w="34925" h="88900">
                  <a:moveTo>
                    <a:pt x="34417" y="0"/>
                  </a:moveTo>
                  <a:lnTo>
                    <a:pt x="0" y="0"/>
                  </a:lnTo>
                  <a:lnTo>
                    <a:pt x="0" y="10236"/>
                  </a:lnTo>
                  <a:lnTo>
                    <a:pt x="34417" y="10236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" name="object 639" descr=""/>
            <p:cNvSpPr/>
            <p:nvPr/>
          </p:nvSpPr>
          <p:spPr>
            <a:xfrm>
              <a:off x="9245823" y="9579268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17" y="93222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0" name="object 640" descr=""/>
            <p:cNvSpPr/>
            <p:nvPr/>
          </p:nvSpPr>
          <p:spPr>
            <a:xfrm>
              <a:off x="9519463" y="9696151"/>
              <a:ext cx="34925" cy="90170"/>
            </a:xfrm>
            <a:custGeom>
              <a:avLst/>
              <a:gdLst/>
              <a:ahLst/>
              <a:cxnLst/>
              <a:rect l="l" t="t" r="r" b="b"/>
              <a:pathLst>
                <a:path w="34925" h="90170">
                  <a:moveTo>
                    <a:pt x="34391" y="78308"/>
                  </a:moveTo>
                  <a:lnTo>
                    <a:pt x="0" y="78308"/>
                  </a:lnTo>
                  <a:lnTo>
                    <a:pt x="0" y="90106"/>
                  </a:lnTo>
                  <a:lnTo>
                    <a:pt x="34391" y="90106"/>
                  </a:lnTo>
                  <a:lnTo>
                    <a:pt x="34391" y="78308"/>
                  </a:lnTo>
                  <a:close/>
                </a:path>
                <a:path w="34925" h="90170">
                  <a:moveTo>
                    <a:pt x="34391" y="0"/>
                  </a:moveTo>
                  <a:lnTo>
                    <a:pt x="0" y="0"/>
                  </a:lnTo>
                  <a:lnTo>
                    <a:pt x="0" y="49847"/>
                  </a:lnTo>
                  <a:lnTo>
                    <a:pt x="34391" y="49847"/>
                  </a:lnTo>
                  <a:lnTo>
                    <a:pt x="34391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" name="object 641" descr=""/>
            <p:cNvSpPr/>
            <p:nvPr/>
          </p:nvSpPr>
          <p:spPr>
            <a:xfrm>
              <a:off x="9519469" y="9693087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69"/>
                  </a:moveTo>
                  <a:lnTo>
                    <a:pt x="34396" y="93169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9316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2" name="object 642" descr=""/>
            <p:cNvSpPr/>
            <p:nvPr/>
          </p:nvSpPr>
          <p:spPr>
            <a:xfrm>
              <a:off x="9464726" y="9696151"/>
              <a:ext cx="34925" cy="90170"/>
            </a:xfrm>
            <a:custGeom>
              <a:avLst/>
              <a:gdLst/>
              <a:ahLst/>
              <a:cxnLst/>
              <a:rect l="l" t="t" r="r" b="b"/>
              <a:pathLst>
                <a:path w="34925" h="90170">
                  <a:moveTo>
                    <a:pt x="34366" y="78308"/>
                  </a:moveTo>
                  <a:lnTo>
                    <a:pt x="0" y="78308"/>
                  </a:lnTo>
                  <a:lnTo>
                    <a:pt x="0" y="90106"/>
                  </a:lnTo>
                  <a:lnTo>
                    <a:pt x="34366" y="90106"/>
                  </a:lnTo>
                  <a:lnTo>
                    <a:pt x="34366" y="78308"/>
                  </a:lnTo>
                  <a:close/>
                </a:path>
                <a:path w="34925" h="90170">
                  <a:moveTo>
                    <a:pt x="34366" y="0"/>
                  </a:moveTo>
                  <a:lnTo>
                    <a:pt x="0" y="0"/>
                  </a:lnTo>
                  <a:lnTo>
                    <a:pt x="0" y="49847"/>
                  </a:lnTo>
                  <a:lnTo>
                    <a:pt x="34366" y="49847"/>
                  </a:lnTo>
                  <a:lnTo>
                    <a:pt x="3436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" name="object 643" descr=""/>
            <p:cNvSpPr/>
            <p:nvPr/>
          </p:nvSpPr>
          <p:spPr>
            <a:xfrm>
              <a:off x="9464737" y="9693087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69"/>
                  </a:moveTo>
                  <a:lnTo>
                    <a:pt x="34354" y="93169"/>
                  </a:lnTo>
                  <a:lnTo>
                    <a:pt x="34354" y="0"/>
                  </a:lnTo>
                  <a:lnTo>
                    <a:pt x="0" y="0"/>
                  </a:lnTo>
                  <a:lnTo>
                    <a:pt x="0" y="9316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4" name="object 644" descr=""/>
            <p:cNvSpPr/>
            <p:nvPr/>
          </p:nvSpPr>
          <p:spPr>
            <a:xfrm>
              <a:off x="9410027" y="9696151"/>
              <a:ext cx="34925" cy="90170"/>
            </a:xfrm>
            <a:custGeom>
              <a:avLst/>
              <a:gdLst/>
              <a:ahLst/>
              <a:cxnLst/>
              <a:rect l="l" t="t" r="r" b="b"/>
              <a:pathLst>
                <a:path w="34925" h="90170">
                  <a:moveTo>
                    <a:pt x="34417" y="78308"/>
                  </a:moveTo>
                  <a:lnTo>
                    <a:pt x="0" y="78308"/>
                  </a:lnTo>
                  <a:lnTo>
                    <a:pt x="0" y="90106"/>
                  </a:lnTo>
                  <a:lnTo>
                    <a:pt x="34417" y="90106"/>
                  </a:lnTo>
                  <a:lnTo>
                    <a:pt x="34417" y="78308"/>
                  </a:lnTo>
                  <a:close/>
                </a:path>
                <a:path w="34925" h="90170">
                  <a:moveTo>
                    <a:pt x="34417" y="0"/>
                  </a:moveTo>
                  <a:lnTo>
                    <a:pt x="0" y="0"/>
                  </a:lnTo>
                  <a:lnTo>
                    <a:pt x="0" y="49847"/>
                  </a:lnTo>
                  <a:lnTo>
                    <a:pt x="34417" y="49847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" name="object 645" descr=""/>
            <p:cNvSpPr/>
            <p:nvPr/>
          </p:nvSpPr>
          <p:spPr>
            <a:xfrm>
              <a:off x="9410027" y="9693087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69"/>
                  </a:moveTo>
                  <a:lnTo>
                    <a:pt x="34428" y="93169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9316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6" name="object 646" descr=""/>
            <p:cNvSpPr/>
            <p:nvPr/>
          </p:nvSpPr>
          <p:spPr>
            <a:xfrm>
              <a:off x="9355226" y="9696151"/>
              <a:ext cx="34925" cy="90170"/>
            </a:xfrm>
            <a:custGeom>
              <a:avLst/>
              <a:gdLst/>
              <a:ahLst/>
              <a:cxnLst/>
              <a:rect l="l" t="t" r="r" b="b"/>
              <a:pathLst>
                <a:path w="34925" h="90170">
                  <a:moveTo>
                    <a:pt x="34455" y="78308"/>
                  </a:moveTo>
                  <a:lnTo>
                    <a:pt x="0" y="78308"/>
                  </a:lnTo>
                  <a:lnTo>
                    <a:pt x="0" y="90106"/>
                  </a:lnTo>
                  <a:lnTo>
                    <a:pt x="34455" y="90106"/>
                  </a:lnTo>
                  <a:lnTo>
                    <a:pt x="34455" y="78308"/>
                  </a:lnTo>
                  <a:close/>
                </a:path>
                <a:path w="34925" h="90170">
                  <a:moveTo>
                    <a:pt x="34455" y="0"/>
                  </a:moveTo>
                  <a:lnTo>
                    <a:pt x="0" y="0"/>
                  </a:lnTo>
                  <a:lnTo>
                    <a:pt x="0" y="49847"/>
                  </a:lnTo>
                  <a:lnTo>
                    <a:pt x="34455" y="49847"/>
                  </a:lnTo>
                  <a:lnTo>
                    <a:pt x="3445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" name="object 647" descr=""/>
            <p:cNvSpPr/>
            <p:nvPr/>
          </p:nvSpPr>
          <p:spPr>
            <a:xfrm>
              <a:off x="9355233" y="9693087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69"/>
                  </a:moveTo>
                  <a:lnTo>
                    <a:pt x="34459" y="93169"/>
                  </a:lnTo>
                  <a:lnTo>
                    <a:pt x="34459" y="0"/>
                  </a:lnTo>
                  <a:lnTo>
                    <a:pt x="0" y="0"/>
                  </a:lnTo>
                  <a:lnTo>
                    <a:pt x="0" y="9316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8" name="object 648" descr=""/>
            <p:cNvSpPr/>
            <p:nvPr/>
          </p:nvSpPr>
          <p:spPr>
            <a:xfrm>
              <a:off x="9300540" y="9696151"/>
              <a:ext cx="34925" cy="90170"/>
            </a:xfrm>
            <a:custGeom>
              <a:avLst/>
              <a:gdLst/>
              <a:ahLst/>
              <a:cxnLst/>
              <a:rect l="l" t="t" r="r" b="b"/>
              <a:pathLst>
                <a:path w="34925" h="90170">
                  <a:moveTo>
                    <a:pt x="34429" y="78308"/>
                  </a:moveTo>
                  <a:lnTo>
                    <a:pt x="0" y="78308"/>
                  </a:lnTo>
                  <a:lnTo>
                    <a:pt x="0" y="90106"/>
                  </a:lnTo>
                  <a:lnTo>
                    <a:pt x="34429" y="90106"/>
                  </a:lnTo>
                  <a:lnTo>
                    <a:pt x="34429" y="78308"/>
                  </a:lnTo>
                  <a:close/>
                </a:path>
                <a:path w="34925" h="90170">
                  <a:moveTo>
                    <a:pt x="34429" y="0"/>
                  </a:moveTo>
                  <a:lnTo>
                    <a:pt x="0" y="0"/>
                  </a:lnTo>
                  <a:lnTo>
                    <a:pt x="0" y="49847"/>
                  </a:lnTo>
                  <a:lnTo>
                    <a:pt x="34429" y="49847"/>
                  </a:lnTo>
                  <a:lnTo>
                    <a:pt x="344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9" name="object 649" descr=""/>
            <p:cNvSpPr/>
            <p:nvPr/>
          </p:nvSpPr>
          <p:spPr>
            <a:xfrm>
              <a:off x="9300543" y="9693087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69"/>
                  </a:moveTo>
                  <a:lnTo>
                    <a:pt x="34428" y="93169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9316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0" name="object 650" descr=""/>
            <p:cNvSpPr/>
            <p:nvPr/>
          </p:nvSpPr>
          <p:spPr>
            <a:xfrm>
              <a:off x="9245816" y="9696151"/>
              <a:ext cx="34925" cy="90170"/>
            </a:xfrm>
            <a:custGeom>
              <a:avLst/>
              <a:gdLst/>
              <a:ahLst/>
              <a:cxnLst/>
              <a:rect l="l" t="t" r="r" b="b"/>
              <a:pathLst>
                <a:path w="34925" h="90170">
                  <a:moveTo>
                    <a:pt x="34417" y="78308"/>
                  </a:moveTo>
                  <a:lnTo>
                    <a:pt x="0" y="78308"/>
                  </a:lnTo>
                  <a:lnTo>
                    <a:pt x="0" y="90106"/>
                  </a:lnTo>
                  <a:lnTo>
                    <a:pt x="34417" y="90106"/>
                  </a:lnTo>
                  <a:lnTo>
                    <a:pt x="34417" y="78308"/>
                  </a:lnTo>
                  <a:close/>
                </a:path>
                <a:path w="34925" h="90170">
                  <a:moveTo>
                    <a:pt x="34417" y="0"/>
                  </a:moveTo>
                  <a:lnTo>
                    <a:pt x="0" y="0"/>
                  </a:lnTo>
                  <a:lnTo>
                    <a:pt x="0" y="49847"/>
                  </a:lnTo>
                  <a:lnTo>
                    <a:pt x="34417" y="49847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" name="object 651" descr=""/>
            <p:cNvSpPr/>
            <p:nvPr/>
          </p:nvSpPr>
          <p:spPr>
            <a:xfrm>
              <a:off x="9245823" y="9693087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69"/>
                  </a:moveTo>
                  <a:lnTo>
                    <a:pt x="34417" y="93169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16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2" name="object 652" descr=""/>
            <p:cNvSpPr/>
            <p:nvPr/>
          </p:nvSpPr>
          <p:spPr>
            <a:xfrm>
              <a:off x="9519463" y="9806845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391" y="46012"/>
                  </a:moveTo>
                  <a:lnTo>
                    <a:pt x="0" y="46012"/>
                  </a:lnTo>
                  <a:lnTo>
                    <a:pt x="0" y="93243"/>
                  </a:lnTo>
                  <a:lnTo>
                    <a:pt x="34391" y="93243"/>
                  </a:lnTo>
                  <a:lnTo>
                    <a:pt x="34391" y="46012"/>
                  </a:lnTo>
                  <a:close/>
                </a:path>
                <a:path w="34925" h="93345">
                  <a:moveTo>
                    <a:pt x="34391" y="0"/>
                  </a:moveTo>
                  <a:lnTo>
                    <a:pt x="0" y="0"/>
                  </a:lnTo>
                  <a:lnTo>
                    <a:pt x="0" y="16979"/>
                  </a:lnTo>
                  <a:lnTo>
                    <a:pt x="34391" y="16979"/>
                  </a:lnTo>
                  <a:lnTo>
                    <a:pt x="34391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" name="object 653" descr=""/>
            <p:cNvSpPr/>
            <p:nvPr/>
          </p:nvSpPr>
          <p:spPr>
            <a:xfrm>
              <a:off x="9519469" y="980684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32"/>
                  </a:moveTo>
                  <a:lnTo>
                    <a:pt x="34396" y="93232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932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4" name="object 654" descr=""/>
            <p:cNvSpPr/>
            <p:nvPr/>
          </p:nvSpPr>
          <p:spPr>
            <a:xfrm>
              <a:off x="9464726" y="9806845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366" y="46012"/>
                  </a:moveTo>
                  <a:lnTo>
                    <a:pt x="0" y="46012"/>
                  </a:lnTo>
                  <a:lnTo>
                    <a:pt x="0" y="93243"/>
                  </a:lnTo>
                  <a:lnTo>
                    <a:pt x="34366" y="93243"/>
                  </a:lnTo>
                  <a:lnTo>
                    <a:pt x="34366" y="46012"/>
                  </a:lnTo>
                  <a:close/>
                </a:path>
                <a:path w="34925" h="93345">
                  <a:moveTo>
                    <a:pt x="34366" y="0"/>
                  </a:moveTo>
                  <a:lnTo>
                    <a:pt x="0" y="0"/>
                  </a:lnTo>
                  <a:lnTo>
                    <a:pt x="0" y="16979"/>
                  </a:lnTo>
                  <a:lnTo>
                    <a:pt x="34366" y="16979"/>
                  </a:lnTo>
                  <a:lnTo>
                    <a:pt x="3436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" name="object 655" descr=""/>
            <p:cNvSpPr/>
            <p:nvPr/>
          </p:nvSpPr>
          <p:spPr>
            <a:xfrm>
              <a:off x="9464737" y="980684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32"/>
                  </a:moveTo>
                  <a:lnTo>
                    <a:pt x="34354" y="93232"/>
                  </a:lnTo>
                  <a:lnTo>
                    <a:pt x="34354" y="0"/>
                  </a:lnTo>
                  <a:lnTo>
                    <a:pt x="0" y="0"/>
                  </a:lnTo>
                  <a:lnTo>
                    <a:pt x="0" y="932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6" name="object 656" descr=""/>
            <p:cNvSpPr/>
            <p:nvPr/>
          </p:nvSpPr>
          <p:spPr>
            <a:xfrm>
              <a:off x="9410027" y="9806845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17" y="46012"/>
                  </a:moveTo>
                  <a:lnTo>
                    <a:pt x="0" y="46012"/>
                  </a:lnTo>
                  <a:lnTo>
                    <a:pt x="0" y="93243"/>
                  </a:lnTo>
                  <a:lnTo>
                    <a:pt x="34417" y="93243"/>
                  </a:lnTo>
                  <a:lnTo>
                    <a:pt x="34417" y="46012"/>
                  </a:lnTo>
                  <a:close/>
                </a:path>
                <a:path w="34925" h="93345">
                  <a:moveTo>
                    <a:pt x="34417" y="0"/>
                  </a:moveTo>
                  <a:lnTo>
                    <a:pt x="0" y="0"/>
                  </a:lnTo>
                  <a:lnTo>
                    <a:pt x="0" y="16979"/>
                  </a:lnTo>
                  <a:lnTo>
                    <a:pt x="34417" y="16979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" name="object 657" descr=""/>
            <p:cNvSpPr/>
            <p:nvPr/>
          </p:nvSpPr>
          <p:spPr>
            <a:xfrm>
              <a:off x="9410027" y="980684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32"/>
                  </a:moveTo>
                  <a:lnTo>
                    <a:pt x="34428" y="93232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932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8" name="object 658" descr=""/>
            <p:cNvSpPr/>
            <p:nvPr/>
          </p:nvSpPr>
          <p:spPr>
            <a:xfrm>
              <a:off x="9355226" y="9806845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55" y="46012"/>
                  </a:moveTo>
                  <a:lnTo>
                    <a:pt x="0" y="46012"/>
                  </a:lnTo>
                  <a:lnTo>
                    <a:pt x="0" y="93243"/>
                  </a:lnTo>
                  <a:lnTo>
                    <a:pt x="34455" y="93243"/>
                  </a:lnTo>
                  <a:lnTo>
                    <a:pt x="34455" y="46012"/>
                  </a:lnTo>
                  <a:close/>
                </a:path>
                <a:path w="34925" h="93345">
                  <a:moveTo>
                    <a:pt x="34455" y="0"/>
                  </a:moveTo>
                  <a:lnTo>
                    <a:pt x="0" y="0"/>
                  </a:lnTo>
                  <a:lnTo>
                    <a:pt x="0" y="16979"/>
                  </a:lnTo>
                  <a:lnTo>
                    <a:pt x="34455" y="16979"/>
                  </a:lnTo>
                  <a:lnTo>
                    <a:pt x="3445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" name="object 659" descr=""/>
            <p:cNvSpPr/>
            <p:nvPr/>
          </p:nvSpPr>
          <p:spPr>
            <a:xfrm>
              <a:off x="9355233" y="980684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32"/>
                  </a:moveTo>
                  <a:lnTo>
                    <a:pt x="34459" y="93232"/>
                  </a:lnTo>
                  <a:lnTo>
                    <a:pt x="34459" y="0"/>
                  </a:lnTo>
                  <a:lnTo>
                    <a:pt x="0" y="0"/>
                  </a:lnTo>
                  <a:lnTo>
                    <a:pt x="0" y="932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0" name="object 660" descr=""/>
            <p:cNvSpPr/>
            <p:nvPr/>
          </p:nvSpPr>
          <p:spPr>
            <a:xfrm>
              <a:off x="9300540" y="9806845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29" y="46012"/>
                  </a:moveTo>
                  <a:lnTo>
                    <a:pt x="0" y="46012"/>
                  </a:lnTo>
                  <a:lnTo>
                    <a:pt x="0" y="93243"/>
                  </a:lnTo>
                  <a:lnTo>
                    <a:pt x="34429" y="93243"/>
                  </a:lnTo>
                  <a:lnTo>
                    <a:pt x="34429" y="46012"/>
                  </a:lnTo>
                  <a:close/>
                </a:path>
                <a:path w="34925" h="93345">
                  <a:moveTo>
                    <a:pt x="34429" y="0"/>
                  </a:moveTo>
                  <a:lnTo>
                    <a:pt x="0" y="0"/>
                  </a:lnTo>
                  <a:lnTo>
                    <a:pt x="0" y="16979"/>
                  </a:lnTo>
                  <a:lnTo>
                    <a:pt x="34429" y="16979"/>
                  </a:lnTo>
                  <a:lnTo>
                    <a:pt x="344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" name="object 661" descr=""/>
            <p:cNvSpPr/>
            <p:nvPr/>
          </p:nvSpPr>
          <p:spPr>
            <a:xfrm>
              <a:off x="9300543" y="980684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32"/>
                  </a:moveTo>
                  <a:lnTo>
                    <a:pt x="34428" y="93232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932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2" name="object 662" descr=""/>
            <p:cNvSpPr/>
            <p:nvPr/>
          </p:nvSpPr>
          <p:spPr>
            <a:xfrm>
              <a:off x="9245816" y="9806845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17" y="46012"/>
                  </a:moveTo>
                  <a:lnTo>
                    <a:pt x="0" y="46012"/>
                  </a:lnTo>
                  <a:lnTo>
                    <a:pt x="0" y="93243"/>
                  </a:lnTo>
                  <a:lnTo>
                    <a:pt x="34417" y="93243"/>
                  </a:lnTo>
                  <a:lnTo>
                    <a:pt x="34417" y="46012"/>
                  </a:lnTo>
                  <a:close/>
                </a:path>
                <a:path w="34925" h="93345">
                  <a:moveTo>
                    <a:pt x="34417" y="0"/>
                  </a:moveTo>
                  <a:lnTo>
                    <a:pt x="0" y="0"/>
                  </a:lnTo>
                  <a:lnTo>
                    <a:pt x="0" y="16979"/>
                  </a:lnTo>
                  <a:lnTo>
                    <a:pt x="34417" y="16979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" name="object 663" descr=""/>
            <p:cNvSpPr/>
            <p:nvPr/>
          </p:nvSpPr>
          <p:spPr>
            <a:xfrm>
              <a:off x="9245823" y="980684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32"/>
                  </a:moveTo>
                  <a:lnTo>
                    <a:pt x="34417" y="93232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2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4" name="object 664" descr=""/>
            <p:cNvSpPr/>
            <p:nvPr/>
          </p:nvSpPr>
          <p:spPr>
            <a:xfrm>
              <a:off x="10170130" y="9199385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34438" y="0"/>
                  </a:moveTo>
                  <a:lnTo>
                    <a:pt x="0" y="0"/>
                  </a:lnTo>
                  <a:lnTo>
                    <a:pt x="0" y="129723"/>
                  </a:lnTo>
                  <a:lnTo>
                    <a:pt x="34438" y="129723"/>
                  </a:lnTo>
                  <a:lnTo>
                    <a:pt x="3443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" name="object 665" descr=""/>
            <p:cNvSpPr/>
            <p:nvPr/>
          </p:nvSpPr>
          <p:spPr>
            <a:xfrm>
              <a:off x="10170130" y="9199385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23"/>
                  </a:moveTo>
                  <a:lnTo>
                    <a:pt x="34438" y="129723"/>
                  </a:lnTo>
                  <a:lnTo>
                    <a:pt x="34438" y="0"/>
                  </a:lnTo>
                  <a:lnTo>
                    <a:pt x="0" y="0"/>
                  </a:lnTo>
                  <a:lnTo>
                    <a:pt x="0" y="12972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6" name="object 666" descr=""/>
            <p:cNvSpPr/>
            <p:nvPr/>
          </p:nvSpPr>
          <p:spPr>
            <a:xfrm>
              <a:off x="10115419" y="9199385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34449" y="0"/>
                  </a:moveTo>
                  <a:lnTo>
                    <a:pt x="0" y="0"/>
                  </a:lnTo>
                  <a:lnTo>
                    <a:pt x="0" y="129723"/>
                  </a:lnTo>
                  <a:lnTo>
                    <a:pt x="34449" y="129723"/>
                  </a:lnTo>
                  <a:lnTo>
                    <a:pt x="3444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" name="object 667" descr=""/>
            <p:cNvSpPr/>
            <p:nvPr/>
          </p:nvSpPr>
          <p:spPr>
            <a:xfrm>
              <a:off x="10115419" y="9199385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23"/>
                  </a:moveTo>
                  <a:lnTo>
                    <a:pt x="34449" y="129723"/>
                  </a:lnTo>
                  <a:lnTo>
                    <a:pt x="34449" y="0"/>
                  </a:lnTo>
                  <a:lnTo>
                    <a:pt x="0" y="0"/>
                  </a:lnTo>
                  <a:lnTo>
                    <a:pt x="0" y="12972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8" name="object 668" descr=""/>
            <p:cNvSpPr/>
            <p:nvPr/>
          </p:nvSpPr>
          <p:spPr>
            <a:xfrm>
              <a:off x="10060656" y="9199385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34449" y="0"/>
                  </a:moveTo>
                  <a:lnTo>
                    <a:pt x="0" y="0"/>
                  </a:lnTo>
                  <a:lnTo>
                    <a:pt x="0" y="129723"/>
                  </a:lnTo>
                  <a:lnTo>
                    <a:pt x="34449" y="129723"/>
                  </a:lnTo>
                  <a:lnTo>
                    <a:pt x="3444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" name="object 669" descr=""/>
            <p:cNvSpPr/>
            <p:nvPr/>
          </p:nvSpPr>
          <p:spPr>
            <a:xfrm>
              <a:off x="10060656" y="9199385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23"/>
                  </a:moveTo>
                  <a:lnTo>
                    <a:pt x="34449" y="129723"/>
                  </a:lnTo>
                  <a:lnTo>
                    <a:pt x="34449" y="0"/>
                  </a:lnTo>
                  <a:lnTo>
                    <a:pt x="0" y="0"/>
                  </a:lnTo>
                  <a:lnTo>
                    <a:pt x="0" y="12972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0" name="object 670" descr=""/>
            <p:cNvSpPr/>
            <p:nvPr/>
          </p:nvSpPr>
          <p:spPr>
            <a:xfrm>
              <a:off x="10005988" y="9199385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34417" y="0"/>
                  </a:moveTo>
                  <a:lnTo>
                    <a:pt x="0" y="0"/>
                  </a:lnTo>
                  <a:lnTo>
                    <a:pt x="0" y="129723"/>
                  </a:lnTo>
                  <a:lnTo>
                    <a:pt x="34417" y="129723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" name="object 671" descr=""/>
            <p:cNvSpPr/>
            <p:nvPr/>
          </p:nvSpPr>
          <p:spPr>
            <a:xfrm>
              <a:off x="10005988" y="9199385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23"/>
                  </a:moveTo>
                  <a:lnTo>
                    <a:pt x="34417" y="129723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12972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2" name="object 672" descr=""/>
            <p:cNvSpPr/>
            <p:nvPr/>
          </p:nvSpPr>
          <p:spPr>
            <a:xfrm>
              <a:off x="9951250" y="9199391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34442" y="107670"/>
                  </a:moveTo>
                  <a:lnTo>
                    <a:pt x="0" y="107670"/>
                  </a:lnTo>
                  <a:lnTo>
                    <a:pt x="0" y="129717"/>
                  </a:lnTo>
                  <a:lnTo>
                    <a:pt x="34442" y="129717"/>
                  </a:lnTo>
                  <a:lnTo>
                    <a:pt x="34442" y="107670"/>
                  </a:lnTo>
                  <a:close/>
                </a:path>
                <a:path w="34925" h="130175">
                  <a:moveTo>
                    <a:pt x="34442" y="29845"/>
                  </a:moveTo>
                  <a:lnTo>
                    <a:pt x="0" y="29845"/>
                  </a:lnTo>
                  <a:lnTo>
                    <a:pt x="0" y="79692"/>
                  </a:lnTo>
                  <a:lnTo>
                    <a:pt x="34442" y="79692"/>
                  </a:lnTo>
                  <a:lnTo>
                    <a:pt x="34442" y="29845"/>
                  </a:lnTo>
                  <a:close/>
                </a:path>
                <a:path w="34925" h="130175">
                  <a:moveTo>
                    <a:pt x="34442" y="0"/>
                  </a:moveTo>
                  <a:lnTo>
                    <a:pt x="0" y="0"/>
                  </a:lnTo>
                  <a:lnTo>
                    <a:pt x="0" y="1866"/>
                  </a:lnTo>
                  <a:lnTo>
                    <a:pt x="34442" y="1866"/>
                  </a:lnTo>
                  <a:lnTo>
                    <a:pt x="34442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" name="object 673" descr=""/>
            <p:cNvSpPr/>
            <p:nvPr/>
          </p:nvSpPr>
          <p:spPr>
            <a:xfrm>
              <a:off x="9951257" y="9199385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23"/>
                  </a:moveTo>
                  <a:lnTo>
                    <a:pt x="34438" y="129723"/>
                  </a:lnTo>
                  <a:lnTo>
                    <a:pt x="34438" y="0"/>
                  </a:lnTo>
                  <a:lnTo>
                    <a:pt x="0" y="0"/>
                  </a:lnTo>
                  <a:lnTo>
                    <a:pt x="0" y="12972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4" name="object 674" descr=""/>
            <p:cNvSpPr/>
            <p:nvPr/>
          </p:nvSpPr>
          <p:spPr>
            <a:xfrm>
              <a:off x="9896513" y="9199391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34417" y="107670"/>
                  </a:moveTo>
                  <a:lnTo>
                    <a:pt x="0" y="107670"/>
                  </a:lnTo>
                  <a:lnTo>
                    <a:pt x="0" y="129717"/>
                  </a:lnTo>
                  <a:lnTo>
                    <a:pt x="34417" y="129717"/>
                  </a:lnTo>
                  <a:lnTo>
                    <a:pt x="34417" y="107670"/>
                  </a:lnTo>
                  <a:close/>
                </a:path>
                <a:path w="34925" h="130175">
                  <a:moveTo>
                    <a:pt x="34417" y="29845"/>
                  </a:moveTo>
                  <a:lnTo>
                    <a:pt x="0" y="29845"/>
                  </a:lnTo>
                  <a:lnTo>
                    <a:pt x="0" y="79692"/>
                  </a:lnTo>
                  <a:lnTo>
                    <a:pt x="34417" y="79692"/>
                  </a:lnTo>
                  <a:lnTo>
                    <a:pt x="34417" y="29845"/>
                  </a:lnTo>
                  <a:close/>
                </a:path>
                <a:path w="34925" h="130175">
                  <a:moveTo>
                    <a:pt x="34417" y="0"/>
                  </a:moveTo>
                  <a:lnTo>
                    <a:pt x="0" y="0"/>
                  </a:lnTo>
                  <a:lnTo>
                    <a:pt x="0" y="1866"/>
                  </a:lnTo>
                  <a:lnTo>
                    <a:pt x="34417" y="1866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" name="object 675" descr=""/>
            <p:cNvSpPr/>
            <p:nvPr/>
          </p:nvSpPr>
          <p:spPr>
            <a:xfrm>
              <a:off x="9896515" y="9199385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23"/>
                  </a:moveTo>
                  <a:lnTo>
                    <a:pt x="34417" y="129723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12972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6" name="object 676" descr=""/>
            <p:cNvSpPr/>
            <p:nvPr/>
          </p:nvSpPr>
          <p:spPr>
            <a:xfrm>
              <a:off x="10170130" y="8628481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38" y="0"/>
                  </a:moveTo>
                  <a:lnTo>
                    <a:pt x="0" y="0"/>
                  </a:lnTo>
                  <a:lnTo>
                    <a:pt x="0" y="93222"/>
                  </a:lnTo>
                  <a:lnTo>
                    <a:pt x="34438" y="93222"/>
                  </a:lnTo>
                  <a:lnTo>
                    <a:pt x="3443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" name="object 677" descr=""/>
            <p:cNvSpPr/>
            <p:nvPr/>
          </p:nvSpPr>
          <p:spPr>
            <a:xfrm>
              <a:off x="10170130" y="8628481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38" y="93222"/>
                  </a:lnTo>
                  <a:lnTo>
                    <a:pt x="34438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8" name="object 678" descr=""/>
            <p:cNvSpPr/>
            <p:nvPr/>
          </p:nvSpPr>
          <p:spPr>
            <a:xfrm>
              <a:off x="10115419" y="8628481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49" y="0"/>
                  </a:moveTo>
                  <a:lnTo>
                    <a:pt x="0" y="0"/>
                  </a:lnTo>
                  <a:lnTo>
                    <a:pt x="0" y="93222"/>
                  </a:lnTo>
                  <a:lnTo>
                    <a:pt x="34449" y="93222"/>
                  </a:lnTo>
                  <a:lnTo>
                    <a:pt x="3444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" name="object 679" descr=""/>
            <p:cNvSpPr/>
            <p:nvPr/>
          </p:nvSpPr>
          <p:spPr>
            <a:xfrm>
              <a:off x="10115419" y="8628481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49" y="93222"/>
                  </a:lnTo>
                  <a:lnTo>
                    <a:pt x="34449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0" name="object 680" descr=""/>
            <p:cNvSpPr/>
            <p:nvPr/>
          </p:nvSpPr>
          <p:spPr>
            <a:xfrm>
              <a:off x="10060656" y="8628481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49" y="0"/>
                  </a:moveTo>
                  <a:lnTo>
                    <a:pt x="0" y="0"/>
                  </a:lnTo>
                  <a:lnTo>
                    <a:pt x="0" y="93222"/>
                  </a:lnTo>
                  <a:lnTo>
                    <a:pt x="34449" y="93222"/>
                  </a:lnTo>
                  <a:lnTo>
                    <a:pt x="3444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" name="object 681" descr=""/>
            <p:cNvSpPr/>
            <p:nvPr/>
          </p:nvSpPr>
          <p:spPr>
            <a:xfrm>
              <a:off x="10060656" y="8628481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49" y="93222"/>
                  </a:lnTo>
                  <a:lnTo>
                    <a:pt x="34449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2" name="object 682" descr=""/>
            <p:cNvSpPr/>
            <p:nvPr/>
          </p:nvSpPr>
          <p:spPr>
            <a:xfrm>
              <a:off x="10005988" y="8628481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17" y="0"/>
                  </a:moveTo>
                  <a:lnTo>
                    <a:pt x="0" y="0"/>
                  </a:lnTo>
                  <a:lnTo>
                    <a:pt x="0" y="93222"/>
                  </a:lnTo>
                  <a:lnTo>
                    <a:pt x="34417" y="93222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" name="object 683" descr=""/>
            <p:cNvSpPr/>
            <p:nvPr/>
          </p:nvSpPr>
          <p:spPr>
            <a:xfrm>
              <a:off x="10005988" y="8628481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17" y="93222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4" name="object 684" descr=""/>
            <p:cNvSpPr/>
            <p:nvPr/>
          </p:nvSpPr>
          <p:spPr>
            <a:xfrm>
              <a:off x="9951250" y="8628488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42" y="56007"/>
                  </a:moveTo>
                  <a:lnTo>
                    <a:pt x="0" y="56007"/>
                  </a:lnTo>
                  <a:lnTo>
                    <a:pt x="0" y="93218"/>
                  </a:lnTo>
                  <a:lnTo>
                    <a:pt x="34442" y="93218"/>
                  </a:lnTo>
                  <a:lnTo>
                    <a:pt x="34442" y="56007"/>
                  </a:lnTo>
                  <a:close/>
                </a:path>
                <a:path w="34925" h="93345">
                  <a:moveTo>
                    <a:pt x="34442" y="0"/>
                  </a:moveTo>
                  <a:lnTo>
                    <a:pt x="0" y="0"/>
                  </a:lnTo>
                  <a:lnTo>
                    <a:pt x="0" y="28028"/>
                  </a:lnTo>
                  <a:lnTo>
                    <a:pt x="34442" y="28028"/>
                  </a:lnTo>
                  <a:lnTo>
                    <a:pt x="34442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" name="object 685" descr=""/>
            <p:cNvSpPr/>
            <p:nvPr/>
          </p:nvSpPr>
          <p:spPr>
            <a:xfrm>
              <a:off x="9951257" y="8628481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38" y="93222"/>
                  </a:lnTo>
                  <a:lnTo>
                    <a:pt x="34438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6" name="object 686" descr=""/>
            <p:cNvSpPr/>
            <p:nvPr/>
          </p:nvSpPr>
          <p:spPr>
            <a:xfrm>
              <a:off x="9896513" y="8628488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17" y="56007"/>
                  </a:moveTo>
                  <a:lnTo>
                    <a:pt x="0" y="56007"/>
                  </a:lnTo>
                  <a:lnTo>
                    <a:pt x="0" y="93218"/>
                  </a:lnTo>
                  <a:lnTo>
                    <a:pt x="34417" y="93218"/>
                  </a:lnTo>
                  <a:lnTo>
                    <a:pt x="34417" y="56007"/>
                  </a:lnTo>
                  <a:close/>
                </a:path>
                <a:path w="34925" h="93345">
                  <a:moveTo>
                    <a:pt x="34417" y="0"/>
                  </a:moveTo>
                  <a:lnTo>
                    <a:pt x="0" y="0"/>
                  </a:lnTo>
                  <a:lnTo>
                    <a:pt x="0" y="28028"/>
                  </a:lnTo>
                  <a:lnTo>
                    <a:pt x="34417" y="28028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" name="object 687" descr=""/>
            <p:cNvSpPr/>
            <p:nvPr/>
          </p:nvSpPr>
          <p:spPr>
            <a:xfrm>
              <a:off x="9896515" y="8628481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17" y="93222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8" name="object 688" descr=""/>
            <p:cNvSpPr/>
            <p:nvPr/>
          </p:nvSpPr>
          <p:spPr>
            <a:xfrm>
              <a:off x="10170130" y="874223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38" y="0"/>
                  </a:moveTo>
                  <a:lnTo>
                    <a:pt x="0" y="0"/>
                  </a:lnTo>
                  <a:lnTo>
                    <a:pt x="0" y="93243"/>
                  </a:lnTo>
                  <a:lnTo>
                    <a:pt x="34438" y="93243"/>
                  </a:lnTo>
                  <a:lnTo>
                    <a:pt x="3443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" name="object 689" descr=""/>
            <p:cNvSpPr/>
            <p:nvPr/>
          </p:nvSpPr>
          <p:spPr>
            <a:xfrm>
              <a:off x="10170130" y="874223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43"/>
                  </a:moveTo>
                  <a:lnTo>
                    <a:pt x="34438" y="93243"/>
                  </a:lnTo>
                  <a:lnTo>
                    <a:pt x="34438" y="0"/>
                  </a:lnTo>
                  <a:lnTo>
                    <a:pt x="0" y="0"/>
                  </a:lnTo>
                  <a:lnTo>
                    <a:pt x="0" y="932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0" name="object 690" descr=""/>
            <p:cNvSpPr/>
            <p:nvPr/>
          </p:nvSpPr>
          <p:spPr>
            <a:xfrm>
              <a:off x="10115419" y="874223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49" y="0"/>
                  </a:moveTo>
                  <a:lnTo>
                    <a:pt x="0" y="0"/>
                  </a:lnTo>
                  <a:lnTo>
                    <a:pt x="0" y="93243"/>
                  </a:lnTo>
                  <a:lnTo>
                    <a:pt x="34449" y="93243"/>
                  </a:lnTo>
                  <a:lnTo>
                    <a:pt x="3444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" name="object 691" descr=""/>
            <p:cNvSpPr/>
            <p:nvPr/>
          </p:nvSpPr>
          <p:spPr>
            <a:xfrm>
              <a:off x="10115419" y="874223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43"/>
                  </a:moveTo>
                  <a:lnTo>
                    <a:pt x="34449" y="93243"/>
                  </a:lnTo>
                  <a:lnTo>
                    <a:pt x="34449" y="0"/>
                  </a:lnTo>
                  <a:lnTo>
                    <a:pt x="0" y="0"/>
                  </a:lnTo>
                  <a:lnTo>
                    <a:pt x="0" y="932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2" name="object 692" descr=""/>
            <p:cNvSpPr/>
            <p:nvPr/>
          </p:nvSpPr>
          <p:spPr>
            <a:xfrm>
              <a:off x="10060656" y="874223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49" y="0"/>
                  </a:moveTo>
                  <a:lnTo>
                    <a:pt x="0" y="0"/>
                  </a:lnTo>
                  <a:lnTo>
                    <a:pt x="0" y="93243"/>
                  </a:lnTo>
                  <a:lnTo>
                    <a:pt x="34449" y="93243"/>
                  </a:lnTo>
                  <a:lnTo>
                    <a:pt x="3444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" name="object 693" descr=""/>
            <p:cNvSpPr/>
            <p:nvPr/>
          </p:nvSpPr>
          <p:spPr>
            <a:xfrm>
              <a:off x="10060656" y="874223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43"/>
                  </a:moveTo>
                  <a:lnTo>
                    <a:pt x="34449" y="93243"/>
                  </a:lnTo>
                  <a:lnTo>
                    <a:pt x="34449" y="0"/>
                  </a:lnTo>
                  <a:lnTo>
                    <a:pt x="0" y="0"/>
                  </a:lnTo>
                  <a:lnTo>
                    <a:pt x="0" y="932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4" name="object 694" descr=""/>
            <p:cNvSpPr/>
            <p:nvPr/>
          </p:nvSpPr>
          <p:spPr>
            <a:xfrm>
              <a:off x="10005987" y="8742242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17" y="0"/>
                  </a:moveTo>
                  <a:lnTo>
                    <a:pt x="0" y="0"/>
                  </a:lnTo>
                  <a:lnTo>
                    <a:pt x="0" y="20078"/>
                  </a:lnTo>
                  <a:lnTo>
                    <a:pt x="0" y="69900"/>
                  </a:lnTo>
                  <a:lnTo>
                    <a:pt x="0" y="93243"/>
                  </a:lnTo>
                  <a:lnTo>
                    <a:pt x="34417" y="93243"/>
                  </a:lnTo>
                  <a:lnTo>
                    <a:pt x="34417" y="69900"/>
                  </a:lnTo>
                  <a:lnTo>
                    <a:pt x="34417" y="20078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" name="object 695" descr=""/>
            <p:cNvSpPr/>
            <p:nvPr/>
          </p:nvSpPr>
          <p:spPr>
            <a:xfrm>
              <a:off x="10005988" y="874223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43"/>
                  </a:moveTo>
                  <a:lnTo>
                    <a:pt x="34417" y="93243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2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6" name="object 696" descr=""/>
            <p:cNvSpPr/>
            <p:nvPr/>
          </p:nvSpPr>
          <p:spPr>
            <a:xfrm>
              <a:off x="9951257" y="8762309"/>
              <a:ext cx="34925" cy="50165"/>
            </a:xfrm>
            <a:custGeom>
              <a:avLst/>
              <a:gdLst/>
              <a:ahLst/>
              <a:cxnLst/>
              <a:rect l="l" t="t" r="r" b="b"/>
              <a:pathLst>
                <a:path w="34925" h="50165">
                  <a:moveTo>
                    <a:pt x="0" y="49830"/>
                  </a:moveTo>
                  <a:lnTo>
                    <a:pt x="34438" y="49830"/>
                  </a:lnTo>
                  <a:lnTo>
                    <a:pt x="34438" y="0"/>
                  </a:lnTo>
                  <a:lnTo>
                    <a:pt x="0" y="0"/>
                  </a:lnTo>
                  <a:lnTo>
                    <a:pt x="0" y="4983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" name="object 697" descr=""/>
            <p:cNvSpPr/>
            <p:nvPr/>
          </p:nvSpPr>
          <p:spPr>
            <a:xfrm>
              <a:off x="9951257" y="874223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43"/>
                  </a:moveTo>
                  <a:lnTo>
                    <a:pt x="34438" y="93243"/>
                  </a:lnTo>
                  <a:lnTo>
                    <a:pt x="34438" y="0"/>
                  </a:lnTo>
                  <a:lnTo>
                    <a:pt x="0" y="0"/>
                  </a:lnTo>
                  <a:lnTo>
                    <a:pt x="0" y="932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8" name="object 698" descr=""/>
            <p:cNvSpPr/>
            <p:nvPr/>
          </p:nvSpPr>
          <p:spPr>
            <a:xfrm>
              <a:off x="9896515" y="8762309"/>
              <a:ext cx="34925" cy="50165"/>
            </a:xfrm>
            <a:custGeom>
              <a:avLst/>
              <a:gdLst/>
              <a:ahLst/>
              <a:cxnLst/>
              <a:rect l="l" t="t" r="r" b="b"/>
              <a:pathLst>
                <a:path w="34925" h="50165">
                  <a:moveTo>
                    <a:pt x="0" y="49830"/>
                  </a:moveTo>
                  <a:lnTo>
                    <a:pt x="34417" y="49830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4983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" name="object 699" descr=""/>
            <p:cNvSpPr/>
            <p:nvPr/>
          </p:nvSpPr>
          <p:spPr>
            <a:xfrm>
              <a:off x="9896515" y="874223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43"/>
                  </a:moveTo>
                  <a:lnTo>
                    <a:pt x="34417" y="93243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2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0" name="object 700" descr=""/>
            <p:cNvSpPr/>
            <p:nvPr/>
          </p:nvSpPr>
          <p:spPr>
            <a:xfrm>
              <a:off x="10170130" y="885607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38" y="0"/>
                  </a:moveTo>
                  <a:lnTo>
                    <a:pt x="0" y="0"/>
                  </a:lnTo>
                  <a:lnTo>
                    <a:pt x="0" y="93190"/>
                  </a:lnTo>
                  <a:lnTo>
                    <a:pt x="34438" y="93190"/>
                  </a:lnTo>
                  <a:lnTo>
                    <a:pt x="3443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" name="object 701" descr=""/>
            <p:cNvSpPr/>
            <p:nvPr/>
          </p:nvSpPr>
          <p:spPr>
            <a:xfrm>
              <a:off x="10170130" y="885607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438" y="93190"/>
                  </a:lnTo>
                  <a:lnTo>
                    <a:pt x="34438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2" name="object 702" descr=""/>
            <p:cNvSpPr/>
            <p:nvPr/>
          </p:nvSpPr>
          <p:spPr>
            <a:xfrm>
              <a:off x="10115419" y="885607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49" y="0"/>
                  </a:moveTo>
                  <a:lnTo>
                    <a:pt x="0" y="0"/>
                  </a:lnTo>
                  <a:lnTo>
                    <a:pt x="0" y="93190"/>
                  </a:lnTo>
                  <a:lnTo>
                    <a:pt x="34449" y="93190"/>
                  </a:lnTo>
                  <a:lnTo>
                    <a:pt x="3444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" name="object 703" descr=""/>
            <p:cNvSpPr/>
            <p:nvPr/>
          </p:nvSpPr>
          <p:spPr>
            <a:xfrm>
              <a:off x="10115419" y="885607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449" y="93190"/>
                  </a:lnTo>
                  <a:lnTo>
                    <a:pt x="34449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4" name="object 704" descr=""/>
            <p:cNvSpPr/>
            <p:nvPr/>
          </p:nvSpPr>
          <p:spPr>
            <a:xfrm>
              <a:off x="10060656" y="885607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49" y="0"/>
                  </a:moveTo>
                  <a:lnTo>
                    <a:pt x="0" y="0"/>
                  </a:lnTo>
                  <a:lnTo>
                    <a:pt x="0" y="93190"/>
                  </a:lnTo>
                  <a:lnTo>
                    <a:pt x="34449" y="93190"/>
                  </a:lnTo>
                  <a:lnTo>
                    <a:pt x="3444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" name="object 705" descr=""/>
            <p:cNvSpPr/>
            <p:nvPr/>
          </p:nvSpPr>
          <p:spPr>
            <a:xfrm>
              <a:off x="10060656" y="885607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449" y="93190"/>
                  </a:lnTo>
                  <a:lnTo>
                    <a:pt x="34449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6" name="object 706" descr=""/>
            <p:cNvSpPr/>
            <p:nvPr/>
          </p:nvSpPr>
          <p:spPr>
            <a:xfrm>
              <a:off x="10005988" y="885607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17" y="0"/>
                  </a:moveTo>
                  <a:lnTo>
                    <a:pt x="0" y="0"/>
                  </a:lnTo>
                  <a:lnTo>
                    <a:pt x="0" y="93190"/>
                  </a:lnTo>
                  <a:lnTo>
                    <a:pt x="34417" y="93190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" name="object 707" descr=""/>
            <p:cNvSpPr/>
            <p:nvPr/>
          </p:nvSpPr>
          <p:spPr>
            <a:xfrm>
              <a:off x="10005988" y="885607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417" y="93190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8" name="object 708" descr=""/>
            <p:cNvSpPr/>
            <p:nvPr/>
          </p:nvSpPr>
          <p:spPr>
            <a:xfrm>
              <a:off x="9951250" y="885608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42" y="61874"/>
                  </a:moveTo>
                  <a:lnTo>
                    <a:pt x="0" y="61874"/>
                  </a:lnTo>
                  <a:lnTo>
                    <a:pt x="0" y="93192"/>
                  </a:lnTo>
                  <a:lnTo>
                    <a:pt x="34442" y="93192"/>
                  </a:lnTo>
                  <a:lnTo>
                    <a:pt x="34442" y="61874"/>
                  </a:lnTo>
                  <a:close/>
                </a:path>
                <a:path w="34925" h="93345">
                  <a:moveTo>
                    <a:pt x="34442" y="0"/>
                  </a:moveTo>
                  <a:lnTo>
                    <a:pt x="0" y="0"/>
                  </a:lnTo>
                  <a:lnTo>
                    <a:pt x="0" y="33896"/>
                  </a:lnTo>
                  <a:lnTo>
                    <a:pt x="34442" y="33896"/>
                  </a:lnTo>
                  <a:lnTo>
                    <a:pt x="34442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" name="object 709" descr=""/>
            <p:cNvSpPr/>
            <p:nvPr/>
          </p:nvSpPr>
          <p:spPr>
            <a:xfrm>
              <a:off x="9951257" y="885607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438" y="93190"/>
                  </a:lnTo>
                  <a:lnTo>
                    <a:pt x="34438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0" name="object 710" descr=""/>
            <p:cNvSpPr/>
            <p:nvPr/>
          </p:nvSpPr>
          <p:spPr>
            <a:xfrm>
              <a:off x="9896513" y="885608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17" y="61874"/>
                  </a:moveTo>
                  <a:lnTo>
                    <a:pt x="0" y="61874"/>
                  </a:lnTo>
                  <a:lnTo>
                    <a:pt x="0" y="93192"/>
                  </a:lnTo>
                  <a:lnTo>
                    <a:pt x="34417" y="93192"/>
                  </a:lnTo>
                  <a:lnTo>
                    <a:pt x="34417" y="61874"/>
                  </a:lnTo>
                  <a:close/>
                </a:path>
                <a:path w="34925" h="93345">
                  <a:moveTo>
                    <a:pt x="34417" y="0"/>
                  </a:moveTo>
                  <a:lnTo>
                    <a:pt x="0" y="0"/>
                  </a:lnTo>
                  <a:lnTo>
                    <a:pt x="0" y="33896"/>
                  </a:lnTo>
                  <a:lnTo>
                    <a:pt x="34417" y="33896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" name="object 711" descr=""/>
            <p:cNvSpPr/>
            <p:nvPr/>
          </p:nvSpPr>
          <p:spPr>
            <a:xfrm>
              <a:off x="9896515" y="885607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417" y="93190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2" name="object 712" descr=""/>
            <p:cNvSpPr/>
            <p:nvPr/>
          </p:nvSpPr>
          <p:spPr>
            <a:xfrm>
              <a:off x="10170130" y="896987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38" y="0"/>
                  </a:moveTo>
                  <a:lnTo>
                    <a:pt x="0" y="0"/>
                  </a:lnTo>
                  <a:lnTo>
                    <a:pt x="0" y="93190"/>
                  </a:lnTo>
                  <a:lnTo>
                    <a:pt x="34438" y="93190"/>
                  </a:lnTo>
                  <a:lnTo>
                    <a:pt x="3443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" name="object 713" descr=""/>
            <p:cNvSpPr/>
            <p:nvPr/>
          </p:nvSpPr>
          <p:spPr>
            <a:xfrm>
              <a:off x="10170130" y="896987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438" y="93190"/>
                  </a:lnTo>
                  <a:lnTo>
                    <a:pt x="34438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4" name="object 714" descr=""/>
            <p:cNvSpPr/>
            <p:nvPr/>
          </p:nvSpPr>
          <p:spPr>
            <a:xfrm>
              <a:off x="10115419" y="896987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49" y="0"/>
                  </a:moveTo>
                  <a:lnTo>
                    <a:pt x="0" y="0"/>
                  </a:lnTo>
                  <a:lnTo>
                    <a:pt x="0" y="93190"/>
                  </a:lnTo>
                  <a:lnTo>
                    <a:pt x="34449" y="93190"/>
                  </a:lnTo>
                  <a:lnTo>
                    <a:pt x="3444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" name="object 715" descr=""/>
            <p:cNvSpPr/>
            <p:nvPr/>
          </p:nvSpPr>
          <p:spPr>
            <a:xfrm>
              <a:off x="10115419" y="896987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449" y="93190"/>
                  </a:lnTo>
                  <a:lnTo>
                    <a:pt x="34449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6" name="object 716" descr=""/>
            <p:cNvSpPr/>
            <p:nvPr/>
          </p:nvSpPr>
          <p:spPr>
            <a:xfrm>
              <a:off x="10060656" y="896987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49" y="0"/>
                  </a:moveTo>
                  <a:lnTo>
                    <a:pt x="0" y="0"/>
                  </a:lnTo>
                  <a:lnTo>
                    <a:pt x="0" y="93190"/>
                  </a:lnTo>
                  <a:lnTo>
                    <a:pt x="34449" y="93190"/>
                  </a:lnTo>
                  <a:lnTo>
                    <a:pt x="3444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" name="object 717" descr=""/>
            <p:cNvSpPr/>
            <p:nvPr/>
          </p:nvSpPr>
          <p:spPr>
            <a:xfrm>
              <a:off x="10060656" y="896987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449" y="93190"/>
                  </a:lnTo>
                  <a:lnTo>
                    <a:pt x="34449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8" name="object 718" descr=""/>
            <p:cNvSpPr/>
            <p:nvPr/>
          </p:nvSpPr>
          <p:spPr>
            <a:xfrm>
              <a:off x="10005987" y="896987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17" y="0"/>
                  </a:moveTo>
                  <a:lnTo>
                    <a:pt x="0" y="0"/>
                  </a:lnTo>
                  <a:lnTo>
                    <a:pt x="0" y="25895"/>
                  </a:lnTo>
                  <a:lnTo>
                    <a:pt x="0" y="75742"/>
                  </a:lnTo>
                  <a:lnTo>
                    <a:pt x="0" y="93192"/>
                  </a:lnTo>
                  <a:lnTo>
                    <a:pt x="34417" y="93192"/>
                  </a:lnTo>
                  <a:lnTo>
                    <a:pt x="34417" y="75742"/>
                  </a:lnTo>
                  <a:lnTo>
                    <a:pt x="34417" y="25895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" name="object 719" descr=""/>
            <p:cNvSpPr/>
            <p:nvPr/>
          </p:nvSpPr>
          <p:spPr>
            <a:xfrm>
              <a:off x="10005988" y="896987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417" y="93190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0" name="object 720" descr=""/>
            <p:cNvSpPr/>
            <p:nvPr/>
          </p:nvSpPr>
          <p:spPr>
            <a:xfrm>
              <a:off x="9951257" y="8995768"/>
              <a:ext cx="34925" cy="50165"/>
            </a:xfrm>
            <a:custGeom>
              <a:avLst/>
              <a:gdLst/>
              <a:ahLst/>
              <a:cxnLst/>
              <a:rect l="l" t="t" r="r" b="b"/>
              <a:pathLst>
                <a:path w="34925" h="50165">
                  <a:moveTo>
                    <a:pt x="0" y="49841"/>
                  </a:moveTo>
                  <a:lnTo>
                    <a:pt x="34438" y="49841"/>
                  </a:lnTo>
                  <a:lnTo>
                    <a:pt x="34438" y="0"/>
                  </a:lnTo>
                  <a:lnTo>
                    <a:pt x="0" y="0"/>
                  </a:lnTo>
                  <a:lnTo>
                    <a:pt x="0" y="49841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" name="object 721" descr=""/>
            <p:cNvSpPr/>
            <p:nvPr/>
          </p:nvSpPr>
          <p:spPr>
            <a:xfrm>
              <a:off x="9951257" y="896987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438" y="93190"/>
                  </a:lnTo>
                  <a:lnTo>
                    <a:pt x="34438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2" name="object 722" descr=""/>
            <p:cNvSpPr/>
            <p:nvPr/>
          </p:nvSpPr>
          <p:spPr>
            <a:xfrm>
              <a:off x="9896515" y="8995768"/>
              <a:ext cx="34925" cy="50165"/>
            </a:xfrm>
            <a:custGeom>
              <a:avLst/>
              <a:gdLst/>
              <a:ahLst/>
              <a:cxnLst/>
              <a:rect l="l" t="t" r="r" b="b"/>
              <a:pathLst>
                <a:path w="34925" h="50165">
                  <a:moveTo>
                    <a:pt x="0" y="49841"/>
                  </a:moveTo>
                  <a:lnTo>
                    <a:pt x="34417" y="49841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49841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" name="object 723" descr=""/>
            <p:cNvSpPr/>
            <p:nvPr/>
          </p:nvSpPr>
          <p:spPr>
            <a:xfrm>
              <a:off x="9896515" y="896987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417" y="93190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4" name="object 724" descr=""/>
            <p:cNvSpPr/>
            <p:nvPr/>
          </p:nvSpPr>
          <p:spPr>
            <a:xfrm>
              <a:off x="10170130" y="9083629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38" y="0"/>
                  </a:moveTo>
                  <a:lnTo>
                    <a:pt x="0" y="0"/>
                  </a:lnTo>
                  <a:lnTo>
                    <a:pt x="0" y="93222"/>
                  </a:lnTo>
                  <a:lnTo>
                    <a:pt x="34438" y="93222"/>
                  </a:lnTo>
                  <a:lnTo>
                    <a:pt x="3443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" name="object 725" descr=""/>
            <p:cNvSpPr/>
            <p:nvPr/>
          </p:nvSpPr>
          <p:spPr>
            <a:xfrm>
              <a:off x="10170130" y="9083629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38" y="93222"/>
                  </a:lnTo>
                  <a:lnTo>
                    <a:pt x="34438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6" name="object 726" descr=""/>
            <p:cNvSpPr/>
            <p:nvPr/>
          </p:nvSpPr>
          <p:spPr>
            <a:xfrm>
              <a:off x="10115419" y="9083629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49" y="0"/>
                  </a:moveTo>
                  <a:lnTo>
                    <a:pt x="0" y="0"/>
                  </a:lnTo>
                  <a:lnTo>
                    <a:pt x="0" y="93222"/>
                  </a:lnTo>
                  <a:lnTo>
                    <a:pt x="34449" y="93222"/>
                  </a:lnTo>
                  <a:lnTo>
                    <a:pt x="3444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" name="object 727" descr=""/>
            <p:cNvSpPr/>
            <p:nvPr/>
          </p:nvSpPr>
          <p:spPr>
            <a:xfrm>
              <a:off x="10115419" y="9083629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49" y="93222"/>
                  </a:lnTo>
                  <a:lnTo>
                    <a:pt x="34449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8" name="object 728" descr=""/>
            <p:cNvSpPr/>
            <p:nvPr/>
          </p:nvSpPr>
          <p:spPr>
            <a:xfrm>
              <a:off x="10060656" y="9083629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49" y="0"/>
                  </a:moveTo>
                  <a:lnTo>
                    <a:pt x="0" y="0"/>
                  </a:lnTo>
                  <a:lnTo>
                    <a:pt x="0" y="93222"/>
                  </a:lnTo>
                  <a:lnTo>
                    <a:pt x="34449" y="93222"/>
                  </a:lnTo>
                  <a:lnTo>
                    <a:pt x="3444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" name="object 729" descr=""/>
            <p:cNvSpPr/>
            <p:nvPr/>
          </p:nvSpPr>
          <p:spPr>
            <a:xfrm>
              <a:off x="10060656" y="9083629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49" y="93222"/>
                  </a:lnTo>
                  <a:lnTo>
                    <a:pt x="34449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0" name="object 730" descr=""/>
            <p:cNvSpPr/>
            <p:nvPr/>
          </p:nvSpPr>
          <p:spPr>
            <a:xfrm>
              <a:off x="10005988" y="9083629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17" y="0"/>
                  </a:moveTo>
                  <a:lnTo>
                    <a:pt x="0" y="0"/>
                  </a:lnTo>
                  <a:lnTo>
                    <a:pt x="0" y="93222"/>
                  </a:lnTo>
                  <a:lnTo>
                    <a:pt x="34417" y="93222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" name="object 731" descr=""/>
            <p:cNvSpPr/>
            <p:nvPr/>
          </p:nvSpPr>
          <p:spPr>
            <a:xfrm>
              <a:off x="10005988" y="9083629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17" y="93222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2" name="object 732" descr=""/>
            <p:cNvSpPr/>
            <p:nvPr/>
          </p:nvSpPr>
          <p:spPr>
            <a:xfrm>
              <a:off x="9951250" y="9083630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42" y="67792"/>
                  </a:moveTo>
                  <a:lnTo>
                    <a:pt x="0" y="67792"/>
                  </a:lnTo>
                  <a:lnTo>
                    <a:pt x="0" y="93230"/>
                  </a:lnTo>
                  <a:lnTo>
                    <a:pt x="34442" y="93230"/>
                  </a:lnTo>
                  <a:lnTo>
                    <a:pt x="34442" y="67792"/>
                  </a:lnTo>
                  <a:close/>
                </a:path>
                <a:path w="34925" h="93345">
                  <a:moveTo>
                    <a:pt x="34442" y="0"/>
                  </a:moveTo>
                  <a:lnTo>
                    <a:pt x="0" y="0"/>
                  </a:lnTo>
                  <a:lnTo>
                    <a:pt x="0" y="39814"/>
                  </a:lnTo>
                  <a:lnTo>
                    <a:pt x="34442" y="39814"/>
                  </a:lnTo>
                  <a:lnTo>
                    <a:pt x="34442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" name="object 733" descr=""/>
            <p:cNvSpPr/>
            <p:nvPr/>
          </p:nvSpPr>
          <p:spPr>
            <a:xfrm>
              <a:off x="9951257" y="9083629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38" y="93222"/>
                  </a:lnTo>
                  <a:lnTo>
                    <a:pt x="34438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4" name="object 734" descr=""/>
            <p:cNvSpPr/>
            <p:nvPr/>
          </p:nvSpPr>
          <p:spPr>
            <a:xfrm>
              <a:off x="9896513" y="9083630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17" y="67792"/>
                  </a:moveTo>
                  <a:lnTo>
                    <a:pt x="0" y="67792"/>
                  </a:lnTo>
                  <a:lnTo>
                    <a:pt x="0" y="93230"/>
                  </a:lnTo>
                  <a:lnTo>
                    <a:pt x="34417" y="93230"/>
                  </a:lnTo>
                  <a:lnTo>
                    <a:pt x="34417" y="67792"/>
                  </a:lnTo>
                  <a:close/>
                </a:path>
                <a:path w="34925" h="93345">
                  <a:moveTo>
                    <a:pt x="34417" y="0"/>
                  </a:moveTo>
                  <a:lnTo>
                    <a:pt x="0" y="0"/>
                  </a:lnTo>
                  <a:lnTo>
                    <a:pt x="0" y="39814"/>
                  </a:lnTo>
                  <a:lnTo>
                    <a:pt x="34417" y="39814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" name="object 735" descr=""/>
            <p:cNvSpPr/>
            <p:nvPr/>
          </p:nvSpPr>
          <p:spPr>
            <a:xfrm>
              <a:off x="9896515" y="9083629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17" y="93222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6" name="object 736" descr=""/>
            <p:cNvSpPr/>
            <p:nvPr/>
          </p:nvSpPr>
          <p:spPr>
            <a:xfrm>
              <a:off x="9844773" y="9199391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34429" y="107670"/>
                  </a:moveTo>
                  <a:lnTo>
                    <a:pt x="0" y="107670"/>
                  </a:lnTo>
                  <a:lnTo>
                    <a:pt x="0" y="129717"/>
                  </a:lnTo>
                  <a:lnTo>
                    <a:pt x="34429" y="129717"/>
                  </a:lnTo>
                  <a:lnTo>
                    <a:pt x="34429" y="107670"/>
                  </a:lnTo>
                  <a:close/>
                </a:path>
                <a:path w="34925" h="130175">
                  <a:moveTo>
                    <a:pt x="34429" y="29845"/>
                  </a:moveTo>
                  <a:lnTo>
                    <a:pt x="0" y="29845"/>
                  </a:lnTo>
                  <a:lnTo>
                    <a:pt x="0" y="79692"/>
                  </a:lnTo>
                  <a:lnTo>
                    <a:pt x="34429" y="79692"/>
                  </a:lnTo>
                  <a:lnTo>
                    <a:pt x="34429" y="29845"/>
                  </a:lnTo>
                  <a:close/>
                </a:path>
                <a:path w="34925" h="130175">
                  <a:moveTo>
                    <a:pt x="34429" y="0"/>
                  </a:moveTo>
                  <a:lnTo>
                    <a:pt x="0" y="0"/>
                  </a:lnTo>
                  <a:lnTo>
                    <a:pt x="0" y="1866"/>
                  </a:lnTo>
                  <a:lnTo>
                    <a:pt x="34429" y="1866"/>
                  </a:lnTo>
                  <a:lnTo>
                    <a:pt x="344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" name="object 737" descr=""/>
            <p:cNvSpPr/>
            <p:nvPr/>
          </p:nvSpPr>
          <p:spPr>
            <a:xfrm>
              <a:off x="9844778" y="9199385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23"/>
                  </a:moveTo>
                  <a:lnTo>
                    <a:pt x="34428" y="129723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12972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8" name="object 738" descr=""/>
            <p:cNvSpPr/>
            <p:nvPr/>
          </p:nvSpPr>
          <p:spPr>
            <a:xfrm>
              <a:off x="9790087" y="9199391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34404" y="107670"/>
                  </a:moveTo>
                  <a:lnTo>
                    <a:pt x="0" y="107670"/>
                  </a:lnTo>
                  <a:lnTo>
                    <a:pt x="0" y="129717"/>
                  </a:lnTo>
                  <a:lnTo>
                    <a:pt x="34404" y="129717"/>
                  </a:lnTo>
                  <a:lnTo>
                    <a:pt x="34404" y="107670"/>
                  </a:lnTo>
                  <a:close/>
                </a:path>
                <a:path w="34925" h="130175">
                  <a:moveTo>
                    <a:pt x="34404" y="29845"/>
                  </a:moveTo>
                  <a:lnTo>
                    <a:pt x="0" y="29845"/>
                  </a:lnTo>
                  <a:lnTo>
                    <a:pt x="0" y="76555"/>
                  </a:lnTo>
                  <a:lnTo>
                    <a:pt x="0" y="79692"/>
                  </a:lnTo>
                  <a:lnTo>
                    <a:pt x="34404" y="79692"/>
                  </a:lnTo>
                  <a:lnTo>
                    <a:pt x="34404" y="76555"/>
                  </a:lnTo>
                  <a:lnTo>
                    <a:pt x="34404" y="29845"/>
                  </a:lnTo>
                  <a:close/>
                </a:path>
                <a:path w="34925" h="130175">
                  <a:moveTo>
                    <a:pt x="34404" y="0"/>
                  </a:moveTo>
                  <a:lnTo>
                    <a:pt x="12827" y="0"/>
                  </a:lnTo>
                  <a:lnTo>
                    <a:pt x="12827" y="1866"/>
                  </a:lnTo>
                  <a:lnTo>
                    <a:pt x="34404" y="1866"/>
                  </a:lnTo>
                  <a:lnTo>
                    <a:pt x="3440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" name="object 739" descr=""/>
            <p:cNvSpPr/>
            <p:nvPr/>
          </p:nvSpPr>
          <p:spPr>
            <a:xfrm>
              <a:off x="9790089" y="9199385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23"/>
                  </a:moveTo>
                  <a:lnTo>
                    <a:pt x="34407" y="129723"/>
                  </a:lnTo>
                  <a:lnTo>
                    <a:pt x="34407" y="0"/>
                  </a:lnTo>
                  <a:lnTo>
                    <a:pt x="0" y="0"/>
                  </a:lnTo>
                  <a:lnTo>
                    <a:pt x="0" y="12972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0" name="object 740" descr=""/>
            <p:cNvSpPr/>
            <p:nvPr/>
          </p:nvSpPr>
          <p:spPr>
            <a:xfrm>
              <a:off x="9735375" y="9229236"/>
              <a:ext cx="34925" cy="100330"/>
            </a:xfrm>
            <a:custGeom>
              <a:avLst/>
              <a:gdLst/>
              <a:ahLst/>
              <a:cxnLst/>
              <a:rect l="l" t="t" r="r" b="b"/>
              <a:pathLst>
                <a:path w="34925" h="100329">
                  <a:moveTo>
                    <a:pt x="34417" y="77825"/>
                  </a:moveTo>
                  <a:lnTo>
                    <a:pt x="0" y="77825"/>
                  </a:lnTo>
                  <a:lnTo>
                    <a:pt x="0" y="99872"/>
                  </a:lnTo>
                  <a:lnTo>
                    <a:pt x="34417" y="99872"/>
                  </a:lnTo>
                  <a:lnTo>
                    <a:pt x="34417" y="77825"/>
                  </a:lnTo>
                  <a:close/>
                </a:path>
                <a:path w="34925" h="100329">
                  <a:moveTo>
                    <a:pt x="34417" y="0"/>
                  </a:moveTo>
                  <a:lnTo>
                    <a:pt x="0" y="0"/>
                  </a:lnTo>
                  <a:lnTo>
                    <a:pt x="0" y="46710"/>
                  </a:lnTo>
                  <a:lnTo>
                    <a:pt x="34417" y="46710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" name="object 741" descr=""/>
            <p:cNvSpPr/>
            <p:nvPr/>
          </p:nvSpPr>
          <p:spPr>
            <a:xfrm>
              <a:off x="9735378" y="9199385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23"/>
                  </a:moveTo>
                  <a:lnTo>
                    <a:pt x="34417" y="129723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12972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2" name="object 742" descr=""/>
            <p:cNvSpPr/>
            <p:nvPr/>
          </p:nvSpPr>
          <p:spPr>
            <a:xfrm>
              <a:off x="9680613" y="9229236"/>
              <a:ext cx="34925" cy="100330"/>
            </a:xfrm>
            <a:custGeom>
              <a:avLst/>
              <a:gdLst/>
              <a:ahLst/>
              <a:cxnLst/>
              <a:rect l="l" t="t" r="r" b="b"/>
              <a:pathLst>
                <a:path w="34925" h="100329">
                  <a:moveTo>
                    <a:pt x="34391" y="77825"/>
                  </a:moveTo>
                  <a:lnTo>
                    <a:pt x="0" y="77825"/>
                  </a:lnTo>
                  <a:lnTo>
                    <a:pt x="0" y="99872"/>
                  </a:lnTo>
                  <a:lnTo>
                    <a:pt x="34391" y="99872"/>
                  </a:lnTo>
                  <a:lnTo>
                    <a:pt x="34391" y="77825"/>
                  </a:lnTo>
                  <a:close/>
                </a:path>
                <a:path w="34925" h="100329">
                  <a:moveTo>
                    <a:pt x="34391" y="0"/>
                  </a:moveTo>
                  <a:lnTo>
                    <a:pt x="0" y="0"/>
                  </a:lnTo>
                  <a:lnTo>
                    <a:pt x="0" y="46710"/>
                  </a:lnTo>
                  <a:lnTo>
                    <a:pt x="34391" y="46710"/>
                  </a:lnTo>
                  <a:lnTo>
                    <a:pt x="34391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" name="object 743" descr=""/>
            <p:cNvSpPr/>
            <p:nvPr/>
          </p:nvSpPr>
          <p:spPr>
            <a:xfrm>
              <a:off x="9680616" y="9199385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23"/>
                  </a:moveTo>
                  <a:lnTo>
                    <a:pt x="34396" y="129723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12972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4" name="object 744" descr=""/>
            <p:cNvSpPr/>
            <p:nvPr/>
          </p:nvSpPr>
          <p:spPr>
            <a:xfrm>
              <a:off x="9625863" y="9229236"/>
              <a:ext cx="34925" cy="100330"/>
            </a:xfrm>
            <a:custGeom>
              <a:avLst/>
              <a:gdLst/>
              <a:ahLst/>
              <a:cxnLst/>
              <a:rect l="l" t="t" r="r" b="b"/>
              <a:pathLst>
                <a:path w="34925" h="100329">
                  <a:moveTo>
                    <a:pt x="34417" y="77825"/>
                  </a:moveTo>
                  <a:lnTo>
                    <a:pt x="0" y="77825"/>
                  </a:lnTo>
                  <a:lnTo>
                    <a:pt x="0" y="99872"/>
                  </a:lnTo>
                  <a:lnTo>
                    <a:pt x="34417" y="99872"/>
                  </a:lnTo>
                  <a:lnTo>
                    <a:pt x="34417" y="77825"/>
                  </a:lnTo>
                  <a:close/>
                </a:path>
                <a:path w="34925" h="100329">
                  <a:moveTo>
                    <a:pt x="34417" y="0"/>
                  </a:moveTo>
                  <a:lnTo>
                    <a:pt x="0" y="0"/>
                  </a:lnTo>
                  <a:lnTo>
                    <a:pt x="0" y="46710"/>
                  </a:lnTo>
                  <a:lnTo>
                    <a:pt x="34417" y="46710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" name="object 745" descr=""/>
            <p:cNvSpPr/>
            <p:nvPr/>
          </p:nvSpPr>
          <p:spPr>
            <a:xfrm>
              <a:off x="9625874" y="9199385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23"/>
                  </a:moveTo>
                  <a:lnTo>
                    <a:pt x="34417" y="129723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12972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6" name="object 746" descr=""/>
            <p:cNvSpPr/>
            <p:nvPr/>
          </p:nvSpPr>
          <p:spPr>
            <a:xfrm>
              <a:off x="9571152" y="9229236"/>
              <a:ext cx="34925" cy="100330"/>
            </a:xfrm>
            <a:custGeom>
              <a:avLst/>
              <a:gdLst/>
              <a:ahLst/>
              <a:cxnLst/>
              <a:rect l="l" t="t" r="r" b="b"/>
              <a:pathLst>
                <a:path w="34925" h="100329">
                  <a:moveTo>
                    <a:pt x="34404" y="77825"/>
                  </a:moveTo>
                  <a:lnTo>
                    <a:pt x="0" y="77825"/>
                  </a:lnTo>
                  <a:lnTo>
                    <a:pt x="0" y="99872"/>
                  </a:lnTo>
                  <a:lnTo>
                    <a:pt x="34404" y="99872"/>
                  </a:lnTo>
                  <a:lnTo>
                    <a:pt x="34404" y="77825"/>
                  </a:lnTo>
                  <a:close/>
                </a:path>
                <a:path w="34925" h="100329">
                  <a:moveTo>
                    <a:pt x="34404" y="0"/>
                  </a:moveTo>
                  <a:lnTo>
                    <a:pt x="0" y="0"/>
                  </a:lnTo>
                  <a:lnTo>
                    <a:pt x="0" y="46710"/>
                  </a:lnTo>
                  <a:lnTo>
                    <a:pt x="34404" y="46710"/>
                  </a:lnTo>
                  <a:lnTo>
                    <a:pt x="3440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" name="object 747" descr=""/>
            <p:cNvSpPr/>
            <p:nvPr/>
          </p:nvSpPr>
          <p:spPr>
            <a:xfrm>
              <a:off x="9571163" y="9199385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23"/>
                  </a:moveTo>
                  <a:lnTo>
                    <a:pt x="34396" y="129723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12972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8" name="object 748" descr=""/>
            <p:cNvSpPr/>
            <p:nvPr/>
          </p:nvSpPr>
          <p:spPr>
            <a:xfrm>
              <a:off x="9844773" y="8628488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29" y="56007"/>
                  </a:moveTo>
                  <a:lnTo>
                    <a:pt x="0" y="56007"/>
                  </a:lnTo>
                  <a:lnTo>
                    <a:pt x="0" y="93218"/>
                  </a:lnTo>
                  <a:lnTo>
                    <a:pt x="34429" y="93218"/>
                  </a:lnTo>
                  <a:lnTo>
                    <a:pt x="34429" y="56007"/>
                  </a:lnTo>
                  <a:close/>
                </a:path>
                <a:path w="34925" h="93345">
                  <a:moveTo>
                    <a:pt x="34429" y="0"/>
                  </a:moveTo>
                  <a:lnTo>
                    <a:pt x="0" y="0"/>
                  </a:lnTo>
                  <a:lnTo>
                    <a:pt x="0" y="28028"/>
                  </a:lnTo>
                  <a:lnTo>
                    <a:pt x="34429" y="28028"/>
                  </a:lnTo>
                  <a:lnTo>
                    <a:pt x="344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" name="object 749" descr=""/>
            <p:cNvSpPr/>
            <p:nvPr/>
          </p:nvSpPr>
          <p:spPr>
            <a:xfrm>
              <a:off x="9844778" y="8628481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28" y="93222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0" name="object 750" descr=""/>
            <p:cNvSpPr/>
            <p:nvPr/>
          </p:nvSpPr>
          <p:spPr>
            <a:xfrm>
              <a:off x="9790087" y="8628488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04" y="56007"/>
                  </a:moveTo>
                  <a:lnTo>
                    <a:pt x="0" y="56007"/>
                  </a:lnTo>
                  <a:lnTo>
                    <a:pt x="0" y="93218"/>
                  </a:lnTo>
                  <a:lnTo>
                    <a:pt x="34404" y="93218"/>
                  </a:lnTo>
                  <a:lnTo>
                    <a:pt x="34404" y="56007"/>
                  </a:lnTo>
                  <a:close/>
                </a:path>
                <a:path w="34925" h="93345">
                  <a:moveTo>
                    <a:pt x="34404" y="0"/>
                  </a:moveTo>
                  <a:lnTo>
                    <a:pt x="0" y="0"/>
                  </a:lnTo>
                  <a:lnTo>
                    <a:pt x="0" y="20345"/>
                  </a:lnTo>
                  <a:lnTo>
                    <a:pt x="0" y="28028"/>
                  </a:lnTo>
                  <a:lnTo>
                    <a:pt x="34404" y="28028"/>
                  </a:lnTo>
                  <a:lnTo>
                    <a:pt x="34404" y="20345"/>
                  </a:lnTo>
                  <a:lnTo>
                    <a:pt x="3440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" name="object 751" descr=""/>
            <p:cNvSpPr/>
            <p:nvPr/>
          </p:nvSpPr>
          <p:spPr>
            <a:xfrm>
              <a:off x="9790089" y="8628481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07" y="93222"/>
                  </a:lnTo>
                  <a:lnTo>
                    <a:pt x="34407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2" name="object 752" descr=""/>
            <p:cNvSpPr/>
            <p:nvPr/>
          </p:nvSpPr>
          <p:spPr>
            <a:xfrm>
              <a:off x="9735375" y="8628488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17" y="56007"/>
                  </a:moveTo>
                  <a:lnTo>
                    <a:pt x="0" y="56007"/>
                  </a:lnTo>
                  <a:lnTo>
                    <a:pt x="0" y="93218"/>
                  </a:lnTo>
                  <a:lnTo>
                    <a:pt x="34417" y="93218"/>
                  </a:lnTo>
                  <a:lnTo>
                    <a:pt x="34417" y="56007"/>
                  </a:lnTo>
                  <a:close/>
                </a:path>
                <a:path w="34925" h="93345">
                  <a:moveTo>
                    <a:pt x="34417" y="0"/>
                  </a:moveTo>
                  <a:lnTo>
                    <a:pt x="0" y="0"/>
                  </a:lnTo>
                  <a:lnTo>
                    <a:pt x="0" y="20345"/>
                  </a:lnTo>
                  <a:lnTo>
                    <a:pt x="34417" y="20345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" name="object 753" descr=""/>
            <p:cNvSpPr/>
            <p:nvPr/>
          </p:nvSpPr>
          <p:spPr>
            <a:xfrm>
              <a:off x="9735378" y="8628481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17" y="93222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4" name="object 754" descr=""/>
            <p:cNvSpPr/>
            <p:nvPr/>
          </p:nvSpPr>
          <p:spPr>
            <a:xfrm>
              <a:off x="9680613" y="8628488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391" y="56007"/>
                  </a:moveTo>
                  <a:lnTo>
                    <a:pt x="0" y="56007"/>
                  </a:lnTo>
                  <a:lnTo>
                    <a:pt x="0" y="93218"/>
                  </a:lnTo>
                  <a:lnTo>
                    <a:pt x="34391" y="93218"/>
                  </a:lnTo>
                  <a:lnTo>
                    <a:pt x="34391" y="56007"/>
                  </a:lnTo>
                  <a:close/>
                </a:path>
                <a:path w="34925" h="93345">
                  <a:moveTo>
                    <a:pt x="34391" y="0"/>
                  </a:moveTo>
                  <a:lnTo>
                    <a:pt x="0" y="0"/>
                  </a:lnTo>
                  <a:lnTo>
                    <a:pt x="0" y="20345"/>
                  </a:lnTo>
                  <a:lnTo>
                    <a:pt x="34391" y="20345"/>
                  </a:lnTo>
                  <a:lnTo>
                    <a:pt x="34391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" name="object 755" descr=""/>
            <p:cNvSpPr/>
            <p:nvPr/>
          </p:nvSpPr>
          <p:spPr>
            <a:xfrm>
              <a:off x="9680616" y="8628481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396" y="93222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6" name="object 756" descr=""/>
            <p:cNvSpPr/>
            <p:nvPr/>
          </p:nvSpPr>
          <p:spPr>
            <a:xfrm>
              <a:off x="9625863" y="8628488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17" y="56007"/>
                  </a:moveTo>
                  <a:lnTo>
                    <a:pt x="0" y="56007"/>
                  </a:lnTo>
                  <a:lnTo>
                    <a:pt x="0" y="93218"/>
                  </a:lnTo>
                  <a:lnTo>
                    <a:pt x="34417" y="93218"/>
                  </a:lnTo>
                  <a:lnTo>
                    <a:pt x="34417" y="56007"/>
                  </a:lnTo>
                  <a:close/>
                </a:path>
                <a:path w="34925" h="93345">
                  <a:moveTo>
                    <a:pt x="34417" y="0"/>
                  </a:moveTo>
                  <a:lnTo>
                    <a:pt x="0" y="0"/>
                  </a:lnTo>
                  <a:lnTo>
                    <a:pt x="0" y="20345"/>
                  </a:lnTo>
                  <a:lnTo>
                    <a:pt x="34417" y="20345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" name="object 757" descr=""/>
            <p:cNvSpPr/>
            <p:nvPr/>
          </p:nvSpPr>
          <p:spPr>
            <a:xfrm>
              <a:off x="9625874" y="8628481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17" y="93222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8" name="object 758" descr=""/>
            <p:cNvSpPr/>
            <p:nvPr/>
          </p:nvSpPr>
          <p:spPr>
            <a:xfrm>
              <a:off x="9571152" y="8628488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04" y="56007"/>
                  </a:moveTo>
                  <a:lnTo>
                    <a:pt x="0" y="56007"/>
                  </a:lnTo>
                  <a:lnTo>
                    <a:pt x="0" y="93218"/>
                  </a:lnTo>
                  <a:lnTo>
                    <a:pt x="34404" y="93218"/>
                  </a:lnTo>
                  <a:lnTo>
                    <a:pt x="34404" y="56007"/>
                  </a:lnTo>
                  <a:close/>
                </a:path>
                <a:path w="34925" h="93345">
                  <a:moveTo>
                    <a:pt x="34404" y="0"/>
                  </a:moveTo>
                  <a:lnTo>
                    <a:pt x="0" y="0"/>
                  </a:lnTo>
                  <a:lnTo>
                    <a:pt x="0" y="20345"/>
                  </a:lnTo>
                  <a:lnTo>
                    <a:pt x="34404" y="20345"/>
                  </a:lnTo>
                  <a:lnTo>
                    <a:pt x="3440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9" name="object 759" descr=""/>
            <p:cNvSpPr/>
            <p:nvPr/>
          </p:nvSpPr>
          <p:spPr>
            <a:xfrm>
              <a:off x="9571163" y="8628481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396" y="93222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0" name="object 760" descr=""/>
            <p:cNvSpPr/>
            <p:nvPr/>
          </p:nvSpPr>
          <p:spPr>
            <a:xfrm>
              <a:off x="9844778" y="8762309"/>
              <a:ext cx="34925" cy="50165"/>
            </a:xfrm>
            <a:custGeom>
              <a:avLst/>
              <a:gdLst/>
              <a:ahLst/>
              <a:cxnLst/>
              <a:rect l="l" t="t" r="r" b="b"/>
              <a:pathLst>
                <a:path w="34925" h="50165">
                  <a:moveTo>
                    <a:pt x="0" y="49830"/>
                  </a:moveTo>
                  <a:lnTo>
                    <a:pt x="34428" y="49830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4983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" name="object 761" descr=""/>
            <p:cNvSpPr/>
            <p:nvPr/>
          </p:nvSpPr>
          <p:spPr>
            <a:xfrm>
              <a:off x="9844778" y="874223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43"/>
                  </a:moveTo>
                  <a:lnTo>
                    <a:pt x="34428" y="93243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932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2" name="object 762" descr=""/>
            <p:cNvSpPr/>
            <p:nvPr/>
          </p:nvSpPr>
          <p:spPr>
            <a:xfrm>
              <a:off x="9790087" y="8762320"/>
              <a:ext cx="34925" cy="50165"/>
            </a:xfrm>
            <a:custGeom>
              <a:avLst/>
              <a:gdLst/>
              <a:ahLst/>
              <a:cxnLst/>
              <a:rect l="l" t="t" r="r" b="b"/>
              <a:pathLst>
                <a:path w="34925" h="50165">
                  <a:moveTo>
                    <a:pt x="34404" y="0"/>
                  </a:moveTo>
                  <a:lnTo>
                    <a:pt x="0" y="0"/>
                  </a:lnTo>
                  <a:lnTo>
                    <a:pt x="0" y="43281"/>
                  </a:lnTo>
                  <a:lnTo>
                    <a:pt x="0" y="49822"/>
                  </a:lnTo>
                  <a:lnTo>
                    <a:pt x="34404" y="49822"/>
                  </a:lnTo>
                  <a:lnTo>
                    <a:pt x="34404" y="43281"/>
                  </a:lnTo>
                  <a:lnTo>
                    <a:pt x="3440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" name="object 763" descr=""/>
            <p:cNvSpPr/>
            <p:nvPr/>
          </p:nvSpPr>
          <p:spPr>
            <a:xfrm>
              <a:off x="9790089" y="874223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43"/>
                  </a:moveTo>
                  <a:lnTo>
                    <a:pt x="34407" y="93243"/>
                  </a:lnTo>
                  <a:lnTo>
                    <a:pt x="34407" y="0"/>
                  </a:lnTo>
                  <a:lnTo>
                    <a:pt x="0" y="0"/>
                  </a:lnTo>
                  <a:lnTo>
                    <a:pt x="0" y="932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4" name="object 764" descr=""/>
            <p:cNvSpPr/>
            <p:nvPr/>
          </p:nvSpPr>
          <p:spPr>
            <a:xfrm>
              <a:off x="9735378" y="8762309"/>
              <a:ext cx="34925" cy="43815"/>
            </a:xfrm>
            <a:custGeom>
              <a:avLst/>
              <a:gdLst/>
              <a:ahLst/>
              <a:cxnLst/>
              <a:rect l="l" t="t" r="r" b="b"/>
              <a:pathLst>
                <a:path w="34925" h="43815">
                  <a:moveTo>
                    <a:pt x="0" y="43286"/>
                  </a:moveTo>
                  <a:lnTo>
                    <a:pt x="34417" y="43286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43286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" name="object 765" descr=""/>
            <p:cNvSpPr/>
            <p:nvPr/>
          </p:nvSpPr>
          <p:spPr>
            <a:xfrm>
              <a:off x="9735378" y="874223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43"/>
                  </a:moveTo>
                  <a:lnTo>
                    <a:pt x="34417" y="93243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2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6" name="object 766" descr=""/>
            <p:cNvSpPr/>
            <p:nvPr/>
          </p:nvSpPr>
          <p:spPr>
            <a:xfrm>
              <a:off x="9680616" y="8762309"/>
              <a:ext cx="34925" cy="43815"/>
            </a:xfrm>
            <a:custGeom>
              <a:avLst/>
              <a:gdLst/>
              <a:ahLst/>
              <a:cxnLst/>
              <a:rect l="l" t="t" r="r" b="b"/>
              <a:pathLst>
                <a:path w="34925" h="43815">
                  <a:moveTo>
                    <a:pt x="0" y="43286"/>
                  </a:moveTo>
                  <a:lnTo>
                    <a:pt x="34396" y="43286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43286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" name="object 767" descr=""/>
            <p:cNvSpPr/>
            <p:nvPr/>
          </p:nvSpPr>
          <p:spPr>
            <a:xfrm>
              <a:off x="9680616" y="874223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43"/>
                  </a:moveTo>
                  <a:lnTo>
                    <a:pt x="34396" y="93243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932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8" name="object 768" descr=""/>
            <p:cNvSpPr/>
            <p:nvPr/>
          </p:nvSpPr>
          <p:spPr>
            <a:xfrm>
              <a:off x="9625874" y="8762309"/>
              <a:ext cx="34925" cy="43815"/>
            </a:xfrm>
            <a:custGeom>
              <a:avLst/>
              <a:gdLst/>
              <a:ahLst/>
              <a:cxnLst/>
              <a:rect l="l" t="t" r="r" b="b"/>
              <a:pathLst>
                <a:path w="34925" h="43815">
                  <a:moveTo>
                    <a:pt x="0" y="43286"/>
                  </a:moveTo>
                  <a:lnTo>
                    <a:pt x="34417" y="43286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43286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" name="object 769" descr=""/>
            <p:cNvSpPr/>
            <p:nvPr/>
          </p:nvSpPr>
          <p:spPr>
            <a:xfrm>
              <a:off x="9625874" y="874223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43"/>
                  </a:moveTo>
                  <a:lnTo>
                    <a:pt x="34417" y="93243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2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0" name="object 770" descr=""/>
            <p:cNvSpPr/>
            <p:nvPr/>
          </p:nvSpPr>
          <p:spPr>
            <a:xfrm>
              <a:off x="9571163" y="8762309"/>
              <a:ext cx="34925" cy="43815"/>
            </a:xfrm>
            <a:custGeom>
              <a:avLst/>
              <a:gdLst/>
              <a:ahLst/>
              <a:cxnLst/>
              <a:rect l="l" t="t" r="r" b="b"/>
              <a:pathLst>
                <a:path w="34925" h="43815">
                  <a:moveTo>
                    <a:pt x="0" y="43286"/>
                  </a:moveTo>
                  <a:lnTo>
                    <a:pt x="34396" y="43286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43286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" name="object 771" descr=""/>
            <p:cNvSpPr/>
            <p:nvPr/>
          </p:nvSpPr>
          <p:spPr>
            <a:xfrm>
              <a:off x="9571163" y="874223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43"/>
                  </a:moveTo>
                  <a:lnTo>
                    <a:pt x="34396" y="93243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932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2" name="object 772" descr=""/>
            <p:cNvSpPr/>
            <p:nvPr/>
          </p:nvSpPr>
          <p:spPr>
            <a:xfrm>
              <a:off x="9844773" y="885608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29" y="61874"/>
                  </a:moveTo>
                  <a:lnTo>
                    <a:pt x="0" y="61874"/>
                  </a:lnTo>
                  <a:lnTo>
                    <a:pt x="0" y="93192"/>
                  </a:lnTo>
                  <a:lnTo>
                    <a:pt x="34429" y="93192"/>
                  </a:lnTo>
                  <a:lnTo>
                    <a:pt x="34429" y="61874"/>
                  </a:lnTo>
                  <a:close/>
                </a:path>
                <a:path w="34925" h="93345">
                  <a:moveTo>
                    <a:pt x="34429" y="0"/>
                  </a:moveTo>
                  <a:lnTo>
                    <a:pt x="0" y="0"/>
                  </a:lnTo>
                  <a:lnTo>
                    <a:pt x="0" y="33896"/>
                  </a:lnTo>
                  <a:lnTo>
                    <a:pt x="34429" y="33896"/>
                  </a:lnTo>
                  <a:lnTo>
                    <a:pt x="344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" name="object 773" descr=""/>
            <p:cNvSpPr/>
            <p:nvPr/>
          </p:nvSpPr>
          <p:spPr>
            <a:xfrm>
              <a:off x="9844778" y="885607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428" y="93190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4" name="object 774" descr=""/>
            <p:cNvSpPr/>
            <p:nvPr/>
          </p:nvSpPr>
          <p:spPr>
            <a:xfrm>
              <a:off x="9790087" y="885608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04" y="61874"/>
                  </a:moveTo>
                  <a:lnTo>
                    <a:pt x="0" y="61874"/>
                  </a:lnTo>
                  <a:lnTo>
                    <a:pt x="0" y="93192"/>
                  </a:lnTo>
                  <a:lnTo>
                    <a:pt x="34404" y="93192"/>
                  </a:lnTo>
                  <a:lnTo>
                    <a:pt x="34404" y="61874"/>
                  </a:lnTo>
                  <a:close/>
                </a:path>
                <a:path w="34925" h="93345">
                  <a:moveTo>
                    <a:pt x="34404" y="0"/>
                  </a:moveTo>
                  <a:lnTo>
                    <a:pt x="0" y="0"/>
                  </a:lnTo>
                  <a:lnTo>
                    <a:pt x="0" y="27901"/>
                  </a:lnTo>
                  <a:lnTo>
                    <a:pt x="0" y="33896"/>
                  </a:lnTo>
                  <a:lnTo>
                    <a:pt x="34404" y="33896"/>
                  </a:lnTo>
                  <a:lnTo>
                    <a:pt x="34404" y="27901"/>
                  </a:lnTo>
                  <a:lnTo>
                    <a:pt x="3440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" name="object 775" descr=""/>
            <p:cNvSpPr/>
            <p:nvPr/>
          </p:nvSpPr>
          <p:spPr>
            <a:xfrm>
              <a:off x="9790089" y="885607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407" y="93190"/>
                  </a:lnTo>
                  <a:lnTo>
                    <a:pt x="34407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6" name="object 776" descr=""/>
            <p:cNvSpPr/>
            <p:nvPr/>
          </p:nvSpPr>
          <p:spPr>
            <a:xfrm>
              <a:off x="9735375" y="885608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17" y="61874"/>
                  </a:moveTo>
                  <a:lnTo>
                    <a:pt x="0" y="61874"/>
                  </a:lnTo>
                  <a:lnTo>
                    <a:pt x="0" y="93192"/>
                  </a:lnTo>
                  <a:lnTo>
                    <a:pt x="34417" y="93192"/>
                  </a:lnTo>
                  <a:lnTo>
                    <a:pt x="34417" y="61874"/>
                  </a:lnTo>
                  <a:close/>
                </a:path>
                <a:path w="34925" h="93345">
                  <a:moveTo>
                    <a:pt x="34417" y="0"/>
                  </a:moveTo>
                  <a:lnTo>
                    <a:pt x="0" y="0"/>
                  </a:lnTo>
                  <a:lnTo>
                    <a:pt x="0" y="27901"/>
                  </a:lnTo>
                  <a:lnTo>
                    <a:pt x="34417" y="27901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" name="object 777" descr=""/>
            <p:cNvSpPr/>
            <p:nvPr/>
          </p:nvSpPr>
          <p:spPr>
            <a:xfrm>
              <a:off x="9735378" y="885607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417" y="93190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8" name="object 778" descr=""/>
            <p:cNvSpPr/>
            <p:nvPr/>
          </p:nvSpPr>
          <p:spPr>
            <a:xfrm>
              <a:off x="9680613" y="885608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391" y="61874"/>
                  </a:moveTo>
                  <a:lnTo>
                    <a:pt x="0" y="61874"/>
                  </a:lnTo>
                  <a:lnTo>
                    <a:pt x="0" y="93192"/>
                  </a:lnTo>
                  <a:lnTo>
                    <a:pt x="34391" y="93192"/>
                  </a:lnTo>
                  <a:lnTo>
                    <a:pt x="34391" y="61874"/>
                  </a:lnTo>
                  <a:close/>
                </a:path>
                <a:path w="34925" h="93345">
                  <a:moveTo>
                    <a:pt x="34391" y="0"/>
                  </a:moveTo>
                  <a:lnTo>
                    <a:pt x="0" y="0"/>
                  </a:lnTo>
                  <a:lnTo>
                    <a:pt x="0" y="27901"/>
                  </a:lnTo>
                  <a:lnTo>
                    <a:pt x="34391" y="27901"/>
                  </a:lnTo>
                  <a:lnTo>
                    <a:pt x="34391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" name="object 779" descr=""/>
            <p:cNvSpPr/>
            <p:nvPr/>
          </p:nvSpPr>
          <p:spPr>
            <a:xfrm>
              <a:off x="9680616" y="885607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396" y="93190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0" name="object 780" descr=""/>
            <p:cNvSpPr/>
            <p:nvPr/>
          </p:nvSpPr>
          <p:spPr>
            <a:xfrm>
              <a:off x="9625863" y="885608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17" y="61874"/>
                  </a:moveTo>
                  <a:lnTo>
                    <a:pt x="0" y="61874"/>
                  </a:lnTo>
                  <a:lnTo>
                    <a:pt x="0" y="93192"/>
                  </a:lnTo>
                  <a:lnTo>
                    <a:pt x="34417" y="93192"/>
                  </a:lnTo>
                  <a:lnTo>
                    <a:pt x="34417" y="61874"/>
                  </a:lnTo>
                  <a:close/>
                </a:path>
                <a:path w="34925" h="93345">
                  <a:moveTo>
                    <a:pt x="34417" y="0"/>
                  </a:moveTo>
                  <a:lnTo>
                    <a:pt x="0" y="0"/>
                  </a:lnTo>
                  <a:lnTo>
                    <a:pt x="0" y="27901"/>
                  </a:lnTo>
                  <a:lnTo>
                    <a:pt x="34417" y="27901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" name="object 781" descr=""/>
            <p:cNvSpPr/>
            <p:nvPr/>
          </p:nvSpPr>
          <p:spPr>
            <a:xfrm>
              <a:off x="9625874" y="885607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417" y="93190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2" name="object 782" descr=""/>
            <p:cNvSpPr/>
            <p:nvPr/>
          </p:nvSpPr>
          <p:spPr>
            <a:xfrm>
              <a:off x="9571152" y="885608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04" y="61874"/>
                  </a:moveTo>
                  <a:lnTo>
                    <a:pt x="0" y="61874"/>
                  </a:lnTo>
                  <a:lnTo>
                    <a:pt x="0" y="93192"/>
                  </a:lnTo>
                  <a:lnTo>
                    <a:pt x="34404" y="93192"/>
                  </a:lnTo>
                  <a:lnTo>
                    <a:pt x="34404" y="61874"/>
                  </a:lnTo>
                  <a:close/>
                </a:path>
                <a:path w="34925" h="93345">
                  <a:moveTo>
                    <a:pt x="34404" y="0"/>
                  </a:moveTo>
                  <a:lnTo>
                    <a:pt x="0" y="0"/>
                  </a:lnTo>
                  <a:lnTo>
                    <a:pt x="0" y="27901"/>
                  </a:lnTo>
                  <a:lnTo>
                    <a:pt x="34404" y="27901"/>
                  </a:lnTo>
                  <a:lnTo>
                    <a:pt x="3440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" name="object 783" descr=""/>
            <p:cNvSpPr/>
            <p:nvPr/>
          </p:nvSpPr>
          <p:spPr>
            <a:xfrm>
              <a:off x="9571163" y="885607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396" y="93190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4" name="object 784" descr=""/>
            <p:cNvSpPr/>
            <p:nvPr/>
          </p:nvSpPr>
          <p:spPr>
            <a:xfrm>
              <a:off x="9844778" y="8995768"/>
              <a:ext cx="34925" cy="50165"/>
            </a:xfrm>
            <a:custGeom>
              <a:avLst/>
              <a:gdLst/>
              <a:ahLst/>
              <a:cxnLst/>
              <a:rect l="l" t="t" r="r" b="b"/>
              <a:pathLst>
                <a:path w="34925" h="50165">
                  <a:moveTo>
                    <a:pt x="0" y="49841"/>
                  </a:moveTo>
                  <a:lnTo>
                    <a:pt x="34428" y="49841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49841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" name="object 785" descr=""/>
            <p:cNvSpPr/>
            <p:nvPr/>
          </p:nvSpPr>
          <p:spPr>
            <a:xfrm>
              <a:off x="9844778" y="896987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428" y="93190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6" name="object 786" descr=""/>
            <p:cNvSpPr/>
            <p:nvPr/>
          </p:nvSpPr>
          <p:spPr>
            <a:xfrm>
              <a:off x="9790087" y="8995772"/>
              <a:ext cx="34925" cy="50165"/>
            </a:xfrm>
            <a:custGeom>
              <a:avLst/>
              <a:gdLst/>
              <a:ahLst/>
              <a:cxnLst/>
              <a:rect l="l" t="t" r="r" b="b"/>
              <a:pathLst>
                <a:path w="34925" h="50165">
                  <a:moveTo>
                    <a:pt x="34404" y="0"/>
                  </a:moveTo>
                  <a:lnTo>
                    <a:pt x="0" y="0"/>
                  </a:lnTo>
                  <a:lnTo>
                    <a:pt x="0" y="44996"/>
                  </a:lnTo>
                  <a:lnTo>
                    <a:pt x="0" y="49847"/>
                  </a:lnTo>
                  <a:lnTo>
                    <a:pt x="34404" y="49847"/>
                  </a:lnTo>
                  <a:lnTo>
                    <a:pt x="34404" y="44996"/>
                  </a:lnTo>
                  <a:lnTo>
                    <a:pt x="3440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" name="object 787" descr=""/>
            <p:cNvSpPr/>
            <p:nvPr/>
          </p:nvSpPr>
          <p:spPr>
            <a:xfrm>
              <a:off x="9790089" y="896987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407" y="93190"/>
                  </a:lnTo>
                  <a:lnTo>
                    <a:pt x="34407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8" name="object 788" descr=""/>
            <p:cNvSpPr/>
            <p:nvPr/>
          </p:nvSpPr>
          <p:spPr>
            <a:xfrm>
              <a:off x="9735378" y="8995768"/>
              <a:ext cx="34925" cy="45085"/>
            </a:xfrm>
            <a:custGeom>
              <a:avLst/>
              <a:gdLst/>
              <a:ahLst/>
              <a:cxnLst/>
              <a:rect l="l" t="t" r="r" b="b"/>
              <a:pathLst>
                <a:path w="34925" h="45084">
                  <a:moveTo>
                    <a:pt x="0" y="44993"/>
                  </a:moveTo>
                  <a:lnTo>
                    <a:pt x="34417" y="44993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44993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" name="object 789" descr=""/>
            <p:cNvSpPr/>
            <p:nvPr/>
          </p:nvSpPr>
          <p:spPr>
            <a:xfrm>
              <a:off x="9735378" y="896987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417" y="93190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0" name="object 790" descr=""/>
            <p:cNvSpPr/>
            <p:nvPr/>
          </p:nvSpPr>
          <p:spPr>
            <a:xfrm>
              <a:off x="9680616" y="8995768"/>
              <a:ext cx="34925" cy="45085"/>
            </a:xfrm>
            <a:custGeom>
              <a:avLst/>
              <a:gdLst/>
              <a:ahLst/>
              <a:cxnLst/>
              <a:rect l="l" t="t" r="r" b="b"/>
              <a:pathLst>
                <a:path w="34925" h="45084">
                  <a:moveTo>
                    <a:pt x="0" y="44993"/>
                  </a:moveTo>
                  <a:lnTo>
                    <a:pt x="34396" y="44993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44993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" name="object 791" descr=""/>
            <p:cNvSpPr/>
            <p:nvPr/>
          </p:nvSpPr>
          <p:spPr>
            <a:xfrm>
              <a:off x="9680616" y="896987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396" y="93190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2" name="object 792" descr=""/>
            <p:cNvSpPr/>
            <p:nvPr/>
          </p:nvSpPr>
          <p:spPr>
            <a:xfrm>
              <a:off x="9625874" y="8995768"/>
              <a:ext cx="34925" cy="45085"/>
            </a:xfrm>
            <a:custGeom>
              <a:avLst/>
              <a:gdLst/>
              <a:ahLst/>
              <a:cxnLst/>
              <a:rect l="l" t="t" r="r" b="b"/>
              <a:pathLst>
                <a:path w="34925" h="45084">
                  <a:moveTo>
                    <a:pt x="0" y="44993"/>
                  </a:moveTo>
                  <a:lnTo>
                    <a:pt x="34417" y="44993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44993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" name="object 793" descr=""/>
            <p:cNvSpPr/>
            <p:nvPr/>
          </p:nvSpPr>
          <p:spPr>
            <a:xfrm>
              <a:off x="9625874" y="896987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417" y="93190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4" name="object 794" descr=""/>
            <p:cNvSpPr/>
            <p:nvPr/>
          </p:nvSpPr>
          <p:spPr>
            <a:xfrm>
              <a:off x="9571163" y="8995768"/>
              <a:ext cx="34925" cy="45085"/>
            </a:xfrm>
            <a:custGeom>
              <a:avLst/>
              <a:gdLst/>
              <a:ahLst/>
              <a:cxnLst/>
              <a:rect l="l" t="t" r="r" b="b"/>
              <a:pathLst>
                <a:path w="34925" h="45084">
                  <a:moveTo>
                    <a:pt x="0" y="44993"/>
                  </a:moveTo>
                  <a:lnTo>
                    <a:pt x="34396" y="44993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44993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" name="object 795" descr=""/>
            <p:cNvSpPr/>
            <p:nvPr/>
          </p:nvSpPr>
          <p:spPr>
            <a:xfrm>
              <a:off x="9571163" y="896987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396" y="93190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6" name="object 796" descr=""/>
            <p:cNvSpPr/>
            <p:nvPr/>
          </p:nvSpPr>
          <p:spPr>
            <a:xfrm>
              <a:off x="9844773" y="9083630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29" y="67792"/>
                  </a:moveTo>
                  <a:lnTo>
                    <a:pt x="0" y="67792"/>
                  </a:lnTo>
                  <a:lnTo>
                    <a:pt x="0" y="93230"/>
                  </a:lnTo>
                  <a:lnTo>
                    <a:pt x="34429" y="93230"/>
                  </a:lnTo>
                  <a:lnTo>
                    <a:pt x="34429" y="67792"/>
                  </a:lnTo>
                  <a:close/>
                </a:path>
                <a:path w="34925" h="93345">
                  <a:moveTo>
                    <a:pt x="34429" y="0"/>
                  </a:moveTo>
                  <a:lnTo>
                    <a:pt x="0" y="0"/>
                  </a:lnTo>
                  <a:lnTo>
                    <a:pt x="0" y="39814"/>
                  </a:lnTo>
                  <a:lnTo>
                    <a:pt x="34429" y="39814"/>
                  </a:lnTo>
                  <a:lnTo>
                    <a:pt x="344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" name="object 797" descr=""/>
            <p:cNvSpPr/>
            <p:nvPr/>
          </p:nvSpPr>
          <p:spPr>
            <a:xfrm>
              <a:off x="9844778" y="9083629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28" y="93222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8" name="object 798" descr=""/>
            <p:cNvSpPr/>
            <p:nvPr/>
          </p:nvSpPr>
          <p:spPr>
            <a:xfrm>
              <a:off x="9790087" y="9083630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04" y="67792"/>
                  </a:moveTo>
                  <a:lnTo>
                    <a:pt x="0" y="67792"/>
                  </a:lnTo>
                  <a:lnTo>
                    <a:pt x="0" y="93230"/>
                  </a:lnTo>
                  <a:lnTo>
                    <a:pt x="34404" y="93230"/>
                  </a:lnTo>
                  <a:lnTo>
                    <a:pt x="34404" y="67792"/>
                  </a:lnTo>
                  <a:close/>
                </a:path>
                <a:path w="34925" h="93345">
                  <a:moveTo>
                    <a:pt x="34404" y="0"/>
                  </a:moveTo>
                  <a:lnTo>
                    <a:pt x="0" y="0"/>
                  </a:lnTo>
                  <a:lnTo>
                    <a:pt x="0" y="35534"/>
                  </a:lnTo>
                  <a:lnTo>
                    <a:pt x="0" y="39814"/>
                  </a:lnTo>
                  <a:lnTo>
                    <a:pt x="34404" y="39814"/>
                  </a:lnTo>
                  <a:lnTo>
                    <a:pt x="34404" y="35534"/>
                  </a:lnTo>
                  <a:lnTo>
                    <a:pt x="3440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" name="object 799" descr=""/>
            <p:cNvSpPr/>
            <p:nvPr/>
          </p:nvSpPr>
          <p:spPr>
            <a:xfrm>
              <a:off x="9790089" y="9083629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07" y="93222"/>
                  </a:lnTo>
                  <a:lnTo>
                    <a:pt x="34407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0" name="object 800" descr=""/>
            <p:cNvSpPr/>
            <p:nvPr/>
          </p:nvSpPr>
          <p:spPr>
            <a:xfrm>
              <a:off x="9735375" y="9083630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17" y="67792"/>
                  </a:moveTo>
                  <a:lnTo>
                    <a:pt x="0" y="67792"/>
                  </a:lnTo>
                  <a:lnTo>
                    <a:pt x="0" y="93230"/>
                  </a:lnTo>
                  <a:lnTo>
                    <a:pt x="34417" y="93230"/>
                  </a:lnTo>
                  <a:lnTo>
                    <a:pt x="34417" y="67792"/>
                  </a:lnTo>
                  <a:close/>
                </a:path>
                <a:path w="34925" h="93345">
                  <a:moveTo>
                    <a:pt x="34417" y="0"/>
                  </a:moveTo>
                  <a:lnTo>
                    <a:pt x="0" y="0"/>
                  </a:lnTo>
                  <a:lnTo>
                    <a:pt x="0" y="35534"/>
                  </a:lnTo>
                  <a:lnTo>
                    <a:pt x="34417" y="35534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" name="object 801" descr=""/>
            <p:cNvSpPr/>
            <p:nvPr/>
          </p:nvSpPr>
          <p:spPr>
            <a:xfrm>
              <a:off x="9735378" y="9083629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17" y="93222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2" name="object 802" descr=""/>
            <p:cNvSpPr/>
            <p:nvPr/>
          </p:nvSpPr>
          <p:spPr>
            <a:xfrm>
              <a:off x="9680613" y="9083630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391" y="67792"/>
                  </a:moveTo>
                  <a:lnTo>
                    <a:pt x="0" y="67792"/>
                  </a:lnTo>
                  <a:lnTo>
                    <a:pt x="0" y="93230"/>
                  </a:lnTo>
                  <a:lnTo>
                    <a:pt x="34391" y="93230"/>
                  </a:lnTo>
                  <a:lnTo>
                    <a:pt x="34391" y="67792"/>
                  </a:lnTo>
                  <a:close/>
                </a:path>
                <a:path w="34925" h="93345">
                  <a:moveTo>
                    <a:pt x="34391" y="0"/>
                  </a:moveTo>
                  <a:lnTo>
                    <a:pt x="0" y="0"/>
                  </a:lnTo>
                  <a:lnTo>
                    <a:pt x="0" y="35534"/>
                  </a:lnTo>
                  <a:lnTo>
                    <a:pt x="34391" y="35534"/>
                  </a:lnTo>
                  <a:lnTo>
                    <a:pt x="34391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" name="object 803" descr=""/>
            <p:cNvSpPr/>
            <p:nvPr/>
          </p:nvSpPr>
          <p:spPr>
            <a:xfrm>
              <a:off x="9680616" y="9083629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396" y="93222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4" name="object 804" descr=""/>
            <p:cNvSpPr/>
            <p:nvPr/>
          </p:nvSpPr>
          <p:spPr>
            <a:xfrm>
              <a:off x="9625863" y="9083630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17" y="67792"/>
                  </a:moveTo>
                  <a:lnTo>
                    <a:pt x="0" y="67792"/>
                  </a:lnTo>
                  <a:lnTo>
                    <a:pt x="0" y="93230"/>
                  </a:lnTo>
                  <a:lnTo>
                    <a:pt x="34417" y="93230"/>
                  </a:lnTo>
                  <a:lnTo>
                    <a:pt x="34417" y="67792"/>
                  </a:lnTo>
                  <a:close/>
                </a:path>
                <a:path w="34925" h="93345">
                  <a:moveTo>
                    <a:pt x="34417" y="0"/>
                  </a:moveTo>
                  <a:lnTo>
                    <a:pt x="0" y="0"/>
                  </a:lnTo>
                  <a:lnTo>
                    <a:pt x="0" y="35534"/>
                  </a:lnTo>
                  <a:lnTo>
                    <a:pt x="34417" y="35534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" name="object 805" descr=""/>
            <p:cNvSpPr/>
            <p:nvPr/>
          </p:nvSpPr>
          <p:spPr>
            <a:xfrm>
              <a:off x="9625874" y="9083629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17" y="93222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6" name="object 806" descr=""/>
            <p:cNvSpPr/>
            <p:nvPr/>
          </p:nvSpPr>
          <p:spPr>
            <a:xfrm>
              <a:off x="9571152" y="9083630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04" y="67792"/>
                  </a:moveTo>
                  <a:lnTo>
                    <a:pt x="0" y="67792"/>
                  </a:lnTo>
                  <a:lnTo>
                    <a:pt x="0" y="93230"/>
                  </a:lnTo>
                  <a:lnTo>
                    <a:pt x="34404" y="93230"/>
                  </a:lnTo>
                  <a:lnTo>
                    <a:pt x="34404" y="67792"/>
                  </a:lnTo>
                  <a:close/>
                </a:path>
                <a:path w="34925" h="93345">
                  <a:moveTo>
                    <a:pt x="34404" y="0"/>
                  </a:moveTo>
                  <a:lnTo>
                    <a:pt x="0" y="0"/>
                  </a:lnTo>
                  <a:lnTo>
                    <a:pt x="0" y="35534"/>
                  </a:lnTo>
                  <a:lnTo>
                    <a:pt x="34404" y="35534"/>
                  </a:lnTo>
                  <a:lnTo>
                    <a:pt x="3440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" name="object 807" descr=""/>
            <p:cNvSpPr/>
            <p:nvPr/>
          </p:nvSpPr>
          <p:spPr>
            <a:xfrm>
              <a:off x="9571163" y="9083629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396" y="93222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8" name="object 808" descr=""/>
            <p:cNvSpPr/>
            <p:nvPr/>
          </p:nvSpPr>
          <p:spPr>
            <a:xfrm>
              <a:off x="9519463" y="9229236"/>
              <a:ext cx="34925" cy="100330"/>
            </a:xfrm>
            <a:custGeom>
              <a:avLst/>
              <a:gdLst/>
              <a:ahLst/>
              <a:cxnLst/>
              <a:rect l="l" t="t" r="r" b="b"/>
              <a:pathLst>
                <a:path w="34925" h="100329">
                  <a:moveTo>
                    <a:pt x="34391" y="77825"/>
                  </a:moveTo>
                  <a:lnTo>
                    <a:pt x="0" y="77825"/>
                  </a:lnTo>
                  <a:lnTo>
                    <a:pt x="0" y="99872"/>
                  </a:lnTo>
                  <a:lnTo>
                    <a:pt x="34391" y="99872"/>
                  </a:lnTo>
                  <a:lnTo>
                    <a:pt x="34391" y="77825"/>
                  </a:lnTo>
                  <a:close/>
                </a:path>
                <a:path w="34925" h="100329">
                  <a:moveTo>
                    <a:pt x="34391" y="0"/>
                  </a:moveTo>
                  <a:lnTo>
                    <a:pt x="0" y="0"/>
                  </a:lnTo>
                  <a:lnTo>
                    <a:pt x="0" y="46710"/>
                  </a:lnTo>
                  <a:lnTo>
                    <a:pt x="34391" y="46710"/>
                  </a:lnTo>
                  <a:lnTo>
                    <a:pt x="34391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" name="object 809" descr=""/>
            <p:cNvSpPr/>
            <p:nvPr/>
          </p:nvSpPr>
          <p:spPr>
            <a:xfrm>
              <a:off x="9519469" y="9199385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23"/>
                  </a:moveTo>
                  <a:lnTo>
                    <a:pt x="34396" y="129723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12972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0" name="object 810" descr=""/>
            <p:cNvSpPr/>
            <p:nvPr/>
          </p:nvSpPr>
          <p:spPr>
            <a:xfrm>
              <a:off x="9464726" y="9229236"/>
              <a:ext cx="34925" cy="100330"/>
            </a:xfrm>
            <a:custGeom>
              <a:avLst/>
              <a:gdLst/>
              <a:ahLst/>
              <a:cxnLst/>
              <a:rect l="l" t="t" r="r" b="b"/>
              <a:pathLst>
                <a:path w="34925" h="100329">
                  <a:moveTo>
                    <a:pt x="34366" y="77825"/>
                  </a:moveTo>
                  <a:lnTo>
                    <a:pt x="0" y="77825"/>
                  </a:lnTo>
                  <a:lnTo>
                    <a:pt x="0" y="99872"/>
                  </a:lnTo>
                  <a:lnTo>
                    <a:pt x="34366" y="99872"/>
                  </a:lnTo>
                  <a:lnTo>
                    <a:pt x="34366" y="77825"/>
                  </a:lnTo>
                  <a:close/>
                </a:path>
                <a:path w="34925" h="100329">
                  <a:moveTo>
                    <a:pt x="34366" y="0"/>
                  </a:moveTo>
                  <a:lnTo>
                    <a:pt x="0" y="0"/>
                  </a:lnTo>
                  <a:lnTo>
                    <a:pt x="0" y="46710"/>
                  </a:lnTo>
                  <a:lnTo>
                    <a:pt x="34366" y="46710"/>
                  </a:lnTo>
                  <a:lnTo>
                    <a:pt x="3436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" name="object 811" descr=""/>
            <p:cNvSpPr/>
            <p:nvPr/>
          </p:nvSpPr>
          <p:spPr>
            <a:xfrm>
              <a:off x="9464737" y="9199385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23"/>
                  </a:moveTo>
                  <a:lnTo>
                    <a:pt x="34354" y="129723"/>
                  </a:lnTo>
                  <a:lnTo>
                    <a:pt x="34354" y="0"/>
                  </a:lnTo>
                  <a:lnTo>
                    <a:pt x="0" y="0"/>
                  </a:lnTo>
                  <a:lnTo>
                    <a:pt x="0" y="12972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2" name="object 812" descr=""/>
            <p:cNvSpPr/>
            <p:nvPr/>
          </p:nvSpPr>
          <p:spPr>
            <a:xfrm>
              <a:off x="9410027" y="9229236"/>
              <a:ext cx="34925" cy="100330"/>
            </a:xfrm>
            <a:custGeom>
              <a:avLst/>
              <a:gdLst/>
              <a:ahLst/>
              <a:cxnLst/>
              <a:rect l="l" t="t" r="r" b="b"/>
              <a:pathLst>
                <a:path w="34925" h="100329">
                  <a:moveTo>
                    <a:pt x="34417" y="77825"/>
                  </a:moveTo>
                  <a:lnTo>
                    <a:pt x="0" y="77825"/>
                  </a:lnTo>
                  <a:lnTo>
                    <a:pt x="0" y="99872"/>
                  </a:lnTo>
                  <a:lnTo>
                    <a:pt x="34417" y="99872"/>
                  </a:lnTo>
                  <a:lnTo>
                    <a:pt x="34417" y="77825"/>
                  </a:lnTo>
                  <a:close/>
                </a:path>
                <a:path w="34925" h="100329">
                  <a:moveTo>
                    <a:pt x="34417" y="0"/>
                  </a:moveTo>
                  <a:lnTo>
                    <a:pt x="0" y="0"/>
                  </a:lnTo>
                  <a:lnTo>
                    <a:pt x="0" y="46710"/>
                  </a:lnTo>
                  <a:lnTo>
                    <a:pt x="34417" y="46710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" name="object 813" descr=""/>
            <p:cNvSpPr/>
            <p:nvPr/>
          </p:nvSpPr>
          <p:spPr>
            <a:xfrm>
              <a:off x="9410027" y="9199385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23"/>
                  </a:moveTo>
                  <a:lnTo>
                    <a:pt x="34428" y="129723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12972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4" name="object 814" descr=""/>
            <p:cNvSpPr/>
            <p:nvPr/>
          </p:nvSpPr>
          <p:spPr>
            <a:xfrm>
              <a:off x="9355226" y="9229236"/>
              <a:ext cx="34925" cy="100330"/>
            </a:xfrm>
            <a:custGeom>
              <a:avLst/>
              <a:gdLst/>
              <a:ahLst/>
              <a:cxnLst/>
              <a:rect l="l" t="t" r="r" b="b"/>
              <a:pathLst>
                <a:path w="34925" h="100329">
                  <a:moveTo>
                    <a:pt x="34455" y="77825"/>
                  </a:moveTo>
                  <a:lnTo>
                    <a:pt x="0" y="77825"/>
                  </a:lnTo>
                  <a:lnTo>
                    <a:pt x="0" y="99872"/>
                  </a:lnTo>
                  <a:lnTo>
                    <a:pt x="34455" y="99872"/>
                  </a:lnTo>
                  <a:lnTo>
                    <a:pt x="34455" y="77825"/>
                  </a:lnTo>
                  <a:close/>
                </a:path>
                <a:path w="34925" h="100329">
                  <a:moveTo>
                    <a:pt x="34455" y="0"/>
                  </a:moveTo>
                  <a:lnTo>
                    <a:pt x="0" y="0"/>
                  </a:lnTo>
                  <a:lnTo>
                    <a:pt x="0" y="46710"/>
                  </a:lnTo>
                  <a:lnTo>
                    <a:pt x="34455" y="46710"/>
                  </a:lnTo>
                  <a:lnTo>
                    <a:pt x="3445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" name="object 815" descr=""/>
            <p:cNvSpPr/>
            <p:nvPr/>
          </p:nvSpPr>
          <p:spPr>
            <a:xfrm>
              <a:off x="9355233" y="9199385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23"/>
                  </a:moveTo>
                  <a:lnTo>
                    <a:pt x="34459" y="129723"/>
                  </a:lnTo>
                  <a:lnTo>
                    <a:pt x="34459" y="0"/>
                  </a:lnTo>
                  <a:lnTo>
                    <a:pt x="0" y="0"/>
                  </a:lnTo>
                  <a:lnTo>
                    <a:pt x="0" y="12972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6" name="object 816" descr=""/>
            <p:cNvSpPr/>
            <p:nvPr/>
          </p:nvSpPr>
          <p:spPr>
            <a:xfrm>
              <a:off x="9300540" y="9229236"/>
              <a:ext cx="34925" cy="100330"/>
            </a:xfrm>
            <a:custGeom>
              <a:avLst/>
              <a:gdLst/>
              <a:ahLst/>
              <a:cxnLst/>
              <a:rect l="l" t="t" r="r" b="b"/>
              <a:pathLst>
                <a:path w="34925" h="100329">
                  <a:moveTo>
                    <a:pt x="34429" y="77825"/>
                  </a:moveTo>
                  <a:lnTo>
                    <a:pt x="0" y="77825"/>
                  </a:lnTo>
                  <a:lnTo>
                    <a:pt x="0" y="99872"/>
                  </a:lnTo>
                  <a:lnTo>
                    <a:pt x="34429" y="99872"/>
                  </a:lnTo>
                  <a:lnTo>
                    <a:pt x="34429" y="77825"/>
                  </a:lnTo>
                  <a:close/>
                </a:path>
                <a:path w="34925" h="100329">
                  <a:moveTo>
                    <a:pt x="34429" y="0"/>
                  </a:moveTo>
                  <a:lnTo>
                    <a:pt x="0" y="0"/>
                  </a:lnTo>
                  <a:lnTo>
                    <a:pt x="0" y="46710"/>
                  </a:lnTo>
                  <a:lnTo>
                    <a:pt x="34429" y="46710"/>
                  </a:lnTo>
                  <a:lnTo>
                    <a:pt x="344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" name="object 817" descr=""/>
            <p:cNvSpPr/>
            <p:nvPr/>
          </p:nvSpPr>
          <p:spPr>
            <a:xfrm>
              <a:off x="9300543" y="9199385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23"/>
                  </a:moveTo>
                  <a:lnTo>
                    <a:pt x="34428" y="129723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12972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8" name="object 818" descr=""/>
            <p:cNvSpPr/>
            <p:nvPr/>
          </p:nvSpPr>
          <p:spPr>
            <a:xfrm>
              <a:off x="9245816" y="9229236"/>
              <a:ext cx="34925" cy="100330"/>
            </a:xfrm>
            <a:custGeom>
              <a:avLst/>
              <a:gdLst/>
              <a:ahLst/>
              <a:cxnLst/>
              <a:rect l="l" t="t" r="r" b="b"/>
              <a:pathLst>
                <a:path w="34925" h="100329">
                  <a:moveTo>
                    <a:pt x="34417" y="77825"/>
                  </a:moveTo>
                  <a:lnTo>
                    <a:pt x="0" y="77825"/>
                  </a:lnTo>
                  <a:lnTo>
                    <a:pt x="0" y="99872"/>
                  </a:lnTo>
                  <a:lnTo>
                    <a:pt x="34417" y="99872"/>
                  </a:lnTo>
                  <a:lnTo>
                    <a:pt x="34417" y="77825"/>
                  </a:lnTo>
                  <a:close/>
                </a:path>
                <a:path w="34925" h="100329">
                  <a:moveTo>
                    <a:pt x="34417" y="0"/>
                  </a:moveTo>
                  <a:lnTo>
                    <a:pt x="0" y="0"/>
                  </a:lnTo>
                  <a:lnTo>
                    <a:pt x="0" y="46710"/>
                  </a:lnTo>
                  <a:lnTo>
                    <a:pt x="34417" y="46710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" name="object 819" descr=""/>
            <p:cNvSpPr/>
            <p:nvPr/>
          </p:nvSpPr>
          <p:spPr>
            <a:xfrm>
              <a:off x="9245823" y="9199385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23"/>
                  </a:moveTo>
                  <a:lnTo>
                    <a:pt x="34417" y="129723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12972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0" name="object 820" descr=""/>
            <p:cNvSpPr/>
            <p:nvPr/>
          </p:nvSpPr>
          <p:spPr>
            <a:xfrm>
              <a:off x="9519463" y="8628488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391" y="56007"/>
                  </a:moveTo>
                  <a:lnTo>
                    <a:pt x="0" y="56007"/>
                  </a:lnTo>
                  <a:lnTo>
                    <a:pt x="0" y="93218"/>
                  </a:lnTo>
                  <a:lnTo>
                    <a:pt x="34391" y="93218"/>
                  </a:lnTo>
                  <a:lnTo>
                    <a:pt x="34391" y="56007"/>
                  </a:lnTo>
                  <a:close/>
                </a:path>
                <a:path w="34925" h="93345">
                  <a:moveTo>
                    <a:pt x="34391" y="0"/>
                  </a:moveTo>
                  <a:lnTo>
                    <a:pt x="0" y="0"/>
                  </a:lnTo>
                  <a:lnTo>
                    <a:pt x="0" y="20345"/>
                  </a:lnTo>
                  <a:lnTo>
                    <a:pt x="34391" y="20345"/>
                  </a:lnTo>
                  <a:lnTo>
                    <a:pt x="34391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" name="object 821" descr=""/>
            <p:cNvSpPr/>
            <p:nvPr/>
          </p:nvSpPr>
          <p:spPr>
            <a:xfrm>
              <a:off x="9519469" y="8628481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396" y="93222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2" name="object 822" descr=""/>
            <p:cNvSpPr/>
            <p:nvPr/>
          </p:nvSpPr>
          <p:spPr>
            <a:xfrm>
              <a:off x="9464726" y="8628488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366" y="56007"/>
                  </a:moveTo>
                  <a:lnTo>
                    <a:pt x="0" y="56007"/>
                  </a:lnTo>
                  <a:lnTo>
                    <a:pt x="0" y="93218"/>
                  </a:lnTo>
                  <a:lnTo>
                    <a:pt x="34366" y="93218"/>
                  </a:lnTo>
                  <a:lnTo>
                    <a:pt x="34366" y="56007"/>
                  </a:lnTo>
                  <a:close/>
                </a:path>
                <a:path w="34925" h="93345">
                  <a:moveTo>
                    <a:pt x="34366" y="0"/>
                  </a:moveTo>
                  <a:lnTo>
                    <a:pt x="0" y="0"/>
                  </a:lnTo>
                  <a:lnTo>
                    <a:pt x="0" y="20345"/>
                  </a:lnTo>
                  <a:lnTo>
                    <a:pt x="34366" y="20345"/>
                  </a:lnTo>
                  <a:lnTo>
                    <a:pt x="3436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3" name="object 823" descr=""/>
            <p:cNvSpPr/>
            <p:nvPr/>
          </p:nvSpPr>
          <p:spPr>
            <a:xfrm>
              <a:off x="9464737" y="8628481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354" y="93222"/>
                  </a:lnTo>
                  <a:lnTo>
                    <a:pt x="34354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4" name="object 824" descr=""/>
            <p:cNvSpPr/>
            <p:nvPr/>
          </p:nvSpPr>
          <p:spPr>
            <a:xfrm>
              <a:off x="9410027" y="8628488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17" y="56007"/>
                  </a:moveTo>
                  <a:lnTo>
                    <a:pt x="0" y="56007"/>
                  </a:lnTo>
                  <a:lnTo>
                    <a:pt x="0" y="93218"/>
                  </a:lnTo>
                  <a:lnTo>
                    <a:pt x="34417" y="93218"/>
                  </a:lnTo>
                  <a:lnTo>
                    <a:pt x="34417" y="56007"/>
                  </a:lnTo>
                  <a:close/>
                </a:path>
                <a:path w="34925" h="93345">
                  <a:moveTo>
                    <a:pt x="34417" y="0"/>
                  </a:moveTo>
                  <a:lnTo>
                    <a:pt x="0" y="0"/>
                  </a:lnTo>
                  <a:lnTo>
                    <a:pt x="0" y="20345"/>
                  </a:lnTo>
                  <a:lnTo>
                    <a:pt x="34417" y="20345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" name="object 825" descr=""/>
            <p:cNvSpPr/>
            <p:nvPr/>
          </p:nvSpPr>
          <p:spPr>
            <a:xfrm>
              <a:off x="9410027" y="8628481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28" y="93222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6" name="object 826" descr=""/>
            <p:cNvSpPr/>
            <p:nvPr/>
          </p:nvSpPr>
          <p:spPr>
            <a:xfrm>
              <a:off x="9355226" y="8628488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55" y="56007"/>
                  </a:moveTo>
                  <a:lnTo>
                    <a:pt x="0" y="56007"/>
                  </a:lnTo>
                  <a:lnTo>
                    <a:pt x="0" y="93218"/>
                  </a:lnTo>
                  <a:lnTo>
                    <a:pt x="34455" y="93218"/>
                  </a:lnTo>
                  <a:lnTo>
                    <a:pt x="34455" y="56007"/>
                  </a:lnTo>
                  <a:close/>
                </a:path>
                <a:path w="34925" h="93345">
                  <a:moveTo>
                    <a:pt x="34455" y="0"/>
                  </a:moveTo>
                  <a:lnTo>
                    <a:pt x="0" y="0"/>
                  </a:lnTo>
                  <a:lnTo>
                    <a:pt x="0" y="20345"/>
                  </a:lnTo>
                  <a:lnTo>
                    <a:pt x="34455" y="20345"/>
                  </a:lnTo>
                  <a:lnTo>
                    <a:pt x="3445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" name="object 827" descr=""/>
            <p:cNvSpPr/>
            <p:nvPr/>
          </p:nvSpPr>
          <p:spPr>
            <a:xfrm>
              <a:off x="9355233" y="8628481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59" y="93222"/>
                  </a:lnTo>
                  <a:lnTo>
                    <a:pt x="34459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8" name="object 828" descr=""/>
            <p:cNvSpPr/>
            <p:nvPr/>
          </p:nvSpPr>
          <p:spPr>
            <a:xfrm>
              <a:off x="9300540" y="8628488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29" y="56007"/>
                  </a:moveTo>
                  <a:lnTo>
                    <a:pt x="0" y="56007"/>
                  </a:lnTo>
                  <a:lnTo>
                    <a:pt x="0" y="93218"/>
                  </a:lnTo>
                  <a:lnTo>
                    <a:pt x="34429" y="93218"/>
                  </a:lnTo>
                  <a:lnTo>
                    <a:pt x="34429" y="56007"/>
                  </a:lnTo>
                  <a:close/>
                </a:path>
                <a:path w="34925" h="93345">
                  <a:moveTo>
                    <a:pt x="34429" y="0"/>
                  </a:moveTo>
                  <a:lnTo>
                    <a:pt x="0" y="0"/>
                  </a:lnTo>
                  <a:lnTo>
                    <a:pt x="0" y="20345"/>
                  </a:lnTo>
                  <a:lnTo>
                    <a:pt x="34429" y="20345"/>
                  </a:lnTo>
                  <a:lnTo>
                    <a:pt x="344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" name="object 829" descr=""/>
            <p:cNvSpPr/>
            <p:nvPr/>
          </p:nvSpPr>
          <p:spPr>
            <a:xfrm>
              <a:off x="9300543" y="8628481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28" y="93222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0" name="object 830" descr=""/>
            <p:cNvSpPr/>
            <p:nvPr/>
          </p:nvSpPr>
          <p:spPr>
            <a:xfrm>
              <a:off x="9245816" y="8628488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17" y="56007"/>
                  </a:moveTo>
                  <a:lnTo>
                    <a:pt x="0" y="56007"/>
                  </a:lnTo>
                  <a:lnTo>
                    <a:pt x="0" y="93218"/>
                  </a:lnTo>
                  <a:lnTo>
                    <a:pt x="34417" y="93218"/>
                  </a:lnTo>
                  <a:lnTo>
                    <a:pt x="34417" y="56007"/>
                  </a:lnTo>
                  <a:close/>
                </a:path>
                <a:path w="34925" h="93345">
                  <a:moveTo>
                    <a:pt x="34417" y="0"/>
                  </a:moveTo>
                  <a:lnTo>
                    <a:pt x="0" y="0"/>
                  </a:lnTo>
                  <a:lnTo>
                    <a:pt x="0" y="20345"/>
                  </a:lnTo>
                  <a:lnTo>
                    <a:pt x="34417" y="20345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1" name="object 831" descr=""/>
            <p:cNvSpPr/>
            <p:nvPr/>
          </p:nvSpPr>
          <p:spPr>
            <a:xfrm>
              <a:off x="9245823" y="8628481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17" y="93222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2" name="object 832" descr=""/>
            <p:cNvSpPr/>
            <p:nvPr/>
          </p:nvSpPr>
          <p:spPr>
            <a:xfrm>
              <a:off x="9519469" y="8762309"/>
              <a:ext cx="34925" cy="43815"/>
            </a:xfrm>
            <a:custGeom>
              <a:avLst/>
              <a:gdLst/>
              <a:ahLst/>
              <a:cxnLst/>
              <a:rect l="l" t="t" r="r" b="b"/>
              <a:pathLst>
                <a:path w="34925" h="43815">
                  <a:moveTo>
                    <a:pt x="0" y="43286"/>
                  </a:moveTo>
                  <a:lnTo>
                    <a:pt x="34396" y="43286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43286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3" name="object 833" descr=""/>
            <p:cNvSpPr/>
            <p:nvPr/>
          </p:nvSpPr>
          <p:spPr>
            <a:xfrm>
              <a:off x="9519469" y="874223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43"/>
                  </a:moveTo>
                  <a:lnTo>
                    <a:pt x="34396" y="93243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932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4" name="object 834" descr=""/>
            <p:cNvSpPr/>
            <p:nvPr/>
          </p:nvSpPr>
          <p:spPr>
            <a:xfrm>
              <a:off x="9464737" y="8762309"/>
              <a:ext cx="34925" cy="43815"/>
            </a:xfrm>
            <a:custGeom>
              <a:avLst/>
              <a:gdLst/>
              <a:ahLst/>
              <a:cxnLst/>
              <a:rect l="l" t="t" r="r" b="b"/>
              <a:pathLst>
                <a:path w="34925" h="43815">
                  <a:moveTo>
                    <a:pt x="0" y="43286"/>
                  </a:moveTo>
                  <a:lnTo>
                    <a:pt x="34354" y="43286"/>
                  </a:lnTo>
                  <a:lnTo>
                    <a:pt x="34354" y="0"/>
                  </a:lnTo>
                  <a:lnTo>
                    <a:pt x="0" y="0"/>
                  </a:lnTo>
                  <a:lnTo>
                    <a:pt x="0" y="43286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5" name="object 835" descr=""/>
            <p:cNvSpPr/>
            <p:nvPr/>
          </p:nvSpPr>
          <p:spPr>
            <a:xfrm>
              <a:off x="9464737" y="874223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43"/>
                  </a:moveTo>
                  <a:lnTo>
                    <a:pt x="34354" y="93243"/>
                  </a:lnTo>
                  <a:lnTo>
                    <a:pt x="34354" y="0"/>
                  </a:lnTo>
                  <a:lnTo>
                    <a:pt x="0" y="0"/>
                  </a:lnTo>
                  <a:lnTo>
                    <a:pt x="0" y="932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6" name="object 836" descr=""/>
            <p:cNvSpPr/>
            <p:nvPr/>
          </p:nvSpPr>
          <p:spPr>
            <a:xfrm>
              <a:off x="9410027" y="8762309"/>
              <a:ext cx="34925" cy="43815"/>
            </a:xfrm>
            <a:custGeom>
              <a:avLst/>
              <a:gdLst/>
              <a:ahLst/>
              <a:cxnLst/>
              <a:rect l="l" t="t" r="r" b="b"/>
              <a:pathLst>
                <a:path w="34925" h="43815">
                  <a:moveTo>
                    <a:pt x="0" y="43286"/>
                  </a:moveTo>
                  <a:lnTo>
                    <a:pt x="34428" y="43286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43286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" name="object 837" descr=""/>
            <p:cNvSpPr/>
            <p:nvPr/>
          </p:nvSpPr>
          <p:spPr>
            <a:xfrm>
              <a:off x="9410027" y="874223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43"/>
                  </a:moveTo>
                  <a:lnTo>
                    <a:pt x="34428" y="93243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932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8" name="object 838" descr=""/>
            <p:cNvSpPr/>
            <p:nvPr/>
          </p:nvSpPr>
          <p:spPr>
            <a:xfrm>
              <a:off x="9355233" y="8762309"/>
              <a:ext cx="34925" cy="43815"/>
            </a:xfrm>
            <a:custGeom>
              <a:avLst/>
              <a:gdLst/>
              <a:ahLst/>
              <a:cxnLst/>
              <a:rect l="l" t="t" r="r" b="b"/>
              <a:pathLst>
                <a:path w="34925" h="43815">
                  <a:moveTo>
                    <a:pt x="0" y="43286"/>
                  </a:moveTo>
                  <a:lnTo>
                    <a:pt x="34459" y="43286"/>
                  </a:lnTo>
                  <a:lnTo>
                    <a:pt x="34459" y="0"/>
                  </a:lnTo>
                  <a:lnTo>
                    <a:pt x="0" y="0"/>
                  </a:lnTo>
                  <a:lnTo>
                    <a:pt x="0" y="43286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" name="object 839" descr=""/>
            <p:cNvSpPr/>
            <p:nvPr/>
          </p:nvSpPr>
          <p:spPr>
            <a:xfrm>
              <a:off x="9355233" y="874223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43"/>
                  </a:moveTo>
                  <a:lnTo>
                    <a:pt x="34459" y="93243"/>
                  </a:lnTo>
                  <a:lnTo>
                    <a:pt x="34459" y="0"/>
                  </a:lnTo>
                  <a:lnTo>
                    <a:pt x="0" y="0"/>
                  </a:lnTo>
                  <a:lnTo>
                    <a:pt x="0" y="932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0" name="object 840" descr=""/>
            <p:cNvSpPr/>
            <p:nvPr/>
          </p:nvSpPr>
          <p:spPr>
            <a:xfrm>
              <a:off x="9300543" y="8762309"/>
              <a:ext cx="34925" cy="43815"/>
            </a:xfrm>
            <a:custGeom>
              <a:avLst/>
              <a:gdLst/>
              <a:ahLst/>
              <a:cxnLst/>
              <a:rect l="l" t="t" r="r" b="b"/>
              <a:pathLst>
                <a:path w="34925" h="43815">
                  <a:moveTo>
                    <a:pt x="0" y="43286"/>
                  </a:moveTo>
                  <a:lnTo>
                    <a:pt x="34428" y="43286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43286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" name="object 841" descr=""/>
            <p:cNvSpPr/>
            <p:nvPr/>
          </p:nvSpPr>
          <p:spPr>
            <a:xfrm>
              <a:off x="9300543" y="874223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43"/>
                  </a:moveTo>
                  <a:lnTo>
                    <a:pt x="34428" y="93243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932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2" name="object 842" descr=""/>
            <p:cNvSpPr/>
            <p:nvPr/>
          </p:nvSpPr>
          <p:spPr>
            <a:xfrm>
              <a:off x="9245823" y="8762309"/>
              <a:ext cx="34925" cy="43815"/>
            </a:xfrm>
            <a:custGeom>
              <a:avLst/>
              <a:gdLst/>
              <a:ahLst/>
              <a:cxnLst/>
              <a:rect l="l" t="t" r="r" b="b"/>
              <a:pathLst>
                <a:path w="34925" h="43815">
                  <a:moveTo>
                    <a:pt x="0" y="43286"/>
                  </a:moveTo>
                  <a:lnTo>
                    <a:pt x="34417" y="43286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43286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" name="object 843" descr=""/>
            <p:cNvSpPr/>
            <p:nvPr/>
          </p:nvSpPr>
          <p:spPr>
            <a:xfrm>
              <a:off x="9245823" y="874223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43"/>
                  </a:moveTo>
                  <a:lnTo>
                    <a:pt x="34417" y="93243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2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4" name="object 844" descr=""/>
            <p:cNvSpPr/>
            <p:nvPr/>
          </p:nvSpPr>
          <p:spPr>
            <a:xfrm>
              <a:off x="9519463" y="885608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391" y="61874"/>
                  </a:moveTo>
                  <a:lnTo>
                    <a:pt x="0" y="61874"/>
                  </a:lnTo>
                  <a:lnTo>
                    <a:pt x="0" y="93192"/>
                  </a:lnTo>
                  <a:lnTo>
                    <a:pt x="34391" y="93192"/>
                  </a:lnTo>
                  <a:lnTo>
                    <a:pt x="34391" y="61874"/>
                  </a:lnTo>
                  <a:close/>
                </a:path>
                <a:path w="34925" h="93345">
                  <a:moveTo>
                    <a:pt x="34391" y="0"/>
                  </a:moveTo>
                  <a:lnTo>
                    <a:pt x="0" y="0"/>
                  </a:lnTo>
                  <a:lnTo>
                    <a:pt x="0" y="27901"/>
                  </a:lnTo>
                  <a:lnTo>
                    <a:pt x="34391" y="27901"/>
                  </a:lnTo>
                  <a:lnTo>
                    <a:pt x="34391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" name="object 845" descr=""/>
            <p:cNvSpPr/>
            <p:nvPr/>
          </p:nvSpPr>
          <p:spPr>
            <a:xfrm>
              <a:off x="9519469" y="885607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396" y="93190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6" name="object 846" descr=""/>
            <p:cNvSpPr/>
            <p:nvPr/>
          </p:nvSpPr>
          <p:spPr>
            <a:xfrm>
              <a:off x="9464726" y="885608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366" y="61874"/>
                  </a:moveTo>
                  <a:lnTo>
                    <a:pt x="0" y="61874"/>
                  </a:lnTo>
                  <a:lnTo>
                    <a:pt x="0" y="93192"/>
                  </a:lnTo>
                  <a:lnTo>
                    <a:pt x="34366" y="93192"/>
                  </a:lnTo>
                  <a:lnTo>
                    <a:pt x="34366" y="61874"/>
                  </a:lnTo>
                  <a:close/>
                </a:path>
                <a:path w="34925" h="93345">
                  <a:moveTo>
                    <a:pt x="34366" y="0"/>
                  </a:moveTo>
                  <a:lnTo>
                    <a:pt x="0" y="0"/>
                  </a:lnTo>
                  <a:lnTo>
                    <a:pt x="0" y="27901"/>
                  </a:lnTo>
                  <a:lnTo>
                    <a:pt x="34366" y="27901"/>
                  </a:lnTo>
                  <a:lnTo>
                    <a:pt x="3436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" name="object 847" descr=""/>
            <p:cNvSpPr/>
            <p:nvPr/>
          </p:nvSpPr>
          <p:spPr>
            <a:xfrm>
              <a:off x="9464737" y="885607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354" y="93190"/>
                  </a:lnTo>
                  <a:lnTo>
                    <a:pt x="34354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8" name="object 848" descr=""/>
            <p:cNvSpPr/>
            <p:nvPr/>
          </p:nvSpPr>
          <p:spPr>
            <a:xfrm>
              <a:off x="9410027" y="885608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17" y="61874"/>
                  </a:moveTo>
                  <a:lnTo>
                    <a:pt x="0" y="61874"/>
                  </a:lnTo>
                  <a:lnTo>
                    <a:pt x="0" y="93192"/>
                  </a:lnTo>
                  <a:lnTo>
                    <a:pt x="34417" y="93192"/>
                  </a:lnTo>
                  <a:lnTo>
                    <a:pt x="34417" y="61874"/>
                  </a:lnTo>
                  <a:close/>
                </a:path>
                <a:path w="34925" h="93345">
                  <a:moveTo>
                    <a:pt x="34417" y="0"/>
                  </a:moveTo>
                  <a:lnTo>
                    <a:pt x="0" y="0"/>
                  </a:lnTo>
                  <a:lnTo>
                    <a:pt x="0" y="27901"/>
                  </a:lnTo>
                  <a:lnTo>
                    <a:pt x="34417" y="27901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" name="object 849" descr=""/>
            <p:cNvSpPr/>
            <p:nvPr/>
          </p:nvSpPr>
          <p:spPr>
            <a:xfrm>
              <a:off x="9410027" y="885607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428" y="93190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0" name="object 850" descr=""/>
            <p:cNvSpPr/>
            <p:nvPr/>
          </p:nvSpPr>
          <p:spPr>
            <a:xfrm>
              <a:off x="9355226" y="885608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55" y="61874"/>
                  </a:moveTo>
                  <a:lnTo>
                    <a:pt x="0" y="61874"/>
                  </a:lnTo>
                  <a:lnTo>
                    <a:pt x="0" y="93192"/>
                  </a:lnTo>
                  <a:lnTo>
                    <a:pt x="34455" y="93192"/>
                  </a:lnTo>
                  <a:lnTo>
                    <a:pt x="34455" y="61874"/>
                  </a:lnTo>
                  <a:close/>
                </a:path>
                <a:path w="34925" h="93345">
                  <a:moveTo>
                    <a:pt x="34455" y="0"/>
                  </a:moveTo>
                  <a:lnTo>
                    <a:pt x="0" y="0"/>
                  </a:lnTo>
                  <a:lnTo>
                    <a:pt x="0" y="27901"/>
                  </a:lnTo>
                  <a:lnTo>
                    <a:pt x="34455" y="27901"/>
                  </a:lnTo>
                  <a:lnTo>
                    <a:pt x="3445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" name="object 851" descr=""/>
            <p:cNvSpPr/>
            <p:nvPr/>
          </p:nvSpPr>
          <p:spPr>
            <a:xfrm>
              <a:off x="9355233" y="885607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459" y="93190"/>
                  </a:lnTo>
                  <a:lnTo>
                    <a:pt x="34459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2" name="object 852" descr=""/>
            <p:cNvSpPr/>
            <p:nvPr/>
          </p:nvSpPr>
          <p:spPr>
            <a:xfrm>
              <a:off x="9300540" y="885608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29" y="61874"/>
                  </a:moveTo>
                  <a:lnTo>
                    <a:pt x="0" y="61874"/>
                  </a:lnTo>
                  <a:lnTo>
                    <a:pt x="0" y="93192"/>
                  </a:lnTo>
                  <a:lnTo>
                    <a:pt x="34429" y="93192"/>
                  </a:lnTo>
                  <a:lnTo>
                    <a:pt x="34429" y="61874"/>
                  </a:lnTo>
                  <a:close/>
                </a:path>
                <a:path w="34925" h="93345">
                  <a:moveTo>
                    <a:pt x="34429" y="0"/>
                  </a:moveTo>
                  <a:lnTo>
                    <a:pt x="0" y="0"/>
                  </a:lnTo>
                  <a:lnTo>
                    <a:pt x="0" y="27901"/>
                  </a:lnTo>
                  <a:lnTo>
                    <a:pt x="34429" y="27901"/>
                  </a:lnTo>
                  <a:lnTo>
                    <a:pt x="344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" name="object 853" descr=""/>
            <p:cNvSpPr/>
            <p:nvPr/>
          </p:nvSpPr>
          <p:spPr>
            <a:xfrm>
              <a:off x="9300543" y="885607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428" y="93190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4" name="object 854" descr=""/>
            <p:cNvSpPr/>
            <p:nvPr/>
          </p:nvSpPr>
          <p:spPr>
            <a:xfrm>
              <a:off x="9245816" y="885608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17" y="61874"/>
                  </a:moveTo>
                  <a:lnTo>
                    <a:pt x="0" y="61874"/>
                  </a:lnTo>
                  <a:lnTo>
                    <a:pt x="0" y="93192"/>
                  </a:lnTo>
                  <a:lnTo>
                    <a:pt x="34417" y="93192"/>
                  </a:lnTo>
                  <a:lnTo>
                    <a:pt x="34417" y="61874"/>
                  </a:lnTo>
                  <a:close/>
                </a:path>
                <a:path w="34925" h="93345">
                  <a:moveTo>
                    <a:pt x="34417" y="0"/>
                  </a:moveTo>
                  <a:lnTo>
                    <a:pt x="0" y="0"/>
                  </a:lnTo>
                  <a:lnTo>
                    <a:pt x="0" y="27901"/>
                  </a:lnTo>
                  <a:lnTo>
                    <a:pt x="34417" y="27901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" name="object 855" descr=""/>
            <p:cNvSpPr/>
            <p:nvPr/>
          </p:nvSpPr>
          <p:spPr>
            <a:xfrm>
              <a:off x="9245823" y="885607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417" y="93190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6" name="object 856" descr=""/>
            <p:cNvSpPr/>
            <p:nvPr/>
          </p:nvSpPr>
          <p:spPr>
            <a:xfrm>
              <a:off x="9519469" y="8995768"/>
              <a:ext cx="34925" cy="45085"/>
            </a:xfrm>
            <a:custGeom>
              <a:avLst/>
              <a:gdLst/>
              <a:ahLst/>
              <a:cxnLst/>
              <a:rect l="l" t="t" r="r" b="b"/>
              <a:pathLst>
                <a:path w="34925" h="45084">
                  <a:moveTo>
                    <a:pt x="0" y="44993"/>
                  </a:moveTo>
                  <a:lnTo>
                    <a:pt x="34396" y="44993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44993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" name="object 857" descr=""/>
            <p:cNvSpPr/>
            <p:nvPr/>
          </p:nvSpPr>
          <p:spPr>
            <a:xfrm>
              <a:off x="9519469" y="896987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396" y="93190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8" name="object 858" descr=""/>
            <p:cNvSpPr/>
            <p:nvPr/>
          </p:nvSpPr>
          <p:spPr>
            <a:xfrm>
              <a:off x="9464737" y="8995768"/>
              <a:ext cx="34925" cy="45085"/>
            </a:xfrm>
            <a:custGeom>
              <a:avLst/>
              <a:gdLst/>
              <a:ahLst/>
              <a:cxnLst/>
              <a:rect l="l" t="t" r="r" b="b"/>
              <a:pathLst>
                <a:path w="34925" h="45084">
                  <a:moveTo>
                    <a:pt x="0" y="44993"/>
                  </a:moveTo>
                  <a:lnTo>
                    <a:pt x="34354" y="44993"/>
                  </a:lnTo>
                  <a:lnTo>
                    <a:pt x="34354" y="0"/>
                  </a:lnTo>
                  <a:lnTo>
                    <a:pt x="0" y="0"/>
                  </a:lnTo>
                  <a:lnTo>
                    <a:pt x="0" y="44993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" name="object 859" descr=""/>
            <p:cNvSpPr/>
            <p:nvPr/>
          </p:nvSpPr>
          <p:spPr>
            <a:xfrm>
              <a:off x="9464737" y="896987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354" y="93190"/>
                  </a:lnTo>
                  <a:lnTo>
                    <a:pt x="34354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0" name="object 860" descr=""/>
            <p:cNvSpPr/>
            <p:nvPr/>
          </p:nvSpPr>
          <p:spPr>
            <a:xfrm>
              <a:off x="9410027" y="8995768"/>
              <a:ext cx="34925" cy="45085"/>
            </a:xfrm>
            <a:custGeom>
              <a:avLst/>
              <a:gdLst/>
              <a:ahLst/>
              <a:cxnLst/>
              <a:rect l="l" t="t" r="r" b="b"/>
              <a:pathLst>
                <a:path w="34925" h="45084">
                  <a:moveTo>
                    <a:pt x="0" y="44993"/>
                  </a:moveTo>
                  <a:lnTo>
                    <a:pt x="34428" y="44993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44993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" name="object 861" descr=""/>
            <p:cNvSpPr/>
            <p:nvPr/>
          </p:nvSpPr>
          <p:spPr>
            <a:xfrm>
              <a:off x="9410027" y="896987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428" y="93190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2" name="object 862" descr=""/>
            <p:cNvSpPr/>
            <p:nvPr/>
          </p:nvSpPr>
          <p:spPr>
            <a:xfrm>
              <a:off x="9355233" y="8995768"/>
              <a:ext cx="34925" cy="45085"/>
            </a:xfrm>
            <a:custGeom>
              <a:avLst/>
              <a:gdLst/>
              <a:ahLst/>
              <a:cxnLst/>
              <a:rect l="l" t="t" r="r" b="b"/>
              <a:pathLst>
                <a:path w="34925" h="45084">
                  <a:moveTo>
                    <a:pt x="0" y="44993"/>
                  </a:moveTo>
                  <a:lnTo>
                    <a:pt x="34459" y="44993"/>
                  </a:lnTo>
                  <a:lnTo>
                    <a:pt x="34459" y="0"/>
                  </a:lnTo>
                  <a:lnTo>
                    <a:pt x="0" y="0"/>
                  </a:lnTo>
                  <a:lnTo>
                    <a:pt x="0" y="44993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" name="object 863" descr=""/>
            <p:cNvSpPr/>
            <p:nvPr/>
          </p:nvSpPr>
          <p:spPr>
            <a:xfrm>
              <a:off x="9355233" y="896987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459" y="93190"/>
                  </a:lnTo>
                  <a:lnTo>
                    <a:pt x="34459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4" name="object 864" descr=""/>
            <p:cNvSpPr/>
            <p:nvPr/>
          </p:nvSpPr>
          <p:spPr>
            <a:xfrm>
              <a:off x="9300543" y="8995768"/>
              <a:ext cx="34925" cy="45085"/>
            </a:xfrm>
            <a:custGeom>
              <a:avLst/>
              <a:gdLst/>
              <a:ahLst/>
              <a:cxnLst/>
              <a:rect l="l" t="t" r="r" b="b"/>
              <a:pathLst>
                <a:path w="34925" h="45084">
                  <a:moveTo>
                    <a:pt x="0" y="44993"/>
                  </a:moveTo>
                  <a:lnTo>
                    <a:pt x="34428" y="44993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44993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" name="object 865" descr=""/>
            <p:cNvSpPr/>
            <p:nvPr/>
          </p:nvSpPr>
          <p:spPr>
            <a:xfrm>
              <a:off x="9300543" y="896987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428" y="93190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6" name="object 866" descr=""/>
            <p:cNvSpPr/>
            <p:nvPr/>
          </p:nvSpPr>
          <p:spPr>
            <a:xfrm>
              <a:off x="9245823" y="8995768"/>
              <a:ext cx="34925" cy="45085"/>
            </a:xfrm>
            <a:custGeom>
              <a:avLst/>
              <a:gdLst/>
              <a:ahLst/>
              <a:cxnLst/>
              <a:rect l="l" t="t" r="r" b="b"/>
              <a:pathLst>
                <a:path w="34925" h="45084">
                  <a:moveTo>
                    <a:pt x="0" y="44993"/>
                  </a:moveTo>
                  <a:lnTo>
                    <a:pt x="34417" y="44993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44993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7" name="object 867" descr=""/>
            <p:cNvSpPr/>
            <p:nvPr/>
          </p:nvSpPr>
          <p:spPr>
            <a:xfrm>
              <a:off x="9245823" y="896987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417" y="93190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8" name="object 868" descr=""/>
            <p:cNvSpPr/>
            <p:nvPr/>
          </p:nvSpPr>
          <p:spPr>
            <a:xfrm>
              <a:off x="9519463" y="9083630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391" y="67792"/>
                  </a:moveTo>
                  <a:lnTo>
                    <a:pt x="0" y="67792"/>
                  </a:lnTo>
                  <a:lnTo>
                    <a:pt x="0" y="93230"/>
                  </a:lnTo>
                  <a:lnTo>
                    <a:pt x="34391" y="93230"/>
                  </a:lnTo>
                  <a:lnTo>
                    <a:pt x="34391" y="67792"/>
                  </a:lnTo>
                  <a:close/>
                </a:path>
                <a:path w="34925" h="93345">
                  <a:moveTo>
                    <a:pt x="34391" y="0"/>
                  </a:moveTo>
                  <a:lnTo>
                    <a:pt x="0" y="0"/>
                  </a:lnTo>
                  <a:lnTo>
                    <a:pt x="0" y="35534"/>
                  </a:lnTo>
                  <a:lnTo>
                    <a:pt x="34391" y="35534"/>
                  </a:lnTo>
                  <a:lnTo>
                    <a:pt x="34391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" name="object 869" descr=""/>
            <p:cNvSpPr/>
            <p:nvPr/>
          </p:nvSpPr>
          <p:spPr>
            <a:xfrm>
              <a:off x="9519469" y="9083629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396" y="93222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0" name="object 870" descr=""/>
            <p:cNvSpPr/>
            <p:nvPr/>
          </p:nvSpPr>
          <p:spPr>
            <a:xfrm>
              <a:off x="9464726" y="9083630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366" y="67792"/>
                  </a:moveTo>
                  <a:lnTo>
                    <a:pt x="0" y="67792"/>
                  </a:lnTo>
                  <a:lnTo>
                    <a:pt x="0" y="93230"/>
                  </a:lnTo>
                  <a:lnTo>
                    <a:pt x="34366" y="93230"/>
                  </a:lnTo>
                  <a:lnTo>
                    <a:pt x="34366" y="67792"/>
                  </a:lnTo>
                  <a:close/>
                </a:path>
                <a:path w="34925" h="93345">
                  <a:moveTo>
                    <a:pt x="34366" y="0"/>
                  </a:moveTo>
                  <a:lnTo>
                    <a:pt x="0" y="0"/>
                  </a:lnTo>
                  <a:lnTo>
                    <a:pt x="0" y="35534"/>
                  </a:lnTo>
                  <a:lnTo>
                    <a:pt x="34366" y="35534"/>
                  </a:lnTo>
                  <a:lnTo>
                    <a:pt x="3436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" name="object 871" descr=""/>
            <p:cNvSpPr/>
            <p:nvPr/>
          </p:nvSpPr>
          <p:spPr>
            <a:xfrm>
              <a:off x="9464737" y="9083629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354" y="93222"/>
                  </a:lnTo>
                  <a:lnTo>
                    <a:pt x="34354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2" name="object 872" descr=""/>
            <p:cNvSpPr/>
            <p:nvPr/>
          </p:nvSpPr>
          <p:spPr>
            <a:xfrm>
              <a:off x="9410027" y="9083630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17" y="67792"/>
                  </a:moveTo>
                  <a:lnTo>
                    <a:pt x="0" y="67792"/>
                  </a:lnTo>
                  <a:lnTo>
                    <a:pt x="0" y="93230"/>
                  </a:lnTo>
                  <a:lnTo>
                    <a:pt x="34417" y="93230"/>
                  </a:lnTo>
                  <a:lnTo>
                    <a:pt x="34417" y="67792"/>
                  </a:lnTo>
                  <a:close/>
                </a:path>
                <a:path w="34925" h="93345">
                  <a:moveTo>
                    <a:pt x="34417" y="0"/>
                  </a:moveTo>
                  <a:lnTo>
                    <a:pt x="0" y="0"/>
                  </a:lnTo>
                  <a:lnTo>
                    <a:pt x="0" y="35534"/>
                  </a:lnTo>
                  <a:lnTo>
                    <a:pt x="34417" y="35534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3" name="object 873" descr=""/>
            <p:cNvSpPr/>
            <p:nvPr/>
          </p:nvSpPr>
          <p:spPr>
            <a:xfrm>
              <a:off x="9410027" y="9083629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28" y="93222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4" name="object 874" descr=""/>
            <p:cNvSpPr/>
            <p:nvPr/>
          </p:nvSpPr>
          <p:spPr>
            <a:xfrm>
              <a:off x="9355226" y="9083630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55" y="67792"/>
                  </a:moveTo>
                  <a:lnTo>
                    <a:pt x="0" y="67792"/>
                  </a:lnTo>
                  <a:lnTo>
                    <a:pt x="0" y="93230"/>
                  </a:lnTo>
                  <a:lnTo>
                    <a:pt x="34455" y="93230"/>
                  </a:lnTo>
                  <a:lnTo>
                    <a:pt x="34455" y="67792"/>
                  </a:lnTo>
                  <a:close/>
                </a:path>
                <a:path w="34925" h="93345">
                  <a:moveTo>
                    <a:pt x="34455" y="0"/>
                  </a:moveTo>
                  <a:lnTo>
                    <a:pt x="0" y="0"/>
                  </a:lnTo>
                  <a:lnTo>
                    <a:pt x="0" y="35534"/>
                  </a:lnTo>
                  <a:lnTo>
                    <a:pt x="34455" y="35534"/>
                  </a:lnTo>
                  <a:lnTo>
                    <a:pt x="3445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" name="object 875" descr=""/>
            <p:cNvSpPr/>
            <p:nvPr/>
          </p:nvSpPr>
          <p:spPr>
            <a:xfrm>
              <a:off x="9355233" y="9083629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59" y="93222"/>
                  </a:lnTo>
                  <a:lnTo>
                    <a:pt x="34459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6" name="object 876" descr=""/>
            <p:cNvSpPr/>
            <p:nvPr/>
          </p:nvSpPr>
          <p:spPr>
            <a:xfrm>
              <a:off x="9300540" y="9083630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29" y="67792"/>
                  </a:moveTo>
                  <a:lnTo>
                    <a:pt x="0" y="67792"/>
                  </a:lnTo>
                  <a:lnTo>
                    <a:pt x="0" y="93230"/>
                  </a:lnTo>
                  <a:lnTo>
                    <a:pt x="34429" y="93230"/>
                  </a:lnTo>
                  <a:lnTo>
                    <a:pt x="34429" y="67792"/>
                  </a:lnTo>
                  <a:close/>
                </a:path>
                <a:path w="34925" h="93345">
                  <a:moveTo>
                    <a:pt x="34429" y="0"/>
                  </a:moveTo>
                  <a:lnTo>
                    <a:pt x="0" y="0"/>
                  </a:lnTo>
                  <a:lnTo>
                    <a:pt x="0" y="35534"/>
                  </a:lnTo>
                  <a:lnTo>
                    <a:pt x="34429" y="35534"/>
                  </a:lnTo>
                  <a:lnTo>
                    <a:pt x="344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" name="object 877" descr=""/>
            <p:cNvSpPr/>
            <p:nvPr/>
          </p:nvSpPr>
          <p:spPr>
            <a:xfrm>
              <a:off x="9300543" y="9083629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28" y="93222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8" name="object 878" descr=""/>
            <p:cNvSpPr/>
            <p:nvPr/>
          </p:nvSpPr>
          <p:spPr>
            <a:xfrm>
              <a:off x="9245816" y="9083630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17" y="67792"/>
                  </a:moveTo>
                  <a:lnTo>
                    <a:pt x="0" y="67792"/>
                  </a:lnTo>
                  <a:lnTo>
                    <a:pt x="0" y="93230"/>
                  </a:lnTo>
                  <a:lnTo>
                    <a:pt x="34417" y="93230"/>
                  </a:lnTo>
                  <a:lnTo>
                    <a:pt x="34417" y="67792"/>
                  </a:lnTo>
                  <a:close/>
                </a:path>
                <a:path w="34925" h="93345">
                  <a:moveTo>
                    <a:pt x="34417" y="0"/>
                  </a:moveTo>
                  <a:lnTo>
                    <a:pt x="0" y="0"/>
                  </a:lnTo>
                  <a:lnTo>
                    <a:pt x="0" y="35534"/>
                  </a:lnTo>
                  <a:lnTo>
                    <a:pt x="34417" y="35534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" name="object 879" descr=""/>
            <p:cNvSpPr/>
            <p:nvPr/>
          </p:nvSpPr>
          <p:spPr>
            <a:xfrm>
              <a:off x="9245823" y="9083629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17" y="93222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0" name="object 880" descr=""/>
            <p:cNvSpPr/>
            <p:nvPr/>
          </p:nvSpPr>
          <p:spPr>
            <a:xfrm>
              <a:off x="10170130" y="8476161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34438" y="0"/>
                  </a:moveTo>
                  <a:lnTo>
                    <a:pt x="0" y="0"/>
                  </a:lnTo>
                  <a:lnTo>
                    <a:pt x="0" y="129765"/>
                  </a:lnTo>
                  <a:lnTo>
                    <a:pt x="34438" y="129765"/>
                  </a:lnTo>
                  <a:lnTo>
                    <a:pt x="3443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" name="object 881" descr=""/>
            <p:cNvSpPr/>
            <p:nvPr/>
          </p:nvSpPr>
          <p:spPr>
            <a:xfrm>
              <a:off x="10170130" y="8476161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65"/>
                  </a:moveTo>
                  <a:lnTo>
                    <a:pt x="34438" y="129765"/>
                  </a:lnTo>
                  <a:lnTo>
                    <a:pt x="34438" y="0"/>
                  </a:lnTo>
                  <a:lnTo>
                    <a:pt x="0" y="0"/>
                  </a:lnTo>
                  <a:lnTo>
                    <a:pt x="0" y="12976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2" name="object 882" descr=""/>
            <p:cNvSpPr/>
            <p:nvPr/>
          </p:nvSpPr>
          <p:spPr>
            <a:xfrm>
              <a:off x="10115419" y="8476161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34449" y="0"/>
                  </a:moveTo>
                  <a:lnTo>
                    <a:pt x="0" y="0"/>
                  </a:lnTo>
                  <a:lnTo>
                    <a:pt x="0" y="129765"/>
                  </a:lnTo>
                  <a:lnTo>
                    <a:pt x="34449" y="129765"/>
                  </a:lnTo>
                  <a:lnTo>
                    <a:pt x="3444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" name="object 883" descr=""/>
            <p:cNvSpPr/>
            <p:nvPr/>
          </p:nvSpPr>
          <p:spPr>
            <a:xfrm>
              <a:off x="10115419" y="8476161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65"/>
                  </a:moveTo>
                  <a:lnTo>
                    <a:pt x="34449" y="129765"/>
                  </a:lnTo>
                  <a:lnTo>
                    <a:pt x="34449" y="0"/>
                  </a:lnTo>
                  <a:lnTo>
                    <a:pt x="0" y="0"/>
                  </a:lnTo>
                  <a:lnTo>
                    <a:pt x="0" y="12976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4" name="object 884" descr=""/>
            <p:cNvSpPr/>
            <p:nvPr/>
          </p:nvSpPr>
          <p:spPr>
            <a:xfrm>
              <a:off x="10060656" y="8476161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34449" y="0"/>
                  </a:moveTo>
                  <a:lnTo>
                    <a:pt x="0" y="0"/>
                  </a:lnTo>
                  <a:lnTo>
                    <a:pt x="0" y="129765"/>
                  </a:lnTo>
                  <a:lnTo>
                    <a:pt x="34449" y="129765"/>
                  </a:lnTo>
                  <a:lnTo>
                    <a:pt x="3444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" name="object 885" descr=""/>
            <p:cNvSpPr/>
            <p:nvPr/>
          </p:nvSpPr>
          <p:spPr>
            <a:xfrm>
              <a:off x="10060656" y="8476161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65"/>
                  </a:moveTo>
                  <a:lnTo>
                    <a:pt x="34449" y="129765"/>
                  </a:lnTo>
                  <a:lnTo>
                    <a:pt x="34449" y="0"/>
                  </a:lnTo>
                  <a:lnTo>
                    <a:pt x="0" y="0"/>
                  </a:lnTo>
                  <a:lnTo>
                    <a:pt x="0" y="12976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6" name="object 886" descr=""/>
            <p:cNvSpPr/>
            <p:nvPr/>
          </p:nvSpPr>
          <p:spPr>
            <a:xfrm>
              <a:off x="10005988" y="8476161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34417" y="0"/>
                  </a:moveTo>
                  <a:lnTo>
                    <a:pt x="0" y="0"/>
                  </a:lnTo>
                  <a:lnTo>
                    <a:pt x="0" y="129765"/>
                  </a:lnTo>
                  <a:lnTo>
                    <a:pt x="34417" y="129765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" name="object 887" descr=""/>
            <p:cNvSpPr/>
            <p:nvPr/>
          </p:nvSpPr>
          <p:spPr>
            <a:xfrm>
              <a:off x="10005988" y="8476161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65"/>
                  </a:moveTo>
                  <a:lnTo>
                    <a:pt x="34417" y="129765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12976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8" name="object 888" descr=""/>
            <p:cNvSpPr/>
            <p:nvPr/>
          </p:nvSpPr>
          <p:spPr>
            <a:xfrm>
              <a:off x="9951250" y="8476164"/>
              <a:ext cx="34925" cy="102870"/>
            </a:xfrm>
            <a:custGeom>
              <a:avLst/>
              <a:gdLst/>
              <a:ahLst/>
              <a:cxnLst/>
              <a:rect l="l" t="t" r="r" b="b"/>
              <a:pathLst>
                <a:path w="34925" h="102870">
                  <a:moveTo>
                    <a:pt x="34442" y="52692"/>
                  </a:moveTo>
                  <a:lnTo>
                    <a:pt x="0" y="52692"/>
                  </a:lnTo>
                  <a:lnTo>
                    <a:pt x="0" y="102539"/>
                  </a:lnTo>
                  <a:lnTo>
                    <a:pt x="34442" y="102539"/>
                  </a:lnTo>
                  <a:lnTo>
                    <a:pt x="34442" y="52692"/>
                  </a:lnTo>
                  <a:close/>
                </a:path>
                <a:path w="34925" h="102870">
                  <a:moveTo>
                    <a:pt x="34442" y="0"/>
                  </a:moveTo>
                  <a:lnTo>
                    <a:pt x="0" y="0"/>
                  </a:lnTo>
                  <a:lnTo>
                    <a:pt x="0" y="24714"/>
                  </a:lnTo>
                  <a:lnTo>
                    <a:pt x="34442" y="24714"/>
                  </a:lnTo>
                  <a:lnTo>
                    <a:pt x="34442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9" name="object 889" descr=""/>
            <p:cNvSpPr/>
            <p:nvPr/>
          </p:nvSpPr>
          <p:spPr>
            <a:xfrm>
              <a:off x="9951257" y="8476161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65"/>
                  </a:moveTo>
                  <a:lnTo>
                    <a:pt x="34438" y="129765"/>
                  </a:lnTo>
                  <a:lnTo>
                    <a:pt x="34438" y="0"/>
                  </a:lnTo>
                  <a:lnTo>
                    <a:pt x="0" y="0"/>
                  </a:lnTo>
                  <a:lnTo>
                    <a:pt x="0" y="12976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0" name="object 890" descr=""/>
            <p:cNvSpPr/>
            <p:nvPr/>
          </p:nvSpPr>
          <p:spPr>
            <a:xfrm>
              <a:off x="9896513" y="8476164"/>
              <a:ext cx="34925" cy="102870"/>
            </a:xfrm>
            <a:custGeom>
              <a:avLst/>
              <a:gdLst/>
              <a:ahLst/>
              <a:cxnLst/>
              <a:rect l="l" t="t" r="r" b="b"/>
              <a:pathLst>
                <a:path w="34925" h="102870">
                  <a:moveTo>
                    <a:pt x="34417" y="52692"/>
                  </a:moveTo>
                  <a:lnTo>
                    <a:pt x="0" y="52692"/>
                  </a:lnTo>
                  <a:lnTo>
                    <a:pt x="0" y="102539"/>
                  </a:lnTo>
                  <a:lnTo>
                    <a:pt x="34417" y="102539"/>
                  </a:lnTo>
                  <a:lnTo>
                    <a:pt x="34417" y="52692"/>
                  </a:lnTo>
                  <a:close/>
                </a:path>
                <a:path w="34925" h="102870">
                  <a:moveTo>
                    <a:pt x="34417" y="0"/>
                  </a:moveTo>
                  <a:lnTo>
                    <a:pt x="0" y="0"/>
                  </a:lnTo>
                  <a:lnTo>
                    <a:pt x="0" y="24714"/>
                  </a:lnTo>
                  <a:lnTo>
                    <a:pt x="34417" y="24714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" name="object 891" descr=""/>
            <p:cNvSpPr/>
            <p:nvPr/>
          </p:nvSpPr>
          <p:spPr>
            <a:xfrm>
              <a:off x="9896515" y="8476161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65"/>
                  </a:moveTo>
                  <a:lnTo>
                    <a:pt x="34417" y="129765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12976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2" name="object 892" descr=""/>
            <p:cNvSpPr/>
            <p:nvPr/>
          </p:nvSpPr>
          <p:spPr>
            <a:xfrm>
              <a:off x="10170130" y="7905267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38" y="0"/>
                  </a:moveTo>
                  <a:lnTo>
                    <a:pt x="0" y="0"/>
                  </a:lnTo>
                  <a:lnTo>
                    <a:pt x="0" y="93232"/>
                  </a:lnTo>
                  <a:lnTo>
                    <a:pt x="34438" y="93232"/>
                  </a:lnTo>
                  <a:lnTo>
                    <a:pt x="3443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" name="object 893" descr=""/>
            <p:cNvSpPr/>
            <p:nvPr/>
          </p:nvSpPr>
          <p:spPr>
            <a:xfrm>
              <a:off x="10170130" y="7905267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32"/>
                  </a:moveTo>
                  <a:lnTo>
                    <a:pt x="34438" y="93232"/>
                  </a:lnTo>
                  <a:lnTo>
                    <a:pt x="34438" y="0"/>
                  </a:lnTo>
                  <a:lnTo>
                    <a:pt x="0" y="0"/>
                  </a:lnTo>
                  <a:lnTo>
                    <a:pt x="0" y="932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4" name="object 894" descr=""/>
            <p:cNvSpPr/>
            <p:nvPr/>
          </p:nvSpPr>
          <p:spPr>
            <a:xfrm>
              <a:off x="10115419" y="7905267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49" y="0"/>
                  </a:moveTo>
                  <a:lnTo>
                    <a:pt x="0" y="0"/>
                  </a:lnTo>
                  <a:lnTo>
                    <a:pt x="0" y="93232"/>
                  </a:lnTo>
                  <a:lnTo>
                    <a:pt x="34449" y="93232"/>
                  </a:lnTo>
                  <a:lnTo>
                    <a:pt x="3444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5" name="object 895" descr=""/>
            <p:cNvSpPr/>
            <p:nvPr/>
          </p:nvSpPr>
          <p:spPr>
            <a:xfrm>
              <a:off x="10115419" y="7905267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32"/>
                  </a:moveTo>
                  <a:lnTo>
                    <a:pt x="34449" y="93232"/>
                  </a:lnTo>
                  <a:lnTo>
                    <a:pt x="34449" y="0"/>
                  </a:lnTo>
                  <a:lnTo>
                    <a:pt x="0" y="0"/>
                  </a:lnTo>
                  <a:lnTo>
                    <a:pt x="0" y="932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6" name="object 896" descr=""/>
            <p:cNvSpPr/>
            <p:nvPr/>
          </p:nvSpPr>
          <p:spPr>
            <a:xfrm>
              <a:off x="10060656" y="7905267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49" y="0"/>
                  </a:moveTo>
                  <a:lnTo>
                    <a:pt x="0" y="0"/>
                  </a:lnTo>
                  <a:lnTo>
                    <a:pt x="0" y="93232"/>
                  </a:lnTo>
                  <a:lnTo>
                    <a:pt x="34449" y="93232"/>
                  </a:lnTo>
                  <a:lnTo>
                    <a:pt x="3444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7" name="object 897" descr=""/>
            <p:cNvSpPr/>
            <p:nvPr/>
          </p:nvSpPr>
          <p:spPr>
            <a:xfrm>
              <a:off x="10060656" y="7905267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32"/>
                  </a:moveTo>
                  <a:lnTo>
                    <a:pt x="34449" y="93232"/>
                  </a:lnTo>
                  <a:lnTo>
                    <a:pt x="34449" y="0"/>
                  </a:lnTo>
                  <a:lnTo>
                    <a:pt x="0" y="0"/>
                  </a:lnTo>
                  <a:lnTo>
                    <a:pt x="0" y="932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8" name="object 898" descr=""/>
            <p:cNvSpPr/>
            <p:nvPr/>
          </p:nvSpPr>
          <p:spPr>
            <a:xfrm>
              <a:off x="10005987" y="790527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17" y="0"/>
                  </a:moveTo>
                  <a:lnTo>
                    <a:pt x="0" y="0"/>
                  </a:lnTo>
                  <a:lnTo>
                    <a:pt x="0" y="1016"/>
                  </a:lnTo>
                  <a:lnTo>
                    <a:pt x="0" y="93230"/>
                  </a:lnTo>
                  <a:lnTo>
                    <a:pt x="34417" y="93230"/>
                  </a:lnTo>
                  <a:lnTo>
                    <a:pt x="34417" y="1016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9" name="object 899" descr=""/>
            <p:cNvSpPr/>
            <p:nvPr/>
          </p:nvSpPr>
          <p:spPr>
            <a:xfrm>
              <a:off x="10005988" y="7905267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32"/>
                  </a:moveTo>
                  <a:lnTo>
                    <a:pt x="34417" y="93232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2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0" name="object 900" descr=""/>
            <p:cNvSpPr/>
            <p:nvPr/>
          </p:nvSpPr>
          <p:spPr>
            <a:xfrm>
              <a:off x="9951250" y="7906289"/>
              <a:ext cx="34925" cy="92710"/>
            </a:xfrm>
            <a:custGeom>
              <a:avLst/>
              <a:gdLst/>
              <a:ahLst/>
              <a:cxnLst/>
              <a:rect l="l" t="t" r="r" b="b"/>
              <a:pathLst>
                <a:path w="34925" h="92709">
                  <a:moveTo>
                    <a:pt x="34442" y="77812"/>
                  </a:moveTo>
                  <a:lnTo>
                    <a:pt x="0" y="77812"/>
                  </a:lnTo>
                  <a:lnTo>
                    <a:pt x="0" y="92214"/>
                  </a:lnTo>
                  <a:lnTo>
                    <a:pt x="34442" y="92214"/>
                  </a:lnTo>
                  <a:lnTo>
                    <a:pt x="34442" y="77812"/>
                  </a:lnTo>
                  <a:close/>
                </a:path>
                <a:path w="34925" h="92709">
                  <a:moveTo>
                    <a:pt x="34442" y="0"/>
                  </a:moveTo>
                  <a:lnTo>
                    <a:pt x="0" y="0"/>
                  </a:lnTo>
                  <a:lnTo>
                    <a:pt x="0" y="49834"/>
                  </a:lnTo>
                  <a:lnTo>
                    <a:pt x="34442" y="49834"/>
                  </a:lnTo>
                  <a:lnTo>
                    <a:pt x="34442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1" name="object 901" descr=""/>
            <p:cNvSpPr/>
            <p:nvPr/>
          </p:nvSpPr>
          <p:spPr>
            <a:xfrm>
              <a:off x="9951257" y="7905267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32"/>
                  </a:moveTo>
                  <a:lnTo>
                    <a:pt x="34438" y="93232"/>
                  </a:lnTo>
                  <a:lnTo>
                    <a:pt x="34438" y="0"/>
                  </a:lnTo>
                  <a:lnTo>
                    <a:pt x="0" y="0"/>
                  </a:lnTo>
                  <a:lnTo>
                    <a:pt x="0" y="932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2" name="object 902" descr=""/>
            <p:cNvSpPr/>
            <p:nvPr/>
          </p:nvSpPr>
          <p:spPr>
            <a:xfrm>
              <a:off x="9896513" y="7906289"/>
              <a:ext cx="34925" cy="92710"/>
            </a:xfrm>
            <a:custGeom>
              <a:avLst/>
              <a:gdLst/>
              <a:ahLst/>
              <a:cxnLst/>
              <a:rect l="l" t="t" r="r" b="b"/>
              <a:pathLst>
                <a:path w="34925" h="92709">
                  <a:moveTo>
                    <a:pt x="34417" y="77812"/>
                  </a:moveTo>
                  <a:lnTo>
                    <a:pt x="0" y="77812"/>
                  </a:lnTo>
                  <a:lnTo>
                    <a:pt x="0" y="92214"/>
                  </a:lnTo>
                  <a:lnTo>
                    <a:pt x="34417" y="92214"/>
                  </a:lnTo>
                  <a:lnTo>
                    <a:pt x="34417" y="77812"/>
                  </a:lnTo>
                  <a:close/>
                </a:path>
                <a:path w="34925" h="92709">
                  <a:moveTo>
                    <a:pt x="34417" y="0"/>
                  </a:moveTo>
                  <a:lnTo>
                    <a:pt x="0" y="0"/>
                  </a:lnTo>
                  <a:lnTo>
                    <a:pt x="0" y="49834"/>
                  </a:lnTo>
                  <a:lnTo>
                    <a:pt x="34417" y="49834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3" name="object 903" descr=""/>
            <p:cNvSpPr/>
            <p:nvPr/>
          </p:nvSpPr>
          <p:spPr>
            <a:xfrm>
              <a:off x="9896515" y="7905267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32"/>
                  </a:moveTo>
                  <a:lnTo>
                    <a:pt x="34417" y="93232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2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4" name="object 904" descr=""/>
            <p:cNvSpPr/>
            <p:nvPr/>
          </p:nvSpPr>
          <p:spPr>
            <a:xfrm>
              <a:off x="10170130" y="801905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38" y="0"/>
                  </a:moveTo>
                  <a:lnTo>
                    <a:pt x="0" y="0"/>
                  </a:lnTo>
                  <a:lnTo>
                    <a:pt x="0" y="93222"/>
                  </a:lnTo>
                  <a:lnTo>
                    <a:pt x="34438" y="93222"/>
                  </a:lnTo>
                  <a:lnTo>
                    <a:pt x="3443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5" name="object 905" descr=""/>
            <p:cNvSpPr/>
            <p:nvPr/>
          </p:nvSpPr>
          <p:spPr>
            <a:xfrm>
              <a:off x="10170130" y="801905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38" y="93222"/>
                  </a:lnTo>
                  <a:lnTo>
                    <a:pt x="34438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6" name="object 906" descr=""/>
            <p:cNvSpPr/>
            <p:nvPr/>
          </p:nvSpPr>
          <p:spPr>
            <a:xfrm>
              <a:off x="10115419" y="801905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49" y="0"/>
                  </a:moveTo>
                  <a:lnTo>
                    <a:pt x="0" y="0"/>
                  </a:lnTo>
                  <a:lnTo>
                    <a:pt x="0" y="93222"/>
                  </a:lnTo>
                  <a:lnTo>
                    <a:pt x="34449" y="93222"/>
                  </a:lnTo>
                  <a:lnTo>
                    <a:pt x="3444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7" name="object 907" descr=""/>
            <p:cNvSpPr/>
            <p:nvPr/>
          </p:nvSpPr>
          <p:spPr>
            <a:xfrm>
              <a:off x="10115419" y="801905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49" y="93222"/>
                  </a:lnTo>
                  <a:lnTo>
                    <a:pt x="34449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8" name="object 908" descr=""/>
            <p:cNvSpPr/>
            <p:nvPr/>
          </p:nvSpPr>
          <p:spPr>
            <a:xfrm>
              <a:off x="10060656" y="801905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49" y="0"/>
                  </a:moveTo>
                  <a:lnTo>
                    <a:pt x="0" y="0"/>
                  </a:lnTo>
                  <a:lnTo>
                    <a:pt x="0" y="93222"/>
                  </a:lnTo>
                  <a:lnTo>
                    <a:pt x="34449" y="93222"/>
                  </a:lnTo>
                  <a:lnTo>
                    <a:pt x="3444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9" name="object 909" descr=""/>
            <p:cNvSpPr/>
            <p:nvPr/>
          </p:nvSpPr>
          <p:spPr>
            <a:xfrm>
              <a:off x="10060656" y="801905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49" y="93222"/>
                  </a:lnTo>
                  <a:lnTo>
                    <a:pt x="34449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0" name="object 910" descr=""/>
            <p:cNvSpPr/>
            <p:nvPr/>
          </p:nvSpPr>
          <p:spPr>
            <a:xfrm>
              <a:off x="10005988" y="801905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17" y="0"/>
                  </a:moveTo>
                  <a:lnTo>
                    <a:pt x="0" y="0"/>
                  </a:lnTo>
                  <a:lnTo>
                    <a:pt x="0" y="93222"/>
                  </a:lnTo>
                  <a:lnTo>
                    <a:pt x="34417" y="93222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1" name="object 911" descr=""/>
            <p:cNvSpPr/>
            <p:nvPr/>
          </p:nvSpPr>
          <p:spPr>
            <a:xfrm>
              <a:off x="10005988" y="801905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17" y="93222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2" name="object 912" descr=""/>
            <p:cNvSpPr/>
            <p:nvPr/>
          </p:nvSpPr>
          <p:spPr>
            <a:xfrm>
              <a:off x="9951250" y="8019065"/>
              <a:ext cx="34925" cy="92710"/>
            </a:xfrm>
            <a:custGeom>
              <a:avLst/>
              <a:gdLst/>
              <a:ahLst/>
              <a:cxnLst/>
              <a:rect l="l" t="t" r="r" b="b"/>
              <a:pathLst>
                <a:path w="34925" h="92709">
                  <a:moveTo>
                    <a:pt x="34442" y="42875"/>
                  </a:moveTo>
                  <a:lnTo>
                    <a:pt x="0" y="42875"/>
                  </a:lnTo>
                  <a:lnTo>
                    <a:pt x="0" y="92710"/>
                  </a:lnTo>
                  <a:lnTo>
                    <a:pt x="34442" y="92710"/>
                  </a:lnTo>
                  <a:lnTo>
                    <a:pt x="34442" y="42875"/>
                  </a:lnTo>
                  <a:close/>
                </a:path>
                <a:path w="34925" h="92709">
                  <a:moveTo>
                    <a:pt x="34442" y="0"/>
                  </a:moveTo>
                  <a:lnTo>
                    <a:pt x="0" y="0"/>
                  </a:lnTo>
                  <a:lnTo>
                    <a:pt x="0" y="14897"/>
                  </a:lnTo>
                  <a:lnTo>
                    <a:pt x="34442" y="14897"/>
                  </a:lnTo>
                  <a:lnTo>
                    <a:pt x="34442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3" name="object 913" descr=""/>
            <p:cNvSpPr/>
            <p:nvPr/>
          </p:nvSpPr>
          <p:spPr>
            <a:xfrm>
              <a:off x="9951257" y="801905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38" y="93222"/>
                  </a:lnTo>
                  <a:lnTo>
                    <a:pt x="34438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4" name="object 914" descr=""/>
            <p:cNvSpPr/>
            <p:nvPr/>
          </p:nvSpPr>
          <p:spPr>
            <a:xfrm>
              <a:off x="9896513" y="8019065"/>
              <a:ext cx="34925" cy="92710"/>
            </a:xfrm>
            <a:custGeom>
              <a:avLst/>
              <a:gdLst/>
              <a:ahLst/>
              <a:cxnLst/>
              <a:rect l="l" t="t" r="r" b="b"/>
              <a:pathLst>
                <a:path w="34925" h="92709">
                  <a:moveTo>
                    <a:pt x="34417" y="42875"/>
                  </a:moveTo>
                  <a:lnTo>
                    <a:pt x="0" y="42875"/>
                  </a:lnTo>
                  <a:lnTo>
                    <a:pt x="0" y="92710"/>
                  </a:lnTo>
                  <a:lnTo>
                    <a:pt x="34417" y="92710"/>
                  </a:lnTo>
                  <a:lnTo>
                    <a:pt x="34417" y="42875"/>
                  </a:lnTo>
                  <a:close/>
                </a:path>
                <a:path w="34925" h="92709">
                  <a:moveTo>
                    <a:pt x="34417" y="0"/>
                  </a:moveTo>
                  <a:lnTo>
                    <a:pt x="0" y="0"/>
                  </a:lnTo>
                  <a:lnTo>
                    <a:pt x="0" y="14897"/>
                  </a:lnTo>
                  <a:lnTo>
                    <a:pt x="34417" y="14897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5" name="object 915" descr=""/>
            <p:cNvSpPr/>
            <p:nvPr/>
          </p:nvSpPr>
          <p:spPr>
            <a:xfrm>
              <a:off x="9896515" y="801905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17" y="93222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6" name="object 916" descr=""/>
            <p:cNvSpPr/>
            <p:nvPr/>
          </p:nvSpPr>
          <p:spPr>
            <a:xfrm>
              <a:off x="10170130" y="813288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38" y="0"/>
                  </a:moveTo>
                  <a:lnTo>
                    <a:pt x="0" y="0"/>
                  </a:lnTo>
                  <a:lnTo>
                    <a:pt x="0" y="93190"/>
                  </a:lnTo>
                  <a:lnTo>
                    <a:pt x="34438" y="93190"/>
                  </a:lnTo>
                  <a:lnTo>
                    <a:pt x="3443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7" name="object 917" descr=""/>
            <p:cNvSpPr/>
            <p:nvPr/>
          </p:nvSpPr>
          <p:spPr>
            <a:xfrm>
              <a:off x="10170130" y="813288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438" y="93190"/>
                  </a:lnTo>
                  <a:lnTo>
                    <a:pt x="34438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8" name="object 918" descr=""/>
            <p:cNvSpPr/>
            <p:nvPr/>
          </p:nvSpPr>
          <p:spPr>
            <a:xfrm>
              <a:off x="10115419" y="813288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49" y="0"/>
                  </a:moveTo>
                  <a:lnTo>
                    <a:pt x="0" y="0"/>
                  </a:lnTo>
                  <a:lnTo>
                    <a:pt x="0" y="93190"/>
                  </a:lnTo>
                  <a:lnTo>
                    <a:pt x="34449" y="93190"/>
                  </a:lnTo>
                  <a:lnTo>
                    <a:pt x="3444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9" name="object 919" descr=""/>
            <p:cNvSpPr/>
            <p:nvPr/>
          </p:nvSpPr>
          <p:spPr>
            <a:xfrm>
              <a:off x="10115419" y="813288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449" y="93190"/>
                  </a:lnTo>
                  <a:lnTo>
                    <a:pt x="34449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0" name="object 920" descr=""/>
            <p:cNvSpPr/>
            <p:nvPr/>
          </p:nvSpPr>
          <p:spPr>
            <a:xfrm>
              <a:off x="10060656" y="813288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49" y="0"/>
                  </a:moveTo>
                  <a:lnTo>
                    <a:pt x="0" y="0"/>
                  </a:lnTo>
                  <a:lnTo>
                    <a:pt x="0" y="93190"/>
                  </a:lnTo>
                  <a:lnTo>
                    <a:pt x="34449" y="93190"/>
                  </a:lnTo>
                  <a:lnTo>
                    <a:pt x="3444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1" name="object 921" descr=""/>
            <p:cNvSpPr/>
            <p:nvPr/>
          </p:nvSpPr>
          <p:spPr>
            <a:xfrm>
              <a:off x="10060656" y="813288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449" y="93190"/>
                  </a:lnTo>
                  <a:lnTo>
                    <a:pt x="34449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2" name="object 922" descr=""/>
            <p:cNvSpPr/>
            <p:nvPr/>
          </p:nvSpPr>
          <p:spPr>
            <a:xfrm>
              <a:off x="10005987" y="813289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17" y="0"/>
                  </a:moveTo>
                  <a:lnTo>
                    <a:pt x="0" y="0"/>
                  </a:lnTo>
                  <a:lnTo>
                    <a:pt x="0" y="6858"/>
                  </a:lnTo>
                  <a:lnTo>
                    <a:pt x="0" y="93179"/>
                  </a:lnTo>
                  <a:lnTo>
                    <a:pt x="34417" y="93179"/>
                  </a:lnTo>
                  <a:lnTo>
                    <a:pt x="34417" y="6858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3" name="object 923" descr=""/>
            <p:cNvSpPr/>
            <p:nvPr/>
          </p:nvSpPr>
          <p:spPr>
            <a:xfrm>
              <a:off x="10005988" y="813288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417" y="93190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4" name="object 924" descr=""/>
            <p:cNvSpPr/>
            <p:nvPr/>
          </p:nvSpPr>
          <p:spPr>
            <a:xfrm>
              <a:off x="9951250" y="8139754"/>
              <a:ext cx="34925" cy="86360"/>
            </a:xfrm>
            <a:custGeom>
              <a:avLst/>
              <a:gdLst/>
              <a:ahLst/>
              <a:cxnLst/>
              <a:rect l="l" t="t" r="r" b="b"/>
              <a:pathLst>
                <a:path w="34925" h="86359">
                  <a:moveTo>
                    <a:pt x="34442" y="77812"/>
                  </a:moveTo>
                  <a:lnTo>
                    <a:pt x="0" y="77812"/>
                  </a:lnTo>
                  <a:lnTo>
                    <a:pt x="0" y="86321"/>
                  </a:lnTo>
                  <a:lnTo>
                    <a:pt x="34442" y="86321"/>
                  </a:lnTo>
                  <a:lnTo>
                    <a:pt x="34442" y="77812"/>
                  </a:lnTo>
                  <a:close/>
                </a:path>
                <a:path w="34925" h="86359">
                  <a:moveTo>
                    <a:pt x="34442" y="0"/>
                  </a:moveTo>
                  <a:lnTo>
                    <a:pt x="0" y="0"/>
                  </a:lnTo>
                  <a:lnTo>
                    <a:pt x="0" y="49847"/>
                  </a:lnTo>
                  <a:lnTo>
                    <a:pt x="34442" y="49847"/>
                  </a:lnTo>
                  <a:lnTo>
                    <a:pt x="34442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5" name="object 925" descr=""/>
            <p:cNvSpPr/>
            <p:nvPr/>
          </p:nvSpPr>
          <p:spPr>
            <a:xfrm>
              <a:off x="9951257" y="813288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438" y="93190"/>
                  </a:lnTo>
                  <a:lnTo>
                    <a:pt x="34438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6" name="object 926" descr=""/>
            <p:cNvSpPr/>
            <p:nvPr/>
          </p:nvSpPr>
          <p:spPr>
            <a:xfrm>
              <a:off x="9896513" y="8139754"/>
              <a:ext cx="34925" cy="86360"/>
            </a:xfrm>
            <a:custGeom>
              <a:avLst/>
              <a:gdLst/>
              <a:ahLst/>
              <a:cxnLst/>
              <a:rect l="l" t="t" r="r" b="b"/>
              <a:pathLst>
                <a:path w="34925" h="86359">
                  <a:moveTo>
                    <a:pt x="34417" y="77812"/>
                  </a:moveTo>
                  <a:lnTo>
                    <a:pt x="0" y="77812"/>
                  </a:lnTo>
                  <a:lnTo>
                    <a:pt x="0" y="86321"/>
                  </a:lnTo>
                  <a:lnTo>
                    <a:pt x="34417" y="86321"/>
                  </a:lnTo>
                  <a:lnTo>
                    <a:pt x="34417" y="77812"/>
                  </a:lnTo>
                  <a:close/>
                </a:path>
                <a:path w="34925" h="86359">
                  <a:moveTo>
                    <a:pt x="34417" y="0"/>
                  </a:moveTo>
                  <a:lnTo>
                    <a:pt x="0" y="0"/>
                  </a:lnTo>
                  <a:lnTo>
                    <a:pt x="0" y="49847"/>
                  </a:lnTo>
                  <a:lnTo>
                    <a:pt x="34417" y="49847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7" name="object 927" descr=""/>
            <p:cNvSpPr/>
            <p:nvPr/>
          </p:nvSpPr>
          <p:spPr>
            <a:xfrm>
              <a:off x="9896515" y="813288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417" y="93190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8" name="object 928" descr=""/>
            <p:cNvSpPr/>
            <p:nvPr/>
          </p:nvSpPr>
          <p:spPr>
            <a:xfrm>
              <a:off x="10170130" y="8246681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38" y="0"/>
                  </a:moveTo>
                  <a:lnTo>
                    <a:pt x="0" y="0"/>
                  </a:lnTo>
                  <a:lnTo>
                    <a:pt x="0" y="93148"/>
                  </a:lnTo>
                  <a:lnTo>
                    <a:pt x="34438" y="93148"/>
                  </a:lnTo>
                  <a:lnTo>
                    <a:pt x="3443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9" name="object 929" descr=""/>
            <p:cNvSpPr/>
            <p:nvPr/>
          </p:nvSpPr>
          <p:spPr>
            <a:xfrm>
              <a:off x="10170130" y="8246681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48"/>
                  </a:moveTo>
                  <a:lnTo>
                    <a:pt x="34438" y="93148"/>
                  </a:lnTo>
                  <a:lnTo>
                    <a:pt x="34438" y="0"/>
                  </a:lnTo>
                  <a:lnTo>
                    <a:pt x="0" y="0"/>
                  </a:lnTo>
                  <a:lnTo>
                    <a:pt x="0" y="9314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0" name="object 930" descr=""/>
            <p:cNvSpPr/>
            <p:nvPr/>
          </p:nvSpPr>
          <p:spPr>
            <a:xfrm>
              <a:off x="10115419" y="8246681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49" y="0"/>
                  </a:moveTo>
                  <a:lnTo>
                    <a:pt x="0" y="0"/>
                  </a:lnTo>
                  <a:lnTo>
                    <a:pt x="0" y="93148"/>
                  </a:lnTo>
                  <a:lnTo>
                    <a:pt x="34449" y="93148"/>
                  </a:lnTo>
                  <a:lnTo>
                    <a:pt x="3444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1" name="object 931" descr=""/>
            <p:cNvSpPr/>
            <p:nvPr/>
          </p:nvSpPr>
          <p:spPr>
            <a:xfrm>
              <a:off x="10115419" y="8246681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48"/>
                  </a:moveTo>
                  <a:lnTo>
                    <a:pt x="34449" y="93148"/>
                  </a:lnTo>
                  <a:lnTo>
                    <a:pt x="34449" y="0"/>
                  </a:lnTo>
                  <a:lnTo>
                    <a:pt x="0" y="0"/>
                  </a:lnTo>
                  <a:lnTo>
                    <a:pt x="0" y="9314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2" name="object 932" descr=""/>
            <p:cNvSpPr/>
            <p:nvPr/>
          </p:nvSpPr>
          <p:spPr>
            <a:xfrm>
              <a:off x="10060656" y="8246681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49" y="0"/>
                  </a:moveTo>
                  <a:lnTo>
                    <a:pt x="0" y="0"/>
                  </a:lnTo>
                  <a:lnTo>
                    <a:pt x="0" y="93148"/>
                  </a:lnTo>
                  <a:lnTo>
                    <a:pt x="34449" y="93148"/>
                  </a:lnTo>
                  <a:lnTo>
                    <a:pt x="3444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3" name="object 933" descr=""/>
            <p:cNvSpPr/>
            <p:nvPr/>
          </p:nvSpPr>
          <p:spPr>
            <a:xfrm>
              <a:off x="10060656" y="8246681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48"/>
                  </a:moveTo>
                  <a:lnTo>
                    <a:pt x="34449" y="93148"/>
                  </a:lnTo>
                  <a:lnTo>
                    <a:pt x="34449" y="0"/>
                  </a:lnTo>
                  <a:lnTo>
                    <a:pt x="0" y="0"/>
                  </a:lnTo>
                  <a:lnTo>
                    <a:pt x="0" y="9314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4" name="object 934" descr=""/>
            <p:cNvSpPr/>
            <p:nvPr/>
          </p:nvSpPr>
          <p:spPr>
            <a:xfrm>
              <a:off x="10005988" y="8246681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17" y="0"/>
                  </a:moveTo>
                  <a:lnTo>
                    <a:pt x="0" y="0"/>
                  </a:lnTo>
                  <a:lnTo>
                    <a:pt x="0" y="93148"/>
                  </a:lnTo>
                  <a:lnTo>
                    <a:pt x="34417" y="93148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5" name="object 935" descr=""/>
            <p:cNvSpPr/>
            <p:nvPr/>
          </p:nvSpPr>
          <p:spPr>
            <a:xfrm>
              <a:off x="10005988" y="8246681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48"/>
                  </a:moveTo>
                  <a:lnTo>
                    <a:pt x="34417" y="93148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14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6" name="object 936" descr=""/>
            <p:cNvSpPr/>
            <p:nvPr/>
          </p:nvSpPr>
          <p:spPr>
            <a:xfrm>
              <a:off x="9951250" y="8246688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42" y="48704"/>
                  </a:moveTo>
                  <a:lnTo>
                    <a:pt x="0" y="48704"/>
                  </a:lnTo>
                  <a:lnTo>
                    <a:pt x="0" y="93154"/>
                  </a:lnTo>
                  <a:lnTo>
                    <a:pt x="34442" y="93154"/>
                  </a:lnTo>
                  <a:lnTo>
                    <a:pt x="34442" y="48704"/>
                  </a:lnTo>
                  <a:close/>
                </a:path>
                <a:path w="34925" h="93345">
                  <a:moveTo>
                    <a:pt x="34442" y="0"/>
                  </a:moveTo>
                  <a:lnTo>
                    <a:pt x="0" y="0"/>
                  </a:lnTo>
                  <a:lnTo>
                    <a:pt x="0" y="20726"/>
                  </a:lnTo>
                  <a:lnTo>
                    <a:pt x="34442" y="20726"/>
                  </a:lnTo>
                  <a:lnTo>
                    <a:pt x="34442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7" name="object 937" descr=""/>
            <p:cNvSpPr/>
            <p:nvPr/>
          </p:nvSpPr>
          <p:spPr>
            <a:xfrm>
              <a:off x="9951257" y="8246681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48"/>
                  </a:moveTo>
                  <a:lnTo>
                    <a:pt x="34438" y="93148"/>
                  </a:lnTo>
                  <a:lnTo>
                    <a:pt x="34438" y="0"/>
                  </a:lnTo>
                  <a:lnTo>
                    <a:pt x="0" y="0"/>
                  </a:lnTo>
                  <a:lnTo>
                    <a:pt x="0" y="9314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8" name="object 938" descr=""/>
            <p:cNvSpPr/>
            <p:nvPr/>
          </p:nvSpPr>
          <p:spPr>
            <a:xfrm>
              <a:off x="9896513" y="8246688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17" y="48704"/>
                  </a:moveTo>
                  <a:lnTo>
                    <a:pt x="0" y="48704"/>
                  </a:lnTo>
                  <a:lnTo>
                    <a:pt x="0" y="93154"/>
                  </a:lnTo>
                  <a:lnTo>
                    <a:pt x="34417" y="93154"/>
                  </a:lnTo>
                  <a:lnTo>
                    <a:pt x="34417" y="48704"/>
                  </a:lnTo>
                  <a:close/>
                </a:path>
                <a:path w="34925" h="93345">
                  <a:moveTo>
                    <a:pt x="34417" y="0"/>
                  </a:moveTo>
                  <a:lnTo>
                    <a:pt x="0" y="0"/>
                  </a:lnTo>
                  <a:lnTo>
                    <a:pt x="0" y="20726"/>
                  </a:lnTo>
                  <a:lnTo>
                    <a:pt x="34417" y="20726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9" name="object 939" descr=""/>
            <p:cNvSpPr/>
            <p:nvPr/>
          </p:nvSpPr>
          <p:spPr>
            <a:xfrm>
              <a:off x="9896515" y="8246681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48"/>
                  </a:moveTo>
                  <a:lnTo>
                    <a:pt x="34417" y="93148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14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0" name="object 940" descr=""/>
            <p:cNvSpPr/>
            <p:nvPr/>
          </p:nvSpPr>
          <p:spPr>
            <a:xfrm>
              <a:off x="10170130" y="836043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38" y="0"/>
                  </a:moveTo>
                  <a:lnTo>
                    <a:pt x="0" y="0"/>
                  </a:lnTo>
                  <a:lnTo>
                    <a:pt x="0" y="93211"/>
                  </a:lnTo>
                  <a:lnTo>
                    <a:pt x="34438" y="93211"/>
                  </a:lnTo>
                  <a:lnTo>
                    <a:pt x="3443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1" name="object 941" descr=""/>
            <p:cNvSpPr/>
            <p:nvPr/>
          </p:nvSpPr>
          <p:spPr>
            <a:xfrm>
              <a:off x="10170130" y="836043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11"/>
                  </a:moveTo>
                  <a:lnTo>
                    <a:pt x="34438" y="93211"/>
                  </a:lnTo>
                  <a:lnTo>
                    <a:pt x="34438" y="0"/>
                  </a:lnTo>
                  <a:lnTo>
                    <a:pt x="0" y="0"/>
                  </a:lnTo>
                  <a:lnTo>
                    <a:pt x="0" y="932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2" name="object 942" descr=""/>
            <p:cNvSpPr/>
            <p:nvPr/>
          </p:nvSpPr>
          <p:spPr>
            <a:xfrm>
              <a:off x="10115419" y="836043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49" y="0"/>
                  </a:moveTo>
                  <a:lnTo>
                    <a:pt x="0" y="0"/>
                  </a:lnTo>
                  <a:lnTo>
                    <a:pt x="0" y="93211"/>
                  </a:lnTo>
                  <a:lnTo>
                    <a:pt x="34449" y="93211"/>
                  </a:lnTo>
                  <a:lnTo>
                    <a:pt x="3444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3" name="object 943" descr=""/>
            <p:cNvSpPr/>
            <p:nvPr/>
          </p:nvSpPr>
          <p:spPr>
            <a:xfrm>
              <a:off x="10115419" y="836043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11"/>
                  </a:moveTo>
                  <a:lnTo>
                    <a:pt x="34449" y="93211"/>
                  </a:lnTo>
                  <a:lnTo>
                    <a:pt x="34449" y="0"/>
                  </a:lnTo>
                  <a:lnTo>
                    <a:pt x="0" y="0"/>
                  </a:lnTo>
                  <a:lnTo>
                    <a:pt x="0" y="932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4" name="object 944" descr=""/>
            <p:cNvSpPr/>
            <p:nvPr/>
          </p:nvSpPr>
          <p:spPr>
            <a:xfrm>
              <a:off x="10060656" y="836043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49" y="0"/>
                  </a:moveTo>
                  <a:lnTo>
                    <a:pt x="0" y="0"/>
                  </a:lnTo>
                  <a:lnTo>
                    <a:pt x="0" y="93211"/>
                  </a:lnTo>
                  <a:lnTo>
                    <a:pt x="34449" y="93211"/>
                  </a:lnTo>
                  <a:lnTo>
                    <a:pt x="3444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5" name="object 945" descr=""/>
            <p:cNvSpPr/>
            <p:nvPr/>
          </p:nvSpPr>
          <p:spPr>
            <a:xfrm>
              <a:off x="10060656" y="836043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11"/>
                  </a:moveTo>
                  <a:lnTo>
                    <a:pt x="34449" y="93211"/>
                  </a:lnTo>
                  <a:lnTo>
                    <a:pt x="34449" y="0"/>
                  </a:lnTo>
                  <a:lnTo>
                    <a:pt x="0" y="0"/>
                  </a:lnTo>
                  <a:lnTo>
                    <a:pt x="0" y="932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6" name="object 946" descr=""/>
            <p:cNvSpPr/>
            <p:nvPr/>
          </p:nvSpPr>
          <p:spPr>
            <a:xfrm>
              <a:off x="10005987" y="8360441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17" y="0"/>
                  </a:moveTo>
                  <a:lnTo>
                    <a:pt x="0" y="0"/>
                  </a:lnTo>
                  <a:lnTo>
                    <a:pt x="0" y="12763"/>
                  </a:lnTo>
                  <a:lnTo>
                    <a:pt x="0" y="93218"/>
                  </a:lnTo>
                  <a:lnTo>
                    <a:pt x="34417" y="93218"/>
                  </a:lnTo>
                  <a:lnTo>
                    <a:pt x="34417" y="12763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7" name="object 947" descr=""/>
            <p:cNvSpPr/>
            <p:nvPr/>
          </p:nvSpPr>
          <p:spPr>
            <a:xfrm>
              <a:off x="10005988" y="836043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11"/>
                  </a:moveTo>
                  <a:lnTo>
                    <a:pt x="34417" y="93211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2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8" name="object 948" descr=""/>
            <p:cNvSpPr/>
            <p:nvPr/>
          </p:nvSpPr>
          <p:spPr>
            <a:xfrm>
              <a:off x="9951250" y="8373205"/>
              <a:ext cx="34925" cy="80645"/>
            </a:xfrm>
            <a:custGeom>
              <a:avLst/>
              <a:gdLst/>
              <a:ahLst/>
              <a:cxnLst/>
              <a:rect l="l" t="t" r="r" b="b"/>
              <a:pathLst>
                <a:path w="34925" h="80645">
                  <a:moveTo>
                    <a:pt x="34442" y="77825"/>
                  </a:moveTo>
                  <a:lnTo>
                    <a:pt x="0" y="77825"/>
                  </a:lnTo>
                  <a:lnTo>
                    <a:pt x="0" y="80454"/>
                  </a:lnTo>
                  <a:lnTo>
                    <a:pt x="34442" y="80454"/>
                  </a:lnTo>
                  <a:lnTo>
                    <a:pt x="34442" y="77825"/>
                  </a:lnTo>
                  <a:close/>
                </a:path>
                <a:path w="34925" h="80645">
                  <a:moveTo>
                    <a:pt x="34442" y="0"/>
                  </a:moveTo>
                  <a:lnTo>
                    <a:pt x="0" y="0"/>
                  </a:lnTo>
                  <a:lnTo>
                    <a:pt x="0" y="49847"/>
                  </a:lnTo>
                  <a:lnTo>
                    <a:pt x="34442" y="49847"/>
                  </a:lnTo>
                  <a:lnTo>
                    <a:pt x="34442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9" name="object 949" descr=""/>
            <p:cNvSpPr/>
            <p:nvPr/>
          </p:nvSpPr>
          <p:spPr>
            <a:xfrm>
              <a:off x="9951257" y="836043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11"/>
                  </a:moveTo>
                  <a:lnTo>
                    <a:pt x="34438" y="93211"/>
                  </a:lnTo>
                  <a:lnTo>
                    <a:pt x="34438" y="0"/>
                  </a:lnTo>
                  <a:lnTo>
                    <a:pt x="0" y="0"/>
                  </a:lnTo>
                  <a:lnTo>
                    <a:pt x="0" y="932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0" name="object 950" descr=""/>
            <p:cNvSpPr/>
            <p:nvPr/>
          </p:nvSpPr>
          <p:spPr>
            <a:xfrm>
              <a:off x="9896513" y="8373205"/>
              <a:ext cx="34925" cy="80645"/>
            </a:xfrm>
            <a:custGeom>
              <a:avLst/>
              <a:gdLst/>
              <a:ahLst/>
              <a:cxnLst/>
              <a:rect l="l" t="t" r="r" b="b"/>
              <a:pathLst>
                <a:path w="34925" h="80645">
                  <a:moveTo>
                    <a:pt x="34417" y="77825"/>
                  </a:moveTo>
                  <a:lnTo>
                    <a:pt x="0" y="77825"/>
                  </a:lnTo>
                  <a:lnTo>
                    <a:pt x="0" y="80454"/>
                  </a:lnTo>
                  <a:lnTo>
                    <a:pt x="34417" y="80454"/>
                  </a:lnTo>
                  <a:lnTo>
                    <a:pt x="34417" y="77825"/>
                  </a:lnTo>
                  <a:close/>
                </a:path>
                <a:path w="34925" h="80645">
                  <a:moveTo>
                    <a:pt x="34417" y="0"/>
                  </a:moveTo>
                  <a:lnTo>
                    <a:pt x="0" y="0"/>
                  </a:lnTo>
                  <a:lnTo>
                    <a:pt x="0" y="49847"/>
                  </a:lnTo>
                  <a:lnTo>
                    <a:pt x="34417" y="49847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1" name="object 951" descr=""/>
            <p:cNvSpPr/>
            <p:nvPr/>
          </p:nvSpPr>
          <p:spPr>
            <a:xfrm>
              <a:off x="9896515" y="836043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11"/>
                  </a:moveTo>
                  <a:lnTo>
                    <a:pt x="34417" y="93211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2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2" name="object 952" descr=""/>
            <p:cNvSpPr/>
            <p:nvPr/>
          </p:nvSpPr>
          <p:spPr>
            <a:xfrm>
              <a:off x="9844773" y="8476164"/>
              <a:ext cx="34925" cy="102870"/>
            </a:xfrm>
            <a:custGeom>
              <a:avLst/>
              <a:gdLst/>
              <a:ahLst/>
              <a:cxnLst/>
              <a:rect l="l" t="t" r="r" b="b"/>
              <a:pathLst>
                <a:path w="34925" h="102870">
                  <a:moveTo>
                    <a:pt x="34429" y="52692"/>
                  </a:moveTo>
                  <a:lnTo>
                    <a:pt x="0" y="52692"/>
                  </a:lnTo>
                  <a:lnTo>
                    <a:pt x="0" y="102539"/>
                  </a:lnTo>
                  <a:lnTo>
                    <a:pt x="34429" y="102539"/>
                  </a:lnTo>
                  <a:lnTo>
                    <a:pt x="34429" y="52692"/>
                  </a:lnTo>
                  <a:close/>
                </a:path>
                <a:path w="34925" h="102870">
                  <a:moveTo>
                    <a:pt x="34429" y="0"/>
                  </a:moveTo>
                  <a:lnTo>
                    <a:pt x="0" y="0"/>
                  </a:lnTo>
                  <a:lnTo>
                    <a:pt x="0" y="24714"/>
                  </a:lnTo>
                  <a:lnTo>
                    <a:pt x="34429" y="24714"/>
                  </a:lnTo>
                  <a:lnTo>
                    <a:pt x="344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3" name="object 953" descr=""/>
            <p:cNvSpPr/>
            <p:nvPr/>
          </p:nvSpPr>
          <p:spPr>
            <a:xfrm>
              <a:off x="9844778" y="8476161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65"/>
                  </a:moveTo>
                  <a:lnTo>
                    <a:pt x="34428" y="129765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12976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4" name="object 954" descr=""/>
            <p:cNvSpPr/>
            <p:nvPr/>
          </p:nvSpPr>
          <p:spPr>
            <a:xfrm>
              <a:off x="9790087" y="8476164"/>
              <a:ext cx="34925" cy="102870"/>
            </a:xfrm>
            <a:custGeom>
              <a:avLst/>
              <a:gdLst/>
              <a:ahLst/>
              <a:cxnLst/>
              <a:rect l="l" t="t" r="r" b="b"/>
              <a:pathLst>
                <a:path w="34925" h="102870">
                  <a:moveTo>
                    <a:pt x="34404" y="52692"/>
                  </a:moveTo>
                  <a:lnTo>
                    <a:pt x="0" y="52692"/>
                  </a:lnTo>
                  <a:lnTo>
                    <a:pt x="0" y="94284"/>
                  </a:lnTo>
                  <a:lnTo>
                    <a:pt x="0" y="102539"/>
                  </a:lnTo>
                  <a:lnTo>
                    <a:pt x="34404" y="102539"/>
                  </a:lnTo>
                  <a:lnTo>
                    <a:pt x="34404" y="94284"/>
                  </a:lnTo>
                  <a:lnTo>
                    <a:pt x="34404" y="52692"/>
                  </a:lnTo>
                  <a:close/>
                </a:path>
                <a:path w="34925" h="102870">
                  <a:moveTo>
                    <a:pt x="34404" y="0"/>
                  </a:moveTo>
                  <a:lnTo>
                    <a:pt x="0" y="0"/>
                  </a:lnTo>
                  <a:lnTo>
                    <a:pt x="0" y="15887"/>
                  </a:lnTo>
                  <a:lnTo>
                    <a:pt x="0" y="24714"/>
                  </a:lnTo>
                  <a:lnTo>
                    <a:pt x="34404" y="24714"/>
                  </a:lnTo>
                  <a:lnTo>
                    <a:pt x="34404" y="15887"/>
                  </a:lnTo>
                  <a:lnTo>
                    <a:pt x="3440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5" name="object 955" descr=""/>
            <p:cNvSpPr/>
            <p:nvPr/>
          </p:nvSpPr>
          <p:spPr>
            <a:xfrm>
              <a:off x="9790089" y="8476161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65"/>
                  </a:moveTo>
                  <a:lnTo>
                    <a:pt x="34407" y="129765"/>
                  </a:lnTo>
                  <a:lnTo>
                    <a:pt x="34407" y="0"/>
                  </a:lnTo>
                  <a:lnTo>
                    <a:pt x="0" y="0"/>
                  </a:lnTo>
                  <a:lnTo>
                    <a:pt x="0" y="12976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6" name="object 956" descr=""/>
            <p:cNvSpPr/>
            <p:nvPr/>
          </p:nvSpPr>
          <p:spPr>
            <a:xfrm>
              <a:off x="9735375" y="8476164"/>
              <a:ext cx="34925" cy="94615"/>
            </a:xfrm>
            <a:custGeom>
              <a:avLst/>
              <a:gdLst/>
              <a:ahLst/>
              <a:cxnLst/>
              <a:rect l="l" t="t" r="r" b="b"/>
              <a:pathLst>
                <a:path w="34925" h="94615">
                  <a:moveTo>
                    <a:pt x="34417" y="52692"/>
                  </a:moveTo>
                  <a:lnTo>
                    <a:pt x="0" y="52692"/>
                  </a:lnTo>
                  <a:lnTo>
                    <a:pt x="0" y="94284"/>
                  </a:lnTo>
                  <a:lnTo>
                    <a:pt x="34417" y="94284"/>
                  </a:lnTo>
                  <a:lnTo>
                    <a:pt x="34417" y="52692"/>
                  </a:lnTo>
                  <a:close/>
                </a:path>
                <a:path w="34925" h="94615">
                  <a:moveTo>
                    <a:pt x="34417" y="0"/>
                  </a:moveTo>
                  <a:lnTo>
                    <a:pt x="0" y="0"/>
                  </a:lnTo>
                  <a:lnTo>
                    <a:pt x="0" y="15887"/>
                  </a:lnTo>
                  <a:lnTo>
                    <a:pt x="34417" y="15887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7" name="object 957" descr=""/>
            <p:cNvSpPr/>
            <p:nvPr/>
          </p:nvSpPr>
          <p:spPr>
            <a:xfrm>
              <a:off x="9735378" y="8476161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65"/>
                  </a:moveTo>
                  <a:lnTo>
                    <a:pt x="34417" y="129765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12976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8" name="object 958" descr=""/>
            <p:cNvSpPr/>
            <p:nvPr/>
          </p:nvSpPr>
          <p:spPr>
            <a:xfrm>
              <a:off x="9680613" y="8476164"/>
              <a:ext cx="34925" cy="94615"/>
            </a:xfrm>
            <a:custGeom>
              <a:avLst/>
              <a:gdLst/>
              <a:ahLst/>
              <a:cxnLst/>
              <a:rect l="l" t="t" r="r" b="b"/>
              <a:pathLst>
                <a:path w="34925" h="94615">
                  <a:moveTo>
                    <a:pt x="34391" y="52692"/>
                  </a:moveTo>
                  <a:lnTo>
                    <a:pt x="0" y="52692"/>
                  </a:lnTo>
                  <a:lnTo>
                    <a:pt x="0" y="94284"/>
                  </a:lnTo>
                  <a:lnTo>
                    <a:pt x="34391" y="94284"/>
                  </a:lnTo>
                  <a:lnTo>
                    <a:pt x="34391" y="52692"/>
                  </a:lnTo>
                  <a:close/>
                </a:path>
                <a:path w="34925" h="94615">
                  <a:moveTo>
                    <a:pt x="34391" y="0"/>
                  </a:moveTo>
                  <a:lnTo>
                    <a:pt x="0" y="0"/>
                  </a:lnTo>
                  <a:lnTo>
                    <a:pt x="0" y="15887"/>
                  </a:lnTo>
                  <a:lnTo>
                    <a:pt x="34391" y="15887"/>
                  </a:lnTo>
                  <a:lnTo>
                    <a:pt x="34391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9" name="object 959" descr=""/>
            <p:cNvSpPr/>
            <p:nvPr/>
          </p:nvSpPr>
          <p:spPr>
            <a:xfrm>
              <a:off x="9680616" y="8476161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65"/>
                  </a:moveTo>
                  <a:lnTo>
                    <a:pt x="34396" y="129765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12976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0" name="object 960" descr=""/>
            <p:cNvSpPr/>
            <p:nvPr/>
          </p:nvSpPr>
          <p:spPr>
            <a:xfrm>
              <a:off x="9625863" y="8476164"/>
              <a:ext cx="34925" cy="94615"/>
            </a:xfrm>
            <a:custGeom>
              <a:avLst/>
              <a:gdLst/>
              <a:ahLst/>
              <a:cxnLst/>
              <a:rect l="l" t="t" r="r" b="b"/>
              <a:pathLst>
                <a:path w="34925" h="94615">
                  <a:moveTo>
                    <a:pt x="34417" y="52692"/>
                  </a:moveTo>
                  <a:lnTo>
                    <a:pt x="0" y="52692"/>
                  </a:lnTo>
                  <a:lnTo>
                    <a:pt x="0" y="94284"/>
                  </a:lnTo>
                  <a:lnTo>
                    <a:pt x="34417" y="94284"/>
                  </a:lnTo>
                  <a:lnTo>
                    <a:pt x="34417" y="52692"/>
                  </a:lnTo>
                  <a:close/>
                </a:path>
                <a:path w="34925" h="94615">
                  <a:moveTo>
                    <a:pt x="34417" y="0"/>
                  </a:moveTo>
                  <a:lnTo>
                    <a:pt x="0" y="0"/>
                  </a:lnTo>
                  <a:lnTo>
                    <a:pt x="0" y="15887"/>
                  </a:lnTo>
                  <a:lnTo>
                    <a:pt x="34417" y="15887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1" name="object 961" descr=""/>
            <p:cNvSpPr/>
            <p:nvPr/>
          </p:nvSpPr>
          <p:spPr>
            <a:xfrm>
              <a:off x="9625874" y="8476161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65"/>
                  </a:moveTo>
                  <a:lnTo>
                    <a:pt x="34417" y="129765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12976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2" name="object 962" descr=""/>
            <p:cNvSpPr/>
            <p:nvPr/>
          </p:nvSpPr>
          <p:spPr>
            <a:xfrm>
              <a:off x="9571152" y="8476164"/>
              <a:ext cx="34925" cy="94615"/>
            </a:xfrm>
            <a:custGeom>
              <a:avLst/>
              <a:gdLst/>
              <a:ahLst/>
              <a:cxnLst/>
              <a:rect l="l" t="t" r="r" b="b"/>
              <a:pathLst>
                <a:path w="34925" h="94615">
                  <a:moveTo>
                    <a:pt x="34404" y="52692"/>
                  </a:moveTo>
                  <a:lnTo>
                    <a:pt x="0" y="52692"/>
                  </a:lnTo>
                  <a:lnTo>
                    <a:pt x="0" y="94284"/>
                  </a:lnTo>
                  <a:lnTo>
                    <a:pt x="34404" y="94284"/>
                  </a:lnTo>
                  <a:lnTo>
                    <a:pt x="34404" y="52692"/>
                  </a:lnTo>
                  <a:close/>
                </a:path>
                <a:path w="34925" h="94615">
                  <a:moveTo>
                    <a:pt x="34404" y="0"/>
                  </a:moveTo>
                  <a:lnTo>
                    <a:pt x="0" y="0"/>
                  </a:lnTo>
                  <a:lnTo>
                    <a:pt x="0" y="15887"/>
                  </a:lnTo>
                  <a:lnTo>
                    <a:pt x="34404" y="15887"/>
                  </a:lnTo>
                  <a:lnTo>
                    <a:pt x="3440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3" name="object 963" descr=""/>
            <p:cNvSpPr/>
            <p:nvPr/>
          </p:nvSpPr>
          <p:spPr>
            <a:xfrm>
              <a:off x="9571163" y="8476161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65"/>
                  </a:moveTo>
                  <a:lnTo>
                    <a:pt x="34396" y="129765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12976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4" name="object 964" descr=""/>
            <p:cNvSpPr/>
            <p:nvPr/>
          </p:nvSpPr>
          <p:spPr>
            <a:xfrm>
              <a:off x="9844773" y="7906289"/>
              <a:ext cx="34925" cy="92710"/>
            </a:xfrm>
            <a:custGeom>
              <a:avLst/>
              <a:gdLst/>
              <a:ahLst/>
              <a:cxnLst/>
              <a:rect l="l" t="t" r="r" b="b"/>
              <a:pathLst>
                <a:path w="34925" h="92709">
                  <a:moveTo>
                    <a:pt x="34429" y="77812"/>
                  </a:moveTo>
                  <a:lnTo>
                    <a:pt x="0" y="77812"/>
                  </a:lnTo>
                  <a:lnTo>
                    <a:pt x="0" y="92214"/>
                  </a:lnTo>
                  <a:lnTo>
                    <a:pt x="34429" y="92214"/>
                  </a:lnTo>
                  <a:lnTo>
                    <a:pt x="34429" y="77812"/>
                  </a:lnTo>
                  <a:close/>
                </a:path>
                <a:path w="34925" h="92709">
                  <a:moveTo>
                    <a:pt x="34429" y="0"/>
                  </a:moveTo>
                  <a:lnTo>
                    <a:pt x="0" y="0"/>
                  </a:lnTo>
                  <a:lnTo>
                    <a:pt x="0" y="49834"/>
                  </a:lnTo>
                  <a:lnTo>
                    <a:pt x="34429" y="49834"/>
                  </a:lnTo>
                  <a:lnTo>
                    <a:pt x="344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5" name="object 965" descr=""/>
            <p:cNvSpPr/>
            <p:nvPr/>
          </p:nvSpPr>
          <p:spPr>
            <a:xfrm>
              <a:off x="9844778" y="7905267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32"/>
                  </a:moveTo>
                  <a:lnTo>
                    <a:pt x="34428" y="93232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932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6" name="object 966" descr=""/>
            <p:cNvSpPr/>
            <p:nvPr/>
          </p:nvSpPr>
          <p:spPr>
            <a:xfrm>
              <a:off x="9790087" y="7906289"/>
              <a:ext cx="34925" cy="92710"/>
            </a:xfrm>
            <a:custGeom>
              <a:avLst/>
              <a:gdLst/>
              <a:ahLst/>
              <a:cxnLst/>
              <a:rect l="l" t="t" r="r" b="b"/>
              <a:pathLst>
                <a:path w="34925" h="92709">
                  <a:moveTo>
                    <a:pt x="34404" y="77812"/>
                  </a:moveTo>
                  <a:lnTo>
                    <a:pt x="0" y="77812"/>
                  </a:lnTo>
                  <a:lnTo>
                    <a:pt x="0" y="92214"/>
                  </a:lnTo>
                  <a:lnTo>
                    <a:pt x="34404" y="92214"/>
                  </a:lnTo>
                  <a:lnTo>
                    <a:pt x="34404" y="77812"/>
                  </a:lnTo>
                  <a:close/>
                </a:path>
                <a:path w="34925" h="92709">
                  <a:moveTo>
                    <a:pt x="34404" y="0"/>
                  </a:moveTo>
                  <a:lnTo>
                    <a:pt x="0" y="0"/>
                  </a:lnTo>
                  <a:lnTo>
                    <a:pt x="0" y="37020"/>
                  </a:lnTo>
                  <a:lnTo>
                    <a:pt x="0" y="49834"/>
                  </a:lnTo>
                  <a:lnTo>
                    <a:pt x="34404" y="49834"/>
                  </a:lnTo>
                  <a:lnTo>
                    <a:pt x="34404" y="37020"/>
                  </a:lnTo>
                  <a:lnTo>
                    <a:pt x="3440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7" name="object 967" descr=""/>
            <p:cNvSpPr/>
            <p:nvPr/>
          </p:nvSpPr>
          <p:spPr>
            <a:xfrm>
              <a:off x="9790089" y="7905267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32"/>
                  </a:moveTo>
                  <a:lnTo>
                    <a:pt x="34407" y="93232"/>
                  </a:lnTo>
                  <a:lnTo>
                    <a:pt x="34407" y="0"/>
                  </a:lnTo>
                  <a:lnTo>
                    <a:pt x="0" y="0"/>
                  </a:lnTo>
                  <a:lnTo>
                    <a:pt x="0" y="932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8" name="object 968" descr=""/>
            <p:cNvSpPr/>
            <p:nvPr/>
          </p:nvSpPr>
          <p:spPr>
            <a:xfrm>
              <a:off x="9735375" y="7906289"/>
              <a:ext cx="34925" cy="92710"/>
            </a:xfrm>
            <a:custGeom>
              <a:avLst/>
              <a:gdLst/>
              <a:ahLst/>
              <a:cxnLst/>
              <a:rect l="l" t="t" r="r" b="b"/>
              <a:pathLst>
                <a:path w="34925" h="92709">
                  <a:moveTo>
                    <a:pt x="34417" y="77812"/>
                  </a:moveTo>
                  <a:lnTo>
                    <a:pt x="0" y="77812"/>
                  </a:lnTo>
                  <a:lnTo>
                    <a:pt x="0" y="92214"/>
                  </a:lnTo>
                  <a:lnTo>
                    <a:pt x="34417" y="92214"/>
                  </a:lnTo>
                  <a:lnTo>
                    <a:pt x="34417" y="77812"/>
                  </a:lnTo>
                  <a:close/>
                </a:path>
                <a:path w="34925" h="92709">
                  <a:moveTo>
                    <a:pt x="34417" y="0"/>
                  </a:moveTo>
                  <a:lnTo>
                    <a:pt x="0" y="0"/>
                  </a:lnTo>
                  <a:lnTo>
                    <a:pt x="0" y="37020"/>
                  </a:lnTo>
                  <a:lnTo>
                    <a:pt x="34417" y="37020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9" name="object 969" descr=""/>
            <p:cNvSpPr/>
            <p:nvPr/>
          </p:nvSpPr>
          <p:spPr>
            <a:xfrm>
              <a:off x="9735378" y="7905267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32"/>
                  </a:moveTo>
                  <a:lnTo>
                    <a:pt x="34417" y="93232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2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0" name="object 970" descr=""/>
            <p:cNvSpPr/>
            <p:nvPr/>
          </p:nvSpPr>
          <p:spPr>
            <a:xfrm>
              <a:off x="9680613" y="7906289"/>
              <a:ext cx="34925" cy="92710"/>
            </a:xfrm>
            <a:custGeom>
              <a:avLst/>
              <a:gdLst/>
              <a:ahLst/>
              <a:cxnLst/>
              <a:rect l="l" t="t" r="r" b="b"/>
              <a:pathLst>
                <a:path w="34925" h="92709">
                  <a:moveTo>
                    <a:pt x="34391" y="77812"/>
                  </a:moveTo>
                  <a:lnTo>
                    <a:pt x="0" y="77812"/>
                  </a:lnTo>
                  <a:lnTo>
                    <a:pt x="0" y="92214"/>
                  </a:lnTo>
                  <a:lnTo>
                    <a:pt x="34391" y="92214"/>
                  </a:lnTo>
                  <a:lnTo>
                    <a:pt x="34391" y="77812"/>
                  </a:lnTo>
                  <a:close/>
                </a:path>
                <a:path w="34925" h="92709">
                  <a:moveTo>
                    <a:pt x="34391" y="0"/>
                  </a:moveTo>
                  <a:lnTo>
                    <a:pt x="0" y="0"/>
                  </a:lnTo>
                  <a:lnTo>
                    <a:pt x="0" y="37020"/>
                  </a:lnTo>
                  <a:lnTo>
                    <a:pt x="34391" y="37020"/>
                  </a:lnTo>
                  <a:lnTo>
                    <a:pt x="34391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1" name="object 971" descr=""/>
            <p:cNvSpPr/>
            <p:nvPr/>
          </p:nvSpPr>
          <p:spPr>
            <a:xfrm>
              <a:off x="9680616" y="7905267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32"/>
                  </a:moveTo>
                  <a:lnTo>
                    <a:pt x="34396" y="93232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932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2" name="object 972" descr=""/>
            <p:cNvSpPr/>
            <p:nvPr/>
          </p:nvSpPr>
          <p:spPr>
            <a:xfrm>
              <a:off x="9625863" y="7906289"/>
              <a:ext cx="34925" cy="92710"/>
            </a:xfrm>
            <a:custGeom>
              <a:avLst/>
              <a:gdLst/>
              <a:ahLst/>
              <a:cxnLst/>
              <a:rect l="l" t="t" r="r" b="b"/>
              <a:pathLst>
                <a:path w="34925" h="92709">
                  <a:moveTo>
                    <a:pt x="34417" y="77812"/>
                  </a:moveTo>
                  <a:lnTo>
                    <a:pt x="0" y="77812"/>
                  </a:lnTo>
                  <a:lnTo>
                    <a:pt x="0" y="92214"/>
                  </a:lnTo>
                  <a:lnTo>
                    <a:pt x="34417" y="92214"/>
                  </a:lnTo>
                  <a:lnTo>
                    <a:pt x="34417" y="77812"/>
                  </a:lnTo>
                  <a:close/>
                </a:path>
                <a:path w="34925" h="92709">
                  <a:moveTo>
                    <a:pt x="34417" y="0"/>
                  </a:moveTo>
                  <a:lnTo>
                    <a:pt x="0" y="0"/>
                  </a:lnTo>
                  <a:lnTo>
                    <a:pt x="0" y="37020"/>
                  </a:lnTo>
                  <a:lnTo>
                    <a:pt x="34417" y="37020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3" name="object 973" descr=""/>
            <p:cNvSpPr/>
            <p:nvPr/>
          </p:nvSpPr>
          <p:spPr>
            <a:xfrm>
              <a:off x="9625874" y="7905267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32"/>
                  </a:moveTo>
                  <a:lnTo>
                    <a:pt x="34417" y="93232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2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4" name="object 974" descr=""/>
            <p:cNvSpPr/>
            <p:nvPr/>
          </p:nvSpPr>
          <p:spPr>
            <a:xfrm>
              <a:off x="9571152" y="7906289"/>
              <a:ext cx="34925" cy="92710"/>
            </a:xfrm>
            <a:custGeom>
              <a:avLst/>
              <a:gdLst/>
              <a:ahLst/>
              <a:cxnLst/>
              <a:rect l="l" t="t" r="r" b="b"/>
              <a:pathLst>
                <a:path w="34925" h="92709">
                  <a:moveTo>
                    <a:pt x="34404" y="77812"/>
                  </a:moveTo>
                  <a:lnTo>
                    <a:pt x="0" y="77812"/>
                  </a:lnTo>
                  <a:lnTo>
                    <a:pt x="0" y="92214"/>
                  </a:lnTo>
                  <a:lnTo>
                    <a:pt x="34404" y="92214"/>
                  </a:lnTo>
                  <a:lnTo>
                    <a:pt x="34404" y="77812"/>
                  </a:lnTo>
                  <a:close/>
                </a:path>
                <a:path w="34925" h="92709">
                  <a:moveTo>
                    <a:pt x="34404" y="0"/>
                  </a:moveTo>
                  <a:lnTo>
                    <a:pt x="0" y="0"/>
                  </a:lnTo>
                  <a:lnTo>
                    <a:pt x="0" y="37020"/>
                  </a:lnTo>
                  <a:lnTo>
                    <a:pt x="34404" y="37020"/>
                  </a:lnTo>
                  <a:lnTo>
                    <a:pt x="3440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5" name="object 975" descr=""/>
            <p:cNvSpPr/>
            <p:nvPr/>
          </p:nvSpPr>
          <p:spPr>
            <a:xfrm>
              <a:off x="9571163" y="7905267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32"/>
                  </a:moveTo>
                  <a:lnTo>
                    <a:pt x="34396" y="93232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932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6" name="object 976" descr=""/>
            <p:cNvSpPr/>
            <p:nvPr/>
          </p:nvSpPr>
          <p:spPr>
            <a:xfrm>
              <a:off x="9844773" y="8019065"/>
              <a:ext cx="34925" cy="92710"/>
            </a:xfrm>
            <a:custGeom>
              <a:avLst/>
              <a:gdLst/>
              <a:ahLst/>
              <a:cxnLst/>
              <a:rect l="l" t="t" r="r" b="b"/>
              <a:pathLst>
                <a:path w="34925" h="92709">
                  <a:moveTo>
                    <a:pt x="34429" y="42875"/>
                  </a:moveTo>
                  <a:lnTo>
                    <a:pt x="0" y="42875"/>
                  </a:lnTo>
                  <a:lnTo>
                    <a:pt x="0" y="92710"/>
                  </a:lnTo>
                  <a:lnTo>
                    <a:pt x="34429" y="92710"/>
                  </a:lnTo>
                  <a:lnTo>
                    <a:pt x="34429" y="42875"/>
                  </a:lnTo>
                  <a:close/>
                </a:path>
                <a:path w="34925" h="92709">
                  <a:moveTo>
                    <a:pt x="34429" y="0"/>
                  </a:moveTo>
                  <a:lnTo>
                    <a:pt x="0" y="0"/>
                  </a:lnTo>
                  <a:lnTo>
                    <a:pt x="0" y="14897"/>
                  </a:lnTo>
                  <a:lnTo>
                    <a:pt x="34429" y="14897"/>
                  </a:lnTo>
                  <a:lnTo>
                    <a:pt x="344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7" name="object 977" descr=""/>
            <p:cNvSpPr/>
            <p:nvPr/>
          </p:nvSpPr>
          <p:spPr>
            <a:xfrm>
              <a:off x="9844778" y="801905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28" y="93222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8" name="object 978" descr=""/>
            <p:cNvSpPr/>
            <p:nvPr/>
          </p:nvSpPr>
          <p:spPr>
            <a:xfrm>
              <a:off x="9790087" y="8019065"/>
              <a:ext cx="34925" cy="92710"/>
            </a:xfrm>
            <a:custGeom>
              <a:avLst/>
              <a:gdLst/>
              <a:ahLst/>
              <a:cxnLst/>
              <a:rect l="l" t="t" r="r" b="b"/>
              <a:pathLst>
                <a:path w="34925" h="92709">
                  <a:moveTo>
                    <a:pt x="34404" y="42875"/>
                  </a:moveTo>
                  <a:lnTo>
                    <a:pt x="0" y="42875"/>
                  </a:lnTo>
                  <a:lnTo>
                    <a:pt x="0" y="81013"/>
                  </a:lnTo>
                  <a:lnTo>
                    <a:pt x="0" y="92710"/>
                  </a:lnTo>
                  <a:lnTo>
                    <a:pt x="34404" y="92710"/>
                  </a:lnTo>
                  <a:lnTo>
                    <a:pt x="34404" y="81013"/>
                  </a:lnTo>
                  <a:lnTo>
                    <a:pt x="34404" y="42875"/>
                  </a:lnTo>
                  <a:close/>
                </a:path>
                <a:path w="34925" h="92709">
                  <a:moveTo>
                    <a:pt x="34404" y="0"/>
                  </a:moveTo>
                  <a:lnTo>
                    <a:pt x="0" y="0"/>
                  </a:lnTo>
                  <a:lnTo>
                    <a:pt x="0" y="2641"/>
                  </a:lnTo>
                  <a:lnTo>
                    <a:pt x="0" y="14897"/>
                  </a:lnTo>
                  <a:lnTo>
                    <a:pt x="34404" y="14897"/>
                  </a:lnTo>
                  <a:lnTo>
                    <a:pt x="34404" y="2641"/>
                  </a:lnTo>
                  <a:lnTo>
                    <a:pt x="3440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9" name="object 979" descr=""/>
            <p:cNvSpPr/>
            <p:nvPr/>
          </p:nvSpPr>
          <p:spPr>
            <a:xfrm>
              <a:off x="9790089" y="801905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07" y="93222"/>
                  </a:lnTo>
                  <a:lnTo>
                    <a:pt x="34407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0" name="object 980" descr=""/>
            <p:cNvSpPr/>
            <p:nvPr/>
          </p:nvSpPr>
          <p:spPr>
            <a:xfrm>
              <a:off x="9735375" y="8019065"/>
              <a:ext cx="34925" cy="81280"/>
            </a:xfrm>
            <a:custGeom>
              <a:avLst/>
              <a:gdLst/>
              <a:ahLst/>
              <a:cxnLst/>
              <a:rect l="l" t="t" r="r" b="b"/>
              <a:pathLst>
                <a:path w="34925" h="81279">
                  <a:moveTo>
                    <a:pt x="34417" y="42875"/>
                  </a:moveTo>
                  <a:lnTo>
                    <a:pt x="0" y="42875"/>
                  </a:lnTo>
                  <a:lnTo>
                    <a:pt x="0" y="81013"/>
                  </a:lnTo>
                  <a:lnTo>
                    <a:pt x="34417" y="81013"/>
                  </a:lnTo>
                  <a:lnTo>
                    <a:pt x="34417" y="42875"/>
                  </a:lnTo>
                  <a:close/>
                </a:path>
                <a:path w="34925" h="81279">
                  <a:moveTo>
                    <a:pt x="34417" y="0"/>
                  </a:moveTo>
                  <a:lnTo>
                    <a:pt x="0" y="0"/>
                  </a:lnTo>
                  <a:lnTo>
                    <a:pt x="0" y="2641"/>
                  </a:lnTo>
                  <a:lnTo>
                    <a:pt x="34417" y="2641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1" name="object 981" descr=""/>
            <p:cNvSpPr/>
            <p:nvPr/>
          </p:nvSpPr>
          <p:spPr>
            <a:xfrm>
              <a:off x="9735378" y="801905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17" y="93222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2" name="object 982" descr=""/>
            <p:cNvSpPr/>
            <p:nvPr/>
          </p:nvSpPr>
          <p:spPr>
            <a:xfrm>
              <a:off x="9680613" y="8019065"/>
              <a:ext cx="34925" cy="81280"/>
            </a:xfrm>
            <a:custGeom>
              <a:avLst/>
              <a:gdLst/>
              <a:ahLst/>
              <a:cxnLst/>
              <a:rect l="l" t="t" r="r" b="b"/>
              <a:pathLst>
                <a:path w="34925" h="81279">
                  <a:moveTo>
                    <a:pt x="34391" y="42875"/>
                  </a:moveTo>
                  <a:lnTo>
                    <a:pt x="0" y="42875"/>
                  </a:lnTo>
                  <a:lnTo>
                    <a:pt x="0" y="81013"/>
                  </a:lnTo>
                  <a:lnTo>
                    <a:pt x="34391" y="81013"/>
                  </a:lnTo>
                  <a:lnTo>
                    <a:pt x="34391" y="42875"/>
                  </a:lnTo>
                  <a:close/>
                </a:path>
                <a:path w="34925" h="81279">
                  <a:moveTo>
                    <a:pt x="34391" y="0"/>
                  </a:moveTo>
                  <a:lnTo>
                    <a:pt x="0" y="0"/>
                  </a:lnTo>
                  <a:lnTo>
                    <a:pt x="0" y="2641"/>
                  </a:lnTo>
                  <a:lnTo>
                    <a:pt x="34391" y="2641"/>
                  </a:lnTo>
                  <a:lnTo>
                    <a:pt x="34391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3" name="object 983" descr=""/>
            <p:cNvSpPr/>
            <p:nvPr/>
          </p:nvSpPr>
          <p:spPr>
            <a:xfrm>
              <a:off x="9680616" y="801905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396" y="93222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4" name="object 984" descr=""/>
            <p:cNvSpPr/>
            <p:nvPr/>
          </p:nvSpPr>
          <p:spPr>
            <a:xfrm>
              <a:off x="9625863" y="8019065"/>
              <a:ext cx="34925" cy="81280"/>
            </a:xfrm>
            <a:custGeom>
              <a:avLst/>
              <a:gdLst/>
              <a:ahLst/>
              <a:cxnLst/>
              <a:rect l="l" t="t" r="r" b="b"/>
              <a:pathLst>
                <a:path w="34925" h="81279">
                  <a:moveTo>
                    <a:pt x="34417" y="42875"/>
                  </a:moveTo>
                  <a:lnTo>
                    <a:pt x="0" y="42875"/>
                  </a:lnTo>
                  <a:lnTo>
                    <a:pt x="0" y="81013"/>
                  </a:lnTo>
                  <a:lnTo>
                    <a:pt x="34417" y="81013"/>
                  </a:lnTo>
                  <a:lnTo>
                    <a:pt x="34417" y="42875"/>
                  </a:lnTo>
                  <a:close/>
                </a:path>
                <a:path w="34925" h="81279">
                  <a:moveTo>
                    <a:pt x="34417" y="0"/>
                  </a:moveTo>
                  <a:lnTo>
                    <a:pt x="0" y="0"/>
                  </a:lnTo>
                  <a:lnTo>
                    <a:pt x="0" y="2641"/>
                  </a:lnTo>
                  <a:lnTo>
                    <a:pt x="34417" y="2641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5" name="object 985" descr=""/>
            <p:cNvSpPr/>
            <p:nvPr/>
          </p:nvSpPr>
          <p:spPr>
            <a:xfrm>
              <a:off x="9625874" y="801905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17" y="93222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6" name="object 986" descr=""/>
            <p:cNvSpPr/>
            <p:nvPr/>
          </p:nvSpPr>
          <p:spPr>
            <a:xfrm>
              <a:off x="9571152" y="8019065"/>
              <a:ext cx="34925" cy="81280"/>
            </a:xfrm>
            <a:custGeom>
              <a:avLst/>
              <a:gdLst/>
              <a:ahLst/>
              <a:cxnLst/>
              <a:rect l="l" t="t" r="r" b="b"/>
              <a:pathLst>
                <a:path w="34925" h="81279">
                  <a:moveTo>
                    <a:pt x="34404" y="42875"/>
                  </a:moveTo>
                  <a:lnTo>
                    <a:pt x="0" y="42875"/>
                  </a:lnTo>
                  <a:lnTo>
                    <a:pt x="0" y="81013"/>
                  </a:lnTo>
                  <a:lnTo>
                    <a:pt x="34404" y="81013"/>
                  </a:lnTo>
                  <a:lnTo>
                    <a:pt x="34404" y="42875"/>
                  </a:lnTo>
                  <a:close/>
                </a:path>
                <a:path w="34925" h="81279">
                  <a:moveTo>
                    <a:pt x="34404" y="0"/>
                  </a:moveTo>
                  <a:lnTo>
                    <a:pt x="0" y="0"/>
                  </a:lnTo>
                  <a:lnTo>
                    <a:pt x="0" y="2641"/>
                  </a:lnTo>
                  <a:lnTo>
                    <a:pt x="34404" y="2641"/>
                  </a:lnTo>
                  <a:lnTo>
                    <a:pt x="3440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7" name="object 987" descr=""/>
            <p:cNvSpPr/>
            <p:nvPr/>
          </p:nvSpPr>
          <p:spPr>
            <a:xfrm>
              <a:off x="9571163" y="801905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396" y="93222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8" name="object 988" descr=""/>
            <p:cNvSpPr/>
            <p:nvPr/>
          </p:nvSpPr>
          <p:spPr>
            <a:xfrm>
              <a:off x="9844773" y="8139754"/>
              <a:ext cx="34925" cy="86360"/>
            </a:xfrm>
            <a:custGeom>
              <a:avLst/>
              <a:gdLst/>
              <a:ahLst/>
              <a:cxnLst/>
              <a:rect l="l" t="t" r="r" b="b"/>
              <a:pathLst>
                <a:path w="34925" h="86359">
                  <a:moveTo>
                    <a:pt x="34429" y="77812"/>
                  </a:moveTo>
                  <a:lnTo>
                    <a:pt x="0" y="77812"/>
                  </a:lnTo>
                  <a:lnTo>
                    <a:pt x="0" y="86321"/>
                  </a:lnTo>
                  <a:lnTo>
                    <a:pt x="34429" y="86321"/>
                  </a:lnTo>
                  <a:lnTo>
                    <a:pt x="34429" y="77812"/>
                  </a:lnTo>
                  <a:close/>
                </a:path>
                <a:path w="34925" h="86359">
                  <a:moveTo>
                    <a:pt x="34429" y="0"/>
                  </a:moveTo>
                  <a:lnTo>
                    <a:pt x="0" y="0"/>
                  </a:lnTo>
                  <a:lnTo>
                    <a:pt x="0" y="49847"/>
                  </a:lnTo>
                  <a:lnTo>
                    <a:pt x="34429" y="49847"/>
                  </a:lnTo>
                  <a:lnTo>
                    <a:pt x="344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9" name="object 989" descr=""/>
            <p:cNvSpPr/>
            <p:nvPr/>
          </p:nvSpPr>
          <p:spPr>
            <a:xfrm>
              <a:off x="9844778" y="813288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428" y="93190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0" name="object 990" descr=""/>
            <p:cNvSpPr/>
            <p:nvPr/>
          </p:nvSpPr>
          <p:spPr>
            <a:xfrm>
              <a:off x="9790087" y="8139754"/>
              <a:ext cx="34925" cy="86360"/>
            </a:xfrm>
            <a:custGeom>
              <a:avLst/>
              <a:gdLst/>
              <a:ahLst/>
              <a:cxnLst/>
              <a:rect l="l" t="t" r="r" b="b"/>
              <a:pathLst>
                <a:path w="34925" h="86359">
                  <a:moveTo>
                    <a:pt x="34404" y="77812"/>
                  </a:moveTo>
                  <a:lnTo>
                    <a:pt x="0" y="77812"/>
                  </a:lnTo>
                  <a:lnTo>
                    <a:pt x="0" y="86321"/>
                  </a:lnTo>
                  <a:lnTo>
                    <a:pt x="34404" y="86321"/>
                  </a:lnTo>
                  <a:lnTo>
                    <a:pt x="34404" y="77812"/>
                  </a:lnTo>
                  <a:close/>
                </a:path>
                <a:path w="34925" h="86359">
                  <a:moveTo>
                    <a:pt x="34404" y="0"/>
                  </a:moveTo>
                  <a:lnTo>
                    <a:pt x="0" y="0"/>
                  </a:lnTo>
                  <a:lnTo>
                    <a:pt x="0" y="38735"/>
                  </a:lnTo>
                  <a:lnTo>
                    <a:pt x="0" y="49847"/>
                  </a:lnTo>
                  <a:lnTo>
                    <a:pt x="34404" y="49847"/>
                  </a:lnTo>
                  <a:lnTo>
                    <a:pt x="34404" y="38735"/>
                  </a:lnTo>
                  <a:lnTo>
                    <a:pt x="3440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1" name="object 991" descr=""/>
            <p:cNvSpPr/>
            <p:nvPr/>
          </p:nvSpPr>
          <p:spPr>
            <a:xfrm>
              <a:off x="9790089" y="813288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407" y="93190"/>
                  </a:lnTo>
                  <a:lnTo>
                    <a:pt x="34407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2" name="object 992" descr=""/>
            <p:cNvSpPr/>
            <p:nvPr/>
          </p:nvSpPr>
          <p:spPr>
            <a:xfrm>
              <a:off x="9735375" y="8139754"/>
              <a:ext cx="34925" cy="86360"/>
            </a:xfrm>
            <a:custGeom>
              <a:avLst/>
              <a:gdLst/>
              <a:ahLst/>
              <a:cxnLst/>
              <a:rect l="l" t="t" r="r" b="b"/>
              <a:pathLst>
                <a:path w="34925" h="86359">
                  <a:moveTo>
                    <a:pt x="34417" y="77812"/>
                  </a:moveTo>
                  <a:lnTo>
                    <a:pt x="0" y="77812"/>
                  </a:lnTo>
                  <a:lnTo>
                    <a:pt x="0" y="86321"/>
                  </a:lnTo>
                  <a:lnTo>
                    <a:pt x="34417" y="86321"/>
                  </a:lnTo>
                  <a:lnTo>
                    <a:pt x="34417" y="77812"/>
                  </a:lnTo>
                  <a:close/>
                </a:path>
                <a:path w="34925" h="86359">
                  <a:moveTo>
                    <a:pt x="34417" y="0"/>
                  </a:moveTo>
                  <a:lnTo>
                    <a:pt x="0" y="0"/>
                  </a:lnTo>
                  <a:lnTo>
                    <a:pt x="0" y="38735"/>
                  </a:lnTo>
                  <a:lnTo>
                    <a:pt x="34417" y="38735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3" name="object 993" descr=""/>
            <p:cNvSpPr/>
            <p:nvPr/>
          </p:nvSpPr>
          <p:spPr>
            <a:xfrm>
              <a:off x="9735378" y="813288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417" y="93190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4" name="object 994" descr=""/>
            <p:cNvSpPr/>
            <p:nvPr/>
          </p:nvSpPr>
          <p:spPr>
            <a:xfrm>
              <a:off x="9680613" y="8139754"/>
              <a:ext cx="34925" cy="86360"/>
            </a:xfrm>
            <a:custGeom>
              <a:avLst/>
              <a:gdLst/>
              <a:ahLst/>
              <a:cxnLst/>
              <a:rect l="l" t="t" r="r" b="b"/>
              <a:pathLst>
                <a:path w="34925" h="86359">
                  <a:moveTo>
                    <a:pt x="34391" y="77812"/>
                  </a:moveTo>
                  <a:lnTo>
                    <a:pt x="0" y="77812"/>
                  </a:lnTo>
                  <a:lnTo>
                    <a:pt x="0" y="86321"/>
                  </a:lnTo>
                  <a:lnTo>
                    <a:pt x="34391" y="86321"/>
                  </a:lnTo>
                  <a:lnTo>
                    <a:pt x="34391" y="77812"/>
                  </a:lnTo>
                  <a:close/>
                </a:path>
                <a:path w="34925" h="86359">
                  <a:moveTo>
                    <a:pt x="34391" y="0"/>
                  </a:moveTo>
                  <a:lnTo>
                    <a:pt x="0" y="0"/>
                  </a:lnTo>
                  <a:lnTo>
                    <a:pt x="0" y="38735"/>
                  </a:lnTo>
                  <a:lnTo>
                    <a:pt x="34391" y="38735"/>
                  </a:lnTo>
                  <a:lnTo>
                    <a:pt x="34391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5" name="object 995" descr=""/>
            <p:cNvSpPr/>
            <p:nvPr/>
          </p:nvSpPr>
          <p:spPr>
            <a:xfrm>
              <a:off x="9680616" y="813288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396" y="93190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6" name="object 996" descr=""/>
            <p:cNvSpPr/>
            <p:nvPr/>
          </p:nvSpPr>
          <p:spPr>
            <a:xfrm>
              <a:off x="9625863" y="8139754"/>
              <a:ext cx="34925" cy="86360"/>
            </a:xfrm>
            <a:custGeom>
              <a:avLst/>
              <a:gdLst/>
              <a:ahLst/>
              <a:cxnLst/>
              <a:rect l="l" t="t" r="r" b="b"/>
              <a:pathLst>
                <a:path w="34925" h="86359">
                  <a:moveTo>
                    <a:pt x="34417" y="77812"/>
                  </a:moveTo>
                  <a:lnTo>
                    <a:pt x="0" y="77812"/>
                  </a:lnTo>
                  <a:lnTo>
                    <a:pt x="0" y="86321"/>
                  </a:lnTo>
                  <a:lnTo>
                    <a:pt x="34417" y="86321"/>
                  </a:lnTo>
                  <a:lnTo>
                    <a:pt x="34417" y="77812"/>
                  </a:lnTo>
                  <a:close/>
                </a:path>
                <a:path w="34925" h="86359">
                  <a:moveTo>
                    <a:pt x="34417" y="0"/>
                  </a:moveTo>
                  <a:lnTo>
                    <a:pt x="0" y="0"/>
                  </a:lnTo>
                  <a:lnTo>
                    <a:pt x="0" y="38735"/>
                  </a:lnTo>
                  <a:lnTo>
                    <a:pt x="34417" y="38735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7" name="object 997" descr=""/>
            <p:cNvSpPr/>
            <p:nvPr/>
          </p:nvSpPr>
          <p:spPr>
            <a:xfrm>
              <a:off x="9625874" y="813288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417" y="93190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8" name="object 998" descr=""/>
            <p:cNvSpPr/>
            <p:nvPr/>
          </p:nvSpPr>
          <p:spPr>
            <a:xfrm>
              <a:off x="9571152" y="8139754"/>
              <a:ext cx="34925" cy="86360"/>
            </a:xfrm>
            <a:custGeom>
              <a:avLst/>
              <a:gdLst/>
              <a:ahLst/>
              <a:cxnLst/>
              <a:rect l="l" t="t" r="r" b="b"/>
              <a:pathLst>
                <a:path w="34925" h="86359">
                  <a:moveTo>
                    <a:pt x="34404" y="77812"/>
                  </a:moveTo>
                  <a:lnTo>
                    <a:pt x="0" y="77812"/>
                  </a:lnTo>
                  <a:lnTo>
                    <a:pt x="0" y="86321"/>
                  </a:lnTo>
                  <a:lnTo>
                    <a:pt x="34404" y="86321"/>
                  </a:lnTo>
                  <a:lnTo>
                    <a:pt x="34404" y="77812"/>
                  </a:lnTo>
                  <a:close/>
                </a:path>
                <a:path w="34925" h="86359">
                  <a:moveTo>
                    <a:pt x="34404" y="0"/>
                  </a:moveTo>
                  <a:lnTo>
                    <a:pt x="0" y="0"/>
                  </a:lnTo>
                  <a:lnTo>
                    <a:pt x="0" y="38735"/>
                  </a:lnTo>
                  <a:lnTo>
                    <a:pt x="34404" y="38735"/>
                  </a:lnTo>
                  <a:lnTo>
                    <a:pt x="3440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9" name="object 999" descr=""/>
            <p:cNvSpPr/>
            <p:nvPr/>
          </p:nvSpPr>
          <p:spPr>
            <a:xfrm>
              <a:off x="9571163" y="813288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396" y="93190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0" name="object 1000" descr=""/>
            <p:cNvSpPr/>
            <p:nvPr/>
          </p:nvSpPr>
          <p:spPr>
            <a:xfrm>
              <a:off x="9844773" y="8246688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29" y="48704"/>
                  </a:moveTo>
                  <a:lnTo>
                    <a:pt x="0" y="48704"/>
                  </a:lnTo>
                  <a:lnTo>
                    <a:pt x="0" y="93154"/>
                  </a:lnTo>
                  <a:lnTo>
                    <a:pt x="34429" y="93154"/>
                  </a:lnTo>
                  <a:lnTo>
                    <a:pt x="34429" y="48704"/>
                  </a:lnTo>
                  <a:close/>
                </a:path>
                <a:path w="34925" h="93345">
                  <a:moveTo>
                    <a:pt x="34429" y="0"/>
                  </a:moveTo>
                  <a:lnTo>
                    <a:pt x="0" y="0"/>
                  </a:lnTo>
                  <a:lnTo>
                    <a:pt x="0" y="20726"/>
                  </a:lnTo>
                  <a:lnTo>
                    <a:pt x="34429" y="20726"/>
                  </a:lnTo>
                  <a:lnTo>
                    <a:pt x="344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1" name="object 1001" descr=""/>
            <p:cNvSpPr/>
            <p:nvPr/>
          </p:nvSpPr>
          <p:spPr>
            <a:xfrm>
              <a:off x="9844778" y="8246681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48"/>
                  </a:moveTo>
                  <a:lnTo>
                    <a:pt x="34428" y="93148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9314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2" name="object 1002" descr=""/>
            <p:cNvSpPr/>
            <p:nvPr/>
          </p:nvSpPr>
          <p:spPr>
            <a:xfrm>
              <a:off x="9790087" y="8246688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34404" y="48704"/>
                  </a:moveTo>
                  <a:lnTo>
                    <a:pt x="0" y="48704"/>
                  </a:lnTo>
                  <a:lnTo>
                    <a:pt x="0" y="88582"/>
                  </a:lnTo>
                  <a:lnTo>
                    <a:pt x="0" y="93154"/>
                  </a:lnTo>
                  <a:lnTo>
                    <a:pt x="34404" y="93154"/>
                  </a:lnTo>
                  <a:lnTo>
                    <a:pt x="34404" y="88582"/>
                  </a:lnTo>
                  <a:lnTo>
                    <a:pt x="34404" y="48704"/>
                  </a:lnTo>
                  <a:close/>
                </a:path>
                <a:path w="34925" h="93345">
                  <a:moveTo>
                    <a:pt x="34404" y="0"/>
                  </a:moveTo>
                  <a:lnTo>
                    <a:pt x="0" y="0"/>
                  </a:lnTo>
                  <a:lnTo>
                    <a:pt x="0" y="10198"/>
                  </a:lnTo>
                  <a:lnTo>
                    <a:pt x="0" y="20726"/>
                  </a:lnTo>
                  <a:lnTo>
                    <a:pt x="34404" y="20726"/>
                  </a:lnTo>
                  <a:lnTo>
                    <a:pt x="34404" y="10198"/>
                  </a:lnTo>
                  <a:lnTo>
                    <a:pt x="3440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3" name="object 1003" descr=""/>
            <p:cNvSpPr/>
            <p:nvPr/>
          </p:nvSpPr>
          <p:spPr>
            <a:xfrm>
              <a:off x="9790089" y="8246681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48"/>
                  </a:moveTo>
                  <a:lnTo>
                    <a:pt x="34407" y="93148"/>
                  </a:lnTo>
                  <a:lnTo>
                    <a:pt x="34407" y="0"/>
                  </a:lnTo>
                  <a:lnTo>
                    <a:pt x="0" y="0"/>
                  </a:lnTo>
                  <a:lnTo>
                    <a:pt x="0" y="9314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4" name="object 1004" descr=""/>
            <p:cNvSpPr/>
            <p:nvPr/>
          </p:nvSpPr>
          <p:spPr>
            <a:xfrm>
              <a:off x="9735375" y="8246688"/>
              <a:ext cx="34925" cy="88900"/>
            </a:xfrm>
            <a:custGeom>
              <a:avLst/>
              <a:gdLst/>
              <a:ahLst/>
              <a:cxnLst/>
              <a:rect l="l" t="t" r="r" b="b"/>
              <a:pathLst>
                <a:path w="34925" h="88900">
                  <a:moveTo>
                    <a:pt x="34417" y="48704"/>
                  </a:moveTo>
                  <a:lnTo>
                    <a:pt x="0" y="48704"/>
                  </a:lnTo>
                  <a:lnTo>
                    <a:pt x="0" y="88582"/>
                  </a:lnTo>
                  <a:lnTo>
                    <a:pt x="34417" y="88582"/>
                  </a:lnTo>
                  <a:lnTo>
                    <a:pt x="34417" y="48704"/>
                  </a:lnTo>
                  <a:close/>
                </a:path>
                <a:path w="34925" h="88900">
                  <a:moveTo>
                    <a:pt x="34417" y="0"/>
                  </a:moveTo>
                  <a:lnTo>
                    <a:pt x="0" y="0"/>
                  </a:lnTo>
                  <a:lnTo>
                    <a:pt x="0" y="10198"/>
                  </a:lnTo>
                  <a:lnTo>
                    <a:pt x="34417" y="10198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5" name="object 1005" descr=""/>
            <p:cNvSpPr/>
            <p:nvPr/>
          </p:nvSpPr>
          <p:spPr>
            <a:xfrm>
              <a:off x="9735378" y="8246681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48"/>
                  </a:moveTo>
                  <a:lnTo>
                    <a:pt x="34417" y="93148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14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6" name="object 1006" descr=""/>
            <p:cNvSpPr/>
            <p:nvPr/>
          </p:nvSpPr>
          <p:spPr>
            <a:xfrm>
              <a:off x="9680613" y="8246688"/>
              <a:ext cx="34925" cy="88900"/>
            </a:xfrm>
            <a:custGeom>
              <a:avLst/>
              <a:gdLst/>
              <a:ahLst/>
              <a:cxnLst/>
              <a:rect l="l" t="t" r="r" b="b"/>
              <a:pathLst>
                <a:path w="34925" h="88900">
                  <a:moveTo>
                    <a:pt x="34391" y="48704"/>
                  </a:moveTo>
                  <a:lnTo>
                    <a:pt x="0" y="48704"/>
                  </a:lnTo>
                  <a:lnTo>
                    <a:pt x="0" y="88582"/>
                  </a:lnTo>
                  <a:lnTo>
                    <a:pt x="34391" y="88582"/>
                  </a:lnTo>
                  <a:lnTo>
                    <a:pt x="34391" y="48704"/>
                  </a:lnTo>
                  <a:close/>
                </a:path>
                <a:path w="34925" h="88900">
                  <a:moveTo>
                    <a:pt x="34391" y="0"/>
                  </a:moveTo>
                  <a:lnTo>
                    <a:pt x="0" y="0"/>
                  </a:lnTo>
                  <a:lnTo>
                    <a:pt x="0" y="10198"/>
                  </a:lnTo>
                  <a:lnTo>
                    <a:pt x="34391" y="10198"/>
                  </a:lnTo>
                  <a:lnTo>
                    <a:pt x="34391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7" name="object 1007" descr=""/>
            <p:cNvSpPr/>
            <p:nvPr/>
          </p:nvSpPr>
          <p:spPr>
            <a:xfrm>
              <a:off x="9680616" y="8246681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48"/>
                  </a:moveTo>
                  <a:lnTo>
                    <a:pt x="34396" y="93148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9314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8" name="object 1008" descr=""/>
            <p:cNvSpPr/>
            <p:nvPr/>
          </p:nvSpPr>
          <p:spPr>
            <a:xfrm>
              <a:off x="9625863" y="8246688"/>
              <a:ext cx="34925" cy="88900"/>
            </a:xfrm>
            <a:custGeom>
              <a:avLst/>
              <a:gdLst/>
              <a:ahLst/>
              <a:cxnLst/>
              <a:rect l="l" t="t" r="r" b="b"/>
              <a:pathLst>
                <a:path w="34925" h="88900">
                  <a:moveTo>
                    <a:pt x="34417" y="48704"/>
                  </a:moveTo>
                  <a:lnTo>
                    <a:pt x="0" y="48704"/>
                  </a:lnTo>
                  <a:lnTo>
                    <a:pt x="0" y="88582"/>
                  </a:lnTo>
                  <a:lnTo>
                    <a:pt x="34417" y="88582"/>
                  </a:lnTo>
                  <a:lnTo>
                    <a:pt x="34417" y="48704"/>
                  </a:lnTo>
                  <a:close/>
                </a:path>
                <a:path w="34925" h="88900">
                  <a:moveTo>
                    <a:pt x="34417" y="0"/>
                  </a:moveTo>
                  <a:lnTo>
                    <a:pt x="0" y="0"/>
                  </a:lnTo>
                  <a:lnTo>
                    <a:pt x="0" y="10198"/>
                  </a:lnTo>
                  <a:lnTo>
                    <a:pt x="34417" y="10198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9" name="object 1009" descr=""/>
            <p:cNvSpPr/>
            <p:nvPr/>
          </p:nvSpPr>
          <p:spPr>
            <a:xfrm>
              <a:off x="9625874" y="8246681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48"/>
                  </a:moveTo>
                  <a:lnTo>
                    <a:pt x="34417" y="93148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14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0" name="object 1010" descr=""/>
            <p:cNvSpPr/>
            <p:nvPr/>
          </p:nvSpPr>
          <p:spPr>
            <a:xfrm>
              <a:off x="9571152" y="8246688"/>
              <a:ext cx="34925" cy="88900"/>
            </a:xfrm>
            <a:custGeom>
              <a:avLst/>
              <a:gdLst/>
              <a:ahLst/>
              <a:cxnLst/>
              <a:rect l="l" t="t" r="r" b="b"/>
              <a:pathLst>
                <a:path w="34925" h="88900">
                  <a:moveTo>
                    <a:pt x="34404" y="48704"/>
                  </a:moveTo>
                  <a:lnTo>
                    <a:pt x="0" y="48704"/>
                  </a:lnTo>
                  <a:lnTo>
                    <a:pt x="0" y="88582"/>
                  </a:lnTo>
                  <a:lnTo>
                    <a:pt x="34404" y="88582"/>
                  </a:lnTo>
                  <a:lnTo>
                    <a:pt x="34404" y="48704"/>
                  </a:lnTo>
                  <a:close/>
                </a:path>
                <a:path w="34925" h="88900">
                  <a:moveTo>
                    <a:pt x="34404" y="0"/>
                  </a:moveTo>
                  <a:lnTo>
                    <a:pt x="0" y="0"/>
                  </a:lnTo>
                  <a:lnTo>
                    <a:pt x="0" y="10198"/>
                  </a:lnTo>
                  <a:lnTo>
                    <a:pt x="34404" y="10198"/>
                  </a:lnTo>
                  <a:lnTo>
                    <a:pt x="3440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1" name="object 1011" descr=""/>
            <p:cNvSpPr/>
            <p:nvPr/>
          </p:nvSpPr>
          <p:spPr>
            <a:xfrm>
              <a:off x="9571163" y="8246681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48"/>
                  </a:moveTo>
                  <a:lnTo>
                    <a:pt x="34396" y="93148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9314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2" name="object 1012" descr=""/>
            <p:cNvSpPr/>
            <p:nvPr/>
          </p:nvSpPr>
          <p:spPr>
            <a:xfrm>
              <a:off x="9844773" y="8373205"/>
              <a:ext cx="34925" cy="80645"/>
            </a:xfrm>
            <a:custGeom>
              <a:avLst/>
              <a:gdLst/>
              <a:ahLst/>
              <a:cxnLst/>
              <a:rect l="l" t="t" r="r" b="b"/>
              <a:pathLst>
                <a:path w="34925" h="80645">
                  <a:moveTo>
                    <a:pt x="34429" y="77825"/>
                  </a:moveTo>
                  <a:lnTo>
                    <a:pt x="0" y="77825"/>
                  </a:lnTo>
                  <a:lnTo>
                    <a:pt x="0" y="80454"/>
                  </a:lnTo>
                  <a:lnTo>
                    <a:pt x="34429" y="80454"/>
                  </a:lnTo>
                  <a:lnTo>
                    <a:pt x="34429" y="77825"/>
                  </a:lnTo>
                  <a:close/>
                </a:path>
                <a:path w="34925" h="80645">
                  <a:moveTo>
                    <a:pt x="34429" y="0"/>
                  </a:moveTo>
                  <a:lnTo>
                    <a:pt x="0" y="0"/>
                  </a:lnTo>
                  <a:lnTo>
                    <a:pt x="0" y="49847"/>
                  </a:lnTo>
                  <a:lnTo>
                    <a:pt x="34429" y="49847"/>
                  </a:lnTo>
                  <a:lnTo>
                    <a:pt x="344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3" name="object 1013" descr=""/>
            <p:cNvSpPr/>
            <p:nvPr/>
          </p:nvSpPr>
          <p:spPr>
            <a:xfrm>
              <a:off x="9844778" y="836043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11"/>
                  </a:moveTo>
                  <a:lnTo>
                    <a:pt x="34428" y="93211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932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4" name="object 1014" descr=""/>
            <p:cNvSpPr/>
            <p:nvPr/>
          </p:nvSpPr>
          <p:spPr>
            <a:xfrm>
              <a:off x="9790087" y="8373205"/>
              <a:ext cx="34925" cy="80645"/>
            </a:xfrm>
            <a:custGeom>
              <a:avLst/>
              <a:gdLst/>
              <a:ahLst/>
              <a:cxnLst/>
              <a:rect l="l" t="t" r="r" b="b"/>
              <a:pathLst>
                <a:path w="34925" h="80645">
                  <a:moveTo>
                    <a:pt x="34404" y="77825"/>
                  </a:moveTo>
                  <a:lnTo>
                    <a:pt x="0" y="77825"/>
                  </a:lnTo>
                  <a:lnTo>
                    <a:pt x="0" y="80454"/>
                  </a:lnTo>
                  <a:lnTo>
                    <a:pt x="34404" y="80454"/>
                  </a:lnTo>
                  <a:lnTo>
                    <a:pt x="34404" y="77825"/>
                  </a:lnTo>
                  <a:close/>
                </a:path>
                <a:path w="34925" h="80645">
                  <a:moveTo>
                    <a:pt x="34404" y="0"/>
                  </a:moveTo>
                  <a:lnTo>
                    <a:pt x="0" y="0"/>
                  </a:lnTo>
                  <a:lnTo>
                    <a:pt x="0" y="40449"/>
                  </a:lnTo>
                  <a:lnTo>
                    <a:pt x="0" y="49847"/>
                  </a:lnTo>
                  <a:lnTo>
                    <a:pt x="34404" y="49847"/>
                  </a:lnTo>
                  <a:lnTo>
                    <a:pt x="34404" y="40449"/>
                  </a:lnTo>
                  <a:lnTo>
                    <a:pt x="3440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5" name="object 1015" descr=""/>
            <p:cNvSpPr/>
            <p:nvPr/>
          </p:nvSpPr>
          <p:spPr>
            <a:xfrm>
              <a:off x="9790089" y="836043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11"/>
                  </a:moveTo>
                  <a:lnTo>
                    <a:pt x="34407" y="93211"/>
                  </a:lnTo>
                  <a:lnTo>
                    <a:pt x="34407" y="0"/>
                  </a:lnTo>
                  <a:lnTo>
                    <a:pt x="0" y="0"/>
                  </a:lnTo>
                  <a:lnTo>
                    <a:pt x="0" y="932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6" name="object 1016" descr=""/>
            <p:cNvSpPr/>
            <p:nvPr/>
          </p:nvSpPr>
          <p:spPr>
            <a:xfrm>
              <a:off x="9735375" y="8373205"/>
              <a:ext cx="34925" cy="80645"/>
            </a:xfrm>
            <a:custGeom>
              <a:avLst/>
              <a:gdLst/>
              <a:ahLst/>
              <a:cxnLst/>
              <a:rect l="l" t="t" r="r" b="b"/>
              <a:pathLst>
                <a:path w="34925" h="80645">
                  <a:moveTo>
                    <a:pt x="34417" y="77825"/>
                  </a:moveTo>
                  <a:lnTo>
                    <a:pt x="0" y="77825"/>
                  </a:lnTo>
                  <a:lnTo>
                    <a:pt x="0" y="80454"/>
                  </a:lnTo>
                  <a:lnTo>
                    <a:pt x="34417" y="80454"/>
                  </a:lnTo>
                  <a:lnTo>
                    <a:pt x="34417" y="77825"/>
                  </a:lnTo>
                  <a:close/>
                </a:path>
                <a:path w="34925" h="80645">
                  <a:moveTo>
                    <a:pt x="34417" y="0"/>
                  </a:moveTo>
                  <a:lnTo>
                    <a:pt x="0" y="0"/>
                  </a:lnTo>
                  <a:lnTo>
                    <a:pt x="0" y="40449"/>
                  </a:lnTo>
                  <a:lnTo>
                    <a:pt x="34417" y="40449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7" name="object 1017" descr=""/>
            <p:cNvSpPr/>
            <p:nvPr/>
          </p:nvSpPr>
          <p:spPr>
            <a:xfrm>
              <a:off x="9735378" y="836043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11"/>
                  </a:moveTo>
                  <a:lnTo>
                    <a:pt x="34417" y="93211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2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8" name="object 1018" descr=""/>
            <p:cNvSpPr/>
            <p:nvPr/>
          </p:nvSpPr>
          <p:spPr>
            <a:xfrm>
              <a:off x="9680613" y="8373205"/>
              <a:ext cx="34925" cy="80645"/>
            </a:xfrm>
            <a:custGeom>
              <a:avLst/>
              <a:gdLst/>
              <a:ahLst/>
              <a:cxnLst/>
              <a:rect l="l" t="t" r="r" b="b"/>
              <a:pathLst>
                <a:path w="34925" h="80645">
                  <a:moveTo>
                    <a:pt x="34391" y="77825"/>
                  </a:moveTo>
                  <a:lnTo>
                    <a:pt x="0" y="77825"/>
                  </a:lnTo>
                  <a:lnTo>
                    <a:pt x="0" y="80454"/>
                  </a:lnTo>
                  <a:lnTo>
                    <a:pt x="34391" y="80454"/>
                  </a:lnTo>
                  <a:lnTo>
                    <a:pt x="34391" y="77825"/>
                  </a:lnTo>
                  <a:close/>
                </a:path>
                <a:path w="34925" h="80645">
                  <a:moveTo>
                    <a:pt x="34391" y="0"/>
                  </a:moveTo>
                  <a:lnTo>
                    <a:pt x="0" y="0"/>
                  </a:lnTo>
                  <a:lnTo>
                    <a:pt x="0" y="40449"/>
                  </a:lnTo>
                  <a:lnTo>
                    <a:pt x="34391" y="40449"/>
                  </a:lnTo>
                  <a:lnTo>
                    <a:pt x="34391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9" name="object 1019" descr=""/>
            <p:cNvSpPr/>
            <p:nvPr/>
          </p:nvSpPr>
          <p:spPr>
            <a:xfrm>
              <a:off x="9680616" y="836043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11"/>
                  </a:moveTo>
                  <a:lnTo>
                    <a:pt x="34396" y="93211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932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0" name="object 1020" descr=""/>
            <p:cNvSpPr/>
            <p:nvPr/>
          </p:nvSpPr>
          <p:spPr>
            <a:xfrm>
              <a:off x="9625863" y="8373205"/>
              <a:ext cx="34925" cy="80645"/>
            </a:xfrm>
            <a:custGeom>
              <a:avLst/>
              <a:gdLst/>
              <a:ahLst/>
              <a:cxnLst/>
              <a:rect l="l" t="t" r="r" b="b"/>
              <a:pathLst>
                <a:path w="34925" h="80645">
                  <a:moveTo>
                    <a:pt x="34417" y="77825"/>
                  </a:moveTo>
                  <a:lnTo>
                    <a:pt x="0" y="77825"/>
                  </a:lnTo>
                  <a:lnTo>
                    <a:pt x="0" y="80454"/>
                  </a:lnTo>
                  <a:lnTo>
                    <a:pt x="34417" y="80454"/>
                  </a:lnTo>
                  <a:lnTo>
                    <a:pt x="34417" y="77825"/>
                  </a:lnTo>
                  <a:close/>
                </a:path>
                <a:path w="34925" h="80645">
                  <a:moveTo>
                    <a:pt x="34417" y="0"/>
                  </a:moveTo>
                  <a:lnTo>
                    <a:pt x="0" y="0"/>
                  </a:lnTo>
                  <a:lnTo>
                    <a:pt x="0" y="40449"/>
                  </a:lnTo>
                  <a:lnTo>
                    <a:pt x="34417" y="40449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1" name="object 1021" descr=""/>
            <p:cNvSpPr/>
            <p:nvPr/>
          </p:nvSpPr>
          <p:spPr>
            <a:xfrm>
              <a:off x="9625874" y="836043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11"/>
                  </a:moveTo>
                  <a:lnTo>
                    <a:pt x="34417" y="93211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2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2" name="object 1022" descr=""/>
            <p:cNvSpPr/>
            <p:nvPr/>
          </p:nvSpPr>
          <p:spPr>
            <a:xfrm>
              <a:off x="9571152" y="8373205"/>
              <a:ext cx="34925" cy="80645"/>
            </a:xfrm>
            <a:custGeom>
              <a:avLst/>
              <a:gdLst/>
              <a:ahLst/>
              <a:cxnLst/>
              <a:rect l="l" t="t" r="r" b="b"/>
              <a:pathLst>
                <a:path w="34925" h="80645">
                  <a:moveTo>
                    <a:pt x="34404" y="77825"/>
                  </a:moveTo>
                  <a:lnTo>
                    <a:pt x="0" y="77825"/>
                  </a:lnTo>
                  <a:lnTo>
                    <a:pt x="0" y="80454"/>
                  </a:lnTo>
                  <a:lnTo>
                    <a:pt x="34404" y="80454"/>
                  </a:lnTo>
                  <a:lnTo>
                    <a:pt x="34404" y="77825"/>
                  </a:lnTo>
                  <a:close/>
                </a:path>
                <a:path w="34925" h="80645">
                  <a:moveTo>
                    <a:pt x="34404" y="0"/>
                  </a:moveTo>
                  <a:lnTo>
                    <a:pt x="0" y="0"/>
                  </a:lnTo>
                  <a:lnTo>
                    <a:pt x="0" y="40449"/>
                  </a:lnTo>
                  <a:lnTo>
                    <a:pt x="34404" y="40449"/>
                  </a:lnTo>
                  <a:lnTo>
                    <a:pt x="3440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3" name="object 1023" descr=""/>
            <p:cNvSpPr/>
            <p:nvPr/>
          </p:nvSpPr>
          <p:spPr>
            <a:xfrm>
              <a:off x="9571163" y="836043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11"/>
                  </a:moveTo>
                  <a:lnTo>
                    <a:pt x="34396" y="93211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932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4" name="object 1024" descr=""/>
            <p:cNvSpPr/>
            <p:nvPr/>
          </p:nvSpPr>
          <p:spPr>
            <a:xfrm>
              <a:off x="9519463" y="8476164"/>
              <a:ext cx="34925" cy="94615"/>
            </a:xfrm>
            <a:custGeom>
              <a:avLst/>
              <a:gdLst/>
              <a:ahLst/>
              <a:cxnLst/>
              <a:rect l="l" t="t" r="r" b="b"/>
              <a:pathLst>
                <a:path w="34925" h="94615">
                  <a:moveTo>
                    <a:pt x="34391" y="52692"/>
                  </a:moveTo>
                  <a:lnTo>
                    <a:pt x="0" y="52692"/>
                  </a:lnTo>
                  <a:lnTo>
                    <a:pt x="0" y="94284"/>
                  </a:lnTo>
                  <a:lnTo>
                    <a:pt x="34391" y="94284"/>
                  </a:lnTo>
                  <a:lnTo>
                    <a:pt x="34391" y="52692"/>
                  </a:lnTo>
                  <a:close/>
                </a:path>
                <a:path w="34925" h="94615">
                  <a:moveTo>
                    <a:pt x="34391" y="0"/>
                  </a:moveTo>
                  <a:lnTo>
                    <a:pt x="0" y="0"/>
                  </a:lnTo>
                  <a:lnTo>
                    <a:pt x="0" y="15887"/>
                  </a:lnTo>
                  <a:lnTo>
                    <a:pt x="34391" y="15887"/>
                  </a:lnTo>
                  <a:lnTo>
                    <a:pt x="34391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5" name="object 1025" descr=""/>
            <p:cNvSpPr/>
            <p:nvPr/>
          </p:nvSpPr>
          <p:spPr>
            <a:xfrm>
              <a:off x="9519469" y="8476161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65"/>
                  </a:moveTo>
                  <a:lnTo>
                    <a:pt x="34396" y="129765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12976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6" name="object 1026" descr=""/>
            <p:cNvSpPr/>
            <p:nvPr/>
          </p:nvSpPr>
          <p:spPr>
            <a:xfrm>
              <a:off x="9464726" y="8476164"/>
              <a:ext cx="34925" cy="94615"/>
            </a:xfrm>
            <a:custGeom>
              <a:avLst/>
              <a:gdLst/>
              <a:ahLst/>
              <a:cxnLst/>
              <a:rect l="l" t="t" r="r" b="b"/>
              <a:pathLst>
                <a:path w="34925" h="94615">
                  <a:moveTo>
                    <a:pt x="34366" y="52692"/>
                  </a:moveTo>
                  <a:lnTo>
                    <a:pt x="0" y="52692"/>
                  </a:lnTo>
                  <a:lnTo>
                    <a:pt x="0" y="94284"/>
                  </a:lnTo>
                  <a:lnTo>
                    <a:pt x="34366" y="94284"/>
                  </a:lnTo>
                  <a:lnTo>
                    <a:pt x="34366" y="52692"/>
                  </a:lnTo>
                  <a:close/>
                </a:path>
                <a:path w="34925" h="94615">
                  <a:moveTo>
                    <a:pt x="34366" y="0"/>
                  </a:moveTo>
                  <a:lnTo>
                    <a:pt x="0" y="0"/>
                  </a:lnTo>
                  <a:lnTo>
                    <a:pt x="0" y="15887"/>
                  </a:lnTo>
                  <a:lnTo>
                    <a:pt x="34366" y="15887"/>
                  </a:lnTo>
                  <a:lnTo>
                    <a:pt x="3436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7" name="object 1027" descr=""/>
            <p:cNvSpPr/>
            <p:nvPr/>
          </p:nvSpPr>
          <p:spPr>
            <a:xfrm>
              <a:off x="9464737" y="8476161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65"/>
                  </a:moveTo>
                  <a:lnTo>
                    <a:pt x="34354" y="129765"/>
                  </a:lnTo>
                  <a:lnTo>
                    <a:pt x="34354" y="0"/>
                  </a:lnTo>
                  <a:lnTo>
                    <a:pt x="0" y="0"/>
                  </a:lnTo>
                  <a:lnTo>
                    <a:pt x="0" y="12976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8" name="object 1028" descr=""/>
            <p:cNvSpPr/>
            <p:nvPr/>
          </p:nvSpPr>
          <p:spPr>
            <a:xfrm>
              <a:off x="9410027" y="8476164"/>
              <a:ext cx="34925" cy="94615"/>
            </a:xfrm>
            <a:custGeom>
              <a:avLst/>
              <a:gdLst/>
              <a:ahLst/>
              <a:cxnLst/>
              <a:rect l="l" t="t" r="r" b="b"/>
              <a:pathLst>
                <a:path w="34925" h="94615">
                  <a:moveTo>
                    <a:pt x="34417" y="52692"/>
                  </a:moveTo>
                  <a:lnTo>
                    <a:pt x="0" y="52692"/>
                  </a:lnTo>
                  <a:lnTo>
                    <a:pt x="0" y="94284"/>
                  </a:lnTo>
                  <a:lnTo>
                    <a:pt x="34417" y="94284"/>
                  </a:lnTo>
                  <a:lnTo>
                    <a:pt x="34417" y="52692"/>
                  </a:lnTo>
                  <a:close/>
                </a:path>
                <a:path w="34925" h="94615">
                  <a:moveTo>
                    <a:pt x="34417" y="0"/>
                  </a:moveTo>
                  <a:lnTo>
                    <a:pt x="0" y="0"/>
                  </a:lnTo>
                  <a:lnTo>
                    <a:pt x="0" y="15887"/>
                  </a:lnTo>
                  <a:lnTo>
                    <a:pt x="34417" y="15887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9" name="object 1029" descr=""/>
            <p:cNvSpPr/>
            <p:nvPr/>
          </p:nvSpPr>
          <p:spPr>
            <a:xfrm>
              <a:off x="9410027" y="8476161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65"/>
                  </a:moveTo>
                  <a:lnTo>
                    <a:pt x="34428" y="129765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12976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0" name="object 1030" descr=""/>
            <p:cNvSpPr/>
            <p:nvPr/>
          </p:nvSpPr>
          <p:spPr>
            <a:xfrm>
              <a:off x="9355226" y="8476164"/>
              <a:ext cx="34925" cy="94615"/>
            </a:xfrm>
            <a:custGeom>
              <a:avLst/>
              <a:gdLst/>
              <a:ahLst/>
              <a:cxnLst/>
              <a:rect l="l" t="t" r="r" b="b"/>
              <a:pathLst>
                <a:path w="34925" h="94615">
                  <a:moveTo>
                    <a:pt x="34455" y="52692"/>
                  </a:moveTo>
                  <a:lnTo>
                    <a:pt x="0" y="52692"/>
                  </a:lnTo>
                  <a:lnTo>
                    <a:pt x="0" y="94284"/>
                  </a:lnTo>
                  <a:lnTo>
                    <a:pt x="34455" y="94284"/>
                  </a:lnTo>
                  <a:lnTo>
                    <a:pt x="34455" y="52692"/>
                  </a:lnTo>
                  <a:close/>
                </a:path>
                <a:path w="34925" h="94615">
                  <a:moveTo>
                    <a:pt x="34455" y="0"/>
                  </a:moveTo>
                  <a:lnTo>
                    <a:pt x="0" y="0"/>
                  </a:lnTo>
                  <a:lnTo>
                    <a:pt x="0" y="15887"/>
                  </a:lnTo>
                  <a:lnTo>
                    <a:pt x="34455" y="15887"/>
                  </a:lnTo>
                  <a:lnTo>
                    <a:pt x="3445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1" name="object 1031" descr=""/>
            <p:cNvSpPr/>
            <p:nvPr/>
          </p:nvSpPr>
          <p:spPr>
            <a:xfrm>
              <a:off x="9355233" y="8476161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65"/>
                  </a:moveTo>
                  <a:lnTo>
                    <a:pt x="34459" y="129765"/>
                  </a:lnTo>
                  <a:lnTo>
                    <a:pt x="34459" y="0"/>
                  </a:lnTo>
                  <a:lnTo>
                    <a:pt x="0" y="0"/>
                  </a:lnTo>
                  <a:lnTo>
                    <a:pt x="0" y="12976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2" name="object 1032" descr=""/>
            <p:cNvSpPr/>
            <p:nvPr/>
          </p:nvSpPr>
          <p:spPr>
            <a:xfrm>
              <a:off x="9300540" y="8476164"/>
              <a:ext cx="34925" cy="94615"/>
            </a:xfrm>
            <a:custGeom>
              <a:avLst/>
              <a:gdLst/>
              <a:ahLst/>
              <a:cxnLst/>
              <a:rect l="l" t="t" r="r" b="b"/>
              <a:pathLst>
                <a:path w="34925" h="94615">
                  <a:moveTo>
                    <a:pt x="34429" y="52692"/>
                  </a:moveTo>
                  <a:lnTo>
                    <a:pt x="0" y="52692"/>
                  </a:lnTo>
                  <a:lnTo>
                    <a:pt x="0" y="94284"/>
                  </a:lnTo>
                  <a:lnTo>
                    <a:pt x="34429" y="94284"/>
                  </a:lnTo>
                  <a:lnTo>
                    <a:pt x="34429" y="52692"/>
                  </a:lnTo>
                  <a:close/>
                </a:path>
                <a:path w="34925" h="94615">
                  <a:moveTo>
                    <a:pt x="34429" y="0"/>
                  </a:moveTo>
                  <a:lnTo>
                    <a:pt x="0" y="0"/>
                  </a:lnTo>
                  <a:lnTo>
                    <a:pt x="0" y="15887"/>
                  </a:lnTo>
                  <a:lnTo>
                    <a:pt x="34429" y="15887"/>
                  </a:lnTo>
                  <a:lnTo>
                    <a:pt x="344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3" name="object 1033" descr=""/>
            <p:cNvSpPr/>
            <p:nvPr/>
          </p:nvSpPr>
          <p:spPr>
            <a:xfrm>
              <a:off x="9300543" y="8476161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65"/>
                  </a:moveTo>
                  <a:lnTo>
                    <a:pt x="34428" y="129765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12976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4" name="object 1034" descr=""/>
            <p:cNvSpPr/>
            <p:nvPr/>
          </p:nvSpPr>
          <p:spPr>
            <a:xfrm>
              <a:off x="9245816" y="8476164"/>
              <a:ext cx="34925" cy="94615"/>
            </a:xfrm>
            <a:custGeom>
              <a:avLst/>
              <a:gdLst/>
              <a:ahLst/>
              <a:cxnLst/>
              <a:rect l="l" t="t" r="r" b="b"/>
              <a:pathLst>
                <a:path w="34925" h="94615">
                  <a:moveTo>
                    <a:pt x="34417" y="52692"/>
                  </a:moveTo>
                  <a:lnTo>
                    <a:pt x="0" y="52692"/>
                  </a:lnTo>
                  <a:lnTo>
                    <a:pt x="0" y="94284"/>
                  </a:lnTo>
                  <a:lnTo>
                    <a:pt x="34417" y="94284"/>
                  </a:lnTo>
                  <a:lnTo>
                    <a:pt x="34417" y="52692"/>
                  </a:lnTo>
                  <a:close/>
                </a:path>
                <a:path w="34925" h="94615">
                  <a:moveTo>
                    <a:pt x="34417" y="0"/>
                  </a:moveTo>
                  <a:lnTo>
                    <a:pt x="0" y="0"/>
                  </a:lnTo>
                  <a:lnTo>
                    <a:pt x="0" y="15887"/>
                  </a:lnTo>
                  <a:lnTo>
                    <a:pt x="34417" y="15887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5" name="object 1035" descr=""/>
            <p:cNvSpPr/>
            <p:nvPr/>
          </p:nvSpPr>
          <p:spPr>
            <a:xfrm>
              <a:off x="9245823" y="8476161"/>
              <a:ext cx="34925" cy="130175"/>
            </a:xfrm>
            <a:custGeom>
              <a:avLst/>
              <a:gdLst/>
              <a:ahLst/>
              <a:cxnLst/>
              <a:rect l="l" t="t" r="r" b="b"/>
              <a:pathLst>
                <a:path w="34925" h="130175">
                  <a:moveTo>
                    <a:pt x="0" y="129765"/>
                  </a:moveTo>
                  <a:lnTo>
                    <a:pt x="34417" y="129765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12976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6" name="object 1036" descr=""/>
            <p:cNvSpPr/>
            <p:nvPr/>
          </p:nvSpPr>
          <p:spPr>
            <a:xfrm>
              <a:off x="9519463" y="7906289"/>
              <a:ext cx="34925" cy="92710"/>
            </a:xfrm>
            <a:custGeom>
              <a:avLst/>
              <a:gdLst/>
              <a:ahLst/>
              <a:cxnLst/>
              <a:rect l="l" t="t" r="r" b="b"/>
              <a:pathLst>
                <a:path w="34925" h="92709">
                  <a:moveTo>
                    <a:pt x="34391" y="77812"/>
                  </a:moveTo>
                  <a:lnTo>
                    <a:pt x="0" y="77812"/>
                  </a:lnTo>
                  <a:lnTo>
                    <a:pt x="0" y="92214"/>
                  </a:lnTo>
                  <a:lnTo>
                    <a:pt x="34391" y="92214"/>
                  </a:lnTo>
                  <a:lnTo>
                    <a:pt x="34391" y="77812"/>
                  </a:lnTo>
                  <a:close/>
                </a:path>
                <a:path w="34925" h="92709">
                  <a:moveTo>
                    <a:pt x="34391" y="0"/>
                  </a:moveTo>
                  <a:lnTo>
                    <a:pt x="0" y="0"/>
                  </a:lnTo>
                  <a:lnTo>
                    <a:pt x="0" y="37020"/>
                  </a:lnTo>
                  <a:lnTo>
                    <a:pt x="34391" y="37020"/>
                  </a:lnTo>
                  <a:lnTo>
                    <a:pt x="34391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7" name="object 1037" descr=""/>
            <p:cNvSpPr/>
            <p:nvPr/>
          </p:nvSpPr>
          <p:spPr>
            <a:xfrm>
              <a:off x="9519469" y="7905267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32"/>
                  </a:moveTo>
                  <a:lnTo>
                    <a:pt x="34396" y="93232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932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8" name="object 1038" descr=""/>
            <p:cNvSpPr/>
            <p:nvPr/>
          </p:nvSpPr>
          <p:spPr>
            <a:xfrm>
              <a:off x="9464726" y="7906289"/>
              <a:ext cx="34925" cy="92710"/>
            </a:xfrm>
            <a:custGeom>
              <a:avLst/>
              <a:gdLst/>
              <a:ahLst/>
              <a:cxnLst/>
              <a:rect l="l" t="t" r="r" b="b"/>
              <a:pathLst>
                <a:path w="34925" h="92709">
                  <a:moveTo>
                    <a:pt x="34366" y="77812"/>
                  </a:moveTo>
                  <a:lnTo>
                    <a:pt x="0" y="77812"/>
                  </a:lnTo>
                  <a:lnTo>
                    <a:pt x="0" y="92214"/>
                  </a:lnTo>
                  <a:lnTo>
                    <a:pt x="34366" y="92214"/>
                  </a:lnTo>
                  <a:lnTo>
                    <a:pt x="34366" y="77812"/>
                  </a:lnTo>
                  <a:close/>
                </a:path>
                <a:path w="34925" h="92709">
                  <a:moveTo>
                    <a:pt x="34366" y="0"/>
                  </a:moveTo>
                  <a:lnTo>
                    <a:pt x="0" y="0"/>
                  </a:lnTo>
                  <a:lnTo>
                    <a:pt x="0" y="37020"/>
                  </a:lnTo>
                  <a:lnTo>
                    <a:pt x="34366" y="37020"/>
                  </a:lnTo>
                  <a:lnTo>
                    <a:pt x="3436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9" name="object 1039" descr=""/>
            <p:cNvSpPr/>
            <p:nvPr/>
          </p:nvSpPr>
          <p:spPr>
            <a:xfrm>
              <a:off x="9464737" y="7905267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32"/>
                  </a:moveTo>
                  <a:lnTo>
                    <a:pt x="34354" y="93232"/>
                  </a:lnTo>
                  <a:lnTo>
                    <a:pt x="34354" y="0"/>
                  </a:lnTo>
                  <a:lnTo>
                    <a:pt x="0" y="0"/>
                  </a:lnTo>
                  <a:lnTo>
                    <a:pt x="0" y="932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0" name="object 1040" descr=""/>
            <p:cNvSpPr/>
            <p:nvPr/>
          </p:nvSpPr>
          <p:spPr>
            <a:xfrm>
              <a:off x="9410027" y="7906289"/>
              <a:ext cx="34925" cy="92710"/>
            </a:xfrm>
            <a:custGeom>
              <a:avLst/>
              <a:gdLst/>
              <a:ahLst/>
              <a:cxnLst/>
              <a:rect l="l" t="t" r="r" b="b"/>
              <a:pathLst>
                <a:path w="34925" h="92709">
                  <a:moveTo>
                    <a:pt x="34417" y="77812"/>
                  </a:moveTo>
                  <a:lnTo>
                    <a:pt x="0" y="77812"/>
                  </a:lnTo>
                  <a:lnTo>
                    <a:pt x="0" y="92214"/>
                  </a:lnTo>
                  <a:lnTo>
                    <a:pt x="34417" y="92214"/>
                  </a:lnTo>
                  <a:lnTo>
                    <a:pt x="34417" y="77812"/>
                  </a:lnTo>
                  <a:close/>
                </a:path>
                <a:path w="34925" h="92709">
                  <a:moveTo>
                    <a:pt x="34417" y="0"/>
                  </a:moveTo>
                  <a:lnTo>
                    <a:pt x="0" y="0"/>
                  </a:lnTo>
                  <a:lnTo>
                    <a:pt x="0" y="37020"/>
                  </a:lnTo>
                  <a:lnTo>
                    <a:pt x="34417" y="37020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1" name="object 1041" descr=""/>
            <p:cNvSpPr/>
            <p:nvPr/>
          </p:nvSpPr>
          <p:spPr>
            <a:xfrm>
              <a:off x="9410027" y="7905267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32"/>
                  </a:moveTo>
                  <a:lnTo>
                    <a:pt x="34428" y="93232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932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2" name="object 1042" descr=""/>
            <p:cNvSpPr/>
            <p:nvPr/>
          </p:nvSpPr>
          <p:spPr>
            <a:xfrm>
              <a:off x="9355226" y="7906289"/>
              <a:ext cx="34925" cy="92710"/>
            </a:xfrm>
            <a:custGeom>
              <a:avLst/>
              <a:gdLst/>
              <a:ahLst/>
              <a:cxnLst/>
              <a:rect l="l" t="t" r="r" b="b"/>
              <a:pathLst>
                <a:path w="34925" h="92709">
                  <a:moveTo>
                    <a:pt x="34455" y="77812"/>
                  </a:moveTo>
                  <a:lnTo>
                    <a:pt x="0" y="77812"/>
                  </a:lnTo>
                  <a:lnTo>
                    <a:pt x="0" y="92214"/>
                  </a:lnTo>
                  <a:lnTo>
                    <a:pt x="34455" y="92214"/>
                  </a:lnTo>
                  <a:lnTo>
                    <a:pt x="34455" y="77812"/>
                  </a:lnTo>
                  <a:close/>
                </a:path>
                <a:path w="34925" h="92709">
                  <a:moveTo>
                    <a:pt x="34455" y="0"/>
                  </a:moveTo>
                  <a:lnTo>
                    <a:pt x="0" y="0"/>
                  </a:lnTo>
                  <a:lnTo>
                    <a:pt x="0" y="37020"/>
                  </a:lnTo>
                  <a:lnTo>
                    <a:pt x="34455" y="37020"/>
                  </a:lnTo>
                  <a:lnTo>
                    <a:pt x="3445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3" name="object 1043" descr=""/>
            <p:cNvSpPr/>
            <p:nvPr/>
          </p:nvSpPr>
          <p:spPr>
            <a:xfrm>
              <a:off x="9355233" y="7905267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32"/>
                  </a:moveTo>
                  <a:lnTo>
                    <a:pt x="34459" y="93232"/>
                  </a:lnTo>
                  <a:lnTo>
                    <a:pt x="34459" y="0"/>
                  </a:lnTo>
                  <a:lnTo>
                    <a:pt x="0" y="0"/>
                  </a:lnTo>
                  <a:lnTo>
                    <a:pt x="0" y="932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4" name="object 1044" descr=""/>
            <p:cNvSpPr/>
            <p:nvPr/>
          </p:nvSpPr>
          <p:spPr>
            <a:xfrm>
              <a:off x="9300540" y="7906289"/>
              <a:ext cx="34925" cy="92710"/>
            </a:xfrm>
            <a:custGeom>
              <a:avLst/>
              <a:gdLst/>
              <a:ahLst/>
              <a:cxnLst/>
              <a:rect l="l" t="t" r="r" b="b"/>
              <a:pathLst>
                <a:path w="34925" h="92709">
                  <a:moveTo>
                    <a:pt x="34429" y="77812"/>
                  </a:moveTo>
                  <a:lnTo>
                    <a:pt x="0" y="77812"/>
                  </a:lnTo>
                  <a:lnTo>
                    <a:pt x="0" y="92214"/>
                  </a:lnTo>
                  <a:lnTo>
                    <a:pt x="34429" y="92214"/>
                  </a:lnTo>
                  <a:lnTo>
                    <a:pt x="34429" y="77812"/>
                  </a:lnTo>
                  <a:close/>
                </a:path>
                <a:path w="34925" h="92709">
                  <a:moveTo>
                    <a:pt x="34429" y="0"/>
                  </a:moveTo>
                  <a:lnTo>
                    <a:pt x="0" y="0"/>
                  </a:lnTo>
                  <a:lnTo>
                    <a:pt x="0" y="37020"/>
                  </a:lnTo>
                  <a:lnTo>
                    <a:pt x="34429" y="37020"/>
                  </a:lnTo>
                  <a:lnTo>
                    <a:pt x="344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5" name="object 1045" descr=""/>
            <p:cNvSpPr/>
            <p:nvPr/>
          </p:nvSpPr>
          <p:spPr>
            <a:xfrm>
              <a:off x="9300543" y="7905267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32"/>
                  </a:moveTo>
                  <a:lnTo>
                    <a:pt x="34428" y="93232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932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6" name="object 1046" descr=""/>
            <p:cNvSpPr/>
            <p:nvPr/>
          </p:nvSpPr>
          <p:spPr>
            <a:xfrm>
              <a:off x="9245816" y="7906289"/>
              <a:ext cx="34925" cy="92710"/>
            </a:xfrm>
            <a:custGeom>
              <a:avLst/>
              <a:gdLst/>
              <a:ahLst/>
              <a:cxnLst/>
              <a:rect l="l" t="t" r="r" b="b"/>
              <a:pathLst>
                <a:path w="34925" h="92709">
                  <a:moveTo>
                    <a:pt x="34417" y="77812"/>
                  </a:moveTo>
                  <a:lnTo>
                    <a:pt x="0" y="77812"/>
                  </a:lnTo>
                  <a:lnTo>
                    <a:pt x="0" y="92214"/>
                  </a:lnTo>
                  <a:lnTo>
                    <a:pt x="34417" y="92214"/>
                  </a:lnTo>
                  <a:lnTo>
                    <a:pt x="34417" y="77812"/>
                  </a:lnTo>
                  <a:close/>
                </a:path>
                <a:path w="34925" h="92709">
                  <a:moveTo>
                    <a:pt x="34417" y="0"/>
                  </a:moveTo>
                  <a:lnTo>
                    <a:pt x="0" y="0"/>
                  </a:lnTo>
                  <a:lnTo>
                    <a:pt x="0" y="37020"/>
                  </a:lnTo>
                  <a:lnTo>
                    <a:pt x="34417" y="37020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7" name="object 1047" descr=""/>
            <p:cNvSpPr/>
            <p:nvPr/>
          </p:nvSpPr>
          <p:spPr>
            <a:xfrm>
              <a:off x="9245823" y="7905267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32"/>
                  </a:moveTo>
                  <a:lnTo>
                    <a:pt x="34417" y="93232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2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8" name="object 1048" descr=""/>
            <p:cNvSpPr/>
            <p:nvPr/>
          </p:nvSpPr>
          <p:spPr>
            <a:xfrm>
              <a:off x="9519463" y="8019065"/>
              <a:ext cx="34925" cy="81280"/>
            </a:xfrm>
            <a:custGeom>
              <a:avLst/>
              <a:gdLst/>
              <a:ahLst/>
              <a:cxnLst/>
              <a:rect l="l" t="t" r="r" b="b"/>
              <a:pathLst>
                <a:path w="34925" h="81279">
                  <a:moveTo>
                    <a:pt x="34391" y="42875"/>
                  </a:moveTo>
                  <a:lnTo>
                    <a:pt x="0" y="42875"/>
                  </a:lnTo>
                  <a:lnTo>
                    <a:pt x="0" y="81013"/>
                  </a:lnTo>
                  <a:lnTo>
                    <a:pt x="34391" y="81013"/>
                  </a:lnTo>
                  <a:lnTo>
                    <a:pt x="34391" y="42875"/>
                  </a:lnTo>
                  <a:close/>
                </a:path>
                <a:path w="34925" h="81279">
                  <a:moveTo>
                    <a:pt x="34391" y="0"/>
                  </a:moveTo>
                  <a:lnTo>
                    <a:pt x="0" y="0"/>
                  </a:lnTo>
                  <a:lnTo>
                    <a:pt x="0" y="2641"/>
                  </a:lnTo>
                  <a:lnTo>
                    <a:pt x="34391" y="2641"/>
                  </a:lnTo>
                  <a:lnTo>
                    <a:pt x="34391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9" name="object 1049" descr=""/>
            <p:cNvSpPr/>
            <p:nvPr/>
          </p:nvSpPr>
          <p:spPr>
            <a:xfrm>
              <a:off x="9519469" y="801905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396" y="93222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0" name="object 1050" descr=""/>
            <p:cNvSpPr/>
            <p:nvPr/>
          </p:nvSpPr>
          <p:spPr>
            <a:xfrm>
              <a:off x="9464726" y="8019065"/>
              <a:ext cx="34925" cy="81280"/>
            </a:xfrm>
            <a:custGeom>
              <a:avLst/>
              <a:gdLst/>
              <a:ahLst/>
              <a:cxnLst/>
              <a:rect l="l" t="t" r="r" b="b"/>
              <a:pathLst>
                <a:path w="34925" h="81279">
                  <a:moveTo>
                    <a:pt x="34366" y="42875"/>
                  </a:moveTo>
                  <a:lnTo>
                    <a:pt x="0" y="42875"/>
                  </a:lnTo>
                  <a:lnTo>
                    <a:pt x="0" y="81013"/>
                  </a:lnTo>
                  <a:lnTo>
                    <a:pt x="34366" y="81013"/>
                  </a:lnTo>
                  <a:lnTo>
                    <a:pt x="34366" y="42875"/>
                  </a:lnTo>
                  <a:close/>
                </a:path>
                <a:path w="34925" h="81279">
                  <a:moveTo>
                    <a:pt x="34366" y="0"/>
                  </a:moveTo>
                  <a:lnTo>
                    <a:pt x="0" y="0"/>
                  </a:lnTo>
                  <a:lnTo>
                    <a:pt x="0" y="2641"/>
                  </a:lnTo>
                  <a:lnTo>
                    <a:pt x="34366" y="2641"/>
                  </a:lnTo>
                  <a:lnTo>
                    <a:pt x="3436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1" name="object 1051" descr=""/>
            <p:cNvSpPr/>
            <p:nvPr/>
          </p:nvSpPr>
          <p:spPr>
            <a:xfrm>
              <a:off x="9464737" y="801905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354" y="93222"/>
                  </a:lnTo>
                  <a:lnTo>
                    <a:pt x="34354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2" name="object 1052" descr=""/>
            <p:cNvSpPr/>
            <p:nvPr/>
          </p:nvSpPr>
          <p:spPr>
            <a:xfrm>
              <a:off x="9410027" y="8019065"/>
              <a:ext cx="34925" cy="81280"/>
            </a:xfrm>
            <a:custGeom>
              <a:avLst/>
              <a:gdLst/>
              <a:ahLst/>
              <a:cxnLst/>
              <a:rect l="l" t="t" r="r" b="b"/>
              <a:pathLst>
                <a:path w="34925" h="81279">
                  <a:moveTo>
                    <a:pt x="34417" y="42875"/>
                  </a:moveTo>
                  <a:lnTo>
                    <a:pt x="0" y="42875"/>
                  </a:lnTo>
                  <a:lnTo>
                    <a:pt x="0" y="81013"/>
                  </a:lnTo>
                  <a:lnTo>
                    <a:pt x="34417" y="81013"/>
                  </a:lnTo>
                  <a:lnTo>
                    <a:pt x="34417" y="42875"/>
                  </a:lnTo>
                  <a:close/>
                </a:path>
                <a:path w="34925" h="81279">
                  <a:moveTo>
                    <a:pt x="34417" y="0"/>
                  </a:moveTo>
                  <a:lnTo>
                    <a:pt x="0" y="0"/>
                  </a:lnTo>
                  <a:lnTo>
                    <a:pt x="0" y="2641"/>
                  </a:lnTo>
                  <a:lnTo>
                    <a:pt x="34417" y="2641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3" name="object 1053" descr=""/>
            <p:cNvSpPr/>
            <p:nvPr/>
          </p:nvSpPr>
          <p:spPr>
            <a:xfrm>
              <a:off x="9410027" y="801905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28" y="93222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4" name="object 1054" descr=""/>
            <p:cNvSpPr/>
            <p:nvPr/>
          </p:nvSpPr>
          <p:spPr>
            <a:xfrm>
              <a:off x="9355226" y="8019065"/>
              <a:ext cx="34925" cy="81280"/>
            </a:xfrm>
            <a:custGeom>
              <a:avLst/>
              <a:gdLst/>
              <a:ahLst/>
              <a:cxnLst/>
              <a:rect l="l" t="t" r="r" b="b"/>
              <a:pathLst>
                <a:path w="34925" h="81279">
                  <a:moveTo>
                    <a:pt x="34455" y="42875"/>
                  </a:moveTo>
                  <a:lnTo>
                    <a:pt x="0" y="42875"/>
                  </a:lnTo>
                  <a:lnTo>
                    <a:pt x="0" y="81013"/>
                  </a:lnTo>
                  <a:lnTo>
                    <a:pt x="34455" y="81013"/>
                  </a:lnTo>
                  <a:lnTo>
                    <a:pt x="34455" y="42875"/>
                  </a:lnTo>
                  <a:close/>
                </a:path>
                <a:path w="34925" h="81279">
                  <a:moveTo>
                    <a:pt x="34455" y="0"/>
                  </a:moveTo>
                  <a:lnTo>
                    <a:pt x="0" y="0"/>
                  </a:lnTo>
                  <a:lnTo>
                    <a:pt x="0" y="2641"/>
                  </a:lnTo>
                  <a:lnTo>
                    <a:pt x="34455" y="2641"/>
                  </a:lnTo>
                  <a:lnTo>
                    <a:pt x="3445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5" name="object 1055" descr=""/>
            <p:cNvSpPr/>
            <p:nvPr/>
          </p:nvSpPr>
          <p:spPr>
            <a:xfrm>
              <a:off x="9355233" y="801905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59" y="93222"/>
                  </a:lnTo>
                  <a:lnTo>
                    <a:pt x="34459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6" name="object 1056" descr=""/>
            <p:cNvSpPr/>
            <p:nvPr/>
          </p:nvSpPr>
          <p:spPr>
            <a:xfrm>
              <a:off x="9300540" y="8019065"/>
              <a:ext cx="34925" cy="81280"/>
            </a:xfrm>
            <a:custGeom>
              <a:avLst/>
              <a:gdLst/>
              <a:ahLst/>
              <a:cxnLst/>
              <a:rect l="l" t="t" r="r" b="b"/>
              <a:pathLst>
                <a:path w="34925" h="81279">
                  <a:moveTo>
                    <a:pt x="34429" y="42875"/>
                  </a:moveTo>
                  <a:lnTo>
                    <a:pt x="0" y="42875"/>
                  </a:lnTo>
                  <a:lnTo>
                    <a:pt x="0" y="81013"/>
                  </a:lnTo>
                  <a:lnTo>
                    <a:pt x="34429" y="81013"/>
                  </a:lnTo>
                  <a:lnTo>
                    <a:pt x="34429" y="42875"/>
                  </a:lnTo>
                  <a:close/>
                </a:path>
                <a:path w="34925" h="81279">
                  <a:moveTo>
                    <a:pt x="34429" y="0"/>
                  </a:moveTo>
                  <a:lnTo>
                    <a:pt x="0" y="0"/>
                  </a:lnTo>
                  <a:lnTo>
                    <a:pt x="0" y="2641"/>
                  </a:lnTo>
                  <a:lnTo>
                    <a:pt x="34429" y="2641"/>
                  </a:lnTo>
                  <a:lnTo>
                    <a:pt x="344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7" name="object 1057" descr=""/>
            <p:cNvSpPr/>
            <p:nvPr/>
          </p:nvSpPr>
          <p:spPr>
            <a:xfrm>
              <a:off x="9300543" y="801905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28" y="93222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8" name="object 1058" descr=""/>
            <p:cNvSpPr/>
            <p:nvPr/>
          </p:nvSpPr>
          <p:spPr>
            <a:xfrm>
              <a:off x="9245816" y="8019065"/>
              <a:ext cx="34925" cy="81280"/>
            </a:xfrm>
            <a:custGeom>
              <a:avLst/>
              <a:gdLst/>
              <a:ahLst/>
              <a:cxnLst/>
              <a:rect l="l" t="t" r="r" b="b"/>
              <a:pathLst>
                <a:path w="34925" h="81279">
                  <a:moveTo>
                    <a:pt x="34417" y="42875"/>
                  </a:moveTo>
                  <a:lnTo>
                    <a:pt x="0" y="42875"/>
                  </a:lnTo>
                  <a:lnTo>
                    <a:pt x="0" y="81013"/>
                  </a:lnTo>
                  <a:lnTo>
                    <a:pt x="34417" y="81013"/>
                  </a:lnTo>
                  <a:lnTo>
                    <a:pt x="34417" y="42875"/>
                  </a:lnTo>
                  <a:close/>
                </a:path>
                <a:path w="34925" h="81279">
                  <a:moveTo>
                    <a:pt x="34417" y="0"/>
                  </a:moveTo>
                  <a:lnTo>
                    <a:pt x="0" y="0"/>
                  </a:lnTo>
                  <a:lnTo>
                    <a:pt x="0" y="2641"/>
                  </a:lnTo>
                  <a:lnTo>
                    <a:pt x="34417" y="2641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9" name="object 1059" descr=""/>
            <p:cNvSpPr/>
            <p:nvPr/>
          </p:nvSpPr>
          <p:spPr>
            <a:xfrm>
              <a:off x="9245823" y="8019054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22"/>
                  </a:moveTo>
                  <a:lnTo>
                    <a:pt x="34417" y="93222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22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0" name="object 1060" descr=""/>
            <p:cNvSpPr/>
            <p:nvPr/>
          </p:nvSpPr>
          <p:spPr>
            <a:xfrm>
              <a:off x="9519463" y="8139754"/>
              <a:ext cx="34925" cy="86360"/>
            </a:xfrm>
            <a:custGeom>
              <a:avLst/>
              <a:gdLst/>
              <a:ahLst/>
              <a:cxnLst/>
              <a:rect l="l" t="t" r="r" b="b"/>
              <a:pathLst>
                <a:path w="34925" h="86359">
                  <a:moveTo>
                    <a:pt x="34391" y="77812"/>
                  </a:moveTo>
                  <a:lnTo>
                    <a:pt x="0" y="77812"/>
                  </a:lnTo>
                  <a:lnTo>
                    <a:pt x="0" y="86321"/>
                  </a:lnTo>
                  <a:lnTo>
                    <a:pt x="34391" y="86321"/>
                  </a:lnTo>
                  <a:lnTo>
                    <a:pt x="34391" y="77812"/>
                  </a:lnTo>
                  <a:close/>
                </a:path>
                <a:path w="34925" h="86359">
                  <a:moveTo>
                    <a:pt x="34391" y="0"/>
                  </a:moveTo>
                  <a:lnTo>
                    <a:pt x="0" y="0"/>
                  </a:lnTo>
                  <a:lnTo>
                    <a:pt x="0" y="38735"/>
                  </a:lnTo>
                  <a:lnTo>
                    <a:pt x="34391" y="38735"/>
                  </a:lnTo>
                  <a:lnTo>
                    <a:pt x="34391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1" name="object 1061" descr=""/>
            <p:cNvSpPr/>
            <p:nvPr/>
          </p:nvSpPr>
          <p:spPr>
            <a:xfrm>
              <a:off x="9519469" y="813288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396" y="93190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2" name="object 1062" descr=""/>
            <p:cNvSpPr/>
            <p:nvPr/>
          </p:nvSpPr>
          <p:spPr>
            <a:xfrm>
              <a:off x="9464726" y="8139754"/>
              <a:ext cx="34925" cy="86360"/>
            </a:xfrm>
            <a:custGeom>
              <a:avLst/>
              <a:gdLst/>
              <a:ahLst/>
              <a:cxnLst/>
              <a:rect l="l" t="t" r="r" b="b"/>
              <a:pathLst>
                <a:path w="34925" h="86359">
                  <a:moveTo>
                    <a:pt x="34366" y="77812"/>
                  </a:moveTo>
                  <a:lnTo>
                    <a:pt x="0" y="77812"/>
                  </a:lnTo>
                  <a:lnTo>
                    <a:pt x="0" y="86321"/>
                  </a:lnTo>
                  <a:lnTo>
                    <a:pt x="34366" y="86321"/>
                  </a:lnTo>
                  <a:lnTo>
                    <a:pt x="34366" y="77812"/>
                  </a:lnTo>
                  <a:close/>
                </a:path>
                <a:path w="34925" h="86359">
                  <a:moveTo>
                    <a:pt x="34366" y="0"/>
                  </a:moveTo>
                  <a:lnTo>
                    <a:pt x="0" y="0"/>
                  </a:lnTo>
                  <a:lnTo>
                    <a:pt x="0" y="38735"/>
                  </a:lnTo>
                  <a:lnTo>
                    <a:pt x="34366" y="38735"/>
                  </a:lnTo>
                  <a:lnTo>
                    <a:pt x="3436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3" name="object 1063" descr=""/>
            <p:cNvSpPr/>
            <p:nvPr/>
          </p:nvSpPr>
          <p:spPr>
            <a:xfrm>
              <a:off x="9464737" y="813288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354" y="93190"/>
                  </a:lnTo>
                  <a:lnTo>
                    <a:pt x="34354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4" name="object 1064" descr=""/>
            <p:cNvSpPr/>
            <p:nvPr/>
          </p:nvSpPr>
          <p:spPr>
            <a:xfrm>
              <a:off x="9410027" y="8139754"/>
              <a:ext cx="34925" cy="86360"/>
            </a:xfrm>
            <a:custGeom>
              <a:avLst/>
              <a:gdLst/>
              <a:ahLst/>
              <a:cxnLst/>
              <a:rect l="l" t="t" r="r" b="b"/>
              <a:pathLst>
                <a:path w="34925" h="86359">
                  <a:moveTo>
                    <a:pt x="34417" y="77812"/>
                  </a:moveTo>
                  <a:lnTo>
                    <a:pt x="0" y="77812"/>
                  </a:lnTo>
                  <a:lnTo>
                    <a:pt x="0" y="86321"/>
                  </a:lnTo>
                  <a:lnTo>
                    <a:pt x="34417" y="86321"/>
                  </a:lnTo>
                  <a:lnTo>
                    <a:pt x="34417" y="77812"/>
                  </a:lnTo>
                  <a:close/>
                </a:path>
                <a:path w="34925" h="86359">
                  <a:moveTo>
                    <a:pt x="34417" y="0"/>
                  </a:moveTo>
                  <a:lnTo>
                    <a:pt x="0" y="0"/>
                  </a:lnTo>
                  <a:lnTo>
                    <a:pt x="0" y="38735"/>
                  </a:lnTo>
                  <a:lnTo>
                    <a:pt x="34417" y="38735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5" name="object 1065" descr=""/>
            <p:cNvSpPr/>
            <p:nvPr/>
          </p:nvSpPr>
          <p:spPr>
            <a:xfrm>
              <a:off x="9410027" y="813288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428" y="93190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6" name="object 1066" descr=""/>
            <p:cNvSpPr/>
            <p:nvPr/>
          </p:nvSpPr>
          <p:spPr>
            <a:xfrm>
              <a:off x="9355226" y="8139754"/>
              <a:ext cx="34925" cy="86360"/>
            </a:xfrm>
            <a:custGeom>
              <a:avLst/>
              <a:gdLst/>
              <a:ahLst/>
              <a:cxnLst/>
              <a:rect l="l" t="t" r="r" b="b"/>
              <a:pathLst>
                <a:path w="34925" h="86359">
                  <a:moveTo>
                    <a:pt x="34455" y="77812"/>
                  </a:moveTo>
                  <a:lnTo>
                    <a:pt x="0" y="77812"/>
                  </a:lnTo>
                  <a:lnTo>
                    <a:pt x="0" y="86321"/>
                  </a:lnTo>
                  <a:lnTo>
                    <a:pt x="34455" y="86321"/>
                  </a:lnTo>
                  <a:lnTo>
                    <a:pt x="34455" y="77812"/>
                  </a:lnTo>
                  <a:close/>
                </a:path>
                <a:path w="34925" h="86359">
                  <a:moveTo>
                    <a:pt x="34455" y="0"/>
                  </a:moveTo>
                  <a:lnTo>
                    <a:pt x="0" y="0"/>
                  </a:lnTo>
                  <a:lnTo>
                    <a:pt x="0" y="38735"/>
                  </a:lnTo>
                  <a:lnTo>
                    <a:pt x="34455" y="38735"/>
                  </a:lnTo>
                  <a:lnTo>
                    <a:pt x="3445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7" name="object 1067" descr=""/>
            <p:cNvSpPr/>
            <p:nvPr/>
          </p:nvSpPr>
          <p:spPr>
            <a:xfrm>
              <a:off x="9355233" y="813288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459" y="93190"/>
                  </a:lnTo>
                  <a:lnTo>
                    <a:pt x="34459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8" name="object 1068" descr=""/>
            <p:cNvSpPr/>
            <p:nvPr/>
          </p:nvSpPr>
          <p:spPr>
            <a:xfrm>
              <a:off x="9300540" y="8139754"/>
              <a:ext cx="34925" cy="86360"/>
            </a:xfrm>
            <a:custGeom>
              <a:avLst/>
              <a:gdLst/>
              <a:ahLst/>
              <a:cxnLst/>
              <a:rect l="l" t="t" r="r" b="b"/>
              <a:pathLst>
                <a:path w="34925" h="86359">
                  <a:moveTo>
                    <a:pt x="34429" y="77812"/>
                  </a:moveTo>
                  <a:lnTo>
                    <a:pt x="0" y="77812"/>
                  </a:lnTo>
                  <a:lnTo>
                    <a:pt x="0" y="86321"/>
                  </a:lnTo>
                  <a:lnTo>
                    <a:pt x="34429" y="86321"/>
                  </a:lnTo>
                  <a:lnTo>
                    <a:pt x="34429" y="77812"/>
                  </a:lnTo>
                  <a:close/>
                </a:path>
                <a:path w="34925" h="86359">
                  <a:moveTo>
                    <a:pt x="34429" y="0"/>
                  </a:moveTo>
                  <a:lnTo>
                    <a:pt x="0" y="0"/>
                  </a:lnTo>
                  <a:lnTo>
                    <a:pt x="0" y="38735"/>
                  </a:lnTo>
                  <a:lnTo>
                    <a:pt x="34429" y="38735"/>
                  </a:lnTo>
                  <a:lnTo>
                    <a:pt x="344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9" name="object 1069" descr=""/>
            <p:cNvSpPr/>
            <p:nvPr/>
          </p:nvSpPr>
          <p:spPr>
            <a:xfrm>
              <a:off x="9300543" y="813288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428" y="93190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0" name="object 1070" descr=""/>
            <p:cNvSpPr/>
            <p:nvPr/>
          </p:nvSpPr>
          <p:spPr>
            <a:xfrm>
              <a:off x="9245816" y="8139754"/>
              <a:ext cx="34925" cy="86360"/>
            </a:xfrm>
            <a:custGeom>
              <a:avLst/>
              <a:gdLst/>
              <a:ahLst/>
              <a:cxnLst/>
              <a:rect l="l" t="t" r="r" b="b"/>
              <a:pathLst>
                <a:path w="34925" h="86359">
                  <a:moveTo>
                    <a:pt x="34417" y="77812"/>
                  </a:moveTo>
                  <a:lnTo>
                    <a:pt x="0" y="77812"/>
                  </a:lnTo>
                  <a:lnTo>
                    <a:pt x="0" y="86321"/>
                  </a:lnTo>
                  <a:lnTo>
                    <a:pt x="34417" y="86321"/>
                  </a:lnTo>
                  <a:lnTo>
                    <a:pt x="34417" y="77812"/>
                  </a:lnTo>
                  <a:close/>
                </a:path>
                <a:path w="34925" h="86359">
                  <a:moveTo>
                    <a:pt x="34417" y="0"/>
                  </a:moveTo>
                  <a:lnTo>
                    <a:pt x="0" y="0"/>
                  </a:lnTo>
                  <a:lnTo>
                    <a:pt x="0" y="38735"/>
                  </a:lnTo>
                  <a:lnTo>
                    <a:pt x="34417" y="38735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1" name="object 1071" descr=""/>
            <p:cNvSpPr/>
            <p:nvPr/>
          </p:nvSpPr>
          <p:spPr>
            <a:xfrm>
              <a:off x="9245823" y="8132883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90"/>
                  </a:moveTo>
                  <a:lnTo>
                    <a:pt x="34417" y="93190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2" name="object 1072" descr=""/>
            <p:cNvSpPr/>
            <p:nvPr/>
          </p:nvSpPr>
          <p:spPr>
            <a:xfrm>
              <a:off x="9519463" y="8246688"/>
              <a:ext cx="34925" cy="88900"/>
            </a:xfrm>
            <a:custGeom>
              <a:avLst/>
              <a:gdLst/>
              <a:ahLst/>
              <a:cxnLst/>
              <a:rect l="l" t="t" r="r" b="b"/>
              <a:pathLst>
                <a:path w="34925" h="88900">
                  <a:moveTo>
                    <a:pt x="34391" y="48704"/>
                  </a:moveTo>
                  <a:lnTo>
                    <a:pt x="0" y="48704"/>
                  </a:lnTo>
                  <a:lnTo>
                    <a:pt x="0" y="88582"/>
                  </a:lnTo>
                  <a:lnTo>
                    <a:pt x="34391" y="88582"/>
                  </a:lnTo>
                  <a:lnTo>
                    <a:pt x="34391" y="48704"/>
                  </a:lnTo>
                  <a:close/>
                </a:path>
                <a:path w="34925" h="88900">
                  <a:moveTo>
                    <a:pt x="34391" y="0"/>
                  </a:moveTo>
                  <a:lnTo>
                    <a:pt x="0" y="0"/>
                  </a:lnTo>
                  <a:lnTo>
                    <a:pt x="0" y="10198"/>
                  </a:lnTo>
                  <a:lnTo>
                    <a:pt x="34391" y="10198"/>
                  </a:lnTo>
                  <a:lnTo>
                    <a:pt x="34391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3" name="object 1073" descr=""/>
            <p:cNvSpPr/>
            <p:nvPr/>
          </p:nvSpPr>
          <p:spPr>
            <a:xfrm>
              <a:off x="9519469" y="8246681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48"/>
                  </a:moveTo>
                  <a:lnTo>
                    <a:pt x="34396" y="93148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9314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4" name="object 1074" descr=""/>
            <p:cNvSpPr/>
            <p:nvPr/>
          </p:nvSpPr>
          <p:spPr>
            <a:xfrm>
              <a:off x="9464726" y="8246688"/>
              <a:ext cx="34925" cy="88900"/>
            </a:xfrm>
            <a:custGeom>
              <a:avLst/>
              <a:gdLst/>
              <a:ahLst/>
              <a:cxnLst/>
              <a:rect l="l" t="t" r="r" b="b"/>
              <a:pathLst>
                <a:path w="34925" h="88900">
                  <a:moveTo>
                    <a:pt x="34366" y="48704"/>
                  </a:moveTo>
                  <a:lnTo>
                    <a:pt x="0" y="48704"/>
                  </a:lnTo>
                  <a:lnTo>
                    <a:pt x="0" y="88582"/>
                  </a:lnTo>
                  <a:lnTo>
                    <a:pt x="34366" y="88582"/>
                  </a:lnTo>
                  <a:lnTo>
                    <a:pt x="34366" y="48704"/>
                  </a:lnTo>
                  <a:close/>
                </a:path>
                <a:path w="34925" h="88900">
                  <a:moveTo>
                    <a:pt x="34366" y="0"/>
                  </a:moveTo>
                  <a:lnTo>
                    <a:pt x="0" y="0"/>
                  </a:lnTo>
                  <a:lnTo>
                    <a:pt x="0" y="10198"/>
                  </a:lnTo>
                  <a:lnTo>
                    <a:pt x="34366" y="10198"/>
                  </a:lnTo>
                  <a:lnTo>
                    <a:pt x="3436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5" name="object 1075" descr=""/>
            <p:cNvSpPr/>
            <p:nvPr/>
          </p:nvSpPr>
          <p:spPr>
            <a:xfrm>
              <a:off x="9464737" y="8246681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48"/>
                  </a:moveTo>
                  <a:lnTo>
                    <a:pt x="34354" y="93148"/>
                  </a:lnTo>
                  <a:lnTo>
                    <a:pt x="34354" y="0"/>
                  </a:lnTo>
                  <a:lnTo>
                    <a:pt x="0" y="0"/>
                  </a:lnTo>
                  <a:lnTo>
                    <a:pt x="0" y="9314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6" name="object 1076" descr=""/>
            <p:cNvSpPr/>
            <p:nvPr/>
          </p:nvSpPr>
          <p:spPr>
            <a:xfrm>
              <a:off x="9410027" y="8246688"/>
              <a:ext cx="34925" cy="88900"/>
            </a:xfrm>
            <a:custGeom>
              <a:avLst/>
              <a:gdLst/>
              <a:ahLst/>
              <a:cxnLst/>
              <a:rect l="l" t="t" r="r" b="b"/>
              <a:pathLst>
                <a:path w="34925" h="88900">
                  <a:moveTo>
                    <a:pt x="34417" y="48704"/>
                  </a:moveTo>
                  <a:lnTo>
                    <a:pt x="0" y="48704"/>
                  </a:lnTo>
                  <a:lnTo>
                    <a:pt x="0" y="88582"/>
                  </a:lnTo>
                  <a:lnTo>
                    <a:pt x="34417" y="88582"/>
                  </a:lnTo>
                  <a:lnTo>
                    <a:pt x="34417" y="48704"/>
                  </a:lnTo>
                  <a:close/>
                </a:path>
                <a:path w="34925" h="88900">
                  <a:moveTo>
                    <a:pt x="34417" y="0"/>
                  </a:moveTo>
                  <a:lnTo>
                    <a:pt x="0" y="0"/>
                  </a:lnTo>
                  <a:lnTo>
                    <a:pt x="0" y="10198"/>
                  </a:lnTo>
                  <a:lnTo>
                    <a:pt x="34417" y="10198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7" name="object 1077" descr=""/>
            <p:cNvSpPr/>
            <p:nvPr/>
          </p:nvSpPr>
          <p:spPr>
            <a:xfrm>
              <a:off x="9410027" y="8246681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48"/>
                  </a:moveTo>
                  <a:lnTo>
                    <a:pt x="34428" y="93148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9314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8" name="object 1078" descr=""/>
            <p:cNvSpPr/>
            <p:nvPr/>
          </p:nvSpPr>
          <p:spPr>
            <a:xfrm>
              <a:off x="9355226" y="8246688"/>
              <a:ext cx="34925" cy="88900"/>
            </a:xfrm>
            <a:custGeom>
              <a:avLst/>
              <a:gdLst/>
              <a:ahLst/>
              <a:cxnLst/>
              <a:rect l="l" t="t" r="r" b="b"/>
              <a:pathLst>
                <a:path w="34925" h="88900">
                  <a:moveTo>
                    <a:pt x="34455" y="48704"/>
                  </a:moveTo>
                  <a:lnTo>
                    <a:pt x="0" y="48704"/>
                  </a:lnTo>
                  <a:lnTo>
                    <a:pt x="0" y="88582"/>
                  </a:lnTo>
                  <a:lnTo>
                    <a:pt x="34455" y="88582"/>
                  </a:lnTo>
                  <a:lnTo>
                    <a:pt x="34455" y="48704"/>
                  </a:lnTo>
                  <a:close/>
                </a:path>
                <a:path w="34925" h="88900">
                  <a:moveTo>
                    <a:pt x="34455" y="0"/>
                  </a:moveTo>
                  <a:lnTo>
                    <a:pt x="0" y="0"/>
                  </a:lnTo>
                  <a:lnTo>
                    <a:pt x="0" y="10198"/>
                  </a:lnTo>
                  <a:lnTo>
                    <a:pt x="34455" y="10198"/>
                  </a:lnTo>
                  <a:lnTo>
                    <a:pt x="3445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9" name="object 1079" descr=""/>
            <p:cNvSpPr/>
            <p:nvPr/>
          </p:nvSpPr>
          <p:spPr>
            <a:xfrm>
              <a:off x="9355233" y="8246681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48"/>
                  </a:moveTo>
                  <a:lnTo>
                    <a:pt x="34459" y="93148"/>
                  </a:lnTo>
                  <a:lnTo>
                    <a:pt x="34459" y="0"/>
                  </a:lnTo>
                  <a:lnTo>
                    <a:pt x="0" y="0"/>
                  </a:lnTo>
                  <a:lnTo>
                    <a:pt x="0" y="9314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0" name="object 1080" descr=""/>
            <p:cNvSpPr/>
            <p:nvPr/>
          </p:nvSpPr>
          <p:spPr>
            <a:xfrm>
              <a:off x="9300540" y="8246688"/>
              <a:ext cx="34925" cy="88900"/>
            </a:xfrm>
            <a:custGeom>
              <a:avLst/>
              <a:gdLst/>
              <a:ahLst/>
              <a:cxnLst/>
              <a:rect l="l" t="t" r="r" b="b"/>
              <a:pathLst>
                <a:path w="34925" h="88900">
                  <a:moveTo>
                    <a:pt x="34429" y="48704"/>
                  </a:moveTo>
                  <a:lnTo>
                    <a:pt x="0" y="48704"/>
                  </a:lnTo>
                  <a:lnTo>
                    <a:pt x="0" y="88582"/>
                  </a:lnTo>
                  <a:lnTo>
                    <a:pt x="34429" y="88582"/>
                  </a:lnTo>
                  <a:lnTo>
                    <a:pt x="34429" y="48704"/>
                  </a:lnTo>
                  <a:close/>
                </a:path>
                <a:path w="34925" h="88900">
                  <a:moveTo>
                    <a:pt x="34429" y="0"/>
                  </a:moveTo>
                  <a:lnTo>
                    <a:pt x="0" y="0"/>
                  </a:lnTo>
                  <a:lnTo>
                    <a:pt x="0" y="10198"/>
                  </a:lnTo>
                  <a:lnTo>
                    <a:pt x="34429" y="10198"/>
                  </a:lnTo>
                  <a:lnTo>
                    <a:pt x="344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1" name="object 1081" descr=""/>
            <p:cNvSpPr/>
            <p:nvPr/>
          </p:nvSpPr>
          <p:spPr>
            <a:xfrm>
              <a:off x="9300543" y="8246681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48"/>
                  </a:moveTo>
                  <a:lnTo>
                    <a:pt x="34428" y="93148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9314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2" name="object 1082" descr=""/>
            <p:cNvSpPr/>
            <p:nvPr/>
          </p:nvSpPr>
          <p:spPr>
            <a:xfrm>
              <a:off x="9245816" y="8246688"/>
              <a:ext cx="34925" cy="88900"/>
            </a:xfrm>
            <a:custGeom>
              <a:avLst/>
              <a:gdLst/>
              <a:ahLst/>
              <a:cxnLst/>
              <a:rect l="l" t="t" r="r" b="b"/>
              <a:pathLst>
                <a:path w="34925" h="88900">
                  <a:moveTo>
                    <a:pt x="34417" y="48704"/>
                  </a:moveTo>
                  <a:lnTo>
                    <a:pt x="0" y="48704"/>
                  </a:lnTo>
                  <a:lnTo>
                    <a:pt x="0" y="88582"/>
                  </a:lnTo>
                  <a:lnTo>
                    <a:pt x="34417" y="88582"/>
                  </a:lnTo>
                  <a:lnTo>
                    <a:pt x="34417" y="48704"/>
                  </a:lnTo>
                  <a:close/>
                </a:path>
                <a:path w="34925" h="88900">
                  <a:moveTo>
                    <a:pt x="34417" y="0"/>
                  </a:moveTo>
                  <a:lnTo>
                    <a:pt x="0" y="0"/>
                  </a:lnTo>
                  <a:lnTo>
                    <a:pt x="0" y="10198"/>
                  </a:lnTo>
                  <a:lnTo>
                    <a:pt x="34417" y="10198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3" name="object 1083" descr=""/>
            <p:cNvSpPr/>
            <p:nvPr/>
          </p:nvSpPr>
          <p:spPr>
            <a:xfrm>
              <a:off x="9245823" y="8246681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148"/>
                  </a:moveTo>
                  <a:lnTo>
                    <a:pt x="34417" y="93148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14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4" name="object 1084" descr=""/>
            <p:cNvSpPr/>
            <p:nvPr/>
          </p:nvSpPr>
          <p:spPr>
            <a:xfrm>
              <a:off x="9519463" y="8373205"/>
              <a:ext cx="34925" cy="80645"/>
            </a:xfrm>
            <a:custGeom>
              <a:avLst/>
              <a:gdLst/>
              <a:ahLst/>
              <a:cxnLst/>
              <a:rect l="l" t="t" r="r" b="b"/>
              <a:pathLst>
                <a:path w="34925" h="80645">
                  <a:moveTo>
                    <a:pt x="34391" y="77825"/>
                  </a:moveTo>
                  <a:lnTo>
                    <a:pt x="0" y="77825"/>
                  </a:lnTo>
                  <a:lnTo>
                    <a:pt x="0" y="80454"/>
                  </a:lnTo>
                  <a:lnTo>
                    <a:pt x="34391" y="80454"/>
                  </a:lnTo>
                  <a:lnTo>
                    <a:pt x="34391" y="77825"/>
                  </a:lnTo>
                  <a:close/>
                </a:path>
                <a:path w="34925" h="80645">
                  <a:moveTo>
                    <a:pt x="34391" y="0"/>
                  </a:moveTo>
                  <a:lnTo>
                    <a:pt x="0" y="0"/>
                  </a:lnTo>
                  <a:lnTo>
                    <a:pt x="0" y="40449"/>
                  </a:lnTo>
                  <a:lnTo>
                    <a:pt x="34391" y="40449"/>
                  </a:lnTo>
                  <a:lnTo>
                    <a:pt x="34391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5" name="object 1085" descr=""/>
            <p:cNvSpPr/>
            <p:nvPr/>
          </p:nvSpPr>
          <p:spPr>
            <a:xfrm>
              <a:off x="9519469" y="836043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11"/>
                  </a:moveTo>
                  <a:lnTo>
                    <a:pt x="34396" y="93211"/>
                  </a:lnTo>
                  <a:lnTo>
                    <a:pt x="34396" y="0"/>
                  </a:lnTo>
                  <a:lnTo>
                    <a:pt x="0" y="0"/>
                  </a:lnTo>
                  <a:lnTo>
                    <a:pt x="0" y="932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6" name="object 1086" descr=""/>
            <p:cNvSpPr/>
            <p:nvPr/>
          </p:nvSpPr>
          <p:spPr>
            <a:xfrm>
              <a:off x="9464726" y="8373205"/>
              <a:ext cx="34925" cy="80645"/>
            </a:xfrm>
            <a:custGeom>
              <a:avLst/>
              <a:gdLst/>
              <a:ahLst/>
              <a:cxnLst/>
              <a:rect l="l" t="t" r="r" b="b"/>
              <a:pathLst>
                <a:path w="34925" h="80645">
                  <a:moveTo>
                    <a:pt x="34366" y="77825"/>
                  </a:moveTo>
                  <a:lnTo>
                    <a:pt x="0" y="77825"/>
                  </a:lnTo>
                  <a:lnTo>
                    <a:pt x="0" y="80454"/>
                  </a:lnTo>
                  <a:lnTo>
                    <a:pt x="34366" y="80454"/>
                  </a:lnTo>
                  <a:lnTo>
                    <a:pt x="34366" y="77825"/>
                  </a:lnTo>
                  <a:close/>
                </a:path>
                <a:path w="34925" h="80645">
                  <a:moveTo>
                    <a:pt x="34366" y="0"/>
                  </a:moveTo>
                  <a:lnTo>
                    <a:pt x="0" y="0"/>
                  </a:lnTo>
                  <a:lnTo>
                    <a:pt x="0" y="40449"/>
                  </a:lnTo>
                  <a:lnTo>
                    <a:pt x="34366" y="40449"/>
                  </a:lnTo>
                  <a:lnTo>
                    <a:pt x="3436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7" name="object 1087" descr=""/>
            <p:cNvSpPr/>
            <p:nvPr/>
          </p:nvSpPr>
          <p:spPr>
            <a:xfrm>
              <a:off x="9464737" y="836043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11"/>
                  </a:moveTo>
                  <a:lnTo>
                    <a:pt x="34354" y="93211"/>
                  </a:lnTo>
                  <a:lnTo>
                    <a:pt x="34354" y="0"/>
                  </a:lnTo>
                  <a:lnTo>
                    <a:pt x="0" y="0"/>
                  </a:lnTo>
                  <a:lnTo>
                    <a:pt x="0" y="932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8" name="object 1088" descr=""/>
            <p:cNvSpPr/>
            <p:nvPr/>
          </p:nvSpPr>
          <p:spPr>
            <a:xfrm>
              <a:off x="9410027" y="8373205"/>
              <a:ext cx="34925" cy="80645"/>
            </a:xfrm>
            <a:custGeom>
              <a:avLst/>
              <a:gdLst/>
              <a:ahLst/>
              <a:cxnLst/>
              <a:rect l="l" t="t" r="r" b="b"/>
              <a:pathLst>
                <a:path w="34925" h="80645">
                  <a:moveTo>
                    <a:pt x="34417" y="77825"/>
                  </a:moveTo>
                  <a:lnTo>
                    <a:pt x="0" y="77825"/>
                  </a:lnTo>
                  <a:lnTo>
                    <a:pt x="0" y="80454"/>
                  </a:lnTo>
                  <a:lnTo>
                    <a:pt x="34417" y="80454"/>
                  </a:lnTo>
                  <a:lnTo>
                    <a:pt x="34417" y="77825"/>
                  </a:lnTo>
                  <a:close/>
                </a:path>
                <a:path w="34925" h="80645">
                  <a:moveTo>
                    <a:pt x="34417" y="0"/>
                  </a:moveTo>
                  <a:lnTo>
                    <a:pt x="0" y="0"/>
                  </a:lnTo>
                  <a:lnTo>
                    <a:pt x="0" y="40449"/>
                  </a:lnTo>
                  <a:lnTo>
                    <a:pt x="34417" y="40449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9" name="object 1089" descr=""/>
            <p:cNvSpPr/>
            <p:nvPr/>
          </p:nvSpPr>
          <p:spPr>
            <a:xfrm>
              <a:off x="9410027" y="836043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11"/>
                  </a:moveTo>
                  <a:lnTo>
                    <a:pt x="34428" y="93211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932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0" name="object 1090" descr=""/>
            <p:cNvSpPr/>
            <p:nvPr/>
          </p:nvSpPr>
          <p:spPr>
            <a:xfrm>
              <a:off x="9355226" y="8373205"/>
              <a:ext cx="34925" cy="80645"/>
            </a:xfrm>
            <a:custGeom>
              <a:avLst/>
              <a:gdLst/>
              <a:ahLst/>
              <a:cxnLst/>
              <a:rect l="l" t="t" r="r" b="b"/>
              <a:pathLst>
                <a:path w="34925" h="80645">
                  <a:moveTo>
                    <a:pt x="34455" y="77825"/>
                  </a:moveTo>
                  <a:lnTo>
                    <a:pt x="0" y="77825"/>
                  </a:lnTo>
                  <a:lnTo>
                    <a:pt x="0" y="80454"/>
                  </a:lnTo>
                  <a:lnTo>
                    <a:pt x="34455" y="80454"/>
                  </a:lnTo>
                  <a:lnTo>
                    <a:pt x="34455" y="77825"/>
                  </a:lnTo>
                  <a:close/>
                </a:path>
                <a:path w="34925" h="80645">
                  <a:moveTo>
                    <a:pt x="34455" y="0"/>
                  </a:moveTo>
                  <a:lnTo>
                    <a:pt x="0" y="0"/>
                  </a:lnTo>
                  <a:lnTo>
                    <a:pt x="0" y="40449"/>
                  </a:lnTo>
                  <a:lnTo>
                    <a:pt x="34455" y="40449"/>
                  </a:lnTo>
                  <a:lnTo>
                    <a:pt x="3445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1" name="object 1091" descr=""/>
            <p:cNvSpPr/>
            <p:nvPr/>
          </p:nvSpPr>
          <p:spPr>
            <a:xfrm>
              <a:off x="9355233" y="836043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11"/>
                  </a:moveTo>
                  <a:lnTo>
                    <a:pt x="34459" y="93211"/>
                  </a:lnTo>
                  <a:lnTo>
                    <a:pt x="34459" y="0"/>
                  </a:lnTo>
                  <a:lnTo>
                    <a:pt x="0" y="0"/>
                  </a:lnTo>
                  <a:lnTo>
                    <a:pt x="0" y="932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2" name="object 1092" descr=""/>
            <p:cNvSpPr/>
            <p:nvPr/>
          </p:nvSpPr>
          <p:spPr>
            <a:xfrm>
              <a:off x="9300540" y="8373205"/>
              <a:ext cx="34925" cy="80645"/>
            </a:xfrm>
            <a:custGeom>
              <a:avLst/>
              <a:gdLst/>
              <a:ahLst/>
              <a:cxnLst/>
              <a:rect l="l" t="t" r="r" b="b"/>
              <a:pathLst>
                <a:path w="34925" h="80645">
                  <a:moveTo>
                    <a:pt x="34429" y="77825"/>
                  </a:moveTo>
                  <a:lnTo>
                    <a:pt x="0" y="77825"/>
                  </a:lnTo>
                  <a:lnTo>
                    <a:pt x="0" y="80454"/>
                  </a:lnTo>
                  <a:lnTo>
                    <a:pt x="34429" y="80454"/>
                  </a:lnTo>
                  <a:lnTo>
                    <a:pt x="34429" y="77825"/>
                  </a:lnTo>
                  <a:close/>
                </a:path>
                <a:path w="34925" h="80645">
                  <a:moveTo>
                    <a:pt x="34429" y="0"/>
                  </a:moveTo>
                  <a:lnTo>
                    <a:pt x="0" y="0"/>
                  </a:lnTo>
                  <a:lnTo>
                    <a:pt x="0" y="40449"/>
                  </a:lnTo>
                  <a:lnTo>
                    <a:pt x="34429" y="40449"/>
                  </a:lnTo>
                  <a:lnTo>
                    <a:pt x="344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3" name="object 1093" descr=""/>
            <p:cNvSpPr/>
            <p:nvPr/>
          </p:nvSpPr>
          <p:spPr>
            <a:xfrm>
              <a:off x="9300543" y="836043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11"/>
                  </a:moveTo>
                  <a:lnTo>
                    <a:pt x="34428" y="93211"/>
                  </a:lnTo>
                  <a:lnTo>
                    <a:pt x="34428" y="0"/>
                  </a:lnTo>
                  <a:lnTo>
                    <a:pt x="0" y="0"/>
                  </a:lnTo>
                  <a:lnTo>
                    <a:pt x="0" y="932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4" name="object 1094" descr=""/>
            <p:cNvSpPr/>
            <p:nvPr/>
          </p:nvSpPr>
          <p:spPr>
            <a:xfrm>
              <a:off x="9245816" y="8373205"/>
              <a:ext cx="34925" cy="80645"/>
            </a:xfrm>
            <a:custGeom>
              <a:avLst/>
              <a:gdLst/>
              <a:ahLst/>
              <a:cxnLst/>
              <a:rect l="l" t="t" r="r" b="b"/>
              <a:pathLst>
                <a:path w="34925" h="80645">
                  <a:moveTo>
                    <a:pt x="34417" y="77825"/>
                  </a:moveTo>
                  <a:lnTo>
                    <a:pt x="0" y="77825"/>
                  </a:lnTo>
                  <a:lnTo>
                    <a:pt x="0" y="80454"/>
                  </a:lnTo>
                  <a:lnTo>
                    <a:pt x="34417" y="80454"/>
                  </a:lnTo>
                  <a:lnTo>
                    <a:pt x="34417" y="77825"/>
                  </a:lnTo>
                  <a:close/>
                </a:path>
                <a:path w="34925" h="80645">
                  <a:moveTo>
                    <a:pt x="34417" y="0"/>
                  </a:moveTo>
                  <a:lnTo>
                    <a:pt x="0" y="0"/>
                  </a:lnTo>
                  <a:lnTo>
                    <a:pt x="0" y="40449"/>
                  </a:lnTo>
                  <a:lnTo>
                    <a:pt x="34417" y="40449"/>
                  </a:lnTo>
                  <a:lnTo>
                    <a:pt x="3441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5" name="object 1095" descr=""/>
            <p:cNvSpPr/>
            <p:nvPr/>
          </p:nvSpPr>
          <p:spPr>
            <a:xfrm>
              <a:off x="9245823" y="8360436"/>
              <a:ext cx="34925" cy="93345"/>
            </a:xfrm>
            <a:custGeom>
              <a:avLst/>
              <a:gdLst/>
              <a:ahLst/>
              <a:cxnLst/>
              <a:rect l="l" t="t" r="r" b="b"/>
              <a:pathLst>
                <a:path w="34925" h="93345">
                  <a:moveTo>
                    <a:pt x="0" y="93211"/>
                  </a:moveTo>
                  <a:lnTo>
                    <a:pt x="34417" y="93211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0" y="932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96" name="object 1096" descr=""/>
          <p:cNvSpPr/>
          <p:nvPr/>
        </p:nvSpPr>
        <p:spPr>
          <a:xfrm>
            <a:off x="11142875" y="7638019"/>
            <a:ext cx="760095" cy="2469515"/>
          </a:xfrm>
          <a:custGeom>
            <a:avLst/>
            <a:gdLst/>
            <a:ahLst/>
            <a:cxnLst/>
            <a:rect l="l" t="t" r="r" b="b"/>
            <a:pathLst>
              <a:path w="760095" h="2469515">
                <a:moveTo>
                  <a:pt x="0" y="2469118"/>
                </a:moveTo>
                <a:lnTo>
                  <a:pt x="759788" y="2469118"/>
                </a:lnTo>
                <a:lnTo>
                  <a:pt x="759788" y="0"/>
                </a:lnTo>
                <a:lnTo>
                  <a:pt x="0" y="0"/>
                </a:lnTo>
                <a:lnTo>
                  <a:pt x="0" y="2469118"/>
                </a:lnTo>
                <a:close/>
              </a:path>
              <a:path w="760095" h="2469515">
                <a:moveTo>
                  <a:pt x="682617" y="2409675"/>
                </a:moveTo>
                <a:lnTo>
                  <a:pt x="706659" y="2409675"/>
                </a:lnTo>
                <a:lnTo>
                  <a:pt x="706659" y="2268957"/>
                </a:lnTo>
                <a:lnTo>
                  <a:pt x="682617" y="2268957"/>
                </a:lnTo>
                <a:lnTo>
                  <a:pt x="682617" y="2409675"/>
                </a:lnTo>
                <a:close/>
              </a:path>
              <a:path w="760095" h="2469515">
                <a:moveTo>
                  <a:pt x="644430" y="2409675"/>
                </a:moveTo>
                <a:lnTo>
                  <a:pt x="668429" y="2409675"/>
                </a:lnTo>
                <a:lnTo>
                  <a:pt x="668429" y="2268957"/>
                </a:lnTo>
                <a:lnTo>
                  <a:pt x="644430" y="2268957"/>
                </a:lnTo>
                <a:lnTo>
                  <a:pt x="644430" y="2409675"/>
                </a:lnTo>
                <a:close/>
              </a:path>
              <a:path w="760095" h="2469515">
                <a:moveTo>
                  <a:pt x="606201" y="2409675"/>
                </a:moveTo>
                <a:lnTo>
                  <a:pt x="630232" y="2409675"/>
                </a:lnTo>
                <a:lnTo>
                  <a:pt x="630232" y="2268957"/>
                </a:lnTo>
                <a:lnTo>
                  <a:pt x="606201" y="2268957"/>
                </a:lnTo>
                <a:lnTo>
                  <a:pt x="606201" y="2409675"/>
                </a:lnTo>
                <a:close/>
              </a:path>
              <a:path w="760095" h="2469515">
                <a:moveTo>
                  <a:pt x="682617" y="1750857"/>
                </a:moveTo>
                <a:lnTo>
                  <a:pt x="706659" y="1750857"/>
                </a:lnTo>
                <a:lnTo>
                  <a:pt x="706659" y="1649792"/>
                </a:lnTo>
                <a:lnTo>
                  <a:pt x="682617" y="1649792"/>
                </a:lnTo>
                <a:lnTo>
                  <a:pt x="682617" y="1750857"/>
                </a:lnTo>
                <a:close/>
              </a:path>
              <a:path w="760095" h="2469515">
                <a:moveTo>
                  <a:pt x="644430" y="1750857"/>
                </a:moveTo>
                <a:lnTo>
                  <a:pt x="668429" y="1750857"/>
                </a:lnTo>
                <a:lnTo>
                  <a:pt x="668429" y="1649792"/>
                </a:lnTo>
                <a:lnTo>
                  <a:pt x="644430" y="1649792"/>
                </a:lnTo>
                <a:lnTo>
                  <a:pt x="644430" y="1750857"/>
                </a:lnTo>
                <a:close/>
              </a:path>
              <a:path w="760095" h="2469515">
                <a:moveTo>
                  <a:pt x="606201" y="1750857"/>
                </a:moveTo>
                <a:lnTo>
                  <a:pt x="630232" y="1750857"/>
                </a:lnTo>
                <a:lnTo>
                  <a:pt x="630232" y="1649792"/>
                </a:lnTo>
                <a:lnTo>
                  <a:pt x="606201" y="1649792"/>
                </a:lnTo>
                <a:lnTo>
                  <a:pt x="606201" y="1750857"/>
                </a:lnTo>
                <a:close/>
              </a:path>
              <a:path w="760095" h="2469515">
                <a:moveTo>
                  <a:pt x="567972" y="1750857"/>
                </a:moveTo>
                <a:lnTo>
                  <a:pt x="592055" y="1750857"/>
                </a:lnTo>
                <a:lnTo>
                  <a:pt x="592055" y="1649792"/>
                </a:lnTo>
                <a:lnTo>
                  <a:pt x="567972" y="1649792"/>
                </a:lnTo>
                <a:lnTo>
                  <a:pt x="567972" y="1750857"/>
                </a:lnTo>
                <a:close/>
              </a:path>
              <a:path w="760095" h="2469515">
                <a:moveTo>
                  <a:pt x="529805" y="1750857"/>
                </a:moveTo>
                <a:lnTo>
                  <a:pt x="553805" y="1750857"/>
                </a:lnTo>
                <a:lnTo>
                  <a:pt x="553805" y="1649792"/>
                </a:lnTo>
                <a:lnTo>
                  <a:pt x="529805" y="1649792"/>
                </a:lnTo>
                <a:lnTo>
                  <a:pt x="529805" y="1750857"/>
                </a:lnTo>
                <a:close/>
              </a:path>
              <a:path w="760095" h="2469515">
                <a:moveTo>
                  <a:pt x="491566" y="1750857"/>
                </a:moveTo>
                <a:lnTo>
                  <a:pt x="515607" y="1750857"/>
                </a:lnTo>
                <a:lnTo>
                  <a:pt x="515607" y="1649792"/>
                </a:lnTo>
                <a:lnTo>
                  <a:pt x="491566" y="1649792"/>
                </a:lnTo>
                <a:lnTo>
                  <a:pt x="491566" y="1750857"/>
                </a:lnTo>
                <a:close/>
              </a:path>
              <a:path w="760095" h="2469515">
                <a:moveTo>
                  <a:pt x="682617" y="1874288"/>
                </a:moveTo>
                <a:lnTo>
                  <a:pt x="706659" y="1874288"/>
                </a:lnTo>
                <a:lnTo>
                  <a:pt x="706659" y="1773202"/>
                </a:lnTo>
                <a:lnTo>
                  <a:pt x="682617" y="1773202"/>
                </a:lnTo>
                <a:lnTo>
                  <a:pt x="682617" y="1874288"/>
                </a:lnTo>
                <a:close/>
              </a:path>
              <a:path w="760095" h="2469515">
                <a:moveTo>
                  <a:pt x="644430" y="1874288"/>
                </a:moveTo>
                <a:lnTo>
                  <a:pt x="668429" y="1874288"/>
                </a:lnTo>
                <a:lnTo>
                  <a:pt x="668429" y="1773202"/>
                </a:lnTo>
                <a:lnTo>
                  <a:pt x="644430" y="1773202"/>
                </a:lnTo>
                <a:lnTo>
                  <a:pt x="644430" y="1874288"/>
                </a:lnTo>
                <a:close/>
              </a:path>
              <a:path w="760095" h="2469515">
                <a:moveTo>
                  <a:pt x="606201" y="1874288"/>
                </a:moveTo>
                <a:lnTo>
                  <a:pt x="630232" y="1874288"/>
                </a:lnTo>
                <a:lnTo>
                  <a:pt x="630232" y="1773202"/>
                </a:lnTo>
                <a:lnTo>
                  <a:pt x="606201" y="1773202"/>
                </a:lnTo>
                <a:lnTo>
                  <a:pt x="606201" y="1874288"/>
                </a:lnTo>
                <a:close/>
              </a:path>
              <a:path w="760095" h="2469515">
                <a:moveTo>
                  <a:pt x="567972" y="1874288"/>
                </a:moveTo>
                <a:lnTo>
                  <a:pt x="592055" y="1874288"/>
                </a:lnTo>
                <a:lnTo>
                  <a:pt x="592055" y="1773202"/>
                </a:lnTo>
                <a:lnTo>
                  <a:pt x="567972" y="1773202"/>
                </a:lnTo>
                <a:lnTo>
                  <a:pt x="567972" y="1874288"/>
                </a:lnTo>
                <a:close/>
              </a:path>
              <a:path w="760095" h="2469515">
                <a:moveTo>
                  <a:pt x="529805" y="1874288"/>
                </a:moveTo>
                <a:lnTo>
                  <a:pt x="553805" y="1874288"/>
                </a:lnTo>
                <a:lnTo>
                  <a:pt x="553805" y="1773202"/>
                </a:lnTo>
                <a:lnTo>
                  <a:pt x="529805" y="1773202"/>
                </a:lnTo>
                <a:lnTo>
                  <a:pt x="529805" y="1874288"/>
                </a:lnTo>
                <a:close/>
              </a:path>
              <a:path w="760095" h="2469515">
                <a:moveTo>
                  <a:pt x="491566" y="1874288"/>
                </a:moveTo>
                <a:lnTo>
                  <a:pt x="515607" y="1874288"/>
                </a:lnTo>
                <a:lnTo>
                  <a:pt x="515607" y="1773202"/>
                </a:lnTo>
                <a:lnTo>
                  <a:pt x="491566" y="1773202"/>
                </a:lnTo>
                <a:lnTo>
                  <a:pt x="491566" y="1874288"/>
                </a:lnTo>
                <a:close/>
              </a:path>
              <a:path w="760095" h="2469515">
                <a:moveTo>
                  <a:pt x="682617" y="1997708"/>
                </a:moveTo>
                <a:lnTo>
                  <a:pt x="706659" y="1997708"/>
                </a:lnTo>
                <a:lnTo>
                  <a:pt x="706659" y="1896591"/>
                </a:lnTo>
                <a:lnTo>
                  <a:pt x="682617" y="1896591"/>
                </a:lnTo>
                <a:lnTo>
                  <a:pt x="682617" y="1997708"/>
                </a:lnTo>
                <a:close/>
              </a:path>
              <a:path w="760095" h="2469515">
                <a:moveTo>
                  <a:pt x="644430" y="1997708"/>
                </a:moveTo>
                <a:lnTo>
                  <a:pt x="668429" y="1997708"/>
                </a:lnTo>
                <a:lnTo>
                  <a:pt x="668429" y="1896591"/>
                </a:lnTo>
                <a:lnTo>
                  <a:pt x="644430" y="1896591"/>
                </a:lnTo>
                <a:lnTo>
                  <a:pt x="644430" y="1997708"/>
                </a:lnTo>
                <a:close/>
              </a:path>
              <a:path w="760095" h="2469515">
                <a:moveTo>
                  <a:pt x="606201" y="1997708"/>
                </a:moveTo>
                <a:lnTo>
                  <a:pt x="630232" y="1997708"/>
                </a:lnTo>
                <a:lnTo>
                  <a:pt x="630232" y="1896591"/>
                </a:lnTo>
                <a:lnTo>
                  <a:pt x="606201" y="1896591"/>
                </a:lnTo>
                <a:lnTo>
                  <a:pt x="606201" y="1997708"/>
                </a:lnTo>
                <a:close/>
              </a:path>
              <a:path w="760095" h="2469515">
                <a:moveTo>
                  <a:pt x="567972" y="1997708"/>
                </a:moveTo>
                <a:lnTo>
                  <a:pt x="592055" y="1997708"/>
                </a:lnTo>
                <a:lnTo>
                  <a:pt x="592055" y="1896591"/>
                </a:lnTo>
                <a:lnTo>
                  <a:pt x="567972" y="1896591"/>
                </a:lnTo>
                <a:lnTo>
                  <a:pt x="567972" y="1997708"/>
                </a:lnTo>
                <a:close/>
              </a:path>
              <a:path w="760095" h="2469515">
                <a:moveTo>
                  <a:pt x="529805" y="1997708"/>
                </a:moveTo>
                <a:lnTo>
                  <a:pt x="553805" y="1997708"/>
                </a:lnTo>
                <a:lnTo>
                  <a:pt x="553805" y="1896591"/>
                </a:lnTo>
                <a:lnTo>
                  <a:pt x="529805" y="1896591"/>
                </a:lnTo>
                <a:lnTo>
                  <a:pt x="529805" y="1997708"/>
                </a:lnTo>
                <a:close/>
              </a:path>
              <a:path w="760095" h="2469515">
                <a:moveTo>
                  <a:pt x="491566" y="1997708"/>
                </a:moveTo>
                <a:lnTo>
                  <a:pt x="515607" y="1997708"/>
                </a:lnTo>
                <a:lnTo>
                  <a:pt x="515607" y="1896591"/>
                </a:lnTo>
                <a:lnTo>
                  <a:pt x="491566" y="1896591"/>
                </a:lnTo>
                <a:lnTo>
                  <a:pt x="491566" y="1997708"/>
                </a:lnTo>
                <a:close/>
              </a:path>
              <a:path w="760095" h="2469515">
                <a:moveTo>
                  <a:pt x="682617" y="2121108"/>
                </a:moveTo>
                <a:lnTo>
                  <a:pt x="706659" y="2121108"/>
                </a:lnTo>
                <a:lnTo>
                  <a:pt x="706659" y="2020043"/>
                </a:lnTo>
                <a:lnTo>
                  <a:pt x="682617" y="2020043"/>
                </a:lnTo>
                <a:lnTo>
                  <a:pt x="682617" y="2121108"/>
                </a:lnTo>
                <a:close/>
              </a:path>
              <a:path w="760095" h="2469515">
                <a:moveTo>
                  <a:pt x="644430" y="2121108"/>
                </a:moveTo>
                <a:lnTo>
                  <a:pt x="668429" y="2121108"/>
                </a:lnTo>
                <a:lnTo>
                  <a:pt x="668429" y="2020043"/>
                </a:lnTo>
                <a:lnTo>
                  <a:pt x="644430" y="2020043"/>
                </a:lnTo>
                <a:lnTo>
                  <a:pt x="644430" y="2121108"/>
                </a:lnTo>
                <a:close/>
              </a:path>
              <a:path w="760095" h="2469515">
                <a:moveTo>
                  <a:pt x="606201" y="2121108"/>
                </a:moveTo>
                <a:lnTo>
                  <a:pt x="630232" y="2121108"/>
                </a:lnTo>
                <a:lnTo>
                  <a:pt x="630232" y="2020043"/>
                </a:lnTo>
                <a:lnTo>
                  <a:pt x="606201" y="2020043"/>
                </a:lnTo>
                <a:lnTo>
                  <a:pt x="606201" y="2121108"/>
                </a:lnTo>
                <a:close/>
              </a:path>
              <a:path w="760095" h="2469515">
                <a:moveTo>
                  <a:pt x="567972" y="2121108"/>
                </a:moveTo>
                <a:lnTo>
                  <a:pt x="592055" y="2121108"/>
                </a:lnTo>
                <a:lnTo>
                  <a:pt x="592055" y="2020043"/>
                </a:lnTo>
                <a:lnTo>
                  <a:pt x="567972" y="2020043"/>
                </a:lnTo>
                <a:lnTo>
                  <a:pt x="567972" y="2121108"/>
                </a:lnTo>
                <a:close/>
              </a:path>
              <a:path w="760095" h="2469515">
                <a:moveTo>
                  <a:pt x="529805" y="2121108"/>
                </a:moveTo>
                <a:lnTo>
                  <a:pt x="553805" y="2121108"/>
                </a:lnTo>
                <a:lnTo>
                  <a:pt x="553805" y="2020043"/>
                </a:lnTo>
                <a:lnTo>
                  <a:pt x="529805" y="2020043"/>
                </a:lnTo>
                <a:lnTo>
                  <a:pt x="529805" y="2121108"/>
                </a:lnTo>
                <a:close/>
              </a:path>
              <a:path w="760095" h="2469515">
                <a:moveTo>
                  <a:pt x="491566" y="2121108"/>
                </a:moveTo>
                <a:lnTo>
                  <a:pt x="515607" y="2121108"/>
                </a:lnTo>
                <a:lnTo>
                  <a:pt x="515607" y="2020043"/>
                </a:lnTo>
                <a:lnTo>
                  <a:pt x="491566" y="2020043"/>
                </a:lnTo>
                <a:lnTo>
                  <a:pt x="491566" y="2121108"/>
                </a:lnTo>
                <a:close/>
              </a:path>
              <a:path w="760095" h="2469515">
                <a:moveTo>
                  <a:pt x="682617" y="2244549"/>
                </a:moveTo>
                <a:lnTo>
                  <a:pt x="706659" y="2244549"/>
                </a:lnTo>
                <a:lnTo>
                  <a:pt x="706659" y="2143442"/>
                </a:lnTo>
                <a:lnTo>
                  <a:pt x="682617" y="2143442"/>
                </a:lnTo>
                <a:lnTo>
                  <a:pt x="682617" y="2244549"/>
                </a:lnTo>
                <a:close/>
              </a:path>
              <a:path w="760095" h="2469515">
                <a:moveTo>
                  <a:pt x="644430" y="2244549"/>
                </a:moveTo>
                <a:lnTo>
                  <a:pt x="668429" y="2244549"/>
                </a:lnTo>
                <a:lnTo>
                  <a:pt x="668429" y="2143442"/>
                </a:lnTo>
                <a:lnTo>
                  <a:pt x="644430" y="2143442"/>
                </a:lnTo>
                <a:lnTo>
                  <a:pt x="644430" y="2244549"/>
                </a:lnTo>
                <a:close/>
              </a:path>
              <a:path w="760095" h="2469515">
                <a:moveTo>
                  <a:pt x="606201" y="2244549"/>
                </a:moveTo>
                <a:lnTo>
                  <a:pt x="630232" y="2244549"/>
                </a:lnTo>
                <a:lnTo>
                  <a:pt x="630232" y="2143442"/>
                </a:lnTo>
                <a:lnTo>
                  <a:pt x="606201" y="2143442"/>
                </a:lnTo>
                <a:lnTo>
                  <a:pt x="606201" y="2244549"/>
                </a:lnTo>
                <a:close/>
              </a:path>
              <a:path w="760095" h="2469515">
                <a:moveTo>
                  <a:pt x="567972" y="2244549"/>
                </a:moveTo>
                <a:lnTo>
                  <a:pt x="592055" y="2244549"/>
                </a:lnTo>
                <a:lnTo>
                  <a:pt x="592055" y="2143442"/>
                </a:lnTo>
                <a:lnTo>
                  <a:pt x="567972" y="2143442"/>
                </a:lnTo>
                <a:lnTo>
                  <a:pt x="567972" y="2244549"/>
                </a:lnTo>
                <a:close/>
              </a:path>
              <a:path w="760095" h="2469515">
                <a:moveTo>
                  <a:pt x="529805" y="2244549"/>
                </a:moveTo>
                <a:lnTo>
                  <a:pt x="553805" y="2244549"/>
                </a:lnTo>
                <a:lnTo>
                  <a:pt x="553805" y="2143442"/>
                </a:lnTo>
                <a:lnTo>
                  <a:pt x="529805" y="2143442"/>
                </a:lnTo>
                <a:lnTo>
                  <a:pt x="529805" y="2244549"/>
                </a:lnTo>
                <a:close/>
              </a:path>
              <a:path w="760095" h="2469515">
                <a:moveTo>
                  <a:pt x="491566" y="2244549"/>
                </a:moveTo>
                <a:lnTo>
                  <a:pt x="515607" y="2244549"/>
                </a:lnTo>
                <a:lnTo>
                  <a:pt x="515607" y="2143442"/>
                </a:lnTo>
                <a:lnTo>
                  <a:pt x="491566" y="2143442"/>
                </a:lnTo>
                <a:lnTo>
                  <a:pt x="491566" y="2244549"/>
                </a:lnTo>
                <a:close/>
              </a:path>
              <a:path w="760095" h="2469515">
                <a:moveTo>
                  <a:pt x="455483" y="1750857"/>
                </a:moveTo>
                <a:lnTo>
                  <a:pt x="479503" y="1750857"/>
                </a:lnTo>
                <a:lnTo>
                  <a:pt x="479503" y="1649792"/>
                </a:lnTo>
                <a:lnTo>
                  <a:pt x="455483" y="1649792"/>
                </a:lnTo>
                <a:lnTo>
                  <a:pt x="455483" y="1750857"/>
                </a:lnTo>
                <a:close/>
              </a:path>
              <a:path w="760095" h="2469515">
                <a:moveTo>
                  <a:pt x="417275" y="1750857"/>
                </a:moveTo>
                <a:lnTo>
                  <a:pt x="441316" y="1750857"/>
                </a:lnTo>
                <a:lnTo>
                  <a:pt x="441316" y="1649792"/>
                </a:lnTo>
                <a:lnTo>
                  <a:pt x="417275" y="1649792"/>
                </a:lnTo>
                <a:lnTo>
                  <a:pt x="417275" y="1750857"/>
                </a:lnTo>
                <a:close/>
              </a:path>
              <a:path w="760095" h="2469515">
                <a:moveTo>
                  <a:pt x="379046" y="1750857"/>
                </a:moveTo>
                <a:lnTo>
                  <a:pt x="403087" y="1750857"/>
                </a:lnTo>
                <a:lnTo>
                  <a:pt x="403087" y="1649792"/>
                </a:lnTo>
                <a:lnTo>
                  <a:pt x="379046" y="1649792"/>
                </a:lnTo>
                <a:lnTo>
                  <a:pt x="379046" y="1750857"/>
                </a:lnTo>
                <a:close/>
              </a:path>
              <a:path w="760095" h="2469515">
                <a:moveTo>
                  <a:pt x="340837" y="1750857"/>
                </a:moveTo>
                <a:lnTo>
                  <a:pt x="364837" y="1750857"/>
                </a:lnTo>
                <a:lnTo>
                  <a:pt x="364837" y="1649792"/>
                </a:lnTo>
                <a:lnTo>
                  <a:pt x="340837" y="1649792"/>
                </a:lnTo>
                <a:lnTo>
                  <a:pt x="340837" y="1750857"/>
                </a:lnTo>
                <a:close/>
              </a:path>
              <a:path w="760095" h="2469515">
                <a:moveTo>
                  <a:pt x="302619" y="1750857"/>
                </a:moveTo>
                <a:lnTo>
                  <a:pt x="326639" y="1750857"/>
                </a:lnTo>
                <a:lnTo>
                  <a:pt x="326639" y="1649792"/>
                </a:lnTo>
                <a:lnTo>
                  <a:pt x="302619" y="1649792"/>
                </a:lnTo>
                <a:lnTo>
                  <a:pt x="302619" y="1750857"/>
                </a:lnTo>
                <a:close/>
              </a:path>
              <a:path w="760095" h="2469515">
                <a:moveTo>
                  <a:pt x="264431" y="1750857"/>
                </a:moveTo>
                <a:lnTo>
                  <a:pt x="288431" y="1750857"/>
                </a:lnTo>
                <a:lnTo>
                  <a:pt x="288431" y="1649792"/>
                </a:lnTo>
                <a:lnTo>
                  <a:pt x="264431" y="1649792"/>
                </a:lnTo>
                <a:lnTo>
                  <a:pt x="264431" y="1750857"/>
                </a:lnTo>
                <a:close/>
              </a:path>
              <a:path w="760095" h="2469515">
                <a:moveTo>
                  <a:pt x="455483" y="1874288"/>
                </a:moveTo>
                <a:lnTo>
                  <a:pt x="479503" y="1874288"/>
                </a:lnTo>
                <a:lnTo>
                  <a:pt x="479503" y="1773202"/>
                </a:lnTo>
                <a:lnTo>
                  <a:pt x="455483" y="1773202"/>
                </a:lnTo>
                <a:lnTo>
                  <a:pt x="455483" y="1874288"/>
                </a:lnTo>
                <a:close/>
              </a:path>
              <a:path w="760095" h="2469515">
                <a:moveTo>
                  <a:pt x="417275" y="1874288"/>
                </a:moveTo>
                <a:lnTo>
                  <a:pt x="441316" y="1874288"/>
                </a:lnTo>
                <a:lnTo>
                  <a:pt x="441316" y="1773202"/>
                </a:lnTo>
                <a:lnTo>
                  <a:pt x="417275" y="1773202"/>
                </a:lnTo>
                <a:lnTo>
                  <a:pt x="417275" y="1874288"/>
                </a:lnTo>
                <a:close/>
              </a:path>
              <a:path w="760095" h="2469515">
                <a:moveTo>
                  <a:pt x="379046" y="1874288"/>
                </a:moveTo>
                <a:lnTo>
                  <a:pt x="403087" y="1874288"/>
                </a:lnTo>
                <a:lnTo>
                  <a:pt x="403087" y="1773202"/>
                </a:lnTo>
                <a:lnTo>
                  <a:pt x="379046" y="1773202"/>
                </a:lnTo>
                <a:lnTo>
                  <a:pt x="379046" y="1874288"/>
                </a:lnTo>
                <a:close/>
              </a:path>
              <a:path w="760095" h="2469515">
                <a:moveTo>
                  <a:pt x="340837" y="1874288"/>
                </a:moveTo>
                <a:lnTo>
                  <a:pt x="364837" y="1874288"/>
                </a:lnTo>
                <a:lnTo>
                  <a:pt x="364837" y="1773202"/>
                </a:lnTo>
                <a:lnTo>
                  <a:pt x="340837" y="1773202"/>
                </a:lnTo>
                <a:lnTo>
                  <a:pt x="340837" y="1874288"/>
                </a:lnTo>
                <a:close/>
              </a:path>
              <a:path w="760095" h="2469515">
                <a:moveTo>
                  <a:pt x="302619" y="1874288"/>
                </a:moveTo>
                <a:lnTo>
                  <a:pt x="326639" y="1874288"/>
                </a:lnTo>
                <a:lnTo>
                  <a:pt x="326639" y="1773202"/>
                </a:lnTo>
                <a:lnTo>
                  <a:pt x="302619" y="1773202"/>
                </a:lnTo>
                <a:lnTo>
                  <a:pt x="302619" y="1874288"/>
                </a:lnTo>
                <a:close/>
              </a:path>
              <a:path w="760095" h="2469515">
                <a:moveTo>
                  <a:pt x="264431" y="1874288"/>
                </a:moveTo>
                <a:lnTo>
                  <a:pt x="288431" y="1874288"/>
                </a:lnTo>
                <a:lnTo>
                  <a:pt x="288431" y="1773202"/>
                </a:lnTo>
                <a:lnTo>
                  <a:pt x="264431" y="1773202"/>
                </a:lnTo>
                <a:lnTo>
                  <a:pt x="264431" y="1874288"/>
                </a:lnTo>
                <a:close/>
              </a:path>
              <a:path w="760095" h="2469515">
                <a:moveTo>
                  <a:pt x="455483" y="1997708"/>
                </a:moveTo>
                <a:lnTo>
                  <a:pt x="479503" y="1997708"/>
                </a:lnTo>
                <a:lnTo>
                  <a:pt x="479503" y="1896591"/>
                </a:lnTo>
                <a:lnTo>
                  <a:pt x="455483" y="1896591"/>
                </a:lnTo>
                <a:lnTo>
                  <a:pt x="455483" y="1997708"/>
                </a:lnTo>
                <a:close/>
              </a:path>
              <a:path w="760095" h="2469515">
                <a:moveTo>
                  <a:pt x="417275" y="1997708"/>
                </a:moveTo>
                <a:lnTo>
                  <a:pt x="441316" y="1997708"/>
                </a:lnTo>
                <a:lnTo>
                  <a:pt x="441316" y="1896591"/>
                </a:lnTo>
                <a:lnTo>
                  <a:pt x="417275" y="1896591"/>
                </a:lnTo>
                <a:lnTo>
                  <a:pt x="417275" y="1997708"/>
                </a:lnTo>
                <a:close/>
              </a:path>
              <a:path w="760095" h="2469515">
                <a:moveTo>
                  <a:pt x="379046" y="1997708"/>
                </a:moveTo>
                <a:lnTo>
                  <a:pt x="403087" y="1997708"/>
                </a:lnTo>
                <a:lnTo>
                  <a:pt x="403087" y="1896591"/>
                </a:lnTo>
                <a:lnTo>
                  <a:pt x="379046" y="1896591"/>
                </a:lnTo>
                <a:lnTo>
                  <a:pt x="379046" y="1997708"/>
                </a:lnTo>
                <a:close/>
              </a:path>
              <a:path w="760095" h="2469515">
                <a:moveTo>
                  <a:pt x="340837" y="1997708"/>
                </a:moveTo>
                <a:lnTo>
                  <a:pt x="364837" y="1997708"/>
                </a:lnTo>
                <a:lnTo>
                  <a:pt x="364837" y="1896591"/>
                </a:lnTo>
                <a:lnTo>
                  <a:pt x="340837" y="1896591"/>
                </a:lnTo>
                <a:lnTo>
                  <a:pt x="340837" y="1997708"/>
                </a:lnTo>
                <a:close/>
              </a:path>
              <a:path w="760095" h="2469515">
                <a:moveTo>
                  <a:pt x="302619" y="1997708"/>
                </a:moveTo>
                <a:lnTo>
                  <a:pt x="326639" y="1997708"/>
                </a:lnTo>
                <a:lnTo>
                  <a:pt x="326639" y="1896591"/>
                </a:lnTo>
                <a:lnTo>
                  <a:pt x="302619" y="1896591"/>
                </a:lnTo>
                <a:lnTo>
                  <a:pt x="302619" y="1997708"/>
                </a:lnTo>
                <a:close/>
              </a:path>
              <a:path w="760095" h="2469515">
                <a:moveTo>
                  <a:pt x="264431" y="1997708"/>
                </a:moveTo>
                <a:lnTo>
                  <a:pt x="288431" y="1997708"/>
                </a:lnTo>
                <a:lnTo>
                  <a:pt x="288431" y="1896591"/>
                </a:lnTo>
                <a:lnTo>
                  <a:pt x="264431" y="1896591"/>
                </a:lnTo>
                <a:lnTo>
                  <a:pt x="264431" y="1997708"/>
                </a:lnTo>
                <a:close/>
              </a:path>
              <a:path w="760095" h="2469515">
                <a:moveTo>
                  <a:pt x="455483" y="2121108"/>
                </a:moveTo>
                <a:lnTo>
                  <a:pt x="479503" y="2121108"/>
                </a:lnTo>
                <a:lnTo>
                  <a:pt x="479503" y="2020043"/>
                </a:lnTo>
                <a:lnTo>
                  <a:pt x="455483" y="2020043"/>
                </a:lnTo>
                <a:lnTo>
                  <a:pt x="455483" y="2121108"/>
                </a:lnTo>
                <a:close/>
              </a:path>
              <a:path w="760095" h="2469515">
                <a:moveTo>
                  <a:pt x="417275" y="2121108"/>
                </a:moveTo>
                <a:lnTo>
                  <a:pt x="441316" y="2121108"/>
                </a:lnTo>
                <a:lnTo>
                  <a:pt x="441316" y="2020043"/>
                </a:lnTo>
                <a:lnTo>
                  <a:pt x="417275" y="2020043"/>
                </a:lnTo>
                <a:lnTo>
                  <a:pt x="417275" y="2121108"/>
                </a:lnTo>
                <a:close/>
              </a:path>
              <a:path w="760095" h="2469515">
                <a:moveTo>
                  <a:pt x="379046" y="2121108"/>
                </a:moveTo>
                <a:lnTo>
                  <a:pt x="403087" y="2121108"/>
                </a:lnTo>
                <a:lnTo>
                  <a:pt x="403087" y="2020043"/>
                </a:lnTo>
                <a:lnTo>
                  <a:pt x="379046" y="2020043"/>
                </a:lnTo>
                <a:lnTo>
                  <a:pt x="379046" y="2121108"/>
                </a:lnTo>
                <a:close/>
              </a:path>
              <a:path w="760095" h="2469515">
                <a:moveTo>
                  <a:pt x="340837" y="2121108"/>
                </a:moveTo>
                <a:lnTo>
                  <a:pt x="364837" y="2121108"/>
                </a:lnTo>
                <a:lnTo>
                  <a:pt x="364837" y="2020043"/>
                </a:lnTo>
                <a:lnTo>
                  <a:pt x="340837" y="2020043"/>
                </a:lnTo>
                <a:lnTo>
                  <a:pt x="340837" y="2121108"/>
                </a:lnTo>
                <a:close/>
              </a:path>
              <a:path w="760095" h="2469515">
                <a:moveTo>
                  <a:pt x="302619" y="2121108"/>
                </a:moveTo>
                <a:lnTo>
                  <a:pt x="326639" y="2121108"/>
                </a:lnTo>
                <a:lnTo>
                  <a:pt x="326639" y="2020043"/>
                </a:lnTo>
                <a:lnTo>
                  <a:pt x="302619" y="2020043"/>
                </a:lnTo>
                <a:lnTo>
                  <a:pt x="302619" y="2121108"/>
                </a:lnTo>
                <a:close/>
              </a:path>
              <a:path w="760095" h="2469515">
                <a:moveTo>
                  <a:pt x="264431" y="2121108"/>
                </a:moveTo>
                <a:lnTo>
                  <a:pt x="288431" y="2121108"/>
                </a:lnTo>
                <a:lnTo>
                  <a:pt x="288431" y="2020043"/>
                </a:lnTo>
                <a:lnTo>
                  <a:pt x="264431" y="2020043"/>
                </a:lnTo>
                <a:lnTo>
                  <a:pt x="264431" y="2121108"/>
                </a:lnTo>
                <a:close/>
              </a:path>
              <a:path w="760095" h="2469515">
                <a:moveTo>
                  <a:pt x="455483" y="2244549"/>
                </a:moveTo>
                <a:lnTo>
                  <a:pt x="479503" y="2244549"/>
                </a:lnTo>
                <a:lnTo>
                  <a:pt x="479503" y="2143442"/>
                </a:lnTo>
                <a:lnTo>
                  <a:pt x="455483" y="2143442"/>
                </a:lnTo>
                <a:lnTo>
                  <a:pt x="455483" y="2244549"/>
                </a:lnTo>
                <a:close/>
              </a:path>
              <a:path w="760095" h="2469515">
                <a:moveTo>
                  <a:pt x="417275" y="2244549"/>
                </a:moveTo>
                <a:lnTo>
                  <a:pt x="441316" y="2244549"/>
                </a:lnTo>
                <a:lnTo>
                  <a:pt x="441316" y="2143442"/>
                </a:lnTo>
                <a:lnTo>
                  <a:pt x="417275" y="2143442"/>
                </a:lnTo>
                <a:lnTo>
                  <a:pt x="417275" y="2244549"/>
                </a:lnTo>
                <a:close/>
              </a:path>
              <a:path w="760095" h="2469515">
                <a:moveTo>
                  <a:pt x="379046" y="2244549"/>
                </a:moveTo>
                <a:lnTo>
                  <a:pt x="403087" y="2244549"/>
                </a:lnTo>
                <a:lnTo>
                  <a:pt x="403087" y="2143442"/>
                </a:lnTo>
                <a:lnTo>
                  <a:pt x="379046" y="2143442"/>
                </a:lnTo>
                <a:lnTo>
                  <a:pt x="379046" y="2244549"/>
                </a:lnTo>
                <a:close/>
              </a:path>
              <a:path w="760095" h="2469515">
                <a:moveTo>
                  <a:pt x="340837" y="2244549"/>
                </a:moveTo>
                <a:lnTo>
                  <a:pt x="364837" y="2244549"/>
                </a:lnTo>
                <a:lnTo>
                  <a:pt x="364837" y="2143442"/>
                </a:lnTo>
                <a:lnTo>
                  <a:pt x="340837" y="2143442"/>
                </a:lnTo>
                <a:lnTo>
                  <a:pt x="340837" y="2244549"/>
                </a:lnTo>
                <a:close/>
              </a:path>
              <a:path w="760095" h="2469515">
                <a:moveTo>
                  <a:pt x="302619" y="2244549"/>
                </a:moveTo>
                <a:lnTo>
                  <a:pt x="326639" y="2244549"/>
                </a:lnTo>
                <a:lnTo>
                  <a:pt x="326639" y="2143442"/>
                </a:lnTo>
                <a:lnTo>
                  <a:pt x="302619" y="2143442"/>
                </a:lnTo>
                <a:lnTo>
                  <a:pt x="302619" y="2244549"/>
                </a:lnTo>
                <a:close/>
              </a:path>
              <a:path w="760095" h="2469515">
                <a:moveTo>
                  <a:pt x="264431" y="2244549"/>
                </a:moveTo>
                <a:lnTo>
                  <a:pt x="288431" y="2244549"/>
                </a:lnTo>
                <a:lnTo>
                  <a:pt x="288431" y="2143442"/>
                </a:lnTo>
                <a:lnTo>
                  <a:pt x="264431" y="2143442"/>
                </a:lnTo>
                <a:lnTo>
                  <a:pt x="264431" y="2244549"/>
                </a:lnTo>
                <a:close/>
              </a:path>
              <a:path w="760095" h="2469515">
                <a:moveTo>
                  <a:pt x="682617" y="1625290"/>
                </a:moveTo>
                <a:lnTo>
                  <a:pt x="706659" y="1625290"/>
                </a:lnTo>
                <a:lnTo>
                  <a:pt x="706659" y="1484583"/>
                </a:lnTo>
                <a:lnTo>
                  <a:pt x="682617" y="1484583"/>
                </a:lnTo>
                <a:lnTo>
                  <a:pt x="682617" y="1625290"/>
                </a:lnTo>
                <a:close/>
              </a:path>
              <a:path w="760095" h="2469515">
                <a:moveTo>
                  <a:pt x="644430" y="1625290"/>
                </a:moveTo>
                <a:lnTo>
                  <a:pt x="668429" y="1625290"/>
                </a:lnTo>
                <a:lnTo>
                  <a:pt x="668429" y="1484583"/>
                </a:lnTo>
                <a:lnTo>
                  <a:pt x="644430" y="1484583"/>
                </a:lnTo>
                <a:lnTo>
                  <a:pt x="644430" y="1625290"/>
                </a:lnTo>
                <a:close/>
              </a:path>
              <a:path w="760095" h="2469515">
                <a:moveTo>
                  <a:pt x="606201" y="1625290"/>
                </a:moveTo>
                <a:lnTo>
                  <a:pt x="630232" y="1625290"/>
                </a:lnTo>
                <a:lnTo>
                  <a:pt x="630232" y="1484583"/>
                </a:lnTo>
                <a:lnTo>
                  <a:pt x="606201" y="1484583"/>
                </a:lnTo>
                <a:lnTo>
                  <a:pt x="606201" y="1625290"/>
                </a:lnTo>
                <a:close/>
              </a:path>
              <a:path w="760095" h="2469515">
                <a:moveTo>
                  <a:pt x="567972" y="1625290"/>
                </a:moveTo>
                <a:lnTo>
                  <a:pt x="592055" y="1625290"/>
                </a:lnTo>
                <a:lnTo>
                  <a:pt x="592055" y="1484583"/>
                </a:lnTo>
                <a:lnTo>
                  <a:pt x="567972" y="1484583"/>
                </a:lnTo>
                <a:lnTo>
                  <a:pt x="567972" y="1625290"/>
                </a:lnTo>
                <a:close/>
              </a:path>
              <a:path w="760095" h="2469515">
                <a:moveTo>
                  <a:pt x="529805" y="1625290"/>
                </a:moveTo>
                <a:lnTo>
                  <a:pt x="553805" y="1625290"/>
                </a:lnTo>
                <a:lnTo>
                  <a:pt x="553805" y="1484583"/>
                </a:lnTo>
                <a:lnTo>
                  <a:pt x="529805" y="1484583"/>
                </a:lnTo>
                <a:lnTo>
                  <a:pt x="529805" y="1625290"/>
                </a:lnTo>
                <a:close/>
              </a:path>
              <a:path w="760095" h="2469515">
                <a:moveTo>
                  <a:pt x="491566" y="1625290"/>
                </a:moveTo>
                <a:lnTo>
                  <a:pt x="515607" y="1625290"/>
                </a:lnTo>
                <a:lnTo>
                  <a:pt x="515607" y="1484583"/>
                </a:lnTo>
                <a:lnTo>
                  <a:pt x="491566" y="1484583"/>
                </a:lnTo>
                <a:lnTo>
                  <a:pt x="491566" y="1625290"/>
                </a:lnTo>
                <a:close/>
              </a:path>
              <a:path w="760095" h="2469515">
                <a:moveTo>
                  <a:pt x="682617" y="966483"/>
                </a:moveTo>
                <a:lnTo>
                  <a:pt x="706659" y="966483"/>
                </a:lnTo>
                <a:lnTo>
                  <a:pt x="706659" y="865418"/>
                </a:lnTo>
                <a:lnTo>
                  <a:pt x="682617" y="865418"/>
                </a:lnTo>
                <a:lnTo>
                  <a:pt x="682617" y="966483"/>
                </a:lnTo>
                <a:close/>
              </a:path>
              <a:path w="760095" h="2469515">
                <a:moveTo>
                  <a:pt x="644430" y="966483"/>
                </a:moveTo>
                <a:lnTo>
                  <a:pt x="668429" y="966483"/>
                </a:lnTo>
                <a:lnTo>
                  <a:pt x="668429" y="865418"/>
                </a:lnTo>
                <a:lnTo>
                  <a:pt x="644430" y="865418"/>
                </a:lnTo>
                <a:lnTo>
                  <a:pt x="644430" y="966483"/>
                </a:lnTo>
                <a:close/>
              </a:path>
              <a:path w="760095" h="2469515">
                <a:moveTo>
                  <a:pt x="606201" y="966483"/>
                </a:moveTo>
                <a:lnTo>
                  <a:pt x="630232" y="966483"/>
                </a:lnTo>
                <a:lnTo>
                  <a:pt x="630232" y="865418"/>
                </a:lnTo>
                <a:lnTo>
                  <a:pt x="606201" y="865418"/>
                </a:lnTo>
                <a:lnTo>
                  <a:pt x="606201" y="966483"/>
                </a:lnTo>
                <a:close/>
              </a:path>
              <a:path w="760095" h="2469515">
                <a:moveTo>
                  <a:pt x="567972" y="966483"/>
                </a:moveTo>
                <a:lnTo>
                  <a:pt x="592055" y="966483"/>
                </a:lnTo>
                <a:lnTo>
                  <a:pt x="592055" y="865418"/>
                </a:lnTo>
                <a:lnTo>
                  <a:pt x="567972" y="865418"/>
                </a:lnTo>
                <a:lnTo>
                  <a:pt x="567972" y="966483"/>
                </a:lnTo>
                <a:close/>
              </a:path>
              <a:path w="760095" h="2469515">
                <a:moveTo>
                  <a:pt x="529805" y="966483"/>
                </a:moveTo>
                <a:lnTo>
                  <a:pt x="553805" y="966483"/>
                </a:lnTo>
                <a:lnTo>
                  <a:pt x="553805" y="865418"/>
                </a:lnTo>
                <a:lnTo>
                  <a:pt x="529805" y="865418"/>
                </a:lnTo>
                <a:lnTo>
                  <a:pt x="529805" y="966483"/>
                </a:lnTo>
                <a:close/>
              </a:path>
              <a:path w="760095" h="2469515">
                <a:moveTo>
                  <a:pt x="491566" y="966483"/>
                </a:moveTo>
                <a:lnTo>
                  <a:pt x="515607" y="966483"/>
                </a:lnTo>
                <a:lnTo>
                  <a:pt x="515607" y="865418"/>
                </a:lnTo>
                <a:lnTo>
                  <a:pt x="491566" y="865418"/>
                </a:lnTo>
                <a:lnTo>
                  <a:pt x="491566" y="966483"/>
                </a:lnTo>
                <a:close/>
              </a:path>
              <a:path w="760095" h="2469515">
                <a:moveTo>
                  <a:pt x="682617" y="1089914"/>
                </a:moveTo>
                <a:lnTo>
                  <a:pt x="706659" y="1089914"/>
                </a:lnTo>
                <a:lnTo>
                  <a:pt x="706659" y="988797"/>
                </a:lnTo>
                <a:lnTo>
                  <a:pt x="682617" y="988797"/>
                </a:lnTo>
                <a:lnTo>
                  <a:pt x="682617" y="1089914"/>
                </a:lnTo>
                <a:close/>
              </a:path>
              <a:path w="760095" h="2469515">
                <a:moveTo>
                  <a:pt x="644430" y="1089914"/>
                </a:moveTo>
                <a:lnTo>
                  <a:pt x="668429" y="1089914"/>
                </a:lnTo>
                <a:lnTo>
                  <a:pt x="668429" y="988797"/>
                </a:lnTo>
                <a:lnTo>
                  <a:pt x="644430" y="988797"/>
                </a:lnTo>
                <a:lnTo>
                  <a:pt x="644430" y="1089914"/>
                </a:lnTo>
                <a:close/>
              </a:path>
              <a:path w="760095" h="2469515">
                <a:moveTo>
                  <a:pt x="606201" y="1089914"/>
                </a:moveTo>
                <a:lnTo>
                  <a:pt x="630232" y="1089914"/>
                </a:lnTo>
                <a:lnTo>
                  <a:pt x="630232" y="988797"/>
                </a:lnTo>
                <a:lnTo>
                  <a:pt x="606201" y="988797"/>
                </a:lnTo>
                <a:lnTo>
                  <a:pt x="606201" y="1089914"/>
                </a:lnTo>
                <a:close/>
              </a:path>
              <a:path w="760095" h="2469515">
                <a:moveTo>
                  <a:pt x="567972" y="1089914"/>
                </a:moveTo>
                <a:lnTo>
                  <a:pt x="592055" y="1089914"/>
                </a:lnTo>
                <a:lnTo>
                  <a:pt x="592055" y="988797"/>
                </a:lnTo>
                <a:lnTo>
                  <a:pt x="567972" y="988797"/>
                </a:lnTo>
                <a:lnTo>
                  <a:pt x="567972" y="1089914"/>
                </a:lnTo>
                <a:close/>
              </a:path>
              <a:path w="760095" h="2469515">
                <a:moveTo>
                  <a:pt x="529805" y="1089914"/>
                </a:moveTo>
                <a:lnTo>
                  <a:pt x="553805" y="1089914"/>
                </a:lnTo>
                <a:lnTo>
                  <a:pt x="553805" y="988797"/>
                </a:lnTo>
                <a:lnTo>
                  <a:pt x="529805" y="988797"/>
                </a:lnTo>
                <a:lnTo>
                  <a:pt x="529805" y="1089914"/>
                </a:lnTo>
                <a:close/>
              </a:path>
              <a:path w="760095" h="2469515">
                <a:moveTo>
                  <a:pt x="491566" y="1089914"/>
                </a:moveTo>
                <a:lnTo>
                  <a:pt x="515607" y="1089914"/>
                </a:lnTo>
                <a:lnTo>
                  <a:pt x="515607" y="988797"/>
                </a:lnTo>
                <a:lnTo>
                  <a:pt x="491566" y="988797"/>
                </a:lnTo>
                <a:lnTo>
                  <a:pt x="491566" y="1089914"/>
                </a:lnTo>
                <a:close/>
              </a:path>
              <a:path w="760095" h="2469515">
                <a:moveTo>
                  <a:pt x="682617" y="1213324"/>
                </a:moveTo>
                <a:lnTo>
                  <a:pt x="706659" y="1213324"/>
                </a:lnTo>
                <a:lnTo>
                  <a:pt x="706659" y="1112259"/>
                </a:lnTo>
                <a:lnTo>
                  <a:pt x="682617" y="1112259"/>
                </a:lnTo>
                <a:lnTo>
                  <a:pt x="682617" y="1213324"/>
                </a:lnTo>
                <a:close/>
              </a:path>
              <a:path w="760095" h="2469515">
                <a:moveTo>
                  <a:pt x="644430" y="1213324"/>
                </a:moveTo>
                <a:lnTo>
                  <a:pt x="668429" y="1213324"/>
                </a:lnTo>
                <a:lnTo>
                  <a:pt x="668429" y="1112259"/>
                </a:lnTo>
                <a:lnTo>
                  <a:pt x="644430" y="1112259"/>
                </a:lnTo>
                <a:lnTo>
                  <a:pt x="644430" y="1213324"/>
                </a:lnTo>
                <a:close/>
              </a:path>
              <a:path w="760095" h="2469515">
                <a:moveTo>
                  <a:pt x="606201" y="1213324"/>
                </a:moveTo>
                <a:lnTo>
                  <a:pt x="630232" y="1213324"/>
                </a:lnTo>
                <a:lnTo>
                  <a:pt x="630232" y="1112259"/>
                </a:lnTo>
                <a:lnTo>
                  <a:pt x="606201" y="1112259"/>
                </a:lnTo>
                <a:lnTo>
                  <a:pt x="606201" y="1213324"/>
                </a:lnTo>
                <a:close/>
              </a:path>
              <a:path w="760095" h="2469515">
                <a:moveTo>
                  <a:pt x="567972" y="1213324"/>
                </a:moveTo>
                <a:lnTo>
                  <a:pt x="592055" y="1213324"/>
                </a:lnTo>
                <a:lnTo>
                  <a:pt x="592055" y="1112259"/>
                </a:lnTo>
                <a:lnTo>
                  <a:pt x="567972" y="1112259"/>
                </a:lnTo>
                <a:lnTo>
                  <a:pt x="567972" y="1213324"/>
                </a:lnTo>
                <a:close/>
              </a:path>
              <a:path w="760095" h="2469515">
                <a:moveTo>
                  <a:pt x="529805" y="1213324"/>
                </a:moveTo>
                <a:lnTo>
                  <a:pt x="553805" y="1213324"/>
                </a:lnTo>
                <a:lnTo>
                  <a:pt x="553805" y="1112259"/>
                </a:lnTo>
                <a:lnTo>
                  <a:pt x="529805" y="1112259"/>
                </a:lnTo>
                <a:lnTo>
                  <a:pt x="529805" y="1213324"/>
                </a:lnTo>
                <a:close/>
              </a:path>
              <a:path w="760095" h="2469515">
                <a:moveTo>
                  <a:pt x="491566" y="1213324"/>
                </a:moveTo>
                <a:lnTo>
                  <a:pt x="515607" y="1213324"/>
                </a:lnTo>
                <a:lnTo>
                  <a:pt x="515607" y="1112259"/>
                </a:lnTo>
                <a:lnTo>
                  <a:pt x="491566" y="1112259"/>
                </a:lnTo>
                <a:lnTo>
                  <a:pt x="491566" y="1213324"/>
                </a:lnTo>
                <a:close/>
              </a:path>
              <a:path w="760095" h="2469515">
                <a:moveTo>
                  <a:pt x="682617" y="1336744"/>
                </a:moveTo>
                <a:lnTo>
                  <a:pt x="706659" y="1336744"/>
                </a:lnTo>
                <a:lnTo>
                  <a:pt x="706659" y="1235669"/>
                </a:lnTo>
                <a:lnTo>
                  <a:pt x="682617" y="1235669"/>
                </a:lnTo>
                <a:lnTo>
                  <a:pt x="682617" y="1336744"/>
                </a:lnTo>
                <a:close/>
              </a:path>
              <a:path w="760095" h="2469515">
                <a:moveTo>
                  <a:pt x="644430" y="1336744"/>
                </a:moveTo>
                <a:lnTo>
                  <a:pt x="668429" y="1336744"/>
                </a:lnTo>
                <a:lnTo>
                  <a:pt x="668429" y="1235669"/>
                </a:lnTo>
                <a:lnTo>
                  <a:pt x="644430" y="1235669"/>
                </a:lnTo>
                <a:lnTo>
                  <a:pt x="644430" y="1336744"/>
                </a:lnTo>
                <a:close/>
              </a:path>
              <a:path w="760095" h="2469515">
                <a:moveTo>
                  <a:pt x="606201" y="1336744"/>
                </a:moveTo>
                <a:lnTo>
                  <a:pt x="630232" y="1336744"/>
                </a:lnTo>
                <a:lnTo>
                  <a:pt x="630232" y="1235669"/>
                </a:lnTo>
                <a:lnTo>
                  <a:pt x="606201" y="1235669"/>
                </a:lnTo>
                <a:lnTo>
                  <a:pt x="606201" y="1336744"/>
                </a:lnTo>
                <a:close/>
              </a:path>
              <a:path w="760095" h="2469515">
                <a:moveTo>
                  <a:pt x="567972" y="1336744"/>
                </a:moveTo>
                <a:lnTo>
                  <a:pt x="592055" y="1336744"/>
                </a:lnTo>
                <a:lnTo>
                  <a:pt x="592055" y="1235669"/>
                </a:lnTo>
                <a:lnTo>
                  <a:pt x="567972" y="1235669"/>
                </a:lnTo>
                <a:lnTo>
                  <a:pt x="567972" y="1336744"/>
                </a:lnTo>
                <a:close/>
              </a:path>
              <a:path w="760095" h="2469515">
                <a:moveTo>
                  <a:pt x="529805" y="1336744"/>
                </a:moveTo>
                <a:lnTo>
                  <a:pt x="553805" y="1336744"/>
                </a:lnTo>
                <a:lnTo>
                  <a:pt x="553805" y="1235669"/>
                </a:lnTo>
                <a:lnTo>
                  <a:pt x="529805" y="1235669"/>
                </a:lnTo>
                <a:lnTo>
                  <a:pt x="529805" y="1336744"/>
                </a:lnTo>
                <a:close/>
              </a:path>
              <a:path w="760095" h="2469515">
                <a:moveTo>
                  <a:pt x="491566" y="1336744"/>
                </a:moveTo>
                <a:lnTo>
                  <a:pt x="515607" y="1336744"/>
                </a:lnTo>
                <a:lnTo>
                  <a:pt x="515607" y="1235669"/>
                </a:lnTo>
                <a:lnTo>
                  <a:pt x="491566" y="1235669"/>
                </a:lnTo>
                <a:lnTo>
                  <a:pt x="491566" y="1336744"/>
                </a:lnTo>
                <a:close/>
              </a:path>
              <a:path w="760095" h="2469515">
                <a:moveTo>
                  <a:pt x="682617" y="1460133"/>
                </a:moveTo>
                <a:lnTo>
                  <a:pt x="706659" y="1460133"/>
                </a:lnTo>
                <a:lnTo>
                  <a:pt x="706659" y="1359047"/>
                </a:lnTo>
                <a:lnTo>
                  <a:pt x="682617" y="1359047"/>
                </a:lnTo>
                <a:lnTo>
                  <a:pt x="682617" y="1460133"/>
                </a:lnTo>
                <a:close/>
              </a:path>
              <a:path w="760095" h="2469515">
                <a:moveTo>
                  <a:pt x="644430" y="1460133"/>
                </a:moveTo>
                <a:lnTo>
                  <a:pt x="668429" y="1460133"/>
                </a:lnTo>
                <a:lnTo>
                  <a:pt x="668429" y="1359047"/>
                </a:lnTo>
                <a:lnTo>
                  <a:pt x="644430" y="1359047"/>
                </a:lnTo>
                <a:lnTo>
                  <a:pt x="644430" y="1460133"/>
                </a:lnTo>
                <a:close/>
              </a:path>
              <a:path w="760095" h="2469515">
                <a:moveTo>
                  <a:pt x="606201" y="1460133"/>
                </a:moveTo>
                <a:lnTo>
                  <a:pt x="630232" y="1460133"/>
                </a:lnTo>
                <a:lnTo>
                  <a:pt x="630232" y="1359047"/>
                </a:lnTo>
                <a:lnTo>
                  <a:pt x="606201" y="1359047"/>
                </a:lnTo>
                <a:lnTo>
                  <a:pt x="606201" y="1460133"/>
                </a:lnTo>
                <a:close/>
              </a:path>
              <a:path w="760095" h="2469515">
                <a:moveTo>
                  <a:pt x="567972" y="1460133"/>
                </a:moveTo>
                <a:lnTo>
                  <a:pt x="592055" y="1460133"/>
                </a:lnTo>
                <a:lnTo>
                  <a:pt x="592055" y="1359047"/>
                </a:lnTo>
                <a:lnTo>
                  <a:pt x="567972" y="1359047"/>
                </a:lnTo>
                <a:lnTo>
                  <a:pt x="567972" y="1460133"/>
                </a:lnTo>
                <a:close/>
              </a:path>
              <a:path w="760095" h="2469515">
                <a:moveTo>
                  <a:pt x="529805" y="1460133"/>
                </a:moveTo>
                <a:lnTo>
                  <a:pt x="553805" y="1460133"/>
                </a:lnTo>
                <a:lnTo>
                  <a:pt x="553805" y="1359047"/>
                </a:lnTo>
                <a:lnTo>
                  <a:pt x="529805" y="1359047"/>
                </a:lnTo>
                <a:lnTo>
                  <a:pt x="529805" y="1460133"/>
                </a:lnTo>
                <a:close/>
              </a:path>
              <a:path w="760095" h="2469515">
                <a:moveTo>
                  <a:pt x="491566" y="1460133"/>
                </a:moveTo>
                <a:lnTo>
                  <a:pt x="515607" y="1460133"/>
                </a:lnTo>
                <a:lnTo>
                  <a:pt x="515607" y="1359047"/>
                </a:lnTo>
                <a:lnTo>
                  <a:pt x="491566" y="1359047"/>
                </a:lnTo>
                <a:lnTo>
                  <a:pt x="491566" y="1460133"/>
                </a:lnTo>
                <a:close/>
              </a:path>
              <a:path w="760095" h="2469515">
                <a:moveTo>
                  <a:pt x="455483" y="1625290"/>
                </a:moveTo>
                <a:lnTo>
                  <a:pt x="479503" y="1625290"/>
                </a:lnTo>
                <a:lnTo>
                  <a:pt x="479503" y="1484583"/>
                </a:lnTo>
                <a:lnTo>
                  <a:pt x="455483" y="1484583"/>
                </a:lnTo>
                <a:lnTo>
                  <a:pt x="455483" y="1625290"/>
                </a:lnTo>
                <a:close/>
              </a:path>
              <a:path w="760095" h="2469515">
                <a:moveTo>
                  <a:pt x="417275" y="1625290"/>
                </a:moveTo>
                <a:lnTo>
                  <a:pt x="441316" y="1625290"/>
                </a:lnTo>
                <a:lnTo>
                  <a:pt x="441316" y="1484583"/>
                </a:lnTo>
                <a:lnTo>
                  <a:pt x="417275" y="1484583"/>
                </a:lnTo>
                <a:lnTo>
                  <a:pt x="417275" y="1625290"/>
                </a:lnTo>
                <a:close/>
              </a:path>
              <a:path w="760095" h="2469515">
                <a:moveTo>
                  <a:pt x="379046" y="1625290"/>
                </a:moveTo>
                <a:lnTo>
                  <a:pt x="403087" y="1625290"/>
                </a:lnTo>
                <a:lnTo>
                  <a:pt x="403087" y="1484583"/>
                </a:lnTo>
                <a:lnTo>
                  <a:pt x="379046" y="1484583"/>
                </a:lnTo>
                <a:lnTo>
                  <a:pt x="379046" y="1625290"/>
                </a:lnTo>
                <a:close/>
              </a:path>
              <a:path w="760095" h="2469515">
                <a:moveTo>
                  <a:pt x="340837" y="1625290"/>
                </a:moveTo>
                <a:lnTo>
                  <a:pt x="364837" y="1625290"/>
                </a:lnTo>
                <a:lnTo>
                  <a:pt x="364837" y="1484583"/>
                </a:lnTo>
                <a:lnTo>
                  <a:pt x="340837" y="1484583"/>
                </a:lnTo>
                <a:lnTo>
                  <a:pt x="340837" y="1625290"/>
                </a:lnTo>
                <a:close/>
              </a:path>
              <a:path w="760095" h="2469515">
                <a:moveTo>
                  <a:pt x="302619" y="1625290"/>
                </a:moveTo>
                <a:lnTo>
                  <a:pt x="326639" y="1625290"/>
                </a:lnTo>
                <a:lnTo>
                  <a:pt x="326639" y="1484583"/>
                </a:lnTo>
                <a:lnTo>
                  <a:pt x="302619" y="1484583"/>
                </a:lnTo>
                <a:lnTo>
                  <a:pt x="302619" y="1625290"/>
                </a:lnTo>
                <a:close/>
              </a:path>
              <a:path w="760095" h="2469515">
                <a:moveTo>
                  <a:pt x="264431" y="1625290"/>
                </a:moveTo>
                <a:lnTo>
                  <a:pt x="288431" y="1625290"/>
                </a:lnTo>
                <a:lnTo>
                  <a:pt x="288431" y="1484583"/>
                </a:lnTo>
                <a:lnTo>
                  <a:pt x="264431" y="1484583"/>
                </a:lnTo>
                <a:lnTo>
                  <a:pt x="264431" y="1625290"/>
                </a:lnTo>
                <a:close/>
              </a:path>
              <a:path w="760095" h="2469515">
                <a:moveTo>
                  <a:pt x="455483" y="966483"/>
                </a:moveTo>
                <a:lnTo>
                  <a:pt x="479503" y="966483"/>
                </a:lnTo>
                <a:lnTo>
                  <a:pt x="479503" y="865418"/>
                </a:lnTo>
                <a:lnTo>
                  <a:pt x="455483" y="865418"/>
                </a:lnTo>
                <a:lnTo>
                  <a:pt x="455483" y="966483"/>
                </a:lnTo>
                <a:close/>
              </a:path>
              <a:path w="760095" h="2469515">
                <a:moveTo>
                  <a:pt x="417275" y="966483"/>
                </a:moveTo>
                <a:lnTo>
                  <a:pt x="441316" y="966483"/>
                </a:lnTo>
                <a:lnTo>
                  <a:pt x="441316" y="865418"/>
                </a:lnTo>
                <a:lnTo>
                  <a:pt x="417275" y="865418"/>
                </a:lnTo>
                <a:lnTo>
                  <a:pt x="417275" y="966483"/>
                </a:lnTo>
                <a:close/>
              </a:path>
              <a:path w="760095" h="2469515">
                <a:moveTo>
                  <a:pt x="379046" y="966483"/>
                </a:moveTo>
                <a:lnTo>
                  <a:pt x="403087" y="966483"/>
                </a:lnTo>
                <a:lnTo>
                  <a:pt x="403087" y="865418"/>
                </a:lnTo>
                <a:lnTo>
                  <a:pt x="379046" y="865418"/>
                </a:lnTo>
                <a:lnTo>
                  <a:pt x="379046" y="966483"/>
                </a:lnTo>
                <a:close/>
              </a:path>
              <a:path w="760095" h="2469515">
                <a:moveTo>
                  <a:pt x="340837" y="966483"/>
                </a:moveTo>
                <a:lnTo>
                  <a:pt x="364837" y="966483"/>
                </a:lnTo>
                <a:lnTo>
                  <a:pt x="364837" y="865418"/>
                </a:lnTo>
                <a:lnTo>
                  <a:pt x="340837" y="865418"/>
                </a:lnTo>
                <a:lnTo>
                  <a:pt x="340837" y="966483"/>
                </a:lnTo>
                <a:close/>
              </a:path>
              <a:path w="760095" h="2469515">
                <a:moveTo>
                  <a:pt x="302619" y="966483"/>
                </a:moveTo>
                <a:lnTo>
                  <a:pt x="326639" y="966483"/>
                </a:lnTo>
                <a:lnTo>
                  <a:pt x="326639" y="865418"/>
                </a:lnTo>
                <a:lnTo>
                  <a:pt x="302619" y="865418"/>
                </a:lnTo>
                <a:lnTo>
                  <a:pt x="302619" y="966483"/>
                </a:lnTo>
                <a:close/>
              </a:path>
              <a:path w="760095" h="2469515">
                <a:moveTo>
                  <a:pt x="264431" y="966483"/>
                </a:moveTo>
                <a:lnTo>
                  <a:pt x="288431" y="966483"/>
                </a:lnTo>
                <a:lnTo>
                  <a:pt x="288431" y="865418"/>
                </a:lnTo>
                <a:lnTo>
                  <a:pt x="264431" y="865418"/>
                </a:lnTo>
                <a:lnTo>
                  <a:pt x="264431" y="966483"/>
                </a:lnTo>
                <a:close/>
              </a:path>
              <a:path w="760095" h="2469515">
                <a:moveTo>
                  <a:pt x="455483" y="1089914"/>
                </a:moveTo>
                <a:lnTo>
                  <a:pt x="479503" y="1089914"/>
                </a:lnTo>
                <a:lnTo>
                  <a:pt x="479503" y="988797"/>
                </a:lnTo>
                <a:lnTo>
                  <a:pt x="455483" y="988797"/>
                </a:lnTo>
                <a:lnTo>
                  <a:pt x="455483" y="1089914"/>
                </a:lnTo>
                <a:close/>
              </a:path>
              <a:path w="760095" h="2469515">
                <a:moveTo>
                  <a:pt x="417275" y="1089914"/>
                </a:moveTo>
                <a:lnTo>
                  <a:pt x="441316" y="1089914"/>
                </a:lnTo>
                <a:lnTo>
                  <a:pt x="441316" y="988797"/>
                </a:lnTo>
                <a:lnTo>
                  <a:pt x="417275" y="988797"/>
                </a:lnTo>
                <a:lnTo>
                  <a:pt x="417275" y="1089914"/>
                </a:lnTo>
                <a:close/>
              </a:path>
              <a:path w="760095" h="2469515">
                <a:moveTo>
                  <a:pt x="379046" y="1089914"/>
                </a:moveTo>
                <a:lnTo>
                  <a:pt x="403087" y="1089914"/>
                </a:lnTo>
                <a:lnTo>
                  <a:pt x="403087" y="988797"/>
                </a:lnTo>
                <a:lnTo>
                  <a:pt x="379046" y="988797"/>
                </a:lnTo>
                <a:lnTo>
                  <a:pt x="379046" y="1089914"/>
                </a:lnTo>
                <a:close/>
              </a:path>
              <a:path w="760095" h="2469515">
                <a:moveTo>
                  <a:pt x="340837" y="1089914"/>
                </a:moveTo>
                <a:lnTo>
                  <a:pt x="364837" y="1089914"/>
                </a:lnTo>
                <a:lnTo>
                  <a:pt x="364837" y="988797"/>
                </a:lnTo>
                <a:lnTo>
                  <a:pt x="340837" y="988797"/>
                </a:lnTo>
                <a:lnTo>
                  <a:pt x="340837" y="1089914"/>
                </a:lnTo>
                <a:close/>
              </a:path>
              <a:path w="760095" h="2469515">
                <a:moveTo>
                  <a:pt x="302619" y="1089914"/>
                </a:moveTo>
                <a:lnTo>
                  <a:pt x="326639" y="1089914"/>
                </a:lnTo>
                <a:lnTo>
                  <a:pt x="326639" y="988797"/>
                </a:lnTo>
                <a:lnTo>
                  <a:pt x="302619" y="988797"/>
                </a:lnTo>
                <a:lnTo>
                  <a:pt x="302619" y="1089914"/>
                </a:lnTo>
                <a:close/>
              </a:path>
              <a:path w="760095" h="2469515">
                <a:moveTo>
                  <a:pt x="264431" y="1089914"/>
                </a:moveTo>
                <a:lnTo>
                  <a:pt x="288431" y="1089914"/>
                </a:lnTo>
                <a:lnTo>
                  <a:pt x="288431" y="988797"/>
                </a:lnTo>
                <a:lnTo>
                  <a:pt x="264431" y="988797"/>
                </a:lnTo>
                <a:lnTo>
                  <a:pt x="264431" y="1089914"/>
                </a:lnTo>
                <a:close/>
              </a:path>
              <a:path w="760095" h="2469515">
                <a:moveTo>
                  <a:pt x="455483" y="1213324"/>
                </a:moveTo>
                <a:lnTo>
                  <a:pt x="479503" y="1213324"/>
                </a:lnTo>
                <a:lnTo>
                  <a:pt x="479503" y="1112259"/>
                </a:lnTo>
                <a:lnTo>
                  <a:pt x="455483" y="1112259"/>
                </a:lnTo>
                <a:lnTo>
                  <a:pt x="455483" y="1213324"/>
                </a:lnTo>
                <a:close/>
              </a:path>
              <a:path w="760095" h="2469515">
                <a:moveTo>
                  <a:pt x="417275" y="1213324"/>
                </a:moveTo>
                <a:lnTo>
                  <a:pt x="441316" y="1213324"/>
                </a:lnTo>
                <a:lnTo>
                  <a:pt x="441316" y="1112259"/>
                </a:lnTo>
                <a:lnTo>
                  <a:pt x="417275" y="1112259"/>
                </a:lnTo>
                <a:lnTo>
                  <a:pt x="417275" y="1213324"/>
                </a:lnTo>
                <a:close/>
              </a:path>
              <a:path w="760095" h="2469515">
                <a:moveTo>
                  <a:pt x="379046" y="1213324"/>
                </a:moveTo>
                <a:lnTo>
                  <a:pt x="403087" y="1213324"/>
                </a:lnTo>
                <a:lnTo>
                  <a:pt x="403087" y="1112259"/>
                </a:lnTo>
                <a:lnTo>
                  <a:pt x="379046" y="1112259"/>
                </a:lnTo>
                <a:lnTo>
                  <a:pt x="379046" y="1213324"/>
                </a:lnTo>
                <a:close/>
              </a:path>
              <a:path w="760095" h="2469515">
                <a:moveTo>
                  <a:pt x="340837" y="1213324"/>
                </a:moveTo>
                <a:lnTo>
                  <a:pt x="364837" y="1213324"/>
                </a:lnTo>
                <a:lnTo>
                  <a:pt x="364837" y="1112259"/>
                </a:lnTo>
                <a:lnTo>
                  <a:pt x="340837" y="1112259"/>
                </a:lnTo>
                <a:lnTo>
                  <a:pt x="340837" y="1213324"/>
                </a:lnTo>
                <a:close/>
              </a:path>
              <a:path w="760095" h="2469515">
                <a:moveTo>
                  <a:pt x="302619" y="1213324"/>
                </a:moveTo>
                <a:lnTo>
                  <a:pt x="326639" y="1213324"/>
                </a:lnTo>
                <a:lnTo>
                  <a:pt x="326639" y="1112259"/>
                </a:lnTo>
                <a:lnTo>
                  <a:pt x="302619" y="1112259"/>
                </a:lnTo>
                <a:lnTo>
                  <a:pt x="302619" y="1213324"/>
                </a:lnTo>
                <a:close/>
              </a:path>
              <a:path w="760095" h="2469515">
                <a:moveTo>
                  <a:pt x="264431" y="1213324"/>
                </a:moveTo>
                <a:lnTo>
                  <a:pt x="288431" y="1213324"/>
                </a:lnTo>
                <a:lnTo>
                  <a:pt x="288431" y="1112259"/>
                </a:lnTo>
                <a:lnTo>
                  <a:pt x="264431" y="1112259"/>
                </a:lnTo>
                <a:lnTo>
                  <a:pt x="264431" y="1213324"/>
                </a:lnTo>
                <a:close/>
              </a:path>
              <a:path w="760095" h="2469515">
                <a:moveTo>
                  <a:pt x="455483" y="1336744"/>
                </a:moveTo>
                <a:lnTo>
                  <a:pt x="479503" y="1336744"/>
                </a:lnTo>
                <a:lnTo>
                  <a:pt x="479503" y="1235669"/>
                </a:lnTo>
                <a:lnTo>
                  <a:pt x="455483" y="1235669"/>
                </a:lnTo>
                <a:lnTo>
                  <a:pt x="455483" y="1336744"/>
                </a:lnTo>
                <a:close/>
              </a:path>
              <a:path w="760095" h="2469515">
                <a:moveTo>
                  <a:pt x="417275" y="1336744"/>
                </a:moveTo>
                <a:lnTo>
                  <a:pt x="441316" y="1336744"/>
                </a:lnTo>
                <a:lnTo>
                  <a:pt x="441316" y="1235669"/>
                </a:lnTo>
                <a:lnTo>
                  <a:pt x="417275" y="1235669"/>
                </a:lnTo>
                <a:lnTo>
                  <a:pt x="417275" y="1336744"/>
                </a:lnTo>
                <a:close/>
              </a:path>
              <a:path w="760095" h="2469515">
                <a:moveTo>
                  <a:pt x="379046" y="1336744"/>
                </a:moveTo>
                <a:lnTo>
                  <a:pt x="403087" y="1336744"/>
                </a:lnTo>
                <a:lnTo>
                  <a:pt x="403087" y="1235669"/>
                </a:lnTo>
                <a:lnTo>
                  <a:pt x="379046" y="1235669"/>
                </a:lnTo>
                <a:lnTo>
                  <a:pt x="379046" y="1336744"/>
                </a:lnTo>
                <a:close/>
              </a:path>
              <a:path w="760095" h="2469515">
                <a:moveTo>
                  <a:pt x="340837" y="1336744"/>
                </a:moveTo>
                <a:lnTo>
                  <a:pt x="364837" y="1336744"/>
                </a:lnTo>
                <a:lnTo>
                  <a:pt x="364837" y="1235669"/>
                </a:lnTo>
                <a:lnTo>
                  <a:pt x="340837" y="1235669"/>
                </a:lnTo>
                <a:lnTo>
                  <a:pt x="340837" y="1336744"/>
                </a:lnTo>
                <a:close/>
              </a:path>
              <a:path w="760095" h="2469515">
                <a:moveTo>
                  <a:pt x="302619" y="1336744"/>
                </a:moveTo>
                <a:lnTo>
                  <a:pt x="326639" y="1336744"/>
                </a:lnTo>
                <a:lnTo>
                  <a:pt x="326639" y="1235669"/>
                </a:lnTo>
                <a:lnTo>
                  <a:pt x="302619" y="1235669"/>
                </a:lnTo>
                <a:lnTo>
                  <a:pt x="302619" y="1336744"/>
                </a:lnTo>
                <a:close/>
              </a:path>
              <a:path w="760095" h="2469515">
                <a:moveTo>
                  <a:pt x="264431" y="1336744"/>
                </a:moveTo>
                <a:lnTo>
                  <a:pt x="288431" y="1336744"/>
                </a:lnTo>
                <a:lnTo>
                  <a:pt x="288431" y="1235669"/>
                </a:lnTo>
                <a:lnTo>
                  <a:pt x="264431" y="1235669"/>
                </a:lnTo>
                <a:lnTo>
                  <a:pt x="264431" y="1336744"/>
                </a:lnTo>
                <a:close/>
              </a:path>
              <a:path w="760095" h="2469515">
                <a:moveTo>
                  <a:pt x="455483" y="1460133"/>
                </a:moveTo>
                <a:lnTo>
                  <a:pt x="479503" y="1460133"/>
                </a:lnTo>
                <a:lnTo>
                  <a:pt x="479503" y="1359047"/>
                </a:lnTo>
                <a:lnTo>
                  <a:pt x="455483" y="1359047"/>
                </a:lnTo>
                <a:lnTo>
                  <a:pt x="455483" y="1460133"/>
                </a:lnTo>
                <a:close/>
              </a:path>
              <a:path w="760095" h="2469515">
                <a:moveTo>
                  <a:pt x="417275" y="1460133"/>
                </a:moveTo>
                <a:lnTo>
                  <a:pt x="441316" y="1460133"/>
                </a:lnTo>
                <a:lnTo>
                  <a:pt x="441316" y="1359047"/>
                </a:lnTo>
                <a:lnTo>
                  <a:pt x="417275" y="1359047"/>
                </a:lnTo>
                <a:lnTo>
                  <a:pt x="417275" y="1460133"/>
                </a:lnTo>
                <a:close/>
              </a:path>
              <a:path w="760095" h="2469515">
                <a:moveTo>
                  <a:pt x="379046" y="1460133"/>
                </a:moveTo>
                <a:lnTo>
                  <a:pt x="403087" y="1460133"/>
                </a:lnTo>
                <a:lnTo>
                  <a:pt x="403087" y="1359047"/>
                </a:lnTo>
                <a:lnTo>
                  <a:pt x="379046" y="1359047"/>
                </a:lnTo>
                <a:lnTo>
                  <a:pt x="379046" y="1460133"/>
                </a:lnTo>
                <a:close/>
              </a:path>
              <a:path w="760095" h="2469515">
                <a:moveTo>
                  <a:pt x="340837" y="1460133"/>
                </a:moveTo>
                <a:lnTo>
                  <a:pt x="364837" y="1460133"/>
                </a:lnTo>
                <a:lnTo>
                  <a:pt x="364837" y="1359047"/>
                </a:lnTo>
                <a:lnTo>
                  <a:pt x="340837" y="1359047"/>
                </a:lnTo>
                <a:lnTo>
                  <a:pt x="340837" y="1460133"/>
                </a:lnTo>
                <a:close/>
              </a:path>
              <a:path w="760095" h="2469515">
                <a:moveTo>
                  <a:pt x="302619" y="1460133"/>
                </a:moveTo>
                <a:lnTo>
                  <a:pt x="326639" y="1460133"/>
                </a:lnTo>
                <a:lnTo>
                  <a:pt x="326639" y="1359047"/>
                </a:lnTo>
                <a:lnTo>
                  <a:pt x="302619" y="1359047"/>
                </a:lnTo>
                <a:lnTo>
                  <a:pt x="302619" y="1460133"/>
                </a:lnTo>
                <a:close/>
              </a:path>
              <a:path w="760095" h="2469515">
                <a:moveTo>
                  <a:pt x="264431" y="1460133"/>
                </a:moveTo>
                <a:lnTo>
                  <a:pt x="288431" y="1460133"/>
                </a:lnTo>
                <a:lnTo>
                  <a:pt x="288431" y="1359047"/>
                </a:lnTo>
                <a:lnTo>
                  <a:pt x="264431" y="1359047"/>
                </a:lnTo>
                <a:lnTo>
                  <a:pt x="264431" y="1460133"/>
                </a:lnTo>
                <a:close/>
              </a:path>
              <a:path w="760095" h="2469515">
                <a:moveTo>
                  <a:pt x="228338" y="966483"/>
                </a:moveTo>
                <a:lnTo>
                  <a:pt x="252358" y="966483"/>
                </a:lnTo>
                <a:lnTo>
                  <a:pt x="252358" y="865418"/>
                </a:lnTo>
                <a:lnTo>
                  <a:pt x="228338" y="865418"/>
                </a:lnTo>
                <a:lnTo>
                  <a:pt x="228338" y="966483"/>
                </a:lnTo>
                <a:close/>
              </a:path>
              <a:path w="760095" h="2469515">
                <a:moveTo>
                  <a:pt x="190098" y="966483"/>
                </a:moveTo>
                <a:lnTo>
                  <a:pt x="214119" y="966483"/>
                </a:lnTo>
                <a:lnTo>
                  <a:pt x="214119" y="865418"/>
                </a:lnTo>
                <a:lnTo>
                  <a:pt x="190098" y="865418"/>
                </a:lnTo>
                <a:lnTo>
                  <a:pt x="190098" y="966483"/>
                </a:lnTo>
                <a:close/>
              </a:path>
              <a:path w="760095" h="2469515">
                <a:moveTo>
                  <a:pt x="151880" y="966483"/>
                </a:moveTo>
                <a:lnTo>
                  <a:pt x="175931" y="966483"/>
                </a:lnTo>
                <a:lnTo>
                  <a:pt x="175931" y="865418"/>
                </a:lnTo>
                <a:lnTo>
                  <a:pt x="151880" y="865418"/>
                </a:lnTo>
                <a:lnTo>
                  <a:pt x="151880" y="966483"/>
                </a:lnTo>
                <a:close/>
              </a:path>
              <a:path w="760095" h="2469515">
                <a:moveTo>
                  <a:pt x="75516" y="966483"/>
                </a:moveTo>
                <a:lnTo>
                  <a:pt x="99536" y="966483"/>
                </a:lnTo>
                <a:lnTo>
                  <a:pt x="99536" y="865418"/>
                </a:lnTo>
                <a:lnTo>
                  <a:pt x="75516" y="865418"/>
                </a:lnTo>
                <a:lnTo>
                  <a:pt x="75516" y="966483"/>
                </a:lnTo>
                <a:close/>
              </a:path>
              <a:path w="760095" h="2469515">
                <a:moveTo>
                  <a:pt x="37276" y="966483"/>
                </a:moveTo>
                <a:lnTo>
                  <a:pt x="61275" y="966483"/>
                </a:lnTo>
                <a:lnTo>
                  <a:pt x="61275" y="865418"/>
                </a:lnTo>
                <a:lnTo>
                  <a:pt x="37276" y="865418"/>
                </a:lnTo>
                <a:lnTo>
                  <a:pt x="37276" y="966483"/>
                </a:lnTo>
                <a:close/>
              </a:path>
              <a:path w="760095" h="2469515">
                <a:moveTo>
                  <a:pt x="228338" y="1089914"/>
                </a:moveTo>
                <a:lnTo>
                  <a:pt x="252358" y="1089914"/>
                </a:lnTo>
                <a:lnTo>
                  <a:pt x="252358" y="988797"/>
                </a:lnTo>
                <a:lnTo>
                  <a:pt x="228338" y="988797"/>
                </a:lnTo>
                <a:lnTo>
                  <a:pt x="228338" y="1089914"/>
                </a:lnTo>
                <a:close/>
              </a:path>
              <a:path w="760095" h="2469515">
                <a:moveTo>
                  <a:pt x="190098" y="1089914"/>
                </a:moveTo>
                <a:lnTo>
                  <a:pt x="214119" y="1089914"/>
                </a:lnTo>
                <a:lnTo>
                  <a:pt x="214119" y="988797"/>
                </a:lnTo>
                <a:lnTo>
                  <a:pt x="190098" y="988797"/>
                </a:lnTo>
                <a:lnTo>
                  <a:pt x="190098" y="1089914"/>
                </a:lnTo>
                <a:close/>
              </a:path>
              <a:path w="760095" h="2469515">
                <a:moveTo>
                  <a:pt x="151880" y="1089914"/>
                </a:moveTo>
                <a:lnTo>
                  <a:pt x="175931" y="1089914"/>
                </a:lnTo>
                <a:lnTo>
                  <a:pt x="175931" y="988797"/>
                </a:lnTo>
                <a:lnTo>
                  <a:pt x="151880" y="988797"/>
                </a:lnTo>
                <a:lnTo>
                  <a:pt x="151880" y="1089914"/>
                </a:lnTo>
                <a:close/>
              </a:path>
              <a:path w="760095" h="2469515">
                <a:moveTo>
                  <a:pt x="75516" y="1089914"/>
                </a:moveTo>
                <a:lnTo>
                  <a:pt x="99536" y="1089914"/>
                </a:lnTo>
                <a:lnTo>
                  <a:pt x="99536" y="988797"/>
                </a:lnTo>
                <a:lnTo>
                  <a:pt x="75516" y="988797"/>
                </a:lnTo>
                <a:lnTo>
                  <a:pt x="75516" y="1089914"/>
                </a:lnTo>
                <a:close/>
              </a:path>
              <a:path w="760095" h="2469515">
                <a:moveTo>
                  <a:pt x="37276" y="1089914"/>
                </a:moveTo>
                <a:lnTo>
                  <a:pt x="61275" y="1089914"/>
                </a:lnTo>
                <a:lnTo>
                  <a:pt x="61275" y="988797"/>
                </a:lnTo>
                <a:lnTo>
                  <a:pt x="37276" y="988797"/>
                </a:lnTo>
                <a:lnTo>
                  <a:pt x="37276" y="1089914"/>
                </a:lnTo>
                <a:close/>
              </a:path>
              <a:path w="760095" h="2469515">
                <a:moveTo>
                  <a:pt x="228338" y="1213324"/>
                </a:moveTo>
                <a:lnTo>
                  <a:pt x="252358" y="1213324"/>
                </a:lnTo>
                <a:lnTo>
                  <a:pt x="252358" y="1112259"/>
                </a:lnTo>
                <a:lnTo>
                  <a:pt x="228338" y="1112259"/>
                </a:lnTo>
                <a:lnTo>
                  <a:pt x="228338" y="1213324"/>
                </a:lnTo>
                <a:close/>
              </a:path>
              <a:path w="760095" h="2469515">
                <a:moveTo>
                  <a:pt x="190098" y="1213324"/>
                </a:moveTo>
                <a:lnTo>
                  <a:pt x="214119" y="1213324"/>
                </a:lnTo>
                <a:lnTo>
                  <a:pt x="214119" y="1112259"/>
                </a:lnTo>
                <a:lnTo>
                  <a:pt x="190098" y="1112259"/>
                </a:lnTo>
                <a:lnTo>
                  <a:pt x="190098" y="1213324"/>
                </a:lnTo>
                <a:close/>
              </a:path>
              <a:path w="760095" h="2469515">
                <a:moveTo>
                  <a:pt x="151880" y="1213324"/>
                </a:moveTo>
                <a:lnTo>
                  <a:pt x="175931" y="1213324"/>
                </a:lnTo>
                <a:lnTo>
                  <a:pt x="175931" y="1112259"/>
                </a:lnTo>
                <a:lnTo>
                  <a:pt x="151880" y="1112259"/>
                </a:lnTo>
                <a:lnTo>
                  <a:pt x="151880" y="1213324"/>
                </a:lnTo>
                <a:close/>
              </a:path>
              <a:path w="760095" h="2469515">
                <a:moveTo>
                  <a:pt x="75516" y="1213324"/>
                </a:moveTo>
                <a:lnTo>
                  <a:pt x="99536" y="1213324"/>
                </a:lnTo>
                <a:lnTo>
                  <a:pt x="99536" y="1112259"/>
                </a:lnTo>
                <a:lnTo>
                  <a:pt x="75516" y="1112259"/>
                </a:lnTo>
                <a:lnTo>
                  <a:pt x="75516" y="1213324"/>
                </a:lnTo>
                <a:close/>
              </a:path>
              <a:path w="760095" h="2469515">
                <a:moveTo>
                  <a:pt x="37276" y="1213324"/>
                </a:moveTo>
                <a:lnTo>
                  <a:pt x="61275" y="1213324"/>
                </a:lnTo>
                <a:lnTo>
                  <a:pt x="61275" y="1112259"/>
                </a:lnTo>
                <a:lnTo>
                  <a:pt x="37276" y="1112259"/>
                </a:lnTo>
                <a:lnTo>
                  <a:pt x="37276" y="1213324"/>
                </a:lnTo>
                <a:close/>
              </a:path>
              <a:path w="760095" h="2469515">
                <a:moveTo>
                  <a:pt x="682617" y="840937"/>
                </a:moveTo>
                <a:lnTo>
                  <a:pt x="706659" y="840937"/>
                </a:lnTo>
                <a:lnTo>
                  <a:pt x="706659" y="700177"/>
                </a:lnTo>
                <a:lnTo>
                  <a:pt x="682617" y="700177"/>
                </a:lnTo>
                <a:lnTo>
                  <a:pt x="682617" y="840937"/>
                </a:lnTo>
                <a:close/>
              </a:path>
              <a:path w="760095" h="2469515">
                <a:moveTo>
                  <a:pt x="644430" y="840937"/>
                </a:moveTo>
                <a:lnTo>
                  <a:pt x="668429" y="840937"/>
                </a:lnTo>
                <a:lnTo>
                  <a:pt x="668429" y="700177"/>
                </a:lnTo>
                <a:lnTo>
                  <a:pt x="644430" y="700177"/>
                </a:lnTo>
                <a:lnTo>
                  <a:pt x="644430" y="840937"/>
                </a:lnTo>
                <a:close/>
              </a:path>
              <a:path w="760095" h="2469515">
                <a:moveTo>
                  <a:pt x="606201" y="840937"/>
                </a:moveTo>
                <a:lnTo>
                  <a:pt x="630232" y="840937"/>
                </a:lnTo>
                <a:lnTo>
                  <a:pt x="630232" y="700177"/>
                </a:lnTo>
                <a:lnTo>
                  <a:pt x="606201" y="700177"/>
                </a:lnTo>
                <a:lnTo>
                  <a:pt x="606201" y="840937"/>
                </a:lnTo>
                <a:close/>
              </a:path>
              <a:path w="760095" h="2469515">
                <a:moveTo>
                  <a:pt x="567972" y="840937"/>
                </a:moveTo>
                <a:lnTo>
                  <a:pt x="592055" y="840937"/>
                </a:lnTo>
                <a:lnTo>
                  <a:pt x="592055" y="700177"/>
                </a:lnTo>
                <a:lnTo>
                  <a:pt x="567972" y="700177"/>
                </a:lnTo>
                <a:lnTo>
                  <a:pt x="567972" y="840937"/>
                </a:lnTo>
                <a:close/>
              </a:path>
              <a:path w="760095" h="2469515">
                <a:moveTo>
                  <a:pt x="529805" y="840937"/>
                </a:moveTo>
                <a:lnTo>
                  <a:pt x="553805" y="840937"/>
                </a:lnTo>
                <a:lnTo>
                  <a:pt x="553805" y="700177"/>
                </a:lnTo>
                <a:lnTo>
                  <a:pt x="529805" y="700177"/>
                </a:lnTo>
                <a:lnTo>
                  <a:pt x="529805" y="840937"/>
                </a:lnTo>
                <a:close/>
              </a:path>
              <a:path w="760095" h="2469515">
                <a:moveTo>
                  <a:pt x="491566" y="840937"/>
                </a:moveTo>
                <a:lnTo>
                  <a:pt x="515607" y="840937"/>
                </a:lnTo>
                <a:lnTo>
                  <a:pt x="515607" y="700177"/>
                </a:lnTo>
                <a:lnTo>
                  <a:pt x="491566" y="700177"/>
                </a:lnTo>
                <a:lnTo>
                  <a:pt x="491566" y="840937"/>
                </a:lnTo>
                <a:close/>
              </a:path>
              <a:path w="760095" h="2469515">
                <a:moveTo>
                  <a:pt x="682617" y="182130"/>
                </a:moveTo>
                <a:lnTo>
                  <a:pt x="706659" y="182130"/>
                </a:lnTo>
                <a:lnTo>
                  <a:pt x="706659" y="81023"/>
                </a:lnTo>
                <a:lnTo>
                  <a:pt x="682617" y="81023"/>
                </a:lnTo>
                <a:lnTo>
                  <a:pt x="682617" y="182130"/>
                </a:lnTo>
                <a:close/>
              </a:path>
              <a:path w="760095" h="2469515">
                <a:moveTo>
                  <a:pt x="644430" y="182130"/>
                </a:moveTo>
                <a:lnTo>
                  <a:pt x="668429" y="182130"/>
                </a:lnTo>
                <a:lnTo>
                  <a:pt x="668429" y="81023"/>
                </a:lnTo>
                <a:lnTo>
                  <a:pt x="644430" y="81023"/>
                </a:lnTo>
                <a:lnTo>
                  <a:pt x="644430" y="182130"/>
                </a:lnTo>
                <a:close/>
              </a:path>
              <a:path w="760095" h="2469515">
                <a:moveTo>
                  <a:pt x="606201" y="182130"/>
                </a:moveTo>
                <a:lnTo>
                  <a:pt x="630232" y="182130"/>
                </a:lnTo>
                <a:lnTo>
                  <a:pt x="630232" y="81023"/>
                </a:lnTo>
                <a:lnTo>
                  <a:pt x="606201" y="81023"/>
                </a:lnTo>
                <a:lnTo>
                  <a:pt x="606201" y="182130"/>
                </a:lnTo>
                <a:close/>
              </a:path>
              <a:path w="760095" h="2469515">
                <a:moveTo>
                  <a:pt x="567972" y="182130"/>
                </a:moveTo>
                <a:lnTo>
                  <a:pt x="592055" y="182130"/>
                </a:lnTo>
                <a:lnTo>
                  <a:pt x="592055" y="81023"/>
                </a:lnTo>
                <a:lnTo>
                  <a:pt x="567972" y="81023"/>
                </a:lnTo>
                <a:lnTo>
                  <a:pt x="567972" y="182130"/>
                </a:lnTo>
                <a:close/>
              </a:path>
              <a:path w="760095" h="2469515">
                <a:moveTo>
                  <a:pt x="529805" y="182130"/>
                </a:moveTo>
                <a:lnTo>
                  <a:pt x="553805" y="182130"/>
                </a:lnTo>
                <a:lnTo>
                  <a:pt x="553805" y="81023"/>
                </a:lnTo>
                <a:lnTo>
                  <a:pt x="529805" y="81023"/>
                </a:lnTo>
                <a:lnTo>
                  <a:pt x="529805" y="182130"/>
                </a:lnTo>
                <a:close/>
              </a:path>
              <a:path w="760095" h="2469515">
                <a:moveTo>
                  <a:pt x="491566" y="182130"/>
                </a:moveTo>
                <a:lnTo>
                  <a:pt x="515607" y="182130"/>
                </a:lnTo>
                <a:lnTo>
                  <a:pt x="515607" y="81023"/>
                </a:lnTo>
                <a:lnTo>
                  <a:pt x="491566" y="81023"/>
                </a:lnTo>
                <a:lnTo>
                  <a:pt x="491566" y="182130"/>
                </a:lnTo>
                <a:close/>
              </a:path>
              <a:path w="760095" h="2469515">
                <a:moveTo>
                  <a:pt x="682617" y="305540"/>
                </a:moveTo>
                <a:lnTo>
                  <a:pt x="706659" y="305540"/>
                </a:lnTo>
                <a:lnTo>
                  <a:pt x="706659" y="204433"/>
                </a:lnTo>
                <a:lnTo>
                  <a:pt x="682617" y="204433"/>
                </a:lnTo>
                <a:lnTo>
                  <a:pt x="682617" y="305540"/>
                </a:lnTo>
                <a:close/>
              </a:path>
              <a:path w="760095" h="2469515">
                <a:moveTo>
                  <a:pt x="644430" y="305540"/>
                </a:moveTo>
                <a:lnTo>
                  <a:pt x="668429" y="305540"/>
                </a:lnTo>
                <a:lnTo>
                  <a:pt x="668429" y="204433"/>
                </a:lnTo>
                <a:lnTo>
                  <a:pt x="644430" y="204433"/>
                </a:lnTo>
                <a:lnTo>
                  <a:pt x="644430" y="305540"/>
                </a:lnTo>
                <a:close/>
              </a:path>
              <a:path w="760095" h="2469515">
                <a:moveTo>
                  <a:pt x="606201" y="305540"/>
                </a:moveTo>
                <a:lnTo>
                  <a:pt x="630232" y="305540"/>
                </a:lnTo>
                <a:lnTo>
                  <a:pt x="630232" y="204433"/>
                </a:lnTo>
                <a:lnTo>
                  <a:pt x="606201" y="204433"/>
                </a:lnTo>
                <a:lnTo>
                  <a:pt x="606201" y="305540"/>
                </a:lnTo>
                <a:close/>
              </a:path>
              <a:path w="760095" h="2469515">
                <a:moveTo>
                  <a:pt x="567972" y="305540"/>
                </a:moveTo>
                <a:lnTo>
                  <a:pt x="592055" y="305540"/>
                </a:lnTo>
                <a:lnTo>
                  <a:pt x="592055" y="204433"/>
                </a:lnTo>
                <a:lnTo>
                  <a:pt x="567972" y="204433"/>
                </a:lnTo>
                <a:lnTo>
                  <a:pt x="567972" y="305540"/>
                </a:lnTo>
                <a:close/>
              </a:path>
              <a:path w="760095" h="2469515">
                <a:moveTo>
                  <a:pt x="529805" y="305540"/>
                </a:moveTo>
                <a:lnTo>
                  <a:pt x="553805" y="305540"/>
                </a:lnTo>
                <a:lnTo>
                  <a:pt x="553805" y="204433"/>
                </a:lnTo>
                <a:lnTo>
                  <a:pt x="529805" y="204433"/>
                </a:lnTo>
                <a:lnTo>
                  <a:pt x="529805" y="305540"/>
                </a:lnTo>
                <a:close/>
              </a:path>
              <a:path w="760095" h="2469515">
                <a:moveTo>
                  <a:pt x="491566" y="305540"/>
                </a:moveTo>
                <a:lnTo>
                  <a:pt x="515607" y="305540"/>
                </a:lnTo>
                <a:lnTo>
                  <a:pt x="515607" y="204433"/>
                </a:lnTo>
                <a:lnTo>
                  <a:pt x="491566" y="204433"/>
                </a:lnTo>
                <a:lnTo>
                  <a:pt x="491566" y="305540"/>
                </a:lnTo>
                <a:close/>
              </a:path>
              <a:path w="760095" h="2469515">
                <a:moveTo>
                  <a:pt x="682617" y="428960"/>
                </a:moveTo>
                <a:lnTo>
                  <a:pt x="706659" y="428960"/>
                </a:lnTo>
                <a:lnTo>
                  <a:pt x="706659" y="327885"/>
                </a:lnTo>
                <a:lnTo>
                  <a:pt x="682617" y="327885"/>
                </a:lnTo>
                <a:lnTo>
                  <a:pt x="682617" y="428960"/>
                </a:lnTo>
                <a:close/>
              </a:path>
              <a:path w="760095" h="2469515">
                <a:moveTo>
                  <a:pt x="644430" y="428960"/>
                </a:moveTo>
                <a:lnTo>
                  <a:pt x="668429" y="428960"/>
                </a:lnTo>
                <a:lnTo>
                  <a:pt x="668429" y="327885"/>
                </a:lnTo>
                <a:lnTo>
                  <a:pt x="644430" y="327885"/>
                </a:lnTo>
                <a:lnTo>
                  <a:pt x="644430" y="428960"/>
                </a:lnTo>
                <a:close/>
              </a:path>
              <a:path w="760095" h="2469515">
                <a:moveTo>
                  <a:pt x="606201" y="428960"/>
                </a:moveTo>
                <a:lnTo>
                  <a:pt x="630232" y="428960"/>
                </a:lnTo>
                <a:lnTo>
                  <a:pt x="630232" y="327885"/>
                </a:lnTo>
                <a:lnTo>
                  <a:pt x="606201" y="327885"/>
                </a:lnTo>
                <a:lnTo>
                  <a:pt x="606201" y="428960"/>
                </a:lnTo>
                <a:close/>
              </a:path>
              <a:path w="760095" h="2469515">
                <a:moveTo>
                  <a:pt x="567972" y="428960"/>
                </a:moveTo>
                <a:lnTo>
                  <a:pt x="592055" y="428960"/>
                </a:lnTo>
                <a:lnTo>
                  <a:pt x="592055" y="327885"/>
                </a:lnTo>
                <a:lnTo>
                  <a:pt x="567972" y="327885"/>
                </a:lnTo>
                <a:lnTo>
                  <a:pt x="567972" y="428960"/>
                </a:lnTo>
                <a:close/>
              </a:path>
              <a:path w="760095" h="2469515">
                <a:moveTo>
                  <a:pt x="529805" y="428960"/>
                </a:moveTo>
                <a:lnTo>
                  <a:pt x="553805" y="428960"/>
                </a:lnTo>
                <a:lnTo>
                  <a:pt x="553805" y="327885"/>
                </a:lnTo>
                <a:lnTo>
                  <a:pt x="529805" y="327885"/>
                </a:lnTo>
                <a:lnTo>
                  <a:pt x="529805" y="428960"/>
                </a:lnTo>
                <a:close/>
              </a:path>
              <a:path w="760095" h="2469515">
                <a:moveTo>
                  <a:pt x="491566" y="428960"/>
                </a:moveTo>
                <a:lnTo>
                  <a:pt x="515607" y="428960"/>
                </a:lnTo>
                <a:lnTo>
                  <a:pt x="515607" y="327885"/>
                </a:lnTo>
                <a:lnTo>
                  <a:pt x="491566" y="327885"/>
                </a:lnTo>
                <a:lnTo>
                  <a:pt x="491566" y="428960"/>
                </a:lnTo>
                <a:close/>
              </a:path>
              <a:path w="760095" h="2469515">
                <a:moveTo>
                  <a:pt x="682617" y="552339"/>
                </a:moveTo>
                <a:lnTo>
                  <a:pt x="706659" y="552339"/>
                </a:lnTo>
                <a:lnTo>
                  <a:pt x="706659" y="451295"/>
                </a:lnTo>
                <a:lnTo>
                  <a:pt x="682617" y="451295"/>
                </a:lnTo>
                <a:lnTo>
                  <a:pt x="682617" y="552339"/>
                </a:lnTo>
                <a:close/>
              </a:path>
              <a:path w="760095" h="2469515">
                <a:moveTo>
                  <a:pt x="644430" y="552339"/>
                </a:moveTo>
                <a:lnTo>
                  <a:pt x="668429" y="552339"/>
                </a:lnTo>
                <a:lnTo>
                  <a:pt x="668429" y="451295"/>
                </a:lnTo>
                <a:lnTo>
                  <a:pt x="644430" y="451295"/>
                </a:lnTo>
                <a:lnTo>
                  <a:pt x="644430" y="552339"/>
                </a:lnTo>
                <a:close/>
              </a:path>
              <a:path w="760095" h="2469515">
                <a:moveTo>
                  <a:pt x="606201" y="552339"/>
                </a:moveTo>
                <a:lnTo>
                  <a:pt x="630232" y="552339"/>
                </a:lnTo>
                <a:lnTo>
                  <a:pt x="630232" y="451295"/>
                </a:lnTo>
                <a:lnTo>
                  <a:pt x="606201" y="451295"/>
                </a:lnTo>
                <a:lnTo>
                  <a:pt x="606201" y="552339"/>
                </a:lnTo>
                <a:close/>
              </a:path>
              <a:path w="760095" h="2469515">
                <a:moveTo>
                  <a:pt x="567972" y="552339"/>
                </a:moveTo>
                <a:lnTo>
                  <a:pt x="592055" y="552339"/>
                </a:lnTo>
                <a:lnTo>
                  <a:pt x="592055" y="451295"/>
                </a:lnTo>
                <a:lnTo>
                  <a:pt x="567972" y="451295"/>
                </a:lnTo>
                <a:lnTo>
                  <a:pt x="567972" y="552339"/>
                </a:lnTo>
                <a:close/>
              </a:path>
              <a:path w="760095" h="2469515">
                <a:moveTo>
                  <a:pt x="529805" y="552339"/>
                </a:moveTo>
                <a:lnTo>
                  <a:pt x="553805" y="552339"/>
                </a:lnTo>
                <a:lnTo>
                  <a:pt x="553805" y="451295"/>
                </a:lnTo>
                <a:lnTo>
                  <a:pt x="529805" y="451295"/>
                </a:lnTo>
                <a:lnTo>
                  <a:pt x="529805" y="552339"/>
                </a:lnTo>
                <a:close/>
              </a:path>
              <a:path w="760095" h="2469515">
                <a:moveTo>
                  <a:pt x="491566" y="552339"/>
                </a:moveTo>
                <a:lnTo>
                  <a:pt x="515607" y="552339"/>
                </a:lnTo>
                <a:lnTo>
                  <a:pt x="515607" y="451295"/>
                </a:lnTo>
                <a:lnTo>
                  <a:pt x="491566" y="451295"/>
                </a:lnTo>
                <a:lnTo>
                  <a:pt x="491566" y="552339"/>
                </a:lnTo>
                <a:close/>
              </a:path>
              <a:path w="760095" h="2469515">
                <a:moveTo>
                  <a:pt x="682617" y="675780"/>
                </a:moveTo>
                <a:lnTo>
                  <a:pt x="706659" y="675780"/>
                </a:lnTo>
                <a:lnTo>
                  <a:pt x="706659" y="574694"/>
                </a:lnTo>
                <a:lnTo>
                  <a:pt x="682617" y="574694"/>
                </a:lnTo>
                <a:lnTo>
                  <a:pt x="682617" y="675780"/>
                </a:lnTo>
                <a:close/>
              </a:path>
              <a:path w="760095" h="2469515">
                <a:moveTo>
                  <a:pt x="644430" y="675780"/>
                </a:moveTo>
                <a:lnTo>
                  <a:pt x="668429" y="675780"/>
                </a:lnTo>
                <a:lnTo>
                  <a:pt x="668429" y="574694"/>
                </a:lnTo>
                <a:lnTo>
                  <a:pt x="644430" y="574694"/>
                </a:lnTo>
                <a:lnTo>
                  <a:pt x="644430" y="675780"/>
                </a:lnTo>
                <a:close/>
              </a:path>
              <a:path w="760095" h="2469515">
                <a:moveTo>
                  <a:pt x="606201" y="675780"/>
                </a:moveTo>
                <a:lnTo>
                  <a:pt x="630232" y="675780"/>
                </a:lnTo>
                <a:lnTo>
                  <a:pt x="630232" y="574694"/>
                </a:lnTo>
                <a:lnTo>
                  <a:pt x="606201" y="574694"/>
                </a:lnTo>
                <a:lnTo>
                  <a:pt x="606201" y="675780"/>
                </a:lnTo>
                <a:close/>
              </a:path>
              <a:path w="760095" h="2469515">
                <a:moveTo>
                  <a:pt x="567972" y="675780"/>
                </a:moveTo>
                <a:lnTo>
                  <a:pt x="592055" y="675780"/>
                </a:lnTo>
                <a:lnTo>
                  <a:pt x="592055" y="574694"/>
                </a:lnTo>
                <a:lnTo>
                  <a:pt x="567972" y="574694"/>
                </a:lnTo>
                <a:lnTo>
                  <a:pt x="567972" y="675780"/>
                </a:lnTo>
                <a:close/>
              </a:path>
              <a:path w="760095" h="2469515">
                <a:moveTo>
                  <a:pt x="529805" y="675780"/>
                </a:moveTo>
                <a:lnTo>
                  <a:pt x="553805" y="675780"/>
                </a:lnTo>
                <a:lnTo>
                  <a:pt x="553805" y="574694"/>
                </a:lnTo>
                <a:lnTo>
                  <a:pt x="529805" y="574694"/>
                </a:lnTo>
                <a:lnTo>
                  <a:pt x="529805" y="675780"/>
                </a:lnTo>
                <a:close/>
              </a:path>
              <a:path w="760095" h="2469515">
                <a:moveTo>
                  <a:pt x="491566" y="675780"/>
                </a:moveTo>
                <a:lnTo>
                  <a:pt x="515607" y="675780"/>
                </a:lnTo>
                <a:lnTo>
                  <a:pt x="515607" y="574694"/>
                </a:lnTo>
                <a:lnTo>
                  <a:pt x="491566" y="574694"/>
                </a:lnTo>
                <a:lnTo>
                  <a:pt x="491566" y="675780"/>
                </a:lnTo>
                <a:close/>
              </a:path>
              <a:path w="760095" h="2469515">
                <a:moveTo>
                  <a:pt x="455483" y="840937"/>
                </a:moveTo>
                <a:lnTo>
                  <a:pt x="479503" y="840937"/>
                </a:lnTo>
                <a:lnTo>
                  <a:pt x="479503" y="700177"/>
                </a:lnTo>
                <a:lnTo>
                  <a:pt x="455483" y="700177"/>
                </a:lnTo>
                <a:lnTo>
                  <a:pt x="455483" y="840937"/>
                </a:lnTo>
                <a:close/>
              </a:path>
              <a:path w="760095" h="2469515">
                <a:moveTo>
                  <a:pt x="417275" y="840937"/>
                </a:moveTo>
                <a:lnTo>
                  <a:pt x="441316" y="840937"/>
                </a:lnTo>
                <a:lnTo>
                  <a:pt x="441316" y="700177"/>
                </a:lnTo>
                <a:lnTo>
                  <a:pt x="417275" y="700177"/>
                </a:lnTo>
                <a:lnTo>
                  <a:pt x="417275" y="840937"/>
                </a:lnTo>
                <a:close/>
              </a:path>
              <a:path w="760095" h="2469515">
                <a:moveTo>
                  <a:pt x="379046" y="840937"/>
                </a:moveTo>
                <a:lnTo>
                  <a:pt x="403087" y="840937"/>
                </a:lnTo>
                <a:lnTo>
                  <a:pt x="403087" y="700177"/>
                </a:lnTo>
                <a:lnTo>
                  <a:pt x="379046" y="700177"/>
                </a:lnTo>
                <a:lnTo>
                  <a:pt x="379046" y="840937"/>
                </a:lnTo>
                <a:close/>
              </a:path>
              <a:path w="760095" h="2469515">
                <a:moveTo>
                  <a:pt x="340837" y="840937"/>
                </a:moveTo>
                <a:lnTo>
                  <a:pt x="364837" y="840937"/>
                </a:lnTo>
                <a:lnTo>
                  <a:pt x="364837" y="700177"/>
                </a:lnTo>
                <a:lnTo>
                  <a:pt x="340837" y="700177"/>
                </a:lnTo>
                <a:lnTo>
                  <a:pt x="340837" y="840937"/>
                </a:lnTo>
                <a:close/>
              </a:path>
              <a:path w="760095" h="2469515">
                <a:moveTo>
                  <a:pt x="302619" y="840937"/>
                </a:moveTo>
                <a:lnTo>
                  <a:pt x="326639" y="840937"/>
                </a:lnTo>
                <a:lnTo>
                  <a:pt x="326639" y="700177"/>
                </a:lnTo>
                <a:lnTo>
                  <a:pt x="302619" y="700177"/>
                </a:lnTo>
                <a:lnTo>
                  <a:pt x="302619" y="840937"/>
                </a:lnTo>
                <a:close/>
              </a:path>
              <a:path w="760095" h="2469515">
                <a:moveTo>
                  <a:pt x="264431" y="840937"/>
                </a:moveTo>
                <a:lnTo>
                  <a:pt x="288431" y="840937"/>
                </a:lnTo>
                <a:lnTo>
                  <a:pt x="288431" y="700177"/>
                </a:lnTo>
                <a:lnTo>
                  <a:pt x="264431" y="700177"/>
                </a:lnTo>
                <a:lnTo>
                  <a:pt x="264431" y="840937"/>
                </a:lnTo>
                <a:close/>
              </a:path>
              <a:path w="760095" h="2469515">
                <a:moveTo>
                  <a:pt x="455483" y="182130"/>
                </a:moveTo>
                <a:lnTo>
                  <a:pt x="479503" y="182130"/>
                </a:lnTo>
                <a:lnTo>
                  <a:pt x="479503" y="81023"/>
                </a:lnTo>
                <a:lnTo>
                  <a:pt x="455483" y="81023"/>
                </a:lnTo>
                <a:lnTo>
                  <a:pt x="455483" y="182130"/>
                </a:lnTo>
                <a:close/>
              </a:path>
              <a:path w="760095" h="2469515">
                <a:moveTo>
                  <a:pt x="417275" y="182130"/>
                </a:moveTo>
                <a:lnTo>
                  <a:pt x="441316" y="182130"/>
                </a:lnTo>
                <a:lnTo>
                  <a:pt x="441316" y="81023"/>
                </a:lnTo>
                <a:lnTo>
                  <a:pt x="417275" y="81023"/>
                </a:lnTo>
                <a:lnTo>
                  <a:pt x="417275" y="182130"/>
                </a:lnTo>
                <a:close/>
              </a:path>
              <a:path w="760095" h="2469515">
                <a:moveTo>
                  <a:pt x="379046" y="182130"/>
                </a:moveTo>
                <a:lnTo>
                  <a:pt x="403087" y="182130"/>
                </a:lnTo>
                <a:lnTo>
                  <a:pt x="403087" y="81023"/>
                </a:lnTo>
                <a:lnTo>
                  <a:pt x="379046" y="81023"/>
                </a:lnTo>
                <a:lnTo>
                  <a:pt x="379046" y="182130"/>
                </a:lnTo>
                <a:close/>
              </a:path>
              <a:path w="760095" h="2469515">
                <a:moveTo>
                  <a:pt x="340837" y="182130"/>
                </a:moveTo>
                <a:lnTo>
                  <a:pt x="364837" y="182130"/>
                </a:lnTo>
                <a:lnTo>
                  <a:pt x="364837" y="81023"/>
                </a:lnTo>
                <a:lnTo>
                  <a:pt x="340837" y="81023"/>
                </a:lnTo>
                <a:lnTo>
                  <a:pt x="340837" y="182130"/>
                </a:lnTo>
                <a:close/>
              </a:path>
              <a:path w="760095" h="2469515">
                <a:moveTo>
                  <a:pt x="302619" y="182130"/>
                </a:moveTo>
                <a:lnTo>
                  <a:pt x="326639" y="182130"/>
                </a:lnTo>
                <a:lnTo>
                  <a:pt x="326639" y="81023"/>
                </a:lnTo>
                <a:lnTo>
                  <a:pt x="302619" y="81023"/>
                </a:lnTo>
                <a:lnTo>
                  <a:pt x="302619" y="182130"/>
                </a:lnTo>
                <a:close/>
              </a:path>
              <a:path w="760095" h="2469515">
                <a:moveTo>
                  <a:pt x="264431" y="182130"/>
                </a:moveTo>
                <a:lnTo>
                  <a:pt x="288431" y="182130"/>
                </a:lnTo>
                <a:lnTo>
                  <a:pt x="288431" y="81023"/>
                </a:lnTo>
                <a:lnTo>
                  <a:pt x="264431" y="81023"/>
                </a:lnTo>
                <a:lnTo>
                  <a:pt x="264431" y="182130"/>
                </a:lnTo>
                <a:close/>
              </a:path>
              <a:path w="760095" h="2469515">
                <a:moveTo>
                  <a:pt x="455483" y="305540"/>
                </a:moveTo>
                <a:lnTo>
                  <a:pt x="479503" y="305540"/>
                </a:lnTo>
                <a:lnTo>
                  <a:pt x="479503" y="204433"/>
                </a:lnTo>
                <a:lnTo>
                  <a:pt x="455483" y="204433"/>
                </a:lnTo>
                <a:lnTo>
                  <a:pt x="455483" y="305540"/>
                </a:lnTo>
                <a:close/>
              </a:path>
              <a:path w="760095" h="2469515">
                <a:moveTo>
                  <a:pt x="417275" y="305540"/>
                </a:moveTo>
                <a:lnTo>
                  <a:pt x="441316" y="305540"/>
                </a:lnTo>
                <a:lnTo>
                  <a:pt x="441316" y="204433"/>
                </a:lnTo>
                <a:lnTo>
                  <a:pt x="417275" y="204433"/>
                </a:lnTo>
                <a:lnTo>
                  <a:pt x="417275" y="305540"/>
                </a:lnTo>
                <a:close/>
              </a:path>
              <a:path w="760095" h="2469515">
                <a:moveTo>
                  <a:pt x="379046" y="305540"/>
                </a:moveTo>
                <a:lnTo>
                  <a:pt x="403087" y="305540"/>
                </a:lnTo>
                <a:lnTo>
                  <a:pt x="403087" y="204433"/>
                </a:lnTo>
                <a:lnTo>
                  <a:pt x="379046" y="204433"/>
                </a:lnTo>
                <a:lnTo>
                  <a:pt x="379046" y="305540"/>
                </a:lnTo>
                <a:close/>
              </a:path>
              <a:path w="760095" h="2469515">
                <a:moveTo>
                  <a:pt x="340837" y="305540"/>
                </a:moveTo>
                <a:lnTo>
                  <a:pt x="364837" y="305540"/>
                </a:lnTo>
                <a:lnTo>
                  <a:pt x="364837" y="204433"/>
                </a:lnTo>
                <a:lnTo>
                  <a:pt x="340837" y="204433"/>
                </a:lnTo>
                <a:lnTo>
                  <a:pt x="340837" y="305540"/>
                </a:lnTo>
                <a:close/>
              </a:path>
              <a:path w="760095" h="2469515">
                <a:moveTo>
                  <a:pt x="302619" y="305540"/>
                </a:moveTo>
                <a:lnTo>
                  <a:pt x="326639" y="305540"/>
                </a:lnTo>
                <a:lnTo>
                  <a:pt x="326639" y="204433"/>
                </a:lnTo>
                <a:lnTo>
                  <a:pt x="302619" y="204433"/>
                </a:lnTo>
                <a:lnTo>
                  <a:pt x="302619" y="305540"/>
                </a:lnTo>
                <a:close/>
              </a:path>
              <a:path w="760095" h="2469515">
                <a:moveTo>
                  <a:pt x="264431" y="305540"/>
                </a:moveTo>
                <a:lnTo>
                  <a:pt x="288431" y="305540"/>
                </a:lnTo>
                <a:lnTo>
                  <a:pt x="288431" y="204433"/>
                </a:lnTo>
                <a:lnTo>
                  <a:pt x="264431" y="204433"/>
                </a:lnTo>
                <a:lnTo>
                  <a:pt x="264431" y="305540"/>
                </a:lnTo>
                <a:close/>
              </a:path>
              <a:path w="760095" h="2469515">
                <a:moveTo>
                  <a:pt x="455483" y="428960"/>
                </a:moveTo>
                <a:lnTo>
                  <a:pt x="479503" y="428960"/>
                </a:lnTo>
                <a:lnTo>
                  <a:pt x="479503" y="327885"/>
                </a:lnTo>
                <a:lnTo>
                  <a:pt x="455483" y="327885"/>
                </a:lnTo>
                <a:lnTo>
                  <a:pt x="455483" y="428960"/>
                </a:lnTo>
                <a:close/>
              </a:path>
              <a:path w="760095" h="2469515">
                <a:moveTo>
                  <a:pt x="417275" y="428960"/>
                </a:moveTo>
                <a:lnTo>
                  <a:pt x="441316" y="428960"/>
                </a:lnTo>
                <a:lnTo>
                  <a:pt x="441316" y="327885"/>
                </a:lnTo>
                <a:lnTo>
                  <a:pt x="417275" y="327885"/>
                </a:lnTo>
                <a:lnTo>
                  <a:pt x="417275" y="428960"/>
                </a:lnTo>
                <a:close/>
              </a:path>
              <a:path w="760095" h="2469515">
                <a:moveTo>
                  <a:pt x="379046" y="428960"/>
                </a:moveTo>
                <a:lnTo>
                  <a:pt x="403087" y="428960"/>
                </a:lnTo>
                <a:lnTo>
                  <a:pt x="403087" y="327885"/>
                </a:lnTo>
                <a:lnTo>
                  <a:pt x="379046" y="327885"/>
                </a:lnTo>
                <a:lnTo>
                  <a:pt x="379046" y="428960"/>
                </a:lnTo>
                <a:close/>
              </a:path>
              <a:path w="760095" h="2469515">
                <a:moveTo>
                  <a:pt x="340837" y="428960"/>
                </a:moveTo>
                <a:lnTo>
                  <a:pt x="364837" y="428960"/>
                </a:lnTo>
                <a:lnTo>
                  <a:pt x="364837" y="327885"/>
                </a:lnTo>
                <a:lnTo>
                  <a:pt x="340837" y="327885"/>
                </a:lnTo>
                <a:lnTo>
                  <a:pt x="340837" y="428960"/>
                </a:lnTo>
                <a:close/>
              </a:path>
              <a:path w="760095" h="2469515">
                <a:moveTo>
                  <a:pt x="302619" y="428960"/>
                </a:moveTo>
                <a:lnTo>
                  <a:pt x="326639" y="428960"/>
                </a:lnTo>
                <a:lnTo>
                  <a:pt x="326639" y="327885"/>
                </a:lnTo>
                <a:lnTo>
                  <a:pt x="302619" y="327885"/>
                </a:lnTo>
                <a:lnTo>
                  <a:pt x="302619" y="428960"/>
                </a:lnTo>
                <a:close/>
              </a:path>
              <a:path w="760095" h="2469515">
                <a:moveTo>
                  <a:pt x="264431" y="428960"/>
                </a:moveTo>
                <a:lnTo>
                  <a:pt x="288431" y="428960"/>
                </a:lnTo>
                <a:lnTo>
                  <a:pt x="288431" y="327885"/>
                </a:lnTo>
                <a:lnTo>
                  <a:pt x="264431" y="327885"/>
                </a:lnTo>
                <a:lnTo>
                  <a:pt x="264431" y="428960"/>
                </a:lnTo>
                <a:close/>
              </a:path>
              <a:path w="760095" h="2469515">
                <a:moveTo>
                  <a:pt x="455483" y="552339"/>
                </a:moveTo>
                <a:lnTo>
                  <a:pt x="479503" y="552339"/>
                </a:lnTo>
                <a:lnTo>
                  <a:pt x="479503" y="451295"/>
                </a:lnTo>
                <a:lnTo>
                  <a:pt x="455483" y="451295"/>
                </a:lnTo>
                <a:lnTo>
                  <a:pt x="455483" y="552339"/>
                </a:lnTo>
                <a:close/>
              </a:path>
              <a:path w="760095" h="2469515">
                <a:moveTo>
                  <a:pt x="417275" y="552339"/>
                </a:moveTo>
                <a:lnTo>
                  <a:pt x="441316" y="552339"/>
                </a:lnTo>
                <a:lnTo>
                  <a:pt x="441316" y="451295"/>
                </a:lnTo>
                <a:lnTo>
                  <a:pt x="417275" y="451295"/>
                </a:lnTo>
                <a:lnTo>
                  <a:pt x="417275" y="552339"/>
                </a:lnTo>
                <a:close/>
              </a:path>
              <a:path w="760095" h="2469515">
                <a:moveTo>
                  <a:pt x="379046" y="552339"/>
                </a:moveTo>
                <a:lnTo>
                  <a:pt x="403087" y="552339"/>
                </a:lnTo>
                <a:lnTo>
                  <a:pt x="403087" y="451295"/>
                </a:lnTo>
                <a:lnTo>
                  <a:pt x="379046" y="451295"/>
                </a:lnTo>
                <a:lnTo>
                  <a:pt x="379046" y="552339"/>
                </a:lnTo>
                <a:close/>
              </a:path>
              <a:path w="760095" h="2469515">
                <a:moveTo>
                  <a:pt x="340837" y="552339"/>
                </a:moveTo>
                <a:lnTo>
                  <a:pt x="364837" y="552339"/>
                </a:lnTo>
                <a:lnTo>
                  <a:pt x="364837" y="451295"/>
                </a:lnTo>
                <a:lnTo>
                  <a:pt x="340837" y="451295"/>
                </a:lnTo>
                <a:lnTo>
                  <a:pt x="340837" y="552339"/>
                </a:lnTo>
                <a:close/>
              </a:path>
              <a:path w="760095" h="2469515">
                <a:moveTo>
                  <a:pt x="302619" y="552339"/>
                </a:moveTo>
                <a:lnTo>
                  <a:pt x="326639" y="552339"/>
                </a:lnTo>
                <a:lnTo>
                  <a:pt x="326639" y="451295"/>
                </a:lnTo>
                <a:lnTo>
                  <a:pt x="302619" y="451295"/>
                </a:lnTo>
                <a:lnTo>
                  <a:pt x="302619" y="552339"/>
                </a:lnTo>
                <a:close/>
              </a:path>
              <a:path w="760095" h="2469515">
                <a:moveTo>
                  <a:pt x="264431" y="552339"/>
                </a:moveTo>
                <a:lnTo>
                  <a:pt x="288431" y="552339"/>
                </a:lnTo>
                <a:lnTo>
                  <a:pt x="288431" y="451295"/>
                </a:lnTo>
                <a:lnTo>
                  <a:pt x="264431" y="451295"/>
                </a:lnTo>
                <a:lnTo>
                  <a:pt x="264431" y="552339"/>
                </a:lnTo>
                <a:close/>
              </a:path>
              <a:path w="760095" h="2469515">
                <a:moveTo>
                  <a:pt x="455483" y="675780"/>
                </a:moveTo>
                <a:lnTo>
                  <a:pt x="479503" y="675780"/>
                </a:lnTo>
                <a:lnTo>
                  <a:pt x="479503" y="574694"/>
                </a:lnTo>
                <a:lnTo>
                  <a:pt x="455483" y="574694"/>
                </a:lnTo>
                <a:lnTo>
                  <a:pt x="455483" y="675780"/>
                </a:lnTo>
                <a:close/>
              </a:path>
              <a:path w="760095" h="2469515">
                <a:moveTo>
                  <a:pt x="417275" y="675780"/>
                </a:moveTo>
                <a:lnTo>
                  <a:pt x="441316" y="675780"/>
                </a:lnTo>
                <a:lnTo>
                  <a:pt x="441316" y="574694"/>
                </a:lnTo>
                <a:lnTo>
                  <a:pt x="417275" y="574694"/>
                </a:lnTo>
                <a:lnTo>
                  <a:pt x="417275" y="675780"/>
                </a:lnTo>
                <a:close/>
              </a:path>
              <a:path w="760095" h="2469515">
                <a:moveTo>
                  <a:pt x="379046" y="675780"/>
                </a:moveTo>
                <a:lnTo>
                  <a:pt x="403087" y="675780"/>
                </a:lnTo>
                <a:lnTo>
                  <a:pt x="403087" y="574694"/>
                </a:lnTo>
                <a:lnTo>
                  <a:pt x="379046" y="574694"/>
                </a:lnTo>
                <a:lnTo>
                  <a:pt x="379046" y="675780"/>
                </a:lnTo>
                <a:close/>
              </a:path>
              <a:path w="760095" h="2469515">
                <a:moveTo>
                  <a:pt x="340837" y="675780"/>
                </a:moveTo>
                <a:lnTo>
                  <a:pt x="364837" y="675780"/>
                </a:lnTo>
                <a:lnTo>
                  <a:pt x="364837" y="574694"/>
                </a:lnTo>
                <a:lnTo>
                  <a:pt x="340837" y="574694"/>
                </a:lnTo>
                <a:lnTo>
                  <a:pt x="340837" y="675780"/>
                </a:lnTo>
                <a:close/>
              </a:path>
              <a:path w="760095" h="2469515">
                <a:moveTo>
                  <a:pt x="302619" y="675780"/>
                </a:moveTo>
                <a:lnTo>
                  <a:pt x="326639" y="675780"/>
                </a:lnTo>
                <a:lnTo>
                  <a:pt x="326639" y="574694"/>
                </a:lnTo>
                <a:lnTo>
                  <a:pt x="302619" y="574694"/>
                </a:lnTo>
                <a:lnTo>
                  <a:pt x="302619" y="675780"/>
                </a:lnTo>
                <a:close/>
              </a:path>
              <a:path w="760095" h="2469515">
                <a:moveTo>
                  <a:pt x="264431" y="675780"/>
                </a:moveTo>
                <a:lnTo>
                  <a:pt x="288431" y="675780"/>
                </a:lnTo>
                <a:lnTo>
                  <a:pt x="288431" y="574694"/>
                </a:lnTo>
                <a:lnTo>
                  <a:pt x="264431" y="574694"/>
                </a:lnTo>
                <a:lnTo>
                  <a:pt x="264431" y="675780"/>
                </a:lnTo>
                <a:close/>
              </a:path>
              <a:path w="760095" h="2469515">
                <a:moveTo>
                  <a:pt x="228338" y="840937"/>
                </a:moveTo>
                <a:lnTo>
                  <a:pt x="252358" y="840937"/>
                </a:lnTo>
                <a:lnTo>
                  <a:pt x="252358" y="700177"/>
                </a:lnTo>
                <a:lnTo>
                  <a:pt x="228338" y="700177"/>
                </a:lnTo>
                <a:lnTo>
                  <a:pt x="228338" y="840937"/>
                </a:lnTo>
                <a:close/>
              </a:path>
              <a:path w="760095" h="2469515">
                <a:moveTo>
                  <a:pt x="190098" y="840937"/>
                </a:moveTo>
                <a:lnTo>
                  <a:pt x="214119" y="840937"/>
                </a:lnTo>
                <a:lnTo>
                  <a:pt x="214119" y="700177"/>
                </a:lnTo>
                <a:lnTo>
                  <a:pt x="190098" y="700177"/>
                </a:lnTo>
                <a:lnTo>
                  <a:pt x="190098" y="840937"/>
                </a:lnTo>
                <a:close/>
              </a:path>
              <a:path w="760095" h="2469515">
                <a:moveTo>
                  <a:pt x="151880" y="840937"/>
                </a:moveTo>
                <a:lnTo>
                  <a:pt x="175931" y="840937"/>
                </a:lnTo>
                <a:lnTo>
                  <a:pt x="175931" y="700177"/>
                </a:lnTo>
                <a:lnTo>
                  <a:pt x="151880" y="700177"/>
                </a:lnTo>
                <a:lnTo>
                  <a:pt x="151880" y="840937"/>
                </a:lnTo>
                <a:close/>
              </a:path>
              <a:path w="760095" h="2469515">
                <a:moveTo>
                  <a:pt x="75516" y="840937"/>
                </a:moveTo>
                <a:lnTo>
                  <a:pt x="99536" y="840937"/>
                </a:lnTo>
                <a:lnTo>
                  <a:pt x="99536" y="700177"/>
                </a:lnTo>
                <a:lnTo>
                  <a:pt x="75516" y="700177"/>
                </a:lnTo>
                <a:lnTo>
                  <a:pt x="75516" y="840937"/>
                </a:lnTo>
                <a:close/>
              </a:path>
              <a:path w="760095" h="2469515">
                <a:moveTo>
                  <a:pt x="37276" y="840937"/>
                </a:moveTo>
                <a:lnTo>
                  <a:pt x="61275" y="840937"/>
                </a:lnTo>
                <a:lnTo>
                  <a:pt x="61275" y="700177"/>
                </a:lnTo>
                <a:lnTo>
                  <a:pt x="37276" y="700177"/>
                </a:lnTo>
                <a:lnTo>
                  <a:pt x="37276" y="840937"/>
                </a:lnTo>
                <a:close/>
              </a:path>
              <a:path w="760095" h="2469515">
                <a:moveTo>
                  <a:pt x="228338" y="182130"/>
                </a:moveTo>
                <a:lnTo>
                  <a:pt x="252358" y="182130"/>
                </a:lnTo>
                <a:lnTo>
                  <a:pt x="252358" y="81023"/>
                </a:lnTo>
                <a:lnTo>
                  <a:pt x="228338" y="81023"/>
                </a:lnTo>
                <a:lnTo>
                  <a:pt x="228338" y="182130"/>
                </a:lnTo>
                <a:close/>
              </a:path>
              <a:path w="760095" h="2469515">
                <a:moveTo>
                  <a:pt x="190098" y="182130"/>
                </a:moveTo>
                <a:lnTo>
                  <a:pt x="214119" y="182130"/>
                </a:lnTo>
                <a:lnTo>
                  <a:pt x="214119" y="81023"/>
                </a:lnTo>
                <a:lnTo>
                  <a:pt x="190098" y="81023"/>
                </a:lnTo>
                <a:lnTo>
                  <a:pt x="190098" y="182130"/>
                </a:lnTo>
                <a:close/>
              </a:path>
              <a:path w="760095" h="2469515">
                <a:moveTo>
                  <a:pt x="151880" y="182130"/>
                </a:moveTo>
                <a:lnTo>
                  <a:pt x="175931" y="182130"/>
                </a:lnTo>
                <a:lnTo>
                  <a:pt x="175931" y="81023"/>
                </a:lnTo>
                <a:lnTo>
                  <a:pt x="151880" y="81023"/>
                </a:lnTo>
                <a:lnTo>
                  <a:pt x="151880" y="182130"/>
                </a:lnTo>
                <a:close/>
              </a:path>
              <a:path w="760095" h="2469515">
                <a:moveTo>
                  <a:pt x="75516" y="182130"/>
                </a:moveTo>
                <a:lnTo>
                  <a:pt x="99536" y="182130"/>
                </a:lnTo>
                <a:lnTo>
                  <a:pt x="99536" y="81023"/>
                </a:lnTo>
                <a:lnTo>
                  <a:pt x="75516" y="81023"/>
                </a:lnTo>
                <a:lnTo>
                  <a:pt x="75516" y="182130"/>
                </a:lnTo>
                <a:close/>
              </a:path>
              <a:path w="760095" h="2469515">
                <a:moveTo>
                  <a:pt x="37276" y="182130"/>
                </a:moveTo>
                <a:lnTo>
                  <a:pt x="61275" y="182130"/>
                </a:lnTo>
                <a:lnTo>
                  <a:pt x="61275" y="81023"/>
                </a:lnTo>
                <a:lnTo>
                  <a:pt x="37276" y="81023"/>
                </a:lnTo>
                <a:lnTo>
                  <a:pt x="37276" y="182130"/>
                </a:lnTo>
                <a:close/>
              </a:path>
              <a:path w="760095" h="2469515">
                <a:moveTo>
                  <a:pt x="228338" y="305540"/>
                </a:moveTo>
                <a:lnTo>
                  <a:pt x="252358" y="305540"/>
                </a:lnTo>
                <a:lnTo>
                  <a:pt x="252358" y="204433"/>
                </a:lnTo>
                <a:lnTo>
                  <a:pt x="228338" y="204433"/>
                </a:lnTo>
                <a:lnTo>
                  <a:pt x="228338" y="305540"/>
                </a:lnTo>
                <a:close/>
              </a:path>
              <a:path w="760095" h="2469515">
                <a:moveTo>
                  <a:pt x="190098" y="305540"/>
                </a:moveTo>
                <a:lnTo>
                  <a:pt x="214119" y="305540"/>
                </a:lnTo>
                <a:lnTo>
                  <a:pt x="214119" y="204433"/>
                </a:lnTo>
                <a:lnTo>
                  <a:pt x="190098" y="204433"/>
                </a:lnTo>
                <a:lnTo>
                  <a:pt x="190098" y="305540"/>
                </a:lnTo>
                <a:close/>
              </a:path>
              <a:path w="760095" h="2469515">
                <a:moveTo>
                  <a:pt x="151880" y="305540"/>
                </a:moveTo>
                <a:lnTo>
                  <a:pt x="175931" y="305540"/>
                </a:lnTo>
                <a:lnTo>
                  <a:pt x="175931" y="204433"/>
                </a:lnTo>
                <a:lnTo>
                  <a:pt x="151880" y="204433"/>
                </a:lnTo>
                <a:lnTo>
                  <a:pt x="151880" y="305540"/>
                </a:lnTo>
                <a:close/>
              </a:path>
              <a:path w="760095" h="2469515">
                <a:moveTo>
                  <a:pt x="75516" y="305540"/>
                </a:moveTo>
                <a:lnTo>
                  <a:pt x="99536" y="305540"/>
                </a:lnTo>
                <a:lnTo>
                  <a:pt x="99536" y="204433"/>
                </a:lnTo>
                <a:lnTo>
                  <a:pt x="75516" y="204433"/>
                </a:lnTo>
                <a:lnTo>
                  <a:pt x="75516" y="305540"/>
                </a:lnTo>
                <a:close/>
              </a:path>
              <a:path w="760095" h="2469515">
                <a:moveTo>
                  <a:pt x="37276" y="305540"/>
                </a:moveTo>
                <a:lnTo>
                  <a:pt x="61275" y="305540"/>
                </a:lnTo>
                <a:lnTo>
                  <a:pt x="61275" y="204433"/>
                </a:lnTo>
                <a:lnTo>
                  <a:pt x="37276" y="204433"/>
                </a:lnTo>
                <a:lnTo>
                  <a:pt x="37276" y="305540"/>
                </a:lnTo>
                <a:close/>
              </a:path>
              <a:path w="760095" h="2469515">
                <a:moveTo>
                  <a:pt x="228338" y="428960"/>
                </a:moveTo>
                <a:lnTo>
                  <a:pt x="252358" y="428960"/>
                </a:lnTo>
                <a:lnTo>
                  <a:pt x="252358" y="327885"/>
                </a:lnTo>
                <a:lnTo>
                  <a:pt x="228338" y="327885"/>
                </a:lnTo>
                <a:lnTo>
                  <a:pt x="228338" y="428960"/>
                </a:lnTo>
                <a:close/>
              </a:path>
              <a:path w="760095" h="2469515">
                <a:moveTo>
                  <a:pt x="190098" y="428960"/>
                </a:moveTo>
                <a:lnTo>
                  <a:pt x="214119" y="428960"/>
                </a:lnTo>
                <a:lnTo>
                  <a:pt x="214119" y="327885"/>
                </a:lnTo>
                <a:lnTo>
                  <a:pt x="190098" y="327885"/>
                </a:lnTo>
                <a:lnTo>
                  <a:pt x="190098" y="428960"/>
                </a:lnTo>
                <a:close/>
              </a:path>
              <a:path w="760095" h="2469515">
                <a:moveTo>
                  <a:pt x="151880" y="428960"/>
                </a:moveTo>
                <a:lnTo>
                  <a:pt x="175931" y="428960"/>
                </a:lnTo>
                <a:lnTo>
                  <a:pt x="175931" y="327885"/>
                </a:lnTo>
                <a:lnTo>
                  <a:pt x="151880" y="327885"/>
                </a:lnTo>
                <a:lnTo>
                  <a:pt x="151880" y="428960"/>
                </a:lnTo>
                <a:close/>
              </a:path>
              <a:path w="760095" h="2469515">
                <a:moveTo>
                  <a:pt x="75516" y="428960"/>
                </a:moveTo>
                <a:lnTo>
                  <a:pt x="99536" y="428960"/>
                </a:lnTo>
                <a:lnTo>
                  <a:pt x="99536" y="327885"/>
                </a:lnTo>
                <a:lnTo>
                  <a:pt x="75516" y="327885"/>
                </a:lnTo>
                <a:lnTo>
                  <a:pt x="75516" y="428960"/>
                </a:lnTo>
                <a:close/>
              </a:path>
              <a:path w="760095" h="2469515">
                <a:moveTo>
                  <a:pt x="37276" y="428960"/>
                </a:moveTo>
                <a:lnTo>
                  <a:pt x="61275" y="428960"/>
                </a:lnTo>
                <a:lnTo>
                  <a:pt x="61275" y="327885"/>
                </a:lnTo>
                <a:lnTo>
                  <a:pt x="37276" y="327885"/>
                </a:lnTo>
                <a:lnTo>
                  <a:pt x="37276" y="428960"/>
                </a:lnTo>
                <a:close/>
              </a:path>
              <a:path w="760095" h="2469515">
                <a:moveTo>
                  <a:pt x="228338" y="552339"/>
                </a:moveTo>
                <a:lnTo>
                  <a:pt x="252358" y="552339"/>
                </a:lnTo>
                <a:lnTo>
                  <a:pt x="252358" y="451295"/>
                </a:lnTo>
                <a:lnTo>
                  <a:pt x="228338" y="451295"/>
                </a:lnTo>
                <a:lnTo>
                  <a:pt x="228338" y="552339"/>
                </a:lnTo>
                <a:close/>
              </a:path>
              <a:path w="760095" h="2469515">
                <a:moveTo>
                  <a:pt x="190098" y="552339"/>
                </a:moveTo>
                <a:lnTo>
                  <a:pt x="214119" y="552339"/>
                </a:lnTo>
                <a:lnTo>
                  <a:pt x="214119" y="451295"/>
                </a:lnTo>
                <a:lnTo>
                  <a:pt x="190098" y="451295"/>
                </a:lnTo>
                <a:lnTo>
                  <a:pt x="190098" y="552339"/>
                </a:lnTo>
                <a:close/>
              </a:path>
              <a:path w="760095" h="2469515">
                <a:moveTo>
                  <a:pt x="151880" y="552339"/>
                </a:moveTo>
                <a:lnTo>
                  <a:pt x="175931" y="552339"/>
                </a:lnTo>
                <a:lnTo>
                  <a:pt x="175931" y="451295"/>
                </a:lnTo>
                <a:lnTo>
                  <a:pt x="151880" y="451295"/>
                </a:lnTo>
                <a:lnTo>
                  <a:pt x="151880" y="552339"/>
                </a:lnTo>
                <a:close/>
              </a:path>
              <a:path w="760095" h="2469515">
                <a:moveTo>
                  <a:pt x="75516" y="552339"/>
                </a:moveTo>
                <a:lnTo>
                  <a:pt x="99536" y="552339"/>
                </a:lnTo>
                <a:lnTo>
                  <a:pt x="99536" y="451295"/>
                </a:lnTo>
                <a:lnTo>
                  <a:pt x="75516" y="451295"/>
                </a:lnTo>
                <a:lnTo>
                  <a:pt x="75516" y="552339"/>
                </a:lnTo>
                <a:close/>
              </a:path>
              <a:path w="760095" h="2469515">
                <a:moveTo>
                  <a:pt x="37276" y="552339"/>
                </a:moveTo>
                <a:lnTo>
                  <a:pt x="61275" y="552339"/>
                </a:lnTo>
                <a:lnTo>
                  <a:pt x="61275" y="451295"/>
                </a:lnTo>
                <a:lnTo>
                  <a:pt x="37276" y="451295"/>
                </a:lnTo>
                <a:lnTo>
                  <a:pt x="37276" y="552339"/>
                </a:lnTo>
                <a:close/>
              </a:path>
              <a:path w="760095" h="2469515">
                <a:moveTo>
                  <a:pt x="228338" y="675780"/>
                </a:moveTo>
                <a:lnTo>
                  <a:pt x="252358" y="675780"/>
                </a:lnTo>
                <a:lnTo>
                  <a:pt x="252358" y="574694"/>
                </a:lnTo>
                <a:lnTo>
                  <a:pt x="228338" y="574694"/>
                </a:lnTo>
                <a:lnTo>
                  <a:pt x="228338" y="675780"/>
                </a:lnTo>
                <a:close/>
              </a:path>
              <a:path w="760095" h="2469515">
                <a:moveTo>
                  <a:pt x="190098" y="675780"/>
                </a:moveTo>
                <a:lnTo>
                  <a:pt x="214119" y="675780"/>
                </a:lnTo>
                <a:lnTo>
                  <a:pt x="214119" y="574694"/>
                </a:lnTo>
                <a:lnTo>
                  <a:pt x="190098" y="574694"/>
                </a:lnTo>
                <a:lnTo>
                  <a:pt x="190098" y="675780"/>
                </a:lnTo>
                <a:close/>
              </a:path>
              <a:path w="760095" h="2469515">
                <a:moveTo>
                  <a:pt x="151880" y="675780"/>
                </a:moveTo>
                <a:lnTo>
                  <a:pt x="175931" y="675780"/>
                </a:lnTo>
                <a:lnTo>
                  <a:pt x="175931" y="574694"/>
                </a:lnTo>
                <a:lnTo>
                  <a:pt x="151880" y="574694"/>
                </a:lnTo>
                <a:lnTo>
                  <a:pt x="151880" y="675780"/>
                </a:lnTo>
                <a:close/>
              </a:path>
              <a:path w="760095" h="2469515">
                <a:moveTo>
                  <a:pt x="75516" y="675780"/>
                </a:moveTo>
                <a:lnTo>
                  <a:pt x="99536" y="675780"/>
                </a:lnTo>
                <a:lnTo>
                  <a:pt x="99536" y="574694"/>
                </a:lnTo>
                <a:lnTo>
                  <a:pt x="75516" y="574694"/>
                </a:lnTo>
                <a:lnTo>
                  <a:pt x="75516" y="675780"/>
                </a:lnTo>
                <a:close/>
              </a:path>
              <a:path w="760095" h="2469515">
                <a:moveTo>
                  <a:pt x="37276" y="675780"/>
                </a:moveTo>
                <a:lnTo>
                  <a:pt x="61275" y="675780"/>
                </a:lnTo>
                <a:lnTo>
                  <a:pt x="61275" y="574694"/>
                </a:lnTo>
                <a:lnTo>
                  <a:pt x="37276" y="574694"/>
                </a:lnTo>
                <a:lnTo>
                  <a:pt x="37276" y="675780"/>
                </a:lnTo>
                <a:close/>
              </a:path>
            </a:pathLst>
          </a:custGeom>
          <a:ln w="10470">
            <a:solidFill>
              <a:srgbClr val="007BAF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97" name="object 1097" descr=""/>
          <p:cNvGrpSpPr/>
          <p:nvPr/>
        </p:nvGrpSpPr>
        <p:grpSpPr>
          <a:xfrm>
            <a:off x="4510941" y="8256492"/>
            <a:ext cx="874394" cy="1856105"/>
            <a:chOff x="4510941" y="8256492"/>
            <a:chExt cx="874394" cy="1856105"/>
          </a:xfrm>
        </p:grpSpPr>
        <p:sp>
          <p:nvSpPr>
            <p:cNvPr id="1098" name="object 1098" descr=""/>
            <p:cNvSpPr/>
            <p:nvPr/>
          </p:nvSpPr>
          <p:spPr>
            <a:xfrm>
              <a:off x="4545798" y="8261727"/>
              <a:ext cx="834390" cy="1845945"/>
            </a:xfrm>
            <a:custGeom>
              <a:avLst/>
              <a:gdLst/>
              <a:ahLst/>
              <a:cxnLst/>
              <a:rect l="l" t="t" r="r" b="b"/>
              <a:pathLst>
                <a:path w="834389" h="1845945">
                  <a:moveTo>
                    <a:pt x="0" y="1845409"/>
                  </a:moveTo>
                  <a:lnTo>
                    <a:pt x="833869" y="1845409"/>
                  </a:lnTo>
                  <a:lnTo>
                    <a:pt x="833869" y="0"/>
                  </a:lnTo>
                  <a:lnTo>
                    <a:pt x="0" y="0"/>
                  </a:lnTo>
                  <a:lnTo>
                    <a:pt x="0" y="1845409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9" name="object 1099" descr=""/>
            <p:cNvSpPr/>
            <p:nvPr/>
          </p:nvSpPr>
          <p:spPr>
            <a:xfrm>
              <a:off x="4516176" y="8261727"/>
              <a:ext cx="863600" cy="1845945"/>
            </a:xfrm>
            <a:custGeom>
              <a:avLst/>
              <a:gdLst/>
              <a:ahLst/>
              <a:cxnLst/>
              <a:rect l="l" t="t" r="r" b="b"/>
              <a:pathLst>
                <a:path w="863600" h="1845945">
                  <a:moveTo>
                    <a:pt x="0" y="1845409"/>
                  </a:moveTo>
                  <a:lnTo>
                    <a:pt x="863492" y="1845409"/>
                  </a:lnTo>
                  <a:lnTo>
                    <a:pt x="863492" y="0"/>
                  </a:lnTo>
                  <a:lnTo>
                    <a:pt x="0" y="0"/>
                  </a:lnTo>
                  <a:lnTo>
                    <a:pt x="0" y="184540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0" name="object 1100" descr=""/>
            <p:cNvSpPr/>
            <p:nvPr/>
          </p:nvSpPr>
          <p:spPr>
            <a:xfrm>
              <a:off x="5291964" y="9957539"/>
              <a:ext cx="27940" cy="105410"/>
            </a:xfrm>
            <a:custGeom>
              <a:avLst/>
              <a:gdLst/>
              <a:ahLst/>
              <a:cxnLst/>
              <a:rect l="l" t="t" r="r" b="b"/>
              <a:pathLst>
                <a:path w="27939" h="105409">
                  <a:moveTo>
                    <a:pt x="27318" y="0"/>
                  </a:moveTo>
                  <a:lnTo>
                    <a:pt x="0" y="0"/>
                  </a:lnTo>
                  <a:lnTo>
                    <a:pt x="0" y="105159"/>
                  </a:lnTo>
                  <a:lnTo>
                    <a:pt x="27318" y="105159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1" name="object 1101" descr=""/>
            <p:cNvSpPr/>
            <p:nvPr/>
          </p:nvSpPr>
          <p:spPr>
            <a:xfrm>
              <a:off x="5291964" y="9957539"/>
              <a:ext cx="27940" cy="105410"/>
            </a:xfrm>
            <a:custGeom>
              <a:avLst/>
              <a:gdLst/>
              <a:ahLst/>
              <a:cxnLst/>
              <a:rect l="l" t="t" r="r" b="b"/>
              <a:pathLst>
                <a:path w="27939" h="105409">
                  <a:moveTo>
                    <a:pt x="0" y="105159"/>
                  </a:moveTo>
                  <a:lnTo>
                    <a:pt x="27318" y="105159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10515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2" name="object 1102" descr=""/>
            <p:cNvSpPr/>
            <p:nvPr/>
          </p:nvSpPr>
          <p:spPr>
            <a:xfrm>
              <a:off x="5248562" y="9957539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27297" y="0"/>
                  </a:moveTo>
                  <a:lnTo>
                    <a:pt x="0" y="0"/>
                  </a:lnTo>
                  <a:lnTo>
                    <a:pt x="0" y="105159"/>
                  </a:lnTo>
                  <a:lnTo>
                    <a:pt x="27297" y="105159"/>
                  </a:lnTo>
                  <a:lnTo>
                    <a:pt x="2729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3" name="object 1103" descr=""/>
            <p:cNvSpPr/>
            <p:nvPr/>
          </p:nvSpPr>
          <p:spPr>
            <a:xfrm>
              <a:off x="5248562" y="9957539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0" y="105159"/>
                  </a:moveTo>
                  <a:lnTo>
                    <a:pt x="27297" y="105159"/>
                  </a:lnTo>
                  <a:lnTo>
                    <a:pt x="27297" y="0"/>
                  </a:lnTo>
                  <a:lnTo>
                    <a:pt x="0" y="0"/>
                  </a:lnTo>
                  <a:lnTo>
                    <a:pt x="0" y="10515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4" name="object 1104" descr=""/>
            <p:cNvSpPr/>
            <p:nvPr/>
          </p:nvSpPr>
          <p:spPr>
            <a:xfrm>
              <a:off x="5205098" y="9957539"/>
              <a:ext cx="27940" cy="105410"/>
            </a:xfrm>
            <a:custGeom>
              <a:avLst/>
              <a:gdLst/>
              <a:ahLst/>
              <a:cxnLst/>
              <a:rect l="l" t="t" r="r" b="b"/>
              <a:pathLst>
                <a:path w="27939" h="105409">
                  <a:moveTo>
                    <a:pt x="27329" y="0"/>
                  </a:moveTo>
                  <a:lnTo>
                    <a:pt x="0" y="0"/>
                  </a:lnTo>
                  <a:lnTo>
                    <a:pt x="0" y="105159"/>
                  </a:lnTo>
                  <a:lnTo>
                    <a:pt x="27329" y="105159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5" name="object 1105" descr=""/>
            <p:cNvSpPr/>
            <p:nvPr/>
          </p:nvSpPr>
          <p:spPr>
            <a:xfrm>
              <a:off x="5205098" y="9957539"/>
              <a:ext cx="27940" cy="105410"/>
            </a:xfrm>
            <a:custGeom>
              <a:avLst/>
              <a:gdLst/>
              <a:ahLst/>
              <a:cxnLst/>
              <a:rect l="l" t="t" r="r" b="b"/>
              <a:pathLst>
                <a:path w="27939" h="105409">
                  <a:moveTo>
                    <a:pt x="0" y="105159"/>
                  </a:moveTo>
                  <a:lnTo>
                    <a:pt x="27329" y="105159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10515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6" name="object 1106" descr=""/>
            <p:cNvSpPr/>
            <p:nvPr/>
          </p:nvSpPr>
          <p:spPr>
            <a:xfrm>
              <a:off x="5161685" y="9957539"/>
              <a:ext cx="27940" cy="105410"/>
            </a:xfrm>
            <a:custGeom>
              <a:avLst/>
              <a:gdLst/>
              <a:ahLst/>
              <a:cxnLst/>
              <a:rect l="l" t="t" r="r" b="b"/>
              <a:pathLst>
                <a:path w="27939" h="105409">
                  <a:moveTo>
                    <a:pt x="27329" y="0"/>
                  </a:moveTo>
                  <a:lnTo>
                    <a:pt x="0" y="0"/>
                  </a:lnTo>
                  <a:lnTo>
                    <a:pt x="0" y="105159"/>
                  </a:lnTo>
                  <a:lnTo>
                    <a:pt x="27329" y="105159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7" name="object 1107" descr=""/>
            <p:cNvSpPr/>
            <p:nvPr/>
          </p:nvSpPr>
          <p:spPr>
            <a:xfrm>
              <a:off x="5161685" y="9957539"/>
              <a:ext cx="27940" cy="105410"/>
            </a:xfrm>
            <a:custGeom>
              <a:avLst/>
              <a:gdLst/>
              <a:ahLst/>
              <a:cxnLst/>
              <a:rect l="l" t="t" r="r" b="b"/>
              <a:pathLst>
                <a:path w="27939" h="105409">
                  <a:moveTo>
                    <a:pt x="0" y="105159"/>
                  </a:moveTo>
                  <a:lnTo>
                    <a:pt x="27329" y="105159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10515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8" name="object 1108" descr=""/>
            <p:cNvSpPr/>
            <p:nvPr/>
          </p:nvSpPr>
          <p:spPr>
            <a:xfrm>
              <a:off x="5118284" y="9957539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27276" y="0"/>
                  </a:moveTo>
                  <a:lnTo>
                    <a:pt x="0" y="0"/>
                  </a:lnTo>
                  <a:lnTo>
                    <a:pt x="0" y="105159"/>
                  </a:lnTo>
                  <a:lnTo>
                    <a:pt x="27276" y="105159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9" name="object 1109" descr=""/>
            <p:cNvSpPr/>
            <p:nvPr/>
          </p:nvSpPr>
          <p:spPr>
            <a:xfrm>
              <a:off x="5118284" y="9957539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0" y="105159"/>
                  </a:moveTo>
                  <a:lnTo>
                    <a:pt x="27276" y="105159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10515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0" name="object 1110" descr=""/>
            <p:cNvSpPr/>
            <p:nvPr/>
          </p:nvSpPr>
          <p:spPr>
            <a:xfrm>
              <a:off x="5074840" y="9957539"/>
              <a:ext cx="27940" cy="105410"/>
            </a:xfrm>
            <a:custGeom>
              <a:avLst/>
              <a:gdLst/>
              <a:ahLst/>
              <a:cxnLst/>
              <a:rect l="l" t="t" r="r" b="b"/>
              <a:pathLst>
                <a:path w="27939" h="105409">
                  <a:moveTo>
                    <a:pt x="27318" y="0"/>
                  </a:moveTo>
                  <a:lnTo>
                    <a:pt x="0" y="0"/>
                  </a:lnTo>
                  <a:lnTo>
                    <a:pt x="0" y="105159"/>
                  </a:lnTo>
                  <a:lnTo>
                    <a:pt x="27318" y="105159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1" name="object 1111" descr=""/>
            <p:cNvSpPr/>
            <p:nvPr/>
          </p:nvSpPr>
          <p:spPr>
            <a:xfrm>
              <a:off x="5074840" y="9957539"/>
              <a:ext cx="27940" cy="105410"/>
            </a:xfrm>
            <a:custGeom>
              <a:avLst/>
              <a:gdLst/>
              <a:ahLst/>
              <a:cxnLst/>
              <a:rect l="l" t="t" r="r" b="b"/>
              <a:pathLst>
                <a:path w="27939" h="105409">
                  <a:moveTo>
                    <a:pt x="0" y="105159"/>
                  </a:moveTo>
                  <a:lnTo>
                    <a:pt x="27318" y="105159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10515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2" name="object 1112" descr=""/>
            <p:cNvSpPr/>
            <p:nvPr/>
          </p:nvSpPr>
          <p:spPr>
            <a:xfrm>
              <a:off x="5291964" y="9494779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18" y="75547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3" name="object 1113" descr=""/>
            <p:cNvSpPr/>
            <p:nvPr/>
          </p:nvSpPr>
          <p:spPr>
            <a:xfrm>
              <a:off x="5291964" y="9494779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47"/>
                  </a:moveTo>
                  <a:lnTo>
                    <a:pt x="27318" y="75547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4" name="object 1114" descr=""/>
            <p:cNvSpPr/>
            <p:nvPr/>
          </p:nvSpPr>
          <p:spPr>
            <a:xfrm>
              <a:off x="5248562" y="949477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97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297" y="75547"/>
                  </a:lnTo>
                  <a:lnTo>
                    <a:pt x="2729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5" name="object 1115" descr=""/>
            <p:cNvSpPr/>
            <p:nvPr/>
          </p:nvSpPr>
          <p:spPr>
            <a:xfrm>
              <a:off x="5248562" y="949477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47"/>
                  </a:moveTo>
                  <a:lnTo>
                    <a:pt x="27297" y="75547"/>
                  </a:lnTo>
                  <a:lnTo>
                    <a:pt x="27297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6" name="object 1116" descr=""/>
            <p:cNvSpPr/>
            <p:nvPr/>
          </p:nvSpPr>
          <p:spPr>
            <a:xfrm>
              <a:off x="5205098" y="9494779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29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29" y="75547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7" name="object 1117" descr=""/>
            <p:cNvSpPr/>
            <p:nvPr/>
          </p:nvSpPr>
          <p:spPr>
            <a:xfrm>
              <a:off x="5205098" y="9494779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47"/>
                  </a:moveTo>
                  <a:lnTo>
                    <a:pt x="27329" y="75547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8" name="object 1118" descr=""/>
            <p:cNvSpPr/>
            <p:nvPr/>
          </p:nvSpPr>
          <p:spPr>
            <a:xfrm>
              <a:off x="5161685" y="9494779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29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29" y="75547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9" name="object 1119" descr=""/>
            <p:cNvSpPr/>
            <p:nvPr/>
          </p:nvSpPr>
          <p:spPr>
            <a:xfrm>
              <a:off x="5161685" y="9494779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47"/>
                  </a:moveTo>
                  <a:lnTo>
                    <a:pt x="27329" y="75547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0" name="object 1120" descr=""/>
            <p:cNvSpPr/>
            <p:nvPr/>
          </p:nvSpPr>
          <p:spPr>
            <a:xfrm>
              <a:off x="5118284" y="949477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76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276" y="75547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1" name="object 1121" descr=""/>
            <p:cNvSpPr/>
            <p:nvPr/>
          </p:nvSpPr>
          <p:spPr>
            <a:xfrm>
              <a:off x="5118284" y="949477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47"/>
                  </a:moveTo>
                  <a:lnTo>
                    <a:pt x="27276" y="75547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2" name="object 1122" descr=""/>
            <p:cNvSpPr/>
            <p:nvPr/>
          </p:nvSpPr>
          <p:spPr>
            <a:xfrm>
              <a:off x="5074840" y="9494779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18" y="75547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3" name="object 1123" descr=""/>
            <p:cNvSpPr/>
            <p:nvPr/>
          </p:nvSpPr>
          <p:spPr>
            <a:xfrm>
              <a:off x="5074840" y="9494779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47"/>
                  </a:moveTo>
                  <a:lnTo>
                    <a:pt x="27318" y="75547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4" name="object 1124" descr=""/>
            <p:cNvSpPr/>
            <p:nvPr/>
          </p:nvSpPr>
          <p:spPr>
            <a:xfrm>
              <a:off x="5291964" y="9587017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18" y="75547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5" name="object 1125" descr=""/>
            <p:cNvSpPr/>
            <p:nvPr/>
          </p:nvSpPr>
          <p:spPr>
            <a:xfrm>
              <a:off x="5291964" y="9587017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47"/>
                  </a:moveTo>
                  <a:lnTo>
                    <a:pt x="27318" y="75547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6" name="object 1126" descr=""/>
            <p:cNvSpPr/>
            <p:nvPr/>
          </p:nvSpPr>
          <p:spPr>
            <a:xfrm>
              <a:off x="5248562" y="9587017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97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297" y="75547"/>
                  </a:lnTo>
                  <a:lnTo>
                    <a:pt x="2729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7" name="object 1127" descr=""/>
            <p:cNvSpPr/>
            <p:nvPr/>
          </p:nvSpPr>
          <p:spPr>
            <a:xfrm>
              <a:off x="5248562" y="9587017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47"/>
                  </a:moveTo>
                  <a:lnTo>
                    <a:pt x="27297" y="75547"/>
                  </a:lnTo>
                  <a:lnTo>
                    <a:pt x="27297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8" name="object 1128" descr=""/>
            <p:cNvSpPr/>
            <p:nvPr/>
          </p:nvSpPr>
          <p:spPr>
            <a:xfrm>
              <a:off x="5205098" y="9587017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29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29" y="75547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9" name="object 1129" descr=""/>
            <p:cNvSpPr/>
            <p:nvPr/>
          </p:nvSpPr>
          <p:spPr>
            <a:xfrm>
              <a:off x="5205098" y="9587017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47"/>
                  </a:moveTo>
                  <a:lnTo>
                    <a:pt x="27329" y="75547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0" name="object 1130" descr=""/>
            <p:cNvSpPr/>
            <p:nvPr/>
          </p:nvSpPr>
          <p:spPr>
            <a:xfrm>
              <a:off x="5161685" y="9587017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29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29" y="75547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1" name="object 1131" descr=""/>
            <p:cNvSpPr/>
            <p:nvPr/>
          </p:nvSpPr>
          <p:spPr>
            <a:xfrm>
              <a:off x="5161685" y="9587017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47"/>
                  </a:moveTo>
                  <a:lnTo>
                    <a:pt x="27329" y="75547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2" name="object 1132" descr=""/>
            <p:cNvSpPr/>
            <p:nvPr/>
          </p:nvSpPr>
          <p:spPr>
            <a:xfrm>
              <a:off x="5118284" y="9587017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76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276" y="75547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3" name="object 1133" descr=""/>
            <p:cNvSpPr/>
            <p:nvPr/>
          </p:nvSpPr>
          <p:spPr>
            <a:xfrm>
              <a:off x="5118284" y="9587017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47"/>
                  </a:moveTo>
                  <a:lnTo>
                    <a:pt x="27276" y="75547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4" name="object 1134" descr=""/>
            <p:cNvSpPr/>
            <p:nvPr/>
          </p:nvSpPr>
          <p:spPr>
            <a:xfrm>
              <a:off x="5074840" y="9587017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18" y="75547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5" name="object 1135" descr=""/>
            <p:cNvSpPr/>
            <p:nvPr/>
          </p:nvSpPr>
          <p:spPr>
            <a:xfrm>
              <a:off x="5074840" y="9587017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47"/>
                  </a:moveTo>
                  <a:lnTo>
                    <a:pt x="27318" y="75547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6" name="object 1136" descr=""/>
            <p:cNvSpPr/>
            <p:nvPr/>
          </p:nvSpPr>
          <p:spPr>
            <a:xfrm>
              <a:off x="5291964" y="9679234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318" y="75568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7" name="object 1137" descr=""/>
            <p:cNvSpPr/>
            <p:nvPr/>
          </p:nvSpPr>
          <p:spPr>
            <a:xfrm>
              <a:off x="5291964" y="9679234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68"/>
                  </a:moveTo>
                  <a:lnTo>
                    <a:pt x="27318" y="75568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8" name="object 1138" descr=""/>
            <p:cNvSpPr/>
            <p:nvPr/>
          </p:nvSpPr>
          <p:spPr>
            <a:xfrm>
              <a:off x="5248562" y="9679234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97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297" y="75568"/>
                  </a:lnTo>
                  <a:lnTo>
                    <a:pt x="2729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9" name="object 1139" descr=""/>
            <p:cNvSpPr/>
            <p:nvPr/>
          </p:nvSpPr>
          <p:spPr>
            <a:xfrm>
              <a:off x="5248562" y="9679234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68"/>
                  </a:moveTo>
                  <a:lnTo>
                    <a:pt x="27297" y="75568"/>
                  </a:lnTo>
                  <a:lnTo>
                    <a:pt x="27297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0" name="object 1140" descr=""/>
            <p:cNvSpPr/>
            <p:nvPr/>
          </p:nvSpPr>
          <p:spPr>
            <a:xfrm>
              <a:off x="5205098" y="9679234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29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329" y="75568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1" name="object 1141" descr=""/>
            <p:cNvSpPr/>
            <p:nvPr/>
          </p:nvSpPr>
          <p:spPr>
            <a:xfrm>
              <a:off x="5205098" y="9679234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68"/>
                  </a:moveTo>
                  <a:lnTo>
                    <a:pt x="27329" y="75568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2" name="object 1142" descr=""/>
            <p:cNvSpPr/>
            <p:nvPr/>
          </p:nvSpPr>
          <p:spPr>
            <a:xfrm>
              <a:off x="5161685" y="9679234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29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329" y="75568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3" name="object 1143" descr=""/>
            <p:cNvSpPr/>
            <p:nvPr/>
          </p:nvSpPr>
          <p:spPr>
            <a:xfrm>
              <a:off x="5161685" y="9679234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68"/>
                  </a:moveTo>
                  <a:lnTo>
                    <a:pt x="27329" y="75568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4" name="object 1144" descr=""/>
            <p:cNvSpPr/>
            <p:nvPr/>
          </p:nvSpPr>
          <p:spPr>
            <a:xfrm>
              <a:off x="5118284" y="9679234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76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276" y="75568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5" name="object 1145" descr=""/>
            <p:cNvSpPr/>
            <p:nvPr/>
          </p:nvSpPr>
          <p:spPr>
            <a:xfrm>
              <a:off x="5118284" y="9679234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68"/>
                  </a:moveTo>
                  <a:lnTo>
                    <a:pt x="27276" y="75568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6" name="object 1146" descr=""/>
            <p:cNvSpPr/>
            <p:nvPr/>
          </p:nvSpPr>
          <p:spPr>
            <a:xfrm>
              <a:off x="5074840" y="9679234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318" y="75568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7" name="object 1147" descr=""/>
            <p:cNvSpPr/>
            <p:nvPr/>
          </p:nvSpPr>
          <p:spPr>
            <a:xfrm>
              <a:off x="5074840" y="9679234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68"/>
                  </a:moveTo>
                  <a:lnTo>
                    <a:pt x="27318" y="75568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8" name="object 1148" descr=""/>
            <p:cNvSpPr/>
            <p:nvPr/>
          </p:nvSpPr>
          <p:spPr>
            <a:xfrm>
              <a:off x="5291964" y="9771503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26"/>
                  </a:lnTo>
                  <a:lnTo>
                    <a:pt x="27318" y="75526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9" name="object 1149" descr=""/>
            <p:cNvSpPr/>
            <p:nvPr/>
          </p:nvSpPr>
          <p:spPr>
            <a:xfrm>
              <a:off x="5291964" y="9771503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26"/>
                  </a:moveTo>
                  <a:lnTo>
                    <a:pt x="27318" y="75526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0" name="object 1150" descr=""/>
            <p:cNvSpPr/>
            <p:nvPr/>
          </p:nvSpPr>
          <p:spPr>
            <a:xfrm>
              <a:off x="5248562" y="9771503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97" y="0"/>
                  </a:moveTo>
                  <a:lnTo>
                    <a:pt x="0" y="0"/>
                  </a:lnTo>
                  <a:lnTo>
                    <a:pt x="0" y="75526"/>
                  </a:lnTo>
                  <a:lnTo>
                    <a:pt x="27297" y="75526"/>
                  </a:lnTo>
                  <a:lnTo>
                    <a:pt x="2729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1" name="object 1151" descr=""/>
            <p:cNvSpPr/>
            <p:nvPr/>
          </p:nvSpPr>
          <p:spPr>
            <a:xfrm>
              <a:off x="5248562" y="9771503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26"/>
                  </a:moveTo>
                  <a:lnTo>
                    <a:pt x="27297" y="75526"/>
                  </a:lnTo>
                  <a:lnTo>
                    <a:pt x="27297" y="0"/>
                  </a:lnTo>
                  <a:lnTo>
                    <a:pt x="0" y="0"/>
                  </a:lnTo>
                  <a:lnTo>
                    <a:pt x="0" y="755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2" name="object 1152" descr=""/>
            <p:cNvSpPr/>
            <p:nvPr/>
          </p:nvSpPr>
          <p:spPr>
            <a:xfrm>
              <a:off x="5205098" y="9771503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29" y="0"/>
                  </a:moveTo>
                  <a:lnTo>
                    <a:pt x="0" y="0"/>
                  </a:lnTo>
                  <a:lnTo>
                    <a:pt x="0" y="75526"/>
                  </a:lnTo>
                  <a:lnTo>
                    <a:pt x="27329" y="75526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3" name="object 1153" descr=""/>
            <p:cNvSpPr/>
            <p:nvPr/>
          </p:nvSpPr>
          <p:spPr>
            <a:xfrm>
              <a:off x="5205098" y="9771503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26"/>
                  </a:moveTo>
                  <a:lnTo>
                    <a:pt x="27329" y="75526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755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4" name="object 1154" descr=""/>
            <p:cNvSpPr/>
            <p:nvPr/>
          </p:nvSpPr>
          <p:spPr>
            <a:xfrm>
              <a:off x="5161685" y="9771503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29" y="0"/>
                  </a:moveTo>
                  <a:lnTo>
                    <a:pt x="0" y="0"/>
                  </a:lnTo>
                  <a:lnTo>
                    <a:pt x="0" y="75526"/>
                  </a:lnTo>
                  <a:lnTo>
                    <a:pt x="27329" y="75526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5" name="object 1155" descr=""/>
            <p:cNvSpPr/>
            <p:nvPr/>
          </p:nvSpPr>
          <p:spPr>
            <a:xfrm>
              <a:off x="5161685" y="9771503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26"/>
                  </a:moveTo>
                  <a:lnTo>
                    <a:pt x="27329" y="75526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755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6" name="object 1156" descr=""/>
            <p:cNvSpPr/>
            <p:nvPr/>
          </p:nvSpPr>
          <p:spPr>
            <a:xfrm>
              <a:off x="5118284" y="9771503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76" y="0"/>
                  </a:moveTo>
                  <a:lnTo>
                    <a:pt x="0" y="0"/>
                  </a:lnTo>
                  <a:lnTo>
                    <a:pt x="0" y="75526"/>
                  </a:lnTo>
                  <a:lnTo>
                    <a:pt x="27276" y="75526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7" name="object 1157" descr=""/>
            <p:cNvSpPr/>
            <p:nvPr/>
          </p:nvSpPr>
          <p:spPr>
            <a:xfrm>
              <a:off x="5118284" y="9771503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26"/>
                  </a:moveTo>
                  <a:lnTo>
                    <a:pt x="27276" y="75526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755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8" name="object 1158" descr=""/>
            <p:cNvSpPr/>
            <p:nvPr/>
          </p:nvSpPr>
          <p:spPr>
            <a:xfrm>
              <a:off x="5074840" y="9771503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26"/>
                  </a:lnTo>
                  <a:lnTo>
                    <a:pt x="27318" y="75526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9" name="object 1159" descr=""/>
            <p:cNvSpPr/>
            <p:nvPr/>
          </p:nvSpPr>
          <p:spPr>
            <a:xfrm>
              <a:off x="5074840" y="9771503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26"/>
                  </a:moveTo>
                  <a:lnTo>
                    <a:pt x="27318" y="75526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0" name="object 1160" descr=""/>
            <p:cNvSpPr/>
            <p:nvPr/>
          </p:nvSpPr>
          <p:spPr>
            <a:xfrm>
              <a:off x="5291964" y="9863731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318" y="75568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1" name="object 1161" descr=""/>
            <p:cNvSpPr/>
            <p:nvPr/>
          </p:nvSpPr>
          <p:spPr>
            <a:xfrm>
              <a:off x="5291964" y="9863731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68"/>
                  </a:moveTo>
                  <a:lnTo>
                    <a:pt x="27318" y="75568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2" name="object 1162" descr=""/>
            <p:cNvSpPr/>
            <p:nvPr/>
          </p:nvSpPr>
          <p:spPr>
            <a:xfrm>
              <a:off x="5248562" y="9863731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97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297" y="75568"/>
                  </a:lnTo>
                  <a:lnTo>
                    <a:pt x="2729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3" name="object 1163" descr=""/>
            <p:cNvSpPr/>
            <p:nvPr/>
          </p:nvSpPr>
          <p:spPr>
            <a:xfrm>
              <a:off x="5248562" y="9863731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68"/>
                  </a:moveTo>
                  <a:lnTo>
                    <a:pt x="27297" y="75568"/>
                  </a:lnTo>
                  <a:lnTo>
                    <a:pt x="27297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4" name="object 1164" descr=""/>
            <p:cNvSpPr/>
            <p:nvPr/>
          </p:nvSpPr>
          <p:spPr>
            <a:xfrm>
              <a:off x="5205098" y="9863731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29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329" y="75568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5" name="object 1165" descr=""/>
            <p:cNvSpPr/>
            <p:nvPr/>
          </p:nvSpPr>
          <p:spPr>
            <a:xfrm>
              <a:off x="5205098" y="9863731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68"/>
                  </a:moveTo>
                  <a:lnTo>
                    <a:pt x="27329" y="75568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6" name="object 1166" descr=""/>
            <p:cNvSpPr/>
            <p:nvPr/>
          </p:nvSpPr>
          <p:spPr>
            <a:xfrm>
              <a:off x="5161685" y="9863731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29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329" y="75568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7" name="object 1167" descr=""/>
            <p:cNvSpPr/>
            <p:nvPr/>
          </p:nvSpPr>
          <p:spPr>
            <a:xfrm>
              <a:off x="5161685" y="9863731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68"/>
                  </a:moveTo>
                  <a:lnTo>
                    <a:pt x="27329" y="75568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8" name="object 1168" descr=""/>
            <p:cNvSpPr/>
            <p:nvPr/>
          </p:nvSpPr>
          <p:spPr>
            <a:xfrm>
              <a:off x="5118284" y="9863731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76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276" y="75568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9" name="object 1169" descr=""/>
            <p:cNvSpPr/>
            <p:nvPr/>
          </p:nvSpPr>
          <p:spPr>
            <a:xfrm>
              <a:off x="5118284" y="9863731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68"/>
                  </a:moveTo>
                  <a:lnTo>
                    <a:pt x="27276" y="75568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0" name="object 1170" descr=""/>
            <p:cNvSpPr/>
            <p:nvPr/>
          </p:nvSpPr>
          <p:spPr>
            <a:xfrm>
              <a:off x="5074840" y="9863731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318" y="75568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1" name="object 1171" descr=""/>
            <p:cNvSpPr/>
            <p:nvPr/>
          </p:nvSpPr>
          <p:spPr>
            <a:xfrm>
              <a:off x="5074840" y="9863731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68"/>
                  </a:moveTo>
                  <a:lnTo>
                    <a:pt x="27318" y="75568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2" name="object 1172" descr=""/>
            <p:cNvSpPr/>
            <p:nvPr/>
          </p:nvSpPr>
          <p:spPr>
            <a:xfrm>
              <a:off x="5033815" y="9957539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27308" y="0"/>
                  </a:moveTo>
                  <a:lnTo>
                    <a:pt x="0" y="0"/>
                  </a:lnTo>
                  <a:lnTo>
                    <a:pt x="0" y="105159"/>
                  </a:lnTo>
                  <a:lnTo>
                    <a:pt x="27308" y="105159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3" name="object 1173" descr=""/>
            <p:cNvSpPr/>
            <p:nvPr/>
          </p:nvSpPr>
          <p:spPr>
            <a:xfrm>
              <a:off x="5033815" y="9957539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0" y="105159"/>
                  </a:moveTo>
                  <a:lnTo>
                    <a:pt x="27308" y="105159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10515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4" name="object 1174" descr=""/>
            <p:cNvSpPr/>
            <p:nvPr/>
          </p:nvSpPr>
          <p:spPr>
            <a:xfrm>
              <a:off x="4990382" y="9957539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27308" y="0"/>
                  </a:moveTo>
                  <a:lnTo>
                    <a:pt x="0" y="0"/>
                  </a:lnTo>
                  <a:lnTo>
                    <a:pt x="0" y="105159"/>
                  </a:lnTo>
                  <a:lnTo>
                    <a:pt x="27308" y="105159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5" name="object 1175" descr=""/>
            <p:cNvSpPr/>
            <p:nvPr/>
          </p:nvSpPr>
          <p:spPr>
            <a:xfrm>
              <a:off x="4990382" y="9957539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0" y="105159"/>
                  </a:moveTo>
                  <a:lnTo>
                    <a:pt x="27308" y="105159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10515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6" name="object 1176" descr=""/>
            <p:cNvSpPr/>
            <p:nvPr/>
          </p:nvSpPr>
          <p:spPr>
            <a:xfrm>
              <a:off x="4946980" y="9957539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27276" y="0"/>
                  </a:moveTo>
                  <a:lnTo>
                    <a:pt x="0" y="0"/>
                  </a:lnTo>
                  <a:lnTo>
                    <a:pt x="0" y="105159"/>
                  </a:lnTo>
                  <a:lnTo>
                    <a:pt x="27276" y="105159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7" name="object 1177" descr=""/>
            <p:cNvSpPr/>
            <p:nvPr/>
          </p:nvSpPr>
          <p:spPr>
            <a:xfrm>
              <a:off x="4946980" y="9957539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0" y="105159"/>
                  </a:moveTo>
                  <a:lnTo>
                    <a:pt x="27276" y="105159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10515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8" name="object 1178" descr=""/>
            <p:cNvSpPr/>
            <p:nvPr/>
          </p:nvSpPr>
          <p:spPr>
            <a:xfrm>
              <a:off x="4903515" y="9957539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27287" y="0"/>
                  </a:moveTo>
                  <a:lnTo>
                    <a:pt x="0" y="0"/>
                  </a:lnTo>
                  <a:lnTo>
                    <a:pt x="0" y="105159"/>
                  </a:lnTo>
                  <a:lnTo>
                    <a:pt x="27287" y="105159"/>
                  </a:lnTo>
                  <a:lnTo>
                    <a:pt x="2728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9" name="object 1179" descr=""/>
            <p:cNvSpPr/>
            <p:nvPr/>
          </p:nvSpPr>
          <p:spPr>
            <a:xfrm>
              <a:off x="4903515" y="9957539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0" y="105159"/>
                  </a:moveTo>
                  <a:lnTo>
                    <a:pt x="27287" y="105159"/>
                  </a:lnTo>
                  <a:lnTo>
                    <a:pt x="27287" y="0"/>
                  </a:lnTo>
                  <a:lnTo>
                    <a:pt x="0" y="0"/>
                  </a:lnTo>
                  <a:lnTo>
                    <a:pt x="0" y="10515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0" name="object 1180" descr=""/>
            <p:cNvSpPr/>
            <p:nvPr/>
          </p:nvSpPr>
          <p:spPr>
            <a:xfrm>
              <a:off x="4860082" y="9957539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27308" y="0"/>
                  </a:moveTo>
                  <a:lnTo>
                    <a:pt x="0" y="0"/>
                  </a:lnTo>
                  <a:lnTo>
                    <a:pt x="0" y="105159"/>
                  </a:lnTo>
                  <a:lnTo>
                    <a:pt x="27308" y="105159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1" name="object 1181" descr=""/>
            <p:cNvSpPr/>
            <p:nvPr/>
          </p:nvSpPr>
          <p:spPr>
            <a:xfrm>
              <a:off x="4860082" y="9957539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0" y="105159"/>
                  </a:moveTo>
                  <a:lnTo>
                    <a:pt x="27308" y="105159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10515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2" name="object 1182" descr=""/>
            <p:cNvSpPr/>
            <p:nvPr/>
          </p:nvSpPr>
          <p:spPr>
            <a:xfrm>
              <a:off x="4816670" y="9957539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27276" y="0"/>
                  </a:moveTo>
                  <a:lnTo>
                    <a:pt x="0" y="0"/>
                  </a:lnTo>
                  <a:lnTo>
                    <a:pt x="0" y="105159"/>
                  </a:lnTo>
                  <a:lnTo>
                    <a:pt x="27276" y="105159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3" name="object 1183" descr=""/>
            <p:cNvSpPr/>
            <p:nvPr/>
          </p:nvSpPr>
          <p:spPr>
            <a:xfrm>
              <a:off x="4816670" y="9957539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0" y="105159"/>
                  </a:moveTo>
                  <a:lnTo>
                    <a:pt x="27276" y="105159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10515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4" name="object 1184" descr=""/>
            <p:cNvSpPr/>
            <p:nvPr/>
          </p:nvSpPr>
          <p:spPr>
            <a:xfrm>
              <a:off x="5033815" y="949477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08" y="75547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5" name="object 1185" descr=""/>
            <p:cNvSpPr/>
            <p:nvPr/>
          </p:nvSpPr>
          <p:spPr>
            <a:xfrm>
              <a:off x="5033815" y="949477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47"/>
                  </a:moveTo>
                  <a:lnTo>
                    <a:pt x="27308" y="75547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6" name="object 1186" descr=""/>
            <p:cNvSpPr/>
            <p:nvPr/>
          </p:nvSpPr>
          <p:spPr>
            <a:xfrm>
              <a:off x="4990382" y="949477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08" y="75547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7" name="object 1187" descr=""/>
            <p:cNvSpPr/>
            <p:nvPr/>
          </p:nvSpPr>
          <p:spPr>
            <a:xfrm>
              <a:off x="4990382" y="949477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47"/>
                  </a:moveTo>
                  <a:lnTo>
                    <a:pt x="27308" y="75547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8" name="object 1188" descr=""/>
            <p:cNvSpPr/>
            <p:nvPr/>
          </p:nvSpPr>
          <p:spPr>
            <a:xfrm>
              <a:off x="4946980" y="949477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76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276" y="75547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9" name="object 1189" descr=""/>
            <p:cNvSpPr/>
            <p:nvPr/>
          </p:nvSpPr>
          <p:spPr>
            <a:xfrm>
              <a:off x="4946980" y="949477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47"/>
                  </a:moveTo>
                  <a:lnTo>
                    <a:pt x="27276" y="75547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0" name="object 1190" descr=""/>
            <p:cNvSpPr/>
            <p:nvPr/>
          </p:nvSpPr>
          <p:spPr>
            <a:xfrm>
              <a:off x="4903515" y="949477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87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287" y="75547"/>
                  </a:lnTo>
                  <a:lnTo>
                    <a:pt x="2728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1" name="object 1191" descr=""/>
            <p:cNvSpPr/>
            <p:nvPr/>
          </p:nvSpPr>
          <p:spPr>
            <a:xfrm>
              <a:off x="4903515" y="949477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47"/>
                  </a:moveTo>
                  <a:lnTo>
                    <a:pt x="27287" y="75547"/>
                  </a:lnTo>
                  <a:lnTo>
                    <a:pt x="27287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2" name="object 1192" descr=""/>
            <p:cNvSpPr/>
            <p:nvPr/>
          </p:nvSpPr>
          <p:spPr>
            <a:xfrm>
              <a:off x="4860082" y="949477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08" y="75547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3" name="object 1193" descr=""/>
            <p:cNvSpPr/>
            <p:nvPr/>
          </p:nvSpPr>
          <p:spPr>
            <a:xfrm>
              <a:off x="4860082" y="949477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47"/>
                  </a:moveTo>
                  <a:lnTo>
                    <a:pt x="27308" y="75547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4" name="object 1194" descr=""/>
            <p:cNvSpPr/>
            <p:nvPr/>
          </p:nvSpPr>
          <p:spPr>
            <a:xfrm>
              <a:off x="4816670" y="949477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76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276" y="75547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5" name="object 1195" descr=""/>
            <p:cNvSpPr/>
            <p:nvPr/>
          </p:nvSpPr>
          <p:spPr>
            <a:xfrm>
              <a:off x="4816670" y="949477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47"/>
                  </a:moveTo>
                  <a:lnTo>
                    <a:pt x="27276" y="75547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6" name="object 1196" descr=""/>
            <p:cNvSpPr/>
            <p:nvPr/>
          </p:nvSpPr>
          <p:spPr>
            <a:xfrm>
              <a:off x="5033815" y="9587017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08" y="75547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7" name="object 1197" descr=""/>
            <p:cNvSpPr/>
            <p:nvPr/>
          </p:nvSpPr>
          <p:spPr>
            <a:xfrm>
              <a:off x="5033815" y="9587017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47"/>
                  </a:moveTo>
                  <a:lnTo>
                    <a:pt x="27308" y="75547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8" name="object 1198" descr=""/>
            <p:cNvSpPr/>
            <p:nvPr/>
          </p:nvSpPr>
          <p:spPr>
            <a:xfrm>
              <a:off x="4990382" y="9587017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08" y="75547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9" name="object 1199" descr=""/>
            <p:cNvSpPr/>
            <p:nvPr/>
          </p:nvSpPr>
          <p:spPr>
            <a:xfrm>
              <a:off x="4990382" y="9587017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47"/>
                  </a:moveTo>
                  <a:lnTo>
                    <a:pt x="27308" y="75547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0" name="object 1200" descr=""/>
            <p:cNvSpPr/>
            <p:nvPr/>
          </p:nvSpPr>
          <p:spPr>
            <a:xfrm>
              <a:off x="4946980" y="9587017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76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276" y="75547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1" name="object 1201" descr=""/>
            <p:cNvSpPr/>
            <p:nvPr/>
          </p:nvSpPr>
          <p:spPr>
            <a:xfrm>
              <a:off x="4946980" y="9587017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47"/>
                  </a:moveTo>
                  <a:lnTo>
                    <a:pt x="27276" y="75547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2" name="object 1202" descr=""/>
            <p:cNvSpPr/>
            <p:nvPr/>
          </p:nvSpPr>
          <p:spPr>
            <a:xfrm>
              <a:off x="4903515" y="9587017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87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287" y="75547"/>
                  </a:lnTo>
                  <a:lnTo>
                    <a:pt x="2728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3" name="object 1203" descr=""/>
            <p:cNvSpPr/>
            <p:nvPr/>
          </p:nvSpPr>
          <p:spPr>
            <a:xfrm>
              <a:off x="4903515" y="9587017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47"/>
                  </a:moveTo>
                  <a:lnTo>
                    <a:pt x="27287" y="75547"/>
                  </a:lnTo>
                  <a:lnTo>
                    <a:pt x="27287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4" name="object 1204" descr=""/>
            <p:cNvSpPr/>
            <p:nvPr/>
          </p:nvSpPr>
          <p:spPr>
            <a:xfrm>
              <a:off x="4860082" y="9587017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08" y="75547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5" name="object 1205" descr=""/>
            <p:cNvSpPr/>
            <p:nvPr/>
          </p:nvSpPr>
          <p:spPr>
            <a:xfrm>
              <a:off x="4860082" y="9587017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47"/>
                  </a:moveTo>
                  <a:lnTo>
                    <a:pt x="27308" y="75547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6" name="object 1206" descr=""/>
            <p:cNvSpPr/>
            <p:nvPr/>
          </p:nvSpPr>
          <p:spPr>
            <a:xfrm>
              <a:off x="4816670" y="9587017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76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276" y="75547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7" name="object 1207" descr=""/>
            <p:cNvSpPr/>
            <p:nvPr/>
          </p:nvSpPr>
          <p:spPr>
            <a:xfrm>
              <a:off x="4816670" y="9587017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47"/>
                  </a:moveTo>
                  <a:lnTo>
                    <a:pt x="27276" y="75547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8" name="object 1208" descr=""/>
            <p:cNvSpPr/>
            <p:nvPr/>
          </p:nvSpPr>
          <p:spPr>
            <a:xfrm>
              <a:off x="5033815" y="9679234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308" y="75568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9" name="object 1209" descr=""/>
            <p:cNvSpPr/>
            <p:nvPr/>
          </p:nvSpPr>
          <p:spPr>
            <a:xfrm>
              <a:off x="5033815" y="9679234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68"/>
                  </a:moveTo>
                  <a:lnTo>
                    <a:pt x="27308" y="75568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0" name="object 1210" descr=""/>
            <p:cNvSpPr/>
            <p:nvPr/>
          </p:nvSpPr>
          <p:spPr>
            <a:xfrm>
              <a:off x="4990382" y="9679234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308" y="75568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1" name="object 1211" descr=""/>
            <p:cNvSpPr/>
            <p:nvPr/>
          </p:nvSpPr>
          <p:spPr>
            <a:xfrm>
              <a:off x="4990382" y="9679234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68"/>
                  </a:moveTo>
                  <a:lnTo>
                    <a:pt x="27308" y="75568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2" name="object 1212" descr=""/>
            <p:cNvSpPr/>
            <p:nvPr/>
          </p:nvSpPr>
          <p:spPr>
            <a:xfrm>
              <a:off x="4946980" y="9679234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76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276" y="75568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3" name="object 1213" descr=""/>
            <p:cNvSpPr/>
            <p:nvPr/>
          </p:nvSpPr>
          <p:spPr>
            <a:xfrm>
              <a:off x="4946980" y="9679234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68"/>
                  </a:moveTo>
                  <a:lnTo>
                    <a:pt x="27276" y="75568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4" name="object 1214" descr=""/>
            <p:cNvSpPr/>
            <p:nvPr/>
          </p:nvSpPr>
          <p:spPr>
            <a:xfrm>
              <a:off x="4903515" y="9679234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87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287" y="75568"/>
                  </a:lnTo>
                  <a:lnTo>
                    <a:pt x="2728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5" name="object 1215" descr=""/>
            <p:cNvSpPr/>
            <p:nvPr/>
          </p:nvSpPr>
          <p:spPr>
            <a:xfrm>
              <a:off x="4903515" y="9679234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68"/>
                  </a:moveTo>
                  <a:lnTo>
                    <a:pt x="27287" y="75568"/>
                  </a:lnTo>
                  <a:lnTo>
                    <a:pt x="27287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6" name="object 1216" descr=""/>
            <p:cNvSpPr/>
            <p:nvPr/>
          </p:nvSpPr>
          <p:spPr>
            <a:xfrm>
              <a:off x="4860082" y="9679234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308" y="75568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7" name="object 1217" descr=""/>
            <p:cNvSpPr/>
            <p:nvPr/>
          </p:nvSpPr>
          <p:spPr>
            <a:xfrm>
              <a:off x="4860082" y="9679234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68"/>
                  </a:moveTo>
                  <a:lnTo>
                    <a:pt x="27308" y="75568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8" name="object 1218" descr=""/>
            <p:cNvSpPr/>
            <p:nvPr/>
          </p:nvSpPr>
          <p:spPr>
            <a:xfrm>
              <a:off x="4816670" y="9679234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76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276" y="75568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9" name="object 1219" descr=""/>
            <p:cNvSpPr/>
            <p:nvPr/>
          </p:nvSpPr>
          <p:spPr>
            <a:xfrm>
              <a:off x="4816670" y="9679234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68"/>
                  </a:moveTo>
                  <a:lnTo>
                    <a:pt x="27276" y="75568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0" name="object 1220" descr=""/>
            <p:cNvSpPr/>
            <p:nvPr/>
          </p:nvSpPr>
          <p:spPr>
            <a:xfrm>
              <a:off x="5033815" y="9771503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26"/>
                  </a:lnTo>
                  <a:lnTo>
                    <a:pt x="27308" y="75526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1" name="object 1221" descr=""/>
            <p:cNvSpPr/>
            <p:nvPr/>
          </p:nvSpPr>
          <p:spPr>
            <a:xfrm>
              <a:off x="5033815" y="9771503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26"/>
                  </a:moveTo>
                  <a:lnTo>
                    <a:pt x="27308" y="75526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2" name="object 1222" descr=""/>
            <p:cNvSpPr/>
            <p:nvPr/>
          </p:nvSpPr>
          <p:spPr>
            <a:xfrm>
              <a:off x="4990382" y="9771503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26"/>
                  </a:lnTo>
                  <a:lnTo>
                    <a:pt x="27308" y="75526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3" name="object 1223" descr=""/>
            <p:cNvSpPr/>
            <p:nvPr/>
          </p:nvSpPr>
          <p:spPr>
            <a:xfrm>
              <a:off x="4990382" y="9771503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26"/>
                  </a:moveTo>
                  <a:lnTo>
                    <a:pt x="27308" y="75526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4" name="object 1224" descr=""/>
            <p:cNvSpPr/>
            <p:nvPr/>
          </p:nvSpPr>
          <p:spPr>
            <a:xfrm>
              <a:off x="4946980" y="9771503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76" y="0"/>
                  </a:moveTo>
                  <a:lnTo>
                    <a:pt x="0" y="0"/>
                  </a:lnTo>
                  <a:lnTo>
                    <a:pt x="0" y="75526"/>
                  </a:lnTo>
                  <a:lnTo>
                    <a:pt x="27276" y="75526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5" name="object 1225" descr=""/>
            <p:cNvSpPr/>
            <p:nvPr/>
          </p:nvSpPr>
          <p:spPr>
            <a:xfrm>
              <a:off x="4946980" y="9771503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26"/>
                  </a:moveTo>
                  <a:lnTo>
                    <a:pt x="27276" y="75526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755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6" name="object 1226" descr=""/>
            <p:cNvSpPr/>
            <p:nvPr/>
          </p:nvSpPr>
          <p:spPr>
            <a:xfrm>
              <a:off x="4903515" y="9771503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87" y="0"/>
                  </a:moveTo>
                  <a:lnTo>
                    <a:pt x="0" y="0"/>
                  </a:lnTo>
                  <a:lnTo>
                    <a:pt x="0" y="75526"/>
                  </a:lnTo>
                  <a:lnTo>
                    <a:pt x="27287" y="75526"/>
                  </a:lnTo>
                  <a:lnTo>
                    <a:pt x="2728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7" name="object 1227" descr=""/>
            <p:cNvSpPr/>
            <p:nvPr/>
          </p:nvSpPr>
          <p:spPr>
            <a:xfrm>
              <a:off x="4903515" y="9771503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26"/>
                  </a:moveTo>
                  <a:lnTo>
                    <a:pt x="27287" y="75526"/>
                  </a:lnTo>
                  <a:lnTo>
                    <a:pt x="27287" y="0"/>
                  </a:lnTo>
                  <a:lnTo>
                    <a:pt x="0" y="0"/>
                  </a:lnTo>
                  <a:lnTo>
                    <a:pt x="0" y="755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8" name="object 1228" descr=""/>
            <p:cNvSpPr/>
            <p:nvPr/>
          </p:nvSpPr>
          <p:spPr>
            <a:xfrm>
              <a:off x="4860082" y="9771503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26"/>
                  </a:lnTo>
                  <a:lnTo>
                    <a:pt x="27308" y="75526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9" name="object 1229" descr=""/>
            <p:cNvSpPr/>
            <p:nvPr/>
          </p:nvSpPr>
          <p:spPr>
            <a:xfrm>
              <a:off x="4860082" y="9771503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26"/>
                  </a:moveTo>
                  <a:lnTo>
                    <a:pt x="27308" y="75526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0" name="object 1230" descr=""/>
            <p:cNvSpPr/>
            <p:nvPr/>
          </p:nvSpPr>
          <p:spPr>
            <a:xfrm>
              <a:off x="4816670" y="9771503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76" y="0"/>
                  </a:moveTo>
                  <a:lnTo>
                    <a:pt x="0" y="0"/>
                  </a:lnTo>
                  <a:lnTo>
                    <a:pt x="0" y="75526"/>
                  </a:lnTo>
                  <a:lnTo>
                    <a:pt x="27276" y="75526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1" name="object 1231" descr=""/>
            <p:cNvSpPr/>
            <p:nvPr/>
          </p:nvSpPr>
          <p:spPr>
            <a:xfrm>
              <a:off x="4816670" y="9771503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26"/>
                  </a:moveTo>
                  <a:lnTo>
                    <a:pt x="27276" y="75526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755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2" name="object 1232" descr=""/>
            <p:cNvSpPr/>
            <p:nvPr/>
          </p:nvSpPr>
          <p:spPr>
            <a:xfrm>
              <a:off x="5033815" y="9863731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308" y="75568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3" name="object 1233" descr=""/>
            <p:cNvSpPr/>
            <p:nvPr/>
          </p:nvSpPr>
          <p:spPr>
            <a:xfrm>
              <a:off x="5033815" y="9863731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68"/>
                  </a:moveTo>
                  <a:lnTo>
                    <a:pt x="27308" y="75568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4" name="object 1234" descr=""/>
            <p:cNvSpPr/>
            <p:nvPr/>
          </p:nvSpPr>
          <p:spPr>
            <a:xfrm>
              <a:off x="4990382" y="9863731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308" y="75568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5" name="object 1235" descr=""/>
            <p:cNvSpPr/>
            <p:nvPr/>
          </p:nvSpPr>
          <p:spPr>
            <a:xfrm>
              <a:off x="4990382" y="9863731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68"/>
                  </a:moveTo>
                  <a:lnTo>
                    <a:pt x="27308" y="75568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6" name="object 1236" descr=""/>
            <p:cNvSpPr/>
            <p:nvPr/>
          </p:nvSpPr>
          <p:spPr>
            <a:xfrm>
              <a:off x="4946980" y="9863731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76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276" y="75568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7" name="object 1237" descr=""/>
            <p:cNvSpPr/>
            <p:nvPr/>
          </p:nvSpPr>
          <p:spPr>
            <a:xfrm>
              <a:off x="4946980" y="9863731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68"/>
                  </a:moveTo>
                  <a:lnTo>
                    <a:pt x="27276" y="75568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8" name="object 1238" descr=""/>
            <p:cNvSpPr/>
            <p:nvPr/>
          </p:nvSpPr>
          <p:spPr>
            <a:xfrm>
              <a:off x="4903515" y="9863731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87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287" y="75568"/>
                  </a:lnTo>
                  <a:lnTo>
                    <a:pt x="2728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9" name="object 1239" descr=""/>
            <p:cNvSpPr/>
            <p:nvPr/>
          </p:nvSpPr>
          <p:spPr>
            <a:xfrm>
              <a:off x="4903515" y="9863731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68"/>
                  </a:moveTo>
                  <a:lnTo>
                    <a:pt x="27287" y="75568"/>
                  </a:lnTo>
                  <a:lnTo>
                    <a:pt x="27287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0" name="object 1240" descr=""/>
            <p:cNvSpPr/>
            <p:nvPr/>
          </p:nvSpPr>
          <p:spPr>
            <a:xfrm>
              <a:off x="4860082" y="9863731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308" y="75568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1" name="object 1241" descr=""/>
            <p:cNvSpPr/>
            <p:nvPr/>
          </p:nvSpPr>
          <p:spPr>
            <a:xfrm>
              <a:off x="4860082" y="9863731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68"/>
                  </a:moveTo>
                  <a:lnTo>
                    <a:pt x="27308" y="75568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2" name="object 1242" descr=""/>
            <p:cNvSpPr/>
            <p:nvPr/>
          </p:nvSpPr>
          <p:spPr>
            <a:xfrm>
              <a:off x="4816670" y="9863731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76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276" y="75568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3" name="object 1243" descr=""/>
            <p:cNvSpPr/>
            <p:nvPr/>
          </p:nvSpPr>
          <p:spPr>
            <a:xfrm>
              <a:off x="4816670" y="9863731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68"/>
                  </a:moveTo>
                  <a:lnTo>
                    <a:pt x="27276" y="75568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4" name="object 1244" descr=""/>
            <p:cNvSpPr/>
            <p:nvPr/>
          </p:nvSpPr>
          <p:spPr>
            <a:xfrm>
              <a:off x="4775666" y="9957539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27287" y="0"/>
                  </a:moveTo>
                  <a:lnTo>
                    <a:pt x="0" y="0"/>
                  </a:lnTo>
                  <a:lnTo>
                    <a:pt x="0" y="105159"/>
                  </a:lnTo>
                  <a:lnTo>
                    <a:pt x="27287" y="105159"/>
                  </a:lnTo>
                  <a:lnTo>
                    <a:pt x="2728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5" name="object 1245" descr=""/>
            <p:cNvSpPr/>
            <p:nvPr/>
          </p:nvSpPr>
          <p:spPr>
            <a:xfrm>
              <a:off x="4775666" y="9957539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0" y="105159"/>
                  </a:moveTo>
                  <a:lnTo>
                    <a:pt x="27287" y="105159"/>
                  </a:lnTo>
                  <a:lnTo>
                    <a:pt x="27287" y="0"/>
                  </a:lnTo>
                  <a:lnTo>
                    <a:pt x="0" y="0"/>
                  </a:lnTo>
                  <a:lnTo>
                    <a:pt x="0" y="10515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6" name="object 1246" descr=""/>
            <p:cNvSpPr/>
            <p:nvPr/>
          </p:nvSpPr>
          <p:spPr>
            <a:xfrm>
              <a:off x="4732191" y="9957539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27308" y="0"/>
                  </a:moveTo>
                  <a:lnTo>
                    <a:pt x="0" y="0"/>
                  </a:lnTo>
                  <a:lnTo>
                    <a:pt x="0" y="105159"/>
                  </a:lnTo>
                  <a:lnTo>
                    <a:pt x="27308" y="105159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7" name="object 1247" descr=""/>
            <p:cNvSpPr/>
            <p:nvPr/>
          </p:nvSpPr>
          <p:spPr>
            <a:xfrm>
              <a:off x="4732191" y="9957539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0" y="105159"/>
                  </a:moveTo>
                  <a:lnTo>
                    <a:pt x="27308" y="105159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10515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8" name="object 1248" descr=""/>
            <p:cNvSpPr/>
            <p:nvPr/>
          </p:nvSpPr>
          <p:spPr>
            <a:xfrm>
              <a:off x="4688810" y="9957539"/>
              <a:ext cx="27940" cy="105410"/>
            </a:xfrm>
            <a:custGeom>
              <a:avLst/>
              <a:gdLst/>
              <a:ahLst/>
              <a:cxnLst/>
              <a:rect l="l" t="t" r="r" b="b"/>
              <a:pathLst>
                <a:path w="27939" h="105409">
                  <a:moveTo>
                    <a:pt x="27318" y="0"/>
                  </a:moveTo>
                  <a:lnTo>
                    <a:pt x="0" y="0"/>
                  </a:lnTo>
                  <a:lnTo>
                    <a:pt x="0" y="105159"/>
                  </a:lnTo>
                  <a:lnTo>
                    <a:pt x="27318" y="105159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9" name="object 1249" descr=""/>
            <p:cNvSpPr/>
            <p:nvPr/>
          </p:nvSpPr>
          <p:spPr>
            <a:xfrm>
              <a:off x="4688810" y="9957539"/>
              <a:ext cx="27940" cy="105410"/>
            </a:xfrm>
            <a:custGeom>
              <a:avLst/>
              <a:gdLst/>
              <a:ahLst/>
              <a:cxnLst/>
              <a:rect l="l" t="t" r="r" b="b"/>
              <a:pathLst>
                <a:path w="27939" h="105409">
                  <a:moveTo>
                    <a:pt x="0" y="105159"/>
                  </a:moveTo>
                  <a:lnTo>
                    <a:pt x="27318" y="105159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10515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0" name="object 1250" descr=""/>
            <p:cNvSpPr/>
            <p:nvPr/>
          </p:nvSpPr>
          <p:spPr>
            <a:xfrm>
              <a:off x="4645366" y="9957539"/>
              <a:ext cx="27940" cy="105410"/>
            </a:xfrm>
            <a:custGeom>
              <a:avLst/>
              <a:gdLst/>
              <a:ahLst/>
              <a:cxnLst/>
              <a:rect l="l" t="t" r="r" b="b"/>
              <a:pathLst>
                <a:path w="27939" h="105409">
                  <a:moveTo>
                    <a:pt x="27318" y="0"/>
                  </a:moveTo>
                  <a:lnTo>
                    <a:pt x="0" y="0"/>
                  </a:lnTo>
                  <a:lnTo>
                    <a:pt x="0" y="105159"/>
                  </a:lnTo>
                  <a:lnTo>
                    <a:pt x="27318" y="105159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1" name="object 1251" descr=""/>
            <p:cNvSpPr/>
            <p:nvPr/>
          </p:nvSpPr>
          <p:spPr>
            <a:xfrm>
              <a:off x="4645366" y="9957539"/>
              <a:ext cx="27940" cy="105410"/>
            </a:xfrm>
            <a:custGeom>
              <a:avLst/>
              <a:gdLst/>
              <a:ahLst/>
              <a:cxnLst/>
              <a:rect l="l" t="t" r="r" b="b"/>
              <a:pathLst>
                <a:path w="27939" h="105409">
                  <a:moveTo>
                    <a:pt x="0" y="105159"/>
                  </a:moveTo>
                  <a:lnTo>
                    <a:pt x="27318" y="105159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10515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2" name="object 1252" descr=""/>
            <p:cNvSpPr/>
            <p:nvPr/>
          </p:nvSpPr>
          <p:spPr>
            <a:xfrm>
              <a:off x="4601954" y="9957539"/>
              <a:ext cx="27940" cy="105410"/>
            </a:xfrm>
            <a:custGeom>
              <a:avLst/>
              <a:gdLst/>
              <a:ahLst/>
              <a:cxnLst/>
              <a:rect l="l" t="t" r="r" b="b"/>
              <a:pathLst>
                <a:path w="27939" h="105409">
                  <a:moveTo>
                    <a:pt x="27318" y="0"/>
                  </a:moveTo>
                  <a:lnTo>
                    <a:pt x="0" y="0"/>
                  </a:lnTo>
                  <a:lnTo>
                    <a:pt x="0" y="105159"/>
                  </a:lnTo>
                  <a:lnTo>
                    <a:pt x="27318" y="105159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3" name="object 1253" descr=""/>
            <p:cNvSpPr/>
            <p:nvPr/>
          </p:nvSpPr>
          <p:spPr>
            <a:xfrm>
              <a:off x="4601954" y="9957539"/>
              <a:ext cx="27940" cy="105410"/>
            </a:xfrm>
            <a:custGeom>
              <a:avLst/>
              <a:gdLst/>
              <a:ahLst/>
              <a:cxnLst/>
              <a:rect l="l" t="t" r="r" b="b"/>
              <a:pathLst>
                <a:path w="27939" h="105409">
                  <a:moveTo>
                    <a:pt x="0" y="105159"/>
                  </a:moveTo>
                  <a:lnTo>
                    <a:pt x="27318" y="105159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10515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4" name="object 1254" descr=""/>
            <p:cNvSpPr/>
            <p:nvPr/>
          </p:nvSpPr>
          <p:spPr>
            <a:xfrm>
              <a:off x="4558500" y="9957539"/>
              <a:ext cx="27940" cy="105410"/>
            </a:xfrm>
            <a:custGeom>
              <a:avLst/>
              <a:gdLst/>
              <a:ahLst/>
              <a:cxnLst/>
              <a:rect l="l" t="t" r="r" b="b"/>
              <a:pathLst>
                <a:path w="27939" h="105409">
                  <a:moveTo>
                    <a:pt x="27329" y="0"/>
                  </a:moveTo>
                  <a:lnTo>
                    <a:pt x="0" y="0"/>
                  </a:lnTo>
                  <a:lnTo>
                    <a:pt x="0" y="105159"/>
                  </a:lnTo>
                  <a:lnTo>
                    <a:pt x="27329" y="105159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5" name="object 1255" descr=""/>
            <p:cNvSpPr/>
            <p:nvPr/>
          </p:nvSpPr>
          <p:spPr>
            <a:xfrm>
              <a:off x="4558500" y="9957539"/>
              <a:ext cx="27940" cy="105410"/>
            </a:xfrm>
            <a:custGeom>
              <a:avLst/>
              <a:gdLst/>
              <a:ahLst/>
              <a:cxnLst/>
              <a:rect l="l" t="t" r="r" b="b"/>
              <a:pathLst>
                <a:path w="27939" h="105409">
                  <a:moveTo>
                    <a:pt x="0" y="105159"/>
                  </a:moveTo>
                  <a:lnTo>
                    <a:pt x="27329" y="105159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10515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6" name="object 1256" descr=""/>
            <p:cNvSpPr/>
            <p:nvPr/>
          </p:nvSpPr>
          <p:spPr>
            <a:xfrm>
              <a:off x="4775666" y="949477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87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287" y="75547"/>
                  </a:lnTo>
                  <a:lnTo>
                    <a:pt x="2728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7" name="object 1257" descr=""/>
            <p:cNvSpPr/>
            <p:nvPr/>
          </p:nvSpPr>
          <p:spPr>
            <a:xfrm>
              <a:off x="4775666" y="949477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47"/>
                  </a:moveTo>
                  <a:lnTo>
                    <a:pt x="27287" y="75547"/>
                  </a:lnTo>
                  <a:lnTo>
                    <a:pt x="27287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8" name="object 1258" descr=""/>
            <p:cNvSpPr/>
            <p:nvPr/>
          </p:nvSpPr>
          <p:spPr>
            <a:xfrm>
              <a:off x="4732191" y="949477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08" y="75547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9" name="object 1259" descr=""/>
            <p:cNvSpPr/>
            <p:nvPr/>
          </p:nvSpPr>
          <p:spPr>
            <a:xfrm>
              <a:off x="4732191" y="949477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47"/>
                  </a:moveTo>
                  <a:lnTo>
                    <a:pt x="27308" y="75547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0" name="object 1260" descr=""/>
            <p:cNvSpPr/>
            <p:nvPr/>
          </p:nvSpPr>
          <p:spPr>
            <a:xfrm>
              <a:off x="4688810" y="9494779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18" y="75547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1" name="object 1261" descr=""/>
            <p:cNvSpPr/>
            <p:nvPr/>
          </p:nvSpPr>
          <p:spPr>
            <a:xfrm>
              <a:off x="4688810" y="9494779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47"/>
                  </a:moveTo>
                  <a:lnTo>
                    <a:pt x="27318" y="75547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2" name="object 1262" descr=""/>
            <p:cNvSpPr/>
            <p:nvPr/>
          </p:nvSpPr>
          <p:spPr>
            <a:xfrm>
              <a:off x="4645366" y="9494779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18" y="75547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3" name="object 1263" descr=""/>
            <p:cNvSpPr/>
            <p:nvPr/>
          </p:nvSpPr>
          <p:spPr>
            <a:xfrm>
              <a:off x="4645366" y="9494779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47"/>
                  </a:moveTo>
                  <a:lnTo>
                    <a:pt x="27318" y="75547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4" name="object 1264" descr=""/>
            <p:cNvSpPr/>
            <p:nvPr/>
          </p:nvSpPr>
          <p:spPr>
            <a:xfrm>
              <a:off x="4601954" y="9494779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18" y="75547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5" name="object 1265" descr=""/>
            <p:cNvSpPr/>
            <p:nvPr/>
          </p:nvSpPr>
          <p:spPr>
            <a:xfrm>
              <a:off x="4601954" y="9494779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47"/>
                  </a:moveTo>
                  <a:lnTo>
                    <a:pt x="27318" y="75547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6" name="object 1266" descr=""/>
            <p:cNvSpPr/>
            <p:nvPr/>
          </p:nvSpPr>
          <p:spPr>
            <a:xfrm>
              <a:off x="4558500" y="9494779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29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29" y="75547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7" name="object 1267" descr=""/>
            <p:cNvSpPr/>
            <p:nvPr/>
          </p:nvSpPr>
          <p:spPr>
            <a:xfrm>
              <a:off x="4558500" y="9494779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47"/>
                  </a:moveTo>
                  <a:lnTo>
                    <a:pt x="27329" y="75547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8" name="object 1268" descr=""/>
            <p:cNvSpPr/>
            <p:nvPr/>
          </p:nvSpPr>
          <p:spPr>
            <a:xfrm>
              <a:off x="4775666" y="9587017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87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287" y="75547"/>
                  </a:lnTo>
                  <a:lnTo>
                    <a:pt x="2728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9" name="object 1269" descr=""/>
            <p:cNvSpPr/>
            <p:nvPr/>
          </p:nvSpPr>
          <p:spPr>
            <a:xfrm>
              <a:off x="4775666" y="9587017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47"/>
                  </a:moveTo>
                  <a:lnTo>
                    <a:pt x="27287" y="75547"/>
                  </a:lnTo>
                  <a:lnTo>
                    <a:pt x="27287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0" name="object 1270" descr=""/>
            <p:cNvSpPr/>
            <p:nvPr/>
          </p:nvSpPr>
          <p:spPr>
            <a:xfrm>
              <a:off x="4732191" y="9587017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08" y="75547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1" name="object 1271" descr=""/>
            <p:cNvSpPr/>
            <p:nvPr/>
          </p:nvSpPr>
          <p:spPr>
            <a:xfrm>
              <a:off x="4732191" y="9587017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47"/>
                  </a:moveTo>
                  <a:lnTo>
                    <a:pt x="27308" y="75547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2" name="object 1272" descr=""/>
            <p:cNvSpPr/>
            <p:nvPr/>
          </p:nvSpPr>
          <p:spPr>
            <a:xfrm>
              <a:off x="4688810" y="9587017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18" y="75547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3" name="object 1273" descr=""/>
            <p:cNvSpPr/>
            <p:nvPr/>
          </p:nvSpPr>
          <p:spPr>
            <a:xfrm>
              <a:off x="4688810" y="9587017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47"/>
                  </a:moveTo>
                  <a:lnTo>
                    <a:pt x="27318" y="75547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4" name="object 1274" descr=""/>
            <p:cNvSpPr/>
            <p:nvPr/>
          </p:nvSpPr>
          <p:spPr>
            <a:xfrm>
              <a:off x="4645366" y="9587017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18" y="75547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5" name="object 1275" descr=""/>
            <p:cNvSpPr/>
            <p:nvPr/>
          </p:nvSpPr>
          <p:spPr>
            <a:xfrm>
              <a:off x="4645366" y="9587017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47"/>
                  </a:moveTo>
                  <a:lnTo>
                    <a:pt x="27318" y="75547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6" name="object 1276" descr=""/>
            <p:cNvSpPr/>
            <p:nvPr/>
          </p:nvSpPr>
          <p:spPr>
            <a:xfrm>
              <a:off x="4601954" y="9587017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18" y="75547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7" name="object 1277" descr=""/>
            <p:cNvSpPr/>
            <p:nvPr/>
          </p:nvSpPr>
          <p:spPr>
            <a:xfrm>
              <a:off x="4601954" y="9587017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47"/>
                  </a:moveTo>
                  <a:lnTo>
                    <a:pt x="27318" y="75547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8" name="object 1278" descr=""/>
            <p:cNvSpPr/>
            <p:nvPr/>
          </p:nvSpPr>
          <p:spPr>
            <a:xfrm>
              <a:off x="4558500" y="9587017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29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29" y="75547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9" name="object 1279" descr=""/>
            <p:cNvSpPr/>
            <p:nvPr/>
          </p:nvSpPr>
          <p:spPr>
            <a:xfrm>
              <a:off x="4558500" y="9587017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47"/>
                  </a:moveTo>
                  <a:lnTo>
                    <a:pt x="27329" y="75547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0" name="object 1280" descr=""/>
            <p:cNvSpPr/>
            <p:nvPr/>
          </p:nvSpPr>
          <p:spPr>
            <a:xfrm>
              <a:off x="4775666" y="9679234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87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287" y="75568"/>
                  </a:lnTo>
                  <a:lnTo>
                    <a:pt x="2728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1" name="object 1281" descr=""/>
            <p:cNvSpPr/>
            <p:nvPr/>
          </p:nvSpPr>
          <p:spPr>
            <a:xfrm>
              <a:off x="4775666" y="9679234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68"/>
                  </a:moveTo>
                  <a:lnTo>
                    <a:pt x="27287" y="75568"/>
                  </a:lnTo>
                  <a:lnTo>
                    <a:pt x="27287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2" name="object 1282" descr=""/>
            <p:cNvSpPr/>
            <p:nvPr/>
          </p:nvSpPr>
          <p:spPr>
            <a:xfrm>
              <a:off x="4732191" y="9679234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308" y="75568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3" name="object 1283" descr=""/>
            <p:cNvSpPr/>
            <p:nvPr/>
          </p:nvSpPr>
          <p:spPr>
            <a:xfrm>
              <a:off x="4732191" y="9679234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68"/>
                  </a:moveTo>
                  <a:lnTo>
                    <a:pt x="27308" y="75568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4" name="object 1284" descr=""/>
            <p:cNvSpPr/>
            <p:nvPr/>
          </p:nvSpPr>
          <p:spPr>
            <a:xfrm>
              <a:off x="4688810" y="9679234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318" y="75568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5" name="object 1285" descr=""/>
            <p:cNvSpPr/>
            <p:nvPr/>
          </p:nvSpPr>
          <p:spPr>
            <a:xfrm>
              <a:off x="4688810" y="9679234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68"/>
                  </a:moveTo>
                  <a:lnTo>
                    <a:pt x="27318" y="75568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6" name="object 1286" descr=""/>
            <p:cNvSpPr/>
            <p:nvPr/>
          </p:nvSpPr>
          <p:spPr>
            <a:xfrm>
              <a:off x="4645366" y="9679234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318" y="75568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7" name="object 1287" descr=""/>
            <p:cNvSpPr/>
            <p:nvPr/>
          </p:nvSpPr>
          <p:spPr>
            <a:xfrm>
              <a:off x="4645366" y="9679234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68"/>
                  </a:moveTo>
                  <a:lnTo>
                    <a:pt x="27318" y="75568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8" name="object 1288" descr=""/>
            <p:cNvSpPr/>
            <p:nvPr/>
          </p:nvSpPr>
          <p:spPr>
            <a:xfrm>
              <a:off x="4601954" y="9679234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318" y="75568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9" name="object 1289" descr=""/>
            <p:cNvSpPr/>
            <p:nvPr/>
          </p:nvSpPr>
          <p:spPr>
            <a:xfrm>
              <a:off x="4601954" y="9679234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68"/>
                  </a:moveTo>
                  <a:lnTo>
                    <a:pt x="27318" y="75568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0" name="object 1290" descr=""/>
            <p:cNvSpPr/>
            <p:nvPr/>
          </p:nvSpPr>
          <p:spPr>
            <a:xfrm>
              <a:off x="4558500" y="9679234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29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329" y="75568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1" name="object 1291" descr=""/>
            <p:cNvSpPr/>
            <p:nvPr/>
          </p:nvSpPr>
          <p:spPr>
            <a:xfrm>
              <a:off x="4558500" y="9679234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68"/>
                  </a:moveTo>
                  <a:lnTo>
                    <a:pt x="27329" y="75568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2" name="object 1292" descr=""/>
            <p:cNvSpPr/>
            <p:nvPr/>
          </p:nvSpPr>
          <p:spPr>
            <a:xfrm>
              <a:off x="4775666" y="9771503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87" y="0"/>
                  </a:moveTo>
                  <a:lnTo>
                    <a:pt x="0" y="0"/>
                  </a:lnTo>
                  <a:lnTo>
                    <a:pt x="0" y="75526"/>
                  </a:lnTo>
                  <a:lnTo>
                    <a:pt x="27287" y="75526"/>
                  </a:lnTo>
                  <a:lnTo>
                    <a:pt x="2728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3" name="object 1293" descr=""/>
            <p:cNvSpPr/>
            <p:nvPr/>
          </p:nvSpPr>
          <p:spPr>
            <a:xfrm>
              <a:off x="4775666" y="9771503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26"/>
                  </a:moveTo>
                  <a:lnTo>
                    <a:pt x="27287" y="75526"/>
                  </a:lnTo>
                  <a:lnTo>
                    <a:pt x="27287" y="0"/>
                  </a:lnTo>
                  <a:lnTo>
                    <a:pt x="0" y="0"/>
                  </a:lnTo>
                  <a:lnTo>
                    <a:pt x="0" y="755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4" name="object 1294" descr=""/>
            <p:cNvSpPr/>
            <p:nvPr/>
          </p:nvSpPr>
          <p:spPr>
            <a:xfrm>
              <a:off x="4732191" y="9771503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26"/>
                  </a:lnTo>
                  <a:lnTo>
                    <a:pt x="27308" y="75526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5" name="object 1295" descr=""/>
            <p:cNvSpPr/>
            <p:nvPr/>
          </p:nvSpPr>
          <p:spPr>
            <a:xfrm>
              <a:off x="4732191" y="9771503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26"/>
                  </a:moveTo>
                  <a:lnTo>
                    <a:pt x="27308" y="75526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6" name="object 1296" descr=""/>
            <p:cNvSpPr/>
            <p:nvPr/>
          </p:nvSpPr>
          <p:spPr>
            <a:xfrm>
              <a:off x="4688810" y="9771503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26"/>
                  </a:lnTo>
                  <a:lnTo>
                    <a:pt x="27318" y="75526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7" name="object 1297" descr=""/>
            <p:cNvSpPr/>
            <p:nvPr/>
          </p:nvSpPr>
          <p:spPr>
            <a:xfrm>
              <a:off x="4688810" y="9771503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26"/>
                  </a:moveTo>
                  <a:lnTo>
                    <a:pt x="27318" y="75526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8" name="object 1298" descr=""/>
            <p:cNvSpPr/>
            <p:nvPr/>
          </p:nvSpPr>
          <p:spPr>
            <a:xfrm>
              <a:off x="4645366" y="9771503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26"/>
                  </a:lnTo>
                  <a:lnTo>
                    <a:pt x="27318" y="75526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9" name="object 1299" descr=""/>
            <p:cNvSpPr/>
            <p:nvPr/>
          </p:nvSpPr>
          <p:spPr>
            <a:xfrm>
              <a:off x="4645366" y="9771503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26"/>
                  </a:moveTo>
                  <a:lnTo>
                    <a:pt x="27318" y="75526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0" name="object 1300" descr=""/>
            <p:cNvSpPr/>
            <p:nvPr/>
          </p:nvSpPr>
          <p:spPr>
            <a:xfrm>
              <a:off x="4601954" y="9771503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26"/>
                  </a:lnTo>
                  <a:lnTo>
                    <a:pt x="27318" y="75526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1" name="object 1301" descr=""/>
            <p:cNvSpPr/>
            <p:nvPr/>
          </p:nvSpPr>
          <p:spPr>
            <a:xfrm>
              <a:off x="4601954" y="9771503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26"/>
                  </a:moveTo>
                  <a:lnTo>
                    <a:pt x="27318" y="75526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2" name="object 1302" descr=""/>
            <p:cNvSpPr/>
            <p:nvPr/>
          </p:nvSpPr>
          <p:spPr>
            <a:xfrm>
              <a:off x="4558500" y="9771503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29" y="0"/>
                  </a:moveTo>
                  <a:lnTo>
                    <a:pt x="0" y="0"/>
                  </a:lnTo>
                  <a:lnTo>
                    <a:pt x="0" y="75526"/>
                  </a:lnTo>
                  <a:lnTo>
                    <a:pt x="27329" y="75526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3" name="object 1303" descr=""/>
            <p:cNvSpPr/>
            <p:nvPr/>
          </p:nvSpPr>
          <p:spPr>
            <a:xfrm>
              <a:off x="4558500" y="9771503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26"/>
                  </a:moveTo>
                  <a:lnTo>
                    <a:pt x="27329" y="75526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755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4" name="object 1304" descr=""/>
            <p:cNvSpPr/>
            <p:nvPr/>
          </p:nvSpPr>
          <p:spPr>
            <a:xfrm>
              <a:off x="4775666" y="9863731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87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287" y="75568"/>
                  </a:lnTo>
                  <a:lnTo>
                    <a:pt x="2728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5" name="object 1305" descr=""/>
            <p:cNvSpPr/>
            <p:nvPr/>
          </p:nvSpPr>
          <p:spPr>
            <a:xfrm>
              <a:off x="4775666" y="9863731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68"/>
                  </a:moveTo>
                  <a:lnTo>
                    <a:pt x="27287" y="75568"/>
                  </a:lnTo>
                  <a:lnTo>
                    <a:pt x="27287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6" name="object 1306" descr=""/>
            <p:cNvSpPr/>
            <p:nvPr/>
          </p:nvSpPr>
          <p:spPr>
            <a:xfrm>
              <a:off x="4732191" y="9863731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308" y="75568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7" name="object 1307" descr=""/>
            <p:cNvSpPr/>
            <p:nvPr/>
          </p:nvSpPr>
          <p:spPr>
            <a:xfrm>
              <a:off x="4732191" y="9863731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68"/>
                  </a:moveTo>
                  <a:lnTo>
                    <a:pt x="27308" y="75568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8" name="object 1308" descr=""/>
            <p:cNvSpPr/>
            <p:nvPr/>
          </p:nvSpPr>
          <p:spPr>
            <a:xfrm>
              <a:off x="4688810" y="9863731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318" y="75568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9" name="object 1309" descr=""/>
            <p:cNvSpPr/>
            <p:nvPr/>
          </p:nvSpPr>
          <p:spPr>
            <a:xfrm>
              <a:off x="4688810" y="9863731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68"/>
                  </a:moveTo>
                  <a:lnTo>
                    <a:pt x="27318" y="75568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0" name="object 1310" descr=""/>
            <p:cNvSpPr/>
            <p:nvPr/>
          </p:nvSpPr>
          <p:spPr>
            <a:xfrm>
              <a:off x="4645366" y="9863731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318" y="75568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1" name="object 1311" descr=""/>
            <p:cNvSpPr/>
            <p:nvPr/>
          </p:nvSpPr>
          <p:spPr>
            <a:xfrm>
              <a:off x="4645366" y="9863731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68"/>
                  </a:moveTo>
                  <a:lnTo>
                    <a:pt x="27318" y="75568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2" name="object 1312" descr=""/>
            <p:cNvSpPr/>
            <p:nvPr/>
          </p:nvSpPr>
          <p:spPr>
            <a:xfrm>
              <a:off x="4601954" y="9863731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318" y="75568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3" name="object 1313" descr=""/>
            <p:cNvSpPr/>
            <p:nvPr/>
          </p:nvSpPr>
          <p:spPr>
            <a:xfrm>
              <a:off x="4601954" y="9863731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68"/>
                  </a:moveTo>
                  <a:lnTo>
                    <a:pt x="27318" y="75568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4" name="object 1314" descr=""/>
            <p:cNvSpPr/>
            <p:nvPr/>
          </p:nvSpPr>
          <p:spPr>
            <a:xfrm>
              <a:off x="4558500" y="9863731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29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329" y="75568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5" name="object 1315" descr=""/>
            <p:cNvSpPr/>
            <p:nvPr/>
          </p:nvSpPr>
          <p:spPr>
            <a:xfrm>
              <a:off x="4558500" y="9863731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68"/>
                  </a:moveTo>
                  <a:lnTo>
                    <a:pt x="27329" y="75568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6" name="object 1316" descr=""/>
            <p:cNvSpPr/>
            <p:nvPr/>
          </p:nvSpPr>
          <p:spPr>
            <a:xfrm>
              <a:off x="5291964" y="9371306"/>
              <a:ext cx="27940" cy="105410"/>
            </a:xfrm>
            <a:custGeom>
              <a:avLst/>
              <a:gdLst/>
              <a:ahLst/>
              <a:cxnLst/>
              <a:rect l="l" t="t" r="r" b="b"/>
              <a:pathLst>
                <a:path w="27939" h="105409">
                  <a:moveTo>
                    <a:pt x="27318" y="0"/>
                  </a:moveTo>
                  <a:lnTo>
                    <a:pt x="0" y="0"/>
                  </a:lnTo>
                  <a:lnTo>
                    <a:pt x="0" y="105169"/>
                  </a:lnTo>
                  <a:lnTo>
                    <a:pt x="27318" y="105169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7" name="object 1317" descr=""/>
            <p:cNvSpPr/>
            <p:nvPr/>
          </p:nvSpPr>
          <p:spPr>
            <a:xfrm>
              <a:off x="5291964" y="9371306"/>
              <a:ext cx="27940" cy="105410"/>
            </a:xfrm>
            <a:custGeom>
              <a:avLst/>
              <a:gdLst/>
              <a:ahLst/>
              <a:cxnLst/>
              <a:rect l="l" t="t" r="r" b="b"/>
              <a:pathLst>
                <a:path w="27939" h="105409">
                  <a:moveTo>
                    <a:pt x="0" y="105169"/>
                  </a:moveTo>
                  <a:lnTo>
                    <a:pt x="27318" y="105169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10516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8" name="object 1318" descr=""/>
            <p:cNvSpPr/>
            <p:nvPr/>
          </p:nvSpPr>
          <p:spPr>
            <a:xfrm>
              <a:off x="5248562" y="9371306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27297" y="0"/>
                  </a:moveTo>
                  <a:lnTo>
                    <a:pt x="0" y="0"/>
                  </a:lnTo>
                  <a:lnTo>
                    <a:pt x="0" y="105169"/>
                  </a:lnTo>
                  <a:lnTo>
                    <a:pt x="27297" y="105169"/>
                  </a:lnTo>
                  <a:lnTo>
                    <a:pt x="2729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9" name="object 1319" descr=""/>
            <p:cNvSpPr/>
            <p:nvPr/>
          </p:nvSpPr>
          <p:spPr>
            <a:xfrm>
              <a:off x="5248562" y="9371306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0" y="105169"/>
                  </a:moveTo>
                  <a:lnTo>
                    <a:pt x="27297" y="105169"/>
                  </a:lnTo>
                  <a:lnTo>
                    <a:pt x="27297" y="0"/>
                  </a:lnTo>
                  <a:lnTo>
                    <a:pt x="0" y="0"/>
                  </a:lnTo>
                  <a:lnTo>
                    <a:pt x="0" y="10516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0" name="object 1320" descr=""/>
            <p:cNvSpPr/>
            <p:nvPr/>
          </p:nvSpPr>
          <p:spPr>
            <a:xfrm>
              <a:off x="5205098" y="9371306"/>
              <a:ext cx="27940" cy="105410"/>
            </a:xfrm>
            <a:custGeom>
              <a:avLst/>
              <a:gdLst/>
              <a:ahLst/>
              <a:cxnLst/>
              <a:rect l="l" t="t" r="r" b="b"/>
              <a:pathLst>
                <a:path w="27939" h="105409">
                  <a:moveTo>
                    <a:pt x="27329" y="0"/>
                  </a:moveTo>
                  <a:lnTo>
                    <a:pt x="0" y="0"/>
                  </a:lnTo>
                  <a:lnTo>
                    <a:pt x="0" y="105169"/>
                  </a:lnTo>
                  <a:lnTo>
                    <a:pt x="27329" y="105169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1" name="object 1321" descr=""/>
            <p:cNvSpPr/>
            <p:nvPr/>
          </p:nvSpPr>
          <p:spPr>
            <a:xfrm>
              <a:off x="5205098" y="9371306"/>
              <a:ext cx="27940" cy="105410"/>
            </a:xfrm>
            <a:custGeom>
              <a:avLst/>
              <a:gdLst/>
              <a:ahLst/>
              <a:cxnLst/>
              <a:rect l="l" t="t" r="r" b="b"/>
              <a:pathLst>
                <a:path w="27939" h="105409">
                  <a:moveTo>
                    <a:pt x="0" y="105169"/>
                  </a:moveTo>
                  <a:lnTo>
                    <a:pt x="27329" y="105169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10516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2" name="object 1322" descr=""/>
            <p:cNvSpPr/>
            <p:nvPr/>
          </p:nvSpPr>
          <p:spPr>
            <a:xfrm>
              <a:off x="5161685" y="9371306"/>
              <a:ext cx="27940" cy="105410"/>
            </a:xfrm>
            <a:custGeom>
              <a:avLst/>
              <a:gdLst/>
              <a:ahLst/>
              <a:cxnLst/>
              <a:rect l="l" t="t" r="r" b="b"/>
              <a:pathLst>
                <a:path w="27939" h="105409">
                  <a:moveTo>
                    <a:pt x="27329" y="0"/>
                  </a:moveTo>
                  <a:lnTo>
                    <a:pt x="0" y="0"/>
                  </a:lnTo>
                  <a:lnTo>
                    <a:pt x="0" y="105169"/>
                  </a:lnTo>
                  <a:lnTo>
                    <a:pt x="27329" y="105169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3" name="object 1323" descr=""/>
            <p:cNvSpPr/>
            <p:nvPr/>
          </p:nvSpPr>
          <p:spPr>
            <a:xfrm>
              <a:off x="5161685" y="9371306"/>
              <a:ext cx="27940" cy="105410"/>
            </a:xfrm>
            <a:custGeom>
              <a:avLst/>
              <a:gdLst/>
              <a:ahLst/>
              <a:cxnLst/>
              <a:rect l="l" t="t" r="r" b="b"/>
              <a:pathLst>
                <a:path w="27939" h="105409">
                  <a:moveTo>
                    <a:pt x="0" y="105169"/>
                  </a:moveTo>
                  <a:lnTo>
                    <a:pt x="27329" y="105169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10516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4" name="object 1324" descr=""/>
            <p:cNvSpPr/>
            <p:nvPr/>
          </p:nvSpPr>
          <p:spPr>
            <a:xfrm>
              <a:off x="5118284" y="9371306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27276" y="0"/>
                  </a:moveTo>
                  <a:lnTo>
                    <a:pt x="0" y="0"/>
                  </a:lnTo>
                  <a:lnTo>
                    <a:pt x="0" y="105169"/>
                  </a:lnTo>
                  <a:lnTo>
                    <a:pt x="27276" y="105169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5" name="object 1325" descr=""/>
            <p:cNvSpPr/>
            <p:nvPr/>
          </p:nvSpPr>
          <p:spPr>
            <a:xfrm>
              <a:off x="5118284" y="9371306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0" y="105169"/>
                  </a:moveTo>
                  <a:lnTo>
                    <a:pt x="27276" y="105169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10516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6" name="object 1326" descr=""/>
            <p:cNvSpPr/>
            <p:nvPr/>
          </p:nvSpPr>
          <p:spPr>
            <a:xfrm>
              <a:off x="5074840" y="9371306"/>
              <a:ext cx="27940" cy="105410"/>
            </a:xfrm>
            <a:custGeom>
              <a:avLst/>
              <a:gdLst/>
              <a:ahLst/>
              <a:cxnLst/>
              <a:rect l="l" t="t" r="r" b="b"/>
              <a:pathLst>
                <a:path w="27939" h="105409">
                  <a:moveTo>
                    <a:pt x="27318" y="0"/>
                  </a:moveTo>
                  <a:lnTo>
                    <a:pt x="0" y="0"/>
                  </a:lnTo>
                  <a:lnTo>
                    <a:pt x="0" y="105169"/>
                  </a:lnTo>
                  <a:lnTo>
                    <a:pt x="27318" y="105169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7" name="object 1327" descr=""/>
            <p:cNvSpPr/>
            <p:nvPr/>
          </p:nvSpPr>
          <p:spPr>
            <a:xfrm>
              <a:off x="5074840" y="9371306"/>
              <a:ext cx="27940" cy="105410"/>
            </a:xfrm>
            <a:custGeom>
              <a:avLst/>
              <a:gdLst/>
              <a:ahLst/>
              <a:cxnLst/>
              <a:rect l="l" t="t" r="r" b="b"/>
              <a:pathLst>
                <a:path w="27939" h="105409">
                  <a:moveTo>
                    <a:pt x="0" y="105169"/>
                  </a:moveTo>
                  <a:lnTo>
                    <a:pt x="27318" y="105169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10516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8" name="object 1328" descr=""/>
            <p:cNvSpPr/>
            <p:nvPr/>
          </p:nvSpPr>
          <p:spPr>
            <a:xfrm>
              <a:off x="5291964" y="8908535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18" y="75547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9" name="object 1329" descr=""/>
            <p:cNvSpPr/>
            <p:nvPr/>
          </p:nvSpPr>
          <p:spPr>
            <a:xfrm>
              <a:off x="5291964" y="8908535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47"/>
                  </a:moveTo>
                  <a:lnTo>
                    <a:pt x="27318" y="75547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0" name="object 1330" descr=""/>
            <p:cNvSpPr/>
            <p:nvPr/>
          </p:nvSpPr>
          <p:spPr>
            <a:xfrm>
              <a:off x="5248562" y="8908535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97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297" y="75547"/>
                  </a:lnTo>
                  <a:lnTo>
                    <a:pt x="2729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1" name="object 1331" descr=""/>
            <p:cNvSpPr/>
            <p:nvPr/>
          </p:nvSpPr>
          <p:spPr>
            <a:xfrm>
              <a:off x="5248562" y="8908535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47"/>
                  </a:moveTo>
                  <a:lnTo>
                    <a:pt x="27297" y="75547"/>
                  </a:lnTo>
                  <a:lnTo>
                    <a:pt x="27297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2" name="object 1332" descr=""/>
            <p:cNvSpPr/>
            <p:nvPr/>
          </p:nvSpPr>
          <p:spPr>
            <a:xfrm>
              <a:off x="5205098" y="8908535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29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29" y="75547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3" name="object 1333" descr=""/>
            <p:cNvSpPr/>
            <p:nvPr/>
          </p:nvSpPr>
          <p:spPr>
            <a:xfrm>
              <a:off x="5205098" y="8908535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47"/>
                  </a:moveTo>
                  <a:lnTo>
                    <a:pt x="27329" y="75547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4" name="object 1334" descr=""/>
            <p:cNvSpPr/>
            <p:nvPr/>
          </p:nvSpPr>
          <p:spPr>
            <a:xfrm>
              <a:off x="5161685" y="8908535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29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29" y="75547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5" name="object 1335" descr=""/>
            <p:cNvSpPr/>
            <p:nvPr/>
          </p:nvSpPr>
          <p:spPr>
            <a:xfrm>
              <a:off x="5161685" y="8908535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47"/>
                  </a:moveTo>
                  <a:lnTo>
                    <a:pt x="27329" y="75547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6" name="object 1336" descr=""/>
            <p:cNvSpPr/>
            <p:nvPr/>
          </p:nvSpPr>
          <p:spPr>
            <a:xfrm>
              <a:off x="5118284" y="8908535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76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276" y="75547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7" name="object 1337" descr=""/>
            <p:cNvSpPr/>
            <p:nvPr/>
          </p:nvSpPr>
          <p:spPr>
            <a:xfrm>
              <a:off x="5118284" y="8908535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47"/>
                  </a:moveTo>
                  <a:lnTo>
                    <a:pt x="27276" y="75547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8" name="object 1338" descr=""/>
            <p:cNvSpPr/>
            <p:nvPr/>
          </p:nvSpPr>
          <p:spPr>
            <a:xfrm>
              <a:off x="5074840" y="8908535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18" y="75547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9" name="object 1339" descr=""/>
            <p:cNvSpPr/>
            <p:nvPr/>
          </p:nvSpPr>
          <p:spPr>
            <a:xfrm>
              <a:off x="5074840" y="8908535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47"/>
                  </a:moveTo>
                  <a:lnTo>
                    <a:pt x="27318" y="75547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0" name="object 1340" descr=""/>
            <p:cNvSpPr/>
            <p:nvPr/>
          </p:nvSpPr>
          <p:spPr>
            <a:xfrm>
              <a:off x="5291964" y="9000741"/>
              <a:ext cx="27940" cy="76200"/>
            </a:xfrm>
            <a:custGeom>
              <a:avLst/>
              <a:gdLst/>
              <a:ahLst/>
              <a:cxnLst/>
              <a:rect l="l" t="t" r="r" b="b"/>
              <a:pathLst>
                <a:path w="27939" h="76200">
                  <a:moveTo>
                    <a:pt x="27318" y="0"/>
                  </a:moveTo>
                  <a:lnTo>
                    <a:pt x="0" y="0"/>
                  </a:lnTo>
                  <a:lnTo>
                    <a:pt x="0" y="75589"/>
                  </a:lnTo>
                  <a:lnTo>
                    <a:pt x="27318" y="75589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1" name="object 1341" descr=""/>
            <p:cNvSpPr/>
            <p:nvPr/>
          </p:nvSpPr>
          <p:spPr>
            <a:xfrm>
              <a:off x="5291964" y="9000741"/>
              <a:ext cx="27940" cy="76200"/>
            </a:xfrm>
            <a:custGeom>
              <a:avLst/>
              <a:gdLst/>
              <a:ahLst/>
              <a:cxnLst/>
              <a:rect l="l" t="t" r="r" b="b"/>
              <a:pathLst>
                <a:path w="27939" h="76200">
                  <a:moveTo>
                    <a:pt x="0" y="75589"/>
                  </a:moveTo>
                  <a:lnTo>
                    <a:pt x="27318" y="75589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8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2" name="object 1342" descr=""/>
            <p:cNvSpPr/>
            <p:nvPr/>
          </p:nvSpPr>
          <p:spPr>
            <a:xfrm>
              <a:off x="5248562" y="9000741"/>
              <a:ext cx="27305" cy="76200"/>
            </a:xfrm>
            <a:custGeom>
              <a:avLst/>
              <a:gdLst/>
              <a:ahLst/>
              <a:cxnLst/>
              <a:rect l="l" t="t" r="r" b="b"/>
              <a:pathLst>
                <a:path w="27304" h="76200">
                  <a:moveTo>
                    <a:pt x="27297" y="0"/>
                  </a:moveTo>
                  <a:lnTo>
                    <a:pt x="0" y="0"/>
                  </a:lnTo>
                  <a:lnTo>
                    <a:pt x="0" y="75589"/>
                  </a:lnTo>
                  <a:lnTo>
                    <a:pt x="27297" y="75589"/>
                  </a:lnTo>
                  <a:lnTo>
                    <a:pt x="2729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3" name="object 1343" descr=""/>
            <p:cNvSpPr/>
            <p:nvPr/>
          </p:nvSpPr>
          <p:spPr>
            <a:xfrm>
              <a:off x="5248562" y="9000741"/>
              <a:ext cx="27305" cy="76200"/>
            </a:xfrm>
            <a:custGeom>
              <a:avLst/>
              <a:gdLst/>
              <a:ahLst/>
              <a:cxnLst/>
              <a:rect l="l" t="t" r="r" b="b"/>
              <a:pathLst>
                <a:path w="27304" h="76200">
                  <a:moveTo>
                    <a:pt x="0" y="75589"/>
                  </a:moveTo>
                  <a:lnTo>
                    <a:pt x="27297" y="75589"/>
                  </a:lnTo>
                  <a:lnTo>
                    <a:pt x="27297" y="0"/>
                  </a:lnTo>
                  <a:lnTo>
                    <a:pt x="0" y="0"/>
                  </a:lnTo>
                  <a:lnTo>
                    <a:pt x="0" y="7558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4" name="object 1344" descr=""/>
            <p:cNvSpPr/>
            <p:nvPr/>
          </p:nvSpPr>
          <p:spPr>
            <a:xfrm>
              <a:off x="5205098" y="9000741"/>
              <a:ext cx="27940" cy="76200"/>
            </a:xfrm>
            <a:custGeom>
              <a:avLst/>
              <a:gdLst/>
              <a:ahLst/>
              <a:cxnLst/>
              <a:rect l="l" t="t" r="r" b="b"/>
              <a:pathLst>
                <a:path w="27939" h="76200">
                  <a:moveTo>
                    <a:pt x="27329" y="0"/>
                  </a:moveTo>
                  <a:lnTo>
                    <a:pt x="0" y="0"/>
                  </a:lnTo>
                  <a:lnTo>
                    <a:pt x="0" y="75589"/>
                  </a:lnTo>
                  <a:lnTo>
                    <a:pt x="27329" y="75589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5" name="object 1345" descr=""/>
            <p:cNvSpPr/>
            <p:nvPr/>
          </p:nvSpPr>
          <p:spPr>
            <a:xfrm>
              <a:off x="5205098" y="9000741"/>
              <a:ext cx="27940" cy="76200"/>
            </a:xfrm>
            <a:custGeom>
              <a:avLst/>
              <a:gdLst/>
              <a:ahLst/>
              <a:cxnLst/>
              <a:rect l="l" t="t" r="r" b="b"/>
              <a:pathLst>
                <a:path w="27939" h="76200">
                  <a:moveTo>
                    <a:pt x="0" y="75589"/>
                  </a:moveTo>
                  <a:lnTo>
                    <a:pt x="27329" y="75589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7558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6" name="object 1346" descr=""/>
            <p:cNvSpPr/>
            <p:nvPr/>
          </p:nvSpPr>
          <p:spPr>
            <a:xfrm>
              <a:off x="5161685" y="9000741"/>
              <a:ext cx="27940" cy="76200"/>
            </a:xfrm>
            <a:custGeom>
              <a:avLst/>
              <a:gdLst/>
              <a:ahLst/>
              <a:cxnLst/>
              <a:rect l="l" t="t" r="r" b="b"/>
              <a:pathLst>
                <a:path w="27939" h="76200">
                  <a:moveTo>
                    <a:pt x="27329" y="0"/>
                  </a:moveTo>
                  <a:lnTo>
                    <a:pt x="0" y="0"/>
                  </a:lnTo>
                  <a:lnTo>
                    <a:pt x="0" y="75589"/>
                  </a:lnTo>
                  <a:lnTo>
                    <a:pt x="27329" y="75589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7" name="object 1347" descr=""/>
            <p:cNvSpPr/>
            <p:nvPr/>
          </p:nvSpPr>
          <p:spPr>
            <a:xfrm>
              <a:off x="5161685" y="9000741"/>
              <a:ext cx="27940" cy="76200"/>
            </a:xfrm>
            <a:custGeom>
              <a:avLst/>
              <a:gdLst/>
              <a:ahLst/>
              <a:cxnLst/>
              <a:rect l="l" t="t" r="r" b="b"/>
              <a:pathLst>
                <a:path w="27939" h="76200">
                  <a:moveTo>
                    <a:pt x="0" y="75589"/>
                  </a:moveTo>
                  <a:lnTo>
                    <a:pt x="27329" y="75589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7558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8" name="object 1348" descr=""/>
            <p:cNvSpPr/>
            <p:nvPr/>
          </p:nvSpPr>
          <p:spPr>
            <a:xfrm>
              <a:off x="5118284" y="9000741"/>
              <a:ext cx="27305" cy="76200"/>
            </a:xfrm>
            <a:custGeom>
              <a:avLst/>
              <a:gdLst/>
              <a:ahLst/>
              <a:cxnLst/>
              <a:rect l="l" t="t" r="r" b="b"/>
              <a:pathLst>
                <a:path w="27304" h="76200">
                  <a:moveTo>
                    <a:pt x="27276" y="0"/>
                  </a:moveTo>
                  <a:lnTo>
                    <a:pt x="0" y="0"/>
                  </a:lnTo>
                  <a:lnTo>
                    <a:pt x="0" y="75589"/>
                  </a:lnTo>
                  <a:lnTo>
                    <a:pt x="27276" y="75589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9" name="object 1349" descr=""/>
            <p:cNvSpPr/>
            <p:nvPr/>
          </p:nvSpPr>
          <p:spPr>
            <a:xfrm>
              <a:off x="5118284" y="9000741"/>
              <a:ext cx="27305" cy="76200"/>
            </a:xfrm>
            <a:custGeom>
              <a:avLst/>
              <a:gdLst/>
              <a:ahLst/>
              <a:cxnLst/>
              <a:rect l="l" t="t" r="r" b="b"/>
              <a:pathLst>
                <a:path w="27304" h="76200">
                  <a:moveTo>
                    <a:pt x="0" y="75589"/>
                  </a:moveTo>
                  <a:lnTo>
                    <a:pt x="27276" y="75589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7558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0" name="object 1350" descr=""/>
            <p:cNvSpPr/>
            <p:nvPr/>
          </p:nvSpPr>
          <p:spPr>
            <a:xfrm>
              <a:off x="5074840" y="9000741"/>
              <a:ext cx="27940" cy="76200"/>
            </a:xfrm>
            <a:custGeom>
              <a:avLst/>
              <a:gdLst/>
              <a:ahLst/>
              <a:cxnLst/>
              <a:rect l="l" t="t" r="r" b="b"/>
              <a:pathLst>
                <a:path w="27939" h="76200">
                  <a:moveTo>
                    <a:pt x="27318" y="0"/>
                  </a:moveTo>
                  <a:lnTo>
                    <a:pt x="0" y="0"/>
                  </a:lnTo>
                  <a:lnTo>
                    <a:pt x="0" y="75589"/>
                  </a:lnTo>
                  <a:lnTo>
                    <a:pt x="27318" y="75589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1" name="object 1351" descr=""/>
            <p:cNvSpPr/>
            <p:nvPr/>
          </p:nvSpPr>
          <p:spPr>
            <a:xfrm>
              <a:off x="5074840" y="9000741"/>
              <a:ext cx="27940" cy="76200"/>
            </a:xfrm>
            <a:custGeom>
              <a:avLst/>
              <a:gdLst/>
              <a:ahLst/>
              <a:cxnLst/>
              <a:rect l="l" t="t" r="r" b="b"/>
              <a:pathLst>
                <a:path w="27939" h="76200">
                  <a:moveTo>
                    <a:pt x="0" y="75589"/>
                  </a:moveTo>
                  <a:lnTo>
                    <a:pt x="27318" y="75589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8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2" name="object 1352" descr=""/>
            <p:cNvSpPr/>
            <p:nvPr/>
          </p:nvSpPr>
          <p:spPr>
            <a:xfrm>
              <a:off x="5291964" y="9093021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18" y="75547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3" name="object 1353" descr=""/>
            <p:cNvSpPr/>
            <p:nvPr/>
          </p:nvSpPr>
          <p:spPr>
            <a:xfrm>
              <a:off x="5291964" y="9093021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47"/>
                  </a:moveTo>
                  <a:lnTo>
                    <a:pt x="27318" y="75547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4" name="object 1354" descr=""/>
            <p:cNvSpPr/>
            <p:nvPr/>
          </p:nvSpPr>
          <p:spPr>
            <a:xfrm>
              <a:off x="5248562" y="9093021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97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297" y="75547"/>
                  </a:lnTo>
                  <a:lnTo>
                    <a:pt x="2729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5" name="object 1355" descr=""/>
            <p:cNvSpPr/>
            <p:nvPr/>
          </p:nvSpPr>
          <p:spPr>
            <a:xfrm>
              <a:off x="5248562" y="9093021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47"/>
                  </a:moveTo>
                  <a:lnTo>
                    <a:pt x="27297" y="75547"/>
                  </a:lnTo>
                  <a:lnTo>
                    <a:pt x="27297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6" name="object 1356" descr=""/>
            <p:cNvSpPr/>
            <p:nvPr/>
          </p:nvSpPr>
          <p:spPr>
            <a:xfrm>
              <a:off x="5205098" y="9093021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29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29" y="75547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7" name="object 1357" descr=""/>
            <p:cNvSpPr/>
            <p:nvPr/>
          </p:nvSpPr>
          <p:spPr>
            <a:xfrm>
              <a:off x="5205098" y="9093021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47"/>
                  </a:moveTo>
                  <a:lnTo>
                    <a:pt x="27329" y="75547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8" name="object 1358" descr=""/>
            <p:cNvSpPr/>
            <p:nvPr/>
          </p:nvSpPr>
          <p:spPr>
            <a:xfrm>
              <a:off x="5161685" y="9093021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29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29" y="75547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9" name="object 1359" descr=""/>
            <p:cNvSpPr/>
            <p:nvPr/>
          </p:nvSpPr>
          <p:spPr>
            <a:xfrm>
              <a:off x="5161685" y="9093021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47"/>
                  </a:moveTo>
                  <a:lnTo>
                    <a:pt x="27329" y="75547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0" name="object 1360" descr=""/>
            <p:cNvSpPr/>
            <p:nvPr/>
          </p:nvSpPr>
          <p:spPr>
            <a:xfrm>
              <a:off x="5118284" y="9093021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76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276" y="75547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1" name="object 1361" descr=""/>
            <p:cNvSpPr/>
            <p:nvPr/>
          </p:nvSpPr>
          <p:spPr>
            <a:xfrm>
              <a:off x="5118284" y="9093021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47"/>
                  </a:moveTo>
                  <a:lnTo>
                    <a:pt x="27276" y="75547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2" name="object 1362" descr=""/>
            <p:cNvSpPr/>
            <p:nvPr/>
          </p:nvSpPr>
          <p:spPr>
            <a:xfrm>
              <a:off x="5074840" y="9093021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18" y="75547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3" name="object 1363" descr=""/>
            <p:cNvSpPr/>
            <p:nvPr/>
          </p:nvSpPr>
          <p:spPr>
            <a:xfrm>
              <a:off x="5074840" y="9093021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47"/>
                  </a:moveTo>
                  <a:lnTo>
                    <a:pt x="27318" y="75547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4" name="object 1364" descr=""/>
            <p:cNvSpPr/>
            <p:nvPr/>
          </p:nvSpPr>
          <p:spPr>
            <a:xfrm>
              <a:off x="5291964" y="9185259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26"/>
                  </a:lnTo>
                  <a:lnTo>
                    <a:pt x="27318" y="75526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5" name="object 1365" descr=""/>
            <p:cNvSpPr/>
            <p:nvPr/>
          </p:nvSpPr>
          <p:spPr>
            <a:xfrm>
              <a:off x="5291964" y="9185259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26"/>
                  </a:moveTo>
                  <a:lnTo>
                    <a:pt x="27318" y="75526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6" name="object 1366" descr=""/>
            <p:cNvSpPr/>
            <p:nvPr/>
          </p:nvSpPr>
          <p:spPr>
            <a:xfrm>
              <a:off x="5248562" y="918525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97" y="0"/>
                  </a:moveTo>
                  <a:lnTo>
                    <a:pt x="0" y="0"/>
                  </a:lnTo>
                  <a:lnTo>
                    <a:pt x="0" y="75526"/>
                  </a:lnTo>
                  <a:lnTo>
                    <a:pt x="27297" y="75526"/>
                  </a:lnTo>
                  <a:lnTo>
                    <a:pt x="2729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7" name="object 1367" descr=""/>
            <p:cNvSpPr/>
            <p:nvPr/>
          </p:nvSpPr>
          <p:spPr>
            <a:xfrm>
              <a:off x="5248562" y="918525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26"/>
                  </a:moveTo>
                  <a:lnTo>
                    <a:pt x="27297" y="75526"/>
                  </a:lnTo>
                  <a:lnTo>
                    <a:pt x="27297" y="0"/>
                  </a:lnTo>
                  <a:lnTo>
                    <a:pt x="0" y="0"/>
                  </a:lnTo>
                  <a:lnTo>
                    <a:pt x="0" y="755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8" name="object 1368" descr=""/>
            <p:cNvSpPr/>
            <p:nvPr/>
          </p:nvSpPr>
          <p:spPr>
            <a:xfrm>
              <a:off x="5205098" y="9185259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29" y="0"/>
                  </a:moveTo>
                  <a:lnTo>
                    <a:pt x="0" y="0"/>
                  </a:lnTo>
                  <a:lnTo>
                    <a:pt x="0" y="75526"/>
                  </a:lnTo>
                  <a:lnTo>
                    <a:pt x="27329" y="75526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9" name="object 1369" descr=""/>
            <p:cNvSpPr/>
            <p:nvPr/>
          </p:nvSpPr>
          <p:spPr>
            <a:xfrm>
              <a:off x="5205098" y="9185259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26"/>
                  </a:moveTo>
                  <a:lnTo>
                    <a:pt x="27329" y="75526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755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0" name="object 1370" descr=""/>
            <p:cNvSpPr/>
            <p:nvPr/>
          </p:nvSpPr>
          <p:spPr>
            <a:xfrm>
              <a:off x="5161685" y="9185259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29" y="0"/>
                  </a:moveTo>
                  <a:lnTo>
                    <a:pt x="0" y="0"/>
                  </a:lnTo>
                  <a:lnTo>
                    <a:pt x="0" y="75526"/>
                  </a:lnTo>
                  <a:lnTo>
                    <a:pt x="27329" y="75526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1" name="object 1371" descr=""/>
            <p:cNvSpPr/>
            <p:nvPr/>
          </p:nvSpPr>
          <p:spPr>
            <a:xfrm>
              <a:off x="5161685" y="9185259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26"/>
                  </a:moveTo>
                  <a:lnTo>
                    <a:pt x="27329" y="75526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755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2" name="object 1372" descr=""/>
            <p:cNvSpPr/>
            <p:nvPr/>
          </p:nvSpPr>
          <p:spPr>
            <a:xfrm>
              <a:off x="5118284" y="918525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76" y="0"/>
                  </a:moveTo>
                  <a:lnTo>
                    <a:pt x="0" y="0"/>
                  </a:lnTo>
                  <a:lnTo>
                    <a:pt x="0" y="75526"/>
                  </a:lnTo>
                  <a:lnTo>
                    <a:pt x="27276" y="75526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3" name="object 1373" descr=""/>
            <p:cNvSpPr/>
            <p:nvPr/>
          </p:nvSpPr>
          <p:spPr>
            <a:xfrm>
              <a:off x="5118284" y="918525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26"/>
                  </a:moveTo>
                  <a:lnTo>
                    <a:pt x="27276" y="75526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755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4" name="object 1374" descr=""/>
            <p:cNvSpPr/>
            <p:nvPr/>
          </p:nvSpPr>
          <p:spPr>
            <a:xfrm>
              <a:off x="5074840" y="9185259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26"/>
                  </a:lnTo>
                  <a:lnTo>
                    <a:pt x="27318" y="75526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5" name="object 1375" descr=""/>
            <p:cNvSpPr/>
            <p:nvPr/>
          </p:nvSpPr>
          <p:spPr>
            <a:xfrm>
              <a:off x="5074840" y="9185259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26"/>
                  </a:moveTo>
                  <a:lnTo>
                    <a:pt x="27318" y="75526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6" name="object 1376" descr=""/>
            <p:cNvSpPr/>
            <p:nvPr/>
          </p:nvSpPr>
          <p:spPr>
            <a:xfrm>
              <a:off x="5291964" y="9277455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318" y="75568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7" name="object 1377" descr=""/>
            <p:cNvSpPr/>
            <p:nvPr/>
          </p:nvSpPr>
          <p:spPr>
            <a:xfrm>
              <a:off x="5291964" y="9277455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68"/>
                  </a:moveTo>
                  <a:lnTo>
                    <a:pt x="27318" y="75568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8" name="object 1378" descr=""/>
            <p:cNvSpPr/>
            <p:nvPr/>
          </p:nvSpPr>
          <p:spPr>
            <a:xfrm>
              <a:off x="5248562" y="9277455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97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297" y="75568"/>
                  </a:lnTo>
                  <a:lnTo>
                    <a:pt x="2729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9" name="object 1379" descr=""/>
            <p:cNvSpPr/>
            <p:nvPr/>
          </p:nvSpPr>
          <p:spPr>
            <a:xfrm>
              <a:off x="5248562" y="9277455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68"/>
                  </a:moveTo>
                  <a:lnTo>
                    <a:pt x="27297" y="75568"/>
                  </a:lnTo>
                  <a:lnTo>
                    <a:pt x="27297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0" name="object 1380" descr=""/>
            <p:cNvSpPr/>
            <p:nvPr/>
          </p:nvSpPr>
          <p:spPr>
            <a:xfrm>
              <a:off x="5205098" y="9277455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29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329" y="75568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1" name="object 1381" descr=""/>
            <p:cNvSpPr/>
            <p:nvPr/>
          </p:nvSpPr>
          <p:spPr>
            <a:xfrm>
              <a:off x="5205098" y="9277455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68"/>
                  </a:moveTo>
                  <a:lnTo>
                    <a:pt x="27329" y="75568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2" name="object 1382" descr=""/>
            <p:cNvSpPr/>
            <p:nvPr/>
          </p:nvSpPr>
          <p:spPr>
            <a:xfrm>
              <a:off x="5161685" y="9277455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29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329" y="75568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3" name="object 1383" descr=""/>
            <p:cNvSpPr/>
            <p:nvPr/>
          </p:nvSpPr>
          <p:spPr>
            <a:xfrm>
              <a:off x="5161685" y="9277455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68"/>
                  </a:moveTo>
                  <a:lnTo>
                    <a:pt x="27329" y="75568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4" name="object 1384" descr=""/>
            <p:cNvSpPr/>
            <p:nvPr/>
          </p:nvSpPr>
          <p:spPr>
            <a:xfrm>
              <a:off x="5118284" y="9277455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76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276" y="75568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5" name="object 1385" descr=""/>
            <p:cNvSpPr/>
            <p:nvPr/>
          </p:nvSpPr>
          <p:spPr>
            <a:xfrm>
              <a:off x="5118284" y="9277455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68"/>
                  </a:moveTo>
                  <a:lnTo>
                    <a:pt x="27276" y="75568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6" name="object 1386" descr=""/>
            <p:cNvSpPr/>
            <p:nvPr/>
          </p:nvSpPr>
          <p:spPr>
            <a:xfrm>
              <a:off x="5074840" y="9277455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318" y="75568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7" name="object 1387" descr=""/>
            <p:cNvSpPr/>
            <p:nvPr/>
          </p:nvSpPr>
          <p:spPr>
            <a:xfrm>
              <a:off x="5074840" y="9277455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68"/>
                  </a:moveTo>
                  <a:lnTo>
                    <a:pt x="27318" y="75568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8" name="object 1388" descr=""/>
            <p:cNvSpPr/>
            <p:nvPr/>
          </p:nvSpPr>
          <p:spPr>
            <a:xfrm>
              <a:off x="5033815" y="9371306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27308" y="0"/>
                  </a:moveTo>
                  <a:lnTo>
                    <a:pt x="0" y="0"/>
                  </a:lnTo>
                  <a:lnTo>
                    <a:pt x="0" y="105169"/>
                  </a:lnTo>
                  <a:lnTo>
                    <a:pt x="27308" y="105169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9" name="object 1389" descr=""/>
            <p:cNvSpPr/>
            <p:nvPr/>
          </p:nvSpPr>
          <p:spPr>
            <a:xfrm>
              <a:off x="5033815" y="9371306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0" y="105169"/>
                  </a:moveTo>
                  <a:lnTo>
                    <a:pt x="27308" y="105169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10516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0" name="object 1390" descr=""/>
            <p:cNvSpPr/>
            <p:nvPr/>
          </p:nvSpPr>
          <p:spPr>
            <a:xfrm>
              <a:off x="4990382" y="9371306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27308" y="0"/>
                  </a:moveTo>
                  <a:lnTo>
                    <a:pt x="0" y="0"/>
                  </a:lnTo>
                  <a:lnTo>
                    <a:pt x="0" y="105169"/>
                  </a:lnTo>
                  <a:lnTo>
                    <a:pt x="27308" y="105169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1" name="object 1391" descr=""/>
            <p:cNvSpPr/>
            <p:nvPr/>
          </p:nvSpPr>
          <p:spPr>
            <a:xfrm>
              <a:off x="4990382" y="9371306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0" y="105169"/>
                  </a:moveTo>
                  <a:lnTo>
                    <a:pt x="27308" y="105169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10516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2" name="object 1392" descr=""/>
            <p:cNvSpPr/>
            <p:nvPr/>
          </p:nvSpPr>
          <p:spPr>
            <a:xfrm>
              <a:off x="4946980" y="9371306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27276" y="0"/>
                  </a:moveTo>
                  <a:lnTo>
                    <a:pt x="0" y="0"/>
                  </a:lnTo>
                  <a:lnTo>
                    <a:pt x="0" y="105169"/>
                  </a:lnTo>
                  <a:lnTo>
                    <a:pt x="27276" y="105169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3" name="object 1393" descr=""/>
            <p:cNvSpPr/>
            <p:nvPr/>
          </p:nvSpPr>
          <p:spPr>
            <a:xfrm>
              <a:off x="4946980" y="9371306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0" y="105169"/>
                  </a:moveTo>
                  <a:lnTo>
                    <a:pt x="27276" y="105169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10516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4" name="object 1394" descr=""/>
            <p:cNvSpPr/>
            <p:nvPr/>
          </p:nvSpPr>
          <p:spPr>
            <a:xfrm>
              <a:off x="4903515" y="9371306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27287" y="0"/>
                  </a:moveTo>
                  <a:lnTo>
                    <a:pt x="0" y="0"/>
                  </a:lnTo>
                  <a:lnTo>
                    <a:pt x="0" y="105169"/>
                  </a:lnTo>
                  <a:lnTo>
                    <a:pt x="27287" y="105169"/>
                  </a:lnTo>
                  <a:lnTo>
                    <a:pt x="2728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5" name="object 1395" descr=""/>
            <p:cNvSpPr/>
            <p:nvPr/>
          </p:nvSpPr>
          <p:spPr>
            <a:xfrm>
              <a:off x="4903515" y="9371306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0" y="105169"/>
                  </a:moveTo>
                  <a:lnTo>
                    <a:pt x="27287" y="105169"/>
                  </a:lnTo>
                  <a:lnTo>
                    <a:pt x="27287" y="0"/>
                  </a:lnTo>
                  <a:lnTo>
                    <a:pt x="0" y="0"/>
                  </a:lnTo>
                  <a:lnTo>
                    <a:pt x="0" y="10516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6" name="object 1396" descr=""/>
            <p:cNvSpPr/>
            <p:nvPr/>
          </p:nvSpPr>
          <p:spPr>
            <a:xfrm>
              <a:off x="4860082" y="9371306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27308" y="0"/>
                  </a:moveTo>
                  <a:lnTo>
                    <a:pt x="0" y="0"/>
                  </a:lnTo>
                  <a:lnTo>
                    <a:pt x="0" y="105169"/>
                  </a:lnTo>
                  <a:lnTo>
                    <a:pt x="27308" y="105169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7" name="object 1397" descr=""/>
            <p:cNvSpPr/>
            <p:nvPr/>
          </p:nvSpPr>
          <p:spPr>
            <a:xfrm>
              <a:off x="4860082" y="9371306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0" y="105169"/>
                  </a:moveTo>
                  <a:lnTo>
                    <a:pt x="27308" y="105169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10516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8" name="object 1398" descr=""/>
            <p:cNvSpPr/>
            <p:nvPr/>
          </p:nvSpPr>
          <p:spPr>
            <a:xfrm>
              <a:off x="4816670" y="9371306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27276" y="0"/>
                  </a:moveTo>
                  <a:lnTo>
                    <a:pt x="0" y="0"/>
                  </a:lnTo>
                  <a:lnTo>
                    <a:pt x="0" y="105169"/>
                  </a:lnTo>
                  <a:lnTo>
                    <a:pt x="27276" y="105169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9" name="object 1399" descr=""/>
            <p:cNvSpPr/>
            <p:nvPr/>
          </p:nvSpPr>
          <p:spPr>
            <a:xfrm>
              <a:off x="4816670" y="9371306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0" y="105169"/>
                  </a:moveTo>
                  <a:lnTo>
                    <a:pt x="27276" y="105169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10516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0" name="object 1400" descr=""/>
            <p:cNvSpPr/>
            <p:nvPr/>
          </p:nvSpPr>
          <p:spPr>
            <a:xfrm>
              <a:off x="5033815" y="8908535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08" y="75547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1" name="object 1401" descr=""/>
            <p:cNvSpPr/>
            <p:nvPr/>
          </p:nvSpPr>
          <p:spPr>
            <a:xfrm>
              <a:off x="5033815" y="8908535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47"/>
                  </a:moveTo>
                  <a:lnTo>
                    <a:pt x="27308" y="75547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2" name="object 1402" descr=""/>
            <p:cNvSpPr/>
            <p:nvPr/>
          </p:nvSpPr>
          <p:spPr>
            <a:xfrm>
              <a:off x="4990382" y="8908535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08" y="75547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3" name="object 1403" descr=""/>
            <p:cNvSpPr/>
            <p:nvPr/>
          </p:nvSpPr>
          <p:spPr>
            <a:xfrm>
              <a:off x="4990382" y="8908535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47"/>
                  </a:moveTo>
                  <a:lnTo>
                    <a:pt x="27308" y="75547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4" name="object 1404" descr=""/>
            <p:cNvSpPr/>
            <p:nvPr/>
          </p:nvSpPr>
          <p:spPr>
            <a:xfrm>
              <a:off x="4946980" y="8908535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76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276" y="75547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5" name="object 1405" descr=""/>
            <p:cNvSpPr/>
            <p:nvPr/>
          </p:nvSpPr>
          <p:spPr>
            <a:xfrm>
              <a:off x="4946980" y="8908535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47"/>
                  </a:moveTo>
                  <a:lnTo>
                    <a:pt x="27276" y="75547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6" name="object 1406" descr=""/>
            <p:cNvSpPr/>
            <p:nvPr/>
          </p:nvSpPr>
          <p:spPr>
            <a:xfrm>
              <a:off x="4903515" y="8908535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87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287" y="75547"/>
                  </a:lnTo>
                  <a:lnTo>
                    <a:pt x="2728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7" name="object 1407" descr=""/>
            <p:cNvSpPr/>
            <p:nvPr/>
          </p:nvSpPr>
          <p:spPr>
            <a:xfrm>
              <a:off x="4903515" y="8908535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47"/>
                  </a:moveTo>
                  <a:lnTo>
                    <a:pt x="27287" y="75547"/>
                  </a:lnTo>
                  <a:lnTo>
                    <a:pt x="27287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8" name="object 1408" descr=""/>
            <p:cNvSpPr/>
            <p:nvPr/>
          </p:nvSpPr>
          <p:spPr>
            <a:xfrm>
              <a:off x="4860082" y="8908535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08" y="75547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9" name="object 1409" descr=""/>
            <p:cNvSpPr/>
            <p:nvPr/>
          </p:nvSpPr>
          <p:spPr>
            <a:xfrm>
              <a:off x="4860082" y="8908535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47"/>
                  </a:moveTo>
                  <a:lnTo>
                    <a:pt x="27308" y="75547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0" name="object 1410" descr=""/>
            <p:cNvSpPr/>
            <p:nvPr/>
          </p:nvSpPr>
          <p:spPr>
            <a:xfrm>
              <a:off x="4816670" y="8908535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76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276" y="75547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1" name="object 1411" descr=""/>
            <p:cNvSpPr/>
            <p:nvPr/>
          </p:nvSpPr>
          <p:spPr>
            <a:xfrm>
              <a:off x="4816670" y="8908535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47"/>
                  </a:moveTo>
                  <a:lnTo>
                    <a:pt x="27276" y="75547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2" name="object 1412" descr=""/>
            <p:cNvSpPr/>
            <p:nvPr/>
          </p:nvSpPr>
          <p:spPr>
            <a:xfrm>
              <a:off x="5033815" y="9000741"/>
              <a:ext cx="27305" cy="76200"/>
            </a:xfrm>
            <a:custGeom>
              <a:avLst/>
              <a:gdLst/>
              <a:ahLst/>
              <a:cxnLst/>
              <a:rect l="l" t="t" r="r" b="b"/>
              <a:pathLst>
                <a:path w="27304" h="76200">
                  <a:moveTo>
                    <a:pt x="27308" y="0"/>
                  </a:moveTo>
                  <a:lnTo>
                    <a:pt x="0" y="0"/>
                  </a:lnTo>
                  <a:lnTo>
                    <a:pt x="0" y="75589"/>
                  </a:lnTo>
                  <a:lnTo>
                    <a:pt x="27308" y="75589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3" name="object 1413" descr=""/>
            <p:cNvSpPr/>
            <p:nvPr/>
          </p:nvSpPr>
          <p:spPr>
            <a:xfrm>
              <a:off x="5033815" y="9000741"/>
              <a:ext cx="27305" cy="76200"/>
            </a:xfrm>
            <a:custGeom>
              <a:avLst/>
              <a:gdLst/>
              <a:ahLst/>
              <a:cxnLst/>
              <a:rect l="l" t="t" r="r" b="b"/>
              <a:pathLst>
                <a:path w="27304" h="76200">
                  <a:moveTo>
                    <a:pt x="0" y="75589"/>
                  </a:moveTo>
                  <a:lnTo>
                    <a:pt x="27308" y="75589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8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4" name="object 1414" descr=""/>
            <p:cNvSpPr/>
            <p:nvPr/>
          </p:nvSpPr>
          <p:spPr>
            <a:xfrm>
              <a:off x="4990382" y="9000741"/>
              <a:ext cx="27305" cy="76200"/>
            </a:xfrm>
            <a:custGeom>
              <a:avLst/>
              <a:gdLst/>
              <a:ahLst/>
              <a:cxnLst/>
              <a:rect l="l" t="t" r="r" b="b"/>
              <a:pathLst>
                <a:path w="27304" h="76200">
                  <a:moveTo>
                    <a:pt x="27308" y="0"/>
                  </a:moveTo>
                  <a:lnTo>
                    <a:pt x="0" y="0"/>
                  </a:lnTo>
                  <a:lnTo>
                    <a:pt x="0" y="75589"/>
                  </a:lnTo>
                  <a:lnTo>
                    <a:pt x="27308" y="75589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5" name="object 1415" descr=""/>
            <p:cNvSpPr/>
            <p:nvPr/>
          </p:nvSpPr>
          <p:spPr>
            <a:xfrm>
              <a:off x="4990382" y="9000741"/>
              <a:ext cx="27305" cy="76200"/>
            </a:xfrm>
            <a:custGeom>
              <a:avLst/>
              <a:gdLst/>
              <a:ahLst/>
              <a:cxnLst/>
              <a:rect l="l" t="t" r="r" b="b"/>
              <a:pathLst>
                <a:path w="27304" h="76200">
                  <a:moveTo>
                    <a:pt x="0" y="75589"/>
                  </a:moveTo>
                  <a:lnTo>
                    <a:pt x="27308" y="75589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8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6" name="object 1416" descr=""/>
            <p:cNvSpPr/>
            <p:nvPr/>
          </p:nvSpPr>
          <p:spPr>
            <a:xfrm>
              <a:off x="4946980" y="9000741"/>
              <a:ext cx="27305" cy="76200"/>
            </a:xfrm>
            <a:custGeom>
              <a:avLst/>
              <a:gdLst/>
              <a:ahLst/>
              <a:cxnLst/>
              <a:rect l="l" t="t" r="r" b="b"/>
              <a:pathLst>
                <a:path w="27304" h="76200">
                  <a:moveTo>
                    <a:pt x="27276" y="0"/>
                  </a:moveTo>
                  <a:lnTo>
                    <a:pt x="0" y="0"/>
                  </a:lnTo>
                  <a:lnTo>
                    <a:pt x="0" y="75589"/>
                  </a:lnTo>
                  <a:lnTo>
                    <a:pt x="27276" y="75589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7" name="object 1417" descr=""/>
            <p:cNvSpPr/>
            <p:nvPr/>
          </p:nvSpPr>
          <p:spPr>
            <a:xfrm>
              <a:off x="4946980" y="9000741"/>
              <a:ext cx="27305" cy="76200"/>
            </a:xfrm>
            <a:custGeom>
              <a:avLst/>
              <a:gdLst/>
              <a:ahLst/>
              <a:cxnLst/>
              <a:rect l="l" t="t" r="r" b="b"/>
              <a:pathLst>
                <a:path w="27304" h="76200">
                  <a:moveTo>
                    <a:pt x="0" y="75589"/>
                  </a:moveTo>
                  <a:lnTo>
                    <a:pt x="27276" y="75589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7558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8" name="object 1418" descr=""/>
            <p:cNvSpPr/>
            <p:nvPr/>
          </p:nvSpPr>
          <p:spPr>
            <a:xfrm>
              <a:off x="4903515" y="9000741"/>
              <a:ext cx="27305" cy="76200"/>
            </a:xfrm>
            <a:custGeom>
              <a:avLst/>
              <a:gdLst/>
              <a:ahLst/>
              <a:cxnLst/>
              <a:rect l="l" t="t" r="r" b="b"/>
              <a:pathLst>
                <a:path w="27304" h="76200">
                  <a:moveTo>
                    <a:pt x="27287" y="0"/>
                  </a:moveTo>
                  <a:lnTo>
                    <a:pt x="0" y="0"/>
                  </a:lnTo>
                  <a:lnTo>
                    <a:pt x="0" y="75589"/>
                  </a:lnTo>
                  <a:lnTo>
                    <a:pt x="27287" y="75589"/>
                  </a:lnTo>
                  <a:lnTo>
                    <a:pt x="2728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9" name="object 1419" descr=""/>
            <p:cNvSpPr/>
            <p:nvPr/>
          </p:nvSpPr>
          <p:spPr>
            <a:xfrm>
              <a:off x="4903515" y="9000741"/>
              <a:ext cx="27305" cy="76200"/>
            </a:xfrm>
            <a:custGeom>
              <a:avLst/>
              <a:gdLst/>
              <a:ahLst/>
              <a:cxnLst/>
              <a:rect l="l" t="t" r="r" b="b"/>
              <a:pathLst>
                <a:path w="27304" h="76200">
                  <a:moveTo>
                    <a:pt x="0" y="75589"/>
                  </a:moveTo>
                  <a:lnTo>
                    <a:pt x="27287" y="75589"/>
                  </a:lnTo>
                  <a:lnTo>
                    <a:pt x="27287" y="0"/>
                  </a:lnTo>
                  <a:lnTo>
                    <a:pt x="0" y="0"/>
                  </a:lnTo>
                  <a:lnTo>
                    <a:pt x="0" y="7558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0" name="object 1420" descr=""/>
            <p:cNvSpPr/>
            <p:nvPr/>
          </p:nvSpPr>
          <p:spPr>
            <a:xfrm>
              <a:off x="4860082" y="9000741"/>
              <a:ext cx="27305" cy="76200"/>
            </a:xfrm>
            <a:custGeom>
              <a:avLst/>
              <a:gdLst/>
              <a:ahLst/>
              <a:cxnLst/>
              <a:rect l="l" t="t" r="r" b="b"/>
              <a:pathLst>
                <a:path w="27304" h="76200">
                  <a:moveTo>
                    <a:pt x="27308" y="0"/>
                  </a:moveTo>
                  <a:lnTo>
                    <a:pt x="0" y="0"/>
                  </a:lnTo>
                  <a:lnTo>
                    <a:pt x="0" y="75589"/>
                  </a:lnTo>
                  <a:lnTo>
                    <a:pt x="27308" y="75589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1" name="object 1421" descr=""/>
            <p:cNvSpPr/>
            <p:nvPr/>
          </p:nvSpPr>
          <p:spPr>
            <a:xfrm>
              <a:off x="4860082" y="9000741"/>
              <a:ext cx="27305" cy="76200"/>
            </a:xfrm>
            <a:custGeom>
              <a:avLst/>
              <a:gdLst/>
              <a:ahLst/>
              <a:cxnLst/>
              <a:rect l="l" t="t" r="r" b="b"/>
              <a:pathLst>
                <a:path w="27304" h="76200">
                  <a:moveTo>
                    <a:pt x="0" y="75589"/>
                  </a:moveTo>
                  <a:lnTo>
                    <a:pt x="27308" y="75589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8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2" name="object 1422" descr=""/>
            <p:cNvSpPr/>
            <p:nvPr/>
          </p:nvSpPr>
          <p:spPr>
            <a:xfrm>
              <a:off x="4816670" y="9000741"/>
              <a:ext cx="27305" cy="76200"/>
            </a:xfrm>
            <a:custGeom>
              <a:avLst/>
              <a:gdLst/>
              <a:ahLst/>
              <a:cxnLst/>
              <a:rect l="l" t="t" r="r" b="b"/>
              <a:pathLst>
                <a:path w="27304" h="76200">
                  <a:moveTo>
                    <a:pt x="27276" y="0"/>
                  </a:moveTo>
                  <a:lnTo>
                    <a:pt x="0" y="0"/>
                  </a:lnTo>
                  <a:lnTo>
                    <a:pt x="0" y="75589"/>
                  </a:lnTo>
                  <a:lnTo>
                    <a:pt x="27276" y="75589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3" name="object 1423" descr=""/>
            <p:cNvSpPr/>
            <p:nvPr/>
          </p:nvSpPr>
          <p:spPr>
            <a:xfrm>
              <a:off x="4816670" y="9000741"/>
              <a:ext cx="27305" cy="76200"/>
            </a:xfrm>
            <a:custGeom>
              <a:avLst/>
              <a:gdLst/>
              <a:ahLst/>
              <a:cxnLst/>
              <a:rect l="l" t="t" r="r" b="b"/>
              <a:pathLst>
                <a:path w="27304" h="76200">
                  <a:moveTo>
                    <a:pt x="0" y="75589"/>
                  </a:moveTo>
                  <a:lnTo>
                    <a:pt x="27276" y="75589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7558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4" name="object 1424" descr=""/>
            <p:cNvSpPr/>
            <p:nvPr/>
          </p:nvSpPr>
          <p:spPr>
            <a:xfrm>
              <a:off x="5033815" y="9093021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08" y="75547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5" name="object 1425" descr=""/>
            <p:cNvSpPr/>
            <p:nvPr/>
          </p:nvSpPr>
          <p:spPr>
            <a:xfrm>
              <a:off x="5033815" y="9093021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47"/>
                  </a:moveTo>
                  <a:lnTo>
                    <a:pt x="27308" y="75547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6" name="object 1426" descr=""/>
            <p:cNvSpPr/>
            <p:nvPr/>
          </p:nvSpPr>
          <p:spPr>
            <a:xfrm>
              <a:off x="4990382" y="9093021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08" y="75547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7" name="object 1427" descr=""/>
            <p:cNvSpPr/>
            <p:nvPr/>
          </p:nvSpPr>
          <p:spPr>
            <a:xfrm>
              <a:off x="4990382" y="9093021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47"/>
                  </a:moveTo>
                  <a:lnTo>
                    <a:pt x="27308" y="75547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8" name="object 1428" descr=""/>
            <p:cNvSpPr/>
            <p:nvPr/>
          </p:nvSpPr>
          <p:spPr>
            <a:xfrm>
              <a:off x="4946980" y="9093021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76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276" y="75547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9" name="object 1429" descr=""/>
            <p:cNvSpPr/>
            <p:nvPr/>
          </p:nvSpPr>
          <p:spPr>
            <a:xfrm>
              <a:off x="4946980" y="9093021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47"/>
                  </a:moveTo>
                  <a:lnTo>
                    <a:pt x="27276" y="75547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0" name="object 1430" descr=""/>
            <p:cNvSpPr/>
            <p:nvPr/>
          </p:nvSpPr>
          <p:spPr>
            <a:xfrm>
              <a:off x="4903515" y="9093021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87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287" y="75547"/>
                  </a:lnTo>
                  <a:lnTo>
                    <a:pt x="2728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1" name="object 1431" descr=""/>
            <p:cNvSpPr/>
            <p:nvPr/>
          </p:nvSpPr>
          <p:spPr>
            <a:xfrm>
              <a:off x="4903515" y="9093021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47"/>
                  </a:moveTo>
                  <a:lnTo>
                    <a:pt x="27287" y="75547"/>
                  </a:lnTo>
                  <a:lnTo>
                    <a:pt x="27287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2" name="object 1432" descr=""/>
            <p:cNvSpPr/>
            <p:nvPr/>
          </p:nvSpPr>
          <p:spPr>
            <a:xfrm>
              <a:off x="4860082" y="9093021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08" y="75547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3" name="object 1433" descr=""/>
            <p:cNvSpPr/>
            <p:nvPr/>
          </p:nvSpPr>
          <p:spPr>
            <a:xfrm>
              <a:off x="4860082" y="9093021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47"/>
                  </a:moveTo>
                  <a:lnTo>
                    <a:pt x="27308" y="75547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4" name="object 1434" descr=""/>
            <p:cNvSpPr/>
            <p:nvPr/>
          </p:nvSpPr>
          <p:spPr>
            <a:xfrm>
              <a:off x="4816670" y="9093021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76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276" y="75547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5" name="object 1435" descr=""/>
            <p:cNvSpPr/>
            <p:nvPr/>
          </p:nvSpPr>
          <p:spPr>
            <a:xfrm>
              <a:off x="4816670" y="9093021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47"/>
                  </a:moveTo>
                  <a:lnTo>
                    <a:pt x="27276" y="75547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6" name="object 1436" descr=""/>
            <p:cNvSpPr/>
            <p:nvPr/>
          </p:nvSpPr>
          <p:spPr>
            <a:xfrm>
              <a:off x="5033815" y="918525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26"/>
                  </a:lnTo>
                  <a:lnTo>
                    <a:pt x="27308" y="75526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7" name="object 1437" descr=""/>
            <p:cNvSpPr/>
            <p:nvPr/>
          </p:nvSpPr>
          <p:spPr>
            <a:xfrm>
              <a:off x="5033815" y="918525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26"/>
                  </a:moveTo>
                  <a:lnTo>
                    <a:pt x="27308" y="75526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8" name="object 1438" descr=""/>
            <p:cNvSpPr/>
            <p:nvPr/>
          </p:nvSpPr>
          <p:spPr>
            <a:xfrm>
              <a:off x="4990382" y="918525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26"/>
                  </a:lnTo>
                  <a:lnTo>
                    <a:pt x="27308" y="75526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9" name="object 1439" descr=""/>
            <p:cNvSpPr/>
            <p:nvPr/>
          </p:nvSpPr>
          <p:spPr>
            <a:xfrm>
              <a:off x="4990382" y="918525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26"/>
                  </a:moveTo>
                  <a:lnTo>
                    <a:pt x="27308" y="75526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0" name="object 1440" descr=""/>
            <p:cNvSpPr/>
            <p:nvPr/>
          </p:nvSpPr>
          <p:spPr>
            <a:xfrm>
              <a:off x="4946980" y="918525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76" y="0"/>
                  </a:moveTo>
                  <a:lnTo>
                    <a:pt x="0" y="0"/>
                  </a:lnTo>
                  <a:lnTo>
                    <a:pt x="0" y="75526"/>
                  </a:lnTo>
                  <a:lnTo>
                    <a:pt x="27276" y="75526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1" name="object 1441" descr=""/>
            <p:cNvSpPr/>
            <p:nvPr/>
          </p:nvSpPr>
          <p:spPr>
            <a:xfrm>
              <a:off x="4946980" y="918525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26"/>
                  </a:moveTo>
                  <a:lnTo>
                    <a:pt x="27276" y="75526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755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2" name="object 1442" descr=""/>
            <p:cNvSpPr/>
            <p:nvPr/>
          </p:nvSpPr>
          <p:spPr>
            <a:xfrm>
              <a:off x="4903515" y="918525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87" y="0"/>
                  </a:moveTo>
                  <a:lnTo>
                    <a:pt x="0" y="0"/>
                  </a:lnTo>
                  <a:lnTo>
                    <a:pt x="0" y="75526"/>
                  </a:lnTo>
                  <a:lnTo>
                    <a:pt x="27287" y="75526"/>
                  </a:lnTo>
                  <a:lnTo>
                    <a:pt x="2728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3" name="object 1443" descr=""/>
            <p:cNvSpPr/>
            <p:nvPr/>
          </p:nvSpPr>
          <p:spPr>
            <a:xfrm>
              <a:off x="4903515" y="918525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26"/>
                  </a:moveTo>
                  <a:lnTo>
                    <a:pt x="27287" y="75526"/>
                  </a:lnTo>
                  <a:lnTo>
                    <a:pt x="27287" y="0"/>
                  </a:lnTo>
                  <a:lnTo>
                    <a:pt x="0" y="0"/>
                  </a:lnTo>
                  <a:lnTo>
                    <a:pt x="0" y="755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4" name="object 1444" descr=""/>
            <p:cNvSpPr/>
            <p:nvPr/>
          </p:nvSpPr>
          <p:spPr>
            <a:xfrm>
              <a:off x="4860082" y="918525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26"/>
                  </a:lnTo>
                  <a:lnTo>
                    <a:pt x="27308" y="75526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5" name="object 1445" descr=""/>
            <p:cNvSpPr/>
            <p:nvPr/>
          </p:nvSpPr>
          <p:spPr>
            <a:xfrm>
              <a:off x="4860082" y="918525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26"/>
                  </a:moveTo>
                  <a:lnTo>
                    <a:pt x="27308" y="75526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6" name="object 1446" descr=""/>
            <p:cNvSpPr/>
            <p:nvPr/>
          </p:nvSpPr>
          <p:spPr>
            <a:xfrm>
              <a:off x="4816670" y="918525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76" y="0"/>
                  </a:moveTo>
                  <a:lnTo>
                    <a:pt x="0" y="0"/>
                  </a:lnTo>
                  <a:lnTo>
                    <a:pt x="0" y="75526"/>
                  </a:lnTo>
                  <a:lnTo>
                    <a:pt x="27276" y="75526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7" name="object 1447" descr=""/>
            <p:cNvSpPr/>
            <p:nvPr/>
          </p:nvSpPr>
          <p:spPr>
            <a:xfrm>
              <a:off x="4816670" y="918525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26"/>
                  </a:moveTo>
                  <a:lnTo>
                    <a:pt x="27276" y="75526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755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8" name="object 1448" descr=""/>
            <p:cNvSpPr/>
            <p:nvPr/>
          </p:nvSpPr>
          <p:spPr>
            <a:xfrm>
              <a:off x="5033815" y="9277455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308" y="75568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9" name="object 1449" descr=""/>
            <p:cNvSpPr/>
            <p:nvPr/>
          </p:nvSpPr>
          <p:spPr>
            <a:xfrm>
              <a:off x="5033815" y="9277455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68"/>
                  </a:moveTo>
                  <a:lnTo>
                    <a:pt x="27308" y="75568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0" name="object 1450" descr=""/>
            <p:cNvSpPr/>
            <p:nvPr/>
          </p:nvSpPr>
          <p:spPr>
            <a:xfrm>
              <a:off x="4990382" y="9277455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308" y="75568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1" name="object 1451" descr=""/>
            <p:cNvSpPr/>
            <p:nvPr/>
          </p:nvSpPr>
          <p:spPr>
            <a:xfrm>
              <a:off x="4990382" y="9277455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68"/>
                  </a:moveTo>
                  <a:lnTo>
                    <a:pt x="27308" y="75568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2" name="object 1452" descr=""/>
            <p:cNvSpPr/>
            <p:nvPr/>
          </p:nvSpPr>
          <p:spPr>
            <a:xfrm>
              <a:off x="4946980" y="9277455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76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276" y="75568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3" name="object 1453" descr=""/>
            <p:cNvSpPr/>
            <p:nvPr/>
          </p:nvSpPr>
          <p:spPr>
            <a:xfrm>
              <a:off x="4946980" y="9277455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68"/>
                  </a:moveTo>
                  <a:lnTo>
                    <a:pt x="27276" y="75568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4" name="object 1454" descr=""/>
            <p:cNvSpPr/>
            <p:nvPr/>
          </p:nvSpPr>
          <p:spPr>
            <a:xfrm>
              <a:off x="4903515" y="9277455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87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287" y="75568"/>
                  </a:lnTo>
                  <a:lnTo>
                    <a:pt x="2728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5" name="object 1455" descr=""/>
            <p:cNvSpPr/>
            <p:nvPr/>
          </p:nvSpPr>
          <p:spPr>
            <a:xfrm>
              <a:off x="4903515" y="9277455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68"/>
                  </a:moveTo>
                  <a:lnTo>
                    <a:pt x="27287" y="75568"/>
                  </a:lnTo>
                  <a:lnTo>
                    <a:pt x="27287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6" name="object 1456" descr=""/>
            <p:cNvSpPr/>
            <p:nvPr/>
          </p:nvSpPr>
          <p:spPr>
            <a:xfrm>
              <a:off x="4860082" y="9277455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308" y="75568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7" name="object 1457" descr=""/>
            <p:cNvSpPr/>
            <p:nvPr/>
          </p:nvSpPr>
          <p:spPr>
            <a:xfrm>
              <a:off x="4860082" y="9277455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68"/>
                  </a:moveTo>
                  <a:lnTo>
                    <a:pt x="27308" y="75568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8" name="object 1458" descr=""/>
            <p:cNvSpPr/>
            <p:nvPr/>
          </p:nvSpPr>
          <p:spPr>
            <a:xfrm>
              <a:off x="4816670" y="9277455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76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276" y="75568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9" name="object 1459" descr=""/>
            <p:cNvSpPr/>
            <p:nvPr/>
          </p:nvSpPr>
          <p:spPr>
            <a:xfrm>
              <a:off x="4816670" y="9277455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68"/>
                  </a:moveTo>
                  <a:lnTo>
                    <a:pt x="27276" y="75568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0" name="object 1460" descr=""/>
            <p:cNvSpPr/>
            <p:nvPr/>
          </p:nvSpPr>
          <p:spPr>
            <a:xfrm>
              <a:off x="4775666" y="9371306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27287" y="0"/>
                  </a:moveTo>
                  <a:lnTo>
                    <a:pt x="0" y="0"/>
                  </a:lnTo>
                  <a:lnTo>
                    <a:pt x="0" y="105169"/>
                  </a:lnTo>
                  <a:lnTo>
                    <a:pt x="27287" y="105169"/>
                  </a:lnTo>
                  <a:lnTo>
                    <a:pt x="2728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1" name="object 1461" descr=""/>
            <p:cNvSpPr/>
            <p:nvPr/>
          </p:nvSpPr>
          <p:spPr>
            <a:xfrm>
              <a:off x="4775666" y="9371306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0" y="105169"/>
                  </a:moveTo>
                  <a:lnTo>
                    <a:pt x="27287" y="105169"/>
                  </a:lnTo>
                  <a:lnTo>
                    <a:pt x="27287" y="0"/>
                  </a:lnTo>
                  <a:lnTo>
                    <a:pt x="0" y="0"/>
                  </a:lnTo>
                  <a:lnTo>
                    <a:pt x="0" y="10516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2" name="object 1462" descr=""/>
            <p:cNvSpPr/>
            <p:nvPr/>
          </p:nvSpPr>
          <p:spPr>
            <a:xfrm>
              <a:off x="4732191" y="9371306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27308" y="0"/>
                  </a:moveTo>
                  <a:lnTo>
                    <a:pt x="0" y="0"/>
                  </a:lnTo>
                  <a:lnTo>
                    <a:pt x="0" y="105169"/>
                  </a:lnTo>
                  <a:lnTo>
                    <a:pt x="27308" y="105169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3" name="object 1463" descr=""/>
            <p:cNvSpPr/>
            <p:nvPr/>
          </p:nvSpPr>
          <p:spPr>
            <a:xfrm>
              <a:off x="4732191" y="9371306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0" y="105169"/>
                  </a:moveTo>
                  <a:lnTo>
                    <a:pt x="27308" y="105169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10516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4" name="object 1464" descr=""/>
            <p:cNvSpPr/>
            <p:nvPr/>
          </p:nvSpPr>
          <p:spPr>
            <a:xfrm>
              <a:off x="4688810" y="9371306"/>
              <a:ext cx="27940" cy="105410"/>
            </a:xfrm>
            <a:custGeom>
              <a:avLst/>
              <a:gdLst/>
              <a:ahLst/>
              <a:cxnLst/>
              <a:rect l="l" t="t" r="r" b="b"/>
              <a:pathLst>
                <a:path w="27939" h="105409">
                  <a:moveTo>
                    <a:pt x="27318" y="0"/>
                  </a:moveTo>
                  <a:lnTo>
                    <a:pt x="0" y="0"/>
                  </a:lnTo>
                  <a:lnTo>
                    <a:pt x="0" y="105169"/>
                  </a:lnTo>
                  <a:lnTo>
                    <a:pt x="27318" y="105169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5" name="object 1465" descr=""/>
            <p:cNvSpPr/>
            <p:nvPr/>
          </p:nvSpPr>
          <p:spPr>
            <a:xfrm>
              <a:off x="4688810" y="9371306"/>
              <a:ext cx="27940" cy="105410"/>
            </a:xfrm>
            <a:custGeom>
              <a:avLst/>
              <a:gdLst/>
              <a:ahLst/>
              <a:cxnLst/>
              <a:rect l="l" t="t" r="r" b="b"/>
              <a:pathLst>
                <a:path w="27939" h="105409">
                  <a:moveTo>
                    <a:pt x="0" y="105169"/>
                  </a:moveTo>
                  <a:lnTo>
                    <a:pt x="27318" y="105169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10516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6" name="object 1466" descr=""/>
            <p:cNvSpPr/>
            <p:nvPr/>
          </p:nvSpPr>
          <p:spPr>
            <a:xfrm>
              <a:off x="4645366" y="9371306"/>
              <a:ext cx="27940" cy="105410"/>
            </a:xfrm>
            <a:custGeom>
              <a:avLst/>
              <a:gdLst/>
              <a:ahLst/>
              <a:cxnLst/>
              <a:rect l="l" t="t" r="r" b="b"/>
              <a:pathLst>
                <a:path w="27939" h="105409">
                  <a:moveTo>
                    <a:pt x="27318" y="0"/>
                  </a:moveTo>
                  <a:lnTo>
                    <a:pt x="0" y="0"/>
                  </a:lnTo>
                  <a:lnTo>
                    <a:pt x="0" y="105169"/>
                  </a:lnTo>
                  <a:lnTo>
                    <a:pt x="27318" y="105169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7" name="object 1467" descr=""/>
            <p:cNvSpPr/>
            <p:nvPr/>
          </p:nvSpPr>
          <p:spPr>
            <a:xfrm>
              <a:off x="4645366" y="9371306"/>
              <a:ext cx="27940" cy="105410"/>
            </a:xfrm>
            <a:custGeom>
              <a:avLst/>
              <a:gdLst/>
              <a:ahLst/>
              <a:cxnLst/>
              <a:rect l="l" t="t" r="r" b="b"/>
              <a:pathLst>
                <a:path w="27939" h="105409">
                  <a:moveTo>
                    <a:pt x="0" y="105169"/>
                  </a:moveTo>
                  <a:lnTo>
                    <a:pt x="27318" y="105169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10516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8" name="object 1468" descr=""/>
            <p:cNvSpPr/>
            <p:nvPr/>
          </p:nvSpPr>
          <p:spPr>
            <a:xfrm>
              <a:off x="4601954" y="9371306"/>
              <a:ext cx="27940" cy="105410"/>
            </a:xfrm>
            <a:custGeom>
              <a:avLst/>
              <a:gdLst/>
              <a:ahLst/>
              <a:cxnLst/>
              <a:rect l="l" t="t" r="r" b="b"/>
              <a:pathLst>
                <a:path w="27939" h="105409">
                  <a:moveTo>
                    <a:pt x="27318" y="0"/>
                  </a:moveTo>
                  <a:lnTo>
                    <a:pt x="0" y="0"/>
                  </a:lnTo>
                  <a:lnTo>
                    <a:pt x="0" y="105169"/>
                  </a:lnTo>
                  <a:lnTo>
                    <a:pt x="27318" y="105169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9" name="object 1469" descr=""/>
            <p:cNvSpPr/>
            <p:nvPr/>
          </p:nvSpPr>
          <p:spPr>
            <a:xfrm>
              <a:off x="4601954" y="9371306"/>
              <a:ext cx="27940" cy="105410"/>
            </a:xfrm>
            <a:custGeom>
              <a:avLst/>
              <a:gdLst/>
              <a:ahLst/>
              <a:cxnLst/>
              <a:rect l="l" t="t" r="r" b="b"/>
              <a:pathLst>
                <a:path w="27939" h="105409">
                  <a:moveTo>
                    <a:pt x="0" y="105169"/>
                  </a:moveTo>
                  <a:lnTo>
                    <a:pt x="27318" y="105169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10516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0" name="object 1470" descr=""/>
            <p:cNvSpPr/>
            <p:nvPr/>
          </p:nvSpPr>
          <p:spPr>
            <a:xfrm>
              <a:off x="4558500" y="9371306"/>
              <a:ext cx="27940" cy="105410"/>
            </a:xfrm>
            <a:custGeom>
              <a:avLst/>
              <a:gdLst/>
              <a:ahLst/>
              <a:cxnLst/>
              <a:rect l="l" t="t" r="r" b="b"/>
              <a:pathLst>
                <a:path w="27939" h="105409">
                  <a:moveTo>
                    <a:pt x="27329" y="0"/>
                  </a:moveTo>
                  <a:lnTo>
                    <a:pt x="0" y="0"/>
                  </a:lnTo>
                  <a:lnTo>
                    <a:pt x="0" y="105169"/>
                  </a:lnTo>
                  <a:lnTo>
                    <a:pt x="27329" y="105169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1" name="object 1471" descr=""/>
            <p:cNvSpPr/>
            <p:nvPr/>
          </p:nvSpPr>
          <p:spPr>
            <a:xfrm>
              <a:off x="4558500" y="9371306"/>
              <a:ext cx="27940" cy="105410"/>
            </a:xfrm>
            <a:custGeom>
              <a:avLst/>
              <a:gdLst/>
              <a:ahLst/>
              <a:cxnLst/>
              <a:rect l="l" t="t" r="r" b="b"/>
              <a:pathLst>
                <a:path w="27939" h="105409">
                  <a:moveTo>
                    <a:pt x="0" y="105169"/>
                  </a:moveTo>
                  <a:lnTo>
                    <a:pt x="27329" y="105169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10516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2" name="object 1472" descr=""/>
            <p:cNvSpPr/>
            <p:nvPr/>
          </p:nvSpPr>
          <p:spPr>
            <a:xfrm>
              <a:off x="4775666" y="8908535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87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287" y="75547"/>
                  </a:lnTo>
                  <a:lnTo>
                    <a:pt x="2728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3" name="object 1473" descr=""/>
            <p:cNvSpPr/>
            <p:nvPr/>
          </p:nvSpPr>
          <p:spPr>
            <a:xfrm>
              <a:off x="4775666" y="8908535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47"/>
                  </a:moveTo>
                  <a:lnTo>
                    <a:pt x="27287" y="75547"/>
                  </a:lnTo>
                  <a:lnTo>
                    <a:pt x="27287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4" name="object 1474" descr=""/>
            <p:cNvSpPr/>
            <p:nvPr/>
          </p:nvSpPr>
          <p:spPr>
            <a:xfrm>
              <a:off x="4732191" y="8908535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08" y="75547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5" name="object 1475" descr=""/>
            <p:cNvSpPr/>
            <p:nvPr/>
          </p:nvSpPr>
          <p:spPr>
            <a:xfrm>
              <a:off x="4732191" y="8908535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47"/>
                  </a:moveTo>
                  <a:lnTo>
                    <a:pt x="27308" y="75547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6" name="object 1476" descr=""/>
            <p:cNvSpPr/>
            <p:nvPr/>
          </p:nvSpPr>
          <p:spPr>
            <a:xfrm>
              <a:off x="4688810" y="8908535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18" y="75547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7" name="object 1477" descr=""/>
            <p:cNvSpPr/>
            <p:nvPr/>
          </p:nvSpPr>
          <p:spPr>
            <a:xfrm>
              <a:off x="4688810" y="8908535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47"/>
                  </a:moveTo>
                  <a:lnTo>
                    <a:pt x="27318" y="75547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8" name="object 1478" descr=""/>
            <p:cNvSpPr/>
            <p:nvPr/>
          </p:nvSpPr>
          <p:spPr>
            <a:xfrm>
              <a:off x="4645366" y="8908535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18" y="75547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9" name="object 1479" descr=""/>
            <p:cNvSpPr/>
            <p:nvPr/>
          </p:nvSpPr>
          <p:spPr>
            <a:xfrm>
              <a:off x="4645366" y="8908535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47"/>
                  </a:moveTo>
                  <a:lnTo>
                    <a:pt x="27318" y="75547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0" name="object 1480" descr=""/>
            <p:cNvSpPr/>
            <p:nvPr/>
          </p:nvSpPr>
          <p:spPr>
            <a:xfrm>
              <a:off x="4601954" y="8908535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18" y="75547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1" name="object 1481" descr=""/>
            <p:cNvSpPr/>
            <p:nvPr/>
          </p:nvSpPr>
          <p:spPr>
            <a:xfrm>
              <a:off x="4601954" y="8908535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47"/>
                  </a:moveTo>
                  <a:lnTo>
                    <a:pt x="27318" y="75547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2" name="object 1482" descr=""/>
            <p:cNvSpPr/>
            <p:nvPr/>
          </p:nvSpPr>
          <p:spPr>
            <a:xfrm>
              <a:off x="4558500" y="8908535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29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29" y="75547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3" name="object 1483" descr=""/>
            <p:cNvSpPr/>
            <p:nvPr/>
          </p:nvSpPr>
          <p:spPr>
            <a:xfrm>
              <a:off x="4558500" y="8908535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47"/>
                  </a:moveTo>
                  <a:lnTo>
                    <a:pt x="27329" y="75547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4" name="object 1484" descr=""/>
            <p:cNvSpPr/>
            <p:nvPr/>
          </p:nvSpPr>
          <p:spPr>
            <a:xfrm>
              <a:off x="4775666" y="9000741"/>
              <a:ext cx="27305" cy="76200"/>
            </a:xfrm>
            <a:custGeom>
              <a:avLst/>
              <a:gdLst/>
              <a:ahLst/>
              <a:cxnLst/>
              <a:rect l="l" t="t" r="r" b="b"/>
              <a:pathLst>
                <a:path w="27304" h="76200">
                  <a:moveTo>
                    <a:pt x="27287" y="0"/>
                  </a:moveTo>
                  <a:lnTo>
                    <a:pt x="0" y="0"/>
                  </a:lnTo>
                  <a:lnTo>
                    <a:pt x="0" y="75589"/>
                  </a:lnTo>
                  <a:lnTo>
                    <a:pt x="27287" y="75589"/>
                  </a:lnTo>
                  <a:lnTo>
                    <a:pt x="2728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5" name="object 1485" descr=""/>
            <p:cNvSpPr/>
            <p:nvPr/>
          </p:nvSpPr>
          <p:spPr>
            <a:xfrm>
              <a:off x="4775666" y="9000741"/>
              <a:ext cx="27305" cy="76200"/>
            </a:xfrm>
            <a:custGeom>
              <a:avLst/>
              <a:gdLst/>
              <a:ahLst/>
              <a:cxnLst/>
              <a:rect l="l" t="t" r="r" b="b"/>
              <a:pathLst>
                <a:path w="27304" h="76200">
                  <a:moveTo>
                    <a:pt x="0" y="75589"/>
                  </a:moveTo>
                  <a:lnTo>
                    <a:pt x="27287" y="75589"/>
                  </a:lnTo>
                  <a:lnTo>
                    <a:pt x="27287" y="0"/>
                  </a:lnTo>
                  <a:lnTo>
                    <a:pt x="0" y="0"/>
                  </a:lnTo>
                  <a:lnTo>
                    <a:pt x="0" y="7558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6" name="object 1486" descr=""/>
            <p:cNvSpPr/>
            <p:nvPr/>
          </p:nvSpPr>
          <p:spPr>
            <a:xfrm>
              <a:off x="4732191" y="9000741"/>
              <a:ext cx="27305" cy="76200"/>
            </a:xfrm>
            <a:custGeom>
              <a:avLst/>
              <a:gdLst/>
              <a:ahLst/>
              <a:cxnLst/>
              <a:rect l="l" t="t" r="r" b="b"/>
              <a:pathLst>
                <a:path w="27304" h="76200">
                  <a:moveTo>
                    <a:pt x="27308" y="0"/>
                  </a:moveTo>
                  <a:lnTo>
                    <a:pt x="0" y="0"/>
                  </a:lnTo>
                  <a:lnTo>
                    <a:pt x="0" y="75589"/>
                  </a:lnTo>
                  <a:lnTo>
                    <a:pt x="27308" y="75589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7" name="object 1487" descr=""/>
            <p:cNvSpPr/>
            <p:nvPr/>
          </p:nvSpPr>
          <p:spPr>
            <a:xfrm>
              <a:off x="4732191" y="9000741"/>
              <a:ext cx="27305" cy="76200"/>
            </a:xfrm>
            <a:custGeom>
              <a:avLst/>
              <a:gdLst/>
              <a:ahLst/>
              <a:cxnLst/>
              <a:rect l="l" t="t" r="r" b="b"/>
              <a:pathLst>
                <a:path w="27304" h="76200">
                  <a:moveTo>
                    <a:pt x="0" y="75589"/>
                  </a:moveTo>
                  <a:lnTo>
                    <a:pt x="27308" y="75589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8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8" name="object 1488" descr=""/>
            <p:cNvSpPr/>
            <p:nvPr/>
          </p:nvSpPr>
          <p:spPr>
            <a:xfrm>
              <a:off x="4688810" y="9000741"/>
              <a:ext cx="27940" cy="76200"/>
            </a:xfrm>
            <a:custGeom>
              <a:avLst/>
              <a:gdLst/>
              <a:ahLst/>
              <a:cxnLst/>
              <a:rect l="l" t="t" r="r" b="b"/>
              <a:pathLst>
                <a:path w="27939" h="76200">
                  <a:moveTo>
                    <a:pt x="27318" y="0"/>
                  </a:moveTo>
                  <a:lnTo>
                    <a:pt x="0" y="0"/>
                  </a:lnTo>
                  <a:lnTo>
                    <a:pt x="0" y="75589"/>
                  </a:lnTo>
                  <a:lnTo>
                    <a:pt x="27318" y="75589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9" name="object 1489" descr=""/>
            <p:cNvSpPr/>
            <p:nvPr/>
          </p:nvSpPr>
          <p:spPr>
            <a:xfrm>
              <a:off x="4688810" y="9000741"/>
              <a:ext cx="27940" cy="76200"/>
            </a:xfrm>
            <a:custGeom>
              <a:avLst/>
              <a:gdLst/>
              <a:ahLst/>
              <a:cxnLst/>
              <a:rect l="l" t="t" r="r" b="b"/>
              <a:pathLst>
                <a:path w="27939" h="76200">
                  <a:moveTo>
                    <a:pt x="0" y="75589"/>
                  </a:moveTo>
                  <a:lnTo>
                    <a:pt x="27318" y="75589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8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0" name="object 1490" descr=""/>
            <p:cNvSpPr/>
            <p:nvPr/>
          </p:nvSpPr>
          <p:spPr>
            <a:xfrm>
              <a:off x="4645366" y="9000741"/>
              <a:ext cx="27940" cy="76200"/>
            </a:xfrm>
            <a:custGeom>
              <a:avLst/>
              <a:gdLst/>
              <a:ahLst/>
              <a:cxnLst/>
              <a:rect l="l" t="t" r="r" b="b"/>
              <a:pathLst>
                <a:path w="27939" h="76200">
                  <a:moveTo>
                    <a:pt x="27318" y="0"/>
                  </a:moveTo>
                  <a:lnTo>
                    <a:pt x="0" y="0"/>
                  </a:lnTo>
                  <a:lnTo>
                    <a:pt x="0" y="75589"/>
                  </a:lnTo>
                  <a:lnTo>
                    <a:pt x="27318" y="75589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1" name="object 1491" descr=""/>
            <p:cNvSpPr/>
            <p:nvPr/>
          </p:nvSpPr>
          <p:spPr>
            <a:xfrm>
              <a:off x="4645366" y="9000741"/>
              <a:ext cx="27940" cy="76200"/>
            </a:xfrm>
            <a:custGeom>
              <a:avLst/>
              <a:gdLst/>
              <a:ahLst/>
              <a:cxnLst/>
              <a:rect l="l" t="t" r="r" b="b"/>
              <a:pathLst>
                <a:path w="27939" h="76200">
                  <a:moveTo>
                    <a:pt x="0" y="75589"/>
                  </a:moveTo>
                  <a:lnTo>
                    <a:pt x="27318" y="75589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8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2" name="object 1492" descr=""/>
            <p:cNvSpPr/>
            <p:nvPr/>
          </p:nvSpPr>
          <p:spPr>
            <a:xfrm>
              <a:off x="4601954" y="9000741"/>
              <a:ext cx="27940" cy="76200"/>
            </a:xfrm>
            <a:custGeom>
              <a:avLst/>
              <a:gdLst/>
              <a:ahLst/>
              <a:cxnLst/>
              <a:rect l="l" t="t" r="r" b="b"/>
              <a:pathLst>
                <a:path w="27939" h="76200">
                  <a:moveTo>
                    <a:pt x="27318" y="0"/>
                  </a:moveTo>
                  <a:lnTo>
                    <a:pt x="0" y="0"/>
                  </a:lnTo>
                  <a:lnTo>
                    <a:pt x="0" y="75589"/>
                  </a:lnTo>
                  <a:lnTo>
                    <a:pt x="27318" y="75589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3" name="object 1493" descr=""/>
            <p:cNvSpPr/>
            <p:nvPr/>
          </p:nvSpPr>
          <p:spPr>
            <a:xfrm>
              <a:off x="4601954" y="9000741"/>
              <a:ext cx="27940" cy="76200"/>
            </a:xfrm>
            <a:custGeom>
              <a:avLst/>
              <a:gdLst/>
              <a:ahLst/>
              <a:cxnLst/>
              <a:rect l="l" t="t" r="r" b="b"/>
              <a:pathLst>
                <a:path w="27939" h="76200">
                  <a:moveTo>
                    <a:pt x="0" y="75589"/>
                  </a:moveTo>
                  <a:lnTo>
                    <a:pt x="27318" y="75589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8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4" name="object 1494" descr=""/>
            <p:cNvSpPr/>
            <p:nvPr/>
          </p:nvSpPr>
          <p:spPr>
            <a:xfrm>
              <a:off x="4558500" y="9000741"/>
              <a:ext cx="27940" cy="76200"/>
            </a:xfrm>
            <a:custGeom>
              <a:avLst/>
              <a:gdLst/>
              <a:ahLst/>
              <a:cxnLst/>
              <a:rect l="l" t="t" r="r" b="b"/>
              <a:pathLst>
                <a:path w="27939" h="76200">
                  <a:moveTo>
                    <a:pt x="27329" y="0"/>
                  </a:moveTo>
                  <a:lnTo>
                    <a:pt x="0" y="0"/>
                  </a:lnTo>
                  <a:lnTo>
                    <a:pt x="0" y="75589"/>
                  </a:lnTo>
                  <a:lnTo>
                    <a:pt x="27329" y="75589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5" name="object 1495" descr=""/>
            <p:cNvSpPr/>
            <p:nvPr/>
          </p:nvSpPr>
          <p:spPr>
            <a:xfrm>
              <a:off x="4558500" y="9000741"/>
              <a:ext cx="27940" cy="76200"/>
            </a:xfrm>
            <a:custGeom>
              <a:avLst/>
              <a:gdLst/>
              <a:ahLst/>
              <a:cxnLst/>
              <a:rect l="l" t="t" r="r" b="b"/>
              <a:pathLst>
                <a:path w="27939" h="76200">
                  <a:moveTo>
                    <a:pt x="0" y="75589"/>
                  </a:moveTo>
                  <a:lnTo>
                    <a:pt x="27329" y="75589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7558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6" name="object 1496" descr=""/>
            <p:cNvSpPr/>
            <p:nvPr/>
          </p:nvSpPr>
          <p:spPr>
            <a:xfrm>
              <a:off x="4775666" y="9093021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87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287" y="75547"/>
                  </a:lnTo>
                  <a:lnTo>
                    <a:pt x="2728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7" name="object 1497" descr=""/>
            <p:cNvSpPr/>
            <p:nvPr/>
          </p:nvSpPr>
          <p:spPr>
            <a:xfrm>
              <a:off x="4775666" y="9093021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47"/>
                  </a:moveTo>
                  <a:lnTo>
                    <a:pt x="27287" y="75547"/>
                  </a:lnTo>
                  <a:lnTo>
                    <a:pt x="27287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8" name="object 1498" descr=""/>
            <p:cNvSpPr/>
            <p:nvPr/>
          </p:nvSpPr>
          <p:spPr>
            <a:xfrm>
              <a:off x="4732191" y="9093021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08" y="75547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9" name="object 1499" descr=""/>
            <p:cNvSpPr/>
            <p:nvPr/>
          </p:nvSpPr>
          <p:spPr>
            <a:xfrm>
              <a:off x="4732191" y="9093021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47"/>
                  </a:moveTo>
                  <a:lnTo>
                    <a:pt x="27308" y="75547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0" name="object 1500" descr=""/>
            <p:cNvSpPr/>
            <p:nvPr/>
          </p:nvSpPr>
          <p:spPr>
            <a:xfrm>
              <a:off x="4688810" y="9093021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18" y="75547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1" name="object 1501" descr=""/>
            <p:cNvSpPr/>
            <p:nvPr/>
          </p:nvSpPr>
          <p:spPr>
            <a:xfrm>
              <a:off x="4688810" y="9093021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47"/>
                  </a:moveTo>
                  <a:lnTo>
                    <a:pt x="27318" y="75547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2" name="object 1502" descr=""/>
            <p:cNvSpPr/>
            <p:nvPr/>
          </p:nvSpPr>
          <p:spPr>
            <a:xfrm>
              <a:off x="4645366" y="9093021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18" y="75547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3" name="object 1503" descr=""/>
            <p:cNvSpPr/>
            <p:nvPr/>
          </p:nvSpPr>
          <p:spPr>
            <a:xfrm>
              <a:off x="4645366" y="9093021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47"/>
                  </a:moveTo>
                  <a:lnTo>
                    <a:pt x="27318" y="75547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4" name="object 1504" descr=""/>
            <p:cNvSpPr/>
            <p:nvPr/>
          </p:nvSpPr>
          <p:spPr>
            <a:xfrm>
              <a:off x="4601954" y="9093021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18" y="75547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5" name="object 1505" descr=""/>
            <p:cNvSpPr/>
            <p:nvPr/>
          </p:nvSpPr>
          <p:spPr>
            <a:xfrm>
              <a:off x="4601954" y="9093021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47"/>
                  </a:moveTo>
                  <a:lnTo>
                    <a:pt x="27318" y="75547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6" name="object 1506" descr=""/>
            <p:cNvSpPr/>
            <p:nvPr/>
          </p:nvSpPr>
          <p:spPr>
            <a:xfrm>
              <a:off x="4558500" y="9093021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29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29" y="75547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7" name="object 1507" descr=""/>
            <p:cNvSpPr/>
            <p:nvPr/>
          </p:nvSpPr>
          <p:spPr>
            <a:xfrm>
              <a:off x="4558500" y="9093021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47"/>
                  </a:moveTo>
                  <a:lnTo>
                    <a:pt x="27329" y="75547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8" name="object 1508" descr=""/>
            <p:cNvSpPr/>
            <p:nvPr/>
          </p:nvSpPr>
          <p:spPr>
            <a:xfrm>
              <a:off x="4775666" y="918525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87" y="0"/>
                  </a:moveTo>
                  <a:lnTo>
                    <a:pt x="0" y="0"/>
                  </a:lnTo>
                  <a:lnTo>
                    <a:pt x="0" y="75526"/>
                  </a:lnTo>
                  <a:lnTo>
                    <a:pt x="27287" y="75526"/>
                  </a:lnTo>
                  <a:lnTo>
                    <a:pt x="2728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9" name="object 1509" descr=""/>
            <p:cNvSpPr/>
            <p:nvPr/>
          </p:nvSpPr>
          <p:spPr>
            <a:xfrm>
              <a:off x="4775666" y="918525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26"/>
                  </a:moveTo>
                  <a:lnTo>
                    <a:pt x="27287" y="75526"/>
                  </a:lnTo>
                  <a:lnTo>
                    <a:pt x="27287" y="0"/>
                  </a:lnTo>
                  <a:lnTo>
                    <a:pt x="0" y="0"/>
                  </a:lnTo>
                  <a:lnTo>
                    <a:pt x="0" y="755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0" name="object 1510" descr=""/>
            <p:cNvSpPr/>
            <p:nvPr/>
          </p:nvSpPr>
          <p:spPr>
            <a:xfrm>
              <a:off x="4732191" y="918525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26"/>
                  </a:lnTo>
                  <a:lnTo>
                    <a:pt x="27308" y="75526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1" name="object 1511" descr=""/>
            <p:cNvSpPr/>
            <p:nvPr/>
          </p:nvSpPr>
          <p:spPr>
            <a:xfrm>
              <a:off x="4732191" y="918525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26"/>
                  </a:moveTo>
                  <a:lnTo>
                    <a:pt x="27308" y="75526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2" name="object 1512" descr=""/>
            <p:cNvSpPr/>
            <p:nvPr/>
          </p:nvSpPr>
          <p:spPr>
            <a:xfrm>
              <a:off x="4688810" y="9185259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26"/>
                  </a:lnTo>
                  <a:lnTo>
                    <a:pt x="27318" y="75526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3" name="object 1513" descr=""/>
            <p:cNvSpPr/>
            <p:nvPr/>
          </p:nvSpPr>
          <p:spPr>
            <a:xfrm>
              <a:off x="4688810" y="9185259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26"/>
                  </a:moveTo>
                  <a:lnTo>
                    <a:pt x="27318" y="75526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4" name="object 1514" descr=""/>
            <p:cNvSpPr/>
            <p:nvPr/>
          </p:nvSpPr>
          <p:spPr>
            <a:xfrm>
              <a:off x="4645366" y="9185259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26"/>
                  </a:lnTo>
                  <a:lnTo>
                    <a:pt x="27318" y="75526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5" name="object 1515" descr=""/>
            <p:cNvSpPr/>
            <p:nvPr/>
          </p:nvSpPr>
          <p:spPr>
            <a:xfrm>
              <a:off x="4645366" y="9185259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26"/>
                  </a:moveTo>
                  <a:lnTo>
                    <a:pt x="27318" y="75526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6" name="object 1516" descr=""/>
            <p:cNvSpPr/>
            <p:nvPr/>
          </p:nvSpPr>
          <p:spPr>
            <a:xfrm>
              <a:off x="4601954" y="9185259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26"/>
                  </a:lnTo>
                  <a:lnTo>
                    <a:pt x="27318" y="75526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7" name="object 1517" descr=""/>
            <p:cNvSpPr/>
            <p:nvPr/>
          </p:nvSpPr>
          <p:spPr>
            <a:xfrm>
              <a:off x="4601954" y="9185259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26"/>
                  </a:moveTo>
                  <a:lnTo>
                    <a:pt x="27318" y="75526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8" name="object 1518" descr=""/>
            <p:cNvSpPr/>
            <p:nvPr/>
          </p:nvSpPr>
          <p:spPr>
            <a:xfrm>
              <a:off x="4558500" y="9185259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29" y="0"/>
                  </a:moveTo>
                  <a:lnTo>
                    <a:pt x="0" y="0"/>
                  </a:lnTo>
                  <a:lnTo>
                    <a:pt x="0" y="75526"/>
                  </a:lnTo>
                  <a:lnTo>
                    <a:pt x="27329" y="75526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9" name="object 1519" descr=""/>
            <p:cNvSpPr/>
            <p:nvPr/>
          </p:nvSpPr>
          <p:spPr>
            <a:xfrm>
              <a:off x="4558500" y="9185259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26"/>
                  </a:moveTo>
                  <a:lnTo>
                    <a:pt x="27329" y="75526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755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0" name="object 1520" descr=""/>
            <p:cNvSpPr/>
            <p:nvPr/>
          </p:nvSpPr>
          <p:spPr>
            <a:xfrm>
              <a:off x="4775666" y="9277455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87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287" y="75568"/>
                  </a:lnTo>
                  <a:lnTo>
                    <a:pt x="2728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1" name="object 1521" descr=""/>
            <p:cNvSpPr/>
            <p:nvPr/>
          </p:nvSpPr>
          <p:spPr>
            <a:xfrm>
              <a:off x="4775666" y="9277455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68"/>
                  </a:moveTo>
                  <a:lnTo>
                    <a:pt x="27287" y="75568"/>
                  </a:lnTo>
                  <a:lnTo>
                    <a:pt x="27287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2" name="object 1522" descr=""/>
            <p:cNvSpPr/>
            <p:nvPr/>
          </p:nvSpPr>
          <p:spPr>
            <a:xfrm>
              <a:off x="4732191" y="9277455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308" y="75568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3" name="object 1523" descr=""/>
            <p:cNvSpPr/>
            <p:nvPr/>
          </p:nvSpPr>
          <p:spPr>
            <a:xfrm>
              <a:off x="4732191" y="9277455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68"/>
                  </a:moveTo>
                  <a:lnTo>
                    <a:pt x="27308" y="75568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4" name="object 1524" descr=""/>
            <p:cNvSpPr/>
            <p:nvPr/>
          </p:nvSpPr>
          <p:spPr>
            <a:xfrm>
              <a:off x="4688810" y="9277455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318" y="75568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5" name="object 1525" descr=""/>
            <p:cNvSpPr/>
            <p:nvPr/>
          </p:nvSpPr>
          <p:spPr>
            <a:xfrm>
              <a:off x="4688810" y="9277455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68"/>
                  </a:moveTo>
                  <a:lnTo>
                    <a:pt x="27318" y="75568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6" name="object 1526" descr=""/>
            <p:cNvSpPr/>
            <p:nvPr/>
          </p:nvSpPr>
          <p:spPr>
            <a:xfrm>
              <a:off x="4645366" y="9277455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318" y="75568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7" name="object 1527" descr=""/>
            <p:cNvSpPr/>
            <p:nvPr/>
          </p:nvSpPr>
          <p:spPr>
            <a:xfrm>
              <a:off x="4645366" y="9277455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68"/>
                  </a:moveTo>
                  <a:lnTo>
                    <a:pt x="27318" y="75568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8" name="object 1528" descr=""/>
            <p:cNvSpPr/>
            <p:nvPr/>
          </p:nvSpPr>
          <p:spPr>
            <a:xfrm>
              <a:off x="4601954" y="9277455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318" y="75568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9" name="object 1529" descr=""/>
            <p:cNvSpPr/>
            <p:nvPr/>
          </p:nvSpPr>
          <p:spPr>
            <a:xfrm>
              <a:off x="4601954" y="9277455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68"/>
                  </a:moveTo>
                  <a:lnTo>
                    <a:pt x="27318" y="75568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0" name="object 1530" descr=""/>
            <p:cNvSpPr/>
            <p:nvPr/>
          </p:nvSpPr>
          <p:spPr>
            <a:xfrm>
              <a:off x="4558500" y="9277455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29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329" y="75568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1" name="object 1531" descr=""/>
            <p:cNvSpPr/>
            <p:nvPr/>
          </p:nvSpPr>
          <p:spPr>
            <a:xfrm>
              <a:off x="4558500" y="9277455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68"/>
                  </a:moveTo>
                  <a:lnTo>
                    <a:pt x="27329" y="75568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2" name="object 1532" descr=""/>
            <p:cNvSpPr/>
            <p:nvPr/>
          </p:nvSpPr>
          <p:spPr>
            <a:xfrm>
              <a:off x="5291964" y="8785062"/>
              <a:ext cx="27940" cy="105410"/>
            </a:xfrm>
            <a:custGeom>
              <a:avLst/>
              <a:gdLst/>
              <a:ahLst/>
              <a:cxnLst/>
              <a:rect l="l" t="t" r="r" b="b"/>
              <a:pathLst>
                <a:path w="27939" h="105409">
                  <a:moveTo>
                    <a:pt x="27318" y="0"/>
                  </a:moveTo>
                  <a:lnTo>
                    <a:pt x="0" y="0"/>
                  </a:lnTo>
                  <a:lnTo>
                    <a:pt x="0" y="105190"/>
                  </a:lnTo>
                  <a:lnTo>
                    <a:pt x="27318" y="105190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3" name="object 1533" descr=""/>
            <p:cNvSpPr/>
            <p:nvPr/>
          </p:nvSpPr>
          <p:spPr>
            <a:xfrm>
              <a:off x="5291964" y="8785062"/>
              <a:ext cx="27940" cy="105410"/>
            </a:xfrm>
            <a:custGeom>
              <a:avLst/>
              <a:gdLst/>
              <a:ahLst/>
              <a:cxnLst/>
              <a:rect l="l" t="t" r="r" b="b"/>
              <a:pathLst>
                <a:path w="27939" h="105409">
                  <a:moveTo>
                    <a:pt x="0" y="105190"/>
                  </a:moveTo>
                  <a:lnTo>
                    <a:pt x="27318" y="105190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105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4" name="object 1534" descr=""/>
            <p:cNvSpPr/>
            <p:nvPr/>
          </p:nvSpPr>
          <p:spPr>
            <a:xfrm>
              <a:off x="5248562" y="8785062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27297" y="0"/>
                  </a:moveTo>
                  <a:lnTo>
                    <a:pt x="0" y="0"/>
                  </a:lnTo>
                  <a:lnTo>
                    <a:pt x="0" y="105190"/>
                  </a:lnTo>
                  <a:lnTo>
                    <a:pt x="27297" y="105190"/>
                  </a:lnTo>
                  <a:lnTo>
                    <a:pt x="2729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5" name="object 1535" descr=""/>
            <p:cNvSpPr/>
            <p:nvPr/>
          </p:nvSpPr>
          <p:spPr>
            <a:xfrm>
              <a:off x="5248562" y="8785062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0" y="105190"/>
                  </a:moveTo>
                  <a:lnTo>
                    <a:pt x="27297" y="105190"/>
                  </a:lnTo>
                  <a:lnTo>
                    <a:pt x="27297" y="0"/>
                  </a:lnTo>
                  <a:lnTo>
                    <a:pt x="0" y="0"/>
                  </a:lnTo>
                  <a:lnTo>
                    <a:pt x="0" y="105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6" name="object 1536" descr=""/>
            <p:cNvSpPr/>
            <p:nvPr/>
          </p:nvSpPr>
          <p:spPr>
            <a:xfrm>
              <a:off x="5205098" y="8785062"/>
              <a:ext cx="27940" cy="105410"/>
            </a:xfrm>
            <a:custGeom>
              <a:avLst/>
              <a:gdLst/>
              <a:ahLst/>
              <a:cxnLst/>
              <a:rect l="l" t="t" r="r" b="b"/>
              <a:pathLst>
                <a:path w="27939" h="105409">
                  <a:moveTo>
                    <a:pt x="27329" y="0"/>
                  </a:moveTo>
                  <a:lnTo>
                    <a:pt x="0" y="0"/>
                  </a:lnTo>
                  <a:lnTo>
                    <a:pt x="0" y="105190"/>
                  </a:lnTo>
                  <a:lnTo>
                    <a:pt x="27329" y="105190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7" name="object 1537" descr=""/>
            <p:cNvSpPr/>
            <p:nvPr/>
          </p:nvSpPr>
          <p:spPr>
            <a:xfrm>
              <a:off x="5205098" y="8785062"/>
              <a:ext cx="27940" cy="105410"/>
            </a:xfrm>
            <a:custGeom>
              <a:avLst/>
              <a:gdLst/>
              <a:ahLst/>
              <a:cxnLst/>
              <a:rect l="l" t="t" r="r" b="b"/>
              <a:pathLst>
                <a:path w="27939" h="105409">
                  <a:moveTo>
                    <a:pt x="0" y="105190"/>
                  </a:moveTo>
                  <a:lnTo>
                    <a:pt x="27329" y="105190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105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8" name="object 1538" descr=""/>
            <p:cNvSpPr/>
            <p:nvPr/>
          </p:nvSpPr>
          <p:spPr>
            <a:xfrm>
              <a:off x="5161685" y="8785062"/>
              <a:ext cx="27940" cy="105410"/>
            </a:xfrm>
            <a:custGeom>
              <a:avLst/>
              <a:gdLst/>
              <a:ahLst/>
              <a:cxnLst/>
              <a:rect l="l" t="t" r="r" b="b"/>
              <a:pathLst>
                <a:path w="27939" h="105409">
                  <a:moveTo>
                    <a:pt x="27329" y="0"/>
                  </a:moveTo>
                  <a:lnTo>
                    <a:pt x="0" y="0"/>
                  </a:lnTo>
                  <a:lnTo>
                    <a:pt x="0" y="105190"/>
                  </a:lnTo>
                  <a:lnTo>
                    <a:pt x="27329" y="105190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9" name="object 1539" descr=""/>
            <p:cNvSpPr/>
            <p:nvPr/>
          </p:nvSpPr>
          <p:spPr>
            <a:xfrm>
              <a:off x="5161685" y="8785062"/>
              <a:ext cx="27940" cy="105410"/>
            </a:xfrm>
            <a:custGeom>
              <a:avLst/>
              <a:gdLst/>
              <a:ahLst/>
              <a:cxnLst/>
              <a:rect l="l" t="t" r="r" b="b"/>
              <a:pathLst>
                <a:path w="27939" h="105409">
                  <a:moveTo>
                    <a:pt x="0" y="105190"/>
                  </a:moveTo>
                  <a:lnTo>
                    <a:pt x="27329" y="105190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105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0" name="object 1540" descr=""/>
            <p:cNvSpPr/>
            <p:nvPr/>
          </p:nvSpPr>
          <p:spPr>
            <a:xfrm>
              <a:off x="5118284" y="8785062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27276" y="0"/>
                  </a:moveTo>
                  <a:lnTo>
                    <a:pt x="0" y="0"/>
                  </a:lnTo>
                  <a:lnTo>
                    <a:pt x="0" y="105190"/>
                  </a:lnTo>
                  <a:lnTo>
                    <a:pt x="27276" y="105190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1" name="object 1541" descr=""/>
            <p:cNvSpPr/>
            <p:nvPr/>
          </p:nvSpPr>
          <p:spPr>
            <a:xfrm>
              <a:off x="5118284" y="8785062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0" y="105190"/>
                  </a:moveTo>
                  <a:lnTo>
                    <a:pt x="27276" y="105190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105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2" name="object 1542" descr=""/>
            <p:cNvSpPr/>
            <p:nvPr/>
          </p:nvSpPr>
          <p:spPr>
            <a:xfrm>
              <a:off x="5074840" y="8785062"/>
              <a:ext cx="27940" cy="105410"/>
            </a:xfrm>
            <a:custGeom>
              <a:avLst/>
              <a:gdLst/>
              <a:ahLst/>
              <a:cxnLst/>
              <a:rect l="l" t="t" r="r" b="b"/>
              <a:pathLst>
                <a:path w="27939" h="105409">
                  <a:moveTo>
                    <a:pt x="27318" y="0"/>
                  </a:moveTo>
                  <a:lnTo>
                    <a:pt x="0" y="0"/>
                  </a:lnTo>
                  <a:lnTo>
                    <a:pt x="0" y="105190"/>
                  </a:lnTo>
                  <a:lnTo>
                    <a:pt x="27318" y="105190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3" name="object 1543" descr=""/>
            <p:cNvSpPr/>
            <p:nvPr/>
          </p:nvSpPr>
          <p:spPr>
            <a:xfrm>
              <a:off x="5074840" y="8785062"/>
              <a:ext cx="27940" cy="105410"/>
            </a:xfrm>
            <a:custGeom>
              <a:avLst/>
              <a:gdLst/>
              <a:ahLst/>
              <a:cxnLst/>
              <a:rect l="l" t="t" r="r" b="b"/>
              <a:pathLst>
                <a:path w="27939" h="105409">
                  <a:moveTo>
                    <a:pt x="0" y="105190"/>
                  </a:moveTo>
                  <a:lnTo>
                    <a:pt x="27318" y="105190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105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4" name="object 1544" descr=""/>
            <p:cNvSpPr/>
            <p:nvPr/>
          </p:nvSpPr>
          <p:spPr>
            <a:xfrm>
              <a:off x="5291964" y="8322291"/>
              <a:ext cx="27940" cy="76200"/>
            </a:xfrm>
            <a:custGeom>
              <a:avLst/>
              <a:gdLst/>
              <a:ahLst/>
              <a:cxnLst/>
              <a:rect l="l" t="t" r="r" b="b"/>
              <a:pathLst>
                <a:path w="27939" h="76200">
                  <a:moveTo>
                    <a:pt x="27318" y="0"/>
                  </a:moveTo>
                  <a:lnTo>
                    <a:pt x="0" y="0"/>
                  </a:lnTo>
                  <a:lnTo>
                    <a:pt x="0" y="75578"/>
                  </a:lnTo>
                  <a:lnTo>
                    <a:pt x="27318" y="75578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5" name="object 1545" descr=""/>
            <p:cNvSpPr/>
            <p:nvPr/>
          </p:nvSpPr>
          <p:spPr>
            <a:xfrm>
              <a:off x="5291964" y="8322291"/>
              <a:ext cx="27940" cy="76200"/>
            </a:xfrm>
            <a:custGeom>
              <a:avLst/>
              <a:gdLst/>
              <a:ahLst/>
              <a:cxnLst/>
              <a:rect l="l" t="t" r="r" b="b"/>
              <a:pathLst>
                <a:path w="27939" h="76200">
                  <a:moveTo>
                    <a:pt x="0" y="75578"/>
                  </a:moveTo>
                  <a:lnTo>
                    <a:pt x="27318" y="75578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7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6" name="object 1546" descr=""/>
            <p:cNvSpPr/>
            <p:nvPr/>
          </p:nvSpPr>
          <p:spPr>
            <a:xfrm>
              <a:off x="5248562" y="8322291"/>
              <a:ext cx="27305" cy="76200"/>
            </a:xfrm>
            <a:custGeom>
              <a:avLst/>
              <a:gdLst/>
              <a:ahLst/>
              <a:cxnLst/>
              <a:rect l="l" t="t" r="r" b="b"/>
              <a:pathLst>
                <a:path w="27304" h="76200">
                  <a:moveTo>
                    <a:pt x="27297" y="0"/>
                  </a:moveTo>
                  <a:lnTo>
                    <a:pt x="0" y="0"/>
                  </a:lnTo>
                  <a:lnTo>
                    <a:pt x="0" y="75578"/>
                  </a:lnTo>
                  <a:lnTo>
                    <a:pt x="27297" y="75578"/>
                  </a:lnTo>
                  <a:lnTo>
                    <a:pt x="2729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7" name="object 1547" descr=""/>
            <p:cNvSpPr/>
            <p:nvPr/>
          </p:nvSpPr>
          <p:spPr>
            <a:xfrm>
              <a:off x="5248562" y="8322291"/>
              <a:ext cx="27305" cy="76200"/>
            </a:xfrm>
            <a:custGeom>
              <a:avLst/>
              <a:gdLst/>
              <a:ahLst/>
              <a:cxnLst/>
              <a:rect l="l" t="t" r="r" b="b"/>
              <a:pathLst>
                <a:path w="27304" h="76200">
                  <a:moveTo>
                    <a:pt x="0" y="75578"/>
                  </a:moveTo>
                  <a:lnTo>
                    <a:pt x="27297" y="75578"/>
                  </a:lnTo>
                  <a:lnTo>
                    <a:pt x="27297" y="0"/>
                  </a:lnTo>
                  <a:lnTo>
                    <a:pt x="0" y="0"/>
                  </a:lnTo>
                  <a:lnTo>
                    <a:pt x="0" y="7557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8" name="object 1548" descr=""/>
            <p:cNvSpPr/>
            <p:nvPr/>
          </p:nvSpPr>
          <p:spPr>
            <a:xfrm>
              <a:off x="5205098" y="8322291"/>
              <a:ext cx="27940" cy="76200"/>
            </a:xfrm>
            <a:custGeom>
              <a:avLst/>
              <a:gdLst/>
              <a:ahLst/>
              <a:cxnLst/>
              <a:rect l="l" t="t" r="r" b="b"/>
              <a:pathLst>
                <a:path w="27939" h="76200">
                  <a:moveTo>
                    <a:pt x="27329" y="0"/>
                  </a:moveTo>
                  <a:lnTo>
                    <a:pt x="0" y="0"/>
                  </a:lnTo>
                  <a:lnTo>
                    <a:pt x="0" y="75578"/>
                  </a:lnTo>
                  <a:lnTo>
                    <a:pt x="27329" y="75578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9" name="object 1549" descr=""/>
            <p:cNvSpPr/>
            <p:nvPr/>
          </p:nvSpPr>
          <p:spPr>
            <a:xfrm>
              <a:off x="5205098" y="8322291"/>
              <a:ext cx="27940" cy="76200"/>
            </a:xfrm>
            <a:custGeom>
              <a:avLst/>
              <a:gdLst/>
              <a:ahLst/>
              <a:cxnLst/>
              <a:rect l="l" t="t" r="r" b="b"/>
              <a:pathLst>
                <a:path w="27939" h="76200">
                  <a:moveTo>
                    <a:pt x="0" y="75578"/>
                  </a:moveTo>
                  <a:lnTo>
                    <a:pt x="27329" y="75578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7557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0" name="object 1550" descr=""/>
            <p:cNvSpPr/>
            <p:nvPr/>
          </p:nvSpPr>
          <p:spPr>
            <a:xfrm>
              <a:off x="5161685" y="8322291"/>
              <a:ext cx="27940" cy="76200"/>
            </a:xfrm>
            <a:custGeom>
              <a:avLst/>
              <a:gdLst/>
              <a:ahLst/>
              <a:cxnLst/>
              <a:rect l="l" t="t" r="r" b="b"/>
              <a:pathLst>
                <a:path w="27939" h="76200">
                  <a:moveTo>
                    <a:pt x="27329" y="0"/>
                  </a:moveTo>
                  <a:lnTo>
                    <a:pt x="0" y="0"/>
                  </a:lnTo>
                  <a:lnTo>
                    <a:pt x="0" y="75578"/>
                  </a:lnTo>
                  <a:lnTo>
                    <a:pt x="27329" y="75578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1" name="object 1551" descr=""/>
            <p:cNvSpPr/>
            <p:nvPr/>
          </p:nvSpPr>
          <p:spPr>
            <a:xfrm>
              <a:off x="5161685" y="8322291"/>
              <a:ext cx="27940" cy="76200"/>
            </a:xfrm>
            <a:custGeom>
              <a:avLst/>
              <a:gdLst/>
              <a:ahLst/>
              <a:cxnLst/>
              <a:rect l="l" t="t" r="r" b="b"/>
              <a:pathLst>
                <a:path w="27939" h="76200">
                  <a:moveTo>
                    <a:pt x="0" y="75578"/>
                  </a:moveTo>
                  <a:lnTo>
                    <a:pt x="27329" y="75578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7557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2" name="object 1552" descr=""/>
            <p:cNvSpPr/>
            <p:nvPr/>
          </p:nvSpPr>
          <p:spPr>
            <a:xfrm>
              <a:off x="5118284" y="8322291"/>
              <a:ext cx="27305" cy="76200"/>
            </a:xfrm>
            <a:custGeom>
              <a:avLst/>
              <a:gdLst/>
              <a:ahLst/>
              <a:cxnLst/>
              <a:rect l="l" t="t" r="r" b="b"/>
              <a:pathLst>
                <a:path w="27304" h="76200">
                  <a:moveTo>
                    <a:pt x="27276" y="0"/>
                  </a:moveTo>
                  <a:lnTo>
                    <a:pt x="0" y="0"/>
                  </a:lnTo>
                  <a:lnTo>
                    <a:pt x="0" y="75578"/>
                  </a:lnTo>
                  <a:lnTo>
                    <a:pt x="27276" y="75578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3" name="object 1553" descr=""/>
            <p:cNvSpPr/>
            <p:nvPr/>
          </p:nvSpPr>
          <p:spPr>
            <a:xfrm>
              <a:off x="5118284" y="8322291"/>
              <a:ext cx="27305" cy="76200"/>
            </a:xfrm>
            <a:custGeom>
              <a:avLst/>
              <a:gdLst/>
              <a:ahLst/>
              <a:cxnLst/>
              <a:rect l="l" t="t" r="r" b="b"/>
              <a:pathLst>
                <a:path w="27304" h="76200">
                  <a:moveTo>
                    <a:pt x="0" y="75578"/>
                  </a:moveTo>
                  <a:lnTo>
                    <a:pt x="27276" y="75578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7557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4" name="object 1554" descr=""/>
            <p:cNvSpPr/>
            <p:nvPr/>
          </p:nvSpPr>
          <p:spPr>
            <a:xfrm>
              <a:off x="5074840" y="8322291"/>
              <a:ext cx="27940" cy="76200"/>
            </a:xfrm>
            <a:custGeom>
              <a:avLst/>
              <a:gdLst/>
              <a:ahLst/>
              <a:cxnLst/>
              <a:rect l="l" t="t" r="r" b="b"/>
              <a:pathLst>
                <a:path w="27939" h="76200">
                  <a:moveTo>
                    <a:pt x="27318" y="0"/>
                  </a:moveTo>
                  <a:lnTo>
                    <a:pt x="0" y="0"/>
                  </a:lnTo>
                  <a:lnTo>
                    <a:pt x="0" y="75578"/>
                  </a:lnTo>
                  <a:lnTo>
                    <a:pt x="27318" y="75578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5" name="object 1555" descr=""/>
            <p:cNvSpPr/>
            <p:nvPr/>
          </p:nvSpPr>
          <p:spPr>
            <a:xfrm>
              <a:off x="5074840" y="8322291"/>
              <a:ext cx="27940" cy="76200"/>
            </a:xfrm>
            <a:custGeom>
              <a:avLst/>
              <a:gdLst/>
              <a:ahLst/>
              <a:cxnLst/>
              <a:rect l="l" t="t" r="r" b="b"/>
              <a:pathLst>
                <a:path w="27939" h="76200">
                  <a:moveTo>
                    <a:pt x="0" y="75578"/>
                  </a:moveTo>
                  <a:lnTo>
                    <a:pt x="27318" y="75578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7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6" name="object 1556" descr=""/>
            <p:cNvSpPr/>
            <p:nvPr/>
          </p:nvSpPr>
          <p:spPr>
            <a:xfrm>
              <a:off x="5291964" y="8414529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318" y="75568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7" name="object 1557" descr=""/>
            <p:cNvSpPr/>
            <p:nvPr/>
          </p:nvSpPr>
          <p:spPr>
            <a:xfrm>
              <a:off x="5291964" y="8414529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68"/>
                  </a:moveTo>
                  <a:lnTo>
                    <a:pt x="27318" y="75568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8" name="object 1558" descr=""/>
            <p:cNvSpPr/>
            <p:nvPr/>
          </p:nvSpPr>
          <p:spPr>
            <a:xfrm>
              <a:off x="5248562" y="841452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97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297" y="75568"/>
                  </a:lnTo>
                  <a:lnTo>
                    <a:pt x="2729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9" name="object 1559" descr=""/>
            <p:cNvSpPr/>
            <p:nvPr/>
          </p:nvSpPr>
          <p:spPr>
            <a:xfrm>
              <a:off x="5248562" y="841452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68"/>
                  </a:moveTo>
                  <a:lnTo>
                    <a:pt x="27297" y="75568"/>
                  </a:lnTo>
                  <a:lnTo>
                    <a:pt x="27297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0" name="object 1560" descr=""/>
            <p:cNvSpPr/>
            <p:nvPr/>
          </p:nvSpPr>
          <p:spPr>
            <a:xfrm>
              <a:off x="5205098" y="8414529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29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329" y="75568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1" name="object 1561" descr=""/>
            <p:cNvSpPr/>
            <p:nvPr/>
          </p:nvSpPr>
          <p:spPr>
            <a:xfrm>
              <a:off x="5205098" y="8414529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68"/>
                  </a:moveTo>
                  <a:lnTo>
                    <a:pt x="27329" y="75568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2" name="object 1562" descr=""/>
            <p:cNvSpPr/>
            <p:nvPr/>
          </p:nvSpPr>
          <p:spPr>
            <a:xfrm>
              <a:off x="5161685" y="8414529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29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329" y="75568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3" name="object 1563" descr=""/>
            <p:cNvSpPr/>
            <p:nvPr/>
          </p:nvSpPr>
          <p:spPr>
            <a:xfrm>
              <a:off x="5161685" y="8414529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68"/>
                  </a:moveTo>
                  <a:lnTo>
                    <a:pt x="27329" y="75568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4" name="object 1564" descr=""/>
            <p:cNvSpPr/>
            <p:nvPr/>
          </p:nvSpPr>
          <p:spPr>
            <a:xfrm>
              <a:off x="5118284" y="841452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76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276" y="75568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5" name="object 1565" descr=""/>
            <p:cNvSpPr/>
            <p:nvPr/>
          </p:nvSpPr>
          <p:spPr>
            <a:xfrm>
              <a:off x="5118284" y="841452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68"/>
                  </a:moveTo>
                  <a:lnTo>
                    <a:pt x="27276" y="75568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6" name="object 1566" descr=""/>
            <p:cNvSpPr/>
            <p:nvPr/>
          </p:nvSpPr>
          <p:spPr>
            <a:xfrm>
              <a:off x="5074840" y="8414529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318" y="75568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7" name="object 1567" descr=""/>
            <p:cNvSpPr/>
            <p:nvPr/>
          </p:nvSpPr>
          <p:spPr>
            <a:xfrm>
              <a:off x="5074840" y="8414529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68"/>
                  </a:moveTo>
                  <a:lnTo>
                    <a:pt x="27318" y="75568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8" name="object 1568" descr=""/>
            <p:cNvSpPr/>
            <p:nvPr/>
          </p:nvSpPr>
          <p:spPr>
            <a:xfrm>
              <a:off x="5291964" y="8506798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18" y="75547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9" name="object 1569" descr=""/>
            <p:cNvSpPr/>
            <p:nvPr/>
          </p:nvSpPr>
          <p:spPr>
            <a:xfrm>
              <a:off x="5291964" y="8506798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47"/>
                  </a:moveTo>
                  <a:lnTo>
                    <a:pt x="27318" y="75547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0" name="object 1570" descr=""/>
            <p:cNvSpPr/>
            <p:nvPr/>
          </p:nvSpPr>
          <p:spPr>
            <a:xfrm>
              <a:off x="5248562" y="8506798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97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297" y="75547"/>
                  </a:lnTo>
                  <a:lnTo>
                    <a:pt x="2729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1" name="object 1571" descr=""/>
            <p:cNvSpPr/>
            <p:nvPr/>
          </p:nvSpPr>
          <p:spPr>
            <a:xfrm>
              <a:off x="5248562" y="8506798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47"/>
                  </a:moveTo>
                  <a:lnTo>
                    <a:pt x="27297" y="75547"/>
                  </a:lnTo>
                  <a:lnTo>
                    <a:pt x="27297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2" name="object 1572" descr=""/>
            <p:cNvSpPr/>
            <p:nvPr/>
          </p:nvSpPr>
          <p:spPr>
            <a:xfrm>
              <a:off x="5205098" y="8506798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29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29" y="75547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3" name="object 1573" descr=""/>
            <p:cNvSpPr/>
            <p:nvPr/>
          </p:nvSpPr>
          <p:spPr>
            <a:xfrm>
              <a:off x="5205098" y="8506798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47"/>
                  </a:moveTo>
                  <a:lnTo>
                    <a:pt x="27329" y="75547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4" name="object 1574" descr=""/>
            <p:cNvSpPr/>
            <p:nvPr/>
          </p:nvSpPr>
          <p:spPr>
            <a:xfrm>
              <a:off x="5161685" y="8506798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29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29" y="75547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5" name="object 1575" descr=""/>
            <p:cNvSpPr/>
            <p:nvPr/>
          </p:nvSpPr>
          <p:spPr>
            <a:xfrm>
              <a:off x="5161685" y="8506798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47"/>
                  </a:moveTo>
                  <a:lnTo>
                    <a:pt x="27329" y="75547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6" name="object 1576" descr=""/>
            <p:cNvSpPr/>
            <p:nvPr/>
          </p:nvSpPr>
          <p:spPr>
            <a:xfrm>
              <a:off x="5118284" y="8506798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76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276" y="75547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7" name="object 1577" descr=""/>
            <p:cNvSpPr/>
            <p:nvPr/>
          </p:nvSpPr>
          <p:spPr>
            <a:xfrm>
              <a:off x="5118284" y="8506798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47"/>
                  </a:moveTo>
                  <a:lnTo>
                    <a:pt x="27276" y="75547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8" name="object 1578" descr=""/>
            <p:cNvSpPr/>
            <p:nvPr/>
          </p:nvSpPr>
          <p:spPr>
            <a:xfrm>
              <a:off x="5074840" y="8506798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18" y="75547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9" name="object 1579" descr=""/>
            <p:cNvSpPr/>
            <p:nvPr/>
          </p:nvSpPr>
          <p:spPr>
            <a:xfrm>
              <a:off x="5074840" y="8506798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47"/>
                  </a:moveTo>
                  <a:lnTo>
                    <a:pt x="27318" y="75547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0" name="object 1580" descr=""/>
            <p:cNvSpPr/>
            <p:nvPr/>
          </p:nvSpPr>
          <p:spPr>
            <a:xfrm>
              <a:off x="5291964" y="8599036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05"/>
                  </a:lnTo>
                  <a:lnTo>
                    <a:pt x="27318" y="75505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1" name="object 1581" descr=""/>
            <p:cNvSpPr/>
            <p:nvPr/>
          </p:nvSpPr>
          <p:spPr>
            <a:xfrm>
              <a:off x="5291964" y="8599036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05"/>
                  </a:moveTo>
                  <a:lnTo>
                    <a:pt x="27318" y="75505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2" name="object 1582" descr=""/>
            <p:cNvSpPr/>
            <p:nvPr/>
          </p:nvSpPr>
          <p:spPr>
            <a:xfrm>
              <a:off x="5248562" y="8599036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97" y="0"/>
                  </a:moveTo>
                  <a:lnTo>
                    <a:pt x="0" y="0"/>
                  </a:lnTo>
                  <a:lnTo>
                    <a:pt x="0" y="75505"/>
                  </a:lnTo>
                  <a:lnTo>
                    <a:pt x="27297" y="75505"/>
                  </a:lnTo>
                  <a:lnTo>
                    <a:pt x="2729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3" name="object 1583" descr=""/>
            <p:cNvSpPr/>
            <p:nvPr/>
          </p:nvSpPr>
          <p:spPr>
            <a:xfrm>
              <a:off x="5248562" y="8599036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05"/>
                  </a:moveTo>
                  <a:lnTo>
                    <a:pt x="27297" y="75505"/>
                  </a:lnTo>
                  <a:lnTo>
                    <a:pt x="27297" y="0"/>
                  </a:lnTo>
                  <a:lnTo>
                    <a:pt x="0" y="0"/>
                  </a:lnTo>
                  <a:lnTo>
                    <a:pt x="0" y="755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4" name="object 1584" descr=""/>
            <p:cNvSpPr/>
            <p:nvPr/>
          </p:nvSpPr>
          <p:spPr>
            <a:xfrm>
              <a:off x="5205098" y="8599036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29" y="0"/>
                  </a:moveTo>
                  <a:lnTo>
                    <a:pt x="0" y="0"/>
                  </a:lnTo>
                  <a:lnTo>
                    <a:pt x="0" y="75505"/>
                  </a:lnTo>
                  <a:lnTo>
                    <a:pt x="27329" y="75505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5" name="object 1585" descr=""/>
            <p:cNvSpPr/>
            <p:nvPr/>
          </p:nvSpPr>
          <p:spPr>
            <a:xfrm>
              <a:off x="5205098" y="8599036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05"/>
                  </a:moveTo>
                  <a:lnTo>
                    <a:pt x="27329" y="75505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755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6" name="object 1586" descr=""/>
            <p:cNvSpPr/>
            <p:nvPr/>
          </p:nvSpPr>
          <p:spPr>
            <a:xfrm>
              <a:off x="5161685" y="8599036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29" y="0"/>
                  </a:moveTo>
                  <a:lnTo>
                    <a:pt x="0" y="0"/>
                  </a:lnTo>
                  <a:lnTo>
                    <a:pt x="0" y="75505"/>
                  </a:lnTo>
                  <a:lnTo>
                    <a:pt x="27329" y="75505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7" name="object 1587" descr=""/>
            <p:cNvSpPr/>
            <p:nvPr/>
          </p:nvSpPr>
          <p:spPr>
            <a:xfrm>
              <a:off x="5161685" y="8599036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05"/>
                  </a:moveTo>
                  <a:lnTo>
                    <a:pt x="27329" y="75505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755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8" name="object 1588" descr=""/>
            <p:cNvSpPr/>
            <p:nvPr/>
          </p:nvSpPr>
          <p:spPr>
            <a:xfrm>
              <a:off x="5118284" y="8599036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76" y="0"/>
                  </a:moveTo>
                  <a:lnTo>
                    <a:pt x="0" y="0"/>
                  </a:lnTo>
                  <a:lnTo>
                    <a:pt x="0" y="75505"/>
                  </a:lnTo>
                  <a:lnTo>
                    <a:pt x="27276" y="75505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9" name="object 1589" descr=""/>
            <p:cNvSpPr/>
            <p:nvPr/>
          </p:nvSpPr>
          <p:spPr>
            <a:xfrm>
              <a:off x="5118284" y="8599036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05"/>
                  </a:moveTo>
                  <a:lnTo>
                    <a:pt x="27276" y="75505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755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0" name="object 1590" descr=""/>
            <p:cNvSpPr/>
            <p:nvPr/>
          </p:nvSpPr>
          <p:spPr>
            <a:xfrm>
              <a:off x="5074840" y="8599036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05"/>
                  </a:lnTo>
                  <a:lnTo>
                    <a:pt x="27318" y="75505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1" name="object 1591" descr=""/>
            <p:cNvSpPr/>
            <p:nvPr/>
          </p:nvSpPr>
          <p:spPr>
            <a:xfrm>
              <a:off x="5074840" y="8599036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05"/>
                  </a:moveTo>
                  <a:lnTo>
                    <a:pt x="27318" y="75505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2" name="object 1592" descr=""/>
            <p:cNvSpPr/>
            <p:nvPr/>
          </p:nvSpPr>
          <p:spPr>
            <a:xfrm>
              <a:off x="5291964" y="8691264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57"/>
                  </a:lnTo>
                  <a:lnTo>
                    <a:pt x="27318" y="75557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3" name="object 1593" descr=""/>
            <p:cNvSpPr/>
            <p:nvPr/>
          </p:nvSpPr>
          <p:spPr>
            <a:xfrm>
              <a:off x="5291964" y="8691264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57"/>
                  </a:moveTo>
                  <a:lnTo>
                    <a:pt x="27318" y="75557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5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4" name="object 1594" descr=""/>
            <p:cNvSpPr/>
            <p:nvPr/>
          </p:nvSpPr>
          <p:spPr>
            <a:xfrm>
              <a:off x="5248562" y="8691264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97" y="0"/>
                  </a:moveTo>
                  <a:lnTo>
                    <a:pt x="0" y="0"/>
                  </a:lnTo>
                  <a:lnTo>
                    <a:pt x="0" y="75557"/>
                  </a:lnTo>
                  <a:lnTo>
                    <a:pt x="27297" y="75557"/>
                  </a:lnTo>
                  <a:lnTo>
                    <a:pt x="2729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5" name="object 1595" descr=""/>
            <p:cNvSpPr/>
            <p:nvPr/>
          </p:nvSpPr>
          <p:spPr>
            <a:xfrm>
              <a:off x="5248562" y="8691264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57"/>
                  </a:moveTo>
                  <a:lnTo>
                    <a:pt x="27297" y="75557"/>
                  </a:lnTo>
                  <a:lnTo>
                    <a:pt x="27297" y="0"/>
                  </a:lnTo>
                  <a:lnTo>
                    <a:pt x="0" y="0"/>
                  </a:lnTo>
                  <a:lnTo>
                    <a:pt x="0" y="7555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6" name="object 1596" descr=""/>
            <p:cNvSpPr/>
            <p:nvPr/>
          </p:nvSpPr>
          <p:spPr>
            <a:xfrm>
              <a:off x="5205098" y="8691264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29" y="0"/>
                  </a:moveTo>
                  <a:lnTo>
                    <a:pt x="0" y="0"/>
                  </a:lnTo>
                  <a:lnTo>
                    <a:pt x="0" y="75557"/>
                  </a:lnTo>
                  <a:lnTo>
                    <a:pt x="27329" y="75557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7" name="object 1597" descr=""/>
            <p:cNvSpPr/>
            <p:nvPr/>
          </p:nvSpPr>
          <p:spPr>
            <a:xfrm>
              <a:off x="5205098" y="8691264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57"/>
                  </a:moveTo>
                  <a:lnTo>
                    <a:pt x="27329" y="75557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7555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8" name="object 1598" descr=""/>
            <p:cNvSpPr/>
            <p:nvPr/>
          </p:nvSpPr>
          <p:spPr>
            <a:xfrm>
              <a:off x="5161685" y="8691264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29" y="0"/>
                  </a:moveTo>
                  <a:lnTo>
                    <a:pt x="0" y="0"/>
                  </a:lnTo>
                  <a:lnTo>
                    <a:pt x="0" y="75557"/>
                  </a:lnTo>
                  <a:lnTo>
                    <a:pt x="27329" y="75557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9" name="object 1599" descr=""/>
            <p:cNvSpPr/>
            <p:nvPr/>
          </p:nvSpPr>
          <p:spPr>
            <a:xfrm>
              <a:off x="5161685" y="8691264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57"/>
                  </a:moveTo>
                  <a:lnTo>
                    <a:pt x="27329" y="75557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7555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0" name="object 1600" descr=""/>
            <p:cNvSpPr/>
            <p:nvPr/>
          </p:nvSpPr>
          <p:spPr>
            <a:xfrm>
              <a:off x="5118284" y="8691264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76" y="0"/>
                  </a:moveTo>
                  <a:lnTo>
                    <a:pt x="0" y="0"/>
                  </a:lnTo>
                  <a:lnTo>
                    <a:pt x="0" y="75557"/>
                  </a:lnTo>
                  <a:lnTo>
                    <a:pt x="27276" y="75557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1" name="object 1601" descr=""/>
            <p:cNvSpPr/>
            <p:nvPr/>
          </p:nvSpPr>
          <p:spPr>
            <a:xfrm>
              <a:off x="5118284" y="8691264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57"/>
                  </a:moveTo>
                  <a:lnTo>
                    <a:pt x="27276" y="75557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7555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2" name="object 1602" descr=""/>
            <p:cNvSpPr/>
            <p:nvPr/>
          </p:nvSpPr>
          <p:spPr>
            <a:xfrm>
              <a:off x="5074840" y="8691264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57"/>
                  </a:lnTo>
                  <a:lnTo>
                    <a:pt x="27318" y="75557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3" name="object 1603" descr=""/>
            <p:cNvSpPr/>
            <p:nvPr/>
          </p:nvSpPr>
          <p:spPr>
            <a:xfrm>
              <a:off x="5074840" y="8691264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57"/>
                  </a:moveTo>
                  <a:lnTo>
                    <a:pt x="27318" y="75557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5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4" name="object 1604" descr=""/>
            <p:cNvSpPr/>
            <p:nvPr/>
          </p:nvSpPr>
          <p:spPr>
            <a:xfrm>
              <a:off x="5033815" y="8785062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27308" y="0"/>
                  </a:moveTo>
                  <a:lnTo>
                    <a:pt x="0" y="0"/>
                  </a:lnTo>
                  <a:lnTo>
                    <a:pt x="0" y="105190"/>
                  </a:lnTo>
                  <a:lnTo>
                    <a:pt x="27308" y="105190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5" name="object 1605" descr=""/>
            <p:cNvSpPr/>
            <p:nvPr/>
          </p:nvSpPr>
          <p:spPr>
            <a:xfrm>
              <a:off x="5033815" y="8785062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0" y="105190"/>
                  </a:moveTo>
                  <a:lnTo>
                    <a:pt x="27308" y="105190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105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6" name="object 1606" descr=""/>
            <p:cNvSpPr/>
            <p:nvPr/>
          </p:nvSpPr>
          <p:spPr>
            <a:xfrm>
              <a:off x="4990382" y="8785062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27308" y="0"/>
                  </a:moveTo>
                  <a:lnTo>
                    <a:pt x="0" y="0"/>
                  </a:lnTo>
                  <a:lnTo>
                    <a:pt x="0" y="105190"/>
                  </a:lnTo>
                  <a:lnTo>
                    <a:pt x="27308" y="105190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7" name="object 1607" descr=""/>
            <p:cNvSpPr/>
            <p:nvPr/>
          </p:nvSpPr>
          <p:spPr>
            <a:xfrm>
              <a:off x="4990382" y="8785062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0" y="105190"/>
                  </a:moveTo>
                  <a:lnTo>
                    <a:pt x="27308" y="105190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105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8" name="object 1608" descr=""/>
            <p:cNvSpPr/>
            <p:nvPr/>
          </p:nvSpPr>
          <p:spPr>
            <a:xfrm>
              <a:off x="4946980" y="8785062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27276" y="0"/>
                  </a:moveTo>
                  <a:lnTo>
                    <a:pt x="0" y="0"/>
                  </a:lnTo>
                  <a:lnTo>
                    <a:pt x="0" y="105190"/>
                  </a:lnTo>
                  <a:lnTo>
                    <a:pt x="27276" y="105190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9" name="object 1609" descr=""/>
            <p:cNvSpPr/>
            <p:nvPr/>
          </p:nvSpPr>
          <p:spPr>
            <a:xfrm>
              <a:off x="4946980" y="8785062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0" y="105190"/>
                  </a:moveTo>
                  <a:lnTo>
                    <a:pt x="27276" y="105190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105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0" name="object 1610" descr=""/>
            <p:cNvSpPr/>
            <p:nvPr/>
          </p:nvSpPr>
          <p:spPr>
            <a:xfrm>
              <a:off x="4903515" y="8785062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27287" y="0"/>
                  </a:moveTo>
                  <a:lnTo>
                    <a:pt x="0" y="0"/>
                  </a:lnTo>
                  <a:lnTo>
                    <a:pt x="0" y="105190"/>
                  </a:lnTo>
                  <a:lnTo>
                    <a:pt x="27287" y="105190"/>
                  </a:lnTo>
                  <a:lnTo>
                    <a:pt x="2728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1" name="object 1611" descr=""/>
            <p:cNvSpPr/>
            <p:nvPr/>
          </p:nvSpPr>
          <p:spPr>
            <a:xfrm>
              <a:off x="4903515" y="8785062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0" y="105190"/>
                  </a:moveTo>
                  <a:lnTo>
                    <a:pt x="27287" y="105190"/>
                  </a:lnTo>
                  <a:lnTo>
                    <a:pt x="27287" y="0"/>
                  </a:lnTo>
                  <a:lnTo>
                    <a:pt x="0" y="0"/>
                  </a:lnTo>
                  <a:lnTo>
                    <a:pt x="0" y="105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2" name="object 1612" descr=""/>
            <p:cNvSpPr/>
            <p:nvPr/>
          </p:nvSpPr>
          <p:spPr>
            <a:xfrm>
              <a:off x="4860082" y="8785062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27308" y="0"/>
                  </a:moveTo>
                  <a:lnTo>
                    <a:pt x="0" y="0"/>
                  </a:lnTo>
                  <a:lnTo>
                    <a:pt x="0" y="105190"/>
                  </a:lnTo>
                  <a:lnTo>
                    <a:pt x="27308" y="105190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3" name="object 1613" descr=""/>
            <p:cNvSpPr/>
            <p:nvPr/>
          </p:nvSpPr>
          <p:spPr>
            <a:xfrm>
              <a:off x="4860082" y="8785062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0" y="105190"/>
                  </a:moveTo>
                  <a:lnTo>
                    <a:pt x="27308" y="105190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105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4" name="object 1614" descr=""/>
            <p:cNvSpPr/>
            <p:nvPr/>
          </p:nvSpPr>
          <p:spPr>
            <a:xfrm>
              <a:off x="4816670" y="8785062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27276" y="0"/>
                  </a:moveTo>
                  <a:lnTo>
                    <a:pt x="0" y="0"/>
                  </a:lnTo>
                  <a:lnTo>
                    <a:pt x="0" y="105190"/>
                  </a:lnTo>
                  <a:lnTo>
                    <a:pt x="27276" y="105190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5" name="object 1615" descr=""/>
            <p:cNvSpPr/>
            <p:nvPr/>
          </p:nvSpPr>
          <p:spPr>
            <a:xfrm>
              <a:off x="4816670" y="8785062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0" y="105190"/>
                  </a:moveTo>
                  <a:lnTo>
                    <a:pt x="27276" y="105190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105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6" name="object 1616" descr=""/>
            <p:cNvSpPr/>
            <p:nvPr/>
          </p:nvSpPr>
          <p:spPr>
            <a:xfrm>
              <a:off x="5033815" y="8322291"/>
              <a:ext cx="27305" cy="76200"/>
            </a:xfrm>
            <a:custGeom>
              <a:avLst/>
              <a:gdLst/>
              <a:ahLst/>
              <a:cxnLst/>
              <a:rect l="l" t="t" r="r" b="b"/>
              <a:pathLst>
                <a:path w="27304" h="76200">
                  <a:moveTo>
                    <a:pt x="27308" y="0"/>
                  </a:moveTo>
                  <a:lnTo>
                    <a:pt x="0" y="0"/>
                  </a:lnTo>
                  <a:lnTo>
                    <a:pt x="0" y="75578"/>
                  </a:lnTo>
                  <a:lnTo>
                    <a:pt x="27308" y="75578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7" name="object 1617" descr=""/>
            <p:cNvSpPr/>
            <p:nvPr/>
          </p:nvSpPr>
          <p:spPr>
            <a:xfrm>
              <a:off x="5033815" y="8322291"/>
              <a:ext cx="27305" cy="76200"/>
            </a:xfrm>
            <a:custGeom>
              <a:avLst/>
              <a:gdLst/>
              <a:ahLst/>
              <a:cxnLst/>
              <a:rect l="l" t="t" r="r" b="b"/>
              <a:pathLst>
                <a:path w="27304" h="76200">
                  <a:moveTo>
                    <a:pt x="0" y="75578"/>
                  </a:moveTo>
                  <a:lnTo>
                    <a:pt x="27308" y="75578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7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8" name="object 1618" descr=""/>
            <p:cNvSpPr/>
            <p:nvPr/>
          </p:nvSpPr>
          <p:spPr>
            <a:xfrm>
              <a:off x="4990382" y="8322291"/>
              <a:ext cx="27305" cy="76200"/>
            </a:xfrm>
            <a:custGeom>
              <a:avLst/>
              <a:gdLst/>
              <a:ahLst/>
              <a:cxnLst/>
              <a:rect l="l" t="t" r="r" b="b"/>
              <a:pathLst>
                <a:path w="27304" h="76200">
                  <a:moveTo>
                    <a:pt x="27308" y="0"/>
                  </a:moveTo>
                  <a:lnTo>
                    <a:pt x="0" y="0"/>
                  </a:lnTo>
                  <a:lnTo>
                    <a:pt x="0" y="75578"/>
                  </a:lnTo>
                  <a:lnTo>
                    <a:pt x="27308" y="75578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9" name="object 1619" descr=""/>
            <p:cNvSpPr/>
            <p:nvPr/>
          </p:nvSpPr>
          <p:spPr>
            <a:xfrm>
              <a:off x="4990382" y="8322291"/>
              <a:ext cx="27305" cy="76200"/>
            </a:xfrm>
            <a:custGeom>
              <a:avLst/>
              <a:gdLst/>
              <a:ahLst/>
              <a:cxnLst/>
              <a:rect l="l" t="t" r="r" b="b"/>
              <a:pathLst>
                <a:path w="27304" h="76200">
                  <a:moveTo>
                    <a:pt x="0" y="75578"/>
                  </a:moveTo>
                  <a:lnTo>
                    <a:pt x="27308" y="75578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7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0" name="object 1620" descr=""/>
            <p:cNvSpPr/>
            <p:nvPr/>
          </p:nvSpPr>
          <p:spPr>
            <a:xfrm>
              <a:off x="4946980" y="8322291"/>
              <a:ext cx="27305" cy="76200"/>
            </a:xfrm>
            <a:custGeom>
              <a:avLst/>
              <a:gdLst/>
              <a:ahLst/>
              <a:cxnLst/>
              <a:rect l="l" t="t" r="r" b="b"/>
              <a:pathLst>
                <a:path w="27304" h="76200">
                  <a:moveTo>
                    <a:pt x="27276" y="0"/>
                  </a:moveTo>
                  <a:lnTo>
                    <a:pt x="0" y="0"/>
                  </a:lnTo>
                  <a:lnTo>
                    <a:pt x="0" y="75578"/>
                  </a:lnTo>
                  <a:lnTo>
                    <a:pt x="27276" y="75578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1" name="object 1621" descr=""/>
            <p:cNvSpPr/>
            <p:nvPr/>
          </p:nvSpPr>
          <p:spPr>
            <a:xfrm>
              <a:off x="4946980" y="8322291"/>
              <a:ext cx="27305" cy="76200"/>
            </a:xfrm>
            <a:custGeom>
              <a:avLst/>
              <a:gdLst/>
              <a:ahLst/>
              <a:cxnLst/>
              <a:rect l="l" t="t" r="r" b="b"/>
              <a:pathLst>
                <a:path w="27304" h="76200">
                  <a:moveTo>
                    <a:pt x="0" y="75578"/>
                  </a:moveTo>
                  <a:lnTo>
                    <a:pt x="27276" y="75578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7557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2" name="object 1622" descr=""/>
            <p:cNvSpPr/>
            <p:nvPr/>
          </p:nvSpPr>
          <p:spPr>
            <a:xfrm>
              <a:off x="4903515" y="8322291"/>
              <a:ext cx="27305" cy="76200"/>
            </a:xfrm>
            <a:custGeom>
              <a:avLst/>
              <a:gdLst/>
              <a:ahLst/>
              <a:cxnLst/>
              <a:rect l="l" t="t" r="r" b="b"/>
              <a:pathLst>
                <a:path w="27304" h="76200">
                  <a:moveTo>
                    <a:pt x="27287" y="0"/>
                  </a:moveTo>
                  <a:lnTo>
                    <a:pt x="0" y="0"/>
                  </a:lnTo>
                  <a:lnTo>
                    <a:pt x="0" y="75578"/>
                  </a:lnTo>
                  <a:lnTo>
                    <a:pt x="27287" y="75578"/>
                  </a:lnTo>
                  <a:lnTo>
                    <a:pt x="2728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3" name="object 1623" descr=""/>
            <p:cNvSpPr/>
            <p:nvPr/>
          </p:nvSpPr>
          <p:spPr>
            <a:xfrm>
              <a:off x="4903515" y="8322291"/>
              <a:ext cx="27305" cy="76200"/>
            </a:xfrm>
            <a:custGeom>
              <a:avLst/>
              <a:gdLst/>
              <a:ahLst/>
              <a:cxnLst/>
              <a:rect l="l" t="t" r="r" b="b"/>
              <a:pathLst>
                <a:path w="27304" h="76200">
                  <a:moveTo>
                    <a:pt x="0" y="75578"/>
                  </a:moveTo>
                  <a:lnTo>
                    <a:pt x="27287" y="75578"/>
                  </a:lnTo>
                  <a:lnTo>
                    <a:pt x="27287" y="0"/>
                  </a:lnTo>
                  <a:lnTo>
                    <a:pt x="0" y="0"/>
                  </a:lnTo>
                  <a:lnTo>
                    <a:pt x="0" y="7557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4" name="object 1624" descr=""/>
            <p:cNvSpPr/>
            <p:nvPr/>
          </p:nvSpPr>
          <p:spPr>
            <a:xfrm>
              <a:off x="4860082" y="8322291"/>
              <a:ext cx="27305" cy="76200"/>
            </a:xfrm>
            <a:custGeom>
              <a:avLst/>
              <a:gdLst/>
              <a:ahLst/>
              <a:cxnLst/>
              <a:rect l="l" t="t" r="r" b="b"/>
              <a:pathLst>
                <a:path w="27304" h="76200">
                  <a:moveTo>
                    <a:pt x="27308" y="0"/>
                  </a:moveTo>
                  <a:lnTo>
                    <a:pt x="0" y="0"/>
                  </a:lnTo>
                  <a:lnTo>
                    <a:pt x="0" y="75578"/>
                  </a:lnTo>
                  <a:lnTo>
                    <a:pt x="27308" y="75578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5" name="object 1625" descr=""/>
            <p:cNvSpPr/>
            <p:nvPr/>
          </p:nvSpPr>
          <p:spPr>
            <a:xfrm>
              <a:off x="4860082" y="8322291"/>
              <a:ext cx="27305" cy="76200"/>
            </a:xfrm>
            <a:custGeom>
              <a:avLst/>
              <a:gdLst/>
              <a:ahLst/>
              <a:cxnLst/>
              <a:rect l="l" t="t" r="r" b="b"/>
              <a:pathLst>
                <a:path w="27304" h="76200">
                  <a:moveTo>
                    <a:pt x="0" y="75578"/>
                  </a:moveTo>
                  <a:lnTo>
                    <a:pt x="27308" y="75578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7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6" name="object 1626" descr=""/>
            <p:cNvSpPr/>
            <p:nvPr/>
          </p:nvSpPr>
          <p:spPr>
            <a:xfrm>
              <a:off x="4816670" y="8322291"/>
              <a:ext cx="27305" cy="76200"/>
            </a:xfrm>
            <a:custGeom>
              <a:avLst/>
              <a:gdLst/>
              <a:ahLst/>
              <a:cxnLst/>
              <a:rect l="l" t="t" r="r" b="b"/>
              <a:pathLst>
                <a:path w="27304" h="76200">
                  <a:moveTo>
                    <a:pt x="27276" y="0"/>
                  </a:moveTo>
                  <a:lnTo>
                    <a:pt x="0" y="0"/>
                  </a:lnTo>
                  <a:lnTo>
                    <a:pt x="0" y="75578"/>
                  </a:lnTo>
                  <a:lnTo>
                    <a:pt x="27276" y="75578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7" name="object 1627" descr=""/>
            <p:cNvSpPr/>
            <p:nvPr/>
          </p:nvSpPr>
          <p:spPr>
            <a:xfrm>
              <a:off x="4816670" y="8322291"/>
              <a:ext cx="27305" cy="76200"/>
            </a:xfrm>
            <a:custGeom>
              <a:avLst/>
              <a:gdLst/>
              <a:ahLst/>
              <a:cxnLst/>
              <a:rect l="l" t="t" r="r" b="b"/>
              <a:pathLst>
                <a:path w="27304" h="76200">
                  <a:moveTo>
                    <a:pt x="0" y="75578"/>
                  </a:moveTo>
                  <a:lnTo>
                    <a:pt x="27276" y="75578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7557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8" name="object 1628" descr=""/>
            <p:cNvSpPr/>
            <p:nvPr/>
          </p:nvSpPr>
          <p:spPr>
            <a:xfrm>
              <a:off x="5033815" y="841452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308" y="75568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9" name="object 1629" descr=""/>
            <p:cNvSpPr/>
            <p:nvPr/>
          </p:nvSpPr>
          <p:spPr>
            <a:xfrm>
              <a:off x="5033815" y="841452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68"/>
                  </a:moveTo>
                  <a:lnTo>
                    <a:pt x="27308" y="75568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0" name="object 1630" descr=""/>
            <p:cNvSpPr/>
            <p:nvPr/>
          </p:nvSpPr>
          <p:spPr>
            <a:xfrm>
              <a:off x="4990382" y="841452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308" y="75568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1" name="object 1631" descr=""/>
            <p:cNvSpPr/>
            <p:nvPr/>
          </p:nvSpPr>
          <p:spPr>
            <a:xfrm>
              <a:off x="4990382" y="841452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68"/>
                  </a:moveTo>
                  <a:lnTo>
                    <a:pt x="27308" y="75568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2" name="object 1632" descr=""/>
            <p:cNvSpPr/>
            <p:nvPr/>
          </p:nvSpPr>
          <p:spPr>
            <a:xfrm>
              <a:off x="4946980" y="841452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76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276" y="75568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3" name="object 1633" descr=""/>
            <p:cNvSpPr/>
            <p:nvPr/>
          </p:nvSpPr>
          <p:spPr>
            <a:xfrm>
              <a:off x="4946980" y="841452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68"/>
                  </a:moveTo>
                  <a:lnTo>
                    <a:pt x="27276" y="75568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4" name="object 1634" descr=""/>
            <p:cNvSpPr/>
            <p:nvPr/>
          </p:nvSpPr>
          <p:spPr>
            <a:xfrm>
              <a:off x="4903515" y="841452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87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287" y="75568"/>
                  </a:lnTo>
                  <a:lnTo>
                    <a:pt x="2728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5" name="object 1635" descr=""/>
            <p:cNvSpPr/>
            <p:nvPr/>
          </p:nvSpPr>
          <p:spPr>
            <a:xfrm>
              <a:off x="4903515" y="841452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68"/>
                  </a:moveTo>
                  <a:lnTo>
                    <a:pt x="27287" y="75568"/>
                  </a:lnTo>
                  <a:lnTo>
                    <a:pt x="27287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6" name="object 1636" descr=""/>
            <p:cNvSpPr/>
            <p:nvPr/>
          </p:nvSpPr>
          <p:spPr>
            <a:xfrm>
              <a:off x="4860082" y="841452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308" y="75568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7" name="object 1637" descr=""/>
            <p:cNvSpPr/>
            <p:nvPr/>
          </p:nvSpPr>
          <p:spPr>
            <a:xfrm>
              <a:off x="4860082" y="841452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68"/>
                  </a:moveTo>
                  <a:lnTo>
                    <a:pt x="27308" y="75568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8" name="object 1638" descr=""/>
            <p:cNvSpPr/>
            <p:nvPr/>
          </p:nvSpPr>
          <p:spPr>
            <a:xfrm>
              <a:off x="4816670" y="841452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76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276" y="75568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9" name="object 1639" descr=""/>
            <p:cNvSpPr/>
            <p:nvPr/>
          </p:nvSpPr>
          <p:spPr>
            <a:xfrm>
              <a:off x="4816670" y="841452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68"/>
                  </a:moveTo>
                  <a:lnTo>
                    <a:pt x="27276" y="75568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0" name="object 1640" descr=""/>
            <p:cNvSpPr/>
            <p:nvPr/>
          </p:nvSpPr>
          <p:spPr>
            <a:xfrm>
              <a:off x="5033815" y="8506798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08" y="75547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1" name="object 1641" descr=""/>
            <p:cNvSpPr/>
            <p:nvPr/>
          </p:nvSpPr>
          <p:spPr>
            <a:xfrm>
              <a:off x="5033815" y="8506798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47"/>
                  </a:moveTo>
                  <a:lnTo>
                    <a:pt x="27308" y="75547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2" name="object 1642" descr=""/>
            <p:cNvSpPr/>
            <p:nvPr/>
          </p:nvSpPr>
          <p:spPr>
            <a:xfrm>
              <a:off x="4990382" y="8506798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08" y="75547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3" name="object 1643" descr=""/>
            <p:cNvSpPr/>
            <p:nvPr/>
          </p:nvSpPr>
          <p:spPr>
            <a:xfrm>
              <a:off x="4990382" y="8506798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47"/>
                  </a:moveTo>
                  <a:lnTo>
                    <a:pt x="27308" y="75547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4" name="object 1644" descr=""/>
            <p:cNvSpPr/>
            <p:nvPr/>
          </p:nvSpPr>
          <p:spPr>
            <a:xfrm>
              <a:off x="4946980" y="8506798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76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276" y="75547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5" name="object 1645" descr=""/>
            <p:cNvSpPr/>
            <p:nvPr/>
          </p:nvSpPr>
          <p:spPr>
            <a:xfrm>
              <a:off x="4946980" y="8506798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47"/>
                  </a:moveTo>
                  <a:lnTo>
                    <a:pt x="27276" y="75547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6" name="object 1646" descr=""/>
            <p:cNvSpPr/>
            <p:nvPr/>
          </p:nvSpPr>
          <p:spPr>
            <a:xfrm>
              <a:off x="4903515" y="8506798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87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287" y="75547"/>
                  </a:lnTo>
                  <a:lnTo>
                    <a:pt x="2728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7" name="object 1647" descr=""/>
            <p:cNvSpPr/>
            <p:nvPr/>
          </p:nvSpPr>
          <p:spPr>
            <a:xfrm>
              <a:off x="4903515" y="8506798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47"/>
                  </a:moveTo>
                  <a:lnTo>
                    <a:pt x="27287" y="75547"/>
                  </a:lnTo>
                  <a:lnTo>
                    <a:pt x="27287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8" name="object 1648" descr=""/>
            <p:cNvSpPr/>
            <p:nvPr/>
          </p:nvSpPr>
          <p:spPr>
            <a:xfrm>
              <a:off x="4860082" y="8506798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08" y="75547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9" name="object 1649" descr=""/>
            <p:cNvSpPr/>
            <p:nvPr/>
          </p:nvSpPr>
          <p:spPr>
            <a:xfrm>
              <a:off x="4860082" y="8506798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47"/>
                  </a:moveTo>
                  <a:lnTo>
                    <a:pt x="27308" y="75547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0" name="object 1650" descr=""/>
            <p:cNvSpPr/>
            <p:nvPr/>
          </p:nvSpPr>
          <p:spPr>
            <a:xfrm>
              <a:off x="4816670" y="8506798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76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276" y="75547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1" name="object 1651" descr=""/>
            <p:cNvSpPr/>
            <p:nvPr/>
          </p:nvSpPr>
          <p:spPr>
            <a:xfrm>
              <a:off x="4816670" y="8506798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47"/>
                  </a:moveTo>
                  <a:lnTo>
                    <a:pt x="27276" y="75547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2" name="object 1652" descr=""/>
            <p:cNvSpPr/>
            <p:nvPr/>
          </p:nvSpPr>
          <p:spPr>
            <a:xfrm>
              <a:off x="5033815" y="8599036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05"/>
                  </a:lnTo>
                  <a:lnTo>
                    <a:pt x="27308" y="75505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3" name="object 1653" descr=""/>
            <p:cNvSpPr/>
            <p:nvPr/>
          </p:nvSpPr>
          <p:spPr>
            <a:xfrm>
              <a:off x="5033815" y="8599036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05"/>
                  </a:moveTo>
                  <a:lnTo>
                    <a:pt x="27308" y="75505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4" name="object 1654" descr=""/>
            <p:cNvSpPr/>
            <p:nvPr/>
          </p:nvSpPr>
          <p:spPr>
            <a:xfrm>
              <a:off x="4990382" y="8599036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05"/>
                  </a:lnTo>
                  <a:lnTo>
                    <a:pt x="27308" y="75505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5" name="object 1655" descr=""/>
            <p:cNvSpPr/>
            <p:nvPr/>
          </p:nvSpPr>
          <p:spPr>
            <a:xfrm>
              <a:off x="4990382" y="8599036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05"/>
                  </a:moveTo>
                  <a:lnTo>
                    <a:pt x="27308" y="75505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6" name="object 1656" descr=""/>
            <p:cNvSpPr/>
            <p:nvPr/>
          </p:nvSpPr>
          <p:spPr>
            <a:xfrm>
              <a:off x="4946980" y="8599036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76" y="0"/>
                  </a:moveTo>
                  <a:lnTo>
                    <a:pt x="0" y="0"/>
                  </a:lnTo>
                  <a:lnTo>
                    <a:pt x="0" y="75505"/>
                  </a:lnTo>
                  <a:lnTo>
                    <a:pt x="27276" y="75505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7" name="object 1657" descr=""/>
            <p:cNvSpPr/>
            <p:nvPr/>
          </p:nvSpPr>
          <p:spPr>
            <a:xfrm>
              <a:off x="4946980" y="8599036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05"/>
                  </a:moveTo>
                  <a:lnTo>
                    <a:pt x="27276" y="75505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755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8" name="object 1658" descr=""/>
            <p:cNvSpPr/>
            <p:nvPr/>
          </p:nvSpPr>
          <p:spPr>
            <a:xfrm>
              <a:off x="4903515" y="8599036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87" y="0"/>
                  </a:moveTo>
                  <a:lnTo>
                    <a:pt x="0" y="0"/>
                  </a:lnTo>
                  <a:lnTo>
                    <a:pt x="0" y="75505"/>
                  </a:lnTo>
                  <a:lnTo>
                    <a:pt x="27287" y="75505"/>
                  </a:lnTo>
                  <a:lnTo>
                    <a:pt x="2728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9" name="object 1659" descr=""/>
            <p:cNvSpPr/>
            <p:nvPr/>
          </p:nvSpPr>
          <p:spPr>
            <a:xfrm>
              <a:off x="4903515" y="8599036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05"/>
                  </a:moveTo>
                  <a:lnTo>
                    <a:pt x="27287" y="75505"/>
                  </a:lnTo>
                  <a:lnTo>
                    <a:pt x="27287" y="0"/>
                  </a:lnTo>
                  <a:lnTo>
                    <a:pt x="0" y="0"/>
                  </a:lnTo>
                  <a:lnTo>
                    <a:pt x="0" y="755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0" name="object 1660" descr=""/>
            <p:cNvSpPr/>
            <p:nvPr/>
          </p:nvSpPr>
          <p:spPr>
            <a:xfrm>
              <a:off x="4860082" y="8599036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05"/>
                  </a:lnTo>
                  <a:lnTo>
                    <a:pt x="27308" y="75505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1" name="object 1661" descr=""/>
            <p:cNvSpPr/>
            <p:nvPr/>
          </p:nvSpPr>
          <p:spPr>
            <a:xfrm>
              <a:off x="4860082" y="8599036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05"/>
                  </a:moveTo>
                  <a:lnTo>
                    <a:pt x="27308" y="75505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2" name="object 1662" descr=""/>
            <p:cNvSpPr/>
            <p:nvPr/>
          </p:nvSpPr>
          <p:spPr>
            <a:xfrm>
              <a:off x="4816670" y="8599036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76" y="0"/>
                  </a:moveTo>
                  <a:lnTo>
                    <a:pt x="0" y="0"/>
                  </a:lnTo>
                  <a:lnTo>
                    <a:pt x="0" y="75505"/>
                  </a:lnTo>
                  <a:lnTo>
                    <a:pt x="27276" y="75505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3" name="object 1663" descr=""/>
            <p:cNvSpPr/>
            <p:nvPr/>
          </p:nvSpPr>
          <p:spPr>
            <a:xfrm>
              <a:off x="4816670" y="8599036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05"/>
                  </a:moveTo>
                  <a:lnTo>
                    <a:pt x="27276" y="75505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755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4" name="object 1664" descr=""/>
            <p:cNvSpPr/>
            <p:nvPr/>
          </p:nvSpPr>
          <p:spPr>
            <a:xfrm>
              <a:off x="5033815" y="8691264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57"/>
                  </a:lnTo>
                  <a:lnTo>
                    <a:pt x="27308" y="75557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5" name="object 1665" descr=""/>
            <p:cNvSpPr/>
            <p:nvPr/>
          </p:nvSpPr>
          <p:spPr>
            <a:xfrm>
              <a:off x="5033815" y="8691264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57"/>
                  </a:moveTo>
                  <a:lnTo>
                    <a:pt x="27308" y="75557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5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6" name="object 1666" descr=""/>
            <p:cNvSpPr/>
            <p:nvPr/>
          </p:nvSpPr>
          <p:spPr>
            <a:xfrm>
              <a:off x="4990382" y="8691264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57"/>
                  </a:lnTo>
                  <a:lnTo>
                    <a:pt x="27308" y="75557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7" name="object 1667" descr=""/>
            <p:cNvSpPr/>
            <p:nvPr/>
          </p:nvSpPr>
          <p:spPr>
            <a:xfrm>
              <a:off x="4990382" y="8691264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57"/>
                  </a:moveTo>
                  <a:lnTo>
                    <a:pt x="27308" y="75557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5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8" name="object 1668" descr=""/>
            <p:cNvSpPr/>
            <p:nvPr/>
          </p:nvSpPr>
          <p:spPr>
            <a:xfrm>
              <a:off x="4946980" y="8691264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76" y="0"/>
                  </a:moveTo>
                  <a:lnTo>
                    <a:pt x="0" y="0"/>
                  </a:lnTo>
                  <a:lnTo>
                    <a:pt x="0" y="75557"/>
                  </a:lnTo>
                  <a:lnTo>
                    <a:pt x="27276" y="75557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9" name="object 1669" descr=""/>
            <p:cNvSpPr/>
            <p:nvPr/>
          </p:nvSpPr>
          <p:spPr>
            <a:xfrm>
              <a:off x="4946980" y="8691264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57"/>
                  </a:moveTo>
                  <a:lnTo>
                    <a:pt x="27276" y="75557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7555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0" name="object 1670" descr=""/>
            <p:cNvSpPr/>
            <p:nvPr/>
          </p:nvSpPr>
          <p:spPr>
            <a:xfrm>
              <a:off x="4903515" y="8691264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87" y="0"/>
                  </a:moveTo>
                  <a:lnTo>
                    <a:pt x="0" y="0"/>
                  </a:lnTo>
                  <a:lnTo>
                    <a:pt x="0" y="75557"/>
                  </a:lnTo>
                  <a:lnTo>
                    <a:pt x="27287" y="75557"/>
                  </a:lnTo>
                  <a:lnTo>
                    <a:pt x="2728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1" name="object 1671" descr=""/>
            <p:cNvSpPr/>
            <p:nvPr/>
          </p:nvSpPr>
          <p:spPr>
            <a:xfrm>
              <a:off x="4903515" y="8691264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57"/>
                  </a:moveTo>
                  <a:lnTo>
                    <a:pt x="27287" y="75557"/>
                  </a:lnTo>
                  <a:lnTo>
                    <a:pt x="27287" y="0"/>
                  </a:lnTo>
                  <a:lnTo>
                    <a:pt x="0" y="0"/>
                  </a:lnTo>
                  <a:lnTo>
                    <a:pt x="0" y="7555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2" name="object 1672" descr=""/>
            <p:cNvSpPr/>
            <p:nvPr/>
          </p:nvSpPr>
          <p:spPr>
            <a:xfrm>
              <a:off x="4860082" y="8691264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57"/>
                  </a:lnTo>
                  <a:lnTo>
                    <a:pt x="27308" y="75557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3" name="object 1673" descr=""/>
            <p:cNvSpPr/>
            <p:nvPr/>
          </p:nvSpPr>
          <p:spPr>
            <a:xfrm>
              <a:off x="4860082" y="8691264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57"/>
                  </a:moveTo>
                  <a:lnTo>
                    <a:pt x="27308" y="75557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5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4" name="object 1674" descr=""/>
            <p:cNvSpPr/>
            <p:nvPr/>
          </p:nvSpPr>
          <p:spPr>
            <a:xfrm>
              <a:off x="4816670" y="8691264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76" y="0"/>
                  </a:moveTo>
                  <a:lnTo>
                    <a:pt x="0" y="0"/>
                  </a:lnTo>
                  <a:lnTo>
                    <a:pt x="0" y="75557"/>
                  </a:lnTo>
                  <a:lnTo>
                    <a:pt x="27276" y="75557"/>
                  </a:lnTo>
                  <a:lnTo>
                    <a:pt x="2727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5" name="object 1675" descr=""/>
            <p:cNvSpPr/>
            <p:nvPr/>
          </p:nvSpPr>
          <p:spPr>
            <a:xfrm>
              <a:off x="4816670" y="8691264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57"/>
                  </a:moveTo>
                  <a:lnTo>
                    <a:pt x="27276" y="75557"/>
                  </a:lnTo>
                  <a:lnTo>
                    <a:pt x="27276" y="0"/>
                  </a:lnTo>
                  <a:lnTo>
                    <a:pt x="0" y="0"/>
                  </a:lnTo>
                  <a:lnTo>
                    <a:pt x="0" y="7555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6" name="object 1676" descr=""/>
            <p:cNvSpPr/>
            <p:nvPr/>
          </p:nvSpPr>
          <p:spPr>
            <a:xfrm>
              <a:off x="4775666" y="8785062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27287" y="0"/>
                  </a:moveTo>
                  <a:lnTo>
                    <a:pt x="0" y="0"/>
                  </a:lnTo>
                  <a:lnTo>
                    <a:pt x="0" y="105190"/>
                  </a:lnTo>
                  <a:lnTo>
                    <a:pt x="27287" y="105190"/>
                  </a:lnTo>
                  <a:lnTo>
                    <a:pt x="2728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7" name="object 1677" descr=""/>
            <p:cNvSpPr/>
            <p:nvPr/>
          </p:nvSpPr>
          <p:spPr>
            <a:xfrm>
              <a:off x="4775666" y="8785062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0" y="105190"/>
                  </a:moveTo>
                  <a:lnTo>
                    <a:pt x="27287" y="105190"/>
                  </a:lnTo>
                  <a:lnTo>
                    <a:pt x="27287" y="0"/>
                  </a:lnTo>
                  <a:lnTo>
                    <a:pt x="0" y="0"/>
                  </a:lnTo>
                  <a:lnTo>
                    <a:pt x="0" y="105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8" name="object 1678" descr=""/>
            <p:cNvSpPr/>
            <p:nvPr/>
          </p:nvSpPr>
          <p:spPr>
            <a:xfrm>
              <a:off x="4732191" y="8785062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27308" y="0"/>
                  </a:moveTo>
                  <a:lnTo>
                    <a:pt x="0" y="0"/>
                  </a:lnTo>
                  <a:lnTo>
                    <a:pt x="0" y="105190"/>
                  </a:lnTo>
                  <a:lnTo>
                    <a:pt x="27308" y="105190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9" name="object 1679" descr=""/>
            <p:cNvSpPr/>
            <p:nvPr/>
          </p:nvSpPr>
          <p:spPr>
            <a:xfrm>
              <a:off x="4732191" y="8785062"/>
              <a:ext cx="27305" cy="105410"/>
            </a:xfrm>
            <a:custGeom>
              <a:avLst/>
              <a:gdLst/>
              <a:ahLst/>
              <a:cxnLst/>
              <a:rect l="l" t="t" r="r" b="b"/>
              <a:pathLst>
                <a:path w="27304" h="105409">
                  <a:moveTo>
                    <a:pt x="0" y="105190"/>
                  </a:moveTo>
                  <a:lnTo>
                    <a:pt x="27308" y="105190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105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0" name="object 1680" descr=""/>
            <p:cNvSpPr/>
            <p:nvPr/>
          </p:nvSpPr>
          <p:spPr>
            <a:xfrm>
              <a:off x="4688810" y="8785062"/>
              <a:ext cx="27940" cy="105410"/>
            </a:xfrm>
            <a:custGeom>
              <a:avLst/>
              <a:gdLst/>
              <a:ahLst/>
              <a:cxnLst/>
              <a:rect l="l" t="t" r="r" b="b"/>
              <a:pathLst>
                <a:path w="27939" h="105409">
                  <a:moveTo>
                    <a:pt x="27318" y="0"/>
                  </a:moveTo>
                  <a:lnTo>
                    <a:pt x="0" y="0"/>
                  </a:lnTo>
                  <a:lnTo>
                    <a:pt x="0" y="105190"/>
                  </a:lnTo>
                  <a:lnTo>
                    <a:pt x="27318" y="105190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1" name="object 1681" descr=""/>
            <p:cNvSpPr/>
            <p:nvPr/>
          </p:nvSpPr>
          <p:spPr>
            <a:xfrm>
              <a:off x="4688810" y="8785062"/>
              <a:ext cx="27940" cy="105410"/>
            </a:xfrm>
            <a:custGeom>
              <a:avLst/>
              <a:gdLst/>
              <a:ahLst/>
              <a:cxnLst/>
              <a:rect l="l" t="t" r="r" b="b"/>
              <a:pathLst>
                <a:path w="27939" h="105409">
                  <a:moveTo>
                    <a:pt x="0" y="105190"/>
                  </a:moveTo>
                  <a:lnTo>
                    <a:pt x="27318" y="105190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105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2" name="object 1682" descr=""/>
            <p:cNvSpPr/>
            <p:nvPr/>
          </p:nvSpPr>
          <p:spPr>
            <a:xfrm>
              <a:off x="4645366" y="8785062"/>
              <a:ext cx="27940" cy="105410"/>
            </a:xfrm>
            <a:custGeom>
              <a:avLst/>
              <a:gdLst/>
              <a:ahLst/>
              <a:cxnLst/>
              <a:rect l="l" t="t" r="r" b="b"/>
              <a:pathLst>
                <a:path w="27939" h="105409">
                  <a:moveTo>
                    <a:pt x="27318" y="0"/>
                  </a:moveTo>
                  <a:lnTo>
                    <a:pt x="0" y="0"/>
                  </a:lnTo>
                  <a:lnTo>
                    <a:pt x="0" y="105190"/>
                  </a:lnTo>
                  <a:lnTo>
                    <a:pt x="27318" y="105190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3" name="object 1683" descr=""/>
            <p:cNvSpPr/>
            <p:nvPr/>
          </p:nvSpPr>
          <p:spPr>
            <a:xfrm>
              <a:off x="4645366" y="8785062"/>
              <a:ext cx="27940" cy="105410"/>
            </a:xfrm>
            <a:custGeom>
              <a:avLst/>
              <a:gdLst/>
              <a:ahLst/>
              <a:cxnLst/>
              <a:rect l="l" t="t" r="r" b="b"/>
              <a:pathLst>
                <a:path w="27939" h="105409">
                  <a:moveTo>
                    <a:pt x="0" y="105190"/>
                  </a:moveTo>
                  <a:lnTo>
                    <a:pt x="27318" y="105190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105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4" name="object 1684" descr=""/>
            <p:cNvSpPr/>
            <p:nvPr/>
          </p:nvSpPr>
          <p:spPr>
            <a:xfrm>
              <a:off x="4601954" y="8785062"/>
              <a:ext cx="27940" cy="105410"/>
            </a:xfrm>
            <a:custGeom>
              <a:avLst/>
              <a:gdLst/>
              <a:ahLst/>
              <a:cxnLst/>
              <a:rect l="l" t="t" r="r" b="b"/>
              <a:pathLst>
                <a:path w="27939" h="105409">
                  <a:moveTo>
                    <a:pt x="27318" y="0"/>
                  </a:moveTo>
                  <a:lnTo>
                    <a:pt x="0" y="0"/>
                  </a:lnTo>
                  <a:lnTo>
                    <a:pt x="0" y="105190"/>
                  </a:lnTo>
                  <a:lnTo>
                    <a:pt x="27318" y="105190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5" name="object 1685" descr=""/>
            <p:cNvSpPr/>
            <p:nvPr/>
          </p:nvSpPr>
          <p:spPr>
            <a:xfrm>
              <a:off x="4601954" y="8785062"/>
              <a:ext cx="27940" cy="105410"/>
            </a:xfrm>
            <a:custGeom>
              <a:avLst/>
              <a:gdLst/>
              <a:ahLst/>
              <a:cxnLst/>
              <a:rect l="l" t="t" r="r" b="b"/>
              <a:pathLst>
                <a:path w="27939" h="105409">
                  <a:moveTo>
                    <a:pt x="0" y="105190"/>
                  </a:moveTo>
                  <a:lnTo>
                    <a:pt x="27318" y="105190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105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6" name="object 1686" descr=""/>
            <p:cNvSpPr/>
            <p:nvPr/>
          </p:nvSpPr>
          <p:spPr>
            <a:xfrm>
              <a:off x="4558500" y="8785062"/>
              <a:ext cx="27940" cy="105410"/>
            </a:xfrm>
            <a:custGeom>
              <a:avLst/>
              <a:gdLst/>
              <a:ahLst/>
              <a:cxnLst/>
              <a:rect l="l" t="t" r="r" b="b"/>
              <a:pathLst>
                <a:path w="27939" h="105409">
                  <a:moveTo>
                    <a:pt x="27329" y="0"/>
                  </a:moveTo>
                  <a:lnTo>
                    <a:pt x="0" y="0"/>
                  </a:lnTo>
                  <a:lnTo>
                    <a:pt x="0" y="105190"/>
                  </a:lnTo>
                  <a:lnTo>
                    <a:pt x="27329" y="105190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7" name="object 1687" descr=""/>
            <p:cNvSpPr/>
            <p:nvPr/>
          </p:nvSpPr>
          <p:spPr>
            <a:xfrm>
              <a:off x="4558500" y="8785062"/>
              <a:ext cx="27940" cy="105410"/>
            </a:xfrm>
            <a:custGeom>
              <a:avLst/>
              <a:gdLst/>
              <a:ahLst/>
              <a:cxnLst/>
              <a:rect l="l" t="t" r="r" b="b"/>
              <a:pathLst>
                <a:path w="27939" h="105409">
                  <a:moveTo>
                    <a:pt x="0" y="105190"/>
                  </a:moveTo>
                  <a:lnTo>
                    <a:pt x="27329" y="105190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10519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8" name="object 1688" descr=""/>
            <p:cNvSpPr/>
            <p:nvPr/>
          </p:nvSpPr>
          <p:spPr>
            <a:xfrm>
              <a:off x="4775666" y="8322291"/>
              <a:ext cx="27305" cy="76200"/>
            </a:xfrm>
            <a:custGeom>
              <a:avLst/>
              <a:gdLst/>
              <a:ahLst/>
              <a:cxnLst/>
              <a:rect l="l" t="t" r="r" b="b"/>
              <a:pathLst>
                <a:path w="27304" h="76200">
                  <a:moveTo>
                    <a:pt x="27287" y="0"/>
                  </a:moveTo>
                  <a:lnTo>
                    <a:pt x="0" y="0"/>
                  </a:lnTo>
                  <a:lnTo>
                    <a:pt x="0" y="75578"/>
                  </a:lnTo>
                  <a:lnTo>
                    <a:pt x="27287" y="75578"/>
                  </a:lnTo>
                  <a:lnTo>
                    <a:pt x="2728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9" name="object 1689" descr=""/>
            <p:cNvSpPr/>
            <p:nvPr/>
          </p:nvSpPr>
          <p:spPr>
            <a:xfrm>
              <a:off x="4775666" y="8322291"/>
              <a:ext cx="27305" cy="76200"/>
            </a:xfrm>
            <a:custGeom>
              <a:avLst/>
              <a:gdLst/>
              <a:ahLst/>
              <a:cxnLst/>
              <a:rect l="l" t="t" r="r" b="b"/>
              <a:pathLst>
                <a:path w="27304" h="76200">
                  <a:moveTo>
                    <a:pt x="0" y="75578"/>
                  </a:moveTo>
                  <a:lnTo>
                    <a:pt x="27287" y="75578"/>
                  </a:lnTo>
                  <a:lnTo>
                    <a:pt x="27287" y="0"/>
                  </a:lnTo>
                  <a:lnTo>
                    <a:pt x="0" y="0"/>
                  </a:lnTo>
                  <a:lnTo>
                    <a:pt x="0" y="7557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0" name="object 1690" descr=""/>
            <p:cNvSpPr/>
            <p:nvPr/>
          </p:nvSpPr>
          <p:spPr>
            <a:xfrm>
              <a:off x="4732191" y="8322291"/>
              <a:ext cx="27305" cy="76200"/>
            </a:xfrm>
            <a:custGeom>
              <a:avLst/>
              <a:gdLst/>
              <a:ahLst/>
              <a:cxnLst/>
              <a:rect l="l" t="t" r="r" b="b"/>
              <a:pathLst>
                <a:path w="27304" h="76200">
                  <a:moveTo>
                    <a:pt x="27308" y="0"/>
                  </a:moveTo>
                  <a:lnTo>
                    <a:pt x="0" y="0"/>
                  </a:lnTo>
                  <a:lnTo>
                    <a:pt x="0" y="75578"/>
                  </a:lnTo>
                  <a:lnTo>
                    <a:pt x="27308" y="75578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1" name="object 1691" descr=""/>
            <p:cNvSpPr/>
            <p:nvPr/>
          </p:nvSpPr>
          <p:spPr>
            <a:xfrm>
              <a:off x="4732191" y="8322291"/>
              <a:ext cx="27305" cy="76200"/>
            </a:xfrm>
            <a:custGeom>
              <a:avLst/>
              <a:gdLst/>
              <a:ahLst/>
              <a:cxnLst/>
              <a:rect l="l" t="t" r="r" b="b"/>
              <a:pathLst>
                <a:path w="27304" h="76200">
                  <a:moveTo>
                    <a:pt x="0" y="75578"/>
                  </a:moveTo>
                  <a:lnTo>
                    <a:pt x="27308" y="75578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7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2" name="object 1692" descr=""/>
            <p:cNvSpPr/>
            <p:nvPr/>
          </p:nvSpPr>
          <p:spPr>
            <a:xfrm>
              <a:off x="4688810" y="8322291"/>
              <a:ext cx="27940" cy="76200"/>
            </a:xfrm>
            <a:custGeom>
              <a:avLst/>
              <a:gdLst/>
              <a:ahLst/>
              <a:cxnLst/>
              <a:rect l="l" t="t" r="r" b="b"/>
              <a:pathLst>
                <a:path w="27939" h="76200">
                  <a:moveTo>
                    <a:pt x="27318" y="0"/>
                  </a:moveTo>
                  <a:lnTo>
                    <a:pt x="0" y="0"/>
                  </a:lnTo>
                  <a:lnTo>
                    <a:pt x="0" y="75578"/>
                  </a:lnTo>
                  <a:lnTo>
                    <a:pt x="27318" y="75578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3" name="object 1693" descr=""/>
            <p:cNvSpPr/>
            <p:nvPr/>
          </p:nvSpPr>
          <p:spPr>
            <a:xfrm>
              <a:off x="4688810" y="8322291"/>
              <a:ext cx="27940" cy="76200"/>
            </a:xfrm>
            <a:custGeom>
              <a:avLst/>
              <a:gdLst/>
              <a:ahLst/>
              <a:cxnLst/>
              <a:rect l="l" t="t" r="r" b="b"/>
              <a:pathLst>
                <a:path w="27939" h="76200">
                  <a:moveTo>
                    <a:pt x="0" y="75578"/>
                  </a:moveTo>
                  <a:lnTo>
                    <a:pt x="27318" y="75578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7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4" name="object 1694" descr=""/>
            <p:cNvSpPr/>
            <p:nvPr/>
          </p:nvSpPr>
          <p:spPr>
            <a:xfrm>
              <a:off x="4645366" y="8322291"/>
              <a:ext cx="27940" cy="76200"/>
            </a:xfrm>
            <a:custGeom>
              <a:avLst/>
              <a:gdLst/>
              <a:ahLst/>
              <a:cxnLst/>
              <a:rect l="l" t="t" r="r" b="b"/>
              <a:pathLst>
                <a:path w="27939" h="76200">
                  <a:moveTo>
                    <a:pt x="27318" y="0"/>
                  </a:moveTo>
                  <a:lnTo>
                    <a:pt x="0" y="0"/>
                  </a:lnTo>
                  <a:lnTo>
                    <a:pt x="0" y="75578"/>
                  </a:lnTo>
                  <a:lnTo>
                    <a:pt x="27318" y="75578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5" name="object 1695" descr=""/>
            <p:cNvSpPr/>
            <p:nvPr/>
          </p:nvSpPr>
          <p:spPr>
            <a:xfrm>
              <a:off x="4645366" y="8322291"/>
              <a:ext cx="27940" cy="76200"/>
            </a:xfrm>
            <a:custGeom>
              <a:avLst/>
              <a:gdLst/>
              <a:ahLst/>
              <a:cxnLst/>
              <a:rect l="l" t="t" r="r" b="b"/>
              <a:pathLst>
                <a:path w="27939" h="76200">
                  <a:moveTo>
                    <a:pt x="0" y="75578"/>
                  </a:moveTo>
                  <a:lnTo>
                    <a:pt x="27318" y="75578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7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6" name="object 1696" descr=""/>
            <p:cNvSpPr/>
            <p:nvPr/>
          </p:nvSpPr>
          <p:spPr>
            <a:xfrm>
              <a:off x="4601954" y="8322291"/>
              <a:ext cx="27940" cy="76200"/>
            </a:xfrm>
            <a:custGeom>
              <a:avLst/>
              <a:gdLst/>
              <a:ahLst/>
              <a:cxnLst/>
              <a:rect l="l" t="t" r="r" b="b"/>
              <a:pathLst>
                <a:path w="27939" h="76200">
                  <a:moveTo>
                    <a:pt x="27318" y="0"/>
                  </a:moveTo>
                  <a:lnTo>
                    <a:pt x="0" y="0"/>
                  </a:lnTo>
                  <a:lnTo>
                    <a:pt x="0" y="75578"/>
                  </a:lnTo>
                  <a:lnTo>
                    <a:pt x="27318" y="75578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7" name="object 1697" descr=""/>
            <p:cNvSpPr/>
            <p:nvPr/>
          </p:nvSpPr>
          <p:spPr>
            <a:xfrm>
              <a:off x="4601954" y="8322291"/>
              <a:ext cx="27940" cy="76200"/>
            </a:xfrm>
            <a:custGeom>
              <a:avLst/>
              <a:gdLst/>
              <a:ahLst/>
              <a:cxnLst/>
              <a:rect l="l" t="t" r="r" b="b"/>
              <a:pathLst>
                <a:path w="27939" h="76200">
                  <a:moveTo>
                    <a:pt x="0" y="75578"/>
                  </a:moveTo>
                  <a:lnTo>
                    <a:pt x="27318" y="75578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7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8" name="object 1698" descr=""/>
            <p:cNvSpPr/>
            <p:nvPr/>
          </p:nvSpPr>
          <p:spPr>
            <a:xfrm>
              <a:off x="4558500" y="8322291"/>
              <a:ext cx="27940" cy="76200"/>
            </a:xfrm>
            <a:custGeom>
              <a:avLst/>
              <a:gdLst/>
              <a:ahLst/>
              <a:cxnLst/>
              <a:rect l="l" t="t" r="r" b="b"/>
              <a:pathLst>
                <a:path w="27939" h="76200">
                  <a:moveTo>
                    <a:pt x="27329" y="0"/>
                  </a:moveTo>
                  <a:lnTo>
                    <a:pt x="0" y="0"/>
                  </a:lnTo>
                  <a:lnTo>
                    <a:pt x="0" y="75578"/>
                  </a:lnTo>
                  <a:lnTo>
                    <a:pt x="27329" y="75578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9" name="object 1699" descr=""/>
            <p:cNvSpPr/>
            <p:nvPr/>
          </p:nvSpPr>
          <p:spPr>
            <a:xfrm>
              <a:off x="4558500" y="8322291"/>
              <a:ext cx="27940" cy="76200"/>
            </a:xfrm>
            <a:custGeom>
              <a:avLst/>
              <a:gdLst/>
              <a:ahLst/>
              <a:cxnLst/>
              <a:rect l="l" t="t" r="r" b="b"/>
              <a:pathLst>
                <a:path w="27939" h="76200">
                  <a:moveTo>
                    <a:pt x="0" y="75578"/>
                  </a:moveTo>
                  <a:lnTo>
                    <a:pt x="27329" y="75578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7557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0" name="object 1700" descr=""/>
            <p:cNvSpPr/>
            <p:nvPr/>
          </p:nvSpPr>
          <p:spPr>
            <a:xfrm>
              <a:off x="4775666" y="841452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87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287" y="75568"/>
                  </a:lnTo>
                  <a:lnTo>
                    <a:pt x="2728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1" name="object 1701" descr=""/>
            <p:cNvSpPr/>
            <p:nvPr/>
          </p:nvSpPr>
          <p:spPr>
            <a:xfrm>
              <a:off x="4775666" y="841452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68"/>
                  </a:moveTo>
                  <a:lnTo>
                    <a:pt x="27287" y="75568"/>
                  </a:lnTo>
                  <a:lnTo>
                    <a:pt x="27287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2" name="object 1702" descr=""/>
            <p:cNvSpPr/>
            <p:nvPr/>
          </p:nvSpPr>
          <p:spPr>
            <a:xfrm>
              <a:off x="4732191" y="841452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308" y="75568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3" name="object 1703" descr=""/>
            <p:cNvSpPr/>
            <p:nvPr/>
          </p:nvSpPr>
          <p:spPr>
            <a:xfrm>
              <a:off x="4732191" y="8414529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68"/>
                  </a:moveTo>
                  <a:lnTo>
                    <a:pt x="27308" y="75568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4" name="object 1704" descr=""/>
            <p:cNvSpPr/>
            <p:nvPr/>
          </p:nvSpPr>
          <p:spPr>
            <a:xfrm>
              <a:off x="4688810" y="8414529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318" y="75568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5" name="object 1705" descr=""/>
            <p:cNvSpPr/>
            <p:nvPr/>
          </p:nvSpPr>
          <p:spPr>
            <a:xfrm>
              <a:off x="4688810" y="8414529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68"/>
                  </a:moveTo>
                  <a:lnTo>
                    <a:pt x="27318" y="75568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6" name="object 1706" descr=""/>
            <p:cNvSpPr/>
            <p:nvPr/>
          </p:nvSpPr>
          <p:spPr>
            <a:xfrm>
              <a:off x="4645366" y="8414529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318" y="75568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7" name="object 1707" descr=""/>
            <p:cNvSpPr/>
            <p:nvPr/>
          </p:nvSpPr>
          <p:spPr>
            <a:xfrm>
              <a:off x="4645366" y="8414529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68"/>
                  </a:moveTo>
                  <a:lnTo>
                    <a:pt x="27318" y="75568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8" name="object 1708" descr=""/>
            <p:cNvSpPr/>
            <p:nvPr/>
          </p:nvSpPr>
          <p:spPr>
            <a:xfrm>
              <a:off x="4601954" y="8414529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318" y="75568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9" name="object 1709" descr=""/>
            <p:cNvSpPr/>
            <p:nvPr/>
          </p:nvSpPr>
          <p:spPr>
            <a:xfrm>
              <a:off x="4601954" y="8414529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68"/>
                  </a:moveTo>
                  <a:lnTo>
                    <a:pt x="27318" y="75568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0" name="object 1710" descr=""/>
            <p:cNvSpPr/>
            <p:nvPr/>
          </p:nvSpPr>
          <p:spPr>
            <a:xfrm>
              <a:off x="4558500" y="8414529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29" y="0"/>
                  </a:moveTo>
                  <a:lnTo>
                    <a:pt x="0" y="0"/>
                  </a:lnTo>
                  <a:lnTo>
                    <a:pt x="0" y="75568"/>
                  </a:lnTo>
                  <a:lnTo>
                    <a:pt x="27329" y="75568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1" name="object 1711" descr=""/>
            <p:cNvSpPr/>
            <p:nvPr/>
          </p:nvSpPr>
          <p:spPr>
            <a:xfrm>
              <a:off x="4558500" y="8414529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68"/>
                  </a:moveTo>
                  <a:lnTo>
                    <a:pt x="27329" y="75568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755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2" name="object 1712" descr=""/>
            <p:cNvSpPr/>
            <p:nvPr/>
          </p:nvSpPr>
          <p:spPr>
            <a:xfrm>
              <a:off x="4775666" y="8506798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87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287" y="75547"/>
                  </a:lnTo>
                  <a:lnTo>
                    <a:pt x="2728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3" name="object 1713" descr=""/>
            <p:cNvSpPr/>
            <p:nvPr/>
          </p:nvSpPr>
          <p:spPr>
            <a:xfrm>
              <a:off x="4775666" y="8506798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47"/>
                  </a:moveTo>
                  <a:lnTo>
                    <a:pt x="27287" y="75547"/>
                  </a:lnTo>
                  <a:lnTo>
                    <a:pt x="27287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4" name="object 1714" descr=""/>
            <p:cNvSpPr/>
            <p:nvPr/>
          </p:nvSpPr>
          <p:spPr>
            <a:xfrm>
              <a:off x="4732191" y="8506798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08" y="75547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5" name="object 1715" descr=""/>
            <p:cNvSpPr/>
            <p:nvPr/>
          </p:nvSpPr>
          <p:spPr>
            <a:xfrm>
              <a:off x="4732191" y="8506798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47"/>
                  </a:moveTo>
                  <a:lnTo>
                    <a:pt x="27308" y="75547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6" name="object 1716" descr=""/>
            <p:cNvSpPr/>
            <p:nvPr/>
          </p:nvSpPr>
          <p:spPr>
            <a:xfrm>
              <a:off x="4688810" y="8506798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18" y="75547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7" name="object 1717" descr=""/>
            <p:cNvSpPr/>
            <p:nvPr/>
          </p:nvSpPr>
          <p:spPr>
            <a:xfrm>
              <a:off x="4688810" y="8506798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47"/>
                  </a:moveTo>
                  <a:lnTo>
                    <a:pt x="27318" y="75547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8" name="object 1718" descr=""/>
            <p:cNvSpPr/>
            <p:nvPr/>
          </p:nvSpPr>
          <p:spPr>
            <a:xfrm>
              <a:off x="4645366" y="8506798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18" y="75547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9" name="object 1719" descr=""/>
            <p:cNvSpPr/>
            <p:nvPr/>
          </p:nvSpPr>
          <p:spPr>
            <a:xfrm>
              <a:off x="4645366" y="8506798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47"/>
                  </a:moveTo>
                  <a:lnTo>
                    <a:pt x="27318" y="75547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0" name="object 1720" descr=""/>
            <p:cNvSpPr/>
            <p:nvPr/>
          </p:nvSpPr>
          <p:spPr>
            <a:xfrm>
              <a:off x="4601954" y="8506798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18" y="75547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1" name="object 1721" descr=""/>
            <p:cNvSpPr/>
            <p:nvPr/>
          </p:nvSpPr>
          <p:spPr>
            <a:xfrm>
              <a:off x="4601954" y="8506798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47"/>
                  </a:moveTo>
                  <a:lnTo>
                    <a:pt x="27318" y="75547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2" name="object 1722" descr=""/>
            <p:cNvSpPr/>
            <p:nvPr/>
          </p:nvSpPr>
          <p:spPr>
            <a:xfrm>
              <a:off x="4558500" y="8506798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29" y="0"/>
                  </a:moveTo>
                  <a:lnTo>
                    <a:pt x="0" y="0"/>
                  </a:lnTo>
                  <a:lnTo>
                    <a:pt x="0" y="75547"/>
                  </a:lnTo>
                  <a:lnTo>
                    <a:pt x="27329" y="75547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3" name="object 1723" descr=""/>
            <p:cNvSpPr/>
            <p:nvPr/>
          </p:nvSpPr>
          <p:spPr>
            <a:xfrm>
              <a:off x="4558500" y="8506798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47"/>
                  </a:moveTo>
                  <a:lnTo>
                    <a:pt x="27329" y="75547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755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4" name="object 1724" descr=""/>
            <p:cNvSpPr/>
            <p:nvPr/>
          </p:nvSpPr>
          <p:spPr>
            <a:xfrm>
              <a:off x="4775666" y="8599036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87" y="0"/>
                  </a:moveTo>
                  <a:lnTo>
                    <a:pt x="0" y="0"/>
                  </a:lnTo>
                  <a:lnTo>
                    <a:pt x="0" y="75505"/>
                  </a:lnTo>
                  <a:lnTo>
                    <a:pt x="27287" y="75505"/>
                  </a:lnTo>
                  <a:lnTo>
                    <a:pt x="2728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5" name="object 1725" descr=""/>
            <p:cNvSpPr/>
            <p:nvPr/>
          </p:nvSpPr>
          <p:spPr>
            <a:xfrm>
              <a:off x="4775666" y="8599036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05"/>
                  </a:moveTo>
                  <a:lnTo>
                    <a:pt x="27287" y="75505"/>
                  </a:lnTo>
                  <a:lnTo>
                    <a:pt x="27287" y="0"/>
                  </a:lnTo>
                  <a:lnTo>
                    <a:pt x="0" y="0"/>
                  </a:lnTo>
                  <a:lnTo>
                    <a:pt x="0" y="755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6" name="object 1726" descr=""/>
            <p:cNvSpPr/>
            <p:nvPr/>
          </p:nvSpPr>
          <p:spPr>
            <a:xfrm>
              <a:off x="4732191" y="8599036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05"/>
                  </a:lnTo>
                  <a:lnTo>
                    <a:pt x="27308" y="75505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7" name="object 1727" descr=""/>
            <p:cNvSpPr/>
            <p:nvPr/>
          </p:nvSpPr>
          <p:spPr>
            <a:xfrm>
              <a:off x="4732191" y="8599036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05"/>
                  </a:moveTo>
                  <a:lnTo>
                    <a:pt x="27308" y="75505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8" name="object 1728" descr=""/>
            <p:cNvSpPr/>
            <p:nvPr/>
          </p:nvSpPr>
          <p:spPr>
            <a:xfrm>
              <a:off x="4688810" y="8599036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05"/>
                  </a:lnTo>
                  <a:lnTo>
                    <a:pt x="27318" y="75505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9" name="object 1729" descr=""/>
            <p:cNvSpPr/>
            <p:nvPr/>
          </p:nvSpPr>
          <p:spPr>
            <a:xfrm>
              <a:off x="4688810" y="8599036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05"/>
                  </a:moveTo>
                  <a:lnTo>
                    <a:pt x="27318" y="75505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0" name="object 1730" descr=""/>
            <p:cNvSpPr/>
            <p:nvPr/>
          </p:nvSpPr>
          <p:spPr>
            <a:xfrm>
              <a:off x="4645366" y="8599036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05"/>
                  </a:lnTo>
                  <a:lnTo>
                    <a:pt x="27318" y="75505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1" name="object 1731" descr=""/>
            <p:cNvSpPr/>
            <p:nvPr/>
          </p:nvSpPr>
          <p:spPr>
            <a:xfrm>
              <a:off x="4645366" y="8599036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05"/>
                  </a:moveTo>
                  <a:lnTo>
                    <a:pt x="27318" y="75505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2" name="object 1732" descr=""/>
            <p:cNvSpPr/>
            <p:nvPr/>
          </p:nvSpPr>
          <p:spPr>
            <a:xfrm>
              <a:off x="4601954" y="8599036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05"/>
                  </a:lnTo>
                  <a:lnTo>
                    <a:pt x="27318" y="75505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3" name="object 1733" descr=""/>
            <p:cNvSpPr/>
            <p:nvPr/>
          </p:nvSpPr>
          <p:spPr>
            <a:xfrm>
              <a:off x="4601954" y="8599036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05"/>
                  </a:moveTo>
                  <a:lnTo>
                    <a:pt x="27318" y="75505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4" name="object 1734" descr=""/>
            <p:cNvSpPr/>
            <p:nvPr/>
          </p:nvSpPr>
          <p:spPr>
            <a:xfrm>
              <a:off x="4558500" y="8599036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29" y="0"/>
                  </a:moveTo>
                  <a:lnTo>
                    <a:pt x="0" y="0"/>
                  </a:lnTo>
                  <a:lnTo>
                    <a:pt x="0" y="75505"/>
                  </a:lnTo>
                  <a:lnTo>
                    <a:pt x="27329" y="75505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5" name="object 1735" descr=""/>
            <p:cNvSpPr/>
            <p:nvPr/>
          </p:nvSpPr>
          <p:spPr>
            <a:xfrm>
              <a:off x="4558500" y="8599036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05"/>
                  </a:moveTo>
                  <a:lnTo>
                    <a:pt x="27329" y="75505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755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6" name="object 1736" descr=""/>
            <p:cNvSpPr/>
            <p:nvPr/>
          </p:nvSpPr>
          <p:spPr>
            <a:xfrm>
              <a:off x="4775666" y="8691264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287" y="0"/>
                  </a:moveTo>
                  <a:lnTo>
                    <a:pt x="0" y="0"/>
                  </a:lnTo>
                  <a:lnTo>
                    <a:pt x="0" y="75557"/>
                  </a:lnTo>
                  <a:lnTo>
                    <a:pt x="27287" y="75557"/>
                  </a:lnTo>
                  <a:lnTo>
                    <a:pt x="2728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7" name="object 1737" descr=""/>
            <p:cNvSpPr/>
            <p:nvPr/>
          </p:nvSpPr>
          <p:spPr>
            <a:xfrm>
              <a:off x="4775666" y="8691264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57"/>
                  </a:moveTo>
                  <a:lnTo>
                    <a:pt x="27287" y="75557"/>
                  </a:lnTo>
                  <a:lnTo>
                    <a:pt x="27287" y="0"/>
                  </a:lnTo>
                  <a:lnTo>
                    <a:pt x="0" y="0"/>
                  </a:lnTo>
                  <a:lnTo>
                    <a:pt x="0" y="7555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8" name="object 1738" descr=""/>
            <p:cNvSpPr/>
            <p:nvPr/>
          </p:nvSpPr>
          <p:spPr>
            <a:xfrm>
              <a:off x="4732191" y="8691264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27308" y="0"/>
                  </a:moveTo>
                  <a:lnTo>
                    <a:pt x="0" y="0"/>
                  </a:lnTo>
                  <a:lnTo>
                    <a:pt x="0" y="75557"/>
                  </a:lnTo>
                  <a:lnTo>
                    <a:pt x="27308" y="75557"/>
                  </a:lnTo>
                  <a:lnTo>
                    <a:pt x="2730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9" name="object 1739" descr=""/>
            <p:cNvSpPr/>
            <p:nvPr/>
          </p:nvSpPr>
          <p:spPr>
            <a:xfrm>
              <a:off x="4732191" y="8691264"/>
              <a:ext cx="27305" cy="75565"/>
            </a:xfrm>
            <a:custGeom>
              <a:avLst/>
              <a:gdLst/>
              <a:ahLst/>
              <a:cxnLst/>
              <a:rect l="l" t="t" r="r" b="b"/>
              <a:pathLst>
                <a:path w="27304" h="75565">
                  <a:moveTo>
                    <a:pt x="0" y="75557"/>
                  </a:moveTo>
                  <a:lnTo>
                    <a:pt x="27308" y="75557"/>
                  </a:lnTo>
                  <a:lnTo>
                    <a:pt x="27308" y="0"/>
                  </a:lnTo>
                  <a:lnTo>
                    <a:pt x="0" y="0"/>
                  </a:lnTo>
                  <a:lnTo>
                    <a:pt x="0" y="7555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0" name="object 1740" descr=""/>
            <p:cNvSpPr/>
            <p:nvPr/>
          </p:nvSpPr>
          <p:spPr>
            <a:xfrm>
              <a:off x="4688810" y="8691264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57"/>
                  </a:lnTo>
                  <a:lnTo>
                    <a:pt x="27318" y="75557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1" name="object 1741" descr=""/>
            <p:cNvSpPr/>
            <p:nvPr/>
          </p:nvSpPr>
          <p:spPr>
            <a:xfrm>
              <a:off x="4688810" y="8691264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57"/>
                  </a:moveTo>
                  <a:lnTo>
                    <a:pt x="27318" y="75557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5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2" name="object 1742" descr=""/>
            <p:cNvSpPr/>
            <p:nvPr/>
          </p:nvSpPr>
          <p:spPr>
            <a:xfrm>
              <a:off x="4645366" y="8691264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57"/>
                  </a:lnTo>
                  <a:lnTo>
                    <a:pt x="27318" y="75557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3" name="object 1743" descr=""/>
            <p:cNvSpPr/>
            <p:nvPr/>
          </p:nvSpPr>
          <p:spPr>
            <a:xfrm>
              <a:off x="4645366" y="8691264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57"/>
                  </a:moveTo>
                  <a:lnTo>
                    <a:pt x="27318" y="75557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5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4" name="object 1744" descr=""/>
            <p:cNvSpPr/>
            <p:nvPr/>
          </p:nvSpPr>
          <p:spPr>
            <a:xfrm>
              <a:off x="4601954" y="8691264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18" y="0"/>
                  </a:moveTo>
                  <a:lnTo>
                    <a:pt x="0" y="0"/>
                  </a:lnTo>
                  <a:lnTo>
                    <a:pt x="0" y="75557"/>
                  </a:lnTo>
                  <a:lnTo>
                    <a:pt x="27318" y="75557"/>
                  </a:lnTo>
                  <a:lnTo>
                    <a:pt x="2731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5" name="object 1745" descr=""/>
            <p:cNvSpPr/>
            <p:nvPr/>
          </p:nvSpPr>
          <p:spPr>
            <a:xfrm>
              <a:off x="4601954" y="8691264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57"/>
                  </a:moveTo>
                  <a:lnTo>
                    <a:pt x="27318" y="75557"/>
                  </a:lnTo>
                  <a:lnTo>
                    <a:pt x="27318" y="0"/>
                  </a:lnTo>
                  <a:lnTo>
                    <a:pt x="0" y="0"/>
                  </a:lnTo>
                  <a:lnTo>
                    <a:pt x="0" y="7555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6" name="object 1746" descr=""/>
            <p:cNvSpPr/>
            <p:nvPr/>
          </p:nvSpPr>
          <p:spPr>
            <a:xfrm>
              <a:off x="4558500" y="8691264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27329" y="0"/>
                  </a:moveTo>
                  <a:lnTo>
                    <a:pt x="0" y="0"/>
                  </a:lnTo>
                  <a:lnTo>
                    <a:pt x="0" y="75557"/>
                  </a:lnTo>
                  <a:lnTo>
                    <a:pt x="27329" y="75557"/>
                  </a:lnTo>
                  <a:lnTo>
                    <a:pt x="273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7" name="object 1747" descr=""/>
            <p:cNvSpPr/>
            <p:nvPr/>
          </p:nvSpPr>
          <p:spPr>
            <a:xfrm>
              <a:off x="4558500" y="8691264"/>
              <a:ext cx="27940" cy="75565"/>
            </a:xfrm>
            <a:custGeom>
              <a:avLst/>
              <a:gdLst/>
              <a:ahLst/>
              <a:cxnLst/>
              <a:rect l="l" t="t" r="r" b="b"/>
              <a:pathLst>
                <a:path w="27939" h="75565">
                  <a:moveTo>
                    <a:pt x="0" y="75557"/>
                  </a:moveTo>
                  <a:lnTo>
                    <a:pt x="27329" y="75557"/>
                  </a:lnTo>
                  <a:lnTo>
                    <a:pt x="27329" y="0"/>
                  </a:lnTo>
                  <a:lnTo>
                    <a:pt x="0" y="0"/>
                  </a:lnTo>
                  <a:lnTo>
                    <a:pt x="0" y="7555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48" name="object 1748" descr=""/>
          <p:cNvGrpSpPr/>
          <p:nvPr/>
        </p:nvGrpSpPr>
        <p:grpSpPr>
          <a:xfrm>
            <a:off x="8616239" y="8909069"/>
            <a:ext cx="961390" cy="1203325"/>
            <a:chOff x="8616239" y="8909069"/>
            <a:chExt cx="961390" cy="1203325"/>
          </a:xfrm>
        </p:grpSpPr>
        <p:sp>
          <p:nvSpPr>
            <p:cNvPr id="1749" name="object 1749" descr=""/>
            <p:cNvSpPr/>
            <p:nvPr/>
          </p:nvSpPr>
          <p:spPr>
            <a:xfrm>
              <a:off x="9061608" y="8914304"/>
              <a:ext cx="510540" cy="1193165"/>
            </a:xfrm>
            <a:custGeom>
              <a:avLst/>
              <a:gdLst/>
              <a:ahLst/>
              <a:cxnLst/>
              <a:rect l="l" t="t" r="r" b="b"/>
              <a:pathLst>
                <a:path w="510540" h="1193165">
                  <a:moveTo>
                    <a:pt x="0" y="1192832"/>
                  </a:moveTo>
                  <a:lnTo>
                    <a:pt x="510508" y="1192832"/>
                  </a:lnTo>
                  <a:lnTo>
                    <a:pt x="510508" y="0"/>
                  </a:lnTo>
                  <a:lnTo>
                    <a:pt x="0" y="0"/>
                  </a:lnTo>
                  <a:lnTo>
                    <a:pt x="0" y="1192832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0" name="object 1750" descr=""/>
            <p:cNvSpPr/>
            <p:nvPr/>
          </p:nvSpPr>
          <p:spPr>
            <a:xfrm>
              <a:off x="8621475" y="8914304"/>
              <a:ext cx="951230" cy="1193165"/>
            </a:xfrm>
            <a:custGeom>
              <a:avLst/>
              <a:gdLst/>
              <a:ahLst/>
              <a:cxnLst/>
              <a:rect l="l" t="t" r="r" b="b"/>
              <a:pathLst>
                <a:path w="951229" h="1193165">
                  <a:moveTo>
                    <a:pt x="0" y="1192832"/>
                  </a:moveTo>
                  <a:lnTo>
                    <a:pt x="950641" y="1192832"/>
                  </a:lnTo>
                  <a:lnTo>
                    <a:pt x="950641" y="0"/>
                  </a:lnTo>
                  <a:lnTo>
                    <a:pt x="0" y="0"/>
                  </a:lnTo>
                  <a:lnTo>
                    <a:pt x="0" y="11928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1" name="object 1751" descr=""/>
            <p:cNvSpPr/>
            <p:nvPr/>
          </p:nvSpPr>
          <p:spPr>
            <a:xfrm>
              <a:off x="9475533" y="10010438"/>
              <a:ext cx="30480" cy="46990"/>
            </a:xfrm>
            <a:custGeom>
              <a:avLst/>
              <a:gdLst/>
              <a:ahLst/>
              <a:cxnLst/>
              <a:rect l="l" t="t" r="r" b="b"/>
              <a:pathLst>
                <a:path w="30479" h="46990">
                  <a:moveTo>
                    <a:pt x="0" y="46836"/>
                  </a:moveTo>
                  <a:lnTo>
                    <a:pt x="30093" y="46836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46836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2" name="object 1752" descr=""/>
            <p:cNvSpPr/>
            <p:nvPr/>
          </p:nvSpPr>
          <p:spPr>
            <a:xfrm>
              <a:off x="9475533" y="10010438"/>
              <a:ext cx="30480" cy="68580"/>
            </a:xfrm>
            <a:custGeom>
              <a:avLst/>
              <a:gdLst/>
              <a:ahLst/>
              <a:cxnLst/>
              <a:rect l="l" t="t" r="r" b="b"/>
              <a:pathLst>
                <a:path w="30479" h="68579">
                  <a:moveTo>
                    <a:pt x="0" y="67987"/>
                  </a:moveTo>
                  <a:lnTo>
                    <a:pt x="30093" y="67987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6798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3" name="object 1753" descr=""/>
            <p:cNvSpPr/>
            <p:nvPr/>
          </p:nvSpPr>
          <p:spPr>
            <a:xfrm>
              <a:off x="9427754" y="10010438"/>
              <a:ext cx="30480" cy="46990"/>
            </a:xfrm>
            <a:custGeom>
              <a:avLst/>
              <a:gdLst/>
              <a:ahLst/>
              <a:cxnLst/>
              <a:rect l="l" t="t" r="r" b="b"/>
              <a:pathLst>
                <a:path w="30479" h="46990">
                  <a:moveTo>
                    <a:pt x="0" y="46836"/>
                  </a:moveTo>
                  <a:lnTo>
                    <a:pt x="30061" y="46836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6836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4" name="object 1754" descr=""/>
            <p:cNvSpPr/>
            <p:nvPr/>
          </p:nvSpPr>
          <p:spPr>
            <a:xfrm>
              <a:off x="9427754" y="10010438"/>
              <a:ext cx="30480" cy="68580"/>
            </a:xfrm>
            <a:custGeom>
              <a:avLst/>
              <a:gdLst/>
              <a:ahLst/>
              <a:cxnLst/>
              <a:rect l="l" t="t" r="r" b="b"/>
              <a:pathLst>
                <a:path w="30479" h="68579">
                  <a:moveTo>
                    <a:pt x="0" y="67987"/>
                  </a:moveTo>
                  <a:lnTo>
                    <a:pt x="30061" y="67987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6798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5" name="object 1755" descr=""/>
            <p:cNvSpPr/>
            <p:nvPr/>
          </p:nvSpPr>
          <p:spPr>
            <a:xfrm>
              <a:off x="9379923" y="10010438"/>
              <a:ext cx="30480" cy="46990"/>
            </a:xfrm>
            <a:custGeom>
              <a:avLst/>
              <a:gdLst/>
              <a:ahLst/>
              <a:cxnLst/>
              <a:rect l="l" t="t" r="r" b="b"/>
              <a:pathLst>
                <a:path w="30479" h="46990">
                  <a:moveTo>
                    <a:pt x="0" y="46836"/>
                  </a:moveTo>
                  <a:lnTo>
                    <a:pt x="30082" y="46836"/>
                  </a:lnTo>
                  <a:lnTo>
                    <a:pt x="30082" y="0"/>
                  </a:lnTo>
                  <a:lnTo>
                    <a:pt x="0" y="0"/>
                  </a:lnTo>
                  <a:lnTo>
                    <a:pt x="0" y="46836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6" name="object 1756" descr=""/>
            <p:cNvSpPr/>
            <p:nvPr/>
          </p:nvSpPr>
          <p:spPr>
            <a:xfrm>
              <a:off x="9379923" y="10010438"/>
              <a:ext cx="30480" cy="68580"/>
            </a:xfrm>
            <a:custGeom>
              <a:avLst/>
              <a:gdLst/>
              <a:ahLst/>
              <a:cxnLst/>
              <a:rect l="l" t="t" r="r" b="b"/>
              <a:pathLst>
                <a:path w="30479" h="68579">
                  <a:moveTo>
                    <a:pt x="0" y="67987"/>
                  </a:moveTo>
                  <a:lnTo>
                    <a:pt x="30082" y="67987"/>
                  </a:lnTo>
                  <a:lnTo>
                    <a:pt x="30082" y="0"/>
                  </a:lnTo>
                  <a:lnTo>
                    <a:pt x="0" y="0"/>
                  </a:lnTo>
                  <a:lnTo>
                    <a:pt x="0" y="6798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7" name="object 1757" descr=""/>
            <p:cNvSpPr/>
            <p:nvPr/>
          </p:nvSpPr>
          <p:spPr>
            <a:xfrm>
              <a:off x="9332113" y="10010438"/>
              <a:ext cx="30480" cy="46990"/>
            </a:xfrm>
            <a:custGeom>
              <a:avLst/>
              <a:gdLst/>
              <a:ahLst/>
              <a:cxnLst/>
              <a:rect l="l" t="t" r="r" b="b"/>
              <a:pathLst>
                <a:path w="30479" h="46990">
                  <a:moveTo>
                    <a:pt x="0" y="46836"/>
                  </a:moveTo>
                  <a:lnTo>
                    <a:pt x="30093" y="46836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46836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8" name="object 1758" descr=""/>
            <p:cNvSpPr/>
            <p:nvPr/>
          </p:nvSpPr>
          <p:spPr>
            <a:xfrm>
              <a:off x="9332113" y="10010438"/>
              <a:ext cx="30480" cy="68580"/>
            </a:xfrm>
            <a:custGeom>
              <a:avLst/>
              <a:gdLst/>
              <a:ahLst/>
              <a:cxnLst/>
              <a:rect l="l" t="t" r="r" b="b"/>
              <a:pathLst>
                <a:path w="30479" h="68579">
                  <a:moveTo>
                    <a:pt x="0" y="67987"/>
                  </a:moveTo>
                  <a:lnTo>
                    <a:pt x="30093" y="67987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6798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9" name="object 1759" descr=""/>
            <p:cNvSpPr/>
            <p:nvPr/>
          </p:nvSpPr>
          <p:spPr>
            <a:xfrm>
              <a:off x="9284345" y="10010438"/>
              <a:ext cx="30480" cy="46990"/>
            </a:xfrm>
            <a:custGeom>
              <a:avLst/>
              <a:gdLst/>
              <a:ahLst/>
              <a:cxnLst/>
              <a:rect l="l" t="t" r="r" b="b"/>
              <a:pathLst>
                <a:path w="30479" h="46990">
                  <a:moveTo>
                    <a:pt x="0" y="46836"/>
                  </a:moveTo>
                  <a:lnTo>
                    <a:pt x="30061" y="46836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6836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0" name="object 1760" descr=""/>
            <p:cNvSpPr/>
            <p:nvPr/>
          </p:nvSpPr>
          <p:spPr>
            <a:xfrm>
              <a:off x="9284345" y="10010438"/>
              <a:ext cx="30480" cy="68580"/>
            </a:xfrm>
            <a:custGeom>
              <a:avLst/>
              <a:gdLst/>
              <a:ahLst/>
              <a:cxnLst/>
              <a:rect l="l" t="t" r="r" b="b"/>
              <a:pathLst>
                <a:path w="30479" h="68579">
                  <a:moveTo>
                    <a:pt x="0" y="67987"/>
                  </a:moveTo>
                  <a:lnTo>
                    <a:pt x="30061" y="67987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6798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1" name="object 1761" descr=""/>
            <p:cNvSpPr/>
            <p:nvPr/>
          </p:nvSpPr>
          <p:spPr>
            <a:xfrm>
              <a:off x="9236535" y="10010438"/>
              <a:ext cx="30480" cy="46990"/>
            </a:xfrm>
            <a:custGeom>
              <a:avLst/>
              <a:gdLst/>
              <a:ahLst/>
              <a:cxnLst/>
              <a:rect l="l" t="t" r="r" b="b"/>
              <a:pathLst>
                <a:path w="30479" h="46990">
                  <a:moveTo>
                    <a:pt x="0" y="46836"/>
                  </a:moveTo>
                  <a:lnTo>
                    <a:pt x="30051" y="46836"/>
                  </a:lnTo>
                  <a:lnTo>
                    <a:pt x="30051" y="0"/>
                  </a:lnTo>
                  <a:lnTo>
                    <a:pt x="0" y="0"/>
                  </a:lnTo>
                  <a:lnTo>
                    <a:pt x="0" y="46836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2" name="object 1762" descr=""/>
            <p:cNvSpPr/>
            <p:nvPr/>
          </p:nvSpPr>
          <p:spPr>
            <a:xfrm>
              <a:off x="9236535" y="10010438"/>
              <a:ext cx="30480" cy="68580"/>
            </a:xfrm>
            <a:custGeom>
              <a:avLst/>
              <a:gdLst/>
              <a:ahLst/>
              <a:cxnLst/>
              <a:rect l="l" t="t" r="r" b="b"/>
              <a:pathLst>
                <a:path w="30479" h="68579">
                  <a:moveTo>
                    <a:pt x="0" y="67987"/>
                  </a:moveTo>
                  <a:lnTo>
                    <a:pt x="30051" y="67987"/>
                  </a:lnTo>
                  <a:lnTo>
                    <a:pt x="30051" y="0"/>
                  </a:lnTo>
                  <a:lnTo>
                    <a:pt x="0" y="0"/>
                  </a:lnTo>
                  <a:lnTo>
                    <a:pt x="0" y="6798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3" name="object 1763" descr=""/>
            <p:cNvSpPr/>
            <p:nvPr/>
          </p:nvSpPr>
          <p:spPr>
            <a:xfrm>
              <a:off x="9475533" y="9711317"/>
              <a:ext cx="30480" cy="34925"/>
            </a:xfrm>
            <a:custGeom>
              <a:avLst/>
              <a:gdLst/>
              <a:ahLst/>
              <a:cxnLst/>
              <a:rect l="l" t="t" r="r" b="b"/>
              <a:pathLst>
                <a:path w="30479" h="34925">
                  <a:moveTo>
                    <a:pt x="0" y="34679"/>
                  </a:moveTo>
                  <a:lnTo>
                    <a:pt x="30093" y="34679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34679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4" name="object 1764" descr=""/>
            <p:cNvSpPr/>
            <p:nvPr/>
          </p:nvSpPr>
          <p:spPr>
            <a:xfrm>
              <a:off x="9475533" y="9711317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25"/>
                  </a:moveTo>
                  <a:lnTo>
                    <a:pt x="30093" y="48825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4882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5" name="object 1765" descr=""/>
            <p:cNvSpPr/>
            <p:nvPr/>
          </p:nvSpPr>
          <p:spPr>
            <a:xfrm>
              <a:off x="9427754" y="9711317"/>
              <a:ext cx="30480" cy="34925"/>
            </a:xfrm>
            <a:custGeom>
              <a:avLst/>
              <a:gdLst/>
              <a:ahLst/>
              <a:cxnLst/>
              <a:rect l="l" t="t" r="r" b="b"/>
              <a:pathLst>
                <a:path w="30479" h="34925">
                  <a:moveTo>
                    <a:pt x="0" y="34679"/>
                  </a:moveTo>
                  <a:lnTo>
                    <a:pt x="30061" y="34679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34679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6" name="object 1766" descr=""/>
            <p:cNvSpPr/>
            <p:nvPr/>
          </p:nvSpPr>
          <p:spPr>
            <a:xfrm>
              <a:off x="9427754" y="9711317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25"/>
                  </a:moveTo>
                  <a:lnTo>
                    <a:pt x="30061" y="48825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2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7" name="object 1767" descr=""/>
            <p:cNvSpPr/>
            <p:nvPr/>
          </p:nvSpPr>
          <p:spPr>
            <a:xfrm>
              <a:off x="9379923" y="9711317"/>
              <a:ext cx="30480" cy="34925"/>
            </a:xfrm>
            <a:custGeom>
              <a:avLst/>
              <a:gdLst/>
              <a:ahLst/>
              <a:cxnLst/>
              <a:rect l="l" t="t" r="r" b="b"/>
              <a:pathLst>
                <a:path w="30479" h="34925">
                  <a:moveTo>
                    <a:pt x="0" y="34679"/>
                  </a:moveTo>
                  <a:lnTo>
                    <a:pt x="30082" y="34679"/>
                  </a:lnTo>
                  <a:lnTo>
                    <a:pt x="30082" y="0"/>
                  </a:lnTo>
                  <a:lnTo>
                    <a:pt x="0" y="0"/>
                  </a:lnTo>
                  <a:lnTo>
                    <a:pt x="0" y="34679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8" name="object 1768" descr=""/>
            <p:cNvSpPr/>
            <p:nvPr/>
          </p:nvSpPr>
          <p:spPr>
            <a:xfrm>
              <a:off x="9379923" y="9711317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25"/>
                  </a:moveTo>
                  <a:lnTo>
                    <a:pt x="30082" y="48825"/>
                  </a:lnTo>
                  <a:lnTo>
                    <a:pt x="30082" y="0"/>
                  </a:lnTo>
                  <a:lnTo>
                    <a:pt x="0" y="0"/>
                  </a:lnTo>
                  <a:lnTo>
                    <a:pt x="0" y="4882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9" name="object 1769" descr=""/>
            <p:cNvSpPr/>
            <p:nvPr/>
          </p:nvSpPr>
          <p:spPr>
            <a:xfrm>
              <a:off x="9332113" y="9711317"/>
              <a:ext cx="30480" cy="34925"/>
            </a:xfrm>
            <a:custGeom>
              <a:avLst/>
              <a:gdLst/>
              <a:ahLst/>
              <a:cxnLst/>
              <a:rect l="l" t="t" r="r" b="b"/>
              <a:pathLst>
                <a:path w="30479" h="34925">
                  <a:moveTo>
                    <a:pt x="0" y="34679"/>
                  </a:moveTo>
                  <a:lnTo>
                    <a:pt x="30093" y="34679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34679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0" name="object 1770" descr=""/>
            <p:cNvSpPr/>
            <p:nvPr/>
          </p:nvSpPr>
          <p:spPr>
            <a:xfrm>
              <a:off x="9332113" y="9711317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25"/>
                  </a:moveTo>
                  <a:lnTo>
                    <a:pt x="30093" y="48825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4882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1" name="object 1771" descr=""/>
            <p:cNvSpPr/>
            <p:nvPr/>
          </p:nvSpPr>
          <p:spPr>
            <a:xfrm>
              <a:off x="9284345" y="9711317"/>
              <a:ext cx="30480" cy="34925"/>
            </a:xfrm>
            <a:custGeom>
              <a:avLst/>
              <a:gdLst/>
              <a:ahLst/>
              <a:cxnLst/>
              <a:rect l="l" t="t" r="r" b="b"/>
              <a:pathLst>
                <a:path w="30479" h="34925">
                  <a:moveTo>
                    <a:pt x="0" y="34679"/>
                  </a:moveTo>
                  <a:lnTo>
                    <a:pt x="30061" y="34679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34679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2" name="object 1772" descr=""/>
            <p:cNvSpPr/>
            <p:nvPr/>
          </p:nvSpPr>
          <p:spPr>
            <a:xfrm>
              <a:off x="9284345" y="9711317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25"/>
                  </a:moveTo>
                  <a:lnTo>
                    <a:pt x="30061" y="48825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2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3" name="object 1773" descr=""/>
            <p:cNvSpPr/>
            <p:nvPr/>
          </p:nvSpPr>
          <p:spPr>
            <a:xfrm>
              <a:off x="9236535" y="9711317"/>
              <a:ext cx="30480" cy="34925"/>
            </a:xfrm>
            <a:custGeom>
              <a:avLst/>
              <a:gdLst/>
              <a:ahLst/>
              <a:cxnLst/>
              <a:rect l="l" t="t" r="r" b="b"/>
              <a:pathLst>
                <a:path w="30479" h="34925">
                  <a:moveTo>
                    <a:pt x="0" y="34679"/>
                  </a:moveTo>
                  <a:lnTo>
                    <a:pt x="30051" y="34679"/>
                  </a:lnTo>
                  <a:lnTo>
                    <a:pt x="30051" y="0"/>
                  </a:lnTo>
                  <a:lnTo>
                    <a:pt x="0" y="0"/>
                  </a:lnTo>
                  <a:lnTo>
                    <a:pt x="0" y="34679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4" name="object 1774" descr=""/>
            <p:cNvSpPr/>
            <p:nvPr/>
          </p:nvSpPr>
          <p:spPr>
            <a:xfrm>
              <a:off x="9236535" y="9711317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25"/>
                  </a:moveTo>
                  <a:lnTo>
                    <a:pt x="30051" y="48825"/>
                  </a:lnTo>
                  <a:lnTo>
                    <a:pt x="30051" y="0"/>
                  </a:lnTo>
                  <a:lnTo>
                    <a:pt x="0" y="0"/>
                  </a:lnTo>
                  <a:lnTo>
                    <a:pt x="0" y="4882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5" name="object 1775" descr=""/>
            <p:cNvSpPr/>
            <p:nvPr/>
          </p:nvSpPr>
          <p:spPr>
            <a:xfrm>
              <a:off x="9475533" y="9774456"/>
              <a:ext cx="30480" cy="45720"/>
            </a:xfrm>
            <a:custGeom>
              <a:avLst/>
              <a:gdLst/>
              <a:ahLst/>
              <a:cxnLst/>
              <a:rect l="l" t="t" r="r" b="b"/>
              <a:pathLst>
                <a:path w="30479" h="45720">
                  <a:moveTo>
                    <a:pt x="0" y="45317"/>
                  </a:moveTo>
                  <a:lnTo>
                    <a:pt x="30093" y="45317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45317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6" name="object 1776" descr=""/>
            <p:cNvSpPr/>
            <p:nvPr/>
          </p:nvSpPr>
          <p:spPr>
            <a:xfrm>
              <a:off x="9475533" y="9770948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25"/>
                  </a:moveTo>
                  <a:lnTo>
                    <a:pt x="30093" y="48825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4882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7" name="object 1777" descr=""/>
            <p:cNvSpPr/>
            <p:nvPr/>
          </p:nvSpPr>
          <p:spPr>
            <a:xfrm>
              <a:off x="9427754" y="9774456"/>
              <a:ext cx="30480" cy="45720"/>
            </a:xfrm>
            <a:custGeom>
              <a:avLst/>
              <a:gdLst/>
              <a:ahLst/>
              <a:cxnLst/>
              <a:rect l="l" t="t" r="r" b="b"/>
              <a:pathLst>
                <a:path w="30479" h="45720">
                  <a:moveTo>
                    <a:pt x="0" y="45317"/>
                  </a:moveTo>
                  <a:lnTo>
                    <a:pt x="30061" y="45317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5317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8" name="object 1778" descr=""/>
            <p:cNvSpPr/>
            <p:nvPr/>
          </p:nvSpPr>
          <p:spPr>
            <a:xfrm>
              <a:off x="9427754" y="9770948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25"/>
                  </a:moveTo>
                  <a:lnTo>
                    <a:pt x="30061" y="48825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2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9" name="object 1779" descr=""/>
            <p:cNvSpPr/>
            <p:nvPr/>
          </p:nvSpPr>
          <p:spPr>
            <a:xfrm>
              <a:off x="9379923" y="9774456"/>
              <a:ext cx="30480" cy="45720"/>
            </a:xfrm>
            <a:custGeom>
              <a:avLst/>
              <a:gdLst/>
              <a:ahLst/>
              <a:cxnLst/>
              <a:rect l="l" t="t" r="r" b="b"/>
              <a:pathLst>
                <a:path w="30479" h="45720">
                  <a:moveTo>
                    <a:pt x="0" y="45317"/>
                  </a:moveTo>
                  <a:lnTo>
                    <a:pt x="30082" y="45317"/>
                  </a:lnTo>
                  <a:lnTo>
                    <a:pt x="30082" y="0"/>
                  </a:lnTo>
                  <a:lnTo>
                    <a:pt x="0" y="0"/>
                  </a:lnTo>
                  <a:lnTo>
                    <a:pt x="0" y="45317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0" name="object 1780" descr=""/>
            <p:cNvSpPr/>
            <p:nvPr/>
          </p:nvSpPr>
          <p:spPr>
            <a:xfrm>
              <a:off x="9379923" y="9770948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25"/>
                  </a:moveTo>
                  <a:lnTo>
                    <a:pt x="30082" y="48825"/>
                  </a:lnTo>
                  <a:lnTo>
                    <a:pt x="30082" y="0"/>
                  </a:lnTo>
                  <a:lnTo>
                    <a:pt x="0" y="0"/>
                  </a:lnTo>
                  <a:lnTo>
                    <a:pt x="0" y="4882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1" name="object 1781" descr=""/>
            <p:cNvSpPr/>
            <p:nvPr/>
          </p:nvSpPr>
          <p:spPr>
            <a:xfrm>
              <a:off x="9332113" y="9774456"/>
              <a:ext cx="30480" cy="45720"/>
            </a:xfrm>
            <a:custGeom>
              <a:avLst/>
              <a:gdLst/>
              <a:ahLst/>
              <a:cxnLst/>
              <a:rect l="l" t="t" r="r" b="b"/>
              <a:pathLst>
                <a:path w="30479" h="45720">
                  <a:moveTo>
                    <a:pt x="0" y="45317"/>
                  </a:moveTo>
                  <a:lnTo>
                    <a:pt x="30093" y="45317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45317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2" name="object 1782" descr=""/>
            <p:cNvSpPr/>
            <p:nvPr/>
          </p:nvSpPr>
          <p:spPr>
            <a:xfrm>
              <a:off x="9332113" y="9770948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25"/>
                  </a:moveTo>
                  <a:lnTo>
                    <a:pt x="30093" y="48825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4882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3" name="object 1783" descr=""/>
            <p:cNvSpPr/>
            <p:nvPr/>
          </p:nvSpPr>
          <p:spPr>
            <a:xfrm>
              <a:off x="9284345" y="9774456"/>
              <a:ext cx="30480" cy="45720"/>
            </a:xfrm>
            <a:custGeom>
              <a:avLst/>
              <a:gdLst/>
              <a:ahLst/>
              <a:cxnLst/>
              <a:rect l="l" t="t" r="r" b="b"/>
              <a:pathLst>
                <a:path w="30479" h="45720">
                  <a:moveTo>
                    <a:pt x="0" y="45317"/>
                  </a:moveTo>
                  <a:lnTo>
                    <a:pt x="30061" y="45317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5317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4" name="object 1784" descr=""/>
            <p:cNvSpPr/>
            <p:nvPr/>
          </p:nvSpPr>
          <p:spPr>
            <a:xfrm>
              <a:off x="9284345" y="9770948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25"/>
                  </a:moveTo>
                  <a:lnTo>
                    <a:pt x="30061" y="48825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2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5" name="object 1785" descr=""/>
            <p:cNvSpPr/>
            <p:nvPr/>
          </p:nvSpPr>
          <p:spPr>
            <a:xfrm>
              <a:off x="9236535" y="9774456"/>
              <a:ext cx="30480" cy="45720"/>
            </a:xfrm>
            <a:custGeom>
              <a:avLst/>
              <a:gdLst/>
              <a:ahLst/>
              <a:cxnLst/>
              <a:rect l="l" t="t" r="r" b="b"/>
              <a:pathLst>
                <a:path w="30479" h="45720">
                  <a:moveTo>
                    <a:pt x="0" y="45317"/>
                  </a:moveTo>
                  <a:lnTo>
                    <a:pt x="30051" y="45317"/>
                  </a:lnTo>
                  <a:lnTo>
                    <a:pt x="30051" y="0"/>
                  </a:lnTo>
                  <a:lnTo>
                    <a:pt x="0" y="0"/>
                  </a:lnTo>
                  <a:lnTo>
                    <a:pt x="0" y="45317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6" name="object 1786" descr=""/>
            <p:cNvSpPr/>
            <p:nvPr/>
          </p:nvSpPr>
          <p:spPr>
            <a:xfrm>
              <a:off x="9236535" y="9770948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25"/>
                  </a:moveTo>
                  <a:lnTo>
                    <a:pt x="30051" y="48825"/>
                  </a:lnTo>
                  <a:lnTo>
                    <a:pt x="30051" y="0"/>
                  </a:lnTo>
                  <a:lnTo>
                    <a:pt x="0" y="0"/>
                  </a:lnTo>
                  <a:lnTo>
                    <a:pt x="0" y="4882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7" name="object 1787" descr=""/>
            <p:cNvSpPr/>
            <p:nvPr/>
          </p:nvSpPr>
          <p:spPr>
            <a:xfrm>
              <a:off x="9475533" y="9852852"/>
              <a:ext cx="30480" cy="26670"/>
            </a:xfrm>
            <a:custGeom>
              <a:avLst/>
              <a:gdLst/>
              <a:ahLst/>
              <a:cxnLst/>
              <a:rect l="l" t="t" r="r" b="b"/>
              <a:pathLst>
                <a:path w="30479" h="26670">
                  <a:moveTo>
                    <a:pt x="0" y="26543"/>
                  </a:moveTo>
                  <a:lnTo>
                    <a:pt x="30093" y="26543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26543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8" name="object 1788" descr=""/>
            <p:cNvSpPr/>
            <p:nvPr/>
          </p:nvSpPr>
          <p:spPr>
            <a:xfrm>
              <a:off x="9475533" y="9830538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57"/>
                  </a:moveTo>
                  <a:lnTo>
                    <a:pt x="30093" y="48857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4885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9" name="object 1789" descr=""/>
            <p:cNvSpPr/>
            <p:nvPr/>
          </p:nvSpPr>
          <p:spPr>
            <a:xfrm>
              <a:off x="9427754" y="9852852"/>
              <a:ext cx="30480" cy="26670"/>
            </a:xfrm>
            <a:custGeom>
              <a:avLst/>
              <a:gdLst/>
              <a:ahLst/>
              <a:cxnLst/>
              <a:rect l="l" t="t" r="r" b="b"/>
              <a:pathLst>
                <a:path w="30479" h="26670">
                  <a:moveTo>
                    <a:pt x="0" y="26543"/>
                  </a:moveTo>
                  <a:lnTo>
                    <a:pt x="30061" y="26543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26543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0" name="object 1790" descr=""/>
            <p:cNvSpPr/>
            <p:nvPr/>
          </p:nvSpPr>
          <p:spPr>
            <a:xfrm>
              <a:off x="9427754" y="9830538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57"/>
                  </a:moveTo>
                  <a:lnTo>
                    <a:pt x="30061" y="48857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5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1" name="object 1791" descr=""/>
            <p:cNvSpPr/>
            <p:nvPr/>
          </p:nvSpPr>
          <p:spPr>
            <a:xfrm>
              <a:off x="9379923" y="9852852"/>
              <a:ext cx="30480" cy="26670"/>
            </a:xfrm>
            <a:custGeom>
              <a:avLst/>
              <a:gdLst/>
              <a:ahLst/>
              <a:cxnLst/>
              <a:rect l="l" t="t" r="r" b="b"/>
              <a:pathLst>
                <a:path w="30479" h="26670">
                  <a:moveTo>
                    <a:pt x="0" y="26543"/>
                  </a:moveTo>
                  <a:lnTo>
                    <a:pt x="30082" y="26543"/>
                  </a:lnTo>
                  <a:lnTo>
                    <a:pt x="30082" y="0"/>
                  </a:lnTo>
                  <a:lnTo>
                    <a:pt x="0" y="0"/>
                  </a:lnTo>
                  <a:lnTo>
                    <a:pt x="0" y="26543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2" name="object 1792" descr=""/>
            <p:cNvSpPr/>
            <p:nvPr/>
          </p:nvSpPr>
          <p:spPr>
            <a:xfrm>
              <a:off x="9379923" y="9830538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57"/>
                  </a:moveTo>
                  <a:lnTo>
                    <a:pt x="30082" y="48857"/>
                  </a:lnTo>
                  <a:lnTo>
                    <a:pt x="30082" y="0"/>
                  </a:lnTo>
                  <a:lnTo>
                    <a:pt x="0" y="0"/>
                  </a:lnTo>
                  <a:lnTo>
                    <a:pt x="0" y="4885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3" name="object 1793" descr=""/>
            <p:cNvSpPr/>
            <p:nvPr/>
          </p:nvSpPr>
          <p:spPr>
            <a:xfrm>
              <a:off x="9332113" y="9852852"/>
              <a:ext cx="30480" cy="26670"/>
            </a:xfrm>
            <a:custGeom>
              <a:avLst/>
              <a:gdLst/>
              <a:ahLst/>
              <a:cxnLst/>
              <a:rect l="l" t="t" r="r" b="b"/>
              <a:pathLst>
                <a:path w="30479" h="26670">
                  <a:moveTo>
                    <a:pt x="0" y="26543"/>
                  </a:moveTo>
                  <a:lnTo>
                    <a:pt x="30093" y="26543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26543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4" name="object 1794" descr=""/>
            <p:cNvSpPr/>
            <p:nvPr/>
          </p:nvSpPr>
          <p:spPr>
            <a:xfrm>
              <a:off x="9332113" y="9830538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57"/>
                  </a:moveTo>
                  <a:lnTo>
                    <a:pt x="30093" y="48857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4885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5" name="object 1795" descr=""/>
            <p:cNvSpPr/>
            <p:nvPr/>
          </p:nvSpPr>
          <p:spPr>
            <a:xfrm>
              <a:off x="9284345" y="9852852"/>
              <a:ext cx="30480" cy="26670"/>
            </a:xfrm>
            <a:custGeom>
              <a:avLst/>
              <a:gdLst/>
              <a:ahLst/>
              <a:cxnLst/>
              <a:rect l="l" t="t" r="r" b="b"/>
              <a:pathLst>
                <a:path w="30479" h="26670">
                  <a:moveTo>
                    <a:pt x="0" y="26543"/>
                  </a:moveTo>
                  <a:lnTo>
                    <a:pt x="30061" y="26543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26543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6" name="object 1796" descr=""/>
            <p:cNvSpPr/>
            <p:nvPr/>
          </p:nvSpPr>
          <p:spPr>
            <a:xfrm>
              <a:off x="9284345" y="9830538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57"/>
                  </a:moveTo>
                  <a:lnTo>
                    <a:pt x="30061" y="48857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5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7" name="object 1797" descr=""/>
            <p:cNvSpPr/>
            <p:nvPr/>
          </p:nvSpPr>
          <p:spPr>
            <a:xfrm>
              <a:off x="9236535" y="9852852"/>
              <a:ext cx="30480" cy="26670"/>
            </a:xfrm>
            <a:custGeom>
              <a:avLst/>
              <a:gdLst/>
              <a:ahLst/>
              <a:cxnLst/>
              <a:rect l="l" t="t" r="r" b="b"/>
              <a:pathLst>
                <a:path w="30479" h="26670">
                  <a:moveTo>
                    <a:pt x="0" y="26543"/>
                  </a:moveTo>
                  <a:lnTo>
                    <a:pt x="30051" y="26543"/>
                  </a:lnTo>
                  <a:lnTo>
                    <a:pt x="30051" y="0"/>
                  </a:lnTo>
                  <a:lnTo>
                    <a:pt x="0" y="0"/>
                  </a:lnTo>
                  <a:lnTo>
                    <a:pt x="0" y="26543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8" name="object 1798" descr=""/>
            <p:cNvSpPr/>
            <p:nvPr/>
          </p:nvSpPr>
          <p:spPr>
            <a:xfrm>
              <a:off x="9236535" y="9830538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57"/>
                  </a:moveTo>
                  <a:lnTo>
                    <a:pt x="30051" y="48857"/>
                  </a:lnTo>
                  <a:lnTo>
                    <a:pt x="30051" y="0"/>
                  </a:lnTo>
                  <a:lnTo>
                    <a:pt x="0" y="0"/>
                  </a:lnTo>
                  <a:lnTo>
                    <a:pt x="0" y="4885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9" name="object 1799" descr=""/>
            <p:cNvSpPr/>
            <p:nvPr/>
          </p:nvSpPr>
          <p:spPr>
            <a:xfrm>
              <a:off x="9475520" y="9890195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30099" y="41059"/>
                  </a:moveTo>
                  <a:lnTo>
                    <a:pt x="0" y="41059"/>
                  </a:lnTo>
                  <a:lnTo>
                    <a:pt x="0" y="48818"/>
                  </a:lnTo>
                  <a:lnTo>
                    <a:pt x="30099" y="48818"/>
                  </a:lnTo>
                  <a:lnTo>
                    <a:pt x="30099" y="41059"/>
                  </a:lnTo>
                  <a:close/>
                </a:path>
                <a:path w="30479" h="48895">
                  <a:moveTo>
                    <a:pt x="30099" y="0"/>
                  </a:moveTo>
                  <a:lnTo>
                    <a:pt x="0" y="0"/>
                  </a:lnTo>
                  <a:lnTo>
                    <a:pt x="0" y="11442"/>
                  </a:lnTo>
                  <a:lnTo>
                    <a:pt x="30099" y="11442"/>
                  </a:lnTo>
                  <a:lnTo>
                    <a:pt x="3009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0" name="object 1800" descr=""/>
            <p:cNvSpPr/>
            <p:nvPr/>
          </p:nvSpPr>
          <p:spPr>
            <a:xfrm>
              <a:off x="9475533" y="9890191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15"/>
                  </a:moveTo>
                  <a:lnTo>
                    <a:pt x="30093" y="48815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4881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1" name="object 1801" descr=""/>
            <p:cNvSpPr/>
            <p:nvPr/>
          </p:nvSpPr>
          <p:spPr>
            <a:xfrm>
              <a:off x="9427743" y="9890195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30060" y="41059"/>
                  </a:moveTo>
                  <a:lnTo>
                    <a:pt x="0" y="41059"/>
                  </a:lnTo>
                  <a:lnTo>
                    <a:pt x="0" y="48818"/>
                  </a:lnTo>
                  <a:lnTo>
                    <a:pt x="30060" y="48818"/>
                  </a:lnTo>
                  <a:lnTo>
                    <a:pt x="30060" y="41059"/>
                  </a:lnTo>
                  <a:close/>
                </a:path>
                <a:path w="30479" h="48895">
                  <a:moveTo>
                    <a:pt x="30060" y="0"/>
                  </a:moveTo>
                  <a:lnTo>
                    <a:pt x="0" y="0"/>
                  </a:lnTo>
                  <a:lnTo>
                    <a:pt x="0" y="11442"/>
                  </a:lnTo>
                  <a:lnTo>
                    <a:pt x="30060" y="11442"/>
                  </a:lnTo>
                  <a:lnTo>
                    <a:pt x="3006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2" name="object 1802" descr=""/>
            <p:cNvSpPr/>
            <p:nvPr/>
          </p:nvSpPr>
          <p:spPr>
            <a:xfrm>
              <a:off x="9427754" y="9890191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15"/>
                  </a:moveTo>
                  <a:lnTo>
                    <a:pt x="30061" y="48815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1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3" name="object 1803" descr=""/>
            <p:cNvSpPr/>
            <p:nvPr/>
          </p:nvSpPr>
          <p:spPr>
            <a:xfrm>
              <a:off x="9379915" y="9890195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30086" y="41059"/>
                  </a:moveTo>
                  <a:lnTo>
                    <a:pt x="0" y="41059"/>
                  </a:lnTo>
                  <a:lnTo>
                    <a:pt x="0" y="48818"/>
                  </a:lnTo>
                  <a:lnTo>
                    <a:pt x="30086" y="48818"/>
                  </a:lnTo>
                  <a:lnTo>
                    <a:pt x="30086" y="41059"/>
                  </a:lnTo>
                  <a:close/>
                </a:path>
                <a:path w="30479" h="48895">
                  <a:moveTo>
                    <a:pt x="30086" y="0"/>
                  </a:moveTo>
                  <a:lnTo>
                    <a:pt x="0" y="0"/>
                  </a:lnTo>
                  <a:lnTo>
                    <a:pt x="0" y="11442"/>
                  </a:lnTo>
                  <a:lnTo>
                    <a:pt x="30086" y="11442"/>
                  </a:lnTo>
                  <a:lnTo>
                    <a:pt x="3008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4" name="object 1804" descr=""/>
            <p:cNvSpPr/>
            <p:nvPr/>
          </p:nvSpPr>
          <p:spPr>
            <a:xfrm>
              <a:off x="9379923" y="9890191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15"/>
                  </a:moveTo>
                  <a:lnTo>
                    <a:pt x="30082" y="48815"/>
                  </a:lnTo>
                  <a:lnTo>
                    <a:pt x="30082" y="0"/>
                  </a:lnTo>
                  <a:lnTo>
                    <a:pt x="0" y="0"/>
                  </a:lnTo>
                  <a:lnTo>
                    <a:pt x="0" y="4881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5" name="object 1805" descr=""/>
            <p:cNvSpPr/>
            <p:nvPr/>
          </p:nvSpPr>
          <p:spPr>
            <a:xfrm>
              <a:off x="9332112" y="9890195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30086" y="41059"/>
                  </a:moveTo>
                  <a:lnTo>
                    <a:pt x="0" y="41059"/>
                  </a:lnTo>
                  <a:lnTo>
                    <a:pt x="0" y="48818"/>
                  </a:lnTo>
                  <a:lnTo>
                    <a:pt x="30086" y="48818"/>
                  </a:lnTo>
                  <a:lnTo>
                    <a:pt x="30086" y="41059"/>
                  </a:lnTo>
                  <a:close/>
                </a:path>
                <a:path w="30479" h="48895">
                  <a:moveTo>
                    <a:pt x="30086" y="0"/>
                  </a:moveTo>
                  <a:lnTo>
                    <a:pt x="0" y="0"/>
                  </a:lnTo>
                  <a:lnTo>
                    <a:pt x="0" y="11442"/>
                  </a:lnTo>
                  <a:lnTo>
                    <a:pt x="30086" y="11442"/>
                  </a:lnTo>
                  <a:lnTo>
                    <a:pt x="3008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6" name="object 1806" descr=""/>
            <p:cNvSpPr/>
            <p:nvPr/>
          </p:nvSpPr>
          <p:spPr>
            <a:xfrm>
              <a:off x="9332113" y="9890191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15"/>
                  </a:moveTo>
                  <a:lnTo>
                    <a:pt x="30093" y="48815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4881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7" name="object 1807" descr=""/>
            <p:cNvSpPr/>
            <p:nvPr/>
          </p:nvSpPr>
          <p:spPr>
            <a:xfrm>
              <a:off x="9284335" y="9890195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30060" y="41059"/>
                  </a:moveTo>
                  <a:lnTo>
                    <a:pt x="0" y="41059"/>
                  </a:lnTo>
                  <a:lnTo>
                    <a:pt x="0" y="48818"/>
                  </a:lnTo>
                  <a:lnTo>
                    <a:pt x="30060" y="48818"/>
                  </a:lnTo>
                  <a:lnTo>
                    <a:pt x="30060" y="41059"/>
                  </a:lnTo>
                  <a:close/>
                </a:path>
                <a:path w="30479" h="48895">
                  <a:moveTo>
                    <a:pt x="30060" y="0"/>
                  </a:moveTo>
                  <a:lnTo>
                    <a:pt x="0" y="0"/>
                  </a:lnTo>
                  <a:lnTo>
                    <a:pt x="0" y="11442"/>
                  </a:lnTo>
                  <a:lnTo>
                    <a:pt x="30060" y="11442"/>
                  </a:lnTo>
                  <a:lnTo>
                    <a:pt x="3006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8" name="object 1808" descr=""/>
            <p:cNvSpPr/>
            <p:nvPr/>
          </p:nvSpPr>
          <p:spPr>
            <a:xfrm>
              <a:off x="9284345" y="9890191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15"/>
                  </a:moveTo>
                  <a:lnTo>
                    <a:pt x="30061" y="48815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1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9" name="object 1809" descr=""/>
            <p:cNvSpPr/>
            <p:nvPr/>
          </p:nvSpPr>
          <p:spPr>
            <a:xfrm>
              <a:off x="9236532" y="9890195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30048" y="41059"/>
                  </a:moveTo>
                  <a:lnTo>
                    <a:pt x="0" y="41059"/>
                  </a:lnTo>
                  <a:lnTo>
                    <a:pt x="0" y="48818"/>
                  </a:lnTo>
                  <a:lnTo>
                    <a:pt x="30048" y="48818"/>
                  </a:lnTo>
                  <a:lnTo>
                    <a:pt x="30048" y="41059"/>
                  </a:lnTo>
                  <a:close/>
                </a:path>
                <a:path w="30479" h="48895">
                  <a:moveTo>
                    <a:pt x="30048" y="0"/>
                  </a:moveTo>
                  <a:lnTo>
                    <a:pt x="0" y="0"/>
                  </a:lnTo>
                  <a:lnTo>
                    <a:pt x="0" y="11442"/>
                  </a:lnTo>
                  <a:lnTo>
                    <a:pt x="30048" y="11442"/>
                  </a:lnTo>
                  <a:lnTo>
                    <a:pt x="3004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0" name="object 1810" descr=""/>
            <p:cNvSpPr/>
            <p:nvPr/>
          </p:nvSpPr>
          <p:spPr>
            <a:xfrm>
              <a:off x="9236535" y="9890191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15"/>
                  </a:moveTo>
                  <a:lnTo>
                    <a:pt x="30051" y="48815"/>
                  </a:lnTo>
                  <a:lnTo>
                    <a:pt x="30051" y="0"/>
                  </a:lnTo>
                  <a:lnTo>
                    <a:pt x="0" y="0"/>
                  </a:lnTo>
                  <a:lnTo>
                    <a:pt x="0" y="4881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1" name="object 1811" descr=""/>
            <p:cNvSpPr/>
            <p:nvPr/>
          </p:nvSpPr>
          <p:spPr>
            <a:xfrm>
              <a:off x="9475533" y="9949791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79" h="29845">
                  <a:moveTo>
                    <a:pt x="0" y="29674"/>
                  </a:moveTo>
                  <a:lnTo>
                    <a:pt x="30093" y="29674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29674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2" name="object 1812" descr=""/>
            <p:cNvSpPr/>
            <p:nvPr/>
          </p:nvSpPr>
          <p:spPr>
            <a:xfrm>
              <a:off x="9475533" y="9949791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46"/>
                  </a:moveTo>
                  <a:lnTo>
                    <a:pt x="30093" y="48846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4884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3" name="object 1813" descr=""/>
            <p:cNvSpPr/>
            <p:nvPr/>
          </p:nvSpPr>
          <p:spPr>
            <a:xfrm>
              <a:off x="9427754" y="9949791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79" h="29845">
                  <a:moveTo>
                    <a:pt x="0" y="29674"/>
                  </a:moveTo>
                  <a:lnTo>
                    <a:pt x="30061" y="29674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29674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4" name="object 1814" descr=""/>
            <p:cNvSpPr/>
            <p:nvPr/>
          </p:nvSpPr>
          <p:spPr>
            <a:xfrm>
              <a:off x="9427754" y="9949791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46"/>
                  </a:moveTo>
                  <a:lnTo>
                    <a:pt x="30061" y="48846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4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5" name="object 1815" descr=""/>
            <p:cNvSpPr/>
            <p:nvPr/>
          </p:nvSpPr>
          <p:spPr>
            <a:xfrm>
              <a:off x="9379923" y="9949791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79" h="29845">
                  <a:moveTo>
                    <a:pt x="0" y="29674"/>
                  </a:moveTo>
                  <a:lnTo>
                    <a:pt x="30082" y="29674"/>
                  </a:lnTo>
                  <a:lnTo>
                    <a:pt x="30082" y="0"/>
                  </a:lnTo>
                  <a:lnTo>
                    <a:pt x="0" y="0"/>
                  </a:lnTo>
                  <a:lnTo>
                    <a:pt x="0" y="29674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6" name="object 1816" descr=""/>
            <p:cNvSpPr/>
            <p:nvPr/>
          </p:nvSpPr>
          <p:spPr>
            <a:xfrm>
              <a:off x="9379923" y="9949791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46"/>
                  </a:moveTo>
                  <a:lnTo>
                    <a:pt x="30082" y="48846"/>
                  </a:lnTo>
                  <a:lnTo>
                    <a:pt x="30082" y="0"/>
                  </a:lnTo>
                  <a:lnTo>
                    <a:pt x="0" y="0"/>
                  </a:lnTo>
                  <a:lnTo>
                    <a:pt x="0" y="4884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7" name="object 1817" descr=""/>
            <p:cNvSpPr/>
            <p:nvPr/>
          </p:nvSpPr>
          <p:spPr>
            <a:xfrm>
              <a:off x="9332113" y="9949791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79" h="29845">
                  <a:moveTo>
                    <a:pt x="0" y="29674"/>
                  </a:moveTo>
                  <a:lnTo>
                    <a:pt x="30093" y="29674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29674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8" name="object 1818" descr=""/>
            <p:cNvSpPr/>
            <p:nvPr/>
          </p:nvSpPr>
          <p:spPr>
            <a:xfrm>
              <a:off x="9332113" y="9949791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46"/>
                  </a:moveTo>
                  <a:lnTo>
                    <a:pt x="30093" y="48846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4884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9" name="object 1819" descr=""/>
            <p:cNvSpPr/>
            <p:nvPr/>
          </p:nvSpPr>
          <p:spPr>
            <a:xfrm>
              <a:off x="9284345" y="9949791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79" h="29845">
                  <a:moveTo>
                    <a:pt x="0" y="29674"/>
                  </a:moveTo>
                  <a:lnTo>
                    <a:pt x="30061" y="29674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29674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0" name="object 1820" descr=""/>
            <p:cNvSpPr/>
            <p:nvPr/>
          </p:nvSpPr>
          <p:spPr>
            <a:xfrm>
              <a:off x="9284345" y="9949791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46"/>
                  </a:moveTo>
                  <a:lnTo>
                    <a:pt x="30061" y="48846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4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1" name="object 1821" descr=""/>
            <p:cNvSpPr/>
            <p:nvPr/>
          </p:nvSpPr>
          <p:spPr>
            <a:xfrm>
              <a:off x="9236535" y="9949791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79" h="29845">
                  <a:moveTo>
                    <a:pt x="0" y="29674"/>
                  </a:moveTo>
                  <a:lnTo>
                    <a:pt x="30051" y="29674"/>
                  </a:lnTo>
                  <a:lnTo>
                    <a:pt x="30051" y="0"/>
                  </a:lnTo>
                  <a:lnTo>
                    <a:pt x="0" y="0"/>
                  </a:lnTo>
                  <a:lnTo>
                    <a:pt x="0" y="29674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2" name="object 1822" descr=""/>
            <p:cNvSpPr/>
            <p:nvPr/>
          </p:nvSpPr>
          <p:spPr>
            <a:xfrm>
              <a:off x="9236535" y="9949791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46"/>
                  </a:moveTo>
                  <a:lnTo>
                    <a:pt x="30051" y="48846"/>
                  </a:lnTo>
                  <a:lnTo>
                    <a:pt x="30051" y="0"/>
                  </a:lnTo>
                  <a:lnTo>
                    <a:pt x="0" y="0"/>
                  </a:lnTo>
                  <a:lnTo>
                    <a:pt x="0" y="4884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3" name="object 1823" descr=""/>
            <p:cNvSpPr/>
            <p:nvPr/>
          </p:nvSpPr>
          <p:spPr>
            <a:xfrm>
              <a:off x="9191321" y="10010438"/>
              <a:ext cx="30480" cy="49530"/>
            </a:xfrm>
            <a:custGeom>
              <a:avLst/>
              <a:gdLst/>
              <a:ahLst/>
              <a:cxnLst/>
              <a:rect l="l" t="t" r="r" b="b"/>
              <a:pathLst>
                <a:path w="30479" h="49529">
                  <a:moveTo>
                    <a:pt x="0" y="49401"/>
                  </a:moveTo>
                  <a:lnTo>
                    <a:pt x="30103" y="49401"/>
                  </a:lnTo>
                  <a:lnTo>
                    <a:pt x="30103" y="0"/>
                  </a:lnTo>
                  <a:lnTo>
                    <a:pt x="0" y="0"/>
                  </a:lnTo>
                  <a:lnTo>
                    <a:pt x="0" y="49401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4" name="object 1824" descr=""/>
            <p:cNvSpPr/>
            <p:nvPr/>
          </p:nvSpPr>
          <p:spPr>
            <a:xfrm>
              <a:off x="9191321" y="10010438"/>
              <a:ext cx="30480" cy="68580"/>
            </a:xfrm>
            <a:custGeom>
              <a:avLst/>
              <a:gdLst/>
              <a:ahLst/>
              <a:cxnLst/>
              <a:rect l="l" t="t" r="r" b="b"/>
              <a:pathLst>
                <a:path w="30479" h="68579">
                  <a:moveTo>
                    <a:pt x="0" y="67987"/>
                  </a:moveTo>
                  <a:lnTo>
                    <a:pt x="30103" y="67987"/>
                  </a:lnTo>
                  <a:lnTo>
                    <a:pt x="30103" y="0"/>
                  </a:lnTo>
                  <a:lnTo>
                    <a:pt x="0" y="0"/>
                  </a:lnTo>
                  <a:lnTo>
                    <a:pt x="0" y="6798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5" name="object 1825" descr=""/>
            <p:cNvSpPr/>
            <p:nvPr/>
          </p:nvSpPr>
          <p:spPr>
            <a:xfrm>
              <a:off x="9143585" y="10010438"/>
              <a:ext cx="30480" cy="49530"/>
            </a:xfrm>
            <a:custGeom>
              <a:avLst/>
              <a:gdLst/>
              <a:ahLst/>
              <a:cxnLst/>
              <a:rect l="l" t="t" r="r" b="b"/>
              <a:pathLst>
                <a:path w="30479" h="49529">
                  <a:moveTo>
                    <a:pt x="0" y="49401"/>
                  </a:moveTo>
                  <a:lnTo>
                    <a:pt x="30020" y="49401"/>
                  </a:lnTo>
                  <a:lnTo>
                    <a:pt x="30020" y="0"/>
                  </a:lnTo>
                  <a:lnTo>
                    <a:pt x="0" y="0"/>
                  </a:lnTo>
                  <a:lnTo>
                    <a:pt x="0" y="49401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6" name="object 1826" descr=""/>
            <p:cNvSpPr/>
            <p:nvPr/>
          </p:nvSpPr>
          <p:spPr>
            <a:xfrm>
              <a:off x="9143585" y="10010438"/>
              <a:ext cx="30480" cy="68580"/>
            </a:xfrm>
            <a:custGeom>
              <a:avLst/>
              <a:gdLst/>
              <a:ahLst/>
              <a:cxnLst/>
              <a:rect l="l" t="t" r="r" b="b"/>
              <a:pathLst>
                <a:path w="30479" h="68579">
                  <a:moveTo>
                    <a:pt x="0" y="67987"/>
                  </a:moveTo>
                  <a:lnTo>
                    <a:pt x="30020" y="67987"/>
                  </a:lnTo>
                  <a:lnTo>
                    <a:pt x="30020" y="0"/>
                  </a:lnTo>
                  <a:lnTo>
                    <a:pt x="0" y="0"/>
                  </a:lnTo>
                  <a:lnTo>
                    <a:pt x="0" y="6798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7" name="object 1827" descr=""/>
            <p:cNvSpPr/>
            <p:nvPr/>
          </p:nvSpPr>
          <p:spPr>
            <a:xfrm>
              <a:off x="9095740" y="10010451"/>
              <a:ext cx="30480" cy="68580"/>
            </a:xfrm>
            <a:custGeom>
              <a:avLst/>
              <a:gdLst/>
              <a:ahLst/>
              <a:cxnLst/>
              <a:rect l="l" t="t" r="r" b="b"/>
              <a:pathLst>
                <a:path w="30479" h="68579">
                  <a:moveTo>
                    <a:pt x="30060" y="0"/>
                  </a:moveTo>
                  <a:lnTo>
                    <a:pt x="0" y="0"/>
                  </a:lnTo>
                  <a:lnTo>
                    <a:pt x="0" y="49390"/>
                  </a:lnTo>
                  <a:lnTo>
                    <a:pt x="0" y="67983"/>
                  </a:lnTo>
                  <a:lnTo>
                    <a:pt x="30060" y="67983"/>
                  </a:lnTo>
                  <a:lnTo>
                    <a:pt x="30060" y="49390"/>
                  </a:lnTo>
                  <a:lnTo>
                    <a:pt x="3006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8" name="object 1828" descr=""/>
            <p:cNvSpPr/>
            <p:nvPr/>
          </p:nvSpPr>
          <p:spPr>
            <a:xfrm>
              <a:off x="9095743" y="10010438"/>
              <a:ext cx="30480" cy="68580"/>
            </a:xfrm>
            <a:custGeom>
              <a:avLst/>
              <a:gdLst/>
              <a:ahLst/>
              <a:cxnLst/>
              <a:rect l="l" t="t" r="r" b="b"/>
              <a:pathLst>
                <a:path w="30479" h="68579">
                  <a:moveTo>
                    <a:pt x="0" y="67987"/>
                  </a:moveTo>
                  <a:lnTo>
                    <a:pt x="30061" y="67987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6798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9" name="object 1829" descr=""/>
            <p:cNvSpPr/>
            <p:nvPr/>
          </p:nvSpPr>
          <p:spPr>
            <a:xfrm>
              <a:off x="9061608" y="10010438"/>
              <a:ext cx="16510" cy="68580"/>
            </a:xfrm>
            <a:custGeom>
              <a:avLst/>
              <a:gdLst/>
              <a:ahLst/>
              <a:cxnLst/>
              <a:rect l="l" t="t" r="r" b="b"/>
              <a:pathLst>
                <a:path w="16509" h="68579">
                  <a:moveTo>
                    <a:pt x="0" y="67987"/>
                  </a:moveTo>
                  <a:lnTo>
                    <a:pt x="16365" y="67987"/>
                  </a:lnTo>
                  <a:lnTo>
                    <a:pt x="16365" y="0"/>
                  </a:lnTo>
                  <a:lnTo>
                    <a:pt x="0" y="0"/>
                  </a:lnTo>
                  <a:lnTo>
                    <a:pt x="0" y="67987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0" name="object 1830" descr=""/>
            <p:cNvSpPr/>
            <p:nvPr/>
          </p:nvSpPr>
          <p:spPr>
            <a:xfrm>
              <a:off x="9047912" y="10010438"/>
              <a:ext cx="30480" cy="68580"/>
            </a:xfrm>
            <a:custGeom>
              <a:avLst/>
              <a:gdLst/>
              <a:ahLst/>
              <a:cxnLst/>
              <a:rect l="l" t="t" r="r" b="b"/>
              <a:pathLst>
                <a:path w="30479" h="68579">
                  <a:moveTo>
                    <a:pt x="0" y="67987"/>
                  </a:moveTo>
                  <a:lnTo>
                    <a:pt x="30061" y="67987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6798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1" name="object 1831" descr=""/>
            <p:cNvSpPr/>
            <p:nvPr/>
          </p:nvSpPr>
          <p:spPr>
            <a:xfrm>
              <a:off x="9191321" y="9711317"/>
              <a:ext cx="30480" cy="35560"/>
            </a:xfrm>
            <a:custGeom>
              <a:avLst/>
              <a:gdLst/>
              <a:ahLst/>
              <a:cxnLst/>
              <a:rect l="l" t="t" r="r" b="b"/>
              <a:pathLst>
                <a:path w="30479" h="35559">
                  <a:moveTo>
                    <a:pt x="0" y="34962"/>
                  </a:moveTo>
                  <a:lnTo>
                    <a:pt x="30103" y="34962"/>
                  </a:lnTo>
                  <a:lnTo>
                    <a:pt x="30103" y="0"/>
                  </a:lnTo>
                  <a:lnTo>
                    <a:pt x="0" y="0"/>
                  </a:lnTo>
                  <a:lnTo>
                    <a:pt x="0" y="34962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2" name="object 1832" descr=""/>
            <p:cNvSpPr/>
            <p:nvPr/>
          </p:nvSpPr>
          <p:spPr>
            <a:xfrm>
              <a:off x="9191321" y="9711317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25"/>
                  </a:moveTo>
                  <a:lnTo>
                    <a:pt x="30103" y="48825"/>
                  </a:lnTo>
                  <a:lnTo>
                    <a:pt x="30103" y="0"/>
                  </a:lnTo>
                  <a:lnTo>
                    <a:pt x="0" y="0"/>
                  </a:lnTo>
                  <a:lnTo>
                    <a:pt x="0" y="4882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3" name="object 1833" descr=""/>
            <p:cNvSpPr/>
            <p:nvPr/>
          </p:nvSpPr>
          <p:spPr>
            <a:xfrm>
              <a:off x="9143585" y="9711317"/>
              <a:ext cx="30480" cy="35560"/>
            </a:xfrm>
            <a:custGeom>
              <a:avLst/>
              <a:gdLst/>
              <a:ahLst/>
              <a:cxnLst/>
              <a:rect l="l" t="t" r="r" b="b"/>
              <a:pathLst>
                <a:path w="30479" h="35559">
                  <a:moveTo>
                    <a:pt x="0" y="34962"/>
                  </a:moveTo>
                  <a:lnTo>
                    <a:pt x="30020" y="34962"/>
                  </a:lnTo>
                  <a:lnTo>
                    <a:pt x="30020" y="0"/>
                  </a:lnTo>
                  <a:lnTo>
                    <a:pt x="0" y="0"/>
                  </a:lnTo>
                  <a:lnTo>
                    <a:pt x="0" y="34962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4" name="object 1834" descr=""/>
            <p:cNvSpPr/>
            <p:nvPr/>
          </p:nvSpPr>
          <p:spPr>
            <a:xfrm>
              <a:off x="9143585" y="9711317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25"/>
                  </a:moveTo>
                  <a:lnTo>
                    <a:pt x="30020" y="48825"/>
                  </a:lnTo>
                  <a:lnTo>
                    <a:pt x="30020" y="0"/>
                  </a:lnTo>
                  <a:lnTo>
                    <a:pt x="0" y="0"/>
                  </a:lnTo>
                  <a:lnTo>
                    <a:pt x="0" y="4882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5" name="object 1835" descr=""/>
            <p:cNvSpPr/>
            <p:nvPr/>
          </p:nvSpPr>
          <p:spPr>
            <a:xfrm>
              <a:off x="9095740" y="9711328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30060" y="0"/>
                  </a:moveTo>
                  <a:lnTo>
                    <a:pt x="0" y="0"/>
                  </a:lnTo>
                  <a:lnTo>
                    <a:pt x="0" y="34963"/>
                  </a:lnTo>
                  <a:lnTo>
                    <a:pt x="0" y="48818"/>
                  </a:lnTo>
                  <a:lnTo>
                    <a:pt x="30060" y="48818"/>
                  </a:lnTo>
                  <a:lnTo>
                    <a:pt x="30060" y="34963"/>
                  </a:lnTo>
                  <a:lnTo>
                    <a:pt x="3006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6" name="object 1836" descr=""/>
            <p:cNvSpPr/>
            <p:nvPr/>
          </p:nvSpPr>
          <p:spPr>
            <a:xfrm>
              <a:off x="9095743" y="9711317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25"/>
                  </a:moveTo>
                  <a:lnTo>
                    <a:pt x="30061" y="48825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2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7" name="object 1837" descr=""/>
            <p:cNvSpPr/>
            <p:nvPr/>
          </p:nvSpPr>
          <p:spPr>
            <a:xfrm>
              <a:off x="9061608" y="9711317"/>
              <a:ext cx="16510" cy="48895"/>
            </a:xfrm>
            <a:custGeom>
              <a:avLst/>
              <a:gdLst/>
              <a:ahLst/>
              <a:cxnLst/>
              <a:rect l="l" t="t" r="r" b="b"/>
              <a:pathLst>
                <a:path w="16509" h="48895">
                  <a:moveTo>
                    <a:pt x="0" y="48825"/>
                  </a:moveTo>
                  <a:lnTo>
                    <a:pt x="16365" y="48825"/>
                  </a:lnTo>
                  <a:lnTo>
                    <a:pt x="16365" y="0"/>
                  </a:lnTo>
                  <a:lnTo>
                    <a:pt x="0" y="0"/>
                  </a:lnTo>
                  <a:lnTo>
                    <a:pt x="0" y="48825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8" name="object 1838" descr=""/>
            <p:cNvSpPr/>
            <p:nvPr/>
          </p:nvSpPr>
          <p:spPr>
            <a:xfrm>
              <a:off x="9047912" y="9711317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25"/>
                  </a:moveTo>
                  <a:lnTo>
                    <a:pt x="30061" y="48825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2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9" name="object 1839" descr=""/>
            <p:cNvSpPr/>
            <p:nvPr/>
          </p:nvSpPr>
          <p:spPr>
            <a:xfrm>
              <a:off x="9191321" y="9774456"/>
              <a:ext cx="30480" cy="45720"/>
            </a:xfrm>
            <a:custGeom>
              <a:avLst/>
              <a:gdLst/>
              <a:ahLst/>
              <a:cxnLst/>
              <a:rect l="l" t="t" r="r" b="b"/>
              <a:pathLst>
                <a:path w="30479" h="45720">
                  <a:moveTo>
                    <a:pt x="0" y="45317"/>
                  </a:moveTo>
                  <a:lnTo>
                    <a:pt x="30103" y="45317"/>
                  </a:lnTo>
                  <a:lnTo>
                    <a:pt x="30103" y="0"/>
                  </a:lnTo>
                  <a:lnTo>
                    <a:pt x="0" y="0"/>
                  </a:lnTo>
                  <a:lnTo>
                    <a:pt x="0" y="45317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0" name="object 1840" descr=""/>
            <p:cNvSpPr/>
            <p:nvPr/>
          </p:nvSpPr>
          <p:spPr>
            <a:xfrm>
              <a:off x="9191321" y="9770948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25"/>
                  </a:moveTo>
                  <a:lnTo>
                    <a:pt x="30103" y="48825"/>
                  </a:lnTo>
                  <a:lnTo>
                    <a:pt x="30103" y="0"/>
                  </a:lnTo>
                  <a:lnTo>
                    <a:pt x="0" y="0"/>
                  </a:lnTo>
                  <a:lnTo>
                    <a:pt x="0" y="4882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1" name="object 1841" descr=""/>
            <p:cNvSpPr/>
            <p:nvPr/>
          </p:nvSpPr>
          <p:spPr>
            <a:xfrm>
              <a:off x="9143585" y="9774456"/>
              <a:ext cx="30480" cy="45720"/>
            </a:xfrm>
            <a:custGeom>
              <a:avLst/>
              <a:gdLst/>
              <a:ahLst/>
              <a:cxnLst/>
              <a:rect l="l" t="t" r="r" b="b"/>
              <a:pathLst>
                <a:path w="30479" h="45720">
                  <a:moveTo>
                    <a:pt x="0" y="45317"/>
                  </a:moveTo>
                  <a:lnTo>
                    <a:pt x="30020" y="45317"/>
                  </a:lnTo>
                  <a:lnTo>
                    <a:pt x="30020" y="0"/>
                  </a:lnTo>
                  <a:lnTo>
                    <a:pt x="0" y="0"/>
                  </a:lnTo>
                  <a:lnTo>
                    <a:pt x="0" y="45317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2" name="object 1842" descr=""/>
            <p:cNvSpPr/>
            <p:nvPr/>
          </p:nvSpPr>
          <p:spPr>
            <a:xfrm>
              <a:off x="9143585" y="9770948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25"/>
                  </a:moveTo>
                  <a:lnTo>
                    <a:pt x="30020" y="48825"/>
                  </a:lnTo>
                  <a:lnTo>
                    <a:pt x="30020" y="0"/>
                  </a:lnTo>
                  <a:lnTo>
                    <a:pt x="0" y="0"/>
                  </a:lnTo>
                  <a:lnTo>
                    <a:pt x="0" y="4882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3" name="object 1843" descr=""/>
            <p:cNvSpPr/>
            <p:nvPr/>
          </p:nvSpPr>
          <p:spPr>
            <a:xfrm>
              <a:off x="9095740" y="9770954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30060" y="0"/>
                  </a:moveTo>
                  <a:lnTo>
                    <a:pt x="0" y="0"/>
                  </a:lnTo>
                  <a:lnTo>
                    <a:pt x="0" y="3505"/>
                  </a:lnTo>
                  <a:lnTo>
                    <a:pt x="0" y="48831"/>
                  </a:lnTo>
                  <a:lnTo>
                    <a:pt x="30060" y="48831"/>
                  </a:lnTo>
                  <a:lnTo>
                    <a:pt x="30060" y="3505"/>
                  </a:lnTo>
                  <a:lnTo>
                    <a:pt x="3006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4" name="object 1844" descr=""/>
            <p:cNvSpPr/>
            <p:nvPr/>
          </p:nvSpPr>
          <p:spPr>
            <a:xfrm>
              <a:off x="9095743" y="9770948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25"/>
                  </a:moveTo>
                  <a:lnTo>
                    <a:pt x="30061" y="48825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2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5" name="object 1845" descr=""/>
            <p:cNvSpPr/>
            <p:nvPr/>
          </p:nvSpPr>
          <p:spPr>
            <a:xfrm>
              <a:off x="9061608" y="9770948"/>
              <a:ext cx="16510" cy="48895"/>
            </a:xfrm>
            <a:custGeom>
              <a:avLst/>
              <a:gdLst/>
              <a:ahLst/>
              <a:cxnLst/>
              <a:rect l="l" t="t" r="r" b="b"/>
              <a:pathLst>
                <a:path w="16509" h="48895">
                  <a:moveTo>
                    <a:pt x="0" y="48825"/>
                  </a:moveTo>
                  <a:lnTo>
                    <a:pt x="16365" y="48825"/>
                  </a:lnTo>
                  <a:lnTo>
                    <a:pt x="16365" y="0"/>
                  </a:lnTo>
                  <a:lnTo>
                    <a:pt x="0" y="0"/>
                  </a:lnTo>
                  <a:lnTo>
                    <a:pt x="0" y="48825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6" name="object 1846" descr=""/>
            <p:cNvSpPr/>
            <p:nvPr/>
          </p:nvSpPr>
          <p:spPr>
            <a:xfrm>
              <a:off x="9047912" y="9770948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25"/>
                  </a:moveTo>
                  <a:lnTo>
                    <a:pt x="30061" y="48825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2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7" name="object 1847" descr=""/>
            <p:cNvSpPr/>
            <p:nvPr/>
          </p:nvSpPr>
          <p:spPr>
            <a:xfrm>
              <a:off x="9191321" y="9852852"/>
              <a:ext cx="30480" cy="26670"/>
            </a:xfrm>
            <a:custGeom>
              <a:avLst/>
              <a:gdLst/>
              <a:ahLst/>
              <a:cxnLst/>
              <a:rect l="l" t="t" r="r" b="b"/>
              <a:pathLst>
                <a:path w="30479" h="26670">
                  <a:moveTo>
                    <a:pt x="0" y="26543"/>
                  </a:moveTo>
                  <a:lnTo>
                    <a:pt x="30103" y="26543"/>
                  </a:lnTo>
                  <a:lnTo>
                    <a:pt x="30103" y="0"/>
                  </a:lnTo>
                  <a:lnTo>
                    <a:pt x="0" y="0"/>
                  </a:lnTo>
                  <a:lnTo>
                    <a:pt x="0" y="26543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8" name="object 1848" descr=""/>
            <p:cNvSpPr/>
            <p:nvPr/>
          </p:nvSpPr>
          <p:spPr>
            <a:xfrm>
              <a:off x="9191321" y="9830538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57"/>
                  </a:moveTo>
                  <a:lnTo>
                    <a:pt x="30103" y="48857"/>
                  </a:lnTo>
                  <a:lnTo>
                    <a:pt x="30103" y="0"/>
                  </a:lnTo>
                  <a:lnTo>
                    <a:pt x="0" y="0"/>
                  </a:lnTo>
                  <a:lnTo>
                    <a:pt x="0" y="4885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9" name="object 1849" descr=""/>
            <p:cNvSpPr/>
            <p:nvPr/>
          </p:nvSpPr>
          <p:spPr>
            <a:xfrm>
              <a:off x="9143585" y="9852852"/>
              <a:ext cx="30480" cy="26670"/>
            </a:xfrm>
            <a:custGeom>
              <a:avLst/>
              <a:gdLst/>
              <a:ahLst/>
              <a:cxnLst/>
              <a:rect l="l" t="t" r="r" b="b"/>
              <a:pathLst>
                <a:path w="30479" h="26670">
                  <a:moveTo>
                    <a:pt x="0" y="26543"/>
                  </a:moveTo>
                  <a:lnTo>
                    <a:pt x="30020" y="26543"/>
                  </a:lnTo>
                  <a:lnTo>
                    <a:pt x="30020" y="0"/>
                  </a:lnTo>
                  <a:lnTo>
                    <a:pt x="0" y="0"/>
                  </a:lnTo>
                  <a:lnTo>
                    <a:pt x="0" y="26543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0" name="object 1850" descr=""/>
            <p:cNvSpPr/>
            <p:nvPr/>
          </p:nvSpPr>
          <p:spPr>
            <a:xfrm>
              <a:off x="9143585" y="9830538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57"/>
                  </a:moveTo>
                  <a:lnTo>
                    <a:pt x="30020" y="48857"/>
                  </a:lnTo>
                  <a:lnTo>
                    <a:pt x="30020" y="0"/>
                  </a:lnTo>
                  <a:lnTo>
                    <a:pt x="0" y="0"/>
                  </a:lnTo>
                  <a:lnTo>
                    <a:pt x="0" y="4885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1" name="object 1851" descr=""/>
            <p:cNvSpPr/>
            <p:nvPr/>
          </p:nvSpPr>
          <p:spPr>
            <a:xfrm>
              <a:off x="9095740" y="9830543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30060" y="0"/>
                  </a:moveTo>
                  <a:lnTo>
                    <a:pt x="0" y="0"/>
                  </a:lnTo>
                  <a:lnTo>
                    <a:pt x="0" y="22313"/>
                  </a:lnTo>
                  <a:lnTo>
                    <a:pt x="0" y="48856"/>
                  </a:lnTo>
                  <a:lnTo>
                    <a:pt x="30060" y="48856"/>
                  </a:lnTo>
                  <a:lnTo>
                    <a:pt x="30060" y="22313"/>
                  </a:lnTo>
                  <a:lnTo>
                    <a:pt x="3006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2" name="object 1852" descr=""/>
            <p:cNvSpPr/>
            <p:nvPr/>
          </p:nvSpPr>
          <p:spPr>
            <a:xfrm>
              <a:off x="9095743" y="9830538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57"/>
                  </a:moveTo>
                  <a:lnTo>
                    <a:pt x="30061" y="48857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5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3" name="object 1853" descr=""/>
            <p:cNvSpPr/>
            <p:nvPr/>
          </p:nvSpPr>
          <p:spPr>
            <a:xfrm>
              <a:off x="9061608" y="9830538"/>
              <a:ext cx="16510" cy="48895"/>
            </a:xfrm>
            <a:custGeom>
              <a:avLst/>
              <a:gdLst/>
              <a:ahLst/>
              <a:cxnLst/>
              <a:rect l="l" t="t" r="r" b="b"/>
              <a:pathLst>
                <a:path w="16509" h="48895">
                  <a:moveTo>
                    <a:pt x="0" y="48857"/>
                  </a:moveTo>
                  <a:lnTo>
                    <a:pt x="16365" y="48857"/>
                  </a:lnTo>
                  <a:lnTo>
                    <a:pt x="16365" y="0"/>
                  </a:lnTo>
                  <a:lnTo>
                    <a:pt x="0" y="0"/>
                  </a:lnTo>
                  <a:lnTo>
                    <a:pt x="0" y="48857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4" name="object 1854" descr=""/>
            <p:cNvSpPr/>
            <p:nvPr/>
          </p:nvSpPr>
          <p:spPr>
            <a:xfrm>
              <a:off x="9047912" y="9830538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57"/>
                  </a:moveTo>
                  <a:lnTo>
                    <a:pt x="30061" y="48857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5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5" name="object 1855" descr=""/>
            <p:cNvSpPr/>
            <p:nvPr/>
          </p:nvSpPr>
          <p:spPr>
            <a:xfrm>
              <a:off x="9191320" y="9890195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30099" y="41059"/>
                  </a:moveTo>
                  <a:lnTo>
                    <a:pt x="0" y="41059"/>
                  </a:lnTo>
                  <a:lnTo>
                    <a:pt x="0" y="48818"/>
                  </a:lnTo>
                  <a:lnTo>
                    <a:pt x="30099" y="48818"/>
                  </a:lnTo>
                  <a:lnTo>
                    <a:pt x="30099" y="41059"/>
                  </a:lnTo>
                  <a:close/>
                </a:path>
                <a:path w="30479" h="48895">
                  <a:moveTo>
                    <a:pt x="30099" y="0"/>
                  </a:moveTo>
                  <a:lnTo>
                    <a:pt x="0" y="0"/>
                  </a:lnTo>
                  <a:lnTo>
                    <a:pt x="0" y="12865"/>
                  </a:lnTo>
                  <a:lnTo>
                    <a:pt x="30099" y="12865"/>
                  </a:lnTo>
                  <a:lnTo>
                    <a:pt x="3009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6" name="object 1856" descr=""/>
            <p:cNvSpPr/>
            <p:nvPr/>
          </p:nvSpPr>
          <p:spPr>
            <a:xfrm>
              <a:off x="9191321" y="9890191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15"/>
                  </a:moveTo>
                  <a:lnTo>
                    <a:pt x="30103" y="48815"/>
                  </a:lnTo>
                  <a:lnTo>
                    <a:pt x="30103" y="0"/>
                  </a:lnTo>
                  <a:lnTo>
                    <a:pt x="0" y="0"/>
                  </a:lnTo>
                  <a:lnTo>
                    <a:pt x="0" y="4881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7" name="object 1857" descr=""/>
            <p:cNvSpPr/>
            <p:nvPr/>
          </p:nvSpPr>
          <p:spPr>
            <a:xfrm>
              <a:off x="9143581" y="9890195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30022" y="41059"/>
                  </a:moveTo>
                  <a:lnTo>
                    <a:pt x="0" y="41059"/>
                  </a:lnTo>
                  <a:lnTo>
                    <a:pt x="0" y="48818"/>
                  </a:lnTo>
                  <a:lnTo>
                    <a:pt x="30022" y="48818"/>
                  </a:lnTo>
                  <a:lnTo>
                    <a:pt x="30022" y="41059"/>
                  </a:lnTo>
                  <a:close/>
                </a:path>
                <a:path w="30479" h="48895">
                  <a:moveTo>
                    <a:pt x="30022" y="0"/>
                  </a:moveTo>
                  <a:lnTo>
                    <a:pt x="0" y="0"/>
                  </a:lnTo>
                  <a:lnTo>
                    <a:pt x="0" y="12865"/>
                  </a:lnTo>
                  <a:lnTo>
                    <a:pt x="30022" y="12865"/>
                  </a:lnTo>
                  <a:lnTo>
                    <a:pt x="30022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8" name="object 1858" descr=""/>
            <p:cNvSpPr/>
            <p:nvPr/>
          </p:nvSpPr>
          <p:spPr>
            <a:xfrm>
              <a:off x="9143585" y="9890191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15"/>
                  </a:moveTo>
                  <a:lnTo>
                    <a:pt x="30020" y="48815"/>
                  </a:lnTo>
                  <a:lnTo>
                    <a:pt x="30020" y="0"/>
                  </a:lnTo>
                  <a:lnTo>
                    <a:pt x="0" y="0"/>
                  </a:lnTo>
                  <a:lnTo>
                    <a:pt x="0" y="4881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9" name="object 1859" descr=""/>
            <p:cNvSpPr/>
            <p:nvPr/>
          </p:nvSpPr>
          <p:spPr>
            <a:xfrm>
              <a:off x="9095743" y="9890191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30061" y="0"/>
                  </a:moveTo>
                  <a:lnTo>
                    <a:pt x="0" y="0"/>
                  </a:lnTo>
                  <a:lnTo>
                    <a:pt x="0" y="48815"/>
                  </a:lnTo>
                  <a:lnTo>
                    <a:pt x="30061" y="48815"/>
                  </a:lnTo>
                  <a:lnTo>
                    <a:pt x="30061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0" name="object 1860" descr=""/>
            <p:cNvSpPr/>
            <p:nvPr/>
          </p:nvSpPr>
          <p:spPr>
            <a:xfrm>
              <a:off x="9095743" y="9890191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15"/>
                  </a:moveTo>
                  <a:lnTo>
                    <a:pt x="30061" y="48815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1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1" name="object 1861" descr=""/>
            <p:cNvSpPr/>
            <p:nvPr/>
          </p:nvSpPr>
          <p:spPr>
            <a:xfrm>
              <a:off x="9061608" y="9890191"/>
              <a:ext cx="16510" cy="48895"/>
            </a:xfrm>
            <a:custGeom>
              <a:avLst/>
              <a:gdLst/>
              <a:ahLst/>
              <a:cxnLst/>
              <a:rect l="l" t="t" r="r" b="b"/>
              <a:pathLst>
                <a:path w="16509" h="48895">
                  <a:moveTo>
                    <a:pt x="0" y="48815"/>
                  </a:moveTo>
                  <a:lnTo>
                    <a:pt x="16365" y="48815"/>
                  </a:lnTo>
                  <a:lnTo>
                    <a:pt x="16365" y="0"/>
                  </a:lnTo>
                  <a:lnTo>
                    <a:pt x="0" y="0"/>
                  </a:lnTo>
                  <a:lnTo>
                    <a:pt x="0" y="48815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2" name="object 1862" descr=""/>
            <p:cNvSpPr/>
            <p:nvPr/>
          </p:nvSpPr>
          <p:spPr>
            <a:xfrm>
              <a:off x="9047912" y="9890191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15"/>
                  </a:moveTo>
                  <a:lnTo>
                    <a:pt x="30061" y="48815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1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3" name="object 1863" descr=""/>
            <p:cNvSpPr/>
            <p:nvPr/>
          </p:nvSpPr>
          <p:spPr>
            <a:xfrm>
              <a:off x="9191321" y="9949791"/>
              <a:ext cx="30480" cy="31750"/>
            </a:xfrm>
            <a:custGeom>
              <a:avLst/>
              <a:gdLst/>
              <a:ahLst/>
              <a:cxnLst/>
              <a:rect l="l" t="t" r="r" b="b"/>
              <a:pathLst>
                <a:path w="30479" h="31750">
                  <a:moveTo>
                    <a:pt x="0" y="31663"/>
                  </a:moveTo>
                  <a:lnTo>
                    <a:pt x="30103" y="31663"/>
                  </a:lnTo>
                  <a:lnTo>
                    <a:pt x="30103" y="0"/>
                  </a:lnTo>
                  <a:lnTo>
                    <a:pt x="0" y="0"/>
                  </a:lnTo>
                  <a:lnTo>
                    <a:pt x="0" y="31663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4" name="object 1864" descr=""/>
            <p:cNvSpPr/>
            <p:nvPr/>
          </p:nvSpPr>
          <p:spPr>
            <a:xfrm>
              <a:off x="9191321" y="9949791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46"/>
                  </a:moveTo>
                  <a:lnTo>
                    <a:pt x="30103" y="48846"/>
                  </a:lnTo>
                  <a:lnTo>
                    <a:pt x="30103" y="0"/>
                  </a:lnTo>
                  <a:lnTo>
                    <a:pt x="0" y="0"/>
                  </a:lnTo>
                  <a:lnTo>
                    <a:pt x="0" y="4884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5" name="object 1865" descr=""/>
            <p:cNvSpPr/>
            <p:nvPr/>
          </p:nvSpPr>
          <p:spPr>
            <a:xfrm>
              <a:off x="9143585" y="9949791"/>
              <a:ext cx="30480" cy="31750"/>
            </a:xfrm>
            <a:custGeom>
              <a:avLst/>
              <a:gdLst/>
              <a:ahLst/>
              <a:cxnLst/>
              <a:rect l="l" t="t" r="r" b="b"/>
              <a:pathLst>
                <a:path w="30479" h="31750">
                  <a:moveTo>
                    <a:pt x="0" y="31663"/>
                  </a:moveTo>
                  <a:lnTo>
                    <a:pt x="30020" y="31663"/>
                  </a:lnTo>
                  <a:lnTo>
                    <a:pt x="30020" y="0"/>
                  </a:lnTo>
                  <a:lnTo>
                    <a:pt x="0" y="0"/>
                  </a:lnTo>
                  <a:lnTo>
                    <a:pt x="0" y="31663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6" name="object 1866" descr=""/>
            <p:cNvSpPr/>
            <p:nvPr/>
          </p:nvSpPr>
          <p:spPr>
            <a:xfrm>
              <a:off x="9143585" y="9949791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46"/>
                  </a:moveTo>
                  <a:lnTo>
                    <a:pt x="30020" y="48846"/>
                  </a:lnTo>
                  <a:lnTo>
                    <a:pt x="30020" y="0"/>
                  </a:lnTo>
                  <a:lnTo>
                    <a:pt x="0" y="0"/>
                  </a:lnTo>
                  <a:lnTo>
                    <a:pt x="0" y="4884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7" name="object 1867" descr=""/>
            <p:cNvSpPr/>
            <p:nvPr/>
          </p:nvSpPr>
          <p:spPr>
            <a:xfrm>
              <a:off x="9095740" y="9949796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30060" y="0"/>
                  </a:moveTo>
                  <a:lnTo>
                    <a:pt x="0" y="0"/>
                  </a:lnTo>
                  <a:lnTo>
                    <a:pt x="0" y="31661"/>
                  </a:lnTo>
                  <a:lnTo>
                    <a:pt x="0" y="48844"/>
                  </a:lnTo>
                  <a:lnTo>
                    <a:pt x="30060" y="48844"/>
                  </a:lnTo>
                  <a:lnTo>
                    <a:pt x="30060" y="31661"/>
                  </a:lnTo>
                  <a:lnTo>
                    <a:pt x="3006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8" name="object 1868" descr=""/>
            <p:cNvSpPr/>
            <p:nvPr/>
          </p:nvSpPr>
          <p:spPr>
            <a:xfrm>
              <a:off x="9095743" y="9949791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46"/>
                  </a:moveTo>
                  <a:lnTo>
                    <a:pt x="30061" y="48846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4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9" name="object 1869" descr=""/>
            <p:cNvSpPr/>
            <p:nvPr/>
          </p:nvSpPr>
          <p:spPr>
            <a:xfrm>
              <a:off x="9061608" y="9949791"/>
              <a:ext cx="16510" cy="48895"/>
            </a:xfrm>
            <a:custGeom>
              <a:avLst/>
              <a:gdLst/>
              <a:ahLst/>
              <a:cxnLst/>
              <a:rect l="l" t="t" r="r" b="b"/>
              <a:pathLst>
                <a:path w="16509" h="48895">
                  <a:moveTo>
                    <a:pt x="0" y="48846"/>
                  </a:moveTo>
                  <a:lnTo>
                    <a:pt x="16365" y="48846"/>
                  </a:lnTo>
                  <a:lnTo>
                    <a:pt x="16365" y="0"/>
                  </a:lnTo>
                  <a:lnTo>
                    <a:pt x="0" y="0"/>
                  </a:lnTo>
                  <a:lnTo>
                    <a:pt x="0" y="48846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0" name="object 1870" descr=""/>
            <p:cNvSpPr/>
            <p:nvPr/>
          </p:nvSpPr>
          <p:spPr>
            <a:xfrm>
              <a:off x="8859290" y="9711317"/>
              <a:ext cx="219075" cy="367665"/>
            </a:xfrm>
            <a:custGeom>
              <a:avLst/>
              <a:gdLst/>
              <a:ahLst/>
              <a:cxnLst/>
              <a:rect l="l" t="t" r="r" b="b"/>
              <a:pathLst>
                <a:path w="219075" h="367665">
                  <a:moveTo>
                    <a:pt x="188622" y="287321"/>
                  </a:moveTo>
                  <a:lnTo>
                    <a:pt x="218684" y="287321"/>
                  </a:lnTo>
                  <a:lnTo>
                    <a:pt x="218684" y="238474"/>
                  </a:lnTo>
                  <a:lnTo>
                    <a:pt x="188622" y="238474"/>
                  </a:lnTo>
                  <a:lnTo>
                    <a:pt x="188622" y="287321"/>
                  </a:lnTo>
                  <a:close/>
                </a:path>
                <a:path w="219075" h="367665">
                  <a:moveTo>
                    <a:pt x="0" y="367109"/>
                  </a:moveTo>
                  <a:lnTo>
                    <a:pt x="30103" y="367109"/>
                  </a:lnTo>
                  <a:lnTo>
                    <a:pt x="30103" y="299121"/>
                  </a:lnTo>
                  <a:lnTo>
                    <a:pt x="0" y="299121"/>
                  </a:lnTo>
                  <a:lnTo>
                    <a:pt x="0" y="367109"/>
                  </a:lnTo>
                  <a:close/>
                </a:path>
                <a:path w="219075" h="367665">
                  <a:moveTo>
                    <a:pt x="0" y="48825"/>
                  </a:moveTo>
                  <a:lnTo>
                    <a:pt x="30103" y="48825"/>
                  </a:lnTo>
                  <a:lnTo>
                    <a:pt x="30103" y="0"/>
                  </a:lnTo>
                  <a:lnTo>
                    <a:pt x="0" y="0"/>
                  </a:lnTo>
                  <a:lnTo>
                    <a:pt x="0" y="48825"/>
                  </a:lnTo>
                  <a:close/>
                </a:path>
                <a:path w="219075" h="367665">
                  <a:moveTo>
                    <a:pt x="0" y="108457"/>
                  </a:moveTo>
                  <a:lnTo>
                    <a:pt x="30103" y="108457"/>
                  </a:lnTo>
                  <a:lnTo>
                    <a:pt x="30103" y="59631"/>
                  </a:lnTo>
                  <a:lnTo>
                    <a:pt x="0" y="59631"/>
                  </a:lnTo>
                  <a:lnTo>
                    <a:pt x="0" y="108457"/>
                  </a:lnTo>
                  <a:close/>
                </a:path>
                <a:path w="219075" h="367665">
                  <a:moveTo>
                    <a:pt x="0" y="168078"/>
                  </a:moveTo>
                  <a:lnTo>
                    <a:pt x="30103" y="168078"/>
                  </a:lnTo>
                  <a:lnTo>
                    <a:pt x="30103" y="119221"/>
                  </a:lnTo>
                  <a:lnTo>
                    <a:pt x="0" y="119221"/>
                  </a:lnTo>
                  <a:lnTo>
                    <a:pt x="0" y="168078"/>
                  </a:lnTo>
                  <a:close/>
                </a:path>
                <a:path w="219075" h="367665">
                  <a:moveTo>
                    <a:pt x="0" y="227689"/>
                  </a:moveTo>
                  <a:lnTo>
                    <a:pt x="30103" y="227689"/>
                  </a:lnTo>
                  <a:lnTo>
                    <a:pt x="30103" y="178874"/>
                  </a:lnTo>
                  <a:lnTo>
                    <a:pt x="0" y="178874"/>
                  </a:lnTo>
                  <a:lnTo>
                    <a:pt x="0" y="227689"/>
                  </a:lnTo>
                  <a:close/>
                </a:path>
                <a:path w="219075" h="367665">
                  <a:moveTo>
                    <a:pt x="0" y="287321"/>
                  </a:moveTo>
                  <a:lnTo>
                    <a:pt x="30103" y="287321"/>
                  </a:lnTo>
                  <a:lnTo>
                    <a:pt x="30103" y="238474"/>
                  </a:lnTo>
                  <a:lnTo>
                    <a:pt x="0" y="238474"/>
                  </a:lnTo>
                  <a:lnTo>
                    <a:pt x="0" y="28732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1" name="object 1871" descr=""/>
            <p:cNvSpPr/>
            <p:nvPr/>
          </p:nvSpPr>
          <p:spPr>
            <a:xfrm>
              <a:off x="9475520" y="9631521"/>
              <a:ext cx="30480" cy="68580"/>
            </a:xfrm>
            <a:custGeom>
              <a:avLst/>
              <a:gdLst/>
              <a:ahLst/>
              <a:cxnLst/>
              <a:rect l="l" t="t" r="r" b="b"/>
              <a:pathLst>
                <a:path w="30479" h="68579">
                  <a:moveTo>
                    <a:pt x="30099" y="64630"/>
                  </a:moveTo>
                  <a:lnTo>
                    <a:pt x="0" y="64630"/>
                  </a:lnTo>
                  <a:lnTo>
                    <a:pt x="0" y="67970"/>
                  </a:lnTo>
                  <a:lnTo>
                    <a:pt x="30099" y="67970"/>
                  </a:lnTo>
                  <a:lnTo>
                    <a:pt x="30099" y="64630"/>
                  </a:lnTo>
                  <a:close/>
                </a:path>
                <a:path w="30479" h="68579">
                  <a:moveTo>
                    <a:pt x="30099" y="0"/>
                  </a:moveTo>
                  <a:lnTo>
                    <a:pt x="0" y="0"/>
                  </a:lnTo>
                  <a:lnTo>
                    <a:pt x="0" y="36652"/>
                  </a:lnTo>
                  <a:lnTo>
                    <a:pt x="30099" y="36652"/>
                  </a:lnTo>
                  <a:lnTo>
                    <a:pt x="3009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2" name="object 1872" descr=""/>
            <p:cNvSpPr/>
            <p:nvPr/>
          </p:nvSpPr>
          <p:spPr>
            <a:xfrm>
              <a:off x="9475533" y="9631518"/>
              <a:ext cx="30480" cy="68580"/>
            </a:xfrm>
            <a:custGeom>
              <a:avLst/>
              <a:gdLst/>
              <a:ahLst/>
              <a:cxnLst/>
              <a:rect l="l" t="t" r="r" b="b"/>
              <a:pathLst>
                <a:path w="30479" h="68579">
                  <a:moveTo>
                    <a:pt x="0" y="67966"/>
                  </a:moveTo>
                  <a:lnTo>
                    <a:pt x="30093" y="67966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6796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3" name="object 1873" descr=""/>
            <p:cNvSpPr/>
            <p:nvPr/>
          </p:nvSpPr>
          <p:spPr>
            <a:xfrm>
              <a:off x="9427743" y="9631521"/>
              <a:ext cx="30480" cy="68580"/>
            </a:xfrm>
            <a:custGeom>
              <a:avLst/>
              <a:gdLst/>
              <a:ahLst/>
              <a:cxnLst/>
              <a:rect l="l" t="t" r="r" b="b"/>
              <a:pathLst>
                <a:path w="30479" h="68579">
                  <a:moveTo>
                    <a:pt x="30060" y="64630"/>
                  </a:moveTo>
                  <a:lnTo>
                    <a:pt x="0" y="64630"/>
                  </a:lnTo>
                  <a:lnTo>
                    <a:pt x="0" y="67970"/>
                  </a:lnTo>
                  <a:lnTo>
                    <a:pt x="30060" y="67970"/>
                  </a:lnTo>
                  <a:lnTo>
                    <a:pt x="30060" y="64630"/>
                  </a:lnTo>
                  <a:close/>
                </a:path>
                <a:path w="30479" h="68579">
                  <a:moveTo>
                    <a:pt x="30060" y="0"/>
                  </a:moveTo>
                  <a:lnTo>
                    <a:pt x="0" y="0"/>
                  </a:lnTo>
                  <a:lnTo>
                    <a:pt x="0" y="36652"/>
                  </a:lnTo>
                  <a:lnTo>
                    <a:pt x="30060" y="36652"/>
                  </a:lnTo>
                  <a:lnTo>
                    <a:pt x="3006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4" name="object 1874" descr=""/>
            <p:cNvSpPr/>
            <p:nvPr/>
          </p:nvSpPr>
          <p:spPr>
            <a:xfrm>
              <a:off x="9427754" y="9631518"/>
              <a:ext cx="30480" cy="68580"/>
            </a:xfrm>
            <a:custGeom>
              <a:avLst/>
              <a:gdLst/>
              <a:ahLst/>
              <a:cxnLst/>
              <a:rect l="l" t="t" r="r" b="b"/>
              <a:pathLst>
                <a:path w="30479" h="68579">
                  <a:moveTo>
                    <a:pt x="0" y="67966"/>
                  </a:moveTo>
                  <a:lnTo>
                    <a:pt x="30061" y="67966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6796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5" name="object 1875" descr=""/>
            <p:cNvSpPr/>
            <p:nvPr/>
          </p:nvSpPr>
          <p:spPr>
            <a:xfrm>
              <a:off x="9379915" y="9631521"/>
              <a:ext cx="30480" cy="68580"/>
            </a:xfrm>
            <a:custGeom>
              <a:avLst/>
              <a:gdLst/>
              <a:ahLst/>
              <a:cxnLst/>
              <a:rect l="l" t="t" r="r" b="b"/>
              <a:pathLst>
                <a:path w="30479" h="68579">
                  <a:moveTo>
                    <a:pt x="30086" y="64630"/>
                  </a:moveTo>
                  <a:lnTo>
                    <a:pt x="0" y="64630"/>
                  </a:lnTo>
                  <a:lnTo>
                    <a:pt x="0" y="67970"/>
                  </a:lnTo>
                  <a:lnTo>
                    <a:pt x="30086" y="67970"/>
                  </a:lnTo>
                  <a:lnTo>
                    <a:pt x="30086" y="64630"/>
                  </a:lnTo>
                  <a:close/>
                </a:path>
                <a:path w="30479" h="68579">
                  <a:moveTo>
                    <a:pt x="30086" y="0"/>
                  </a:moveTo>
                  <a:lnTo>
                    <a:pt x="0" y="0"/>
                  </a:lnTo>
                  <a:lnTo>
                    <a:pt x="0" y="36652"/>
                  </a:lnTo>
                  <a:lnTo>
                    <a:pt x="30086" y="36652"/>
                  </a:lnTo>
                  <a:lnTo>
                    <a:pt x="3008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6" name="object 1876" descr=""/>
            <p:cNvSpPr/>
            <p:nvPr/>
          </p:nvSpPr>
          <p:spPr>
            <a:xfrm>
              <a:off x="9379923" y="9631518"/>
              <a:ext cx="30480" cy="68580"/>
            </a:xfrm>
            <a:custGeom>
              <a:avLst/>
              <a:gdLst/>
              <a:ahLst/>
              <a:cxnLst/>
              <a:rect l="l" t="t" r="r" b="b"/>
              <a:pathLst>
                <a:path w="30479" h="68579">
                  <a:moveTo>
                    <a:pt x="0" y="67966"/>
                  </a:moveTo>
                  <a:lnTo>
                    <a:pt x="30082" y="67966"/>
                  </a:lnTo>
                  <a:lnTo>
                    <a:pt x="30082" y="0"/>
                  </a:lnTo>
                  <a:lnTo>
                    <a:pt x="0" y="0"/>
                  </a:lnTo>
                  <a:lnTo>
                    <a:pt x="0" y="6796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7" name="object 1877" descr=""/>
            <p:cNvSpPr/>
            <p:nvPr/>
          </p:nvSpPr>
          <p:spPr>
            <a:xfrm>
              <a:off x="9332112" y="9631521"/>
              <a:ext cx="30480" cy="68580"/>
            </a:xfrm>
            <a:custGeom>
              <a:avLst/>
              <a:gdLst/>
              <a:ahLst/>
              <a:cxnLst/>
              <a:rect l="l" t="t" r="r" b="b"/>
              <a:pathLst>
                <a:path w="30479" h="68579">
                  <a:moveTo>
                    <a:pt x="30086" y="64630"/>
                  </a:moveTo>
                  <a:lnTo>
                    <a:pt x="0" y="64630"/>
                  </a:lnTo>
                  <a:lnTo>
                    <a:pt x="0" y="67970"/>
                  </a:lnTo>
                  <a:lnTo>
                    <a:pt x="30086" y="67970"/>
                  </a:lnTo>
                  <a:lnTo>
                    <a:pt x="30086" y="64630"/>
                  </a:lnTo>
                  <a:close/>
                </a:path>
                <a:path w="30479" h="68579">
                  <a:moveTo>
                    <a:pt x="30086" y="0"/>
                  </a:moveTo>
                  <a:lnTo>
                    <a:pt x="0" y="0"/>
                  </a:lnTo>
                  <a:lnTo>
                    <a:pt x="0" y="36652"/>
                  </a:lnTo>
                  <a:lnTo>
                    <a:pt x="30086" y="36652"/>
                  </a:lnTo>
                  <a:lnTo>
                    <a:pt x="3008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8" name="object 1878" descr=""/>
            <p:cNvSpPr/>
            <p:nvPr/>
          </p:nvSpPr>
          <p:spPr>
            <a:xfrm>
              <a:off x="9332113" y="9631518"/>
              <a:ext cx="30480" cy="68580"/>
            </a:xfrm>
            <a:custGeom>
              <a:avLst/>
              <a:gdLst/>
              <a:ahLst/>
              <a:cxnLst/>
              <a:rect l="l" t="t" r="r" b="b"/>
              <a:pathLst>
                <a:path w="30479" h="68579">
                  <a:moveTo>
                    <a:pt x="0" y="67966"/>
                  </a:moveTo>
                  <a:lnTo>
                    <a:pt x="30093" y="67966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6796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9" name="object 1879" descr=""/>
            <p:cNvSpPr/>
            <p:nvPr/>
          </p:nvSpPr>
          <p:spPr>
            <a:xfrm>
              <a:off x="9284335" y="9631521"/>
              <a:ext cx="30480" cy="68580"/>
            </a:xfrm>
            <a:custGeom>
              <a:avLst/>
              <a:gdLst/>
              <a:ahLst/>
              <a:cxnLst/>
              <a:rect l="l" t="t" r="r" b="b"/>
              <a:pathLst>
                <a:path w="30479" h="68579">
                  <a:moveTo>
                    <a:pt x="30060" y="64630"/>
                  </a:moveTo>
                  <a:lnTo>
                    <a:pt x="0" y="64630"/>
                  </a:lnTo>
                  <a:lnTo>
                    <a:pt x="0" y="67970"/>
                  </a:lnTo>
                  <a:lnTo>
                    <a:pt x="30060" y="67970"/>
                  </a:lnTo>
                  <a:lnTo>
                    <a:pt x="30060" y="64630"/>
                  </a:lnTo>
                  <a:close/>
                </a:path>
                <a:path w="30479" h="68579">
                  <a:moveTo>
                    <a:pt x="30060" y="0"/>
                  </a:moveTo>
                  <a:lnTo>
                    <a:pt x="0" y="0"/>
                  </a:lnTo>
                  <a:lnTo>
                    <a:pt x="0" y="36652"/>
                  </a:lnTo>
                  <a:lnTo>
                    <a:pt x="30060" y="36652"/>
                  </a:lnTo>
                  <a:lnTo>
                    <a:pt x="3006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0" name="object 1880" descr=""/>
            <p:cNvSpPr/>
            <p:nvPr/>
          </p:nvSpPr>
          <p:spPr>
            <a:xfrm>
              <a:off x="9284345" y="9631518"/>
              <a:ext cx="30480" cy="68580"/>
            </a:xfrm>
            <a:custGeom>
              <a:avLst/>
              <a:gdLst/>
              <a:ahLst/>
              <a:cxnLst/>
              <a:rect l="l" t="t" r="r" b="b"/>
              <a:pathLst>
                <a:path w="30479" h="68579">
                  <a:moveTo>
                    <a:pt x="0" y="67966"/>
                  </a:moveTo>
                  <a:lnTo>
                    <a:pt x="30061" y="67966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6796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1" name="object 1881" descr=""/>
            <p:cNvSpPr/>
            <p:nvPr/>
          </p:nvSpPr>
          <p:spPr>
            <a:xfrm>
              <a:off x="9236532" y="9631521"/>
              <a:ext cx="30480" cy="68580"/>
            </a:xfrm>
            <a:custGeom>
              <a:avLst/>
              <a:gdLst/>
              <a:ahLst/>
              <a:cxnLst/>
              <a:rect l="l" t="t" r="r" b="b"/>
              <a:pathLst>
                <a:path w="30479" h="68579">
                  <a:moveTo>
                    <a:pt x="30048" y="64630"/>
                  </a:moveTo>
                  <a:lnTo>
                    <a:pt x="0" y="64630"/>
                  </a:lnTo>
                  <a:lnTo>
                    <a:pt x="0" y="67970"/>
                  </a:lnTo>
                  <a:lnTo>
                    <a:pt x="30048" y="67970"/>
                  </a:lnTo>
                  <a:lnTo>
                    <a:pt x="30048" y="64630"/>
                  </a:lnTo>
                  <a:close/>
                </a:path>
                <a:path w="30479" h="68579">
                  <a:moveTo>
                    <a:pt x="30048" y="0"/>
                  </a:moveTo>
                  <a:lnTo>
                    <a:pt x="0" y="0"/>
                  </a:lnTo>
                  <a:lnTo>
                    <a:pt x="0" y="36652"/>
                  </a:lnTo>
                  <a:lnTo>
                    <a:pt x="30048" y="36652"/>
                  </a:lnTo>
                  <a:lnTo>
                    <a:pt x="3004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2" name="object 1882" descr=""/>
            <p:cNvSpPr/>
            <p:nvPr/>
          </p:nvSpPr>
          <p:spPr>
            <a:xfrm>
              <a:off x="9236535" y="9631518"/>
              <a:ext cx="30480" cy="68580"/>
            </a:xfrm>
            <a:custGeom>
              <a:avLst/>
              <a:gdLst/>
              <a:ahLst/>
              <a:cxnLst/>
              <a:rect l="l" t="t" r="r" b="b"/>
              <a:pathLst>
                <a:path w="30479" h="68579">
                  <a:moveTo>
                    <a:pt x="0" y="67966"/>
                  </a:moveTo>
                  <a:lnTo>
                    <a:pt x="30051" y="67966"/>
                  </a:lnTo>
                  <a:lnTo>
                    <a:pt x="30051" y="0"/>
                  </a:lnTo>
                  <a:lnTo>
                    <a:pt x="0" y="0"/>
                  </a:lnTo>
                  <a:lnTo>
                    <a:pt x="0" y="6796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3" name="object 1883" descr=""/>
            <p:cNvSpPr/>
            <p:nvPr/>
          </p:nvSpPr>
          <p:spPr>
            <a:xfrm>
              <a:off x="9475533" y="9332396"/>
              <a:ext cx="30480" cy="22225"/>
            </a:xfrm>
            <a:custGeom>
              <a:avLst/>
              <a:gdLst/>
              <a:ahLst/>
              <a:cxnLst/>
              <a:rect l="l" t="t" r="r" b="b"/>
              <a:pathLst>
                <a:path w="30479" h="22225">
                  <a:moveTo>
                    <a:pt x="0" y="21926"/>
                  </a:moveTo>
                  <a:lnTo>
                    <a:pt x="30093" y="21926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21926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4" name="object 1884" descr=""/>
            <p:cNvSpPr/>
            <p:nvPr/>
          </p:nvSpPr>
          <p:spPr>
            <a:xfrm>
              <a:off x="9475533" y="9332396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25"/>
                  </a:moveTo>
                  <a:lnTo>
                    <a:pt x="30093" y="48825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4882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5" name="object 1885" descr=""/>
            <p:cNvSpPr/>
            <p:nvPr/>
          </p:nvSpPr>
          <p:spPr>
            <a:xfrm>
              <a:off x="9427754" y="9332396"/>
              <a:ext cx="30480" cy="22225"/>
            </a:xfrm>
            <a:custGeom>
              <a:avLst/>
              <a:gdLst/>
              <a:ahLst/>
              <a:cxnLst/>
              <a:rect l="l" t="t" r="r" b="b"/>
              <a:pathLst>
                <a:path w="30479" h="22225">
                  <a:moveTo>
                    <a:pt x="0" y="21926"/>
                  </a:moveTo>
                  <a:lnTo>
                    <a:pt x="30061" y="21926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21926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6" name="object 1886" descr=""/>
            <p:cNvSpPr/>
            <p:nvPr/>
          </p:nvSpPr>
          <p:spPr>
            <a:xfrm>
              <a:off x="9427754" y="9332396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25"/>
                  </a:moveTo>
                  <a:lnTo>
                    <a:pt x="30061" y="48825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2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7" name="object 1887" descr=""/>
            <p:cNvSpPr/>
            <p:nvPr/>
          </p:nvSpPr>
          <p:spPr>
            <a:xfrm>
              <a:off x="9379923" y="9332396"/>
              <a:ext cx="30480" cy="22225"/>
            </a:xfrm>
            <a:custGeom>
              <a:avLst/>
              <a:gdLst/>
              <a:ahLst/>
              <a:cxnLst/>
              <a:rect l="l" t="t" r="r" b="b"/>
              <a:pathLst>
                <a:path w="30479" h="22225">
                  <a:moveTo>
                    <a:pt x="0" y="21926"/>
                  </a:moveTo>
                  <a:lnTo>
                    <a:pt x="30082" y="21926"/>
                  </a:lnTo>
                  <a:lnTo>
                    <a:pt x="30082" y="0"/>
                  </a:lnTo>
                  <a:lnTo>
                    <a:pt x="0" y="0"/>
                  </a:lnTo>
                  <a:lnTo>
                    <a:pt x="0" y="21926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8" name="object 1888" descr=""/>
            <p:cNvSpPr/>
            <p:nvPr/>
          </p:nvSpPr>
          <p:spPr>
            <a:xfrm>
              <a:off x="9379923" y="9332396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25"/>
                  </a:moveTo>
                  <a:lnTo>
                    <a:pt x="30082" y="48825"/>
                  </a:lnTo>
                  <a:lnTo>
                    <a:pt x="30082" y="0"/>
                  </a:lnTo>
                  <a:lnTo>
                    <a:pt x="0" y="0"/>
                  </a:lnTo>
                  <a:lnTo>
                    <a:pt x="0" y="4882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9" name="object 1889" descr=""/>
            <p:cNvSpPr/>
            <p:nvPr/>
          </p:nvSpPr>
          <p:spPr>
            <a:xfrm>
              <a:off x="9332113" y="9332396"/>
              <a:ext cx="30480" cy="22225"/>
            </a:xfrm>
            <a:custGeom>
              <a:avLst/>
              <a:gdLst/>
              <a:ahLst/>
              <a:cxnLst/>
              <a:rect l="l" t="t" r="r" b="b"/>
              <a:pathLst>
                <a:path w="30479" h="22225">
                  <a:moveTo>
                    <a:pt x="0" y="21926"/>
                  </a:moveTo>
                  <a:lnTo>
                    <a:pt x="30093" y="21926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21926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0" name="object 1890" descr=""/>
            <p:cNvSpPr/>
            <p:nvPr/>
          </p:nvSpPr>
          <p:spPr>
            <a:xfrm>
              <a:off x="9332113" y="9332396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25"/>
                  </a:moveTo>
                  <a:lnTo>
                    <a:pt x="30093" y="48825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4882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1" name="object 1891" descr=""/>
            <p:cNvSpPr/>
            <p:nvPr/>
          </p:nvSpPr>
          <p:spPr>
            <a:xfrm>
              <a:off x="9284345" y="9332396"/>
              <a:ext cx="30480" cy="22225"/>
            </a:xfrm>
            <a:custGeom>
              <a:avLst/>
              <a:gdLst/>
              <a:ahLst/>
              <a:cxnLst/>
              <a:rect l="l" t="t" r="r" b="b"/>
              <a:pathLst>
                <a:path w="30479" h="22225">
                  <a:moveTo>
                    <a:pt x="0" y="21926"/>
                  </a:moveTo>
                  <a:lnTo>
                    <a:pt x="30061" y="21926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21926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2" name="object 1892" descr=""/>
            <p:cNvSpPr/>
            <p:nvPr/>
          </p:nvSpPr>
          <p:spPr>
            <a:xfrm>
              <a:off x="9284345" y="9332396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25"/>
                  </a:moveTo>
                  <a:lnTo>
                    <a:pt x="30061" y="48825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2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3" name="object 1893" descr=""/>
            <p:cNvSpPr/>
            <p:nvPr/>
          </p:nvSpPr>
          <p:spPr>
            <a:xfrm>
              <a:off x="9236535" y="9332396"/>
              <a:ext cx="30480" cy="22225"/>
            </a:xfrm>
            <a:custGeom>
              <a:avLst/>
              <a:gdLst/>
              <a:ahLst/>
              <a:cxnLst/>
              <a:rect l="l" t="t" r="r" b="b"/>
              <a:pathLst>
                <a:path w="30479" h="22225">
                  <a:moveTo>
                    <a:pt x="0" y="21926"/>
                  </a:moveTo>
                  <a:lnTo>
                    <a:pt x="30051" y="21926"/>
                  </a:lnTo>
                  <a:lnTo>
                    <a:pt x="30051" y="0"/>
                  </a:lnTo>
                  <a:lnTo>
                    <a:pt x="0" y="0"/>
                  </a:lnTo>
                  <a:lnTo>
                    <a:pt x="0" y="21926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4" name="object 1894" descr=""/>
            <p:cNvSpPr/>
            <p:nvPr/>
          </p:nvSpPr>
          <p:spPr>
            <a:xfrm>
              <a:off x="9236535" y="9332396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25"/>
                  </a:moveTo>
                  <a:lnTo>
                    <a:pt x="30051" y="48825"/>
                  </a:lnTo>
                  <a:lnTo>
                    <a:pt x="30051" y="0"/>
                  </a:lnTo>
                  <a:lnTo>
                    <a:pt x="0" y="0"/>
                  </a:lnTo>
                  <a:lnTo>
                    <a:pt x="0" y="4882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5" name="object 1895" descr=""/>
            <p:cNvSpPr/>
            <p:nvPr/>
          </p:nvSpPr>
          <p:spPr>
            <a:xfrm>
              <a:off x="9475533" y="9391986"/>
              <a:ext cx="30480" cy="41275"/>
            </a:xfrm>
            <a:custGeom>
              <a:avLst/>
              <a:gdLst/>
              <a:ahLst/>
              <a:cxnLst/>
              <a:rect l="l" t="t" r="r" b="b"/>
              <a:pathLst>
                <a:path w="30479" h="41275">
                  <a:moveTo>
                    <a:pt x="0" y="40731"/>
                  </a:moveTo>
                  <a:lnTo>
                    <a:pt x="30093" y="40731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40731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6" name="object 1896" descr=""/>
            <p:cNvSpPr/>
            <p:nvPr/>
          </p:nvSpPr>
          <p:spPr>
            <a:xfrm>
              <a:off x="9475533" y="9391986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57"/>
                  </a:moveTo>
                  <a:lnTo>
                    <a:pt x="30093" y="48857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4885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7" name="object 1897" descr=""/>
            <p:cNvSpPr/>
            <p:nvPr/>
          </p:nvSpPr>
          <p:spPr>
            <a:xfrm>
              <a:off x="9427754" y="9391986"/>
              <a:ext cx="30480" cy="41275"/>
            </a:xfrm>
            <a:custGeom>
              <a:avLst/>
              <a:gdLst/>
              <a:ahLst/>
              <a:cxnLst/>
              <a:rect l="l" t="t" r="r" b="b"/>
              <a:pathLst>
                <a:path w="30479" h="41275">
                  <a:moveTo>
                    <a:pt x="0" y="40731"/>
                  </a:moveTo>
                  <a:lnTo>
                    <a:pt x="30061" y="40731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0731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8" name="object 1898" descr=""/>
            <p:cNvSpPr/>
            <p:nvPr/>
          </p:nvSpPr>
          <p:spPr>
            <a:xfrm>
              <a:off x="9427754" y="9391986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57"/>
                  </a:moveTo>
                  <a:lnTo>
                    <a:pt x="30061" y="48857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5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9" name="object 1899" descr=""/>
            <p:cNvSpPr/>
            <p:nvPr/>
          </p:nvSpPr>
          <p:spPr>
            <a:xfrm>
              <a:off x="9379923" y="9391986"/>
              <a:ext cx="30480" cy="41275"/>
            </a:xfrm>
            <a:custGeom>
              <a:avLst/>
              <a:gdLst/>
              <a:ahLst/>
              <a:cxnLst/>
              <a:rect l="l" t="t" r="r" b="b"/>
              <a:pathLst>
                <a:path w="30479" h="41275">
                  <a:moveTo>
                    <a:pt x="0" y="40731"/>
                  </a:moveTo>
                  <a:lnTo>
                    <a:pt x="30082" y="40731"/>
                  </a:lnTo>
                  <a:lnTo>
                    <a:pt x="30082" y="0"/>
                  </a:lnTo>
                  <a:lnTo>
                    <a:pt x="0" y="0"/>
                  </a:lnTo>
                  <a:lnTo>
                    <a:pt x="0" y="40731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0" name="object 1900" descr=""/>
            <p:cNvSpPr/>
            <p:nvPr/>
          </p:nvSpPr>
          <p:spPr>
            <a:xfrm>
              <a:off x="9379923" y="9391986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57"/>
                  </a:moveTo>
                  <a:lnTo>
                    <a:pt x="30082" y="48857"/>
                  </a:lnTo>
                  <a:lnTo>
                    <a:pt x="30082" y="0"/>
                  </a:lnTo>
                  <a:lnTo>
                    <a:pt x="0" y="0"/>
                  </a:lnTo>
                  <a:lnTo>
                    <a:pt x="0" y="4885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1" name="object 1901" descr=""/>
            <p:cNvSpPr/>
            <p:nvPr/>
          </p:nvSpPr>
          <p:spPr>
            <a:xfrm>
              <a:off x="9332113" y="9391986"/>
              <a:ext cx="30480" cy="41275"/>
            </a:xfrm>
            <a:custGeom>
              <a:avLst/>
              <a:gdLst/>
              <a:ahLst/>
              <a:cxnLst/>
              <a:rect l="l" t="t" r="r" b="b"/>
              <a:pathLst>
                <a:path w="30479" h="41275">
                  <a:moveTo>
                    <a:pt x="0" y="40731"/>
                  </a:moveTo>
                  <a:lnTo>
                    <a:pt x="30093" y="40731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40731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2" name="object 1902" descr=""/>
            <p:cNvSpPr/>
            <p:nvPr/>
          </p:nvSpPr>
          <p:spPr>
            <a:xfrm>
              <a:off x="9332113" y="9391986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57"/>
                  </a:moveTo>
                  <a:lnTo>
                    <a:pt x="30093" y="48857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4885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3" name="object 1903" descr=""/>
            <p:cNvSpPr/>
            <p:nvPr/>
          </p:nvSpPr>
          <p:spPr>
            <a:xfrm>
              <a:off x="9284345" y="9391986"/>
              <a:ext cx="30480" cy="41275"/>
            </a:xfrm>
            <a:custGeom>
              <a:avLst/>
              <a:gdLst/>
              <a:ahLst/>
              <a:cxnLst/>
              <a:rect l="l" t="t" r="r" b="b"/>
              <a:pathLst>
                <a:path w="30479" h="41275">
                  <a:moveTo>
                    <a:pt x="0" y="40731"/>
                  </a:moveTo>
                  <a:lnTo>
                    <a:pt x="30061" y="40731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0731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4" name="object 1904" descr=""/>
            <p:cNvSpPr/>
            <p:nvPr/>
          </p:nvSpPr>
          <p:spPr>
            <a:xfrm>
              <a:off x="9284345" y="9391986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57"/>
                  </a:moveTo>
                  <a:lnTo>
                    <a:pt x="30061" y="48857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5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5" name="object 1905" descr=""/>
            <p:cNvSpPr/>
            <p:nvPr/>
          </p:nvSpPr>
          <p:spPr>
            <a:xfrm>
              <a:off x="9236535" y="9391986"/>
              <a:ext cx="30480" cy="41275"/>
            </a:xfrm>
            <a:custGeom>
              <a:avLst/>
              <a:gdLst/>
              <a:ahLst/>
              <a:cxnLst/>
              <a:rect l="l" t="t" r="r" b="b"/>
              <a:pathLst>
                <a:path w="30479" h="41275">
                  <a:moveTo>
                    <a:pt x="0" y="40731"/>
                  </a:moveTo>
                  <a:lnTo>
                    <a:pt x="30051" y="40731"/>
                  </a:lnTo>
                  <a:lnTo>
                    <a:pt x="30051" y="0"/>
                  </a:lnTo>
                  <a:lnTo>
                    <a:pt x="0" y="0"/>
                  </a:lnTo>
                  <a:lnTo>
                    <a:pt x="0" y="40731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6" name="object 1906" descr=""/>
            <p:cNvSpPr/>
            <p:nvPr/>
          </p:nvSpPr>
          <p:spPr>
            <a:xfrm>
              <a:off x="9236535" y="9391986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57"/>
                  </a:moveTo>
                  <a:lnTo>
                    <a:pt x="30051" y="48857"/>
                  </a:lnTo>
                  <a:lnTo>
                    <a:pt x="30051" y="0"/>
                  </a:lnTo>
                  <a:lnTo>
                    <a:pt x="0" y="0"/>
                  </a:lnTo>
                  <a:lnTo>
                    <a:pt x="0" y="4885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7" name="object 1907" descr=""/>
            <p:cNvSpPr/>
            <p:nvPr/>
          </p:nvSpPr>
          <p:spPr>
            <a:xfrm>
              <a:off x="9475533" y="9462686"/>
              <a:ext cx="30480" cy="38100"/>
            </a:xfrm>
            <a:custGeom>
              <a:avLst/>
              <a:gdLst/>
              <a:ahLst/>
              <a:cxnLst/>
              <a:rect l="l" t="t" r="r" b="b"/>
              <a:pathLst>
                <a:path w="30479" h="38100">
                  <a:moveTo>
                    <a:pt x="0" y="37778"/>
                  </a:moveTo>
                  <a:lnTo>
                    <a:pt x="30093" y="37778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37778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8" name="object 1908" descr=""/>
            <p:cNvSpPr/>
            <p:nvPr/>
          </p:nvSpPr>
          <p:spPr>
            <a:xfrm>
              <a:off x="9475533" y="9451628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36"/>
                  </a:moveTo>
                  <a:lnTo>
                    <a:pt x="30093" y="48836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4883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9" name="object 1909" descr=""/>
            <p:cNvSpPr/>
            <p:nvPr/>
          </p:nvSpPr>
          <p:spPr>
            <a:xfrm>
              <a:off x="9427754" y="9462686"/>
              <a:ext cx="30480" cy="38100"/>
            </a:xfrm>
            <a:custGeom>
              <a:avLst/>
              <a:gdLst/>
              <a:ahLst/>
              <a:cxnLst/>
              <a:rect l="l" t="t" r="r" b="b"/>
              <a:pathLst>
                <a:path w="30479" h="38100">
                  <a:moveTo>
                    <a:pt x="0" y="37778"/>
                  </a:moveTo>
                  <a:lnTo>
                    <a:pt x="30061" y="37778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37778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0" name="object 1910" descr=""/>
            <p:cNvSpPr/>
            <p:nvPr/>
          </p:nvSpPr>
          <p:spPr>
            <a:xfrm>
              <a:off x="9427754" y="9451628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36"/>
                  </a:moveTo>
                  <a:lnTo>
                    <a:pt x="30061" y="48836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3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1" name="object 1911" descr=""/>
            <p:cNvSpPr/>
            <p:nvPr/>
          </p:nvSpPr>
          <p:spPr>
            <a:xfrm>
              <a:off x="9379923" y="9462686"/>
              <a:ext cx="30480" cy="38100"/>
            </a:xfrm>
            <a:custGeom>
              <a:avLst/>
              <a:gdLst/>
              <a:ahLst/>
              <a:cxnLst/>
              <a:rect l="l" t="t" r="r" b="b"/>
              <a:pathLst>
                <a:path w="30479" h="38100">
                  <a:moveTo>
                    <a:pt x="0" y="37778"/>
                  </a:moveTo>
                  <a:lnTo>
                    <a:pt x="30082" y="37778"/>
                  </a:lnTo>
                  <a:lnTo>
                    <a:pt x="30082" y="0"/>
                  </a:lnTo>
                  <a:lnTo>
                    <a:pt x="0" y="0"/>
                  </a:lnTo>
                  <a:lnTo>
                    <a:pt x="0" y="37778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2" name="object 1912" descr=""/>
            <p:cNvSpPr/>
            <p:nvPr/>
          </p:nvSpPr>
          <p:spPr>
            <a:xfrm>
              <a:off x="9379923" y="9451628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36"/>
                  </a:moveTo>
                  <a:lnTo>
                    <a:pt x="30082" y="48836"/>
                  </a:lnTo>
                  <a:lnTo>
                    <a:pt x="30082" y="0"/>
                  </a:lnTo>
                  <a:lnTo>
                    <a:pt x="0" y="0"/>
                  </a:lnTo>
                  <a:lnTo>
                    <a:pt x="0" y="4883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3" name="object 1913" descr=""/>
            <p:cNvSpPr/>
            <p:nvPr/>
          </p:nvSpPr>
          <p:spPr>
            <a:xfrm>
              <a:off x="9332113" y="9462686"/>
              <a:ext cx="30480" cy="38100"/>
            </a:xfrm>
            <a:custGeom>
              <a:avLst/>
              <a:gdLst/>
              <a:ahLst/>
              <a:cxnLst/>
              <a:rect l="l" t="t" r="r" b="b"/>
              <a:pathLst>
                <a:path w="30479" h="38100">
                  <a:moveTo>
                    <a:pt x="0" y="37778"/>
                  </a:moveTo>
                  <a:lnTo>
                    <a:pt x="30093" y="37778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37778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4" name="object 1914" descr=""/>
            <p:cNvSpPr/>
            <p:nvPr/>
          </p:nvSpPr>
          <p:spPr>
            <a:xfrm>
              <a:off x="9332113" y="9451628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36"/>
                  </a:moveTo>
                  <a:lnTo>
                    <a:pt x="30093" y="48836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4883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5" name="object 1915" descr=""/>
            <p:cNvSpPr/>
            <p:nvPr/>
          </p:nvSpPr>
          <p:spPr>
            <a:xfrm>
              <a:off x="9284345" y="9462686"/>
              <a:ext cx="30480" cy="38100"/>
            </a:xfrm>
            <a:custGeom>
              <a:avLst/>
              <a:gdLst/>
              <a:ahLst/>
              <a:cxnLst/>
              <a:rect l="l" t="t" r="r" b="b"/>
              <a:pathLst>
                <a:path w="30479" h="38100">
                  <a:moveTo>
                    <a:pt x="0" y="37778"/>
                  </a:moveTo>
                  <a:lnTo>
                    <a:pt x="30061" y="37778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37778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6" name="object 1916" descr=""/>
            <p:cNvSpPr/>
            <p:nvPr/>
          </p:nvSpPr>
          <p:spPr>
            <a:xfrm>
              <a:off x="9284345" y="9451628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36"/>
                  </a:moveTo>
                  <a:lnTo>
                    <a:pt x="30061" y="48836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3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7" name="object 1917" descr=""/>
            <p:cNvSpPr/>
            <p:nvPr/>
          </p:nvSpPr>
          <p:spPr>
            <a:xfrm>
              <a:off x="9236535" y="9462686"/>
              <a:ext cx="30480" cy="38100"/>
            </a:xfrm>
            <a:custGeom>
              <a:avLst/>
              <a:gdLst/>
              <a:ahLst/>
              <a:cxnLst/>
              <a:rect l="l" t="t" r="r" b="b"/>
              <a:pathLst>
                <a:path w="30479" h="38100">
                  <a:moveTo>
                    <a:pt x="0" y="37778"/>
                  </a:moveTo>
                  <a:lnTo>
                    <a:pt x="30051" y="37778"/>
                  </a:lnTo>
                  <a:lnTo>
                    <a:pt x="30051" y="0"/>
                  </a:lnTo>
                  <a:lnTo>
                    <a:pt x="0" y="0"/>
                  </a:lnTo>
                  <a:lnTo>
                    <a:pt x="0" y="37778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8" name="object 1918" descr=""/>
            <p:cNvSpPr/>
            <p:nvPr/>
          </p:nvSpPr>
          <p:spPr>
            <a:xfrm>
              <a:off x="9236535" y="9451628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36"/>
                  </a:moveTo>
                  <a:lnTo>
                    <a:pt x="30051" y="48836"/>
                  </a:lnTo>
                  <a:lnTo>
                    <a:pt x="30051" y="0"/>
                  </a:lnTo>
                  <a:lnTo>
                    <a:pt x="0" y="0"/>
                  </a:lnTo>
                  <a:lnTo>
                    <a:pt x="0" y="4883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9" name="object 1919" descr=""/>
            <p:cNvSpPr/>
            <p:nvPr/>
          </p:nvSpPr>
          <p:spPr>
            <a:xfrm>
              <a:off x="9475533" y="9540505"/>
              <a:ext cx="30480" cy="19685"/>
            </a:xfrm>
            <a:custGeom>
              <a:avLst/>
              <a:gdLst/>
              <a:ahLst/>
              <a:cxnLst/>
              <a:rect l="l" t="t" r="r" b="b"/>
              <a:pathLst>
                <a:path w="30479" h="19684">
                  <a:moveTo>
                    <a:pt x="0" y="19570"/>
                  </a:moveTo>
                  <a:lnTo>
                    <a:pt x="30093" y="19570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1957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0" name="object 1920" descr=""/>
            <p:cNvSpPr/>
            <p:nvPr/>
          </p:nvSpPr>
          <p:spPr>
            <a:xfrm>
              <a:off x="9475533" y="9511250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25"/>
                  </a:moveTo>
                  <a:lnTo>
                    <a:pt x="30093" y="48825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4882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1" name="object 1921" descr=""/>
            <p:cNvSpPr/>
            <p:nvPr/>
          </p:nvSpPr>
          <p:spPr>
            <a:xfrm>
              <a:off x="9427754" y="9540505"/>
              <a:ext cx="30480" cy="19685"/>
            </a:xfrm>
            <a:custGeom>
              <a:avLst/>
              <a:gdLst/>
              <a:ahLst/>
              <a:cxnLst/>
              <a:rect l="l" t="t" r="r" b="b"/>
              <a:pathLst>
                <a:path w="30479" h="19684">
                  <a:moveTo>
                    <a:pt x="0" y="19570"/>
                  </a:moveTo>
                  <a:lnTo>
                    <a:pt x="30061" y="19570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1957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2" name="object 1922" descr=""/>
            <p:cNvSpPr/>
            <p:nvPr/>
          </p:nvSpPr>
          <p:spPr>
            <a:xfrm>
              <a:off x="9427754" y="9511250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25"/>
                  </a:moveTo>
                  <a:lnTo>
                    <a:pt x="30061" y="48825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2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3" name="object 1923" descr=""/>
            <p:cNvSpPr/>
            <p:nvPr/>
          </p:nvSpPr>
          <p:spPr>
            <a:xfrm>
              <a:off x="9379923" y="9540505"/>
              <a:ext cx="30480" cy="19685"/>
            </a:xfrm>
            <a:custGeom>
              <a:avLst/>
              <a:gdLst/>
              <a:ahLst/>
              <a:cxnLst/>
              <a:rect l="l" t="t" r="r" b="b"/>
              <a:pathLst>
                <a:path w="30479" h="19684">
                  <a:moveTo>
                    <a:pt x="0" y="19570"/>
                  </a:moveTo>
                  <a:lnTo>
                    <a:pt x="30082" y="19570"/>
                  </a:lnTo>
                  <a:lnTo>
                    <a:pt x="30082" y="0"/>
                  </a:lnTo>
                  <a:lnTo>
                    <a:pt x="0" y="0"/>
                  </a:lnTo>
                  <a:lnTo>
                    <a:pt x="0" y="1957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4" name="object 1924" descr=""/>
            <p:cNvSpPr/>
            <p:nvPr/>
          </p:nvSpPr>
          <p:spPr>
            <a:xfrm>
              <a:off x="9379923" y="9511250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25"/>
                  </a:moveTo>
                  <a:lnTo>
                    <a:pt x="30082" y="48825"/>
                  </a:lnTo>
                  <a:lnTo>
                    <a:pt x="30082" y="0"/>
                  </a:lnTo>
                  <a:lnTo>
                    <a:pt x="0" y="0"/>
                  </a:lnTo>
                  <a:lnTo>
                    <a:pt x="0" y="4882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5" name="object 1925" descr=""/>
            <p:cNvSpPr/>
            <p:nvPr/>
          </p:nvSpPr>
          <p:spPr>
            <a:xfrm>
              <a:off x="9332113" y="9540505"/>
              <a:ext cx="30480" cy="19685"/>
            </a:xfrm>
            <a:custGeom>
              <a:avLst/>
              <a:gdLst/>
              <a:ahLst/>
              <a:cxnLst/>
              <a:rect l="l" t="t" r="r" b="b"/>
              <a:pathLst>
                <a:path w="30479" h="19684">
                  <a:moveTo>
                    <a:pt x="0" y="19570"/>
                  </a:moveTo>
                  <a:lnTo>
                    <a:pt x="30093" y="19570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1957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6" name="object 1926" descr=""/>
            <p:cNvSpPr/>
            <p:nvPr/>
          </p:nvSpPr>
          <p:spPr>
            <a:xfrm>
              <a:off x="9332113" y="9511250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25"/>
                  </a:moveTo>
                  <a:lnTo>
                    <a:pt x="30093" y="48825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4882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7" name="object 1927" descr=""/>
            <p:cNvSpPr/>
            <p:nvPr/>
          </p:nvSpPr>
          <p:spPr>
            <a:xfrm>
              <a:off x="9284345" y="9540505"/>
              <a:ext cx="30480" cy="19685"/>
            </a:xfrm>
            <a:custGeom>
              <a:avLst/>
              <a:gdLst/>
              <a:ahLst/>
              <a:cxnLst/>
              <a:rect l="l" t="t" r="r" b="b"/>
              <a:pathLst>
                <a:path w="30479" h="19684">
                  <a:moveTo>
                    <a:pt x="0" y="19570"/>
                  </a:moveTo>
                  <a:lnTo>
                    <a:pt x="30061" y="19570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1957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8" name="object 1928" descr=""/>
            <p:cNvSpPr/>
            <p:nvPr/>
          </p:nvSpPr>
          <p:spPr>
            <a:xfrm>
              <a:off x="9284345" y="9511250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25"/>
                  </a:moveTo>
                  <a:lnTo>
                    <a:pt x="30061" y="48825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2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9" name="object 1929" descr=""/>
            <p:cNvSpPr/>
            <p:nvPr/>
          </p:nvSpPr>
          <p:spPr>
            <a:xfrm>
              <a:off x="9236535" y="9540505"/>
              <a:ext cx="30480" cy="19685"/>
            </a:xfrm>
            <a:custGeom>
              <a:avLst/>
              <a:gdLst/>
              <a:ahLst/>
              <a:cxnLst/>
              <a:rect l="l" t="t" r="r" b="b"/>
              <a:pathLst>
                <a:path w="30479" h="19684">
                  <a:moveTo>
                    <a:pt x="0" y="19570"/>
                  </a:moveTo>
                  <a:lnTo>
                    <a:pt x="30051" y="19570"/>
                  </a:lnTo>
                  <a:lnTo>
                    <a:pt x="30051" y="0"/>
                  </a:lnTo>
                  <a:lnTo>
                    <a:pt x="0" y="0"/>
                  </a:lnTo>
                  <a:lnTo>
                    <a:pt x="0" y="1957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0" name="object 1930" descr=""/>
            <p:cNvSpPr/>
            <p:nvPr/>
          </p:nvSpPr>
          <p:spPr>
            <a:xfrm>
              <a:off x="9236535" y="9511250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25"/>
                  </a:moveTo>
                  <a:lnTo>
                    <a:pt x="30051" y="48825"/>
                  </a:lnTo>
                  <a:lnTo>
                    <a:pt x="30051" y="0"/>
                  </a:lnTo>
                  <a:lnTo>
                    <a:pt x="0" y="0"/>
                  </a:lnTo>
                  <a:lnTo>
                    <a:pt x="0" y="4882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1" name="object 1931" descr=""/>
            <p:cNvSpPr/>
            <p:nvPr/>
          </p:nvSpPr>
          <p:spPr>
            <a:xfrm>
              <a:off x="9475520" y="9570853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30099" y="47485"/>
                  </a:moveTo>
                  <a:lnTo>
                    <a:pt x="0" y="47485"/>
                  </a:lnTo>
                  <a:lnTo>
                    <a:pt x="0" y="48844"/>
                  </a:lnTo>
                  <a:lnTo>
                    <a:pt x="30099" y="48844"/>
                  </a:lnTo>
                  <a:lnTo>
                    <a:pt x="30099" y="47485"/>
                  </a:lnTo>
                  <a:close/>
                </a:path>
                <a:path w="30479" h="48895">
                  <a:moveTo>
                    <a:pt x="30099" y="0"/>
                  </a:moveTo>
                  <a:lnTo>
                    <a:pt x="0" y="0"/>
                  </a:lnTo>
                  <a:lnTo>
                    <a:pt x="0" y="18656"/>
                  </a:lnTo>
                  <a:lnTo>
                    <a:pt x="30099" y="18656"/>
                  </a:lnTo>
                  <a:lnTo>
                    <a:pt x="3009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2" name="object 1932" descr=""/>
            <p:cNvSpPr/>
            <p:nvPr/>
          </p:nvSpPr>
          <p:spPr>
            <a:xfrm>
              <a:off x="9475533" y="9570850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46"/>
                  </a:moveTo>
                  <a:lnTo>
                    <a:pt x="30093" y="48846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4884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3" name="object 1933" descr=""/>
            <p:cNvSpPr/>
            <p:nvPr/>
          </p:nvSpPr>
          <p:spPr>
            <a:xfrm>
              <a:off x="9427743" y="9570853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30060" y="47485"/>
                  </a:moveTo>
                  <a:lnTo>
                    <a:pt x="0" y="47485"/>
                  </a:lnTo>
                  <a:lnTo>
                    <a:pt x="0" y="48844"/>
                  </a:lnTo>
                  <a:lnTo>
                    <a:pt x="30060" y="48844"/>
                  </a:lnTo>
                  <a:lnTo>
                    <a:pt x="30060" y="47485"/>
                  </a:lnTo>
                  <a:close/>
                </a:path>
                <a:path w="30479" h="48895">
                  <a:moveTo>
                    <a:pt x="30060" y="0"/>
                  </a:moveTo>
                  <a:lnTo>
                    <a:pt x="0" y="0"/>
                  </a:lnTo>
                  <a:lnTo>
                    <a:pt x="0" y="18656"/>
                  </a:lnTo>
                  <a:lnTo>
                    <a:pt x="30060" y="18656"/>
                  </a:lnTo>
                  <a:lnTo>
                    <a:pt x="3006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4" name="object 1934" descr=""/>
            <p:cNvSpPr/>
            <p:nvPr/>
          </p:nvSpPr>
          <p:spPr>
            <a:xfrm>
              <a:off x="9427754" y="9570850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46"/>
                  </a:moveTo>
                  <a:lnTo>
                    <a:pt x="30061" y="48846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4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5" name="object 1935" descr=""/>
            <p:cNvSpPr/>
            <p:nvPr/>
          </p:nvSpPr>
          <p:spPr>
            <a:xfrm>
              <a:off x="9379915" y="9570853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30086" y="47485"/>
                  </a:moveTo>
                  <a:lnTo>
                    <a:pt x="0" y="47485"/>
                  </a:lnTo>
                  <a:lnTo>
                    <a:pt x="0" y="48844"/>
                  </a:lnTo>
                  <a:lnTo>
                    <a:pt x="30086" y="48844"/>
                  </a:lnTo>
                  <a:lnTo>
                    <a:pt x="30086" y="47485"/>
                  </a:lnTo>
                  <a:close/>
                </a:path>
                <a:path w="30479" h="48895">
                  <a:moveTo>
                    <a:pt x="30086" y="0"/>
                  </a:moveTo>
                  <a:lnTo>
                    <a:pt x="0" y="0"/>
                  </a:lnTo>
                  <a:lnTo>
                    <a:pt x="0" y="18656"/>
                  </a:lnTo>
                  <a:lnTo>
                    <a:pt x="30086" y="18656"/>
                  </a:lnTo>
                  <a:lnTo>
                    <a:pt x="3008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6" name="object 1936" descr=""/>
            <p:cNvSpPr/>
            <p:nvPr/>
          </p:nvSpPr>
          <p:spPr>
            <a:xfrm>
              <a:off x="9379923" y="9570850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46"/>
                  </a:moveTo>
                  <a:lnTo>
                    <a:pt x="30082" y="48846"/>
                  </a:lnTo>
                  <a:lnTo>
                    <a:pt x="30082" y="0"/>
                  </a:lnTo>
                  <a:lnTo>
                    <a:pt x="0" y="0"/>
                  </a:lnTo>
                  <a:lnTo>
                    <a:pt x="0" y="4884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7" name="object 1937" descr=""/>
            <p:cNvSpPr/>
            <p:nvPr/>
          </p:nvSpPr>
          <p:spPr>
            <a:xfrm>
              <a:off x="9332112" y="9570853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30086" y="47485"/>
                  </a:moveTo>
                  <a:lnTo>
                    <a:pt x="0" y="47485"/>
                  </a:lnTo>
                  <a:lnTo>
                    <a:pt x="0" y="48844"/>
                  </a:lnTo>
                  <a:lnTo>
                    <a:pt x="30086" y="48844"/>
                  </a:lnTo>
                  <a:lnTo>
                    <a:pt x="30086" y="47485"/>
                  </a:lnTo>
                  <a:close/>
                </a:path>
                <a:path w="30479" h="48895">
                  <a:moveTo>
                    <a:pt x="30086" y="0"/>
                  </a:moveTo>
                  <a:lnTo>
                    <a:pt x="0" y="0"/>
                  </a:lnTo>
                  <a:lnTo>
                    <a:pt x="0" y="18656"/>
                  </a:lnTo>
                  <a:lnTo>
                    <a:pt x="30086" y="18656"/>
                  </a:lnTo>
                  <a:lnTo>
                    <a:pt x="3008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8" name="object 1938" descr=""/>
            <p:cNvSpPr/>
            <p:nvPr/>
          </p:nvSpPr>
          <p:spPr>
            <a:xfrm>
              <a:off x="9332113" y="9570850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46"/>
                  </a:moveTo>
                  <a:lnTo>
                    <a:pt x="30093" y="48846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4884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9" name="object 1939" descr=""/>
            <p:cNvSpPr/>
            <p:nvPr/>
          </p:nvSpPr>
          <p:spPr>
            <a:xfrm>
              <a:off x="9284335" y="9570853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30060" y="47485"/>
                  </a:moveTo>
                  <a:lnTo>
                    <a:pt x="0" y="47485"/>
                  </a:lnTo>
                  <a:lnTo>
                    <a:pt x="0" y="48844"/>
                  </a:lnTo>
                  <a:lnTo>
                    <a:pt x="30060" y="48844"/>
                  </a:lnTo>
                  <a:lnTo>
                    <a:pt x="30060" y="47485"/>
                  </a:lnTo>
                  <a:close/>
                </a:path>
                <a:path w="30479" h="48895">
                  <a:moveTo>
                    <a:pt x="30060" y="0"/>
                  </a:moveTo>
                  <a:lnTo>
                    <a:pt x="0" y="0"/>
                  </a:lnTo>
                  <a:lnTo>
                    <a:pt x="0" y="18656"/>
                  </a:lnTo>
                  <a:lnTo>
                    <a:pt x="30060" y="18656"/>
                  </a:lnTo>
                  <a:lnTo>
                    <a:pt x="3006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0" name="object 1940" descr=""/>
            <p:cNvSpPr/>
            <p:nvPr/>
          </p:nvSpPr>
          <p:spPr>
            <a:xfrm>
              <a:off x="9284345" y="9570850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46"/>
                  </a:moveTo>
                  <a:lnTo>
                    <a:pt x="30061" y="48846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4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1" name="object 1941" descr=""/>
            <p:cNvSpPr/>
            <p:nvPr/>
          </p:nvSpPr>
          <p:spPr>
            <a:xfrm>
              <a:off x="9236532" y="9570853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30048" y="47485"/>
                  </a:moveTo>
                  <a:lnTo>
                    <a:pt x="0" y="47485"/>
                  </a:lnTo>
                  <a:lnTo>
                    <a:pt x="0" y="48844"/>
                  </a:lnTo>
                  <a:lnTo>
                    <a:pt x="30048" y="48844"/>
                  </a:lnTo>
                  <a:lnTo>
                    <a:pt x="30048" y="47485"/>
                  </a:lnTo>
                  <a:close/>
                </a:path>
                <a:path w="30479" h="48895">
                  <a:moveTo>
                    <a:pt x="30048" y="0"/>
                  </a:moveTo>
                  <a:lnTo>
                    <a:pt x="0" y="0"/>
                  </a:lnTo>
                  <a:lnTo>
                    <a:pt x="0" y="18656"/>
                  </a:lnTo>
                  <a:lnTo>
                    <a:pt x="30048" y="18656"/>
                  </a:lnTo>
                  <a:lnTo>
                    <a:pt x="3004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2" name="object 1942" descr=""/>
            <p:cNvSpPr/>
            <p:nvPr/>
          </p:nvSpPr>
          <p:spPr>
            <a:xfrm>
              <a:off x="9236535" y="9570850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46"/>
                  </a:moveTo>
                  <a:lnTo>
                    <a:pt x="30051" y="48846"/>
                  </a:lnTo>
                  <a:lnTo>
                    <a:pt x="30051" y="0"/>
                  </a:lnTo>
                  <a:lnTo>
                    <a:pt x="0" y="0"/>
                  </a:lnTo>
                  <a:lnTo>
                    <a:pt x="0" y="4884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3" name="object 1943" descr=""/>
            <p:cNvSpPr/>
            <p:nvPr/>
          </p:nvSpPr>
          <p:spPr>
            <a:xfrm>
              <a:off x="9191320" y="9631521"/>
              <a:ext cx="30480" cy="68580"/>
            </a:xfrm>
            <a:custGeom>
              <a:avLst/>
              <a:gdLst/>
              <a:ahLst/>
              <a:cxnLst/>
              <a:rect l="l" t="t" r="r" b="b"/>
              <a:pathLst>
                <a:path w="30479" h="68579">
                  <a:moveTo>
                    <a:pt x="30099" y="64541"/>
                  </a:moveTo>
                  <a:lnTo>
                    <a:pt x="0" y="64541"/>
                  </a:lnTo>
                  <a:lnTo>
                    <a:pt x="0" y="67970"/>
                  </a:lnTo>
                  <a:lnTo>
                    <a:pt x="30099" y="67970"/>
                  </a:lnTo>
                  <a:lnTo>
                    <a:pt x="30099" y="64541"/>
                  </a:lnTo>
                  <a:close/>
                </a:path>
                <a:path w="30479" h="68579">
                  <a:moveTo>
                    <a:pt x="30099" y="0"/>
                  </a:moveTo>
                  <a:lnTo>
                    <a:pt x="0" y="0"/>
                  </a:lnTo>
                  <a:lnTo>
                    <a:pt x="0" y="36372"/>
                  </a:lnTo>
                  <a:lnTo>
                    <a:pt x="30099" y="36372"/>
                  </a:lnTo>
                  <a:lnTo>
                    <a:pt x="3009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4" name="object 1944" descr=""/>
            <p:cNvSpPr/>
            <p:nvPr/>
          </p:nvSpPr>
          <p:spPr>
            <a:xfrm>
              <a:off x="9191321" y="9631518"/>
              <a:ext cx="30480" cy="68580"/>
            </a:xfrm>
            <a:custGeom>
              <a:avLst/>
              <a:gdLst/>
              <a:ahLst/>
              <a:cxnLst/>
              <a:rect l="l" t="t" r="r" b="b"/>
              <a:pathLst>
                <a:path w="30479" h="68579">
                  <a:moveTo>
                    <a:pt x="0" y="67966"/>
                  </a:moveTo>
                  <a:lnTo>
                    <a:pt x="30103" y="67966"/>
                  </a:lnTo>
                  <a:lnTo>
                    <a:pt x="30103" y="0"/>
                  </a:lnTo>
                  <a:lnTo>
                    <a:pt x="0" y="0"/>
                  </a:lnTo>
                  <a:lnTo>
                    <a:pt x="0" y="6796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5" name="object 1945" descr=""/>
            <p:cNvSpPr/>
            <p:nvPr/>
          </p:nvSpPr>
          <p:spPr>
            <a:xfrm>
              <a:off x="9143581" y="9631521"/>
              <a:ext cx="30480" cy="68580"/>
            </a:xfrm>
            <a:custGeom>
              <a:avLst/>
              <a:gdLst/>
              <a:ahLst/>
              <a:cxnLst/>
              <a:rect l="l" t="t" r="r" b="b"/>
              <a:pathLst>
                <a:path w="30479" h="68579">
                  <a:moveTo>
                    <a:pt x="30022" y="64541"/>
                  </a:moveTo>
                  <a:lnTo>
                    <a:pt x="0" y="64541"/>
                  </a:lnTo>
                  <a:lnTo>
                    <a:pt x="0" y="67970"/>
                  </a:lnTo>
                  <a:lnTo>
                    <a:pt x="30022" y="67970"/>
                  </a:lnTo>
                  <a:lnTo>
                    <a:pt x="30022" y="64541"/>
                  </a:lnTo>
                  <a:close/>
                </a:path>
                <a:path w="30479" h="68579">
                  <a:moveTo>
                    <a:pt x="30022" y="0"/>
                  </a:moveTo>
                  <a:lnTo>
                    <a:pt x="0" y="0"/>
                  </a:lnTo>
                  <a:lnTo>
                    <a:pt x="0" y="36372"/>
                  </a:lnTo>
                  <a:lnTo>
                    <a:pt x="30022" y="36372"/>
                  </a:lnTo>
                  <a:lnTo>
                    <a:pt x="30022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6" name="object 1946" descr=""/>
            <p:cNvSpPr/>
            <p:nvPr/>
          </p:nvSpPr>
          <p:spPr>
            <a:xfrm>
              <a:off x="9143585" y="9631518"/>
              <a:ext cx="30480" cy="68580"/>
            </a:xfrm>
            <a:custGeom>
              <a:avLst/>
              <a:gdLst/>
              <a:ahLst/>
              <a:cxnLst/>
              <a:rect l="l" t="t" r="r" b="b"/>
              <a:pathLst>
                <a:path w="30479" h="68579">
                  <a:moveTo>
                    <a:pt x="0" y="67966"/>
                  </a:moveTo>
                  <a:lnTo>
                    <a:pt x="30020" y="67966"/>
                  </a:lnTo>
                  <a:lnTo>
                    <a:pt x="30020" y="0"/>
                  </a:lnTo>
                  <a:lnTo>
                    <a:pt x="0" y="0"/>
                  </a:lnTo>
                  <a:lnTo>
                    <a:pt x="0" y="6796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7" name="object 1947" descr=""/>
            <p:cNvSpPr/>
            <p:nvPr/>
          </p:nvSpPr>
          <p:spPr>
            <a:xfrm>
              <a:off x="9095743" y="9631518"/>
              <a:ext cx="30480" cy="68580"/>
            </a:xfrm>
            <a:custGeom>
              <a:avLst/>
              <a:gdLst/>
              <a:ahLst/>
              <a:cxnLst/>
              <a:rect l="l" t="t" r="r" b="b"/>
              <a:pathLst>
                <a:path w="30479" h="68579">
                  <a:moveTo>
                    <a:pt x="30061" y="0"/>
                  </a:moveTo>
                  <a:lnTo>
                    <a:pt x="0" y="0"/>
                  </a:lnTo>
                  <a:lnTo>
                    <a:pt x="0" y="67966"/>
                  </a:lnTo>
                  <a:lnTo>
                    <a:pt x="30061" y="67966"/>
                  </a:lnTo>
                  <a:lnTo>
                    <a:pt x="30061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8" name="object 1948" descr=""/>
            <p:cNvSpPr/>
            <p:nvPr/>
          </p:nvSpPr>
          <p:spPr>
            <a:xfrm>
              <a:off x="9095743" y="9631518"/>
              <a:ext cx="30480" cy="68580"/>
            </a:xfrm>
            <a:custGeom>
              <a:avLst/>
              <a:gdLst/>
              <a:ahLst/>
              <a:cxnLst/>
              <a:rect l="l" t="t" r="r" b="b"/>
              <a:pathLst>
                <a:path w="30479" h="68579">
                  <a:moveTo>
                    <a:pt x="0" y="67966"/>
                  </a:moveTo>
                  <a:lnTo>
                    <a:pt x="30061" y="67966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6796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9" name="object 1949" descr=""/>
            <p:cNvSpPr/>
            <p:nvPr/>
          </p:nvSpPr>
          <p:spPr>
            <a:xfrm>
              <a:off x="9061608" y="9631518"/>
              <a:ext cx="16510" cy="68580"/>
            </a:xfrm>
            <a:custGeom>
              <a:avLst/>
              <a:gdLst/>
              <a:ahLst/>
              <a:cxnLst/>
              <a:rect l="l" t="t" r="r" b="b"/>
              <a:pathLst>
                <a:path w="16509" h="68579">
                  <a:moveTo>
                    <a:pt x="0" y="67966"/>
                  </a:moveTo>
                  <a:lnTo>
                    <a:pt x="16365" y="67966"/>
                  </a:lnTo>
                  <a:lnTo>
                    <a:pt x="16365" y="0"/>
                  </a:lnTo>
                  <a:lnTo>
                    <a:pt x="0" y="0"/>
                  </a:lnTo>
                  <a:lnTo>
                    <a:pt x="0" y="67966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0" name="object 1950" descr=""/>
            <p:cNvSpPr/>
            <p:nvPr/>
          </p:nvSpPr>
          <p:spPr>
            <a:xfrm>
              <a:off x="9047912" y="9631518"/>
              <a:ext cx="30480" cy="68580"/>
            </a:xfrm>
            <a:custGeom>
              <a:avLst/>
              <a:gdLst/>
              <a:ahLst/>
              <a:cxnLst/>
              <a:rect l="l" t="t" r="r" b="b"/>
              <a:pathLst>
                <a:path w="30479" h="68579">
                  <a:moveTo>
                    <a:pt x="0" y="67966"/>
                  </a:moveTo>
                  <a:lnTo>
                    <a:pt x="30061" y="67966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6796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1" name="object 1951" descr=""/>
            <p:cNvSpPr/>
            <p:nvPr/>
          </p:nvSpPr>
          <p:spPr>
            <a:xfrm>
              <a:off x="9191321" y="9332396"/>
              <a:ext cx="30480" cy="22225"/>
            </a:xfrm>
            <a:custGeom>
              <a:avLst/>
              <a:gdLst/>
              <a:ahLst/>
              <a:cxnLst/>
              <a:rect l="l" t="t" r="r" b="b"/>
              <a:pathLst>
                <a:path w="30479" h="22225">
                  <a:moveTo>
                    <a:pt x="0" y="21926"/>
                  </a:moveTo>
                  <a:lnTo>
                    <a:pt x="30103" y="21926"/>
                  </a:lnTo>
                  <a:lnTo>
                    <a:pt x="30103" y="0"/>
                  </a:lnTo>
                  <a:lnTo>
                    <a:pt x="0" y="0"/>
                  </a:lnTo>
                  <a:lnTo>
                    <a:pt x="0" y="21926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2" name="object 1952" descr=""/>
            <p:cNvSpPr/>
            <p:nvPr/>
          </p:nvSpPr>
          <p:spPr>
            <a:xfrm>
              <a:off x="9191321" y="9332396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25"/>
                  </a:moveTo>
                  <a:lnTo>
                    <a:pt x="30103" y="48825"/>
                  </a:lnTo>
                  <a:lnTo>
                    <a:pt x="30103" y="0"/>
                  </a:lnTo>
                  <a:lnTo>
                    <a:pt x="0" y="0"/>
                  </a:lnTo>
                  <a:lnTo>
                    <a:pt x="0" y="4882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3" name="object 1953" descr=""/>
            <p:cNvSpPr/>
            <p:nvPr/>
          </p:nvSpPr>
          <p:spPr>
            <a:xfrm>
              <a:off x="9143585" y="9332396"/>
              <a:ext cx="30480" cy="22225"/>
            </a:xfrm>
            <a:custGeom>
              <a:avLst/>
              <a:gdLst/>
              <a:ahLst/>
              <a:cxnLst/>
              <a:rect l="l" t="t" r="r" b="b"/>
              <a:pathLst>
                <a:path w="30479" h="22225">
                  <a:moveTo>
                    <a:pt x="0" y="21926"/>
                  </a:moveTo>
                  <a:lnTo>
                    <a:pt x="30020" y="21926"/>
                  </a:lnTo>
                  <a:lnTo>
                    <a:pt x="30020" y="0"/>
                  </a:lnTo>
                  <a:lnTo>
                    <a:pt x="0" y="0"/>
                  </a:lnTo>
                  <a:lnTo>
                    <a:pt x="0" y="21926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4" name="object 1954" descr=""/>
            <p:cNvSpPr/>
            <p:nvPr/>
          </p:nvSpPr>
          <p:spPr>
            <a:xfrm>
              <a:off x="9143585" y="9332396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25"/>
                  </a:moveTo>
                  <a:lnTo>
                    <a:pt x="30020" y="48825"/>
                  </a:lnTo>
                  <a:lnTo>
                    <a:pt x="30020" y="0"/>
                  </a:lnTo>
                  <a:lnTo>
                    <a:pt x="0" y="0"/>
                  </a:lnTo>
                  <a:lnTo>
                    <a:pt x="0" y="4882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5" name="object 1955" descr=""/>
            <p:cNvSpPr/>
            <p:nvPr/>
          </p:nvSpPr>
          <p:spPr>
            <a:xfrm>
              <a:off x="9095740" y="9332398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30060" y="0"/>
                  </a:moveTo>
                  <a:lnTo>
                    <a:pt x="0" y="0"/>
                  </a:lnTo>
                  <a:lnTo>
                    <a:pt x="0" y="21932"/>
                  </a:lnTo>
                  <a:lnTo>
                    <a:pt x="0" y="48831"/>
                  </a:lnTo>
                  <a:lnTo>
                    <a:pt x="30060" y="48831"/>
                  </a:lnTo>
                  <a:lnTo>
                    <a:pt x="30060" y="21932"/>
                  </a:lnTo>
                  <a:lnTo>
                    <a:pt x="3006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6" name="object 1956" descr=""/>
            <p:cNvSpPr/>
            <p:nvPr/>
          </p:nvSpPr>
          <p:spPr>
            <a:xfrm>
              <a:off x="9095743" y="9332396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25"/>
                  </a:moveTo>
                  <a:lnTo>
                    <a:pt x="30061" y="48825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2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7" name="object 1957" descr=""/>
            <p:cNvSpPr/>
            <p:nvPr/>
          </p:nvSpPr>
          <p:spPr>
            <a:xfrm>
              <a:off x="9061608" y="9332396"/>
              <a:ext cx="16510" cy="48895"/>
            </a:xfrm>
            <a:custGeom>
              <a:avLst/>
              <a:gdLst/>
              <a:ahLst/>
              <a:cxnLst/>
              <a:rect l="l" t="t" r="r" b="b"/>
              <a:pathLst>
                <a:path w="16509" h="48895">
                  <a:moveTo>
                    <a:pt x="0" y="48825"/>
                  </a:moveTo>
                  <a:lnTo>
                    <a:pt x="16365" y="48825"/>
                  </a:lnTo>
                  <a:lnTo>
                    <a:pt x="16365" y="0"/>
                  </a:lnTo>
                  <a:lnTo>
                    <a:pt x="0" y="0"/>
                  </a:lnTo>
                  <a:lnTo>
                    <a:pt x="0" y="48825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8" name="object 1958" descr=""/>
            <p:cNvSpPr/>
            <p:nvPr/>
          </p:nvSpPr>
          <p:spPr>
            <a:xfrm>
              <a:off x="9047912" y="9332396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25"/>
                  </a:moveTo>
                  <a:lnTo>
                    <a:pt x="30061" y="48825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2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9" name="object 1959" descr=""/>
            <p:cNvSpPr/>
            <p:nvPr/>
          </p:nvSpPr>
          <p:spPr>
            <a:xfrm>
              <a:off x="9191321" y="9391986"/>
              <a:ext cx="30480" cy="41275"/>
            </a:xfrm>
            <a:custGeom>
              <a:avLst/>
              <a:gdLst/>
              <a:ahLst/>
              <a:cxnLst/>
              <a:rect l="l" t="t" r="r" b="b"/>
              <a:pathLst>
                <a:path w="30479" h="41275">
                  <a:moveTo>
                    <a:pt x="0" y="40731"/>
                  </a:moveTo>
                  <a:lnTo>
                    <a:pt x="30103" y="40731"/>
                  </a:lnTo>
                  <a:lnTo>
                    <a:pt x="30103" y="0"/>
                  </a:lnTo>
                  <a:lnTo>
                    <a:pt x="0" y="0"/>
                  </a:lnTo>
                  <a:lnTo>
                    <a:pt x="0" y="40731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0" name="object 1960" descr=""/>
            <p:cNvSpPr/>
            <p:nvPr/>
          </p:nvSpPr>
          <p:spPr>
            <a:xfrm>
              <a:off x="9191321" y="9391986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57"/>
                  </a:moveTo>
                  <a:lnTo>
                    <a:pt x="30103" y="48857"/>
                  </a:lnTo>
                  <a:lnTo>
                    <a:pt x="30103" y="0"/>
                  </a:lnTo>
                  <a:lnTo>
                    <a:pt x="0" y="0"/>
                  </a:lnTo>
                  <a:lnTo>
                    <a:pt x="0" y="4885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1" name="object 1961" descr=""/>
            <p:cNvSpPr/>
            <p:nvPr/>
          </p:nvSpPr>
          <p:spPr>
            <a:xfrm>
              <a:off x="9143585" y="9391986"/>
              <a:ext cx="30480" cy="41275"/>
            </a:xfrm>
            <a:custGeom>
              <a:avLst/>
              <a:gdLst/>
              <a:ahLst/>
              <a:cxnLst/>
              <a:rect l="l" t="t" r="r" b="b"/>
              <a:pathLst>
                <a:path w="30479" h="41275">
                  <a:moveTo>
                    <a:pt x="0" y="40731"/>
                  </a:moveTo>
                  <a:lnTo>
                    <a:pt x="30020" y="40731"/>
                  </a:lnTo>
                  <a:lnTo>
                    <a:pt x="30020" y="0"/>
                  </a:lnTo>
                  <a:lnTo>
                    <a:pt x="0" y="0"/>
                  </a:lnTo>
                  <a:lnTo>
                    <a:pt x="0" y="40731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2" name="object 1962" descr=""/>
            <p:cNvSpPr/>
            <p:nvPr/>
          </p:nvSpPr>
          <p:spPr>
            <a:xfrm>
              <a:off x="9143585" y="9391986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57"/>
                  </a:moveTo>
                  <a:lnTo>
                    <a:pt x="30020" y="48857"/>
                  </a:lnTo>
                  <a:lnTo>
                    <a:pt x="30020" y="0"/>
                  </a:lnTo>
                  <a:lnTo>
                    <a:pt x="0" y="0"/>
                  </a:lnTo>
                  <a:lnTo>
                    <a:pt x="0" y="4885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3" name="object 1963" descr=""/>
            <p:cNvSpPr/>
            <p:nvPr/>
          </p:nvSpPr>
          <p:spPr>
            <a:xfrm>
              <a:off x="9095740" y="9391986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30060" y="0"/>
                  </a:moveTo>
                  <a:lnTo>
                    <a:pt x="0" y="0"/>
                  </a:lnTo>
                  <a:lnTo>
                    <a:pt x="0" y="40741"/>
                  </a:lnTo>
                  <a:lnTo>
                    <a:pt x="0" y="48869"/>
                  </a:lnTo>
                  <a:lnTo>
                    <a:pt x="30060" y="48869"/>
                  </a:lnTo>
                  <a:lnTo>
                    <a:pt x="30060" y="40741"/>
                  </a:lnTo>
                  <a:lnTo>
                    <a:pt x="3006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4" name="object 1964" descr=""/>
            <p:cNvSpPr/>
            <p:nvPr/>
          </p:nvSpPr>
          <p:spPr>
            <a:xfrm>
              <a:off x="9095743" y="9391986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57"/>
                  </a:moveTo>
                  <a:lnTo>
                    <a:pt x="30061" y="48857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5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5" name="object 1965" descr=""/>
            <p:cNvSpPr/>
            <p:nvPr/>
          </p:nvSpPr>
          <p:spPr>
            <a:xfrm>
              <a:off x="9061608" y="9391986"/>
              <a:ext cx="16510" cy="48895"/>
            </a:xfrm>
            <a:custGeom>
              <a:avLst/>
              <a:gdLst/>
              <a:ahLst/>
              <a:cxnLst/>
              <a:rect l="l" t="t" r="r" b="b"/>
              <a:pathLst>
                <a:path w="16509" h="48895">
                  <a:moveTo>
                    <a:pt x="0" y="48857"/>
                  </a:moveTo>
                  <a:lnTo>
                    <a:pt x="16365" y="48857"/>
                  </a:lnTo>
                  <a:lnTo>
                    <a:pt x="16365" y="0"/>
                  </a:lnTo>
                  <a:lnTo>
                    <a:pt x="0" y="0"/>
                  </a:lnTo>
                  <a:lnTo>
                    <a:pt x="0" y="48857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6" name="object 1966" descr=""/>
            <p:cNvSpPr/>
            <p:nvPr/>
          </p:nvSpPr>
          <p:spPr>
            <a:xfrm>
              <a:off x="9047912" y="9391986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57"/>
                  </a:moveTo>
                  <a:lnTo>
                    <a:pt x="30061" y="48857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5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7" name="object 1967" descr=""/>
            <p:cNvSpPr/>
            <p:nvPr/>
          </p:nvSpPr>
          <p:spPr>
            <a:xfrm>
              <a:off x="9191321" y="9460905"/>
              <a:ext cx="30480" cy="40005"/>
            </a:xfrm>
            <a:custGeom>
              <a:avLst/>
              <a:gdLst/>
              <a:ahLst/>
              <a:cxnLst/>
              <a:rect l="l" t="t" r="r" b="b"/>
              <a:pathLst>
                <a:path w="30479" h="40004">
                  <a:moveTo>
                    <a:pt x="0" y="39559"/>
                  </a:moveTo>
                  <a:lnTo>
                    <a:pt x="30103" y="39559"/>
                  </a:lnTo>
                  <a:lnTo>
                    <a:pt x="30103" y="0"/>
                  </a:lnTo>
                  <a:lnTo>
                    <a:pt x="0" y="0"/>
                  </a:lnTo>
                  <a:lnTo>
                    <a:pt x="0" y="39559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8" name="object 1968" descr=""/>
            <p:cNvSpPr/>
            <p:nvPr/>
          </p:nvSpPr>
          <p:spPr>
            <a:xfrm>
              <a:off x="9191321" y="9451628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36"/>
                  </a:moveTo>
                  <a:lnTo>
                    <a:pt x="30103" y="48836"/>
                  </a:lnTo>
                  <a:lnTo>
                    <a:pt x="30103" y="0"/>
                  </a:lnTo>
                  <a:lnTo>
                    <a:pt x="0" y="0"/>
                  </a:lnTo>
                  <a:lnTo>
                    <a:pt x="0" y="4883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9" name="object 1969" descr=""/>
            <p:cNvSpPr/>
            <p:nvPr/>
          </p:nvSpPr>
          <p:spPr>
            <a:xfrm>
              <a:off x="9143585" y="9460905"/>
              <a:ext cx="30480" cy="40005"/>
            </a:xfrm>
            <a:custGeom>
              <a:avLst/>
              <a:gdLst/>
              <a:ahLst/>
              <a:cxnLst/>
              <a:rect l="l" t="t" r="r" b="b"/>
              <a:pathLst>
                <a:path w="30479" h="40004">
                  <a:moveTo>
                    <a:pt x="0" y="39559"/>
                  </a:moveTo>
                  <a:lnTo>
                    <a:pt x="30020" y="39559"/>
                  </a:lnTo>
                  <a:lnTo>
                    <a:pt x="30020" y="0"/>
                  </a:lnTo>
                  <a:lnTo>
                    <a:pt x="0" y="0"/>
                  </a:lnTo>
                  <a:lnTo>
                    <a:pt x="0" y="39559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0" name="object 1970" descr=""/>
            <p:cNvSpPr/>
            <p:nvPr/>
          </p:nvSpPr>
          <p:spPr>
            <a:xfrm>
              <a:off x="9143585" y="9451628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36"/>
                  </a:moveTo>
                  <a:lnTo>
                    <a:pt x="30020" y="48836"/>
                  </a:lnTo>
                  <a:lnTo>
                    <a:pt x="30020" y="0"/>
                  </a:lnTo>
                  <a:lnTo>
                    <a:pt x="0" y="0"/>
                  </a:lnTo>
                  <a:lnTo>
                    <a:pt x="0" y="4883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1" name="object 1971" descr=""/>
            <p:cNvSpPr/>
            <p:nvPr/>
          </p:nvSpPr>
          <p:spPr>
            <a:xfrm>
              <a:off x="9095740" y="9451638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30060" y="0"/>
                  </a:moveTo>
                  <a:lnTo>
                    <a:pt x="0" y="0"/>
                  </a:lnTo>
                  <a:lnTo>
                    <a:pt x="0" y="9271"/>
                  </a:lnTo>
                  <a:lnTo>
                    <a:pt x="0" y="48831"/>
                  </a:lnTo>
                  <a:lnTo>
                    <a:pt x="30060" y="48831"/>
                  </a:lnTo>
                  <a:lnTo>
                    <a:pt x="30060" y="9271"/>
                  </a:lnTo>
                  <a:lnTo>
                    <a:pt x="3006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2" name="object 1972" descr=""/>
            <p:cNvSpPr/>
            <p:nvPr/>
          </p:nvSpPr>
          <p:spPr>
            <a:xfrm>
              <a:off x="9095743" y="9451628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36"/>
                  </a:moveTo>
                  <a:lnTo>
                    <a:pt x="30061" y="48836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3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3" name="object 1973" descr=""/>
            <p:cNvSpPr/>
            <p:nvPr/>
          </p:nvSpPr>
          <p:spPr>
            <a:xfrm>
              <a:off x="9061608" y="9451628"/>
              <a:ext cx="16510" cy="48895"/>
            </a:xfrm>
            <a:custGeom>
              <a:avLst/>
              <a:gdLst/>
              <a:ahLst/>
              <a:cxnLst/>
              <a:rect l="l" t="t" r="r" b="b"/>
              <a:pathLst>
                <a:path w="16509" h="48895">
                  <a:moveTo>
                    <a:pt x="0" y="48836"/>
                  </a:moveTo>
                  <a:lnTo>
                    <a:pt x="16365" y="48836"/>
                  </a:lnTo>
                  <a:lnTo>
                    <a:pt x="16365" y="0"/>
                  </a:lnTo>
                  <a:lnTo>
                    <a:pt x="0" y="0"/>
                  </a:lnTo>
                  <a:lnTo>
                    <a:pt x="0" y="48836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4" name="object 1974" descr=""/>
            <p:cNvSpPr/>
            <p:nvPr/>
          </p:nvSpPr>
          <p:spPr>
            <a:xfrm>
              <a:off x="9047912" y="9451628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36"/>
                  </a:moveTo>
                  <a:lnTo>
                    <a:pt x="30061" y="48836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3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5" name="object 1975" descr=""/>
            <p:cNvSpPr/>
            <p:nvPr/>
          </p:nvSpPr>
          <p:spPr>
            <a:xfrm>
              <a:off x="9191321" y="9539301"/>
              <a:ext cx="30480" cy="20955"/>
            </a:xfrm>
            <a:custGeom>
              <a:avLst/>
              <a:gdLst/>
              <a:ahLst/>
              <a:cxnLst/>
              <a:rect l="l" t="t" r="r" b="b"/>
              <a:pathLst>
                <a:path w="30479" h="20954">
                  <a:moveTo>
                    <a:pt x="0" y="20774"/>
                  </a:moveTo>
                  <a:lnTo>
                    <a:pt x="30103" y="20774"/>
                  </a:lnTo>
                  <a:lnTo>
                    <a:pt x="30103" y="0"/>
                  </a:lnTo>
                  <a:lnTo>
                    <a:pt x="0" y="0"/>
                  </a:lnTo>
                  <a:lnTo>
                    <a:pt x="0" y="20774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6" name="object 1976" descr=""/>
            <p:cNvSpPr/>
            <p:nvPr/>
          </p:nvSpPr>
          <p:spPr>
            <a:xfrm>
              <a:off x="9191321" y="9511250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25"/>
                  </a:moveTo>
                  <a:lnTo>
                    <a:pt x="30103" y="48825"/>
                  </a:lnTo>
                  <a:lnTo>
                    <a:pt x="30103" y="0"/>
                  </a:lnTo>
                  <a:lnTo>
                    <a:pt x="0" y="0"/>
                  </a:lnTo>
                  <a:lnTo>
                    <a:pt x="0" y="4882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7" name="object 1977" descr=""/>
            <p:cNvSpPr/>
            <p:nvPr/>
          </p:nvSpPr>
          <p:spPr>
            <a:xfrm>
              <a:off x="9143585" y="9539301"/>
              <a:ext cx="30480" cy="20955"/>
            </a:xfrm>
            <a:custGeom>
              <a:avLst/>
              <a:gdLst/>
              <a:ahLst/>
              <a:cxnLst/>
              <a:rect l="l" t="t" r="r" b="b"/>
              <a:pathLst>
                <a:path w="30479" h="20954">
                  <a:moveTo>
                    <a:pt x="0" y="20774"/>
                  </a:moveTo>
                  <a:lnTo>
                    <a:pt x="30020" y="20774"/>
                  </a:lnTo>
                  <a:lnTo>
                    <a:pt x="30020" y="0"/>
                  </a:lnTo>
                  <a:lnTo>
                    <a:pt x="0" y="0"/>
                  </a:lnTo>
                  <a:lnTo>
                    <a:pt x="0" y="20774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8" name="object 1978" descr=""/>
            <p:cNvSpPr/>
            <p:nvPr/>
          </p:nvSpPr>
          <p:spPr>
            <a:xfrm>
              <a:off x="9143585" y="9511250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25"/>
                  </a:moveTo>
                  <a:lnTo>
                    <a:pt x="30020" y="48825"/>
                  </a:lnTo>
                  <a:lnTo>
                    <a:pt x="30020" y="0"/>
                  </a:lnTo>
                  <a:lnTo>
                    <a:pt x="0" y="0"/>
                  </a:lnTo>
                  <a:lnTo>
                    <a:pt x="0" y="4882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9" name="object 1979" descr=""/>
            <p:cNvSpPr/>
            <p:nvPr/>
          </p:nvSpPr>
          <p:spPr>
            <a:xfrm>
              <a:off x="9095743" y="9511250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30061" y="0"/>
                  </a:moveTo>
                  <a:lnTo>
                    <a:pt x="0" y="0"/>
                  </a:lnTo>
                  <a:lnTo>
                    <a:pt x="0" y="48825"/>
                  </a:lnTo>
                  <a:lnTo>
                    <a:pt x="30061" y="48825"/>
                  </a:lnTo>
                  <a:lnTo>
                    <a:pt x="30061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0" name="object 1980" descr=""/>
            <p:cNvSpPr/>
            <p:nvPr/>
          </p:nvSpPr>
          <p:spPr>
            <a:xfrm>
              <a:off x="9095743" y="9511250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25"/>
                  </a:moveTo>
                  <a:lnTo>
                    <a:pt x="30061" y="48825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2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1" name="object 1981" descr=""/>
            <p:cNvSpPr/>
            <p:nvPr/>
          </p:nvSpPr>
          <p:spPr>
            <a:xfrm>
              <a:off x="9061608" y="9511250"/>
              <a:ext cx="16510" cy="48895"/>
            </a:xfrm>
            <a:custGeom>
              <a:avLst/>
              <a:gdLst/>
              <a:ahLst/>
              <a:cxnLst/>
              <a:rect l="l" t="t" r="r" b="b"/>
              <a:pathLst>
                <a:path w="16509" h="48895">
                  <a:moveTo>
                    <a:pt x="0" y="48825"/>
                  </a:moveTo>
                  <a:lnTo>
                    <a:pt x="16365" y="48825"/>
                  </a:lnTo>
                  <a:lnTo>
                    <a:pt x="16365" y="0"/>
                  </a:lnTo>
                  <a:lnTo>
                    <a:pt x="0" y="0"/>
                  </a:lnTo>
                  <a:lnTo>
                    <a:pt x="0" y="48825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2" name="object 1982" descr=""/>
            <p:cNvSpPr/>
            <p:nvPr/>
          </p:nvSpPr>
          <p:spPr>
            <a:xfrm>
              <a:off x="9047912" y="9511250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25"/>
                  </a:moveTo>
                  <a:lnTo>
                    <a:pt x="30061" y="48825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2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3" name="object 1983" descr=""/>
            <p:cNvSpPr/>
            <p:nvPr/>
          </p:nvSpPr>
          <p:spPr>
            <a:xfrm>
              <a:off x="9191320" y="9570853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30099" y="46837"/>
                  </a:moveTo>
                  <a:lnTo>
                    <a:pt x="0" y="46837"/>
                  </a:lnTo>
                  <a:lnTo>
                    <a:pt x="0" y="48844"/>
                  </a:lnTo>
                  <a:lnTo>
                    <a:pt x="30099" y="48844"/>
                  </a:lnTo>
                  <a:lnTo>
                    <a:pt x="30099" y="46837"/>
                  </a:lnTo>
                  <a:close/>
                </a:path>
                <a:path w="30479" h="48895">
                  <a:moveTo>
                    <a:pt x="30099" y="0"/>
                  </a:moveTo>
                  <a:lnTo>
                    <a:pt x="0" y="0"/>
                  </a:lnTo>
                  <a:lnTo>
                    <a:pt x="0" y="18656"/>
                  </a:lnTo>
                  <a:lnTo>
                    <a:pt x="30099" y="18656"/>
                  </a:lnTo>
                  <a:lnTo>
                    <a:pt x="3009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4" name="object 1984" descr=""/>
            <p:cNvSpPr/>
            <p:nvPr/>
          </p:nvSpPr>
          <p:spPr>
            <a:xfrm>
              <a:off x="9191321" y="9570850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46"/>
                  </a:moveTo>
                  <a:lnTo>
                    <a:pt x="30103" y="48846"/>
                  </a:lnTo>
                  <a:lnTo>
                    <a:pt x="30103" y="0"/>
                  </a:lnTo>
                  <a:lnTo>
                    <a:pt x="0" y="0"/>
                  </a:lnTo>
                  <a:lnTo>
                    <a:pt x="0" y="4884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5" name="object 1985" descr=""/>
            <p:cNvSpPr/>
            <p:nvPr/>
          </p:nvSpPr>
          <p:spPr>
            <a:xfrm>
              <a:off x="9143581" y="9570853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30022" y="46837"/>
                  </a:moveTo>
                  <a:lnTo>
                    <a:pt x="0" y="46837"/>
                  </a:lnTo>
                  <a:lnTo>
                    <a:pt x="0" y="48844"/>
                  </a:lnTo>
                  <a:lnTo>
                    <a:pt x="30022" y="48844"/>
                  </a:lnTo>
                  <a:lnTo>
                    <a:pt x="30022" y="46837"/>
                  </a:lnTo>
                  <a:close/>
                </a:path>
                <a:path w="30479" h="48895">
                  <a:moveTo>
                    <a:pt x="30022" y="0"/>
                  </a:moveTo>
                  <a:lnTo>
                    <a:pt x="0" y="0"/>
                  </a:lnTo>
                  <a:lnTo>
                    <a:pt x="0" y="18656"/>
                  </a:lnTo>
                  <a:lnTo>
                    <a:pt x="30022" y="18656"/>
                  </a:lnTo>
                  <a:lnTo>
                    <a:pt x="30022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6" name="object 1986" descr=""/>
            <p:cNvSpPr/>
            <p:nvPr/>
          </p:nvSpPr>
          <p:spPr>
            <a:xfrm>
              <a:off x="9143585" y="9570850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46"/>
                  </a:moveTo>
                  <a:lnTo>
                    <a:pt x="30020" y="48846"/>
                  </a:lnTo>
                  <a:lnTo>
                    <a:pt x="30020" y="0"/>
                  </a:lnTo>
                  <a:lnTo>
                    <a:pt x="0" y="0"/>
                  </a:lnTo>
                  <a:lnTo>
                    <a:pt x="0" y="4884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7" name="object 1987" descr=""/>
            <p:cNvSpPr/>
            <p:nvPr/>
          </p:nvSpPr>
          <p:spPr>
            <a:xfrm>
              <a:off x="9095743" y="9570850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30061" y="0"/>
                  </a:moveTo>
                  <a:lnTo>
                    <a:pt x="0" y="0"/>
                  </a:lnTo>
                  <a:lnTo>
                    <a:pt x="0" y="48846"/>
                  </a:lnTo>
                  <a:lnTo>
                    <a:pt x="30061" y="48846"/>
                  </a:lnTo>
                  <a:lnTo>
                    <a:pt x="30061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8" name="object 1988" descr=""/>
            <p:cNvSpPr/>
            <p:nvPr/>
          </p:nvSpPr>
          <p:spPr>
            <a:xfrm>
              <a:off x="9095743" y="9570850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46"/>
                  </a:moveTo>
                  <a:lnTo>
                    <a:pt x="30061" y="48846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4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9" name="object 1989" descr=""/>
            <p:cNvSpPr/>
            <p:nvPr/>
          </p:nvSpPr>
          <p:spPr>
            <a:xfrm>
              <a:off x="9061608" y="9570850"/>
              <a:ext cx="16510" cy="48895"/>
            </a:xfrm>
            <a:custGeom>
              <a:avLst/>
              <a:gdLst/>
              <a:ahLst/>
              <a:cxnLst/>
              <a:rect l="l" t="t" r="r" b="b"/>
              <a:pathLst>
                <a:path w="16509" h="48895">
                  <a:moveTo>
                    <a:pt x="0" y="48846"/>
                  </a:moveTo>
                  <a:lnTo>
                    <a:pt x="16365" y="48846"/>
                  </a:lnTo>
                  <a:lnTo>
                    <a:pt x="16365" y="0"/>
                  </a:lnTo>
                  <a:lnTo>
                    <a:pt x="0" y="0"/>
                  </a:lnTo>
                  <a:lnTo>
                    <a:pt x="0" y="48846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0" name="object 1990" descr=""/>
            <p:cNvSpPr/>
            <p:nvPr/>
          </p:nvSpPr>
          <p:spPr>
            <a:xfrm>
              <a:off x="8859290" y="9332396"/>
              <a:ext cx="219075" cy="367665"/>
            </a:xfrm>
            <a:custGeom>
              <a:avLst/>
              <a:gdLst/>
              <a:ahLst/>
              <a:cxnLst/>
              <a:rect l="l" t="t" r="r" b="b"/>
              <a:pathLst>
                <a:path w="219075" h="367665">
                  <a:moveTo>
                    <a:pt x="188622" y="287300"/>
                  </a:moveTo>
                  <a:lnTo>
                    <a:pt x="218684" y="287300"/>
                  </a:lnTo>
                  <a:lnTo>
                    <a:pt x="218684" y="238453"/>
                  </a:lnTo>
                  <a:lnTo>
                    <a:pt x="188622" y="238453"/>
                  </a:lnTo>
                  <a:lnTo>
                    <a:pt x="188622" y="287300"/>
                  </a:lnTo>
                  <a:close/>
                </a:path>
                <a:path w="219075" h="367665">
                  <a:moveTo>
                    <a:pt x="0" y="367088"/>
                  </a:moveTo>
                  <a:lnTo>
                    <a:pt x="30103" y="367088"/>
                  </a:lnTo>
                  <a:lnTo>
                    <a:pt x="30103" y="299121"/>
                  </a:lnTo>
                  <a:lnTo>
                    <a:pt x="0" y="299121"/>
                  </a:lnTo>
                  <a:lnTo>
                    <a:pt x="0" y="367088"/>
                  </a:lnTo>
                  <a:close/>
                </a:path>
                <a:path w="219075" h="367665">
                  <a:moveTo>
                    <a:pt x="0" y="48825"/>
                  </a:moveTo>
                  <a:lnTo>
                    <a:pt x="30103" y="48825"/>
                  </a:lnTo>
                  <a:lnTo>
                    <a:pt x="30103" y="0"/>
                  </a:lnTo>
                  <a:lnTo>
                    <a:pt x="0" y="0"/>
                  </a:lnTo>
                  <a:lnTo>
                    <a:pt x="0" y="48825"/>
                  </a:lnTo>
                  <a:close/>
                </a:path>
                <a:path w="219075" h="367665">
                  <a:moveTo>
                    <a:pt x="0" y="108446"/>
                  </a:moveTo>
                  <a:lnTo>
                    <a:pt x="30103" y="108446"/>
                  </a:lnTo>
                  <a:lnTo>
                    <a:pt x="30103" y="59589"/>
                  </a:lnTo>
                  <a:lnTo>
                    <a:pt x="0" y="59589"/>
                  </a:lnTo>
                  <a:lnTo>
                    <a:pt x="0" y="108446"/>
                  </a:lnTo>
                  <a:close/>
                </a:path>
                <a:path w="219075" h="367665">
                  <a:moveTo>
                    <a:pt x="0" y="168068"/>
                  </a:moveTo>
                  <a:lnTo>
                    <a:pt x="30103" y="168068"/>
                  </a:lnTo>
                  <a:lnTo>
                    <a:pt x="30103" y="119231"/>
                  </a:lnTo>
                  <a:lnTo>
                    <a:pt x="0" y="119231"/>
                  </a:lnTo>
                  <a:lnTo>
                    <a:pt x="0" y="168068"/>
                  </a:lnTo>
                  <a:close/>
                </a:path>
                <a:path w="219075" h="367665">
                  <a:moveTo>
                    <a:pt x="0" y="227678"/>
                  </a:moveTo>
                  <a:lnTo>
                    <a:pt x="30103" y="227678"/>
                  </a:lnTo>
                  <a:lnTo>
                    <a:pt x="30103" y="178853"/>
                  </a:lnTo>
                  <a:lnTo>
                    <a:pt x="0" y="178853"/>
                  </a:lnTo>
                  <a:lnTo>
                    <a:pt x="0" y="227678"/>
                  </a:lnTo>
                  <a:close/>
                </a:path>
                <a:path w="219075" h="367665">
                  <a:moveTo>
                    <a:pt x="0" y="287300"/>
                  </a:moveTo>
                  <a:lnTo>
                    <a:pt x="30103" y="287300"/>
                  </a:lnTo>
                  <a:lnTo>
                    <a:pt x="30103" y="238453"/>
                  </a:lnTo>
                  <a:lnTo>
                    <a:pt x="0" y="238453"/>
                  </a:lnTo>
                  <a:lnTo>
                    <a:pt x="0" y="28730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1" name="object 1991" descr=""/>
            <p:cNvSpPr/>
            <p:nvPr/>
          </p:nvSpPr>
          <p:spPr>
            <a:xfrm>
              <a:off x="9475520" y="9252578"/>
              <a:ext cx="30480" cy="68580"/>
            </a:xfrm>
            <a:custGeom>
              <a:avLst/>
              <a:gdLst/>
              <a:ahLst/>
              <a:cxnLst/>
              <a:rect l="l" t="t" r="r" b="b"/>
              <a:pathLst>
                <a:path w="30479" h="68579">
                  <a:moveTo>
                    <a:pt x="30099" y="54483"/>
                  </a:moveTo>
                  <a:lnTo>
                    <a:pt x="0" y="54483"/>
                  </a:lnTo>
                  <a:lnTo>
                    <a:pt x="0" y="67995"/>
                  </a:lnTo>
                  <a:lnTo>
                    <a:pt x="30099" y="67995"/>
                  </a:lnTo>
                  <a:lnTo>
                    <a:pt x="30099" y="54483"/>
                  </a:lnTo>
                  <a:close/>
                </a:path>
                <a:path w="30479" h="68579">
                  <a:moveTo>
                    <a:pt x="30099" y="0"/>
                  </a:moveTo>
                  <a:lnTo>
                    <a:pt x="0" y="0"/>
                  </a:lnTo>
                  <a:lnTo>
                    <a:pt x="0" y="23368"/>
                  </a:lnTo>
                  <a:lnTo>
                    <a:pt x="30099" y="23368"/>
                  </a:lnTo>
                  <a:lnTo>
                    <a:pt x="3009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2" name="object 1992" descr=""/>
            <p:cNvSpPr/>
            <p:nvPr/>
          </p:nvSpPr>
          <p:spPr>
            <a:xfrm>
              <a:off x="9475533" y="9252566"/>
              <a:ext cx="30480" cy="68580"/>
            </a:xfrm>
            <a:custGeom>
              <a:avLst/>
              <a:gdLst/>
              <a:ahLst/>
              <a:cxnLst/>
              <a:rect l="l" t="t" r="r" b="b"/>
              <a:pathLst>
                <a:path w="30479" h="68579">
                  <a:moveTo>
                    <a:pt x="0" y="67997"/>
                  </a:moveTo>
                  <a:lnTo>
                    <a:pt x="30093" y="67997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6799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3" name="object 1993" descr=""/>
            <p:cNvSpPr/>
            <p:nvPr/>
          </p:nvSpPr>
          <p:spPr>
            <a:xfrm>
              <a:off x="9427743" y="9252578"/>
              <a:ext cx="30480" cy="68580"/>
            </a:xfrm>
            <a:custGeom>
              <a:avLst/>
              <a:gdLst/>
              <a:ahLst/>
              <a:cxnLst/>
              <a:rect l="l" t="t" r="r" b="b"/>
              <a:pathLst>
                <a:path w="30479" h="68579">
                  <a:moveTo>
                    <a:pt x="30060" y="54483"/>
                  </a:moveTo>
                  <a:lnTo>
                    <a:pt x="0" y="54483"/>
                  </a:lnTo>
                  <a:lnTo>
                    <a:pt x="0" y="67995"/>
                  </a:lnTo>
                  <a:lnTo>
                    <a:pt x="30060" y="67995"/>
                  </a:lnTo>
                  <a:lnTo>
                    <a:pt x="30060" y="54483"/>
                  </a:lnTo>
                  <a:close/>
                </a:path>
                <a:path w="30479" h="68579">
                  <a:moveTo>
                    <a:pt x="30060" y="0"/>
                  </a:moveTo>
                  <a:lnTo>
                    <a:pt x="0" y="0"/>
                  </a:lnTo>
                  <a:lnTo>
                    <a:pt x="0" y="23368"/>
                  </a:lnTo>
                  <a:lnTo>
                    <a:pt x="30060" y="23368"/>
                  </a:lnTo>
                  <a:lnTo>
                    <a:pt x="3006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4" name="object 1994" descr=""/>
            <p:cNvSpPr/>
            <p:nvPr/>
          </p:nvSpPr>
          <p:spPr>
            <a:xfrm>
              <a:off x="9427754" y="9252566"/>
              <a:ext cx="30480" cy="68580"/>
            </a:xfrm>
            <a:custGeom>
              <a:avLst/>
              <a:gdLst/>
              <a:ahLst/>
              <a:cxnLst/>
              <a:rect l="l" t="t" r="r" b="b"/>
              <a:pathLst>
                <a:path w="30479" h="68579">
                  <a:moveTo>
                    <a:pt x="0" y="67997"/>
                  </a:moveTo>
                  <a:lnTo>
                    <a:pt x="30061" y="67997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6799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5" name="object 1995" descr=""/>
            <p:cNvSpPr/>
            <p:nvPr/>
          </p:nvSpPr>
          <p:spPr>
            <a:xfrm>
              <a:off x="9379915" y="9252578"/>
              <a:ext cx="30480" cy="68580"/>
            </a:xfrm>
            <a:custGeom>
              <a:avLst/>
              <a:gdLst/>
              <a:ahLst/>
              <a:cxnLst/>
              <a:rect l="l" t="t" r="r" b="b"/>
              <a:pathLst>
                <a:path w="30479" h="68579">
                  <a:moveTo>
                    <a:pt x="30086" y="54483"/>
                  </a:moveTo>
                  <a:lnTo>
                    <a:pt x="0" y="54483"/>
                  </a:lnTo>
                  <a:lnTo>
                    <a:pt x="0" y="67995"/>
                  </a:lnTo>
                  <a:lnTo>
                    <a:pt x="30086" y="67995"/>
                  </a:lnTo>
                  <a:lnTo>
                    <a:pt x="30086" y="54483"/>
                  </a:lnTo>
                  <a:close/>
                </a:path>
                <a:path w="30479" h="68579">
                  <a:moveTo>
                    <a:pt x="30086" y="0"/>
                  </a:moveTo>
                  <a:lnTo>
                    <a:pt x="0" y="0"/>
                  </a:lnTo>
                  <a:lnTo>
                    <a:pt x="0" y="23368"/>
                  </a:lnTo>
                  <a:lnTo>
                    <a:pt x="30086" y="23368"/>
                  </a:lnTo>
                  <a:lnTo>
                    <a:pt x="3008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6" name="object 1996" descr=""/>
            <p:cNvSpPr/>
            <p:nvPr/>
          </p:nvSpPr>
          <p:spPr>
            <a:xfrm>
              <a:off x="9379923" y="9252566"/>
              <a:ext cx="30480" cy="68580"/>
            </a:xfrm>
            <a:custGeom>
              <a:avLst/>
              <a:gdLst/>
              <a:ahLst/>
              <a:cxnLst/>
              <a:rect l="l" t="t" r="r" b="b"/>
              <a:pathLst>
                <a:path w="30479" h="68579">
                  <a:moveTo>
                    <a:pt x="0" y="67997"/>
                  </a:moveTo>
                  <a:lnTo>
                    <a:pt x="30082" y="67997"/>
                  </a:lnTo>
                  <a:lnTo>
                    <a:pt x="30082" y="0"/>
                  </a:lnTo>
                  <a:lnTo>
                    <a:pt x="0" y="0"/>
                  </a:lnTo>
                  <a:lnTo>
                    <a:pt x="0" y="6799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7" name="object 1997" descr=""/>
            <p:cNvSpPr/>
            <p:nvPr/>
          </p:nvSpPr>
          <p:spPr>
            <a:xfrm>
              <a:off x="9332112" y="9252578"/>
              <a:ext cx="30480" cy="68580"/>
            </a:xfrm>
            <a:custGeom>
              <a:avLst/>
              <a:gdLst/>
              <a:ahLst/>
              <a:cxnLst/>
              <a:rect l="l" t="t" r="r" b="b"/>
              <a:pathLst>
                <a:path w="30479" h="68579">
                  <a:moveTo>
                    <a:pt x="30086" y="54483"/>
                  </a:moveTo>
                  <a:lnTo>
                    <a:pt x="0" y="54483"/>
                  </a:lnTo>
                  <a:lnTo>
                    <a:pt x="0" y="67995"/>
                  </a:lnTo>
                  <a:lnTo>
                    <a:pt x="30086" y="67995"/>
                  </a:lnTo>
                  <a:lnTo>
                    <a:pt x="30086" y="54483"/>
                  </a:lnTo>
                  <a:close/>
                </a:path>
                <a:path w="30479" h="68579">
                  <a:moveTo>
                    <a:pt x="30086" y="0"/>
                  </a:moveTo>
                  <a:lnTo>
                    <a:pt x="0" y="0"/>
                  </a:lnTo>
                  <a:lnTo>
                    <a:pt x="0" y="23368"/>
                  </a:lnTo>
                  <a:lnTo>
                    <a:pt x="30086" y="23368"/>
                  </a:lnTo>
                  <a:lnTo>
                    <a:pt x="3008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8" name="object 1998" descr=""/>
            <p:cNvSpPr/>
            <p:nvPr/>
          </p:nvSpPr>
          <p:spPr>
            <a:xfrm>
              <a:off x="9332113" y="9252566"/>
              <a:ext cx="30480" cy="68580"/>
            </a:xfrm>
            <a:custGeom>
              <a:avLst/>
              <a:gdLst/>
              <a:ahLst/>
              <a:cxnLst/>
              <a:rect l="l" t="t" r="r" b="b"/>
              <a:pathLst>
                <a:path w="30479" h="68579">
                  <a:moveTo>
                    <a:pt x="0" y="67997"/>
                  </a:moveTo>
                  <a:lnTo>
                    <a:pt x="30093" y="67997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6799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9" name="object 1999" descr=""/>
            <p:cNvSpPr/>
            <p:nvPr/>
          </p:nvSpPr>
          <p:spPr>
            <a:xfrm>
              <a:off x="9284335" y="9252578"/>
              <a:ext cx="30480" cy="68580"/>
            </a:xfrm>
            <a:custGeom>
              <a:avLst/>
              <a:gdLst/>
              <a:ahLst/>
              <a:cxnLst/>
              <a:rect l="l" t="t" r="r" b="b"/>
              <a:pathLst>
                <a:path w="30479" h="68579">
                  <a:moveTo>
                    <a:pt x="30060" y="54483"/>
                  </a:moveTo>
                  <a:lnTo>
                    <a:pt x="0" y="54483"/>
                  </a:lnTo>
                  <a:lnTo>
                    <a:pt x="0" y="67995"/>
                  </a:lnTo>
                  <a:lnTo>
                    <a:pt x="30060" y="67995"/>
                  </a:lnTo>
                  <a:lnTo>
                    <a:pt x="30060" y="54483"/>
                  </a:lnTo>
                  <a:close/>
                </a:path>
                <a:path w="30479" h="68579">
                  <a:moveTo>
                    <a:pt x="30060" y="0"/>
                  </a:moveTo>
                  <a:lnTo>
                    <a:pt x="0" y="0"/>
                  </a:lnTo>
                  <a:lnTo>
                    <a:pt x="0" y="23368"/>
                  </a:lnTo>
                  <a:lnTo>
                    <a:pt x="30060" y="23368"/>
                  </a:lnTo>
                  <a:lnTo>
                    <a:pt x="3006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0" name="object 2000" descr=""/>
            <p:cNvSpPr/>
            <p:nvPr/>
          </p:nvSpPr>
          <p:spPr>
            <a:xfrm>
              <a:off x="9284345" y="9252566"/>
              <a:ext cx="30480" cy="68580"/>
            </a:xfrm>
            <a:custGeom>
              <a:avLst/>
              <a:gdLst/>
              <a:ahLst/>
              <a:cxnLst/>
              <a:rect l="l" t="t" r="r" b="b"/>
              <a:pathLst>
                <a:path w="30479" h="68579">
                  <a:moveTo>
                    <a:pt x="0" y="67997"/>
                  </a:moveTo>
                  <a:lnTo>
                    <a:pt x="30061" y="67997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6799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1" name="object 2001" descr=""/>
            <p:cNvSpPr/>
            <p:nvPr/>
          </p:nvSpPr>
          <p:spPr>
            <a:xfrm>
              <a:off x="9236532" y="9252578"/>
              <a:ext cx="30480" cy="68580"/>
            </a:xfrm>
            <a:custGeom>
              <a:avLst/>
              <a:gdLst/>
              <a:ahLst/>
              <a:cxnLst/>
              <a:rect l="l" t="t" r="r" b="b"/>
              <a:pathLst>
                <a:path w="30479" h="68579">
                  <a:moveTo>
                    <a:pt x="30048" y="54483"/>
                  </a:moveTo>
                  <a:lnTo>
                    <a:pt x="0" y="54483"/>
                  </a:lnTo>
                  <a:lnTo>
                    <a:pt x="0" y="67995"/>
                  </a:lnTo>
                  <a:lnTo>
                    <a:pt x="30048" y="67995"/>
                  </a:lnTo>
                  <a:lnTo>
                    <a:pt x="30048" y="54483"/>
                  </a:lnTo>
                  <a:close/>
                </a:path>
                <a:path w="30479" h="68579">
                  <a:moveTo>
                    <a:pt x="30048" y="0"/>
                  </a:moveTo>
                  <a:lnTo>
                    <a:pt x="0" y="0"/>
                  </a:lnTo>
                  <a:lnTo>
                    <a:pt x="0" y="23368"/>
                  </a:lnTo>
                  <a:lnTo>
                    <a:pt x="30048" y="23368"/>
                  </a:lnTo>
                  <a:lnTo>
                    <a:pt x="3004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2" name="object 2002" descr=""/>
            <p:cNvSpPr/>
            <p:nvPr/>
          </p:nvSpPr>
          <p:spPr>
            <a:xfrm>
              <a:off x="9236535" y="9252566"/>
              <a:ext cx="30480" cy="68580"/>
            </a:xfrm>
            <a:custGeom>
              <a:avLst/>
              <a:gdLst/>
              <a:ahLst/>
              <a:cxnLst/>
              <a:rect l="l" t="t" r="r" b="b"/>
              <a:pathLst>
                <a:path w="30479" h="68579">
                  <a:moveTo>
                    <a:pt x="0" y="67997"/>
                  </a:moveTo>
                  <a:lnTo>
                    <a:pt x="30051" y="67997"/>
                  </a:lnTo>
                  <a:lnTo>
                    <a:pt x="30051" y="0"/>
                  </a:lnTo>
                  <a:lnTo>
                    <a:pt x="0" y="0"/>
                  </a:lnTo>
                  <a:lnTo>
                    <a:pt x="0" y="6799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3" name="object 2003" descr=""/>
            <p:cNvSpPr/>
            <p:nvPr/>
          </p:nvSpPr>
          <p:spPr>
            <a:xfrm>
              <a:off x="9475520" y="8953455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30099" y="42316"/>
                  </a:moveTo>
                  <a:lnTo>
                    <a:pt x="0" y="42316"/>
                  </a:lnTo>
                  <a:lnTo>
                    <a:pt x="0" y="48844"/>
                  </a:lnTo>
                  <a:lnTo>
                    <a:pt x="30099" y="48844"/>
                  </a:lnTo>
                  <a:lnTo>
                    <a:pt x="30099" y="42316"/>
                  </a:lnTo>
                  <a:close/>
                </a:path>
                <a:path w="30479" h="48895">
                  <a:moveTo>
                    <a:pt x="30099" y="0"/>
                  </a:moveTo>
                  <a:lnTo>
                    <a:pt x="0" y="0"/>
                  </a:lnTo>
                  <a:lnTo>
                    <a:pt x="0" y="8915"/>
                  </a:lnTo>
                  <a:lnTo>
                    <a:pt x="30099" y="8915"/>
                  </a:lnTo>
                  <a:lnTo>
                    <a:pt x="3009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4" name="object 2004" descr=""/>
            <p:cNvSpPr/>
            <p:nvPr/>
          </p:nvSpPr>
          <p:spPr>
            <a:xfrm>
              <a:off x="9475533" y="8953444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46"/>
                  </a:moveTo>
                  <a:lnTo>
                    <a:pt x="30093" y="48846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4884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5" name="object 2005" descr=""/>
            <p:cNvSpPr/>
            <p:nvPr/>
          </p:nvSpPr>
          <p:spPr>
            <a:xfrm>
              <a:off x="9427743" y="8953455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30060" y="42316"/>
                  </a:moveTo>
                  <a:lnTo>
                    <a:pt x="0" y="42316"/>
                  </a:lnTo>
                  <a:lnTo>
                    <a:pt x="0" y="48844"/>
                  </a:lnTo>
                  <a:lnTo>
                    <a:pt x="30060" y="48844"/>
                  </a:lnTo>
                  <a:lnTo>
                    <a:pt x="30060" y="42316"/>
                  </a:lnTo>
                  <a:close/>
                </a:path>
                <a:path w="30479" h="48895">
                  <a:moveTo>
                    <a:pt x="30060" y="0"/>
                  </a:moveTo>
                  <a:lnTo>
                    <a:pt x="0" y="0"/>
                  </a:lnTo>
                  <a:lnTo>
                    <a:pt x="0" y="8915"/>
                  </a:lnTo>
                  <a:lnTo>
                    <a:pt x="30060" y="8915"/>
                  </a:lnTo>
                  <a:lnTo>
                    <a:pt x="3006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6" name="object 2006" descr=""/>
            <p:cNvSpPr/>
            <p:nvPr/>
          </p:nvSpPr>
          <p:spPr>
            <a:xfrm>
              <a:off x="9427754" y="8953444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46"/>
                  </a:moveTo>
                  <a:lnTo>
                    <a:pt x="30061" y="48846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4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7" name="object 2007" descr=""/>
            <p:cNvSpPr/>
            <p:nvPr/>
          </p:nvSpPr>
          <p:spPr>
            <a:xfrm>
              <a:off x="9379915" y="8953455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30086" y="42316"/>
                  </a:moveTo>
                  <a:lnTo>
                    <a:pt x="0" y="42316"/>
                  </a:lnTo>
                  <a:lnTo>
                    <a:pt x="0" y="48844"/>
                  </a:lnTo>
                  <a:lnTo>
                    <a:pt x="30086" y="48844"/>
                  </a:lnTo>
                  <a:lnTo>
                    <a:pt x="30086" y="42316"/>
                  </a:lnTo>
                  <a:close/>
                </a:path>
                <a:path w="30479" h="48895">
                  <a:moveTo>
                    <a:pt x="30086" y="0"/>
                  </a:moveTo>
                  <a:lnTo>
                    <a:pt x="0" y="0"/>
                  </a:lnTo>
                  <a:lnTo>
                    <a:pt x="0" y="8915"/>
                  </a:lnTo>
                  <a:lnTo>
                    <a:pt x="30086" y="8915"/>
                  </a:lnTo>
                  <a:lnTo>
                    <a:pt x="3008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8" name="object 2008" descr=""/>
            <p:cNvSpPr/>
            <p:nvPr/>
          </p:nvSpPr>
          <p:spPr>
            <a:xfrm>
              <a:off x="9379923" y="8953444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46"/>
                  </a:moveTo>
                  <a:lnTo>
                    <a:pt x="30082" y="48846"/>
                  </a:lnTo>
                  <a:lnTo>
                    <a:pt x="30082" y="0"/>
                  </a:lnTo>
                  <a:lnTo>
                    <a:pt x="0" y="0"/>
                  </a:lnTo>
                  <a:lnTo>
                    <a:pt x="0" y="4884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9" name="object 2009" descr=""/>
            <p:cNvSpPr/>
            <p:nvPr/>
          </p:nvSpPr>
          <p:spPr>
            <a:xfrm>
              <a:off x="9332112" y="8953455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30086" y="42316"/>
                  </a:moveTo>
                  <a:lnTo>
                    <a:pt x="0" y="42316"/>
                  </a:lnTo>
                  <a:lnTo>
                    <a:pt x="0" y="48844"/>
                  </a:lnTo>
                  <a:lnTo>
                    <a:pt x="30086" y="48844"/>
                  </a:lnTo>
                  <a:lnTo>
                    <a:pt x="30086" y="42316"/>
                  </a:lnTo>
                  <a:close/>
                </a:path>
                <a:path w="30479" h="48895">
                  <a:moveTo>
                    <a:pt x="30086" y="0"/>
                  </a:moveTo>
                  <a:lnTo>
                    <a:pt x="0" y="0"/>
                  </a:lnTo>
                  <a:lnTo>
                    <a:pt x="0" y="8915"/>
                  </a:lnTo>
                  <a:lnTo>
                    <a:pt x="30086" y="8915"/>
                  </a:lnTo>
                  <a:lnTo>
                    <a:pt x="3008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0" name="object 2010" descr=""/>
            <p:cNvSpPr/>
            <p:nvPr/>
          </p:nvSpPr>
          <p:spPr>
            <a:xfrm>
              <a:off x="9332113" y="8953444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46"/>
                  </a:moveTo>
                  <a:lnTo>
                    <a:pt x="30093" y="48846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4884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11" name="object 2011" descr=""/>
            <p:cNvSpPr/>
            <p:nvPr/>
          </p:nvSpPr>
          <p:spPr>
            <a:xfrm>
              <a:off x="9284335" y="8953455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30060" y="42316"/>
                  </a:moveTo>
                  <a:lnTo>
                    <a:pt x="0" y="42316"/>
                  </a:lnTo>
                  <a:lnTo>
                    <a:pt x="0" y="48844"/>
                  </a:lnTo>
                  <a:lnTo>
                    <a:pt x="30060" y="48844"/>
                  </a:lnTo>
                  <a:lnTo>
                    <a:pt x="30060" y="42316"/>
                  </a:lnTo>
                  <a:close/>
                </a:path>
                <a:path w="30479" h="48895">
                  <a:moveTo>
                    <a:pt x="30060" y="0"/>
                  </a:moveTo>
                  <a:lnTo>
                    <a:pt x="0" y="0"/>
                  </a:lnTo>
                  <a:lnTo>
                    <a:pt x="0" y="8915"/>
                  </a:lnTo>
                  <a:lnTo>
                    <a:pt x="30060" y="8915"/>
                  </a:lnTo>
                  <a:lnTo>
                    <a:pt x="3006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2" name="object 2012" descr=""/>
            <p:cNvSpPr/>
            <p:nvPr/>
          </p:nvSpPr>
          <p:spPr>
            <a:xfrm>
              <a:off x="9284345" y="8953444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46"/>
                  </a:moveTo>
                  <a:lnTo>
                    <a:pt x="30061" y="48846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4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13" name="object 2013" descr=""/>
            <p:cNvSpPr/>
            <p:nvPr/>
          </p:nvSpPr>
          <p:spPr>
            <a:xfrm>
              <a:off x="9236532" y="8953455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30048" y="42316"/>
                  </a:moveTo>
                  <a:lnTo>
                    <a:pt x="0" y="42316"/>
                  </a:lnTo>
                  <a:lnTo>
                    <a:pt x="0" y="48844"/>
                  </a:lnTo>
                  <a:lnTo>
                    <a:pt x="30048" y="48844"/>
                  </a:lnTo>
                  <a:lnTo>
                    <a:pt x="30048" y="42316"/>
                  </a:lnTo>
                  <a:close/>
                </a:path>
                <a:path w="30479" h="48895">
                  <a:moveTo>
                    <a:pt x="30048" y="0"/>
                  </a:moveTo>
                  <a:lnTo>
                    <a:pt x="0" y="0"/>
                  </a:lnTo>
                  <a:lnTo>
                    <a:pt x="0" y="8915"/>
                  </a:lnTo>
                  <a:lnTo>
                    <a:pt x="30048" y="8915"/>
                  </a:lnTo>
                  <a:lnTo>
                    <a:pt x="3004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4" name="object 2014" descr=""/>
            <p:cNvSpPr/>
            <p:nvPr/>
          </p:nvSpPr>
          <p:spPr>
            <a:xfrm>
              <a:off x="9236535" y="8953444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46"/>
                  </a:moveTo>
                  <a:lnTo>
                    <a:pt x="30051" y="48846"/>
                  </a:lnTo>
                  <a:lnTo>
                    <a:pt x="30051" y="0"/>
                  </a:lnTo>
                  <a:lnTo>
                    <a:pt x="0" y="0"/>
                  </a:lnTo>
                  <a:lnTo>
                    <a:pt x="0" y="4884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15" name="object 2015" descr=""/>
            <p:cNvSpPr/>
            <p:nvPr/>
          </p:nvSpPr>
          <p:spPr>
            <a:xfrm>
              <a:off x="9475533" y="9013066"/>
              <a:ext cx="30480" cy="27940"/>
            </a:xfrm>
            <a:custGeom>
              <a:avLst/>
              <a:gdLst/>
              <a:ahLst/>
              <a:cxnLst/>
              <a:rect l="l" t="t" r="r" b="b"/>
              <a:pathLst>
                <a:path w="30479" h="27940">
                  <a:moveTo>
                    <a:pt x="0" y="27695"/>
                  </a:moveTo>
                  <a:lnTo>
                    <a:pt x="30093" y="27695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27695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6" name="object 2016" descr=""/>
            <p:cNvSpPr/>
            <p:nvPr/>
          </p:nvSpPr>
          <p:spPr>
            <a:xfrm>
              <a:off x="9475533" y="9013066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36"/>
                  </a:moveTo>
                  <a:lnTo>
                    <a:pt x="30093" y="48836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4883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17" name="object 2017" descr=""/>
            <p:cNvSpPr/>
            <p:nvPr/>
          </p:nvSpPr>
          <p:spPr>
            <a:xfrm>
              <a:off x="9427754" y="9013066"/>
              <a:ext cx="30480" cy="27940"/>
            </a:xfrm>
            <a:custGeom>
              <a:avLst/>
              <a:gdLst/>
              <a:ahLst/>
              <a:cxnLst/>
              <a:rect l="l" t="t" r="r" b="b"/>
              <a:pathLst>
                <a:path w="30479" h="27940">
                  <a:moveTo>
                    <a:pt x="0" y="27695"/>
                  </a:moveTo>
                  <a:lnTo>
                    <a:pt x="30061" y="27695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27695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8" name="object 2018" descr=""/>
            <p:cNvSpPr/>
            <p:nvPr/>
          </p:nvSpPr>
          <p:spPr>
            <a:xfrm>
              <a:off x="9427754" y="9013066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36"/>
                  </a:moveTo>
                  <a:lnTo>
                    <a:pt x="30061" y="48836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3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19" name="object 2019" descr=""/>
            <p:cNvSpPr/>
            <p:nvPr/>
          </p:nvSpPr>
          <p:spPr>
            <a:xfrm>
              <a:off x="9379923" y="9013066"/>
              <a:ext cx="30480" cy="27940"/>
            </a:xfrm>
            <a:custGeom>
              <a:avLst/>
              <a:gdLst/>
              <a:ahLst/>
              <a:cxnLst/>
              <a:rect l="l" t="t" r="r" b="b"/>
              <a:pathLst>
                <a:path w="30479" h="27940">
                  <a:moveTo>
                    <a:pt x="0" y="27695"/>
                  </a:moveTo>
                  <a:lnTo>
                    <a:pt x="30082" y="27695"/>
                  </a:lnTo>
                  <a:lnTo>
                    <a:pt x="30082" y="0"/>
                  </a:lnTo>
                  <a:lnTo>
                    <a:pt x="0" y="0"/>
                  </a:lnTo>
                  <a:lnTo>
                    <a:pt x="0" y="27695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0" name="object 2020" descr=""/>
            <p:cNvSpPr/>
            <p:nvPr/>
          </p:nvSpPr>
          <p:spPr>
            <a:xfrm>
              <a:off x="9379923" y="9013066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36"/>
                  </a:moveTo>
                  <a:lnTo>
                    <a:pt x="30082" y="48836"/>
                  </a:lnTo>
                  <a:lnTo>
                    <a:pt x="30082" y="0"/>
                  </a:lnTo>
                  <a:lnTo>
                    <a:pt x="0" y="0"/>
                  </a:lnTo>
                  <a:lnTo>
                    <a:pt x="0" y="4883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1" name="object 2021" descr=""/>
            <p:cNvSpPr/>
            <p:nvPr/>
          </p:nvSpPr>
          <p:spPr>
            <a:xfrm>
              <a:off x="9332113" y="9013066"/>
              <a:ext cx="30480" cy="27940"/>
            </a:xfrm>
            <a:custGeom>
              <a:avLst/>
              <a:gdLst/>
              <a:ahLst/>
              <a:cxnLst/>
              <a:rect l="l" t="t" r="r" b="b"/>
              <a:pathLst>
                <a:path w="30479" h="27940">
                  <a:moveTo>
                    <a:pt x="0" y="27695"/>
                  </a:moveTo>
                  <a:lnTo>
                    <a:pt x="30093" y="27695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27695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2" name="object 2022" descr=""/>
            <p:cNvSpPr/>
            <p:nvPr/>
          </p:nvSpPr>
          <p:spPr>
            <a:xfrm>
              <a:off x="9332113" y="9013066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36"/>
                  </a:moveTo>
                  <a:lnTo>
                    <a:pt x="30093" y="48836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4883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3" name="object 2023" descr=""/>
            <p:cNvSpPr/>
            <p:nvPr/>
          </p:nvSpPr>
          <p:spPr>
            <a:xfrm>
              <a:off x="9284345" y="9013066"/>
              <a:ext cx="30480" cy="27940"/>
            </a:xfrm>
            <a:custGeom>
              <a:avLst/>
              <a:gdLst/>
              <a:ahLst/>
              <a:cxnLst/>
              <a:rect l="l" t="t" r="r" b="b"/>
              <a:pathLst>
                <a:path w="30479" h="27940">
                  <a:moveTo>
                    <a:pt x="0" y="27695"/>
                  </a:moveTo>
                  <a:lnTo>
                    <a:pt x="30061" y="27695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27695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4" name="object 2024" descr=""/>
            <p:cNvSpPr/>
            <p:nvPr/>
          </p:nvSpPr>
          <p:spPr>
            <a:xfrm>
              <a:off x="9284345" y="9013066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36"/>
                  </a:moveTo>
                  <a:lnTo>
                    <a:pt x="30061" y="48836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3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5" name="object 2025" descr=""/>
            <p:cNvSpPr/>
            <p:nvPr/>
          </p:nvSpPr>
          <p:spPr>
            <a:xfrm>
              <a:off x="9236535" y="9013066"/>
              <a:ext cx="30480" cy="27940"/>
            </a:xfrm>
            <a:custGeom>
              <a:avLst/>
              <a:gdLst/>
              <a:ahLst/>
              <a:cxnLst/>
              <a:rect l="l" t="t" r="r" b="b"/>
              <a:pathLst>
                <a:path w="30479" h="27940">
                  <a:moveTo>
                    <a:pt x="0" y="27695"/>
                  </a:moveTo>
                  <a:lnTo>
                    <a:pt x="30051" y="27695"/>
                  </a:lnTo>
                  <a:lnTo>
                    <a:pt x="30051" y="0"/>
                  </a:lnTo>
                  <a:lnTo>
                    <a:pt x="0" y="0"/>
                  </a:lnTo>
                  <a:lnTo>
                    <a:pt x="0" y="27695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6" name="object 2026" descr=""/>
            <p:cNvSpPr/>
            <p:nvPr/>
          </p:nvSpPr>
          <p:spPr>
            <a:xfrm>
              <a:off x="9236535" y="9013066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36"/>
                  </a:moveTo>
                  <a:lnTo>
                    <a:pt x="30051" y="48836"/>
                  </a:lnTo>
                  <a:lnTo>
                    <a:pt x="30051" y="0"/>
                  </a:lnTo>
                  <a:lnTo>
                    <a:pt x="0" y="0"/>
                  </a:lnTo>
                  <a:lnTo>
                    <a:pt x="0" y="4883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7" name="object 2027" descr=""/>
            <p:cNvSpPr/>
            <p:nvPr/>
          </p:nvSpPr>
          <p:spPr>
            <a:xfrm>
              <a:off x="9475533" y="9073587"/>
              <a:ext cx="30480" cy="45720"/>
            </a:xfrm>
            <a:custGeom>
              <a:avLst/>
              <a:gdLst/>
              <a:ahLst/>
              <a:cxnLst/>
              <a:rect l="l" t="t" r="r" b="b"/>
              <a:pathLst>
                <a:path w="30479" h="45720">
                  <a:moveTo>
                    <a:pt x="0" y="45569"/>
                  </a:moveTo>
                  <a:lnTo>
                    <a:pt x="30093" y="45569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45569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8" name="object 2028" descr=""/>
            <p:cNvSpPr/>
            <p:nvPr/>
          </p:nvSpPr>
          <p:spPr>
            <a:xfrm>
              <a:off x="9475533" y="9072697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36"/>
                  </a:moveTo>
                  <a:lnTo>
                    <a:pt x="30093" y="48836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4883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9" name="object 2029" descr=""/>
            <p:cNvSpPr/>
            <p:nvPr/>
          </p:nvSpPr>
          <p:spPr>
            <a:xfrm>
              <a:off x="9427754" y="9073587"/>
              <a:ext cx="30480" cy="45720"/>
            </a:xfrm>
            <a:custGeom>
              <a:avLst/>
              <a:gdLst/>
              <a:ahLst/>
              <a:cxnLst/>
              <a:rect l="l" t="t" r="r" b="b"/>
              <a:pathLst>
                <a:path w="30479" h="45720">
                  <a:moveTo>
                    <a:pt x="0" y="45569"/>
                  </a:moveTo>
                  <a:lnTo>
                    <a:pt x="30061" y="45569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5569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0" name="object 2030" descr=""/>
            <p:cNvSpPr/>
            <p:nvPr/>
          </p:nvSpPr>
          <p:spPr>
            <a:xfrm>
              <a:off x="9427754" y="9072697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36"/>
                  </a:moveTo>
                  <a:lnTo>
                    <a:pt x="30061" y="48836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3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1" name="object 2031" descr=""/>
            <p:cNvSpPr/>
            <p:nvPr/>
          </p:nvSpPr>
          <p:spPr>
            <a:xfrm>
              <a:off x="9379923" y="9073587"/>
              <a:ext cx="30480" cy="45720"/>
            </a:xfrm>
            <a:custGeom>
              <a:avLst/>
              <a:gdLst/>
              <a:ahLst/>
              <a:cxnLst/>
              <a:rect l="l" t="t" r="r" b="b"/>
              <a:pathLst>
                <a:path w="30479" h="45720">
                  <a:moveTo>
                    <a:pt x="0" y="45569"/>
                  </a:moveTo>
                  <a:lnTo>
                    <a:pt x="30082" y="45569"/>
                  </a:lnTo>
                  <a:lnTo>
                    <a:pt x="30082" y="0"/>
                  </a:lnTo>
                  <a:lnTo>
                    <a:pt x="0" y="0"/>
                  </a:lnTo>
                  <a:lnTo>
                    <a:pt x="0" y="45569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2" name="object 2032" descr=""/>
            <p:cNvSpPr/>
            <p:nvPr/>
          </p:nvSpPr>
          <p:spPr>
            <a:xfrm>
              <a:off x="9379923" y="9072697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36"/>
                  </a:moveTo>
                  <a:lnTo>
                    <a:pt x="30082" y="48836"/>
                  </a:lnTo>
                  <a:lnTo>
                    <a:pt x="30082" y="0"/>
                  </a:lnTo>
                  <a:lnTo>
                    <a:pt x="0" y="0"/>
                  </a:lnTo>
                  <a:lnTo>
                    <a:pt x="0" y="4883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3" name="object 2033" descr=""/>
            <p:cNvSpPr/>
            <p:nvPr/>
          </p:nvSpPr>
          <p:spPr>
            <a:xfrm>
              <a:off x="9332113" y="9073587"/>
              <a:ext cx="30480" cy="45720"/>
            </a:xfrm>
            <a:custGeom>
              <a:avLst/>
              <a:gdLst/>
              <a:ahLst/>
              <a:cxnLst/>
              <a:rect l="l" t="t" r="r" b="b"/>
              <a:pathLst>
                <a:path w="30479" h="45720">
                  <a:moveTo>
                    <a:pt x="0" y="45569"/>
                  </a:moveTo>
                  <a:lnTo>
                    <a:pt x="30093" y="45569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45569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4" name="object 2034" descr=""/>
            <p:cNvSpPr/>
            <p:nvPr/>
          </p:nvSpPr>
          <p:spPr>
            <a:xfrm>
              <a:off x="9332113" y="9072697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36"/>
                  </a:moveTo>
                  <a:lnTo>
                    <a:pt x="30093" y="48836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4883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5" name="object 2035" descr=""/>
            <p:cNvSpPr/>
            <p:nvPr/>
          </p:nvSpPr>
          <p:spPr>
            <a:xfrm>
              <a:off x="9284345" y="9073587"/>
              <a:ext cx="30480" cy="45720"/>
            </a:xfrm>
            <a:custGeom>
              <a:avLst/>
              <a:gdLst/>
              <a:ahLst/>
              <a:cxnLst/>
              <a:rect l="l" t="t" r="r" b="b"/>
              <a:pathLst>
                <a:path w="30479" h="45720">
                  <a:moveTo>
                    <a:pt x="0" y="45569"/>
                  </a:moveTo>
                  <a:lnTo>
                    <a:pt x="30061" y="45569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5569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6" name="object 2036" descr=""/>
            <p:cNvSpPr/>
            <p:nvPr/>
          </p:nvSpPr>
          <p:spPr>
            <a:xfrm>
              <a:off x="9284345" y="9072697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36"/>
                  </a:moveTo>
                  <a:lnTo>
                    <a:pt x="30061" y="48836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3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7" name="object 2037" descr=""/>
            <p:cNvSpPr/>
            <p:nvPr/>
          </p:nvSpPr>
          <p:spPr>
            <a:xfrm>
              <a:off x="9236535" y="9073587"/>
              <a:ext cx="30480" cy="45720"/>
            </a:xfrm>
            <a:custGeom>
              <a:avLst/>
              <a:gdLst/>
              <a:ahLst/>
              <a:cxnLst/>
              <a:rect l="l" t="t" r="r" b="b"/>
              <a:pathLst>
                <a:path w="30479" h="45720">
                  <a:moveTo>
                    <a:pt x="0" y="45569"/>
                  </a:moveTo>
                  <a:lnTo>
                    <a:pt x="30051" y="45569"/>
                  </a:lnTo>
                  <a:lnTo>
                    <a:pt x="30051" y="0"/>
                  </a:lnTo>
                  <a:lnTo>
                    <a:pt x="0" y="0"/>
                  </a:lnTo>
                  <a:lnTo>
                    <a:pt x="0" y="45569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8" name="object 2038" descr=""/>
            <p:cNvSpPr/>
            <p:nvPr/>
          </p:nvSpPr>
          <p:spPr>
            <a:xfrm>
              <a:off x="9236535" y="9072697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36"/>
                  </a:moveTo>
                  <a:lnTo>
                    <a:pt x="30051" y="48836"/>
                  </a:lnTo>
                  <a:lnTo>
                    <a:pt x="30051" y="0"/>
                  </a:lnTo>
                  <a:lnTo>
                    <a:pt x="0" y="0"/>
                  </a:lnTo>
                  <a:lnTo>
                    <a:pt x="0" y="4883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9" name="object 2039" descr=""/>
            <p:cNvSpPr/>
            <p:nvPr/>
          </p:nvSpPr>
          <p:spPr>
            <a:xfrm>
              <a:off x="9475533" y="9151418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79" h="29845">
                  <a:moveTo>
                    <a:pt x="0" y="29726"/>
                  </a:moveTo>
                  <a:lnTo>
                    <a:pt x="30093" y="29726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29726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0" name="object 2040" descr=""/>
            <p:cNvSpPr/>
            <p:nvPr/>
          </p:nvSpPr>
          <p:spPr>
            <a:xfrm>
              <a:off x="9475533" y="9132329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15"/>
                  </a:moveTo>
                  <a:lnTo>
                    <a:pt x="30093" y="48815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4881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1" name="object 2041" descr=""/>
            <p:cNvSpPr/>
            <p:nvPr/>
          </p:nvSpPr>
          <p:spPr>
            <a:xfrm>
              <a:off x="9427754" y="9151418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79" h="29845">
                  <a:moveTo>
                    <a:pt x="0" y="29726"/>
                  </a:moveTo>
                  <a:lnTo>
                    <a:pt x="30061" y="29726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29726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2" name="object 2042" descr=""/>
            <p:cNvSpPr/>
            <p:nvPr/>
          </p:nvSpPr>
          <p:spPr>
            <a:xfrm>
              <a:off x="9427754" y="9132329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15"/>
                  </a:moveTo>
                  <a:lnTo>
                    <a:pt x="30061" y="48815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1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3" name="object 2043" descr=""/>
            <p:cNvSpPr/>
            <p:nvPr/>
          </p:nvSpPr>
          <p:spPr>
            <a:xfrm>
              <a:off x="9379923" y="9151418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79" h="29845">
                  <a:moveTo>
                    <a:pt x="0" y="29726"/>
                  </a:moveTo>
                  <a:lnTo>
                    <a:pt x="30082" y="29726"/>
                  </a:lnTo>
                  <a:lnTo>
                    <a:pt x="30082" y="0"/>
                  </a:lnTo>
                  <a:lnTo>
                    <a:pt x="0" y="0"/>
                  </a:lnTo>
                  <a:lnTo>
                    <a:pt x="0" y="29726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4" name="object 2044" descr=""/>
            <p:cNvSpPr/>
            <p:nvPr/>
          </p:nvSpPr>
          <p:spPr>
            <a:xfrm>
              <a:off x="9379923" y="9132329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15"/>
                  </a:moveTo>
                  <a:lnTo>
                    <a:pt x="30082" y="48815"/>
                  </a:lnTo>
                  <a:lnTo>
                    <a:pt x="30082" y="0"/>
                  </a:lnTo>
                  <a:lnTo>
                    <a:pt x="0" y="0"/>
                  </a:lnTo>
                  <a:lnTo>
                    <a:pt x="0" y="4881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5" name="object 2045" descr=""/>
            <p:cNvSpPr/>
            <p:nvPr/>
          </p:nvSpPr>
          <p:spPr>
            <a:xfrm>
              <a:off x="9332113" y="9151418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79" h="29845">
                  <a:moveTo>
                    <a:pt x="0" y="29726"/>
                  </a:moveTo>
                  <a:lnTo>
                    <a:pt x="30093" y="29726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29726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6" name="object 2046" descr=""/>
            <p:cNvSpPr/>
            <p:nvPr/>
          </p:nvSpPr>
          <p:spPr>
            <a:xfrm>
              <a:off x="9332113" y="9132329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15"/>
                  </a:moveTo>
                  <a:lnTo>
                    <a:pt x="30093" y="48815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4881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7" name="object 2047" descr=""/>
            <p:cNvSpPr/>
            <p:nvPr/>
          </p:nvSpPr>
          <p:spPr>
            <a:xfrm>
              <a:off x="9284345" y="9151418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79" h="29845">
                  <a:moveTo>
                    <a:pt x="0" y="29726"/>
                  </a:moveTo>
                  <a:lnTo>
                    <a:pt x="30061" y="29726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29726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8" name="object 2048" descr=""/>
            <p:cNvSpPr/>
            <p:nvPr/>
          </p:nvSpPr>
          <p:spPr>
            <a:xfrm>
              <a:off x="9284345" y="9132329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15"/>
                  </a:moveTo>
                  <a:lnTo>
                    <a:pt x="30061" y="48815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1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9" name="object 2049" descr=""/>
            <p:cNvSpPr/>
            <p:nvPr/>
          </p:nvSpPr>
          <p:spPr>
            <a:xfrm>
              <a:off x="9236535" y="9151418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79" h="29845">
                  <a:moveTo>
                    <a:pt x="0" y="29726"/>
                  </a:moveTo>
                  <a:lnTo>
                    <a:pt x="30051" y="29726"/>
                  </a:lnTo>
                  <a:lnTo>
                    <a:pt x="30051" y="0"/>
                  </a:lnTo>
                  <a:lnTo>
                    <a:pt x="0" y="0"/>
                  </a:lnTo>
                  <a:lnTo>
                    <a:pt x="0" y="29726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0" name="object 2050" descr=""/>
            <p:cNvSpPr/>
            <p:nvPr/>
          </p:nvSpPr>
          <p:spPr>
            <a:xfrm>
              <a:off x="9236535" y="9132329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15"/>
                  </a:moveTo>
                  <a:lnTo>
                    <a:pt x="30051" y="48815"/>
                  </a:lnTo>
                  <a:lnTo>
                    <a:pt x="30051" y="0"/>
                  </a:lnTo>
                  <a:lnTo>
                    <a:pt x="0" y="0"/>
                  </a:lnTo>
                  <a:lnTo>
                    <a:pt x="0" y="4881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51" name="object 2051" descr=""/>
            <p:cNvSpPr/>
            <p:nvPr/>
          </p:nvSpPr>
          <p:spPr>
            <a:xfrm>
              <a:off x="9475520" y="9191949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30099" y="37287"/>
                  </a:moveTo>
                  <a:lnTo>
                    <a:pt x="0" y="37287"/>
                  </a:lnTo>
                  <a:lnTo>
                    <a:pt x="0" y="48831"/>
                  </a:lnTo>
                  <a:lnTo>
                    <a:pt x="30099" y="48831"/>
                  </a:lnTo>
                  <a:lnTo>
                    <a:pt x="30099" y="37287"/>
                  </a:lnTo>
                  <a:close/>
                </a:path>
                <a:path w="30479" h="48895">
                  <a:moveTo>
                    <a:pt x="30099" y="0"/>
                  </a:moveTo>
                  <a:lnTo>
                    <a:pt x="0" y="0"/>
                  </a:lnTo>
                  <a:lnTo>
                    <a:pt x="0" y="5626"/>
                  </a:lnTo>
                  <a:lnTo>
                    <a:pt x="30099" y="5626"/>
                  </a:lnTo>
                  <a:lnTo>
                    <a:pt x="3009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2" name="object 2052" descr=""/>
            <p:cNvSpPr/>
            <p:nvPr/>
          </p:nvSpPr>
          <p:spPr>
            <a:xfrm>
              <a:off x="9475533" y="9191940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36"/>
                  </a:moveTo>
                  <a:lnTo>
                    <a:pt x="30093" y="48836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4883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53" name="object 2053" descr=""/>
            <p:cNvSpPr/>
            <p:nvPr/>
          </p:nvSpPr>
          <p:spPr>
            <a:xfrm>
              <a:off x="9427743" y="9191949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30060" y="37287"/>
                  </a:moveTo>
                  <a:lnTo>
                    <a:pt x="0" y="37287"/>
                  </a:lnTo>
                  <a:lnTo>
                    <a:pt x="0" y="48831"/>
                  </a:lnTo>
                  <a:lnTo>
                    <a:pt x="30060" y="48831"/>
                  </a:lnTo>
                  <a:lnTo>
                    <a:pt x="30060" y="37287"/>
                  </a:lnTo>
                  <a:close/>
                </a:path>
                <a:path w="30479" h="48895">
                  <a:moveTo>
                    <a:pt x="30060" y="0"/>
                  </a:moveTo>
                  <a:lnTo>
                    <a:pt x="0" y="0"/>
                  </a:lnTo>
                  <a:lnTo>
                    <a:pt x="0" y="5626"/>
                  </a:lnTo>
                  <a:lnTo>
                    <a:pt x="30060" y="5626"/>
                  </a:lnTo>
                  <a:lnTo>
                    <a:pt x="3006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4" name="object 2054" descr=""/>
            <p:cNvSpPr/>
            <p:nvPr/>
          </p:nvSpPr>
          <p:spPr>
            <a:xfrm>
              <a:off x="9427754" y="9191940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36"/>
                  </a:moveTo>
                  <a:lnTo>
                    <a:pt x="30061" y="48836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3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55" name="object 2055" descr=""/>
            <p:cNvSpPr/>
            <p:nvPr/>
          </p:nvSpPr>
          <p:spPr>
            <a:xfrm>
              <a:off x="9379915" y="9191949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30086" y="37287"/>
                  </a:moveTo>
                  <a:lnTo>
                    <a:pt x="0" y="37287"/>
                  </a:lnTo>
                  <a:lnTo>
                    <a:pt x="0" y="48831"/>
                  </a:lnTo>
                  <a:lnTo>
                    <a:pt x="30086" y="48831"/>
                  </a:lnTo>
                  <a:lnTo>
                    <a:pt x="30086" y="37287"/>
                  </a:lnTo>
                  <a:close/>
                </a:path>
                <a:path w="30479" h="48895">
                  <a:moveTo>
                    <a:pt x="30086" y="0"/>
                  </a:moveTo>
                  <a:lnTo>
                    <a:pt x="0" y="0"/>
                  </a:lnTo>
                  <a:lnTo>
                    <a:pt x="0" y="5626"/>
                  </a:lnTo>
                  <a:lnTo>
                    <a:pt x="30086" y="5626"/>
                  </a:lnTo>
                  <a:lnTo>
                    <a:pt x="3008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6" name="object 2056" descr=""/>
            <p:cNvSpPr/>
            <p:nvPr/>
          </p:nvSpPr>
          <p:spPr>
            <a:xfrm>
              <a:off x="9379923" y="9191940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36"/>
                  </a:moveTo>
                  <a:lnTo>
                    <a:pt x="30082" y="48836"/>
                  </a:lnTo>
                  <a:lnTo>
                    <a:pt x="30082" y="0"/>
                  </a:lnTo>
                  <a:lnTo>
                    <a:pt x="0" y="0"/>
                  </a:lnTo>
                  <a:lnTo>
                    <a:pt x="0" y="4883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57" name="object 2057" descr=""/>
            <p:cNvSpPr/>
            <p:nvPr/>
          </p:nvSpPr>
          <p:spPr>
            <a:xfrm>
              <a:off x="9332112" y="9191949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30086" y="37287"/>
                  </a:moveTo>
                  <a:lnTo>
                    <a:pt x="0" y="37287"/>
                  </a:lnTo>
                  <a:lnTo>
                    <a:pt x="0" y="48831"/>
                  </a:lnTo>
                  <a:lnTo>
                    <a:pt x="30086" y="48831"/>
                  </a:lnTo>
                  <a:lnTo>
                    <a:pt x="30086" y="37287"/>
                  </a:lnTo>
                  <a:close/>
                </a:path>
                <a:path w="30479" h="48895">
                  <a:moveTo>
                    <a:pt x="30086" y="0"/>
                  </a:moveTo>
                  <a:lnTo>
                    <a:pt x="0" y="0"/>
                  </a:lnTo>
                  <a:lnTo>
                    <a:pt x="0" y="5626"/>
                  </a:lnTo>
                  <a:lnTo>
                    <a:pt x="30086" y="5626"/>
                  </a:lnTo>
                  <a:lnTo>
                    <a:pt x="3008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8" name="object 2058" descr=""/>
            <p:cNvSpPr/>
            <p:nvPr/>
          </p:nvSpPr>
          <p:spPr>
            <a:xfrm>
              <a:off x="9332113" y="9191940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36"/>
                  </a:moveTo>
                  <a:lnTo>
                    <a:pt x="30093" y="48836"/>
                  </a:lnTo>
                  <a:lnTo>
                    <a:pt x="30093" y="0"/>
                  </a:lnTo>
                  <a:lnTo>
                    <a:pt x="0" y="0"/>
                  </a:lnTo>
                  <a:lnTo>
                    <a:pt x="0" y="4883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59" name="object 2059" descr=""/>
            <p:cNvSpPr/>
            <p:nvPr/>
          </p:nvSpPr>
          <p:spPr>
            <a:xfrm>
              <a:off x="9284335" y="9191949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30060" y="37287"/>
                  </a:moveTo>
                  <a:lnTo>
                    <a:pt x="0" y="37287"/>
                  </a:lnTo>
                  <a:lnTo>
                    <a:pt x="0" y="48831"/>
                  </a:lnTo>
                  <a:lnTo>
                    <a:pt x="30060" y="48831"/>
                  </a:lnTo>
                  <a:lnTo>
                    <a:pt x="30060" y="37287"/>
                  </a:lnTo>
                  <a:close/>
                </a:path>
                <a:path w="30479" h="48895">
                  <a:moveTo>
                    <a:pt x="30060" y="0"/>
                  </a:moveTo>
                  <a:lnTo>
                    <a:pt x="0" y="0"/>
                  </a:lnTo>
                  <a:lnTo>
                    <a:pt x="0" y="5626"/>
                  </a:lnTo>
                  <a:lnTo>
                    <a:pt x="30060" y="5626"/>
                  </a:lnTo>
                  <a:lnTo>
                    <a:pt x="3006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0" name="object 2060" descr=""/>
            <p:cNvSpPr/>
            <p:nvPr/>
          </p:nvSpPr>
          <p:spPr>
            <a:xfrm>
              <a:off x="9284345" y="9191940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36"/>
                  </a:moveTo>
                  <a:lnTo>
                    <a:pt x="30061" y="48836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3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1" name="object 2061" descr=""/>
            <p:cNvSpPr/>
            <p:nvPr/>
          </p:nvSpPr>
          <p:spPr>
            <a:xfrm>
              <a:off x="9236532" y="9191949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30048" y="37287"/>
                  </a:moveTo>
                  <a:lnTo>
                    <a:pt x="0" y="37287"/>
                  </a:lnTo>
                  <a:lnTo>
                    <a:pt x="0" y="48831"/>
                  </a:lnTo>
                  <a:lnTo>
                    <a:pt x="30048" y="48831"/>
                  </a:lnTo>
                  <a:lnTo>
                    <a:pt x="30048" y="37287"/>
                  </a:lnTo>
                  <a:close/>
                </a:path>
                <a:path w="30479" h="48895">
                  <a:moveTo>
                    <a:pt x="30048" y="0"/>
                  </a:moveTo>
                  <a:lnTo>
                    <a:pt x="0" y="0"/>
                  </a:lnTo>
                  <a:lnTo>
                    <a:pt x="0" y="5626"/>
                  </a:lnTo>
                  <a:lnTo>
                    <a:pt x="30048" y="5626"/>
                  </a:lnTo>
                  <a:lnTo>
                    <a:pt x="3004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2" name="object 2062" descr=""/>
            <p:cNvSpPr/>
            <p:nvPr/>
          </p:nvSpPr>
          <p:spPr>
            <a:xfrm>
              <a:off x="9236535" y="9191940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36"/>
                  </a:moveTo>
                  <a:lnTo>
                    <a:pt x="30051" y="48836"/>
                  </a:lnTo>
                  <a:lnTo>
                    <a:pt x="30051" y="0"/>
                  </a:lnTo>
                  <a:lnTo>
                    <a:pt x="0" y="0"/>
                  </a:lnTo>
                  <a:lnTo>
                    <a:pt x="0" y="4883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3" name="object 2063" descr=""/>
            <p:cNvSpPr/>
            <p:nvPr/>
          </p:nvSpPr>
          <p:spPr>
            <a:xfrm>
              <a:off x="9191320" y="9252578"/>
              <a:ext cx="30480" cy="68580"/>
            </a:xfrm>
            <a:custGeom>
              <a:avLst/>
              <a:gdLst/>
              <a:ahLst/>
              <a:cxnLst/>
              <a:rect l="l" t="t" r="r" b="b"/>
              <a:pathLst>
                <a:path w="30479" h="68579">
                  <a:moveTo>
                    <a:pt x="30099" y="51536"/>
                  </a:moveTo>
                  <a:lnTo>
                    <a:pt x="0" y="51536"/>
                  </a:lnTo>
                  <a:lnTo>
                    <a:pt x="0" y="67995"/>
                  </a:lnTo>
                  <a:lnTo>
                    <a:pt x="30099" y="67995"/>
                  </a:lnTo>
                  <a:lnTo>
                    <a:pt x="30099" y="51536"/>
                  </a:lnTo>
                  <a:close/>
                </a:path>
                <a:path w="30479" h="68579">
                  <a:moveTo>
                    <a:pt x="30099" y="0"/>
                  </a:moveTo>
                  <a:lnTo>
                    <a:pt x="0" y="0"/>
                  </a:lnTo>
                  <a:lnTo>
                    <a:pt x="0" y="23368"/>
                  </a:lnTo>
                  <a:lnTo>
                    <a:pt x="30099" y="23368"/>
                  </a:lnTo>
                  <a:lnTo>
                    <a:pt x="3009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4" name="object 2064" descr=""/>
            <p:cNvSpPr/>
            <p:nvPr/>
          </p:nvSpPr>
          <p:spPr>
            <a:xfrm>
              <a:off x="9191321" y="9252566"/>
              <a:ext cx="30480" cy="68580"/>
            </a:xfrm>
            <a:custGeom>
              <a:avLst/>
              <a:gdLst/>
              <a:ahLst/>
              <a:cxnLst/>
              <a:rect l="l" t="t" r="r" b="b"/>
              <a:pathLst>
                <a:path w="30479" h="68579">
                  <a:moveTo>
                    <a:pt x="0" y="67997"/>
                  </a:moveTo>
                  <a:lnTo>
                    <a:pt x="30103" y="67997"/>
                  </a:lnTo>
                  <a:lnTo>
                    <a:pt x="30103" y="0"/>
                  </a:lnTo>
                  <a:lnTo>
                    <a:pt x="0" y="0"/>
                  </a:lnTo>
                  <a:lnTo>
                    <a:pt x="0" y="6799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5" name="object 2065" descr=""/>
            <p:cNvSpPr/>
            <p:nvPr/>
          </p:nvSpPr>
          <p:spPr>
            <a:xfrm>
              <a:off x="9143581" y="9252578"/>
              <a:ext cx="30480" cy="68580"/>
            </a:xfrm>
            <a:custGeom>
              <a:avLst/>
              <a:gdLst/>
              <a:ahLst/>
              <a:cxnLst/>
              <a:rect l="l" t="t" r="r" b="b"/>
              <a:pathLst>
                <a:path w="30479" h="68579">
                  <a:moveTo>
                    <a:pt x="30022" y="51536"/>
                  </a:moveTo>
                  <a:lnTo>
                    <a:pt x="0" y="51536"/>
                  </a:lnTo>
                  <a:lnTo>
                    <a:pt x="0" y="67995"/>
                  </a:lnTo>
                  <a:lnTo>
                    <a:pt x="30022" y="67995"/>
                  </a:lnTo>
                  <a:lnTo>
                    <a:pt x="30022" y="51536"/>
                  </a:lnTo>
                  <a:close/>
                </a:path>
                <a:path w="30479" h="68579">
                  <a:moveTo>
                    <a:pt x="30022" y="0"/>
                  </a:moveTo>
                  <a:lnTo>
                    <a:pt x="0" y="0"/>
                  </a:lnTo>
                  <a:lnTo>
                    <a:pt x="0" y="23368"/>
                  </a:lnTo>
                  <a:lnTo>
                    <a:pt x="30022" y="23368"/>
                  </a:lnTo>
                  <a:lnTo>
                    <a:pt x="30022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6" name="object 2066" descr=""/>
            <p:cNvSpPr/>
            <p:nvPr/>
          </p:nvSpPr>
          <p:spPr>
            <a:xfrm>
              <a:off x="9143585" y="9252566"/>
              <a:ext cx="30480" cy="68580"/>
            </a:xfrm>
            <a:custGeom>
              <a:avLst/>
              <a:gdLst/>
              <a:ahLst/>
              <a:cxnLst/>
              <a:rect l="l" t="t" r="r" b="b"/>
              <a:pathLst>
                <a:path w="30479" h="68579">
                  <a:moveTo>
                    <a:pt x="0" y="67997"/>
                  </a:moveTo>
                  <a:lnTo>
                    <a:pt x="30020" y="67997"/>
                  </a:lnTo>
                  <a:lnTo>
                    <a:pt x="30020" y="0"/>
                  </a:lnTo>
                  <a:lnTo>
                    <a:pt x="0" y="0"/>
                  </a:lnTo>
                  <a:lnTo>
                    <a:pt x="0" y="6799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7" name="object 2067" descr=""/>
            <p:cNvSpPr/>
            <p:nvPr/>
          </p:nvSpPr>
          <p:spPr>
            <a:xfrm>
              <a:off x="9095743" y="9252566"/>
              <a:ext cx="30480" cy="68580"/>
            </a:xfrm>
            <a:custGeom>
              <a:avLst/>
              <a:gdLst/>
              <a:ahLst/>
              <a:cxnLst/>
              <a:rect l="l" t="t" r="r" b="b"/>
              <a:pathLst>
                <a:path w="30479" h="68579">
                  <a:moveTo>
                    <a:pt x="30061" y="0"/>
                  </a:moveTo>
                  <a:lnTo>
                    <a:pt x="0" y="0"/>
                  </a:lnTo>
                  <a:lnTo>
                    <a:pt x="0" y="67997"/>
                  </a:lnTo>
                  <a:lnTo>
                    <a:pt x="30061" y="67997"/>
                  </a:lnTo>
                  <a:lnTo>
                    <a:pt x="30061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8" name="object 2068" descr=""/>
            <p:cNvSpPr/>
            <p:nvPr/>
          </p:nvSpPr>
          <p:spPr>
            <a:xfrm>
              <a:off x="9095743" y="9252566"/>
              <a:ext cx="30480" cy="68580"/>
            </a:xfrm>
            <a:custGeom>
              <a:avLst/>
              <a:gdLst/>
              <a:ahLst/>
              <a:cxnLst/>
              <a:rect l="l" t="t" r="r" b="b"/>
              <a:pathLst>
                <a:path w="30479" h="68579">
                  <a:moveTo>
                    <a:pt x="0" y="67997"/>
                  </a:moveTo>
                  <a:lnTo>
                    <a:pt x="30061" y="67997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6799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9" name="object 2069" descr=""/>
            <p:cNvSpPr/>
            <p:nvPr/>
          </p:nvSpPr>
          <p:spPr>
            <a:xfrm>
              <a:off x="9061608" y="9252566"/>
              <a:ext cx="16510" cy="68580"/>
            </a:xfrm>
            <a:custGeom>
              <a:avLst/>
              <a:gdLst/>
              <a:ahLst/>
              <a:cxnLst/>
              <a:rect l="l" t="t" r="r" b="b"/>
              <a:pathLst>
                <a:path w="16509" h="68579">
                  <a:moveTo>
                    <a:pt x="0" y="67997"/>
                  </a:moveTo>
                  <a:lnTo>
                    <a:pt x="16365" y="67997"/>
                  </a:lnTo>
                  <a:lnTo>
                    <a:pt x="16365" y="0"/>
                  </a:lnTo>
                  <a:lnTo>
                    <a:pt x="0" y="0"/>
                  </a:lnTo>
                  <a:lnTo>
                    <a:pt x="0" y="67997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0" name="object 2070" descr=""/>
            <p:cNvSpPr/>
            <p:nvPr/>
          </p:nvSpPr>
          <p:spPr>
            <a:xfrm>
              <a:off x="9047912" y="9252566"/>
              <a:ext cx="30480" cy="68580"/>
            </a:xfrm>
            <a:custGeom>
              <a:avLst/>
              <a:gdLst/>
              <a:ahLst/>
              <a:cxnLst/>
              <a:rect l="l" t="t" r="r" b="b"/>
              <a:pathLst>
                <a:path w="30479" h="68579">
                  <a:moveTo>
                    <a:pt x="0" y="67997"/>
                  </a:moveTo>
                  <a:lnTo>
                    <a:pt x="30061" y="67997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6799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71" name="object 2071" descr=""/>
            <p:cNvSpPr/>
            <p:nvPr/>
          </p:nvSpPr>
          <p:spPr>
            <a:xfrm>
              <a:off x="9191320" y="8953455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30099" y="37109"/>
                  </a:moveTo>
                  <a:lnTo>
                    <a:pt x="0" y="37109"/>
                  </a:lnTo>
                  <a:lnTo>
                    <a:pt x="0" y="48844"/>
                  </a:lnTo>
                  <a:lnTo>
                    <a:pt x="30099" y="48844"/>
                  </a:lnTo>
                  <a:lnTo>
                    <a:pt x="30099" y="37109"/>
                  </a:lnTo>
                  <a:close/>
                </a:path>
                <a:path w="30479" h="48895">
                  <a:moveTo>
                    <a:pt x="30099" y="0"/>
                  </a:moveTo>
                  <a:lnTo>
                    <a:pt x="0" y="0"/>
                  </a:lnTo>
                  <a:lnTo>
                    <a:pt x="0" y="8915"/>
                  </a:lnTo>
                  <a:lnTo>
                    <a:pt x="30099" y="8915"/>
                  </a:lnTo>
                  <a:lnTo>
                    <a:pt x="3009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2" name="object 2072" descr=""/>
            <p:cNvSpPr/>
            <p:nvPr/>
          </p:nvSpPr>
          <p:spPr>
            <a:xfrm>
              <a:off x="9191321" y="8953444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46"/>
                  </a:moveTo>
                  <a:lnTo>
                    <a:pt x="30103" y="48846"/>
                  </a:lnTo>
                  <a:lnTo>
                    <a:pt x="30103" y="0"/>
                  </a:lnTo>
                  <a:lnTo>
                    <a:pt x="0" y="0"/>
                  </a:lnTo>
                  <a:lnTo>
                    <a:pt x="0" y="4884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73" name="object 2073" descr=""/>
            <p:cNvSpPr/>
            <p:nvPr/>
          </p:nvSpPr>
          <p:spPr>
            <a:xfrm>
              <a:off x="9143581" y="8953455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30022" y="37109"/>
                  </a:moveTo>
                  <a:lnTo>
                    <a:pt x="0" y="37109"/>
                  </a:lnTo>
                  <a:lnTo>
                    <a:pt x="0" y="48844"/>
                  </a:lnTo>
                  <a:lnTo>
                    <a:pt x="30022" y="48844"/>
                  </a:lnTo>
                  <a:lnTo>
                    <a:pt x="30022" y="37109"/>
                  </a:lnTo>
                  <a:close/>
                </a:path>
                <a:path w="30479" h="48895">
                  <a:moveTo>
                    <a:pt x="30022" y="0"/>
                  </a:moveTo>
                  <a:lnTo>
                    <a:pt x="0" y="0"/>
                  </a:lnTo>
                  <a:lnTo>
                    <a:pt x="0" y="8915"/>
                  </a:lnTo>
                  <a:lnTo>
                    <a:pt x="30022" y="8915"/>
                  </a:lnTo>
                  <a:lnTo>
                    <a:pt x="30022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4" name="object 2074" descr=""/>
            <p:cNvSpPr/>
            <p:nvPr/>
          </p:nvSpPr>
          <p:spPr>
            <a:xfrm>
              <a:off x="9143585" y="8953444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46"/>
                  </a:moveTo>
                  <a:lnTo>
                    <a:pt x="30020" y="48846"/>
                  </a:lnTo>
                  <a:lnTo>
                    <a:pt x="30020" y="0"/>
                  </a:lnTo>
                  <a:lnTo>
                    <a:pt x="0" y="0"/>
                  </a:lnTo>
                  <a:lnTo>
                    <a:pt x="0" y="4884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75" name="object 2075" descr=""/>
            <p:cNvSpPr/>
            <p:nvPr/>
          </p:nvSpPr>
          <p:spPr>
            <a:xfrm>
              <a:off x="9095743" y="8953444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30061" y="0"/>
                  </a:moveTo>
                  <a:lnTo>
                    <a:pt x="0" y="0"/>
                  </a:lnTo>
                  <a:lnTo>
                    <a:pt x="0" y="48846"/>
                  </a:lnTo>
                  <a:lnTo>
                    <a:pt x="30061" y="48846"/>
                  </a:lnTo>
                  <a:lnTo>
                    <a:pt x="30061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6" name="object 2076" descr=""/>
            <p:cNvSpPr/>
            <p:nvPr/>
          </p:nvSpPr>
          <p:spPr>
            <a:xfrm>
              <a:off x="9095743" y="8953444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46"/>
                  </a:moveTo>
                  <a:lnTo>
                    <a:pt x="30061" y="48846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4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77" name="object 2077" descr=""/>
            <p:cNvSpPr/>
            <p:nvPr/>
          </p:nvSpPr>
          <p:spPr>
            <a:xfrm>
              <a:off x="9061608" y="8953444"/>
              <a:ext cx="16510" cy="48895"/>
            </a:xfrm>
            <a:custGeom>
              <a:avLst/>
              <a:gdLst/>
              <a:ahLst/>
              <a:cxnLst/>
              <a:rect l="l" t="t" r="r" b="b"/>
              <a:pathLst>
                <a:path w="16509" h="48895">
                  <a:moveTo>
                    <a:pt x="0" y="48846"/>
                  </a:moveTo>
                  <a:lnTo>
                    <a:pt x="16365" y="48846"/>
                  </a:lnTo>
                  <a:lnTo>
                    <a:pt x="16365" y="0"/>
                  </a:lnTo>
                  <a:lnTo>
                    <a:pt x="0" y="0"/>
                  </a:lnTo>
                  <a:lnTo>
                    <a:pt x="0" y="48846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8" name="object 2078" descr=""/>
            <p:cNvSpPr/>
            <p:nvPr/>
          </p:nvSpPr>
          <p:spPr>
            <a:xfrm>
              <a:off x="9047912" y="8953444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46"/>
                  </a:moveTo>
                  <a:lnTo>
                    <a:pt x="30061" y="48846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4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79" name="object 2079" descr=""/>
            <p:cNvSpPr/>
            <p:nvPr/>
          </p:nvSpPr>
          <p:spPr>
            <a:xfrm>
              <a:off x="9191321" y="9013066"/>
              <a:ext cx="30480" cy="27940"/>
            </a:xfrm>
            <a:custGeom>
              <a:avLst/>
              <a:gdLst/>
              <a:ahLst/>
              <a:cxnLst/>
              <a:rect l="l" t="t" r="r" b="b"/>
              <a:pathLst>
                <a:path w="30479" h="27940">
                  <a:moveTo>
                    <a:pt x="0" y="27695"/>
                  </a:moveTo>
                  <a:lnTo>
                    <a:pt x="30103" y="27695"/>
                  </a:lnTo>
                  <a:lnTo>
                    <a:pt x="30103" y="0"/>
                  </a:lnTo>
                  <a:lnTo>
                    <a:pt x="0" y="0"/>
                  </a:lnTo>
                  <a:lnTo>
                    <a:pt x="0" y="27695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0" name="object 2080" descr=""/>
            <p:cNvSpPr/>
            <p:nvPr/>
          </p:nvSpPr>
          <p:spPr>
            <a:xfrm>
              <a:off x="9191321" y="9013066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36"/>
                  </a:moveTo>
                  <a:lnTo>
                    <a:pt x="30103" y="48836"/>
                  </a:lnTo>
                  <a:lnTo>
                    <a:pt x="30103" y="0"/>
                  </a:lnTo>
                  <a:lnTo>
                    <a:pt x="0" y="0"/>
                  </a:lnTo>
                  <a:lnTo>
                    <a:pt x="0" y="4883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81" name="object 2081" descr=""/>
            <p:cNvSpPr/>
            <p:nvPr/>
          </p:nvSpPr>
          <p:spPr>
            <a:xfrm>
              <a:off x="9143585" y="9013066"/>
              <a:ext cx="30480" cy="27940"/>
            </a:xfrm>
            <a:custGeom>
              <a:avLst/>
              <a:gdLst/>
              <a:ahLst/>
              <a:cxnLst/>
              <a:rect l="l" t="t" r="r" b="b"/>
              <a:pathLst>
                <a:path w="30479" h="27940">
                  <a:moveTo>
                    <a:pt x="0" y="27695"/>
                  </a:moveTo>
                  <a:lnTo>
                    <a:pt x="30020" y="27695"/>
                  </a:lnTo>
                  <a:lnTo>
                    <a:pt x="30020" y="0"/>
                  </a:lnTo>
                  <a:lnTo>
                    <a:pt x="0" y="0"/>
                  </a:lnTo>
                  <a:lnTo>
                    <a:pt x="0" y="27695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2" name="object 2082" descr=""/>
            <p:cNvSpPr/>
            <p:nvPr/>
          </p:nvSpPr>
          <p:spPr>
            <a:xfrm>
              <a:off x="9143585" y="9013066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36"/>
                  </a:moveTo>
                  <a:lnTo>
                    <a:pt x="30020" y="48836"/>
                  </a:lnTo>
                  <a:lnTo>
                    <a:pt x="30020" y="0"/>
                  </a:lnTo>
                  <a:lnTo>
                    <a:pt x="0" y="0"/>
                  </a:lnTo>
                  <a:lnTo>
                    <a:pt x="0" y="4883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83" name="object 2083" descr=""/>
            <p:cNvSpPr/>
            <p:nvPr/>
          </p:nvSpPr>
          <p:spPr>
            <a:xfrm>
              <a:off x="9095740" y="9013069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30060" y="0"/>
                  </a:moveTo>
                  <a:lnTo>
                    <a:pt x="0" y="0"/>
                  </a:lnTo>
                  <a:lnTo>
                    <a:pt x="0" y="27698"/>
                  </a:lnTo>
                  <a:lnTo>
                    <a:pt x="0" y="48844"/>
                  </a:lnTo>
                  <a:lnTo>
                    <a:pt x="30060" y="48844"/>
                  </a:lnTo>
                  <a:lnTo>
                    <a:pt x="30060" y="27698"/>
                  </a:lnTo>
                  <a:lnTo>
                    <a:pt x="3006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4" name="object 2084" descr=""/>
            <p:cNvSpPr/>
            <p:nvPr/>
          </p:nvSpPr>
          <p:spPr>
            <a:xfrm>
              <a:off x="9095743" y="9013066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36"/>
                  </a:moveTo>
                  <a:lnTo>
                    <a:pt x="30061" y="48836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3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85" name="object 2085" descr=""/>
            <p:cNvSpPr/>
            <p:nvPr/>
          </p:nvSpPr>
          <p:spPr>
            <a:xfrm>
              <a:off x="9061608" y="9013066"/>
              <a:ext cx="16510" cy="48895"/>
            </a:xfrm>
            <a:custGeom>
              <a:avLst/>
              <a:gdLst/>
              <a:ahLst/>
              <a:cxnLst/>
              <a:rect l="l" t="t" r="r" b="b"/>
              <a:pathLst>
                <a:path w="16509" h="48895">
                  <a:moveTo>
                    <a:pt x="0" y="48836"/>
                  </a:moveTo>
                  <a:lnTo>
                    <a:pt x="16365" y="48836"/>
                  </a:lnTo>
                  <a:lnTo>
                    <a:pt x="16365" y="0"/>
                  </a:lnTo>
                  <a:lnTo>
                    <a:pt x="0" y="0"/>
                  </a:lnTo>
                  <a:lnTo>
                    <a:pt x="0" y="48836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6" name="object 2086" descr=""/>
            <p:cNvSpPr/>
            <p:nvPr/>
          </p:nvSpPr>
          <p:spPr>
            <a:xfrm>
              <a:off x="9047912" y="9013066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36"/>
                  </a:moveTo>
                  <a:lnTo>
                    <a:pt x="30061" y="48836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3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87" name="object 2087" descr=""/>
            <p:cNvSpPr/>
            <p:nvPr/>
          </p:nvSpPr>
          <p:spPr>
            <a:xfrm>
              <a:off x="9191321" y="9072697"/>
              <a:ext cx="30480" cy="46990"/>
            </a:xfrm>
            <a:custGeom>
              <a:avLst/>
              <a:gdLst/>
              <a:ahLst/>
              <a:cxnLst/>
              <a:rect l="l" t="t" r="r" b="b"/>
              <a:pathLst>
                <a:path w="30479" h="46990">
                  <a:moveTo>
                    <a:pt x="0" y="46459"/>
                  </a:moveTo>
                  <a:lnTo>
                    <a:pt x="30103" y="46459"/>
                  </a:lnTo>
                  <a:lnTo>
                    <a:pt x="30103" y="0"/>
                  </a:lnTo>
                  <a:lnTo>
                    <a:pt x="0" y="0"/>
                  </a:lnTo>
                  <a:lnTo>
                    <a:pt x="0" y="46459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8" name="object 2088" descr=""/>
            <p:cNvSpPr/>
            <p:nvPr/>
          </p:nvSpPr>
          <p:spPr>
            <a:xfrm>
              <a:off x="9191321" y="9072697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36"/>
                  </a:moveTo>
                  <a:lnTo>
                    <a:pt x="30103" y="48836"/>
                  </a:lnTo>
                  <a:lnTo>
                    <a:pt x="30103" y="0"/>
                  </a:lnTo>
                  <a:lnTo>
                    <a:pt x="0" y="0"/>
                  </a:lnTo>
                  <a:lnTo>
                    <a:pt x="0" y="4883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89" name="object 2089" descr=""/>
            <p:cNvSpPr/>
            <p:nvPr/>
          </p:nvSpPr>
          <p:spPr>
            <a:xfrm>
              <a:off x="9143585" y="9072697"/>
              <a:ext cx="30480" cy="46990"/>
            </a:xfrm>
            <a:custGeom>
              <a:avLst/>
              <a:gdLst/>
              <a:ahLst/>
              <a:cxnLst/>
              <a:rect l="l" t="t" r="r" b="b"/>
              <a:pathLst>
                <a:path w="30479" h="46990">
                  <a:moveTo>
                    <a:pt x="0" y="46459"/>
                  </a:moveTo>
                  <a:lnTo>
                    <a:pt x="30020" y="46459"/>
                  </a:lnTo>
                  <a:lnTo>
                    <a:pt x="30020" y="0"/>
                  </a:lnTo>
                  <a:lnTo>
                    <a:pt x="0" y="0"/>
                  </a:lnTo>
                  <a:lnTo>
                    <a:pt x="0" y="46459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0" name="object 2090" descr=""/>
            <p:cNvSpPr/>
            <p:nvPr/>
          </p:nvSpPr>
          <p:spPr>
            <a:xfrm>
              <a:off x="9143585" y="9072697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36"/>
                  </a:moveTo>
                  <a:lnTo>
                    <a:pt x="30020" y="48836"/>
                  </a:lnTo>
                  <a:lnTo>
                    <a:pt x="30020" y="0"/>
                  </a:lnTo>
                  <a:lnTo>
                    <a:pt x="0" y="0"/>
                  </a:lnTo>
                  <a:lnTo>
                    <a:pt x="0" y="4883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91" name="object 2091" descr=""/>
            <p:cNvSpPr/>
            <p:nvPr/>
          </p:nvSpPr>
          <p:spPr>
            <a:xfrm>
              <a:off x="9095740" y="9072708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30060" y="0"/>
                  </a:moveTo>
                  <a:lnTo>
                    <a:pt x="0" y="0"/>
                  </a:lnTo>
                  <a:lnTo>
                    <a:pt x="0" y="46456"/>
                  </a:lnTo>
                  <a:lnTo>
                    <a:pt x="0" y="48831"/>
                  </a:lnTo>
                  <a:lnTo>
                    <a:pt x="30060" y="48831"/>
                  </a:lnTo>
                  <a:lnTo>
                    <a:pt x="30060" y="46456"/>
                  </a:lnTo>
                  <a:lnTo>
                    <a:pt x="3006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2" name="object 2092" descr=""/>
            <p:cNvSpPr/>
            <p:nvPr/>
          </p:nvSpPr>
          <p:spPr>
            <a:xfrm>
              <a:off x="9095743" y="9072697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36"/>
                  </a:moveTo>
                  <a:lnTo>
                    <a:pt x="30061" y="48836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3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93" name="object 2093" descr=""/>
            <p:cNvSpPr/>
            <p:nvPr/>
          </p:nvSpPr>
          <p:spPr>
            <a:xfrm>
              <a:off x="9061608" y="9072697"/>
              <a:ext cx="16510" cy="48895"/>
            </a:xfrm>
            <a:custGeom>
              <a:avLst/>
              <a:gdLst/>
              <a:ahLst/>
              <a:cxnLst/>
              <a:rect l="l" t="t" r="r" b="b"/>
              <a:pathLst>
                <a:path w="16509" h="48895">
                  <a:moveTo>
                    <a:pt x="0" y="48836"/>
                  </a:moveTo>
                  <a:lnTo>
                    <a:pt x="16365" y="48836"/>
                  </a:lnTo>
                  <a:lnTo>
                    <a:pt x="16365" y="0"/>
                  </a:lnTo>
                  <a:lnTo>
                    <a:pt x="0" y="0"/>
                  </a:lnTo>
                  <a:lnTo>
                    <a:pt x="0" y="48836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4" name="object 2094" descr=""/>
            <p:cNvSpPr/>
            <p:nvPr/>
          </p:nvSpPr>
          <p:spPr>
            <a:xfrm>
              <a:off x="9047912" y="9072697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36"/>
                  </a:moveTo>
                  <a:lnTo>
                    <a:pt x="30061" y="48836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3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95" name="object 2095" descr=""/>
            <p:cNvSpPr/>
            <p:nvPr/>
          </p:nvSpPr>
          <p:spPr>
            <a:xfrm>
              <a:off x="9191321" y="9147355"/>
              <a:ext cx="30480" cy="34290"/>
            </a:xfrm>
            <a:custGeom>
              <a:avLst/>
              <a:gdLst/>
              <a:ahLst/>
              <a:cxnLst/>
              <a:rect l="l" t="t" r="r" b="b"/>
              <a:pathLst>
                <a:path w="30479" h="34290">
                  <a:moveTo>
                    <a:pt x="0" y="33789"/>
                  </a:moveTo>
                  <a:lnTo>
                    <a:pt x="30103" y="33789"/>
                  </a:lnTo>
                  <a:lnTo>
                    <a:pt x="30103" y="0"/>
                  </a:lnTo>
                  <a:lnTo>
                    <a:pt x="0" y="0"/>
                  </a:lnTo>
                  <a:lnTo>
                    <a:pt x="0" y="33789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6" name="object 2096" descr=""/>
            <p:cNvSpPr/>
            <p:nvPr/>
          </p:nvSpPr>
          <p:spPr>
            <a:xfrm>
              <a:off x="9191321" y="9132329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15"/>
                  </a:moveTo>
                  <a:lnTo>
                    <a:pt x="30103" y="48815"/>
                  </a:lnTo>
                  <a:lnTo>
                    <a:pt x="30103" y="0"/>
                  </a:lnTo>
                  <a:lnTo>
                    <a:pt x="0" y="0"/>
                  </a:lnTo>
                  <a:lnTo>
                    <a:pt x="0" y="4881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97" name="object 2097" descr=""/>
            <p:cNvSpPr/>
            <p:nvPr/>
          </p:nvSpPr>
          <p:spPr>
            <a:xfrm>
              <a:off x="9143585" y="9147355"/>
              <a:ext cx="30480" cy="34290"/>
            </a:xfrm>
            <a:custGeom>
              <a:avLst/>
              <a:gdLst/>
              <a:ahLst/>
              <a:cxnLst/>
              <a:rect l="l" t="t" r="r" b="b"/>
              <a:pathLst>
                <a:path w="30479" h="34290">
                  <a:moveTo>
                    <a:pt x="0" y="33789"/>
                  </a:moveTo>
                  <a:lnTo>
                    <a:pt x="30020" y="33789"/>
                  </a:lnTo>
                  <a:lnTo>
                    <a:pt x="30020" y="0"/>
                  </a:lnTo>
                  <a:lnTo>
                    <a:pt x="0" y="0"/>
                  </a:lnTo>
                  <a:lnTo>
                    <a:pt x="0" y="33789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8" name="object 2098" descr=""/>
            <p:cNvSpPr/>
            <p:nvPr/>
          </p:nvSpPr>
          <p:spPr>
            <a:xfrm>
              <a:off x="9143585" y="9132329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15"/>
                  </a:moveTo>
                  <a:lnTo>
                    <a:pt x="30020" y="48815"/>
                  </a:lnTo>
                  <a:lnTo>
                    <a:pt x="30020" y="0"/>
                  </a:lnTo>
                  <a:lnTo>
                    <a:pt x="0" y="0"/>
                  </a:lnTo>
                  <a:lnTo>
                    <a:pt x="0" y="4881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99" name="object 2099" descr=""/>
            <p:cNvSpPr/>
            <p:nvPr/>
          </p:nvSpPr>
          <p:spPr>
            <a:xfrm>
              <a:off x="9095740" y="9132335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30060" y="0"/>
                  </a:moveTo>
                  <a:lnTo>
                    <a:pt x="0" y="0"/>
                  </a:lnTo>
                  <a:lnTo>
                    <a:pt x="0" y="15024"/>
                  </a:lnTo>
                  <a:lnTo>
                    <a:pt x="0" y="48818"/>
                  </a:lnTo>
                  <a:lnTo>
                    <a:pt x="30060" y="48818"/>
                  </a:lnTo>
                  <a:lnTo>
                    <a:pt x="30060" y="15024"/>
                  </a:lnTo>
                  <a:lnTo>
                    <a:pt x="3006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0" name="object 2100" descr=""/>
            <p:cNvSpPr/>
            <p:nvPr/>
          </p:nvSpPr>
          <p:spPr>
            <a:xfrm>
              <a:off x="9095743" y="9132329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15"/>
                  </a:moveTo>
                  <a:lnTo>
                    <a:pt x="30061" y="48815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1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01" name="object 2101" descr=""/>
            <p:cNvSpPr/>
            <p:nvPr/>
          </p:nvSpPr>
          <p:spPr>
            <a:xfrm>
              <a:off x="9061608" y="9132329"/>
              <a:ext cx="16510" cy="48895"/>
            </a:xfrm>
            <a:custGeom>
              <a:avLst/>
              <a:gdLst/>
              <a:ahLst/>
              <a:cxnLst/>
              <a:rect l="l" t="t" r="r" b="b"/>
              <a:pathLst>
                <a:path w="16509" h="48895">
                  <a:moveTo>
                    <a:pt x="0" y="48815"/>
                  </a:moveTo>
                  <a:lnTo>
                    <a:pt x="16365" y="48815"/>
                  </a:lnTo>
                  <a:lnTo>
                    <a:pt x="16365" y="0"/>
                  </a:lnTo>
                  <a:lnTo>
                    <a:pt x="0" y="0"/>
                  </a:lnTo>
                  <a:lnTo>
                    <a:pt x="0" y="48815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2" name="object 2102" descr=""/>
            <p:cNvSpPr/>
            <p:nvPr/>
          </p:nvSpPr>
          <p:spPr>
            <a:xfrm>
              <a:off x="9047912" y="9132329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15"/>
                  </a:moveTo>
                  <a:lnTo>
                    <a:pt x="30061" y="48815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1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03" name="object 2103" descr=""/>
            <p:cNvSpPr/>
            <p:nvPr/>
          </p:nvSpPr>
          <p:spPr>
            <a:xfrm>
              <a:off x="9191320" y="9191949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30099" y="33794"/>
                  </a:moveTo>
                  <a:lnTo>
                    <a:pt x="0" y="33794"/>
                  </a:lnTo>
                  <a:lnTo>
                    <a:pt x="0" y="48831"/>
                  </a:lnTo>
                  <a:lnTo>
                    <a:pt x="30099" y="48831"/>
                  </a:lnTo>
                  <a:lnTo>
                    <a:pt x="30099" y="33794"/>
                  </a:lnTo>
                  <a:close/>
                </a:path>
                <a:path w="30479" h="48895">
                  <a:moveTo>
                    <a:pt x="30099" y="0"/>
                  </a:moveTo>
                  <a:lnTo>
                    <a:pt x="0" y="0"/>
                  </a:lnTo>
                  <a:lnTo>
                    <a:pt x="0" y="5626"/>
                  </a:lnTo>
                  <a:lnTo>
                    <a:pt x="30099" y="5626"/>
                  </a:lnTo>
                  <a:lnTo>
                    <a:pt x="3009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4" name="object 2104" descr=""/>
            <p:cNvSpPr/>
            <p:nvPr/>
          </p:nvSpPr>
          <p:spPr>
            <a:xfrm>
              <a:off x="9191321" y="9191940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36"/>
                  </a:moveTo>
                  <a:lnTo>
                    <a:pt x="30103" y="48836"/>
                  </a:lnTo>
                  <a:lnTo>
                    <a:pt x="30103" y="0"/>
                  </a:lnTo>
                  <a:lnTo>
                    <a:pt x="0" y="0"/>
                  </a:lnTo>
                  <a:lnTo>
                    <a:pt x="0" y="4883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05" name="object 2105" descr=""/>
            <p:cNvSpPr/>
            <p:nvPr/>
          </p:nvSpPr>
          <p:spPr>
            <a:xfrm>
              <a:off x="9143581" y="9191949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30022" y="33794"/>
                  </a:moveTo>
                  <a:lnTo>
                    <a:pt x="0" y="33794"/>
                  </a:lnTo>
                  <a:lnTo>
                    <a:pt x="0" y="48831"/>
                  </a:lnTo>
                  <a:lnTo>
                    <a:pt x="30022" y="48831"/>
                  </a:lnTo>
                  <a:lnTo>
                    <a:pt x="30022" y="33794"/>
                  </a:lnTo>
                  <a:close/>
                </a:path>
                <a:path w="30479" h="48895">
                  <a:moveTo>
                    <a:pt x="30022" y="0"/>
                  </a:moveTo>
                  <a:lnTo>
                    <a:pt x="0" y="0"/>
                  </a:lnTo>
                  <a:lnTo>
                    <a:pt x="0" y="5626"/>
                  </a:lnTo>
                  <a:lnTo>
                    <a:pt x="30022" y="5626"/>
                  </a:lnTo>
                  <a:lnTo>
                    <a:pt x="30022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6" name="object 2106" descr=""/>
            <p:cNvSpPr/>
            <p:nvPr/>
          </p:nvSpPr>
          <p:spPr>
            <a:xfrm>
              <a:off x="9143585" y="9191940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36"/>
                  </a:moveTo>
                  <a:lnTo>
                    <a:pt x="30020" y="48836"/>
                  </a:lnTo>
                  <a:lnTo>
                    <a:pt x="30020" y="0"/>
                  </a:lnTo>
                  <a:lnTo>
                    <a:pt x="0" y="0"/>
                  </a:lnTo>
                  <a:lnTo>
                    <a:pt x="0" y="4883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07" name="object 2107" descr=""/>
            <p:cNvSpPr/>
            <p:nvPr/>
          </p:nvSpPr>
          <p:spPr>
            <a:xfrm>
              <a:off x="9095743" y="9191940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30061" y="0"/>
                  </a:moveTo>
                  <a:lnTo>
                    <a:pt x="0" y="0"/>
                  </a:lnTo>
                  <a:lnTo>
                    <a:pt x="0" y="48836"/>
                  </a:lnTo>
                  <a:lnTo>
                    <a:pt x="30061" y="48836"/>
                  </a:lnTo>
                  <a:lnTo>
                    <a:pt x="30061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8" name="object 2108" descr=""/>
            <p:cNvSpPr/>
            <p:nvPr/>
          </p:nvSpPr>
          <p:spPr>
            <a:xfrm>
              <a:off x="9095743" y="9191940"/>
              <a:ext cx="30480" cy="48895"/>
            </a:xfrm>
            <a:custGeom>
              <a:avLst/>
              <a:gdLst/>
              <a:ahLst/>
              <a:cxnLst/>
              <a:rect l="l" t="t" r="r" b="b"/>
              <a:pathLst>
                <a:path w="30479" h="48895">
                  <a:moveTo>
                    <a:pt x="0" y="48836"/>
                  </a:moveTo>
                  <a:lnTo>
                    <a:pt x="30061" y="48836"/>
                  </a:lnTo>
                  <a:lnTo>
                    <a:pt x="30061" y="0"/>
                  </a:lnTo>
                  <a:lnTo>
                    <a:pt x="0" y="0"/>
                  </a:lnTo>
                  <a:lnTo>
                    <a:pt x="0" y="4883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09" name="object 2109" descr=""/>
            <p:cNvSpPr/>
            <p:nvPr/>
          </p:nvSpPr>
          <p:spPr>
            <a:xfrm>
              <a:off x="9061608" y="9191940"/>
              <a:ext cx="16510" cy="48895"/>
            </a:xfrm>
            <a:custGeom>
              <a:avLst/>
              <a:gdLst/>
              <a:ahLst/>
              <a:cxnLst/>
              <a:rect l="l" t="t" r="r" b="b"/>
              <a:pathLst>
                <a:path w="16509" h="48895">
                  <a:moveTo>
                    <a:pt x="0" y="48836"/>
                  </a:moveTo>
                  <a:lnTo>
                    <a:pt x="16365" y="48836"/>
                  </a:lnTo>
                  <a:lnTo>
                    <a:pt x="16365" y="0"/>
                  </a:lnTo>
                  <a:lnTo>
                    <a:pt x="0" y="0"/>
                  </a:lnTo>
                  <a:lnTo>
                    <a:pt x="0" y="48836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0" name="object 2110" descr=""/>
            <p:cNvSpPr/>
            <p:nvPr/>
          </p:nvSpPr>
          <p:spPr>
            <a:xfrm>
              <a:off x="8859290" y="8953444"/>
              <a:ext cx="219075" cy="367665"/>
            </a:xfrm>
            <a:custGeom>
              <a:avLst/>
              <a:gdLst/>
              <a:ahLst/>
              <a:cxnLst/>
              <a:rect l="l" t="t" r="r" b="b"/>
              <a:pathLst>
                <a:path w="219075" h="367665">
                  <a:moveTo>
                    <a:pt x="188622" y="287331"/>
                  </a:moveTo>
                  <a:lnTo>
                    <a:pt x="218684" y="287331"/>
                  </a:lnTo>
                  <a:lnTo>
                    <a:pt x="218684" y="238495"/>
                  </a:lnTo>
                  <a:lnTo>
                    <a:pt x="188622" y="238495"/>
                  </a:lnTo>
                  <a:lnTo>
                    <a:pt x="188622" y="287331"/>
                  </a:lnTo>
                  <a:close/>
                </a:path>
                <a:path w="219075" h="367665">
                  <a:moveTo>
                    <a:pt x="0" y="367119"/>
                  </a:moveTo>
                  <a:lnTo>
                    <a:pt x="30103" y="367119"/>
                  </a:lnTo>
                  <a:lnTo>
                    <a:pt x="30103" y="299121"/>
                  </a:lnTo>
                  <a:lnTo>
                    <a:pt x="0" y="299121"/>
                  </a:lnTo>
                  <a:lnTo>
                    <a:pt x="0" y="367119"/>
                  </a:lnTo>
                  <a:close/>
                </a:path>
                <a:path w="219075" h="367665">
                  <a:moveTo>
                    <a:pt x="0" y="48846"/>
                  </a:moveTo>
                  <a:lnTo>
                    <a:pt x="30103" y="48846"/>
                  </a:lnTo>
                  <a:lnTo>
                    <a:pt x="30103" y="0"/>
                  </a:lnTo>
                  <a:lnTo>
                    <a:pt x="0" y="0"/>
                  </a:lnTo>
                  <a:lnTo>
                    <a:pt x="0" y="48846"/>
                  </a:lnTo>
                  <a:close/>
                </a:path>
                <a:path w="219075" h="367665">
                  <a:moveTo>
                    <a:pt x="0" y="108457"/>
                  </a:moveTo>
                  <a:lnTo>
                    <a:pt x="30103" y="108457"/>
                  </a:lnTo>
                  <a:lnTo>
                    <a:pt x="30103" y="59621"/>
                  </a:lnTo>
                  <a:lnTo>
                    <a:pt x="0" y="59621"/>
                  </a:lnTo>
                  <a:lnTo>
                    <a:pt x="0" y="108457"/>
                  </a:lnTo>
                  <a:close/>
                </a:path>
                <a:path w="219075" h="367665">
                  <a:moveTo>
                    <a:pt x="0" y="168089"/>
                  </a:moveTo>
                  <a:lnTo>
                    <a:pt x="30103" y="168089"/>
                  </a:lnTo>
                  <a:lnTo>
                    <a:pt x="30103" y="119252"/>
                  </a:lnTo>
                  <a:lnTo>
                    <a:pt x="0" y="119252"/>
                  </a:lnTo>
                  <a:lnTo>
                    <a:pt x="0" y="168089"/>
                  </a:lnTo>
                  <a:close/>
                </a:path>
                <a:path w="219075" h="367665">
                  <a:moveTo>
                    <a:pt x="0" y="227699"/>
                  </a:moveTo>
                  <a:lnTo>
                    <a:pt x="30103" y="227699"/>
                  </a:lnTo>
                  <a:lnTo>
                    <a:pt x="30103" y="178884"/>
                  </a:lnTo>
                  <a:lnTo>
                    <a:pt x="0" y="178884"/>
                  </a:lnTo>
                  <a:lnTo>
                    <a:pt x="0" y="227699"/>
                  </a:lnTo>
                  <a:close/>
                </a:path>
                <a:path w="219075" h="367665">
                  <a:moveTo>
                    <a:pt x="0" y="287331"/>
                  </a:moveTo>
                  <a:lnTo>
                    <a:pt x="30103" y="287331"/>
                  </a:lnTo>
                  <a:lnTo>
                    <a:pt x="30103" y="238495"/>
                  </a:lnTo>
                  <a:lnTo>
                    <a:pt x="0" y="238495"/>
                  </a:lnTo>
                  <a:lnTo>
                    <a:pt x="0" y="28733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11" name="object 2111" descr=""/>
          <p:cNvGrpSpPr/>
          <p:nvPr/>
        </p:nvGrpSpPr>
        <p:grpSpPr>
          <a:xfrm>
            <a:off x="7553121" y="8470349"/>
            <a:ext cx="1120140" cy="1642110"/>
            <a:chOff x="7553121" y="8470349"/>
            <a:chExt cx="1120140" cy="1642110"/>
          </a:xfrm>
        </p:grpSpPr>
        <p:sp>
          <p:nvSpPr>
            <p:cNvPr id="2112" name="object 2112" descr=""/>
            <p:cNvSpPr/>
            <p:nvPr/>
          </p:nvSpPr>
          <p:spPr>
            <a:xfrm>
              <a:off x="7558354" y="8475592"/>
              <a:ext cx="697865" cy="1631950"/>
            </a:xfrm>
            <a:custGeom>
              <a:avLst/>
              <a:gdLst/>
              <a:ahLst/>
              <a:cxnLst/>
              <a:rect l="l" t="t" r="r" b="b"/>
              <a:pathLst>
                <a:path w="697865" h="1631950">
                  <a:moveTo>
                    <a:pt x="697534" y="0"/>
                  </a:moveTo>
                  <a:lnTo>
                    <a:pt x="642543" y="0"/>
                  </a:lnTo>
                  <a:lnTo>
                    <a:pt x="642543" y="102628"/>
                  </a:lnTo>
                  <a:lnTo>
                    <a:pt x="642543" y="107873"/>
                  </a:lnTo>
                  <a:lnTo>
                    <a:pt x="642543" y="122669"/>
                  </a:lnTo>
                  <a:lnTo>
                    <a:pt x="642543" y="182422"/>
                  </a:lnTo>
                  <a:lnTo>
                    <a:pt x="623062" y="182422"/>
                  </a:lnTo>
                  <a:lnTo>
                    <a:pt x="623062" y="122669"/>
                  </a:lnTo>
                  <a:lnTo>
                    <a:pt x="623062" y="107873"/>
                  </a:lnTo>
                  <a:lnTo>
                    <a:pt x="623062" y="102628"/>
                  </a:lnTo>
                  <a:lnTo>
                    <a:pt x="642543" y="102628"/>
                  </a:lnTo>
                  <a:lnTo>
                    <a:pt x="642543" y="0"/>
                  </a:lnTo>
                  <a:lnTo>
                    <a:pt x="615696" y="0"/>
                  </a:lnTo>
                  <a:lnTo>
                    <a:pt x="615696" y="102628"/>
                  </a:lnTo>
                  <a:lnTo>
                    <a:pt x="615696" y="107873"/>
                  </a:lnTo>
                  <a:lnTo>
                    <a:pt x="615696" y="122669"/>
                  </a:lnTo>
                  <a:lnTo>
                    <a:pt x="615696" y="182422"/>
                  </a:lnTo>
                  <a:lnTo>
                    <a:pt x="596214" y="182422"/>
                  </a:lnTo>
                  <a:lnTo>
                    <a:pt x="596214" y="122669"/>
                  </a:lnTo>
                  <a:lnTo>
                    <a:pt x="596214" y="107873"/>
                  </a:lnTo>
                  <a:lnTo>
                    <a:pt x="596214" y="102628"/>
                  </a:lnTo>
                  <a:lnTo>
                    <a:pt x="615696" y="102628"/>
                  </a:lnTo>
                  <a:lnTo>
                    <a:pt x="615696" y="0"/>
                  </a:lnTo>
                  <a:lnTo>
                    <a:pt x="588835" y="0"/>
                  </a:lnTo>
                  <a:lnTo>
                    <a:pt x="588835" y="102628"/>
                  </a:lnTo>
                  <a:lnTo>
                    <a:pt x="588835" y="107873"/>
                  </a:lnTo>
                  <a:lnTo>
                    <a:pt x="588835" y="122669"/>
                  </a:lnTo>
                  <a:lnTo>
                    <a:pt x="588835" y="182422"/>
                  </a:lnTo>
                  <a:lnTo>
                    <a:pt x="569366" y="182422"/>
                  </a:lnTo>
                  <a:lnTo>
                    <a:pt x="569366" y="122669"/>
                  </a:lnTo>
                  <a:lnTo>
                    <a:pt x="569366" y="107873"/>
                  </a:lnTo>
                  <a:lnTo>
                    <a:pt x="569366" y="102628"/>
                  </a:lnTo>
                  <a:lnTo>
                    <a:pt x="588835" y="102628"/>
                  </a:lnTo>
                  <a:lnTo>
                    <a:pt x="588835" y="0"/>
                  </a:lnTo>
                  <a:lnTo>
                    <a:pt x="561975" y="0"/>
                  </a:lnTo>
                  <a:lnTo>
                    <a:pt x="561975" y="102628"/>
                  </a:lnTo>
                  <a:lnTo>
                    <a:pt x="561975" y="107873"/>
                  </a:lnTo>
                  <a:lnTo>
                    <a:pt x="561975" y="122669"/>
                  </a:lnTo>
                  <a:lnTo>
                    <a:pt x="561975" y="182422"/>
                  </a:lnTo>
                  <a:lnTo>
                    <a:pt x="542505" y="182422"/>
                  </a:lnTo>
                  <a:lnTo>
                    <a:pt x="542505" y="122669"/>
                  </a:lnTo>
                  <a:lnTo>
                    <a:pt x="542505" y="107873"/>
                  </a:lnTo>
                  <a:lnTo>
                    <a:pt x="542505" y="102628"/>
                  </a:lnTo>
                  <a:lnTo>
                    <a:pt x="561975" y="102628"/>
                  </a:lnTo>
                  <a:lnTo>
                    <a:pt x="561975" y="0"/>
                  </a:lnTo>
                  <a:lnTo>
                    <a:pt x="535127" y="0"/>
                  </a:lnTo>
                  <a:lnTo>
                    <a:pt x="535127" y="102628"/>
                  </a:lnTo>
                  <a:lnTo>
                    <a:pt x="535127" y="107873"/>
                  </a:lnTo>
                  <a:lnTo>
                    <a:pt x="535127" y="122669"/>
                  </a:lnTo>
                  <a:lnTo>
                    <a:pt x="535127" y="182422"/>
                  </a:lnTo>
                  <a:lnTo>
                    <a:pt x="515658" y="182422"/>
                  </a:lnTo>
                  <a:lnTo>
                    <a:pt x="515658" y="122669"/>
                  </a:lnTo>
                  <a:lnTo>
                    <a:pt x="515658" y="107873"/>
                  </a:lnTo>
                  <a:lnTo>
                    <a:pt x="515658" y="102628"/>
                  </a:lnTo>
                  <a:lnTo>
                    <a:pt x="535127" y="102628"/>
                  </a:lnTo>
                  <a:lnTo>
                    <a:pt x="535127" y="0"/>
                  </a:lnTo>
                  <a:lnTo>
                    <a:pt x="508279" y="0"/>
                  </a:lnTo>
                  <a:lnTo>
                    <a:pt x="508279" y="102628"/>
                  </a:lnTo>
                  <a:lnTo>
                    <a:pt x="508279" y="107873"/>
                  </a:lnTo>
                  <a:lnTo>
                    <a:pt x="508279" y="122669"/>
                  </a:lnTo>
                  <a:lnTo>
                    <a:pt x="508279" y="182422"/>
                  </a:lnTo>
                  <a:lnTo>
                    <a:pt x="488797" y="182422"/>
                  </a:lnTo>
                  <a:lnTo>
                    <a:pt x="488797" y="122669"/>
                  </a:lnTo>
                  <a:lnTo>
                    <a:pt x="488797" y="107873"/>
                  </a:lnTo>
                  <a:lnTo>
                    <a:pt x="488797" y="102628"/>
                  </a:lnTo>
                  <a:lnTo>
                    <a:pt x="508279" y="102628"/>
                  </a:lnTo>
                  <a:lnTo>
                    <a:pt x="508279" y="0"/>
                  </a:lnTo>
                  <a:lnTo>
                    <a:pt x="481418" y="0"/>
                  </a:lnTo>
                  <a:lnTo>
                    <a:pt x="481418" y="102628"/>
                  </a:lnTo>
                  <a:lnTo>
                    <a:pt x="481418" y="107873"/>
                  </a:lnTo>
                  <a:lnTo>
                    <a:pt x="481418" y="122669"/>
                  </a:lnTo>
                  <a:lnTo>
                    <a:pt x="481418" y="182422"/>
                  </a:lnTo>
                  <a:lnTo>
                    <a:pt x="461937" y="182422"/>
                  </a:lnTo>
                  <a:lnTo>
                    <a:pt x="461937" y="122669"/>
                  </a:lnTo>
                  <a:lnTo>
                    <a:pt x="461937" y="107873"/>
                  </a:lnTo>
                  <a:lnTo>
                    <a:pt x="461937" y="102628"/>
                  </a:lnTo>
                  <a:lnTo>
                    <a:pt x="481418" y="102628"/>
                  </a:lnTo>
                  <a:lnTo>
                    <a:pt x="481418" y="0"/>
                  </a:lnTo>
                  <a:lnTo>
                    <a:pt x="454571" y="0"/>
                  </a:lnTo>
                  <a:lnTo>
                    <a:pt x="454571" y="102628"/>
                  </a:lnTo>
                  <a:lnTo>
                    <a:pt x="454571" y="107873"/>
                  </a:lnTo>
                  <a:lnTo>
                    <a:pt x="454571" y="122669"/>
                  </a:lnTo>
                  <a:lnTo>
                    <a:pt x="454571" y="182422"/>
                  </a:lnTo>
                  <a:lnTo>
                    <a:pt x="435089" y="182422"/>
                  </a:lnTo>
                  <a:lnTo>
                    <a:pt x="435089" y="122669"/>
                  </a:lnTo>
                  <a:lnTo>
                    <a:pt x="435089" y="107873"/>
                  </a:lnTo>
                  <a:lnTo>
                    <a:pt x="435089" y="102628"/>
                  </a:lnTo>
                  <a:lnTo>
                    <a:pt x="454571" y="102628"/>
                  </a:lnTo>
                  <a:lnTo>
                    <a:pt x="454571" y="0"/>
                  </a:lnTo>
                  <a:lnTo>
                    <a:pt x="427710" y="0"/>
                  </a:lnTo>
                  <a:lnTo>
                    <a:pt x="427710" y="102628"/>
                  </a:lnTo>
                  <a:lnTo>
                    <a:pt x="427710" y="107873"/>
                  </a:lnTo>
                  <a:lnTo>
                    <a:pt x="427710" y="122669"/>
                  </a:lnTo>
                  <a:lnTo>
                    <a:pt x="427710" y="182422"/>
                  </a:lnTo>
                  <a:lnTo>
                    <a:pt x="408241" y="182422"/>
                  </a:lnTo>
                  <a:lnTo>
                    <a:pt x="408241" y="122669"/>
                  </a:lnTo>
                  <a:lnTo>
                    <a:pt x="408241" y="107873"/>
                  </a:lnTo>
                  <a:lnTo>
                    <a:pt x="408241" y="102628"/>
                  </a:lnTo>
                  <a:lnTo>
                    <a:pt x="427710" y="102628"/>
                  </a:lnTo>
                  <a:lnTo>
                    <a:pt x="427710" y="0"/>
                  </a:lnTo>
                  <a:lnTo>
                    <a:pt x="400862" y="0"/>
                  </a:lnTo>
                  <a:lnTo>
                    <a:pt x="400862" y="102628"/>
                  </a:lnTo>
                  <a:lnTo>
                    <a:pt x="400862" y="107873"/>
                  </a:lnTo>
                  <a:lnTo>
                    <a:pt x="400862" y="122669"/>
                  </a:lnTo>
                  <a:lnTo>
                    <a:pt x="400862" y="182422"/>
                  </a:lnTo>
                  <a:lnTo>
                    <a:pt x="381381" y="182422"/>
                  </a:lnTo>
                  <a:lnTo>
                    <a:pt x="381381" y="122669"/>
                  </a:lnTo>
                  <a:lnTo>
                    <a:pt x="381381" y="107873"/>
                  </a:lnTo>
                  <a:lnTo>
                    <a:pt x="381381" y="102628"/>
                  </a:lnTo>
                  <a:lnTo>
                    <a:pt x="400862" y="102628"/>
                  </a:lnTo>
                  <a:lnTo>
                    <a:pt x="400862" y="0"/>
                  </a:lnTo>
                  <a:lnTo>
                    <a:pt x="374002" y="0"/>
                  </a:lnTo>
                  <a:lnTo>
                    <a:pt x="374002" y="102628"/>
                  </a:lnTo>
                  <a:lnTo>
                    <a:pt x="374002" y="107873"/>
                  </a:lnTo>
                  <a:lnTo>
                    <a:pt x="374002" y="122669"/>
                  </a:lnTo>
                  <a:lnTo>
                    <a:pt x="374002" y="182422"/>
                  </a:lnTo>
                  <a:lnTo>
                    <a:pt x="354533" y="182422"/>
                  </a:lnTo>
                  <a:lnTo>
                    <a:pt x="354533" y="122669"/>
                  </a:lnTo>
                  <a:lnTo>
                    <a:pt x="354533" y="107873"/>
                  </a:lnTo>
                  <a:lnTo>
                    <a:pt x="354533" y="102628"/>
                  </a:lnTo>
                  <a:lnTo>
                    <a:pt x="374002" y="102628"/>
                  </a:lnTo>
                  <a:lnTo>
                    <a:pt x="374002" y="0"/>
                  </a:lnTo>
                  <a:lnTo>
                    <a:pt x="347154" y="0"/>
                  </a:lnTo>
                  <a:lnTo>
                    <a:pt x="347154" y="102628"/>
                  </a:lnTo>
                  <a:lnTo>
                    <a:pt x="347154" y="107873"/>
                  </a:lnTo>
                  <a:lnTo>
                    <a:pt x="347154" y="122669"/>
                  </a:lnTo>
                  <a:lnTo>
                    <a:pt x="347154" y="182422"/>
                  </a:lnTo>
                  <a:lnTo>
                    <a:pt x="327685" y="182422"/>
                  </a:lnTo>
                  <a:lnTo>
                    <a:pt x="327685" y="122669"/>
                  </a:lnTo>
                  <a:lnTo>
                    <a:pt x="327685" y="107873"/>
                  </a:lnTo>
                  <a:lnTo>
                    <a:pt x="327685" y="102628"/>
                  </a:lnTo>
                  <a:lnTo>
                    <a:pt x="347154" y="102628"/>
                  </a:lnTo>
                  <a:lnTo>
                    <a:pt x="347154" y="0"/>
                  </a:lnTo>
                  <a:lnTo>
                    <a:pt x="320294" y="0"/>
                  </a:lnTo>
                  <a:lnTo>
                    <a:pt x="320294" y="102628"/>
                  </a:lnTo>
                  <a:lnTo>
                    <a:pt x="320294" y="107873"/>
                  </a:lnTo>
                  <a:lnTo>
                    <a:pt x="320294" y="122669"/>
                  </a:lnTo>
                  <a:lnTo>
                    <a:pt x="320294" y="182422"/>
                  </a:lnTo>
                  <a:lnTo>
                    <a:pt x="300824" y="182422"/>
                  </a:lnTo>
                  <a:lnTo>
                    <a:pt x="300824" y="122669"/>
                  </a:lnTo>
                  <a:lnTo>
                    <a:pt x="300824" y="107873"/>
                  </a:lnTo>
                  <a:lnTo>
                    <a:pt x="300824" y="102628"/>
                  </a:lnTo>
                  <a:lnTo>
                    <a:pt x="320294" y="102628"/>
                  </a:lnTo>
                  <a:lnTo>
                    <a:pt x="320294" y="0"/>
                  </a:lnTo>
                  <a:lnTo>
                    <a:pt x="293446" y="0"/>
                  </a:lnTo>
                  <a:lnTo>
                    <a:pt x="293446" y="102628"/>
                  </a:lnTo>
                  <a:lnTo>
                    <a:pt x="293446" y="107873"/>
                  </a:lnTo>
                  <a:lnTo>
                    <a:pt x="293446" y="122669"/>
                  </a:lnTo>
                  <a:lnTo>
                    <a:pt x="293446" y="182422"/>
                  </a:lnTo>
                  <a:lnTo>
                    <a:pt x="273977" y="182422"/>
                  </a:lnTo>
                  <a:lnTo>
                    <a:pt x="273977" y="122669"/>
                  </a:lnTo>
                  <a:lnTo>
                    <a:pt x="273977" y="107873"/>
                  </a:lnTo>
                  <a:lnTo>
                    <a:pt x="273977" y="102628"/>
                  </a:lnTo>
                  <a:lnTo>
                    <a:pt x="293446" y="102628"/>
                  </a:lnTo>
                  <a:lnTo>
                    <a:pt x="293446" y="0"/>
                  </a:lnTo>
                  <a:lnTo>
                    <a:pt x="266598" y="0"/>
                  </a:lnTo>
                  <a:lnTo>
                    <a:pt x="266598" y="102628"/>
                  </a:lnTo>
                  <a:lnTo>
                    <a:pt x="266598" y="107873"/>
                  </a:lnTo>
                  <a:lnTo>
                    <a:pt x="266598" y="122669"/>
                  </a:lnTo>
                  <a:lnTo>
                    <a:pt x="266598" y="182422"/>
                  </a:lnTo>
                  <a:lnTo>
                    <a:pt x="247116" y="182422"/>
                  </a:lnTo>
                  <a:lnTo>
                    <a:pt x="247116" y="122669"/>
                  </a:lnTo>
                  <a:lnTo>
                    <a:pt x="247116" y="107873"/>
                  </a:lnTo>
                  <a:lnTo>
                    <a:pt x="247116" y="102628"/>
                  </a:lnTo>
                  <a:lnTo>
                    <a:pt x="266598" y="102628"/>
                  </a:lnTo>
                  <a:lnTo>
                    <a:pt x="266598" y="0"/>
                  </a:lnTo>
                  <a:lnTo>
                    <a:pt x="239750" y="0"/>
                  </a:lnTo>
                  <a:lnTo>
                    <a:pt x="239750" y="102628"/>
                  </a:lnTo>
                  <a:lnTo>
                    <a:pt x="239750" y="107873"/>
                  </a:lnTo>
                  <a:lnTo>
                    <a:pt x="239750" y="122669"/>
                  </a:lnTo>
                  <a:lnTo>
                    <a:pt x="239750" y="182422"/>
                  </a:lnTo>
                  <a:lnTo>
                    <a:pt x="220268" y="182422"/>
                  </a:lnTo>
                  <a:lnTo>
                    <a:pt x="220268" y="122669"/>
                  </a:lnTo>
                  <a:lnTo>
                    <a:pt x="220268" y="107873"/>
                  </a:lnTo>
                  <a:lnTo>
                    <a:pt x="220268" y="102628"/>
                  </a:lnTo>
                  <a:lnTo>
                    <a:pt x="239750" y="102628"/>
                  </a:lnTo>
                  <a:lnTo>
                    <a:pt x="239750" y="0"/>
                  </a:lnTo>
                  <a:lnTo>
                    <a:pt x="212890" y="0"/>
                  </a:lnTo>
                  <a:lnTo>
                    <a:pt x="212890" y="102628"/>
                  </a:lnTo>
                  <a:lnTo>
                    <a:pt x="212890" y="107873"/>
                  </a:lnTo>
                  <a:lnTo>
                    <a:pt x="212890" y="122669"/>
                  </a:lnTo>
                  <a:lnTo>
                    <a:pt x="212890" y="182422"/>
                  </a:lnTo>
                  <a:lnTo>
                    <a:pt x="193408" y="182422"/>
                  </a:lnTo>
                  <a:lnTo>
                    <a:pt x="193408" y="122669"/>
                  </a:lnTo>
                  <a:lnTo>
                    <a:pt x="193408" y="107873"/>
                  </a:lnTo>
                  <a:lnTo>
                    <a:pt x="193408" y="102628"/>
                  </a:lnTo>
                  <a:lnTo>
                    <a:pt x="212890" y="102628"/>
                  </a:lnTo>
                  <a:lnTo>
                    <a:pt x="212890" y="0"/>
                  </a:lnTo>
                  <a:lnTo>
                    <a:pt x="186029" y="0"/>
                  </a:lnTo>
                  <a:lnTo>
                    <a:pt x="186029" y="102628"/>
                  </a:lnTo>
                  <a:lnTo>
                    <a:pt x="186029" y="107873"/>
                  </a:lnTo>
                  <a:lnTo>
                    <a:pt x="186029" y="122669"/>
                  </a:lnTo>
                  <a:lnTo>
                    <a:pt x="186029" y="182422"/>
                  </a:lnTo>
                  <a:lnTo>
                    <a:pt x="166560" y="182422"/>
                  </a:lnTo>
                  <a:lnTo>
                    <a:pt x="166560" y="122669"/>
                  </a:lnTo>
                  <a:lnTo>
                    <a:pt x="166560" y="107873"/>
                  </a:lnTo>
                  <a:lnTo>
                    <a:pt x="166560" y="102628"/>
                  </a:lnTo>
                  <a:lnTo>
                    <a:pt x="186029" y="102628"/>
                  </a:lnTo>
                  <a:lnTo>
                    <a:pt x="186029" y="0"/>
                  </a:lnTo>
                  <a:lnTo>
                    <a:pt x="159181" y="0"/>
                  </a:lnTo>
                  <a:lnTo>
                    <a:pt x="159181" y="102628"/>
                  </a:lnTo>
                  <a:lnTo>
                    <a:pt x="159181" y="107873"/>
                  </a:lnTo>
                  <a:lnTo>
                    <a:pt x="159181" y="122669"/>
                  </a:lnTo>
                  <a:lnTo>
                    <a:pt x="159181" y="182422"/>
                  </a:lnTo>
                  <a:lnTo>
                    <a:pt x="139712" y="182422"/>
                  </a:lnTo>
                  <a:lnTo>
                    <a:pt x="139712" y="122669"/>
                  </a:lnTo>
                  <a:lnTo>
                    <a:pt x="139712" y="107873"/>
                  </a:lnTo>
                  <a:lnTo>
                    <a:pt x="139712" y="102628"/>
                  </a:lnTo>
                  <a:lnTo>
                    <a:pt x="159181" y="102628"/>
                  </a:lnTo>
                  <a:lnTo>
                    <a:pt x="159181" y="0"/>
                  </a:lnTo>
                  <a:lnTo>
                    <a:pt x="132321" y="0"/>
                  </a:lnTo>
                  <a:lnTo>
                    <a:pt x="132321" y="102628"/>
                  </a:lnTo>
                  <a:lnTo>
                    <a:pt x="132321" y="107873"/>
                  </a:lnTo>
                  <a:lnTo>
                    <a:pt x="132321" y="122669"/>
                  </a:lnTo>
                  <a:lnTo>
                    <a:pt x="132321" y="182422"/>
                  </a:lnTo>
                  <a:lnTo>
                    <a:pt x="112852" y="182422"/>
                  </a:lnTo>
                  <a:lnTo>
                    <a:pt x="112852" y="122669"/>
                  </a:lnTo>
                  <a:lnTo>
                    <a:pt x="112852" y="107873"/>
                  </a:lnTo>
                  <a:lnTo>
                    <a:pt x="112852" y="102628"/>
                  </a:lnTo>
                  <a:lnTo>
                    <a:pt x="132321" y="102628"/>
                  </a:lnTo>
                  <a:lnTo>
                    <a:pt x="132321" y="0"/>
                  </a:lnTo>
                  <a:lnTo>
                    <a:pt x="105473" y="0"/>
                  </a:lnTo>
                  <a:lnTo>
                    <a:pt x="105473" y="102628"/>
                  </a:lnTo>
                  <a:lnTo>
                    <a:pt x="105473" y="107873"/>
                  </a:lnTo>
                  <a:lnTo>
                    <a:pt x="105473" y="122669"/>
                  </a:lnTo>
                  <a:lnTo>
                    <a:pt x="105473" y="182422"/>
                  </a:lnTo>
                  <a:lnTo>
                    <a:pt x="85991" y="182422"/>
                  </a:lnTo>
                  <a:lnTo>
                    <a:pt x="85991" y="122669"/>
                  </a:lnTo>
                  <a:lnTo>
                    <a:pt x="85991" y="107873"/>
                  </a:lnTo>
                  <a:lnTo>
                    <a:pt x="85991" y="102628"/>
                  </a:lnTo>
                  <a:lnTo>
                    <a:pt x="105473" y="102628"/>
                  </a:lnTo>
                  <a:lnTo>
                    <a:pt x="105473" y="0"/>
                  </a:lnTo>
                  <a:lnTo>
                    <a:pt x="78625" y="0"/>
                  </a:lnTo>
                  <a:lnTo>
                    <a:pt x="78625" y="107873"/>
                  </a:lnTo>
                  <a:lnTo>
                    <a:pt x="78625" y="122669"/>
                  </a:lnTo>
                  <a:lnTo>
                    <a:pt x="78625" y="182422"/>
                  </a:lnTo>
                  <a:lnTo>
                    <a:pt x="59143" y="182422"/>
                  </a:lnTo>
                  <a:lnTo>
                    <a:pt x="59143" y="122669"/>
                  </a:lnTo>
                  <a:lnTo>
                    <a:pt x="59143" y="107873"/>
                  </a:lnTo>
                  <a:lnTo>
                    <a:pt x="78625" y="107873"/>
                  </a:lnTo>
                  <a:lnTo>
                    <a:pt x="78625" y="0"/>
                  </a:lnTo>
                  <a:lnTo>
                    <a:pt x="0" y="0"/>
                  </a:lnTo>
                  <a:lnTo>
                    <a:pt x="0" y="102628"/>
                  </a:lnTo>
                  <a:lnTo>
                    <a:pt x="0" y="107873"/>
                  </a:lnTo>
                  <a:lnTo>
                    <a:pt x="0" y="122669"/>
                  </a:lnTo>
                  <a:lnTo>
                    <a:pt x="0" y="182422"/>
                  </a:lnTo>
                  <a:lnTo>
                    <a:pt x="0" y="1631556"/>
                  </a:lnTo>
                  <a:lnTo>
                    <a:pt x="697534" y="1631556"/>
                  </a:lnTo>
                  <a:lnTo>
                    <a:pt x="697534" y="182422"/>
                  </a:lnTo>
                  <a:lnTo>
                    <a:pt x="697534" y="122669"/>
                  </a:lnTo>
                  <a:lnTo>
                    <a:pt x="697534" y="107873"/>
                  </a:lnTo>
                  <a:lnTo>
                    <a:pt x="697534" y="102628"/>
                  </a:lnTo>
                  <a:lnTo>
                    <a:pt x="69753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3" name="object 2113" descr=""/>
            <p:cNvSpPr/>
            <p:nvPr/>
          </p:nvSpPr>
          <p:spPr>
            <a:xfrm>
              <a:off x="7558356" y="8475585"/>
              <a:ext cx="1109345" cy="1631950"/>
            </a:xfrm>
            <a:custGeom>
              <a:avLst/>
              <a:gdLst/>
              <a:ahLst/>
              <a:cxnLst/>
              <a:rect l="l" t="t" r="r" b="b"/>
              <a:pathLst>
                <a:path w="1109345" h="1631950">
                  <a:moveTo>
                    <a:pt x="0" y="1631552"/>
                  </a:moveTo>
                  <a:lnTo>
                    <a:pt x="1109191" y="1631552"/>
                  </a:lnTo>
                  <a:lnTo>
                    <a:pt x="1109191" y="0"/>
                  </a:lnTo>
                  <a:lnTo>
                    <a:pt x="0" y="0"/>
                  </a:lnTo>
                  <a:lnTo>
                    <a:pt x="0" y="163155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14" name="object 2114" descr=""/>
            <p:cNvSpPr/>
            <p:nvPr/>
          </p:nvSpPr>
          <p:spPr>
            <a:xfrm>
              <a:off x="8223247" y="9974869"/>
              <a:ext cx="33020" cy="93345"/>
            </a:xfrm>
            <a:custGeom>
              <a:avLst/>
              <a:gdLst/>
              <a:ahLst/>
              <a:cxnLst/>
              <a:rect l="l" t="t" r="r" b="b"/>
              <a:pathLst>
                <a:path w="33020" h="93345">
                  <a:moveTo>
                    <a:pt x="0" y="92991"/>
                  </a:moveTo>
                  <a:lnTo>
                    <a:pt x="32648" y="92991"/>
                  </a:lnTo>
                  <a:lnTo>
                    <a:pt x="32648" y="0"/>
                  </a:lnTo>
                  <a:lnTo>
                    <a:pt x="0" y="0"/>
                  </a:lnTo>
                  <a:lnTo>
                    <a:pt x="0" y="92991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5" name="object 2115" descr=""/>
            <p:cNvSpPr/>
            <p:nvPr/>
          </p:nvSpPr>
          <p:spPr>
            <a:xfrm>
              <a:off x="8223247" y="9974869"/>
              <a:ext cx="35560" cy="93345"/>
            </a:xfrm>
            <a:custGeom>
              <a:avLst/>
              <a:gdLst/>
              <a:ahLst/>
              <a:cxnLst/>
              <a:rect l="l" t="t" r="r" b="b"/>
              <a:pathLst>
                <a:path w="35559" h="93345">
                  <a:moveTo>
                    <a:pt x="0" y="92991"/>
                  </a:moveTo>
                  <a:lnTo>
                    <a:pt x="35119" y="92991"/>
                  </a:lnTo>
                  <a:lnTo>
                    <a:pt x="35119" y="0"/>
                  </a:lnTo>
                  <a:lnTo>
                    <a:pt x="0" y="0"/>
                  </a:lnTo>
                  <a:lnTo>
                    <a:pt x="0" y="9299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16" name="object 2116" descr=""/>
            <p:cNvSpPr/>
            <p:nvPr/>
          </p:nvSpPr>
          <p:spPr>
            <a:xfrm>
              <a:off x="8197970" y="9974869"/>
              <a:ext cx="5080" cy="93345"/>
            </a:xfrm>
            <a:custGeom>
              <a:avLst/>
              <a:gdLst/>
              <a:ahLst/>
              <a:cxnLst/>
              <a:rect l="l" t="t" r="r" b="b"/>
              <a:pathLst>
                <a:path w="5079" h="93345">
                  <a:moveTo>
                    <a:pt x="0" y="92991"/>
                  </a:moveTo>
                  <a:lnTo>
                    <a:pt x="4628" y="92991"/>
                  </a:lnTo>
                  <a:lnTo>
                    <a:pt x="4628" y="0"/>
                  </a:lnTo>
                  <a:lnTo>
                    <a:pt x="0" y="0"/>
                  </a:lnTo>
                  <a:lnTo>
                    <a:pt x="0" y="92991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7" name="object 2117" descr=""/>
            <p:cNvSpPr/>
            <p:nvPr/>
          </p:nvSpPr>
          <p:spPr>
            <a:xfrm>
              <a:off x="8167510" y="9974869"/>
              <a:ext cx="35560" cy="93345"/>
            </a:xfrm>
            <a:custGeom>
              <a:avLst/>
              <a:gdLst/>
              <a:ahLst/>
              <a:cxnLst/>
              <a:rect l="l" t="t" r="r" b="b"/>
              <a:pathLst>
                <a:path w="35559" h="93345">
                  <a:moveTo>
                    <a:pt x="0" y="92991"/>
                  </a:moveTo>
                  <a:lnTo>
                    <a:pt x="35087" y="92991"/>
                  </a:lnTo>
                  <a:lnTo>
                    <a:pt x="35087" y="0"/>
                  </a:lnTo>
                  <a:lnTo>
                    <a:pt x="0" y="0"/>
                  </a:lnTo>
                  <a:lnTo>
                    <a:pt x="0" y="9299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18" name="object 2118" descr=""/>
            <p:cNvSpPr/>
            <p:nvPr/>
          </p:nvSpPr>
          <p:spPr>
            <a:xfrm>
              <a:off x="8223247" y="9565729"/>
              <a:ext cx="33020" cy="67310"/>
            </a:xfrm>
            <a:custGeom>
              <a:avLst/>
              <a:gdLst/>
              <a:ahLst/>
              <a:cxnLst/>
              <a:rect l="l" t="t" r="r" b="b"/>
              <a:pathLst>
                <a:path w="33020" h="67309">
                  <a:moveTo>
                    <a:pt x="0" y="66804"/>
                  </a:moveTo>
                  <a:lnTo>
                    <a:pt x="32648" y="66804"/>
                  </a:lnTo>
                  <a:lnTo>
                    <a:pt x="32648" y="0"/>
                  </a:lnTo>
                  <a:lnTo>
                    <a:pt x="0" y="0"/>
                  </a:lnTo>
                  <a:lnTo>
                    <a:pt x="0" y="66804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9" name="object 2119" descr=""/>
            <p:cNvSpPr/>
            <p:nvPr/>
          </p:nvSpPr>
          <p:spPr>
            <a:xfrm>
              <a:off x="8223247" y="9565729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804"/>
                  </a:moveTo>
                  <a:lnTo>
                    <a:pt x="35119" y="66804"/>
                  </a:lnTo>
                  <a:lnTo>
                    <a:pt x="35119" y="0"/>
                  </a:lnTo>
                  <a:lnTo>
                    <a:pt x="0" y="0"/>
                  </a:lnTo>
                  <a:lnTo>
                    <a:pt x="0" y="6680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0" name="object 2120" descr=""/>
            <p:cNvSpPr/>
            <p:nvPr/>
          </p:nvSpPr>
          <p:spPr>
            <a:xfrm>
              <a:off x="8197970" y="9565729"/>
              <a:ext cx="5080" cy="67310"/>
            </a:xfrm>
            <a:custGeom>
              <a:avLst/>
              <a:gdLst/>
              <a:ahLst/>
              <a:cxnLst/>
              <a:rect l="l" t="t" r="r" b="b"/>
              <a:pathLst>
                <a:path w="5079" h="67309">
                  <a:moveTo>
                    <a:pt x="0" y="66804"/>
                  </a:moveTo>
                  <a:lnTo>
                    <a:pt x="4628" y="66804"/>
                  </a:lnTo>
                  <a:lnTo>
                    <a:pt x="4628" y="0"/>
                  </a:lnTo>
                  <a:lnTo>
                    <a:pt x="0" y="0"/>
                  </a:lnTo>
                  <a:lnTo>
                    <a:pt x="0" y="66804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1" name="object 2121" descr=""/>
            <p:cNvSpPr/>
            <p:nvPr/>
          </p:nvSpPr>
          <p:spPr>
            <a:xfrm>
              <a:off x="8167510" y="9565729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804"/>
                  </a:moveTo>
                  <a:lnTo>
                    <a:pt x="35087" y="66804"/>
                  </a:lnTo>
                  <a:lnTo>
                    <a:pt x="35087" y="0"/>
                  </a:lnTo>
                  <a:lnTo>
                    <a:pt x="0" y="0"/>
                  </a:lnTo>
                  <a:lnTo>
                    <a:pt x="0" y="6680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2" name="object 2122" descr=""/>
            <p:cNvSpPr/>
            <p:nvPr/>
          </p:nvSpPr>
          <p:spPr>
            <a:xfrm>
              <a:off x="8223247" y="9647287"/>
              <a:ext cx="33020" cy="67310"/>
            </a:xfrm>
            <a:custGeom>
              <a:avLst/>
              <a:gdLst/>
              <a:ahLst/>
              <a:cxnLst/>
              <a:rect l="l" t="t" r="r" b="b"/>
              <a:pathLst>
                <a:path w="33020" h="67309">
                  <a:moveTo>
                    <a:pt x="0" y="66793"/>
                  </a:moveTo>
                  <a:lnTo>
                    <a:pt x="32648" y="66793"/>
                  </a:lnTo>
                  <a:lnTo>
                    <a:pt x="32648" y="0"/>
                  </a:lnTo>
                  <a:lnTo>
                    <a:pt x="0" y="0"/>
                  </a:lnTo>
                  <a:lnTo>
                    <a:pt x="0" y="66793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3" name="object 2123" descr=""/>
            <p:cNvSpPr/>
            <p:nvPr/>
          </p:nvSpPr>
          <p:spPr>
            <a:xfrm>
              <a:off x="8223247" y="9647287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793"/>
                  </a:moveTo>
                  <a:lnTo>
                    <a:pt x="35119" y="66793"/>
                  </a:lnTo>
                  <a:lnTo>
                    <a:pt x="35119" y="0"/>
                  </a:lnTo>
                  <a:lnTo>
                    <a:pt x="0" y="0"/>
                  </a:lnTo>
                  <a:lnTo>
                    <a:pt x="0" y="6679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4" name="object 2124" descr=""/>
            <p:cNvSpPr/>
            <p:nvPr/>
          </p:nvSpPr>
          <p:spPr>
            <a:xfrm>
              <a:off x="8197970" y="9647287"/>
              <a:ext cx="5080" cy="67310"/>
            </a:xfrm>
            <a:custGeom>
              <a:avLst/>
              <a:gdLst/>
              <a:ahLst/>
              <a:cxnLst/>
              <a:rect l="l" t="t" r="r" b="b"/>
              <a:pathLst>
                <a:path w="5079" h="67309">
                  <a:moveTo>
                    <a:pt x="0" y="66793"/>
                  </a:moveTo>
                  <a:lnTo>
                    <a:pt x="4628" y="66793"/>
                  </a:lnTo>
                  <a:lnTo>
                    <a:pt x="4628" y="0"/>
                  </a:lnTo>
                  <a:lnTo>
                    <a:pt x="0" y="0"/>
                  </a:lnTo>
                  <a:lnTo>
                    <a:pt x="0" y="66793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5" name="object 2125" descr=""/>
            <p:cNvSpPr/>
            <p:nvPr/>
          </p:nvSpPr>
          <p:spPr>
            <a:xfrm>
              <a:off x="8167510" y="9647287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793"/>
                  </a:moveTo>
                  <a:lnTo>
                    <a:pt x="35087" y="66793"/>
                  </a:lnTo>
                  <a:lnTo>
                    <a:pt x="35087" y="0"/>
                  </a:lnTo>
                  <a:lnTo>
                    <a:pt x="0" y="0"/>
                  </a:lnTo>
                  <a:lnTo>
                    <a:pt x="0" y="6679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6" name="object 2126" descr=""/>
            <p:cNvSpPr/>
            <p:nvPr/>
          </p:nvSpPr>
          <p:spPr>
            <a:xfrm>
              <a:off x="8223247" y="9728834"/>
              <a:ext cx="33020" cy="67310"/>
            </a:xfrm>
            <a:custGeom>
              <a:avLst/>
              <a:gdLst/>
              <a:ahLst/>
              <a:cxnLst/>
              <a:rect l="l" t="t" r="r" b="b"/>
              <a:pathLst>
                <a:path w="33020" h="67309">
                  <a:moveTo>
                    <a:pt x="0" y="66814"/>
                  </a:moveTo>
                  <a:lnTo>
                    <a:pt x="32648" y="66814"/>
                  </a:lnTo>
                  <a:lnTo>
                    <a:pt x="32648" y="0"/>
                  </a:lnTo>
                  <a:lnTo>
                    <a:pt x="0" y="0"/>
                  </a:lnTo>
                  <a:lnTo>
                    <a:pt x="0" y="66814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7" name="object 2127" descr=""/>
            <p:cNvSpPr/>
            <p:nvPr/>
          </p:nvSpPr>
          <p:spPr>
            <a:xfrm>
              <a:off x="8223247" y="9728834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814"/>
                  </a:moveTo>
                  <a:lnTo>
                    <a:pt x="35119" y="66814"/>
                  </a:lnTo>
                  <a:lnTo>
                    <a:pt x="35119" y="0"/>
                  </a:lnTo>
                  <a:lnTo>
                    <a:pt x="0" y="0"/>
                  </a:lnTo>
                  <a:lnTo>
                    <a:pt x="0" y="6681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8" name="object 2128" descr=""/>
            <p:cNvSpPr/>
            <p:nvPr/>
          </p:nvSpPr>
          <p:spPr>
            <a:xfrm>
              <a:off x="8197970" y="9728834"/>
              <a:ext cx="5080" cy="67310"/>
            </a:xfrm>
            <a:custGeom>
              <a:avLst/>
              <a:gdLst/>
              <a:ahLst/>
              <a:cxnLst/>
              <a:rect l="l" t="t" r="r" b="b"/>
              <a:pathLst>
                <a:path w="5079" h="67309">
                  <a:moveTo>
                    <a:pt x="0" y="66814"/>
                  </a:moveTo>
                  <a:lnTo>
                    <a:pt x="4628" y="66814"/>
                  </a:lnTo>
                  <a:lnTo>
                    <a:pt x="4628" y="0"/>
                  </a:lnTo>
                  <a:lnTo>
                    <a:pt x="0" y="0"/>
                  </a:lnTo>
                  <a:lnTo>
                    <a:pt x="0" y="66814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9" name="object 2129" descr=""/>
            <p:cNvSpPr/>
            <p:nvPr/>
          </p:nvSpPr>
          <p:spPr>
            <a:xfrm>
              <a:off x="8167510" y="9728834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814"/>
                  </a:moveTo>
                  <a:lnTo>
                    <a:pt x="35087" y="66814"/>
                  </a:lnTo>
                  <a:lnTo>
                    <a:pt x="35087" y="0"/>
                  </a:lnTo>
                  <a:lnTo>
                    <a:pt x="0" y="0"/>
                  </a:lnTo>
                  <a:lnTo>
                    <a:pt x="0" y="6681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0" name="object 2130" descr=""/>
            <p:cNvSpPr/>
            <p:nvPr/>
          </p:nvSpPr>
          <p:spPr>
            <a:xfrm>
              <a:off x="8223247" y="9810403"/>
              <a:ext cx="33020" cy="67310"/>
            </a:xfrm>
            <a:custGeom>
              <a:avLst/>
              <a:gdLst/>
              <a:ahLst/>
              <a:cxnLst/>
              <a:rect l="l" t="t" r="r" b="b"/>
              <a:pathLst>
                <a:path w="33020" h="67309">
                  <a:moveTo>
                    <a:pt x="0" y="66762"/>
                  </a:moveTo>
                  <a:lnTo>
                    <a:pt x="32648" y="66762"/>
                  </a:lnTo>
                  <a:lnTo>
                    <a:pt x="32648" y="0"/>
                  </a:lnTo>
                  <a:lnTo>
                    <a:pt x="0" y="0"/>
                  </a:lnTo>
                  <a:lnTo>
                    <a:pt x="0" y="66762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1" name="object 2131" descr=""/>
            <p:cNvSpPr/>
            <p:nvPr/>
          </p:nvSpPr>
          <p:spPr>
            <a:xfrm>
              <a:off x="8223247" y="9810403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762"/>
                  </a:moveTo>
                  <a:lnTo>
                    <a:pt x="35119" y="66762"/>
                  </a:lnTo>
                  <a:lnTo>
                    <a:pt x="35119" y="0"/>
                  </a:lnTo>
                  <a:lnTo>
                    <a:pt x="0" y="0"/>
                  </a:lnTo>
                  <a:lnTo>
                    <a:pt x="0" y="6676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2" name="object 2132" descr=""/>
            <p:cNvSpPr/>
            <p:nvPr/>
          </p:nvSpPr>
          <p:spPr>
            <a:xfrm>
              <a:off x="8197970" y="9810403"/>
              <a:ext cx="5080" cy="67310"/>
            </a:xfrm>
            <a:custGeom>
              <a:avLst/>
              <a:gdLst/>
              <a:ahLst/>
              <a:cxnLst/>
              <a:rect l="l" t="t" r="r" b="b"/>
              <a:pathLst>
                <a:path w="5079" h="67309">
                  <a:moveTo>
                    <a:pt x="0" y="66762"/>
                  </a:moveTo>
                  <a:lnTo>
                    <a:pt x="4628" y="66762"/>
                  </a:lnTo>
                  <a:lnTo>
                    <a:pt x="4628" y="0"/>
                  </a:lnTo>
                  <a:lnTo>
                    <a:pt x="0" y="0"/>
                  </a:lnTo>
                  <a:lnTo>
                    <a:pt x="0" y="66762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3" name="object 2133" descr=""/>
            <p:cNvSpPr/>
            <p:nvPr/>
          </p:nvSpPr>
          <p:spPr>
            <a:xfrm>
              <a:off x="8167510" y="9810403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762"/>
                  </a:moveTo>
                  <a:lnTo>
                    <a:pt x="35087" y="66762"/>
                  </a:lnTo>
                  <a:lnTo>
                    <a:pt x="35087" y="0"/>
                  </a:lnTo>
                  <a:lnTo>
                    <a:pt x="0" y="0"/>
                  </a:lnTo>
                  <a:lnTo>
                    <a:pt x="0" y="6676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4" name="object 2134" descr=""/>
            <p:cNvSpPr/>
            <p:nvPr/>
          </p:nvSpPr>
          <p:spPr>
            <a:xfrm>
              <a:off x="8223247" y="9891918"/>
              <a:ext cx="33020" cy="67310"/>
            </a:xfrm>
            <a:custGeom>
              <a:avLst/>
              <a:gdLst/>
              <a:ahLst/>
              <a:cxnLst/>
              <a:rect l="l" t="t" r="r" b="b"/>
              <a:pathLst>
                <a:path w="33020" h="67309">
                  <a:moveTo>
                    <a:pt x="0" y="66814"/>
                  </a:moveTo>
                  <a:lnTo>
                    <a:pt x="32648" y="66814"/>
                  </a:lnTo>
                  <a:lnTo>
                    <a:pt x="32648" y="0"/>
                  </a:lnTo>
                  <a:lnTo>
                    <a:pt x="0" y="0"/>
                  </a:lnTo>
                  <a:lnTo>
                    <a:pt x="0" y="66814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5" name="object 2135" descr=""/>
            <p:cNvSpPr/>
            <p:nvPr/>
          </p:nvSpPr>
          <p:spPr>
            <a:xfrm>
              <a:off x="8223247" y="9891918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814"/>
                  </a:moveTo>
                  <a:lnTo>
                    <a:pt x="35119" y="66814"/>
                  </a:lnTo>
                  <a:lnTo>
                    <a:pt x="35119" y="0"/>
                  </a:lnTo>
                  <a:lnTo>
                    <a:pt x="0" y="0"/>
                  </a:lnTo>
                  <a:lnTo>
                    <a:pt x="0" y="6681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6" name="object 2136" descr=""/>
            <p:cNvSpPr/>
            <p:nvPr/>
          </p:nvSpPr>
          <p:spPr>
            <a:xfrm>
              <a:off x="8197970" y="9891918"/>
              <a:ext cx="5080" cy="67310"/>
            </a:xfrm>
            <a:custGeom>
              <a:avLst/>
              <a:gdLst/>
              <a:ahLst/>
              <a:cxnLst/>
              <a:rect l="l" t="t" r="r" b="b"/>
              <a:pathLst>
                <a:path w="5079" h="67309">
                  <a:moveTo>
                    <a:pt x="0" y="66814"/>
                  </a:moveTo>
                  <a:lnTo>
                    <a:pt x="4628" y="66814"/>
                  </a:lnTo>
                  <a:lnTo>
                    <a:pt x="4628" y="0"/>
                  </a:lnTo>
                  <a:lnTo>
                    <a:pt x="0" y="0"/>
                  </a:lnTo>
                  <a:lnTo>
                    <a:pt x="0" y="66814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7" name="object 2137" descr=""/>
            <p:cNvSpPr/>
            <p:nvPr/>
          </p:nvSpPr>
          <p:spPr>
            <a:xfrm>
              <a:off x="8167510" y="9891918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814"/>
                  </a:moveTo>
                  <a:lnTo>
                    <a:pt x="35087" y="66814"/>
                  </a:lnTo>
                  <a:lnTo>
                    <a:pt x="35087" y="0"/>
                  </a:lnTo>
                  <a:lnTo>
                    <a:pt x="0" y="0"/>
                  </a:lnTo>
                  <a:lnTo>
                    <a:pt x="0" y="6681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8" name="object 2138" descr=""/>
            <p:cNvSpPr/>
            <p:nvPr/>
          </p:nvSpPr>
          <p:spPr>
            <a:xfrm>
              <a:off x="7612742" y="9974869"/>
              <a:ext cx="8255" cy="93345"/>
            </a:xfrm>
            <a:custGeom>
              <a:avLst/>
              <a:gdLst/>
              <a:ahLst/>
              <a:cxnLst/>
              <a:rect l="l" t="t" r="r" b="b"/>
              <a:pathLst>
                <a:path w="8254" h="93345">
                  <a:moveTo>
                    <a:pt x="0" y="92991"/>
                  </a:moveTo>
                  <a:lnTo>
                    <a:pt x="7696" y="92991"/>
                  </a:lnTo>
                  <a:lnTo>
                    <a:pt x="7696" y="0"/>
                  </a:lnTo>
                  <a:lnTo>
                    <a:pt x="0" y="0"/>
                  </a:lnTo>
                  <a:lnTo>
                    <a:pt x="0" y="92991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9" name="object 2139" descr=""/>
            <p:cNvSpPr/>
            <p:nvPr/>
          </p:nvSpPr>
          <p:spPr>
            <a:xfrm>
              <a:off x="7612742" y="9974869"/>
              <a:ext cx="35560" cy="93345"/>
            </a:xfrm>
            <a:custGeom>
              <a:avLst/>
              <a:gdLst/>
              <a:ahLst/>
              <a:cxnLst/>
              <a:rect l="l" t="t" r="r" b="b"/>
              <a:pathLst>
                <a:path w="35559" h="93345">
                  <a:moveTo>
                    <a:pt x="0" y="92991"/>
                  </a:moveTo>
                  <a:lnTo>
                    <a:pt x="35087" y="92991"/>
                  </a:lnTo>
                  <a:lnTo>
                    <a:pt x="35087" y="0"/>
                  </a:lnTo>
                  <a:lnTo>
                    <a:pt x="0" y="0"/>
                  </a:lnTo>
                  <a:lnTo>
                    <a:pt x="0" y="9299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40" name="object 2140" descr=""/>
            <p:cNvSpPr/>
            <p:nvPr/>
          </p:nvSpPr>
          <p:spPr>
            <a:xfrm>
              <a:off x="7612742" y="9565729"/>
              <a:ext cx="8255" cy="67310"/>
            </a:xfrm>
            <a:custGeom>
              <a:avLst/>
              <a:gdLst/>
              <a:ahLst/>
              <a:cxnLst/>
              <a:rect l="l" t="t" r="r" b="b"/>
              <a:pathLst>
                <a:path w="8254" h="67309">
                  <a:moveTo>
                    <a:pt x="0" y="66804"/>
                  </a:moveTo>
                  <a:lnTo>
                    <a:pt x="7696" y="66804"/>
                  </a:lnTo>
                  <a:lnTo>
                    <a:pt x="7696" y="0"/>
                  </a:lnTo>
                  <a:lnTo>
                    <a:pt x="0" y="0"/>
                  </a:lnTo>
                  <a:lnTo>
                    <a:pt x="0" y="66804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1" name="object 2141" descr=""/>
            <p:cNvSpPr/>
            <p:nvPr/>
          </p:nvSpPr>
          <p:spPr>
            <a:xfrm>
              <a:off x="7612742" y="9565729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804"/>
                  </a:moveTo>
                  <a:lnTo>
                    <a:pt x="35087" y="66804"/>
                  </a:lnTo>
                  <a:lnTo>
                    <a:pt x="35087" y="0"/>
                  </a:lnTo>
                  <a:lnTo>
                    <a:pt x="0" y="0"/>
                  </a:lnTo>
                  <a:lnTo>
                    <a:pt x="0" y="6680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42" name="object 2142" descr=""/>
            <p:cNvSpPr/>
            <p:nvPr/>
          </p:nvSpPr>
          <p:spPr>
            <a:xfrm>
              <a:off x="7612742" y="9647287"/>
              <a:ext cx="8255" cy="67310"/>
            </a:xfrm>
            <a:custGeom>
              <a:avLst/>
              <a:gdLst/>
              <a:ahLst/>
              <a:cxnLst/>
              <a:rect l="l" t="t" r="r" b="b"/>
              <a:pathLst>
                <a:path w="8254" h="67309">
                  <a:moveTo>
                    <a:pt x="0" y="66793"/>
                  </a:moveTo>
                  <a:lnTo>
                    <a:pt x="7696" y="66793"/>
                  </a:lnTo>
                  <a:lnTo>
                    <a:pt x="7696" y="0"/>
                  </a:lnTo>
                  <a:lnTo>
                    <a:pt x="0" y="0"/>
                  </a:lnTo>
                  <a:lnTo>
                    <a:pt x="0" y="66793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3" name="object 2143" descr=""/>
            <p:cNvSpPr/>
            <p:nvPr/>
          </p:nvSpPr>
          <p:spPr>
            <a:xfrm>
              <a:off x="7612742" y="9647287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793"/>
                  </a:moveTo>
                  <a:lnTo>
                    <a:pt x="35087" y="66793"/>
                  </a:lnTo>
                  <a:lnTo>
                    <a:pt x="35087" y="0"/>
                  </a:lnTo>
                  <a:lnTo>
                    <a:pt x="0" y="0"/>
                  </a:lnTo>
                  <a:lnTo>
                    <a:pt x="0" y="6679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44" name="object 2144" descr=""/>
            <p:cNvSpPr/>
            <p:nvPr/>
          </p:nvSpPr>
          <p:spPr>
            <a:xfrm>
              <a:off x="7612742" y="9728834"/>
              <a:ext cx="8255" cy="67310"/>
            </a:xfrm>
            <a:custGeom>
              <a:avLst/>
              <a:gdLst/>
              <a:ahLst/>
              <a:cxnLst/>
              <a:rect l="l" t="t" r="r" b="b"/>
              <a:pathLst>
                <a:path w="8254" h="67309">
                  <a:moveTo>
                    <a:pt x="0" y="66814"/>
                  </a:moveTo>
                  <a:lnTo>
                    <a:pt x="7696" y="66814"/>
                  </a:lnTo>
                  <a:lnTo>
                    <a:pt x="7696" y="0"/>
                  </a:lnTo>
                  <a:lnTo>
                    <a:pt x="0" y="0"/>
                  </a:lnTo>
                  <a:lnTo>
                    <a:pt x="0" y="66814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5" name="object 2145" descr=""/>
            <p:cNvSpPr/>
            <p:nvPr/>
          </p:nvSpPr>
          <p:spPr>
            <a:xfrm>
              <a:off x="7612742" y="9728834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814"/>
                  </a:moveTo>
                  <a:lnTo>
                    <a:pt x="35087" y="66814"/>
                  </a:lnTo>
                  <a:lnTo>
                    <a:pt x="35087" y="0"/>
                  </a:lnTo>
                  <a:lnTo>
                    <a:pt x="0" y="0"/>
                  </a:lnTo>
                  <a:lnTo>
                    <a:pt x="0" y="6681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46" name="object 2146" descr=""/>
            <p:cNvSpPr/>
            <p:nvPr/>
          </p:nvSpPr>
          <p:spPr>
            <a:xfrm>
              <a:off x="7612742" y="9810403"/>
              <a:ext cx="8255" cy="67310"/>
            </a:xfrm>
            <a:custGeom>
              <a:avLst/>
              <a:gdLst/>
              <a:ahLst/>
              <a:cxnLst/>
              <a:rect l="l" t="t" r="r" b="b"/>
              <a:pathLst>
                <a:path w="8254" h="67309">
                  <a:moveTo>
                    <a:pt x="0" y="66762"/>
                  </a:moveTo>
                  <a:lnTo>
                    <a:pt x="7696" y="66762"/>
                  </a:lnTo>
                  <a:lnTo>
                    <a:pt x="7696" y="0"/>
                  </a:lnTo>
                  <a:lnTo>
                    <a:pt x="0" y="0"/>
                  </a:lnTo>
                  <a:lnTo>
                    <a:pt x="0" y="66762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7" name="object 2147" descr=""/>
            <p:cNvSpPr/>
            <p:nvPr/>
          </p:nvSpPr>
          <p:spPr>
            <a:xfrm>
              <a:off x="7612742" y="9810403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762"/>
                  </a:moveTo>
                  <a:lnTo>
                    <a:pt x="35087" y="66762"/>
                  </a:lnTo>
                  <a:lnTo>
                    <a:pt x="35087" y="0"/>
                  </a:lnTo>
                  <a:lnTo>
                    <a:pt x="0" y="0"/>
                  </a:lnTo>
                  <a:lnTo>
                    <a:pt x="0" y="6676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48" name="object 2148" descr=""/>
            <p:cNvSpPr/>
            <p:nvPr/>
          </p:nvSpPr>
          <p:spPr>
            <a:xfrm>
              <a:off x="7612742" y="9891918"/>
              <a:ext cx="8255" cy="67310"/>
            </a:xfrm>
            <a:custGeom>
              <a:avLst/>
              <a:gdLst/>
              <a:ahLst/>
              <a:cxnLst/>
              <a:rect l="l" t="t" r="r" b="b"/>
              <a:pathLst>
                <a:path w="8254" h="67309">
                  <a:moveTo>
                    <a:pt x="0" y="66814"/>
                  </a:moveTo>
                  <a:lnTo>
                    <a:pt x="7696" y="66814"/>
                  </a:lnTo>
                  <a:lnTo>
                    <a:pt x="7696" y="0"/>
                  </a:lnTo>
                  <a:lnTo>
                    <a:pt x="0" y="0"/>
                  </a:lnTo>
                  <a:lnTo>
                    <a:pt x="0" y="66814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9" name="object 2149" descr=""/>
            <p:cNvSpPr/>
            <p:nvPr/>
          </p:nvSpPr>
          <p:spPr>
            <a:xfrm>
              <a:off x="7612742" y="9891918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814"/>
                  </a:moveTo>
                  <a:lnTo>
                    <a:pt x="35087" y="66814"/>
                  </a:lnTo>
                  <a:lnTo>
                    <a:pt x="35087" y="0"/>
                  </a:lnTo>
                  <a:lnTo>
                    <a:pt x="0" y="0"/>
                  </a:lnTo>
                  <a:lnTo>
                    <a:pt x="0" y="6681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50" name="object 2150" descr=""/>
            <p:cNvSpPr/>
            <p:nvPr/>
          </p:nvSpPr>
          <p:spPr>
            <a:xfrm>
              <a:off x="8223247" y="9456581"/>
              <a:ext cx="33020" cy="93345"/>
            </a:xfrm>
            <a:custGeom>
              <a:avLst/>
              <a:gdLst/>
              <a:ahLst/>
              <a:cxnLst/>
              <a:rect l="l" t="t" r="r" b="b"/>
              <a:pathLst>
                <a:path w="33020" h="93345">
                  <a:moveTo>
                    <a:pt x="0" y="92960"/>
                  </a:moveTo>
                  <a:lnTo>
                    <a:pt x="32648" y="92960"/>
                  </a:lnTo>
                  <a:lnTo>
                    <a:pt x="32648" y="0"/>
                  </a:lnTo>
                  <a:lnTo>
                    <a:pt x="0" y="0"/>
                  </a:lnTo>
                  <a:lnTo>
                    <a:pt x="0" y="9296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1" name="object 2151" descr=""/>
            <p:cNvSpPr/>
            <p:nvPr/>
          </p:nvSpPr>
          <p:spPr>
            <a:xfrm>
              <a:off x="8223247" y="9456581"/>
              <a:ext cx="35560" cy="93345"/>
            </a:xfrm>
            <a:custGeom>
              <a:avLst/>
              <a:gdLst/>
              <a:ahLst/>
              <a:cxnLst/>
              <a:rect l="l" t="t" r="r" b="b"/>
              <a:pathLst>
                <a:path w="35559" h="93345">
                  <a:moveTo>
                    <a:pt x="0" y="92960"/>
                  </a:moveTo>
                  <a:lnTo>
                    <a:pt x="35119" y="92960"/>
                  </a:lnTo>
                  <a:lnTo>
                    <a:pt x="35119" y="0"/>
                  </a:lnTo>
                  <a:lnTo>
                    <a:pt x="0" y="0"/>
                  </a:lnTo>
                  <a:lnTo>
                    <a:pt x="0" y="9296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52" name="object 2152" descr=""/>
            <p:cNvSpPr/>
            <p:nvPr/>
          </p:nvSpPr>
          <p:spPr>
            <a:xfrm>
              <a:off x="8197970" y="9456581"/>
              <a:ext cx="5080" cy="93345"/>
            </a:xfrm>
            <a:custGeom>
              <a:avLst/>
              <a:gdLst/>
              <a:ahLst/>
              <a:cxnLst/>
              <a:rect l="l" t="t" r="r" b="b"/>
              <a:pathLst>
                <a:path w="5079" h="93345">
                  <a:moveTo>
                    <a:pt x="0" y="92960"/>
                  </a:moveTo>
                  <a:lnTo>
                    <a:pt x="4628" y="92960"/>
                  </a:lnTo>
                  <a:lnTo>
                    <a:pt x="4628" y="0"/>
                  </a:lnTo>
                  <a:lnTo>
                    <a:pt x="0" y="0"/>
                  </a:lnTo>
                  <a:lnTo>
                    <a:pt x="0" y="9296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3" name="object 2153" descr=""/>
            <p:cNvSpPr/>
            <p:nvPr/>
          </p:nvSpPr>
          <p:spPr>
            <a:xfrm>
              <a:off x="8167510" y="9456581"/>
              <a:ext cx="35560" cy="93345"/>
            </a:xfrm>
            <a:custGeom>
              <a:avLst/>
              <a:gdLst/>
              <a:ahLst/>
              <a:cxnLst/>
              <a:rect l="l" t="t" r="r" b="b"/>
              <a:pathLst>
                <a:path w="35559" h="93345">
                  <a:moveTo>
                    <a:pt x="0" y="92960"/>
                  </a:moveTo>
                  <a:lnTo>
                    <a:pt x="35087" y="92960"/>
                  </a:lnTo>
                  <a:lnTo>
                    <a:pt x="35087" y="0"/>
                  </a:lnTo>
                  <a:lnTo>
                    <a:pt x="0" y="0"/>
                  </a:lnTo>
                  <a:lnTo>
                    <a:pt x="0" y="9296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54" name="object 2154" descr=""/>
            <p:cNvSpPr/>
            <p:nvPr/>
          </p:nvSpPr>
          <p:spPr>
            <a:xfrm>
              <a:off x="8223247" y="9047442"/>
              <a:ext cx="33020" cy="67310"/>
            </a:xfrm>
            <a:custGeom>
              <a:avLst/>
              <a:gdLst/>
              <a:ahLst/>
              <a:cxnLst/>
              <a:rect l="l" t="t" r="r" b="b"/>
              <a:pathLst>
                <a:path w="33020" h="67309">
                  <a:moveTo>
                    <a:pt x="0" y="66793"/>
                  </a:moveTo>
                  <a:lnTo>
                    <a:pt x="32648" y="66793"/>
                  </a:lnTo>
                  <a:lnTo>
                    <a:pt x="32648" y="0"/>
                  </a:lnTo>
                  <a:lnTo>
                    <a:pt x="0" y="0"/>
                  </a:lnTo>
                  <a:lnTo>
                    <a:pt x="0" y="66793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5" name="object 2155" descr=""/>
            <p:cNvSpPr/>
            <p:nvPr/>
          </p:nvSpPr>
          <p:spPr>
            <a:xfrm>
              <a:off x="8223247" y="9047442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793"/>
                  </a:moveTo>
                  <a:lnTo>
                    <a:pt x="35119" y="66793"/>
                  </a:lnTo>
                  <a:lnTo>
                    <a:pt x="35119" y="0"/>
                  </a:lnTo>
                  <a:lnTo>
                    <a:pt x="0" y="0"/>
                  </a:lnTo>
                  <a:lnTo>
                    <a:pt x="0" y="6679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56" name="object 2156" descr=""/>
            <p:cNvSpPr/>
            <p:nvPr/>
          </p:nvSpPr>
          <p:spPr>
            <a:xfrm>
              <a:off x="8197970" y="9047442"/>
              <a:ext cx="5080" cy="67310"/>
            </a:xfrm>
            <a:custGeom>
              <a:avLst/>
              <a:gdLst/>
              <a:ahLst/>
              <a:cxnLst/>
              <a:rect l="l" t="t" r="r" b="b"/>
              <a:pathLst>
                <a:path w="5079" h="67309">
                  <a:moveTo>
                    <a:pt x="0" y="66793"/>
                  </a:moveTo>
                  <a:lnTo>
                    <a:pt x="4628" y="66793"/>
                  </a:lnTo>
                  <a:lnTo>
                    <a:pt x="4628" y="0"/>
                  </a:lnTo>
                  <a:lnTo>
                    <a:pt x="0" y="0"/>
                  </a:lnTo>
                  <a:lnTo>
                    <a:pt x="0" y="66793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7" name="object 2157" descr=""/>
            <p:cNvSpPr/>
            <p:nvPr/>
          </p:nvSpPr>
          <p:spPr>
            <a:xfrm>
              <a:off x="8167510" y="9047442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793"/>
                  </a:moveTo>
                  <a:lnTo>
                    <a:pt x="35087" y="66793"/>
                  </a:lnTo>
                  <a:lnTo>
                    <a:pt x="35087" y="0"/>
                  </a:lnTo>
                  <a:lnTo>
                    <a:pt x="0" y="0"/>
                  </a:lnTo>
                  <a:lnTo>
                    <a:pt x="0" y="6679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58" name="object 2158" descr=""/>
            <p:cNvSpPr/>
            <p:nvPr/>
          </p:nvSpPr>
          <p:spPr>
            <a:xfrm>
              <a:off x="8223247" y="9128947"/>
              <a:ext cx="33020" cy="67310"/>
            </a:xfrm>
            <a:custGeom>
              <a:avLst/>
              <a:gdLst/>
              <a:ahLst/>
              <a:cxnLst/>
              <a:rect l="l" t="t" r="r" b="b"/>
              <a:pathLst>
                <a:path w="33020" h="67309">
                  <a:moveTo>
                    <a:pt x="0" y="66835"/>
                  </a:moveTo>
                  <a:lnTo>
                    <a:pt x="32648" y="66835"/>
                  </a:lnTo>
                  <a:lnTo>
                    <a:pt x="32648" y="0"/>
                  </a:lnTo>
                  <a:lnTo>
                    <a:pt x="0" y="0"/>
                  </a:lnTo>
                  <a:lnTo>
                    <a:pt x="0" y="66835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9" name="object 2159" descr=""/>
            <p:cNvSpPr/>
            <p:nvPr/>
          </p:nvSpPr>
          <p:spPr>
            <a:xfrm>
              <a:off x="8223247" y="9128947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835"/>
                  </a:moveTo>
                  <a:lnTo>
                    <a:pt x="35119" y="66835"/>
                  </a:lnTo>
                  <a:lnTo>
                    <a:pt x="35119" y="0"/>
                  </a:lnTo>
                  <a:lnTo>
                    <a:pt x="0" y="0"/>
                  </a:lnTo>
                  <a:lnTo>
                    <a:pt x="0" y="6683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60" name="object 2160" descr=""/>
            <p:cNvSpPr/>
            <p:nvPr/>
          </p:nvSpPr>
          <p:spPr>
            <a:xfrm>
              <a:off x="8197970" y="9128947"/>
              <a:ext cx="5080" cy="67310"/>
            </a:xfrm>
            <a:custGeom>
              <a:avLst/>
              <a:gdLst/>
              <a:ahLst/>
              <a:cxnLst/>
              <a:rect l="l" t="t" r="r" b="b"/>
              <a:pathLst>
                <a:path w="5079" h="67309">
                  <a:moveTo>
                    <a:pt x="0" y="66835"/>
                  </a:moveTo>
                  <a:lnTo>
                    <a:pt x="4628" y="66835"/>
                  </a:lnTo>
                  <a:lnTo>
                    <a:pt x="4628" y="0"/>
                  </a:lnTo>
                  <a:lnTo>
                    <a:pt x="0" y="0"/>
                  </a:lnTo>
                  <a:lnTo>
                    <a:pt x="0" y="66835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1" name="object 2161" descr=""/>
            <p:cNvSpPr/>
            <p:nvPr/>
          </p:nvSpPr>
          <p:spPr>
            <a:xfrm>
              <a:off x="8167510" y="9128947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835"/>
                  </a:moveTo>
                  <a:lnTo>
                    <a:pt x="35087" y="66835"/>
                  </a:lnTo>
                  <a:lnTo>
                    <a:pt x="35087" y="0"/>
                  </a:lnTo>
                  <a:lnTo>
                    <a:pt x="0" y="0"/>
                  </a:lnTo>
                  <a:lnTo>
                    <a:pt x="0" y="6683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62" name="object 2162" descr=""/>
            <p:cNvSpPr/>
            <p:nvPr/>
          </p:nvSpPr>
          <p:spPr>
            <a:xfrm>
              <a:off x="8223247" y="9210526"/>
              <a:ext cx="33020" cy="67310"/>
            </a:xfrm>
            <a:custGeom>
              <a:avLst/>
              <a:gdLst/>
              <a:ahLst/>
              <a:cxnLst/>
              <a:rect l="l" t="t" r="r" b="b"/>
              <a:pathLst>
                <a:path w="33020" h="67309">
                  <a:moveTo>
                    <a:pt x="0" y="66814"/>
                  </a:moveTo>
                  <a:lnTo>
                    <a:pt x="32648" y="66814"/>
                  </a:lnTo>
                  <a:lnTo>
                    <a:pt x="32648" y="0"/>
                  </a:lnTo>
                  <a:lnTo>
                    <a:pt x="0" y="0"/>
                  </a:lnTo>
                  <a:lnTo>
                    <a:pt x="0" y="66814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3" name="object 2163" descr=""/>
            <p:cNvSpPr/>
            <p:nvPr/>
          </p:nvSpPr>
          <p:spPr>
            <a:xfrm>
              <a:off x="8223247" y="9210526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814"/>
                  </a:moveTo>
                  <a:lnTo>
                    <a:pt x="35119" y="66814"/>
                  </a:lnTo>
                  <a:lnTo>
                    <a:pt x="35119" y="0"/>
                  </a:lnTo>
                  <a:lnTo>
                    <a:pt x="0" y="0"/>
                  </a:lnTo>
                  <a:lnTo>
                    <a:pt x="0" y="6681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64" name="object 2164" descr=""/>
            <p:cNvSpPr/>
            <p:nvPr/>
          </p:nvSpPr>
          <p:spPr>
            <a:xfrm>
              <a:off x="8197970" y="9210526"/>
              <a:ext cx="5080" cy="67310"/>
            </a:xfrm>
            <a:custGeom>
              <a:avLst/>
              <a:gdLst/>
              <a:ahLst/>
              <a:cxnLst/>
              <a:rect l="l" t="t" r="r" b="b"/>
              <a:pathLst>
                <a:path w="5079" h="67309">
                  <a:moveTo>
                    <a:pt x="0" y="66814"/>
                  </a:moveTo>
                  <a:lnTo>
                    <a:pt x="4628" y="66814"/>
                  </a:lnTo>
                  <a:lnTo>
                    <a:pt x="4628" y="0"/>
                  </a:lnTo>
                  <a:lnTo>
                    <a:pt x="0" y="0"/>
                  </a:lnTo>
                  <a:lnTo>
                    <a:pt x="0" y="66814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5" name="object 2165" descr=""/>
            <p:cNvSpPr/>
            <p:nvPr/>
          </p:nvSpPr>
          <p:spPr>
            <a:xfrm>
              <a:off x="8167510" y="9210526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814"/>
                  </a:moveTo>
                  <a:lnTo>
                    <a:pt x="35087" y="66814"/>
                  </a:lnTo>
                  <a:lnTo>
                    <a:pt x="35087" y="0"/>
                  </a:lnTo>
                  <a:lnTo>
                    <a:pt x="0" y="0"/>
                  </a:lnTo>
                  <a:lnTo>
                    <a:pt x="0" y="6681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66" name="object 2166" descr=""/>
            <p:cNvSpPr/>
            <p:nvPr/>
          </p:nvSpPr>
          <p:spPr>
            <a:xfrm>
              <a:off x="8223247" y="9292083"/>
              <a:ext cx="33020" cy="67310"/>
            </a:xfrm>
            <a:custGeom>
              <a:avLst/>
              <a:gdLst/>
              <a:ahLst/>
              <a:cxnLst/>
              <a:rect l="l" t="t" r="r" b="b"/>
              <a:pathLst>
                <a:path w="33020" h="67309">
                  <a:moveTo>
                    <a:pt x="0" y="66783"/>
                  </a:moveTo>
                  <a:lnTo>
                    <a:pt x="32648" y="66783"/>
                  </a:lnTo>
                  <a:lnTo>
                    <a:pt x="32648" y="0"/>
                  </a:lnTo>
                  <a:lnTo>
                    <a:pt x="0" y="0"/>
                  </a:lnTo>
                  <a:lnTo>
                    <a:pt x="0" y="66783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7" name="object 2167" descr=""/>
            <p:cNvSpPr/>
            <p:nvPr/>
          </p:nvSpPr>
          <p:spPr>
            <a:xfrm>
              <a:off x="8223247" y="9292083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783"/>
                  </a:moveTo>
                  <a:lnTo>
                    <a:pt x="35119" y="66783"/>
                  </a:lnTo>
                  <a:lnTo>
                    <a:pt x="35119" y="0"/>
                  </a:lnTo>
                  <a:lnTo>
                    <a:pt x="0" y="0"/>
                  </a:lnTo>
                  <a:lnTo>
                    <a:pt x="0" y="6678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68" name="object 2168" descr=""/>
            <p:cNvSpPr/>
            <p:nvPr/>
          </p:nvSpPr>
          <p:spPr>
            <a:xfrm>
              <a:off x="8197970" y="9292083"/>
              <a:ext cx="5080" cy="67310"/>
            </a:xfrm>
            <a:custGeom>
              <a:avLst/>
              <a:gdLst/>
              <a:ahLst/>
              <a:cxnLst/>
              <a:rect l="l" t="t" r="r" b="b"/>
              <a:pathLst>
                <a:path w="5079" h="67309">
                  <a:moveTo>
                    <a:pt x="0" y="66783"/>
                  </a:moveTo>
                  <a:lnTo>
                    <a:pt x="4628" y="66783"/>
                  </a:lnTo>
                  <a:lnTo>
                    <a:pt x="4628" y="0"/>
                  </a:lnTo>
                  <a:lnTo>
                    <a:pt x="0" y="0"/>
                  </a:lnTo>
                  <a:lnTo>
                    <a:pt x="0" y="66783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9" name="object 2169" descr=""/>
            <p:cNvSpPr/>
            <p:nvPr/>
          </p:nvSpPr>
          <p:spPr>
            <a:xfrm>
              <a:off x="8167510" y="9292083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783"/>
                  </a:moveTo>
                  <a:lnTo>
                    <a:pt x="35087" y="66783"/>
                  </a:lnTo>
                  <a:lnTo>
                    <a:pt x="35087" y="0"/>
                  </a:lnTo>
                  <a:lnTo>
                    <a:pt x="0" y="0"/>
                  </a:lnTo>
                  <a:lnTo>
                    <a:pt x="0" y="6678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70" name="object 2170" descr=""/>
            <p:cNvSpPr/>
            <p:nvPr/>
          </p:nvSpPr>
          <p:spPr>
            <a:xfrm>
              <a:off x="8223247" y="9373620"/>
              <a:ext cx="33020" cy="67310"/>
            </a:xfrm>
            <a:custGeom>
              <a:avLst/>
              <a:gdLst/>
              <a:ahLst/>
              <a:cxnLst/>
              <a:rect l="l" t="t" r="r" b="b"/>
              <a:pathLst>
                <a:path w="33020" h="67309">
                  <a:moveTo>
                    <a:pt x="0" y="66804"/>
                  </a:moveTo>
                  <a:lnTo>
                    <a:pt x="32648" y="66804"/>
                  </a:lnTo>
                  <a:lnTo>
                    <a:pt x="32648" y="0"/>
                  </a:lnTo>
                  <a:lnTo>
                    <a:pt x="0" y="0"/>
                  </a:lnTo>
                  <a:lnTo>
                    <a:pt x="0" y="66804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1" name="object 2171" descr=""/>
            <p:cNvSpPr/>
            <p:nvPr/>
          </p:nvSpPr>
          <p:spPr>
            <a:xfrm>
              <a:off x="8223247" y="9373620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804"/>
                  </a:moveTo>
                  <a:lnTo>
                    <a:pt x="35119" y="66804"/>
                  </a:lnTo>
                  <a:lnTo>
                    <a:pt x="35119" y="0"/>
                  </a:lnTo>
                  <a:lnTo>
                    <a:pt x="0" y="0"/>
                  </a:lnTo>
                  <a:lnTo>
                    <a:pt x="0" y="6680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72" name="object 2172" descr=""/>
            <p:cNvSpPr/>
            <p:nvPr/>
          </p:nvSpPr>
          <p:spPr>
            <a:xfrm>
              <a:off x="8197970" y="9373620"/>
              <a:ext cx="5080" cy="67310"/>
            </a:xfrm>
            <a:custGeom>
              <a:avLst/>
              <a:gdLst/>
              <a:ahLst/>
              <a:cxnLst/>
              <a:rect l="l" t="t" r="r" b="b"/>
              <a:pathLst>
                <a:path w="5079" h="67309">
                  <a:moveTo>
                    <a:pt x="0" y="66804"/>
                  </a:moveTo>
                  <a:lnTo>
                    <a:pt x="4628" y="66804"/>
                  </a:lnTo>
                  <a:lnTo>
                    <a:pt x="4628" y="0"/>
                  </a:lnTo>
                  <a:lnTo>
                    <a:pt x="0" y="0"/>
                  </a:lnTo>
                  <a:lnTo>
                    <a:pt x="0" y="66804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3" name="object 2173" descr=""/>
            <p:cNvSpPr/>
            <p:nvPr/>
          </p:nvSpPr>
          <p:spPr>
            <a:xfrm>
              <a:off x="8167510" y="9373620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804"/>
                  </a:moveTo>
                  <a:lnTo>
                    <a:pt x="35087" y="66804"/>
                  </a:lnTo>
                  <a:lnTo>
                    <a:pt x="35087" y="0"/>
                  </a:lnTo>
                  <a:lnTo>
                    <a:pt x="0" y="0"/>
                  </a:lnTo>
                  <a:lnTo>
                    <a:pt x="0" y="6680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74" name="object 2174" descr=""/>
            <p:cNvSpPr/>
            <p:nvPr/>
          </p:nvSpPr>
          <p:spPr>
            <a:xfrm>
              <a:off x="7612742" y="9456581"/>
              <a:ext cx="8255" cy="93345"/>
            </a:xfrm>
            <a:custGeom>
              <a:avLst/>
              <a:gdLst/>
              <a:ahLst/>
              <a:cxnLst/>
              <a:rect l="l" t="t" r="r" b="b"/>
              <a:pathLst>
                <a:path w="8254" h="93345">
                  <a:moveTo>
                    <a:pt x="0" y="92960"/>
                  </a:moveTo>
                  <a:lnTo>
                    <a:pt x="7696" y="92960"/>
                  </a:lnTo>
                  <a:lnTo>
                    <a:pt x="7696" y="0"/>
                  </a:lnTo>
                  <a:lnTo>
                    <a:pt x="0" y="0"/>
                  </a:lnTo>
                  <a:lnTo>
                    <a:pt x="0" y="9296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5" name="object 2175" descr=""/>
            <p:cNvSpPr/>
            <p:nvPr/>
          </p:nvSpPr>
          <p:spPr>
            <a:xfrm>
              <a:off x="7612742" y="9456581"/>
              <a:ext cx="35560" cy="93345"/>
            </a:xfrm>
            <a:custGeom>
              <a:avLst/>
              <a:gdLst/>
              <a:ahLst/>
              <a:cxnLst/>
              <a:rect l="l" t="t" r="r" b="b"/>
              <a:pathLst>
                <a:path w="35559" h="93345">
                  <a:moveTo>
                    <a:pt x="0" y="92960"/>
                  </a:moveTo>
                  <a:lnTo>
                    <a:pt x="35087" y="92960"/>
                  </a:lnTo>
                  <a:lnTo>
                    <a:pt x="35087" y="0"/>
                  </a:lnTo>
                  <a:lnTo>
                    <a:pt x="0" y="0"/>
                  </a:lnTo>
                  <a:lnTo>
                    <a:pt x="0" y="9296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76" name="object 2176" descr=""/>
            <p:cNvSpPr/>
            <p:nvPr/>
          </p:nvSpPr>
          <p:spPr>
            <a:xfrm>
              <a:off x="7612742" y="9047442"/>
              <a:ext cx="8255" cy="67310"/>
            </a:xfrm>
            <a:custGeom>
              <a:avLst/>
              <a:gdLst/>
              <a:ahLst/>
              <a:cxnLst/>
              <a:rect l="l" t="t" r="r" b="b"/>
              <a:pathLst>
                <a:path w="8254" h="67309">
                  <a:moveTo>
                    <a:pt x="0" y="66793"/>
                  </a:moveTo>
                  <a:lnTo>
                    <a:pt x="7696" y="66793"/>
                  </a:lnTo>
                  <a:lnTo>
                    <a:pt x="7696" y="0"/>
                  </a:lnTo>
                  <a:lnTo>
                    <a:pt x="0" y="0"/>
                  </a:lnTo>
                  <a:lnTo>
                    <a:pt x="0" y="66793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7" name="object 2177" descr=""/>
            <p:cNvSpPr/>
            <p:nvPr/>
          </p:nvSpPr>
          <p:spPr>
            <a:xfrm>
              <a:off x="7612742" y="9047442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793"/>
                  </a:moveTo>
                  <a:lnTo>
                    <a:pt x="35087" y="66793"/>
                  </a:lnTo>
                  <a:lnTo>
                    <a:pt x="35087" y="0"/>
                  </a:lnTo>
                  <a:lnTo>
                    <a:pt x="0" y="0"/>
                  </a:lnTo>
                  <a:lnTo>
                    <a:pt x="0" y="6679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78" name="object 2178" descr=""/>
            <p:cNvSpPr/>
            <p:nvPr/>
          </p:nvSpPr>
          <p:spPr>
            <a:xfrm>
              <a:off x="7612742" y="9128947"/>
              <a:ext cx="8255" cy="67310"/>
            </a:xfrm>
            <a:custGeom>
              <a:avLst/>
              <a:gdLst/>
              <a:ahLst/>
              <a:cxnLst/>
              <a:rect l="l" t="t" r="r" b="b"/>
              <a:pathLst>
                <a:path w="8254" h="67309">
                  <a:moveTo>
                    <a:pt x="0" y="66835"/>
                  </a:moveTo>
                  <a:lnTo>
                    <a:pt x="7696" y="66835"/>
                  </a:lnTo>
                  <a:lnTo>
                    <a:pt x="7696" y="0"/>
                  </a:lnTo>
                  <a:lnTo>
                    <a:pt x="0" y="0"/>
                  </a:lnTo>
                  <a:lnTo>
                    <a:pt x="0" y="66835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9" name="object 2179" descr=""/>
            <p:cNvSpPr/>
            <p:nvPr/>
          </p:nvSpPr>
          <p:spPr>
            <a:xfrm>
              <a:off x="7612742" y="9128947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835"/>
                  </a:moveTo>
                  <a:lnTo>
                    <a:pt x="35087" y="66835"/>
                  </a:lnTo>
                  <a:lnTo>
                    <a:pt x="35087" y="0"/>
                  </a:lnTo>
                  <a:lnTo>
                    <a:pt x="0" y="0"/>
                  </a:lnTo>
                  <a:lnTo>
                    <a:pt x="0" y="6683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80" name="object 2180" descr=""/>
            <p:cNvSpPr/>
            <p:nvPr/>
          </p:nvSpPr>
          <p:spPr>
            <a:xfrm>
              <a:off x="7612742" y="9210526"/>
              <a:ext cx="8255" cy="67310"/>
            </a:xfrm>
            <a:custGeom>
              <a:avLst/>
              <a:gdLst/>
              <a:ahLst/>
              <a:cxnLst/>
              <a:rect l="l" t="t" r="r" b="b"/>
              <a:pathLst>
                <a:path w="8254" h="67309">
                  <a:moveTo>
                    <a:pt x="0" y="66814"/>
                  </a:moveTo>
                  <a:lnTo>
                    <a:pt x="7696" y="66814"/>
                  </a:lnTo>
                  <a:lnTo>
                    <a:pt x="7696" y="0"/>
                  </a:lnTo>
                  <a:lnTo>
                    <a:pt x="0" y="0"/>
                  </a:lnTo>
                  <a:lnTo>
                    <a:pt x="0" y="66814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1" name="object 2181" descr=""/>
            <p:cNvSpPr/>
            <p:nvPr/>
          </p:nvSpPr>
          <p:spPr>
            <a:xfrm>
              <a:off x="7612742" y="9210526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814"/>
                  </a:moveTo>
                  <a:lnTo>
                    <a:pt x="35087" y="66814"/>
                  </a:lnTo>
                  <a:lnTo>
                    <a:pt x="35087" y="0"/>
                  </a:lnTo>
                  <a:lnTo>
                    <a:pt x="0" y="0"/>
                  </a:lnTo>
                  <a:lnTo>
                    <a:pt x="0" y="6681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82" name="object 2182" descr=""/>
            <p:cNvSpPr/>
            <p:nvPr/>
          </p:nvSpPr>
          <p:spPr>
            <a:xfrm>
              <a:off x="7612742" y="9292083"/>
              <a:ext cx="8255" cy="67310"/>
            </a:xfrm>
            <a:custGeom>
              <a:avLst/>
              <a:gdLst/>
              <a:ahLst/>
              <a:cxnLst/>
              <a:rect l="l" t="t" r="r" b="b"/>
              <a:pathLst>
                <a:path w="8254" h="67309">
                  <a:moveTo>
                    <a:pt x="0" y="66783"/>
                  </a:moveTo>
                  <a:lnTo>
                    <a:pt x="7696" y="66783"/>
                  </a:lnTo>
                  <a:lnTo>
                    <a:pt x="7696" y="0"/>
                  </a:lnTo>
                  <a:lnTo>
                    <a:pt x="0" y="0"/>
                  </a:lnTo>
                  <a:lnTo>
                    <a:pt x="0" y="66783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3" name="object 2183" descr=""/>
            <p:cNvSpPr/>
            <p:nvPr/>
          </p:nvSpPr>
          <p:spPr>
            <a:xfrm>
              <a:off x="7612742" y="9292083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783"/>
                  </a:moveTo>
                  <a:lnTo>
                    <a:pt x="35087" y="66783"/>
                  </a:lnTo>
                  <a:lnTo>
                    <a:pt x="35087" y="0"/>
                  </a:lnTo>
                  <a:lnTo>
                    <a:pt x="0" y="0"/>
                  </a:lnTo>
                  <a:lnTo>
                    <a:pt x="0" y="6678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84" name="object 2184" descr=""/>
            <p:cNvSpPr/>
            <p:nvPr/>
          </p:nvSpPr>
          <p:spPr>
            <a:xfrm>
              <a:off x="7612742" y="9373620"/>
              <a:ext cx="8255" cy="67310"/>
            </a:xfrm>
            <a:custGeom>
              <a:avLst/>
              <a:gdLst/>
              <a:ahLst/>
              <a:cxnLst/>
              <a:rect l="l" t="t" r="r" b="b"/>
              <a:pathLst>
                <a:path w="8254" h="67309">
                  <a:moveTo>
                    <a:pt x="0" y="66804"/>
                  </a:moveTo>
                  <a:lnTo>
                    <a:pt x="7696" y="66804"/>
                  </a:lnTo>
                  <a:lnTo>
                    <a:pt x="7696" y="0"/>
                  </a:lnTo>
                  <a:lnTo>
                    <a:pt x="0" y="0"/>
                  </a:lnTo>
                  <a:lnTo>
                    <a:pt x="0" y="66804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5" name="object 2185" descr=""/>
            <p:cNvSpPr/>
            <p:nvPr/>
          </p:nvSpPr>
          <p:spPr>
            <a:xfrm>
              <a:off x="7612742" y="9373620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804"/>
                  </a:moveTo>
                  <a:lnTo>
                    <a:pt x="35087" y="66804"/>
                  </a:lnTo>
                  <a:lnTo>
                    <a:pt x="35087" y="0"/>
                  </a:lnTo>
                  <a:lnTo>
                    <a:pt x="0" y="0"/>
                  </a:lnTo>
                  <a:lnTo>
                    <a:pt x="0" y="6680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86" name="object 2186" descr=""/>
            <p:cNvSpPr/>
            <p:nvPr/>
          </p:nvSpPr>
          <p:spPr>
            <a:xfrm>
              <a:off x="8223247" y="8938262"/>
              <a:ext cx="33020" cy="93345"/>
            </a:xfrm>
            <a:custGeom>
              <a:avLst/>
              <a:gdLst/>
              <a:ahLst/>
              <a:cxnLst/>
              <a:rect l="l" t="t" r="r" b="b"/>
              <a:pathLst>
                <a:path w="33020" h="93345">
                  <a:moveTo>
                    <a:pt x="0" y="93002"/>
                  </a:moveTo>
                  <a:lnTo>
                    <a:pt x="32648" y="93002"/>
                  </a:lnTo>
                  <a:lnTo>
                    <a:pt x="32648" y="0"/>
                  </a:lnTo>
                  <a:lnTo>
                    <a:pt x="0" y="0"/>
                  </a:lnTo>
                  <a:lnTo>
                    <a:pt x="0" y="93002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7" name="object 2187" descr=""/>
            <p:cNvSpPr/>
            <p:nvPr/>
          </p:nvSpPr>
          <p:spPr>
            <a:xfrm>
              <a:off x="8223247" y="8938262"/>
              <a:ext cx="35560" cy="93345"/>
            </a:xfrm>
            <a:custGeom>
              <a:avLst/>
              <a:gdLst/>
              <a:ahLst/>
              <a:cxnLst/>
              <a:rect l="l" t="t" r="r" b="b"/>
              <a:pathLst>
                <a:path w="35559" h="93345">
                  <a:moveTo>
                    <a:pt x="0" y="93002"/>
                  </a:moveTo>
                  <a:lnTo>
                    <a:pt x="35119" y="93002"/>
                  </a:lnTo>
                  <a:lnTo>
                    <a:pt x="35119" y="0"/>
                  </a:lnTo>
                  <a:lnTo>
                    <a:pt x="0" y="0"/>
                  </a:lnTo>
                  <a:lnTo>
                    <a:pt x="0" y="9300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88" name="object 2188" descr=""/>
            <p:cNvSpPr/>
            <p:nvPr/>
          </p:nvSpPr>
          <p:spPr>
            <a:xfrm>
              <a:off x="8197970" y="8938262"/>
              <a:ext cx="5080" cy="93345"/>
            </a:xfrm>
            <a:custGeom>
              <a:avLst/>
              <a:gdLst/>
              <a:ahLst/>
              <a:cxnLst/>
              <a:rect l="l" t="t" r="r" b="b"/>
              <a:pathLst>
                <a:path w="5079" h="93345">
                  <a:moveTo>
                    <a:pt x="0" y="93002"/>
                  </a:moveTo>
                  <a:lnTo>
                    <a:pt x="4628" y="93002"/>
                  </a:lnTo>
                  <a:lnTo>
                    <a:pt x="4628" y="0"/>
                  </a:lnTo>
                  <a:lnTo>
                    <a:pt x="0" y="0"/>
                  </a:lnTo>
                  <a:lnTo>
                    <a:pt x="0" y="93002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9" name="object 2189" descr=""/>
            <p:cNvSpPr/>
            <p:nvPr/>
          </p:nvSpPr>
          <p:spPr>
            <a:xfrm>
              <a:off x="8167510" y="8938262"/>
              <a:ext cx="35560" cy="93345"/>
            </a:xfrm>
            <a:custGeom>
              <a:avLst/>
              <a:gdLst/>
              <a:ahLst/>
              <a:cxnLst/>
              <a:rect l="l" t="t" r="r" b="b"/>
              <a:pathLst>
                <a:path w="35559" h="93345">
                  <a:moveTo>
                    <a:pt x="0" y="93002"/>
                  </a:moveTo>
                  <a:lnTo>
                    <a:pt x="35087" y="93002"/>
                  </a:lnTo>
                  <a:lnTo>
                    <a:pt x="35087" y="0"/>
                  </a:lnTo>
                  <a:lnTo>
                    <a:pt x="0" y="0"/>
                  </a:lnTo>
                  <a:lnTo>
                    <a:pt x="0" y="9300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90" name="object 2190" descr=""/>
            <p:cNvSpPr/>
            <p:nvPr/>
          </p:nvSpPr>
          <p:spPr>
            <a:xfrm>
              <a:off x="8223247" y="8529122"/>
              <a:ext cx="33020" cy="67310"/>
            </a:xfrm>
            <a:custGeom>
              <a:avLst/>
              <a:gdLst/>
              <a:ahLst/>
              <a:cxnLst/>
              <a:rect l="l" t="t" r="r" b="b"/>
              <a:pathLst>
                <a:path w="33020" h="67309">
                  <a:moveTo>
                    <a:pt x="0" y="66814"/>
                  </a:moveTo>
                  <a:lnTo>
                    <a:pt x="32648" y="66814"/>
                  </a:lnTo>
                  <a:lnTo>
                    <a:pt x="32648" y="0"/>
                  </a:lnTo>
                  <a:lnTo>
                    <a:pt x="0" y="0"/>
                  </a:lnTo>
                  <a:lnTo>
                    <a:pt x="0" y="66814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1" name="object 2191" descr=""/>
            <p:cNvSpPr/>
            <p:nvPr/>
          </p:nvSpPr>
          <p:spPr>
            <a:xfrm>
              <a:off x="8223247" y="8529122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814"/>
                  </a:moveTo>
                  <a:lnTo>
                    <a:pt x="35119" y="66814"/>
                  </a:lnTo>
                  <a:lnTo>
                    <a:pt x="35119" y="0"/>
                  </a:lnTo>
                  <a:lnTo>
                    <a:pt x="0" y="0"/>
                  </a:lnTo>
                  <a:lnTo>
                    <a:pt x="0" y="6681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92" name="object 2192" descr=""/>
            <p:cNvSpPr/>
            <p:nvPr/>
          </p:nvSpPr>
          <p:spPr>
            <a:xfrm>
              <a:off x="8197965" y="8529123"/>
              <a:ext cx="5080" cy="67310"/>
            </a:xfrm>
            <a:custGeom>
              <a:avLst/>
              <a:gdLst/>
              <a:ahLst/>
              <a:cxnLst/>
              <a:rect l="l" t="t" r="r" b="b"/>
              <a:pathLst>
                <a:path w="5079" h="67309">
                  <a:moveTo>
                    <a:pt x="4622" y="0"/>
                  </a:moveTo>
                  <a:lnTo>
                    <a:pt x="0" y="0"/>
                  </a:lnTo>
                  <a:lnTo>
                    <a:pt x="0" y="49098"/>
                  </a:lnTo>
                  <a:lnTo>
                    <a:pt x="0" y="66814"/>
                  </a:lnTo>
                  <a:lnTo>
                    <a:pt x="4622" y="66814"/>
                  </a:lnTo>
                  <a:lnTo>
                    <a:pt x="4622" y="49098"/>
                  </a:lnTo>
                  <a:lnTo>
                    <a:pt x="4622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3" name="object 2193" descr=""/>
            <p:cNvSpPr/>
            <p:nvPr/>
          </p:nvSpPr>
          <p:spPr>
            <a:xfrm>
              <a:off x="7944355" y="8529122"/>
              <a:ext cx="258445" cy="67310"/>
            </a:xfrm>
            <a:custGeom>
              <a:avLst/>
              <a:gdLst/>
              <a:ahLst/>
              <a:cxnLst/>
              <a:rect l="l" t="t" r="r" b="b"/>
              <a:pathLst>
                <a:path w="258445" h="67309">
                  <a:moveTo>
                    <a:pt x="223155" y="66814"/>
                  </a:moveTo>
                  <a:lnTo>
                    <a:pt x="258243" y="66814"/>
                  </a:lnTo>
                  <a:lnTo>
                    <a:pt x="258243" y="0"/>
                  </a:lnTo>
                  <a:lnTo>
                    <a:pt x="223155" y="0"/>
                  </a:lnTo>
                  <a:lnTo>
                    <a:pt x="223155" y="66814"/>
                  </a:lnTo>
                  <a:close/>
                </a:path>
                <a:path w="258445" h="67309">
                  <a:moveTo>
                    <a:pt x="167366" y="66814"/>
                  </a:moveTo>
                  <a:lnTo>
                    <a:pt x="202465" y="66814"/>
                  </a:lnTo>
                  <a:lnTo>
                    <a:pt x="202465" y="0"/>
                  </a:lnTo>
                  <a:lnTo>
                    <a:pt x="167366" y="0"/>
                  </a:lnTo>
                  <a:lnTo>
                    <a:pt x="167366" y="66814"/>
                  </a:lnTo>
                  <a:close/>
                </a:path>
                <a:path w="258445" h="67309">
                  <a:moveTo>
                    <a:pt x="111609" y="66814"/>
                  </a:moveTo>
                  <a:lnTo>
                    <a:pt x="146644" y="66814"/>
                  </a:lnTo>
                  <a:lnTo>
                    <a:pt x="146644" y="0"/>
                  </a:lnTo>
                  <a:lnTo>
                    <a:pt x="111609" y="0"/>
                  </a:lnTo>
                  <a:lnTo>
                    <a:pt x="111609" y="66814"/>
                  </a:lnTo>
                  <a:close/>
                </a:path>
                <a:path w="258445" h="67309">
                  <a:moveTo>
                    <a:pt x="55799" y="66814"/>
                  </a:moveTo>
                  <a:lnTo>
                    <a:pt x="90855" y="66814"/>
                  </a:lnTo>
                  <a:lnTo>
                    <a:pt x="90855" y="0"/>
                  </a:lnTo>
                  <a:lnTo>
                    <a:pt x="55799" y="0"/>
                  </a:lnTo>
                  <a:lnTo>
                    <a:pt x="55799" y="66814"/>
                  </a:lnTo>
                  <a:close/>
                </a:path>
                <a:path w="258445" h="67309">
                  <a:moveTo>
                    <a:pt x="0" y="66814"/>
                  </a:moveTo>
                  <a:lnTo>
                    <a:pt x="35077" y="66814"/>
                  </a:lnTo>
                  <a:lnTo>
                    <a:pt x="35077" y="0"/>
                  </a:lnTo>
                  <a:lnTo>
                    <a:pt x="0" y="0"/>
                  </a:lnTo>
                  <a:lnTo>
                    <a:pt x="0" y="6681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94" name="object 2194" descr=""/>
            <p:cNvSpPr/>
            <p:nvPr/>
          </p:nvSpPr>
          <p:spPr>
            <a:xfrm>
              <a:off x="8223247" y="8610669"/>
              <a:ext cx="33020" cy="67310"/>
            </a:xfrm>
            <a:custGeom>
              <a:avLst/>
              <a:gdLst/>
              <a:ahLst/>
              <a:cxnLst/>
              <a:rect l="l" t="t" r="r" b="b"/>
              <a:pathLst>
                <a:path w="33020" h="67309">
                  <a:moveTo>
                    <a:pt x="0" y="66814"/>
                  </a:moveTo>
                  <a:lnTo>
                    <a:pt x="32648" y="66814"/>
                  </a:lnTo>
                  <a:lnTo>
                    <a:pt x="32648" y="0"/>
                  </a:lnTo>
                  <a:lnTo>
                    <a:pt x="0" y="0"/>
                  </a:lnTo>
                  <a:lnTo>
                    <a:pt x="0" y="66814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5" name="object 2195" descr=""/>
            <p:cNvSpPr/>
            <p:nvPr/>
          </p:nvSpPr>
          <p:spPr>
            <a:xfrm>
              <a:off x="8223247" y="8610669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814"/>
                  </a:moveTo>
                  <a:lnTo>
                    <a:pt x="35119" y="66814"/>
                  </a:lnTo>
                  <a:lnTo>
                    <a:pt x="35119" y="0"/>
                  </a:lnTo>
                  <a:lnTo>
                    <a:pt x="0" y="0"/>
                  </a:lnTo>
                  <a:lnTo>
                    <a:pt x="0" y="6681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96" name="object 2196" descr=""/>
            <p:cNvSpPr/>
            <p:nvPr/>
          </p:nvSpPr>
          <p:spPr>
            <a:xfrm>
              <a:off x="8167510" y="8610669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35077" y="0"/>
                  </a:moveTo>
                  <a:lnTo>
                    <a:pt x="33388" y="0"/>
                  </a:lnTo>
                  <a:lnTo>
                    <a:pt x="33388" y="15074"/>
                  </a:lnTo>
                  <a:lnTo>
                    <a:pt x="33388" y="47345"/>
                  </a:lnTo>
                  <a:lnTo>
                    <a:pt x="33388" y="52578"/>
                  </a:lnTo>
                  <a:lnTo>
                    <a:pt x="13906" y="52578"/>
                  </a:lnTo>
                  <a:lnTo>
                    <a:pt x="13906" y="47345"/>
                  </a:lnTo>
                  <a:lnTo>
                    <a:pt x="13906" y="15074"/>
                  </a:lnTo>
                  <a:lnTo>
                    <a:pt x="6540" y="15074"/>
                  </a:lnTo>
                  <a:lnTo>
                    <a:pt x="6540" y="47345"/>
                  </a:lnTo>
                  <a:lnTo>
                    <a:pt x="0" y="47345"/>
                  </a:lnTo>
                  <a:lnTo>
                    <a:pt x="0" y="52578"/>
                  </a:lnTo>
                  <a:lnTo>
                    <a:pt x="0" y="64033"/>
                  </a:lnTo>
                  <a:lnTo>
                    <a:pt x="0" y="66814"/>
                  </a:lnTo>
                  <a:lnTo>
                    <a:pt x="35077" y="66814"/>
                  </a:lnTo>
                  <a:lnTo>
                    <a:pt x="35077" y="64033"/>
                  </a:lnTo>
                  <a:lnTo>
                    <a:pt x="35077" y="52578"/>
                  </a:lnTo>
                  <a:lnTo>
                    <a:pt x="35077" y="47345"/>
                  </a:lnTo>
                  <a:lnTo>
                    <a:pt x="35077" y="15074"/>
                  </a:lnTo>
                  <a:lnTo>
                    <a:pt x="3507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7" name="object 2197" descr=""/>
            <p:cNvSpPr/>
            <p:nvPr/>
          </p:nvSpPr>
          <p:spPr>
            <a:xfrm>
              <a:off x="8167510" y="8610669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814"/>
                  </a:moveTo>
                  <a:lnTo>
                    <a:pt x="35087" y="66814"/>
                  </a:lnTo>
                  <a:lnTo>
                    <a:pt x="35087" y="0"/>
                  </a:lnTo>
                  <a:lnTo>
                    <a:pt x="0" y="0"/>
                  </a:lnTo>
                  <a:lnTo>
                    <a:pt x="0" y="6681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98" name="object 2198" descr=""/>
            <p:cNvSpPr/>
            <p:nvPr/>
          </p:nvSpPr>
          <p:spPr>
            <a:xfrm>
              <a:off x="8111719" y="8658015"/>
              <a:ext cx="35560" cy="17145"/>
            </a:xfrm>
            <a:custGeom>
              <a:avLst/>
              <a:gdLst/>
              <a:ahLst/>
              <a:cxnLst/>
              <a:rect l="l" t="t" r="r" b="b"/>
              <a:pathLst>
                <a:path w="35559" h="17145">
                  <a:moveTo>
                    <a:pt x="35090" y="5232"/>
                  </a:moveTo>
                  <a:lnTo>
                    <a:pt x="16002" y="5232"/>
                  </a:lnTo>
                  <a:lnTo>
                    <a:pt x="16002" y="0"/>
                  </a:lnTo>
                  <a:lnTo>
                    <a:pt x="0" y="0"/>
                  </a:lnTo>
                  <a:lnTo>
                    <a:pt x="0" y="5232"/>
                  </a:lnTo>
                  <a:lnTo>
                    <a:pt x="0" y="16687"/>
                  </a:lnTo>
                  <a:lnTo>
                    <a:pt x="35090" y="16687"/>
                  </a:lnTo>
                  <a:lnTo>
                    <a:pt x="35090" y="5232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9" name="object 2199" descr=""/>
            <p:cNvSpPr/>
            <p:nvPr/>
          </p:nvSpPr>
          <p:spPr>
            <a:xfrm>
              <a:off x="8111721" y="8610669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814"/>
                  </a:moveTo>
                  <a:lnTo>
                    <a:pt x="35098" y="66814"/>
                  </a:lnTo>
                  <a:lnTo>
                    <a:pt x="35098" y="0"/>
                  </a:lnTo>
                  <a:lnTo>
                    <a:pt x="0" y="0"/>
                  </a:lnTo>
                  <a:lnTo>
                    <a:pt x="0" y="6681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0" name="object 2200" descr=""/>
            <p:cNvSpPr/>
            <p:nvPr/>
          </p:nvSpPr>
          <p:spPr>
            <a:xfrm>
              <a:off x="8055953" y="8658015"/>
              <a:ext cx="35560" cy="17145"/>
            </a:xfrm>
            <a:custGeom>
              <a:avLst/>
              <a:gdLst/>
              <a:ahLst/>
              <a:cxnLst/>
              <a:rect l="l" t="t" r="r" b="b"/>
              <a:pathLst>
                <a:path w="35559" h="17145">
                  <a:moveTo>
                    <a:pt x="35039" y="5232"/>
                  </a:moveTo>
                  <a:lnTo>
                    <a:pt x="18059" y="5232"/>
                  </a:lnTo>
                  <a:lnTo>
                    <a:pt x="18059" y="0"/>
                  </a:lnTo>
                  <a:lnTo>
                    <a:pt x="0" y="0"/>
                  </a:lnTo>
                  <a:lnTo>
                    <a:pt x="0" y="5232"/>
                  </a:lnTo>
                  <a:lnTo>
                    <a:pt x="0" y="16687"/>
                  </a:lnTo>
                  <a:lnTo>
                    <a:pt x="35039" y="16687"/>
                  </a:lnTo>
                  <a:lnTo>
                    <a:pt x="35039" y="5232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1" name="object 2201" descr=""/>
            <p:cNvSpPr/>
            <p:nvPr/>
          </p:nvSpPr>
          <p:spPr>
            <a:xfrm>
              <a:off x="8055964" y="8610669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814"/>
                  </a:moveTo>
                  <a:lnTo>
                    <a:pt x="35035" y="66814"/>
                  </a:lnTo>
                  <a:lnTo>
                    <a:pt x="35035" y="0"/>
                  </a:lnTo>
                  <a:lnTo>
                    <a:pt x="0" y="0"/>
                  </a:lnTo>
                  <a:lnTo>
                    <a:pt x="0" y="6681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2" name="object 2202" descr=""/>
            <p:cNvSpPr/>
            <p:nvPr/>
          </p:nvSpPr>
          <p:spPr>
            <a:xfrm>
              <a:off x="8000149" y="8658015"/>
              <a:ext cx="35560" cy="17145"/>
            </a:xfrm>
            <a:custGeom>
              <a:avLst/>
              <a:gdLst/>
              <a:ahLst/>
              <a:cxnLst/>
              <a:rect l="l" t="t" r="r" b="b"/>
              <a:pathLst>
                <a:path w="35559" h="17145">
                  <a:moveTo>
                    <a:pt x="35052" y="5232"/>
                  </a:moveTo>
                  <a:lnTo>
                    <a:pt x="20142" y="5232"/>
                  </a:lnTo>
                  <a:lnTo>
                    <a:pt x="20142" y="0"/>
                  </a:lnTo>
                  <a:lnTo>
                    <a:pt x="0" y="0"/>
                  </a:lnTo>
                  <a:lnTo>
                    <a:pt x="0" y="5232"/>
                  </a:lnTo>
                  <a:lnTo>
                    <a:pt x="0" y="16687"/>
                  </a:lnTo>
                  <a:lnTo>
                    <a:pt x="35052" y="16687"/>
                  </a:lnTo>
                  <a:lnTo>
                    <a:pt x="35052" y="5232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3" name="object 2203" descr=""/>
            <p:cNvSpPr/>
            <p:nvPr/>
          </p:nvSpPr>
          <p:spPr>
            <a:xfrm>
              <a:off x="8000154" y="8610669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814"/>
                  </a:moveTo>
                  <a:lnTo>
                    <a:pt x="35056" y="66814"/>
                  </a:lnTo>
                  <a:lnTo>
                    <a:pt x="35056" y="0"/>
                  </a:lnTo>
                  <a:lnTo>
                    <a:pt x="0" y="0"/>
                  </a:lnTo>
                  <a:lnTo>
                    <a:pt x="0" y="6681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4" name="object 2204" descr=""/>
            <p:cNvSpPr/>
            <p:nvPr/>
          </p:nvSpPr>
          <p:spPr>
            <a:xfrm>
              <a:off x="7944346" y="8658015"/>
              <a:ext cx="35560" cy="17145"/>
            </a:xfrm>
            <a:custGeom>
              <a:avLst/>
              <a:gdLst/>
              <a:ahLst/>
              <a:cxnLst/>
              <a:rect l="l" t="t" r="r" b="b"/>
              <a:pathLst>
                <a:path w="35559" h="17145">
                  <a:moveTo>
                    <a:pt x="35077" y="5232"/>
                  </a:moveTo>
                  <a:lnTo>
                    <a:pt x="22250" y="5232"/>
                  </a:lnTo>
                  <a:lnTo>
                    <a:pt x="22250" y="0"/>
                  </a:lnTo>
                  <a:lnTo>
                    <a:pt x="0" y="0"/>
                  </a:lnTo>
                  <a:lnTo>
                    <a:pt x="0" y="5232"/>
                  </a:lnTo>
                  <a:lnTo>
                    <a:pt x="0" y="16687"/>
                  </a:lnTo>
                  <a:lnTo>
                    <a:pt x="35077" y="16687"/>
                  </a:lnTo>
                  <a:lnTo>
                    <a:pt x="35077" y="5232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5" name="object 2205" descr=""/>
            <p:cNvSpPr/>
            <p:nvPr/>
          </p:nvSpPr>
          <p:spPr>
            <a:xfrm>
              <a:off x="7944355" y="8610669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814"/>
                  </a:moveTo>
                  <a:lnTo>
                    <a:pt x="35077" y="66814"/>
                  </a:lnTo>
                  <a:lnTo>
                    <a:pt x="35077" y="0"/>
                  </a:lnTo>
                  <a:lnTo>
                    <a:pt x="0" y="0"/>
                  </a:lnTo>
                  <a:lnTo>
                    <a:pt x="0" y="6681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6" name="object 2206" descr=""/>
            <p:cNvSpPr/>
            <p:nvPr/>
          </p:nvSpPr>
          <p:spPr>
            <a:xfrm>
              <a:off x="8223247" y="8692238"/>
              <a:ext cx="33020" cy="67310"/>
            </a:xfrm>
            <a:custGeom>
              <a:avLst/>
              <a:gdLst/>
              <a:ahLst/>
              <a:cxnLst/>
              <a:rect l="l" t="t" r="r" b="b"/>
              <a:pathLst>
                <a:path w="33020" h="67309">
                  <a:moveTo>
                    <a:pt x="0" y="66804"/>
                  </a:moveTo>
                  <a:lnTo>
                    <a:pt x="32648" y="66804"/>
                  </a:lnTo>
                  <a:lnTo>
                    <a:pt x="32648" y="0"/>
                  </a:lnTo>
                  <a:lnTo>
                    <a:pt x="0" y="0"/>
                  </a:lnTo>
                  <a:lnTo>
                    <a:pt x="0" y="66804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7" name="object 2207" descr=""/>
            <p:cNvSpPr/>
            <p:nvPr/>
          </p:nvSpPr>
          <p:spPr>
            <a:xfrm>
              <a:off x="8223247" y="8692238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804"/>
                  </a:moveTo>
                  <a:lnTo>
                    <a:pt x="35119" y="66804"/>
                  </a:lnTo>
                  <a:lnTo>
                    <a:pt x="35119" y="0"/>
                  </a:lnTo>
                  <a:lnTo>
                    <a:pt x="0" y="0"/>
                  </a:lnTo>
                  <a:lnTo>
                    <a:pt x="0" y="6680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8" name="object 2208" descr=""/>
            <p:cNvSpPr/>
            <p:nvPr/>
          </p:nvSpPr>
          <p:spPr>
            <a:xfrm>
              <a:off x="8167510" y="8692241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35077" y="0"/>
                  </a:moveTo>
                  <a:lnTo>
                    <a:pt x="30454" y="0"/>
                  </a:lnTo>
                  <a:lnTo>
                    <a:pt x="30454" y="14732"/>
                  </a:lnTo>
                  <a:lnTo>
                    <a:pt x="0" y="14732"/>
                  </a:lnTo>
                  <a:lnTo>
                    <a:pt x="0" y="66802"/>
                  </a:lnTo>
                  <a:lnTo>
                    <a:pt x="35077" y="66802"/>
                  </a:lnTo>
                  <a:lnTo>
                    <a:pt x="35077" y="14732"/>
                  </a:lnTo>
                  <a:lnTo>
                    <a:pt x="3507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9" name="object 2209" descr=""/>
            <p:cNvSpPr/>
            <p:nvPr/>
          </p:nvSpPr>
          <p:spPr>
            <a:xfrm>
              <a:off x="7944355" y="8692238"/>
              <a:ext cx="258445" cy="67310"/>
            </a:xfrm>
            <a:custGeom>
              <a:avLst/>
              <a:gdLst/>
              <a:ahLst/>
              <a:cxnLst/>
              <a:rect l="l" t="t" r="r" b="b"/>
              <a:pathLst>
                <a:path w="258445" h="67309">
                  <a:moveTo>
                    <a:pt x="223155" y="66804"/>
                  </a:moveTo>
                  <a:lnTo>
                    <a:pt x="258243" y="66804"/>
                  </a:lnTo>
                  <a:lnTo>
                    <a:pt x="258243" y="0"/>
                  </a:lnTo>
                  <a:lnTo>
                    <a:pt x="223155" y="0"/>
                  </a:lnTo>
                  <a:lnTo>
                    <a:pt x="223155" y="66804"/>
                  </a:lnTo>
                  <a:close/>
                </a:path>
                <a:path w="258445" h="67309">
                  <a:moveTo>
                    <a:pt x="167366" y="66804"/>
                  </a:moveTo>
                  <a:lnTo>
                    <a:pt x="202465" y="66804"/>
                  </a:lnTo>
                  <a:lnTo>
                    <a:pt x="202465" y="0"/>
                  </a:lnTo>
                  <a:lnTo>
                    <a:pt x="167366" y="0"/>
                  </a:lnTo>
                  <a:lnTo>
                    <a:pt x="167366" y="66804"/>
                  </a:lnTo>
                  <a:close/>
                </a:path>
                <a:path w="258445" h="67309">
                  <a:moveTo>
                    <a:pt x="111609" y="66804"/>
                  </a:moveTo>
                  <a:lnTo>
                    <a:pt x="146644" y="66804"/>
                  </a:lnTo>
                  <a:lnTo>
                    <a:pt x="146644" y="0"/>
                  </a:lnTo>
                  <a:lnTo>
                    <a:pt x="111609" y="0"/>
                  </a:lnTo>
                  <a:lnTo>
                    <a:pt x="111609" y="66804"/>
                  </a:lnTo>
                  <a:close/>
                </a:path>
                <a:path w="258445" h="67309">
                  <a:moveTo>
                    <a:pt x="55799" y="66804"/>
                  </a:moveTo>
                  <a:lnTo>
                    <a:pt x="90855" y="66804"/>
                  </a:lnTo>
                  <a:lnTo>
                    <a:pt x="90855" y="0"/>
                  </a:lnTo>
                  <a:lnTo>
                    <a:pt x="55799" y="0"/>
                  </a:lnTo>
                  <a:lnTo>
                    <a:pt x="55799" y="66804"/>
                  </a:lnTo>
                  <a:close/>
                </a:path>
                <a:path w="258445" h="67309">
                  <a:moveTo>
                    <a:pt x="0" y="66804"/>
                  </a:moveTo>
                  <a:lnTo>
                    <a:pt x="35077" y="66804"/>
                  </a:lnTo>
                  <a:lnTo>
                    <a:pt x="35077" y="0"/>
                  </a:lnTo>
                  <a:lnTo>
                    <a:pt x="0" y="0"/>
                  </a:lnTo>
                  <a:lnTo>
                    <a:pt x="0" y="6680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10" name="object 2210" descr=""/>
            <p:cNvSpPr/>
            <p:nvPr/>
          </p:nvSpPr>
          <p:spPr>
            <a:xfrm>
              <a:off x="8223247" y="8773806"/>
              <a:ext cx="33020" cy="67310"/>
            </a:xfrm>
            <a:custGeom>
              <a:avLst/>
              <a:gdLst/>
              <a:ahLst/>
              <a:cxnLst/>
              <a:rect l="l" t="t" r="r" b="b"/>
              <a:pathLst>
                <a:path w="33020" h="67309">
                  <a:moveTo>
                    <a:pt x="0" y="66762"/>
                  </a:moveTo>
                  <a:lnTo>
                    <a:pt x="32648" y="66762"/>
                  </a:lnTo>
                  <a:lnTo>
                    <a:pt x="32648" y="0"/>
                  </a:lnTo>
                  <a:lnTo>
                    <a:pt x="0" y="0"/>
                  </a:lnTo>
                  <a:lnTo>
                    <a:pt x="0" y="66762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1" name="object 2211" descr=""/>
            <p:cNvSpPr/>
            <p:nvPr/>
          </p:nvSpPr>
          <p:spPr>
            <a:xfrm>
              <a:off x="8223247" y="8773806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762"/>
                  </a:moveTo>
                  <a:lnTo>
                    <a:pt x="35119" y="66762"/>
                  </a:lnTo>
                  <a:lnTo>
                    <a:pt x="35119" y="0"/>
                  </a:lnTo>
                  <a:lnTo>
                    <a:pt x="0" y="0"/>
                  </a:lnTo>
                  <a:lnTo>
                    <a:pt x="0" y="6676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12" name="object 2212" descr=""/>
            <p:cNvSpPr/>
            <p:nvPr/>
          </p:nvSpPr>
          <p:spPr>
            <a:xfrm>
              <a:off x="8197970" y="8773806"/>
              <a:ext cx="5080" cy="67310"/>
            </a:xfrm>
            <a:custGeom>
              <a:avLst/>
              <a:gdLst/>
              <a:ahLst/>
              <a:cxnLst/>
              <a:rect l="l" t="t" r="r" b="b"/>
              <a:pathLst>
                <a:path w="5079" h="67309">
                  <a:moveTo>
                    <a:pt x="0" y="66762"/>
                  </a:moveTo>
                  <a:lnTo>
                    <a:pt x="4628" y="66762"/>
                  </a:lnTo>
                  <a:lnTo>
                    <a:pt x="4628" y="0"/>
                  </a:lnTo>
                  <a:lnTo>
                    <a:pt x="0" y="0"/>
                  </a:lnTo>
                  <a:lnTo>
                    <a:pt x="0" y="66762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3" name="object 2213" descr=""/>
            <p:cNvSpPr/>
            <p:nvPr/>
          </p:nvSpPr>
          <p:spPr>
            <a:xfrm>
              <a:off x="8167510" y="8773806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762"/>
                  </a:moveTo>
                  <a:lnTo>
                    <a:pt x="35087" y="66762"/>
                  </a:lnTo>
                  <a:lnTo>
                    <a:pt x="35087" y="0"/>
                  </a:lnTo>
                  <a:lnTo>
                    <a:pt x="0" y="0"/>
                  </a:lnTo>
                  <a:lnTo>
                    <a:pt x="0" y="6676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14" name="object 2214" descr=""/>
            <p:cNvSpPr/>
            <p:nvPr/>
          </p:nvSpPr>
          <p:spPr>
            <a:xfrm>
              <a:off x="8223247" y="8855322"/>
              <a:ext cx="33020" cy="67310"/>
            </a:xfrm>
            <a:custGeom>
              <a:avLst/>
              <a:gdLst/>
              <a:ahLst/>
              <a:cxnLst/>
              <a:rect l="l" t="t" r="r" b="b"/>
              <a:pathLst>
                <a:path w="33020" h="67309">
                  <a:moveTo>
                    <a:pt x="0" y="66804"/>
                  </a:moveTo>
                  <a:lnTo>
                    <a:pt x="32648" y="66804"/>
                  </a:lnTo>
                  <a:lnTo>
                    <a:pt x="32648" y="0"/>
                  </a:lnTo>
                  <a:lnTo>
                    <a:pt x="0" y="0"/>
                  </a:lnTo>
                  <a:lnTo>
                    <a:pt x="0" y="66804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5" name="object 2215" descr=""/>
            <p:cNvSpPr/>
            <p:nvPr/>
          </p:nvSpPr>
          <p:spPr>
            <a:xfrm>
              <a:off x="8223247" y="8855322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804"/>
                  </a:moveTo>
                  <a:lnTo>
                    <a:pt x="35119" y="66804"/>
                  </a:lnTo>
                  <a:lnTo>
                    <a:pt x="35119" y="0"/>
                  </a:lnTo>
                  <a:lnTo>
                    <a:pt x="0" y="0"/>
                  </a:lnTo>
                  <a:lnTo>
                    <a:pt x="0" y="6680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16" name="object 2216" descr=""/>
            <p:cNvSpPr/>
            <p:nvPr/>
          </p:nvSpPr>
          <p:spPr>
            <a:xfrm>
              <a:off x="8197970" y="8855322"/>
              <a:ext cx="5080" cy="67310"/>
            </a:xfrm>
            <a:custGeom>
              <a:avLst/>
              <a:gdLst/>
              <a:ahLst/>
              <a:cxnLst/>
              <a:rect l="l" t="t" r="r" b="b"/>
              <a:pathLst>
                <a:path w="5079" h="67309">
                  <a:moveTo>
                    <a:pt x="0" y="66804"/>
                  </a:moveTo>
                  <a:lnTo>
                    <a:pt x="4628" y="66804"/>
                  </a:lnTo>
                  <a:lnTo>
                    <a:pt x="4628" y="0"/>
                  </a:lnTo>
                  <a:lnTo>
                    <a:pt x="0" y="0"/>
                  </a:lnTo>
                  <a:lnTo>
                    <a:pt x="0" y="66804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7" name="object 2217" descr=""/>
            <p:cNvSpPr/>
            <p:nvPr/>
          </p:nvSpPr>
          <p:spPr>
            <a:xfrm>
              <a:off x="8167510" y="8855322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804"/>
                  </a:moveTo>
                  <a:lnTo>
                    <a:pt x="35087" y="66804"/>
                  </a:lnTo>
                  <a:lnTo>
                    <a:pt x="35087" y="0"/>
                  </a:lnTo>
                  <a:lnTo>
                    <a:pt x="0" y="0"/>
                  </a:lnTo>
                  <a:lnTo>
                    <a:pt x="0" y="6680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18" name="object 2218" descr=""/>
            <p:cNvSpPr/>
            <p:nvPr/>
          </p:nvSpPr>
          <p:spPr>
            <a:xfrm>
              <a:off x="7612742" y="8938262"/>
              <a:ext cx="8255" cy="93345"/>
            </a:xfrm>
            <a:custGeom>
              <a:avLst/>
              <a:gdLst/>
              <a:ahLst/>
              <a:cxnLst/>
              <a:rect l="l" t="t" r="r" b="b"/>
              <a:pathLst>
                <a:path w="8254" h="93345">
                  <a:moveTo>
                    <a:pt x="0" y="93002"/>
                  </a:moveTo>
                  <a:lnTo>
                    <a:pt x="7696" y="93002"/>
                  </a:lnTo>
                  <a:lnTo>
                    <a:pt x="7696" y="0"/>
                  </a:lnTo>
                  <a:lnTo>
                    <a:pt x="0" y="0"/>
                  </a:lnTo>
                  <a:lnTo>
                    <a:pt x="0" y="93002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9" name="object 2219" descr=""/>
            <p:cNvSpPr/>
            <p:nvPr/>
          </p:nvSpPr>
          <p:spPr>
            <a:xfrm>
              <a:off x="7612742" y="8529122"/>
              <a:ext cx="314325" cy="502284"/>
            </a:xfrm>
            <a:custGeom>
              <a:avLst/>
              <a:gdLst/>
              <a:ahLst/>
              <a:cxnLst/>
              <a:rect l="l" t="t" r="r" b="b"/>
              <a:pathLst>
                <a:path w="314325" h="502284">
                  <a:moveTo>
                    <a:pt x="0" y="502141"/>
                  </a:moveTo>
                  <a:lnTo>
                    <a:pt x="35087" y="502141"/>
                  </a:lnTo>
                  <a:lnTo>
                    <a:pt x="35087" y="409139"/>
                  </a:lnTo>
                  <a:lnTo>
                    <a:pt x="0" y="409139"/>
                  </a:lnTo>
                  <a:lnTo>
                    <a:pt x="0" y="502141"/>
                  </a:lnTo>
                  <a:close/>
                </a:path>
                <a:path w="314325" h="502284">
                  <a:moveTo>
                    <a:pt x="278923" y="66814"/>
                  </a:moveTo>
                  <a:lnTo>
                    <a:pt x="313990" y="66814"/>
                  </a:lnTo>
                  <a:lnTo>
                    <a:pt x="313990" y="0"/>
                  </a:lnTo>
                  <a:lnTo>
                    <a:pt x="278923" y="0"/>
                  </a:lnTo>
                  <a:lnTo>
                    <a:pt x="278923" y="66814"/>
                  </a:lnTo>
                  <a:close/>
                </a:path>
                <a:path w="314325" h="502284">
                  <a:moveTo>
                    <a:pt x="223113" y="66814"/>
                  </a:moveTo>
                  <a:lnTo>
                    <a:pt x="258232" y="66814"/>
                  </a:lnTo>
                  <a:lnTo>
                    <a:pt x="258232" y="0"/>
                  </a:lnTo>
                  <a:lnTo>
                    <a:pt x="223113" y="0"/>
                  </a:lnTo>
                  <a:lnTo>
                    <a:pt x="223113" y="66814"/>
                  </a:lnTo>
                  <a:close/>
                </a:path>
                <a:path w="314325" h="502284">
                  <a:moveTo>
                    <a:pt x="167377" y="66814"/>
                  </a:moveTo>
                  <a:lnTo>
                    <a:pt x="202475" y="66814"/>
                  </a:lnTo>
                  <a:lnTo>
                    <a:pt x="202475" y="0"/>
                  </a:lnTo>
                  <a:lnTo>
                    <a:pt x="167377" y="0"/>
                  </a:lnTo>
                  <a:lnTo>
                    <a:pt x="167377" y="66814"/>
                  </a:lnTo>
                  <a:close/>
                </a:path>
                <a:path w="314325" h="502284">
                  <a:moveTo>
                    <a:pt x="111556" y="66814"/>
                  </a:moveTo>
                  <a:lnTo>
                    <a:pt x="146665" y="66814"/>
                  </a:lnTo>
                  <a:lnTo>
                    <a:pt x="146665" y="0"/>
                  </a:lnTo>
                  <a:lnTo>
                    <a:pt x="111556" y="0"/>
                  </a:lnTo>
                  <a:lnTo>
                    <a:pt x="111556" y="66814"/>
                  </a:lnTo>
                  <a:close/>
                </a:path>
                <a:path w="314325" h="502284">
                  <a:moveTo>
                    <a:pt x="55809" y="66814"/>
                  </a:moveTo>
                  <a:lnTo>
                    <a:pt x="90908" y="66814"/>
                  </a:lnTo>
                  <a:lnTo>
                    <a:pt x="90908" y="0"/>
                  </a:lnTo>
                  <a:lnTo>
                    <a:pt x="55809" y="0"/>
                  </a:lnTo>
                  <a:lnTo>
                    <a:pt x="55809" y="6681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20" name="object 2220" descr=""/>
            <p:cNvSpPr/>
            <p:nvPr/>
          </p:nvSpPr>
          <p:spPr>
            <a:xfrm>
              <a:off x="7612736" y="8529123"/>
              <a:ext cx="8255" cy="67310"/>
            </a:xfrm>
            <a:custGeom>
              <a:avLst/>
              <a:gdLst/>
              <a:ahLst/>
              <a:cxnLst/>
              <a:rect l="l" t="t" r="r" b="b"/>
              <a:pathLst>
                <a:path w="8254" h="67309">
                  <a:moveTo>
                    <a:pt x="7696" y="0"/>
                  </a:moveTo>
                  <a:lnTo>
                    <a:pt x="0" y="0"/>
                  </a:lnTo>
                  <a:lnTo>
                    <a:pt x="0" y="49098"/>
                  </a:lnTo>
                  <a:lnTo>
                    <a:pt x="0" y="66814"/>
                  </a:lnTo>
                  <a:lnTo>
                    <a:pt x="7696" y="66814"/>
                  </a:lnTo>
                  <a:lnTo>
                    <a:pt x="7696" y="49098"/>
                  </a:lnTo>
                  <a:lnTo>
                    <a:pt x="769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1" name="object 2221" descr=""/>
            <p:cNvSpPr/>
            <p:nvPr/>
          </p:nvSpPr>
          <p:spPr>
            <a:xfrm>
              <a:off x="7612742" y="8529122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814"/>
                  </a:moveTo>
                  <a:lnTo>
                    <a:pt x="35087" y="66814"/>
                  </a:lnTo>
                  <a:lnTo>
                    <a:pt x="35087" y="0"/>
                  </a:lnTo>
                  <a:lnTo>
                    <a:pt x="0" y="0"/>
                  </a:lnTo>
                  <a:lnTo>
                    <a:pt x="0" y="6681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22" name="object 2222" descr=""/>
            <p:cNvSpPr/>
            <p:nvPr/>
          </p:nvSpPr>
          <p:spPr>
            <a:xfrm>
              <a:off x="7891653" y="8658015"/>
              <a:ext cx="35560" cy="17145"/>
            </a:xfrm>
            <a:custGeom>
              <a:avLst/>
              <a:gdLst/>
              <a:ahLst/>
              <a:cxnLst/>
              <a:rect l="l" t="t" r="r" b="b"/>
              <a:pathLst>
                <a:path w="35559" h="17145">
                  <a:moveTo>
                    <a:pt x="35077" y="0"/>
                  </a:moveTo>
                  <a:lnTo>
                    <a:pt x="13855" y="0"/>
                  </a:lnTo>
                  <a:lnTo>
                    <a:pt x="13855" y="5232"/>
                  </a:lnTo>
                  <a:lnTo>
                    <a:pt x="0" y="5232"/>
                  </a:lnTo>
                  <a:lnTo>
                    <a:pt x="0" y="16687"/>
                  </a:lnTo>
                  <a:lnTo>
                    <a:pt x="35077" y="16687"/>
                  </a:lnTo>
                  <a:lnTo>
                    <a:pt x="35077" y="5232"/>
                  </a:lnTo>
                  <a:lnTo>
                    <a:pt x="3507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3" name="object 2223" descr=""/>
            <p:cNvSpPr/>
            <p:nvPr/>
          </p:nvSpPr>
          <p:spPr>
            <a:xfrm>
              <a:off x="7891665" y="8610669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814"/>
                  </a:moveTo>
                  <a:lnTo>
                    <a:pt x="35066" y="66814"/>
                  </a:lnTo>
                  <a:lnTo>
                    <a:pt x="35066" y="0"/>
                  </a:lnTo>
                  <a:lnTo>
                    <a:pt x="0" y="0"/>
                  </a:lnTo>
                  <a:lnTo>
                    <a:pt x="0" y="6681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24" name="object 2224" descr=""/>
            <p:cNvSpPr/>
            <p:nvPr/>
          </p:nvSpPr>
          <p:spPr>
            <a:xfrm>
              <a:off x="7835849" y="8658015"/>
              <a:ext cx="35560" cy="17145"/>
            </a:xfrm>
            <a:custGeom>
              <a:avLst/>
              <a:gdLst/>
              <a:ahLst/>
              <a:cxnLst/>
              <a:rect l="l" t="t" r="r" b="b"/>
              <a:pathLst>
                <a:path w="35559" h="17145">
                  <a:moveTo>
                    <a:pt x="35115" y="5232"/>
                  </a:moveTo>
                  <a:lnTo>
                    <a:pt x="23329" y="5232"/>
                  </a:lnTo>
                  <a:lnTo>
                    <a:pt x="23329" y="0"/>
                  </a:lnTo>
                  <a:lnTo>
                    <a:pt x="0" y="0"/>
                  </a:lnTo>
                  <a:lnTo>
                    <a:pt x="0" y="5232"/>
                  </a:lnTo>
                  <a:lnTo>
                    <a:pt x="0" y="16687"/>
                  </a:lnTo>
                  <a:lnTo>
                    <a:pt x="35115" y="16687"/>
                  </a:lnTo>
                  <a:lnTo>
                    <a:pt x="35115" y="5232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5" name="object 2225" descr=""/>
            <p:cNvSpPr/>
            <p:nvPr/>
          </p:nvSpPr>
          <p:spPr>
            <a:xfrm>
              <a:off x="7835855" y="8610669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814"/>
                  </a:moveTo>
                  <a:lnTo>
                    <a:pt x="35119" y="66814"/>
                  </a:lnTo>
                  <a:lnTo>
                    <a:pt x="35119" y="0"/>
                  </a:lnTo>
                  <a:lnTo>
                    <a:pt x="0" y="0"/>
                  </a:lnTo>
                  <a:lnTo>
                    <a:pt x="0" y="6681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26" name="object 2226" descr=""/>
            <p:cNvSpPr/>
            <p:nvPr/>
          </p:nvSpPr>
          <p:spPr>
            <a:xfrm>
              <a:off x="7780109" y="8658015"/>
              <a:ext cx="35560" cy="17145"/>
            </a:xfrm>
            <a:custGeom>
              <a:avLst/>
              <a:gdLst/>
              <a:ahLst/>
              <a:cxnLst/>
              <a:rect l="l" t="t" r="r" b="b"/>
              <a:pathLst>
                <a:path w="35559" h="17145">
                  <a:moveTo>
                    <a:pt x="35102" y="5232"/>
                  </a:moveTo>
                  <a:lnTo>
                    <a:pt x="25361" y="5232"/>
                  </a:lnTo>
                  <a:lnTo>
                    <a:pt x="25361" y="0"/>
                  </a:lnTo>
                  <a:lnTo>
                    <a:pt x="0" y="0"/>
                  </a:lnTo>
                  <a:lnTo>
                    <a:pt x="0" y="5232"/>
                  </a:lnTo>
                  <a:lnTo>
                    <a:pt x="0" y="16687"/>
                  </a:lnTo>
                  <a:lnTo>
                    <a:pt x="35102" y="16687"/>
                  </a:lnTo>
                  <a:lnTo>
                    <a:pt x="35102" y="5232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7" name="object 2227" descr=""/>
            <p:cNvSpPr/>
            <p:nvPr/>
          </p:nvSpPr>
          <p:spPr>
            <a:xfrm>
              <a:off x="7780119" y="8610669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814"/>
                  </a:moveTo>
                  <a:lnTo>
                    <a:pt x="35098" y="66814"/>
                  </a:lnTo>
                  <a:lnTo>
                    <a:pt x="35098" y="0"/>
                  </a:lnTo>
                  <a:lnTo>
                    <a:pt x="0" y="0"/>
                  </a:lnTo>
                  <a:lnTo>
                    <a:pt x="0" y="6681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28" name="object 2228" descr=""/>
            <p:cNvSpPr/>
            <p:nvPr/>
          </p:nvSpPr>
          <p:spPr>
            <a:xfrm>
              <a:off x="7724293" y="8658015"/>
              <a:ext cx="35560" cy="17145"/>
            </a:xfrm>
            <a:custGeom>
              <a:avLst/>
              <a:gdLst/>
              <a:ahLst/>
              <a:cxnLst/>
              <a:rect l="l" t="t" r="r" b="b"/>
              <a:pathLst>
                <a:path w="35559" h="17145">
                  <a:moveTo>
                    <a:pt x="35102" y="0"/>
                  </a:moveTo>
                  <a:lnTo>
                    <a:pt x="20091" y="0"/>
                  </a:lnTo>
                  <a:lnTo>
                    <a:pt x="20091" y="5232"/>
                  </a:lnTo>
                  <a:lnTo>
                    <a:pt x="622" y="5232"/>
                  </a:lnTo>
                  <a:lnTo>
                    <a:pt x="622" y="0"/>
                  </a:lnTo>
                  <a:lnTo>
                    <a:pt x="0" y="0"/>
                  </a:lnTo>
                  <a:lnTo>
                    <a:pt x="0" y="5232"/>
                  </a:lnTo>
                  <a:lnTo>
                    <a:pt x="0" y="16687"/>
                  </a:lnTo>
                  <a:lnTo>
                    <a:pt x="35102" y="16687"/>
                  </a:lnTo>
                  <a:lnTo>
                    <a:pt x="35102" y="5232"/>
                  </a:lnTo>
                  <a:lnTo>
                    <a:pt x="35102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9" name="object 2229" descr=""/>
            <p:cNvSpPr/>
            <p:nvPr/>
          </p:nvSpPr>
          <p:spPr>
            <a:xfrm>
              <a:off x="7724299" y="8610669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814"/>
                  </a:moveTo>
                  <a:lnTo>
                    <a:pt x="35108" y="66814"/>
                  </a:lnTo>
                  <a:lnTo>
                    <a:pt x="35108" y="0"/>
                  </a:lnTo>
                  <a:lnTo>
                    <a:pt x="0" y="0"/>
                  </a:lnTo>
                  <a:lnTo>
                    <a:pt x="0" y="6681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30" name="object 2230" descr=""/>
            <p:cNvSpPr/>
            <p:nvPr/>
          </p:nvSpPr>
          <p:spPr>
            <a:xfrm>
              <a:off x="7668540" y="8658015"/>
              <a:ext cx="35560" cy="17145"/>
            </a:xfrm>
            <a:custGeom>
              <a:avLst/>
              <a:gdLst/>
              <a:ahLst/>
              <a:cxnLst/>
              <a:rect l="l" t="t" r="r" b="b"/>
              <a:pathLst>
                <a:path w="35559" h="17145">
                  <a:moveTo>
                    <a:pt x="35102" y="0"/>
                  </a:moveTo>
                  <a:lnTo>
                    <a:pt x="22136" y="0"/>
                  </a:lnTo>
                  <a:lnTo>
                    <a:pt x="22136" y="5232"/>
                  </a:lnTo>
                  <a:lnTo>
                    <a:pt x="2667" y="5232"/>
                  </a:lnTo>
                  <a:lnTo>
                    <a:pt x="2667" y="0"/>
                  </a:lnTo>
                  <a:lnTo>
                    <a:pt x="0" y="0"/>
                  </a:lnTo>
                  <a:lnTo>
                    <a:pt x="0" y="5232"/>
                  </a:lnTo>
                  <a:lnTo>
                    <a:pt x="0" y="16687"/>
                  </a:lnTo>
                  <a:lnTo>
                    <a:pt x="35102" y="16687"/>
                  </a:lnTo>
                  <a:lnTo>
                    <a:pt x="35102" y="5232"/>
                  </a:lnTo>
                  <a:lnTo>
                    <a:pt x="35102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1" name="object 2231" descr=""/>
            <p:cNvSpPr/>
            <p:nvPr/>
          </p:nvSpPr>
          <p:spPr>
            <a:xfrm>
              <a:off x="7668552" y="8610669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814"/>
                  </a:moveTo>
                  <a:lnTo>
                    <a:pt x="35098" y="66814"/>
                  </a:lnTo>
                  <a:lnTo>
                    <a:pt x="35098" y="0"/>
                  </a:lnTo>
                  <a:lnTo>
                    <a:pt x="0" y="0"/>
                  </a:lnTo>
                  <a:lnTo>
                    <a:pt x="0" y="6681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32" name="object 2232" descr=""/>
            <p:cNvSpPr/>
            <p:nvPr/>
          </p:nvSpPr>
          <p:spPr>
            <a:xfrm>
              <a:off x="7612736" y="8610669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35090" y="52578"/>
                  </a:moveTo>
                  <a:lnTo>
                    <a:pt x="31610" y="52578"/>
                  </a:lnTo>
                  <a:lnTo>
                    <a:pt x="31610" y="47345"/>
                  </a:lnTo>
                  <a:lnTo>
                    <a:pt x="31610" y="15074"/>
                  </a:lnTo>
                  <a:lnTo>
                    <a:pt x="24244" y="15074"/>
                  </a:lnTo>
                  <a:lnTo>
                    <a:pt x="24244" y="47345"/>
                  </a:lnTo>
                  <a:lnTo>
                    <a:pt x="4762" y="47345"/>
                  </a:lnTo>
                  <a:lnTo>
                    <a:pt x="4762" y="15074"/>
                  </a:lnTo>
                  <a:lnTo>
                    <a:pt x="4762" y="0"/>
                  </a:lnTo>
                  <a:lnTo>
                    <a:pt x="0" y="0"/>
                  </a:lnTo>
                  <a:lnTo>
                    <a:pt x="0" y="66814"/>
                  </a:lnTo>
                  <a:lnTo>
                    <a:pt x="35090" y="66814"/>
                  </a:lnTo>
                  <a:lnTo>
                    <a:pt x="35090" y="64033"/>
                  </a:lnTo>
                  <a:lnTo>
                    <a:pt x="35090" y="52578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3" name="object 2233" descr=""/>
            <p:cNvSpPr/>
            <p:nvPr/>
          </p:nvSpPr>
          <p:spPr>
            <a:xfrm>
              <a:off x="7612742" y="8610669"/>
              <a:ext cx="314325" cy="148590"/>
            </a:xfrm>
            <a:custGeom>
              <a:avLst/>
              <a:gdLst/>
              <a:ahLst/>
              <a:cxnLst/>
              <a:rect l="l" t="t" r="r" b="b"/>
              <a:pathLst>
                <a:path w="314325" h="148590">
                  <a:moveTo>
                    <a:pt x="0" y="66814"/>
                  </a:moveTo>
                  <a:lnTo>
                    <a:pt x="35087" y="66814"/>
                  </a:lnTo>
                  <a:lnTo>
                    <a:pt x="35087" y="0"/>
                  </a:lnTo>
                  <a:lnTo>
                    <a:pt x="0" y="0"/>
                  </a:lnTo>
                  <a:lnTo>
                    <a:pt x="0" y="66814"/>
                  </a:lnTo>
                  <a:close/>
                </a:path>
                <a:path w="314325" h="148590">
                  <a:moveTo>
                    <a:pt x="278923" y="148372"/>
                  </a:moveTo>
                  <a:lnTo>
                    <a:pt x="313990" y="148372"/>
                  </a:lnTo>
                  <a:lnTo>
                    <a:pt x="313990" y="81568"/>
                  </a:lnTo>
                  <a:lnTo>
                    <a:pt x="278923" y="81568"/>
                  </a:lnTo>
                  <a:lnTo>
                    <a:pt x="278923" y="148372"/>
                  </a:lnTo>
                  <a:close/>
                </a:path>
                <a:path w="314325" h="148590">
                  <a:moveTo>
                    <a:pt x="223113" y="148372"/>
                  </a:moveTo>
                  <a:lnTo>
                    <a:pt x="258232" y="148372"/>
                  </a:lnTo>
                  <a:lnTo>
                    <a:pt x="258232" y="81568"/>
                  </a:lnTo>
                  <a:lnTo>
                    <a:pt x="223113" y="81568"/>
                  </a:lnTo>
                  <a:lnTo>
                    <a:pt x="223113" y="148372"/>
                  </a:lnTo>
                  <a:close/>
                </a:path>
                <a:path w="314325" h="148590">
                  <a:moveTo>
                    <a:pt x="167377" y="148372"/>
                  </a:moveTo>
                  <a:lnTo>
                    <a:pt x="202475" y="148372"/>
                  </a:lnTo>
                  <a:lnTo>
                    <a:pt x="202475" y="81568"/>
                  </a:lnTo>
                  <a:lnTo>
                    <a:pt x="167377" y="81568"/>
                  </a:lnTo>
                  <a:lnTo>
                    <a:pt x="167377" y="148372"/>
                  </a:lnTo>
                  <a:close/>
                </a:path>
                <a:path w="314325" h="148590">
                  <a:moveTo>
                    <a:pt x="111556" y="148372"/>
                  </a:moveTo>
                  <a:lnTo>
                    <a:pt x="146665" y="148372"/>
                  </a:lnTo>
                  <a:lnTo>
                    <a:pt x="146665" y="81568"/>
                  </a:lnTo>
                  <a:lnTo>
                    <a:pt x="111556" y="81568"/>
                  </a:lnTo>
                  <a:lnTo>
                    <a:pt x="111556" y="148372"/>
                  </a:lnTo>
                  <a:close/>
                </a:path>
                <a:path w="314325" h="148590">
                  <a:moveTo>
                    <a:pt x="55809" y="148372"/>
                  </a:moveTo>
                  <a:lnTo>
                    <a:pt x="90908" y="148372"/>
                  </a:lnTo>
                  <a:lnTo>
                    <a:pt x="90908" y="81568"/>
                  </a:lnTo>
                  <a:lnTo>
                    <a:pt x="55809" y="81568"/>
                  </a:lnTo>
                  <a:lnTo>
                    <a:pt x="55809" y="14837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34" name="object 2234" descr=""/>
            <p:cNvSpPr/>
            <p:nvPr/>
          </p:nvSpPr>
          <p:spPr>
            <a:xfrm>
              <a:off x="7612736" y="8692241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35090" y="14732"/>
                  </a:moveTo>
                  <a:lnTo>
                    <a:pt x="7696" y="14732"/>
                  </a:lnTo>
                  <a:lnTo>
                    <a:pt x="7696" y="0"/>
                  </a:lnTo>
                  <a:lnTo>
                    <a:pt x="0" y="0"/>
                  </a:lnTo>
                  <a:lnTo>
                    <a:pt x="0" y="14732"/>
                  </a:lnTo>
                  <a:lnTo>
                    <a:pt x="0" y="66802"/>
                  </a:lnTo>
                  <a:lnTo>
                    <a:pt x="35090" y="66802"/>
                  </a:lnTo>
                  <a:lnTo>
                    <a:pt x="35090" y="14732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5" name="object 2235" descr=""/>
            <p:cNvSpPr/>
            <p:nvPr/>
          </p:nvSpPr>
          <p:spPr>
            <a:xfrm>
              <a:off x="7612742" y="8692238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804"/>
                  </a:moveTo>
                  <a:lnTo>
                    <a:pt x="35087" y="66804"/>
                  </a:lnTo>
                  <a:lnTo>
                    <a:pt x="35087" y="0"/>
                  </a:lnTo>
                  <a:lnTo>
                    <a:pt x="0" y="0"/>
                  </a:lnTo>
                  <a:lnTo>
                    <a:pt x="0" y="6680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36" name="object 2236" descr=""/>
            <p:cNvSpPr/>
            <p:nvPr/>
          </p:nvSpPr>
          <p:spPr>
            <a:xfrm>
              <a:off x="7612742" y="8773806"/>
              <a:ext cx="8255" cy="67310"/>
            </a:xfrm>
            <a:custGeom>
              <a:avLst/>
              <a:gdLst/>
              <a:ahLst/>
              <a:cxnLst/>
              <a:rect l="l" t="t" r="r" b="b"/>
              <a:pathLst>
                <a:path w="8254" h="67309">
                  <a:moveTo>
                    <a:pt x="0" y="66762"/>
                  </a:moveTo>
                  <a:lnTo>
                    <a:pt x="7696" y="66762"/>
                  </a:lnTo>
                  <a:lnTo>
                    <a:pt x="7696" y="0"/>
                  </a:lnTo>
                  <a:lnTo>
                    <a:pt x="0" y="0"/>
                  </a:lnTo>
                  <a:lnTo>
                    <a:pt x="0" y="66762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7" name="object 2237" descr=""/>
            <p:cNvSpPr/>
            <p:nvPr/>
          </p:nvSpPr>
          <p:spPr>
            <a:xfrm>
              <a:off x="7612742" y="8773806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762"/>
                  </a:moveTo>
                  <a:lnTo>
                    <a:pt x="35087" y="66762"/>
                  </a:lnTo>
                  <a:lnTo>
                    <a:pt x="35087" y="0"/>
                  </a:lnTo>
                  <a:lnTo>
                    <a:pt x="0" y="0"/>
                  </a:lnTo>
                  <a:lnTo>
                    <a:pt x="0" y="6676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38" name="object 2238" descr=""/>
            <p:cNvSpPr/>
            <p:nvPr/>
          </p:nvSpPr>
          <p:spPr>
            <a:xfrm>
              <a:off x="7612742" y="8855322"/>
              <a:ext cx="8255" cy="67310"/>
            </a:xfrm>
            <a:custGeom>
              <a:avLst/>
              <a:gdLst/>
              <a:ahLst/>
              <a:cxnLst/>
              <a:rect l="l" t="t" r="r" b="b"/>
              <a:pathLst>
                <a:path w="8254" h="67309">
                  <a:moveTo>
                    <a:pt x="0" y="66804"/>
                  </a:moveTo>
                  <a:lnTo>
                    <a:pt x="7696" y="66804"/>
                  </a:lnTo>
                  <a:lnTo>
                    <a:pt x="7696" y="0"/>
                  </a:lnTo>
                  <a:lnTo>
                    <a:pt x="0" y="0"/>
                  </a:lnTo>
                  <a:lnTo>
                    <a:pt x="0" y="66804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9" name="object 2239" descr=""/>
            <p:cNvSpPr/>
            <p:nvPr/>
          </p:nvSpPr>
          <p:spPr>
            <a:xfrm>
              <a:off x="7612742" y="8855322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0" y="66804"/>
                  </a:moveTo>
                  <a:lnTo>
                    <a:pt x="35087" y="66804"/>
                  </a:lnTo>
                  <a:lnTo>
                    <a:pt x="35087" y="0"/>
                  </a:lnTo>
                  <a:lnTo>
                    <a:pt x="0" y="0"/>
                  </a:lnTo>
                  <a:lnTo>
                    <a:pt x="0" y="6680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40" name="object 2240" descr=""/>
          <p:cNvGrpSpPr/>
          <p:nvPr/>
        </p:nvGrpSpPr>
        <p:grpSpPr>
          <a:xfrm>
            <a:off x="5455247" y="7973903"/>
            <a:ext cx="1238885" cy="2138680"/>
            <a:chOff x="5455247" y="7973903"/>
            <a:chExt cx="1238885" cy="2138680"/>
          </a:xfrm>
        </p:grpSpPr>
        <p:sp>
          <p:nvSpPr>
            <p:cNvPr id="2241" name="object 2241" descr=""/>
            <p:cNvSpPr/>
            <p:nvPr/>
          </p:nvSpPr>
          <p:spPr>
            <a:xfrm>
              <a:off x="5460483" y="7979139"/>
              <a:ext cx="1073150" cy="2128520"/>
            </a:xfrm>
            <a:custGeom>
              <a:avLst/>
              <a:gdLst/>
              <a:ahLst/>
              <a:cxnLst/>
              <a:rect l="l" t="t" r="r" b="b"/>
              <a:pathLst>
                <a:path w="1073150" h="2128520">
                  <a:moveTo>
                    <a:pt x="0" y="2127998"/>
                  </a:moveTo>
                  <a:lnTo>
                    <a:pt x="1072993" y="2127998"/>
                  </a:lnTo>
                  <a:lnTo>
                    <a:pt x="1072993" y="0"/>
                  </a:lnTo>
                  <a:lnTo>
                    <a:pt x="0" y="0"/>
                  </a:lnTo>
                  <a:lnTo>
                    <a:pt x="0" y="2127998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2" name="object 2242" descr=""/>
            <p:cNvSpPr/>
            <p:nvPr/>
          </p:nvSpPr>
          <p:spPr>
            <a:xfrm>
              <a:off x="5460483" y="7979139"/>
              <a:ext cx="1228725" cy="2128520"/>
            </a:xfrm>
            <a:custGeom>
              <a:avLst/>
              <a:gdLst/>
              <a:ahLst/>
              <a:cxnLst/>
              <a:rect l="l" t="t" r="r" b="b"/>
              <a:pathLst>
                <a:path w="1228725" h="2128520">
                  <a:moveTo>
                    <a:pt x="0" y="2127998"/>
                  </a:moveTo>
                  <a:lnTo>
                    <a:pt x="1228224" y="2127998"/>
                  </a:lnTo>
                  <a:lnTo>
                    <a:pt x="1228224" y="0"/>
                  </a:lnTo>
                  <a:lnTo>
                    <a:pt x="0" y="0"/>
                  </a:lnTo>
                  <a:lnTo>
                    <a:pt x="0" y="212799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3" name="object 2243" descr=""/>
            <p:cNvSpPr/>
            <p:nvPr/>
          </p:nvSpPr>
          <p:spPr>
            <a:xfrm>
              <a:off x="6502189" y="9934608"/>
              <a:ext cx="31750" cy="121920"/>
            </a:xfrm>
            <a:custGeom>
              <a:avLst/>
              <a:gdLst/>
              <a:ahLst/>
              <a:cxnLst/>
              <a:rect l="l" t="t" r="r" b="b"/>
              <a:pathLst>
                <a:path w="31750" h="121920">
                  <a:moveTo>
                    <a:pt x="0" y="121305"/>
                  </a:moveTo>
                  <a:lnTo>
                    <a:pt x="31287" y="121305"/>
                  </a:lnTo>
                  <a:lnTo>
                    <a:pt x="31287" y="0"/>
                  </a:lnTo>
                  <a:lnTo>
                    <a:pt x="0" y="0"/>
                  </a:lnTo>
                  <a:lnTo>
                    <a:pt x="0" y="121305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4" name="object 2244" descr=""/>
            <p:cNvSpPr/>
            <p:nvPr/>
          </p:nvSpPr>
          <p:spPr>
            <a:xfrm>
              <a:off x="6502189" y="9934608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0" y="121305"/>
                  </a:moveTo>
                  <a:lnTo>
                    <a:pt x="38826" y="121305"/>
                  </a:lnTo>
                  <a:lnTo>
                    <a:pt x="38826" y="0"/>
                  </a:lnTo>
                  <a:lnTo>
                    <a:pt x="0" y="0"/>
                  </a:lnTo>
                  <a:lnTo>
                    <a:pt x="0" y="1213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5" name="object 2245" descr=""/>
            <p:cNvSpPr/>
            <p:nvPr/>
          </p:nvSpPr>
          <p:spPr>
            <a:xfrm>
              <a:off x="6440379" y="9934608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38846" y="0"/>
                  </a:moveTo>
                  <a:lnTo>
                    <a:pt x="0" y="0"/>
                  </a:lnTo>
                  <a:lnTo>
                    <a:pt x="0" y="121305"/>
                  </a:lnTo>
                  <a:lnTo>
                    <a:pt x="38846" y="121305"/>
                  </a:lnTo>
                  <a:lnTo>
                    <a:pt x="3884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6" name="object 2246" descr=""/>
            <p:cNvSpPr/>
            <p:nvPr/>
          </p:nvSpPr>
          <p:spPr>
            <a:xfrm>
              <a:off x="6440379" y="9934608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0" y="121305"/>
                  </a:moveTo>
                  <a:lnTo>
                    <a:pt x="38846" y="121305"/>
                  </a:lnTo>
                  <a:lnTo>
                    <a:pt x="38846" y="0"/>
                  </a:lnTo>
                  <a:lnTo>
                    <a:pt x="0" y="0"/>
                  </a:lnTo>
                  <a:lnTo>
                    <a:pt x="0" y="1213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7" name="object 2247" descr=""/>
            <p:cNvSpPr/>
            <p:nvPr/>
          </p:nvSpPr>
          <p:spPr>
            <a:xfrm>
              <a:off x="6378601" y="9934608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38920" y="0"/>
                  </a:moveTo>
                  <a:lnTo>
                    <a:pt x="0" y="0"/>
                  </a:lnTo>
                  <a:lnTo>
                    <a:pt x="0" y="121305"/>
                  </a:lnTo>
                  <a:lnTo>
                    <a:pt x="38920" y="121305"/>
                  </a:lnTo>
                  <a:lnTo>
                    <a:pt x="3892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8" name="object 2248" descr=""/>
            <p:cNvSpPr/>
            <p:nvPr/>
          </p:nvSpPr>
          <p:spPr>
            <a:xfrm>
              <a:off x="6378601" y="9934608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0" y="121305"/>
                  </a:moveTo>
                  <a:lnTo>
                    <a:pt x="38920" y="121305"/>
                  </a:lnTo>
                  <a:lnTo>
                    <a:pt x="38920" y="0"/>
                  </a:lnTo>
                  <a:lnTo>
                    <a:pt x="0" y="0"/>
                  </a:lnTo>
                  <a:lnTo>
                    <a:pt x="0" y="1213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9" name="object 2249" descr=""/>
            <p:cNvSpPr/>
            <p:nvPr/>
          </p:nvSpPr>
          <p:spPr>
            <a:xfrm>
              <a:off x="6316896" y="9934608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38805" y="0"/>
                  </a:moveTo>
                  <a:lnTo>
                    <a:pt x="0" y="0"/>
                  </a:lnTo>
                  <a:lnTo>
                    <a:pt x="0" y="121305"/>
                  </a:lnTo>
                  <a:lnTo>
                    <a:pt x="38805" y="121305"/>
                  </a:lnTo>
                  <a:lnTo>
                    <a:pt x="3880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0" name="object 2250" descr=""/>
            <p:cNvSpPr/>
            <p:nvPr/>
          </p:nvSpPr>
          <p:spPr>
            <a:xfrm>
              <a:off x="6316896" y="9934608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0" y="121305"/>
                  </a:moveTo>
                  <a:lnTo>
                    <a:pt x="38805" y="121305"/>
                  </a:lnTo>
                  <a:lnTo>
                    <a:pt x="38805" y="0"/>
                  </a:lnTo>
                  <a:lnTo>
                    <a:pt x="0" y="0"/>
                  </a:lnTo>
                  <a:lnTo>
                    <a:pt x="0" y="1213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1" name="object 2251" descr=""/>
            <p:cNvSpPr/>
            <p:nvPr/>
          </p:nvSpPr>
          <p:spPr>
            <a:xfrm>
              <a:off x="6255139" y="9934608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38815" y="0"/>
                  </a:moveTo>
                  <a:lnTo>
                    <a:pt x="0" y="0"/>
                  </a:lnTo>
                  <a:lnTo>
                    <a:pt x="0" y="121305"/>
                  </a:lnTo>
                  <a:lnTo>
                    <a:pt x="38815" y="121305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2" name="object 2252" descr=""/>
            <p:cNvSpPr/>
            <p:nvPr/>
          </p:nvSpPr>
          <p:spPr>
            <a:xfrm>
              <a:off x="6255139" y="9934608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0" y="121305"/>
                  </a:moveTo>
                  <a:lnTo>
                    <a:pt x="38815" y="121305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1213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3" name="object 2253" descr=""/>
            <p:cNvSpPr/>
            <p:nvPr/>
          </p:nvSpPr>
          <p:spPr>
            <a:xfrm>
              <a:off x="6502189" y="9400991"/>
              <a:ext cx="31750" cy="87630"/>
            </a:xfrm>
            <a:custGeom>
              <a:avLst/>
              <a:gdLst/>
              <a:ahLst/>
              <a:cxnLst/>
              <a:rect l="l" t="t" r="r" b="b"/>
              <a:pathLst>
                <a:path w="31750" h="87629">
                  <a:moveTo>
                    <a:pt x="0" y="87117"/>
                  </a:moveTo>
                  <a:lnTo>
                    <a:pt x="31287" y="87117"/>
                  </a:lnTo>
                  <a:lnTo>
                    <a:pt x="31287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4" name="object 2254" descr=""/>
            <p:cNvSpPr/>
            <p:nvPr/>
          </p:nvSpPr>
          <p:spPr>
            <a:xfrm>
              <a:off x="6502189" y="9400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26" y="87117"/>
                  </a:lnTo>
                  <a:lnTo>
                    <a:pt x="38826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5" name="object 2255" descr=""/>
            <p:cNvSpPr/>
            <p:nvPr/>
          </p:nvSpPr>
          <p:spPr>
            <a:xfrm>
              <a:off x="6440379" y="9400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46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46" y="87117"/>
                  </a:lnTo>
                  <a:lnTo>
                    <a:pt x="3884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6" name="object 2256" descr=""/>
            <p:cNvSpPr/>
            <p:nvPr/>
          </p:nvSpPr>
          <p:spPr>
            <a:xfrm>
              <a:off x="6440379" y="9400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46" y="87117"/>
                  </a:lnTo>
                  <a:lnTo>
                    <a:pt x="38846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7" name="object 2257" descr=""/>
            <p:cNvSpPr/>
            <p:nvPr/>
          </p:nvSpPr>
          <p:spPr>
            <a:xfrm>
              <a:off x="6378601" y="9400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920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920" y="87117"/>
                  </a:lnTo>
                  <a:lnTo>
                    <a:pt x="3892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8" name="object 2258" descr=""/>
            <p:cNvSpPr/>
            <p:nvPr/>
          </p:nvSpPr>
          <p:spPr>
            <a:xfrm>
              <a:off x="6378601" y="9400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920" y="87117"/>
                  </a:lnTo>
                  <a:lnTo>
                    <a:pt x="38920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9" name="object 2259" descr=""/>
            <p:cNvSpPr/>
            <p:nvPr/>
          </p:nvSpPr>
          <p:spPr>
            <a:xfrm>
              <a:off x="6316896" y="9400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05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05" y="87117"/>
                  </a:lnTo>
                  <a:lnTo>
                    <a:pt x="3880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0" name="object 2260" descr=""/>
            <p:cNvSpPr/>
            <p:nvPr/>
          </p:nvSpPr>
          <p:spPr>
            <a:xfrm>
              <a:off x="6316896" y="9400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05" y="87117"/>
                  </a:lnTo>
                  <a:lnTo>
                    <a:pt x="38805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1" name="object 2261" descr=""/>
            <p:cNvSpPr/>
            <p:nvPr/>
          </p:nvSpPr>
          <p:spPr>
            <a:xfrm>
              <a:off x="6255139" y="9400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15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15" y="87117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2" name="object 2262" descr=""/>
            <p:cNvSpPr/>
            <p:nvPr/>
          </p:nvSpPr>
          <p:spPr>
            <a:xfrm>
              <a:off x="6255139" y="9400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15" y="87117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3" name="object 2263" descr=""/>
            <p:cNvSpPr/>
            <p:nvPr/>
          </p:nvSpPr>
          <p:spPr>
            <a:xfrm>
              <a:off x="6502189" y="9507375"/>
              <a:ext cx="31750" cy="87630"/>
            </a:xfrm>
            <a:custGeom>
              <a:avLst/>
              <a:gdLst/>
              <a:ahLst/>
              <a:cxnLst/>
              <a:rect l="l" t="t" r="r" b="b"/>
              <a:pathLst>
                <a:path w="31750" h="87629">
                  <a:moveTo>
                    <a:pt x="0" y="87107"/>
                  </a:moveTo>
                  <a:lnTo>
                    <a:pt x="31287" y="87107"/>
                  </a:lnTo>
                  <a:lnTo>
                    <a:pt x="31287" y="0"/>
                  </a:lnTo>
                  <a:lnTo>
                    <a:pt x="0" y="0"/>
                  </a:lnTo>
                  <a:lnTo>
                    <a:pt x="0" y="87107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4" name="object 2264" descr=""/>
            <p:cNvSpPr/>
            <p:nvPr/>
          </p:nvSpPr>
          <p:spPr>
            <a:xfrm>
              <a:off x="6502189" y="9507375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07"/>
                  </a:moveTo>
                  <a:lnTo>
                    <a:pt x="38826" y="87107"/>
                  </a:lnTo>
                  <a:lnTo>
                    <a:pt x="38826" y="0"/>
                  </a:lnTo>
                  <a:lnTo>
                    <a:pt x="0" y="0"/>
                  </a:lnTo>
                  <a:lnTo>
                    <a:pt x="0" y="8710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5" name="object 2265" descr=""/>
            <p:cNvSpPr/>
            <p:nvPr/>
          </p:nvSpPr>
          <p:spPr>
            <a:xfrm>
              <a:off x="6440379" y="9507375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46" y="0"/>
                  </a:moveTo>
                  <a:lnTo>
                    <a:pt x="0" y="0"/>
                  </a:lnTo>
                  <a:lnTo>
                    <a:pt x="0" y="87107"/>
                  </a:lnTo>
                  <a:lnTo>
                    <a:pt x="38846" y="87107"/>
                  </a:lnTo>
                  <a:lnTo>
                    <a:pt x="3884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6" name="object 2266" descr=""/>
            <p:cNvSpPr/>
            <p:nvPr/>
          </p:nvSpPr>
          <p:spPr>
            <a:xfrm>
              <a:off x="6440379" y="9507375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07"/>
                  </a:moveTo>
                  <a:lnTo>
                    <a:pt x="38846" y="87107"/>
                  </a:lnTo>
                  <a:lnTo>
                    <a:pt x="38846" y="0"/>
                  </a:lnTo>
                  <a:lnTo>
                    <a:pt x="0" y="0"/>
                  </a:lnTo>
                  <a:lnTo>
                    <a:pt x="0" y="8710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7" name="object 2267" descr=""/>
            <p:cNvSpPr/>
            <p:nvPr/>
          </p:nvSpPr>
          <p:spPr>
            <a:xfrm>
              <a:off x="6378601" y="9507375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920" y="0"/>
                  </a:moveTo>
                  <a:lnTo>
                    <a:pt x="0" y="0"/>
                  </a:lnTo>
                  <a:lnTo>
                    <a:pt x="0" y="87107"/>
                  </a:lnTo>
                  <a:lnTo>
                    <a:pt x="38920" y="87107"/>
                  </a:lnTo>
                  <a:lnTo>
                    <a:pt x="3892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8" name="object 2268" descr=""/>
            <p:cNvSpPr/>
            <p:nvPr/>
          </p:nvSpPr>
          <p:spPr>
            <a:xfrm>
              <a:off x="6378601" y="9507375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07"/>
                  </a:moveTo>
                  <a:lnTo>
                    <a:pt x="38920" y="87107"/>
                  </a:lnTo>
                  <a:lnTo>
                    <a:pt x="38920" y="0"/>
                  </a:lnTo>
                  <a:lnTo>
                    <a:pt x="0" y="0"/>
                  </a:lnTo>
                  <a:lnTo>
                    <a:pt x="0" y="8710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9" name="object 2269" descr=""/>
            <p:cNvSpPr/>
            <p:nvPr/>
          </p:nvSpPr>
          <p:spPr>
            <a:xfrm>
              <a:off x="6316896" y="9507375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05" y="0"/>
                  </a:moveTo>
                  <a:lnTo>
                    <a:pt x="0" y="0"/>
                  </a:lnTo>
                  <a:lnTo>
                    <a:pt x="0" y="87107"/>
                  </a:lnTo>
                  <a:lnTo>
                    <a:pt x="38805" y="87107"/>
                  </a:lnTo>
                  <a:lnTo>
                    <a:pt x="3880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0" name="object 2270" descr=""/>
            <p:cNvSpPr/>
            <p:nvPr/>
          </p:nvSpPr>
          <p:spPr>
            <a:xfrm>
              <a:off x="6316896" y="9507375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07"/>
                  </a:moveTo>
                  <a:lnTo>
                    <a:pt x="38805" y="87107"/>
                  </a:lnTo>
                  <a:lnTo>
                    <a:pt x="38805" y="0"/>
                  </a:lnTo>
                  <a:lnTo>
                    <a:pt x="0" y="0"/>
                  </a:lnTo>
                  <a:lnTo>
                    <a:pt x="0" y="8710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1" name="object 2271" descr=""/>
            <p:cNvSpPr/>
            <p:nvPr/>
          </p:nvSpPr>
          <p:spPr>
            <a:xfrm>
              <a:off x="6255139" y="9507375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15" y="0"/>
                  </a:moveTo>
                  <a:lnTo>
                    <a:pt x="0" y="0"/>
                  </a:lnTo>
                  <a:lnTo>
                    <a:pt x="0" y="87107"/>
                  </a:lnTo>
                  <a:lnTo>
                    <a:pt x="38815" y="87107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2" name="object 2272" descr=""/>
            <p:cNvSpPr/>
            <p:nvPr/>
          </p:nvSpPr>
          <p:spPr>
            <a:xfrm>
              <a:off x="6255139" y="9507375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07"/>
                  </a:moveTo>
                  <a:lnTo>
                    <a:pt x="38815" y="87107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8710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3" name="object 2273" descr=""/>
            <p:cNvSpPr/>
            <p:nvPr/>
          </p:nvSpPr>
          <p:spPr>
            <a:xfrm>
              <a:off x="6502189" y="9613696"/>
              <a:ext cx="31750" cy="87630"/>
            </a:xfrm>
            <a:custGeom>
              <a:avLst/>
              <a:gdLst/>
              <a:ahLst/>
              <a:cxnLst/>
              <a:rect l="l" t="t" r="r" b="b"/>
              <a:pathLst>
                <a:path w="31750" h="87629">
                  <a:moveTo>
                    <a:pt x="0" y="87170"/>
                  </a:moveTo>
                  <a:lnTo>
                    <a:pt x="31287" y="87170"/>
                  </a:lnTo>
                  <a:lnTo>
                    <a:pt x="31287" y="0"/>
                  </a:lnTo>
                  <a:lnTo>
                    <a:pt x="0" y="0"/>
                  </a:lnTo>
                  <a:lnTo>
                    <a:pt x="0" y="8717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4" name="object 2274" descr=""/>
            <p:cNvSpPr/>
            <p:nvPr/>
          </p:nvSpPr>
          <p:spPr>
            <a:xfrm>
              <a:off x="6502189" y="9613696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70"/>
                  </a:moveTo>
                  <a:lnTo>
                    <a:pt x="38826" y="87170"/>
                  </a:lnTo>
                  <a:lnTo>
                    <a:pt x="38826" y="0"/>
                  </a:lnTo>
                  <a:lnTo>
                    <a:pt x="0" y="0"/>
                  </a:lnTo>
                  <a:lnTo>
                    <a:pt x="0" y="8717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5" name="object 2275" descr=""/>
            <p:cNvSpPr/>
            <p:nvPr/>
          </p:nvSpPr>
          <p:spPr>
            <a:xfrm>
              <a:off x="6440379" y="9613696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46" y="0"/>
                  </a:moveTo>
                  <a:lnTo>
                    <a:pt x="0" y="0"/>
                  </a:lnTo>
                  <a:lnTo>
                    <a:pt x="0" y="87170"/>
                  </a:lnTo>
                  <a:lnTo>
                    <a:pt x="38846" y="87170"/>
                  </a:lnTo>
                  <a:lnTo>
                    <a:pt x="3884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6" name="object 2276" descr=""/>
            <p:cNvSpPr/>
            <p:nvPr/>
          </p:nvSpPr>
          <p:spPr>
            <a:xfrm>
              <a:off x="6440379" y="9613696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70"/>
                  </a:moveTo>
                  <a:lnTo>
                    <a:pt x="38846" y="87170"/>
                  </a:lnTo>
                  <a:lnTo>
                    <a:pt x="38846" y="0"/>
                  </a:lnTo>
                  <a:lnTo>
                    <a:pt x="0" y="0"/>
                  </a:lnTo>
                  <a:lnTo>
                    <a:pt x="0" y="8717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7" name="object 2277" descr=""/>
            <p:cNvSpPr/>
            <p:nvPr/>
          </p:nvSpPr>
          <p:spPr>
            <a:xfrm>
              <a:off x="6378601" y="9613696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920" y="0"/>
                  </a:moveTo>
                  <a:lnTo>
                    <a:pt x="0" y="0"/>
                  </a:lnTo>
                  <a:lnTo>
                    <a:pt x="0" y="87170"/>
                  </a:lnTo>
                  <a:lnTo>
                    <a:pt x="38920" y="87170"/>
                  </a:lnTo>
                  <a:lnTo>
                    <a:pt x="3892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8" name="object 2278" descr=""/>
            <p:cNvSpPr/>
            <p:nvPr/>
          </p:nvSpPr>
          <p:spPr>
            <a:xfrm>
              <a:off x="6378601" y="9613696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70"/>
                  </a:moveTo>
                  <a:lnTo>
                    <a:pt x="38920" y="87170"/>
                  </a:lnTo>
                  <a:lnTo>
                    <a:pt x="38920" y="0"/>
                  </a:lnTo>
                  <a:lnTo>
                    <a:pt x="0" y="0"/>
                  </a:lnTo>
                  <a:lnTo>
                    <a:pt x="0" y="8717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9" name="object 2279" descr=""/>
            <p:cNvSpPr/>
            <p:nvPr/>
          </p:nvSpPr>
          <p:spPr>
            <a:xfrm>
              <a:off x="6316896" y="9613696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05" y="0"/>
                  </a:moveTo>
                  <a:lnTo>
                    <a:pt x="0" y="0"/>
                  </a:lnTo>
                  <a:lnTo>
                    <a:pt x="0" y="87170"/>
                  </a:lnTo>
                  <a:lnTo>
                    <a:pt x="38805" y="87170"/>
                  </a:lnTo>
                  <a:lnTo>
                    <a:pt x="3880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0" name="object 2280" descr=""/>
            <p:cNvSpPr/>
            <p:nvPr/>
          </p:nvSpPr>
          <p:spPr>
            <a:xfrm>
              <a:off x="6316896" y="9613696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70"/>
                  </a:moveTo>
                  <a:lnTo>
                    <a:pt x="38805" y="87170"/>
                  </a:lnTo>
                  <a:lnTo>
                    <a:pt x="38805" y="0"/>
                  </a:lnTo>
                  <a:lnTo>
                    <a:pt x="0" y="0"/>
                  </a:lnTo>
                  <a:lnTo>
                    <a:pt x="0" y="8717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1" name="object 2281" descr=""/>
            <p:cNvSpPr/>
            <p:nvPr/>
          </p:nvSpPr>
          <p:spPr>
            <a:xfrm>
              <a:off x="6255139" y="9613696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15" y="0"/>
                  </a:moveTo>
                  <a:lnTo>
                    <a:pt x="0" y="0"/>
                  </a:lnTo>
                  <a:lnTo>
                    <a:pt x="0" y="87170"/>
                  </a:lnTo>
                  <a:lnTo>
                    <a:pt x="38815" y="87170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2" name="object 2282" descr=""/>
            <p:cNvSpPr/>
            <p:nvPr/>
          </p:nvSpPr>
          <p:spPr>
            <a:xfrm>
              <a:off x="6255139" y="9613696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70"/>
                  </a:moveTo>
                  <a:lnTo>
                    <a:pt x="38815" y="87170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8717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3" name="object 2283" descr=""/>
            <p:cNvSpPr/>
            <p:nvPr/>
          </p:nvSpPr>
          <p:spPr>
            <a:xfrm>
              <a:off x="6502189" y="9720122"/>
              <a:ext cx="31750" cy="87630"/>
            </a:xfrm>
            <a:custGeom>
              <a:avLst/>
              <a:gdLst/>
              <a:ahLst/>
              <a:cxnLst/>
              <a:rect l="l" t="t" r="r" b="b"/>
              <a:pathLst>
                <a:path w="31750" h="87629">
                  <a:moveTo>
                    <a:pt x="0" y="87075"/>
                  </a:moveTo>
                  <a:lnTo>
                    <a:pt x="31287" y="87075"/>
                  </a:lnTo>
                  <a:lnTo>
                    <a:pt x="31287" y="0"/>
                  </a:lnTo>
                  <a:lnTo>
                    <a:pt x="0" y="0"/>
                  </a:lnTo>
                  <a:lnTo>
                    <a:pt x="0" y="87075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4" name="object 2284" descr=""/>
            <p:cNvSpPr/>
            <p:nvPr/>
          </p:nvSpPr>
          <p:spPr>
            <a:xfrm>
              <a:off x="6502189" y="97201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075"/>
                  </a:moveTo>
                  <a:lnTo>
                    <a:pt x="38826" y="87075"/>
                  </a:lnTo>
                  <a:lnTo>
                    <a:pt x="38826" y="0"/>
                  </a:lnTo>
                  <a:lnTo>
                    <a:pt x="0" y="0"/>
                  </a:lnTo>
                  <a:lnTo>
                    <a:pt x="0" y="8707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5" name="object 2285" descr=""/>
            <p:cNvSpPr/>
            <p:nvPr/>
          </p:nvSpPr>
          <p:spPr>
            <a:xfrm>
              <a:off x="6440379" y="97201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46" y="0"/>
                  </a:moveTo>
                  <a:lnTo>
                    <a:pt x="0" y="0"/>
                  </a:lnTo>
                  <a:lnTo>
                    <a:pt x="0" y="87075"/>
                  </a:lnTo>
                  <a:lnTo>
                    <a:pt x="38846" y="87075"/>
                  </a:lnTo>
                  <a:lnTo>
                    <a:pt x="3884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6" name="object 2286" descr=""/>
            <p:cNvSpPr/>
            <p:nvPr/>
          </p:nvSpPr>
          <p:spPr>
            <a:xfrm>
              <a:off x="6440379" y="97201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075"/>
                  </a:moveTo>
                  <a:lnTo>
                    <a:pt x="38846" y="87075"/>
                  </a:lnTo>
                  <a:lnTo>
                    <a:pt x="38846" y="0"/>
                  </a:lnTo>
                  <a:lnTo>
                    <a:pt x="0" y="0"/>
                  </a:lnTo>
                  <a:lnTo>
                    <a:pt x="0" y="8707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7" name="object 2287" descr=""/>
            <p:cNvSpPr/>
            <p:nvPr/>
          </p:nvSpPr>
          <p:spPr>
            <a:xfrm>
              <a:off x="6378601" y="97201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920" y="0"/>
                  </a:moveTo>
                  <a:lnTo>
                    <a:pt x="0" y="0"/>
                  </a:lnTo>
                  <a:lnTo>
                    <a:pt x="0" y="87075"/>
                  </a:lnTo>
                  <a:lnTo>
                    <a:pt x="38920" y="87075"/>
                  </a:lnTo>
                  <a:lnTo>
                    <a:pt x="3892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8" name="object 2288" descr=""/>
            <p:cNvSpPr/>
            <p:nvPr/>
          </p:nvSpPr>
          <p:spPr>
            <a:xfrm>
              <a:off x="6378601" y="97201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075"/>
                  </a:moveTo>
                  <a:lnTo>
                    <a:pt x="38920" y="87075"/>
                  </a:lnTo>
                  <a:lnTo>
                    <a:pt x="38920" y="0"/>
                  </a:lnTo>
                  <a:lnTo>
                    <a:pt x="0" y="0"/>
                  </a:lnTo>
                  <a:lnTo>
                    <a:pt x="0" y="8707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9" name="object 2289" descr=""/>
            <p:cNvSpPr/>
            <p:nvPr/>
          </p:nvSpPr>
          <p:spPr>
            <a:xfrm>
              <a:off x="6316896" y="97201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05" y="0"/>
                  </a:moveTo>
                  <a:lnTo>
                    <a:pt x="0" y="0"/>
                  </a:lnTo>
                  <a:lnTo>
                    <a:pt x="0" y="87075"/>
                  </a:lnTo>
                  <a:lnTo>
                    <a:pt x="38805" y="87075"/>
                  </a:lnTo>
                  <a:lnTo>
                    <a:pt x="3880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0" name="object 2290" descr=""/>
            <p:cNvSpPr/>
            <p:nvPr/>
          </p:nvSpPr>
          <p:spPr>
            <a:xfrm>
              <a:off x="6316896" y="97201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075"/>
                  </a:moveTo>
                  <a:lnTo>
                    <a:pt x="38805" y="87075"/>
                  </a:lnTo>
                  <a:lnTo>
                    <a:pt x="38805" y="0"/>
                  </a:lnTo>
                  <a:lnTo>
                    <a:pt x="0" y="0"/>
                  </a:lnTo>
                  <a:lnTo>
                    <a:pt x="0" y="8707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91" name="object 2291" descr=""/>
            <p:cNvSpPr/>
            <p:nvPr/>
          </p:nvSpPr>
          <p:spPr>
            <a:xfrm>
              <a:off x="6255139" y="97201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15" y="0"/>
                  </a:moveTo>
                  <a:lnTo>
                    <a:pt x="0" y="0"/>
                  </a:lnTo>
                  <a:lnTo>
                    <a:pt x="0" y="87075"/>
                  </a:lnTo>
                  <a:lnTo>
                    <a:pt x="38815" y="87075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2" name="object 2292" descr=""/>
            <p:cNvSpPr/>
            <p:nvPr/>
          </p:nvSpPr>
          <p:spPr>
            <a:xfrm>
              <a:off x="6255139" y="97201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075"/>
                  </a:moveTo>
                  <a:lnTo>
                    <a:pt x="38815" y="87075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8707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93" name="object 2293" descr=""/>
            <p:cNvSpPr/>
            <p:nvPr/>
          </p:nvSpPr>
          <p:spPr>
            <a:xfrm>
              <a:off x="6502189" y="9826433"/>
              <a:ext cx="31750" cy="87630"/>
            </a:xfrm>
            <a:custGeom>
              <a:avLst/>
              <a:gdLst/>
              <a:ahLst/>
              <a:cxnLst/>
              <a:rect l="l" t="t" r="r" b="b"/>
              <a:pathLst>
                <a:path w="31750" h="87629">
                  <a:moveTo>
                    <a:pt x="0" y="87149"/>
                  </a:moveTo>
                  <a:lnTo>
                    <a:pt x="31287" y="87149"/>
                  </a:lnTo>
                  <a:lnTo>
                    <a:pt x="31287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4" name="object 2294" descr=""/>
            <p:cNvSpPr/>
            <p:nvPr/>
          </p:nvSpPr>
          <p:spPr>
            <a:xfrm>
              <a:off x="6502189" y="982643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826" y="87149"/>
                  </a:lnTo>
                  <a:lnTo>
                    <a:pt x="38826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95" name="object 2295" descr=""/>
            <p:cNvSpPr/>
            <p:nvPr/>
          </p:nvSpPr>
          <p:spPr>
            <a:xfrm>
              <a:off x="6440379" y="982643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46" y="0"/>
                  </a:moveTo>
                  <a:lnTo>
                    <a:pt x="0" y="0"/>
                  </a:lnTo>
                  <a:lnTo>
                    <a:pt x="0" y="87149"/>
                  </a:lnTo>
                  <a:lnTo>
                    <a:pt x="38846" y="87149"/>
                  </a:lnTo>
                  <a:lnTo>
                    <a:pt x="3884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6" name="object 2296" descr=""/>
            <p:cNvSpPr/>
            <p:nvPr/>
          </p:nvSpPr>
          <p:spPr>
            <a:xfrm>
              <a:off x="6440379" y="982643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846" y="87149"/>
                  </a:lnTo>
                  <a:lnTo>
                    <a:pt x="38846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97" name="object 2297" descr=""/>
            <p:cNvSpPr/>
            <p:nvPr/>
          </p:nvSpPr>
          <p:spPr>
            <a:xfrm>
              <a:off x="6378601" y="982643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920" y="0"/>
                  </a:moveTo>
                  <a:lnTo>
                    <a:pt x="0" y="0"/>
                  </a:lnTo>
                  <a:lnTo>
                    <a:pt x="0" y="87149"/>
                  </a:lnTo>
                  <a:lnTo>
                    <a:pt x="38920" y="87149"/>
                  </a:lnTo>
                  <a:lnTo>
                    <a:pt x="3892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8" name="object 2298" descr=""/>
            <p:cNvSpPr/>
            <p:nvPr/>
          </p:nvSpPr>
          <p:spPr>
            <a:xfrm>
              <a:off x="6378601" y="982643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920" y="87149"/>
                  </a:lnTo>
                  <a:lnTo>
                    <a:pt x="38920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99" name="object 2299" descr=""/>
            <p:cNvSpPr/>
            <p:nvPr/>
          </p:nvSpPr>
          <p:spPr>
            <a:xfrm>
              <a:off x="6316896" y="982643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05" y="0"/>
                  </a:moveTo>
                  <a:lnTo>
                    <a:pt x="0" y="0"/>
                  </a:lnTo>
                  <a:lnTo>
                    <a:pt x="0" y="87149"/>
                  </a:lnTo>
                  <a:lnTo>
                    <a:pt x="38805" y="87149"/>
                  </a:lnTo>
                  <a:lnTo>
                    <a:pt x="3880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0" name="object 2300" descr=""/>
            <p:cNvSpPr/>
            <p:nvPr/>
          </p:nvSpPr>
          <p:spPr>
            <a:xfrm>
              <a:off x="6316896" y="982643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805" y="87149"/>
                  </a:lnTo>
                  <a:lnTo>
                    <a:pt x="38805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01" name="object 2301" descr=""/>
            <p:cNvSpPr/>
            <p:nvPr/>
          </p:nvSpPr>
          <p:spPr>
            <a:xfrm>
              <a:off x="6255139" y="982643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15" y="0"/>
                  </a:moveTo>
                  <a:lnTo>
                    <a:pt x="0" y="0"/>
                  </a:lnTo>
                  <a:lnTo>
                    <a:pt x="0" y="87149"/>
                  </a:lnTo>
                  <a:lnTo>
                    <a:pt x="38815" y="87149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2" name="object 2302" descr=""/>
            <p:cNvSpPr/>
            <p:nvPr/>
          </p:nvSpPr>
          <p:spPr>
            <a:xfrm>
              <a:off x="6255139" y="982643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815" y="87149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03" name="object 2303" descr=""/>
            <p:cNvSpPr/>
            <p:nvPr/>
          </p:nvSpPr>
          <p:spPr>
            <a:xfrm>
              <a:off x="6196732" y="9934608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38878" y="0"/>
                  </a:moveTo>
                  <a:lnTo>
                    <a:pt x="0" y="0"/>
                  </a:lnTo>
                  <a:lnTo>
                    <a:pt x="0" y="121305"/>
                  </a:lnTo>
                  <a:lnTo>
                    <a:pt x="38878" y="121305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4" name="object 2304" descr=""/>
            <p:cNvSpPr/>
            <p:nvPr/>
          </p:nvSpPr>
          <p:spPr>
            <a:xfrm>
              <a:off x="6196732" y="9934608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0" y="121305"/>
                  </a:moveTo>
                  <a:lnTo>
                    <a:pt x="38878" y="121305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1213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05" name="object 2305" descr=""/>
            <p:cNvSpPr/>
            <p:nvPr/>
          </p:nvSpPr>
          <p:spPr>
            <a:xfrm>
              <a:off x="6135007" y="9934608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38836" y="0"/>
                  </a:moveTo>
                  <a:lnTo>
                    <a:pt x="0" y="0"/>
                  </a:lnTo>
                  <a:lnTo>
                    <a:pt x="0" y="121305"/>
                  </a:lnTo>
                  <a:lnTo>
                    <a:pt x="38836" y="121305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6" name="object 2306" descr=""/>
            <p:cNvSpPr/>
            <p:nvPr/>
          </p:nvSpPr>
          <p:spPr>
            <a:xfrm>
              <a:off x="6135007" y="9934608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0" y="121305"/>
                  </a:moveTo>
                  <a:lnTo>
                    <a:pt x="38836" y="121305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1213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07" name="object 2307" descr=""/>
            <p:cNvSpPr/>
            <p:nvPr/>
          </p:nvSpPr>
          <p:spPr>
            <a:xfrm>
              <a:off x="6073197" y="9934608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38878" y="0"/>
                  </a:moveTo>
                  <a:lnTo>
                    <a:pt x="0" y="0"/>
                  </a:lnTo>
                  <a:lnTo>
                    <a:pt x="0" y="121305"/>
                  </a:lnTo>
                  <a:lnTo>
                    <a:pt x="38878" y="121305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8" name="object 2308" descr=""/>
            <p:cNvSpPr/>
            <p:nvPr/>
          </p:nvSpPr>
          <p:spPr>
            <a:xfrm>
              <a:off x="6073197" y="9934608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0" y="121305"/>
                  </a:moveTo>
                  <a:lnTo>
                    <a:pt x="38878" y="121305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1213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09" name="object 2309" descr=""/>
            <p:cNvSpPr/>
            <p:nvPr/>
          </p:nvSpPr>
          <p:spPr>
            <a:xfrm>
              <a:off x="6011481" y="9934608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38794" y="0"/>
                  </a:moveTo>
                  <a:lnTo>
                    <a:pt x="0" y="0"/>
                  </a:lnTo>
                  <a:lnTo>
                    <a:pt x="0" y="121305"/>
                  </a:lnTo>
                  <a:lnTo>
                    <a:pt x="38794" y="121305"/>
                  </a:lnTo>
                  <a:lnTo>
                    <a:pt x="3879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0" name="object 2310" descr=""/>
            <p:cNvSpPr/>
            <p:nvPr/>
          </p:nvSpPr>
          <p:spPr>
            <a:xfrm>
              <a:off x="6011481" y="9934608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0" y="121305"/>
                  </a:moveTo>
                  <a:lnTo>
                    <a:pt x="38794" y="121305"/>
                  </a:lnTo>
                  <a:lnTo>
                    <a:pt x="38794" y="0"/>
                  </a:lnTo>
                  <a:lnTo>
                    <a:pt x="0" y="0"/>
                  </a:lnTo>
                  <a:lnTo>
                    <a:pt x="0" y="1213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11" name="object 2311" descr=""/>
            <p:cNvSpPr/>
            <p:nvPr/>
          </p:nvSpPr>
          <p:spPr>
            <a:xfrm>
              <a:off x="5949661" y="9934608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38815" y="0"/>
                  </a:moveTo>
                  <a:lnTo>
                    <a:pt x="0" y="0"/>
                  </a:lnTo>
                  <a:lnTo>
                    <a:pt x="0" y="121305"/>
                  </a:lnTo>
                  <a:lnTo>
                    <a:pt x="38815" y="121305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2" name="object 2312" descr=""/>
            <p:cNvSpPr/>
            <p:nvPr/>
          </p:nvSpPr>
          <p:spPr>
            <a:xfrm>
              <a:off x="5949661" y="9934608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0" y="121305"/>
                  </a:moveTo>
                  <a:lnTo>
                    <a:pt x="38815" y="121305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1213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13" name="object 2313" descr=""/>
            <p:cNvSpPr/>
            <p:nvPr/>
          </p:nvSpPr>
          <p:spPr>
            <a:xfrm>
              <a:off x="5887904" y="9934608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38826" y="0"/>
                  </a:moveTo>
                  <a:lnTo>
                    <a:pt x="0" y="0"/>
                  </a:lnTo>
                  <a:lnTo>
                    <a:pt x="0" y="121305"/>
                  </a:lnTo>
                  <a:lnTo>
                    <a:pt x="38826" y="121305"/>
                  </a:lnTo>
                  <a:lnTo>
                    <a:pt x="3882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4" name="object 2314" descr=""/>
            <p:cNvSpPr/>
            <p:nvPr/>
          </p:nvSpPr>
          <p:spPr>
            <a:xfrm>
              <a:off x="5887904" y="9934608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0" y="121305"/>
                  </a:moveTo>
                  <a:lnTo>
                    <a:pt x="38826" y="121305"/>
                  </a:lnTo>
                  <a:lnTo>
                    <a:pt x="38826" y="0"/>
                  </a:lnTo>
                  <a:lnTo>
                    <a:pt x="0" y="0"/>
                  </a:lnTo>
                  <a:lnTo>
                    <a:pt x="0" y="1213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15" name="object 2315" descr=""/>
            <p:cNvSpPr/>
            <p:nvPr/>
          </p:nvSpPr>
          <p:spPr>
            <a:xfrm>
              <a:off x="6196732" y="9400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78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78" y="87117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6" name="object 2316" descr=""/>
            <p:cNvSpPr/>
            <p:nvPr/>
          </p:nvSpPr>
          <p:spPr>
            <a:xfrm>
              <a:off x="6196732" y="9400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78" y="87117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17" name="object 2317" descr=""/>
            <p:cNvSpPr/>
            <p:nvPr/>
          </p:nvSpPr>
          <p:spPr>
            <a:xfrm>
              <a:off x="6135007" y="9400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36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36" y="87117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8" name="object 2318" descr=""/>
            <p:cNvSpPr/>
            <p:nvPr/>
          </p:nvSpPr>
          <p:spPr>
            <a:xfrm>
              <a:off x="6135007" y="9400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36" y="87117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19" name="object 2319" descr=""/>
            <p:cNvSpPr/>
            <p:nvPr/>
          </p:nvSpPr>
          <p:spPr>
            <a:xfrm>
              <a:off x="6073197" y="9400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78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78" y="87117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0" name="object 2320" descr=""/>
            <p:cNvSpPr/>
            <p:nvPr/>
          </p:nvSpPr>
          <p:spPr>
            <a:xfrm>
              <a:off x="6073197" y="9400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78" y="87117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1" name="object 2321" descr=""/>
            <p:cNvSpPr/>
            <p:nvPr/>
          </p:nvSpPr>
          <p:spPr>
            <a:xfrm>
              <a:off x="6011481" y="9400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794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794" y="87117"/>
                  </a:lnTo>
                  <a:lnTo>
                    <a:pt x="3879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2" name="object 2322" descr=""/>
            <p:cNvSpPr/>
            <p:nvPr/>
          </p:nvSpPr>
          <p:spPr>
            <a:xfrm>
              <a:off x="6011481" y="9400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794" y="87117"/>
                  </a:lnTo>
                  <a:lnTo>
                    <a:pt x="38794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3" name="object 2323" descr=""/>
            <p:cNvSpPr/>
            <p:nvPr/>
          </p:nvSpPr>
          <p:spPr>
            <a:xfrm>
              <a:off x="5949661" y="9400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15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15" y="87117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4" name="object 2324" descr=""/>
            <p:cNvSpPr/>
            <p:nvPr/>
          </p:nvSpPr>
          <p:spPr>
            <a:xfrm>
              <a:off x="5949661" y="9400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15" y="87117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5" name="object 2325" descr=""/>
            <p:cNvSpPr/>
            <p:nvPr/>
          </p:nvSpPr>
          <p:spPr>
            <a:xfrm>
              <a:off x="5887904" y="9400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26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26" y="87117"/>
                  </a:lnTo>
                  <a:lnTo>
                    <a:pt x="3882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6" name="object 2326" descr=""/>
            <p:cNvSpPr/>
            <p:nvPr/>
          </p:nvSpPr>
          <p:spPr>
            <a:xfrm>
              <a:off x="5887904" y="9400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26" y="87117"/>
                  </a:lnTo>
                  <a:lnTo>
                    <a:pt x="38826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7" name="object 2327" descr=""/>
            <p:cNvSpPr/>
            <p:nvPr/>
          </p:nvSpPr>
          <p:spPr>
            <a:xfrm>
              <a:off x="6196732" y="9507375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78" y="0"/>
                  </a:moveTo>
                  <a:lnTo>
                    <a:pt x="0" y="0"/>
                  </a:lnTo>
                  <a:lnTo>
                    <a:pt x="0" y="87107"/>
                  </a:lnTo>
                  <a:lnTo>
                    <a:pt x="38878" y="87107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8" name="object 2328" descr=""/>
            <p:cNvSpPr/>
            <p:nvPr/>
          </p:nvSpPr>
          <p:spPr>
            <a:xfrm>
              <a:off x="6196732" y="9507375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07"/>
                  </a:moveTo>
                  <a:lnTo>
                    <a:pt x="38878" y="87107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8710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9" name="object 2329" descr=""/>
            <p:cNvSpPr/>
            <p:nvPr/>
          </p:nvSpPr>
          <p:spPr>
            <a:xfrm>
              <a:off x="6135007" y="9507375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36" y="0"/>
                  </a:moveTo>
                  <a:lnTo>
                    <a:pt x="0" y="0"/>
                  </a:lnTo>
                  <a:lnTo>
                    <a:pt x="0" y="87107"/>
                  </a:lnTo>
                  <a:lnTo>
                    <a:pt x="38836" y="87107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0" name="object 2330" descr=""/>
            <p:cNvSpPr/>
            <p:nvPr/>
          </p:nvSpPr>
          <p:spPr>
            <a:xfrm>
              <a:off x="6135007" y="9507375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07"/>
                  </a:moveTo>
                  <a:lnTo>
                    <a:pt x="38836" y="87107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8710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1" name="object 2331" descr=""/>
            <p:cNvSpPr/>
            <p:nvPr/>
          </p:nvSpPr>
          <p:spPr>
            <a:xfrm>
              <a:off x="6073197" y="9507375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78" y="0"/>
                  </a:moveTo>
                  <a:lnTo>
                    <a:pt x="0" y="0"/>
                  </a:lnTo>
                  <a:lnTo>
                    <a:pt x="0" y="87107"/>
                  </a:lnTo>
                  <a:lnTo>
                    <a:pt x="38878" y="87107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2" name="object 2332" descr=""/>
            <p:cNvSpPr/>
            <p:nvPr/>
          </p:nvSpPr>
          <p:spPr>
            <a:xfrm>
              <a:off x="6073197" y="9507375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07"/>
                  </a:moveTo>
                  <a:lnTo>
                    <a:pt x="38878" y="87107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8710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3" name="object 2333" descr=""/>
            <p:cNvSpPr/>
            <p:nvPr/>
          </p:nvSpPr>
          <p:spPr>
            <a:xfrm>
              <a:off x="6011481" y="9507375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794" y="0"/>
                  </a:moveTo>
                  <a:lnTo>
                    <a:pt x="0" y="0"/>
                  </a:lnTo>
                  <a:lnTo>
                    <a:pt x="0" y="87107"/>
                  </a:lnTo>
                  <a:lnTo>
                    <a:pt x="38794" y="87107"/>
                  </a:lnTo>
                  <a:lnTo>
                    <a:pt x="3879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4" name="object 2334" descr=""/>
            <p:cNvSpPr/>
            <p:nvPr/>
          </p:nvSpPr>
          <p:spPr>
            <a:xfrm>
              <a:off x="6011481" y="9507375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07"/>
                  </a:moveTo>
                  <a:lnTo>
                    <a:pt x="38794" y="87107"/>
                  </a:lnTo>
                  <a:lnTo>
                    <a:pt x="38794" y="0"/>
                  </a:lnTo>
                  <a:lnTo>
                    <a:pt x="0" y="0"/>
                  </a:lnTo>
                  <a:lnTo>
                    <a:pt x="0" y="8710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5" name="object 2335" descr=""/>
            <p:cNvSpPr/>
            <p:nvPr/>
          </p:nvSpPr>
          <p:spPr>
            <a:xfrm>
              <a:off x="5949661" y="9507375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15" y="0"/>
                  </a:moveTo>
                  <a:lnTo>
                    <a:pt x="0" y="0"/>
                  </a:lnTo>
                  <a:lnTo>
                    <a:pt x="0" y="87107"/>
                  </a:lnTo>
                  <a:lnTo>
                    <a:pt x="38815" y="87107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6" name="object 2336" descr=""/>
            <p:cNvSpPr/>
            <p:nvPr/>
          </p:nvSpPr>
          <p:spPr>
            <a:xfrm>
              <a:off x="5949661" y="9507375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07"/>
                  </a:moveTo>
                  <a:lnTo>
                    <a:pt x="38815" y="87107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8710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7" name="object 2337" descr=""/>
            <p:cNvSpPr/>
            <p:nvPr/>
          </p:nvSpPr>
          <p:spPr>
            <a:xfrm>
              <a:off x="5887904" y="9507375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26" y="0"/>
                  </a:moveTo>
                  <a:lnTo>
                    <a:pt x="0" y="0"/>
                  </a:lnTo>
                  <a:lnTo>
                    <a:pt x="0" y="87107"/>
                  </a:lnTo>
                  <a:lnTo>
                    <a:pt x="38826" y="87107"/>
                  </a:lnTo>
                  <a:lnTo>
                    <a:pt x="3882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8" name="object 2338" descr=""/>
            <p:cNvSpPr/>
            <p:nvPr/>
          </p:nvSpPr>
          <p:spPr>
            <a:xfrm>
              <a:off x="5887904" y="9507375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07"/>
                  </a:moveTo>
                  <a:lnTo>
                    <a:pt x="38826" y="87107"/>
                  </a:lnTo>
                  <a:lnTo>
                    <a:pt x="38826" y="0"/>
                  </a:lnTo>
                  <a:lnTo>
                    <a:pt x="0" y="0"/>
                  </a:lnTo>
                  <a:lnTo>
                    <a:pt x="0" y="8710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9" name="object 2339" descr=""/>
            <p:cNvSpPr/>
            <p:nvPr/>
          </p:nvSpPr>
          <p:spPr>
            <a:xfrm>
              <a:off x="6196732" y="9613696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78" y="0"/>
                  </a:moveTo>
                  <a:lnTo>
                    <a:pt x="0" y="0"/>
                  </a:lnTo>
                  <a:lnTo>
                    <a:pt x="0" y="87170"/>
                  </a:lnTo>
                  <a:lnTo>
                    <a:pt x="38878" y="87170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0" name="object 2340" descr=""/>
            <p:cNvSpPr/>
            <p:nvPr/>
          </p:nvSpPr>
          <p:spPr>
            <a:xfrm>
              <a:off x="6196732" y="9613696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70"/>
                  </a:moveTo>
                  <a:lnTo>
                    <a:pt x="38878" y="87170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8717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1" name="object 2341" descr=""/>
            <p:cNvSpPr/>
            <p:nvPr/>
          </p:nvSpPr>
          <p:spPr>
            <a:xfrm>
              <a:off x="6135007" y="9613696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36" y="0"/>
                  </a:moveTo>
                  <a:lnTo>
                    <a:pt x="0" y="0"/>
                  </a:lnTo>
                  <a:lnTo>
                    <a:pt x="0" y="87170"/>
                  </a:lnTo>
                  <a:lnTo>
                    <a:pt x="38836" y="87170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2" name="object 2342" descr=""/>
            <p:cNvSpPr/>
            <p:nvPr/>
          </p:nvSpPr>
          <p:spPr>
            <a:xfrm>
              <a:off x="6135007" y="9613696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70"/>
                  </a:moveTo>
                  <a:lnTo>
                    <a:pt x="38836" y="87170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8717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3" name="object 2343" descr=""/>
            <p:cNvSpPr/>
            <p:nvPr/>
          </p:nvSpPr>
          <p:spPr>
            <a:xfrm>
              <a:off x="6073197" y="9613696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78" y="0"/>
                  </a:moveTo>
                  <a:lnTo>
                    <a:pt x="0" y="0"/>
                  </a:lnTo>
                  <a:lnTo>
                    <a:pt x="0" y="87170"/>
                  </a:lnTo>
                  <a:lnTo>
                    <a:pt x="38878" y="87170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4" name="object 2344" descr=""/>
            <p:cNvSpPr/>
            <p:nvPr/>
          </p:nvSpPr>
          <p:spPr>
            <a:xfrm>
              <a:off x="6073197" y="9613696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70"/>
                  </a:moveTo>
                  <a:lnTo>
                    <a:pt x="38878" y="87170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8717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5" name="object 2345" descr=""/>
            <p:cNvSpPr/>
            <p:nvPr/>
          </p:nvSpPr>
          <p:spPr>
            <a:xfrm>
              <a:off x="6011481" y="9613696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794" y="0"/>
                  </a:moveTo>
                  <a:lnTo>
                    <a:pt x="0" y="0"/>
                  </a:lnTo>
                  <a:lnTo>
                    <a:pt x="0" y="87170"/>
                  </a:lnTo>
                  <a:lnTo>
                    <a:pt x="38794" y="87170"/>
                  </a:lnTo>
                  <a:lnTo>
                    <a:pt x="3879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6" name="object 2346" descr=""/>
            <p:cNvSpPr/>
            <p:nvPr/>
          </p:nvSpPr>
          <p:spPr>
            <a:xfrm>
              <a:off x="6011481" y="9613696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70"/>
                  </a:moveTo>
                  <a:lnTo>
                    <a:pt x="38794" y="87170"/>
                  </a:lnTo>
                  <a:lnTo>
                    <a:pt x="38794" y="0"/>
                  </a:lnTo>
                  <a:lnTo>
                    <a:pt x="0" y="0"/>
                  </a:lnTo>
                  <a:lnTo>
                    <a:pt x="0" y="8717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7" name="object 2347" descr=""/>
            <p:cNvSpPr/>
            <p:nvPr/>
          </p:nvSpPr>
          <p:spPr>
            <a:xfrm>
              <a:off x="5949661" y="9613696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15" y="0"/>
                  </a:moveTo>
                  <a:lnTo>
                    <a:pt x="0" y="0"/>
                  </a:lnTo>
                  <a:lnTo>
                    <a:pt x="0" y="87170"/>
                  </a:lnTo>
                  <a:lnTo>
                    <a:pt x="38815" y="87170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8" name="object 2348" descr=""/>
            <p:cNvSpPr/>
            <p:nvPr/>
          </p:nvSpPr>
          <p:spPr>
            <a:xfrm>
              <a:off x="5949661" y="9613696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70"/>
                  </a:moveTo>
                  <a:lnTo>
                    <a:pt x="38815" y="87170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8717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9" name="object 2349" descr=""/>
            <p:cNvSpPr/>
            <p:nvPr/>
          </p:nvSpPr>
          <p:spPr>
            <a:xfrm>
              <a:off x="5887904" y="9613696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26" y="0"/>
                  </a:moveTo>
                  <a:lnTo>
                    <a:pt x="0" y="0"/>
                  </a:lnTo>
                  <a:lnTo>
                    <a:pt x="0" y="87170"/>
                  </a:lnTo>
                  <a:lnTo>
                    <a:pt x="38826" y="87170"/>
                  </a:lnTo>
                  <a:lnTo>
                    <a:pt x="3882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0" name="object 2350" descr=""/>
            <p:cNvSpPr/>
            <p:nvPr/>
          </p:nvSpPr>
          <p:spPr>
            <a:xfrm>
              <a:off x="5887904" y="9613696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70"/>
                  </a:moveTo>
                  <a:lnTo>
                    <a:pt x="38826" y="87170"/>
                  </a:lnTo>
                  <a:lnTo>
                    <a:pt x="38826" y="0"/>
                  </a:lnTo>
                  <a:lnTo>
                    <a:pt x="0" y="0"/>
                  </a:lnTo>
                  <a:lnTo>
                    <a:pt x="0" y="8717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1" name="object 2351" descr=""/>
            <p:cNvSpPr/>
            <p:nvPr/>
          </p:nvSpPr>
          <p:spPr>
            <a:xfrm>
              <a:off x="6196732" y="97201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78" y="0"/>
                  </a:moveTo>
                  <a:lnTo>
                    <a:pt x="0" y="0"/>
                  </a:lnTo>
                  <a:lnTo>
                    <a:pt x="0" y="87075"/>
                  </a:lnTo>
                  <a:lnTo>
                    <a:pt x="38878" y="87075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2" name="object 2352" descr=""/>
            <p:cNvSpPr/>
            <p:nvPr/>
          </p:nvSpPr>
          <p:spPr>
            <a:xfrm>
              <a:off x="6196732" y="97201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075"/>
                  </a:moveTo>
                  <a:lnTo>
                    <a:pt x="38878" y="87075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8707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3" name="object 2353" descr=""/>
            <p:cNvSpPr/>
            <p:nvPr/>
          </p:nvSpPr>
          <p:spPr>
            <a:xfrm>
              <a:off x="6135007" y="97201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36" y="0"/>
                  </a:moveTo>
                  <a:lnTo>
                    <a:pt x="0" y="0"/>
                  </a:lnTo>
                  <a:lnTo>
                    <a:pt x="0" y="87075"/>
                  </a:lnTo>
                  <a:lnTo>
                    <a:pt x="38836" y="87075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4" name="object 2354" descr=""/>
            <p:cNvSpPr/>
            <p:nvPr/>
          </p:nvSpPr>
          <p:spPr>
            <a:xfrm>
              <a:off x="6135007" y="97201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075"/>
                  </a:moveTo>
                  <a:lnTo>
                    <a:pt x="38836" y="87075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8707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5" name="object 2355" descr=""/>
            <p:cNvSpPr/>
            <p:nvPr/>
          </p:nvSpPr>
          <p:spPr>
            <a:xfrm>
              <a:off x="6073197" y="97201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78" y="0"/>
                  </a:moveTo>
                  <a:lnTo>
                    <a:pt x="0" y="0"/>
                  </a:lnTo>
                  <a:lnTo>
                    <a:pt x="0" y="87075"/>
                  </a:lnTo>
                  <a:lnTo>
                    <a:pt x="38878" y="87075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6" name="object 2356" descr=""/>
            <p:cNvSpPr/>
            <p:nvPr/>
          </p:nvSpPr>
          <p:spPr>
            <a:xfrm>
              <a:off x="6073197" y="97201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075"/>
                  </a:moveTo>
                  <a:lnTo>
                    <a:pt x="38878" y="87075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8707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7" name="object 2357" descr=""/>
            <p:cNvSpPr/>
            <p:nvPr/>
          </p:nvSpPr>
          <p:spPr>
            <a:xfrm>
              <a:off x="6011481" y="97201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794" y="0"/>
                  </a:moveTo>
                  <a:lnTo>
                    <a:pt x="0" y="0"/>
                  </a:lnTo>
                  <a:lnTo>
                    <a:pt x="0" y="87075"/>
                  </a:lnTo>
                  <a:lnTo>
                    <a:pt x="38794" y="87075"/>
                  </a:lnTo>
                  <a:lnTo>
                    <a:pt x="3879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8" name="object 2358" descr=""/>
            <p:cNvSpPr/>
            <p:nvPr/>
          </p:nvSpPr>
          <p:spPr>
            <a:xfrm>
              <a:off x="6011481" y="97201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075"/>
                  </a:moveTo>
                  <a:lnTo>
                    <a:pt x="38794" y="87075"/>
                  </a:lnTo>
                  <a:lnTo>
                    <a:pt x="38794" y="0"/>
                  </a:lnTo>
                  <a:lnTo>
                    <a:pt x="0" y="0"/>
                  </a:lnTo>
                  <a:lnTo>
                    <a:pt x="0" y="8707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9" name="object 2359" descr=""/>
            <p:cNvSpPr/>
            <p:nvPr/>
          </p:nvSpPr>
          <p:spPr>
            <a:xfrm>
              <a:off x="5949661" y="97201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15" y="0"/>
                  </a:moveTo>
                  <a:lnTo>
                    <a:pt x="0" y="0"/>
                  </a:lnTo>
                  <a:lnTo>
                    <a:pt x="0" y="87075"/>
                  </a:lnTo>
                  <a:lnTo>
                    <a:pt x="38815" y="87075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0" name="object 2360" descr=""/>
            <p:cNvSpPr/>
            <p:nvPr/>
          </p:nvSpPr>
          <p:spPr>
            <a:xfrm>
              <a:off x="5949661" y="97201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075"/>
                  </a:moveTo>
                  <a:lnTo>
                    <a:pt x="38815" y="87075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8707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1" name="object 2361" descr=""/>
            <p:cNvSpPr/>
            <p:nvPr/>
          </p:nvSpPr>
          <p:spPr>
            <a:xfrm>
              <a:off x="5887904" y="97201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26" y="0"/>
                  </a:moveTo>
                  <a:lnTo>
                    <a:pt x="0" y="0"/>
                  </a:lnTo>
                  <a:lnTo>
                    <a:pt x="0" y="87075"/>
                  </a:lnTo>
                  <a:lnTo>
                    <a:pt x="38826" y="87075"/>
                  </a:lnTo>
                  <a:lnTo>
                    <a:pt x="3882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2" name="object 2362" descr=""/>
            <p:cNvSpPr/>
            <p:nvPr/>
          </p:nvSpPr>
          <p:spPr>
            <a:xfrm>
              <a:off x="5887904" y="97201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075"/>
                  </a:moveTo>
                  <a:lnTo>
                    <a:pt x="38826" y="87075"/>
                  </a:lnTo>
                  <a:lnTo>
                    <a:pt x="38826" y="0"/>
                  </a:lnTo>
                  <a:lnTo>
                    <a:pt x="0" y="0"/>
                  </a:lnTo>
                  <a:lnTo>
                    <a:pt x="0" y="8707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3" name="object 2363" descr=""/>
            <p:cNvSpPr/>
            <p:nvPr/>
          </p:nvSpPr>
          <p:spPr>
            <a:xfrm>
              <a:off x="6196732" y="982643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78" y="0"/>
                  </a:moveTo>
                  <a:lnTo>
                    <a:pt x="0" y="0"/>
                  </a:lnTo>
                  <a:lnTo>
                    <a:pt x="0" y="87149"/>
                  </a:lnTo>
                  <a:lnTo>
                    <a:pt x="38878" y="87149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4" name="object 2364" descr=""/>
            <p:cNvSpPr/>
            <p:nvPr/>
          </p:nvSpPr>
          <p:spPr>
            <a:xfrm>
              <a:off x="6196732" y="982643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878" y="87149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5" name="object 2365" descr=""/>
            <p:cNvSpPr/>
            <p:nvPr/>
          </p:nvSpPr>
          <p:spPr>
            <a:xfrm>
              <a:off x="6135007" y="982643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36" y="0"/>
                  </a:moveTo>
                  <a:lnTo>
                    <a:pt x="0" y="0"/>
                  </a:lnTo>
                  <a:lnTo>
                    <a:pt x="0" y="87149"/>
                  </a:lnTo>
                  <a:lnTo>
                    <a:pt x="38836" y="87149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6" name="object 2366" descr=""/>
            <p:cNvSpPr/>
            <p:nvPr/>
          </p:nvSpPr>
          <p:spPr>
            <a:xfrm>
              <a:off x="6135007" y="982643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836" y="87149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7" name="object 2367" descr=""/>
            <p:cNvSpPr/>
            <p:nvPr/>
          </p:nvSpPr>
          <p:spPr>
            <a:xfrm>
              <a:off x="6073197" y="982643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78" y="0"/>
                  </a:moveTo>
                  <a:lnTo>
                    <a:pt x="0" y="0"/>
                  </a:lnTo>
                  <a:lnTo>
                    <a:pt x="0" y="87149"/>
                  </a:lnTo>
                  <a:lnTo>
                    <a:pt x="38878" y="87149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8" name="object 2368" descr=""/>
            <p:cNvSpPr/>
            <p:nvPr/>
          </p:nvSpPr>
          <p:spPr>
            <a:xfrm>
              <a:off x="6073197" y="982643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878" y="87149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9" name="object 2369" descr=""/>
            <p:cNvSpPr/>
            <p:nvPr/>
          </p:nvSpPr>
          <p:spPr>
            <a:xfrm>
              <a:off x="6011481" y="982643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794" y="0"/>
                  </a:moveTo>
                  <a:lnTo>
                    <a:pt x="0" y="0"/>
                  </a:lnTo>
                  <a:lnTo>
                    <a:pt x="0" y="87149"/>
                  </a:lnTo>
                  <a:lnTo>
                    <a:pt x="38794" y="87149"/>
                  </a:lnTo>
                  <a:lnTo>
                    <a:pt x="3879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0" name="object 2370" descr=""/>
            <p:cNvSpPr/>
            <p:nvPr/>
          </p:nvSpPr>
          <p:spPr>
            <a:xfrm>
              <a:off x="6011481" y="982643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794" y="87149"/>
                  </a:lnTo>
                  <a:lnTo>
                    <a:pt x="38794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71" name="object 2371" descr=""/>
            <p:cNvSpPr/>
            <p:nvPr/>
          </p:nvSpPr>
          <p:spPr>
            <a:xfrm>
              <a:off x="5949661" y="982643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15" y="0"/>
                  </a:moveTo>
                  <a:lnTo>
                    <a:pt x="0" y="0"/>
                  </a:lnTo>
                  <a:lnTo>
                    <a:pt x="0" y="87149"/>
                  </a:lnTo>
                  <a:lnTo>
                    <a:pt x="38815" y="87149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2" name="object 2372" descr=""/>
            <p:cNvSpPr/>
            <p:nvPr/>
          </p:nvSpPr>
          <p:spPr>
            <a:xfrm>
              <a:off x="5949661" y="982643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815" y="87149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73" name="object 2373" descr=""/>
            <p:cNvSpPr/>
            <p:nvPr/>
          </p:nvSpPr>
          <p:spPr>
            <a:xfrm>
              <a:off x="5887904" y="982643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26" y="0"/>
                  </a:moveTo>
                  <a:lnTo>
                    <a:pt x="0" y="0"/>
                  </a:lnTo>
                  <a:lnTo>
                    <a:pt x="0" y="87149"/>
                  </a:lnTo>
                  <a:lnTo>
                    <a:pt x="38826" y="87149"/>
                  </a:lnTo>
                  <a:lnTo>
                    <a:pt x="3882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4" name="object 2374" descr=""/>
            <p:cNvSpPr/>
            <p:nvPr/>
          </p:nvSpPr>
          <p:spPr>
            <a:xfrm>
              <a:off x="5887904" y="982643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826" y="87149"/>
                  </a:lnTo>
                  <a:lnTo>
                    <a:pt x="38826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75" name="object 2375" descr=""/>
            <p:cNvSpPr/>
            <p:nvPr/>
          </p:nvSpPr>
          <p:spPr>
            <a:xfrm>
              <a:off x="5829560" y="9934608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38836" y="0"/>
                  </a:moveTo>
                  <a:lnTo>
                    <a:pt x="0" y="0"/>
                  </a:lnTo>
                  <a:lnTo>
                    <a:pt x="0" y="121305"/>
                  </a:lnTo>
                  <a:lnTo>
                    <a:pt x="38836" y="121305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6" name="object 2376" descr=""/>
            <p:cNvSpPr/>
            <p:nvPr/>
          </p:nvSpPr>
          <p:spPr>
            <a:xfrm>
              <a:off x="5829560" y="9934608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0" y="121305"/>
                  </a:moveTo>
                  <a:lnTo>
                    <a:pt x="38836" y="121305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1213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77" name="object 2377" descr=""/>
            <p:cNvSpPr/>
            <p:nvPr/>
          </p:nvSpPr>
          <p:spPr>
            <a:xfrm>
              <a:off x="5767751" y="9934608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38878" y="0"/>
                  </a:moveTo>
                  <a:lnTo>
                    <a:pt x="0" y="0"/>
                  </a:lnTo>
                  <a:lnTo>
                    <a:pt x="0" y="121305"/>
                  </a:lnTo>
                  <a:lnTo>
                    <a:pt x="38878" y="121305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8" name="object 2378" descr=""/>
            <p:cNvSpPr/>
            <p:nvPr/>
          </p:nvSpPr>
          <p:spPr>
            <a:xfrm>
              <a:off x="5767751" y="9934608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0" y="121305"/>
                  </a:moveTo>
                  <a:lnTo>
                    <a:pt x="38878" y="121305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1213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79" name="object 2379" descr=""/>
            <p:cNvSpPr/>
            <p:nvPr/>
          </p:nvSpPr>
          <p:spPr>
            <a:xfrm>
              <a:off x="5705972" y="9934608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38920" y="0"/>
                  </a:moveTo>
                  <a:lnTo>
                    <a:pt x="0" y="0"/>
                  </a:lnTo>
                  <a:lnTo>
                    <a:pt x="0" y="121305"/>
                  </a:lnTo>
                  <a:lnTo>
                    <a:pt x="38920" y="121305"/>
                  </a:lnTo>
                  <a:lnTo>
                    <a:pt x="3892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0" name="object 2380" descr=""/>
            <p:cNvSpPr/>
            <p:nvPr/>
          </p:nvSpPr>
          <p:spPr>
            <a:xfrm>
              <a:off x="5705972" y="9934608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0" y="121305"/>
                  </a:moveTo>
                  <a:lnTo>
                    <a:pt x="38920" y="121305"/>
                  </a:lnTo>
                  <a:lnTo>
                    <a:pt x="38920" y="0"/>
                  </a:lnTo>
                  <a:lnTo>
                    <a:pt x="0" y="0"/>
                  </a:lnTo>
                  <a:lnTo>
                    <a:pt x="0" y="1213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1" name="object 2381" descr=""/>
            <p:cNvSpPr/>
            <p:nvPr/>
          </p:nvSpPr>
          <p:spPr>
            <a:xfrm>
              <a:off x="5644215" y="9934608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38867" y="0"/>
                  </a:moveTo>
                  <a:lnTo>
                    <a:pt x="0" y="0"/>
                  </a:lnTo>
                  <a:lnTo>
                    <a:pt x="0" y="121305"/>
                  </a:lnTo>
                  <a:lnTo>
                    <a:pt x="38867" y="121305"/>
                  </a:lnTo>
                  <a:lnTo>
                    <a:pt x="3886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2" name="object 2382" descr=""/>
            <p:cNvSpPr/>
            <p:nvPr/>
          </p:nvSpPr>
          <p:spPr>
            <a:xfrm>
              <a:off x="5644215" y="9934608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0" y="121305"/>
                  </a:moveTo>
                  <a:lnTo>
                    <a:pt x="38867" y="121305"/>
                  </a:lnTo>
                  <a:lnTo>
                    <a:pt x="38867" y="0"/>
                  </a:lnTo>
                  <a:lnTo>
                    <a:pt x="0" y="0"/>
                  </a:lnTo>
                  <a:lnTo>
                    <a:pt x="0" y="1213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3" name="object 2383" descr=""/>
            <p:cNvSpPr/>
            <p:nvPr/>
          </p:nvSpPr>
          <p:spPr>
            <a:xfrm>
              <a:off x="5582500" y="9934608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38815" y="0"/>
                  </a:moveTo>
                  <a:lnTo>
                    <a:pt x="0" y="0"/>
                  </a:lnTo>
                  <a:lnTo>
                    <a:pt x="0" y="121305"/>
                  </a:lnTo>
                  <a:lnTo>
                    <a:pt x="38815" y="121305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4" name="object 2384" descr=""/>
            <p:cNvSpPr/>
            <p:nvPr/>
          </p:nvSpPr>
          <p:spPr>
            <a:xfrm>
              <a:off x="5582500" y="9934608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0" y="121305"/>
                  </a:moveTo>
                  <a:lnTo>
                    <a:pt x="38815" y="121305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1213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5" name="object 2385" descr=""/>
            <p:cNvSpPr/>
            <p:nvPr/>
          </p:nvSpPr>
          <p:spPr>
            <a:xfrm>
              <a:off x="5520690" y="9934608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38836" y="0"/>
                  </a:moveTo>
                  <a:lnTo>
                    <a:pt x="0" y="0"/>
                  </a:lnTo>
                  <a:lnTo>
                    <a:pt x="0" y="121305"/>
                  </a:lnTo>
                  <a:lnTo>
                    <a:pt x="38836" y="121305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6" name="object 2386" descr=""/>
            <p:cNvSpPr/>
            <p:nvPr/>
          </p:nvSpPr>
          <p:spPr>
            <a:xfrm>
              <a:off x="5520690" y="9934608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0" y="121305"/>
                  </a:moveTo>
                  <a:lnTo>
                    <a:pt x="38836" y="121305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1213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7" name="object 2387" descr=""/>
            <p:cNvSpPr/>
            <p:nvPr/>
          </p:nvSpPr>
          <p:spPr>
            <a:xfrm>
              <a:off x="5829560" y="9400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36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36" y="87117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8" name="object 2388" descr=""/>
            <p:cNvSpPr/>
            <p:nvPr/>
          </p:nvSpPr>
          <p:spPr>
            <a:xfrm>
              <a:off x="5829560" y="9400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36" y="87117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9" name="object 2389" descr=""/>
            <p:cNvSpPr/>
            <p:nvPr/>
          </p:nvSpPr>
          <p:spPr>
            <a:xfrm>
              <a:off x="5767751" y="9400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78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78" y="87117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0" name="object 2390" descr=""/>
            <p:cNvSpPr/>
            <p:nvPr/>
          </p:nvSpPr>
          <p:spPr>
            <a:xfrm>
              <a:off x="5767751" y="9400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78" y="87117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91" name="object 2391" descr=""/>
            <p:cNvSpPr/>
            <p:nvPr/>
          </p:nvSpPr>
          <p:spPr>
            <a:xfrm>
              <a:off x="5705972" y="9400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920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920" y="87117"/>
                  </a:lnTo>
                  <a:lnTo>
                    <a:pt x="3892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2" name="object 2392" descr=""/>
            <p:cNvSpPr/>
            <p:nvPr/>
          </p:nvSpPr>
          <p:spPr>
            <a:xfrm>
              <a:off x="5705972" y="9400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920" y="87117"/>
                  </a:lnTo>
                  <a:lnTo>
                    <a:pt x="38920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93" name="object 2393" descr=""/>
            <p:cNvSpPr/>
            <p:nvPr/>
          </p:nvSpPr>
          <p:spPr>
            <a:xfrm>
              <a:off x="5644215" y="9400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67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67" y="87117"/>
                  </a:lnTo>
                  <a:lnTo>
                    <a:pt x="3886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4" name="object 2394" descr=""/>
            <p:cNvSpPr/>
            <p:nvPr/>
          </p:nvSpPr>
          <p:spPr>
            <a:xfrm>
              <a:off x="5644215" y="9400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67" y="87117"/>
                  </a:lnTo>
                  <a:lnTo>
                    <a:pt x="38867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95" name="object 2395" descr=""/>
            <p:cNvSpPr/>
            <p:nvPr/>
          </p:nvSpPr>
          <p:spPr>
            <a:xfrm>
              <a:off x="5582500" y="9400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15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15" y="87117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6" name="object 2396" descr=""/>
            <p:cNvSpPr/>
            <p:nvPr/>
          </p:nvSpPr>
          <p:spPr>
            <a:xfrm>
              <a:off x="5582500" y="9400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15" y="87117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97" name="object 2397" descr=""/>
            <p:cNvSpPr/>
            <p:nvPr/>
          </p:nvSpPr>
          <p:spPr>
            <a:xfrm>
              <a:off x="5520690" y="9400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36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36" y="87117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8" name="object 2398" descr=""/>
            <p:cNvSpPr/>
            <p:nvPr/>
          </p:nvSpPr>
          <p:spPr>
            <a:xfrm>
              <a:off x="5520690" y="9400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36" y="87117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99" name="object 2399" descr=""/>
            <p:cNvSpPr/>
            <p:nvPr/>
          </p:nvSpPr>
          <p:spPr>
            <a:xfrm>
              <a:off x="5829560" y="9507375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36" y="0"/>
                  </a:moveTo>
                  <a:lnTo>
                    <a:pt x="0" y="0"/>
                  </a:lnTo>
                  <a:lnTo>
                    <a:pt x="0" y="87107"/>
                  </a:lnTo>
                  <a:lnTo>
                    <a:pt x="38836" y="87107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0" name="object 2400" descr=""/>
            <p:cNvSpPr/>
            <p:nvPr/>
          </p:nvSpPr>
          <p:spPr>
            <a:xfrm>
              <a:off x="5829560" y="9507375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07"/>
                  </a:moveTo>
                  <a:lnTo>
                    <a:pt x="38836" y="87107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8710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01" name="object 2401" descr=""/>
            <p:cNvSpPr/>
            <p:nvPr/>
          </p:nvSpPr>
          <p:spPr>
            <a:xfrm>
              <a:off x="5767751" y="9507375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78" y="0"/>
                  </a:moveTo>
                  <a:lnTo>
                    <a:pt x="0" y="0"/>
                  </a:lnTo>
                  <a:lnTo>
                    <a:pt x="0" y="87107"/>
                  </a:lnTo>
                  <a:lnTo>
                    <a:pt x="38878" y="87107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2" name="object 2402" descr=""/>
            <p:cNvSpPr/>
            <p:nvPr/>
          </p:nvSpPr>
          <p:spPr>
            <a:xfrm>
              <a:off x="5767751" y="9507375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07"/>
                  </a:moveTo>
                  <a:lnTo>
                    <a:pt x="38878" y="87107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8710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03" name="object 2403" descr=""/>
            <p:cNvSpPr/>
            <p:nvPr/>
          </p:nvSpPr>
          <p:spPr>
            <a:xfrm>
              <a:off x="5705972" y="9507375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920" y="0"/>
                  </a:moveTo>
                  <a:lnTo>
                    <a:pt x="0" y="0"/>
                  </a:lnTo>
                  <a:lnTo>
                    <a:pt x="0" y="87107"/>
                  </a:lnTo>
                  <a:lnTo>
                    <a:pt x="38920" y="87107"/>
                  </a:lnTo>
                  <a:lnTo>
                    <a:pt x="3892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4" name="object 2404" descr=""/>
            <p:cNvSpPr/>
            <p:nvPr/>
          </p:nvSpPr>
          <p:spPr>
            <a:xfrm>
              <a:off x="5705972" y="9507375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07"/>
                  </a:moveTo>
                  <a:lnTo>
                    <a:pt x="38920" y="87107"/>
                  </a:lnTo>
                  <a:lnTo>
                    <a:pt x="38920" y="0"/>
                  </a:lnTo>
                  <a:lnTo>
                    <a:pt x="0" y="0"/>
                  </a:lnTo>
                  <a:lnTo>
                    <a:pt x="0" y="8710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05" name="object 2405" descr=""/>
            <p:cNvSpPr/>
            <p:nvPr/>
          </p:nvSpPr>
          <p:spPr>
            <a:xfrm>
              <a:off x="5644215" y="9507375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67" y="0"/>
                  </a:moveTo>
                  <a:lnTo>
                    <a:pt x="0" y="0"/>
                  </a:lnTo>
                  <a:lnTo>
                    <a:pt x="0" y="87107"/>
                  </a:lnTo>
                  <a:lnTo>
                    <a:pt x="38867" y="87107"/>
                  </a:lnTo>
                  <a:lnTo>
                    <a:pt x="3886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6" name="object 2406" descr=""/>
            <p:cNvSpPr/>
            <p:nvPr/>
          </p:nvSpPr>
          <p:spPr>
            <a:xfrm>
              <a:off x="5644215" y="9507375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07"/>
                  </a:moveTo>
                  <a:lnTo>
                    <a:pt x="38867" y="87107"/>
                  </a:lnTo>
                  <a:lnTo>
                    <a:pt x="38867" y="0"/>
                  </a:lnTo>
                  <a:lnTo>
                    <a:pt x="0" y="0"/>
                  </a:lnTo>
                  <a:lnTo>
                    <a:pt x="0" y="8710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07" name="object 2407" descr=""/>
            <p:cNvSpPr/>
            <p:nvPr/>
          </p:nvSpPr>
          <p:spPr>
            <a:xfrm>
              <a:off x="5582500" y="9507375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15" y="0"/>
                  </a:moveTo>
                  <a:lnTo>
                    <a:pt x="0" y="0"/>
                  </a:lnTo>
                  <a:lnTo>
                    <a:pt x="0" y="87107"/>
                  </a:lnTo>
                  <a:lnTo>
                    <a:pt x="38815" y="87107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8" name="object 2408" descr=""/>
            <p:cNvSpPr/>
            <p:nvPr/>
          </p:nvSpPr>
          <p:spPr>
            <a:xfrm>
              <a:off x="5582500" y="9507375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07"/>
                  </a:moveTo>
                  <a:lnTo>
                    <a:pt x="38815" y="87107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8710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09" name="object 2409" descr=""/>
            <p:cNvSpPr/>
            <p:nvPr/>
          </p:nvSpPr>
          <p:spPr>
            <a:xfrm>
              <a:off x="5520690" y="9507375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36" y="0"/>
                  </a:moveTo>
                  <a:lnTo>
                    <a:pt x="0" y="0"/>
                  </a:lnTo>
                  <a:lnTo>
                    <a:pt x="0" y="87107"/>
                  </a:lnTo>
                  <a:lnTo>
                    <a:pt x="38836" y="87107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0" name="object 2410" descr=""/>
            <p:cNvSpPr/>
            <p:nvPr/>
          </p:nvSpPr>
          <p:spPr>
            <a:xfrm>
              <a:off x="5520690" y="9507375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07"/>
                  </a:moveTo>
                  <a:lnTo>
                    <a:pt x="38836" y="87107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8710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11" name="object 2411" descr=""/>
            <p:cNvSpPr/>
            <p:nvPr/>
          </p:nvSpPr>
          <p:spPr>
            <a:xfrm>
              <a:off x="5829560" y="9613696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36" y="0"/>
                  </a:moveTo>
                  <a:lnTo>
                    <a:pt x="0" y="0"/>
                  </a:lnTo>
                  <a:lnTo>
                    <a:pt x="0" y="87170"/>
                  </a:lnTo>
                  <a:lnTo>
                    <a:pt x="38836" y="87170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2" name="object 2412" descr=""/>
            <p:cNvSpPr/>
            <p:nvPr/>
          </p:nvSpPr>
          <p:spPr>
            <a:xfrm>
              <a:off x="5829560" y="9613696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70"/>
                  </a:moveTo>
                  <a:lnTo>
                    <a:pt x="38836" y="87170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8717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13" name="object 2413" descr=""/>
            <p:cNvSpPr/>
            <p:nvPr/>
          </p:nvSpPr>
          <p:spPr>
            <a:xfrm>
              <a:off x="5767751" y="9613696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78" y="0"/>
                  </a:moveTo>
                  <a:lnTo>
                    <a:pt x="0" y="0"/>
                  </a:lnTo>
                  <a:lnTo>
                    <a:pt x="0" y="87170"/>
                  </a:lnTo>
                  <a:lnTo>
                    <a:pt x="38878" y="87170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4" name="object 2414" descr=""/>
            <p:cNvSpPr/>
            <p:nvPr/>
          </p:nvSpPr>
          <p:spPr>
            <a:xfrm>
              <a:off x="5767751" y="9613696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70"/>
                  </a:moveTo>
                  <a:lnTo>
                    <a:pt x="38878" y="87170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8717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15" name="object 2415" descr=""/>
            <p:cNvSpPr/>
            <p:nvPr/>
          </p:nvSpPr>
          <p:spPr>
            <a:xfrm>
              <a:off x="5705972" y="9613696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920" y="0"/>
                  </a:moveTo>
                  <a:lnTo>
                    <a:pt x="0" y="0"/>
                  </a:lnTo>
                  <a:lnTo>
                    <a:pt x="0" y="87170"/>
                  </a:lnTo>
                  <a:lnTo>
                    <a:pt x="38920" y="87170"/>
                  </a:lnTo>
                  <a:lnTo>
                    <a:pt x="3892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6" name="object 2416" descr=""/>
            <p:cNvSpPr/>
            <p:nvPr/>
          </p:nvSpPr>
          <p:spPr>
            <a:xfrm>
              <a:off x="5705972" y="9613696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70"/>
                  </a:moveTo>
                  <a:lnTo>
                    <a:pt x="38920" y="87170"/>
                  </a:lnTo>
                  <a:lnTo>
                    <a:pt x="38920" y="0"/>
                  </a:lnTo>
                  <a:lnTo>
                    <a:pt x="0" y="0"/>
                  </a:lnTo>
                  <a:lnTo>
                    <a:pt x="0" y="8717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17" name="object 2417" descr=""/>
            <p:cNvSpPr/>
            <p:nvPr/>
          </p:nvSpPr>
          <p:spPr>
            <a:xfrm>
              <a:off x="5644215" y="9613696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67" y="0"/>
                  </a:moveTo>
                  <a:lnTo>
                    <a:pt x="0" y="0"/>
                  </a:lnTo>
                  <a:lnTo>
                    <a:pt x="0" y="87170"/>
                  </a:lnTo>
                  <a:lnTo>
                    <a:pt x="38867" y="87170"/>
                  </a:lnTo>
                  <a:lnTo>
                    <a:pt x="3886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8" name="object 2418" descr=""/>
            <p:cNvSpPr/>
            <p:nvPr/>
          </p:nvSpPr>
          <p:spPr>
            <a:xfrm>
              <a:off x="5644215" y="9613696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70"/>
                  </a:moveTo>
                  <a:lnTo>
                    <a:pt x="38867" y="87170"/>
                  </a:lnTo>
                  <a:lnTo>
                    <a:pt x="38867" y="0"/>
                  </a:lnTo>
                  <a:lnTo>
                    <a:pt x="0" y="0"/>
                  </a:lnTo>
                  <a:lnTo>
                    <a:pt x="0" y="8717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19" name="object 2419" descr=""/>
            <p:cNvSpPr/>
            <p:nvPr/>
          </p:nvSpPr>
          <p:spPr>
            <a:xfrm>
              <a:off x="5582500" y="9613696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15" y="0"/>
                  </a:moveTo>
                  <a:lnTo>
                    <a:pt x="0" y="0"/>
                  </a:lnTo>
                  <a:lnTo>
                    <a:pt x="0" y="87170"/>
                  </a:lnTo>
                  <a:lnTo>
                    <a:pt x="38815" y="87170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0" name="object 2420" descr=""/>
            <p:cNvSpPr/>
            <p:nvPr/>
          </p:nvSpPr>
          <p:spPr>
            <a:xfrm>
              <a:off x="5582500" y="9613696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70"/>
                  </a:moveTo>
                  <a:lnTo>
                    <a:pt x="38815" y="87170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8717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21" name="object 2421" descr=""/>
            <p:cNvSpPr/>
            <p:nvPr/>
          </p:nvSpPr>
          <p:spPr>
            <a:xfrm>
              <a:off x="5520690" y="9613696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36" y="0"/>
                  </a:moveTo>
                  <a:lnTo>
                    <a:pt x="0" y="0"/>
                  </a:lnTo>
                  <a:lnTo>
                    <a:pt x="0" y="87170"/>
                  </a:lnTo>
                  <a:lnTo>
                    <a:pt x="38836" y="87170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2" name="object 2422" descr=""/>
            <p:cNvSpPr/>
            <p:nvPr/>
          </p:nvSpPr>
          <p:spPr>
            <a:xfrm>
              <a:off x="5520690" y="9613696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70"/>
                  </a:moveTo>
                  <a:lnTo>
                    <a:pt x="38836" y="87170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8717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23" name="object 2423" descr=""/>
            <p:cNvSpPr/>
            <p:nvPr/>
          </p:nvSpPr>
          <p:spPr>
            <a:xfrm>
              <a:off x="5829560" y="97201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36" y="0"/>
                  </a:moveTo>
                  <a:lnTo>
                    <a:pt x="0" y="0"/>
                  </a:lnTo>
                  <a:lnTo>
                    <a:pt x="0" y="87075"/>
                  </a:lnTo>
                  <a:lnTo>
                    <a:pt x="38836" y="87075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4" name="object 2424" descr=""/>
            <p:cNvSpPr/>
            <p:nvPr/>
          </p:nvSpPr>
          <p:spPr>
            <a:xfrm>
              <a:off x="5829560" y="97201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075"/>
                  </a:moveTo>
                  <a:lnTo>
                    <a:pt x="38836" y="87075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8707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25" name="object 2425" descr=""/>
            <p:cNvSpPr/>
            <p:nvPr/>
          </p:nvSpPr>
          <p:spPr>
            <a:xfrm>
              <a:off x="5767751" y="97201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78" y="0"/>
                  </a:moveTo>
                  <a:lnTo>
                    <a:pt x="0" y="0"/>
                  </a:lnTo>
                  <a:lnTo>
                    <a:pt x="0" y="87075"/>
                  </a:lnTo>
                  <a:lnTo>
                    <a:pt x="38878" y="87075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6" name="object 2426" descr=""/>
            <p:cNvSpPr/>
            <p:nvPr/>
          </p:nvSpPr>
          <p:spPr>
            <a:xfrm>
              <a:off x="5767751" y="97201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075"/>
                  </a:moveTo>
                  <a:lnTo>
                    <a:pt x="38878" y="87075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8707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27" name="object 2427" descr=""/>
            <p:cNvSpPr/>
            <p:nvPr/>
          </p:nvSpPr>
          <p:spPr>
            <a:xfrm>
              <a:off x="5705972" y="97201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920" y="0"/>
                  </a:moveTo>
                  <a:lnTo>
                    <a:pt x="0" y="0"/>
                  </a:lnTo>
                  <a:lnTo>
                    <a:pt x="0" y="87075"/>
                  </a:lnTo>
                  <a:lnTo>
                    <a:pt x="38920" y="87075"/>
                  </a:lnTo>
                  <a:lnTo>
                    <a:pt x="3892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8" name="object 2428" descr=""/>
            <p:cNvSpPr/>
            <p:nvPr/>
          </p:nvSpPr>
          <p:spPr>
            <a:xfrm>
              <a:off x="5705972" y="97201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075"/>
                  </a:moveTo>
                  <a:lnTo>
                    <a:pt x="38920" y="87075"/>
                  </a:lnTo>
                  <a:lnTo>
                    <a:pt x="38920" y="0"/>
                  </a:lnTo>
                  <a:lnTo>
                    <a:pt x="0" y="0"/>
                  </a:lnTo>
                  <a:lnTo>
                    <a:pt x="0" y="8707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29" name="object 2429" descr=""/>
            <p:cNvSpPr/>
            <p:nvPr/>
          </p:nvSpPr>
          <p:spPr>
            <a:xfrm>
              <a:off x="5644215" y="97201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67" y="0"/>
                  </a:moveTo>
                  <a:lnTo>
                    <a:pt x="0" y="0"/>
                  </a:lnTo>
                  <a:lnTo>
                    <a:pt x="0" y="87075"/>
                  </a:lnTo>
                  <a:lnTo>
                    <a:pt x="38867" y="87075"/>
                  </a:lnTo>
                  <a:lnTo>
                    <a:pt x="3886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0" name="object 2430" descr=""/>
            <p:cNvSpPr/>
            <p:nvPr/>
          </p:nvSpPr>
          <p:spPr>
            <a:xfrm>
              <a:off x="5644215" y="97201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075"/>
                  </a:moveTo>
                  <a:lnTo>
                    <a:pt x="38867" y="87075"/>
                  </a:lnTo>
                  <a:lnTo>
                    <a:pt x="38867" y="0"/>
                  </a:lnTo>
                  <a:lnTo>
                    <a:pt x="0" y="0"/>
                  </a:lnTo>
                  <a:lnTo>
                    <a:pt x="0" y="8707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31" name="object 2431" descr=""/>
            <p:cNvSpPr/>
            <p:nvPr/>
          </p:nvSpPr>
          <p:spPr>
            <a:xfrm>
              <a:off x="5582500" y="97201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15" y="0"/>
                  </a:moveTo>
                  <a:lnTo>
                    <a:pt x="0" y="0"/>
                  </a:lnTo>
                  <a:lnTo>
                    <a:pt x="0" y="87075"/>
                  </a:lnTo>
                  <a:lnTo>
                    <a:pt x="38815" y="87075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2" name="object 2432" descr=""/>
            <p:cNvSpPr/>
            <p:nvPr/>
          </p:nvSpPr>
          <p:spPr>
            <a:xfrm>
              <a:off x="5582500" y="97201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075"/>
                  </a:moveTo>
                  <a:lnTo>
                    <a:pt x="38815" y="87075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8707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33" name="object 2433" descr=""/>
            <p:cNvSpPr/>
            <p:nvPr/>
          </p:nvSpPr>
          <p:spPr>
            <a:xfrm>
              <a:off x="5520690" y="97201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36" y="0"/>
                  </a:moveTo>
                  <a:lnTo>
                    <a:pt x="0" y="0"/>
                  </a:lnTo>
                  <a:lnTo>
                    <a:pt x="0" y="87075"/>
                  </a:lnTo>
                  <a:lnTo>
                    <a:pt x="38836" y="87075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4" name="object 2434" descr=""/>
            <p:cNvSpPr/>
            <p:nvPr/>
          </p:nvSpPr>
          <p:spPr>
            <a:xfrm>
              <a:off x="5520690" y="97201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075"/>
                  </a:moveTo>
                  <a:lnTo>
                    <a:pt x="38836" y="87075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8707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35" name="object 2435" descr=""/>
            <p:cNvSpPr/>
            <p:nvPr/>
          </p:nvSpPr>
          <p:spPr>
            <a:xfrm>
              <a:off x="5829560" y="982643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36" y="0"/>
                  </a:moveTo>
                  <a:lnTo>
                    <a:pt x="0" y="0"/>
                  </a:lnTo>
                  <a:lnTo>
                    <a:pt x="0" y="87149"/>
                  </a:lnTo>
                  <a:lnTo>
                    <a:pt x="38836" y="87149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6" name="object 2436" descr=""/>
            <p:cNvSpPr/>
            <p:nvPr/>
          </p:nvSpPr>
          <p:spPr>
            <a:xfrm>
              <a:off x="5829560" y="982643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836" y="87149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37" name="object 2437" descr=""/>
            <p:cNvSpPr/>
            <p:nvPr/>
          </p:nvSpPr>
          <p:spPr>
            <a:xfrm>
              <a:off x="5767751" y="982643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78" y="0"/>
                  </a:moveTo>
                  <a:lnTo>
                    <a:pt x="0" y="0"/>
                  </a:lnTo>
                  <a:lnTo>
                    <a:pt x="0" y="87149"/>
                  </a:lnTo>
                  <a:lnTo>
                    <a:pt x="38878" y="87149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8" name="object 2438" descr=""/>
            <p:cNvSpPr/>
            <p:nvPr/>
          </p:nvSpPr>
          <p:spPr>
            <a:xfrm>
              <a:off x="5767751" y="982643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878" y="87149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39" name="object 2439" descr=""/>
            <p:cNvSpPr/>
            <p:nvPr/>
          </p:nvSpPr>
          <p:spPr>
            <a:xfrm>
              <a:off x="5705972" y="982643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920" y="0"/>
                  </a:moveTo>
                  <a:lnTo>
                    <a:pt x="0" y="0"/>
                  </a:lnTo>
                  <a:lnTo>
                    <a:pt x="0" y="87149"/>
                  </a:lnTo>
                  <a:lnTo>
                    <a:pt x="38920" y="87149"/>
                  </a:lnTo>
                  <a:lnTo>
                    <a:pt x="3892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0" name="object 2440" descr=""/>
            <p:cNvSpPr/>
            <p:nvPr/>
          </p:nvSpPr>
          <p:spPr>
            <a:xfrm>
              <a:off x="5705972" y="982643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920" y="87149"/>
                  </a:lnTo>
                  <a:lnTo>
                    <a:pt x="38920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41" name="object 2441" descr=""/>
            <p:cNvSpPr/>
            <p:nvPr/>
          </p:nvSpPr>
          <p:spPr>
            <a:xfrm>
              <a:off x="5644215" y="982643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67" y="0"/>
                  </a:moveTo>
                  <a:lnTo>
                    <a:pt x="0" y="0"/>
                  </a:lnTo>
                  <a:lnTo>
                    <a:pt x="0" y="87149"/>
                  </a:lnTo>
                  <a:lnTo>
                    <a:pt x="38867" y="87149"/>
                  </a:lnTo>
                  <a:lnTo>
                    <a:pt x="3886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2" name="object 2442" descr=""/>
            <p:cNvSpPr/>
            <p:nvPr/>
          </p:nvSpPr>
          <p:spPr>
            <a:xfrm>
              <a:off x="5644215" y="982643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867" y="87149"/>
                  </a:lnTo>
                  <a:lnTo>
                    <a:pt x="38867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43" name="object 2443" descr=""/>
            <p:cNvSpPr/>
            <p:nvPr/>
          </p:nvSpPr>
          <p:spPr>
            <a:xfrm>
              <a:off x="5582500" y="982643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15" y="0"/>
                  </a:moveTo>
                  <a:lnTo>
                    <a:pt x="0" y="0"/>
                  </a:lnTo>
                  <a:lnTo>
                    <a:pt x="0" y="87149"/>
                  </a:lnTo>
                  <a:lnTo>
                    <a:pt x="38815" y="87149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4" name="object 2444" descr=""/>
            <p:cNvSpPr/>
            <p:nvPr/>
          </p:nvSpPr>
          <p:spPr>
            <a:xfrm>
              <a:off x="5582500" y="982643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815" y="87149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45" name="object 2445" descr=""/>
            <p:cNvSpPr/>
            <p:nvPr/>
          </p:nvSpPr>
          <p:spPr>
            <a:xfrm>
              <a:off x="5520690" y="982643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36" y="0"/>
                  </a:moveTo>
                  <a:lnTo>
                    <a:pt x="0" y="0"/>
                  </a:lnTo>
                  <a:lnTo>
                    <a:pt x="0" y="87149"/>
                  </a:lnTo>
                  <a:lnTo>
                    <a:pt x="38836" y="87149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6" name="object 2446" descr=""/>
            <p:cNvSpPr/>
            <p:nvPr/>
          </p:nvSpPr>
          <p:spPr>
            <a:xfrm>
              <a:off x="5520690" y="982643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836" y="87149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47" name="object 2447" descr=""/>
            <p:cNvSpPr/>
            <p:nvPr/>
          </p:nvSpPr>
          <p:spPr>
            <a:xfrm>
              <a:off x="6502189" y="9258629"/>
              <a:ext cx="31750" cy="121285"/>
            </a:xfrm>
            <a:custGeom>
              <a:avLst/>
              <a:gdLst/>
              <a:ahLst/>
              <a:cxnLst/>
              <a:rect l="l" t="t" r="r" b="b"/>
              <a:pathLst>
                <a:path w="31750" h="121284">
                  <a:moveTo>
                    <a:pt x="0" y="121273"/>
                  </a:moveTo>
                  <a:lnTo>
                    <a:pt x="31287" y="121273"/>
                  </a:lnTo>
                  <a:lnTo>
                    <a:pt x="31287" y="0"/>
                  </a:lnTo>
                  <a:lnTo>
                    <a:pt x="0" y="0"/>
                  </a:lnTo>
                  <a:lnTo>
                    <a:pt x="0" y="121273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8" name="object 2448" descr=""/>
            <p:cNvSpPr/>
            <p:nvPr/>
          </p:nvSpPr>
          <p:spPr>
            <a:xfrm>
              <a:off x="6502189" y="9258629"/>
              <a:ext cx="39370" cy="121285"/>
            </a:xfrm>
            <a:custGeom>
              <a:avLst/>
              <a:gdLst/>
              <a:ahLst/>
              <a:cxnLst/>
              <a:rect l="l" t="t" r="r" b="b"/>
              <a:pathLst>
                <a:path w="39370" h="121284">
                  <a:moveTo>
                    <a:pt x="0" y="121273"/>
                  </a:moveTo>
                  <a:lnTo>
                    <a:pt x="38826" y="121273"/>
                  </a:lnTo>
                  <a:lnTo>
                    <a:pt x="38826" y="0"/>
                  </a:lnTo>
                  <a:lnTo>
                    <a:pt x="0" y="0"/>
                  </a:lnTo>
                  <a:lnTo>
                    <a:pt x="0" y="12127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49" name="object 2449" descr=""/>
            <p:cNvSpPr/>
            <p:nvPr/>
          </p:nvSpPr>
          <p:spPr>
            <a:xfrm>
              <a:off x="6440379" y="9258629"/>
              <a:ext cx="39370" cy="121285"/>
            </a:xfrm>
            <a:custGeom>
              <a:avLst/>
              <a:gdLst/>
              <a:ahLst/>
              <a:cxnLst/>
              <a:rect l="l" t="t" r="r" b="b"/>
              <a:pathLst>
                <a:path w="39370" h="121284">
                  <a:moveTo>
                    <a:pt x="38846" y="0"/>
                  </a:moveTo>
                  <a:lnTo>
                    <a:pt x="0" y="0"/>
                  </a:lnTo>
                  <a:lnTo>
                    <a:pt x="0" y="121273"/>
                  </a:lnTo>
                  <a:lnTo>
                    <a:pt x="38846" y="121273"/>
                  </a:lnTo>
                  <a:lnTo>
                    <a:pt x="3884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0" name="object 2450" descr=""/>
            <p:cNvSpPr/>
            <p:nvPr/>
          </p:nvSpPr>
          <p:spPr>
            <a:xfrm>
              <a:off x="6440379" y="9258629"/>
              <a:ext cx="39370" cy="121285"/>
            </a:xfrm>
            <a:custGeom>
              <a:avLst/>
              <a:gdLst/>
              <a:ahLst/>
              <a:cxnLst/>
              <a:rect l="l" t="t" r="r" b="b"/>
              <a:pathLst>
                <a:path w="39370" h="121284">
                  <a:moveTo>
                    <a:pt x="0" y="121273"/>
                  </a:moveTo>
                  <a:lnTo>
                    <a:pt x="38846" y="121273"/>
                  </a:lnTo>
                  <a:lnTo>
                    <a:pt x="38846" y="0"/>
                  </a:lnTo>
                  <a:lnTo>
                    <a:pt x="0" y="0"/>
                  </a:lnTo>
                  <a:lnTo>
                    <a:pt x="0" y="12127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1" name="object 2451" descr=""/>
            <p:cNvSpPr/>
            <p:nvPr/>
          </p:nvSpPr>
          <p:spPr>
            <a:xfrm>
              <a:off x="6378601" y="9258629"/>
              <a:ext cx="39370" cy="121285"/>
            </a:xfrm>
            <a:custGeom>
              <a:avLst/>
              <a:gdLst/>
              <a:ahLst/>
              <a:cxnLst/>
              <a:rect l="l" t="t" r="r" b="b"/>
              <a:pathLst>
                <a:path w="39370" h="121284">
                  <a:moveTo>
                    <a:pt x="38920" y="0"/>
                  </a:moveTo>
                  <a:lnTo>
                    <a:pt x="0" y="0"/>
                  </a:lnTo>
                  <a:lnTo>
                    <a:pt x="0" y="121273"/>
                  </a:lnTo>
                  <a:lnTo>
                    <a:pt x="38920" y="121273"/>
                  </a:lnTo>
                  <a:lnTo>
                    <a:pt x="3892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2" name="object 2452" descr=""/>
            <p:cNvSpPr/>
            <p:nvPr/>
          </p:nvSpPr>
          <p:spPr>
            <a:xfrm>
              <a:off x="6378601" y="9258629"/>
              <a:ext cx="39370" cy="121285"/>
            </a:xfrm>
            <a:custGeom>
              <a:avLst/>
              <a:gdLst/>
              <a:ahLst/>
              <a:cxnLst/>
              <a:rect l="l" t="t" r="r" b="b"/>
              <a:pathLst>
                <a:path w="39370" h="121284">
                  <a:moveTo>
                    <a:pt x="0" y="121273"/>
                  </a:moveTo>
                  <a:lnTo>
                    <a:pt x="38920" y="121273"/>
                  </a:lnTo>
                  <a:lnTo>
                    <a:pt x="38920" y="0"/>
                  </a:lnTo>
                  <a:lnTo>
                    <a:pt x="0" y="0"/>
                  </a:lnTo>
                  <a:lnTo>
                    <a:pt x="0" y="12127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3" name="object 2453" descr=""/>
            <p:cNvSpPr/>
            <p:nvPr/>
          </p:nvSpPr>
          <p:spPr>
            <a:xfrm>
              <a:off x="6316896" y="9258629"/>
              <a:ext cx="39370" cy="121285"/>
            </a:xfrm>
            <a:custGeom>
              <a:avLst/>
              <a:gdLst/>
              <a:ahLst/>
              <a:cxnLst/>
              <a:rect l="l" t="t" r="r" b="b"/>
              <a:pathLst>
                <a:path w="39370" h="121284">
                  <a:moveTo>
                    <a:pt x="38805" y="0"/>
                  </a:moveTo>
                  <a:lnTo>
                    <a:pt x="0" y="0"/>
                  </a:lnTo>
                  <a:lnTo>
                    <a:pt x="0" y="121273"/>
                  </a:lnTo>
                  <a:lnTo>
                    <a:pt x="38805" y="121273"/>
                  </a:lnTo>
                  <a:lnTo>
                    <a:pt x="3880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4" name="object 2454" descr=""/>
            <p:cNvSpPr/>
            <p:nvPr/>
          </p:nvSpPr>
          <p:spPr>
            <a:xfrm>
              <a:off x="6316896" y="9258629"/>
              <a:ext cx="39370" cy="121285"/>
            </a:xfrm>
            <a:custGeom>
              <a:avLst/>
              <a:gdLst/>
              <a:ahLst/>
              <a:cxnLst/>
              <a:rect l="l" t="t" r="r" b="b"/>
              <a:pathLst>
                <a:path w="39370" h="121284">
                  <a:moveTo>
                    <a:pt x="0" y="121273"/>
                  </a:moveTo>
                  <a:lnTo>
                    <a:pt x="38805" y="121273"/>
                  </a:lnTo>
                  <a:lnTo>
                    <a:pt x="38805" y="0"/>
                  </a:lnTo>
                  <a:lnTo>
                    <a:pt x="0" y="0"/>
                  </a:lnTo>
                  <a:lnTo>
                    <a:pt x="0" y="12127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5" name="object 2455" descr=""/>
            <p:cNvSpPr/>
            <p:nvPr/>
          </p:nvSpPr>
          <p:spPr>
            <a:xfrm>
              <a:off x="6255139" y="9258629"/>
              <a:ext cx="39370" cy="121285"/>
            </a:xfrm>
            <a:custGeom>
              <a:avLst/>
              <a:gdLst/>
              <a:ahLst/>
              <a:cxnLst/>
              <a:rect l="l" t="t" r="r" b="b"/>
              <a:pathLst>
                <a:path w="39370" h="121284">
                  <a:moveTo>
                    <a:pt x="38815" y="0"/>
                  </a:moveTo>
                  <a:lnTo>
                    <a:pt x="0" y="0"/>
                  </a:lnTo>
                  <a:lnTo>
                    <a:pt x="0" y="121273"/>
                  </a:lnTo>
                  <a:lnTo>
                    <a:pt x="38815" y="121273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6" name="object 2456" descr=""/>
            <p:cNvSpPr/>
            <p:nvPr/>
          </p:nvSpPr>
          <p:spPr>
            <a:xfrm>
              <a:off x="6255139" y="9258629"/>
              <a:ext cx="39370" cy="121285"/>
            </a:xfrm>
            <a:custGeom>
              <a:avLst/>
              <a:gdLst/>
              <a:ahLst/>
              <a:cxnLst/>
              <a:rect l="l" t="t" r="r" b="b"/>
              <a:pathLst>
                <a:path w="39370" h="121284">
                  <a:moveTo>
                    <a:pt x="0" y="121273"/>
                  </a:moveTo>
                  <a:lnTo>
                    <a:pt x="38815" y="121273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12127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7" name="object 2457" descr=""/>
            <p:cNvSpPr/>
            <p:nvPr/>
          </p:nvSpPr>
          <p:spPr>
            <a:xfrm>
              <a:off x="6502189" y="8724991"/>
              <a:ext cx="31750" cy="87630"/>
            </a:xfrm>
            <a:custGeom>
              <a:avLst/>
              <a:gdLst/>
              <a:ahLst/>
              <a:cxnLst/>
              <a:rect l="l" t="t" r="r" b="b"/>
              <a:pathLst>
                <a:path w="31750" h="87629">
                  <a:moveTo>
                    <a:pt x="0" y="87117"/>
                  </a:moveTo>
                  <a:lnTo>
                    <a:pt x="31287" y="87117"/>
                  </a:lnTo>
                  <a:lnTo>
                    <a:pt x="31287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8" name="object 2458" descr=""/>
            <p:cNvSpPr/>
            <p:nvPr/>
          </p:nvSpPr>
          <p:spPr>
            <a:xfrm>
              <a:off x="6502189" y="8724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26" y="87117"/>
                  </a:lnTo>
                  <a:lnTo>
                    <a:pt x="38826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9" name="object 2459" descr=""/>
            <p:cNvSpPr/>
            <p:nvPr/>
          </p:nvSpPr>
          <p:spPr>
            <a:xfrm>
              <a:off x="6440379" y="8724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46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46" y="87117"/>
                  </a:lnTo>
                  <a:lnTo>
                    <a:pt x="3884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0" name="object 2460" descr=""/>
            <p:cNvSpPr/>
            <p:nvPr/>
          </p:nvSpPr>
          <p:spPr>
            <a:xfrm>
              <a:off x="6440379" y="8724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46" y="87117"/>
                  </a:lnTo>
                  <a:lnTo>
                    <a:pt x="38846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61" name="object 2461" descr=""/>
            <p:cNvSpPr/>
            <p:nvPr/>
          </p:nvSpPr>
          <p:spPr>
            <a:xfrm>
              <a:off x="6378601" y="8724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920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920" y="87117"/>
                  </a:lnTo>
                  <a:lnTo>
                    <a:pt x="3892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2" name="object 2462" descr=""/>
            <p:cNvSpPr/>
            <p:nvPr/>
          </p:nvSpPr>
          <p:spPr>
            <a:xfrm>
              <a:off x="6378601" y="8724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920" y="87117"/>
                  </a:lnTo>
                  <a:lnTo>
                    <a:pt x="38920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63" name="object 2463" descr=""/>
            <p:cNvSpPr/>
            <p:nvPr/>
          </p:nvSpPr>
          <p:spPr>
            <a:xfrm>
              <a:off x="6316896" y="8724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05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05" y="87117"/>
                  </a:lnTo>
                  <a:lnTo>
                    <a:pt x="3880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4" name="object 2464" descr=""/>
            <p:cNvSpPr/>
            <p:nvPr/>
          </p:nvSpPr>
          <p:spPr>
            <a:xfrm>
              <a:off x="6316896" y="8724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05" y="87117"/>
                  </a:lnTo>
                  <a:lnTo>
                    <a:pt x="38805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65" name="object 2465" descr=""/>
            <p:cNvSpPr/>
            <p:nvPr/>
          </p:nvSpPr>
          <p:spPr>
            <a:xfrm>
              <a:off x="6255139" y="8724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15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15" y="87117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6" name="object 2466" descr=""/>
            <p:cNvSpPr/>
            <p:nvPr/>
          </p:nvSpPr>
          <p:spPr>
            <a:xfrm>
              <a:off x="6255139" y="8724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15" y="87117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67" name="object 2467" descr=""/>
            <p:cNvSpPr/>
            <p:nvPr/>
          </p:nvSpPr>
          <p:spPr>
            <a:xfrm>
              <a:off x="6502189" y="8831322"/>
              <a:ext cx="31750" cy="87630"/>
            </a:xfrm>
            <a:custGeom>
              <a:avLst/>
              <a:gdLst/>
              <a:ahLst/>
              <a:cxnLst/>
              <a:rect l="l" t="t" r="r" b="b"/>
              <a:pathLst>
                <a:path w="31750" h="87629">
                  <a:moveTo>
                    <a:pt x="0" y="87149"/>
                  </a:moveTo>
                  <a:lnTo>
                    <a:pt x="31287" y="87149"/>
                  </a:lnTo>
                  <a:lnTo>
                    <a:pt x="31287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8" name="object 2468" descr=""/>
            <p:cNvSpPr/>
            <p:nvPr/>
          </p:nvSpPr>
          <p:spPr>
            <a:xfrm>
              <a:off x="6502189" y="8831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826" y="87149"/>
                  </a:lnTo>
                  <a:lnTo>
                    <a:pt x="38826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69" name="object 2469" descr=""/>
            <p:cNvSpPr/>
            <p:nvPr/>
          </p:nvSpPr>
          <p:spPr>
            <a:xfrm>
              <a:off x="6440379" y="8831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46" y="0"/>
                  </a:moveTo>
                  <a:lnTo>
                    <a:pt x="0" y="0"/>
                  </a:lnTo>
                  <a:lnTo>
                    <a:pt x="0" y="87149"/>
                  </a:lnTo>
                  <a:lnTo>
                    <a:pt x="38846" y="87149"/>
                  </a:lnTo>
                  <a:lnTo>
                    <a:pt x="3884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0" name="object 2470" descr=""/>
            <p:cNvSpPr/>
            <p:nvPr/>
          </p:nvSpPr>
          <p:spPr>
            <a:xfrm>
              <a:off x="6440379" y="8831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846" y="87149"/>
                  </a:lnTo>
                  <a:lnTo>
                    <a:pt x="38846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1" name="object 2471" descr=""/>
            <p:cNvSpPr/>
            <p:nvPr/>
          </p:nvSpPr>
          <p:spPr>
            <a:xfrm>
              <a:off x="6378601" y="8831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920" y="0"/>
                  </a:moveTo>
                  <a:lnTo>
                    <a:pt x="0" y="0"/>
                  </a:lnTo>
                  <a:lnTo>
                    <a:pt x="0" y="87149"/>
                  </a:lnTo>
                  <a:lnTo>
                    <a:pt x="38920" y="87149"/>
                  </a:lnTo>
                  <a:lnTo>
                    <a:pt x="3892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2" name="object 2472" descr=""/>
            <p:cNvSpPr/>
            <p:nvPr/>
          </p:nvSpPr>
          <p:spPr>
            <a:xfrm>
              <a:off x="6378601" y="8831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920" y="87149"/>
                  </a:lnTo>
                  <a:lnTo>
                    <a:pt x="38920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3" name="object 2473" descr=""/>
            <p:cNvSpPr/>
            <p:nvPr/>
          </p:nvSpPr>
          <p:spPr>
            <a:xfrm>
              <a:off x="6316896" y="8831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05" y="0"/>
                  </a:moveTo>
                  <a:lnTo>
                    <a:pt x="0" y="0"/>
                  </a:lnTo>
                  <a:lnTo>
                    <a:pt x="0" y="87149"/>
                  </a:lnTo>
                  <a:lnTo>
                    <a:pt x="38805" y="87149"/>
                  </a:lnTo>
                  <a:lnTo>
                    <a:pt x="3880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4" name="object 2474" descr=""/>
            <p:cNvSpPr/>
            <p:nvPr/>
          </p:nvSpPr>
          <p:spPr>
            <a:xfrm>
              <a:off x="6316896" y="8831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805" y="87149"/>
                  </a:lnTo>
                  <a:lnTo>
                    <a:pt x="38805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5" name="object 2475" descr=""/>
            <p:cNvSpPr/>
            <p:nvPr/>
          </p:nvSpPr>
          <p:spPr>
            <a:xfrm>
              <a:off x="6255139" y="8831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15" y="0"/>
                  </a:moveTo>
                  <a:lnTo>
                    <a:pt x="0" y="0"/>
                  </a:lnTo>
                  <a:lnTo>
                    <a:pt x="0" y="87149"/>
                  </a:lnTo>
                  <a:lnTo>
                    <a:pt x="38815" y="87149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6" name="object 2476" descr=""/>
            <p:cNvSpPr/>
            <p:nvPr/>
          </p:nvSpPr>
          <p:spPr>
            <a:xfrm>
              <a:off x="6255139" y="8831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815" y="87149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7" name="object 2477" descr=""/>
            <p:cNvSpPr/>
            <p:nvPr/>
          </p:nvSpPr>
          <p:spPr>
            <a:xfrm>
              <a:off x="6502189" y="8937717"/>
              <a:ext cx="31750" cy="87630"/>
            </a:xfrm>
            <a:custGeom>
              <a:avLst/>
              <a:gdLst/>
              <a:ahLst/>
              <a:cxnLst/>
              <a:rect l="l" t="t" r="r" b="b"/>
              <a:pathLst>
                <a:path w="31750" h="87629">
                  <a:moveTo>
                    <a:pt x="0" y="87107"/>
                  </a:moveTo>
                  <a:lnTo>
                    <a:pt x="31287" y="87107"/>
                  </a:lnTo>
                  <a:lnTo>
                    <a:pt x="31287" y="0"/>
                  </a:lnTo>
                  <a:lnTo>
                    <a:pt x="0" y="0"/>
                  </a:lnTo>
                  <a:lnTo>
                    <a:pt x="0" y="87107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8" name="object 2478" descr=""/>
            <p:cNvSpPr/>
            <p:nvPr/>
          </p:nvSpPr>
          <p:spPr>
            <a:xfrm>
              <a:off x="6502189" y="8937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07"/>
                  </a:moveTo>
                  <a:lnTo>
                    <a:pt x="38826" y="87107"/>
                  </a:lnTo>
                  <a:lnTo>
                    <a:pt x="38826" y="0"/>
                  </a:lnTo>
                  <a:lnTo>
                    <a:pt x="0" y="0"/>
                  </a:lnTo>
                  <a:lnTo>
                    <a:pt x="0" y="8710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9" name="object 2479" descr=""/>
            <p:cNvSpPr/>
            <p:nvPr/>
          </p:nvSpPr>
          <p:spPr>
            <a:xfrm>
              <a:off x="6440379" y="8937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46" y="0"/>
                  </a:moveTo>
                  <a:lnTo>
                    <a:pt x="0" y="0"/>
                  </a:lnTo>
                  <a:lnTo>
                    <a:pt x="0" y="87107"/>
                  </a:lnTo>
                  <a:lnTo>
                    <a:pt x="38846" y="87107"/>
                  </a:lnTo>
                  <a:lnTo>
                    <a:pt x="3884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0" name="object 2480" descr=""/>
            <p:cNvSpPr/>
            <p:nvPr/>
          </p:nvSpPr>
          <p:spPr>
            <a:xfrm>
              <a:off x="6440379" y="8937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07"/>
                  </a:moveTo>
                  <a:lnTo>
                    <a:pt x="38846" y="87107"/>
                  </a:lnTo>
                  <a:lnTo>
                    <a:pt x="38846" y="0"/>
                  </a:lnTo>
                  <a:lnTo>
                    <a:pt x="0" y="0"/>
                  </a:lnTo>
                  <a:lnTo>
                    <a:pt x="0" y="8710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1" name="object 2481" descr=""/>
            <p:cNvSpPr/>
            <p:nvPr/>
          </p:nvSpPr>
          <p:spPr>
            <a:xfrm>
              <a:off x="6378601" y="8937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920" y="0"/>
                  </a:moveTo>
                  <a:lnTo>
                    <a:pt x="0" y="0"/>
                  </a:lnTo>
                  <a:lnTo>
                    <a:pt x="0" y="87107"/>
                  </a:lnTo>
                  <a:lnTo>
                    <a:pt x="38920" y="87107"/>
                  </a:lnTo>
                  <a:lnTo>
                    <a:pt x="3892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2" name="object 2482" descr=""/>
            <p:cNvSpPr/>
            <p:nvPr/>
          </p:nvSpPr>
          <p:spPr>
            <a:xfrm>
              <a:off x="6378601" y="8937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07"/>
                  </a:moveTo>
                  <a:lnTo>
                    <a:pt x="38920" y="87107"/>
                  </a:lnTo>
                  <a:lnTo>
                    <a:pt x="38920" y="0"/>
                  </a:lnTo>
                  <a:lnTo>
                    <a:pt x="0" y="0"/>
                  </a:lnTo>
                  <a:lnTo>
                    <a:pt x="0" y="8710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3" name="object 2483" descr=""/>
            <p:cNvSpPr/>
            <p:nvPr/>
          </p:nvSpPr>
          <p:spPr>
            <a:xfrm>
              <a:off x="6316896" y="8937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05" y="0"/>
                  </a:moveTo>
                  <a:lnTo>
                    <a:pt x="0" y="0"/>
                  </a:lnTo>
                  <a:lnTo>
                    <a:pt x="0" y="87107"/>
                  </a:lnTo>
                  <a:lnTo>
                    <a:pt x="38805" y="87107"/>
                  </a:lnTo>
                  <a:lnTo>
                    <a:pt x="3880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4" name="object 2484" descr=""/>
            <p:cNvSpPr/>
            <p:nvPr/>
          </p:nvSpPr>
          <p:spPr>
            <a:xfrm>
              <a:off x="6316896" y="8937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07"/>
                  </a:moveTo>
                  <a:lnTo>
                    <a:pt x="38805" y="87107"/>
                  </a:lnTo>
                  <a:lnTo>
                    <a:pt x="38805" y="0"/>
                  </a:lnTo>
                  <a:lnTo>
                    <a:pt x="0" y="0"/>
                  </a:lnTo>
                  <a:lnTo>
                    <a:pt x="0" y="8710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5" name="object 2485" descr=""/>
            <p:cNvSpPr/>
            <p:nvPr/>
          </p:nvSpPr>
          <p:spPr>
            <a:xfrm>
              <a:off x="6255139" y="8937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15" y="0"/>
                  </a:moveTo>
                  <a:lnTo>
                    <a:pt x="0" y="0"/>
                  </a:lnTo>
                  <a:lnTo>
                    <a:pt x="0" y="87107"/>
                  </a:lnTo>
                  <a:lnTo>
                    <a:pt x="38815" y="87107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6" name="object 2486" descr=""/>
            <p:cNvSpPr/>
            <p:nvPr/>
          </p:nvSpPr>
          <p:spPr>
            <a:xfrm>
              <a:off x="6255139" y="8937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07"/>
                  </a:moveTo>
                  <a:lnTo>
                    <a:pt x="38815" y="87107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8710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7" name="object 2487" descr=""/>
            <p:cNvSpPr/>
            <p:nvPr/>
          </p:nvSpPr>
          <p:spPr>
            <a:xfrm>
              <a:off x="6502189" y="9044080"/>
              <a:ext cx="31750" cy="87630"/>
            </a:xfrm>
            <a:custGeom>
              <a:avLst/>
              <a:gdLst/>
              <a:ahLst/>
              <a:cxnLst/>
              <a:rect l="l" t="t" r="r" b="b"/>
              <a:pathLst>
                <a:path w="31750" h="87629">
                  <a:moveTo>
                    <a:pt x="0" y="87117"/>
                  </a:moveTo>
                  <a:lnTo>
                    <a:pt x="31287" y="87117"/>
                  </a:lnTo>
                  <a:lnTo>
                    <a:pt x="31287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8" name="object 2488" descr=""/>
            <p:cNvSpPr/>
            <p:nvPr/>
          </p:nvSpPr>
          <p:spPr>
            <a:xfrm>
              <a:off x="6502189" y="9044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26" y="87117"/>
                  </a:lnTo>
                  <a:lnTo>
                    <a:pt x="38826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9" name="object 2489" descr=""/>
            <p:cNvSpPr/>
            <p:nvPr/>
          </p:nvSpPr>
          <p:spPr>
            <a:xfrm>
              <a:off x="6440379" y="9044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46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46" y="87117"/>
                  </a:lnTo>
                  <a:lnTo>
                    <a:pt x="3884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0" name="object 2490" descr=""/>
            <p:cNvSpPr/>
            <p:nvPr/>
          </p:nvSpPr>
          <p:spPr>
            <a:xfrm>
              <a:off x="6440379" y="9044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46" y="87117"/>
                  </a:lnTo>
                  <a:lnTo>
                    <a:pt x="38846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1" name="object 2491" descr=""/>
            <p:cNvSpPr/>
            <p:nvPr/>
          </p:nvSpPr>
          <p:spPr>
            <a:xfrm>
              <a:off x="6378601" y="9044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920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920" y="87117"/>
                  </a:lnTo>
                  <a:lnTo>
                    <a:pt x="3892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2" name="object 2492" descr=""/>
            <p:cNvSpPr/>
            <p:nvPr/>
          </p:nvSpPr>
          <p:spPr>
            <a:xfrm>
              <a:off x="6378601" y="9044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920" y="87117"/>
                  </a:lnTo>
                  <a:lnTo>
                    <a:pt x="38920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3" name="object 2493" descr=""/>
            <p:cNvSpPr/>
            <p:nvPr/>
          </p:nvSpPr>
          <p:spPr>
            <a:xfrm>
              <a:off x="6316896" y="9044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05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05" y="87117"/>
                  </a:lnTo>
                  <a:lnTo>
                    <a:pt x="3880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4" name="object 2494" descr=""/>
            <p:cNvSpPr/>
            <p:nvPr/>
          </p:nvSpPr>
          <p:spPr>
            <a:xfrm>
              <a:off x="6316896" y="9044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05" y="87117"/>
                  </a:lnTo>
                  <a:lnTo>
                    <a:pt x="38805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5" name="object 2495" descr=""/>
            <p:cNvSpPr/>
            <p:nvPr/>
          </p:nvSpPr>
          <p:spPr>
            <a:xfrm>
              <a:off x="6255139" y="9044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15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15" y="87117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6" name="object 2496" descr=""/>
            <p:cNvSpPr/>
            <p:nvPr/>
          </p:nvSpPr>
          <p:spPr>
            <a:xfrm>
              <a:off x="6255139" y="9044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15" y="87117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7" name="object 2497" descr=""/>
            <p:cNvSpPr/>
            <p:nvPr/>
          </p:nvSpPr>
          <p:spPr>
            <a:xfrm>
              <a:off x="6502189" y="9150423"/>
              <a:ext cx="31750" cy="87630"/>
            </a:xfrm>
            <a:custGeom>
              <a:avLst/>
              <a:gdLst/>
              <a:ahLst/>
              <a:cxnLst/>
              <a:rect l="l" t="t" r="r" b="b"/>
              <a:pathLst>
                <a:path w="31750" h="87629">
                  <a:moveTo>
                    <a:pt x="0" y="87117"/>
                  </a:moveTo>
                  <a:lnTo>
                    <a:pt x="31287" y="87117"/>
                  </a:lnTo>
                  <a:lnTo>
                    <a:pt x="31287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8" name="object 2498" descr=""/>
            <p:cNvSpPr/>
            <p:nvPr/>
          </p:nvSpPr>
          <p:spPr>
            <a:xfrm>
              <a:off x="6502189" y="915042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26" y="87117"/>
                  </a:lnTo>
                  <a:lnTo>
                    <a:pt x="38826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9" name="object 2499" descr=""/>
            <p:cNvSpPr/>
            <p:nvPr/>
          </p:nvSpPr>
          <p:spPr>
            <a:xfrm>
              <a:off x="6440379" y="915042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46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46" y="87117"/>
                  </a:lnTo>
                  <a:lnTo>
                    <a:pt x="3884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0" name="object 2500" descr=""/>
            <p:cNvSpPr/>
            <p:nvPr/>
          </p:nvSpPr>
          <p:spPr>
            <a:xfrm>
              <a:off x="6440379" y="915042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46" y="87117"/>
                  </a:lnTo>
                  <a:lnTo>
                    <a:pt x="38846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1" name="object 2501" descr=""/>
            <p:cNvSpPr/>
            <p:nvPr/>
          </p:nvSpPr>
          <p:spPr>
            <a:xfrm>
              <a:off x="6378601" y="915042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920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920" y="87117"/>
                  </a:lnTo>
                  <a:lnTo>
                    <a:pt x="3892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2" name="object 2502" descr=""/>
            <p:cNvSpPr/>
            <p:nvPr/>
          </p:nvSpPr>
          <p:spPr>
            <a:xfrm>
              <a:off x="6378601" y="915042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920" y="87117"/>
                  </a:lnTo>
                  <a:lnTo>
                    <a:pt x="38920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3" name="object 2503" descr=""/>
            <p:cNvSpPr/>
            <p:nvPr/>
          </p:nvSpPr>
          <p:spPr>
            <a:xfrm>
              <a:off x="6316896" y="915042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05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05" y="87117"/>
                  </a:lnTo>
                  <a:lnTo>
                    <a:pt x="3880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4" name="object 2504" descr=""/>
            <p:cNvSpPr/>
            <p:nvPr/>
          </p:nvSpPr>
          <p:spPr>
            <a:xfrm>
              <a:off x="6316896" y="915042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05" y="87117"/>
                  </a:lnTo>
                  <a:lnTo>
                    <a:pt x="38805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5" name="object 2505" descr=""/>
            <p:cNvSpPr/>
            <p:nvPr/>
          </p:nvSpPr>
          <p:spPr>
            <a:xfrm>
              <a:off x="6255139" y="915042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15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15" y="87117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6" name="object 2506" descr=""/>
            <p:cNvSpPr/>
            <p:nvPr/>
          </p:nvSpPr>
          <p:spPr>
            <a:xfrm>
              <a:off x="6255139" y="915042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15" y="87117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7" name="object 2507" descr=""/>
            <p:cNvSpPr/>
            <p:nvPr/>
          </p:nvSpPr>
          <p:spPr>
            <a:xfrm>
              <a:off x="6196732" y="9258629"/>
              <a:ext cx="39370" cy="121285"/>
            </a:xfrm>
            <a:custGeom>
              <a:avLst/>
              <a:gdLst/>
              <a:ahLst/>
              <a:cxnLst/>
              <a:rect l="l" t="t" r="r" b="b"/>
              <a:pathLst>
                <a:path w="39370" h="121284">
                  <a:moveTo>
                    <a:pt x="38878" y="0"/>
                  </a:moveTo>
                  <a:lnTo>
                    <a:pt x="0" y="0"/>
                  </a:lnTo>
                  <a:lnTo>
                    <a:pt x="0" y="121273"/>
                  </a:lnTo>
                  <a:lnTo>
                    <a:pt x="38878" y="121273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8" name="object 2508" descr=""/>
            <p:cNvSpPr/>
            <p:nvPr/>
          </p:nvSpPr>
          <p:spPr>
            <a:xfrm>
              <a:off x="6196732" y="9258629"/>
              <a:ext cx="39370" cy="121285"/>
            </a:xfrm>
            <a:custGeom>
              <a:avLst/>
              <a:gdLst/>
              <a:ahLst/>
              <a:cxnLst/>
              <a:rect l="l" t="t" r="r" b="b"/>
              <a:pathLst>
                <a:path w="39370" h="121284">
                  <a:moveTo>
                    <a:pt x="0" y="121273"/>
                  </a:moveTo>
                  <a:lnTo>
                    <a:pt x="38878" y="121273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12127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9" name="object 2509" descr=""/>
            <p:cNvSpPr/>
            <p:nvPr/>
          </p:nvSpPr>
          <p:spPr>
            <a:xfrm>
              <a:off x="6135007" y="9258629"/>
              <a:ext cx="39370" cy="121285"/>
            </a:xfrm>
            <a:custGeom>
              <a:avLst/>
              <a:gdLst/>
              <a:ahLst/>
              <a:cxnLst/>
              <a:rect l="l" t="t" r="r" b="b"/>
              <a:pathLst>
                <a:path w="39370" h="121284">
                  <a:moveTo>
                    <a:pt x="38836" y="0"/>
                  </a:moveTo>
                  <a:lnTo>
                    <a:pt x="0" y="0"/>
                  </a:lnTo>
                  <a:lnTo>
                    <a:pt x="0" y="121273"/>
                  </a:lnTo>
                  <a:lnTo>
                    <a:pt x="38836" y="121273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0" name="object 2510" descr=""/>
            <p:cNvSpPr/>
            <p:nvPr/>
          </p:nvSpPr>
          <p:spPr>
            <a:xfrm>
              <a:off x="6135007" y="9258629"/>
              <a:ext cx="39370" cy="121285"/>
            </a:xfrm>
            <a:custGeom>
              <a:avLst/>
              <a:gdLst/>
              <a:ahLst/>
              <a:cxnLst/>
              <a:rect l="l" t="t" r="r" b="b"/>
              <a:pathLst>
                <a:path w="39370" h="121284">
                  <a:moveTo>
                    <a:pt x="0" y="121273"/>
                  </a:moveTo>
                  <a:lnTo>
                    <a:pt x="38836" y="121273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12127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1" name="object 2511" descr=""/>
            <p:cNvSpPr/>
            <p:nvPr/>
          </p:nvSpPr>
          <p:spPr>
            <a:xfrm>
              <a:off x="6073197" y="9258629"/>
              <a:ext cx="39370" cy="121285"/>
            </a:xfrm>
            <a:custGeom>
              <a:avLst/>
              <a:gdLst/>
              <a:ahLst/>
              <a:cxnLst/>
              <a:rect l="l" t="t" r="r" b="b"/>
              <a:pathLst>
                <a:path w="39370" h="121284">
                  <a:moveTo>
                    <a:pt x="38878" y="0"/>
                  </a:moveTo>
                  <a:lnTo>
                    <a:pt x="0" y="0"/>
                  </a:lnTo>
                  <a:lnTo>
                    <a:pt x="0" y="121273"/>
                  </a:lnTo>
                  <a:lnTo>
                    <a:pt x="38878" y="121273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2" name="object 2512" descr=""/>
            <p:cNvSpPr/>
            <p:nvPr/>
          </p:nvSpPr>
          <p:spPr>
            <a:xfrm>
              <a:off x="6073197" y="9258629"/>
              <a:ext cx="39370" cy="121285"/>
            </a:xfrm>
            <a:custGeom>
              <a:avLst/>
              <a:gdLst/>
              <a:ahLst/>
              <a:cxnLst/>
              <a:rect l="l" t="t" r="r" b="b"/>
              <a:pathLst>
                <a:path w="39370" h="121284">
                  <a:moveTo>
                    <a:pt x="0" y="121273"/>
                  </a:moveTo>
                  <a:lnTo>
                    <a:pt x="38878" y="121273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12127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3" name="object 2513" descr=""/>
            <p:cNvSpPr/>
            <p:nvPr/>
          </p:nvSpPr>
          <p:spPr>
            <a:xfrm>
              <a:off x="6011481" y="9258629"/>
              <a:ext cx="39370" cy="121285"/>
            </a:xfrm>
            <a:custGeom>
              <a:avLst/>
              <a:gdLst/>
              <a:ahLst/>
              <a:cxnLst/>
              <a:rect l="l" t="t" r="r" b="b"/>
              <a:pathLst>
                <a:path w="39370" h="121284">
                  <a:moveTo>
                    <a:pt x="38794" y="0"/>
                  </a:moveTo>
                  <a:lnTo>
                    <a:pt x="0" y="0"/>
                  </a:lnTo>
                  <a:lnTo>
                    <a:pt x="0" y="121273"/>
                  </a:lnTo>
                  <a:lnTo>
                    <a:pt x="38794" y="121273"/>
                  </a:lnTo>
                  <a:lnTo>
                    <a:pt x="3879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4" name="object 2514" descr=""/>
            <p:cNvSpPr/>
            <p:nvPr/>
          </p:nvSpPr>
          <p:spPr>
            <a:xfrm>
              <a:off x="6011481" y="9258629"/>
              <a:ext cx="39370" cy="121285"/>
            </a:xfrm>
            <a:custGeom>
              <a:avLst/>
              <a:gdLst/>
              <a:ahLst/>
              <a:cxnLst/>
              <a:rect l="l" t="t" r="r" b="b"/>
              <a:pathLst>
                <a:path w="39370" h="121284">
                  <a:moveTo>
                    <a:pt x="0" y="121273"/>
                  </a:moveTo>
                  <a:lnTo>
                    <a:pt x="38794" y="121273"/>
                  </a:lnTo>
                  <a:lnTo>
                    <a:pt x="38794" y="0"/>
                  </a:lnTo>
                  <a:lnTo>
                    <a:pt x="0" y="0"/>
                  </a:lnTo>
                  <a:lnTo>
                    <a:pt x="0" y="12127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5" name="object 2515" descr=""/>
            <p:cNvSpPr/>
            <p:nvPr/>
          </p:nvSpPr>
          <p:spPr>
            <a:xfrm>
              <a:off x="5949661" y="9258629"/>
              <a:ext cx="39370" cy="121285"/>
            </a:xfrm>
            <a:custGeom>
              <a:avLst/>
              <a:gdLst/>
              <a:ahLst/>
              <a:cxnLst/>
              <a:rect l="l" t="t" r="r" b="b"/>
              <a:pathLst>
                <a:path w="39370" h="121284">
                  <a:moveTo>
                    <a:pt x="38815" y="0"/>
                  </a:moveTo>
                  <a:lnTo>
                    <a:pt x="0" y="0"/>
                  </a:lnTo>
                  <a:lnTo>
                    <a:pt x="0" y="121273"/>
                  </a:lnTo>
                  <a:lnTo>
                    <a:pt x="38815" y="121273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6" name="object 2516" descr=""/>
            <p:cNvSpPr/>
            <p:nvPr/>
          </p:nvSpPr>
          <p:spPr>
            <a:xfrm>
              <a:off x="5949661" y="9258629"/>
              <a:ext cx="39370" cy="121285"/>
            </a:xfrm>
            <a:custGeom>
              <a:avLst/>
              <a:gdLst/>
              <a:ahLst/>
              <a:cxnLst/>
              <a:rect l="l" t="t" r="r" b="b"/>
              <a:pathLst>
                <a:path w="39370" h="121284">
                  <a:moveTo>
                    <a:pt x="0" y="121273"/>
                  </a:moveTo>
                  <a:lnTo>
                    <a:pt x="38815" y="121273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12127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7" name="object 2517" descr=""/>
            <p:cNvSpPr/>
            <p:nvPr/>
          </p:nvSpPr>
          <p:spPr>
            <a:xfrm>
              <a:off x="5887904" y="9258629"/>
              <a:ext cx="39370" cy="121285"/>
            </a:xfrm>
            <a:custGeom>
              <a:avLst/>
              <a:gdLst/>
              <a:ahLst/>
              <a:cxnLst/>
              <a:rect l="l" t="t" r="r" b="b"/>
              <a:pathLst>
                <a:path w="39370" h="121284">
                  <a:moveTo>
                    <a:pt x="38826" y="0"/>
                  </a:moveTo>
                  <a:lnTo>
                    <a:pt x="0" y="0"/>
                  </a:lnTo>
                  <a:lnTo>
                    <a:pt x="0" y="121273"/>
                  </a:lnTo>
                  <a:lnTo>
                    <a:pt x="38826" y="121273"/>
                  </a:lnTo>
                  <a:lnTo>
                    <a:pt x="3882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8" name="object 2518" descr=""/>
            <p:cNvSpPr/>
            <p:nvPr/>
          </p:nvSpPr>
          <p:spPr>
            <a:xfrm>
              <a:off x="5887904" y="9258629"/>
              <a:ext cx="39370" cy="121285"/>
            </a:xfrm>
            <a:custGeom>
              <a:avLst/>
              <a:gdLst/>
              <a:ahLst/>
              <a:cxnLst/>
              <a:rect l="l" t="t" r="r" b="b"/>
              <a:pathLst>
                <a:path w="39370" h="121284">
                  <a:moveTo>
                    <a:pt x="0" y="121273"/>
                  </a:moveTo>
                  <a:lnTo>
                    <a:pt x="38826" y="121273"/>
                  </a:lnTo>
                  <a:lnTo>
                    <a:pt x="38826" y="0"/>
                  </a:lnTo>
                  <a:lnTo>
                    <a:pt x="0" y="0"/>
                  </a:lnTo>
                  <a:lnTo>
                    <a:pt x="0" y="12127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9" name="object 2519" descr=""/>
            <p:cNvSpPr/>
            <p:nvPr/>
          </p:nvSpPr>
          <p:spPr>
            <a:xfrm>
              <a:off x="6196732" y="8724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78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78" y="87117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0" name="object 2520" descr=""/>
            <p:cNvSpPr/>
            <p:nvPr/>
          </p:nvSpPr>
          <p:spPr>
            <a:xfrm>
              <a:off x="6196732" y="8724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78" y="87117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1" name="object 2521" descr=""/>
            <p:cNvSpPr/>
            <p:nvPr/>
          </p:nvSpPr>
          <p:spPr>
            <a:xfrm>
              <a:off x="6135007" y="8724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36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36" y="87117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2" name="object 2522" descr=""/>
            <p:cNvSpPr/>
            <p:nvPr/>
          </p:nvSpPr>
          <p:spPr>
            <a:xfrm>
              <a:off x="6135007" y="8724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36" y="87117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3" name="object 2523" descr=""/>
            <p:cNvSpPr/>
            <p:nvPr/>
          </p:nvSpPr>
          <p:spPr>
            <a:xfrm>
              <a:off x="6073197" y="8724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78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78" y="87117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4" name="object 2524" descr=""/>
            <p:cNvSpPr/>
            <p:nvPr/>
          </p:nvSpPr>
          <p:spPr>
            <a:xfrm>
              <a:off x="6073197" y="8724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78" y="87117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5" name="object 2525" descr=""/>
            <p:cNvSpPr/>
            <p:nvPr/>
          </p:nvSpPr>
          <p:spPr>
            <a:xfrm>
              <a:off x="6011481" y="8724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794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794" y="87117"/>
                  </a:lnTo>
                  <a:lnTo>
                    <a:pt x="3879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6" name="object 2526" descr=""/>
            <p:cNvSpPr/>
            <p:nvPr/>
          </p:nvSpPr>
          <p:spPr>
            <a:xfrm>
              <a:off x="6011481" y="8724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794" y="87117"/>
                  </a:lnTo>
                  <a:lnTo>
                    <a:pt x="38794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7" name="object 2527" descr=""/>
            <p:cNvSpPr/>
            <p:nvPr/>
          </p:nvSpPr>
          <p:spPr>
            <a:xfrm>
              <a:off x="5949661" y="8724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15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15" y="87117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8" name="object 2528" descr=""/>
            <p:cNvSpPr/>
            <p:nvPr/>
          </p:nvSpPr>
          <p:spPr>
            <a:xfrm>
              <a:off x="5949661" y="8724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15" y="87117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9" name="object 2529" descr=""/>
            <p:cNvSpPr/>
            <p:nvPr/>
          </p:nvSpPr>
          <p:spPr>
            <a:xfrm>
              <a:off x="5887904" y="8724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26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26" y="87117"/>
                  </a:lnTo>
                  <a:lnTo>
                    <a:pt x="3882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0" name="object 2530" descr=""/>
            <p:cNvSpPr/>
            <p:nvPr/>
          </p:nvSpPr>
          <p:spPr>
            <a:xfrm>
              <a:off x="5887904" y="8724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26" y="87117"/>
                  </a:lnTo>
                  <a:lnTo>
                    <a:pt x="38826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1" name="object 2531" descr=""/>
            <p:cNvSpPr/>
            <p:nvPr/>
          </p:nvSpPr>
          <p:spPr>
            <a:xfrm>
              <a:off x="6196732" y="8831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78" y="0"/>
                  </a:moveTo>
                  <a:lnTo>
                    <a:pt x="0" y="0"/>
                  </a:lnTo>
                  <a:lnTo>
                    <a:pt x="0" y="87149"/>
                  </a:lnTo>
                  <a:lnTo>
                    <a:pt x="38878" y="87149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2" name="object 2532" descr=""/>
            <p:cNvSpPr/>
            <p:nvPr/>
          </p:nvSpPr>
          <p:spPr>
            <a:xfrm>
              <a:off x="6196732" y="8831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878" y="87149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3" name="object 2533" descr=""/>
            <p:cNvSpPr/>
            <p:nvPr/>
          </p:nvSpPr>
          <p:spPr>
            <a:xfrm>
              <a:off x="6135007" y="8831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36" y="0"/>
                  </a:moveTo>
                  <a:lnTo>
                    <a:pt x="0" y="0"/>
                  </a:lnTo>
                  <a:lnTo>
                    <a:pt x="0" y="87149"/>
                  </a:lnTo>
                  <a:lnTo>
                    <a:pt x="38836" y="87149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4" name="object 2534" descr=""/>
            <p:cNvSpPr/>
            <p:nvPr/>
          </p:nvSpPr>
          <p:spPr>
            <a:xfrm>
              <a:off x="6135007" y="8831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836" y="87149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5" name="object 2535" descr=""/>
            <p:cNvSpPr/>
            <p:nvPr/>
          </p:nvSpPr>
          <p:spPr>
            <a:xfrm>
              <a:off x="6073197" y="8831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78" y="0"/>
                  </a:moveTo>
                  <a:lnTo>
                    <a:pt x="0" y="0"/>
                  </a:lnTo>
                  <a:lnTo>
                    <a:pt x="0" y="87149"/>
                  </a:lnTo>
                  <a:lnTo>
                    <a:pt x="38878" y="87149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6" name="object 2536" descr=""/>
            <p:cNvSpPr/>
            <p:nvPr/>
          </p:nvSpPr>
          <p:spPr>
            <a:xfrm>
              <a:off x="6073197" y="8831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878" y="87149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7" name="object 2537" descr=""/>
            <p:cNvSpPr/>
            <p:nvPr/>
          </p:nvSpPr>
          <p:spPr>
            <a:xfrm>
              <a:off x="6011481" y="8831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794" y="0"/>
                  </a:moveTo>
                  <a:lnTo>
                    <a:pt x="0" y="0"/>
                  </a:lnTo>
                  <a:lnTo>
                    <a:pt x="0" y="87149"/>
                  </a:lnTo>
                  <a:lnTo>
                    <a:pt x="38794" y="87149"/>
                  </a:lnTo>
                  <a:lnTo>
                    <a:pt x="3879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8" name="object 2538" descr=""/>
            <p:cNvSpPr/>
            <p:nvPr/>
          </p:nvSpPr>
          <p:spPr>
            <a:xfrm>
              <a:off x="6011481" y="8831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794" y="87149"/>
                  </a:lnTo>
                  <a:lnTo>
                    <a:pt x="38794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9" name="object 2539" descr=""/>
            <p:cNvSpPr/>
            <p:nvPr/>
          </p:nvSpPr>
          <p:spPr>
            <a:xfrm>
              <a:off x="5949661" y="8831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15" y="0"/>
                  </a:moveTo>
                  <a:lnTo>
                    <a:pt x="0" y="0"/>
                  </a:lnTo>
                  <a:lnTo>
                    <a:pt x="0" y="87149"/>
                  </a:lnTo>
                  <a:lnTo>
                    <a:pt x="38815" y="87149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0" name="object 2540" descr=""/>
            <p:cNvSpPr/>
            <p:nvPr/>
          </p:nvSpPr>
          <p:spPr>
            <a:xfrm>
              <a:off x="5949661" y="8831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815" y="87149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1" name="object 2541" descr=""/>
            <p:cNvSpPr/>
            <p:nvPr/>
          </p:nvSpPr>
          <p:spPr>
            <a:xfrm>
              <a:off x="5887904" y="8831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26" y="0"/>
                  </a:moveTo>
                  <a:lnTo>
                    <a:pt x="0" y="0"/>
                  </a:lnTo>
                  <a:lnTo>
                    <a:pt x="0" y="87149"/>
                  </a:lnTo>
                  <a:lnTo>
                    <a:pt x="38826" y="87149"/>
                  </a:lnTo>
                  <a:lnTo>
                    <a:pt x="3882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2" name="object 2542" descr=""/>
            <p:cNvSpPr/>
            <p:nvPr/>
          </p:nvSpPr>
          <p:spPr>
            <a:xfrm>
              <a:off x="5887904" y="8831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826" y="87149"/>
                  </a:lnTo>
                  <a:lnTo>
                    <a:pt x="38826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3" name="object 2543" descr=""/>
            <p:cNvSpPr/>
            <p:nvPr/>
          </p:nvSpPr>
          <p:spPr>
            <a:xfrm>
              <a:off x="6196732" y="8937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78" y="0"/>
                  </a:moveTo>
                  <a:lnTo>
                    <a:pt x="0" y="0"/>
                  </a:lnTo>
                  <a:lnTo>
                    <a:pt x="0" y="87107"/>
                  </a:lnTo>
                  <a:lnTo>
                    <a:pt x="38878" y="87107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4" name="object 2544" descr=""/>
            <p:cNvSpPr/>
            <p:nvPr/>
          </p:nvSpPr>
          <p:spPr>
            <a:xfrm>
              <a:off x="6196732" y="8937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07"/>
                  </a:moveTo>
                  <a:lnTo>
                    <a:pt x="38878" y="87107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8710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5" name="object 2545" descr=""/>
            <p:cNvSpPr/>
            <p:nvPr/>
          </p:nvSpPr>
          <p:spPr>
            <a:xfrm>
              <a:off x="6135007" y="8937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36" y="0"/>
                  </a:moveTo>
                  <a:lnTo>
                    <a:pt x="0" y="0"/>
                  </a:lnTo>
                  <a:lnTo>
                    <a:pt x="0" y="87107"/>
                  </a:lnTo>
                  <a:lnTo>
                    <a:pt x="38836" y="87107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6" name="object 2546" descr=""/>
            <p:cNvSpPr/>
            <p:nvPr/>
          </p:nvSpPr>
          <p:spPr>
            <a:xfrm>
              <a:off x="6135007" y="8937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07"/>
                  </a:moveTo>
                  <a:lnTo>
                    <a:pt x="38836" y="87107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8710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7" name="object 2547" descr=""/>
            <p:cNvSpPr/>
            <p:nvPr/>
          </p:nvSpPr>
          <p:spPr>
            <a:xfrm>
              <a:off x="6073197" y="8937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78" y="0"/>
                  </a:moveTo>
                  <a:lnTo>
                    <a:pt x="0" y="0"/>
                  </a:lnTo>
                  <a:lnTo>
                    <a:pt x="0" y="87107"/>
                  </a:lnTo>
                  <a:lnTo>
                    <a:pt x="38878" y="87107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8" name="object 2548" descr=""/>
            <p:cNvSpPr/>
            <p:nvPr/>
          </p:nvSpPr>
          <p:spPr>
            <a:xfrm>
              <a:off x="6073197" y="8937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07"/>
                  </a:moveTo>
                  <a:lnTo>
                    <a:pt x="38878" y="87107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8710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9" name="object 2549" descr=""/>
            <p:cNvSpPr/>
            <p:nvPr/>
          </p:nvSpPr>
          <p:spPr>
            <a:xfrm>
              <a:off x="6011481" y="8937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794" y="0"/>
                  </a:moveTo>
                  <a:lnTo>
                    <a:pt x="0" y="0"/>
                  </a:lnTo>
                  <a:lnTo>
                    <a:pt x="0" y="87107"/>
                  </a:lnTo>
                  <a:lnTo>
                    <a:pt x="38794" y="87107"/>
                  </a:lnTo>
                  <a:lnTo>
                    <a:pt x="3879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0" name="object 2550" descr=""/>
            <p:cNvSpPr/>
            <p:nvPr/>
          </p:nvSpPr>
          <p:spPr>
            <a:xfrm>
              <a:off x="6011481" y="8937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07"/>
                  </a:moveTo>
                  <a:lnTo>
                    <a:pt x="38794" y="87107"/>
                  </a:lnTo>
                  <a:lnTo>
                    <a:pt x="38794" y="0"/>
                  </a:lnTo>
                  <a:lnTo>
                    <a:pt x="0" y="0"/>
                  </a:lnTo>
                  <a:lnTo>
                    <a:pt x="0" y="8710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1" name="object 2551" descr=""/>
            <p:cNvSpPr/>
            <p:nvPr/>
          </p:nvSpPr>
          <p:spPr>
            <a:xfrm>
              <a:off x="5949661" y="8937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15" y="0"/>
                  </a:moveTo>
                  <a:lnTo>
                    <a:pt x="0" y="0"/>
                  </a:lnTo>
                  <a:lnTo>
                    <a:pt x="0" y="87107"/>
                  </a:lnTo>
                  <a:lnTo>
                    <a:pt x="38815" y="87107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2" name="object 2552" descr=""/>
            <p:cNvSpPr/>
            <p:nvPr/>
          </p:nvSpPr>
          <p:spPr>
            <a:xfrm>
              <a:off x="5949661" y="8937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07"/>
                  </a:moveTo>
                  <a:lnTo>
                    <a:pt x="38815" y="87107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8710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3" name="object 2553" descr=""/>
            <p:cNvSpPr/>
            <p:nvPr/>
          </p:nvSpPr>
          <p:spPr>
            <a:xfrm>
              <a:off x="5887904" y="8937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26" y="0"/>
                  </a:moveTo>
                  <a:lnTo>
                    <a:pt x="0" y="0"/>
                  </a:lnTo>
                  <a:lnTo>
                    <a:pt x="0" y="87107"/>
                  </a:lnTo>
                  <a:lnTo>
                    <a:pt x="38826" y="87107"/>
                  </a:lnTo>
                  <a:lnTo>
                    <a:pt x="3882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4" name="object 2554" descr=""/>
            <p:cNvSpPr/>
            <p:nvPr/>
          </p:nvSpPr>
          <p:spPr>
            <a:xfrm>
              <a:off x="5887904" y="8937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07"/>
                  </a:moveTo>
                  <a:lnTo>
                    <a:pt x="38826" y="87107"/>
                  </a:lnTo>
                  <a:lnTo>
                    <a:pt x="38826" y="0"/>
                  </a:lnTo>
                  <a:lnTo>
                    <a:pt x="0" y="0"/>
                  </a:lnTo>
                  <a:lnTo>
                    <a:pt x="0" y="8710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5" name="object 2555" descr=""/>
            <p:cNvSpPr/>
            <p:nvPr/>
          </p:nvSpPr>
          <p:spPr>
            <a:xfrm>
              <a:off x="6196732" y="9044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78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78" y="87117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6" name="object 2556" descr=""/>
            <p:cNvSpPr/>
            <p:nvPr/>
          </p:nvSpPr>
          <p:spPr>
            <a:xfrm>
              <a:off x="6196732" y="9044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78" y="87117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7" name="object 2557" descr=""/>
            <p:cNvSpPr/>
            <p:nvPr/>
          </p:nvSpPr>
          <p:spPr>
            <a:xfrm>
              <a:off x="6135007" y="9044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36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36" y="87117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8" name="object 2558" descr=""/>
            <p:cNvSpPr/>
            <p:nvPr/>
          </p:nvSpPr>
          <p:spPr>
            <a:xfrm>
              <a:off x="6135007" y="9044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36" y="87117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9" name="object 2559" descr=""/>
            <p:cNvSpPr/>
            <p:nvPr/>
          </p:nvSpPr>
          <p:spPr>
            <a:xfrm>
              <a:off x="6073197" y="9044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78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78" y="87117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0" name="object 2560" descr=""/>
            <p:cNvSpPr/>
            <p:nvPr/>
          </p:nvSpPr>
          <p:spPr>
            <a:xfrm>
              <a:off x="6073197" y="9044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78" y="87117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1" name="object 2561" descr=""/>
            <p:cNvSpPr/>
            <p:nvPr/>
          </p:nvSpPr>
          <p:spPr>
            <a:xfrm>
              <a:off x="6011481" y="9044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794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794" y="87117"/>
                  </a:lnTo>
                  <a:lnTo>
                    <a:pt x="3879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2" name="object 2562" descr=""/>
            <p:cNvSpPr/>
            <p:nvPr/>
          </p:nvSpPr>
          <p:spPr>
            <a:xfrm>
              <a:off x="6011481" y="9044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794" y="87117"/>
                  </a:lnTo>
                  <a:lnTo>
                    <a:pt x="38794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3" name="object 2563" descr=""/>
            <p:cNvSpPr/>
            <p:nvPr/>
          </p:nvSpPr>
          <p:spPr>
            <a:xfrm>
              <a:off x="5949661" y="9044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15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15" y="87117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4" name="object 2564" descr=""/>
            <p:cNvSpPr/>
            <p:nvPr/>
          </p:nvSpPr>
          <p:spPr>
            <a:xfrm>
              <a:off x="5949661" y="9044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15" y="87117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5" name="object 2565" descr=""/>
            <p:cNvSpPr/>
            <p:nvPr/>
          </p:nvSpPr>
          <p:spPr>
            <a:xfrm>
              <a:off x="5887904" y="9044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26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26" y="87117"/>
                  </a:lnTo>
                  <a:lnTo>
                    <a:pt x="3882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6" name="object 2566" descr=""/>
            <p:cNvSpPr/>
            <p:nvPr/>
          </p:nvSpPr>
          <p:spPr>
            <a:xfrm>
              <a:off x="5887904" y="9044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26" y="87117"/>
                  </a:lnTo>
                  <a:lnTo>
                    <a:pt x="38826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7" name="object 2567" descr=""/>
            <p:cNvSpPr/>
            <p:nvPr/>
          </p:nvSpPr>
          <p:spPr>
            <a:xfrm>
              <a:off x="6196732" y="915042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78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78" y="87117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8" name="object 2568" descr=""/>
            <p:cNvSpPr/>
            <p:nvPr/>
          </p:nvSpPr>
          <p:spPr>
            <a:xfrm>
              <a:off x="6196732" y="915042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78" y="87117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9" name="object 2569" descr=""/>
            <p:cNvSpPr/>
            <p:nvPr/>
          </p:nvSpPr>
          <p:spPr>
            <a:xfrm>
              <a:off x="6135007" y="915042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36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36" y="87117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0" name="object 2570" descr=""/>
            <p:cNvSpPr/>
            <p:nvPr/>
          </p:nvSpPr>
          <p:spPr>
            <a:xfrm>
              <a:off x="6135007" y="915042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36" y="87117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1" name="object 2571" descr=""/>
            <p:cNvSpPr/>
            <p:nvPr/>
          </p:nvSpPr>
          <p:spPr>
            <a:xfrm>
              <a:off x="6073197" y="915042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78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78" y="87117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2" name="object 2572" descr=""/>
            <p:cNvSpPr/>
            <p:nvPr/>
          </p:nvSpPr>
          <p:spPr>
            <a:xfrm>
              <a:off x="6073197" y="915042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78" y="87117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3" name="object 2573" descr=""/>
            <p:cNvSpPr/>
            <p:nvPr/>
          </p:nvSpPr>
          <p:spPr>
            <a:xfrm>
              <a:off x="6011481" y="915042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794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794" y="87117"/>
                  </a:lnTo>
                  <a:lnTo>
                    <a:pt x="3879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4" name="object 2574" descr=""/>
            <p:cNvSpPr/>
            <p:nvPr/>
          </p:nvSpPr>
          <p:spPr>
            <a:xfrm>
              <a:off x="6011481" y="915042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794" y="87117"/>
                  </a:lnTo>
                  <a:lnTo>
                    <a:pt x="38794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5" name="object 2575" descr=""/>
            <p:cNvSpPr/>
            <p:nvPr/>
          </p:nvSpPr>
          <p:spPr>
            <a:xfrm>
              <a:off x="5949661" y="915042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15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15" y="87117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6" name="object 2576" descr=""/>
            <p:cNvSpPr/>
            <p:nvPr/>
          </p:nvSpPr>
          <p:spPr>
            <a:xfrm>
              <a:off x="5949661" y="915042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15" y="87117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7" name="object 2577" descr=""/>
            <p:cNvSpPr/>
            <p:nvPr/>
          </p:nvSpPr>
          <p:spPr>
            <a:xfrm>
              <a:off x="5887904" y="915042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26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26" y="87117"/>
                  </a:lnTo>
                  <a:lnTo>
                    <a:pt x="3882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8" name="object 2578" descr=""/>
            <p:cNvSpPr/>
            <p:nvPr/>
          </p:nvSpPr>
          <p:spPr>
            <a:xfrm>
              <a:off x="5887904" y="915042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26" y="87117"/>
                  </a:lnTo>
                  <a:lnTo>
                    <a:pt x="38826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9" name="object 2579" descr=""/>
            <p:cNvSpPr/>
            <p:nvPr/>
          </p:nvSpPr>
          <p:spPr>
            <a:xfrm>
              <a:off x="5829560" y="9258629"/>
              <a:ext cx="39370" cy="121285"/>
            </a:xfrm>
            <a:custGeom>
              <a:avLst/>
              <a:gdLst/>
              <a:ahLst/>
              <a:cxnLst/>
              <a:rect l="l" t="t" r="r" b="b"/>
              <a:pathLst>
                <a:path w="39370" h="121284">
                  <a:moveTo>
                    <a:pt x="38836" y="0"/>
                  </a:moveTo>
                  <a:lnTo>
                    <a:pt x="0" y="0"/>
                  </a:lnTo>
                  <a:lnTo>
                    <a:pt x="0" y="121273"/>
                  </a:lnTo>
                  <a:lnTo>
                    <a:pt x="38836" y="121273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0" name="object 2580" descr=""/>
            <p:cNvSpPr/>
            <p:nvPr/>
          </p:nvSpPr>
          <p:spPr>
            <a:xfrm>
              <a:off x="5829560" y="9258629"/>
              <a:ext cx="39370" cy="121285"/>
            </a:xfrm>
            <a:custGeom>
              <a:avLst/>
              <a:gdLst/>
              <a:ahLst/>
              <a:cxnLst/>
              <a:rect l="l" t="t" r="r" b="b"/>
              <a:pathLst>
                <a:path w="39370" h="121284">
                  <a:moveTo>
                    <a:pt x="0" y="121273"/>
                  </a:moveTo>
                  <a:lnTo>
                    <a:pt x="38836" y="121273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12127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1" name="object 2581" descr=""/>
            <p:cNvSpPr/>
            <p:nvPr/>
          </p:nvSpPr>
          <p:spPr>
            <a:xfrm>
              <a:off x="5767751" y="9258629"/>
              <a:ext cx="39370" cy="121285"/>
            </a:xfrm>
            <a:custGeom>
              <a:avLst/>
              <a:gdLst/>
              <a:ahLst/>
              <a:cxnLst/>
              <a:rect l="l" t="t" r="r" b="b"/>
              <a:pathLst>
                <a:path w="39370" h="121284">
                  <a:moveTo>
                    <a:pt x="38878" y="0"/>
                  </a:moveTo>
                  <a:lnTo>
                    <a:pt x="0" y="0"/>
                  </a:lnTo>
                  <a:lnTo>
                    <a:pt x="0" y="121273"/>
                  </a:lnTo>
                  <a:lnTo>
                    <a:pt x="38878" y="121273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2" name="object 2582" descr=""/>
            <p:cNvSpPr/>
            <p:nvPr/>
          </p:nvSpPr>
          <p:spPr>
            <a:xfrm>
              <a:off x="5767751" y="9258629"/>
              <a:ext cx="39370" cy="121285"/>
            </a:xfrm>
            <a:custGeom>
              <a:avLst/>
              <a:gdLst/>
              <a:ahLst/>
              <a:cxnLst/>
              <a:rect l="l" t="t" r="r" b="b"/>
              <a:pathLst>
                <a:path w="39370" h="121284">
                  <a:moveTo>
                    <a:pt x="0" y="121273"/>
                  </a:moveTo>
                  <a:lnTo>
                    <a:pt x="38878" y="121273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12127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3" name="object 2583" descr=""/>
            <p:cNvSpPr/>
            <p:nvPr/>
          </p:nvSpPr>
          <p:spPr>
            <a:xfrm>
              <a:off x="5705972" y="9258629"/>
              <a:ext cx="39370" cy="121285"/>
            </a:xfrm>
            <a:custGeom>
              <a:avLst/>
              <a:gdLst/>
              <a:ahLst/>
              <a:cxnLst/>
              <a:rect l="l" t="t" r="r" b="b"/>
              <a:pathLst>
                <a:path w="39370" h="121284">
                  <a:moveTo>
                    <a:pt x="38920" y="0"/>
                  </a:moveTo>
                  <a:lnTo>
                    <a:pt x="0" y="0"/>
                  </a:lnTo>
                  <a:lnTo>
                    <a:pt x="0" y="121273"/>
                  </a:lnTo>
                  <a:lnTo>
                    <a:pt x="38920" y="121273"/>
                  </a:lnTo>
                  <a:lnTo>
                    <a:pt x="3892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4" name="object 2584" descr=""/>
            <p:cNvSpPr/>
            <p:nvPr/>
          </p:nvSpPr>
          <p:spPr>
            <a:xfrm>
              <a:off x="5705972" y="9258629"/>
              <a:ext cx="39370" cy="121285"/>
            </a:xfrm>
            <a:custGeom>
              <a:avLst/>
              <a:gdLst/>
              <a:ahLst/>
              <a:cxnLst/>
              <a:rect l="l" t="t" r="r" b="b"/>
              <a:pathLst>
                <a:path w="39370" h="121284">
                  <a:moveTo>
                    <a:pt x="0" y="121273"/>
                  </a:moveTo>
                  <a:lnTo>
                    <a:pt x="38920" y="121273"/>
                  </a:lnTo>
                  <a:lnTo>
                    <a:pt x="38920" y="0"/>
                  </a:lnTo>
                  <a:lnTo>
                    <a:pt x="0" y="0"/>
                  </a:lnTo>
                  <a:lnTo>
                    <a:pt x="0" y="12127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5" name="object 2585" descr=""/>
            <p:cNvSpPr/>
            <p:nvPr/>
          </p:nvSpPr>
          <p:spPr>
            <a:xfrm>
              <a:off x="5644215" y="9258629"/>
              <a:ext cx="39370" cy="121285"/>
            </a:xfrm>
            <a:custGeom>
              <a:avLst/>
              <a:gdLst/>
              <a:ahLst/>
              <a:cxnLst/>
              <a:rect l="l" t="t" r="r" b="b"/>
              <a:pathLst>
                <a:path w="39370" h="121284">
                  <a:moveTo>
                    <a:pt x="38867" y="0"/>
                  </a:moveTo>
                  <a:lnTo>
                    <a:pt x="0" y="0"/>
                  </a:lnTo>
                  <a:lnTo>
                    <a:pt x="0" y="121273"/>
                  </a:lnTo>
                  <a:lnTo>
                    <a:pt x="38867" y="121273"/>
                  </a:lnTo>
                  <a:lnTo>
                    <a:pt x="3886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6" name="object 2586" descr=""/>
            <p:cNvSpPr/>
            <p:nvPr/>
          </p:nvSpPr>
          <p:spPr>
            <a:xfrm>
              <a:off x="5644215" y="9258629"/>
              <a:ext cx="39370" cy="121285"/>
            </a:xfrm>
            <a:custGeom>
              <a:avLst/>
              <a:gdLst/>
              <a:ahLst/>
              <a:cxnLst/>
              <a:rect l="l" t="t" r="r" b="b"/>
              <a:pathLst>
                <a:path w="39370" h="121284">
                  <a:moveTo>
                    <a:pt x="0" y="121273"/>
                  </a:moveTo>
                  <a:lnTo>
                    <a:pt x="38867" y="121273"/>
                  </a:lnTo>
                  <a:lnTo>
                    <a:pt x="38867" y="0"/>
                  </a:lnTo>
                  <a:lnTo>
                    <a:pt x="0" y="0"/>
                  </a:lnTo>
                  <a:lnTo>
                    <a:pt x="0" y="12127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7" name="object 2587" descr=""/>
            <p:cNvSpPr/>
            <p:nvPr/>
          </p:nvSpPr>
          <p:spPr>
            <a:xfrm>
              <a:off x="5582500" y="9258629"/>
              <a:ext cx="39370" cy="121285"/>
            </a:xfrm>
            <a:custGeom>
              <a:avLst/>
              <a:gdLst/>
              <a:ahLst/>
              <a:cxnLst/>
              <a:rect l="l" t="t" r="r" b="b"/>
              <a:pathLst>
                <a:path w="39370" h="121284">
                  <a:moveTo>
                    <a:pt x="38815" y="0"/>
                  </a:moveTo>
                  <a:lnTo>
                    <a:pt x="0" y="0"/>
                  </a:lnTo>
                  <a:lnTo>
                    <a:pt x="0" y="121273"/>
                  </a:lnTo>
                  <a:lnTo>
                    <a:pt x="38815" y="121273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8" name="object 2588" descr=""/>
            <p:cNvSpPr/>
            <p:nvPr/>
          </p:nvSpPr>
          <p:spPr>
            <a:xfrm>
              <a:off x="5582500" y="9258629"/>
              <a:ext cx="39370" cy="121285"/>
            </a:xfrm>
            <a:custGeom>
              <a:avLst/>
              <a:gdLst/>
              <a:ahLst/>
              <a:cxnLst/>
              <a:rect l="l" t="t" r="r" b="b"/>
              <a:pathLst>
                <a:path w="39370" h="121284">
                  <a:moveTo>
                    <a:pt x="0" y="121273"/>
                  </a:moveTo>
                  <a:lnTo>
                    <a:pt x="38815" y="121273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12127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9" name="object 2589" descr=""/>
            <p:cNvSpPr/>
            <p:nvPr/>
          </p:nvSpPr>
          <p:spPr>
            <a:xfrm>
              <a:off x="5520690" y="9258629"/>
              <a:ext cx="39370" cy="121285"/>
            </a:xfrm>
            <a:custGeom>
              <a:avLst/>
              <a:gdLst/>
              <a:ahLst/>
              <a:cxnLst/>
              <a:rect l="l" t="t" r="r" b="b"/>
              <a:pathLst>
                <a:path w="39370" h="121284">
                  <a:moveTo>
                    <a:pt x="38836" y="0"/>
                  </a:moveTo>
                  <a:lnTo>
                    <a:pt x="0" y="0"/>
                  </a:lnTo>
                  <a:lnTo>
                    <a:pt x="0" y="121273"/>
                  </a:lnTo>
                  <a:lnTo>
                    <a:pt x="38836" y="121273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0" name="object 2590" descr=""/>
            <p:cNvSpPr/>
            <p:nvPr/>
          </p:nvSpPr>
          <p:spPr>
            <a:xfrm>
              <a:off x="5520690" y="9258629"/>
              <a:ext cx="39370" cy="121285"/>
            </a:xfrm>
            <a:custGeom>
              <a:avLst/>
              <a:gdLst/>
              <a:ahLst/>
              <a:cxnLst/>
              <a:rect l="l" t="t" r="r" b="b"/>
              <a:pathLst>
                <a:path w="39370" h="121284">
                  <a:moveTo>
                    <a:pt x="0" y="121273"/>
                  </a:moveTo>
                  <a:lnTo>
                    <a:pt x="38836" y="121273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12127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1" name="object 2591" descr=""/>
            <p:cNvSpPr/>
            <p:nvPr/>
          </p:nvSpPr>
          <p:spPr>
            <a:xfrm>
              <a:off x="5829560" y="8724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36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36" y="87117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2" name="object 2592" descr=""/>
            <p:cNvSpPr/>
            <p:nvPr/>
          </p:nvSpPr>
          <p:spPr>
            <a:xfrm>
              <a:off x="5829560" y="8724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36" y="87117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3" name="object 2593" descr=""/>
            <p:cNvSpPr/>
            <p:nvPr/>
          </p:nvSpPr>
          <p:spPr>
            <a:xfrm>
              <a:off x="5767751" y="8724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78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78" y="87117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4" name="object 2594" descr=""/>
            <p:cNvSpPr/>
            <p:nvPr/>
          </p:nvSpPr>
          <p:spPr>
            <a:xfrm>
              <a:off x="5767751" y="8724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78" y="87117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5" name="object 2595" descr=""/>
            <p:cNvSpPr/>
            <p:nvPr/>
          </p:nvSpPr>
          <p:spPr>
            <a:xfrm>
              <a:off x="5705972" y="8724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920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920" y="87117"/>
                  </a:lnTo>
                  <a:lnTo>
                    <a:pt x="3892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6" name="object 2596" descr=""/>
            <p:cNvSpPr/>
            <p:nvPr/>
          </p:nvSpPr>
          <p:spPr>
            <a:xfrm>
              <a:off x="5705972" y="8724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920" y="87117"/>
                  </a:lnTo>
                  <a:lnTo>
                    <a:pt x="38920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7" name="object 2597" descr=""/>
            <p:cNvSpPr/>
            <p:nvPr/>
          </p:nvSpPr>
          <p:spPr>
            <a:xfrm>
              <a:off x="5644215" y="8724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67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67" y="87117"/>
                  </a:lnTo>
                  <a:lnTo>
                    <a:pt x="3886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8" name="object 2598" descr=""/>
            <p:cNvSpPr/>
            <p:nvPr/>
          </p:nvSpPr>
          <p:spPr>
            <a:xfrm>
              <a:off x="5644215" y="8724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67" y="87117"/>
                  </a:lnTo>
                  <a:lnTo>
                    <a:pt x="38867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9" name="object 2599" descr=""/>
            <p:cNvSpPr/>
            <p:nvPr/>
          </p:nvSpPr>
          <p:spPr>
            <a:xfrm>
              <a:off x="5582500" y="8724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15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15" y="87117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0" name="object 2600" descr=""/>
            <p:cNvSpPr/>
            <p:nvPr/>
          </p:nvSpPr>
          <p:spPr>
            <a:xfrm>
              <a:off x="5582500" y="8724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15" y="87117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1" name="object 2601" descr=""/>
            <p:cNvSpPr/>
            <p:nvPr/>
          </p:nvSpPr>
          <p:spPr>
            <a:xfrm>
              <a:off x="5520690" y="8724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36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36" y="87117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2" name="object 2602" descr=""/>
            <p:cNvSpPr/>
            <p:nvPr/>
          </p:nvSpPr>
          <p:spPr>
            <a:xfrm>
              <a:off x="5520690" y="8724991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36" y="87117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3" name="object 2603" descr=""/>
            <p:cNvSpPr/>
            <p:nvPr/>
          </p:nvSpPr>
          <p:spPr>
            <a:xfrm>
              <a:off x="5829560" y="8831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36" y="0"/>
                  </a:moveTo>
                  <a:lnTo>
                    <a:pt x="0" y="0"/>
                  </a:lnTo>
                  <a:lnTo>
                    <a:pt x="0" y="87149"/>
                  </a:lnTo>
                  <a:lnTo>
                    <a:pt x="38836" y="87149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4" name="object 2604" descr=""/>
            <p:cNvSpPr/>
            <p:nvPr/>
          </p:nvSpPr>
          <p:spPr>
            <a:xfrm>
              <a:off x="5829560" y="8831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836" y="87149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5" name="object 2605" descr=""/>
            <p:cNvSpPr/>
            <p:nvPr/>
          </p:nvSpPr>
          <p:spPr>
            <a:xfrm>
              <a:off x="5767751" y="8831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78" y="0"/>
                  </a:moveTo>
                  <a:lnTo>
                    <a:pt x="0" y="0"/>
                  </a:lnTo>
                  <a:lnTo>
                    <a:pt x="0" y="87149"/>
                  </a:lnTo>
                  <a:lnTo>
                    <a:pt x="38878" y="87149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6" name="object 2606" descr=""/>
            <p:cNvSpPr/>
            <p:nvPr/>
          </p:nvSpPr>
          <p:spPr>
            <a:xfrm>
              <a:off x="5767751" y="8831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878" y="87149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7" name="object 2607" descr=""/>
            <p:cNvSpPr/>
            <p:nvPr/>
          </p:nvSpPr>
          <p:spPr>
            <a:xfrm>
              <a:off x="5705972" y="8831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920" y="0"/>
                  </a:moveTo>
                  <a:lnTo>
                    <a:pt x="0" y="0"/>
                  </a:lnTo>
                  <a:lnTo>
                    <a:pt x="0" y="87149"/>
                  </a:lnTo>
                  <a:lnTo>
                    <a:pt x="38920" y="87149"/>
                  </a:lnTo>
                  <a:lnTo>
                    <a:pt x="3892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8" name="object 2608" descr=""/>
            <p:cNvSpPr/>
            <p:nvPr/>
          </p:nvSpPr>
          <p:spPr>
            <a:xfrm>
              <a:off x="5705972" y="8831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920" y="87149"/>
                  </a:lnTo>
                  <a:lnTo>
                    <a:pt x="38920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9" name="object 2609" descr=""/>
            <p:cNvSpPr/>
            <p:nvPr/>
          </p:nvSpPr>
          <p:spPr>
            <a:xfrm>
              <a:off x="5644215" y="8831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67" y="0"/>
                  </a:moveTo>
                  <a:lnTo>
                    <a:pt x="0" y="0"/>
                  </a:lnTo>
                  <a:lnTo>
                    <a:pt x="0" y="87149"/>
                  </a:lnTo>
                  <a:lnTo>
                    <a:pt x="38867" y="87149"/>
                  </a:lnTo>
                  <a:lnTo>
                    <a:pt x="3886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0" name="object 2610" descr=""/>
            <p:cNvSpPr/>
            <p:nvPr/>
          </p:nvSpPr>
          <p:spPr>
            <a:xfrm>
              <a:off x="5644215" y="8831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867" y="87149"/>
                  </a:lnTo>
                  <a:lnTo>
                    <a:pt x="38867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1" name="object 2611" descr=""/>
            <p:cNvSpPr/>
            <p:nvPr/>
          </p:nvSpPr>
          <p:spPr>
            <a:xfrm>
              <a:off x="5582500" y="8831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15" y="0"/>
                  </a:moveTo>
                  <a:lnTo>
                    <a:pt x="0" y="0"/>
                  </a:lnTo>
                  <a:lnTo>
                    <a:pt x="0" y="87149"/>
                  </a:lnTo>
                  <a:lnTo>
                    <a:pt x="38815" y="87149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2" name="object 2612" descr=""/>
            <p:cNvSpPr/>
            <p:nvPr/>
          </p:nvSpPr>
          <p:spPr>
            <a:xfrm>
              <a:off x="5582500" y="8831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815" y="87149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3" name="object 2613" descr=""/>
            <p:cNvSpPr/>
            <p:nvPr/>
          </p:nvSpPr>
          <p:spPr>
            <a:xfrm>
              <a:off x="5520690" y="8831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36" y="0"/>
                  </a:moveTo>
                  <a:lnTo>
                    <a:pt x="0" y="0"/>
                  </a:lnTo>
                  <a:lnTo>
                    <a:pt x="0" y="87149"/>
                  </a:lnTo>
                  <a:lnTo>
                    <a:pt x="38836" y="87149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4" name="object 2614" descr=""/>
            <p:cNvSpPr/>
            <p:nvPr/>
          </p:nvSpPr>
          <p:spPr>
            <a:xfrm>
              <a:off x="5520690" y="8831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836" y="87149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5" name="object 2615" descr=""/>
            <p:cNvSpPr/>
            <p:nvPr/>
          </p:nvSpPr>
          <p:spPr>
            <a:xfrm>
              <a:off x="5829560" y="8937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36" y="0"/>
                  </a:moveTo>
                  <a:lnTo>
                    <a:pt x="0" y="0"/>
                  </a:lnTo>
                  <a:lnTo>
                    <a:pt x="0" y="87107"/>
                  </a:lnTo>
                  <a:lnTo>
                    <a:pt x="38836" y="87107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6" name="object 2616" descr=""/>
            <p:cNvSpPr/>
            <p:nvPr/>
          </p:nvSpPr>
          <p:spPr>
            <a:xfrm>
              <a:off x="5829560" y="8937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07"/>
                  </a:moveTo>
                  <a:lnTo>
                    <a:pt x="38836" y="87107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8710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7" name="object 2617" descr=""/>
            <p:cNvSpPr/>
            <p:nvPr/>
          </p:nvSpPr>
          <p:spPr>
            <a:xfrm>
              <a:off x="5767751" y="8937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78" y="0"/>
                  </a:moveTo>
                  <a:lnTo>
                    <a:pt x="0" y="0"/>
                  </a:lnTo>
                  <a:lnTo>
                    <a:pt x="0" y="87107"/>
                  </a:lnTo>
                  <a:lnTo>
                    <a:pt x="38878" y="87107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8" name="object 2618" descr=""/>
            <p:cNvSpPr/>
            <p:nvPr/>
          </p:nvSpPr>
          <p:spPr>
            <a:xfrm>
              <a:off x="5767751" y="8937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07"/>
                  </a:moveTo>
                  <a:lnTo>
                    <a:pt x="38878" y="87107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8710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9" name="object 2619" descr=""/>
            <p:cNvSpPr/>
            <p:nvPr/>
          </p:nvSpPr>
          <p:spPr>
            <a:xfrm>
              <a:off x="5705972" y="8937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920" y="0"/>
                  </a:moveTo>
                  <a:lnTo>
                    <a:pt x="0" y="0"/>
                  </a:lnTo>
                  <a:lnTo>
                    <a:pt x="0" y="87107"/>
                  </a:lnTo>
                  <a:lnTo>
                    <a:pt x="38920" y="87107"/>
                  </a:lnTo>
                  <a:lnTo>
                    <a:pt x="3892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0" name="object 2620" descr=""/>
            <p:cNvSpPr/>
            <p:nvPr/>
          </p:nvSpPr>
          <p:spPr>
            <a:xfrm>
              <a:off x="5705972" y="8937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07"/>
                  </a:moveTo>
                  <a:lnTo>
                    <a:pt x="38920" y="87107"/>
                  </a:lnTo>
                  <a:lnTo>
                    <a:pt x="38920" y="0"/>
                  </a:lnTo>
                  <a:lnTo>
                    <a:pt x="0" y="0"/>
                  </a:lnTo>
                  <a:lnTo>
                    <a:pt x="0" y="8710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1" name="object 2621" descr=""/>
            <p:cNvSpPr/>
            <p:nvPr/>
          </p:nvSpPr>
          <p:spPr>
            <a:xfrm>
              <a:off x="5644215" y="8937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67" y="0"/>
                  </a:moveTo>
                  <a:lnTo>
                    <a:pt x="0" y="0"/>
                  </a:lnTo>
                  <a:lnTo>
                    <a:pt x="0" y="87107"/>
                  </a:lnTo>
                  <a:lnTo>
                    <a:pt x="38867" y="87107"/>
                  </a:lnTo>
                  <a:lnTo>
                    <a:pt x="3886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2" name="object 2622" descr=""/>
            <p:cNvSpPr/>
            <p:nvPr/>
          </p:nvSpPr>
          <p:spPr>
            <a:xfrm>
              <a:off x="5644215" y="8937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07"/>
                  </a:moveTo>
                  <a:lnTo>
                    <a:pt x="38867" y="87107"/>
                  </a:lnTo>
                  <a:lnTo>
                    <a:pt x="38867" y="0"/>
                  </a:lnTo>
                  <a:lnTo>
                    <a:pt x="0" y="0"/>
                  </a:lnTo>
                  <a:lnTo>
                    <a:pt x="0" y="8710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3" name="object 2623" descr=""/>
            <p:cNvSpPr/>
            <p:nvPr/>
          </p:nvSpPr>
          <p:spPr>
            <a:xfrm>
              <a:off x="5582500" y="8937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15" y="0"/>
                  </a:moveTo>
                  <a:lnTo>
                    <a:pt x="0" y="0"/>
                  </a:lnTo>
                  <a:lnTo>
                    <a:pt x="0" y="87107"/>
                  </a:lnTo>
                  <a:lnTo>
                    <a:pt x="38815" y="87107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4" name="object 2624" descr=""/>
            <p:cNvSpPr/>
            <p:nvPr/>
          </p:nvSpPr>
          <p:spPr>
            <a:xfrm>
              <a:off x="5582500" y="8937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07"/>
                  </a:moveTo>
                  <a:lnTo>
                    <a:pt x="38815" y="87107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8710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5" name="object 2625" descr=""/>
            <p:cNvSpPr/>
            <p:nvPr/>
          </p:nvSpPr>
          <p:spPr>
            <a:xfrm>
              <a:off x="5520690" y="8937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36" y="0"/>
                  </a:moveTo>
                  <a:lnTo>
                    <a:pt x="0" y="0"/>
                  </a:lnTo>
                  <a:lnTo>
                    <a:pt x="0" y="87107"/>
                  </a:lnTo>
                  <a:lnTo>
                    <a:pt x="38836" y="87107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6" name="object 2626" descr=""/>
            <p:cNvSpPr/>
            <p:nvPr/>
          </p:nvSpPr>
          <p:spPr>
            <a:xfrm>
              <a:off x="5520690" y="8937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07"/>
                  </a:moveTo>
                  <a:lnTo>
                    <a:pt x="38836" y="87107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8710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7" name="object 2627" descr=""/>
            <p:cNvSpPr/>
            <p:nvPr/>
          </p:nvSpPr>
          <p:spPr>
            <a:xfrm>
              <a:off x="5829560" y="9044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36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36" y="87117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8" name="object 2628" descr=""/>
            <p:cNvSpPr/>
            <p:nvPr/>
          </p:nvSpPr>
          <p:spPr>
            <a:xfrm>
              <a:off x="5829560" y="9044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36" y="87117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9" name="object 2629" descr=""/>
            <p:cNvSpPr/>
            <p:nvPr/>
          </p:nvSpPr>
          <p:spPr>
            <a:xfrm>
              <a:off x="5767751" y="9044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78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78" y="87117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0" name="object 2630" descr=""/>
            <p:cNvSpPr/>
            <p:nvPr/>
          </p:nvSpPr>
          <p:spPr>
            <a:xfrm>
              <a:off x="5767751" y="9044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78" y="87117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1" name="object 2631" descr=""/>
            <p:cNvSpPr/>
            <p:nvPr/>
          </p:nvSpPr>
          <p:spPr>
            <a:xfrm>
              <a:off x="5705972" y="9044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920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920" y="87117"/>
                  </a:lnTo>
                  <a:lnTo>
                    <a:pt x="3892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2" name="object 2632" descr=""/>
            <p:cNvSpPr/>
            <p:nvPr/>
          </p:nvSpPr>
          <p:spPr>
            <a:xfrm>
              <a:off x="5705972" y="9044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920" y="87117"/>
                  </a:lnTo>
                  <a:lnTo>
                    <a:pt x="38920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3" name="object 2633" descr=""/>
            <p:cNvSpPr/>
            <p:nvPr/>
          </p:nvSpPr>
          <p:spPr>
            <a:xfrm>
              <a:off x="5644215" y="9044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67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67" y="87117"/>
                  </a:lnTo>
                  <a:lnTo>
                    <a:pt x="3886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4" name="object 2634" descr=""/>
            <p:cNvSpPr/>
            <p:nvPr/>
          </p:nvSpPr>
          <p:spPr>
            <a:xfrm>
              <a:off x="5644215" y="9044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67" y="87117"/>
                  </a:lnTo>
                  <a:lnTo>
                    <a:pt x="38867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5" name="object 2635" descr=""/>
            <p:cNvSpPr/>
            <p:nvPr/>
          </p:nvSpPr>
          <p:spPr>
            <a:xfrm>
              <a:off x="5582500" y="9044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15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15" y="87117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6" name="object 2636" descr=""/>
            <p:cNvSpPr/>
            <p:nvPr/>
          </p:nvSpPr>
          <p:spPr>
            <a:xfrm>
              <a:off x="5582500" y="9044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15" y="87117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7" name="object 2637" descr=""/>
            <p:cNvSpPr/>
            <p:nvPr/>
          </p:nvSpPr>
          <p:spPr>
            <a:xfrm>
              <a:off x="5520690" y="9044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36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36" y="87117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8" name="object 2638" descr=""/>
            <p:cNvSpPr/>
            <p:nvPr/>
          </p:nvSpPr>
          <p:spPr>
            <a:xfrm>
              <a:off x="5520690" y="9044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36" y="87117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9" name="object 2639" descr=""/>
            <p:cNvSpPr/>
            <p:nvPr/>
          </p:nvSpPr>
          <p:spPr>
            <a:xfrm>
              <a:off x="5829560" y="915042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36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36" y="87117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0" name="object 2640" descr=""/>
            <p:cNvSpPr/>
            <p:nvPr/>
          </p:nvSpPr>
          <p:spPr>
            <a:xfrm>
              <a:off x="5829560" y="915042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36" y="87117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1" name="object 2641" descr=""/>
            <p:cNvSpPr/>
            <p:nvPr/>
          </p:nvSpPr>
          <p:spPr>
            <a:xfrm>
              <a:off x="5767751" y="915042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78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78" y="87117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2" name="object 2642" descr=""/>
            <p:cNvSpPr/>
            <p:nvPr/>
          </p:nvSpPr>
          <p:spPr>
            <a:xfrm>
              <a:off x="5767751" y="915042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78" y="87117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3" name="object 2643" descr=""/>
            <p:cNvSpPr/>
            <p:nvPr/>
          </p:nvSpPr>
          <p:spPr>
            <a:xfrm>
              <a:off x="5705972" y="915042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920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920" y="87117"/>
                  </a:lnTo>
                  <a:lnTo>
                    <a:pt x="3892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4" name="object 2644" descr=""/>
            <p:cNvSpPr/>
            <p:nvPr/>
          </p:nvSpPr>
          <p:spPr>
            <a:xfrm>
              <a:off x="5705972" y="915042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920" y="87117"/>
                  </a:lnTo>
                  <a:lnTo>
                    <a:pt x="38920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5" name="object 2645" descr=""/>
            <p:cNvSpPr/>
            <p:nvPr/>
          </p:nvSpPr>
          <p:spPr>
            <a:xfrm>
              <a:off x="5644215" y="915042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67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67" y="87117"/>
                  </a:lnTo>
                  <a:lnTo>
                    <a:pt x="3886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6" name="object 2646" descr=""/>
            <p:cNvSpPr/>
            <p:nvPr/>
          </p:nvSpPr>
          <p:spPr>
            <a:xfrm>
              <a:off x="5644215" y="915042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67" y="87117"/>
                  </a:lnTo>
                  <a:lnTo>
                    <a:pt x="38867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7" name="object 2647" descr=""/>
            <p:cNvSpPr/>
            <p:nvPr/>
          </p:nvSpPr>
          <p:spPr>
            <a:xfrm>
              <a:off x="5582500" y="915042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15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15" y="87117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8" name="object 2648" descr=""/>
            <p:cNvSpPr/>
            <p:nvPr/>
          </p:nvSpPr>
          <p:spPr>
            <a:xfrm>
              <a:off x="5582500" y="915042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15" y="87117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9" name="object 2649" descr=""/>
            <p:cNvSpPr/>
            <p:nvPr/>
          </p:nvSpPr>
          <p:spPr>
            <a:xfrm>
              <a:off x="5520690" y="915042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36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36" y="87117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0" name="object 2650" descr=""/>
            <p:cNvSpPr/>
            <p:nvPr/>
          </p:nvSpPr>
          <p:spPr>
            <a:xfrm>
              <a:off x="5520690" y="9150423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36" y="87117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1" name="object 2651" descr=""/>
            <p:cNvSpPr/>
            <p:nvPr/>
          </p:nvSpPr>
          <p:spPr>
            <a:xfrm>
              <a:off x="6502189" y="8582587"/>
              <a:ext cx="31750" cy="121920"/>
            </a:xfrm>
            <a:custGeom>
              <a:avLst/>
              <a:gdLst/>
              <a:ahLst/>
              <a:cxnLst/>
              <a:rect l="l" t="t" r="r" b="b"/>
              <a:pathLst>
                <a:path w="31750" h="121920">
                  <a:moveTo>
                    <a:pt x="0" y="121305"/>
                  </a:moveTo>
                  <a:lnTo>
                    <a:pt x="31287" y="121305"/>
                  </a:lnTo>
                  <a:lnTo>
                    <a:pt x="31287" y="0"/>
                  </a:lnTo>
                  <a:lnTo>
                    <a:pt x="0" y="0"/>
                  </a:lnTo>
                  <a:lnTo>
                    <a:pt x="0" y="121305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2" name="object 2652" descr=""/>
            <p:cNvSpPr/>
            <p:nvPr/>
          </p:nvSpPr>
          <p:spPr>
            <a:xfrm>
              <a:off x="6502189" y="8582587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0" y="121305"/>
                  </a:moveTo>
                  <a:lnTo>
                    <a:pt x="38826" y="121305"/>
                  </a:lnTo>
                  <a:lnTo>
                    <a:pt x="38826" y="0"/>
                  </a:lnTo>
                  <a:lnTo>
                    <a:pt x="0" y="0"/>
                  </a:lnTo>
                  <a:lnTo>
                    <a:pt x="0" y="1213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3" name="object 2653" descr=""/>
            <p:cNvSpPr/>
            <p:nvPr/>
          </p:nvSpPr>
          <p:spPr>
            <a:xfrm>
              <a:off x="6440379" y="8582587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38846" y="0"/>
                  </a:moveTo>
                  <a:lnTo>
                    <a:pt x="0" y="0"/>
                  </a:lnTo>
                  <a:lnTo>
                    <a:pt x="0" y="121305"/>
                  </a:lnTo>
                  <a:lnTo>
                    <a:pt x="38846" y="121305"/>
                  </a:lnTo>
                  <a:lnTo>
                    <a:pt x="3884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4" name="object 2654" descr=""/>
            <p:cNvSpPr/>
            <p:nvPr/>
          </p:nvSpPr>
          <p:spPr>
            <a:xfrm>
              <a:off x="6440379" y="8582587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0" y="121305"/>
                  </a:moveTo>
                  <a:lnTo>
                    <a:pt x="38846" y="121305"/>
                  </a:lnTo>
                  <a:lnTo>
                    <a:pt x="38846" y="0"/>
                  </a:lnTo>
                  <a:lnTo>
                    <a:pt x="0" y="0"/>
                  </a:lnTo>
                  <a:lnTo>
                    <a:pt x="0" y="1213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5" name="object 2655" descr=""/>
            <p:cNvSpPr/>
            <p:nvPr/>
          </p:nvSpPr>
          <p:spPr>
            <a:xfrm>
              <a:off x="6378601" y="8582587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38920" y="0"/>
                  </a:moveTo>
                  <a:lnTo>
                    <a:pt x="0" y="0"/>
                  </a:lnTo>
                  <a:lnTo>
                    <a:pt x="0" y="121305"/>
                  </a:lnTo>
                  <a:lnTo>
                    <a:pt x="38920" y="121305"/>
                  </a:lnTo>
                  <a:lnTo>
                    <a:pt x="3892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6" name="object 2656" descr=""/>
            <p:cNvSpPr/>
            <p:nvPr/>
          </p:nvSpPr>
          <p:spPr>
            <a:xfrm>
              <a:off x="6378601" y="8582587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0" y="121305"/>
                  </a:moveTo>
                  <a:lnTo>
                    <a:pt x="38920" y="121305"/>
                  </a:lnTo>
                  <a:lnTo>
                    <a:pt x="38920" y="0"/>
                  </a:lnTo>
                  <a:lnTo>
                    <a:pt x="0" y="0"/>
                  </a:lnTo>
                  <a:lnTo>
                    <a:pt x="0" y="1213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7" name="object 2657" descr=""/>
            <p:cNvSpPr/>
            <p:nvPr/>
          </p:nvSpPr>
          <p:spPr>
            <a:xfrm>
              <a:off x="6316896" y="8582587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38805" y="0"/>
                  </a:moveTo>
                  <a:lnTo>
                    <a:pt x="0" y="0"/>
                  </a:lnTo>
                  <a:lnTo>
                    <a:pt x="0" y="121305"/>
                  </a:lnTo>
                  <a:lnTo>
                    <a:pt x="38805" y="121305"/>
                  </a:lnTo>
                  <a:lnTo>
                    <a:pt x="3880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8" name="object 2658" descr=""/>
            <p:cNvSpPr/>
            <p:nvPr/>
          </p:nvSpPr>
          <p:spPr>
            <a:xfrm>
              <a:off x="6316896" y="8582587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0" y="121305"/>
                  </a:moveTo>
                  <a:lnTo>
                    <a:pt x="38805" y="121305"/>
                  </a:lnTo>
                  <a:lnTo>
                    <a:pt x="38805" y="0"/>
                  </a:lnTo>
                  <a:lnTo>
                    <a:pt x="0" y="0"/>
                  </a:lnTo>
                  <a:lnTo>
                    <a:pt x="0" y="1213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9" name="object 2659" descr=""/>
            <p:cNvSpPr/>
            <p:nvPr/>
          </p:nvSpPr>
          <p:spPr>
            <a:xfrm>
              <a:off x="6255139" y="8582587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38815" y="0"/>
                  </a:moveTo>
                  <a:lnTo>
                    <a:pt x="0" y="0"/>
                  </a:lnTo>
                  <a:lnTo>
                    <a:pt x="0" y="121305"/>
                  </a:lnTo>
                  <a:lnTo>
                    <a:pt x="38815" y="121305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0" name="object 2660" descr=""/>
            <p:cNvSpPr/>
            <p:nvPr/>
          </p:nvSpPr>
          <p:spPr>
            <a:xfrm>
              <a:off x="6255139" y="8582587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0" y="121305"/>
                  </a:moveTo>
                  <a:lnTo>
                    <a:pt x="38815" y="121305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1213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1" name="object 2661" descr=""/>
            <p:cNvSpPr/>
            <p:nvPr/>
          </p:nvSpPr>
          <p:spPr>
            <a:xfrm>
              <a:off x="6502189" y="8048959"/>
              <a:ext cx="31750" cy="87630"/>
            </a:xfrm>
            <a:custGeom>
              <a:avLst/>
              <a:gdLst/>
              <a:ahLst/>
              <a:cxnLst/>
              <a:rect l="l" t="t" r="r" b="b"/>
              <a:pathLst>
                <a:path w="31750" h="87629">
                  <a:moveTo>
                    <a:pt x="0" y="87138"/>
                  </a:moveTo>
                  <a:lnTo>
                    <a:pt x="31287" y="87138"/>
                  </a:lnTo>
                  <a:lnTo>
                    <a:pt x="31287" y="0"/>
                  </a:lnTo>
                  <a:lnTo>
                    <a:pt x="0" y="0"/>
                  </a:lnTo>
                  <a:lnTo>
                    <a:pt x="0" y="87138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2" name="object 2662" descr=""/>
            <p:cNvSpPr/>
            <p:nvPr/>
          </p:nvSpPr>
          <p:spPr>
            <a:xfrm>
              <a:off x="6502189" y="8048959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38"/>
                  </a:moveTo>
                  <a:lnTo>
                    <a:pt x="38826" y="87138"/>
                  </a:lnTo>
                  <a:lnTo>
                    <a:pt x="38826" y="0"/>
                  </a:lnTo>
                  <a:lnTo>
                    <a:pt x="0" y="0"/>
                  </a:lnTo>
                  <a:lnTo>
                    <a:pt x="0" y="8713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3" name="object 2663" descr=""/>
            <p:cNvSpPr/>
            <p:nvPr/>
          </p:nvSpPr>
          <p:spPr>
            <a:xfrm>
              <a:off x="6440379" y="8048959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46" y="0"/>
                  </a:moveTo>
                  <a:lnTo>
                    <a:pt x="0" y="0"/>
                  </a:lnTo>
                  <a:lnTo>
                    <a:pt x="0" y="87138"/>
                  </a:lnTo>
                  <a:lnTo>
                    <a:pt x="38846" y="87138"/>
                  </a:lnTo>
                  <a:lnTo>
                    <a:pt x="3884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4" name="object 2664" descr=""/>
            <p:cNvSpPr/>
            <p:nvPr/>
          </p:nvSpPr>
          <p:spPr>
            <a:xfrm>
              <a:off x="6440379" y="8048959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38"/>
                  </a:moveTo>
                  <a:lnTo>
                    <a:pt x="38846" y="87138"/>
                  </a:lnTo>
                  <a:lnTo>
                    <a:pt x="38846" y="0"/>
                  </a:lnTo>
                  <a:lnTo>
                    <a:pt x="0" y="0"/>
                  </a:lnTo>
                  <a:lnTo>
                    <a:pt x="0" y="8713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5" name="object 2665" descr=""/>
            <p:cNvSpPr/>
            <p:nvPr/>
          </p:nvSpPr>
          <p:spPr>
            <a:xfrm>
              <a:off x="6378601" y="8048959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920" y="0"/>
                  </a:moveTo>
                  <a:lnTo>
                    <a:pt x="0" y="0"/>
                  </a:lnTo>
                  <a:lnTo>
                    <a:pt x="0" y="87138"/>
                  </a:lnTo>
                  <a:lnTo>
                    <a:pt x="38920" y="87138"/>
                  </a:lnTo>
                  <a:lnTo>
                    <a:pt x="3892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6" name="object 2666" descr=""/>
            <p:cNvSpPr/>
            <p:nvPr/>
          </p:nvSpPr>
          <p:spPr>
            <a:xfrm>
              <a:off x="6378601" y="8048959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38"/>
                  </a:moveTo>
                  <a:lnTo>
                    <a:pt x="38920" y="87138"/>
                  </a:lnTo>
                  <a:lnTo>
                    <a:pt x="38920" y="0"/>
                  </a:lnTo>
                  <a:lnTo>
                    <a:pt x="0" y="0"/>
                  </a:lnTo>
                  <a:lnTo>
                    <a:pt x="0" y="8713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7" name="object 2667" descr=""/>
            <p:cNvSpPr/>
            <p:nvPr/>
          </p:nvSpPr>
          <p:spPr>
            <a:xfrm>
              <a:off x="6316896" y="8048959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05" y="0"/>
                  </a:moveTo>
                  <a:lnTo>
                    <a:pt x="0" y="0"/>
                  </a:lnTo>
                  <a:lnTo>
                    <a:pt x="0" y="87138"/>
                  </a:lnTo>
                  <a:lnTo>
                    <a:pt x="38805" y="87138"/>
                  </a:lnTo>
                  <a:lnTo>
                    <a:pt x="3880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8" name="object 2668" descr=""/>
            <p:cNvSpPr/>
            <p:nvPr/>
          </p:nvSpPr>
          <p:spPr>
            <a:xfrm>
              <a:off x="6316896" y="8048959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38"/>
                  </a:moveTo>
                  <a:lnTo>
                    <a:pt x="38805" y="87138"/>
                  </a:lnTo>
                  <a:lnTo>
                    <a:pt x="38805" y="0"/>
                  </a:lnTo>
                  <a:lnTo>
                    <a:pt x="0" y="0"/>
                  </a:lnTo>
                  <a:lnTo>
                    <a:pt x="0" y="8713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9" name="object 2669" descr=""/>
            <p:cNvSpPr/>
            <p:nvPr/>
          </p:nvSpPr>
          <p:spPr>
            <a:xfrm>
              <a:off x="6255139" y="8048959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15" y="0"/>
                  </a:moveTo>
                  <a:lnTo>
                    <a:pt x="0" y="0"/>
                  </a:lnTo>
                  <a:lnTo>
                    <a:pt x="0" y="87138"/>
                  </a:lnTo>
                  <a:lnTo>
                    <a:pt x="38815" y="87138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0" name="object 2670" descr=""/>
            <p:cNvSpPr/>
            <p:nvPr/>
          </p:nvSpPr>
          <p:spPr>
            <a:xfrm>
              <a:off x="6255139" y="8048959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38"/>
                  </a:moveTo>
                  <a:lnTo>
                    <a:pt x="38815" y="87138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8713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71" name="object 2671" descr=""/>
            <p:cNvSpPr/>
            <p:nvPr/>
          </p:nvSpPr>
          <p:spPr>
            <a:xfrm>
              <a:off x="6502189" y="8155322"/>
              <a:ext cx="31750" cy="87630"/>
            </a:xfrm>
            <a:custGeom>
              <a:avLst/>
              <a:gdLst/>
              <a:ahLst/>
              <a:cxnLst/>
              <a:rect l="l" t="t" r="r" b="b"/>
              <a:pathLst>
                <a:path w="31750" h="87629">
                  <a:moveTo>
                    <a:pt x="0" y="87128"/>
                  </a:moveTo>
                  <a:lnTo>
                    <a:pt x="31287" y="87128"/>
                  </a:lnTo>
                  <a:lnTo>
                    <a:pt x="31287" y="0"/>
                  </a:lnTo>
                  <a:lnTo>
                    <a:pt x="0" y="0"/>
                  </a:lnTo>
                  <a:lnTo>
                    <a:pt x="0" y="87128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2" name="object 2672" descr=""/>
            <p:cNvSpPr/>
            <p:nvPr/>
          </p:nvSpPr>
          <p:spPr>
            <a:xfrm>
              <a:off x="6502189" y="8155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28"/>
                  </a:moveTo>
                  <a:lnTo>
                    <a:pt x="38826" y="87128"/>
                  </a:lnTo>
                  <a:lnTo>
                    <a:pt x="38826" y="0"/>
                  </a:lnTo>
                  <a:lnTo>
                    <a:pt x="0" y="0"/>
                  </a:lnTo>
                  <a:lnTo>
                    <a:pt x="0" y="8712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73" name="object 2673" descr=""/>
            <p:cNvSpPr/>
            <p:nvPr/>
          </p:nvSpPr>
          <p:spPr>
            <a:xfrm>
              <a:off x="6440379" y="8155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46" y="0"/>
                  </a:moveTo>
                  <a:lnTo>
                    <a:pt x="0" y="0"/>
                  </a:lnTo>
                  <a:lnTo>
                    <a:pt x="0" y="87128"/>
                  </a:lnTo>
                  <a:lnTo>
                    <a:pt x="38846" y="87128"/>
                  </a:lnTo>
                  <a:lnTo>
                    <a:pt x="3884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4" name="object 2674" descr=""/>
            <p:cNvSpPr/>
            <p:nvPr/>
          </p:nvSpPr>
          <p:spPr>
            <a:xfrm>
              <a:off x="6440379" y="8155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28"/>
                  </a:moveTo>
                  <a:lnTo>
                    <a:pt x="38846" y="87128"/>
                  </a:lnTo>
                  <a:lnTo>
                    <a:pt x="38846" y="0"/>
                  </a:lnTo>
                  <a:lnTo>
                    <a:pt x="0" y="0"/>
                  </a:lnTo>
                  <a:lnTo>
                    <a:pt x="0" y="8712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75" name="object 2675" descr=""/>
            <p:cNvSpPr/>
            <p:nvPr/>
          </p:nvSpPr>
          <p:spPr>
            <a:xfrm>
              <a:off x="6378601" y="8155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920" y="0"/>
                  </a:moveTo>
                  <a:lnTo>
                    <a:pt x="0" y="0"/>
                  </a:lnTo>
                  <a:lnTo>
                    <a:pt x="0" y="87128"/>
                  </a:lnTo>
                  <a:lnTo>
                    <a:pt x="38920" y="87128"/>
                  </a:lnTo>
                  <a:lnTo>
                    <a:pt x="3892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6" name="object 2676" descr=""/>
            <p:cNvSpPr/>
            <p:nvPr/>
          </p:nvSpPr>
          <p:spPr>
            <a:xfrm>
              <a:off x="6378601" y="8155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28"/>
                  </a:moveTo>
                  <a:lnTo>
                    <a:pt x="38920" y="87128"/>
                  </a:lnTo>
                  <a:lnTo>
                    <a:pt x="38920" y="0"/>
                  </a:lnTo>
                  <a:lnTo>
                    <a:pt x="0" y="0"/>
                  </a:lnTo>
                  <a:lnTo>
                    <a:pt x="0" y="8712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77" name="object 2677" descr=""/>
            <p:cNvSpPr/>
            <p:nvPr/>
          </p:nvSpPr>
          <p:spPr>
            <a:xfrm>
              <a:off x="6316896" y="8155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05" y="0"/>
                  </a:moveTo>
                  <a:lnTo>
                    <a:pt x="0" y="0"/>
                  </a:lnTo>
                  <a:lnTo>
                    <a:pt x="0" y="87128"/>
                  </a:lnTo>
                  <a:lnTo>
                    <a:pt x="38805" y="87128"/>
                  </a:lnTo>
                  <a:lnTo>
                    <a:pt x="3880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8" name="object 2678" descr=""/>
            <p:cNvSpPr/>
            <p:nvPr/>
          </p:nvSpPr>
          <p:spPr>
            <a:xfrm>
              <a:off x="6316896" y="8155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28"/>
                  </a:moveTo>
                  <a:lnTo>
                    <a:pt x="38805" y="87128"/>
                  </a:lnTo>
                  <a:lnTo>
                    <a:pt x="38805" y="0"/>
                  </a:lnTo>
                  <a:lnTo>
                    <a:pt x="0" y="0"/>
                  </a:lnTo>
                  <a:lnTo>
                    <a:pt x="0" y="8712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79" name="object 2679" descr=""/>
            <p:cNvSpPr/>
            <p:nvPr/>
          </p:nvSpPr>
          <p:spPr>
            <a:xfrm>
              <a:off x="6255139" y="8155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15" y="0"/>
                  </a:moveTo>
                  <a:lnTo>
                    <a:pt x="0" y="0"/>
                  </a:lnTo>
                  <a:lnTo>
                    <a:pt x="0" y="87128"/>
                  </a:lnTo>
                  <a:lnTo>
                    <a:pt x="38815" y="87128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0" name="object 2680" descr=""/>
            <p:cNvSpPr/>
            <p:nvPr/>
          </p:nvSpPr>
          <p:spPr>
            <a:xfrm>
              <a:off x="6255139" y="8155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28"/>
                  </a:moveTo>
                  <a:lnTo>
                    <a:pt x="38815" y="87128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8712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81" name="object 2681" descr=""/>
            <p:cNvSpPr/>
            <p:nvPr/>
          </p:nvSpPr>
          <p:spPr>
            <a:xfrm>
              <a:off x="6502189" y="8261717"/>
              <a:ext cx="31750" cy="87630"/>
            </a:xfrm>
            <a:custGeom>
              <a:avLst/>
              <a:gdLst/>
              <a:ahLst/>
              <a:cxnLst/>
              <a:rect l="l" t="t" r="r" b="b"/>
              <a:pathLst>
                <a:path w="31750" h="87629">
                  <a:moveTo>
                    <a:pt x="0" y="87117"/>
                  </a:moveTo>
                  <a:lnTo>
                    <a:pt x="31287" y="87117"/>
                  </a:lnTo>
                  <a:lnTo>
                    <a:pt x="31287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2" name="object 2682" descr=""/>
            <p:cNvSpPr/>
            <p:nvPr/>
          </p:nvSpPr>
          <p:spPr>
            <a:xfrm>
              <a:off x="6502189" y="8261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26" y="87117"/>
                  </a:lnTo>
                  <a:lnTo>
                    <a:pt x="38826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83" name="object 2683" descr=""/>
            <p:cNvSpPr/>
            <p:nvPr/>
          </p:nvSpPr>
          <p:spPr>
            <a:xfrm>
              <a:off x="6440379" y="8261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46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46" y="87117"/>
                  </a:lnTo>
                  <a:lnTo>
                    <a:pt x="3884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4" name="object 2684" descr=""/>
            <p:cNvSpPr/>
            <p:nvPr/>
          </p:nvSpPr>
          <p:spPr>
            <a:xfrm>
              <a:off x="6440379" y="8261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46" y="87117"/>
                  </a:lnTo>
                  <a:lnTo>
                    <a:pt x="38846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85" name="object 2685" descr=""/>
            <p:cNvSpPr/>
            <p:nvPr/>
          </p:nvSpPr>
          <p:spPr>
            <a:xfrm>
              <a:off x="6378601" y="8261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920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920" y="87117"/>
                  </a:lnTo>
                  <a:lnTo>
                    <a:pt x="3892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6" name="object 2686" descr=""/>
            <p:cNvSpPr/>
            <p:nvPr/>
          </p:nvSpPr>
          <p:spPr>
            <a:xfrm>
              <a:off x="6378601" y="8261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920" y="87117"/>
                  </a:lnTo>
                  <a:lnTo>
                    <a:pt x="38920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87" name="object 2687" descr=""/>
            <p:cNvSpPr/>
            <p:nvPr/>
          </p:nvSpPr>
          <p:spPr>
            <a:xfrm>
              <a:off x="6316896" y="8261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05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05" y="87117"/>
                  </a:lnTo>
                  <a:lnTo>
                    <a:pt x="3880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8" name="object 2688" descr=""/>
            <p:cNvSpPr/>
            <p:nvPr/>
          </p:nvSpPr>
          <p:spPr>
            <a:xfrm>
              <a:off x="6316896" y="8261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05" y="87117"/>
                  </a:lnTo>
                  <a:lnTo>
                    <a:pt x="38805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89" name="object 2689" descr=""/>
            <p:cNvSpPr/>
            <p:nvPr/>
          </p:nvSpPr>
          <p:spPr>
            <a:xfrm>
              <a:off x="6255139" y="8261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15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15" y="87117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0" name="object 2690" descr=""/>
            <p:cNvSpPr/>
            <p:nvPr/>
          </p:nvSpPr>
          <p:spPr>
            <a:xfrm>
              <a:off x="6255139" y="8261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15" y="87117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91" name="object 2691" descr=""/>
            <p:cNvSpPr/>
            <p:nvPr/>
          </p:nvSpPr>
          <p:spPr>
            <a:xfrm>
              <a:off x="6502189" y="8368080"/>
              <a:ext cx="31750" cy="87630"/>
            </a:xfrm>
            <a:custGeom>
              <a:avLst/>
              <a:gdLst/>
              <a:ahLst/>
              <a:cxnLst/>
              <a:rect l="l" t="t" r="r" b="b"/>
              <a:pathLst>
                <a:path w="31750" h="87629">
                  <a:moveTo>
                    <a:pt x="0" y="87086"/>
                  </a:moveTo>
                  <a:lnTo>
                    <a:pt x="31287" y="87086"/>
                  </a:lnTo>
                  <a:lnTo>
                    <a:pt x="31287" y="0"/>
                  </a:lnTo>
                  <a:lnTo>
                    <a:pt x="0" y="0"/>
                  </a:lnTo>
                  <a:lnTo>
                    <a:pt x="0" y="87086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2" name="object 2692" descr=""/>
            <p:cNvSpPr/>
            <p:nvPr/>
          </p:nvSpPr>
          <p:spPr>
            <a:xfrm>
              <a:off x="6502189" y="8368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086"/>
                  </a:moveTo>
                  <a:lnTo>
                    <a:pt x="38826" y="87086"/>
                  </a:lnTo>
                  <a:lnTo>
                    <a:pt x="38826" y="0"/>
                  </a:lnTo>
                  <a:lnTo>
                    <a:pt x="0" y="0"/>
                  </a:lnTo>
                  <a:lnTo>
                    <a:pt x="0" y="8708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93" name="object 2693" descr=""/>
            <p:cNvSpPr/>
            <p:nvPr/>
          </p:nvSpPr>
          <p:spPr>
            <a:xfrm>
              <a:off x="6440379" y="8368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46" y="0"/>
                  </a:moveTo>
                  <a:lnTo>
                    <a:pt x="0" y="0"/>
                  </a:lnTo>
                  <a:lnTo>
                    <a:pt x="0" y="87086"/>
                  </a:lnTo>
                  <a:lnTo>
                    <a:pt x="38846" y="87086"/>
                  </a:lnTo>
                  <a:lnTo>
                    <a:pt x="3884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4" name="object 2694" descr=""/>
            <p:cNvSpPr/>
            <p:nvPr/>
          </p:nvSpPr>
          <p:spPr>
            <a:xfrm>
              <a:off x="6440379" y="8368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086"/>
                  </a:moveTo>
                  <a:lnTo>
                    <a:pt x="38846" y="87086"/>
                  </a:lnTo>
                  <a:lnTo>
                    <a:pt x="38846" y="0"/>
                  </a:lnTo>
                  <a:lnTo>
                    <a:pt x="0" y="0"/>
                  </a:lnTo>
                  <a:lnTo>
                    <a:pt x="0" y="8708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95" name="object 2695" descr=""/>
            <p:cNvSpPr/>
            <p:nvPr/>
          </p:nvSpPr>
          <p:spPr>
            <a:xfrm>
              <a:off x="6378601" y="8368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920" y="0"/>
                  </a:moveTo>
                  <a:lnTo>
                    <a:pt x="0" y="0"/>
                  </a:lnTo>
                  <a:lnTo>
                    <a:pt x="0" y="87086"/>
                  </a:lnTo>
                  <a:lnTo>
                    <a:pt x="38920" y="87086"/>
                  </a:lnTo>
                  <a:lnTo>
                    <a:pt x="3892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6" name="object 2696" descr=""/>
            <p:cNvSpPr/>
            <p:nvPr/>
          </p:nvSpPr>
          <p:spPr>
            <a:xfrm>
              <a:off x="6378601" y="8368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086"/>
                  </a:moveTo>
                  <a:lnTo>
                    <a:pt x="38920" y="87086"/>
                  </a:lnTo>
                  <a:lnTo>
                    <a:pt x="38920" y="0"/>
                  </a:lnTo>
                  <a:lnTo>
                    <a:pt x="0" y="0"/>
                  </a:lnTo>
                  <a:lnTo>
                    <a:pt x="0" y="8708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97" name="object 2697" descr=""/>
            <p:cNvSpPr/>
            <p:nvPr/>
          </p:nvSpPr>
          <p:spPr>
            <a:xfrm>
              <a:off x="6316896" y="8368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05" y="0"/>
                  </a:moveTo>
                  <a:lnTo>
                    <a:pt x="0" y="0"/>
                  </a:lnTo>
                  <a:lnTo>
                    <a:pt x="0" y="87086"/>
                  </a:lnTo>
                  <a:lnTo>
                    <a:pt x="38805" y="87086"/>
                  </a:lnTo>
                  <a:lnTo>
                    <a:pt x="3880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8" name="object 2698" descr=""/>
            <p:cNvSpPr/>
            <p:nvPr/>
          </p:nvSpPr>
          <p:spPr>
            <a:xfrm>
              <a:off x="6316896" y="8368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086"/>
                  </a:moveTo>
                  <a:lnTo>
                    <a:pt x="38805" y="87086"/>
                  </a:lnTo>
                  <a:lnTo>
                    <a:pt x="38805" y="0"/>
                  </a:lnTo>
                  <a:lnTo>
                    <a:pt x="0" y="0"/>
                  </a:lnTo>
                  <a:lnTo>
                    <a:pt x="0" y="8708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99" name="object 2699" descr=""/>
            <p:cNvSpPr/>
            <p:nvPr/>
          </p:nvSpPr>
          <p:spPr>
            <a:xfrm>
              <a:off x="6255139" y="8368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15" y="0"/>
                  </a:moveTo>
                  <a:lnTo>
                    <a:pt x="0" y="0"/>
                  </a:lnTo>
                  <a:lnTo>
                    <a:pt x="0" y="87086"/>
                  </a:lnTo>
                  <a:lnTo>
                    <a:pt x="38815" y="87086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0" name="object 2700" descr=""/>
            <p:cNvSpPr/>
            <p:nvPr/>
          </p:nvSpPr>
          <p:spPr>
            <a:xfrm>
              <a:off x="6255139" y="8368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086"/>
                  </a:moveTo>
                  <a:lnTo>
                    <a:pt x="38815" y="87086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8708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01" name="object 2701" descr=""/>
            <p:cNvSpPr/>
            <p:nvPr/>
          </p:nvSpPr>
          <p:spPr>
            <a:xfrm>
              <a:off x="6502189" y="8474422"/>
              <a:ext cx="31750" cy="87630"/>
            </a:xfrm>
            <a:custGeom>
              <a:avLst/>
              <a:gdLst/>
              <a:ahLst/>
              <a:cxnLst/>
              <a:rect l="l" t="t" r="r" b="b"/>
              <a:pathLst>
                <a:path w="31750" h="87629">
                  <a:moveTo>
                    <a:pt x="0" y="87149"/>
                  </a:moveTo>
                  <a:lnTo>
                    <a:pt x="31287" y="87149"/>
                  </a:lnTo>
                  <a:lnTo>
                    <a:pt x="31287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2" name="object 2702" descr=""/>
            <p:cNvSpPr/>
            <p:nvPr/>
          </p:nvSpPr>
          <p:spPr>
            <a:xfrm>
              <a:off x="6502189" y="84744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826" y="87149"/>
                  </a:lnTo>
                  <a:lnTo>
                    <a:pt x="38826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03" name="object 2703" descr=""/>
            <p:cNvSpPr/>
            <p:nvPr/>
          </p:nvSpPr>
          <p:spPr>
            <a:xfrm>
              <a:off x="6440379" y="84744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46" y="0"/>
                  </a:moveTo>
                  <a:lnTo>
                    <a:pt x="0" y="0"/>
                  </a:lnTo>
                  <a:lnTo>
                    <a:pt x="0" y="87149"/>
                  </a:lnTo>
                  <a:lnTo>
                    <a:pt x="38846" y="87149"/>
                  </a:lnTo>
                  <a:lnTo>
                    <a:pt x="3884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4" name="object 2704" descr=""/>
            <p:cNvSpPr/>
            <p:nvPr/>
          </p:nvSpPr>
          <p:spPr>
            <a:xfrm>
              <a:off x="6440379" y="84744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846" y="87149"/>
                  </a:lnTo>
                  <a:lnTo>
                    <a:pt x="38846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05" name="object 2705" descr=""/>
            <p:cNvSpPr/>
            <p:nvPr/>
          </p:nvSpPr>
          <p:spPr>
            <a:xfrm>
              <a:off x="6378601" y="84744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920" y="0"/>
                  </a:moveTo>
                  <a:lnTo>
                    <a:pt x="0" y="0"/>
                  </a:lnTo>
                  <a:lnTo>
                    <a:pt x="0" y="87149"/>
                  </a:lnTo>
                  <a:lnTo>
                    <a:pt x="38920" y="87149"/>
                  </a:lnTo>
                  <a:lnTo>
                    <a:pt x="3892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6" name="object 2706" descr=""/>
            <p:cNvSpPr/>
            <p:nvPr/>
          </p:nvSpPr>
          <p:spPr>
            <a:xfrm>
              <a:off x="6378601" y="84744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920" y="87149"/>
                  </a:lnTo>
                  <a:lnTo>
                    <a:pt x="38920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07" name="object 2707" descr=""/>
            <p:cNvSpPr/>
            <p:nvPr/>
          </p:nvSpPr>
          <p:spPr>
            <a:xfrm>
              <a:off x="6316896" y="84744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05" y="0"/>
                  </a:moveTo>
                  <a:lnTo>
                    <a:pt x="0" y="0"/>
                  </a:lnTo>
                  <a:lnTo>
                    <a:pt x="0" y="87149"/>
                  </a:lnTo>
                  <a:lnTo>
                    <a:pt x="38805" y="87149"/>
                  </a:lnTo>
                  <a:lnTo>
                    <a:pt x="3880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8" name="object 2708" descr=""/>
            <p:cNvSpPr/>
            <p:nvPr/>
          </p:nvSpPr>
          <p:spPr>
            <a:xfrm>
              <a:off x="6316896" y="84744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805" y="87149"/>
                  </a:lnTo>
                  <a:lnTo>
                    <a:pt x="38805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09" name="object 2709" descr=""/>
            <p:cNvSpPr/>
            <p:nvPr/>
          </p:nvSpPr>
          <p:spPr>
            <a:xfrm>
              <a:off x="6255139" y="84744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15" y="0"/>
                  </a:moveTo>
                  <a:lnTo>
                    <a:pt x="0" y="0"/>
                  </a:lnTo>
                  <a:lnTo>
                    <a:pt x="0" y="87149"/>
                  </a:lnTo>
                  <a:lnTo>
                    <a:pt x="38815" y="87149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0" name="object 2710" descr=""/>
            <p:cNvSpPr/>
            <p:nvPr/>
          </p:nvSpPr>
          <p:spPr>
            <a:xfrm>
              <a:off x="6255139" y="84744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815" y="87149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11" name="object 2711" descr=""/>
            <p:cNvSpPr/>
            <p:nvPr/>
          </p:nvSpPr>
          <p:spPr>
            <a:xfrm>
              <a:off x="6196732" y="8582587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38878" y="0"/>
                  </a:moveTo>
                  <a:lnTo>
                    <a:pt x="0" y="0"/>
                  </a:lnTo>
                  <a:lnTo>
                    <a:pt x="0" y="121305"/>
                  </a:lnTo>
                  <a:lnTo>
                    <a:pt x="38878" y="121305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2" name="object 2712" descr=""/>
            <p:cNvSpPr/>
            <p:nvPr/>
          </p:nvSpPr>
          <p:spPr>
            <a:xfrm>
              <a:off x="6196732" y="8582587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0" y="121305"/>
                  </a:moveTo>
                  <a:lnTo>
                    <a:pt x="38878" y="121305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1213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13" name="object 2713" descr=""/>
            <p:cNvSpPr/>
            <p:nvPr/>
          </p:nvSpPr>
          <p:spPr>
            <a:xfrm>
              <a:off x="6135007" y="8582587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38836" y="0"/>
                  </a:moveTo>
                  <a:lnTo>
                    <a:pt x="0" y="0"/>
                  </a:lnTo>
                  <a:lnTo>
                    <a:pt x="0" y="121305"/>
                  </a:lnTo>
                  <a:lnTo>
                    <a:pt x="38836" y="121305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4" name="object 2714" descr=""/>
            <p:cNvSpPr/>
            <p:nvPr/>
          </p:nvSpPr>
          <p:spPr>
            <a:xfrm>
              <a:off x="6135007" y="8582587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0" y="121305"/>
                  </a:moveTo>
                  <a:lnTo>
                    <a:pt x="38836" y="121305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1213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15" name="object 2715" descr=""/>
            <p:cNvSpPr/>
            <p:nvPr/>
          </p:nvSpPr>
          <p:spPr>
            <a:xfrm>
              <a:off x="6073197" y="8582587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38878" y="0"/>
                  </a:moveTo>
                  <a:lnTo>
                    <a:pt x="0" y="0"/>
                  </a:lnTo>
                  <a:lnTo>
                    <a:pt x="0" y="121305"/>
                  </a:lnTo>
                  <a:lnTo>
                    <a:pt x="38878" y="121305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6" name="object 2716" descr=""/>
            <p:cNvSpPr/>
            <p:nvPr/>
          </p:nvSpPr>
          <p:spPr>
            <a:xfrm>
              <a:off x="6073197" y="8582587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0" y="121305"/>
                  </a:moveTo>
                  <a:lnTo>
                    <a:pt x="38878" y="121305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1213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17" name="object 2717" descr=""/>
            <p:cNvSpPr/>
            <p:nvPr/>
          </p:nvSpPr>
          <p:spPr>
            <a:xfrm>
              <a:off x="6011481" y="8582587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38794" y="0"/>
                  </a:moveTo>
                  <a:lnTo>
                    <a:pt x="0" y="0"/>
                  </a:lnTo>
                  <a:lnTo>
                    <a:pt x="0" y="121305"/>
                  </a:lnTo>
                  <a:lnTo>
                    <a:pt x="38794" y="121305"/>
                  </a:lnTo>
                  <a:lnTo>
                    <a:pt x="3879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8" name="object 2718" descr=""/>
            <p:cNvSpPr/>
            <p:nvPr/>
          </p:nvSpPr>
          <p:spPr>
            <a:xfrm>
              <a:off x="6011481" y="8582587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0" y="121305"/>
                  </a:moveTo>
                  <a:lnTo>
                    <a:pt x="38794" y="121305"/>
                  </a:lnTo>
                  <a:lnTo>
                    <a:pt x="38794" y="0"/>
                  </a:lnTo>
                  <a:lnTo>
                    <a:pt x="0" y="0"/>
                  </a:lnTo>
                  <a:lnTo>
                    <a:pt x="0" y="1213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19" name="object 2719" descr=""/>
            <p:cNvSpPr/>
            <p:nvPr/>
          </p:nvSpPr>
          <p:spPr>
            <a:xfrm>
              <a:off x="5949661" y="8582587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38815" y="0"/>
                  </a:moveTo>
                  <a:lnTo>
                    <a:pt x="0" y="0"/>
                  </a:lnTo>
                  <a:lnTo>
                    <a:pt x="0" y="121305"/>
                  </a:lnTo>
                  <a:lnTo>
                    <a:pt x="38815" y="121305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0" name="object 2720" descr=""/>
            <p:cNvSpPr/>
            <p:nvPr/>
          </p:nvSpPr>
          <p:spPr>
            <a:xfrm>
              <a:off x="5949661" y="8582587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0" y="121305"/>
                  </a:moveTo>
                  <a:lnTo>
                    <a:pt x="38815" y="121305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1213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1" name="object 2721" descr=""/>
            <p:cNvSpPr/>
            <p:nvPr/>
          </p:nvSpPr>
          <p:spPr>
            <a:xfrm>
              <a:off x="5887904" y="8582587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38826" y="0"/>
                  </a:moveTo>
                  <a:lnTo>
                    <a:pt x="0" y="0"/>
                  </a:lnTo>
                  <a:lnTo>
                    <a:pt x="0" y="121305"/>
                  </a:lnTo>
                  <a:lnTo>
                    <a:pt x="38826" y="121305"/>
                  </a:lnTo>
                  <a:lnTo>
                    <a:pt x="3882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2" name="object 2722" descr=""/>
            <p:cNvSpPr/>
            <p:nvPr/>
          </p:nvSpPr>
          <p:spPr>
            <a:xfrm>
              <a:off x="5887904" y="8582587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0" y="121305"/>
                  </a:moveTo>
                  <a:lnTo>
                    <a:pt x="38826" y="121305"/>
                  </a:lnTo>
                  <a:lnTo>
                    <a:pt x="38826" y="0"/>
                  </a:lnTo>
                  <a:lnTo>
                    <a:pt x="0" y="0"/>
                  </a:lnTo>
                  <a:lnTo>
                    <a:pt x="0" y="1213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3" name="object 2723" descr=""/>
            <p:cNvSpPr/>
            <p:nvPr/>
          </p:nvSpPr>
          <p:spPr>
            <a:xfrm>
              <a:off x="6196732" y="8048959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78" y="0"/>
                  </a:moveTo>
                  <a:lnTo>
                    <a:pt x="0" y="0"/>
                  </a:lnTo>
                  <a:lnTo>
                    <a:pt x="0" y="87138"/>
                  </a:lnTo>
                  <a:lnTo>
                    <a:pt x="38878" y="87138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4" name="object 2724" descr=""/>
            <p:cNvSpPr/>
            <p:nvPr/>
          </p:nvSpPr>
          <p:spPr>
            <a:xfrm>
              <a:off x="6196732" y="8048959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38"/>
                  </a:moveTo>
                  <a:lnTo>
                    <a:pt x="38878" y="87138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8713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5" name="object 2725" descr=""/>
            <p:cNvSpPr/>
            <p:nvPr/>
          </p:nvSpPr>
          <p:spPr>
            <a:xfrm>
              <a:off x="6135007" y="8048959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36" y="0"/>
                  </a:moveTo>
                  <a:lnTo>
                    <a:pt x="0" y="0"/>
                  </a:lnTo>
                  <a:lnTo>
                    <a:pt x="0" y="87138"/>
                  </a:lnTo>
                  <a:lnTo>
                    <a:pt x="38836" y="87138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6" name="object 2726" descr=""/>
            <p:cNvSpPr/>
            <p:nvPr/>
          </p:nvSpPr>
          <p:spPr>
            <a:xfrm>
              <a:off x="6135007" y="8048959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38"/>
                  </a:moveTo>
                  <a:lnTo>
                    <a:pt x="38836" y="87138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8713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7" name="object 2727" descr=""/>
            <p:cNvSpPr/>
            <p:nvPr/>
          </p:nvSpPr>
          <p:spPr>
            <a:xfrm>
              <a:off x="6073197" y="8048959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78" y="0"/>
                  </a:moveTo>
                  <a:lnTo>
                    <a:pt x="0" y="0"/>
                  </a:lnTo>
                  <a:lnTo>
                    <a:pt x="0" y="87138"/>
                  </a:lnTo>
                  <a:lnTo>
                    <a:pt x="38878" y="87138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8" name="object 2728" descr=""/>
            <p:cNvSpPr/>
            <p:nvPr/>
          </p:nvSpPr>
          <p:spPr>
            <a:xfrm>
              <a:off x="6073197" y="8048959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38"/>
                  </a:moveTo>
                  <a:lnTo>
                    <a:pt x="38878" y="87138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8713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9" name="object 2729" descr=""/>
            <p:cNvSpPr/>
            <p:nvPr/>
          </p:nvSpPr>
          <p:spPr>
            <a:xfrm>
              <a:off x="6011481" y="8048959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794" y="0"/>
                  </a:moveTo>
                  <a:lnTo>
                    <a:pt x="0" y="0"/>
                  </a:lnTo>
                  <a:lnTo>
                    <a:pt x="0" y="87138"/>
                  </a:lnTo>
                  <a:lnTo>
                    <a:pt x="38794" y="87138"/>
                  </a:lnTo>
                  <a:lnTo>
                    <a:pt x="3879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0" name="object 2730" descr=""/>
            <p:cNvSpPr/>
            <p:nvPr/>
          </p:nvSpPr>
          <p:spPr>
            <a:xfrm>
              <a:off x="6011481" y="8048959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38"/>
                  </a:moveTo>
                  <a:lnTo>
                    <a:pt x="38794" y="87138"/>
                  </a:lnTo>
                  <a:lnTo>
                    <a:pt x="38794" y="0"/>
                  </a:lnTo>
                  <a:lnTo>
                    <a:pt x="0" y="0"/>
                  </a:lnTo>
                  <a:lnTo>
                    <a:pt x="0" y="8713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31" name="object 2731" descr=""/>
            <p:cNvSpPr/>
            <p:nvPr/>
          </p:nvSpPr>
          <p:spPr>
            <a:xfrm>
              <a:off x="5949661" y="8048959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15" y="0"/>
                  </a:moveTo>
                  <a:lnTo>
                    <a:pt x="0" y="0"/>
                  </a:lnTo>
                  <a:lnTo>
                    <a:pt x="0" y="87138"/>
                  </a:lnTo>
                  <a:lnTo>
                    <a:pt x="38815" y="87138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2" name="object 2732" descr=""/>
            <p:cNvSpPr/>
            <p:nvPr/>
          </p:nvSpPr>
          <p:spPr>
            <a:xfrm>
              <a:off x="5949661" y="8048959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38"/>
                  </a:moveTo>
                  <a:lnTo>
                    <a:pt x="38815" y="87138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8713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33" name="object 2733" descr=""/>
            <p:cNvSpPr/>
            <p:nvPr/>
          </p:nvSpPr>
          <p:spPr>
            <a:xfrm>
              <a:off x="5887904" y="8048959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26" y="0"/>
                  </a:moveTo>
                  <a:lnTo>
                    <a:pt x="0" y="0"/>
                  </a:lnTo>
                  <a:lnTo>
                    <a:pt x="0" y="87138"/>
                  </a:lnTo>
                  <a:lnTo>
                    <a:pt x="38826" y="87138"/>
                  </a:lnTo>
                  <a:lnTo>
                    <a:pt x="3882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4" name="object 2734" descr=""/>
            <p:cNvSpPr/>
            <p:nvPr/>
          </p:nvSpPr>
          <p:spPr>
            <a:xfrm>
              <a:off x="5887904" y="8048959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38"/>
                  </a:moveTo>
                  <a:lnTo>
                    <a:pt x="38826" y="87138"/>
                  </a:lnTo>
                  <a:lnTo>
                    <a:pt x="38826" y="0"/>
                  </a:lnTo>
                  <a:lnTo>
                    <a:pt x="0" y="0"/>
                  </a:lnTo>
                  <a:lnTo>
                    <a:pt x="0" y="8713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35" name="object 2735" descr=""/>
            <p:cNvSpPr/>
            <p:nvPr/>
          </p:nvSpPr>
          <p:spPr>
            <a:xfrm>
              <a:off x="6196732" y="8155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78" y="0"/>
                  </a:moveTo>
                  <a:lnTo>
                    <a:pt x="0" y="0"/>
                  </a:lnTo>
                  <a:lnTo>
                    <a:pt x="0" y="87128"/>
                  </a:lnTo>
                  <a:lnTo>
                    <a:pt x="38878" y="87128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6" name="object 2736" descr=""/>
            <p:cNvSpPr/>
            <p:nvPr/>
          </p:nvSpPr>
          <p:spPr>
            <a:xfrm>
              <a:off x="6196732" y="8155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28"/>
                  </a:moveTo>
                  <a:lnTo>
                    <a:pt x="38878" y="87128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8712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37" name="object 2737" descr=""/>
            <p:cNvSpPr/>
            <p:nvPr/>
          </p:nvSpPr>
          <p:spPr>
            <a:xfrm>
              <a:off x="6135007" y="8155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36" y="0"/>
                  </a:moveTo>
                  <a:lnTo>
                    <a:pt x="0" y="0"/>
                  </a:lnTo>
                  <a:lnTo>
                    <a:pt x="0" y="87128"/>
                  </a:lnTo>
                  <a:lnTo>
                    <a:pt x="38836" y="87128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8" name="object 2738" descr=""/>
            <p:cNvSpPr/>
            <p:nvPr/>
          </p:nvSpPr>
          <p:spPr>
            <a:xfrm>
              <a:off x="6135007" y="8155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28"/>
                  </a:moveTo>
                  <a:lnTo>
                    <a:pt x="38836" y="87128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8712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39" name="object 2739" descr=""/>
            <p:cNvSpPr/>
            <p:nvPr/>
          </p:nvSpPr>
          <p:spPr>
            <a:xfrm>
              <a:off x="6073197" y="8155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78" y="0"/>
                  </a:moveTo>
                  <a:lnTo>
                    <a:pt x="0" y="0"/>
                  </a:lnTo>
                  <a:lnTo>
                    <a:pt x="0" y="87128"/>
                  </a:lnTo>
                  <a:lnTo>
                    <a:pt x="38878" y="87128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0" name="object 2740" descr=""/>
            <p:cNvSpPr/>
            <p:nvPr/>
          </p:nvSpPr>
          <p:spPr>
            <a:xfrm>
              <a:off x="6073197" y="8155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28"/>
                  </a:moveTo>
                  <a:lnTo>
                    <a:pt x="38878" y="87128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8712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1" name="object 2741" descr=""/>
            <p:cNvSpPr/>
            <p:nvPr/>
          </p:nvSpPr>
          <p:spPr>
            <a:xfrm>
              <a:off x="6011481" y="8155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794" y="0"/>
                  </a:moveTo>
                  <a:lnTo>
                    <a:pt x="0" y="0"/>
                  </a:lnTo>
                  <a:lnTo>
                    <a:pt x="0" y="87128"/>
                  </a:lnTo>
                  <a:lnTo>
                    <a:pt x="38794" y="87128"/>
                  </a:lnTo>
                  <a:lnTo>
                    <a:pt x="3879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2" name="object 2742" descr=""/>
            <p:cNvSpPr/>
            <p:nvPr/>
          </p:nvSpPr>
          <p:spPr>
            <a:xfrm>
              <a:off x="6011481" y="8155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28"/>
                  </a:moveTo>
                  <a:lnTo>
                    <a:pt x="38794" y="87128"/>
                  </a:lnTo>
                  <a:lnTo>
                    <a:pt x="38794" y="0"/>
                  </a:lnTo>
                  <a:lnTo>
                    <a:pt x="0" y="0"/>
                  </a:lnTo>
                  <a:lnTo>
                    <a:pt x="0" y="8712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3" name="object 2743" descr=""/>
            <p:cNvSpPr/>
            <p:nvPr/>
          </p:nvSpPr>
          <p:spPr>
            <a:xfrm>
              <a:off x="5949661" y="8155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15" y="0"/>
                  </a:moveTo>
                  <a:lnTo>
                    <a:pt x="0" y="0"/>
                  </a:lnTo>
                  <a:lnTo>
                    <a:pt x="0" y="87128"/>
                  </a:lnTo>
                  <a:lnTo>
                    <a:pt x="38815" y="87128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4" name="object 2744" descr=""/>
            <p:cNvSpPr/>
            <p:nvPr/>
          </p:nvSpPr>
          <p:spPr>
            <a:xfrm>
              <a:off x="5949661" y="8155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28"/>
                  </a:moveTo>
                  <a:lnTo>
                    <a:pt x="38815" y="87128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8712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5" name="object 2745" descr=""/>
            <p:cNvSpPr/>
            <p:nvPr/>
          </p:nvSpPr>
          <p:spPr>
            <a:xfrm>
              <a:off x="5887904" y="8155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26" y="0"/>
                  </a:moveTo>
                  <a:lnTo>
                    <a:pt x="0" y="0"/>
                  </a:lnTo>
                  <a:lnTo>
                    <a:pt x="0" y="87128"/>
                  </a:lnTo>
                  <a:lnTo>
                    <a:pt x="38826" y="87128"/>
                  </a:lnTo>
                  <a:lnTo>
                    <a:pt x="3882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6" name="object 2746" descr=""/>
            <p:cNvSpPr/>
            <p:nvPr/>
          </p:nvSpPr>
          <p:spPr>
            <a:xfrm>
              <a:off x="5887904" y="8155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28"/>
                  </a:moveTo>
                  <a:lnTo>
                    <a:pt x="38826" y="87128"/>
                  </a:lnTo>
                  <a:lnTo>
                    <a:pt x="38826" y="0"/>
                  </a:lnTo>
                  <a:lnTo>
                    <a:pt x="0" y="0"/>
                  </a:lnTo>
                  <a:lnTo>
                    <a:pt x="0" y="8712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7" name="object 2747" descr=""/>
            <p:cNvSpPr/>
            <p:nvPr/>
          </p:nvSpPr>
          <p:spPr>
            <a:xfrm>
              <a:off x="6196732" y="8261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78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78" y="87117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8" name="object 2748" descr=""/>
            <p:cNvSpPr/>
            <p:nvPr/>
          </p:nvSpPr>
          <p:spPr>
            <a:xfrm>
              <a:off x="6196732" y="8261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78" y="87117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9" name="object 2749" descr=""/>
            <p:cNvSpPr/>
            <p:nvPr/>
          </p:nvSpPr>
          <p:spPr>
            <a:xfrm>
              <a:off x="6135007" y="8261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36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36" y="87117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0" name="object 2750" descr=""/>
            <p:cNvSpPr/>
            <p:nvPr/>
          </p:nvSpPr>
          <p:spPr>
            <a:xfrm>
              <a:off x="6135007" y="8261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36" y="87117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1" name="object 2751" descr=""/>
            <p:cNvSpPr/>
            <p:nvPr/>
          </p:nvSpPr>
          <p:spPr>
            <a:xfrm>
              <a:off x="6073197" y="8261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78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78" y="87117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2" name="object 2752" descr=""/>
            <p:cNvSpPr/>
            <p:nvPr/>
          </p:nvSpPr>
          <p:spPr>
            <a:xfrm>
              <a:off x="6073197" y="8261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78" y="87117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3" name="object 2753" descr=""/>
            <p:cNvSpPr/>
            <p:nvPr/>
          </p:nvSpPr>
          <p:spPr>
            <a:xfrm>
              <a:off x="6011481" y="8261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794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794" y="87117"/>
                  </a:lnTo>
                  <a:lnTo>
                    <a:pt x="3879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4" name="object 2754" descr=""/>
            <p:cNvSpPr/>
            <p:nvPr/>
          </p:nvSpPr>
          <p:spPr>
            <a:xfrm>
              <a:off x="6011481" y="8261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794" y="87117"/>
                  </a:lnTo>
                  <a:lnTo>
                    <a:pt x="38794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5" name="object 2755" descr=""/>
            <p:cNvSpPr/>
            <p:nvPr/>
          </p:nvSpPr>
          <p:spPr>
            <a:xfrm>
              <a:off x="5949661" y="8261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15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15" y="87117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6" name="object 2756" descr=""/>
            <p:cNvSpPr/>
            <p:nvPr/>
          </p:nvSpPr>
          <p:spPr>
            <a:xfrm>
              <a:off x="5949661" y="8261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15" y="87117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7" name="object 2757" descr=""/>
            <p:cNvSpPr/>
            <p:nvPr/>
          </p:nvSpPr>
          <p:spPr>
            <a:xfrm>
              <a:off x="5887904" y="8261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26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26" y="87117"/>
                  </a:lnTo>
                  <a:lnTo>
                    <a:pt x="3882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8" name="object 2758" descr=""/>
            <p:cNvSpPr/>
            <p:nvPr/>
          </p:nvSpPr>
          <p:spPr>
            <a:xfrm>
              <a:off x="5887904" y="8261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26" y="87117"/>
                  </a:lnTo>
                  <a:lnTo>
                    <a:pt x="38826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9" name="object 2759" descr=""/>
            <p:cNvSpPr/>
            <p:nvPr/>
          </p:nvSpPr>
          <p:spPr>
            <a:xfrm>
              <a:off x="6196732" y="8368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78" y="0"/>
                  </a:moveTo>
                  <a:lnTo>
                    <a:pt x="0" y="0"/>
                  </a:lnTo>
                  <a:lnTo>
                    <a:pt x="0" y="87086"/>
                  </a:lnTo>
                  <a:lnTo>
                    <a:pt x="38878" y="87086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0" name="object 2760" descr=""/>
            <p:cNvSpPr/>
            <p:nvPr/>
          </p:nvSpPr>
          <p:spPr>
            <a:xfrm>
              <a:off x="6196732" y="8368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086"/>
                  </a:moveTo>
                  <a:lnTo>
                    <a:pt x="38878" y="87086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8708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61" name="object 2761" descr=""/>
            <p:cNvSpPr/>
            <p:nvPr/>
          </p:nvSpPr>
          <p:spPr>
            <a:xfrm>
              <a:off x="6135007" y="8368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36" y="0"/>
                  </a:moveTo>
                  <a:lnTo>
                    <a:pt x="0" y="0"/>
                  </a:lnTo>
                  <a:lnTo>
                    <a:pt x="0" y="87086"/>
                  </a:lnTo>
                  <a:lnTo>
                    <a:pt x="38836" y="87086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2" name="object 2762" descr=""/>
            <p:cNvSpPr/>
            <p:nvPr/>
          </p:nvSpPr>
          <p:spPr>
            <a:xfrm>
              <a:off x="6135007" y="8368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086"/>
                  </a:moveTo>
                  <a:lnTo>
                    <a:pt x="38836" y="87086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8708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63" name="object 2763" descr=""/>
            <p:cNvSpPr/>
            <p:nvPr/>
          </p:nvSpPr>
          <p:spPr>
            <a:xfrm>
              <a:off x="6073197" y="8368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78" y="0"/>
                  </a:moveTo>
                  <a:lnTo>
                    <a:pt x="0" y="0"/>
                  </a:lnTo>
                  <a:lnTo>
                    <a:pt x="0" y="87086"/>
                  </a:lnTo>
                  <a:lnTo>
                    <a:pt x="38878" y="87086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4" name="object 2764" descr=""/>
            <p:cNvSpPr/>
            <p:nvPr/>
          </p:nvSpPr>
          <p:spPr>
            <a:xfrm>
              <a:off x="6073197" y="8368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086"/>
                  </a:moveTo>
                  <a:lnTo>
                    <a:pt x="38878" y="87086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8708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65" name="object 2765" descr=""/>
            <p:cNvSpPr/>
            <p:nvPr/>
          </p:nvSpPr>
          <p:spPr>
            <a:xfrm>
              <a:off x="6011481" y="8368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794" y="0"/>
                  </a:moveTo>
                  <a:lnTo>
                    <a:pt x="0" y="0"/>
                  </a:lnTo>
                  <a:lnTo>
                    <a:pt x="0" y="87086"/>
                  </a:lnTo>
                  <a:lnTo>
                    <a:pt x="38794" y="87086"/>
                  </a:lnTo>
                  <a:lnTo>
                    <a:pt x="3879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6" name="object 2766" descr=""/>
            <p:cNvSpPr/>
            <p:nvPr/>
          </p:nvSpPr>
          <p:spPr>
            <a:xfrm>
              <a:off x="6011481" y="8368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086"/>
                  </a:moveTo>
                  <a:lnTo>
                    <a:pt x="38794" y="87086"/>
                  </a:lnTo>
                  <a:lnTo>
                    <a:pt x="38794" y="0"/>
                  </a:lnTo>
                  <a:lnTo>
                    <a:pt x="0" y="0"/>
                  </a:lnTo>
                  <a:lnTo>
                    <a:pt x="0" y="8708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67" name="object 2767" descr=""/>
            <p:cNvSpPr/>
            <p:nvPr/>
          </p:nvSpPr>
          <p:spPr>
            <a:xfrm>
              <a:off x="5949661" y="8368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15" y="0"/>
                  </a:moveTo>
                  <a:lnTo>
                    <a:pt x="0" y="0"/>
                  </a:lnTo>
                  <a:lnTo>
                    <a:pt x="0" y="87086"/>
                  </a:lnTo>
                  <a:lnTo>
                    <a:pt x="38815" y="87086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8" name="object 2768" descr=""/>
            <p:cNvSpPr/>
            <p:nvPr/>
          </p:nvSpPr>
          <p:spPr>
            <a:xfrm>
              <a:off x="5949661" y="8368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086"/>
                  </a:moveTo>
                  <a:lnTo>
                    <a:pt x="38815" y="87086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8708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69" name="object 2769" descr=""/>
            <p:cNvSpPr/>
            <p:nvPr/>
          </p:nvSpPr>
          <p:spPr>
            <a:xfrm>
              <a:off x="5887904" y="8368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26" y="0"/>
                  </a:moveTo>
                  <a:lnTo>
                    <a:pt x="0" y="0"/>
                  </a:lnTo>
                  <a:lnTo>
                    <a:pt x="0" y="87086"/>
                  </a:lnTo>
                  <a:lnTo>
                    <a:pt x="38826" y="87086"/>
                  </a:lnTo>
                  <a:lnTo>
                    <a:pt x="3882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0" name="object 2770" descr=""/>
            <p:cNvSpPr/>
            <p:nvPr/>
          </p:nvSpPr>
          <p:spPr>
            <a:xfrm>
              <a:off x="5887904" y="8368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086"/>
                  </a:moveTo>
                  <a:lnTo>
                    <a:pt x="38826" y="87086"/>
                  </a:lnTo>
                  <a:lnTo>
                    <a:pt x="38826" y="0"/>
                  </a:lnTo>
                  <a:lnTo>
                    <a:pt x="0" y="0"/>
                  </a:lnTo>
                  <a:lnTo>
                    <a:pt x="0" y="8708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1" name="object 2771" descr=""/>
            <p:cNvSpPr/>
            <p:nvPr/>
          </p:nvSpPr>
          <p:spPr>
            <a:xfrm>
              <a:off x="6196732" y="84744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78" y="0"/>
                  </a:moveTo>
                  <a:lnTo>
                    <a:pt x="0" y="0"/>
                  </a:lnTo>
                  <a:lnTo>
                    <a:pt x="0" y="87149"/>
                  </a:lnTo>
                  <a:lnTo>
                    <a:pt x="38878" y="87149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2" name="object 2772" descr=""/>
            <p:cNvSpPr/>
            <p:nvPr/>
          </p:nvSpPr>
          <p:spPr>
            <a:xfrm>
              <a:off x="6196732" y="84744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878" y="87149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3" name="object 2773" descr=""/>
            <p:cNvSpPr/>
            <p:nvPr/>
          </p:nvSpPr>
          <p:spPr>
            <a:xfrm>
              <a:off x="6135007" y="84744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36" y="0"/>
                  </a:moveTo>
                  <a:lnTo>
                    <a:pt x="0" y="0"/>
                  </a:lnTo>
                  <a:lnTo>
                    <a:pt x="0" y="87149"/>
                  </a:lnTo>
                  <a:lnTo>
                    <a:pt x="38836" y="87149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4" name="object 2774" descr=""/>
            <p:cNvSpPr/>
            <p:nvPr/>
          </p:nvSpPr>
          <p:spPr>
            <a:xfrm>
              <a:off x="6135007" y="84744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836" y="87149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5" name="object 2775" descr=""/>
            <p:cNvSpPr/>
            <p:nvPr/>
          </p:nvSpPr>
          <p:spPr>
            <a:xfrm>
              <a:off x="6073197" y="84744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78" y="0"/>
                  </a:moveTo>
                  <a:lnTo>
                    <a:pt x="0" y="0"/>
                  </a:lnTo>
                  <a:lnTo>
                    <a:pt x="0" y="87149"/>
                  </a:lnTo>
                  <a:lnTo>
                    <a:pt x="38878" y="87149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6" name="object 2776" descr=""/>
            <p:cNvSpPr/>
            <p:nvPr/>
          </p:nvSpPr>
          <p:spPr>
            <a:xfrm>
              <a:off x="6073197" y="84744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878" y="87149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7" name="object 2777" descr=""/>
            <p:cNvSpPr/>
            <p:nvPr/>
          </p:nvSpPr>
          <p:spPr>
            <a:xfrm>
              <a:off x="6011481" y="84744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794" y="0"/>
                  </a:moveTo>
                  <a:lnTo>
                    <a:pt x="0" y="0"/>
                  </a:lnTo>
                  <a:lnTo>
                    <a:pt x="0" y="87149"/>
                  </a:lnTo>
                  <a:lnTo>
                    <a:pt x="38794" y="87149"/>
                  </a:lnTo>
                  <a:lnTo>
                    <a:pt x="3879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8" name="object 2778" descr=""/>
            <p:cNvSpPr/>
            <p:nvPr/>
          </p:nvSpPr>
          <p:spPr>
            <a:xfrm>
              <a:off x="6011481" y="84744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794" y="87149"/>
                  </a:lnTo>
                  <a:lnTo>
                    <a:pt x="38794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9" name="object 2779" descr=""/>
            <p:cNvSpPr/>
            <p:nvPr/>
          </p:nvSpPr>
          <p:spPr>
            <a:xfrm>
              <a:off x="5949661" y="84744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15" y="0"/>
                  </a:moveTo>
                  <a:lnTo>
                    <a:pt x="0" y="0"/>
                  </a:lnTo>
                  <a:lnTo>
                    <a:pt x="0" y="87149"/>
                  </a:lnTo>
                  <a:lnTo>
                    <a:pt x="38815" y="87149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0" name="object 2780" descr=""/>
            <p:cNvSpPr/>
            <p:nvPr/>
          </p:nvSpPr>
          <p:spPr>
            <a:xfrm>
              <a:off x="5949661" y="84744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815" y="87149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1" name="object 2781" descr=""/>
            <p:cNvSpPr/>
            <p:nvPr/>
          </p:nvSpPr>
          <p:spPr>
            <a:xfrm>
              <a:off x="5887904" y="84744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26" y="0"/>
                  </a:moveTo>
                  <a:lnTo>
                    <a:pt x="0" y="0"/>
                  </a:lnTo>
                  <a:lnTo>
                    <a:pt x="0" y="87149"/>
                  </a:lnTo>
                  <a:lnTo>
                    <a:pt x="38826" y="87149"/>
                  </a:lnTo>
                  <a:lnTo>
                    <a:pt x="3882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2" name="object 2782" descr=""/>
            <p:cNvSpPr/>
            <p:nvPr/>
          </p:nvSpPr>
          <p:spPr>
            <a:xfrm>
              <a:off x="5887904" y="84744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826" y="87149"/>
                  </a:lnTo>
                  <a:lnTo>
                    <a:pt x="38826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3" name="object 2783" descr=""/>
            <p:cNvSpPr/>
            <p:nvPr/>
          </p:nvSpPr>
          <p:spPr>
            <a:xfrm>
              <a:off x="5829560" y="8582587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38836" y="0"/>
                  </a:moveTo>
                  <a:lnTo>
                    <a:pt x="0" y="0"/>
                  </a:lnTo>
                  <a:lnTo>
                    <a:pt x="0" y="121305"/>
                  </a:lnTo>
                  <a:lnTo>
                    <a:pt x="38836" y="121305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4" name="object 2784" descr=""/>
            <p:cNvSpPr/>
            <p:nvPr/>
          </p:nvSpPr>
          <p:spPr>
            <a:xfrm>
              <a:off x="5829560" y="8582587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0" y="121305"/>
                  </a:moveTo>
                  <a:lnTo>
                    <a:pt x="38836" y="121305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1213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5" name="object 2785" descr=""/>
            <p:cNvSpPr/>
            <p:nvPr/>
          </p:nvSpPr>
          <p:spPr>
            <a:xfrm>
              <a:off x="5767751" y="8582587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38878" y="0"/>
                  </a:moveTo>
                  <a:lnTo>
                    <a:pt x="0" y="0"/>
                  </a:lnTo>
                  <a:lnTo>
                    <a:pt x="0" y="121305"/>
                  </a:lnTo>
                  <a:lnTo>
                    <a:pt x="38878" y="121305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6" name="object 2786" descr=""/>
            <p:cNvSpPr/>
            <p:nvPr/>
          </p:nvSpPr>
          <p:spPr>
            <a:xfrm>
              <a:off x="5767751" y="8582587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0" y="121305"/>
                  </a:moveTo>
                  <a:lnTo>
                    <a:pt x="38878" y="121305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1213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7" name="object 2787" descr=""/>
            <p:cNvSpPr/>
            <p:nvPr/>
          </p:nvSpPr>
          <p:spPr>
            <a:xfrm>
              <a:off x="5705972" y="8582587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38920" y="0"/>
                  </a:moveTo>
                  <a:lnTo>
                    <a:pt x="0" y="0"/>
                  </a:lnTo>
                  <a:lnTo>
                    <a:pt x="0" y="121305"/>
                  </a:lnTo>
                  <a:lnTo>
                    <a:pt x="38920" y="121305"/>
                  </a:lnTo>
                  <a:lnTo>
                    <a:pt x="3892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8" name="object 2788" descr=""/>
            <p:cNvSpPr/>
            <p:nvPr/>
          </p:nvSpPr>
          <p:spPr>
            <a:xfrm>
              <a:off x="5705972" y="8582587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0" y="121305"/>
                  </a:moveTo>
                  <a:lnTo>
                    <a:pt x="38920" y="121305"/>
                  </a:lnTo>
                  <a:lnTo>
                    <a:pt x="38920" y="0"/>
                  </a:lnTo>
                  <a:lnTo>
                    <a:pt x="0" y="0"/>
                  </a:lnTo>
                  <a:lnTo>
                    <a:pt x="0" y="1213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9" name="object 2789" descr=""/>
            <p:cNvSpPr/>
            <p:nvPr/>
          </p:nvSpPr>
          <p:spPr>
            <a:xfrm>
              <a:off x="5644215" y="8582587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38867" y="0"/>
                  </a:moveTo>
                  <a:lnTo>
                    <a:pt x="0" y="0"/>
                  </a:lnTo>
                  <a:lnTo>
                    <a:pt x="0" y="121305"/>
                  </a:lnTo>
                  <a:lnTo>
                    <a:pt x="38867" y="121305"/>
                  </a:lnTo>
                  <a:lnTo>
                    <a:pt x="3886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0" name="object 2790" descr=""/>
            <p:cNvSpPr/>
            <p:nvPr/>
          </p:nvSpPr>
          <p:spPr>
            <a:xfrm>
              <a:off x="5644215" y="8582587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0" y="121305"/>
                  </a:moveTo>
                  <a:lnTo>
                    <a:pt x="38867" y="121305"/>
                  </a:lnTo>
                  <a:lnTo>
                    <a:pt x="38867" y="0"/>
                  </a:lnTo>
                  <a:lnTo>
                    <a:pt x="0" y="0"/>
                  </a:lnTo>
                  <a:lnTo>
                    <a:pt x="0" y="1213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1" name="object 2791" descr=""/>
            <p:cNvSpPr/>
            <p:nvPr/>
          </p:nvSpPr>
          <p:spPr>
            <a:xfrm>
              <a:off x="5582500" y="8582587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38815" y="0"/>
                  </a:moveTo>
                  <a:lnTo>
                    <a:pt x="0" y="0"/>
                  </a:lnTo>
                  <a:lnTo>
                    <a:pt x="0" y="121305"/>
                  </a:lnTo>
                  <a:lnTo>
                    <a:pt x="38815" y="121305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2" name="object 2792" descr=""/>
            <p:cNvSpPr/>
            <p:nvPr/>
          </p:nvSpPr>
          <p:spPr>
            <a:xfrm>
              <a:off x="5582500" y="8582587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0" y="121305"/>
                  </a:moveTo>
                  <a:lnTo>
                    <a:pt x="38815" y="121305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1213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3" name="object 2793" descr=""/>
            <p:cNvSpPr/>
            <p:nvPr/>
          </p:nvSpPr>
          <p:spPr>
            <a:xfrm>
              <a:off x="5520690" y="8582587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38836" y="0"/>
                  </a:moveTo>
                  <a:lnTo>
                    <a:pt x="0" y="0"/>
                  </a:lnTo>
                  <a:lnTo>
                    <a:pt x="0" y="121305"/>
                  </a:lnTo>
                  <a:lnTo>
                    <a:pt x="38836" y="121305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4" name="object 2794" descr=""/>
            <p:cNvSpPr/>
            <p:nvPr/>
          </p:nvSpPr>
          <p:spPr>
            <a:xfrm>
              <a:off x="5520690" y="8582587"/>
              <a:ext cx="39370" cy="121920"/>
            </a:xfrm>
            <a:custGeom>
              <a:avLst/>
              <a:gdLst/>
              <a:ahLst/>
              <a:cxnLst/>
              <a:rect l="l" t="t" r="r" b="b"/>
              <a:pathLst>
                <a:path w="39370" h="121920">
                  <a:moveTo>
                    <a:pt x="0" y="121305"/>
                  </a:moveTo>
                  <a:lnTo>
                    <a:pt x="38836" y="121305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1213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5" name="object 2795" descr=""/>
            <p:cNvSpPr/>
            <p:nvPr/>
          </p:nvSpPr>
          <p:spPr>
            <a:xfrm>
              <a:off x="5829560" y="8048959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36" y="0"/>
                  </a:moveTo>
                  <a:lnTo>
                    <a:pt x="0" y="0"/>
                  </a:lnTo>
                  <a:lnTo>
                    <a:pt x="0" y="87138"/>
                  </a:lnTo>
                  <a:lnTo>
                    <a:pt x="38836" y="87138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6" name="object 2796" descr=""/>
            <p:cNvSpPr/>
            <p:nvPr/>
          </p:nvSpPr>
          <p:spPr>
            <a:xfrm>
              <a:off x="5829560" y="8048959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38"/>
                  </a:moveTo>
                  <a:lnTo>
                    <a:pt x="38836" y="87138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8713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7" name="object 2797" descr=""/>
            <p:cNvSpPr/>
            <p:nvPr/>
          </p:nvSpPr>
          <p:spPr>
            <a:xfrm>
              <a:off x="5767751" y="8048959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78" y="0"/>
                  </a:moveTo>
                  <a:lnTo>
                    <a:pt x="0" y="0"/>
                  </a:lnTo>
                  <a:lnTo>
                    <a:pt x="0" y="87138"/>
                  </a:lnTo>
                  <a:lnTo>
                    <a:pt x="38878" y="87138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8" name="object 2798" descr=""/>
            <p:cNvSpPr/>
            <p:nvPr/>
          </p:nvSpPr>
          <p:spPr>
            <a:xfrm>
              <a:off x="5767751" y="8048959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38"/>
                  </a:moveTo>
                  <a:lnTo>
                    <a:pt x="38878" y="87138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8713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9" name="object 2799" descr=""/>
            <p:cNvSpPr/>
            <p:nvPr/>
          </p:nvSpPr>
          <p:spPr>
            <a:xfrm>
              <a:off x="5705972" y="8048959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920" y="0"/>
                  </a:moveTo>
                  <a:lnTo>
                    <a:pt x="0" y="0"/>
                  </a:lnTo>
                  <a:lnTo>
                    <a:pt x="0" y="87138"/>
                  </a:lnTo>
                  <a:lnTo>
                    <a:pt x="38920" y="87138"/>
                  </a:lnTo>
                  <a:lnTo>
                    <a:pt x="3892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0" name="object 2800" descr=""/>
            <p:cNvSpPr/>
            <p:nvPr/>
          </p:nvSpPr>
          <p:spPr>
            <a:xfrm>
              <a:off x="5705972" y="8048959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38"/>
                  </a:moveTo>
                  <a:lnTo>
                    <a:pt x="38920" y="87138"/>
                  </a:lnTo>
                  <a:lnTo>
                    <a:pt x="38920" y="0"/>
                  </a:lnTo>
                  <a:lnTo>
                    <a:pt x="0" y="0"/>
                  </a:lnTo>
                  <a:lnTo>
                    <a:pt x="0" y="8713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1" name="object 2801" descr=""/>
            <p:cNvSpPr/>
            <p:nvPr/>
          </p:nvSpPr>
          <p:spPr>
            <a:xfrm>
              <a:off x="5644215" y="8048959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67" y="0"/>
                  </a:moveTo>
                  <a:lnTo>
                    <a:pt x="0" y="0"/>
                  </a:lnTo>
                  <a:lnTo>
                    <a:pt x="0" y="87138"/>
                  </a:lnTo>
                  <a:lnTo>
                    <a:pt x="38867" y="87138"/>
                  </a:lnTo>
                  <a:lnTo>
                    <a:pt x="3886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2" name="object 2802" descr=""/>
            <p:cNvSpPr/>
            <p:nvPr/>
          </p:nvSpPr>
          <p:spPr>
            <a:xfrm>
              <a:off x="5644215" y="8048959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38"/>
                  </a:moveTo>
                  <a:lnTo>
                    <a:pt x="38867" y="87138"/>
                  </a:lnTo>
                  <a:lnTo>
                    <a:pt x="38867" y="0"/>
                  </a:lnTo>
                  <a:lnTo>
                    <a:pt x="0" y="0"/>
                  </a:lnTo>
                  <a:lnTo>
                    <a:pt x="0" y="8713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3" name="object 2803" descr=""/>
            <p:cNvSpPr/>
            <p:nvPr/>
          </p:nvSpPr>
          <p:spPr>
            <a:xfrm>
              <a:off x="5582500" y="8048959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15" y="0"/>
                  </a:moveTo>
                  <a:lnTo>
                    <a:pt x="0" y="0"/>
                  </a:lnTo>
                  <a:lnTo>
                    <a:pt x="0" y="87138"/>
                  </a:lnTo>
                  <a:lnTo>
                    <a:pt x="38815" y="87138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4" name="object 2804" descr=""/>
            <p:cNvSpPr/>
            <p:nvPr/>
          </p:nvSpPr>
          <p:spPr>
            <a:xfrm>
              <a:off x="5582500" y="8048959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38"/>
                  </a:moveTo>
                  <a:lnTo>
                    <a:pt x="38815" y="87138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8713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5" name="object 2805" descr=""/>
            <p:cNvSpPr/>
            <p:nvPr/>
          </p:nvSpPr>
          <p:spPr>
            <a:xfrm>
              <a:off x="5520690" y="8048959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36" y="0"/>
                  </a:moveTo>
                  <a:lnTo>
                    <a:pt x="0" y="0"/>
                  </a:lnTo>
                  <a:lnTo>
                    <a:pt x="0" y="87138"/>
                  </a:lnTo>
                  <a:lnTo>
                    <a:pt x="38836" y="87138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6" name="object 2806" descr=""/>
            <p:cNvSpPr/>
            <p:nvPr/>
          </p:nvSpPr>
          <p:spPr>
            <a:xfrm>
              <a:off x="5520690" y="8048959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38"/>
                  </a:moveTo>
                  <a:lnTo>
                    <a:pt x="38836" y="87138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8713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7" name="object 2807" descr=""/>
            <p:cNvSpPr/>
            <p:nvPr/>
          </p:nvSpPr>
          <p:spPr>
            <a:xfrm>
              <a:off x="5829560" y="8155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36" y="0"/>
                  </a:moveTo>
                  <a:lnTo>
                    <a:pt x="0" y="0"/>
                  </a:lnTo>
                  <a:lnTo>
                    <a:pt x="0" y="87128"/>
                  </a:lnTo>
                  <a:lnTo>
                    <a:pt x="38836" y="87128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8" name="object 2808" descr=""/>
            <p:cNvSpPr/>
            <p:nvPr/>
          </p:nvSpPr>
          <p:spPr>
            <a:xfrm>
              <a:off x="5829560" y="8155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28"/>
                  </a:moveTo>
                  <a:lnTo>
                    <a:pt x="38836" y="87128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8712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9" name="object 2809" descr=""/>
            <p:cNvSpPr/>
            <p:nvPr/>
          </p:nvSpPr>
          <p:spPr>
            <a:xfrm>
              <a:off x="5767751" y="8155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78" y="0"/>
                  </a:moveTo>
                  <a:lnTo>
                    <a:pt x="0" y="0"/>
                  </a:lnTo>
                  <a:lnTo>
                    <a:pt x="0" y="87128"/>
                  </a:lnTo>
                  <a:lnTo>
                    <a:pt x="38878" y="87128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0" name="object 2810" descr=""/>
            <p:cNvSpPr/>
            <p:nvPr/>
          </p:nvSpPr>
          <p:spPr>
            <a:xfrm>
              <a:off x="5767751" y="8155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28"/>
                  </a:moveTo>
                  <a:lnTo>
                    <a:pt x="38878" y="87128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8712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1" name="object 2811" descr=""/>
            <p:cNvSpPr/>
            <p:nvPr/>
          </p:nvSpPr>
          <p:spPr>
            <a:xfrm>
              <a:off x="5705972" y="8155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920" y="0"/>
                  </a:moveTo>
                  <a:lnTo>
                    <a:pt x="0" y="0"/>
                  </a:lnTo>
                  <a:lnTo>
                    <a:pt x="0" y="87128"/>
                  </a:lnTo>
                  <a:lnTo>
                    <a:pt x="38920" y="87128"/>
                  </a:lnTo>
                  <a:lnTo>
                    <a:pt x="3892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2" name="object 2812" descr=""/>
            <p:cNvSpPr/>
            <p:nvPr/>
          </p:nvSpPr>
          <p:spPr>
            <a:xfrm>
              <a:off x="5705972" y="8155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28"/>
                  </a:moveTo>
                  <a:lnTo>
                    <a:pt x="38920" y="87128"/>
                  </a:lnTo>
                  <a:lnTo>
                    <a:pt x="38920" y="0"/>
                  </a:lnTo>
                  <a:lnTo>
                    <a:pt x="0" y="0"/>
                  </a:lnTo>
                  <a:lnTo>
                    <a:pt x="0" y="8712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3" name="object 2813" descr=""/>
            <p:cNvSpPr/>
            <p:nvPr/>
          </p:nvSpPr>
          <p:spPr>
            <a:xfrm>
              <a:off x="5644215" y="8155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67" y="0"/>
                  </a:moveTo>
                  <a:lnTo>
                    <a:pt x="0" y="0"/>
                  </a:lnTo>
                  <a:lnTo>
                    <a:pt x="0" y="87128"/>
                  </a:lnTo>
                  <a:lnTo>
                    <a:pt x="38867" y="87128"/>
                  </a:lnTo>
                  <a:lnTo>
                    <a:pt x="3886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4" name="object 2814" descr=""/>
            <p:cNvSpPr/>
            <p:nvPr/>
          </p:nvSpPr>
          <p:spPr>
            <a:xfrm>
              <a:off x="5644215" y="8155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28"/>
                  </a:moveTo>
                  <a:lnTo>
                    <a:pt x="38867" y="87128"/>
                  </a:lnTo>
                  <a:lnTo>
                    <a:pt x="38867" y="0"/>
                  </a:lnTo>
                  <a:lnTo>
                    <a:pt x="0" y="0"/>
                  </a:lnTo>
                  <a:lnTo>
                    <a:pt x="0" y="8712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5" name="object 2815" descr=""/>
            <p:cNvSpPr/>
            <p:nvPr/>
          </p:nvSpPr>
          <p:spPr>
            <a:xfrm>
              <a:off x="5582500" y="8155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15" y="0"/>
                  </a:moveTo>
                  <a:lnTo>
                    <a:pt x="0" y="0"/>
                  </a:lnTo>
                  <a:lnTo>
                    <a:pt x="0" y="87128"/>
                  </a:lnTo>
                  <a:lnTo>
                    <a:pt x="38815" y="87128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6" name="object 2816" descr=""/>
            <p:cNvSpPr/>
            <p:nvPr/>
          </p:nvSpPr>
          <p:spPr>
            <a:xfrm>
              <a:off x="5582500" y="8155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28"/>
                  </a:moveTo>
                  <a:lnTo>
                    <a:pt x="38815" y="87128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8712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7" name="object 2817" descr=""/>
            <p:cNvSpPr/>
            <p:nvPr/>
          </p:nvSpPr>
          <p:spPr>
            <a:xfrm>
              <a:off x="5520690" y="8155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36" y="0"/>
                  </a:moveTo>
                  <a:lnTo>
                    <a:pt x="0" y="0"/>
                  </a:lnTo>
                  <a:lnTo>
                    <a:pt x="0" y="87128"/>
                  </a:lnTo>
                  <a:lnTo>
                    <a:pt x="38836" y="87128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8" name="object 2818" descr=""/>
            <p:cNvSpPr/>
            <p:nvPr/>
          </p:nvSpPr>
          <p:spPr>
            <a:xfrm>
              <a:off x="5520690" y="81553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28"/>
                  </a:moveTo>
                  <a:lnTo>
                    <a:pt x="38836" y="87128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8712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9" name="object 2819" descr=""/>
            <p:cNvSpPr/>
            <p:nvPr/>
          </p:nvSpPr>
          <p:spPr>
            <a:xfrm>
              <a:off x="5829560" y="8261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36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36" y="87117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0" name="object 2820" descr=""/>
            <p:cNvSpPr/>
            <p:nvPr/>
          </p:nvSpPr>
          <p:spPr>
            <a:xfrm>
              <a:off x="5829560" y="8261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36" y="87117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1" name="object 2821" descr=""/>
            <p:cNvSpPr/>
            <p:nvPr/>
          </p:nvSpPr>
          <p:spPr>
            <a:xfrm>
              <a:off x="5767751" y="8261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78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78" y="87117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2" name="object 2822" descr=""/>
            <p:cNvSpPr/>
            <p:nvPr/>
          </p:nvSpPr>
          <p:spPr>
            <a:xfrm>
              <a:off x="5767751" y="8261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78" y="87117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3" name="object 2823" descr=""/>
            <p:cNvSpPr/>
            <p:nvPr/>
          </p:nvSpPr>
          <p:spPr>
            <a:xfrm>
              <a:off x="5705972" y="8261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920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920" y="87117"/>
                  </a:lnTo>
                  <a:lnTo>
                    <a:pt x="3892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4" name="object 2824" descr=""/>
            <p:cNvSpPr/>
            <p:nvPr/>
          </p:nvSpPr>
          <p:spPr>
            <a:xfrm>
              <a:off x="5705972" y="8261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920" y="87117"/>
                  </a:lnTo>
                  <a:lnTo>
                    <a:pt x="38920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5" name="object 2825" descr=""/>
            <p:cNvSpPr/>
            <p:nvPr/>
          </p:nvSpPr>
          <p:spPr>
            <a:xfrm>
              <a:off x="5644215" y="8261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67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67" y="87117"/>
                  </a:lnTo>
                  <a:lnTo>
                    <a:pt x="3886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6" name="object 2826" descr=""/>
            <p:cNvSpPr/>
            <p:nvPr/>
          </p:nvSpPr>
          <p:spPr>
            <a:xfrm>
              <a:off x="5644215" y="8261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67" y="87117"/>
                  </a:lnTo>
                  <a:lnTo>
                    <a:pt x="38867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7" name="object 2827" descr=""/>
            <p:cNvSpPr/>
            <p:nvPr/>
          </p:nvSpPr>
          <p:spPr>
            <a:xfrm>
              <a:off x="5582500" y="8261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15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15" y="87117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8" name="object 2828" descr=""/>
            <p:cNvSpPr/>
            <p:nvPr/>
          </p:nvSpPr>
          <p:spPr>
            <a:xfrm>
              <a:off x="5582500" y="8261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15" y="87117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9" name="object 2829" descr=""/>
            <p:cNvSpPr/>
            <p:nvPr/>
          </p:nvSpPr>
          <p:spPr>
            <a:xfrm>
              <a:off x="5520690" y="8261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36" y="0"/>
                  </a:moveTo>
                  <a:lnTo>
                    <a:pt x="0" y="0"/>
                  </a:lnTo>
                  <a:lnTo>
                    <a:pt x="0" y="87117"/>
                  </a:lnTo>
                  <a:lnTo>
                    <a:pt x="38836" y="87117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0" name="object 2830" descr=""/>
            <p:cNvSpPr/>
            <p:nvPr/>
          </p:nvSpPr>
          <p:spPr>
            <a:xfrm>
              <a:off x="5520690" y="8261717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17"/>
                  </a:moveTo>
                  <a:lnTo>
                    <a:pt x="38836" y="87117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871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1" name="object 2831" descr=""/>
            <p:cNvSpPr/>
            <p:nvPr/>
          </p:nvSpPr>
          <p:spPr>
            <a:xfrm>
              <a:off x="5829560" y="8368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36" y="0"/>
                  </a:moveTo>
                  <a:lnTo>
                    <a:pt x="0" y="0"/>
                  </a:lnTo>
                  <a:lnTo>
                    <a:pt x="0" y="87086"/>
                  </a:lnTo>
                  <a:lnTo>
                    <a:pt x="38836" y="87086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2" name="object 2832" descr=""/>
            <p:cNvSpPr/>
            <p:nvPr/>
          </p:nvSpPr>
          <p:spPr>
            <a:xfrm>
              <a:off x="5829560" y="8368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086"/>
                  </a:moveTo>
                  <a:lnTo>
                    <a:pt x="38836" y="87086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8708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3" name="object 2833" descr=""/>
            <p:cNvSpPr/>
            <p:nvPr/>
          </p:nvSpPr>
          <p:spPr>
            <a:xfrm>
              <a:off x="5767751" y="8368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78" y="0"/>
                  </a:moveTo>
                  <a:lnTo>
                    <a:pt x="0" y="0"/>
                  </a:lnTo>
                  <a:lnTo>
                    <a:pt x="0" y="87086"/>
                  </a:lnTo>
                  <a:lnTo>
                    <a:pt x="38878" y="87086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4" name="object 2834" descr=""/>
            <p:cNvSpPr/>
            <p:nvPr/>
          </p:nvSpPr>
          <p:spPr>
            <a:xfrm>
              <a:off x="5767751" y="8368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086"/>
                  </a:moveTo>
                  <a:lnTo>
                    <a:pt x="38878" y="87086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8708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5" name="object 2835" descr=""/>
            <p:cNvSpPr/>
            <p:nvPr/>
          </p:nvSpPr>
          <p:spPr>
            <a:xfrm>
              <a:off x="5705972" y="8368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920" y="0"/>
                  </a:moveTo>
                  <a:lnTo>
                    <a:pt x="0" y="0"/>
                  </a:lnTo>
                  <a:lnTo>
                    <a:pt x="0" y="87086"/>
                  </a:lnTo>
                  <a:lnTo>
                    <a:pt x="38920" y="87086"/>
                  </a:lnTo>
                  <a:lnTo>
                    <a:pt x="3892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6" name="object 2836" descr=""/>
            <p:cNvSpPr/>
            <p:nvPr/>
          </p:nvSpPr>
          <p:spPr>
            <a:xfrm>
              <a:off x="5705972" y="8368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086"/>
                  </a:moveTo>
                  <a:lnTo>
                    <a:pt x="38920" y="87086"/>
                  </a:lnTo>
                  <a:lnTo>
                    <a:pt x="38920" y="0"/>
                  </a:lnTo>
                  <a:lnTo>
                    <a:pt x="0" y="0"/>
                  </a:lnTo>
                  <a:lnTo>
                    <a:pt x="0" y="8708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7" name="object 2837" descr=""/>
            <p:cNvSpPr/>
            <p:nvPr/>
          </p:nvSpPr>
          <p:spPr>
            <a:xfrm>
              <a:off x="5644215" y="8368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67" y="0"/>
                  </a:moveTo>
                  <a:lnTo>
                    <a:pt x="0" y="0"/>
                  </a:lnTo>
                  <a:lnTo>
                    <a:pt x="0" y="87086"/>
                  </a:lnTo>
                  <a:lnTo>
                    <a:pt x="38867" y="87086"/>
                  </a:lnTo>
                  <a:lnTo>
                    <a:pt x="3886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8" name="object 2838" descr=""/>
            <p:cNvSpPr/>
            <p:nvPr/>
          </p:nvSpPr>
          <p:spPr>
            <a:xfrm>
              <a:off x="5644215" y="8368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086"/>
                  </a:moveTo>
                  <a:lnTo>
                    <a:pt x="38867" y="87086"/>
                  </a:lnTo>
                  <a:lnTo>
                    <a:pt x="38867" y="0"/>
                  </a:lnTo>
                  <a:lnTo>
                    <a:pt x="0" y="0"/>
                  </a:lnTo>
                  <a:lnTo>
                    <a:pt x="0" y="8708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9" name="object 2839" descr=""/>
            <p:cNvSpPr/>
            <p:nvPr/>
          </p:nvSpPr>
          <p:spPr>
            <a:xfrm>
              <a:off x="5582500" y="8368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15" y="0"/>
                  </a:moveTo>
                  <a:lnTo>
                    <a:pt x="0" y="0"/>
                  </a:lnTo>
                  <a:lnTo>
                    <a:pt x="0" y="87086"/>
                  </a:lnTo>
                  <a:lnTo>
                    <a:pt x="38815" y="87086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0" name="object 2840" descr=""/>
            <p:cNvSpPr/>
            <p:nvPr/>
          </p:nvSpPr>
          <p:spPr>
            <a:xfrm>
              <a:off x="5582500" y="8368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086"/>
                  </a:moveTo>
                  <a:lnTo>
                    <a:pt x="38815" y="87086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8708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1" name="object 2841" descr=""/>
            <p:cNvSpPr/>
            <p:nvPr/>
          </p:nvSpPr>
          <p:spPr>
            <a:xfrm>
              <a:off x="5520690" y="8368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36" y="0"/>
                  </a:moveTo>
                  <a:lnTo>
                    <a:pt x="0" y="0"/>
                  </a:lnTo>
                  <a:lnTo>
                    <a:pt x="0" y="87086"/>
                  </a:lnTo>
                  <a:lnTo>
                    <a:pt x="38836" y="87086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2" name="object 2842" descr=""/>
            <p:cNvSpPr/>
            <p:nvPr/>
          </p:nvSpPr>
          <p:spPr>
            <a:xfrm>
              <a:off x="5520690" y="8368080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086"/>
                  </a:moveTo>
                  <a:lnTo>
                    <a:pt x="38836" y="87086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8708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3" name="object 2843" descr=""/>
            <p:cNvSpPr/>
            <p:nvPr/>
          </p:nvSpPr>
          <p:spPr>
            <a:xfrm>
              <a:off x="5829560" y="84744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36" y="0"/>
                  </a:moveTo>
                  <a:lnTo>
                    <a:pt x="0" y="0"/>
                  </a:lnTo>
                  <a:lnTo>
                    <a:pt x="0" y="87149"/>
                  </a:lnTo>
                  <a:lnTo>
                    <a:pt x="38836" y="87149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4" name="object 2844" descr=""/>
            <p:cNvSpPr/>
            <p:nvPr/>
          </p:nvSpPr>
          <p:spPr>
            <a:xfrm>
              <a:off x="5829560" y="84744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836" y="87149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5" name="object 2845" descr=""/>
            <p:cNvSpPr/>
            <p:nvPr/>
          </p:nvSpPr>
          <p:spPr>
            <a:xfrm>
              <a:off x="5767751" y="84744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78" y="0"/>
                  </a:moveTo>
                  <a:lnTo>
                    <a:pt x="0" y="0"/>
                  </a:lnTo>
                  <a:lnTo>
                    <a:pt x="0" y="87149"/>
                  </a:lnTo>
                  <a:lnTo>
                    <a:pt x="38878" y="87149"/>
                  </a:lnTo>
                  <a:lnTo>
                    <a:pt x="38878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6" name="object 2846" descr=""/>
            <p:cNvSpPr/>
            <p:nvPr/>
          </p:nvSpPr>
          <p:spPr>
            <a:xfrm>
              <a:off x="5767751" y="84744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878" y="87149"/>
                  </a:lnTo>
                  <a:lnTo>
                    <a:pt x="38878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7" name="object 2847" descr=""/>
            <p:cNvSpPr/>
            <p:nvPr/>
          </p:nvSpPr>
          <p:spPr>
            <a:xfrm>
              <a:off x="5705972" y="84744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920" y="0"/>
                  </a:moveTo>
                  <a:lnTo>
                    <a:pt x="0" y="0"/>
                  </a:lnTo>
                  <a:lnTo>
                    <a:pt x="0" y="87149"/>
                  </a:lnTo>
                  <a:lnTo>
                    <a:pt x="38920" y="87149"/>
                  </a:lnTo>
                  <a:lnTo>
                    <a:pt x="3892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8" name="object 2848" descr=""/>
            <p:cNvSpPr/>
            <p:nvPr/>
          </p:nvSpPr>
          <p:spPr>
            <a:xfrm>
              <a:off x="5705972" y="84744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920" y="87149"/>
                  </a:lnTo>
                  <a:lnTo>
                    <a:pt x="38920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9" name="object 2849" descr=""/>
            <p:cNvSpPr/>
            <p:nvPr/>
          </p:nvSpPr>
          <p:spPr>
            <a:xfrm>
              <a:off x="5644215" y="84744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67" y="0"/>
                  </a:moveTo>
                  <a:lnTo>
                    <a:pt x="0" y="0"/>
                  </a:lnTo>
                  <a:lnTo>
                    <a:pt x="0" y="87149"/>
                  </a:lnTo>
                  <a:lnTo>
                    <a:pt x="38867" y="87149"/>
                  </a:lnTo>
                  <a:lnTo>
                    <a:pt x="38867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0" name="object 2850" descr=""/>
            <p:cNvSpPr/>
            <p:nvPr/>
          </p:nvSpPr>
          <p:spPr>
            <a:xfrm>
              <a:off x="5644215" y="84744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867" y="87149"/>
                  </a:lnTo>
                  <a:lnTo>
                    <a:pt x="38867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51" name="object 2851" descr=""/>
            <p:cNvSpPr/>
            <p:nvPr/>
          </p:nvSpPr>
          <p:spPr>
            <a:xfrm>
              <a:off x="5582500" y="84744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15" y="0"/>
                  </a:moveTo>
                  <a:lnTo>
                    <a:pt x="0" y="0"/>
                  </a:lnTo>
                  <a:lnTo>
                    <a:pt x="0" y="87149"/>
                  </a:lnTo>
                  <a:lnTo>
                    <a:pt x="38815" y="87149"/>
                  </a:lnTo>
                  <a:lnTo>
                    <a:pt x="3881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2" name="object 2852" descr=""/>
            <p:cNvSpPr/>
            <p:nvPr/>
          </p:nvSpPr>
          <p:spPr>
            <a:xfrm>
              <a:off x="5582500" y="84744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815" y="87149"/>
                  </a:lnTo>
                  <a:lnTo>
                    <a:pt x="38815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53" name="object 2853" descr=""/>
            <p:cNvSpPr/>
            <p:nvPr/>
          </p:nvSpPr>
          <p:spPr>
            <a:xfrm>
              <a:off x="5520690" y="84744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38836" y="0"/>
                  </a:moveTo>
                  <a:lnTo>
                    <a:pt x="0" y="0"/>
                  </a:lnTo>
                  <a:lnTo>
                    <a:pt x="0" y="87149"/>
                  </a:lnTo>
                  <a:lnTo>
                    <a:pt x="38836" y="87149"/>
                  </a:lnTo>
                  <a:lnTo>
                    <a:pt x="38836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4" name="object 2854" descr=""/>
            <p:cNvSpPr/>
            <p:nvPr/>
          </p:nvSpPr>
          <p:spPr>
            <a:xfrm>
              <a:off x="5520690" y="8474422"/>
              <a:ext cx="39370" cy="87630"/>
            </a:xfrm>
            <a:custGeom>
              <a:avLst/>
              <a:gdLst/>
              <a:ahLst/>
              <a:cxnLst/>
              <a:rect l="l" t="t" r="r" b="b"/>
              <a:pathLst>
                <a:path w="39370" h="87629">
                  <a:moveTo>
                    <a:pt x="0" y="87149"/>
                  </a:moveTo>
                  <a:lnTo>
                    <a:pt x="38836" y="87149"/>
                  </a:lnTo>
                  <a:lnTo>
                    <a:pt x="38836" y="0"/>
                  </a:lnTo>
                  <a:lnTo>
                    <a:pt x="0" y="0"/>
                  </a:lnTo>
                  <a:lnTo>
                    <a:pt x="0" y="8714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855" name="object 2855" descr=""/>
          <p:cNvGrpSpPr/>
          <p:nvPr/>
        </p:nvGrpSpPr>
        <p:grpSpPr>
          <a:xfrm>
            <a:off x="1782814" y="8090507"/>
            <a:ext cx="907415" cy="2022475"/>
            <a:chOff x="1782814" y="8090507"/>
            <a:chExt cx="907415" cy="2022475"/>
          </a:xfrm>
        </p:grpSpPr>
        <p:sp>
          <p:nvSpPr>
            <p:cNvPr id="2856" name="object 2856" descr=""/>
            <p:cNvSpPr/>
            <p:nvPr/>
          </p:nvSpPr>
          <p:spPr>
            <a:xfrm>
              <a:off x="1788050" y="8095743"/>
              <a:ext cx="896619" cy="2011680"/>
            </a:xfrm>
            <a:custGeom>
              <a:avLst/>
              <a:gdLst/>
              <a:ahLst/>
              <a:cxnLst/>
              <a:rect l="l" t="t" r="r" b="b"/>
              <a:pathLst>
                <a:path w="896619" h="2011679">
                  <a:moveTo>
                    <a:pt x="896454" y="0"/>
                  </a:moveTo>
                  <a:lnTo>
                    <a:pt x="0" y="0"/>
                  </a:lnTo>
                  <a:lnTo>
                    <a:pt x="0" y="2011394"/>
                  </a:lnTo>
                  <a:lnTo>
                    <a:pt x="896454" y="2011394"/>
                  </a:lnTo>
                  <a:lnTo>
                    <a:pt x="896454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7" name="object 2857" descr=""/>
            <p:cNvSpPr/>
            <p:nvPr/>
          </p:nvSpPr>
          <p:spPr>
            <a:xfrm>
              <a:off x="1788050" y="8095743"/>
              <a:ext cx="896619" cy="2011680"/>
            </a:xfrm>
            <a:custGeom>
              <a:avLst/>
              <a:gdLst/>
              <a:ahLst/>
              <a:cxnLst/>
              <a:rect l="l" t="t" r="r" b="b"/>
              <a:pathLst>
                <a:path w="896619" h="2011679">
                  <a:moveTo>
                    <a:pt x="0" y="2011394"/>
                  </a:moveTo>
                  <a:lnTo>
                    <a:pt x="896454" y="2011394"/>
                  </a:lnTo>
                  <a:lnTo>
                    <a:pt x="896454" y="0"/>
                  </a:lnTo>
                  <a:lnTo>
                    <a:pt x="0" y="0"/>
                  </a:lnTo>
                  <a:lnTo>
                    <a:pt x="0" y="201139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58" name="object 2858" descr=""/>
            <p:cNvSpPr/>
            <p:nvPr/>
          </p:nvSpPr>
          <p:spPr>
            <a:xfrm>
              <a:off x="2593416" y="9944068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28371" y="105918"/>
                  </a:moveTo>
                  <a:lnTo>
                    <a:pt x="0" y="105918"/>
                  </a:lnTo>
                  <a:lnTo>
                    <a:pt x="0" y="114655"/>
                  </a:lnTo>
                  <a:lnTo>
                    <a:pt x="28371" y="114655"/>
                  </a:lnTo>
                  <a:lnTo>
                    <a:pt x="28371" y="105918"/>
                  </a:lnTo>
                  <a:close/>
                </a:path>
                <a:path w="28575" h="114934">
                  <a:moveTo>
                    <a:pt x="28371" y="0"/>
                  </a:moveTo>
                  <a:lnTo>
                    <a:pt x="0" y="0"/>
                  </a:lnTo>
                  <a:lnTo>
                    <a:pt x="0" y="74168"/>
                  </a:lnTo>
                  <a:lnTo>
                    <a:pt x="28371" y="74168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9" name="object 2859" descr=""/>
            <p:cNvSpPr/>
            <p:nvPr/>
          </p:nvSpPr>
          <p:spPr>
            <a:xfrm>
              <a:off x="2593428" y="9944063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0" y="114656"/>
                  </a:moveTo>
                  <a:lnTo>
                    <a:pt x="28365" y="114656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11465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60" name="object 2860" descr=""/>
            <p:cNvSpPr/>
            <p:nvPr/>
          </p:nvSpPr>
          <p:spPr>
            <a:xfrm>
              <a:off x="2548369" y="9944068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28346" y="105918"/>
                  </a:moveTo>
                  <a:lnTo>
                    <a:pt x="0" y="105918"/>
                  </a:lnTo>
                  <a:lnTo>
                    <a:pt x="0" y="114655"/>
                  </a:lnTo>
                  <a:lnTo>
                    <a:pt x="28346" y="114655"/>
                  </a:lnTo>
                  <a:lnTo>
                    <a:pt x="28346" y="105918"/>
                  </a:lnTo>
                  <a:close/>
                </a:path>
                <a:path w="28575" h="114934">
                  <a:moveTo>
                    <a:pt x="28346" y="0"/>
                  </a:moveTo>
                  <a:lnTo>
                    <a:pt x="0" y="0"/>
                  </a:lnTo>
                  <a:lnTo>
                    <a:pt x="0" y="74168"/>
                  </a:lnTo>
                  <a:lnTo>
                    <a:pt x="28346" y="74168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1" name="object 2861" descr=""/>
            <p:cNvSpPr/>
            <p:nvPr/>
          </p:nvSpPr>
          <p:spPr>
            <a:xfrm>
              <a:off x="2548372" y="9944063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0" y="114656"/>
                  </a:moveTo>
                  <a:lnTo>
                    <a:pt x="28344" y="114656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11465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62" name="object 2862" descr=""/>
            <p:cNvSpPr/>
            <p:nvPr/>
          </p:nvSpPr>
          <p:spPr>
            <a:xfrm>
              <a:off x="2503259" y="9944068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28346" y="105918"/>
                  </a:moveTo>
                  <a:lnTo>
                    <a:pt x="0" y="105918"/>
                  </a:lnTo>
                  <a:lnTo>
                    <a:pt x="0" y="114655"/>
                  </a:lnTo>
                  <a:lnTo>
                    <a:pt x="28346" y="114655"/>
                  </a:lnTo>
                  <a:lnTo>
                    <a:pt x="28346" y="105918"/>
                  </a:lnTo>
                  <a:close/>
                </a:path>
                <a:path w="28575" h="114934">
                  <a:moveTo>
                    <a:pt x="28346" y="0"/>
                  </a:moveTo>
                  <a:lnTo>
                    <a:pt x="0" y="0"/>
                  </a:lnTo>
                  <a:lnTo>
                    <a:pt x="0" y="74168"/>
                  </a:lnTo>
                  <a:lnTo>
                    <a:pt x="28346" y="74168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3" name="object 2863" descr=""/>
            <p:cNvSpPr/>
            <p:nvPr/>
          </p:nvSpPr>
          <p:spPr>
            <a:xfrm>
              <a:off x="2503264" y="9944063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0" y="114656"/>
                  </a:moveTo>
                  <a:lnTo>
                    <a:pt x="28344" y="114656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11465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64" name="object 2864" descr=""/>
            <p:cNvSpPr/>
            <p:nvPr/>
          </p:nvSpPr>
          <p:spPr>
            <a:xfrm>
              <a:off x="2458174" y="9944068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28359" y="105918"/>
                  </a:moveTo>
                  <a:lnTo>
                    <a:pt x="0" y="105918"/>
                  </a:lnTo>
                  <a:lnTo>
                    <a:pt x="0" y="114655"/>
                  </a:lnTo>
                  <a:lnTo>
                    <a:pt x="28359" y="114655"/>
                  </a:lnTo>
                  <a:lnTo>
                    <a:pt x="28359" y="105918"/>
                  </a:lnTo>
                  <a:close/>
                </a:path>
                <a:path w="28575" h="114934">
                  <a:moveTo>
                    <a:pt x="28359" y="0"/>
                  </a:moveTo>
                  <a:lnTo>
                    <a:pt x="0" y="0"/>
                  </a:lnTo>
                  <a:lnTo>
                    <a:pt x="0" y="74168"/>
                  </a:lnTo>
                  <a:lnTo>
                    <a:pt x="28359" y="74168"/>
                  </a:lnTo>
                  <a:lnTo>
                    <a:pt x="28359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5" name="object 2865" descr=""/>
            <p:cNvSpPr/>
            <p:nvPr/>
          </p:nvSpPr>
          <p:spPr>
            <a:xfrm>
              <a:off x="2458176" y="9944063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0" y="114656"/>
                  </a:moveTo>
                  <a:lnTo>
                    <a:pt x="28365" y="114656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11465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66" name="object 2866" descr=""/>
            <p:cNvSpPr/>
            <p:nvPr/>
          </p:nvSpPr>
          <p:spPr>
            <a:xfrm>
              <a:off x="2413139" y="9944068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28333" y="105918"/>
                  </a:moveTo>
                  <a:lnTo>
                    <a:pt x="0" y="105918"/>
                  </a:lnTo>
                  <a:lnTo>
                    <a:pt x="0" y="114655"/>
                  </a:lnTo>
                  <a:lnTo>
                    <a:pt x="28333" y="114655"/>
                  </a:lnTo>
                  <a:lnTo>
                    <a:pt x="28333" y="105918"/>
                  </a:lnTo>
                  <a:close/>
                </a:path>
                <a:path w="28575" h="114934">
                  <a:moveTo>
                    <a:pt x="28333" y="0"/>
                  </a:moveTo>
                  <a:lnTo>
                    <a:pt x="0" y="0"/>
                  </a:lnTo>
                  <a:lnTo>
                    <a:pt x="0" y="74168"/>
                  </a:lnTo>
                  <a:lnTo>
                    <a:pt x="28333" y="74168"/>
                  </a:lnTo>
                  <a:lnTo>
                    <a:pt x="28333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7" name="object 2867" descr=""/>
            <p:cNvSpPr/>
            <p:nvPr/>
          </p:nvSpPr>
          <p:spPr>
            <a:xfrm>
              <a:off x="2413141" y="9944063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0" y="114656"/>
                  </a:moveTo>
                  <a:lnTo>
                    <a:pt x="28334" y="114656"/>
                  </a:lnTo>
                  <a:lnTo>
                    <a:pt x="28334" y="0"/>
                  </a:lnTo>
                  <a:lnTo>
                    <a:pt x="0" y="0"/>
                  </a:lnTo>
                  <a:lnTo>
                    <a:pt x="0" y="11465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68" name="object 2868" descr=""/>
            <p:cNvSpPr/>
            <p:nvPr/>
          </p:nvSpPr>
          <p:spPr>
            <a:xfrm>
              <a:off x="2368016" y="9944068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28371" y="105918"/>
                  </a:moveTo>
                  <a:lnTo>
                    <a:pt x="0" y="105918"/>
                  </a:lnTo>
                  <a:lnTo>
                    <a:pt x="0" y="114655"/>
                  </a:lnTo>
                  <a:lnTo>
                    <a:pt x="28371" y="114655"/>
                  </a:lnTo>
                  <a:lnTo>
                    <a:pt x="28371" y="105918"/>
                  </a:lnTo>
                  <a:close/>
                </a:path>
                <a:path w="28575" h="114934">
                  <a:moveTo>
                    <a:pt x="28371" y="0"/>
                  </a:moveTo>
                  <a:lnTo>
                    <a:pt x="0" y="0"/>
                  </a:lnTo>
                  <a:lnTo>
                    <a:pt x="0" y="74168"/>
                  </a:lnTo>
                  <a:lnTo>
                    <a:pt x="28371" y="74168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9" name="object 2869" descr=""/>
            <p:cNvSpPr/>
            <p:nvPr/>
          </p:nvSpPr>
          <p:spPr>
            <a:xfrm>
              <a:off x="2368022" y="9944063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0" y="114656"/>
                  </a:moveTo>
                  <a:lnTo>
                    <a:pt x="28376" y="114656"/>
                  </a:lnTo>
                  <a:lnTo>
                    <a:pt x="28376" y="0"/>
                  </a:lnTo>
                  <a:lnTo>
                    <a:pt x="0" y="0"/>
                  </a:lnTo>
                  <a:lnTo>
                    <a:pt x="0" y="11465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70" name="object 2870" descr=""/>
            <p:cNvSpPr/>
            <p:nvPr/>
          </p:nvSpPr>
          <p:spPr>
            <a:xfrm>
              <a:off x="2593416" y="9452476"/>
              <a:ext cx="28575" cy="69850"/>
            </a:xfrm>
            <a:custGeom>
              <a:avLst/>
              <a:gdLst/>
              <a:ahLst/>
              <a:cxnLst/>
              <a:rect l="l" t="t" r="r" b="b"/>
              <a:pathLst>
                <a:path w="28575" h="69850">
                  <a:moveTo>
                    <a:pt x="28371" y="59702"/>
                  </a:moveTo>
                  <a:lnTo>
                    <a:pt x="0" y="59702"/>
                  </a:lnTo>
                  <a:lnTo>
                    <a:pt x="0" y="69557"/>
                  </a:lnTo>
                  <a:lnTo>
                    <a:pt x="28371" y="69557"/>
                  </a:lnTo>
                  <a:lnTo>
                    <a:pt x="28371" y="59702"/>
                  </a:lnTo>
                  <a:close/>
                </a:path>
                <a:path w="28575" h="69850">
                  <a:moveTo>
                    <a:pt x="28371" y="0"/>
                  </a:moveTo>
                  <a:lnTo>
                    <a:pt x="0" y="0"/>
                  </a:lnTo>
                  <a:lnTo>
                    <a:pt x="0" y="21132"/>
                  </a:lnTo>
                  <a:lnTo>
                    <a:pt x="28371" y="21132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1" name="object 2871" descr=""/>
            <p:cNvSpPr/>
            <p:nvPr/>
          </p:nvSpPr>
          <p:spPr>
            <a:xfrm>
              <a:off x="2593428" y="9439691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65" y="82332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72" name="object 2872" descr=""/>
            <p:cNvSpPr/>
            <p:nvPr/>
          </p:nvSpPr>
          <p:spPr>
            <a:xfrm>
              <a:off x="2548369" y="9452476"/>
              <a:ext cx="28575" cy="69850"/>
            </a:xfrm>
            <a:custGeom>
              <a:avLst/>
              <a:gdLst/>
              <a:ahLst/>
              <a:cxnLst/>
              <a:rect l="l" t="t" r="r" b="b"/>
              <a:pathLst>
                <a:path w="28575" h="69850">
                  <a:moveTo>
                    <a:pt x="28346" y="59702"/>
                  </a:moveTo>
                  <a:lnTo>
                    <a:pt x="0" y="59702"/>
                  </a:lnTo>
                  <a:lnTo>
                    <a:pt x="0" y="69557"/>
                  </a:lnTo>
                  <a:lnTo>
                    <a:pt x="28346" y="69557"/>
                  </a:lnTo>
                  <a:lnTo>
                    <a:pt x="28346" y="59702"/>
                  </a:lnTo>
                  <a:close/>
                </a:path>
                <a:path w="28575" h="69850">
                  <a:moveTo>
                    <a:pt x="28346" y="0"/>
                  </a:moveTo>
                  <a:lnTo>
                    <a:pt x="0" y="0"/>
                  </a:lnTo>
                  <a:lnTo>
                    <a:pt x="0" y="21132"/>
                  </a:lnTo>
                  <a:lnTo>
                    <a:pt x="28346" y="21132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3" name="object 2873" descr=""/>
            <p:cNvSpPr/>
            <p:nvPr/>
          </p:nvSpPr>
          <p:spPr>
            <a:xfrm>
              <a:off x="2548372" y="9439691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44" y="82332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74" name="object 2874" descr=""/>
            <p:cNvSpPr/>
            <p:nvPr/>
          </p:nvSpPr>
          <p:spPr>
            <a:xfrm>
              <a:off x="2503259" y="9452476"/>
              <a:ext cx="28575" cy="69850"/>
            </a:xfrm>
            <a:custGeom>
              <a:avLst/>
              <a:gdLst/>
              <a:ahLst/>
              <a:cxnLst/>
              <a:rect l="l" t="t" r="r" b="b"/>
              <a:pathLst>
                <a:path w="28575" h="69850">
                  <a:moveTo>
                    <a:pt x="28346" y="59702"/>
                  </a:moveTo>
                  <a:lnTo>
                    <a:pt x="0" y="59702"/>
                  </a:lnTo>
                  <a:lnTo>
                    <a:pt x="0" y="69557"/>
                  </a:lnTo>
                  <a:lnTo>
                    <a:pt x="28346" y="69557"/>
                  </a:lnTo>
                  <a:lnTo>
                    <a:pt x="28346" y="59702"/>
                  </a:lnTo>
                  <a:close/>
                </a:path>
                <a:path w="28575" h="69850">
                  <a:moveTo>
                    <a:pt x="28346" y="0"/>
                  </a:moveTo>
                  <a:lnTo>
                    <a:pt x="0" y="0"/>
                  </a:lnTo>
                  <a:lnTo>
                    <a:pt x="0" y="21132"/>
                  </a:lnTo>
                  <a:lnTo>
                    <a:pt x="28346" y="21132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5" name="object 2875" descr=""/>
            <p:cNvSpPr/>
            <p:nvPr/>
          </p:nvSpPr>
          <p:spPr>
            <a:xfrm>
              <a:off x="2503264" y="9439691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44" y="82332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76" name="object 2876" descr=""/>
            <p:cNvSpPr/>
            <p:nvPr/>
          </p:nvSpPr>
          <p:spPr>
            <a:xfrm>
              <a:off x="2458174" y="9452476"/>
              <a:ext cx="28575" cy="69850"/>
            </a:xfrm>
            <a:custGeom>
              <a:avLst/>
              <a:gdLst/>
              <a:ahLst/>
              <a:cxnLst/>
              <a:rect l="l" t="t" r="r" b="b"/>
              <a:pathLst>
                <a:path w="28575" h="69850">
                  <a:moveTo>
                    <a:pt x="28359" y="59702"/>
                  </a:moveTo>
                  <a:lnTo>
                    <a:pt x="0" y="59702"/>
                  </a:lnTo>
                  <a:lnTo>
                    <a:pt x="0" y="69557"/>
                  </a:lnTo>
                  <a:lnTo>
                    <a:pt x="28359" y="69557"/>
                  </a:lnTo>
                  <a:lnTo>
                    <a:pt x="28359" y="59702"/>
                  </a:lnTo>
                  <a:close/>
                </a:path>
                <a:path w="28575" h="69850">
                  <a:moveTo>
                    <a:pt x="28359" y="0"/>
                  </a:moveTo>
                  <a:lnTo>
                    <a:pt x="0" y="0"/>
                  </a:lnTo>
                  <a:lnTo>
                    <a:pt x="0" y="21132"/>
                  </a:lnTo>
                  <a:lnTo>
                    <a:pt x="28359" y="21132"/>
                  </a:lnTo>
                  <a:lnTo>
                    <a:pt x="28359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7" name="object 2877" descr=""/>
            <p:cNvSpPr/>
            <p:nvPr/>
          </p:nvSpPr>
          <p:spPr>
            <a:xfrm>
              <a:off x="2458176" y="9439691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65" y="82332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78" name="object 2878" descr=""/>
            <p:cNvSpPr/>
            <p:nvPr/>
          </p:nvSpPr>
          <p:spPr>
            <a:xfrm>
              <a:off x="2413139" y="9452476"/>
              <a:ext cx="28575" cy="69850"/>
            </a:xfrm>
            <a:custGeom>
              <a:avLst/>
              <a:gdLst/>
              <a:ahLst/>
              <a:cxnLst/>
              <a:rect l="l" t="t" r="r" b="b"/>
              <a:pathLst>
                <a:path w="28575" h="69850">
                  <a:moveTo>
                    <a:pt x="28333" y="59702"/>
                  </a:moveTo>
                  <a:lnTo>
                    <a:pt x="0" y="59702"/>
                  </a:lnTo>
                  <a:lnTo>
                    <a:pt x="0" y="69557"/>
                  </a:lnTo>
                  <a:lnTo>
                    <a:pt x="28333" y="69557"/>
                  </a:lnTo>
                  <a:lnTo>
                    <a:pt x="28333" y="59702"/>
                  </a:lnTo>
                  <a:close/>
                </a:path>
                <a:path w="28575" h="69850">
                  <a:moveTo>
                    <a:pt x="28333" y="0"/>
                  </a:moveTo>
                  <a:lnTo>
                    <a:pt x="0" y="0"/>
                  </a:lnTo>
                  <a:lnTo>
                    <a:pt x="0" y="21132"/>
                  </a:lnTo>
                  <a:lnTo>
                    <a:pt x="28333" y="21132"/>
                  </a:lnTo>
                  <a:lnTo>
                    <a:pt x="28333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9" name="object 2879" descr=""/>
            <p:cNvSpPr/>
            <p:nvPr/>
          </p:nvSpPr>
          <p:spPr>
            <a:xfrm>
              <a:off x="2413141" y="9439691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34" y="82332"/>
                  </a:lnTo>
                  <a:lnTo>
                    <a:pt x="28334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80" name="object 2880" descr=""/>
            <p:cNvSpPr/>
            <p:nvPr/>
          </p:nvSpPr>
          <p:spPr>
            <a:xfrm>
              <a:off x="2368016" y="9452476"/>
              <a:ext cx="28575" cy="69850"/>
            </a:xfrm>
            <a:custGeom>
              <a:avLst/>
              <a:gdLst/>
              <a:ahLst/>
              <a:cxnLst/>
              <a:rect l="l" t="t" r="r" b="b"/>
              <a:pathLst>
                <a:path w="28575" h="69850">
                  <a:moveTo>
                    <a:pt x="28371" y="59702"/>
                  </a:moveTo>
                  <a:lnTo>
                    <a:pt x="0" y="59702"/>
                  </a:lnTo>
                  <a:lnTo>
                    <a:pt x="0" y="69557"/>
                  </a:lnTo>
                  <a:lnTo>
                    <a:pt x="28371" y="69557"/>
                  </a:lnTo>
                  <a:lnTo>
                    <a:pt x="28371" y="59702"/>
                  </a:lnTo>
                  <a:close/>
                </a:path>
                <a:path w="28575" h="69850">
                  <a:moveTo>
                    <a:pt x="28371" y="0"/>
                  </a:moveTo>
                  <a:lnTo>
                    <a:pt x="0" y="0"/>
                  </a:lnTo>
                  <a:lnTo>
                    <a:pt x="0" y="21132"/>
                  </a:lnTo>
                  <a:lnTo>
                    <a:pt x="28371" y="21132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1" name="object 2881" descr=""/>
            <p:cNvSpPr/>
            <p:nvPr/>
          </p:nvSpPr>
          <p:spPr>
            <a:xfrm>
              <a:off x="2368022" y="9439691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76" y="82332"/>
                  </a:lnTo>
                  <a:lnTo>
                    <a:pt x="28376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82" name="object 2882" descr=""/>
            <p:cNvSpPr/>
            <p:nvPr/>
          </p:nvSpPr>
          <p:spPr>
            <a:xfrm>
              <a:off x="2593428" y="9571855"/>
              <a:ext cx="28575" cy="21590"/>
            </a:xfrm>
            <a:custGeom>
              <a:avLst/>
              <a:gdLst/>
              <a:ahLst/>
              <a:cxnLst/>
              <a:rect l="l" t="t" r="r" b="b"/>
              <a:pathLst>
                <a:path w="28575" h="21590">
                  <a:moveTo>
                    <a:pt x="0" y="21130"/>
                  </a:moveTo>
                  <a:lnTo>
                    <a:pt x="28365" y="21130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2113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3" name="object 2883" descr=""/>
            <p:cNvSpPr/>
            <p:nvPr/>
          </p:nvSpPr>
          <p:spPr>
            <a:xfrm>
              <a:off x="2593428" y="9540243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43"/>
                  </a:moveTo>
                  <a:lnTo>
                    <a:pt x="28365" y="82343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823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84" name="object 2884" descr=""/>
            <p:cNvSpPr/>
            <p:nvPr/>
          </p:nvSpPr>
          <p:spPr>
            <a:xfrm>
              <a:off x="2548372" y="9571855"/>
              <a:ext cx="28575" cy="21590"/>
            </a:xfrm>
            <a:custGeom>
              <a:avLst/>
              <a:gdLst/>
              <a:ahLst/>
              <a:cxnLst/>
              <a:rect l="l" t="t" r="r" b="b"/>
              <a:pathLst>
                <a:path w="28575" h="21590">
                  <a:moveTo>
                    <a:pt x="0" y="21130"/>
                  </a:moveTo>
                  <a:lnTo>
                    <a:pt x="28344" y="21130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2113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5" name="object 2885" descr=""/>
            <p:cNvSpPr/>
            <p:nvPr/>
          </p:nvSpPr>
          <p:spPr>
            <a:xfrm>
              <a:off x="2548372" y="9540243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43"/>
                  </a:moveTo>
                  <a:lnTo>
                    <a:pt x="28344" y="82343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86" name="object 2886" descr=""/>
            <p:cNvSpPr/>
            <p:nvPr/>
          </p:nvSpPr>
          <p:spPr>
            <a:xfrm>
              <a:off x="2503264" y="9571855"/>
              <a:ext cx="28575" cy="21590"/>
            </a:xfrm>
            <a:custGeom>
              <a:avLst/>
              <a:gdLst/>
              <a:ahLst/>
              <a:cxnLst/>
              <a:rect l="l" t="t" r="r" b="b"/>
              <a:pathLst>
                <a:path w="28575" h="21590">
                  <a:moveTo>
                    <a:pt x="0" y="21130"/>
                  </a:moveTo>
                  <a:lnTo>
                    <a:pt x="28344" y="21130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2113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7" name="object 2887" descr=""/>
            <p:cNvSpPr/>
            <p:nvPr/>
          </p:nvSpPr>
          <p:spPr>
            <a:xfrm>
              <a:off x="2503264" y="9540243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43"/>
                  </a:moveTo>
                  <a:lnTo>
                    <a:pt x="28344" y="82343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88" name="object 2888" descr=""/>
            <p:cNvSpPr/>
            <p:nvPr/>
          </p:nvSpPr>
          <p:spPr>
            <a:xfrm>
              <a:off x="2458176" y="9571855"/>
              <a:ext cx="28575" cy="21590"/>
            </a:xfrm>
            <a:custGeom>
              <a:avLst/>
              <a:gdLst/>
              <a:ahLst/>
              <a:cxnLst/>
              <a:rect l="l" t="t" r="r" b="b"/>
              <a:pathLst>
                <a:path w="28575" h="21590">
                  <a:moveTo>
                    <a:pt x="0" y="21130"/>
                  </a:moveTo>
                  <a:lnTo>
                    <a:pt x="28365" y="21130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2113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9" name="object 2889" descr=""/>
            <p:cNvSpPr/>
            <p:nvPr/>
          </p:nvSpPr>
          <p:spPr>
            <a:xfrm>
              <a:off x="2458176" y="9540243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43"/>
                  </a:moveTo>
                  <a:lnTo>
                    <a:pt x="28365" y="82343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823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90" name="object 2890" descr=""/>
            <p:cNvSpPr/>
            <p:nvPr/>
          </p:nvSpPr>
          <p:spPr>
            <a:xfrm>
              <a:off x="2413141" y="9571855"/>
              <a:ext cx="28575" cy="21590"/>
            </a:xfrm>
            <a:custGeom>
              <a:avLst/>
              <a:gdLst/>
              <a:ahLst/>
              <a:cxnLst/>
              <a:rect l="l" t="t" r="r" b="b"/>
              <a:pathLst>
                <a:path w="28575" h="21590">
                  <a:moveTo>
                    <a:pt x="0" y="21130"/>
                  </a:moveTo>
                  <a:lnTo>
                    <a:pt x="28334" y="21130"/>
                  </a:lnTo>
                  <a:lnTo>
                    <a:pt x="28334" y="0"/>
                  </a:lnTo>
                  <a:lnTo>
                    <a:pt x="0" y="0"/>
                  </a:lnTo>
                  <a:lnTo>
                    <a:pt x="0" y="2113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1" name="object 2891" descr=""/>
            <p:cNvSpPr/>
            <p:nvPr/>
          </p:nvSpPr>
          <p:spPr>
            <a:xfrm>
              <a:off x="2413141" y="9540243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43"/>
                  </a:moveTo>
                  <a:lnTo>
                    <a:pt x="28334" y="82343"/>
                  </a:lnTo>
                  <a:lnTo>
                    <a:pt x="28334" y="0"/>
                  </a:lnTo>
                  <a:lnTo>
                    <a:pt x="0" y="0"/>
                  </a:lnTo>
                  <a:lnTo>
                    <a:pt x="0" y="823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92" name="object 2892" descr=""/>
            <p:cNvSpPr/>
            <p:nvPr/>
          </p:nvSpPr>
          <p:spPr>
            <a:xfrm>
              <a:off x="2368022" y="9571855"/>
              <a:ext cx="28575" cy="21590"/>
            </a:xfrm>
            <a:custGeom>
              <a:avLst/>
              <a:gdLst/>
              <a:ahLst/>
              <a:cxnLst/>
              <a:rect l="l" t="t" r="r" b="b"/>
              <a:pathLst>
                <a:path w="28575" h="21590">
                  <a:moveTo>
                    <a:pt x="0" y="21130"/>
                  </a:moveTo>
                  <a:lnTo>
                    <a:pt x="28376" y="21130"/>
                  </a:lnTo>
                  <a:lnTo>
                    <a:pt x="28376" y="0"/>
                  </a:lnTo>
                  <a:lnTo>
                    <a:pt x="0" y="0"/>
                  </a:lnTo>
                  <a:lnTo>
                    <a:pt x="0" y="2113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3" name="object 2893" descr=""/>
            <p:cNvSpPr/>
            <p:nvPr/>
          </p:nvSpPr>
          <p:spPr>
            <a:xfrm>
              <a:off x="2368022" y="9540243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43"/>
                  </a:moveTo>
                  <a:lnTo>
                    <a:pt x="28376" y="82343"/>
                  </a:lnTo>
                  <a:lnTo>
                    <a:pt x="28376" y="0"/>
                  </a:lnTo>
                  <a:lnTo>
                    <a:pt x="0" y="0"/>
                  </a:lnTo>
                  <a:lnTo>
                    <a:pt x="0" y="823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94" name="object 2894" descr=""/>
            <p:cNvSpPr/>
            <p:nvPr/>
          </p:nvSpPr>
          <p:spPr>
            <a:xfrm>
              <a:off x="2593416" y="9640754"/>
              <a:ext cx="28575" cy="71755"/>
            </a:xfrm>
            <a:custGeom>
              <a:avLst/>
              <a:gdLst/>
              <a:ahLst/>
              <a:cxnLst/>
              <a:rect l="l" t="t" r="r" b="b"/>
              <a:pathLst>
                <a:path w="28575" h="71754">
                  <a:moveTo>
                    <a:pt x="28371" y="50507"/>
                  </a:moveTo>
                  <a:lnTo>
                    <a:pt x="0" y="50507"/>
                  </a:lnTo>
                  <a:lnTo>
                    <a:pt x="0" y="71628"/>
                  </a:lnTo>
                  <a:lnTo>
                    <a:pt x="28371" y="71628"/>
                  </a:lnTo>
                  <a:lnTo>
                    <a:pt x="28371" y="50507"/>
                  </a:lnTo>
                  <a:close/>
                </a:path>
                <a:path w="28575" h="71754">
                  <a:moveTo>
                    <a:pt x="28371" y="0"/>
                  </a:moveTo>
                  <a:lnTo>
                    <a:pt x="0" y="0"/>
                  </a:lnTo>
                  <a:lnTo>
                    <a:pt x="0" y="11938"/>
                  </a:lnTo>
                  <a:lnTo>
                    <a:pt x="28371" y="11938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5" name="object 2895" descr=""/>
            <p:cNvSpPr/>
            <p:nvPr/>
          </p:nvSpPr>
          <p:spPr>
            <a:xfrm>
              <a:off x="2593428" y="9640743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84"/>
                  </a:moveTo>
                  <a:lnTo>
                    <a:pt x="28365" y="82384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8238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96" name="object 2896" descr=""/>
            <p:cNvSpPr/>
            <p:nvPr/>
          </p:nvSpPr>
          <p:spPr>
            <a:xfrm>
              <a:off x="2548369" y="9640754"/>
              <a:ext cx="28575" cy="71755"/>
            </a:xfrm>
            <a:custGeom>
              <a:avLst/>
              <a:gdLst/>
              <a:ahLst/>
              <a:cxnLst/>
              <a:rect l="l" t="t" r="r" b="b"/>
              <a:pathLst>
                <a:path w="28575" h="71754">
                  <a:moveTo>
                    <a:pt x="28346" y="50507"/>
                  </a:moveTo>
                  <a:lnTo>
                    <a:pt x="0" y="50507"/>
                  </a:lnTo>
                  <a:lnTo>
                    <a:pt x="0" y="71628"/>
                  </a:lnTo>
                  <a:lnTo>
                    <a:pt x="28346" y="71628"/>
                  </a:lnTo>
                  <a:lnTo>
                    <a:pt x="28346" y="50507"/>
                  </a:lnTo>
                  <a:close/>
                </a:path>
                <a:path w="28575" h="71754">
                  <a:moveTo>
                    <a:pt x="28346" y="0"/>
                  </a:moveTo>
                  <a:lnTo>
                    <a:pt x="0" y="0"/>
                  </a:lnTo>
                  <a:lnTo>
                    <a:pt x="0" y="11938"/>
                  </a:lnTo>
                  <a:lnTo>
                    <a:pt x="28346" y="11938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7" name="object 2897" descr=""/>
            <p:cNvSpPr/>
            <p:nvPr/>
          </p:nvSpPr>
          <p:spPr>
            <a:xfrm>
              <a:off x="2548372" y="9640743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84"/>
                  </a:moveTo>
                  <a:lnTo>
                    <a:pt x="28344" y="82384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8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98" name="object 2898" descr=""/>
            <p:cNvSpPr/>
            <p:nvPr/>
          </p:nvSpPr>
          <p:spPr>
            <a:xfrm>
              <a:off x="2503259" y="9640754"/>
              <a:ext cx="28575" cy="71755"/>
            </a:xfrm>
            <a:custGeom>
              <a:avLst/>
              <a:gdLst/>
              <a:ahLst/>
              <a:cxnLst/>
              <a:rect l="l" t="t" r="r" b="b"/>
              <a:pathLst>
                <a:path w="28575" h="71754">
                  <a:moveTo>
                    <a:pt x="28346" y="50507"/>
                  </a:moveTo>
                  <a:lnTo>
                    <a:pt x="0" y="50507"/>
                  </a:lnTo>
                  <a:lnTo>
                    <a:pt x="0" y="71628"/>
                  </a:lnTo>
                  <a:lnTo>
                    <a:pt x="28346" y="71628"/>
                  </a:lnTo>
                  <a:lnTo>
                    <a:pt x="28346" y="50507"/>
                  </a:lnTo>
                  <a:close/>
                </a:path>
                <a:path w="28575" h="71754">
                  <a:moveTo>
                    <a:pt x="28346" y="0"/>
                  </a:moveTo>
                  <a:lnTo>
                    <a:pt x="0" y="0"/>
                  </a:lnTo>
                  <a:lnTo>
                    <a:pt x="0" y="11938"/>
                  </a:lnTo>
                  <a:lnTo>
                    <a:pt x="28346" y="11938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9" name="object 2899" descr=""/>
            <p:cNvSpPr/>
            <p:nvPr/>
          </p:nvSpPr>
          <p:spPr>
            <a:xfrm>
              <a:off x="2503264" y="9640743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84"/>
                  </a:moveTo>
                  <a:lnTo>
                    <a:pt x="28344" y="82384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8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00" name="object 2900" descr=""/>
            <p:cNvSpPr/>
            <p:nvPr/>
          </p:nvSpPr>
          <p:spPr>
            <a:xfrm>
              <a:off x="2458174" y="9640754"/>
              <a:ext cx="28575" cy="71755"/>
            </a:xfrm>
            <a:custGeom>
              <a:avLst/>
              <a:gdLst/>
              <a:ahLst/>
              <a:cxnLst/>
              <a:rect l="l" t="t" r="r" b="b"/>
              <a:pathLst>
                <a:path w="28575" h="71754">
                  <a:moveTo>
                    <a:pt x="28359" y="50507"/>
                  </a:moveTo>
                  <a:lnTo>
                    <a:pt x="0" y="50507"/>
                  </a:lnTo>
                  <a:lnTo>
                    <a:pt x="0" y="71628"/>
                  </a:lnTo>
                  <a:lnTo>
                    <a:pt x="28359" y="71628"/>
                  </a:lnTo>
                  <a:lnTo>
                    <a:pt x="28359" y="50507"/>
                  </a:lnTo>
                  <a:close/>
                </a:path>
                <a:path w="28575" h="71754">
                  <a:moveTo>
                    <a:pt x="28359" y="0"/>
                  </a:moveTo>
                  <a:lnTo>
                    <a:pt x="0" y="0"/>
                  </a:lnTo>
                  <a:lnTo>
                    <a:pt x="0" y="11938"/>
                  </a:lnTo>
                  <a:lnTo>
                    <a:pt x="28359" y="11938"/>
                  </a:lnTo>
                  <a:lnTo>
                    <a:pt x="28359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1" name="object 2901" descr=""/>
            <p:cNvSpPr/>
            <p:nvPr/>
          </p:nvSpPr>
          <p:spPr>
            <a:xfrm>
              <a:off x="2458176" y="9640743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84"/>
                  </a:moveTo>
                  <a:lnTo>
                    <a:pt x="28365" y="82384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8238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02" name="object 2902" descr=""/>
            <p:cNvSpPr/>
            <p:nvPr/>
          </p:nvSpPr>
          <p:spPr>
            <a:xfrm>
              <a:off x="2413139" y="9640754"/>
              <a:ext cx="28575" cy="71755"/>
            </a:xfrm>
            <a:custGeom>
              <a:avLst/>
              <a:gdLst/>
              <a:ahLst/>
              <a:cxnLst/>
              <a:rect l="l" t="t" r="r" b="b"/>
              <a:pathLst>
                <a:path w="28575" h="71754">
                  <a:moveTo>
                    <a:pt x="28333" y="50507"/>
                  </a:moveTo>
                  <a:lnTo>
                    <a:pt x="0" y="50507"/>
                  </a:lnTo>
                  <a:lnTo>
                    <a:pt x="0" y="71628"/>
                  </a:lnTo>
                  <a:lnTo>
                    <a:pt x="28333" y="71628"/>
                  </a:lnTo>
                  <a:lnTo>
                    <a:pt x="28333" y="50507"/>
                  </a:lnTo>
                  <a:close/>
                </a:path>
                <a:path w="28575" h="71754">
                  <a:moveTo>
                    <a:pt x="28333" y="0"/>
                  </a:moveTo>
                  <a:lnTo>
                    <a:pt x="0" y="0"/>
                  </a:lnTo>
                  <a:lnTo>
                    <a:pt x="0" y="11938"/>
                  </a:lnTo>
                  <a:lnTo>
                    <a:pt x="28333" y="11938"/>
                  </a:lnTo>
                  <a:lnTo>
                    <a:pt x="28333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3" name="object 2903" descr=""/>
            <p:cNvSpPr/>
            <p:nvPr/>
          </p:nvSpPr>
          <p:spPr>
            <a:xfrm>
              <a:off x="2413141" y="9640743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84"/>
                  </a:moveTo>
                  <a:lnTo>
                    <a:pt x="28334" y="82384"/>
                  </a:lnTo>
                  <a:lnTo>
                    <a:pt x="28334" y="0"/>
                  </a:lnTo>
                  <a:lnTo>
                    <a:pt x="0" y="0"/>
                  </a:lnTo>
                  <a:lnTo>
                    <a:pt x="0" y="8238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04" name="object 2904" descr=""/>
            <p:cNvSpPr/>
            <p:nvPr/>
          </p:nvSpPr>
          <p:spPr>
            <a:xfrm>
              <a:off x="2368016" y="9640754"/>
              <a:ext cx="28575" cy="71755"/>
            </a:xfrm>
            <a:custGeom>
              <a:avLst/>
              <a:gdLst/>
              <a:ahLst/>
              <a:cxnLst/>
              <a:rect l="l" t="t" r="r" b="b"/>
              <a:pathLst>
                <a:path w="28575" h="71754">
                  <a:moveTo>
                    <a:pt x="28371" y="50507"/>
                  </a:moveTo>
                  <a:lnTo>
                    <a:pt x="0" y="50507"/>
                  </a:lnTo>
                  <a:lnTo>
                    <a:pt x="0" y="71628"/>
                  </a:lnTo>
                  <a:lnTo>
                    <a:pt x="28371" y="71628"/>
                  </a:lnTo>
                  <a:lnTo>
                    <a:pt x="28371" y="50507"/>
                  </a:lnTo>
                  <a:close/>
                </a:path>
                <a:path w="28575" h="71754">
                  <a:moveTo>
                    <a:pt x="28371" y="0"/>
                  </a:moveTo>
                  <a:lnTo>
                    <a:pt x="0" y="0"/>
                  </a:lnTo>
                  <a:lnTo>
                    <a:pt x="0" y="11938"/>
                  </a:lnTo>
                  <a:lnTo>
                    <a:pt x="28371" y="11938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5" name="object 2905" descr=""/>
            <p:cNvSpPr/>
            <p:nvPr/>
          </p:nvSpPr>
          <p:spPr>
            <a:xfrm>
              <a:off x="2368022" y="9640743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84"/>
                  </a:moveTo>
                  <a:lnTo>
                    <a:pt x="28376" y="82384"/>
                  </a:lnTo>
                  <a:lnTo>
                    <a:pt x="28376" y="0"/>
                  </a:lnTo>
                  <a:lnTo>
                    <a:pt x="0" y="0"/>
                  </a:lnTo>
                  <a:lnTo>
                    <a:pt x="0" y="8238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06" name="object 2906" descr=""/>
            <p:cNvSpPr/>
            <p:nvPr/>
          </p:nvSpPr>
          <p:spPr>
            <a:xfrm>
              <a:off x="2593416" y="9750939"/>
              <a:ext cx="28575" cy="73025"/>
            </a:xfrm>
            <a:custGeom>
              <a:avLst/>
              <a:gdLst/>
              <a:ahLst/>
              <a:cxnLst/>
              <a:rect l="l" t="t" r="r" b="b"/>
              <a:pathLst>
                <a:path w="28575" h="73025">
                  <a:moveTo>
                    <a:pt x="28371" y="59702"/>
                  </a:moveTo>
                  <a:lnTo>
                    <a:pt x="0" y="59702"/>
                  </a:lnTo>
                  <a:lnTo>
                    <a:pt x="0" y="72707"/>
                  </a:lnTo>
                  <a:lnTo>
                    <a:pt x="28371" y="72707"/>
                  </a:lnTo>
                  <a:lnTo>
                    <a:pt x="28371" y="59702"/>
                  </a:lnTo>
                  <a:close/>
                </a:path>
                <a:path w="28575" h="73025">
                  <a:moveTo>
                    <a:pt x="28371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71" y="21120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7" name="object 2907" descr=""/>
            <p:cNvSpPr/>
            <p:nvPr/>
          </p:nvSpPr>
          <p:spPr>
            <a:xfrm>
              <a:off x="2593428" y="974132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11"/>
                  </a:moveTo>
                  <a:lnTo>
                    <a:pt x="28365" y="82311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823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08" name="object 2908" descr=""/>
            <p:cNvSpPr/>
            <p:nvPr/>
          </p:nvSpPr>
          <p:spPr>
            <a:xfrm>
              <a:off x="2548369" y="9750939"/>
              <a:ext cx="28575" cy="73025"/>
            </a:xfrm>
            <a:custGeom>
              <a:avLst/>
              <a:gdLst/>
              <a:ahLst/>
              <a:cxnLst/>
              <a:rect l="l" t="t" r="r" b="b"/>
              <a:pathLst>
                <a:path w="28575" h="73025">
                  <a:moveTo>
                    <a:pt x="28346" y="59702"/>
                  </a:moveTo>
                  <a:lnTo>
                    <a:pt x="0" y="59702"/>
                  </a:lnTo>
                  <a:lnTo>
                    <a:pt x="0" y="72707"/>
                  </a:lnTo>
                  <a:lnTo>
                    <a:pt x="28346" y="72707"/>
                  </a:lnTo>
                  <a:lnTo>
                    <a:pt x="28346" y="59702"/>
                  </a:lnTo>
                  <a:close/>
                </a:path>
                <a:path w="28575" h="73025">
                  <a:moveTo>
                    <a:pt x="28346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46" y="21120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9" name="object 2909" descr=""/>
            <p:cNvSpPr/>
            <p:nvPr/>
          </p:nvSpPr>
          <p:spPr>
            <a:xfrm>
              <a:off x="2548372" y="974132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11"/>
                  </a:moveTo>
                  <a:lnTo>
                    <a:pt x="28344" y="82311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10" name="object 2910" descr=""/>
            <p:cNvSpPr/>
            <p:nvPr/>
          </p:nvSpPr>
          <p:spPr>
            <a:xfrm>
              <a:off x="2503259" y="9750939"/>
              <a:ext cx="28575" cy="73025"/>
            </a:xfrm>
            <a:custGeom>
              <a:avLst/>
              <a:gdLst/>
              <a:ahLst/>
              <a:cxnLst/>
              <a:rect l="l" t="t" r="r" b="b"/>
              <a:pathLst>
                <a:path w="28575" h="73025">
                  <a:moveTo>
                    <a:pt x="28346" y="59702"/>
                  </a:moveTo>
                  <a:lnTo>
                    <a:pt x="0" y="59702"/>
                  </a:lnTo>
                  <a:lnTo>
                    <a:pt x="0" y="72707"/>
                  </a:lnTo>
                  <a:lnTo>
                    <a:pt x="28346" y="72707"/>
                  </a:lnTo>
                  <a:lnTo>
                    <a:pt x="28346" y="59702"/>
                  </a:lnTo>
                  <a:close/>
                </a:path>
                <a:path w="28575" h="73025">
                  <a:moveTo>
                    <a:pt x="28346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46" y="21120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1" name="object 2911" descr=""/>
            <p:cNvSpPr/>
            <p:nvPr/>
          </p:nvSpPr>
          <p:spPr>
            <a:xfrm>
              <a:off x="2503264" y="974132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11"/>
                  </a:moveTo>
                  <a:lnTo>
                    <a:pt x="28344" y="82311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12" name="object 2912" descr=""/>
            <p:cNvSpPr/>
            <p:nvPr/>
          </p:nvSpPr>
          <p:spPr>
            <a:xfrm>
              <a:off x="2458174" y="9750939"/>
              <a:ext cx="28575" cy="73025"/>
            </a:xfrm>
            <a:custGeom>
              <a:avLst/>
              <a:gdLst/>
              <a:ahLst/>
              <a:cxnLst/>
              <a:rect l="l" t="t" r="r" b="b"/>
              <a:pathLst>
                <a:path w="28575" h="73025">
                  <a:moveTo>
                    <a:pt x="28359" y="59702"/>
                  </a:moveTo>
                  <a:lnTo>
                    <a:pt x="0" y="59702"/>
                  </a:lnTo>
                  <a:lnTo>
                    <a:pt x="0" y="72707"/>
                  </a:lnTo>
                  <a:lnTo>
                    <a:pt x="28359" y="72707"/>
                  </a:lnTo>
                  <a:lnTo>
                    <a:pt x="28359" y="59702"/>
                  </a:lnTo>
                  <a:close/>
                </a:path>
                <a:path w="28575" h="73025">
                  <a:moveTo>
                    <a:pt x="28359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59" y="21120"/>
                  </a:lnTo>
                  <a:lnTo>
                    <a:pt x="28359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3" name="object 2913" descr=""/>
            <p:cNvSpPr/>
            <p:nvPr/>
          </p:nvSpPr>
          <p:spPr>
            <a:xfrm>
              <a:off x="2458176" y="974132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11"/>
                  </a:moveTo>
                  <a:lnTo>
                    <a:pt x="28365" y="82311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823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14" name="object 2914" descr=""/>
            <p:cNvSpPr/>
            <p:nvPr/>
          </p:nvSpPr>
          <p:spPr>
            <a:xfrm>
              <a:off x="2413139" y="9750939"/>
              <a:ext cx="28575" cy="73025"/>
            </a:xfrm>
            <a:custGeom>
              <a:avLst/>
              <a:gdLst/>
              <a:ahLst/>
              <a:cxnLst/>
              <a:rect l="l" t="t" r="r" b="b"/>
              <a:pathLst>
                <a:path w="28575" h="73025">
                  <a:moveTo>
                    <a:pt x="28333" y="59702"/>
                  </a:moveTo>
                  <a:lnTo>
                    <a:pt x="0" y="59702"/>
                  </a:lnTo>
                  <a:lnTo>
                    <a:pt x="0" y="72707"/>
                  </a:lnTo>
                  <a:lnTo>
                    <a:pt x="28333" y="72707"/>
                  </a:lnTo>
                  <a:lnTo>
                    <a:pt x="28333" y="59702"/>
                  </a:lnTo>
                  <a:close/>
                </a:path>
                <a:path w="28575" h="73025">
                  <a:moveTo>
                    <a:pt x="28333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33" y="21120"/>
                  </a:lnTo>
                  <a:lnTo>
                    <a:pt x="28333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5" name="object 2915" descr=""/>
            <p:cNvSpPr/>
            <p:nvPr/>
          </p:nvSpPr>
          <p:spPr>
            <a:xfrm>
              <a:off x="2413141" y="974132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11"/>
                  </a:moveTo>
                  <a:lnTo>
                    <a:pt x="28334" y="82311"/>
                  </a:lnTo>
                  <a:lnTo>
                    <a:pt x="28334" y="0"/>
                  </a:lnTo>
                  <a:lnTo>
                    <a:pt x="0" y="0"/>
                  </a:lnTo>
                  <a:lnTo>
                    <a:pt x="0" y="823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16" name="object 2916" descr=""/>
            <p:cNvSpPr/>
            <p:nvPr/>
          </p:nvSpPr>
          <p:spPr>
            <a:xfrm>
              <a:off x="2368016" y="9750939"/>
              <a:ext cx="28575" cy="73025"/>
            </a:xfrm>
            <a:custGeom>
              <a:avLst/>
              <a:gdLst/>
              <a:ahLst/>
              <a:cxnLst/>
              <a:rect l="l" t="t" r="r" b="b"/>
              <a:pathLst>
                <a:path w="28575" h="73025">
                  <a:moveTo>
                    <a:pt x="28371" y="59702"/>
                  </a:moveTo>
                  <a:lnTo>
                    <a:pt x="0" y="59702"/>
                  </a:lnTo>
                  <a:lnTo>
                    <a:pt x="0" y="72707"/>
                  </a:lnTo>
                  <a:lnTo>
                    <a:pt x="28371" y="72707"/>
                  </a:lnTo>
                  <a:lnTo>
                    <a:pt x="28371" y="59702"/>
                  </a:lnTo>
                  <a:close/>
                </a:path>
                <a:path w="28575" h="73025">
                  <a:moveTo>
                    <a:pt x="28371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71" y="21120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7" name="object 2917" descr=""/>
            <p:cNvSpPr/>
            <p:nvPr/>
          </p:nvSpPr>
          <p:spPr>
            <a:xfrm>
              <a:off x="2368022" y="974132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11"/>
                  </a:moveTo>
                  <a:lnTo>
                    <a:pt x="28376" y="82311"/>
                  </a:lnTo>
                  <a:lnTo>
                    <a:pt x="28376" y="0"/>
                  </a:lnTo>
                  <a:lnTo>
                    <a:pt x="0" y="0"/>
                  </a:lnTo>
                  <a:lnTo>
                    <a:pt x="0" y="823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18" name="object 2918" descr=""/>
            <p:cNvSpPr/>
            <p:nvPr/>
          </p:nvSpPr>
          <p:spPr>
            <a:xfrm>
              <a:off x="2593428" y="9865836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4">
                  <a:moveTo>
                    <a:pt x="0" y="25600"/>
                  </a:moveTo>
                  <a:lnTo>
                    <a:pt x="28365" y="25600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2560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9" name="object 2919" descr=""/>
            <p:cNvSpPr/>
            <p:nvPr/>
          </p:nvSpPr>
          <p:spPr>
            <a:xfrm>
              <a:off x="2593428" y="984182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63"/>
                  </a:moveTo>
                  <a:lnTo>
                    <a:pt x="28365" y="82363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8236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20" name="object 2920" descr=""/>
            <p:cNvSpPr/>
            <p:nvPr/>
          </p:nvSpPr>
          <p:spPr>
            <a:xfrm>
              <a:off x="2548372" y="9865836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4">
                  <a:moveTo>
                    <a:pt x="0" y="25600"/>
                  </a:moveTo>
                  <a:lnTo>
                    <a:pt x="28344" y="25600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2560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1" name="object 2921" descr=""/>
            <p:cNvSpPr/>
            <p:nvPr/>
          </p:nvSpPr>
          <p:spPr>
            <a:xfrm>
              <a:off x="2548372" y="984182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63"/>
                  </a:moveTo>
                  <a:lnTo>
                    <a:pt x="28344" y="82363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6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22" name="object 2922" descr=""/>
            <p:cNvSpPr/>
            <p:nvPr/>
          </p:nvSpPr>
          <p:spPr>
            <a:xfrm>
              <a:off x="2503264" y="9865836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4">
                  <a:moveTo>
                    <a:pt x="0" y="25600"/>
                  </a:moveTo>
                  <a:lnTo>
                    <a:pt x="28344" y="25600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2560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3" name="object 2923" descr=""/>
            <p:cNvSpPr/>
            <p:nvPr/>
          </p:nvSpPr>
          <p:spPr>
            <a:xfrm>
              <a:off x="2503264" y="984182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63"/>
                  </a:moveTo>
                  <a:lnTo>
                    <a:pt x="28344" y="82363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6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24" name="object 2924" descr=""/>
            <p:cNvSpPr/>
            <p:nvPr/>
          </p:nvSpPr>
          <p:spPr>
            <a:xfrm>
              <a:off x="2458176" y="9865836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4">
                  <a:moveTo>
                    <a:pt x="0" y="25600"/>
                  </a:moveTo>
                  <a:lnTo>
                    <a:pt x="28365" y="25600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2560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5" name="object 2925" descr=""/>
            <p:cNvSpPr/>
            <p:nvPr/>
          </p:nvSpPr>
          <p:spPr>
            <a:xfrm>
              <a:off x="2458176" y="984182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63"/>
                  </a:moveTo>
                  <a:lnTo>
                    <a:pt x="28365" y="82363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8236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26" name="object 2926" descr=""/>
            <p:cNvSpPr/>
            <p:nvPr/>
          </p:nvSpPr>
          <p:spPr>
            <a:xfrm>
              <a:off x="2413141" y="9865836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4">
                  <a:moveTo>
                    <a:pt x="0" y="25600"/>
                  </a:moveTo>
                  <a:lnTo>
                    <a:pt x="28334" y="25600"/>
                  </a:lnTo>
                  <a:lnTo>
                    <a:pt x="28334" y="0"/>
                  </a:lnTo>
                  <a:lnTo>
                    <a:pt x="0" y="0"/>
                  </a:lnTo>
                  <a:lnTo>
                    <a:pt x="0" y="2560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7" name="object 2927" descr=""/>
            <p:cNvSpPr/>
            <p:nvPr/>
          </p:nvSpPr>
          <p:spPr>
            <a:xfrm>
              <a:off x="2413141" y="984182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63"/>
                  </a:moveTo>
                  <a:lnTo>
                    <a:pt x="28334" y="82363"/>
                  </a:lnTo>
                  <a:lnTo>
                    <a:pt x="28334" y="0"/>
                  </a:lnTo>
                  <a:lnTo>
                    <a:pt x="0" y="0"/>
                  </a:lnTo>
                  <a:lnTo>
                    <a:pt x="0" y="8236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28" name="object 2928" descr=""/>
            <p:cNvSpPr/>
            <p:nvPr/>
          </p:nvSpPr>
          <p:spPr>
            <a:xfrm>
              <a:off x="2368022" y="9865836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4">
                  <a:moveTo>
                    <a:pt x="0" y="25600"/>
                  </a:moveTo>
                  <a:lnTo>
                    <a:pt x="28376" y="25600"/>
                  </a:lnTo>
                  <a:lnTo>
                    <a:pt x="28376" y="0"/>
                  </a:lnTo>
                  <a:lnTo>
                    <a:pt x="0" y="0"/>
                  </a:lnTo>
                  <a:lnTo>
                    <a:pt x="0" y="2560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9" name="object 2929" descr=""/>
            <p:cNvSpPr/>
            <p:nvPr/>
          </p:nvSpPr>
          <p:spPr>
            <a:xfrm>
              <a:off x="2368022" y="984182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63"/>
                  </a:moveTo>
                  <a:lnTo>
                    <a:pt x="28376" y="82363"/>
                  </a:lnTo>
                  <a:lnTo>
                    <a:pt x="28376" y="0"/>
                  </a:lnTo>
                  <a:lnTo>
                    <a:pt x="0" y="0"/>
                  </a:lnTo>
                  <a:lnTo>
                    <a:pt x="0" y="8236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30" name="object 2930" descr=""/>
            <p:cNvSpPr/>
            <p:nvPr/>
          </p:nvSpPr>
          <p:spPr>
            <a:xfrm>
              <a:off x="2325395" y="9944068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28409" y="105918"/>
                  </a:moveTo>
                  <a:lnTo>
                    <a:pt x="0" y="105918"/>
                  </a:lnTo>
                  <a:lnTo>
                    <a:pt x="0" y="114655"/>
                  </a:lnTo>
                  <a:lnTo>
                    <a:pt x="28409" y="114655"/>
                  </a:lnTo>
                  <a:lnTo>
                    <a:pt x="28409" y="105918"/>
                  </a:lnTo>
                  <a:close/>
                </a:path>
                <a:path w="28575" h="114934">
                  <a:moveTo>
                    <a:pt x="28409" y="0"/>
                  </a:moveTo>
                  <a:lnTo>
                    <a:pt x="0" y="0"/>
                  </a:lnTo>
                  <a:lnTo>
                    <a:pt x="0" y="74168"/>
                  </a:lnTo>
                  <a:lnTo>
                    <a:pt x="28409" y="74168"/>
                  </a:lnTo>
                  <a:lnTo>
                    <a:pt x="28409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1" name="object 2931" descr=""/>
            <p:cNvSpPr/>
            <p:nvPr/>
          </p:nvSpPr>
          <p:spPr>
            <a:xfrm>
              <a:off x="2325405" y="9944063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0" y="114656"/>
                  </a:moveTo>
                  <a:lnTo>
                    <a:pt x="28407" y="114656"/>
                  </a:lnTo>
                  <a:lnTo>
                    <a:pt x="28407" y="0"/>
                  </a:lnTo>
                  <a:lnTo>
                    <a:pt x="0" y="0"/>
                  </a:lnTo>
                  <a:lnTo>
                    <a:pt x="0" y="11465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32" name="object 2932" descr=""/>
            <p:cNvSpPr/>
            <p:nvPr/>
          </p:nvSpPr>
          <p:spPr>
            <a:xfrm>
              <a:off x="2280373" y="9944068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28308" y="105918"/>
                  </a:moveTo>
                  <a:lnTo>
                    <a:pt x="0" y="105918"/>
                  </a:lnTo>
                  <a:lnTo>
                    <a:pt x="0" y="114655"/>
                  </a:lnTo>
                  <a:lnTo>
                    <a:pt x="28308" y="114655"/>
                  </a:lnTo>
                  <a:lnTo>
                    <a:pt x="28308" y="105918"/>
                  </a:lnTo>
                  <a:close/>
                </a:path>
                <a:path w="28575" h="114934">
                  <a:moveTo>
                    <a:pt x="28308" y="0"/>
                  </a:moveTo>
                  <a:lnTo>
                    <a:pt x="0" y="0"/>
                  </a:lnTo>
                  <a:lnTo>
                    <a:pt x="0" y="74168"/>
                  </a:lnTo>
                  <a:lnTo>
                    <a:pt x="28308" y="74168"/>
                  </a:lnTo>
                  <a:lnTo>
                    <a:pt x="28308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3" name="object 2933" descr=""/>
            <p:cNvSpPr/>
            <p:nvPr/>
          </p:nvSpPr>
          <p:spPr>
            <a:xfrm>
              <a:off x="2280380" y="9944063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0" y="114656"/>
                  </a:moveTo>
                  <a:lnTo>
                    <a:pt x="28313" y="114656"/>
                  </a:lnTo>
                  <a:lnTo>
                    <a:pt x="28313" y="0"/>
                  </a:lnTo>
                  <a:lnTo>
                    <a:pt x="0" y="0"/>
                  </a:lnTo>
                  <a:lnTo>
                    <a:pt x="0" y="11465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34" name="object 2934" descr=""/>
            <p:cNvSpPr/>
            <p:nvPr/>
          </p:nvSpPr>
          <p:spPr>
            <a:xfrm>
              <a:off x="2235263" y="9944068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28346" y="105918"/>
                  </a:moveTo>
                  <a:lnTo>
                    <a:pt x="0" y="105918"/>
                  </a:lnTo>
                  <a:lnTo>
                    <a:pt x="0" y="114655"/>
                  </a:lnTo>
                  <a:lnTo>
                    <a:pt x="28346" y="114655"/>
                  </a:lnTo>
                  <a:lnTo>
                    <a:pt x="28346" y="105918"/>
                  </a:lnTo>
                  <a:close/>
                </a:path>
                <a:path w="28575" h="114934">
                  <a:moveTo>
                    <a:pt x="28346" y="0"/>
                  </a:moveTo>
                  <a:lnTo>
                    <a:pt x="0" y="0"/>
                  </a:lnTo>
                  <a:lnTo>
                    <a:pt x="0" y="74168"/>
                  </a:lnTo>
                  <a:lnTo>
                    <a:pt x="28346" y="74168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5" name="object 2935" descr=""/>
            <p:cNvSpPr/>
            <p:nvPr/>
          </p:nvSpPr>
          <p:spPr>
            <a:xfrm>
              <a:off x="2235272" y="9944063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0" y="114656"/>
                  </a:moveTo>
                  <a:lnTo>
                    <a:pt x="28344" y="114656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11465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36" name="object 2936" descr=""/>
            <p:cNvSpPr/>
            <p:nvPr/>
          </p:nvSpPr>
          <p:spPr>
            <a:xfrm>
              <a:off x="2190191" y="9944068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28321" y="105918"/>
                  </a:moveTo>
                  <a:lnTo>
                    <a:pt x="0" y="105918"/>
                  </a:lnTo>
                  <a:lnTo>
                    <a:pt x="0" y="114655"/>
                  </a:lnTo>
                  <a:lnTo>
                    <a:pt x="28321" y="114655"/>
                  </a:lnTo>
                  <a:lnTo>
                    <a:pt x="28321" y="105918"/>
                  </a:lnTo>
                  <a:close/>
                </a:path>
                <a:path w="28575" h="114934">
                  <a:moveTo>
                    <a:pt x="28321" y="0"/>
                  </a:moveTo>
                  <a:lnTo>
                    <a:pt x="0" y="0"/>
                  </a:lnTo>
                  <a:lnTo>
                    <a:pt x="0" y="74168"/>
                  </a:lnTo>
                  <a:lnTo>
                    <a:pt x="28321" y="74168"/>
                  </a:lnTo>
                  <a:lnTo>
                    <a:pt x="2832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7" name="object 2937" descr=""/>
            <p:cNvSpPr/>
            <p:nvPr/>
          </p:nvSpPr>
          <p:spPr>
            <a:xfrm>
              <a:off x="2190195" y="9944063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0" y="114656"/>
                  </a:moveTo>
                  <a:lnTo>
                    <a:pt x="28323" y="114656"/>
                  </a:lnTo>
                  <a:lnTo>
                    <a:pt x="28323" y="0"/>
                  </a:lnTo>
                  <a:lnTo>
                    <a:pt x="0" y="0"/>
                  </a:lnTo>
                  <a:lnTo>
                    <a:pt x="0" y="11465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38" name="object 2938" descr=""/>
            <p:cNvSpPr/>
            <p:nvPr/>
          </p:nvSpPr>
          <p:spPr>
            <a:xfrm>
              <a:off x="2145068" y="9944068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28371" y="105918"/>
                  </a:moveTo>
                  <a:lnTo>
                    <a:pt x="0" y="105918"/>
                  </a:lnTo>
                  <a:lnTo>
                    <a:pt x="0" y="114655"/>
                  </a:lnTo>
                  <a:lnTo>
                    <a:pt x="28371" y="114655"/>
                  </a:lnTo>
                  <a:lnTo>
                    <a:pt x="28371" y="105918"/>
                  </a:lnTo>
                  <a:close/>
                </a:path>
                <a:path w="28575" h="114934">
                  <a:moveTo>
                    <a:pt x="28371" y="0"/>
                  </a:moveTo>
                  <a:lnTo>
                    <a:pt x="0" y="0"/>
                  </a:lnTo>
                  <a:lnTo>
                    <a:pt x="0" y="74168"/>
                  </a:lnTo>
                  <a:lnTo>
                    <a:pt x="28371" y="74168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9" name="object 2939" descr=""/>
            <p:cNvSpPr/>
            <p:nvPr/>
          </p:nvSpPr>
          <p:spPr>
            <a:xfrm>
              <a:off x="2145076" y="9944063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0" y="114656"/>
                  </a:moveTo>
                  <a:lnTo>
                    <a:pt x="28365" y="114656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11465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40" name="object 2940" descr=""/>
            <p:cNvSpPr/>
            <p:nvPr/>
          </p:nvSpPr>
          <p:spPr>
            <a:xfrm>
              <a:off x="2099998" y="9944063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28376" y="0"/>
                  </a:moveTo>
                  <a:lnTo>
                    <a:pt x="0" y="0"/>
                  </a:lnTo>
                  <a:lnTo>
                    <a:pt x="0" y="114656"/>
                  </a:lnTo>
                  <a:lnTo>
                    <a:pt x="28376" y="114656"/>
                  </a:lnTo>
                  <a:lnTo>
                    <a:pt x="2837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1" name="object 2941" descr=""/>
            <p:cNvSpPr/>
            <p:nvPr/>
          </p:nvSpPr>
          <p:spPr>
            <a:xfrm>
              <a:off x="2099998" y="9944063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0" y="114656"/>
                  </a:moveTo>
                  <a:lnTo>
                    <a:pt x="28376" y="114656"/>
                  </a:lnTo>
                  <a:lnTo>
                    <a:pt x="28376" y="0"/>
                  </a:lnTo>
                  <a:lnTo>
                    <a:pt x="0" y="0"/>
                  </a:lnTo>
                  <a:lnTo>
                    <a:pt x="0" y="11465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42" name="object 2942" descr=""/>
            <p:cNvSpPr/>
            <p:nvPr/>
          </p:nvSpPr>
          <p:spPr>
            <a:xfrm>
              <a:off x="2325395" y="9452476"/>
              <a:ext cx="28575" cy="69850"/>
            </a:xfrm>
            <a:custGeom>
              <a:avLst/>
              <a:gdLst/>
              <a:ahLst/>
              <a:cxnLst/>
              <a:rect l="l" t="t" r="r" b="b"/>
              <a:pathLst>
                <a:path w="28575" h="69850">
                  <a:moveTo>
                    <a:pt x="28409" y="59702"/>
                  </a:moveTo>
                  <a:lnTo>
                    <a:pt x="0" y="59702"/>
                  </a:lnTo>
                  <a:lnTo>
                    <a:pt x="0" y="69557"/>
                  </a:lnTo>
                  <a:lnTo>
                    <a:pt x="28409" y="69557"/>
                  </a:lnTo>
                  <a:lnTo>
                    <a:pt x="28409" y="59702"/>
                  </a:lnTo>
                  <a:close/>
                </a:path>
                <a:path w="28575" h="69850">
                  <a:moveTo>
                    <a:pt x="28409" y="0"/>
                  </a:moveTo>
                  <a:lnTo>
                    <a:pt x="0" y="0"/>
                  </a:lnTo>
                  <a:lnTo>
                    <a:pt x="0" y="21132"/>
                  </a:lnTo>
                  <a:lnTo>
                    <a:pt x="28409" y="21132"/>
                  </a:lnTo>
                  <a:lnTo>
                    <a:pt x="28409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3" name="object 2943" descr=""/>
            <p:cNvSpPr/>
            <p:nvPr/>
          </p:nvSpPr>
          <p:spPr>
            <a:xfrm>
              <a:off x="2325405" y="9439691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407" y="82332"/>
                  </a:lnTo>
                  <a:lnTo>
                    <a:pt x="28407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44" name="object 2944" descr=""/>
            <p:cNvSpPr/>
            <p:nvPr/>
          </p:nvSpPr>
          <p:spPr>
            <a:xfrm>
              <a:off x="2280373" y="9452476"/>
              <a:ext cx="28575" cy="69850"/>
            </a:xfrm>
            <a:custGeom>
              <a:avLst/>
              <a:gdLst/>
              <a:ahLst/>
              <a:cxnLst/>
              <a:rect l="l" t="t" r="r" b="b"/>
              <a:pathLst>
                <a:path w="28575" h="69850">
                  <a:moveTo>
                    <a:pt x="28308" y="59702"/>
                  </a:moveTo>
                  <a:lnTo>
                    <a:pt x="0" y="59702"/>
                  </a:lnTo>
                  <a:lnTo>
                    <a:pt x="0" y="69557"/>
                  </a:lnTo>
                  <a:lnTo>
                    <a:pt x="28308" y="69557"/>
                  </a:lnTo>
                  <a:lnTo>
                    <a:pt x="28308" y="59702"/>
                  </a:lnTo>
                  <a:close/>
                </a:path>
                <a:path w="28575" h="69850">
                  <a:moveTo>
                    <a:pt x="28308" y="0"/>
                  </a:moveTo>
                  <a:lnTo>
                    <a:pt x="0" y="0"/>
                  </a:lnTo>
                  <a:lnTo>
                    <a:pt x="0" y="21132"/>
                  </a:lnTo>
                  <a:lnTo>
                    <a:pt x="28308" y="21132"/>
                  </a:lnTo>
                  <a:lnTo>
                    <a:pt x="28308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5" name="object 2945" descr=""/>
            <p:cNvSpPr/>
            <p:nvPr/>
          </p:nvSpPr>
          <p:spPr>
            <a:xfrm>
              <a:off x="2280380" y="9439691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13" y="82332"/>
                  </a:lnTo>
                  <a:lnTo>
                    <a:pt x="28313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46" name="object 2946" descr=""/>
            <p:cNvSpPr/>
            <p:nvPr/>
          </p:nvSpPr>
          <p:spPr>
            <a:xfrm>
              <a:off x="2235263" y="9452476"/>
              <a:ext cx="28575" cy="69850"/>
            </a:xfrm>
            <a:custGeom>
              <a:avLst/>
              <a:gdLst/>
              <a:ahLst/>
              <a:cxnLst/>
              <a:rect l="l" t="t" r="r" b="b"/>
              <a:pathLst>
                <a:path w="28575" h="69850">
                  <a:moveTo>
                    <a:pt x="28346" y="59702"/>
                  </a:moveTo>
                  <a:lnTo>
                    <a:pt x="0" y="59702"/>
                  </a:lnTo>
                  <a:lnTo>
                    <a:pt x="0" y="69557"/>
                  </a:lnTo>
                  <a:lnTo>
                    <a:pt x="28346" y="69557"/>
                  </a:lnTo>
                  <a:lnTo>
                    <a:pt x="28346" y="59702"/>
                  </a:lnTo>
                  <a:close/>
                </a:path>
                <a:path w="28575" h="69850">
                  <a:moveTo>
                    <a:pt x="28346" y="0"/>
                  </a:moveTo>
                  <a:lnTo>
                    <a:pt x="0" y="0"/>
                  </a:lnTo>
                  <a:lnTo>
                    <a:pt x="0" y="21132"/>
                  </a:lnTo>
                  <a:lnTo>
                    <a:pt x="28346" y="21132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7" name="object 2947" descr=""/>
            <p:cNvSpPr/>
            <p:nvPr/>
          </p:nvSpPr>
          <p:spPr>
            <a:xfrm>
              <a:off x="2235272" y="9439691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44" y="82332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48" name="object 2948" descr=""/>
            <p:cNvSpPr/>
            <p:nvPr/>
          </p:nvSpPr>
          <p:spPr>
            <a:xfrm>
              <a:off x="2190191" y="9452476"/>
              <a:ext cx="28575" cy="69850"/>
            </a:xfrm>
            <a:custGeom>
              <a:avLst/>
              <a:gdLst/>
              <a:ahLst/>
              <a:cxnLst/>
              <a:rect l="l" t="t" r="r" b="b"/>
              <a:pathLst>
                <a:path w="28575" h="69850">
                  <a:moveTo>
                    <a:pt x="28321" y="59702"/>
                  </a:moveTo>
                  <a:lnTo>
                    <a:pt x="0" y="59702"/>
                  </a:lnTo>
                  <a:lnTo>
                    <a:pt x="0" y="69557"/>
                  </a:lnTo>
                  <a:lnTo>
                    <a:pt x="28321" y="69557"/>
                  </a:lnTo>
                  <a:lnTo>
                    <a:pt x="28321" y="59702"/>
                  </a:lnTo>
                  <a:close/>
                </a:path>
                <a:path w="28575" h="69850">
                  <a:moveTo>
                    <a:pt x="28321" y="0"/>
                  </a:moveTo>
                  <a:lnTo>
                    <a:pt x="0" y="0"/>
                  </a:lnTo>
                  <a:lnTo>
                    <a:pt x="0" y="21132"/>
                  </a:lnTo>
                  <a:lnTo>
                    <a:pt x="28321" y="21132"/>
                  </a:lnTo>
                  <a:lnTo>
                    <a:pt x="2832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9" name="object 2949" descr=""/>
            <p:cNvSpPr/>
            <p:nvPr/>
          </p:nvSpPr>
          <p:spPr>
            <a:xfrm>
              <a:off x="2190195" y="9439691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23" y="82332"/>
                  </a:lnTo>
                  <a:lnTo>
                    <a:pt x="28323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50" name="object 2950" descr=""/>
            <p:cNvSpPr/>
            <p:nvPr/>
          </p:nvSpPr>
          <p:spPr>
            <a:xfrm>
              <a:off x="2145068" y="9452476"/>
              <a:ext cx="28575" cy="69850"/>
            </a:xfrm>
            <a:custGeom>
              <a:avLst/>
              <a:gdLst/>
              <a:ahLst/>
              <a:cxnLst/>
              <a:rect l="l" t="t" r="r" b="b"/>
              <a:pathLst>
                <a:path w="28575" h="69850">
                  <a:moveTo>
                    <a:pt x="28371" y="59702"/>
                  </a:moveTo>
                  <a:lnTo>
                    <a:pt x="0" y="59702"/>
                  </a:lnTo>
                  <a:lnTo>
                    <a:pt x="0" y="69557"/>
                  </a:lnTo>
                  <a:lnTo>
                    <a:pt x="28371" y="69557"/>
                  </a:lnTo>
                  <a:lnTo>
                    <a:pt x="28371" y="59702"/>
                  </a:lnTo>
                  <a:close/>
                </a:path>
                <a:path w="28575" h="69850">
                  <a:moveTo>
                    <a:pt x="28371" y="0"/>
                  </a:moveTo>
                  <a:lnTo>
                    <a:pt x="0" y="0"/>
                  </a:lnTo>
                  <a:lnTo>
                    <a:pt x="0" y="21132"/>
                  </a:lnTo>
                  <a:lnTo>
                    <a:pt x="28371" y="21132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1" name="object 2951" descr=""/>
            <p:cNvSpPr/>
            <p:nvPr/>
          </p:nvSpPr>
          <p:spPr>
            <a:xfrm>
              <a:off x="2145076" y="9439691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65" y="82332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52" name="object 2952" descr=""/>
            <p:cNvSpPr/>
            <p:nvPr/>
          </p:nvSpPr>
          <p:spPr>
            <a:xfrm>
              <a:off x="2099998" y="9439691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76" y="0"/>
                  </a:moveTo>
                  <a:lnTo>
                    <a:pt x="0" y="0"/>
                  </a:lnTo>
                  <a:lnTo>
                    <a:pt x="0" y="82332"/>
                  </a:lnTo>
                  <a:lnTo>
                    <a:pt x="28376" y="82332"/>
                  </a:lnTo>
                  <a:lnTo>
                    <a:pt x="2837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3" name="object 2953" descr=""/>
            <p:cNvSpPr/>
            <p:nvPr/>
          </p:nvSpPr>
          <p:spPr>
            <a:xfrm>
              <a:off x="2099998" y="9439691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76" y="82332"/>
                  </a:lnTo>
                  <a:lnTo>
                    <a:pt x="28376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54" name="object 2954" descr=""/>
            <p:cNvSpPr/>
            <p:nvPr/>
          </p:nvSpPr>
          <p:spPr>
            <a:xfrm>
              <a:off x="2325405" y="9571855"/>
              <a:ext cx="28575" cy="21590"/>
            </a:xfrm>
            <a:custGeom>
              <a:avLst/>
              <a:gdLst/>
              <a:ahLst/>
              <a:cxnLst/>
              <a:rect l="l" t="t" r="r" b="b"/>
              <a:pathLst>
                <a:path w="28575" h="21590">
                  <a:moveTo>
                    <a:pt x="0" y="21130"/>
                  </a:moveTo>
                  <a:lnTo>
                    <a:pt x="28407" y="21130"/>
                  </a:lnTo>
                  <a:lnTo>
                    <a:pt x="28407" y="0"/>
                  </a:lnTo>
                  <a:lnTo>
                    <a:pt x="0" y="0"/>
                  </a:lnTo>
                  <a:lnTo>
                    <a:pt x="0" y="2113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5" name="object 2955" descr=""/>
            <p:cNvSpPr/>
            <p:nvPr/>
          </p:nvSpPr>
          <p:spPr>
            <a:xfrm>
              <a:off x="2325405" y="9540243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43"/>
                  </a:moveTo>
                  <a:lnTo>
                    <a:pt x="28407" y="82343"/>
                  </a:lnTo>
                  <a:lnTo>
                    <a:pt x="28407" y="0"/>
                  </a:lnTo>
                  <a:lnTo>
                    <a:pt x="0" y="0"/>
                  </a:lnTo>
                  <a:lnTo>
                    <a:pt x="0" y="823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56" name="object 2956" descr=""/>
            <p:cNvSpPr/>
            <p:nvPr/>
          </p:nvSpPr>
          <p:spPr>
            <a:xfrm>
              <a:off x="2280380" y="9571855"/>
              <a:ext cx="28575" cy="21590"/>
            </a:xfrm>
            <a:custGeom>
              <a:avLst/>
              <a:gdLst/>
              <a:ahLst/>
              <a:cxnLst/>
              <a:rect l="l" t="t" r="r" b="b"/>
              <a:pathLst>
                <a:path w="28575" h="21590">
                  <a:moveTo>
                    <a:pt x="0" y="21130"/>
                  </a:moveTo>
                  <a:lnTo>
                    <a:pt x="28313" y="21130"/>
                  </a:lnTo>
                  <a:lnTo>
                    <a:pt x="28313" y="0"/>
                  </a:lnTo>
                  <a:lnTo>
                    <a:pt x="0" y="0"/>
                  </a:lnTo>
                  <a:lnTo>
                    <a:pt x="0" y="2113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7" name="object 2957" descr=""/>
            <p:cNvSpPr/>
            <p:nvPr/>
          </p:nvSpPr>
          <p:spPr>
            <a:xfrm>
              <a:off x="2280380" y="9540243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43"/>
                  </a:moveTo>
                  <a:lnTo>
                    <a:pt x="28313" y="82343"/>
                  </a:lnTo>
                  <a:lnTo>
                    <a:pt x="28313" y="0"/>
                  </a:lnTo>
                  <a:lnTo>
                    <a:pt x="0" y="0"/>
                  </a:lnTo>
                  <a:lnTo>
                    <a:pt x="0" y="823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58" name="object 2958" descr=""/>
            <p:cNvSpPr/>
            <p:nvPr/>
          </p:nvSpPr>
          <p:spPr>
            <a:xfrm>
              <a:off x="2235272" y="9571855"/>
              <a:ext cx="28575" cy="21590"/>
            </a:xfrm>
            <a:custGeom>
              <a:avLst/>
              <a:gdLst/>
              <a:ahLst/>
              <a:cxnLst/>
              <a:rect l="l" t="t" r="r" b="b"/>
              <a:pathLst>
                <a:path w="28575" h="21590">
                  <a:moveTo>
                    <a:pt x="0" y="21130"/>
                  </a:moveTo>
                  <a:lnTo>
                    <a:pt x="28344" y="21130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2113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9" name="object 2959" descr=""/>
            <p:cNvSpPr/>
            <p:nvPr/>
          </p:nvSpPr>
          <p:spPr>
            <a:xfrm>
              <a:off x="2235272" y="9540243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43"/>
                  </a:moveTo>
                  <a:lnTo>
                    <a:pt x="28344" y="82343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60" name="object 2960" descr=""/>
            <p:cNvSpPr/>
            <p:nvPr/>
          </p:nvSpPr>
          <p:spPr>
            <a:xfrm>
              <a:off x="2190195" y="9571855"/>
              <a:ext cx="28575" cy="21590"/>
            </a:xfrm>
            <a:custGeom>
              <a:avLst/>
              <a:gdLst/>
              <a:ahLst/>
              <a:cxnLst/>
              <a:rect l="l" t="t" r="r" b="b"/>
              <a:pathLst>
                <a:path w="28575" h="21590">
                  <a:moveTo>
                    <a:pt x="0" y="21130"/>
                  </a:moveTo>
                  <a:lnTo>
                    <a:pt x="28323" y="21130"/>
                  </a:lnTo>
                  <a:lnTo>
                    <a:pt x="28323" y="0"/>
                  </a:lnTo>
                  <a:lnTo>
                    <a:pt x="0" y="0"/>
                  </a:lnTo>
                  <a:lnTo>
                    <a:pt x="0" y="2113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1" name="object 2961" descr=""/>
            <p:cNvSpPr/>
            <p:nvPr/>
          </p:nvSpPr>
          <p:spPr>
            <a:xfrm>
              <a:off x="2190195" y="9540243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43"/>
                  </a:moveTo>
                  <a:lnTo>
                    <a:pt x="28323" y="82343"/>
                  </a:lnTo>
                  <a:lnTo>
                    <a:pt x="28323" y="0"/>
                  </a:lnTo>
                  <a:lnTo>
                    <a:pt x="0" y="0"/>
                  </a:lnTo>
                  <a:lnTo>
                    <a:pt x="0" y="823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62" name="object 2962" descr=""/>
            <p:cNvSpPr/>
            <p:nvPr/>
          </p:nvSpPr>
          <p:spPr>
            <a:xfrm>
              <a:off x="2145076" y="9571855"/>
              <a:ext cx="28575" cy="21590"/>
            </a:xfrm>
            <a:custGeom>
              <a:avLst/>
              <a:gdLst/>
              <a:ahLst/>
              <a:cxnLst/>
              <a:rect l="l" t="t" r="r" b="b"/>
              <a:pathLst>
                <a:path w="28575" h="21590">
                  <a:moveTo>
                    <a:pt x="0" y="21130"/>
                  </a:moveTo>
                  <a:lnTo>
                    <a:pt x="28365" y="21130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2113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3" name="object 2963" descr=""/>
            <p:cNvSpPr/>
            <p:nvPr/>
          </p:nvSpPr>
          <p:spPr>
            <a:xfrm>
              <a:off x="2145076" y="9540243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43"/>
                  </a:moveTo>
                  <a:lnTo>
                    <a:pt x="28365" y="82343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823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64" name="object 2964" descr=""/>
            <p:cNvSpPr/>
            <p:nvPr/>
          </p:nvSpPr>
          <p:spPr>
            <a:xfrm>
              <a:off x="2099998" y="9540243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76" y="0"/>
                  </a:moveTo>
                  <a:lnTo>
                    <a:pt x="0" y="0"/>
                  </a:lnTo>
                  <a:lnTo>
                    <a:pt x="0" y="82343"/>
                  </a:lnTo>
                  <a:lnTo>
                    <a:pt x="28376" y="82343"/>
                  </a:lnTo>
                  <a:lnTo>
                    <a:pt x="2837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5" name="object 2965" descr=""/>
            <p:cNvSpPr/>
            <p:nvPr/>
          </p:nvSpPr>
          <p:spPr>
            <a:xfrm>
              <a:off x="2099998" y="9540243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43"/>
                  </a:moveTo>
                  <a:lnTo>
                    <a:pt x="28376" y="82343"/>
                  </a:lnTo>
                  <a:lnTo>
                    <a:pt x="28376" y="0"/>
                  </a:lnTo>
                  <a:lnTo>
                    <a:pt x="0" y="0"/>
                  </a:lnTo>
                  <a:lnTo>
                    <a:pt x="0" y="823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66" name="object 2966" descr=""/>
            <p:cNvSpPr/>
            <p:nvPr/>
          </p:nvSpPr>
          <p:spPr>
            <a:xfrm>
              <a:off x="2325395" y="9640754"/>
              <a:ext cx="28575" cy="71755"/>
            </a:xfrm>
            <a:custGeom>
              <a:avLst/>
              <a:gdLst/>
              <a:ahLst/>
              <a:cxnLst/>
              <a:rect l="l" t="t" r="r" b="b"/>
              <a:pathLst>
                <a:path w="28575" h="71754">
                  <a:moveTo>
                    <a:pt x="28409" y="50507"/>
                  </a:moveTo>
                  <a:lnTo>
                    <a:pt x="0" y="50507"/>
                  </a:lnTo>
                  <a:lnTo>
                    <a:pt x="0" y="71628"/>
                  </a:lnTo>
                  <a:lnTo>
                    <a:pt x="28409" y="71628"/>
                  </a:lnTo>
                  <a:lnTo>
                    <a:pt x="28409" y="50507"/>
                  </a:lnTo>
                  <a:close/>
                </a:path>
                <a:path w="28575" h="71754">
                  <a:moveTo>
                    <a:pt x="28409" y="0"/>
                  </a:moveTo>
                  <a:lnTo>
                    <a:pt x="0" y="0"/>
                  </a:lnTo>
                  <a:lnTo>
                    <a:pt x="0" y="11938"/>
                  </a:lnTo>
                  <a:lnTo>
                    <a:pt x="28409" y="11938"/>
                  </a:lnTo>
                  <a:lnTo>
                    <a:pt x="28409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7" name="object 2967" descr=""/>
            <p:cNvSpPr/>
            <p:nvPr/>
          </p:nvSpPr>
          <p:spPr>
            <a:xfrm>
              <a:off x="2325405" y="9640743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84"/>
                  </a:moveTo>
                  <a:lnTo>
                    <a:pt x="28407" y="82384"/>
                  </a:lnTo>
                  <a:lnTo>
                    <a:pt x="28407" y="0"/>
                  </a:lnTo>
                  <a:lnTo>
                    <a:pt x="0" y="0"/>
                  </a:lnTo>
                  <a:lnTo>
                    <a:pt x="0" y="8238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68" name="object 2968" descr=""/>
            <p:cNvSpPr/>
            <p:nvPr/>
          </p:nvSpPr>
          <p:spPr>
            <a:xfrm>
              <a:off x="2280373" y="9640754"/>
              <a:ext cx="28575" cy="71755"/>
            </a:xfrm>
            <a:custGeom>
              <a:avLst/>
              <a:gdLst/>
              <a:ahLst/>
              <a:cxnLst/>
              <a:rect l="l" t="t" r="r" b="b"/>
              <a:pathLst>
                <a:path w="28575" h="71754">
                  <a:moveTo>
                    <a:pt x="28308" y="50507"/>
                  </a:moveTo>
                  <a:lnTo>
                    <a:pt x="0" y="50507"/>
                  </a:lnTo>
                  <a:lnTo>
                    <a:pt x="0" y="71628"/>
                  </a:lnTo>
                  <a:lnTo>
                    <a:pt x="28308" y="71628"/>
                  </a:lnTo>
                  <a:lnTo>
                    <a:pt x="28308" y="50507"/>
                  </a:lnTo>
                  <a:close/>
                </a:path>
                <a:path w="28575" h="71754">
                  <a:moveTo>
                    <a:pt x="28308" y="0"/>
                  </a:moveTo>
                  <a:lnTo>
                    <a:pt x="0" y="0"/>
                  </a:lnTo>
                  <a:lnTo>
                    <a:pt x="0" y="11938"/>
                  </a:lnTo>
                  <a:lnTo>
                    <a:pt x="28308" y="11938"/>
                  </a:lnTo>
                  <a:lnTo>
                    <a:pt x="28308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9" name="object 2969" descr=""/>
            <p:cNvSpPr/>
            <p:nvPr/>
          </p:nvSpPr>
          <p:spPr>
            <a:xfrm>
              <a:off x="2280380" y="9640743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84"/>
                  </a:moveTo>
                  <a:lnTo>
                    <a:pt x="28313" y="82384"/>
                  </a:lnTo>
                  <a:lnTo>
                    <a:pt x="28313" y="0"/>
                  </a:lnTo>
                  <a:lnTo>
                    <a:pt x="0" y="0"/>
                  </a:lnTo>
                  <a:lnTo>
                    <a:pt x="0" y="8238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70" name="object 2970" descr=""/>
            <p:cNvSpPr/>
            <p:nvPr/>
          </p:nvSpPr>
          <p:spPr>
            <a:xfrm>
              <a:off x="2235263" y="9640754"/>
              <a:ext cx="28575" cy="71755"/>
            </a:xfrm>
            <a:custGeom>
              <a:avLst/>
              <a:gdLst/>
              <a:ahLst/>
              <a:cxnLst/>
              <a:rect l="l" t="t" r="r" b="b"/>
              <a:pathLst>
                <a:path w="28575" h="71754">
                  <a:moveTo>
                    <a:pt x="28346" y="50507"/>
                  </a:moveTo>
                  <a:lnTo>
                    <a:pt x="0" y="50507"/>
                  </a:lnTo>
                  <a:lnTo>
                    <a:pt x="0" y="71628"/>
                  </a:lnTo>
                  <a:lnTo>
                    <a:pt x="28346" y="71628"/>
                  </a:lnTo>
                  <a:lnTo>
                    <a:pt x="28346" y="50507"/>
                  </a:lnTo>
                  <a:close/>
                </a:path>
                <a:path w="28575" h="71754">
                  <a:moveTo>
                    <a:pt x="28346" y="0"/>
                  </a:moveTo>
                  <a:lnTo>
                    <a:pt x="0" y="0"/>
                  </a:lnTo>
                  <a:lnTo>
                    <a:pt x="0" y="11938"/>
                  </a:lnTo>
                  <a:lnTo>
                    <a:pt x="28346" y="11938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1" name="object 2971" descr=""/>
            <p:cNvSpPr/>
            <p:nvPr/>
          </p:nvSpPr>
          <p:spPr>
            <a:xfrm>
              <a:off x="2235272" y="9640743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84"/>
                  </a:moveTo>
                  <a:lnTo>
                    <a:pt x="28344" y="82384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8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72" name="object 2972" descr=""/>
            <p:cNvSpPr/>
            <p:nvPr/>
          </p:nvSpPr>
          <p:spPr>
            <a:xfrm>
              <a:off x="2190191" y="9640754"/>
              <a:ext cx="28575" cy="71755"/>
            </a:xfrm>
            <a:custGeom>
              <a:avLst/>
              <a:gdLst/>
              <a:ahLst/>
              <a:cxnLst/>
              <a:rect l="l" t="t" r="r" b="b"/>
              <a:pathLst>
                <a:path w="28575" h="71754">
                  <a:moveTo>
                    <a:pt x="28321" y="50507"/>
                  </a:moveTo>
                  <a:lnTo>
                    <a:pt x="0" y="50507"/>
                  </a:lnTo>
                  <a:lnTo>
                    <a:pt x="0" y="71628"/>
                  </a:lnTo>
                  <a:lnTo>
                    <a:pt x="28321" y="71628"/>
                  </a:lnTo>
                  <a:lnTo>
                    <a:pt x="28321" y="50507"/>
                  </a:lnTo>
                  <a:close/>
                </a:path>
                <a:path w="28575" h="71754">
                  <a:moveTo>
                    <a:pt x="28321" y="0"/>
                  </a:moveTo>
                  <a:lnTo>
                    <a:pt x="0" y="0"/>
                  </a:lnTo>
                  <a:lnTo>
                    <a:pt x="0" y="11938"/>
                  </a:lnTo>
                  <a:lnTo>
                    <a:pt x="28321" y="11938"/>
                  </a:lnTo>
                  <a:lnTo>
                    <a:pt x="2832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3" name="object 2973" descr=""/>
            <p:cNvSpPr/>
            <p:nvPr/>
          </p:nvSpPr>
          <p:spPr>
            <a:xfrm>
              <a:off x="2190195" y="9640743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84"/>
                  </a:moveTo>
                  <a:lnTo>
                    <a:pt x="28323" y="82384"/>
                  </a:lnTo>
                  <a:lnTo>
                    <a:pt x="28323" y="0"/>
                  </a:lnTo>
                  <a:lnTo>
                    <a:pt x="0" y="0"/>
                  </a:lnTo>
                  <a:lnTo>
                    <a:pt x="0" y="8238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74" name="object 2974" descr=""/>
            <p:cNvSpPr/>
            <p:nvPr/>
          </p:nvSpPr>
          <p:spPr>
            <a:xfrm>
              <a:off x="2145068" y="9640754"/>
              <a:ext cx="28575" cy="71755"/>
            </a:xfrm>
            <a:custGeom>
              <a:avLst/>
              <a:gdLst/>
              <a:ahLst/>
              <a:cxnLst/>
              <a:rect l="l" t="t" r="r" b="b"/>
              <a:pathLst>
                <a:path w="28575" h="71754">
                  <a:moveTo>
                    <a:pt x="28371" y="50507"/>
                  </a:moveTo>
                  <a:lnTo>
                    <a:pt x="0" y="50507"/>
                  </a:lnTo>
                  <a:lnTo>
                    <a:pt x="0" y="71628"/>
                  </a:lnTo>
                  <a:lnTo>
                    <a:pt x="28371" y="71628"/>
                  </a:lnTo>
                  <a:lnTo>
                    <a:pt x="28371" y="50507"/>
                  </a:lnTo>
                  <a:close/>
                </a:path>
                <a:path w="28575" h="71754">
                  <a:moveTo>
                    <a:pt x="28371" y="0"/>
                  </a:moveTo>
                  <a:lnTo>
                    <a:pt x="0" y="0"/>
                  </a:lnTo>
                  <a:lnTo>
                    <a:pt x="0" y="11938"/>
                  </a:lnTo>
                  <a:lnTo>
                    <a:pt x="28371" y="11938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5" name="object 2975" descr=""/>
            <p:cNvSpPr/>
            <p:nvPr/>
          </p:nvSpPr>
          <p:spPr>
            <a:xfrm>
              <a:off x="2145076" y="9640743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84"/>
                  </a:moveTo>
                  <a:lnTo>
                    <a:pt x="28365" y="82384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8238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76" name="object 2976" descr=""/>
            <p:cNvSpPr/>
            <p:nvPr/>
          </p:nvSpPr>
          <p:spPr>
            <a:xfrm>
              <a:off x="2099998" y="9640743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76" y="0"/>
                  </a:moveTo>
                  <a:lnTo>
                    <a:pt x="0" y="0"/>
                  </a:lnTo>
                  <a:lnTo>
                    <a:pt x="0" y="82384"/>
                  </a:lnTo>
                  <a:lnTo>
                    <a:pt x="28376" y="82384"/>
                  </a:lnTo>
                  <a:lnTo>
                    <a:pt x="2837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7" name="object 2977" descr=""/>
            <p:cNvSpPr/>
            <p:nvPr/>
          </p:nvSpPr>
          <p:spPr>
            <a:xfrm>
              <a:off x="2099998" y="9640743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84"/>
                  </a:moveTo>
                  <a:lnTo>
                    <a:pt x="28376" y="82384"/>
                  </a:lnTo>
                  <a:lnTo>
                    <a:pt x="28376" y="0"/>
                  </a:lnTo>
                  <a:lnTo>
                    <a:pt x="0" y="0"/>
                  </a:lnTo>
                  <a:lnTo>
                    <a:pt x="0" y="8238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78" name="object 2978" descr=""/>
            <p:cNvSpPr/>
            <p:nvPr/>
          </p:nvSpPr>
          <p:spPr>
            <a:xfrm>
              <a:off x="2325395" y="9750939"/>
              <a:ext cx="28575" cy="73025"/>
            </a:xfrm>
            <a:custGeom>
              <a:avLst/>
              <a:gdLst/>
              <a:ahLst/>
              <a:cxnLst/>
              <a:rect l="l" t="t" r="r" b="b"/>
              <a:pathLst>
                <a:path w="28575" h="73025">
                  <a:moveTo>
                    <a:pt x="28409" y="59702"/>
                  </a:moveTo>
                  <a:lnTo>
                    <a:pt x="0" y="59702"/>
                  </a:lnTo>
                  <a:lnTo>
                    <a:pt x="0" y="72707"/>
                  </a:lnTo>
                  <a:lnTo>
                    <a:pt x="28409" y="72707"/>
                  </a:lnTo>
                  <a:lnTo>
                    <a:pt x="28409" y="59702"/>
                  </a:lnTo>
                  <a:close/>
                </a:path>
                <a:path w="28575" h="73025">
                  <a:moveTo>
                    <a:pt x="28409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409" y="21120"/>
                  </a:lnTo>
                  <a:lnTo>
                    <a:pt x="28409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9" name="object 2979" descr=""/>
            <p:cNvSpPr/>
            <p:nvPr/>
          </p:nvSpPr>
          <p:spPr>
            <a:xfrm>
              <a:off x="2325405" y="974132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11"/>
                  </a:moveTo>
                  <a:lnTo>
                    <a:pt x="28407" y="82311"/>
                  </a:lnTo>
                  <a:lnTo>
                    <a:pt x="28407" y="0"/>
                  </a:lnTo>
                  <a:lnTo>
                    <a:pt x="0" y="0"/>
                  </a:lnTo>
                  <a:lnTo>
                    <a:pt x="0" y="823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80" name="object 2980" descr=""/>
            <p:cNvSpPr/>
            <p:nvPr/>
          </p:nvSpPr>
          <p:spPr>
            <a:xfrm>
              <a:off x="2280373" y="9750939"/>
              <a:ext cx="28575" cy="73025"/>
            </a:xfrm>
            <a:custGeom>
              <a:avLst/>
              <a:gdLst/>
              <a:ahLst/>
              <a:cxnLst/>
              <a:rect l="l" t="t" r="r" b="b"/>
              <a:pathLst>
                <a:path w="28575" h="73025">
                  <a:moveTo>
                    <a:pt x="28308" y="59702"/>
                  </a:moveTo>
                  <a:lnTo>
                    <a:pt x="0" y="59702"/>
                  </a:lnTo>
                  <a:lnTo>
                    <a:pt x="0" y="72707"/>
                  </a:lnTo>
                  <a:lnTo>
                    <a:pt x="28308" y="72707"/>
                  </a:lnTo>
                  <a:lnTo>
                    <a:pt x="28308" y="59702"/>
                  </a:lnTo>
                  <a:close/>
                </a:path>
                <a:path w="28575" h="73025">
                  <a:moveTo>
                    <a:pt x="28308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08" y="21120"/>
                  </a:lnTo>
                  <a:lnTo>
                    <a:pt x="28308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1" name="object 2981" descr=""/>
            <p:cNvSpPr/>
            <p:nvPr/>
          </p:nvSpPr>
          <p:spPr>
            <a:xfrm>
              <a:off x="2280380" y="974132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11"/>
                  </a:moveTo>
                  <a:lnTo>
                    <a:pt x="28313" y="82311"/>
                  </a:lnTo>
                  <a:lnTo>
                    <a:pt x="28313" y="0"/>
                  </a:lnTo>
                  <a:lnTo>
                    <a:pt x="0" y="0"/>
                  </a:lnTo>
                  <a:lnTo>
                    <a:pt x="0" y="823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82" name="object 2982" descr=""/>
            <p:cNvSpPr/>
            <p:nvPr/>
          </p:nvSpPr>
          <p:spPr>
            <a:xfrm>
              <a:off x="2235263" y="9750939"/>
              <a:ext cx="28575" cy="73025"/>
            </a:xfrm>
            <a:custGeom>
              <a:avLst/>
              <a:gdLst/>
              <a:ahLst/>
              <a:cxnLst/>
              <a:rect l="l" t="t" r="r" b="b"/>
              <a:pathLst>
                <a:path w="28575" h="73025">
                  <a:moveTo>
                    <a:pt x="28346" y="59702"/>
                  </a:moveTo>
                  <a:lnTo>
                    <a:pt x="0" y="59702"/>
                  </a:lnTo>
                  <a:lnTo>
                    <a:pt x="0" y="72707"/>
                  </a:lnTo>
                  <a:lnTo>
                    <a:pt x="28346" y="72707"/>
                  </a:lnTo>
                  <a:lnTo>
                    <a:pt x="28346" y="59702"/>
                  </a:lnTo>
                  <a:close/>
                </a:path>
                <a:path w="28575" h="73025">
                  <a:moveTo>
                    <a:pt x="28346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46" y="21120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3" name="object 2983" descr=""/>
            <p:cNvSpPr/>
            <p:nvPr/>
          </p:nvSpPr>
          <p:spPr>
            <a:xfrm>
              <a:off x="2235272" y="974132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11"/>
                  </a:moveTo>
                  <a:lnTo>
                    <a:pt x="28344" y="82311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84" name="object 2984" descr=""/>
            <p:cNvSpPr/>
            <p:nvPr/>
          </p:nvSpPr>
          <p:spPr>
            <a:xfrm>
              <a:off x="2190191" y="9750939"/>
              <a:ext cx="28575" cy="73025"/>
            </a:xfrm>
            <a:custGeom>
              <a:avLst/>
              <a:gdLst/>
              <a:ahLst/>
              <a:cxnLst/>
              <a:rect l="l" t="t" r="r" b="b"/>
              <a:pathLst>
                <a:path w="28575" h="73025">
                  <a:moveTo>
                    <a:pt x="28321" y="59702"/>
                  </a:moveTo>
                  <a:lnTo>
                    <a:pt x="0" y="59702"/>
                  </a:lnTo>
                  <a:lnTo>
                    <a:pt x="0" y="72707"/>
                  </a:lnTo>
                  <a:lnTo>
                    <a:pt x="28321" y="72707"/>
                  </a:lnTo>
                  <a:lnTo>
                    <a:pt x="28321" y="59702"/>
                  </a:lnTo>
                  <a:close/>
                </a:path>
                <a:path w="28575" h="73025">
                  <a:moveTo>
                    <a:pt x="28321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21" y="21120"/>
                  </a:lnTo>
                  <a:lnTo>
                    <a:pt x="2832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5" name="object 2985" descr=""/>
            <p:cNvSpPr/>
            <p:nvPr/>
          </p:nvSpPr>
          <p:spPr>
            <a:xfrm>
              <a:off x="2190195" y="974132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11"/>
                  </a:moveTo>
                  <a:lnTo>
                    <a:pt x="28323" y="82311"/>
                  </a:lnTo>
                  <a:lnTo>
                    <a:pt x="28323" y="0"/>
                  </a:lnTo>
                  <a:lnTo>
                    <a:pt x="0" y="0"/>
                  </a:lnTo>
                  <a:lnTo>
                    <a:pt x="0" y="823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86" name="object 2986" descr=""/>
            <p:cNvSpPr/>
            <p:nvPr/>
          </p:nvSpPr>
          <p:spPr>
            <a:xfrm>
              <a:off x="2145068" y="9750939"/>
              <a:ext cx="28575" cy="73025"/>
            </a:xfrm>
            <a:custGeom>
              <a:avLst/>
              <a:gdLst/>
              <a:ahLst/>
              <a:cxnLst/>
              <a:rect l="l" t="t" r="r" b="b"/>
              <a:pathLst>
                <a:path w="28575" h="73025">
                  <a:moveTo>
                    <a:pt x="28371" y="59702"/>
                  </a:moveTo>
                  <a:lnTo>
                    <a:pt x="0" y="59702"/>
                  </a:lnTo>
                  <a:lnTo>
                    <a:pt x="0" y="72707"/>
                  </a:lnTo>
                  <a:lnTo>
                    <a:pt x="28371" y="72707"/>
                  </a:lnTo>
                  <a:lnTo>
                    <a:pt x="28371" y="59702"/>
                  </a:lnTo>
                  <a:close/>
                </a:path>
                <a:path w="28575" h="73025">
                  <a:moveTo>
                    <a:pt x="28371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71" y="21120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7" name="object 2987" descr=""/>
            <p:cNvSpPr/>
            <p:nvPr/>
          </p:nvSpPr>
          <p:spPr>
            <a:xfrm>
              <a:off x="2145076" y="974132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11"/>
                  </a:moveTo>
                  <a:lnTo>
                    <a:pt x="28365" y="82311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823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88" name="object 2988" descr=""/>
            <p:cNvSpPr/>
            <p:nvPr/>
          </p:nvSpPr>
          <p:spPr>
            <a:xfrm>
              <a:off x="2099998" y="974132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76" y="0"/>
                  </a:moveTo>
                  <a:lnTo>
                    <a:pt x="0" y="0"/>
                  </a:lnTo>
                  <a:lnTo>
                    <a:pt x="0" y="82311"/>
                  </a:lnTo>
                  <a:lnTo>
                    <a:pt x="28376" y="82311"/>
                  </a:lnTo>
                  <a:lnTo>
                    <a:pt x="2837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9" name="object 2989" descr=""/>
            <p:cNvSpPr/>
            <p:nvPr/>
          </p:nvSpPr>
          <p:spPr>
            <a:xfrm>
              <a:off x="2099998" y="974132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11"/>
                  </a:moveTo>
                  <a:lnTo>
                    <a:pt x="28376" y="82311"/>
                  </a:lnTo>
                  <a:lnTo>
                    <a:pt x="28376" y="0"/>
                  </a:lnTo>
                  <a:lnTo>
                    <a:pt x="0" y="0"/>
                  </a:lnTo>
                  <a:lnTo>
                    <a:pt x="0" y="823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90" name="object 2990" descr=""/>
            <p:cNvSpPr/>
            <p:nvPr/>
          </p:nvSpPr>
          <p:spPr>
            <a:xfrm>
              <a:off x="2325405" y="9865836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4">
                  <a:moveTo>
                    <a:pt x="0" y="25600"/>
                  </a:moveTo>
                  <a:lnTo>
                    <a:pt x="28407" y="25600"/>
                  </a:lnTo>
                  <a:lnTo>
                    <a:pt x="28407" y="0"/>
                  </a:lnTo>
                  <a:lnTo>
                    <a:pt x="0" y="0"/>
                  </a:lnTo>
                  <a:lnTo>
                    <a:pt x="0" y="2560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1" name="object 2991" descr=""/>
            <p:cNvSpPr/>
            <p:nvPr/>
          </p:nvSpPr>
          <p:spPr>
            <a:xfrm>
              <a:off x="2325405" y="984182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63"/>
                  </a:moveTo>
                  <a:lnTo>
                    <a:pt x="28407" y="82363"/>
                  </a:lnTo>
                  <a:lnTo>
                    <a:pt x="28407" y="0"/>
                  </a:lnTo>
                  <a:lnTo>
                    <a:pt x="0" y="0"/>
                  </a:lnTo>
                  <a:lnTo>
                    <a:pt x="0" y="8236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92" name="object 2992" descr=""/>
            <p:cNvSpPr/>
            <p:nvPr/>
          </p:nvSpPr>
          <p:spPr>
            <a:xfrm>
              <a:off x="2280380" y="9865836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4">
                  <a:moveTo>
                    <a:pt x="0" y="25600"/>
                  </a:moveTo>
                  <a:lnTo>
                    <a:pt x="28313" y="25600"/>
                  </a:lnTo>
                  <a:lnTo>
                    <a:pt x="28313" y="0"/>
                  </a:lnTo>
                  <a:lnTo>
                    <a:pt x="0" y="0"/>
                  </a:lnTo>
                  <a:lnTo>
                    <a:pt x="0" y="2560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3" name="object 2993" descr=""/>
            <p:cNvSpPr/>
            <p:nvPr/>
          </p:nvSpPr>
          <p:spPr>
            <a:xfrm>
              <a:off x="2280380" y="984182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63"/>
                  </a:moveTo>
                  <a:lnTo>
                    <a:pt x="28313" y="82363"/>
                  </a:lnTo>
                  <a:lnTo>
                    <a:pt x="28313" y="0"/>
                  </a:lnTo>
                  <a:lnTo>
                    <a:pt x="0" y="0"/>
                  </a:lnTo>
                  <a:lnTo>
                    <a:pt x="0" y="8236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94" name="object 2994" descr=""/>
            <p:cNvSpPr/>
            <p:nvPr/>
          </p:nvSpPr>
          <p:spPr>
            <a:xfrm>
              <a:off x="2235272" y="9865836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4">
                  <a:moveTo>
                    <a:pt x="0" y="25600"/>
                  </a:moveTo>
                  <a:lnTo>
                    <a:pt x="28344" y="25600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2560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5" name="object 2995" descr=""/>
            <p:cNvSpPr/>
            <p:nvPr/>
          </p:nvSpPr>
          <p:spPr>
            <a:xfrm>
              <a:off x="2235272" y="984182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63"/>
                  </a:moveTo>
                  <a:lnTo>
                    <a:pt x="28344" y="82363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6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96" name="object 2996" descr=""/>
            <p:cNvSpPr/>
            <p:nvPr/>
          </p:nvSpPr>
          <p:spPr>
            <a:xfrm>
              <a:off x="2190195" y="9865836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4">
                  <a:moveTo>
                    <a:pt x="0" y="25600"/>
                  </a:moveTo>
                  <a:lnTo>
                    <a:pt x="28323" y="25600"/>
                  </a:lnTo>
                  <a:lnTo>
                    <a:pt x="28323" y="0"/>
                  </a:lnTo>
                  <a:lnTo>
                    <a:pt x="0" y="0"/>
                  </a:lnTo>
                  <a:lnTo>
                    <a:pt x="0" y="2560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7" name="object 2997" descr=""/>
            <p:cNvSpPr/>
            <p:nvPr/>
          </p:nvSpPr>
          <p:spPr>
            <a:xfrm>
              <a:off x="2190195" y="984182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63"/>
                  </a:moveTo>
                  <a:lnTo>
                    <a:pt x="28323" y="82363"/>
                  </a:lnTo>
                  <a:lnTo>
                    <a:pt x="28323" y="0"/>
                  </a:lnTo>
                  <a:lnTo>
                    <a:pt x="0" y="0"/>
                  </a:lnTo>
                  <a:lnTo>
                    <a:pt x="0" y="8236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98" name="object 2998" descr=""/>
            <p:cNvSpPr/>
            <p:nvPr/>
          </p:nvSpPr>
          <p:spPr>
            <a:xfrm>
              <a:off x="2145076" y="9865836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4">
                  <a:moveTo>
                    <a:pt x="0" y="25600"/>
                  </a:moveTo>
                  <a:lnTo>
                    <a:pt x="28365" y="25600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2560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9" name="object 2999" descr=""/>
            <p:cNvSpPr/>
            <p:nvPr/>
          </p:nvSpPr>
          <p:spPr>
            <a:xfrm>
              <a:off x="2145076" y="984182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63"/>
                  </a:moveTo>
                  <a:lnTo>
                    <a:pt x="28365" y="82363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8236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00" name="object 3000" descr=""/>
            <p:cNvSpPr/>
            <p:nvPr/>
          </p:nvSpPr>
          <p:spPr>
            <a:xfrm>
              <a:off x="2099998" y="984182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76" y="0"/>
                  </a:moveTo>
                  <a:lnTo>
                    <a:pt x="0" y="0"/>
                  </a:lnTo>
                  <a:lnTo>
                    <a:pt x="0" y="82363"/>
                  </a:lnTo>
                  <a:lnTo>
                    <a:pt x="28376" y="82363"/>
                  </a:lnTo>
                  <a:lnTo>
                    <a:pt x="2837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1" name="object 3001" descr=""/>
            <p:cNvSpPr/>
            <p:nvPr/>
          </p:nvSpPr>
          <p:spPr>
            <a:xfrm>
              <a:off x="2099998" y="984182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63"/>
                  </a:moveTo>
                  <a:lnTo>
                    <a:pt x="28376" y="82363"/>
                  </a:lnTo>
                  <a:lnTo>
                    <a:pt x="28376" y="0"/>
                  </a:lnTo>
                  <a:lnTo>
                    <a:pt x="0" y="0"/>
                  </a:lnTo>
                  <a:lnTo>
                    <a:pt x="0" y="8236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02" name="object 3002" descr=""/>
            <p:cNvSpPr/>
            <p:nvPr/>
          </p:nvSpPr>
          <p:spPr>
            <a:xfrm>
              <a:off x="2057434" y="9944063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28344" y="0"/>
                  </a:moveTo>
                  <a:lnTo>
                    <a:pt x="0" y="0"/>
                  </a:lnTo>
                  <a:lnTo>
                    <a:pt x="0" y="114656"/>
                  </a:lnTo>
                  <a:lnTo>
                    <a:pt x="28344" y="114656"/>
                  </a:lnTo>
                  <a:lnTo>
                    <a:pt x="28344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3" name="object 3003" descr=""/>
            <p:cNvSpPr/>
            <p:nvPr/>
          </p:nvSpPr>
          <p:spPr>
            <a:xfrm>
              <a:off x="2057434" y="9944063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0" y="114656"/>
                  </a:moveTo>
                  <a:lnTo>
                    <a:pt x="28344" y="114656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11465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04" name="object 3004" descr=""/>
            <p:cNvSpPr/>
            <p:nvPr/>
          </p:nvSpPr>
          <p:spPr>
            <a:xfrm>
              <a:off x="2012326" y="9944063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28344" y="0"/>
                  </a:moveTo>
                  <a:lnTo>
                    <a:pt x="0" y="0"/>
                  </a:lnTo>
                  <a:lnTo>
                    <a:pt x="0" y="114656"/>
                  </a:lnTo>
                  <a:lnTo>
                    <a:pt x="28344" y="114656"/>
                  </a:lnTo>
                  <a:lnTo>
                    <a:pt x="28344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5" name="object 3005" descr=""/>
            <p:cNvSpPr/>
            <p:nvPr/>
          </p:nvSpPr>
          <p:spPr>
            <a:xfrm>
              <a:off x="2012326" y="9944063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0" y="114656"/>
                  </a:moveTo>
                  <a:lnTo>
                    <a:pt x="28344" y="114656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11465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06" name="object 3006" descr=""/>
            <p:cNvSpPr/>
            <p:nvPr/>
          </p:nvSpPr>
          <p:spPr>
            <a:xfrm>
              <a:off x="1967238" y="9944063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28407" y="0"/>
                  </a:moveTo>
                  <a:lnTo>
                    <a:pt x="0" y="0"/>
                  </a:lnTo>
                  <a:lnTo>
                    <a:pt x="0" y="114656"/>
                  </a:lnTo>
                  <a:lnTo>
                    <a:pt x="28407" y="114656"/>
                  </a:lnTo>
                  <a:lnTo>
                    <a:pt x="28407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7" name="object 3007" descr=""/>
            <p:cNvSpPr/>
            <p:nvPr/>
          </p:nvSpPr>
          <p:spPr>
            <a:xfrm>
              <a:off x="1967238" y="9944063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0" y="114656"/>
                  </a:moveTo>
                  <a:lnTo>
                    <a:pt x="28407" y="114656"/>
                  </a:lnTo>
                  <a:lnTo>
                    <a:pt x="28407" y="0"/>
                  </a:lnTo>
                  <a:lnTo>
                    <a:pt x="0" y="0"/>
                  </a:lnTo>
                  <a:lnTo>
                    <a:pt x="0" y="11465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08" name="object 3008" descr=""/>
            <p:cNvSpPr/>
            <p:nvPr/>
          </p:nvSpPr>
          <p:spPr>
            <a:xfrm>
              <a:off x="1922129" y="9944063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28417" y="0"/>
                  </a:moveTo>
                  <a:lnTo>
                    <a:pt x="0" y="0"/>
                  </a:lnTo>
                  <a:lnTo>
                    <a:pt x="0" y="114656"/>
                  </a:lnTo>
                  <a:lnTo>
                    <a:pt x="28417" y="114656"/>
                  </a:lnTo>
                  <a:lnTo>
                    <a:pt x="28417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9" name="object 3009" descr=""/>
            <p:cNvSpPr/>
            <p:nvPr/>
          </p:nvSpPr>
          <p:spPr>
            <a:xfrm>
              <a:off x="1922129" y="9944063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0" y="114656"/>
                  </a:moveTo>
                  <a:lnTo>
                    <a:pt x="28417" y="114656"/>
                  </a:lnTo>
                  <a:lnTo>
                    <a:pt x="28417" y="0"/>
                  </a:lnTo>
                  <a:lnTo>
                    <a:pt x="0" y="0"/>
                  </a:lnTo>
                  <a:lnTo>
                    <a:pt x="0" y="11465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10" name="object 3010" descr=""/>
            <p:cNvSpPr/>
            <p:nvPr/>
          </p:nvSpPr>
          <p:spPr>
            <a:xfrm>
              <a:off x="2057434" y="9439691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44" y="0"/>
                  </a:moveTo>
                  <a:lnTo>
                    <a:pt x="0" y="0"/>
                  </a:lnTo>
                  <a:lnTo>
                    <a:pt x="0" y="82332"/>
                  </a:lnTo>
                  <a:lnTo>
                    <a:pt x="28344" y="82332"/>
                  </a:lnTo>
                  <a:lnTo>
                    <a:pt x="28344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1" name="object 3011" descr=""/>
            <p:cNvSpPr/>
            <p:nvPr/>
          </p:nvSpPr>
          <p:spPr>
            <a:xfrm>
              <a:off x="2057434" y="9439691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44" y="82332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12" name="object 3012" descr=""/>
            <p:cNvSpPr/>
            <p:nvPr/>
          </p:nvSpPr>
          <p:spPr>
            <a:xfrm>
              <a:off x="2012326" y="9439691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44" y="0"/>
                  </a:moveTo>
                  <a:lnTo>
                    <a:pt x="0" y="0"/>
                  </a:lnTo>
                  <a:lnTo>
                    <a:pt x="0" y="82332"/>
                  </a:lnTo>
                  <a:lnTo>
                    <a:pt x="28344" y="82332"/>
                  </a:lnTo>
                  <a:lnTo>
                    <a:pt x="28344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3" name="object 3013" descr=""/>
            <p:cNvSpPr/>
            <p:nvPr/>
          </p:nvSpPr>
          <p:spPr>
            <a:xfrm>
              <a:off x="2012326" y="9439691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44" y="82332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14" name="object 3014" descr=""/>
            <p:cNvSpPr/>
            <p:nvPr/>
          </p:nvSpPr>
          <p:spPr>
            <a:xfrm>
              <a:off x="1967238" y="9439691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407" y="0"/>
                  </a:moveTo>
                  <a:lnTo>
                    <a:pt x="0" y="0"/>
                  </a:lnTo>
                  <a:lnTo>
                    <a:pt x="0" y="82332"/>
                  </a:lnTo>
                  <a:lnTo>
                    <a:pt x="28407" y="82332"/>
                  </a:lnTo>
                  <a:lnTo>
                    <a:pt x="28407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5" name="object 3015" descr=""/>
            <p:cNvSpPr/>
            <p:nvPr/>
          </p:nvSpPr>
          <p:spPr>
            <a:xfrm>
              <a:off x="1967238" y="9439691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407" y="82332"/>
                  </a:lnTo>
                  <a:lnTo>
                    <a:pt x="28407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16" name="object 3016" descr=""/>
            <p:cNvSpPr/>
            <p:nvPr/>
          </p:nvSpPr>
          <p:spPr>
            <a:xfrm>
              <a:off x="1922129" y="9439691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417" y="0"/>
                  </a:moveTo>
                  <a:lnTo>
                    <a:pt x="0" y="0"/>
                  </a:lnTo>
                  <a:lnTo>
                    <a:pt x="0" y="82332"/>
                  </a:lnTo>
                  <a:lnTo>
                    <a:pt x="28417" y="82332"/>
                  </a:lnTo>
                  <a:lnTo>
                    <a:pt x="28417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7" name="object 3017" descr=""/>
            <p:cNvSpPr/>
            <p:nvPr/>
          </p:nvSpPr>
          <p:spPr>
            <a:xfrm>
              <a:off x="1922129" y="9439691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417" y="82332"/>
                  </a:lnTo>
                  <a:lnTo>
                    <a:pt x="28417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18" name="object 3018" descr=""/>
            <p:cNvSpPr/>
            <p:nvPr/>
          </p:nvSpPr>
          <p:spPr>
            <a:xfrm>
              <a:off x="2057434" y="9540243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44" y="0"/>
                  </a:moveTo>
                  <a:lnTo>
                    <a:pt x="0" y="0"/>
                  </a:lnTo>
                  <a:lnTo>
                    <a:pt x="0" y="82343"/>
                  </a:lnTo>
                  <a:lnTo>
                    <a:pt x="28344" y="82343"/>
                  </a:lnTo>
                  <a:lnTo>
                    <a:pt x="28344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9" name="object 3019" descr=""/>
            <p:cNvSpPr/>
            <p:nvPr/>
          </p:nvSpPr>
          <p:spPr>
            <a:xfrm>
              <a:off x="2057434" y="9540243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43"/>
                  </a:moveTo>
                  <a:lnTo>
                    <a:pt x="28344" y="82343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20" name="object 3020" descr=""/>
            <p:cNvSpPr/>
            <p:nvPr/>
          </p:nvSpPr>
          <p:spPr>
            <a:xfrm>
              <a:off x="2012326" y="9540243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44" y="0"/>
                  </a:moveTo>
                  <a:lnTo>
                    <a:pt x="0" y="0"/>
                  </a:lnTo>
                  <a:lnTo>
                    <a:pt x="0" y="82343"/>
                  </a:lnTo>
                  <a:lnTo>
                    <a:pt x="28344" y="82343"/>
                  </a:lnTo>
                  <a:lnTo>
                    <a:pt x="28344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1" name="object 3021" descr=""/>
            <p:cNvSpPr/>
            <p:nvPr/>
          </p:nvSpPr>
          <p:spPr>
            <a:xfrm>
              <a:off x="2012326" y="9540243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43"/>
                  </a:moveTo>
                  <a:lnTo>
                    <a:pt x="28344" y="82343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22" name="object 3022" descr=""/>
            <p:cNvSpPr/>
            <p:nvPr/>
          </p:nvSpPr>
          <p:spPr>
            <a:xfrm>
              <a:off x="1967238" y="9540243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407" y="0"/>
                  </a:moveTo>
                  <a:lnTo>
                    <a:pt x="0" y="0"/>
                  </a:lnTo>
                  <a:lnTo>
                    <a:pt x="0" y="82343"/>
                  </a:lnTo>
                  <a:lnTo>
                    <a:pt x="28407" y="82343"/>
                  </a:lnTo>
                  <a:lnTo>
                    <a:pt x="28407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3" name="object 3023" descr=""/>
            <p:cNvSpPr/>
            <p:nvPr/>
          </p:nvSpPr>
          <p:spPr>
            <a:xfrm>
              <a:off x="1967238" y="9540243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43"/>
                  </a:moveTo>
                  <a:lnTo>
                    <a:pt x="28407" y="82343"/>
                  </a:lnTo>
                  <a:lnTo>
                    <a:pt x="28407" y="0"/>
                  </a:lnTo>
                  <a:lnTo>
                    <a:pt x="0" y="0"/>
                  </a:lnTo>
                  <a:lnTo>
                    <a:pt x="0" y="823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24" name="object 3024" descr=""/>
            <p:cNvSpPr/>
            <p:nvPr/>
          </p:nvSpPr>
          <p:spPr>
            <a:xfrm>
              <a:off x="1922129" y="9540243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417" y="0"/>
                  </a:moveTo>
                  <a:lnTo>
                    <a:pt x="0" y="0"/>
                  </a:lnTo>
                  <a:lnTo>
                    <a:pt x="0" y="82343"/>
                  </a:lnTo>
                  <a:lnTo>
                    <a:pt x="28417" y="82343"/>
                  </a:lnTo>
                  <a:lnTo>
                    <a:pt x="28417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5" name="object 3025" descr=""/>
            <p:cNvSpPr/>
            <p:nvPr/>
          </p:nvSpPr>
          <p:spPr>
            <a:xfrm>
              <a:off x="1922129" y="9540243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43"/>
                  </a:moveTo>
                  <a:lnTo>
                    <a:pt x="28417" y="82343"/>
                  </a:lnTo>
                  <a:lnTo>
                    <a:pt x="28417" y="0"/>
                  </a:lnTo>
                  <a:lnTo>
                    <a:pt x="0" y="0"/>
                  </a:lnTo>
                  <a:lnTo>
                    <a:pt x="0" y="823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26" name="object 3026" descr=""/>
            <p:cNvSpPr/>
            <p:nvPr/>
          </p:nvSpPr>
          <p:spPr>
            <a:xfrm>
              <a:off x="2057434" y="9640743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44" y="0"/>
                  </a:moveTo>
                  <a:lnTo>
                    <a:pt x="0" y="0"/>
                  </a:lnTo>
                  <a:lnTo>
                    <a:pt x="0" y="82384"/>
                  </a:lnTo>
                  <a:lnTo>
                    <a:pt x="28344" y="82384"/>
                  </a:lnTo>
                  <a:lnTo>
                    <a:pt x="28344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7" name="object 3027" descr=""/>
            <p:cNvSpPr/>
            <p:nvPr/>
          </p:nvSpPr>
          <p:spPr>
            <a:xfrm>
              <a:off x="2057434" y="9640743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84"/>
                  </a:moveTo>
                  <a:lnTo>
                    <a:pt x="28344" y="82384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8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28" name="object 3028" descr=""/>
            <p:cNvSpPr/>
            <p:nvPr/>
          </p:nvSpPr>
          <p:spPr>
            <a:xfrm>
              <a:off x="2012326" y="9640743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44" y="0"/>
                  </a:moveTo>
                  <a:lnTo>
                    <a:pt x="0" y="0"/>
                  </a:lnTo>
                  <a:lnTo>
                    <a:pt x="0" y="82384"/>
                  </a:lnTo>
                  <a:lnTo>
                    <a:pt x="28344" y="82384"/>
                  </a:lnTo>
                  <a:lnTo>
                    <a:pt x="28344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9" name="object 3029" descr=""/>
            <p:cNvSpPr/>
            <p:nvPr/>
          </p:nvSpPr>
          <p:spPr>
            <a:xfrm>
              <a:off x="2012326" y="9640743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84"/>
                  </a:moveTo>
                  <a:lnTo>
                    <a:pt x="28344" y="82384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8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30" name="object 3030" descr=""/>
            <p:cNvSpPr/>
            <p:nvPr/>
          </p:nvSpPr>
          <p:spPr>
            <a:xfrm>
              <a:off x="1967238" y="9640743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407" y="0"/>
                  </a:moveTo>
                  <a:lnTo>
                    <a:pt x="0" y="0"/>
                  </a:lnTo>
                  <a:lnTo>
                    <a:pt x="0" y="82384"/>
                  </a:lnTo>
                  <a:lnTo>
                    <a:pt x="28407" y="82384"/>
                  </a:lnTo>
                  <a:lnTo>
                    <a:pt x="28407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1" name="object 3031" descr=""/>
            <p:cNvSpPr/>
            <p:nvPr/>
          </p:nvSpPr>
          <p:spPr>
            <a:xfrm>
              <a:off x="1967238" y="9640743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84"/>
                  </a:moveTo>
                  <a:lnTo>
                    <a:pt x="28407" y="82384"/>
                  </a:lnTo>
                  <a:lnTo>
                    <a:pt x="28407" y="0"/>
                  </a:lnTo>
                  <a:lnTo>
                    <a:pt x="0" y="0"/>
                  </a:lnTo>
                  <a:lnTo>
                    <a:pt x="0" y="8238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32" name="object 3032" descr=""/>
            <p:cNvSpPr/>
            <p:nvPr/>
          </p:nvSpPr>
          <p:spPr>
            <a:xfrm>
              <a:off x="1922129" y="9640743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417" y="0"/>
                  </a:moveTo>
                  <a:lnTo>
                    <a:pt x="0" y="0"/>
                  </a:lnTo>
                  <a:lnTo>
                    <a:pt x="0" y="82384"/>
                  </a:lnTo>
                  <a:lnTo>
                    <a:pt x="28417" y="82384"/>
                  </a:lnTo>
                  <a:lnTo>
                    <a:pt x="28417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3" name="object 3033" descr=""/>
            <p:cNvSpPr/>
            <p:nvPr/>
          </p:nvSpPr>
          <p:spPr>
            <a:xfrm>
              <a:off x="1922129" y="9640743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84"/>
                  </a:moveTo>
                  <a:lnTo>
                    <a:pt x="28417" y="82384"/>
                  </a:lnTo>
                  <a:lnTo>
                    <a:pt x="28417" y="0"/>
                  </a:lnTo>
                  <a:lnTo>
                    <a:pt x="0" y="0"/>
                  </a:lnTo>
                  <a:lnTo>
                    <a:pt x="0" y="8238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34" name="object 3034" descr=""/>
            <p:cNvSpPr/>
            <p:nvPr/>
          </p:nvSpPr>
          <p:spPr>
            <a:xfrm>
              <a:off x="2057434" y="974132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44" y="0"/>
                  </a:moveTo>
                  <a:lnTo>
                    <a:pt x="0" y="0"/>
                  </a:lnTo>
                  <a:lnTo>
                    <a:pt x="0" y="82311"/>
                  </a:lnTo>
                  <a:lnTo>
                    <a:pt x="28344" y="82311"/>
                  </a:lnTo>
                  <a:lnTo>
                    <a:pt x="28344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5" name="object 3035" descr=""/>
            <p:cNvSpPr/>
            <p:nvPr/>
          </p:nvSpPr>
          <p:spPr>
            <a:xfrm>
              <a:off x="2057434" y="974132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11"/>
                  </a:moveTo>
                  <a:lnTo>
                    <a:pt x="28344" y="82311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36" name="object 3036" descr=""/>
            <p:cNvSpPr/>
            <p:nvPr/>
          </p:nvSpPr>
          <p:spPr>
            <a:xfrm>
              <a:off x="2012326" y="974132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44" y="0"/>
                  </a:moveTo>
                  <a:lnTo>
                    <a:pt x="0" y="0"/>
                  </a:lnTo>
                  <a:lnTo>
                    <a:pt x="0" y="82311"/>
                  </a:lnTo>
                  <a:lnTo>
                    <a:pt x="28344" y="82311"/>
                  </a:lnTo>
                  <a:lnTo>
                    <a:pt x="28344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7" name="object 3037" descr=""/>
            <p:cNvSpPr/>
            <p:nvPr/>
          </p:nvSpPr>
          <p:spPr>
            <a:xfrm>
              <a:off x="2012326" y="974132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11"/>
                  </a:moveTo>
                  <a:lnTo>
                    <a:pt x="28344" y="82311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38" name="object 3038" descr=""/>
            <p:cNvSpPr/>
            <p:nvPr/>
          </p:nvSpPr>
          <p:spPr>
            <a:xfrm>
              <a:off x="1967238" y="974132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407" y="0"/>
                  </a:moveTo>
                  <a:lnTo>
                    <a:pt x="0" y="0"/>
                  </a:lnTo>
                  <a:lnTo>
                    <a:pt x="0" y="82311"/>
                  </a:lnTo>
                  <a:lnTo>
                    <a:pt x="28407" y="82311"/>
                  </a:lnTo>
                  <a:lnTo>
                    <a:pt x="28407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9" name="object 3039" descr=""/>
            <p:cNvSpPr/>
            <p:nvPr/>
          </p:nvSpPr>
          <p:spPr>
            <a:xfrm>
              <a:off x="1967238" y="974132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11"/>
                  </a:moveTo>
                  <a:lnTo>
                    <a:pt x="28407" y="82311"/>
                  </a:lnTo>
                  <a:lnTo>
                    <a:pt x="28407" y="0"/>
                  </a:lnTo>
                  <a:lnTo>
                    <a:pt x="0" y="0"/>
                  </a:lnTo>
                  <a:lnTo>
                    <a:pt x="0" y="823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40" name="object 3040" descr=""/>
            <p:cNvSpPr/>
            <p:nvPr/>
          </p:nvSpPr>
          <p:spPr>
            <a:xfrm>
              <a:off x="1922129" y="974132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417" y="0"/>
                  </a:moveTo>
                  <a:lnTo>
                    <a:pt x="0" y="0"/>
                  </a:lnTo>
                  <a:lnTo>
                    <a:pt x="0" y="82311"/>
                  </a:lnTo>
                  <a:lnTo>
                    <a:pt x="28417" y="82311"/>
                  </a:lnTo>
                  <a:lnTo>
                    <a:pt x="28417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1" name="object 3041" descr=""/>
            <p:cNvSpPr/>
            <p:nvPr/>
          </p:nvSpPr>
          <p:spPr>
            <a:xfrm>
              <a:off x="1922129" y="974132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11"/>
                  </a:moveTo>
                  <a:lnTo>
                    <a:pt x="28417" y="82311"/>
                  </a:lnTo>
                  <a:lnTo>
                    <a:pt x="28417" y="0"/>
                  </a:lnTo>
                  <a:lnTo>
                    <a:pt x="0" y="0"/>
                  </a:lnTo>
                  <a:lnTo>
                    <a:pt x="0" y="823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42" name="object 3042" descr=""/>
            <p:cNvSpPr/>
            <p:nvPr/>
          </p:nvSpPr>
          <p:spPr>
            <a:xfrm>
              <a:off x="2057434" y="984182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44" y="0"/>
                  </a:moveTo>
                  <a:lnTo>
                    <a:pt x="0" y="0"/>
                  </a:lnTo>
                  <a:lnTo>
                    <a:pt x="0" y="82363"/>
                  </a:lnTo>
                  <a:lnTo>
                    <a:pt x="28344" y="82363"/>
                  </a:lnTo>
                  <a:lnTo>
                    <a:pt x="28344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3" name="object 3043" descr=""/>
            <p:cNvSpPr/>
            <p:nvPr/>
          </p:nvSpPr>
          <p:spPr>
            <a:xfrm>
              <a:off x="2057434" y="984182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63"/>
                  </a:moveTo>
                  <a:lnTo>
                    <a:pt x="28344" y="82363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6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44" name="object 3044" descr=""/>
            <p:cNvSpPr/>
            <p:nvPr/>
          </p:nvSpPr>
          <p:spPr>
            <a:xfrm>
              <a:off x="2012326" y="984182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44" y="0"/>
                  </a:moveTo>
                  <a:lnTo>
                    <a:pt x="0" y="0"/>
                  </a:lnTo>
                  <a:lnTo>
                    <a:pt x="0" y="82363"/>
                  </a:lnTo>
                  <a:lnTo>
                    <a:pt x="28344" y="82363"/>
                  </a:lnTo>
                  <a:lnTo>
                    <a:pt x="28344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5" name="object 3045" descr=""/>
            <p:cNvSpPr/>
            <p:nvPr/>
          </p:nvSpPr>
          <p:spPr>
            <a:xfrm>
              <a:off x="2012326" y="984182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63"/>
                  </a:moveTo>
                  <a:lnTo>
                    <a:pt x="28344" y="82363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6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46" name="object 3046" descr=""/>
            <p:cNvSpPr/>
            <p:nvPr/>
          </p:nvSpPr>
          <p:spPr>
            <a:xfrm>
              <a:off x="1967238" y="984182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407" y="0"/>
                  </a:moveTo>
                  <a:lnTo>
                    <a:pt x="0" y="0"/>
                  </a:lnTo>
                  <a:lnTo>
                    <a:pt x="0" y="82363"/>
                  </a:lnTo>
                  <a:lnTo>
                    <a:pt x="28407" y="82363"/>
                  </a:lnTo>
                  <a:lnTo>
                    <a:pt x="28407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7" name="object 3047" descr=""/>
            <p:cNvSpPr/>
            <p:nvPr/>
          </p:nvSpPr>
          <p:spPr>
            <a:xfrm>
              <a:off x="1967238" y="984182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63"/>
                  </a:moveTo>
                  <a:lnTo>
                    <a:pt x="28407" y="82363"/>
                  </a:lnTo>
                  <a:lnTo>
                    <a:pt x="28407" y="0"/>
                  </a:lnTo>
                  <a:lnTo>
                    <a:pt x="0" y="0"/>
                  </a:lnTo>
                  <a:lnTo>
                    <a:pt x="0" y="8236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48" name="object 3048" descr=""/>
            <p:cNvSpPr/>
            <p:nvPr/>
          </p:nvSpPr>
          <p:spPr>
            <a:xfrm>
              <a:off x="1922129" y="984182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417" y="0"/>
                  </a:moveTo>
                  <a:lnTo>
                    <a:pt x="0" y="0"/>
                  </a:lnTo>
                  <a:lnTo>
                    <a:pt x="0" y="82363"/>
                  </a:lnTo>
                  <a:lnTo>
                    <a:pt x="28417" y="82363"/>
                  </a:lnTo>
                  <a:lnTo>
                    <a:pt x="28417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9" name="object 3049" descr=""/>
            <p:cNvSpPr/>
            <p:nvPr/>
          </p:nvSpPr>
          <p:spPr>
            <a:xfrm>
              <a:off x="1922129" y="984182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63"/>
                  </a:moveTo>
                  <a:lnTo>
                    <a:pt x="28417" y="82363"/>
                  </a:lnTo>
                  <a:lnTo>
                    <a:pt x="28417" y="0"/>
                  </a:lnTo>
                  <a:lnTo>
                    <a:pt x="0" y="0"/>
                  </a:lnTo>
                  <a:lnTo>
                    <a:pt x="0" y="8236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50" name="object 3050" descr=""/>
            <p:cNvSpPr/>
            <p:nvPr/>
          </p:nvSpPr>
          <p:spPr>
            <a:xfrm>
              <a:off x="2593416" y="9333109"/>
              <a:ext cx="28575" cy="81280"/>
            </a:xfrm>
            <a:custGeom>
              <a:avLst/>
              <a:gdLst/>
              <a:ahLst/>
              <a:cxnLst/>
              <a:rect l="l" t="t" r="r" b="b"/>
              <a:pathLst>
                <a:path w="28575" h="81279">
                  <a:moveTo>
                    <a:pt x="28371" y="59690"/>
                  </a:moveTo>
                  <a:lnTo>
                    <a:pt x="0" y="59690"/>
                  </a:lnTo>
                  <a:lnTo>
                    <a:pt x="0" y="80810"/>
                  </a:lnTo>
                  <a:lnTo>
                    <a:pt x="28371" y="80810"/>
                  </a:lnTo>
                  <a:lnTo>
                    <a:pt x="28371" y="59690"/>
                  </a:lnTo>
                  <a:close/>
                </a:path>
                <a:path w="28575" h="81279">
                  <a:moveTo>
                    <a:pt x="28371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71" y="21120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1" name="object 3051" descr=""/>
            <p:cNvSpPr/>
            <p:nvPr/>
          </p:nvSpPr>
          <p:spPr>
            <a:xfrm>
              <a:off x="2593428" y="9305130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0" y="114624"/>
                  </a:moveTo>
                  <a:lnTo>
                    <a:pt x="28365" y="114624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11462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52" name="object 3052" descr=""/>
            <p:cNvSpPr/>
            <p:nvPr/>
          </p:nvSpPr>
          <p:spPr>
            <a:xfrm>
              <a:off x="2548369" y="9333109"/>
              <a:ext cx="28575" cy="81280"/>
            </a:xfrm>
            <a:custGeom>
              <a:avLst/>
              <a:gdLst/>
              <a:ahLst/>
              <a:cxnLst/>
              <a:rect l="l" t="t" r="r" b="b"/>
              <a:pathLst>
                <a:path w="28575" h="81279">
                  <a:moveTo>
                    <a:pt x="28346" y="59690"/>
                  </a:moveTo>
                  <a:lnTo>
                    <a:pt x="0" y="59690"/>
                  </a:lnTo>
                  <a:lnTo>
                    <a:pt x="0" y="80810"/>
                  </a:lnTo>
                  <a:lnTo>
                    <a:pt x="28346" y="80810"/>
                  </a:lnTo>
                  <a:lnTo>
                    <a:pt x="28346" y="59690"/>
                  </a:lnTo>
                  <a:close/>
                </a:path>
                <a:path w="28575" h="81279">
                  <a:moveTo>
                    <a:pt x="28346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46" y="21120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3" name="object 3053" descr=""/>
            <p:cNvSpPr/>
            <p:nvPr/>
          </p:nvSpPr>
          <p:spPr>
            <a:xfrm>
              <a:off x="2548372" y="9305130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0" y="114624"/>
                  </a:moveTo>
                  <a:lnTo>
                    <a:pt x="28344" y="114624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11462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54" name="object 3054" descr=""/>
            <p:cNvSpPr/>
            <p:nvPr/>
          </p:nvSpPr>
          <p:spPr>
            <a:xfrm>
              <a:off x="2503259" y="9333109"/>
              <a:ext cx="28575" cy="81280"/>
            </a:xfrm>
            <a:custGeom>
              <a:avLst/>
              <a:gdLst/>
              <a:ahLst/>
              <a:cxnLst/>
              <a:rect l="l" t="t" r="r" b="b"/>
              <a:pathLst>
                <a:path w="28575" h="81279">
                  <a:moveTo>
                    <a:pt x="28346" y="59690"/>
                  </a:moveTo>
                  <a:lnTo>
                    <a:pt x="0" y="59690"/>
                  </a:lnTo>
                  <a:lnTo>
                    <a:pt x="0" y="80810"/>
                  </a:lnTo>
                  <a:lnTo>
                    <a:pt x="28346" y="80810"/>
                  </a:lnTo>
                  <a:lnTo>
                    <a:pt x="28346" y="59690"/>
                  </a:lnTo>
                  <a:close/>
                </a:path>
                <a:path w="28575" h="81279">
                  <a:moveTo>
                    <a:pt x="28346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46" y="21120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5" name="object 3055" descr=""/>
            <p:cNvSpPr/>
            <p:nvPr/>
          </p:nvSpPr>
          <p:spPr>
            <a:xfrm>
              <a:off x="2503264" y="9305130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0" y="114624"/>
                  </a:moveTo>
                  <a:lnTo>
                    <a:pt x="28344" y="114624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11462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56" name="object 3056" descr=""/>
            <p:cNvSpPr/>
            <p:nvPr/>
          </p:nvSpPr>
          <p:spPr>
            <a:xfrm>
              <a:off x="2458174" y="9333109"/>
              <a:ext cx="28575" cy="81280"/>
            </a:xfrm>
            <a:custGeom>
              <a:avLst/>
              <a:gdLst/>
              <a:ahLst/>
              <a:cxnLst/>
              <a:rect l="l" t="t" r="r" b="b"/>
              <a:pathLst>
                <a:path w="28575" h="81279">
                  <a:moveTo>
                    <a:pt x="28359" y="59690"/>
                  </a:moveTo>
                  <a:lnTo>
                    <a:pt x="0" y="59690"/>
                  </a:lnTo>
                  <a:lnTo>
                    <a:pt x="0" y="80810"/>
                  </a:lnTo>
                  <a:lnTo>
                    <a:pt x="28359" y="80810"/>
                  </a:lnTo>
                  <a:lnTo>
                    <a:pt x="28359" y="59690"/>
                  </a:lnTo>
                  <a:close/>
                </a:path>
                <a:path w="28575" h="81279">
                  <a:moveTo>
                    <a:pt x="28359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59" y="21120"/>
                  </a:lnTo>
                  <a:lnTo>
                    <a:pt x="28359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7" name="object 3057" descr=""/>
            <p:cNvSpPr/>
            <p:nvPr/>
          </p:nvSpPr>
          <p:spPr>
            <a:xfrm>
              <a:off x="2458176" y="9305130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0" y="114624"/>
                  </a:moveTo>
                  <a:lnTo>
                    <a:pt x="28365" y="114624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11462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58" name="object 3058" descr=""/>
            <p:cNvSpPr/>
            <p:nvPr/>
          </p:nvSpPr>
          <p:spPr>
            <a:xfrm>
              <a:off x="2413139" y="9333109"/>
              <a:ext cx="28575" cy="81280"/>
            </a:xfrm>
            <a:custGeom>
              <a:avLst/>
              <a:gdLst/>
              <a:ahLst/>
              <a:cxnLst/>
              <a:rect l="l" t="t" r="r" b="b"/>
              <a:pathLst>
                <a:path w="28575" h="81279">
                  <a:moveTo>
                    <a:pt x="28333" y="59690"/>
                  </a:moveTo>
                  <a:lnTo>
                    <a:pt x="0" y="59690"/>
                  </a:lnTo>
                  <a:lnTo>
                    <a:pt x="0" y="80810"/>
                  </a:lnTo>
                  <a:lnTo>
                    <a:pt x="28333" y="80810"/>
                  </a:lnTo>
                  <a:lnTo>
                    <a:pt x="28333" y="59690"/>
                  </a:lnTo>
                  <a:close/>
                </a:path>
                <a:path w="28575" h="81279">
                  <a:moveTo>
                    <a:pt x="28333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33" y="21120"/>
                  </a:lnTo>
                  <a:lnTo>
                    <a:pt x="28333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9" name="object 3059" descr=""/>
            <p:cNvSpPr/>
            <p:nvPr/>
          </p:nvSpPr>
          <p:spPr>
            <a:xfrm>
              <a:off x="2413141" y="9305130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0" y="114624"/>
                  </a:moveTo>
                  <a:lnTo>
                    <a:pt x="28334" y="114624"/>
                  </a:lnTo>
                  <a:lnTo>
                    <a:pt x="28334" y="0"/>
                  </a:lnTo>
                  <a:lnTo>
                    <a:pt x="0" y="0"/>
                  </a:lnTo>
                  <a:lnTo>
                    <a:pt x="0" y="11462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60" name="object 3060" descr=""/>
            <p:cNvSpPr/>
            <p:nvPr/>
          </p:nvSpPr>
          <p:spPr>
            <a:xfrm>
              <a:off x="2368016" y="9333109"/>
              <a:ext cx="28575" cy="81280"/>
            </a:xfrm>
            <a:custGeom>
              <a:avLst/>
              <a:gdLst/>
              <a:ahLst/>
              <a:cxnLst/>
              <a:rect l="l" t="t" r="r" b="b"/>
              <a:pathLst>
                <a:path w="28575" h="81279">
                  <a:moveTo>
                    <a:pt x="28371" y="59690"/>
                  </a:moveTo>
                  <a:lnTo>
                    <a:pt x="0" y="59690"/>
                  </a:lnTo>
                  <a:lnTo>
                    <a:pt x="0" y="80810"/>
                  </a:lnTo>
                  <a:lnTo>
                    <a:pt x="28371" y="80810"/>
                  </a:lnTo>
                  <a:lnTo>
                    <a:pt x="28371" y="59690"/>
                  </a:lnTo>
                  <a:close/>
                </a:path>
                <a:path w="28575" h="81279">
                  <a:moveTo>
                    <a:pt x="28371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71" y="21120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1" name="object 3061" descr=""/>
            <p:cNvSpPr/>
            <p:nvPr/>
          </p:nvSpPr>
          <p:spPr>
            <a:xfrm>
              <a:off x="2368022" y="9305130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0" y="114624"/>
                  </a:moveTo>
                  <a:lnTo>
                    <a:pt x="28376" y="114624"/>
                  </a:lnTo>
                  <a:lnTo>
                    <a:pt x="28376" y="0"/>
                  </a:lnTo>
                  <a:lnTo>
                    <a:pt x="0" y="0"/>
                  </a:lnTo>
                  <a:lnTo>
                    <a:pt x="0" y="11462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62" name="object 3062" descr=""/>
            <p:cNvSpPr/>
            <p:nvPr/>
          </p:nvSpPr>
          <p:spPr>
            <a:xfrm>
              <a:off x="2593416" y="8800738"/>
              <a:ext cx="28575" cy="76200"/>
            </a:xfrm>
            <a:custGeom>
              <a:avLst/>
              <a:gdLst/>
              <a:ahLst/>
              <a:cxnLst/>
              <a:rect l="l" t="t" r="r" b="b"/>
              <a:pathLst>
                <a:path w="28575" h="76200">
                  <a:moveTo>
                    <a:pt x="28371" y="54851"/>
                  </a:moveTo>
                  <a:lnTo>
                    <a:pt x="0" y="54851"/>
                  </a:lnTo>
                  <a:lnTo>
                    <a:pt x="0" y="75971"/>
                  </a:lnTo>
                  <a:lnTo>
                    <a:pt x="28371" y="75971"/>
                  </a:lnTo>
                  <a:lnTo>
                    <a:pt x="28371" y="54851"/>
                  </a:lnTo>
                  <a:close/>
                </a:path>
                <a:path w="28575" h="76200">
                  <a:moveTo>
                    <a:pt x="28371" y="0"/>
                  </a:moveTo>
                  <a:lnTo>
                    <a:pt x="0" y="0"/>
                  </a:lnTo>
                  <a:lnTo>
                    <a:pt x="0" y="16294"/>
                  </a:lnTo>
                  <a:lnTo>
                    <a:pt x="28371" y="16294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3" name="object 3063" descr=""/>
            <p:cNvSpPr/>
            <p:nvPr/>
          </p:nvSpPr>
          <p:spPr>
            <a:xfrm>
              <a:off x="2593428" y="8800737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43"/>
                  </a:moveTo>
                  <a:lnTo>
                    <a:pt x="28365" y="82343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823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64" name="object 3064" descr=""/>
            <p:cNvSpPr/>
            <p:nvPr/>
          </p:nvSpPr>
          <p:spPr>
            <a:xfrm>
              <a:off x="2548369" y="8800738"/>
              <a:ext cx="28575" cy="76200"/>
            </a:xfrm>
            <a:custGeom>
              <a:avLst/>
              <a:gdLst/>
              <a:ahLst/>
              <a:cxnLst/>
              <a:rect l="l" t="t" r="r" b="b"/>
              <a:pathLst>
                <a:path w="28575" h="76200">
                  <a:moveTo>
                    <a:pt x="28346" y="54851"/>
                  </a:moveTo>
                  <a:lnTo>
                    <a:pt x="0" y="54851"/>
                  </a:lnTo>
                  <a:lnTo>
                    <a:pt x="0" y="75971"/>
                  </a:lnTo>
                  <a:lnTo>
                    <a:pt x="28346" y="75971"/>
                  </a:lnTo>
                  <a:lnTo>
                    <a:pt x="28346" y="54851"/>
                  </a:lnTo>
                  <a:close/>
                </a:path>
                <a:path w="28575" h="76200">
                  <a:moveTo>
                    <a:pt x="28346" y="0"/>
                  </a:moveTo>
                  <a:lnTo>
                    <a:pt x="0" y="0"/>
                  </a:lnTo>
                  <a:lnTo>
                    <a:pt x="0" y="16294"/>
                  </a:lnTo>
                  <a:lnTo>
                    <a:pt x="28346" y="16294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5" name="object 3065" descr=""/>
            <p:cNvSpPr/>
            <p:nvPr/>
          </p:nvSpPr>
          <p:spPr>
            <a:xfrm>
              <a:off x="2548372" y="8800737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43"/>
                  </a:moveTo>
                  <a:lnTo>
                    <a:pt x="28344" y="82343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66" name="object 3066" descr=""/>
            <p:cNvSpPr/>
            <p:nvPr/>
          </p:nvSpPr>
          <p:spPr>
            <a:xfrm>
              <a:off x="2503259" y="8800738"/>
              <a:ext cx="28575" cy="76200"/>
            </a:xfrm>
            <a:custGeom>
              <a:avLst/>
              <a:gdLst/>
              <a:ahLst/>
              <a:cxnLst/>
              <a:rect l="l" t="t" r="r" b="b"/>
              <a:pathLst>
                <a:path w="28575" h="76200">
                  <a:moveTo>
                    <a:pt x="28346" y="54851"/>
                  </a:moveTo>
                  <a:lnTo>
                    <a:pt x="0" y="54851"/>
                  </a:lnTo>
                  <a:lnTo>
                    <a:pt x="0" y="75971"/>
                  </a:lnTo>
                  <a:lnTo>
                    <a:pt x="28346" y="75971"/>
                  </a:lnTo>
                  <a:lnTo>
                    <a:pt x="28346" y="54851"/>
                  </a:lnTo>
                  <a:close/>
                </a:path>
                <a:path w="28575" h="76200">
                  <a:moveTo>
                    <a:pt x="28346" y="0"/>
                  </a:moveTo>
                  <a:lnTo>
                    <a:pt x="0" y="0"/>
                  </a:lnTo>
                  <a:lnTo>
                    <a:pt x="0" y="16294"/>
                  </a:lnTo>
                  <a:lnTo>
                    <a:pt x="28346" y="16294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7" name="object 3067" descr=""/>
            <p:cNvSpPr/>
            <p:nvPr/>
          </p:nvSpPr>
          <p:spPr>
            <a:xfrm>
              <a:off x="2503264" y="8800737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43"/>
                  </a:moveTo>
                  <a:lnTo>
                    <a:pt x="28344" y="82343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68" name="object 3068" descr=""/>
            <p:cNvSpPr/>
            <p:nvPr/>
          </p:nvSpPr>
          <p:spPr>
            <a:xfrm>
              <a:off x="2458174" y="8800738"/>
              <a:ext cx="28575" cy="76200"/>
            </a:xfrm>
            <a:custGeom>
              <a:avLst/>
              <a:gdLst/>
              <a:ahLst/>
              <a:cxnLst/>
              <a:rect l="l" t="t" r="r" b="b"/>
              <a:pathLst>
                <a:path w="28575" h="76200">
                  <a:moveTo>
                    <a:pt x="28359" y="54851"/>
                  </a:moveTo>
                  <a:lnTo>
                    <a:pt x="0" y="54851"/>
                  </a:lnTo>
                  <a:lnTo>
                    <a:pt x="0" y="75971"/>
                  </a:lnTo>
                  <a:lnTo>
                    <a:pt x="28359" y="75971"/>
                  </a:lnTo>
                  <a:lnTo>
                    <a:pt x="28359" y="54851"/>
                  </a:lnTo>
                  <a:close/>
                </a:path>
                <a:path w="28575" h="76200">
                  <a:moveTo>
                    <a:pt x="28359" y="0"/>
                  </a:moveTo>
                  <a:lnTo>
                    <a:pt x="0" y="0"/>
                  </a:lnTo>
                  <a:lnTo>
                    <a:pt x="0" y="16294"/>
                  </a:lnTo>
                  <a:lnTo>
                    <a:pt x="28359" y="16294"/>
                  </a:lnTo>
                  <a:lnTo>
                    <a:pt x="28359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9" name="object 3069" descr=""/>
            <p:cNvSpPr/>
            <p:nvPr/>
          </p:nvSpPr>
          <p:spPr>
            <a:xfrm>
              <a:off x="2458176" y="8800737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43"/>
                  </a:moveTo>
                  <a:lnTo>
                    <a:pt x="28365" y="82343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823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70" name="object 3070" descr=""/>
            <p:cNvSpPr/>
            <p:nvPr/>
          </p:nvSpPr>
          <p:spPr>
            <a:xfrm>
              <a:off x="2413139" y="8800738"/>
              <a:ext cx="28575" cy="76200"/>
            </a:xfrm>
            <a:custGeom>
              <a:avLst/>
              <a:gdLst/>
              <a:ahLst/>
              <a:cxnLst/>
              <a:rect l="l" t="t" r="r" b="b"/>
              <a:pathLst>
                <a:path w="28575" h="76200">
                  <a:moveTo>
                    <a:pt x="28333" y="54851"/>
                  </a:moveTo>
                  <a:lnTo>
                    <a:pt x="0" y="54851"/>
                  </a:lnTo>
                  <a:lnTo>
                    <a:pt x="0" y="75971"/>
                  </a:lnTo>
                  <a:lnTo>
                    <a:pt x="28333" y="75971"/>
                  </a:lnTo>
                  <a:lnTo>
                    <a:pt x="28333" y="54851"/>
                  </a:lnTo>
                  <a:close/>
                </a:path>
                <a:path w="28575" h="76200">
                  <a:moveTo>
                    <a:pt x="28333" y="0"/>
                  </a:moveTo>
                  <a:lnTo>
                    <a:pt x="0" y="0"/>
                  </a:lnTo>
                  <a:lnTo>
                    <a:pt x="0" y="16294"/>
                  </a:lnTo>
                  <a:lnTo>
                    <a:pt x="28333" y="16294"/>
                  </a:lnTo>
                  <a:lnTo>
                    <a:pt x="28333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1" name="object 3071" descr=""/>
            <p:cNvSpPr/>
            <p:nvPr/>
          </p:nvSpPr>
          <p:spPr>
            <a:xfrm>
              <a:off x="2413141" y="8800737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43"/>
                  </a:moveTo>
                  <a:lnTo>
                    <a:pt x="28334" y="82343"/>
                  </a:lnTo>
                  <a:lnTo>
                    <a:pt x="28334" y="0"/>
                  </a:lnTo>
                  <a:lnTo>
                    <a:pt x="0" y="0"/>
                  </a:lnTo>
                  <a:lnTo>
                    <a:pt x="0" y="823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72" name="object 3072" descr=""/>
            <p:cNvSpPr/>
            <p:nvPr/>
          </p:nvSpPr>
          <p:spPr>
            <a:xfrm>
              <a:off x="2368016" y="8800738"/>
              <a:ext cx="28575" cy="76200"/>
            </a:xfrm>
            <a:custGeom>
              <a:avLst/>
              <a:gdLst/>
              <a:ahLst/>
              <a:cxnLst/>
              <a:rect l="l" t="t" r="r" b="b"/>
              <a:pathLst>
                <a:path w="28575" h="76200">
                  <a:moveTo>
                    <a:pt x="28371" y="54851"/>
                  </a:moveTo>
                  <a:lnTo>
                    <a:pt x="0" y="54851"/>
                  </a:lnTo>
                  <a:lnTo>
                    <a:pt x="0" y="75971"/>
                  </a:lnTo>
                  <a:lnTo>
                    <a:pt x="28371" y="75971"/>
                  </a:lnTo>
                  <a:lnTo>
                    <a:pt x="28371" y="54851"/>
                  </a:lnTo>
                  <a:close/>
                </a:path>
                <a:path w="28575" h="76200">
                  <a:moveTo>
                    <a:pt x="28371" y="0"/>
                  </a:moveTo>
                  <a:lnTo>
                    <a:pt x="0" y="0"/>
                  </a:lnTo>
                  <a:lnTo>
                    <a:pt x="0" y="16294"/>
                  </a:lnTo>
                  <a:lnTo>
                    <a:pt x="28371" y="16294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3" name="object 3073" descr=""/>
            <p:cNvSpPr/>
            <p:nvPr/>
          </p:nvSpPr>
          <p:spPr>
            <a:xfrm>
              <a:off x="2368022" y="8800737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43"/>
                  </a:moveTo>
                  <a:lnTo>
                    <a:pt x="28376" y="82343"/>
                  </a:lnTo>
                  <a:lnTo>
                    <a:pt x="28376" y="0"/>
                  </a:lnTo>
                  <a:lnTo>
                    <a:pt x="0" y="0"/>
                  </a:lnTo>
                  <a:lnTo>
                    <a:pt x="0" y="823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74" name="object 3074" descr=""/>
            <p:cNvSpPr/>
            <p:nvPr/>
          </p:nvSpPr>
          <p:spPr>
            <a:xfrm>
              <a:off x="2593416" y="8915279"/>
              <a:ext cx="28575" cy="68580"/>
            </a:xfrm>
            <a:custGeom>
              <a:avLst/>
              <a:gdLst/>
              <a:ahLst/>
              <a:cxnLst/>
              <a:rect l="l" t="t" r="r" b="b"/>
              <a:pathLst>
                <a:path w="28575" h="68579">
                  <a:moveTo>
                    <a:pt x="28371" y="59690"/>
                  </a:moveTo>
                  <a:lnTo>
                    <a:pt x="0" y="59690"/>
                  </a:lnTo>
                  <a:lnTo>
                    <a:pt x="0" y="68351"/>
                  </a:lnTo>
                  <a:lnTo>
                    <a:pt x="28371" y="68351"/>
                  </a:lnTo>
                  <a:lnTo>
                    <a:pt x="28371" y="59690"/>
                  </a:lnTo>
                  <a:close/>
                </a:path>
                <a:path w="28575" h="68579">
                  <a:moveTo>
                    <a:pt x="28371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71" y="21120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5" name="object 3075" descr=""/>
            <p:cNvSpPr/>
            <p:nvPr/>
          </p:nvSpPr>
          <p:spPr>
            <a:xfrm>
              <a:off x="2593428" y="890123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84"/>
                  </a:moveTo>
                  <a:lnTo>
                    <a:pt x="28365" y="82384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8238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76" name="object 3076" descr=""/>
            <p:cNvSpPr/>
            <p:nvPr/>
          </p:nvSpPr>
          <p:spPr>
            <a:xfrm>
              <a:off x="2548369" y="8915279"/>
              <a:ext cx="28575" cy="68580"/>
            </a:xfrm>
            <a:custGeom>
              <a:avLst/>
              <a:gdLst/>
              <a:ahLst/>
              <a:cxnLst/>
              <a:rect l="l" t="t" r="r" b="b"/>
              <a:pathLst>
                <a:path w="28575" h="68579">
                  <a:moveTo>
                    <a:pt x="28346" y="59690"/>
                  </a:moveTo>
                  <a:lnTo>
                    <a:pt x="0" y="59690"/>
                  </a:lnTo>
                  <a:lnTo>
                    <a:pt x="0" y="68351"/>
                  </a:lnTo>
                  <a:lnTo>
                    <a:pt x="28346" y="68351"/>
                  </a:lnTo>
                  <a:lnTo>
                    <a:pt x="28346" y="59690"/>
                  </a:lnTo>
                  <a:close/>
                </a:path>
                <a:path w="28575" h="68579">
                  <a:moveTo>
                    <a:pt x="28346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46" y="21120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7" name="object 3077" descr=""/>
            <p:cNvSpPr/>
            <p:nvPr/>
          </p:nvSpPr>
          <p:spPr>
            <a:xfrm>
              <a:off x="2548372" y="890123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84"/>
                  </a:moveTo>
                  <a:lnTo>
                    <a:pt x="28344" y="82384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8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78" name="object 3078" descr=""/>
            <p:cNvSpPr/>
            <p:nvPr/>
          </p:nvSpPr>
          <p:spPr>
            <a:xfrm>
              <a:off x="2503259" y="8915279"/>
              <a:ext cx="28575" cy="68580"/>
            </a:xfrm>
            <a:custGeom>
              <a:avLst/>
              <a:gdLst/>
              <a:ahLst/>
              <a:cxnLst/>
              <a:rect l="l" t="t" r="r" b="b"/>
              <a:pathLst>
                <a:path w="28575" h="68579">
                  <a:moveTo>
                    <a:pt x="28346" y="59690"/>
                  </a:moveTo>
                  <a:lnTo>
                    <a:pt x="0" y="59690"/>
                  </a:lnTo>
                  <a:lnTo>
                    <a:pt x="0" y="68351"/>
                  </a:lnTo>
                  <a:lnTo>
                    <a:pt x="28346" y="68351"/>
                  </a:lnTo>
                  <a:lnTo>
                    <a:pt x="28346" y="59690"/>
                  </a:lnTo>
                  <a:close/>
                </a:path>
                <a:path w="28575" h="68579">
                  <a:moveTo>
                    <a:pt x="28346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46" y="21120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9" name="object 3079" descr=""/>
            <p:cNvSpPr/>
            <p:nvPr/>
          </p:nvSpPr>
          <p:spPr>
            <a:xfrm>
              <a:off x="2503264" y="890123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84"/>
                  </a:moveTo>
                  <a:lnTo>
                    <a:pt x="28344" y="82384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8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80" name="object 3080" descr=""/>
            <p:cNvSpPr/>
            <p:nvPr/>
          </p:nvSpPr>
          <p:spPr>
            <a:xfrm>
              <a:off x="2458174" y="8915279"/>
              <a:ext cx="28575" cy="68580"/>
            </a:xfrm>
            <a:custGeom>
              <a:avLst/>
              <a:gdLst/>
              <a:ahLst/>
              <a:cxnLst/>
              <a:rect l="l" t="t" r="r" b="b"/>
              <a:pathLst>
                <a:path w="28575" h="68579">
                  <a:moveTo>
                    <a:pt x="28359" y="59690"/>
                  </a:moveTo>
                  <a:lnTo>
                    <a:pt x="0" y="59690"/>
                  </a:lnTo>
                  <a:lnTo>
                    <a:pt x="0" y="68351"/>
                  </a:lnTo>
                  <a:lnTo>
                    <a:pt x="28359" y="68351"/>
                  </a:lnTo>
                  <a:lnTo>
                    <a:pt x="28359" y="59690"/>
                  </a:lnTo>
                  <a:close/>
                </a:path>
                <a:path w="28575" h="68579">
                  <a:moveTo>
                    <a:pt x="28359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59" y="21120"/>
                  </a:lnTo>
                  <a:lnTo>
                    <a:pt x="28359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1" name="object 3081" descr=""/>
            <p:cNvSpPr/>
            <p:nvPr/>
          </p:nvSpPr>
          <p:spPr>
            <a:xfrm>
              <a:off x="2458176" y="890123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84"/>
                  </a:moveTo>
                  <a:lnTo>
                    <a:pt x="28365" y="82384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8238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82" name="object 3082" descr=""/>
            <p:cNvSpPr/>
            <p:nvPr/>
          </p:nvSpPr>
          <p:spPr>
            <a:xfrm>
              <a:off x="2413139" y="8915279"/>
              <a:ext cx="28575" cy="68580"/>
            </a:xfrm>
            <a:custGeom>
              <a:avLst/>
              <a:gdLst/>
              <a:ahLst/>
              <a:cxnLst/>
              <a:rect l="l" t="t" r="r" b="b"/>
              <a:pathLst>
                <a:path w="28575" h="68579">
                  <a:moveTo>
                    <a:pt x="28333" y="59690"/>
                  </a:moveTo>
                  <a:lnTo>
                    <a:pt x="0" y="59690"/>
                  </a:lnTo>
                  <a:lnTo>
                    <a:pt x="0" y="68351"/>
                  </a:lnTo>
                  <a:lnTo>
                    <a:pt x="28333" y="68351"/>
                  </a:lnTo>
                  <a:lnTo>
                    <a:pt x="28333" y="59690"/>
                  </a:lnTo>
                  <a:close/>
                </a:path>
                <a:path w="28575" h="68579">
                  <a:moveTo>
                    <a:pt x="28333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33" y="21120"/>
                  </a:lnTo>
                  <a:lnTo>
                    <a:pt x="28333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3" name="object 3083" descr=""/>
            <p:cNvSpPr/>
            <p:nvPr/>
          </p:nvSpPr>
          <p:spPr>
            <a:xfrm>
              <a:off x="2413141" y="890123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84"/>
                  </a:moveTo>
                  <a:lnTo>
                    <a:pt x="28334" y="82384"/>
                  </a:lnTo>
                  <a:lnTo>
                    <a:pt x="28334" y="0"/>
                  </a:lnTo>
                  <a:lnTo>
                    <a:pt x="0" y="0"/>
                  </a:lnTo>
                  <a:lnTo>
                    <a:pt x="0" y="8238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84" name="object 3084" descr=""/>
            <p:cNvSpPr/>
            <p:nvPr/>
          </p:nvSpPr>
          <p:spPr>
            <a:xfrm>
              <a:off x="2368016" y="8915279"/>
              <a:ext cx="28575" cy="68580"/>
            </a:xfrm>
            <a:custGeom>
              <a:avLst/>
              <a:gdLst/>
              <a:ahLst/>
              <a:cxnLst/>
              <a:rect l="l" t="t" r="r" b="b"/>
              <a:pathLst>
                <a:path w="28575" h="68579">
                  <a:moveTo>
                    <a:pt x="28371" y="59690"/>
                  </a:moveTo>
                  <a:lnTo>
                    <a:pt x="0" y="59690"/>
                  </a:lnTo>
                  <a:lnTo>
                    <a:pt x="0" y="68351"/>
                  </a:lnTo>
                  <a:lnTo>
                    <a:pt x="28371" y="68351"/>
                  </a:lnTo>
                  <a:lnTo>
                    <a:pt x="28371" y="59690"/>
                  </a:lnTo>
                  <a:close/>
                </a:path>
                <a:path w="28575" h="68579">
                  <a:moveTo>
                    <a:pt x="28371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71" y="21120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5" name="object 3085" descr=""/>
            <p:cNvSpPr/>
            <p:nvPr/>
          </p:nvSpPr>
          <p:spPr>
            <a:xfrm>
              <a:off x="2368022" y="890123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84"/>
                  </a:moveTo>
                  <a:lnTo>
                    <a:pt x="28376" y="82384"/>
                  </a:lnTo>
                  <a:lnTo>
                    <a:pt x="28376" y="0"/>
                  </a:lnTo>
                  <a:lnTo>
                    <a:pt x="0" y="0"/>
                  </a:lnTo>
                  <a:lnTo>
                    <a:pt x="0" y="8238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86" name="object 3086" descr=""/>
            <p:cNvSpPr/>
            <p:nvPr/>
          </p:nvSpPr>
          <p:spPr>
            <a:xfrm>
              <a:off x="2593428" y="9034646"/>
              <a:ext cx="28575" cy="21590"/>
            </a:xfrm>
            <a:custGeom>
              <a:avLst/>
              <a:gdLst/>
              <a:ahLst/>
              <a:cxnLst/>
              <a:rect l="l" t="t" r="r" b="b"/>
              <a:pathLst>
                <a:path w="28575" h="21590">
                  <a:moveTo>
                    <a:pt x="0" y="21130"/>
                  </a:moveTo>
                  <a:lnTo>
                    <a:pt x="28365" y="21130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2113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7" name="object 3087" descr=""/>
            <p:cNvSpPr/>
            <p:nvPr/>
          </p:nvSpPr>
          <p:spPr>
            <a:xfrm>
              <a:off x="2593428" y="9001809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65" y="82332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88" name="object 3088" descr=""/>
            <p:cNvSpPr/>
            <p:nvPr/>
          </p:nvSpPr>
          <p:spPr>
            <a:xfrm>
              <a:off x="2548372" y="9034646"/>
              <a:ext cx="28575" cy="21590"/>
            </a:xfrm>
            <a:custGeom>
              <a:avLst/>
              <a:gdLst/>
              <a:ahLst/>
              <a:cxnLst/>
              <a:rect l="l" t="t" r="r" b="b"/>
              <a:pathLst>
                <a:path w="28575" h="21590">
                  <a:moveTo>
                    <a:pt x="0" y="21130"/>
                  </a:moveTo>
                  <a:lnTo>
                    <a:pt x="28344" y="21130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2113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9" name="object 3089" descr=""/>
            <p:cNvSpPr/>
            <p:nvPr/>
          </p:nvSpPr>
          <p:spPr>
            <a:xfrm>
              <a:off x="2548372" y="9001809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44" y="82332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90" name="object 3090" descr=""/>
            <p:cNvSpPr/>
            <p:nvPr/>
          </p:nvSpPr>
          <p:spPr>
            <a:xfrm>
              <a:off x="2503264" y="9034646"/>
              <a:ext cx="28575" cy="21590"/>
            </a:xfrm>
            <a:custGeom>
              <a:avLst/>
              <a:gdLst/>
              <a:ahLst/>
              <a:cxnLst/>
              <a:rect l="l" t="t" r="r" b="b"/>
              <a:pathLst>
                <a:path w="28575" h="21590">
                  <a:moveTo>
                    <a:pt x="0" y="21130"/>
                  </a:moveTo>
                  <a:lnTo>
                    <a:pt x="28344" y="21130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2113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1" name="object 3091" descr=""/>
            <p:cNvSpPr/>
            <p:nvPr/>
          </p:nvSpPr>
          <p:spPr>
            <a:xfrm>
              <a:off x="2503264" y="9001809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44" y="82332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92" name="object 3092" descr=""/>
            <p:cNvSpPr/>
            <p:nvPr/>
          </p:nvSpPr>
          <p:spPr>
            <a:xfrm>
              <a:off x="2458176" y="9034646"/>
              <a:ext cx="28575" cy="21590"/>
            </a:xfrm>
            <a:custGeom>
              <a:avLst/>
              <a:gdLst/>
              <a:ahLst/>
              <a:cxnLst/>
              <a:rect l="l" t="t" r="r" b="b"/>
              <a:pathLst>
                <a:path w="28575" h="21590">
                  <a:moveTo>
                    <a:pt x="0" y="21130"/>
                  </a:moveTo>
                  <a:lnTo>
                    <a:pt x="28365" y="21130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2113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3" name="object 3093" descr=""/>
            <p:cNvSpPr/>
            <p:nvPr/>
          </p:nvSpPr>
          <p:spPr>
            <a:xfrm>
              <a:off x="2458176" y="9001809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65" y="82332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94" name="object 3094" descr=""/>
            <p:cNvSpPr/>
            <p:nvPr/>
          </p:nvSpPr>
          <p:spPr>
            <a:xfrm>
              <a:off x="2413141" y="9034646"/>
              <a:ext cx="28575" cy="21590"/>
            </a:xfrm>
            <a:custGeom>
              <a:avLst/>
              <a:gdLst/>
              <a:ahLst/>
              <a:cxnLst/>
              <a:rect l="l" t="t" r="r" b="b"/>
              <a:pathLst>
                <a:path w="28575" h="21590">
                  <a:moveTo>
                    <a:pt x="0" y="21130"/>
                  </a:moveTo>
                  <a:lnTo>
                    <a:pt x="28334" y="21130"/>
                  </a:lnTo>
                  <a:lnTo>
                    <a:pt x="28334" y="0"/>
                  </a:lnTo>
                  <a:lnTo>
                    <a:pt x="0" y="0"/>
                  </a:lnTo>
                  <a:lnTo>
                    <a:pt x="0" y="2113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5" name="object 3095" descr=""/>
            <p:cNvSpPr/>
            <p:nvPr/>
          </p:nvSpPr>
          <p:spPr>
            <a:xfrm>
              <a:off x="2413141" y="9001809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34" y="82332"/>
                  </a:lnTo>
                  <a:lnTo>
                    <a:pt x="28334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96" name="object 3096" descr=""/>
            <p:cNvSpPr/>
            <p:nvPr/>
          </p:nvSpPr>
          <p:spPr>
            <a:xfrm>
              <a:off x="2368022" y="9034646"/>
              <a:ext cx="28575" cy="21590"/>
            </a:xfrm>
            <a:custGeom>
              <a:avLst/>
              <a:gdLst/>
              <a:ahLst/>
              <a:cxnLst/>
              <a:rect l="l" t="t" r="r" b="b"/>
              <a:pathLst>
                <a:path w="28575" h="21590">
                  <a:moveTo>
                    <a:pt x="0" y="21130"/>
                  </a:moveTo>
                  <a:lnTo>
                    <a:pt x="28376" y="21130"/>
                  </a:lnTo>
                  <a:lnTo>
                    <a:pt x="28376" y="0"/>
                  </a:lnTo>
                  <a:lnTo>
                    <a:pt x="0" y="0"/>
                  </a:lnTo>
                  <a:lnTo>
                    <a:pt x="0" y="2113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7" name="object 3097" descr=""/>
            <p:cNvSpPr/>
            <p:nvPr/>
          </p:nvSpPr>
          <p:spPr>
            <a:xfrm>
              <a:off x="2368022" y="9001809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76" y="82332"/>
                  </a:lnTo>
                  <a:lnTo>
                    <a:pt x="28376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98" name="object 3098" descr=""/>
            <p:cNvSpPr/>
            <p:nvPr/>
          </p:nvSpPr>
          <p:spPr>
            <a:xfrm>
              <a:off x="2593416" y="9102350"/>
              <a:ext cx="28575" cy="73025"/>
            </a:xfrm>
            <a:custGeom>
              <a:avLst/>
              <a:gdLst/>
              <a:ahLst/>
              <a:cxnLst/>
              <a:rect l="l" t="t" r="r" b="b"/>
              <a:pathLst>
                <a:path w="28575" h="73025">
                  <a:moveTo>
                    <a:pt x="28371" y="51689"/>
                  </a:moveTo>
                  <a:lnTo>
                    <a:pt x="0" y="51689"/>
                  </a:lnTo>
                  <a:lnTo>
                    <a:pt x="0" y="72809"/>
                  </a:lnTo>
                  <a:lnTo>
                    <a:pt x="28371" y="72809"/>
                  </a:lnTo>
                  <a:lnTo>
                    <a:pt x="28371" y="51689"/>
                  </a:lnTo>
                  <a:close/>
                </a:path>
                <a:path w="28575" h="73025">
                  <a:moveTo>
                    <a:pt x="28371" y="0"/>
                  </a:moveTo>
                  <a:lnTo>
                    <a:pt x="0" y="0"/>
                  </a:lnTo>
                  <a:lnTo>
                    <a:pt x="0" y="13119"/>
                  </a:lnTo>
                  <a:lnTo>
                    <a:pt x="28371" y="13119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9" name="object 3099" descr=""/>
            <p:cNvSpPr/>
            <p:nvPr/>
          </p:nvSpPr>
          <p:spPr>
            <a:xfrm>
              <a:off x="2593428" y="9102340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65" y="82332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00" name="object 3100" descr=""/>
            <p:cNvSpPr/>
            <p:nvPr/>
          </p:nvSpPr>
          <p:spPr>
            <a:xfrm>
              <a:off x="2548369" y="9102350"/>
              <a:ext cx="28575" cy="73025"/>
            </a:xfrm>
            <a:custGeom>
              <a:avLst/>
              <a:gdLst/>
              <a:ahLst/>
              <a:cxnLst/>
              <a:rect l="l" t="t" r="r" b="b"/>
              <a:pathLst>
                <a:path w="28575" h="73025">
                  <a:moveTo>
                    <a:pt x="28346" y="51689"/>
                  </a:moveTo>
                  <a:lnTo>
                    <a:pt x="0" y="51689"/>
                  </a:lnTo>
                  <a:lnTo>
                    <a:pt x="0" y="72809"/>
                  </a:lnTo>
                  <a:lnTo>
                    <a:pt x="28346" y="72809"/>
                  </a:lnTo>
                  <a:lnTo>
                    <a:pt x="28346" y="51689"/>
                  </a:lnTo>
                  <a:close/>
                </a:path>
                <a:path w="28575" h="73025">
                  <a:moveTo>
                    <a:pt x="28346" y="0"/>
                  </a:moveTo>
                  <a:lnTo>
                    <a:pt x="0" y="0"/>
                  </a:lnTo>
                  <a:lnTo>
                    <a:pt x="0" y="13119"/>
                  </a:lnTo>
                  <a:lnTo>
                    <a:pt x="28346" y="13119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1" name="object 3101" descr=""/>
            <p:cNvSpPr/>
            <p:nvPr/>
          </p:nvSpPr>
          <p:spPr>
            <a:xfrm>
              <a:off x="2548372" y="9102340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44" y="82332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02" name="object 3102" descr=""/>
            <p:cNvSpPr/>
            <p:nvPr/>
          </p:nvSpPr>
          <p:spPr>
            <a:xfrm>
              <a:off x="2503259" y="9102350"/>
              <a:ext cx="28575" cy="73025"/>
            </a:xfrm>
            <a:custGeom>
              <a:avLst/>
              <a:gdLst/>
              <a:ahLst/>
              <a:cxnLst/>
              <a:rect l="l" t="t" r="r" b="b"/>
              <a:pathLst>
                <a:path w="28575" h="73025">
                  <a:moveTo>
                    <a:pt x="28346" y="51689"/>
                  </a:moveTo>
                  <a:lnTo>
                    <a:pt x="0" y="51689"/>
                  </a:lnTo>
                  <a:lnTo>
                    <a:pt x="0" y="72809"/>
                  </a:lnTo>
                  <a:lnTo>
                    <a:pt x="28346" y="72809"/>
                  </a:lnTo>
                  <a:lnTo>
                    <a:pt x="28346" y="51689"/>
                  </a:lnTo>
                  <a:close/>
                </a:path>
                <a:path w="28575" h="73025">
                  <a:moveTo>
                    <a:pt x="28346" y="0"/>
                  </a:moveTo>
                  <a:lnTo>
                    <a:pt x="0" y="0"/>
                  </a:lnTo>
                  <a:lnTo>
                    <a:pt x="0" y="13119"/>
                  </a:lnTo>
                  <a:lnTo>
                    <a:pt x="28346" y="13119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3" name="object 3103" descr=""/>
            <p:cNvSpPr/>
            <p:nvPr/>
          </p:nvSpPr>
          <p:spPr>
            <a:xfrm>
              <a:off x="2503264" y="9102340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44" y="82332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04" name="object 3104" descr=""/>
            <p:cNvSpPr/>
            <p:nvPr/>
          </p:nvSpPr>
          <p:spPr>
            <a:xfrm>
              <a:off x="2458174" y="9102350"/>
              <a:ext cx="28575" cy="73025"/>
            </a:xfrm>
            <a:custGeom>
              <a:avLst/>
              <a:gdLst/>
              <a:ahLst/>
              <a:cxnLst/>
              <a:rect l="l" t="t" r="r" b="b"/>
              <a:pathLst>
                <a:path w="28575" h="73025">
                  <a:moveTo>
                    <a:pt x="28359" y="51689"/>
                  </a:moveTo>
                  <a:lnTo>
                    <a:pt x="0" y="51689"/>
                  </a:lnTo>
                  <a:lnTo>
                    <a:pt x="0" y="72809"/>
                  </a:lnTo>
                  <a:lnTo>
                    <a:pt x="28359" y="72809"/>
                  </a:lnTo>
                  <a:lnTo>
                    <a:pt x="28359" y="51689"/>
                  </a:lnTo>
                  <a:close/>
                </a:path>
                <a:path w="28575" h="73025">
                  <a:moveTo>
                    <a:pt x="28359" y="0"/>
                  </a:moveTo>
                  <a:lnTo>
                    <a:pt x="0" y="0"/>
                  </a:lnTo>
                  <a:lnTo>
                    <a:pt x="0" y="13119"/>
                  </a:lnTo>
                  <a:lnTo>
                    <a:pt x="28359" y="13119"/>
                  </a:lnTo>
                  <a:lnTo>
                    <a:pt x="28359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5" name="object 3105" descr=""/>
            <p:cNvSpPr/>
            <p:nvPr/>
          </p:nvSpPr>
          <p:spPr>
            <a:xfrm>
              <a:off x="2458176" y="9102340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65" y="82332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06" name="object 3106" descr=""/>
            <p:cNvSpPr/>
            <p:nvPr/>
          </p:nvSpPr>
          <p:spPr>
            <a:xfrm>
              <a:off x="2413139" y="9102350"/>
              <a:ext cx="28575" cy="73025"/>
            </a:xfrm>
            <a:custGeom>
              <a:avLst/>
              <a:gdLst/>
              <a:ahLst/>
              <a:cxnLst/>
              <a:rect l="l" t="t" r="r" b="b"/>
              <a:pathLst>
                <a:path w="28575" h="73025">
                  <a:moveTo>
                    <a:pt x="28333" y="51689"/>
                  </a:moveTo>
                  <a:lnTo>
                    <a:pt x="0" y="51689"/>
                  </a:lnTo>
                  <a:lnTo>
                    <a:pt x="0" y="72809"/>
                  </a:lnTo>
                  <a:lnTo>
                    <a:pt x="28333" y="72809"/>
                  </a:lnTo>
                  <a:lnTo>
                    <a:pt x="28333" y="51689"/>
                  </a:lnTo>
                  <a:close/>
                </a:path>
                <a:path w="28575" h="73025">
                  <a:moveTo>
                    <a:pt x="28333" y="0"/>
                  </a:moveTo>
                  <a:lnTo>
                    <a:pt x="0" y="0"/>
                  </a:lnTo>
                  <a:lnTo>
                    <a:pt x="0" y="13119"/>
                  </a:lnTo>
                  <a:lnTo>
                    <a:pt x="28333" y="13119"/>
                  </a:lnTo>
                  <a:lnTo>
                    <a:pt x="28333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7" name="object 3107" descr=""/>
            <p:cNvSpPr/>
            <p:nvPr/>
          </p:nvSpPr>
          <p:spPr>
            <a:xfrm>
              <a:off x="2413141" y="9102340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34" y="82332"/>
                  </a:lnTo>
                  <a:lnTo>
                    <a:pt x="28334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08" name="object 3108" descr=""/>
            <p:cNvSpPr/>
            <p:nvPr/>
          </p:nvSpPr>
          <p:spPr>
            <a:xfrm>
              <a:off x="2368016" y="9102350"/>
              <a:ext cx="28575" cy="73025"/>
            </a:xfrm>
            <a:custGeom>
              <a:avLst/>
              <a:gdLst/>
              <a:ahLst/>
              <a:cxnLst/>
              <a:rect l="l" t="t" r="r" b="b"/>
              <a:pathLst>
                <a:path w="28575" h="73025">
                  <a:moveTo>
                    <a:pt x="28371" y="51689"/>
                  </a:moveTo>
                  <a:lnTo>
                    <a:pt x="0" y="51689"/>
                  </a:lnTo>
                  <a:lnTo>
                    <a:pt x="0" y="72809"/>
                  </a:lnTo>
                  <a:lnTo>
                    <a:pt x="28371" y="72809"/>
                  </a:lnTo>
                  <a:lnTo>
                    <a:pt x="28371" y="51689"/>
                  </a:lnTo>
                  <a:close/>
                </a:path>
                <a:path w="28575" h="73025">
                  <a:moveTo>
                    <a:pt x="28371" y="0"/>
                  </a:moveTo>
                  <a:lnTo>
                    <a:pt x="0" y="0"/>
                  </a:lnTo>
                  <a:lnTo>
                    <a:pt x="0" y="13119"/>
                  </a:lnTo>
                  <a:lnTo>
                    <a:pt x="28371" y="13119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9" name="object 3109" descr=""/>
            <p:cNvSpPr/>
            <p:nvPr/>
          </p:nvSpPr>
          <p:spPr>
            <a:xfrm>
              <a:off x="2368022" y="9102340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76" y="82332"/>
                  </a:lnTo>
                  <a:lnTo>
                    <a:pt x="28376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10" name="object 3110" descr=""/>
            <p:cNvSpPr/>
            <p:nvPr/>
          </p:nvSpPr>
          <p:spPr>
            <a:xfrm>
              <a:off x="2593416" y="9213729"/>
              <a:ext cx="28575" cy="71755"/>
            </a:xfrm>
            <a:custGeom>
              <a:avLst/>
              <a:gdLst/>
              <a:ahLst/>
              <a:cxnLst/>
              <a:rect l="l" t="t" r="r" b="b"/>
              <a:pathLst>
                <a:path w="28575" h="71754">
                  <a:moveTo>
                    <a:pt x="28371" y="59690"/>
                  </a:moveTo>
                  <a:lnTo>
                    <a:pt x="0" y="59690"/>
                  </a:lnTo>
                  <a:lnTo>
                    <a:pt x="0" y="71475"/>
                  </a:lnTo>
                  <a:lnTo>
                    <a:pt x="28371" y="71475"/>
                  </a:lnTo>
                  <a:lnTo>
                    <a:pt x="28371" y="59690"/>
                  </a:lnTo>
                  <a:close/>
                </a:path>
                <a:path w="28575" h="71754">
                  <a:moveTo>
                    <a:pt x="28371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71" y="21120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1" name="object 3111" descr=""/>
            <p:cNvSpPr/>
            <p:nvPr/>
          </p:nvSpPr>
          <p:spPr>
            <a:xfrm>
              <a:off x="2593428" y="9202871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65" y="82332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12" name="object 3112" descr=""/>
            <p:cNvSpPr/>
            <p:nvPr/>
          </p:nvSpPr>
          <p:spPr>
            <a:xfrm>
              <a:off x="2548369" y="9213729"/>
              <a:ext cx="28575" cy="71755"/>
            </a:xfrm>
            <a:custGeom>
              <a:avLst/>
              <a:gdLst/>
              <a:ahLst/>
              <a:cxnLst/>
              <a:rect l="l" t="t" r="r" b="b"/>
              <a:pathLst>
                <a:path w="28575" h="71754">
                  <a:moveTo>
                    <a:pt x="28346" y="59690"/>
                  </a:moveTo>
                  <a:lnTo>
                    <a:pt x="0" y="59690"/>
                  </a:lnTo>
                  <a:lnTo>
                    <a:pt x="0" y="71475"/>
                  </a:lnTo>
                  <a:lnTo>
                    <a:pt x="28346" y="71475"/>
                  </a:lnTo>
                  <a:lnTo>
                    <a:pt x="28346" y="59690"/>
                  </a:lnTo>
                  <a:close/>
                </a:path>
                <a:path w="28575" h="71754">
                  <a:moveTo>
                    <a:pt x="28346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46" y="21120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3" name="object 3113" descr=""/>
            <p:cNvSpPr/>
            <p:nvPr/>
          </p:nvSpPr>
          <p:spPr>
            <a:xfrm>
              <a:off x="2548372" y="9202871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44" y="82332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14" name="object 3114" descr=""/>
            <p:cNvSpPr/>
            <p:nvPr/>
          </p:nvSpPr>
          <p:spPr>
            <a:xfrm>
              <a:off x="2503259" y="9213729"/>
              <a:ext cx="28575" cy="71755"/>
            </a:xfrm>
            <a:custGeom>
              <a:avLst/>
              <a:gdLst/>
              <a:ahLst/>
              <a:cxnLst/>
              <a:rect l="l" t="t" r="r" b="b"/>
              <a:pathLst>
                <a:path w="28575" h="71754">
                  <a:moveTo>
                    <a:pt x="28346" y="59690"/>
                  </a:moveTo>
                  <a:lnTo>
                    <a:pt x="0" y="59690"/>
                  </a:lnTo>
                  <a:lnTo>
                    <a:pt x="0" y="71475"/>
                  </a:lnTo>
                  <a:lnTo>
                    <a:pt x="28346" y="71475"/>
                  </a:lnTo>
                  <a:lnTo>
                    <a:pt x="28346" y="59690"/>
                  </a:lnTo>
                  <a:close/>
                </a:path>
                <a:path w="28575" h="71754">
                  <a:moveTo>
                    <a:pt x="28346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46" y="21120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5" name="object 3115" descr=""/>
            <p:cNvSpPr/>
            <p:nvPr/>
          </p:nvSpPr>
          <p:spPr>
            <a:xfrm>
              <a:off x="2503264" y="9202871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44" y="82332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16" name="object 3116" descr=""/>
            <p:cNvSpPr/>
            <p:nvPr/>
          </p:nvSpPr>
          <p:spPr>
            <a:xfrm>
              <a:off x="2458174" y="9213729"/>
              <a:ext cx="28575" cy="71755"/>
            </a:xfrm>
            <a:custGeom>
              <a:avLst/>
              <a:gdLst/>
              <a:ahLst/>
              <a:cxnLst/>
              <a:rect l="l" t="t" r="r" b="b"/>
              <a:pathLst>
                <a:path w="28575" h="71754">
                  <a:moveTo>
                    <a:pt x="28359" y="59690"/>
                  </a:moveTo>
                  <a:lnTo>
                    <a:pt x="0" y="59690"/>
                  </a:lnTo>
                  <a:lnTo>
                    <a:pt x="0" y="71475"/>
                  </a:lnTo>
                  <a:lnTo>
                    <a:pt x="28359" y="71475"/>
                  </a:lnTo>
                  <a:lnTo>
                    <a:pt x="28359" y="59690"/>
                  </a:lnTo>
                  <a:close/>
                </a:path>
                <a:path w="28575" h="71754">
                  <a:moveTo>
                    <a:pt x="28359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59" y="21120"/>
                  </a:lnTo>
                  <a:lnTo>
                    <a:pt x="28359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7" name="object 3117" descr=""/>
            <p:cNvSpPr/>
            <p:nvPr/>
          </p:nvSpPr>
          <p:spPr>
            <a:xfrm>
              <a:off x="2458176" y="9202871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65" y="82332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18" name="object 3118" descr=""/>
            <p:cNvSpPr/>
            <p:nvPr/>
          </p:nvSpPr>
          <p:spPr>
            <a:xfrm>
              <a:off x="2413139" y="9213729"/>
              <a:ext cx="28575" cy="71755"/>
            </a:xfrm>
            <a:custGeom>
              <a:avLst/>
              <a:gdLst/>
              <a:ahLst/>
              <a:cxnLst/>
              <a:rect l="l" t="t" r="r" b="b"/>
              <a:pathLst>
                <a:path w="28575" h="71754">
                  <a:moveTo>
                    <a:pt x="28333" y="59690"/>
                  </a:moveTo>
                  <a:lnTo>
                    <a:pt x="0" y="59690"/>
                  </a:lnTo>
                  <a:lnTo>
                    <a:pt x="0" y="71475"/>
                  </a:lnTo>
                  <a:lnTo>
                    <a:pt x="28333" y="71475"/>
                  </a:lnTo>
                  <a:lnTo>
                    <a:pt x="28333" y="59690"/>
                  </a:lnTo>
                  <a:close/>
                </a:path>
                <a:path w="28575" h="71754">
                  <a:moveTo>
                    <a:pt x="28333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33" y="21120"/>
                  </a:lnTo>
                  <a:lnTo>
                    <a:pt x="28333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9" name="object 3119" descr=""/>
            <p:cNvSpPr/>
            <p:nvPr/>
          </p:nvSpPr>
          <p:spPr>
            <a:xfrm>
              <a:off x="2413141" y="9202871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34" y="82332"/>
                  </a:lnTo>
                  <a:lnTo>
                    <a:pt x="28334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20" name="object 3120" descr=""/>
            <p:cNvSpPr/>
            <p:nvPr/>
          </p:nvSpPr>
          <p:spPr>
            <a:xfrm>
              <a:off x="2368016" y="9213729"/>
              <a:ext cx="28575" cy="71755"/>
            </a:xfrm>
            <a:custGeom>
              <a:avLst/>
              <a:gdLst/>
              <a:ahLst/>
              <a:cxnLst/>
              <a:rect l="l" t="t" r="r" b="b"/>
              <a:pathLst>
                <a:path w="28575" h="71754">
                  <a:moveTo>
                    <a:pt x="28371" y="59690"/>
                  </a:moveTo>
                  <a:lnTo>
                    <a:pt x="0" y="59690"/>
                  </a:lnTo>
                  <a:lnTo>
                    <a:pt x="0" y="71475"/>
                  </a:lnTo>
                  <a:lnTo>
                    <a:pt x="28371" y="71475"/>
                  </a:lnTo>
                  <a:lnTo>
                    <a:pt x="28371" y="59690"/>
                  </a:lnTo>
                  <a:close/>
                </a:path>
                <a:path w="28575" h="71754">
                  <a:moveTo>
                    <a:pt x="28371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71" y="21120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1" name="object 3121" descr=""/>
            <p:cNvSpPr/>
            <p:nvPr/>
          </p:nvSpPr>
          <p:spPr>
            <a:xfrm>
              <a:off x="2368022" y="9202871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76" y="82332"/>
                  </a:lnTo>
                  <a:lnTo>
                    <a:pt x="28376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22" name="object 3122" descr=""/>
            <p:cNvSpPr/>
            <p:nvPr/>
          </p:nvSpPr>
          <p:spPr>
            <a:xfrm>
              <a:off x="2325395" y="9333109"/>
              <a:ext cx="28575" cy="81280"/>
            </a:xfrm>
            <a:custGeom>
              <a:avLst/>
              <a:gdLst/>
              <a:ahLst/>
              <a:cxnLst/>
              <a:rect l="l" t="t" r="r" b="b"/>
              <a:pathLst>
                <a:path w="28575" h="81279">
                  <a:moveTo>
                    <a:pt x="28409" y="59690"/>
                  </a:moveTo>
                  <a:lnTo>
                    <a:pt x="0" y="59690"/>
                  </a:lnTo>
                  <a:lnTo>
                    <a:pt x="0" y="80810"/>
                  </a:lnTo>
                  <a:lnTo>
                    <a:pt x="28409" y="80810"/>
                  </a:lnTo>
                  <a:lnTo>
                    <a:pt x="28409" y="59690"/>
                  </a:lnTo>
                  <a:close/>
                </a:path>
                <a:path w="28575" h="81279">
                  <a:moveTo>
                    <a:pt x="28409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409" y="21120"/>
                  </a:lnTo>
                  <a:lnTo>
                    <a:pt x="28409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3" name="object 3123" descr=""/>
            <p:cNvSpPr/>
            <p:nvPr/>
          </p:nvSpPr>
          <p:spPr>
            <a:xfrm>
              <a:off x="2325405" y="9305130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0" y="114624"/>
                  </a:moveTo>
                  <a:lnTo>
                    <a:pt x="28407" y="114624"/>
                  </a:lnTo>
                  <a:lnTo>
                    <a:pt x="28407" y="0"/>
                  </a:lnTo>
                  <a:lnTo>
                    <a:pt x="0" y="0"/>
                  </a:lnTo>
                  <a:lnTo>
                    <a:pt x="0" y="11462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24" name="object 3124" descr=""/>
            <p:cNvSpPr/>
            <p:nvPr/>
          </p:nvSpPr>
          <p:spPr>
            <a:xfrm>
              <a:off x="2280373" y="9333109"/>
              <a:ext cx="28575" cy="81280"/>
            </a:xfrm>
            <a:custGeom>
              <a:avLst/>
              <a:gdLst/>
              <a:ahLst/>
              <a:cxnLst/>
              <a:rect l="l" t="t" r="r" b="b"/>
              <a:pathLst>
                <a:path w="28575" h="81279">
                  <a:moveTo>
                    <a:pt x="28308" y="59690"/>
                  </a:moveTo>
                  <a:lnTo>
                    <a:pt x="0" y="59690"/>
                  </a:lnTo>
                  <a:lnTo>
                    <a:pt x="0" y="80810"/>
                  </a:lnTo>
                  <a:lnTo>
                    <a:pt x="28308" y="80810"/>
                  </a:lnTo>
                  <a:lnTo>
                    <a:pt x="28308" y="59690"/>
                  </a:lnTo>
                  <a:close/>
                </a:path>
                <a:path w="28575" h="81279">
                  <a:moveTo>
                    <a:pt x="28308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08" y="21120"/>
                  </a:lnTo>
                  <a:lnTo>
                    <a:pt x="28308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5" name="object 3125" descr=""/>
            <p:cNvSpPr/>
            <p:nvPr/>
          </p:nvSpPr>
          <p:spPr>
            <a:xfrm>
              <a:off x="2280380" y="9305130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0" y="114624"/>
                  </a:moveTo>
                  <a:lnTo>
                    <a:pt x="28313" y="114624"/>
                  </a:lnTo>
                  <a:lnTo>
                    <a:pt x="28313" y="0"/>
                  </a:lnTo>
                  <a:lnTo>
                    <a:pt x="0" y="0"/>
                  </a:lnTo>
                  <a:lnTo>
                    <a:pt x="0" y="11462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26" name="object 3126" descr=""/>
            <p:cNvSpPr/>
            <p:nvPr/>
          </p:nvSpPr>
          <p:spPr>
            <a:xfrm>
              <a:off x="2235263" y="9333109"/>
              <a:ext cx="28575" cy="81280"/>
            </a:xfrm>
            <a:custGeom>
              <a:avLst/>
              <a:gdLst/>
              <a:ahLst/>
              <a:cxnLst/>
              <a:rect l="l" t="t" r="r" b="b"/>
              <a:pathLst>
                <a:path w="28575" h="81279">
                  <a:moveTo>
                    <a:pt x="28346" y="59690"/>
                  </a:moveTo>
                  <a:lnTo>
                    <a:pt x="0" y="59690"/>
                  </a:lnTo>
                  <a:lnTo>
                    <a:pt x="0" y="80810"/>
                  </a:lnTo>
                  <a:lnTo>
                    <a:pt x="28346" y="80810"/>
                  </a:lnTo>
                  <a:lnTo>
                    <a:pt x="28346" y="59690"/>
                  </a:lnTo>
                  <a:close/>
                </a:path>
                <a:path w="28575" h="81279">
                  <a:moveTo>
                    <a:pt x="28346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46" y="21120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7" name="object 3127" descr=""/>
            <p:cNvSpPr/>
            <p:nvPr/>
          </p:nvSpPr>
          <p:spPr>
            <a:xfrm>
              <a:off x="2235272" y="9305130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0" y="114624"/>
                  </a:moveTo>
                  <a:lnTo>
                    <a:pt x="28344" y="114624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11462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28" name="object 3128" descr=""/>
            <p:cNvSpPr/>
            <p:nvPr/>
          </p:nvSpPr>
          <p:spPr>
            <a:xfrm>
              <a:off x="2190191" y="9333109"/>
              <a:ext cx="28575" cy="81280"/>
            </a:xfrm>
            <a:custGeom>
              <a:avLst/>
              <a:gdLst/>
              <a:ahLst/>
              <a:cxnLst/>
              <a:rect l="l" t="t" r="r" b="b"/>
              <a:pathLst>
                <a:path w="28575" h="81279">
                  <a:moveTo>
                    <a:pt x="28321" y="59690"/>
                  </a:moveTo>
                  <a:lnTo>
                    <a:pt x="0" y="59690"/>
                  </a:lnTo>
                  <a:lnTo>
                    <a:pt x="0" y="80810"/>
                  </a:lnTo>
                  <a:lnTo>
                    <a:pt x="28321" y="80810"/>
                  </a:lnTo>
                  <a:lnTo>
                    <a:pt x="28321" y="59690"/>
                  </a:lnTo>
                  <a:close/>
                </a:path>
                <a:path w="28575" h="81279">
                  <a:moveTo>
                    <a:pt x="28321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21" y="21120"/>
                  </a:lnTo>
                  <a:lnTo>
                    <a:pt x="2832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9" name="object 3129" descr=""/>
            <p:cNvSpPr/>
            <p:nvPr/>
          </p:nvSpPr>
          <p:spPr>
            <a:xfrm>
              <a:off x="2190195" y="9305130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0" y="114624"/>
                  </a:moveTo>
                  <a:lnTo>
                    <a:pt x="28323" y="114624"/>
                  </a:lnTo>
                  <a:lnTo>
                    <a:pt x="28323" y="0"/>
                  </a:lnTo>
                  <a:lnTo>
                    <a:pt x="0" y="0"/>
                  </a:lnTo>
                  <a:lnTo>
                    <a:pt x="0" y="11462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30" name="object 3130" descr=""/>
            <p:cNvSpPr/>
            <p:nvPr/>
          </p:nvSpPr>
          <p:spPr>
            <a:xfrm>
              <a:off x="2145068" y="9333109"/>
              <a:ext cx="28575" cy="81280"/>
            </a:xfrm>
            <a:custGeom>
              <a:avLst/>
              <a:gdLst/>
              <a:ahLst/>
              <a:cxnLst/>
              <a:rect l="l" t="t" r="r" b="b"/>
              <a:pathLst>
                <a:path w="28575" h="81279">
                  <a:moveTo>
                    <a:pt x="28371" y="59690"/>
                  </a:moveTo>
                  <a:lnTo>
                    <a:pt x="0" y="59690"/>
                  </a:lnTo>
                  <a:lnTo>
                    <a:pt x="0" y="80810"/>
                  </a:lnTo>
                  <a:lnTo>
                    <a:pt x="28371" y="80810"/>
                  </a:lnTo>
                  <a:lnTo>
                    <a:pt x="28371" y="59690"/>
                  </a:lnTo>
                  <a:close/>
                </a:path>
                <a:path w="28575" h="81279">
                  <a:moveTo>
                    <a:pt x="28371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71" y="21120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1" name="object 3131" descr=""/>
            <p:cNvSpPr/>
            <p:nvPr/>
          </p:nvSpPr>
          <p:spPr>
            <a:xfrm>
              <a:off x="2145076" y="9305130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0" y="114624"/>
                  </a:moveTo>
                  <a:lnTo>
                    <a:pt x="28365" y="114624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11462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32" name="object 3132" descr=""/>
            <p:cNvSpPr/>
            <p:nvPr/>
          </p:nvSpPr>
          <p:spPr>
            <a:xfrm>
              <a:off x="2099998" y="9305130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28376" y="0"/>
                  </a:moveTo>
                  <a:lnTo>
                    <a:pt x="0" y="0"/>
                  </a:lnTo>
                  <a:lnTo>
                    <a:pt x="0" y="114624"/>
                  </a:lnTo>
                  <a:lnTo>
                    <a:pt x="28376" y="114624"/>
                  </a:lnTo>
                  <a:lnTo>
                    <a:pt x="2837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3" name="object 3133" descr=""/>
            <p:cNvSpPr/>
            <p:nvPr/>
          </p:nvSpPr>
          <p:spPr>
            <a:xfrm>
              <a:off x="2099998" y="9305130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0" y="114624"/>
                  </a:moveTo>
                  <a:lnTo>
                    <a:pt x="28376" y="114624"/>
                  </a:lnTo>
                  <a:lnTo>
                    <a:pt x="28376" y="0"/>
                  </a:lnTo>
                  <a:lnTo>
                    <a:pt x="0" y="0"/>
                  </a:lnTo>
                  <a:lnTo>
                    <a:pt x="0" y="11462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34" name="object 3134" descr=""/>
            <p:cNvSpPr/>
            <p:nvPr/>
          </p:nvSpPr>
          <p:spPr>
            <a:xfrm>
              <a:off x="2325395" y="8800738"/>
              <a:ext cx="28575" cy="76200"/>
            </a:xfrm>
            <a:custGeom>
              <a:avLst/>
              <a:gdLst/>
              <a:ahLst/>
              <a:cxnLst/>
              <a:rect l="l" t="t" r="r" b="b"/>
              <a:pathLst>
                <a:path w="28575" h="76200">
                  <a:moveTo>
                    <a:pt x="28409" y="54851"/>
                  </a:moveTo>
                  <a:lnTo>
                    <a:pt x="0" y="54851"/>
                  </a:lnTo>
                  <a:lnTo>
                    <a:pt x="0" y="75971"/>
                  </a:lnTo>
                  <a:lnTo>
                    <a:pt x="28409" y="75971"/>
                  </a:lnTo>
                  <a:lnTo>
                    <a:pt x="28409" y="54851"/>
                  </a:lnTo>
                  <a:close/>
                </a:path>
                <a:path w="28575" h="76200">
                  <a:moveTo>
                    <a:pt x="28409" y="0"/>
                  </a:moveTo>
                  <a:lnTo>
                    <a:pt x="0" y="0"/>
                  </a:lnTo>
                  <a:lnTo>
                    <a:pt x="0" y="16294"/>
                  </a:lnTo>
                  <a:lnTo>
                    <a:pt x="28409" y="16294"/>
                  </a:lnTo>
                  <a:lnTo>
                    <a:pt x="28409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5" name="object 3135" descr=""/>
            <p:cNvSpPr/>
            <p:nvPr/>
          </p:nvSpPr>
          <p:spPr>
            <a:xfrm>
              <a:off x="2325405" y="8800737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43"/>
                  </a:moveTo>
                  <a:lnTo>
                    <a:pt x="28407" y="82343"/>
                  </a:lnTo>
                  <a:lnTo>
                    <a:pt x="28407" y="0"/>
                  </a:lnTo>
                  <a:lnTo>
                    <a:pt x="0" y="0"/>
                  </a:lnTo>
                  <a:lnTo>
                    <a:pt x="0" y="823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36" name="object 3136" descr=""/>
            <p:cNvSpPr/>
            <p:nvPr/>
          </p:nvSpPr>
          <p:spPr>
            <a:xfrm>
              <a:off x="2280373" y="8800738"/>
              <a:ext cx="28575" cy="76200"/>
            </a:xfrm>
            <a:custGeom>
              <a:avLst/>
              <a:gdLst/>
              <a:ahLst/>
              <a:cxnLst/>
              <a:rect l="l" t="t" r="r" b="b"/>
              <a:pathLst>
                <a:path w="28575" h="76200">
                  <a:moveTo>
                    <a:pt x="28308" y="54851"/>
                  </a:moveTo>
                  <a:lnTo>
                    <a:pt x="0" y="54851"/>
                  </a:lnTo>
                  <a:lnTo>
                    <a:pt x="0" y="75971"/>
                  </a:lnTo>
                  <a:lnTo>
                    <a:pt x="28308" y="75971"/>
                  </a:lnTo>
                  <a:lnTo>
                    <a:pt x="28308" y="54851"/>
                  </a:lnTo>
                  <a:close/>
                </a:path>
                <a:path w="28575" h="76200">
                  <a:moveTo>
                    <a:pt x="28308" y="0"/>
                  </a:moveTo>
                  <a:lnTo>
                    <a:pt x="0" y="0"/>
                  </a:lnTo>
                  <a:lnTo>
                    <a:pt x="0" y="16294"/>
                  </a:lnTo>
                  <a:lnTo>
                    <a:pt x="28308" y="16294"/>
                  </a:lnTo>
                  <a:lnTo>
                    <a:pt x="28308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7" name="object 3137" descr=""/>
            <p:cNvSpPr/>
            <p:nvPr/>
          </p:nvSpPr>
          <p:spPr>
            <a:xfrm>
              <a:off x="2280380" y="8800737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43"/>
                  </a:moveTo>
                  <a:lnTo>
                    <a:pt x="28313" y="82343"/>
                  </a:lnTo>
                  <a:lnTo>
                    <a:pt x="28313" y="0"/>
                  </a:lnTo>
                  <a:lnTo>
                    <a:pt x="0" y="0"/>
                  </a:lnTo>
                  <a:lnTo>
                    <a:pt x="0" y="823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38" name="object 3138" descr=""/>
            <p:cNvSpPr/>
            <p:nvPr/>
          </p:nvSpPr>
          <p:spPr>
            <a:xfrm>
              <a:off x="2235263" y="8800738"/>
              <a:ext cx="28575" cy="76200"/>
            </a:xfrm>
            <a:custGeom>
              <a:avLst/>
              <a:gdLst/>
              <a:ahLst/>
              <a:cxnLst/>
              <a:rect l="l" t="t" r="r" b="b"/>
              <a:pathLst>
                <a:path w="28575" h="76200">
                  <a:moveTo>
                    <a:pt x="28346" y="54851"/>
                  </a:moveTo>
                  <a:lnTo>
                    <a:pt x="0" y="54851"/>
                  </a:lnTo>
                  <a:lnTo>
                    <a:pt x="0" y="75971"/>
                  </a:lnTo>
                  <a:lnTo>
                    <a:pt x="28346" y="75971"/>
                  </a:lnTo>
                  <a:lnTo>
                    <a:pt x="28346" y="54851"/>
                  </a:lnTo>
                  <a:close/>
                </a:path>
                <a:path w="28575" h="76200">
                  <a:moveTo>
                    <a:pt x="28346" y="0"/>
                  </a:moveTo>
                  <a:lnTo>
                    <a:pt x="0" y="0"/>
                  </a:lnTo>
                  <a:lnTo>
                    <a:pt x="0" y="16294"/>
                  </a:lnTo>
                  <a:lnTo>
                    <a:pt x="28346" y="16294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9" name="object 3139" descr=""/>
            <p:cNvSpPr/>
            <p:nvPr/>
          </p:nvSpPr>
          <p:spPr>
            <a:xfrm>
              <a:off x="2235272" y="8800737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43"/>
                  </a:moveTo>
                  <a:lnTo>
                    <a:pt x="28344" y="82343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40" name="object 3140" descr=""/>
            <p:cNvSpPr/>
            <p:nvPr/>
          </p:nvSpPr>
          <p:spPr>
            <a:xfrm>
              <a:off x="2190191" y="8800738"/>
              <a:ext cx="28575" cy="76200"/>
            </a:xfrm>
            <a:custGeom>
              <a:avLst/>
              <a:gdLst/>
              <a:ahLst/>
              <a:cxnLst/>
              <a:rect l="l" t="t" r="r" b="b"/>
              <a:pathLst>
                <a:path w="28575" h="76200">
                  <a:moveTo>
                    <a:pt x="28321" y="54851"/>
                  </a:moveTo>
                  <a:lnTo>
                    <a:pt x="0" y="54851"/>
                  </a:lnTo>
                  <a:lnTo>
                    <a:pt x="0" y="75971"/>
                  </a:lnTo>
                  <a:lnTo>
                    <a:pt x="28321" y="75971"/>
                  </a:lnTo>
                  <a:lnTo>
                    <a:pt x="28321" y="54851"/>
                  </a:lnTo>
                  <a:close/>
                </a:path>
                <a:path w="28575" h="76200">
                  <a:moveTo>
                    <a:pt x="28321" y="0"/>
                  </a:moveTo>
                  <a:lnTo>
                    <a:pt x="0" y="0"/>
                  </a:lnTo>
                  <a:lnTo>
                    <a:pt x="0" y="16294"/>
                  </a:lnTo>
                  <a:lnTo>
                    <a:pt x="28321" y="16294"/>
                  </a:lnTo>
                  <a:lnTo>
                    <a:pt x="2832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1" name="object 3141" descr=""/>
            <p:cNvSpPr/>
            <p:nvPr/>
          </p:nvSpPr>
          <p:spPr>
            <a:xfrm>
              <a:off x="2190195" y="8800737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43"/>
                  </a:moveTo>
                  <a:lnTo>
                    <a:pt x="28323" y="82343"/>
                  </a:lnTo>
                  <a:lnTo>
                    <a:pt x="28323" y="0"/>
                  </a:lnTo>
                  <a:lnTo>
                    <a:pt x="0" y="0"/>
                  </a:lnTo>
                  <a:lnTo>
                    <a:pt x="0" y="823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42" name="object 3142" descr=""/>
            <p:cNvSpPr/>
            <p:nvPr/>
          </p:nvSpPr>
          <p:spPr>
            <a:xfrm>
              <a:off x="2145068" y="8800738"/>
              <a:ext cx="28575" cy="76200"/>
            </a:xfrm>
            <a:custGeom>
              <a:avLst/>
              <a:gdLst/>
              <a:ahLst/>
              <a:cxnLst/>
              <a:rect l="l" t="t" r="r" b="b"/>
              <a:pathLst>
                <a:path w="28575" h="76200">
                  <a:moveTo>
                    <a:pt x="28371" y="54851"/>
                  </a:moveTo>
                  <a:lnTo>
                    <a:pt x="0" y="54851"/>
                  </a:lnTo>
                  <a:lnTo>
                    <a:pt x="0" y="75971"/>
                  </a:lnTo>
                  <a:lnTo>
                    <a:pt x="28371" y="75971"/>
                  </a:lnTo>
                  <a:lnTo>
                    <a:pt x="28371" y="54851"/>
                  </a:lnTo>
                  <a:close/>
                </a:path>
                <a:path w="28575" h="76200">
                  <a:moveTo>
                    <a:pt x="28371" y="0"/>
                  </a:moveTo>
                  <a:lnTo>
                    <a:pt x="0" y="0"/>
                  </a:lnTo>
                  <a:lnTo>
                    <a:pt x="0" y="16294"/>
                  </a:lnTo>
                  <a:lnTo>
                    <a:pt x="28371" y="16294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3" name="object 3143" descr=""/>
            <p:cNvSpPr/>
            <p:nvPr/>
          </p:nvSpPr>
          <p:spPr>
            <a:xfrm>
              <a:off x="2145076" y="8800737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43"/>
                  </a:moveTo>
                  <a:lnTo>
                    <a:pt x="28365" y="82343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823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44" name="object 3144" descr=""/>
            <p:cNvSpPr/>
            <p:nvPr/>
          </p:nvSpPr>
          <p:spPr>
            <a:xfrm>
              <a:off x="2099995" y="8800738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71" y="0"/>
                  </a:moveTo>
                  <a:lnTo>
                    <a:pt x="0" y="0"/>
                  </a:lnTo>
                  <a:lnTo>
                    <a:pt x="0" y="75971"/>
                  </a:lnTo>
                  <a:lnTo>
                    <a:pt x="0" y="82346"/>
                  </a:lnTo>
                  <a:lnTo>
                    <a:pt x="28371" y="82346"/>
                  </a:lnTo>
                  <a:lnTo>
                    <a:pt x="28371" y="75971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5" name="object 3145" descr=""/>
            <p:cNvSpPr/>
            <p:nvPr/>
          </p:nvSpPr>
          <p:spPr>
            <a:xfrm>
              <a:off x="2099998" y="8800737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43"/>
                  </a:moveTo>
                  <a:lnTo>
                    <a:pt x="28376" y="82343"/>
                  </a:lnTo>
                  <a:lnTo>
                    <a:pt x="28376" y="0"/>
                  </a:lnTo>
                  <a:lnTo>
                    <a:pt x="0" y="0"/>
                  </a:lnTo>
                  <a:lnTo>
                    <a:pt x="0" y="823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46" name="object 3146" descr=""/>
            <p:cNvSpPr/>
            <p:nvPr/>
          </p:nvSpPr>
          <p:spPr>
            <a:xfrm>
              <a:off x="2325395" y="8915279"/>
              <a:ext cx="28575" cy="68580"/>
            </a:xfrm>
            <a:custGeom>
              <a:avLst/>
              <a:gdLst/>
              <a:ahLst/>
              <a:cxnLst/>
              <a:rect l="l" t="t" r="r" b="b"/>
              <a:pathLst>
                <a:path w="28575" h="68579">
                  <a:moveTo>
                    <a:pt x="28409" y="59690"/>
                  </a:moveTo>
                  <a:lnTo>
                    <a:pt x="0" y="59690"/>
                  </a:lnTo>
                  <a:lnTo>
                    <a:pt x="0" y="68351"/>
                  </a:lnTo>
                  <a:lnTo>
                    <a:pt x="28409" y="68351"/>
                  </a:lnTo>
                  <a:lnTo>
                    <a:pt x="28409" y="59690"/>
                  </a:lnTo>
                  <a:close/>
                </a:path>
                <a:path w="28575" h="68579">
                  <a:moveTo>
                    <a:pt x="28409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409" y="21120"/>
                  </a:lnTo>
                  <a:lnTo>
                    <a:pt x="28409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7" name="object 3147" descr=""/>
            <p:cNvSpPr/>
            <p:nvPr/>
          </p:nvSpPr>
          <p:spPr>
            <a:xfrm>
              <a:off x="2325405" y="890123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84"/>
                  </a:moveTo>
                  <a:lnTo>
                    <a:pt x="28407" y="82384"/>
                  </a:lnTo>
                  <a:lnTo>
                    <a:pt x="28407" y="0"/>
                  </a:lnTo>
                  <a:lnTo>
                    <a:pt x="0" y="0"/>
                  </a:lnTo>
                  <a:lnTo>
                    <a:pt x="0" y="8238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48" name="object 3148" descr=""/>
            <p:cNvSpPr/>
            <p:nvPr/>
          </p:nvSpPr>
          <p:spPr>
            <a:xfrm>
              <a:off x="2280373" y="8915279"/>
              <a:ext cx="28575" cy="68580"/>
            </a:xfrm>
            <a:custGeom>
              <a:avLst/>
              <a:gdLst/>
              <a:ahLst/>
              <a:cxnLst/>
              <a:rect l="l" t="t" r="r" b="b"/>
              <a:pathLst>
                <a:path w="28575" h="68579">
                  <a:moveTo>
                    <a:pt x="28308" y="59690"/>
                  </a:moveTo>
                  <a:lnTo>
                    <a:pt x="0" y="59690"/>
                  </a:lnTo>
                  <a:lnTo>
                    <a:pt x="0" y="68351"/>
                  </a:lnTo>
                  <a:lnTo>
                    <a:pt x="28308" y="68351"/>
                  </a:lnTo>
                  <a:lnTo>
                    <a:pt x="28308" y="59690"/>
                  </a:lnTo>
                  <a:close/>
                </a:path>
                <a:path w="28575" h="68579">
                  <a:moveTo>
                    <a:pt x="28308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08" y="21120"/>
                  </a:lnTo>
                  <a:lnTo>
                    <a:pt x="28308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9" name="object 3149" descr=""/>
            <p:cNvSpPr/>
            <p:nvPr/>
          </p:nvSpPr>
          <p:spPr>
            <a:xfrm>
              <a:off x="2280380" y="890123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84"/>
                  </a:moveTo>
                  <a:lnTo>
                    <a:pt x="28313" y="82384"/>
                  </a:lnTo>
                  <a:lnTo>
                    <a:pt x="28313" y="0"/>
                  </a:lnTo>
                  <a:lnTo>
                    <a:pt x="0" y="0"/>
                  </a:lnTo>
                  <a:lnTo>
                    <a:pt x="0" y="8238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50" name="object 3150" descr=""/>
            <p:cNvSpPr/>
            <p:nvPr/>
          </p:nvSpPr>
          <p:spPr>
            <a:xfrm>
              <a:off x="2235263" y="8915279"/>
              <a:ext cx="28575" cy="68580"/>
            </a:xfrm>
            <a:custGeom>
              <a:avLst/>
              <a:gdLst/>
              <a:ahLst/>
              <a:cxnLst/>
              <a:rect l="l" t="t" r="r" b="b"/>
              <a:pathLst>
                <a:path w="28575" h="68579">
                  <a:moveTo>
                    <a:pt x="28346" y="59690"/>
                  </a:moveTo>
                  <a:lnTo>
                    <a:pt x="0" y="59690"/>
                  </a:lnTo>
                  <a:lnTo>
                    <a:pt x="0" y="68351"/>
                  </a:lnTo>
                  <a:lnTo>
                    <a:pt x="28346" y="68351"/>
                  </a:lnTo>
                  <a:lnTo>
                    <a:pt x="28346" y="59690"/>
                  </a:lnTo>
                  <a:close/>
                </a:path>
                <a:path w="28575" h="68579">
                  <a:moveTo>
                    <a:pt x="28346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46" y="21120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1" name="object 3151" descr=""/>
            <p:cNvSpPr/>
            <p:nvPr/>
          </p:nvSpPr>
          <p:spPr>
            <a:xfrm>
              <a:off x="2235272" y="890123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84"/>
                  </a:moveTo>
                  <a:lnTo>
                    <a:pt x="28344" y="82384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8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52" name="object 3152" descr=""/>
            <p:cNvSpPr/>
            <p:nvPr/>
          </p:nvSpPr>
          <p:spPr>
            <a:xfrm>
              <a:off x="2190191" y="8915279"/>
              <a:ext cx="28575" cy="68580"/>
            </a:xfrm>
            <a:custGeom>
              <a:avLst/>
              <a:gdLst/>
              <a:ahLst/>
              <a:cxnLst/>
              <a:rect l="l" t="t" r="r" b="b"/>
              <a:pathLst>
                <a:path w="28575" h="68579">
                  <a:moveTo>
                    <a:pt x="28321" y="59690"/>
                  </a:moveTo>
                  <a:lnTo>
                    <a:pt x="0" y="59690"/>
                  </a:lnTo>
                  <a:lnTo>
                    <a:pt x="0" y="68351"/>
                  </a:lnTo>
                  <a:lnTo>
                    <a:pt x="28321" y="68351"/>
                  </a:lnTo>
                  <a:lnTo>
                    <a:pt x="28321" y="59690"/>
                  </a:lnTo>
                  <a:close/>
                </a:path>
                <a:path w="28575" h="68579">
                  <a:moveTo>
                    <a:pt x="28321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21" y="21120"/>
                  </a:lnTo>
                  <a:lnTo>
                    <a:pt x="2832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3" name="object 3153" descr=""/>
            <p:cNvSpPr/>
            <p:nvPr/>
          </p:nvSpPr>
          <p:spPr>
            <a:xfrm>
              <a:off x="2190195" y="890123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84"/>
                  </a:moveTo>
                  <a:lnTo>
                    <a:pt x="28323" y="82384"/>
                  </a:lnTo>
                  <a:lnTo>
                    <a:pt x="28323" y="0"/>
                  </a:lnTo>
                  <a:lnTo>
                    <a:pt x="0" y="0"/>
                  </a:lnTo>
                  <a:lnTo>
                    <a:pt x="0" y="8238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54" name="object 3154" descr=""/>
            <p:cNvSpPr/>
            <p:nvPr/>
          </p:nvSpPr>
          <p:spPr>
            <a:xfrm>
              <a:off x="2145068" y="8915279"/>
              <a:ext cx="28575" cy="68580"/>
            </a:xfrm>
            <a:custGeom>
              <a:avLst/>
              <a:gdLst/>
              <a:ahLst/>
              <a:cxnLst/>
              <a:rect l="l" t="t" r="r" b="b"/>
              <a:pathLst>
                <a:path w="28575" h="68579">
                  <a:moveTo>
                    <a:pt x="28371" y="59690"/>
                  </a:moveTo>
                  <a:lnTo>
                    <a:pt x="0" y="59690"/>
                  </a:lnTo>
                  <a:lnTo>
                    <a:pt x="0" y="68351"/>
                  </a:lnTo>
                  <a:lnTo>
                    <a:pt x="28371" y="68351"/>
                  </a:lnTo>
                  <a:lnTo>
                    <a:pt x="28371" y="59690"/>
                  </a:lnTo>
                  <a:close/>
                </a:path>
                <a:path w="28575" h="68579">
                  <a:moveTo>
                    <a:pt x="28371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71" y="21120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5" name="object 3155" descr=""/>
            <p:cNvSpPr/>
            <p:nvPr/>
          </p:nvSpPr>
          <p:spPr>
            <a:xfrm>
              <a:off x="2145076" y="890123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84"/>
                  </a:moveTo>
                  <a:lnTo>
                    <a:pt x="28365" y="82384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8238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56" name="object 3156" descr=""/>
            <p:cNvSpPr/>
            <p:nvPr/>
          </p:nvSpPr>
          <p:spPr>
            <a:xfrm>
              <a:off x="2099995" y="8901245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71" y="0"/>
                  </a:moveTo>
                  <a:lnTo>
                    <a:pt x="0" y="0"/>
                  </a:lnTo>
                  <a:lnTo>
                    <a:pt x="0" y="14033"/>
                  </a:lnTo>
                  <a:lnTo>
                    <a:pt x="0" y="82384"/>
                  </a:lnTo>
                  <a:lnTo>
                    <a:pt x="28371" y="82384"/>
                  </a:lnTo>
                  <a:lnTo>
                    <a:pt x="28371" y="14033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7" name="object 3157" descr=""/>
            <p:cNvSpPr/>
            <p:nvPr/>
          </p:nvSpPr>
          <p:spPr>
            <a:xfrm>
              <a:off x="2099998" y="890123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84"/>
                  </a:moveTo>
                  <a:lnTo>
                    <a:pt x="28376" y="82384"/>
                  </a:lnTo>
                  <a:lnTo>
                    <a:pt x="28376" y="0"/>
                  </a:lnTo>
                  <a:lnTo>
                    <a:pt x="0" y="0"/>
                  </a:lnTo>
                  <a:lnTo>
                    <a:pt x="0" y="8238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58" name="object 3158" descr=""/>
            <p:cNvSpPr/>
            <p:nvPr/>
          </p:nvSpPr>
          <p:spPr>
            <a:xfrm>
              <a:off x="2325405" y="9034646"/>
              <a:ext cx="28575" cy="21590"/>
            </a:xfrm>
            <a:custGeom>
              <a:avLst/>
              <a:gdLst/>
              <a:ahLst/>
              <a:cxnLst/>
              <a:rect l="l" t="t" r="r" b="b"/>
              <a:pathLst>
                <a:path w="28575" h="21590">
                  <a:moveTo>
                    <a:pt x="0" y="21130"/>
                  </a:moveTo>
                  <a:lnTo>
                    <a:pt x="28407" y="21130"/>
                  </a:lnTo>
                  <a:lnTo>
                    <a:pt x="28407" y="0"/>
                  </a:lnTo>
                  <a:lnTo>
                    <a:pt x="0" y="0"/>
                  </a:lnTo>
                  <a:lnTo>
                    <a:pt x="0" y="2113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9" name="object 3159" descr=""/>
            <p:cNvSpPr/>
            <p:nvPr/>
          </p:nvSpPr>
          <p:spPr>
            <a:xfrm>
              <a:off x="2325405" y="9001809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407" y="82332"/>
                  </a:lnTo>
                  <a:lnTo>
                    <a:pt x="28407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60" name="object 3160" descr=""/>
            <p:cNvSpPr/>
            <p:nvPr/>
          </p:nvSpPr>
          <p:spPr>
            <a:xfrm>
              <a:off x="2280380" y="9034646"/>
              <a:ext cx="28575" cy="21590"/>
            </a:xfrm>
            <a:custGeom>
              <a:avLst/>
              <a:gdLst/>
              <a:ahLst/>
              <a:cxnLst/>
              <a:rect l="l" t="t" r="r" b="b"/>
              <a:pathLst>
                <a:path w="28575" h="21590">
                  <a:moveTo>
                    <a:pt x="0" y="21130"/>
                  </a:moveTo>
                  <a:lnTo>
                    <a:pt x="28313" y="21130"/>
                  </a:lnTo>
                  <a:lnTo>
                    <a:pt x="28313" y="0"/>
                  </a:lnTo>
                  <a:lnTo>
                    <a:pt x="0" y="0"/>
                  </a:lnTo>
                  <a:lnTo>
                    <a:pt x="0" y="2113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1" name="object 3161" descr=""/>
            <p:cNvSpPr/>
            <p:nvPr/>
          </p:nvSpPr>
          <p:spPr>
            <a:xfrm>
              <a:off x="2280380" y="9001809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13" y="82332"/>
                  </a:lnTo>
                  <a:lnTo>
                    <a:pt x="28313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62" name="object 3162" descr=""/>
            <p:cNvSpPr/>
            <p:nvPr/>
          </p:nvSpPr>
          <p:spPr>
            <a:xfrm>
              <a:off x="2235272" y="9034646"/>
              <a:ext cx="28575" cy="21590"/>
            </a:xfrm>
            <a:custGeom>
              <a:avLst/>
              <a:gdLst/>
              <a:ahLst/>
              <a:cxnLst/>
              <a:rect l="l" t="t" r="r" b="b"/>
              <a:pathLst>
                <a:path w="28575" h="21590">
                  <a:moveTo>
                    <a:pt x="0" y="21130"/>
                  </a:moveTo>
                  <a:lnTo>
                    <a:pt x="28344" y="21130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2113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3" name="object 3163" descr=""/>
            <p:cNvSpPr/>
            <p:nvPr/>
          </p:nvSpPr>
          <p:spPr>
            <a:xfrm>
              <a:off x="2235272" y="9001809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44" y="82332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64" name="object 3164" descr=""/>
            <p:cNvSpPr/>
            <p:nvPr/>
          </p:nvSpPr>
          <p:spPr>
            <a:xfrm>
              <a:off x="2190195" y="9034646"/>
              <a:ext cx="28575" cy="21590"/>
            </a:xfrm>
            <a:custGeom>
              <a:avLst/>
              <a:gdLst/>
              <a:ahLst/>
              <a:cxnLst/>
              <a:rect l="l" t="t" r="r" b="b"/>
              <a:pathLst>
                <a:path w="28575" h="21590">
                  <a:moveTo>
                    <a:pt x="0" y="21130"/>
                  </a:moveTo>
                  <a:lnTo>
                    <a:pt x="28323" y="21130"/>
                  </a:lnTo>
                  <a:lnTo>
                    <a:pt x="28323" y="0"/>
                  </a:lnTo>
                  <a:lnTo>
                    <a:pt x="0" y="0"/>
                  </a:lnTo>
                  <a:lnTo>
                    <a:pt x="0" y="2113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5" name="object 3165" descr=""/>
            <p:cNvSpPr/>
            <p:nvPr/>
          </p:nvSpPr>
          <p:spPr>
            <a:xfrm>
              <a:off x="2190195" y="9001809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23" y="82332"/>
                  </a:lnTo>
                  <a:lnTo>
                    <a:pt x="28323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66" name="object 3166" descr=""/>
            <p:cNvSpPr/>
            <p:nvPr/>
          </p:nvSpPr>
          <p:spPr>
            <a:xfrm>
              <a:off x="2145076" y="9034646"/>
              <a:ext cx="28575" cy="21590"/>
            </a:xfrm>
            <a:custGeom>
              <a:avLst/>
              <a:gdLst/>
              <a:ahLst/>
              <a:cxnLst/>
              <a:rect l="l" t="t" r="r" b="b"/>
              <a:pathLst>
                <a:path w="28575" h="21590">
                  <a:moveTo>
                    <a:pt x="0" y="21130"/>
                  </a:moveTo>
                  <a:lnTo>
                    <a:pt x="28365" y="21130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2113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7" name="object 3167" descr=""/>
            <p:cNvSpPr/>
            <p:nvPr/>
          </p:nvSpPr>
          <p:spPr>
            <a:xfrm>
              <a:off x="2145076" y="9001809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65" y="82332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68" name="object 3168" descr=""/>
            <p:cNvSpPr/>
            <p:nvPr/>
          </p:nvSpPr>
          <p:spPr>
            <a:xfrm>
              <a:off x="2099995" y="9001817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71" y="0"/>
                  </a:moveTo>
                  <a:lnTo>
                    <a:pt x="0" y="0"/>
                  </a:lnTo>
                  <a:lnTo>
                    <a:pt x="0" y="32829"/>
                  </a:lnTo>
                  <a:lnTo>
                    <a:pt x="0" y="53962"/>
                  </a:lnTo>
                  <a:lnTo>
                    <a:pt x="0" y="82334"/>
                  </a:lnTo>
                  <a:lnTo>
                    <a:pt x="28371" y="82334"/>
                  </a:lnTo>
                  <a:lnTo>
                    <a:pt x="28371" y="53962"/>
                  </a:lnTo>
                  <a:lnTo>
                    <a:pt x="28371" y="32829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9" name="object 3169" descr=""/>
            <p:cNvSpPr/>
            <p:nvPr/>
          </p:nvSpPr>
          <p:spPr>
            <a:xfrm>
              <a:off x="2099998" y="9001809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76" y="82332"/>
                  </a:lnTo>
                  <a:lnTo>
                    <a:pt x="28376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70" name="object 3170" descr=""/>
            <p:cNvSpPr/>
            <p:nvPr/>
          </p:nvSpPr>
          <p:spPr>
            <a:xfrm>
              <a:off x="2325395" y="9102350"/>
              <a:ext cx="28575" cy="73025"/>
            </a:xfrm>
            <a:custGeom>
              <a:avLst/>
              <a:gdLst/>
              <a:ahLst/>
              <a:cxnLst/>
              <a:rect l="l" t="t" r="r" b="b"/>
              <a:pathLst>
                <a:path w="28575" h="73025">
                  <a:moveTo>
                    <a:pt x="28409" y="51689"/>
                  </a:moveTo>
                  <a:lnTo>
                    <a:pt x="0" y="51689"/>
                  </a:lnTo>
                  <a:lnTo>
                    <a:pt x="0" y="72809"/>
                  </a:lnTo>
                  <a:lnTo>
                    <a:pt x="28409" y="72809"/>
                  </a:lnTo>
                  <a:lnTo>
                    <a:pt x="28409" y="51689"/>
                  </a:lnTo>
                  <a:close/>
                </a:path>
                <a:path w="28575" h="73025">
                  <a:moveTo>
                    <a:pt x="28409" y="0"/>
                  </a:moveTo>
                  <a:lnTo>
                    <a:pt x="0" y="0"/>
                  </a:lnTo>
                  <a:lnTo>
                    <a:pt x="0" y="13119"/>
                  </a:lnTo>
                  <a:lnTo>
                    <a:pt x="28409" y="13119"/>
                  </a:lnTo>
                  <a:lnTo>
                    <a:pt x="28409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1" name="object 3171" descr=""/>
            <p:cNvSpPr/>
            <p:nvPr/>
          </p:nvSpPr>
          <p:spPr>
            <a:xfrm>
              <a:off x="2325405" y="9102340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407" y="82332"/>
                  </a:lnTo>
                  <a:lnTo>
                    <a:pt x="28407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72" name="object 3172" descr=""/>
            <p:cNvSpPr/>
            <p:nvPr/>
          </p:nvSpPr>
          <p:spPr>
            <a:xfrm>
              <a:off x="2280373" y="9102350"/>
              <a:ext cx="28575" cy="73025"/>
            </a:xfrm>
            <a:custGeom>
              <a:avLst/>
              <a:gdLst/>
              <a:ahLst/>
              <a:cxnLst/>
              <a:rect l="l" t="t" r="r" b="b"/>
              <a:pathLst>
                <a:path w="28575" h="73025">
                  <a:moveTo>
                    <a:pt x="28308" y="51689"/>
                  </a:moveTo>
                  <a:lnTo>
                    <a:pt x="0" y="51689"/>
                  </a:lnTo>
                  <a:lnTo>
                    <a:pt x="0" y="72809"/>
                  </a:lnTo>
                  <a:lnTo>
                    <a:pt x="28308" y="72809"/>
                  </a:lnTo>
                  <a:lnTo>
                    <a:pt x="28308" y="51689"/>
                  </a:lnTo>
                  <a:close/>
                </a:path>
                <a:path w="28575" h="73025">
                  <a:moveTo>
                    <a:pt x="28308" y="0"/>
                  </a:moveTo>
                  <a:lnTo>
                    <a:pt x="0" y="0"/>
                  </a:lnTo>
                  <a:lnTo>
                    <a:pt x="0" y="13119"/>
                  </a:lnTo>
                  <a:lnTo>
                    <a:pt x="28308" y="13119"/>
                  </a:lnTo>
                  <a:lnTo>
                    <a:pt x="28308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3" name="object 3173" descr=""/>
            <p:cNvSpPr/>
            <p:nvPr/>
          </p:nvSpPr>
          <p:spPr>
            <a:xfrm>
              <a:off x="2280380" y="9102340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13" y="82332"/>
                  </a:lnTo>
                  <a:lnTo>
                    <a:pt x="28313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74" name="object 3174" descr=""/>
            <p:cNvSpPr/>
            <p:nvPr/>
          </p:nvSpPr>
          <p:spPr>
            <a:xfrm>
              <a:off x="2235263" y="9102350"/>
              <a:ext cx="28575" cy="73025"/>
            </a:xfrm>
            <a:custGeom>
              <a:avLst/>
              <a:gdLst/>
              <a:ahLst/>
              <a:cxnLst/>
              <a:rect l="l" t="t" r="r" b="b"/>
              <a:pathLst>
                <a:path w="28575" h="73025">
                  <a:moveTo>
                    <a:pt x="28346" y="51689"/>
                  </a:moveTo>
                  <a:lnTo>
                    <a:pt x="0" y="51689"/>
                  </a:lnTo>
                  <a:lnTo>
                    <a:pt x="0" y="72809"/>
                  </a:lnTo>
                  <a:lnTo>
                    <a:pt x="28346" y="72809"/>
                  </a:lnTo>
                  <a:lnTo>
                    <a:pt x="28346" y="51689"/>
                  </a:lnTo>
                  <a:close/>
                </a:path>
                <a:path w="28575" h="73025">
                  <a:moveTo>
                    <a:pt x="28346" y="0"/>
                  </a:moveTo>
                  <a:lnTo>
                    <a:pt x="0" y="0"/>
                  </a:lnTo>
                  <a:lnTo>
                    <a:pt x="0" y="13119"/>
                  </a:lnTo>
                  <a:lnTo>
                    <a:pt x="28346" y="13119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5" name="object 3175" descr=""/>
            <p:cNvSpPr/>
            <p:nvPr/>
          </p:nvSpPr>
          <p:spPr>
            <a:xfrm>
              <a:off x="2235272" y="9102340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44" y="82332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76" name="object 3176" descr=""/>
            <p:cNvSpPr/>
            <p:nvPr/>
          </p:nvSpPr>
          <p:spPr>
            <a:xfrm>
              <a:off x="2190191" y="9102350"/>
              <a:ext cx="28575" cy="73025"/>
            </a:xfrm>
            <a:custGeom>
              <a:avLst/>
              <a:gdLst/>
              <a:ahLst/>
              <a:cxnLst/>
              <a:rect l="l" t="t" r="r" b="b"/>
              <a:pathLst>
                <a:path w="28575" h="73025">
                  <a:moveTo>
                    <a:pt x="28321" y="51689"/>
                  </a:moveTo>
                  <a:lnTo>
                    <a:pt x="0" y="51689"/>
                  </a:lnTo>
                  <a:lnTo>
                    <a:pt x="0" y="72809"/>
                  </a:lnTo>
                  <a:lnTo>
                    <a:pt x="28321" y="72809"/>
                  </a:lnTo>
                  <a:lnTo>
                    <a:pt x="28321" y="51689"/>
                  </a:lnTo>
                  <a:close/>
                </a:path>
                <a:path w="28575" h="73025">
                  <a:moveTo>
                    <a:pt x="28321" y="0"/>
                  </a:moveTo>
                  <a:lnTo>
                    <a:pt x="0" y="0"/>
                  </a:lnTo>
                  <a:lnTo>
                    <a:pt x="0" y="13119"/>
                  </a:lnTo>
                  <a:lnTo>
                    <a:pt x="28321" y="13119"/>
                  </a:lnTo>
                  <a:lnTo>
                    <a:pt x="2832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7" name="object 3177" descr=""/>
            <p:cNvSpPr/>
            <p:nvPr/>
          </p:nvSpPr>
          <p:spPr>
            <a:xfrm>
              <a:off x="2190195" y="9102340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23" y="82332"/>
                  </a:lnTo>
                  <a:lnTo>
                    <a:pt x="28323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78" name="object 3178" descr=""/>
            <p:cNvSpPr/>
            <p:nvPr/>
          </p:nvSpPr>
          <p:spPr>
            <a:xfrm>
              <a:off x="2145068" y="9102350"/>
              <a:ext cx="28575" cy="73025"/>
            </a:xfrm>
            <a:custGeom>
              <a:avLst/>
              <a:gdLst/>
              <a:ahLst/>
              <a:cxnLst/>
              <a:rect l="l" t="t" r="r" b="b"/>
              <a:pathLst>
                <a:path w="28575" h="73025">
                  <a:moveTo>
                    <a:pt x="28371" y="51689"/>
                  </a:moveTo>
                  <a:lnTo>
                    <a:pt x="0" y="51689"/>
                  </a:lnTo>
                  <a:lnTo>
                    <a:pt x="0" y="72809"/>
                  </a:lnTo>
                  <a:lnTo>
                    <a:pt x="28371" y="72809"/>
                  </a:lnTo>
                  <a:lnTo>
                    <a:pt x="28371" y="51689"/>
                  </a:lnTo>
                  <a:close/>
                </a:path>
                <a:path w="28575" h="73025">
                  <a:moveTo>
                    <a:pt x="28371" y="0"/>
                  </a:moveTo>
                  <a:lnTo>
                    <a:pt x="0" y="0"/>
                  </a:lnTo>
                  <a:lnTo>
                    <a:pt x="0" y="13119"/>
                  </a:lnTo>
                  <a:lnTo>
                    <a:pt x="28371" y="13119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9" name="object 3179" descr=""/>
            <p:cNvSpPr/>
            <p:nvPr/>
          </p:nvSpPr>
          <p:spPr>
            <a:xfrm>
              <a:off x="2145076" y="9102340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65" y="82332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80" name="object 3180" descr=""/>
            <p:cNvSpPr/>
            <p:nvPr/>
          </p:nvSpPr>
          <p:spPr>
            <a:xfrm>
              <a:off x="2099998" y="9102340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76" y="0"/>
                  </a:moveTo>
                  <a:lnTo>
                    <a:pt x="0" y="0"/>
                  </a:lnTo>
                  <a:lnTo>
                    <a:pt x="0" y="82332"/>
                  </a:lnTo>
                  <a:lnTo>
                    <a:pt x="28376" y="82332"/>
                  </a:lnTo>
                  <a:lnTo>
                    <a:pt x="2837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1" name="object 3181" descr=""/>
            <p:cNvSpPr/>
            <p:nvPr/>
          </p:nvSpPr>
          <p:spPr>
            <a:xfrm>
              <a:off x="2099998" y="9102340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76" y="82332"/>
                  </a:lnTo>
                  <a:lnTo>
                    <a:pt x="28376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82" name="object 3182" descr=""/>
            <p:cNvSpPr/>
            <p:nvPr/>
          </p:nvSpPr>
          <p:spPr>
            <a:xfrm>
              <a:off x="2325395" y="9213729"/>
              <a:ext cx="28575" cy="71755"/>
            </a:xfrm>
            <a:custGeom>
              <a:avLst/>
              <a:gdLst/>
              <a:ahLst/>
              <a:cxnLst/>
              <a:rect l="l" t="t" r="r" b="b"/>
              <a:pathLst>
                <a:path w="28575" h="71754">
                  <a:moveTo>
                    <a:pt x="28409" y="59690"/>
                  </a:moveTo>
                  <a:lnTo>
                    <a:pt x="0" y="59690"/>
                  </a:lnTo>
                  <a:lnTo>
                    <a:pt x="0" y="71475"/>
                  </a:lnTo>
                  <a:lnTo>
                    <a:pt x="28409" y="71475"/>
                  </a:lnTo>
                  <a:lnTo>
                    <a:pt x="28409" y="59690"/>
                  </a:lnTo>
                  <a:close/>
                </a:path>
                <a:path w="28575" h="71754">
                  <a:moveTo>
                    <a:pt x="28409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409" y="21120"/>
                  </a:lnTo>
                  <a:lnTo>
                    <a:pt x="28409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3" name="object 3183" descr=""/>
            <p:cNvSpPr/>
            <p:nvPr/>
          </p:nvSpPr>
          <p:spPr>
            <a:xfrm>
              <a:off x="2325405" y="9202871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407" y="82332"/>
                  </a:lnTo>
                  <a:lnTo>
                    <a:pt x="28407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84" name="object 3184" descr=""/>
            <p:cNvSpPr/>
            <p:nvPr/>
          </p:nvSpPr>
          <p:spPr>
            <a:xfrm>
              <a:off x="2280373" y="9213729"/>
              <a:ext cx="28575" cy="71755"/>
            </a:xfrm>
            <a:custGeom>
              <a:avLst/>
              <a:gdLst/>
              <a:ahLst/>
              <a:cxnLst/>
              <a:rect l="l" t="t" r="r" b="b"/>
              <a:pathLst>
                <a:path w="28575" h="71754">
                  <a:moveTo>
                    <a:pt x="28308" y="59690"/>
                  </a:moveTo>
                  <a:lnTo>
                    <a:pt x="0" y="59690"/>
                  </a:lnTo>
                  <a:lnTo>
                    <a:pt x="0" y="71475"/>
                  </a:lnTo>
                  <a:lnTo>
                    <a:pt x="28308" y="71475"/>
                  </a:lnTo>
                  <a:lnTo>
                    <a:pt x="28308" y="59690"/>
                  </a:lnTo>
                  <a:close/>
                </a:path>
                <a:path w="28575" h="71754">
                  <a:moveTo>
                    <a:pt x="28308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08" y="21120"/>
                  </a:lnTo>
                  <a:lnTo>
                    <a:pt x="28308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5" name="object 3185" descr=""/>
            <p:cNvSpPr/>
            <p:nvPr/>
          </p:nvSpPr>
          <p:spPr>
            <a:xfrm>
              <a:off x="2280380" y="9202871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13" y="82332"/>
                  </a:lnTo>
                  <a:lnTo>
                    <a:pt x="28313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86" name="object 3186" descr=""/>
            <p:cNvSpPr/>
            <p:nvPr/>
          </p:nvSpPr>
          <p:spPr>
            <a:xfrm>
              <a:off x="2235263" y="9213729"/>
              <a:ext cx="28575" cy="71755"/>
            </a:xfrm>
            <a:custGeom>
              <a:avLst/>
              <a:gdLst/>
              <a:ahLst/>
              <a:cxnLst/>
              <a:rect l="l" t="t" r="r" b="b"/>
              <a:pathLst>
                <a:path w="28575" h="71754">
                  <a:moveTo>
                    <a:pt x="28346" y="59690"/>
                  </a:moveTo>
                  <a:lnTo>
                    <a:pt x="0" y="59690"/>
                  </a:lnTo>
                  <a:lnTo>
                    <a:pt x="0" y="71475"/>
                  </a:lnTo>
                  <a:lnTo>
                    <a:pt x="28346" y="71475"/>
                  </a:lnTo>
                  <a:lnTo>
                    <a:pt x="28346" y="59690"/>
                  </a:lnTo>
                  <a:close/>
                </a:path>
                <a:path w="28575" h="71754">
                  <a:moveTo>
                    <a:pt x="28346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46" y="21120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7" name="object 3187" descr=""/>
            <p:cNvSpPr/>
            <p:nvPr/>
          </p:nvSpPr>
          <p:spPr>
            <a:xfrm>
              <a:off x="2235272" y="9202871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44" y="82332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88" name="object 3188" descr=""/>
            <p:cNvSpPr/>
            <p:nvPr/>
          </p:nvSpPr>
          <p:spPr>
            <a:xfrm>
              <a:off x="2190191" y="9213729"/>
              <a:ext cx="28575" cy="71755"/>
            </a:xfrm>
            <a:custGeom>
              <a:avLst/>
              <a:gdLst/>
              <a:ahLst/>
              <a:cxnLst/>
              <a:rect l="l" t="t" r="r" b="b"/>
              <a:pathLst>
                <a:path w="28575" h="71754">
                  <a:moveTo>
                    <a:pt x="28321" y="59690"/>
                  </a:moveTo>
                  <a:lnTo>
                    <a:pt x="0" y="59690"/>
                  </a:lnTo>
                  <a:lnTo>
                    <a:pt x="0" y="71475"/>
                  </a:lnTo>
                  <a:lnTo>
                    <a:pt x="28321" y="71475"/>
                  </a:lnTo>
                  <a:lnTo>
                    <a:pt x="28321" y="59690"/>
                  </a:lnTo>
                  <a:close/>
                </a:path>
                <a:path w="28575" h="71754">
                  <a:moveTo>
                    <a:pt x="28321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21" y="21120"/>
                  </a:lnTo>
                  <a:lnTo>
                    <a:pt x="2832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9" name="object 3189" descr=""/>
            <p:cNvSpPr/>
            <p:nvPr/>
          </p:nvSpPr>
          <p:spPr>
            <a:xfrm>
              <a:off x="2190195" y="9202871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23" y="82332"/>
                  </a:lnTo>
                  <a:lnTo>
                    <a:pt x="28323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90" name="object 3190" descr=""/>
            <p:cNvSpPr/>
            <p:nvPr/>
          </p:nvSpPr>
          <p:spPr>
            <a:xfrm>
              <a:off x="2145068" y="9213729"/>
              <a:ext cx="28575" cy="71755"/>
            </a:xfrm>
            <a:custGeom>
              <a:avLst/>
              <a:gdLst/>
              <a:ahLst/>
              <a:cxnLst/>
              <a:rect l="l" t="t" r="r" b="b"/>
              <a:pathLst>
                <a:path w="28575" h="71754">
                  <a:moveTo>
                    <a:pt x="28371" y="59690"/>
                  </a:moveTo>
                  <a:lnTo>
                    <a:pt x="0" y="59690"/>
                  </a:lnTo>
                  <a:lnTo>
                    <a:pt x="0" y="71475"/>
                  </a:lnTo>
                  <a:lnTo>
                    <a:pt x="28371" y="71475"/>
                  </a:lnTo>
                  <a:lnTo>
                    <a:pt x="28371" y="59690"/>
                  </a:lnTo>
                  <a:close/>
                </a:path>
                <a:path w="28575" h="71754">
                  <a:moveTo>
                    <a:pt x="28371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71" y="21120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1" name="object 3191" descr=""/>
            <p:cNvSpPr/>
            <p:nvPr/>
          </p:nvSpPr>
          <p:spPr>
            <a:xfrm>
              <a:off x="2145076" y="9202871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65" y="82332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92" name="object 3192" descr=""/>
            <p:cNvSpPr/>
            <p:nvPr/>
          </p:nvSpPr>
          <p:spPr>
            <a:xfrm>
              <a:off x="2099998" y="9202871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76" y="0"/>
                  </a:moveTo>
                  <a:lnTo>
                    <a:pt x="0" y="0"/>
                  </a:lnTo>
                  <a:lnTo>
                    <a:pt x="0" y="82332"/>
                  </a:lnTo>
                  <a:lnTo>
                    <a:pt x="28376" y="82332"/>
                  </a:lnTo>
                  <a:lnTo>
                    <a:pt x="2837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3" name="object 3193" descr=""/>
            <p:cNvSpPr/>
            <p:nvPr/>
          </p:nvSpPr>
          <p:spPr>
            <a:xfrm>
              <a:off x="2099998" y="9202871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76" y="82332"/>
                  </a:lnTo>
                  <a:lnTo>
                    <a:pt x="28376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94" name="object 3194" descr=""/>
            <p:cNvSpPr/>
            <p:nvPr/>
          </p:nvSpPr>
          <p:spPr>
            <a:xfrm>
              <a:off x="2057434" y="9305130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28344" y="0"/>
                  </a:moveTo>
                  <a:lnTo>
                    <a:pt x="0" y="0"/>
                  </a:lnTo>
                  <a:lnTo>
                    <a:pt x="0" y="114624"/>
                  </a:lnTo>
                  <a:lnTo>
                    <a:pt x="28344" y="114624"/>
                  </a:lnTo>
                  <a:lnTo>
                    <a:pt x="28344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5" name="object 3195" descr=""/>
            <p:cNvSpPr/>
            <p:nvPr/>
          </p:nvSpPr>
          <p:spPr>
            <a:xfrm>
              <a:off x="2057434" y="9305130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0" y="114624"/>
                  </a:moveTo>
                  <a:lnTo>
                    <a:pt x="28344" y="114624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11462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96" name="object 3196" descr=""/>
            <p:cNvSpPr/>
            <p:nvPr/>
          </p:nvSpPr>
          <p:spPr>
            <a:xfrm>
              <a:off x="2012326" y="9305130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28344" y="0"/>
                  </a:moveTo>
                  <a:lnTo>
                    <a:pt x="0" y="0"/>
                  </a:lnTo>
                  <a:lnTo>
                    <a:pt x="0" y="114624"/>
                  </a:lnTo>
                  <a:lnTo>
                    <a:pt x="28344" y="114624"/>
                  </a:lnTo>
                  <a:lnTo>
                    <a:pt x="28344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7" name="object 3197" descr=""/>
            <p:cNvSpPr/>
            <p:nvPr/>
          </p:nvSpPr>
          <p:spPr>
            <a:xfrm>
              <a:off x="2012326" y="9305130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0" y="114624"/>
                  </a:moveTo>
                  <a:lnTo>
                    <a:pt x="28344" y="114624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11462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98" name="object 3198" descr=""/>
            <p:cNvSpPr/>
            <p:nvPr/>
          </p:nvSpPr>
          <p:spPr>
            <a:xfrm>
              <a:off x="1967238" y="9305130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28407" y="0"/>
                  </a:moveTo>
                  <a:lnTo>
                    <a:pt x="0" y="0"/>
                  </a:lnTo>
                  <a:lnTo>
                    <a:pt x="0" y="114624"/>
                  </a:lnTo>
                  <a:lnTo>
                    <a:pt x="28407" y="114624"/>
                  </a:lnTo>
                  <a:lnTo>
                    <a:pt x="28407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9" name="object 3199" descr=""/>
            <p:cNvSpPr/>
            <p:nvPr/>
          </p:nvSpPr>
          <p:spPr>
            <a:xfrm>
              <a:off x="1967238" y="9305130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0" y="114624"/>
                  </a:moveTo>
                  <a:lnTo>
                    <a:pt x="28407" y="114624"/>
                  </a:lnTo>
                  <a:lnTo>
                    <a:pt x="28407" y="0"/>
                  </a:lnTo>
                  <a:lnTo>
                    <a:pt x="0" y="0"/>
                  </a:lnTo>
                  <a:lnTo>
                    <a:pt x="0" y="11462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00" name="object 3200" descr=""/>
            <p:cNvSpPr/>
            <p:nvPr/>
          </p:nvSpPr>
          <p:spPr>
            <a:xfrm>
              <a:off x="1922129" y="9305130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28417" y="0"/>
                  </a:moveTo>
                  <a:lnTo>
                    <a:pt x="0" y="0"/>
                  </a:lnTo>
                  <a:lnTo>
                    <a:pt x="0" y="114624"/>
                  </a:lnTo>
                  <a:lnTo>
                    <a:pt x="28417" y="114624"/>
                  </a:lnTo>
                  <a:lnTo>
                    <a:pt x="28417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1" name="object 3201" descr=""/>
            <p:cNvSpPr/>
            <p:nvPr/>
          </p:nvSpPr>
          <p:spPr>
            <a:xfrm>
              <a:off x="1922129" y="9305130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0" y="114624"/>
                  </a:moveTo>
                  <a:lnTo>
                    <a:pt x="28417" y="114624"/>
                  </a:lnTo>
                  <a:lnTo>
                    <a:pt x="28417" y="0"/>
                  </a:lnTo>
                  <a:lnTo>
                    <a:pt x="0" y="0"/>
                  </a:lnTo>
                  <a:lnTo>
                    <a:pt x="0" y="11462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02" name="object 3202" descr=""/>
            <p:cNvSpPr/>
            <p:nvPr/>
          </p:nvSpPr>
          <p:spPr>
            <a:xfrm>
              <a:off x="2057434" y="8800737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44" y="0"/>
                  </a:moveTo>
                  <a:lnTo>
                    <a:pt x="0" y="0"/>
                  </a:lnTo>
                  <a:lnTo>
                    <a:pt x="0" y="82343"/>
                  </a:lnTo>
                  <a:lnTo>
                    <a:pt x="28344" y="82343"/>
                  </a:lnTo>
                  <a:lnTo>
                    <a:pt x="28344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3" name="object 3203" descr=""/>
            <p:cNvSpPr/>
            <p:nvPr/>
          </p:nvSpPr>
          <p:spPr>
            <a:xfrm>
              <a:off x="2057434" y="8800737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43"/>
                  </a:moveTo>
                  <a:lnTo>
                    <a:pt x="28344" y="82343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04" name="object 3204" descr=""/>
            <p:cNvSpPr/>
            <p:nvPr/>
          </p:nvSpPr>
          <p:spPr>
            <a:xfrm>
              <a:off x="2012326" y="8800737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44" y="0"/>
                  </a:moveTo>
                  <a:lnTo>
                    <a:pt x="0" y="0"/>
                  </a:lnTo>
                  <a:lnTo>
                    <a:pt x="0" y="82343"/>
                  </a:lnTo>
                  <a:lnTo>
                    <a:pt x="28344" y="82343"/>
                  </a:lnTo>
                  <a:lnTo>
                    <a:pt x="28344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5" name="object 3205" descr=""/>
            <p:cNvSpPr/>
            <p:nvPr/>
          </p:nvSpPr>
          <p:spPr>
            <a:xfrm>
              <a:off x="2012326" y="8800737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43"/>
                  </a:moveTo>
                  <a:lnTo>
                    <a:pt x="28344" y="82343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06" name="object 3206" descr=""/>
            <p:cNvSpPr/>
            <p:nvPr/>
          </p:nvSpPr>
          <p:spPr>
            <a:xfrm>
              <a:off x="1967238" y="8800737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407" y="0"/>
                  </a:moveTo>
                  <a:lnTo>
                    <a:pt x="0" y="0"/>
                  </a:lnTo>
                  <a:lnTo>
                    <a:pt x="0" y="82343"/>
                  </a:lnTo>
                  <a:lnTo>
                    <a:pt x="28407" y="82343"/>
                  </a:lnTo>
                  <a:lnTo>
                    <a:pt x="28407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7" name="object 3207" descr=""/>
            <p:cNvSpPr/>
            <p:nvPr/>
          </p:nvSpPr>
          <p:spPr>
            <a:xfrm>
              <a:off x="1967238" y="8800737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43"/>
                  </a:moveTo>
                  <a:lnTo>
                    <a:pt x="28407" y="82343"/>
                  </a:lnTo>
                  <a:lnTo>
                    <a:pt x="28407" y="0"/>
                  </a:lnTo>
                  <a:lnTo>
                    <a:pt x="0" y="0"/>
                  </a:lnTo>
                  <a:lnTo>
                    <a:pt x="0" y="823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08" name="object 3208" descr=""/>
            <p:cNvSpPr/>
            <p:nvPr/>
          </p:nvSpPr>
          <p:spPr>
            <a:xfrm>
              <a:off x="1922129" y="8800737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417" y="0"/>
                  </a:moveTo>
                  <a:lnTo>
                    <a:pt x="0" y="0"/>
                  </a:lnTo>
                  <a:lnTo>
                    <a:pt x="0" y="82343"/>
                  </a:lnTo>
                  <a:lnTo>
                    <a:pt x="28417" y="82343"/>
                  </a:lnTo>
                  <a:lnTo>
                    <a:pt x="28417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9" name="object 3209" descr=""/>
            <p:cNvSpPr/>
            <p:nvPr/>
          </p:nvSpPr>
          <p:spPr>
            <a:xfrm>
              <a:off x="1922129" y="8800737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43"/>
                  </a:moveTo>
                  <a:lnTo>
                    <a:pt x="28417" y="82343"/>
                  </a:lnTo>
                  <a:lnTo>
                    <a:pt x="28417" y="0"/>
                  </a:lnTo>
                  <a:lnTo>
                    <a:pt x="0" y="0"/>
                  </a:lnTo>
                  <a:lnTo>
                    <a:pt x="0" y="823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10" name="object 3210" descr=""/>
            <p:cNvSpPr/>
            <p:nvPr/>
          </p:nvSpPr>
          <p:spPr>
            <a:xfrm>
              <a:off x="1877126" y="8800737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44" y="0"/>
                  </a:moveTo>
                  <a:lnTo>
                    <a:pt x="0" y="0"/>
                  </a:lnTo>
                  <a:lnTo>
                    <a:pt x="0" y="82343"/>
                  </a:lnTo>
                  <a:lnTo>
                    <a:pt x="28344" y="82343"/>
                  </a:lnTo>
                  <a:lnTo>
                    <a:pt x="28344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1" name="object 3211" descr=""/>
            <p:cNvSpPr/>
            <p:nvPr/>
          </p:nvSpPr>
          <p:spPr>
            <a:xfrm>
              <a:off x="1877126" y="8800737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43"/>
                  </a:moveTo>
                  <a:lnTo>
                    <a:pt x="28344" y="82343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12" name="object 3212" descr=""/>
            <p:cNvSpPr/>
            <p:nvPr/>
          </p:nvSpPr>
          <p:spPr>
            <a:xfrm>
              <a:off x="1831975" y="8800737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76" y="0"/>
                  </a:moveTo>
                  <a:lnTo>
                    <a:pt x="0" y="0"/>
                  </a:lnTo>
                  <a:lnTo>
                    <a:pt x="0" y="82343"/>
                  </a:lnTo>
                  <a:lnTo>
                    <a:pt x="28376" y="82343"/>
                  </a:lnTo>
                  <a:lnTo>
                    <a:pt x="2837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3" name="object 3213" descr=""/>
            <p:cNvSpPr/>
            <p:nvPr/>
          </p:nvSpPr>
          <p:spPr>
            <a:xfrm>
              <a:off x="1831975" y="8800737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43"/>
                  </a:moveTo>
                  <a:lnTo>
                    <a:pt x="28376" y="82343"/>
                  </a:lnTo>
                  <a:lnTo>
                    <a:pt x="28376" y="0"/>
                  </a:lnTo>
                  <a:lnTo>
                    <a:pt x="0" y="0"/>
                  </a:lnTo>
                  <a:lnTo>
                    <a:pt x="0" y="823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14" name="object 3214" descr=""/>
            <p:cNvSpPr/>
            <p:nvPr/>
          </p:nvSpPr>
          <p:spPr>
            <a:xfrm>
              <a:off x="2057434" y="890123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44" y="0"/>
                  </a:moveTo>
                  <a:lnTo>
                    <a:pt x="0" y="0"/>
                  </a:lnTo>
                  <a:lnTo>
                    <a:pt x="0" y="82384"/>
                  </a:lnTo>
                  <a:lnTo>
                    <a:pt x="28344" y="82384"/>
                  </a:lnTo>
                  <a:lnTo>
                    <a:pt x="28344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5" name="object 3215" descr=""/>
            <p:cNvSpPr/>
            <p:nvPr/>
          </p:nvSpPr>
          <p:spPr>
            <a:xfrm>
              <a:off x="2057434" y="890123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84"/>
                  </a:moveTo>
                  <a:lnTo>
                    <a:pt x="28344" y="82384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8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16" name="object 3216" descr=""/>
            <p:cNvSpPr/>
            <p:nvPr/>
          </p:nvSpPr>
          <p:spPr>
            <a:xfrm>
              <a:off x="2012326" y="890123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44" y="0"/>
                  </a:moveTo>
                  <a:lnTo>
                    <a:pt x="0" y="0"/>
                  </a:lnTo>
                  <a:lnTo>
                    <a:pt x="0" y="82384"/>
                  </a:lnTo>
                  <a:lnTo>
                    <a:pt x="28344" y="82384"/>
                  </a:lnTo>
                  <a:lnTo>
                    <a:pt x="28344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7" name="object 3217" descr=""/>
            <p:cNvSpPr/>
            <p:nvPr/>
          </p:nvSpPr>
          <p:spPr>
            <a:xfrm>
              <a:off x="2012326" y="890123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84"/>
                  </a:moveTo>
                  <a:lnTo>
                    <a:pt x="28344" y="82384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8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18" name="object 3218" descr=""/>
            <p:cNvSpPr/>
            <p:nvPr/>
          </p:nvSpPr>
          <p:spPr>
            <a:xfrm>
              <a:off x="1967238" y="890123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407" y="0"/>
                  </a:moveTo>
                  <a:lnTo>
                    <a:pt x="0" y="0"/>
                  </a:lnTo>
                  <a:lnTo>
                    <a:pt x="0" y="82384"/>
                  </a:lnTo>
                  <a:lnTo>
                    <a:pt x="28407" y="82384"/>
                  </a:lnTo>
                  <a:lnTo>
                    <a:pt x="28407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9" name="object 3219" descr=""/>
            <p:cNvSpPr/>
            <p:nvPr/>
          </p:nvSpPr>
          <p:spPr>
            <a:xfrm>
              <a:off x="1967238" y="890123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84"/>
                  </a:moveTo>
                  <a:lnTo>
                    <a:pt x="28407" y="82384"/>
                  </a:lnTo>
                  <a:lnTo>
                    <a:pt x="28407" y="0"/>
                  </a:lnTo>
                  <a:lnTo>
                    <a:pt x="0" y="0"/>
                  </a:lnTo>
                  <a:lnTo>
                    <a:pt x="0" y="8238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20" name="object 3220" descr=""/>
            <p:cNvSpPr/>
            <p:nvPr/>
          </p:nvSpPr>
          <p:spPr>
            <a:xfrm>
              <a:off x="1922129" y="890123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417" y="0"/>
                  </a:moveTo>
                  <a:lnTo>
                    <a:pt x="0" y="0"/>
                  </a:lnTo>
                  <a:lnTo>
                    <a:pt x="0" y="82384"/>
                  </a:lnTo>
                  <a:lnTo>
                    <a:pt x="28417" y="82384"/>
                  </a:lnTo>
                  <a:lnTo>
                    <a:pt x="28417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1" name="object 3221" descr=""/>
            <p:cNvSpPr/>
            <p:nvPr/>
          </p:nvSpPr>
          <p:spPr>
            <a:xfrm>
              <a:off x="1922129" y="890123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84"/>
                  </a:moveTo>
                  <a:lnTo>
                    <a:pt x="28417" y="82384"/>
                  </a:lnTo>
                  <a:lnTo>
                    <a:pt x="28417" y="0"/>
                  </a:lnTo>
                  <a:lnTo>
                    <a:pt x="0" y="0"/>
                  </a:lnTo>
                  <a:lnTo>
                    <a:pt x="0" y="8238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22" name="object 3222" descr=""/>
            <p:cNvSpPr/>
            <p:nvPr/>
          </p:nvSpPr>
          <p:spPr>
            <a:xfrm>
              <a:off x="2057434" y="9001809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44" y="0"/>
                  </a:moveTo>
                  <a:lnTo>
                    <a:pt x="0" y="0"/>
                  </a:lnTo>
                  <a:lnTo>
                    <a:pt x="0" y="82332"/>
                  </a:lnTo>
                  <a:lnTo>
                    <a:pt x="28344" y="82332"/>
                  </a:lnTo>
                  <a:lnTo>
                    <a:pt x="28344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3" name="object 3223" descr=""/>
            <p:cNvSpPr/>
            <p:nvPr/>
          </p:nvSpPr>
          <p:spPr>
            <a:xfrm>
              <a:off x="2057434" y="9001809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44" y="82332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24" name="object 3224" descr=""/>
            <p:cNvSpPr/>
            <p:nvPr/>
          </p:nvSpPr>
          <p:spPr>
            <a:xfrm>
              <a:off x="2012326" y="9001809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44" y="0"/>
                  </a:moveTo>
                  <a:lnTo>
                    <a:pt x="0" y="0"/>
                  </a:lnTo>
                  <a:lnTo>
                    <a:pt x="0" y="82332"/>
                  </a:lnTo>
                  <a:lnTo>
                    <a:pt x="28344" y="82332"/>
                  </a:lnTo>
                  <a:lnTo>
                    <a:pt x="28344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5" name="object 3225" descr=""/>
            <p:cNvSpPr/>
            <p:nvPr/>
          </p:nvSpPr>
          <p:spPr>
            <a:xfrm>
              <a:off x="2012326" y="9001809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44" y="82332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26" name="object 3226" descr=""/>
            <p:cNvSpPr/>
            <p:nvPr/>
          </p:nvSpPr>
          <p:spPr>
            <a:xfrm>
              <a:off x="1967238" y="9001809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407" y="0"/>
                  </a:moveTo>
                  <a:lnTo>
                    <a:pt x="0" y="0"/>
                  </a:lnTo>
                  <a:lnTo>
                    <a:pt x="0" y="82332"/>
                  </a:lnTo>
                  <a:lnTo>
                    <a:pt x="28407" y="82332"/>
                  </a:lnTo>
                  <a:lnTo>
                    <a:pt x="28407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7" name="object 3227" descr=""/>
            <p:cNvSpPr/>
            <p:nvPr/>
          </p:nvSpPr>
          <p:spPr>
            <a:xfrm>
              <a:off x="1967238" y="9001809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407" y="82332"/>
                  </a:lnTo>
                  <a:lnTo>
                    <a:pt x="28407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28" name="object 3228" descr=""/>
            <p:cNvSpPr/>
            <p:nvPr/>
          </p:nvSpPr>
          <p:spPr>
            <a:xfrm>
              <a:off x="1922129" y="9001809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417" y="0"/>
                  </a:moveTo>
                  <a:lnTo>
                    <a:pt x="0" y="0"/>
                  </a:lnTo>
                  <a:lnTo>
                    <a:pt x="0" y="82332"/>
                  </a:lnTo>
                  <a:lnTo>
                    <a:pt x="28417" y="82332"/>
                  </a:lnTo>
                  <a:lnTo>
                    <a:pt x="28417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9" name="object 3229" descr=""/>
            <p:cNvSpPr/>
            <p:nvPr/>
          </p:nvSpPr>
          <p:spPr>
            <a:xfrm>
              <a:off x="1922129" y="9001809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417" y="82332"/>
                  </a:lnTo>
                  <a:lnTo>
                    <a:pt x="28417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30" name="object 3230" descr=""/>
            <p:cNvSpPr/>
            <p:nvPr/>
          </p:nvSpPr>
          <p:spPr>
            <a:xfrm>
              <a:off x="2057434" y="9102340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44" y="0"/>
                  </a:moveTo>
                  <a:lnTo>
                    <a:pt x="0" y="0"/>
                  </a:lnTo>
                  <a:lnTo>
                    <a:pt x="0" y="82332"/>
                  </a:lnTo>
                  <a:lnTo>
                    <a:pt x="28344" y="82332"/>
                  </a:lnTo>
                  <a:lnTo>
                    <a:pt x="28344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1" name="object 3231" descr=""/>
            <p:cNvSpPr/>
            <p:nvPr/>
          </p:nvSpPr>
          <p:spPr>
            <a:xfrm>
              <a:off x="2057434" y="9102340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44" y="82332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32" name="object 3232" descr=""/>
            <p:cNvSpPr/>
            <p:nvPr/>
          </p:nvSpPr>
          <p:spPr>
            <a:xfrm>
              <a:off x="2012326" y="9102340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44" y="0"/>
                  </a:moveTo>
                  <a:lnTo>
                    <a:pt x="0" y="0"/>
                  </a:lnTo>
                  <a:lnTo>
                    <a:pt x="0" y="82332"/>
                  </a:lnTo>
                  <a:lnTo>
                    <a:pt x="28344" y="82332"/>
                  </a:lnTo>
                  <a:lnTo>
                    <a:pt x="28344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3" name="object 3233" descr=""/>
            <p:cNvSpPr/>
            <p:nvPr/>
          </p:nvSpPr>
          <p:spPr>
            <a:xfrm>
              <a:off x="2012326" y="9102340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44" y="82332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34" name="object 3234" descr=""/>
            <p:cNvSpPr/>
            <p:nvPr/>
          </p:nvSpPr>
          <p:spPr>
            <a:xfrm>
              <a:off x="1967238" y="9102340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407" y="0"/>
                  </a:moveTo>
                  <a:lnTo>
                    <a:pt x="0" y="0"/>
                  </a:lnTo>
                  <a:lnTo>
                    <a:pt x="0" y="82332"/>
                  </a:lnTo>
                  <a:lnTo>
                    <a:pt x="28407" y="82332"/>
                  </a:lnTo>
                  <a:lnTo>
                    <a:pt x="28407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5" name="object 3235" descr=""/>
            <p:cNvSpPr/>
            <p:nvPr/>
          </p:nvSpPr>
          <p:spPr>
            <a:xfrm>
              <a:off x="1967238" y="9102340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407" y="82332"/>
                  </a:lnTo>
                  <a:lnTo>
                    <a:pt x="28407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36" name="object 3236" descr=""/>
            <p:cNvSpPr/>
            <p:nvPr/>
          </p:nvSpPr>
          <p:spPr>
            <a:xfrm>
              <a:off x="1922129" y="9102340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417" y="0"/>
                  </a:moveTo>
                  <a:lnTo>
                    <a:pt x="0" y="0"/>
                  </a:lnTo>
                  <a:lnTo>
                    <a:pt x="0" y="82332"/>
                  </a:lnTo>
                  <a:lnTo>
                    <a:pt x="28417" y="82332"/>
                  </a:lnTo>
                  <a:lnTo>
                    <a:pt x="28417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7" name="object 3237" descr=""/>
            <p:cNvSpPr/>
            <p:nvPr/>
          </p:nvSpPr>
          <p:spPr>
            <a:xfrm>
              <a:off x="1922129" y="9102340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417" y="82332"/>
                  </a:lnTo>
                  <a:lnTo>
                    <a:pt x="28417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38" name="object 3238" descr=""/>
            <p:cNvSpPr/>
            <p:nvPr/>
          </p:nvSpPr>
          <p:spPr>
            <a:xfrm>
              <a:off x="2057434" y="9202871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44" y="0"/>
                  </a:moveTo>
                  <a:lnTo>
                    <a:pt x="0" y="0"/>
                  </a:lnTo>
                  <a:lnTo>
                    <a:pt x="0" y="82332"/>
                  </a:lnTo>
                  <a:lnTo>
                    <a:pt x="28344" y="82332"/>
                  </a:lnTo>
                  <a:lnTo>
                    <a:pt x="28344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9" name="object 3239" descr=""/>
            <p:cNvSpPr/>
            <p:nvPr/>
          </p:nvSpPr>
          <p:spPr>
            <a:xfrm>
              <a:off x="2057434" y="9202871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44" y="82332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40" name="object 3240" descr=""/>
            <p:cNvSpPr/>
            <p:nvPr/>
          </p:nvSpPr>
          <p:spPr>
            <a:xfrm>
              <a:off x="2012326" y="9202871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44" y="0"/>
                  </a:moveTo>
                  <a:lnTo>
                    <a:pt x="0" y="0"/>
                  </a:lnTo>
                  <a:lnTo>
                    <a:pt x="0" y="82332"/>
                  </a:lnTo>
                  <a:lnTo>
                    <a:pt x="28344" y="82332"/>
                  </a:lnTo>
                  <a:lnTo>
                    <a:pt x="28344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1" name="object 3241" descr=""/>
            <p:cNvSpPr/>
            <p:nvPr/>
          </p:nvSpPr>
          <p:spPr>
            <a:xfrm>
              <a:off x="2012326" y="9202871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44" y="82332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42" name="object 3242" descr=""/>
            <p:cNvSpPr/>
            <p:nvPr/>
          </p:nvSpPr>
          <p:spPr>
            <a:xfrm>
              <a:off x="1967238" y="9202871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407" y="0"/>
                  </a:moveTo>
                  <a:lnTo>
                    <a:pt x="0" y="0"/>
                  </a:lnTo>
                  <a:lnTo>
                    <a:pt x="0" y="82332"/>
                  </a:lnTo>
                  <a:lnTo>
                    <a:pt x="28407" y="82332"/>
                  </a:lnTo>
                  <a:lnTo>
                    <a:pt x="28407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3" name="object 3243" descr=""/>
            <p:cNvSpPr/>
            <p:nvPr/>
          </p:nvSpPr>
          <p:spPr>
            <a:xfrm>
              <a:off x="1967238" y="9202871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407" y="82332"/>
                  </a:lnTo>
                  <a:lnTo>
                    <a:pt x="28407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44" name="object 3244" descr=""/>
            <p:cNvSpPr/>
            <p:nvPr/>
          </p:nvSpPr>
          <p:spPr>
            <a:xfrm>
              <a:off x="1922129" y="9202871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417" y="0"/>
                  </a:moveTo>
                  <a:lnTo>
                    <a:pt x="0" y="0"/>
                  </a:lnTo>
                  <a:lnTo>
                    <a:pt x="0" y="82332"/>
                  </a:lnTo>
                  <a:lnTo>
                    <a:pt x="28417" y="82332"/>
                  </a:lnTo>
                  <a:lnTo>
                    <a:pt x="28417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5" name="object 3245" descr=""/>
            <p:cNvSpPr/>
            <p:nvPr/>
          </p:nvSpPr>
          <p:spPr>
            <a:xfrm>
              <a:off x="1922129" y="9202871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417" y="82332"/>
                  </a:lnTo>
                  <a:lnTo>
                    <a:pt x="28417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46" name="object 3246" descr=""/>
            <p:cNvSpPr/>
            <p:nvPr/>
          </p:nvSpPr>
          <p:spPr>
            <a:xfrm>
              <a:off x="2593416" y="8676519"/>
              <a:ext cx="28575" cy="81280"/>
            </a:xfrm>
            <a:custGeom>
              <a:avLst/>
              <a:gdLst/>
              <a:ahLst/>
              <a:cxnLst/>
              <a:rect l="l" t="t" r="r" b="b"/>
              <a:pathLst>
                <a:path w="28575" h="81279">
                  <a:moveTo>
                    <a:pt x="28371" y="59677"/>
                  </a:moveTo>
                  <a:lnTo>
                    <a:pt x="0" y="59677"/>
                  </a:lnTo>
                  <a:lnTo>
                    <a:pt x="0" y="80810"/>
                  </a:lnTo>
                  <a:lnTo>
                    <a:pt x="28371" y="80810"/>
                  </a:lnTo>
                  <a:lnTo>
                    <a:pt x="28371" y="59677"/>
                  </a:lnTo>
                  <a:close/>
                </a:path>
                <a:path w="28575" h="81279">
                  <a:moveTo>
                    <a:pt x="28371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71" y="21120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7" name="object 3247" descr=""/>
            <p:cNvSpPr/>
            <p:nvPr/>
          </p:nvSpPr>
          <p:spPr>
            <a:xfrm>
              <a:off x="2593428" y="8666134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0" y="114656"/>
                  </a:moveTo>
                  <a:lnTo>
                    <a:pt x="28365" y="114656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11465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48" name="object 3248" descr=""/>
            <p:cNvSpPr/>
            <p:nvPr/>
          </p:nvSpPr>
          <p:spPr>
            <a:xfrm>
              <a:off x="2548369" y="8676519"/>
              <a:ext cx="28575" cy="81280"/>
            </a:xfrm>
            <a:custGeom>
              <a:avLst/>
              <a:gdLst/>
              <a:ahLst/>
              <a:cxnLst/>
              <a:rect l="l" t="t" r="r" b="b"/>
              <a:pathLst>
                <a:path w="28575" h="81279">
                  <a:moveTo>
                    <a:pt x="28346" y="59677"/>
                  </a:moveTo>
                  <a:lnTo>
                    <a:pt x="0" y="59677"/>
                  </a:lnTo>
                  <a:lnTo>
                    <a:pt x="0" y="80810"/>
                  </a:lnTo>
                  <a:lnTo>
                    <a:pt x="28346" y="80810"/>
                  </a:lnTo>
                  <a:lnTo>
                    <a:pt x="28346" y="59677"/>
                  </a:lnTo>
                  <a:close/>
                </a:path>
                <a:path w="28575" h="81279">
                  <a:moveTo>
                    <a:pt x="28346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46" y="21120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9" name="object 3249" descr=""/>
            <p:cNvSpPr/>
            <p:nvPr/>
          </p:nvSpPr>
          <p:spPr>
            <a:xfrm>
              <a:off x="2548372" y="8666134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0" y="114656"/>
                  </a:moveTo>
                  <a:lnTo>
                    <a:pt x="28344" y="114656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11465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50" name="object 3250" descr=""/>
            <p:cNvSpPr/>
            <p:nvPr/>
          </p:nvSpPr>
          <p:spPr>
            <a:xfrm>
              <a:off x="2503259" y="8676519"/>
              <a:ext cx="28575" cy="81280"/>
            </a:xfrm>
            <a:custGeom>
              <a:avLst/>
              <a:gdLst/>
              <a:ahLst/>
              <a:cxnLst/>
              <a:rect l="l" t="t" r="r" b="b"/>
              <a:pathLst>
                <a:path w="28575" h="81279">
                  <a:moveTo>
                    <a:pt x="28346" y="59677"/>
                  </a:moveTo>
                  <a:lnTo>
                    <a:pt x="0" y="59677"/>
                  </a:lnTo>
                  <a:lnTo>
                    <a:pt x="0" y="80810"/>
                  </a:lnTo>
                  <a:lnTo>
                    <a:pt x="28346" y="80810"/>
                  </a:lnTo>
                  <a:lnTo>
                    <a:pt x="28346" y="59677"/>
                  </a:lnTo>
                  <a:close/>
                </a:path>
                <a:path w="28575" h="81279">
                  <a:moveTo>
                    <a:pt x="28346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46" y="21120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1" name="object 3251" descr=""/>
            <p:cNvSpPr/>
            <p:nvPr/>
          </p:nvSpPr>
          <p:spPr>
            <a:xfrm>
              <a:off x="2503264" y="8666134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0" y="114656"/>
                  </a:moveTo>
                  <a:lnTo>
                    <a:pt x="28344" y="114656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11465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52" name="object 3252" descr=""/>
            <p:cNvSpPr/>
            <p:nvPr/>
          </p:nvSpPr>
          <p:spPr>
            <a:xfrm>
              <a:off x="2458174" y="8676519"/>
              <a:ext cx="28575" cy="81280"/>
            </a:xfrm>
            <a:custGeom>
              <a:avLst/>
              <a:gdLst/>
              <a:ahLst/>
              <a:cxnLst/>
              <a:rect l="l" t="t" r="r" b="b"/>
              <a:pathLst>
                <a:path w="28575" h="81279">
                  <a:moveTo>
                    <a:pt x="28359" y="59677"/>
                  </a:moveTo>
                  <a:lnTo>
                    <a:pt x="0" y="59677"/>
                  </a:lnTo>
                  <a:lnTo>
                    <a:pt x="0" y="80810"/>
                  </a:lnTo>
                  <a:lnTo>
                    <a:pt x="28359" y="80810"/>
                  </a:lnTo>
                  <a:lnTo>
                    <a:pt x="28359" y="59677"/>
                  </a:lnTo>
                  <a:close/>
                </a:path>
                <a:path w="28575" h="81279">
                  <a:moveTo>
                    <a:pt x="28359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59" y="21120"/>
                  </a:lnTo>
                  <a:lnTo>
                    <a:pt x="28359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3" name="object 3253" descr=""/>
            <p:cNvSpPr/>
            <p:nvPr/>
          </p:nvSpPr>
          <p:spPr>
            <a:xfrm>
              <a:off x="2458176" y="8666134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0" y="114656"/>
                  </a:moveTo>
                  <a:lnTo>
                    <a:pt x="28365" y="114656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11465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54" name="object 3254" descr=""/>
            <p:cNvSpPr/>
            <p:nvPr/>
          </p:nvSpPr>
          <p:spPr>
            <a:xfrm>
              <a:off x="2413139" y="8676519"/>
              <a:ext cx="28575" cy="81280"/>
            </a:xfrm>
            <a:custGeom>
              <a:avLst/>
              <a:gdLst/>
              <a:ahLst/>
              <a:cxnLst/>
              <a:rect l="l" t="t" r="r" b="b"/>
              <a:pathLst>
                <a:path w="28575" h="81279">
                  <a:moveTo>
                    <a:pt x="28333" y="59677"/>
                  </a:moveTo>
                  <a:lnTo>
                    <a:pt x="0" y="59677"/>
                  </a:lnTo>
                  <a:lnTo>
                    <a:pt x="0" y="80810"/>
                  </a:lnTo>
                  <a:lnTo>
                    <a:pt x="28333" y="80810"/>
                  </a:lnTo>
                  <a:lnTo>
                    <a:pt x="28333" y="59677"/>
                  </a:lnTo>
                  <a:close/>
                </a:path>
                <a:path w="28575" h="81279">
                  <a:moveTo>
                    <a:pt x="28333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33" y="21120"/>
                  </a:lnTo>
                  <a:lnTo>
                    <a:pt x="28333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5" name="object 3255" descr=""/>
            <p:cNvSpPr/>
            <p:nvPr/>
          </p:nvSpPr>
          <p:spPr>
            <a:xfrm>
              <a:off x="2413141" y="8666134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0" y="114656"/>
                  </a:moveTo>
                  <a:lnTo>
                    <a:pt x="28334" y="114656"/>
                  </a:lnTo>
                  <a:lnTo>
                    <a:pt x="28334" y="0"/>
                  </a:lnTo>
                  <a:lnTo>
                    <a:pt x="0" y="0"/>
                  </a:lnTo>
                  <a:lnTo>
                    <a:pt x="0" y="11465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56" name="object 3256" descr=""/>
            <p:cNvSpPr/>
            <p:nvPr/>
          </p:nvSpPr>
          <p:spPr>
            <a:xfrm>
              <a:off x="2368016" y="8676519"/>
              <a:ext cx="28575" cy="81280"/>
            </a:xfrm>
            <a:custGeom>
              <a:avLst/>
              <a:gdLst/>
              <a:ahLst/>
              <a:cxnLst/>
              <a:rect l="l" t="t" r="r" b="b"/>
              <a:pathLst>
                <a:path w="28575" h="81279">
                  <a:moveTo>
                    <a:pt x="28371" y="59677"/>
                  </a:moveTo>
                  <a:lnTo>
                    <a:pt x="0" y="59677"/>
                  </a:lnTo>
                  <a:lnTo>
                    <a:pt x="0" y="80810"/>
                  </a:lnTo>
                  <a:lnTo>
                    <a:pt x="28371" y="80810"/>
                  </a:lnTo>
                  <a:lnTo>
                    <a:pt x="28371" y="59677"/>
                  </a:lnTo>
                  <a:close/>
                </a:path>
                <a:path w="28575" h="81279">
                  <a:moveTo>
                    <a:pt x="28371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71" y="21120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7" name="object 3257" descr=""/>
            <p:cNvSpPr/>
            <p:nvPr/>
          </p:nvSpPr>
          <p:spPr>
            <a:xfrm>
              <a:off x="2368022" y="8666134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0" y="114656"/>
                  </a:moveTo>
                  <a:lnTo>
                    <a:pt x="28376" y="114656"/>
                  </a:lnTo>
                  <a:lnTo>
                    <a:pt x="28376" y="0"/>
                  </a:lnTo>
                  <a:lnTo>
                    <a:pt x="0" y="0"/>
                  </a:lnTo>
                  <a:lnTo>
                    <a:pt x="0" y="11465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58" name="object 3258" descr=""/>
            <p:cNvSpPr/>
            <p:nvPr/>
          </p:nvSpPr>
          <p:spPr>
            <a:xfrm>
              <a:off x="2593428" y="8198986"/>
              <a:ext cx="28575" cy="21590"/>
            </a:xfrm>
            <a:custGeom>
              <a:avLst/>
              <a:gdLst/>
              <a:ahLst/>
              <a:cxnLst/>
              <a:rect l="l" t="t" r="r" b="b"/>
              <a:pathLst>
                <a:path w="28575" h="21590">
                  <a:moveTo>
                    <a:pt x="0" y="21130"/>
                  </a:moveTo>
                  <a:lnTo>
                    <a:pt x="28365" y="21130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2113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9" name="object 3259" descr=""/>
            <p:cNvSpPr/>
            <p:nvPr/>
          </p:nvSpPr>
          <p:spPr>
            <a:xfrm>
              <a:off x="2593428" y="8161762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53"/>
                  </a:moveTo>
                  <a:lnTo>
                    <a:pt x="28365" y="82353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8235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60" name="object 3260" descr=""/>
            <p:cNvSpPr/>
            <p:nvPr/>
          </p:nvSpPr>
          <p:spPr>
            <a:xfrm>
              <a:off x="2548372" y="8198986"/>
              <a:ext cx="28575" cy="21590"/>
            </a:xfrm>
            <a:custGeom>
              <a:avLst/>
              <a:gdLst/>
              <a:ahLst/>
              <a:cxnLst/>
              <a:rect l="l" t="t" r="r" b="b"/>
              <a:pathLst>
                <a:path w="28575" h="21590">
                  <a:moveTo>
                    <a:pt x="0" y="21130"/>
                  </a:moveTo>
                  <a:lnTo>
                    <a:pt x="28344" y="21130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2113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1" name="object 3261" descr=""/>
            <p:cNvSpPr/>
            <p:nvPr/>
          </p:nvSpPr>
          <p:spPr>
            <a:xfrm>
              <a:off x="2548372" y="8161762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53"/>
                  </a:moveTo>
                  <a:lnTo>
                    <a:pt x="28344" y="82353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5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62" name="object 3262" descr=""/>
            <p:cNvSpPr/>
            <p:nvPr/>
          </p:nvSpPr>
          <p:spPr>
            <a:xfrm>
              <a:off x="2503264" y="8198986"/>
              <a:ext cx="28575" cy="21590"/>
            </a:xfrm>
            <a:custGeom>
              <a:avLst/>
              <a:gdLst/>
              <a:ahLst/>
              <a:cxnLst/>
              <a:rect l="l" t="t" r="r" b="b"/>
              <a:pathLst>
                <a:path w="28575" h="21590">
                  <a:moveTo>
                    <a:pt x="0" y="21130"/>
                  </a:moveTo>
                  <a:lnTo>
                    <a:pt x="28344" y="21130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2113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3" name="object 3263" descr=""/>
            <p:cNvSpPr/>
            <p:nvPr/>
          </p:nvSpPr>
          <p:spPr>
            <a:xfrm>
              <a:off x="2503264" y="8161762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53"/>
                  </a:moveTo>
                  <a:lnTo>
                    <a:pt x="28344" y="82353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5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64" name="object 3264" descr=""/>
            <p:cNvSpPr/>
            <p:nvPr/>
          </p:nvSpPr>
          <p:spPr>
            <a:xfrm>
              <a:off x="2458176" y="8198986"/>
              <a:ext cx="28575" cy="21590"/>
            </a:xfrm>
            <a:custGeom>
              <a:avLst/>
              <a:gdLst/>
              <a:ahLst/>
              <a:cxnLst/>
              <a:rect l="l" t="t" r="r" b="b"/>
              <a:pathLst>
                <a:path w="28575" h="21590">
                  <a:moveTo>
                    <a:pt x="0" y="21130"/>
                  </a:moveTo>
                  <a:lnTo>
                    <a:pt x="28365" y="21130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2113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5" name="object 3265" descr=""/>
            <p:cNvSpPr/>
            <p:nvPr/>
          </p:nvSpPr>
          <p:spPr>
            <a:xfrm>
              <a:off x="2458176" y="8161762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53"/>
                  </a:moveTo>
                  <a:lnTo>
                    <a:pt x="28365" y="82353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8235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66" name="object 3266" descr=""/>
            <p:cNvSpPr/>
            <p:nvPr/>
          </p:nvSpPr>
          <p:spPr>
            <a:xfrm>
              <a:off x="2413141" y="8198986"/>
              <a:ext cx="28575" cy="21590"/>
            </a:xfrm>
            <a:custGeom>
              <a:avLst/>
              <a:gdLst/>
              <a:ahLst/>
              <a:cxnLst/>
              <a:rect l="l" t="t" r="r" b="b"/>
              <a:pathLst>
                <a:path w="28575" h="21590">
                  <a:moveTo>
                    <a:pt x="0" y="21130"/>
                  </a:moveTo>
                  <a:lnTo>
                    <a:pt x="28334" y="21130"/>
                  </a:lnTo>
                  <a:lnTo>
                    <a:pt x="28334" y="0"/>
                  </a:lnTo>
                  <a:lnTo>
                    <a:pt x="0" y="0"/>
                  </a:lnTo>
                  <a:lnTo>
                    <a:pt x="0" y="2113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7" name="object 3267" descr=""/>
            <p:cNvSpPr/>
            <p:nvPr/>
          </p:nvSpPr>
          <p:spPr>
            <a:xfrm>
              <a:off x="2413141" y="8161762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53"/>
                  </a:moveTo>
                  <a:lnTo>
                    <a:pt x="28334" y="82353"/>
                  </a:lnTo>
                  <a:lnTo>
                    <a:pt x="28334" y="0"/>
                  </a:lnTo>
                  <a:lnTo>
                    <a:pt x="0" y="0"/>
                  </a:lnTo>
                  <a:lnTo>
                    <a:pt x="0" y="8235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68" name="object 3268" descr=""/>
            <p:cNvSpPr/>
            <p:nvPr/>
          </p:nvSpPr>
          <p:spPr>
            <a:xfrm>
              <a:off x="2368022" y="8198986"/>
              <a:ext cx="28575" cy="21590"/>
            </a:xfrm>
            <a:custGeom>
              <a:avLst/>
              <a:gdLst/>
              <a:ahLst/>
              <a:cxnLst/>
              <a:rect l="l" t="t" r="r" b="b"/>
              <a:pathLst>
                <a:path w="28575" h="21590">
                  <a:moveTo>
                    <a:pt x="0" y="21130"/>
                  </a:moveTo>
                  <a:lnTo>
                    <a:pt x="28376" y="21130"/>
                  </a:lnTo>
                  <a:lnTo>
                    <a:pt x="28376" y="0"/>
                  </a:lnTo>
                  <a:lnTo>
                    <a:pt x="0" y="0"/>
                  </a:lnTo>
                  <a:lnTo>
                    <a:pt x="0" y="2113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9" name="object 3269" descr=""/>
            <p:cNvSpPr/>
            <p:nvPr/>
          </p:nvSpPr>
          <p:spPr>
            <a:xfrm>
              <a:off x="2368022" y="8161762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53"/>
                  </a:moveTo>
                  <a:lnTo>
                    <a:pt x="28376" y="82353"/>
                  </a:lnTo>
                  <a:lnTo>
                    <a:pt x="28376" y="0"/>
                  </a:lnTo>
                  <a:lnTo>
                    <a:pt x="0" y="0"/>
                  </a:lnTo>
                  <a:lnTo>
                    <a:pt x="0" y="8235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70" name="object 3270" descr=""/>
            <p:cNvSpPr/>
            <p:nvPr/>
          </p:nvSpPr>
          <p:spPr>
            <a:xfrm>
              <a:off x="2593416" y="8262283"/>
              <a:ext cx="28575" cy="77470"/>
            </a:xfrm>
            <a:custGeom>
              <a:avLst/>
              <a:gdLst/>
              <a:ahLst/>
              <a:cxnLst/>
              <a:rect l="l" t="t" r="r" b="b"/>
              <a:pathLst>
                <a:path w="28575" h="77470">
                  <a:moveTo>
                    <a:pt x="28371" y="56095"/>
                  </a:moveTo>
                  <a:lnTo>
                    <a:pt x="0" y="56095"/>
                  </a:lnTo>
                  <a:lnTo>
                    <a:pt x="0" y="77216"/>
                  </a:lnTo>
                  <a:lnTo>
                    <a:pt x="28371" y="77216"/>
                  </a:lnTo>
                  <a:lnTo>
                    <a:pt x="28371" y="56095"/>
                  </a:lnTo>
                  <a:close/>
                </a:path>
                <a:path w="28575" h="77470">
                  <a:moveTo>
                    <a:pt x="28371" y="0"/>
                  </a:moveTo>
                  <a:lnTo>
                    <a:pt x="0" y="0"/>
                  </a:lnTo>
                  <a:lnTo>
                    <a:pt x="0" y="17526"/>
                  </a:lnTo>
                  <a:lnTo>
                    <a:pt x="28371" y="17526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1" name="object 3271" descr=""/>
            <p:cNvSpPr/>
            <p:nvPr/>
          </p:nvSpPr>
          <p:spPr>
            <a:xfrm>
              <a:off x="2593428" y="8262282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53"/>
                  </a:moveTo>
                  <a:lnTo>
                    <a:pt x="28365" y="82353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8235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72" name="object 3272" descr=""/>
            <p:cNvSpPr/>
            <p:nvPr/>
          </p:nvSpPr>
          <p:spPr>
            <a:xfrm>
              <a:off x="2548369" y="8262283"/>
              <a:ext cx="28575" cy="77470"/>
            </a:xfrm>
            <a:custGeom>
              <a:avLst/>
              <a:gdLst/>
              <a:ahLst/>
              <a:cxnLst/>
              <a:rect l="l" t="t" r="r" b="b"/>
              <a:pathLst>
                <a:path w="28575" h="77470">
                  <a:moveTo>
                    <a:pt x="28346" y="56095"/>
                  </a:moveTo>
                  <a:lnTo>
                    <a:pt x="0" y="56095"/>
                  </a:lnTo>
                  <a:lnTo>
                    <a:pt x="0" y="77216"/>
                  </a:lnTo>
                  <a:lnTo>
                    <a:pt x="28346" y="77216"/>
                  </a:lnTo>
                  <a:lnTo>
                    <a:pt x="28346" y="56095"/>
                  </a:lnTo>
                  <a:close/>
                </a:path>
                <a:path w="28575" h="77470">
                  <a:moveTo>
                    <a:pt x="28346" y="0"/>
                  </a:moveTo>
                  <a:lnTo>
                    <a:pt x="0" y="0"/>
                  </a:lnTo>
                  <a:lnTo>
                    <a:pt x="0" y="17526"/>
                  </a:lnTo>
                  <a:lnTo>
                    <a:pt x="28346" y="17526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3" name="object 3273" descr=""/>
            <p:cNvSpPr/>
            <p:nvPr/>
          </p:nvSpPr>
          <p:spPr>
            <a:xfrm>
              <a:off x="2548372" y="8262282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53"/>
                  </a:moveTo>
                  <a:lnTo>
                    <a:pt x="28344" y="82353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5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74" name="object 3274" descr=""/>
            <p:cNvSpPr/>
            <p:nvPr/>
          </p:nvSpPr>
          <p:spPr>
            <a:xfrm>
              <a:off x="2503259" y="8262283"/>
              <a:ext cx="28575" cy="77470"/>
            </a:xfrm>
            <a:custGeom>
              <a:avLst/>
              <a:gdLst/>
              <a:ahLst/>
              <a:cxnLst/>
              <a:rect l="l" t="t" r="r" b="b"/>
              <a:pathLst>
                <a:path w="28575" h="77470">
                  <a:moveTo>
                    <a:pt x="28346" y="56095"/>
                  </a:moveTo>
                  <a:lnTo>
                    <a:pt x="0" y="56095"/>
                  </a:lnTo>
                  <a:lnTo>
                    <a:pt x="0" y="77216"/>
                  </a:lnTo>
                  <a:lnTo>
                    <a:pt x="28346" y="77216"/>
                  </a:lnTo>
                  <a:lnTo>
                    <a:pt x="28346" y="56095"/>
                  </a:lnTo>
                  <a:close/>
                </a:path>
                <a:path w="28575" h="77470">
                  <a:moveTo>
                    <a:pt x="28346" y="0"/>
                  </a:moveTo>
                  <a:lnTo>
                    <a:pt x="0" y="0"/>
                  </a:lnTo>
                  <a:lnTo>
                    <a:pt x="0" y="17526"/>
                  </a:lnTo>
                  <a:lnTo>
                    <a:pt x="28346" y="17526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5" name="object 3275" descr=""/>
            <p:cNvSpPr/>
            <p:nvPr/>
          </p:nvSpPr>
          <p:spPr>
            <a:xfrm>
              <a:off x="2503264" y="8262282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53"/>
                  </a:moveTo>
                  <a:lnTo>
                    <a:pt x="28344" y="82353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5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76" name="object 3276" descr=""/>
            <p:cNvSpPr/>
            <p:nvPr/>
          </p:nvSpPr>
          <p:spPr>
            <a:xfrm>
              <a:off x="2458174" y="8262283"/>
              <a:ext cx="28575" cy="77470"/>
            </a:xfrm>
            <a:custGeom>
              <a:avLst/>
              <a:gdLst/>
              <a:ahLst/>
              <a:cxnLst/>
              <a:rect l="l" t="t" r="r" b="b"/>
              <a:pathLst>
                <a:path w="28575" h="77470">
                  <a:moveTo>
                    <a:pt x="28359" y="56095"/>
                  </a:moveTo>
                  <a:lnTo>
                    <a:pt x="0" y="56095"/>
                  </a:lnTo>
                  <a:lnTo>
                    <a:pt x="0" y="77216"/>
                  </a:lnTo>
                  <a:lnTo>
                    <a:pt x="28359" y="77216"/>
                  </a:lnTo>
                  <a:lnTo>
                    <a:pt x="28359" y="56095"/>
                  </a:lnTo>
                  <a:close/>
                </a:path>
                <a:path w="28575" h="77470">
                  <a:moveTo>
                    <a:pt x="28359" y="0"/>
                  </a:moveTo>
                  <a:lnTo>
                    <a:pt x="0" y="0"/>
                  </a:lnTo>
                  <a:lnTo>
                    <a:pt x="0" y="17526"/>
                  </a:lnTo>
                  <a:lnTo>
                    <a:pt x="28359" y="17526"/>
                  </a:lnTo>
                  <a:lnTo>
                    <a:pt x="28359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7" name="object 3277" descr=""/>
            <p:cNvSpPr/>
            <p:nvPr/>
          </p:nvSpPr>
          <p:spPr>
            <a:xfrm>
              <a:off x="2458176" y="8262282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53"/>
                  </a:moveTo>
                  <a:lnTo>
                    <a:pt x="28365" y="82353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8235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78" name="object 3278" descr=""/>
            <p:cNvSpPr/>
            <p:nvPr/>
          </p:nvSpPr>
          <p:spPr>
            <a:xfrm>
              <a:off x="2413139" y="8262283"/>
              <a:ext cx="28575" cy="77470"/>
            </a:xfrm>
            <a:custGeom>
              <a:avLst/>
              <a:gdLst/>
              <a:ahLst/>
              <a:cxnLst/>
              <a:rect l="l" t="t" r="r" b="b"/>
              <a:pathLst>
                <a:path w="28575" h="77470">
                  <a:moveTo>
                    <a:pt x="28333" y="56095"/>
                  </a:moveTo>
                  <a:lnTo>
                    <a:pt x="0" y="56095"/>
                  </a:lnTo>
                  <a:lnTo>
                    <a:pt x="0" y="77216"/>
                  </a:lnTo>
                  <a:lnTo>
                    <a:pt x="28333" y="77216"/>
                  </a:lnTo>
                  <a:lnTo>
                    <a:pt x="28333" y="56095"/>
                  </a:lnTo>
                  <a:close/>
                </a:path>
                <a:path w="28575" h="77470">
                  <a:moveTo>
                    <a:pt x="28333" y="0"/>
                  </a:moveTo>
                  <a:lnTo>
                    <a:pt x="0" y="0"/>
                  </a:lnTo>
                  <a:lnTo>
                    <a:pt x="0" y="17526"/>
                  </a:lnTo>
                  <a:lnTo>
                    <a:pt x="28333" y="17526"/>
                  </a:lnTo>
                  <a:lnTo>
                    <a:pt x="28333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9" name="object 3279" descr=""/>
            <p:cNvSpPr/>
            <p:nvPr/>
          </p:nvSpPr>
          <p:spPr>
            <a:xfrm>
              <a:off x="2413141" y="8262282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53"/>
                  </a:moveTo>
                  <a:lnTo>
                    <a:pt x="28334" y="82353"/>
                  </a:lnTo>
                  <a:lnTo>
                    <a:pt x="28334" y="0"/>
                  </a:lnTo>
                  <a:lnTo>
                    <a:pt x="0" y="0"/>
                  </a:lnTo>
                  <a:lnTo>
                    <a:pt x="0" y="8235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80" name="object 3280" descr=""/>
            <p:cNvSpPr/>
            <p:nvPr/>
          </p:nvSpPr>
          <p:spPr>
            <a:xfrm>
              <a:off x="2368016" y="8262283"/>
              <a:ext cx="28575" cy="77470"/>
            </a:xfrm>
            <a:custGeom>
              <a:avLst/>
              <a:gdLst/>
              <a:ahLst/>
              <a:cxnLst/>
              <a:rect l="l" t="t" r="r" b="b"/>
              <a:pathLst>
                <a:path w="28575" h="77470">
                  <a:moveTo>
                    <a:pt x="28371" y="56095"/>
                  </a:moveTo>
                  <a:lnTo>
                    <a:pt x="0" y="56095"/>
                  </a:lnTo>
                  <a:lnTo>
                    <a:pt x="0" y="77216"/>
                  </a:lnTo>
                  <a:lnTo>
                    <a:pt x="28371" y="77216"/>
                  </a:lnTo>
                  <a:lnTo>
                    <a:pt x="28371" y="56095"/>
                  </a:lnTo>
                  <a:close/>
                </a:path>
                <a:path w="28575" h="77470">
                  <a:moveTo>
                    <a:pt x="28371" y="0"/>
                  </a:moveTo>
                  <a:lnTo>
                    <a:pt x="0" y="0"/>
                  </a:lnTo>
                  <a:lnTo>
                    <a:pt x="0" y="17526"/>
                  </a:lnTo>
                  <a:lnTo>
                    <a:pt x="28371" y="17526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1" name="object 3281" descr=""/>
            <p:cNvSpPr/>
            <p:nvPr/>
          </p:nvSpPr>
          <p:spPr>
            <a:xfrm>
              <a:off x="2368022" y="8262282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53"/>
                  </a:moveTo>
                  <a:lnTo>
                    <a:pt x="28376" y="82353"/>
                  </a:lnTo>
                  <a:lnTo>
                    <a:pt x="28376" y="0"/>
                  </a:lnTo>
                  <a:lnTo>
                    <a:pt x="0" y="0"/>
                  </a:lnTo>
                  <a:lnTo>
                    <a:pt x="0" y="8235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82" name="object 3282" descr=""/>
            <p:cNvSpPr/>
            <p:nvPr/>
          </p:nvSpPr>
          <p:spPr>
            <a:xfrm>
              <a:off x="2593416" y="8378069"/>
              <a:ext cx="28575" cy="67310"/>
            </a:xfrm>
            <a:custGeom>
              <a:avLst/>
              <a:gdLst/>
              <a:ahLst/>
              <a:cxnLst/>
              <a:rect l="l" t="t" r="r" b="b"/>
              <a:pathLst>
                <a:path w="28575" h="67309">
                  <a:moveTo>
                    <a:pt x="28371" y="59690"/>
                  </a:moveTo>
                  <a:lnTo>
                    <a:pt x="0" y="59690"/>
                  </a:lnTo>
                  <a:lnTo>
                    <a:pt x="0" y="67119"/>
                  </a:lnTo>
                  <a:lnTo>
                    <a:pt x="28371" y="67119"/>
                  </a:lnTo>
                  <a:lnTo>
                    <a:pt x="28371" y="59690"/>
                  </a:lnTo>
                  <a:close/>
                </a:path>
                <a:path w="28575" h="67309">
                  <a:moveTo>
                    <a:pt x="28371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71" y="21120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3" name="object 3283" descr=""/>
            <p:cNvSpPr/>
            <p:nvPr/>
          </p:nvSpPr>
          <p:spPr>
            <a:xfrm>
              <a:off x="2593428" y="8362855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65" y="82332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84" name="object 3284" descr=""/>
            <p:cNvSpPr/>
            <p:nvPr/>
          </p:nvSpPr>
          <p:spPr>
            <a:xfrm>
              <a:off x="2548369" y="8378069"/>
              <a:ext cx="28575" cy="67310"/>
            </a:xfrm>
            <a:custGeom>
              <a:avLst/>
              <a:gdLst/>
              <a:ahLst/>
              <a:cxnLst/>
              <a:rect l="l" t="t" r="r" b="b"/>
              <a:pathLst>
                <a:path w="28575" h="67309">
                  <a:moveTo>
                    <a:pt x="28346" y="59690"/>
                  </a:moveTo>
                  <a:lnTo>
                    <a:pt x="0" y="59690"/>
                  </a:lnTo>
                  <a:lnTo>
                    <a:pt x="0" y="67119"/>
                  </a:lnTo>
                  <a:lnTo>
                    <a:pt x="28346" y="67119"/>
                  </a:lnTo>
                  <a:lnTo>
                    <a:pt x="28346" y="59690"/>
                  </a:lnTo>
                  <a:close/>
                </a:path>
                <a:path w="28575" h="67309">
                  <a:moveTo>
                    <a:pt x="28346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46" y="21120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5" name="object 3285" descr=""/>
            <p:cNvSpPr/>
            <p:nvPr/>
          </p:nvSpPr>
          <p:spPr>
            <a:xfrm>
              <a:off x="2548372" y="8362855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44" y="82332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86" name="object 3286" descr=""/>
            <p:cNvSpPr/>
            <p:nvPr/>
          </p:nvSpPr>
          <p:spPr>
            <a:xfrm>
              <a:off x="2503259" y="8378069"/>
              <a:ext cx="28575" cy="67310"/>
            </a:xfrm>
            <a:custGeom>
              <a:avLst/>
              <a:gdLst/>
              <a:ahLst/>
              <a:cxnLst/>
              <a:rect l="l" t="t" r="r" b="b"/>
              <a:pathLst>
                <a:path w="28575" h="67309">
                  <a:moveTo>
                    <a:pt x="28346" y="59690"/>
                  </a:moveTo>
                  <a:lnTo>
                    <a:pt x="0" y="59690"/>
                  </a:lnTo>
                  <a:lnTo>
                    <a:pt x="0" y="67119"/>
                  </a:lnTo>
                  <a:lnTo>
                    <a:pt x="28346" y="67119"/>
                  </a:lnTo>
                  <a:lnTo>
                    <a:pt x="28346" y="59690"/>
                  </a:lnTo>
                  <a:close/>
                </a:path>
                <a:path w="28575" h="67309">
                  <a:moveTo>
                    <a:pt x="28346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46" y="21120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7" name="object 3287" descr=""/>
            <p:cNvSpPr/>
            <p:nvPr/>
          </p:nvSpPr>
          <p:spPr>
            <a:xfrm>
              <a:off x="2503264" y="8362855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44" y="82332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88" name="object 3288" descr=""/>
            <p:cNvSpPr/>
            <p:nvPr/>
          </p:nvSpPr>
          <p:spPr>
            <a:xfrm>
              <a:off x="2458174" y="8378069"/>
              <a:ext cx="28575" cy="67310"/>
            </a:xfrm>
            <a:custGeom>
              <a:avLst/>
              <a:gdLst/>
              <a:ahLst/>
              <a:cxnLst/>
              <a:rect l="l" t="t" r="r" b="b"/>
              <a:pathLst>
                <a:path w="28575" h="67309">
                  <a:moveTo>
                    <a:pt x="28359" y="59690"/>
                  </a:moveTo>
                  <a:lnTo>
                    <a:pt x="0" y="59690"/>
                  </a:lnTo>
                  <a:lnTo>
                    <a:pt x="0" y="67119"/>
                  </a:lnTo>
                  <a:lnTo>
                    <a:pt x="28359" y="67119"/>
                  </a:lnTo>
                  <a:lnTo>
                    <a:pt x="28359" y="59690"/>
                  </a:lnTo>
                  <a:close/>
                </a:path>
                <a:path w="28575" h="67309">
                  <a:moveTo>
                    <a:pt x="28359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59" y="21120"/>
                  </a:lnTo>
                  <a:lnTo>
                    <a:pt x="28359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9" name="object 3289" descr=""/>
            <p:cNvSpPr/>
            <p:nvPr/>
          </p:nvSpPr>
          <p:spPr>
            <a:xfrm>
              <a:off x="2458176" y="8362855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65" y="82332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90" name="object 3290" descr=""/>
            <p:cNvSpPr/>
            <p:nvPr/>
          </p:nvSpPr>
          <p:spPr>
            <a:xfrm>
              <a:off x="2413139" y="8378069"/>
              <a:ext cx="28575" cy="67310"/>
            </a:xfrm>
            <a:custGeom>
              <a:avLst/>
              <a:gdLst/>
              <a:ahLst/>
              <a:cxnLst/>
              <a:rect l="l" t="t" r="r" b="b"/>
              <a:pathLst>
                <a:path w="28575" h="67309">
                  <a:moveTo>
                    <a:pt x="28333" y="59690"/>
                  </a:moveTo>
                  <a:lnTo>
                    <a:pt x="0" y="59690"/>
                  </a:lnTo>
                  <a:lnTo>
                    <a:pt x="0" y="67119"/>
                  </a:lnTo>
                  <a:lnTo>
                    <a:pt x="28333" y="67119"/>
                  </a:lnTo>
                  <a:lnTo>
                    <a:pt x="28333" y="59690"/>
                  </a:lnTo>
                  <a:close/>
                </a:path>
                <a:path w="28575" h="67309">
                  <a:moveTo>
                    <a:pt x="28333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33" y="21120"/>
                  </a:lnTo>
                  <a:lnTo>
                    <a:pt x="28333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1" name="object 3291" descr=""/>
            <p:cNvSpPr/>
            <p:nvPr/>
          </p:nvSpPr>
          <p:spPr>
            <a:xfrm>
              <a:off x="2413141" y="8362855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34" y="82332"/>
                  </a:lnTo>
                  <a:lnTo>
                    <a:pt x="28334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92" name="object 3292" descr=""/>
            <p:cNvSpPr/>
            <p:nvPr/>
          </p:nvSpPr>
          <p:spPr>
            <a:xfrm>
              <a:off x="2368016" y="8378069"/>
              <a:ext cx="28575" cy="67310"/>
            </a:xfrm>
            <a:custGeom>
              <a:avLst/>
              <a:gdLst/>
              <a:ahLst/>
              <a:cxnLst/>
              <a:rect l="l" t="t" r="r" b="b"/>
              <a:pathLst>
                <a:path w="28575" h="67309">
                  <a:moveTo>
                    <a:pt x="28371" y="59690"/>
                  </a:moveTo>
                  <a:lnTo>
                    <a:pt x="0" y="59690"/>
                  </a:lnTo>
                  <a:lnTo>
                    <a:pt x="0" y="67119"/>
                  </a:lnTo>
                  <a:lnTo>
                    <a:pt x="28371" y="67119"/>
                  </a:lnTo>
                  <a:lnTo>
                    <a:pt x="28371" y="59690"/>
                  </a:lnTo>
                  <a:close/>
                </a:path>
                <a:path w="28575" h="67309">
                  <a:moveTo>
                    <a:pt x="28371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71" y="21120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3" name="object 3293" descr=""/>
            <p:cNvSpPr/>
            <p:nvPr/>
          </p:nvSpPr>
          <p:spPr>
            <a:xfrm>
              <a:off x="2368022" y="8362855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76" y="82332"/>
                  </a:lnTo>
                  <a:lnTo>
                    <a:pt x="28376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94" name="object 3294" descr=""/>
            <p:cNvSpPr/>
            <p:nvPr/>
          </p:nvSpPr>
          <p:spPr>
            <a:xfrm>
              <a:off x="2593428" y="8497437"/>
              <a:ext cx="28575" cy="21590"/>
            </a:xfrm>
            <a:custGeom>
              <a:avLst/>
              <a:gdLst/>
              <a:ahLst/>
              <a:cxnLst/>
              <a:rect l="l" t="t" r="r" b="b"/>
              <a:pathLst>
                <a:path w="28575" h="21590">
                  <a:moveTo>
                    <a:pt x="0" y="21130"/>
                  </a:moveTo>
                  <a:lnTo>
                    <a:pt x="28365" y="21130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2113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5" name="object 3295" descr=""/>
            <p:cNvSpPr/>
            <p:nvPr/>
          </p:nvSpPr>
          <p:spPr>
            <a:xfrm>
              <a:off x="2593428" y="846338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11"/>
                  </a:moveTo>
                  <a:lnTo>
                    <a:pt x="28365" y="82311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823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96" name="object 3296" descr=""/>
            <p:cNvSpPr/>
            <p:nvPr/>
          </p:nvSpPr>
          <p:spPr>
            <a:xfrm>
              <a:off x="2548372" y="8497437"/>
              <a:ext cx="28575" cy="21590"/>
            </a:xfrm>
            <a:custGeom>
              <a:avLst/>
              <a:gdLst/>
              <a:ahLst/>
              <a:cxnLst/>
              <a:rect l="l" t="t" r="r" b="b"/>
              <a:pathLst>
                <a:path w="28575" h="21590">
                  <a:moveTo>
                    <a:pt x="0" y="21130"/>
                  </a:moveTo>
                  <a:lnTo>
                    <a:pt x="28344" y="21130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2113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7" name="object 3297" descr=""/>
            <p:cNvSpPr/>
            <p:nvPr/>
          </p:nvSpPr>
          <p:spPr>
            <a:xfrm>
              <a:off x="2548372" y="846338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11"/>
                  </a:moveTo>
                  <a:lnTo>
                    <a:pt x="28344" y="82311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98" name="object 3298" descr=""/>
            <p:cNvSpPr/>
            <p:nvPr/>
          </p:nvSpPr>
          <p:spPr>
            <a:xfrm>
              <a:off x="2503264" y="8497437"/>
              <a:ext cx="28575" cy="21590"/>
            </a:xfrm>
            <a:custGeom>
              <a:avLst/>
              <a:gdLst/>
              <a:ahLst/>
              <a:cxnLst/>
              <a:rect l="l" t="t" r="r" b="b"/>
              <a:pathLst>
                <a:path w="28575" h="21590">
                  <a:moveTo>
                    <a:pt x="0" y="21130"/>
                  </a:moveTo>
                  <a:lnTo>
                    <a:pt x="28344" y="21130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2113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9" name="object 3299" descr=""/>
            <p:cNvSpPr/>
            <p:nvPr/>
          </p:nvSpPr>
          <p:spPr>
            <a:xfrm>
              <a:off x="2503264" y="846338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11"/>
                  </a:moveTo>
                  <a:lnTo>
                    <a:pt x="28344" y="82311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00" name="object 3300" descr=""/>
            <p:cNvSpPr/>
            <p:nvPr/>
          </p:nvSpPr>
          <p:spPr>
            <a:xfrm>
              <a:off x="2458176" y="8497437"/>
              <a:ext cx="28575" cy="21590"/>
            </a:xfrm>
            <a:custGeom>
              <a:avLst/>
              <a:gdLst/>
              <a:ahLst/>
              <a:cxnLst/>
              <a:rect l="l" t="t" r="r" b="b"/>
              <a:pathLst>
                <a:path w="28575" h="21590">
                  <a:moveTo>
                    <a:pt x="0" y="21130"/>
                  </a:moveTo>
                  <a:lnTo>
                    <a:pt x="28365" y="21130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2113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1" name="object 3301" descr=""/>
            <p:cNvSpPr/>
            <p:nvPr/>
          </p:nvSpPr>
          <p:spPr>
            <a:xfrm>
              <a:off x="2458176" y="846338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11"/>
                  </a:moveTo>
                  <a:lnTo>
                    <a:pt x="28365" y="82311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823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02" name="object 3302" descr=""/>
            <p:cNvSpPr/>
            <p:nvPr/>
          </p:nvSpPr>
          <p:spPr>
            <a:xfrm>
              <a:off x="2413141" y="8497437"/>
              <a:ext cx="28575" cy="21590"/>
            </a:xfrm>
            <a:custGeom>
              <a:avLst/>
              <a:gdLst/>
              <a:ahLst/>
              <a:cxnLst/>
              <a:rect l="l" t="t" r="r" b="b"/>
              <a:pathLst>
                <a:path w="28575" h="21590">
                  <a:moveTo>
                    <a:pt x="0" y="21130"/>
                  </a:moveTo>
                  <a:lnTo>
                    <a:pt x="28334" y="21130"/>
                  </a:lnTo>
                  <a:lnTo>
                    <a:pt x="28334" y="0"/>
                  </a:lnTo>
                  <a:lnTo>
                    <a:pt x="0" y="0"/>
                  </a:lnTo>
                  <a:lnTo>
                    <a:pt x="0" y="2113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3" name="object 3303" descr=""/>
            <p:cNvSpPr/>
            <p:nvPr/>
          </p:nvSpPr>
          <p:spPr>
            <a:xfrm>
              <a:off x="2413141" y="846338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11"/>
                  </a:moveTo>
                  <a:lnTo>
                    <a:pt x="28334" y="82311"/>
                  </a:lnTo>
                  <a:lnTo>
                    <a:pt x="28334" y="0"/>
                  </a:lnTo>
                  <a:lnTo>
                    <a:pt x="0" y="0"/>
                  </a:lnTo>
                  <a:lnTo>
                    <a:pt x="0" y="823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04" name="object 3304" descr=""/>
            <p:cNvSpPr/>
            <p:nvPr/>
          </p:nvSpPr>
          <p:spPr>
            <a:xfrm>
              <a:off x="2368022" y="8497437"/>
              <a:ext cx="28575" cy="21590"/>
            </a:xfrm>
            <a:custGeom>
              <a:avLst/>
              <a:gdLst/>
              <a:ahLst/>
              <a:cxnLst/>
              <a:rect l="l" t="t" r="r" b="b"/>
              <a:pathLst>
                <a:path w="28575" h="21590">
                  <a:moveTo>
                    <a:pt x="0" y="21130"/>
                  </a:moveTo>
                  <a:lnTo>
                    <a:pt x="28376" y="21130"/>
                  </a:lnTo>
                  <a:lnTo>
                    <a:pt x="28376" y="0"/>
                  </a:lnTo>
                  <a:lnTo>
                    <a:pt x="0" y="0"/>
                  </a:lnTo>
                  <a:lnTo>
                    <a:pt x="0" y="2113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5" name="object 3305" descr=""/>
            <p:cNvSpPr/>
            <p:nvPr/>
          </p:nvSpPr>
          <p:spPr>
            <a:xfrm>
              <a:off x="2368022" y="846338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11"/>
                  </a:moveTo>
                  <a:lnTo>
                    <a:pt x="28376" y="82311"/>
                  </a:lnTo>
                  <a:lnTo>
                    <a:pt x="28376" y="0"/>
                  </a:lnTo>
                  <a:lnTo>
                    <a:pt x="0" y="0"/>
                  </a:lnTo>
                  <a:lnTo>
                    <a:pt x="0" y="823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06" name="object 3306" descr=""/>
            <p:cNvSpPr/>
            <p:nvPr/>
          </p:nvSpPr>
          <p:spPr>
            <a:xfrm>
              <a:off x="2593416" y="8563908"/>
              <a:ext cx="28575" cy="74295"/>
            </a:xfrm>
            <a:custGeom>
              <a:avLst/>
              <a:gdLst/>
              <a:ahLst/>
              <a:cxnLst/>
              <a:rect l="l" t="t" r="r" b="b"/>
              <a:pathLst>
                <a:path w="28575" h="74295">
                  <a:moveTo>
                    <a:pt x="28371" y="52908"/>
                  </a:moveTo>
                  <a:lnTo>
                    <a:pt x="0" y="52908"/>
                  </a:lnTo>
                  <a:lnTo>
                    <a:pt x="0" y="74041"/>
                  </a:lnTo>
                  <a:lnTo>
                    <a:pt x="28371" y="74041"/>
                  </a:lnTo>
                  <a:lnTo>
                    <a:pt x="28371" y="52908"/>
                  </a:lnTo>
                  <a:close/>
                </a:path>
                <a:path w="28575" h="74295">
                  <a:moveTo>
                    <a:pt x="28371" y="0"/>
                  </a:moveTo>
                  <a:lnTo>
                    <a:pt x="0" y="0"/>
                  </a:lnTo>
                  <a:lnTo>
                    <a:pt x="0" y="14351"/>
                  </a:lnTo>
                  <a:lnTo>
                    <a:pt x="28371" y="14351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7" name="object 3307" descr=""/>
            <p:cNvSpPr/>
            <p:nvPr/>
          </p:nvSpPr>
          <p:spPr>
            <a:xfrm>
              <a:off x="2593428" y="856389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63"/>
                  </a:moveTo>
                  <a:lnTo>
                    <a:pt x="28365" y="82363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8236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08" name="object 3308" descr=""/>
            <p:cNvSpPr/>
            <p:nvPr/>
          </p:nvSpPr>
          <p:spPr>
            <a:xfrm>
              <a:off x="2548369" y="8563908"/>
              <a:ext cx="28575" cy="74295"/>
            </a:xfrm>
            <a:custGeom>
              <a:avLst/>
              <a:gdLst/>
              <a:ahLst/>
              <a:cxnLst/>
              <a:rect l="l" t="t" r="r" b="b"/>
              <a:pathLst>
                <a:path w="28575" h="74295">
                  <a:moveTo>
                    <a:pt x="28346" y="52908"/>
                  </a:moveTo>
                  <a:lnTo>
                    <a:pt x="0" y="52908"/>
                  </a:lnTo>
                  <a:lnTo>
                    <a:pt x="0" y="74041"/>
                  </a:lnTo>
                  <a:lnTo>
                    <a:pt x="28346" y="74041"/>
                  </a:lnTo>
                  <a:lnTo>
                    <a:pt x="28346" y="52908"/>
                  </a:lnTo>
                  <a:close/>
                </a:path>
                <a:path w="28575" h="74295">
                  <a:moveTo>
                    <a:pt x="28346" y="0"/>
                  </a:moveTo>
                  <a:lnTo>
                    <a:pt x="0" y="0"/>
                  </a:lnTo>
                  <a:lnTo>
                    <a:pt x="0" y="14351"/>
                  </a:lnTo>
                  <a:lnTo>
                    <a:pt x="28346" y="14351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9" name="object 3309" descr=""/>
            <p:cNvSpPr/>
            <p:nvPr/>
          </p:nvSpPr>
          <p:spPr>
            <a:xfrm>
              <a:off x="2548372" y="856389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63"/>
                  </a:moveTo>
                  <a:lnTo>
                    <a:pt x="28344" y="82363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6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10" name="object 3310" descr=""/>
            <p:cNvSpPr/>
            <p:nvPr/>
          </p:nvSpPr>
          <p:spPr>
            <a:xfrm>
              <a:off x="2503259" y="8563908"/>
              <a:ext cx="28575" cy="74295"/>
            </a:xfrm>
            <a:custGeom>
              <a:avLst/>
              <a:gdLst/>
              <a:ahLst/>
              <a:cxnLst/>
              <a:rect l="l" t="t" r="r" b="b"/>
              <a:pathLst>
                <a:path w="28575" h="74295">
                  <a:moveTo>
                    <a:pt x="28346" y="52908"/>
                  </a:moveTo>
                  <a:lnTo>
                    <a:pt x="0" y="52908"/>
                  </a:lnTo>
                  <a:lnTo>
                    <a:pt x="0" y="74041"/>
                  </a:lnTo>
                  <a:lnTo>
                    <a:pt x="28346" y="74041"/>
                  </a:lnTo>
                  <a:lnTo>
                    <a:pt x="28346" y="52908"/>
                  </a:lnTo>
                  <a:close/>
                </a:path>
                <a:path w="28575" h="74295">
                  <a:moveTo>
                    <a:pt x="28346" y="0"/>
                  </a:moveTo>
                  <a:lnTo>
                    <a:pt x="0" y="0"/>
                  </a:lnTo>
                  <a:lnTo>
                    <a:pt x="0" y="14351"/>
                  </a:lnTo>
                  <a:lnTo>
                    <a:pt x="28346" y="14351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1" name="object 3311" descr=""/>
            <p:cNvSpPr/>
            <p:nvPr/>
          </p:nvSpPr>
          <p:spPr>
            <a:xfrm>
              <a:off x="2503264" y="856389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63"/>
                  </a:moveTo>
                  <a:lnTo>
                    <a:pt x="28344" y="82363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6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12" name="object 3312" descr=""/>
            <p:cNvSpPr/>
            <p:nvPr/>
          </p:nvSpPr>
          <p:spPr>
            <a:xfrm>
              <a:off x="2458174" y="8563908"/>
              <a:ext cx="28575" cy="74295"/>
            </a:xfrm>
            <a:custGeom>
              <a:avLst/>
              <a:gdLst/>
              <a:ahLst/>
              <a:cxnLst/>
              <a:rect l="l" t="t" r="r" b="b"/>
              <a:pathLst>
                <a:path w="28575" h="74295">
                  <a:moveTo>
                    <a:pt x="28359" y="52908"/>
                  </a:moveTo>
                  <a:lnTo>
                    <a:pt x="0" y="52908"/>
                  </a:lnTo>
                  <a:lnTo>
                    <a:pt x="0" y="74041"/>
                  </a:lnTo>
                  <a:lnTo>
                    <a:pt x="28359" y="74041"/>
                  </a:lnTo>
                  <a:lnTo>
                    <a:pt x="28359" y="52908"/>
                  </a:lnTo>
                  <a:close/>
                </a:path>
                <a:path w="28575" h="74295">
                  <a:moveTo>
                    <a:pt x="28359" y="0"/>
                  </a:moveTo>
                  <a:lnTo>
                    <a:pt x="0" y="0"/>
                  </a:lnTo>
                  <a:lnTo>
                    <a:pt x="0" y="14351"/>
                  </a:lnTo>
                  <a:lnTo>
                    <a:pt x="28359" y="14351"/>
                  </a:lnTo>
                  <a:lnTo>
                    <a:pt x="28359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3" name="object 3313" descr=""/>
            <p:cNvSpPr/>
            <p:nvPr/>
          </p:nvSpPr>
          <p:spPr>
            <a:xfrm>
              <a:off x="2458176" y="856389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63"/>
                  </a:moveTo>
                  <a:lnTo>
                    <a:pt x="28365" y="82363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8236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14" name="object 3314" descr=""/>
            <p:cNvSpPr/>
            <p:nvPr/>
          </p:nvSpPr>
          <p:spPr>
            <a:xfrm>
              <a:off x="2413139" y="8563908"/>
              <a:ext cx="28575" cy="74295"/>
            </a:xfrm>
            <a:custGeom>
              <a:avLst/>
              <a:gdLst/>
              <a:ahLst/>
              <a:cxnLst/>
              <a:rect l="l" t="t" r="r" b="b"/>
              <a:pathLst>
                <a:path w="28575" h="74295">
                  <a:moveTo>
                    <a:pt x="28333" y="52908"/>
                  </a:moveTo>
                  <a:lnTo>
                    <a:pt x="0" y="52908"/>
                  </a:lnTo>
                  <a:lnTo>
                    <a:pt x="0" y="74041"/>
                  </a:lnTo>
                  <a:lnTo>
                    <a:pt x="28333" y="74041"/>
                  </a:lnTo>
                  <a:lnTo>
                    <a:pt x="28333" y="52908"/>
                  </a:lnTo>
                  <a:close/>
                </a:path>
                <a:path w="28575" h="74295">
                  <a:moveTo>
                    <a:pt x="28333" y="0"/>
                  </a:moveTo>
                  <a:lnTo>
                    <a:pt x="0" y="0"/>
                  </a:lnTo>
                  <a:lnTo>
                    <a:pt x="0" y="14351"/>
                  </a:lnTo>
                  <a:lnTo>
                    <a:pt x="28333" y="14351"/>
                  </a:lnTo>
                  <a:lnTo>
                    <a:pt x="28333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5" name="object 3315" descr=""/>
            <p:cNvSpPr/>
            <p:nvPr/>
          </p:nvSpPr>
          <p:spPr>
            <a:xfrm>
              <a:off x="2413141" y="856389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63"/>
                  </a:moveTo>
                  <a:lnTo>
                    <a:pt x="28334" y="82363"/>
                  </a:lnTo>
                  <a:lnTo>
                    <a:pt x="28334" y="0"/>
                  </a:lnTo>
                  <a:lnTo>
                    <a:pt x="0" y="0"/>
                  </a:lnTo>
                  <a:lnTo>
                    <a:pt x="0" y="8236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16" name="object 3316" descr=""/>
            <p:cNvSpPr/>
            <p:nvPr/>
          </p:nvSpPr>
          <p:spPr>
            <a:xfrm>
              <a:off x="2368016" y="8563908"/>
              <a:ext cx="28575" cy="74295"/>
            </a:xfrm>
            <a:custGeom>
              <a:avLst/>
              <a:gdLst/>
              <a:ahLst/>
              <a:cxnLst/>
              <a:rect l="l" t="t" r="r" b="b"/>
              <a:pathLst>
                <a:path w="28575" h="74295">
                  <a:moveTo>
                    <a:pt x="28371" y="52908"/>
                  </a:moveTo>
                  <a:lnTo>
                    <a:pt x="0" y="52908"/>
                  </a:lnTo>
                  <a:lnTo>
                    <a:pt x="0" y="74041"/>
                  </a:lnTo>
                  <a:lnTo>
                    <a:pt x="28371" y="74041"/>
                  </a:lnTo>
                  <a:lnTo>
                    <a:pt x="28371" y="52908"/>
                  </a:lnTo>
                  <a:close/>
                </a:path>
                <a:path w="28575" h="74295">
                  <a:moveTo>
                    <a:pt x="28371" y="0"/>
                  </a:moveTo>
                  <a:lnTo>
                    <a:pt x="0" y="0"/>
                  </a:lnTo>
                  <a:lnTo>
                    <a:pt x="0" y="14351"/>
                  </a:lnTo>
                  <a:lnTo>
                    <a:pt x="28371" y="14351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7" name="object 3317" descr=""/>
            <p:cNvSpPr/>
            <p:nvPr/>
          </p:nvSpPr>
          <p:spPr>
            <a:xfrm>
              <a:off x="2368022" y="856389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63"/>
                  </a:moveTo>
                  <a:lnTo>
                    <a:pt x="28376" y="82363"/>
                  </a:lnTo>
                  <a:lnTo>
                    <a:pt x="28376" y="0"/>
                  </a:lnTo>
                  <a:lnTo>
                    <a:pt x="0" y="0"/>
                  </a:lnTo>
                  <a:lnTo>
                    <a:pt x="0" y="8236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18" name="object 3318" descr=""/>
            <p:cNvSpPr/>
            <p:nvPr/>
          </p:nvSpPr>
          <p:spPr>
            <a:xfrm>
              <a:off x="2325395" y="8676519"/>
              <a:ext cx="28575" cy="81280"/>
            </a:xfrm>
            <a:custGeom>
              <a:avLst/>
              <a:gdLst/>
              <a:ahLst/>
              <a:cxnLst/>
              <a:rect l="l" t="t" r="r" b="b"/>
              <a:pathLst>
                <a:path w="28575" h="81279">
                  <a:moveTo>
                    <a:pt x="28409" y="59677"/>
                  </a:moveTo>
                  <a:lnTo>
                    <a:pt x="0" y="59677"/>
                  </a:lnTo>
                  <a:lnTo>
                    <a:pt x="0" y="80810"/>
                  </a:lnTo>
                  <a:lnTo>
                    <a:pt x="28409" y="80810"/>
                  </a:lnTo>
                  <a:lnTo>
                    <a:pt x="28409" y="59677"/>
                  </a:lnTo>
                  <a:close/>
                </a:path>
                <a:path w="28575" h="81279">
                  <a:moveTo>
                    <a:pt x="28409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409" y="21120"/>
                  </a:lnTo>
                  <a:lnTo>
                    <a:pt x="28409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9" name="object 3319" descr=""/>
            <p:cNvSpPr/>
            <p:nvPr/>
          </p:nvSpPr>
          <p:spPr>
            <a:xfrm>
              <a:off x="2325405" y="8666134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0" y="114656"/>
                  </a:moveTo>
                  <a:lnTo>
                    <a:pt x="28407" y="114656"/>
                  </a:lnTo>
                  <a:lnTo>
                    <a:pt x="28407" y="0"/>
                  </a:lnTo>
                  <a:lnTo>
                    <a:pt x="0" y="0"/>
                  </a:lnTo>
                  <a:lnTo>
                    <a:pt x="0" y="11465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20" name="object 3320" descr=""/>
            <p:cNvSpPr/>
            <p:nvPr/>
          </p:nvSpPr>
          <p:spPr>
            <a:xfrm>
              <a:off x="2280373" y="8676519"/>
              <a:ext cx="28575" cy="81280"/>
            </a:xfrm>
            <a:custGeom>
              <a:avLst/>
              <a:gdLst/>
              <a:ahLst/>
              <a:cxnLst/>
              <a:rect l="l" t="t" r="r" b="b"/>
              <a:pathLst>
                <a:path w="28575" h="81279">
                  <a:moveTo>
                    <a:pt x="28308" y="59677"/>
                  </a:moveTo>
                  <a:lnTo>
                    <a:pt x="0" y="59677"/>
                  </a:lnTo>
                  <a:lnTo>
                    <a:pt x="0" y="80810"/>
                  </a:lnTo>
                  <a:lnTo>
                    <a:pt x="28308" y="80810"/>
                  </a:lnTo>
                  <a:lnTo>
                    <a:pt x="28308" y="59677"/>
                  </a:lnTo>
                  <a:close/>
                </a:path>
                <a:path w="28575" h="81279">
                  <a:moveTo>
                    <a:pt x="28308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08" y="21120"/>
                  </a:lnTo>
                  <a:lnTo>
                    <a:pt x="28308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1" name="object 3321" descr=""/>
            <p:cNvSpPr/>
            <p:nvPr/>
          </p:nvSpPr>
          <p:spPr>
            <a:xfrm>
              <a:off x="2280380" y="8666134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0" y="114656"/>
                  </a:moveTo>
                  <a:lnTo>
                    <a:pt x="28313" y="114656"/>
                  </a:lnTo>
                  <a:lnTo>
                    <a:pt x="28313" y="0"/>
                  </a:lnTo>
                  <a:lnTo>
                    <a:pt x="0" y="0"/>
                  </a:lnTo>
                  <a:lnTo>
                    <a:pt x="0" y="11465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22" name="object 3322" descr=""/>
            <p:cNvSpPr/>
            <p:nvPr/>
          </p:nvSpPr>
          <p:spPr>
            <a:xfrm>
              <a:off x="2235263" y="8676519"/>
              <a:ext cx="28575" cy="81280"/>
            </a:xfrm>
            <a:custGeom>
              <a:avLst/>
              <a:gdLst/>
              <a:ahLst/>
              <a:cxnLst/>
              <a:rect l="l" t="t" r="r" b="b"/>
              <a:pathLst>
                <a:path w="28575" h="81279">
                  <a:moveTo>
                    <a:pt x="28346" y="59677"/>
                  </a:moveTo>
                  <a:lnTo>
                    <a:pt x="0" y="59677"/>
                  </a:lnTo>
                  <a:lnTo>
                    <a:pt x="0" y="80810"/>
                  </a:lnTo>
                  <a:lnTo>
                    <a:pt x="28346" y="80810"/>
                  </a:lnTo>
                  <a:lnTo>
                    <a:pt x="28346" y="59677"/>
                  </a:lnTo>
                  <a:close/>
                </a:path>
                <a:path w="28575" h="81279">
                  <a:moveTo>
                    <a:pt x="28346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46" y="21120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3" name="object 3323" descr=""/>
            <p:cNvSpPr/>
            <p:nvPr/>
          </p:nvSpPr>
          <p:spPr>
            <a:xfrm>
              <a:off x="2235272" y="8666134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0" y="114656"/>
                  </a:moveTo>
                  <a:lnTo>
                    <a:pt x="28344" y="114656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11465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24" name="object 3324" descr=""/>
            <p:cNvSpPr/>
            <p:nvPr/>
          </p:nvSpPr>
          <p:spPr>
            <a:xfrm>
              <a:off x="2190191" y="8676519"/>
              <a:ext cx="28575" cy="81280"/>
            </a:xfrm>
            <a:custGeom>
              <a:avLst/>
              <a:gdLst/>
              <a:ahLst/>
              <a:cxnLst/>
              <a:rect l="l" t="t" r="r" b="b"/>
              <a:pathLst>
                <a:path w="28575" h="81279">
                  <a:moveTo>
                    <a:pt x="28321" y="59677"/>
                  </a:moveTo>
                  <a:lnTo>
                    <a:pt x="0" y="59677"/>
                  </a:lnTo>
                  <a:lnTo>
                    <a:pt x="0" y="80810"/>
                  </a:lnTo>
                  <a:lnTo>
                    <a:pt x="28321" y="80810"/>
                  </a:lnTo>
                  <a:lnTo>
                    <a:pt x="28321" y="59677"/>
                  </a:lnTo>
                  <a:close/>
                </a:path>
                <a:path w="28575" h="81279">
                  <a:moveTo>
                    <a:pt x="28321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21" y="21120"/>
                  </a:lnTo>
                  <a:lnTo>
                    <a:pt x="2832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5" name="object 3325" descr=""/>
            <p:cNvSpPr/>
            <p:nvPr/>
          </p:nvSpPr>
          <p:spPr>
            <a:xfrm>
              <a:off x="2190195" y="8666134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0" y="114656"/>
                  </a:moveTo>
                  <a:lnTo>
                    <a:pt x="28323" y="114656"/>
                  </a:lnTo>
                  <a:lnTo>
                    <a:pt x="28323" y="0"/>
                  </a:lnTo>
                  <a:lnTo>
                    <a:pt x="0" y="0"/>
                  </a:lnTo>
                  <a:lnTo>
                    <a:pt x="0" y="11465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26" name="object 3326" descr=""/>
            <p:cNvSpPr/>
            <p:nvPr/>
          </p:nvSpPr>
          <p:spPr>
            <a:xfrm>
              <a:off x="2145068" y="8676519"/>
              <a:ext cx="28575" cy="81280"/>
            </a:xfrm>
            <a:custGeom>
              <a:avLst/>
              <a:gdLst/>
              <a:ahLst/>
              <a:cxnLst/>
              <a:rect l="l" t="t" r="r" b="b"/>
              <a:pathLst>
                <a:path w="28575" h="81279">
                  <a:moveTo>
                    <a:pt x="28371" y="59677"/>
                  </a:moveTo>
                  <a:lnTo>
                    <a:pt x="0" y="59677"/>
                  </a:lnTo>
                  <a:lnTo>
                    <a:pt x="0" y="80810"/>
                  </a:lnTo>
                  <a:lnTo>
                    <a:pt x="28371" y="80810"/>
                  </a:lnTo>
                  <a:lnTo>
                    <a:pt x="28371" y="59677"/>
                  </a:lnTo>
                  <a:close/>
                </a:path>
                <a:path w="28575" h="81279">
                  <a:moveTo>
                    <a:pt x="28371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71" y="21120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7" name="object 3327" descr=""/>
            <p:cNvSpPr/>
            <p:nvPr/>
          </p:nvSpPr>
          <p:spPr>
            <a:xfrm>
              <a:off x="2145076" y="8666134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0" y="114656"/>
                  </a:moveTo>
                  <a:lnTo>
                    <a:pt x="28365" y="114656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11465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28" name="object 3328" descr=""/>
            <p:cNvSpPr/>
            <p:nvPr/>
          </p:nvSpPr>
          <p:spPr>
            <a:xfrm>
              <a:off x="2099995" y="8666143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28371" y="0"/>
                  </a:moveTo>
                  <a:lnTo>
                    <a:pt x="0" y="0"/>
                  </a:lnTo>
                  <a:lnTo>
                    <a:pt x="0" y="10375"/>
                  </a:lnTo>
                  <a:lnTo>
                    <a:pt x="0" y="91186"/>
                  </a:lnTo>
                  <a:lnTo>
                    <a:pt x="0" y="114655"/>
                  </a:lnTo>
                  <a:lnTo>
                    <a:pt x="28371" y="114655"/>
                  </a:lnTo>
                  <a:lnTo>
                    <a:pt x="28371" y="91186"/>
                  </a:lnTo>
                  <a:lnTo>
                    <a:pt x="28371" y="10375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9" name="object 3329" descr=""/>
            <p:cNvSpPr/>
            <p:nvPr/>
          </p:nvSpPr>
          <p:spPr>
            <a:xfrm>
              <a:off x="2099998" y="8666134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0" y="114656"/>
                  </a:moveTo>
                  <a:lnTo>
                    <a:pt x="28376" y="114656"/>
                  </a:lnTo>
                  <a:lnTo>
                    <a:pt x="28376" y="0"/>
                  </a:lnTo>
                  <a:lnTo>
                    <a:pt x="0" y="0"/>
                  </a:lnTo>
                  <a:lnTo>
                    <a:pt x="0" y="11465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30" name="object 3330" descr=""/>
            <p:cNvSpPr/>
            <p:nvPr/>
          </p:nvSpPr>
          <p:spPr>
            <a:xfrm>
              <a:off x="2325405" y="8198986"/>
              <a:ext cx="28575" cy="21590"/>
            </a:xfrm>
            <a:custGeom>
              <a:avLst/>
              <a:gdLst/>
              <a:ahLst/>
              <a:cxnLst/>
              <a:rect l="l" t="t" r="r" b="b"/>
              <a:pathLst>
                <a:path w="28575" h="21590">
                  <a:moveTo>
                    <a:pt x="0" y="21130"/>
                  </a:moveTo>
                  <a:lnTo>
                    <a:pt x="28407" y="21130"/>
                  </a:lnTo>
                  <a:lnTo>
                    <a:pt x="28407" y="0"/>
                  </a:lnTo>
                  <a:lnTo>
                    <a:pt x="0" y="0"/>
                  </a:lnTo>
                  <a:lnTo>
                    <a:pt x="0" y="2113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1" name="object 3331" descr=""/>
            <p:cNvSpPr/>
            <p:nvPr/>
          </p:nvSpPr>
          <p:spPr>
            <a:xfrm>
              <a:off x="2325405" y="8161762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53"/>
                  </a:moveTo>
                  <a:lnTo>
                    <a:pt x="28407" y="82353"/>
                  </a:lnTo>
                  <a:lnTo>
                    <a:pt x="28407" y="0"/>
                  </a:lnTo>
                  <a:lnTo>
                    <a:pt x="0" y="0"/>
                  </a:lnTo>
                  <a:lnTo>
                    <a:pt x="0" y="8235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32" name="object 3332" descr=""/>
            <p:cNvSpPr/>
            <p:nvPr/>
          </p:nvSpPr>
          <p:spPr>
            <a:xfrm>
              <a:off x="2280380" y="8198986"/>
              <a:ext cx="28575" cy="21590"/>
            </a:xfrm>
            <a:custGeom>
              <a:avLst/>
              <a:gdLst/>
              <a:ahLst/>
              <a:cxnLst/>
              <a:rect l="l" t="t" r="r" b="b"/>
              <a:pathLst>
                <a:path w="28575" h="21590">
                  <a:moveTo>
                    <a:pt x="0" y="21130"/>
                  </a:moveTo>
                  <a:lnTo>
                    <a:pt x="28313" y="21130"/>
                  </a:lnTo>
                  <a:lnTo>
                    <a:pt x="28313" y="0"/>
                  </a:lnTo>
                  <a:lnTo>
                    <a:pt x="0" y="0"/>
                  </a:lnTo>
                  <a:lnTo>
                    <a:pt x="0" y="2113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3" name="object 3333" descr=""/>
            <p:cNvSpPr/>
            <p:nvPr/>
          </p:nvSpPr>
          <p:spPr>
            <a:xfrm>
              <a:off x="2280380" y="8161762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53"/>
                  </a:moveTo>
                  <a:lnTo>
                    <a:pt x="28313" y="82353"/>
                  </a:lnTo>
                  <a:lnTo>
                    <a:pt x="28313" y="0"/>
                  </a:lnTo>
                  <a:lnTo>
                    <a:pt x="0" y="0"/>
                  </a:lnTo>
                  <a:lnTo>
                    <a:pt x="0" y="8235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34" name="object 3334" descr=""/>
            <p:cNvSpPr/>
            <p:nvPr/>
          </p:nvSpPr>
          <p:spPr>
            <a:xfrm>
              <a:off x="2235272" y="8198986"/>
              <a:ext cx="28575" cy="21590"/>
            </a:xfrm>
            <a:custGeom>
              <a:avLst/>
              <a:gdLst/>
              <a:ahLst/>
              <a:cxnLst/>
              <a:rect l="l" t="t" r="r" b="b"/>
              <a:pathLst>
                <a:path w="28575" h="21590">
                  <a:moveTo>
                    <a:pt x="0" y="21130"/>
                  </a:moveTo>
                  <a:lnTo>
                    <a:pt x="28344" y="21130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2113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5" name="object 3335" descr=""/>
            <p:cNvSpPr/>
            <p:nvPr/>
          </p:nvSpPr>
          <p:spPr>
            <a:xfrm>
              <a:off x="2235272" y="8161762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53"/>
                  </a:moveTo>
                  <a:lnTo>
                    <a:pt x="28344" y="82353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5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36" name="object 3336" descr=""/>
            <p:cNvSpPr/>
            <p:nvPr/>
          </p:nvSpPr>
          <p:spPr>
            <a:xfrm>
              <a:off x="2190195" y="8198986"/>
              <a:ext cx="28575" cy="21590"/>
            </a:xfrm>
            <a:custGeom>
              <a:avLst/>
              <a:gdLst/>
              <a:ahLst/>
              <a:cxnLst/>
              <a:rect l="l" t="t" r="r" b="b"/>
              <a:pathLst>
                <a:path w="28575" h="21590">
                  <a:moveTo>
                    <a:pt x="0" y="21130"/>
                  </a:moveTo>
                  <a:lnTo>
                    <a:pt x="28323" y="21130"/>
                  </a:lnTo>
                  <a:lnTo>
                    <a:pt x="28323" y="0"/>
                  </a:lnTo>
                  <a:lnTo>
                    <a:pt x="0" y="0"/>
                  </a:lnTo>
                  <a:lnTo>
                    <a:pt x="0" y="2113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7" name="object 3337" descr=""/>
            <p:cNvSpPr/>
            <p:nvPr/>
          </p:nvSpPr>
          <p:spPr>
            <a:xfrm>
              <a:off x="2190195" y="8161762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53"/>
                  </a:moveTo>
                  <a:lnTo>
                    <a:pt x="28323" y="82353"/>
                  </a:lnTo>
                  <a:lnTo>
                    <a:pt x="28323" y="0"/>
                  </a:lnTo>
                  <a:lnTo>
                    <a:pt x="0" y="0"/>
                  </a:lnTo>
                  <a:lnTo>
                    <a:pt x="0" y="8235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38" name="object 3338" descr=""/>
            <p:cNvSpPr/>
            <p:nvPr/>
          </p:nvSpPr>
          <p:spPr>
            <a:xfrm>
              <a:off x="2145076" y="8198986"/>
              <a:ext cx="28575" cy="21590"/>
            </a:xfrm>
            <a:custGeom>
              <a:avLst/>
              <a:gdLst/>
              <a:ahLst/>
              <a:cxnLst/>
              <a:rect l="l" t="t" r="r" b="b"/>
              <a:pathLst>
                <a:path w="28575" h="21590">
                  <a:moveTo>
                    <a:pt x="0" y="21130"/>
                  </a:moveTo>
                  <a:lnTo>
                    <a:pt x="28365" y="21130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2113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9" name="object 3339" descr=""/>
            <p:cNvSpPr/>
            <p:nvPr/>
          </p:nvSpPr>
          <p:spPr>
            <a:xfrm>
              <a:off x="2145076" y="8161762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53"/>
                  </a:moveTo>
                  <a:lnTo>
                    <a:pt x="28365" y="82353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8235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40" name="object 3340" descr=""/>
            <p:cNvSpPr/>
            <p:nvPr/>
          </p:nvSpPr>
          <p:spPr>
            <a:xfrm>
              <a:off x="2099998" y="8198986"/>
              <a:ext cx="28575" cy="21590"/>
            </a:xfrm>
            <a:custGeom>
              <a:avLst/>
              <a:gdLst/>
              <a:ahLst/>
              <a:cxnLst/>
              <a:rect l="l" t="t" r="r" b="b"/>
              <a:pathLst>
                <a:path w="28575" h="21590">
                  <a:moveTo>
                    <a:pt x="0" y="21130"/>
                  </a:moveTo>
                  <a:lnTo>
                    <a:pt x="28376" y="21130"/>
                  </a:lnTo>
                  <a:lnTo>
                    <a:pt x="28376" y="0"/>
                  </a:lnTo>
                  <a:lnTo>
                    <a:pt x="0" y="0"/>
                  </a:lnTo>
                  <a:lnTo>
                    <a:pt x="0" y="2113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1" name="object 3341" descr=""/>
            <p:cNvSpPr/>
            <p:nvPr/>
          </p:nvSpPr>
          <p:spPr>
            <a:xfrm>
              <a:off x="2099998" y="8161762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53"/>
                  </a:moveTo>
                  <a:lnTo>
                    <a:pt x="28376" y="82353"/>
                  </a:lnTo>
                  <a:lnTo>
                    <a:pt x="28376" y="0"/>
                  </a:lnTo>
                  <a:lnTo>
                    <a:pt x="0" y="0"/>
                  </a:lnTo>
                  <a:lnTo>
                    <a:pt x="0" y="8235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42" name="object 3342" descr=""/>
            <p:cNvSpPr/>
            <p:nvPr/>
          </p:nvSpPr>
          <p:spPr>
            <a:xfrm>
              <a:off x="2325395" y="8262283"/>
              <a:ext cx="28575" cy="77470"/>
            </a:xfrm>
            <a:custGeom>
              <a:avLst/>
              <a:gdLst/>
              <a:ahLst/>
              <a:cxnLst/>
              <a:rect l="l" t="t" r="r" b="b"/>
              <a:pathLst>
                <a:path w="28575" h="77470">
                  <a:moveTo>
                    <a:pt x="28409" y="56095"/>
                  </a:moveTo>
                  <a:lnTo>
                    <a:pt x="0" y="56095"/>
                  </a:lnTo>
                  <a:lnTo>
                    <a:pt x="0" y="77216"/>
                  </a:lnTo>
                  <a:lnTo>
                    <a:pt x="28409" y="77216"/>
                  </a:lnTo>
                  <a:lnTo>
                    <a:pt x="28409" y="56095"/>
                  </a:lnTo>
                  <a:close/>
                </a:path>
                <a:path w="28575" h="77470">
                  <a:moveTo>
                    <a:pt x="28409" y="0"/>
                  </a:moveTo>
                  <a:lnTo>
                    <a:pt x="0" y="0"/>
                  </a:lnTo>
                  <a:lnTo>
                    <a:pt x="0" y="17526"/>
                  </a:lnTo>
                  <a:lnTo>
                    <a:pt x="28409" y="17526"/>
                  </a:lnTo>
                  <a:lnTo>
                    <a:pt x="28409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3" name="object 3343" descr=""/>
            <p:cNvSpPr/>
            <p:nvPr/>
          </p:nvSpPr>
          <p:spPr>
            <a:xfrm>
              <a:off x="2325405" y="8262282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53"/>
                  </a:moveTo>
                  <a:lnTo>
                    <a:pt x="28407" y="82353"/>
                  </a:lnTo>
                  <a:lnTo>
                    <a:pt x="28407" y="0"/>
                  </a:lnTo>
                  <a:lnTo>
                    <a:pt x="0" y="0"/>
                  </a:lnTo>
                  <a:lnTo>
                    <a:pt x="0" y="8235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44" name="object 3344" descr=""/>
            <p:cNvSpPr/>
            <p:nvPr/>
          </p:nvSpPr>
          <p:spPr>
            <a:xfrm>
              <a:off x="2280373" y="8262283"/>
              <a:ext cx="28575" cy="77470"/>
            </a:xfrm>
            <a:custGeom>
              <a:avLst/>
              <a:gdLst/>
              <a:ahLst/>
              <a:cxnLst/>
              <a:rect l="l" t="t" r="r" b="b"/>
              <a:pathLst>
                <a:path w="28575" h="77470">
                  <a:moveTo>
                    <a:pt x="28308" y="56095"/>
                  </a:moveTo>
                  <a:lnTo>
                    <a:pt x="0" y="56095"/>
                  </a:lnTo>
                  <a:lnTo>
                    <a:pt x="0" y="77216"/>
                  </a:lnTo>
                  <a:lnTo>
                    <a:pt x="28308" y="77216"/>
                  </a:lnTo>
                  <a:lnTo>
                    <a:pt x="28308" y="56095"/>
                  </a:lnTo>
                  <a:close/>
                </a:path>
                <a:path w="28575" h="77470">
                  <a:moveTo>
                    <a:pt x="28308" y="0"/>
                  </a:moveTo>
                  <a:lnTo>
                    <a:pt x="0" y="0"/>
                  </a:lnTo>
                  <a:lnTo>
                    <a:pt x="0" y="17526"/>
                  </a:lnTo>
                  <a:lnTo>
                    <a:pt x="28308" y="17526"/>
                  </a:lnTo>
                  <a:lnTo>
                    <a:pt x="28308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5" name="object 3345" descr=""/>
            <p:cNvSpPr/>
            <p:nvPr/>
          </p:nvSpPr>
          <p:spPr>
            <a:xfrm>
              <a:off x="2280380" y="8262282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53"/>
                  </a:moveTo>
                  <a:lnTo>
                    <a:pt x="28313" y="82353"/>
                  </a:lnTo>
                  <a:lnTo>
                    <a:pt x="28313" y="0"/>
                  </a:lnTo>
                  <a:lnTo>
                    <a:pt x="0" y="0"/>
                  </a:lnTo>
                  <a:lnTo>
                    <a:pt x="0" y="8235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46" name="object 3346" descr=""/>
            <p:cNvSpPr/>
            <p:nvPr/>
          </p:nvSpPr>
          <p:spPr>
            <a:xfrm>
              <a:off x="2235263" y="8262283"/>
              <a:ext cx="28575" cy="77470"/>
            </a:xfrm>
            <a:custGeom>
              <a:avLst/>
              <a:gdLst/>
              <a:ahLst/>
              <a:cxnLst/>
              <a:rect l="l" t="t" r="r" b="b"/>
              <a:pathLst>
                <a:path w="28575" h="77470">
                  <a:moveTo>
                    <a:pt x="28346" y="56095"/>
                  </a:moveTo>
                  <a:lnTo>
                    <a:pt x="0" y="56095"/>
                  </a:lnTo>
                  <a:lnTo>
                    <a:pt x="0" y="77216"/>
                  </a:lnTo>
                  <a:lnTo>
                    <a:pt x="28346" y="77216"/>
                  </a:lnTo>
                  <a:lnTo>
                    <a:pt x="28346" y="56095"/>
                  </a:lnTo>
                  <a:close/>
                </a:path>
                <a:path w="28575" h="77470">
                  <a:moveTo>
                    <a:pt x="28346" y="0"/>
                  </a:moveTo>
                  <a:lnTo>
                    <a:pt x="0" y="0"/>
                  </a:lnTo>
                  <a:lnTo>
                    <a:pt x="0" y="17526"/>
                  </a:lnTo>
                  <a:lnTo>
                    <a:pt x="28346" y="17526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7" name="object 3347" descr=""/>
            <p:cNvSpPr/>
            <p:nvPr/>
          </p:nvSpPr>
          <p:spPr>
            <a:xfrm>
              <a:off x="2235272" y="8262282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53"/>
                  </a:moveTo>
                  <a:lnTo>
                    <a:pt x="28344" y="82353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5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48" name="object 3348" descr=""/>
            <p:cNvSpPr/>
            <p:nvPr/>
          </p:nvSpPr>
          <p:spPr>
            <a:xfrm>
              <a:off x="2190191" y="8262283"/>
              <a:ext cx="28575" cy="77470"/>
            </a:xfrm>
            <a:custGeom>
              <a:avLst/>
              <a:gdLst/>
              <a:ahLst/>
              <a:cxnLst/>
              <a:rect l="l" t="t" r="r" b="b"/>
              <a:pathLst>
                <a:path w="28575" h="77470">
                  <a:moveTo>
                    <a:pt x="28321" y="56095"/>
                  </a:moveTo>
                  <a:lnTo>
                    <a:pt x="0" y="56095"/>
                  </a:lnTo>
                  <a:lnTo>
                    <a:pt x="0" y="77216"/>
                  </a:lnTo>
                  <a:lnTo>
                    <a:pt x="28321" y="77216"/>
                  </a:lnTo>
                  <a:lnTo>
                    <a:pt x="28321" y="56095"/>
                  </a:lnTo>
                  <a:close/>
                </a:path>
                <a:path w="28575" h="77470">
                  <a:moveTo>
                    <a:pt x="28321" y="0"/>
                  </a:moveTo>
                  <a:lnTo>
                    <a:pt x="0" y="0"/>
                  </a:lnTo>
                  <a:lnTo>
                    <a:pt x="0" y="17526"/>
                  </a:lnTo>
                  <a:lnTo>
                    <a:pt x="28321" y="17526"/>
                  </a:lnTo>
                  <a:lnTo>
                    <a:pt x="2832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9" name="object 3349" descr=""/>
            <p:cNvSpPr/>
            <p:nvPr/>
          </p:nvSpPr>
          <p:spPr>
            <a:xfrm>
              <a:off x="2190195" y="8262282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53"/>
                  </a:moveTo>
                  <a:lnTo>
                    <a:pt x="28323" y="82353"/>
                  </a:lnTo>
                  <a:lnTo>
                    <a:pt x="28323" y="0"/>
                  </a:lnTo>
                  <a:lnTo>
                    <a:pt x="0" y="0"/>
                  </a:lnTo>
                  <a:lnTo>
                    <a:pt x="0" y="8235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50" name="object 3350" descr=""/>
            <p:cNvSpPr/>
            <p:nvPr/>
          </p:nvSpPr>
          <p:spPr>
            <a:xfrm>
              <a:off x="2145068" y="8262283"/>
              <a:ext cx="28575" cy="77470"/>
            </a:xfrm>
            <a:custGeom>
              <a:avLst/>
              <a:gdLst/>
              <a:ahLst/>
              <a:cxnLst/>
              <a:rect l="l" t="t" r="r" b="b"/>
              <a:pathLst>
                <a:path w="28575" h="77470">
                  <a:moveTo>
                    <a:pt x="28371" y="56095"/>
                  </a:moveTo>
                  <a:lnTo>
                    <a:pt x="0" y="56095"/>
                  </a:lnTo>
                  <a:lnTo>
                    <a:pt x="0" y="77216"/>
                  </a:lnTo>
                  <a:lnTo>
                    <a:pt x="28371" y="77216"/>
                  </a:lnTo>
                  <a:lnTo>
                    <a:pt x="28371" y="56095"/>
                  </a:lnTo>
                  <a:close/>
                </a:path>
                <a:path w="28575" h="77470">
                  <a:moveTo>
                    <a:pt x="28371" y="0"/>
                  </a:moveTo>
                  <a:lnTo>
                    <a:pt x="0" y="0"/>
                  </a:lnTo>
                  <a:lnTo>
                    <a:pt x="0" y="17526"/>
                  </a:lnTo>
                  <a:lnTo>
                    <a:pt x="28371" y="17526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1" name="object 3351" descr=""/>
            <p:cNvSpPr/>
            <p:nvPr/>
          </p:nvSpPr>
          <p:spPr>
            <a:xfrm>
              <a:off x="2145076" y="8262282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53"/>
                  </a:moveTo>
                  <a:lnTo>
                    <a:pt x="28365" y="82353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8235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52" name="object 3352" descr=""/>
            <p:cNvSpPr/>
            <p:nvPr/>
          </p:nvSpPr>
          <p:spPr>
            <a:xfrm>
              <a:off x="2099995" y="8262283"/>
              <a:ext cx="28575" cy="77470"/>
            </a:xfrm>
            <a:custGeom>
              <a:avLst/>
              <a:gdLst/>
              <a:ahLst/>
              <a:cxnLst/>
              <a:rect l="l" t="t" r="r" b="b"/>
              <a:pathLst>
                <a:path w="28575" h="77470">
                  <a:moveTo>
                    <a:pt x="28371" y="56095"/>
                  </a:moveTo>
                  <a:lnTo>
                    <a:pt x="0" y="56095"/>
                  </a:lnTo>
                  <a:lnTo>
                    <a:pt x="0" y="77216"/>
                  </a:lnTo>
                  <a:lnTo>
                    <a:pt x="28371" y="77216"/>
                  </a:lnTo>
                  <a:lnTo>
                    <a:pt x="28371" y="56095"/>
                  </a:lnTo>
                  <a:close/>
                </a:path>
                <a:path w="28575" h="77470">
                  <a:moveTo>
                    <a:pt x="28371" y="0"/>
                  </a:moveTo>
                  <a:lnTo>
                    <a:pt x="0" y="0"/>
                  </a:lnTo>
                  <a:lnTo>
                    <a:pt x="0" y="17526"/>
                  </a:lnTo>
                  <a:lnTo>
                    <a:pt x="28371" y="17526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3" name="object 3353" descr=""/>
            <p:cNvSpPr/>
            <p:nvPr/>
          </p:nvSpPr>
          <p:spPr>
            <a:xfrm>
              <a:off x="2099998" y="8262282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53"/>
                  </a:moveTo>
                  <a:lnTo>
                    <a:pt x="28376" y="82353"/>
                  </a:lnTo>
                  <a:lnTo>
                    <a:pt x="28376" y="0"/>
                  </a:lnTo>
                  <a:lnTo>
                    <a:pt x="0" y="0"/>
                  </a:lnTo>
                  <a:lnTo>
                    <a:pt x="0" y="8235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54" name="object 3354" descr=""/>
            <p:cNvSpPr/>
            <p:nvPr/>
          </p:nvSpPr>
          <p:spPr>
            <a:xfrm>
              <a:off x="2325395" y="8378069"/>
              <a:ext cx="28575" cy="67310"/>
            </a:xfrm>
            <a:custGeom>
              <a:avLst/>
              <a:gdLst/>
              <a:ahLst/>
              <a:cxnLst/>
              <a:rect l="l" t="t" r="r" b="b"/>
              <a:pathLst>
                <a:path w="28575" h="67309">
                  <a:moveTo>
                    <a:pt x="28409" y="59690"/>
                  </a:moveTo>
                  <a:lnTo>
                    <a:pt x="0" y="59690"/>
                  </a:lnTo>
                  <a:lnTo>
                    <a:pt x="0" y="67119"/>
                  </a:lnTo>
                  <a:lnTo>
                    <a:pt x="28409" y="67119"/>
                  </a:lnTo>
                  <a:lnTo>
                    <a:pt x="28409" y="59690"/>
                  </a:lnTo>
                  <a:close/>
                </a:path>
                <a:path w="28575" h="67309">
                  <a:moveTo>
                    <a:pt x="28409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409" y="21120"/>
                  </a:lnTo>
                  <a:lnTo>
                    <a:pt x="28409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5" name="object 3355" descr=""/>
            <p:cNvSpPr/>
            <p:nvPr/>
          </p:nvSpPr>
          <p:spPr>
            <a:xfrm>
              <a:off x="2325405" y="8362855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407" y="82332"/>
                  </a:lnTo>
                  <a:lnTo>
                    <a:pt x="28407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56" name="object 3356" descr=""/>
            <p:cNvSpPr/>
            <p:nvPr/>
          </p:nvSpPr>
          <p:spPr>
            <a:xfrm>
              <a:off x="2280373" y="8378069"/>
              <a:ext cx="28575" cy="67310"/>
            </a:xfrm>
            <a:custGeom>
              <a:avLst/>
              <a:gdLst/>
              <a:ahLst/>
              <a:cxnLst/>
              <a:rect l="l" t="t" r="r" b="b"/>
              <a:pathLst>
                <a:path w="28575" h="67309">
                  <a:moveTo>
                    <a:pt x="28308" y="59690"/>
                  </a:moveTo>
                  <a:lnTo>
                    <a:pt x="0" y="59690"/>
                  </a:lnTo>
                  <a:lnTo>
                    <a:pt x="0" y="67119"/>
                  </a:lnTo>
                  <a:lnTo>
                    <a:pt x="28308" y="67119"/>
                  </a:lnTo>
                  <a:lnTo>
                    <a:pt x="28308" y="59690"/>
                  </a:lnTo>
                  <a:close/>
                </a:path>
                <a:path w="28575" h="67309">
                  <a:moveTo>
                    <a:pt x="28308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08" y="21120"/>
                  </a:lnTo>
                  <a:lnTo>
                    <a:pt x="28308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7" name="object 3357" descr=""/>
            <p:cNvSpPr/>
            <p:nvPr/>
          </p:nvSpPr>
          <p:spPr>
            <a:xfrm>
              <a:off x="2280380" y="8362855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13" y="82332"/>
                  </a:lnTo>
                  <a:lnTo>
                    <a:pt x="28313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58" name="object 3358" descr=""/>
            <p:cNvSpPr/>
            <p:nvPr/>
          </p:nvSpPr>
          <p:spPr>
            <a:xfrm>
              <a:off x="2235263" y="8378069"/>
              <a:ext cx="28575" cy="67310"/>
            </a:xfrm>
            <a:custGeom>
              <a:avLst/>
              <a:gdLst/>
              <a:ahLst/>
              <a:cxnLst/>
              <a:rect l="l" t="t" r="r" b="b"/>
              <a:pathLst>
                <a:path w="28575" h="67309">
                  <a:moveTo>
                    <a:pt x="28346" y="59690"/>
                  </a:moveTo>
                  <a:lnTo>
                    <a:pt x="0" y="59690"/>
                  </a:lnTo>
                  <a:lnTo>
                    <a:pt x="0" y="67119"/>
                  </a:lnTo>
                  <a:lnTo>
                    <a:pt x="28346" y="67119"/>
                  </a:lnTo>
                  <a:lnTo>
                    <a:pt x="28346" y="59690"/>
                  </a:lnTo>
                  <a:close/>
                </a:path>
                <a:path w="28575" h="67309">
                  <a:moveTo>
                    <a:pt x="28346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46" y="21120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9" name="object 3359" descr=""/>
            <p:cNvSpPr/>
            <p:nvPr/>
          </p:nvSpPr>
          <p:spPr>
            <a:xfrm>
              <a:off x="2235272" y="8362855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44" y="82332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60" name="object 3360" descr=""/>
            <p:cNvSpPr/>
            <p:nvPr/>
          </p:nvSpPr>
          <p:spPr>
            <a:xfrm>
              <a:off x="2190191" y="8378069"/>
              <a:ext cx="28575" cy="67310"/>
            </a:xfrm>
            <a:custGeom>
              <a:avLst/>
              <a:gdLst/>
              <a:ahLst/>
              <a:cxnLst/>
              <a:rect l="l" t="t" r="r" b="b"/>
              <a:pathLst>
                <a:path w="28575" h="67309">
                  <a:moveTo>
                    <a:pt x="28321" y="59690"/>
                  </a:moveTo>
                  <a:lnTo>
                    <a:pt x="0" y="59690"/>
                  </a:lnTo>
                  <a:lnTo>
                    <a:pt x="0" y="67119"/>
                  </a:lnTo>
                  <a:lnTo>
                    <a:pt x="28321" y="67119"/>
                  </a:lnTo>
                  <a:lnTo>
                    <a:pt x="28321" y="59690"/>
                  </a:lnTo>
                  <a:close/>
                </a:path>
                <a:path w="28575" h="67309">
                  <a:moveTo>
                    <a:pt x="28321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21" y="21120"/>
                  </a:lnTo>
                  <a:lnTo>
                    <a:pt x="2832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1" name="object 3361" descr=""/>
            <p:cNvSpPr/>
            <p:nvPr/>
          </p:nvSpPr>
          <p:spPr>
            <a:xfrm>
              <a:off x="2190195" y="8362855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23" y="82332"/>
                  </a:lnTo>
                  <a:lnTo>
                    <a:pt x="28323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62" name="object 3362" descr=""/>
            <p:cNvSpPr/>
            <p:nvPr/>
          </p:nvSpPr>
          <p:spPr>
            <a:xfrm>
              <a:off x="2145068" y="8378069"/>
              <a:ext cx="28575" cy="67310"/>
            </a:xfrm>
            <a:custGeom>
              <a:avLst/>
              <a:gdLst/>
              <a:ahLst/>
              <a:cxnLst/>
              <a:rect l="l" t="t" r="r" b="b"/>
              <a:pathLst>
                <a:path w="28575" h="67309">
                  <a:moveTo>
                    <a:pt x="28371" y="59690"/>
                  </a:moveTo>
                  <a:lnTo>
                    <a:pt x="0" y="59690"/>
                  </a:lnTo>
                  <a:lnTo>
                    <a:pt x="0" y="67119"/>
                  </a:lnTo>
                  <a:lnTo>
                    <a:pt x="28371" y="67119"/>
                  </a:lnTo>
                  <a:lnTo>
                    <a:pt x="28371" y="59690"/>
                  </a:lnTo>
                  <a:close/>
                </a:path>
                <a:path w="28575" h="67309">
                  <a:moveTo>
                    <a:pt x="28371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71" y="21120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3" name="object 3363" descr=""/>
            <p:cNvSpPr/>
            <p:nvPr/>
          </p:nvSpPr>
          <p:spPr>
            <a:xfrm>
              <a:off x="2145076" y="8362855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65" y="82332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64" name="object 3364" descr=""/>
            <p:cNvSpPr/>
            <p:nvPr/>
          </p:nvSpPr>
          <p:spPr>
            <a:xfrm>
              <a:off x="2099995" y="8378069"/>
              <a:ext cx="28575" cy="67310"/>
            </a:xfrm>
            <a:custGeom>
              <a:avLst/>
              <a:gdLst/>
              <a:ahLst/>
              <a:cxnLst/>
              <a:rect l="l" t="t" r="r" b="b"/>
              <a:pathLst>
                <a:path w="28575" h="67309">
                  <a:moveTo>
                    <a:pt x="28371" y="59690"/>
                  </a:moveTo>
                  <a:lnTo>
                    <a:pt x="0" y="59690"/>
                  </a:lnTo>
                  <a:lnTo>
                    <a:pt x="0" y="67119"/>
                  </a:lnTo>
                  <a:lnTo>
                    <a:pt x="28371" y="67119"/>
                  </a:lnTo>
                  <a:lnTo>
                    <a:pt x="28371" y="59690"/>
                  </a:lnTo>
                  <a:close/>
                </a:path>
                <a:path w="28575" h="67309">
                  <a:moveTo>
                    <a:pt x="28371" y="0"/>
                  </a:moveTo>
                  <a:lnTo>
                    <a:pt x="0" y="0"/>
                  </a:lnTo>
                  <a:lnTo>
                    <a:pt x="0" y="21120"/>
                  </a:lnTo>
                  <a:lnTo>
                    <a:pt x="28371" y="21120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5" name="object 3365" descr=""/>
            <p:cNvSpPr/>
            <p:nvPr/>
          </p:nvSpPr>
          <p:spPr>
            <a:xfrm>
              <a:off x="2099998" y="8362855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76" y="82332"/>
                  </a:lnTo>
                  <a:lnTo>
                    <a:pt x="28376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66" name="object 3366" descr=""/>
            <p:cNvSpPr/>
            <p:nvPr/>
          </p:nvSpPr>
          <p:spPr>
            <a:xfrm>
              <a:off x="2325405" y="8497437"/>
              <a:ext cx="28575" cy="21590"/>
            </a:xfrm>
            <a:custGeom>
              <a:avLst/>
              <a:gdLst/>
              <a:ahLst/>
              <a:cxnLst/>
              <a:rect l="l" t="t" r="r" b="b"/>
              <a:pathLst>
                <a:path w="28575" h="21590">
                  <a:moveTo>
                    <a:pt x="0" y="21130"/>
                  </a:moveTo>
                  <a:lnTo>
                    <a:pt x="28407" y="21130"/>
                  </a:lnTo>
                  <a:lnTo>
                    <a:pt x="28407" y="0"/>
                  </a:lnTo>
                  <a:lnTo>
                    <a:pt x="0" y="0"/>
                  </a:lnTo>
                  <a:lnTo>
                    <a:pt x="0" y="2113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7" name="object 3367" descr=""/>
            <p:cNvSpPr/>
            <p:nvPr/>
          </p:nvSpPr>
          <p:spPr>
            <a:xfrm>
              <a:off x="2325405" y="846338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11"/>
                  </a:moveTo>
                  <a:lnTo>
                    <a:pt x="28407" y="82311"/>
                  </a:lnTo>
                  <a:lnTo>
                    <a:pt x="28407" y="0"/>
                  </a:lnTo>
                  <a:lnTo>
                    <a:pt x="0" y="0"/>
                  </a:lnTo>
                  <a:lnTo>
                    <a:pt x="0" y="823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68" name="object 3368" descr=""/>
            <p:cNvSpPr/>
            <p:nvPr/>
          </p:nvSpPr>
          <p:spPr>
            <a:xfrm>
              <a:off x="2280380" y="8497437"/>
              <a:ext cx="28575" cy="21590"/>
            </a:xfrm>
            <a:custGeom>
              <a:avLst/>
              <a:gdLst/>
              <a:ahLst/>
              <a:cxnLst/>
              <a:rect l="l" t="t" r="r" b="b"/>
              <a:pathLst>
                <a:path w="28575" h="21590">
                  <a:moveTo>
                    <a:pt x="0" y="21130"/>
                  </a:moveTo>
                  <a:lnTo>
                    <a:pt x="28313" y="21130"/>
                  </a:lnTo>
                  <a:lnTo>
                    <a:pt x="28313" y="0"/>
                  </a:lnTo>
                  <a:lnTo>
                    <a:pt x="0" y="0"/>
                  </a:lnTo>
                  <a:lnTo>
                    <a:pt x="0" y="2113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9" name="object 3369" descr=""/>
            <p:cNvSpPr/>
            <p:nvPr/>
          </p:nvSpPr>
          <p:spPr>
            <a:xfrm>
              <a:off x="2280380" y="846338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11"/>
                  </a:moveTo>
                  <a:lnTo>
                    <a:pt x="28313" y="82311"/>
                  </a:lnTo>
                  <a:lnTo>
                    <a:pt x="28313" y="0"/>
                  </a:lnTo>
                  <a:lnTo>
                    <a:pt x="0" y="0"/>
                  </a:lnTo>
                  <a:lnTo>
                    <a:pt x="0" y="823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70" name="object 3370" descr=""/>
            <p:cNvSpPr/>
            <p:nvPr/>
          </p:nvSpPr>
          <p:spPr>
            <a:xfrm>
              <a:off x="2235272" y="8497437"/>
              <a:ext cx="28575" cy="21590"/>
            </a:xfrm>
            <a:custGeom>
              <a:avLst/>
              <a:gdLst/>
              <a:ahLst/>
              <a:cxnLst/>
              <a:rect l="l" t="t" r="r" b="b"/>
              <a:pathLst>
                <a:path w="28575" h="21590">
                  <a:moveTo>
                    <a:pt x="0" y="21130"/>
                  </a:moveTo>
                  <a:lnTo>
                    <a:pt x="28344" y="21130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2113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1" name="object 3371" descr=""/>
            <p:cNvSpPr/>
            <p:nvPr/>
          </p:nvSpPr>
          <p:spPr>
            <a:xfrm>
              <a:off x="2235272" y="846338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11"/>
                  </a:moveTo>
                  <a:lnTo>
                    <a:pt x="28344" y="82311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72" name="object 3372" descr=""/>
            <p:cNvSpPr/>
            <p:nvPr/>
          </p:nvSpPr>
          <p:spPr>
            <a:xfrm>
              <a:off x="2190195" y="8497437"/>
              <a:ext cx="28575" cy="21590"/>
            </a:xfrm>
            <a:custGeom>
              <a:avLst/>
              <a:gdLst/>
              <a:ahLst/>
              <a:cxnLst/>
              <a:rect l="l" t="t" r="r" b="b"/>
              <a:pathLst>
                <a:path w="28575" h="21590">
                  <a:moveTo>
                    <a:pt x="0" y="21130"/>
                  </a:moveTo>
                  <a:lnTo>
                    <a:pt x="28323" y="21130"/>
                  </a:lnTo>
                  <a:lnTo>
                    <a:pt x="28323" y="0"/>
                  </a:lnTo>
                  <a:lnTo>
                    <a:pt x="0" y="0"/>
                  </a:lnTo>
                  <a:lnTo>
                    <a:pt x="0" y="2113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3" name="object 3373" descr=""/>
            <p:cNvSpPr/>
            <p:nvPr/>
          </p:nvSpPr>
          <p:spPr>
            <a:xfrm>
              <a:off x="2190195" y="846338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11"/>
                  </a:moveTo>
                  <a:lnTo>
                    <a:pt x="28323" y="82311"/>
                  </a:lnTo>
                  <a:lnTo>
                    <a:pt x="28323" y="0"/>
                  </a:lnTo>
                  <a:lnTo>
                    <a:pt x="0" y="0"/>
                  </a:lnTo>
                  <a:lnTo>
                    <a:pt x="0" y="823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74" name="object 3374" descr=""/>
            <p:cNvSpPr/>
            <p:nvPr/>
          </p:nvSpPr>
          <p:spPr>
            <a:xfrm>
              <a:off x="2145076" y="8497437"/>
              <a:ext cx="28575" cy="21590"/>
            </a:xfrm>
            <a:custGeom>
              <a:avLst/>
              <a:gdLst/>
              <a:ahLst/>
              <a:cxnLst/>
              <a:rect l="l" t="t" r="r" b="b"/>
              <a:pathLst>
                <a:path w="28575" h="21590">
                  <a:moveTo>
                    <a:pt x="0" y="21130"/>
                  </a:moveTo>
                  <a:lnTo>
                    <a:pt x="28365" y="21130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2113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5" name="object 3375" descr=""/>
            <p:cNvSpPr/>
            <p:nvPr/>
          </p:nvSpPr>
          <p:spPr>
            <a:xfrm>
              <a:off x="2145076" y="846338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11"/>
                  </a:moveTo>
                  <a:lnTo>
                    <a:pt x="28365" y="82311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823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76" name="object 3376" descr=""/>
            <p:cNvSpPr/>
            <p:nvPr/>
          </p:nvSpPr>
          <p:spPr>
            <a:xfrm>
              <a:off x="2099995" y="8463387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71" y="0"/>
                  </a:moveTo>
                  <a:lnTo>
                    <a:pt x="0" y="0"/>
                  </a:lnTo>
                  <a:lnTo>
                    <a:pt x="0" y="34061"/>
                  </a:lnTo>
                  <a:lnTo>
                    <a:pt x="0" y="55181"/>
                  </a:lnTo>
                  <a:lnTo>
                    <a:pt x="0" y="82321"/>
                  </a:lnTo>
                  <a:lnTo>
                    <a:pt x="28371" y="82321"/>
                  </a:lnTo>
                  <a:lnTo>
                    <a:pt x="28371" y="55181"/>
                  </a:lnTo>
                  <a:lnTo>
                    <a:pt x="28371" y="34061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7" name="object 3377" descr=""/>
            <p:cNvSpPr/>
            <p:nvPr/>
          </p:nvSpPr>
          <p:spPr>
            <a:xfrm>
              <a:off x="2099998" y="846338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11"/>
                  </a:moveTo>
                  <a:lnTo>
                    <a:pt x="28376" y="82311"/>
                  </a:lnTo>
                  <a:lnTo>
                    <a:pt x="28376" y="0"/>
                  </a:lnTo>
                  <a:lnTo>
                    <a:pt x="0" y="0"/>
                  </a:lnTo>
                  <a:lnTo>
                    <a:pt x="0" y="823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78" name="object 3378" descr=""/>
            <p:cNvSpPr/>
            <p:nvPr/>
          </p:nvSpPr>
          <p:spPr>
            <a:xfrm>
              <a:off x="2325395" y="8563908"/>
              <a:ext cx="28575" cy="74295"/>
            </a:xfrm>
            <a:custGeom>
              <a:avLst/>
              <a:gdLst/>
              <a:ahLst/>
              <a:cxnLst/>
              <a:rect l="l" t="t" r="r" b="b"/>
              <a:pathLst>
                <a:path w="28575" h="74295">
                  <a:moveTo>
                    <a:pt x="28409" y="52908"/>
                  </a:moveTo>
                  <a:lnTo>
                    <a:pt x="0" y="52908"/>
                  </a:lnTo>
                  <a:lnTo>
                    <a:pt x="0" y="74041"/>
                  </a:lnTo>
                  <a:lnTo>
                    <a:pt x="28409" y="74041"/>
                  </a:lnTo>
                  <a:lnTo>
                    <a:pt x="28409" y="52908"/>
                  </a:lnTo>
                  <a:close/>
                </a:path>
                <a:path w="28575" h="74295">
                  <a:moveTo>
                    <a:pt x="28409" y="0"/>
                  </a:moveTo>
                  <a:lnTo>
                    <a:pt x="0" y="0"/>
                  </a:lnTo>
                  <a:lnTo>
                    <a:pt x="0" y="14351"/>
                  </a:lnTo>
                  <a:lnTo>
                    <a:pt x="28409" y="14351"/>
                  </a:lnTo>
                  <a:lnTo>
                    <a:pt x="28409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9" name="object 3379" descr=""/>
            <p:cNvSpPr/>
            <p:nvPr/>
          </p:nvSpPr>
          <p:spPr>
            <a:xfrm>
              <a:off x="2325405" y="856389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63"/>
                  </a:moveTo>
                  <a:lnTo>
                    <a:pt x="28407" y="82363"/>
                  </a:lnTo>
                  <a:lnTo>
                    <a:pt x="28407" y="0"/>
                  </a:lnTo>
                  <a:lnTo>
                    <a:pt x="0" y="0"/>
                  </a:lnTo>
                  <a:lnTo>
                    <a:pt x="0" y="8236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80" name="object 3380" descr=""/>
            <p:cNvSpPr/>
            <p:nvPr/>
          </p:nvSpPr>
          <p:spPr>
            <a:xfrm>
              <a:off x="2280373" y="8563908"/>
              <a:ext cx="28575" cy="74295"/>
            </a:xfrm>
            <a:custGeom>
              <a:avLst/>
              <a:gdLst/>
              <a:ahLst/>
              <a:cxnLst/>
              <a:rect l="l" t="t" r="r" b="b"/>
              <a:pathLst>
                <a:path w="28575" h="74295">
                  <a:moveTo>
                    <a:pt x="28308" y="52908"/>
                  </a:moveTo>
                  <a:lnTo>
                    <a:pt x="0" y="52908"/>
                  </a:lnTo>
                  <a:lnTo>
                    <a:pt x="0" y="74041"/>
                  </a:lnTo>
                  <a:lnTo>
                    <a:pt x="28308" y="74041"/>
                  </a:lnTo>
                  <a:lnTo>
                    <a:pt x="28308" y="52908"/>
                  </a:lnTo>
                  <a:close/>
                </a:path>
                <a:path w="28575" h="74295">
                  <a:moveTo>
                    <a:pt x="28308" y="0"/>
                  </a:moveTo>
                  <a:lnTo>
                    <a:pt x="0" y="0"/>
                  </a:lnTo>
                  <a:lnTo>
                    <a:pt x="0" y="14351"/>
                  </a:lnTo>
                  <a:lnTo>
                    <a:pt x="28308" y="14351"/>
                  </a:lnTo>
                  <a:lnTo>
                    <a:pt x="28308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1" name="object 3381" descr=""/>
            <p:cNvSpPr/>
            <p:nvPr/>
          </p:nvSpPr>
          <p:spPr>
            <a:xfrm>
              <a:off x="2280380" y="856389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63"/>
                  </a:moveTo>
                  <a:lnTo>
                    <a:pt x="28313" y="82363"/>
                  </a:lnTo>
                  <a:lnTo>
                    <a:pt x="28313" y="0"/>
                  </a:lnTo>
                  <a:lnTo>
                    <a:pt x="0" y="0"/>
                  </a:lnTo>
                  <a:lnTo>
                    <a:pt x="0" y="8236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82" name="object 3382" descr=""/>
            <p:cNvSpPr/>
            <p:nvPr/>
          </p:nvSpPr>
          <p:spPr>
            <a:xfrm>
              <a:off x="2235263" y="8563908"/>
              <a:ext cx="28575" cy="74295"/>
            </a:xfrm>
            <a:custGeom>
              <a:avLst/>
              <a:gdLst/>
              <a:ahLst/>
              <a:cxnLst/>
              <a:rect l="l" t="t" r="r" b="b"/>
              <a:pathLst>
                <a:path w="28575" h="74295">
                  <a:moveTo>
                    <a:pt x="28346" y="52908"/>
                  </a:moveTo>
                  <a:lnTo>
                    <a:pt x="0" y="52908"/>
                  </a:lnTo>
                  <a:lnTo>
                    <a:pt x="0" y="74041"/>
                  </a:lnTo>
                  <a:lnTo>
                    <a:pt x="28346" y="74041"/>
                  </a:lnTo>
                  <a:lnTo>
                    <a:pt x="28346" y="52908"/>
                  </a:lnTo>
                  <a:close/>
                </a:path>
                <a:path w="28575" h="74295">
                  <a:moveTo>
                    <a:pt x="28346" y="0"/>
                  </a:moveTo>
                  <a:lnTo>
                    <a:pt x="0" y="0"/>
                  </a:lnTo>
                  <a:lnTo>
                    <a:pt x="0" y="14351"/>
                  </a:lnTo>
                  <a:lnTo>
                    <a:pt x="28346" y="14351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3" name="object 3383" descr=""/>
            <p:cNvSpPr/>
            <p:nvPr/>
          </p:nvSpPr>
          <p:spPr>
            <a:xfrm>
              <a:off x="2235272" y="856389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63"/>
                  </a:moveTo>
                  <a:lnTo>
                    <a:pt x="28344" y="82363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6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84" name="object 3384" descr=""/>
            <p:cNvSpPr/>
            <p:nvPr/>
          </p:nvSpPr>
          <p:spPr>
            <a:xfrm>
              <a:off x="2190191" y="8563908"/>
              <a:ext cx="28575" cy="74295"/>
            </a:xfrm>
            <a:custGeom>
              <a:avLst/>
              <a:gdLst/>
              <a:ahLst/>
              <a:cxnLst/>
              <a:rect l="l" t="t" r="r" b="b"/>
              <a:pathLst>
                <a:path w="28575" h="74295">
                  <a:moveTo>
                    <a:pt x="28321" y="52908"/>
                  </a:moveTo>
                  <a:lnTo>
                    <a:pt x="0" y="52908"/>
                  </a:lnTo>
                  <a:lnTo>
                    <a:pt x="0" y="74041"/>
                  </a:lnTo>
                  <a:lnTo>
                    <a:pt x="28321" y="74041"/>
                  </a:lnTo>
                  <a:lnTo>
                    <a:pt x="28321" y="52908"/>
                  </a:lnTo>
                  <a:close/>
                </a:path>
                <a:path w="28575" h="74295">
                  <a:moveTo>
                    <a:pt x="28321" y="0"/>
                  </a:moveTo>
                  <a:lnTo>
                    <a:pt x="0" y="0"/>
                  </a:lnTo>
                  <a:lnTo>
                    <a:pt x="0" y="14351"/>
                  </a:lnTo>
                  <a:lnTo>
                    <a:pt x="28321" y="14351"/>
                  </a:lnTo>
                  <a:lnTo>
                    <a:pt x="2832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5" name="object 3385" descr=""/>
            <p:cNvSpPr/>
            <p:nvPr/>
          </p:nvSpPr>
          <p:spPr>
            <a:xfrm>
              <a:off x="2190195" y="856389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63"/>
                  </a:moveTo>
                  <a:lnTo>
                    <a:pt x="28323" y="82363"/>
                  </a:lnTo>
                  <a:lnTo>
                    <a:pt x="28323" y="0"/>
                  </a:lnTo>
                  <a:lnTo>
                    <a:pt x="0" y="0"/>
                  </a:lnTo>
                  <a:lnTo>
                    <a:pt x="0" y="8236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86" name="object 3386" descr=""/>
            <p:cNvSpPr/>
            <p:nvPr/>
          </p:nvSpPr>
          <p:spPr>
            <a:xfrm>
              <a:off x="2145068" y="8563908"/>
              <a:ext cx="28575" cy="74295"/>
            </a:xfrm>
            <a:custGeom>
              <a:avLst/>
              <a:gdLst/>
              <a:ahLst/>
              <a:cxnLst/>
              <a:rect l="l" t="t" r="r" b="b"/>
              <a:pathLst>
                <a:path w="28575" h="74295">
                  <a:moveTo>
                    <a:pt x="28371" y="52908"/>
                  </a:moveTo>
                  <a:lnTo>
                    <a:pt x="0" y="52908"/>
                  </a:lnTo>
                  <a:lnTo>
                    <a:pt x="0" y="74041"/>
                  </a:lnTo>
                  <a:lnTo>
                    <a:pt x="28371" y="74041"/>
                  </a:lnTo>
                  <a:lnTo>
                    <a:pt x="28371" y="52908"/>
                  </a:lnTo>
                  <a:close/>
                </a:path>
                <a:path w="28575" h="74295">
                  <a:moveTo>
                    <a:pt x="28371" y="0"/>
                  </a:moveTo>
                  <a:lnTo>
                    <a:pt x="0" y="0"/>
                  </a:lnTo>
                  <a:lnTo>
                    <a:pt x="0" y="14351"/>
                  </a:lnTo>
                  <a:lnTo>
                    <a:pt x="28371" y="14351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7" name="object 3387" descr=""/>
            <p:cNvSpPr/>
            <p:nvPr/>
          </p:nvSpPr>
          <p:spPr>
            <a:xfrm>
              <a:off x="2145076" y="856389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63"/>
                  </a:moveTo>
                  <a:lnTo>
                    <a:pt x="28365" y="82363"/>
                  </a:lnTo>
                  <a:lnTo>
                    <a:pt x="28365" y="0"/>
                  </a:lnTo>
                  <a:lnTo>
                    <a:pt x="0" y="0"/>
                  </a:lnTo>
                  <a:lnTo>
                    <a:pt x="0" y="8236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88" name="object 3388" descr=""/>
            <p:cNvSpPr/>
            <p:nvPr/>
          </p:nvSpPr>
          <p:spPr>
            <a:xfrm>
              <a:off x="2099995" y="8563908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71" y="0"/>
                  </a:moveTo>
                  <a:lnTo>
                    <a:pt x="0" y="0"/>
                  </a:lnTo>
                  <a:lnTo>
                    <a:pt x="0" y="74041"/>
                  </a:lnTo>
                  <a:lnTo>
                    <a:pt x="0" y="82359"/>
                  </a:lnTo>
                  <a:lnTo>
                    <a:pt x="28371" y="82359"/>
                  </a:lnTo>
                  <a:lnTo>
                    <a:pt x="28371" y="74041"/>
                  </a:lnTo>
                  <a:lnTo>
                    <a:pt x="2837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9" name="object 3389" descr=""/>
            <p:cNvSpPr/>
            <p:nvPr/>
          </p:nvSpPr>
          <p:spPr>
            <a:xfrm>
              <a:off x="2099998" y="856389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63"/>
                  </a:moveTo>
                  <a:lnTo>
                    <a:pt x="28376" y="82363"/>
                  </a:lnTo>
                  <a:lnTo>
                    <a:pt x="28376" y="0"/>
                  </a:lnTo>
                  <a:lnTo>
                    <a:pt x="0" y="0"/>
                  </a:lnTo>
                  <a:lnTo>
                    <a:pt x="0" y="8236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90" name="object 3390" descr=""/>
            <p:cNvSpPr/>
            <p:nvPr/>
          </p:nvSpPr>
          <p:spPr>
            <a:xfrm>
              <a:off x="2057434" y="8666134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28344" y="0"/>
                  </a:moveTo>
                  <a:lnTo>
                    <a:pt x="0" y="0"/>
                  </a:lnTo>
                  <a:lnTo>
                    <a:pt x="0" y="114656"/>
                  </a:lnTo>
                  <a:lnTo>
                    <a:pt x="28344" y="114656"/>
                  </a:lnTo>
                  <a:lnTo>
                    <a:pt x="28344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1" name="object 3391" descr=""/>
            <p:cNvSpPr/>
            <p:nvPr/>
          </p:nvSpPr>
          <p:spPr>
            <a:xfrm>
              <a:off x="2057434" y="8666134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0" y="114656"/>
                  </a:moveTo>
                  <a:lnTo>
                    <a:pt x="28344" y="114656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11465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92" name="object 3392" descr=""/>
            <p:cNvSpPr/>
            <p:nvPr/>
          </p:nvSpPr>
          <p:spPr>
            <a:xfrm>
              <a:off x="2012326" y="8666134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28344" y="0"/>
                  </a:moveTo>
                  <a:lnTo>
                    <a:pt x="0" y="0"/>
                  </a:lnTo>
                  <a:lnTo>
                    <a:pt x="0" y="114656"/>
                  </a:lnTo>
                  <a:lnTo>
                    <a:pt x="28344" y="114656"/>
                  </a:lnTo>
                  <a:lnTo>
                    <a:pt x="28344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3" name="object 3393" descr=""/>
            <p:cNvSpPr/>
            <p:nvPr/>
          </p:nvSpPr>
          <p:spPr>
            <a:xfrm>
              <a:off x="2012326" y="8666134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0" y="114656"/>
                  </a:moveTo>
                  <a:lnTo>
                    <a:pt x="28344" y="114656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11465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94" name="object 3394" descr=""/>
            <p:cNvSpPr/>
            <p:nvPr/>
          </p:nvSpPr>
          <p:spPr>
            <a:xfrm>
              <a:off x="1967238" y="8666134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28407" y="0"/>
                  </a:moveTo>
                  <a:lnTo>
                    <a:pt x="0" y="0"/>
                  </a:lnTo>
                  <a:lnTo>
                    <a:pt x="0" y="114656"/>
                  </a:lnTo>
                  <a:lnTo>
                    <a:pt x="28407" y="114656"/>
                  </a:lnTo>
                  <a:lnTo>
                    <a:pt x="28407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5" name="object 3395" descr=""/>
            <p:cNvSpPr/>
            <p:nvPr/>
          </p:nvSpPr>
          <p:spPr>
            <a:xfrm>
              <a:off x="1967238" y="8666134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0" y="114656"/>
                  </a:moveTo>
                  <a:lnTo>
                    <a:pt x="28407" y="114656"/>
                  </a:lnTo>
                  <a:lnTo>
                    <a:pt x="28407" y="0"/>
                  </a:lnTo>
                  <a:lnTo>
                    <a:pt x="0" y="0"/>
                  </a:lnTo>
                  <a:lnTo>
                    <a:pt x="0" y="11465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96" name="object 3396" descr=""/>
            <p:cNvSpPr/>
            <p:nvPr/>
          </p:nvSpPr>
          <p:spPr>
            <a:xfrm>
              <a:off x="1922129" y="8666134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28417" y="0"/>
                  </a:moveTo>
                  <a:lnTo>
                    <a:pt x="0" y="0"/>
                  </a:lnTo>
                  <a:lnTo>
                    <a:pt x="0" y="114656"/>
                  </a:lnTo>
                  <a:lnTo>
                    <a:pt x="28417" y="114656"/>
                  </a:lnTo>
                  <a:lnTo>
                    <a:pt x="28417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7" name="object 3397" descr=""/>
            <p:cNvSpPr/>
            <p:nvPr/>
          </p:nvSpPr>
          <p:spPr>
            <a:xfrm>
              <a:off x="1922129" y="8666134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0" y="114656"/>
                  </a:moveTo>
                  <a:lnTo>
                    <a:pt x="28417" y="114656"/>
                  </a:lnTo>
                  <a:lnTo>
                    <a:pt x="28417" y="0"/>
                  </a:lnTo>
                  <a:lnTo>
                    <a:pt x="0" y="0"/>
                  </a:lnTo>
                  <a:lnTo>
                    <a:pt x="0" y="11465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98" name="object 3398" descr=""/>
            <p:cNvSpPr/>
            <p:nvPr/>
          </p:nvSpPr>
          <p:spPr>
            <a:xfrm>
              <a:off x="1877126" y="8666134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28344" y="0"/>
                  </a:moveTo>
                  <a:lnTo>
                    <a:pt x="0" y="0"/>
                  </a:lnTo>
                  <a:lnTo>
                    <a:pt x="0" y="114656"/>
                  </a:lnTo>
                  <a:lnTo>
                    <a:pt x="28344" y="114656"/>
                  </a:lnTo>
                  <a:lnTo>
                    <a:pt x="28344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9" name="object 3399" descr=""/>
            <p:cNvSpPr/>
            <p:nvPr/>
          </p:nvSpPr>
          <p:spPr>
            <a:xfrm>
              <a:off x="1877126" y="8666134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0" y="114656"/>
                  </a:moveTo>
                  <a:lnTo>
                    <a:pt x="28344" y="114656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11465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00" name="object 3400" descr=""/>
            <p:cNvSpPr/>
            <p:nvPr/>
          </p:nvSpPr>
          <p:spPr>
            <a:xfrm>
              <a:off x="1831975" y="8666134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28376" y="0"/>
                  </a:moveTo>
                  <a:lnTo>
                    <a:pt x="0" y="0"/>
                  </a:lnTo>
                  <a:lnTo>
                    <a:pt x="0" y="114656"/>
                  </a:lnTo>
                  <a:lnTo>
                    <a:pt x="28376" y="114656"/>
                  </a:lnTo>
                  <a:lnTo>
                    <a:pt x="2837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1" name="object 3401" descr=""/>
            <p:cNvSpPr/>
            <p:nvPr/>
          </p:nvSpPr>
          <p:spPr>
            <a:xfrm>
              <a:off x="1831975" y="8666134"/>
              <a:ext cx="28575" cy="114935"/>
            </a:xfrm>
            <a:custGeom>
              <a:avLst/>
              <a:gdLst/>
              <a:ahLst/>
              <a:cxnLst/>
              <a:rect l="l" t="t" r="r" b="b"/>
              <a:pathLst>
                <a:path w="28575" h="114934">
                  <a:moveTo>
                    <a:pt x="0" y="114656"/>
                  </a:moveTo>
                  <a:lnTo>
                    <a:pt x="28376" y="114656"/>
                  </a:lnTo>
                  <a:lnTo>
                    <a:pt x="28376" y="0"/>
                  </a:lnTo>
                  <a:lnTo>
                    <a:pt x="0" y="0"/>
                  </a:lnTo>
                  <a:lnTo>
                    <a:pt x="0" y="11465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02" name="object 3402" descr=""/>
            <p:cNvSpPr/>
            <p:nvPr/>
          </p:nvSpPr>
          <p:spPr>
            <a:xfrm>
              <a:off x="2057425" y="8161762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46" y="0"/>
                  </a:moveTo>
                  <a:lnTo>
                    <a:pt x="0" y="0"/>
                  </a:lnTo>
                  <a:lnTo>
                    <a:pt x="0" y="37223"/>
                  </a:lnTo>
                  <a:lnTo>
                    <a:pt x="0" y="82359"/>
                  </a:lnTo>
                  <a:lnTo>
                    <a:pt x="28346" y="82359"/>
                  </a:lnTo>
                  <a:lnTo>
                    <a:pt x="28346" y="37223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3" name="object 3403" descr=""/>
            <p:cNvSpPr/>
            <p:nvPr/>
          </p:nvSpPr>
          <p:spPr>
            <a:xfrm>
              <a:off x="2057434" y="8161762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53"/>
                  </a:moveTo>
                  <a:lnTo>
                    <a:pt x="28344" y="82353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5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04" name="object 3404" descr=""/>
            <p:cNvSpPr/>
            <p:nvPr/>
          </p:nvSpPr>
          <p:spPr>
            <a:xfrm>
              <a:off x="2012326" y="8161762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44" y="0"/>
                  </a:moveTo>
                  <a:lnTo>
                    <a:pt x="0" y="0"/>
                  </a:lnTo>
                  <a:lnTo>
                    <a:pt x="0" y="82353"/>
                  </a:lnTo>
                  <a:lnTo>
                    <a:pt x="28344" y="82353"/>
                  </a:lnTo>
                  <a:lnTo>
                    <a:pt x="28344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5" name="object 3405" descr=""/>
            <p:cNvSpPr/>
            <p:nvPr/>
          </p:nvSpPr>
          <p:spPr>
            <a:xfrm>
              <a:off x="2012326" y="8161762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53"/>
                  </a:moveTo>
                  <a:lnTo>
                    <a:pt x="28344" y="82353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5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06" name="object 3406" descr=""/>
            <p:cNvSpPr/>
            <p:nvPr/>
          </p:nvSpPr>
          <p:spPr>
            <a:xfrm>
              <a:off x="1967238" y="8161762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407" y="0"/>
                  </a:moveTo>
                  <a:lnTo>
                    <a:pt x="0" y="0"/>
                  </a:lnTo>
                  <a:lnTo>
                    <a:pt x="0" y="82353"/>
                  </a:lnTo>
                  <a:lnTo>
                    <a:pt x="28407" y="82353"/>
                  </a:lnTo>
                  <a:lnTo>
                    <a:pt x="28407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7" name="object 3407" descr=""/>
            <p:cNvSpPr/>
            <p:nvPr/>
          </p:nvSpPr>
          <p:spPr>
            <a:xfrm>
              <a:off x="1967238" y="8161762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53"/>
                  </a:moveTo>
                  <a:lnTo>
                    <a:pt x="28407" y="82353"/>
                  </a:lnTo>
                  <a:lnTo>
                    <a:pt x="28407" y="0"/>
                  </a:lnTo>
                  <a:lnTo>
                    <a:pt x="0" y="0"/>
                  </a:lnTo>
                  <a:lnTo>
                    <a:pt x="0" y="8235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08" name="object 3408" descr=""/>
            <p:cNvSpPr/>
            <p:nvPr/>
          </p:nvSpPr>
          <p:spPr>
            <a:xfrm>
              <a:off x="1922129" y="8161762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417" y="0"/>
                  </a:moveTo>
                  <a:lnTo>
                    <a:pt x="0" y="0"/>
                  </a:lnTo>
                  <a:lnTo>
                    <a:pt x="0" y="82353"/>
                  </a:lnTo>
                  <a:lnTo>
                    <a:pt x="28417" y="82353"/>
                  </a:lnTo>
                  <a:lnTo>
                    <a:pt x="28417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9" name="object 3409" descr=""/>
            <p:cNvSpPr/>
            <p:nvPr/>
          </p:nvSpPr>
          <p:spPr>
            <a:xfrm>
              <a:off x="1922129" y="8161762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53"/>
                  </a:moveTo>
                  <a:lnTo>
                    <a:pt x="28417" y="82353"/>
                  </a:lnTo>
                  <a:lnTo>
                    <a:pt x="28417" y="0"/>
                  </a:lnTo>
                  <a:lnTo>
                    <a:pt x="0" y="0"/>
                  </a:lnTo>
                  <a:lnTo>
                    <a:pt x="0" y="8235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10" name="object 3410" descr=""/>
            <p:cNvSpPr/>
            <p:nvPr/>
          </p:nvSpPr>
          <p:spPr>
            <a:xfrm>
              <a:off x="1877126" y="8161762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44" y="0"/>
                  </a:moveTo>
                  <a:lnTo>
                    <a:pt x="0" y="0"/>
                  </a:lnTo>
                  <a:lnTo>
                    <a:pt x="0" y="82353"/>
                  </a:lnTo>
                  <a:lnTo>
                    <a:pt x="28344" y="82353"/>
                  </a:lnTo>
                  <a:lnTo>
                    <a:pt x="28344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1" name="object 3411" descr=""/>
            <p:cNvSpPr/>
            <p:nvPr/>
          </p:nvSpPr>
          <p:spPr>
            <a:xfrm>
              <a:off x="1877126" y="8161762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53"/>
                  </a:moveTo>
                  <a:lnTo>
                    <a:pt x="28344" y="82353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5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12" name="object 3412" descr=""/>
            <p:cNvSpPr/>
            <p:nvPr/>
          </p:nvSpPr>
          <p:spPr>
            <a:xfrm>
              <a:off x="1831975" y="8161762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76" y="0"/>
                  </a:moveTo>
                  <a:lnTo>
                    <a:pt x="0" y="0"/>
                  </a:lnTo>
                  <a:lnTo>
                    <a:pt x="0" y="82353"/>
                  </a:lnTo>
                  <a:lnTo>
                    <a:pt x="28376" y="82353"/>
                  </a:lnTo>
                  <a:lnTo>
                    <a:pt x="2837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3" name="object 3413" descr=""/>
            <p:cNvSpPr/>
            <p:nvPr/>
          </p:nvSpPr>
          <p:spPr>
            <a:xfrm>
              <a:off x="1831975" y="8161762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53"/>
                  </a:moveTo>
                  <a:lnTo>
                    <a:pt x="28376" y="82353"/>
                  </a:lnTo>
                  <a:lnTo>
                    <a:pt x="28376" y="0"/>
                  </a:lnTo>
                  <a:lnTo>
                    <a:pt x="0" y="0"/>
                  </a:lnTo>
                  <a:lnTo>
                    <a:pt x="0" y="8235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14" name="object 3414" descr=""/>
            <p:cNvSpPr/>
            <p:nvPr/>
          </p:nvSpPr>
          <p:spPr>
            <a:xfrm>
              <a:off x="2057434" y="8262282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44" y="0"/>
                  </a:moveTo>
                  <a:lnTo>
                    <a:pt x="0" y="0"/>
                  </a:lnTo>
                  <a:lnTo>
                    <a:pt x="0" y="82353"/>
                  </a:lnTo>
                  <a:lnTo>
                    <a:pt x="28344" y="82353"/>
                  </a:lnTo>
                  <a:lnTo>
                    <a:pt x="28344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5" name="object 3415" descr=""/>
            <p:cNvSpPr/>
            <p:nvPr/>
          </p:nvSpPr>
          <p:spPr>
            <a:xfrm>
              <a:off x="2057434" y="8262282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53"/>
                  </a:moveTo>
                  <a:lnTo>
                    <a:pt x="28344" y="82353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5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16" name="object 3416" descr=""/>
            <p:cNvSpPr/>
            <p:nvPr/>
          </p:nvSpPr>
          <p:spPr>
            <a:xfrm>
              <a:off x="2012326" y="8262282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44" y="0"/>
                  </a:moveTo>
                  <a:lnTo>
                    <a:pt x="0" y="0"/>
                  </a:lnTo>
                  <a:lnTo>
                    <a:pt x="0" y="82353"/>
                  </a:lnTo>
                  <a:lnTo>
                    <a:pt x="28344" y="82353"/>
                  </a:lnTo>
                  <a:lnTo>
                    <a:pt x="28344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7" name="object 3417" descr=""/>
            <p:cNvSpPr/>
            <p:nvPr/>
          </p:nvSpPr>
          <p:spPr>
            <a:xfrm>
              <a:off x="2012326" y="8262282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53"/>
                  </a:moveTo>
                  <a:lnTo>
                    <a:pt x="28344" y="82353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5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18" name="object 3418" descr=""/>
            <p:cNvSpPr/>
            <p:nvPr/>
          </p:nvSpPr>
          <p:spPr>
            <a:xfrm>
              <a:off x="1967238" y="8262282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407" y="0"/>
                  </a:moveTo>
                  <a:lnTo>
                    <a:pt x="0" y="0"/>
                  </a:lnTo>
                  <a:lnTo>
                    <a:pt x="0" y="82353"/>
                  </a:lnTo>
                  <a:lnTo>
                    <a:pt x="28407" y="82353"/>
                  </a:lnTo>
                  <a:lnTo>
                    <a:pt x="28407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9" name="object 3419" descr=""/>
            <p:cNvSpPr/>
            <p:nvPr/>
          </p:nvSpPr>
          <p:spPr>
            <a:xfrm>
              <a:off x="1967238" y="8262282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53"/>
                  </a:moveTo>
                  <a:lnTo>
                    <a:pt x="28407" y="82353"/>
                  </a:lnTo>
                  <a:lnTo>
                    <a:pt x="28407" y="0"/>
                  </a:lnTo>
                  <a:lnTo>
                    <a:pt x="0" y="0"/>
                  </a:lnTo>
                  <a:lnTo>
                    <a:pt x="0" y="8235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20" name="object 3420" descr=""/>
            <p:cNvSpPr/>
            <p:nvPr/>
          </p:nvSpPr>
          <p:spPr>
            <a:xfrm>
              <a:off x="1922129" y="8262282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417" y="0"/>
                  </a:moveTo>
                  <a:lnTo>
                    <a:pt x="0" y="0"/>
                  </a:lnTo>
                  <a:lnTo>
                    <a:pt x="0" y="82353"/>
                  </a:lnTo>
                  <a:lnTo>
                    <a:pt x="28417" y="82353"/>
                  </a:lnTo>
                  <a:lnTo>
                    <a:pt x="28417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1" name="object 3421" descr=""/>
            <p:cNvSpPr/>
            <p:nvPr/>
          </p:nvSpPr>
          <p:spPr>
            <a:xfrm>
              <a:off x="1922129" y="8262282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53"/>
                  </a:moveTo>
                  <a:lnTo>
                    <a:pt x="28417" y="82353"/>
                  </a:lnTo>
                  <a:lnTo>
                    <a:pt x="28417" y="0"/>
                  </a:lnTo>
                  <a:lnTo>
                    <a:pt x="0" y="0"/>
                  </a:lnTo>
                  <a:lnTo>
                    <a:pt x="0" y="8235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22" name="object 3422" descr=""/>
            <p:cNvSpPr/>
            <p:nvPr/>
          </p:nvSpPr>
          <p:spPr>
            <a:xfrm>
              <a:off x="1877126" y="8262282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44" y="0"/>
                  </a:moveTo>
                  <a:lnTo>
                    <a:pt x="0" y="0"/>
                  </a:lnTo>
                  <a:lnTo>
                    <a:pt x="0" y="82353"/>
                  </a:lnTo>
                  <a:lnTo>
                    <a:pt x="28344" y="82353"/>
                  </a:lnTo>
                  <a:lnTo>
                    <a:pt x="28344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3" name="object 3423" descr=""/>
            <p:cNvSpPr/>
            <p:nvPr/>
          </p:nvSpPr>
          <p:spPr>
            <a:xfrm>
              <a:off x="1877126" y="8262282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53"/>
                  </a:moveTo>
                  <a:lnTo>
                    <a:pt x="28344" y="82353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5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24" name="object 3424" descr=""/>
            <p:cNvSpPr/>
            <p:nvPr/>
          </p:nvSpPr>
          <p:spPr>
            <a:xfrm>
              <a:off x="1831975" y="8262282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76" y="0"/>
                  </a:moveTo>
                  <a:lnTo>
                    <a:pt x="0" y="0"/>
                  </a:lnTo>
                  <a:lnTo>
                    <a:pt x="0" y="82353"/>
                  </a:lnTo>
                  <a:lnTo>
                    <a:pt x="28376" y="82353"/>
                  </a:lnTo>
                  <a:lnTo>
                    <a:pt x="2837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5" name="object 3425" descr=""/>
            <p:cNvSpPr/>
            <p:nvPr/>
          </p:nvSpPr>
          <p:spPr>
            <a:xfrm>
              <a:off x="1831975" y="8262282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53"/>
                  </a:moveTo>
                  <a:lnTo>
                    <a:pt x="28376" y="82353"/>
                  </a:lnTo>
                  <a:lnTo>
                    <a:pt x="28376" y="0"/>
                  </a:lnTo>
                  <a:lnTo>
                    <a:pt x="0" y="0"/>
                  </a:lnTo>
                  <a:lnTo>
                    <a:pt x="0" y="8235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26" name="object 3426" descr=""/>
            <p:cNvSpPr/>
            <p:nvPr/>
          </p:nvSpPr>
          <p:spPr>
            <a:xfrm>
              <a:off x="2057434" y="8362855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44" y="0"/>
                  </a:moveTo>
                  <a:lnTo>
                    <a:pt x="0" y="0"/>
                  </a:lnTo>
                  <a:lnTo>
                    <a:pt x="0" y="82332"/>
                  </a:lnTo>
                  <a:lnTo>
                    <a:pt x="28344" y="82332"/>
                  </a:lnTo>
                  <a:lnTo>
                    <a:pt x="28344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7" name="object 3427" descr=""/>
            <p:cNvSpPr/>
            <p:nvPr/>
          </p:nvSpPr>
          <p:spPr>
            <a:xfrm>
              <a:off x="2057434" y="8362855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44" y="82332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28" name="object 3428" descr=""/>
            <p:cNvSpPr/>
            <p:nvPr/>
          </p:nvSpPr>
          <p:spPr>
            <a:xfrm>
              <a:off x="2012326" y="8362855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44" y="0"/>
                  </a:moveTo>
                  <a:lnTo>
                    <a:pt x="0" y="0"/>
                  </a:lnTo>
                  <a:lnTo>
                    <a:pt x="0" y="82332"/>
                  </a:lnTo>
                  <a:lnTo>
                    <a:pt x="28344" y="82332"/>
                  </a:lnTo>
                  <a:lnTo>
                    <a:pt x="28344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9" name="object 3429" descr=""/>
            <p:cNvSpPr/>
            <p:nvPr/>
          </p:nvSpPr>
          <p:spPr>
            <a:xfrm>
              <a:off x="2012326" y="8362855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44" y="82332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30" name="object 3430" descr=""/>
            <p:cNvSpPr/>
            <p:nvPr/>
          </p:nvSpPr>
          <p:spPr>
            <a:xfrm>
              <a:off x="1967238" y="8362855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407" y="0"/>
                  </a:moveTo>
                  <a:lnTo>
                    <a:pt x="0" y="0"/>
                  </a:lnTo>
                  <a:lnTo>
                    <a:pt x="0" y="82332"/>
                  </a:lnTo>
                  <a:lnTo>
                    <a:pt x="28407" y="82332"/>
                  </a:lnTo>
                  <a:lnTo>
                    <a:pt x="28407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1" name="object 3431" descr=""/>
            <p:cNvSpPr/>
            <p:nvPr/>
          </p:nvSpPr>
          <p:spPr>
            <a:xfrm>
              <a:off x="1967238" y="8362855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407" y="82332"/>
                  </a:lnTo>
                  <a:lnTo>
                    <a:pt x="28407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32" name="object 3432" descr=""/>
            <p:cNvSpPr/>
            <p:nvPr/>
          </p:nvSpPr>
          <p:spPr>
            <a:xfrm>
              <a:off x="1922129" y="8362855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417" y="0"/>
                  </a:moveTo>
                  <a:lnTo>
                    <a:pt x="0" y="0"/>
                  </a:lnTo>
                  <a:lnTo>
                    <a:pt x="0" y="82332"/>
                  </a:lnTo>
                  <a:lnTo>
                    <a:pt x="28417" y="82332"/>
                  </a:lnTo>
                  <a:lnTo>
                    <a:pt x="28417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3" name="object 3433" descr=""/>
            <p:cNvSpPr/>
            <p:nvPr/>
          </p:nvSpPr>
          <p:spPr>
            <a:xfrm>
              <a:off x="1922129" y="8362855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417" y="82332"/>
                  </a:lnTo>
                  <a:lnTo>
                    <a:pt x="28417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34" name="object 3434" descr=""/>
            <p:cNvSpPr/>
            <p:nvPr/>
          </p:nvSpPr>
          <p:spPr>
            <a:xfrm>
              <a:off x="1877126" y="8362855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44" y="0"/>
                  </a:moveTo>
                  <a:lnTo>
                    <a:pt x="0" y="0"/>
                  </a:lnTo>
                  <a:lnTo>
                    <a:pt x="0" y="82332"/>
                  </a:lnTo>
                  <a:lnTo>
                    <a:pt x="28344" y="82332"/>
                  </a:lnTo>
                  <a:lnTo>
                    <a:pt x="28344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5" name="object 3435" descr=""/>
            <p:cNvSpPr/>
            <p:nvPr/>
          </p:nvSpPr>
          <p:spPr>
            <a:xfrm>
              <a:off x="1877126" y="8362855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44" y="82332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36" name="object 3436" descr=""/>
            <p:cNvSpPr/>
            <p:nvPr/>
          </p:nvSpPr>
          <p:spPr>
            <a:xfrm>
              <a:off x="1831975" y="8362855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76" y="0"/>
                  </a:moveTo>
                  <a:lnTo>
                    <a:pt x="0" y="0"/>
                  </a:lnTo>
                  <a:lnTo>
                    <a:pt x="0" y="82332"/>
                  </a:lnTo>
                  <a:lnTo>
                    <a:pt x="28376" y="82332"/>
                  </a:lnTo>
                  <a:lnTo>
                    <a:pt x="2837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7" name="object 3437" descr=""/>
            <p:cNvSpPr/>
            <p:nvPr/>
          </p:nvSpPr>
          <p:spPr>
            <a:xfrm>
              <a:off x="1831975" y="8362855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32"/>
                  </a:moveTo>
                  <a:lnTo>
                    <a:pt x="28376" y="82332"/>
                  </a:lnTo>
                  <a:lnTo>
                    <a:pt x="28376" y="0"/>
                  </a:lnTo>
                  <a:lnTo>
                    <a:pt x="0" y="0"/>
                  </a:lnTo>
                  <a:lnTo>
                    <a:pt x="0" y="82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38" name="object 3438" descr=""/>
            <p:cNvSpPr/>
            <p:nvPr/>
          </p:nvSpPr>
          <p:spPr>
            <a:xfrm>
              <a:off x="2057434" y="846338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44" y="0"/>
                  </a:moveTo>
                  <a:lnTo>
                    <a:pt x="0" y="0"/>
                  </a:lnTo>
                  <a:lnTo>
                    <a:pt x="0" y="82311"/>
                  </a:lnTo>
                  <a:lnTo>
                    <a:pt x="28344" y="82311"/>
                  </a:lnTo>
                  <a:lnTo>
                    <a:pt x="28344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9" name="object 3439" descr=""/>
            <p:cNvSpPr/>
            <p:nvPr/>
          </p:nvSpPr>
          <p:spPr>
            <a:xfrm>
              <a:off x="2057434" y="846338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11"/>
                  </a:moveTo>
                  <a:lnTo>
                    <a:pt x="28344" y="82311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40" name="object 3440" descr=""/>
            <p:cNvSpPr/>
            <p:nvPr/>
          </p:nvSpPr>
          <p:spPr>
            <a:xfrm>
              <a:off x="2012326" y="846338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44" y="0"/>
                  </a:moveTo>
                  <a:lnTo>
                    <a:pt x="0" y="0"/>
                  </a:lnTo>
                  <a:lnTo>
                    <a:pt x="0" y="82311"/>
                  </a:lnTo>
                  <a:lnTo>
                    <a:pt x="28344" y="82311"/>
                  </a:lnTo>
                  <a:lnTo>
                    <a:pt x="28344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1" name="object 3441" descr=""/>
            <p:cNvSpPr/>
            <p:nvPr/>
          </p:nvSpPr>
          <p:spPr>
            <a:xfrm>
              <a:off x="2012326" y="846338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11"/>
                  </a:moveTo>
                  <a:lnTo>
                    <a:pt x="28344" y="82311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42" name="object 3442" descr=""/>
            <p:cNvSpPr/>
            <p:nvPr/>
          </p:nvSpPr>
          <p:spPr>
            <a:xfrm>
              <a:off x="1967238" y="846338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407" y="0"/>
                  </a:moveTo>
                  <a:lnTo>
                    <a:pt x="0" y="0"/>
                  </a:lnTo>
                  <a:lnTo>
                    <a:pt x="0" y="82311"/>
                  </a:lnTo>
                  <a:lnTo>
                    <a:pt x="28407" y="82311"/>
                  </a:lnTo>
                  <a:lnTo>
                    <a:pt x="28407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3" name="object 3443" descr=""/>
            <p:cNvSpPr/>
            <p:nvPr/>
          </p:nvSpPr>
          <p:spPr>
            <a:xfrm>
              <a:off x="1967238" y="846338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11"/>
                  </a:moveTo>
                  <a:lnTo>
                    <a:pt x="28407" y="82311"/>
                  </a:lnTo>
                  <a:lnTo>
                    <a:pt x="28407" y="0"/>
                  </a:lnTo>
                  <a:lnTo>
                    <a:pt x="0" y="0"/>
                  </a:lnTo>
                  <a:lnTo>
                    <a:pt x="0" y="823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44" name="object 3444" descr=""/>
            <p:cNvSpPr/>
            <p:nvPr/>
          </p:nvSpPr>
          <p:spPr>
            <a:xfrm>
              <a:off x="1922129" y="846338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417" y="0"/>
                  </a:moveTo>
                  <a:lnTo>
                    <a:pt x="0" y="0"/>
                  </a:lnTo>
                  <a:lnTo>
                    <a:pt x="0" y="82311"/>
                  </a:lnTo>
                  <a:lnTo>
                    <a:pt x="28417" y="82311"/>
                  </a:lnTo>
                  <a:lnTo>
                    <a:pt x="28417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5" name="object 3445" descr=""/>
            <p:cNvSpPr/>
            <p:nvPr/>
          </p:nvSpPr>
          <p:spPr>
            <a:xfrm>
              <a:off x="1922129" y="846338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11"/>
                  </a:moveTo>
                  <a:lnTo>
                    <a:pt x="28417" y="82311"/>
                  </a:lnTo>
                  <a:lnTo>
                    <a:pt x="28417" y="0"/>
                  </a:lnTo>
                  <a:lnTo>
                    <a:pt x="0" y="0"/>
                  </a:lnTo>
                  <a:lnTo>
                    <a:pt x="0" y="823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46" name="object 3446" descr=""/>
            <p:cNvSpPr/>
            <p:nvPr/>
          </p:nvSpPr>
          <p:spPr>
            <a:xfrm>
              <a:off x="1877126" y="846338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44" y="0"/>
                  </a:moveTo>
                  <a:lnTo>
                    <a:pt x="0" y="0"/>
                  </a:lnTo>
                  <a:lnTo>
                    <a:pt x="0" y="82311"/>
                  </a:lnTo>
                  <a:lnTo>
                    <a:pt x="28344" y="82311"/>
                  </a:lnTo>
                  <a:lnTo>
                    <a:pt x="28344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7" name="object 3447" descr=""/>
            <p:cNvSpPr/>
            <p:nvPr/>
          </p:nvSpPr>
          <p:spPr>
            <a:xfrm>
              <a:off x="1877126" y="846338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11"/>
                  </a:moveTo>
                  <a:lnTo>
                    <a:pt x="28344" y="82311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48" name="object 3448" descr=""/>
            <p:cNvSpPr/>
            <p:nvPr/>
          </p:nvSpPr>
          <p:spPr>
            <a:xfrm>
              <a:off x="1831975" y="846338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76" y="0"/>
                  </a:moveTo>
                  <a:lnTo>
                    <a:pt x="0" y="0"/>
                  </a:lnTo>
                  <a:lnTo>
                    <a:pt x="0" y="82311"/>
                  </a:lnTo>
                  <a:lnTo>
                    <a:pt x="28376" y="82311"/>
                  </a:lnTo>
                  <a:lnTo>
                    <a:pt x="2837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9" name="object 3449" descr=""/>
            <p:cNvSpPr/>
            <p:nvPr/>
          </p:nvSpPr>
          <p:spPr>
            <a:xfrm>
              <a:off x="1831975" y="846338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11"/>
                  </a:moveTo>
                  <a:lnTo>
                    <a:pt x="28376" y="82311"/>
                  </a:lnTo>
                  <a:lnTo>
                    <a:pt x="28376" y="0"/>
                  </a:lnTo>
                  <a:lnTo>
                    <a:pt x="0" y="0"/>
                  </a:lnTo>
                  <a:lnTo>
                    <a:pt x="0" y="8231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50" name="object 3450" descr=""/>
            <p:cNvSpPr/>
            <p:nvPr/>
          </p:nvSpPr>
          <p:spPr>
            <a:xfrm>
              <a:off x="2057434" y="856389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44" y="0"/>
                  </a:moveTo>
                  <a:lnTo>
                    <a:pt x="0" y="0"/>
                  </a:lnTo>
                  <a:lnTo>
                    <a:pt x="0" y="82363"/>
                  </a:lnTo>
                  <a:lnTo>
                    <a:pt x="28344" y="82363"/>
                  </a:lnTo>
                  <a:lnTo>
                    <a:pt x="28344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1" name="object 3451" descr=""/>
            <p:cNvSpPr/>
            <p:nvPr/>
          </p:nvSpPr>
          <p:spPr>
            <a:xfrm>
              <a:off x="2057434" y="856389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63"/>
                  </a:moveTo>
                  <a:lnTo>
                    <a:pt x="28344" y="82363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6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52" name="object 3452" descr=""/>
            <p:cNvSpPr/>
            <p:nvPr/>
          </p:nvSpPr>
          <p:spPr>
            <a:xfrm>
              <a:off x="2012326" y="856389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44" y="0"/>
                  </a:moveTo>
                  <a:lnTo>
                    <a:pt x="0" y="0"/>
                  </a:lnTo>
                  <a:lnTo>
                    <a:pt x="0" y="82363"/>
                  </a:lnTo>
                  <a:lnTo>
                    <a:pt x="28344" y="82363"/>
                  </a:lnTo>
                  <a:lnTo>
                    <a:pt x="28344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3" name="object 3453" descr=""/>
            <p:cNvSpPr/>
            <p:nvPr/>
          </p:nvSpPr>
          <p:spPr>
            <a:xfrm>
              <a:off x="2012326" y="856389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63"/>
                  </a:moveTo>
                  <a:lnTo>
                    <a:pt x="28344" y="82363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6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54" name="object 3454" descr=""/>
            <p:cNvSpPr/>
            <p:nvPr/>
          </p:nvSpPr>
          <p:spPr>
            <a:xfrm>
              <a:off x="1967238" y="856389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407" y="0"/>
                  </a:moveTo>
                  <a:lnTo>
                    <a:pt x="0" y="0"/>
                  </a:lnTo>
                  <a:lnTo>
                    <a:pt x="0" y="82363"/>
                  </a:lnTo>
                  <a:lnTo>
                    <a:pt x="28407" y="82363"/>
                  </a:lnTo>
                  <a:lnTo>
                    <a:pt x="28407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5" name="object 3455" descr=""/>
            <p:cNvSpPr/>
            <p:nvPr/>
          </p:nvSpPr>
          <p:spPr>
            <a:xfrm>
              <a:off x="1967238" y="856389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63"/>
                  </a:moveTo>
                  <a:lnTo>
                    <a:pt x="28407" y="82363"/>
                  </a:lnTo>
                  <a:lnTo>
                    <a:pt x="28407" y="0"/>
                  </a:lnTo>
                  <a:lnTo>
                    <a:pt x="0" y="0"/>
                  </a:lnTo>
                  <a:lnTo>
                    <a:pt x="0" y="8236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56" name="object 3456" descr=""/>
            <p:cNvSpPr/>
            <p:nvPr/>
          </p:nvSpPr>
          <p:spPr>
            <a:xfrm>
              <a:off x="1922129" y="856389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417" y="0"/>
                  </a:moveTo>
                  <a:lnTo>
                    <a:pt x="0" y="0"/>
                  </a:lnTo>
                  <a:lnTo>
                    <a:pt x="0" y="82363"/>
                  </a:lnTo>
                  <a:lnTo>
                    <a:pt x="28417" y="82363"/>
                  </a:lnTo>
                  <a:lnTo>
                    <a:pt x="28417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7" name="object 3457" descr=""/>
            <p:cNvSpPr/>
            <p:nvPr/>
          </p:nvSpPr>
          <p:spPr>
            <a:xfrm>
              <a:off x="1922129" y="856389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63"/>
                  </a:moveTo>
                  <a:lnTo>
                    <a:pt x="28417" y="82363"/>
                  </a:lnTo>
                  <a:lnTo>
                    <a:pt x="28417" y="0"/>
                  </a:lnTo>
                  <a:lnTo>
                    <a:pt x="0" y="0"/>
                  </a:lnTo>
                  <a:lnTo>
                    <a:pt x="0" y="8236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58" name="object 3458" descr=""/>
            <p:cNvSpPr/>
            <p:nvPr/>
          </p:nvSpPr>
          <p:spPr>
            <a:xfrm>
              <a:off x="1877126" y="856389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44" y="0"/>
                  </a:moveTo>
                  <a:lnTo>
                    <a:pt x="0" y="0"/>
                  </a:lnTo>
                  <a:lnTo>
                    <a:pt x="0" y="82363"/>
                  </a:lnTo>
                  <a:lnTo>
                    <a:pt x="28344" y="82363"/>
                  </a:lnTo>
                  <a:lnTo>
                    <a:pt x="28344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9" name="object 3459" descr=""/>
            <p:cNvSpPr/>
            <p:nvPr/>
          </p:nvSpPr>
          <p:spPr>
            <a:xfrm>
              <a:off x="1877126" y="856389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63"/>
                  </a:moveTo>
                  <a:lnTo>
                    <a:pt x="28344" y="82363"/>
                  </a:lnTo>
                  <a:lnTo>
                    <a:pt x="28344" y="0"/>
                  </a:lnTo>
                  <a:lnTo>
                    <a:pt x="0" y="0"/>
                  </a:lnTo>
                  <a:lnTo>
                    <a:pt x="0" y="8236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60" name="object 3460" descr=""/>
            <p:cNvSpPr/>
            <p:nvPr/>
          </p:nvSpPr>
          <p:spPr>
            <a:xfrm>
              <a:off x="1831975" y="856389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28376" y="0"/>
                  </a:moveTo>
                  <a:lnTo>
                    <a:pt x="0" y="0"/>
                  </a:lnTo>
                  <a:lnTo>
                    <a:pt x="0" y="82363"/>
                  </a:lnTo>
                  <a:lnTo>
                    <a:pt x="28376" y="82363"/>
                  </a:lnTo>
                  <a:lnTo>
                    <a:pt x="28376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1" name="object 3461" descr=""/>
            <p:cNvSpPr/>
            <p:nvPr/>
          </p:nvSpPr>
          <p:spPr>
            <a:xfrm>
              <a:off x="1831975" y="8563896"/>
              <a:ext cx="28575" cy="82550"/>
            </a:xfrm>
            <a:custGeom>
              <a:avLst/>
              <a:gdLst/>
              <a:ahLst/>
              <a:cxnLst/>
              <a:rect l="l" t="t" r="r" b="b"/>
              <a:pathLst>
                <a:path w="28575" h="82550">
                  <a:moveTo>
                    <a:pt x="0" y="82363"/>
                  </a:moveTo>
                  <a:lnTo>
                    <a:pt x="28376" y="82363"/>
                  </a:lnTo>
                  <a:lnTo>
                    <a:pt x="28376" y="0"/>
                  </a:lnTo>
                  <a:lnTo>
                    <a:pt x="0" y="0"/>
                  </a:lnTo>
                  <a:lnTo>
                    <a:pt x="0" y="8236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462" name="object 3462" descr=""/>
          <p:cNvSpPr/>
          <p:nvPr/>
        </p:nvSpPr>
        <p:spPr>
          <a:xfrm>
            <a:off x="8793488" y="6567152"/>
            <a:ext cx="64769" cy="32384"/>
          </a:xfrm>
          <a:custGeom>
            <a:avLst/>
            <a:gdLst/>
            <a:ahLst/>
            <a:cxnLst/>
            <a:rect l="l" t="t" r="r" b="b"/>
            <a:pathLst>
              <a:path w="64770" h="32384">
                <a:moveTo>
                  <a:pt x="32218" y="0"/>
                </a:moveTo>
                <a:lnTo>
                  <a:pt x="64050" y="31831"/>
                </a:lnTo>
                <a:lnTo>
                  <a:pt x="64406" y="32218"/>
                </a:lnTo>
                <a:lnTo>
                  <a:pt x="0" y="32218"/>
                </a:lnTo>
                <a:lnTo>
                  <a:pt x="32218" y="0"/>
                </a:lnTo>
                <a:close/>
              </a:path>
            </a:pathLst>
          </a:custGeom>
          <a:ln w="10470">
            <a:solidFill>
              <a:srgbClr val="007BAF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463" name="object 3463" descr=""/>
          <p:cNvGrpSpPr/>
          <p:nvPr/>
        </p:nvGrpSpPr>
        <p:grpSpPr>
          <a:xfrm>
            <a:off x="7623391" y="6154653"/>
            <a:ext cx="3827145" cy="3957954"/>
            <a:chOff x="7623391" y="6154653"/>
            <a:chExt cx="3827145" cy="3957954"/>
          </a:xfrm>
        </p:grpSpPr>
        <p:sp>
          <p:nvSpPr>
            <p:cNvPr id="3464" name="object 3464" descr=""/>
            <p:cNvSpPr/>
            <p:nvPr/>
          </p:nvSpPr>
          <p:spPr>
            <a:xfrm>
              <a:off x="8769196" y="6531447"/>
              <a:ext cx="2675890" cy="85725"/>
            </a:xfrm>
            <a:custGeom>
              <a:avLst/>
              <a:gdLst/>
              <a:ahLst/>
              <a:cxnLst/>
              <a:rect l="l" t="t" r="r" b="b"/>
              <a:pathLst>
                <a:path w="2675890" h="85725">
                  <a:moveTo>
                    <a:pt x="2498834" y="67537"/>
                  </a:moveTo>
                  <a:lnTo>
                    <a:pt x="2530676" y="35705"/>
                  </a:lnTo>
                  <a:lnTo>
                    <a:pt x="2562508" y="67537"/>
                  </a:lnTo>
                  <a:lnTo>
                    <a:pt x="2562864" y="67924"/>
                  </a:lnTo>
                  <a:lnTo>
                    <a:pt x="2498478" y="67924"/>
                  </a:lnTo>
                  <a:lnTo>
                    <a:pt x="2498855" y="67547"/>
                  </a:lnTo>
                  <a:close/>
                </a:path>
                <a:path w="2675890" h="85725">
                  <a:moveTo>
                    <a:pt x="2410502" y="67537"/>
                  </a:moveTo>
                  <a:lnTo>
                    <a:pt x="2442334" y="35705"/>
                  </a:lnTo>
                  <a:lnTo>
                    <a:pt x="2474165" y="67537"/>
                  </a:lnTo>
                  <a:lnTo>
                    <a:pt x="2474531" y="67924"/>
                  </a:lnTo>
                  <a:lnTo>
                    <a:pt x="2410146" y="67924"/>
                  </a:lnTo>
                  <a:lnTo>
                    <a:pt x="2410533" y="67547"/>
                  </a:lnTo>
                  <a:close/>
                </a:path>
                <a:path w="2675890" h="85725">
                  <a:moveTo>
                    <a:pt x="2354001" y="35705"/>
                  </a:moveTo>
                  <a:lnTo>
                    <a:pt x="2385833" y="67537"/>
                  </a:lnTo>
                  <a:lnTo>
                    <a:pt x="2386189" y="67924"/>
                  </a:lnTo>
                  <a:lnTo>
                    <a:pt x="2321782" y="67924"/>
                  </a:lnTo>
                  <a:lnTo>
                    <a:pt x="2354001" y="35705"/>
                  </a:lnTo>
                  <a:close/>
                </a:path>
                <a:path w="2675890" h="85725">
                  <a:moveTo>
                    <a:pt x="2233492" y="67537"/>
                  </a:moveTo>
                  <a:lnTo>
                    <a:pt x="2265313" y="35705"/>
                  </a:lnTo>
                  <a:lnTo>
                    <a:pt x="2297542" y="67924"/>
                  </a:lnTo>
                  <a:lnTo>
                    <a:pt x="2233125" y="67924"/>
                  </a:lnTo>
                  <a:lnTo>
                    <a:pt x="2233513" y="67547"/>
                  </a:lnTo>
                  <a:close/>
                </a:path>
                <a:path w="2675890" h="85725">
                  <a:moveTo>
                    <a:pt x="2145536" y="67149"/>
                  </a:moveTo>
                  <a:lnTo>
                    <a:pt x="2176980" y="35705"/>
                  </a:lnTo>
                  <a:lnTo>
                    <a:pt x="2208812" y="67537"/>
                  </a:lnTo>
                  <a:lnTo>
                    <a:pt x="2209178" y="67924"/>
                  </a:lnTo>
                  <a:lnTo>
                    <a:pt x="2145568" y="67924"/>
                  </a:lnTo>
                  <a:lnTo>
                    <a:pt x="2145945" y="67547"/>
                  </a:lnTo>
                  <a:lnTo>
                    <a:pt x="2145536" y="67149"/>
                  </a:lnTo>
                  <a:close/>
                </a:path>
                <a:path w="2675890" h="85725">
                  <a:moveTo>
                    <a:pt x="2057591" y="67537"/>
                  </a:moveTo>
                  <a:lnTo>
                    <a:pt x="2089423" y="35705"/>
                  </a:lnTo>
                  <a:lnTo>
                    <a:pt x="2120877" y="67149"/>
                  </a:lnTo>
                  <a:lnTo>
                    <a:pt x="2120469" y="67547"/>
                  </a:lnTo>
                  <a:lnTo>
                    <a:pt x="2120846" y="67924"/>
                  </a:lnTo>
                  <a:lnTo>
                    <a:pt x="2057246" y="67924"/>
                  </a:lnTo>
                  <a:lnTo>
                    <a:pt x="2057612" y="67547"/>
                  </a:lnTo>
                  <a:close/>
                </a:path>
                <a:path w="2675890" h="85725">
                  <a:moveTo>
                    <a:pt x="2001101" y="35705"/>
                  </a:moveTo>
                  <a:lnTo>
                    <a:pt x="2032922" y="67537"/>
                  </a:lnTo>
                  <a:lnTo>
                    <a:pt x="2033278" y="67924"/>
                  </a:lnTo>
                  <a:lnTo>
                    <a:pt x="1968871" y="67924"/>
                  </a:lnTo>
                  <a:lnTo>
                    <a:pt x="2001101" y="35705"/>
                  </a:lnTo>
                  <a:close/>
                </a:path>
                <a:path w="2675890" h="85725">
                  <a:moveTo>
                    <a:pt x="1880560" y="67537"/>
                  </a:moveTo>
                  <a:lnTo>
                    <a:pt x="1912392" y="35705"/>
                  </a:lnTo>
                  <a:lnTo>
                    <a:pt x="1944621" y="67924"/>
                  </a:lnTo>
                  <a:lnTo>
                    <a:pt x="1880215" y="67924"/>
                  </a:lnTo>
                  <a:lnTo>
                    <a:pt x="1880591" y="67547"/>
                  </a:lnTo>
                  <a:close/>
                </a:path>
                <a:path w="2675890" h="85725">
                  <a:moveTo>
                    <a:pt x="1792238" y="67537"/>
                  </a:moveTo>
                  <a:lnTo>
                    <a:pt x="1824059" y="35705"/>
                  </a:lnTo>
                  <a:lnTo>
                    <a:pt x="1855891" y="67537"/>
                  </a:lnTo>
                  <a:lnTo>
                    <a:pt x="1856247" y="67924"/>
                  </a:lnTo>
                  <a:lnTo>
                    <a:pt x="1791882" y="67924"/>
                  </a:lnTo>
                  <a:lnTo>
                    <a:pt x="1792249" y="67547"/>
                  </a:lnTo>
                  <a:close/>
                </a:path>
                <a:path w="2675890" h="85725">
                  <a:moveTo>
                    <a:pt x="1703906" y="67537"/>
                  </a:moveTo>
                  <a:lnTo>
                    <a:pt x="1735737" y="35705"/>
                  </a:lnTo>
                  <a:lnTo>
                    <a:pt x="1767569" y="67537"/>
                  </a:lnTo>
                  <a:lnTo>
                    <a:pt x="1767914" y="67924"/>
                  </a:lnTo>
                  <a:lnTo>
                    <a:pt x="1703550" y="67924"/>
                  </a:lnTo>
                  <a:lnTo>
                    <a:pt x="1703927" y="67547"/>
                  </a:lnTo>
                  <a:close/>
                </a:path>
                <a:path w="2675890" h="85725">
                  <a:moveTo>
                    <a:pt x="1647405" y="35705"/>
                  </a:moveTo>
                  <a:lnTo>
                    <a:pt x="1679236" y="67537"/>
                  </a:lnTo>
                  <a:lnTo>
                    <a:pt x="1679592" y="67924"/>
                  </a:lnTo>
                  <a:lnTo>
                    <a:pt x="1615186" y="67924"/>
                  </a:lnTo>
                  <a:lnTo>
                    <a:pt x="1647405" y="35705"/>
                  </a:lnTo>
                  <a:close/>
                </a:path>
                <a:path w="2675890" h="85725">
                  <a:moveTo>
                    <a:pt x="1526895" y="67537"/>
                  </a:moveTo>
                  <a:lnTo>
                    <a:pt x="1558716" y="35705"/>
                  </a:lnTo>
                  <a:lnTo>
                    <a:pt x="1590925" y="67924"/>
                  </a:lnTo>
                  <a:lnTo>
                    <a:pt x="1526529" y="67924"/>
                  </a:lnTo>
                  <a:lnTo>
                    <a:pt x="1526895" y="67547"/>
                  </a:lnTo>
                  <a:close/>
                </a:path>
                <a:path w="2675890" h="85725">
                  <a:moveTo>
                    <a:pt x="1438594" y="67484"/>
                  </a:moveTo>
                  <a:lnTo>
                    <a:pt x="1470395" y="35705"/>
                  </a:lnTo>
                  <a:lnTo>
                    <a:pt x="1502216" y="67537"/>
                  </a:lnTo>
                  <a:lnTo>
                    <a:pt x="1502582" y="67924"/>
                  </a:lnTo>
                  <a:lnTo>
                    <a:pt x="1438291" y="67924"/>
                  </a:lnTo>
                  <a:lnTo>
                    <a:pt x="1438668" y="67547"/>
                  </a:lnTo>
                  <a:close/>
                </a:path>
                <a:path w="2675890" h="85725">
                  <a:moveTo>
                    <a:pt x="1350325" y="67537"/>
                  </a:moveTo>
                  <a:lnTo>
                    <a:pt x="1382146" y="35705"/>
                  </a:lnTo>
                  <a:lnTo>
                    <a:pt x="1413936" y="67484"/>
                  </a:lnTo>
                  <a:lnTo>
                    <a:pt x="1414250" y="67924"/>
                  </a:lnTo>
                  <a:lnTo>
                    <a:pt x="1349958" y="67924"/>
                  </a:lnTo>
                  <a:lnTo>
                    <a:pt x="1350335" y="67547"/>
                  </a:lnTo>
                  <a:close/>
                </a:path>
                <a:path w="2675890" h="85725">
                  <a:moveTo>
                    <a:pt x="1293824" y="35705"/>
                  </a:moveTo>
                  <a:lnTo>
                    <a:pt x="1325645" y="67537"/>
                  </a:lnTo>
                  <a:lnTo>
                    <a:pt x="1326011" y="67924"/>
                  </a:lnTo>
                  <a:lnTo>
                    <a:pt x="1261605" y="67924"/>
                  </a:lnTo>
                  <a:lnTo>
                    <a:pt x="1293824" y="35705"/>
                  </a:lnTo>
                  <a:close/>
                </a:path>
                <a:path w="2675890" h="85725">
                  <a:moveTo>
                    <a:pt x="1173304" y="67537"/>
                  </a:moveTo>
                  <a:lnTo>
                    <a:pt x="1205125" y="35705"/>
                  </a:lnTo>
                  <a:lnTo>
                    <a:pt x="1237344" y="67924"/>
                  </a:lnTo>
                  <a:lnTo>
                    <a:pt x="1172938" y="67924"/>
                  </a:lnTo>
                  <a:lnTo>
                    <a:pt x="1173315" y="67547"/>
                  </a:lnTo>
                  <a:close/>
                </a:path>
                <a:path w="2675890" h="85725">
                  <a:moveTo>
                    <a:pt x="1084972" y="67537"/>
                  </a:moveTo>
                  <a:lnTo>
                    <a:pt x="1116803" y="35705"/>
                  </a:lnTo>
                  <a:lnTo>
                    <a:pt x="1148624" y="67537"/>
                  </a:lnTo>
                  <a:lnTo>
                    <a:pt x="1148991" y="67924"/>
                  </a:lnTo>
                  <a:lnTo>
                    <a:pt x="1084616" y="67924"/>
                  </a:lnTo>
                  <a:lnTo>
                    <a:pt x="1084982" y="67547"/>
                  </a:lnTo>
                  <a:close/>
                </a:path>
                <a:path w="2675890" h="85725">
                  <a:moveTo>
                    <a:pt x="996639" y="67537"/>
                  </a:moveTo>
                  <a:lnTo>
                    <a:pt x="1028471" y="35705"/>
                  </a:lnTo>
                  <a:lnTo>
                    <a:pt x="1060302" y="67537"/>
                  </a:lnTo>
                  <a:lnTo>
                    <a:pt x="1060658" y="67924"/>
                  </a:lnTo>
                  <a:lnTo>
                    <a:pt x="996283" y="67924"/>
                  </a:lnTo>
                  <a:lnTo>
                    <a:pt x="996650" y="67547"/>
                  </a:lnTo>
                  <a:close/>
                </a:path>
                <a:path w="2675890" h="85725">
                  <a:moveTo>
                    <a:pt x="940138" y="35705"/>
                  </a:moveTo>
                  <a:lnTo>
                    <a:pt x="971970" y="67537"/>
                  </a:lnTo>
                  <a:lnTo>
                    <a:pt x="972326" y="67924"/>
                  </a:lnTo>
                  <a:lnTo>
                    <a:pt x="907919" y="67924"/>
                  </a:lnTo>
                  <a:lnTo>
                    <a:pt x="940138" y="35705"/>
                  </a:lnTo>
                  <a:close/>
                </a:path>
                <a:path w="2675890" h="85725">
                  <a:moveTo>
                    <a:pt x="819619" y="67537"/>
                  </a:moveTo>
                  <a:lnTo>
                    <a:pt x="851450" y="35705"/>
                  </a:lnTo>
                  <a:lnTo>
                    <a:pt x="883658" y="67924"/>
                  </a:lnTo>
                  <a:lnTo>
                    <a:pt x="819252" y="67924"/>
                  </a:lnTo>
                  <a:lnTo>
                    <a:pt x="819629" y="67547"/>
                  </a:lnTo>
                  <a:close/>
                </a:path>
                <a:path w="2675890" h="85725">
                  <a:moveTo>
                    <a:pt x="731663" y="67149"/>
                  </a:moveTo>
                  <a:lnTo>
                    <a:pt x="763118" y="35705"/>
                  </a:lnTo>
                  <a:lnTo>
                    <a:pt x="794949" y="67537"/>
                  </a:lnTo>
                  <a:lnTo>
                    <a:pt x="795305" y="67924"/>
                  </a:lnTo>
                  <a:lnTo>
                    <a:pt x="731694" y="67924"/>
                  </a:lnTo>
                  <a:lnTo>
                    <a:pt x="732071" y="67547"/>
                  </a:lnTo>
                  <a:lnTo>
                    <a:pt x="731663" y="67149"/>
                  </a:lnTo>
                  <a:close/>
                </a:path>
                <a:path w="2675890" h="85725">
                  <a:moveTo>
                    <a:pt x="643718" y="67537"/>
                  </a:moveTo>
                  <a:lnTo>
                    <a:pt x="675550" y="35705"/>
                  </a:lnTo>
                  <a:lnTo>
                    <a:pt x="706994" y="67149"/>
                  </a:lnTo>
                  <a:lnTo>
                    <a:pt x="706596" y="67547"/>
                  </a:lnTo>
                  <a:lnTo>
                    <a:pt x="706973" y="67924"/>
                  </a:lnTo>
                  <a:lnTo>
                    <a:pt x="643362" y="67924"/>
                  </a:lnTo>
                  <a:lnTo>
                    <a:pt x="643739" y="67547"/>
                  </a:lnTo>
                  <a:close/>
                </a:path>
                <a:path w="2675890" h="85725">
                  <a:moveTo>
                    <a:pt x="587217" y="35705"/>
                  </a:moveTo>
                  <a:lnTo>
                    <a:pt x="619049" y="67537"/>
                  </a:lnTo>
                  <a:lnTo>
                    <a:pt x="619405" y="67924"/>
                  </a:lnTo>
                  <a:lnTo>
                    <a:pt x="554998" y="67924"/>
                  </a:lnTo>
                  <a:lnTo>
                    <a:pt x="587217" y="35705"/>
                  </a:lnTo>
                  <a:close/>
                </a:path>
                <a:path w="2675890" h="85725">
                  <a:moveTo>
                    <a:pt x="466708" y="67537"/>
                  </a:moveTo>
                  <a:lnTo>
                    <a:pt x="498529" y="35705"/>
                  </a:lnTo>
                  <a:lnTo>
                    <a:pt x="530748" y="67924"/>
                  </a:lnTo>
                  <a:lnTo>
                    <a:pt x="466341" y="67924"/>
                  </a:lnTo>
                  <a:lnTo>
                    <a:pt x="466718" y="67547"/>
                  </a:lnTo>
                  <a:close/>
                </a:path>
                <a:path w="2675890" h="85725">
                  <a:moveTo>
                    <a:pt x="378365" y="67537"/>
                  </a:moveTo>
                  <a:lnTo>
                    <a:pt x="410196" y="35705"/>
                  </a:lnTo>
                  <a:lnTo>
                    <a:pt x="442028" y="67537"/>
                  </a:lnTo>
                  <a:lnTo>
                    <a:pt x="442394" y="67924"/>
                  </a:lnTo>
                  <a:lnTo>
                    <a:pt x="378009" y="67924"/>
                  </a:lnTo>
                  <a:lnTo>
                    <a:pt x="378386" y="67547"/>
                  </a:lnTo>
                  <a:close/>
                </a:path>
                <a:path w="2675890" h="85725">
                  <a:moveTo>
                    <a:pt x="290033" y="67537"/>
                  </a:moveTo>
                  <a:lnTo>
                    <a:pt x="321864" y="35705"/>
                  </a:lnTo>
                  <a:lnTo>
                    <a:pt x="353696" y="67537"/>
                  </a:lnTo>
                  <a:lnTo>
                    <a:pt x="354052" y="67924"/>
                  </a:lnTo>
                  <a:lnTo>
                    <a:pt x="289677" y="67924"/>
                  </a:lnTo>
                  <a:lnTo>
                    <a:pt x="290053" y="67547"/>
                  </a:lnTo>
                  <a:close/>
                </a:path>
                <a:path w="2675890" h="85725">
                  <a:moveTo>
                    <a:pt x="233532" y="35705"/>
                  </a:moveTo>
                  <a:lnTo>
                    <a:pt x="265363" y="67537"/>
                  </a:lnTo>
                  <a:lnTo>
                    <a:pt x="265719" y="67924"/>
                  </a:lnTo>
                  <a:lnTo>
                    <a:pt x="201323" y="67924"/>
                  </a:lnTo>
                  <a:lnTo>
                    <a:pt x="233532" y="35705"/>
                  </a:lnTo>
                  <a:close/>
                </a:path>
                <a:path w="2675890" h="85725">
                  <a:moveTo>
                    <a:pt x="113012" y="67537"/>
                  </a:moveTo>
                  <a:lnTo>
                    <a:pt x="144843" y="35705"/>
                  </a:lnTo>
                  <a:lnTo>
                    <a:pt x="177062" y="67924"/>
                  </a:lnTo>
                  <a:lnTo>
                    <a:pt x="112656" y="67924"/>
                  </a:lnTo>
                  <a:lnTo>
                    <a:pt x="113022" y="67547"/>
                  </a:lnTo>
                  <a:close/>
                </a:path>
                <a:path w="2675890" h="85725">
                  <a:moveTo>
                    <a:pt x="221207" y="23371"/>
                  </a:moveTo>
                  <a:lnTo>
                    <a:pt x="189187" y="55380"/>
                  </a:lnTo>
                  <a:lnTo>
                    <a:pt x="157178" y="23371"/>
                  </a:lnTo>
                  <a:lnTo>
                    <a:pt x="151335" y="17444"/>
                  </a:lnTo>
                  <a:lnTo>
                    <a:pt x="227050" y="17444"/>
                  </a:lnTo>
                  <a:lnTo>
                    <a:pt x="221155" y="23329"/>
                  </a:lnTo>
                  <a:close/>
                </a:path>
                <a:path w="2675890" h="85725">
                  <a:moveTo>
                    <a:pt x="309529" y="23371"/>
                  </a:moveTo>
                  <a:lnTo>
                    <a:pt x="277708" y="55202"/>
                  </a:lnTo>
                  <a:lnTo>
                    <a:pt x="245877" y="23371"/>
                  </a:lnTo>
                  <a:lnTo>
                    <a:pt x="240024" y="17444"/>
                  </a:lnTo>
                  <a:lnTo>
                    <a:pt x="315383" y="17444"/>
                  </a:lnTo>
                  <a:lnTo>
                    <a:pt x="309487" y="23329"/>
                  </a:lnTo>
                  <a:close/>
                </a:path>
                <a:path w="2675890" h="85725">
                  <a:moveTo>
                    <a:pt x="397862" y="23371"/>
                  </a:moveTo>
                  <a:lnTo>
                    <a:pt x="366030" y="55202"/>
                  </a:lnTo>
                  <a:lnTo>
                    <a:pt x="334209" y="23371"/>
                  </a:lnTo>
                  <a:lnTo>
                    <a:pt x="328356" y="17444"/>
                  </a:lnTo>
                  <a:lnTo>
                    <a:pt x="403704" y="17444"/>
                  </a:lnTo>
                  <a:lnTo>
                    <a:pt x="397820" y="23329"/>
                  </a:lnTo>
                  <a:close/>
                </a:path>
                <a:path w="2675890" h="85725">
                  <a:moveTo>
                    <a:pt x="486194" y="23371"/>
                  </a:moveTo>
                  <a:lnTo>
                    <a:pt x="454363" y="55202"/>
                  </a:lnTo>
                  <a:lnTo>
                    <a:pt x="422531" y="23371"/>
                  </a:lnTo>
                  <a:lnTo>
                    <a:pt x="416688" y="17444"/>
                  </a:lnTo>
                  <a:lnTo>
                    <a:pt x="492037" y="17444"/>
                  </a:lnTo>
                  <a:lnTo>
                    <a:pt x="486152" y="23329"/>
                  </a:lnTo>
                  <a:close/>
                </a:path>
                <a:path w="2675890" h="85725">
                  <a:moveTo>
                    <a:pt x="574893" y="23371"/>
                  </a:moveTo>
                  <a:lnTo>
                    <a:pt x="542873" y="55380"/>
                  </a:lnTo>
                  <a:lnTo>
                    <a:pt x="510864" y="23371"/>
                  </a:lnTo>
                  <a:lnTo>
                    <a:pt x="505010" y="17444"/>
                  </a:lnTo>
                  <a:lnTo>
                    <a:pt x="580736" y="17444"/>
                  </a:lnTo>
                  <a:lnTo>
                    <a:pt x="574851" y="23329"/>
                  </a:lnTo>
                  <a:close/>
                </a:path>
                <a:path w="2675890" h="85725">
                  <a:moveTo>
                    <a:pt x="663215" y="23371"/>
                  </a:moveTo>
                  <a:lnTo>
                    <a:pt x="631394" y="55202"/>
                  </a:lnTo>
                  <a:lnTo>
                    <a:pt x="599562" y="23371"/>
                  </a:lnTo>
                  <a:lnTo>
                    <a:pt x="593699" y="17444"/>
                  </a:lnTo>
                  <a:lnTo>
                    <a:pt x="669068" y="17444"/>
                  </a:lnTo>
                  <a:lnTo>
                    <a:pt x="663173" y="23329"/>
                  </a:lnTo>
                  <a:close/>
                </a:path>
                <a:path w="2675890" h="85725">
                  <a:moveTo>
                    <a:pt x="750772" y="23371"/>
                  </a:moveTo>
                  <a:lnTo>
                    <a:pt x="719339" y="54815"/>
                  </a:lnTo>
                  <a:lnTo>
                    <a:pt x="687895" y="23371"/>
                  </a:lnTo>
                  <a:lnTo>
                    <a:pt x="682042" y="17444"/>
                  </a:lnTo>
                  <a:lnTo>
                    <a:pt x="756626" y="17444"/>
                  </a:lnTo>
                  <a:lnTo>
                    <a:pt x="750741" y="23329"/>
                  </a:lnTo>
                  <a:close/>
                </a:path>
                <a:path w="2675890" h="85725">
                  <a:moveTo>
                    <a:pt x="839105" y="23371"/>
                  </a:moveTo>
                  <a:lnTo>
                    <a:pt x="807273" y="55202"/>
                  </a:lnTo>
                  <a:lnTo>
                    <a:pt x="775442" y="23371"/>
                  </a:lnTo>
                  <a:lnTo>
                    <a:pt x="769599" y="17444"/>
                  </a:lnTo>
                  <a:lnTo>
                    <a:pt x="844958" y="17444"/>
                  </a:lnTo>
                  <a:lnTo>
                    <a:pt x="839063" y="23329"/>
                  </a:lnTo>
                  <a:close/>
                </a:path>
                <a:path w="2675890" h="85725">
                  <a:moveTo>
                    <a:pt x="927804" y="23371"/>
                  </a:moveTo>
                  <a:lnTo>
                    <a:pt x="895794" y="55380"/>
                  </a:lnTo>
                  <a:lnTo>
                    <a:pt x="863785" y="23371"/>
                  </a:lnTo>
                  <a:lnTo>
                    <a:pt x="857931" y="17444"/>
                  </a:lnTo>
                  <a:lnTo>
                    <a:pt x="933646" y="17444"/>
                  </a:lnTo>
                  <a:lnTo>
                    <a:pt x="927751" y="23329"/>
                  </a:lnTo>
                  <a:close/>
                </a:path>
                <a:path w="2675890" h="85725">
                  <a:moveTo>
                    <a:pt x="1016136" y="23371"/>
                  </a:moveTo>
                  <a:lnTo>
                    <a:pt x="984305" y="55202"/>
                  </a:lnTo>
                  <a:lnTo>
                    <a:pt x="952473" y="23371"/>
                  </a:lnTo>
                  <a:lnTo>
                    <a:pt x="946630" y="17444"/>
                  </a:lnTo>
                  <a:lnTo>
                    <a:pt x="1021979" y="17444"/>
                  </a:lnTo>
                  <a:lnTo>
                    <a:pt x="1016084" y="23329"/>
                  </a:lnTo>
                  <a:close/>
                </a:path>
                <a:path w="2675890" h="85725">
                  <a:moveTo>
                    <a:pt x="1104458" y="23371"/>
                  </a:moveTo>
                  <a:lnTo>
                    <a:pt x="1072637" y="55202"/>
                  </a:lnTo>
                  <a:lnTo>
                    <a:pt x="1040806" y="23371"/>
                  </a:lnTo>
                  <a:lnTo>
                    <a:pt x="1034963" y="17444"/>
                  </a:lnTo>
                  <a:lnTo>
                    <a:pt x="1110311" y="17444"/>
                  </a:lnTo>
                  <a:lnTo>
                    <a:pt x="1104427" y="23329"/>
                  </a:lnTo>
                  <a:close/>
                </a:path>
                <a:path w="2675890" h="85725">
                  <a:moveTo>
                    <a:pt x="1192790" y="23371"/>
                  </a:moveTo>
                  <a:lnTo>
                    <a:pt x="1160959" y="55202"/>
                  </a:lnTo>
                  <a:lnTo>
                    <a:pt x="1129127" y="23371"/>
                  </a:lnTo>
                  <a:lnTo>
                    <a:pt x="1123285" y="17444"/>
                  </a:lnTo>
                  <a:lnTo>
                    <a:pt x="1198644" y="17444"/>
                  </a:lnTo>
                  <a:lnTo>
                    <a:pt x="1192759" y="23329"/>
                  </a:lnTo>
                  <a:close/>
                </a:path>
                <a:path w="2675890" h="85725">
                  <a:moveTo>
                    <a:pt x="1281489" y="23371"/>
                  </a:moveTo>
                  <a:lnTo>
                    <a:pt x="1249480" y="55380"/>
                  </a:lnTo>
                  <a:lnTo>
                    <a:pt x="1217460" y="23371"/>
                  </a:lnTo>
                  <a:lnTo>
                    <a:pt x="1211617" y="17444"/>
                  </a:lnTo>
                  <a:lnTo>
                    <a:pt x="1287332" y="17444"/>
                  </a:lnTo>
                  <a:lnTo>
                    <a:pt x="1281447" y="23329"/>
                  </a:lnTo>
                  <a:close/>
                </a:path>
                <a:path w="2675890" h="85725">
                  <a:moveTo>
                    <a:pt x="1369822" y="23371"/>
                  </a:moveTo>
                  <a:lnTo>
                    <a:pt x="1337990" y="55202"/>
                  </a:lnTo>
                  <a:lnTo>
                    <a:pt x="1306159" y="23371"/>
                  </a:lnTo>
                  <a:lnTo>
                    <a:pt x="1300305" y="17444"/>
                  </a:lnTo>
                  <a:lnTo>
                    <a:pt x="1375664" y="17444"/>
                  </a:lnTo>
                  <a:lnTo>
                    <a:pt x="1369769" y="23329"/>
                  </a:lnTo>
                  <a:close/>
                </a:path>
                <a:path w="2675890" h="85725">
                  <a:moveTo>
                    <a:pt x="1458049" y="23371"/>
                  </a:moveTo>
                  <a:lnTo>
                    <a:pt x="1426270" y="55150"/>
                  </a:lnTo>
                  <a:lnTo>
                    <a:pt x="1394491" y="23371"/>
                  </a:lnTo>
                  <a:lnTo>
                    <a:pt x="1388638" y="17444"/>
                  </a:lnTo>
                  <a:lnTo>
                    <a:pt x="1463903" y="17444"/>
                  </a:lnTo>
                  <a:lnTo>
                    <a:pt x="1458007" y="23329"/>
                  </a:lnTo>
                  <a:close/>
                </a:path>
                <a:path w="2675890" h="85725">
                  <a:moveTo>
                    <a:pt x="1546382" y="23371"/>
                  </a:moveTo>
                  <a:lnTo>
                    <a:pt x="1514550" y="55202"/>
                  </a:lnTo>
                  <a:lnTo>
                    <a:pt x="1482729" y="23371"/>
                  </a:lnTo>
                  <a:lnTo>
                    <a:pt x="1476876" y="17444"/>
                  </a:lnTo>
                  <a:lnTo>
                    <a:pt x="1552224" y="17444"/>
                  </a:lnTo>
                  <a:lnTo>
                    <a:pt x="1546340" y="23329"/>
                  </a:lnTo>
                  <a:close/>
                </a:path>
                <a:path w="2675890" h="85725">
                  <a:moveTo>
                    <a:pt x="1635070" y="23371"/>
                  </a:moveTo>
                  <a:lnTo>
                    <a:pt x="1603061" y="55380"/>
                  </a:lnTo>
                  <a:lnTo>
                    <a:pt x="1571051" y="23371"/>
                  </a:lnTo>
                  <a:lnTo>
                    <a:pt x="1565208" y="17444"/>
                  </a:lnTo>
                  <a:lnTo>
                    <a:pt x="1640913" y="17444"/>
                  </a:lnTo>
                  <a:lnTo>
                    <a:pt x="1635028" y="23329"/>
                  </a:lnTo>
                  <a:close/>
                </a:path>
                <a:path w="2675890" h="85725">
                  <a:moveTo>
                    <a:pt x="1723403" y="23371"/>
                  </a:moveTo>
                  <a:lnTo>
                    <a:pt x="1691571" y="55202"/>
                  </a:lnTo>
                  <a:lnTo>
                    <a:pt x="1659750" y="23371"/>
                  </a:lnTo>
                  <a:lnTo>
                    <a:pt x="1653897" y="17444"/>
                  </a:lnTo>
                  <a:lnTo>
                    <a:pt x="1729235" y="17444"/>
                  </a:lnTo>
                  <a:lnTo>
                    <a:pt x="1723361" y="23329"/>
                  </a:lnTo>
                  <a:close/>
                </a:path>
                <a:path w="2675890" h="85725">
                  <a:moveTo>
                    <a:pt x="1811735" y="23371"/>
                  </a:moveTo>
                  <a:lnTo>
                    <a:pt x="1779903" y="55202"/>
                  </a:lnTo>
                  <a:lnTo>
                    <a:pt x="1748082" y="23371"/>
                  </a:lnTo>
                  <a:lnTo>
                    <a:pt x="1742229" y="17444"/>
                  </a:lnTo>
                  <a:lnTo>
                    <a:pt x="1817588" y="17444"/>
                  </a:lnTo>
                  <a:lnTo>
                    <a:pt x="1811693" y="23329"/>
                  </a:lnTo>
                  <a:close/>
                </a:path>
                <a:path w="2675890" h="85725">
                  <a:moveTo>
                    <a:pt x="1900067" y="23371"/>
                  </a:moveTo>
                  <a:lnTo>
                    <a:pt x="1868236" y="55202"/>
                  </a:lnTo>
                  <a:lnTo>
                    <a:pt x="1836404" y="23371"/>
                  </a:lnTo>
                  <a:lnTo>
                    <a:pt x="1830562" y="17444"/>
                  </a:lnTo>
                  <a:lnTo>
                    <a:pt x="1905910" y="17444"/>
                  </a:lnTo>
                  <a:lnTo>
                    <a:pt x="1900025" y="23329"/>
                  </a:lnTo>
                  <a:close/>
                </a:path>
                <a:path w="2675890" h="85725">
                  <a:moveTo>
                    <a:pt x="1988756" y="23371"/>
                  </a:moveTo>
                  <a:lnTo>
                    <a:pt x="1956746" y="55380"/>
                  </a:lnTo>
                  <a:lnTo>
                    <a:pt x="1924737" y="23371"/>
                  </a:lnTo>
                  <a:lnTo>
                    <a:pt x="1918894" y="17444"/>
                  </a:lnTo>
                  <a:lnTo>
                    <a:pt x="1994598" y="17444"/>
                  </a:lnTo>
                  <a:lnTo>
                    <a:pt x="1988724" y="23329"/>
                  </a:lnTo>
                  <a:close/>
                </a:path>
                <a:path w="2675890" h="85725">
                  <a:moveTo>
                    <a:pt x="2077088" y="23371"/>
                  </a:moveTo>
                  <a:lnTo>
                    <a:pt x="2045257" y="55202"/>
                  </a:lnTo>
                  <a:lnTo>
                    <a:pt x="2013425" y="23371"/>
                  </a:lnTo>
                  <a:lnTo>
                    <a:pt x="2007572" y="17444"/>
                  </a:lnTo>
                  <a:lnTo>
                    <a:pt x="2082931" y="17444"/>
                  </a:lnTo>
                  <a:lnTo>
                    <a:pt x="2077046" y="23329"/>
                  </a:lnTo>
                  <a:close/>
                </a:path>
                <a:path w="2675890" h="85725">
                  <a:moveTo>
                    <a:pt x="2164656" y="23371"/>
                  </a:moveTo>
                  <a:lnTo>
                    <a:pt x="2133202" y="54815"/>
                  </a:lnTo>
                  <a:lnTo>
                    <a:pt x="2101757" y="23371"/>
                  </a:lnTo>
                  <a:lnTo>
                    <a:pt x="2095904" y="17444"/>
                  </a:lnTo>
                  <a:lnTo>
                    <a:pt x="2170499" y="17444"/>
                  </a:lnTo>
                  <a:lnTo>
                    <a:pt x="2164604" y="23329"/>
                  </a:lnTo>
                  <a:close/>
                </a:path>
                <a:path w="2675890" h="85725">
                  <a:moveTo>
                    <a:pt x="2252978" y="23371"/>
                  </a:moveTo>
                  <a:lnTo>
                    <a:pt x="2221147" y="55202"/>
                  </a:lnTo>
                  <a:lnTo>
                    <a:pt x="2189326" y="23371"/>
                  </a:lnTo>
                  <a:lnTo>
                    <a:pt x="2183472" y="17444"/>
                  </a:lnTo>
                  <a:lnTo>
                    <a:pt x="2258831" y="17444"/>
                  </a:lnTo>
                  <a:lnTo>
                    <a:pt x="2252936" y="23329"/>
                  </a:lnTo>
                  <a:close/>
                </a:path>
                <a:path w="2675890" h="85725">
                  <a:moveTo>
                    <a:pt x="2341666" y="23371"/>
                  </a:moveTo>
                  <a:lnTo>
                    <a:pt x="2309657" y="55380"/>
                  </a:lnTo>
                  <a:lnTo>
                    <a:pt x="2277647" y="23371"/>
                  </a:lnTo>
                  <a:lnTo>
                    <a:pt x="2271805" y="17444"/>
                  </a:lnTo>
                  <a:lnTo>
                    <a:pt x="2347530" y="17444"/>
                  </a:lnTo>
                  <a:lnTo>
                    <a:pt x="2341635" y="23329"/>
                  </a:lnTo>
                  <a:close/>
                </a:path>
                <a:path w="2675890" h="85725">
                  <a:moveTo>
                    <a:pt x="2429999" y="23371"/>
                  </a:moveTo>
                  <a:lnTo>
                    <a:pt x="2398167" y="55202"/>
                  </a:lnTo>
                  <a:lnTo>
                    <a:pt x="2366346" y="23371"/>
                  </a:lnTo>
                  <a:lnTo>
                    <a:pt x="2360493" y="17444"/>
                  </a:lnTo>
                  <a:lnTo>
                    <a:pt x="2435852" y="17444"/>
                  </a:lnTo>
                  <a:lnTo>
                    <a:pt x="2429967" y="23329"/>
                  </a:lnTo>
                  <a:close/>
                </a:path>
                <a:path w="2675890" h="85725">
                  <a:moveTo>
                    <a:pt x="2518342" y="23371"/>
                  </a:moveTo>
                  <a:lnTo>
                    <a:pt x="2486500" y="55202"/>
                  </a:lnTo>
                  <a:lnTo>
                    <a:pt x="2454668" y="23371"/>
                  </a:lnTo>
                  <a:lnTo>
                    <a:pt x="2448825" y="17444"/>
                  </a:lnTo>
                  <a:lnTo>
                    <a:pt x="2524184" y="17444"/>
                  </a:lnTo>
                  <a:lnTo>
                    <a:pt x="2518300" y="23329"/>
                  </a:lnTo>
                  <a:close/>
                </a:path>
                <a:path w="2675890" h="85725">
                  <a:moveTo>
                    <a:pt x="2606664" y="23371"/>
                  </a:moveTo>
                  <a:lnTo>
                    <a:pt x="2574843" y="55202"/>
                  </a:lnTo>
                  <a:lnTo>
                    <a:pt x="2543011" y="23371"/>
                  </a:lnTo>
                  <a:lnTo>
                    <a:pt x="2537158" y="17444"/>
                  </a:lnTo>
                  <a:lnTo>
                    <a:pt x="2612506" y="17444"/>
                  </a:lnTo>
                  <a:lnTo>
                    <a:pt x="2606622" y="23329"/>
                  </a:lnTo>
                  <a:close/>
                </a:path>
                <a:path w="2675890" h="85725">
                  <a:moveTo>
                    <a:pt x="63003" y="17444"/>
                  </a:moveTo>
                  <a:lnTo>
                    <a:pt x="138351" y="17444"/>
                  </a:lnTo>
                  <a:lnTo>
                    <a:pt x="132467" y="23329"/>
                  </a:lnTo>
                  <a:lnTo>
                    <a:pt x="100677" y="55202"/>
                  </a:lnTo>
                  <a:lnTo>
                    <a:pt x="68846" y="23371"/>
                  </a:lnTo>
                  <a:lnTo>
                    <a:pt x="63003" y="17444"/>
                  </a:lnTo>
                  <a:close/>
                </a:path>
                <a:path w="2675890" h="85725">
                  <a:moveTo>
                    <a:pt x="2651217" y="67924"/>
                  </a:moveTo>
                  <a:lnTo>
                    <a:pt x="2586811" y="67924"/>
                  </a:lnTo>
                  <a:lnTo>
                    <a:pt x="2587188" y="67547"/>
                  </a:lnTo>
                  <a:lnTo>
                    <a:pt x="2619009" y="35705"/>
                  </a:lnTo>
                  <a:lnTo>
                    <a:pt x="2651217" y="67924"/>
                  </a:lnTo>
                  <a:close/>
                </a:path>
                <a:path w="2675890" h="85725">
                  <a:moveTo>
                    <a:pt x="2675133" y="67924"/>
                  </a:moveTo>
                  <a:lnTo>
                    <a:pt x="2675510" y="67547"/>
                  </a:lnTo>
                  <a:lnTo>
                    <a:pt x="2631333" y="23371"/>
                  </a:lnTo>
                  <a:lnTo>
                    <a:pt x="2619815" y="11779"/>
                  </a:lnTo>
                  <a:lnTo>
                    <a:pt x="2619815" y="0"/>
                  </a:lnTo>
                  <a:lnTo>
                    <a:pt x="56427" y="0"/>
                  </a:lnTo>
                  <a:lnTo>
                    <a:pt x="56427" y="11046"/>
                  </a:lnTo>
                  <a:lnTo>
                    <a:pt x="44134" y="23329"/>
                  </a:lnTo>
                  <a:lnTo>
                    <a:pt x="0" y="67547"/>
                  </a:lnTo>
                  <a:lnTo>
                    <a:pt x="806" y="68364"/>
                  </a:lnTo>
                  <a:lnTo>
                    <a:pt x="806" y="85369"/>
                  </a:lnTo>
                  <a:lnTo>
                    <a:pt x="2675510" y="85369"/>
                  </a:lnTo>
                  <a:lnTo>
                    <a:pt x="2675510" y="67924"/>
                  </a:lnTo>
                  <a:lnTo>
                    <a:pt x="2675133" y="6792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465" name="object 3465" descr="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7623391" y="6154653"/>
              <a:ext cx="2053691" cy="3957716"/>
            </a:xfrm>
            <a:prstGeom prst="rect">
              <a:avLst/>
            </a:prstGeom>
          </p:spPr>
        </p:pic>
        <p:sp>
          <p:nvSpPr>
            <p:cNvPr id="3466" name="object 3466" descr=""/>
            <p:cNvSpPr/>
            <p:nvPr/>
          </p:nvSpPr>
          <p:spPr>
            <a:xfrm>
              <a:off x="8688051" y="6159893"/>
              <a:ext cx="2404110" cy="386715"/>
            </a:xfrm>
            <a:custGeom>
              <a:avLst/>
              <a:gdLst/>
              <a:ahLst/>
              <a:cxnLst/>
              <a:rect l="l" t="t" r="r" b="b"/>
              <a:pathLst>
                <a:path w="2404109" h="386715">
                  <a:moveTo>
                    <a:pt x="0" y="0"/>
                  </a:moveTo>
                  <a:lnTo>
                    <a:pt x="3225" y="29266"/>
                  </a:lnTo>
                  <a:lnTo>
                    <a:pt x="2254015" y="386626"/>
                  </a:lnTo>
                  <a:lnTo>
                    <a:pt x="2403612" y="3795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7" name="object 3467" descr=""/>
            <p:cNvSpPr/>
            <p:nvPr/>
          </p:nvSpPr>
          <p:spPr>
            <a:xfrm>
              <a:off x="8688051" y="6159893"/>
              <a:ext cx="2404110" cy="386715"/>
            </a:xfrm>
            <a:custGeom>
              <a:avLst/>
              <a:gdLst/>
              <a:ahLst/>
              <a:cxnLst/>
              <a:rect l="l" t="t" r="r" b="b"/>
              <a:pathLst>
                <a:path w="2404109" h="386715">
                  <a:moveTo>
                    <a:pt x="2254015" y="386626"/>
                  </a:moveTo>
                  <a:lnTo>
                    <a:pt x="3225" y="29266"/>
                  </a:lnTo>
                  <a:lnTo>
                    <a:pt x="0" y="0"/>
                  </a:lnTo>
                  <a:lnTo>
                    <a:pt x="2403612" y="379506"/>
                  </a:lnTo>
                  <a:lnTo>
                    <a:pt x="2254015" y="3866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68" name="object 3468" descr=""/>
            <p:cNvSpPr/>
            <p:nvPr/>
          </p:nvSpPr>
          <p:spPr>
            <a:xfrm>
              <a:off x="11289604" y="6616814"/>
              <a:ext cx="59690" cy="317500"/>
            </a:xfrm>
            <a:custGeom>
              <a:avLst/>
              <a:gdLst/>
              <a:ahLst/>
              <a:cxnLst/>
              <a:rect l="l" t="t" r="r" b="b"/>
              <a:pathLst>
                <a:path w="59690" h="317500">
                  <a:moveTo>
                    <a:pt x="59610" y="51621"/>
                  </a:moveTo>
                  <a:lnTo>
                    <a:pt x="0" y="51621"/>
                  </a:lnTo>
                  <a:lnTo>
                    <a:pt x="0" y="0"/>
                  </a:lnTo>
                  <a:lnTo>
                    <a:pt x="59610" y="0"/>
                  </a:lnTo>
                  <a:lnTo>
                    <a:pt x="59610" y="51621"/>
                  </a:lnTo>
                  <a:close/>
                </a:path>
                <a:path w="59690" h="317500">
                  <a:moveTo>
                    <a:pt x="51977" y="70521"/>
                  </a:moveTo>
                  <a:lnTo>
                    <a:pt x="7633" y="70521"/>
                  </a:lnTo>
                  <a:lnTo>
                    <a:pt x="7633" y="51621"/>
                  </a:lnTo>
                  <a:lnTo>
                    <a:pt x="51977" y="51621"/>
                  </a:lnTo>
                  <a:lnTo>
                    <a:pt x="51977" y="70521"/>
                  </a:lnTo>
                  <a:close/>
                </a:path>
                <a:path w="59690" h="317500">
                  <a:moveTo>
                    <a:pt x="32899" y="316985"/>
                  </a:moveTo>
                  <a:lnTo>
                    <a:pt x="26355" y="316985"/>
                  </a:lnTo>
                  <a:lnTo>
                    <a:pt x="26355" y="70531"/>
                  </a:lnTo>
                  <a:lnTo>
                    <a:pt x="32899" y="70531"/>
                  </a:lnTo>
                  <a:lnTo>
                    <a:pt x="32899" y="31698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69" name="object 3469" descr=""/>
            <p:cNvSpPr/>
            <p:nvPr/>
          </p:nvSpPr>
          <p:spPr>
            <a:xfrm>
              <a:off x="11301766" y="6928222"/>
              <a:ext cx="31750" cy="41910"/>
            </a:xfrm>
            <a:custGeom>
              <a:avLst/>
              <a:gdLst/>
              <a:ahLst/>
              <a:cxnLst/>
              <a:rect l="l" t="t" r="r" b="b"/>
              <a:pathLst>
                <a:path w="31750" h="41909">
                  <a:moveTo>
                    <a:pt x="14188" y="41328"/>
                  </a:moveTo>
                  <a:lnTo>
                    <a:pt x="8502" y="41328"/>
                  </a:lnTo>
                  <a:lnTo>
                    <a:pt x="4764" y="38082"/>
                  </a:lnTo>
                  <a:lnTo>
                    <a:pt x="3015" y="34532"/>
                  </a:lnTo>
                  <a:lnTo>
                    <a:pt x="0" y="28397"/>
                  </a:lnTo>
                  <a:lnTo>
                    <a:pt x="1947" y="20543"/>
                  </a:lnTo>
                  <a:lnTo>
                    <a:pt x="7559" y="16282"/>
                  </a:lnTo>
                  <a:lnTo>
                    <a:pt x="12334" y="12638"/>
                  </a:lnTo>
                  <a:lnTo>
                    <a:pt x="14271" y="4240"/>
                  </a:lnTo>
                  <a:lnTo>
                    <a:pt x="14188" y="1225"/>
                  </a:lnTo>
                  <a:lnTo>
                    <a:pt x="20732" y="0"/>
                  </a:lnTo>
                  <a:lnTo>
                    <a:pt x="10292" y="25161"/>
                  </a:lnTo>
                  <a:lnTo>
                    <a:pt x="9832" y="28606"/>
                  </a:lnTo>
                  <a:lnTo>
                    <a:pt x="10847" y="30679"/>
                  </a:lnTo>
                  <a:lnTo>
                    <a:pt x="11737" y="32501"/>
                  </a:lnTo>
                  <a:lnTo>
                    <a:pt x="13664" y="33035"/>
                  </a:lnTo>
                  <a:lnTo>
                    <a:pt x="16502" y="32260"/>
                  </a:lnTo>
                  <a:lnTo>
                    <a:pt x="20952" y="31056"/>
                  </a:lnTo>
                  <a:lnTo>
                    <a:pt x="21454" y="30648"/>
                  </a:lnTo>
                  <a:lnTo>
                    <a:pt x="22198" y="29161"/>
                  </a:lnTo>
                  <a:lnTo>
                    <a:pt x="22439" y="28690"/>
                  </a:lnTo>
                  <a:lnTo>
                    <a:pt x="21946" y="23915"/>
                  </a:lnTo>
                  <a:lnTo>
                    <a:pt x="28093" y="24742"/>
                  </a:lnTo>
                  <a:lnTo>
                    <a:pt x="29056" y="26575"/>
                  </a:lnTo>
                  <a:lnTo>
                    <a:pt x="31632" y="29370"/>
                  </a:lnTo>
                  <a:lnTo>
                    <a:pt x="30229" y="32595"/>
                  </a:lnTo>
                  <a:lnTo>
                    <a:pt x="28585" y="36365"/>
                  </a:lnTo>
                  <a:lnTo>
                    <a:pt x="24732" y="39087"/>
                  </a:lnTo>
                  <a:lnTo>
                    <a:pt x="18774" y="40679"/>
                  </a:lnTo>
                  <a:lnTo>
                    <a:pt x="17130" y="41129"/>
                  </a:lnTo>
                  <a:lnTo>
                    <a:pt x="15591" y="41328"/>
                  </a:lnTo>
                  <a:lnTo>
                    <a:pt x="14188" y="4132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3470" name="object 3470" descr=""/>
          <p:cNvPicPr/>
          <p:nvPr/>
        </p:nvPicPr>
        <p:blipFill>
          <a:blip r:embed="rId19" cstate="print"/>
          <a:stretch>
            <a:fillRect/>
          </a:stretch>
        </p:blipFill>
        <p:spPr>
          <a:xfrm>
            <a:off x="1192591" y="8227807"/>
            <a:ext cx="1773071" cy="1884561"/>
          </a:xfrm>
          <a:prstGeom prst="rect">
            <a:avLst/>
          </a:prstGeom>
        </p:spPr>
      </p:pic>
      <p:grpSp>
        <p:nvGrpSpPr>
          <p:cNvPr id="3471" name="object 3471" descr=""/>
          <p:cNvGrpSpPr/>
          <p:nvPr/>
        </p:nvGrpSpPr>
        <p:grpSpPr>
          <a:xfrm>
            <a:off x="10207940" y="7703545"/>
            <a:ext cx="294640" cy="2409190"/>
            <a:chOff x="10207940" y="7703545"/>
            <a:chExt cx="294640" cy="2409190"/>
          </a:xfrm>
        </p:grpSpPr>
        <p:sp>
          <p:nvSpPr>
            <p:cNvPr id="3472" name="object 3472" descr=""/>
            <p:cNvSpPr/>
            <p:nvPr/>
          </p:nvSpPr>
          <p:spPr>
            <a:xfrm>
              <a:off x="10213175" y="7708780"/>
              <a:ext cx="283845" cy="2398395"/>
            </a:xfrm>
            <a:custGeom>
              <a:avLst/>
              <a:gdLst/>
              <a:ahLst/>
              <a:cxnLst/>
              <a:rect l="l" t="t" r="r" b="b"/>
              <a:pathLst>
                <a:path w="283845" h="2398395">
                  <a:moveTo>
                    <a:pt x="283582" y="0"/>
                  </a:moveTo>
                  <a:lnTo>
                    <a:pt x="0" y="0"/>
                  </a:lnTo>
                  <a:lnTo>
                    <a:pt x="0" y="2398356"/>
                  </a:lnTo>
                  <a:lnTo>
                    <a:pt x="283582" y="2398356"/>
                  </a:lnTo>
                  <a:lnTo>
                    <a:pt x="28358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3" name="object 3473" descr=""/>
            <p:cNvSpPr/>
            <p:nvPr/>
          </p:nvSpPr>
          <p:spPr>
            <a:xfrm>
              <a:off x="10213175" y="7708780"/>
              <a:ext cx="283845" cy="2398395"/>
            </a:xfrm>
            <a:custGeom>
              <a:avLst/>
              <a:gdLst/>
              <a:ahLst/>
              <a:cxnLst/>
              <a:rect l="l" t="t" r="r" b="b"/>
              <a:pathLst>
                <a:path w="283845" h="2398395">
                  <a:moveTo>
                    <a:pt x="283582" y="2398356"/>
                  </a:moveTo>
                  <a:lnTo>
                    <a:pt x="0" y="2398356"/>
                  </a:lnTo>
                  <a:lnTo>
                    <a:pt x="0" y="0"/>
                  </a:lnTo>
                  <a:lnTo>
                    <a:pt x="283582" y="0"/>
                  </a:lnTo>
                  <a:lnTo>
                    <a:pt x="283582" y="239835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474" name="object 3474" descr=""/>
          <p:cNvGrpSpPr/>
          <p:nvPr/>
        </p:nvGrpSpPr>
        <p:grpSpPr>
          <a:xfrm>
            <a:off x="10595268" y="7703545"/>
            <a:ext cx="214629" cy="2409190"/>
            <a:chOff x="10595268" y="7703545"/>
            <a:chExt cx="214629" cy="2409190"/>
          </a:xfrm>
        </p:grpSpPr>
        <p:sp>
          <p:nvSpPr>
            <p:cNvPr id="3475" name="object 3475" descr=""/>
            <p:cNvSpPr/>
            <p:nvPr/>
          </p:nvSpPr>
          <p:spPr>
            <a:xfrm>
              <a:off x="10600504" y="7708780"/>
              <a:ext cx="204470" cy="2398395"/>
            </a:xfrm>
            <a:custGeom>
              <a:avLst/>
              <a:gdLst/>
              <a:ahLst/>
              <a:cxnLst/>
              <a:rect l="l" t="t" r="r" b="b"/>
              <a:pathLst>
                <a:path w="204470" h="2398395">
                  <a:moveTo>
                    <a:pt x="204046" y="0"/>
                  </a:moveTo>
                  <a:lnTo>
                    <a:pt x="0" y="0"/>
                  </a:lnTo>
                  <a:lnTo>
                    <a:pt x="0" y="2398356"/>
                  </a:lnTo>
                  <a:lnTo>
                    <a:pt x="204046" y="2398356"/>
                  </a:lnTo>
                  <a:lnTo>
                    <a:pt x="2040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6" name="object 3476" descr=""/>
            <p:cNvSpPr/>
            <p:nvPr/>
          </p:nvSpPr>
          <p:spPr>
            <a:xfrm>
              <a:off x="10600504" y="7708780"/>
              <a:ext cx="204470" cy="2398395"/>
            </a:xfrm>
            <a:custGeom>
              <a:avLst/>
              <a:gdLst/>
              <a:ahLst/>
              <a:cxnLst/>
              <a:rect l="l" t="t" r="r" b="b"/>
              <a:pathLst>
                <a:path w="204470" h="2398395">
                  <a:moveTo>
                    <a:pt x="204046" y="2398356"/>
                  </a:moveTo>
                  <a:lnTo>
                    <a:pt x="0" y="2398356"/>
                  </a:lnTo>
                  <a:lnTo>
                    <a:pt x="0" y="0"/>
                  </a:lnTo>
                  <a:lnTo>
                    <a:pt x="204046" y="0"/>
                  </a:lnTo>
                  <a:lnTo>
                    <a:pt x="204046" y="239835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77" name="object 3477" descr=""/>
            <p:cNvSpPr/>
            <p:nvPr/>
          </p:nvSpPr>
          <p:spPr>
            <a:xfrm>
              <a:off x="10600499" y="8810770"/>
              <a:ext cx="204470" cy="1236345"/>
            </a:xfrm>
            <a:custGeom>
              <a:avLst/>
              <a:gdLst/>
              <a:ahLst/>
              <a:cxnLst/>
              <a:rect l="l" t="t" r="r" b="b"/>
              <a:pathLst>
                <a:path w="204470" h="1236345">
                  <a:moveTo>
                    <a:pt x="204050" y="1225003"/>
                  </a:moveTo>
                  <a:lnTo>
                    <a:pt x="0" y="1225003"/>
                  </a:lnTo>
                  <a:lnTo>
                    <a:pt x="0" y="1235837"/>
                  </a:lnTo>
                  <a:lnTo>
                    <a:pt x="204050" y="1235837"/>
                  </a:lnTo>
                  <a:lnTo>
                    <a:pt x="204050" y="1225003"/>
                  </a:lnTo>
                  <a:close/>
                </a:path>
                <a:path w="204470" h="1236345">
                  <a:moveTo>
                    <a:pt x="204050" y="1178610"/>
                  </a:moveTo>
                  <a:lnTo>
                    <a:pt x="0" y="1178610"/>
                  </a:lnTo>
                  <a:lnTo>
                    <a:pt x="0" y="1189431"/>
                  </a:lnTo>
                  <a:lnTo>
                    <a:pt x="204050" y="1189431"/>
                  </a:lnTo>
                  <a:lnTo>
                    <a:pt x="204050" y="1178610"/>
                  </a:lnTo>
                  <a:close/>
                </a:path>
                <a:path w="204470" h="1236345">
                  <a:moveTo>
                    <a:pt x="204050" y="1113650"/>
                  </a:moveTo>
                  <a:lnTo>
                    <a:pt x="0" y="1113650"/>
                  </a:lnTo>
                  <a:lnTo>
                    <a:pt x="0" y="1124470"/>
                  </a:lnTo>
                  <a:lnTo>
                    <a:pt x="204050" y="1124470"/>
                  </a:lnTo>
                  <a:lnTo>
                    <a:pt x="204050" y="1113650"/>
                  </a:lnTo>
                  <a:close/>
                </a:path>
                <a:path w="204470" h="1236345">
                  <a:moveTo>
                    <a:pt x="204050" y="1067244"/>
                  </a:moveTo>
                  <a:lnTo>
                    <a:pt x="0" y="1067244"/>
                  </a:lnTo>
                  <a:lnTo>
                    <a:pt x="0" y="1078064"/>
                  </a:lnTo>
                  <a:lnTo>
                    <a:pt x="204050" y="1078064"/>
                  </a:lnTo>
                  <a:lnTo>
                    <a:pt x="204050" y="1067244"/>
                  </a:lnTo>
                  <a:close/>
                </a:path>
                <a:path w="204470" h="1236345">
                  <a:moveTo>
                    <a:pt x="204050" y="1002284"/>
                  </a:moveTo>
                  <a:lnTo>
                    <a:pt x="0" y="1002284"/>
                  </a:lnTo>
                  <a:lnTo>
                    <a:pt x="0" y="1013104"/>
                  </a:lnTo>
                  <a:lnTo>
                    <a:pt x="204050" y="1013104"/>
                  </a:lnTo>
                  <a:lnTo>
                    <a:pt x="204050" y="1002284"/>
                  </a:lnTo>
                  <a:close/>
                </a:path>
                <a:path w="204470" h="1236345">
                  <a:moveTo>
                    <a:pt x="204050" y="955890"/>
                  </a:moveTo>
                  <a:lnTo>
                    <a:pt x="0" y="955890"/>
                  </a:lnTo>
                  <a:lnTo>
                    <a:pt x="0" y="966724"/>
                  </a:lnTo>
                  <a:lnTo>
                    <a:pt x="204050" y="966724"/>
                  </a:lnTo>
                  <a:lnTo>
                    <a:pt x="204050" y="955890"/>
                  </a:lnTo>
                  <a:close/>
                </a:path>
                <a:path w="204470" h="1236345">
                  <a:moveTo>
                    <a:pt x="204050" y="890905"/>
                  </a:moveTo>
                  <a:lnTo>
                    <a:pt x="0" y="890905"/>
                  </a:lnTo>
                  <a:lnTo>
                    <a:pt x="0" y="901750"/>
                  </a:lnTo>
                  <a:lnTo>
                    <a:pt x="204050" y="901750"/>
                  </a:lnTo>
                  <a:lnTo>
                    <a:pt x="204050" y="890905"/>
                  </a:lnTo>
                  <a:close/>
                </a:path>
                <a:path w="204470" h="1236345">
                  <a:moveTo>
                    <a:pt x="204050" y="844511"/>
                  </a:moveTo>
                  <a:lnTo>
                    <a:pt x="0" y="844511"/>
                  </a:lnTo>
                  <a:lnTo>
                    <a:pt x="0" y="855345"/>
                  </a:lnTo>
                  <a:lnTo>
                    <a:pt x="204050" y="855345"/>
                  </a:lnTo>
                  <a:lnTo>
                    <a:pt x="204050" y="844511"/>
                  </a:lnTo>
                  <a:close/>
                </a:path>
                <a:path w="204470" h="1236345">
                  <a:moveTo>
                    <a:pt x="204050" y="779551"/>
                  </a:moveTo>
                  <a:lnTo>
                    <a:pt x="0" y="779551"/>
                  </a:lnTo>
                  <a:lnTo>
                    <a:pt x="0" y="790371"/>
                  </a:lnTo>
                  <a:lnTo>
                    <a:pt x="204050" y="790371"/>
                  </a:lnTo>
                  <a:lnTo>
                    <a:pt x="204050" y="779551"/>
                  </a:lnTo>
                  <a:close/>
                </a:path>
                <a:path w="204470" h="1236345">
                  <a:moveTo>
                    <a:pt x="204050" y="733158"/>
                  </a:moveTo>
                  <a:lnTo>
                    <a:pt x="0" y="733158"/>
                  </a:lnTo>
                  <a:lnTo>
                    <a:pt x="0" y="743991"/>
                  </a:lnTo>
                  <a:lnTo>
                    <a:pt x="204050" y="743991"/>
                  </a:lnTo>
                  <a:lnTo>
                    <a:pt x="204050" y="733158"/>
                  </a:lnTo>
                  <a:close/>
                </a:path>
                <a:path w="204470" h="1236345">
                  <a:moveTo>
                    <a:pt x="204050" y="668185"/>
                  </a:moveTo>
                  <a:lnTo>
                    <a:pt x="0" y="668185"/>
                  </a:lnTo>
                  <a:lnTo>
                    <a:pt x="0" y="679030"/>
                  </a:lnTo>
                  <a:lnTo>
                    <a:pt x="204050" y="679030"/>
                  </a:lnTo>
                  <a:lnTo>
                    <a:pt x="204050" y="668185"/>
                  </a:lnTo>
                  <a:close/>
                </a:path>
                <a:path w="204470" h="1236345">
                  <a:moveTo>
                    <a:pt x="204050" y="621792"/>
                  </a:moveTo>
                  <a:lnTo>
                    <a:pt x="0" y="621792"/>
                  </a:lnTo>
                  <a:lnTo>
                    <a:pt x="0" y="632625"/>
                  </a:lnTo>
                  <a:lnTo>
                    <a:pt x="204050" y="632625"/>
                  </a:lnTo>
                  <a:lnTo>
                    <a:pt x="204050" y="621792"/>
                  </a:lnTo>
                  <a:close/>
                </a:path>
                <a:path w="204470" h="1236345">
                  <a:moveTo>
                    <a:pt x="204050" y="556818"/>
                  </a:moveTo>
                  <a:lnTo>
                    <a:pt x="0" y="556818"/>
                  </a:lnTo>
                  <a:lnTo>
                    <a:pt x="0" y="567664"/>
                  </a:lnTo>
                  <a:lnTo>
                    <a:pt x="204050" y="567664"/>
                  </a:lnTo>
                  <a:lnTo>
                    <a:pt x="204050" y="556818"/>
                  </a:lnTo>
                  <a:close/>
                </a:path>
                <a:path w="204470" h="1236345">
                  <a:moveTo>
                    <a:pt x="204050" y="510413"/>
                  </a:moveTo>
                  <a:lnTo>
                    <a:pt x="0" y="510413"/>
                  </a:lnTo>
                  <a:lnTo>
                    <a:pt x="0" y="521258"/>
                  </a:lnTo>
                  <a:lnTo>
                    <a:pt x="204050" y="521258"/>
                  </a:lnTo>
                  <a:lnTo>
                    <a:pt x="204050" y="510413"/>
                  </a:lnTo>
                  <a:close/>
                </a:path>
                <a:path w="204470" h="1236345">
                  <a:moveTo>
                    <a:pt x="204050" y="445465"/>
                  </a:moveTo>
                  <a:lnTo>
                    <a:pt x="0" y="445465"/>
                  </a:lnTo>
                  <a:lnTo>
                    <a:pt x="0" y="456298"/>
                  </a:lnTo>
                  <a:lnTo>
                    <a:pt x="204050" y="456298"/>
                  </a:lnTo>
                  <a:lnTo>
                    <a:pt x="204050" y="445465"/>
                  </a:lnTo>
                  <a:close/>
                </a:path>
                <a:path w="204470" h="1236345">
                  <a:moveTo>
                    <a:pt x="204050" y="399046"/>
                  </a:moveTo>
                  <a:lnTo>
                    <a:pt x="0" y="399046"/>
                  </a:lnTo>
                  <a:lnTo>
                    <a:pt x="0" y="409892"/>
                  </a:lnTo>
                  <a:lnTo>
                    <a:pt x="204050" y="409892"/>
                  </a:lnTo>
                  <a:lnTo>
                    <a:pt x="204050" y="399046"/>
                  </a:lnTo>
                  <a:close/>
                </a:path>
                <a:path w="204470" h="1236345">
                  <a:moveTo>
                    <a:pt x="204050" y="334098"/>
                  </a:moveTo>
                  <a:lnTo>
                    <a:pt x="0" y="334098"/>
                  </a:lnTo>
                  <a:lnTo>
                    <a:pt x="0" y="344919"/>
                  </a:lnTo>
                  <a:lnTo>
                    <a:pt x="204050" y="344919"/>
                  </a:lnTo>
                  <a:lnTo>
                    <a:pt x="204050" y="334098"/>
                  </a:lnTo>
                  <a:close/>
                </a:path>
                <a:path w="204470" h="1236345">
                  <a:moveTo>
                    <a:pt x="204050" y="287718"/>
                  </a:moveTo>
                  <a:lnTo>
                    <a:pt x="0" y="287718"/>
                  </a:lnTo>
                  <a:lnTo>
                    <a:pt x="0" y="298538"/>
                  </a:lnTo>
                  <a:lnTo>
                    <a:pt x="204050" y="298538"/>
                  </a:lnTo>
                  <a:lnTo>
                    <a:pt x="204050" y="287718"/>
                  </a:lnTo>
                  <a:close/>
                </a:path>
                <a:path w="204470" h="1236345">
                  <a:moveTo>
                    <a:pt x="204050" y="222745"/>
                  </a:moveTo>
                  <a:lnTo>
                    <a:pt x="0" y="222745"/>
                  </a:lnTo>
                  <a:lnTo>
                    <a:pt x="0" y="233565"/>
                  </a:lnTo>
                  <a:lnTo>
                    <a:pt x="204050" y="233565"/>
                  </a:lnTo>
                  <a:lnTo>
                    <a:pt x="204050" y="222745"/>
                  </a:lnTo>
                  <a:close/>
                </a:path>
                <a:path w="204470" h="1236345">
                  <a:moveTo>
                    <a:pt x="204050" y="176339"/>
                  </a:moveTo>
                  <a:lnTo>
                    <a:pt x="0" y="176339"/>
                  </a:lnTo>
                  <a:lnTo>
                    <a:pt x="0" y="187147"/>
                  </a:lnTo>
                  <a:lnTo>
                    <a:pt x="204050" y="187147"/>
                  </a:lnTo>
                  <a:lnTo>
                    <a:pt x="204050" y="176339"/>
                  </a:lnTo>
                  <a:close/>
                </a:path>
                <a:path w="204470" h="1236345">
                  <a:moveTo>
                    <a:pt x="204050" y="111379"/>
                  </a:moveTo>
                  <a:lnTo>
                    <a:pt x="0" y="111379"/>
                  </a:lnTo>
                  <a:lnTo>
                    <a:pt x="0" y="122212"/>
                  </a:lnTo>
                  <a:lnTo>
                    <a:pt x="204050" y="122212"/>
                  </a:lnTo>
                  <a:lnTo>
                    <a:pt x="204050" y="111379"/>
                  </a:lnTo>
                  <a:close/>
                </a:path>
                <a:path w="204470" h="1236345">
                  <a:moveTo>
                    <a:pt x="204050" y="64960"/>
                  </a:moveTo>
                  <a:lnTo>
                    <a:pt x="0" y="64960"/>
                  </a:lnTo>
                  <a:lnTo>
                    <a:pt x="0" y="75806"/>
                  </a:lnTo>
                  <a:lnTo>
                    <a:pt x="204050" y="75806"/>
                  </a:lnTo>
                  <a:lnTo>
                    <a:pt x="204050" y="64960"/>
                  </a:lnTo>
                  <a:close/>
                </a:path>
                <a:path w="204470" h="1236345">
                  <a:moveTo>
                    <a:pt x="204050" y="0"/>
                  </a:moveTo>
                  <a:lnTo>
                    <a:pt x="0" y="0"/>
                  </a:lnTo>
                  <a:lnTo>
                    <a:pt x="0" y="10845"/>
                  </a:lnTo>
                  <a:lnTo>
                    <a:pt x="204050" y="10845"/>
                  </a:lnTo>
                  <a:lnTo>
                    <a:pt x="2040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8" name="object 3478" descr=""/>
            <p:cNvSpPr/>
            <p:nvPr/>
          </p:nvSpPr>
          <p:spPr>
            <a:xfrm>
              <a:off x="10633749" y="8812747"/>
              <a:ext cx="116839" cy="10795"/>
            </a:xfrm>
            <a:custGeom>
              <a:avLst/>
              <a:gdLst/>
              <a:ahLst/>
              <a:cxnLst/>
              <a:rect l="l" t="t" r="r" b="b"/>
              <a:pathLst>
                <a:path w="116840" h="10795">
                  <a:moveTo>
                    <a:pt x="0" y="10654"/>
                  </a:moveTo>
                  <a:lnTo>
                    <a:pt x="116698" y="10654"/>
                  </a:lnTo>
                </a:path>
                <a:path w="116840" h="10795">
                  <a:moveTo>
                    <a:pt x="0" y="0"/>
                  </a:moveTo>
                  <a:lnTo>
                    <a:pt x="116698" y="0"/>
                  </a:lnTo>
                </a:path>
              </a:pathLst>
            </a:custGeom>
            <a:ln w="6879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79" name="object 3479" descr=""/>
            <p:cNvSpPr/>
            <p:nvPr/>
          </p:nvSpPr>
          <p:spPr>
            <a:xfrm>
              <a:off x="10600504" y="8764382"/>
              <a:ext cx="204470" cy="11430"/>
            </a:xfrm>
            <a:custGeom>
              <a:avLst/>
              <a:gdLst/>
              <a:ahLst/>
              <a:cxnLst/>
              <a:rect l="l" t="t" r="r" b="b"/>
              <a:pathLst>
                <a:path w="204470" h="11429">
                  <a:moveTo>
                    <a:pt x="204046" y="0"/>
                  </a:moveTo>
                  <a:lnTo>
                    <a:pt x="0" y="0"/>
                  </a:lnTo>
                  <a:lnTo>
                    <a:pt x="0" y="10816"/>
                  </a:lnTo>
                  <a:lnTo>
                    <a:pt x="204046" y="10816"/>
                  </a:lnTo>
                  <a:lnTo>
                    <a:pt x="2040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0" name="object 3480" descr=""/>
            <p:cNvSpPr/>
            <p:nvPr/>
          </p:nvSpPr>
          <p:spPr>
            <a:xfrm>
              <a:off x="10595268" y="8773523"/>
              <a:ext cx="155575" cy="0"/>
            </a:xfrm>
            <a:custGeom>
              <a:avLst/>
              <a:gdLst/>
              <a:ahLst/>
              <a:cxnLst/>
              <a:rect l="l" t="t" r="r" b="b"/>
              <a:pathLst>
                <a:path w="155575" h="0">
                  <a:moveTo>
                    <a:pt x="0" y="0"/>
                  </a:moveTo>
                  <a:lnTo>
                    <a:pt x="155178" y="0"/>
                  </a:lnTo>
                </a:path>
              </a:pathLst>
            </a:custGeom>
            <a:ln w="13821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81" name="object 3481" descr=""/>
            <p:cNvSpPr/>
            <p:nvPr/>
          </p:nvSpPr>
          <p:spPr>
            <a:xfrm>
              <a:off x="10595268" y="8761290"/>
              <a:ext cx="214629" cy="6985"/>
            </a:xfrm>
            <a:custGeom>
              <a:avLst/>
              <a:gdLst/>
              <a:ahLst/>
              <a:cxnLst/>
              <a:rect l="l" t="t" r="r" b="b"/>
              <a:pathLst>
                <a:path w="214629" h="6984">
                  <a:moveTo>
                    <a:pt x="0" y="6910"/>
                  </a:moveTo>
                  <a:lnTo>
                    <a:pt x="214517" y="6910"/>
                  </a:lnTo>
                </a:path>
                <a:path w="214629" h="6984">
                  <a:moveTo>
                    <a:pt x="0" y="0"/>
                  </a:moveTo>
                  <a:lnTo>
                    <a:pt x="214517" y="0"/>
                  </a:lnTo>
                </a:path>
              </a:pathLst>
            </a:custGeom>
            <a:ln w="3177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82" name="object 3482" descr=""/>
            <p:cNvSpPr/>
            <p:nvPr/>
          </p:nvSpPr>
          <p:spPr>
            <a:xfrm>
              <a:off x="10600504" y="8699420"/>
              <a:ext cx="204470" cy="11430"/>
            </a:xfrm>
            <a:custGeom>
              <a:avLst/>
              <a:gdLst/>
              <a:ahLst/>
              <a:cxnLst/>
              <a:rect l="l" t="t" r="r" b="b"/>
              <a:pathLst>
                <a:path w="204470" h="11429">
                  <a:moveTo>
                    <a:pt x="204046" y="0"/>
                  </a:moveTo>
                  <a:lnTo>
                    <a:pt x="0" y="0"/>
                  </a:lnTo>
                  <a:lnTo>
                    <a:pt x="0" y="10816"/>
                  </a:lnTo>
                  <a:lnTo>
                    <a:pt x="204046" y="10816"/>
                  </a:lnTo>
                  <a:lnTo>
                    <a:pt x="2040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3" name="object 3483" descr=""/>
            <p:cNvSpPr/>
            <p:nvPr/>
          </p:nvSpPr>
          <p:spPr>
            <a:xfrm>
              <a:off x="10600504" y="8699420"/>
              <a:ext cx="204470" cy="11430"/>
            </a:xfrm>
            <a:custGeom>
              <a:avLst/>
              <a:gdLst/>
              <a:ahLst/>
              <a:cxnLst/>
              <a:rect l="l" t="t" r="r" b="b"/>
              <a:pathLst>
                <a:path w="204470" h="11429">
                  <a:moveTo>
                    <a:pt x="204046" y="10816"/>
                  </a:moveTo>
                  <a:lnTo>
                    <a:pt x="0" y="10816"/>
                  </a:lnTo>
                  <a:lnTo>
                    <a:pt x="0" y="0"/>
                  </a:lnTo>
                  <a:lnTo>
                    <a:pt x="204046" y="0"/>
                  </a:lnTo>
                  <a:lnTo>
                    <a:pt x="204046" y="1081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84" name="object 3484" descr=""/>
            <p:cNvSpPr/>
            <p:nvPr/>
          </p:nvSpPr>
          <p:spPr>
            <a:xfrm>
              <a:off x="10600504" y="8653003"/>
              <a:ext cx="204470" cy="11430"/>
            </a:xfrm>
            <a:custGeom>
              <a:avLst/>
              <a:gdLst/>
              <a:ahLst/>
              <a:cxnLst/>
              <a:rect l="l" t="t" r="r" b="b"/>
              <a:pathLst>
                <a:path w="204470" h="11429">
                  <a:moveTo>
                    <a:pt x="204046" y="0"/>
                  </a:moveTo>
                  <a:lnTo>
                    <a:pt x="0" y="0"/>
                  </a:lnTo>
                  <a:lnTo>
                    <a:pt x="0" y="10837"/>
                  </a:lnTo>
                  <a:lnTo>
                    <a:pt x="204046" y="10837"/>
                  </a:lnTo>
                  <a:lnTo>
                    <a:pt x="2040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5" name="object 3485" descr=""/>
            <p:cNvSpPr/>
            <p:nvPr/>
          </p:nvSpPr>
          <p:spPr>
            <a:xfrm>
              <a:off x="10600504" y="8653003"/>
              <a:ext cx="204470" cy="11430"/>
            </a:xfrm>
            <a:custGeom>
              <a:avLst/>
              <a:gdLst/>
              <a:ahLst/>
              <a:cxnLst/>
              <a:rect l="l" t="t" r="r" b="b"/>
              <a:pathLst>
                <a:path w="204470" h="11429">
                  <a:moveTo>
                    <a:pt x="204046" y="10837"/>
                  </a:moveTo>
                  <a:lnTo>
                    <a:pt x="0" y="10837"/>
                  </a:lnTo>
                  <a:lnTo>
                    <a:pt x="0" y="0"/>
                  </a:lnTo>
                  <a:lnTo>
                    <a:pt x="204046" y="0"/>
                  </a:lnTo>
                  <a:lnTo>
                    <a:pt x="204046" y="1083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86" name="object 3486" descr=""/>
            <p:cNvSpPr/>
            <p:nvPr/>
          </p:nvSpPr>
          <p:spPr>
            <a:xfrm>
              <a:off x="10600504" y="8588062"/>
              <a:ext cx="204470" cy="11430"/>
            </a:xfrm>
            <a:custGeom>
              <a:avLst/>
              <a:gdLst/>
              <a:ahLst/>
              <a:cxnLst/>
              <a:rect l="l" t="t" r="r" b="b"/>
              <a:pathLst>
                <a:path w="204470" h="11429">
                  <a:moveTo>
                    <a:pt x="204046" y="0"/>
                  </a:moveTo>
                  <a:lnTo>
                    <a:pt x="0" y="0"/>
                  </a:lnTo>
                  <a:lnTo>
                    <a:pt x="0" y="10826"/>
                  </a:lnTo>
                  <a:lnTo>
                    <a:pt x="204046" y="10826"/>
                  </a:lnTo>
                  <a:lnTo>
                    <a:pt x="2040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7" name="object 3487" descr=""/>
            <p:cNvSpPr/>
            <p:nvPr/>
          </p:nvSpPr>
          <p:spPr>
            <a:xfrm>
              <a:off x="10600504" y="8588062"/>
              <a:ext cx="204470" cy="11430"/>
            </a:xfrm>
            <a:custGeom>
              <a:avLst/>
              <a:gdLst/>
              <a:ahLst/>
              <a:cxnLst/>
              <a:rect l="l" t="t" r="r" b="b"/>
              <a:pathLst>
                <a:path w="204470" h="11429">
                  <a:moveTo>
                    <a:pt x="204046" y="10826"/>
                  </a:moveTo>
                  <a:lnTo>
                    <a:pt x="0" y="10826"/>
                  </a:lnTo>
                  <a:lnTo>
                    <a:pt x="0" y="0"/>
                  </a:lnTo>
                  <a:lnTo>
                    <a:pt x="204046" y="0"/>
                  </a:lnTo>
                  <a:lnTo>
                    <a:pt x="204046" y="108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88" name="object 3488" descr=""/>
            <p:cNvSpPr/>
            <p:nvPr/>
          </p:nvSpPr>
          <p:spPr>
            <a:xfrm>
              <a:off x="10600504" y="8541655"/>
              <a:ext cx="204470" cy="11430"/>
            </a:xfrm>
            <a:custGeom>
              <a:avLst/>
              <a:gdLst/>
              <a:ahLst/>
              <a:cxnLst/>
              <a:rect l="l" t="t" r="r" b="b"/>
              <a:pathLst>
                <a:path w="204470" h="11429">
                  <a:moveTo>
                    <a:pt x="204046" y="0"/>
                  </a:moveTo>
                  <a:lnTo>
                    <a:pt x="0" y="0"/>
                  </a:lnTo>
                  <a:lnTo>
                    <a:pt x="0" y="10826"/>
                  </a:lnTo>
                  <a:lnTo>
                    <a:pt x="204046" y="10826"/>
                  </a:lnTo>
                  <a:lnTo>
                    <a:pt x="2040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9" name="object 3489" descr=""/>
            <p:cNvSpPr/>
            <p:nvPr/>
          </p:nvSpPr>
          <p:spPr>
            <a:xfrm>
              <a:off x="10600504" y="8541655"/>
              <a:ext cx="204470" cy="11430"/>
            </a:xfrm>
            <a:custGeom>
              <a:avLst/>
              <a:gdLst/>
              <a:ahLst/>
              <a:cxnLst/>
              <a:rect l="l" t="t" r="r" b="b"/>
              <a:pathLst>
                <a:path w="204470" h="11429">
                  <a:moveTo>
                    <a:pt x="204046" y="10826"/>
                  </a:moveTo>
                  <a:lnTo>
                    <a:pt x="0" y="10826"/>
                  </a:lnTo>
                  <a:lnTo>
                    <a:pt x="0" y="0"/>
                  </a:lnTo>
                  <a:lnTo>
                    <a:pt x="204046" y="0"/>
                  </a:lnTo>
                  <a:lnTo>
                    <a:pt x="204046" y="108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90" name="object 3490" descr=""/>
            <p:cNvSpPr/>
            <p:nvPr/>
          </p:nvSpPr>
          <p:spPr>
            <a:xfrm>
              <a:off x="10600504" y="8476684"/>
              <a:ext cx="204470" cy="11430"/>
            </a:xfrm>
            <a:custGeom>
              <a:avLst/>
              <a:gdLst/>
              <a:ahLst/>
              <a:cxnLst/>
              <a:rect l="l" t="t" r="r" b="b"/>
              <a:pathLst>
                <a:path w="204470" h="11429">
                  <a:moveTo>
                    <a:pt x="204046" y="0"/>
                  </a:moveTo>
                  <a:lnTo>
                    <a:pt x="0" y="0"/>
                  </a:lnTo>
                  <a:lnTo>
                    <a:pt x="0" y="10826"/>
                  </a:lnTo>
                  <a:lnTo>
                    <a:pt x="204046" y="10826"/>
                  </a:lnTo>
                  <a:lnTo>
                    <a:pt x="2040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1" name="object 3491" descr=""/>
            <p:cNvSpPr/>
            <p:nvPr/>
          </p:nvSpPr>
          <p:spPr>
            <a:xfrm>
              <a:off x="10600504" y="8476684"/>
              <a:ext cx="204470" cy="11430"/>
            </a:xfrm>
            <a:custGeom>
              <a:avLst/>
              <a:gdLst/>
              <a:ahLst/>
              <a:cxnLst/>
              <a:rect l="l" t="t" r="r" b="b"/>
              <a:pathLst>
                <a:path w="204470" h="11429">
                  <a:moveTo>
                    <a:pt x="204046" y="10826"/>
                  </a:moveTo>
                  <a:lnTo>
                    <a:pt x="0" y="10826"/>
                  </a:lnTo>
                  <a:lnTo>
                    <a:pt x="0" y="0"/>
                  </a:lnTo>
                  <a:lnTo>
                    <a:pt x="204046" y="0"/>
                  </a:lnTo>
                  <a:lnTo>
                    <a:pt x="204046" y="108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92" name="object 3492" descr=""/>
            <p:cNvSpPr/>
            <p:nvPr/>
          </p:nvSpPr>
          <p:spPr>
            <a:xfrm>
              <a:off x="10600504" y="8430287"/>
              <a:ext cx="204470" cy="11430"/>
            </a:xfrm>
            <a:custGeom>
              <a:avLst/>
              <a:gdLst/>
              <a:ahLst/>
              <a:cxnLst/>
              <a:rect l="l" t="t" r="r" b="b"/>
              <a:pathLst>
                <a:path w="204470" h="11429">
                  <a:moveTo>
                    <a:pt x="204046" y="0"/>
                  </a:moveTo>
                  <a:lnTo>
                    <a:pt x="0" y="0"/>
                  </a:lnTo>
                  <a:lnTo>
                    <a:pt x="0" y="10826"/>
                  </a:lnTo>
                  <a:lnTo>
                    <a:pt x="204046" y="10826"/>
                  </a:lnTo>
                  <a:lnTo>
                    <a:pt x="2040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3" name="object 3493" descr=""/>
            <p:cNvSpPr/>
            <p:nvPr/>
          </p:nvSpPr>
          <p:spPr>
            <a:xfrm>
              <a:off x="10600504" y="8430287"/>
              <a:ext cx="204470" cy="11430"/>
            </a:xfrm>
            <a:custGeom>
              <a:avLst/>
              <a:gdLst/>
              <a:ahLst/>
              <a:cxnLst/>
              <a:rect l="l" t="t" r="r" b="b"/>
              <a:pathLst>
                <a:path w="204470" h="11429">
                  <a:moveTo>
                    <a:pt x="204046" y="10826"/>
                  </a:moveTo>
                  <a:lnTo>
                    <a:pt x="0" y="10826"/>
                  </a:lnTo>
                  <a:lnTo>
                    <a:pt x="0" y="0"/>
                  </a:lnTo>
                  <a:lnTo>
                    <a:pt x="204046" y="0"/>
                  </a:lnTo>
                  <a:lnTo>
                    <a:pt x="204046" y="108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94" name="object 3494" descr=""/>
            <p:cNvSpPr/>
            <p:nvPr/>
          </p:nvSpPr>
          <p:spPr>
            <a:xfrm>
              <a:off x="10600504" y="8365315"/>
              <a:ext cx="204470" cy="11430"/>
            </a:xfrm>
            <a:custGeom>
              <a:avLst/>
              <a:gdLst/>
              <a:ahLst/>
              <a:cxnLst/>
              <a:rect l="l" t="t" r="r" b="b"/>
              <a:pathLst>
                <a:path w="204470" h="11429">
                  <a:moveTo>
                    <a:pt x="204046" y="0"/>
                  </a:moveTo>
                  <a:lnTo>
                    <a:pt x="0" y="0"/>
                  </a:lnTo>
                  <a:lnTo>
                    <a:pt x="0" y="10837"/>
                  </a:lnTo>
                  <a:lnTo>
                    <a:pt x="204046" y="10837"/>
                  </a:lnTo>
                  <a:lnTo>
                    <a:pt x="2040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5" name="object 3495" descr=""/>
            <p:cNvSpPr/>
            <p:nvPr/>
          </p:nvSpPr>
          <p:spPr>
            <a:xfrm>
              <a:off x="10600504" y="8365315"/>
              <a:ext cx="204470" cy="11430"/>
            </a:xfrm>
            <a:custGeom>
              <a:avLst/>
              <a:gdLst/>
              <a:ahLst/>
              <a:cxnLst/>
              <a:rect l="l" t="t" r="r" b="b"/>
              <a:pathLst>
                <a:path w="204470" h="11429">
                  <a:moveTo>
                    <a:pt x="204046" y="10837"/>
                  </a:moveTo>
                  <a:lnTo>
                    <a:pt x="0" y="10837"/>
                  </a:lnTo>
                  <a:lnTo>
                    <a:pt x="0" y="0"/>
                  </a:lnTo>
                  <a:lnTo>
                    <a:pt x="204046" y="0"/>
                  </a:lnTo>
                  <a:lnTo>
                    <a:pt x="204046" y="1083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96" name="object 3496" descr=""/>
            <p:cNvSpPr/>
            <p:nvPr/>
          </p:nvSpPr>
          <p:spPr>
            <a:xfrm>
              <a:off x="10600504" y="8318929"/>
              <a:ext cx="204470" cy="11430"/>
            </a:xfrm>
            <a:custGeom>
              <a:avLst/>
              <a:gdLst/>
              <a:ahLst/>
              <a:cxnLst/>
              <a:rect l="l" t="t" r="r" b="b"/>
              <a:pathLst>
                <a:path w="204470" h="11429">
                  <a:moveTo>
                    <a:pt x="204046" y="0"/>
                  </a:moveTo>
                  <a:lnTo>
                    <a:pt x="0" y="0"/>
                  </a:lnTo>
                  <a:lnTo>
                    <a:pt x="0" y="10816"/>
                  </a:lnTo>
                  <a:lnTo>
                    <a:pt x="204046" y="10816"/>
                  </a:lnTo>
                  <a:lnTo>
                    <a:pt x="2040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7" name="object 3497" descr=""/>
            <p:cNvSpPr/>
            <p:nvPr/>
          </p:nvSpPr>
          <p:spPr>
            <a:xfrm>
              <a:off x="10600504" y="8318929"/>
              <a:ext cx="204470" cy="11430"/>
            </a:xfrm>
            <a:custGeom>
              <a:avLst/>
              <a:gdLst/>
              <a:ahLst/>
              <a:cxnLst/>
              <a:rect l="l" t="t" r="r" b="b"/>
              <a:pathLst>
                <a:path w="204470" h="11429">
                  <a:moveTo>
                    <a:pt x="204046" y="10816"/>
                  </a:moveTo>
                  <a:lnTo>
                    <a:pt x="0" y="10816"/>
                  </a:lnTo>
                  <a:lnTo>
                    <a:pt x="0" y="0"/>
                  </a:lnTo>
                  <a:lnTo>
                    <a:pt x="204046" y="0"/>
                  </a:lnTo>
                  <a:lnTo>
                    <a:pt x="204046" y="1081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98" name="object 3498" descr=""/>
            <p:cNvSpPr/>
            <p:nvPr/>
          </p:nvSpPr>
          <p:spPr>
            <a:xfrm>
              <a:off x="10600504" y="8253947"/>
              <a:ext cx="204470" cy="11430"/>
            </a:xfrm>
            <a:custGeom>
              <a:avLst/>
              <a:gdLst/>
              <a:ahLst/>
              <a:cxnLst/>
              <a:rect l="l" t="t" r="r" b="b"/>
              <a:pathLst>
                <a:path w="204470" h="11429">
                  <a:moveTo>
                    <a:pt x="204046" y="0"/>
                  </a:moveTo>
                  <a:lnTo>
                    <a:pt x="0" y="0"/>
                  </a:lnTo>
                  <a:lnTo>
                    <a:pt x="0" y="10837"/>
                  </a:lnTo>
                  <a:lnTo>
                    <a:pt x="204046" y="10837"/>
                  </a:lnTo>
                  <a:lnTo>
                    <a:pt x="2040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9" name="object 3499" descr=""/>
            <p:cNvSpPr/>
            <p:nvPr/>
          </p:nvSpPr>
          <p:spPr>
            <a:xfrm>
              <a:off x="10600504" y="8253947"/>
              <a:ext cx="204470" cy="11430"/>
            </a:xfrm>
            <a:custGeom>
              <a:avLst/>
              <a:gdLst/>
              <a:ahLst/>
              <a:cxnLst/>
              <a:rect l="l" t="t" r="r" b="b"/>
              <a:pathLst>
                <a:path w="204470" h="11429">
                  <a:moveTo>
                    <a:pt x="204046" y="10837"/>
                  </a:moveTo>
                  <a:lnTo>
                    <a:pt x="0" y="10837"/>
                  </a:lnTo>
                  <a:lnTo>
                    <a:pt x="0" y="0"/>
                  </a:lnTo>
                  <a:lnTo>
                    <a:pt x="204046" y="0"/>
                  </a:lnTo>
                  <a:lnTo>
                    <a:pt x="204046" y="1083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00" name="object 3500" descr=""/>
            <p:cNvSpPr/>
            <p:nvPr/>
          </p:nvSpPr>
          <p:spPr>
            <a:xfrm>
              <a:off x="10600504" y="8207561"/>
              <a:ext cx="204470" cy="11430"/>
            </a:xfrm>
            <a:custGeom>
              <a:avLst/>
              <a:gdLst/>
              <a:ahLst/>
              <a:cxnLst/>
              <a:rect l="l" t="t" r="r" b="b"/>
              <a:pathLst>
                <a:path w="204470" h="11429">
                  <a:moveTo>
                    <a:pt x="204046" y="0"/>
                  </a:moveTo>
                  <a:lnTo>
                    <a:pt x="0" y="0"/>
                  </a:lnTo>
                  <a:lnTo>
                    <a:pt x="0" y="10826"/>
                  </a:lnTo>
                  <a:lnTo>
                    <a:pt x="204046" y="10826"/>
                  </a:lnTo>
                  <a:lnTo>
                    <a:pt x="2040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1" name="object 3501" descr=""/>
            <p:cNvSpPr/>
            <p:nvPr/>
          </p:nvSpPr>
          <p:spPr>
            <a:xfrm>
              <a:off x="10600504" y="8207561"/>
              <a:ext cx="204470" cy="11430"/>
            </a:xfrm>
            <a:custGeom>
              <a:avLst/>
              <a:gdLst/>
              <a:ahLst/>
              <a:cxnLst/>
              <a:rect l="l" t="t" r="r" b="b"/>
              <a:pathLst>
                <a:path w="204470" h="11429">
                  <a:moveTo>
                    <a:pt x="204046" y="10826"/>
                  </a:moveTo>
                  <a:lnTo>
                    <a:pt x="0" y="10826"/>
                  </a:lnTo>
                  <a:lnTo>
                    <a:pt x="0" y="0"/>
                  </a:lnTo>
                  <a:lnTo>
                    <a:pt x="204046" y="0"/>
                  </a:lnTo>
                  <a:lnTo>
                    <a:pt x="204046" y="108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02" name="object 3502" descr=""/>
            <p:cNvSpPr/>
            <p:nvPr/>
          </p:nvSpPr>
          <p:spPr>
            <a:xfrm>
              <a:off x="10600504" y="8142579"/>
              <a:ext cx="204470" cy="11430"/>
            </a:xfrm>
            <a:custGeom>
              <a:avLst/>
              <a:gdLst/>
              <a:ahLst/>
              <a:cxnLst/>
              <a:rect l="l" t="t" r="r" b="b"/>
              <a:pathLst>
                <a:path w="204470" h="11429">
                  <a:moveTo>
                    <a:pt x="204046" y="0"/>
                  </a:moveTo>
                  <a:lnTo>
                    <a:pt x="0" y="0"/>
                  </a:lnTo>
                  <a:lnTo>
                    <a:pt x="0" y="10847"/>
                  </a:lnTo>
                  <a:lnTo>
                    <a:pt x="204046" y="10847"/>
                  </a:lnTo>
                  <a:lnTo>
                    <a:pt x="2040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3" name="object 3503" descr=""/>
            <p:cNvSpPr/>
            <p:nvPr/>
          </p:nvSpPr>
          <p:spPr>
            <a:xfrm>
              <a:off x="10600504" y="8142579"/>
              <a:ext cx="204470" cy="11430"/>
            </a:xfrm>
            <a:custGeom>
              <a:avLst/>
              <a:gdLst/>
              <a:ahLst/>
              <a:cxnLst/>
              <a:rect l="l" t="t" r="r" b="b"/>
              <a:pathLst>
                <a:path w="204470" h="11429">
                  <a:moveTo>
                    <a:pt x="204046" y="10847"/>
                  </a:moveTo>
                  <a:lnTo>
                    <a:pt x="0" y="10847"/>
                  </a:lnTo>
                  <a:lnTo>
                    <a:pt x="0" y="0"/>
                  </a:lnTo>
                  <a:lnTo>
                    <a:pt x="204046" y="0"/>
                  </a:lnTo>
                  <a:lnTo>
                    <a:pt x="204046" y="108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04" name="object 3504" descr=""/>
            <p:cNvSpPr/>
            <p:nvPr/>
          </p:nvSpPr>
          <p:spPr>
            <a:xfrm>
              <a:off x="10600504" y="8096203"/>
              <a:ext cx="204470" cy="11430"/>
            </a:xfrm>
            <a:custGeom>
              <a:avLst/>
              <a:gdLst/>
              <a:ahLst/>
              <a:cxnLst/>
              <a:rect l="l" t="t" r="r" b="b"/>
              <a:pathLst>
                <a:path w="204470" h="11429">
                  <a:moveTo>
                    <a:pt x="204046" y="0"/>
                  </a:moveTo>
                  <a:lnTo>
                    <a:pt x="0" y="0"/>
                  </a:lnTo>
                  <a:lnTo>
                    <a:pt x="0" y="10816"/>
                  </a:lnTo>
                  <a:lnTo>
                    <a:pt x="204046" y="10816"/>
                  </a:lnTo>
                  <a:lnTo>
                    <a:pt x="2040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5" name="object 3505" descr=""/>
            <p:cNvSpPr/>
            <p:nvPr/>
          </p:nvSpPr>
          <p:spPr>
            <a:xfrm>
              <a:off x="10600504" y="8096203"/>
              <a:ext cx="204470" cy="11430"/>
            </a:xfrm>
            <a:custGeom>
              <a:avLst/>
              <a:gdLst/>
              <a:ahLst/>
              <a:cxnLst/>
              <a:rect l="l" t="t" r="r" b="b"/>
              <a:pathLst>
                <a:path w="204470" h="11429">
                  <a:moveTo>
                    <a:pt x="204046" y="10816"/>
                  </a:moveTo>
                  <a:lnTo>
                    <a:pt x="0" y="10816"/>
                  </a:lnTo>
                  <a:lnTo>
                    <a:pt x="0" y="0"/>
                  </a:lnTo>
                  <a:lnTo>
                    <a:pt x="204046" y="0"/>
                  </a:lnTo>
                  <a:lnTo>
                    <a:pt x="204046" y="1081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06" name="object 3506" descr=""/>
            <p:cNvSpPr/>
            <p:nvPr/>
          </p:nvSpPr>
          <p:spPr>
            <a:xfrm>
              <a:off x="10600504" y="8031242"/>
              <a:ext cx="204470" cy="11430"/>
            </a:xfrm>
            <a:custGeom>
              <a:avLst/>
              <a:gdLst/>
              <a:ahLst/>
              <a:cxnLst/>
              <a:rect l="l" t="t" r="r" b="b"/>
              <a:pathLst>
                <a:path w="204470" h="11429">
                  <a:moveTo>
                    <a:pt x="204046" y="0"/>
                  </a:moveTo>
                  <a:lnTo>
                    <a:pt x="0" y="0"/>
                  </a:lnTo>
                  <a:lnTo>
                    <a:pt x="0" y="10816"/>
                  </a:lnTo>
                  <a:lnTo>
                    <a:pt x="204046" y="10816"/>
                  </a:lnTo>
                  <a:lnTo>
                    <a:pt x="2040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7" name="object 3507" descr=""/>
            <p:cNvSpPr/>
            <p:nvPr/>
          </p:nvSpPr>
          <p:spPr>
            <a:xfrm>
              <a:off x="10600504" y="8031242"/>
              <a:ext cx="204470" cy="11430"/>
            </a:xfrm>
            <a:custGeom>
              <a:avLst/>
              <a:gdLst/>
              <a:ahLst/>
              <a:cxnLst/>
              <a:rect l="l" t="t" r="r" b="b"/>
              <a:pathLst>
                <a:path w="204470" h="11429">
                  <a:moveTo>
                    <a:pt x="204046" y="10816"/>
                  </a:moveTo>
                  <a:lnTo>
                    <a:pt x="0" y="10816"/>
                  </a:lnTo>
                  <a:lnTo>
                    <a:pt x="0" y="0"/>
                  </a:lnTo>
                  <a:lnTo>
                    <a:pt x="204046" y="0"/>
                  </a:lnTo>
                  <a:lnTo>
                    <a:pt x="204046" y="1081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08" name="object 3508" descr=""/>
            <p:cNvSpPr/>
            <p:nvPr/>
          </p:nvSpPr>
          <p:spPr>
            <a:xfrm>
              <a:off x="10600504" y="7984845"/>
              <a:ext cx="204470" cy="11430"/>
            </a:xfrm>
            <a:custGeom>
              <a:avLst/>
              <a:gdLst/>
              <a:ahLst/>
              <a:cxnLst/>
              <a:rect l="l" t="t" r="r" b="b"/>
              <a:pathLst>
                <a:path w="204470" h="11429">
                  <a:moveTo>
                    <a:pt x="204046" y="0"/>
                  </a:moveTo>
                  <a:lnTo>
                    <a:pt x="0" y="0"/>
                  </a:lnTo>
                  <a:lnTo>
                    <a:pt x="0" y="10816"/>
                  </a:lnTo>
                  <a:lnTo>
                    <a:pt x="204046" y="10816"/>
                  </a:lnTo>
                  <a:lnTo>
                    <a:pt x="2040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9" name="object 3509" descr=""/>
            <p:cNvSpPr/>
            <p:nvPr/>
          </p:nvSpPr>
          <p:spPr>
            <a:xfrm>
              <a:off x="10600504" y="7984845"/>
              <a:ext cx="204470" cy="11430"/>
            </a:xfrm>
            <a:custGeom>
              <a:avLst/>
              <a:gdLst/>
              <a:ahLst/>
              <a:cxnLst/>
              <a:rect l="l" t="t" r="r" b="b"/>
              <a:pathLst>
                <a:path w="204470" h="11429">
                  <a:moveTo>
                    <a:pt x="204046" y="10816"/>
                  </a:moveTo>
                  <a:lnTo>
                    <a:pt x="0" y="10816"/>
                  </a:lnTo>
                  <a:lnTo>
                    <a:pt x="0" y="0"/>
                  </a:lnTo>
                  <a:lnTo>
                    <a:pt x="204046" y="0"/>
                  </a:lnTo>
                  <a:lnTo>
                    <a:pt x="204046" y="1081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10" name="object 3510" descr=""/>
            <p:cNvSpPr/>
            <p:nvPr/>
          </p:nvSpPr>
          <p:spPr>
            <a:xfrm>
              <a:off x="10600504" y="7919873"/>
              <a:ext cx="204470" cy="11430"/>
            </a:xfrm>
            <a:custGeom>
              <a:avLst/>
              <a:gdLst/>
              <a:ahLst/>
              <a:cxnLst/>
              <a:rect l="l" t="t" r="r" b="b"/>
              <a:pathLst>
                <a:path w="204470" h="11429">
                  <a:moveTo>
                    <a:pt x="204046" y="0"/>
                  </a:moveTo>
                  <a:lnTo>
                    <a:pt x="0" y="0"/>
                  </a:lnTo>
                  <a:lnTo>
                    <a:pt x="0" y="10826"/>
                  </a:lnTo>
                  <a:lnTo>
                    <a:pt x="204046" y="10826"/>
                  </a:lnTo>
                  <a:lnTo>
                    <a:pt x="2040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1" name="object 3511" descr=""/>
            <p:cNvSpPr/>
            <p:nvPr/>
          </p:nvSpPr>
          <p:spPr>
            <a:xfrm>
              <a:off x="10600504" y="7919873"/>
              <a:ext cx="204470" cy="11430"/>
            </a:xfrm>
            <a:custGeom>
              <a:avLst/>
              <a:gdLst/>
              <a:ahLst/>
              <a:cxnLst/>
              <a:rect l="l" t="t" r="r" b="b"/>
              <a:pathLst>
                <a:path w="204470" h="11429">
                  <a:moveTo>
                    <a:pt x="204046" y="10826"/>
                  </a:moveTo>
                  <a:lnTo>
                    <a:pt x="0" y="10826"/>
                  </a:lnTo>
                  <a:lnTo>
                    <a:pt x="0" y="0"/>
                  </a:lnTo>
                  <a:lnTo>
                    <a:pt x="204046" y="0"/>
                  </a:lnTo>
                  <a:lnTo>
                    <a:pt x="204046" y="108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12" name="object 3512" descr=""/>
            <p:cNvSpPr/>
            <p:nvPr/>
          </p:nvSpPr>
          <p:spPr>
            <a:xfrm>
              <a:off x="10600504" y="7873477"/>
              <a:ext cx="204470" cy="11430"/>
            </a:xfrm>
            <a:custGeom>
              <a:avLst/>
              <a:gdLst/>
              <a:ahLst/>
              <a:cxnLst/>
              <a:rect l="l" t="t" r="r" b="b"/>
              <a:pathLst>
                <a:path w="204470" h="11429">
                  <a:moveTo>
                    <a:pt x="204046" y="0"/>
                  </a:moveTo>
                  <a:lnTo>
                    <a:pt x="0" y="0"/>
                  </a:lnTo>
                  <a:lnTo>
                    <a:pt x="0" y="10816"/>
                  </a:lnTo>
                  <a:lnTo>
                    <a:pt x="204046" y="10816"/>
                  </a:lnTo>
                  <a:lnTo>
                    <a:pt x="2040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3" name="object 3513" descr=""/>
            <p:cNvSpPr/>
            <p:nvPr/>
          </p:nvSpPr>
          <p:spPr>
            <a:xfrm>
              <a:off x="10600504" y="7873477"/>
              <a:ext cx="204470" cy="11430"/>
            </a:xfrm>
            <a:custGeom>
              <a:avLst/>
              <a:gdLst/>
              <a:ahLst/>
              <a:cxnLst/>
              <a:rect l="l" t="t" r="r" b="b"/>
              <a:pathLst>
                <a:path w="204470" h="11429">
                  <a:moveTo>
                    <a:pt x="204046" y="10816"/>
                  </a:moveTo>
                  <a:lnTo>
                    <a:pt x="0" y="10816"/>
                  </a:lnTo>
                  <a:lnTo>
                    <a:pt x="0" y="0"/>
                  </a:lnTo>
                  <a:lnTo>
                    <a:pt x="204046" y="0"/>
                  </a:lnTo>
                  <a:lnTo>
                    <a:pt x="204046" y="1081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14" name="object 3514" descr=""/>
            <p:cNvSpPr/>
            <p:nvPr/>
          </p:nvSpPr>
          <p:spPr>
            <a:xfrm>
              <a:off x="10600504" y="7808505"/>
              <a:ext cx="204470" cy="11430"/>
            </a:xfrm>
            <a:custGeom>
              <a:avLst/>
              <a:gdLst/>
              <a:ahLst/>
              <a:cxnLst/>
              <a:rect l="l" t="t" r="r" b="b"/>
              <a:pathLst>
                <a:path w="204470" h="11429">
                  <a:moveTo>
                    <a:pt x="204046" y="0"/>
                  </a:moveTo>
                  <a:lnTo>
                    <a:pt x="0" y="0"/>
                  </a:lnTo>
                  <a:lnTo>
                    <a:pt x="0" y="10826"/>
                  </a:lnTo>
                  <a:lnTo>
                    <a:pt x="204046" y="10826"/>
                  </a:lnTo>
                  <a:lnTo>
                    <a:pt x="2040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5" name="object 3515" descr=""/>
            <p:cNvSpPr/>
            <p:nvPr/>
          </p:nvSpPr>
          <p:spPr>
            <a:xfrm>
              <a:off x="10600504" y="7808505"/>
              <a:ext cx="204470" cy="11430"/>
            </a:xfrm>
            <a:custGeom>
              <a:avLst/>
              <a:gdLst/>
              <a:ahLst/>
              <a:cxnLst/>
              <a:rect l="l" t="t" r="r" b="b"/>
              <a:pathLst>
                <a:path w="204470" h="11429">
                  <a:moveTo>
                    <a:pt x="204046" y="10826"/>
                  </a:moveTo>
                  <a:lnTo>
                    <a:pt x="0" y="10826"/>
                  </a:lnTo>
                  <a:lnTo>
                    <a:pt x="0" y="0"/>
                  </a:lnTo>
                  <a:lnTo>
                    <a:pt x="204046" y="0"/>
                  </a:lnTo>
                  <a:lnTo>
                    <a:pt x="204046" y="108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16" name="object 3516" descr=""/>
            <p:cNvSpPr/>
            <p:nvPr/>
          </p:nvSpPr>
          <p:spPr>
            <a:xfrm>
              <a:off x="10600504" y="7762098"/>
              <a:ext cx="204470" cy="11430"/>
            </a:xfrm>
            <a:custGeom>
              <a:avLst/>
              <a:gdLst/>
              <a:ahLst/>
              <a:cxnLst/>
              <a:rect l="l" t="t" r="r" b="b"/>
              <a:pathLst>
                <a:path w="204470" h="11429">
                  <a:moveTo>
                    <a:pt x="204046" y="0"/>
                  </a:moveTo>
                  <a:lnTo>
                    <a:pt x="0" y="0"/>
                  </a:lnTo>
                  <a:lnTo>
                    <a:pt x="0" y="10837"/>
                  </a:lnTo>
                  <a:lnTo>
                    <a:pt x="204046" y="10837"/>
                  </a:lnTo>
                  <a:lnTo>
                    <a:pt x="2040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7" name="object 3517" descr=""/>
            <p:cNvSpPr/>
            <p:nvPr/>
          </p:nvSpPr>
          <p:spPr>
            <a:xfrm>
              <a:off x="10600504" y="7762098"/>
              <a:ext cx="204470" cy="11430"/>
            </a:xfrm>
            <a:custGeom>
              <a:avLst/>
              <a:gdLst/>
              <a:ahLst/>
              <a:cxnLst/>
              <a:rect l="l" t="t" r="r" b="b"/>
              <a:pathLst>
                <a:path w="204470" h="11429">
                  <a:moveTo>
                    <a:pt x="204046" y="10837"/>
                  </a:moveTo>
                  <a:lnTo>
                    <a:pt x="0" y="10837"/>
                  </a:lnTo>
                  <a:lnTo>
                    <a:pt x="0" y="0"/>
                  </a:lnTo>
                  <a:lnTo>
                    <a:pt x="204046" y="0"/>
                  </a:lnTo>
                  <a:lnTo>
                    <a:pt x="204046" y="1083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18" name="object 3518" descr=""/>
          <p:cNvGrpSpPr/>
          <p:nvPr/>
        </p:nvGrpSpPr>
        <p:grpSpPr>
          <a:xfrm>
            <a:off x="10211396" y="9984146"/>
            <a:ext cx="285750" cy="67945"/>
            <a:chOff x="10211396" y="9984146"/>
            <a:chExt cx="285750" cy="67945"/>
          </a:xfrm>
        </p:grpSpPr>
        <p:sp>
          <p:nvSpPr>
            <p:cNvPr id="3519" name="object 3519" descr=""/>
            <p:cNvSpPr/>
            <p:nvPr/>
          </p:nvSpPr>
          <p:spPr>
            <a:xfrm>
              <a:off x="10216631" y="10035767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0"/>
                  </a:moveTo>
                  <a:lnTo>
                    <a:pt x="0" y="0"/>
                  </a:lnTo>
                  <a:lnTo>
                    <a:pt x="0" y="10837"/>
                  </a:lnTo>
                  <a:lnTo>
                    <a:pt x="280127" y="10837"/>
                  </a:lnTo>
                  <a:lnTo>
                    <a:pt x="280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0" name="object 3520" descr=""/>
            <p:cNvSpPr/>
            <p:nvPr/>
          </p:nvSpPr>
          <p:spPr>
            <a:xfrm>
              <a:off x="10211396" y="10041186"/>
              <a:ext cx="205740" cy="0"/>
            </a:xfrm>
            <a:custGeom>
              <a:avLst/>
              <a:gdLst/>
              <a:ahLst/>
              <a:cxnLst/>
              <a:rect l="l" t="t" r="r" b="b"/>
              <a:pathLst>
                <a:path w="205740" h="0">
                  <a:moveTo>
                    <a:pt x="0" y="0"/>
                  </a:moveTo>
                  <a:lnTo>
                    <a:pt x="205595" y="0"/>
                  </a:lnTo>
                </a:path>
              </a:pathLst>
            </a:custGeom>
            <a:ln w="21308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21" name="object 3521" descr=""/>
            <p:cNvSpPr/>
            <p:nvPr/>
          </p:nvSpPr>
          <p:spPr>
            <a:xfrm>
              <a:off x="10216631" y="9989381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0"/>
                  </a:moveTo>
                  <a:lnTo>
                    <a:pt x="0" y="0"/>
                  </a:lnTo>
                  <a:lnTo>
                    <a:pt x="0" y="10816"/>
                  </a:lnTo>
                  <a:lnTo>
                    <a:pt x="280127" y="10816"/>
                  </a:lnTo>
                  <a:lnTo>
                    <a:pt x="280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2" name="object 3522" descr=""/>
            <p:cNvSpPr/>
            <p:nvPr/>
          </p:nvSpPr>
          <p:spPr>
            <a:xfrm>
              <a:off x="10211396" y="9994790"/>
              <a:ext cx="205740" cy="0"/>
            </a:xfrm>
            <a:custGeom>
              <a:avLst/>
              <a:gdLst/>
              <a:ahLst/>
              <a:cxnLst/>
              <a:rect l="l" t="t" r="r" b="b"/>
              <a:pathLst>
                <a:path w="205740" h="0">
                  <a:moveTo>
                    <a:pt x="0" y="0"/>
                  </a:moveTo>
                  <a:lnTo>
                    <a:pt x="205595" y="0"/>
                  </a:lnTo>
                </a:path>
              </a:pathLst>
            </a:custGeom>
            <a:ln w="21287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23" name="object 3523" descr=""/>
          <p:cNvGrpSpPr/>
          <p:nvPr/>
        </p:nvGrpSpPr>
        <p:grpSpPr>
          <a:xfrm>
            <a:off x="10211396" y="9872777"/>
            <a:ext cx="285750" cy="67945"/>
            <a:chOff x="10211396" y="9872777"/>
            <a:chExt cx="285750" cy="67945"/>
          </a:xfrm>
        </p:grpSpPr>
        <p:sp>
          <p:nvSpPr>
            <p:cNvPr id="3524" name="object 3524" descr=""/>
            <p:cNvSpPr/>
            <p:nvPr/>
          </p:nvSpPr>
          <p:spPr>
            <a:xfrm>
              <a:off x="10216631" y="9924420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0"/>
                  </a:moveTo>
                  <a:lnTo>
                    <a:pt x="0" y="0"/>
                  </a:lnTo>
                  <a:lnTo>
                    <a:pt x="0" y="10816"/>
                  </a:lnTo>
                  <a:lnTo>
                    <a:pt x="280127" y="10816"/>
                  </a:lnTo>
                  <a:lnTo>
                    <a:pt x="280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5" name="object 3525" descr=""/>
            <p:cNvSpPr/>
            <p:nvPr/>
          </p:nvSpPr>
          <p:spPr>
            <a:xfrm>
              <a:off x="10211396" y="9929828"/>
              <a:ext cx="205740" cy="0"/>
            </a:xfrm>
            <a:custGeom>
              <a:avLst/>
              <a:gdLst/>
              <a:ahLst/>
              <a:cxnLst/>
              <a:rect l="l" t="t" r="r" b="b"/>
              <a:pathLst>
                <a:path w="205740" h="0">
                  <a:moveTo>
                    <a:pt x="0" y="0"/>
                  </a:moveTo>
                  <a:lnTo>
                    <a:pt x="205595" y="0"/>
                  </a:lnTo>
                </a:path>
              </a:pathLst>
            </a:custGeom>
            <a:ln w="21287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26" name="object 3526" descr=""/>
            <p:cNvSpPr/>
            <p:nvPr/>
          </p:nvSpPr>
          <p:spPr>
            <a:xfrm>
              <a:off x="10216631" y="9878013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0"/>
                  </a:moveTo>
                  <a:lnTo>
                    <a:pt x="0" y="0"/>
                  </a:lnTo>
                  <a:lnTo>
                    <a:pt x="0" y="10816"/>
                  </a:lnTo>
                  <a:lnTo>
                    <a:pt x="280127" y="10816"/>
                  </a:lnTo>
                  <a:lnTo>
                    <a:pt x="280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7" name="object 3527" descr=""/>
            <p:cNvSpPr/>
            <p:nvPr/>
          </p:nvSpPr>
          <p:spPr>
            <a:xfrm>
              <a:off x="10211396" y="9883421"/>
              <a:ext cx="205740" cy="0"/>
            </a:xfrm>
            <a:custGeom>
              <a:avLst/>
              <a:gdLst/>
              <a:ahLst/>
              <a:cxnLst/>
              <a:rect l="l" t="t" r="r" b="b"/>
              <a:pathLst>
                <a:path w="205740" h="0">
                  <a:moveTo>
                    <a:pt x="0" y="0"/>
                  </a:moveTo>
                  <a:lnTo>
                    <a:pt x="205595" y="0"/>
                  </a:lnTo>
                </a:path>
              </a:pathLst>
            </a:custGeom>
            <a:ln w="21287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28" name="object 3528" descr=""/>
          <p:cNvGrpSpPr/>
          <p:nvPr/>
        </p:nvGrpSpPr>
        <p:grpSpPr>
          <a:xfrm>
            <a:off x="10211396" y="9761420"/>
            <a:ext cx="285750" cy="67945"/>
            <a:chOff x="10211396" y="9761420"/>
            <a:chExt cx="285750" cy="67945"/>
          </a:xfrm>
        </p:grpSpPr>
        <p:sp>
          <p:nvSpPr>
            <p:cNvPr id="3529" name="object 3529" descr=""/>
            <p:cNvSpPr/>
            <p:nvPr/>
          </p:nvSpPr>
          <p:spPr>
            <a:xfrm>
              <a:off x="10216631" y="9813052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0"/>
                  </a:moveTo>
                  <a:lnTo>
                    <a:pt x="0" y="0"/>
                  </a:lnTo>
                  <a:lnTo>
                    <a:pt x="0" y="10816"/>
                  </a:lnTo>
                  <a:lnTo>
                    <a:pt x="280127" y="10816"/>
                  </a:lnTo>
                  <a:lnTo>
                    <a:pt x="280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0" name="object 3530" descr=""/>
            <p:cNvSpPr/>
            <p:nvPr/>
          </p:nvSpPr>
          <p:spPr>
            <a:xfrm>
              <a:off x="10211396" y="9818460"/>
              <a:ext cx="205740" cy="0"/>
            </a:xfrm>
            <a:custGeom>
              <a:avLst/>
              <a:gdLst/>
              <a:ahLst/>
              <a:cxnLst/>
              <a:rect l="l" t="t" r="r" b="b"/>
              <a:pathLst>
                <a:path w="205740" h="0">
                  <a:moveTo>
                    <a:pt x="0" y="0"/>
                  </a:moveTo>
                  <a:lnTo>
                    <a:pt x="205595" y="0"/>
                  </a:lnTo>
                </a:path>
              </a:pathLst>
            </a:custGeom>
            <a:ln w="21287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31" name="object 3531" descr=""/>
            <p:cNvSpPr/>
            <p:nvPr/>
          </p:nvSpPr>
          <p:spPr>
            <a:xfrm>
              <a:off x="10216631" y="9766655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0"/>
                  </a:moveTo>
                  <a:lnTo>
                    <a:pt x="0" y="0"/>
                  </a:lnTo>
                  <a:lnTo>
                    <a:pt x="0" y="10826"/>
                  </a:lnTo>
                  <a:lnTo>
                    <a:pt x="280127" y="10826"/>
                  </a:lnTo>
                  <a:lnTo>
                    <a:pt x="280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2" name="object 3532" descr=""/>
            <p:cNvSpPr/>
            <p:nvPr/>
          </p:nvSpPr>
          <p:spPr>
            <a:xfrm>
              <a:off x="10211396" y="9772069"/>
              <a:ext cx="205740" cy="0"/>
            </a:xfrm>
            <a:custGeom>
              <a:avLst/>
              <a:gdLst/>
              <a:ahLst/>
              <a:cxnLst/>
              <a:rect l="l" t="t" r="r" b="b"/>
              <a:pathLst>
                <a:path w="205740" h="0">
                  <a:moveTo>
                    <a:pt x="0" y="0"/>
                  </a:moveTo>
                  <a:lnTo>
                    <a:pt x="205595" y="0"/>
                  </a:lnTo>
                </a:path>
              </a:pathLst>
            </a:custGeom>
            <a:ln w="21297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33" name="object 3533" descr=""/>
          <p:cNvGrpSpPr/>
          <p:nvPr/>
        </p:nvGrpSpPr>
        <p:grpSpPr>
          <a:xfrm>
            <a:off x="10211396" y="9650041"/>
            <a:ext cx="285750" cy="67945"/>
            <a:chOff x="10211396" y="9650041"/>
            <a:chExt cx="285750" cy="67945"/>
          </a:xfrm>
        </p:grpSpPr>
        <p:sp>
          <p:nvSpPr>
            <p:cNvPr id="3534" name="object 3534" descr=""/>
            <p:cNvSpPr/>
            <p:nvPr/>
          </p:nvSpPr>
          <p:spPr>
            <a:xfrm>
              <a:off x="10216631" y="9701673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0"/>
                  </a:moveTo>
                  <a:lnTo>
                    <a:pt x="0" y="0"/>
                  </a:lnTo>
                  <a:lnTo>
                    <a:pt x="0" y="10837"/>
                  </a:lnTo>
                  <a:lnTo>
                    <a:pt x="280127" y="10837"/>
                  </a:lnTo>
                  <a:lnTo>
                    <a:pt x="280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5" name="object 3535" descr=""/>
            <p:cNvSpPr/>
            <p:nvPr/>
          </p:nvSpPr>
          <p:spPr>
            <a:xfrm>
              <a:off x="10211396" y="9707091"/>
              <a:ext cx="205740" cy="0"/>
            </a:xfrm>
            <a:custGeom>
              <a:avLst/>
              <a:gdLst/>
              <a:ahLst/>
              <a:cxnLst/>
              <a:rect l="l" t="t" r="r" b="b"/>
              <a:pathLst>
                <a:path w="205740" h="0">
                  <a:moveTo>
                    <a:pt x="0" y="0"/>
                  </a:moveTo>
                  <a:lnTo>
                    <a:pt x="205595" y="0"/>
                  </a:lnTo>
                </a:path>
              </a:pathLst>
            </a:custGeom>
            <a:ln w="21308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36" name="object 3536" descr=""/>
            <p:cNvSpPr/>
            <p:nvPr/>
          </p:nvSpPr>
          <p:spPr>
            <a:xfrm>
              <a:off x="10216631" y="9655276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0"/>
                  </a:moveTo>
                  <a:lnTo>
                    <a:pt x="0" y="0"/>
                  </a:lnTo>
                  <a:lnTo>
                    <a:pt x="0" y="10826"/>
                  </a:lnTo>
                  <a:lnTo>
                    <a:pt x="280127" y="10826"/>
                  </a:lnTo>
                  <a:lnTo>
                    <a:pt x="280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7" name="object 3537" descr=""/>
            <p:cNvSpPr/>
            <p:nvPr/>
          </p:nvSpPr>
          <p:spPr>
            <a:xfrm>
              <a:off x="10211396" y="9660690"/>
              <a:ext cx="205740" cy="0"/>
            </a:xfrm>
            <a:custGeom>
              <a:avLst/>
              <a:gdLst/>
              <a:ahLst/>
              <a:cxnLst/>
              <a:rect l="l" t="t" r="r" b="b"/>
              <a:pathLst>
                <a:path w="205740" h="0">
                  <a:moveTo>
                    <a:pt x="0" y="0"/>
                  </a:moveTo>
                  <a:lnTo>
                    <a:pt x="205595" y="0"/>
                  </a:lnTo>
                </a:path>
              </a:pathLst>
            </a:custGeom>
            <a:ln w="21297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38" name="object 3538" descr=""/>
          <p:cNvGrpSpPr/>
          <p:nvPr/>
        </p:nvGrpSpPr>
        <p:grpSpPr>
          <a:xfrm>
            <a:off x="10211396" y="9538683"/>
            <a:ext cx="285750" cy="67945"/>
            <a:chOff x="10211396" y="9538683"/>
            <a:chExt cx="285750" cy="67945"/>
          </a:xfrm>
        </p:grpSpPr>
        <p:sp>
          <p:nvSpPr>
            <p:cNvPr id="3539" name="object 3539" descr=""/>
            <p:cNvSpPr/>
            <p:nvPr/>
          </p:nvSpPr>
          <p:spPr>
            <a:xfrm>
              <a:off x="10216631" y="9590315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0"/>
                  </a:moveTo>
                  <a:lnTo>
                    <a:pt x="0" y="0"/>
                  </a:lnTo>
                  <a:lnTo>
                    <a:pt x="0" y="10816"/>
                  </a:lnTo>
                  <a:lnTo>
                    <a:pt x="280127" y="10816"/>
                  </a:lnTo>
                  <a:lnTo>
                    <a:pt x="280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0" name="object 3540" descr=""/>
            <p:cNvSpPr/>
            <p:nvPr/>
          </p:nvSpPr>
          <p:spPr>
            <a:xfrm>
              <a:off x="10211396" y="9595723"/>
              <a:ext cx="205740" cy="0"/>
            </a:xfrm>
            <a:custGeom>
              <a:avLst/>
              <a:gdLst/>
              <a:ahLst/>
              <a:cxnLst/>
              <a:rect l="l" t="t" r="r" b="b"/>
              <a:pathLst>
                <a:path w="205740" h="0">
                  <a:moveTo>
                    <a:pt x="0" y="0"/>
                  </a:moveTo>
                  <a:lnTo>
                    <a:pt x="205595" y="0"/>
                  </a:lnTo>
                </a:path>
              </a:pathLst>
            </a:custGeom>
            <a:ln w="21287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41" name="object 3541" descr=""/>
            <p:cNvSpPr/>
            <p:nvPr/>
          </p:nvSpPr>
          <p:spPr>
            <a:xfrm>
              <a:off x="10216631" y="9543919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0"/>
                  </a:moveTo>
                  <a:lnTo>
                    <a:pt x="0" y="0"/>
                  </a:lnTo>
                  <a:lnTo>
                    <a:pt x="0" y="10837"/>
                  </a:lnTo>
                  <a:lnTo>
                    <a:pt x="280127" y="10837"/>
                  </a:lnTo>
                  <a:lnTo>
                    <a:pt x="280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2" name="object 3542" descr=""/>
            <p:cNvSpPr/>
            <p:nvPr/>
          </p:nvSpPr>
          <p:spPr>
            <a:xfrm>
              <a:off x="10211396" y="9549337"/>
              <a:ext cx="205740" cy="0"/>
            </a:xfrm>
            <a:custGeom>
              <a:avLst/>
              <a:gdLst/>
              <a:ahLst/>
              <a:cxnLst/>
              <a:rect l="l" t="t" r="r" b="b"/>
              <a:pathLst>
                <a:path w="205740" h="0">
                  <a:moveTo>
                    <a:pt x="0" y="0"/>
                  </a:moveTo>
                  <a:lnTo>
                    <a:pt x="205595" y="0"/>
                  </a:lnTo>
                </a:path>
              </a:pathLst>
            </a:custGeom>
            <a:ln w="21308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43" name="object 3543" descr=""/>
          <p:cNvGrpSpPr/>
          <p:nvPr/>
        </p:nvGrpSpPr>
        <p:grpSpPr>
          <a:xfrm>
            <a:off x="10211396" y="9427315"/>
            <a:ext cx="285750" cy="67945"/>
            <a:chOff x="10211396" y="9427315"/>
            <a:chExt cx="285750" cy="67945"/>
          </a:xfrm>
        </p:grpSpPr>
        <p:sp>
          <p:nvSpPr>
            <p:cNvPr id="3544" name="object 3544" descr=""/>
            <p:cNvSpPr/>
            <p:nvPr/>
          </p:nvSpPr>
          <p:spPr>
            <a:xfrm>
              <a:off x="10216631" y="9478947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0"/>
                  </a:moveTo>
                  <a:lnTo>
                    <a:pt x="0" y="0"/>
                  </a:lnTo>
                  <a:lnTo>
                    <a:pt x="0" y="10847"/>
                  </a:lnTo>
                  <a:lnTo>
                    <a:pt x="280127" y="10847"/>
                  </a:lnTo>
                  <a:lnTo>
                    <a:pt x="280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5" name="object 3545" descr=""/>
            <p:cNvSpPr/>
            <p:nvPr/>
          </p:nvSpPr>
          <p:spPr>
            <a:xfrm>
              <a:off x="10211396" y="9484371"/>
              <a:ext cx="205740" cy="0"/>
            </a:xfrm>
            <a:custGeom>
              <a:avLst/>
              <a:gdLst/>
              <a:ahLst/>
              <a:cxnLst/>
              <a:rect l="l" t="t" r="r" b="b"/>
              <a:pathLst>
                <a:path w="205740" h="0">
                  <a:moveTo>
                    <a:pt x="0" y="0"/>
                  </a:moveTo>
                  <a:lnTo>
                    <a:pt x="205595" y="0"/>
                  </a:lnTo>
                </a:path>
              </a:pathLst>
            </a:custGeom>
            <a:ln w="21318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46" name="object 3546" descr=""/>
            <p:cNvSpPr/>
            <p:nvPr/>
          </p:nvSpPr>
          <p:spPr>
            <a:xfrm>
              <a:off x="10216631" y="9432550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0"/>
                  </a:moveTo>
                  <a:lnTo>
                    <a:pt x="0" y="0"/>
                  </a:lnTo>
                  <a:lnTo>
                    <a:pt x="0" y="10837"/>
                  </a:lnTo>
                  <a:lnTo>
                    <a:pt x="280127" y="10837"/>
                  </a:lnTo>
                  <a:lnTo>
                    <a:pt x="280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7" name="object 3547" descr=""/>
            <p:cNvSpPr/>
            <p:nvPr/>
          </p:nvSpPr>
          <p:spPr>
            <a:xfrm>
              <a:off x="10211396" y="9437969"/>
              <a:ext cx="205740" cy="0"/>
            </a:xfrm>
            <a:custGeom>
              <a:avLst/>
              <a:gdLst/>
              <a:ahLst/>
              <a:cxnLst/>
              <a:rect l="l" t="t" r="r" b="b"/>
              <a:pathLst>
                <a:path w="205740" h="0">
                  <a:moveTo>
                    <a:pt x="0" y="0"/>
                  </a:moveTo>
                  <a:lnTo>
                    <a:pt x="205595" y="0"/>
                  </a:lnTo>
                </a:path>
              </a:pathLst>
            </a:custGeom>
            <a:ln w="21308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48" name="object 3548" descr=""/>
          <p:cNvGrpSpPr/>
          <p:nvPr/>
        </p:nvGrpSpPr>
        <p:grpSpPr>
          <a:xfrm>
            <a:off x="10211396" y="9315946"/>
            <a:ext cx="285750" cy="67945"/>
            <a:chOff x="10211396" y="9315946"/>
            <a:chExt cx="285750" cy="67945"/>
          </a:xfrm>
        </p:grpSpPr>
        <p:sp>
          <p:nvSpPr>
            <p:cNvPr id="3549" name="object 3549" descr=""/>
            <p:cNvSpPr/>
            <p:nvPr/>
          </p:nvSpPr>
          <p:spPr>
            <a:xfrm>
              <a:off x="10216631" y="9367589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0"/>
                  </a:moveTo>
                  <a:lnTo>
                    <a:pt x="0" y="0"/>
                  </a:lnTo>
                  <a:lnTo>
                    <a:pt x="0" y="10837"/>
                  </a:lnTo>
                  <a:lnTo>
                    <a:pt x="280127" y="10837"/>
                  </a:lnTo>
                  <a:lnTo>
                    <a:pt x="280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0" name="object 3550" descr=""/>
            <p:cNvSpPr/>
            <p:nvPr/>
          </p:nvSpPr>
          <p:spPr>
            <a:xfrm>
              <a:off x="10211396" y="9373007"/>
              <a:ext cx="205740" cy="0"/>
            </a:xfrm>
            <a:custGeom>
              <a:avLst/>
              <a:gdLst/>
              <a:ahLst/>
              <a:cxnLst/>
              <a:rect l="l" t="t" r="r" b="b"/>
              <a:pathLst>
                <a:path w="205740" h="0">
                  <a:moveTo>
                    <a:pt x="0" y="0"/>
                  </a:moveTo>
                  <a:lnTo>
                    <a:pt x="205595" y="0"/>
                  </a:lnTo>
                </a:path>
              </a:pathLst>
            </a:custGeom>
            <a:ln w="21308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51" name="object 3551" descr=""/>
            <p:cNvSpPr/>
            <p:nvPr/>
          </p:nvSpPr>
          <p:spPr>
            <a:xfrm>
              <a:off x="10216631" y="9321182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0"/>
                  </a:moveTo>
                  <a:lnTo>
                    <a:pt x="0" y="0"/>
                  </a:lnTo>
                  <a:lnTo>
                    <a:pt x="0" y="10837"/>
                  </a:lnTo>
                  <a:lnTo>
                    <a:pt x="280127" y="10837"/>
                  </a:lnTo>
                  <a:lnTo>
                    <a:pt x="280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2" name="object 3552" descr=""/>
            <p:cNvSpPr/>
            <p:nvPr/>
          </p:nvSpPr>
          <p:spPr>
            <a:xfrm>
              <a:off x="10211396" y="9326600"/>
              <a:ext cx="205740" cy="0"/>
            </a:xfrm>
            <a:custGeom>
              <a:avLst/>
              <a:gdLst/>
              <a:ahLst/>
              <a:cxnLst/>
              <a:rect l="l" t="t" r="r" b="b"/>
              <a:pathLst>
                <a:path w="205740" h="0">
                  <a:moveTo>
                    <a:pt x="0" y="0"/>
                  </a:moveTo>
                  <a:lnTo>
                    <a:pt x="205595" y="0"/>
                  </a:lnTo>
                </a:path>
              </a:pathLst>
            </a:custGeom>
            <a:ln w="21308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53" name="object 3553" descr=""/>
          <p:cNvGrpSpPr/>
          <p:nvPr/>
        </p:nvGrpSpPr>
        <p:grpSpPr>
          <a:xfrm>
            <a:off x="10211396" y="9204578"/>
            <a:ext cx="285750" cy="67945"/>
            <a:chOff x="10211396" y="9204578"/>
            <a:chExt cx="285750" cy="67945"/>
          </a:xfrm>
        </p:grpSpPr>
        <p:sp>
          <p:nvSpPr>
            <p:cNvPr id="3554" name="object 3554" descr=""/>
            <p:cNvSpPr/>
            <p:nvPr/>
          </p:nvSpPr>
          <p:spPr>
            <a:xfrm>
              <a:off x="10216631" y="9256231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0"/>
                  </a:moveTo>
                  <a:lnTo>
                    <a:pt x="0" y="0"/>
                  </a:lnTo>
                  <a:lnTo>
                    <a:pt x="0" y="10826"/>
                  </a:lnTo>
                  <a:lnTo>
                    <a:pt x="280127" y="10826"/>
                  </a:lnTo>
                  <a:lnTo>
                    <a:pt x="280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5" name="object 3555" descr=""/>
            <p:cNvSpPr/>
            <p:nvPr/>
          </p:nvSpPr>
          <p:spPr>
            <a:xfrm>
              <a:off x="10211396" y="9261644"/>
              <a:ext cx="205740" cy="0"/>
            </a:xfrm>
            <a:custGeom>
              <a:avLst/>
              <a:gdLst/>
              <a:ahLst/>
              <a:cxnLst/>
              <a:rect l="l" t="t" r="r" b="b"/>
              <a:pathLst>
                <a:path w="205740" h="0">
                  <a:moveTo>
                    <a:pt x="0" y="0"/>
                  </a:moveTo>
                  <a:lnTo>
                    <a:pt x="205595" y="0"/>
                  </a:lnTo>
                </a:path>
              </a:pathLst>
            </a:custGeom>
            <a:ln w="21297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56" name="object 3556" descr=""/>
            <p:cNvSpPr/>
            <p:nvPr/>
          </p:nvSpPr>
          <p:spPr>
            <a:xfrm>
              <a:off x="10216631" y="9209813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0"/>
                  </a:moveTo>
                  <a:lnTo>
                    <a:pt x="0" y="0"/>
                  </a:lnTo>
                  <a:lnTo>
                    <a:pt x="0" y="10837"/>
                  </a:lnTo>
                  <a:lnTo>
                    <a:pt x="280127" y="10837"/>
                  </a:lnTo>
                  <a:lnTo>
                    <a:pt x="280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7" name="object 3557" descr=""/>
            <p:cNvSpPr/>
            <p:nvPr/>
          </p:nvSpPr>
          <p:spPr>
            <a:xfrm>
              <a:off x="10211396" y="9215232"/>
              <a:ext cx="205740" cy="0"/>
            </a:xfrm>
            <a:custGeom>
              <a:avLst/>
              <a:gdLst/>
              <a:ahLst/>
              <a:cxnLst/>
              <a:rect l="l" t="t" r="r" b="b"/>
              <a:pathLst>
                <a:path w="205740" h="0">
                  <a:moveTo>
                    <a:pt x="0" y="0"/>
                  </a:moveTo>
                  <a:lnTo>
                    <a:pt x="205595" y="0"/>
                  </a:lnTo>
                </a:path>
              </a:pathLst>
            </a:custGeom>
            <a:ln w="21308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58" name="object 3558" descr=""/>
          <p:cNvGrpSpPr/>
          <p:nvPr/>
        </p:nvGrpSpPr>
        <p:grpSpPr>
          <a:xfrm>
            <a:off x="10211396" y="9093241"/>
            <a:ext cx="285750" cy="67945"/>
            <a:chOff x="10211396" y="9093241"/>
            <a:chExt cx="285750" cy="67945"/>
          </a:xfrm>
        </p:grpSpPr>
        <p:sp>
          <p:nvSpPr>
            <p:cNvPr id="3559" name="object 3559" descr=""/>
            <p:cNvSpPr/>
            <p:nvPr/>
          </p:nvSpPr>
          <p:spPr>
            <a:xfrm>
              <a:off x="10216631" y="9144863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0"/>
                  </a:moveTo>
                  <a:lnTo>
                    <a:pt x="0" y="0"/>
                  </a:lnTo>
                  <a:lnTo>
                    <a:pt x="0" y="10826"/>
                  </a:lnTo>
                  <a:lnTo>
                    <a:pt x="280127" y="10826"/>
                  </a:lnTo>
                  <a:lnTo>
                    <a:pt x="280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0" name="object 3560" descr=""/>
            <p:cNvSpPr/>
            <p:nvPr/>
          </p:nvSpPr>
          <p:spPr>
            <a:xfrm>
              <a:off x="10211396" y="9150276"/>
              <a:ext cx="205740" cy="0"/>
            </a:xfrm>
            <a:custGeom>
              <a:avLst/>
              <a:gdLst/>
              <a:ahLst/>
              <a:cxnLst/>
              <a:rect l="l" t="t" r="r" b="b"/>
              <a:pathLst>
                <a:path w="205740" h="0">
                  <a:moveTo>
                    <a:pt x="0" y="0"/>
                  </a:moveTo>
                  <a:lnTo>
                    <a:pt x="205595" y="0"/>
                  </a:lnTo>
                </a:path>
              </a:pathLst>
            </a:custGeom>
            <a:ln w="21297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61" name="object 3561" descr=""/>
            <p:cNvSpPr/>
            <p:nvPr/>
          </p:nvSpPr>
          <p:spPr>
            <a:xfrm>
              <a:off x="10216631" y="9098477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0"/>
                  </a:moveTo>
                  <a:lnTo>
                    <a:pt x="0" y="0"/>
                  </a:lnTo>
                  <a:lnTo>
                    <a:pt x="0" y="10826"/>
                  </a:lnTo>
                  <a:lnTo>
                    <a:pt x="280127" y="10826"/>
                  </a:lnTo>
                  <a:lnTo>
                    <a:pt x="280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2" name="object 3562" descr=""/>
            <p:cNvSpPr/>
            <p:nvPr/>
          </p:nvSpPr>
          <p:spPr>
            <a:xfrm>
              <a:off x="10211396" y="9103890"/>
              <a:ext cx="205740" cy="0"/>
            </a:xfrm>
            <a:custGeom>
              <a:avLst/>
              <a:gdLst/>
              <a:ahLst/>
              <a:cxnLst/>
              <a:rect l="l" t="t" r="r" b="b"/>
              <a:pathLst>
                <a:path w="205740" h="0">
                  <a:moveTo>
                    <a:pt x="0" y="0"/>
                  </a:moveTo>
                  <a:lnTo>
                    <a:pt x="205595" y="0"/>
                  </a:lnTo>
                </a:path>
              </a:pathLst>
            </a:custGeom>
            <a:ln w="21297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63" name="object 3563" descr=""/>
          <p:cNvGrpSpPr/>
          <p:nvPr/>
        </p:nvGrpSpPr>
        <p:grpSpPr>
          <a:xfrm>
            <a:off x="10211396" y="8981873"/>
            <a:ext cx="285750" cy="67945"/>
            <a:chOff x="10211396" y="8981873"/>
            <a:chExt cx="285750" cy="67945"/>
          </a:xfrm>
        </p:grpSpPr>
        <p:sp>
          <p:nvSpPr>
            <p:cNvPr id="3564" name="object 3564" descr=""/>
            <p:cNvSpPr/>
            <p:nvPr/>
          </p:nvSpPr>
          <p:spPr>
            <a:xfrm>
              <a:off x="10216631" y="9033515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0"/>
                  </a:moveTo>
                  <a:lnTo>
                    <a:pt x="0" y="0"/>
                  </a:lnTo>
                  <a:lnTo>
                    <a:pt x="0" y="10816"/>
                  </a:lnTo>
                  <a:lnTo>
                    <a:pt x="280127" y="10816"/>
                  </a:lnTo>
                  <a:lnTo>
                    <a:pt x="280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5" name="object 3565" descr=""/>
            <p:cNvSpPr/>
            <p:nvPr/>
          </p:nvSpPr>
          <p:spPr>
            <a:xfrm>
              <a:off x="10211396" y="9038924"/>
              <a:ext cx="205740" cy="0"/>
            </a:xfrm>
            <a:custGeom>
              <a:avLst/>
              <a:gdLst/>
              <a:ahLst/>
              <a:cxnLst/>
              <a:rect l="l" t="t" r="r" b="b"/>
              <a:pathLst>
                <a:path w="205740" h="0">
                  <a:moveTo>
                    <a:pt x="0" y="0"/>
                  </a:moveTo>
                  <a:lnTo>
                    <a:pt x="205595" y="0"/>
                  </a:lnTo>
                </a:path>
              </a:pathLst>
            </a:custGeom>
            <a:ln w="21287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66" name="object 3566" descr=""/>
            <p:cNvSpPr/>
            <p:nvPr/>
          </p:nvSpPr>
          <p:spPr>
            <a:xfrm>
              <a:off x="10216631" y="8987108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0"/>
                  </a:moveTo>
                  <a:lnTo>
                    <a:pt x="0" y="0"/>
                  </a:lnTo>
                  <a:lnTo>
                    <a:pt x="0" y="10805"/>
                  </a:lnTo>
                  <a:lnTo>
                    <a:pt x="280127" y="10805"/>
                  </a:lnTo>
                  <a:lnTo>
                    <a:pt x="280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7" name="object 3567" descr=""/>
            <p:cNvSpPr/>
            <p:nvPr/>
          </p:nvSpPr>
          <p:spPr>
            <a:xfrm>
              <a:off x="10211396" y="8992511"/>
              <a:ext cx="205740" cy="0"/>
            </a:xfrm>
            <a:custGeom>
              <a:avLst/>
              <a:gdLst/>
              <a:ahLst/>
              <a:cxnLst/>
              <a:rect l="l" t="t" r="r" b="b"/>
              <a:pathLst>
                <a:path w="205740" h="0">
                  <a:moveTo>
                    <a:pt x="0" y="0"/>
                  </a:moveTo>
                  <a:lnTo>
                    <a:pt x="205595" y="0"/>
                  </a:lnTo>
                </a:path>
              </a:pathLst>
            </a:custGeom>
            <a:ln w="21276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68" name="object 3568" descr=""/>
          <p:cNvGrpSpPr/>
          <p:nvPr/>
        </p:nvGrpSpPr>
        <p:grpSpPr>
          <a:xfrm>
            <a:off x="10211396" y="8870494"/>
            <a:ext cx="285750" cy="67945"/>
            <a:chOff x="10211396" y="8870494"/>
            <a:chExt cx="285750" cy="67945"/>
          </a:xfrm>
        </p:grpSpPr>
        <p:sp>
          <p:nvSpPr>
            <p:cNvPr id="3569" name="object 3569" descr=""/>
            <p:cNvSpPr/>
            <p:nvPr/>
          </p:nvSpPr>
          <p:spPr>
            <a:xfrm>
              <a:off x="10216631" y="8922147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0"/>
                  </a:moveTo>
                  <a:lnTo>
                    <a:pt x="0" y="0"/>
                  </a:lnTo>
                  <a:lnTo>
                    <a:pt x="0" y="10826"/>
                  </a:lnTo>
                  <a:lnTo>
                    <a:pt x="280127" y="10826"/>
                  </a:lnTo>
                  <a:lnTo>
                    <a:pt x="280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0" name="object 3570" descr=""/>
            <p:cNvSpPr/>
            <p:nvPr/>
          </p:nvSpPr>
          <p:spPr>
            <a:xfrm>
              <a:off x="10211396" y="8927560"/>
              <a:ext cx="205740" cy="0"/>
            </a:xfrm>
            <a:custGeom>
              <a:avLst/>
              <a:gdLst/>
              <a:ahLst/>
              <a:cxnLst/>
              <a:rect l="l" t="t" r="r" b="b"/>
              <a:pathLst>
                <a:path w="205740" h="0">
                  <a:moveTo>
                    <a:pt x="0" y="0"/>
                  </a:moveTo>
                  <a:lnTo>
                    <a:pt x="205595" y="0"/>
                  </a:lnTo>
                </a:path>
              </a:pathLst>
            </a:custGeom>
            <a:ln w="21297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71" name="object 3571" descr=""/>
            <p:cNvSpPr/>
            <p:nvPr/>
          </p:nvSpPr>
          <p:spPr>
            <a:xfrm>
              <a:off x="10216631" y="8875729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0"/>
                  </a:moveTo>
                  <a:lnTo>
                    <a:pt x="0" y="0"/>
                  </a:lnTo>
                  <a:lnTo>
                    <a:pt x="0" y="10837"/>
                  </a:lnTo>
                  <a:lnTo>
                    <a:pt x="280127" y="10837"/>
                  </a:lnTo>
                  <a:lnTo>
                    <a:pt x="280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2" name="object 3572" descr=""/>
            <p:cNvSpPr/>
            <p:nvPr/>
          </p:nvSpPr>
          <p:spPr>
            <a:xfrm>
              <a:off x="10211396" y="8881148"/>
              <a:ext cx="205740" cy="0"/>
            </a:xfrm>
            <a:custGeom>
              <a:avLst/>
              <a:gdLst/>
              <a:ahLst/>
              <a:cxnLst/>
              <a:rect l="l" t="t" r="r" b="b"/>
              <a:pathLst>
                <a:path w="205740" h="0">
                  <a:moveTo>
                    <a:pt x="0" y="0"/>
                  </a:moveTo>
                  <a:lnTo>
                    <a:pt x="205595" y="0"/>
                  </a:lnTo>
                </a:path>
              </a:pathLst>
            </a:custGeom>
            <a:ln w="21308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73" name="object 3573" descr=""/>
          <p:cNvGrpSpPr/>
          <p:nvPr/>
        </p:nvGrpSpPr>
        <p:grpSpPr>
          <a:xfrm>
            <a:off x="10211396" y="8755969"/>
            <a:ext cx="290830" cy="71120"/>
            <a:chOff x="10211396" y="8755969"/>
            <a:chExt cx="290830" cy="71120"/>
          </a:xfrm>
        </p:grpSpPr>
        <p:sp>
          <p:nvSpPr>
            <p:cNvPr id="3574" name="object 3574" descr=""/>
            <p:cNvSpPr/>
            <p:nvPr/>
          </p:nvSpPr>
          <p:spPr>
            <a:xfrm>
              <a:off x="10216631" y="8810768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0"/>
                  </a:moveTo>
                  <a:lnTo>
                    <a:pt x="0" y="0"/>
                  </a:lnTo>
                  <a:lnTo>
                    <a:pt x="0" y="10837"/>
                  </a:lnTo>
                  <a:lnTo>
                    <a:pt x="280127" y="10837"/>
                  </a:lnTo>
                  <a:lnTo>
                    <a:pt x="280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5" name="object 3575" descr=""/>
            <p:cNvSpPr/>
            <p:nvPr/>
          </p:nvSpPr>
          <p:spPr>
            <a:xfrm>
              <a:off x="10211396" y="8812747"/>
              <a:ext cx="205740" cy="10795"/>
            </a:xfrm>
            <a:custGeom>
              <a:avLst/>
              <a:gdLst/>
              <a:ahLst/>
              <a:cxnLst/>
              <a:rect l="l" t="t" r="r" b="b"/>
              <a:pathLst>
                <a:path w="205740" h="10795">
                  <a:moveTo>
                    <a:pt x="0" y="10654"/>
                  </a:moveTo>
                  <a:lnTo>
                    <a:pt x="205606" y="10654"/>
                  </a:lnTo>
                </a:path>
                <a:path w="205740" h="10795">
                  <a:moveTo>
                    <a:pt x="0" y="0"/>
                  </a:moveTo>
                  <a:lnTo>
                    <a:pt x="205606" y="0"/>
                  </a:lnTo>
                </a:path>
              </a:pathLst>
            </a:custGeom>
            <a:ln w="6879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76" name="object 3576" descr=""/>
            <p:cNvSpPr/>
            <p:nvPr/>
          </p:nvSpPr>
          <p:spPr>
            <a:xfrm>
              <a:off x="10216631" y="8764382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0"/>
                  </a:moveTo>
                  <a:lnTo>
                    <a:pt x="0" y="0"/>
                  </a:lnTo>
                  <a:lnTo>
                    <a:pt x="0" y="10816"/>
                  </a:lnTo>
                  <a:lnTo>
                    <a:pt x="280127" y="10816"/>
                  </a:lnTo>
                  <a:lnTo>
                    <a:pt x="280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7" name="object 3577" descr=""/>
            <p:cNvSpPr/>
            <p:nvPr/>
          </p:nvSpPr>
          <p:spPr>
            <a:xfrm>
              <a:off x="10211384" y="8755970"/>
              <a:ext cx="290830" cy="24765"/>
            </a:xfrm>
            <a:custGeom>
              <a:avLst/>
              <a:gdLst/>
              <a:ahLst/>
              <a:cxnLst/>
              <a:rect l="l" t="t" r="r" b="b"/>
              <a:pathLst>
                <a:path w="290829" h="24765">
                  <a:moveTo>
                    <a:pt x="290601" y="0"/>
                  </a:moveTo>
                  <a:lnTo>
                    <a:pt x="0" y="0"/>
                  </a:lnTo>
                  <a:lnTo>
                    <a:pt x="0" y="10642"/>
                  </a:lnTo>
                  <a:lnTo>
                    <a:pt x="0" y="13830"/>
                  </a:lnTo>
                  <a:lnTo>
                    <a:pt x="0" y="24472"/>
                  </a:lnTo>
                  <a:lnTo>
                    <a:pt x="290601" y="24472"/>
                  </a:lnTo>
                  <a:lnTo>
                    <a:pt x="290601" y="13830"/>
                  </a:lnTo>
                  <a:lnTo>
                    <a:pt x="290601" y="10642"/>
                  </a:lnTo>
                  <a:lnTo>
                    <a:pt x="290601" y="0"/>
                  </a:lnTo>
                  <a:close/>
                </a:path>
              </a:pathLst>
            </a:custGeom>
            <a:solidFill>
              <a:srgbClr val="007BA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78" name="object 3578" descr=""/>
          <p:cNvGrpSpPr/>
          <p:nvPr/>
        </p:nvGrpSpPr>
        <p:grpSpPr>
          <a:xfrm>
            <a:off x="10211396" y="8647768"/>
            <a:ext cx="290830" cy="67945"/>
            <a:chOff x="10211396" y="8647768"/>
            <a:chExt cx="290830" cy="67945"/>
          </a:xfrm>
        </p:grpSpPr>
        <p:sp>
          <p:nvSpPr>
            <p:cNvPr id="3579" name="object 3579" descr=""/>
            <p:cNvSpPr/>
            <p:nvPr/>
          </p:nvSpPr>
          <p:spPr>
            <a:xfrm>
              <a:off x="10216631" y="8699421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0"/>
                  </a:moveTo>
                  <a:lnTo>
                    <a:pt x="0" y="0"/>
                  </a:lnTo>
                  <a:lnTo>
                    <a:pt x="0" y="10816"/>
                  </a:lnTo>
                  <a:lnTo>
                    <a:pt x="280127" y="10816"/>
                  </a:lnTo>
                  <a:lnTo>
                    <a:pt x="280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0" name="object 3580" descr=""/>
            <p:cNvSpPr/>
            <p:nvPr/>
          </p:nvSpPr>
          <p:spPr>
            <a:xfrm>
              <a:off x="10216631" y="8699421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10816"/>
                  </a:moveTo>
                  <a:lnTo>
                    <a:pt x="0" y="10816"/>
                  </a:lnTo>
                  <a:lnTo>
                    <a:pt x="0" y="0"/>
                  </a:lnTo>
                  <a:lnTo>
                    <a:pt x="280127" y="0"/>
                  </a:lnTo>
                  <a:lnTo>
                    <a:pt x="280127" y="1081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81" name="object 3581" descr=""/>
            <p:cNvSpPr/>
            <p:nvPr/>
          </p:nvSpPr>
          <p:spPr>
            <a:xfrm>
              <a:off x="10216631" y="8653003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0"/>
                  </a:moveTo>
                  <a:lnTo>
                    <a:pt x="0" y="0"/>
                  </a:lnTo>
                  <a:lnTo>
                    <a:pt x="0" y="10837"/>
                  </a:lnTo>
                  <a:lnTo>
                    <a:pt x="280127" y="10837"/>
                  </a:lnTo>
                  <a:lnTo>
                    <a:pt x="280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2" name="object 3582" descr=""/>
            <p:cNvSpPr/>
            <p:nvPr/>
          </p:nvSpPr>
          <p:spPr>
            <a:xfrm>
              <a:off x="10216631" y="8653003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10837"/>
                  </a:moveTo>
                  <a:lnTo>
                    <a:pt x="0" y="10837"/>
                  </a:lnTo>
                  <a:lnTo>
                    <a:pt x="0" y="0"/>
                  </a:lnTo>
                  <a:lnTo>
                    <a:pt x="280127" y="0"/>
                  </a:lnTo>
                  <a:lnTo>
                    <a:pt x="280127" y="1083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83" name="object 3583" descr=""/>
          <p:cNvGrpSpPr/>
          <p:nvPr/>
        </p:nvGrpSpPr>
        <p:grpSpPr>
          <a:xfrm>
            <a:off x="10211396" y="8536420"/>
            <a:ext cx="290830" cy="67945"/>
            <a:chOff x="10211396" y="8536420"/>
            <a:chExt cx="290830" cy="67945"/>
          </a:xfrm>
        </p:grpSpPr>
        <p:sp>
          <p:nvSpPr>
            <p:cNvPr id="3584" name="object 3584" descr=""/>
            <p:cNvSpPr/>
            <p:nvPr/>
          </p:nvSpPr>
          <p:spPr>
            <a:xfrm>
              <a:off x="10216631" y="8588063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0"/>
                  </a:moveTo>
                  <a:lnTo>
                    <a:pt x="0" y="0"/>
                  </a:lnTo>
                  <a:lnTo>
                    <a:pt x="0" y="10826"/>
                  </a:lnTo>
                  <a:lnTo>
                    <a:pt x="280127" y="10826"/>
                  </a:lnTo>
                  <a:lnTo>
                    <a:pt x="280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5" name="object 3585" descr=""/>
            <p:cNvSpPr/>
            <p:nvPr/>
          </p:nvSpPr>
          <p:spPr>
            <a:xfrm>
              <a:off x="10216631" y="8588063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10826"/>
                  </a:moveTo>
                  <a:lnTo>
                    <a:pt x="0" y="10826"/>
                  </a:lnTo>
                  <a:lnTo>
                    <a:pt x="0" y="0"/>
                  </a:lnTo>
                  <a:lnTo>
                    <a:pt x="280127" y="0"/>
                  </a:lnTo>
                  <a:lnTo>
                    <a:pt x="280127" y="108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86" name="object 3586" descr=""/>
            <p:cNvSpPr/>
            <p:nvPr/>
          </p:nvSpPr>
          <p:spPr>
            <a:xfrm>
              <a:off x="10216631" y="8541656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0"/>
                  </a:moveTo>
                  <a:lnTo>
                    <a:pt x="0" y="0"/>
                  </a:lnTo>
                  <a:lnTo>
                    <a:pt x="0" y="10826"/>
                  </a:lnTo>
                  <a:lnTo>
                    <a:pt x="280127" y="10826"/>
                  </a:lnTo>
                  <a:lnTo>
                    <a:pt x="280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7" name="object 3587" descr=""/>
            <p:cNvSpPr/>
            <p:nvPr/>
          </p:nvSpPr>
          <p:spPr>
            <a:xfrm>
              <a:off x="10216631" y="8541656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10826"/>
                  </a:moveTo>
                  <a:lnTo>
                    <a:pt x="0" y="10826"/>
                  </a:lnTo>
                  <a:lnTo>
                    <a:pt x="0" y="0"/>
                  </a:lnTo>
                  <a:lnTo>
                    <a:pt x="280127" y="0"/>
                  </a:lnTo>
                  <a:lnTo>
                    <a:pt x="280127" y="108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88" name="object 3588" descr=""/>
          <p:cNvGrpSpPr/>
          <p:nvPr/>
        </p:nvGrpSpPr>
        <p:grpSpPr>
          <a:xfrm>
            <a:off x="10211396" y="8425052"/>
            <a:ext cx="290830" cy="67945"/>
            <a:chOff x="10211396" y="8425052"/>
            <a:chExt cx="290830" cy="67945"/>
          </a:xfrm>
        </p:grpSpPr>
        <p:sp>
          <p:nvSpPr>
            <p:cNvPr id="3589" name="object 3589" descr=""/>
            <p:cNvSpPr/>
            <p:nvPr/>
          </p:nvSpPr>
          <p:spPr>
            <a:xfrm>
              <a:off x="10216631" y="8476684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0"/>
                  </a:moveTo>
                  <a:lnTo>
                    <a:pt x="0" y="0"/>
                  </a:lnTo>
                  <a:lnTo>
                    <a:pt x="0" y="10826"/>
                  </a:lnTo>
                  <a:lnTo>
                    <a:pt x="280127" y="10826"/>
                  </a:lnTo>
                  <a:lnTo>
                    <a:pt x="280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0" name="object 3590" descr=""/>
            <p:cNvSpPr/>
            <p:nvPr/>
          </p:nvSpPr>
          <p:spPr>
            <a:xfrm>
              <a:off x="10216631" y="8476684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10826"/>
                  </a:moveTo>
                  <a:lnTo>
                    <a:pt x="0" y="10826"/>
                  </a:lnTo>
                  <a:lnTo>
                    <a:pt x="0" y="0"/>
                  </a:lnTo>
                  <a:lnTo>
                    <a:pt x="280127" y="0"/>
                  </a:lnTo>
                  <a:lnTo>
                    <a:pt x="280127" y="108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91" name="object 3591" descr=""/>
            <p:cNvSpPr/>
            <p:nvPr/>
          </p:nvSpPr>
          <p:spPr>
            <a:xfrm>
              <a:off x="10216631" y="8430287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0"/>
                  </a:moveTo>
                  <a:lnTo>
                    <a:pt x="0" y="0"/>
                  </a:lnTo>
                  <a:lnTo>
                    <a:pt x="0" y="10826"/>
                  </a:lnTo>
                  <a:lnTo>
                    <a:pt x="280127" y="10826"/>
                  </a:lnTo>
                  <a:lnTo>
                    <a:pt x="280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2" name="object 3592" descr=""/>
            <p:cNvSpPr/>
            <p:nvPr/>
          </p:nvSpPr>
          <p:spPr>
            <a:xfrm>
              <a:off x="10216631" y="8430287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10826"/>
                  </a:moveTo>
                  <a:lnTo>
                    <a:pt x="0" y="10826"/>
                  </a:lnTo>
                  <a:lnTo>
                    <a:pt x="0" y="0"/>
                  </a:lnTo>
                  <a:lnTo>
                    <a:pt x="280127" y="0"/>
                  </a:lnTo>
                  <a:lnTo>
                    <a:pt x="280127" y="108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93" name="object 3593" descr=""/>
          <p:cNvGrpSpPr/>
          <p:nvPr/>
        </p:nvGrpSpPr>
        <p:grpSpPr>
          <a:xfrm>
            <a:off x="10211396" y="8313694"/>
            <a:ext cx="290830" cy="67945"/>
            <a:chOff x="10211396" y="8313694"/>
            <a:chExt cx="290830" cy="67945"/>
          </a:xfrm>
        </p:grpSpPr>
        <p:sp>
          <p:nvSpPr>
            <p:cNvPr id="3594" name="object 3594" descr=""/>
            <p:cNvSpPr/>
            <p:nvPr/>
          </p:nvSpPr>
          <p:spPr>
            <a:xfrm>
              <a:off x="10216631" y="8365316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0"/>
                  </a:moveTo>
                  <a:lnTo>
                    <a:pt x="0" y="0"/>
                  </a:lnTo>
                  <a:lnTo>
                    <a:pt x="0" y="10837"/>
                  </a:lnTo>
                  <a:lnTo>
                    <a:pt x="280127" y="10837"/>
                  </a:lnTo>
                  <a:lnTo>
                    <a:pt x="280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5" name="object 3595" descr=""/>
            <p:cNvSpPr/>
            <p:nvPr/>
          </p:nvSpPr>
          <p:spPr>
            <a:xfrm>
              <a:off x="10216631" y="8365316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10837"/>
                  </a:moveTo>
                  <a:lnTo>
                    <a:pt x="0" y="10837"/>
                  </a:lnTo>
                  <a:lnTo>
                    <a:pt x="0" y="0"/>
                  </a:lnTo>
                  <a:lnTo>
                    <a:pt x="280127" y="0"/>
                  </a:lnTo>
                  <a:lnTo>
                    <a:pt x="280127" y="1083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96" name="object 3596" descr=""/>
            <p:cNvSpPr/>
            <p:nvPr/>
          </p:nvSpPr>
          <p:spPr>
            <a:xfrm>
              <a:off x="10216631" y="8318930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0"/>
                  </a:moveTo>
                  <a:lnTo>
                    <a:pt x="0" y="0"/>
                  </a:lnTo>
                  <a:lnTo>
                    <a:pt x="0" y="10816"/>
                  </a:lnTo>
                  <a:lnTo>
                    <a:pt x="280127" y="10816"/>
                  </a:lnTo>
                  <a:lnTo>
                    <a:pt x="280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7" name="object 3597" descr=""/>
            <p:cNvSpPr/>
            <p:nvPr/>
          </p:nvSpPr>
          <p:spPr>
            <a:xfrm>
              <a:off x="10216631" y="8318930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10816"/>
                  </a:moveTo>
                  <a:lnTo>
                    <a:pt x="0" y="10816"/>
                  </a:lnTo>
                  <a:lnTo>
                    <a:pt x="0" y="0"/>
                  </a:lnTo>
                  <a:lnTo>
                    <a:pt x="280127" y="0"/>
                  </a:lnTo>
                  <a:lnTo>
                    <a:pt x="280127" y="1081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98" name="object 3598" descr=""/>
          <p:cNvGrpSpPr/>
          <p:nvPr/>
        </p:nvGrpSpPr>
        <p:grpSpPr>
          <a:xfrm>
            <a:off x="10211396" y="8202326"/>
            <a:ext cx="290830" cy="67945"/>
            <a:chOff x="10211396" y="8202326"/>
            <a:chExt cx="290830" cy="67945"/>
          </a:xfrm>
        </p:grpSpPr>
        <p:sp>
          <p:nvSpPr>
            <p:cNvPr id="3599" name="object 3599" descr=""/>
            <p:cNvSpPr/>
            <p:nvPr/>
          </p:nvSpPr>
          <p:spPr>
            <a:xfrm>
              <a:off x="10216631" y="8253947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0"/>
                  </a:moveTo>
                  <a:lnTo>
                    <a:pt x="0" y="0"/>
                  </a:lnTo>
                  <a:lnTo>
                    <a:pt x="0" y="10837"/>
                  </a:lnTo>
                  <a:lnTo>
                    <a:pt x="280127" y="10837"/>
                  </a:lnTo>
                  <a:lnTo>
                    <a:pt x="280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0" name="object 3600" descr=""/>
            <p:cNvSpPr/>
            <p:nvPr/>
          </p:nvSpPr>
          <p:spPr>
            <a:xfrm>
              <a:off x="10216631" y="8253947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10837"/>
                  </a:moveTo>
                  <a:lnTo>
                    <a:pt x="0" y="10837"/>
                  </a:lnTo>
                  <a:lnTo>
                    <a:pt x="0" y="0"/>
                  </a:lnTo>
                  <a:lnTo>
                    <a:pt x="280127" y="0"/>
                  </a:lnTo>
                  <a:lnTo>
                    <a:pt x="280127" y="1083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01" name="object 3601" descr=""/>
            <p:cNvSpPr/>
            <p:nvPr/>
          </p:nvSpPr>
          <p:spPr>
            <a:xfrm>
              <a:off x="10216631" y="8207561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0"/>
                  </a:moveTo>
                  <a:lnTo>
                    <a:pt x="0" y="0"/>
                  </a:lnTo>
                  <a:lnTo>
                    <a:pt x="0" y="10826"/>
                  </a:lnTo>
                  <a:lnTo>
                    <a:pt x="280127" y="10826"/>
                  </a:lnTo>
                  <a:lnTo>
                    <a:pt x="280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2" name="object 3602" descr=""/>
            <p:cNvSpPr/>
            <p:nvPr/>
          </p:nvSpPr>
          <p:spPr>
            <a:xfrm>
              <a:off x="10216631" y="8207561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10826"/>
                  </a:moveTo>
                  <a:lnTo>
                    <a:pt x="0" y="10826"/>
                  </a:lnTo>
                  <a:lnTo>
                    <a:pt x="0" y="0"/>
                  </a:lnTo>
                  <a:lnTo>
                    <a:pt x="280127" y="0"/>
                  </a:lnTo>
                  <a:lnTo>
                    <a:pt x="280127" y="108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603" name="object 3603" descr=""/>
          <p:cNvGrpSpPr/>
          <p:nvPr/>
        </p:nvGrpSpPr>
        <p:grpSpPr>
          <a:xfrm>
            <a:off x="10211396" y="8090968"/>
            <a:ext cx="290830" cy="67945"/>
            <a:chOff x="10211396" y="8090968"/>
            <a:chExt cx="290830" cy="67945"/>
          </a:xfrm>
        </p:grpSpPr>
        <p:sp>
          <p:nvSpPr>
            <p:cNvPr id="3604" name="object 3604" descr=""/>
            <p:cNvSpPr/>
            <p:nvPr/>
          </p:nvSpPr>
          <p:spPr>
            <a:xfrm>
              <a:off x="10216631" y="8142579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0"/>
                  </a:moveTo>
                  <a:lnTo>
                    <a:pt x="0" y="0"/>
                  </a:lnTo>
                  <a:lnTo>
                    <a:pt x="0" y="10847"/>
                  </a:lnTo>
                  <a:lnTo>
                    <a:pt x="280127" y="10847"/>
                  </a:lnTo>
                  <a:lnTo>
                    <a:pt x="280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5" name="object 3605" descr=""/>
            <p:cNvSpPr/>
            <p:nvPr/>
          </p:nvSpPr>
          <p:spPr>
            <a:xfrm>
              <a:off x="10216631" y="8142579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10847"/>
                  </a:moveTo>
                  <a:lnTo>
                    <a:pt x="0" y="10847"/>
                  </a:lnTo>
                  <a:lnTo>
                    <a:pt x="0" y="0"/>
                  </a:lnTo>
                  <a:lnTo>
                    <a:pt x="280127" y="0"/>
                  </a:lnTo>
                  <a:lnTo>
                    <a:pt x="280127" y="1084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06" name="object 3606" descr=""/>
            <p:cNvSpPr/>
            <p:nvPr/>
          </p:nvSpPr>
          <p:spPr>
            <a:xfrm>
              <a:off x="10216631" y="8096203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0"/>
                  </a:moveTo>
                  <a:lnTo>
                    <a:pt x="0" y="0"/>
                  </a:lnTo>
                  <a:lnTo>
                    <a:pt x="0" y="10816"/>
                  </a:lnTo>
                  <a:lnTo>
                    <a:pt x="280127" y="10816"/>
                  </a:lnTo>
                  <a:lnTo>
                    <a:pt x="280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7" name="object 3607" descr=""/>
            <p:cNvSpPr/>
            <p:nvPr/>
          </p:nvSpPr>
          <p:spPr>
            <a:xfrm>
              <a:off x="10216631" y="8096203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10816"/>
                  </a:moveTo>
                  <a:lnTo>
                    <a:pt x="0" y="10816"/>
                  </a:lnTo>
                  <a:lnTo>
                    <a:pt x="0" y="0"/>
                  </a:lnTo>
                  <a:lnTo>
                    <a:pt x="280127" y="0"/>
                  </a:lnTo>
                  <a:lnTo>
                    <a:pt x="280127" y="1081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608" name="object 3608" descr=""/>
          <p:cNvGrpSpPr/>
          <p:nvPr/>
        </p:nvGrpSpPr>
        <p:grpSpPr>
          <a:xfrm>
            <a:off x="10211396" y="7979610"/>
            <a:ext cx="290830" cy="67945"/>
            <a:chOff x="10211396" y="7979610"/>
            <a:chExt cx="290830" cy="67945"/>
          </a:xfrm>
        </p:grpSpPr>
        <p:sp>
          <p:nvSpPr>
            <p:cNvPr id="3609" name="object 3609" descr=""/>
            <p:cNvSpPr/>
            <p:nvPr/>
          </p:nvSpPr>
          <p:spPr>
            <a:xfrm>
              <a:off x="10216631" y="8031242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0"/>
                  </a:moveTo>
                  <a:lnTo>
                    <a:pt x="0" y="0"/>
                  </a:lnTo>
                  <a:lnTo>
                    <a:pt x="0" y="10816"/>
                  </a:lnTo>
                  <a:lnTo>
                    <a:pt x="280127" y="10816"/>
                  </a:lnTo>
                  <a:lnTo>
                    <a:pt x="280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0" name="object 3610" descr=""/>
            <p:cNvSpPr/>
            <p:nvPr/>
          </p:nvSpPr>
          <p:spPr>
            <a:xfrm>
              <a:off x="10216631" y="8031242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10816"/>
                  </a:moveTo>
                  <a:lnTo>
                    <a:pt x="0" y="10816"/>
                  </a:lnTo>
                  <a:lnTo>
                    <a:pt x="0" y="0"/>
                  </a:lnTo>
                  <a:lnTo>
                    <a:pt x="280127" y="0"/>
                  </a:lnTo>
                  <a:lnTo>
                    <a:pt x="280127" y="1081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11" name="object 3611" descr=""/>
            <p:cNvSpPr/>
            <p:nvPr/>
          </p:nvSpPr>
          <p:spPr>
            <a:xfrm>
              <a:off x="10216631" y="7984846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0"/>
                  </a:moveTo>
                  <a:lnTo>
                    <a:pt x="0" y="0"/>
                  </a:lnTo>
                  <a:lnTo>
                    <a:pt x="0" y="10816"/>
                  </a:lnTo>
                  <a:lnTo>
                    <a:pt x="280127" y="10816"/>
                  </a:lnTo>
                  <a:lnTo>
                    <a:pt x="280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2" name="object 3612" descr=""/>
            <p:cNvSpPr/>
            <p:nvPr/>
          </p:nvSpPr>
          <p:spPr>
            <a:xfrm>
              <a:off x="10216631" y="7984846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10816"/>
                  </a:moveTo>
                  <a:lnTo>
                    <a:pt x="0" y="10816"/>
                  </a:lnTo>
                  <a:lnTo>
                    <a:pt x="0" y="0"/>
                  </a:lnTo>
                  <a:lnTo>
                    <a:pt x="280127" y="0"/>
                  </a:lnTo>
                  <a:lnTo>
                    <a:pt x="280127" y="1081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613" name="object 3613" descr=""/>
          <p:cNvGrpSpPr/>
          <p:nvPr/>
        </p:nvGrpSpPr>
        <p:grpSpPr>
          <a:xfrm>
            <a:off x="10211396" y="7868242"/>
            <a:ext cx="290830" cy="67945"/>
            <a:chOff x="10211396" y="7868242"/>
            <a:chExt cx="290830" cy="67945"/>
          </a:xfrm>
        </p:grpSpPr>
        <p:sp>
          <p:nvSpPr>
            <p:cNvPr id="3614" name="object 3614" descr=""/>
            <p:cNvSpPr/>
            <p:nvPr/>
          </p:nvSpPr>
          <p:spPr>
            <a:xfrm>
              <a:off x="10216631" y="7919874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0"/>
                  </a:moveTo>
                  <a:lnTo>
                    <a:pt x="0" y="0"/>
                  </a:lnTo>
                  <a:lnTo>
                    <a:pt x="0" y="10826"/>
                  </a:lnTo>
                  <a:lnTo>
                    <a:pt x="280127" y="10826"/>
                  </a:lnTo>
                  <a:lnTo>
                    <a:pt x="280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5" name="object 3615" descr=""/>
            <p:cNvSpPr/>
            <p:nvPr/>
          </p:nvSpPr>
          <p:spPr>
            <a:xfrm>
              <a:off x="10216631" y="7919874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10826"/>
                  </a:moveTo>
                  <a:lnTo>
                    <a:pt x="0" y="10826"/>
                  </a:lnTo>
                  <a:lnTo>
                    <a:pt x="0" y="0"/>
                  </a:lnTo>
                  <a:lnTo>
                    <a:pt x="280127" y="0"/>
                  </a:lnTo>
                  <a:lnTo>
                    <a:pt x="280127" y="108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16" name="object 3616" descr=""/>
            <p:cNvSpPr/>
            <p:nvPr/>
          </p:nvSpPr>
          <p:spPr>
            <a:xfrm>
              <a:off x="10216631" y="7873477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0"/>
                  </a:moveTo>
                  <a:lnTo>
                    <a:pt x="0" y="0"/>
                  </a:lnTo>
                  <a:lnTo>
                    <a:pt x="0" y="10816"/>
                  </a:lnTo>
                  <a:lnTo>
                    <a:pt x="280127" y="10816"/>
                  </a:lnTo>
                  <a:lnTo>
                    <a:pt x="280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7" name="object 3617" descr=""/>
            <p:cNvSpPr/>
            <p:nvPr/>
          </p:nvSpPr>
          <p:spPr>
            <a:xfrm>
              <a:off x="10216631" y="7873477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10816"/>
                  </a:moveTo>
                  <a:lnTo>
                    <a:pt x="0" y="10816"/>
                  </a:lnTo>
                  <a:lnTo>
                    <a:pt x="0" y="0"/>
                  </a:lnTo>
                  <a:lnTo>
                    <a:pt x="280127" y="0"/>
                  </a:lnTo>
                  <a:lnTo>
                    <a:pt x="280127" y="1081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618" name="object 3618" descr=""/>
          <p:cNvGrpSpPr/>
          <p:nvPr/>
        </p:nvGrpSpPr>
        <p:grpSpPr>
          <a:xfrm>
            <a:off x="10211396" y="7756862"/>
            <a:ext cx="290830" cy="67945"/>
            <a:chOff x="10211396" y="7756862"/>
            <a:chExt cx="290830" cy="67945"/>
          </a:xfrm>
        </p:grpSpPr>
        <p:sp>
          <p:nvSpPr>
            <p:cNvPr id="3619" name="object 3619" descr=""/>
            <p:cNvSpPr/>
            <p:nvPr/>
          </p:nvSpPr>
          <p:spPr>
            <a:xfrm>
              <a:off x="10216631" y="7808505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0"/>
                  </a:moveTo>
                  <a:lnTo>
                    <a:pt x="0" y="0"/>
                  </a:lnTo>
                  <a:lnTo>
                    <a:pt x="0" y="10826"/>
                  </a:lnTo>
                  <a:lnTo>
                    <a:pt x="280127" y="10826"/>
                  </a:lnTo>
                  <a:lnTo>
                    <a:pt x="280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0" name="object 3620" descr=""/>
            <p:cNvSpPr/>
            <p:nvPr/>
          </p:nvSpPr>
          <p:spPr>
            <a:xfrm>
              <a:off x="10216631" y="7808505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10826"/>
                  </a:moveTo>
                  <a:lnTo>
                    <a:pt x="0" y="10826"/>
                  </a:lnTo>
                  <a:lnTo>
                    <a:pt x="0" y="0"/>
                  </a:lnTo>
                  <a:lnTo>
                    <a:pt x="280127" y="0"/>
                  </a:lnTo>
                  <a:lnTo>
                    <a:pt x="280127" y="1082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21" name="object 3621" descr=""/>
            <p:cNvSpPr/>
            <p:nvPr/>
          </p:nvSpPr>
          <p:spPr>
            <a:xfrm>
              <a:off x="10216631" y="7762098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0"/>
                  </a:moveTo>
                  <a:lnTo>
                    <a:pt x="0" y="0"/>
                  </a:lnTo>
                  <a:lnTo>
                    <a:pt x="0" y="10837"/>
                  </a:lnTo>
                  <a:lnTo>
                    <a:pt x="280127" y="10837"/>
                  </a:lnTo>
                  <a:lnTo>
                    <a:pt x="280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2" name="object 3622" descr=""/>
            <p:cNvSpPr/>
            <p:nvPr/>
          </p:nvSpPr>
          <p:spPr>
            <a:xfrm>
              <a:off x="10216631" y="7762098"/>
              <a:ext cx="280670" cy="11430"/>
            </a:xfrm>
            <a:custGeom>
              <a:avLst/>
              <a:gdLst/>
              <a:ahLst/>
              <a:cxnLst/>
              <a:rect l="l" t="t" r="r" b="b"/>
              <a:pathLst>
                <a:path w="280670" h="11429">
                  <a:moveTo>
                    <a:pt x="280127" y="10837"/>
                  </a:moveTo>
                  <a:lnTo>
                    <a:pt x="0" y="10837"/>
                  </a:lnTo>
                  <a:lnTo>
                    <a:pt x="0" y="0"/>
                  </a:lnTo>
                  <a:lnTo>
                    <a:pt x="280127" y="0"/>
                  </a:lnTo>
                  <a:lnTo>
                    <a:pt x="280127" y="1083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623" name="object 3623" descr=""/>
          <p:cNvGrpSpPr/>
          <p:nvPr/>
        </p:nvGrpSpPr>
        <p:grpSpPr>
          <a:xfrm>
            <a:off x="10104184" y="7374916"/>
            <a:ext cx="764540" cy="2737485"/>
            <a:chOff x="10104184" y="7374916"/>
            <a:chExt cx="764540" cy="2737485"/>
          </a:xfrm>
        </p:grpSpPr>
        <p:sp>
          <p:nvSpPr>
            <p:cNvPr id="3624" name="object 3624" descr=""/>
            <p:cNvSpPr/>
            <p:nvPr/>
          </p:nvSpPr>
          <p:spPr>
            <a:xfrm>
              <a:off x="10600504" y="7406098"/>
              <a:ext cx="204470" cy="276860"/>
            </a:xfrm>
            <a:custGeom>
              <a:avLst/>
              <a:gdLst/>
              <a:ahLst/>
              <a:cxnLst/>
              <a:rect l="l" t="t" r="r" b="b"/>
              <a:pathLst>
                <a:path w="204470" h="276859">
                  <a:moveTo>
                    <a:pt x="204046" y="0"/>
                  </a:moveTo>
                  <a:lnTo>
                    <a:pt x="0" y="0"/>
                  </a:lnTo>
                  <a:lnTo>
                    <a:pt x="0" y="276735"/>
                  </a:lnTo>
                  <a:lnTo>
                    <a:pt x="204046" y="276735"/>
                  </a:lnTo>
                  <a:lnTo>
                    <a:pt x="204046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25" name="object 3625" descr=""/>
            <p:cNvSpPr/>
            <p:nvPr/>
          </p:nvSpPr>
          <p:spPr>
            <a:xfrm>
              <a:off x="10109420" y="7380151"/>
              <a:ext cx="754380" cy="2727325"/>
            </a:xfrm>
            <a:custGeom>
              <a:avLst/>
              <a:gdLst/>
              <a:ahLst/>
              <a:cxnLst/>
              <a:rect l="l" t="t" r="r" b="b"/>
              <a:pathLst>
                <a:path w="754379" h="2727325">
                  <a:moveTo>
                    <a:pt x="753935" y="0"/>
                  </a:moveTo>
                  <a:lnTo>
                    <a:pt x="387338" y="0"/>
                  </a:lnTo>
                  <a:lnTo>
                    <a:pt x="163408" y="27182"/>
                  </a:lnTo>
                  <a:lnTo>
                    <a:pt x="48417" y="93147"/>
                  </a:lnTo>
                  <a:lnTo>
                    <a:pt x="6052" y="249107"/>
                  </a:lnTo>
                  <a:lnTo>
                    <a:pt x="0" y="546276"/>
                  </a:lnTo>
                  <a:lnTo>
                    <a:pt x="0" y="2726985"/>
                  </a:lnTo>
                  <a:lnTo>
                    <a:pt x="103756" y="2726985"/>
                  </a:lnTo>
                  <a:lnTo>
                    <a:pt x="103756" y="546276"/>
                  </a:lnTo>
                  <a:lnTo>
                    <a:pt x="151960" y="465559"/>
                  </a:lnTo>
                  <a:lnTo>
                    <a:pt x="197568" y="419434"/>
                  </a:lnTo>
                  <a:lnTo>
                    <a:pt x="267166" y="390607"/>
                  </a:lnTo>
                  <a:lnTo>
                    <a:pt x="387338" y="361779"/>
                  </a:lnTo>
                  <a:lnTo>
                    <a:pt x="491084" y="361779"/>
                  </a:lnTo>
                  <a:lnTo>
                    <a:pt x="491084" y="328618"/>
                  </a:lnTo>
                  <a:lnTo>
                    <a:pt x="753935" y="328618"/>
                  </a:lnTo>
                  <a:lnTo>
                    <a:pt x="753935" y="302681"/>
                  </a:lnTo>
                  <a:lnTo>
                    <a:pt x="491084" y="302681"/>
                  </a:lnTo>
                  <a:lnTo>
                    <a:pt x="491084" y="25946"/>
                  </a:lnTo>
                  <a:lnTo>
                    <a:pt x="753935" y="25946"/>
                  </a:lnTo>
                  <a:lnTo>
                    <a:pt x="753935" y="0"/>
                  </a:lnTo>
                  <a:close/>
                </a:path>
                <a:path w="754379" h="2727325">
                  <a:moveTo>
                    <a:pt x="491084" y="361779"/>
                  </a:moveTo>
                  <a:lnTo>
                    <a:pt x="387338" y="361779"/>
                  </a:lnTo>
                  <a:lnTo>
                    <a:pt x="387338" y="2726985"/>
                  </a:lnTo>
                  <a:lnTo>
                    <a:pt x="491084" y="2726985"/>
                  </a:lnTo>
                  <a:lnTo>
                    <a:pt x="491084" y="361779"/>
                  </a:lnTo>
                  <a:close/>
                </a:path>
                <a:path w="754379" h="2727325">
                  <a:moveTo>
                    <a:pt x="753935" y="328618"/>
                  </a:moveTo>
                  <a:lnTo>
                    <a:pt x="695130" y="328618"/>
                  </a:lnTo>
                  <a:lnTo>
                    <a:pt x="695130" y="2726985"/>
                  </a:lnTo>
                  <a:lnTo>
                    <a:pt x="753935" y="2726985"/>
                  </a:lnTo>
                  <a:lnTo>
                    <a:pt x="753935" y="328618"/>
                  </a:lnTo>
                  <a:close/>
                </a:path>
                <a:path w="754379" h="2727325">
                  <a:moveTo>
                    <a:pt x="753935" y="25946"/>
                  </a:moveTo>
                  <a:lnTo>
                    <a:pt x="695130" y="25946"/>
                  </a:lnTo>
                  <a:lnTo>
                    <a:pt x="695130" y="302681"/>
                  </a:lnTo>
                  <a:lnTo>
                    <a:pt x="753935" y="302681"/>
                  </a:lnTo>
                  <a:lnTo>
                    <a:pt x="753935" y="2594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6" name="object 3626" descr=""/>
            <p:cNvSpPr/>
            <p:nvPr/>
          </p:nvSpPr>
          <p:spPr>
            <a:xfrm>
              <a:off x="10109420" y="7380151"/>
              <a:ext cx="754380" cy="2727325"/>
            </a:xfrm>
            <a:custGeom>
              <a:avLst/>
              <a:gdLst/>
              <a:ahLst/>
              <a:cxnLst/>
              <a:rect l="l" t="t" r="r" b="b"/>
              <a:pathLst>
                <a:path w="754379" h="2727325">
                  <a:moveTo>
                    <a:pt x="695130" y="302681"/>
                  </a:moveTo>
                  <a:lnTo>
                    <a:pt x="491084" y="302681"/>
                  </a:lnTo>
                  <a:lnTo>
                    <a:pt x="491084" y="25946"/>
                  </a:lnTo>
                  <a:lnTo>
                    <a:pt x="695130" y="25946"/>
                  </a:lnTo>
                  <a:lnTo>
                    <a:pt x="695130" y="302681"/>
                  </a:lnTo>
                  <a:close/>
                </a:path>
                <a:path w="754379" h="2727325">
                  <a:moveTo>
                    <a:pt x="695130" y="0"/>
                  </a:moveTo>
                  <a:lnTo>
                    <a:pt x="491084" y="0"/>
                  </a:lnTo>
                  <a:lnTo>
                    <a:pt x="387338" y="0"/>
                  </a:lnTo>
                  <a:lnTo>
                    <a:pt x="163408" y="27182"/>
                  </a:lnTo>
                  <a:lnTo>
                    <a:pt x="48417" y="93147"/>
                  </a:lnTo>
                  <a:lnTo>
                    <a:pt x="6052" y="249107"/>
                  </a:lnTo>
                  <a:lnTo>
                    <a:pt x="0" y="546276"/>
                  </a:lnTo>
                  <a:lnTo>
                    <a:pt x="0" y="2726985"/>
                  </a:lnTo>
                  <a:lnTo>
                    <a:pt x="103756" y="2726985"/>
                  </a:lnTo>
                  <a:lnTo>
                    <a:pt x="103756" y="546276"/>
                  </a:lnTo>
                  <a:lnTo>
                    <a:pt x="151960" y="465559"/>
                  </a:lnTo>
                  <a:lnTo>
                    <a:pt x="197568" y="419434"/>
                  </a:lnTo>
                  <a:lnTo>
                    <a:pt x="267166" y="390607"/>
                  </a:lnTo>
                  <a:lnTo>
                    <a:pt x="387338" y="361779"/>
                  </a:lnTo>
                  <a:lnTo>
                    <a:pt x="387338" y="2726985"/>
                  </a:lnTo>
                  <a:lnTo>
                    <a:pt x="491084" y="2726985"/>
                  </a:lnTo>
                  <a:lnTo>
                    <a:pt x="491084" y="328618"/>
                  </a:lnTo>
                  <a:lnTo>
                    <a:pt x="695130" y="328618"/>
                  </a:lnTo>
                  <a:lnTo>
                    <a:pt x="695130" y="2726985"/>
                  </a:lnTo>
                  <a:lnTo>
                    <a:pt x="753935" y="2726985"/>
                  </a:lnTo>
                  <a:lnTo>
                    <a:pt x="753935" y="0"/>
                  </a:lnTo>
                  <a:lnTo>
                    <a:pt x="69513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627" name="object 3627" descr=""/>
          <p:cNvGrpSpPr/>
          <p:nvPr/>
        </p:nvGrpSpPr>
        <p:grpSpPr>
          <a:xfrm>
            <a:off x="10850567" y="6996240"/>
            <a:ext cx="930910" cy="3116580"/>
            <a:chOff x="10850567" y="6996240"/>
            <a:chExt cx="930910" cy="3116580"/>
          </a:xfrm>
        </p:grpSpPr>
        <p:sp>
          <p:nvSpPr>
            <p:cNvPr id="3628" name="object 3628" descr=""/>
            <p:cNvSpPr/>
            <p:nvPr/>
          </p:nvSpPr>
          <p:spPr>
            <a:xfrm>
              <a:off x="11027064" y="7060499"/>
              <a:ext cx="749300" cy="3046730"/>
            </a:xfrm>
            <a:custGeom>
              <a:avLst/>
              <a:gdLst/>
              <a:ahLst/>
              <a:cxnLst/>
              <a:rect l="l" t="t" r="r" b="b"/>
              <a:pathLst>
                <a:path w="749300" h="3046729">
                  <a:moveTo>
                    <a:pt x="609677" y="0"/>
                  </a:moveTo>
                  <a:lnTo>
                    <a:pt x="0" y="92258"/>
                  </a:lnTo>
                  <a:lnTo>
                    <a:pt x="0" y="3046629"/>
                  </a:lnTo>
                  <a:lnTo>
                    <a:pt x="739328" y="3046629"/>
                  </a:lnTo>
                  <a:lnTo>
                    <a:pt x="746478" y="1978330"/>
                  </a:lnTo>
                  <a:lnTo>
                    <a:pt x="748862" y="1392253"/>
                  </a:lnTo>
                  <a:lnTo>
                    <a:pt x="746478" y="1081417"/>
                  </a:lnTo>
                  <a:lnTo>
                    <a:pt x="739328" y="838843"/>
                  </a:lnTo>
                  <a:lnTo>
                    <a:pt x="719126" y="595880"/>
                  </a:lnTo>
                  <a:lnTo>
                    <a:pt x="687075" y="422029"/>
                  </a:lnTo>
                  <a:lnTo>
                    <a:pt x="657408" y="317536"/>
                  </a:lnTo>
                  <a:lnTo>
                    <a:pt x="644357" y="282651"/>
                  </a:lnTo>
                  <a:lnTo>
                    <a:pt x="6096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9" name="object 3629" descr=""/>
            <p:cNvSpPr/>
            <p:nvPr/>
          </p:nvSpPr>
          <p:spPr>
            <a:xfrm>
              <a:off x="11027064" y="7060499"/>
              <a:ext cx="749300" cy="3046730"/>
            </a:xfrm>
            <a:custGeom>
              <a:avLst/>
              <a:gdLst/>
              <a:ahLst/>
              <a:cxnLst/>
              <a:rect l="l" t="t" r="r" b="b"/>
              <a:pathLst>
                <a:path w="749300" h="3046729">
                  <a:moveTo>
                    <a:pt x="739328" y="838843"/>
                  </a:moveTo>
                  <a:lnTo>
                    <a:pt x="719126" y="595880"/>
                  </a:lnTo>
                  <a:lnTo>
                    <a:pt x="687075" y="422029"/>
                  </a:lnTo>
                  <a:lnTo>
                    <a:pt x="657408" y="317536"/>
                  </a:lnTo>
                  <a:lnTo>
                    <a:pt x="644357" y="282651"/>
                  </a:lnTo>
                  <a:lnTo>
                    <a:pt x="609677" y="0"/>
                  </a:lnTo>
                  <a:lnTo>
                    <a:pt x="0" y="92258"/>
                  </a:lnTo>
                  <a:lnTo>
                    <a:pt x="0" y="282651"/>
                  </a:lnTo>
                  <a:lnTo>
                    <a:pt x="0" y="308074"/>
                  </a:lnTo>
                  <a:lnTo>
                    <a:pt x="0" y="3046629"/>
                  </a:lnTo>
                  <a:lnTo>
                    <a:pt x="739328" y="3046629"/>
                  </a:lnTo>
                  <a:lnTo>
                    <a:pt x="746478" y="1978330"/>
                  </a:lnTo>
                  <a:lnTo>
                    <a:pt x="748862" y="1392253"/>
                  </a:lnTo>
                  <a:lnTo>
                    <a:pt x="746478" y="1081417"/>
                  </a:lnTo>
                  <a:lnTo>
                    <a:pt x="739328" y="83884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30" name="object 3630" descr=""/>
            <p:cNvSpPr/>
            <p:nvPr/>
          </p:nvSpPr>
          <p:spPr>
            <a:xfrm>
              <a:off x="11027055" y="9683514"/>
              <a:ext cx="739775" cy="424180"/>
            </a:xfrm>
            <a:custGeom>
              <a:avLst/>
              <a:gdLst/>
              <a:ahLst/>
              <a:cxnLst/>
              <a:rect l="l" t="t" r="r" b="b"/>
              <a:pathLst>
                <a:path w="739775" h="424179">
                  <a:moveTo>
                    <a:pt x="739330" y="213360"/>
                  </a:moveTo>
                  <a:lnTo>
                    <a:pt x="709663" y="213360"/>
                  </a:lnTo>
                  <a:lnTo>
                    <a:pt x="709663" y="0"/>
                  </a:lnTo>
                  <a:lnTo>
                    <a:pt x="684212" y="0"/>
                  </a:lnTo>
                  <a:lnTo>
                    <a:pt x="684212" y="213360"/>
                  </a:lnTo>
                  <a:lnTo>
                    <a:pt x="611898" y="213360"/>
                  </a:lnTo>
                  <a:lnTo>
                    <a:pt x="611898" y="0"/>
                  </a:lnTo>
                  <a:lnTo>
                    <a:pt x="586473" y="0"/>
                  </a:lnTo>
                  <a:lnTo>
                    <a:pt x="586473" y="213360"/>
                  </a:lnTo>
                  <a:lnTo>
                    <a:pt x="514172" y="213360"/>
                  </a:lnTo>
                  <a:lnTo>
                    <a:pt x="514172" y="0"/>
                  </a:lnTo>
                  <a:lnTo>
                    <a:pt x="488734" y="0"/>
                  </a:lnTo>
                  <a:lnTo>
                    <a:pt x="488734" y="213360"/>
                  </a:lnTo>
                  <a:lnTo>
                    <a:pt x="416420" y="213360"/>
                  </a:lnTo>
                  <a:lnTo>
                    <a:pt x="416420" y="0"/>
                  </a:lnTo>
                  <a:lnTo>
                    <a:pt x="390982" y="0"/>
                  </a:lnTo>
                  <a:lnTo>
                    <a:pt x="390982" y="213360"/>
                  </a:lnTo>
                  <a:lnTo>
                    <a:pt x="0" y="213360"/>
                  </a:lnTo>
                  <a:lnTo>
                    <a:pt x="0" y="424180"/>
                  </a:lnTo>
                  <a:lnTo>
                    <a:pt x="739330" y="424180"/>
                  </a:lnTo>
                  <a:lnTo>
                    <a:pt x="739330" y="21336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1" name="object 3631" descr=""/>
            <p:cNvSpPr/>
            <p:nvPr/>
          </p:nvSpPr>
          <p:spPr>
            <a:xfrm>
              <a:off x="11027066" y="9683206"/>
              <a:ext cx="739775" cy="424180"/>
            </a:xfrm>
            <a:custGeom>
              <a:avLst/>
              <a:gdLst/>
              <a:ahLst/>
              <a:cxnLst/>
              <a:rect l="l" t="t" r="r" b="b"/>
              <a:pathLst>
                <a:path w="739775" h="424179">
                  <a:moveTo>
                    <a:pt x="709653" y="213658"/>
                  </a:moveTo>
                  <a:lnTo>
                    <a:pt x="709653" y="0"/>
                  </a:lnTo>
                  <a:lnTo>
                    <a:pt x="684209" y="0"/>
                  </a:lnTo>
                  <a:lnTo>
                    <a:pt x="684209" y="213658"/>
                  </a:lnTo>
                  <a:lnTo>
                    <a:pt x="611897" y="213658"/>
                  </a:lnTo>
                  <a:lnTo>
                    <a:pt x="611897" y="0"/>
                  </a:lnTo>
                  <a:lnTo>
                    <a:pt x="586463" y="0"/>
                  </a:lnTo>
                  <a:lnTo>
                    <a:pt x="586463" y="213658"/>
                  </a:lnTo>
                  <a:lnTo>
                    <a:pt x="514162" y="213658"/>
                  </a:lnTo>
                  <a:lnTo>
                    <a:pt x="514162" y="0"/>
                  </a:lnTo>
                  <a:lnTo>
                    <a:pt x="488728" y="0"/>
                  </a:lnTo>
                  <a:lnTo>
                    <a:pt x="488728" y="213658"/>
                  </a:lnTo>
                  <a:lnTo>
                    <a:pt x="416416" y="213658"/>
                  </a:lnTo>
                  <a:lnTo>
                    <a:pt x="416416" y="0"/>
                  </a:lnTo>
                  <a:lnTo>
                    <a:pt x="390982" y="0"/>
                  </a:lnTo>
                  <a:lnTo>
                    <a:pt x="390982" y="213658"/>
                  </a:lnTo>
                  <a:lnTo>
                    <a:pt x="318670" y="213658"/>
                  </a:lnTo>
                  <a:lnTo>
                    <a:pt x="318670" y="0"/>
                  </a:lnTo>
                  <a:lnTo>
                    <a:pt x="293226" y="0"/>
                  </a:lnTo>
                  <a:lnTo>
                    <a:pt x="293226" y="213658"/>
                  </a:lnTo>
                  <a:lnTo>
                    <a:pt x="220914" y="213658"/>
                  </a:lnTo>
                  <a:lnTo>
                    <a:pt x="220914" y="0"/>
                  </a:lnTo>
                  <a:lnTo>
                    <a:pt x="195480" y="0"/>
                  </a:lnTo>
                  <a:lnTo>
                    <a:pt x="195480" y="213658"/>
                  </a:lnTo>
                  <a:lnTo>
                    <a:pt x="123179" y="213658"/>
                  </a:lnTo>
                  <a:lnTo>
                    <a:pt x="123179" y="0"/>
                  </a:lnTo>
                  <a:lnTo>
                    <a:pt x="97745" y="0"/>
                  </a:lnTo>
                  <a:lnTo>
                    <a:pt x="97745" y="213658"/>
                  </a:lnTo>
                  <a:lnTo>
                    <a:pt x="25433" y="213658"/>
                  </a:lnTo>
                  <a:lnTo>
                    <a:pt x="25433" y="0"/>
                  </a:lnTo>
                  <a:lnTo>
                    <a:pt x="0" y="0"/>
                  </a:lnTo>
                  <a:lnTo>
                    <a:pt x="0" y="213658"/>
                  </a:lnTo>
                  <a:lnTo>
                    <a:pt x="0" y="423924"/>
                  </a:lnTo>
                  <a:lnTo>
                    <a:pt x="739328" y="423924"/>
                  </a:lnTo>
                  <a:lnTo>
                    <a:pt x="739328" y="213658"/>
                  </a:lnTo>
                  <a:lnTo>
                    <a:pt x="709653" y="21365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32" name="object 3632" descr=""/>
            <p:cNvSpPr/>
            <p:nvPr/>
          </p:nvSpPr>
          <p:spPr>
            <a:xfrm>
              <a:off x="10934640" y="7139656"/>
              <a:ext cx="92710" cy="2967990"/>
            </a:xfrm>
            <a:custGeom>
              <a:avLst/>
              <a:gdLst/>
              <a:ahLst/>
              <a:cxnLst/>
              <a:rect l="l" t="t" r="r" b="b"/>
              <a:pathLst>
                <a:path w="92709" h="2967990">
                  <a:moveTo>
                    <a:pt x="0" y="0"/>
                  </a:moveTo>
                  <a:lnTo>
                    <a:pt x="92426" y="0"/>
                  </a:lnTo>
                  <a:lnTo>
                    <a:pt x="92426" y="2967480"/>
                  </a:lnTo>
                  <a:lnTo>
                    <a:pt x="0" y="2967480"/>
                  </a:lnTo>
                  <a:lnTo>
                    <a:pt x="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33" name="object 3633" descr=""/>
            <p:cNvSpPr/>
            <p:nvPr/>
          </p:nvSpPr>
          <p:spPr>
            <a:xfrm>
              <a:off x="11027067" y="8665798"/>
              <a:ext cx="131445" cy="26034"/>
            </a:xfrm>
            <a:custGeom>
              <a:avLst/>
              <a:gdLst/>
              <a:ahLst/>
              <a:cxnLst/>
              <a:rect l="l" t="t" r="r" b="b"/>
              <a:pathLst>
                <a:path w="131445" h="26034">
                  <a:moveTo>
                    <a:pt x="131399" y="0"/>
                  </a:moveTo>
                  <a:lnTo>
                    <a:pt x="0" y="0"/>
                  </a:lnTo>
                  <a:lnTo>
                    <a:pt x="0" y="25412"/>
                  </a:lnTo>
                  <a:lnTo>
                    <a:pt x="131399" y="25412"/>
                  </a:lnTo>
                  <a:lnTo>
                    <a:pt x="1313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4" name="object 3634" descr=""/>
            <p:cNvSpPr/>
            <p:nvPr/>
          </p:nvSpPr>
          <p:spPr>
            <a:xfrm>
              <a:off x="11027067" y="8665798"/>
              <a:ext cx="131445" cy="26034"/>
            </a:xfrm>
            <a:custGeom>
              <a:avLst/>
              <a:gdLst/>
              <a:ahLst/>
              <a:cxnLst/>
              <a:rect l="l" t="t" r="r" b="b"/>
              <a:pathLst>
                <a:path w="131445" h="26034">
                  <a:moveTo>
                    <a:pt x="131399" y="25412"/>
                  </a:moveTo>
                  <a:lnTo>
                    <a:pt x="0" y="25412"/>
                  </a:lnTo>
                  <a:lnTo>
                    <a:pt x="0" y="0"/>
                  </a:lnTo>
                  <a:lnTo>
                    <a:pt x="131399" y="0"/>
                  </a:lnTo>
                  <a:lnTo>
                    <a:pt x="131399" y="2541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35" name="object 3635" descr=""/>
            <p:cNvSpPr/>
            <p:nvPr/>
          </p:nvSpPr>
          <p:spPr>
            <a:xfrm>
              <a:off x="11027067" y="8533530"/>
              <a:ext cx="131445" cy="26034"/>
            </a:xfrm>
            <a:custGeom>
              <a:avLst/>
              <a:gdLst/>
              <a:ahLst/>
              <a:cxnLst/>
              <a:rect l="l" t="t" r="r" b="b"/>
              <a:pathLst>
                <a:path w="131445" h="26034">
                  <a:moveTo>
                    <a:pt x="131399" y="0"/>
                  </a:moveTo>
                  <a:lnTo>
                    <a:pt x="0" y="0"/>
                  </a:lnTo>
                  <a:lnTo>
                    <a:pt x="0" y="25433"/>
                  </a:lnTo>
                  <a:lnTo>
                    <a:pt x="131399" y="25433"/>
                  </a:lnTo>
                  <a:lnTo>
                    <a:pt x="1313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6" name="object 3636" descr=""/>
            <p:cNvSpPr/>
            <p:nvPr/>
          </p:nvSpPr>
          <p:spPr>
            <a:xfrm>
              <a:off x="11027067" y="8533530"/>
              <a:ext cx="131445" cy="26034"/>
            </a:xfrm>
            <a:custGeom>
              <a:avLst/>
              <a:gdLst/>
              <a:ahLst/>
              <a:cxnLst/>
              <a:rect l="l" t="t" r="r" b="b"/>
              <a:pathLst>
                <a:path w="131445" h="26034">
                  <a:moveTo>
                    <a:pt x="131399" y="25433"/>
                  </a:moveTo>
                  <a:lnTo>
                    <a:pt x="0" y="25433"/>
                  </a:lnTo>
                  <a:lnTo>
                    <a:pt x="0" y="0"/>
                  </a:lnTo>
                  <a:lnTo>
                    <a:pt x="131399" y="0"/>
                  </a:lnTo>
                  <a:lnTo>
                    <a:pt x="131399" y="2543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37" name="object 3637" descr=""/>
            <p:cNvSpPr/>
            <p:nvPr/>
          </p:nvSpPr>
          <p:spPr>
            <a:xfrm>
              <a:off x="11027067" y="8401273"/>
              <a:ext cx="131445" cy="26034"/>
            </a:xfrm>
            <a:custGeom>
              <a:avLst/>
              <a:gdLst/>
              <a:ahLst/>
              <a:cxnLst/>
              <a:rect l="l" t="t" r="r" b="b"/>
              <a:pathLst>
                <a:path w="131445" h="26034">
                  <a:moveTo>
                    <a:pt x="131399" y="0"/>
                  </a:moveTo>
                  <a:lnTo>
                    <a:pt x="0" y="0"/>
                  </a:lnTo>
                  <a:lnTo>
                    <a:pt x="0" y="25423"/>
                  </a:lnTo>
                  <a:lnTo>
                    <a:pt x="131399" y="25423"/>
                  </a:lnTo>
                  <a:lnTo>
                    <a:pt x="1313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8" name="object 3638" descr=""/>
            <p:cNvSpPr/>
            <p:nvPr/>
          </p:nvSpPr>
          <p:spPr>
            <a:xfrm>
              <a:off x="11027067" y="8401273"/>
              <a:ext cx="131445" cy="26034"/>
            </a:xfrm>
            <a:custGeom>
              <a:avLst/>
              <a:gdLst/>
              <a:ahLst/>
              <a:cxnLst/>
              <a:rect l="l" t="t" r="r" b="b"/>
              <a:pathLst>
                <a:path w="131445" h="26034">
                  <a:moveTo>
                    <a:pt x="131399" y="25423"/>
                  </a:moveTo>
                  <a:lnTo>
                    <a:pt x="0" y="25423"/>
                  </a:lnTo>
                  <a:lnTo>
                    <a:pt x="0" y="0"/>
                  </a:lnTo>
                  <a:lnTo>
                    <a:pt x="131399" y="0"/>
                  </a:lnTo>
                  <a:lnTo>
                    <a:pt x="131399" y="2542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39" name="object 3639" descr=""/>
            <p:cNvSpPr/>
            <p:nvPr/>
          </p:nvSpPr>
          <p:spPr>
            <a:xfrm>
              <a:off x="11027067" y="8269004"/>
              <a:ext cx="131445" cy="26034"/>
            </a:xfrm>
            <a:custGeom>
              <a:avLst/>
              <a:gdLst/>
              <a:ahLst/>
              <a:cxnLst/>
              <a:rect l="l" t="t" r="r" b="b"/>
              <a:pathLst>
                <a:path w="131445" h="26034">
                  <a:moveTo>
                    <a:pt x="131399" y="0"/>
                  </a:moveTo>
                  <a:lnTo>
                    <a:pt x="0" y="0"/>
                  </a:lnTo>
                  <a:lnTo>
                    <a:pt x="0" y="25423"/>
                  </a:lnTo>
                  <a:lnTo>
                    <a:pt x="131399" y="25423"/>
                  </a:lnTo>
                  <a:lnTo>
                    <a:pt x="1313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0" name="object 3640" descr=""/>
            <p:cNvSpPr/>
            <p:nvPr/>
          </p:nvSpPr>
          <p:spPr>
            <a:xfrm>
              <a:off x="11027067" y="8269004"/>
              <a:ext cx="131445" cy="26034"/>
            </a:xfrm>
            <a:custGeom>
              <a:avLst/>
              <a:gdLst/>
              <a:ahLst/>
              <a:cxnLst/>
              <a:rect l="l" t="t" r="r" b="b"/>
              <a:pathLst>
                <a:path w="131445" h="26034">
                  <a:moveTo>
                    <a:pt x="131399" y="25423"/>
                  </a:moveTo>
                  <a:lnTo>
                    <a:pt x="0" y="25423"/>
                  </a:lnTo>
                  <a:lnTo>
                    <a:pt x="0" y="0"/>
                  </a:lnTo>
                  <a:lnTo>
                    <a:pt x="131399" y="0"/>
                  </a:lnTo>
                  <a:lnTo>
                    <a:pt x="131399" y="2542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41" name="object 3641" descr=""/>
            <p:cNvSpPr/>
            <p:nvPr/>
          </p:nvSpPr>
          <p:spPr>
            <a:xfrm>
              <a:off x="11027067" y="8136736"/>
              <a:ext cx="131445" cy="26034"/>
            </a:xfrm>
            <a:custGeom>
              <a:avLst/>
              <a:gdLst/>
              <a:ahLst/>
              <a:cxnLst/>
              <a:rect l="l" t="t" r="r" b="b"/>
              <a:pathLst>
                <a:path w="131445" h="26034">
                  <a:moveTo>
                    <a:pt x="131399" y="0"/>
                  </a:moveTo>
                  <a:lnTo>
                    <a:pt x="0" y="0"/>
                  </a:lnTo>
                  <a:lnTo>
                    <a:pt x="0" y="25423"/>
                  </a:lnTo>
                  <a:lnTo>
                    <a:pt x="131399" y="25423"/>
                  </a:lnTo>
                  <a:lnTo>
                    <a:pt x="1313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2" name="object 3642" descr=""/>
            <p:cNvSpPr/>
            <p:nvPr/>
          </p:nvSpPr>
          <p:spPr>
            <a:xfrm>
              <a:off x="11027067" y="8136736"/>
              <a:ext cx="131445" cy="26034"/>
            </a:xfrm>
            <a:custGeom>
              <a:avLst/>
              <a:gdLst/>
              <a:ahLst/>
              <a:cxnLst/>
              <a:rect l="l" t="t" r="r" b="b"/>
              <a:pathLst>
                <a:path w="131445" h="26034">
                  <a:moveTo>
                    <a:pt x="131399" y="25423"/>
                  </a:moveTo>
                  <a:lnTo>
                    <a:pt x="0" y="25423"/>
                  </a:lnTo>
                  <a:lnTo>
                    <a:pt x="0" y="0"/>
                  </a:lnTo>
                  <a:lnTo>
                    <a:pt x="131399" y="0"/>
                  </a:lnTo>
                  <a:lnTo>
                    <a:pt x="131399" y="2542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43" name="object 3643" descr=""/>
            <p:cNvSpPr/>
            <p:nvPr/>
          </p:nvSpPr>
          <p:spPr>
            <a:xfrm>
              <a:off x="11027067" y="8004468"/>
              <a:ext cx="131445" cy="26034"/>
            </a:xfrm>
            <a:custGeom>
              <a:avLst/>
              <a:gdLst/>
              <a:ahLst/>
              <a:cxnLst/>
              <a:rect l="l" t="t" r="r" b="b"/>
              <a:pathLst>
                <a:path w="131445" h="26034">
                  <a:moveTo>
                    <a:pt x="131399" y="0"/>
                  </a:moveTo>
                  <a:lnTo>
                    <a:pt x="0" y="0"/>
                  </a:lnTo>
                  <a:lnTo>
                    <a:pt x="0" y="25423"/>
                  </a:lnTo>
                  <a:lnTo>
                    <a:pt x="131399" y="25423"/>
                  </a:lnTo>
                  <a:lnTo>
                    <a:pt x="1313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4" name="object 3644" descr=""/>
            <p:cNvSpPr/>
            <p:nvPr/>
          </p:nvSpPr>
          <p:spPr>
            <a:xfrm>
              <a:off x="11027067" y="8004468"/>
              <a:ext cx="131445" cy="26034"/>
            </a:xfrm>
            <a:custGeom>
              <a:avLst/>
              <a:gdLst/>
              <a:ahLst/>
              <a:cxnLst/>
              <a:rect l="l" t="t" r="r" b="b"/>
              <a:pathLst>
                <a:path w="131445" h="26034">
                  <a:moveTo>
                    <a:pt x="131399" y="25423"/>
                  </a:moveTo>
                  <a:lnTo>
                    <a:pt x="0" y="25423"/>
                  </a:lnTo>
                  <a:lnTo>
                    <a:pt x="0" y="0"/>
                  </a:lnTo>
                  <a:lnTo>
                    <a:pt x="131399" y="0"/>
                  </a:lnTo>
                  <a:lnTo>
                    <a:pt x="131399" y="2542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45" name="object 3645" descr=""/>
            <p:cNvSpPr/>
            <p:nvPr/>
          </p:nvSpPr>
          <p:spPr>
            <a:xfrm>
              <a:off x="11027067" y="7872200"/>
              <a:ext cx="131445" cy="26034"/>
            </a:xfrm>
            <a:custGeom>
              <a:avLst/>
              <a:gdLst/>
              <a:ahLst/>
              <a:cxnLst/>
              <a:rect l="l" t="t" r="r" b="b"/>
              <a:pathLst>
                <a:path w="131445" h="26034">
                  <a:moveTo>
                    <a:pt x="131399" y="0"/>
                  </a:moveTo>
                  <a:lnTo>
                    <a:pt x="0" y="0"/>
                  </a:lnTo>
                  <a:lnTo>
                    <a:pt x="0" y="25433"/>
                  </a:lnTo>
                  <a:lnTo>
                    <a:pt x="131399" y="25433"/>
                  </a:lnTo>
                  <a:lnTo>
                    <a:pt x="1313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6" name="object 3646" descr=""/>
            <p:cNvSpPr/>
            <p:nvPr/>
          </p:nvSpPr>
          <p:spPr>
            <a:xfrm>
              <a:off x="11027067" y="7872200"/>
              <a:ext cx="131445" cy="26034"/>
            </a:xfrm>
            <a:custGeom>
              <a:avLst/>
              <a:gdLst/>
              <a:ahLst/>
              <a:cxnLst/>
              <a:rect l="l" t="t" r="r" b="b"/>
              <a:pathLst>
                <a:path w="131445" h="26034">
                  <a:moveTo>
                    <a:pt x="131399" y="25433"/>
                  </a:moveTo>
                  <a:lnTo>
                    <a:pt x="0" y="25433"/>
                  </a:lnTo>
                  <a:lnTo>
                    <a:pt x="0" y="0"/>
                  </a:lnTo>
                  <a:lnTo>
                    <a:pt x="131399" y="0"/>
                  </a:lnTo>
                  <a:lnTo>
                    <a:pt x="131399" y="2543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47" name="object 3647" descr=""/>
            <p:cNvSpPr/>
            <p:nvPr/>
          </p:nvSpPr>
          <p:spPr>
            <a:xfrm>
              <a:off x="11027067" y="7739942"/>
              <a:ext cx="131445" cy="26034"/>
            </a:xfrm>
            <a:custGeom>
              <a:avLst/>
              <a:gdLst/>
              <a:ahLst/>
              <a:cxnLst/>
              <a:rect l="l" t="t" r="r" b="b"/>
              <a:pathLst>
                <a:path w="131445" h="26034">
                  <a:moveTo>
                    <a:pt x="131399" y="0"/>
                  </a:moveTo>
                  <a:lnTo>
                    <a:pt x="0" y="0"/>
                  </a:lnTo>
                  <a:lnTo>
                    <a:pt x="0" y="25423"/>
                  </a:lnTo>
                  <a:lnTo>
                    <a:pt x="131399" y="25423"/>
                  </a:lnTo>
                  <a:lnTo>
                    <a:pt x="1313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8" name="object 3648" descr=""/>
            <p:cNvSpPr/>
            <p:nvPr/>
          </p:nvSpPr>
          <p:spPr>
            <a:xfrm>
              <a:off x="11027067" y="7739942"/>
              <a:ext cx="131445" cy="26034"/>
            </a:xfrm>
            <a:custGeom>
              <a:avLst/>
              <a:gdLst/>
              <a:ahLst/>
              <a:cxnLst/>
              <a:rect l="l" t="t" r="r" b="b"/>
              <a:pathLst>
                <a:path w="131445" h="26034">
                  <a:moveTo>
                    <a:pt x="131399" y="25423"/>
                  </a:moveTo>
                  <a:lnTo>
                    <a:pt x="0" y="25423"/>
                  </a:lnTo>
                  <a:lnTo>
                    <a:pt x="0" y="0"/>
                  </a:lnTo>
                  <a:lnTo>
                    <a:pt x="131399" y="0"/>
                  </a:lnTo>
                  <a:lnTo>
                    <a:pt x="131399" y="2542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49" name="object 3649" descr=""/>
            <p:cNvSpPr/>
            <p:nvPr/>
          </p:nvSpPr>
          <p:spPr>
            <a:xfrm>
              <a:off x="11027067" y="7607674"/>
              <a:ext cx="131445" cy="26034"/>
            </a:xfrm>
            <a:custGeom>
              <a:avLst/>
              <a:gdLst/>
              <a:ahLst/>
              <a:cxnLst/>
              <a:rect l="l" t="t" r="r" b="b"/>
              <a:pathLst>
                <a:path w="131445" h="26034">
                  <a:moveTo>
                    <a:pt x="131399" y="0"/>
                  </a:moveTo>
                  <a:lnTo>
                    <a:pt x="0" y="0"/>
                  </a:lnTo>
                  <a:lnTo>
                    <a:pt x="0" y="25433"/>
                  </a:lnTo>
                  <a:lnTo>
                    <a:pt x="131399" y="25433"/>
                  </a:lnTo>
                  <a:lnTo>
                    <a:pt x="1313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0" name="object 3650" descr=""/>
            <p:cNvSpPr/>
            <p:nvPr/>
          </p:nvSpPr>
          <p:spPr>
            <a:xfrm>
              <a:off x="11027067" y="7607674"/>
              <a:ext cx="131445" cy="26034"/>
            </a:xfrm>
            <a:custGeom>
              <a:avLst/>
              <a:gdLst/>
              <a:ahLst/>
              <a:cxnLst/>
              <a:rect l="l" t="t" r="r" b="b"/>
              <a:pathLst>
                <a:path w="131445" h="26034">
                  <a:moveTo>
                    <a:pt x="131399" y="25433"/>
                  </a:moveTo>
                  <a:lnTo>
                    <a:pt x="0" y="25433"/>
                  </a:lnTo>
                  <a:lnTo>
                    <a:pt x="0" y="0"/>
                  </a:lnTo>
                  <a:lnTo>
                    <a:pt x="131399" y="0"/>
                  </a:lnTo>
                  <a:lnTo>
                    <a:pt x="131399" y="2543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51" name="object 3651" descr=""/>
            <p:cNvSpPr/>
            <p:nvPr/>
          </p:nvSpPr>
          <p:spPr>
            <a:xfrm>
              <a:off x="11027067" y="7475416"/>
              <a:ext cx="131445" cy="26034"/>
            </a:xfrm>
            <a:custGeom>
              <a:avLst/>
              <a:gdLst/>
              <a:ahLst/>
              <a:cxnLst/>
              <a:rect l="l" t="t" r="r" b="b"/>
              <a:pathLst>
                <a:path w="131445" h="26034">
                  <a:moveTo>
                    <a:pt x="131399" y="0"/>
                  </a:moveTo>
                  <a:lnTo>
                    <a:pt x="0" y="0"/>
                  </a:lnTo>
                  <a:lnTo>
                    <a:pt x="0" y="25423"/>
                  </a:lnTo>
                  <a:lnTo>
                    <a:pt x="131399" y="25423"/>
                  </a:lnTo>
                  <a:lnTo>
                    <a:pt x="1313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2" name="object 3652" descr=""/>
            <p:cNvSpPr/>
            <p:nvPr/>
          </p:nvSpPr>
          <p:spPr>
            <a:xfrm>
              <a:off x="11027067" y="7475416"/>
              <a:ext cx="131445" cy="26034"/>
            </a:xfrm>
            <a:custGeom>
              <a:avLst/>
              <a:gdLst/>
              <a:ahLst/>
              <a:cxnLst/>
              <a:rect l="l" t="t" r="r" b="b"/>
              <a:pathLst>
                <a:path w="131445" h="26034">
                  <a:moveTo>
                    <a:pt x="131399" y="25423"/>
                  </a:moveTo>
                  <a:lnTo>
                    <a:pt x="0" y="25423"/>
                  </a:lnTo>
                  <a:lnTo>
                    <a:pt x="0" y="0"/>
                  </a:lnTo>
                  <a:lnTo>
                    <a:pt x="131399" y="0"/>
                  </a:lnTo>
                  <a:lnTo>
                    <a:pt x="131399" y="2542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53" name="object 3653" descr=""/>
            <p:cNvSpPr/>
            <p:nvPr/>
          </p:nvSpPr>
          <p:spPr>
            <a:xfrm>
              <a:off x="11027067" y="7343148"/>
              <a:ext cx="131445" cy="26034"/>
            </a:xfrm>
            <a:custGeom>
              <a:avLst/>
              <a:gdLst/>
              <a:ahLst/>
              <a:cxnLst/>
              <a:rect l="l" t="t" r="r" b="b"/>
              <a:pathLst>
                <a:path w="131445" h="26034">
                  <a:moveTo>
                    <a:pt x="131399" y="0"/>
                  </a:moveTo>
                  <a:lnTo>
                    <a:pt x="0" y="0"/>
                  </a:lnTo>
                  <a:lnTo>
                    <a:pt x="0" y="25433"/>
                  </a:lnTo>
                  <a:lnTo>
                    <a:pt x="131399" y="25433"/>
                  </a:lnTo>
                  <a:lnTo>
                    <a:pt x="1313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4" name="object 3654" descr=""/>
            <p:cNvSpPr/>
            <p:nvPr/>
          </p:nvSpPr>
          <p:spPr>
            <a:xfrm>
              <a:off x="11027067" y="7343148"/>
              <a:ext cx="131445" cy="26034"/>
            </a:xfrm>
            <a:custGeom>
              <a:avLst/>
              <a:gdLst/>
              <a:ahLst/>
              <a:cxnLst/>
              <a:rect l="l" t="t" r="r" b="b"/>
              <a:pathLst>
                <a:path w="131445" h="26034">
                  <a:moveTo>
                    <a:pt x="131399" y="25433"/>
                  </a:moveTo>
                  <a:lnTo>
                    <a:pt x="0" y="25433"/>
                  </a:lnTo>
                  <a:lnTo>
                    <a:pt x="0" y="0"/>
                  </a:lnTo>
                  <a:lnTo>
                    <a:pt x="131399" y="0"/>
                  </a:lnTo>
                  <a:lnTo>
                    <a:pt x="131399" y="2543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55" name="object 3655" descr=""/>
            <p:cNvSpPr/>
            <p:nvPr/>
          </p:nvSpPr>
          <p:spPr>
            <a:xfrm>
              <a:off x="11039768" y="7327054"/>
              <a:ext cx="631825" cy="16510"/>
            </a:xfrm>
            <a:custGeom>
              <a:avLst/>
              <a:gdLst/>
              <a:ahLst/>
              <a:cxnLst/>
              <a:rect l="l" t="t" r="r" b="b"/>
              <a:pathLst>
                <a:path w="631825" h="16509">
                  <a:moveTo>
                    <a:pt x="631656" y="0"/>
                  </a:moveTo>
                  <a:lnTo>
                    <a:pt x="0" y="0"/>
                  </a:lnTo>
                  <a:lnTo>
                    <a:pt x="0" y="16093"/>
                  </a:lnTo>
                  <a:lnTo>
                    <a:pt x="631656" y="16093"/>
                  </a:lnTo>
                  <a:lnTo>
                    <a:pt x="6316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6" name="object 3656" descr=""/>
            <p:cNvSpPr/>
            <p:nvPr/>
          </p:nvSpPr>
          <p:spPr>
            <a:xfrm>
              <a:off x="11037150" y="7321819"/>
              <a:ext cx="461009" cy="21590"/>
            </a:xfrm>
            <a:custGeom>
              <a:avLst/>
              <a:gdLst/>
              <a:ahLst/>
              <a:cxnLst/>
              <a:rect l="l" t="t" r="r" b="b"/>
              <a:pathLst>
                <a:path w="461009" h="21590">
                  <a:moveTo>
                    <a:pt x="0" y="0"/>
                  </a:moveTo>
                  <a:lnTo>
                    <a:pt x="0" y="21318"/>
                  </a:lnTo>
                </a:path>
                <a:path w="461009" h="21590">
                  <a:moveTo>
                    <a:pt x="55621" y="10659"/>
                  </a:moveTo>
                  <a:lnTo>
                    <a:pt x="188402" y="10659"/>
                  </a:lnTo>
                </a:path>
                <a:path w="461009" h="21590">
                  <a:moveTo>
                    <a:pt x="276766" y="10659"/>
                  </a:moveTo>
                  <a:lnTo>
                    <a:pt x="460784" y="10659"/>
                  </a:lnTo>
                </a:path>
              </a:pathLst>
            </a:custGeom>
            <a:ln w="5235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57" name="object 3657" descr=""/>
            <p:cNvSpPr/>
            <p:nvPr/>
          </p:nvSpPr>
          <p:spPr>
            <a:xfrm>
              <a:off x="11034533" y="7339124"/>
              <a:ext cx="463550" cy="10795"/>
            </a:xfrm>
            <a:custGeom>
              <a:avLst/>
              <a:gdLst/>
              <a:ahLst/>
              <a:cxnLst/>
              <a:rect l="l" t="t" r="r" b="b"/>
              <a:pathLst>
                <a:path w="463550" h="10795">
                  <a:moveTo>
                    <a:pt x="0" y="0"/>
                  </a:moveTo>
                  <a:lnTo>
                    <a:pt x="191020" y="0"/>
                  </a:lnTo>
                </a:path>
                <a:path w="463550" h="10795">
                  <a:moveTo>
                    <a:pt x="279384" y="0"/>
                  </a:moveTo>
                  <a:lnTo>
                    <a:pt x="463402" y="0"/>
                  </a:lnTo>
                </a:path>
                <a:path w="463550" h="10795">
                  <a:moveTo>
                    <a:pt x="0" y="10659"/>
                  </a:moveTo>
                  <a:lnTo>
                    <a:pt x="191020" y="10659"/>
                  </a:lnTo>
                </a:path>
                <a:path w="463550" h="10795">
                  <a:moveTo>
                    <a:pt x="405024" y="10659"/>
                  </a:moveTo>
                  <a:lnTo>
                    <a:pt x="463402" y="10659"/>
                  </a:lnTo>
                </a:path>
              </a:pathLst>
            </a:custGeom>
            <a:ln w="8046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58" name="object 3658" descr=""/>
            <p:cNvSpPr/>
            <p:nvPr/>
          </p:nvSpPr>
          <p:spPr>
            <a:xfrm>
              <a:off x="11027067" y="7217654"/>
              <a:ext cx="131445" cy="125730"/>
            </a:xfrm>
            <a:custGeom>
              <a:avLst/>
              <a:gdLst/>
              <a:ahLst/>
              <a:cxnLst/>
              <a:rect l="l" t="t" r="r" b="b"/>
              <a:pathLst>
                <a:path w="131445" h="125729">
                  <a:moveTo>
                    <a:pt x="131399" y="0"/>
                  </a:moveTo>
                  <a:lnTo>
                    <a:pt x="0" y="0"/>
                  </a:lnTo>
                  <a:lnTo>
                    <a:pt x="0" y="125483"/>
                  </a:lnTo>
                  <a:lnTo>
                    <a:pt x="131399" y="125483"/>
                  </a:lnTo>
                  <a:lnTo>
                    <a:pt x="1313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9" name="object 3659" descr=""/>
            <p:cNvSpPr/>
            <p:nvPr/>
          </p:nvSpPr>
          <p:spPr>
            <a:xfrm>
              <a:off x="11027067" y="7217654"/>
              <a:ext cx="131445" cy="125730"/>
            </a:xfrm>
            <a:custGeom>
              <a:avLst/>
              <a:gdLst/>
              <a:ahLst/>
              <a:cxnLst/>
              <a:rect l="l" t="t" r="r" b="b"/>
              <a:pathLst>
                <a:path w="131445" h="125729">
                  <a:moveTo>
                    <a:pt x="0" y="0"/>
                  </a:moveTo>
                  <a:lnTo>
                    <a:pt x="131399" y="0"/>
                  </a:lnTo>
                  <a:lnTo>
                    <a:pt x="131399" y="125483"/>
                  </a:lnTo>
                  <a:lnTo>
                    <a:pt x="0" y="125483"/>
                  </a:lnTo>
                  <a:lnTo>
                    <a:pt x="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60" name="object 3660" descr=""/>
            <p:cNvSpPr/>
            <p:nvPr/>
          </p:nvSpPr>
          <p:spPr>
            <a:xfrm>
              <a:off x="11219510" y="7165130"/>
              <a:ext cx="314325" cy="127000"/>
            </a:xfrm>
            <a:custGeom>
              <a:avLst/>
              <a:gdLst/>
              <a:ahLst/>
              <a:cxnLst/>
              <a:rect l="l" t="t" r="r" b="b"/>
              <a:pathLst>
                <a:path w="314325" h="127000">
                  <a:moveTo>
                    <a:pt x="313702" y="20320"/>
                  </a:moveTo>
                  <a:lnTo>
                    <a:pt x="169570" y="20320"/>
                  </a:lnTo>
                  <a:lnTo>
                    <a:pt x="169570" y="0"/>
                  </a:lnTo>
                  <a:lnTo>
                    <a:pt x="0" y="0"/>
                  </a:lnTo>
                  <a:lnTo>
                    <a:pt x="0" y="20320"/>
                  </a:lnTo>
                  <a:lnTo>
                    <a:pt x="0" y="81280"/>
                  </a:lnTo>
                  <a:lnTo>
                    <a:pt x="0" y="127000"/>
                  </a:lnTo>
                  <a:lnTo>
                    <a:pt x="169570" y="127000"/>
                  </a:lnTo>
                  <a:lnTo>
                    <a:pt x="169570" y="81280"/>
                  </a:lnTo>
                  <a:lnTo>
                    <a:pt x="313702" y="81280"/>
                  </a:lnTo>
                  <a:lnTo>
                    <a:pt x="313702" y="2032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1" name="object 3661" descr=""/>
            <p:cNvSpPr/>
            <p:nvPr/>
          </p:nvSpPr>
          <p:spPr>
            <a:xfrm>
              <a:off x="11219517" y="7165098"/>
              <a:ext cx="314325" cy="127635"/>
            </a:xfrm>
            <a:custGeom>
              <a:avLst/>
              <a:gdLst/>
              <a:ahLst/>
              <a:cxnLst/>
              <a:rect l="l" t="t" r="r" b="b"/>
              <a:pathLst>
                <a:path w="314325" h="127634">
                  <a:moveTo>
                    <a:pt x="169575" y="20344"/>
                  </a:moveTo>
                  <a:lnTo>
                    <a:pt x="169575" y="0"/>
                  </a:lnTo>
                  <a:lnTo>
                    <a:pt x="0" y="0"/>
                  </a:lnTo>
                  <a:lnTo>
                    <a:pt x="0" y="127168"/>
                  </a:lnTo>
                  <a:lnTo>
                    <a:pt x="169575" y="127168"/>
                  </a:lnTo>
                  <a:lnTo>
                    <a:pt x="169575" y="81390"/>
                  </a:lnTo>
                  <a:lnTo>
                    <a:pt x="313697" y="81390"/>
                  </a:lnTo>
                  <a:lnTo>
                    <a:pt x="313697" y="20344"/>
                  </a:lnTo>
                  <a:lnTo>
                    <a:pt x="169575" y="2034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62" name="object 3662" descr=""/>
            <p:cNvSpPr/>
            <p:nvPr/>
          </p:nvSpPr>
          <p:spPr>
            <a:xfrm>
              <a:off x="10855802" y="7001475"/>
              <a:ext cx="916305" cy="176530"/>
            </a:xfrm>
            <a:custGeom>
              <a:avLst/>
              <a:gdLst/>
              <a:ahLst/>
              <a:cxnLst/>
              <a:rect l="l" t="t" r="r" b="b"/>
              <a:pathLst>
                <a:path w="916304" h="176529">
                  <a:moveTo>
                    <a:pt x="910401" y="0"/>
                  </a:moveTo>
                  <a:lnTo>
                    <a:pt x="0" y="137754"/>
                  </a:lnTo>
                  <a:lnTo>
                    <a:pt x="5821" y="176308"/>
                  </a:lnTo>
                  <a:lnTo>
                    <a:pt x="916233" y="38564"/>
                  </a:lnTo>
                  <a:lnTo>
                    <a:pt x="9104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3" name="object 3663" descr=""/>
            <p:cNvSpPr/>
            <p:nvPr/>
          </p:nvSpPr>
          <p:spPr>
            <a:xfrm>
              <a:off x="10855802" y="7001475"/>
              <a:ext cx="916305" cy="176530"/>
            </a:xfrm>
            <a:custGeom>
              <a:avLst/>
              <a:gdLst/>
              <a:ahLst/>
              <a:cxnLst/>
              <a:rect l="l" t="t" r="r" b="b"/>
              <a:pathLst>
                <a:path w="916304" h="176529">
                  <a:moveTo>
                    <a:pt x="910401" y="0"/>
                  </a:moveTo>
                  <a:lnTo>
                    <a:pt x="0" y="137754"/>
                  </a:lnTo>
                  <a:lnTo>
                    <a:pt x="5821" y="176308"/>
                  </a:lnTo>
                  <a:lnTo>
                    <a:pt x="916233" y="38564"/>
                  </a:lnTo>
                  <a:lnTo>
                    <a:pt x="910401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64" name="object 3664" descr=""/>
            <p:cNvSpPr/>
            <p:nvPr/>
          </p:nvSpPr>
          <p:spPr>
            <a:xfrm>
              <a:off x="11039768" y="7263443"/>
              <a:ext cx="53340" cy="80010"/>
            </a:xfrm>
            <a:custGeom>
              <a:avLst/>
              <a:gdLst/>
              <a:ahLst/>
              <a:cxnLst/>
              <a:rect l="l" t="t" r="r" b="b"/>
              <a:pathLst>
                <a:path w="53340" h="80009">
                  <a:moveTo>
                    <a:pt x="53003" y="0"/>
                  </a:moveTo>
                  <a:lnTo>
                    <a:pt x="0" y="0"/>
                  </a:lnTo>
                  <a:lnTo>
                    <a:pt x="0" y="79704"/>
                  </a:lnTo>
                  <a:lnTo>
                    <a:pt x="53003" y="79704"/>
                  </a:lnTo>
                  <a:lnTo>
                    <a:pt x="530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5" name="object 3665" descr=""/>
            <p:cNvSpPr/>
            <p:nvPr/>
          </p:nvSpPr>
          <p:spPr>
            <a:xfrm>
              <a:off x="11039768" y="7263443"/>
              <a:ext cx="53340" cy="80010"/>
            </a:xfrm>
            <a:custGeom>
              <a:avLst/>
              <a:gdLst/>
              <a:ahLst/>
              <a:cxnLst/>
              <a:rect l="l" t="t" r="r" b="b"/>
              <a:pathLst>
                <a:path w="53340" h="80009">
                  <a:moveTo>
                    <a:pt x="53003" y="0"/>
                  </a:moveTo>
                  <a:lnTo>
                    <a:pt x="0" y="0"/>
                  </a:lnTo>
                  <a:lnTo>
                    <a:pt x="0" y="79704"/>
                  </a:lnTo>
                  <a:lnTo>
                    <a:pt x="53003" y="79704"/>
                  </a:lnTo>
                  <a:lnTo>
                    <a:pt x="53003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66" name="object 3666" descr=""/>
            <p:cNvSpPr/>
            <p:nvPr/>
          </p:nvSpPr>
          <p:spPr>
            <a:xfrm>
              <a:off x="11027067" y="9646763"/>
              <a:ext cx="742315" cy="36830"/>
            </a:xfrm>
            <a:custGeom>
              <a:avLst/>
              <a:gdLst/>
              <a:ahLst/>
              <a:cxnLst/>
              <a:rect l="l" t="t" r="r" b="b"/>
              <a:pathLst>
                <a:path w="742315" h="36829">
                  <a:moveTo>
                    <a:pt x="741904" y="0"/>
                  </a:moveTo>
                  <a:lnTo>
                    <a:pt x="0" y="0"/>
                  </a:lnTo>
                  <a:lnTo>
                    <a:pt x="0" y="36438"/>
                  </a:lnTo>
                  <a:lnTo>
                    <a:pt x="741904" y="36438"/>
                  </a:lnTo>
                  <a:lnTo>
                    <a:pt x="7419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7" name="object 3667" descr=""/>
            <p:cNvSpPr/>
            <p:nvPr/>
          </p:nvSpPr>
          <p:spPr>
            <a:xfrm>
              <a:off x="11027067" y="9646763"/>
              <a:ext cx="742315" cy="36830"/>
            </a:xfrm>
            <a:custGeom>
              <a:avLst/>
              <a:gdLst/>
              <a:ahLst/>
              <a:cxnLst/>
              <a:rect l="l" t="t" r="r" b="b"/>
              <a:pathLst>
                <a:path w="742315" h="36829">
                  <a:moveTo>
                    <a:pt x="741904" y="0"/>
                  </a:moveTo>
                  <a:lnTo>
                    <a:pt x="0" y="0"/>
                  </a:lnTo>
                  <a:lnTo>
                    <a:pt x="0" y="36438"/>
                  </a:lnTo>
                  <a:lnTo>
                    <a:pt x="741904" y="36438"/>
                  </a:lnTo>
                  <a:lnTo>
                    <a:pt x="7419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68" name="object 3668" descr=""/>
            <p:cNvSpPr/>
            <p:nvPr/>
          </p:nvSpPr>
          <p:spPr>
            <a:xfrm>
              <a:off x="11027067" y="9555206"/>
              <a:ext cx="742315" cy="36830"/>
            </a:xfrm>
            <a:custGeom>
              <a:avLst/>
              <a:gdLst/>
              <a:ahLst/>
              <a:cxnLst/>
              <a:rect l="l" t="t" r="r" b="b"/>
              <a:pathLst>
                <a:path w="742315" h="36829">
                  <a:moveTo>
                    <a:pt x="741904" y="0"/>
                  </a:moveTo>
                  <a:lnTo>
                    <a:pt x="0" y="0"/>
                  </a:lnTo>
                  <a:lnTo>
                    <a:pt x="0" y="36438"/>
                  </a:lnTo>
                  <a:lnTo>
                    <a:pt x="741904" y="36438"/>
                  </a:lnTo>
                  <a:lnTo>
                    <a:pt x="7419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9" name="object 3669" descr=""/>
            <p:cNvSpPr/>
            <p:nvPr/>
          </p:nvSpPr>
          <p:spPr>
            <a:xfrm>
              <a:off x="11027067" y="9555206"/>
              <a:ext cx="742315" cy="36830"/>
            </a:xfrm>
            <a:custGeom>
              <a:avLst/>
              <a:gdLst/>
              <a:ahLst/>
              <a:cxnLst/>
              <a:rect l="l" t="t" r="r" b="b"/>
              <a:pathLst>
                <a:path w="742315" h="36829">
                  <a:moveTo>
                    <a:pt x="741904" y="0"/>
                  </a:moveTo>
                  <a:lnTo>
                    <a:pt x="0" y="0"/>
                  </a:lnTo>
                  <a:lnTo>
                    <a:pt x="0" y="36438"/>
                  </a:lnTo>
                  <a:lnTo>
                    <a:pt x="741904" y="36438"/>
                  </a:lnTo>
                  <a:lnTo>
                    <a:pt x="7419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70" name="object 3670" descr=""/>
            <p:cNvSpPr/>
            <p:nvPr/>
          </p:nvSpPr>
          <p:spPr>
            <a:xfrm>
              <a:off x="11027067" y="9422948"/>
              <a:ext cx="742315" cy="36830"/>
            </a:xfrm>
            <a:custGeom>
              <a:avLst/>
              <a:gdLst/>
              <a:ahLst/>
              <a:cxnLst/>
              <a:rect l="l" t="t" r="r" b="b"/>
              <a:pathLst>
                <a:path w="742315" h="36829">
                  <a:moveTo>
                    <a:pt x="741904" y="0"/>
                  </a:moveTo>
                  <a:lnTo>
                    <a:pt x="0" y="0"/>
                  </a:lnTo>
                  <a:lnTo>
                    <a:pt x="0" y="36428"/>
                  </a:lnTo>
                  <a:lnTo>
                    <a:pt x="741904" y="36428"/>
                  </a:lnTo>
                  <a:lnTo>
                    <a:pt x="7419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1" name="object 3671" descr=""/>
            <p:cNvSpPr/>
            <p:nvPr/>
          </p:nvSpPr>
          <p:spPr>
            <a:xfrm>
              <a:off x="11027067" y="9422948"/>
              <a:ext cx="742315" cy="36830"/>
            </a:xfrm>
            <a:custGeom>
              <a:avLst/>
              <a:gdLst/>
              <a:ahLst/>
              <a:cxnLst/>
              <a:rect l="l" t="t" r="r" b="b"/>
              <a:pathLst>
                <a:path w="742315" h="36829">
                  <a:moveTo>
                    <a:pt x="741904" y="0"/>
                  </a:moveTo>
                  <a:lnTo>
                    <a:pt x="0" y="0"/>
                  </a:lnTo>
                  <a:lnTo>
                    <a:pt x="0" y="36428"/>
                  </a:lnTo>
                  <a:lnTo>
                    <a:pt x="741904" y="36428"/>
                  </a:lnTo>
                  <a:lnTo>
                    <a:pt x="7419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72" name="object 3672" descr=""/>
            <p:cNvSpPr/>
            <p:nvPr/>
          </p:nvSpPr>
          <p:spPr>
            <a:xfrm>
              <a:off x="11027067" y="9290680"/>
              <a:ext cx="742315" cy="36830"/>
            </a:xfrm>
            <a:custGeom>
              <a:avLst/>
              <a:gdLst/>
              <a:ahLst/>
              <a:cxnLst/>
              <a:rect l="l" t="t" r="r" b="b"/>
              <a:pathLst>
                <a:path w="742315" h="36829">
                  <a:moveTo>
                    <a:pt x="741904" y="0"/>
                  </a:moveTo>
                  <a:lnTo>
                    <a:pt x="0" y="0"/>
                  </a:lnTo>
                  <a:lnTo>
                    <a:pt x="0" y="36428"/>
                  </a:lnTo>
                  <a:lnTo>
                    <a:pt x="741904" y="36428"/>
                  </a:lnTo>
                  <a:lnTo>
                    <a:pt x="7419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3" name="object 3673" descr=""/>
            <p:cNvSpPr/>
            <p:nvPr/>
          </p:nvSpPr>
          <p:spPr>
            <a:xfrm>
              <a:off x="11027067" y="9290680"/>
              <a:ext cx="742315" cy="36830"/>
            </a:xfrm>
            <a:custGeom>
              <a:avLst/>
              <a:gdLst/>
              <a:ahLst/>
              <a:cxnLst/>
              <a:rect l="l" t="t" r="r" b="b"/>
              <a:pathLst>
                <a:path w="742315" h="36829">
                  <a:moveTo>
                    <a:pt x="741904" y="0"/>
                  </a:moveTo>
                  <a:lnTo>
                    <a:pt x="0" y="0"/>
                  </a:lnTo>
                  <a:lnTo>
                    <a:pt x="0" y="36428"/>
                  </a:lnTo>
                  <a:lnTo>
                    <a:pt x="741904" y="36428"/>
                  </a:lnTo>
                  <a:lnTo>
                    <a:pt x="7419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74" name="object 3674" descr=""/>
            <p:cNvSpPr/>
            <p:nvPr/>
          </p:nvSpPr>
          <p:spPr>
            <a:xfrm>
              <a:off x="11027067" y="9158422"/>
              <a:ext cx="742315" cy="36830"/>
            </a:xfrm>
            <a:custGeom>
              <a:avLst/>
              <a:gdLst/>
              <a:ahLst/>
              <a:cxnLst/>
              <a:rect l="l" t="t" r="r" b="b"/>
              <a:pathLst>
                <a:path w="742315" h="36829">
                  <a:moveTo>
                    <a:pt x="741904" y="0"/>
                  </a:moveTo>
                  <a:lnTo>
                    <a:pt x="0" y="0"/>
                  </a:lnTo>
                  <a:lnTo>
                    <a:pt x="0" y="36428"/>
                  </a:lnTo>
                  <a:lnTo>
                    <a:pt x="741904" y="36428"/>
                  </a:lnTo>
                  <a:lnTo>
                    <a:pt x="7419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5" name="object 3675" descr=""/>
            <p:cNvSpPr/>
            <p:nvPr/>
          </p:nvSpPr>
          <p:spPr>
            <a:xfrm>
              <a:off x="11027067" y="9158422"/>
              <a:ext cx="742315" cy="36830"/>
            </a:xfrm>
            <a:custGeom>
              <a:avLst/>
              <a:gdLst/>
              <a:ahLst/>
              <a:cxnLst/>
              <a:rect l="l" t="t" r="r" b="b"/>
              <a:pathLst>
                <a:path w="742315" h="36829">
                  <a:moveTo>
                    <a:pt x="741904" y="0"/>
                  </a:moveTo>
                  <a:lnTo>
                    <a:pt x="0" y="0"/>
                  </a:lnTo>
                  <a:lnTo>
                    <a:pt x="0" y="36428"/>
                  </a:lnTo>
                  <a:lnTo>
                    <a:pt x="741904" y="36428"/>
                  </a:lnTo>
                  <a:lnTo>
                    <a:pt x="7419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76" name="object 3676" descr=""/>
            <p:cNvSpPr/>
            <p:nvPr/>
          </p:nvSpPr>
          <p:spPr>
            <a:xfrm>
              <a:off x="11027067" y="9027390"/>
              <a:ext cx="742315" cy="36830"/>
            </a:xfrm>
            <a:custGeom>
              <a:avLst/>
              <a:gdLst/>
              <a:ahLst/>
              <a:cxnLst/>
              <a:rect l="l" t="t" r="r" b="b"/>
              <a:pathLst>
                <a:path w="742315" h="36829">
                  <a:moveTo>
                    <a:pt x="741904" y="0"/>
                  </a:moveTo>
                  <a:lnTo>
                    <a:pt x="0" y="0"/>
                  </a:lnTo>
                  <a:lnTo>
                    <a:pt x="0" y="36438"/>
                  </a:lnTo>
                  <a:lnTo>
                    <a:pt x="741904" y="36438"/>
                  </a:lnTo>
                  <a:lnTo>
                    <a:pt x="7419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7" name="object 3677" descr=""/>
            <p:cNvSpPr/>
            <p:nvPr/>
          </p:nvSpPr>
          <p:spPr>
            <a:xfrm>
              <a:off x="11027067" y="9027390"/>
              <a:ext cx="742315" cy="36830"/>
            </a:xfrm>
            <a:custGeom>
              <a:avLst/>
              <a:gdLst/>
              <a:ahLst/>
              <a:cxnLst/>
              <a:rect l="l" t="t" r="r" b="b"/>
              <a:pathLst>
                <a:path w="742315" h="36829">
                  <a:moveTo>
                    <a:pt x="741904" y="0"/>
                  </a:moveTo>
                  <a:lnTo>
                    <a:pt x="0" y="0"/>
                  </a:lnTo>
                  <a:lnTo>
                    <a:pt x="0" y="36438"/>
                  </a:lnTo>
                  <a:lnTo>
                    <a:pt x="741904" y="36438"/>
                  </a:lnTo>
                  <a:lnTo>
                    <a:pt x="7419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78" name="object 3678" descr=""/>
            <p:cNvSpPr/>
            <p:nvPr/>
          </p:nvSpPr>
          <p:spPr>
            <a:xfrm>
              <a:off x="11027067" y="8895121"/>
              <a:ext cx="742315" cy="36830"/>
            </a:xfrm>
            <a:custGeom>
              <a:avLst/>
              <a:gdLst/>
              <a:ahLst/>
              <a:cxnLst/>
              <a:rect l="l" t="t" r="r" b="b"/>
              <a:pathLst>
                <a:path w="742315" h="36829">
                  <a:moveTo>
                    <a:pt x="741904" y="0"/>
                  </a:moveTo>
                  <a:lnTo>
                    <a:pt x="0" y="0"/>
                  </a:lnTo>
                  <a:lnTo>
                    <a:pt x="0" y="36438"/>
                  </a:lnTo>
                  <a:lnTo>
                    <a:pt x="741904" y="36438"/>
                  </a:lnTo>
                  <a:lnTo>
                    <a:pt x="7419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9" name="object 3679" descr=""/>
            <p:cNvSpPr/>
            <p:nvPr/>
          </p:nvSpPr>
          <p:spPr>
            <a:xfrm>
              <a:off x="11027067" y="8895121"/>
              <a:ext cx="742315" cy="36830"/>
            </a:xfrm>
            <a:custGeom>
              <a:avLst/>
              <a:gdLst/>
              <a:ahLst/>
              <a:cxnLst/>
              <a:rect l="l" t="t" r="r" b="b"/>
              <a:pathLst>
                <a:path w="742315" h="36829">
                  <a:moveTo>
                    <a:pt x="741904" y="0"/>
                  </a:moveTo>
                  <a:lnTo>
                    <a:pt x="0" y="0"/>
                  </a:lnTo>
                  <a:lnTo>
                    <a:pt x="0" y="36438"/>
                  </a:lnTo>
                  <a:lnTo>
                    <a:pt x="741904" y="36438"/>
                  </a:lnTo>
                  <a:lnTo>
                    <a:pt x="7419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80" name="object 3680" descr=""/>
            <p:cNvSpPr/>
            <p:nvPr/>
          </p:nvSpPr>
          <p:spPr>
            <a:xfrm>
              <a:off x="11027067" y="8762853"/>
              <a:ext cx="742315" cy="36830"/>
            </a:xfrm>
            <a:custGeom>
              <a:avLst/>
              <a:gdLst/>
              <a:ahLst/>
              <a:cxnLst/>
              <a:rect l="l" t="t" r="r" b="b"/>
              <a:pathLst>
                <a:path w="742315" h="36829">
                  <a:moveTo>
                    <a:pt x="741904" y="0"/>
                  </a:moveTo>
                  <a:lnTo>
                    <a:pt x="0" y="0"/>
                  </a:lnTo>
                  <a:lnTo>
                    <a:pt x="0" y="36438"/>
                  </a:lnTo>
                  <a:lnTo>
                    <a:pt x="741904" y="36438"/>
                  </a:lnTo>
                  <a:lnTo>
                    <a:pt x="7419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1" name="object 3681" descr=""/>
            <p:cNvSpPr/>
            <p:nvPr/>
          </p:nvSpPr>
          <p:spPr>
            <a:xfrm>
              <a:off x="11027067" y="8762853"/>
              <a:ext cx="742315" cy="36830"/>
            </a:xfrm>
            <a:custGeom>
              <a:avLst/>
              <a:gdLst/>
              <a:ahLst/>
              <a:cxnLst/>
              <a:rect l="l" t="t" r="r" b="b"/>
              <a:pathLst>
                <a:path w="742315" h="36829">
                  <a:moveTo>
                    <a:pt x="741904" y="0"/>
                  </a:moveTo>
                  <a:lnTo>
                    <a:pt x="0" y="0"/>
                  </a:lnTo>
                  <a:lnTo>
                    <a:pt x="0" y="36438"/>
                  </a:lnTo>
                  <a:lnTo>
                    <a:pt x="741904" y="36438"/>
                  </a:lnTo>
                  <a:lnTo>
                    <a:pt x="7419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82" name="object 3682" descr=""/>
            <p:cNvSpPr/>
            <p:nvPr/>
          </p:nvSpPr>
          <p:spPr>
            <a:xfrm>
              <a:off x="11027067" y="8630585"/>
              <a:ext cx="742315" cy="36830"/>
            </a:xfrm>
            <a:custGeom>
              <a:avLst/>
              <a:gdLst/>
              <a:ahLst/>
              <a:cxnLst/>
              <a:rect l="l" t="t" r="r" b="b"/>
              <a:pathLst>
                <a:path w="742315" h="36829">
                  <a:moveTo>
                    <a:pt x="741904" y="0"/>
                  </a:moveTo>
                  <a:lnTo>
                    <a:pt x="0" y="0"/>
                  </a:lnTo>
                  <a:lnTo>
                    <a:pt x="0" y="36438"/>
                  </a:lnTo>
                  <a:lnTo>
                    <a:pt x="741904" y="36438"/>
                  </a:lnTo>
                  <a:lnTo>
                    <a:pt x="7419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3" name="object 3683" descr=""/>
            <p:cNvSpPr/>
            <p:nvPr/>
          </p:nvSpPr>
          <p:spPr>
            <a:xfrm>
              <a:off x="11027067" y="8630585"/>
              <a:ext cx="742315" cy="36830"/>
            </a:xfrm>
            <a:custGeom>
              <a:avLst/>
              <a:gdLst/>
              <a:ahLst/>
              <a:cxnLst/>
              <a:rect l="l" t="t" r="r" b="b"/>
              <a:pathLst>
                <a:path w="742315" h="36829">
                  <a:moveTo>
                    <a:pt x="741904" y="0"/>
                  </a:moveTo>
                  <a:lnTo>
                    <a:pt x="0" y="0"/>
                  </a:lnTo>
                  <a:lnTo>
                    <a:pt x="0" y="36438"/>
                  </a:lnTo>
                  <a:lnTo>
                    <a:pt x="741904" y="36438"/>
                  </a:lnTo>
                  <a:lnTo>
                    <a:pt x="7419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84" name="object 3684" descr=""/>
            <p:cNvSpPr/>
            <p:nvPr/>
          </p:nvSpPr>
          <p:spPr>
            <a:xfrm>
              <a:off x="11027067" y="8497092"/>
              <a:ext cx="742315" cy="36830"/>
            </a:xfrm>
            <a:custGeom>
              <a:avLst/>
              <a:gdLst/>
              <a:ahLst/>
              <a:cxnLst/>
              <a:rect l="l" t="t" r="r" b="b"/>
              <a:pathLst>
                <a:path w="742315" h="36829">
                  <a:moveTo>
                    <a:pt x="741904" y="0"/>
                  </a:moveTo>
                  <a:lnTo>
                    <a:pt x="0" y="0"/>
                  </a:lnTo>
                  <a:lnTo>
                    <a:pt x="0" y="36428"/>
                  </a:lnTo>
                  <a:lnTo>
                    <a:pt x="741904" y="36428"/>
                  </a:lnTo>
                  <a:lnTo>
                    <a:pt x="7419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5" name="object 3685" descr=""/>
            <p:cNvSpPr/>
            <p:nvPr/>
          </p:nvSpPr>
          <p:spPr>
            <a:xfrm>
              <a:off x="11027067" y="8497092"/>
              <a:ext cx="742315" cy="36830"/>
            </a:xfrm>
            <a:custGeom>
              <a:avLst/>
              <a:gdLst/>
              <a:ahLst/>
              <a:cxnLst/>
              <a:rect l="l" t="t" r="r" b="b"/>
              <a:pathLst>
                <a:path w="742315" h="36829">
                  <a:moveTo>
                    <a:pt x="741904" y="0"/>
                  </a:moveTo>
                  <a:lnTo>
                    <a:pt x="0" y="0"/>
                  </a:lnTo>
                  <a:lnTo>
                    <a:pt x="0" y="36428"/>
                  </a:lnTo>
                  <a:lnTo>
                    <a:pt x="741904" y="36428"/>
                  </a:lnTo>
                  <a:lnTo>
                    <a:pt x="7419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86" name="object 3686" descr=""/>
            <p:cNvSpPr/>
            <p:nvPr/>
          </p:nvSpPr>
          <p:spPr>
            <a:xfrm>
              <a:off x="11027067" y="8364823"/>
              <a:ext cx="742315" cy="36830"/>
            </a:xfrm>
            <a:custGeom>
              <a:avLst/>
              <a:gdLst/>
              <a:ahLst/>
              <a:cxnLst/>
              <a:rect l="l" t="t" r="r" b="b"/>
              <a:pathLst>
                <a:path w="742315" h="36829">
                  <a:moveTo>
                    <a:pt x="741904" y="0"/>
                  </a:moveTo>
                  <a:lnTo>
                    <a:pt x="0" y="0"/>
                  </a:lnTo>
                  <a:lnTo>
                    <a:pt x="0" y="36438"/>
                  </a:lnTo>
                  <a:lnTo>
                    <a:pt x="741904" y="36438"/>
                  </a:lnTo>
                  <a:lnTo>
                    <a:pt x="7419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7" name="object 3687" descr=""/>
            <p:cNvSpPr/>
            <p:nvPr/>
          </p:nvSpPr>
          <p:spPr>
            <a:xfrm>
              <a:off x="11027067" y="8364823"/>
              <a:ext cx="742315" cy="36830"/>
            </a:xfrm>
            <a:custGeom>
              <a:avLst/>
              <a:gdLst/>
              <a:ahLst/>
              <a:cxnLst/>
              <a:rect l="l" t="t" r="r" b="b"/>
              <a:pathLst>
                <a:path w="742315" h="36829">
                  <a:moveTo>
                    <a:pt x="741904" y="0"/>
                  </a:moveTo>
                  <a:lnTo>
                    <a:pt x="0" y="0"/>
                  </a:lnTo>
                  <a:lnTo>
                    <a:pt x="0" y="36438"/>
                  </a:lnTo>
                  <a:lnTo>
                    <a:pt x="741904" y="36438"/>
                  </a:lnTo>
                  <a:lnTo>
                    <a:pt x="7419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88" name="object 3688" descr=""/>
            <p:cNvSpPr/>
            <p:nvPr/>
          </p:nvSpPr>
          <p:spPr>
            <a:xfrm>
              <a:off x="11027067" y="8232566"/>
              <a:ext cx="742315" cy="36830"/>
            </a:xfrm>
            <a:custGeom>
              <a:avLst/>
              <a:gdLst/>
              <a:ahLst/>
              <a:cxnLst/>
              <a:rect l="l" t="t" r="r" b="b"/>
              <a:pathLst>
                <a:path w="742315" h="36829">
                  <a:moveTo>
                    <a:pt x="741904" y="0"/>
                  </a:moveTo>
                  <a:lnTo>
                    <a:pt x="0" y="0"/>
                  </a:lnTo>
                  <a:lnTo>
                    <a:pt x="0" y="36438"/>
                  </a:lnTo>
                  <a:lnTo>
                    <a:pt x="741904" y="36438"/>
                  </a:lnTo>
                  <a:lnTo>
                    <a:pt x="7419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9" name="object 3689" descr=""/>
            <p:cNvSpPr/>
            <p:nvPr/>
          </p:nvSpPr>
          <p:spPr>
            <a:xfrm>
              <a:off x="11027067" y="8232566"/>
              <a:ext cx="742315" cy="36830"/>
            </a:xfrm>
            <a:custGeom>
              <a:avLst/>
              <a:gdLst/>
              <a:ahLst/>
              <a:cxnLst/>
              <a:rect l="l" t="t" r="r" b="b"/>
              <a:pathLst>
                <a:path w="742315" h="36829">
                  <a:moveTo>
                    <a:pt x="741904" y="0"/>
                  </a:moveTo>
                  <a:lnTo>
                    <a:pt x="0" y="0"/>
                  </a:lnTo>
                  <a:lnTo>
                    <a:pt x="0" y="36438"/>
                  </a:lnTo>
                  <a:lnTo>
                    <a:pt x="741904" y="36438"/>
                  </a:lnTo>
                  <a:lnTo>
                    <a:pt x="7419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90" name="object 3690" descr=""/>
            <p:cNvSpPr/>
            <p:nvPr/>
          </p:nvSpPr>
          <p:spPr>
            <a:xfrm>
              <a:off x="11027067" y="8100297"/>
              <a:ext cx="742315" cy="36830"/>
            </a:xfrm>
            <a:custGeom>
              <a:avLst/>
              <a:gdLst/>
              <a:ahLst/>
              <a:cxnLst/>
              <a:rect l="l" t="t" r="r" b="b"/>
              <a:pathLst>
                <a:path w="742315" h="36829">
                  <a:moveTo>
                    <a:pt x="741904" y="0"/>
                  </a:moveTo>
                  <a:lnTo>
                    <a:pt x="0" y="0"/>
                  </a:lnTo>
                  <a:lnTo>
                    <a:pt x="0" y="36438"/>
                  </a:lnTo>
                  <a:lnTo>
                    <a:pt x="741904" y="36438"/>
                  </a:lnTo>
                  <a:lnTo>
                    <a:pt x="7419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1" name="object 3691" descr=""/>
            <p:cNvSpPr/>
            <p:nvPr/>
          </p:nvSpPr>
          <p:spPr>
            <a:xfrm>
              <a:off x="11027067" y="8100297"/>
              <a:ext cx="742315" cy="36830"/>
            </a:xfrm>
            <a:custGeom>
              <a:avLst/>
              <a:gdLst/>
              <a:ahLst/>
              <a:cxnLst/>
              <a:rect l="l" t="t" r="r" b="b"/>
              <a:pathLst>
                <a:path w="742315" h="36829">
                  <a:moveTo>
                    <a:pt x="741904" y="0"/>
                  </a:moveTo>
                  <a:lnTo>
                    <a:pt x="0" y="0"/>
                  </a:lnTo>
                  <a:lnTo>
                    <a:pt x="0" y="36438"/>
                  </a:lnTo>
                  <a:lnTo>
                    <a:pt x="741904" y="36438"/>
                  </a:lnTo>
                  <a:lnTo>
                    <a:pt x="7419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92" name="object 3692" descr=""/>
            <p:cNvSpPr/>
            <p:nvPr/>
          </p:nvSpPr>
          <p:spPr>
            <a:xfrm>
              <a:off x="11027067" y="7968040"/>
              <a:ext cx="742315" cy="36830"/>
            </a:xfrm>
            <a:custGeom>
              <a:avLst/>
              <a:gdLst/>
              <a:ahLst/>
              <a:cxnLst/>
              <a:rect l="l" t="t" r="r" b="b"/>
              <a:pathLst>
                <a:path w="742315" h="36829">
                  <a:moveTo>
                    <a:pt x="741904" y="0"/>
                  </a:moveTo>
                  <a:lnTo>
                    <a:pt x="0" y="0"/>
                  </a:lnTo>
                  <a:lnTo>
                    <a:pt x="0" y="36438"/>
                  </a:lnTo>
                  <a:lnTo>
                    <a:pt x="741904" y="36438"/>
                  </a:lnTo>
                  <a:lnTo>
                    <a:pt x="7419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3" name="object 3693" descr=""/>
            <p:cNvSpPr/>
            <p:nvPr/>
          </p:nvSpPr>
          <p:spPr>
            <a:xfrm>
              <a:off x="11027067" y="7968040"/>
              <a:ext cx="742315" cy="36830"/>
            </a:xfrm>
            <a:custGeom>
              <a:avLst/>
              <a:gdLst/>
              <a:ahLst/>
              <a:cxnLst/>
              <a:rect l="l" t="t" r="r" b="b"/>
              <a:pathLst>
                <a:path w="742315" h="36829">
                  <a:moveTo>
                    <a:pt x="741904" y="0"/>
                  </a:moveTo>
                  <a:lnTo>
                    <a:pt x="0" y="0"/>
                  </a:lnTo>
                  <a:lnTo>
                    <a:pt x="0" y="36438"/>
                  </a:lnTo>
                  <a:lnTo>
                    <a:pt x="741904" y="36438"/>
                  </a:lnTo>
                  <a:lnTo>
                    <a:pt x="7419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94" name="object 3694" descr=""/>
            <p:cNvSpPr/>
            <p:nvPr/>
          </p:nvSpPr>
          <p:spPr>
            <a:xfrm>
              <a:off x="11027067" y="7835771"/>
              <a:ext cx="737870" cy="36830"/>
            </a:xfrm>
            <a:custGeom>
              <a:avLst/>
              <a:gdLst/>
              <a:ahLst/>
              <a:cxnLst/>
              <a:rect l="l" t="t" r="r" b="b"/>
              <a:pathLst>
                <a:path w="737870" h="36829">
                  <a:moveTo>
                    <a:pt x="737380" y="0"/>
                  </a:moveTo>
                  <a:lnTo>
                    <a:pt x="0" y="0"/>
                  </a:lnTo>
                  <a:lnTo>
                    <a:pt x="0" y="36428"/>
                  </a:lnTo>
                  <a:lnTo>
                    <a:pt x="737380" y="36428"/>
                  </a:lnTo>
                  <a:lnTo>
                    <a:pt x="7373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5" name="object 3695" descr=""/>
            <p:cNvSpPr/>
            <p:nvPr/>
          </p:nvSpPr>
          <p:spPr>
            <a:xfrm>
              <a:off x="11027067" y="7835771"/>
              <a:ext cx="737870" cy="36830"/>
            </a:xfrm>
            <a:custGeom>
              <a:avLst/>
              <a:gdLst/>
              <a:ahLst/>
              <a:cxnLst/>
              <a:rect l="l" t="t" r="r" b="b"/>
              <a:pathLst>
                <a:path w="737870" h="36829">
                  <a:moveTo>
                    <a:pt x="737380" y="0"/>
                  </a:moveTo>
                  <a:lnTo>
                    <a:pt x="0" y="0"/>
                  </a:lnTo>
                  <a:lnTo>
                    <a:pt x="0" y="36428"/>
                  </a:lnTo>
                  <a:lnTo>
                    <a:pt x="737380" y="36428"/>
                  </a:lnTo>
                  <a:lnTo>
                    <a:pt x="73738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96" name="object 3696" descr=""/>
            <p:cNvSpPr/>
            <p:nvPr/>
          </p:nvSpPr>
          <p:spPr>
            <a:xfrm>
              <a:off x="11027067" y="7703514"/>
              <a:ext cx="727075" cy="36830"/>
            </a:xfrm>
            <a:custGeom>
              <a:avLst/>
              <a:gdLst/>
              <a:ahLst/>
              <a:cxnLst/>
              <a:rect l="l" t="t" r="r" b="b"/>
              <a:pathLst>
                <a:path w="727075" h="36829">
                  <a:moveTo>
                    <a:pt x="727045" y="0"/>
                  </a:moveTo>
                  <a:lnTo>
                    <a:pt x="0" y="0"/>
                  </a:lnTo>
                  <a:lnTo>
                    <a:pt x="0" y="36428"/>
                  </a:lnTo>
                  <a:lnTo>
                    <a:pt x="727045" y="36428"/>
                  </a:lnTo>
                  <a:lnTo>
                    <a:pt x="7270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7" name="object 3697" descr=""/>
            <p:cNvSpPr/>
            <p:nvPr/>
          </p:nvSpPr>
          <p:spPr>
            <a:xfrm>
              <a:off x="11027067" y="7703514"/>
              <a:ext cx="727075" cy="36830"/>
            </a:xfrm>
            <a:custGeom>
              <a:avLst/>
              <a:gdLst/>
              <a:ahLst/>
              <a:cxnLst/>
              <a:rect l="l" t="t" r="r" b="b"/>
              <a:pathLst>
                <a:path w="727075" h="36829">
                  <a:moveTo>
                    <a:pt x="727045" y="0"/>
                  </a:moveTo>
                  <a:lnTo>
                    <a:pt x="0" y="0"/>
                  </a:lnTo>
                  <a:lnTo>
                    <a:pt x="0" y="36428"/>
                  </a:lnTo>
                  <a:lnTo>
                    <a:pt x="727045" y="36428"/>
                  </a:lnTo>
                  <a:lnTo>
                    <a:pt x="727045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98" name="object 3698" descr=""/>
            <p:cNvSpPr/>
            <p:nvPr/>
          </p:nvSpPr>
          <p:spPr>
            <a:xfrm>
              <a:off x="11027057" y="7571245"/>
              <a:ext cx="704215" cy="36830"/>
            </a:xfrm>
            <a:custGeom>
              <a:avLst/>
              <a:gdLst/>
              <a:ahLst/>
              <a:cxnLst/>
              <a:rect l="l" t="t" r="r" b="b"/>
              <a:pathLst>
                <a:path w="704215" h="36829">
                  <a:moveTo>
                    <a:pt x="703727" y="0"/>
                  </a:moveTo>
                  <a:lnTo>
                    <a:pt x="0" y="0"/>
                  </a:lnTo>
                  <a:lnTo>
                    <a:pt x="0" y="36428"/>
                  </a:lnTo>
                  <a:lnTo>
                    <a:pt x="703727" y="36428"/>
                  </a:lnTo>
                  <a:lnTo>
                    <a:pt x="7037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9" name="object 3699" descr=""/>
            <p:cNvSpPr/>
            <p:nvPr/>
          </p:nvSpPr>
          <p:spPr>
            <a:xfrm>
              <a:off x="11027057" y="7571245"/>
              <a:ext cx="704215" cy="36830"/>
            </a:xfrm>
            <a:custGeom>
              <a:avLst/>
              <a:gdLst/>
              <a:ahLst/>
              <a:cxnLst/>
              <a:rect l="l" t="t" r="r" b="b"/>
              <a:pathLst>
                <a:path w="704215" h="36829">
                  <a:moveTo>
                    <a:pt x="703727" y="0"/>
                  </a:moveTo>
                  <a:lnTo>
                    <a:pt x="0" y="0"/>
                  </a:lnTo>
                  <a:lnTo>
                    <a:pt x="0" y="36428"/>
                  </a:lnTo>
                  <a:lnTo>
                    <a:pt x="703727" y="36428"/>
                  </a:lnTo>
                  <a:lnTo>
                    <a:pt x="70372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00" name="object 3700" descr=""/>
            <p:cNvSpPr/>
            <p:nvPr/>
          </p:nvSpPr>
          <p:spPr>
            <a:xfrm>
              <a:off x="11027067" y="7438977"/>
              <a:ext cx="671830" cy="36830"/>
            </a:xfrm>
            <a:custGeom>
              <a:avLst/>
              <a:gdLst/>
              <a:ahLst/>
              <a:cxnLst/>
              <a:rect l="l" t="t" r="r" b="b"/>
              <a:pathLst>
                <a:path w="671829" h="36829">
                  <a:moveTo>
                    <a:pt x="671508" y="0"/>
                  </a:moveTo>
                  <a:lnTo>
                    <a:pt x="0" y="0"/>
                  </a:lnTo>
                  <a:lnTo>
                    <a:pt x="0" y="36428"/>
                  </a:lnTo>
                  <a:lnTo>
                    <a:pt x="671508" y="36428"/>
                  </a:lnTo>
                  <a:lnTo>
                    <a:pt x="6715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1" name="object 3701" descr=""/>
            <p:cNvSpPr/>
            <p:nvPr/>
          </p:nvSpPr>
          <p:spPr>
            <a:xfrm>
              <a:off x="11027067" y="7438977"/>
              <a:ext cx="671830" cy="36830"/>
            </a:xfrm>
            <a:custGeom>
              <a:avLst/>
              <a:gdLst/>
              <a:ahLst/>
              <a:cxnLst/>
              <a:rect l="l" t="t" r="r" b="b"/>
              <a:pathLst>
                <a:path w="671829" h="36829">
                  <a:moveTo>
                    <a:pt x="671508" y="0"/>
                  </a:moveTo>
                  <a:lnTo>
                    <a:pt x="0" y="0"/>
                  </a:lnTo>
                  <a:lnTo>
                    <a:pt x="0" y="36428"/>
                  </a:lnTo>
                  <a:lnTo>
                    <a:pt x="671508" y="36428"/>
                  </a:lnTo>
                  <a:lnTo>
                    <a:pt x="671508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702" name="object 3702" descr=""/>
          <p:cNvGrpSpPr/>
          <p:nvPr/>
        </p:nvGrpSpPr>
        <p:grpSpPr>
          <a:xfrm>
            <a:off x="12096257" y="7132434"/>
            <a:ext cx="890269" cy="2980055"/>
            <a:chOff x="12096257" y="7132434"/>
            <a:chExt cx="890269" cy="2980055"/>
          </a:xfrm>
        </p:grpSpPr>
        <p:sp>
          <p:nvSpPr>
            <p:cNvPr id="3703" name="object 3703" descr=""/>
            <p:cNvSpPr/>
            <p:nvPr/>
          </p:nvSpPr>
          <p:spPr>
            <a:xfrm>
              <a:off x="12265240" y="7194112"/>
              <a:ext cx="716280" cy="2913380"/>
            </a:xfrm>
            <a:custGeom>
              <a:avLst/>
              <a:gdLst/>
              <a:ahLst/>
              <a:cxnLst/>
              <a:rect l="l" t="t" r="r" b="b"/>
              <a:pathLst>
                <a:path w="716279" h="2913379">
                  <a:moveTo>
                    <a:pt x="582945" y="0"/>
                  </a:moveTo>
                  <a:lnTo>
                    <a:pt x="0" y="88206"/>
                  </a:lnTo>
                  <a:lnTo>
                    <a:pt x="0" y="2913021"/>
                  </a:lnTo>
                  <a:lnTo>
                    <a:pt x="706910" y="2913021"/>
                  </a:lnTo>
                  <a:lnTo>
                    <a:pt x="713742" y="1891569"/>
                  </a:lnTo>
                  <a:lnTo>
                    <a:pt x="716020" y="1331192"/>
                  </a:lnTo>
                  <a:lnTo>
                    <a:pt x="713742" y="1033986"/>
                  </a:lnTo>
                  <a:lnTo>
                    <a:pt x="706910" y="802048"/>
                  </a:lnTo>
                  <a:lnTo>
                    <a:pt x="687598" y="569738"/>
                  </a:lnTo>
                  <a:lnTo>
                    <a:pt x="656953" y="403509"/>
                  </a:lnTo>
                  <a:lnTo>
                    <a:pt x="628586" y="303599"/>
                  </a:lnTo>
                  <a:lnTo>
                    <a:pt x="616106" y="270243"/>
                  </a:lnTo>
                  <a:lnTo>
                    <a:pt x="5829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4" name="object 3704" descr=""/>
            <p:cNvSpPr/>
            <p:nvPr/>
          </p:nvSpPr>
          <p:spPr>
            <a:xfrm>
              <a:off x="12265240" y="7194112"/>
              <a:ext cx="716280" cy="2913380"/>
            </a:xfrm>
            <a:custGeom>
              <a:avLst/>
              <a:gdLst/>
              <a:ahLst/>
              <a:cxnLst/>
              <a:rect l="l" t="t" r="r" b="b"/>
              <a:pathLst>
                <a:path w="716279" h="2913379">
                  <a:moveTo>
                    <a:pt x="706910" y="802048"/>
                  </a:moveTo>
                  <a:lnTo>
                    <a:pt x="687598" y="569738"/>
                  </a:lnTo>
                  <a:lnTo>
                    <a:pt x="656953" y="403509"/>
                  </a:lnTo>
                  <a:lnTo>
                    <a:pt x="628586" y="303599"/>
                  </a:lnTo>
                  <a:lnTo>
                    <a:pt x="616106" y="270243"/>
                  </a:lnTo>
                  <a:lnTo>
                    <a:pt x="582945" y="0"/>
                  </a:lnTo>
                  <a:lnTo>
                    <a:pt x="0" y="88206"/>
                  </a:lnTo>
                  <a:lnTo>
                    <a:pt x="0" y="270243"/>
                  </a:lnTo>
                  <a:lnTo>
                    <a:pt x="0" y="294556"/>
                  </a:lnTo>
                  <a:lnTo>
                    <a:pt x="0" y="2913021"/>
                  </a:lnTo>
                  <a:lnTo>
                    <a:pt x="706910" y="2913021"/>
                  </a:lnTo>
                  <a:lnTo>
                    <a:pt x="713742" y="1891569"/>
                  </a:lnTo>
                  <a:lnTo>
                    <a:pt x="716020" y="1331192"/>
                  </a:lnTo>
                  <a:lnTo>
                    <a:pt x="713742" y="1033986"/>
                  </a:lnTo>
                  <a:lnTo>
                    <a:pt x="706910" y="80204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05" name="object 3705" descr=""/>
            <p:cNvSpPr/>
            <p:nvPr/>
          </p:nvSpPr>
          <p:spPr>
            <a:xfrm>
              <a:off x="12265228" y="9701625"/>
              <a:ext cx="707390" cy="405130"/>
            </a:xfrm>
            <a:custGeom>
              <a:avLst/>
              <a:gdLst/>
              <a:ahLst/>
              <a:cxnLst/>
              <a:rect l="l" t="t" r="r" b="b"/>
              <a:pathLst>
                <a:path w="707390" h="405129">
                  <a:moveTo>
                    <a:pt x="706920" y="204470"/>
                  </a:moveTo>
                  <a:lnTo>
                    <a:pt x="678535" y="204470"/>
                  </a:lnTo>
                  <a:lnTo>
                    <a:pt x="678535" y="0"/>
                  </a:lnTo>
                  <a:lnTo>
                    <a:pt x="654215" y="0"/>
                  </a:lnTo>
                  <a:lnTo>
                    <a:pt x="654215" y="204470"/>
                  </a:lnTo>
                  <a:lnTo>
                    <a:pt x="585076" y="204470"/>
                  </a:lnTo>
                  <a:lnTo>
                    <a:pt x="585076" y="0"/>
                  </a:lnTo>
                  <a:lnTo>
                    <a:pt x="560768" y="0"/>
                  </a:lnTo>
                  <a:lnTo>
                    <a:pt x="560768" y="204470"/>
                  </a:lnTo>
                  <a:lnTo>
                    <a:pt x="491629" y="204470"/>
                  </a:lnTo>
                  <a:lnTo>
                    <a:pt x="491629" y="0"/>
                  </a:lnTo>
                  <a:lnTo>
                    <a:pt x="467296" y="0"/>
                  </a:lnTo>
                  <a:lnTo>
                    <a:pt x="467296" y="204470"/>
                  </a:lnTo>
                  <a:lnTo>
                    <a:pt x="398157" y="204470"/>
                  </a:lnTo>
                  <a:lnTo>
                    <a:pt x="398157" y="0"/>
                  </a:lnTo>
                  <a:lnTo>
                    <a:pt x="373849" y="0"/>
                  </a:lnTo>
                  <a:lnTo>
                    <a:pt x="373849" y="204470"/>
                  </a:lnTo>
                  <a:lnTo>
                    <a:pt x="304698" y="204470"/>
                  </a:lnTo>
                  <a:lnTo>
                    <a:pt x="304698" y="0"/>
                  </a:lnTo>
                  <a:lnTo>
                    <a:pt x="280390" y="0"/>
                  </a:lnTo>
                  <a:lnTo>
                    <a:pt x="280390" y="204470"/>
                  </a:lnTo>
                  <a:lnTo>
                    <a:pt x="211239" y="204470"/>
                  </a:lnTo>
                  <a:lnTo>
                    <a:pt x="211239" y="0"/>
                  </a:lnTo>
                  <a:lnTo>
                    <a:pt x="186918" y="0"/>
                  </a:lnTo>
                  <a:lnTo>
                    <a:pt x="186918" y="204470"/>
                  </a:lnTo>
                  <a:lnTo>
                    <a:pt x="117792" y="204470"/>
                  </a:lnTo>
                  <a:lnTo>
                    <a:pt x="117792" y="0"/>
                  </a:lnTo>
                  <a:lnTo>
                    <a:pt x="93472" y="0"/>
                  </a:lnTo>
                  <a:lnTo>
                    <a:pt x="93472" y="204470"/>
                  </a:lnTo>
                  <a:lnTo>
                    <a:pt x="24333" y="204470"/>
                  </a:lnTo>
                  <a:lnTo>
                    <a:pt x="24333" y="0"/>
                  </a:lnTo>
                  <a:lnTo>
                    <a:pt x="0" y="0"/>
                  </a:lnTo>
                  <a:lnTo>
                    <a:pt x="0" y="204470"/>
                  </a:lnTo>
                  <a:lnTo>
                    <a:pt x="0" y="405130"/>
                  </a:lnTo>
                  <a:lnTo>
                    <a:pt x="706920" y="405130"/>
                  </a:lnTo>
                  <a:lnTo>
                    <a:pt x="706920" y="20447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6" name="object 3706" descr=""/>
            <p:cNvSpPr/>
            <p:nvPr/>
          </p:nvSpPr>
          <p:spPr>
            <a:xfrm>
              <a:off x="12265240" y="9701792"/>
              <a:ext cx="707390" cy="405765"/>
            </a:xfrm>
            <a:custGeom>
              <a:avLst/>
              <a:gdLst/>
              <a:ahLst/>
              <a:cxnLst/>
              <a:rect l="l" t="t" r="r" b="b"/>
              <a:pathLst>
                <a:path w="707390" h="405765">
                  <a:moveTo>
                    <a:pt x="678534" y="204297"/>
                  </a:moveTo>
                  <a:lnTo>
                    <a:pt x="678534" y="0"/>
                  </a:lnTo>
                  <a:lnTo>
                    <a:pt x="654210" y="0"/>
                  </a:lnTo>
                  <a:lnTo>
                    <a:pt x="654210" y="204297"/>
                  </a:lnTo>
                  <a:lnTo>
                    <a:pt x="585071" y="204297"/>
                  </a:lnTo>
                  <a:lnTo>
                    <a:pt x="585071" y="0"/>
                  </a:lnTo>
                  <a:lnTo>
                    <a:pt x="560757" y="0"/>
                  </a:lnTo>
                  <a:lnTo>
                    <a:pt x="560757" y="204297"/>
                  </a:lnTo>
                  <a:lnTo>
                    <a:pt x="491618" y="204297"/>
                  </a:lnTo>
                  <a:lnTo>
                    <a:pt x="491618" y="0"/>
                  </a:lnTo>
                  <a:lnTo>
                    <a:pt x="467294" y="0"/>
                  </a:lnTo>
                  <a:lnTo>
                    <a:pt x="467294" y="204297"/>
                  </a:lnTo>
                  <a:lnTo>
                    <a:pt x="398155" y="204297"/>
                  </a:lnTo>
                  <a:lnTo>
                    <a:pt x="398155" y="0"/>
                  </a:lnTo>
                  <a:lnTo>
                    <a:pt x="373842" y="0"/>
                  </a:lnTo>
                  <a:lnTo>
                    <a:pt x="373842" y="204297"/>
                  </a:lnTo>
                  <a:lnTo>
                    <a:pt x="304692" y="204297"/>
                  </a:lnTo>
                  <a:lnTo>
                    <a:pt x="304692" y="0"/>
                  </a:lnTo>
                  <a:lnTo>
                    <a:pt x="280378" y="0"/>
                  </a:lnTo>
                  <a:lnTo>
                    <a:pt x="280378" y="204297"/>
                  </a:lnTo>
                  <a:lnTo>
                    <a:pt x="211229" y="204297"/>
                  </a:lnTo>
                  <a:lnTo>
                    <a:pt x="211229" y="0"/>
                  </a:lnTo>
                  <a:lnTo>
                    <a:pt x="186915" y="0"/>
                  </a:lnTo>
                  <a:lnTo>
                    <a:pt x="186915" y="204297"/>
                  </a:lnTo>
                  <a:lnTo>
                    <a:pt x="117786" y="204297"/>
                  </a:lnTo>
                  <a:lnTo>
                    <a:pt x="117786" y="0"/>
                  </a:lnTo>
                  <a:lnTo>
                    <a:pt x="93463" y="0"/>
                  </a:lnTo>
                  <a:lnTo>
                    <a:pt x="93463" y="204297"/>
                  </a:lnTo>
                  <a:lnTo>
                    <a:pt x="24323" y="204297"/>
                  </a:lnTo>
                  <a:lnTo>
                    <a:pt x="24323" y="0"/>
                  </a:lnTo>
                  <a:lnTo>
                    <a:pt x="0" y="0"/>
                  </a:lnTo>
                  <a:lnTo>
                    <a:pt x="0" y="204297"/>
                  </a:lnTo>
                  <a:lnTo>
                    <a:pt x="0" y="405338"/>
                  </a:lnTo>
                  <a:lnTo>
                    <a:pt x="706910" y="405338"/>
                  </a:lnTo>
                  <a:lnTo>
                    <a:pt x="706910" y="204297"/>
                  </a:lnTo>
                  <a:lnTo>
                    <a:pt x="678534" y="20429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07" name="object 3707" descr=""/>
            <p:cNvSpPr/>
            <p:nvPr/>
          </p:nvSpPr>
          <p:spPr>
            <a:xfrm>
              <a:off x="12176875" y="7269789"/>
              <a:ext cx="88900" cy="2837815"/>
            </a:xfrm>
            <a:custGeom>
              <a:avLst/>
              <a:gdLst/>
              <a:ahLst/>
              <a:cxnLst/>
              <a:rect l="l" t="t" r="r" b="b"/>
              <a:pathLst>
                <a:path w="88900" h="2837815">
                  <a:moveTo>
                    <a:pt x="88363" y="0"/>
                  </a:moveTo>
                  <a:lnTo>
                    <a:pt x="0" y="0"/>
                  </a:lnTo>
                  <a:lnTo>
                    <a:pt x="0" y="2837348"/>
                  </a:lnTo>
                  <a:lnTo>
                    <a:pt x="88363" y="2837348"/>
                  </a:lnTo>
                  <a:lnTo>
                    <a:pt x="883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8" name="object 3708" descr=""/>
            <p:cNvSpPr/>
            <p:nvPr/>
          </p:nvSpPr>
          <p:spPr>
            <a:xfrm>
              <a:off x="12176875" y="7269789"/>
              <a:ext cx="88900" cy="2837815"/>
            </a:xfrm>
            <a:custGeom>
              <a:avLst/>
              <a:gdLst/>
              <a:ahLst/>
              <a:cxnLst/>
              <a:rect l="l" t="t" r="r" b="b"/>
              <a:pathLst>
                <a:path w="88900" h="2837815">
                  <a:moveTo>
                    <a:pt x="0" y="0"/>
                  </a:moveTo>
                  <a:lnTo>
                    <a:pt x="88363" y="0"/>
                  </a:lnTo>
                  <a:lnTo>
                    <a:pt x="88363" y="2837348"/>
                  </a:lnTo>
                  <a:lnTo>
                    <a:pt x="0" y="2837348"/>
                  </a:lnTo>
                  <a:lnTo>
                    <a:pt x="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09" name="object 3709" descr=""/>
            <p:cNvSpPr/>
            <p:nvPr/>
          </p:nvSpPr>
          <p:spPr>
            <a:xfrm>
              <a:off x="12265238" y="9614252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50" y="0"/>
                  </a:moveTo>
                  <a:lnTo>
                    <a:pt x="0" y="0"/>
                  </a:lnTo>
                  <a:lnTo>
                    <a:pt x="0" y="24313"/>
                  </a:lnTo>
                  <a:lnTo>
                    <a:pt x="125650" y="24313"/>
                  </a:lnTo>
                  <a:lnTo>
                    <a:pt x="1256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0" name="object 3710" descr=""/>
            <p:cNvSpPr/>
            <p:nvPr/>
          </p:nvSpPr>
          <p:spPr>
            <a:xfrm>
              <a:off x="12265238" y="9614252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50" y="24313"/>
                  </a:moveTo>
                  <a:lnTo>
                    <a:pt x="0" y="24313"/>
                  </a:lnTo>
                  <a:lnTo>
                    <a:pt x="0" y="0"/>
                  </a:lnTo>
                  <a:lnTo>
                    <a:pt x="125650" y="0"/>
                  </a:lnTo>
                  <a:lnTo>
                    <a:pt x="125650" y="2431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11" name="object 3711" descr=""/>
            <p:cNvSpPr/>
            <p:nvPr/>
          </p:nvSpPr>
          <p:spPr>
            <a:xfrm>
              <a:off x="12265238" y="9487795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50" y="0"/>
                  </a:moveTo>
                  <a:lnTo>
                    <a:pt x="0" y="0"/>
                  </a:lnTo>
                  <a:lnTo>
                    <a:pt x="0" y="24302"/>
                  </a:lnTo>
                  <a:lnTo>
                    <a:pt x="125650" y="24302"/>
                  </a:lnTo>
                  <a:lnTo>
                    <a:pt x="1256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2" name="object 3712" descr=""/>
            <p:cNvSpPr/>
            <p:nvPr/>
          </p:nvSpPr>
          <p:spPr>
            <a:xfrm>
              <a:off x="12265238" y="9487795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50" y="24302"/>
                  </a:moveTo>
                  <a:lnTo>
                    <a:pt x="0" y="24302"/>
                  </a:lnTo>
                  <a:lnTo>
                    <a:pt x="0" y="0"/>
                  </a:lnTo>
                  <a:lnTo>
                    <a:pt x="125650" y="0"/>
                  </a:lnTo>
                  <a:lnTo>
                    <a:pt x="125650" y="2430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13" name="object 3713" descr=""/>
            <p:cNvSpPr/>
            <p:nvPr/>
          </p:nvSpPr>
          <p:spPr>
            <a:xfrm>
              <a:off x="12265238" y="9361327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50" y="0"/>
                  </a:moveTo>
                  <a:lnTo>
                    <a:pt x="0" y="0"/>
                  </a:lnTo>
                  <a:lnTo>
                    <a:pt x="0" y="24302"/>
                  </a:lnTo>
                  <a:lnTo>
                    <a:pt x="125650" y="24302"/>
                  </a:lnTo>
                  <a:lnTo>
                    <a:pt x="1256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4" name="object 3714" descr=""/>
            <p:cNvSpPr/>
            <p:nvPr/>
          </p:nvSpPr>
          <p:spPr>
            <a:xfrm>
              <a:off x="12265238" y="9361327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50" y="24302"/>
                  </a:moveTo>
                  <a:lnTo>
                    <a:pt x="0" y="24302"/>
                  </a:lnTo>
                  <a:lnTo>
                    <a:pt x="0" y="0"/>
                  </a:lnTo>
                  <a:lnTo>
                    <a:pt x="125650" y="0"/>
                  </a:lnTo>
                  <a:lnTo>
                    <a:pt x="125650" y="2430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15" name="object 3715" descr=""/>
            <p:cNvSpPr/>
            <p:nvPr/>
          </p:nvSpPr>
          <p:spPr>
            <a:xfrm>
              <a:off x="12265238" y="9234860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50" y="0"/>
                  </a:moveTo>
                  <a:lnTo>
                    <a:pt x="0" y="0"/>
                  </a:lnTo>
                  <a:lnTo>
                    <a:pt x="0" y="24313"/>
                  </a:lnTo>
                  <a:lnTo>
                    <a:pt x="125650" y="24313"/>
                  </a:lnTo>
                  <a:lnTo>
                    <a:pt x="1256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6" name="object 3716" descr=""/>
            <p:cNvSpPr/>
            <p:nvPr/>
          </p:nvSpPr>
          <p:spPr>
            <a:xfrm>
              <a:off x="12265238" y="9234860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50" y="24313"/>
                  </a:moveTo>
                  <a:lnTo>
                    <a:pt x="0" y="24313"/>
                  </a:lnTo>
                  <a:lnTo>
                    <a:pt x="0" y="0"/>
                  </a:lnTo>
                  <a:lnTo>
                    <a:pt x="125650" y="0"/>
                  </a:lnTo>
                  <a:lnTo>
                    <a:pt x="125650" y="2431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17" name="object 3717" descr=""/>
            <p:cNvSpPr/>
            <p:nvPr/>
          </p:nvSpPr>
          <p:spPr>
            <a:xfrm>
              <a:off x="12265238" y="9108403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50" y="0"/>
                  </a:moveTo>
                  <a:lnTo>
                    <a:pt x="0" y="0"/>
                  </a:lnTo>
                  <a:lnTo>
                    <a:pt x="0" y="24302"/>
                  </a:lnTo>
                  <a:lnTo>
                    <a:pt x="125650" y="24302"/>
                  </a:lnTo>
                  <a:lnTo>
                    <a:pt x="1256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8" name="object 3718" descr=""/>
            <p:cNvSpPr/>
            <p:nvPr/>
          </p:nvSpPr>
          <p:spPr>
            <a:xfrm>
              <a:off x="12265238" y="9108403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50" y="24302"/>
                  </a:moveTo>
                  <a:lnTo>
                    <a:pt x="0" y="24302"/>
                  </a:lnTo>
                  <a:lnTo>
                    <a:pt x="0" y="0"/>
                  </a:lnTo>
                  <a:lnTo>
                    <a:pt x="125650" y="0"/>
                  </a:lnTo>
                  <a:lnTo>
                    <a:pt x="125650" y="2430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19" name="object 3719" descr=""/>
            <p:cNvSpPr/>
            <p:nvPr/>
          </p:nvSpPr>
          <p:spPr>
            <a:xfrm>
              <a:off x="12265238" y="8981925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50" y="0"/>
                  </a:moveTo>
                  <a:lnTo>
                    <a:pt x="0" y="0"/>
                  </a:lnTo>
                  <a:lnTo>
                    <a:pt x="0" y="24313"/>
                  </a:lnTo>
                  <a:lnTo>
                    <a:pt x="125650" y="24313"/>
                  </a:lnTo>
                  <a:lnTo>
                    <a:pt x="1256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0" name="object 3720" descr=""/>
            <p:cNvSpPr/>
            <p:nvPr/>
          </p:nvSpPr>
          <p:spPr>
            <a:xfrm>
              <a:off x="12265238" y="8981925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50" y="24313"/>
                  </a:moveTo>
                  <a:lnTo>
                    <a:pt x="0" y="24313"/>
                  </a:lnTo>
                  <a:lnTo>
                    <a:pt x="0" y="0"/>
                  </a:lnTo>
                  <a:lnTo>
                    <a:pt x="125650" y="0"/>
                  </a:lnTo>
                  <a:lnTo>
                    <a:pt x="125650" y="2431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21" name="object 3721" descr=""/>
            <p:cNvSpPr/>
            <p:nvPr/>
          </p:nvSpPr>
          <p:spPr>
            <a:xfrm>
              <a:off x="12265238" y="8855468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50" y="0"/>
                  </a:moveTo>
                  <a:lnTo>
                    <a:pt x="0" y="0"/>
                  </a:lnTo>
                  <a:lnTo>
                    <a:pt x="0" y="24302"/>
                  </a:lnTo>
                  <a:lnTo>
                    <a:pt x="125650" y="24302"/>
                  </a:lnTo>
                  <a:lnTo>
                    <a:pt x="1256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2" name="object 3722" descr=""/>
            <p:cNvSpPr/>
            <p:nvPr/>
          </p:nvSpPr>
          <p:spPr>
            <a:xfrm>
              <a:off x="12265238" y="8855468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50" y="24302"/>
                  </a:moveTo>
                  <a:lnTo>
                    <a:pt x="0" y="24302"/>
                  </a:lnTo>
                  <a:lnTo>
                    <a:pt x="0" y="0"/>
                  </a:lnTo>
                  <a:lnTo>
                    <a:pt x="125650" y="0"/>
                  </a:lnTo>
                  <a:lnTo>
                    <a:pt x="125650" y="2430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23" name="object 3723" descr=""/>
            <p:cNvSpPr/>
            <p:nvPr/>
          </p:nvSpPr>
          <p:spPr>
            <a:xfrm>
              <a:off x="12265238" y="8729001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50" y="0"/>
                  </a:moveTo>
                  <a:lnTo>
                    <a:pt x="0" y="0"/>
                  </a:lnTo>
                  <a:lnTo>
                    <a:pt x="0" y="24313"/>
                  </a:lnTo>
                  <a:lnTo>
                    <a:pt x="125650" y="24313"/>
                  </a:lnTo>
                  <a:lnTo>
                    <a:pt x="1256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4" name="object 3724" descr=""/>
            <p:cNvSpPr/>
            <p:nvPr/>
          </p:nvSpPr>
          <p:spPr>
            <a:xfrm>
              <a:off x="12265238" y="8729001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50" y="24313"/>
                  </a:moveTo>
                  <a:lnTo>
                    <a:pt x="0" y="24313"/>
                  </a:lnTo>
                  <a:lnTo>
                    <a:pt x="0" y="0"/>
                  </a:lnTo>
                  <a:lnTo>
                    <a:pt x="125650" y="0"/>
                  </a:lnTo>
                  <a:lnTo>
                    <a:pt x="125650" y="2431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25" name="object 3725" descr=""/>
            <p:cNvSpPr/>
            <p:nvPr/>
          </p:nvSpPr>
          <p:spPr>
            <a:xfrm>
              <a:off x="12265238" y="8602544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50" y="0"/>
                  </a:moveTo>
                  <a:lnTo>
                    <a:pt x="0" y="0"/>
                  </a:lnTo>
                  <a:lnTo>
                    <a:pt x="0" y="24302"/>
                  </a:lnTo>
                  <a:lnTo>
                    <a:pt x="125650" y="24302"/>
                  </a:lnTo>
                  <a:lnTo>
                    <a:pt x="1256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6" name="object 3726" descr=""/>
            <p:cNvSpPr/>
            <p:nvPr/>
          </p:nvSpPr>
          <p:spPr>
            <a:xfrm>
              <a:off x="12265238" y="8602544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50" y="24302"/>
                  </a:moveTo>
                  <a:lnTo>
                    <a:pt x="0" y="24302"/>
                  </a:lnTo>
                  <a:lnTo>
                    <a:pt x="0" y="0"/>
                  </a:lnTo>
                  <a:lnTo>
                    <a:pt x="125650" y="0"/>
                  </a:lnTo>
                  <a:lnTo>
                    <a:pt x="125650" y="2430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27" name="object 3727" descr=""/>
            <p:cNvSpPr/>
            <p:nvPr/>
          </p:nvSpPr>
          <p:spPr>
            <a:xfrm>
              <a:off x="12265238" y="8476066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50" y="0"/>
                  </a:moveTo>
                  <a:lnTo>
                    <a:pt x="0" y="0"/>
                  </a:lnTo>
                  <a:lnTo>
                    <a:pt x="0" y="24313"/>
                  </a:lnTo>
                  <a:lnTo>
                    <a:pt x="125650" y="24313"/>
                  </a:lnTo>
                  <a:lnTo>
                    <a:pt x="1256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8" name="object 3728" descr=""/>
            <p:cNvSpPr/>
            <p:nvPr/>
          </p:nvSpPr>
          <p:spPr>
            <a:xfrm>
              <a:off x="12265238" y="8476066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50" y="24313"/>
                  </a:moveTo>
                  <a:lnTo>
                    <a:pt x="0" y="24313"/>
                  </a:lnTo>
                  <a:lnTo>
                    <a:pt x="0" y="0"/>
                  </a:lnTo>
                  <a:lnTo>
                    <a:pt x="125650" y="0"/>
                  </a:lnTo>
                  <a:lnTo>
                    <a:pt x="125650" y="2431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29" name="object 3729" descr=""/>
            <p:cNvSpPr/>
            <p:nvPr/>
          </p:nvSpPr>
          <p:spPr>
            <a:xfrm>
              <a:off x="12265238" y="8349609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50" y="0"/>
                  </a:moveTo>
                  <a:lnTo>
                    <a:pt x="0" y="0"/>
                  </a:lnTo>
                  <a:lnTo>
                    <a:pt x="0" y="24302"/>
                  </a:lnTo>
                  <a:lnTo>
                    <a:pt x="125650" y="24302"/>
                  </a:lnTo>
                  <a:lnTo>
                    <a:pt x="1256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0" name="object 3730" descr=""/>
            <p:cNvSpPr/>
            <p:nvPr/>
          </p:nvSpPr>
          <p:spPr>
            <a:xfrm>
              <a:off x="12265238" y="8349609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50" y="24302"/>
                  </a:moveTo>
                  <a:lnTo>
                    <a:pt x="0" y="24302"/>
                  </a:lnTo>
                  <a:lnTo>
                    <a:pt x="0" y="0"/>
                  </a:lnTo>
                  <a:lnTo>
                    <a:pt x="125650" y="0"/>
                  </a:lnTo>
                  <a:lnTo>
                    <a:pt x="125650" y="2430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31" name="object 3731" descr=""/>
            <p:cNvSpPr/>
            <p:nvPr/>
          </p:nvSpPr>
          <p:spPr>
            <a:xfrm>
              <a:off x="12265238" y="8223142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50" y="0"/>
                  </a:moveTo>
                  <a:lnTo>
                    <a:pt x="0" y="0"/>
                  </a:lnTo>
                  <a:lnTo>
                    <a:pt x="0" y="24313"/>
                  </a:lnTo>
                  <a:lnTo>
                    <a:pt x="125650" y="24313"/>
                  </a:lnTo>
                  <a:lnTo>
                    <a:pt x="1256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2" name="object 3732" descr=""/>
            <p:cNvSpPr/>
            <p:nvPr/>
          </p:nvSpPr>
          <p:spPr>
            <a:xfrm>
              <a:off x="12265238" y="8223142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50" y="24313"/>
                  </a:moveTo>
                  <a:lnTo>
                    <a:pt x="0" y="24313"/>
                  </a:lnTo>
                  <a:lnTo>
                    <a:pt x="0" y="0"/>
                  </a:lnTo>
                  <a:lnTo>
                    <a:pt x="125650" y="0"/>
                  </a:lnTo>
                  <a:lnTo>
                    <a:pt x="125650" y="2431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33" name="object 3733" descr=""/>
            <p:cNvSpPr/>
            <p:nvPr/>
          </p:nvSpPr>
          <p:spPr>
            <a:xfrm>
              <a:off x="12265238" y="8096675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50" y="0"/>
                  </a:moveTo>
                  <a:lnTo>
                    <a:pt x="0" y="0"/>
                  </a:lnTo>
                  <a:lnTo>
                    <a:pt x="0" y="24313"/>
                  </a:lnTo>
                  <a:lnTo>
                    <a:pt x="125650" y="24313"/>
                  </a:lnTo>
                  <a:lnTo>
                    <a:pt x="1256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4" name="object 3734" descr=""/>
            <p:cNvSpPr/>
            <p:nvPr/>
          </p:nvSpPr>
          <p:spPr>
            <a:xfrm>
              <a:off x="12265238" y="8096675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50" y="24313"/>
                  </a:moveTo>
                  <a:lnTo>
                    <a:pt x="0" y="24313"/>
                  </a:lnTo>
                  <a:lnTo>
                    <a:pt x="0" y="0"/>
                  </a:lnTo>
                  <a:lnTo>
                    <a:pt x="125650" y="0"/>
                  </a:lnTo>
                  <a:lnTo>
                    <a:pt x="125650" y="2431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35" name="object 3735" descr=""/>
            <p:cNvSpPr/>
            <p:nvPr/>
          </p:nvSpPr>
          <p:spPr>
            <a:xfrm>
              <a:off x="12265238" y="7970218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50" y="0"/>
                  </a:moveTo>
                  <a:lnTo>
                    <a:pt x="0" y="0"/>
                  </a:lnTo>
                  <a:lnTo>
                    <a:pt x="0" y="24302"/>
                  </a:lnTo>
                  <a:lnTo>
                    <a:pt x="125650" y="24302"/>
                  </a:lnTo>
                  <a:lnTo>
                    <a:pt x="1256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6" name="object 3736" descr=""/>
            <p:cNvSpPr/>
            <p:nvPr/>
          </p:nvSpPr>
          <p:spPr>
            <a:xfrm>
              <a:off x="12265238" y="7970218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50" y="24302"/>
                  </a:moveTo>
                  <a:lnTo>
                    <a:pt x="0" y="24302"/>
                  </a:lnTo>
                  <a:lnTo>
                    <a:pt x="0" y="0"/>
                  </a:lnTo>
                  <a:lnTo>
                    <a:pt x="125650" y="0"/>
                  </a:lnTo>
                  <a:lnTo>
                    <a:pt x="125650" y="2430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37" name="object 3737" descr=""/>
            <p:cNvSpPr/>
            <p:nvPr/>
          </p:nvSpPr>
          <p:spPr>
            <a:xfrm>
              <a:off x="12265238" y="7843761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50" y="0"/>
                  </a:moveTo>
                  <a:lnTo>
                    <a:pt x="0" y="0"/>
                  </a:lnTo>
                  <a:lnTo>
                    <a:pt x="0" y="24302"/>
                  </a:lnTo>
                  <a:lnTo>
                    <a:pt x="125650" y="24302"/>
                  </a:lnTo>
                  <a:lnTo>
                    <a:pt x="1256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8" name="object 3738" descr=""/>
            <p:cNvSpPr/>
            <p:nvPr/>
          </p:nvSpPr>
          <p:spPr>
            <a:xfrm>
              <a:off x="12265238" y="7843761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50" y="24302"/>
                  </a:moveTo>
                  <a:lnTo>
                    <a:pt x="0" y="24302"/>
                  </a:lnTo>
                  <a:lnTo>
                    <a:pt x="0" y="0"/>
                  </a:lnTo>
                  <a:lnTo>
                    <a:pt x="125650" y="0"/>
                  </a:lnTo>
                  <a:lnTo>
                    <a:pt x="125650" y="2430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39" name="object 3739" descr=""/>
            <p:cNvSpPr/>
            <p:nvPr/>
          </p:nvSpPr>
          <p:spPr>
            <a:xfrm>
              <a:off x="12265238" y="7717294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50" y="0"/>
                  </a:moveTo>
                  <a:lnTo>
                    <a:pt x="0" y="0"/>
                  </a:lnTo>
                  <a:lnTo>
                    <a:pt x="0" y="24302"/>
                  </a:lnTo>
                  <a:lnTo>
                    <a:pt x="125650" y="24302"/>
                  </a:lnTo>
                  <a:lnTo>
                    <a:pt x="1256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0" name="object 3740" descr=""/>
            <p:cNvSpPr/>
            <p:nvPr/>
          </p:nvSpPr>
          <p:spPr>
            <a:xfrm>
              <a:off x="12265238" y="7717294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50" y="24302"/>
                  </a:moveTo>
                  <a:lnTo>
                    <a:pt x="0" y="24302"/>
                  </a:lnTo>
                  <a:lnTo>
                    <a:pt x="0" y="0"/>
                  </a:lnTo>
                  <a:lnTo>
                    <a:pt x="125650" y="0"/>
                  </a:lnTo>
                  <a:lnTo>
                    <a:pt x="125650" y="2430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41" name="object 3741" descr=""/>
            <p:cNvSpPr/>
            <p:nvPr/>
          </p:nvSpPr>
          <p:spPr>
            <a:xfrm>
              <a:off x="12265238" y="7590816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50" y="0"/>
                  </a:moveTo>
                  <a:lnTo>
                    <a:pt x="0" y="0"/>
                  </a:lnTo>
                  <a:lnTo>
                    <a:pt x="0" y="24313"/>
                  </a:lnTo>
                  <a:lnTo>
                    <a:pt x="125650" y="24313"/>
                  </a:lnTo>
                  <a:lnTo>
                    <a:pt x="1256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2" name="object 3742" descr=""/>
            <p:cNvSpPr/>
            <p:nvPr/>
          </p:nvSpPr>
          <p:spPr>
            <a:xfrm>
              <a:off x="12265238" y="7590816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50" y="24313"/>
                  </a:moveTo>
                  <a:lnTo>
                    <a:pt x="0" y="24313"/>
                  </a:lnTo>
                  <a:lnTo>
                    <a:pt x="0" y="0"/>
                  </a:lnTo>
                  <a:lnTo>
                    <a:pt x="125650" y="0"/>
                  </a:lnTo>
                  <a:lnTo>
                    <a:pt x="125650" y="2431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43" name="object 3743" descr=""/>
            <p:cNvSpPr/>
            <p:nvPr/>
          </p:nvSpPr>
          <p:spPr>
            <a:xfrm>
              <a:off x="12265238" y="7464359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50" y="0"/>
                  </a:moveTo>
                  <a:lnTo>
                    <a:pt x="0" y="0"/>
                  </a:lnTo>
                  <a:lnTo>
                    <a:pt x="0" y="24313"/>
                  </a:lnTo>
                  <a:lnTo>
                    <a:pt x="125650" y="24313"/>
                  </a:lnTo>
                  <a:lnTo>
                    <a:pt x="1256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4" name="object 3744" descr=""/>
            <p:cNvSpPr/>
            <p:nvPr/>
          </p:nvSpPr>
          <p:spPr>
            <a:xfrm>
              <a:off x="12265238" y="7464359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50" y="24313"/>
                  </a:moveTo>
                  <a:lnTo>
                    <a:pt x="0" y="24313"/>
                  </a:lnTo>
                  <a:lnTo>
                    <a:pt x="0" y="0"/>
                  </a:lnTo>
                  <a:lnTo>
                    <a:pt x="125650" y="0"/>
                  </a:lnTo>
                  <a:lnTo>
                    <a:pt x="125650" y="2431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45" name="object 3745" descr=""/>
            <p:cNvSpPr/>
            <p:nvPr/>
          </p:nvSpPr>
          <p:spPr>
            <a:xfrm>
              <a:off x="12277395" y="7448967"/>
              <a:ext cx="604520" cy="15875"/>
            </a:xfrm>
            <a:custGeom>
              <a:avLst/>
              <a:gdLst/>
              <a:ahLst/>
              <a:cxnLst/>
              <a:rect l="l" t="t" r="r" b="b"/>
              <a:pathLst>
                <a:path w="604520" h="15875">
                  <a:moveTo>
                    <a:pt x="603950" y="0"/>
                  </a:moveTo>
                  <a:lnTo>
                    <a:pt x="0" y="0"/>
                  </a:lnTo>
                  <a:lnTo>
                    <a:pt x="0" y="15392"/>
                  </a:lnTo>
                  <a:lnTo>
                    <a:pt x="603950" y="15392"/>
                  </a:lnTo>
                  <a:lnTo>
                    <a:pt x="6039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6" name="object 3746" descr=""/>
            <p:cNvSpPr/>
            <p:nvPr/>
          </p:nvSpPr>
          <p:spPr>
            <a:xfrm>
              <a:off x="12272150" y="7443743"/>
              <a:ext cx="614680" cy="33655"/>
            </a:xfrm>
            <a:custGeom>
              <a:avLst/>
              <a:gdLst/>
              <a:ahLst/>
              <a:cxnLst/>
              <a:rect l="l" t="t" r="r" b="b"/>
              <a:pathLst>
                <a:path w="614679" h="33654">
                  <a:moveTo>
                    <a:pt x="614426" y="0"/>
                  </a:moveTo>
                  <a:lnTo>
                    <a:pt x="0" y="0"/>
                  </a:lnTo>
                  <a:lnTo>
                    <a:pt x="0" y="12928"/>
                  </a:lnTo>
                  <a:lnTo>
                    <a:pt x="0" y="20624"/>
                  </a:lnTo>
                  <a:lnTo>
                    <a:pt x="0" y="33553"/>
                  </a:lnTo>
                  <a:lnTo>
                    <a:pt x="614426" y="33553"/>
                  </a:lnTo>
                  <a:lnTo>
                    <a:pt x="614426" y="20624"/>
                  </a:lnTo>
                  <a:lnTo>
                    <a:pt x="614426" y="12928"/>
                  </a:lnTo>
                  <a:lnTo>
                    <a:pt x="614426" y="0"/>
                  </a:lnTo>
                  <a:close/>
                </a:path>
              </a:pathLst>
            </a:custGeom>
            <a:solidFill>
              <a:srgbClr val="007B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7" name="object 3747" descr=""/>
            <p:cNvSpPr/>
            <p:nvPr/>
          </p:nvSpPr>
          <p:spPr>
            <a:xfrm>
              <a:off x="12265238" y="7344373"/>
              <a:ext cx="125730" cy="120014"/>
            </a:xfrm>
            <a:custGeom>
              <a:avLst/>
              <a:gdLst/>
              <a:ahLst/>
              <a:cxnLst/>
              <a:rect l="l" t="t" r="r" b="b"/>
              <a:pathLst>
                <a:path w="125729" h="120015">
                  <a:moveTo>
                    <a:pt x="125650" y="0"/>
                  </a:moveTo>
                  <a:lnTo>
                    <a:pt x="0" y="0"/>
                  </a:lnTo>
                  <a:lnTo>
                    <a:pt x="0" y="119985"/>
                  </a:lnTo>
                  <a:lnTo>
                    <a:pt x="125650" y="119985"/>
                  </a:lnTo>
                  <a:lnTo>
                    <a:pt x="1256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8" name="object 3748" descr=""/>
            <p:cNvSpPr/>
            <p:nvPr/>
          </p:nvSpPr>
          <p:spPr>
            <a:xfrm>
              <a:off x="12265238" y="7344373"/>
              <a:ext cx="125730" cy="120014"/>
            </a:xfrm>
            <a:custGeom>
              <a:avLst/>
              <a:gdLst/>
              <a:ahLst/>
              <a:cxnLst/>
              <a:rect l="l" t="t" r="r" b="b"/>
              <a:pathLst>
                <a:path w="125729" h="120015">
                  <a:moveTo>
                    <a:pt x="0" y="0"/>
                  </a:moveTo>
                  <a:lnTo>
                    <a:pt x="125650" y="0"/>
                  </a:lnTo>
                  <a:lnTo>
                    <a:pt x="125650" y="119985"/>
                  </a:lnTo>
                  <a:lnTo>
                    <a:pt x="0" y="119985"/>
                  </a:lnTo>
                  <a:lnTo>
                    <a:pt x="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49" name="object 3749" descr=""/>
            <p:cNvSpPr/>
            <p:nvPr/>
          </p:nvSpPr>
          <p:spPr>
            <a:xfrm>
              <a:off x="12449251" y="7294530"/>
              <a:ext cx="300355" cy="120650"/>
            </a:xfrm>
            <a:custGeom>
              <a:avLst/>
              <a:gdLst/>
              <a:ahLst/>
              <a:cxnLst/>
              <a:rect l="l" t="t" r="r" b="b"/>
              <a:pathLst>
                <a:path w="300354" h="120650">
                  <a:moveTo>
                    <a:pt x="299935" y="19050"/>
                  </a:moveTo>
                  <a:lnTo>
                    <a:pt x="162128" y="19050"/>
                  </a:lnTo>
                  <a:lnTo>
                    <a:pt x="162128" y="0"/>
                  </a:lnTo>
                  <a:lnTo>
                    <a:pt x="0" y="0"/>
                  </a:lnTo>
                  <a:lnTo>
                    <a:pt x="0" y="19050"/>
                  </a:lnTo>
                  <a:lnTo>
                    <a:pt x="0" y="77470"/>
                  </a:lnTo>
                  <a:lnTo>
                    <a:pt x="0" y="120650"/>
                  </a:lnTo>
                  <a:lnTo>
                    <a:pt x="162128" y="120650"/>
                  </a:lnTo>
                  <a:lnTo>
                    <a:pt x="162128" y="77470"/>
                  </a:lnTo>
                  <a:lnTo>
                    <a:pt x="299935" y="77470"/>
                  </a:lnTo>
                  <a:lnTo>
                    <a:pt x="299935" y="190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0" name="object 3750" descr=""/>
            <p:cNvSpPr/>
            <p:nvPr/>
          </p:nvSpPr>
          <p:spPr>
            <a:xfrm>
              <a:off x="12449258" y="7294119"/>
              <a:ext cx="300355" cy="121920"/>
            </a:xfrm>
            <a:custGeom>
              <a:avLst/>
              <a:gdLst/>
              <a:ahLst/>
              <a:cxnLst/>
              <a:rect l="l" t="t" r="r" b="b"/>
              <a:pathLst>
                <a:path w="300354" h="121920">
                  <a:moveTo>
                    <a:pt x="162131" y="19454"/>
                  </a:moveTo>
                  <a:lnTo>
                    <a:pt x="162131" y="0"/>
                  </a:lnTo>
                  <a:lnTo>
                    <a:pt x="0" y="0"/>
                  </a:lnTo>
                  <a:lnTo>
                    <a:pt x="0" y="121598"/>
                  </a:lnTo>
                  <a:lnTo>
                    <a:pt x="162131" y="121598"/>
                  </a:lnTo>
                  <a:lnTo>
                    <a:pt x="162131" y="77819"/>
                  </a:lnTo>
                  <a:lnTo>
                    <a:pt x="299938" y="77819"/>
                  </a:lnTo>
                  <a:lnTo>
                    <a:pt x="299938" y="19454"/>
                  </a:lnTo>
                  <a:lnTo>
                    <a:pt x="162131" y="1945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51" name="object 3751" descr=""/>
            <p:cNvSpPr/>
            <p:nvPr/>
          </p:nvSpPr>
          <p:spPr>
            <a:xfrm>
              <a:off x="12101493" y="7137669"/>
              <a:ext cx="876300" cy="168910"/>
            </a:xfrm>
            <a:custGeom>
              <a:avLst/>
              <a:gdLst/>
              <a:ahLst/>
              <a:cxnLst/>
              <a:rect l="l" t="t" r="r" b="b"/>
              <a:pathLst>
                <a:path w="876300" h="168909">
                  <a:moveTo>
                    <a:pt x="870476" y="0"/>
                  </a:moveTo>
                  <a:lnTo>
                    <a:pt x="0" y="131713"/>
                  </a:lnTo>
                  <a:lnTo>
                    <a:pt x="5570" y="168581"/>
                  </a:lnTo>
                  <a:lnTo>
                    <a:pt x="876046" y="36867"/>
                  </a:lnTo>
                  <a:lnTo>
                    <a:pt x="8704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2" name="object 3752" descr=""/>
            <p:cNvSpPr/>
            <p:nvPr/>
          </p:nvSpPr>
          <p:spPr>
            <a:xfrm>
              <a:off x="12101493" y="7137669"/>
              <a:ext cx="876300" cy="168910"/>
            </a:xfrm>
            <a:custGeom>
              <a:avLst/>
              <a:gdLst/>
              <a:ahLst/>
              <a:cxnLst/>
              <a:rect l="l" t="t" r="r" b="b"/>
              <a:pathLst>
                <a:path w="876300" h="168909">
                  <a:moveTo>
                    <a:pt x="870476" y="0"/>
                  </a:moveTo>
                  <a:lnTo>
                    <a:pt x="0" y="131713"/>
                  </a:lnTo>
                  <a:lnTo>
                    <a:pt x="5570" y="168581"/>
                  </a:lnTo>
                  <a:lnTo>
                    <a:pt x="876046" y="36867"/>
                  </a:lnTo>
                  <a:lnTo>
                    <a:pt x="870476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53" name="object 3753" descr=""/>
            <p:cNvSpPr/>
            <p:nvPr/>
          </p:nvSpPr>
          <p:spPr>
            <a:xfrm>
              <a:off x="12277395" y="7388152"/>
              <a:ext cx="50800" cy="76835"/>
            </a:xfrm>
            <a:custGeom>
              <a:avLst/>
              <a:gdLst/>
              <a:ahLst/>
              <a:cxnLst/>
              <a:rect l="l" t="t" r="r" b="b"/>
              <a:pathLst>
                <a:path w="50800" h="76834">
                  <a:moveTo>
                    <a:pt x="50668" y="0"/>
                  </a:moveTo>
                  <a:lnTo>
                    <a:pt x="0" y="0"/>
                  </a:lnTo>
                  <a:lnTo>
                    <a:pt x="0" y="76207"/>
                  </a:lnTo>
                  <a:lnTo>
                    <a:pt x="50668" y="76207"/>
                  </a:lnTo>
                  <a:lnTo>
                    <a:pt x="50668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54" name="object 3754" descr=""/>
            <p:cNvSpPr/>
            <p:nvPr/>
          </p:nvSpPr>
          <p:spPr>
            <a:xfrm>
              <a:off x="12265238" y="9666951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47"/>
                  </a:lnTo>
                  <a:lnTo>
                    <a:pt x="709381" y="34847"/>
                  </a:lnTo>
                  <a:lnTo>
                    <a:pt x="709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5" name="object 3755" descr=""/>
            <p:cNvSpPr/>
            <p:nvPr/>
          </p:nvSpPr>
          <p:spPr>
            <a:xfrm>
              <a:off x="12265238" y="9666951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47"/>
                  </a:lnTo>
                  <a:lnTo>
                    <a:pt x="709381" y="34847"/>
                  </a:lnTo>
                  <a:lnTo>
                    <a:pt x="709381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56" name="object 3756" descr=""/>
            <p:cNvSpPr/>
            <p:nvPr/>
          </p:nvSpPr>
          <p:spPr>
            <a:xfrm>
              <a:off x="12265238" y="9579415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709381" y="34836"/>
                  </a:lnTo>
                  <a:lnTo>
                    <a:pt x="709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7" name="object 3757" descr=""/>
            <p:cNvSpPr/>
            <p:nvPr/>
          </p:nvSpPr>
          <p:spPr>
            <a:xfrm>
              <a:off x="12265238" y="9579415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709381" y="34836"/>
                  </a:lnTo>
                  <a:lnTo>
                    <a:pt x="709381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58" name="object 3758" descr=""/>
            <p:cNvSpPr/>
            <p:nvPr/>
          </p:nvSpPr>
          <p:spPr>
            <a:xfrm>
              <a:off x="12265238" y="9452948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709381" y="34836"/>
                  </a:lnTo>
                  <a:lnTo>
                    <a:pt x="709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9" name="object 3759" descr=""/>
            <p:cNvSpPr/>
            <p:nvPr/>
          </p:nvSpPr>
          <p:spPr>
            <a:xfrm>
              <a:off x="12265238" y="9452948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709381" y="34836"/>
                  </a:lnTo>
                  <a:lnTo>
                    <a:pt x="709381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60" name="object 3760" descr=""/>
            <p:cNvSpPr/>
            <p:nvPr/>
          </p:nvSpPr>
          <p:spPr>
            <a:xfrm>
              <a:off x="12265238" y="9326480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47"/>
                  </a:lnTo>
                  <a:lnTo>
                    <a:pt x="709381" y="34847"/>
                  </a:lnTo>
                  <a:lnTo>
                    <a:pt x="709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1" name="object 3761" descr=""/>
            <p:cNvSpPr/>
            <p:nvPr/>
          </p:nvSpPr>
          <p:spPr>
            <a:xfrm>
              <a:off x="12265238" y="9326480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47"/>
                  </a:lnTo>
                  <a:lnTo>
                    <a:pt x="709381" y="34847"/>
                  </a:lnTo>
                  <a:lnTo>
                    <a:pt x="709381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62" name="object 3762" descr=""/>
            <p:cNvSpPr/>
            <p:nvPr/>
          </p:nvSpPr>
          <p:spPr>
            <a:xfrm>
              <a:off x="12265238" y="9200023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709381" y="34836"/>
                  </a:lnTo>
                  <a:lnTo>
                    <a:pt x="709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3" name="object 3763" descr=""/>
            <p:cNvSpPr/>
            <p:nvPr/>
          </p:nvSpPr>
          <p:spPr>
            <a:xfrm>
              <a:off x="12265238" y="9200023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709381" y="34836"/>
                  </a:lnTo>
                  <a:lnTo>
                    <a:pt x="709381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64" name="object 3764" descr=""/>
            <p:cNvSpPr/>
            <p:nvPr/>
          </p:nvSpPr>
          <p:spPr>
            <a:xfrm>
              <a:off x="12265238" y="9074729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709381" y="34836"/>
                  </a:lnTo>
                  <a:lnTo>
                    <a:pt x="709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5" name="object 3765" descr=""/>
            <p:cNvSpPr/>
            <p:nvPr/>
          </p:nvSpPr>
          <p:spPr>
            <a:xfrm>
              <a:off x="12265238" y="9074729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709381" y="34836"/>
                  </a:lnTo>
                  <a:lnTo>
                    <a:pt x="709381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66" name="object 3766" descr=""/>
            <p:cNvSpPr/>
            <p:nvPr/>
          </p:nvSpPr>
          <p:spPr>
            <a:xfrm>
              <a:off x="12265238" y="8948272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709381" y="34836"/>
                  </a:lnTo>
                  <a:lnTo>
                    <a:pt x="709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7" name="object 3767" descr=""/>
            <p:cNvSpPr/>
            <p:nvPr/>
          </p:nvSpPr>
          <p:spPr>
            <a:xfrm>
              <a:off x="12265238" y="8948272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709381" y="34836"/>
                  </a:lnTo>
                  <a:lnTo>
                    <a:pt x="709381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68" name="object 3768" descr=""/>
            <p:cNvSpPr/>
            <p:nvPr/>
          </p:nvSpPr>
          <p:spPr>
            <a:xfrm>
              <a:off x="12265238" y="8821804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709381" y="34836"/>
                  </a:lnTo>
                  <a:lnTo>
                    <a:pt x="709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9" name="object 3769" descr=""/>
            <p:cNvSpPr/>
            <p:nvPr/>
          </p:nvSpPr>
          <p:spPr>
            <a:xfrm>
              <a:off x="12265238" y="8821804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709381" y="34836"/>
                  </a:lnTo>
                  <a:lnTo>
                    <a:pt x="709381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70" name="object 3770" descr=""/>
            <p:cNvSpPr/>
            <p:nvPr/>
          </p:nvSpPr>
          <p:spPr>
            <a:xfrm>
              <a:off x="12265238" y="8695348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709381" y="34836"/>
                  </a:lnTo>
                  <a:lnTo>
                    <a:pt x="709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1" name="object 3771" descr=""/>
            <p:cNvSpPr/>
            <p:nvPr/>
          </p:nvSpPr>
          <p:spPr>
            <a:xfrm>
              <a:off x="12265238" y="8695348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709381" y="34836"/>
                  </a:lnTo>
                  <a:lnTo>
                    <a:pt x="709381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72" name="object 3772" descr=""/>
            <p:cNvSpPr/>
            <p:nvPr/>
          </p:nvSpPr>
          <p:spPr>
            <a:xfrm>
              <a:off x="12265238" y="8567697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709381" y="34836"/>
                  </a:lnTo>
                  <a:lnTo>
                    <a:pt x="709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3" name="object 3773" descr=""/>
            <p:cNvSpPr/>
            <p:nvPr/>
          </p:nvSpPr>
          <p:spPr>
            <a:xfrm>
              <a:off x="12265238" y="8567697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709381" y="34836"/>
                  </a:lnTo>
                  <a:lnTo>
                    <a:pt x="709381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74" name="object 3774" descr=""/>
            <p:cNvSpPr/>
            <p:nvPr/>
          </p:nvSpPr>
          <p:spPr>
            <a:xfrm>
              <a:off x="12265238" y="8441230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709381" y="34836"/>
                  </a:lnTo>
                  <a:lnTo>
                    <a:pt x="709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5" name="object 3775" descr=""/>
            <p:cNvSpPr/>
            <p:nvPr/>
          </p:nvSpPr>
          <p:spPr>
            <a:xfrm>
              <a:off x="12265238" y="8441230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709381" y="34836"/>
                  </a:lnTo>
                  <a:lnTo>
                    <a:pt x="709381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76" name="object 3776" descr=""/>
            <p:cNvSpPr/>
            <p:nvPr/>
          </p:nvSpPr>
          <p:spPr>
            <a:xfrm>
              <a:off x="12265238" y="8314773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709381" y="34836"/>
                  </a:lnTo>
                  <a:lnTo>
                    <a:pt x="709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7" name="object 3777" descr=""/>
            <p:cNvSpPr/>
            <p:nvPr/>
          </p:nvSpPr>
          <p:spPr>
            <a:xfrm>
              <a:off x="12265238" y="8314773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709381" y="34836"/>
                  </a:lnTo>
                  <a:lnTo>
                    <a:pt x="709381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78" name="object 3778" descr=""/>
            <p:cNvSpPr/>
            <p:nvPr/>
          </p:nvSpPr>
          <p:spPr>
            <a:xfrm>
              <a:off x="12265238" y="8188305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47"/>
                  </a:lnTo>
                  <a:lnTo>
                    <a:pt x="709381" y="34847"/>
                  </a:lnTo>
                  <a:lnTo>
                    <a:pt x="709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9" name="object 3779" descr=""/>
            <p:cNvSpPr/>
            <p:nvPr/>
          </p:nvSpPr>
          <p:spPr>
            <a:xfrm>
              <a:off x="12265238" y="8188305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47"/>
                  </a:lnTo>
                  <a:lnTo>
                    <a:pt x="709381" y="34847"/>
                  </a:lnTo>
                  <a:lnTo>
                    <a:pt x="709381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80" name="object 3780" descr=""/>
            <p:cNvSpPr/>
            <p:nvPr/>
          </p:nvSpPr>
          <p:spPr>
            <a:xfrm>
              <a:off x="12265238" y="8061838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709381" y="34836"/>
                  </a:lnTo>
                  <a:lnTo>
                    <a:pt x="709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1" name="object 3781" descr=""/>
            <p:cNvSpPr/>
            <p:nvPr/>
          </p:nvSpPr>
          <p:spPr>
            <a:xfrm>
              <a:off x="12265238" y="8061838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709381" y="34836"/>
                  </a:lnTo>
                  <a:lnTo>
                    <a:pt x="709381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82" name="object 3782" descr=""/>
            <p:cNvSpPr/>
            <p:nvPr/>
          </p:nvSpPr>
          <p:spPr>
            <a:xfrm>
              <a:off x="12265238" y="7935371"/>
              <a:ext cx="705485" cy="34925"/>
            </a:xfrm>
            <a:custGeom>
              <a:avLst/>
              <a:gdLst/>
              <a:ahLst/>
              <a:cxnLst/>
              <a:rect l="l" t="t" r="r" b="b"/>
              <a:pathLst>
                <a:path w="705484" h="34925">
                  <a:moveTo>
                    <a:pt x="705046" y="0"/>
                  </a:moveTo>
                  <a:lnTo>
                    <a:pt x="0" y="0"/>
                  </a:lnTo>
                  <a:lnTo>
                    <a:pt x="0" y="34847"/>
                  </a:lnTo>
                  <a:lnTo>
                    <a:pt x="705046" y="34847"/>
                  </a:lnTo>
                  <a:lnTo>
                    <a:pt x="7050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3" name="object 3783" descr=""/>
            <p:cNvSpPr/>
            <p:nvPr/>
          </p:nvSpPr>
          <p:spPr>
            <a:xfrm>
              <a:off x="12265238" y="7935371"/>
              <a:ext cx="705485" cy="34925"/>
            </a:xfrm>
            <a:custGeom>
              <a:avLst/>
              <a:gdLst/>
              <a:ahLst/>
              <a:cxnLst/>
              <a:rect l="l" t="t" r="r" b="b"/>
              <a:pathLst>
                <a:path w="705484" h="34925">
                  <a:moveTo>
                    <a:pt x="705046" y="0"/>
                  </a:moveTo>
                  <a:lnTo>
                    <a:pt x="0" y="0"/>
                  </a:lnTo>
                  <a:lnTo>
                    <a:pt x="0" y="34847"/>
                  </a:lnTo>
                  <a:lnTo>
                    <a:pt x="705046" y="34847"/>
                  </a:lnTo>
                  <a:lnTo>
                    <a:pt x="705046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84" name="object 3784" descr=""/>
            <p:cNvSpPr/>
            <p:nvPr/>
          </p:nvSpPr>
          <p:spPr>
            <a:xfrm>
              <a:off x="12265238" y="7808914"/>
              <a:ext cx="695325" cy="34925"/>
            </a:xfrm>
            <a:custGeom>
              <a:avLst/>
              <a:gdLst/>
              <a:ahLst/>
              <a:cxnLst/>
              <a:rect l="l" t="t" r="r" b="b"/>
              <a:pathLst>
                <a:path w="695325" h="34925">
                  <a:moveTo>
                    <a:pt x="695162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695162" y="34836"/>
                  </a:lnTo>
                  <a:lnTo>
                    <a:pt x="6951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5" name="object 3785" descr=""/>
            <p:cNvSpPr/>
            <p:nvPr/>
          </p:nvSpPr>
          <p:spPr>
            <a:xfrm>
              <a:off x="12265238" y="7808914"/>
              <a:ext cx="695325" cy="34925"/>
            </a:xfrm>
            <a:custGeom>
              <a:avLst/>
              <a:gdLst/>
              <a:ahLst/>
              <a:cxnLst/>
              <a:rect l="l" t="t" r="r" b="b"/>
              <a:pathLst>
                <a:path w="695325" h="34925">
                  <a:moveTo>
                    <a:pt x="695162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695162" y="34836"/>
                  </a:lnTo>
                  <a:lnTo>
                    <a:pt x="695162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86" name="object 3786" descr=""/>
            <p:cNvSpPr/>
            <p:nvPr/>
          </p:nvSpPr>
          <p:spPr>
            <a:xfrm>
              <a:off x="12265238" y="7682447"/>
              <a:ext cx="673100" cy="34925"/>
            </a:xfrm>
            <a:custGeom>
              <a:avLst/>
              <a:gdLst/>
              <a:ahLst/>
              <a:cxnLst/>
              <a:rect l="l" t="t" r="r" b="b"/>
              <a:pathLst>
                <a:path w="673100" h="34925">
                  <a:moveTo>
                    <a:pt x="672869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672869" y="34836"/>
                  </a:lnTo>
                  <a:lnTo>
                    <a:pt x="67286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7" name="object 3787" descr=""/>
            <p:cNvSpPr/>
            <p:nvPr/>
          </p:nvSpPr>
          <p:spPr>
            <a:xfrm>
              <a:off x="12265238" y="7682447"/>
              <a:ext cx="673100" cy="34925"/>
            </a:xfrm>
            <a:custGeom>
              <a:avLst/>
              <a:gdLst/>
              <a:ahLst/>
              <a:cxnLst/>
              <a:rect l="l" t="t" r="r" b="b"/>
              <a:pathLst>
                <a:path w="673100" h="34925">
                  <a:moveTo>
                    <a:pt x="672869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672869" y="34836"/>
                  </a:lnTo>
                  <a:lnTo>
                    <a:pt x="67286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88" name="object 3788" descr=""/>
            <p:cNvSpPr/>
            <p:nvPr/>
          </p:nvSpPr>
          <p:spPr>
            <a:xfrm>
              <a:off x="12265249" y="7555979"/>
              <a:ext cx="642620" cy="34925"/>
            </a:xfrm>
            <a:custGeom>
              <a:avLst/>
              <a:gdLst/>
              <a:ahLst/>
              <a:cxnLst/>
              <a:rect l="l" t="t" r="r" b="b"/>
              <a:pathLst>
                <a:path w="642620" h="34925">
                  <a:moveTo>
                    <a:pt x="642053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642053" y="34836"/>
                  </a:lnTo>
                  <a:lnTo>
                    <a:pt x="64205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9" name="object 3789" descr=""/>
            <p:cNvSpPr/>
            <p:nvPr/>
          </p:nvSpPr>
          <p:spPr>
            <a:xfrm>
              <a:off x="12265249" y="7555979"/>
              <a:ext cx="642620" cy="34925"/>
            </a:xfrm>
            <a:custGeom>
              <a:avLst/>
              <a:gdLst/>
              <a:ahLst/>
              <a:cxnLst/>
              <a:rect l="l" t="t" r="r" b="b"/>
              <a:pathLst>
                <a:path w="642620" h="34925">
                  <a:moveTo>
                    <a:pt x="642053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642053" y="34836"/>
                  </a:lnTo>
                  <a:lnTo>
                    <a:pt x="642053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790" name="object 3790" descr=""/>
          <p:cNvGrpSpPr/>
          <p:nvPr/>
        </p:nvGrpSpPr>
        <p:grpSpPr>
          <a:xfrm>
            <a:off x="11144935" y="7132434"/>
            <a:ext cx="890269" cy="2980055"/>
            <a:chOff x="11144935" y="7132434"/>
            <a:chExt cx="890269" cy="2980055"/>
          </a:xfrm>
        </p:grpSpPr>
        <p:sp>
          <p:nvSpPr>
            <p:cNvPr id="3791" name="object 3791" descr=""/>
            <p:cNvSpPr/>
            <p:nvPr/>
          </p:nvSpPr>
          <p:spPr>
            <a:xfrm>
              <a:off x="11313917" y="7194112"/>
              <a:ext cx="716280" cy="2913380"/>
            </a:xfrm>
            <a:custGeom>
              <a:avLst/>
              <a:gdLst/>
              <a:ahLst/>
              <a:cxnLst/>
              <a:rect l="l" t="t" r="r" b="b"/>
              <a:pathLst>
                <a:path w="716279" h="2913379">
                  <a:moveTo>
                    <a:pt x="582945" y="0"/>
                  </a:moveTo>
                  <a:lnTo>
                    <a:pt x="0" y="88206"/>
                  </a:lnTo>
                  <a:lnTo>
                    <a:pt x="0" y="2913021"/>
                  </a:lnTo>
                  <a:lnTo>
                    <a:pt x="706910" y="2913021"/>
                  </a:lnTo>
                  <a:lnTo>
                    <a:pt x="713742" y="1891569"/>
                  </a:lnTo>
                  <a:lnTo>
                    <a:pt x="716020" y="1331192"/>
                  </a:lnTo>
                  <a:lnTo>
                    <a:pt x="713742" y="1033986"/>
                  </a:lnTo>
                  <a:lnTo>
                    <a:pt x="706910" y="802048"/>
                  </a:lnTo>
                  <a:lnTo>
                    <a:pt x="687598" y="569738"/>
                  </a:lnTo>
                  <a:lnTo>
                    <a:pt x="656953" y="403509"/>
                  </a:lnTo>
                  <a:lnTo>
                    <a:pt x="628586" y="303599"/>
                  </a:lnTo>
                  <a:lnTo>
                    <a:pt x="616106" y="270243"/>
                  </a:lnTo>
                  <a:lnTo>
                    <a:pt x="5829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2" name="object 3792" descr=""/>
            <p:cNvSpPr/>
            <p:nvPr/>
          </p:nvSpPr>
          <p:spPr>
            <a:xfrm>
              <a:off x="11313917" y="7194112"/>
              <a:ext cx="716280" cy="2913380"/>
            </a:xfrm>
            <a:custGeom>
              <a:avLst/>
              <a:gdLst/>
              <a:ahLst/>
              <a:cxnLst/>
              <a:rect l="l" t="t" r="r" b="b"/>
              <a:pathLst>
                <a:path w="716279" h="2913379">
                  <a:moveTo>
                    <a:pt x="706910" y="802048"/>
                  </a:moveTo>
                  <a:lnTo>
                    <a:pt x="687598" y="569738"/>
                  </a:lnTo>
                  <a:lnTo>
                    <a:pt x="656953" y="403509"/>
                  </a:lnTo>
                  <a:lnTo>
                    <a:pt x="628586" y="303599"/>
                  </a:lnTo>
                  <a:lnTo>
                    <a:pt x="616106" y="270243"/>
                  </a:lnTo>
                  <a:lnTo>
                    <a:pt x="582945" y="0"/>
                  </a:lnTo>
                  <a:lnTo>
                    <a:pt x="0" y="88206"/>
                  </a:lnTo>
                  <a:lnTo>
                    <a:pt x="0" y="270243"/>
                  </a:lnTo>
                  <a:lnTo>
                    <a:pt x="0" y="294556"/>
                  </a:lnTo>
                  <a:lnTo>
                    <a:pt x="0" y="2913021"/>
                  </a:lnTo>
                  <a:lnTo>
                    <a:pt x="706910" y="2913021"/>
                  </a:lnTo>
                  <a:lnTo>
                    <a:pt x="713742" y="1891569"/>
                  </a:lnTo>
                  <a:lnTo>
                    <a:pt x="716020" y="1331192"/>
                  </a:lnTo>
                  <a:lnTo>
                    <a:pt x="713742" y="1033986"/>
                  </a:lnTo>
                  <a:lnTo>
                    <a:pt x="706910" y="80204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93" name="object 3793" descr=""/>
            <p:cNvSpPr/>
            <p:nvPr/>
          </p:nvSpPr>
          <p:spPr>
            <a:xfrm>
              <a:off x="11313910" y="9701625"/>
              <a:ext cx="707390" cy="405130"/>
            </a:xfrm>
            <a:custGeom>
              <a:avLst/>
              <a:gdLst/>
              <a:ahLst/>
              <a:cxnLst/>
              <a:rect l="l" t="t" r="r" b="b"/>
              <a:pathLst>
                <a:path w="707390" h="405129">
                  <a:moveTo>
                    <a:pt x="706907" y="204470"/>
                  </a:moveTo>
                  <a:lnTo>
                    <a:pt x="678535" y="204470"/>
                  </a:lnTo>
                  <a:lnTo>
                    <a:pt x="678535" y="0"/>
                  </a:lnTo>
                  <a:lnTo>
                    <a:pt x="654215" y="0"/>
                  </a:lnTo>
                  <a:lnTo>
                    <a:pt x="654215" y="204470"/>
                  </a:lnTo>
                  <a:lnTo>
                    <a:pt x="585076" y="204470"/>
                  </a:lnTo>
                  <a:lnTo>
                    <a:pt x="585076" y="0"/>
                  </a:lnTo>
                  <a:lnTo>
                    <a:pt x="560743" y="0"/>
                  </a:lnTo>
                  <a:lnTo>
                    <a:pt x="560743" y="204470"/>
                  </a:lnTo>
                  <a:lnTo>
                    <a:pt x="491617" y="204470"/>
                  </a:lnTo>
                  <a:lnTo>
                    <a:pt x="491617" y="0"/>
                  </a:lnTo>
                  <a:lnTo>
                    <a:pt x="467296" y="0"/>
                  </a:lnTo>
                  <a:lnTo>
                    <a:pt x="467296" y="204470"/>
                  </a:lnTo>
                  <a:lnTo>
                    <a:pt x="398157" y="204470"/>
                  </a:lnTo>
                  <a:lnTo>
                    <a:pt x="398157" y="0"/>
                  </a:lnTo>
                  <a:lnTo>
                    <a:pt x="373849" y="0"/>
                  </a:lnTo>
                  <a:lnTo>
                    <a:pt x="373849" y="204470"/>
                  </a:lnTo>
                  <a:lnTo>
                    <a:pt x="304698" y="204470"/>
                  </a:lnTo>
                  <a:lnTo>
                    <a:pt x="304698" y="0"/>
                  </a:lnTo>
                  <a:lnTo>
                    <a:pt x="280377" y="0"/>
                  </a:lnTo>
                  <a:lnTo>
                    <a:pt x="280377" y="204470"/>
                  </a:lnTo>
                  <a:lnTo>
                    <a:pt x="211226" y="204470"/>
                  </a:lnTo>
                  <a:lnTo>
                    <a:pt x="211226" y="0"/>
                  </a:lnTo>
                  <a:lnTo>
                    <a:pt x="186918" y="0"/>
                  </a:lnTo>
                  <a:lnTo>
                    <a:pt x="186918" y="204470"/>
                  </a:lnTo>
                  <a:lnTo>
                    <a:pt x="117792" y="204470"/>
                  </a:lnTo>
                  <a:lnTo>
                    <a:pt x="117792" y="0"/>
                  </a:lnTo>
                  <a:lnTo>
                    <a:pt x="93459" y="0"/>
                  </a:lnTo>
                  <a:lnTo>
                    <a:pt x="93459" y="204470"/>
                  </a:lnTo>
                  <a:lnTo>
                    <a:pt x="0" y="204470"/>
                  </a:lnTo>
                  <a:lnTo>
                    <a:pt x="0" y="405130"/>
                  </a:lnTo>
                  <a:lnTo>
                    <a:pt x="706907" y="405130"/>
                  </a:lnTo>
                  <a:lnTo>
                    <a:pt x="706907" y="20447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4" name="object 3794" descr=""/>
            <p:cNvSpPr/>
            <p:nvPr/>
          </p:nvSpPr>
          <p:spPr>
            <a:xfrm>
              <a:off x="11313917" y="9701792"/>
              <a:ext cx="707390" cy="405765"/>
            </a:xfrm>
            <a:custGeom>
              <a:avLst/>
              <a:gdLst/>
              <a:ahLst/>
              <a:cxnLst/>
              <a:rect l="l" t="t" r="r" b="b"/>
              <a:pathLst>
                <a:path w="707390" h="405765">
                  <a:moveTo>
                    <a:pt x="678534" y="204297"/>
                  </a:moveTo>
                  <a:lnTo>
                    <a:pt x="678534" y="0"/>
                  </a:lnTo>
                  <a:lnTo>
                    <a:pt x="654210" y="0"/>
                  </a:lnTo>
                  <a:lnTo>
                    <a:pt x="654210" y="204297"/>
                  </a:lnTo>
                  <a:lnTo>
                    <a:pt x="585071" y="204297"/>
                  </a:lnTo>
                  <a:lnTo>
                    <a:pt x="585071" y="0"/>
                  </a:lnTo>
                  <a:lnTo>
                    <a:pt x="560747" y="0"/>
                  </a:lnTo>
                  <a:lnTo>
                    <a:pt x="560747" y="204297"/>
                  </a:lnTo>
                  <a:lnTo>
                    <a:pt x="491618" y="204297"/>
                  </a:lnTo>
                  <a:lnTo>
                    <a:pt x="491618" y="0"/>
                  </a:lnTo>
                  <a:lnTo>
                    <a:pt x="467294" y="0"/>
                  </a:lnTo>
                  <a:lnTo>
                    <a:pt x="467294" y="204297"/>
                  </a:lnTo>
                  <a:lnTo>
                    <a:pt x="398155" y="204297"/>
                  </a:lnTo>
                  <a:lnTo>
                    <a:pt x="398155" y="0"/>
                  </a:lnTo>
                  <a:lnTo>
                    <a:pt x="373842" y="0"/>
                  </a:lnTo>
                  <a:lnTo>
                    <a:pt x="373842" y="204297"/>
                  </a:lnTo>
                  <a:lnTo>
                    <a:pt x="304692" y="204297"/>
                  </a:lnTo>
                  <a:lnTo>
                    <a:pt x="304692" y="0"/>
                  </a:lnTo>
                  <a:lnTo>
                    <a:pt x="280378" y="0"/>
                  </a:lnTo>
                  <a:lnTo>
                    <a:pt x="280378" y="204297"/>
                  </a:lnTo>
                  <a:lnTo>
                    <a:pt x="211229" y="204297"/>
                  </a:lnTo>
                  <a:lnTo>
                    <a:pt x="211229" y="0"/>
                  </a:lnTo>
                  <a:lnTo>
                    <a:pt x="186915" y="0"/>
                  </a:lnTo>
                  <a:lnTo>
                    <a:pt x="186915" y="204297"/>
                  </a:lnTo>
                  <a:lnTo>
                    <a:pt x="117786" y="204297"/>
                  </a:lnTo>
                  <a:lnTo>
                    <a:pt x="117786" y="0"/>
                  </a:lnTo>
                  <a:lnTo>
                    <a:pt x="93463" y="0"/>
                  </a:lnTo>
                  <a:lnTo>
                    <a:pt x="93463" y="204297"/>
                  </a:lnTo>
                  <a:lnTo>
                    <a:pt x="24313" y="204297"/>
                  </a:lnTo>
                  <a:lnTo>
                    <a:pt x="24313" y="0"/>
                  </a:lnTo>
                  <a:lnTo>
                    <a:pt x="0" y="0"/>
                  </a:lnTo>
                  <a:lnTo>
                    <a:pt x="0" y="204297"/>
                  </a:lnTo>
                  <a:lnTo>
                    <a:pt x="0" y="405338"/>
                  </a:lnTo>
                  <a:lnTo>
                    <a:pt x="706910" y="405338"/>
                  </a:lnTo>
                  <a:lnTo>
                    <a:pt x="706910" y="204297"/>
                  </a:lnTo>
                  <a:lnTo>
                    <a:pt x="678534" y="20429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95" name="object 3795" descr=""/>
            <p:cNvSpPr/>
            <p:nvPr/>
          </p:nvSpPr>
          <p:spPr>
            <a:xfrm>
              <a:off x="11225553" y="7269789"/>
              <a:ext cx="88900" cy="2837815"/>
            </a:xfrm>
            <a:custGeom>
              <a:avLst/>
              <a:gdLst/>
              <a:ahLst/>
              <a:cxnLst/>
              <a:rect l="l" t="t" r="r" b="b"/>
              <a:pathLst>
                <a:path w="88900" h="2837815">
                  <a:moveTo>
                    <a:pt x="88363" y="0"/>
                  </a:moveTo>
                  <a:lnTo>
                    <a:pt x="0" y="0"/>
                  </a:lnTo>
                  <a:lnTo>
                    <a:pt x="0" y="2837348"/>
                  </a:lnTo>
                  <a:lnTo>
                    <a:pt x="88363" y="2837348"/>
                  </a:lnTo>
                  <a:lnTo>
                    <a:pt x="883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6" name="object 3796" descr=""/>
            <p:cNvSpPr/>
            <p:nvPr/>
          </p:nvSpPr>
          <p:spPr>
            <a:xfrm>
              <a:off x="11225553" y="7269789"/>
              <a:ext cx="88900" cy="2837815"/>
            </a:xfrm>
            <a:custGeom>
              <a:avLst/>
              <a:gdLst/>
              <a:ahLst/>
              <a:cxnLst/>
              <a:rect l="l" t="t" r="r" b="b"/>
              <a:pathLst>
                <a:path w="88900" h="2837815">
                  <a:moveTo>
                    <a:pt x="0" y="0"/>
                  </a:moveTo>
                  <a:lnTo>
                    <a:pt x="88363" y="0"/>
                  </a:lnTo>
                  <a:lnTo>
                    <a:pt x="88363" y="2837348"/>
                  </a:lnTo>
                  <a:lnTo>
                    <a:pt x="0" y="2837348"/>
                  </a:lnTo>
                  <a:lnTo>
                    <a:pt x="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97" name="object 3797" descr=""/>
            <p:cNvSpPr/>
            <p:nvPr/>
          </p:nvSpPr>
          <p:spPr>
            <a:xfrm>
              <a:off x="11313917" y="9614252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40" y="0"/>
                  </a:moveTo>
                  <a:lnTo>
                    <a:pt x="0" y="0"/>
                  </a:lnTo>
                  <a:lnTo>
                    <a:pt x="0" y="24313"/>
                  </a:lnTo>
                  <a:lnTo>
                    <a:pt x="125640" y="24313"/>
                  </a:lnTo>
                  <a:lnTo>
                    <a:pt x="1256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8" name="object 3798" descr=""/>
            <p:cNvSpPr/>
            <p:nvPr/>
          </p:nvSpPr>
          <p:spPr>
            <a:xfrm>
              <a:off x="11313917" y="9614252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40" y="24313"/>
                  </a:moveTo>
                  <a:lnTo>
                    <a:pt x="0" y="24313"/>
                  </a:lnTo>
                  <a:lnTo>
                    <a:pt x="0" y="0"/>
                  </a:lnTo>
                  <a:lnTo>
                    <a:pt x="125640" y="0"/>
                  </a:lnTo>
                  <a:lnTo>
                    <a:pt x="125640" y="2431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99" name="object 3799" descr=""/>
            <p:cNvSpPr/>
            <p:nvPr/>
          </p:nvSpPr>
          <p:spPr>
            <a:xfrm>
              <a:off x="11313917" y="9487795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40" y="0"/>
                  </a:moveTo>
                  <a:lnTo>
                    <a:pt x="0" y="0"/>
                  </a:lnTo>
                  <a:lnTo>
                    <a:pt x="0" y="24302"/>
                  </a:lnTo>
                  <a:lnTo>
                    <a:pt x="125640" y="24302"/>
                  </a:lnTo>
                  <a:lnTo>
                    <a:pt x="1256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0" name="object 3800" descr=""/>
            <p:cNvSpPr/>
            <p:nvPr/>
          </p:nvSpPr>
          <p:spPr>
            <a:xfrm>
              <a:off x="11313917" y="9487795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40" y="24302"/>
                  </a:moveTo>
                  <a:lnTo>
                    <a:pt x="0" y="24302"/>
                  </a:lnTo>
                  <a:lnTo>
                    <a:pt x="0" y="0"/>
                  </a:lnTo>
                  <a:lnTo>
                    <a:pt x="125640" y="0"/>
                  </a:lnTo>
                  <a:lnTo>
                    <a:pt x="125640" y="2430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01" name="object 3801" descr=""/>
            <p:cNvSpPr/>
            <p:nvPr/>
          </p:nvSpPr>
          <p:spPr>
            <a:xfrm>
              <a:off x="11313917" y="9361327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40" y="0"/>
                  </a:moveTo>
                  <a:lnTo>
                    <a:pt x="0" y="0"/>
                  </a:lnTo>
                  <a:lnTo>
                    <a:pt x="0" y="24302"/>
                  </a:lnTo>
                  <a:lnTo>
                    <a:pt x="125640" y="24302"/>
                  </a:lnTo>
                  <a:lnTo>
                    <a:pt x="1256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2" name="object 3802" descr=""/>
            <p:cNvSpPr/>
            <p:nvPr/>
          </p:nvSpPr>
          <p:spPr>
            <a:xfrm>
              <a:off x="11313917" y="9361327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40" y="24302"/>
                  </a:moveTo>
                  <a:lnTo>
                    <a:pt x="0" y="24302"/>
                  </a:lnTo>
                  <a:lnTo>
                    <a:pt x="0" y="0"/>
                  </a:lnTo>
                  <a:lnTo>
                    <a:pt x="125640" y="0"/>
                  </a:lnTo>
                  <a:lnTo>
                    <a:pt x="125640" y="2430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03" name="object 3803" descr=""/>
            <p:cNvSpPr/>
            <p:nvPr/>
          </p:nvSpPr>
          <p:spPr>
            <a:xfrm>
              <a:off x="11313917" y="9234860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40" y="0"/>
                  </a:moveTo>
                  <a:lnTo>
                    <a:pt x="0" y="0"/>
                  </a:lnTo>
                  <a:lnTo>
                    <a:pt x="0" y="24313"/>
                  </a:lnTo>
                  <a:lnTo>
                    <a:pt x="125640" y="24313"/>
                  </a:lnTo>
                  <a:lnTo>
                    <a:pt x="1256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4" name="object 3804" descr=""/>
            <p:cNvSpPr/>
            <p:nvPr/>
          </p:nvSpPr>
          <p:spPr>
            <a:xfrm>
              <a:off x="11313917" y="9234860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40" y="24313"/>
                  </a:moveTo>
                  <a:lnTo>
                    <a:pt x="0" y="24313"/>
                  </a:lnTo>
                  <a:lnTo>
                    <a:pt x="0" y="0"/>
                  </a:lnTo>
                  <a:lnTo>
                    <a:pt x="125640" y="0"/>
                  </a:lnTo>
                  <a:lnTo>
                    <a:pt x="125640" y="2431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05" name="object 3805" descr=""/>
            <p:cNvSpPr/>
            <p:nvPr/>
          </p:nvSpPr>
          <p:spPr>
            <a:xfrm>
              <a:off x="11313917" y="9108403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40" y="0"/>
                  </a:moveTo>
                  <a:lnTo>
                    <a:pt x="0" y="0"/>
                  </a:lnTo>
                  <a:lnTo>
                    <a:pt x="0" y="24302"/>
                  </a:lnTo>
                  <a:lnTo>
                    <a:pt x="125640" y="24302"/>
                  </a:lnTo>
                  <a:lnTo>
                    <a:pt x="1256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6" name="object 3806" descr=""/>
            <p:cNvSpPr/>
            <p:nvPr/>
          </p:nvSpPr>
          <p:spPr>
            <a:xfrm>
              <a:off x="11313917" y="9108403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40" y="24302"/>
                  </a:moveTo>
                  <a:lnTo>
                    <a:pt x="0" y="24302"/>
                  </a:lnTo>
                  <a:lnTo>
                    <a:pt x="0" y="0"/>
                  </a:lnTo>
                  <a:lnTo>
                    <a:pt x="125640" y="0"/>
                  </a:lnTo>
                  <a:lnTo>
                    <a:pt x="125640" y="2430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07" name="object 3807" descr=""/>
            <p:cNvSpPr/>
            <p:nvPr/>
          </p:nvSpPr>
          <p:spPr>
            <a:xfrm>
              <a:off x="11313917" y="8981925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40" y="0"/>
                  </a:moveTo>
                  <a:lnTo>
                    <a:pt x="0" y="0"/>
                  </a:lnTo>
                  <a:lnTo>
                    <a:pt x="0" y="24313"/>
                  </a:lnTo>
                  <a:lnTo>
                    <a:pt x="125640" y="24313"/>
                  </a:lnTo>
                  <a:lnTo>
                    <a:pt x="1256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8" name="object 3808" descr=""/>
            <p:cNvSpPr/>
            <p:nvPr/>
          </p:nvSpPr>
          <p:spPr>
            <a:xfrm>
              <a:off x="11313917" y="8981925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40" y="24313"/>
                  </a:moveTo>
                  <a:lnTo>
                    <a:pt x="0" y="24313"/>
                  </a:lnTo>
                  <a:lnTo>
                    <a:pt x="0" y="0"/>
                  </a:lnTo>
                  <a:lnTo>
                    <a:pt x="125640" y="0"/>
                  </a:lnTo>
                  <a:lnTo>
                    <a:pt x="125640" y="2431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09" name="object 3809" descr=""/>
            <p:cNvSpPr/>
            <p:nvPr/>
          </p:nvSpPr>
          <p:spPr>
            <a:xfrm>
              <a:off x="11313917" y="8855468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40" y="0"/>
                  </a:moveTo>
                  <a:lnTo>
                    <a:pt x="0" y="0"/>
                  </a:lnTo>
                  <a:lnTo>
                    <a:pt x="0" y="24302"/>
                  </a:lnTo>
                  <a:lnTo>
                    <a:pt x="125640" y="24302"/>
                  </a:lnTo>
                  <a:lnTo>
                    <a:pt x="1256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0" name="object 3810" descr=""/>
            <p:cNvSpPr/>
            <p:nvPr/>
          </p:nvSpPr>
          <p:spPr>
            <a:xfrm>
              <a:off x="11313917" y="8855468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40" y="24302"/>
                  </a:moveTo>
                  <a:lnTo>
                    <a:pt x="0" y="24302"/>
                  </a:lnTo>
                  <a:lnTo>
                    <a:pt x="0" y="0"/>
                  </a:lnTo>
                  <a:lnTo>
                    <a:pt x="125640" y="0"/>
                  </a:lnTo>
                  <a:lnTo>
                    <a:pt x="125640" y="2430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11" name="object 3811" descr=""/>
            <p:cNvSpPr/>
            <p:nvPr/>
          </p:nvSpPr>
          <p:spPr>
            <a:xfrm>
              <a:off x="11313917" y="8729001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40" y="0"/>
                  </a:moveTo>
                  <a:lnTo>
                    <a:pt x="0" y="0"/>
                  </a:lnTo>
                  <a:lnTo>
                    <a:pt x="0" y="24313"/>
                  </a:lnTo>
                  <a:lnTo>
                    <a:pt x="125640" y="24313"/>
                  </a:lnTo>
                  <a:lnTo>
                    <a:pt x="1256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2" name="object 3812" descr=""/>
            <p:cNvSpPr/>
            <p:nvPr/>
          </p:nvSpPr>
          <p:spPr>
            <a:xfrm>
              <a:off x="11313917" y="8729001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40" y="24313"/>
                  </a:moveTo>
                  <a:lnTo>
                    <a:pt x="0" y="24313"/>
                  </a:lnTo>
                  <a:lnTo>
                    <a:pt x="0" y="0"/>
                  </a:lnTo>
                  <a:lnTo>
                    <a:pt x="125640" y="0"/>
                  </a:lnTo>
                  <a:lnTo>
                    <a:pt x="125640" y="2431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13" name="object 3813" descr=""/>
            <p:cNvSpPr/>
            <p:nvPr/>
          </p:nvSpPr>
          <p:spPr>
            <a:xfrm>
              <a:off x="11313917" y="8602544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40" y="0"/>
                  </a:moveTo>
                  <a:lnTo>
                    <a:pt x="0" y="0"/>
                  </a:lnTo>
                  <a:lnTo>
                    <a:pt x="0" y="24302"/>
                  </a:lnTo>
                  <a:lnTo>
                    <a:pt x="125640" y="24302"/>
                  </a:lnTo>
                  <a:lnTo>
                    <a:pt x="1256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4" name="object 3814" descr=""/>
            <p:cNvSpPr/>
            <p:nvPr/>
          </p:nvSpPr>
          <p:spPr>
            <a:xfrm>
              <a:off x="11313917" y="8602544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40" y="24302"/>
                  </a:moveTo>
                  <a:lnTo>
                    <a:pt x="0" y="24302"/>
                  </a:lnTo>
                  <a:lnTo>
                    <a:pt x="0" y="0"/>
                  </a:lnTo>
                  <a:lnTo>
                    <a:pt x="125640" y="0"/>
                  </a:lnTo>
                  <a:lnTo>
                    <a:pt x="125640" y="2430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15" name="object 3815" descr=""/>
            <p:cNvSpPr/>
            <p:nvPr/>
          </p:nvSpPr>
          <p:spPr>
            <a:xfrm>
              <a:off x="11313917" y="8476066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40" y="0"/>
                  </a:moveTo>
                  <a:lnTo>
                    <a:pt x="0" y="0"/>
                  </a:lnTo>
                  <a:lnTo>
                    <a:pt x="0" y="24313"/>
                  </a:lnTo>
                  <a:lnTo>
                    <a:pt x="125640" y="24313"/>
                  </a:lnTo>
                  <a:lnTo>
                    <a:pt x="1256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6" name="object 3816" descr=""/>
            <p:cNvSpPr/>
            <p:nvPr/>
          </p:nvSpPr>
          <p:spPr>
            <a:xfrm>
              <a:off x="11313917" y="8476066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40" y="24313"/>
                  </a:moveTo>
                  <a:lnTo>
                    <a:pt x="0" y="24313"/>
                  </a:lnTo>
                  <a:lnTo>
                    <a:pt x="0" y="0"/>
                  </a:lnTo>
                  <a:lnTo>
                    <a:pt x="125640" y="0"/>
                  </a:lnTo>
                  <a:lnTo>
                    <a:pt x="125640" y="2431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17" name="object 3817" descr=""/>
            <p:cNvSpPr/>
            <p:nvPr/>
          </p:nvSpPr>
          <p:spPr>
            <a:xfrm>
              <a:off x="11313917" y="8349609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40" y="0"/>
                  </a:moveTo>
                  <a:lnTo>
                    <a:pt x="0" y="0"/>
                  </a:lnTo>
                  <a:lnTo>
                    <a:pt x="0" y="24302"/>
                  </a:lnTo>
                  <a:lnTo>
                    <a:pt x="125640" y="24302"/>
                  </a:lnTo>
                  <a:lnTo>
                    <a:pt x="1256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8" name="object 3818" descr=""/>
            <p:cNvSpPr/>
            <p:nvPr/>
          </p:nvSpPr>
          <p:spPr>
            <a:xfrm>
              <a:off x="11313917" y="8349609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40" y="24302"/>
                  </a:moveTo>
                  <a:lnTo>
                    <a:pt x="0" y="24302"/>
                  </a:lnTo>
                  <a:lnTo>
                    <a:pt x="0" y="0"/>
                  </a:lnTo>
                  <a:lnTo>
                    <a:pt x="125640" y="0"/>
                  </a:lnTo>
                  <a:lnTo>
                    <a:pt x="125640" y="2430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19" name="object 3819" descr=""/>
            <p:cNvSpPr/>
            <p:nvPr/>
          </p:nvSpPr>
          <p:spPr>
            <a:xfrm>
              <a:off x="11313917" y="8223142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40" y="0"/>
                  </a:moveTo>
                  <a:lnTo>
                    <a:pt x="0" y="0"/>
                  </a:lnTo>
                  <a:lnTo>
                    <a:pt x="0" y="24313"/>
                  </a:lnTo>
                  <a:lnTo>
                    <a:pt x="125640" y="24313"/>
                  </a:lnTo>
                  <a:lnTo>
                    <a:pt x="1256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0" name="object 3820" descr=""/>
            <p:cNvSpPr/>
            <p:nvPr/>
          </p:nvSpPr>
          <p:spPr>
            <a:xfrm>
              <a:off x="11313917" y="8223142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40" y="24313"/>
                  </a:moveTo>
                  <a:lnTo>
                    <a:pt x="0" y="24313"/>
                  </a:lnTo>
                  <a:lnTo>
                    <a:pt x="0" y="0"/>
                  </a:lnTo>
                  <a:lnTo>
                    <a:pt x="125640" y="0"/>
                  </a:lnTo>
                  <a:lnTo>
                    <a:pt x="125640" y="2431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21" name="object 3821" descr=""/>
            <p:cNvSpPr/>
            <p:nvPr/>
          </p:nvSpPr>
          <p:spPr>
            <a:xfrm>
              <a:off x="11313917" y="8096675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40" y="0"/>
                  </a:moveTo>
                  <a:lnTo>
                    <a:pt x="0" y="0"/>
                  </a:lnTo>
                  <a:lnTo>
                    <a:pt x="0" y="24313"/>
                  </a:lnTo>
                  <a:lnTo>
                    <a:pt x="125640" y="24313"/>
                  </a:lnTo>
                  <a:lnTo>
                    <a:pt x="1256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2" name="object 3822" descr=""/>
            <p:cNvSpPr/>
            <p:nvPr/>
          </p:nvSpPr>
          <p:spPr>
            <a:xfrm>
              <a:off x="11313917" y="8096675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40" y="24313"/>
                  </a:moveTo>
                  <a:lnTo>
                    <a:pt x="0" y="24313"/>
                  </a:lnTo>
                  <a:lnTo>
                    <a:pt x="0" y="0"/>
                  </a:lnTo>
                  <a:lnTo>
                    <a:pt x="125640" y="0"/>
                  </a:lnTo>
                  <a:lnTo>
                    <a:pt x="125640" y="2431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23" name="object 3823" descr=""/>
            <p:cNvSpPr/>
            <p:nvPr/>
          </p:nvSpPr>
          <p:spPr>
            <a:xfrm>
              <a:off x="11313917" y="7970218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40" y="0"/>
                  </a:moveTo>
                  <a:lnTo>
                    <a:pt x="0" y="0"/>
                  </a:lnTo>
                  <a:lnTo>
                    <a:pt x="0" y="24302"/>
                  </a:lnTo>
                  <a:lnTo>
                    <a:pt x="125640" y="24302"/>
                  </a:lnTo>
                  <a:lnTo>
                    <a:pt x="1256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4" name="object 3824" descr=""/>
            <p:cNvSpPr/>
            <p:nvPr/>
          </p:nvSpPr>
          <p:spPr>
            <a:xfrm>
              <a:off x="11313917" y="7970218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40" y="24302"/>
                  </a:moveTo>
                  <a:lnTo>
                    <a:pt x="0" y="24302"/>
                  </a:lnTo>
                  <a:lnTo>
                    <a:pt x="0" y="0"/>
                  </a:lnTo>
                  <a:lnTo>
                    <a:pt x="125640" y="0"/>
                  </a:lnTo>
                  <a:lnTo>
                    <a:pt x="125640" y="2430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25" name="object 3825" descr=""/>
            <p:cNvSpPr/>
            <p:nvPr/>
          </p:nvSpPr>
          <p:spPr>
            <a:xfrm>
              <a:off x="11313917" y="7843761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40" y="0"/>
                  </a:moveTo>
                  <a:lnTo>
                    <a:pt x="0" y="0"/>
                  </a:lnTo>
                  <a:lnTo>
                    <a:pt x="0" y="24302"/>
                  </a:lnTo>
                  <a:lnTo>
                    <a:pt x="125640" y="24302"/>
                  </a:lnTo>
                  <a:lnTo>
                    <a:pt x="1256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6" name="object 3826" descr=""/>
            <p:cNvSpPr/>
            <p:nvPr/>
          </p:nvSpPr>
          <p:spPr>
            <a:xfrm>
              <a:off x="11313917" y="7843761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40" y="24302"/>
                  </a:moveTo>
                  <a:lnTo>
                    <a:pt x="0" y="24302"/>
                  </a:lnTo>
                  <a:lnTo>
                    <a:pt x="0" y="0"/>
                  </a:lnTo>
                  <a:lnTo>
                    <a:pt x="125640" y="0"/>
                  </a:lnTo>
                  <a:lnTo>
                    <a:pt x="125640" y="2430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27" name="object 3827" descr=""/>
            <p:cNvSpPr/>
            <p:nvPr/>
          </p:nvSpPr>
          <p:spPr>
            <a:xfrm>
              <a:off x="11313917" y="7717294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40" y="0"/>
                  </a:moveTo>
                  <a:lnTo>
                    <a:pt x="0" y="0"/>
                  </a:lnTo>
                  <a:lnTo>
                    <a:pt x="0" y="24302"/>
                  </a:lnTo>
                  <a:lnTo>
                    <a:pt x="125640" y="24302"/>
                  </a:lnTo>
                  <a:lnTo>
                    <a:pt x="1256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8" name="object 3828" descr=""/>
            <p:cNvSpPr/>
            <p:nvPr/>
          </p:nvSpPr>
          <p:spPr>
            <a:xfrm>
              <a:off x="11313917" y="7717294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40" y="24302"/>
                  </a:moveTo>
                  <a:lnTo>
                    <a:pt x="0" y="24302"/>
                  </a:lnTo>
                  <a:lnTo>
                    <a:pt x="0" y="0"/>
                  </a:lnTo>
                  <a:lnTo>
                    <a:pt x="125640" y="0"/>
                  </a:lnTo>
                  <a:lnTo>
                    <a:pt x="125640" y="2430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29" name="object 3829" descr=""/>
            <p:cNvSpPr/>
            <p:nvPr/>
          </p:nvSpPr>
          <p:spPr>
            <a:xfrm>
              <a:off x="11313917" y="7590816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40" y="0"/>
                  </a:moveTo>
                  <a:lnTo>
                    <a:pt x="0" y="0"/>
                  </a:lnTo>
                  <a:lnTo>
                    <a:pt x="0" y="24313"/>
                  </a:lnTo>
                  <a:lnTo>
                    <a:pt x="125640" y="24313"/>
                  </a:lnTo>
                  <a:lnTo>
                    <a:pt x="1256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0" name="object 3830" descr=""/>
            <p:cNvSpPr/>
            <p:nvPr/>
          </p:nvSpPr>
          <p:spPr>
            <a:xfrm>
              <a:off x="11313917" y="7590816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40" y="24313"/>
                  </a:moveTo>
                  <a:lnTo>
                    <a:pt x="0" y="24313"/>
                  </a:lnTo>
                  <a:lnTo>
                    <a:pt x="0" y="0"/>
                  </a:lnTo>
                  <a:lnTo>
                    <a:pt x="125640" y="0"/>
                  </a:lnTo>
                  <a:lnTo>
                    <a:pt x="125640" y="2431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31" name="object 3831" descr=""/>
            <p:cNvSpPr/>
            <p:nvPr/>
          </p:nvSpPr>
          <p:spPr>
            <a:xfrm>
              <a:off x="11313917" y="7464359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40" y="0"/>
                  </a:moveTo>
                  <a:lnTo>
                    <a:pt x="0" y="0"/>
                  </a:lnTo>
                  <a:lnTo>
                    <a:pt x="0" y="24313"/>
                  </a:lnTo>
                  <a:lnTo>
                    <a:pt x="125640" y="24313"/>
                  </a:lnTo>
                  <a:lnTo>
                    <a:pt x="1256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2" name="object 3832" descr=""/>
            <p:cNvSpPr/>
            <p:nvPr/>
          </p:nvSpPr>
          <p:spPr>
            <a:xfrm>
              <a:off x="11313917" y="7464359"/>
              <a:ext cx="125730" cy="24765"/>
            </a:xfrm>
            <a:custGeom>
              <a:avLst/>
              <a:gdLst/>
              <a:ahLst/>
              <a:cxnLst/>
              <a:rect l="l" t="t" r="r" b="b"/>
              <a:pathLst>
                <a:path w="125729" h="24765">
                  <a:moveTo>
                    <a:pt x="125640" y="24313"/>
                  </a:moveTo>
                  <a:lnTo>
                    <a:pt x="0" y="24313"/>
                  </a:lnTo>
                  <a:lnTo>
                    <a:pt x="0" y="0"/>
                  </a:lnTo>
                  <a:lnTo>
                    <a:pt x="125640" y="0"/>
                  </a:lnTo>
                  <a:lnTo>
                    <a:pt x="125640" y="2431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33" name="object 3833" descr=""/>
            <p:cNvSpPr/>
            <p:nvPr/>
          </p:nvSpPr>
          <p:spPr>
            <a:xfrm>
              <a:off x="11326074" y="7448967"/>
              <a:ext cx="604520" cy="15875"/>
            </a:xfrm>
            <a:custGeom>
              <a:avLst/>
              <a:gdLst/>
              <a:ahLst/>
              <a:cxnLst/>
              <a:rect l="l" t="t" r="r" b="b"/>
              <a:pathLst>
                <a:path w="604520" h="15875">
                  <a:moveTo>
                    <a:pt x="603950" y="0"/>
                  </a:moveTo>
                  <a:lnTo>
                    <a:pt x="0" y="0"/>
                  </a:lnTo>
                  <a:lnTo>
                    <a:pt x="0" y="15392"/>
                  </a:lnTo>
                  <a:lnTo>
                    <a:pt x="603950" y="15392"/>
                  </a:lnTo>
                  <a:lnTo>
                    <a:pt x="6039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4" name="object 3834" descr=""/>
            <p:cNvSpPr/>
            <p:nvPr/>
          </p:nvSpPr>
          <p:spPr>
            <a:xfrm>
              <a:off x="11320831" y="7443743"/>
              <a:ext cx="614680" cy="33655"/>
            </a:xfrm>
            <a:custGeom>
              <a:avLst/>
              <a:gdLst/>
              <a:ahLst/>
              <a:cxnLst/>
              <a:rect l="l" t="t" r="r" b="b"/>
              <a:pathLst>
                <a:path w="614679" h="33654">
                  <a:moveTo>
                    <a:pt x="614426" y="0"/>
                  </a:moveTo>
                  <a:lnTo>
                    <a:pt x="0" y="0"/>
                  </a:lnTo>
                  <a:lnTo>
                    <a:pt x="0" y="12928"/>
                  </a:lnTo>
                  <a:lnTo>
                    <a:pt x="0" y="20624"/>
                  </a:lnTo>
                  <a:lnTo>
                    <a:pt x="0" y="33553"/>
                  </a:lnTo>
                  <a:lnTo>
                    <a:pt x="614426" y="33553"/>
                  </a:lnTo>
                  <a:lnTo>
                    <a:pt x="614426" y="20624"/>
                  </a:lnTo>
                  <a:lnTo>
                    <a:pt x="614426" y="12928"/>
                  </a:lnTo>
                  <a:lnTo>
                    <a:pt x="614426" y="0"/>
                  </a:lnTo>
                  <a:close/>
                </a:path>
              </a:pathLst>
            </a:custGeom>
            <a:solidFill>
              <a:srgbClr val="007B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5" name="object 3835" descr=""/>
            <p:cNvSpPr/>
            <p:nvPr/>
          </p:nvSpPr>
          <p:spPr>
            <a:xfrm>
              <a:off x="11313917" y="7344373"/>
              <a:ext cx="125730" cy="120014"/>
            </a:xfrm>
            <a:custGeom>
              <a:avLst/>
              <a:gdLst/>
              <a:ahLst/>
              <a:cxnLst/>
              <a:rect l="l" t="t" r="r" b="b"/>
              <a:pathLst>
                <a:path w="125729" h="120015">
                  <a:moveTo>
                    <a:pt x="125640" y="0"/>
                  </a:moveTo>
                  <a:lnTo>
                    <a:pt x="0" y="0"/>
                  </a:lnTo>
                  <a:lnTo>
                    <a:pt x="0" y="119985"/>
                  </a:lnTo>
                  <a:lnTo>
                    <a:pt x="125640" y="119985"/>
                  </a:lnTo>
                  <a:lnTo>
                    <a:pt x="1256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6" name="object 3836" descr=""/>
            <p:cNvSpPr/>
            <p:nvPr/>
          </p:nvSpPr>
          <p:spPr>
            <a:xfrm>
              <a:off x="11313917" y="7344373"/>
              <a:ext cx="125730" cy="120014"/>
            </a:xfrm>
            <a:custGeom>
              <a:avLst/>
              <a:gdLst/>
              <a:ahLst/>
              <a:cxnLst/>
              <a:rect l="l" t="t" r="r" b="b"/>
              <a:pathLst>
                <a:path w="125729" h="120015">
                  <a:moveTo>
                    <a:pt x="0" y="0"/>
                  </a:moveTo>
                  <a:lnTo>
                    <a:pt x="125640" y="0"/>
                  </a:lnTo>
                  <a:lnTo>
                    <a:pt x="125640" y="119985"/>
                  </a:lnTo>
                  <a:lnTo>
                    <a:pt x="0" y="119985"/>
                  </a:lnTo>
                  <a:lnTo>
                    <a:pt x="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37" name="object 3837" descr=""/>
            <p:cNvSpPr/>
            <p:nvPr/>
          </p:nvSpPr>
          <p:spPr>
            <a:xfrm>
              <a:off x="11497933" y="7294530"/>
              <a:ext cx="300355" cy="120650"/>
            </a:xfrm>
            <a:custGeom>
              <a:avLst/>
              <a:gdLst/>
              <a:ahLst/>
              <a:cxnLst/>
              <a:rect l="l" t="t" r="r" b="b"/>
              <a:pathLst>
                <a:path w="300354" h="120650">
                  <a:moveTo>
                    <a:pt x="299935" y="19050"/>
                  </a:moveTo>
                  <a:lnTo>
                    <a:pt x="162128" y="19050"/>
                  </a:lnTo>
                  <a:lnTo>
                    <a:pt x="162128" y="0"/>
                  </a:lnTo>
                  <a:lnTo>
                    <a:pt x="0" y="0"/>
                  </a:lnTo>
                  <a:lnTo>
                    <a:pt x="0" y="19050"/>
                  </a:lnTo>
                  <a:lnTo>
                    <a:pt x="0" y="77470"/>
                  </a:lnTo>
                  <a:lnTo>
                    <a:pt x="0" y="120650"/>
                  </a:lnTo>
                  <a:lnTo>
                    <a:pt x="162128" y="120650"/>
                  </a:lnTo>
                  <a:lnTo>
                    <a:pt x="162128" y="77470"/>
                  </a:lnTo>
                  <a:lnTo>
                    <a:pt x="299935" y="77470"/>
                  </a:lnTo>
                  <a:lnTo>
                    <a:pt x="299935" y="190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8" name="object 3838" descr=""/>
            <p:cNvSpPr/>
            <p:nvPr/>
          </p:nvSpPr>
          <p:spPr>
            <a:xfrm>
              <a:off x="11497935" y="7294119"/>
              <a:ext cx="300355" cy="121920"/>
            </a:xfrm>
            <a:custGeom>
              <a:avLst/>
              <a:gdLst/>
              <a:ahLst/>
              <a:cxnLst/>
              <a:rect l="l" t="t" r="r" b="b"/>
              <a:pathLst>
                <a:path w="300354" h="121920">
                  <a:moveTo>
                    <a:pt x="162131" y="19454"/>
                  </a:moveTo>
                  <a:lnTo>
                    <a:pt x="162131" y="0"/>
                  </a:lnTo>
                  <a:lnTo>
                    <a:pt x="0" y="0"/>
                  </a:lnTo>
                  <a:lnTo>
                    <a:pt x="0" y="121598"/>
                  </a:lnTo>
                  <a:lnTo>
                    <a:pt x="162131" y="121598"/>
                  </a:lnTo>
                  <a:lnTo>
                    <a:pt x="162131" y="77819"/>
                  </a:lnTo>
                  <a:lnTo>
                    <a:pt x="299938" y="77819"/>
                  </a:lnTo>
                  <a:lnTo>
                    <a:pt x="299938" y="19454"/>
                  </a:lnTo>
                  <a:lnTo>
                    <a:pt x="162131" y="1945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39" name="object 3839" descr=""/>
            <p:cNvSpPr/>
            <p:nvPr/>
          </p:nvSpPr>
          <p:spPr>
            <a:xfrm>
              <a:off x="11150170" y="7137669"/>
              <a:ext cx="876300" cy="168910"/>
            </a:xfrm>
            <a:custGeom>
              <a:avLst/>
              <a:gdLst/>
              <a:ahLst/>
              <a:cxnLst/>
              <a:rect l="l" t="t" r="r" b="b"/>
              <a:pathLst>
                <a:path w="876300" h="168909">
                  <a:moveTo>
                    <a:pt x="870476" y="0"/>
                  </a:moveTo>
                  <a:lnTo>
                    <a:pt x="0" y="131713"/>
                  </a:lnTo>
                  <a:lnTo>
                    <a:pt x="5570" y="168581"/>
                  </a:lnTo>
                  <a:lnTo>
                    <a:pt x="876046" y="36867"/>
                  </a:lnTo>
                  <a:lnTo>
                    <a:pt x="8704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0" name="object 3840" descr=""/>
            <p:cNvSpPr/>
            <p:nvPr/>
          </p:nvSpPr>
          <p:spPr>
            <a:xfrm>
              <a:off x="11150170" y="7137669"/>
              <a:ext cx="876300" cy="168910"/>
            </a:xfrm>
            <a:custGeom>
              <a:avLst/>
              <a:gdLst/>
              <a:ahLst/>
              <a:cxnLst/>
              <a:rect l="l" t="t" r="r" b="b"/>
              <a:pathLst>
                <a:path w="876300" h="168909">
                  <a:moveTo>
                    <a:pt x="870476" y="0"/>
                  </a:moveTo>
                  <a:lnTo>
                    <a:pt x="0" y="131713"/>
                  </a:lnTo>
                  <a:lnTo>
                    <a:pt x="5570" y="168581"/>
                  </a:lnTo>
                  <a:lnTo>
                    <a:pt x="876046" y="36867"/>
                  </a:lnTo>
                  <a:lnTo>
                    <a:pt x="870476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41" name="object 3841" descr=""/>
            <p:cNvSpPr/>
            <p:nvPr/>
          </p:nvSpPr>
          <p:spPr>
            <a:xfrm>
              <a:off x="11326074" y="7388152"/>
              <a:ext cx="50800" cy="76835"/>
            </a:xfrm>
            <a:custGeom>
              <a:avLst/>
              <a:gdLst/>
              <a:ahLst/>
              <a:cxnLst/>
              <a:rect l="l" t="t" r="r" b="b"/>
              <a:pathLst>
                <a:path w="50800" h="76834">
                  <a:moveTo>
                    <a:pt x="50668" y="0"/>
                  </a:moveTo>
                  <a:lnTo>
                    <a:pt x="0" y="0"/>
                  </a:lnTo>
                  <a:lnTo>
                    <a:pt x="0" y="76207"/>
                  </a:lnTo>
                  <a:lnTo>
                    <a:pt x="50668" y="76207"/>
                  </a:lnTo>
                  <a:lnTo>
                    <a:pt x="50668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42" name="object 3842" descr=""/>
            <p:cNvSpPr/>
            <p:nvPr/>
          </p:nvSpPr>
          <p:spPr>
            <a:xfrm>
              <a:off x="11313917" y="9666951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47"/>
                  </a:lnTo>
                  <a:lnTo>
                    <a:pt x="709381" y="34847"/>
                  </a:lnTo>
                  <a:lnTo>
                    <a:pt x="709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3" name="object 3843" descr=""/>
            <p:cNvSpPr/>
            <p:nvPr/>
          </p:nvSpPr>
          <p:spPr>
            <a:xfrm>
              <a:off x="11313917" y="9666951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47"/>
                  </a:lnTo>
                  <a:lnTo>
                    <a:pt x="709381" y="34847"/>
                  </a:lnTo>
                  <a:lnTo>
                    <a:pt x="709381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44" name="object 3844" descr=""/>
            <p:cNvSpPr/>
            <p:nvPr/>
          </p:nvSpPr>
          <p:spPr>
            <a:xfrm>
              <a:off x="11313917" y="9579415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709381" y="34836"/>
                  </a:lnTo>
                  <a:lnTo>
                    <a:pt x="709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5" name="object 3845" descr=""/>
            <p:cNvSpPr/>
            <p:nvPr/>
          </p:nvSpPr>
          <p:spPr>
            <a:xfrm>
              <a:off x="11313917" y="9579415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709381" y="34836"/>
                  </a:lnTo>
                  <a:lnTo>
                    <a:pt x="709381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46" name="object 3846" descr=""/>
            <p:cNvSpPr/>
            <p:nvPr/>
          </p:nvSpPr>
          <p:spPr>
            <a:xfrm>
              <a:off x="11313917" y="9452948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709381" y="34836"/>
                  </a:lnTo>
                  <a:lnTo>
                    <a:pt x="709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7" name="object 3847" descr=""/>
            <p:cNvSpPr/>
            <p:nvPr/>
          </p:nvSpPr>
          <p:spPr>
            <a:xfrm>
              <a:off x="11313917" y="9452948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709381" y="34836"/>
                  </a:lnTo>
                  <a:lnTo>
                    <a:pt x="709381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48" name="object 3848" descr=""/>
            <p:cNvSpPr/>
            <p:nvPr/>
          </p:nvSpPr>
          <p:spPr>
            <a:xfrm>
              <a:off x="11313917" y="9326480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47"/>
                  </a:lnTo>
                  <a:lnTo>
                    <a:pt x="709381" y="34847"/>
                  </a:lnTo>
                  <a:lnTo>
                    <a:pt x="709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9" name="object 3849" descr=""/>
            <p:cNvSpPr/>
            <p:nvPr/>
          </p:nvSpPr>
          <p:spPr>
            <a:xfrm>
              <a:off x="11313917" y="9326480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47"/>
                  </a:lnTo>
                  <a:lnTo>
                    <a:pt x="709381" y="34847"/>
                  </a:lnTo>
                  <a:lnTo>
                    <a:pt x="709381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50" name="object 3850" descr=""/>
            <p:cNvSpPr/>
            <p:nvPr/>
          </p:nvSpPr>
          <p:spPr>
            <a:xfrm>
              <a:off x="11313917" y="9200023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709381" y="34836"/>
                  </a:lnTo>
                  <a:lnTo>
                    <a:pt x="709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1" name="object 3851" descr=""/>
            <p:cNvSpPr/>
            <p:nvPr/>
          </p:nvSpPr>
          <p:spPr>
            <a:xfrm>
              <a:off x="11313917" y="9200023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709381" y="34836"/>
                  </a:lnTo>
                  <a:lnTo>
                    <a:pt x="709381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52" name="object 3852" descr=""/>
            <p:cNvSpPr/>
            <p:nvPr/>
          </p:nvSpPr>
          <p:spPr>
            <a:xfrm>
              <a:off x="11313917" y="9074729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709381" y="34836"/>
                  </a:lnTo>
                  <a:lnTo>
                    <a:pt x="709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3" name="object 3853" descr=""/>
            <p:cNvSpPr/>
            <p:nvPr/>
          </p:nvSpPr>
          <p:spPr>
            <a:xfrm>
              <a:off x="11313917" y="9074729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709381" y="34836"/>
                  </a:lnTo>
                  <a:lnTo>
                    <a:pt x="709381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54" name="object 3854" descr=""/>
            <p:cNvSpPr/>
            <p:nvPr/>
          </p:nvSpPr>
          <p:spPr>
            <a:xfrm>
              <a:off x="11313917" y="8948272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709381" y="34836"/>
                  </a:lnTo>
                  <a:lnTo>
                    <a:pt x="709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5" name="object 3855" descr=""/>
            <p:cNvSpPr/>
            <p:nvPr/>
          </p:nvSpPr>
          <p:spPr>
            <a:xfrm>
              <a:off x="11313917" y="8948272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709381" y="34836"/>
                  </a:lnTo>
                  <a:lnTo>
                    <a:pt x="709381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56" name="object 3856" descr=""/>
            <p:cNvSpPr/>
            <p:nvPr/>
          </p:nvSpPr>
          <p:spPr>
            <a:xfrm>
              <a:off x="11313917" y="8821804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709381" y="34836"/>
                  </a:lnTo>
                  <a:lnTo>
                    <a:pt x="709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7" name="object 3857" descr=""/>
            <p:cNvSpPr/>
            <p:nvPr/>
          </p:nvSpPr>
          <p:spPr>
            <a:xfrm>
              <a:off x="11313917" y="8821804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709381" y="34836"/>
                  </a:lnTo>
                  <a:lnTo>
                    <a:pt x="709381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58" name="object 3858" descr=""/>
            <p:cNvSpPr/>
            <p:nvPr/>
          </p:nvSpPr>
          <p:spPr>
            <a:xfrm>
              <a:off x="11313917" y="8695348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709381" y="34836"/>
                  </a:lnTo>
                  <a:lnTo>
                    <a:pt x="709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9" name="object 3859" descr=""/>
            <p:cNvSpPr/>
            <p:nvPr/>
          </p:nvSpPr>
          <p:spPr>
            <a:xfrm>
              <a:off x="11313917" y="8695348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709381" y="34836"/>
                  </a:lnTo>
                  <a:lnTo>
                    <a:pt x="709381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60" name="object 3860" descr=""/>
            <p:cNvSpPr/>
            <p:nvPr/>
          </p:nvSpPr>
          <p:spPr>
            <a:xfrm>
              <a:off x="11313917" y="8567697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709381" y="34836"/>
                  </a:lnTo>
                  <a:lnTo>
                    <a:pt x="709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1" name="object 3861" descr=""/>
            <p:cNvSpPr/>
            <p:nvPr/>
          </p:nvSpPr>
          <p:spPr>
            <a:xfrm>
              <a:off x="11313917" y="8567697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709381" y="34836"/>
                  </a:lnTo>
                  <a:lnTo>
                    <a:pt x="709381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62" name="object 3862" descr=""/>
            <p:cNvSpPr/>
            <p:nvPr/>
          </p:nvSpPr>
          <p:spPr>
            <a:xfrm>
              <a:off x="11313917" y="8441230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709381" y="34836"/>
                  </a:lnTo>
                  <a:lnTo>
                    <a:pt x="709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3" name="object 3863" descr=""/>
            <p:cNvSpPr/>
            <p:nvPr/>
          </p:nvSpPr>
          <p:spPr>
            <a:xfrm>
              <a:off x="11313917" y="8441230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709381" y="34836"/>
                  </a:lnTo>
                  <a:lnTo>
                    <a:pt x="709381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64" name="object 3864" descr=""/>
            <p:cNvSpPr/>
            <p:nvPr/>
          </p:nvSpPr>
          <p:spPr>
            <a:xfrm>
              <a:off x="11313917" y="8314773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709381" y="34836"/>
                  </a:lnTo>
                  <a:lnTo>
                    <a:pt x="709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5" name="object 3865" descr=""/>
            <p:cNvSpPr/>
            <p:nvPr/>
          </p:nvSpPr>
          <p:spPr>
            <a:xfrm>
              <a:off x="11313917" y="8314773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709381" y="34836"/>
                  </a:lnTo>
                  <a:lnTo>
                    <a:pt x="709381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66" name="object 3866" descr=""/>
            <p:cNvSpPr/>
            <p:nvPr/>
          </p:nvSpPr>
          <p:spPr>
            <a:xfrm>
              <a:off x="11313917" y="8188305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47"/>
                  </a:lnTo>
                  <a:lnTo>
                    <a:pt x="709381" y="34847"/>
                  </a:lnTo>
                  <a:lnTo>
                    <a:pt x="709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7" name="object 3867" descr=""/>
            <p:cNvSpPr/>
            <p:nvPr/>
          </p:nvSpPr>
          <p:spPr>
            <a:xfrm>
              <a:off x="11313917" y="8188305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47"/>
                  </a:lnTo>
                  <a:lnTo>
                    <a:pt x="709381" y="34847"/>
                  </a:lnTo>
                  <a:lnTo>
                    <a:pt x="709381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68" name="object 3868" descr=""/>
            <p:cNvSpPr/>
            <p:nvPr/>
          </p:nvSpPr>
          <p:spPr>
            <a:xfrm>
              <a:off x="11313917" y="8061838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709381" y="34836"/>
                  </a:lnTo>
                  <a:lnTo>
                    <a:pt x="709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9" name="object 3869" descr=""/>
            <p:cNvSpPr/>
            <p:nvPr/>
          </p:nvSpPr>
          <p:spPr>
            <a:xfrm>
              <a:off x="11313917" y="8061838"/>
              <a:ext cx="709930" cy="34925"/>
            </a:xfrm>
            <a:custGeom>
              <a:avLst/>
              <a:gdLst/>
              <a:ahLst/>
              <a:cxnLst/>
              <a:rect l="l" t="t" r="r" b="b"/>
              <a:pathLst>
                <a:path w="709929" h="34925">
                  <a:moveTo>
                    <a:pt x="709381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709381" y="34836"/>
                  </a:lnTo>
                  <a:lnTo>
                    <a:pt x="709381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70" name="object 3870" descr=""/>
            <p:cNvSpPr/>
            <p:nvPr/>
          </p:nvSpPr>
          <p:spPr>
            <a:xfrm>
              <a:off x="11313927" y="7935371"/>
              <a:ext cx="705485" cy="34925"/>
            </a:xfrm>
            <a:custGeom>
              <a:avLst/>
              <a:gdLst/>
              <a:ahLst/>
              <a:cxnLst/>
              <a:rect l="l" t="t" r="r" b="b"/>
              <a:pathLst>
                <a:path w="705484" h="34925">
                  <a:moveTo>
                    <a:pt x="705036" y="0"/>
                  </a:moveTo>
                  <a:lnTo>
                    <a:pt x="0" y="0"/>
                  </a:lnTo>
                  <a:lnTo>
                    <a:pt x="0" y="34847"/>
                  </a:lnTo>
                  <a:lnTo>
                    <a:pt x="705036" y="34847"/>
                  </a:lnTo>
                  <a:lnTo>
                    <a:pt x="7050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1" name="object 3871" descr=""/>
            <p:cNvSpPr/>
            <p:nvPr/>
          </p:nvSpPr>
          <p:spPr>
            <a:xfrm>
              <a:off x="11313927" y="7935371"/>
              <a:ext cx="705485" cy="34925"/>
            </a:xfrm>
            <a:custGeom>
              <a:avLst/>
              <a:gdLst/>
              <a:ahLst/>
              <a:cxnLst/>
              <a:rect l="l" t="t" r="r" b="b"/>
              <a:pathLst>
                <a:path w="705484" h="34925">
                  <a:moveTo>
                    <a:pt x="705036" y="0"/>
                  </a:moveTo>
                  <a:lnTo>
                    <a:pt x="0" y="0"/>
                  </a:lnTo>
                  <a:lnTo>
                    <a:pt x="0" y="34847"/>
                  </a:lnTo>
                  <a:lnTo>
                    <a:pt x="705036" y="34847"/>
                  </a:lnTo>
                  <a:lnTo>
                    <a:pt x="705036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72" name="object 3872" descr=""/>
            <p:cNvSpPr/>
            <p:nvPr/>
          </p:nvSpPr>
          <p:spPr>
            <a:xfrm>
              <a:off x="11313917" y="7808914"/>
              <a:ext cx="695325" cy="34925"/>
            </a:xfrm>
            <a:custGeom>
              <a:avLst/>
              <a:gdLst/>
              <a:ahLst/>
              <a:cxnLst/>
              <a:rect l="l" t="t" r="r" b="b"/>
              <a:pathLst>
                <a:path w="695325" h="34925">
                  <a:moveTo>
                    <a:pt x="695162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695162" y="34836"/>
                  </a:lnTo>
                  <a:lnTo>
                    <a:pt x="6951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3" name="object 3873" descr=""/>
            <p:cNvSpPr/>
            <p:nvPr/>
          </p:nvSpPr>
          <p:spPr>
            <a:xfrm>
              <a:off x="11313917" y="7808914"/>
              <a:ext cx="695325" cy="34925"/>
            </a:xfrm>
            <a:custGeom>
              <a:avLst/>
              <a:gdLst/>
              <a:ahLst/>
              <a:cxnLst/>
              <a:rect l="l" t="t" r="r" b="b"/>
              <a:pathLst>
                <a:path w="695325" h="34925">
                  <a:moveTo>
                    <a:pt x="695162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695162" y="34836"/>
                  </a:lnTo>
                  <a:lnTo>
                    <a:pt x="695162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74" name="object 3874" descr=""/>
            <p:cNvSpPr/>
            <p:nvPr/>
          </p:nvSpPr>
          <p:spPr>
            <a:xfrm>
              <a:off x="11313917" y="7682447"/>
              <a:ext cx="673100" cy="34925"/>
            </a:xfrm>
            <a:custGeom>
              <a:avLst/>
              <a:gdLst/>
              <a:ahLst/>
              <a:cxnLst/>
              <a:rect l="l" t="t" r="r" b="b"/>
              <a:pathLst>
                <a:path w="673100" h="34925">
                  <a:moveTo>
                    <a:pt x="672869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672869" y="34836"/>
                  </a:lnTo>
                  <a:lnTo>
                    <a:pt x="67286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5" name="object 3875" descr=""/>
            <p:cNvSpPr/>
            <p:nvPr/>
          </p:nvSpPr>
          <p:spPr>
            <a:xfrm>
              <a:off x="11313917" y="7682447"/>
              <a:ext cx="673100" cy="34925"/>
            </a:xfrm>
            <a:custGeom>
              <a:avLst/>
              <a:gdLst/>
              <a:ahLst/>
              <a:cxnLst/>
              <a:rect l="l" t="t" r="r" b="b"/>
              <a:pathLst>
                <a:path w="673100" h="34925">
                  <a:moveTo>
                    <a:pt x="672869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672869" y="34836"/>
                  </a:lnTo>
                  <a:lnTo>
                    <a:pt x="67286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76" name="object 3876" descr=""/>
            <p:cNvSpPr/>
            <p:nvPr/>
          </p:nvSpPr>
          <p:spPr>
            <a:xfrm>
              <a:off x="11313917" y="7555979"/>
              <a:ext cx="642620" cy="34925"/>
            </a:xfrm>
            <a:custGeom>
              <a:avLst/>
              <a:gdLst/>
              <a:ahLst/>
              <a:cxnLst/>
              <a:rect l="l" t="t" r="r" b="b"/>
              <a:pathLst>
                <a:path w="642620" h="34925">
                  <a:moveTo>
                    <a:pt x="642064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642064" y="34836"/>
                  </a:lnTo>
                  <a:lnTo>
                    <a:pt x="6420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7" name="object 3877" descr=""/>
            <p:cNvSpPr/>
            <p:nvPr/>
          </p:nvSpPr>
          <p:spPr>
            <a:xfrm>
              <a:off x="11313917" y="7555979"/>
              <a:ext cx="642620" cy="34925"/>
            </a:xfrm>
            <a:custGeom>
              <a:avLst/>
              <a:gdLst/>
              <a:ahLst/>
              <a:cxnLst/>
              <a:rect l="l" t="t" r="r" b="b"/>
              <a:pathLst>
                <a:path w="642620" h="34925">
                  <a:moveTo>
                    <a:pt x="642064" y="0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642064" y="34836"/>
                  </a:lnTo>
                  <a:lnTo>
                    <a:pt x="64206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878" name="object 3878" descr=""/>
          <p:cNvGrpSpPr/>
          <p:nvPr/>
        </p:nvGrpSpPr>
        <p:grpSpPr>
          <a:xfrm>
            <a:off x="10411755" y="8761377"/>
            <a:ext cx="344170" cy="1351280"/>
            <a:chOff x="10411755" y="8761377"/>
            <a:chExt cx="344170" cy="1351280"/>
          </a:xfrm>
        </p:grpSpPr>
        <p:sp>
          <p:nvSpPr>
            <p:cNvPr id="3879" name="object 3879" descr=""/>
            <p:cNvSpPr/>
            <p:nvPr/>
          </p:nvSpPr>
          <p:spPr>
            <a:xfrm>
              <a:off x="10416991" y="8819962"/>
              <a:ext cx="334010" cy="1287780"/>
            </a:xfrm>
            <a:custGeom>
              <a:avLst/>
              <a:gdLst/>
              <a:ahLst/>
              <a:cxnLst/>
              <a:rect l="l" t="t" r="r" b="b"/>
              <a:pathLst>
                <a:path w="334009" h="1287779">
                  <a:moveTo>
                    <a:pt x="333455" y="0"/>
                  </a:moveTo>
                  <a:lnTo>
                    <a:pt x="0" y="0"/>
                  </a:lnTo>
                  <a:lnTo>
                    <a:pt x="0" y="1287164"/>
                  </a:lnTo>
                  <a:lnTo>
                    <a:pt x="333455" y="1287164"/>
                  </a:lnTo>
                  <a:lnTo>
                    <a:pt x="3334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0" name="object 3880" descr=""/>
            <p:cNvSpPr/>
            <p:nvPr/>
          </p:nvSpPr>
          <p:spPr>
            <a:xfrm>
              <a:off x="10416991" y="8819962"/>
              <a:ext cx="334010" cy="1287780"/>
            </a:xfrm>
            <a:custGeom>
              <a:avLst/>
              <a:gdLst/>
              <a:ahLst/>
              <a:cxnLst/>
              <a:rect l="l" t="t" r="r" b="b"/>
              <a:pathLst>
                <a:path w="334009" h="1287779">
                  <a:moveTo>
                    <a:pt x="333455" y="0"/>
                  </a:moveTo>
                  <a:lnTo>
                    <a:pt x="0" y="0"/>
                  </a:lnTo>
                  <a:lnTo>
                    <a:pt x="0" y="1287164"/>
                  </a:lnTo>
                  <a:lnTo>
                    <a:pt x="333455" y="1287164"/>
                  </a:lnTo>
                  <a:lnTo>
                    <a:pt x="333455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81" name="object 3881" descr=""/>
            <p:cNvSpPr/>
            <p:nvPr/>
          </p:nvSpPr>
          <p:spPr>
            <a:xfrm>
              <a:off x="10417001" y="8766613"/>
              <a:ext cx="217170" cy="1341120"/>
            </a:xfrm>
            <a:custGeom>
              <a:avLst/>
              <a:gdLst/>
              <a:ahLst/>
              <a:cxnLst/>
              <a:rect l="l" t="t" r="r" b="b"/>
              <a:pathLst>
                <a:path w="217170" h="1341120">
                  <a:moveTo>
                    <a:pt x="216747" y="0"/>
                  </a:moveTo>
                  <a:lnTo>
                    <a:pt x="0" y="0"/>
                  </a:lnTo>
                  <a:lnTo>
                    <a:pt x="0" y="1340514"/>
                  </a:lnTo>
                  <a:lnTo>
                    <a:pt x="216747" y="1340514"/>
                  </a:lnTo>
                  <a:lnTo>
                    <a:pt x="2167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2" name="object 3882" descr=""/>
            <p:cNvSpPr/>
            <p:nvPr/>
          </p:nvSpPr>
          <p:spPr>
            <a:xfrm>
              <a:off x="10417001" y="8766613"/>
              <a:ext cx="217170" cy="1341120"/>
            </a:xfrm>
            <a:custGeom>
              <a:avLst/>
              <a:gdLst/>
              <a:ahLst/>
              <a:cxnLst/>
              <a:rect l="l" t="t" r="r" b="b"/>
              <a:pathLst>
                <a:path w="217170" h="1341120">
                  <a:moveTo>
                    <a:pt x="216747" y="0"/>
                  </a:moveTo>
                  <a:lnTo>
                    <a:pt x="0" y="0"/>
                  </a:lnTo>
                  <a:lnTo>
                    <a:pt x="0" y="1340514"/>
                  </a:lnTo>
                  <a:lnTo>
                    <a:pt x="216747" y="1340514"/>
                  </a:lnTo>
                  <a:lnTo>
                    <a:pt x="2167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883" name="object 3883" descr=""/>
          <p:cNvGrpSpPr/>
          <p:nvPr/>
        </p:nvGrpSpPr>
        <p:grpSpPr>
          <a:xfrm>
            <a:off x="10411766" y="8701347"/>
            <a:ext cx="1017905" cy="1411605"/>
            <a:chOff x="10411766" y="8701347"/>
            <a:chExt cx="1017905" cy="1411605"/>
          </a:xfrm>
        </p:grpSpPr>
        <p:sp>
          <p:nvSpPr>
            <p:cNvPr id="3884" name="object 3884" descr=""/>
            <p:cNvSpPr/>
            <p:nvPr/>
          </p:nvSpPr>
          <p:spPr>
            <a:xfrm>
              <a:off x="11210642" y="8853311"/>
              <a:ext cx="190500" cy="1254125"/>
            </a:xfrm>
            <a:custGeom>
              <a:avLst/>
              <a:gdLst/>
              <a:ahLst/>
              <a:cxnLst/>
              <a:rect l="l" t="t" r="r" b="b"/>
              <a:pathLst>
                <a:path w="190500" h="1254125">
                  <a:moveTo>
                    <a:pt x="190067" y="0"/>
                  </a:moveTo>
                  <a:lnTo>
                    <a:pt x="0" y="0"/>
                  </a:lnTo>
                  <a:lnTo>
                    <a:pt x="0" y="1253815"/>
                  </a:lnTo>
                  <a:lnTo>
                    <a:pt x="190067" y="1253815"/>
                  </a:lnTo>
                  <a:lnTo>
                    <a:pt x="1900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5" name="object 3885" descr=""/>
            <p:cNvSpPr/>
            <p:nvPr/>
          </p:nvSpPr>
          <p:spPr>
            <a:xfrm>
              <a:off x="11210642" y="8853311"/>
              <a:ext cx="190500" cy="1254125"/>
            </a:xfrm>
            <a:custGeom>
              <a:avLst/>
              <a:gdLst/>
              <a:ahLst/>
              <a:cxnLst/>
              <a:rect l="l" t="t" r="r" b="b"/>
              <a:pathLst>
                <a:path w="190500" h="1254125">
                  <a:moveTo>
                    <a:pt x="190067" y="0"/>
                  </a:moveTo>
                  <a:lnTo>
                    <a:pt x="0" y="0"/>
                  </a:lnTo>
                  <a:lnTo>
                    <a:pt x="0" y="1253815"/>
                  </a:lnTo>
                  <a:lnTo>
                    <a:pt x="190067" y="1253815"/>
                  </a:lnTo>
                  <a:lnTo>
                    <a:pt x="19006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86" name="object 3886" descr=""/>
            <p:cNvSpPr/>
            <p:nvPr/>
          </p:nvSpPr>
          <p:spPr>
            <a:xfrm>
              <a:off x="11210642" y="8766612"/>
              <a:ext cx="213995" cy="86995"/>
            </a:xfrm>
            <a:custGeom>
              <a:avLst/>
              <a:gdLst/>
              <a:ahLst/>
              <a:cxnLst/>
              <a:rect l="l" t="t" r="r" b="b"/>
              <a:pathLst>
                <a:path w="213995" h="86995">
                  <a:moveTo>
                    <a:pt x="213407" y="0"/>
                  </a:moveTo>
                  <a:lnTo>
                    <a:pt x="0" y="0"/>
                  </a:lnTo>
                  <a:lnTo>
                    <a:pt x="0" y="86698"/>
                  </a:lnTo>
                  <a:lnTo>
                    <a:pt x="213407" y="86698"/>
                  </a:lnTo>
                  <a:lnTo>
                    <a:pt x="21340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7" name="object 3887" descr=""/>
            <p:cNvSpPr/>
            <p:nvPr/>
          </p:nvSpPr>
          <p:spPr>
            <a:xfrm>
              <a:off x="11210642" y="8766612"/>
              <a:ext cx="213995" cy="86995"/>
            </a:xfrm>
            <a:custGeom>
              <a:avLst/>
              <a:gdLst/>
              <a:ahLst/>
              <a:cxnLst/>
              <a:rect l="l" t="t" r="r" b="b"/>
              <a:pathLst>
                <a:path w="213995" h="86995">
                  <a:moveTo>
                    <a:pt x="213407" y="86698"/>
                  </a:moveTo>
                  <a:lnTo>
                    <a:pt x="0" y="86698"/>
                  </a:lnTo>
                  <a:lnTo>
                    <a:pt x="0" y="0"/>
                  </a:lnTo>
                  <a:lnTo>
                    <a:pt x="213407" y="0"/>
                  </a:lnTo>
                  <a:lnTo>
                    <a:pt x="213407" y="8669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88" name="object 3888" descr=""/>
            <p:cNvSpPr/>
            <p:nvPr/>
          </p:nvSpPr>
          <p:spPr>
            <a:xfrm>
              <a:off x="11210642" y="8853311"/>
              <a:ext cx="213995" cy="12065"/>
            </a:xfrm>
            <a:custGeom>
              <a:avLst/>
              <a:gdLst/>
              <a:ahLst/>
              <a:cxnLst/>
              <a:rect l="l" t="t" r="r" b="b"/>
              <a:pathLst>
                <a:path w="213995" h="12065">
                  <a:moveTo>
                    <a:pt x="213407" y="0"/>
                  </a:moveTo>
                  <a:lnTo>
                    <a:pt x="0" y="0"/>
                  </a:lnTo>
                  <a:lnTo>
                    <a:pt x="0" y="11654"/>
                  </a:lnTo>
                  <a:lnTo>
                    <a:pt x="213407" y="11654"/>
                  </a:lnTo>
                  <a:lnTo>
                    <a:pt x="21340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9" name="object 3889" descr=""/>
            <p:cNvSpPr/>
            <p:nvPr/>
          </p:nvSpPr>
          <p:spPr>
            <a:xfrm>
              <a:off x="11210632" y="8856521"/>
              <a:ext cx="219075" cy="11430"/>
            </a:xfrm>
            <a:custGeom>
              <a:avLst/>
              <a:gdLst/>
              <a:ahLst/>
              <a:cxnLst/>
              <a:rect l="l" t="t" r="r" b="b"/>
              <a:pathLst>
                <a:path w="219075" h="11429">
                  <a:moveTo>
                    <a:pt x="0" y="11062"/>
                  </a:moveTo>
                  <a:lnTo>
                    <a:pt x="218653" y="11062"/>
                  </a:lnTo>
                </a:path>
                <a:path w="219075" h="11429">
                  <a:moveTo>
                    <a:pt x="0" y="0"/>
                  </a:moveTo>
                  <a:lnTo>
                    <a:pt x="218653" y="0"/>
                  </a:lnTo>
                </a:path>
              </a:pathLst>
            </a:custGeom>
            <a:ln w="5235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90" name="object 3890" descr=""/>
            <p:cNvSpPr/>
            <p:nvPr/>
          </p:nvSpPr>
          <p:spPr>
            <a:xfrm>
              <a:off x="11210642" y="8864966"/>
              <a:ext cx="200660" cy="86995"/>
            </a:xfrm>
            <a:custGeom>
              <a:avLst/>
              <a:gdLst/>
              <a:ahLst/>
              <a:cxnLst/>
              <a:rect l="l" t="t" r="r" b="b"/>
              <a:pathLst>
                <a:path w="200659" h="86995">
                  <a:moveTo>
                    <a:pt x="200067" y="0"/>
                  </a:moveTo>
                  <a:lnTo>
                    <a:pt x="0" y="0"/>
                  </a:lnTo>
                  <a:lnTo>
                    <a:pt x="0" y="86709"/>
                  </a:lnTo>
                  <a:lnTo>
                    <a:pt x="200067" y="86709"/>
                  </a:lnTo>
                  <a:lnTo>
                    <a:pt x="2000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1" name="object 3891" descr=""/>
            <p:cNvSpPr/>
            <p:nvPr/>
          </p:nvSpPr>
          <p:spPr>
            <a:xfrm>
              <a:off x="11210642" y="8864966"/>
              <a:ext cx="200660" cy="86995"/>
            </a:xfrm>
            <a:custGeom>
              <a:avLst/>
              <a:gdLst/>
              <a:ahLst/>
              <a:cxnLst/>
              <a:rect l="l" t="t" r="r" b="b"/>
              <a:pathLst>
                <a:path w="200659" h="86995">
                  <a:moveTo>
                    <a:pt x="200067" y="86709"/>
                  </a:moveTo>
                  <a:lnTo>
                    <a:pt x="0" y="86709"/>
                  </a:lnTo>
                  <a:lnTo>
                    <a:pt x="0" y="0"/>
                  </a:lnTo>
                  <a:lnTo>
                    <a:pt x="200067" y="0"/>
                  </a:lnTo>
                  <a:lnTo>
                    <a:pt x="200067" y="8670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92" name="object 3892" descr=""/>
            <p:cNvSpPr/>
            <p:nvPr/>
          </p:nvSpPr>
          <p:spPr>
            <a:xfrm>
              <a:off x="11210642" y="8951675"/>
              <a:ext cx="200660" cy="12065"/>
            </a:xfrm>
            <a:custGeom>
              <a:avLst/>
              <a:gdLst/>
              <a:ahLst/>
              <a:cxnLst/>
              <a:rect l="l" t="t" r="r" b="b"/>
              <a:pathLst>
                <a:path w="200659" h="12065">
                  <a:moveTo>
                    <a:pt x="200067" y="0"/>
                  </a:moveTo>
                  <a:lnTo>
                    <a:pt x="0" y="0"/>
                  </a:lnTo>
                  <a:lnTo>
                    <a:pt x="0" y="11654"/>
                  </a:lnTo>
                  <a:lnTo>
                    <a:pt x="200067" y="11654"/>
                  </a:lnTo>
                  <a:lnTo>
                    <a:pt x="2000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3" name="object 3893" descr=""/>
            <p:cNvSpPr/>
            <p:nvPr/>
          </p:nvSpPr>
          <p:spPr>
            <a:xfrm>
              <a:off x="11210632" y="8946439"/>
              <a:ext cx="205740" cy="22225"/>
            </a:xfrm>
            <a:custGeom>
              <a:avLst/>
              <a:gdLst/>
              <a:ahLst/>
              <a:cxnLst/>
              <a:rect l="l" t="t" r="r" b="b"/>
              <a:pathLst>
                <a:path w="205740" h="22225">
                  <a:moveTo>
                    <a:pt x="0" y="22124"/>
                  </a:moveTo>
                  <a:lnTo>
                    <a:pt x="205313" y="22124"/>
                  </a:lnTo>
                  <a:lnTo>
                    <a:pt x="205313" y="0"/>
                  </a:lnTo>
                  <a:lnTo>
                    <a:pt x="0" y="0"/>
                  </a:lnTo>
                  <a:lnTo>
                    <a:pt x="0" y="22124"/>
                  </a:lnTo>
                  <a:close/>
                </a:path>
              </a:pathLst>
            </a:custGeom>
            <a:solidFill>
              <a:srgbClr val="007B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4" name="object 3894" descr=""/>
            <p:cNvSpPr/>
            <p:nvPr/>
          </p:nvSpPr>
          <p:spPr>
            <a:xfrm>
              <a:off x="10750447" y="8766612"/>
              <a:ext cx="460375" cy="1341120"/>
            </a:xfrm>
            <a:custGeom>
              <a:avLst/>
              <a:gdLst/>
              <a:ahLst/>
              <a:cxnLst/>
              <a:rect l="l" t="t" r="r" b="b"/>
              <a:pathLst>
                <a:path w="460375" h="1341120">
                  <a:moveTo>
                    <a:pt x="460184" y="0"/>
                  </a:moveTo>
                  <a:lnTo>
                    <a:pt x="0" y="0"/>
                  </a:lnTo>
                  <a:lnTo>
                    <a:pt x="0" y="1340514"/>
                  </a:lnTo>
                  <a:lnTo>
                    <a:pt x="460184" y="1340514"/>
                  </a:lnTo>
                  <a:lnTo>
                    <a:pt x="46018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5" name="object 3895" descr=""/>
            <p:cNvSpPr/>
            <p:nvPr/>
          </p:nvSpPr>
          <p:spPr>
            <a:xfrm>
              <a:off x="10750447" y="8766612"/>
              <a:ext cx="460375" cy="1341120"/>
            </a:xfrm>
            <a:custGeom>
              <a:avLst/>
              <a:gdLst/>
              <a:ahLst/>
              <a:cxnLst/>
              <a:rect l="l" t="t" r="r" b="b"/>
              <a:pathLst>
                <a:path w="460375" h="1341120">
                  <a:moveTo>
                    <a:pt x="460184" y="0"/>
                  </a:moveTo>
                  <a:lnTo>
                    <a:pt x="0" y="0"/>
                  </a:lnTo>
                  <a:lnTo>
                    <a:pt x="0" y="1340514"/>
                  </a:lnTo>
                  <a:lnTo>
                    <a:pt x="460184" y="1340514"/>
                  </a:lnTo>
                  <a:lnTo>
                    <a:pt x="46018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96" name="object 3896" descr=""/>
            <p:cNvSpPr/>
            <p:nvPr/>
          </p:nvSpPr>
          <p:spPr>
            <a:xfrm>
              <a:off x="10750447" y="8819962"/>
              <a:ext cx="460375" cy="13335"/>
            </a:xfrm>
            <a:custGeom>
              <a:avLst/>
              <a:gdLst/>
              <a:ahLst/>
              <a:cxnLst/>
              <a:rect l="l" t="t" r="r" b="b"/>
              <a:pathLst>
                <a:path w="460375" h="13334">
                  <a:moveTo>
                    <a:pt x="460184" y="0"/>
                  </a:moveTo>
                  <a:lnTo>
                    <a:pt x="0" y="0"/>
                  </a:lnTo>
                  <a:lnTo>
                    <a:pt x="0" y="13339"/>
                  </a:lnTo>
                  <a:lnTo>
                    <a:pt x="460184" y="13339"/>
                  </a:lnTo>
                  <a:lnTo>
                    <a:pt x="46018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7" name="object 3897" descr=""/>
            <p:cNvSpPr/>
            <p:nvPr/>
          </p:nvSpPr>
          <p:spPr>
            <a:xfrm>
              <a:off x="10745212" y="8826632"/>
              <a:ext cx="471170" cy="0"/>
            </a:xfrm>
            <a:custGeom>
              <a:avLst/>
              <a:gdLst/>
              <a:ahLst/>
              <a:cxnLst/>
              <a:rect l="l" t="t" r="r" b="b"/>
              <a:pathLst>
                <a:path w="471170" h="0">
                  <a:moveTo>
                    <a:pt x="0" y="0"/>
                  </a:moveTo>
                  <a:lnTo>
                    <a:pt x="168633" y="0"/>
                  </a:lnTo>
                </a:path>
                <a:path w="471170" h="0">
                  <a:moveTo>
                    <a:pt x="302022" y="0"/>
                  </a:moveTo>
                  <a:lnTo>
                    <a:pt x="470655" y="0"/>
                  </a:lnTo>
                </a:path>
              </a:pathLst>
            </a:custGeom>
            <a:ln w="2381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98" name="object 3898" descr=""/>
            <p:cNvSpPr/>
            <p:nvPr/>
          </p:nvSpPr>
          <p:spPr>
            <a:xfrm>
              <a:off x="10750447" y="8921812"/>
              <a:ext cx="460375" cy="13335"/>
            </a:xfrm>
            <a:custGeom>
              <a:avLst/>
              <a:gdLst/>
              <a:ahLst/>
              <a:cxnLst/>
              <a:rect l="l" t="t" r="r" b="b"/>
              <a:pathLst>
                <a:path w="460375" h="13334">
                  <a:moveTo>
                    <a:pt x="460184" y="0"/>
                  </a:moveTo>
                  <a:lnTo>
                    <a:pt x="0" y="0"/>
                  </a:lnTo>
                  <a:lnTo>
                    <a:pt x="0" y="13339"/>
                  </a:lnTo>
                  <a:lnTo>
                    <a:pt x="460184" y="13339"/>
                  </a:lnTo>
                  <a:lnTo>
                    <a:pt x="46018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9" name="object 3899" descr=""/>
            <p:cNvSpPr/>
            <p:nvPr/>
          </p:nvSpPr>
          <p:spPr>
            <a:xfrm>
              <a:off x="10745212" y="8928482"/>
              <a:ext cx="471170" cy="0"/>
            </a:xfrm>
            <a:custGeom>
              <a:avLst/>
              <a:gdLst/>
              <a:ahLst/>
              <a:cxnLst/>
              <a:rect l="l" t="t" r="r" b="b"/>
              <a:pathLst>
                <a:path w="471170" h="0">
                  <a:moveTo>
                    <a:pt x="0" y="0"/>
                  </a:moveTo>
                  <a:lnTo>
                    <a:pt x="168633" y="0"/>
                  </a:lnTo>
                </a:path>
                <a:path w="471170" h="0">
                  <a:moveTo>
                    <a:pt x="302022" y="0"/>
                  </a:moveTo>
                  <a:lnTo>
                    <a:pt x="470655" y="0"/>
                  </a:lnTo>
                </a:path>
              </a:pathLst>
            </a:custGeom>
            <a:ln w="2381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00" name="object 3900" descr=""/>
            <p:cNvSpPr/>
            <p:nvPr/>
          </p:nvSpPr>
          <p:spPr>
            <a:xfrm>
              <a:off x="10750447" y="9023652"/>
              <a:ext cx="460375" cy="13335"/>
            </a:xfrm>
            <a:custGeom>
              <a:avLst/>
              <a:gdLst/>
              <a:ahLst/>
              <a:cxnLst/>
              <a:rect l="l" t="t" r="r" b="b"/>
              <a:pathLst>
                <a:path w="460375" h="13334">
                  <a:moveTo>
                    <a:pt x="460184" y="0"/>
                  </a:moveTo>
                  <a:lnTo>
                    <a:pt x="0" y="0"/>
                  </a:lnTo>
                  <a:lnTo>
                    <a:pt x="0" y="13339"/>
                  </a:lnTo>
                  <a:lnTo>
                    <a:pt x="460184" y="13339"/>
                  </a:lnTo>
                  <a:lnTo>
                    <a:pt x="46018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1" name="object 3901" descr=""/>
            <p:cNvSpPr/>
            <p:nvPr/>
          </p:nvSpPr>
          <p:spPr>
            <a:xfrm>
              <a:off x="10750447" y="9023652"/>
              <a:ext cx="460375" cy="13335"/>
            </a:xfrm>
            <a:custGeom>
              <a:avLst/>
              <a:gdLst/>
              <a:ahLst/>
              <a:cxnLst/>
              <a:rect l="l" t="t" r="r" b="b"/>
              <a:pathLst>
                <a:path w="460375" h="13334">
                  <a:moveTo>
                    <a:pt x="460184" y="0"/>
                  </a:moveTo>
                  <a:lnTo>
                    <a:pt x="0" y="0"/>
                  </a:lnTo>
                  <a:lnTo>
                    <a:pt x="0" y="13339"/>
                  </a:lnTo>
                  <a:lnTo>
                    <a:pt x="460184" y="13339"/>
                  </a:lnTo>
                  <a:lnTo>
                    <a:pt x="46018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02" name="object 3902" descr=""/>
            <p:cNvSpPr/>
            <p:nvPr/>
          </p:nvSpPr>
          <p:spPr>
            <a:xfrm>
              <a:off x="10750447" y="9125502"/>
              <a:ext cx="460375" cy="13335"/>
            </a:xfrm>
            <a:custGeom>
              <a:avLst/>
              <a:gdLst/>
              <a:ahLst/>
              <a:cxnLst/>
              <a:rect l="l" t="t" r="r" b="b"/>
              <a:pathLst>
                <a:path w="460375" h="13334">
                  <a:moveTo>
                    <a:pt x="460184" y="0"/>
                  </a:moveTo>
                  <a:lnTo>
                    <a:pt x="0" y="0"/>
                  </a:lnTo>
                  <a:lnTo>
                    <a:pt x="0" y="13339"/>
                  </a:lnTo>
                  <a:lnTo>
                    <a:pt x="460184" y="13339"/>
                  </a:lnTo>
                  <a:lnTo>
                    <a:pt x="46018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3" name="object 3903" descr=""/>
            <p:cNvSpPr/>
            <p:nvPr/>
          </p:nvSpPr>
          <p:spPr>
            <a:xfrm>
              <a:off x="10750447" y="9125502"/>
              <a:ext cx="460375" cy="13335"/>
            </a:xfrm>
            <a:custGeom>
              <a:avLst/>
              <a:gdLst/>
              <a:ahLst/>
              <a:cxnLst/>
              <a:rect l="l" t="t" r="r" b="b"/>
              <a:pathLst>
                <a:path w="460375" h="13334">
                  <a:moveTo>
                    <a:pt x="460184" y="0"/>
                  </a:moveTo>
                  <a:lnTo>
                    <a:pt x="0" y="0"/>
                  </a:lnTo>
                  <a:lnTo>
                    <a:pt x="0" y="13339"/>
                  </a:lnTo>
                  <a:lnTo>
                    <a:pt x="460184" y="13339"/>
                  </a:lnTo>
                  <a:lnTo>
                    <a:pt x="46018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04" name="object 3904" descr=""/>
            <p:cNvSpPr/>
            <p:nvPr/>
          </p:nvSpPr>
          <p:spPr>
            <a:xfrm>
              <a:off x="10750447" y="9227331"/>
              <a:ext cx="460375" cy="13335"/>
            </a:xfrm>
            <a:custGeom>
              <a:avLst/>
              <a:gdLst/>
              <a:ahLst/>
              <a:cxnLst/>
              <a:rect l="l" t="t" r="r" b="b"/>
              <a:pathLst>
                <a:path w="460375" h="13334">
                  <a:moveTo>
                    <a:pt x="460184" y="0"/>
                  </a:moveTo>
                  <a:lnTo>
                    <a:pt x="0" y="0"/>
                  </a:lnTo>
                  <a:lnTo>
                    <a:pt x="0" y="13339"/>
                  </a:lnTo>
                  <a:lnTo>
                    <a:pt x="460184" y="13339"/>
                  </a:lnTo>
                  <a:lnTo>
                    <a:pt x="46018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5" name="object 3905" descr=""/>
            <p:cNvSpPr/>
            <p:nvPr/>
          </p:nvSpPr>
          <p:spPr>
            <a:xfrm>
              <a:off x="10750447" y="9227331"/>
              <a:ext cx="460375" cy="13335"/>
            </a:xfrm>
            <a:custGeom>
              <a:avLst/>
              <a:gdLst/>
              <a:ahLst/>
              <a:cxnLst/>
              <a:rect l="l" t="t" r="r" b="b"/>
              <a:pathLst>
                <a:path w="460375" h="13334">
                  <a:moveTo>
                    <a:pt x="460184" y="0"/>
                  </a:moveTo>
                  <a:lnTo>
                    <a:pt x="0" y="0"/>
                  </a:lnTo>
                  <a:lnTo>
                    <a:pt x="0" y="13339"/>
                  </a:lnTo>
                  <a:lnTo>
                    <a:pt x="460184" y="13339"/>
                  </a:lnTo>
                  <a:lnTo>
                    <a:pt x="46018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06" name="object 3906" descr=""/>
            <p:cNvSpPr/>
            <p:nvPr/>
          </p:nvSpPr>
          <p:spPr>
            <a:xfrm>
              <a:off x="10750447" y="9329182"/>
              <a:ext cx="460375" cy="13335"/>
            </a:xfrm>
            <a:custGeom>
              <a:avLst/>
              <a:gdLst/>
              <a:ahLst/>
              <a:cxnLst/>
              <a:rect l="l" t="t" r="r" b="b"/>
              <a:pathLst>
                <a:path w="460375" h="13334">
                  <a:moveTo>
                    <a:pt x="460184" y="0"/>
                  </a:moveTo>
                  <a:lnTo>
                    <a:pt x="0" y="0"/>
                  </a:lnTo>
                  <a:lnTo>
                    <a:pt x="0" y="13339"/>
                  </a:lnTo>
                  <a:lnTo>
                    <a:pt x="460184" y="13339"/>
                  </a:lnTo>
                  <a:lnTo>
                    <a:pt x="46018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7" name="object 3907" descr=""/>
            <p:cNvSpPr/>
            <p:nvPr/>
          </p:nvSpPr>
          <p:spPr>
            <a:xfrm>
              <a:off x="10750447" y="9329182"/>
              <a:ext cx="460375" cy="13335"/>
            </a:xfrm>
            <a:custGeom>
              <a:avLst/>
              <a:gdLst/>
              <a:ahLst/>
              <a:cxnLst/>
              <a:rect l="l" t="t" r="r" b="b"/>
              <a:pathLst>
                <a:path w="460375" h="13334">
                  <a:moveTo>
                    <a:pt x="460184" y="0"/>
                  </a:moveTo>
                  <a:lnTo>
                    <a:pt x="0" y="0"/>
                  </a:lnTo>
                  <a:lnTo>
                    <a:pt x="0" y="13339"/>
                  </a:lnTo>
                  <a:lnTo>
                    <a:pt x="460184" y="13339"/>
                  </a:lnTo>
                  <a:lnTo>
                    <a:pt x="46018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08" name="object 3908" descr=""/>
            <p:cNvSpPr/>
            <p:nvPr/>
          </p:nvSpPr>
          <p:spPr>
            <a:xfrm>
              <a:off x="10750447" y="9431022"/>
              <a:ext cx="460375" cy="13335"/>
            </a:xfrm>
            <a:custGeom>
              <a:avLst/>
              <a:gdLst/>
              <a:ahLst/>
              <a:cxnLst/>
              <a:rect l="l" t="t" r="r" b="b"/>
              <a:pathLst>
                <a:path w="460375" h="13334">
                  <a:moveTo>
                    <a:pt x="460184" y="0"/>
                  </a:moveTo>
                  <a:lnTo>
                    <a:pt x="0" y="0"/>
                  </a:lnTo>
                  <a:lnTo>
                    <a:pt x="0" y="13339"/>
                  </a:lnTo>
                  <a:lnTo>
                    <a:pt x="460184" y="13339"/>
                  </a:lnTo>
                  <a:lnTo>
                    <a:pt x="46018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9" name="object 3909" descr=""/>
            <p:cNvSpPr/>
            <p:nvPr/>
          </p:nvSpPr>
          <p:spPr>
            <a:xfrm>
              <a:off x="10750447" y="9431022"/>
              <a:ext cx="460375" cy="13335"/>
            </a:xfrm>
            <a:custGeom>
              <a:avLst/>
              <a:gdLst/>
              <a:ahLst/>
              <a:cxnLst/>
              <a:rect l="l" t="t" r="r" b="b"/>
              <a:pathLst>
                <a:path w="460375" h="13334">
                  <a:moveTo>
                    <a:pt x="460184" y="0"/>
                  </a:moveTo>
                  <a:lnTo>
                    <a:pt x="0" y="0"/>
                  </a:lnTo>
                  <a:lnTo>
                    <a:pt x="0" y="13339"/>
                  </a:lnTo>
                  <a:lnTo>
                    <a:pt x="460184" y="13339"/>
                  </a:lnTo>
                  <a:lnTo>
                    <a:pt x="46018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10" name="object 3910" descr=""/>
            <p:cNvSpPr/>
            <p:nvPr/>
          </p:nvSpPr>
          <p:spPr>
            <a:xfrm>
              <a:off x="10750447" y="9532872"/>
              <a:ext cx="460375" cy="13335"/>
            </a:xfrm>
            <a:custGeom>
              <a:avLst/>
              <a:gdLst/>
              <a:ahLst/>
              <a:cxnLst/>
              <a:rect l="l" t="t" r="r" b="b"/>
              <a:pathLst>
                <a:path w="460375" h="13334">
                  <a:moveTo>
                    <a:pt x="460184" y="0"/>
                  </a:moveTo>
                  <a:lnTo>
                    <a:pt x="0" y="0"/>
                  </a:lnTo>
                  <a:lnTo>
                    <a:pt x="0" y="13339"/>
                  </a:lnTo>
                  <a:lnTo>
                    <a:pt x="460184" y="13339"/>
                  </a:lnTo>
                  <a:lnTo>
                    <a:pt x="46018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1" name="object 3911" descr=""/>
            <p:cNvSpPr/>
            <p:nvPr/>
          </p:nvSpPr>
          <p:spPr>
            <a:xfrm>
              <a:off x="10750447" y="9532872"/>
              <a:ext cx="460375" cy="13335"/>
            </a:xfrm>
            <a:custGeom>
              <a:avLst/>
              <a:gdLst/>
              <a:ahLst/>
              <a:cxnLst/>
              <a:rect l="l" t="t" r="r" b="b"/>
              <a:pathLst>
                <a:path w="460375" h="13334">
                  <a:moveTo>
                    <a:pt x="460184" y="0"/>
                  </a:moveTo>
                  <a:lnTo>
                    <a:pt x="0" y="0"/>
                  </a:lnTo>
                  <a:lnTo>
                    <a:pt x="0" y="13339"/>
                  </a:lnTo>
                  <a:lnTo>
                    <a:pt x="460184" y="13339"/>
                  </a:lnTo>
                  <a:lnTo>
                    <a:pt x="46018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12" name="object 3912" descr=""/>
            <p:cNvSpPr/>
            <p:nvPr/>
          </p:nvSpPr>
          <p:spPr>
            <a:xfrm>
              <a:off x="10750447" y="9634722"/>
              <a:ext cx="460375" cy="13970"/>
            </a:xfrm>
            <a:custGeom>
              <a:avLst/>
              <a:gdLst/>
              <a:ahLst/>
              <a:cxnLst/>
              <a:rect l="l" t="t" r="r" b="b"/>
              <a:pathLst>
                <a:path w="460375" h="13970">
                  <a:moveTo>
                    <a:pt x="460184" y="0"/>
                  </a:moveTo>
                  <a:lnTo>
                    <a:pt x="0" y="0"/>
                  </a:lnTo>
                  <a:lnTo>
                    <a:pt x="0" y="13350"/>
                  </a:lnTo>
                  <a:lnTo>
                    <a:pt x="460184" y="13350"/>
                  </a:lnTo>
                  <a:lnTo>
                    <a:pt x="46018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3" name="object 3913" descr=""/>
            <p:cNvSpPr/>
            <p:nvPr/>
          </p:nvSpPr>
          <p:spPr>
            <a:xfrm>
              <a:off x="10750447" y="9634722"/>
              <a:ext cx="460375" cy="13970"/>
            </a:xfrm>
            <a:custGeom>
              <a:avLst/>
              <a:gdLst/>
              <a:ahLst/>
              <a:cxnLst/>
              <a:rect l="l" t="t" r="r" b="b"/>
              <a:pathLst>
                <a:path w="460375" h="13970">
                  <a:moveTo>
                    <a:pt x="460184" y="0"/>
                  </a:moveTo>
                  <a:lnTo>
                    <a:pt x="0" y="0"/>
                  </a:lnTo>
                  <a:lnTo>
                    <a:pt x="0" y="13350"/>
                  </a:lnTo>
                  <a:lnTo>
                    <a:pt x="460184" y="13350"/>
                  </a:lnTo>
                  <a:lnTo>
                    <a:pt x="46018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14" name="object 3914" descr=""/>
            <p:cNvSpPr/>
            <p:nvPr/>
          </p:nvSpPr>
          <p:spPr>
            <a:xfrm>
              <a:off x="10750447" y="9736562"/>
              <a:ext cx="460375" cy="13970"/>
            </a:xfrm>
            <a:custGeom>
              <a:avLst/>
              <a:gdLst/>
              <a:ahLst/>
              <a:cxnLst/>
              <a:rect l="l" t="t" r="r" b="b"/>
              <a:pathLst>
                <a:path w="460375" h="13970">
                  <a:moveTo>
                    <a:pt x="460184" y="0"/>
                  </a:moveTo>
                  <a:lnTo>
                    <a:pt x="0" y="0"/>
                  </a:lnTo>
                  <a:lnTo>
                    <a:pt x="0" y="13350"/>
                  </a:lnTo>
                  <a:lnTo>
                    <a:pt x="460184" y="13350"/>
                  </a:lnTo>
                  <a:lnTo>
                    <a:pt x="46018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5" name="object 3915" descr=""/>
            <p:cNvSpPr/>
            <p:nvPr/>
          </p:nvSpPr>
          <p:spPr>
            <a:xfrm>
              <a:off x="10750447" y="9736562"/>
              <a:ext cx="460375" cy="13970"/>
            </a:xfrm>
            <a:custGeom>
              <a:avLst/>
              <a:gdLst/>
              <a:ahLst/>
              <a:cxnLst/>
              <a:rect l="l" t="t" r="r" b="b"/>
              <a:pathLst>
                <a:path w="460375" h="13970">
                  <a:moveTo>
                    <a:pt x="460184" y="0"/>
                  </a:moveTo>
                  <a:lnTo>
                    <a:pt x="0" y="0"/>
                  </a:lnTo>
                  <a:lnTo>
                    <a:pt x="0" y="13350"/>
                  </a:lnTo>
                  <a:lnTo>
                    <a:pt x="460184" y="13350"/>
                  </a:lnTo>
                  <a:lnTo>
                    <a:pt x="46018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16" name="object 3916" descr=""/>
            <p:cNvSpPr/>
            <p:nvPr/>
          </p:nvSpPr>
          <p:spPr>
            <a:xfrm>
              <a:off x="10750447" y="9838402"/>
              <a:ext cx="460375" cy="13335"/>
            </a:xfrm>
            <a:custGeom>
              <a:avLst/>
              <a:gdLst/>
              <a:ahLst/>
              <a:cxnLst/>
              <a:rect l="l" t="t" r="r" b="b"/>
              <a:pathLst>
                <a:path w="460375" h="13334">
                  <a:moveTo>
                    <a:pt x="460184" y="0"/>
                  </a:moveTo>
                  <a:lnTo>
                    <a:pt x="0" y="0"/>
                  </a:lnTo>
                  <a:lnTo>
                    <a:pt x="0" y="13339"/>
                  </a:lnTo>
                  <a:lnTo>
                    <a:pt x="460184" y="13339"/>
                  </a:lnTo>
                  <a:lnTo>
                    <a:pt x="46018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7" name="object 3917" descr=""/>
            <p:cNvSpPr/>
            <p:nvPr/>
          </p:nvSpPr>
          <p:spPr>
            <a:xfrm>
              <a:off x="10750447" y="9838402"/>
              <a:ext cx="460375" cy="13335"/>
            </a:xfrm>
            <a:custGeom>
              <a:avLst/>
              <a:gdLst/>
              <a:ahLst/>
              <a:cxnLst/>
              <a:rect l="l" t="t" r="r" b="b"/>
              <a:pathLst>
                <a:path w="460375" h="13334">
                  <a:moveTo>
                    <a:pt x="460184" y="0"/>
                  </a:moveTo>
                  <a:lnTo>
                    <a:pt x="0" y="0"/>
                  </a:lnTo>
                  <a:lnTo>
                    <a:pt x="0" y="13339"/>
                  </a:lnTo>
                  <a:lnTo>
                    <a:pt x="460184" y="13339"/>
                  </a:lnTo>
                  <a:lnTo>
                    <a:pt x="46018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18" name="object 3918" descr=""/>
            <p:cNvSpPr/>
            <p:nvPr/>
          </p:nvSpPr>
          <p:spPr>
            <a:xfrm>
              <a:off x="10750447" y="9940252"/>
              <a:ext cx="460375" cy="13335"/>
            </a:xfrm>
            <a:custGeom>
              <a:avLst/>
              <a:gdLst/>
              <a:ahLst/>
              <a:cxnLst/>
              <a:rect l="l" t="t" r="r" b="b"/>
              <a:pathLst>
                <a:path w="460375" h="13334">
                  <a:moveTo>
                    <a:pt x="460184" y="0"/>
                  </a:moveTo>
                  <a:lnTo>
                    <a:pt x="0" y="0"/>
                  </a:lnTo>
                  <a:lnTo>
                    <a:pt x="0" y="13339"/>
                  </a:lnTo>
                  <a:lnTo>
                    <a:pt x="460184" y="13339"/>
                  </a:lnTo>
                  <a:lnTo>
                    <a:pt x="46018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9" name="object 3919" descr=""/>
            <p:cNvSpPr/>
            <p:nvPr/>
          </p:nvSpPr>
          <p:spPr>
            <a:xfrm>
              <a:off x="10750447" y="9940252"/>
              <a:ext cx="460375" cy="13335"/>
            </a:xfrm>
            <a:custGeom>
              <a:avLst/>
              <a:gdLst/>
              <a:ahLst/>
              <a:cxnLst/>
              <a:rect l="l" t="t" r="r" b="b"/>
              <a:pathLst>
                <a:path w="460375" h="13334">
                  <a:moveTo>
                    <a:pt x="460184" y="0"/>
                  </a:moveTo>
                  <a:lnTo>
                    <a:pt x="0" y="0"/>
                  </a:lnTo>
                  <a:lnTo>
                    <a:pt x="0" y="13339"/>
                  </a:lnTo>
                  <a:lnTo>
                    <a:pt x="460184" y="13339"/>
                  </a:lnTo>
                  <a:lnTo>
                    <a:pt x="46018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20" name="object 3920" descr=""/>
            <p:cNvSpPr/>
            <p:nvPr/>
          </p:nvSpPr>
          <p:spPr>
            <a:xfrm>
              <a:off x="10750447" y="10042092"/>
              <a:ext cx="460375" cy="13335"/>
            </a:xfrm>
            <a:custGeom>
              <a:avLst/>
              <a:gdLst/>
              <a:ahLst/>
              <a:cxnLst/>
              <a:rect l="l" t="t" r="r" b="b"/>
              <a:pathLst>
                <a:path w="460375" h="13334">
                  <a:moveTo>
                    <a:pt x="460184" y="0"/>
                  </a:moveTo>
                  <a:lnTo>
                    <a:pt x="0" y="0"/>
                  </a:lnTo>
                  <a:lnTo>
                    <a:pt x="0" y="13339"/>
                  </a:lnTo>
                  <a:lnTo>
                    <a:pt x="460184" y="13339"/>
                  </a:lnTo>
                  <a:lnTo>
                    <a:pt x="46018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1" name="object 3921" descr=""/>
            <p:cNvSpPr/>
            <p:nvPr/>
          </p:nvSpPr>
          <p:spPr>
            <a:xfrm>
              <a:off x="10750447" y="10042092"/>
              <a:ext cx="460375" cy="13335"/>
            </a:xfrm>
            <a:custGeom>
              <a:avLst/>
              <a:gdLst/>
              <a:ahLst/>
              <a:cxnLst/>
              <a:rect l="l" t="t" r="r" b="b"/>
              <a:pathLst>
                <a:path w="460375" h="13334">
                  <a:moveTo>
                    <a:pt x="460184" y="0"/>
                  </a:moveTo>
                  <a:lnTo>
                    <a:pt x="0" y="0"/>
                  </a:lnTo>
                  <a:lnTo>
                    <a:pt x="0" y="13339"/>
                  </a:lnTo>
                  <a:lnTo>
                    <a:pt x="460184" y="13339"/>
                  </a:lnTo>
                  <a:lnTo>
                    <a:pt x="46018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22" name="object 3922" descr=""/>
            <p:cNvSpPr/>
            <p:nvPr/>
          </p:nvSpPr>
          <p:spPr>
            <a:xfrm>
              <a:off x="10913845" y="8706583"/>
              <a:ext cx="133985" cy="304165"/>
            </a:xfrm>
            <a:custGeom>
              <a:avLst/>
              <a:gdLst/>
              <a:ahLst/>
              <a:cxnLst/>
              <a:rect l="l" t="t" r="r" b="b"/>
              <a:pathLst>
                <a:path w="133984" h="304165">
                  <a:moveTo>
                    <a:pt x="133388" y="0"/>
                  </a:moveTo>
                  <a:lnTo>
                    <a:pt x="0" y="0"/>
                  </a:lnTo>
                  <a:lnTo>
                    <a:pt x="0" y="303676"/>
                  </a:lnTo>
                  <a:lnTo>
                    <a:pt x="133388" y="303676"/>
                  </a:lnTo>
                  <a:lnTo>
                    <a:pt x="1333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3" name="object 3923" descr=""/>
            <p:cNvSpPr/>
            <p:nvPr/>
          </p:nvSpPr>
          <p:spPr>
            <a:xfrm>
              <a:off x="10417002" y="8706583"/>
              <a:ext cx="630555" cy="1400810"/>
            </a:xfrm>
            <a:custGeom>
              <a:avLst/>
              <a:gdLst/>
              <a:ahLst/>
              <a:cxnLst/>
              <a:rect l="l" t="t" r="r" b="b"/>
              <a:pathLst>
                <a:path w="630554" h="1400809">
                  <a:moveTo>
                    <a:pt x="630232" y="0"/>
                  </a:moveTo>
                  <a:lnTo>
                    <a:pt x="496843" y="0"/>
                  </a:lnTo>
                  <a:lnTo>
                    <a:pt x="496843" y="303676"/>
                  </a:lnTo>
                  <a:lnTo>
                    <a:pt x="630232" y="303676"/>
                  </a:lnTo>
                  <a:lnTo>
                    <a:pt x="630232" y="0"/>
                  </a:lnTo>
                  <a:close/>
                </a:path>
                <a:path w="630554" h="1400809">
                  <a:moveTo>
                    <a:pt x="236757" y="146728"/>
                  </a:moveTo>
                  <a:lnTo>
                    <a:pt x="310116" y="146728"/>
                  </a:lnTo>
                  <a:lnTo>
                    <a:pt x="310116" y="1400543"/>
                  </a:lnTo>
                  <a:lnTo>
                    <a:pt x="236757" y="1400543"/>
                  </a:lnTo>
                  <a:lnTo>
                    <a:pt x="236757" y="146728"/>
                  </a:lnTo>
                  <a:close/>
                </a:path>
                <a:path w="630554" h="1400809">
                  <a:moveTo>
                    <a:pt x="200067" y="146728"/>
                  </a:moveTo>
                  <a:lnTo>
                    <a:pt x="0" y="146728"/>
                  </a:lnTo>
                  <a:lnTo>
                    <a:pt x="0" y="183408"/>
                  </a:lnTo>
                  <a:lnTo>
                    <a:pt x="200067" y="183408"/>
                  </a:lnTo>
                  <a:lnTo>
                    <a:pt x="200067" y="146728"/>
                  </a:lnTo>
                  <a:close/>
                </a:path>
                <a:path w="630554" h="1400809">
                  <a:moveTo>
                    <a:pt x="200067" y="225207"/>
                  </a:moveTo>
                  <a:lnTo>
                    <a:pt x="0" y="225207"/>
                  </a:lnTo>
                  <a:lnTo>
                    <a:pt x="0" y="261876"/>
                  </a:lnTo>
                  <a:lnTo>
                    <a:pt x="200067" y="261876"/>
                  </a:lnTo>
                  <a:lnTo>
                    <a:pt x="200067" y="225207"/>
                  </a:lnTo>
                  <a:close/>
                </a:path>
                <a:path w="630554" h="1400809">
                  <a:moveTo>
                    <a:pt x="200067" y="303676"/>
                  </a:moveTo>
                  <a:lnTo>
                    <a:pt x="0" y="303676"/>
                  </a:lnTo>
                  <a:lnTo>
                    <a:pt x="0" y="340356"/>
                  </a:lnTo>
                  <a:lnTo>
                    <a:pt x="200067" y="340356"/>
                  </a:lnTo>
                  <a:lnTo>
                    <a:pt x="200067" y="303676"/>
                  </a:lnTo>
                  <a:close/>
                </a:path>
                <a:path w="630554" h="1400809">
                  <a:moveTo>
                    <a:pt x="200067" y="382155"/>
                  </a:moveTo>
                  <a:lnTo>
                    <a:pt x="0" y="382155"/>
                  </a:lnTo>
                  <a:lnTo>
                    <a:pt x="0" y="418824"/>
                  </a:lnTo>
                  <a:lnTo>
                    <a:pt x="200067" y="418824"/>
                  </a:lnTo>
                  <a:lnTo>
                    <a:pt x="200067" y="382155"/>
                  </a:lnTo>
                  <a:close/>
                </a:path>
                <a:path w="630554" h="1400809">
                  <a:moveTo>
                    <a:pt x="200067" y="460635"/>
                  </a:moveTo>
                  <a:lnTo>
                    <a:pt x="0" y="460635"/>
                  </a:lnTo>
                  <a:lnTo>
                    <a:pt x="0" y="497314"/>
                  </a:lnTo>
                  <a:lnTo>
                    <a:pt x="200067" y="497314"/>
                  </a:lnTo>
                  <a:lnTo>
                    <a:pt x="200067" y="460635"/>
                  </a:lnTo>
                  <a:close/>
                </a:path>
                <a:path w="630554" h="1400809">
                  <a:moveTo>
                    <a:pt x="200067" y="539104"/>
                  </a:moveTo>
                  <a:lnTo>
                    <a:pt x="0" y="539104"/>
                  </a:lnTo>
                  <a:lnTo>
                    <a:pt x="0" y="575783"/>
                  </a:lnTo>
                  <a:lnTo>
                    <a:pt x="200067" y="575783"/>
                  </a:lnTo>
                  <a:lnTo>
                    <a:pt x="200067" y="539104"/>
                  </a:lnTo>
                  <a:close/>
                </a:path>
                <a:path w="630554" h="1400809">
                  <a:moveTo>
                    <a:pt x="200067" y="617572"/>
                  </a:moveTo>
                  <a:lnTo>
                    <a:pt x="0" y="617572"/>
                  </a:lnTo>
                  <a:lnTo>
                    <a:pt x="0" y="654252"/>
                  </a:lnTo>
                  <a:lnTo>
                    <a:pt x="200067" y="654252"/>
                  </a:lnTo>
                  <a:lnTo>
                    <a:pt x="200067" y="617572"/>
                  </a:lnTo>
                  <a:close/>
                </a:path>
                <a:path w="630554" h="1400809">
                  <a:moveTo>
                    <a:pt x="200067" y="696062"/>
                  </a:moveTo>
                  <a:lnTo>
                    <a:pt x="0" y="696062"/>
                  </a:lnTo>
                  <a:lnTo>
                    <a:pt x="0" y="732742"/>
                  </a:lnTo>
                  <a:lnTo>
                    <a:pt x="200067" y="732742"/>
                  </a:lnTo>
                  <a:lnTo>
                    <a:pt x="200067" y="696062"/>
                  </a:lnTo>
                  <a:close/>
                </a:path>
                <a:path w="630554" h="1400809">
                  <a:moveTo>
                    <a:pt x="200067" y="774531"/>
                  </a:moveTo>
                  <a:lnTo>
                    <a:pt x="0" y="774531"/>
                  </a:lnTo>
                  <a:lnTo>
                    <a:pt x="0" y="811200"/>
                  </a:lnTo>
                  <a:lnTo>
                    <a:pt x="200067" y="811200"/>
                  </a:lnTo>
                  <a:lnTo>
                    <a:pt x="200067" y="774531"/>
                  </a:lnTo>
                  <a:close/>
                </a:path>
                <a:path w="630554" h="1400809">
                  <a:moveTo>
                    <a:pt x="200067" y="853000"/>
                  </a:moveTo>
                  <a:lnTo>
                    <a:pt x="0" y="853000"/>
                  </a:lnTo>
                  <a:lnTo>
                    <a:pt x="0" y="889679"/>
                  </a:lnTo>
                  <a:lnTo>
                    <a:pt x="200067" y="889679"/>
                  </a:lnTo>
                  <a:lnTo>
                    <a:pt x="200067" y="853000"/>
                  </a:lnTo>
                  <a:close/>
                </a:path>
                <a:path w="630554" h="1400809">
                  <a:moveTo>
                    <a:pt x="200067" y="931479"/>
                  </a:moveTo>
                  <a:lnTo>
                    <a:pt x="0" y="931479"/>
                  </a:lnTo>
                  <a:lnTo>
                    <a:pt x="0" y="968159"/>
                  </a:lnTo>
                  <a:lnTo>
                    <a:pt x="200067" y="968159"/>
                  </a:lnTo>
                  <a:lnTo>
                    <a:pt x="200067" y="931479"/>
                  </a:lnTo>
                  <a:close/>
                </a:path>
                <a:path w="630554" h="1400809">
                  <a:moveTo>
                    <a:pt x="200067" y="1009948"/>
                  </a:moveTo>
                  <a:lnTo>
                    <a:pt x="0" y="1009948"/>
                  </a:lnTo>
                  <a:lnTo>
                    <a:pt x="0" y="1046627"/>
                  </a:lnTo>
                  <a:lnTo>
                    <a:pt x="200067" y="1046627"/>
                  </a:lnTo>
                  <a:lnTo>
                    <a:pt x="200067" y="1009948"/>
                  </a:lnTo>
                  <a:close/>
                </a:path>
                <a:path w="630554" h="1400809">
                  <a:moveTo>
                    <a:pt x="200067" y="1088427"/>
                  </a:moveTo>
                  <a:lnTo>
                    <a:pt x="0" y="1088427"/>
                  </a:lnTo>
                  <a:lnTo>
                    <a:pt x="0" y="1125096"/>
                  </a:lnTo>
                  <a:lnTo>
                    <a:pt x="200067" y="1125096"/>
                  </a:lnTo>
                  <a:lnTo>
                    <a:pt x="200067" y="1088427"/>
                  </a:lnTo>
                  <a:close/>
                </a:path>
                <a:path w="630554" h="1400809">
                  <a:moveTo>
                    <a:pt x="200067" y="1166896"/>
                  </a:moveTo>
                  <a:lnTo>
                    <a:pt x="0" y="1166896"/>
                  </a:lnTo>
                  <a:lnTo>
                    <a:pt x="0" y="1203575"/>
                  </a:lnTo>
                  <a:lnTo>
                    <a:pt x="200067" y="1203575"/>
                  </a:lnTo>
                  <a:lnTo>
                    <a:pt x="200067" y="1166896"/>
                  </a:lnTo>
                  <a:close/>
                </a:path>
                <a:path w="630554" h="1400809">
                  <a:moveTo>
                    <a:pt x="200067" y="1245375"/>
                  </a:moveTo>
                  <a:lnTo>
                    <a:pt x="0" y="1245375"/>
                  </a:lnTo>
                  <a:lnTo>
                    <a:pt x="0" y="1282044"/>
                  </a:lnTo>
                  <a:lnTo>
                    <a:pt x="200067" y="1282044"/>
                  </a:lnTo>
                  <a:lnTo>
                    <a:pt x="200067" y="1245375"/>
                  </a:lnTo>
                  <a:close/>
                </a:path>
                <a:path w="630554" h="1400809">
                  <a:moveTo>
                    <a:pt x="200067" y="1323844"/>
                  </a:moveTo>
                  <a:lnTo>
                    <a:pt x="0" y="1323844"/>
                  </a:lnTo>
                  <a:lnTo>
                    <a:pt x="0" y="1360524"/>
                  </a:lnTo>
                  <a:lnTo>
                    <a:pt x="200067" y="1360524"/>
                  </a:lnTo>
                  <a:lnTo>
                    <a:pt x="200067" y="132384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924" name="object 3924" descr=""/>
          <p:cNvGrpSpPr/>
          <p:nvPr/>
        </p:nvGrpSpPr>
        <p:grpSpPr>
          <a:xfrm>
            <a:off x="9118735" y="6477792"/>
            <a:ext cx="900430" cy="3634740"/>
            <a:chOff x="9118735" y="6477792"/>
            <a:chExt cx="900430" cy="3634740"/>
          </a:xfrm>
        </p:grpSpPr>
        <p:sp>
          <p:nvSpPr>
            <p:cNvPr id="3925" name="object 3925" descr=""/>
            <p:cNvSpPr/>
            <p:nvPr/>
          </p:nvSpPr>
          <p:spPr>
            <a:xfrm>
              <a:off x="9233788" y="6483027"/>
              <a:ext cx="779780" cy="3624579"/>
            </a:xfrm>
            <a:custGeom>
              <a:avLst/>
              <a:gdLst/>
              <a:ahLst/>
              <a:cxnLst/>
              <a:rect l="l" t="t" r="r" b="b"/>
              <a:pathLst>
                <a:path w="779779" h="3624579">
                  <a:moveTo>
                    <a:pt x="779662" y="0"/>
                  </a:moveTo>
                  <a:lnTo>
                    <a:pt x="762856" y="0"/>
                  </a:lnTo>
                  <a:lnTo>
                    <a:pt x="762856" y="384386"/>
                  </a:lnTo>
                  <a:lnTo>
                    <a:pt x="346673" y="446612"/>
                  </a:lnTo>
                  <a:lnTo>
                    <a:pt x="117440" y="577721"/>
                  </a:lnTo>
                  <a:lnTo>
                    <a:pt x="20200" y="707718"/>
                  </a:lnTo>
                  <a:lnTo>
                    <a:pt x="0" y="766604"/>
                  </a:lnTo>
                  <a:lnTo>
                    <a:pt x="0" y="3624099"/>
                  </a:lnTo>
                  <a:lnTo>
                    <a:pt x="779662" y="3624099"/>
                  </a:lnTo>
                  <a:lnTo>
                    <a:pt x="7796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6" name="object 3926" descr=""/>
            <p:cNvSpPr/>
            <p:nvPr/>
          </p:nvSpPr>
          <p:spPr>
            <a:xfrm>
              <a:off x="9233788" y="6483027"/>
              <a:ext cx="779780" cy="3624579"/>
            </a:xfrm>
            <a:custGeom>
              <a:avLst/>
              <a:gdLst/>
              <a:ahLst/>
              <a:cxnLst/>
              <a:rect l="l" t="t" r="r" b="b"/>
              <a:pathLst>
                <a:path w="779779" h="3624579">
                  <a:moveTo>
                    <a:pt x="762856" y="0"/>
                  </a:moveTo>
                  <a:lnTo>
                    <a:pt x="762856" y="384386"/>
                  </a:lnTo>
                  <a:lnTo>
                    <a:pt x="346673" y="446612"/>
                  </a:lnTo>
                  <a:lnTo>
                    <a:pt x="117440" y="577721"/>
                  </a:lnTo>
                  <a:lnTo>
                    <a:pt x="20200" y="707718"/>
                  </a:lnTo>
                  <a:lnTo>
                    <a:pt x="0" y="766604"/>
                  </a:lnTo>
                  <a:lnTo>
                    <a:pt x="0" y="3624099"/>
                  </a:lnTo>
                  <a:lnTo>
                    <a:pt x="779662" y="3624099"/>
                  </a:lnTo>
                  <a:lnTo>
                    <a:pt x="779662" y="766604"/>
                  </a:lnTo>
                  <a:lnTo>
                    <a:pt x="779662" y="445797"/>
                  </a:lnTo>
                  <a:lnTo>
                    <a:pt x="779662" y="384239"/>
                  </a:lnTo>
                  <a:lnTo>
                    <a:pt x="779662" y="0"/>
                  </a:lnTo>
                  <a:lnTo>
                    <a:pt x="762856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27" name="object 3927" descr=""/>
            <p:cNvSpPr/>
            <p:nvPr/>
          </p:nvSpPr>
          <p:spPr>
            <a:xfrm>
              <a:off x="9233791" y="7333567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8" name="object 3928" descr=""/>
            <p:cNvSpPr/>
            <p:nvPr/>
          </p:nvSpPr>
          <p:spPr>
            <a:xfrm>
              <a:off x="9233791" y="7333567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29" name="object 3929" descr=""/>
            <p:cNvSpPr/>
            <p:nvPr/>
          </p:nvSpPr>
          <p:spPr>
            <a:xfrm>
              <a:off x="9233791" y="7411386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0" name="object 3930" descr=""/>
            <p:cNvSpPr/>
            <p:nvPr/>
          </p:nvSpPr>
          <p:spPr>
            <a:xfrm>
              <a:off x="9233791" y="7411386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31" name="object 3931" descr=""/>
            <p:cNvSpPr/>
            <p:nvPr/>
          </p:nvSpPr>
          <p:spPr>
            <a:xfrm>
              <a:off x="9233791" y="7489206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2" name="object 3932" descr=""/>
            <p:cNvSpPr/>
            <p:nvPr/>
          </p:nvSpPr>
          <p:spPr>
            <a:xfrm>
              <a:off x="9233791" y="7489206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33" name="object 3933" descr=""/>
            <p:cNvSpPr/>
            <p:nvPr/>
          </p:nvSpPr>
          <p:spPr>
            <a:xfrm>
              <a:off x="9233791" y="7567026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4" name="object 3934" descr=""/>
            <p:cNvSpPr/>
            <p:nvPr/>
          </p:nvSpPr>
          <p:spPr>
            <a:xfrm>
              <a:off x="9233791" y="7567026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35" name="object 3935" descr=""/>
            <p:cNvSpPr/>
            <p:nvPr/>
          </p:nvSpPr>
          <p:spPr>
            <a:xfrm>
              <a:off x="9233791" y="7644845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6" name="object 3936" descr=""/>
            <p:cNvSpPr/>
            <p:nvPr/>
          </p:nvSpPr>
          <p:spPr>
            <a:xfrm>
              <a:off x="9233791" y="7644845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37" name="object 3937" descr=""/>
            <p:cNvSpPr/>
            <p:nvPr/>
          </p:nvSpPr>
          <p:spPr>
            <a:xfrm>
              <a:off x="9233791" y="7722665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8" name="object 3938" descr=""/>
            <p:cNvSpPr/>
            <p:nvPr/>
          </p:nvSpPr>
          <p:spPr>
            <a:xfrm>
              <a:off x="9233791" y="7722665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39" name="object 3939" descr=""/>
            <p:cNvSpPr/>
            <p:nvPr/>
          </p:nvSpPr>
          <p:spPr>
            <a:xfrm>
              <a:off x="9233791" y="7800484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0" name="object 3940" descr=""/>
            <p:cNvSpPr/>
            <p:nvPr/>
          </p:nvSpPr>
          <p:spPr>
            <a:xfrm>
              <a:off x="9233791" y="7800484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41" name="object 3941" descr=""/>
            <p:cNvSpPr/>
            <p:nvPr/>
          </p:nvSpPr>
          <p:spPr>
            <a:xfrm>
              <a:off x="9233791" y="7878304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2" name="object 3942" descr=""/>
            <p:cNvSpPr/>
            <p:nvPr/>
          </p:nvSpPr>
          <p:spPr>
            <a:xfrm>
              <a:off x="9233791" y="7878304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43" name="object 3943" descr=""/>
            <p:cNvSpPr/>
            <p:nvPr/>
          </p:nvSpPr>
          <p:spPr>
            <a:xfrm>
              <a:off x="9233791" y="7956124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4" name="object 3944" descr=""/>
            <p:cNvSpPr/>
            <p:nvPr/>
          </p:nvSpPr>
          <p:spPr>
            <a:xfrm>
              <a:off x="9233791" y="7956124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45" name="object 3945" descr=""/>
            <p:cNvSpPr/>
            <p:nvPr/>
          </p:nvSpPr>
          <p:spPr>
            <a:xfrm>
              <a:off x="9233791" y="8033954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6" name="object 3946" descr=""/>
            <p:cNvSpPr/>
            <p:nvPr/>
          </p:nvSpPr>
          <p:spPr>
            <a:xfrm>
              <a:off x="9233791" y="8033954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47" name="object 3947" descr=""/>
            <p:cNvSpPr/>
            <p:nvPr/>
          </p:nvSpPr>
          <p:spPr>
            <a:xfrm>
              <a:off x="9233791" y="8111763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8" name="object 3948" descr=""/>
            <p:cNvSpPr/>
            <p:nvPr/>
          </p:nvSpPr>
          <p:spPr>
            <a:xfrm>
              <a:off x="9233791" y="8111763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49" name="object 3949" descr=""/>
            <p:cNvSpPr/>
            <p:nvPr/>
          </p:nvSpPr>
          <p:spPr>
            <a:xfrm>
              <a:off x="9233791" y="8189593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67"/>
                  </a:lnTo>
                  <a:lnTo>
                    <a:pt x="779662" y="27967"/>
                  </a:lnTo>
                  <a:lnTo>
                    <a:pt x="7796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0" name="object 3950" descr=""/>
            <p:cNvSpPr/>
            <p:nvPr/>
          </p:nvSpPr>
          <p:spPr>
            <a:xfrm>
              <a:off x="9233791" y="8189593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67"/>
                  </a:lnTo>
                  <a:lnTo>
                    <a:pt x="779662" y="27967"/>
                  </a:lnTo>
                  <a:lnTo>
                    <a:pt x="779662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51" name="object 3951" descr=""/>
            <p:cNvSpPr/>
            <p:nvPr/>
          </p:nvSpPr>
          <p:spPr>
            <a:xfrm>
              <a:off x="9233791" y="8267413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2" name="object 3952" descr=""/>
            <p:cNvSpPr/>
            <p:nvPr/>
          </p:nvSpPr>
          <p:spPr>
            <a:xfrm>
              <a:off x="9233791" y="8267413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53" name="object 3953" descr=""/>
            <p:cNvSpPr/>
            <p:nvPr/>
          </p:nvSpPr>
          <p:spPr>
            <a:xfrm>
              <a:off x="9233791" y="8345222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4" name="object 3954" descr=""/>
            <p:cNvSpPr/>
            <p:nvPr/>
          </p:nvSpPr>
          <p:spPr>
            <a:xfrm>
              <a:off x="9233791" y="8345222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55" name="object 3955" descr=""/>
            <p:cNvSpPr/>
            <p:nvPr/>
          </p:nvSpPr>
          <p:spPr>
            <a:xfrm>
              <a:off x="9233791" y="8423052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6" name="object 3956" descr=""/>
            <p:cNvSpPr/>
            <p:nvPr/>
          </p:nvSpPr>
          <p:spPr>
            <a:xfrm>
              <a:off x="9233791" y="8423052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57" name="object 3957" descr=""/>
            <p:cNvSpPr/>
            <p:nvPr/>
          </p:nvSpPr>
          <p:spPr>
            <a:xfrm>
              <a:off x="9233791" y="8500872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8" name="object 3958" descr=""/>
            <p:cNvSpPr/>
            <p:nvPr/>
          </p:nvSpPr>
          <p:spPr>
            <a:xfrm>
              <a:off x="9233791" y="8500872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59" name="object 3959" descr=""/>
            <p:cNvSpPr/>
            <p:nvPr/>
          </p:nvSpPr>
          <p:spPr>
            <a:xfrm>
              <a:off x="9233791" y="8578691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0" name="object 3960" descr=""/>
            <p:cNvSpPr/>
            <p:nvPr/>
          </p:nvSpPr>
          <p:spPr>
            <a:xfrm>
              <a:off x="9233791" y="8578691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61" name="object 3961" descr=""/>
            <p:cNvSpPr/>
            <p:nvPr/>
          </p:nvSpPr>
          <p:spPr>
            <a:xfrm>
              <a:off x="9233791" y="8656511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2" name="object 3962" descr=""/>
            <p:cNvSpPr/>
            <p:nvPr/>
          </p:nvSpPr>
          <p:spPr>
            <a:xfrm>
              <a:off x="9233791" y="8656511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63" name="object 3963" descr=""/>
            <p:cNvSpPr/>
            <p:nvPr/>
          </p:nvSpPr>
          <p:spPr>
            <a:xfrm>
              <a:off x="9233791" y="8734330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4" name="object 3964" descr=""/>
            <p:cNvSpPr/>
            <p:nvPr/>
          </p:nvSpPr>
          <p:spPr>
            <a:xfrm>
              <a:off x="9233791" y="8734330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65" name="object 3965" descr=""/>
            <p:cNvSpPr/>
            <p:nvPr/>
          </p:nvSpPr>
          <p:spPr>
            <a:xfrm>
              <a:off x="9233791" y="8812140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6" name="object 3966" descr=""/>
            <p:cNvSpPr/>
            <p:nvPr/>
          </p:nvSpPr>
          <p:spPr>
            <a:xfrm>
              <a:off x="9233791" y="8812140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67" name="object 3967" descr=""/>
            <p:cNvSpPr/>
            <p:nvPr/>
          </p:nvSpPr>
          <p:spPr>
            <a:xfrm>
              <a:off x="9233791" y="8889970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8" name="object 3968" descr=""/>
            <p:cNvSpPr/>
            <p:nvPr/>
          </p:nvSpPr>
          <p:spPr>
            <a:xfrm>
              <a:off x="9233791" y="8889970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69" name="object 3969" descr=""/>
            <p:cNvSpPr/>
            <p:nvPr/>
          </p:nvSpPr>
          <p:spPr>
            <a:xfrm>
              <a:off x="9233791" y="8967789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0" name="object 3970" descr=""/>
            <p:cNvSpPr/>
            <p:nvPr/>
          </p:nvSpPr>
          <p:spPr>
            <a:xfrm>
              <a:off x="9233791" y="8967789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71" name="object 3971" descr=""/>
            <p:cNvSpPr/>
            <p:nvPr/>
          </p:nvSpPr>
          <p:spPr>
            <a:xfrm>
              <a:off x="9233791" y="9045609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2" name="object 3972" descr=""/>
            <p:cNvSpPr/>
            <p:nvPr/>
          </p:nvSpPr>
          <p:spPr>
            <a:xfrm>
              <a:off x="9233791" y="9045609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73" name="object 3973" descr=""/>
            <p:cNvSpPr/>
            <p:nvPr/>
          </p:nvSpPr>
          <p:spPr>
            <a:xfrm>
              <a:off x="9233791" y="9123439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4" name="object 3974" descr=""/>
            <p:cNvSpPr/>
            <p:nvPr/>
          </p:nvSpPr>
          <p:spPr>
            <a:xfrm>
              <a:off x="9233791" y="9123439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75" name="object 3975" descr=""/>
            <p:cNvSpPr/>
            <p:nvPr/>
          </p:nvSpPr>
          <p:spPr>
            <a:xfrm>
              <a:off x="9233791" y="9201248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6" name="object 3976" descr=""/>
            <p:cNvSpPr/>
            <p:nvPr/>
          </p:nvSpPr>
          <p:spPr>
            <a:xfrm>
              <a:off x="9233791" y="9201248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77" name="object 3977" descr=""/>
            <p:cNvSpPr/>
            <p:nvPr/>
          </p:nvSpPr>
          <p:spPr>
            <a:xfrm>
              <a:off x="9233791" y="9279078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8" name="object 3978" descr=""/>
            <p:cNvSpPr/>
            <p:nvPr/>
          </p:nvSpPr>
          <p:spPr>
            <a:xfrm>
              <a:off x="9233791" y="9279078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79" name="object 3979" descr=""/>
            <p:cNvSpPr/>
            <p:nvPr/>
          </p:nvSpPr>
          <p:spPr>
            <a:xfrm>
              <a:off x="9233791" y="9356887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0" name="object 3980" descr=""/>
            <p:cNvSpPr/>
            <p:nvPr/>
          </p:nvSpPr>
          <p:spPr>
            <a:xfrm>
              <a:off x="9233791" y="9356887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81" name="object 3981" descr=""/>
            <p:cNvSpPr/>
            <p:nvPr/>
          </p:nvSpPr>
          <p:spPr>
            <a:xfrm>
              <a:off x="9233791" y="9434717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67"/>
                  </a:lnTo>
                  <a:lnTo>
                    <a:pt x="779662" y="27967"/>
                  </a:lnTo>
                  <a:lnTo>
                    <a:pt x="7796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2" name="object 3982" descr=""/>
            <p:cNvSpPr/>
            <p:nvPr/>
          </p:nvSpPr>
          <p:spPr>
            <a:xfrm>
              <a:off x="9233791" y="9434717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67"/>
                  </a:lnTo>
                  <a:lnTo>
                    <a:pt x="779662" y="27967"/>
                  </a:lnTo>
                  <a:lnTo>
                    <a:pt x="779662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83" name="object 3983" descr=""/>
            <p:cNvSpPr/>
            <p:nvPr/>
          </p:nvSpPr>
          <p:spPr>
            <a:xfrm>
              <a:off x="9233791" y="9512527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4" name="object 3984" descr=""/>
            <p:cNvSpPr/>
            <p:nvPr/>
          </p:nvSpPr>
          <p:spPr>
            <a:xfrm>
              <a:off x="9233791" y="9512527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85" name="object 3985" descr=""/>
            <p:cNvSpPr/>
            <p:nvPr/>
          </p:nvSpPr>
          <p:spPr>
            <a:xfrm>
              <a:off x="9233791" y="9590357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6" name="object 3986" descr=""/>
            <p:cNvSpPr/>
            <p:nvPr/>
          </p:nvSpPr>
          <p:spPr>
            <a:xfrm>
              <a:off x="9233791" y="9590357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87" name="object 3987" descr=""/>
            <p:cNvSpPr/>
            <p:nvPr/>
          </p:nvSpPr>
          <p:spPr>
            <a:xfrm>
              <a:off x="9233791" y="9668166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8" name="object 3988" descr=""/>
            <p:cNvSpPr/>
            <p:nvPr/>
          </p:nvSpPr>
          <p:spPr>
            <a:xfrm>
              <a:off x="9233791" y="9668166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89" name="object 3989" descr=""/>
            <p:cNvSpPr/>
            <p:nvPr/>
          </p:nvSpPr>
          <p:spPr>
            <a:xfrm>
              <a:off x="9233791" y="9745996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0" name="object 3990" descr=""/>
            <p:cNvSpPr/>
            <p:nvPr/>
          </p:nvSpPr>
          <p:spPr>
            <a:xfrm>
              <a:off x="9233791" y="9745996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91" name="object 3991" descr=""/>
            <p:cNvSpPr/>
            <p:nvPr/>
          </p:nvSpPr>
          <p:spPr>
            <a:xfrm>
              <a:off x="9233791" y="9823815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67"/>
                  </a:lnTo>
                  <a:lnTo>
                    <a:pt x="779662" y="27967"/>
                  </a:lnTo>
                  <a:lnTo>
                    <a:pt x="7796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2" name="object 3992" descr=""/>
            <p:cNvSpPr/>
            <p:nvPr/>
          </p:nvSpPr>
          <p:spPr>
            <a:xfrm>
              <a:off x="9233791" y="9823815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67"/>
                  </a:lnTo>
                  <a:lnTo>
                    <a:pt x="779662" y="27967"/>
                  </a:lnTo>
                  <a:lnTo>
                    <a:pt x="779662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93" name="object 3993" descr=""/>
            <p:cNvSpPr/>
            <p:nvPr/>
          </p:nvSpPr>
          <p:spPr>
            <a:xfrm>
              <a:off x="9233791" y="9901635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4" name="object 3994" descr=""/>
            <p:cNvSpPr/>
            <p:nvPr/>
          </p:nvSpPr>
          <p:spPr>
            <a:xfrm>
              <a:off x="9233791" y="9901635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95" name="object 3995" descr=""/>
            <p:cNvSpPr/>
            <p:nvPr/>
          </p:nvSpPr>
          <p:spPr>
            <a:xfrm>
              <a:off x="9233791" y="9979465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6" name="object 3996" descr=""/>
            <p:cNvSpPr/>
            <p:nvPr/>
          </p:nvSpPr>
          <p:spPr>
            <a:xfrm>
              <a:off x="9233791" y="9979465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97" name="object 3997" descr=""/>
            <p:cNvSpPr/>
            <p:nvPr/>
          </p:nvSpPr>
          <p:spPr>
            <a:xfrm>
              <a:off x="9233791" y="10057274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8" name="object 3998" descr=""/>
            <p:cNvSpPr/>
            <p:nvPr/>
          </p:nvSpPr>
          <p:spPr>
            <a:xfrm>
              <a:off x="9233791" y="10057274"/>
              <a:ext cx="779780" cy="28575"/>
            </a:xfrm>
            <a:custGeom>
              <a:avLst/>
              <a:gdLst/>
              <a:ahLst/>
              <a:cxnLst/>
              <a:rect l="l" t="t" r="r" b="b"/>
              <a:pathLst>
                <a:path w="779779" h="28575">
                  <a:moveTo>
                    <a:pt x="779662" y="0"/>
                  </a:moveTo>
                  <a:lnTo>
                    <a:pt x="0" y="0"/>
                  </a:lnTo>
                  <a:lnTo>
                    <a:pt x="0" y="27978"/>
                  </a:lnTo>
                  <a:lnTo>
                    <a:pt x="779662" y="27978"/>
                  </a:lnTo>
                  <a:lnTo>
                    <a:pt x="779662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999" name="object 3999" descr="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9726554" y="7067204"/>
              <a:ext cx="155953" cy="155953"/>
            </a:xfrm>
            <a:prstGeom prst="rect">
              <a:avLst/>
            </a:prstGeom>
          </p:spPr>
        </p:pic>
        <p:sp>
          <p:nvSpPr>
            <p:cNvPr id="4000" name="object 4000" descr=""/>
            <p:cNvSpPr/>
            <p:nvPr/>
          </p:nvSpPr>
          <p:spPr>
            <a:xfrm>
              <a:off x="9123971" y="7276795"/>
              <a:ext cx="679450" cy="2830830"/>
            </a:xfrm>
            <a:custGeom>
              <a:avLst/>
              <a:gdLst/>
              <a:ahLst/>
              <a:cxnLst/>
              <a:rect l="l" t="t" r="r" b="b"/>
              <a:pathLst>
                <a:path w="679450" h="2830829">
                  <a:moveTo>
                    <a:pt x="0" y="0"/>
                  </a:moveTo>
                  <a:lnTo>
                    <a:pt x="0" y="2830332"/>
                  </a:lnTo>
                  <a:lnTo>
                    <a:pt x="678942" y="2830332"/>
                  </a:lnTo>
                  <a:lnTo>
                    <a:pt x="678942" y="334021"/>
                  </a:lnTo>
                  <a:lnTo>
                    <a:pt x="661353" y="282578"/>
                  </a:lnTo>
                  <a:lnTo>
                    <a:pt x="576681" y="169015"/>
                  </a:lnTo>
                  <a:lnTo>
                    <a:pt x="377066" y="54479"/>
                  </a:lnTo>
                  <a:lnTo>
                    <a:pt x="14648" y="1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1" name="object 4001" descr=""/>
            <p:cNvSpPr/>
            <p:nvPr/>
          </p:nvSpPr>
          <p:spPr>
            <a:xfrm>
              <a:off x="9123971" y="7276795"/>
              <a:ext cx="679450" cy="2830830"/>
            </a:xfrm>
            <a:custGeom>
              <a:avLst/>
              <a:gdLst/>
              <a:ahLst/>
              <a:cxnLst/>
              <a:rect l="l" t="t" r="r" b="b"/>
              <a:pathLst>
                <a:path w="679450" h="2830829">
                  <a:moveTo>
                    <a:pt x="14648" y="115"/>
                  </a:moveTo>
                  <a:lnTo>
                    <a:pt x="377066" y="54479"/>
                  </a:lnTo>
                  <a:lnTo>
                    <a:pt x="576681" y="169015"/>
                  </a:lnTo>
                  <a:lnTo>
                    <a:pt x="661353" y="282578"/>
                  </a:lnTo>
                  <a:lnTo>
                    <a:pt x="678942" y="334021"/>
                  </a:lnTo>
                  <a:lnTo>
                    <a:pt x="678942" y="2830332"/>
                  </a:lnTo>
                  <a:lnTo>
                    <a:pt x="0" y="2830332"/>
                  </a:lnTo>
                  <a:lnTo>
                    <a:pt x="0" y="334021"/>
                  </a:lnTo>
                  <a:lnTo>
                    <a:pt x="0" y="53778"/>
                  </a:lnTo>
                  <a:lnTo>
                    <a:pt x="0" y="0"/>
                  </a:lnTo>
                  <a:lnTo>
                    <a:pt x="14648" y="11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02" name="object 4002" descr=""/>
            <p:cNvSpPr/>
            <p:nvPr/>
          </p:nvSpPr>
          <p:spPr>
            <a:xfrm>
              <a:off x="9123971" y="7316187"/>
              <a:ext cx="411480" cy="28575"/>
            </a:xfrm>
            <a:custGeom>
              <a:avLst/>
              <a:gdLst/>
              <a:ahLst/>
              <a:cxnLst/>
              <a:rect l="l" t="t" r="r" b="b"/>
              <a:pathLst>
                <a:path w="411479" h="28575">
                  <a:moveTo>
                    <a:pt x="326471" y="0"/>
                  </a:moveTo>
                  <a:lnTo>
                    <a:pt x="0" y="0"/>
                  </a:lnTo>
                  <a:lnTo>
                    <a:pt x="0" y="28187"/>
                  </a:lnTo>
                  <a:lnTo>
                    <a:pt x="411369" y="28187"/>
                  </a:lnTo>
                  <a:lnTo>
                    <a:pt x="32647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3" name="object 4003" descr=""/>
            <p:cNvSpPr/>
            <p:nvPr/>
          </p:nvSpPr>
          <p:spPr>
            <a:xfrm>
              <a:off x="9123971" y="7316187"/>
              <a:ext cx="411480" cy="28575"/>
            </a:xfrm>
            <a:custGeom>
              <a:avLst/>
              <a:gdLst/>
              <a:ahLst/>
              <a:cxnLst/>
              <a:rect l="l" t="t" r="r" b="b"/>
              <a:pathLst>
                <a:path w="411479" h="28575">
                  <a:moveTo>
                    <a:pt x="0" y="0"/>
                  </a:moveTo>
                  <a:lnTo>
                    <a:pt x="326471" y="0"/>
                  </a:lnTo>
                  <a:lnTo>
                    <a:pt x="411369" y="28187"/>
                  </a:lnTo>
                  <a:lnTo>
                    <a:pt x="0" y="28187"/>
                  </a:lnTo>
                  <a:lnTo>
                    <a:pt x="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04" name="object 4004" descr=""/>
            <p:cNvSpPr/>
            <p:nvPr/>
          </p:nvSpPr>
          <p:spPr>
            <a:xfrm>
              <a:off x="9123971" y="7394581"/>
              <a:ext cx="549910" cy="28575"/>
            </a:xfrm>
            <a:custGeom>
              <a:avLst/>
              <a:gdLst/>
              <a:ahLst/>
              <a:cxnLst/>
              <a:rect l="l" t="t" r="r" b="b"/>
              <a:pathLst>
                <a:path w="549909" h="28575">
                  <a:moveTo>
                    <a:pt x="510015" y="0"/>
                  </a:moveTo>
                  <a:lnTo>
                    <a:pt x="0" y="0"/>
                  </a:lnTo>
                  <a:lnTo>
                    <a:pt x="0" y="28187"/>
                  </a:lnTo>
                  <a:lnTo>
                    <a:pt x="549417" y="28187"/>
                  </a:lnTo>
                  <a:lnTo>
                    <a:pt x="51001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5" name="object 4005" descr=""/>
            <p:cNvSpPr/>
            <p:nvPr/>
          </p:nvSpPr>
          <p:spPr>
            <a:xfrm>
              <a:off x="9123971" y="7394581"/>
              <a:ext cx="549910" cy="28575"/>
            </a:xfrm>
            <a:custGeom>
              <a:avLst/>
              <a:gdLst/>
              <a:ahLst/>
              <a:cxnLst/>
              <a:rect l="l" t="t" r="r" b="b"/>
              <a:pathLst>
                <a:path w="549909" h="28575">
                  <a:moveTo>
                    <a:pt x="0" y="0"/>
                  </a:moveTo>
                  <a:lnTo>
                    <a:pt x="510015" y="0"/>
                  </a:lnTo>
                  <a:lnTo>
                    <a:pt x="549417" y="28187"/>
                  </a:lnTo>
                  <a:lnTo>
                    <a:pt x="0" y="28187"/>
                  </a:lnTo>
                  <a:lnTo>
                    <a:pt x="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06" name="object 4006" descr=""/>
            <p:cNvSpPr/>
            <p:nvPr/>
          </p:nvSpPr>
          <p:spPr>
            <a:xfrm>
              <a:off x="9123971" y="7472973"/>
              <a:ext cx="626745" cy="28575"/>
            </a:xfrm>
            <a:custGeom>
              <a:avLst/>
              <a:gdLst/>
              <a:ahLst/>
              <a:cxnLst/>
              <a:rect l="l" t="t" r="r" b="b"/>
              <a:pathLst>
                <a:path w="626745" h="28575">
                  <a:moveTo>
                    <a:pt x="603458" y="0"/>
                  </a:moveTo>
                  <a:lnTo>
                    <a:pt x="0" y="0"/>
                  </a:lnTo>
                  <a:lnTo>
                    <a:pt x="0" y="28187"/>
                  </a:lnTo>
                  <a:lnTo>
                    <a:pt x="626452" y="28187"/>
                  </a:lnTo>
                  <a:lnTo>
                    <a:pt x="60345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7" name="object 4007" descr=""/>
            <p:cNvSpPr/>
            <p:nvPr/>
          </p:nvSpPr>
          <p:spPr>
            <a:xfrm>
              <a:off x="9123971" y="7472973"/>
              <a:ext cx="626745" cy="28575"/>
            </a:xfrm>
            <a:custGeom>
              <a:avLst/>
              <a:gdLst/>
              <a:ahLst/>
              <a:cxnLst/>
              <a:rect l="l" t="t" r="r" b="b"/>
              <a:pathLst>
                <a:path w="626745" h="28575">
                  <a:moveTo>
                    <a:pt x="0" y="0"/>
                  </a:moveTo>
                  <a:lnTo>
                    <a:pt x="603458" y="0"/>
                  </a:lnTo>
                  <a:lnTo>
                    <a:pt x="626452" y="28187"/>
                  </a:lnTo>
                  <a:lnTo>
                    <a:pt x="0" y="28187"/>
                  </a:lnTo>
                  <a:lnTo>
                    <a:pt x="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08" name="object 4008" descr=""/>
            <p:cNvSpPr/>
            <p:nvPr/>
          </p:nvSpPr>
          <p:spPr>
            <a:xfrm>
              <a:off x="9123971" y="7551369"/>
              <a:ext cx="669925" cy="28575"/>
            </a:xfrm>
            <a:custGeom>
              <a:avLst/>
              <a:gdLst/>
              <a:ahLst/>
              <a:cxnLst/>
              <a:rect l="l" t="t" r="r" b="b"/>
              <a:pathLst>
                <a:path w="669925" h="28575">
                  <a:moveTo>
                    <a:pt x="657466" y="0"/>
                  </a:moveTo>
                  <a:lnTo>
                    <a:pt x="0" y="0"/>
                  </a:lnTo>
                  <a:lnTo>
                    <a:pt x="0" y="28187"/>
                  </a:lnTo>
                  <a:lnTo>
                    <a:pt x="669853" y="28187"/>
                  </a:lnTo>
                  <a:lnTo>
                    <a:pt x="65746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9" name="object 4009" descr=""/>
            <p:cNvSpPr/>
            <p:nvPr/>
          </p:nvSpPr>
          <p:spPr>
            <a:xfrm>
              <a:off x="9123971" y="7551369"/>
              <a:ext cx="669925" cy="28575"/>
            </a:xfrm>
            <a:custGeom>
              <a:avLst/>
              <a:gdLst/>
              <a:ahLst/>
              <a:cxnLst/>
              <a:rect l="l" t="t" r="r" b="b"/>
              <a:pathLst>
                <a:path w="669925" h="28575">
                  <a:moveTo>
                    <a:pt x="0" y="0"/>
                  </a:moveTo>
                  <a:lnTo>
                    <a:pt x="657466" y="0"/>
                  </a:lnTo>
                  <a:lnTo>
                    <a:pt x="669853" y="28187"/>
                  </a:lnTo>
                  <a:lnTo>
                    <a:pt x="0" y="28187"/>
                  </a:lnTo>
                  <a:lnTo>
                    <a:pt x="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10" name="object 4010" descr=""/>
            <p:cNvSpPr/>
            <p:nvPr/>
          </p:nvSpPr>
          <p:spPr>
            <a:xfrm>
              <a:off x="9123973" y="7629757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678942" y="0"/>
                  </a:moveTo>
                  <a:lnTo>
                    <a:pt x="0" y="0"/>
                  </a:lnTo>
                  <a:lnTo>
                    <a:pt x="0" y="28187"/>
                  </a:lnTo>
                  <a:lnTo>
                    <a:pt x="678942" y="28187"/>
                  </a:lnTo>
                  <a:lnTo>
                    <a:pt x="6789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1" name="object 4011" descr=""/>
            <p:cNvSpPr/>
            <p:nvPr/>
          </p:nvSpPr>
          <p:spPr>
            <a:xfrm>
              <a:off x="9123973" y="7629757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0" y="0"/>
                  </a:moveTo>
                  <a:lnTo>
                    <a:pt x="678942" y="0"/>
                  </a:lnTo>
                  <a:lnTo>
                    <a:pt x="678942" y="28187"/>
                  </a:lnTo>
                  <a:lnTo>
                    <a:pt x="0" y="28187"/>
                  </a:lnTo>
                  <a:lnTo>
                    <a:pt x="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12" name="object 4012" descr=""/>
            <p:cNvSpPr/>
            <p:nvPr/>
          </p:nvSpPr>
          <p:spPr>
            <a:xfrm>
              <a:off x="9123973" y="7708142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678942" y="0"/>
                  </a:moveTo>
                  <a:lnTo>
                    <a:pt x="0" y="0"/>
                  </a:lnTo>
                  <a:lnTo>
                    <a:pt x="0" y="28187"/>
                  </a:lnTo>
                  <a:lnTo>
                    <a:pt x="678942" y="28187"/>
                  </a:lnTo>
                  <a:lnTo>
                    <a:pt x="6789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3" name="object 4013" descr=""/>
            <p:cNvSpPr/>
            <p:nvPr/>
          </p:nvSpPr>
          <p:spPr>
            <a:xfrm>
              <a:off x="9123973" y="7708142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0" y="0"/>
                  </a:moveTo>
                  <a:lnTo>
                    <a:pt x="678942" y="0"/>
                  </a:lnTo>
                  <a:lnTo>
                    <a:pt x="678942" y="28187"/>
                  </a:lnTo>
                  <a:lnTo>
                    <a:pt x="0" y="28187"/>
                  </a:lnTo>
                  <a:lnTo>
                    <a:pt x="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14" name="object 4014" descr=""/>
            <p:cNvSpPr/>
            <p:nvPr/>
          </p:nvSpPr>
          <p:spPr>
            <a:xfrm>
              <a:off x="9123973" y="7786527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678942" y="0"/>
                  </a:moveTo>
                  <a:lnTo>
                    <a:pt x="0" y="0"/>
                  </a:lnTo>
                  <a:lnTo>
                    <a:pt x="0" y="28198"/>
                  </a:lnTo>
                  <a:lnTo>
                    <a:pt x="678942" y="28198"/>
                  </a:lnTo>
                  <a:lnTo>
                    <a:pt x="6789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5" name="object 4015" descr=""/>
            <p:cNvSpPr/>
            <p:nvPr/>
          </p:nvSpPr>
          <p:spPr>
            <a:xfrm>
              <a:off x="9123973" y="7786527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0" y="0"/>
                  </a:moveTo>
                  <a:lnTo>
                    <a:pt x="678942" y="0"/>
                  </a:lnTo>
                  <a:lnTo>
                    <a:pt x="678942" y="28198"/>
                  </a:lnTo>
                  <a:lnTo>
                    <a:pt x="0" y="28198"/>
                  </a:lnTo>
                  <a:lnTo>
                    <a:pt x="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16" name="object 4016" descr=""/>
            <p:cNvSpPr/>
            <p:nvPr/>
          </p:nvSpPr>
          <p:spPr>
            <a:xfrm>
              <a:off x="9123973" y="7864922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678942" y="0"/>
                  </a:moveTo>
                  <a:lnTo>
                    <a:pt x="0" y="0"/>
                  </a:lnTo>
                  <a:lnTo>
                    <a:pt x="0" y="28198"/>
                  </a:lnTo>
                  <a:lnTo>
                    <a:pt x="678942" y="28198"/>
                  </a:lnTo>
                  <a:lnTo>
                    <a:pt x="6789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7" name="object 4017" descr=""/>
            <p:cNvSpPr/>
            <p:nvPr/>
          </p:nvSpPr>
          <p:spPr>
            <a:xfrm>
              <a:off x="9123973" y="7864922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0" y="0"/>
                  </a:moveTo>
                  <a:lnTo>
                    <a:pt x="678942" y="0"/>
                  </a:lnTo>
                  <a:lnTo>
                    <a:pt x="678942" y="28198"/>
                  </a:lnTo>
                  <a:lnTo>
                    <a:pt x="0" y="28198"/>
                  </a:lnTo>
                  <a:lnTo>
                    <a:pt x="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18" name="object 4018" descr=""/>
            <p:cNvSpPr/>
            <p:nvPr/>
          </p:nvSpPr>
          <p:spPr>
            <a:xfrm>
              <a:off x="9123973" y="7943307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678942" y="0"/>
                  </a:moveTo>
                  <a:lnTo>
                    <a:pt x="0" y="0"/>
                  </a:lnTo>
                  <a:lnTo>
                    <a:pt x="0" y="28177"/>
                  </a:lnTo>
                  <a:lnTo>
                    <a:pt x="678942" y="28177"/>
                  </a:lnTo>
                  <a:lnTo>
                    <a:pt x="6789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9" name="object 4019" descr=""/>
            <p:cNvSpPr/>
            <p:nvPr/>
          </p:nvSpPr>
          <p:spPr>
            <a:xfrm>
              <a:off x="9123973" y="7943307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0" y="0"/>
                  </a:moveTo>
                  <a:lnTo>
                    <a:pt x="678942" y="0"/>
                  </a:lnTo>
                  <a:lnTo>
                    <a:pt x="678942" y="28177"/>
                  </a:lnTo>
                  <a:lnTo>
                    <a:pt x="0" y="28177"/>
                  </a:lnTo>
                  <a:lnTo>
                    <a:pt x="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20" name="object 4020" descr=""/>
            <p:cNvSpPr/>
            <p:nvPr/>
          </p:nvSpPr>
          <p:spPr>
            <a:xfrm>
              <a:off x="9123973" y="8021703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678942" y="0"/>
                  </a:moveTo>
                  <a:lnTo>
                    <a:pt x="0" y="0"/>
                  </a:lnTo>
                  <a:lnTo>
                    <a:pt x="0" y="28198"/>
                  </a:lnTo>
                  <a:lnTo>
                    <a:pt x="678942" y="28198"/>
                  </a:lnTo>
                  <a:lnTo>
                    <a:pt x="6789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1" name="object 4021" descr=""/>
            <p:cNvSpPr/>
            <p:nvPr/>
          </p:nvSpPr>
          <p:spPr>
            <a:xfrm>
              <a:off x="9123973" y="8021703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0" y="0"/>
                  </a:moveTo>
                  <a:lnTo>
                    <a:pt x="678942" y="0"/>
                  </a:lnTo>
                  <a:lnTo>
                    <a:pt x="678942" y="28198"/>
                  </a:lnTo>
                  <a:lnTo>
                    <a:pt x="0" y="28198"/>
                  </a:lnTo>
                  <a:lnTo>
                    <a:pt x="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22" name="object 4022" descr=""/>
            <p:cNvSpPr/>
            <p:nvPr/>
          </p:nvSpPr>
          <p:spPr>
            <a:xfrm>
              <a:off x="9123973" y="8100077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678942" y="0"/>
                  </a:moveTo>
                  <a:lnTo>
                    <a:pt x="0" y="0"/>
                  </a:lnTo>
                  <a:lnTo>
                    <a:pt x="0" y="28177"/>
                  </a:lnTo>
                  <a:lnTo>
                    <a:pt x="678942" y="28177"/>
                  </a:lnTo>
                  <a:lnTo>
                    <a:pt x="6789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3" name="object 4023" descr=""/>
            <p:cNvSpPr/>
            <p:nvPr/>
          </p:nvSpPr>
          <p:spPr>
            <a:xfrm>
              <a:off x="9123973" y="8100077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0" y="0"/>
                  </a:moveTo>
                  <a:lnTo>
                    <a:pt x="678942" y="0"/>
                  </a:lnTo>
                  <a:lnTo>
                    <a:pt x="678942" y="28177"/>
                  </a:lnTo>
                  <a:lnTo>
                    <a:pt x="0" y="28177"/>
                  </a:lnTo>
                  <a:lnTo>
                    <a:pt x="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24" name="object 4024" descr=""/>
            <p:cNvSpPr/>
            <p:nvPr/>
          </p:nvSpPr>
          <p:spPr>
            <a:xfrm>
              <a:off x="9123973" y="8178483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678942" y="0"/>
                  </a:moveTo>
                  <a:lnTo>
                    <a:pt x="0" y="0"/>
                  </a:lnTo>
                  <a:lnTo>
                    <a:pt x="0" y="28187"/>
                  </a:lnTo>
                  <a:lnTo>
                    <a:pt x="678942" y="28187"/>
                  </a:lnTo>
                  <a:lnTo>
                    <a:pt x="6789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5" name="object 4025" descr=""/>
            <p:cNvSpPr/>
            <p:nvPr/>
          </p:nvSpPr>
          <p:spPr>
            <a:xfrm>
              <a:off x="9123973" y="8178483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0" y="0"/>
                  </a:moveTo>
                  <a:lnTo>
                    <a:pt x="678942" y="0"/>
                  </a:lnTo>
                  <a:lnTo>
                    <a:pt x="678942" y="28187"/>
                  </a:lnTo>
                  <a:lnTo>
                    <a:pt x="0" y="28187"/>
                  </a:lnTo>
                  <a:lnTo>
                    <a:pt x="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26" name="object 4026" descr=""/>
            <p:cNvSpPr/>
            <p:nvPr/>
          </p:nvSpPr>
          <p:spPr>
            <a:xfrm>
              <a:off x="9123973" y="8256879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678942" y="0"/>
                  </a:moveTo>
                  <a:lnTo>
                    <a:pt x="0" y="0"/>
                  </a:lnTo>
                  <a:lnTo>
                    <a:pt x="0" y="28177"/>
                  </a:lnTo>
                  <a:lnTo>
                    <a:pt x="678942" y="28177"/>
                  </a:lnTo>
                  <a:lnTo>
                    <a:pt x="6789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7" name="object 4027" descr=""/>
            <p:cNvSpPr/>
            <p:nvPr/>
          </p:nvSpPr>
          <p:spPr>
            <a:xfrm>
              <a:off x="9123973" y="8256879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0" y="0"/>
                  </a:moveTo>
                  <a:lnTo>
                    <a:pt x="678942" y="0"/>
                  </a:lnTo>
                  <a:lnTo>
                    <a:pt x="678942" y="28177"/>
                  </a:lnTo>
                  <a:lnTo>
                    <a:pt x="0" y="28177"/>
                  </a:lnTo>
                  <a:lnTo>
                    <a:pt x="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28" name="object 4028" descr=""/>
            <p:cNvSpPr/>
            <p:nvPr/>
          </p:nvSpPr>
          <p:spPr>
            <a:xfrm>
              <a:off x="9123973" y="8335264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678942" y="0"/>
                  </a:moveTo>
                  <a:lnTo>
                    <a:pt x="0" y="0"/>
                  </a:lnTo>
                  <a:lnTo>
                    <a:pt x="0" y="28177"/>
                  </a:lnTo>
                  <a:lnTo>
                    <a:pt x="678942" y="28177"/>
                  </a:lnTo>
                  <a:lnTo>
                    <a:pt x="6789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9" name="object 4029" descr=""/>
            <p:cNvSpPr/>
            <p:nvPr/>
          </p:nvSpPr>
          <p:spPr>
            <a:xfrm>
              <a:off x="9123973" y="8335264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0" y="0"/>
                  </a:moveTo>
                  <a:lnTo>
                    <a:pt x="678942" y="0"/>
                  </a:lnTo>
                  <a:lnTo>
                    <a:pt x="678942" y="28177"/>
                  </a:lnTo>
                  <a:lnTo>
                    <a:pt x="0" y="28177"/>
                  </a:lnTo>
                  <a:lnTo>
                    <a:pt x="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30" name="object 4030" descr=""/>
            <p:cNvSpPr/>
            <p:nvPr/>
          </p:nvSpPr>
          <p:spPr>
            <a:xfrm>
              <a:off x="9123973" y="8413649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678942" y="0"/>
                  </a:moveTo>
                  <a:lnTo>
                    <a:pt x="0" y="0"/>
                  </a:lnTo>
                  <a:lnTo>
                    <a:pt x="0" y="28177"/>
                  </a:lnTo>
                  <a:lnTo>
                    <a:pt x="678942" y="28177"/>
                  </a:lnTo>
                  <a:lnTo>
                    <a:pt x="6789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1" name="object 4031" descr=""/>
            <p:cNvSpPr/>
            <p:nvPr/>
          </p:nvSpPr>
          <p:spPr>
            <a:xfrm>
              <a:off x="9123973" y="8413649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0" y="0"/>
                  </a:moveTo>
                  <a:lnTo>
                    <a:pt x="678942" y="0"/>
                  </a:lnTo>
                  <a:lnTo>
                    <a:pt x="678942" y="28177"/>
                  </a:lnTo>
                  <a:lnTo>
                    <a:pt x="0" y="28177"/>
                  </a:lnTo>
                  <a:lnTo>
                    <a:pt x="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32" name="object 4032" descr=""/>
            <p:cNvSpPr/>
            <p:nvPr/>
          </p:nvSpPr>
          <p:spPr>
            <a:xfrm>
              <a:off x="9123973" y="8492045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678942" y="0"/>
                  </a:moveTo>
                  <a:lnTo>
                    <a:pt x="0" y="0"/>
                  </a:lnTo>
                  <a:lnTo>
                    <a:pt x="0" y="28177"/>
                  </a:lnTo>
                  <a:lnTo>
                    <a:pt x="678942" y="28177"/>
                  </a:lnTo>
                  <a:lnTo>
                    <a:pt x="6789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3" name="object 4033" descr=""/>
            <p:cNvSpPr/>
            <p:nvPr/>
          </p:nvSpPr>
          <p:spPr>
            <a:xfrm>
              <a:off x="9123973" y="8492045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0" y="0"/>
                  </a:moveTo>
                  <a:lnTo>
                    <a:pt x="678942" y="0"/>
                  </a:lnTo>
                  <a:lnTo>
                    <a:pt x="678942" y="28177"/>
                  </a:lnTo>
                  <a:lnTo>
                    <a:pt x="0" y="28177"/>
                  </a:lnTo>
                  <a:lnTo>
                    <a:pt x="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34" name="object 4034" descr=""/>
            <p:cNvSpPr/>
            <p:nvPr/>
          </p:nvSpPr>
          <p:spPr>
            <a:xfrm>
              <a:off x="9123973" y="8570440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678942" y="0"/>
                  </a:moveTo>
                  <a:lnTo>
                    <a:pt x="0" y="0"/>
                  </a:lnTo>
                  <a:lnTo>
                    <a:pt x="0" y="28187"/>
                  </a:lnTo>
                  <a:lnTo>
                    <a:pt x="678942" y="28187"/>
                  </a:lnTo>
                  <a:lnTo>
                    <a:pt x="6789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5" name="object 4035" descr=""/>
            <p:cNvSpPr/>
            <p:nvPr/>
          </p:nvSpPr>
          <p:spPr>
            <a:xfrm>
              <a:off x="9123973" y="8570440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0" y="0"/>
                  </a:moveTo>
                  <a:lnTo>
                    <a:pt x="678942" y="0"/>
                  </a:lnTo>
                  <a:lnTo>
                    <a:pt x="678942" y="28187"/>
                  </a:lnTo>
                  <a:lnTo>
                    <a:pt x="0" y="28187"/>
                  </a:lnTo>
                  <a:lnTo>
                    <a:pt x="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36" name="object 4036" descr=""/>
            <p:cNvSpPr/>
            <p:nvPr/>
          </p:nvSpPr>
          <p:spPr>
            <a:xfrm>
              <a:off x="9123973" y="8648825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678942" y="0"/>
                  </a:moveTo>
                  <a:lnTo>
                    <a:pt x="0" y="0"/>
                  </a:lnTo>
                  <a:lnTo>
                    <a:pt x="0" y="28177"/>
                  </a:lnTo>
                  <a:lnTo>
                    <a:pt x="678942" y="28177"/>
                  </a:lnTo>
                  <a:lnTo>
                    <a:pt x="6789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7" name="object 4037" descr=""/>
            <p:cNvSpPr/>
            <p:nvPr/>
          </p:nvSpPr>
          <p:spPr>
            <a:xfrm>
              <a:off x="9123973" y="8648825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0" y="0"/>
                  </a:moveTo>
                  <a:lnTo>
                    <a:pt x="678942" y="0"/>
                  </a:lnTo>
                  <a:lnTo>
                    <a:pt x="678942" y="28177"/>
                  </a:lnTo>
                  <a:lnTo>
                    <a:pt x="0" y="28177"/>
                  </a:lnTo>
                  <a:lnTo>
                    <a:pt x="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38" name="object 4038" descr=""/>
            <p:cNvSpPr/>
            <p:nvPr/>
          </p:nvSpPr>
          <p:spPr>
            <a:xfrm>
              <a:off x="9123973" y="8727221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678942" y="0"/>
                  </a:moveTo>
                  <a:lnTo>
                    <a:pt x="0" y="0"/>
                  </a:lnTo>
                  <a:lnTo>
                    <a:pt x="0" y="28177"/>
                  </a:lnTo>
                  <a:lnTo>
                    <a:pt x="678942" y="28177"/>
                  </a:lnTo>
                  <a:lnTo>
                    <a:pt x="6789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9" name="object 4039" descr=""/>
            <p:cNvSpPr/>
            <p:nvPr/>
          </p:nvSpPr>
          <p:spPr>
            <a:xfrm>
              <a:off x="9123973" y="8727221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0" y="0"/>
                  </a:moveTo>
                  <a:lnTo>
                    <a:pt x="678942" y="0"/>
                  </a:lnTo>
                  <a:lnTo>
                    <a:pt x="678942" y="28177"/>
                  </a:lnTo>
                  <a:lnTo>
                    <a:pt x="0" y="28177"/>
                  </a:lnTo>
                  <a:lnTo>
                    <a:pt x="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40" name="object 4040" descr=""/>
            <p:cNvSpPr/>
            <p:nvPr/>
          </p:nvSpPr>
          <p:spPr>
            <a:xfrm>
              <a:off x="9123973" y="8805595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678942" y="0"/>
                  </a:moveTo>
                  <a:lnTo>
                    <a:pt x="0" y="0"/>
                  </a:lnTo>
                  <a:lnTo>
                    <a:pt x="0" y="28177"/>
                  </a:lnTo>
                  <a:lnTo>
                    <a:pt x="678942" y="28177"/>
                  </a:lnTo>
                  <a:lnTo>
                    <a:pt x="6789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1" name="object 4041" descr=""/>
            <p:cNvSpPr/>
            <p:nvPr/>
          </p:nvSpPr>
          <p:spPr>
            <a:xfrm>
              <a:off x="9123973" y="8805595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0" y="0"/>
                  </a:moveTo>
                  <a:lnTo>
                    <a:pt x="678942" y="0"/>
                  </a:lnTo>
                  <a:lnTo>
                    <a:pt x="678942" y="28177"/>
                  </a:lnTo>
                  <a:lnTo>
                    <a:pt x="0" y="28177"/>
                  </a:lnTo>
                  <a:lnTo>
                    <a:pt x="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42" name="object 4042" descr=""/>
            <p:cNvSpPr/>
            <p:nvPr/>
          </p:nvSpPr>
          <p:spPr>
            <a:xfrm>
              <a:off x="9123973" y="8883980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678942" y="0"/>
                  </a:moveTo>
                  <a:lnTo>
                    <a:pt x="0" y="0"/>
                  </a:lnTo>
                  <a:lnTo>
                    <a:pt x="0" y="28187"/>
                  </a:lnTo>
                  <a:lnTo>
                    <a:pt x="678942" y="28187"/>
                  </a:lnTo>
                  <a:lnTo>
                    <a:pt x="6789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3" name="object 4043" descr=""/>
            <p:cNvSpPr/>
            <p:nvPr/>
          </p:nvSpPr>
          <p:spPr>
            <a:xfrm>
              <a:off x="9123973" y="8883980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0" y="0"/>
                  </a:moveTo>
                  <a:lnTo>
                    <a:pt x="678942" y="0"/>
                  </a:lnTo>
                  <a:lnTo>
                    <a:pt x="678942" y="28187"/>
                  </a:lnTo>
                  <a:lnTo>
                    <a:pt x="0" y="28187"/>
                  </a:lnTo>
                  <a:lnTo>
                    <a:pt x="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44" name="object 4044" descr=""/>
            <p:cNvSpPr/>
            <p:nvPr/>
          </p:nvSpPr>
          <p:spPr>
            <a:xfrm>
              <a:off x="9123973" y="8962365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678942" y="0"/>
                  </a:moveTo>
                  <a:lnTo>
                    <a:pt x="0" y="0"/>
                  </a:lnTo>
                  <a:lnTo>
                    <a:pt x="0" y="28187"/>
                  </a:lnTo>
                  <a:lnTo>
                    <a:pt x="678942" y="28187"/>
                  </a:lnTo>
                  <a:lnTo>
                    <a:pt x="6789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5" name="object 4045" descr=""/>
            <p:cNvSpPr/>
            <p:nvPr/>
          </p:nvSpPr>
          <p:spPr>
            <a:xfrm>
              <a:off x="9123973" y="8962365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0" y="0"/>
                  </a:moveTo>
                  <a:lnTo>
                    <a:pt x="678942" y="0"/>
                  </a:lnTo>
                  <a:lnTo>
                    <a:pt x="678942" y="28187"/>
                  </a:lnTo>
                  <a:lnTo>
                    <a:pt x="0" y="28187"/>
                  </a:lnTo>
                  <a:lnTo>
                    <a:pt x="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46" name="object 4046" descr=""/>
            <p:cNvSpPr/>
            <p:nvPr/>
          </p:nvSpPr>
          <p:spPr>
            <a:xfrm>
              <a:off x="9123973" y="9040761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678942" y="0"/>
                  </a:moveTo>
                  <a:lnTo>
                    <a:pt x="0" y="0"/>
                  </a:lnTo>
                  <a:lnTo>
                    <a:pt x="0" y="28198"/>
                  </a:lnTo>
                  <a:lnTo>
                    <a:pt x="678942" y="28198"/>
                  </a:lnTo>
                  <a:lnTo>
                    <a:pt x="6789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7" name="object 4047" descr=""/>
            <p:cNvSpPr/>
            <p:nvPr/>
          </p:nvSpPr>
          <p:spPr>
            <a:xfrm>
              <a:off x="9123973" y="9040761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0" y="0"/>
                  </a:moveTo>
                  <a:lnTo>
                    <a:pt x="678942" y="0"/>
                  </a:lnTo>
                  <a:lnTo>
                    <a:pt x="678942" y="28198"/>
                  </a:lnTo>
                  <a:lnTo>
                    <a:pt x="0" y="28198"/>
                  </a:lnTo>
                  <a:lnTo>
                    <a:pt x="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48" name="object 4048" descr=""/>
            <p:cNvSpPr/>
            <p:nvPr/>
          </p:nvSpPr>
          <p:spPr>
            <a:xfrm>
              <a:off x="9123973" y="9119156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678942" y="0"/>
                  </a:moveTo>
                  <a:lnTo>
                    <a:pt x="0" y="0"/>
                  </a:lnTo>
                  <a:lnTo>
                    <a:pt x="0" y="28198"/>
                  </a:lnTo>
                  <a:lnTo>
                    <a:pt x="678942" y="28198"/>
                  </a:lnTo>
                  <a:lnTo>
                    <a:pt x="6789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9" name="object 4049" descr=""/>
            <p:cNvSpPr/>
            <p:nvPr/>
          </p:nvSpPr>
          <p:spPr>
            <a:xfrm>
              <a:off x="9123973" y="9119156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0" y="0"/>
                  </a:moveTo>
                  <a:lnTo>
                    <a:pt x="678942" y="0"/>
                  </a:lnTo>
                  <a:lnTo>
                    <a:pt x="678942" y="28198"/>
                  </a:lnTo>
                  <a:lnTo>
                    <a:pt x="0" y="28198"/>
                  </a:lnTo>
                  <a:lnTo>
                    <a:pt x="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50" name="object 4050" descr=""/>
            <p:cNvSpPr/>
            <p:nvPr/>
          </p:nvSpPr>
          <p:spPr>
            <a:xfrm>
              <a:off x="9123973" y="9197562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678942" y="0"/>
                  </a:moveTo>
                  <a:lnTo>
                    <a:pt x="0" y="0"/>
                  </a:lnTo>
                  <a:lnTo>
                    <a:pt x="0" y="28177"/>
                  </a:lnTo>
                  <a:lnTo>
                    <a:pt x="678942" y="28177"/>
                  </a:lnTo>
                  <a:lnTo>
                    <a:pt x="6789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1" name="object 4051" descr=""/>
            <p:cNvSpPr/>
            <p:nvPr/>
          </p:nvSpPr>
          <p:spPr>
            <a:xfrm>
              <a:off x="9123973" y="9197562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0" y="0"/>
                  </a:moveTo>
                  <a:lnTo>
                    <a:pt x="678942" y="0"/>
                  </a:lnTo>
                  <a:lnTo>
                    <a:pt x="678942" y="28177"/>
                  </a:lnTo>
                  <a:lnTo>
                    <a:pt x="0" y="28177"/>
                  </a:lnTo>
                  <a:lnTo>
                    <a:pt x="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52" name="object 4052" descr=""/>
            <p:cNvSpPr/>
            <p:nvPr/>
          </p:nvSpPr>
          <p:spPr>
            <a:xfrm>
              <a:off x="9123973" y="9275937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678942" y="0"/>
                  </a:moveTo>
                  <a:lnTo>
                    <a:pt x="0" y="0"/>
                  </a:lnTo>
                  <a:lnTo>
                    <a:pt x="0" y="28177"/>
                  </a:lnTo>
                  <a:lnTo>
                    <a:pt x="678942" y="28177"/>
                  </a:lnTo>
                  <a:lnTo>
                    <a:pt x="6789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3" name="object 4053" descr=""/>
            <p:cNvSpPr/>
            <p:nvPr/>
          </p:nvSpPr>
          <p:spPr>
            <a:xfrm>
              <a:off x="9123973" y="9275937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0" y="0"/>
                  </a:moveTo>
                  <a:lnTo>
                    <a:pt x="678942" y="0"/>
                  </a:lnTo>
                  <a:lnTo>
                    <a:pt x="678942" y="28177"/>
                  </a:lnTo>
                  <a:lnTo>
                    <a:pt x="0" y="28177"/>
                  </a:lnTo>
                  <a:lnTo>
                    <a:pt x="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54" name="object 4054" descr=""/>
            <p:cNvSpPr/>
            <p:nvPr/>
          </p:nvSpPr>
          <p:spPr>
            <a:xfrm>
              <a:off x="9123973" y="9354322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678942" y="0"/>
                  </a:moveTo>
                  <a:lnTo>
                    <a:pt x="0" y="0"/>
                  </a:lnTo>
                  <a:lnTo>
                    <a:pt x="0" y="28177"/>
                  </a:lnTo>
                  <a:lnTo>
                    <a:pt x="678942" y="28177"/>
                  </a:lnTo>
                  <a:lnTo>
                    <a:pt x="6789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5" name="object 4055" descr=""/>
            <p:cNvSpPr/>
            <p:nvPr/>
          </p:nvSpPr>
          <p:spPr>
            <a:xfrm>
              <a:off x="9123973" y="9354322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0" y="0"/>
                  </a:moveTo>
                  <a:lnTo>
                    <a:pt x="678942" y="0"/>
                  </a:lnTo>
                  <a:lnTo>
                    <a:pt x="678942" y="28177"/>
                  </a:lnTo>
                  <a:lnTo>
                    <a:pt x="0" y="28177"/>
                  </a:lnTo>
                  <a:lnTo>
                    <a:pt x="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56" name="object 4056" descr=""/>
            <p:cNvSpPr/>
            <p:nvPr/>
          </p:nvSpPr>
          <p:spPr>
            <a:xfrm>
              <a:off x="9123973" y="9432718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678942" y="0"/>
                  </a:moveTo>
                  <a:lnTo>
                    <a:pt x="0" y="0"/>
                  </a:lnTo>
                  <a:lnTo>
                    <a:pt x="0" y="28187"/>
                  </a:lnTo>
                  <a:lnTo>
                    <a:pt x="678942" y="28187"/>
                  </a:lnTo>
                  <a:lnTo>
                    <a:pt x="6789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7" name="object 4057" descr=""/>
            <p:cNvSpPr/>
            <p:nvPr/>
          </p:nvSpPr>
          <p:spPr>
            <a:xfrm>
              <a:off x="9123973" y="9432718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0" y="0"/>
                  </a:moveTo>
                  <a:lnTo>
                    <a:pt x="678942" y="0"/>
                  </a:lnTo>
                  <a:lnTo>
                    <a:pt x="678942" y="28187"/>
                  </a:lnTo>
                  <a:lnTo>
                    <a:pt x="0" y="28187"/>
                  </a:lnTo>
                  <a:lnTo>
                    <a:pt x="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58" name="object 4058" descr=""/>
            <p:cNvSpPr/>
            <p:nvPr/>
          </p:nvSpPr>
          <p:spPr>
            <a:xfrm>
              <a:off x="9123973" y="9511113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678942" y="0"/>
                  </a:moveTo>
                  <a:lnTo>
                    <a:pt x="0" y="0"/>
                  </a:lnTo>
                  <a:lnTo>
                    <a:pt x="0" y="28187"/>
                  </a:lnTo>
                  <a:lnTo>
                    <a:pt x="678942" y="28187"/>
                  </a:lnTo>
                  <a:lnTo>
                    <a:pt x="6789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9" name="object 4059" descr=""/>
            <p:cNvSpPr/>
            <p:nvPr/>
          </p:nvSpPr>
          <p:spPr>
            <a:xfrm>
              <a:off x="9123973" y="9511113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0" y="0"/>
                  </a:moveTo>
                  <a:lnTo>
                    <a:pt x="678942" y="0"/>
                  </a:lnTo>
                  <a:lnTo>
                    <a:pt x="678942" y="28187"/>
                  </a:lnTo>
                  <a:lnTo>
                    <a:pt x="0" y="28187"/>
                  </a:lnTo>
                  <a:lnTo>
                    <a:pt x="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60" name="object 4060" descr=""/>
            <p:cNvSpPr/>
            <p:nvPr/>
          </p:nvSpPr>
          <p:spPr>
            <a:xfrm>
              <a:off x="9123973" y="9589509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678942" y="0"/>
                  </a:moveTo>
                  <a:lnTo>
                    <a:pt x="0" y="0"/>
                  </a:lnTo>
                  <a:lnTo>
                    <a:pt x="0" y="28177"/>
                  </a:lnTo>
                  <a:lnTo>
                    <a:pt x="678942" y="28177"/>
                  </a:lnTo>
                  <a:lnTo>
                    <a:pt x="6789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1" name="object 4061" descr=""/>
            <p:cNvSpPr/>
            <p:nvPr/>
          </p:nvSpPr>
          <p:spPr>
            <a:xfrm>
              <a:off x="9123973" y="9589509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0" y="0"/>
                  </a:moveTo>
                  <a:lnTo>
                    <a:pt x="678942" y="0"/>
                  </a:lnTo>
                  <a:lnTo>
                    <a:pt x="678942" y="28177"/>
                  </a:lnTo>
                  <a:lnTo>
                    <a:pt x="0" y="28177"/>
                  </a:lnTo>
                  <a:lnTo>
                    <a:pt x="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62" name="object 4062" descr=""/>
            <p:cNvSpPr/>
            <p:nvPr/>
          </p:nvSpPr>
          <p:spPr>
            <a:xfrm>
              <a:off x="9123973" y="9667883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678942" y="0"/>
                  </a:moveTo>
                  <a:lnTo>
                    <a:pt x="0" y="0"/>
                  </a:lnTo>
                  <a:lnTo>
                    <a:pt x="0" y="28177"/>
                  </a:lnTo>
                  <a:lnTo>
                    <a:pt x="678942" y="28177"/>
                  </a:lnTo>
                  <a:lnTo>
                    <a:pt x="6789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3" name="object 4063" descr=""/>
            <p:cNvSpPr/>
            <p:nvPr/>
          </p:nvSpPr>
          <p:spPr>
            <a:xfrm>
              <a:off x="9123973" y="9667883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0" y="0"/>
                  </a:moveTo>
                  <a:lnTo>
                    <a:pt x="678942" y="0"/>
                  </a:lnTo>
                  <a:lnTo>
                    <a:pt x="678942" y="28177"/>
                  </a:lnTo>
                  <a:lnTo>
                    <a:pt x="0" y="28177"/>
                  </a:lnTo>
                  <a:lnTo>
                    <a:pt x="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64" name="object 4064" descr=""/>
            <p:cNvSpPr/>
            <p:nvPr/>
          </p:nvSpPr>
          <p:spPr>
            <a:xfrm>
              <a:off x="9123973" y="9746279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678942" y="0"/>
                  </a:moveTo>
                  <a:lnTo>
                    <a:pt x="0" y="0"/>
                  </a:lnTo>
                  <a:lnTo>
                    <a:pt x="0" y="28177"/>
                  </a:lnTo>
                  <a:lnTo>
                    <a:pt x="678942" y="28177"/>
                  </a:lnTo>
                  <a:lnTo>
                    <a:pt x="6789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5" name="object 4065" descr=""/>
            <p:cNvSpPr/>
            <p:nvPr/>
          </p:nvSpPr>
          <p:spPr>
            <a:xfrm>
              <a:off x="9123973" y="9746279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0" y="0"/>
                  </a:moveTo>
                  <a:lnTo>
                    <a:pt x="678942" y="0"/>
                  </a:lnTo>
                  <a:lnTo>
                    <a:pt x="678942" y="28177"/>
                  </a:lnTo>
                  <a:lnTo>
                    <a:pt x="0" y="28177"/>
                  </a:lnTo>
                  <a:lnTo>
                    <a:pt x="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66" name="object 4066" descr=""/>
            <p:cNvSpPr/>
            <p:nvPr/>
          </p:nvSpPr>
          <p:spPr>
            <a:xfrm>
              <a:off x="9123973" y="9824664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678942" y="0"/>
                  </a:moveTo>
                  <a:lnTo>
                    <a:pt x="0" y="0"/>
                  </a:lnTo>
                  <a:lnTo>
                    <a:pt x="0" y="28187"/>
                  </a:lnTo>
                  <a:lnTo>
                    <a:pt x="678942" y="28187"/>
                  </a:lnTo>
                  <a:lnTo>
                    <a:pt x="6789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7" name="object 4067" descr=""/>
            <p:cNvSpPr/>
            <p:nvPr/>
          </p:nvSpPr>
          <p:spPr>
            <a:xfrm>
              <a:off x="9123973" y="9824664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0" y="0"/>
                  </a:moveTo>
                  <a:lnTo>
                    <a:pt x="678942" y="0"/>
                  </a:lnTo>
                  <a:lnTo>
                    <a:pt x="678942" y="28187"/>
                  </a:lnTo>
                  <a:lnTo>
                    <a:pt x="0" y="28187"/>
                  </a:lnTo>
                  <a:lnTo>
                    <a:pt x="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68" name="object 4068" descr=""/>
            <p:cNvSpPr/>
            <p:nvPr/>
          </p:nvSpPr>
          <p:spPr>
            <a:xfrm>
              <a:off x="9123973" y="9903059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678942" y="0"/>
                  </a:moveTo>
                  <a:lnTo>
                    <a:pt x="0" y="0"/>
                  </a:lnTo>
                  <a:lnTo>
                    <a:pt x="0" y="28187"/>
                  </a:lnTo>
                  <a:lnTo>
                    <a:pt x="678942" y="28187"/>
                  </a:lnTo>
                  <a:lnTo>
                    <a:pt x="6789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9" name="object 4069" descr=""/>
            <p:cNvSpPr/>
            <p:nvPr/>
          </p:nvSpPr>
          <p:spPr>
            <a:xfrm>
              <a:off x="9123973" y="9903059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0" y="0"/>
                  </a:moveTo>
                  <a:lnTo>
                    <a:pt x="678942" y="0"/>
                  </a:lnTo>
                  <a:lnTo>
                    <a:pt x="678942" y="28187"/>
                  </a:lnTo>
                  <a:lnTo>
                    <a:pt x="0" y="28187"/>
                  </a:lnTo>
                  <a:lnTo>
                    <a:pt x="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70" name="object 4070" descr=""/>
            <p:cNvSpPr/>
            <p:nvPr/>
          </p:nvSpPr>
          <p:spPr>
            <a:xfrm>
              <a:off x="9123973" y="9981455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678942" y="0"/>
                  </a:moveTo>
                  <a:lnTo>
                    <a:pt x="0" y="0"/>
                  </a:lnTo>
                  <a:lnTo>
                    <a:pt x="0" y="28177"/>
                  </a:lnTo>
                  <a:lnTo>
                    <a:pt x="678942" y="28177"/>
                  </a:lnTo>
                  <a:lnTo>
                    <a:pt x="6789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1" name="object 4071" descr=""/>
            <p:cNvSpPr/>
            <p:nvPr/>
          </p:nvSpPr>
          <p:spPr>
            <a:xfrm>
              <a:off x="9123973" y="9981455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0" y="0"/>
                  </a:moveTo>
                  <a:lnTo>
                    <a:pt x="678942" y="0"/>
                  </a:lnTo>
                  <a:lnTo>
                    <a:pt x="678942" y="28177"/>
                  </a:lnTo>
                  <a:lnTo>
                    <a:pt x="0" y="28177"/>
                  </a:lnTo>
                  <a:lnTo>
                    <a:pt x="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72" name="object 4072" descr=""/>
            <p:cNvSpPr/>
            <p:nvPr/>
          </p:nvSpPr>
          <p:spPr>
            <a:xfrm>
              <a:off x="9123973" y="10059840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678942" y="0"/>
                  </a:moveTo>
                  <a:lnTo>
                    <a:pt x="0" y="0"/>
                  </a:lnTo>
                  <a:lnTo>
                    <a:pt x="0" y="28198"/>
                  </a:lnTo>
                  <a:lnTo>
                    <a:pt x="678942" y="28198"/>
                  </a:lnTo>
                  <a:lnTo>
                    <a:pt x="6789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3" name="object 4073" descr=""/>
            <p:cNvSpPr/>
            <p:nvPr/>
          </p:nvSpPr>
          <p:spPr>
            <a:xfrm>
              <a:off x="9123973" y="10059840"/>
              <a:ext cx="679450" cy="28575"/>
            </a:xfrm>
            <a:custGeom>
              <a:avLst/>
              <a:gdLst/>
              <a:ahLst/>
              <a:cxnLst/>
              <a:rect l="l" t="t" r="r" b="b"/>
              <a:pathLst>
                <a:path w="679450" h="28575">
                  <a:moveTo>
                    <a:pt x="0" y="0"/>
                  </a:moveTo>
                  <a:lnTo>
                    <a:pt x="678942" y="0"/>
                  </a:lnTo>
                  <a:lnTo>
                    <a:pt x="678942" y="28198"/>
                  </a:lnTo>
                  <a:lnTo>
                    <a:pt x="0" y="28198"/>
                  </a:lnTo>
                  <a:lnTo>
                    <a:pt x="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074" name="object 4074" descr=""/>
          <p:cNvGrpSpPr/>
          <p:nvPr/>
        </p:nvGrpSpPr>
        <p:grpSpPr>
          <a:xfrm>
            <a:off x="8250659" y="8364404"/>
            <a:ext cx="816610" cy="1748155"/>
            <a:chOff x="8250659" y="8364404"/>
            <a:chExt cx="816610" cy="1748155"/>
          </a:xfrm>
        </p:grpSpPr>
        <p:sp>
          <p:nvSpPr>
            <p:cNvPr id="4075" name="object 4075" descr=""/>
            <p:cNvSpPr/>
            <p:nvPr/>
          </p:nvSpPr>
          <p:spPr>
            <a:xfrm>
              <a:off x="8255895" y="8369640"/>
              <a:ext cx="620395" cy="1737995"/>
            </a:xfrm>
            <a:custGeom>
              <a:avLst/>
              <a:gdLst/>
              <a:ahLst/>
              <a:cxnLst/>
              <a:rect l="l" t="t" r="r" b="b"/>
              <a:pathLst>
                <a:path w="620395" h="1737995">
                  <a:moveTo>
                    <a:pt x="620358" y="0"/>
                  </a:moveTo>
                  <a:lnTo>
                    <a:pt x="0" y="0"/>
                  </a:lnTo>
                  <a:lnTo>
                    <a:pt x="0" y="1737496"/>
                  </a:lnTo>
                  <a:lnTo>
                    <a:pt x="620358" y="1737496"/>
                  </a:lnTo>
                  <a:lnTo>
                    <a:pt x="62035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6" name="object 4076" descr=""/>
            <p:cNvSpPr/>
            <p:nvPr/>
          </p:nvSpPr>
          <p:spPr>
            <a:xfrm>
              <a:off x="8255895" y="8369640"/>
              <a:ext cx="620395" cy="1737995"/>
            </a:xfrm>
            <a:custGeom>
              <a:avLst/>
              <a:gdLst/>
              <a:ahLst/>
              <a:cxnLst/>
              <a:rect l="l" t="t" r="r" b="b"/>
              <a:pathLst>
                <a:path w="620395" h="1737995">
                  <a:moveTo>
                    <a:pt x="620358" y="1737496"/>
                  </a:moveTo>
                  <a:lnTo>
                    <a:pt x="0" y="1737496"/>
                  </a:lnTo>
                  <a:lnTo>
                    <a:pt x="0" y="0"/>
                  </a:lnTo>
                  <a:lnTo>
                    <a:pt x="620358" y="0"/>
                  </a:lnTo>
                  <a:lnTo>
                    <a:pt x="620358" y="173749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77" name="object 4077" descr=""/>
            <p:cNvSpPr/>
            <p:nvPr/>
          </p:nvSpPr>
          <p:spPr>
            <a:xfrm>
              <a:off x="8876253" y="8369640"/>
              <a:ext cx="185420" cy="1737995"/>
            </a:xfrm>
            <a:custGeom>
              <a:avLst/>
              <a:gdLst/>
              <a:ahLst/>
              <a:cxnLst/>
              <a:rect l="l" t="t" r="r" b="b"/>
              <a:pathLst>
                <a:path w="185420" h="1737995">
                  <a:moveTo>
                    <a:pt x="185355" y="0"/>
                  </a:moveTo>
                  <a:lnTo>
                    <a:pt x="0" y="0"/>
                  </a:lnTo>
                  <a:lnTo>
                    <a:pt x="0" y="1737496"/>
                  </a:lnTo>
                  <a:lnTo>
                    <a:pt x="185355" y="1737496"/>
                  </a:lnTo>
                  <a:lnTo>
                    <a:pt x="1853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8" name="object 4078" descr=""/>
            <p:cNvSpPr/>
            <p:nvPr/>
          </p:nvSpPr>
          <p:spPr>
            <a:xfrm>
              <a:off x="8876253" y="8369640"/>
              <a:ext cx="185420" cy="1737995"/>
            </a:xfrm>
            <a:custGeom>
              <a:avLst/>
              <a:gdLst/>
              <a:ahLst/>
              <a:cxnLst/>
              <a:rect l="l" t="t" r="r" b="b"/>
              <a:pathLst>
                <a:path w="185420" h="1737995">
                  <a:moveTo>
                    <a:pt x="0" y="1737496"/>
                  </a:moveTo>
                  <a:lnTo>
                    <a:pt x="185355" y="1737496"/>
                  </a:lnTo>
                  <a:lnTo>
                    <a:pt x="185355" y="0"/>
                  </a:lnTo>
                  <a:lnTo>
                    <a:pt x="0" y="0"/>
                  </a:lnTo>
                  <a:lnTo>
                    <a:pt x="0" y="173749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79" name="object 4079" descr=""/>
            <p:cNvSpPr/>
            <p:nvPr/>
          </p:nvSpPr>
          <p:spPr>
            <a:xfrm>
              <a:off x="8876253" y="8369640"/>
              <a:ext cx="22860" cy="1737995"/>
            </a:xfrm>
            <a:custGeom>
              <a:avLst/>
              <a:gdLst/>
              <a:ahLst/>
              <a:cxnLst/>
              <a:rect l="l" t="t" r="r" b="b"/>
              <a:pathLst>
                <a:path w="22859" h="1737995">
                  <a:moveTo>
                    <a:pt x="22240" y="0"/>
                  </a:moveTo>
                  <a:lnTo>
                    <a:pt x="0" y="0"/>
                  </a:lnTo>
                  <a:lnTo>
                    <a:pt x="0" y="1737496"/>
                  </a:lnTo>
                  <a:lnTo>
                    <a:pt x="22240" y="1737496"/>
                  </a:lnTo>
                  <a:lnTo>
                    <a:pt x="222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0" name="object 4080" descr=""/>
            <p:cNvSpPr/>
            <p:nvPr/>
          </p:nvSpPr>
          <p:spPr>
            <a:xfrm>
              <a:off x="8285548" y="8369640"/>
              <a:ext cx="613410" cy="1737995"/>
            </a:xfrm>
            <a:custGeom>
              <a:avLst/>
              <a:gdLst/>
              <a:ahLst/>
              <a:cxnLst/>
              <a:rect l="l" t="t" r="r" b="b"/>
              <a:pathLst>
                <a:path w="613409" h="1737995">
                  <a:moveTo>
                    <a:pt x="590704" y="1737496"/>
                  </a:moveTo>
                  <a:lnTo>
                    <a:pt x="612944" y="1737496"/>
                  </a:lnTo>
                  <a:lnTo>
                    <a:pt x="612944" y="0"/>
                  </a:lnTo>
                  <a:lnTo>
                    <a:pt x="590704" y="0"/>
                  </a:lnTo>
                  <a:lnTo>
                    <a:pt x="590704" y="1737496"/>
                  </a:lnTo>
                  <a:close/>
                </a:path>
                <a:path w="613409" h="1737995">
                  <a:moveTo>
                    <a:pt x="415222" y="1737496"/>
                  </a:moveTo>
                  <a:lnTo>
                    <a:pt x="0" y="1737496"/>
                  </a:lnTo>
                  <a:lnTo>
                    <a:pt x="0" y="96394"/>
                  </a:lnTo>
                  <a:lnTo>
                    <a:pt x="415222" y="96394"/>
                  </a:lnTo>
                  <a:lnTo>
                    <a:pt x="415222" y="173749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81" name="object 4081" descr=""/>
            <p:cNvSpPr/>
            <p:nvPr/>
          </p:nvSpPr>
          <p:spPr>
            <a:xfrm>
              <a:off x="8285548" y="8466035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415222" y="12355"/>
                  </a:lnTo>
                  <a:lnTo>
                    <a:pt x="4152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2" name="object 4082" descr=""/>
            <p:cNvSpPr/>
            <p:nvPr/>
          </p:nvSpPr>
          <p:spPr>
            <a:xfrm>
              <a:off x="8285548" y="8466035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415222" y="0"/>
                  </a:lnTo>
                  <a:lnTo>
                    <a:pt x="415222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83" name="object 4083" descr=""/>
            <p:cNvSpPr/>
            <p:nvPr/>
          </p:nvSpPr>
          <p:spPr>
            <a:xfrm>
              <a:off x="8285548" y="8519782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415222" y="12355"/>
                  </a:lnTo>
                  <a:lnTo>
                    <a:pt x="4152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4" name="object 4084" descr=""/>
            <p:cNvSpPr/>
            <p:nvPr/>
          </p:nvSpPr>
          <p:spPr>
            <a:xfrm>
              <a:off x="8285548" y="8519782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415222" y="0"/>
                  </a:lnTo>
                  <a:lnTo>
                    <a:pt x="415222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85" name="object 4085" descr=""/>
            <p:cNvSpPr/>
            <p:nvPr/>
          </p:nvSpPr>
          <p:spPr>
            <a:xfrm>
              <a:off x="8285548" y="8573529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415222" y="12355"/>
                  </a:lnTo>
                  <a:lnTo>
                    <a:pt x="4152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6" name="object 4086" descr=""/>
            <p:cNvSpPr/>
            <p:nvPr/>
          </p:nvSpPr>
          <p:spPr>
            <a:xfrm>
              <a:off x="8285548" y="8573529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415222" y="0"/>
                  </a:lnTo>
                  <a:lnTo>
                    <a:pt x="415222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87" name="object 4087" descr=""/>
            <p:cNvSpPr/>
            <p:nvPr/>
          </p:nvSpPr>
          <p:spPr>
            <a:xfrm>
              <a:off x="8285548" y="8627286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415222" y="12355"/>
                  </a:lnTo>
                  <a:lnTo>
                    <a:pt x="4152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8" name="object 4088" descr=""/>
            <p:cNvSpPr/>
            <p:nvPr/>
          </p:nvSpPr>
          <p:spPr>
            <a:xfrm>
              <a:off x="8285548" y="8627286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415222" y="0"/>
                  </a:lnTo>
                  <a:lnTo>
                    <a:pt x="415222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89" name="object 4089" descr=""/>
            <p:cNvSpPr/>
            <p:nvPr/>
          </p:nvSpPr>
          <p:spPr>
            <a:xfrm>
              <a:off x="8285548" y="8681044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415222" y="12355"/>
                  </a:lnTo>
                  <a:lnTo>
                    <a:pt x="4152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0" name="object 4090" descr=""/>
            <p:cNvSpPr/>
            <p:nvPr/>
          </p:nvSpPr>
          <p:spPr>
            <a:xfrm>
              <a:off x="8285548" y="8681044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415222" y="0"/>
                  </a:lnTo>
                  <a:lnTo>
                    <a:pt x="415222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91" name="object 4091" descr=""/>
            <p:cNvSpPr/>
            <p:nvPr/>
          </p:nvSpPr>
          <p:spPr>
            <a:xfrm>
              <a:off x="8285548" y="8734791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415222" y="12355"/>
                  </a:lnTo>
                  <a:lnTo>
                    <a:pt x="4152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2" name="object 4092" descr=""/>
            <p:cNvSpPr/>
            <p:nvPr/>
          </p:nvSpPr>
          <p:spPr>
            <a:xfrm>
              <a:off x="8285548" y="8734791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415222" y="0"/>
                  </a:lnTo>
                  <a:lnTo>
                    <a:pt x="415222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93" name="object 4093" descr=""/>
            <p:cNvSpPr/>
            <p:nvPr/>
          </p:nvSpPr>
          <p:spPr>
            <a:xfrm>
              <a:off x="8285548" y="8788549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415222" y="12355"/>
                  </a:lnTo>
                  <a:lnTo>
                    <a:pt x="4152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4" name="object 4094" descr=""/>
            <p:cNvSpPr/>
            <p:nvPr/>
          </p:nvSpPr>
          <p:spPr>
            <a:xfrm>
              <a:off x="8285548" y="8788549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415222" y="0"/>
                  </a:lnTo>
                  <a:lnTo>
                    <a:pt x="415222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95" name="object 4095" descr=""/>
            <p:cNvSpPr/>
            <p:nvPr/>
          </p:nvSpPr>
          <p:spPr>
            <a:xfrm>
              <a:off x="8285548" y="8842306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415222" y="12355"/>
                  </a:lnTo>
                  <a:lnTo>
                    <a:pt x="4152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6" name="object 4096" descr=""/>
            <p:cNvSpPr/>
            <p:nvPr/>
          </p:nvSpPr>
          <p:spPr>
            <a:xfrm>
              <a:off x="8285548" y="8842306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415222" y="0"/>
                  </a:lnTo>
                  <a:lnTo>
                    <a:pt x="415222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97" name="object 4097" descr=""/>
            <p:cNvSpPr/>
            <p:nvPr/>
          </p:nvSpPr>
          <p:spPr>
            <a:xfrm>
              <a:off x="8285548" y="8896053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415222" y="12355"/>
                  </a:lnTo>
                  <a:lnTo>
                    <a:pt x="4152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8" name="object 4098" descr=""/>
            <p:cNvSpPr/>
            <p:nvPr/>
          </p:nvSpPr>
          <p:spPr>
            <a:xfrm>
              <a:off x="8285548" y="8896053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415222" y="0"/>
                  </a:lnTo>
                  <a:lnTo>
                    <a:pt x="415222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99" name="object 4099" descr=""/>
            <p:cNvSpPr/>
            <p:nvPr/>
          </p:nvSpPr>
          <p:spPr>
            <a:xfrm>
              <a:off x="8285548" y="8949811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415222" y="12355"/>
                  </a:lnTo>
                  <a:lnTo>
                    <a:pt x="4152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0" name="object 4100" descr=""/>
            <p:cNvSpPr/>
            <p:nvPr/>
          </p:nvSpPr>
          <p:spPr>
            <a:xfrm>
              <a:off x="8285548" y="8949811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415222" y="0"/>
                  </a:lnTo>
                  <a:lnTo>
                    <a:pt x="415222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01" name="object 4101" descr=""/>
            <p:cNvSpPr/>
            <p:nvPr/>
          </p:nvSpPr>
          <p:spPr>
            <a:xfrm>
              <a:off x="8285548" y="9003568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415222" y="12355"/>
                  </a:lnTo>
                  <a:lnTo>
                    <a:pt x="4152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2" name="object 4102" descr=""/>
            <p:cNvSpPr/>
            <p:nvPr/>
          </p:nvSpPr>
          <p:spPr>
            <a:xfrm>
              <a:off x="8285548" y="9003568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415222" y="0"/>
                  </a:lnTo>
                  <a:lnTo>
                    <a:pt x="415222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03" name="object 4103" descr=""/>
            <p:cNvSpPr/>
            <p:nvPr/>
          </p:nvSpPr>
          <p:spPr>
            <a:xfrm>
              <a:off x="8285548" y="9057315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415222" y="12355"/>
                  </a:lnTo>
                  <a:lnTo>
                    <a:pt x="4152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4" name="object 4104" descr=""/>
            <p:cNvSpPr/>
            <p:nvPr/>
          </p:nvSpPr>
          <p:spPr>
            <a:xfrm>
              <a:off x="8285548" y="9057315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415222" y="0"/>
                  </a:lnTo>
                  <a:lnTo>
                    <a:pt x="415222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05" name="object 4105" descr=""/>
            <p:cNvSpPr/>
            <p:nvPr/>
          </p:nvSpPr>
          <p:spPr>
            <a:xfrm>
              <a:off x="8285548" y="9111073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415222" y="12355"/>
                  </a:lnTo>
                  <a:lnTo>
                    <a:pt x="4152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6" name="object 4106" descr=""/>
            <p:cNvSpPr/>
            <p:nvPr/>
          </p:nvSpPr>
          <p:spPr>
            <a:xfrm>
              <a:off x="8285548" y="9111073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415222" y="0"/>
                  </a:lnTo>
                  <a:lnTo>
                    <a:pt x="415222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07" name="object 4107" descr=""/>
            <p:cNvSpPr/>
            <p:nvPr/>
          </p:nvSpPr>
          <p:spPr>
            <a:xfrm>
              <a:off x="8285548" y="9164830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415222" y="12355"/>
                  </a:lnTo>
                  <a:lnTo>
                    <a:pt x="4152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8" name="object 4108" descr=""/>
            <p:cNvSpPr/>
            <p:nvPr/>
          </p:nvSpPr>
          <p:spPr>
            <a:xfrm>
              <a:off x="8285548" y="9164830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415222" y="0"/>
                  </a:lnTo>
                  <a:lnTo>
                    <a:pt x="415222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09" name="object 4109" descr=""/>
            <p:cNvSpPr/>
            <p:nvPr/>
          </p:nvSpPr>
          <p:spPr>
            <a:xfrm>
              <a:off x="8285548" y="9218577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415222" y="12355"/>
                  </a:lnTo>
                  <a:lnTo>
                    <a:pt x="4152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0" name="object 4110" descr=""/>
            <p:cNvSpPr/>
            <p:nvPr/>
          </p:nvSpPr>
          <p:spPr>
            <a:xfrm>
              <a:off x="8285548" y="9218577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415222" y="0"/>
                  </a:lnTo>
                  <a:lnTo>
                    <a:pt x="415222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11" name="object 4111" descr=""/>
            <p:cNvSpPr/>
            <p:nvPr/>
          </p:nvSpPr>
          <p:spPr>
            <a:xfrm>
              <a:off x="8285548" y="9272335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415222" y="12355"/>
                  </a:lnTo>
                  <a:lnTo>
                    <a:pt x="4152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2" name="object 4112" descr=""/>
            <p:cNvSpPr/>
            <p:nvPr/>
          </p:nvSpPr>
          <p:spPr>
            <a:xfrm>
              <a:off x="8285548" y="9272335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415222" y="0"/>
                  </a:lnTo>
                  <a:lnTo>
                    <a:pt x="415222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13" name="object 4113" descr=""/>
            <p:cNvSpPr/>
            <p:nvPr/>
          </p:nvSpPr>
          <p:spPr>
            <a:xfrm>
              <a:off x="8285548" y="9326092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415222" y="12355"/>
                  </a:lnTo>
                  <a:lnTo>
                    <a:pt x="4152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4" name="object 4114" descr=""/>
            <p:cNvSpPr/>
            <p:nvPr/>
          </p:nvSpPr>
          <p:spPr>
            <a:xfrm>
              <a:off x="8285548" y="9326092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415222" y="0"/>
                  </a:lnTo>
                  <a:lnTo>
                    <a:pt x="415222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15" name="object 4115" descr=""/>
            <p:cNvSpPr/>
            <p:nvPr/>
          </p:nvSpPr>
          <p:spPr>
            <a:xfrm>
              <a:off x="8285548" y="9379839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415222" y="12355"/>
                  </a:lnTo>
                  <a:lnTo>
                    <a:pt x="4152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6" name="object 4116" descr=""/>
            <p:cNvSpPr/>
            <p:nvPr/>
          </p:nvSpPr>
          <p:spPr>
            <a:xfrm>
              <a:off x="8285548" y="9379839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415222" y="0"/>
                  </a:lnTo>
                  <a:lnTo>
                    <a:pt x="415222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17" name="object 4117" descr=""/>
            <p:cNvSpPr/>
            <p:nvPr/>
          </p:nvSpPr>
          <p:spPr>
            <a:xfrm>
              <a:off x="8285548" y="9433597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415222" y="12355"/>
                  </a:lnTo>
                  <a:lnTo>
                    <a:pt x="4152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8" name="object 4118" descr=""/>
            <p:cNvSpPr/>
            <p:nvPr/>
          </p:nvSpPr>
          <p:spPr>
            <a:xfrm>
              <a:off x="8285548" y="9433597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415222" y="0"/>
                  </a:lnTo>
                  <a:lnTo>
                    <a:pt x="415222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19" name="object 4119" descr=""/>
            <p:cNvSpPr/>
            <p:nvPr/>
          </p:nvSpPr>
          <p:spPr>
            <a:xfrm>
              <a:off x="8285548" y="9487344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415222" y="12355"/>
                  </a:lnTo>
                  <a:lnTo>
                    <a:pt x="4152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0" name="object 4120" descr=""/>
            <p:cNvSpPr/>
            <p:nvPr/>
          </p:nvSpPr>
          <p:spPr>
            <a:xfrm>
              <a:off x="8285548" y="9487344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415222" y="0"/>
                  </a:lnTo>
                  <a:lnTo>
                    <a:pt x="415222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21" name="object 4121" descr=""/>
            <p:cNvSpPr/>
            <p:nvPr/>
          </p:nvSpPr>
          <p:spPr>
            <a:xfrm>
              <a:off x="8285548" y="9541102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415222" y="12355"/>
                  </a:lnTo>
                  <a:lnTo>
                    <a:pt x="4152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2" name="object 4122" descr=""/>
            <p:cNvSpPr/>
            <p:nvPr/>
          </p:nvSpPr>
          <p:spPr>
            <a:xfrm>
              <a:off x="8285548" y="9541102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415222" y="0"/>
                  </a:lnTo>
                  <a:lnTo>
                    <a:pt x="415222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23" name="object 4123" descr=""/>
            <p:cNvSpPr/>
            <p:nvPr/>
          </p:nvSpPr>
          <p:spPr>
            <a:xfrm>
              <a:off x="8285548" y="9594849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415222" y="12355"/>
                  </a:lnTo>
                  <a:lnTo>
                    <a:pt x="4152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4" name="object 4124" descr=""/>
            <p:cNvSpPr/>
            <p:nvPr/>
          </p:nvSpPr>
          <p:spPr>
            <a:xfrm>
              <a:off x="8285548" y="9594849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415222" y="0"/>
                  </a:lnTo>
                  <a:lnTo>
                    <a:pt x="415222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25" name="object 4125" descr=""/>
            <p:cNvSpPr/>
            <p:nvPr/>
          </p:nvSpPr>
          <p:spPr>
            <a:xfrm>
              <a:off x="8285548" y="9648606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415222" y="12355"/>
                  </a:lnTo>
                  <a:lnTo>
                    <a:pt x="4152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6" name="object 4126" descr=""/>
            <p:cNvSpPr/>
            <p:nvPr/>
          </p:nvSpPr>
          <p:spPr>
            <a:xfrm>
              <a:off x="8285548" y="9648606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415222" y="0"/>
                  </a:lnTo>
                  <a:lnTo>
                    <a:pt x="415222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27" name="object 4127" descr=""/>
            <p:cNvSpPr/>
            <p:nvPr/>
          </p:nvSpPr>
          <p:spPr>
            <a:xfrm>
              <a:off x="8285548" y="9702364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415222" y="12355"/>
                  </a:lnTo>
                  <a:lnTo>
                    <a:pt x="4152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8" name="object 4128" descr=""/>
            <p:cNvSpPr/>
            <p:nvPr/>
          </p:nvSpPr>
          <p:spPr>
            <a:xfrm>
              <a:off x="8285548" y="9702364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415222" y="0"/>
                  </a:lnTo>
                  <a:lnTo>
                    <a:pt x="415222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29" name="object 4129" descr=""/>
            <p:cNvSpPr/>
            <p:nvPr/>
          </p:nvSpPr>
          <p:spPr>
            <a:xfrm>
              <a:off x="8285548" y="9756111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415222" y="12355"/>
                  </a:lnTo>
                  <a:lnTo>
                    <a:pt x="4152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0" name="object 4130" descr=""/>
            <p:cNvSpPr/>
            <p:nvPr/>
          </p:nvSpPr>
          <p:spPr>
            <a:xfrm>
              <a:off x="8285548" y="9756111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415222" y="0"/>
                  </a:lnTo>
                  <a:lnTo>
                    <a:pt x="415222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31" name="object 4131" descr=""/>
            <p:cNvSpPr/>
            <p:nvPr/>
          </p:nvSpPr>
          <p:spPr>
            <a:xfrm>
              <a:off x="8285548" y="9809868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415222" y="12355"/>
                  </a:lnTo>
                  <a:lnTo>
                    <a:pt x="4152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2" name="object 4132" descr=""/>
            <p:cNvSpPr/>
            <p:nvPr/>
          </p:nvSpPr>
          <p:spPr>
            <a:xfrm>
              <a:off x="8285548" y="9809868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415222" y="0"/>
                  </a:lnTo>
                  <a:lnTo>
                    <a:pt x="415222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33" name="object 4133" descr=""/>
            <p:cNvSpPr/>
            <p:nvPr/>
          </p:nvSpPr>
          <p:spPr>
            <a:xfrm>
              <a:off x="8285548" y="9863615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415222" y="12355"/>
                  </a:lnTo>
                  <a:lnTo>
                    <a:pt x="4152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4" name="object 4134" descr=""/>
            <p:cNvSpPr/>
            <p:nvPr/>
          </p:nvSpPr>
          <p:spPr>
            <a:xfrm>
              <a:off x="8285548" y="9863615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415222" y="0"/>
                  </a:lnTo>
                  <a:lnTo>
                    <a:pt x="415222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35" name="object 4135" descr=""/>
            <p:cNvSpPr/>
            <p:nvPr/>
          </p:nvSpPr>
          <p:spPr>
            <a:xfrm>
              <a:off x="8285548" y="9917373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415222" y="12355"/>
                  </a:lnTo>
                  <a:lnTo>
                    <a:pt x="4152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6" name="object 4136" descr=""/>
            <p:cNvSpPr/>
            <p:nvPr/>
          </p:nvSpPr>
          <p:spPr>
            <a:xfrm>
              <a:off x="8285548" y="9917373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415222" y="0"/>
                  </a:lnTo>
                  <a:lnTo>
                    <a:pt x="415222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37" name="object 4137" descr=""/>
            <p:cNvSpPr/>
            <p:nvPr/>
          </p:nvSpPr>
          <p:spPr>
            <a:xfrm>
              <a:off x="8285548" y="9971130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415222" y="12355"/>
                  </a:lnTo>
                  <a:lnTo>
                    <a:pt x="4152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8" name="object 4138" descr=""/>
            <p:cNvSpPr/>
            <p:nvPr/>
          </p:nvSpPr>
          <p:spPr>
            <a:xfrm>
              <a:off x="8285548" y="9971130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415222" y="0"/>
                  </a:lnTo>
                  <a:lnTo>
                    <a:pt x="415222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39" name="object 4139" descr=""/>
            <p:cNvSpPr/>
            <p:nvPr/>
          </p:nvSpPr>
          <p:spPr>
            <a:xfrm>
              <a:off x="8285548" y="10024878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415222" y="12355"/>
                  </a:lnTo>
                  <a:lnTo>
                    <a:pt x="4152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0" name="object 4140" descr=""/>
            <p:cNvSpPr/>
            <p:nvPr/>
          </p:nvSpPr>
          <p:spPr>
            <a:xfrm>
              <a:off x="8285548" y="10024878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415222" y="0"/>
                  </a:lnTo>
                  <a:lnTo>
                    <a:pt x="415222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41" name="object 4141" descr=""/>
            <p:cNvSpPr/>
            <p:nvPr/>
          </p:nvSpPr>
          <p:spPr>
            <a:xfrm>
              <a:off x="8285548" y="10078635"/>
              <a:ext cx="415290" cy="12700"/>
            </a:xfrm>
            <a:custGeom>
              <a:avLst/>
              <a:gdLst/>
              <a:ahLst/>
              <a:cxnLst/>
              <a:rect l="l" t="t" r="r" b="b"/>
              <a:pathLst>
                <a:path w="415290" h="12700">
                  <a:moveTo>
                    <a:pt x="415222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415222" y="12355"/>
                  </a:lnTo>
                  <a:lnTo>
                    <a:pt x="4152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2" name="object 4142" descr=""/>
            <p:cNvSpPr/>
            <p:nvPr/>
          </p:nvSpPr>
          <p:spPr>
            <a:xfrm>
              <a:off x="8285548" y="8466035"/>
              <a:ext cx="744220" cy="1641475"/>
            </a:xfrm>
            <a:custGeom>
              <a:avLst/>
              <a:gdLst/>
              <a:ahLst/>
              <a:cxnLst/>
              <a:rect l="l" t="t" r="r" b="b"/>
              <a:pathLst>
                <a:path w="744220" h="1641475">
                  <a:moveTo>
                    <a:pt x="415222" y="1624955"/>
                  </a:moveTo>
                  <a:lnTo>
                    <a:pt x="0" y="1624955"/>
                  </a:lnTo>
                  <a:lnTo>
                    <a:pt x="0" y="1612600"/>
                  </a:lnTo>
                  <a:lnTo>
                    <a:pt x="415222" y="1612600"/>
                  </a:lnTo>
                  <a:lnTo>
                    <a:pt x="415222" y="1624955"/>
                  </a:lnTo>
                  <a:close/>
                </a:path>
                <a:path w="744220" h="1641475">
                  <a:moveTo>
                    <a:pt x="743945" y="1641101"/>
                  </a:moveTo>
                  <a:lnTo>
                    <a:pt x="650022" y="1641101"/>
                  </a:lnTo>
                  <a:lnTo>
                    <a:pt x="650022" y="0"/>
                  </a:lnTo>
                  <a:lnTo>
                    <a:pt x="743945" y="0"/>
                  </a:lnTo>
                  <a:lnTo>
                    <a:pt x="743945" y="164110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43" name="object 4143" descr=""/>
            <p:cNvSpPr/>
            <p:nvPr/>
          </p:nvSpPr>
          <p:spPr>
            <a:xfrm>
              <a:off x="8935571" y="8466035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93923" y="12355"/>
                  </a:lnTo>
                  <a:lnTo>
                    <a:pt x="939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4" name="object 4144" descr=""/>
            <p:cNvSpPr/>
            <p:nvPr/>
          </p:nvSpPr>
          <p:spPr>
            <a:xfrm>
              <a:off x="8935571" y="8466035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93923" y="0"/>
                  </a:lnTo>
                  <a:lnTo>
                    <a:pt x="93923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45" name="object 4145" descr=""/>
            <p:cNvSpPr/>
            <p:nvPr/>
          </p:nvSpPr>
          <p:spPr>
            <a:xfrm>
              <a:off x="8935571" y="8519782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93923" y="12355"/>
                  </a:lnTo>
                  <a:lnTo>
                    <a:pt x="939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6" name="object 4146" descr=""/>
            <p:cNvSpPr/>
            <p:nvPr/>
          </p:nvSpPr>
          <p:spPr>
            <a:xfrm>
              <a:off x="8935571" y="8519782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93923" y="0"/>
                  </a:lnTo>
                  <a:lnTo>
                    <a:pt x="93923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47" name="object 4147" descr=""/>
            <p:cNvSpPr/>
            <p:nvPr/>
          </p:nvSpPr>
          <p:spPr>
            <a:xfrm>
              <a:off x="8935571" y="8573529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93923" y="12355"/>
                  </a:lnTo>
                  <a:lnTo>
                    <a:pt x="939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8" name="object 4148" descr=""/>
            <p:cNvSpPr/>
            <p:nvPr/>
          </p:nvSpPr>
          <p:spPr>
            <a:xfrm>
              <a:off x="8935571" y="8573529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93923" y="0"/>
                  </a:lnTo>
                  <a:lnTo>
                    <a:pt x="93923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49" name="object 4149" descr=""/>
            <p:cNvSpPr/>
            <p:nvPr/>
          </p:nvSpPr>
          <p:spPr>
            <a:xfrm>
              <a:off x="8935571" y="8627286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93923" y="12355"/>
                  </a:lnTo>
                  <a:lnTo>
                    <a:pt x="939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0" name="object 4150" descr=""/>
            <p:cNvSpPr/>
            <p:nvPr/>
          </p:nvSpPr>
          <p:spPr>
            <a:xfrm>
              <a:off x="8935571" y="8627286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93923" y="0"/>
                  </a:lnTo>
                  <a:lnTo>
                    <a:pt x="93923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51" name="object 4151" descr=""/>
            <p:cNvSpPr/>
            <p:nvPr/>
          </p:nvSpPr>
          <p:spPr>
            <a:xfrm>
              <a:off x="8935571" y="8681044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93923" y="12355"/>
                  </a:lnTo>
                  <a:lnTo>
                    <a:pt x="939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2" name="object 4152" descr=""/>
            <p:cNvSpPr/>
            <p:nvPr/>
          </p:nvSpPr>
          <p:spPr>
            <a:xfrm>
              <a:off x="8935571" y="8681044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93923" y="0"/>
                  </a:lnTo>
                  <a:lnTo>
                    <a:pt x="93923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53" name="object 4153" descr=""/>
            <p:cNvSpPr/>
            <p:nvPr/>
          </p:nvSpPr>
          <p:spPr>
            <a:xfrm>
              <a:off x="8935571" y="8734791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93923" y="12355"/>
                  </a:lnTo>
                  <a:lnTo>
                    <a:pt x="939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4" name="object 4154" descr=""/>
            <p:cNvSpPr/>
            <p:nvPr/>
          </p:nvSpPr>
          <p:spPr>
            <a:xfrm>
              <a:off x="8935571" y="8734791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93923" y="0"/>
                  </a:lnTo>
                  <a:lnTo>
                    <a:pt x="93923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55" name="object 4155" descr=""/>
            <p:cNvSpPr/>
            <p:nvPr/>
          </p:nvSpPr>
          <p:spPr>
            <a:xfrm>
              <a:off x="8935571" y="8788549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93923" y="12355"/>
                  </a:lnTo>
                  <a:lnTo>
                    <a:pt x="939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6" name="object 4156" descr=""/>
            <p:cNvSpPr/>
            <p:nvPr/>
          </p:nvSpPr>
          <p:spPr>
            <a:xfrm>
              <a:off x="8935571" y="8788549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93923" y="0"/>
                  </a:lnTo>
                  <a:lnTo>
                    <a:pt x="93923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57" name="object 4157" descr=""/>
            <p:cNvSpPr/>
            <p:nvPr/>
          </p:nvSpPr>
          <p:spPr>
            <a:xfrm>
              <a:off x="8935571" y="8842306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93923" y="12355"/>
                  </a:lnTo>
                  <a:lnTo>
                    <a:pt x="939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8" name="object 4158" descr=""/>
            <p:cNvSpPr/>
            <p:nvPr/>
          </p:nvSpPr>
          <p:spPr>
            <a:xfrm>
              <a:off x="8935571" y="8842306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93923" y="0"/>
                  </a:lnTo>
                  <a:lnTo>
                    <a:pt x="93923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59" name="object 4159" descr=""/>
            <p:cNvSpPr/>
            <p:nvPr/>
          </p:nvSpPr>
          <p:spPr>
            <a:xfrm>
              <a:off x="8935571" y="8896053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93923" y="12355"/>
                  </a:lnTo>
                  <a:lnTo>
                    <a:pt x="939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0" name="object 4160" descr=""/>
            <p:cNvSpPr/>
            <p:nvPr/>
          </p:nvSpPr>
          <p:spPr>
            <a:xfrm>
              <a:off x="8935571" y="8896053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93923" y="0"/>
                  </a:lnTo>
                  <a:lnTo>
                    <a:pt x="93923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61" name="object 4161" descr=""/>
            <p:cNvSpPr/>
            <p:nvPr/>
          </p:nvSpPr>
          <p:spPr>
            <a:xfrm>
              <a:off x="8935571" y="8949811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93923" y="12355"/>
                  </a:lnTo>
                  <a:lnTo>
                    <a:pt x="939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2" name="object 4162" descr=""/>
            <p:cNvSpPr/>
            <p:nvPr/>
          </p:nvSpPr>
          <p:spPr>
            <a:xfrm>
              <a:off x="8935571" y="8949811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93923" y="0"/>
                  </a:lnTo>
                  <a:lnTo>
                    <a:pt x="93923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63" name="object 4163" descr=""/>
            <p:cNvSpPr/>
            <p:nvPr/>
          </p:nvSpPr>
          <p:spPr>
            <a:xfrm>
              <a:off x="8935571" y="9003568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93923" y="12355"/>
                  </a:lnTo>
                  <a:lnTo>
                    <a:pt x="939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4" name="object 4164" descr=""/>
            <p:cNvSpPr/>
            <p:nvPr/>
          </p:nvSpPr>
          <p:spPr>
            <a:xfrm>
              <a:off x="8935571" y="9003568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93923" y="0"/>
                  </a:lnTo>
                  <a:lnTo>
                    <a:pt x="93923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65" name="object 4165" descr=""/>
            <p:cNvSpPr/>
            <p:nvPr/>
          </p:nvSpPr>
          <p:spPr>
            <a:xfrm>
              <a:off x="8935571" y="9057315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93923" y="12355"/>
                  </a:lnTo>
                  <a:lnTo>
                    <a:pt x="939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6" name="object 4166" descr=""/>
            <p:cNvSpPr/>
            <p:nvPr/>
          </p:nvSpPr>
          <p:spPr>
            <a:xfrm>
              <a:off x="8935571" y="9057315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93923" y="0"/>
                  </a:lnTo>
                  <a:lnTo>
                    <a:pt x="93923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67" name="object 4167" descr=""/>
            <p:cNvSpPr/>
            <p:nvPr/>
          </p:nvSpPr>
          <p:spPr>
            <a:xfrm>
              <a:off x="8935571" y="9111073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93923" y="12355"/>
                  </a:lnTo>
                  <a:lnTo>
                    <a:pt x="939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8" name="object 4168" descr=""/>
            <p:cNvSpPr/>
            <p:nvPr/>
          </p:nvSpPr>
          <p:spPr>
            <a:xfrm>
              <a:off x="8935571" y="9111073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93923" y="0"/>
                  </a:lnTo>
                  <a:lnTo>
                    <a:pt x="93923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69" name="object 4169" descr=""/>
            <p:cNvSpPr/>
            <p:nvPr/>
          </p:nvSpPr>
          <p:spPr>
            <a:xfrm>
              <a:off x="8935571" y="9164830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93923" y="12355"/>
                  </a:lnTo>
                  <a:lnTo>
                    <a:pt x="939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0" name="object 4170" descr=""/>
            <p:cNvSpPr/>
            <p:nvPr/>
          </p:nvSpPr>
          <p:spPr>
            <a:xfrm>
              <a:off x="8935571" y="9164830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93923" y="0"/>
                  </a:lnTo>
                  <a:lnTo>
                    <a:pt x="93923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71" name="object 4171" descr=""/>
            <p:cNvSpPr/>
            <p:nvPr/>
          </p:nvSpPr>
          <p:spPr>
            <a:xfrm>
              <a:off x="8935571" y="9218577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93923" y="12355"/>
                  </a:lnTo>
                  <a:lnTo>
                    <a:pt x="939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2" name="object 4172" descr=""/>
            <p:cNvSpPr/>
            <p:nvPr/>
          </p:nvSpPr>
          <p:spPr>
            <a:xfrm>
              <a:off x="8935571" y="9218577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93923" y="0"/>
                  </a:lnTo>
                  <a:lnTo>
                    <a:pt x="93923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73" name="object 4173" descr=""/>
            <p:cNvSpPr/>
            <p:nvPr/>
          </p:nvSpPr>
          <p:spPr>
            <a:xfrm>
              <a:off x="8935571" y="9272335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93923" y="12355"/>
                  </a:lnTo>
                  <a:lnTo>
                    <a:pt x="939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4" name="object 4174" descr=""/>
            <p:cNvSpPr/>
            <p:nvPr/>
          </p:nvSpPr>
          <p:spPr>
            <a:xfrm>
              <a:off x="8935571" y="9272335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93923" y="0"/>
                  </a:lnTo>
                  <a:lnTo>
                    <a:pt x="93923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75" name="object 4175" descr=""/>
            <p:cNvSpPr/>
            <p:nvPr/>
          </p:nvSpPr>
          <p:spPr>
            <a:xfrm>
              <a:off x="8935571" y="9326092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93923" y="12355"/>
                  </a:lnTo>
                  <a:lnTo>
                    <a:pt x="939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6" name="object 4176" descr=""/>
            <p:cNvSpPr/>
            <p:nvPr/>
          </p:nvSpPr>
          <p:spPr>
            <a:xfrm>
              <a:off x="8935571" y="9326092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93923" y="0"/>
                  </a:lnTo>
                  <a:lnTo>
                    <a:pt x="93923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77" name="object 4177" descr=""/>
            <p:cNvSpPr/>
            <p:nvPr/>
          </p:nvSpPr>
          <p:spPr>
            <a:xfrm>
              <a:off x="8935571" y="9379839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93923" y="12355"/>
                  </a:lnTo>
                  <a:lnTo>
                    <a:pt x="939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8" name="object 4178" descr=""/>
            <p:cNvSpPr/>
            <p:nvPr/>
          </p:nvSpPr>
          <p:spPr>
            <a:xfrm>
              <a:off x="8935571" y="9379839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93923" y="0"/>
                  </a:lnTo>
                  <a:lnTo>
                    <a:pt x="93923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79" name="object 4179" descr=""/>
            <p:cNvSpPr/>
            <p:nvPr/>
          </p:nvSpPr>
          <p:spPr>
            <a:xfrm>
              <a:off x="8935571" y="9433597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93923" y="12355"/>
                  </a:lnTo>
                  <a:lnTo>
                    <a:pt x="939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0" name="object 4180" descr=""/>
            <p:cNvSpPr/>
            <p:nvPr/>
          </p:nvSpPr>
          <p:spPr>
            <a:xfrm>
              <a:off x="8935571" y="9433597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93923" y="0"/>
                  </a:lnTo>
                  <a:lnTo>
                    <a:pt x="93923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81" name="object 4181" descr=""/>
            <p:cNvSpPr/>
            <p:nvPr/>
          </p:nvSpPr>
          <p:spPr>
            <a:xfrm>
              <a:off x="8935571" y="9487344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93923" y="12355"/>
                  </a:lnTo>
                  <a:lnTo>
                    <a:pt x="939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2" name="object 4182" descr=""/>
            <p:cNvSpPr/>
            <p:nvPr/>
          </p:nvSpPr>
          <p:spPr>
            <a:xfrm>
              <a:off x="8935571" y="9487344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93923" y="0"/>
                  </a:lnTo>
                  <a:lnTo>
                    <a:pt x="93923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83" name="object 4183" descr=""/>
            <p:cNvSpPr/>
            <p:nvPr/>
          </p:nvSpPr>
          <p:spPr>
            <a:xfrm>
              <a:off x="8935571" y="9541102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93923" y="12355"/>
                  </a:lnTo>
                  <a:lnTo>
                    <a:pt x="939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4" name="object 4184" descr=""/>
            <p:cNvSpPr/>
            <p:nvPr/>
          </p:nvSpPr>
          <p:spPr>
            <a:xfrm>
              <a:off x="8935571" y="9541102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93923" y="0"/>
                  </a:lnTo>
                  <a:lnTo>
                    <a:pt x="93923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85" name="object 4185" descr=""/>
            <p:cNvSpPr/>
            <p:nvPr/>
          </p:nvSpPr>
          <p:spPr>
            <a:xfrm>
              <a:off x="8935571" y="9594849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93923" y="12355"/>
                  </a:lnTo>
                  <a:lnTo>
                    <a:pt x="939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6" name="object 4186" descr=""/>
            <p:cNvSpPr/>
            <p:nvPr/>
          </p:nvSpPr>
          <p:spPr>
            <a:xfrm>
              <a:off x="8935571" y="9594849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93923" y="0"/>
                  </a:lnTo>
                  <a:lnTo>
                    <a:pt x="93923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87" name="object 4187" descr=""/>
            <p:cNvSpPr/>
            <p:nvPr/>
          </p:nvSpPr>
          <p:spPr>
            <a:xfrm>
              <a:off x="8935571" y="9648606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93923" y="12355"/>
                  </a:lnTo>
                  <a:lnTo>
                    <a:pt x="939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8" name="object 4188" descr=""/>
            <p:cNvSpPr/>
            <p:nvPr/>
          </p:nvSpPr>
          <p:spPr>
            <a:xfrm>
              <a:off x="8935571" y="9648606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93923" y="0"/>
                  </a:lnTo>
                  <a:lnTo>
                    <a:pt x="93923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89" name="object 4189" descr=""/>
            <p:cNvSpPr/>
            <p:nvPr/>
          </p:nvSpPr>
          <p:spPr>
            <a:xfrm>
              <a:off x="8935571" y="9702364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93923" y="12355"/>
                  </a:lnTo>
                  <a:lnTo>
                    <a:pt x="939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0" name="object 4190" descr=""/>
            <p:cNvSpPr/>
            <p:nvPr/>
          </p:nvSpPr>
          <p:spPr>
            <a:xfrm>
              <a:off x="8935571" y="9702364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93923" y="0"/>
                  </a:lnTo>
                  <a:lnTo>
                    <a:pt x="93923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91" name="object 4191" descr=""/>
            <p:cNvSpPr/>
            <p:nvPr/>
          </p:nvSpPr>
          <p:spPr>
            <a:xfrm>
              <a:off x="8935571" y="9756111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93923" y="12355"/>
                  </a:lnTo>
                  <a:lnTo>
                    <a:pt x="939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2" name="object 4192" descr=""/>
            <p:cNvSpPr/>
            <p:nvPr/>
          </p:nvSpPr>
          <p:spPr>
            <a:xfrm>
              <a:off x="8935571" y="9756111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93923" y="0"/>
                  </a:lnTo>
                  <a:lnTo>
                    <a:pt x="93923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93" name="object 4193" descr=""/>
            <p:cNvSpPr/>
            <p:nvPr/>
          </p:nvSpPr>
          <p:spPr>
            <a:xfrm>
              <a:off x="8935571" y="9809868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93923" y="12355"/>
                  </a:lnTo>
                  <a:lnTo>
                    <a:pt x="939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4" name="object 4194" descr=""/>
            <p:cNvSpPr/>
            <p:nvPr/>
          </p:nvSpPr>
          <p:spPr>
            <a:xfrm>
              <a:off x="8935571" y="9809868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93923" y="0"/>
                  </a:lnTo>
                  <a:lnTo>
                    <a:pt x="93923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95" name="object 4195" descr=""/>
            <p:cNvSpPr/>
            <p:nvPr/>
          </p:nvSpPr>
          <p:spPr>
            <a:xfrm>
              <a:off x="8935571" y="9863615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93923" y="12355"/>
                  </a:lnTo>
                  <a:lnTo>
                    <a:pt x="939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6" name="object 4196" descr=""/>
            <p:cNvSpPr/>
            <p:nvPr/>
          </p:nvSpPr>
          <p:spPr>
            <a:xfrm>
              <a:off x="8935571" y="9863615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93923" y="0"/>
                  </a:lnTo>
                  <a:lnTo>
                    <a:pt x="93923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97" name="object 4197" descr=""/>
            <p:cNvSpPr/>
            <p:nvPr/>
          </p:nvSpPr>
          <p:spPr>
            <a:xfrm>
              <a:off x="8935571" y="9917373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93923" y="12355"/>
                  </a:lnTo>
                  <a:lnTo>
                    <a:pt x="939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8" name="object 4198" descr=""/>
            <p:cNvSpPr/>
            <p:nvPr/>
          </p:nvSpPr>
          <p:spPr>
            <a:xfrm>
              <a:off x="8935571" y="9917373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93923" y="0"/>
                  </a:lnTo>
                  <a:lnTo>
                    <a:pt x="93923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99" name="object 4199" descr=""/>
            <p:cNvSpPr/>
            <p:nvPr/>
          </p:nvSpPr>
          <p:spPr>
            <a:xfrm>
              <a:off x="8935571" y="9971130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93923" y="12355"/>
                  </a:lnTo>
                  <a:lnTo>
                    <a:pt x="939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0" name="object 4200" descr=""/>
            <p:cNvSpPr/>
            <p:nvPr/>
          </p:nvSpPr>
          <p:spPr>
            <a:xfrm>
              <a:off x="8935571" y="9971130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93923" y="0"/>
                  </a:lnTo>
                  <a:lnTo>
                    <a:pt x="93923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01" name="object 4201" descr=""/>
            <p:cNvSpPr/>
            <p:nvPr/>
          </p:nvSpPr>
          <p:spPr>
            <a:xfrm>
              <a:off x="8935571" y="10024878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93923" y="12355"/>
                  </a:lnTo>
                  <a:lnTo>
                    <a:pt x="939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2" name="object 4202" descr=""/>
            <p:cNvSpPr/>
            <p:nvPr/>
          </p:nvSpPr>
          <p:spPr>
            <a:xfrm>
              <a:off x="8935571" y="10024878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12355"/>
                  </a:moveTo>
                  <a:lnTo>
                    <a:pt x="0" y="12355"/>
                  </a:lnTo>
                  <a:lnTo>
                    <a:pt x="0" y="0"/>
                  </a:lnTo>
                  <a:lnTo>
                    <a:pt x="93923" y="0"/>
                  </a:lnTo>
                  <a:lnTo>
                    <a:pt x="93923" y="1235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03" name="object 4203" descr=""/>
            <p:cNvSpPr/>
            <p:nvPr/>
          </p:nvSpPr>
          <p:spPr>
            <a:xfrm>
              <a:off x="8935571" y="10078635"/>
              <a:ext cx="93980" cy="12700"/>
            </a:xfrm>
            <a:custGeom>
              <a:avLst/>
              <a:gdLst/>
              <a:ahLst/>
              <a:cxnLst/>
              <a:rect l="l" t="t" r="r" b="b"/>
              <a:pathLst>
                <a:path w="93979" h="12700">
                  <a:moveTo>
                    <a:pt x="93923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93923" y="12355"/>
                  </a:lnTo>
                  <a:lnTo>
                    <a:pt x="939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4" name="object 4204" descr=""/>
            <p:cNvSpPr/>
            <p:nvPr/>
          </p:nvSpPr>
          <p:spPr>
            <a:xfrm>
              <a:off x="8935571" y="8406707"/>
              <a:ext cx="93980" cy="1684655"/>
            </a:xfrm>
            <a:custGeom>
              <a:avLst/>
              <a:gdLst/>
              <a:ahLst/>
              <a:cxnLst/>
              <a:rect l="l" t="t" r="r" b="b"/>
              <a:pathLst>
                <a:path w="93979" h="1684654">
                  <a:moveTo>
                    <a:pt x="93923" y="1684283"/>
                  </a:moveTo>
                  <a:lnTo>
                    <a:pt x="0" y="1684283"/>
                  </a:lnTo>
                  <a:lnTo>
                    <a:pt x="0" y="1671928"/>
                  </a:lnTo>
                  <a:lnTo>
                    <a:pt x="93923" y="1671928"/>
                  </a:lnTo>
                  <a:lnTo>
                    <a:pt x="93923" y="1684283"/>
                  </a:lnTo>
                  <a:close/>
                </a:path>
                <a:path w="93979" h="1684654">
                  <a:moveTo>
                    <a:pt x="93923" y="0"/>
                  </a:moveTo>
                  <a:lnTo>
                    <a:pt x="0" y="0"/>
                  </a:lnTo>
                  <a:lnTo>
                    <a:pt x="0" y="37077"/>
                  </a:lnTo>
                  <a:lnTo>
                    <a:pt x="93923" y="37077"/>
                  </a:lnTo>
                  <a:lnTo>
                    <a:pt x="93923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205" name="object 4205" descr=""/>
          <p:cNvGrpSpPr/>
          <p:nvPr/>
        </p:nvGrpSpPr>
        <p:grpSpPr>
          <a:xfrm>
            <a:off x="7594596" y="6969222"/>
            <a:ext cx="629285" cy="1634489"/>
            <a:chOff x="7594596" y="6969222"/>
            <a:chExt cx="629285" cy="1634489"/>
          </a:xfrm>
        </p:grpSpPr>
        <p:sp>
          <p:nvSpPr>
            <p:cNvPr id="4206" name="object 4206" descr=""/>
            <p:cNvSpPr/>
            <p:nvPr/>
          </p:nvSpPr>
          <p:spPr>
            <a:xfrm>
              <a:off x="7620432" y="7198087"/>
              <a:ext cx="577850" cy="1400175"/>
            </a:xfrm>
            <a:custGeom>
              <a:avLst/>
              <a:gdLst/>
              <a:ahLst/>
              <a:cxnLst/>
              <a:rect l="l" t="t" r="r" b="b"/>
              <a:pathLst>
                <a:path w="577850" h="1400175">
                  <a:moveTo>
                    <a:pt x="577532" y="0"/>
                  </a:moveTo>
                  <a:lnTo>
                    <a:pt x="0" y="0"/>
                  </a:lnTo>
                  <a:lnTo>
                    <a:pt x="0" y="1380134"/>
                  </a:lnTo>
                  <a:lnTo>
                    <a:pt x="0" y="1400175"/>
                  </a:lnTo>
                  <a:lnTo>
                    <a:pt x="23914" y="1400175"/>
                  </a:lnTo>
                  <a:lnTo>
                    <a:pt x="23914" y="1380134"/>
                  </a:lnTo>
                  <a:lnTo>
                    <a:pt x="43395" y="1380134"/>
                  </a:lnTo>
                  <a:lnTo>
                    <a:pt x="43395" y="1400175"/>
                  </a:lnTo>
                  <a:lnTo>
                    <a:pt x="50774" y="1400175"/>
                  </a:lnTo>
                  <a:lnTo>
                    <a:pt x="50774" y="1380134"/>
                  </a:lnTo>
                  <a:lnTo>
                    <a:pt x="70243" y="1380134"/>
                  </a:lnTo>
                  <a:lnTo>
                    <a:pt x="70243" y="1400175"/>
                  </a:lnTo>
                  <a:lnTo>
                    <a:pt x="77635" y="1400175"/>
                  </a:lnTo>
                  <a:lnTo>
                    <a:pt x="77635" y="1380134"/>
                  </a:lnTo>
                  <a:lnTo>
                    <a:pt x="97104" y="1380134"/>
                  </a:lnTo>
                  <a:lnTo>
                    <a:pt x="97104" y="1400175"/>
                  </a:lnTo>
                  <a:lnTo>
                    <a:pt x="104482" y="1400175"/>
                  </a:lnTo>
                  <a:lnTo>
                    <a:pt x="104482" y="1380134"/>
                  </a:lnTo>
                  <a:lnTo>
                    <a:pt x="123952" y="1380134"/>
                  </a:lnTo>
                  <a:lnTo>
                    <a:pt x="123952" y="1400175"/>
                  </a:lnTo>
                  <a:lnTo>
                    <a:pt x="131330" y="1400175"/>
                  </a:lnTo>
                  <a:lnTo>
                    <a:pt x="131330" y="1380134"/>
                  </a:lnTo>
                  <a:lnTo>
                    <a:pt x="150812" y="1380134"/>
                  </a:lnTo>
                  <a:lnTo>
                    <a:pt x="150812" y="1400175"/>
                  </a:lnTo>
                  <a:lnTo>
                    <a:pt x="158191" y="1400175"/>
                  </a:lnTo>
                  <a:lnTo>
                    <a:pt x="158191" y="1380134"/>
                  </a:lnTo>
                  <a:lnTo>
                    <a:pt x="177673" y="1380134"/>
                  </a:lnTo>
                  <a:lnTo>
                    <a:pt x="177673" y="1400175"/>
                  </a:lnTo>
                  <a:lnTo>
                    <a:pt x="185039" y="1400175"/>
                  </a:lnTo>
                  <a:lnTo>
                    <a:pt x="185039" y="1380134"/>
                  </a:lnTo>
                  <a:lnTo>
                    <a:pt x="204520" y="1380134"/>
                  </a:lnTo>
                  <a:lnTo>
                    <a:pt x="204520" y="1400175"/>
                  </a:lnTo>
                  <a:lnTo>
                    <a:pt x="211899" y="1400175"/>
                  </a:lnTo>
                  <a:lnTo>
                    <a:pt x="211899" y="1380134"/>
                  </a:lnTo>
                  <a:lnTo>
                    <a:pt x="231368" y="1380134"/>
                  </a:lnTo>
                  <a:lnTo>
                    <a:pt x="231368" y="1400175"/>
                  </a:lnTo>
                  <a:lnTo>
                    <a:pt x="238747" y="1400175"/>
                  </a:lnTo>
                  <a:lnTo>
                    <a:pt x="238747" y="1380134"/>
                  </a:lnTo>
                  <a:lnTo>
                    <a:pt x="258216" y="1380134"/>
                  </a:lnTo>
                  <a:lnTo>
                    <a:pt x="258216" y="1400175"/>
                  </a:lnTo>
                  <a:lnTo>
                    <a:pt x="265607" y="1400175"/>
                  </a:lnTo>
                  <a:lnTo>
                    <a:pt x="265607" y="1380134"/>
                  </a:lnTo>
                  <a:lnTo>
                    <a:pt x="285076" y="1380134"/>
                  </a:lnTo>
                  <a:lnTo>
                    <a:pt x="285076" y="1400175"/>
                  </a:lnTo>
                  <a:lnTo>
                    <a:pt x="292455" y="1400175"/>
                  </a:lnTo>
                  <a:lnTo>
                    <a:pt x="292455" y="1380134"/>
                  </a:lnTo>
                  <a:lnTo>
                    <a:pt x="311924" y="1380134"/>
                  </a:lnTo>
                  <a:lnTo>
                    <a:pt x="311924" y="1400175"/>
                  </a:lnTo>
                  <a:lnTo>
                    <a:pt x="319303" y="1400175"/>
                  </a:lnTo>
                  <a:lnTo>
                    <a:pt x="319303" y="1380134"/>
                  </a:lnTo>
                  <a:lnTo>
                    <a:pt x="338785" y="1380134"/>
                  </a:lnTo>
                  <a:lnTo>
                    <a:pt x="338785" y="1400175"/>
                  </a:lnTo>
                  <a:lnTo>
                    <a:pt x="346163" y="1400175"/>
                  </a:lnTo>
                  <a:lnTo>
                    <a:pt x="346163" y="1380134"/>
                  </a:lnTo>
                  <a:lnTo>
                    <a:pt x="365633" y="1380134"/>
                  </a:lnTo>
                  <a:lnTo>
                    <a:pt x="365633" y="1400175"/>
                  </a:lnTo>
                  <a:lnTo>
                    <a:pt x="373011" y="1400175"/>
                  </a:lnTo>
                  <a:lnTo>
                    <a:pt x="373011" y="1380134"/>
                  </a:lnTo>
                  <a:lnTo>
                    <a:pt x="392493" y="1380134"/>
                  </a:lnTo>
                  <a:lnTo>
                    <a:pt x="392493" y="1400175"/>
                  </a:lnTo>
                  <a:lnTo>
                    <a:pt x="399859" y="1400175"/>
                  </a:lnTo>
                  <a:lnTo>
                    <a:pt x="399859" y="1380134"/>
                  </a:lnTo>
                  <a:lnTo>
                    <a:pt x="419341" y="1380134"/>
                  </a:lnTo>
                  <a:lnTo>
                    <a:pt x="419341" y="1400175"/>
                  </a:lnTo>
                  <a:lnTo>
                    <a:pt x="426720" y="1400175"/>
                  </a:lnTo>
                  <a:lnTo>
                    <a:pt x="426720" y="1380134"/>
                  </a:lnTo>
                  <a:lnTo>
                    <a:pt x="446201" y="1380134"/>
                  </a:lnTo>
                  <a:lnTo>
                    <a:pt x="446201" y="1400175"/>
                  </a:lnTo>
                  <a:lnTo>
                    <a:pt x="453580" y="1400175"/>
                  </a:lnTo>
                  <a:lnTo>
                    <a:pt x="453580" y="1380134"/>
                  </a:lnTo>
                  <a:lnTo>
                    <a:pt x="473049" y="1380134"/>
                  </a:lnTo>
                  <a:lnTo>
                    <a:pt x="473049" y="1400175"/>
                  </a:lnTo>
                  <a:lnTo>
                    <a:pt x="480428" y="1400175"/>
                  </a:lnTo>
                  <a:lnTo>
                    <a:pt x="480428" y="1380134"/>
                  </a:lnTo>
                  <a:lnTo>
                    <a:pt x="499897" y="1380134"/>
                  </a:lnTo>
                  <a:lnTo>
                    <a:pt x="499897" y="1400175"/>
                  </a:lnTo>
                  <a:lnTo>
                    <a:pt x="507288" y="1400175"/>
                  </a:lnTo>
                  <a:lnTo>
                    <a:pt x="507288" y="1380134"/>
                  </a:lnTo>
                  <a:lnTo>
                    <a:pt x="526757" y="1380134"/>
                  </a:lnTo>
                  <a:lnTo>
                    <a:pt x="526757" y="1400175"/>
                  </a:lnTo>
                  <a:lnTo>
                    <a:pt x="534136" y="1400175"/>
                  </a:lnTo>
                  <a:lnTo>
                    <a:pt x="534136" y="1380134"/>
                  </a:lnTo>
                  <a:lnTo>
                    <a:pt x="553618" y="1380134"/>
                  </a:lnTo>
                  <a:lnTo>
                    <a:pt x="553618" y="1400175"/>
                  </a:lnTo>
                  <a:lnTo>
                    <a:pt x="560984" y="1400175"/>
                  </a:lnTo>
                  <a:lnTo>
                    <a:pt x="560984" y="1380134"/>
                  </a:lnTo>
                  <a:lnTo>
                    <a:pt x="577532" y="1380134"/>
                  </a:lnTo>
                  <a:lnTo>
                    <a:pt x="5775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7" name="object 4207" descr=""/>
            <p:cNvSpPr/>
            <p:nvPr/>
          </p:nvSpPr>
          <p:spPr>
            <a:xfrm>
              <a:off x="7620438" y="7116862"/>
              <a:ext cx="577850" cy="1481455"/>
            </a:xfrm>
            <a:custGeom>
              <a:avLst/>
              <a:gdLst/>
              <a:ahLst/>
              <a:cxnLst/>
              <a:rect l="l" t="t" r="r" b="b"/>
              <a:pathLst>
                <a:path w="577850" h="1481454">
                  <a:moveTo>
                    <a:pt x="577532" y="1481399"/>
                  </a:moveTo>
                  <a:lnTo>
                    <a:pt x="0" y="1481399"/>
                  </a:lnTo>
                  <a:lnTo>
                    <a:pt x="0" y="81222"/>
                  </a:lnTo>
                  <a:lnTo>
                    <a:pt x="577532" y="81222"/>
                  </a:lnTo>
                  <a:lnTo>
                    <a:pt x="577532" y="1481399"/>
                  </a:lnTo>
                  <a:close/>
                </a:path>
                <a:path w="577850" h="1481454">
                  <a:moveTo>
                    <a:pt x="577532" y="48961"/>
                  </a:moveTo>
                  <a:lnTo>
                    <a:pt x="0" y="48961"/>
                  </a:lnTo>
                  <a:lnTo>
                    <a:pt x="0" y="81222"/>
                  </a:lnTo>
                  <a:lnTo>
                    <a:pt x="577532" y="81222"/>
                  </a:lnTo>
                  <a:lnTo>
                    <a:pt x="577532" y="48961"/>
                  </a:lnTo>
                  <a:close/>
                </a:path>
                <a:path w="577850" h="1481454">
                  <a:moveTo>
                    <a:pt x="577532" y="48961"/>
                  </a:moveTo>
                  <a:lnTo>
                    <a:pt x="0" y="48961"/>
                  </a:lnTo>
                  <a:lnTo>
                    <a:pt x="0" y="32271"/>
                  </a:lnTo>
                  <a:lnTo>
                    <a:pt x="577532" y="32271"/>
                  </a:lnTo>
                  <a:lnTo>
                    <a:pt x="577532" y="48961"/>
                  </a:lnTo>
                  <a:close/>
                </a:path>
                <a:path w="577850" h="1481454">
                  <a:moveTo>
                    <a:pt x="577532" y="0"/>
                  </a:moveTo>
                  <a:lnTo>
                    <a:pt x="0" y="0"/>
                  </a:lnTo>
                  <a:lnTo>
                    <a:pt x="0" y="32271"/>
                  </a:lnTo>
                  <a:lnTo>
                    <a:pt x="577532" y="32271"/>
                  </a:lnTo>
                  <a:lnTo>
                    <a:pt x="577532" y="0"/>
                  </a:lnTo>
                  <a:close/>
                </a:path>
                <a:path w="577850" h="1481454">
                  <a:moveTo>
                    <a:pt x="11308" y="0"/>
                  </a:moveTo>
                  <a:lnTo>
                    <a:pt x="2303" y="0"/>
                  </a:lnTo>
                  <a:lnTo>
                    <a:pt x="2303" y="32271"/>
                  </a:lnTo>
                  <a:lnTo>
                    <a:pt x="11308" y="32271"/>
                  </a:lnTo>
                  <a:lnTo>
                    <a:pt x="11308" y="0"/>
                  </a:lnTo>
                  <a:close/>
                </a:path>
                <a:path w="577850" h="1481454">
                  <a:moveTo>
                    <a:pt x="38155" y="0"/>
                  </a:moveTo>
                  <a:lnTo>
                    <a:pt x="29150" y="0"/>
                  </a:lnTo>
                  <a:lnTo>
                    <a:pt x="29150" y="32271"/>
                  </a:lnTo>
                  <a:lnTo>
                    <a:pt x="38155" y="32271"/>
                  </a:lnTo>
                  <a:lnTo>
                    <a:pt x="38155" y="0"/>
                  </a:lnTo>
                  <a:close/>
                </a:path>
                <a:path w="577850" h="1481454">
                  <a:moveTo>
                    <a:pt x="91871" y="0"/>
                  </a:moveTo>
                  <a:lnTo>
                    <a:pt x="82866" y="0"/>
                  </a:lnTo>
                  <a:lnTo>
                    <a:pt x="82866" y="32271"/>
                  </a:lnTo>
                  <a:lnTo>
                    <a:pt x="91871" y="32271"/>
                  </a:lnTo>
                  <a:lnTo>
                    <a:pt x="91871" y="0"/>
                  </a:lnTo>
                  <a:close/>
                </a:path>
                <a:path w="577850" h="1481454">
                  <a:moveTo>
                    <a:pt x="145576" y="0"/>
                  </a:moveTo>
                  <a:lnTo>
                    <a:pt x="136571" y="0"/>
                  </a:lnTo>
                  <a:lnTo>
                    <a:pt x="136571" y="32271"/>
                  </a:lnTo>
                  <a:lnTo>
                    <a:pt x="145576" y="32271"/>
                  </a:lnTo>
                  <a:lnTo>
                    <a:pt x="145576" y="0"/>
                  </a:lnTo>
                  <a:close/>
                </a:path>
                <a:path w="577850" h="1481454">
                  <a:moveTo>
                    <a:pt x="65013" y="0"/>
                  </a:moveTo>
                  <a:lnTo>
                    <a:pt x="56008" y="0"/>
                  </a:lnTo>
                  <a:lnTo>
                    <a:pt x="56008" y="32271"/>
                  </a:lnTo>
                  <a:lnTo>
                    <a:pt x="65013" y="32271"/>
                  </a:lnTo>
                  <a:lnTo>
                    <a:pt x="65013" y="0"/>
                  </a:lnTo>
                  <a:close/>
                </a:path>
                <a:path w="577850" h="1481454">
                  <a:moveTo>
                    <a:pt x="118718" y="0"/>
                  </a:moveTo>
                  <a:lnTo>
                    <a:pt x="109713" y="0"/>
                  </a:lnTo>
                  <a:lnTo>
                    <a:pt x="109713" y="32271"/>
                  </a:lnTo>
                  <a:lnTo>
                    <a:pt x="118718" y="32271"/>
                  </a:lnTo>
                  <a:lnTo>
                    <a:pt x="118718" y="0"/>
                  </a:lnTo>
                  <a:close/>
                </a:path>
                <a:path w="577850" h="1481454">
                  <a:moveTo>
                    <a:pt x="172434" y="0"/>
                  </a:moveTo>
                  <a:lnTo>
                    <a:pt x="163429" y="0"/>
                  </a:lnTo>
                  <a:lnTo>
                    <a:pt x="163429" y="32271"/>
                  </a:lnTo>
                  <a:lnTo>
                    <a:pt x="172434" y="32271"/>
                  </a:lnTo>
                  <a:lnTo>
                    <a:pt x="172434" y="0"/>
                  </a:lnTo>
                  <a:close/>
                </a:path>
                <a:path w="577850" h="1481454">
                  <a:moveTo>
                    <a:pt x="226129" y="0"/>
                  </a:moveTo>
                  <a:lnTo>
                    <a:pt x="217134" y="0"/>
                  </a:lnTo>
                  <a:lnTo>
                    <a:pt x="217134" y="32271"/>
                  </a:lnTo>
                  <a:lnTo>
                    <a:pt x="226129" y="32271"/>
                  </a:lnTo>
                  <a:lnTo>
                    <a:pt x="226129" y="0"/>
                  </a:lnTo>
                  <a:close/>
                </a:path>
                <a:path w="577850" h="1481454">
                  <a:moveTo>
                    <a:pt x="199281" y="0"/>
                  </a:moveTo>
                  <a:lnTo>
                    <a:pt x="190276" y="0"/>
                  </a:lnTo>
                  <a:lnTo>
                    <a:pt x="190276" y="32271"/>
                  </a:lnTo>
                  <a:lnTo>
                    <a:pt x="199281" y="32271"/>
                  </a:lnTo>
                  <a:lnTo>
                    <a:pt x="199281" y="0"/>
                  </a:lnTo>
                  <a:close/>
                </a:path>
                <a:path w="577850" h="1481454">
                  <a:moveTo>
                    <a:pt x="252987" y="0"/>
                  </a:moveTo>
                  <a:lnTo>
                    <a:pt x="243982" y="0"/>
                  </a:lnTo>
                  <a:lnTo>
                    <a:pt x="243982" y="32271"/>
                  </a:lnTo>
                  <a:lnTo>
                    <a:pt x="252987" y="32271"/>
                  </a:lnTo>
                  <a:lnTo>
                    <a:pt x="252987" y="0"/>
                  </a:lnTo>
                  <a:close/>
                </a:path>
                <a:path w="577850" h="1481454">
                  <a:moveTo>
                    <a:pt x="306692" y="0"/>
                  </a:moveTo>
                  <a:lnTo>
                    <a:pt x="297687" y="0"/>
                  </a:lnTo>
                  <a:lnTo>
                    <a:pt x="297687" y="32271"/>
                  </a:lnTo>
                  <a:lnTo>
                    <a:pt x="306692" y="32271"/>
                  </a:lnTo>
                  <a:lnTo>
                    <a:pt x="306692" y="0"/>
                  </a:lnTo>
                  <a:close/>
                </a:path>
                <a:path w="577850" h="1481454">
                  <a:moveTo>
                    <a:pt x="279844" y="0"/>
                  </a:moveTo>
                  <a:lnTo>
                    <a:pt x="270839" y="0"/>
                  </a:lnTo>
                  <a:lnTo>
                    <a:pt x="270839" y="32271"/>
                  </a:lnTo>
                  <a:lnTo>
                    <a:pt x="279844" y="32271"/>
                  </a:lnTo>
                  <a:lnTo>
                    <a:pt x="279844" y="0"/>
                  </a:lnTo>
                  <a:close/>
                </a:path>
                <a:path w="577850" h="1481454">
                  <a:moveTo>
                    <a:pt x="333550" y="0"/>
                  </a:moveTo>
                  <a:lnTo>
                    <a:pt x="324545" y="0"/>
                  </a:lnTo>
                  <a:lnTo>
                    <a:pt x="324545" y="32271"/>
                  </a:lnTo>
                  <a:lnTo>
                    <a:pt x="333550" y="32271"/>
                  </a:lnTo>
                  <a:lnTo>
                    <a:pt x="333550" y="0"/>
                  </a:lnTo>
                  <a:close/>
                </a:path>
                <a:path w="577850" h="1481454">
                  <a:moveTo>
                    <a:pt x="387255" y="0"/>
                  </a:moveTo>
                  <a:lnTo>
                    <a:pt x="378250" y="0"/>
                  </a:lnTo>
                  <a:lnTo>
                    <a:pt x="378250" y="32271"/>
                  </a:lnTo>
                  <a:lnTo>
                    <a:pt x="387255" y="32271"/>
                  </a:lnTo>
                  <a:lnTo>
                    <a:pt x="387255" y="0"/>
                  </a:lnTo>
                  <a:close/>
                </a:path>
                <a:path w="577850" h="1481454">
                  <a:moveTo>
                    <a:pt x="440960" y="0"/>
                  </a:moveTo>
                  <a:lnTo>
                    <a:pt x="431955" y="0"/>
                  </a:lnTo>
                  <a:lnTo>
                    <a:pt x="431955" y="32271"/>
                  </a:lnTo>
                  <a:lnTo>
                    <a:pt x="440960" y="32271"/>
                  </a:lnTo>
                  <a:lnTo>
                    <a:pt x="440960" y="0"/>
                  </a:lnTo>
                  <a:close/>
                </a:path>
                <a:path w="577850" h="1481454">
                  <a:moveTo>
                    <a:pt x="360397" y="0"/>
                  </a:moveTo>
                  <a:lnTo>
                    <a:pt x="351402" y="0"/>
                  </a:lnTo>
                  <a:lnTo>
                    <a:pt x="351402" y="32271"/>
                  </a:lnTo>
                  <a:lnTo>
                    <a:pt x="360397" y="32271"/>
                  </a:lnTo>
                  <a:lnTo>
                    <a:pt x="360397" y="0"/>
                  </a:lnTo>
                  <a:close/>
                </a:path>
                <a:path w="577850" h="1481454">
                  <a:moveTo>
                    <a:pt x="414102" y="0"/>
                  </a:moveTo>
                  <a:lnTo>
                    <a:pt x="405097" y="0"/>
                  </a:lnTo>
                  <a:lnTo>
                    <a:pt x="405097" y="32271"/>
                  </a:lnTo>
                  <a:lnTo>
                    <a:pt x="414102" y="32271"/>
                  </a:lnTo>
                  <a:lnTo>
                    <a:pt x="414102" y="0"/>
                  </a:lnTo>
                  <a:close/>
                </a:path>
                <a:path w="577850" h="1481454">
                  <a:moveTo>
                    <a:pt x="494665" y="0"/>
                  </a:moveTo>
                  <a:lnTo>
                    <a:pt x="485660" y="0"/>
                  </a:lnTo>
                  <a:lnTo>
                    <a:pt x="485660" y="32271"/>
                  </a:lnTo>
                  <a:lnTo>
                    <a:pt x="494665" y="32271"/>
                  </a:lnTo>
                  <a:lnTo>
                    <a:pt x="494665" y="0"/>
                  </a:lnTo>
                  <a:close/>
                </a:path>
                <a:path w="577850" h="1481454">
                  <a:moveTo>
                    <a:pt x="467818" y="0"/>
                  </a:moveTo>
                  <a:lnTo>
                    <a:pt x="458813" y="0"/>
                  </a:lnTo>
                  <a:lnTo>
                    <a:pt x="458813" y="32271"/>
                  </a:lnTo>
                  <a:lnTo>
                    <a:pt x="467818" y="32271"/>
                  </a:lnTo>
                  <a:lnTo>
                    <a:pt x="467818" y="0"/>
                  </a:lnTo>
                  <a:close/>
                </a:path>
                <a:path w="577850" h="1481454">
                  <a:moveTo>
                    <a:pt x="521523" y="0"/>
                  </a:moveTo>
                  <a:lnTo>
                    <a:pt x="512518" y="0"/>
                  </a:lnTo>
                  <a:lnTo>
                    <a:pt x="512518" y="32271"/>
                  </a:lnTo>
                  <a:lnTo>
                    <a:pt x="521523" y="32271"/>
                  </a:lnTo>
                  <a:lnTo>
                    <a:pt x="521523" y="0"/>
                  </a:lnTo>
                  <a:close/>
                </a:path>
                <a:path w="577850" h="1481454">
                  <a:moveTo>
                    <a:pt x="548381" y="0"/>
                  </a:moveTo>
                  <a:lnTo>
                    <a:pt x="539365" y="0"/>
                  </a:lnTo>
                  <a:lnTo>
                    <a:pt x="539365" y="32271"/>
                  </a:lnTo>
                  <a:lnTo>
                    <a:pt x="548381" y="32271"/>
                  </a:lnTo>
                  <a:lnTo>
                    <a:pt x="548381" y="0"/>
                  </a:lnTo>
                  <a:close/>
                </a:path>
                <a:path w="577850" h="1481454">
                  <a:moveTo>
                    <a:pt x="575228" y="0"/>
                  </a:moveTo>
                  <a:lnTo>
                    <a:pt x="566223" y="0"/>
                  </a:lnTo>
                  <a:lnTo>
                    <a:pt x="566223" y="32271"/>
                  </a:lnTo>
                  <a:lnTo>
                    <a:pt x="575228" y="32271"/>
                  </a:lnTo>
                  <a:lnTo>
                    <a:pt x="575228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08" name="object 4208" descr=""/>
            <p:cNvSpPr/>
            <p:nvPr/>
          </p:nvSpPr>
          <p:spPr>
            <a:xfrm>
              <a:off x="7622741" y="7165824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9" name="object 4209" descr=""/>
            <p:cNvSpPr/>
            <p:nvPr/>
          </p:nvSpPr>
          <p:spPr>
            <a:xfrm>
              <a:off x="7622741" y="7165824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10" name="object 4210" descr=""/>
            <p:cNvSpPr/>
            <p:nvPr/>
          </p:nvSpPr>
          <p:spPr>
            <a:xfrm>
              <a:off x="7649589" y="7165824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1" name="object 4211" descr=""/>
            <p:cNvSpPr/>
            <p:nvPr/>
          </p:nvSpPr>
          <p:spPr>
            <a:xfrm>
              <a:off x="7649589" y="7165824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12" name="object 4212" descr=""/>
            <p:cNvSpPr/>
            <p:nvPr/>
          </p:nvSpPr>
          <p:spPr>
            <a:xfrm>
              <a:off x="7703304" y="7165824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3" name="object 4213" descr=""/>
            <p:cNvSpPr/>
            <p:nvPr/>
          </p:nvSpPr>
          <p:spPr>
            <a:xfrm>
              <a:off x="7703304" y="7165824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14" name="object 4214" descr=""/>
            <p:cNvSpPr/>
            <p:nvPr/>
          </p:nvSpPr>
          <p:spPr>
            <a:xfrm>
              <a:off x="7757010" y="7165824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5" name="object 4215" descr=""/>
            <p:cNvSpPr/>
            <p:nvPr/>
          </p:nvSpPr>
          <p:spPr>
            <a:xfrm>
              <a:off x="7757010" y="7165824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16" name="object 4216" descr=""/>
            <p:cNvSpPr/>
            <p:nvPr/>
          </p:nvSpPr>
          <p:spPr>
            <a:xfrm>
              <a:off x="7676447" y="7165824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7" name="object 4217" descr=""/>
            <p:cNvSpPr/>
            <p:nvPr/>
          </p:nvSpPr>
          <p:spPr>
            <a:xfrm>
              <a:off x="7676447" y="7165824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18" name="object 4218" descr=""/>
            <p:cNvSpPr/>
            <p:nvPr/>
          </p:nvSpPr>
          <p:spPr>
            <a:xfrm>
              <a:off x="7730152" y="7165824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9" name="object 4219" descr=""/>
            <p:cNvSpPr/>
            <p:nvPr/>
          </p:nvSpPr>
          <p:spPr>
            <a:xfrm>
              <a:off x="7730152" y="7165824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20" name="object 4220" descr=""/>
            <p:cNvSpPr/>
            <p:nvPr/>
          </p:nvSpPr>
          <p:spPr>
            <a:xfrm>
              <a:off x="7783867" y="7165824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1" name="object 4221" descr=""/>
            <p:cNvSpPr/>
            <p:nvPr/>
          </p:nvSpPr>
          <p:spPr>
            <a:xfrm>
              <a:off x="7783867" y="7165824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22" name="object 4222" descr=""/>
            <p:cNvSpPr/>
            <p:nvPr/>
          </p:nvSpPr>
          <p:spPr>
            <a:xfrm>
              <a:off x="7837573" y="7165824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899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8994" y="32260"/>
                  </a:lnTo>
                  <a:lnTo>
                    <a:pt x="89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3" name="object 4223" descr=""/>
            <p:cNvSpPr/>
            <p:nvPr/>
          </p:nvSpPr>
          <p:spPr>
            <a:xfrm>
              <a:off x="7837573" y="7165824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899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8994" y="32260"/>
                  </a:lnTo>
                  <a:lnTo>
                    <a:pt x="899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24" name="object 4224" descr=""/>
            <p:cNvSpPr/>
            <p:nvPr/>
          </p:nvSpPr>
          <p:spPr>
            <a:xfrm>
              <a:off x="7810715" y="7165824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5" name="object 4225" descr=""/>
            <p:cNvSpPr/>
            <p:nvPr/>
          </p:nvSpPr>
          <p:spPr>
            <a:xfrm>
              <a:off x="7810715" y="7165824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26" name="object 4226" descr=""/>
            <p:cNvSpPr/>
            <p:nvPr/>
          </p:nvSpPr>
          <p:spPr>
            <a:xfrm>
              <a:off x="7864420" y="7165824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7" name="object 4227" descr=""/>
            <p:cNvSpPr/>
            <p:nvPr/>
          </p:nvSpPr>
          <p:spPr>
            <a:xfrm>
              <a:off x="7864420" y="7165824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28" name="object 4228" descr=""/>
            <p:cNvSpPr/>
            <p:nvPr/>
          </p:nvSpPr>
          <p:spPr>
            <a:xfrm>
              <a:off x="7918125" y="7165824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9" name="object 4229" descr=""/>
            <p:cNvSpPr/>
            <p:nvPr/>
          </p:nvSpPr>
          <p:spPr>
            <a:xfrm>
              <a:off x="7918125" y="7165824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30" name="object 4230" descr=""/>
            <p:cNvSpPr/>
            <p:nvPr/>
          </p:nvSpPr>
          <p:spPr>
            <a:xfrm>
              <a:off x="7891278" y="7165824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1" name="object 4231" descr=""/>
            <p:cNvSpPr/>
            <p:nvPr/>
          </p:nvSpPr>
          <p:spPr>
            <a:xfrm>
              <a:off x="7891278" y="7165824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32" name="object 4232" descr=""/>
            <p:cNvSpPr/>
            <p:nvPr/>
          </p:nvSpPr>
          <p:spPr>
            <a:xfrm>
              <a:off x="7944983" y="7165824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3" name="object 4233" descr=""/>
            <p:cNvSpPr/>
            <p:nvPr/>
          </p:nvSpPr>
          <p:spPr>
            <a:xfrm>
              <a:off x="7944983" y="7165824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34" name="object 4234" descr=""/>
            <p:cNvSpPr/>
            <p:nvPr/>
          </p:nvSpPr>
          <p:spPr>
            <a:xfrm>
              <a:off x="7998688" y="7165824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5" name="object 4235" descr=""/>
            <p:cNvSpPr/>
            <p:nvPr/>
          </p:nvSpPr>
          <p:spPr>
            <a:xfrm>
              <a:off x="7998688" y="7165824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36" name="object 4236" descr=""/>
            <p:cNvSpPr/>
            <p:nvPr/>
          </p:nvSpPr>
          <p:spPr>
            <a:xfrm>
              <a:off x="8052393" y="7165824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7" name="object 4237" descr=""/>
            <p:cNvSpPr/>
            <p:nvPr/>
          </p:nvSpPr>
          <p:spPr>
            <a:xfrm>
              <a:off x="8052393" y="7165824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38" name="object 4238" descr=""/>
            <p:cNvSpPr/>
            <p:nvPr/>
          </p:nvSpPr>
          <p:spPr>
            <a:xfrm>
              <a:off x="7971841" y="7165824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899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8994" y="32260"/>
                  </a:lnTo>
                  <a:lnTo>
                    <a:pt x="89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9" name="object 4239" descr=""/>
            <p:cNvSpPr/>
            <p:nvPr/>
          </p:nvSpPr>
          <p:spPr>
            <a:xfrm>
              <a:off x="7971841" y="7165824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899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8994" y="32260"/>
                  </a:lnTo>
                  <a:lnTo>
                    <a:pt x="899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40" name="object 4240" descr=""/>
            <p:cNvSpPr/>
            <p:nvPr/>
          </p:nvSpPr>
          <p:spPr>
            <a:xfrm>
              <a:off x="8025535" y="7165824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1" name="object 4241" descr=""/>
            <p:cNvSpPr/>
            <p:nvPr/>
          </p:nvSpPr>
          <p:spPr>
            <a:xfrm>
              <a:off x="8025535" y="7165824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42" name="object 4242" descr=""/>
            <p:cNvSpPr/>
            <p:nvPr/>
          </p:nvSpPr>
          <p:spPr>
            <a:xfrm>
              <a:off x="8106098" y="7165824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3" name="object 4243" descr=""/>
            <p:cNvSpPr/>
            <p:nvPr/>
          </p:nvSpPr>
          <p:spPr>
            <a:xfrm>
              <a:off x="8106098" y="7165824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44" name="object 4244" descr=""/>
            <p:cNvSpPr/>
            <p:nvPr/>
          </p:nvSpPr>
          <p:spPr>
            <a:xfrm>
              <a:off x="8079251" y="7165824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5" name="object 4245" descr=""/>
            <p:cNvSpPr/>
            <p:nvPr/>
          </p:nvSpPr>
          <p:spPr>
            <a:xfrm>
              <a:off x="8079251" y="7165824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46" name="object 4246" descr=""/>
            <p:cNvSpPr/>
            <p:nvPr/>
          </p:nvSpPr>
          <p:spPr>
            <a:xfrm>
              <a:off x="8132956" y="7165824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7" name="object 4247" descr=""/>
            <p:cNvSpPr/>
            <p:nvPr/>
          </p:nvSpPr>
          <p:spPr>
            <a:xfrm>
              <a:off x="8132956" y="7165824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48" name="object 4248" descr=""/>
            <p:cNvSpPr/>
            <p:nvPr/>
          </p:nvSpPr>
          <p:spPr>
            <a:xfrm>
              <a:off x="8159804" y="7165824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15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15" y="32260"/>
                  </a:lnTo>
                  <a:lnTo>
                    <a:pt x="901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9" name="object 4249" descr=""/>
            <p:cNvSpPr/>
            <p:nvPr/>
          </p:nvSpPr>
          <p:spPr>
            <a:xfrm>
              <a:off x="8159804" y="7165824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15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15" y="32260"/>
                  </a:lnTo>
                  <a:lnTo>
                    <a:pt x="9015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50" name="object 4250" descr=""/>
            <p:cNvSpPr/>
            <p:nvPr/>
          </p:nvSpPr>
          <p:spPr>
            <a:xfrm>
              <a:off x="8186661" y="7165824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1" name="object 4251" descr=""/>
            <p:cNvSpPr/>
            <p:nvPr/>
          </p:nvSpPr>
          <p:spPr>
            <a:xfrm>
              <a:off x="8186661" y="7165824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52" name="object 4252" descr=""/>
            <p:cNvSpPr/>
            <p:nvPr/>
          </p:nvSpPr>
          <p:spPr>
            <a:xfrm>
              <a:off x="7620438" y="7100171"/>
              <a:ext cx="577850" cy="17145"/>
            </a:xfrm>
            <a:custGeom>
              <a:avLst/>
              <a:gdLst/>
              <a:ahLst/>
              <a:cxnLst/>
              <a:rect l="l" t="t" r="r" b="b"/>
              <a:pathLst>
                <a:path w="577850" h="17145">
                  <a:moveTo>
                    <a:pt x="577532" y="0"/>
                  </a:moveTo>
                  <a:lnTo>
                    <a:pt x="0" y="0"/>
                  </a:lnTo>
                  <a:lnTo>
                    <a:pt x="0" y="16690"/>
                  </a:lnTo>
                  <a:lnTo>
                    <a:pt x="577532" y="16690"/>
                  </a:lnTo>
                  <a:lnTo>
                    <a:pt x="5775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3" name="object 4253" descr=""/>
            <p:cNvSpPr/>
            <p:nvPr/>
          </p:nvSpPr>
          <p:spPr>
            <a:xfrm>
              <a:off x="7615674" y="6988792"/>
              <a:ext cx="587375" cy="128270"/>
            </a:xfrm>
            <a:custGeom>
              <a:avLst/>
              <a:gdLst/>
              <a:ahLst/>
              <a:cxnLst/>
              <a:rect l="l" t="t" r="r" b="b"/>
              <a:pathLst>
                <a:path w="587375" h="128270">
                  <a:moveTo>
                    <a:pt x="582296" y="128069"/>
                  </a:moveTo>
                  <a:lnTo>
                    <a:pt x="4764" y="128069"/>
                  </a:lnTo>
                  <a:lnTo>
                    <a:pt x="4764" y="111378"/>
                  </a:lnTo>
                  <a:lnTo>
                    <a:pt x="582296" y="111378"/>
                  </a:lnTo>
                  <a:lnTo>
                    <a:pt x="582296" y="128069"/>
                  </a:lnTo>
                  <a:close/>
                </a:path>
                <a:path w="587375" h="128270">
                  <a:moveTo>
                    <a:pt x="587050" y="111232"/>
                  </a:moveTo>
                  <a:lnTo>
                    <a:pt x="0" y="111232"/>
                  </a:lnTo>
                  <a:lnTo>
                    <a:pt x="0" y="70343"/>
                  </a:lnTo>
                  <a:lnTo>
                    <a:pt x="587050" y="70343"/>
                  </a:lnTo>
                  <a:lnTo>
                    <a:pt x="587050" y="111232"/>
                  </a:lnTo>
                  <a:close/>
                </a:path>
                <a:path w="587375" h="128270">
                  <a:moveTo>
                    <a:pt x="587050" y="70343"/>
                  </a:moveTo>
                  <a:lnTo>
                    <a:pt x="0" y="70343"/>
                  </a:lnTo>
                  <a:lnTo>
                    <a:pt x="0" y="29454"/>
                  </a:lnTo>
                  <a:lnTo>
                    <a:pt x="587050" y="29454"/>
                  </a:lnTo>
                  <a:lnTo>
                    <a:pt x="587050" y="70343"/>
                  </a:lnTo>
                  <a:close/>
                </a:path>
                <a:path w="587375" h="128270">
                  <a:moveTo>
                    <a:pt x="587050" y="0"/>
                  </a:moveTo>
                  <a:lnTo>
                    <a:pt x="0" y="0"/>
                  </a:lnTo>
                  <a:lnTo>
                    <a:pt x="0" y="29444"/>
                  </a:lnTo>
                  <a:lnTo>
                    <a:pt x="587050" y="29444"/>
                  </a:lnTo>
                  <a:lnTo>
                    <a:pt x="587050" y="0"/>
                  </a:lnTo>
                  <a:close/>
                </a:path>
                <a:path w="587375" h="128270">
                  <a:moveTo>
                    <a:pt x="587050" y="0"/>
                  </a:moveTo>
                  <a:lnTo>
                    <a:pt x="0" y="0"/>
                  </a:lnTo>
                  <a:lnTo>
                    <a:pt x="0" y="9957"/>
                  </a:lnTo>
                  <a:lnTo>
                    <a:pt x="587050" y="9957"/>
                  </a:lnTo>
                  <a:lnTo>
                    <a:pt x="58705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54" name="object 4254" descr=""/>
            <p:cNvSpPr/>
            <p:nvPr/>
          </p:nvSpPr>
          <p:spPr>
            <a:xfrm>
              <a:off x="7599831" y="6974458"/>
              <a:ext cx="619125" cy="14604"/>
            </a:xfrm>
            <a:custGeom>
              <a:avLst/>
              <a:gdLst/>
              <a:ahLst/>
              <a:cxnLst/>
              <a:rect l="l" t="t" r="r" b="b"/>
              <a:pathLst>
                <a:path w="619125" h="14604">
                  <a:moveTo>
                    <a:pt x="618735" y="0"/>
                  </a:moveTo>
                  <a:lnTo>
                    <a:pt x="0" y="0"/>
                  </a:lnTo>
                  <a:lnTo>
                    <a:pt x="0" y="14334"/>
                  </a:lnTo>
                  <a:lnTo>
                    <a:pt x="618735" y="14334"/>
                  </a:lnTo>
                  <a:lnTo>
                    <a:pt x="6187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5" name="object 4255" descr=""/>
            <p:cNvSpPr/>
            <p:nvPr/>
          </p:nvSpPr>
          <p:spPr>
            <a:xfrm>
              <a:off x="7599831" y="6974458"/>
              <a:ext cx="619125" cy="85090"/>
            </a:xfrm>
            <a:custGeom>
              <a:avLst/>
              <a:gdLst/>
              <a:ahLst/>
              <a:cxnLst/>
              <a:rect l="l" t="t" r="r" b="b"/>
              <a:pathLst>
                <a:path w="619125" h="85090">
                  <a:moveTo>
                    <a:pt x="618735" y="14334"/>
                  </a:moveTo>
                  <a:lnTo>
                    <a:pt x="0" y="14334"/>
                  </a:lnTo>
                  <a:lnTo>
                    <a:pt x="0" y="0"/>
                  </a:lnTo>
                  <a:lnTo>
                    <a:pt x="618735" y="0"/>
                  </a:lnTo>
                  <a:lnTo>
                    <a:pt x="618735" y="14334"/>
                  </a:lnTo>
                  <a:close/>
                </a:path>
                <a:path w="619125" h="85090">
                  <a:moveTo>
                    <a:pt x="602892" y="84678"/>
                  </a:moveTo>
                  <a:lnTo>
                    <a:pt x="15842" y="84678"/>
                  </a:lnTo>
                  <a:lnTo>
                    <a:pt x="15842" y="77128"/>
                  </a:lnTo>
                  <a:lnTo>
                    <a:pt x="602892" y="77128"/>
                  </a:lnTo>
                  <a:lnTo>
                    <a:pt x="602892" y="8467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56" name="object 4256" descr=""/>
            <p:cNvSpPr/>
            <p:nvPr/>
          </p:nvSpPr>
          <p:spPr>
            <a:xfrm>
              <a:off x="7718508" y="7245978"/>
              <a:ext cx="18415" cy="1304925"/>
            </a:xfrm>
            <a:custGeom>
              <a:avLst/>
              <a:gdLst/>
              <a:ahLst/>
              <a:cxnLst/>
              <a:rect l="l" t="t" r="r" b="b"/>
              <a:pathLst>
                <a:path w="18415" h="1304925">
                  <a:moveTo>
                    <a:pt x="17947" y="0"/>
                  </a:moveTo>
                  <a:lnTo>
                    <a:pt x="0" y="0"/>
                  </a:lnTo>
                  <a:lnTo>
                    <a:pt x="0" y="1304400"/>
                  </a:lnTo>
                  <a:lnTo>
                    <a:pt x="17947" y="1304400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7" name="object 4257" descr=""/>
            <p:cNvSpPr/>
            <p:nvPr/>
          </p:nvSpPr>
          <p:spPr>
            <a:xfrm>
              <a:off x="7718508" y="7245978"/>
              <a:ext cx="18415" cy="1304925"/>
            </a:xfrm>
            <a:custGeom>
              <a:avLst/>
              <a:gdLst/>
              <a:ahLst/>
              <a:cxnLst/>
              <a:rect l="l" t="t" r="r" b="b"/>
              <a:pathLst>
                <a:path w="18415" h="1304925">
                  <a:moveTo>
                    <a:pt x="0" y="1304400"/>
                  </a:moveTo>
                  <a:lnTo>
                    <a:pt x="17947" y="1304400"/>
                  </a:lnTo>
                  <a:lnTo>
                    <a:pt x="17947" y="0"/>
                  </a:lnTo>
                  <a:lnTo>
                    <a:pt x="0" y="0"/>
                  </a:lnTo>
                  <a:lnTo>
                    <a:pt x="0" y="130440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58" name="object 4258" descr=""/>
            <p:cNvSpPr/>
            <p:nvPr/>
          </p:nvSpPr>
          <p:spPr>
            <a:xfrm>
              <a:off x="8081932" y="7245978"/>
              <a:ext cx="18415" cy="1304925"/>
            </a:xfrm>
            <a:custGeom>
              <a:avLst/>
              <a:gdLst/>
              <a:ahLst/>
              <a:cxnLst/>
              <a:rect l="l" t="t" r="r" b="b"/>
              <a:pathLst>
                <a:path w="18415" h="1304925">
                  <a:moveTo>
                    <a:pt x="17947" y="0"/>
                  </a:moveTo>
                  <a:lnTo>
                    <a:pt x="0" y="0"/>
                  </a:lnTo>
                  <a:lnTo>
                    <a:pt x="0" y="1304400"/>
                  </a:lnTo>
                  <a:lnTo>
                    <a:pt x="17947" y="1304400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9" name="object 4259" descr=""/>
            <p:cNvSpPr/>
            <p:nvPr/>
          </p:nvSpPr>
          <p:spPr>
            <a:xfrm>
              <a:off x="7645254" y="7245978"/>
              <a:ext cx="528320" cy="1304925"/>
            </a:xfrm>
            <a:custGeom>
              <a:avLst/>
              <a:gdLst/>
              <a:ahLst/>
              <a:cxnLst/>
              <a:rect l="l" t="t" r="r" b="b"/>
              <a:pathLst>
                <a:path w="528320" h="1304925">
                  <a:moveTo>
                    <a:pt x="436677" y="1304400"/>
                  </a:moveTo>
                  <a:lnTo>
                    <a:pt x="454624" y="1304400"/>
                  </a:lnTo>
                  <a:lnTo>
                    <a:pt x="454624" y="0"/>
                  </a:lnTo>
                  <a:lnTo>
                    <a:pt x="436677" y="0"/>
                  </a:lnTo>
                  <a:lnTo>
                    <a:pt x="436677" y="1304400"/>
                  </a:lnTo>
                  <a:close/>
                </a:path>
                <a:path w="528320" h="1304925">
                  <a:moveTo>
                    <a:pt x="0" y="1304400"/>
                  </a:moveTo>
                  <a:lnTo>
                    <a:pt x="46134" y="1304400"/>
                  </a:lnTo>
                  <a:lnTo>
                    <a:pt x="46134" y="0"/>
                  </a:lnTo>
                  <a:lnTo>
                    <a:pt x="0" y="0"/>
                  </a:lnTo>
                  <a:lnTo>
                    <a:pt x="0" y="1304400"/>
                  </a:lnTo>
                  <a:close/>
                </a:path>
                <a:path w="528320" h="1304925">
                  <a:moveTo>
                    <a:pt x="481744" y="1304400"/>
                  </a:moveTo>
                  <a:lnTo>
                    <a:pt x="527879" y="1304400"/>
                  </a:lnTo>
                  <a:lnTo>
                    <a:pt x="527879" y="0"/>
                  </a:lnTo>
                  <a:lnTo>
                    <a:pt x="481744" y="0"/>
                  </a:lnTo>
                  <a:lnTo>
                    <a:pt x="481744" y="130440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60" name="object 4260" descr=""/>
            <p:cNvSpPr/>
            <p:nvPr/>
          </p:nvSpPr>
          <p:spPr>
            <a:xfrm>
              <a:off x="7627684" y="7059136"/>
              <a:ext cx="18415" cy="20955"/>
            </a:xfrm>
            <a:custGeom>
              <a:avLst/>
              <a:gdLst/>
              <a:ahLst/>
              <a:cxnLst/>
              <a:rect l="l" t="t" r="r" b="b"/>
              <a:pathLst>
                <a:path w="18415" h="20954">
                  <a:moveTo>
                    <a:pt x="18313" y="0"/>
                  </a:moveTo>
                  <a:lnTo>
                    <a:pt x="0" y="0"/>
                  </a:lnTo>
                  <a:lnTo>
                    <a:pt x="0" y="20439"/>
                  </a:lnTo>
                  <a:lnTo>
                    <a:pt x="18313" y="20439"/>
                  </a:lnTo>
                  <a:lnTo>
                    <a:pt x="183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1" name="object 4261" descr=""/>
            <p:cNvSpPr/>
            <p:nvPr/>
          </p:nvSpPr>
          <p:spPr>
            <a:xfrm>
              <a:off x="7627684" y="7059136"/>
              <a:ext cx="18415" cy="20955"/>
            </a:xfrm>
            <a:custGeom>
              <a:avLst/>
              <a:gdLst/>
              <a:ahLst/>
              <a:cxnLst/>
              <a:rect l="l" t="t" r="r" b="b"/>
              <a:pathLst>
                <a:path w="18415" h="20954">
                  <a:moveTo>
                    <a:pt x="18313" y="20439"/>
                  </a:moveTo>
                  <a:lnTo>
                    <a:pt x="0" y="20439"/>
                  </a:lnTo>
                  <a:lnTo>
                    <a:pt x="0" y="0"/>
                  </a:lnTo>
                  <a:lnTo>
                    <a:pt x="18313" y="0"/>
                  </a:lnTo>
                  <a:lnTo>
                    <a:pt x="18313" y="2043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62" name="object 4262" descr=""/>
            <p:cNvSpPr/>
            <p:nvPr/>
          </p:nvSpPr>
          <p:spPr>
            <a:xfrm>
              <a:off x="7664007" y="7059136"/>
              <a:ext cx="18415" cy="20955"/>
            </a:xfrm>
            <a:custGeom>
              <a:avLst/>
              <a:gdLst/>
              <a:ahLst/>
              <a:cxnLst/>
              <a:rect l="l" t="t" r="r" b="b"/>
              <a:pathLst>
                <a:path w="18415" h="20954">
                  <a:moveTo>
                    <a:pt x="18313" y="0"/>
                  </a:moveTo>
                  <a:lnTo>
                    <a:pt x="0" y="0"/>
                  </a:lnTo>
                  <a:lnTo>
                    <a:pt x="0" y="20439"/>
                  </a:lnTo>
                  <a:lnTo>
                    <a:pt x="18313" y="20439"/>
                  </a:lnTo>
                  <a:lnTo>
                    <a:pt x="183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3" name="object 4263" descr=""/>
            <p:cNvSpPr/>
            <p:nvPr/>
          </p:nvSpPr>
          <p:spPr>
            <a:xfrm>
              <a:off x="7664007" y="7059136"/>
              <a:ext cx="18415" cy="20955"/>
            </a:xfrm>
            <a:custGeom>
              <a:avLst/>
              <a:gdLst/>
              <a:ahLst/>
              <a:cxnLst/>
              <a:rect l="l" t="t" r="r" b="b"/>
              <a:pathLst>
                <a:path w="18415" h="20954">
                  <a:moveTo>
                    <a:pt x="18313" y="20439"/>
                  </a:moveTo>
                  <a:lnTo>
                    <a:pt x="0" y="20439"/>
                  </a:lnTo>
                  <a:lnTo>
                    <a:pt x="0" y="0"/>
                  </a:lnTo>
                  <a:lnTo>
                    <a:pt x="18313" y="0"/>
                  </a:lnTo>
                  <a:lnTo>
                    <a:pt x="18313" y="2043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64" name="object 4264" descr=""/>
            <p:cNvSpPr/>
            <p:nvPr/>
          </p:nvSpPr>
          <p:spPr>
            <a:xfrm>
              <a:off x="7700310" y="7059136"/>
              <a:ext cx="18415" cy="20955"/>
            </a:xfrm>
            <a:custGeom>
              <a:avLst/>
              <a:gdLst/>
              <a:ahLst/>
              <a:cxnLst/>
              <a:rect l="l" t="t" r="r" b="b"/>
              <a:pathLst>
                <a:path w="18415" h="20954">
                  <a:moveTo>
                    <a:pt x="18324" y="0"/>
                  </a:moveTo>
                  <a:lnTo>
                    <a:pt x="0" y="0"/>
                  </a:lnTo>
                  <a:lnTo>
                    <a:pt x="0" y="20439"/>
                  </a:lnTo>
                  <a:lnTo>
                    <a:pt x="18324" y="20439"/>
                  </a:lnTo>
                  <a:lnTo>
                    <a:pt x="183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5" name="object 4265" descr=""/>
            <p:cNvSpPr/>
            <p:nvPr/>
          </p:nvSpPr>
          <p:spPr>
            <a:xfrm>
              <a:off x="7700310" y="7059136"/>
              <a:ext cx="18415" cy="20955"/>
            </a:xfrm>
            <a:custGeom>
              <a:avLst/>
              <a:gdLst/>
              <a:ahLst/>
              <a:cxnLst/>
              <a:rect l="l" t="t" r="r" b="b"/>
              <a:pathLst>
                <a:path w="18415" h="20954">
                  <a:moveTo>
                    <a:pt x="18324" y="20439"/>
                  </a:moveTo>
                  <a:lnTo>
                    <a:pt x="0" y="20439"/>
                  </a:lnTo>
                  <a:lnTo>
                    <a:pt x="0" y="0"/>
                  </a:lnTo>
                  <a:lnTo>
                    <a:pt x="18324" y="0"/>
                  </a:lnTo>
                  <a:lnTo>
                    <a:pt x="18324" y="2043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66" name="object 4266" descr=""/>
            <p:cNvSpPr/>
            <p:nvPr/>
          </p:nvSpPr>
          <p:spPr>
            <a:xfrm>
              <a:off x="7736623" y="7059136"/>
              <a:ext cx="18415" cy="20955"/>
            </a:xfrm>
            <a:custGeom>
              <a:avLst/>
              <a:gdLst/>
              <a:ahLst/>
              <a:cxnLst/>
              <a:rect l="l" t="t" r="r" b="b"/>
              <a:pathLst>
                <a:path w="18415" h="20954">
                  <a:moveTo>
                    <a:pt x="18324" y="0"/>
                  </a:moveTo>
                  <a:lnTo>
                    <a:pt x="0" y="0"/>
                  </a:lnTo>
                  <a:lnTo>
                    <a:pt x="0" y="20439"/>
                  </a:lnTo>
                  <a:lnTo>
                    <a:pt x="18324" y="20439"/>
                  </a:lnTo>
                  <a:lnTo>
                    <a:pt x="183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7" name="object 4267" descr=""/>
            <p:cNvSpPr/>
            <p:nvPr/>
          </p:nvSpPr>
          <p:spPr>
            <a:xfrm>
              <a:off x="7736623" y="7059136"/>
              <a:ext cx="18415" cy="20955"/>
            </a:xfrm>
            <a:custGeom>
              <a:avLst/>
              <a:gdLst/>
              <a:ahLst/>
              <a:cxnLst/>
              <a:rect l="l" t="t" r="r" b="b"/>
              <a:pathLst>
                <a:path w="18415" h="20954">
                  <a:moveTo>
                    <a:pt x="18324" y="20439"/>
                  </a:moveTo>
                  <a:lnTo>
                    <a:pt x="0" y="20439"/>
                  </a:lnTo>
                  <a:lnTo>
                    <a:pt x="0" y="0"/>
                  </a:lnTo>
                  <a:lnTo>
                    <a:pt x="18324" y="0"/>
                  </a:lnTo>
                  <a:lnTo>
                    <a:pt x="18324" y="2043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68" name="object 4268" descr=""/>
            <p:cNvSpPr/>
            <p:nvPr/>
          </p:nvSpPr>
          <p:spPr>
            <a:xfrm>
              <a:off x="7772946" y="7059136"/>
              <a:ext cx="18415" cy="20955"/>
            </a:xfrm>
            <a:custGeom>
              <a:avLst/>
              <a:gdLst/>
              <a:ahLst/>
              <a:cxnLst/>
              <a:rect l="l" t="t" r="r" b="b"/>
              <a:pathLst>
                <a:path w="18415" h="20954">
                  <a:moveTo>
                    <a:pt x="18324" y="0"/>
                  </a:moveTo>
                  <a:lnTo>
                    <a:pt x="0" y="0"/>
                  </a:lnTo>
                  <a:lnTo>
                    <a:pt x="0" y="20439"/>
                  </a:lnTo>
                  <a:lnTo>
                    <a:pt x="18324" y="20439"/>
                  </a:lnTo>
                  <a:lnTo>
                    <a:pt x="183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9" name="object 4269" descr=""/>
            <p:cNvSpPr/>
            <p:nvPr/>
          </p:nvSpPr>
          <p:spPr>
            <a:xfrm>
              <a:off x="7772946" y="7059136"/>
              <a:ext cx="18415" cy="20955"/>
            </a:xfrm>
            <a:custGeom>
              <a:avLst/>
              <a:gdLst/>
              <a:ahLst/>
              <a:cxnLst/>
              <a:rect l="l" t="t" r="r" b="b"/>
              <a:pathLst>
                <a:path w="18415" h="20954">
                  <a:moveTo>
                    <a:pt x="18324" y="20439"/>
                  </a:moveTo>
                  <a:lnTo>
                    <a:pt x="0" y="20439"/>
                  </a:lnTo>
                  <a:lnTo>
                    <a:pt x="0" y="0"/>
                  </a:lnTo>
                  <a:lnTo>
                    <a:pt x="18324" y="0"/>
                  </a:lnTo>
                  <a:lnTo>
                    <a:pt x="18324" y="2043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70" name="object 4270" descr=""/>
            <p:cNvSpPr/>
            <p:nvPr/>
          </p:nvSpPr>
          <p:spPr>
            <a:xfrm>
              <a:off x="7809259" y="7059136"/>
              <a:ext cx="18415" cy="20955"/>
            </a:xfrm>
            <a:custGeom>
              <a:avLst/>
              <a:gdLst/>
              <a:ahLst/>
              <a:cxnLst/>
              <a:rect l="l" t="t" r="r" b="b"/>
              <a:pathLst>
                <a:path w="18415" h="20954">
                  <a:moveTo>
                    <a:pt x="18324" y="0"/>
                  </a:moveTo>
                  <a:lnTo>
                    <a:pt x="0" y="0"/>
                  </a:lnTo>
                  <a:lnTo>
                    <a:pt x="0" y="20439"/>
                  </a:lnTo>
                  <a:lnTo>
                    <a:pt x="18324" y="20439"/>
                  </a:lnTo>
                  <a:lnTo>
                    <a:pt x="183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1" name="object 4271" descr=""/>
            <p:cNvSpPr/>
            <p:nvPr/>
          </p:nvSpPr>
          <p:spPr>
            <a:xfrm>
              <a:off x="7809259" y="7059136"/>
              <a:ext cx="18415" cy="20955"/>
            </a:xfrm>
            <a:custGeom>
              <a:avLst/>
              <a:gdLst/>
              <a:ahLst/>
              <a:cxnLst/>
              <a:rect l="l" t="t" r="r" b="b"/>
              <a:pathLst>
                <a:path w="18415" h="20954">
                  <a:moveTo>
                    <a:pt x="18324" y="20439"/>
                  </a:moveTo>
                  <a:lnTo>
                    <a:pt x="0" y="20439"/>
                  </a:lnTo>
                  <a:lnTo>
                    <a:pt x="0" y="0"/>
                  </a:lnTo>
                  <a:lnTo>
                    <a:pt x="18324" y="0"/>
                  </a:lnTo>
                  <a:lnTo>
                    <a:pt x="18324" y="2043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72" name="object 4272" descr=""/>
            <p:cNvSpPr/>
            <p:nvPr/>
          </p:nvSpPr>
          <p:spPr>
            <a:xfrm>
              <a:off x="7845572" y="7059136"/>
              <a:ext cx="18415" cy="20955"/>
            </a:xfrm>
            <a:custGeom>
              <a:avLst/>
              <a:gdLst/>
              <a:ahLst/>
              <a:cxnLst/>
              <a:rect l="l" t="t" r="r" b="b"/>
              <a:pathLst>
                <a:path w="18415" h="20954">
                  <a:moveTo>
                    <a:pt x="18313" y="0"/>
                  </a:moveTo>
                  <a:lnTo>
                    <a:pt x="0" y="0"/>
                  </a:lnTo>
                  <a:lnTo>
                    <a:pt x="0" y="20439"/>
                  </a:lnTo>
                  <a:lnTo>
                    <a:pt x="18313" y="20439"/>
                  </a:lnTo>
                  <a:lnTo>
                    <a:pt x="183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3" name="object 4273" descr=""/>
            <p:cNvSpPr/>
            <p:nvPr/>
          </p:nvSpPr>
          <p:spPr>
            <a:xfrm>
              <a:off x="7845572" y="7059136"/>
              <a:ext cx="18415" cy="20955"/>
            </a:xfrm>
            <a:custGeom>
              <a:avLst/>
              <a:gdLst/>
              <a:ahLst/>
              <a:cxnLst/>
              <a:rect l="l" t="t" r="r" b="b"/>
              <a:pathLst>
                <a:path w="18415" h="20954">
                  <a:moveTo>
                    <a:pt x="18313" y="20439"/>
                  </a:moveTo>
                  <a:lnTo>
                    <a:pt x="0" y="20439"/>
                  </a:lnTo>
                  <a:lnTo>
                    <a:pt x="0" y="0"/>
                  </a:lnTo>
                  <a:lnTo>
                    <a:pt x="18313" y="0"/>
                  </a:lnTo>
                  <a:lnTo>
                    <a:pt x="18313" y="2043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74" name="object 4274" descr=""/>
            <p:cNvSpPr/>
            <p:nvPr/>
          </p:nvSpPr>
          <p:spPr>
            <a:xfrm>
              <a:off x="7881885" y="7059136"/>
              <a:ext cx="18415" cy="20955"/>
            </a:xfrm>
            <a:custGeom>
              <a:avLst/>
              <a:gdLst/>
              <a:ahLst/>
              <a:cxnLst/>
              <a:rect l="l" t="t" r="r" b="b"/>
              <a:pathLst>
                <a:path w="18415" h="20954">
                  <a:moveTo>
                    <a:pt x="18313" y="0"/>
                  </a:moveTo>
                  <a:lnTo>
                    <a:pt x="0" y="0"/>
                  </a:lnTo>
                  <a:lnTo>
                    <a:pt x="0" y="20439"/>
                  </a:lnTo>
                  <a:lnTo>
                    <a:pt x="18313" y="20439"/>
                  </a:lnTo>
                  <a:lnTo>
                    <a:pt x="183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5" name="object 4275" descr=""/>
            <p:cNvSpPr/>
            <p:nvPr/>
          </p:nvSpPr>
          <p:spPr>
            <a:xfrm>
              <a:off x="7881885" y="7059136"/>
              <a:ext cx="18415" cy="20955"/>
            </a:xfrm>
            <a:custGeom>
              <a:avLst/>
              <a:gdLst/>
              <a:ahLst/>
              <a:cxnLst/>
              <a:rect l="l" t="t" r="r" b="b"/>
              <a:pathLst>
                <a:path w="18415" h="20954">
                  <a:moveTo>
                    <a:pt x="18313" y="20439"/>
                  </a:moveTo>
                  <a:lnTo>
                    <a:pt x="0" y="20439"/>
                  </a:lnTo>
                  <a:lnTo>
                    <a:pt x="0" y="0"/>
                  </a:lnTo>
                  <a:lnTo>
                    <a:pt x="18313" y="0"/>
                  </a:lnTo>
                  <a:lnTo>
                    <a:pt x="18313" y="2043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76" name="object 4276" descr=""/>
            <p:cNvSpPr/>
            <p:nvPr/>
          </p:nvSpPr>
          <p:spPr>
            <a:xfrm>
              <a:off x="7918209" y="7059136"/>
              <a:ext cx="18415" cy="20955"/>
            </a:xfrm>
            <a:custGeom>
              <a:avLst/>
              <a:gdLst/>
              <a:ahLst/>
              <a:cxnLst/>
              <a:rect l="l" t="t" r="r" b="b"/>
              <a:pathLst>
                <a:path w="18415" h="20954">
                  <a:moveTo>
                    <a:pt x="18313" y="0"/>
                  </a:moveTo>
                  <a:lnTo>
                    <a:pt x="0" y="0"/>
                  </a:lnTo>
                  <a:lnTo>
                    <a:pt x="0" y="20439"/>
                  </a:lnTo>
                  <a:lnTo>
                    <a:pt x="18313" y="20439"/>
                  </a:lnTo>
                  <a:lnTo>
                    <a:pt x="183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7" name="object 4277" descr=""/>
            <p:cNvSpPr/>
            <p:nvPr/>
          </p:nvSpPr>
          <p:spPr>
            <a:xfrm>
              <a:off x="7918209" y="7059136"/>
              <a:ext cx="18415" cy="20955"/>
            </a:xfrm>
            <a:custGeom>
              <a:avLst/>
              <a:gdLst/>
              <a:ahLst/>
              <a:cxnLst/>
              <a:rect l="l" t="t" r="r" b="b"/>
              <a:pathLst>
                <a:path w="18415" h="20954">
                  <a:moveTo>
                    <a:pt x="18313" y="20439"/>
                  </a:moveTo>
                  <a:lnTo>
                    <a:pt x="0" y="20439"/>
                  </a:lnTo>
                  <a:lnTo>
                    <a:pt x="0" y="0"/>
                  </a:lnTo>
                  <a:lnTo>
                    <a:pt x="18313" y="0"/>
                  </a:lnTo>
                  <a:lnTo>
                    <a:pt x="18313" y="2043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78" name="object 4278" descr=""/>
            <p:cNvSpPr/>
            <p:nvPr/>
          </p:nvSpPr>
          <p:spPr>
            <a:xfrm>
              <a:off x="7954522" y="7059136"/>
              <a:ext cx="18415" cy="20955"/>
            </a:xfrm>
            <a:custGeom>
              <a:avLst/>
              <a:gdLst/>
              <a:ahLst/>
              <a:cxnLst/>
              <a:rect l="l" t="t" r="r" b="b"/>
              <a:pathLst>
                <a:path w="18415" h="20954">
                  <a:moveTo>
                    <a:pt x="18313" y="0"/>
                  </a:moveTo>
                  <a:lnTo>
                    <a:pt x="0" y="0"/>
                  </a:lnTo>
                  <a:lnTo>
                    <a:pt x="0" y="20439"/>
                  </a:lnTo>
                  <a:lnTo>
                    <a:pt x="18313" y="20439"/>
                  </a:lnTo>
                  <a:lnTo>
                    <a:pt x="183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9" name="object 4279" descr=""/>
            <p:cNvSpPr/>
            <p:nvPr/>
          </p:nvSpPr>
          <p:spPr>
            <a:xfrm>
              <a:off x="7954522" y="7059136"/>
              <a:ext cx="18415" cy="20955"/>
            </a:xfrm>
            <a:custGeom>
              <a:avLst/>
              <a:gdLst/>
              <a:ahLst/>
              <a:cxnLst/>
              <a:rect l="l" t="t" r="r" b="b"/>
              <a:pathLst>
                <a:path w="18415" h="20954">
                  <a:moveTo>
                    <a:pt x="18313" y="20439"/>
                  </a:moveTo>
                  <a:lnTo>
                    <a:pt x="0" y="20439"/>
                  </a:lnTo>
                  <a:lnTo>
                    <a:pt x="0" y="0"/>
                  </a:lnTo>
                  <a:lnTo>
                    <a:pt x="18313" y="0"/>
                  </a:lnTo>
                  <a:lnTo>
                    <a:pt x="18313" y="2043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80" name="object 4280" descr=""/>
            <p:cNvSpPr/>
            <p:nvPr/>
          </p:nvSpPr>
          <p:spPr>
            <a:xfrm>
              <a:off x="7990824" y="7059136"/>
              <a:ext cx="18415" cy="20955"/>
            </a:xfrm>
            <a:custGeom>
              <a:avLst/>
              <a:gdLst/>
              <a:ahLst/>
              <a:cxnLst/>
              <a:rect l="l" t="t" r="r" b="b"/>
              <a:pathLst>
                <a:path w="18415" h="20954">
                  <a:moveTo>
                    <a:pt x="18313" y="0"/>
                  </a:moveTo>
                  <a:lnTo>
                    <a:pt x="0" y="0"/>
                  </a:lnTo>
                  <a:lnTo>
                    <a:pt x="0" y="20439"/>
                  </a:lnTo>
                  <a:lnTo>
                    <a:pt x="18313" y="20439"/>
                  </a:lnTo>
                  <a:lnTo>
                    <a:pt x="183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1" name="object 4281" descr=""/>
            <p:cNvSpPr/>
            <p:nvPr/>
          </p:nvSpPr>
          <p:spPr>
            <a:xfrm>
              <a:off x="7990824" y="7059136"/>
              <a:ext cx="18415" cy="20955"/>
            </a:xfrm>
            <a:custGeom>
              <a:avLst/>
              <a:gdLst/>
              <a:ahLst/>
              <a:cxnLst/>
              <a:rect l="l" t="t" r="r" b="b"/>
              <a:pathLst>
                <a:path w="18415" h="20954">
                  <a:moveTo>
                    <a:pt x="18313" y="20439"/>
                  </a:moveTo>
                  <a:lnTo>
                    <a:pt x="0" y="20439"/>
                  </a:lnTo>
                  <a:lnTo>
                    <a:pt x="0" y="0"/>
                  </a:lnTo>
                  <a:lnTo>
                    <a:pt x="18313" y="0"/>
                  </a:lnTo>
                  <a:lnTo>
                    <a:pt x="18313" y="2043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82" name="object 4282" descr=""/>
            <p:cNvSpPr/>
            <p:nvPr/>
          </p:nvSpPr>
          <p:spPr>
            <a:xfrm>
              <a:off x="8027137" y="7059136"/>
              <a:ext cx="18415" cy="20955"/>
            </a:xfrm>
            <a:custGeom>
              <a:avLst/>
              <a:gdLst/>
              <a:ahLst/>
              <a:cxnLst/>
              <a:rect l="l" t="t" r="r" b="b"/>
              <a:pathLst>
                <a:path w="18415" h="20954">
                  <a:moveTo>
                    <a:pt x="18324" y="0"/>
                  </a:moveTo>
                  <a:lnTo>
                    <a:pt x="0" y="0"/>
                  </a:lnTo>
                  <a:lnTo>
                    <a:pt x="0" y="20439"/>
                  </a:lnTo>
                  <a:lnTo>
                    <a:pt x="18324" y="20439"/>
                  </a:lnTo>
                  <a:lnTo>
                    <a:pt x="183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3" name="object 4283" descr=""/>
            <p:cNvSpPr/>
            <p:nvPr/>
          </p:nvSpPr>
          <p:spPr>
            <a:xfrm>
              <a:off x="8027137" y="7059136"/>
              <a:ext cx="18415" cy="20955"/>
            </a:xfrm>
            <a:custGeom>
              <a:avLst/>
              <a:gdLst/>
              <a:ahLst/>
              <a:cxnLst/>
              <a:rect l="l" t="t" r="r" b="b"/>
              <a:pathLst>
                <a:path w="18415" h="20954">
                  <a:moveTo>
                    <a:pt x="18324" y="20439"/>
                  </a:moveTo>
                  <a:lnTo>
                    <a:pt x="0" y="20439"/>
                  </a:lnTo>
                  <a:lnTo>
                    <a:pt x="0" y="0"/>
                  </a:lnTo>
                  <a:lnTo>
                    <a:pt x="18324" y="0"/>
                  </a:lnTo>
                  <a:lnTo>
                    <a:pt x="18324" y="2043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84" name="object 4284" descr=""/>
            <p:cNvSpPr/>
            <p:nvPr/>
          </p:nvSpPr>
          <p:spPr>
            <a:xfrm>
              <a:off x="8063450" y="7059136"/>
              <a:ext cx="18415" cy="20955"/>
            </a:xfrm>
            <a:custGeom>
              <a:avLst/>
              <a:gdLst/>
              <a:ahLst/>
              <a:cxnLst/>
              <a:rect l="l" t="t" r="r" b="b"/>
              <a:pathLst>
                <a:path w="18415" h="20954">
                  <a:moveTo>
                    <a:pt x="18324" y="0"/>
                  </a:moveTo>
                  <a:lnTo>
                    <a:pt x="0" y="0"/>
                  </a:lnTo>
                  <a:lnTo>
                    <a:pt x="0" y="20439"/>
                  </a:lnTo>
                  <a:lnTo>
                    <a:pt x="18324" y="20439"/>
                  </a:lnTo>
                  <a:lnTo>
                    <a:pt x="183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5" name="object 4285" descr=""/>
            <p:cNvSpPr/>
            <p:nvPr/>
          </p:nvSpPr>
          <p:spPr>
            <a:xfrm>
              <a:off x="8063450" y="7059136"/>
              <a:ext cx="18415" cy="20955"/>
            </a:xfrm>
            <a:custGeom>
              <a:avLst/>
              <a:gdLst/>
              <a:ahLst/>
              <a:cxnLst/>
              <a:rect l="l" t="t" r="r" b="b"/>
              <a:pathLst>
                <a:path w="18415" h="20954">
                  <a:moveTo>
                    <a:pt x="18324" y="20439"/>
                  </a:moveTo>
                  <a:lnTo>
                    <a:pt x="0" y="20439"/>
                  </a:lnTo>
                  <a:lnTo>
                    <a:pt x="0" y="0"/>
                  </a:lnTo>
                  <a:lnTo>
                    <a:pt x="18324" y="0"/>
                  </a:lnTo>
                  <a:lnTo>
                    <a:pt x="18324" y="2043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86" name="object 4286" descr=""/>
            <p:cNvSpPr/>
            <p:nvPr/>
          </p:nvSpPr>
          <p:spPr>
            <a:xfrm>
              <a:off x="8099774" y="7059136"/>
              <a:ext cx="18415" cy="20955"/>
            </a:xfrm>
            <a:custGeom>
              <a:avLst/>
              <a:gdLst/>
              <a:ahLst/>
              <a:cxnLst/>
              <a:rect l="l" t="t" r="r" b="b"/>
              <a:pathLst>
                <a:path w="18415" h="20954">
                  <a:moveTo>
                    <a:pt x="18313" y="0"/>
                  </a:moveTo>
                  <a:lnTo>
                    <a:pt x="0" y="0"/>
                  </a:lnTo>
                  <a:lnTo>
                    <a:pt x="0" y="20439"/>
                  </a:lnTo>
                  <a:lnTo>
                    <a:pt x="18313" y="20439"/>
                  </a:lnTo>
                  <a:lnTo>
                    <a:pt x="183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7" name="object 4287" descr=""/>
            <p:cNvSpPr/>
            <p:nvPr/>
          </p:nvSpPr>
          <p:spPr>
            <a:xfrm>
              <a:off x="8099774" y="7059136"/>
              <a:ext cx="18415" cy="20955"/>
            </a:xfrm>
            <a:custGeom>
              <a:avLst/>
              <a:gdLst/>
              <a:ahLst/>
              <a:cxnLst/>
              <a:rect l="l" t="t" r="r" b="b"/>
              <a:pathLst>
                <a:path w="18415" h="20954">
                  <a:moveTo>
                    <a:pt x="18313" y="20439"/>
                  </a:moveTo>
                  <a:lnTo>
                    <a:pt x="0" y="20439"/>
                  </a:lnTo>
                  <a:lnTo>
                    <a:pt x="0" y="0"/>
                  </a:lnTo>
                  <a:lnTo>
                    <a:pt x="18313" y="0"/>
                  </a:lnTo>
                  <a:lnTo>
                    <a:pt x="18313" y="2043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88" name="object 4288" descr=""/>
            <p:cNvSpPr/>
            <p:nvPr/>
          </p:nvSpPr>
          <p:spPr>
            <a:xfrm>
              <a:off x="8136077" y="7059136"/>
              <a:ext cx="18415" cy="20955"/>
            </a:xfrm>
            <a:custGeom>
              <a:avLst/>
              <a:gdLst/>
              <a:ahLst/>
              <a:cxnLst/>
              <a:rect l="l" t="t" r="r" b="b"/>
              <a:pathLst>
                <a:path w="18415" h="20954">
                  <a:moveTo>
                    <a:pt x="18313" y="0"/>
                  </a:moveTo>
                  <a:lnTo>
                    <a:pt x="0" y="0"/>
                  </a:lnTo>
                  <a:lnTo>
                    <a:pt x="0" y="20439"/>
                  </a:lnTo>
                  <a:lnTo>
                    <a:pt x="18313" y="20439"/>
                  </a:lnTo>
                  <a:lnTo>
                    <a:pt x="183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9" name="object 4289" descr=""/>
            <p:cNvSpPr/>
            <p:nvPr/>
          </p:nvSpPr>
          <p:spPr>
            <a:xfrm>
              <a:off x="8136077" y="7059136"/>
              <a:ext cx="18415" cy="20955"/>
            </a:xfrm>
            <a:custGeom>
              <a:avLst/>
              <a:gdLst/>
              <a:ahLst/>
              <a:cxnLst/>
              <a:rect l="l" t="t" r="r" b="b"/>
              <a:pathLst>
                <a:path w="18415" h="20954">
                  <a:moveTo>
                    <a:pt x="18313" y="20439"/>
                  </a:moveTo>
                  <a:lnTo>
                    <a:pt x="0" y="20439"/>
                  </a:lnTo>
                  <a:lnTo>
                    <a:pt x="0" y="0"/>
                  </a:lnTo>
                  <a:lnTo>
                    <a:pt x="18313" y="0"/>
                  </a:lnTo>
                  <a:lnTo>
                    <a:pt x="18313" y="2043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90" name="object 4290" descr=""/>
            <p:cNvSpPr/>
            <p:nvPr/>
          </p:nvSpPr>
          <p:spPr>
            <a:xfrm>
              <a:off x="8172400" y="7059136"/>
              <a:ext cx="18415" cy="20955"/>
            </a:xfrm>
            <a:custGeom>
              <a:avLst/>
              <a:gdLst/>
              <a:ahLst/>
              <a:cxnLst/>
              <a:rect l="l" t="t" r="r" b="b"/>
              <a:pathLst>
                <a:path w="18415" h="20954">
                  <a:moveTo>
                    <a:pt x="18313" y="0"/>
                  </a:moveTo>
                  <a:lnTo>
                    <a:pt x="0" y="0"/>
                  </a:lnTo>
                  <a:lnTo>
                    <a:pt x="0" y="20439"/>
                  </a:lnTo>
                  <a:lnTo>
                    <a:pt x="18313" y="20439"/>
                  </a:lnTo>
                  <a:lnTo>
                    <a:pt x="183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1" name="object 4291" descr=""/>
            <p:cNvSpPr/>
            <p:nvPr/>
          </p:nvSpPr>
          <p:spPr>
            <a:xfrm>
              <a:off x="7753544" y="7059136"/>
              <a:ext cx="437515" cy="1491615"/>
            </a:xfrm>
            <a:custGeom>
              <a:avLst/>
              <a:gdLst/>
              <a:ahLst/>
              <a:cxnLst/>
              <a:rect l="l" t="t" r="r" b="b"/>
              <a:pathLst>
                <a:path w="437515" h="1491615">
                  <a:moveTo>
                    <a:pt x="437169" y="20439"/>
                  </a:moveTo>
                  <a:lnTo>
                    <a:pt x="418856" y="20439"/>
                  </a:lnTo>
                  <a:lnTo>
                    <a:pt x="418856" y="0"/>
                  </a:lnTo>
                  <a:lnTo>
                    <a:pt x="437169" y="0"/>
                  </a:lnTo>
                  <a:lnTo>
                    <a:pt x="437169" y="20439"/>
                  </a:lnTo>
                  <a:close/>
                </a:path>
                <a:path w="437515" h="1491615">
                  <a:moveTo>
                    <a:pt x="311309" y="1491242"/>
                  </a:moveTo>
                  <a:lnTo>
                    <a:pt x="0" y="1491242"/>
                  </a:lnTo>
                  <a:lnTo>
                    <a:pt x="0" y="186842"/>
                  </a:lnTo>
                  <a:lnTo>
                    <a:pt x="311309" y="186842"/>
                  </a:lnTo>
                  <a:lnTo>
                    <a:pt x="311309" y="149124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92" name="object 4292" descr=""/>
            <p:cNvSpPr/>
            <p:nvPr/>
          </p:nvSpPr>
          <p:spPr>
            <a:xfrm>
              <a:off x="7753554" y="7245968"/>
              <a:ext cx="46990" cy="46990"/>
            </a:xfrm>
            <a:custGeom>
              <a:avLst/>
              <a:gdLst/>
              <a:ahLst/>
              <a:cxnLst/>
              <a:rect l="l" t="t" r="r" b="b"/>
              <a:pathLst>
                <a:path w="46990" h="46990">
                  <a:moveTo>
                    <a:pt x="46710" y="0"/>
                  </a:moveTo>
                  <a:lnTo>
                    <a:pt x="0" y="0"/>
                  </a:lnTo>
                  <a:lnTo>
                    <a:pt x="0" y="46710"/>
                  </a:lnTo>
                  <a:lnTo>
                    <a:pt x="46710" y="46710"/>
                  </a:lnTo>
                  <a:lnTo>
                    <a:pt x="467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3" name="object 4293" descr=""/>
            <p:cNvSpPr/>
            <p:nvPr/>
          </p:nvSpPr>
          <p:spPr>
            <a:xfrm>
              <a:off x="7753554" y="7245968"/>
              <a:ext cx="46990" cy="46990"/>
            </a:xfrm>
            <a:custGeom>
              <a:avLst/>
              <a:gdLst/>
              <a:ahLst/>
              <a:cxnLst/>
              <a:rect l="l" t="t" r="r" b="b"/>
              <a:pathLst>
                <a:path w="46990" h="46990">
                  <a:moveTo>
                    <a:pt x="46710" y="46710"/>
                  </a:moveTo>
                  <a:lnTo>
                    <a:pt x="0" y="46710"/>
                  </a:lnTo>
                  <a:lnTo>
                    <a:pt x="0" y="0"/>
                  </a:lnTo>
                  <a:lnTo>
                    <a:pt x="46710" y="0"/>
                  </a:lnTo>
                  <a:lnTo>
                    <a:pt x="46710" y="4671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94" name="object 4294" descr=""/>
            <p:cNvSpPr/>
            <p:nvPr/>
          </p:nvSpPr>
          <p:spPr>
            <a:xfrm>
              <a:off x="8018143" y="7245968"/>
              <a:ext cx="46990" cy="46990"/>
            </a:xfrm>
            <a:custGeom>
              <a:avLst/>
              <a:gdLst/>
              <a:ahLst/>
              <a:cxnLst/>
              <a:rect l="l" t="t" r="r" b="b"/>
              <a:pathLst>
                <a:path w="46990" h="46990">
                  <a:moveTo>
                    <a:pt x="46710" y="0"/>
                  </a:moveTo>
                  <a:lnTo>
                    <a:pt x="0" y="0"/>
                  </a:lnTo>
                  <a:lnTo>
                    <a:pt x="0" y="46710"/>
                  </a:lnTo>
                  <a:lnTo>
                    <a:pt x="46710" y="46710"/>
                  </a:lnTo>
                  <a:lnTo>
                    <a:pt x="467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5" name="object 4295" descr=""/>
            <p:cNvSpPr/>
            <p:nvPr/>
          </p:nvSpPr>
          <p:spPr>
            <a:xfrm>
              <a:off x="7774642" y="7245968"/>
              <a:ext cx="290830" cy="46990"/>
            </a:xfrm>
            <a:custGeom>
              <a:avLst/>
              <a:gdLst/>
              <a:ahLst/>
              <a:cxnLst/>
              <a:rect l="l" t="t" r="r" b="b"/>
              <a:pathLst>
                <a:path w="290829" h="46990">
                  <a:moveTo>
                    <a:pt x="290211" y="46710"/>
                  </a:moveTo>
                  <a:lnTo>
                    <a:pt x="243500" y="46710"/>
                  </a:lnTo>
                  <a:lnTo>
                    <a:pt x="243500" y="0"/>
                  </a:lnTo>
                  <a:lnTo>
                    <a:pt x="290211" y="0"/>
                  </a:lnTo>
                  <a:lnTo>
                    <a:pt x="290211" y="46710"/>
                  </a:lnTo>
                  <a:close/>
                </a:path>
                <a:path w="290829" h="46990">
                  <a:moveTo>
                    <a:pt x="25622" y="46710"/>
                  </a:moveTo>
                  <a:lnTo>
                    <a:pt x="0" y="46710"/>
                  </a:lnTo>
                  <a:lnTo>
                    <a:pt x="0" y="21088"/>
                  </a:lnTo>
                  <a:lnTo>
                    <a:pt x="25622" y="21088"/>
                  </a:lnTo>
                  <a:lnTo>
                    <a:pt x="25622" y="46710"/>
                  </a:lnTo>
                  <a:close/>
                </a:path>
                <a:path w="290829" h="46990">
                  <a:moveTo>
                    <a:pt x="269122" y="46710"/>
                  </a:moveTo>
                  <a:lnTo>
                    <a:pt x="243500" y="46710"/>
                  </a:lnTo>
                  <a:lnTo>
                    <a:pt x="243500" y="21088"/>
                  </a:lnTo>
                  <a:lnTo>
                    <a:pt x="269122" y="21088"/>
                  </a:lnTo>
                  <a:lnTo>
                    <a:pt x="269122" y="4671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96" name="object 4296" descr=""/>
            <p:cNvSpPr/>
            <p:nvPr/>
          </p:nvSpPr>
          <p:spPr>
            <a:xfrm>
              <a:off x="7800254" y="7262889"/>
              <a:ext cx="218440" cy="4445"/>
            </a:xfrm>
            <a:custGeom>
              <a:avLst/>
              <a:gdLst/>
              <a:ahLst/>
              <a:cxnLst/>
              <a:rect l="l" t="t" r="r" b="b"/>
              <a:pathLst>
                <a:path w="218440" h="4445">
                  <a:moveTo>
                    <a:pt x="217888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217888" y="4177"/>
                  </a:lnTo>
                  <a:lnTo>
                    <a:pt x="2178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7" name="object 4297" descr=""/>
            <p:cNvSpPr/>
            <p:nvPr/>
          </p:nvSpPr>
          <p:spPr>
            <a:xfrm>
              <a:off x="7800254" y="7262889"/>
              <a:ext cx="218440" cy="4445"/>
            </a:xfrm>
            <a:custGeom>
              <a:avLst/>
              <a:gdLst/>
              <a:ahLst/>
              <a:cxnLst/>
              <a:rect l="l" t="t" r="r" b="b"/>
              <a:pathLst>
                <a:path w="218440" h="4445">
                  <a:moveTo>
                    <a:pt x="217888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217888" y="4177"/>
                  </a:lnTo>
                  <a:lnTo>
                    <a:pt x="217888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98" name="object 4298" descr=""/>
            <p:cNvSpPr/>
            <p:nvPr/>
          </p:nvSpPr>
          <p:spPr>
            <a:xfrm>
              <a:off x="7774642" y="7288500"/>
              <a:ext cx="269240" cy="4445"/>
            </a:xfrm>
            <a:custGeom>
              <a:avLst/>
              <a:gdLst/>
              <a:ahLst/>
              <a:cxnLst/>
              <a:rect l="l" t="t" r="r" b="b"/>
              <a:pathLst>
                <a:path w="269240" h="4445">
                  <a:moveTo>
                    <a:pt x="269122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269122" y="4177"/>
                  </a:lnTo>
                  <a:lnTo>
                    <a:pt x="2691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9" name="object 4299" descr=""/>
            <p:cNvSpPr/>
            <p:nvPr/>
          </p:nvSpPr>
          <p:spPr>
            <a:xfrm>
              <a:off x="7774642" y="7288500"/>
              <a:ext cx="269240" cy="4445"/>
            </a:xfrm>
            <a:custGeom>
              <a:avLst/>
              <a:gdLst/>
              <a:ahLst/>
              <a:cxnLst/>
              <a:rect l="l" t="t" r="r" b="b"/>
              <a:pathLst>
                <a:path w="269240" h="4445">
                  <a:moveTo>
                    <a:pt x="269122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269122" y="4177"/>
                  </a:lnTo>
                  <a:lnTo>
                    <a:pt x="269122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00" name="object 4300" descr=""/>
            <p:cNvSpPr/>
            <p:nvPr/>
          </p:nvSpPr>
          <p:spPr>
            <a:xfrm>
              <a:off x="7753544" y="8531457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311309" y="416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1" name="object 4301" descr=""/>
            <p:cNvSpPr/>
            <p:nvPr/>
          </p:nvSpPr>
          <p:spPr>
            <a:xfrm>
              <a:off x="7753544" y="8531457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311309" y="416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02" name="object 4302" descr=""/>
            <p:cNvSpPr/>
            <p:nvPr/>
          </p:nvSpPr>
          <p:spPr>
            <a:xfrm>
              <a:off x="7753544" y="8497636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311309" y="4188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3" name="object 4303" descr=""/>
            <p:cNvSpPr/>
            <p:nvPr/>
          </p:nvSpPr>
          <p:spPr>
            <a:xfrm>
              <a:off x="7753544" y="8497636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311309" y="4188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04" name="object 4304" descr=""/>
            <p:cNvSpPr/>
            <p:nvPr/>
          </p:nvSpPr>
          <p:spPr>
            <a:xfrm>
              <a:off x="7753544" y="8463836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5" name="object 4305" descr=""/>
            <p:cNvSpPr/>
            <p:nvPr/>
          </p:nvSpPr>
          <p:spPr>
            <a:xfrm>
              <a:off x="7753544" y="8463836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06" name="object 4306" descr=""/>
            <p:cNvSpPr/>
            <p:nvPr/>
          </p:nvSpPr>
          <p:spPr>
            <a:xfrm>
              <a:off x="7753544" y="8430026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7" name="object 4307" descr=""/>
            <p:cNvSpPr/>
            <p:nvPr/>
          </p:nvSpPr>
          <p:spPr>
            <a:xfrm>
              <a:off x="7753544" y="8430026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08" name="object 4308" descr=""/>
            <p:cNvSpPr/>
            <p:nvPr/>
          </p:nvSpPr>
          <p:spPr>
            <a:xfrm>
              <a:off x="7753544" y="8396205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311309" y="4188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9" name="object 4309" descr=""/>
            <p:cNvSpPr/>
            <p:nvPr/>
          </p:nvSpPr>
          <p:spPr>
            <a:xfrm>
              <a:off x="7753544" y="8396205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311309" y="4188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10" name="object 4310" descr=""/>
            <p:cNvSpPr/>
            <p:nvPr/>
          </p:nvSpPr>
          <p:spPr>
            <a:xfrm>
              <a:off x="7753544" y="8362415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311309" y="416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1" name="object 4311" descr=""/>
            <p:cNvSpPr/>
            <p:nvPr/>
          </p:nvSpPr>
          <p:spPr>
            <a:xfrm>
              <a:off x="7753544" y="8362415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311309" y="416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12" name="object 4312" descr=""/>
            <p:cNvSpPr/>
            <p:nvPr/>
          </p:nvSpPr>
          <p:spPr>
            <a:xfrm>
              <a:off x="7753544" y="8328605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311309" y="416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3" name="object 4313" descr=""/>
            <p:cNvSpPr/>
            <p:nvPr/>
          </p:nvSpPr>
          <p:spPr>
            <a:xfrm>
              <a:off x="7753544" y="8328605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311309" y="416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14" name="object 4314" descr=""/>
            <p:cNvSpPr/>
            <p:nvPr/>
          </p:nvSpPr>
          <p:spPr>
            <a:xfrm>
              <a:off x="7753544" y="8294805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5" name="object 4315" descr=""/>
            <p:cNvSpPr/>
            <p:nvPr/>
          </p:nvSpPr>
          <p:spPr>
            <a:xfrm>
              <a:off x="7753544" y="8294805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16" name="object 4316" descr=""/>
            <p:cNvSpPr/>
            <p:nvPr/>
          </p:nvSpPr>
          <p:spPr>
            <a:xfrm>
              <a:off x="7753544" y="8260984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311309" y="4188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7" name="object 4317" descr=""/>
            <p:cNvSpPr/>
            <p:nvPr/>
          </p:nvSpPr>
          <p:spPr>
            <a:xfrm>
              <a:off x="7753544" y="8260984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311309" y="4188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18" name="object 4318" descr=""/>
            <p:cNvSpPr/>
            <p:nvPr/>
          </p:nvSpPr>
          <p:spPr>
            <a:xfrm>
              <a:off x="7753544" y="8227184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9" name="object 4319" descr=""/>
            <p:cNvSpPr/>
            <p:nvPr/>
          </p:nvSpPr>
          <p:spPr>
            <a:xfrm>
              <a:off x="7753544" y="8227184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20" name="object 4320" descr=""/>
            <p:cNvSpPr/>
            <p:nvPr/>
          </p:nvSpPr>
          <p:spPr>
            <a:xfrm>
              <a:off x="7753544" y="8193384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311309" y="416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1" name="object 4321" descr=""/>
            <p:cNvSpPr/>
            <p:nvPr/>
          </p:nvSpPr>
          <p:spPr>
            <a:xfrm>
              <a:off x="7753544" y="8193384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311309" y="416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22" name="object 4322" descr=""/>
            <p:cNvSpPr/>
            <p:nvPr/>
          </p:nvSpPr>
          <p:spPr>
            <a:xfrm>
              <a:off x="7753544" y="8159573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311309" y="416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3" name="object 4323" descr=""/>
            <p:cNvSpPr/>
            <p:nvPr/>
          </p:nvSpPr>
          <p:spPr>
            <a:xfrm>
              <a:off x="7753544" y="8159573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311309" y="416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24" name="object 4324" descr=""/>
            <p:cNvSpPr/>
            <p:nvPr/>
          </p:nvSpPr>
          <p:spPr>
            <a:xfrm>
              <a:off x="7753544" y="8125763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5" name="object 4325" descr=""/>
            <p:cNvSpPr/>
            <p:nvPr/>
          </p:nvSpPr>
          <p:spPr>
            <a:xfrm>
              <a:off x="7753544" y="8125763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26" name="object 4326" descr=""/>
            <p:cNvSpPr/>
            <p:nvPr/>
          </p:nvSpPr>
          <p:spPr>
            <a:xfrm>
              <a:off x="7753544" y="8091952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7" name="object 4327" descr=""/>
            <p:cNvSpPr/>
            <p:nvPr/>
          </p:nvSpPr>
          <p:spPr>
            <a:xfrm>
              <a:off x="7753544" y="8091952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28" name="object 4328" descr=""/>
            <p:cNvSpPr/>
            <p:nvPr/>
          </p:nvSpPr>
          <p:spPr>
            <a:xfrm>
              <a:off x="7753544" y="8058142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311309" y="4188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9" name="object 4329" descr=""/>
            <p:cNvSpPr/>
            <p:nvPr/>
          </p:nvSpPr>
          <p:spPr>
            <a:xfrm>
              <a:off x="7753544" y="8058142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311309" y="4188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30" name="object 4330" descr=""/>
            <p:cNvSpPr/>
            <p:nvPr/>
          </p:nvSpPr>
          <p:spPr>
            <a:xfrm>
              <a:off x="7753544" y="8024342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1" name="object 4331" descr=""/>
            <p:cNvSpPr/>
            <p:nvPr/>
          </p:nvSpPr>
          <p:spPr>
            <a:xfrm>
              <a:off x="7753544" y="8024342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32" name="object 4332" descr=""/>
            <p:cNvSpPr/>
            <p:nvPr/>
          </p:nvSpPr>
          <p:spPr>
            <a:xfrm>
              <a:off x="7753544" y="7990542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311309" y="416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3" name="object 4333" descr=""/>
            <p:cNvSpPr/>
            <p:nvPr/>
          </p:nvSpPr>
          <p:spPr>
            <a:xfrm>
              <a:off x="7753544" y="7990542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311309" y="416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34" name="object 4334" descr=""/>
            <p:cNvSpPr/>
            <p:nvPr/>
          </p:nvSpPr>
          <p:spPr>
            <a:xfrm>
              <a:off x="7753544" y="7956731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5" name="object 4335" descr=""/>
            <p:cNvSpPr/>
            <p:nvPr/>
          </p:nvSpPr>
          <p:spPr>
            <a:xfrm>
              <a:off x="7753544" y="7956731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36" name="object 4336" descr=""/>
            <p:cNvSpPr/>
            <p:nvPr/>
          </p:nvSpPr>
          <p:spPr>
            <a:xfrm>
              <a:off x="7753544" y="7922921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7" name="object 4337" descr=""/>
            <p:cNvSpPr/>
            <p:nvPr/>
          </p:nvSpPr>
          <p:spPr>
            <a:xfrm>
              <a:off x="7753544" y="7922921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38" name="object 4338" descr=""/>
            <p:cNvSpPr/>
            <p:nvPr/>
          </p:nvSpPr>
          <p:spPr>
            <a:xfrm>
              <a:off x="7753544" y="7889110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9" name="object 4339" descr=""/>
            <p:cNvSpPr/>
            <p:nvPr/>
          </p:nvSpPr>
          <p:spPr>
            <a:xfrm>
              <a:off x="7753544" y="7889110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40" name="object 4340" descr=""/>
            <p:cNvSpPr/>
            <p:nvPr/>
          </p:nvSpPr>
          <p:spPr>
            <a:xfrm>
              <a:off x="7753544" y="7855310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1" name="object 4341" descr=""/>
            <p:cNvSpPr/>
            <p:nvPr/>
          </p:nvSpPr>
          <p:spPr>
            <a:xfrm>
              <a:off x="7753544" y="7855310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42" name="object 4342" descr=""/>
            <p:cNvSpPr/>
            <p:nvPr/>
          </p:nvSpPr>
          <p:spPr>
            <a:xfrm>
              <a:off x="7753544" y="7821500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3" name="object 4343" descr=""/>
            <p:cNvSpPr/>
            <p:nvPr/>
          </p:nvSpPr>
          <p:spPr>
            <a:xfrm>
              <a:off x="7753544" y="7821500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44" name="object 4344" descr=""/>
            <p:cNvSpPr/>
            <p:nvPr/>
          </p:nvSpPr>
          <p:spPr>
            <a:xfrm>
              <a:off x="7753544" y="7787689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5" name="object 4345" descr=""/>
            <p:cNvSpPr/>
            <p:nvPr/>
          </p:nvSpPr>
          <p:spPr>
            <a:xfrm>
              <a:off x="7753544" y="7787689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46" name="object 4346" descr=""/>
            <p:cNvSpPr/>
            <p:nvPr/>
          </p:nvSpPr>
          <p:spPr>
            <a:xfrm>
              <a:off x="7753544" y="7753889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7" name="object 4347" descr=""/>
            <p:cNvSpPr/>
            <p:nvPr/>
          </p:nvSpPr>
          <p:spPr>
            <a:xfrm>
              <a:off x="7753544" y="7753889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48" name="object 4348" descr=""/>
            <p:cNvSpPr/>
            <p:nvPr/>
          </p:nvSpPr>
          <p:spPr>
            <a:xfrm>
              <a:off x="7753544" y="7720079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9" name="object 4349" descr=""/>
            <p:cNvSpPr/>
            <p:nvPr/>
          </p:nvSpPr>
          <p:spPr>
            <a:xfrm>
              <a:off x="7753544" y="7720079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50" name="object 4350" descr=""/>
            <p:cNvSpPr/>
            <p:nvPr/>
          </p:nvSpPr>
          <p:spPr>
            <a:xfrm>
              <a:off x="7753544" y="7686268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1" name="object 4351" descr=""/>
            <p:cNvSpPr/>
            <p:nvPr/>
          </p:nvSpPr>
          <p:spPr>
            <a:xfrm>
              <a:off x="7753544" y="7686268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52" name="object 4352" descr=""/>
            <p:cNvSpPr/>
            <p:nvPr/>
          </p:nvSpPr>
          <p:spPr>
            <a:xfrm>
              <a:off x="7753544" y="7652468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3" name="object 4353" descr=""/>
            <p:cNvSpPr/>
            <p:nvPr/>
          </p:nvSpPr>
          <p:spPr>
            <a:xfrm>
              <a:off x="7753544" y="7652468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54" name="object 4354" descr=""/>
            <p:cNvSpPr/>
            <p:nvPr/>
          </p:nvSpPr>
          <p:spPr>
            <a:xfrm>
              <a:off x="7753544" y="7618658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5" name="object 4355" descr=""/>
            <p:cNvSpPr/>
            <p:nvPr/>
          </p:nvSpPr>
          <p:spPr>
            <a:xfrm>
              <a:off x="7753544" y="7618658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56" name="object 4356" descr=""/>
            <p:cNvSpPr/>
            <p:nvPr/>
          </p:nvSpPr>
          <p:spPr>
            <a:xfrm>
              <a:off x="7753544" y="7584847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7" name="object 4357" descr=""/>
            <p:cNvSpPr/>
            <p:nvPr/>
          </p:nvSpPr>
          <p:spPr>
            <a:xfrm>
              <a:off x="7753544" y="7584847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58" name="object 4358" descr=""/>
            <p:cNvSpPr/>
            <p:nvPr/>
          </p:nvSpPr>
          <p:spPr>
            <a:xfrm>
              <a:off x="7753544" y="7551047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9" name="object 4359" descr=""/>
            <p:cNvSpPr/>
            <p:nvPr/>
          </p:nvSpPr>
          <p:spPr>
            <a:xfrm>
              <a:off x="7753544" y="7551047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60" name="object 4360" descr=""/>
            <p:cNvSpPr/>
            <p:nvPr/>
          </p:nvSpPr>
          <p:spPr>
            <a:xfrm>
              <a:off x="7753544" y="7517237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1" name="object 4361" descr=""/>
            <p:cNvSpPr/>
            <p:nvPr/>
          </p:nvSpPr>
          <p:spPr>
            <a:xfrm>
              <a:off x="7753544" y="7517237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62" name="object 4362" descr=""/>
            <p:cNvSpPr/>
            <p:nvPr/>
          </p:nvSpPr>
          <p:spPr>
            <a:xfrm>
              <a:off x="7753544" y="7483426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3" name="object 4363" descr=""/>
            <p:cNvSpPr/>
            <p:nvPr/>
          </p:nvSpPr>
          <p:spPr>
            <a:xfrm>
              <a:off x="7753544" y="7483426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64" name="object 4364" descr=""/>
            <p:cNvSpPr/>
            <p:nvPr/>
          </p:nvSpPr>
          <p:spPr>
            <a:xfrm>
              <a:off x="7753544" y="7449626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5" name="object 4365" descr=""/>
            <p:cNvSpPr/>
            <p:nvPr/>
          </p:nvSpPr>
          <p:spPr>
            <a:xfrm>
              <a:off x="7753544" y="7449626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66" name="object 4366" descr=""/>
            <p:cNvSpPr/>
            <p:nvPr/>
          </p:nvSpPr>
          <p:spPr>
            <a:xfrm>
              <a:off x="7753544" y="7415816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7" name="object 4367" descr=""/>
            <p:cNvSpPr/>
            <p:nvPr/>
          </p:nvSpPr>
          <p:spPr>
            <a:xfrm>
              <a:off x="7753544" y="7415816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68" name="object 4368" descr=""/>
            <p:cNvSpPr/>
            <p:nvPr/>
          </p:nvSpPr>
          <p:spPr>
            <a:xfrm>
              <a:off x="7753544" y="7382016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9" name="object 4369" descr=""/>
            <p:cNvSpPr/>
            <p:nvPr/>
          </p:nvSpPr>
          <p:spPr>
            <a:xfrm>
              <a:off x="7753544" y="7382016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70" name="object 4370" descr=""/>
            <p:cNvSpPr/>
            <p:nvPr/>
          </p:nvSpPr>
          <p:spPr>
            <a:xfrm>
              <a:off x="7753544" y="7348205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1" name="object 4371" descr=""/>
            <p:cNvSpPr/>
            <p:nvPr/>
          </p:nvSpPr>
          <p:spPr>
            <a:xfrm>
              <a:off x="7753544" y="7348205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72" name="object 4372" descr=""/>
            <p:cNvSpPr/>
            <p:nvPr/>
          </p:nvSpPr>
          <p:spPr>
            <a:xfrm>
              <a:off x="7753544" y="7314395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3" name="object 4373" descr=""/>
            <p:cNvSpPr/>
            <p:nvPr/>
          </p:nvSpPr>
          <p:spPr>
            <a:xfrm>
              <a:off x="7753544" y="7314395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74" name="object 4374" descr=""/>
            <p:cNvSpPr/>
            <p:nvPr/>
          </p:nvSpPr>
          <p:spPr>
            <a:xfrm>
              <a:off x="7718508" y="8531457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5" name="object 4375" descr=""/>
            <p:cNvSpPr/>
            <p:nvPr/>
          </p:nvSpPr>
          <p:spPr>
            <a:xfrm>
              <a:off x="7718508" y="8531457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76" name="object 4376" descr=""/>
            <p:cNvSpPr/>
            <p:nvPr/>
          </p:nvSpPr>
          <p:spPr>
            <a:xfrm>
              <a:off x="7718508" y="8497636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7" name="object 4377" descr=""/>
            <p:cNvSpPr/>
            <p:nvPr/>
          </p:nvSpPr>
          <p:spPr>
            <a:xfrm>
              <a:off x="7718508" y="8497636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78" name="object 4378" descr=""/>
            <p:cNvSpPr/>
            <p:nvPr/>
          </p:nvSpPr>
          <p:spPr>
            <a:xfrm>
              <a:off x="7718508" y="8463836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9" name="object 4379" descr=""/>
            <p:cNvSpPr/>
            <p:nvPr/>
          </p:nvSpPr>
          <p:spPr>
            <a:xfrm>
              <a:off x="7718508" y="8463836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80" name="object 4380" descr=""/>
            <p:cNvSpPr/>
            <p:nvPr/>
          </p:nvSpPr>
          <p:spPr>
            <a:xfrm>
              <a:off x="7718508" y="8430026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1" name="object 4381" descr=""/>
            <p:cNvSpPr/>
            <p:nvPr/>
          </p:nvSpPr>
          <p:spPr>
            <a:xfrm>
              <a:off x="7718508" y="8430026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82" name="object 4382" descr=""/>
            <p:cNvSpPr/>
            <p:nvPr/>
          </p:nvSpPr>
          <p:spPr>
            <a:xfrm>
              <a:off x="7718508" y="8396205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3" name="object 4383" descr=""/>
            <p:cNvSpPr/>
            <p:nvPr/>
          </p:nvSpPr>
          <p:spPr>
            <a:xfrm>
              <a:off x="7718508" y="8396205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84" name="object 4384" descr=""/>
            <p:cNvSpPr/>
            <p:nvPr/>
          </p:nvSpPr>
          <p:spPr>
            <a:xfrm>
              <a:off x="7718508" y="8362415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5" name="object 4385" descr=""/>
            <p:cNvSpPr/>
            <p:nvPr/>
          </p:nvSpPr>
          <p:spPr>
            <a:xfrm>
              <a:off x="7718508" y="8362415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86" name="object 4386" descr=""/>
            <p:cNvSpPr/>
            <p:nvPr/>
          </p:nvSpPr>
          <p:spPr>
            <a:xfrm>
              <a:off x="7718508" y="8328605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7" name="object 4387" descr=""/>
            <p:cNvSpPr/>
            <p:nvPr/>
          </p:nvSpPr>
          <p:spPr>
            <a:xfrm>
              <a:off x="7718508" y="8328605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88" name="object 4388" descr=""/>
            <p:cNvSpPr/>
            <p:nvPr/>
          </p:nvSpPr>
          <p:spPr>
            <a:xfrm>
              <a:off x="7718508" y="8294805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9" name="object 4389" descr=""/>
            <p:cNvSpPr/>
            <p:nvPr/>
          </p:nvSpPr>
          <p:spPr>
            <a:xfrm>
              <a:off x="7718508" y="8294805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90" name="object 4390" descr=""/>
            <p:cNvSpPr/>
            <p:nvPr/>
          </p:nvSpPr>
          <p:spPr>
            <a:xfrm>
              <a:off x="7718508" y="8260984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1" name="object 4391" descr=""/>
            <p:cNvSpPr/>
            <p:nvPr/>
          </p:nvSpPr>
          <p:spPr>
            <a:xfrm>
              <a:off x="7718508" y="8260984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92" name="object 4392" descr=""/>
            <p:cNvSpPr/>
            <p:nvPr/>
          </p:nvSpPr>
          <p:spPr>
            <a:xfrm>
              <a:off x="7718508" y="8227184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3" name="object 4393" descr=""/>
            <p:cNvSpPr/>
            <p:nvPr/>
          </p:nvSpPr>
          <p:spPr>
            <a:xfrm>
              <a:off x="7718508" y="8227184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94" name="object 4394" descr=""/>
            <p:cNvSpPr/>
            <p:nvPr/>
          </p:nvSpPr>
          <p:spPr>
            <a:xfrm>
              <a:off x="7718508" y="8193384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5" name="object 4395" descr=""/>
            <p:cNvSpPr/>
            <p:nvPr/>
          </p:nvSpPr>
          <p:spPr>
            <a:xfrm>
              <a:off x="7718508" y="8193384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96" name="object 4396" descr=""/>
            <p:cNvSpPr/>
            <p:nvPr/>
          </p:nvSpPr>
          <p:spPr>
            <a:xfrm>
              <a:off x="7718508" y="8159573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7" name="object 4397" descr=""/>
            <p:cNvSpPr/>
            <p:nvPr/>
          </p:nvSpPr>
          <p:spPr>
            <a:xfrm>
              <a:off x="7718508" y="8159573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98" name="object 4398" descr=""/>
            <p:cNvSpPr/>
            <p:nvPr/>
          </p:nvSpPr>
          <p:spPr>
            <a:xfrm>
              <a:off x="7718508" y="8125763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9" name="object 4399" descr=""/>
            <p:cNvSpPr/>
            <p:nvPr/>
          </p:nvSpPr>
          <p:spPr>
            <a:xfrm>
              <a:off x="7718508" y="8125763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00" name="object 4400" descr=""/>
            <p:cNvSpPr/>
            <p:nvPr/>
          </p:nvSpPr>
          <p:spPr>
            <a:xfrm>
              <a:off x="7718508" y="8091952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1" name="object 4401" descr=""/>
            <p:cNvSpPr/>
            <p:nvPr/>
          </p:nvSpPr>
          <p:spPr>
            <a:xfrm>
              <a:off x="7718508" y="8091952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02" name="object 4402" descr=""/>
            <p:cNvSpPr/>
            <p:nvPr/>
          </p:nvSpPr>
          <p:spPr>
            <a:xfrm>
              <a:off x="7718508" y="8058142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3" name="object 4403" descr=""/>
            <p:cNvSpPr/>
            <p:nvPr/>
          </p:nvSpPr>
          <p:spPr>
            <a:xfrm>
              <a:off x="7718508" y="8058142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04" name="object 4404" descr=""/>
            <p:cNvSpPr/>
            <p:nvPr/>
          </p:nvSpPr>
          <p:spPr>
            <a:xfrm>
              <a:off x="7718508" y="8024342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5" name="object 4405" descr=""/>
            <p:cNvSpPr/>
            <p:nvPr/>
          </p:nvSpPr>
          <p:spPr>
            <a:xfrm>
              <a:off x="7718508" y="8024342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06" name="object 4406" descr=""/>
            <p:cNvSpPr/>
            <p:nvPr/>
          </p:nvSpPr>
          <p:spPr>
            <a:xfrm>
              <a:off x="7718508" y="7990542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7" name="object 4407" descr=""/>
            <p:cNvSpPr/>
            <p:nvPr/>
          </p:nvSpPr>
          <p:spPr>
            <a:xfrm>
              <a:off x="7718508" y="7990542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08" name="object 4408" descr=""/>
            <p:cNvSpPr/>
            <p:nvPr/>
          </p:nvSpPr>
          <p:spPr>
            <a:xfrm>
              <a:off x="7718508" y="7956731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9" name="object 4409" descr=""/>
            <p:cNvSpPr/>
            <p:nvPr/>
          </p:nvSpPr>
          <p:spPr>
            <a:xfrm>
              <a:off x="7718508" y="7956731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10" name="object 4410" descr=""/>
            <p:cNvSpPr/>
            <p:nvPr/>
          </p:nvSpPr>
          <p:spPr>
            <a:xfrm>
              <a:off x="7718508" y="7922921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1" name="object 4411" descr=""/>
            <p:cNvSpPr/>
            <p:nvPr/>
          </p:nvSpPr>
          <p:spPr>
            <a:xfrm>
              <a:off x="7718508" y="7922921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12" name="object 4412" descr=""/>
            <p:cNvSpPr/>
            <p:nvPr/>
          </p:nvSpPr>
          <p:spPr>
            <a:xfrm>
              <a:off x="7718508" y="7889110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3" name="object 4413" descr=""/>
            <p:cNvSpPr/>
            <p:nvPr/>
          </p:nvSpPr>
          <p:spPr>
            <a:xfrm>
              <a:off x="7718508" y="7889110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14" name="object 4414" descr=""/>
            <p:cNvSpPr/>
            <p:nvPr/>
          </p:nvSpPr>
          <p:spPr>
            <a:xfrm>
              <a:off x="7718508" y="7855310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5" name="object 4415" descr=""/>
            <p:cNvSpPr/>
            <p:nvPr/>
          </p:nvSpPr>
          <p:spPr>
            <a:xfrm>
              <a:off x="7718508" y="7855310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16" name="object 4416" descr=""/>
            <p:cNvSpPr/>
            <p:nvPr/>
          </p:nvSpPr>
          <p:spPr>
            <a:xfrm>
              <a:off x="7718508" y="7821500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7" name="object 4417" descr=""/>
            <p:cNvSpPr/>
            <p:nvPr/>
          </p:nvSpPr>
          <p:spPr>
            <a:xfrm>
              <a:off x="7718508" y="7821500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18" name="object 4418" descr=""/>
            <p:cNvSpPr/>
            <p:nvPr/>
          </p:nvSpPr>
          <p:spPr>
            <a:xfrm>
              <a:off x="7718508" y="7787689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9" name="object 4419" descr=""/>
            <p:cNvSpPr/>
            <p:nvPr/>
          </p:nvSpPr>
          <p:spPr>
            <a:xfrm>
              <a:off x="7718508" y="7787689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20" name="object 4420" descr=""/>
            <p:cNvSpPr/>
            <p:nvPr/>
          </p:nvSpPr>
          <p:spPr>
            <a:xfrm>
              <a:off x="7718508" y="7753889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1" name="object 4421" descr=""/>
            <p:cNvSpPr/>
            <p:nvPr/>
          </p:nvSpPr>
          <p:spPr>
            <a:xfrm>
              <a:off x="7718508" y="7753889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22" name="object 4422" descr=""/>
            <p:cNvSpPr/>
            <p:nvPr/>
          </p:nvSpPr>
          <p:spPr>
            <a:xfrm>
              <a:off x="7718508" y="7720079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3" name="object 4423" descr=""/>
            <p:cNvSpPr/>
            <p:nvPr/>
          </p:nvSpPr>
          <p:spPr>
            <a:xfrm>
              <a:off x="7718508" y="7720079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24" name="object 4424" descr=""/>
            <p:cNvSpPr/>
            <p:nvPr/>
          </p:nvSpPr>
          <p:spPr>
            <a:xfrm>
              <a:off x="7718508" y="7686268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5" name="object 4425" descr=""/>
            <p:cNvSpPr/>
            <p:nvPr/>
          </p:nvSpPr>
          <p:spPr>
            <a:xfrm>
              <a:off x="7718508" y="7686268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26" name="object 4426" descr=""/>
            <p:cNvSpPr/>
            <p:nvPr/>
          </p:nvSpPr>
          <p:spPr>
            <a:xfrm>
              <a:off x="7718508" y="7652468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7" name="object 4427" descr=""/>
            <p:cNvSpPr/>
            <p:nvPr/>
          </p:nvSpPr>
          <p:spPr>
            <a:xfrm>
              <a:off x="7718508" y="7652468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28" name="object 4428" descr=""/>
            <p:cNvSpPr/>
            <p:nvPr/>
          </p:nvSpPr>
          <p:spPr>
            <a:xfrm>
              <a:off x="7718508" y="7618658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9" name="object 4429" descr=""/>
            <p:cNvSpPr/>
            <p:nvPr/>
          </p:nvSpPr>
          <p:spPr>
            <a:xfrm>
              <a:off x="7718508" y="7618658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30" name="object 4430" descr=""/>
            <p:cNvSpPr/>
            <p:nvPr/>
          </p:nvSpPr>
          <p:spPr>
            <a:xfrm>
              <a:off x="7718508" y="7584847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1" name="object 4431" descr=""/>
            <p:cNvSpPr/>
            <p:nvPr/>
          </p:nvSpPr>
          <p:spPr>
            <a:xfrm>
              <a:off x="7718508" y="7584847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32" name="object 4432" descr=""/>
            <p:cNvSpPr/>
            <p:nvPr/>
          </p:nvSpPr>
          <p:spPr>
            <a:xfrm>
              <a:off x="7718508" y="7551047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3" name="object 4433" descr=""/>
            <p:cNvSpPr/>
            <p:nvPr/>
          </p:nvSpPr>
          <p:spPr>
            <a:xfrm>
              <a:off x="7718508" y="7551047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34" name="object 4434" descr=""/>
            <p:cNvSpPr/>
            <p:nvPr/>
          </p:nvSpPr>
          <p:spPr>
            <a:xfrm>
              <a:off x="7718508" y="7517237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5" name="object 4435" descr=""/>
            <p:cNvSpPr/>
            <p:nvPr/>
          </p:nvSpPr>
          <p:spPr>
            <a:xfrm>
              <a:off x="7718508" y="7517237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36" name="object 4436" descr=""/>
            <p:cNvSpPr/>
            <p:nvPr/>
          </p:nvSpPr>
          <p:spPr>
            <a:xfrm>
              <a:off x="7718508" y="7483426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7" name="object 4437" descr=""/>
            <p:cNvSpPr/>
            <p:nvPr/>
          </p:nvSpPr>
          <p:spPr>
            <a:xfrm>
              <a:off x="7718508" y="7483426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38" name="object 4438" descr=""/>
            <p:cNvSpPr/>
            <p:nvPr/>
          </p:nvSpPr>
          <p:spPr>
            <a:xfrm>
              <a:off x="7718508" y="7449626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9" name="object 4439" descr=""/>
            <p:cNvSpPr/>
            <p:nvPr/>
          </p:nvSpPr>
          <p:spPr>
            <a:xfrm>
              <a:off x="7718508" y="7449626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40" name="object 4440" descr=""/>
            <p:cNvSpPr/>
            <p:nvPr/>
          </p:nvSpPr>
          <p:spPr>
            <a:xfrm>
              <a:off x="7718508" y="7415816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1" name="object 4441" descr=""/>
            <p:cNvSpPr/>
            <p:nvPr/>
          </p:nvSpPr>
          <p:spPr>
            <a:xfrm>
              <a:off x="7718508" y="7415816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42" name="object 4442" descr=""/>
            <p:cNvSpPr/>
            <p:nvPr/>
          </p:nvSpPr>
          <p:spPr>
            <a:xfrm>
              <a:off x="7718508" y="7382016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3" name="object 4443" descr=""/>
            <p:cNvSpPr/>
            <p:nvPr/>
          </p:nvSpPr>
          <p:spPr>
            <a:xfrm>
              <a:off x="7718508" y="7382016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44" name="object 4444" descr=""/>
            <p:cNvSpPr/>
            <p:nvPr/>
          </p:nvSpPr>
          <p:spPr>
            <a:xfrm>
              <a:off x="7718508" y="7348205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5" name="object 4445" descr=""/>
            <p:cNvSpPr/>
            <p:nvPr/>
          </p:nvSpPr>
          <p:spPr>
            <a:xfrm>
              <a:off x="7718508" y="7348205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46" name="object 4446" descr=""/>
            <p:cNvSpPr/>
            <p:nvPr/>
          </p:nvSpPr>
          <p:spPr>
            <a:xfrm>
              <a:off x="7718508" y="7314395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7" name="object 4447" descr=""/>
            <p:cNvSpPr/>
            <p:nvPr/>
          </p:nvSpPr>
          <p:spPr>
            <a:xfrm>
              <a:off x="7718508" y="7314395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48" name="object 4448" descr=""/>
            <p:cNvSpPr/>
            <p:nvPr/>
          </p:nvSpPr>
          <p:spPr>
            <a:xfrm>
              <a:off x="8081932" y="8531457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9" name="object 4449" descr=""/>
            <p:cNvSpPr/>
            <p:nvPr/>
          </p:nvSpPr>
          <p:spPr>
            <a:xfrm>
              <a:off x="8081932" y="8531457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50" name="object 4450" descr=""/>
            <p:cNvSpPr/>
            <p:nvPr/>
          </p:nvSpPr>
          <p:spPr>
            <a:xfrm>
              <a:off x="8081932" y="8497636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1" name="object 4451" descr=""/>
            <p:cNvSpPr/>
            <p:nvPr/>
          </p:nvSpPr>
          <p:spPr>
            <a:xfrm>
              <a:off x="8081932" y="8497636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52" name="object 4452" descr=""/>
            <p:cNvSpPr/>
            <p:nvPr/>
          </p:nvSpPr>
          <p:spPr>
            <a:xfrm>
              <a:off x="8081932" y="8463836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3" name="object 4453" descr=""/>
            <p:cNvSpPr/>
            <p:nvPr/>
          </p:nvSpPr>
          <p:spPr>
            <a:xfrm>
              <a:off x="8081932" y="8463836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54" name="object 4454" descr=""/>
            <p:cNvSpPr/>
            <p:nvPr/>
          </p:nvSpPr>
          <p:spPr>
            <a:xfrm>
              <a:off x="8081932" y="8430026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5" name="object 4455" descr=""/>
            <p:cNvSpPr/>
            <p:nvPr/>
          </p:nvSpPr>
          <p:spPr>
            <a:xfrm>
              <a:off x="8081932" y="8430026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56" name="object 4456" descr=""/>
            <p:cNvSpPr/>
            <p:nvPr/>
          </p:nvSpPr>
          <p:spPr>
            <a:xfrm>
              <a:off x="8081932" y="8396205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7" name="object 4457" descr=""/>
            <p:cNvSpPr/>
            <p:nvPr/>
          </p:nvSpPr>
          <p:spPr>
            <a:xfrm>
              <a:off x="8081932" y="8396205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58" name="object 4458" descr=""/>
            <p:cNvSpPr/>
            <p:nvPr/>
          </p:nvSpPr>
          <p:spPr>
            <a:xfrm>
              <a:off x="8081932" y="8362415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9" name="object 4459" descr=""/>
            <p:cNvSpPr/>
            <p:nvPr/>
          </p:nvSpPr>
          <p:spPr>
            <a:xfrm>
              <a:off x="8081932" y="8362415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60" name="object 4460" descr=""/>
            <p:cNvSpPr/>
            <p:nvPr/>
          </p:nvSpPr>
          <p:spPr>
            <a:xfrm>
              <a:off x="8081932" y="8328605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1" name="object 4461" descr=""/>
            <p:cNvSpPr/>
            <p:nvPr/>
          </p:nvSpPr>
          <p:spPr>
            <a:xfrm>
              <a:off x="8081932" y="8328605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62" name="object 4462" descr=""/>
            <p:cNvSpPr/>
            <p:nvPr/>
          </p:nvSpPr>
          <p:spPr>
            <a:xfrm>
              <a:off x="8081932" y="8294805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3" name="object 4463" descr=""/>
            <p:cNvSpPr/>
            <p:nvPr/>
          </p:nvSpPr>
          <p:spPr>
            <a:xfrm>
              <a:off x="8081932" y="8294805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64" name="object 4464" descr=""/>
            <p:cNvSpPr/>
            <p:nvPr/>
          </p:nvSpPr>
          <p:spPr>
            <a:xfrm>
              <a:off x="8081932" y="8260984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5" name="object 4465" descr=""/>
            <p:cNvSpPr/>
            <p:nvPr/>
          </p:nvSpPr>
          <p:spPr>
            <a:xfrm>
              <a:off x="8081932" y="8260984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66" name="object 4466" descr=""/>
            <p:cNvSpPr/>
            <p:nvPr/>
          </p:nvSpPr>
          <p:spPr>
            <a:xfrm>
              <a:off x="8081932" y="8227184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7" name="object 4467" descr=""/>
            <p:cNvSpPr/>
            <p:nvPr/>
          </p:nvSpPr>
          <p:spPr>
            <a:xfrm>
              <a:off x="8081932" y="8227184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68" name="object 4468" descr=""/>
            <p:cNvSpPr/>
            <p:nvPr/>
          </p:nvSpPr>
          <p:spPr>
            <a:xfrm>
              <a:off x="8081932" y="8193384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9" name="object 4469" descr=""/>
            <p:cNvSpPr/>
            <p:nvPr/>
          </p:nvSpPr>
          <p:spPr>
            <a:xfrm>
              <a:off x="8081932" y="8193384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70" name="object 4470" descr=""/>
            <p:cNvSpPr/>
            <p:nvPr/>
          </p:nvSpPr>
          <p:spPr>
            <a:xfrm>
              <a:off x="8081932" y="8159573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1" name="object 4471" descr=""/>
            <p:cNvSpPr/>
            <p:nvPr/>
          </p:nvSpPr>
          <p:spPr>
            <a:xfrm>
              <a:off x="8081932" y="8159573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72" name="object 4472" descr=""/>
            <p:cNvSpPr/>
            <p:nvPr/>
          </p:nvSpPr>
          <p:spPr>
            <a:xfrm>
              <a:off x="8081932" y="8125763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3" name="object 4473" descr=""/>
            <p:cNvSpPr/>
            <p:nvPr/>
          </p:nvSpPr>
          <p:spPr>
            <a:xfrm>
              <a:off x="8081932" y="8125763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74" name="object 4474" descr=""/>
            <p:cNvSpPr/>
            <p:nvPr/>
          </p:nvSpPr>
          <p:spPr>
            <a:xfrm>
              <a:off x="8081932" y="8091952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5" name="object 4475" descr=""/>
            <p:cNvSpPr/>
            <p:nvPr/>
          </p:nvSpPr>
          <p:spPr>
            <a:xfrm>
              <a:off x="8081932" y="8091952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76" name="object 4476" descr=""/>
            <p:cNvSpPr/>
            <p:nvPr/>
          </p:nvSpPr>
          <p:spPr>
            <a:xfrm>
              <a:off x="8081932" y="8058142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7" name="object 4477" descr=""/>
            <p:cNvSpPr/>
            <p:nvPr/>
          </p:nvSpPr>
          <p:spPr>
            <a:xfrm>
              <a:off x="8081932" y="8058142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78" name="object 4478" descr=""/>
            <p:cNvSpPr/>
            <p:nvPr/>
          </p:nvSpPr>
          <p:spPr>
            <a:xfrm>
              <a:off x="8081932" y="8024342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9" name="object 4479" descr=""/>
            <p:cNvSpPr/>
            <p:nvPr/>
          </p:nvSpPr>
          <p:spPr>
            <a:xfrm>
              <a:off x="8081932" y="8024342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80" name="object 4480" descr=""/>
            <p:cNvSpPr/>
            <p:nvPr/>
          </p:nvSpPr>
          <p:spPr>
            <a:xfrm>
              <a:off x="8081932" y="7990542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1" name="object 4481" descr=""/>
            <p:cNvSpPr/>
            <p:nvPr/>
          </p:nvSpPr>
          <p:spPr>
            <a:xfrm>
              <a:off x="8081932" y="7990542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82" name="object 4482" descr=""/>
            <p:cNvSpPr/>
            <p:nvPr/>
          </p:nvSpPr>
          <p:spPr>
            <a:xfrm>
              <a:off x="8081932" y="7956731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3" name="object 4483" descr=""/>
            <p:cNvSpPr/>
            <p:nvPr/>
          </p:nvSpPr>
          <p:spPr>
            <a:xfrm>
              <a:off x="8081932" y="7956731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84" name="object 4484" descr=""/>
            <p:cNvSpPr/>
            <p:nvPr/>
          </p:nvSpPr>
          <p:spPr>
            <a:xfrm>
              <a:off x="8081932" y="7922921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5" name="object 4485" descr=""/>
            <p:cNvSpPr/>
            <p:nvPr/>
          </p:nvSpPr>
          <p:spPr>
            <a:xfrm>
              <a:off x="8081932" y="7922921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86" name="object 4486" descr=""/>
            <p:cNvSpPr/>
            <p:nvPr/>
          </p:nvSpPr>
          <p:spPr>
            <a:xfrm>
              <a:off x="8081932" y="7889110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7" name="object 4487" descr=""/>
            <p:cNvSpPr/>
            <p:nvPr/>
          </p:nvSpPr>
          <p:spPr>
            <a:xfrm>
              <a:off x="8081932" y="7889110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88" name="object 4488" descr=""/>
            <p:cNvSpPr/>
            <p:nvPr/>
          </p:nvSpPr>
          <p:spPr>
            <a:xfrm>
              <a:off x="8081932" y="7855310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9" name="object 4489" descr=""/>
            <p:cNvSpPr/>
            <p:nvPr/>
          </p:nvSpPr>
          <p:spPr>
            <a:xfrm>
              <a:off x="8081932" y="7855310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90" name="object 4490" descr=""/>
            <p:cNvSpPr/>
            <p:nvPr/>
          </p:nvSpPr>
          <p:spPr>
            <a:xfrm>
              <a:off x="8081932" y="7821500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1" name="object 4491" descr=""/>
            <p:cNvSpPr/>
            <p:nvPr/>
          </p:nvSpPr>
          <p:spPr>
            <a:xfrm>
              <a:off x="8081932" y="7821500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92" name="object 4492" descr=""/>
            <p:cNvSpPr/>
            <p:nvPr/>
          </p:nvSpPr>
          <p:spPr>
            <a:xfrm>
              <a:off x="8081932" y="7787689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3" name="object 4493" descr=""/>
            <p:cNvSpPr/>
            <p:nvPr/>
          </p:nvSpPr>
          <p:spPr>
            <a:xfrm>
              <a:off x="8081932" y="7787689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94" name="object 4494" descr=""/>
            <p:cNvSpPr/>
            <p:nvPr/>
          </p:nvSpPr>
          <p:spPr>
            <a:xfrm>
              <a:off x="8081932" y="7753889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5" name="object 4495" descr=""/>
            <p:cNvSpPr/>
            <p:nvPr/>
          </p:nvSpPr>
          <p:spPr>
            <a:xfrm>
              <a:off x="8081932" y="7753889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96" name="object 4496" descr=""/>
            <p:cNvSpPr/>
            <p:nvPr/>
          </p:nvSpPr>
          <p:spPr>
            <a:xfrm>
              <a:off x="8081932" y="7720079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7" name="object 4497" descr=""/>
            <p:cNvSpPr/>
            <p:nvPr/>
          </p:nvSpPr>
          <p:spPr>
            <a:xfrm>
              <a:off x="8081932" y="7720079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98" name="object 4498" descr=""/>
            <p:cNvSpPr/>
            <p:nvPr/>
          </p:nvSpPr>
          <p:spPr>
            <a:xfrm>
              <a:off x="8081932" y="7686268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9" name="object 4499" descr=""/>
            <p:cNvSpPr/>
            <p:nvPr/>
          </p:nvSpPr>
          <p:spPr>
            <a:xfrm>
              <a:off x="8081932" y="7686268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00" name="object 4500" descr=""/>
            <p:cNvSpPr/>
            <p:nvPr/>
          </p:nvSpPr>
          <p:spPr>
            <a:xfrm>
              <a:off x="8081932" y="7652468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1" name="object 4501" descr=""/>
            <p:cNvSpPr/>
            <p:nvPr/>
          </p:nvSpPr>
          <p:spPr>
            <a:xfrm>
              <a:off x="8081932" y="7652468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02" name="object 4502" descr=""/>
            <p:cNvSpPr/>
            <p:nvPr/>
          </p:nvSpPr>
          <p:spPr>
            <a:xfrm>
              <a:off x="8081932" y="7618658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3" name="object 4503" descr=""/>
            <p:cNvSpPr/>
            <p:nvPr/>
          </p:nvSpPr>
          <p:spPr>
            <a:xfrm>
              <a:off x="8081932" y="7618658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04" name="object 4504" descr=""/>
            <p:cNvSpPr/>
            <p:nvPr/>
          </p:nvSpPr>
          <p:spPr>
            <a:xfrm>
              <a:off x="8081932" y="7584847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5" name="object 4505" descr=""/>
            <p:cNvSpPr/>
            <p:nvPr/>
          </p:nvSpPr>
          <p:spPr>
            <a:xfrm>
              <a:off x="8081932" y="7584847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06" name="object 4506" descr=""/>
            <p:cNvSpPr/>
            <p:nvPr/>
          </p:nvSpPr>
          <p:spPr>
            <a:xfrm>
              <a:off x="8081932" y="7551047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7" name="object 4507" descr=""/>
            <p:cNvSpPr/>
            <p:nvPr/>
          </p:nvSpPr>
          <p:spPr>
            <a:xfrm>
              <a:off x="8081932" y="7551047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08" name="object 4508" descr=""/>
            <p:cNvSpPr/>
            <p:nvPr/>
          </p:nvSpPr>
          <p:spPr>
            <a:xfrm>
              <a:off x="8081932" y="7517237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9" name="object 4509" descr=""/>
            <p:cNvSpPr/>
            <p:nvPr/>
          </p:nvSpPr>
          <p:spPr>
            <a:xfrm>
              <a:off x="8081932" y="7517237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10" name="object 4510" descr=""/>
            <p:cNvSpPr/>
            <p:nvPr/>
          </p:nvSpPr>
          <p:spPr>
            <a:xfrm>
              <a:off x="8081932" y="7483426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1" name="object 4511" descr=""/>
            <p:cNvSpPr/>
            <p:nvPr/>
          </p:nvSpPr>
          <p:spPr>
            <a:xfrm>
              <a:off x="8081932" y="7483426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12" name="object 4512" descr=""/>
            <p:cNvSpPr/>
            <p:nvPr/>
          </p:nvSpPr>
          <p:spPr>
            <a:xfrm>
              <a:off x="8081932" y="7449626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3" name="object 4513" descr=""/>
            <p:cNvSpPr/>
            <p:nvPr/>
          </p:nvSpPr>
          <p:spPr>
            <a:xfrm>
              <a:off x="8081932" y="7449626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14" name="object 4514" descr=""/>
            <p:cNvSpPr/>
            <p:nvPr/>
          </p:nvSpPr>
          <p:spPr>
            <a:xfrm>
              <a:off x="8081932" y="7415816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5" name="object 4515" descr=""/>
            <p:cNvSpPr/>
            <p:nvPr/>
          </p:nvSpPr>
          <p:spPr>
            <a:xfrm>
              <a:off x="8081932" y="7415816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16" name="object 4516" descr=""/>
            <p:cNvSpPr/>
            <p:nvPr/>
          </p:nvSpPr>
          <p:spPr>
            <a:xfrm>
              <a:off x="8081932" y="7382016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7" name="object 4517" descr=""/>
            <p:cNvSpPr/>
            <p:nvPr/>
          </p:nvSpPr>
          <p:spPr>
            <a:xfrm>
              <a:off x="8081932" y="7382016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18" name="object 4518" descr=""/>
            <p:cNvSpPr/>
            <p:nvPr/>
          </p:nvSpPr>
          <p:spPr>
            <a:xfrm>
              <a:off x="8081932" y="7348205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9" name="object 4519" descr=""/>
            <p:cNvSpPr/>
            <p:nvPr/>
          </p:nvSpPr>
          <p:spPr>
            <a:xfrm>
              <a:off x="8081932" y="7348205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20" name="object 4520" descr=""/>
            <p:cNvSpPr/>
            <p:nvPr/>
          </p:nvSpPr>
          <p:spPr>
            <a:xfrm>
              <a:off x="8081932" y="7314395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1" name="object 4521" descr=""/>
            <p:cNvSpPr/>
            <p:nvPr/>
          </p:nvSpPr>
          <p:spPr>
            <a:xfrm>
              <a:off x="8081932" y="7314395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22" name="object 4522" descr=""/>
            <p:cNvSpPr/>
            <p:nvPr/>
          </p:nvSpPr>
          <p:spPr>
            <a:xfrm>
              <a:off x="8127009" y="8531457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3" name="object 4523" descr=""/>
            <p:cNvSpPr/>
            <p:nvPr/>
          </p:nvSpPr>
          <p:spPr>
            <a:xfrm>
              <a:off x="8127009" y="8531457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24" name="object 4524" descr=""/>
            <p:cNvSpPr/>
            <p:nvPr/>
          </p:nvSpPr>
          <p:spPr>
            <a:xfrm>
              <a:off x="8127009" y="8497636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5" name="object 4525" descr=""/>
            <p:cNvSpPr/>
            <p:nvPr/>
          </p:nvSpPr>
          <p:spPr>
            <a:xfrm>
              <a:off x="8127009" y="8497636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26" name="object 4526" descr=""/>
            <p:cNvSpPr/>
            <p:nvPr/>
          </p:nvSpPr>
          <p:spPr>
            <a:xfrm>
              <a:off x="8127009" y="8463836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7" name="object 4527" descr=""/>
            <p:cNvSpPr/>
            <p:nvPr/>
          </p:nvSpPr>
          <p:spPr>
            <a:xfrm>
              <a:off x="8127009" y="8463836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28" name="object 4528" descr=""/>
            <p:cNvSpPr/>
            <p:nvPr/>
          </p:nvSpPr>
          <p:spPr>
            <a:xfrm>
              <a:off x="8127009" y="8430026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9" name="object 4529" descr=""/>
            <p:cNvSpPr/>
            <p:nvPr/>
          </p:nvSpPr>
          <p:spPr>
            <a:xfrm>
              <a:off x="8127009" y="8430026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30" name="object 4530" descr=""/>
            <p:cNvSpPr/>
            <p:nvPr/>
          </p:nvSpPr>
          <p:spPr>
            <a:xfrm>
              <a:off x="8127009" y="8396205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1" name="object 4531" descr=""/>
            <p:cNvSpPr/>
            <p:nvPr/>
          </p:nvSpPr>
          <p:spPr>
            <a:xfrm>
              <a:off x="8127009" y="8396205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32" name="object 4532" descr=""/>
            <p:cNvSpPr/>
            <p:nvPr/>
          </p:nvSpPr>
          <p:spPr>
            <a:xfrm>
              <a:off x="8127009" y="8362415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3" name="object 4533" descr=""/>
            <p:cNvSpPr/>
            <p:nvPr/>
          </p:nvSpPr>
          <p:spPr>
            <a:xfrm>
              <a:off x="8127009" y="8362415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34" name="object 4534" descr=""/>
            <p:cNvSpPr/>
            <p:nvPr/>
          </p:nvSpPr>
          <p:spPr>
            <a:xfrm>
              <a:off x="8127009" y="8328605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5" name="object 4535" descr=""/>
            <p:cNvSpPr/>
            <p:nvPr/>
          </p:nvSpPr>
          <p:spPr>
            <a:xfrm>
              <a:off x="8127009" y="8328605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36" name="object 4536" descr=""/>
            <p:cNvSpPr/>
            <p:nvPr/>
          </p:nvSpPr>
          <p:spPr>
            <a:xfrm>
              <a:off x="8127009" y="8294805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7" name="object 4537" descr=""/>
            <p:cNvSpPr/>
            <p:nvPr/>
          </p:nvSpPr>
          <p:spPr>
            <a:xfrm>
              <a:off x="8127009" y="8294805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38" name="object 4538" descr=""/>
            <p:cNvSpPr/>
            <p:nvPr/>
          </p:nvSpPr>
          <p:spPr>
            <a:xfrm>
              <a:off x="8127009" y="8260984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9" name="object 4539" descr=""/>
            <p:cNvSpPr/>
            <p:nvPr/>
          </p:nvSpPr>
          <p:spPr>
            <a:xfrm>
              <a:off x="8127009" y="8260984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40" name="object 4540" descr=""/>
            <p:cNvSpPr/>
            <p:nvPr/>
          </p:nvSpPr>
          <p:spPr>
            <a:xfrm>
              <a:off x="8127009" y="8227184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1" name="object 4541" descr=""/>
            <p:cNvSpPr/>
            <p:nvPr/>
          </p:nvSpPr>
          <p:spPr>
            <a:xfrm>
              <a:off x="8127009" y="8227184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42" name="object 4542" descr=""/>
            <p:cNvSpPr/>
            <p:nvPr/>
          </p:nvSpPr>
          <p:spPr>
            <a:xfrm>
              <a:off x="8127009" y="8193384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3" name="object 4543" descr=""/>
            <p:cNvSpPr/>
            <p:nvPr/>
          </p:nvSpPr>
          <p:spPr>
            <a:xfrm>
              <a:off x="8127009" y="8193384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44" name="object 4544" descr=""/>
            <p:cNvSpPr/>
            <p:nvPr/>
          </p:nvSpPr>
          <p:spPr>
            <a:xfrm>
              <a:off x="8127009" y="8159573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5" name="object 4545" descr=""/>
            <p:cNvSpPr/>
            <p:nvPr/>
          </p:nvSpPr>
          <p:spPr>
            <a:xfrm>
              <a:off x="8127009" y="8159573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46" name="object 4546" descr=""/>
            <p:cNvSpPr/>
            <p:nvPr/>
          </p:nvSpPr>
          <p:spPr>
            <a:xfrm>
              <a:off x="8127009" y="8125763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7" name="object 4547" descr=""/>
            <p:cNvSpPr/>
            <p:nvPr/>
          </p:nvSpPr>
          <p:spPr>
            <a:xfrm>
              <a:off x="8127009" y="8125763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48" name="object 4548" descr=""/>
            <p:cNvSpPr/>
            <p:nvPr/>
          </p:nvSpPr>
          <p:spPr>
            <a:xfrm>
              <a:off x="8127009" y="8091952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9" name="object 4549" descr=""/>
            <p:cNvSpPr/>
            <p:nvPr/>
          </p:nvSpPr>
          <p:spPr>
            <a:xfrm>
              <a:off x="8127009" y="8091952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50" name="object 4550" descr=""/>
            <p:cNvSpPr/>
            <p:nvPr/>
          </p:nvSpPr>
          <p:spPr>
            <a:xfrm>
              <a:off x="8127009" y="8058142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1" name="object 4551" descr=""/>
            <p:cNvSpPr/>
            <p:nvPr/>
          </p:nvSpPr>
          <p:spPr>
            <a:xfrm>
              <a:off x="8127009" y="8058142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52" name="object 4552" descr=""/>
            <p:cNvSpPr/>
            <p:nvPr/>
          </p:nvSpPr>
          <p:spPr>
            <a:xfrm>
              <a:off x="8127009" y="8024342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3" name="object 4553" descr=""/>
            <p:cNvSpPr/>
            <p:nvPr/>
          </p:nvSpPr>
          <p:spPr>
            <a:xfrm>
              <a:off x="8127009" y="8024342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54" name="object 4554" descr=""/>
            <p:cNvSpPr/>
            <p:nvPr/>
          </p:nvSpPr>
          <p:spPr>
            <a:xfrm>
              <a:off x="8127009" y="7990542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5" name="object 4555" descr=""/>
            <p:cNvSpPr/>
            <p:nvPr/>
          </p:nvSpPr>
          <p:spPr>
            <a:xfrm>
              <a:off x="8127009" y="7990542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56" name="object 4556" descr=""/>
            <p:cNvSpPr/>
            <p:nvPr/>
          </p:nvSpPr>
          <p:spPr>
            <a:xfrm>
              <a:off x="8127009" y="7956731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7" name="object 4557" descr=""/>
            <p:cNvSpPr/>
            <p:nvPr/>
          </p:nvSpPr>
          <p:spPr>
            <a:xfrm>
              <a:off x="8127009" y="7956731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58" name="object 4558" descr=""/>
            <p:cNvSpPr/>
            <p:nvPr/>
          </p:nvSpPr>
          <p:spPr>
            <a:xfrm>
              <a:off x="8127009" y="7922921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9" name="object 4559" descr=""/>
            <p:cNvSpPr/>
            <p:nvPr/>
          </p:nvSpPr>
          <p:spPr>
            <a:xfrm>
              <a:off x="8127009" y="7922921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60" name="object 4560" descr=""/>
            <p:cNvSpPr/>
            <p:nvPr/>
          </p:nvSpPr>
          <p:spPr>
            <a:xfrm>
              <a:off x="8127009" y="7889110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1" name="object 4561" descr=""/>
            <p:cNvSpPr/>
            <p:nvPr/>
          </p:nvSpPr>
          <p:spPr>
            <a:xfrm>
              <a:off x="8127009" y="7889110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62" name="object 4562" descr=""/>
            <p:cNvSpPr/>
            <p:nvPr/>
          </p:nvSpPr>
          <p:spPr>
            <a:xfrm>
              <a:off x="8127009" y="7855310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3" name="object 4563" descr=""/>
            <p:cNvSpPr/>
            <p:nvPr/>
          </p:nvSpPr>
          <p:spPr>
            <a:xfrm>
              <a:off x="8127009" y="7855310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64" name="object 4564" descr=""/>
            <p:cNvSpPr/>
            <p:nvPr/>
          </p:nvSpPr>
          <p:spPr>
            <a:xfrm>
              <a:off x="8127009" y="7821500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5" name="object 4565" descr=""/>
            <p:cNvSpPr/>
            <p:nvPr/>
          </p:nvSpPr>
          <p:spPr>
            <a:xfrm>
              <a:off x="8127009" y="7821500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66" name="object 4566" descr=""/>
            <p:cNvSpPr/>
            <p:nvPr/>
          </p:nvSpPr>
          <p:spPr>
            <a:xfrm>
              <a:off x="8127009" y="7787689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7" name="object 4567" descr=""/>
            <p:cNvSpPr/>
            <p:nvPr/>
          </p:nvSpPr>
          <p:spPr>
            <a:xfrm>
              <a:off x="8127009" y="7787689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68" name="object 4568" descr=""/>
            <p:cNvSpPr/>
            <p:nvPr/>
          </p:nvSpPr>
          <p:spPr>
            <a:xfrm>
              <a:off x="8127009" y="7753889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9" name="object 4569" descr=""/>
            <p:cNvSpPr/>
            <p:nvPr/>
          </p:nvSpPr>
          <p:spPr>
            <a:xfrm>
              <a:off x="8127009" y="7753889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70" name="object 4570" descr=""/>
            <p:cNvSpPr/>
            <p:nvPr/>
          </p:nvSpPr>
          <p:spPr>
            <a:xfrm>
              <a:off x="8127009" y="7720079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1" name="object 4571" descr=""/>
            <p:cNvSpPr/>
            <p:nvPr/>
          </p:nvSpPr>
          <p:spPr>
            <a:xfrm>
              <a:off x="8127009" y="7720079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72" name="object 4572" descr=""/>
            <p:cNvSpPr/>
            <p:nvPr/>
          </p:nvSpPr>
          <p:spPr>
            <a:xfrm>
              <a:off x="8127009" y="7686268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3" name="object 4573" descr=""/>
            <p:cNvSpPr/>
            <p:nvPr/>
          </p:nvSpPr>
          <p:spPr>
            <a:xfrm>
              <a:off x="8127009" y="7686268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74" name="object 4574" descr=""/>
            <p:cNvSpPr/>
            <p:nvPr/>
          </p:nvSpPr>
          <p:spPr>
            <a:xfrm>
              <a:off x="8127009" y="7652468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5" name="object 4575" descr=""/>
            <p:cNvSpPr/>
            <p:nvPr/>
          </p:nvSpPr>
          <p:spPr>
            <a:xfrm>
              <a:off x="8127009" y="7652468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76" name="object 4576" descr=""/>
            <p:cNvSpPr/>
            <p:nvPr/>
          </p:nvSpPr>
          <p:spPr>
            <a:xfrm>
              <a:off x="8127009" y="7618658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7" name="object 4577" descr=""/>
            <p:cNvSpPr/>
            <p:nvPr/>
          </p:nvSpPr>
          <p:spPr>
            <a:xfrm>
              <a:off x="8127009" y="7618658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78" name="object 4578" descr=""/>
            <p:cNvSpPr/>
            <p:nvPr/>
          </p:nvSpPr>
          <p:spPr>
            <a:xfrm>
              <a:off x="8127009" y="7584847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9" name="object 4579" descr=""/>
            <p:cNvSpPr/>
            <p:nvPr/>
          </p:nvSpPr>
          <p:spPr>
            <a:xfrm>
              <a:off x="8127009" y="7584847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80" name="object 4580" descr=""/>
            <p:cNvSpPr/>
            <p:nvPr/>
          </p:nvSpPr>
          <p:spPr>
            <a:xfrm>
              <a:off x="8127009" y="7551047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1" name="object 4581" descr=""/>
            <p:cNvSpPr/>
            <p:nvPr/>
          </p:nvSpPr>
          <p:spPr>
            <a:xfrm>
              <a:off x="8127009" y="7551047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82" name="object 4582" descr=""/>
            <p:cNvSpPr/>
            <p:nvPr/>
          </p:nvSpPr>
          <p:spPr>
            <a:xfrm>
              <a:off x="8127009" y="7517237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3" name="object 4583" descr=""/>
            <p:cNvSpPr/>
            <p:nvPr/>
          </p:nvSpPr>
          <p:spPr>
            <a:xfrm>
              <a:off x="8127009" y="7517237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84" name="object 4584" descr=""/>
            <p:cNvSpPr/>
            <p:nvPr/>
          </p:nvSpPr>
          <p:spPr>
            <a:xfrm>
              <a:off x="8127009" y="7483426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5" name="object 4585" descr=""/>
            <p:cNvSpPr/>
            <p:nvPr/>
          </p:nvSpPr>
          <p:spPr>
            <a:xfrm>
              <a:off x="8127009" y="7483426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86" name="object 4586" descr=""/>
            <p:cNvSpPr/>
            <p:nvPr/>
          </p:nvSpPr>
          <p:spPr>
            <a:xfrm>
              <a:off x="8127009" y="7449626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7" name="object 4587" descr=""/>
            <p:cNvSpPr/>
            <p:nvPr/>
          </p:nvSpPr>
          <p:spPr>
            <a:xfrm>
              <a:off x="8127009" y="7449626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88" name="object 4588" descr=""/>
            <p:cNvSpPr/>
            <p:nvPr/>
          </p:nvSpPr>
          <p:spPr>
            <a:xfrm>
              <a:off x="8127009" y="7415816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9" name="object 4589" descr=""/>
            <p:cNvSpPr/>
            <p:nvPr/>
          </p:nvSpPr>
          <p:spPr>
            <a:xfrm>
              <a:off x="8127009" y="7415816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90" name="object 4590" descr=""/>
            <p:cNvSpPr/>
            <p:nvPr/>
          </p:nvSpPr>
          <p:spPr>
            <a:xfrm>
              <a:off x="8127009" y="7382016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1" name="object 4591" descr=""/>
            <p:cNvSpPr/>
            <p:nvPr/>
          </p:nvSpPr>
          <p:spPr>
            <a:xfrm>
              <a:off x="8127009" y="7382016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92" name="object 4592" descr=""/>
            <p:cNvSpPr/>
            <p:nvPr/>
          </p:nvSpPr>
          <p:spPr>
            <a:xfrm>
              <a:off x="8127009" y="7348205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3" name="object 4593" descr=""/>
            <p:cNvSpPr/>
            <p:nvPr/>
          </p:nvSpPr>
          <p:spPr>
            <a:xfrm>
              <a:off x="8127009" y="7348205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94" name="object 4594" descr=""/>
            <p:cNvSpPr/>
            <p:nvPr/>
          </p:nvSpPr>
          <p:spPr>
            <a:xfrm>
              <a:off x="8127009" y="7314395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5" name="object 4595" descr=""/>
            <p:cNvSpPr/>
            <p:nvPr/>
          </p:nvSpPr>
          <p:spPr>
            <a:xfrm>
              <a:off x="8127009" y="7314395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96" name="object 4596" descr=""/>
            <p:cNvSpPr/>
            <p:nvPr/>
          </p:nvSpPr>
          <p:spPr>
            <a:xfrm>
              <a:off x="7645254" y="8531457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7" name="object 4597" descr=""/>
            <p:cNvSpPr/>
            <p:nvPr/>
          </p:nvSpPr>
          <p:spPr>
            <a:xfrm>
              <a:off x="7645254" y="8531457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98" name="object 4598" descr=""/>
            <p:cNvSpPr/>
            <p:nvPr/>
          </p:nvSpPr>
          <p:spPr>
            <a:xfrm>
              <a:off x="7645254" y="8497636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9" name="object 4599" descr=""/>
            <p:cNvSpPr/>
            <p:nvPr/>
          </p:nvSpPr>
          <p:spPr>
            <a:xfrm>
              <a:off x="7645254" y="8497636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00" name="object 4600" descr=""/>
            <p:cNvSpPr/>
            <p:nvPr/>
          </p:nvSpPr>
          <p:spPr>
            <a:xfrm>
              <a:off x="7645254" y="8463836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1" name="object 4601" descr=""/>
            <p:cNvSpPr/>
            <p:nvPr/>
          </p:nvSpPr>
          <p:spPr>
            <a:xfrm>
              <a:off x="7645254" y="8463836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02" name="object 4602" descr=""/>
            <p:cNvSpPr/>
            <p:nvPr/>
          </p:nvSpPr>
          <p:spPr>
            <a:xfrm>
              <a:off x="7645254" y="8430026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3" name="object 4603" descr=""/>
            <p:cNvSpPr/>
            <p:nvPr/>
          </p:nvSpPr>
          <p:spPr>
            <a:xfrm>
              <a:off x="7645254" y="8430026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04" name="object 4604" descr=""/>
            <p:cNvSpPr/>
            <p:nvPr/>
          </p:nvSpPr>
          <p:spPr>
            <a:xfrm>
              <a:off x="7645254" y="8396205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5" name="object 4605" descr=""/>
            <p:cNvSpPr/>
            <p:nvPr/>
          </p:nvSpPr>
          <p:spPr>
            <a:xfrm>
              <a:off x="7645254" y="8396205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06" name="object 4606" descr=""/>
            <p:cNvSpPr/>
            <p:nvPr/>
          </p:nvSpPr>
          <p:spPr>
            <a:xfrm>
              <a:off x="7645254" y="8362415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7" name="object 4607" descr=""/>
            <p:cNvSpPr/>
            <p:nvPr/>
          </p:nvSpPr>
          <p:spPr>
            <a:xfrm>
              <a:off x="7645254" y="8362415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08" name="object 4608" descr=""/>
            <p:cNvSpPr/>
            <p:nvPr/>
          </p:nvSpPr>
          <p:spPr>
            <a:xfrm>
              <a:off x="7645254" y="8328605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9" name="object 4609" descr=""/>
            <p:cNvSpPr/>
            <p:nvPr/>
          </p:nvSpPr>
          <p:spPr>
            <a:xfrm>
              <a:off x="7645254" y="8328605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10" name="object 4610" descr=""/>
            <p:cNvSpPr/>
            <p:nvPr/>
          </p:nvSpPr>
          <p:spPr>
            <a:xfrm>
              <a:off x="7645254" y="8294805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1" name="object 4611" descr=""/>
            <p:cNvSpPr/>
            <p:nvPr/>
          </p:nvSpPr>
          <p:spPr>
            <a:xfrm>
              <a:off x="7645254" y="8294805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12" name="object 4612" descr=""/>
            <p:cNvSpPr/>
            <p:nvPr/>
          </p:nvSpPr>
          <p:spPr>
            <a:xfrm>
              <a:off x="7645254" y="8260984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3" name="object 4613" descr=""/>
            <p:cNvSpPr/>
            <p:nvPr/>
          </p:nvSpPr>
          <p:spPr>
            <a:xfrm>
              <a:off x="7645254" y="8260984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14" name="object 4614" descr=""/>
            <p:cNvSpPr/>
            <p:nvPr/>
          </p:nvSpPr>
          <p:spPr>
            <a:xfrm>
              <a:off x="7645254" y="8227184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5" name="object 4615" descr=""/>
            <p:cNvSpPr/>
            <p:nvPr/>
          </p:nvSpPr>
          <p:spPr>
            <a:xfrm>
              <a:off x="7645254" y="8227184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16" name="object 4616" descr=""/>
            <p:cNvSpPr/>
            <p:nvPr/>
          </p:nvSpPr>
          <p:spPr>
            <a:xfrm>
              <a:off x="7645254" y="8193384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7" name="object 4617" descr=""/>
            <p:cNvSpPr/>
            <p:nvPr/>
          </p:nvSpPr>
          <p:spPr>
            <a:xfrm>
              <a:off x="7645254" y="8193384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18" name="object 4618" descr=""/>
            <p:cNvSpPr/>
            <p:nvPr/>
          </p:nvSpPr>
          <p:spPr>
            <a:xfrm>
              <a:off x="7645254" y="8159573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9" name="object 4619" descr=""/>
            <p:cNvSpPr/>
            <p:nvPr/>
          </p:nvSpPr>
          <p:spPr>
            <a:xfrm>
              <a:off x="7645254" y="8159573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20" name="object 4620" descr=""/>
            <p:cNvSpPr/>
            <p:nvPr/>
          </p:nvSpPr>
          <p:spPr>
            <a:xfrm>
              <a:off x="7645254" y="8125763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1" name="object 4621" descr=""/>
            <p:cNvSpPr/>
            <p:nvPr/>
          </p:nvSpPr>
          <p:spPr>
            <a:xfrm>
              <a:off x="7645254" y="8125763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22" name="object 4622" descr=""/>
            <p:cNvSpPr/>
            <p:nvPr/>
          </p:nvSpPr>
          <p:spPr>
            <a:xfrm>
              <a:off x="7645254" y="8091952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3" name="object 4623" descr=""/>
            <p:cNvSpPr/>
            <p:nvPr/>
          </p:nvSpPr>
          <p:spPr>
            <a:xfrm>
              <a:off x="7645254" y="8091952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24" name="object 4624" descr=""/>
            <p:cNvSpPr/>
            <p:nvPr/>
          </p:nvSpPr>
          <p:spPr>
            <a:xfrm>
              <a:off x="7645254" y="8058142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5" name="object 4625" descr=""/>
            <p:cNvSpPr/>
            <p:nvPr/>
          </p:nvSpPr>
          <p:spPr>
            <a:xfrm>
              <a:off x="7645254" y="8058142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26" name="object 4626" descr=""/>
            <p:cNvSpPr/>
            <p:nvPr/>
          </p:nvSpPr>
          <p:spPr>
            <a:xfrm>
              <a:off x="7645254" y="8024342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7" name="object 4627" descr=""/>
            <p:cNvSpPr/>
            <p:nvPr/>
          </p:nvSpPr>
          <p:spPr>
            <a:xfrm>
              <a:off x="7645254" y="8024342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28" name="object 4628" descr=""/>
            <p:cNvSpPr/>
            <p:nvPr/>
          </p:nvSpPr>
          <p:spPr>
            <a:xfrm>
              <a:off x="7645254" y="7990542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9" name="object 4629" descr=""/>
            <p:cNvSpPr/>
            <p:nvPr/>
          </p:nvSpPr>
          <p:spPr>
            <a:xfrm>
              <a:off x="7645254" y="7990542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30" name="object 4630" descr=""/>
            <p:cNvSpPr/>
            <p:nvPr/>
          </p:nvSpPr>
          <p:spPr>
            <a:xfrm>
              <a:off x="7645254" y="7956731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1" name="object 4631" descr=""/>
            <p:cNvSpPr/>
            <p:nvPr/>
          </p:nvSpPr>
          <p:spPr>
            <a:xfrm>
              <a:off x="7645254" y="7956731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32" name="object 4632" descr=""/>
            <p:cNvSpPr/>
            <p:nvPr/>
          </p:nvSpPr>
          <p:spPr>
            <a:xfrm>
              <a:off x="7645254" y="7922921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3" name="object 4633" descr=""/>
            <p:cNvSpPr/>
            <p:nvPr/>
          </p:nvSpPr>
          <p:spPr>
            <a:xfrm>
              <a:off x="7645254" y="7922921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34" name="object 4634" descr=""/>
            <p:cNvSpPr/>
            <p:nvPr/>
          </p:nvSpPr>
          <p:spPr>
            <a:xfrm>
              <a:off x="7645254" y="7889110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5" name="object 4635" descr=""/>
            <p:cNvSpPr/>
            <p:nvPr/>
          </p:nvSpPr>
          <p:spPr>
            <a:xfrm>
              <a:off x="7645254" y="7889110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36" name="object 4636" descr=""/>
            <p:cNvSpPr/>
            <p:nvPr/>
          </p:nvSpPr>
          <p:spPr>
            <a:xfrm>
              <a:off x="7645254" y="7855310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7" name="object 4637" descr=""/>
            <p:cNvSpPr/>
            <p:nvPr/>
          </p:nvSpPr>
          <p:spPr>
            <a:xfrm>
              <a:off x="7645254" y="7855310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38" name="object 4638" descr=""/>
            <p:cNvSpPr/>
            <p:nvPr/>
          </p:nvSpPr>
          <p:spPr>
            <a:xfrm>
              <a:off x="7645254" y="7821500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9" name="object 4639" descr=""/>
            <p:cNvSpPr/>
            <p:nvPr/>
          </p:nvSpPr>
          <p:spPr>
            <a:xfrm>
              <a:off x="7645254" y="7821500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40" name="object 4640" descr=""/>
            <p:cNvSpPr/>
            <p:nvPr/>
          </p:nvSpPr>
          <p:spPr>
            <a:xfrm>
              <a:off x="7645254" y="7787689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1" name="object 4641" descr=""/>
            <p:cNvSpPr/>
            <p:nvPr/>
          </p:nvSpPr>
          <p:spPr>
            <a:xfrm>
              <a:off x="7645254" y="7787689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42" name="object 4642" descr=""/>
            <p:cNvSpPr/>
            <p:nvPr/>
          </p:nvSpPr>
          <p:spPr>
            <a:xfrm>
              <a:off x="7645254" y="7753889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3" name="object 4643" descr=""/>
            <p:cNvSpPr/>
            <p:nvPr/>
          </p:nvSpPr>
          <p:spPr>
            <a:xfrm>
              <a:off x="7645254" y="7753889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44" name="object 4644" descr=""/>
            <p:cNvSpPr/>
            <p:nvPr/>
          </p:nvSpPr>
          <p:spPr>
            <a:xfrm>
              <a:off x="7645254" y="7720079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5" name="object 4645" descr=""/>
            <p:cNvSpPr/>
            <p:nvPr/>
          </p:nvSpPr>
          <p:spPr>
            <a:xfrm>
              <a:off x="7645254" y="7720079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46" name="object 4646" descr=""/>
            <p:cNvSpPr/>
            <p:nvPr/>
          </p:nvSpPr>
          <p:spPr>
            <a:xfrm>
              <a:off x="7645254" y="7686268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7" name="object 4647" descr=""/>
            <p:cNvSpPr/>
            <p:nvPr/>
          </p:nvSpPr>
          <p:spPr>
            <a:xfrm>
              <a:off x="7645254" y="7686268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48" name="object 4648" descr=""/>
            <p:cNvSpPr/>
            <p:nvPr/>
          </p:nvSpPr>
          <p:spPr>
            <a:xfrm>
              <a:off x="7645254" y="7652468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9" name="object 4649" descr=""/>
            <p:cNvSpPr/>
            <p:nvPr/>
          </p:nvSpPr>
          <p:spPr>
            <a:xfrm>
              <a:off x="7645254" y="7652468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50" name="object 4650" descr=""/>
            <p:cNvSpPr/>
            <p:nvPr/>
          </p:nvSpPr>
          <p:spPr>
            <a:xfrm>
              <a:off x="7645254" y="7618658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1" name="object 4651" descr=""/>
            <p:cNvSpPr/>
            <p:nvPr/>
          </p:nvSpPr>
          <p:spPr>
            <a:xfrm>
              <a:off x="7645254" y="7618658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52" name="object 4652" descr=""/>
            <p:cNvSpPr/>
            <p:nvPr/>
          </p:nvSpPr>
          <p:spPr>
            <a:xfrm>
              <a:off x="7645254" y="7584847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3" name="object 4653" descr=""/>
            <p:cNvSpPr/>
            <p:nvPr/>
          </p:nvSpPr>
          <p:spPr>
            <a:xfrm>
              <a:off x="7645254" y="7584847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54" name="object 4654" descr=""/>
            <p:cNvSpPr/>
            <p:nvPr/>
          </p:nvSpPr>
          <p:spPr>
            <a:xfrm>
              <a:off x="7645254" y="7551047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5" name="object 4655" descr=""/>
            <p:cNvSpPr/>
            <p:nvPr/>
          </p:nvSpPr>
          <p:spPr>
            <a:xfrm>
              <a:off x="7645254" y="7551047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56" name="object 4656" descr=""/>
            <p:cNvSpPr/>
            <p:nvPr/>
          </p:nvSpPr>
          <p:spPr>
            <a:xfrm>
              <a:off x="7645254" y="7517237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7" name="object 4657" descr=""/>
            <p:cNvSpPr/>
            <p:nvPr/>
          </p:nvSpPr>
          <p:spPr>
            <a:xfrm>
              <a:off x="7645254" y="7517237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58" name="object 4658" descr=""/>
            <p:cNvSpPr/>
            <p:nvPr/>
          </p:nvSpPr>
          <p:spPr>
            <a:xfrm>
              <a:off x="7645254" y="7483426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9" name="object 4659" descr=""/>
            <p:cNvSpPr/>
            <p:nvPr/>
          </p:nvSpPr>
          <p:spPr>
            <a:xfrm>
              <a:off x="7645254" y="7483426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60" name="object 4660" descr=""/>
            <p:cNvSpPr/>
            <p:nvPr/>
          </p:nvSpPr>
          <p:spPr>
            <a:xfrm>
              <a:off x="7645254" y="7449626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1" name="object 4661" descr=""/>
            <p:cNvSpPr/>
            <p:nvPr/>
          </p:nvSpPr>
          <p:spPr>
            <a:xfrm>
              <a:off x="7645254" y="7449626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62" name="object 4662" descr=""/>
            <p:cNvSpPr/>
            <p:nvPr/>
          </p:nvSpPr>
          <p:spPr>
            <a:xfrm>
              <a:off x="7645254" y="7415816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3" name="object 4663" descr=""/>
            <p:cNvSpPr/>
            <p:nvPr/>
          </p:nvSpPr>
          <p:spPr>
            <a:xfrm>
              <a:off x="7645254" y="7415816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64" name="object 4664" descr=""/>
            <p:cNvSpPr/>
            <p:nvPr/>
          </p:nvSpPr>
          <p:spPr>
            <a:xfrm>
              <a:off x="7645254" y="7382016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5" name="object 4665" descr=""/>
            <p:cNvSpPr/>
            <p:nvPr/>
          </p:nvSpPr>
          <p:spPr>
            <a:xfrm>
              <a:off x="7645254" y="7382016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66" name="object 4666" descr=""/>
            <p:cNvSpPr/>
            <p:nvPr/>
          </p:nvSpPr>
          <p:spPr>
            <a:xfrm>
              <a:off x="7645254" y="7348205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7" name="object 4667" descr=""/>
            <p:cNvSpPr/>
            <p:nvPr/>
          </p:nvSpPr>
          <p:spPr>
            <a:xfrm>
              <a:off x="7645254" y="7348205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68" name="object 4668" descr=""/>
            <p:cNvSpPr/>
            <p:nvPr/>
          </p:nvSpPr>
          <p:spPr>
            <a:xfrm>
              <a:off x="7645254" y="7314395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9" name="object 4669" descr=""/>
            <p:cNvSpPr/>
            <p:nvPr/>
          </p:nvSpPr>
          <p:spPr>
            <a:xfrm>
              <a:off x="7645254" y="7314395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670" name="object 4670" descr=""/>
          <p:cNvGrpSpPr/>
          <p:nvPr/>
        </p:nvGrpSpPr>
        <p:grpSpPr>
          <a:xfrm>
            <a:off x="7615202" y="8578220"/>
            <a:ext cx="588010" cy="1534160"/>
            <a:chOff x="7615202" y="8578220"/>
            <a:chExt cx="588010" cy="1534160"/>
          </a:xfrm>
        </p:grpSpPr>
        <p:sp>
          <p:nvSpPr>
            <p:cNvPr id="4671" name="object 4671" descr=""/>
            <p:cNvSpPr/>
            <p:nvPr/>
          </p:nvSpPr>
          <p:spPr>
            <a:xfrm>
              <a:off x="7620438" y="8706970"/>
              <a:ext cx="577850" cy="1400175"/>
            </a:xfrm>
            <a:custGeom>
              <a:avLst/>
              <a:gdLst/>
              <a:ahLst/>
              <a:cxnLst/>
              <a:rect l="l" t="t" r="r" b="b"/>
              <a:pathLst>
                <a:path w="577850" h="1400175">
                  <a:moveTo>
                    <a:pt x="577532" y="0"/>
                  </a:moveTo>
                  <a:lnTo>
                    <a:pt x="0" y="0"/>
                  </a:lnTo>
                  <a:lnTo>
                    <a:pt x="0" y="1400166"/>
                  </a:lnTo>
                  <a:lnTo>
                    <a:pt x="577532" y="1400166"/>
                  </a:lnTo>
                  <a:lnTo>
                    <a:pt x="5775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2" name="object 4672" descr=""/>
            <p:cNvSpPr/>
            <p:nvPr/>
          </p:nvSpPr>
          <p:spPr>
            <a:xfrm>
              <a:off x="7620438" y="8706970"/>
              <a:ext cx="577850" cy="1400175"/>
            </a:xfrm>
            <a:custGeom>
              <a:avLst/>
              <a:gdLst/>
              <a:ahLst/>
              <a:cxnLst/>
              <a:rect l="l" t="t" r="r" b="b"/>
              <a:pathLst>
                <a:path w="577850" h="1400175">
                  <a:moveTo>
                    <a:pt x="577532" y="1400166"/>
                  </a:moveTo>
                  <a:lnTo>
                    <a:pt x="0" y="1400166"/>
                  </a:lnTo>
                  <a:lnTo>
                    <a:pt x="0" y="0"/>
                  </a:lnTo>
                  <a:lnTo>
                    <a:pt x="577532" y="0"/>
                  </a:lnTo>
                  <a:lnTo>
                    <a:pt x="577532" y="140016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73" name="object 4673" descr=""/>
            <p:cNvSpPr/>
            <p:nvPr/>
          </p:nvSpPr>
          <p:spPr>
            <a:xfrm>
              <a:off x="7620438" y="8674699"/>
              <a:ext cx="577850" cy="32384"/>
            </a:xfrm>
            <a:custGeom>
              <a:avLst/>
              <a:gdLst/>
              <a:ahLst/>
              <a:cxnLst/>
              <a:rect l="l" t="t" r="r" b="b"/>
              <a:pathLst>
                <a:path w="577850" h="32384">
                  <a:moveTo>
                    <a:pt x="577532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577532" y="32260"/>
                  </a:lnTo>
                  <a:lnTo>
                    <a:pt x="5775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4" name="object 4674" descr=""/>
            <p:cNvSpPr/>
            <p:nvPr/>
          </p:nvSpPr>
          <p:spPr>
            <a:xfrm>
              <a:off x="7620438" y="8674699"/>
              <a:ext cx="577850" cy="32384"/>
            </a:xfrm>
            <a:custGeom>
              <a:avLst/>
              <a:gdLst/>
              <a:ahLst/>
              <a:cxnLst/>
              <a:rect l="l" t="t" r="r" b="b"/>
              <a:pathLst>
                <a:path w="577850" h="32384">
                  <a:moveTo>
                    <a:pt x="577532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577532" y="32260"/>
                  </a:lnTo>
                  <a:lnTo>
                    <a:pt x="577532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75" name="object 4675" descr=""/>
            <p:cNvSpPr/>
            <p:nvPr/>
          </p:nvSpPr>
          <p:spPr>
            <a:xfrm>
              <a:off x="7620432" y="8658015"/>
              <a:ext cx="577850" cy="17145"/>
            </a:xfrm>
            <a:custGeom>
              <a:avLst/>
              <a:gdLst/>
              <a:ahLst/>
              <a:cxnLst/>
              <a:rect l="l" t="t" r="r" b="b"/>
              <a:pathLst>
                <a:path w="577850" h="17145">
                  <a:moveTo>
                    <a:pt x="577532" y="5232"/>
                  </a:moveTo>
                  <a:lnTo>
                    <a:pt x="560984" y="5232"/>
                  </a:lnTo>
                  <a:lnTo>
                    <a:pt x="560984" y="0"/>
                  </a:lnTo>
                  <a:lnTo>
                    <a:pt x="553618" y="0"/>
                  </a:lnTo>
                  <a:lnTo>
                    <a:pt x="553618" y="5232"/>
                  </a:lnTo>
                  <a:lnTo>
                    <a:pt x="534136" y="5232"/>
                  </a:lnTo>
                  <a:lnTo>
                    <a:pt x="534136" y="0"/>
                  </a:lnTo>
                  <a:lnTo>
                    <a:pt x="526757" y="0"/>
                  </a:lnTo>
                  <a:lnTo>
                    <a:pt x="526757" y="5232"/>
                  </a:lnTo>
                  <a:lnTo>
                    <a:pt x="507288" y="5232"/>
                  </a:lnTo>
                  <a:lnTo>
                    <a:pt x="507288" y="0"/>
                  </a:lnTo>
                  <a:lnTo>
                    <a:pt x="499897" y="0"/>
                  </a:lnTo>
                  <a:lnTo>
                    <a:pt x="499897" y="5232"/>
                  </a:lnTo>
                  <a:lnTo>
                    <a:pt x="480428" y="5232"/>
                  </a:lnTo>
                  <a:lnTo>
                    <a:pt x="480428" y="0"/>
                  </a:lnTo>
                  <a:lnTo>
                    <a:pt x="473049" y="0"/>
                  </a:lnTo>
                  <a:lnTo>
                    <a:pt x="473049" y="5232"/>
                  </a:lnTo>
                  <a:lnTo>
                    <a:pt x="453580" y="5232"/>
                  </a:lnTo>
                  <a:lnTo>
                    <a:pt x="453580" y="0"/>
                  </a:lnTo>
                  <a:lnTo>
                    <a:pt x="446201" y="0"/>
                  </a:lnTo>
                  <a:lnTo>
                    <a:pt x="446201" y="5232"/>
                  </a:lnTo>
                  <a:lnTo>
                    <a:pt x="426720" y="5232"/>
                  </a:lnTo>
                  <a:lnTo>
                    <a:pt x="426720" y="0"/>
                  </a:lnTo>
                  <a:lnTo>
                    <a:pt x="419341" y="0"/>
                  </a:lnTo>
                  <a:lnTo>
                    <a:pt x="419341" y="5232"/>
                  </a:lnTo>
                  <a:lnTo>
                    <a:pt x="399859" y="5232"/>
                  </a:lnTo>
                  <a:lnTo>
                    <a:pt x="399859" y="0"/>
                  </a:lnTo>
                  <a:lnTo>
                    <a:pt x="392493" y="0"/>
                  </a:lnTo>
                  <a:lnTo>
                    <a:pt x="392493" y="5232"/>
                  </a:lnTo>
                  <a:lnTo>
                    <a:pt x="373011" y="5232"/>
                  </a:lnTo>
                  <a:lnTo>
                    <a:pt x="373011" y="0"/>
                  </a:lnTo>
                  <a:lnTo>
                    <a:pt x="365633" y="0"/>
                  </a:lnTo>
                  <a:lnTo>
                    <a:pt x="365633" y="5232"/>
                  </a:lnTo>
                  <a:lnTo>
                    <a:pt x="346163" y="5232"/>
                  </a:lnTo>
                  <a:lnTo>
                    <a:pt x="346163" y="0"/>
                  </a:lnTo>
                  <a:lnTo>
                    <a:pt x="338785" y="0"/>
                  </a:lnTo>
                  <a:lnTo>
                    <a:pt x="338785" y="5232"/>
                  </a:lnTo>
                  <a:lnTo>
                    <a:pt x="319303" y="5232"/>
                  </a:lnTo>
                  <a:lnTo>
                    <a:pt x="319303" y="0"/>
                  </a:lnTo>
                  <a:lnTo>
                    <a:pt x="311924" y="0"/>
                  </a:lnTo>
                  <a:lnTo>
                    <a:pt x="311924" y="5232"/>
                  </a:lnTo>
                  <a:lnTo>
                    <a:pt x="292455" y="5232"/>
                  </a:lnTo>
                  <a:lnTo>
                    <a:pt x="292455" y="0"/>
                  </a:lnTo>
                  <a:lnTo>
                    <a:pt x="285076" y="0"/>
                  </a:lnTo>
                  <a:lnTo>
                    <a:pt x="285076" y="5232"/>
                  </a:lnTo>
                  <a:lnTo>
                    <a:pt x="265607" y="5232"/>
                  </a:lnTo>
                  <a:lnTo>
                    <a:pt x="265607" y="0"/>
                  </a:lnTo>
                  <a:lnTo>
                    <a:pt x="258216" y="0"/>
                  </a:lnTo>
                  <a:lnTo>
                    <a:pt x="258216" y="5232"/>
                  </a:lnTo>
                  <a:lnTo>
                    <a:pt x="238747" y="5232"/>
                  </a:lnTo>
                  <a:lnTo>
                    <a:pt x="238747" y="0"/>
                  </a:lnTo>
                  <a:lnTo>
                    <a:pt x="231368" y="0"/>
                  </a:lnTo>
                  <a:lnTo>
                    <a:pt x="231368" y="5232"/>
                  </a:lnTo>
                  <a:lnTo>
                    <a:pt x="211899" y="5232"/>
                  </a:lnTo>
                  <a:lnTo>
                    <a:pt x="211899" y="0"/>
                  </a:lnTo>
                  <a:lnTo>
                    <a:pt x="204520" y="0"/>
                  </a:lnTo>
                  <a:lnTo>
                    <a:pt x="204520" y="5232"/>
                  </a:lnTo>
                  <a:lnTo>
                    <a:pt x="185039" y="5232"/>
                  </a:lnTo>
                  <a:lnTo>
                    <a:pt x="185039" y="0"/>
                  </a:lnTo>
                  <a:lnTo>
                    <a:pt x="177673" y="0"/>
                  </a:lnTo>
                  <a:lnTo>
                    <a:pt x="177673" y="5232"/>
                  </a:lnTo>
                  <a:lnTo>
                    <a:pt x="158191" y="5232"/>
                  </a:lnTo>
                  <a:lnTo>
                    <a:pt x="158191" y="0"/>
                  </a:lnTo>
                  <a:lnTo>
                    <a:pt x="150812" y="0"/>
                  </a:lnTo>
                  <a:lnTo>
                    <a:pt x="150812" y="5232"/>
                  </a:lnTo>
                  <a:lnTo>
                    <a:pt x="131330" y="5232"/>
                  </a:lnTo>
                  <a:lnTo>
                    <a:pt x="131330" y="0"/>
                  </a:lnTo>
                  <a:lnTo>
                    <a:pt x="123952" y="0"/>
                  </a:lnTo>
                  <a:lnTo>
                    <a:pt x="123952" y="5232"/>
                  </a:lnTo>
                  <a:lnTo>
                    <a:pt x="104482" y="5232"/>
                  </a:lnTo>
                  <a:lnTo>
                    <a:pt x="104482" y="0"/>
                  </a:lnTo>
                  <a:lnTo>
                    <a:pt x="97104" y="0"/>
                  </a:lnTo>
                  <a:lnTo>
                    <a:pt x="97104" y="5232"/>
                  </a:lnTo>
                  <a:lnTo>
                    <a:pt x="77635" y="5232"/>
                  </a:lnTo>
                  <a:lnTo>
                    <a:pt x="77635" y="0"/>
                  </a:lnTo>
                  <a:lnTo>
                    <a:pt x="70243" y="0"/>
                  </a:lnTo>
                  <a:lnTo>
                    <a:pt x="70243" y="5232"/>
                  </a:lnTo>
                  <a:lnTo>
                    <a:pt x="50774" y="5232"/>
                  </a:lnTo>
                  <a:lnTo>
                    <a:pt x="50774" y="0"/>
                  </a:lnTo>
                  <a:lnTo>
                    <a:pt x="43395" y="0"/>
                  </a:lnTo>
                  <a:lnTo>
                    <a:pt x="43395" y="5232"/>
                  </a:lnTo>
                  <a:lnTo>
                    <a:pt x="23914" y="5232"/>
                  </a:lnTo>
                  <a:lnTo>
                    <a:pt x="23914" y="0"/>
                  </a:lnTo>
                  <a:lnTo>
                    <a:pt x="0" y="0"/>
                  </a:lnTo>
                  <a:lnTo>
                    <a:pt x="0" y="5232"/>
                  </a:lnTo>
                  <a:lnTo>
                    <a:pt x="0" y="16687"/>
                  </a:lnTo>
                  <a:lnTo>
                    <a:pt x="577532" y="16687"/>
                  </a:lnTo>
                  <a:lnTo>
                    <a:pt x="577532" y="52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6" name="object 4676" descr=""/>
            <p:cNvSpPr/>
            <p:nvPr/>
          </p:nvSpPr>
          <p:spPr>
            <a:xfrm>
              <a:off x="7615202" y="8658008"/>
              <a:ext cx="588010" cy="22225"/>
            </a:xfrm>
            <a:custGeom>
              <a:avLst/>
              <a:gdLst/>
              <a:ahLst/>
              <a:cxnLst/>
              <a:rect l="l" t="t" r="r" b="b"/>
              <a:pathLst>
                <a:path w="588009" h="22225">
                  <a:moveTo>
                    <a:pt x="0" y="21926"/>
                  </a:moveTo>
                  <a:lnTo>
                    <a:pt x="588003" y="21926"/>
                  </a:lnTo>
                  <a:lnTo>
                    <a:pt x="588003" y="0"/>
                  </a:lnTo>
                  <a:lnTo>
                    <a:pt x="0" y="0"/>
                  </a:lnTo>
                  <a:lnTo>
                    <a:pt x="0" y="21926"/>
                  </a:lnTo>
                  <a:close/>
                </a:path>
              </a:pathLst>
            </a:custGeom>
            <a:solidFill>
              <a:srgbClr val="007B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7" name="object 4677" descr=""/>
            <p:cNvSpPr/>
            <p:nvPr/>
          </p:nvSpPr>
          <p:spPr>
            <a:xfrm>
              <a:off x="7622741" y="8674699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8" name="object 4678" descr=""/>
            <p:cNvSpPr/>
            <p:nvPr/>
          </p:nvSpPr>
          <p:spPr>
            <a:xfrm>
              <a:off x="7622741" y="8674699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79" name="object 4679" descr=""/>
            <p:cNvSpPr/>
            <p:nvPr/>
          </p:nvSpPr>
          <p:spPr>
            <a:xfrm>
              <a:off x="7649589" y="8674699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0" name="object 4680" descr=""/>
            <p:cNvSpPr/>
            <p:nvPr/>
          </p:nvSpPr>
          <p:spPr>
            <a:xfrm>
              <a:off x="7649589" y="8674699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81" name="object 4681" descr=""/>
            <p:cNvSpPr/>
            <p:nvPr/>
          </p:nvSpPr>
          <p:spPr>
            <a:xfrm>
              <a:off x="7703304" y="8674699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2" name="object 4682" descr=""/>
            <p:cNvSpPr/>
            <p:nvPr/>
          </p:nvSpPr>
          <p:spPr>
            <a:xfrm>
              <a:off x="7703304" y="8674699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83" name="object 4683" descr=""/>
            <p:cNvSpPr/>
            <p:nvPr/>
          </p:nvSpPr>
          <p:spPr>
            <a:xfrm>
              <a:off x="7757009" y="8674699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4" name="object 4684" descr=""/>
            <p:cNvSpPr/>
            <p:nvPr/>
          </p:nvSpPr>
          <p:spPr>
            <a:xfrm>
              <a:off x="7757009" y="8674699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85" name="object 4685" descr=""/>
            <p:cNvSpPr/>
            <p:nvPr/>
          </p:nvSpPr>
          <p:spPr>
            <a:xfrm>
              <a:off x="7676446" y="8674699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6" name="object 4686" descr=""/>
            <p:cNvSpPr/>
            <p:nvPr/>
          </p:nvSpPr>
          <p:spPr>
            <a:xfrm>
              <a:off x="7676446" y="8674699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87" name="object 4687" descr=""/>
            <p:cNvSpPr/>
            <p:nvPr/>
          </p:nvSpPr>
          <p:spPr>
            <a:xfrm>
              <a:off x="7730151" y="8674699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8" name="object 4688" descr=""/>
            <p:cNvSpPr/>
            <p:nvPr/>
          </p:nvSpPr>
          <p:spPr>
            <a:xfrm>
              <a:off x="7730151" y="8674699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89" name="object 4689" descr=""/>
            <p:cNvSpPr/>
            <p:nvPr/>
          </p:nvSpPr>
          <p:spPr>
            <a:xfrm>
              <a:off x="7783867" y="8674699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0" name="object 4690" descr=""/>
            <p:cNvSpPr/>
            <p:nvPr/>
          </p:nvSpPr>
          <p:spPr>
            <a:xfrm>
              <a:off x="7783867" y="8674699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91" name="object 4691" descr=""/>
            <p:cNvSpPr/>
            <p:nvPr/>
          </p:nvSpPr>
          <p:spPr>
            <a:xfrm>
              <a:off x="7837572" y="8674699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899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8994" y="32260"/>
                  </a:lnTo>
                  <a:lnTo>
                    <a:pt x="89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2" name="object 4692" descr=""/>
            <p:cNvSpPr/>
            <p:nvPr/>
          </p:nvSpPr>
          <p:spPr>
            <a:xfrm>
              <a:off x="7837572" y="8674699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899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8994" y="32260"/>
                  </a:lnTo>
                  <a:lnTo>
                    <a:pt x="899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93" name="object 4693" descr=""/>
            <p:cNvSpPr/>
            <p:nvPr/>
          </p:nvSpPr>
          <p:spPr>
            <a:xfrm>
              <a:off x="7810714" y="8674699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4" name="object 4694" descr=""/>
            <p:cNvSpPr/>
            <p:nvPr/>
          </p:nvSpPr>
          <p:spPr>
            <a:xfrm>
              <a:off x="7810714" y="8674699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95" name="object 4695" descr=""/>
            <p:cNvSpPr/>
            <p:nvPr/>
          </p:nvSpPr>
          <p:spPr>
            <a:xfrm>
              <a:off x="7864420" y="8674699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6" name="object 4696" descr=""/>
            <p:cNvSpPr/>
            <p:nvPr/>
          </p:nvSpPr>
          <p:spPr>
            <a:xfrm>
              <a:off x="7864420" y="8674699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97" name="object 4697" descr=""/>
            <p:cNvSpPr/>
            <p:nvPr/>
          </p:nvSpPr>
          <p:spPr>
            <a:xfrm>
              <a:off x="7918125" y="8674699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8" name="object 4698" descr=""/>
            <p:cNvSpPr/>
            <p:nvPr/>
          </p:nvSpPr>
          <p:spPr>
            <a:xfrm>
              <a:off x="7918125" y="8674699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99" name="object 4699" descr=""/>
            <p:cNvSpPr/>
            <p:nvPr/>
          </p:nvSpPr>
          <p:spPr>
            <a:xfrm>
              <a:off x="7891277" y="8674699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0" name="object 4700" descr=""/>
            <p:cNvSpPr/>
            <p:nvPr/>
          </p:nvSpPr>
          <p:spPr>
            <a:xfrm>
              <a:off x="7891277" y="8674699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01" name="object 4701" descr=""/>
            <p:cNvSpPr/>
            <p:nvPr/>
          </p:nvSpPr>
          <p:spPr>
            <a:xfrm>
              <a:off x="7944983" y="8674699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2" name="object 4702" descr=""/>
            <p:cNvSpPr/>
            <p:nvPr/>
          </p:nvSpPr>
          <p:spPr>
            <a:xfrm>
              <a:off x="7944983" y="8674699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03" name="object 4703" descr=""/>
            <p:cNvSpPr/>
            <p:nvPr/>
          </p:nvSpPr>
          <p:spPr>
            <a:xfrm>
              <a:off x="7998688" y="8674699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4" name="object 4704" descr=""/>
            <p:cNvSpPr/>
            <p:nvPr/>
          </p:nvSpPr>
          <p:spPr>
            <a:xfrm>
              <a:off x="7998688" y="8674699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05" name="object 4705" descr=""/>
            <p:cNvSpPr/>
            <p:nvPr/>
          </p:nvSpPr>
          <p:spPr>
            <a:xfrm>
              <a:off x="8052393" y="8674699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6" name="object 4706" descr=""/>
            <p:cNvSpPr/>
            <p:nvPr/>
          </p:nvSpPr>
          <p:spPr>
            <a:xfrm>
              <a:off x="8052393" y="8674699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07" name="object 4707" descr=""/>
            <p:cNvSpPr/>
            <p:nvPr/>
          </p:nvSpPr>
          <p:spPr>
            <a:xfrm>
              <a:off x="7971840" y="8674699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899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8994" y="32260"/>
                  </a:lnTo>
                  <a:lnTo>
                    <a:pt x="89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8" name="object 4708" descr=""/>
            <p:cNvSpPr/>
            <p:nvPr/>
          </p:nvSpPr>
          <p:spPr>
            <a:xfrm>
              <a:off x="7971840" y="8674699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899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8994" y="32260"/>
                  </a:lnTo>
                  <a:lnTo>
                    <a:pt x="899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09" name="object 4709" descr=""/>
            <p:cNvSpPr/>
            <p:nvPr/>
          </p:nvSpPr>
          <p:spPr>
            <a:xfrm>
              <a:off x="8025535" y="8674699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0" name="object 4710" descr=""/>
            <p:cNvSpPr/>
            <p:nvPr/>
          </p:nvSpPr>
          <p:spPr>
            <a:xfrm>
              <a:off x="8025535" y="8674699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11" name="object 4711" descr=""/>
            <p:cNvSpPr/>
            <p:nvPr/>
          </p:nvSpPr>
          <p:spPr>
            <a:xfrm>
              <a:off x="8106098" y="8674699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2" name="object 4712" descr=""/>
            <p:cNvSpPr/>
            <p:nvPr/>
          </p:nvSpPr>
          <p:spPr>
            <a:xfrm>
              <a:off x="8106098" y="8674699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13" name="object 4713" descr=""/>
            <p:cNvSpPr/>
            <p:nvPr/>
          </p:nvSpPr>
          <p:spPr>
            <a:xfrm>
              <a:off x="8079251" y="8674699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4" name="object 4714" descr=""/>
            <p:cNvSpPr/>
            <p:nvPr/>
          </p:nvSpPr>
          <p:spPr>
            <a:xfrm>
              <a:off x="8079251" y="8674699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15" name="object 4715" descr=""/>
            <p:cNvSpPr/>
            <p:nvPr/>
          </p:nvSpPr>
          <p:spPr>
            <a:xfrm>
              <a:off x="8132956" y="8674699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6" name="object 4716" descr=""/>
            <p:cNvSpPr/>
            <p:nvPr/>
          </p:nvSpPr>
          <p:spPr>
            <a:xfrm>
              <a:off x="8132956" y="8674699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17" name="object 4717" descr=""/>
            <p:cNvSpPr/>
            <p:nvPr/>
          </p:nvSpPr>
          <p:spPr>
            <a:xfrm>
              <a:off x="8159803" y="8674699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15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15" y="32260"/>
                  </a:lnTo>
                  <a:lnTo>
                    <a:pt x="901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8" name="object 4718" descr=""/>
            <p:cNvSpPr/>
            <p:nvPr/>
          </p:nvSpPr>
          <p:spPr>
            <a:xfrm>
              <a:off x="8159803" y="8674699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15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15" y="32260"/>
                  </a:lnTo>
                  <a:lnTo>
                    <a:pt x="9015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19" name="object 4719" descr=""/>
            <p:cNvSpPr/>
            <p:nvPr/>
          </p:nvSpPr>
          <p:spPr>
            <a:xfrm>
              <a:off x="8186661" y="8674699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0" name="object 4720" descr=""/>
            <p:cNvSpPr/>
            <p:nvPr/>
          </p:nvSpPr>
          <p:spPr>
            <a:xfrm>
              <a:off x="8186661" y="8674699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4">
                  <a:moveTo>
                    <a:pt x="9004" y="0"/>
                  </a:moveTo>
                  <a:lnTo>
                    <a:pt x="0" y="0"/>
                  </a:lnTo>
                  <a:lnTo>
                    <a:pt x="0" y="32260"/>
                  </a:lnTo>
                  <a:lnTo>
                    <a:pt x="9004" y="32260"/>
                  </a:lnTo>
                  <a:lnTo>
                    <a:pt x="900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21" name="object 4721" descr=""/>
            <p:cNvSpPr/>
            <p:nvPr/>
          </p:nvSpPr>
          <p:spPr>
            <a:xfrm>
              <a:off x="7718508" y="8754843"/>
              <a:ext cx="18415" cy="1304925"/>
            </a:xfrm>
            <a:custGeom>
              <a:avLst/>
              <a:gdLst/>
              <a:ahLst/>
              <a:cxnLst/>
              <a:rect l="l" t="t" r="r" b="b"/>
              <a:pathLst>
                <a:path w="18415" h="1304925">
                  <a:moveTo>
                    <a:pt x="17947" y="0"/>
                  </a:moveTo>
                  <a:lnTo>
                    <a:pt x="0" y="0"/>
                  </a:lnTo>
                  <a:lnTo>
                    <a:pt x="0" y="1304400"/>
                  </a:lnTo>
                  <a:lnTo>
                    <a:pt x="17947" y="1304400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2" name="object 4722" descr=""/>
            <p:cNvSpPr/>
            <p:nvPr/>
          </p:nvSpPr>
          <p:spPr>
            <a:xfrm>
              <a:off x="7718508" y="8754843"/>
              <a:ext cx="18415" cy="1304925"/>
            </a:xfrm>
            <a:custGeom>
              <a:avLst/>
              <a:gdLst/>
              <a:ahLst/>
              <a:cxnLst/>
              <a:rect l="l" t="t" r="r" b="b"/>
              <a:pathLst>
                <a:path w="18415" h="1304925">
                  <a:moveTo>
                    <a:pt x="0" y="1304400"/>
                  </a:moveTo>
                  <a:lnTo>
                    <a:pt x="17947" y="1304400"/>
                  </a:lnTo>
                  <a:lnTo>
                    <a:pt x="17947" y="0"/>
                  </a:lnTo>
                  <a:lnTo>
                    <a:pt x="0" y="0"/>
                  </a:lnTo>
                  <a:lnTo>
                    <a:pt x="0" y="130440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23" name="object 4723" descr=""/>
            <p:cNvSpPr/>
            <p:nvPr/>
          </p:nvSpPr>
          <p:spPr>
            <a:xfrm>
              <a:off x="8081931" y="8754843"/>
              <a:ext cx="18415" cy="1304925"/>
            </a:xfrm>
            <a:custGeom>
              <a:avLst/>
              <a:gdLst/>
              <a:ahLst/>
              <a:cxnLst/>
              <a:rect l="l" t="t" r="r" b="b"/>
              <a:pathLst>
                <a:path w="18415" h="1304925">
                  <a:moveTo>
                    <a:pt x="17947" y="0"/>
                  </a:moveTo>
                  <a:lnTo>
                    <a:pt x="0" y="0"/>
                  </a:lnTo>
                  <a:lnTo>
                    <a:pt x="0" y="1304400"/>
                  </a:lnTo>
                  <a:lnTo>
                    <a:pt x="17947" y="1304400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4" name="object 4724" descr=""/>
            <p:cNvSpPr/>
            <p:nvPr/>
          </p:nvSpPr>
          <p:spPr>
            <a:xfrm>
              <a:off x="7645254" y="8754843"/>
              <a:ext cx="528320" cy="1304925"/>
            </a:xfrm>
            <a:custGeom>
              <a:avLst/>
              <a:gdLst/>
              <a:ahLst/>
              <a:cxnLst/>
              <a:rect l="l" t="t" r="r" b="b"/>
              <a:pathLst>
                <a:path w="528320" h="1304925">
                  <a:moveTo>
                    <a:pt x="436677" y="1304400"/>
                  </a:moveTo>
                  <a:lnTo>
                    <a:pt x="454624" y="1304400"/>
                  </a:lnTo>
                  <a:lnTo>
                    <a:pt x="454624" y="0"/>
                  </a:lnTo>
                  <a:lnTo>
                    <a:pt x="436677" y="0"/>
                  </a:lnTo>
                  <a:lnTo>
                    <a:pt x="436677" y="1304400"/>
                  </a:lnTo>
                  <a:close/>
                </a:path>
                <a:path w="528320" h="1304925">
                  <a:moveTo>
                    <a:pt x="0" y="1304400"/>
                  </a:moveTo>
                  <a:lnTo>
                    <a:pt x="46134" y="1304400"/>
                  </a:lnTo>
                  <a:lnTo>
                    <a:pt x="46134" y="0"/>
                  </a:lnTo>
                  <a:lnTo>
                    <a:pt x="0" y="0"/>
                  </a:lnTo>
                  <a:lnTo>
                    <a:pt x="0" y="1304400"/>
                  </a:lnTo>
                  <a:close/>
                </a:path>
                <a:path w="528320" h="1304925">
                  <a:moveTo>
                    <a:pt x="481744" y="1304400"/>
                  </a:moveTo>
                  <a:lnTo>
                    <a:pt x="527879" y="1304400"/>
                  </a:lnTo>
                  <a:lnTo>
                    <a:pt x="527879" y="0"/>
                  </a:lnTo>
                  <a:lnTo>
                    <a:pt x="481744" y="0"/>
                  </a:lnTo>
                  <a:lnTo>
                    <a:pt x="481744" y="1304400"/>
                  </a:lnTo>
                  <a:close/>
                </a:path>
                <a:path w="528320" h="1304925">
                  <a:moveTo>
                    <a:pt x="419599" y="1304400"/>
                  </a:moveTo>
                  <a:lnTo>
                    <a:pt x="108289" y="1304400"/>
                  </a:lnTo>
                  <a:lnTo>
                    <a:pt x="108289" y="0"/>
                  </a:lnTo>
                  <a:lnTo>
                    <a:pt x="419599" y="0"/>
                  </a:lnTo>
                  <a:lnTo>
                    <a:pt x="419599" y="1304400"/>
                  </a:lnTo>
                  <a:close/>
                </a:path>
                <a:path w="528320" h="1304925">
                  <a:moveTo>
                    <a:pt x="155010" y="46710"/>
                  </a:moveTo>
                  <a:lnTo>
                    <a:pt x="108300" y="46710"/>
                  </a:lnTo>
                  <a:lnTo>
                    <a:pt x="108300" y="10"/>
                  </a:lnTo>
                  <a:lnTo>
                    <a:pt x="155010" y="10"/>
                  </a:lnTo>
                  <a:lnTo>
                    <a:pt x="155010" y="46710"/>
                  </a:lnTo>
                  <a:close/>
                </a:path>
                <a:path w="528320" h="1304925">
                  <a:moveTo>
                    <a:pt x="419599" y="46710"/>
                  </a:moveTo>
                  <a:lnTo>
                    <a:pt x="372889" y="46710"/>
                  </a:lnTo>
                  <a:lnTo>
                    <a:pt x="372889" y="10"/>
                  </a:lnTo>
                  <a:lnTo>
                    <a:pt x="419599" y="10"/>
                  </a:lnTo>
                  <a:lnTo>
                    <a:pt x="419599" y="46710"/>
                  </a:lnTo>
                  <a:close/>
                </a:path>
                <a:path w="528320" h="1304925">
                  <a:moveTo>
                    <a:pt x="155010" y="46710"/>
                  </a:moveTo>
                  <a:lnTo>
                    <a:pt x="129388" y="46710"/>
                  </a:lnTo>
                  <a:lnTo>
                    <a:pt x="129388" y="21088"/>
                  </a:lnTo>
                  <a:lnTo>
                    <a:pt x="155010" y="21088"/>
                  </a:lnTo>
                  <a:lnTo>
                    <a:pt x="155010" y="46710"/>
                  </a:lnTo>
                  <a:close/>
                </a:path>
                <a:path w="528320" h="1304925">
                  <a:moveTo>
                    <a:pt x="398511" y="46710"/>
                  </a:moveTo>
                  <a:lnTo>
                    <a:pt x="372889" y="46710"/>
                  </a:lnTo>
                  <a:lnTo>
                    <a:pt x="372889" y="21088"/>
                  </a:lnTo>
                  <a:lnTo>
                    <a:pt x="398511" y="21088"/>
                  </a:lnTo>
                  <a:lnTo>
                    <a:pt x="398511" y="4671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25" name="object 4725" descr=""/>
            <p:cNvSpPr/>
            <p:nvPr/>
          </p:nvSpPr>
          <p:spPr>
            <a:xfrm>
              <a:off x="7800254" y="8771764"/>
              <a:ext cx="218440" cy="4445"/>
            </a:xfrm>
            <a:custGeom>
              <a:avLst/>
              <a:gdLst/>
              <a:ahLst/>
              <a:cxnLst/>
              <a:rect l="l" t="t" r="r" b="b"/>
              <a:pathLst>
                <a:path w="218440" h="4445">
                  <a:moveTo>
                    <a:pt x="217888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217888" y="4167"/>
                  </a:lnTo>
                  <a:lnTo>
                    <a:pt x="2178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6" name="object 4726" descr=""/>
            <p:cNvSpPr/>
            <p:nvPr/>
          </p:nvSpPr>
          <p:spPr>
            <a:xfrm>
              <a:off x="7800254" y="8771764"/>
              <a:ext cx="218440" cy="4445"/>
            </a:xfrm>
            <a:custGeom>
              <a:avLst/>
              <a:gdLst/>
              <a:ahLst/>
              <a:cxnLst/>
              <a:rect l="l" t="t" r="r" b="b"/>
              <a:pathLst>
                <a:path w="218440" h="4445">
                  <a:moveTo>
                    <a:pt x="217888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217888" y="4167"/>
                  </a:lnTo>
                  <a:lnTo>
                    <a:pt x="217888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27" name="object 4727" descr=""/>
            <p:cNvSpPr/>
            <p:nvPr/>
          </p:nvSpPr>
          <p:spPr>
            <a:xfrm>
              <a:off x="7774642" y="8797376"/>
              <a:ext cx="269240" cy="4445"/>
            </a:xfrm>
            <a:custGeom>
              <a:avLst/>
              <a:gdLst/>
              <a:ahLst/>
              <a:cxnLst/>
              <a:rect l="l" t="t" r="r" b="b"/>
              <a:pathLst>
                <a:path w="269240" h="4445">
                  <a:moveTo>
                    <a:pt x="269122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269122" y="4167"/>
                  </a:lnTo>
                  <a:lnTo>
                    <a:pt x="2691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8" name="object 4728" descr=""/>
            <p:cNvSpPr/>
            <p:nvPr/>
          </p:nvSpPr>
          <p:spPr>
            <a:xfrm>
              <a:off x="7774642" y="8797376"/>
              <a:ext cx="269240" cy="4445"/>
            </a:xfrm>
            <a:custGeom>
              <a:avLst/>
              <a:gdLst/>
              <a:ahLst/>
              <a:cxnLst/>
              <a:rect l="l" t="t" r="r" b="b"/>
              <a:pathLst>
                <a:path w="269240" h="4445">
                  <a:moveTo>
                    <a:pt x="269122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269122" y="4167"/>
                  </a:lnTo>
                  <a:lnTo>
                    <a:pt x="269122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29" name="object 4729" descr=""/>
            <p:cNvSpPr/>
            <p:nvPr/>
          </p:nvSpPr>
          <p:spPr>
            <a:xfrm>
              <a:off x="7753543" y="10040333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311309" y="416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0" name="object 4730" descr=""/>
            <p:cNvSpPr/>
            <p:nvPr/>
          </p:nvSpPr>
          <p:spPr>
            <a:xfrm>
              <a:off x="7753543" y="10040333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311309" y="416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31" name="object 4731" descr=""/>
            <p:cNvSpPr/>
            <p:nvPr/>
          </p:nvSpPr>
          <p:spPr>
            <a:xfrm>
              <a:off x="7753543" y="10006512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311309" y="4188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2" name="object 4732" descr=""/>
            <p:cNvSpPr/>
            <p:nvPr/>
          </p:nvSpPr>
          <p:spPr>
            <a:xfrm>
              <a:off x="7753543" y="10006512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311309" y="4188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33" name="object 4733" descr=""/>
            <p:cNvSpPr/>
            <p:nvPr/>
          </p:nvSpPr>
          <p:spPr>
            <a:xfrm>
              <a:off x="7753543" y="9972701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311309" y="4188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4" name="object 4734" descr=""/>
            <p:cNvSpPr/>
            <p:nvPr/>
          </p:nvSpPr>
          <p:spPr>
            <a:xfrm>
              <a:off x="7753543" y="9972701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311309" y="4188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35" name="object 4735" descr=""/>
            <p:cNvSpPr/>
            <p:nvPr/>
          </p:nvSpPr>
          <p:spPr>
            <a:xfrm>
              <a:off x="7753543" y="9938901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6" name="object 4736" descr=""/>
            <p:cNvSpPr/>
            <p:nvPr/>
          </p:nvSpPr>
          <p:spPr>
            <a:xfrm>
              <a:off x="7753543" y="9938901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37" name="object 4737" descr=""/>
            <p:cNvSpPr/>
            <p:nvPr/>
          </p:nvSpPr>
          <p:spPr>
            <a:xfrm>
              <a:off x="7753543" y="9905091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8" name="object 4738" descr=""/>
            <p:cNvSpPr/>
            <p:nvPr/>
          </p:nvSpPr>
          <p:spPr>
            <a:xfrm>
              <a:off x="7753543" y="9905091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39" name="object 4739" descr=""/>
            <p:cNvSpPr/>
            <p:nvPr/>
          </p:nvSpPr>
          <p:spPr>
            <a:xfrm>
              <a:off x="7753543" y="9871291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311309" y="416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0" name="object 4740" descr=""/>
            <p:cNvSpPr/>
            <p:nvPr/>
          </p:nvSpPr>
          <p:spPr>
            <a:xfrm>
              <a:off x="7753543" y="9871291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311309" y="416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41" name="object 4741" descr=""/>
            <p:cNvSpPr/>
            <p:nvPr/>
          </p:nvSpPr>
          <p:spPr>
            <a:xfrm>
              <a:off x="7753543" y="9837480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2" name="object 4742" descr=""/>
            <p:cNvSpPr/>
            <p:nvPr/>
          </p:nvSpPr>
          <p:spPr>
            <a:xfrm>
              <a:off x="7753543" y="9837480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43" name="object 4743" descr=""/>
            <p:cNvSpPr/>
            <p:nvPr/>
          </p:nvSpPr>
          <p:spPr>
            <a:xfrm>
              <a:off x="7753543" y="9803680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4" name="object 4744" descr=""/>
            <p:cNvSpPr/>
            <p:nvPr/>
          </p:nvSpPr>
          <p:spPr>
            <a:xfrm>
              <a:off x="7753543" y="9803680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45" name="object 4745" descr=""/>
            <p:cNvSpPr/>
            <p:nvPr/>
          </p:nvSpPr>
          <p:spPr>
            <a:xfrm>
              <a:off x="7753543" y="9769859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311309" y="4188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6" name="object 4746" descr=""/>
            <p:cNvSpPr/>
            <p:nvPr/>
          </p:nvSpPr>
          <p:spPr>
            <a:xfrm>
              <a:off x="7753543" y="9769859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311309" y="4188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47" name="object 4747" descr=""/>
            <p:cNvSpPr/>
            <p:nvPr/>
          </p:nvSpPr>
          <p:spPr>
            <a:xfrm>
              <a:off x="7753543" y="9736049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8" name="object 4748" descr=""/>
            <p:cNvSpPr/>
            <p:nvPr/>
          </p:nvSpPr>
          <p:spPr>
            <a:xfrm>
              <a:off x="7753543" y="9736049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49" name="object 4749" descr=""/>
            <p:cNvSpPr/>
            <p:nvPr/>
          </p:nvSpPr>
          <p:spPr>
            <a:xfrm>
              <a:off x="7753543" y="9702259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311309" y="416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0" name="object 4750" descr=""/>
            <p:cNvSpPr/>
            <p:nvPr/>
          </p:nvSpPr>
          <p:spPr>
            <a:xfrm>
              <a:off x="7753543" y="9702259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311309" y="416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51" name="object 4751" descr=""/>
            <p:cNvSpPr/>
            <p:nvPr/>
          </p:nvSpPr>
          <p:spPr>
            <a:xfrm>
              <a:off x="7753543" y="9668449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311309" y="416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2" name="object 4752" descr=""/>
            <p:cNvSpPr/>
            <p:nvPr/>
          </p:nvSpPr>
          <p:spPr>
            <a:xfrm>
              <a:off x="7753543" y="9668449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311309" y="416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53" name="object 4753" descr=""/>
            <p:cNvSpPr/>
            <p:nvPr/>
          </p:nvSpPr>
          <p:spPr>
            <a:xfrm>
              <a:off x="7753543" y="9634638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311309" y="4188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4" name="object 4754" descr=""/>
            <p:cNvSpPr/>
            <p:nvPr/>
          </p:nvSpPr>
          <p:spPr>
            <a:xfrm>
              <a:off x="7753543" y="9634638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311309" y="4188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55" name="object 4755" descr=""/>
            <p:cNvSpPr/>
            <p:nvPr/>
          </p:nvSpPr>
          <p:spPr>
            <a:xfrm>
              <a:off x="7753543" y="9600828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6" name="object 4756" descr=""/>
            <p:cNvSpPr/>
            <p:nvPr/>
          </p:nvSpPr>
          <p:spPr>
            <a:xfrm>
              <a:off x="7753543" y="9600828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57" name="object 4757" descr=""/>
            <p:cNvSpPr/>
            <p:nvPr/>
          </p:nvSpPr>
          <p:spPr>
            <a:xfrm>
              <a:off x="7753543" y="9567028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8" name="object 4758" descr=""/>
            <p:cNvSpPr/>
            <p:nvPr/>
          </p:nvSpPr>
          <p:spPr>
            <a:xfrm>
              <a:off x="7753543" y="9567028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59" name="object 4759" descr=""/>
            <p:cNvSpPr/>
            <p:nvPr/>
          </p:nvSpPr>
          <p:spPr>
            <a:xfrm>
              <a:off x="7753543" y="9533207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311309" y="4188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0" name="object 4760" descr=""/>
            <p:cNvSpPr/>
            <p:nvPr/>
          </p:nvSpPr>
          <p:spPr>
            <a:xfrm>
              <a:off x="7753543" y="9533207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311309" y="4188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61" name="object 4761" descr=""/>
            <p:cNvSpPr/>
            <p:nvPr/>
          </p:nvSpPr>
          <p:spPr>
            <a:xfrm>
              <a:off x="7753543" y="9499417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311309" y="416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2" name="object 4762" descr=""/>
            <p:cNvSpPr/>
            <p:nvPr/>
          </p:nvSpPr>
          <p:spPr>
            <a:xfrm>
              <a:off x="7753543" y="9499417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311309" y="416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63" name="object 4763" descr=""/>
            <p:cNvSpPr/>
            <p:nvPr/>
          </p:nvSpPr>
          <p:spPr>
            <a:xfrm>
              <a:off x="7753543" y="9465607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4" name="object 4764" descr=""/>
            <p:cNvSpPr/>
            <p:nvPr/>
          </p:nvSpPr>
          <p:spPr>
            <a:xfrm>
              <a:off x="7753543" y="9465607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65" name="object 4765" descr=""/>
            <p:cNvSpPr/>
            <p:nvPr/>
          </p:nvSpPr>
          <p:spPr>
            <a:xfrm>
              <a:off x="7753543" y="9431796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311309" y="4188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6" name="object 4766" descr=""/>
            <p:cNvSpPr/>
            <p:nvPr/>
          </p:nvSpPr>
          <p:spPr>
            <a:xfrm>
              <a:off x="7753543" y="9431796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311309" y="4188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67" name="object 4767" descr=""/>
            <p:cNvSpPr/>
            <p:nvPr/>
          </p:nvSpPr>
          <p:spPr>
            <a:xfrm>
              <a:off x="7753543" y="9397986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8" name="object 4768" descr=""/>
            <p:cNvSpPr/>
            <p:nvPr/>
          </p:nvSpPr>
          <p:spPr>
            <a:xfrm>
              <a:off x="7753543" y="9397986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69" name="object 4769" descr=""/>
            <p:cNvSpPr/>
            <p:nvPr/>
          </p:nvSpPr>
          <p:spPr>
            <a:xfrm>
              <a:off x="7753543" y="9364175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0" name="object 4770" descr=""/>
            <p:cNvSpPr/>
            <p:nvPr/>
          </p:nvSpPr>
          <p:spPr>
            <a:xfrm>
              <a:off x="7753543" y="9364175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71" name="object 4771" descr=""/>
            <p:cNvSpPr/>
            <p:nvPr/>
          </p:nvSpPr>
          <p:spPr>
            <a:xfrm>
              <a:off x="7753543" y="9330375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311309" y="416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2" name="object 4772" descr=""/>
            <p:cNvSpPr/>
            <p:nvPr/>
          </p:nvSpPr>
          <p:spPr>
            <a:xfrm>
              <a:off x="7753543" y="9330375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311309" y="416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73" name="object 4773" descr=""/>
            <p:cNvSpPr/>
            <p:nvPr/>
          </p:nvSpPr>
          <p:spPr>
            <a:xfrm>
              <a:off x="7753543" y="9296575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311309" y="416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4" name="object 4774" descr=""/>
            <p:cNvSpPr/>
            <p:nvPr/>
          </p:nvSpPr>
          <p:spPr>
            <a:xfrm>
              <a:off x="7753543" y="9296575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311309" y="416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75" name="object 4775" descr=""/>
            <p:cNvSpPr/>
            <p:nvPr/>
          </p:nvSpPr>
          <p:spPr>
            <a:xfrm>
              <a:off x="7753543" y="9262765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6" name="object 4776" descr=""/>
            <p:cNvSpPr/>
            <p:nvPr/>
          </p:nvSpPr>
          <p:spPr>
            <a:xfrm>
              <a:off x="7753543" y="9262765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77" name="object 4777" descr=""/>
            <p:cNvSpPr/>
            <p:nvPr/>
          </p:nvSpPr>
          <p:spPr>
            <a:xfrm>
              <a:off x="7753543" y="9228954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8" name="object 4778" descr=""/>
            <p:cNvSpPr/>
            <p:nvPr/>
          </p:nvSpPr>
          <p:spPr>
            <a:xfrm>
              <a:off x="7753543" y="9228954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79" name="object 4779" descr=""/>
            <p:cNvSpPr/>
            <p:nvPr/>
          </p:nvSpPr>
          <p:spPr>
            <a:xfrm>
              <a:off x="7753543" y="9195144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311309" y="4188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0" name="object 4780" descr=""/>
            <p:cNvSpPr/>
            <p:nvPr/>
          </p:nvSpPr>
          <p:spPr>
            <a:xfrm>
              <a:off x="7753543" y="9195144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311309" y="4188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81" name="object 4781" descr=""/>
            <p:cNvSpPr/>
            <p:nvPr/>
          </p:nvSpPr>
          <p:spPr>
            <a:xfrm>
              <a:off x="7753543" y="9161344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311309" y="416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2" name="object 4782" descr=""/>
            <p:cNvSpPr/>
            <p:nvPr/>
          </p:nvSpPr>
          <p:spPr>
            <a:xfrm>
              <a:off x="7753543" y="9161344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311309" y="416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83" name="object 4783" descr=""/>
            <p:cNvSpPr/>
            <p:nvPr/>
          </p:nvSpPr>
          <p:spPr>
            <a:xfrm>
              <a:off x="7753543" y="9127544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311309" y="416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4" name="object 4784" descr=""/>
            <p:cNvSpPr/>
            <p:nvPr/>
          </p:nvSpPr>
          <p:spPr>
            <a:xfrm>
              <a:off x="7753543" y="9127544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311309" y="416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85" name="object 4785" descr=""/>
            <p:cNvSpPr/>
            <p:nvPr/>
          </p:nvSpPr>
          <p:spPr>
            <a:xfrm>
              <a:off x="7753543" y="9093723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311309" y="4188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6" name="object 4786" descr=""/>
            <p:cNvSpPr/>
            <p:nvPr/>
          </p:nvSpPr>
          <p:spPr>
            <a:xfrm>
              <a:off x="7753543" y="9093723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311309" y="4188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87" name="object 4787" descr=""/>
            <p:cNvSpPr/>
            <p:nvPr/>
          </p:nvSpPr>
          <p:spPr>
            <a:xfrm>
              <a:off x="7753543" y="9059923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8" name="object 4788" descr=""/>
            <p:cNvSpPr/>
            <p:nvPr/>
          </p:nvSpPr>
          <p:spPr>
            <a:xfrm>
              <a:off x="7753543" y="9059923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89" name="object 4789" descr=""/>
            <p:cNvSpPr/>
            <p:nvPr/>
          </p:nvSpPr>
          <p:spPr>
            <a:xfrm>
              <a:off x="7753543" y="9026112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0" name="object 4790" descr=""/>
            <p:cNvSpPr/>
            <p:nvPr/>
          </p:nvSpPr>
          <p:spPr>
            <a:xfrm>
              <a:off x="7753543" y="9026112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91" name="object 4791" descr=""/>
            <p:cNvSpPr/>
            <p:nvPr/>
          </p:nvSpPr>
          <p:spPr>
            <a:xfrm>
              <a:off x="7753543" y="8992291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311309" y="4188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2" name="object 4792" descr=""/>
            <p:cNvSpPr/>
            <p:nvPr/>
          </p:nvSpPr>
          <p:spPr>
            <a:xfrm>
              <a:off x="7753543" y="8992291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311309" y="4188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93" name="object 4793" descr=""/>
            <p:cNvSpPr/>
            <p:nvPr/>
          </p:nvSpPr>
          <p:spPr>
            <a:xfrm>
              <a:off x="7753543" y="8958502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311309" y="416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4" name="object 4794" descr=""/>
            <p:cNvSpPr/>
            <p:nvPr/>
          </p:nvSpPr>
          <p:spPr>
            <a:xfrm>
              <a:off x="7753543" y="8958502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311309" y="416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95" name="object 4795" descr=""/>
            <p:cNvSpPr/>
            <p:nvPr/>
          </p:nvSpPr>
          <p:spPr>
            <a:xfrm>
              <a:off x="7753543" y="8924691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6" name="object 4796" descr=""/>
            <p:cNvSpPr/>
            <p:nvPr/>
          </p:nvSpPr>
          <p:spPr>
            <a:xfrm>
              <a:off x="7753543" y="8924691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97" name="object 4797" descr=""/>
            <p:cNvSpPr/>
            <p:nvPr/>
          </p:nvSpPr>
          <p:spPr>
            <a:xfrm>
              <a:off x="7753543" y="8890881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311309" y="4188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8" name="object 4798" descr=""/>
            <p:cNvSpPr/>
            <p:nvPr/>
          </p:nvSpPr>
          <p:spPr>
            <a:xfrm>
              <a:off x="7753543" y="8890881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311309" y="4188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99" name="object 4799" descr=""/>
            <p:cNvSpPr/>
            <p:nvPr/>
          </p:nvSpPr>
          <p:spPr>
            <a:xfrm>
              <a:off x="7753543" y="8857070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311309" y="4188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0" name="object 4800" descr=""/>
            <p:cNvSpPr/>
            <p:nvPr/>
          </p:nvSpPr>
          <p:spPr>
            <a:xfrm>
              <a:off x="7753543" y="8857070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311309" y="4188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01" name="object 4801" descr=""/>
            <p:cNvSpPr/>
            <p:nvPr/>
          </p:nvSpPr>
          <p:spPr>
            <a:xfrm>
              <a:off x="7753543" y="8823270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2" name="object 4802" descr=""/>
            <p:cNvSpPr/>
            <p:nvPr/>
          </p:nvSpPr>
          <p:spPr>
            <a:xfrm>
              <a:off x="7753543" y="8823270"/>
              <a:ext cx="311785" cy="4445"/>
            </a:xfrm>
            <a:custGeom>
              <a:avLst/>
              <a:gdLst/>
              <a:ahLst/>
              <a:cxnLst/>
              <a:rect l="l" t="t" r="r" b="b"/>
              <a:pathLst>
                <a:path w="311784" h="4445">
                  <a:moveTo>
                    <a:pt x="311309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311309" y="4177"/>
                  </a:lnTo>
                  <a:lnTo>
                    <a:pt x="3113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03" name="object 4803" descr=""/>
            <p:cNvSpPr/>
            <p:nvPr/>
          </p:nvSpPr>
          <p:spPr>
            <a:xfrm>
              <a:off x="7718508" y="10040333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4" name="object 4804" descr=""/>
            <p:cNvSpPr/>
            <p:nvPr/>
          </p:nvSpPr>
          <p:spPr>
            <a:xfrm>
              <a:off x="7718508" y="10040333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05" name="object 4805" descr=""/>
            <p:cNvSpPr/>
            <p:nvPr/>
          </p:nvSpPr>
          <p:spPr>
            <a:xfrm>
              <a:off x="7718508" y="10006512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6" name="object 4806" descr=""/>
            <p:cNvSpPr/>
            <p:nvPr/>
          </p:nvSpPr>
          <p:spPr>
            <a:xfrm>
              <a:off x="7718508" y="10006512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07" name="object 4807" descr=""/>
            <p:cNvSpPr/>
            <p:nvPr/>
          </p:nvSpPr>
          <p:spPr>
            <a:xfrm>
              <a:off x="7718508" y="9972701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8" name="object 4808" descr=""/>
            <p:cNvSpPr/>
            <p:nvPr/>
          </p:nvSpPr>
          <p:spPr>
            <a:xfrm>
              <a:off x="7718508" y="9972701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09" name="object 4809" descr=""/>
            <p:cNvSpPr/>
            <p:nvPr/>
          </p:nvSpPr>
          <p:spPr>
            <a:xfrm>
              <a:off x="7718508" y="9938901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0" name="object 4810" descr=""/>
            <p:cNvSpPr/>
            <p:nvPr/>
          </p:nvSpPr>
          <p:spPr>
            <a:xfrm>
              <a:off x="7718508" y="9938901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11" name="object 4811" descr=""/>
            <p:cNvSpPr/>
            <p:nvPr/>
          </p:nvSpPr>
          <p:spPr>
            <a:xfrm>
              <a:off x="7718508" y="9905091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2" name="object 4812" descr=""/>
            <p:cNvSpPr/>
            <p:nvPr/>
          </p:nvSpPr>
          <p:spPr>
            <a:xfrm>
              <a:off x="7718508" y="9905091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13" name="object 4813" descr=""/>
            <p:cNvSpPr/>
            <p:nvPr/>
          </p:nvSpPr>
          <p:spPr>
            <a:xfrm>
              <a:off x="7718508" y="9871291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4" name="object 4814" descr=""/>
            <p:cNvSpPr/>
            <p:nvPr/>
          </p:nvSpPr>
          <p:spPr>
            <a:xfrm>
              <a:off x="7718508" y="9871291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15" name="object 4815" descr=""/>
            <p:cNvSpPr/>
            <p:nvPr/>
          </p:nvSpPr>
          <p:spPr>
            <a:xfrm>
              <a:off x="7718508" y="9837480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6" name="object 4816" descr=""/>
            <p:cNvSpPr/>
            <p:nvPr/>
          </p:nvSpPr>
          <p:spPr>
            <a:xfrm>
              <a:off x="7718508" y="9837480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17" name="object 4817" descr=""/>
            <p:cNvSpPr/>
            <p:nvPr/>
          </p:nvSpPr>
          <p:spPr>
            <a:xfrm>
              <a:off x="7718508" y="9803680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8" name="object 4818" descr=""/>
            <p:cNvSpPr/>
            <p:nvPr/>
          </p:nvSpPr>
          <p:spPr>
            <a:xfrm>
              <a:off x="7718508" y="9803680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19" name="object 4819" descr=""/>
            <p:cNvSpPr/>
            <p:nvPr/>
          </p:nvSpPr>
          <p:spPr>
            <a:xfrm>
              <a:off x="7718508" y="9769859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0" name="object 4820" descr=""/>
            <p:cNvSpPr/>
            <p:nvPr/>
          </p:nvSpPr>
          <p:spPr>
            <a:xfrm>
              <a:off x="7718508" y="9769859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21" name="object 4821" descr=""/>
            <p:cNvSpPr/>
            <p:nvPr/>
          </p:nvSpPr>
          <p:spPr>
            <a:xfrm>
              <a:off x="7718508" y="9736049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2" name="object 4822" descr=""/>
            <p:cNvSpPr/>
            <p:nvPr/>
          </p:nvSpPr>
          <p:spPr>
            <a:xfrm>
              <a:off x="7718508" y="9736049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23" name="object 4823" descr=""/>
            <p:cNvSpPr/>
            <p:nvPr/>
          </p:nvSpPr>
          <p:spPr>
            <a:xfrm>
              <a:off x="7718508" y="9702259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4" name="object 4824" descr=""/>
            <p:cNvSpPr/>
            <p:nvPr/>
          </p:nvSpPr>
          <p:spPr>
            <a:xfrm>
              <a:off x="7718508" y="9702259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25" name="object 4825" descr=""/>
            <p:cNvSpPr/>
            <p:nvPr/>
          </p:nvSpPr>
          <p:spPr>
            <a:xfrm>
              <a:off x="7718508" y="9668449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6" name="object 4826" descr=""/>
            <p:cNvSpPr/>
            <p:nvPr/>
          </p:nvSpPr>
          <p:spPr>
            <a:xfrm>
              <a:off x="7718508" y="9668449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27" name="object 4827" descr=""/>
            <p:cNvSpPr/>
            <p:nvPr/>
          </p:nvSpPr>
          <p:spPr>
            <a:xfrm>
              <a:off x="7718508" y="9634638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8" name="object 4828" descr=""/>
            <p:cNvSpPr/>
            <p:nvPr/>
          </p:nvSpPr>
          <p:spPr>
            <a:xfrm>
              <a:off x="7718508" y="9634638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29" name="object 4829" descr=""/>
            <p:cNvSpPr/>
            <p:nvPr/>
          </p:nvSpPr>
          <p:spPr>
            <a:xfrm>
              <a:off x="7718508" y="9600828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0" name="object 4830" descr=""/>
            <p:cNvSpPr/>
            <p:nvPr/>
          </p:nvSpPr>
          <p:spPr>
            <a:xfrm>
              <a:off x="7718508" y="9600828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31" name="object 4831" descr=""/>
            <p:cNvSpPr/>
            <p:nvPr/>
          </p:nvSpPr>
          <p:spPr>
            <a:xfrm>
              <a:off x="7718508" y="9567028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2" name="object 4832" descr=""/>
            <p:cNvSpPr/>
            <p:nvPr/>
          </p:nvSpPr>
          <p:spPr>
            <a:xfrm>
              <a:off x="7718508" y="9567028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33" name="object 4833" descr=""/>
            <p:cNvSpPr/>
            <p:nvPr/>
          </p:nvSpPr>
          <p:spPr>
            <a:xfrm>
              <a:off x="7718508" y="9533207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4" name="object 4834" descr=""/>
            <p:cNvSpPr/>
            <p:nvPr/>
          </p:nvSpPr>
          <p:spPr>
            <a:xfrm>
              <a:off x="7718508" y="9533207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35" name="object 4835" descr=""/>
            <p:cNvSpPr/>
            <p:nvPr/>
          </p:nvSpPr>
          <p:spPr>
            <a:xfrm>
              <a:off x="7718508" y="9499417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6" name="object 4836" descr=""/>
            <p:cNvSpPr/>
            <p:nvPr/>
          </p:nvSpPr>
          <p:spPr>
            <a:xfrm>
              <a:off x="7718508" y="9499417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37" name="object 4837" descr=""/>
            <p:cNvSpPr/>
            <p:nvPr/>
          </p:nvSpPr>
          <p:spPr>
            <a:xfrm>
              <a:off x="7718508" y="9465607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8" name="object 4838" descr=""/>
            <p:cNvSpPr/>
            <p:nvPr/>
          </p:nvSpPr>
          <p:spPr>
            <a:xfrm>
              <a:off x="7718508" y="9465607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39" name="object 4839" descr=""/>
            <p:cNvSpPr/>
            <p:nvPr/>
          </p:nvSpPr>
          <p:spPr>
            <a:xfrm>
              <a:off x="7718508" y="9431796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0" name="object 4840" descr=""/>
            <p:cNvSpPr/>
            <p:nvPr/>
          </p:nvSpPr>
          <p:spPr>
            <a:xfrm>
              <a:off x="7718508" y="9431796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41" name="object 4841" descr=""/>
            <p:cNvSpPr/>
            <p:nvPr/>
          </p:nvSpPr>
          <p:spPr>
            <a:xfrm>
              <a:off x="7718508" y="9397986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2" name="object 4842" descr=""/>
            <p:cNvSpPr/>
            <p:nvPr/>
          </p:nvSpPr>
          <p:spPr>
            <a:xfrm>
              <a:off x="7718508" y="9397986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43" name="object 4843" descr=""/>
            <p:cNvSpPr/>
            <p:nvPr/>
          </p:nvSpPr>
          <p:spPr>
            <a:xfrm>
              <a:off x="7718508" y="9364175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4" name="object 4844" descr=""/>
            <p:cNvSpPr/>
            <p:nvPr/>
          </p:nvSpPr>
          <p:spPr>
            <a:xfrm>
              <a:off x="7718508" y="9364175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45" name="object 4845" descr=""/>
            <p:cNvSpPr/>
            <p:nvPr/>
          </p:nvSpPr>
          <p:spPr>
            <a:xfrm>
              <a:off x="7718508" y="9330375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6" name="object 4846" descr=""/>
            <p:cNvSpPr/>
            <p:nvPr/>
          </p:nvSpPr>
          <p:spPr>
            <a:xfrm>
              <a:off x="7718508" y="9330375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47" name="object 4847" descr=""/>
            <p:cNvSpPr/>
            <p:nvPr/>
          </p:nvSpPr>
          <p:spPr>
            <a:xfrm>
              <a:off x="7718508" y="9296575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8" name="object 4848" descr=""/>
            <p:cNvSpPr/>
            <p:nvPr/>
          </p:nvSpPr>
          <p:spPr>
            <a:xfrm>
              <a:off x="7718508" y="9296575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49" name="object 4849" descr=""/>
            <p:cNvSpPr/>
            <p:nvPr/>
          </p:nvSpPr>
          <p:spPr>
            <a:xfrm>
              <a:off x="7718508" y="9262765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0" name="object 4850" descr=""/>
            <p:cNvSpPr/>
            <p:nvPr/>
          </p:nvSpPr>
          <p:spPr>
            <a:xfrm>
              <a:off x="7718508" y="9262765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51" name="object 4851" descr=""/>
            <p:cNvSpPr/>
            <p:nvPr/>
          </p:nvSpPr>
          <p:spPr>
            <a:xfrm>
              <a:off x="7718508" y="9228954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2" name="object 4852" descr=""/>
            <p:cNvSpPr/>
            <p:nvPr/>
          </p:nvSpPr>
          <p:spPr>
            <a:xfrm>
              <a:off x="7718508" y="9228954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53" name="object 4853" descr=""/>
            <p:cNvSpPr/>
            <p:nvPr/>
          </p:nvSpPr>
          <p:spPr>
            <a:xfrm>
              <a:off x="7718508" y="9195144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4" name="object 4854" descr=""/>
            <p:cNvSpPr/>
            <p:nvPr/>
          </p:nvSpPr>
          <p:spPr>
            <a:xfrm>
              <a:off x="7718508" y="9195144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55" name="object 4855" descr=""/>
            <p:cNvSpPr/>
            <p:nvPr/>
          </p:nvSpPr>
          <p:spPr>
            <a:xfrm>
              <a:off x="7718508" y="9161344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6" name="object 4856" descr=""/>
            <p:cNvSpPr/>
            <p:nvPr/>
          </p:nvSpPr>
          <p:spPr>
            <a:xfrm>
              <a:off x="7718508" y="9161344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57" name="object 4857" descr=""/>
            <p:cNvSpPr/>
            <p:nvPr/>
          </p:nvSpPr>
          <p:spPr>
            <a:xfrm>
              <a:off x="7718508" y="9127544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8" name="object 4858" descr=""/>
            <p:cNvSpPr/>
            <p:nvPr/>
          </p:nvSpPr>
          <p:spPr>
            <a:xfrm>
              <a:off x="7718508" y="9127544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59" name="object 4859" descr=""/>
            <p:cNvSpPr/>
            <p:nvPr/>
          </p:nvSpPr>
          <p:spPr>
            <a:xfrm>
              <a:off x="7718508" y="9093723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0" name="object 4860" descr=""/>
            <p:cNvSpPr/>
            <p:nvPr/>
          </p:nvSpPr>
          <p:spPr>
            <a:xfrm>
              <a:off x="7718508" y="9093723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61" name="object 4861" descr=""/>
            <p:cNvSpPr/>
            <p:nvPr/>
          </p:nvSpPr>
          <p:spPr>
            <a:xfrm>
              <a:off x="7718508" y="9059923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2" name="object 4862" descr=""/>
            <p:cNvSpPr/>
            <p:nvPr/>
          </p:nvSpPr>
          <p:spPr>
            <a:xfrm>
              <a:off x="7718508" y="9059923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63" name="object 4863" descr=""/>
            <p:cNvSpPr/>
            <p:nvPr/>
          </p:nvSpPr>
          <p:spPr>
            <a:xfrm>
              <a:off x="7718508" y="9026112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4" name="object 4864" descr=""/>
            <p:cNvSpPr/>
            <p:nvPr/>
          </p:nvSpPr>
          <p:spPr>
            <a:xfrm>
              <a:off x="7718508" y="9026112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65" name="object 4865" descr=""/>
            <p:cNvSpPr/>
            <p:nvPr/>
          </p:nvSpPr>
          <p:spPr>
            <a:xfrm>
              <a:off x="7718508" y="8992291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6" name="object 4866" descr=""/>
            <p:cNvSpPr/>
            <p:nvPr/>
          </p:nvSpPr>
          <p:spPr>
            <a:xfrm>
              <a:off x="7718508" y="8992291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67" name="object 4867" descr=""/>
            <p:cNvSpPr/>
            <p:nvPr/>
          </p:nvSpPr>
          <p:spPr>
            <a:xfrm>
              <a:off x="7718508" y="8958502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8" name="object 4868" descr=""/>
            <p:cNvSpPr/>
            <p:nvPr/>
          </p:nvSpPr>
          <p:spPr>
            <a:xfrm>
              <a:off x="7718508" y="8958502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69" name="object 4869" descr=""/>
            <p:cNvSpPr/>
            <p:nvPr/>
          </p:nvSpPr>
          <p:spPr>
            <a:xfrm>
              <a:off x="7718508" y="8924691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0" name="object 4870" descr=""/>
            <p:cNvSpPr/>
            <p:nvPr/>
          </p:nvSpPr>
          <p:spPr>
            <a:xfrm>
              <a:off x="7718508" y="8924691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71" name="object 4871" descr=""/>
            <p:cNvSpPr/>
            <p:nvPr/>
          </p:nvSpPr>
          <p:spPr>
            <a:xfrm>
              <a:off x="7718508" y="8890881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2" name="object 4872" descr=""/>
            <p:cNvSpPr/>
            <p:nvPr/>
          </p:nvSpPr>
          <p:spPr>
            <a:xfrm>
              <a:off x="7718508" y="8890881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73" name="object 4873" descr=""/>
            <p:cNvSpPr/>
            <p:nvPr/>
          </p:nvSpPr>
          <p:spPr>
            <a:xfrm>
              <a:off x="7718508" y="8857070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4" name="object 4874" descr=""/>
            <p:cNvSpPr/>
            <p:nvPr/>
          </p:nvSpPr>
          <p:spPr>
            <a:xfrm>
              <a:off x="7718508" y="8857070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75" name="object 4875" descr=""/>
            <p:cNvSpPr/>
            <p:nvPr/>
          </p:nvSpPr>
          <p:spPr>
            <a:xfrm>
              <a:off x="7718508" y="8823270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6" name="object 4876" descr=""/>
            <p:cNvSpPr/>
            <p:nvPr/>
          </p:nvSpPr>
          <p:spPr>
            <a:xfrm>
              <a:off x="7718508" y="8823270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77" name="object 4877" descr=""/>
            <p:cNvSpPr/>
            <p:nvPr/>
          </p:nvSpPr>
          <p:spPr>
            <a:xfrm>
              <a:off x="8081931" y="10040333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8" name="object 4878" descr=""/>
            <p:cNvSpPr/>
            <p:nvPr/>
          </p:nvSpPr>
          <p:spPr>
            <a:xfrm>
              <a:off x="8081931" y="10040333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79" name="object 4879" descr=""/>
            <p:cNvSpPr/>
            <p:nvPr/>
          </p:nvSpPr>
          <p:spPr>
            <a:xfrm>
              <a:off x="8081931" y="10006512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0" name="object 4880" descr=""/>
            <p:cNvSpPr/>
            <p:nvPr/>
          </p:nvSpPr>
          <p:spPr>
            <a:xfrm>
              <a:off x="8081931" y="10006512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81" name="object 4881" descr=""/>
            <p:cNvSpPr/>
            <p:nvPr/>
          </p:nvSpPr>
          <p:spPr>
            <a:xfrm>
              <a:off x="8081931" y="9972701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2" name="object 4882" descr=""/>
            <p:cNvSpPr/>
            <p:nvPr/>
          </p:nvSpPr>
          <p:spPr>
            <a:xfrm>
              <a:off x="8081931" y="9972701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83" name="object 4883" descr=""/>
            <p:cNvSpPr/>
            <p:nvPr/>
          </p:nvSpPr>
          <p:spPr>
            <a:xfrm>
              <a:off x="8081931" y="9938901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4" name="object 4884" descr=""/>
            <p:cNvSpPr/>
            <p:nvPr/>
          </p:nvSpPr>
          <p:spPr>
            <a:xfrm>
              <a:off x="8081931" y="9938901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85" name="object 4885" descr=""/>
            <p:cNvSpPr/>
            <p:nvPr/>
          </p:nvSpPr>
          <p:spPr>
            <a:xfrm>
              <a:off x="8081931" y="9905091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6" name="object 4886" descr=""/>
            <p:cNvSpPr/>
            <p:nvPr/>
          </p:nvSpPr>
          <p:spPr>
            <a:xfrm>
              <a:off x="8081931" y="9905091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87" name="object 4887" descr=""/>
            <p:cNvSpPr/>
            <p:nvPr/>
          </p:nvSpPr>
          <p:spPr>
            <a:xfrm>
              <a:off x="8081931" y="9871291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8" name="object 4888" descr=""/>
            <p:cNvSpPr/>
            <p:nvPr/>
          </p:nvSpPr>
          <p:spPr>
            <a:xfrm>
              <a:off x="8081931" y="9871291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89" name="object 4889" descr=""/>
            <p:cNvSpPr/>
            <p:nvPr/>
          </p:nvSpPr>
          <p:spPr>
            <a:xfrm>
              <a:off x="8081931" y="9837480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0" name="object 4890" descr=""/>
            <p:cNvSpPr/>
            <p:nvPr/>
          </p:nvSpPr>
          <p:spPr>
            <a:xfrm>
              <a:off x="8081931" y="9837480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91" name="object 4891" descr=""/>
            <p:cNvSpPr/>
            <p:nvPr/>
          </p:nvSpPr>
          <p:spPr>
            <a:xfrm>
              <a:off x="8081931" y="9803680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2" name="object 4892" descr=""/>
            <p:cNvSpPr/>
            <p:nvPr/>
          </p:nvSpPr>
          <p:spPr>
            <a:xfrm>
              <a:off x="8081931" y="9803680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93" name="object 4893" descr=""/>
            <p:cNvSpPr/>
            <p:nvPr/>
          </p:nvSpPr>
          <p:spPr>
            <a:xfrm>
              <a:off x="8081931" y="9769859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4" name="object 4894" descr=""/>
            <p:cNvSpPr/>
            <p:nvPr/>
          </p:nvSpPr>
          <p:spPr>
            <a:xfrm>
              <a:off x="8081931" y="9769859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95" name="object 4895" descr=""/>
            <p:cNvSpPr/>
            <p:nvPr/>
          </p:nvSpPr>
          <p:spPr>
            <a:xfrm>
              <a:off x="8081931" y="9736049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6" name="object 4896" descr=""/>
            <p:cNvSpPr/>
            <p:nvPr/>
          </p:nvSpPr>
          <p:spPr>
            <a:xfrm>
              <a:off x="8081931" y="9736049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97" name="object 4897" descr=""/>
            <p:cNvSpPr/>
            <p:nvPr/>
          </p:nvSpPr>
          <p:spPr>
            <a:xfrm>
              <a:off x="8081931" y="9702259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8" name="object 4898" descr=""/>
            <p:cNvSpPr/>
            <p:nvPr/>
          </p:nvSpPr>
          <p:spPr>
            <a:xfrm>
              <a:off x="8081931" y="9702259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99" name="object 4899" descr=""/>
            <p:cNvSpPr/>
            <p:nvPr/>
          </p:nvSpPr>
          <p:spPr>
            <a:xfrm>
              <a:off x="8081931" y="9668449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0" name="object 4900" descr=""/>
            <p:cNvSpPr/>
            <p:nvPr/>
          </p:nvSpPr>
          <p:spPr>
            <a:xfrm>
              <a:off x="8081931" y="9668449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01" name="object 4901" descr=""/>
            <p:cNvSpPr/>
            <p:nvPr/>
          </p:nvSpPr>
          <p:spPr>
            <a:xfrm>
              <a:off x="8081931" y="9634638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2" name="object 4902" descr=""/>
            <p:cNvSpPr/>
            <p:nvPr/>
          </p:nvSpPr>
          <p:spPr>
            <a:xfrm>
              <a:off x="8081931" y="9634638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03" name="object 4903" descr=""/>
            <p:cNvSpPr/>
            <p:nvPr/>
          </p:nvSpPr>
          <p:spPr>
            <a:xfrm>
              <a:off x="8081931" y="9600828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4" name="object 4904" descr=""/>
            <p:cNvSpPr/>
            <p:nvPr/>
          </p:nvSpPr>
          <p:spPr>
            <a:xfrm>
              <a:off x="8081931" y="9600828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05" name="object 4905" descr=""/>
            <p:cNvSpPr/>
            <p:nvPr/>
          </p:nvSpPr>
          <p:spPr>
            <a:xfrm>
              <a:off x="8081931" y="9567028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6" name="object 4906" descr=""/>
            <p:cNvSpPr/>
            <p:nvPr/>
          </p:nvSpPr>
          <p:spPr>
            <a:xfrm>
              <a:off x="8081931" y="9567028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07" name="object 4907" descr=""/>
            <p:cNvSpPr/>
            <p:nvPr/>
          </p:nvSpPr>
          <p:spPr>
            <a:xfrm>
              <a:off x="8081931" y="9533207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8" name="object 4908" descr=""/>
            <p:cNvSpPr/>
            <p:nvPr/>
          </p:nvSpPr>
          <p:spPr>
            <a:xfrm>
              <a:off x="8081931" y="9533207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09" name="object 4909" descr=""/>
            <p:cNvSpPr/>
            <p:nvPr/>
          </p:nvSpPr>
          <p:spPr>
            <a:xfrm>
              <a:off x="8081931" y="9499417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0" name="object 4910" descr=""/>
            <p:cNvSpPr/>
            <p:nvPr/>
          </p:nvSpPr>
          <p:spPr>
            <a:xfrm>
              <a:off x="8081931" y="9499417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11" name="object 4911" descr=""/>
            <p:cNvSpPr/>
            <p:nvPr/>
          </p:nvSpPr>
          <p:spPr>
            <a:xfrm>
              <a:off x="8081931" y="9465607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2" name="object 4912" descr=""/>
            <p:cNvSpPr/>
            <p:nvPr/>
          </p:nvSpPr>
          <p:spPr>
            <a:xfrm>
              <a:off x="8081931" y="9465607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13" name="object 4913" descr=""/>
            <p:cNvSpPr/>
            <p:nvPr/>
          </p:nvSpPr>
          <p:spPr>
            <a:xfrm>
              <a:off x="8081931" y="9431796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4" name="object 4914" descr=""/>
            <p:cNvSpPr/>
            <p:nvPr/>
          </p:nvSpPr>
          <p:spPr>
            <a:xfrm>
              <a:off x="8081931" y="9431796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15" name="object 4915" descr=""/>
            <p:cNvSpPr/>
            <p:nvPr/>
          </p:nvSpPr>
          <p:spPr>
            <a:xfrm>
              <a:off x="8081931" y="9397986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6" name="object 4916" descr=""/>
            <p:cNvSpPr/>
            <p:nvPr/>
          </p:nvSpPr>
          <p:spPr>
            <a:xfrm>
              <a:off x="8081931" y="9397986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17" name="object 4917" descr=""/>
            <p:cNvSpPr/>
            <p:nvPr/>
          </p:nvSpPr>
          <p:spPr>
            <a:xfrm>
              <a:off x="8081931" y="9364175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8" name="object 4918" descr=""/>
            <p:cNvSpPr/>
            <p:nvPr/>
          </p:nvSpPr>
          <p:spPr>
            <a:xfrm>
              <a:off x="8081931" y="9364175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19" name="object 4919" descr=""/>
            <p:cNvSpPr/>
            <p:nvPr/>
          </p:nvSpPr>
          <p:spPr>
            <a:xfrm>
              <a:off x="8081931" y="9330375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0" name="object 4920" descr=""/>
            <p:cNvSpPr/>
            <p:nvPr/>
          </p:nvSpPr>
          <p:spPr>
            <a:xfrm>
              <a:off x="8081931" y="9330375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21" name="object 4921" descr=""/>
            <p:cNvSpPr/>
            <p:nvPr/>
          </p:nvSpPr>
          <p:spPr>
            <a:xfrm>
              <a:off x="8081931" y="9296575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2" name="object 4922" descr=""/>
            <p:cNvSpPr/>
            <p:nvPr/>
          </p:nvSpPr>
          <p:spPr>
            <a:xfrm>
              <a:off x="8081931" y="9296575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23" name="object 4923" descr=""/>
            <p:cNvSpPr/>
            <p:nvPr/>
          </p:nvSpPr>
          <p:spPr>
            <a:xfrm>
              <a:off x="8081931" y="9262765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4" name="object 4924" descr=""/>
            <p:cNvSpPr/>
            <p:nvPr/>
          </p:nvSpPr>
          <p:spPr>
            <a:xfrm>
              <a:off x="8081931" y="9262765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25" name="object 4925" descr=""/>
            <p:cNvSpPr/>
            <p:nvPr/>
          </p:nvSpPr>
          <p:spPr>
            <a:xfrm>
              <a:off x="8081931" y="9228954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6" name="object 4926" descr=""/>
            <p:cNvSpPr/>
            <p:nvPr/>
          </p:nvSpPr>
          <p:spPr>
            <a:xfrm>
              <a:off x="8081931" y="9228954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27" name="object 4927" descr=""/>
            <p:cNvSpPr/>
            <p:nvPr/>
          </p:nvSpPr>
          <p:spPr>
            <a:xfrm>
              <a:off x="8081931" y="9195144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8" name="object 4928" descr=""/>
            <p:cNvSpPr/>
            <p:nvPr/>
          </p:nvSpPr>
          <p:spPr>
            <a:xfrm>
              <a:off x="8081931" y="9195144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29" name="object 4929" descr=""/>
            <p:cNvSpPr/>
            <p:nvPr/>
          </p:nvSpPr>
          <p:spPr>
            <a:xfrm>
              <a:off x="8081931" y="9161344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0" name="object 4930" descr=""/>
            <p:cNvSpPr/>
            <p:nvPr/>
          </p:nvSpPr>
          <p:spPr>
            <a:xfrm>
              <a:off x="8081931" y="9161344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31" name="object 4931" descr=""/>
            <p:cNvSpPr/>
            <p:nvPr/>
          </p:nvSpPr>
          <p:spPr>
            <a:xfrm>
              <a:off x="8081931" y="9127544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2" name="object 4932" descr=""/>
            <p:cNvSpPr/>
            <p:nvPr/>
          </p:nvSpPr>
          <p:spPr>
            <a:xfrm>
              <a:off x="8081931" y="9127544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33" name="object 4933" descr=""/>
            <p:cNvSpPr/>
            <p:nvPr/>
          </p:nvSpPr>
          <p:spPr>
            <a:xfrm>
              <a:off x="8081931" y="9093723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4" name="object 4934" descr=""/>
            <p:cNvSpPr/>
            <p:nvPr/>
          </p:nvSpPr>
          <p:spPr>
            <a:xfrm>
              <a:off x="8081931" y="9093723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35" name="object 4935" descr=""/>
            <p:cNvSpPr/>
            <p:nvPr/>
          </p:nvSpPr>
          <p:spPr>
            <a:xfrm>
              <a:off x="8081931" y="9059923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6" name="object 4936" descr=""/>
            <p:cNvSpPr/>
            <p:nvPr/>
          </p:nvSpPr>
          <p:spPr>
            <a:xfrm>
              <a:off x="8081931" y="9059923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37" name="object 4937" descr=""/>
            <p:cNvSpPr/>
            <p:nvPr/>
          </p:nvSpPr>
          <p:spPr>
            <a:xfrm>
              <a:off x="8081931" y="9026112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8" name="object 4938" descr=""/>
            <p:cNvSpPr/>
            <p:nvPr/>
          </p:nvSpPr>
          <p:spPr>
            <a:xfrm>
              <a:off x="8081931" y="9026112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39" name="object 4939" descr=""/>
            <p:cNvSpPr/>
            <p:nvPr/>
          </p:nvSpPr>
          <p:spPr>
            <a:xfrm>
              <a:off x="8081931" y="8992291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0" name="object 4940" descr=""/>
            <p:cNvSpPr/>
            <p:nvPr/>
          </p:nvSpPr>
          <p:spPr>
            <a:xfrm>
              <a:off x="8081931" y="8992291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41" name="object 4941" descr=""/>
            <p:cNvSpPr/>
            <p:nvPr/>
          </p:nvSpPr>
          <p:spPr>
            <a:xfrm>
              <a:off x="8081931" y="8958502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2" name="object 4942" descr=""/>
            <p:cNvSpPr/>
            <p:nvPr/>
          </p:nvSpPr>
          <p:spPr>
            <a:xfrm>
              <a:off x="8081931" y="8958502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17947" y="416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43" name="object 4943" descr=""/>
            <p:cNvSpPr/>
            <p:nvPr/>
          </p:nvSpPr>
          <p:spPr>
            <a:xfrm>
              <a:off x="8081931" y="8924691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4" name="object 4944" descr=""/>
            <p:cNvSpPr/>
            <p:nvPr/>
          </p:nvSpPr>
          <p:spPr>
            <a:xfrm>
              <a:off x="8081931" y="8924691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45" name="object 4945" descr=""/>
            <p:cNvSpPr/>
            <p:nvPr/>
          </p:nvSpPr>
          <p:spPr>
            <a:xfrm>
              <a:off x="8081931" y="8890881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6" name="object 4946" descr=""/>
            <p:cNvSpPr/>
            <p:nvPr/>
          </p:nvSpPr>
          <p:spPr>
            <a:xfrm>
              <a:off x="8081931" y="8890881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47" name="object 4947" descr=""/>
            <p:cNvSpPr/>
            <p:nvPr/>
          </p:nvSpPr>
          <p:spPr>
            <a:xfrm>
              <a:off x="8081931" y="8857070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8" name="object 4948" descr=""/>
            <p:cNvSpPr/>
            <p:nvPr/>
          </p:nvSpPr>
          <p:spPr>
            <a:xfrm>
              <a:off x="8081931" y="8857070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17947" y="4188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49" name="object 4949" descr=""/>
            <p:cNvSpPr/>
            <p:nvPr/>
          </p:nvSpPr>
          <p:spPr>
            <a:xfrm>
              <a:off x="8081931" y="8823270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0" name="object 4950" descr=""/>
            <p:cNvSpPr/>
            <p:nvPr/>
          </p:nvSpPr>
          <p:spPr>
            <a:xfrm>
              <a:off x="8081931" y="8823270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5" h="4445">
                  <a:moveTo>
                    <a:pt x="17947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17947" y="4177"/>
                  </a:lnTo>
                  <a:lnTo>
                    <a:pt x="17947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51" name="object 4951" descr=""/>
            <p:cNvSpPr/>
            <p:nvPr/>
          </p:nvSpPr>
          <p:spPr>
            <a:xfrm>
              <a:off x="8127009" y="10040333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2" name="object 4952" descr=""/>
            <p:cNvSpPr/>
            <p:nvPr/>
          </p:nvSpPr>
          <p:spPr>
            <a:xfrm>
              <a:off x="8127009" y="10040333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53" name="object 4953" descr=""/>
            <p:cNvSpPr/>
            <p:nvPr/>
          </p:nvSpPr>
          <p:spPr>
            <a:xfrm>
              <a:off x="8127009" y="10006512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4" name="object 4954" descr=""/>
            <p:cNvSpPr/>
            <p:nvPr/>
          </p:nvSpPr>
          <p:spPr>
            <a:xfrm>
              <a:off x="8127009" y="10006512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55" name="object 4955" descr=""/>
            <p:cNvSpPr/>
            <p:nvPr/>
          </p:nvSpPr>
          <p:spPr>
            <a:xfrm>
              <a:off x="8127009" y="9972701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6" name="object 4956" descr=""/>
            <p:cNvSpPr/>
            <p:nvPr/>
          </p:nvSpPr>
          <p:spPr>
            <a:xfrm>
              <a:off x="8127009" y="9972701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57" name="object 4957" descr=""/>
            <p:cNvSpPr/>
            <p:nvPr/>
          </p:nvSpPr>
          <p:spPr>
            <a:xfrm>
              <a:off x="8127009" y="9938901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8" name="object 4958" descr=""/>
            <p:cNvSpPr/>
            <p:nvPr/>
          </p:nvSpPr>
          <p:spPr>
            <a:xfrm>
              <a:off x="8127009" y="9938901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59" name="object 4959" descr=""/>
            <p:cNvSpPr/>
            <p:nvPr/>
          </p:nvSpPr>
          <p:spPr>
            <a:xfrm>
              <a:off x="8127009" y="9905091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0" name="object 4960" descr=""/>
            <p:cNvSpPr/>
            <p:nvPr/>
          </p:nvSpPr>
          <p:spPr>
            <a:xfrm>
              <a:off x="8127009" y="9905091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61" name="object 4961" descr=""/>
            <p:cNvSpPr/>
            <p:nvPr/>
          </p:nvSpPr>
          <p:spPr>
            <a:xfrm>
              <a:off x="8127009" y="9871291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2" name="object 4962" descr=""/>
            <p:cNvSpPr/>
            <p:nvPr/>
          </p:nvSpPr>
          <p:spPr>
            <a:xfrm>
              <a:off x="8127009" y="9871291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63" name="object 4963" descr=""/>
            <p:cNvSpPr/>
            <p:nvPr/>
          </p:nvSpPr>
          <p:spPr>
            <a:xfrm>
              <a:off x="8127009" y="9837480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4" name="object 4964" descr=""/>
            <p:cNvSpPr/>
            <p:nvPr/>
          </p:nvSpPr>
          <p:spPr>
            <a:xfrm>
              <a:off x="8127009" y="9837480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65" name="object 4965" descr=""/>
            <p:cNvSpPr/>
            <p:nvPr/>
          </p:nvSpPr>
          <p:spPr>
            <a:xfrm>
              <a:off x="8127009" y="9803680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6" name="object 4966" descr=""/>
            <p:cNvSpPr/>
            <p:nvPr/>
          </p:nvSpPr>
          <p:spPr>
            <a:xfrm>
              <a:off x="8127009" y="9803680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67" name="object 4967" descr=""/>
            <p:cNvSpPr/>
            <p:nvPr/>
          </p:nvSpPr>
          <p:spPr>
            <a:xfrm>
              <a:off x="8127009" y="9769859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8" name="object 4968" descr=""/>
            <p:cNvSpPr/>
            <p:nvPr/>
          </p:nvSpPr>
          <p:spPr>
            <a:xfrm>
              <a:off x="8127009" y="9769859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69" name="object 4969" descr=""/>
            <p:cNvSpPr/>
            <p:nvPr/>
          </p:nvSpPr>
          <p:spPr>
            <a:xfrm>
              <a:off x="8127009" y="9736049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0" name="object 4970" descr=""/>
            <p:cNvSpPr/>
            <p:nvPr/>
          </p:nvSpPr>
          <p:spPr>
            <a:xfrm>
              <a:off x="8127009" y="9736049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71" name="object 4971" descr=""/>
            <p:cNvSpPr/>
            <p:nvPr/>
          </p:nvSpPr>
          <p:spPr>
            <a:xfrm>
              <a:off x="8127009" y="9702259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2" name="object 4972" descr=""/>
            <p:cNvSpPr/>
            <p:nvPr/>
          </p:nvSpPr>
          <p:spPr>
            <a:xfrm>
              <a:off x="8127009" y="9702259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73" name="object 4973" descr=""/>
            <p:cNvSpPr/>
            <p:nvPr/>
          </p:nvSpPr>
          <p:spPr>
            <a:xfrm>
              <a:off x="8127009" y="9668449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4" name="object 4974" descr=""/>
            <p:cNvSpPr/>
            <p:nvPr/>
          </p:nvSpPr>
          <p:spPr>
            <a:xfrm>
              <a:off x="8127009" y="9668449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75" name="object 4975" descr=""/>
            <p:cNvSpPr/>
            <p:nvPr/>
          </p:nvSpPr>
          <p:spPr>
            <a:xfrm>
              <a:off x="8127009" y="9634638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6" name="object 4976" descr=""/>
            <p:cNvSpPr/>
            <p:nvPr/>
          </p:nvSpPr>
          <p:spPr>
            <a:xfrm>
              <a:off x="8127009" y="9634638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77" name="object 4977" descr=""/>
            <p:cNvSpPr/>
            <p:nvPr/>
          </p:nvSpPr>
          <p:spPr>
            <a:xfrm>
              <a:off x="8127009" y="9600828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8" name="object 4978" descr=""/>
            <p:cNvSpPr/>
            <p:nvPr/>
          </p:nvSpPr>
          <p:spPr>
            <a:xfrm>
              <a:off x="8127009" y="9600828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79" name="object 4979" descr=""/>
            <p:cNvSpPr/>
            <p:nvPr/>
          </p:nvSpPr>
          <p:spPr>
            <a:xfrm>
              <a:off x="8127009" y="9567028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0" name="object 4980" descr=""/>
            <p:cNvSpPr/>
            <p:nvPr/>
          </p:nvSpPr>
          <p:spPr>
            <a:xfrm>
              <a:off x="8127009" y="9567028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81" name="object 4981" descr=""/>
            <p:cNvSpPr/>
            <p:nvPr/>
          </p:nvSpPr>
          <p:spPr>
            <a:xfrm>
              <a:off x="8127009" y="9533207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2" name="object 4982" descr=""/>
            <p:cNvSpPr/>
            <p:nvPr/>
          </p:nvSpPr>
          <p:spPr>
            <a:xfrm>
              <a:off x="8127009" y="9533207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83" name="object 4983" descr=""/>
            <p:cNvSpPr/>
            <p:nvPr/>
          </p:nvSpPr>
          <p:spPr>
            <a:xfrm>
              <a:off x="8127009" y="9499417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4" name="object 4984" descr=""/>
            <p:cNvSpPr/>
            <p:nvPr/>
          </p:nvSpPr>
          <p:spPr>
            <a:xfrm>
              <a:off x="8127009" y="9499417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85" name="object 4985" descr=""/>
            <p:cNvSpPr/>
            <p:nvPr/>
          </p:nvSpPr>
          <p:spPr>
            <a:xfrm>
              <a:off x="8127009" y="9465607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6" name="object 4986" descr=""/>
            <p:cNvSpPr/>
            <p:nvPr/>
          </p:nvSpPr>
          <p:spPr>
            <a:xfrm>
              <a:off x="8127009" y="9465607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87" name="object 4987" descr=""/>
            <p:cNvSpPr/>
            <p:nvPr/>
          </p:nvSpPr>
          <p:spPr>
            <a:xfrm>
              <a:off x="8127009" y="9431796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8" name="object 4988" descr=""/>
            <p:cNvSpPr/>
            <p:nvPr/>
          </p:nvSpPr>
          <p:spPr>
            <a:xfrm>
              <a:off x="8127009" y="9431796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89" name="object 4989" descr=""/>
            <p:cNvSpPr/>
            <p:nvPr/>
          </p:nvSpPr>
          <p:spPr>
            <a:xfrm>
              <a:off x="8127009" y="9397986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0" name="object 4990" descr=""/>
            <p:cNvSpPr/>
            <p:nvPr/>
          </p:nvSpPr>
          <p:spPr>
            <a:xfrm>
              <a:off x="8127009" y="9397986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91" name="object 4991" descr=""/>
            <p:cNvSpPr/>
            <p:nvPr/>
          </p:nvSpPr>
          <p:spPr>
            <a:xfrm>
              <a:off x="8127009" y="9364175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2" name="object 4992" descr=""/>
            <p:cNvSpPr/>
            <p:nvPr/>
          </p:nvSpPr>
          <p:spPr>
            <a:xfrm>
              <a:off x="8127009" y="9364175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93" name="object 4993" descr=""/>
            <p:cNvSpPr/>
            <p:nvPr/>
          </p:nvSpPr>
          <p:spPr>
            <a:xfrm>
              <a:off x="8127009" y="9330375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4" name="object 4994" descr=""/>
            <p:cNvSpPr/>
            <p:nvPr/>
          </p:nvSpPr>
          <p:spPr>
            <a:xfrm>
              <a:off x="8127009" y="9330375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95" name="object 4995" descr=""/>
            <p:cNvSpPr/>
            <p:nvPr/>
          </p:nvSpPr>
          <p:spPr>
            <a:xfrm>
              <a:off x="8127009" y="9296575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6" name="object 4996" descr=""/>
            <p:cNvSpPr/>
            <p:nvPr/>
          </p:nvSpPr>
          <p:spPr>
            <a:xfrm>
              <a:off x="8127009" y="9296575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97" name="object 4997" descr=""/>
            <p:cNvSpPr/>
            <p:nvPr/>
          </p:nvSpPr>
          <p:spPr>
            <a:xfrm>
              <a:off x="8127009" y="9262765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8" name="object 4998" descr=""/>
            <p:cNvSpPr/>
            <p:nvPr/>
          </p:nvSpPr>
          <p:spPr>
            <a:xfrm>
              <a:off x="8127009" y="9262765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99" name="object 4999" descr=""/>
            <p:cNvSpPr/>
            <p:nvPr/>
          </p:nvSpPr>
          <p:spPr>
            <a:xfrm>
              <a:off x="8127009" y="9228954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0" name="object 5000" descr=""/>
            <p:cNvSpPr/>
            <p:nvPr/>
          </p:nvSpPr>
          <p:spPr>
            <a:xfrm>
              <a:off x="8127009" y="9228954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01" name="object 5001" descr=""/>
            <p:cNvSpPr/>
            <p:nvPr/>
          </p:nvSpPr>
          <p:spPr>
            <a:xfrm>
              <a:off x="8127009" y="9195144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2" name="object 5002" descr=""/>
            <p:cNvSpPr/>
            <p:nvPr/>
          </p:nvSpPr>
          <p:spPr>
            <a:xfrm>
              <a:off x="8127009" y="9195144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03" name="object 5003" descr=""/>
            <p:cNvSpPr/>
            <p:nvPr/>
          </p:nvSpPr>
          <p:spPr>
            <a:xfrm>
              <a:off x="8127009" y="9161344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4" name="object 5004" descr=""/>
            <p:cNvSpPr/>
            <p:nvPr/>
          </p:nvSpPr>
          <p:spPr>
            <a:xfrm>
              <a:off x="8127009" y="9161344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05" name="object 5005" descr=""/>
            <p:cNvSpPr/>
            <p:nvPr/>
          </p:nvSpPr>
          <p:spPr>
            <a:xfrm>
              <a:off x="8127009" y="9127544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6" name="object 5006" descr=""/>
            <p:cNvSpPr/>
            <p:nvPr/>
          </p:nvSpPr>
          <p:spPr>
            <a:xfrm>
              <a:off x="8127009" y="9127544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07" name="object 5007" descr=""/>
            <p:cNvSpPr/>
            <p:nvPr/>
          </p:nvSpPr>
          <p:spPr>
            <a:xfrm>
              <a:off x="8127009" y="9093723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8" name="object 5008" descr=""/>
            <p:cNvSpPr/>
            <p:nvPr/>
          </p:nvSpPr>
          <p:spPr>
            <a:xfrm>
              <a:off x="8127009" y="9093723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09" name="object 5009" descr=""/>
            <p:cNvSpPr/>
            <p:nvPr/>
          </p:nvSpPr>
          <p:spPr>
            <a:xfrm>
              <a:off x="8127009" y="9059923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0" name="object 5010" descr=""/>
            <p:cNvSpPr/>
            <p:nvPr/>
          </p:nvSpPr>
          <p:spPr>
            <a:xfrm>
              <a:off x="8127009" y="9059923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11" name="object 5011" descr=""/>
            <p:cNvSpPr/>
            <p:nvPr/>
          </p:nvSpPr>
          <p:spPr>
            <a:xfrm>
              <a:off x="8127009" y="9026112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2" name="object 5012" descr=""/>
            <p:cNvSpPr/>
            <p:nvPr/>
          </p:nvSpPr>
          <p:spPr>
            <a:xfrm>
              <a:off x="8127009" y="9026112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13" name="object 5013" descr=""/>
            <p:cNvSpPr/>
            <p:nvPr/>
          </p:nvSpPr>
          <p:spPr>
            <a:xfrm>
              <a:off x="8127009" y="8992291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4" name="object 5014" descr=""/>
            <p:cNvSpPr/>
            <p:nvPr/>
          </p:nvSpPr>
          <p:spPr>
            <a:xfrm>
              <a:off x="8127009" y="8992291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15" name="object 5015" descr=""/>
            <p:cNvSpPr/>
            <p:nvPr/>
          </p:nvSpPr>
          <p:spPr>
            <a:xfrm>
              <a:off x="8127009" y="8958502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6" name="object 5016" descr=""/>
            <p:cNvSpPr/>
            <p:nvPr/>
          </p:nvSpPr>
          <p:spPr>
            <a:xfrm>
              <a:off x="8127009" y="8958502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17" name="object 5017" descr=""/>
            <p:cNvSpPr/>
            <p:nvPr/>
          </p:nvSpPr>
          <p:spPr>
            <a:xfrm>
              <a:off x="8127009" y="8924691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8" name="object 5018" descr=""/>
            <p:cNvSpPr/>
            <p:nvPr/>
          </p:nvSpPr>
          <p:spPr>
            <a:xfrm>
              <a:off x="8127009" y="8924691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19" name="object 5019" descr=""/>
            <p:cNvSpPr/>
            <p:nvPr/>
          </p:nvSpPr>
          <p:spPr>
            <a:xfrm>
              <a:off x="8127009" y="8890881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0" name="object 5020" descr=""/>
            <p:cNvSpPr/>
            <p:nvPr/>
          </p:nvSpPr>
          <p:spPr>
            <a:xfrm>
              <a:off x="8127009" y="8890881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21" name="object 5021" descr=""/>
            <p:cNvSpPr/>
            <p:nvPr/>
          </p:nvSpPr>
          <p:spPr>
            <a:xfrm>
              <a:off x="8127009" y="8857070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2" name="object 5022" descr=""/>
            <p:cNvSpPr/>
            <p:nvPr/>
          </p:nvSpPr>
          <p:spPr>
            <a:xfrm>
              <a:off x="8127009" y="8857070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23" name="object 5023" descr=""/>
            <p:cNvSpPr/>
            <p:nvPr/>
          </p:nvSpPr>
          <p:spPr>
            <a:xfrm>
              <a:off x="8127009" y="8823270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4" name="object 5024" descr=""/>
            <p:cNvSpPr/>
            <p:nvPr/>
          </p:nvSpPr>
          <p:spPr>
            <a:xfrm>
              <a:off x="8127009" y="8823270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25" name="object 5025" descr=""/>
            <p:cNvSpPr/>
            <p:nvPr/>
          </p:nvSpPr>
          <p:spPr>
            <a:xfrm>
              <a:off x="7645254" y="10040333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6" name="object 5026" descr=""/>
            <p:cNvSpPr/>
            <p:nvPr/>
          </p:nvSpPr>
          <p:spPr>
            <a:xfrm>
              <a:off x="7645254" y="10040333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27" name="object 5027" descr=""/>
            <p:cNvSpPr/>
            <p:nvPr/>
          </p:nvSpPr>
          <p:spPr>
            <a:xfrm>
              <a:off x="7645254" y="10006512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8" name="object 5028" descr=""/>
            <p:cNvSpPr/>
            <p:nvPr/>
          </p:nvSpPr>
          <p:spPr>
            <a:xfrm>
              <a:off x="7645254" y="10006512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29" name="object 5029" descr=""/>
            <p:cNvSpPr/>
            <p:nvPr/>
          </p:nvSpPr>
          <p:spPr>
            <a:xfrm>
              <a:off x="7645254" y="9972701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0" name="object 5030" descr=""/>
            <p:cNvSpPr/>
            <p:nvPr/>
          </p:nvSpPr>
          <p:spPr>
            <a:xfrm>
              <a:off x="7645254" y="9972701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31" name="object 5031" descr=""/>
            <p:cNvSpPr/>
            <p:nvPr/>
          </p:nvSpPr>
          <p:spPr>
            <a:xfrm>
              <a:off x="7645254" y="9938901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2" name="object 5032" descr=""/>
            <p:cNvSpPr/>
            <p:nvPr/>
          </p:nvSpPr>
          <p:spPr>
            <a:xfrm>
              <a:off x="7645254" y="9938901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33" name="object 5033" descr=""/>
            <p:cNvSpPr/>
            <p:nvPr/>
          </p:nvSpPr>
          <p:spPr>
            <a:xfrm>
              <a:off x="7645254" y="9905091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4" name="object 5034" descr=""/>
            <p:cNvSpPr/>
            <p:nvPr/>
          </p:nvSpPr>
          <p:spPr>
            <a:xfrm>
              <a:off x="7645254" y="9905091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35" name="object 5035" descr=""/>
            <p:cNvSpPr/>
            <p:nvPr/>
          </p:nvSpPr>
          <p:spPr>
            <a:xfrm>
              <a:off x="7645254" y="9871291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6" name="object 5036" descr=""/>
            <p:cNvSpPr/>
            <p:nvPr/>
          </p:nvSpPr>
          <p:spPr>
            <a:xfrm>
              <a:off x="7645254" y="9871291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37" name="object 5037" descr=""/>
            <p:cNvSpPr/>
            <p:nvPr/>
          </p:nvSpPr>
          <p:spPr>
            <a:xfrm>
              <a:off x="7645254" y="9837480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8" name="object 5038" descr=""/>
            <p:cNvSpPr/>
            <p:nvPr/>
          </p:nvSpPr>
          <p:spPr>
            <a:xfrm>
              <a:off x="7645254" y="9837480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39" name="object 5039" descr=""/>
            <p:cNvSpPr/>
            <p:nvPr/>
          </p:nvSpPr>
          <p:spPr>
            <a:xfrm>
              <a:off x="7645254" y="9803680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0" name="object 5040" descr=""/>
            <p:cNvSpPr/>
            <p:nvPr/>
          </p:nvSpPr>
          <p:spPr>
            <a:xfrm>
              <a:off x="7645254" y="9803680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41" name="object 5041" descr=""/>
            <p:cNvSpPr/>
            <p:nvPr/>
          </p:nvSpPr>
          <p:spPr>
            <a:xfrm>
              <a:off x="7645254" y="9769859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2" name="object 5042" descr=""/>
            <p:cNvSpPr/>
            <p:nvPr/>
          </p:nvSpPr>
          <p:spPr>
            <a:xfrm>
              <a:off x="7645254" y="9769859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43" name="object 5043" descr=""/>
            <p:cNvSpPr/>
            <p:nvPr/>
          </p:nvSpPr>
          <p:spPr>
            <a:xfrm>
              <a:off x="7645254" y="9736049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4" name="object 5044" descr=""/>
            <p:cNvSpPr/>
            <p:nvPr/>
          </p:nvSpPr>
          <p:spPr>
            <a:xfrm>
              <a:off x="7645254" y="9736049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45" name="object 5045" descr=""/>
            <p:cNvSpPr/>
            <p:nvPr/>
          </p:nvSpPr>
          <p:spPr>
            <a:xfrm>
              <a:off x="7645254" y="9702259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6" name="object 5046" descr=""/>
            <p:cNvSpPr/>
            <p:nvPr/>
          </p:nvSpPr>
          <p:spPr>
            <a:xfrm>
              <a:off x="7645254" y="9702259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47" name="object 5047" descr=""/>
            <p:cNvSpPr/>
            <p:nvPr/>
          </p:nvSpPr>
          <p:spPr>
            <a:xfrm>
              <a:off x="7645254" y="9668449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8" name="object 5048" descr=""/>
            <p:cNvSpPr/>
            <p:nvPr/>
          </p:nvSpPr>
          <p:spPr>
            <a:xfrm>
              <a:off x="7645254" y="9668449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49" name="object 5049" descr=""/>
            <p:cNvSpPr/>
            <p:nvPr/>
          </p:nvSpPr>
          <p:spPr>
            <a:xfrm>
              <a:off x="7645254" y="9634638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0" name="object 5050" descr=""/>
            <p:cNvSpPr/>
            <p:nvPr/>
          </p:nvSpPr>
          <p:spPr>
            <a:xfrm>
              <a:off x="7645254" y="9634638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51" name="object 5051" descr=""/>
            <p:cNvSpPr/>
            <p:nvPr/>
          </p:nvSpPr>
          <p:spPr>
            <a:xfrm>
              <a:off x="7645254" y="9600828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2" name="object 5052" descr=""/>
            <p:cNvSpPr/>
            <p:nvPr/>
          </p:nvSpPr>
          <p:spPr>
            <a:xfrm>
              <a:off x="7645254" y="9600828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53" name="object 5053" descr=""/>
            <p:cNvSpPr/>
            <p:nvPr/>
          </p:nvSpPr>
          <p:spPr>
            <a:xfrm>
              <a:off x="7645254" y="9567028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4" name="object 5054" descr=""/>
            <p:cNvSpPr/>
            <p:nvPr/>
          </p:nvSpPr>
          <p:spPr>
            <a:xfrm>
              <a:off x="7645254" y="9567028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55" name="object 5055" descr=""/>
            <p:cNvSpPr/>
            <p:nvPr/>
          </p:nvSpPr>
          <p:spPr>
            <a:xfrm>
              <a:off x="7645254" y="9533207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6" name="object 5056" descr=""/>
            <p:cNvSpPr/>
            <p:nvPr/>
          </p:nvSpPr>
          <p:spPr>
            <a:xfrm>
              <a:off x="7645254" y="9533207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57" name="object 5057" descr=""/>
            <p:cNvSpPr/>
            <p:nvPr/>
          </p:nvSpPr>
          <p:spPr>
            <a:xfrm>
              <a:off x="7645254" y="9499417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8" name="object 5058" descr=""/>
            <p:cNvSpPr/>
            <p:nvPr/>
          </p:nvSpPr>
          <p:spPr>
            <a:xfrm>
              <a:off x="7645254" y="9499417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59" name="object 5059" descr=""/>
            <p:cNvSpPr/>
            <p:nvPr/>
          </p:nvSpPr>
          <p:spPr>
            <a:xfrm>
              <a:off x="7645254" y="9465607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0" name="object 5060" descr=""/>
            <p:cNvSpPr/>
            <p:nvPr/>
          </p:nvSpPr>
          <p:spPr>
            <a:xfrm>
              <a:off x="7645254" y="9465607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61" name="object 5061" descr=""/>
            <p:cNvSpPr/>
            <p:nvPr/>
          </p:nvSpPr>
          <p:spPr>
            <a:xfrm>
              <a:off x="7645254" y="9431796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2" name="object 5062" descr=""/>
            <p:cNvSpPr/>
            <p:nvPr/>
          </p:nvSpPr>
          <p:spPr>
            <a:xfrm>
              <a:off x="7645254" y="9431796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63" name="object 5063" descr=""/>
            <p:cNvSpPr/>
            <p:nvPr/>
          </p:nvSpPr>
          <p:spPr>
            <a:xfrm>
              <a:off x="7645254" y="9397986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4" name="object 5064" descr=""/>
            <p:cNvSpPr/>
            <p:nvPr/>
          </p:nvSpPr>
          <p:spPr>
            <a:xfrm>
              <a:off x="7645254" y="9397986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65" name="object 5065" descr=""/>
            <p:cNvSpPr/>
            <p:nvPr/>
          </p:nvSpPr>
          <p:spPr>
            <a:xfrm>
              <a:off x="7645254" y="9364175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6" name="object 5066" descr=""/>
            <p:cNvSpPr/>
            <p:nvPr/>
          </p:nvSpPr>
          <p:spPr>
            <a:xfrm>
              <a:off x="7645254" y="9364175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67" name="object 5067" descr=""/>
            <p:cNvSpPr/>
            <p:nvPr/>
          </p:nvSpPr>
          <p:spPr>
            <a:xfrm>
              <a:off x="7645254" y="9330375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8" name="object 5068" descr=""/>
            <p:cNvSpPr/>
            <p:nvPr/>
          </p:nvSpPr>
          <p:spPr>
            <a:xfrm>
              <a:off x="7645254" y="9330375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69" name="object 5069" descr=""/>
            <p:cNvSpPr/>
            <p:nvPr/>
          </p:nvSpPr>
          <p:spPr>
            <a:xfrm>
              <a:off x="7645254" y="9296575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0" name="object 5070" descr=""/>
            <p:cNvSpPr/>
            <p:nvPr/>
          </p:nvSpPr>
          <p:spPr>
            <a:xfrm>
              <a:off x="7645254" y="9296575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71" name="object 5071" descr=""/>
            <p:cNvSpPr/>
            <p:nvPr/>
          </p:nvSpPr>
          <p:spPr>
            <a:xfrm>
              <a:off x="7645254" y="9262765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2" name="object 5072" descr=""/>
            <p:cNvSpPr/>
            <p:nvPr/>
          </p:nvSpPr>
          <p:spPr>
            <a:xfrm>
              <a:off x="7645254" y="9262765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73" name="object 5073" descr=""/>
            <p:cNvSpPr/>
            <p:nvPr/>
          </p:nvSpPr>
          <p:spPr>
            <a:xfrm>
              <a:off x="7645254" y="9228954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4" name="object 5074" descr=""/>
            <p:cNvSpPr/>
            <p:nvPr/>
          </p:nvSpPr>
          <p:spPr>
            <a:xfrm>
              <a:off x="7645254" y="9228954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75" name="object 5075" descr=""/>
            <p:cNvSpPr/>
            <p:nvPr/>
          </p:nvSpPr>
          <p:spPr>
            <a:xfrm>
              <a:off x="7645254" y="9195144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6" name="object 5076" descr=""/>
            <p:cNvSpPr/>
            <p:nvPr/>
          </p:nvSpPr>
          <p:spPr>
            <a:xfrm>
              <a:off x="7645254" y="9195144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77" name="object 5077" descr=""/>
            <p:cNvSpPr/>
            <p:nvPr/>
          </p:nvSpPr>
          <p:spPr>
            <a:xfrm>
              <a:off x="7645254" y="9161344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8" name="object 5078" descr=""/>
            <p:cNvSpPr/>
            <p:nvPr/>
          </p:nvSpPr>
          <p:spPr>
            <a:xfrm>
              <a:off x="7645254" y="9161344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79" name="object 5079" descr=""/>
            <p:cNvSpPr/>
            <p:nvPr/>
          </p:nvSpPr>
          <p:spPr>
            <a:xfrm>
              <a:off x="7645254" y="9127544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0" name="object 5080" descr=""/>
            <p:cNvSpPr/>
            <p:nvPr/>
          </p:nvSpPr>
          <p:spPr>
            <a:xfrm>
              <a:off x="7645254" y="9127544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81" name="object 5081" descr=""/>
            <p:cNvSpPr/>
            <p:nvPr/>
          </p:nvSpPr>
          <p:spPr>
            <a:xfrm>
              <a:off x="7645254" y="9093723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2" name="object 5082" descr=""/>
            <p:cNvSpPr/>
            <p:nvPr/>
          </p:nvSpPr>
          <p:spPr>
            <a:xfrm>
              <a:off x="7645254" y="9093723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83" name="object 5083" descr=""/>
            <p:cNvSpPr/>
            <p:nvPr/>
          </p:nvSpPr>
          <p:spPr>
            <a:xfrm>
              <a:off x="7645254" y="9059923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4" name="object 5084" descr=""/>
            <p:cNvSpPr/>
            <p:nvPr/>
          </p:nvSpPr>
          <p:spPr>
            <a:xfrm>
              <a:off x="7645254" y="9059923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85" name="object 5085" descr=""/>
            <p:cNvSpPr/>
            <p:nvPr/>
          </p:nvSpPr>
          <p:spPr>
            <a:xfrm>
              <a:off x="7645254" y="9026112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6" name="object 5086" descr=""/>
            <p:cNvSpPr/>
            <p:nvPr/>
          </p:nvSpPr>
          <p:spPr>
            <a:xfrm>
              <a:off x="7645254" y="9026112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87" name="object 5087" descr=""/>
            <p:cNvSpPr/>
            <p:nvPr/>
          </p:nvSpPr>
          <p:spPr>
            <a:xfrm>
              <a:off x="7645254" y="8992291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8" name="object 5088" descr=""/>
            <p:cNvSpPr/>
            <p:nvPr/>
          </p:nvSpPr>
          <p:spPr>
            <a:xfrm>
              <a:off x="7645254" y="8992291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89" name="object 5089" descr=""/>
            <p:cNvSpPr/>
            <p:nvPr/>
          </p:nvSpPr>
          <p:spPr>
            <a:xfrm>
              <a:off x="7645254" y="8958502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0" name="object 5090" descr=""/>
            <p:cNvSpPr/>
            <p:nvPr/>
          </p:nvSpPr>
          <p:spPr>
            <a:xfrm>
              <a:off x="7645254" y="8958502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46134" y="416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91" name="object 5091" descr=""/>
            <p:cNvSpPr/>
            <p:nvPr/>
          </p:nvSpPr>
          <p:spPr>
            <a:xfrm>
              <a:off x="7645254" y="8924691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2" name="object 5092" descr=""/>
            <p:cNvSpPr/>
            <p:nvPr/>
          </p:nvSpPr>
          <p:spPr>
            <a:xfrm>
              <a:off x="7645254" y="8924691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93" name="object 5093" descr=""/>
            <p:cNvSpPr/>
            <p:nvPr/>
          </p:nvSpPr>
          <p:spPr>
            <a:xfrm>
              <a:off x="7645254" y="8890881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4" name="object 5094" descr=""/>
            <p:cNvSpPr/>
            <p:nvPr/>
          </p:nvSpPr>
          <p:spPr>
            <a:xfrm>
              <a:off x="7645254" y="8890881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95" name="object 5095" descr=""/>
            <p:cNvSpPr/>
            <p:nvPr/>
          </p:nvSpPr>
          <p:spPr>
            <a:xfrm>
              <a:off x="7645254" y="8857070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6" name="object 5096" descr=""/>
            <p:cNvSpPr/>
            <p:nvPr/>
          </p:nvSpPr>
          <p:spPr>
            <a:xfrm>
              <a:off x="7645254" y="8857070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88"/>
                  </a:lnTo>
                  <a:lnTo>
                    <a:pt x="46134" y="4188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97" name="object 5097" descr=""/>
            <p:cNvSpPr/>
            <p:nvPr/>
          </p:nvSpPr>
          <p:spPr>
            <a:xfrm>
              <a:off x="7645254" y="8823270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8" name="object 5098" descr=""/>
            <p:cNvSpPr/>
            <p:nvPr/>
          </p:nvSpPr>
          <p:spPr>
            <a:xfrm>
              <a:off x="7645254" y="8823270"/>
              <a:ext cx="46355" cy="4445"/>
            </a:xfrm>
            <a:custGeom>
              <a:avLst/>
              <a:gdLst/>
              <a:ahLst/>
              <a:cxnLst/>
              <a:rect l="l" t="t" r="r" b="b"/>
              <a:pathLst>
                <a:path w="46354" h="4445">
                  <a:moveTo>
                    <a:pt x="46134" y="0"/>
                  </a:moveTo>
                  <a:lnTo>
                    <a:pt x="0" y="0"/>
                  </a:lnTo>
                  <a:lnTo>
                    <a:pt x="0" y="4177"/>
                  </a:lnTo>
                  <a:lnTo>
                    <a:pt x="46134" y="4177"/>
                  </a:lnTo>
                  <a:lnTo>
                    <a:pt x="4613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99" name="object 5099" descr=""/>
            <p:cNvSpPr/>
            <p:nvPr/>
          </p:nvSpPr>
          <p:spPr>
            <a:xfrm>
              <a:off x="7636980" y="8583466"/>
              <a:ext cx="544830" cy="74930"/>
            </a:xfrm>
            <a:custGeom>
              <a:avLst/>
              <a:gdLst/>
              <a:ahLst/>
              <a:cxnLst/>
              <a:rect l="l" t="t" r="r" b="b"/>
              <a:pathLst>
                <a:path w="544829" h="74929">
                  <a:moveTo>
                    <a:pt x="7366" y="0"/>
                  </a:moveTo>
                  <a:lnTo>
                    <a:pt x="0" y="0"/>
                  </a:lnTo>
                  <a:lnTo>
                    <a:pt x="0" y="74549"/>
                  </a:lnTo>
                  <a:lnTo>
                    <a:pt x="7366" y="74549"/>
                  </a:lnTo>
                  <a:lnTo>
                    <a:pt x="7366" y="0"/>
                  </a:lnTo>
                  <a:close/>
                </a:path>
                <a:path w="544829" h="74929">
                  <a:moveTo>
                    <a:pt x="34226" y="0"/>
                  </a:moveTo>
                  <a:lnTo>
                    <a:pt x="26847" y="0"/>
                  </a:lnTo>
                  <a:lnTo>
                    <a:pt x="26847" y="74549"/>
                  </a:lnTo>
                  <a:lnTo>
                    <a:pt x="34226" y="74549"/>
                  </a:lnTo>
                  <a:lnTo>
                    <a:pt x="34226" y="0"/>
                  </a:lnTo>
                  <a:close/>
                </a:path>
                <a:path w="544829" h="74929">
                  <a:moveTo>
                    <a:pt x="61087" y="0"/>
                  </a:moveTo>
                  <a:lnTo>
                    <a:pt x="53695" y="0"/>
                  </a:lnTo>
                  <a:lnTo>
                    <a:pt x="53695" y="74549"/>
                  </a:lnTo>
                  <a:lnTo>
                    <a:pt x="61087" y="74549"/>
                  </a:lnTo>
                  <a:lnTo>
                    <a:pt x="61087" y="0"/>
                  </a:lnTo>
                  <a:close/>
                </a:path>
                <a:path w="544829" h="74929">
                  <a:moveTo>
                    <a:pt x="87934" y="0"/>
                  </a:moveTo>
                  <a:lnTo>
                    <a:pt x="80556" y="0"/>
                  </a:lnTo>
                  <a:lnTo>
                    <a:pt x="80556" y="74549"/>
                  </a:lnTo>
                  <a:lnTo>
                    <a:pt x="87934" y="74549"/>
                  </a:lnTo>
                  <a:lnTo>
                    <a:pt x="87934" y="0"/>
                  </a:lnTo>
                  <a:close/>
                </a:path>
                <a:path w="544829" h="74929">
                  <a:moveTo>
                    <a:pt x="114782" y="0"/>
                  </a:moveTo>
                  <a:lnTo>
                    <a:pt x="107403" y="0"/>
                  </a:lnTo>
                  <a:lnTo>
                    <a:pt x="107403" y="74549"/>
                  </a:lnTo>
                  <a:lnTo>
                    <a:pt x="114782" y="74549"/>
                  </a:lnTo>
                  <a:lnTo>
                    <a:pt x="114782" y="0"/>
                  </a:lnTo>
                  <a:close/>
                </a:path>
                <a:path w="544829" h="74929">
                  <a:moveTo>
                    <a:pt x="141643" y="0"/>
                  </a:moveTo>
                  <a:lnTo>
                    <a:pt x="134264" y="0"/>
                  </a:lnTo>
                  <a:lnTo>
                    <a:pt x="134264" y="74549"/>
                  </a:lnTo>
                  <a:lnTo>
                    <a:pt x="141643" y="74549"/>
                  </a:lnTo>
                  <a:lnTo>
                    <a:pt x="141643" y="0"/>
                  </a:lnTo>
                  <a:close/>
                </a:path>
                <a:path w="544829" h="74929">
                  <a:moveTo>
                    <a:pt x="168490" y="0"/>
                  </a:moveTo>
                  <a:lnTo>
                    <a:pt x="161124" y="0"/>
                  </a:lnTo>
                  <a:lnTo>
                    <a:pt x="161124" y="74549"/>
                  </a:lnTo>
                  <a:lnTo>
                    <a:pt x="168490" y="74549"/>
                  </a:lnTo>
                  <a:lnTo>
                    <a:pt x="168490" y="0"/>
                  </a:lnTo>
                  <a:close/>
                </a:path>
                <a:path w="544829" h="74929">
                  <a:moveTo>
                    <a:pt x="195351" y="0"/>
                  </a:moveTo>
                  <a:lnTo>
                    <a:pt x="187972" y="0"/>
                  </a:lnTo>
                  <a:lnTo>
                    <a:pt x="187972" y="74549"/>
                  </a:lnTo>
                  <a:lnTo>
                    <a:pt x="195351" y="74549"/>
                  </a:lnTo>
                  <a:lnTo>
                    <a:pt x="195351" y="0"/>
                  </a:lnTo>
                  <a:close/>
                </a:path>
                <a:path w="544829" h="74929">
                  <a:moveTo>
                    <a:pt x="222199" y="0"/>
                  </a:moveTo>
                  <a:lnTo>
                    <a:pt x="214820" y="0"/>
                  </a:lnTo>
                  <a:lnTo>
                    <a:pt x="214820" y="74549"/>
                  </a:lnTo>
                  <a:lnTo>
                    <a:pt x="222199" y="74549"/>
                  </a:lnTo>
                  <a:lnTo>
                    <a:pt x="222199" y="0"/>
                  </a:lnTo>
                  <a:close/>
                </a:path>
                <a:path w="544829" h="74929">
                  <a:moveTo>
                    <a:pt x="249059" y="0"/>
                  </a:moveTo>
                  <a:lnTo>
                    <a:pt x="241668" y="0"/>
                  </a:lnTo>
                  <a:lnTo>
                    <a:pt x="241668" y="74549"/>
                  </a:lnTo>
                  <a:lnTo>
                    <a:pt x="249059" y="74549"/>
                  </a:lnTo>
                  <a:lnTo>
                    <a:pt x="249059" y="0"/>
                  </a:lnTo>
                  <a:close/>
                </a:path>
                <a:path w="544829" h="74929">
                  <a:moveTo>
                    <a:pt x="275907" y="0"/>
                  </a:moveTo>
                  <a:lnTo>
                    <a:pt x="268528" y="0"/>
                  </a:lnTo>
                  <a:lnTo>
                    <a:pt x="268528" y="74549"/>
                  </a:lnTo>
                  <a:lnTo>
                    <a:pt x="275907" y="74549"/>
                  </a:lnTo>
                  <a:lnTo>
                    <a:pt x="275907" y="0"/>
                  </a:lnTo>
                  <a:close/>
                </a:path>
                <a:path w="544829" h="74929">
                  <a:moveTo>
                    <a:pt x="302755" y="0"/>
                  </a:moveTo>
                  <a:lnTo>
                    <a:pt x="295376" y="0"/>
                  </a:lnTo>
                  <a:lnTo>
                    <a:pt x="295376" y="74549"/>
                  </a:lnTo>
                  <a:lnTo>
                    <a:pt x="302755" y="74549"/>
                  </a:lnTo>
                  <a:lnTo>
                    <a:pt x="302755" y="0"/>
                  </a:lnTo>
                  <a:close/>
                </a:path>
                <a:path w="544829" h="74929">
                  <a:moveTo>
                    <a:pt x="329615" y="0"/>
                  </a:moveTo>
                  <a:lnTo>
                    <a:pt x="322237" y="0"/>
                  </a:lnTo>
                  <a:lnTo>
                    <a:pt x="322237" y="74549"/>
                  </a:lnTo>
                  <a:lnTo>
                    <a:pt x="329615" y="74549"/>
                  </a:lnTo>
                  <a:lnTo>
                    <a:pt x="329615" y="0"/>
                  </a:lnTo>
                  <a:close/>
                </a:path>
                <a:path w="544829" h="74929">
                  <a:moveTo>
                    <a:pt x="356463" y="0"/>
                  </a:moveTo>
                  <a:lnTo>
                    <a:pt x="349084" y="0"/>
                  </a:lnTo>
                  <a:lnTo>
                    <a:pt x="349084" y="74549"/>
                  </a:lnTo>
                  <a:lnTo>
                    <a:pt x="356463" y="74549"/>
                  </a:lnTo>
                  <a:lnTo>
                    <a:pt x="356463" y="0"/>
                  </a:lnTo>
                  <a:close/>
                </a:path>
                <a:path w="544829" h="74929">
                  <a:moveTo>
                    <a:pt x="383311" y="0"/>
                  </a:moveTo>
                  <a:lnTo>
                    <a:pt x="375945" y="0"/>
                  </a:lnTo>
                  <a:lnTo>
                    <a:pt x="375945" y="74549"/>
                  </a:lnTo>
                  <a:lnTo>
                    <a:pt x="383311" y="74549"/>
                  </a:lnTo>
                  <a:lnTo>
                    <a:pt x="383311" y="0"/>
                  </a:lnTo>
                  <a:close/>
                </a:path>
                <a:path w="544829" h="74929">
                  <a:moveTo>
                    <a:pt x="410171" y="0"/>
                  </a:moveTo>
                  <a:lnTo>
                    <a:pt x="402793" y="0"/>
                  </a:lnTo>
                  <a:lnTo>
                    <a:pt x="402793" y="74549"/>
                  </a:lnTo>
                  <a:lnTo>
                    <a:pt x="410171" y="74549"/>
                  </a:lnTo>
                  <a:lnTo>
                    <a:pt x="410171" y="0"/>
                  </a:lnTo>
                  <a:close/>
                </a:path>
                <a:path w="544829" h="74929">
                  <a:moveTo>
                    <a:pt x="437032" y="0"/>
                  </a:moveTo>
                  <a:lnTo>
                    <a:pt x="429653" y="0"/>
                  </a:lnTo>
                  <a:lnTo>
                    <a:pt x="429653" y="74549"/>
                  </a:lnTo>
                  <a:lnTo>
                    <a:pt x="437032" y="74549"/>
                  </a:lnTo>
                  <a:lnTo>
                    <a:pt x="437032" y="0"/>
                  </a:lnTo>
                  <a:close/>
                </a:path>
                <a:path w="544829" h="74929">
                  <a:moveTo>
                    <a:pt x="463880" y="0"/>
                  </a:moveTo>
                  <a:lnTo>
                    <a:pt x="456501" y="0"/>
                  </a:lnTo>
                  <a:lnTo>
                    <a:pt x="456501" y="74549"/>
                  </a:lnTo>
                  <a:lnTo>
                    <a:pt x="463880" y="74549"/>
                  </a:lnTo>
                  <a:lnTo>
                    <a:pt x="463880" y="0"/>
                  </a:lnTo>
                  <a:close/>
                </a:path>
                <a:path w="544829" h="74929">
                  <a:moveTo>
                    <a:pt x="490740" y="0"/>
                  </a:moveTo>
                  <a:lnTo>
                    <a:pt x="483349" y="0"/>
                  </a:lnTo>
                  <a:lnTo>
                    <a:pt x="483349" y="74549"/>
                  </a:lnTo>
                  <a:lnTo>
                    <a:pt x="490740" y="74549"/>
                  </a:lnTo>
                  <a:lnTo>
                    <a:pt x="490740" y="0"/>
                  </a:lnTo>
                  <a:close/>
                </a:path>
                <a:path w="544829" h="74929">
                  <a:moveTo>
                    <a:pt x="517588" y="0"/>
                  </a:moveTo>
                  <a:lnTo>
                    <a:pt x="510209" y="0"/>
                  </a:lnTo>
                  <a:lnTo>
                    <a:pt x="510209" y="74549"/>
                  </a:lnTo>
                  <a:lnTo>
                    <a:pt x="517588" y="74549"/>
                  </a:lnTo>
                  <a:lnTo>
                    <a:pt x="517588" y="0"/>
                  </a:lnTo>
                  <a:close/>
                </a:path>
                <a:path w="544829" h="74929">
                  <a:moveTo>
                    <a:pt x="544436" y="0"/>
                  </a:moveTo>
                  <a:lnTo>
                    <a:pt x="537070" y="0"/>
                  </a:lnTo>
                  <a:lnTo>
                    <a:pt x="537070" y="74549"/>
                  </a:lnTo>
                  <a:lnTo>
                    <a:pt x="544436" y="74549"/>
                  </a:lnTo>
                  <a:lnTo>
                    <a:pt x="5444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0" name="object 5100" descr=""/>
            <p:cNvSpPr/>
            <p:nvPr/>
          </p:nvSpPr>
          <p:spPr>
            <a:xfrm>
              <a:off x="7620438" y="8583456"/>
              <a:ext cx="577850" cy="74930"/>
            </a:xfrm>
            <a:custGeom>
              <a:avLst/>
              <a:gdLst/>
              <a:ahLst/>
              <a:cxnLst/>
              <a:rect l="l" t="t" r="r" b="b"/>
              <a:pathLst>
                <a:path w="577850" h="74929">
                  <a:moveTo>
                    <a:pt x="577532" y="0"/>
                  </a:moveTo>
                  <a:lnTo>
                    <a:pt x="0" y="0"/>
                  </a:lnTo>
                  <a:lnTo>
                    <a:pt x="0" y="74552"/>
                  </a:lnTo>
                  <a:lnTo>
                    <a:pt x="577532" y="74552"/>
                  </a:lnTo>
                  <a:lnTo>
                    <a:pt x="577532" y="0"/>
                  </a:lnTo>
                  <a:close/>
                </a:path>
                <a:path w="577850" h="74929">
                  <a:moveTo>
                    <a:pt x="11308" y="0"/>
                  </a:moveTo>
                  <a:lnTo>
                    <a:pt x="2303" y="0"/>
                  </a:lnTo>
                  <a:lnTo>
                    <a:pt x="2303" y="74552"/>
                  </a:lnTo>
                  <a:lnTo>
                    <a:pt x="11308" y="74552"/>
                  </a:lnTo>
                  <a:lnTo>
                    <a:pt x="11308" y="0"/>
                  </a:lnTo>
                  <a:close/>
                </a:path>
                <a:path w="577850" h="74929">
                  <a:moveTo>
                    <a:pt x="38155" y="0"/>
                  </a:moveTo>
                  <a:lnTo>
                    <a:pt x="29150" y="0"/>
                  </a:lnTo>
                  <a:lnTo>
                    <a:pt x="29150" y="74552"/>
                  </a:lnTo>
                  <a:lnTo>
                    <a:pt x="38155" y="74552"/>
                  </a:lnTo>
                  <a:lnTo>
                    <a:pt x="38155" y="0"/>
                  </a:lnTo>
                  <a:close/>
                </a:path>
                <a:path w="577850" h="74929">
                  <a:moveTo>
                    <a:pt x="91871" y="0"/>
                  </a:moveTo>
                  <a:lnTo>
                    <a:pt x="82866" y="0"/>
                  </a:lnTo>
                  <a:lnTo>
                    <a:pt x="82866" y="74552"/>
                  </a:lnTo>
                  <a:lnTo>
                    <a:pt x="91871" y="74552"/>
                  </a:lnTo>
                  <a:lnTo>
                    <a:pt x="91871" y="0"/>
                  </a:lnTo>
                  <a:close/>
                </a:path>
                <a:path w="577850" h="74929">
                  <a:moveTo>
                    <a:pt x="145576" y="0"/>
                  </a:moveTo>
                  <a:lnTo>
                    <a:pt x="136571" y="0"/>
                  </a:lnTo>
                  <a:lnTo>
                    <a:pt x="136571" y="74552"/>
                  </a:lnTo>
                  <a:lnTo>
                    <a:pt x="145576" y="74552"/>
                  </a:lnTo>
                  <a:lnTo>
                    <a:pt x="145576" y="0"/>
                  </a:lnTo>
                  <a:close/>
                </a:path>
                <a:path w="577850" h="74929">
                  <a:moveTo>
                    <a:pt x="65013" y="0"/>
                  </a:moveTo>
                  <a:lnTo>
                    <a:pt x="56008" y="0"/>
                  </a:lnTo>
                  <a:lnTo>
                    <a:pt x="56008" y="74552"/>
                  </a:lnTo>
                  <a:lnTo>
                    <a:pt x="65013" y="74552"/>
                  </a:lnTo>
                  <a:lnTo>
                    <a:pt x="65013" y="0"/>
                  </a:lnTo>
                  <a:close/>
                </a:path>
                <a:path w="577850" h="74929">
                  <a:moveTo>
                    <a:pt x="118718" y="0"/>
                  </a:moveTo>
                  <a:lnTo>
                    <a:pt x="109713" y="0"/>
                  </a:lnTo>
                  <a:lnTo>
                    <a:pt x="109713" y="74552"/>
                  </a:lnTo>
                  <a:lnTo>
                    <a:pt x="118718" y="74552"/>
                  </a:lnTo>
                  <a:lnTo>
                    <a:pt x="118718" y="0"/>
                  </a:lnTo>
                  <a:close/>
                </a:path>
                <a:path w="577850" h="74929">
                  <a:moveTo>
                    <a:pt x="172434" y="0"/>
                  </a:moveTo>
                  <a:lnTo>
                    <a:pt x="163429" y="0"/>
                  </a:lnTo>
                  <a:lnTo>
                    <a:pt x="163429" y="74552"/>
                  </a:lnTo>
                  <a:lnTo>
                    <a:pt x="172434" y="74552"/>
                  </a:lnTo>
                  <a:lnTo>
                    <a:pt x="172434" y="0"/>
                  </a:lnTo>
                  <a:close/>
                </a:path>
                <a:path w="577850" h="74929">
                  <a:moveTo>
                    <a:pt x="226129" y="0"/>
                  </a:moveTo>
                  <a:lnTo>
                    <a:pt x="217134" y="0"/>
                  </a:lnTo>
                  <a:lnTo>
                    <a:pt x="217134" y="74552"/>
                  </a:lnTo>
                  <a:lnTo>
                    <a:pt x="226129" y="74552"/>
                  </a:lnTo>
                  <a:lnTo>
                    <a:pt x="226129" y="0"/>
                  </a:lnTo>
                  <a:close/>
                </a:path>
                <a:path w="577850" h="74929">
                  <a:moveTo>
                    <a:pt x="199281" y="0"/>
                  </a:moveTo>
                  <a:lnTo>
                    <a:pt x="190276" y="0"/>
                  </a:lnTo>
                  <a:lnTo>
                    <a:pt x="190276" y="74552"/>
                  </a:lnTo>
                  <a:lnTo>
                    <a:pt x="199281" y="74552"/>
                  </a:lnTo>
                  <a:lnTo>
                    <a:pt x="199281" y="0"/>
                  </a:lnTo>
                  <a:close/>
                </a:path>
                <a:path w="577850" h="74929">
                  <a:moveTo>
                    <a:pt x="252987" y="0"/>
                  </a:moveTo>
                  <a:lnTo>
                    <a:pt x="243982" y="0"/>
                  </a:lnTo>
                  <a:lnTo>
                    <a:pt x="243982" y="74552"/>
                  </a:lnTo>
                  <a:lnTo>
                    <a:pt x="252987" y="74552"/>
                  </a:lnTo>
                  <a:lnTo>
                    <a:pt x="252987" y="0"/>
                  </a:lnTo>
                  <a:close/>
                </a:path>
                <a:path w="577850" h="74929">
                  <a:moveTo>
                    <a:pt x="306692" y="0"/>
                  </a:moveTo>
                  <a:lnTo>
                    <a:pt x="297687" y="0"/>
                  </a:lnTo>
                  <a:lnTo>
                    <a:pt x="297687" y="74552"/>
                  </a:lnTo>
                  <a:lnTo>
                    <a:pt x="306692" y="74552"/>
                  </a:lnTo>
                  <a:lnTo>
                    <a:pt x="306692" y="0"/>
                  </a:lnTo>
                  <a:close/>
                </a:path>
                <a:path w="577850" h="74929">
                  <a:moveTo>
                    <a:pt x="279844" y="0"/>
                  </a:moveTo>
                  <a:lnTo>
                    <a:pt x="270839" y="0"/>
                  </a:lnTo>
                  <a:lnTo>
                    <a:pt x="270839" y="74552"/>
                  </a:lnTo>
                  <a:lnTo>
                    <a:pt x="279844" y="74552"/>
                  </a:lnTo>
                  <a:lnTo>
                    <a:pt x="279844" y="0"/>
                  </a:lnTo>
                  <a:close/>
                </a:path>
                <a:path w="577850" h="74929">
                  <a:moveTo>
                    <a:pt x="333550" y="0"/>
                  </a:moveTo>
                  <a:lnTo>
                    <a:pt x="324545" y="0"/>
                  </a:lnTo>
                  <a:lnTo>
                    <a:pt x="324545" y="74552"/>
                  </a:lnTo>
                  <a:lnTo>
                    <a:pt x="333550" y="74552"/>
                  </a:lnTo>
                  <a:lnTo>
                    <a:pt x="333550" y="0"/>
                  </a:lnTo>
                  <a:close/>
                </a:path>
                <a:path w="577850" h="74929">
                  <a:moveTo>
                    <a:pt x="387255" y="0"/>
                  </a:moveTo>
                  <a:lnTo>
                    <a:pt x="378250" y="0"/>
                  </a:lnTo>
                  <a:lnTo>
                    <a:pt x="378250" y="74552"/>
                  </a:lnTo>
                  <a:lnTo>
                    <a:pt x="387255" y="74552"/>
                  </a:lnTo>
                  <a:lnTo>
                    <a:pt x="387255" y="0"/>
                  </a:lnTo>
                  <a:close/>
                </a:path>
                <a:path w="577850" h="74929">
                  <a:moveTo>
                    <a:pt x="440960" y="0"/>
                  </a:moveTo>
                  <a:lnTo>
                    <a:pt x="431955" y="0"/>
                  </a:lnTo>
                  <a:lnTo>
                    <a:pt x="431955" y="74552"/>
                  </a:lnTo>
                  <a:lnTo>
                    <a:pt x="440960" y="74552"/>
                  </a:lnTo>
                  <a:lnTo>
                    <a:pt x="440960" y="0"/>
                  </a:lnTo>
                  <a:close/>
                </a:path>
                <a:path w="577850" h="74929">
                  <a:moveTo>
                    <a:pt x="360397" y="0"/>
                  </a:moveTo>
                  <a:lnTo>
                    <a:pt x="351402" y="0"/>
                  </a:lnTo>
                  <a:lnTo>
                    <a:pt x="351402" y="74552"/>
                  </a:lnTo>
                  <a:lnTo>
                    <a:pt x="360397" y="74552"/>
                  </a:lnTo>
                  <a:lnTo>
                    <a:pt x="360397" y="0"/>
                  </a:lnTo>
                  <a:close/>
                </a:path>
                <a:path w="577850" h="74929">
                  <a:moveTo>
                    <a:pt x="414102" y="0"/>
                  </a:moveTo>
                  <a:lnTo>
                    <a:pt x="405097" y="0"/>
                  </a:lnTo>
                  <a:lnTo>
                    <a:pt x="405097" y="74552"/>
                  </a:lnTo>
                  <a:lnTo>
                    <a:pt x="414102" y="74552"/>
                  </a:lnTo>
                  <a:lnTo>
                    <a:pt x="414102" y="0"/>
                  </a:lnTo>
                  <a:close/>
                </a:path>
                <a:path w="577850" h="74929">
                  <a:moveTo>
                    <a:pt x="494665" y="0"/>
                  </a:moveTo>
                  <a:lnTo>
                    <a:pt x="485660" y="0"/>
                  </a:lnTo>
                  <a:lnTo>
                    <a:pt x="485660" y="74552"/>
                  </a:lnTo>
                  <a:lnTo>
                    <a:pt x="494665" y="74552"/>
                  </a:lnTo>
                  <a:lnTo>
                    <a:pt x="494665" y="0"/>
                  </a:lnTo>
                  <a:close/>
                </a:path>
                <a:path w="577850" h="74929">
                  <a:moveTo>
                    <a:pt x="467818" y="0"/>
                  </a:moveTo>
                  <a:lnTo>
                    <a:pt x="458813" y="0"/>
                  </a:lnTo>
                  <a:lnTo>
                    <a:pt x="458813" y="74552"/>
                  </a:lnTo>
                  <a:lnTo>
                    <a:pt x="467818" y="74552"/>
                  </a:lnTo>
                  <a:lnTo>
                    <a:pt x="467818" y="0"/>
                  </a:lnTo>
                  <a:close/>
                </a:path>
                <a:path w="577850" h="74929">
                  <a:moveTo>
                    <a:pt x="521523" y="0"/>
                  </a:moveTo>
                  <a:lnTo>
                    <a:pt x="512518" y="0"/>
                  </a:lnTo>
                  <a:lnTo>
                    <a:pt x="512518" y="74552"/>
                  </a:lnTo>
                  <a:lnTo>
                    <a:pt x="521523" y="74552"/>
                  </a:lnTo>
                  <a:lnTo>
                    <a:pt x="521523" y="0"/>
                  </a:lnTo>
                  <a:close/>
                </a:path>
                <a:path w="577850" h="74929">
                  <a:moveTo>
                    <a:pt x="548381" y="0"/>
                  </a:moveTo>
                  <a:lnTo>
                    <a:pt x="539365" y="0"/>
                  </a:lnTo>
                  <a:lnTo>
                    <a:pt x="539365" y="74552"/>
                  </a:lnTo>
                  <a:lnTo>
                    <a:pt x="548381" y="74552"/>
                  </a:lnTo>
                  <a:lnTo>
                    <a:pt x="548381" y="0"/>
                  </a:lnTo>
                  <a:close/>
                </a:path>
                <a:path w="577850" h="74929">
                  <a:moveTo>
                    <a:pt x="575228" y="0"/>
                  </a:moveTo>
                  <a:lnTo>
                    <a:pt x="566223" y="0"/>
                  </a:lnTo>
                  <a:lnTo>
                    <a:pt x="566223" y="74552"/>
                  </a:lnTo>
                  <a:lnTo>
                    <a:pt x="575228" y="74552"/>
                  </a:lnTo>
                  <a:lnTo>
                    <a:pt x="575228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101" name="object 5101" descr=""/>
          <p:cNvSpPr/>
          <p:nvPr/>
        </p:nvSpPr>
        <p:spPr>
          <a:xfrm>
            <a:off x="7216293" y="7675975"/>
            <a:ext cx="92075" cy="304165"/>
          </a:xfrm>
          <a:custGeom>
            <a:avLst/>
            <a:gdLst/>
            <a:ahLst/>
            <a:cxnLst/>
            <a:rect l="l" t="t" r="r" b="b"/>
            <a:pathLst>
              <a:path w="92075" h="304165">
                <a:moveTo>
                  <a:pt x="91997" y="303781"/>
                </a:moveTo>
                <a:lnTo>
                  <a:pt x="0" y="303781"/>
                </a:lnTo>
                <a:lnTo>
                  <a:pt x="0" y="0"/>
                </a:lnTo>
                <a:lnTo>
                  <a:pt x="91997" y="0"/>
                </a:lnTo>
                <a:lnTo>
                  <a:pt x="91997" y="303781"/>
                </a:lnTo>
                <a:close/>
              </a:path>
            </a:pathLst>
          </a:custGeom>
          <a:ln w="10470">
            <a:solidFill>
              <a:srgbClr val="007BAF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5102" name="object 5102" descr=""/>
          <p:cNvGrpSpPr/>
          <p:nvPr/>
        </p:nvGrpSpPr>
        <p:grpSpPr>
          <a:xfrm>
            <a:off x="6776191" y="7667200"/>
            <a:ext cx="102870" cy="318135"/>
            <a:chOff x="6776191" y="7667200"/>
            <a:chExt cx="102870" cy="318135"/>
          </a:xfrm>
        </p:grpSpPr>
        <p:sp>
          <p:nvSpPr>
            <p:cNvPr id="5103" name="object 5103" descr=""/>
            <p:cNvSpPr/>
            <p:nvPr/>
          </p:nvSpPr>
          <p:spPr>
            <a:xfrm>
              <a:off x="6781427" y="7672436"/>
              <a:ext cx="92075" cy="307340"/>
            </a:xfrm>
            <a:custGeom>
              <a:avLst/>
              <a:gdLst/>
              <a:ahLst/>
              <a:cxnLst/>
              <a:rect l="l" t="t" r="r" b="b"/>
              <a:pathLst>
                <a:path w="92075" h="307340">
                  <a:moveTo>
                    <a:pt x="91997" y="307320"/>
                  </a:moveTo>
                  <a:lnTo>
                    <a:pt x="0" y="307320"/>
                  </a:lnTo>
                  <a:lnTo>
                    <a:pt x="0" y="0"/>
                  </a:lnTo>
                  <a:lnTo>
                    <a:pt x="91997" y="0"/>
                  </a:lnTo>
                  <a:lnTo>
                    <a:pt x="91997" y="307320"/>
                  </a:lnTo>
                  <a:close/>
                </a:path>
                <a:path w="92075" h="307340">
                  <a:moveTo>
                    <a:pt x="50647" y="142089"/>
                  </a:moveTo>
                  <a:lnTo>
                    <a:pt x="38909" y="142089"/>
                  </a:lnTo>
                  <a:lnTo>
                    <a:pt x="38909" y="37443"/>
                  </a:lnTo>
                  <a:lnTo>
                    <a:pt x="50647" y="37443"/>
                  </a:lnTo>
                  <a:lnTo>
                    <a:pt x="50647" y="14208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04" name="object 5104" descr=""/>
            <p:cNvSpPr/>
            <p:nvPr/>
          </p:nvSpPr>
          <p:spPr>
            <a:xfrm>
              <a:off x="6791259" y="7727968"/>
              <a:ext cx="22225" cy="92075"/>
            </a:xfrm>
            <a:custGeom>
              <a:avLst/>
              <a:gdLst/>
              <a:ahLst/>
              <a:cxnLst/>
              <a:rect l="l" t="t" r="r" b="b"/>
              <a:pathLst>
                <a:path w="22225" h="92075">
                  <a:moveTo>
                    <a:pt x="0" y="0"/>
                  </a:moveTo>
                  <a:lnTo>
                    <a:pt x="22198" y="0"/>
                  </a:lnTo>
                </a:path>
                <a:path w="22225" h="92075">
                  <a:moveTo>
                    <a:pt x="11099" y="4486"/>
                  </a:moveTo>
                  <a:lnTo>
                    <a:pt x="11099" y="91793"/>
                  </a:lnTo>
                </a:path>
              </a:pathLst>
            </a:custGeom>
            <a:ln w="8973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05" name="object 5105" descr=""/>
            <p:cNvSpPr/>
            <p:nvPr/>
          </p:nvSpPr>
          <p:spPr>
            <a:xfrm>
              <a:off x="6810347" y="7702964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w="0" h="22225">
                  <a:moveTo>
                    <a:pt x="0" y="0"/>
                  </a:moveTo>
                  <a:lnTo>
                    <a:pt x="0" y="22198"/>
                  </a:lnTo>
                </a:path>
              </a:pathLst>
            </a:custGeom>
            <a:ln w="6219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06" name="object 5106" descr=""/>
            <p:cNvSpPr/>
            <p:nvPr/>
          </p:nvSpPr>
          <p:spPr>
            <a:xfrm>
              <a:off x="6820337" y="7844211"/>
              <a:ext cx="12065" cy="104775"/>
            </a:xfrm>
            <a:custGeom>
              <a:avLst/>
              <a:gdLst/>
              <a:ahLst/>
              <a:cxnLst/>
              <a:rect l="l" t="t" r="r" b="b"/>
              <a:pathLst>
                <a:path w="12065" h="104775">
                  <a:moveTo>
                    <a:pt x="11737" y="104646"/>
                  </a:moveTo>
                  <a:lnTo>
                    <a:pt x="0" y="104646"/>
                  </a:lnTo>
                  <a:lnTo>
                    <a:pt x="0" y="0"/>
                  </a:lnTo>
                  <a:lnTo>
                    <a:pt x="11737" y="0"/>
                  </a:lnTo>
                  <a:lnTo>
                    <a:pt x="11737" y="10464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07" name="object 5107" descr=""/>
            <p:cNvSpPr/>
            <p:nvPr/>
          </p:nvSpPr>
          <p:spPr>
            <a:xfrm>
              <a:off x="6809871" y="7838975"/>
              <a:ext cx="0" cy="115570"/>
            </a:xfrm>
            <a:custGeom>
              <a:avLst/>
              <a:gdLst/>
              <a:ahLst/>
              <a:cxnLst/>
              <a:rect l="l" t="t" r="r" b="b"/>
              <a:pathLst>
                <a:path w="0" h="115570">
                  <a:moveTo>
                    <a:pt x="0" y="0"/>
                  </a:moveTo>
                  <a:lnTo>
                    <a:pt x="0" y="115116"/>
                  </a:lnTo>
                </a:path>
              </a:pathLst>
            </a:custGeom>
            <a:ln w="7172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108" name="object 5108" descr=""/>
          <p:cNvGrpSpPr/>
          <p:nvPr/>
        </p:nvGrpSpPr>
        <p:grpSpPr>
          <a:xfrm>
            <a:off x="7210998" y="7453635"/>
            <a:ext cx="103505" cy="501015"/>
            <a:chOff x="7210998" y="7453635"/>
            <a:chExt cx="103505" cy="501015"/>
          </a:xfrm>
        </p:grpSpPr>
        <p:sp>
          <p:nvSpPr>
            <p:cNvPr id="5109" name="object 5109" descr=""/>
            <p:cNvSpPr/>
            <p:nvPr/>
          </p:nvSpPr>
          <p:spPr>
            <a:xfrm>
              <a:off x="7263098" y="7704644"/>
              <a:ext cx="0" cy="115570"/>
            </a:xfrm>
            <a:custGeom>
              <a:avLst/>
              <a:gdLst/>
              <a:ahLst/>
              <a:cxnLst/>
              <a:rect l="l" t="t" r="r" b="b"/>
              <a:pathLst>
                <a:path w="0" h="115570">
                  <a:moveTo>
                    <a:pt x="0" y="0"/>
                  </a:moveTo>
                  <a:lnTo>
                    <a:pt x="0" y="115116"/>
                  </a:lnTo>
                </a:path>
              </a:pathLst>
            </a:custGeom>
            <a:ln w="20585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10" name="object 5110" descr=""/>
            <p:cNvSpPr/>
            <p:nvPr/>
          </p:nvSpPr>
          <p:spPr>
            <a:xfrm>
              <a:off x="7275035" y="7729439"/>
              <a:ext cx="22225" cy="90805"/>
            </a:xfrm>
            <a:custGeom>
              <a:avLst/>
              <a:gdLst/>
              <a:ahLst/>
              <a:cxnLst/>
              <a:rect l="l" t="t" r="r" b="b"/>
              <a:pathLst>
                <a:path w="22225" h="90804">
                  <a:moveTo>
                    <a:pt x="0" y="0"/>
                  </a:moveTo>
                  <a:lnTo>
                    <a:pt x="22198" y="0"/>
                  </a:lnTo>
                </a:path>
                <a:path w="22225" h="90804">
                  <a:moveTo>
                    <a:pt x="11099" y="3015"/>
                  </a:moveTo>
                  <a:lnTo>
                    <a:pt x="11099" y="90321"/>
                  </a:lnTo>
                </a:path>
              </a:pathLst>
            </a:custGeom>
            <a:ln w="6031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11" name="object 5111" descr=""/>
            <p:cNvSpPr/>
            <p:nvPr/>
          </p:nvSpPr>
          <p:spPr>
            <a:xfrm>
              <a:off x="7279113" y="770443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w="0" h="22225">
                  <a:moveTo>
                    <a:pt x="0" y="0"/>
                  </a:moveTo>
                  <a:lnTo>
                    <a:pt x="0" y="22198"/>
                  </a:lnTo>
                </a:path>
              </a:pathLst>
            </a:custGeom>
            <a:ln w="8156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12" name="object 5112" descr=""/>
            <p:cNvSpPr/>
            <p:nvPr/>
          </p:nvSpPr>
          <p:spPr>
            <a:xfrm>
              <a:off x="7263098" y="7838975"/>
              <a:ext cx="0" cy="115570"/>
            </a:xfrm>
            <a:custGeom>
              <a:avLst/>
              <a:gdLst/>
              <a:ahLst/>
              <a:cxnLst/>
              <a:rect l="l" t="t" r="r" b="b"/>
              <a:pathLst>
                <a:path w="0" h="115570">
                  <a:moveTo>
                    <a:pt x="0" y="0"/>
                  </a:moveTo>
                  <a:lnTo>
                    <a:pt x="0" y="115116"/>
                  </a:lnTo>
                </a:path>
              </a:pathLst>
            </a:custGeom>
            <a:ln w="20585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13" name="object 5113" descr=""/>
            <p:cNvSpPr/>
            <p:nvPr/>
          </p:nvSpPr>
          <p:spPr>
            <a:xfrm>
              <a:off x="7279113" y="7838975"/>
              <a:ext cx="0" cy="115570"/>
            </a:xfrm>
            <a:custGeom>
              <a:avLst/>
              <a:gdLst/>
              <a:ahLst/>
              <a:cxnLst/>
              <a:rect l="l" t="t" r="r" b="b"/>
              <a:pathLst>
                <a:path w="0" h="115570">
                  <a:moveTo>
                    <a:pt x="0" y="0"/>
                  </a:moveTo>
                  <a:lnTo>
                    <a:pt x="0" y="115116"/>
                  </a:lnTo>
                </a:path>
              </a:pathLst>
            </a:custGeom>
            <a:ln w="8156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14" name="object 5114" descr=""/>
            <p:cNvSpPr/>
            <p:nvPr/>
          </p:nvSpPr>
          <p:spPr>
            <a:xfrm>
              <a:off x="7216293" y="7561717"/>
              <a:ext cx="92710" cy="121920"/>
            </a:xfrm>
            <a:custGeom>
              <a:avLst/>
              <a:gdLst/>
              <a:ahLst/>
              <a:cxnLst/>
              <a:rect l="l" t="t" r="r" b="b"/>
              <a:pathLst>
                <a:path w="92709" h="121920">
                  <a:moveTo>
                    <a:pt x="92709" y="0"/>
                  </a:moveTo>
                  <a:lnTo>
                    <a:pt x="0" y="0"/>
                  </a:lnTo>
                  <a:lnTo>
                    <a:pt x="0" y="121483"/>
                  </a:lnTo>
                  <a:lnTo>
                    <a:pt x="92709" y="121483"/>
                  </a:lnTo>
                  <a:lnTo>
                    <a:pt x="927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5" name="object 5115" descr=""/>
            <p:cNvSpPr/>
            <p:nvPr/>
          </p:nvSpPr>
          <p:spPr>
            <a:xfrm>
              <a:off x="7216293" y="7558272"/>
              <a:ext cx="92710" cy="125095"/>
            </a:xfrm>
            <a:custGeom>
              <a:avLst/>
              <a:gdLst/>
              <a:ahLst/>
              <a:cxnLst/>
              <a:rect l="l" t="t" r="r" b="b"/>
              <a:pathLst>
                <a:path w="92709" h="125095">
                  <a:moveTo>
                    <a:pt x="92709" y="3444"/>
                  </a:moveTo>
                  <a:lnTo>
                    <a:pt x="0" y="3444"/>
                  </a:lnTo>
                  <a:lnTo>
                    <a:pt x="0" y="124928"/>
                  </a:lnTo>
                  <a:lnTo>
                    <a:pt x="92709" y="124928"/>
                  </a:lnTo>
                  <a:lnTo>
                    <a:pt x="92709" y="3444"/>
                  </a:lnTo>
                  <a:close/>
                </a:path>
                <a:path w="92709" h="125095">
                  <a:moveTo>
                    <a:pt x="92709" y="3444"/>
                  </a:moveTo>
                  <a:lnTo>
                    <a:pt x="0" y="3444"/>
                  </a:lnTo>
                  <a:lnTo>
                    <a:pt x="0" y="0"/>
                  </a:lnTo>
                  <a:lnTo>
                    <a:pt x="92709" y="0"/>
                  </a:lnTo>
                  <a:lnTo>
                    <a:pt x="92709" y="344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16" name="object 5116" descr=""/>
            <p:cNvSpPr/>
            <p:nvPr/>
          </p:nvSpPr>
          <p:spPr>
            <a:xfrm>
              <a:off x="7250648" y="7572083"/>
              <a:ext cx="24130" cy="41275"/>
            </a:xfrm>
            <a:custGeom>
              <a:avLst/>
              <a:gdLst/>
              <a:ahLst/>
              <a:cxnLst/>
              <a:rect l="l" t="t" r="r" b="b"/>
              <a:pathLst>
                <a:path w="24129" h="41275">
                  <a:moveTo>
                    <a:pt x="24009" y="0"/>
                  </a:moveTo>
                  <a:lnTo>
                    <a:pt x="0" y="0"/>
                  </a:lnTo>
                  <a:lnTo>
                    <a:pt x="0" y="40721"/>
                  </a:lnTo>
                  <a:lnTo>
                    <a:pt x="24009" y="40721"/>
                  </a:lnTo>
                  <a:lnTo>
                    <a:pt x="240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7" name="object 5117" descr=""/>
            <p:cNvSpPr/>
            <p:nvPr/>
          </p:nvSpPr>
          <p:spPr>
            <a:xfrm>
              <a:off x="7250648" y="7572083"/>
              <a:ext cx="24130" cy="41275"/>
            </a:xfrm>
            <a:custGeom>
              <a:avLst/>
              <a:gdLst/>
              <a:ahLst/>
              <a:cxnLst/>
              <a:rect l="l" t="t" r="r" b="b"/>
              <a:pathLst>
                <a:path w="24129" h="41275">
                  <a:moveTo>
                    <a:pt x="24009" y="0"/>
                  </a:moveTo>
                  <a:lnTo>
                    <a:pt x="0" y="0"/>
                  </a:lnTo>
                  <a:lnTo>
                    <a:pt x="0" y="40721"/>
                  </a:lnTo>
                  <a:lnTo>
                    <a:pt x="24009" y="40721"/>
                  </a:lnTo>
                  <a:lnTo>
                    <a:pt x="240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18" name="object 5118" descr=""/>
            <p:cNvSpPr/>
            <p:nvPr/>
          </p:nvSpPr>
          <p:spPr>
            <a:xfrm>
              <a:off x="7288050" y="7601778"/>
              <a:ext cx="11430" cy="18415"/>
            </a:xfrm>
            <a:custGeom>
              <a:avLst/>
              <a:gdLst/>
              <a:ahLst/>
              <a:cxnLst/>
              <a:rect l="l" t="t" r="r" b="b"/>
              <a:pathLst>
                <a:path w="11429" h="18415">
                  <a:moveTo>
                    <a:pt x="10805" y="0"/>
                  </a:moveTo>
                  <a:lnTo>
                    <a:pt x="0" y="0"/>
                  </a:lnTo>
                  <a:lnTo>
                    <a:pt x="0" y="18324"/>
                  </a:lnTo>
                  <a:lnTo>
                    <a:pt x="10805" y="18324"/>
                  </a:lnTo>
                  <a:lnTo>
                    <a:pt x="108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9" name="object 5119" descr=""/>
            <p:cNvSpPr/>
            <p:nvPr/>
          </p:nvSpPr>
          <p:spPr>
            <a:xfrm>
              <a:off x="7288050" y="7601778"/>
              <a:ext cx="11430" cy="18415"/>
            </a:xfrm>
            <a:custGeom>
              <a:avLst/>
              <a:gdLst/>
              <a:ahLst/>
              <a:cxnLst/>
              <a:rect l="l" t="t" r="r" b="b"/>
              <a:pathLst>
                <a:path w="11429" h="18415">
                  <a:moveTo>
                    <a:pt x="10805" y="0"/>
                  </a:moveTo>
                  <a:lnTo>
                    <a:pt x="0" y="0"/>
                  </a:lnTo>
                  <a:lnTo>
                    <a:pt x="0" y="18324"/>
                  </a:lnTo>
                  <a:lnTo>
                    <a:pt x="10805" y="18324"/>
                  </a:lnTo>
                  <a:lnTo>
                    <a:pt x="10805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20" name="object 5120" descr=""/>
            <p:cNvSpPr/>
            <p:nvPr/>
          </p:nvSpPr>
          <p:spPr>
            <a:xfrm>
              <a:off x="7288050" y="7575978"/>
              <a:ext cx="11430" cy="18415"/>
            </a:xfrm>
            <a:custGeom>
              <a:avLst/>
              <a:gdLst/>
              <a:ahLst/>
              <a:cxnLst/>
              <a:rect l="l" t="t" r="r" b="b"/>
              <a:pathLst>
                <a:path w="11429" h="18415">
                  <a:moveTo>
                    <a:pt x="10805" y="0"/>
                  </a:moveTo>
                  <a:lnTo>
                    <a:pt x="0" y="0"/>
                  </a:lnTo>
                  <a:lnTo>
                    <a:pt x="0" y="18324"/>
                  </a:lnTo>
                  <a:lnTo>
                    <a:pt x="10805" y="18324"/>
                  </a:lnTo>
                  <a:lnTo>
                    <a:pt x="108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1" name="object 5121" descr=""/>
            <p:cNvSpPr/>
            <p:nvPr/>
          </p:nvSpPr>
          <p:spPr>
            <a:xfrm>
              <a:off x="7288050" y="7575978"/>
              <a:ext cx="11430" cy="18415"/>
            </a:xfrm>
            <a:custGeom>
              <a:avLst/>
              <a:gdLst/>
              <a:ahLst/>
              <a:cxnLst/>
              <a:rect l="l" t="t" r="r" b="b"/>
              <a:pathLst>
                <a:path w="11429" h="18415">
                  <a:moveTo>
                    <a:pt x="10805" y="0"/>
                  </a:moveTo>
                  <a:lnTo>
                    <a:pt x="0" y="0"/>
                  </a:lnTo>
                  <a:lnTo>
                    <a:pt x="0" y="18324"/>
                  </a:lnTo>
                  <a:lnTo>
                    <a:pt x="10805" y="18324"/>
                  </a:lnTo>
                  <a:lnTo>
                    <a:pt x="10805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22" name="object 5122" descr=""/>
            <p:cNvSpPr/>
            <p:nvPr/>
          </p:nvSpPr>
          <p:spPr>
            <a:xfrm>
              <a:off x="7288050" y="7627568"/>
              <a:ext cx="11430" cy="18415"/>
            </a:xfrm>
            <a:custGeom>
              <a:avLst/>
              <a:gdLst/>
              <a:ahLst/>
              <a:cxnLst/>
              <a:rect l="l" t="t" r="r" b="b"/>
              <a:pathLst>
                <a:path w="11429" h="18415">
                  <a:moveTo>
                    <a:pt x="10805" y="0"/>
                  </a:moveTo>
                  <a:lnTo>
                    <a:pt x="0" y="0"/>
                  </a:lnTo>
                  <a:lnTo>
                    <a:pt x="0" y="18344"/>
                  </a:lnTo>
                  <a:lnTo>
                    <a:pt x="10805" y="18344"/>
                  </a:lnTo>
                  <a:lnTo>
                    <a:pt x="108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3" name="object 5123" descr=""/>
            <p:cNvSpPr/>
            <p:nvPr/>
          </p:nvSpPr>
          <p:spPr>
            <a:xfrm>
              <a:off x="7282802" y="7616742"/>
              <a:ext cx="21590" cy="34925"/>
            </a:xfrm>
            <a:custGeom>
              <a:avLst/>
              <a:gdLst/>
              <a:ahLst/>
              <a:cxnLst/>
              <a:rect l="l" t="t" r="r" b="b"/>
              <a:pathLst>
                <a:path w="21590" h="34925">
                  <a:moveTo>
                    <a:pt x="21285" y="0"/>
                  </a:moveTo>
                  <a:lnTo>
                    <a:pt x="0" y="0"/>
                  </a:lnTo>
                  <a:lnTo>
                    <a:pt x="0" y="14401"/>
                  </a:lnTo>
                  <a:lnTo>
                    <a:pt x="0" y="20002"/>
                  </a:lnTo>
                  <a:lnTo>
                    <a:pt x="0" y="34417"/>
                  </a:lnTo>
                  <a:lnTo>
                    <a:pt x="21285" y="34417"/>
                  </a:lnTo>
                  <a:lnTo>
                    <a:pt x="21285" y="20002"/>
                  </a:lnTo>
                  <a:lnTo>
                    <a:pt x="21285" y="14401"/>
                  </a:lnTo>
                  <a:lnTo>
                    <a:pt x="21285" y="0"/>
                  </a:lnTo>
                  <a:close/>
                </a:path>
              </a:pathLst>
            </a:custGeom>
            <a:solidFill>
              <a:srgbClr val="007B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4" name="object 5124" descr=""/>
            <p:cNvSpPr/>
            <p:nvPr/>
          </p:nvSpPr>
          <p:spPr>
            <a:xfrm>
              <a:off x="7283003" y="7648133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w="0" h="29209">
                  <a:moveTo>
                    <a:pt x="0" y="0"/>
                  </a:moveTo>
                  <a:lnTo>
                    <a:pt x="0" y="28805"/>
                  </a:lnTo>
                </a:path>
              </a:pathLst>
            </a:custGeom>
            <a:ln w="3175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25" name="object 5125" descr=""/>
            <p:cNvSpPr/>
            <p:nvPr/>
          </p:nvSpPr>
          <p:spPr>
            <a:xfrm>
              <a:off x="7226439" y="7601778"/>
              <a:ext cx="11430" cy="18415"/>
            </a:xfrm>
            <a:custGeom>
              <a:avLst/>
              <a:gdLst/>
              <a:ahLst/>
              <a:cxnLst/>
              <a:rect l="l" t="t" r="r" b="b"/>
              <a:pathLst>
                <a:path w="11429" h="18415">
                  <a:moveTo>
                    <a:pt x="10805" y="0"/>
                  </a:moveTo>
                  <a:lnTo>
                    <a:pt x="0" y="0"/>
                  </a:lnTo>
                  <a:lnTo>
                    <a:pt x="0" y="18324"/>
                  </a:lnTo>
                  <a:lnTo>
                    <a:pt x="10805" y="18324"/>
                  </a:lnTo>
                  <a:lnTo>
                    <a:pt x="108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6" name="object 5126" descr=""/>
            <p:cNvSpPr/>
            <p:nvPr/>
          </p:nvSpPr>
          <p:spPr>
            <a:xfrm>
              <a:off x="7226439" y="7601778"/>
              <a:ext cx="11430" cy="18415"/>
            </a:xfrm>
            <a:custGeom>
              <a:avLst/>
              <a:gdLst/>
              <a:ahLst/>
              <a:cxnLst/>
              <a:rect l="l" t="t" r="r" b="b"/>
              <a:pathLst>
                <a:path w="11429" h="18415">
                  <a:moveTo>
                    <a:pt x="10805" y="0"/>
                  </a:moveTo>
                  <a:lnTo>
                    <a:pt x="0" y="0"/>
                  </a:lnTo>
                  <a:lnTo>
                    <a:pt x="0" y="18324"/>
                  </a:lnTo>
                  <a:lnTo>
                    <a:pt x="10805" y="18324"/>
                  </a:lnTo>
                  <a:lnTo>
                    <a:pt x="10805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27" name="object 5127" descr=""/>
            <p:cNvSpPr/>
            <p:nvPr/>
          </p:nvSpPr>
          <p:spPr>
            <a:xfrm>
              <a:off x="7226439" y="7575978"/>
              <a:ext cx="11430" cy="18415"/>
            </a:xfrm>
            <a:custGeom>
              <a:avLst/>
              <a:gdLst/>
              <a:ahLst/>
              <a:cxnLst/>
              <a:rect l="l" t="t" r="r" b="b"/>
              <a:pathLst>
                <a:path w="11429" h="18415">
                  <a:moveTo>
                    <a:pt x="10805" y="0"/>
                  </a:moveTo>
                  <a:lnTo>
                    <a:pt x="0" y="0"/>
                  </a:lnTo>
                  <a:lnTo>
                    <a:pt x="0" y="18324"/>
                  </a:lnTo>
                  <a:lnTo>
                    <a:pt x="10805" y="18324"/>
                  </a:lnTo>
                  <a:lnTo>
                    <a:pt x="108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8" name="object 5128" descr=""/>
            <p:cNvSpPr/>
            <p:nvPr/>
          </p:nvSpPr>
          <p:spPr>
            <a:xfrm>
              <a:off x="7226439" y="7575978"/>
              <a:ext cx="11430" cy="18415"/>
            </a:xfrm>
            <a:custGeom>
              <a:avLst/>
              <a:gdLst/>
              <a:ahLst/>
              <a:cxnLst/>
              <a:rect l="l" t="t" r="r" b="b"/>
              <a:pathLst>
                <a:path w="11429" h="18415">
                  <a:moveTo>
                    <a:pt x="10805" y="0"/>
                  </a:moveTo>
                  <a:lnTo>
                    <a:pt x="0" y="0"/>
                  </a:lnTo>
                  <a:lnTo>
                    <a:pt x="0" y="18324"/>
                  </a:lnTo>
                  <a:lnTo>
                    <a:pt x="10805" y="18324"/>
                  </a:lnTo>
                  <a:lnTo>
                    <a:pt x="10805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29" name="object 5129" descr=""/>
            <p:cNvSpPr/>
            <p:nvPr/>
          </p:nvSpPr>
          <p:spPr>
            <a:xfrm>
              <a:off x="7226439" y="7627568"/>
              <a:ext cx="11430" cy="18415"/>
            </a:xfrm>
            <a:custGeom>
              <a:avLst/>
              <a:gdLst/>
              <a:ahLst/>
              <a:cxnLst/>
              <a:rect l="l" t="t" r="r" b="b"/>
              <a:pathLst>
                <a:path w="11429" h="18415">
                  <a:moveTo>
                    <a:pt x="10805" y="0"/>
                  </a:moveTo>
                  <a:lnTo>
                    <a:pt x="0" y="0"/>
                  </a:lnTo>
                  <a:lnTo>
                    <a:pt x="0" y="18344"/>
                  </a:lnTo>
                  <a:lnTo>
                    <a:pt x="10805" y="18344"/>
                  </a:lnTo>
                  <a:lnTo>
                    <a:pt x="108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0" name="object 5130" descr=""/>
            <p:cNvSpPr/>
            <p:nvPr/>
          </p:nvSpPr>
          <p:spPr>
            <a:xfrm>
              <a:off x="7221204" y="7622333"/>
              <a:ext cx="21590" cy="24130"/>
            </a:xfrm>
            <a:custGeom>
              <a:avLst/>
              <a:gdLst/>
              <a:ahLst/>
              <a:cxnLst/>
              <a:rect l="l" t="t" r="r" b="b"/>
              <a:pathLst>
                <a:path w="21590" h="24129">
                  <a:moveTo>
                    <a:pt x="0" y="23758"/>
                  </a:moveTo>
                  <a:lnTo>
                    <a:pt x="21276" y="23758"/>
                  </a:lnTo>
                  <a:lnTo>
                    <a:pt x="21276" y="0"/>
                  </a:lnTo>
                  <a:lnTo>
                    <a:pt x="0" y="0"/>
                  </a:lnTo>
                  <a:lnTo>
                    <a:pt x="0" y="23758"/>
                  </a:lnTo>
                  <a:close/>
                </a:path>
              </a:pathLst>
            </a:custGeom>
            <a:solidFill>
              <a:srgbClr val="007B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1" name="object 5131" descr=""/>
            <p:cNvSpPr/>
            <p:nvPr/>
          </p:nvSpPr>
          <p:spPr>
            <a:xfrm>
              <a:off x="7216234" y="7458871"/>
              <a:ext cx="92710" cy="99695"/>
            </a:xfrm>
            <a:custGeom>
              <a:avLst/>
              <a:gdLst/>
              <a:ahLst/>
              <a:cxnLst/>
              <a:rect l="l" t="t" r="r" b="b"/>
              <a:pathLst>
                <a:path w="92709" h="99695">
                  <a:moveTo>
                    <a:pt x="47234" y="1120"/>
                  </a:moveTo>
                  <a:lnTo>
                    <a:pt x="47234" y="0"/>
                  </a:lnTo>
                  <a:lnTo>
                    <a:pt x="46825" y="146"/>
                  </a:lnTo>
                  <a:lnTo>
                    <a:pt x="46092" y="523"/>
                  </a:lnTo>
                  <a:lnTo>
                    <a:pt x="45349" y="146"/>
                  </a:lnTo>
                  <a:lnTo>
                    <a:pt x="44930" y="0"/>
                  </a:lnTo>
                  <a:lnTo>
                    <a:pt x="44930" y="1120"/>
                  </a:lnTo>
                  <a:lnTo>
                    <a:pt x="34834" y="8408"/>
                  </a:lnTo>
                  <a:lnTo>
                    <a:pt x="20875" y="25181"/>
                  </a:lnTo>
                  <a:lnTo>
                    <a:pt x="7710" y="54492"/>
                  </a:lnTo>
                  <a:lnTo>
                    <a:pt x="0" y="99400"/>
                  </a:lnTo>
                  <a:lnTo>
                    <a:pt x="44930" y="99400"/>
                  </a:lnTo>
                  <a:lnTo>
                    <a:pt x="47234" y="99400"/>
                  </a:lnTo>
                  <a:lnTo>
                    <a:pt x="92175" y="99400"/>
                  </a:lnTo>
                  <a:lnTo>
                    <a:pt x="84464" y="54492"/>
                  </a:lnTo>
                  <a:lnTo>
                    <a:pt x="71298" y="25181"/>
                  </a:lnTo>
                  <a:lnTo>
                    <a:pt x="57336" y="8408"/>
                  </a:lnTo>
                  <a:lnTo>
                    <a:pt x="47234" y="112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132" name="object 5132" descr=""/>
          <p:cNvGrpSpPr/>
          <p:nvPr/>
        </p:nvGrpSpPr>
        <p:grpSpPr>
          <a:xfrm>
            <a:off x="6776103" y="7453635"/>
            <a:ext cx="103505" cy="234950"/>
            <a:chOff x="6776103" y="7453635"/>
            <a:chExt cx="103505" cy="234950"/>
          </a:xfrm>
        </p:grpSpPr>
        <p:sp>
          <p:nvSpPr>
            <p:cNvPr id="5133" name="object 5133" descr=""/>
            <p:cNvSpPr/>
            <p:nvPr/>
          </p:nvSpPr>
          <p:spPr>
            <a:xfrm>
              <a:off x="6781405" y="7561717"/>
              <a:ext cx="92710" cy="121920"/>
            </a:xfrm>
            <a:custGeom>
              <a:avLst/>
              <a:gdLst/>
              <a:ahLst/>
              <a:cxnLst/>
              <a:rect l="l" t="t" r="r" b="b"/>
              <a:pathLst>
                <a:path w="92709" h="121920">
                  <a:moveTo>
                    <a:pt x="92709" y="0"/>
                  </a:moveTo>
                  <a:lnTo>
                    <a:pt x="0" y="0"/>
                  </a:lnTo>
                  <a:lnTo>
                    <a:pt x="0" y="121483"/>
                  </a:lnTo>
                  <a:lnTo>
                    <a:pt x="92709" y="121483"/>
                  </a:lnTo>
                  <a:lnTo>
                    <a:pt x="927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4" name="object 5134" descr=""/>
            <p:cNvSpPr/>
            <p:nvPr/>
          </p:nvSpPr>
          <p:spPr>
            <a:xfrm>
              <a:off x="6781405" y="7558272"/>
              <a:ext cx="92710" cy="125095"/>
            </a:xfrm>
            <a:custGeom>
              <a:avLst/>
              <a:gdLst/>
              <a:ahLst/>
              <a:cxnLst/>
              <a:rect l="l" t="t" r="r" b="b"/>
              <a:pathLst>
                <a:path w="92709" h="125095">
                  <a:moveTo>
                    <a:pt x="92709" y="3444"/>
                  </a:moveTo>
                  <a:lnTo>
                    <a:pt x="0" y="3444"/>
                  </a:lnTo>
                  <a:lnTo>
                    <a:pt x="0" y="124928"/>
                  </a:lnTo>
                  <a:lnTo>
                    <a:pt x="92709" y="124928"/>
                  </a:lnTo>
                  <a:lnTo>
                    <a:pt x="92709" y="3444"/>
                  </a:lnTo>
                  <a:close/>
                </a:path>
                <a:path w="92709" h="125095">
                  <a:moveTo>
                    <a:pt x="92709" y="3444"/>
                  </a:moveTo>
                  <a:lnTo>
                    <a:pt x="0" y="3444"/>
                  </a:lnTo>
                  <a:lnTo>
                    <a:pt x="0" y="0"/>
                  </a:lnTo>
                  <a:lnTo>
                    <a:pt x="92709" y="0"/>
                  </a:lnTo>
                  <a:lnTo>
                    <a:pt x="92709" y="344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35" name="object 5135" descr=""/>
            <p:cNvSpPr/>
            <p:nvPr/>
          </p:nvSpPr>
          <p:spPr>
            <a:xfrm>
              <a:off x="6815750" y="7572083"/>
              <a:ext cx="24130" cy="41275"/>
            </a:xfrm>
            <a:custGeom>
              <a:avLst/>
              <a:gdLst/>
              <a:ahLst/>
              <a:cxnLst/>
              <a:rect l="l" t="t" r="r" b="b"/>
              <a:pathLst>
                <a:path w="24129" h="41275">
                  <a:moveTo>
                    <a:pt x="24009" y="0"/>
                  </a:moveTo>
                  <a:lnTo>
                    <a:pt x="0" y="0"/>
                  </a:lnTo>
                  <a:lnTo>
                    <a:pt x="0" y="40721"/>
                  </a:lnTo>
                  <a:lnTo>
                    <a:pt x="24009" y="40721"/>
                  </a:lnTo>
                  <a:lnTo>
                    <a:pt x="240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6" name="object 5136" descr=""/>
            <p:cNvSpPr/>
            <p:nvPr/>
          </p:nvSpPr>
          <p:spPr>
            <a:xfrm>
              <a:off x="6815750" y="7572083"/>
              <a:ext cx="24130" cy="41275"/>
            </a:xfrm>
            <a:custGeom>
              <a:avLst/>
              <a:gdLst/>
              <a:ahLst/>
              <a:cxnLst/>
              <a:rect l="l" t="t" r="r" b="b"/>
              <a:pathLst>
                <a:path w="24129" h="41275">
                  <a:moveTo>
                    <a:pt x="24009" y="0"/>
                  </a:moveTo>
                  <a:lnTo>
                    <a:pt x="0" y="0"/>
                  </a:lnTo>
                  <a:lnTo>
                    <a:pt x="0" y="40721"/>
                  </a:lnTo>
                  <a:lnTo>
                    <a:pt x="24009" y="40721"/>
                  </a:lnTo>
                  <a:lnTo>
                    <a:pt x="2400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37" name="object 5137" descr=""/>
            <p:cNvSpPr/>
            <p:nvPr/>
          </p:nvSpPr>
          <p:spPr>
            <a:xfrm>
              <a:off x="6853162" y="7601778"/>
              <a:ext cx="11430" cy="18415"/>
            </a:xfrm>
            <a:custGeom>
              <a:avLst/>
              <a:gdLst/>
              <a:ahLst/>
              <a:cxnLst/>
              <a:rect l="l" t="t" r="r" b="b"/>
              <a:pathLst>
                <a:path w="11429" h="18415">
                  <a:moveTo>
                    <a:pt x="10805" y="0"/>
                  </a:moveTo>
                  <a:lnTo>
                    <a:pt x="0" y="0"/>
                  </a:lnTo>
                  <a:lnTo>
                    <a:pt x="0" y="18324"/>
                  </a:lnTo>
                  <a:lnTo>
                    <a:pt x="10805" y="18324"/>
                  </a:lnTo>
                  <a:lnTo>
                    <a:pt x="108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8" name="object 5138" descr=""/>
            <p:cNvSpPr/>
            <p:nvPr/>
          </p:nvSpPr>
          <p:spPr>
            <a:xfrm>
              <a:off x="6853162" y="7601778"/>
              <a:ext cx="11430" cy="18415"/>
            </a:xfrm>
            <a:custGeom>
              <a:avLst/>
              <a:gdLst/>
              <a:ahLst/>
              <a:cxnLst/>
              <a:rect l="l" t="t" r="r" b="b"/>
              <a:pathLst>
                <a:path w="11429" h="18415">
                  <a:moveTo>
                    <a:pt x="10805" y="0"/>
                  </a:moveTo>
                  <a:lnTo>
                    <a:pt x="0" y="0"/>
                  </a:lnTo>
                  <a:lnTo>
                    <a:pt x="0" y="18324"/>
                  </a:lnTo>
                  <a:lnTo>
                    <a:pt x="10805" y="18324"/>
                  </a:lnTo>
                  <a:lnTo>
                    <a:pt x="10805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39" name="object 5139" descr=""/>
            <p:cNvSpPr/>
            <p:nvPr/>
          </p:nvSpPr>
          <p:spPr>
            <a:xfrm>
              <a:off x="6853162" y="7575978"/>
              <a:ext cx="11430" cy="18415"/>
            </a:xfrm>
            <a:custGeom>
              <a:avLst/>
              <a:gdLst/>
              <a:ahLst/>
              <a:cxnLst/>
              <a:rect l="l" t="t" r="r" b="b"/>
              <a:pathLst>
                <a:path w="11429" h="18415">
                  <a:moveTo>
                    <a:pt x="10805" y="0"/>
                  </a:moveTo>
                  <a:lnTo>
                    <a:pt x="0" y="0"/>
                  </a:lnTo>
                  <a:lnTo>
                    <a:pt x="0" y="18324"/>
                  </a:lnTo>
                  <a:lnTo>
                    <a:pt x="10805" y="18324"/>
                  </a:lnTo>
                  <a:lnTo>
                    <a:pt x="108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0" name="object 5140" descr=""/>
            <p:cNvSpPr/>
            <p:nvPr/>
          </p:nvSpPr>
          <p:spPr>
            <a:xfrm>
              <a:off x="6853162" y="7575978"/>
              <a:ext cx="11430" cy="18415"/>
            </a:xfrm>
            <a:custGeom>
              <a:avLst/>
              <a:gdLst/>
              <a:ahLst/>
              <a:cxnLst/>
              <a:rect l="l" t="t" r="r" b="b"/>
              <a:pathLst>
                <a:path w="11429" h="18415">
                  <a:moveTo>
                    <a:pt x="10805" y="0"/>
                  </a:moveTo>
                  <a:lnTo>
                    <a:pt x="0" y="0"/>
                  </a:lnTo>
                  <a:lnTo>
                    <a:pt x="0" y="18324"/>
                  </a:lnTo>
                  <a:lnTo>
                    <a:pt x="10805" y="18324"/>
                  </a:lnTo>
                  <a:lnTo>
                    <a:pt x="10805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41" name="object 5141" descr=""/>
            <p:cNvSpPr/>
            <p:nvPr/>
          </p:nvSpPr>
          <p:spPr>
            <a:xfrm>
              <a:off x="6853162" y="7627568"/>
              <a:ext cx="11430" cy="18415"/>
            </a:xfrm>
            <a:custGeom>
              <a:avLst/>
              <a:gdLst/>
              <a:ahLst/>
              <a:cxnLst/>
              <a:rect l="l" t="t" r="r" b="b"/>
              <a:pathLst>
                <a:path w="11429" h="18415">
                  <a:moveTo>
                    <a:pt x="10805" y="0"/>
                  </a:moveTo>
                  <a:lnTo>
                    <a:pt x="0" y="0"/>
                  </a:lnTo>
                  <a:lnTo>
                    <a:pt x="0" y="18344"/>
                  </a:lnTo>
                  <a:lnTo>
                    <a:pt x="10805" y="18344"/>
                  </a:lnTo>
                  <a:lnTo>
                    <a:pt x="108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2" name="object 5142" descr=""/>
            <p:cNvSpPr/>
            <p:nvPr/>
          </p:nvSpPr>
          <p:spPr>
            <a:xfrm>
              <a:off x="6847927" y="7622333"/>
              <a:ext cx="21590" cy="24130"/>
            </a:xfrm>
            <a:custGeom>
              <a:avLst/>
              <a:gdLst/>
              <a:ahLst/>
              <a:cxnLst/>
              <a:rect l="l" t="t" r="r" b="b"/>
              <a:pathLst>
                <a:path w="21590" h="24129">
                  <a:moveTo>
                    <a:pt x="0" y="23758"/>
                  </a:moveTo>
                  <a:lnTo>
                    <a:pt x="21276" y="23758"/>
                  </a:lnTo>
                  <a:lnTo>
                    <a:pt x="21276" y="0"/>
                  </a:lnTo>
                  <a:lnTo>
                    <a:pt x="0" y="0"/>
                  </a:lnTo>
                  <a:lnTo>
                    <a:pt x="0" y="23758"/>
                  </a:lnTo>
                  <a:close/>
                </a:path>
              </a:pathLst>
            </a:custGeom>
            <a:solidFill>
              <a:srgbClr val="007B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3" name="object 5143" descr=""/>
            <p:cNvSpPr/>
            <p:nvPr/>
          </p:nvSpPr>
          <p:spPr>
            <a:xfrm>
              <a:off x="6791552" y="7601778"/>
              <a:ext cx="11430" cy="18415"/>
            </a:xfrm>
            <a:custGeom>
              <a:avLst/>
              <a:gdLst/>
              <a:ahLst/>
              <a:cxnLst/>
              <a:rect l="l" t="t" r="r" b="b"/>
              <a:pathLst>
                <a:path w="11429" h="18415">
                  <a:moveTo>
                    <a:pt x="10805" y="0"/>
                  </a:moveTo>
                  <a:lnTo>
                    <a:pt x="0" y="0"/>
                  </a:lnTo>
                  <a:lnTo>
                    <a:pt x="0" y="18324"/>
                  </a:lnTo>
                  <a:lnTo>
                    <a:pt x="10805" y="18324"/>
                  </a:lnTo>
                  <a:lnTo>
                    <a:pt x="108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4" name="object 5144" descr=""/>
            <p:cNvSpPr/>
            <p:nvPr/>
          </p:nvSpPr>
          <p:spPr>
            <a:xfrm>
              <a:off x="6791552" y="7601778"/>
              <a:ext cx="11430" cy="18415"/>
            </a:xfrm>
            <a:custGeom>
              <a:avLst/>
              <a:gdLst/>
              <a:ahLst/>
              <a:cxnLst/>
              <a:rect l="l" t="t" r="r" b="b"/>
              <a:pathLst>
                <a:path w="11429" h="18415">
                  <a:moveTo>
                    <a:pt x="10805" y="0"/>
                  </a:moveTo>
                  <a:lnTo>
                    <a:pt x="0" y="0"/>
                  </a:lnTo>
                  <a:lnTo>
                    <a:pt x="0" y="18324"/>
                  </a:lnTo>
                  <a:lnTo>
                    <a:pt x="10805" y="18324"/>
                  </a:lnTo>
                  <a:lnTo>
                    <a:pt x="10805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45" name="object 5145" descr=""/>
            <p:cNvSpPr/>
            <p:nvPr/>
          </p:nvSpPr>
          <p:spPr>
            <a:xfrm>
              <a:off x="6791552" y="7575978"/>
              <a:ext cx="11430" cy="18415"/>
            </a:xfrm>
            <a:custGeom>
              <a:avLst/>
              <a:gdLst/>
              <a:ahLst/>
              <a:cxnLst/>
              <a:rect l="l" t="t" r="r" b="b"/>
              <a:pathLst>
                <a:path w="11429" h="18415">
                  <a:moveTo>
                    <a:pt x="10805" y="0"/>
                  </a:moveTo>
                  <a:lnTo>
                    <a:pt x="0" y="0"/>
                  </a:lnTo>
                  <a:lnTo>
                    <a:pt x="0" y="18324"/>
                  </a:lnTo>
                  <a:lnTo>
                    <a:pt x="10805" y="18324"/>
                  </a:lnTo>
                  <a:lnTo>
                    <a:pt x="108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6" name="object 5146" descr=""/>
            <p:cNvSpPr/>
            <p:nvPr/>
          </p:nvSpPr>
          <p:spPr>
            <a:xfrm>
              <a:off x="6791552" y="7575978"/>
              <a:ext cx="11430" cy="18415"/>
            </a:xfrm>
            <a:custGeom>
              <a:avLst/>
              <a:gdLst/>
              <a:ahLst/>
              <a:cxnLst/>
              <a:rect l="l" t="t" r="r" b="b"/>
              <a:pathLst>
                <a:path w="11429" h="18415">
                  <a:moveTo>
                    <a:pt x="10805" y="0"/>
                  </a:moveTo>
                  <a:lnTo>
                    <a:pt x="0" y="0"/>
                  </a:lnTo>
                  <a:lnTo>
                    <a:pt x="0" y="18324"/>
                  </a:lnTo>
                  <a:lnTo>
                    <a:pt x="10805" y="18324"/>
                  </a:lnTo>
                  <a:lnTo>
                    <a:pt x="10805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47" name="object 5147" descr=""/>
            <p:cNvSpPr/>
            <p:nvPr/>
          </p:nvSpPr>
          <p:spPr>
            <a:xfrm>
              <a:off x="6791552" y="7627568"/>
              <a:ext cx="11430" cy="18415"/>
            </a:xfrm>
            <a:custGeom>
              <a:avLst/>
              <a:gdLst/>
              <a:ahLst/>
              <a:cxnLst/>
              <a:rect l="l" t="t" r="r" b="b"/>
              <a:pathLst>
                <a:path w="11429" h="18415">
                  <a:moveTo>
                    <a:pt x="10805" y="0"/>
                  </a:moveTo>
                  <a:lnTo>
                    <a:pt x="0" y="0"/>
                  </a:lnTo>
                  <a:lnTo>
                    <a:pt x="0" y="18344"/>
                  </a:lnTo>
                  <a:lnTo>
                    <a:pt x="10805" y="18344"/>
                  </a:lnTo>
                  <a:lnTo>
                    <a:pt x="108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8" name="object 5148" descr=""/>
            <p:cNvSpPr/>
            <p:nvPr/>
          </p:nvSpPr>
          <p:spPr>
            <a:xfrm>
              <a:off x="6786308" y="7616742"/>
              <a:ext cx="21590" cy="34925"/>
            </a:xfrm>
            <a:custGeom>
              <a:avLst/>
              <a:gdLst/>
              <a:ahLst/>
              <a:cxnLst/>
              <a:rect l="l" t="t" r="r" b="b"/>
              <a:pathLst>
                <a:path w="21590" h="34925">
                  <a:moveTo>
                    <a:pt x="21285" y="0"/>
                  </a:moveTo>
                  <a:lnTo>
                    <a:pt x="0" y="0"/>
                  </a:lnTo>
                  <a:lnTo>
                    <a:pt x="0" y="14401"/>
                  </a:lnTo>
                  <a:lnTo>
                    <a:pt x="0" y="20002"/>
                  </a:lnTo>
                  <a:lnTo>
                    <a:pt x="0" y="34417"/>
                  </a:lnTo>
                  <a:lnTo>
                    <a:pt x="21285" y="34417"/>
                  </a:lnTo>
                  <a:lnTo>
                    <a:pt x="21285" y="20002"/>
                  </a:lnTo>
                  <a:lnTo>
                    <a:pt x="21285" y="14401"/>
                  </a:lnTo>
                  <a:lnTo>
                    <a:pt x="21285" y="0"/>
                  </a:lnTo>
                  <a:close/>
                </a:path>
              </a:pathLst>
            </a:custGeom>
            <a:solidFill>
              <a:srgbClr val="007B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9" name="object 5149" descr=""/>
            <p:cNvSpPr/>
            <p:nvPr/>
          </p:nvSpPr>
          <p:spPr>
            <a:xfrm>
              <a:off x="6807415" y="7648133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w="0" h="29209">
                  <a:moveTo>
                    <a:pt x="0" y="0"/>
                  </a:moveTo>
                  <a:lnTo>
                    <a:pt x="0" y="28805"/>
                  </a:lnTo>
                </a:path>
              </a:pathLst>
            </a:custGeom>
            <a:ln w="3175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50" name="object 5150" descr=""/>
            <p:cNvSpPr/>
            <p:nvPr/>
          </p:nvSpPr>
          <p:spPr>
            <a:xfrm>
              <a:off x="6781338" y="7458871"/>
              <a:ext cx="92710" cy="99695"/>
            </a:xfrm>
            <a:custGeom>
              <a:avLst/>
              <a:gdLst/>
              <a:ahLst/>
              <a:cxnLst/>
              <a:rect l="l" t="t" r="r" b="b"/>
              <a:pathLst>
                <a:path w="92709" h="99695">
                  <a:moveTo>
                    <a:pt x="47244" y="1120"/>
                  </a:moveTo>
                  <a:lnTo>
                    <a:pt x="47244" y="0"/>
                  </a:lnTo>
                  <a:lnTo>
                    <a:pt x="46825" y="146"/>
                  </a:lnTo>
                  <a:lnTo>
                    <a:pt x="46082" y="523"/>
                  </a:lnTo>
                  <a:lnTo>
                    <a:pt x="45349" y="146"/>
                  </a:lnTo>
                  <a:lnTo>
                    <a:pt x="44930" y="0"/>
                  </a:lnTo>
                  <a:lnTo>
                    <a:pt x="44930" y="1120"/>
                  </a:lnTo>
                  <a:lnTo>
                    <a:pt x="34835" y="8408"/>
                  </a:lnTo>
                  <a:lnTo>
                    <a:pt x="20878" y="25181"/>
                  </a:lnTo>
                  <a:lnTo>
                    <a:pt x="7715" y="54492"/>
                  </a:lnTo>
                  <a:lnTo>
                    <a:pt x="0" y="99400"/>
                  </a:lnTo>
                  <a:lnTo>
                    <a:pt x="44930" y="99400"/>
                  </a:lnTo>
                  <a:lnTo>
                    <a:pt x="47244" y="99400"/>
                  </a:lnTo>
                  <a:lnTo>
                    <a:pt x="92185" y="99400"/>
                  </a:lnTo>
                  <a:lnTo>
                    <a:pt x="84468" y="54492"/>
                  </a:lnTo>
                  <a:lnTo>
                    <a:pt x="71301" y="25181"/>
                  </a:lnTo>
                  <a:lnTo>
                    <a:pt x="57341" y="8408"/>
                  </a:lnTo>
                  <a:lnTo>
                    <a:pt x="47244" y="112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151" name="object 5151" descr=""/>
          <p:cNvGrpSpPr/>
          <p:nvPr/>
        </p:nvGrpSpPr>
        <p:grpSpPr>
          <a:xfrm>
            <a:off x="7277956" y="7721189"/>
            <a:ext cx="138430" cy="264160"/>
            <a:chOff x="7277956" y="7721189"/>
            <a:chExt cx="138430" cy="264160"/>
          </a:xfrm>
        </p:grpSpPr>
        <p:sp>
          <p:nvSpPr>
            <p:cNvPr id="5152" name="object 5152" descr=""/>
            <p:cNvSpPr/>
            <p:nvPr/>
          </p:nvSpPr>
          <p:spPr>
            <a:xfrm>
              <a:off x="7283191" y="7726424"/>
              <a:ext cx="128270" cy="253365"/>
            </a:xfrm>
            <a:custGeom>
              <a:avLst/>
              <a:gdLst/>
              <a:ahLst/>
              <a:cxnLst/>
              <a:rect l="l" t="t" r="r" b="b"/>
              <a:pathLst>
                <a:path w="128270" h="253365">
                  <a:moveTo>
                    <a:pt x="127964" y="0"/>
                  </a:moveTo>
                  <a:lnTo>
                    <a:pt x="0" y="0"/>
                  </a:lnTo>
                  <a:lnTo>
                    <a:pt x="0" y="253332"/>
                  </a:lnTo>
                  <a:lnTo>
                    <a:pt x="127964" y="253332"/>
                  </a:lnTo>
                  <a:lnTo>
                    <a:pt x="1279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3" name="object 5153" descr=""/>
            <p:cNvSpPr/>
            <p:nvPr/>
          </p:nvSpPr>
          <p:spPr>
            <a:xfrm>
              <a:off x="7283191" y="7726424"/>
              <a:ext cx="128270" cy="253365"/>
            </a:xfrm>
            <a:custGeom>
              <a:avLst/>
              <a:gdLst/>
              <a:ahLst/>
              <a:cxnLst/>
              <a:rect l="l" t="t" r="r" b="b"/>
              <a:pathLst>
                <a:path w="128270" h="253365">
                  <a:moveTo>
                    <a:pt x="127964" y="253332"/>
                  </a:moveTo>
                  <a:lnTo>
                    <a:pt x="0" y="253332"/>
                  </a:lnTo>
                  <a:lnTo>
                    <a:pt x="0" y="0"/>
                  </a:lnTo>
                  <a:lnTo>
                    <a:pt x="127964" y="0"/>
                  </a:lnTo>
                  <a:lnTo>
                    <a:pt x="127964" y="25333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154" name="object 5154" descr=""/>
          <p:cNvGrpSpPr/>
          <p:nvPr/>
        </p:nvGrpSpPr>
        <p:grpSpPr>
          <a:xfrm>
            <a:off x="6673084" y="7718246"/>
            <a:ext cx="138430" cy="267335"/>
            <a:chOff x="6673084" y="7718246"/>
            <a:chExt cx="138430" cy="267335"/>
          </a:xfrm>
        </p:grpSpPr>
        <p:sp>
          <p:nvSpPr>
            <p:cNvPr id="5155" name="object 5155" descr=""/>
            <p:cNvSpPr/>
            <p:nvPr/>
          </p:nvSpPr>
          <p:spPr>
            <a:xfrm>
              <a:off x="6678320" y="7723482"/>
              <a:ext cx="128270" cy="256540"/>
            </a:xfrm>
            <a:custGeom>
              <a:avLst/>
              <a:gdLst/>
              <a:ahLst/>
              <a:cxnLst/>
              <a:rect l="l" t="t" r="r" b="b"/>
              <a:pathLst>
                <a:path w="128270" h="256540">
                  <a:moveTo>
                    <a:pt x="127964" y="0"/>
                  </a:moveTo>
                  <a:lnTo>
                    <a:pt x="0" y="0"/>
                  </a:lnTo>
                  <a:lnTo>
                    <a:pt x="0" y="256274"/>
                  </a:lnTo>
                  <a:lnTo>
                    <a:pt x="127964" y="256274"/>
                  </a:lnTo>
                  <a:lnTo>
                    <a:pt x="1279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6" name="object 5156" descr=""/>
            <p:cNvSpPr/>
            <p:nvPr/>
          </p:nvSpPr>
          <p:spPr>
            <a:xfrm>
              <a:off x="6678320" y="7723482"/>
              <a:ext cx="128270" cy="256540"/>
            </a:xfrm>
            <a:custGeom>
              <a:avLst/>
              <a:gdLst/>
              <a:ahLst/>
              <a:cxnLst/>
              <a:rect l="l" t="t" r="r" b="b"/>
              <a:pathLst>
                <a:path w="128270" h="256540">
                  <a:moveTo>
                    <a:pt x="127964" y="256274"/>
                  </a:moveTo>
                  <a:lnTo>
                    <a:pt x="0" y="256274"/>
                  </a:lnTo>
                  <a:lnTo>
                    <a:pt x="0" y="0"/>
                  </a:lnTo>
                  <a:lnTo>
                    <a:pt x="127964" y="0"/>
                  </a:lnTo>
                  <a:lnTo>
                    <a:pt x="127964" y="25627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57" name="object 5157" descr=""/>
            <p:cNvSpPr/>
            <p:nvPr/>
          </p:nvSpPr>
          <p:spPr>
            <a:xfrm>
              <a:off x="6732433" y="7754706"/>
              <a:ext cx="16510" cy="87630"/>
            </a:xfrm>
            <a:custGeom>
              <a:avLst/>
              <a:gdLst/>
              <a:ahLst/>
              <a:cxnLst/>
              <a:rect l="l" t="t" r="r" b="b"/>
              <a:pathLst>
                <a:path w="16509" h="87629">
                  <a:moveTo>
                    <a:pt x="16324" y="0"/>
                  </a:moveTo>
                  <a:lnTo>
                    <a:pt x="0" y="0"/>
                  </a:lnTo>
                  <a:lnTo>
                    <a:pt x="0" y="87264"/>
                  </a:lnTo>
                  <a:lnTo>
                    <a:pt x="16324" y="87264"/>
                  </a:lnTo>
                  <a:lnTo>
                    <a:pt x="163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8" name="object 5158" descr=""/>
            <p:cNvSpPr/>
            <p:nvPr/>
          </p:nvSpPr>
          <p:spPr>
            <a:xfrm>
              <a:off x="6732433" y="7754706"/>
              <a:ext cx="16510" cy="87630"/>
            </a:xfrm>
            <a:custGeom>
              <a:avLst/>
              <a:gdLst/>
              <a:ahLst/>
              <a:cxnLst/>
              <a:rect l="l" t="t" r="r" b="b"/>
              <a:pathLst>
                <a:path w="16509" h="87629">
                  <a:moveTo>
                    <a:pt x="16324" y="87264"/>
                  </a:moveTo>
                  <a:lnTo>
                    <a:pt x="0" y="87264"/>
                  </a:lnTo>
                  <a:lnTo>
                    <a:pt x="0" y="0"/>
                  </a:lnTo>
                  <a:lnTo>
                    <a:pt x="16324" y="0"/>
                  </a:lnTo>
                  <a:lnTo>
                    <a:pt x="16324" y="8726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59" name="object 5159" descr=""/>
            <p:cNvSpPr/>
            <p:nvPr/>
          </p:nvSpPr>
          <p:spPr>
            <a:xfrm>
              <a:off x="6765595" y="7754706"/>
              <a:ext cx="16510" cy="87630"/>
            </a:xfrm>
            <a:custGeom>
              <a:avLst/>
              <a:gdLst/>
              <a:ahLst/>
              <a:cxnLst/>
              <a:rect l="l" t="t" r="r" b="b"/>
              <a:pathLst>
                <a:path w="16509" h="87629">
                  <a:moveTo>
                    <a:pt x="16324" y="0"/>
                  </a:moveTo>
                  <a:lnTo>
                    <a:pt x="0" y="0"/>
                  </a:lnTo>
                  <a:lnTo>
                    <a:pt x="0" y="87264"/>
                  </a:lnTo>
                  <a:lnTo>
                    <a:pt x="16324" y="87264"/>
                  </a:lnTo>
                  <a:lnTo>
                    <a:pt x="163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0" name="object 5160" descr=""/>
            <p:cNvSpPr/>
            <p:nvPr/>
          </p:nvSpPr>
          <p:spPr>
            <a:xfrm>
              <a:off x="6765595" y="7754706"/>
              <a:ext cx="16510" cy="87630"/>
            </a:xfrm>
            <a:custGeom>
              <a:avLst/>
              <a:gdLst/>
              <a:ahLst/>
              <a:cxnLst/>
              <a:rect l="l" t="t" r="r" b="b"/>
              <a:pathLst>
                <a:path w="16509" h="87629">
                  <a:moveTo>
                    <a:pt x="16324" y="87264"/>
                  </a:moveTo>
                  <a:lnTo>
                    <a:pt x="0" y="87264"/>
                  </a:lnTo>
                  <a:lnTo>
                    <a:pt x="0" y="0"/>
                  </a:lnTo>
                  <a:lnTo>
                    <a:pt x="16324" y="0"/>
                  </a:lnTo>
                  <a:lnTo>
                    <a:pt x="16324" y="8726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61" name="object 5161" descr=""/>
            <p:cNvSpPr/>
            <p:nvPr/>
          </p:nvSpPr>
          <p:spPr>
            <a:xfrm>
              <a:off x="6699262" y="7754706"/>
              <a:ext cx="16510" cy="87630"/>
            </a:xfrm>
            <a:custGeom>
              <a:avLst/>
              <a:gdLst/>
              <a:ahLst/>
              <a:cxnLst/>
              <a:rect l="l" t="t" r="r" b="b"/>
              <a:pathLst>
                <a:path w="16509" h="87629">
                  <a:moveTo>
                    <a:pt x="16324" y="0"/>
                  </a:moveTo>
                  <a:lnTo>
                    <a:pt x="0" y="0"/>
                  </a:lnTo>
                  <a:lnTo>
                    <a:pt x="0" y="87264"/>
                  </a:lnTo>
                  <a:lnTo>
                    <a:pt x="16324" y="87264"/>
                  </a:lnTo>
                  <a:lnTo>
                    <a:pt x="163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2" name="object 5162" descr=""/>
            <p:cNvSpPr/>
            <p:nvPr/>
          </p:nvSpPr>
          <p:spPr>
            <a:xfrm>
              <a:off x="6694026" y="7840379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 h="0">
                  <a:moveTo>
                    <a:pt x="0" y="0"/>
                  </a:moveTo>
                  <a:lnTo>
                    <a:pt x="26794" y="0"/>
                  </a:lnTo>
                </a:path>
              </a:pathLst>
            </a:custGeom>
            <a:ln w="13654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63" name="object 5163" descr=""/>
            <p:cNvSpPr/>
            <p:nvPr/>
          </p:nvSpPr>
          <p:spPr>
            <a:xfrm>
              <a:off x="6700597" y="7749470"/>
              <a:ext cx="13970" cy="84455"/>
            </a:xfrm>
            <a:custGeom>
              <a:avLst/>
              <a:gdLst/>
              <a:ahLst/>
              <a:cxnLst/>
              <a:rect l="l" t="t" r="r" b="b"/>
              <a:pathLst>
                <a:path w="13970" h="84454">
                  <a:moveTo>
                    <a:pt x="0" y="84081"/>
                  </a:moveTo>
                  <a:lnTo>
                    <a:pt x="13654" y="84081"/>
                  </a:lnTo>
                  <a:lnTo>
                    <a:pt x="13654" y="0"/>
                  </a:lnTo>
                  <a:lnTo>
                    <a:pt x="0" y="0"/>
                  </a:lnTo>
                  <a:lnTo>
                    <a:pt x="0" y="84081"/>
                  </a:lnTo>
                  <a:close/>
                </a:path>
              </a:pathLst>
            </a:custGeom>
            <a:solidFill>
              <a:srgbClr val="007B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4" name="object 5164" descr=""/>
            <p:cNvSpPr/>
            <p:nvPr/>
          </p:nvSpPr>
          <p:spPr>
            <a:xfrm>
              <a:off x="6732433" y="7866723"/>
              <a:ext cx="16510" cy="87630"/>
            </a:xfrm>
            <a:custGeom>
              <a:avLst/>
              <a:gdLst/>
              <a:ahLst/>
              <a:cxnLst/>
              <a:rect l="l" t="t" r="r" b="b"/>
              <a:pathLst>
                <a:path w="16509" h="87629">
                  <a:moveTo>
                    <a:pt x="16324" y="0"/>
                  </a:moveTo>
                  <a:lnTo>
                    <a:pt x="0" y="0"/>
                  </a:lnTo>
                  <a:lnTo>
                    <a:pt x="0" y="87264"/>
                  </a:lnTo>
                  <a:lnTo>
                    <a:pt x="16324" y="87264"/>
                  </a:lnTo>
                  <a:lnTo>
                    <a:pt x="163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5" name="object 5165" descr=""/>
            <p:cNvSpPr/>
            <p:nvPr/>
          </p:nvSpPr>
          <p:spPr>
            <a:xfrm>
              <a:off x="6732433" y="7866723"/>
              <a:ext cx="16510" cy="87630"/>
            </a:xfrm>
            <a:custGeom>
              <a:avLst/>
              <a:gdLst/>
              <a:ahLst/>
              <a:cxnLst/>
              <a:rect l="l" t="t" r="r" b="b"/>
              <a:pathLst>
                <a:path w="16509" h="87629">
                  <a:moveTo>
                    <a:pt x="16324" y="87264"/>
                  </a:moveTo>
                  <a:lnTo>
                    <a:pt x="0" y="87264"/>
                  </a:lnTo>
                  <a:lnTo>
                    <a:pt x="0" y="0"/>
                  </a:lnTo>
                  <a:lnTo>
                    <a:pt x="16324" y="0"/>
                  </a:lnTo>
                  <a:lnTo>
                    <a:pt x="16324" y="8726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66" name="object 5166" descr=""/>
            <p:cNvSpPr/>
            <p:nvPr/>
          </p:nvSpPr>
          <p:spPr>
            <a:xfrm>
              <a:off x="6765595" y="7866723"/>
              <a:ext cx="16510" cy="87630"/>
            </a:xfrm>
            <a:custGeom>
              <a:avLst/>
              <a:gdLst/>
              <a:ahLst/>
              <a:cxnLst/>
              <a:rect l="l" t="t" r="r" b="b"/>
              <a:pathLst>
                <a:path w="16509" h="87629">
                  <a:moveTo>
                    <a:pt x="16324" y="0"/>
                  </a:moveTo>
                  <a:lnTo>
                    <a:pt x="0" y="0"/>
                  </a:lnTo>
                  <a:lnTo>
                    <a:pt x="0" y="87264"/>
                  </a:lnTo>
                  <a:lnTo>
                    <a:pt x="16324" y="87264"/>
                  </a:lnTo>
                  <a:lnTo>
                    <a:pt x="163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7" name="object 5167" descr=""/>
            <p:cNvSpPr/>
            <p:nvPr/>
          </p:nvSpPr>
          <p:spPr>
            <a:xfrm>
              <a:off x="6765595" y="7866723"/>
              <a:ext cx="16510" cy="87630"/>
            </a:xfrm>
            <a:custGeom>
              <a:avLst/>
              <a:gdLst/>
              <a:ahLst/>
              <a:cxnLst/>
              <a:rect l="l" t="t" r="r" b="b"/>
              <a:pathLst>
                <a:path w="16509" h="87629">
                  <a:moveTo>
                    <a:pt x="16324" y="87264"/>
                  </a:moveTo>
                  <a:lnTo>
                    <a:pt x="0" y="87264"/>
                  </a:lnTo>
                  <a:lnTo>
                    <a:pt x="0" y="0"/>
                  </a:lnTo>
                  <a:lnTo>
                    <a:pt x="16324" y="0"/>
                  </a:lnTo>
                  <a:lnTo>
                    <a:pt x="16324" y="8726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68" name="object 5168" descr=""/>
            <p:cNvSpPr/>
            <p:nvPr/>
          </p:nvSpPr>
          <p:spPr>
            <a:xfrm>
              <a:off x="6720031" y="7861488"/>
              <a:ext cx="0" cy="97790"/>
            </a:xfrm>
            <a:custGeom>
              <a:avLst/>
              <a:gdLst/>
              <a:ahLst/>
              <a:cxnLst/>
              <a:rect l="l" t="t" r="r" b="b"/>
              <a:pathLst>
                <a:path w="0" h="97790">
                  <a:moveTo>
                    <a:pt x="0" y="0"/>
                  </a:moveTo>
                  <a:lnTo>
                    <a:pt x="0" y="97735"/>
                  </a:lnTo>
                </a:path>
              </a:pathLst>
            </a:custGeom>
            <a:ln w="3175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169" name="object 5169" descr=""/>
          <p:cNvGrpSpPr/>
          <p:nvPr/>
        </p:nvGrpSpPr>
        <p:grpSpPr>
          <a:xfrm>
            <a:off x="7277865" y="7540142"/>
            <a:ext cx="139700" cy="419100"/>
            <a:chOff x="7277865" y="7540142"/>
            <a:chExt cx="139700" cy="419100"/>
          </a:xfrm>
        </p:grpSpPr>
        <p:sp>
          <p:nvSpPr>
            <p:cNvPr id="5170" name="object 5170" descr=""/>
            <p:cNvSpPr/>
            <p:nvPr/>
          </p:nvSpPr>
          <p:spPr>
            <a:xfrm>
              <a:off x="7339011" y="7754706"/>
              <a:ext cx="16510" cy="87630"/>
            </a:xfrm>
            <a:custGeom>
              <a:avLst/>
              <a:gdLst/>
              <a:ahLst/>
              <a:cxnLst/>
              <a:rect l="l" t="t" r="r" b="b"/>
              <a:pathLst>
                <a:path w="16509" h="87629">
                  <a:moveTo>
                    <a:pt x="16324" y="0"/>
                  </a:moveTo>
                  <a:lnTo>
                    <a:pt x="0" y="0"/>
                  </a:lnTo>
                  <a:lnTo>
                    <a:pt x="0" y="87264"/>
                  </a:lnTo>
                  <a:lnTo>
                    <a:pt x="16324" y="87264"/>
                  </a:lnTo>
                  <a:lnTo>
                    <a:pt x="163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1" name="object 5171" descr=""/>
            <p:cNvSpPr/>
            <p:nvPr/>
          </p:nvSpPr>
          <p:spPr>
            <a:xfrm>
              <a:off x="7339011" y="7754706"/>
              <a:ext cx="16510" cy="87630"/>
            </a:xfrm>
            <a:custGeom>
              <a:avLst/>
              <a:gdLst/>
              <a:ahLst/>
              <a:cxnLst/>
              <a:rect l="l" t="t" r="r" b="b"/>
              <a:pathLst>
                <a:path w="16509" h="87629">
                  <a:moveTo>
                    <a:pt x="16324" y="87264"/>
                  </a:moveTo>
                  <a:lnTo>
                    <a:pt x="0" y="87264"/>
                  </a:lnTo>
                  <a:lnTo>
                    <a:pt x="0" y="0"/>
                  </a:lnTo>
                  <a:lnTo>
                    <a:pt x="16324" y="0"/>
                  </a:lnTo>
                  <a:lnTo>
                    <a:pt x="16324" y="8726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72" name="object 5172" descr=""/>
            <p:cNvSpPr/>
            <p:nvPr/>
          </p:nvSpPr>
          <p:spPr>
            <a:xfrm>
              <a:off x="7372173" y="7754706"/>
              <a:ext cx="16510" cy="87630"/>
            </a:xfrm>
            <a:custGeom>
              <a:avLst/>
              <a:gdLst/>
              <a:ahLst/>
              <a:cxnLst/>
              <a:rect l="l" t="t" r="r" b="b"/>
              <a:pathLst>
                <a:path w="16509" h="87629">
                  <a:moveTo>
                    <a:pt x="16324" y="0"/>
                  </a:moveTo>
                  <a:lnTo>
                    <a:pt x="0" y="0"/>
                  </a:lnTo>
                  <a:lnTo>
                    <a:pt x="0" y="87264"/>
                  </a:lnTo>
                  <a:lnTo>
                    <a:pt x="16324" y="87264"/>
                  </a:lnTo>
                  <a:lnTo>
                    <a:pt x="163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3" name="object 5173" descr=""/>
            <p:cNvSpPr/>
            <p:nvPr/>
          </p:nvSpPr>
          <p:spPr>
            <a:xfrm>
              <a:off x="7366937" y="7840379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 h="0">
                  <a:moveTo>
                    <a:pt x="0" y="0"/>
                  </a:moveTo>
                  <a:lnTo>
                    <a:pt x="26794" y="0"/>
                  </a:lnTo>
                </a:path>
              </a:pathLst>
            </a:custGeom>
            <a:ln w="13654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74" name="object 5174" descr=""/>
            <p:cNvSpPr/>
            <p:nvPr/>
          </p:nvSpPr>
          <p:spPr>
            <a:xfrm>
              <a:off x="7373508" y="7749470"/>
              <a:ext cx="13970" cy="84455"/>
            </a:xfrm>
            <a:custGeom>
              <a:avLst/>
              <a:gdLst/>
              <a:ahLst/>
              <a:cxnLst/>
              <a:rect l="l" t="t" r="r" b="b"/>
              <a:pathLst>
                <a:path w="13970" h="84454">
                  <a:moveTo>
                    <a:pt x="0" y="84081"/>
                  </a:moveTo>
                  <a:lnTo>
                    <a:pt x="13654" y="84081"/>
                  </a:lnTo>
                  <a:lnTo>
                    <a:pt x="13654" y="0"/>
                  </a:lnTo>
                  <a:lnTo>
                    <a:pt x="0" y="0"/>
                  </a:lnTo>
                  <a:lnTo>
                    <a:pt x="0" y="84081"/>
                  </a:lnTo>
                  <a:close/>
                </a:path>
              </a:pathLst>
            </a:custGeom>
            <a:solidFill>
              <a:srgbClr val="007B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5" name="object 5175" descr=""/>
            <p:cNvSpPr/>
            <p:nvPr/>
          </p:nvSpPr>
          <p:spPr>
            <a:xfrm>
              <a:off x="7305840" y="7754706"/>
              <a:ext cx="16510" cy="87630"/>
            </a:xfrm>
            <a:custGeom>
              <a:avLst/>
              <a:gdLst/>
              <a:ahLst/>
              <a:cxnLst/>
              <a:rect l="l" t="t" r="r" b="b"/>
              <a:pathLst>
                <a:path w="16509" h="87629">
                  <a:moveTo>
                    <a:pt x="16324" y="0"/>
                  </a:moveTo>
                  <a:lnTo>
                    <a:pt x="0" y="0"/>
                  </a:lnTo>
                  <a:lnTo>
                    <a:pt x="0" y="87264"/>
                  </a:lnTo>
                  <a:lnTo>
                    <a:pt x="16324" y="87264"/>
                  </a:lnTo>
                  <a:lnTo>
                    <a:pt x="163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6" name="object 5176" descr=""/>
            <p:cNvSpPr/>
            <p:nvPr/>
          </p:nvSpPr>
          <p:spPr>
            <a:xfrm>
              <a:off x="7305840" y="7754706"/>
              <a:ext cx="16510" cy="87630"/>
            </a:xfrm>
            <a:custGeom>
              <a:avLst/>
              <a:gdLst/>
              <a:ahLst/>
              <a:cxnLst/>
              <a:rect l="l" t="t" r="r" b="b"/>
              <a:pathLst>
                <a:path w="16509" h="87629">
                  <a:moveTo>
                    <a:pt x="16324" y="87264"/>
                  </a:moveTo>
                  <a:lnTo>
                    <a:pt x="0" y="87264"/>
                  </a:lnTo>
                  <a:lnTo>
                    <a:pt x="0" y="0"/>
                  </a:lnTo>
                  <a:lnTo>
                    <a:pt x="16324" y="0"/>
                  </a:lnTo>
                  <a:lnTo>
                    <a:pt x="16324" y="8726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77" name="object 5177" descr=""/>
            <p:cNvSpPr/>
            <p:nvPr/>
          </p:nvSpPr>
          <p:spPr>
            <a:xfrm>
              <a:off x="7339011" y="7866723"/>
              <a:ext cx="16510" cy="87630"/>
            </a:xfrm>
            <a:custGeom>
              <a:avLst/>
              <a:gdLst/>
              <a:ahLst/>
              <a:cxnLst/>
              <a:rect l="l" t="t" r="r" b="b"/>
              <a:pathLst>
                <a:path w="16509" h="87629">
                  <a:moveTo>
                    <a:pt x="16324" y="0"/>
                  </a:moveTo>
                  <a:lnTo>
                    <a:pt x="0" y="0"/>
                  </a:lnTo>
                  <a:lnTo>
                    <a:pt x="0" y="87264"/>
                  </a:lnTo>
                  <a:lnTo>
                    <a:pt x="16324" y="87264"/>
                  </a:lnTo>
                  <a:lnTo>
                    <a:pt x="163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8" name="object 5178" descr=""/>
            <p:cNvSpPr/>
            <p:nvPr/>
          </p:nvSpPr>
          <p:spPr>
            <a:xfrm>
              <a:off x="7339011" y="7866723"/>
              <a:ext cx="16510" cy="87630"/>
            </a:xfrm>
            <a:custGeom>
              <a:avLst/>
              <a:gdLst/>
              <a:ahLst/>
              <a:cxnLst/>
              <a:rect l="l" t="t" r="r" b="b"/>
              <a:pathLst>
                <a:path w="16509" h="87629">
                  <a:moveTo>
                    <a:pt x="16324" y="87264"/>
                  </a:moveTo>
                  <a:lnTo>
                    <a:pt x="0" y="87264"/>
                  </a:lnTo>
                  <a:lnTo>
                    <a:pt x="0" y="0"/>
                  </a:lnTo>
                  <a:lnTo>
                    <a:pt x="16324" y="0"/>
                  </a:lnTo>
                  <a:lnTo>
                    <a:pt x="16324" y="8726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79" name="object 5179" descr=""/>
            <p:cNvSpPr/>
            <p:nvPr/>
          </p:nvSpPr>
          <p:spPr>
            <a:xfrm>
              <a:off x="7369084" y="7861488"/>
              <a:ext cx="0" cy="97790"/>
            </a:xfrm>
            <a:custGeom>
              <a:avLst/>
              <a:gdLst/>
              <a:ahLst/>
              <a:cxnLst/>
              <a:rect l="l" t="t" r="r" b="b"/>
              <a:pathLst>
                <a:path w="0" h="97790">
                  <a:moveTo>
                    <a:pt x="0" y="0"/>
                  </a:moveTo>
                  <a:lnTo>
                    <a:pt x="0" y="97735"/>
                  </a:lnTo>
                </a:path>
              </a:pathLst>
            </a:custGeom>
            <a:ln w="4293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80" name="object 5180" descr=""/>
            <p:cNvSpPr/>
            <p:nvPr/>
          </p:nvSpPr>
          <p:spPr>
            <a:xfrm>
              <a:off x="7305840" y="7866723"/>
              <a:ext cx="16510" cy="87630"/>
            </a:xfrm>
            <a:custGeom>
              <a:avLst/>
              <a:gdLst/>
              <a:ahLst/>
              <a:cxnLst/>
              <a:rect l="l" t="t" r="r" b="b"/>
              <a:pathLst>
                <a:path w="16509" h="87629">
                  <a:moveTo>
                    <a:pt x="16324" y="0"/>
                  </a:moveTo>
                  <a:lnTo>
                    <a:pt x="0" y="0"/>
                  </a:lnTo>
                  <a:lnTo>
                    <a:pt x="0" y="87264"/>
                  </a:lnTo>
                  <a:lnTo>
                    <a:pt x="16324" y="87264"/>
                  </a:lnTo>
                  <a:lnTo>
                    <a:pt x="163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1" name="object 5181" descr=""/>
            <p:cNvSpPr/>
            <p:nvPr/>
          </p:nvSpPr>
          <p:spPr>
            <a:xfrm>
              <a:off x="7305840" y="7866723"/>
              <a:ext cx="16510" cy="87630"/>
            </a:xfrm>
            <a:custGeom>
              <a:avLst/>
              <a:gdLst/>
              <a:ahLst/>
              <a:cxnLst/>
              <a:rect l="l" t="t" r="r" b="b"/>
              <a:pathLst>
                <a:path w="16509" h="87629">
                  <a:moveTo>
                    <a:pt x="16324" y="87264"/>
                  </a:moveTo>
                  <a:lnTo>
                    <a:pt x="0" y="87264"/>
                  </a:lnTo>
                  <a:lnTo>
                    <a:pt x="0" y="0"/>
                  </a:lnTo>
                  <a:lnTo>
                    <a:pt x="16324" y="0"/>
                  </a:lnTo>
                  <a:lnTo>
                    <a:pt x="16324" y="8726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82" name="object 5182" descr=""/>
            <p:cNvSpPr/>
            <p:nvPr/>
          </p:nvSpPr>
          <p:spPr>
            <a:xfrm>
              <a:off x="7283191" y="7631139"/>
              <a:ext cx="129539" cy="101600"/>
            </a:xfrm>
            <a:custGeom>
              <a:avLst/>
              <a:gdLst/>
              <a:ahLst/>
              <a:cxnLst/>
              <a:rect l="l" t="t" r="r" b="b"/>
              <a:pathLst>
                <a:path w="129540" h="101600">
                  <a:moveTo>
                    <a:pt x="128959" y="0"/>
                  </a:moveTo>
                  <a:lnTo>
                    <a:pt x="0" y="0"/>
                  </a:lnTo>
                  <a:lnTo>
                    <a:pt x="0" y="101316"/>
                  </a:lnTo>
                  <a:lnTo>
                    <a:pt x="128959" y="101316"/>
                  </a:lnTo>
                  <a:lnTo>
                    <a:pt x="1289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3" name="object 5183" descr=""/>
            <p:cNvSpPr/>
            <p:nvPr/>
          </p:nvSpPr>
          <p:spPr>
            <a:xfrm>
              <a:off x="7283191" y="7631139"/>
              <a:ext cx="129539" cy="101600"/>
            </a:xfrm>
            <a:custGeom>
              <a:avLst/>
              <a:gdLst/>
              <a:ahLst/>
              <a:cxnLst/>
              <a:rect l="l" t="t" r="r" b="b"/>
              <a:pathLst>
                <a:path w="129540" h="101600">
                  <a:moveTo>
                    <a:pt x="128959" y="0"/>
                  </a:moveTo>
                  <a:lnTo>
                    <a:pt x="0" y="0"/>
                  </a:lnTo>
                  <a:lnTo>
                    <a:pt x="0" y="101316"/>
                  </a:lnTo>
                  <a:lnTo>
                    <a:pt x="128959" y="101316"/>
                  </a:lnTo>
                  <a:lnTo>
                    <a:pt x="12895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84" name="object 5184" descr=""/>
            <p:cNvSpPr/>
            <p:nvPr/>
          </p:nvSpPr>
          <p:spPr>
            <a:xfrm>
              <a:off x="7283191" y="7628259"/>
              <a:ext cx="129539" cy="3175"/>
            </a:xfrm>
            <a:custGeom>
              <a:avLst/>
              <a:gdLst/>
              <a:ahLst/>
              <a:cxnLst/>
              <a:rect l="l" t="t" r="r" b="b"/>
              <a:pathLst>
                <a:path w="129540" h="3175">
                  <a:moveTo>
                    <a:pt x="128959" y="0"/>
                  </a:moveTo>
                  <a:lnTo>
                    <a:pt x="0" y="0"/>
                  </a:lnTo>
                  <a:lnTo>
                    <a:pt x="0" y="2879"/>
                  </a:lnTo>
                  <a:lnTo>
                    <a:pt x="128959" y="2879"/>
                  </a:lnTo>
                  <a:lnTo>
                    <a:pt x="1289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5" name="object 5185" descr=""/>
            <p:cNvSpPr/>
            <p:nvPr/>
          </p:nvSpPr>
          <p:spPr>
            <a:xfrm>
              <a:off x="7283191" y="7628259"/>
              <a:ext cx="129539" cy="45720"/>
            </a:xfrm>
            <a:custGeom>
              <a:avLst/>
              <a:gdLst/>
              <a:ahLst/>
              <a:cxnLst/>
              <a:rect l="l" t="t" r="r" b="b"/>
              <a:pathLst>
                <a:path w="129540" h="45720">
                  <a:moveTo>
                    <a:pt x="128959" y="2879"/>
                  </a:moveTo>
                  <a:lnTo>
                    <a:pt x="0" y="2879"/>
                  </a:lnTo>
                  <a:lnTo>
                    <a:pt x="0" y="0"/>
                  </a:lnTo>
                  <a:lnTo>
                    <a:pt x="128959" y="0"/>
                  </a:lnTo>
                  <a:lnTo>
                    <a:pt x="128959" y="2879"/>
                  </a:lnTo>
                  <a:close/>
                </a:path>
                <a:path w="129540" h="45720">
                  <a:moveTo>
                    <a:pt x="81180" y="11517"/>
                  </a:moveTo>
                  <a:lnTo>
                    <a:pt x="47789" y="11517"/>
                  </a:lnTo>
                  <a:lnTo>
                    <a:pt x="47789" y="45475"/>
                  </a:lnTo>
                  <a:lnTo>
                    <a:pt x="81180" y="45475"/>
                  </a:lnTo>
                  <a:lnTo>
                    <a:pt x="81180" y="115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86" name="object 5186" descr=""/>
            <p:cNvSpPr/>
            <p:nvPr/>
          </p:nvSpPr>
          <p:spPr>
            <a:xfrm>
              <a:off x="7383000" y="7664551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40" h="15875">
                  <a:moveTo>
                    <a:pt x="15036" y="0"/>
                  </a:moveTo>
                  <a:lnTo>
                    <a:pt x="0" y="0"/>
                  </a:lnTo>
                  <a:lnTo>
                    <a:pt x="0" y="15287"/>
                  </a:lnTo>
                  <a:lnTo>
                    <a:pt x="15036" y="15287"/>
                  </a:lnTo>
                  <a:lnTo>
                    <a:pt x="150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7" name="object 5187" descr=""/>
            <p:cNvSpPr/>
            <p:nvPr/>
          </p:nvSpPr>
          <p:spPr>
            <a:xfrm>
              <a:off x="7383000" y="7664551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40" h="15875">
                  <a:moveTo>
                    <a:pt x="15036" y="0"/>
                  </a:moveTo>
                  <a:lnTo>
                    <a:pt x="0" y="0"/>
                  </a:lnTo>
                  <a:lnTo>
                    <a:pt x="0" y="15287"/>
                  </a:lnTo>
                  <a:lnTo>
                    <a:pt x="15036" y="15287"/>
                  </a:lnTo>
                  <a:lnTo>
                    <a:pt x="15036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88" name="object 5188" descr=""/>
            <p:cNvSpPr/>
            <p:nvPr/>
          </p:nvSpPr>
          <p:spPr>
            <a:xfrm>
              <a:off x="7383000" y="7643034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40" h="15875">
                  <a:moveTo>
                    <a:pt x="15036" y="0"/>
                  </a:moveTo>
                  <a:lnTo>
                    <a:pt x="0" y="0"/>
                  </a:lnTo>
                  <a:lnTo>
                    <a:pt x="0" y="15287"/>
                  </a:lnTo>
                  <a:lnTo>
                    <a:pt x="15036" y="15287"/>
                  </a:lnTo>
                  <a:lnTo>
                    <a:pt x="150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9" name="object 5189" descr=""/>
            <p:cNvSpPr/>
            <p:nvPr/>
          </p:nvSpPr>
          <p:spPr>
            <a:xfrm>
              <a:off x="7383000" y="7643034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40" h="15875">
                  <a:moveTo>
                    <a:pt x="15036" y="0"/>
                  </a:moveTo>
                  <a:lnTo>
                    <a:pt x="0" y="0"/>
                  </a:lnTo>
                  <a:lnTo>
                    <a:pt x="0" y="15287"/>
                  </a:lnTo>
                  <a:lnTo>
                    <a:pt x="15036" y="15287"/>
                  </a:lnTo>
                  <a:lnTo>
                    <a:pt x="15036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90" name="object 5190" descr=""/>
            <p:cNvSpPr/>
            <p:nvPr/>
          </p:nvSpPr>
          <p:spPr>
            <a:xfrm>
              <a:off x="7383000" y="7686059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40" h="15875">
                  <a:moveTo>
                    <a:pt x="15036" y="0"/>
                  </a:moveTo>
                  <a:lnTo>
                    <a:pt x="0" y="0"/>
                  </a:lnTo>
                  <a:lnTo>
                    <a:pt x="0" y="15297"/>
                  </a:lnTo>
                  <a:lnTo>
                    <a:pt x="15036" y="15297"/>
                  </a:lnTo>
                  <a:lnTo>
                    <a:pt x="150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1" name="object 5191" descr=""/>
            <p:cNvSpPr/>
            <p:nvPr/>
          </p:nvSpPr>
          <p:spPr>
            <a:xfrm>
              <a:off x="7383000" y="7686059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40" h="15875">
                  <a:moveTo>
                    <a:pt x="15036" y="0"/>
                  </a:moveTo>
                  <a:lnTo>
                    <a:pt x="0" y="0"/>
                  </a:lnTo>
                  <a:lnTo>
                    <a:pt x="0" y="15297"/>
                  </a:lnTo>
                  <a:lnTo>
                    <a:pt x="15036" y="15297"/>
                  </a:lnTo>
                  <a:lnTo>
                    <a:pt x="15036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92" name="object 5192" descr=""/>
            <p:cNvSpPr/>
            <p:nvPr/>
          </p:nvSpPr>
          <p:spPr>
            <a:xfrm>
              <a:off x="7383000" y="7707566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40" h="15875">
                  <a:moveTo>
                    <a:pt x="15036" y="0"/>
                  </a:moveTo>
                  <a:lnTo>
                    <a:pt x="0" y="0"/>
                  </a:lnTo>
                  <a:lnTo>
                    <a:pt x="0" y="15297"/>
                  </a:lnTo>
                  <a:lnTo>
                    <a:pt x="15036" y="15297"/>
                  </a:lnTo>
                  <a:lnTo>
                    <a:pt x="150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3" name="object 5193" descr=""/>
            <p:cNvSpPr/>
            <p:nvPr/>
          </p:nvSpPr>
          <p:spPr>
            <a:xfrm>
              <a:off x="7383000" y="7707566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40" h="15875">
                  <a:moveTo>
                    <a:pt x="15036" y="0"/>
                  </a:moveTo>
                  <a:lnTo>
                    <a:pt x="0" y="0"/>
                  </a:lnTo>
                  <a:lnTo>
                    <a:pt x="0" y="15297"/>
                  </a:lnTo>
                  <a:lnTo>
                    <a:pt x="15036" y="15297"/>
                  </a:lnTo>
                  <a:lnTo>
                    <a:pt x="15036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94" name="object 5194" descr=""/>
            <p:cNvSpPr/>
            <p:nvPr/>
          </p:nvSpPr>
          <p:spPr>
            <a:xfrm>
              <a:off x="7297295" y="7664551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40" h="15875">
                  <a:moveTo>
                    <a:pt x="15036" y="0"/>
                  </a:moveTo>
                  <a:lnTo>
                    <a:pt x="0" y="0"/>
                  </a:lnTo>
                  <a:lnTo>
                    <a:pt x="0" y="15287"/>
                  </a:lnTo>
                  <a:lnTo>
                    <a:pt x="15036" y="15287"/>
                  </a:lnTo>
                  <a:lnTo>
                    <a:pt x="150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5" name="object 5195" descr=""/>
            <p:cNvSpPr/>
            <p:nvPr/>
          </p:nvSpPr>
          <p:spPr>
            <a:xfrm>
              <a:off x="7297295" y="7664551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40" h="15875">
                  <a:moveTo>
                    <a:pt x="15036" y="0"/>
                  </a:moveTo>
                  <a:lnTo>
                    <a:pt x="0" y="0"/>
                  </a:lnTo>
                  <a:lnTo>
                    <a:pt x="0" y="15287"/>
                  </a:lnTo>
                  <a:lnTo>
                    <a:pt x="15036" y="15287"/>
                  </a:lnTo>
                  <a:lnTo>
                    <a:pt x="15036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96" name="object 5196" descr=""/>
            <p:cNvSpPr/>
            <p:nvPr/>
          </p:nvSpPr>
          <p:spPr>
            <a:xfrm>
              <a:off x="7297295" y="7643034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40" h="15875">
                  <a:moveTo>
                    <a:pt x="15036" y="0"/>
                  </a:moveTo>
                  <a:lnTo>
                    <a:pt x="0" y="0"/>
                  </a:lnTo>
                  <a:lnTo>
                    <a:pt x="0" y="15287"/>
                  </a:lnTo>
                  <a:lnTo>
                    <a:pt x="15036" y="15287"/>
                  </a:lnTo>
                  <a:lnTo>
                    <a:pt x="150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7" name="object 5197" descr=""/>
            <p:cNvSpPr/>
            <p:nvPr/>
          </p:nvSpPr>
          <p:spPr>
            <a:xfrm>
              <a:off x="7297295" y="7643034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40" h="15875">
                  <a:moveTo>
                    <a:pt x="15036" y="0"/>
                  </a:moveTo>
                  <a:lnTo>
                    <a:pt x="0" y="0"/>
                  </a:lnTo>
                  <a:lnTo>
                    <a:pt x="0" y="15287"/>
                  </a:lnTo>
                  <a:lnTo>
                    <a:pt x="15036" y="15287"/>
                  </a:lnTo>
                  <a:lnTo>
                    <a:pt x="15036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98" name="object 5198" descr=""/>
            <p:cNvSpPr/>
            <p:nvPr/>
          </p:nvSpPr>
          <p:spPr>
            <a:xfrm>
              <a:off x="7297295" y="7686059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40" h="15875">
                  <a:moveTo>
                    <a:pt x="15036" y="0"/>
                  </a:moveTo>
                  <a:lnTo>
                    <a:pt x="0" y="0"/>
                  </a:lnTo>
                  <a:lnTo>
                    <a:pt x="0" y="15297"/>
                  </a:lnTo>
                  <a:lnTo>
                    <a:pt x="15036" y="15297"/>
                  </a:lnTo>
                  <a:lnTo>
                    <a:pt x="150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9" name="object 5199" descr=""/>
            <p:cNvSpPr/>
            <p:nvPr/>
          </p:nvSpPr>
          <p:spPr>
            <a:xfrm>
              <a:off x="7297295" y="7686059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40" h="15875">
                  <a:moveTo>
                    <a:pt x="15036" y="0"/>
                  </a:moveTo>
                  <a:lnTo>
                    <a:pt x="0" y="0"/>
                  </a:lnTo>
                  <a:lnTo>
                    <a:pt x="0" y="15297"/>
                  </a:lnTo>
                  <a:lnTo>
                    <a:pt x="15036" y="15297"/>
                  </a:lnTo>
                  <a:lnTo>
                    <a:pt x="15036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00" name="object 5200" descr=""/>
            <p:cNvSpPr/>
            <p:nvPr/>
          </p:nvSpPr>
          <p:spPr>
            <a:xfrm>
              <a:off x="7297295" y="7707566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40" h="15875">
                  <a:moveTo>
                    <a:pt x="15036" y="0"/>
                  </a:moveTo>
                  <a:lnTo>
                    <a:pt x="0" y="0"/>
                  </a:lnTo>
                  <a:lnTo>
                    <a:pt x="0" y="15297"/>
                  </a:lnTo>
                  <a:lnTo>
                    <a:pt x="15036" y="15297"/>
                  </a:lnTo>
                  <a:lnTo>
                    <a:pt x="150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1" name="object 5201" descr=""/>
            <p:cNvSpPr/>
            <p:nvPr/>
          </p:nvSpPr>
          <p:spPr>
            <a:xfrm>
              <a:off x="7297295" y="7707566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40" h="15875">
                  <a:moveTo>
                    <a:pt x="15036" y="0"/>
                  </a:moveTo>
                  <a:lnTo>
                    <a:pt x="0" y="0"/>
                  </a:lnTo>
                  <a:lnTo>
                    <a:pt x="0" y="15297"/>
                  </a:lnTo>
                  <a:lnTo>
                    <a:pt x="15036" y="15297"/>
                  </a:lnTo>
                  <a:lnTo>
                    <a:pt x="15036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02" name="object 5202" descr=""/>
            <p:cNvSpPr/>
            <p:nvPr/>
          </p:nvSpPr>
          <p:spPr>
            <a:xfrm>
              <a:off x="7283100" y="7545377"/>
              <a:ext cx="128270" cy="83185"/>
            </a:xfrm>
            <a:custGeom>
              <a:avLst/>
              <a:gdLst/>
              <a:ahLst/>
              <a:cxnLst/>
              <a:rect l="l" t="t" r="r" b="b"/>
              <a:pathLst>
                <a:path w="128270" h="83184">
                  <a:moveTo>
                    <a:pt x="62511" y="0"/>
                  </a:moveTo>
                  <a:lnTo>
                    <a:pt x="62511" y="931"/>
                  </a:lnTo>
                  <a:lnTo>
                    <a:pt x="48461" y="7011"/>
                  </a:lnTo>
                  <a:lnTo>
                    <a:pt x="29041" y="20996"/>
                  </a:lnTo>
                  <a:lnTo>
                    <a:pt x="10727" y="45438"/>
                  </a:lnTo>
                  <a:lnTo>
                    <a:pt x="0" y="82887"/>
                  </a:lnTo>
                  <a:lnTo>
                    <a:pt x="128215" y="82887"/>
                  </a:lnTo>
                  <a:lnTo>
                    <a:pt x="117488" y="45438"/>
                  </a:lnTo>
                  <a:lnTo>
                    <a:pt x="99176" y="20996"/>
                  </a:lnTo>
                  <a:lnTo>
                    <a:pt x="79758" y="7011"/>
                  </a:lnTo>
                  <a:lnTo>
                    <a:pt x="65715" y="931"/>
                  </a:lnTo>
                  <a:lnTo>
                    <a:pt x="65715" y="429"/>
                  </a:lnTo>
                  <a:lnTo>
                    <a:pt x="64113" y="429"/>
                  </a:lnTo>
                  <a:lnTo>
                    <a:pt x="63087" y="125"/>
                  </a:lnTo>
                  <a:lnTo>
                    <a:pt x="62511" y="0"/>
                  </a:lnTo>
                  <a:close/>
                </a:path>
                <a:path w="128270" h="83184">
                  <a:moveTo>
                    <a:pt x="65715" y="0"/>
                  </a:moveTo>
                  <a:lnTo>
                    <a:pt x="65139" y="125"/>
                  </a:lnTo>
                  <a:lnTo>
                    <a:pt x="64113" y="429"/>
                  </a:lnTo>
                  <a:lnTo>
                    <a:pt x="65715" y="429"/>
                  </a:lnTo>
                  <a:lnTo>
                    <a:pt x="6571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3" name="object 5203" descr=""/>
            <p:cNvSpPr/>
            <p:nvPr/>
          </p:nvSpPr>
          <p:spPr>
            <a:xfrm>
              <a:off x="7283100" y="7545377"/>
              <a:ext cx="128270" cy="83185"/>
            </a:xfrm>
            <a:custGeom>
              <a:avLst/>
              <a:gdLst/>
              <a:ahLst/>
              <a:cxnLst/>
              <a:rect l="l" t="t" r="r" b="b"/>
              <a:pathLst>
                <a:path w="128270" h="83184">
                  <a:moveTo>
                    <a:pt x="65715" y="931"/>
                  </a:moveTo>
                  <a:lnTo>
                    <a:pt x="65715" y="0"/>
                  </a:lnTo>
                  <a:lnTo>
                    <a:pt x="65139" y="125"/>
                  </a:lnTo>
                  <a:lnTo>
                    <a:pt x="64113" y="429"/>
                  </a:lnTo>
                  <a:lnTo>
                    <a:pt x="63087" y="125"/>
                  </a:lnTo>
                  <a:lnTo>
                    <a:pt x="62511" y="0"/>
                  </a:lnTo>
                  <a:lnTo>
                    <a:pt x="62511" y="931"/>
                  </a:lnTo>
                  <a:lnTo>
                    <a:pt x="48461" y="7011"/>
                  </a:lnTo>
                  <a:lnTo>
                    <a:pt x="29041" y="20996"/>
                  </a:lnTo>
                  <a:lnTo>
                    <a:pt x="10727" y="45438"/>
                  </a:lnTo>
                  <a:lnTo>
                    <a:pt x="0" y="82887"/>
                  </a:lnTo>
                  <a:lnTo>
                    <a:pt x="62511" y="82887"/>
                  </a:lnTo>
                  <a:lnTo>
                    <a:pt x="65715" y="82887"/>
                  </a:lnTo>
                  <a:lnTo>
                    <a:pt x="128215" y="82887"/>
                  </a:lnTo>
                  <a:lnTo>
                    <a:pt x="117488" y="45438"/>
                  </a:lnTo>
                  <a:lnTo>
                    <a:pt x="99176" y="20996"/>
                  </a:lnTo>
                  <a:lnTo>
                    <a:pt x="79758" y="7011"/>
                  </a:lnTo>
                  <a:lnTo>
                    <a:pt x="65715" y="93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204" name="object 5204" descr=""/>
          <p:cNvGrpSpPr/>
          <p:nvPr/>
        </p:nvGrpSpPr>
        <p:grpSpPr>
          <a:xfrm>
            <a:off x="6528241" y="7364664"/>
            <a:ext cx="1034415" cy="2748280"/>
            <a:chOff x="6528241" y="7364664"/>
            <a:chExt cx="1034415" cy="2748280"/>
          </a:xfrm>
        </p:grpSpPr>
        <p:sp>
          <p:nvSpPr>
            <p:cNvPr id="5205" name="object 5205" descr=""/>
            <p:cNvSpPr/>
            <p:nvPr/>
          </p:nvSpPr>
          <p:spPr>
            <a:xfrm>
              <a:off x="6678278" y="7631139"/>
              <a:ext cx="129539" cy="101600"/>
            </a:xfrm>
            <a:custGeom>
              <a:avLst/>
              <a:gdLst/>
              <a:ahLst/>
              <a:cxnLst/>
              <a:rect l="l" t="t" r="r" b="b"/>
              <a:pathLst>
                <a:path w="129540" h="101600">
                  <a:moveTo>
                    <a:pt x="128959" y="0"/>
                  </a:moveTo>
                  <a:lnTo>
                    <a:pt x="0" y="0"/>
                  </a:lnTo>
                  <a:lnTo>
                    <a:pt x="0" y="101316"/>
                  </a:lnTo>
                  <a:lnTo>
                    <a:pt x="128959" y="101316"/>
                  </a:lnTo>
                  <a:lnTo>
                    <a:pt x="1289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6" name="object 5206" descr=""/>
            <p:cNvSpPr/>
            <p:nvPr/>
          </p:nvSpPr>
          <p:spPr>
            <a:xfrm>
              <a:off x="6678278" y="7631139"/>
              <a:ext cx="129539" cy="101600"/>
            </a:xfrm>
            <a:custGeom>
              <a:avLst/>
              <a:gdLst/>
              <a:ahLst/>
              <a:cxnLst/>
              <a:rect l="l" t="t" r="r" b="b"/>
              <a:pathLst>
                <a:path w="129540" h="101600">
                  <a:moveTo>
                    <a:pt x="128959" y="0"/>
                  </a:moveTo>
                  <a:lnTo>
                    <a:pt x="0" y="0"/>
                  </a:lnTo>
                  <a:lnTo>
                    <a:pt x="0" y="101316"/>
                  </a:lnTo>
                  <a:lnTo>
                    <a:pt x="128959" y="101316"/>
                  </a:lnTo>
                  <a:lnTo>
                    <a:pt x="128959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07" name="object 5207" descr=""/>
            <p:cNvSpPr/>
            <p:nvPr/>
          </p:nvSpPr>
          <p:spPr>
            <a:xfrm>
              <a:off x="6678278" y="7628259"/>
              <a:ext cx="129539" cy="3175"/>
            </a:xfrm>
            <a:custGeom>
              <a:avLst/>
              <a:gdLst/>
              <a:ahLst/>
              <a:cxnLst/>
              <a:rect l="l" t="t" r="r" b="b"/>
              <a:pathLst>
                <a:path w="129540" h="3175">
                  <a:moveTo>
                    <a:pt x="128959" y="0"/>
                  </a:moveTo>
                  <a:lnTo>
                    <a:pt x="0" y="0"/>
                  </a:lnTo>
                  <a:lnTo>
                    <a:pt x="0" y="2879"/>
                  </a:lnTo>
                  <a:lnTo>
                    <a:pt x="128959" y="2879"/>
                  </a:lnTo>
                  <a:lnTo>
                    <a:pt x="1289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8" name="object 5208" descr=""/>
            <p:cNvSpPr/>
            <p:nvPr/>
          </p:nvSpPr>
          <p:spPr>
            <a:xfrm>
              <a:off x="6678278" y="7628259"/>
              <a:ext cx="129539" cy="45720"/>
            </a:xfrm>
            <a:custGeom>
              <a:avLst/>
              <a:gdLst/>
              <a:ahLst/>
              <a:cxnLst/>
              <a:rect l="l" t="t" r="r" b="b"/>
              <a:pathLst>
                <a:path w="129540" h="45720">
                  <a:moveTo>
                    <a:pt x="128959" y="2879"/>
                  </a:moveTo>
                  <a:lnTo>
                    <a:pt x="0" y="2879"/>
                  </a:lnTo>
                  <a:lnTo>
                    <a:pt x="0" y="0"/>
                  </a:lnTo>
                  <a:lnTo>
                    <a:pt x="128959" y="0"/>
                  </a:lnTo>
                  <a:lnTo>
                    <a:pt x="128959" y="2879"/>
                  </a:lnTo>
                  <a:close/>
                </a:path>
                <a:path w="129540" h="45720">
                  <a:moveTo>
                    <a:pt x="81180" y="11517"/>
                  </a:moveTo>
                  <a:lnTo>
                    <a:pt x="47789" y="11517"/>
                  </a:lnTo>
                  <a:lnTo>
                    <a:pt x="47789" y="45475"/>
                  </a:lnTo>
                  <a:lnTo>
                    <a:pt x="81180" y="45475"/>
                  </a:lnTo>
                  <a:lnTo>
                    <a:pt x="81180" y="1151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09" name="object 5209" descr=""/>
            <p:cNvSpPr/>
            <p:nvPr/>
          </p:nvSpPr>
          <p:spPr>
            <a:xfrm>
              <a:off x="6778097" y="7664551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40" h="15875">
                  <a:moveTo>
                    <a:pt x="15025" y="0"/>
                  </a:moveTo>
                  <a:lnTo>
                    <a:pt x="0" y="0"/>
                  </a:lnTo>
                  <a:lnTo>
                    <a:pt x="0" y="15287"/>
                  </a:lnTo>
                  <a:lnTo>
                    <a:pt x="15025" y="15287"/>
                  </a:lnTo>
                  <a:lnTo>
                    <a:pt x="150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0" name="object 5210" descr=""/>
            <p:cNvSpPr/>
            <p:nvPr/>
          </p:nvSpPr>
          <p:spPr>
            <a:xfrm>
              <a:off x="6778097" y="7664551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40" h="15875">
                  <a:moveTo>
                    <a:pt x="15025" y="0"/>
                  </a:moveTo>
                  <a:lnTo>
                    <a:pt x="0" y="0"/>
                  </a:lnTo>
                  <a:lnTo>
                    <a:pt x="0" y="15287"/>
                  </a:lnTo>
                  <a:lnTo>
                    <a:pt x="15025" y="15287"/>
                  </a:lnTo>
                  <a:lnTo>
                    <a:pt x="15025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11" name="object 5211" descr=""/>
            <p:cNvSpPr/>
            <p:nvPr/>
          </p:nvSpPr>
          <p:spPr>
            <a:xfrm>
              <a:off x="6778097" y="7643033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40" h="15875">
                  <a:moveTo>
                    <a:pt x="15025" y="0"/>
                  </a:moveTo>
                  <a:lnTo>
                    <a:pt x="0" y="0"/>
                  </a:lnTo>
                  <a:lnTo>
                    <a:pt x="0" y="15287"/>
                  </a:lnTo>
                  <a:lnTo>
                    <a:pt x="15025" y="15287"/>
                  </a:lnTo>
                  <a:lnTo>
                    <a:pt x="150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2" name="object 5212" descr=""/>
            <p:cNvSpPr/>
            <p:nvPr/>
          </p:nvSpPr>
          <p:spPr>
            <a:xfrm>
              <a:off x="6778097" y="7643033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40" h="15875">
                  <a:moveTo>
                    <a:pt x="15025" y="0"/>
                  </a:moveTo>
                  <a:lnTo>
                    <a:pt x="0" y="0"/>
                  </a:lnTo>
                  <a:lnTo>
                    <a:pt x="0" y="15287"/>
                  </a:lnTo>
                  <a:lnTo>
                    <a:pt x="15025" y="15287"/>
                  </a:lnTo>
                  <a:lnTo>
                    <a:pt x="15025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13" name="object 5213" descr=""/>
            <p:cNvSpPr/>
            <p:nvPr/>
          </p:nvSpPr>
          <p:spPr>
            <a:xfrm>
              <a:off x="6778097" y="7686058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40" h="15875">
                  <a:moveTo>
                    <a:pt x="15025" y="0"/>
                  </a:moveTo>
                  <a:lnTo>
                    <a:pt x="0" y="0"/>
                  </a:lnTo>
                  <a:lnTo>
                    <a:pt x="0" y="15297"/>
                  </a:lnTo>
                  <a:lnTo>
                    <a:pt x="15025" y="15297"/>
                  </a:lnTo>
                  <a:lnTo>
                    <a:pt x="150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4" name="object 5214" descr=""/>
            <p:cNvSpPr/>
            <p:nvPr/>
          </p:nvSpPr>
          <p:spPr>
            <a:xfrm>
              <a:off x="6778097" y="7686058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40" h="15875">
                  <a:moveTo>
                    <a:pt x="15025" y="0"/>
                  </a:moveTo>
                  <a:lnTo>
                    <a:pt x="0" y="0"/>
                  </a:lnTo>
                  <a:lnTo>
                    <a:pt x="0" y="15297"/>
                  </a:lnTo>
                  <a:lnTo>
                    <a:pt x="15025" y="15297"/>
                  </a:lnTo>
                  <a:lnTo>
                    <a:pt x="15025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15" name="object 5215" descr=""/>
            <p:cNvSpPr/>
            <p:nvPr/>
          </p:nvSpPr>
          <p:spPr>
            <a:xfrm>
              <a:off x="6778097" y="7707566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40" h="15875">
                  <a:moveTo>
                    <a:pt x="15025" y="0"/>
                  </a:moveTo>
                  <a:lnTo>
                    <a:pt x="0" y="0"/>
                  </a:lnTo>
                  <a:lnTo>
                    <a:pt x="0" y="15297"/>
                  </a:lnTo>
                  <a:lnTo>
                    <a:pt x="15025" y="15297"/>
                  </a:lnTo>
                  <a:lnTo>
                    <a:pt x="150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6" name="object 5216" descr=""/>
            <p:cNvSpPr/>
            <p:nvPr/>
          </p:nvSpPr>
          <p:spPr>
            <a:xfrm>
              <a:off x="6778097" y="7707566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40" h="15875">
                  <a:moveTo>
                    <a:pt x="15025" y="0"/>
                  </a:moveTo>
                  <a:lnTo>
                    <a:pt x="0" y="0"/>
                  </a:lnTo>
                  <a:lnTo>
                    <a:pt x="0" y="15297"/>
                  </a:lnTo>
                  <a:lnTo>
                    <a:pt x="15025" y="15297"/>
                  </a:lnTo>
                  <a:lnTo>
                    <a:pt x="15025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17" name="object 5217" descr=""/>
            <p:cNvSpPr/>
            <p:nvPr/>
          </p:nvSpPr>
          <p:spPr>
            <a:xfrm>
              <a:off x="6692393" y="7664551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40" h="15875">
                  <a:moveTo>
                    <a:pt x="15036" y="0"/>
                  </a:moveTo>
                  <a:lnTo>
                    <a:pt x="0" y="0"/>
                  </a:lnTo>
                  <a:lnTo>
                    <a:pt x="0" y="15287"/>
                  </a:lnTo>
                  <a:lnTo>
                    <a:pt x="15036" y="15287"/>
                  </a:lnTo>
                  <a:lnTo>
                    <a:pt x="150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8" name="object 5218" descr=""/>
            <p:cNvSpPr/>
            <p:nvPr/>
          </p:nvSpPr>
          <p:spPr>
            <a:xfrm>
              <a:off x="6692393" y="7664551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40" h="15875">
                  <a:moveTo>
                    <a:pt x="15036" y="0"/>
                  </a:moveTo>
                  <a:lnTo>
                    <a:pt x="0" y="0"/>
                  </a:lnTo>
                  <a:lnTo>
                    <a:pt x="0" y="15287"/>
                  </a:lnTo>
                  <a:lnTo>
                    <a:pt x="15036" y="15287"/>
                  </a:lnTo>
                  <a:lnTo>
                    <a:pt x="15036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19" name="object 5219" descr=""/>
            <p:cNvSpPr/>
            <p:nvPr/>
          </p:nvSpPr>
          <p:spPr>
            <a:xfrm>
              <a:off x="6692393" y="7643033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40" h="15875">
                  <a:moveTo>
                    <a:pt x="15036" y="0"/>
                  </a:moveTo>
                  <a:lnTo>
                    <a:pt x="0" y="0"/>
                  </a:lnTo>
                  <a:lnTo>
                    <a:pt x="0" y="15287"/>
                  </a:lnTo>
                  <a:lnTo>
                    <a:pt x="15036" y="15287"/>
                  </a:lnTo>
                  <a:lnTo>
                    <a:pt x="150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0" name="object 5220" descr=""/>
            <p:cNvSpPr/>
            <p:nvPr/>
          </p:nvSpPr>
          <p:spPr>
            <a:xfrm>
              <a:off x="6692393" y="7643033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40" h="15875">
                  <a:moveTo>
                    <a:pt x="15036" y="0"/>
                  </a:moveTo>
                  <a:lnTo>
                    <a:pt x="0" y="0"/>
                  </a:lnTo>
                  <a:lnTo>
                    <a:pt x="0" y="15287"/>
                  </a:lnTo>
                  <a:lnTo>
                    <a:pt x="15036" y="15287"/>
                  </a:lnTo>
                  <a:lnTo>
                    <a:pt x="15036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21" name="object 5221" descr=""/>
            <p:cNvSpPr/>
            <p:nvPr/>
          </p:nvSpPr>
          <p:spPr>
            <a:xfrm>
              <a:off x="6692393" y="7686058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40" h="15875">
                  <a:moveTo>
                    <a:pt x="15036" y="0"/>
                  </a:moveTo>
                  <a:lnTo>
                    <a:pt x="0" y="0"/>
                  </a:lnTo>
                  <a:lnTo>
                    <a:pt x="0" y="15297"/>
                  </a:lnTo>
                  <a:lnTo>
                    <a:pt x="15036" y="15297"/>
                  </a:lnTo>
                  <a:lnTo>
                    <a:pt x="150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2" name="object 5222" descr=""/>
            <p:cNvSpPr/>
            <p:nvPr/>
          </p:nvSpPr>
          <p:spPr>
            <a:xfrm>
              <a:off x="6692393" y="7686058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40" h="15875">
                  <a:moveTo>
                    <a:pt x="15036" y="0"/>
                  </a:moveTo>
                  <a:lnTo>
                    <a:pt x="0" y="0"/>
                  </a:lnTo>
                  <a:lnTo>
                    <a:pt x="0" y="15297"/>
                  </a:lnTo>
                  <a:lnTo>
                    <a:pt x="15036" y="15297"/>
                  </a:lnTo>
                  <a:lnTo>
                    <a:pt x="15036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23" name="object 5223" descr=""/>
            <p:cNvSpPr/>
            <p:nvPr/>
          </p:nvSpPr>
          <p:spPr>
            <a:xfrm>
              <a:off x="6692393" y="7707566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40" h="15875">
                  <a:moveTo>
                    <a:pt x="15036" y="0"/>
                  </a:moveTo>
                  <a:lnTo>
                    <a:pt x="0" y="0"/>
                  </a:lnTo>
                  <a:lnTo>
                    <a:pt x="0" y="15297"/>
                  </a:lnTo>
                  <a:lnTo>
                    <a:pt x="15036" y="15297"/>
                  </a:lnTo>
                  <a:lnTo>
                    <a:pt x="150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4" name="object 5224" descr=""/>
            <p:cNvSpPr/>
            <p:nvPr/>
          </p:nvSpPr>
          <p:spPr>
            <a:xfrm>
              <a:off x="6692393" y="7707566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40" h="15875">
                  <a:moveTo>
                    <a:pt x="15036" y="0"/>
                  </a:moveTo>
                  <a:lnTo>
                    <a:pt x="0" y="0"/>
                  </a:lnTo>
                  <a:lnTo>
                    <a:pt x="0" y="15297"/>
                  </a:lnTo>
                  <a:lnTo>
                    <a:pt x="15036" y="15297"/>
                  </a:lnTo>
                  <a:lnTo>
                    <a:pt x="15036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25" name="object 5225" descr=""/>
            <p:cNvSpPr/>
            <p:nvPr/>
          </p:nvSpPr>
          <p:spPr>
            <a:xfrm>
              <a:off x="6678193" y="7545377"/>
              <a:ext cx="128270" cy="83185"/>
            </a:xfrm>
            <a:custGeom>
              <a:avLst/>
              <a:gdLst/>
              <a:ahLst/>
              <a:cxnLst/>
              <a:rect l="l" t="t" r="r" b="b"/>
              <a:pathLst>
                <a:path w="128270" h="83184">
                  <a:moveTo>
                    <a:pt x="62500" y="0"/>
                  </a:moveTo>
                  <a:lnTo>
                    <a:pt x="62500" y="931"/>
                  </a:lnTo>
                  <a:lnTo>
                    <a:pt x="48457" y="7011"/>
                  </a:lnTo>
                  <a:lnTo>
                    <a:pt x="29039" y="20996"/>
                  </a:lnTo>
                  <a:lnTo>
                    <a:pt x="10727" y="45438"/>
                  </a:lnTo>
                  <a:lnTo>
                    <a:pt x="0" y="82887"/>
                  </a:lnTo>
                  <a:lnTo>
                    <a:pt x="128215" y="82887"/>
                  </a:lnTo>
                  <a:lnTo>
                    <a:pt x="117488" y="45438"/>
                  </a:lnTo>
                  <a:lnTo>
                    <a:pt x="99176" y="20996"/>
                  </a:lnTo>
                  <a:lnTo>
                    <a:pt x="79758" y="7011"/>
                  </a:lnTo>
                  <a:lnTo>
                    <a:pt x="65715" y="931"/>
                  </a:lnTo>
                  <a:lnTo>
                    <a:pt x="65715" y="429"/>
                  </a:lnTo>
                  <a:lnTo>
                    <a:pt x="64102" y="429"/>
                  </a:lnTo>
                  <a:lnTo>
                    <a:pt x="63087" y="125"/>
                  </a:lnTo>
                  <a:lnTo>
                    <a:pt x="62500" y="0"/>
                  </a:lnTo>
                  <a:close/>
                </a:path>
                <a:path w="128270" h="83184">
                  <a:moveTo>
                    <a:pt x="65715" y="0"/>
                  </a:moveTo>
                  <a:lnTo>
                    <a:pt x="65128" y="125"/>
                  </a:lnTo>
                  <a:lnTo>
                    <a:pt x="64102" y="429"/>
                  </a:lnTo>
                  <a:lnTo>
                    <a:pt x="65715" y="429"/>
                  </a:lnTo>
                  <a:lnTo>
                    <a:pt x="6571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6" name="object 5226" descr=""/>
            <p:cNvSpPr/>
            <p:nvPr/>
          </p:nvSpPr>
          <p:spPr>
            <a:xfrm>
              <a:off x="6678193" y="7545377"/>
              <a:ext cx="128270" cy="83185"/>
            </a:xfrm>
            <a:custGeom>
              <a:avLst/>
              <a:gdLst/>
              <a:ahLst/>
              <a:cxnLst/>
              <a:rect l="l" t="t" r="r" b="b"/>
              <a:pathLst>
                <a:path w="128270" h="83184">
                  <a:moveTo>
                    <a:pt x="65715" y="931"/>
                  </a:moveTo>
                  <a:lnTo>
                    <a:pt x="65715" y="0"/>
                  </a:lnTo>
                  <a:lnTo>
                    <a:pt x="65128" y="125"/>
                  </a:lnTo>
                  <a:lnTo>
                    <a:pt x="64102" y="429"/>
                  </a:lnTo>
                  <a:lnTo>
                    <a:pt x="63087" y="125"/>
                  </a:lnTo>
                  <a:lnTo>
                    <a:pt x="62500" y="0"/>
                  </a:lnTo>
                  <a:lnTo>
                    <a:pt x="62500" y="931"/>
                  </a:lnTo>
                  <a:lnTo>
                    <a:pt x="48457" y="7011"/>
                  </a:lnTo>
                  <a:lnTo>
                    <a:pt x="29039" y="20996"/>
                  </a:lnTo>
                  <a:lnTo>
                    <a:pt x="10727" y="45438"/>
                  </a:lnTo>
                  <a:lnTo>
                    <a:pt x="0" y="82887"/>
                  </a:lnTo>
                  <a:lnTo>
                    <a:pt x="62500" y="82887"/>
                  </a:lnTo>
                  <a:lnTo>
                    <a:pt x="65715" y="82887"/>
                  </a:lnTo>
                  <a:lnTo>
                    <a:pt x="128215" y="82887"/>
                  </a:lnTo>
                  <a:lnTo>
                    <a:pt x="117488" y="45438"/>
                  </a:lnTo>
                  <a:lnTo>
                    <a:pt x="99176" y="20996"/>
                  </a:lnTo>
                  <a:lnTo>
                    <a:pt x="79758" y="7011"/>
                  </a:lnTo>
                  <a:lnTo>
                    <a:pt x="65715" y="93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27" name="object 5227" descr=""/>
            <p:cNvSpPr/>
            <p:nvPr/>
          </p:nvSpPr>
          <p:spPr>
            <a:xfrm>
              <a:off x="6837530" y="7646091"/>
              <a:ext cx="415290" cy="326390"/>
            </a:xfrm>
            <a:custGeom>
              <a:avLst/>
              <a:gdLst/>
              <a:ahLst/>
              <a:cxnLst/>
              <a:rect l="l" t="t" r="r" b="b"/>
              <a:pathLst>
                <a:path w="415290" h="326390">
                  <a:moveTo>
                    <a:pt x="415275" y="0"/>
                  </a:moveTo>
                  <a:lnTo>
                    <a:pt x="0" y="0"/>
                  </a:lnTo>
                  <a:lnTo>
                    <a:pt x="0" y="326241"/>
                  </a:lnTo>
                  <a:lnTo>
                    <a:pt x="415275" y="326241"/>
                  </a:lnTo>
                  <a:lnTo>
                    <a:pt x="4152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8" name="object 5228" descr=""/>
            <p:cNvSpPr/>
            <p:nvPr/>
          </p:nvSpPr>
          <p:spPr>
            <a:xfrm>
              <a:off x="6837530" y="7646091"/>
              <a:ext cx="415290" cy="326390"/>
            </a:xfrm>
            <a:custGeom>
              <a:avLst/>
              <a:gdLst/>
              <a:ahLst/>
              <a:cxnLst/>
              <a:rect l="l" t="t" r="r" b="b"/>
              <a:pathLst>
                <a:path w="415290" h="326390">
                  <a:moveTo>
                    <a:pt x="415275" y="0"/>
                  </a:moveTo>
                  <a:lnTo>
                    <a:pt x="0" y="0"/>
                  </a:lnTo>
                  <a:lnTo>
                    <a:pt x="0" y="326241"/>
                  </a:lnTo>
                  <a:lnTo>
                    <a:pt x="415275" y="326241"/>
                  </a:lnTo>
                  <a:lnTo>
                    <a:pt x="415275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29" name="object 5229" descr=""/>
            <p:cNvSpPr/>
            <p:nvPr/>
          </p:nvSpPr>
          <p:spPr>
            <a:xfrm>
              <a:off x="6837530" y="7636824"/>
              <a:ext cx="415290" cy="9525"/>
            </a:xfrm>
            <a:custGeom>
              <a:avLst/>
              <a:gdLst/>
              <a:ahLst/>
              <a:cxnLst/>
              <a:rect l="l" t="t" r="r" b="b"/>
              <a:pathLst>
                <a:path w="415290" h="9525">
                  <a:moveTo>
                    <a:pt x="415275" y="0"/>
                  </a:moveTo>
                  <a:lnTo>
                    <a:pt x="0" y="0"/>
                  </a:lnTo>
                  <a:lnTo>
                    <a:pt x="0" y="9266"/>
                  </a:lnTo>
                  <a:lnTo>
                    <a:pt x="415275" y="9266"/>
                  </a:lnTo>
                  <a:lnTo>
                    <a:pt x="4152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0" name="object 5230" descr=""/>
            <p:cNvSpPr/>
            <p:nvPr/>
          </p:nvSpPr>
          <p:spPr>
            <a:xfrm>
              <a:off x="6837530" y="7636824"/>
              <a:ext cx="415290" cy="9525"/>
            </a:xfrm>
            <a:custGeom>
              <a:avLst/>
              <a:gdLst/>
              <a:ahLst/>
              <a:cxnLst/>
              <a:rect l="l" t="t" r="r" b="b"/>
              <a:pathLst>
                <a:path w="415290" h="9525">
                  <a:moveTo>
                    <a:pt x="415275" y="9266"/>
                  </a:moveTo>
                  <a:lnTo>
                    <a:pt x="0" y="9266"/>
                  </a:lnTo>
                  <a:lnTo>
                    <a:pt x="0" y="0"/>
                  </a:lnTo>
                  <a:lnTo>
                    <a:pt x="415275" y="0"/>
                  </a:lnTo>
                  <a:lnTo>
                    <a:pt x="415275" y="926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31" name="object 5231" descr=""/>
            <p:cNvSpPr/>
            <p:nvPr/>
          </p:nvSpPr>
          <p:spPr>
            <a:xfrm>
              <a:off x="6727648" y="7972343"/>
              <a:ext cx="635000" cy="2134870"/>
            </a:xfrm>
            <a:custGeom>
              <a:avLst/>
              <a:gdLst/>
              <a:ahLst/>
              <a:cxnLst/>
              <a:rect l="l" t="t" r="r" b="b"/>
              <a:pathLst>
                <a:path w="635000" h="2134870">
                  <a:moveTo>
                    <a:pt x="634472" y="0"/>
                  </a:moveTo>
                  <a:lnTo>
                    <a:pt x="0" y="0"/>
                  </a:lnTo>
                  <a:lnTo>
                    <a:pt x="0" y="2134793"/>
                  </a:lnTo>
                  <a:lnTo>
                    <a:pt x="634472" y="2134793"/>
                  </a:lnTo>
                  <a:lnTo>
                    <a:pt x="6344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2" name="object 5232" descr=""/>
            <p:cNvSpPr/>
            <p:nvPr/>
          </p:nvSpPr>
          <p:spPr>
            <a:xfrm>
              <a:off x="6727648" y="7972343"/>
              <a:ext cx="635000" cy="2134870"/>
            </a:xfrm>
            <a:custGeom>
              <a:avLst/>
              <a:gdLst/>
              <a:ahLst/>
              <a:cxnLst/>
              <a:rect l="l" t="t" r="r" b="b"/>
              <a:pathLst>
                <a:path w="635000" h="2134870">
                  <a:moveTo>
                    <a:pt x="634472" y="2134793"/>
                  </a:moveTo>
                  <a:lnTo>
                    <a:pt x="0" y="2134793"/>
                  </a:lnTo>
                  <a:lnTo>
                    <a:pt x="0" y="0"/>
                  </a:lnTo>
                  <a:lnTo>
                    <a:pt x="634472" y="0"/>
                  </a:lnTo>
                  <a:lnTo>
                    <a:pt x="634472" y="2134793"/>
                  </a:lnTo>
                  <a:close/>
                </a:path>
                <a:path w="635000" h="2134870">
                  <a:moveTo>
                    <a:pt x="588348" y="371632"/>
                  </a:moveTo>
                  <a:lnTo>
                    <a:pt x="567930" y="371632"/>
                  </a:lnTo>
                  <a:lnTo>
                    <a:pt x="567930" y="427243"/>
                  </a:lnTo>
                  <a:lnTo>
                    <a:pt x="588348" y="427243"/>
                  </a:lnTo>
                  <a:lnTo>
                    <a:pt x="588348" y="371632"/>
                  </a:lnTo>
                  <a:close/>
                </a:path>
                <a:path w="635000" h="2134870">
                  <a:moveTo>
                    <a:pt x="588348" y="460561"/>
                  </a:moveTo>
                  <a:lnTo>
                    <a:pt x="567930" y="460561"/>
                  </a:lnTo>
                  <a:lnTo>
                    <a:pt x="567930" y="516172"/>
                  </a:lnTo>
                  <a:lnTo>
                    <a:pt x="588348" y="516172"/>
                  </a:lnTo>
                  <a:lnTo>
                    <a:pt x="588348" y="460561"/>
                  </a:lnTo>
                  <a:close/>
                </a:path>
                <a:path w="635000" h="2134870">
                  <a:moveTo>
                    <a:pt x="588348" y="549491"/>
                  </a:moveTo>
                  <a:lnTo>
                    <a:pt x="567930" y="549491"/>
                  </a:lnTo>
                  <a:lnTo>
                    <a:pt x="567930" y="605101"/>
                  </a:lnTo>
                  <a:lnTo>
                    <a:pt x="588348" y="605101"/>
                  </a:lnTo>
                  <a:lnTo>
                    <a:pt x="588348" y="549491"/>
                  </a:lnTo>
                  <a:close/>
                </a:path>
                <a:path w="635000" h="2134870">
                  <a:moveTo>
                    <a:pt x="588348" y="638420"/>
                  </a:moveTo>
                  <a:lnTo>
                    <a:pt x="567930" y="638420"/>
                  </a:lnTo>
                  <a:lnTo>
                    <a:pt x="567930" y="694031"/>
                  </a:lnTo>
                  <a:lnTo>
                    <a:pt x="588348" y="694031"/>
                  </a:lnTo>
                  <a:lnTo>
                    <a:pt x="588348" y="638420"/>
                  </a:lnTo>
                  <a:close/>
                </a:path>
                <a:path w="635000" h="2134870">
                  <a:moveTo>
                    <a:pt x="588348" y="15926"/>
                  </a:moveTo>
                  <a:lnTo>
                    <a:pt x="567930" y="15926"/>
                  </a:lnTo>
                  <a:lnTo>
                    <a:pt x="567930" y="71537"/>
                  </a:lnTo>
                  <a:lnTo>
                    <a:pt x="588348" y="71537"/>
                  </a:lnTo>
                  <a:lnTo>
                    <a:pt x="588348" y="15926"/>
                  </a:lnTo>
                  <a:close/>
                </a:path>
                <a:path w="635000" h="2134870">
                  <a:moveTo>
                    <a:pt x="588348" y="104844"/>
                  </a:moveTo>
                  <a:lnTo>
                    <a:pt x="567930" y="104844"/>
                  </a:lnTo>
                  <a:lnTo>
                    <a:pt x="567930" y="160455"/>
                  </a:lnTo>
                  <a:lnTo>
                    <a:pt x="588348" y="160455"/>
                  </a:lnTo>
                  <a:lnTo>
                    <a:pt x="588348" y="104844"/>
                  </a:lnTo>
                  <a:close/>
                </a:path>
                <a:path w="635000" h="2134870">
                  <a:moveTo>
                    <a:pt x="588348" y="193784"/>
                  </a:moveTo>
                  <a:lnTo>
                    <a:pt x="567930" y="193784"/>
                  </a:lnTo>
                  <a:lnTo>
                    <a:pt x="567930" y="249395"/>
                  </a:lnTo>
                  <a:lnTo>
                    <a:pt x="588348" y="249395"/>
                  </a:lnTo>
                  <a:lnTo>
                    <a:pt x="588348" y="193784"/>
                  </a:lnTo>
                  <a:close/>
                </a:path>
                <a:path w="635000" h="2134870">
                  <a:moveTo>
                    <a:pt x="588348" y="282703"/>
                  </a:moveTo>
                  <a:lnTo>
                    <a:pt x="567930" y="282703"/>
                  </a:lnTo>
                  <a:lnTo>
                    <a:pt x="567930" y="338314"/>
                  </a:lnTo>
                  <a:lnTo>
                    <a:pt x="588348" y="338314"/>
                  </a:lnTo>
                  <a:lnTo>
                    <a:pt x="588348" y="282703"/>
                  </a:lnTo>
                  <a:close/>
                </a:path>
                <a:path w="635000" h="2134870">
                  <a:moveTo>
                    <a:pt x="588348" y="727339"/>
                  </a:moveTo>
                  <a:lnTo>
                    <a:pt x="567930" y="727339"/>
                  </a:lnTo>
                  <a:lnTo>
                    <a:pt x="567930" y="782949"/>
                  </a:lnTo>
                  <a:lnTo>
                    <a:pt x="588348" y="782949"/>
                  </a:lnTo>
                  <a:lnTo>
                    <a:pt x="588348" y="727339"/>
                  </a:lnTo>
                  <a:close/>
                </a:path>
                <a:path w="635000" h="2134870">
                  <a:moveTo>
                    <a:pt x="588348" y="816268"/>
                  </a:moveTo>
                  <a:lnTo>
                    <a:pt x="567930" y="816268"/>
                  </a:lnTo>
                  <a:lnTo>
                    <a:pt x="567930" y="871879"/>
                  </a:lnTo>
                  <a:lnTo>
                    <a:pt x="588348" y="871879"/>
                  </a:lnTo>
                  <a:lnTo>
                    <a:pt x="588348" y="816268"/>
                  </a:lnTo>
                  <a:close/>
                </a:path>
                <a:path w="635000" h="2134870">
                  <a:moveTo>
                    <a:pt x="588348" y="905197"/>
                  </a:moveTo>
                  <a:lnTo>
                    <a:pt x="567930" y="905197"/>
                  </a:lnTo>
                  <a:lnTo>
                    <a:pt x="567930" y="960808"/>
                  </a:lnTo>
                  <a:lnTo>
                    <a:pt x="588348" y="960808"/>
                  </a:lnTo>
                  <a:lnTo>
                    <a:pt x="588348" y="905197"/>
                  </a:lnTo>
                  <a:close/>
                </a:path>
                <a:path w="635000" h="2134870">
                  <a:moveTo>
                    <a:pt x="588348" y="994126"/>
                  </a:moveTo>
                  <a:lnTo>
                    <a:pt x="567930" y="994126"/>
                  </a:lnTo>
                  <a:lnTo>
                    <a:pt x="567930" y="1049737"/>
                  </a:lnTo>
                  <a:lnTo>
                    <a:pt x="588348" y="1049737"/>
                  </a:lnTo>
                  <a:lnTo>
                    <a:pt x="588348" y="994126"/>
                  </a:lnTo>
                  <a:close/>
                </a:path>
                <a:path w="635000" h="2134870">
                  <a:moveTo>
                    <a:pt x="588348" y="1083056"/>
                  </a:moveTo>
                  <a:lnTo>
                    <a:pt x="567930" y="1083056"/>
                  </a:lnTo>
                  <a:lnTo>
                    <a:pt x="567930" y="1138666"/>
                  </a:lnTo>
                  <a:lnTo>
                    <a:pt x="588348" y="1138666"/>
                  </a:lnTo>
                  <a:lnTo>
                    <a:pt x="588348" y="1083056"/>
                  </a:lnTo>
                  <a:close/>
                </a:path>
                <a:path w="635000" h="2134870">
                  <a:moveTo>
                    <a:pt x="588348" y="1171985"/>
                  </a:moveTo>
                  <a:lnTo>
                    <a:pt x="567930" y="1171985"/>
                  </a:lnTo>
                  <a:lnTo>
                    <a:pt x="567930" y="1227596"/>
                  </a:lnTo>
                  <a:lnTo>
                    <a:pt x="588348" y="1227596"/>
                  </a:lnTo>
                  <a:lnTo>
                    <a:pt x="588348" y="1171985"/>
                  </a:lnTo>
                  <a:close/>
                </a:path>
                <a:path w="635000" h="2134870">
                  <a:moveTo>
                    <a:pt x="588348" y="1260914"/>
                  </a:moveTo>
                  <a:lnTo>
                    <a:pt x="567930" y="1260914"/>
                  </a:lnTo>
                  <a:lnTo>
                    <a:pt x="567930" y="1316525"/>
                  </a:lnTo>
                  <a:lnTo>
                    <a:pt x="588348" y="1316525"/>
                  </a:lnTo>
                  <a:lnTo>
                    <a:pt x="588348" y="1260914"/>
                  </a:lnTo>
                  <a:close/>
                </a:path>
                <a:path w="635000" h="2134870">
                  <a:moveTo>
                    <a:pt x="588348" y="1349833"/>
                  </a:moveTo>
                  <a:lnTo>
                    <a:pt x="567930" y="1349833"/>
                  </a:lnTo>
                  <a:lnTo>
                    <a:pt x="567930" y="1405444"/>
                  </a:lnTo>
                  <a:lnTo>
                    <a:pt x="588348" y="1405444"/>
                  </a:lnTo>
                  <a:lnTo>
                    <a:pt x="588348" y="1349833"/>
                  </a:lnTo>
                  <a:close/>
                </a:path>
                <a:path w="635000" h="2134870">
                  <a:moveTo>
                    <a:pt x="588348" y="1438762"/>
                  </a:moveTo>
                  <a:lnTo>
                    <a:pt x="567930" y="1438762"/>
                  </a:lnTo>
                  <a:lnTo>
                    <a:pt x="567930" y="1494373"/>
                  </a:lnTo>
                  <a:lnTo>
                    <a:pt x="588348" y="1494373"/>
                  </a:lnTo>
                  <a:lnTo>
                    <a:pt x="588348" y="1438762"/>
                  </a:lnTo>
                  <a:close/>
                </a:path>
                <a:path w="635000" h="2134870">
                  <a:moveTo>
                    <a:pt x="588348" y="1527691"/>
                  </a:moveTo>
                  <a:lnTo>
                    <a:pt x="567930" y="1527691"/>
                  </a:lnTo>
                  <a:lnTo>
                    <a:pt x="567930" y="1583302"/>
                  </a:lnTo>
                  <a:lnTo>
                    <a:pt x="588348" y="1583302"/>
                  </a:lnTo>
                  <a:lnTo>
                    <a:pt x="588348" y="1527691"/>
                  </a:lnTo>
                  <a:close/>
                </a:path>
                <a:path w="635000" h="2134870">
                  <a:moveTo>
                    <a:pt x="588348" y="1616620"/>
                  </a:moveTo>
                  <a:lnTo>
                    <a:pt x="567930" y="1616620"/>
                  </a:lnTo>
                  <a:lnTo>
                    <a:pt x="567930" y="1672231"/>
                  </a:lnTo>
                  <a:lnTo>
                    <a:pt x="588348" y="1672231"/>
                  </a:lnTo>
                  <a:lnTo>
                    <a:pt x="588348" y="1616620"/>
                  </a:lnTo>
                  <a:close/>
                </a:path>
                <a:path w="635000" h="2134870">
                  <a:moveTo>
                    <a:pt x="588348" y="1705539"/>
                  </a:moveTo>
                  <a:lnTo>
                    <a:pt x="567930" y="1705539"/>
                  </a:lnTo>
                  <a:lnTo>
                    <a:pt x="567930" y="1761150"/>
                  </a:lnTo>
                  <a:lnTo>
                    <a:pt x="588348" y="1761150"/>
                  </a:lnTo>
                  <a:lnTo>
                    <a:pt x="588348" y="1705539"/>
                  </a:lnTo>
                  <a:close/>
                </a:path>
                <a:path w="635000" h="2134870">
                  <a:moveTo>
                    <a:pt x="588348" y="1794479"/>
                  </a:moveTo>
                  <a:lnTo>
                    <a:pt x="567930" y="1794479"/>
                  </a:lnTo>
                  <a:lnTo>
                    <a:pt x="567930" y="1850090"/>
                  </a:lnTo>
                  <a:lnTo>
                    <a:pt x="588348" y="1850090"/>
                  </a:lnTo>
                  <a:lnTo>
                    <a:pt x="588348" y="1794479"/>
                  </a:lnTo>
                  <a:close/>
                </a:path>
                <a:path w="635000" h="2134870">
                  <a:moveTo>
                    <a:pt x="588348" y="1883398"/>
                  </a:moveTo>
                  <a:lnTo>
                    <a:pt x="567930" y="1883398"/>
                  </a:lnTo>
                  <a:lnTo>
                    <a:pt x="567930" y="1939009"/>
                  </a:lnTo>
                  <a:lnTo>
                    <a:pt x="588348" y="1939009"/>
                  </a:lnTo>
                  <a:lnTo>
                    <a:pt x="588348" y="1883398"/>
                  </a:lnTo>
                  <a:close/>
                </a:path>
                <a:path w="635000" h="2134870">
                  <a:moveTo>
                    <a:pt x="588348" y="1972337"/>
                  </a:moveTo>
                  <a:lnTo>
                    <a:pt x="567930" y="1972337"/>
                  </a:lnTo>
                  <a:lnTo>
                    <a:pt x="567930" y="2027948"/>
                  </a:lnTo>
                  <a:lnTo>
                    <a:pt x="588348" y="2027948"/>
                  </a:lnTo>
                  <a:lnTo>
                    <a:pt x="588348" y="1972337"/>
                  </a:lnTo>
                  <a:close/>
                </a:path>
                <a:path w="635000" h="2134870">
                  <a:moveTo>
                    <a:pt x="588348" y="2061256"/>
                  </a:moveTo>
                  <a:lnTo>
                    <a:pt x="567930" y="2061256"/>
                  </a:lnTo>
                  <a:lnTo>
                    <a:pt x="567930" y="2116867"/>
                  </a:lnTo>
                  <a:lnTo>
                    <a:pt x="588348" y="2116867"/>
                  </a:lnTo>
                  <a:lnTo>
                    <a:pt x="588348" y="2061256"/>
                  </a:lnTo>
                  <a:close/>
                </a:path>
                <a:path w="635000" h="2134870">
                  <a:moveTo>
                    <a:pt x="66532" y="371632"/>
                  </a:moveTo>
                  <a:lnTo>
                    <a:pt x="46113" y="371632"/>
                  </a:lnTo>
                  <a:lnTo>
                    <a:pt x="46113" y="427243"/>
                  </a:lnTo>
                  <a:lnTo>
                    <a:pt x="66532" y="427243"/>
                  </a:lnTo>
                  <a:lnTo>
                    <a:pt x="66532" y="371632"/>
                  </a:lnTo>
                  <a:close/>
                </a:path>
                <a:path w="635000" h="2134870">
                  <a:moveTo>
                    <a:pt x="66532" y="460561"/>
                  </a:moveTo>
                  <a:lnTo>
                    <a:pt x="46113" y="460561"/>
                  </a:lnTo>
                  <a:lnTo>
                    <a:pt x="46113" y="516172"/>
                  </a:lnTo>
                  <a:lnTo>
                    <a:pt x="66532" y="516172"/>
                  </a:lnTo>
                  <a:lnTo>
                    <a:pt x="66532" y="460561"/>
                  </a:lnTo>
                  <a:close/>
                </a:path>
                <a:path w="635000" h="2134870">
                  <a:moveTo>
                    <a:pt x="66532" y="549491"/>
                  </a:moveTo>
                  <a:lnTo>
                    <a:pt x="46113" y="549491"/>
                  </a:lnTo>
                  <a:lnTo>
                    <a:pt x="46113" y="605101"/>
                  </a:lnTo>
                  <a:lnTo>
                    <a:pt x="66532" y="605101"/>
                  </a:lnTo>
                  <a:lnTo>
                    <a:pt x="66532" y="549491"/>
                  </a:lnTo>
                  <a:close/>
                </a:path>
                <a:path w="635000" h="2134870">
                  <a:moveTo>
                    <a:pt x="66532" y="638420"/>
                  </a:moveTo>
                  <a:lnTo>
                    <a:pt x="46113" y="638420"/>
                  </a:lnTo>
                  <a:lnTo>
                    <a:pt x="46113" y="694031"/>
                  </a:lnTo>
                  <a:lnTo>
                    <a:pt x="66532" y="694031"/>
                  </a:lnTo>
                  <a:lnTo>
                    <a:pt x="66532" y="638420"/>
                  </a:lnTo>
                  <a:close/>
                </a:path>
                <a:path w="635000" h="2134870">
                  <a:moveTo>
                    <a:pt x="66532" y="15926"/>
                  </a:moveTo>
                  <a:lnTo>
                    <a:pt x="46113" y="15926"/>
                  </a:lnTo>
                  <a:lnTo>
                    <a:pt x="46113" y="71537"/>
                  </a:lnTo>
                  <a:lnTo>
                    <a:pt x="66532" y="71537"/>
                  </a:lnTo>
                  <a:lnTo>
                    <a:pt x="66532" y="15926"/>
                  </a:lnTo>
                  <a:close/>
                </a:path>
                <a:path w="635000" h="2134870">
                  <a:moveTo>
                    <a:pt x="66532" y="104844"/>
                  </a:moveTo>
                  <a:lnTo>
                    <a:pt x="46113" y="104844"/>
                  </a:lnTo>
                  <a:lnTo>
                    <a:pt x="46113" y="160455"/>
                  </a:lnTo>
                  <a:lnTo>
                    <a:pt x="66532" y="160455"/>
                  </a:lnTo>
                  <a:lnTo>
                    <a:pt x="66532" y="104844"/>
                  </a:lnTo>
                  <a:close/>
                </a:path>
                <a:path w="635000" h="2134870">
                  <a:moveTo>
                    <a:pt x="66532" y="193784"/>
                  </a:moveTo>
                  <a:lnTo>
                    <a:pt x="46113" y="193784"/>
                  </a:lnTo>
                  <a:lnTo>
                    <a:pt x="46113" y="249395"/>
                  </a:lnTo>
                  <a:lnTo>
                    <a:pt x="66532" y="249395"/>
                  </a:lnTo>
                  <a:lnTo>
                    <a:pt x="66532" y="193784"/>
                  </a:lnTo>
                  <a:close/>
                </a:path>
                <a:path w="635000" h="2134870">
                  <a:moveTo>
                    <a:pt x="66532" y="282703"/>
                  </a:moveTo>
                  <a:lnTo>
                    <a:pt x="46113" y="282703"/>
                  </a:lnTo>
                  <a:lnTo>
                    <a:pt x="46113" y="338314"/>
                  </a:lnTo>
                  <a:lnTo>
                    <a:pt x="66532" y="338314"/>
                  </a:lnTo>
                  <a:lnTo>
                    <a:pt x="66532" y="282703"/>
                  </a:lnTo>
                  <a:close/>
                </a:path>
                <a:path w="635000" h="2134870">
                  <a:moveTo>
                    <a:pt x="66532" y="727339"/>
                  </a:moveTo>
                  <a:lnTo>
                    <a:pt x="46113" y="727339"/>
                  </a:lnTo>
                  <a:lnTo>
                    <a:pt x="46113" y="782949"/>
                  </a:lnTo>
                  <a:lnTo>
                    <a:pt x="66532" y="782949"/>
                  </a:lnTo>
                  <a:lnTo>
                    <a:pt x="66532" y="727339"/>
                  </a:lnTo>
                  <a:close/>
                </a:path>
                <a:path w="635000" h="2134870">
                  <a:moveTo>
                    <a:pt x="66532" y="816268"/>
                  </a:moveTo>
                  <a:lnTo>
                    <a:pt x="46113" y="816268"/>
                  </a:lnTo>
                  <a:lnTo>
                    <a:pt x="46113" y="871879"/>
                  </a:lnTo>
                  <a:lnTo>
                    <a:pt x="66532" y="871879"/>
                  </a:lnTo>
                  <a:lnTo>
                    <a:pt x="66532" y="816268"/>
                  </a:lnTo>
                  <a:close/>
                </a:path>
                <a:path w="635000" h="2134870">
                  <a:moveTo>
                    <a:pt x="66532" y="905197"/>
                  </a:moveTo>
                  <a:lnTo>
                    <a:pt x="46113" y="905197"/>
                  </a:lnTo>
                  <a:lnTo>
                    <a:pt x="46113" y="960808"/>
                  </a:lnTo>
                  <a:lnTo>
                    <a:pt x="66532" y="960808"/>
                  </a:lnTo>
                  <a:lnTo>
                    <a:pt x="66532" y="905197"/>
                  </a:lnTo>
                  <a:close/>
                </a:path>
                <a:path w="635000" h="2134870">
                  <a:moveTo>
                    <a:pt x="66532" y="994126"/>
                  </a:moveTo>
                  <a:lnTo>
                    <a:pt x="46113" y="994126"/>
                  </a:lnTo>
                  <a:lnTo>
                    <a:pt x="46113" y="1049737"/>
                  </a:lnTo>
                  <a:lnTo>
                    <a:pt x="66532" y="1049737"/>
                  </a:lnTo>
                  <a:lnTo>
                    <a:pt x="66532" y="994126"/>
                  </a:lnTo>
                  <a:close/>
                </a:path>
                <a:path w="635000" h="2134870">
                  <a:moveTo>
                    <a:pt x="66532" y="1083056"/>
                  </a:moveTo>
                  <a:lnTo>
                    <a:pt x="46113" y="1083056"/>
                  </a:lnTo>
                  <a:lnTo>
                    <a:pt x="46113" y="1138666"/>
                  </a:lnTo>
                  <a:lnTo>
                    <a:pt x="66532" y="1138666"/>
                  </a:lnTo>
                  <a:lnTo>
                    <a:pt x="66532" y="1083056"/>
                  </a:lnTo>
                  <a:close/>
                </a:path>
                <a:path w="635000" h="2134870">
                  <a:moveTo>
                    <a:pt x="66532" y="1171985"/>
                  </a:moveTo>
                  <a:lnTo>
                    <a:pt x="46113" y="1171985"/>
                  </a:lnTo>
                  <a:lnTo>
                    <a:pt x="46113" y="1227596"/>
                  </a:lnTo>
                  <a:lnTo>
                    <a:pt x="66532" y="1227596"/>
                  </a:lnTo>
                  <a:lnTo>
                    <a:pt x="66532" y="1171985"/>
                  </a:lnTo>
                  <a:close/>
                </a:path>
                <a:path w="635000" h="2134870">
                  <a:moveTo>
                    <a:pt x="66532" y="1260914"/>
                  </a:moveTo>
                  <a:lnTo>
                    <a:pt x="46113" y="1260914"/>
                  </a:lnTo>
                  <a:lnTo>
                    <a:pt x="46113" y="1316525"/>
                  </a:lnTo>
                  <a:lnTo>
                    <a:pt x="66532" y="1316525"/>
                  </a:lnTo>
                  <a:lnTo>
                    <a:pt x="66532" y="1260914"/>
                  </a:lnTo>
                  <a:close/>
                </a:path>
                <a:path w="635000" h="2134870">
                  <a:moveTo>
                    <a:pt x="66532" y="1349833"/>
                  </a:moveTo>
                  <a:lnTo>
                    <a:pt x="46113" y="1349833"/>
                  </a:lnTo>
                  <a:lnTo>
                    <a:pt x="46113" y="1405444"/>
                  </a:lnTo>
                  <a:lnTo>
                    <a:pt x="66532" y="1405444"/>
                  </a:lnTo>
                  <a:lnTo>
                    <a:pt x="66532" y="1349833"/>
                  </a:lnTo>
                  <a:close/>
                </a:path>
                <a:path w="635000" h="2134870">
                  <a:moveTo>
                    <a:pt x="66532" y="1438762"/>
                  </a:moveTo>
                  <a:lnTo>
                    <a:pt x="46113" y="1438762"/>
                  </a:lnTo>
                  <a:lnTo>
                    <a:pt x="46113" y="1494373"/>
                  </a:lnTo>
                  <a:lnTo>
                    <a:pt x="66532" y="1494373"/>
                  </a:lnTo>
                  <a:lnTo>
                    <a:pt x="66532" y="1438762"/>
                  </a:lnTo>
                  <a:close/>
                </a:path>
                <a:path w="635000" h="2134870">
                  <a:moveTo>
                    <a:pt x="66532" y="1527691"/>
                  </a:moveTo>
                  <a:lnTo>
                    <a:pt x="46113" y="1527691"/>
                  </a:lnTo>
                  <a:lnTo>
                    <a:pt x="46113" y="1583302"/>
                  </a:lnTo>
                  <a:lnTo>
                    <a:pt x="66532" y="1583302"/>
                  </a:lnTo>
                  <a:lnTo>
                    <a:pt x="66532" y="1527691"/>
                  </a:lnTo>
                  <a:close/>
                </a:path>
                <a:path w="635000" h="2134870">
                  <a:moveTo>
                    <a:pt x="66532" y="1616620"/>
                  </a:moveTo>
                  <a:lnTo>
                    <a:pt x="46113" y="1616620"/>
                  </a:lnTo>
                  <a:lnTo>
                    <a:pt x="46113" y="1672231"/>
                  </a:lnTo>
                  <a:lnTo>
                    <a:pt x="66532" y="1672231"/>
                  </a:lnTo>
                  <a:lnTo>
                    <a:pt x="66532" y="1616620"/>
                  </a:lnTo>
                  <a:close/>
                </a:path>
                <a:path w="635000" h="2134870">
                  <a:moveTo>
                    <a:pt x="66532" y="1705539"/>
                  </a:moveTo>
                  <a:lnTo>
                    <a:pt x="46113" y="1705539"/>
                  </a:lnTo>
                  <a:lnTo>
                    <a:pt x="46113" y="1761150"/>
                  </a:lnTo>
                  <a:lnTo>
                    <a:pt x="66532" y="1761150"/>
                  </a:lnTo>
                  <a:lnTo>
                    <a:pt x="66532" y="1705539"/>
                  </a:lnTo>
                  <a:close/>
                </a:path>
                <a:path w="635000" h="2134870">
                  <a:moveTo>
                    <a:pt x="66532" y="1794479"/>
                  </a:moveTo>
                  <a:lnTo>
                    <a:pt x="46113" y="1794479"/>
                  </a:lnTo>
                  <a:lnTo>
                    <a:pt x="46113" y="1850090"/>
                  </a:lnTo>
                  <a:lnTo>
                    <a:pt x="66532" y="1850090"/>
                  </a:lnTo>
                  <a:lnTo>
                    <a:pt x="66532" y="1794479"/>
                  </a:lnTo>
                  <a:close/>
                </a:path>
                <a:path w="635000" h="2134870">
                  <a:moveTo>
                    <a:pt x="66532" y="1883398"/>
                  </a:moveTo>
                  <a:lnTo>
                    <a:pt x="46113" y="1883398"/>
                  </a:lnTo>
                  <a:lnTo>
                    <a:pt x="46113" y="1939009"/>
                  </a:lnTo>
                  <a:lnTo>
                    <a:pt x="66532" y="1939009"/>
                  </a:lnTo>
                  <a:lnTo>
                    <a:pt x="66532" y="1883398"/>
                  </a:lnTo>
                  <a:close/>
                </a:path>
                <a:path w="635000" h="2134870">
                  <a:moveTo>
                    <a:pt x="66532" y="1972337"/>
                  </a:moveTo>
                  <a:lnTo>
                    <a:pt x="46113" y="1972337"/>
                  </a:lnTo>
                  <a:lnTo>
                    <a:pt x="46113" y="2027948"/>
                  </a:lnTo>
                  <a:lnTo>
                    <a:pt x="66532" y="2027948"/>
                  </a:lnTo>
                  <a:lnTo>
                    <a:pt x="66532" y="1972337"/>
                  </a:lnTo>
                  <a:close/>
                </a:path>
                <a:path w="635000" h="2134870">
                  <a:moveTo>
                    <a:pt x="66532" y="2061256"/>
                  </a:moveTo>
                  <a:lnTo>
                    <a:pt x="46113" y="2061256"/>
                  </a:lnTo>
                  <a:lnTo>
                    <a:pt x="46113" y="2116867"/>
                  </a:lnTo>
                  <a:lnTo>
                    <a:pt x="66532" y="2116867"/>
                  </a:lnTo>
                  <a:lnTo>
                    <a:pt x="66532" y="206125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33" name="object 5233" descr=""/>
            <p:cNvSpPr/>
            <p:nvPr/>
          </p:nvSpPr>
          <p:spPr>
            <a:xfrm>
              <a:off x="6837247" y="7972332"/>
              <a:ext cx="415290" cy="2134870"/>
            </a:xfrm>
            <a:custGeom>
              <a:avLst/>
              <a:gdLst/>
              <a:ahLst/>
              <a:cxnLst/>
              <a:rect l="l" t="t" r="r" b="b"/>
              <a:pathLst>
                <a:path w="415290" h="2134870">
                  <a:moveTo>
                    <a:pt x="415275" y="0"/>
                  </a:moveTo>
                  <a:lnTo>
                    <a:pt x="0" y="0"/>
                  </a:lnTo>
                  <a:lnTo>
                    <a:pt x="0" y="2134793"/>
                  </a:lnTo>
                  <a:lnTo>
                    <a:pt x="415275" y="2134793"/>
                  </a:lnTo>
                  <a:lnTo>
                    <a:pt x="4152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4" name="object 5234" descr=""/>
            <p:cNvSpPr/>
            <p:nvPr/>
          </p:nvSpPr>
          <p:spPr>
            <a:xfrm>
              <a:off x="6837247" y="7972332"/>
              <a:ext cx="415290" cy="2134870"/>
            </a:xfrm>
            <a:custGeom>
              <a:avLst/>
              <a:gdLst/>
              <a:ahLst/>
              <a:cxnLst/>
              <a:rect l="l" t="t" r="r" b="b"/>
              <a:pathLst>
                <a:path w="415290" h="2134870">
                  <a:moveTo>
                    <a:pt x="415275" y="0"/>
                  </a:moveTo>
                  <a:lnTo>
                    <a:pt x="0" y="0"/>
                  </a:lnTo>
                  <a:lnTo>
                    <a:pt x="0" y="2134793"/>
                  </a:lnTo>
                  <a:lnTo>
                    <a:pt x="415275" y="2134793"/>
                  </a:lnTo>
                  <a:lnTo>
                    <a:pt x="415275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35" name="object 5235" descr=""/>
            <p:cNvSpPr/>
            <p:nvPr/>
          </p:nvSpPr>
          <p:spPr>
            <a:xfrm>
              <a:off x="6837247" y="9422508"/>
              <a:ext cx="415290" cy="16510"/>
            </a:xfrm>
            <a:custGeom>
              <a:avLst/>
              <a:gdLst/>
              <a:ahLst/>
              <a:cxnLst/>
              <a:rect l="l" t="t" r="r" b="b"/>
              <a:pathLst>
                <a:path w="415290" h="16509">
                  <a:moveTo>
                    <a:pt x="415275" y="0"/>
                  </a:moveTo>
                  <a:lnTo>
                    <a:pt x="0" y="0"/>
                  </a:lnTo>
                  <a:lnTo>
                    <a:pt x="0" y="16062"/>
                  </a:lnTo>
                  <a:lnTo>
                    <a:pt x="415275" y="16062"/>
                  </a:lnTo>
                  <a:lnTo>
                    <a:pt x="4152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6" name="object 5236" descr=""/>
            <p:cNvSpPr/>
            <p:nvPr/>
          </p:nvSpPr>
          <p:spPr>
            <a:xfrm>
              <a:off x="6832011" y="9430539"/>
              <a:ext cx="426084" cy="0"/>
            </a:xfrm>
            <a:custGeom>
              <a:avLst/>
              <a:gdLst/>
              <a:ahLst/>
              <a:cxnLst/>
              <a:rect l="l" t="t" r="r" b="b"/>
              <a:pathLst>
                <a:path w="426084" h="0">
                  <a:moveTo>
                    <a:pt x="0" y="0"/>
                  </a:moveTo>
                  <a:lnTo>
                    <a:pt x="105979" y="0"/>
                  </a:lnTo>
                </a:path>
                <a:path w="426084" h="0">
                  <a:moveTo>
                    <a:pt x="319763" y="0"/>
                  </a:moveTo>
                  <a:lnTo>
                    <a:pt x="425746" y="0"/>
                  </a:lnTo>
                </a:path>
              </a:pathLst>
            </a:custGeom>
            <a:ln w="26533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37" name="object 5237" descr=""/>
            <p:cNvSpPr/>
            <p:nvPr/>
          </p:nvSpPr>
          <p:spPr>
            <a:xfrm>
              <a:off x="6837247" y="9341945"/>
              <a:ext cx="415290" cy="16510"/>
            </a:xfrm>
            <a:custGeom>
              <a:avLst/>
              <a:gdLst/>
              <a:ahLst/>
              <a:cxnLst/>
              <a:rect l="l" t="t" r="r" b="b"/>
              <a:pathLst>
                <a:path w="415290" h="16509">
                  <a:moveTo>
                    <a:pt x="415275" y="0"/>
                  </a:moveTo>
                  <a:lnTo>
                    <a:pt x="0" y="0"/>
                  </a:lnTo>
                  <a:lnTo>
                    <a:pt x="0" y="16072"/>
                  </a:lnTo>
                  <a:lnTo>
                    <a:pt x="415275" y="16072"/>
                  </a:lnTo>
                  <a:lnTo>
                    <a:pt x="4152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8" name="object 5238" descr=""/>
            <p:cNvSpPr/>
            <p:nvPr/>
          </p:nvSpPr>
          <p:spPr>
            <a:xfrm>
              <a:off x="6832011" y="9349982"/>
              <a:ext cx="426084" cy="0"/>
            </a:xfrm>
            <a:custGeom>
              <a:avLst/>
              <a:gdLst/>
              <a:ahLst/>
              <a:cxnLst/>
              <a:rect l="l" t="t" r="r" b="b"/>
              <a:pathLst>
                <a:path w="426084" h="0">
                  <a:moveTo>
                    <a:pt x="0" y="0"/>
                  </a:moveTo>
                  <a:lnTo>
                    <a:pt x="105979" y="0"/>
                  </a:lnTo>
                </a:path>
                <a:path w="426084" h="0">
                  <a:moveTo>
                    <a:pt x="319763" y="0"/>
                  </a:moveTo>
                  <a:lnTo>
                    <a:pt x="425746" y="0"/>
                  </a:lnTo>
                </a:path>
              </a:pathLst>
            </a:custGeom>
            <a:ln w="26543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39" name="object 5239" descr=""/>
            <p:cNvSpPr/>
            <p:nvPr/>
          </p:nvSpPr>
          <p:spPr>
            <a:xfrm>
              <a:off x="6837247" y="9261382"/>
              <a:ext cx="415290" cy="16510"/>
            </a:xfrm>
            <a:custGeom>
              <a:avLst/>
              <a:gdLst/>
              <a:ahLst/>
              <a:cxnLst/>
              <a:rect l="l" t="t" r="r" b="b"/>
              <a:pathLst>
                <a:path w="415290" h="16509">
                  <a:moveTo>
                    <a:pt x="415275" y="0"/>
                  </a:moveTo>
                  <a:lnTo>
                    <a:pt x="0" y="0"/>
                  </a:lnTo>
                  <a:lnTo>
                    <a:pt x="0" y="16072"/>
                  </a:lnTo>
                  <a:lnTo>
                    <a:pt x="415275" y="16072"/>
                  </a:lnTo>
                  <a:lnTo>
                    <a:pt x="4152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0" name="object 5240" descr=""/>
            <p:cNvSpPr/>
            <p:nvPr/>
          </p:nvSpPr>
          <p:spPr>
            <a:xfrm>
              <a:off x="6832011" y="9269419"/>
              <a:ext cx="426084" cy="0"/>
            </a:xfrm>
            <a:custGeom>
              <a:avLst/>
              <a:gdLst/>
              <a:ahLst/>
              <a:cxnLst/>
              <a:rect l="l" t="t" r="r" b="b"/>
              <a:pathLst>
                <a:path w="426084" h="0">
                  <a:moveTo>
                    <a:pt x="0" y="0"/>
                  </a:moveTo>
                  <a:lnTo>
                    <a:pt x="105979" y="0"/>
                  </a:lnTo>
                </a:path>
                <a:path w="426084" h="0">
                  <a:moveTo>
                    <a:pt x="319763" y="0"/>
                  </a:moveTo>
                  <a:lnTo>
                    <a:pt x="425746" y="0"/>
                  </a:lnTo>
                </a:path>
              </a:pathLst>
            </a:custGeom>
            <a:ln w="26543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41" name="object 5241" descr=""/>
            <p:cNvSpPr/>
            <p:nvPr/>
          </p:nvSpPr>
          <p:spPr>
            <a:xfrm>
              <a:off x="6837247" y="9180819"/>
              <a:ext cx="415290" cy="16510"/>
            </a:xfrm>
            <a:custGeom>
              <a:avLst/>
              <a:gdLst/>
              <a:ahLst/>
              <a:cxnLst/>
              <a:rect l="l" t="t" r="r" b="b"/>
              <a:pathLst>
                <a:path w="415290" h="16509">
                  <a:moveTo>
                    <a:pt x="415275" y="0"/>
                  </a:moveTo>
                  <a:lnTo>
                    <a:pt x="0" y="0"/>
                  </a:lnTo>
                  <a:lnTo>
                    <a:pt x="0" y="16062"/>
                  </a:lnTo>
                  <a:lnTo>
                    <a:pt x="415275" y="16062"/>
                  </a:lnTo>
                  <a:lnTo>
                    <a:pt x="4152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2" name="object 5242" descr=""/>
            <p:cNvSpPr/>
            <p:nvPr/>
          </p:nvSpPr>
          <p:spPr>
            <a:xfrm>
              <a:off x="6832011" y="9188850"/>
              <a:ext cx="426084" cy="0"/>
            </a:xfrm>
            <a:custGeom>
              <a:avLst/>
              <a:gdLst/>
              <a:ahLst/>
              <a:cxnLst/>
              <a:rect l="l" t="t" r="r" b="b"/>
              <a:pathLst>
                <a:path w="426084" h="0">
                  <a:moveTo>
                    <a:pt x="0" y="0"/>
                  </a:moveTo>
                  <a:lnTo>
                    <a:pt x="105979" y="0"/>
                  </a:lnTo>
                </a:path>
                <a:path w="426084" h="0">
                  <a:moveTo>
                    <a:pt x="319763" y="0"/>
                  </a:moveTo>
                  <a:lnTo>
                    <a:pt x="425746" y="0"/>
                  </a:lnTo>
                </a:path>
              </a:pathLst>
            </a:custGeom>
            <a:ln w="26533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43" name="object 5243" descr=""/>
            <p:cNvSpPr/>
            <p:nvPr/>
          </p:nvSpPr>
          <p:spPr>
            <a:xfrm>
              <a:off x="6837247" y="9100246"/>
              <a:ext cx="415290" cy="16510"/>
            </a:xfrm>
            <a:custGeom>
              <a:avLst/>
              <a:gdLst/>
              <a:ahLst/>
              <a:cxnLst/>
              <a:rect l="l" t="t" r="r" b="b"/>
              <a:pathLst>
                <a:path w="415290" h="16509">
                  <a:moveTo>
                    <a:pt x="415275" y="0"/>
                  </a:moveTo>
                  <a:lnTo>
                    <a:pt x="0" y="0"/>
                  </a:lnTo>
                  <a:lnTo>
                    <a:pt x="0" y="16072"/>
                  </a:lnTo>
                  <a:lnTo>
                    <a:pt x="415275" y="16072"/>
                  </a:lnTo>
                  <a:lnTo>
                    <a:pt x="4152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4" name="object 5244" descr=""/>
            <p:cNvSpPr/>
            <p:nvPr/>
          </p:nvSpPr>
          <p:spPr>
            <a:xfrm>
              <a:off x="6832011" y="9108282"/>
              <a:ext cx="426084" cy="0"/>
            </a:xfrm>
            <a:custGeom>
              <a:avLst/>
              <a:gdLst/>
              <a:ahLst/>
              <a:cxnLst/>
              <a:rect l="l" t="t" r="r" b="b"/>
              <a:pathLst>
                <a:path w="426084" h="0">
                  <a:moveTo>
                    <a:pt x="0" y="0"/>
                  </a:moveTo>
                  <a:lnTo>
                    <a:pt x="105979" y="0"/>
                  </a:lnTo>
                </a:path>
                <a:path w="426084" h="0">
                  <a:moveTo>
                    <a:pt x="319763" y="0"/>
                  </a:moveTo>
                  <a:lnTo>
                    <a:pt x="425746" y="0"/>
                  </a:lnTo>
                </a:path>
              </a:pathLst>
            </a:custGeom>
            <a:ln w="26543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45" name="object 5245" descr=""/>
            <p:cNvSpPr/>
            <p:nvPr/>
          </p:nvSpPr>
          <p:spPr>
            <a:xfrm>
              <a:off x="6837247" y="9019683"/>
              <a:ext cx="415290" cy="16510"/>
            </a:xfrm>
            <a:custGeom>
              <a:avLst/>
              <a:gdLst/>
              <a:ahLst/>
              <a:cxnLst/>
              <a:rect l="l" t="t" r="r" b="b"/>
              <a:pathLst>
                <a:path w="415290" h="16509">
                  <a:moveTo>
                    <a:pt x="415275" y="0"/>
                  </a:moveTo>
                  <a:lnTo>
                    <a:pt x="0" y="0"/>
                  </a:lnTo>
                  <a:lnTo>
                    <a:pt x="0" y="16072"/>
                  </a:lnTo>
                  <a:lnTo>
                    <a:pt x="415275" y="16072"/>
                  </a:lnTo>
                  <a:lnTo>
                    <a:pt x="4152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6" name="object 5246" descr=""/>
            <p:cNvSpPr/>
            <p:nvPr/>
          </p:nvSpPr>
          <p:spPr>
            <a:xfrm>
              <a:off x="6832011" y="9027719"/>
              <a:ext cx="426084" cy="0"/>
            </a:xfrm>
            <a:custGeom>
              <a:avLst/>
              <a:gdLst/>
              <a:ahLst/>
              <a:cxnLst/>
              <a:rect l="l" t="t" r="r" b="b"/>
              <a:pathLst>
                <a:path w="426084" h="0">
                  <a:moveTo>
                    <a:pt x="0" y="0"/>
                  </a:moveTo>
                  <a:lnTo>
                    <a:pt x="105979" y="0"/>
                  </a:lnTo>
                </a:path>
                <a:path w="426084" h="0">
                  <a:moveTo>
                    <a:pt x="319763" y="0"/>
                  </a:moveTo>
                  <a:lnTo>
                    <a:pt x="425746" y="0"/>
                  </a:lnTo>
                </a:path>
              </a:pathLst>
            </a:custGeom>
            <a:ln w="26543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47" name="object 5247" descr=""/>
            <p:cNvSpPr/>
            <p:nvPr/>
          </p:nvSpPr>
          <p:spPr>
            <a:xfrm>
              <a:off x="6837247" y="8939120"/>
              <a:ext cx="415290" cy="16510"/>
            </a:xfrm>
            <a:custGeom>
              <a:avLst/>
              <a:gdLst/>
              <a:ahLst/>
              <a:cxnLst/>
              <a:rect l="l" t="t" r="r" b="b"/>
              <a:pathLst>
                <a:path w="415290" h="16509">
                  <a:moveTo>
                    <a:pt x="415275" y="0"/>
                  </a:moveTo>
                  <a:lnTo>
                    <a:pt x="0" y="0"/>
                  </a:lnTo>
                  <a:lnTo>
                    <a:pt x="0" y="16072"/>
                  </a:lnTo>
                  <a:lnTo>
                    <a:pt x="415275" y="16072"/>
                  </a:lnTo>
                  <a:lnTo>
                    <a:pt x="4152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8" name="object 5248" descr=""/>
            <p:cNvSpPr/>
            <p:nvPr/>
          </p:nvSpPr>
          <p:spPr>
            <a:xfrm>
              <a:off x="6832011" y="8942168"/>
              <a:ext cx="426084" cy="13335"/>
            </a:xfrm>
            <a:custGeom>
              <a:avLst/>
              <a:gdLst/>
              <a:ahLst/>
              <a:cxnLst/>
              <a:rect l="l" t="t" r="r" b="b"/>
              <a:pathLst>
                <a:path w="426084" h="13334">
                  <a:moveTo>
                    <a:pt x="0" y="13271"/>
                  </a:moveTo>
                  <a:lnTo>
                    <a:pt x="425746" y="13271"/>
                  </a:lnTo>
                </a:path>
                <a:path w="426084" h="13334">
                  <a:moveTo>
                    <a:pt x="0" y="0"/>
                  </a:moveTo>
                  <a:lnTo>
                    <a:pt x="144909" y="0"/>
                  </a:lnTo>
                </a:path>
                <a:path w="426084" h="13334">
                  <a:moveTo>
                    <a:pt x="280832" y="0"/>
                  </a:moveTo>
                  <a:lnTo>
                    <a:pt x="425746" y="0"/>
                  </a:lnTo>
                </a:path>
              </a:pathLst>
            </a:custGeom>
            <a:ln w="9976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49" name="object 5249" descr=""/>
            <p:cNvSpPr/>
            <p:nvPr/>
          </p:nvSpPr>
          <p:spPr>
            <a:xfrm>
              <a:off x="6837247" y="8858557"/>
              <a:ext cx="415290" cy="16510"/>
            </a:xfrm>
            <a:custGeom>
              <a:avLst/>
              <a:gdLst/>
              <a:ahLst/>
              <a:cxnLst/>
              <a:rect l="l" t="t" r="r" b="b"/>
              <a:pathLst>
                <a:path w="415290" h="16509">
                  <a:moveTo>
                    <a:pt x="415275" y="0"/>
                  </a:moveTo>
                  <a:lnTo>
                    <a:pt x="0" y="0"/>
                  </a:lnTo>
                  <a:lnTo>
                    <a:pt x="0" y="16062"/>
                  </a:lnTo>
                  <a:lnTo>
                    <a:pt x="415275" y="16062"/>
                  </a:lnTo>
                  <a:lnTo>
                    <a:pt x="4152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0" name="object 5250" descr=""/>
            <p:cNvSpPr/>
            <p:nvPr/>
          </p:nvSpPr>
          <p:spPr>
            <a:xfrm>
              <a:off x="6832011" y="8866588"/>
              <a:ext cx="426084" cy="0"/>
            </a:xfrm>
            <a:custGeom>
              <a:avLst/>
              <a:gdLst/>
              <a:ahLst/>
              <a:cxnLst/>
              <a:rect l="l" t="t" r="r" b="b"/>
              <a:pathLst>
                <a:path w="426084" h="0">
                  <a:moveTo>
                    <a:pt x="0" y="0"/>
                  </a:moveTo>
                  <a:lnTo>
                    <a:pt x="144909" y="0"/>
                  </a:lnTo>
                </a:path>
                <a:path w="426084" h="0">
                  <a:moveTo>
                    <a:pt x="280832" y="0"/>
                  </a:moveTo>
                  <a:lnTo>
                    <a:pt x="425746" y="0"/>
                  </a:lnTo>
                </a:path>
              </a:pathLst>
            </a:custGeom>
            <a:ln w="26533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51" name="object 5251" descr=""/>
            <p:cNvSpPr/>
            <p:nvPr/>
          </p:nvSpPr>
          <p:spPr>
            <a:xfrm>
              <a:off x="6837247" y="8777994"/>
              <a:ext cx="415290" cy="16510"/>
            </a:xfrm>
            <a:custGeom>
              <a:avLst/>
              <a:gdLst/>
              <a:ahLst/>
              <a:cxnLst/>
              <a:rect l="l" t="t" r="r" b="b"/>
              <a:pathLst>
                <a:path w="415290" h="16509">
                  <a:moveTo>
                    <a:pt x="415275" y="0"/>
                  </a:moveTo>
                  <a:lnTo>
                    <a:pt x="0" y="0"/>
                  </a:lnTo>
                  <a:lnTo>
                    <a:pt x="0" y="16072"/>
                  </a:lnTo>
                  <a:lnTo>
                    <a:pt x="415275" y="16072"/>
                  </a:lnTo>
                  <a:lnTo>
                    <a:pt x="4152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2" name="object 5252" descr=""/>
            <p:cNvSpPr/>
            <p:nvPr/>
          </p:nvSpPr>
          <p:spPr>
            <a:xfrm>
              <a:off x="6832011" y="8786030"/>
              <a:ext cx="426084" cy="0"/>
            </a:xfrm>
            <a:custGeom>
              <a:avLst/>
              <a:gdLst/>
              <a:ahLst/>
              <a:cxnLst/>
              <a:rect l="l" t="t" r="r" b="b"/>
              <a:pathLst>
                <a:path w="426084" h="0">
                  <a:moveTo>
                    <a:pt x="0" y="0"/>
                  </a:moveTo>
                  <a:lnTo>
                    <a:pt x="144909" y="0"/>
                  </a:lnTo>
                </a:path>
                <a:path w="426084" h="0">
                  <a:moveTo>
                    <a:pt x="280832" y="0"/>
                  </a:moveTo>
                  <a:lnTo>
                    <a:pt x="425746" y="0"/>
                  </a:lnTo>
                </a:path>
              </a:pathLst>
            </a:custGeom>
            <a:ln w="26543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53" name="object 5253" descr=""/>
            <p:cNvSpPr/>
            <p:nvPr/>
          </p:nvSpPr>
          <p:spPr>
            <a:xfrm>
              <a:off x="6837247" y="8697420"/>
              <a:ext cx="415290" cy="16510"/>
            </a:xfrm>
            <a:custGeom>
              <a:avLst/>
              <a:gdLst/>
              <a:ahLst/>
              <a:cxnLst/>
              <a:rect l="l" t="t" r="r" b="b"/>
              <a:pathLst>
                <a:path w="415290" h="16509">
                  <a:moveTo>
                    <a:pt x="415275" y="0"/>
                  </a:moveTo>
                  <a:lnTo>
                    <a:pt x="0" y="0"/>
                  </a:lnTo>
                  <a:lnTo>
                    <a:pt x="0" y="16072"/>
                  </a:lnTo>
                  <a:lnTo>
                    <a:pt x="415275" y="16072"/>
                  </a:lnTo>
                  <a:lnTo>
                    <a:pt x="4152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4" name="object 5254" descr=""/>
            <p:cNvSpPr/>
            <p:nvPr/>
          </p:nvSpPr>
          <p:spPr>
            <a:xfrm>
              <a:off x="6832011" y="8705457"/>
              <a:ext cx="426084" cy="0"/>
            </a:xfrm>
            <a:custGeom>
              <a:avLst/>
              <a:gdLst/>
              <a:ahLst/>
              <a:cxnLst/>
              <a:rect l="l" t="t" r="r" b="b"/>
              <a:pathLst>
                <a:path w="426084" h="0">
                  <a:moveTo>
                    <a:pt x="0" y="0"/>
                  </a:moveTo>
                  <a:lnTo>
                    <a:pt x="144909" y="0"/>
                  </a:lnTo>
                </a:path>
                <a:path w="426084" h="0">
                  <a:moveTo>
                    <a:pt x="280832" y="0"/>
                  </a:moveTo>
                  <a:lnTo>
                    <a:pt x="425746" y="0"/>
                  </a:lnTo>
                </a:path>
              </a:pathLst>
            </a:custGeom>
            <a:ln w="26543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55" name="object 5255" descr=""/>
            <p:cNvSpPr/>
            <p:nvPr/>
          </p:nvSpPr>
          <p:spPr>
            <a:xfrm>
              <a:off x="6837247" y="8616857"/>
              <a:ext cx="415290" cy="16510"/>
            </a:xfrm>
            <a:custGeom>
              <a:avLst/>
              <a:gdLst/>
              <a:ahLst/>
              <a:cxnLst/>
              <a:rect l="l" t="t" r="r" b="b"/>
              <a:pathLst>
                <a:path w="415290" h="16509">
                  <a:moveTo>
                    <a:pt x="415275" y="0"/>
                  </a:moveTo>
                  <a:lnTo>
                    <a:pt x="0" y="0"/>
                  </a:lnTo>
                  <a:lnTo>
                    <a:pt x="0" y="16062"/>
                  </a:lnTo>
                  <a:lnTo>
                    <a:pt x="415275" y="16062"/>
                  </a:lnTo>
                  <a:lnTo>
                    <a:pt x="4152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6" name="object 5256" descr=""/>
            <p:cNvSpPr/>
            <p:nvPr/>
          </p:nvSpPr>
          <p:spPr>
            <a:xfrm>
              <a:off x="6832011" y="8624888"/>
              <a:ext cx="426084" cy="0"/>
            </a:xfrm>
            <a:custGeom>
              <a:avLst/>
              <a:gdLst/>
              <a:ahLst/>
              <a:cxnLst/>
              <a:rect l="l" t="t" r="r" b="b"/>
              <a:pathLst>
                <a:path w="426084" h="0">
                  <a:moveTo>
                    <a:pt x="0" y="0"/>
                  </a:moveTo>
                  <a:lnTo>
                    <a:pt x="144909" y="0"/>
                  </a:lnTo>
                </a:path>
                <a:path w="426084" h="0">
                  <a:moveTo>
                    <a:pt x="280832" y="0"/>
                  </a:moveTo>
                  <a:lnTo>
                    <a:pt x="425746" y="0"/>
                  </a:lnTo>
                </a:path>
              </a:pathLst>
            </a:custGeom>
            <a:ln w="26533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57" name="object 5257" descr=""/>
            <p:cNvSpPr/>
            <p:nvPr/>
          </p:nvSpPr>
          <p:spPr>
            <a:xfrm>
              <a:off x="6837247" y="8536294"/>
              <a:ext cx="415290" cy="16510"/>
            </a:xfrm>
            <a:custGeom>
              <a:avLst/>
              <a:gdLst/>
              <a:ahLst/>
              <a:cxnLst/>
              <a:rect l="l" t="t" r="r" b="b"/>
              <a:pathLst>
                <a:path w="415290" h="16509">
                  <a:moveTo>
                    <a:pt x="415275" y="0"/>
                  </a:moveTo>
                  <a:lnTo>
                    <a:pt x="0" y="0"/>
                  </a:lnTo>
                  <a:lnTo>
                    <a:pt x="0" y="16062"/>
                  </a:lnTo>
                  <a:lnTo>
                    <a:pt x="415275" y="16062"/>
                  </a:lnTo>
                  <a:lnTo>
                    <a:pt x="4152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8" name="object 5258" descr=""/>
            <p:cNvSpPr/>
            <p:nvPr/>
          </p:nvSpPr>
          <p:spPr>
            <a:xfrm>
              <a:off x="6832011" y="8544325"/>
              <a:ext cx="426084" cy="0"/>
            </a:xfrm>
            <a:custGeom>
              <a:avLst/>
              <a:gdLst/>
              <a:ahLst/>
              <a:cxnLst/>
              <a:rect l="l" t="t" r="r" b="b"/>
              <a:pathLst>
                <a:path w="426084" h="0">
                  <a:moveTo>
                    <a:pt x="0" y="0"/>
                  </a:moveTo>
                  <a:lnTo>
                    <a:pt x="144909" y="0"/>
                  </a:lnTo>
                </a:path>
                <a:path w="426084" h="0">
                  <a:moveTo>
                    <a:pt x="280832" y="0"/>
                  </a:moveTo>
                  <a:lnTo>
                    <a:pt x="425746" y="0"/>
                  </a:lnTo>
                </a:path>
              </a:pathLst>
            </a:custGeom>
            <a:ln w="26533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59" name="object 5259" descr=""/>
            <p:cNvSpPr/>
            <p:nvPr/>
          </p:nvSpPr>
          <p:spPr>
            <a:xfrm>
              <a:off x="6837247" y="8455731"/>
              <a:ext cx="415290" cy="16510"/>
            </a:xfrm>
            <a:custGeom>
              <a:avLst/>
              <a:gdLst/>
              <a:ahLst/>
              <a:cxnLst/>
              <a:rect l="l" t="t" r="r" b="b"/>
              <a:pathLst>
                <a:path w="415290" h="16509">
                  <a:moveTo>
                    <a:pt x="415275" y="0"/>
                  </a:moveTo>
                  <a:lnTo>
                    <a:pt x="0" y="0"/>
                  </a:lnTo>
                  <a:lnTo>
                    <a:pt x="0" y="16072"/>
                  </a:lnTo>
                  <a:lnTo>
                    <a:pt x="415275" y="16072"/>
                  </a:lnTo>
                  <a:lnTo>
                    <a:pt x="4152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0" name="object 5260" descr=""/>
            <p:cNvSpPr/>
            <p:nvPr/>
          </p:nvSpPr>
          <p:spPr>
            <a:xfrm>
              <a:off x="6832011" y="8463768"/>
              <a:ext cx="426084" cy="0"/>
            </a:xfrm>
            <a:custGeom>
              <a:avLst/>
              <a:gdLst/>
              <a:ahLst/>
              <a:cxnLst/>
              <a:rect l="l" t="t" r="r" b="b"/>
              <a:pathLst>
                <a:path w="426084" h="0">
                  <a:moveTo>
                    <a:pt x="0" y="0"/>
                  </a:moveTo>
                  <a:lnTo>
                    <a:pt x="144909" y="0"/>
                  </a:lnTo>
                </a:path>
                <a:path w="426084" h="0">
                  <a:moveTo>
                    <a:pt x="280832" y="0"/>
                  </a:moveTo>
                  <a:lnTo>
                    <a:pt x="425746" y="0"/>
                  </a:lnTo>
                </a:path>
              </a:pathLst>
            </a:custGeom>
            <a:ln w="26543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61" name="object 5261" descr=""/>
            <p:cNvSpPr/>
            <p:nvPr/>
          </p:nvSpPr>
          <p:spPr>
            <a:xfrm>
              <a:off x="6837247" y="8294595"/>
              <a:ext cx="415290" cy="16510"/>
            </a:xfrm>
            <a:custGeom>
              <a:avLst/>
              <a:gdLst/>
              <a:ahLst/>
              <a:cxnLst/>
              <a:rect l="l" t="t" r="r" b="b"/>
              <a:pathLst>
                <a:path w="415290" h="16509">
                  <a:moveTo>
                    <a:pt x="415275" y="0"/>
                  </a:moveTo>
                  <a:lnTo>
                    <a:pt x="0" y="0"/>
                  </a:lnTo>
                  <a:lnTo>
                    <a:pt x="0" y="16062"/>
                  </a:lnTo>
                  <a:lnTo>
                    <a:pt x="415275" y="16062"/>
                  </a:lnTo>
                  <a:lnTo>
                    <a:pt x="4152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2" name="object 5262" descr=""/>
            <p:cNvSpPr/>
            <p:nvPr/>
          </p:nvSpPr>
          <p:spPr>
            <a:xfrm>
              <a:off x="6837247" y="8294595"/>
              <a:ext cx="415290" cy="16510"/>
            </a:xfrm>
            <a:custGeom>
              <a:avLst/>
              <a:gdLst/>
              <a:ahLst/>
              <a:cxnLst/>
              <a:rect l="l" t="t" r="r" b="b"/>
              <a:pathLst>
                <a:path w="415290" h="16509">
                  <a:moveTo>
                    <a:pt x="415275" y="0"/>
                  </a:moveTo>
                  <a:lnTo>
                    <a:pt x="0" y="0"/>
                  </a:lnTo>
                  <a:lnTo>
                    <a:pt x="0" y="16062"/>
                  </a:lnTo>
                  <a:lnTo>
                    <a:pt x="415275" y="16062"/>
                  </a:lnTo>
                  <a:lnTo>
                    <a:pt x="415275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63" name="object 5263" descr=""/>
            <p:cNvSpPr/>
            <p:nvPr/>
          </p:nvSpPr>
          <p:spPr>
            <a:xfrm>
              <a:off x="6837247" y="8375158"/>
              <a:ext cx="415290" cy="16510"/>
            </a:xfrm>
            <a:custGeom>
              <a:avLst/>
              <a:gdLst/>
              <a:ahLst/>
              <a:cxnLst/>
              <a:rect l="l" t="t" r="r" b="b"/>
              <a:pathLst>
                <a:path w="415290" h="16509">
                  <a:moveTo>
                    <a:pt x="415275" y="0"/>
                  </a:moveTo>
                  <a:lnTo>
                    <a:pt x="0" y="0"/>
                  </a:lnTo>
                  <a:lnTo>
                    <a:pt x="0" y="16072"/>
                  </a:lnTo>
                  <a:lnTo>
                    <a:pt x="415275" y="16072"/>
                  </a:lnTo>
                  <a:lnTo>
                    <a:pt x="4152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4" name="object 5264" descr=""/>
            <p:cNvSpPr/>
            <p:nvPr/>
          </p:nvSpPr>
          <p:spPr>
            <a:xfrm>
              <a:off x="6832011" y="8383194"/>
              <a:ext cx="426084" cy="0"/>
            </a:xfrm>
            <a:custGeom>
              <a:avLst/>
              <a:gdLst/>
              <a:ahLst/>
              <a:cxnLst/>
              <a:rect l="l" t="t" r="r" b="b"/>
              <a:pathLst>
                <a:path w="426084" h="0">
                  <a:moveTo>
                    <a:pt x="0" y="0"/>
                  </a:moveTo>
                  <a:lnTo>
                    <a:pt x="144909" y="0"/>
                  </a:lnTo>
                </a:path>
                <a:path w="426084" h="0">
                  <a:moveTo>
                    <a:pt x="280832" y="0"/>
                  </a:moveTo>
                  <a:lnTo>
                    <a:pt x="425746" y="0"/>
                  </a:lnTo>
                </a:path>
              </a:pathLst>
            </a:custGeom>
            <a:ln w="26543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65" name="object 5265" descr=""/>
            <p:cNvSpPr/>
            <p:nvPr/>
          </p:nvSpPr>
          <p:spPr>
            <a:xfrm>
              <a:off x="6837247" y="8214032"/>
              <a:ext cx="415290" cy="16510"/>
            </a:xfrm>
            <a:custGeom>
              <a:avLst/>
              <a:gdLst/>
              <a:ahLst/>
              <a:cxnLst/>
              <a:rect l="l" t="t" r="r" b="b"/>
              <a:pathLst>
                <a:path w="415290" h="16509">
                  <a:moveTo>
                    <a:pt x="415275" y="0"/>
                  </a:moveTo>
                  <a:lnTo>
                    <a:pt x="0" y="0"/>
                  </a:lnTo>
                  <a:lnTo>
                    <a:pt x="0" y="16062"/>
                  </a:lnTo>
                  <a:lnTo>
                    <a:pt x="415275" y="16062"/>
                  </a:lnTo>
                  <a:lnTo>
                    <a:pt x="4152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6" name="object 5266" descr=""/>
            <p:cNvSpPr/>
            <p:nvPr/>
          </p:nvSpPr>
          <p:spPr>
            <a:xfrm>
              <a:off x="6832011" y="8222063"/>
              <a:ext cx="426084" cy="0"/>
            </a:xfrm>
            <a:custGeom>
              <a:avLst/>
              <a:gdLst/>
              <a:ahLst/>
              <a:cxnLst/>
              <a:rect l="l" t="t" r="r" b="b"/>
              <a:pathLst>
                <a:path w="426084" h="0">
                  <a:moveTo>
                    <a:pt x="0" y="0"/>
                  </a:moveTo>
                  <a:lnTo>
                    <a:pt x="175952" y="0"/>
                  </a:lnTo>
                </a:path>
                <a:path w="426084" h="0">
                  <a:moveTo>
                    <a:pt x="249793" y="0"/>
                  </a:moveTo>
                  <a:lnTo>
                    <a:pt x="425746" y="0"/>
                  </a:lnTo>
                </a:path>
              </a:pathLst>
            </a:custGeom>
            <a:ln w="26533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67" name="object 5267" descr=""/>
            <p:cNvSpPr/>
            <p:nvPr/>
          </p:nvSpPr>
          <p:spPr>
            <a:xfrm>
              <a:off x="6837247" y="8133469"/>
              <a:ext cx="415290" cy="16510"/>
            </a:xfrm>
            <a:custGeom>
              <a:avLst/>
              <a:gdLst/>
              <a:ahLst/>
              <a:cxnLst/>
              <a:rect l="l" t="t" r="r" b="b"/>
              <a:pathLst>
                <a:path w="415290" h="16509">
                  <a:moveTo>
                    <a:pt x="415275" y="0"/>
                  </a:moveTo>
                  <a:lnTo>
                    <a:pt x="0" y="0"/>
                  </a:lnTo>
                  <a:lnTo>
                    <a:pt x="0" y="16062"/>
                  </a:lnTo>
                  <a:lnTo>
                    <a:pt x="415275" y="16062"/>
                  </a:lnTo>
                  <a:lnTo>
                    <a:pt x="4152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8" name="object 5268" descr=""/>
            <p:cNvSpPr/>
            <p:nvPr/>
          </p:nvSpPr>
          <p:spPr>
            <a:xfrm>
              <a:off x="6832011" y="8141500"/>
              <a:ext cx="426084" cy="0"/>
            </a:xfrm>
            <a:custGeom>
              <a:avLst/>
              <a:gdLst/>
              <a:ahLst/>
              <a:cxnLst/>
              <a:rect l="l" t="t" r="r" b="b"/>
              <a:pathLst>
                <a:path w="426084" h="0">
                  <a:moveTo>
                    <a:pt x="0" y="0"/>
                  </a:moveTo>
                  <a:lnTo>
                    <a:pt x="175952" y="0"/>
                  </a:lnTo>
                </a:path>
                <a:path w="426084" h="0">
                  <a:moveTo>
                    <a:pt x="249793" y="0"/>
                  </a:moveTo>
                  <a:lnTo>
                    <a:pt x="425746" y="0"/>
                  </a:lnTo>
                </a:path>
              </a:pathLst>
            </a:custGeom>
            <a:ln w="26533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69" name="object 5269" descr=""/>
            <p:cNvSpPr/>
            <p:nvPr/>
          </p:nvSpPr>
          <p:spPr>
            <a:xfrm>
              <a:off x="6837247" y="7972332"/>
              <a:ext cx="415290" cy="16510"/>
            </a:xfrm>
            <a:custGeom>
              <a:avLst/>
              <a:gdLst/>
              <a:ahLst/>
              <a:cxnLst/>
              <a:rect l="l" t="t" r="r" b="b"/>
              <a:pathLst>
                <a:path w="415290" h="16509">
                  <a:moveTo>
                    <a:pt x="415275" y="0"/>
                  </a:moveTo>
                  <a:lnTo>
                    <a:pt x="0" y="0"/>
                  </a:lnTo>
                  <a:lnTo>
                    <a:pt x="0" y="16072"/>
                  </a:lnTo>
                  <a:lnTo>
                    <a:pt x="415275" y="16072"/>
                  </a:lnTo>
                  <a:lnTo>
                    <a:pt x="4152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0" name="object 5270" descr=""/>
            <p:cNvSpPr/>
            <p:nvPr/>
          </p:nvSpPr>
          <p:spPr>
            <a:xfrm>
              <a:off x="6832011" y="7980369"/>
              <a:ext cx="426084" cy="0"/>
            </a:xfrm>
            <a:custGeom>
              <a:avLst/>
              <a:gdLst/>
              <a:ahLst/>
              <a:cxnLst/>
              <a:rect l="l" t="t" r="r" b="b"/>
              <a:pathLst>
                <a:path w="426084" h="0">
                  <a:moveTo>
                    <a:pt x="0" y="0"/>
                  </a:moveTo>
                  <a:lnTo>
                    <a:pt x="175952" y="0"/>
                  </a:lnTo>
                </a:path>
                <a:path w="426084" h="0">
                  <a:moveTo>
                    <a:pt x="249793" y="0"/>
                  </a:moveTo>
                  <a:lnTo>
                    <a:pt x="425746" y="0"/>
                  </a:lnTo>
                </a:path>
              </a:pathLst>
            </a:custGeom>
            <a:ln w="26543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71" name="object 5271" descr=""/>
            <p:cNvSpPr/>
            <p:nvPr/>
          </p:nvSpPr>
          <p:spPr>
            <a:xfrm>
              <a:off x="6837247" y="8052895"/>
              <a:ext cx="415290" cy="16510"/>
            </a:xfrm>
            <a:custGeom>
              <a:avLst/>
              <a:gdLst/>
              <a:ahLst/>
              <a:cxnLst/>
              <a:rect l="l" t="t" r="r" b="b"/>
              <a:pathLst>
                <a:path w="415290" h="16509">
                  <a:moveTo>
                    <a:pt x="415275" y="0"/>
                  </a:moveTo>
                  <a:lnTo>
                    <a:pt x="0" y="0"/>
                  </a:lnTo>
                  <a:lnTo>
                    <a:pt x="0" y="16072"/>
                  </a:lnTo>
                  <a:lnTo>
                    <a:pt x="415275" y="16072"/>
                  </a:lnTo>
                  <a:lnTo>
                    <a:pt x="4152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2" name="object 5272" descr=""/>
            <p:cNvSpPr/>
            <p:nvPr/>
          </p:nvSpPr>
          <p:spPr>
            <a:xfrm>
              <a:off x="6832011" y="8060932"/>
              <a:ext cx="426084" cy="0"/>
            </a:xfrm>
            <a:custGeom>
              <a:avLst/>
              <a:gdLst/>
              <a:ahLst/>
              <a:cxnLst/>
              <a:rect l="l" t="t" r="r" b="b"/>
              <a:pathLst>
                <a:path w="426084" h="0">
                  <a:moveTo>
                    <a:pt x="0" y="0"/>
                  </a:moveTo>
                  <a:lnTo>
                    <a:pt x="175952" y="0"/>
                  </a:lnTo>
                </a:path>
                <a:path w="426084" h="0">
                  <a:moveTo>
                    <a:pt x="249793" y="0"/>
                  </a:moveTo>
                  <a:lnTo>
                    <a:pt x="425746" y="0"/>
                  </a:lnTo>
                </a:path>
              </a:pathLst>
            </a:custGeom>
            <a:ln w="26543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73" name="object 5273" descr=""/>
            <p:cNvSpPr/>
            <p:nvPr/>
          </p:nvSpPr>
          <p:spPr>
            <a:xfrm>
              <a:off x="6837247" y="9499752"/>
              <a:ext cx="415290" cy="607695"/>
            </a:xfrm>
            <a:custGeom>
              <a:avLst/>
              <a:gdLst/>
              <a:ahLst/>
              <a:cxnLst/>
              <a:rect l="l" t="t" r="r" b="b"/>
              <a:pathLst>
                <a:path w="415290" h="607695">
                  <a:moveTo>
                    <a:pt x="415275" y="0"/>
                  </a:moveTo>
                  <a:lnTo>
                    <a:pt x="0" y="0"/>
                  </a:lnTo>
                  <a:lnTo>
                    <a:pt x="0" y="607384"/>
                  </a:lnTo>
                  <a:lnTo>
                    <a:pt x="415275" y="607384"/>
                  </a:lnTo>
                  <a:lnTo>
                    <a:pt x="4152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4" name="object 5274" descr=""/>
            <p:cNvSpPr/>
            <p:nvPr/>
          </p:nvSpPr>
          <p:spPr>
            <a:xfrm>
              <a:off x="6837247" y="9499752"/>
              <a:ext cx="415290" cy="607695"/>
            </a:xfrm>
            <a:custGeom>
              <a:avLst/>
              <a:gdLst/>
              <a:ahLst/>
              <a:cxnLst/>
              <a:rect l="l" t="t" r="r" b="b"/>
              <a:pathLst>
                <a:path w="415290" h="607695">
                  <a:moveTo>
                    <a:pt x="415275" y="0"/>
                  </a:moveTo>
                  <a:lnTo>
                    <a:pt x="0" y="0"/>
                  </a:lnTo>
                  <a:lnTo>
                    <a:pt x="0" y="607384"/>
                  </a:lnTo>
                  <a:lnTo>
                    <a:pt x="415275" y="607384"/>
                  </a:lnTo>
                  <a:lnTo>
                    <a:pt x="415275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75" name="object 5275" descr=""/>
            <p:cNvSpPr/>
            <p:nvPr/>
          </p:nvSpPr>
          <p:spPr>
            <a:xfrm>
              <a:off x="6937984" y="8326887"/>
              <a:ext cx="213995" cy="1780539"/>
            </a:xfrm>
            <a:custGeom>
              <a:avLst/>
              <a:gdLst/>
              <a:ahLst/>
              <a:cxnLst/>
              <a:rect l="l" t="t" r="r" b="b"/>
              <a:pathLst>
                <a:path w="213995" h="1780540">
                  <a:moveTo>
                    <a:pt x="213779" y="623570"/>
                  </a:moveTo>
                  <a:lnTo>
                    <a:pt x="174853" y="623570"/>
                  </a:lnTo>
                  <a:lnTo>
                    <a:pt x="174853" y="0"/>
                  </a:lnTo>
                  <a:lnTo>
                    <a:pt x="38925" y="0"/>
                  </a:lnTo>
                  <a:lnTo>
                    <a:pt x="38925" y="623570"/>
                  </a:lnTo>
                  <a:lnTo>
                    <a:pt x="0" y="623570"/>
                  </a:lnTo>
                  <a:lnTo>
                    <a:pt x="0" y="1780540"/>
                  </a:lnTo>
                  <a:lnTo>
                    <a:pt x="213779" y="1780540"/>
                  </a:lnTo>
                  <a:lnTo>
                    <a:pt x="213779" y="62357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6" name="object 5276" descr=""/>
            <p:cNvSpPr/>
            <p:nvPr/>
          </p:nvSpPr>
          <p:spPr>
            <a:xfrm>
              <a:off x="6937990" y="8326387"/>
              <a:ext cx="213995" cy="1781175"/>
            </a:xfrm>
            <a:custGeom>
              <a:avLst/>
              <a:gdLst/>
              <a:ahLst/>
              <a:cxnLst/>
              <a:rect l="l" t="t" r="r" b="b"/>
              <a:pathLst>
                <a:path w="213995" h="1781175">
                  <a:moveTo>
                    <a:pt x="174853" y="624064"/>
                  </a:moveTo>
                  <a:lnTo>
                    <a:pt x="174853" y="0"/>
                  </a:lnTo>
                  <a:lnTo>
                    <a:pt x="38930" y="0"/>
                  </a:lnTo>
                  <a:lnTo>
                    <a:pt x="38930" y="624064"/>
                  </a:lnTo>
                  <a:lnTo>
                    <a:pt x="0" y="624064"/>
                  </a:lnTo>
                  <a:lnTo>
                    <a:pt x="0" y="1780741"/>
                  </a:lnTo>
                  <a:lnTo>
                    <a:pt x="38930" y="1780741"/>
                  </a:lnTo>
                  <a:lnTo>
                    <a:pt x="174853" y="1780741"/>
                  </a:lnTo>
                  <a:lnTo>
                    <a:pt x="213784" y="1780741"/>
                  </a:lnTo>
                  <a:lnTo>
                    <a:pt x="213784" y="624064"/>
                  </a:lnTo>
                  <a:lnTo>
                    <a:pt x="174853" y="624064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77" name="object 5277" descr=""/>
            <p:cNvSpPr/>
            <p:nvPr/>
          </p:nvSpPr>
          <p:spPr>
            <a:xfrm>
              <a:off x="6873099" y="8343064"/>
              <a:ext cx="344170" cy="1746250"/>
            </a:xfrm>
            <a:custGeom>
              <a:avLst/>
              <a:gdLst/>
              <a:ahLst/>
              <a:cxnLst/>
              <a:rect l="l" t="t" r="r" b="b"/>
              <a:pathLst>
                <a:path w="344170" h="1746250">
                  <a:moveTo>
                    <a:pt x="155283" y="0"/>
                  </a:moveTo>
                  <a:lnTo>
                    <a:pt x="134865" y="0"/>
                  </a:lnTo>
                  <a:lnTo>
                    <a:pt x="134865" y="55610"/>
                  </a:lnTo>
                  <a:lnTo>
                    <a:pt x="155283" y="55610"/>
                  </a:lnTo>
                  <a:lnTo>
                    <a:pt x="155283" y="0"/>
                  </a:lnTo>
                  <a:close/>
                </a:path>
                <a:path w="344170" h="1746250">
                  <a:moveTo>
                    <a:pt x="155283" y="88981"/>
                  </a:moveTo>
                  <a:lnTo>
                    <a:pt x="134865" y="88981"/>
                  </a:lnTo>
                  <a:lnTo>
                    <a:pt x="134865" y="144592"/>
                  </a:lnTo>
                  <a:lnTo>
                    <a:pt x="155283" y="144592"/>
                  </a:lnTo>
                  <a:lnTo>
                    <a:pt x="155283" y="88981"/>
                  </a:lnTo>
                  <a:close/>
                </a:path>
                <a:path w="344170" h="1746250">
                  <a:moveTo>
                    <a:pt x="155283" y="177952"/>
                  </a:moveTo>
                  <a:lnTo>
                    <a:pt x="134865" y="177952"/>
                  </a:lnTo>
                  <a:lnTo>
                    <a:pt x="134865" y="233563"/>
                  </a:lnTo>
                  <a:lnTo>
                    <a:pt x="155283" y="233563"/>
                  </a:lnTo>
                  <a:lnTo>
                    <a:pt x="155283" y="177952"/>
                  </a:lnTo>
                  <a:close/>
                </a:path>
                <a:path w="344170" h="1746250">
                  <a:moveTo>
                    <a:pt x="155283" y="266934"/>
                  </a:moveTo>
                  <a:lnTo>
                    <a:pt x="134865" y="266934"/>
                  </a:lnTo>
                  <a:lnTo>
                    <a:pt x="134865" y="322545"/>
                  </a:lnTo>
                  <a:lnTo>
                    <a:pt x="155283" y="322545"/>
                  </a:lnTo>
                  <a:lnTo>
                    <a:pt x="155283" y="266934"/>
                  </a:lnTo>
                  <a:close/>
                </a:path>
                <a:path w="344170" h="1746250">
                  <a:moveTo>
                    <a:pt x="155283" y="355905"/>
                  </a:moveTo>
                  <a:lnTo>
                    <a:pt x="134865" y="355905"/>
                  </a:lnTo>
                  <a:lnTo>
                    <a:pt x="134865" y="411516"/>
                  </a:lnTo>
                  <a:lnTo>
                    <a:pt x="155283" y="411516"/>
                  </a:lnTo>
                  <a:lnTo>
                    <a:pt x="155283" y="355905"/>
                  </a:lnTo>
                  <a:close/>
                </a:path>
                <a:path w="344170" h="1746250">
                  <a:moveTo>
                    <a:pt x="155283" y="444876"/>
                  </a:moveTo>
                  <a:lnTo>
                    <a:pt x="134865" y="444876"/>
                  </a:lnTo>
                  <a:lnTo>
                    <a:pt x="134865" y="500487"/>
                  </a:lnTo>
                  <a:lnTo>
                    <a:pt x="155283" y="500487"/>
                  </a:lnTo>
                  <a:lnTo>
                    <a:pt x="155283" y="444876"/>
                  </a:lnTo>
                  <a:close/>
                </a:path>
                <a:path w="344170" h="1746250">
                  <a:moveTo>
                    <a:pt x="155283" y="533858"/>
                  </a:moveTo>
                  <a:lnTo>
                    <a:pt x="134865" y="533858"/>
                  </a:lnTo>
                  <a:lnTo>
                    <a:pt x="134865" y="589468"/>
                  </a:lnTo>
                  <a:lnTo>
                    <a:pt x="155283" y="589468"/>
                  </a:lnTo>
                  <a:lnTo>
                    <a:pt x="155283" y="533858"/>
                  </a:lnTo>
                  <a:close/>
                </a:path>
                <a:path w="344170" h="1746250">
                  <a:moveTo>
                    <a:pt x="155283" y="622829"/>
                  </a:moveTo>
                  <a:lnTo>
                    <a:pt x="134865" y="622829"/>
                  </a:lnTo>
                  <a:lnTo>
                    <a:pt x="134865" y="678440"/>
                  </a:lnTo>
                  <a:lnTo>
                    <a:pt x="155283" y="678440"/>
                  </a:lnTo>
                  <a:lnTo>
                    <a:pt x="155283" y="622829"/>
                  </a:lnTo>
                  <a:close/>
                </a:path>
                <a:path w="344170" h="1746250">
                  <a:moveTo>
                    <a:pt x="155283" y="711810"/>
                  </a:moveTo>
                  <a:lnTo>
                    <a:pt x="134865" y="711810"/>
                  </a:lnTo>
                  <a:lnTo>
                    <a:pt x="134865" y="767421"/>
                  </a:lnTo>
                  <a:lnTo>
                    <a:pt x="155283" y="767421"/>
                  </a:lnTo>
                  <a:lnTo>
                    <a:pt x="155283" y="711810"/>
                  </a:lnTo>
                  <a:close/>
                </a:path>
                <a:path w="344170" h="1746250">
                  <a:moveTo>
                    <a:pt x="155283" y="800781"/>
                  </a:moveTo>
                  <a:lnTo>
                    <a:pt x="134865" y="800781"/>
                  </a:lnTo>
                  <a:lnTo>
                    <a:pt x="134865" y="856392"/>
                  </a:lnTo>
                  <a:lnTo>
                    <a:pt x="155283" y="856392"/>
                  </a:lnTo>
                  <a:lnTo>
                    <a:pt x="155283" y="800781"/>
                  </a:lnTo>
                  <a:close/>
                </a:path>
                <a:path w="344170" h="1746250">
                  <a:moveTo>
                    <a:pt x="155283" y="889753"/>
                  </a:moveTo>
                  <a:lnTo>
                    <a:pt x="134865" y="889753"/>
                  </a:lnTo>
                  <a:lnTo>
                    <a:pt x="134865" y="945363"/>
                  </a:lnTo>
                  <a:lnTo>
                    <a:pt x="155283" y="945363"/>
                  </a:lnTo>
                  <a:lnTo>
                    <a:pt x="155283" y="889753"/>
                  </a:lnTo>
                  <a:close/>
                </a:path>
                <a:path w="344170" h="1746250">
                  <a:moveTo>
                    <a:pt x="155283" y="978734"/>
                  </a:moveTo>
                  <a:lnTo>
                    <a:pt x="134865" y="978734"/>
                  </a:lnTo>
                  <a:lnTo>
                    <a:pt x="134865" y="1034345"/>
                  </a:lnTo>
                  <a:lnTo>
                    <a:pt x="155283" y="1034345"/>
                  </a:lnTo>
                  <a:lnTo>
                    <a:pt x="155283" y="978734"/>
                  </a:lnTo>
                  <a:close/>
                </a:path>
                <a:path w="344170" h="1746250">
                  <a:moveTo>
                    <a:pt x="155283" y="1067705"/>
                  </a:moveTo>
                  <a:lnTo>
                    <a:pt x="134865" y="1067705"/>
                  </a:lnTo>
                  <a:lnTo>
                    <a:pt x="134865" y="1123316"/>
                  </a:lnTo>
                  <a:lnTo>
                    <a:pt x="155283" y="1123316"/>
                  </a:lnTo>
                  <a:lnTo>
                    <a:pt x="155283" y="1067705"/>
                  </a:lnTo>
                  <a:close/>
                </a:path>
                <a:path w="344170" h="1746250">
                  <a:moveTo>
                    <a:pt x="155283" y="1156687"/>
                  </a:moveTo>
                  <a:lnTo>
                    <a:pt x="134865" y="1156687"/>
                  </a:lnTo>
                  <a:lnTo>
                    <a:pt x="134865" y="1212298"/>
                  </a:lnTo>
                  <a:lnTo>
                    <a:pt x="155283" y="1212298"/>
                  </a:lnTo>
                  <a:lnTo>
                    <a:pt x="155283" y="1156687"/>
                  </a:lnTo>
                  <a:close/>
                </a:path>
                <a:path w="344170" h="1746250">
                  <a:moveTo>
                    <a:pt x="155283" y="1245658"/>
                  </a:moveTo>
                  <a:lnTo>
                    <a:pt x="134865" y="1245658"/>
                  </a:lnTo>
                  <a:lnTo>
                    <a:pt x="134865" y="1301269"/>
                  </a:lnTo>
                  <a:lnTo>
                    <a:pt x="155283" y="1301269"/>
                  </a:lnTo>
                  <a:lnTo>
                    <a:pt x="155283" y="1245658"/>
                  </a:lnTo>
                  <a:close/>
                </a:path>
                <a:path w="344170" h="1746250">
                  <a:moveTo>
                    <a:pt x="155283" y="1334629"/>
                  </a:moveTo>
                  <a:lnTo>
                    <a:pt x="134865" y="1334629"/>
                  </a:lnTo>
                  <a:lnTo>
                    <a:pt x="134865" y="1390240"/>
                  </a:lnTo>
                  <a:lnTo>
                    <a:pt x="155283" y="1390240"/>
                  </a:lnTo>
                  <a:lnTo>
                    <a:pt x="155283" y="1334629"/>
                  </a:lnTo>
                  <a:close/>
                </a:path>
                <a:path w="344170" h="1746250">
                  <a:moveTo>
                    <a:pt x="155283" y="1423611"/>
                  </a:moveTo>
                  <a:lnTo>
                    <a:pt x="134865" y="1423611"/>
                  </a:lnTo>
                  <a:lnTo>
                    <a:pt x="134865" y="1479221"/>
                  </a:lnTo>
                  <a:lnTo>
                    <a:pt x="155283" y="1479221"/>
                  </a:lnTo>
                  <a:lnTo>
                    <a:pt x="155283" y="1423611"/>
                  </a:lnTo>
                  <a:close/>
                </a:path>
                <a:path w="344170" h="1746250">
                  <a:moveTo>
                    <a:pt x="155283" y="1512582"/>
                  </a:moveTo>
                  <a:lnTo>
                    <a:pt x="134865" y="1512582"/>
                  </a:lnTo>
                  <a:lnTo>
                    <a:pt x="134865" y="1568193"/>
                  </a:lnTo>
                  <a:lnTo>
                    <a:pt x="155283" y="1568193"/>
                  </a:lnTo>
                  <a:lnTo>
                    <a:pt x="155283" y="1512582"/>
                  </a:lnTo>
                  <a:close/>
                </a:path>
                <a:path w="344170" h="1746250">
                  <a:moveTo>
                    <a:pt x="155283" y="1601563"/>
                  </a:moveTo>
                  <a:lnTo>
                    <a:pt x="134865" y="1601563"/>
                  </a:lnTo>
                  <a:lnTo>
                    <a:pt x="134865" y="1657174"/>
                  </a:lnTo>
                  <a:lnTo>
                    <a:pt x="155283" y="1657174"/>
                  </a:lnTo>
                  <a:lnTo>
                    <a:pt x="155283" y="1601563"/>
                  </a:lnTo>
                  <a:close/>
                </a:path>
                <a:path w="344170" h="1746250">
                  <a:moveTo>
                    <a:pt x="155283" y="1690534"/>
                  </a:moveTo>
                  <a:lnTo>
                    <a:pt x="134865" y="1690534"/>
                  </a:lnTo>
                  <a:lnTo>
                    <a:pt x="134865" y="1746145"/>
                  </a:lnTo>
                  <a:lnTo>
                    <a:pt x="155283" y="1746145"/>
                  </a:lnTo>
                  <a:lnTo>
                    <a:pt x="155283" y="1690534"/>
                  </a:lnTo>
                  <a:close/>
                </a:path>
                <a:path w="344170" h="1746250">
                  <a:moveTo>
                    <a:pt x="208705" y="0"/>
                  </a:moveTo>
                  <a:lnTo>
                    <a:pt x="188287" y="0"/>
                  </a:lnTo>
                  <a:lnTo>
                    <a:pt x="188287" y="55610"/>
                  </a:lnTo>
                  <a:lnTo>
                    <a:pt x="208705" y="55610"/>
                  </a:lnTo>
                  <a:lnTo>
                    <a:pt x="208705" y="0"/>
                  </a:lnTo>
                  <a:close/>
                </a:path>
                <a:path w="344170" h="1746250">
                  <a:moveTo>
                    <a:pt x="208705" y="88981"/>
                  </a:moveTo>
                  <a:lnTo>
                    <a:pt x="188287" y="88981"/>
                  </a:lnTo>
                  <a:lnTo>
                    <a:pt x="188287" y="144592"/>
                  </a:lnTo>
                  <a:lnTo>
                    <a:pt x="208705" y="144592"/>
                  </a:lnTo>
                  <a:lnTo>
                    <a:pt x="208705" y="88981"/>
                  </a:lnTo>
                  <a:close/>
                </a:path>
                <a:path w="344170" h="1746250">
                  <a:moveTo>
                    <a:pt x="208705" y="177952"/>
                  </a:moveTo>
                  <a:lnTo>
                    <a:pt x="188287" y="177952"/>
                  </a:lnTo>
                  <a:lnTo>
                    <a:pt x="188287" y="233563"/>
                  </a:lnTo>
                  <a:lnTo>
                    <a:pt x="208705" y="233563"/>
                  </a:lnTo>
                  <a:lnTo>
                    <a:pt x="208705" y="177952"/>
                  </a:lnTo>
                  <a:close/>
                </a:path>
                <a:path w="344170" h="1746250">
                  <a:moveTo>
                    <a:pt x="208705" y="266934"/>
                  </a:moveTo>
                  <a:lnTo>
                    <a:pt x="188287" y="266934"/>
                  </a:lnTo>
                  <a:lnTo>
                    <a:pt x="188287" y="322545"/>
                  </a:lnTo>
                  <a:lnTo>
                    <a:pt x="208705" y="322545"/>
                  </a:lnTo>
                  <a:lnTo>
                    <a:pt x="208705" y="266934"/>
                  </a:lnTo>
                  <a:close/>
                </a:path>
                <a:path w="344170" h="1746250">
                  <a:moveTo>
                    <a:pt x="208705" y="355905"/>
                  </a:moveTo>
                  <a:lnTo>
                    <a:pt x="188287" y="355905"/>
                  </a:lnTo>
                  <a:lnTo>
                    <a:pt x="188287" y="411516"/>
                  </a:lnTo>
                  <a:lnTo>
                    <a:pt x="208705" y="411516"/>
                  </a:lnTo>
                  <a:lnTo>
                    <a:pt x="208705" y="355905"/>
                  </a:lnTo>
                  <a:close/>
                </a:path>
                <a:path w="344170" h="1746250">
                  <a:moveTo>
                    <a:pt x="208705" y="444876"/>
                  </a:moveTo>
                  <a:lnTo>
                    <a:pt x="188287" y="444876"/>
                  </a:lnTo>
                  <a:lnTo>
                    <a:pt x="188287" y="500487"/>
                  </a:lnTo>
                  <a:lnTo>
                    <a:pt x="208705" y="500487"/>
                  </a:lnTo>
                  <a:lnTo>
                    <a:pt x="208705" y="444876"/>
                  </a:lnTo>
                  <a:close/>
                </a:path>
                <a:path w="344170" h="1746250">
                  <a:moveTo>
                    <a:pt x="208705" y="533858"/>
                  </a:moveTo>
                  <a:lnTo>
                    <a:pt x="188287" y="533858"/>
                  </a:lnTo>
                  <a:lnTo>
                    <a:pt x="188287" y="589468"/>
                  </a:lnTo>
                  <a:lnTo>
                    <a:pt x="208705" y="589468"/>
                  </a:lnTo>
                  <a:lnTo>
                    <a:pt x="208705" y="533858"/>
                  </a:lnTo>
                  <a:close/>
                </a:path>
                <a:path w="344170" h="1746250">
                  <a:moveTo>
                    <a:pt x="208705" y="622829"/>
                  </a:moveTo>
                  <a:lnTo>
                    <a:pt x="188287" y="622829"/>
                  </a:lnTo>
                  <a:lnTo>
                    <a:pt x="188287" y="678440"/>
                  </a:lnTo>
                  <a:lnTo>
                    <a:pt x="208705" y="678440"/>
                  </a:lnTo>
                  <a:lnTo>
                    <a:pt x="208705" y="622829"/>
                  </a:lnTo>
                  <a:close/>
                </a:path>
                <a:path w="344170" h="1746250">
                  <a:moveTo>
                    <a:pt x="208705" y="711810"/>
                  </a:moveTo>
                  <a:lnTo>
                    <a:pt x="188287" y="711810"/>
                  </a:lnTo>
                  <a:lnTo>
                    <a:pt x="188287" y="767421"/>
                  </a:lnTo>
                  <a:lnTo>
                    <a:pt x="208705" y="767421"/>
                  </a:lnTo>
                  <a:lnTo>
                    <a:pt x="208705" y="711810"/>
                  </a:lnTo>
                  <a:close/>
                </a:path>
                <a:path w="344170" h="1746250">
                  <a:moveTo>
                    <a:pt x="208705" y="800781"/>
                  </a:moveTo>
                  <a:lnTo>
                    <a:pt x="188287" y="800781"/>
                  </a:lnTo>
                  <a:lnTo>
                    <a:pt x="188287" y="856392"/>
                  </a:lnTo>
                  <a:lnTo>
                    <a:pt x="208705" y="856392"/>
                  </a:lnTo>
                  <a:lnTo>
                    <a:pt x="208705" y="800781"/>
                  </a:lnTo>
                  <a:close/>
                </a:path>
                <a:path w="344170" h="1746250">
                  <a:moveTo>
                    <a:pt x="208705" y="889753"/>
                  </a:moveTo>
                  <a:lnTo>
                    <a:pt x="188287" y="889753"/>
                  </a:lnTo>
                  <a:lnTo>
                    <a:pt x="188287" y="945363"/>
                  </a:lnTo>
                  <a:lnTo>
                    <a:pt x="208705" y="945363"/>
                  </a:lnTo>
                  <a:lnTo>
                    <a:pt x="208705" y="889753"/>
                  </a:lnTo>
                  <a:close/>
                </a:path>
                <a:path w="344170" h="1746250">
                  <a:moveTo>
                    <a:pt x="208705" y="978734"/>
                  </a:moveTo>
                  <a:lnTo>
                    <a:pt x="188287" y="978734"/>
                  </a:lnTo>
                  <a:lnTo>
                    <a:pt x="188287" y="1034345"/>
                  </a:lnTo>
                  <a:lnTo>
                    <a:pt x="208705" y="1034345"/>
                  </a:lnTo>
                  <a:lnTo>
                    <a:pt x="208705" y="978734"/>
                  </a:lnTo>
                  <a:close/>
                </a:path>
                <a:path w="344170" h="1746250">
                  <a:moveTo>
                    <a:pt x="208705" y="1067705"/>
                  </a:moveTo>
                  <a:lnTo>
                    <a:pt x="188287" y="1067705"/>
                  </a:lnTo>
                  <a:lnTo>
                    <a:pt x="188287" y="1123316"/>
                  </a:lnTo>
                  <a:lnTo>
                    <a:pt x="208705" y="1123316"/>
                  </a:lnTo>
                  <a:lnTo>
                    <a:pt x="208705" y="1067705"/>
                  </a:lnTo>
                  <a:close/>
                </a:path>
                <a:path w="344170" h="1746250">
                  <a:moveTo>
                    <a:pt x="208705" y="1156687"/>
                  </a:moveTo>
                  <a:lnTo>
                    <a:pt x="188287" y="1156687"/>
                  </a:lnTo>
                  <a:lnTo>
                    <a:pt x="188287" y="1212298"/>
                  </a:lnTo>
                  <a:lnTo>
                    <a:pt x="208705" y="1212298"/>
                  </a:lnTo>
                  <a:lnTo>
                    <a:pt x="208705" y="1156687"/>
                  </a:lnTo>
                  <a:close/>
                </a:path>
                <a:path w="344170" h="1746250">
                  <a:moveTo>
                    <a:pt x="208705" y="1245658"/>
                  </a:moveTo>
                  <a:lnTo>
                    <a:pt x="188287" y="1245658"/>
                  </a:lnTo>
                  <a:lnTo>
                    <a:pt x="188287" y="1301269"/>
                  </a:lnTo>
                  <a:lnTo>
                    <a:pt x="208705" y="1301269"/>
                  </a:lnTo>
                  <a:lnTo>
                    <a:pt x="208705" y="1245658"/>
                  </a:lnTo>
                  <a:close/>
                </a:path>
                <a:path w="344170" h="1746250">
                  <a:moveTo>
                    <a:pt x="208705" y="1334629"/>
                  </a:moveTo>
                  <a:lnTo>
                    <a:pt x="188287" y="1334629"/>
                  </a:lnTo>
                  <a:lnTo>
                    <a:pt x="188287" y="1390240"/>
                  </a:lnTo>
                  <a:lnTo>
                    <a:pt x="208705" y="1390240"/>
                  </a:lnTo>
                  <a:lnTo>
                    <a:pt x="208705" y="1334629"/>
                  </a:lnTo>
                  <a:close/>
                </a:path>
                <a:path w="344170" h="1746250">
                  <a:moveTo>
                    <a:pt x="208705" y="1423611"/>
                  </a:moveTo>
                  <a:lnTo>
                    <a:pt x="188287" y="1423611"/>
                  </a:lnTo>
                  <a:lnTo>
                    <a:pt x="188287" y="1479221"/>
                  </a:lnTo>
                  <a:lnTo>
                    <a:pt x="208705" y="1479221"/>
                  </a:lnTo>
                  <a:lnTo>
                    <a:pt x="208705" y="1423611"/>
                  </a:lnTo>
                  <a:close/>
                </a:path>
                <a:path w="344170" h="1746250">
                  <a:moveTo>
                    <a:pt x="208705" y="1512582"/>
                  </a:moveTo>
                  <a:lnTo>
                    <a:pt x="188287" y="1512582"/>
                  </a:lnTo>
                  <a:lnTo>
                    <a:pt x="188287" y="1568193"/>
                  </a:lnTo>
                  <a:lnTo>
                    <a:pt x="208705" y="1568193"/>
                  </a:lnTo>
                  <a:lnTo>
                    <a:pt x="208705" y="1512582"/>
                  </a:lnTo>
                  <a:close/>
                </a:path>
                <a:path w="344170" h="1746250">
                  <a:moveTo>
                    <a:pt x="208705" y="1601563"/>
                  </a:moveTo>
                  <a:lnTo>
                    <a:pt x="188287" y="1601563"/>
                  </a:lnTo>
                  <a:lnTo>
                    <a:pt x="188287" y="1657174"/>
                  </a:lnTo>
                  <a:lnTo>
                    <a:pt x="208705" y="1657174"/>
                  </a:lnTo>
                  <a:lnTo>
                    <a:pt x="208705" y="1601563"/>
                  </a:lnTo>
                  <a:close/>
                </a:path>
                <a:path w="344170" h="1746250">
                  <a:moveTo>
                    <a:pt x="208705" y="1690534"/>
                  </a:moveTo>
                  <a:lnTo>
                    <a:pt x="188287" y="1690534"/>
                  </a:lnTo>
                  <a:lnTo>
                    <a:pt x="188287" y="1746145"/>
                  </a:lnTo>
                  <a:lnTo>
                    <a:pt x="208705" y="1746145"/>
                  </a:lnTo>
                  <a:lnTo>
                    <a:pt x="208705" y="1690534"/>
                  </a:lnTo>
                  <a:close/>
                </a:path>
                <a:path w="344170" h="1746250">
                  <a:moveTo>
                    <a:pt x="37077" y="1601563"/>
                  </a:moveTo>
                  <a:lnTo>
                    <a:pt x="0" y="1601563"/>
                  </a:lnTo>
                  <a:lnTo>
                    <a:pt x="0" y="1245658"/>
                  </a:lnTo>
                  <a:lnTo>
                    <a:pt x="37077" y="1245658"/>
                  </a:lnTo>
                  <a:lnTo>
                    <a:pt x="37077" y="1601563"/>
                  </a:lnTo>
                  <a:close/>
                </a:path>
                <a:path w="344170" h="1746250">
                  <a:moveTo>
                    <a:pt x="343549" y="1601563"/>
                  </a:moveTo>
                  <a:lnTo>
                    <a:pt x="306472" y="1601563"/>
                  </a:lnTo>
                  <a:lnTo>
                    <a:pt x="306472" y="1245658"/>
                  </a:lnTo>
                  <a:lnTo>
                    <a:pt x="343549" y="1245658"/>
                  </a:lnTo>
                  <a:lnTo>
                    <a:pt x="343549" y="1601563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78" name="object 5278" descr=""/>
            <p:cNvSpPr/>
            <p:nvPr/>
          </p:nvSpPr>
          <p:spPr>
            <a:xfrm>
              <a:off x="7007964" y="7843195"/>
              <a:ext cx="74295" cy="412115"/>
            </a:xfrm>
            <a:custGeom>
              <a:avLst/>
              <a:gdLst/>
              <a:ahLst/>
              <a:cxnLst/>
              <a:rect l="l" t="t" r="r" b="b"/>
              <a:pathLst>
                <a:path w="74295" h="412115">
                  <a:moveTo>
                    <a:pt x="73840" y="0"/>
                  </a:moveTo>
                  <a:lnTo>
                    <a:pt x="0" y="0"/>
                  </a:lnTo>
                  <a:lnTo>
                    <a:pt x="0" y="411851"/>
                  </a:lnTo>
                  <a:lnTo>
                    <a:pt x="73840" y="411851"/>
                  </a:lnTo>
                  <a:lnTo>
                    <a:pt x="738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9" name="object 5279" descr=""/>
            <p:cNvSpPr/>
            <p:nvPr/>
          </p:nvSpPr>
          <p:spPr>
            <a:xfrm>
              <a:off x="7007964" y="7843195"/>
              <a:ext cx="74295" cy="412115"/>
            </a:xfrm>
            <a:custGeom>
              <a:avLst/>
              <a:gdLst/>
              <a:ahLst/>
              <a:cxnLst/>
              <a:rect l="l" t="t" r="r" b="b"/>
              <a:pathLst>
                <a:path w="74295" h="412115">
                  <a:moveTo>
                    <a:pt x="73840" y="0"/>
                  </a:moveTo>
                  <a:lnTo>
                    <a:pt x="0" y="0"/>
                  </a:lnTo>
                  <a:lnTo>
                    <a:pt x="0" y="411851"/>
                  </a:lnTo>
                  <a:lnTo>
                    <a:pt x="73840" y="411851"/>
                  </a:lnTo>
                  <a:lnTo>
                    <a:pt x="7384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80" name="object 5280" descr=""/>
            <p:cNvSpPr/>
            <p:nvPr/>
          </p:nvSpPr>
          <p:spPr>
            <a:xfrm>
              <a:off x="7007961" y="7843197"/>
              <a:ext cx="37465" cy="412115"/>
            </a:xfrm>
            <a:custGeom>
              <a:avLst/>
              <a:gdLst/>
              <a:ahLst/>
              <a:cxnLst/>
              <a:rect l="l" t="t" r="r" b="b"/>
              <a:pathLst>
                <a:path w="37465" h="412115">
                  <a:moveTo>
                    <a:pt x="36920" y="0"/>
                  </a:moveTo>
                  <a:lnTo>
                    <a:pt x="0" y="0"/>
                  </a:lnTo>
                  <a:lnTo>
                    <a:pt x="0" y="411851"/>
                  </a:lnTo>
                  <a:lnTo>
                    <a:pt x="36920" y="370836"/>
                  </a:lnTo>
                  <a:lnTo>
                    <a:pt x="369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1" name="object 5281" descr=""/>
            <p:cNvSpPr/>
            <p:nvPr/>
          </p:nvSpPr>
          <p:spPr>
            <a:xfrm>
              <a:off x="7007961" y="7843197"/>
              <a:ext cx="37465" cy="412115"/>
            </a:xfrm>
            <a:custGeom>
              <a:avLst/>
              <a:gdLst/>
              <a:ahLst/>
              <a:cxnLst/>
              <a:rect l="l" t="t" r="r" b="b"/>
              <a:pathLst>
                <a:path w="37465" h="412115">
                  <a:moveTo>
                    <a:pt x="36920" y="0"/>
                  </a:moveTo>
                  <a:lnTo>
                    <a:pt x="0" y="0"/>
                  </a:lnTo>
                  <a:lnTo>
                    <a:pt x="0" y="411851"/>
                  </a:lnTo>
                  <a:lnTo>
                    <a:pt x="36920" y="370836"/>
                  </a:lnTo>
                  <a:lnTo>
                    <a:pt x="3692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82" name="object 5282" descr=""/>
            <p:cNvSpPr/>
            <p:nvPr/>
          </p:nvSpPr>
          <p:spPr>
            <a:xfrm>
              <a:off x="6533476" y="7972332"/>
              <a:ext cx="194945" cy="2134870"/>
            </a:xfrm>
            <a:custGeom>
              <a:avLst/>
              <a:gdLst/>
              <a:ahLst/>
              <a:cxnLst/>
              <a:rect l="l" t="t" r="r" b="b"/>
              <a:pathLst>
                <a:path w="194945" h="2134870">
                  <a:moveTo>
                    <a:pt x="194758" y="0"/>
                  </a:moveTo>
                  <a:lnTo>
                    <a:pt x="0" y="0"/>
                  </a:lnTo>
                  <a:lnTo>
                    <a:pt x="0" y="2134793"/>
                  </a:lnTo>
                  <a:lnTo>
                    <a:pt x="194758" y="2134793"/>
                  </a:lnTo>
                  <a:lnTo>
                    <a:pt x="19475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3" name="object 5283" descr=""/>
            <p:cNvSpPr/>
            <p:nvPr/>
          </p:nvSpPr>
          <p:spPr>
            <a:xfrm>
              <a:off x="6533476" y="7972332"/>
              <a:ext cx="194945" cy="2134870"/>
            </a:xfrm>
            <a:custGeom>
              <a:avLst/>
              <a:gdLst/>
              <a:ahLst/>
              <a:cxnLst/>
              <a:rect l="l" t="t" r="r" b="b"/>
              <a:pathLst>
                <a:path w="194945" h="2134870">
                  <a:moveTo>
                    <a:pt x="0" y="0"/>
                  </a:moveTo>
                  <a:lnTo>
                    <a:pt x="194758" y="0"/>
                  </a:lnTo>
                  <a:lnTo>
                    <a:pt x="194758" y="2134793"/>
                  </a:lnTo>
                  <a:lnTo>
                    <a:pt x="0" y="2134793"/>
                  </a:lnTo>
                  <a:lnTo>
                    <a:pt x="0" y="0"/>
                  </a:lnTo>
                  <a:close/>
                </a:path>
                <a:path w="194945" h="2134870">
                  <a:moveTo>
                    <a:pt x="73641" y="0"/>
                  </a:moveTo>
                  <a:lnTo>
                    <a:pt x="121106" y="0"/>
                  </a:lnTo>
                  <a:lnTo>
                    <a:pt x="121106" y="2134793"/>
                  </a:lnTo>
                  <a:lnTo>
                    <a:pt x="73641" y="2134793"/>
                  </a:lnTo>
                  <a:lnTo>
                    <a:pt x="73641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84" name="object 5284" descr=""/>
            <p:cNvSpPr/>
            <p:nvPr/>
          </p:nvSpPr>
          <p:spPr>
            <a:xfrm>
              <a:off x="6589820" y="7972332"/>
              <a:ext cx="82550" cy="338455"/>
            </a:xfrm>
            <a:custGeom>
              <a:avLst/>
              <a:gdLst/>
              <a:ahLst/>
              <a:cxnLst/>
              <a:rect l="l" t="t" r="r" b="b"/>
              <a:pathLst>
                <a:path w="82550" h="338454">
                  <a:moveTo>
                    <a:pt x="82060" y="0"/>
                  </a:moveTo>
                  <a:lnTo>
                    <a:pt x="0" y="0"/>
                  </a:lnTo>
                  <a:lnTo>
                    <a:pt x="0" y="338324"/>
                  </a:lnTo>
                  <a:lnTo>
                    <a:pt x="82060" y="338324"/>
                  </a:lnTo>
                  <a:lnTo>
                    <a:pt x="8206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5" name="object 5285" descr=""/>
            <p:cNvSpPr/>
            <p:nvPr/>
          </p:nvSpPr>
          <p:spPr>
            <a:xfrm>
              <a:off x="6589820" y="7972332"/>
              <a:ext cx="82550" cy="338455"/>
            </a:xfrm>
            <a:custGeom>
              <a:avLst/>
              <a:gdLst/>
              <a:ahLst/>
              <a:cxnLst/>
              <a:rect l="l" t="t" r="r" b="b"/>
              <a:pathLst>
                <a:path w="82550" h="338454">
                  <a:moveTo>
                    <a:pt x="0" y="0"/>
                  </a:moveTo>
                  <a:lnTo>
                    <a:pt x="82060" y="0"/>
                  </a:lnTo>
                  <a:lnTo>
                    <a:pt x="82060" y="338324"/>
                  </a:lnTo>
                  <a:lnTo>
                    <a:pt x="0" y="338324"/>
                  </a:lnTo>
                  <a:lnTo>
                    <a:pt x="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86" name="object 5286" descr=""/>
            <p:cNvSpPr/>
            <p:nvPr/>
          </p:nvSpPr>
          <p:spPr>
            <a:xfrm>
              <a:off x="6567580" y="8939120"/>
              <a:ext cx="127000" cy="1168400"/>
            </a:xfrm>
            <a:custGeom>
              <a:avLst/>
              <a:gdLst/>
              <a:ahLst/>
              <a:cxnLst/>
              <a:rect l="l" t="t" r="r" b="b"/>
              <a:pathLst>
                <a:path w="127000" h="1168400">
                  <a:moveTo>
                    <a:pt x="126551" y="0"/>
                  </a:moveTo>
                  <a:lnTo>
                    <a:pt x="0" y="0"/>
                  </a:lnTo>
                  <a:lnTo>
                    <a:pt x="0" y="1168016"/>
                  </a:lnTo>
                  <a:lnTo>
                    <a:pt x="126551" y="1168016"/>
                  </a:lnTo>
                  <a:lnTo>
                    <a:pt x="12655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7" name="object 5287" descr=""/>
            <p:cNvSpPr/>
            <p:nvPr/>
          </p:nvSpPr>
          <p:spPr>
            <a:xfrm>
              <a:off x="6567580" y="8939120"/>
              <a:ext cx="127000" cy="1168400"/>
            </a:xfrm>
            <a:custGeom>
              <a:avLst/>
              <a:gdLst/>
              <a:ahLst/>
              <a:cxnLst/>
              <a:rect l="l" t="t" r="r" b="b"/>
              <a:pathLst>
                <a:path w="127000" h="1168400">
                  <a:moveTo>
                    <a:pt x="0" y="0"/>
                  </a:moveTo>
                  <a:lnTo>
                    <a:pt x="126551" y="0"/>
                  </a:lnTo>
                  <a:lnTo>
                    <a:pt x="126551" y="1168016"/>
                  </a:lnTo>
                  <a:lnTo>
                    <a:pt x="0" y="1168016"/>
                  </a:lnTo>
                  <a:lnTo>
                    <a:pt x="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88" name="object 5288" descr=""/>
            <p:cNvSpPr/>
            <p:nvPr/>
          </p:nvSpPr>
          <p:spPr>
            <a:xfrm>
              <a:off x="6533476" y="8359755"/>
              <a:ext cx="194945" cy="12065"/>
            </a:xfrm>
            <a:custGeom>
              <a:avLst/>
              <a:gdLst/>
              <a:ahLst/>
              <a:cxnLst/>
              <a:rect l="l" t="t" r="r" b="b"/>
              <a:pathLst>
                <a:path w="194945" h="12065">
                  <a:moveTo>
                    <a:pt x="194758" y="0"/>
                  </a:moveTo>
                  <a:lnTo>
                    <a:pt x="0" y="0"/>
                  </a:lnTo>
                  <a:lnTo>
                    <a:pt x="0" y="12031"/>
                  </a:lnTo>
                  <a:lnTo>
                    <a:pt x="194758" y="12031"/>
                  </a:lnTo>
                  <a:lnTo>
                    <a:pt x="19475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9" name="object 5289" descr=""/>
            <p:cNvSpPr/>
            <p:nvPr/>
          </p:nvSpPr>
          <p:spPr>
            <a:xfrm>
              <a:off x="6533476" y="8359755"/>
              <a:ext cx="194945" cy="12065"/>
            </a:xfrm>
            <a:custGeom>
              <a:avLst/>
              <a:gdLst/>
              <a:ahLst/>
              <a:cxnLst/>
              <a:rect l="l" t="t" r="r" b="b"/>
              <a:pathLst>
                <a:path w="194945" h="12065">
                  <a:moveTo>
                    <a:pt x="194758" y="12031"/>
                  </a:moveTo>
                  <a:lnTo>
                    <a:pt x="0" y="12031"/>
                  </a:lnTo>
                  <a:lnTo>
                    <a:pt x="0" y="0"/>
                  </a:lnTo>
                  <a:lnTo>
                    <a:pt x="194758" y="0"/>
                  </a:lnTo>
                  <a:lnTo>
                    <a:pt x="194758" y="1203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90" name="object 5290" descr=""/>
            <p:cNvSpPr/>
            <p:nvPr/>
          </p:nvSpPr>
          <p:spPr>
            <a:xfrm>
              <a:off x="6533476" y="8571424"/>
              <a:ext cx="194945" cy="12065"/>
            </a:xfrm>
            <a:custGeom>
              <a:avLst/>
              <a:gdLst/>
              <a:ahLst/>
              <a:cxnLst/>
              <a:rect l="l" t="t" r="r" b="b"/>
              <a:pathLst>
                <a:path w="194945" h="12065">
                  <a:moveTo>
                    <a:pt x="194758" y="0"/>
                  </a:moveTo>
                  <a:lnTo>
                    <a:pt x="0" y="0"/>
                  </a:lnTo>
                  <a:lnTo>
                    <a:pt x="0" y="12031"/>
                  </a:lnTo>
                  <a:lnTo>
                    <a:pt x="194758" y="12031"/>
                  </a:lnTo>
                  <a:lnTo>
                    <a:pt x="19475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1" name="object 5291" descr=""/>
            <p:cNvSpPr/>
            <p:nvPr/>
          </p:nvSpPr>
          <p:spPr>
            <a:xfrm>
              <a:off x="6533476" y="8423596"/>
              <a:ext cx="194945" cy="160020"/>
            </a:xfrm>
            <a:custGeom>
              <a:avLst/>
              <a:gdLst/>
              <a:ahLst/>
              <a:cxnLst/>
              <a:rect l="l" t="t" r="r" b="b"/>
              <a:pathLst>
                <a:path w="194945" h="160020">
                  <a:moveTo>
                    <a:pt x="194758" y="159859"/>
                  </a:moveTo>
                  <a:lnTo>
                    <a:pt x="0" y="159859"/>
                  </a:lnTo>
                  <a:lnTo>
                    <a:pt x="0" y="147827"/>
                  </a:lnTo>
                  <a:lnTo>
                    <a:pt x="194758" y="147827"/>
                  </a:lnTo>
                  <a:lnTo>
                    <a:pt x="194758" y="159859"/>
                  </a:lnTo>
                  <a:close/>
                </a:path>
                <a:path w="194945" h="160020">
                  <a:moveTo>
                    <a:pt x="55977" y="96635"/>
                  </a:moveTo>
                  <a:lnTo>
                    <a:pt x="23852" y="96635"/>
                  </a:lnTo>
                  <a:lnTo>
                    <a:pt x="23852" y="128760"/>
                  </a:lnTo>
                  <a:lnTo>
                    <a:pt x="55977" y="128760"/>
                  </a:lnTo>
                  <a:lnTo>
                    <a:pt x="55977" y="96635"/>
                  </a:lnTo>
                  <a:close/>
                </a:path>
                <a:path w="194945" h="160020">
                  <a:moveTo>
                    <a:pt x="55977" y="48312"/>
                  </a:moveTo>
                  <a:lnTo>
                    <a:pt x="23852" y="48312"/>
                  </a:lnTo>
                  <a:lnTo>
                    <a:pt x="23852" y="80447"/>
                  </a:lnTo>
                  <a:lnTo>
                    <a:pt x="55977" y="80447"/>
                  </a:lnTo>
                  <a:lnTo>
                    <a:pt x="55977" y="48312"/>
                  </a:lnTo>
                  <a:close/>
                </a:path>
                <a:path w="194945" h="160020">
                  <a:moveTo>
                    <a:pt x="55977" y="0"/>
                  </a:moveTo>
                  <a:lnTo>
                    <a:pt x="23852" y="0"/>
                  </a:lnTo>
                  <a:lnTo>
                    <a:pt x="23852" y="32124"/>
                  </a:lnTo>
                  <a:lnTo>
                    <a:pt x="55977" y="32124"/>
                  </a:lnTo>
                  <a:lnTo>
                    <a:pt x="55977" y="0"/>
                  </a:lnTo>
                  <a:close/>
                </a:path>
                <a:path w="194945" h="160020">
                  <a:moveTo>
                    <a:pt x="170916" y="96635"/>
                  </a:moveTo>
                  <a:lnTo>
                    <a:pt x="138791" y="96635"/>
                  </a:lnTo>
                  <a:lnTo>
                    <a:pt x="138791" y="128760"/>
                  </a:lnTo>
                  <a:lnTo>
                    <a:pt x="170916" y="128760"/>
                  </a:lnTo>
                  <a:lnTo>
                    <a:pt x="170916" y="96635"/>
                  </a:lnTo>
                  <a:close/>
                </a:path>
                <a:path w="194945" h="160020">
                  <a:moveTo>
                    <a:pt x="170916" y="48312"/>
                  </a:moveTo>
                  <a:lnTo>
                    <a:pt x="138791" y="48312"/>
                  </a:lnTo>
                  <a:lnTo>
                    <a:pt x="138791" y="80447"/>
                  </a:lnTo>
                  <a:lnTo>
                    <a:pt x="170916" y="80447"/>
                  </a:lnTo>
                  <a:lnTo>
                    <a:pt x="170916" y="48312"/>
                  </a:lnTo>
                  <a:close/>
                </a:path>
                <a:path w="194945" h="160020">
                  <a:moveTo>
                    <a:pt x="170916" y="0"/>
                  </a:moveTo>
                  <a:lnTo>
                    <a:pt x="138791" y="0"/>
                  </a:lnTo>
                  <a:lnTo>
                    <a:pt x="138791" y="32124"/>
                  </a:lnTo>
                  <a:lnTo>
                    <a:pt x="170916" y="32124"/>
                  </a:lnTo>
                  <a:lnTo>
                    <a:pt x="170916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92" name="object 5292" descr=""/>
            <p:cNvSpPr/>
            <p:nvPr/>
          </p:nvSpPr>
          <p:spPr>
            <a:xfrm>
              <a:off x="7362121" y="7972332"/>
              <a:ext cx="194945" cy="2134870"/>
            </a:xfrm>
            <a:custGeom>
              <a:avLst/>
              <a:gdLst/>
              <a:ahLst/>
              <a:cxnLst/>
              <a:rect l="l" t="t" r="r" b="b"/>
              <a:pathLst>
                <a:path w="194945" h="2134870">
                  <a:moveTo>
                    <a:pt x="194758" y="0"/>
                  </a:moveTo>
                  <a:lnTo>
                    <a:pt x="0" y="0"/>
                  </a:lnTo>
                  <a:lnTo>
                    <a:pt x="0" y="2134793"/>
                  </a:lnTo>
                  <a:lnTo>
                    <a:pt x="194758" y="2134793"/>
                  </a:lnTo>
                  <a:lnTo>
                    <a:pt x="19475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3" name="object 5293" descr=""/>
            <p:cNvSpPr/>
            <p:nvPr/>
          </p:nvSpPr>
          <p:spPr>
            <a:xfrm>
              <a:off x="7362121" y="7972332"/>
              <a:ext cx="194945" cy="2134870"/>
            </a:xfrm>
            <a:custGeom>
              <a:avLst/>
              <a:gdLst/>
              <a:ahLst/>
              <a:cxnLst/>
              <a:rect l="l" t="t" r="r" b="b"/>
              <a:pathLst>
                <a:path w="194945" h="2134870">
                  <a:moveTo>
                    <a:pt x="0" y="0"/>
                  </a:moveTo>
                  <a:lnTo>
                    <a:pt x="194758" y="0"/>
                  </a:lnTo>
                  <a:lnTo>
                    <a:pt x="194758" y="2134793"/>
                  </a:lnTo>
                  <a:lnTo>
                    <a:pt x="0" y="2134793"/>
                  </a:lnTo>
                  <a:lnTo>
                    <a:pt x="0" y="0"/>
                  </a:lnTo>
                  <a:close/>
                </a:path>
                <a:path w="194945" h="2134870">
                  <a:moveTo>
                    <a:pt x="73641" y="0"/>
                  </a:moveTo>
                  <a:lnTo>
                    <a:pt x="121106" y="0"/>
                  </a:lnTo>
                  <a:lnTo>
                    <a:pt x="121106" y="2134793"/>
                  </a:lnTo>
                  <a:lnTo>
                    <a:pt x="73641" y="2134793"/>
                  </a:lnTo>
                  <a:lnTo>
                    <a:pt x="73641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94" name="object 5294" descr=""/>
            <p:cNvSpPr/>
            <p:nvPr/>
          </p:nvSpPr>
          <p:spPr>
            <a:xfrm>
              <a:off x="7418465" y="7972332"/>
              <a:ext cx="82550" cy="338455"/>
            </a:xfrm>
            <a:custGeom>
              <a:avLst/>
              <a:gdLst/>
              <a:ahLst/>
              <a:cxnLst/>
              <a:rect l="l" t="t" r="r" b="b"/>
              <a:pathLst>
                <a:path w="82550" h="338454">
                  <a:moveTo>
                    <a:pt x="82060" y="0"/>
                  </a:moveTo>
                  <a:lnTo>
                    <a:pt x="0" y="0"/>
                  </a:lnTo>
                  <a:lnTo>
                    <a:pt x="0" y="338324"/>
                  </a:lnTo>
                  <a:lnTo>
                    <a:pt x="82060" y="338324"/>
                  </a:lnTo>
                  <a:lnTo>
                    <a:pt x="8206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5" name="object 5295" descr=""/>
            <p:cNvSpPr/>
            <p:nvPr/>
          </p:nvSpPr>
          <p:spPr>
            <a:xfrm>
              <a:off x="7418465" y="7972332"/>
              <a:ext cx="82550" cy="338455"/>
            </a:xfrm>
            <a:custGeom>
              <a:avLst/>
              <a:gdLst/>
              <a:ahLst/>
              <a:cxnLst/>
              <a:rect l="l" t="t" r="r" b="b"/>
              <a:pathLst>
                <a:path w="82550" h="338454">
                  <a:moveTo>
                    <a:pt x="0" y="0"/>
                  </a:moveTo>
                  <a:lnTo>
                    <a:pt x="82060" y="0"/>
                  </a:lnTo>
                  <a:lnTo>
                    <a:pt x="82060" y="338324"/>
                  </a:lnTo>
                  <a:lnTo>
                    <a:pt x="0" y="338324"/>
                  </a:lnTo>
                  <a:lnTo>
                    <a:pt x="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96" name="object 5296" descr=""/>
            <p:cNvSpPr/>
            <p:nvPr/>
          </p:nvSpPr>
          <p:spPr>
            <a:xfrm>
              <a:off x="7396225" y="8939120"/>
              <a:ext cx="127000" cy="1168400"/>
            </a:xfrm>
            <a:custGeom>
              <a:avLst/>
              <a:gdLst/>
              <a:ahLst/>
              <a:cxnLst/>
              <a:rect l="l" t="t" r="r" b="b"/>
              <a:pathLst>
                <a:path w="127000" h="1168400">
                  <a:moveTo>
                    <a:pt x="126551" y="0"/>
                  </a:moveTo>
                  <a:lnTo>
                    <a:pt x="0" y="0"/>
                  </a:lnTo>
                  <a:lnTo>
                    <a:pt x="0" y="1168016"/>
                  </a:lnTo>
                  <a:lnTo>
                    <a:pt x="126551" y="1168016"/>
                  </a:lnTo>
                  <a:lnTo>
                    <a:pt x="12655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7" name="object 5297" descr=""/>
            <p:cNvSpPr/>
            <p:nvPr/>
          </p:nvSpPr>
          <p:spPr>
            <a:xfrm>
              <a:off x="7396225" y="8939120"/>
              <a:ext cx="127000" cy="1168400"/>
            </a:xfrm>
            <a:custGeom>
              <a:avLst/>
              <a:gdLst/>
              <a:ahLst/>
              <a:cxnLst/>
              <a:rect l="l" t="t" r="r" b="b"/>
              <a:pathLst>
                <a:path w="127000" h="1168400">
                  <a:moveTo>
                    <a:pt x="0" y="0"/>
                  </a:moveTo>
                  <a:lnTo>
                    <a:pt x="126551" y="0"/>
                  </a:lnTo>
                  <a:lnTo>
                    <a:pt x="126551" y="1168016"/>
                  </a:lnTo>
                  <a:lnTo>
                    <a:pt x="0" y="1168016"/>
                  </a:lnTo>
                  <a:lnTo>
                    <a:pt x="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98" name="object 5298" descr=""/>
            <p:cNvSpPr/>
            <p:nvPr/>
          </p:nvSpPr>
          <p:spPr>
            <a:xfrm>
              <a:off x="7362110" y="8359755"/>
              <a:ext cx="194945" cy="12065"/>
            </a:xfrm>
            <a:custGeom>
              <a:avLst/>
              <a:gdLst/>
              <a:ahLst/>
              <a:cxnLst/>
              <a:rect l="l" t="t" r="r" b="b"/>
              <a:pathLst>
                <a:path w="194945" h="12065">
                  <a:moveTo>
                    <a:pt x="194758" y="0"/>
                  </a:moveTo>
                  <a:lnTo>
                    <a:pt x="0" y="0"/>
                  </a:lnTo>
                  <a:lnTo>
                    <a:pt x="0" y="12031"/>
                  </a:lnTo>
                  <a:lnTo>
                    <a:pt x="194758" y="12031"/>
                  </a:lnTo>
                  <a:lnTo>
                    <a:pt x="19475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9" name="object 5299" descr=""/>
            <p:cNvSpPr/>
            <p:nvPr/>
          </p:nvSpPr>
          <p:spPr>
            <a:xfrm>
              <a:off x="7362110" y="8359755"/>
              <a:ext cx="194945" cy="12065"/>
            </a:xfrm>
            <a:custGeom>
              <a:avLst/>
              <a:gdLst/>
              <a:ahLst/>
              <a:cxnLst/>
              <a:rect l="l" t="t" r="r" b="b"/>
              <a:pathLst>
                <a:path w="194945" h="12065">
                  <a:moveTo>
                    <a:pt x="194758" y="12031"/>
                  </a:moveTo>
                  <a:lnTo>
                    <a:pt x="0" y="12031"/>
                  </a:lnTo>
                  <a:lnTo>
                    <a:pt x="0" y="0"/>
                  </a:lnTo>
                  <a:lnTo>
                    <a:pt x="194758" y="0"/>
                  </a:lnTo>
                  <a:lnTo>
                    <a:pt x="194758" y="12031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00" name="object 5300" descr=""/>
            <p:cNvSpPr/>
            <p:nvPr/>
          </p:nvSpPr>
          <p:spPr>
            <a:xfrm>
              <a:off x="7362110" y="8571424"/>
              <a:ext cx="194945" cy="12065"/>
            </a:xfrm>
            <a:custGeom>
              <a:avLst/>
              <a:gdLst/>
              <a:ahLst/>
              <a:cxnLst/>
              <a:rect l="l" t="t" r="r" b="b"/>
              <a:pathLst>
                <a:path w="194945" h="12065">
                  <a:moveTo>
                    <a:pt x="194758" y="0"/>
                  </a:moveTo>
                  <a:lnTo>
                    <a:pt x="0" y="0"/>
                  </a:lnTo>
                  <a:lnTo>
                    <a:pt x="0" y="12031"/>
                  </a:lnTo>
                  <a:lnTo>
                    <a:pt x="194758" y="12031"/>
                  </a:lnTo>
                  <a:lnTo>
                    <a:pt x="19475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1" name="object 5301" descr=""/>
            <p:cNvSpPr/>
            <p:nvPr/>
          </p:nvSpPr>
          <p:spPr>
            <a:xfrm>
              <a:off x="6882994" y="7673902"/>
              <a:ext cx="674370" cy="909955"/>
            </a:xfrm>
            <a:custGeom>
              <a:avLst/>
              <a:gdLst/>
              <a:ahLst/>
              <a:cxnLst/>
              <a:rect l="l" t="t" r="r" b="b"/>
              <a:pathLst>
                <a:path w="674370" h="909954">
                  <a:moveTo>
                    <a:pt x="673874" y="909553"/>
                  </a:moveTo>
                  <a:lnTo>
                    <a:pt x="479116" y="909553"/>
                  </a:lnTo>
                  <a:lnTo>
                    <a:pt x="479116" y="897522"/>
                  </a:lnTo>
                  <a:lnTo>
                    <a:pt x="673874" y="897522"/>
                  </a:lnTo>
                  <a:lnTo>
                    <a:pt x="673874" y="909553"/>
                  </a:lnTo>
                  <a:close/>
                </a:path>
                <a:path w="674370" h="909954">
                  <a:moveTo>
                    <a:pt x="535104" y="846330"/>
                  </a:moveTo>
                  <a:lnTo>
                    <a:pt x="502979" y="846330"/>
                  </a:lnTo>
                  <a:lnTo>
                    <a:pt x="502979" y="878454"/>
                  </a:lnTo>
                  <a:lnTo>
                    <a:pt x="535104" y="878454"/>
                  </a:lnTo>
                  <a:lnTo>
                    <a:pt x="535104" y="846330"/>
                  </a:lnTo>
                  <a:close/>
                </a:path>
                <a:path w="674370" h="909954">
                  <a:moveTo>
                    <a:pt x="535104" y="798007"/>
                  </a:moveTo>
                  <a:lnTo>
                    <a:pt x="502979" y="798007"/>
                  </a:lnTo>
                  <a:lnTo>
                    <a:pt x="502979" y="830142"/>
                  </a:lnTo>
                  <a:lnTo>
                    <a:pt x="535104" y="830142"/>
                  </a:lnTo>
                  <a:lnTo>
                    <a:pt x="535104" y="798007"/>
                  </a:lnTo>
                  <a:close/>
                </a:path>
                <a:path w="674370" h="909954">
                  <a:moveTo>
                    <a:pt x="535104" y="749694"/>
                  </a:moveTo>
                  <a:lnTo>
                    <a:pt x="502979" y="749694"/>
                  </a:lnTo>
                  <a:lnTo>
                    <a:pt x="502979" y="781819"/>
                  </a:lnTo>
                  <a:lnTo>
                    <a:pt x="535104" y="781819"/>
                  </a:lnTo>
                  <a:lnTo>
                    <a:pt x="535104" y="749694"/>
                  </a:lnTo>
                  <a:close/>
                </a:path>
                <a:path w="674370" h="909954">
                  <a:moveTo>
                    <a:pt x="650032" y="846330"/>
                  </a:moveTo>
                  <a:lnTo>
                    <a:pt x="617907" y="846330"/>
                  </a:lnTo>
                  <a:lnTo>
                    <a:pt x="617907" y="878454"/>
                  </a:lnTo>
                  <a:lnTo>
                    <a:pt x="650032" y="878454"/>
                  </a:lnTo>
                  <a:lnTo>
                    <a:pt x="650032" y="846330"/>
                  </a:lnTo>
                  <a:close/>
                </a:path>
                <a:path w="674370" h="909954">
                  <a:moveTo>
                    <a:pt x="650032" y="798007"/>
                  </a:moveTo>
                  <a:lnTo>
                    <a:pt x="617907" y="798007"/>
                  </a:lnTo>
                  <a:lnTo>
                    <a:pt x="617907" y="830142"/>
                  </a:lnTo>
                  <a:lnTo>
                    <a:pt x="650032" y="830142"/>
                  </a:lnTo>
                  <a:lnTo>
                    <a:pt x="650032" y="798007"/>
                  </a:lnTo>
                  <a:close/>
                </a:path>
                <a:path w="674370" h="909954">
                  <a:moveTo>
                    <a:pt x="650032" y="749694"/>
                  </a:moveTo>
                  <a:lnTo>
                    <a:pt x="617907" y="749694"/>
                  </a:lnTo>
                  <a:lnTo>
                    <a:pt x="617907" y="781819"/>
                  </a:lnTo>
                  <a:lnTo>
                    <a:pt x="650032" y="781819"/>
                  </a:lnTo>
                  <a:lnTo>
                    <a:pt x="650032" y="749694"/>
                  </a:lnTo>
                  <a:close/>
                </a:path>
                <a:path w="674370" h="909954">
                  <a:moveTo>
                    <a:pt x="215930" y="0"/>
                  </a:moveTo>
                  <a:lnTo>
                    <a:pt x="108415" y="0"/>
                  </a:lnTo>
                  <a:lnTo>
                    <a:pt x="108415" y="109368"/>
                  </a:lnTo>
                  <a:lnTo>
                    <a:pt x="215930" y="109368"/>
                  </a:lnTo>
                  <a:lnTo>
                    <a:pt x="215930" y="0"/>
                  </a:lnTo>
                  <a:close/>
                </a:path>
                <a:path w="674370" h="909954">
                  <a:moveTo>
                    <a:pt x="324367" y="79756"/>
                  </a:moveTo>
                  <a:lnTo>
                    <a:pt x="275970" y="79756"/>
                  </a:lnTo>
                  <a:lnTo>
                    <a:pt x="275970" y="128990"/>
                  </a:lnTo>
                  <a:lnTo>
                    <a:pt x="324367" y="128990"/>
                  </a:lnTo>
                  <a:lnTo>
                    <a:pt x="324367" y="79756"/>
                  </a:lnTo>
                  <a:close/>
                </a:path>
                <a:path w="674370" h="909954">
                  <a:moveTo>
                    <a:pt x="324367" y="10481"/>
                  </a:moveTo>
                  <a:lnTo>
                    <a:pt x="275970" y="10481"/>
                  </a:lnTo>
                  <a:lnTo>
                    <a:pt x="275970" y="59715"/>
                  </a:lnTo>
                  <a:lnTo>
                    <a:pt x="324367" y="59715"/>
                  </a:lnTo>
                  <a:lnTo>
                    <a:pt x="324367" y="10481"/>
                  </a:lnTo>
                  <a:close/>
                </a:path>
                <a:path w="674370" h="909954">
                  <a:moveTo>
                    <a:pt x="324367" y="149032"/>
                  </a:moveTo>
                  <a:lnTo>
                    <a:pt x="275970" y="149032"/>
                  </a:lnTo>
                  <a:lnTo>
                    <a:pt x="275970" y="198266"/>
                  </a:lnTo>
                  <a:lnTo>
                    <a:pt x="324367" y="198266"/>
                  </a:lnTo>
                  <a:lnTo>
                    <a:pt x="324367" y="149032"/>
                  </a:lnTo>
                  <a:close/>
                </a:path>
                <a:path w="674370" h="909954">
                  <a:moveTo>
                    <a:pt x="324367" y="218297"/>
                  </a:moveTo>
                  <a:lnTo>
                    <a:pt x="275970" y="218297"/>
                  </a:lnTo>
                  <a:lnTo>
                    <a:pt x="275970" y="267531"/>
                  </a:lnTo>
                  <a:lnTo>
                    <a:pt x="324367" y="267531"/>
                  </a:lnTo>
                  <a:lnTo>
                    <a:pt x="324367" y="218297"/>
                  </a:lnTo>
                  <a:close/>
                </a:path>
                <a:path w="674370" h="909954">
                  <a:moveTo>
                    <a:pt x="48396" y="79756"/>
                  </a:moveTo>
                  <a:lnTo>
                    <a:pt x="0" y="79756"/>
                  </a:lnTo>
                  <a:lnTo>
                    <a:pt x="0" y="128990"/>
                  </a:lnTo>
                  <a:lnTo>
                    <a:pt x="48396" y="128990"/>
                  </a:lnTo>
                  <a:lnTo>
                    <a:pt x="48396" y="79756"/>
                  </a:lnTo>
                  <a:close/>
                </a:path>
                <a:path w="674370" h="909954">
                  <a:moveTo>
                    <a:pt x="48396" y="10481"/>
                  </a:moveTo>
                  <a:lnTo>
                    <a:pt x="0" y="10481"/>
                  </a:lnTo>
                  <a:lnTo>
                    <a:pt x="0" y="59715"/>
                  </a:lnTo>
                  <a:lnTo>
                    <a:pt x="48396" y="59715"/>
                  </a:lnTo>
                  <a:lnTo>
                    <a:pt x="48396" y="10481"/>
                  </a:lnTo>
                  <a:close/>
                </a:path>
                <a:path w="674370" h="909954">
                  <a:moveTo>
                    <a:pt x="48396" y="149032"/>
                  </a:moveTo>
                  <a:lnTo>
                    <a:pt x="0" y="149032"/>
                  </a:lnTo>
                  <a:lnTo>
                    <a:pt x="0" y="198266"/>
                  </a:lnTo>
                  <a:lnTo>
                    <a:pt x="48396" y="198266"/>
                  </a:lnTo>
                  <a:lnTo>
                    <a:pt x="48396" y="149032"/>
                  </a:lnTo>
                  <a:close/>
                </a:path>
                <a:path w="674370" h="909954">
                  <a:moveTo>
                    <a:pt x="48396" y="218297"/>
                  </a:moveTo>
                  <a:lnTo>
                    <a:pt x="0" y="218297"/>
                  </a:lnTo>
                  <a:lnTo>
                    <a:pt x="0" y="267531"/>
                  </a:lnTo>
                  <a:lnTo>
                    <a:pt x="48396" y="267531"/>
                  </a:lnTo>
                  <a:lnTo>
                    <a:pt x="48396" y="21829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02" name="object 5302" descr=""/>
            <p:cNvSpPr/>
            <p:nvPr/>
          </p:nvSpPr>
          <p:spPr>
            <a:xfrm>
              <a:off x="6837240" y="7369899"/>
              <a:ext cx="413384" cy="267335"/>
            </a:xfrm>
            <a:custGeom>
              <a:avLst/>
              <a:gdLst/>
              <a:ahLst/>
              <a:cxnLst/>
              <a:rect l="l" t="t" r="r" b="b"/>
              <a:pathLst>
                <a:path w="413384" h="267334">
                  <a:moveTo>
                    <a:pt x="201281" y="0"/>
                  </a:moveTo>
                  <a:lnTo>
                    <a:pt x="201281" y="3005"/>
                  </a:lnTo>
                  <a:lnTo>
                    <a:pt x="182131" y="10123"/>
                  </a:lnTo>
                  <a:lnTo>
                    <a:pt x="156049" y="22580"/>
                  </a:lnTo>
                  <a:lnTo>
                    <a:pt x="93518" y="67619"/>
                  </a:lnTo>
                  <a:lnTo>
                    <a:pt x="62284" y="102253"/>
                  </a:lnTo>
                  <a:lnTo>
                    <a:pt x="34548" y="146330"/>
                  </a:lnTo>
                  <a:lnTo>
                    <a:pt x="12917" y="200878"/>
                  </a:lnTo>
                  <a:lnTo>
                    <a:pt x="0" y="266923"/>
                  </a:lnTo>
                  <a:lnTo>
                    <a:pt x="412898" y="266923"/>
                  </a:lnTo>
                  <a:lnTo>
                    <a:pt x="399980" y="200878"/>
                  </a:lnTo>
                  <a:lnTo>
                    <a:pt x="378350" y="146330"/>
                  </a:lnTo>
                  <a:lnTo>
                    <a:pt x="350614" y="102253"/>
                  </a:lnTo>
                  <a:lnTo>
                    <a:pt x="319380" y="67619"/>
                  </a:lnTo>
                  <a:lnTo>
                    <a:pt x="287256" y="41404"/>
                  </a:lnTo>
                  <a:lnTo>
                    <a:pt x="230766" y="10123"/>
                  </a:lnTo>
                  <a:lnTo>
                    <a:pt x="211616" y="3005"/>
                  </a:lnTo>
                  <a:lnTo>
                    <a:pt x="211616" y="1392"/>
                  </a:lnTo>
                  <a:lnTo>
                    <a:pt x="206454" y="1392"/>
                  </a:lnTo>
                  <a:lnTo>
                    <a:pt x="203156" y="439"/>
                  </a:lnTo>
                  <a:lnTo>
                    <a:pt x="201281" y="0"/>
                  </a:lnTo>
                  <a:close/>
                </a:path>
                <a:path w="413384" h="267334">
                  <a:moveTo>
                    <a:pt x="211616" y="0"/>
                  </a:moveTo>
                  <a:lnTo>
                    <a:pt x="209752" y="439"/>
                  </a:lnTo>
                  <a:lnTo>
                    <a:pt x="206454" y="1392"/>
                  </a:lnTo>
                  <a:lnTo>
                    <a:pt x="211616" y="1392"/>
                  </a:lnTo>
                  <a:lnTo>
                    <a:pt x="2116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3" name="object 5303" descr=""/>
            <p:cNvSpPr/>
            <p:nvPr/>
          </p:nvSpPr>
          <p:spPr>
            <a:xfrm>
              <a:off x="6837240" y="7369899"/>
              <a:ext cx="413384" cy="267335"/>
            </a:xfrm>
            <a:custGeom>
              <a:avLst/>
              <a:gdLst/>
              <a:ahLst/>
              <a:cxnLst/>
              <a:rect l="l" t="t" r="r" b="b"/>
              <a:pathLst>
                <a:path w="413384" h="267334">
                  <a:moveTo>
                    <a:pt x="211616" y="3005"/>
                  </a:moveTo>
                  <a:lnTo>
                    <a:pt x="211616" y="0"/>
                  </a:lnTo>
                  <a:lnTo>
                    <a:pt x="209752" y="439"/>
                  </a:lnTo>
                  <a:lnTo>
                    <a:pt x="206454" y="1392"/>
                  </a:lnTo>
                  <a:lnTo>
                    <a:pt x="203156" y="439"/>
                  </a:lnTo>
                  <a:lnTo>
                    <a:pt x="201281" y="0"/>
                  </a:lnTo>
                  <a:lnTo>
                    <a:pt x="201281" y="3005"/>
                  </a:lnTo>
                  <a:lnTo>
                    <a:pt x="182131" y="10123"/>
                  </a:lnTo>
                  <a:lnTo>
                    <a:pt x="125642" y="41404"/>
                  </a:lnTo>
                  <a:lnTo>
                    <a:pt x="93518" y="67619"/>
                  </a:lnTo>
                  <a:lnTo>
                    <a:pt x="62284" y="102253"/>
                  </a:lnTo>
                  <a:lnTo>
                    <a:pt x="34548" y="146330"/>
                  </a:lnTo>
                  <a:lnTo>
                    <a:pt x="12917" y="200878"/>
                  </a:lnTo>
                  <a:lnTo>
                    <a:pt x="0" y="266923"/>
                  </a:lnTo>
                  <a:lnTo>
                    <a:pt x="201281" y="266923"/>
                  </a:lnTo>
                  <a:lnTo>
                    <a:pt x="211616" y="266923"/>
                  </a:lnTo>
                  <a:lnTo>
                    <a:pt x="412898" y="266923"/>
                  </a:lnTo>
                  <a:lnTo>
                    <a:pt x="399980" y="200878"/>
                  </a:lnTo>
                  <a:lnTo>
                    <a:pt x="378350" y="146330"/>
                  </a:lnTo>
                  <a:lnTo>
                    <a:pt x="350614" y="102253"/>
                  </a:lnTo>
                  <a:lnTo>
                    <a:pt x="319380" y="67619"/>
                  </a:lnTo>
                  <a:lnTo>
                    <a:pt x="287256" y="41404"/>
                  </a:lnTo>
                  <a:lnTo>
                    <a:pt x="230766" y="10123"/>
                  </a:lnTo>
                  <a:lnTo>
                    <a:pt x="211616" y="300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04" name="object 5304" descr=""/>
            <p:cNvSpPr/>
            <p:nvPr/>
          </p:nvSpPr>
          <p:spPr>
            <a:xfrm>
              <a:off x="7371231" y="7833551"/>
              <a:ext cx="177165" cy="139065"/>
            </a:xfrm>
            <a:custGeom>
              <a:avLst/>
              <a:gdLst/>
              <a:ahLst/>
              <a:cxnLst/>
              <a:rect l="l" t="t" r="r" b="b"/>
              <a:pathLst>
                <a:path w="177165" h="139065">
                  <a:moveTo>
                    <a:pt x="176654" y="0"/>
                  </a:moveTo>
                  <a:lnTo>
                    <a:pt x="0" y="0"/>
                  </a:lnTo>
                  <a:lnTo>
                    <a:pt x="0" y="138781"/>
                  </a:lnTo>
                  <a:lnTo>
                    <a:pt x="176654" y="138781"/>
                  </a:lnTo>
                  <a:lnTo>
                    <a:pt x="1766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5" name="object 5305" descr=""/>
            <p:cNvSpPr/>
            <p:nvPr/>
          </p:nvSpPr>
          <p:spPr>
            <a:xfrm>
              <a:off x="7371231" y="7833551"/>
              <a:ext cx="177165" cy="139065"/>
            </a:xfrm>
            <a:custGeom>
              <a:avLst/>
              <a:gdLst/>
              <a:ahLst/>
              <a:cxnLst/>
              <a:rect l="l" t="t" r="r" b="b"/>
              <a:pathLst>
                <a:path w="177165" h="139065">
                  <a:moveTo>
                    <a:pt x="176654" y="0"/>
                  </a:moveTo>
                  <a:lnTo>
                    <a:pt x="0" y="0"/>
                  </a:lnTo>
                  <a:lnTo>
                    <a:pt x="0" y="138781"/>
                  </a:lnTo>
                  <a:lnTo>
                    <a:pt x="176654" y="138781"/>
                  </a:lnTo>
                  <a:lnTo>
                    <a:pt x="17665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06" name="object 5306" descr=""/>
            <p:cNvSpPr/>
            <p:nvPr/>
          </p:nvSpPr>
          <p:spPr>
            <a:xfrm>
              <a:off x="7371231" y="7829614"/>
              <a:ext cx="177165" cy="4445"/>
            </a:xfrm>
            <a:custGeom>
              <a:avLst/>
              <a:gdLst/>
              <a:ahLst/>
              <a:cxnLst/>
              <a:rect l="l" t="t" r="r" b="b"/>
              <a:pathLst>
                <a:path w="177165" h="4445">
                  <a:moveTo>
                    <a:pt x="176654" y="0"/>
                  </a:moveTo>
                  <a:lnTo>
                    <a:pt x="0" y="0"/>
                  </a:lnTo>
                  <a:lnTo>
                    <a:pt x="0" y="3937"/>
                  </a:lnTo>
                  <a:lnTo>
                    <a:pt x="176654" y="3937"/>
                  </a:lnTo>
                  <a:lnTo>
                    <a:pt x="1766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7" name="object 5307" descr=""/>
            <p:cNvSpPr/>
            <p:nvPr/>
          </p:nvSpPr>
          <p:spPr>
            <a:xfrm>
              <a:off x="7371231" y="7829614"/>
              <a:ext cx="177165" cy="62865"/>
            </a:xfrm>
            <a:custGeom>
              <a:avLst/>
              <a:gdLst/>
              <a:ahLst/>
              <a:cxnLst/>
              <a:rect l="l" t="t" r="r" b="b"/>
              <a:pathLst>
                <a:path w="177165" h="62865">
                  <a:moveTo>
                    <a:pt x="176654" y="3937"/>
                  </a:moveTo>
                  <a:lnTo>
                    <a:pt x="0" y="3937"/>
                  </a:lnTo>
                  <a:lnTo>
                    <a:pt x="0" y="0"/>
                  </a:lnTo>
                  <a:lnTo>
                    <a:pt x="176654" y="0"/>
                  </a:lnTo>
                  <a:lnTo>
                    <a:pt x="176654" y="3937"/>
                  </a:lnTo>
                  <a:close/>
                </a:path>
                <a:path w="177165" h="62865">
                  <a:moveTo>
                    <a:pt x="111190" y="15769"/>
                  </a:moveTo>
                  <a:lnTo>
                    <a:pt x="65453" y="15769"/>
                  </a:lnTo>
                  <a:lnTo>
                    <a:pt x="65453" y="62291"/>
                  </a:lnTo>
                  <a:lnTo>
                    <a:pt x="111190" y="62291"/>
                  </a:lnTo>
                  <a:lnTo>
                    <a:pt x="111190" y="1576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08" name="object 5308" descr=""/>
            <p:cNvSpPr/>
            <p:nvPr/>
          </p:nvSpPr>
          <p:spPr>
            <a:xfrm>
              <a:off x="7507959" y="7879319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20585" y="0"/>
                  </a:moveTo>
                  <a:lnTo>
                    <a:pt x="0" y="0"/>
                  </a:lnTo>
                  <a:lnTo>
                    <a:pt x="0" y="20941"/>
                  </a:lnTo>
                  <a:lnTo>
                    <a:pt x="20585" y="20941"/>
                  </a:lnTo>
                  <a:lnTo>
                    <a:pt x="2058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9" name="object 5309" descr=""/>
            <p:cNvSpPr/>
            <p:nvPr/>
          </p:nvSpPr>
          <p:spPr>
            <a:xfrm>
              <a:off x="7507959" y="7879319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20585" y="0"/>
                  </a:moveTo>
                  <a:lnTo>
                    <a:pt x="0" y="0"/>
                  </a:lnTo>
                  <a:lnTo>
                    <a:pt x="0" y="20941"/>
                  </a:lnTo>
                  <a:lnTo>
                    <a:pt x="20585" y="20941"/>
                  </a:lnTo>
                  <a:lnTo>
                    <a:pt x="20585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10" name="object 5310" descr=""/>
            <p:cNvSpPr/>
            <p:nvPr/>
          </p:nvSpPr>
          <p:spPr>
            <a:xfrm>
              <a:off x="7507959" y="7849844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20585" y="0"/>
                  </a:moveTo>
                  <a:lnTo>
                    <a:pt x="0" y="0"/>
                  </a:lnTo>
                  <a:lnTo>
                    <a:pt x="0" y="20952"/>
                  </a:lnTo>
                  <a:lnTo>
                    <a:pt x="20585" y="20952"/>
                  </a:lnTo>
                  <a:lnTo>
                    <a:pt x="2058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1" name="object 5311" descr=""/>
            <p:cNvSpPr/>
            <p:nvPr/>
          </p:nvSpPr>
          <p:spPr>
            <a:xfrm>
              <a:off x="7507959" y="7849844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20585" y="0"/>
                  </a:moveTo>
                  <a:lnTo>
                    <a:pt x="0" y="0"/>
                  </a:lnTo>
                  <a:lnTo>
                    <a:pt x="0" y="20952"/>
                  </a:lnTo>
                  <a:lnTo>
                    <a:pt x="20585" y="20952"/>
                  </a:lnTo>
                  <a:lnTo>
                    <a:pt x="20585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12" name="object 5312" descr=""/>
            <p:cNvSpPr/>
            <p:nvPr/>
          </p:nvSpPr>
          <p:spPr>
            <a:xfrm>
              <a:off x="7507959" y="7908774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20585" y="0"/>
                  </a:moveTo>
                  <a:lnTo>
                    <a:pt x="0" y="0"/>
                  </a:lnTo>
                  <a:lnTo>
                    <a:pt x="0" y="20952"/>
                  </a:lnTo>
                  <a:lnTo>
                    <a:pt x="20585" y="20952"/>
                  </a:lnTo>
                  <a:lnTo>
                    <a:pt x="2058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3" name="object 5313" descr=""/>
            <p:cNvSpPr/>
            <p:nvPr/>
          </p:nvSpPr>
          <p:spPr>
            <a:xfrm>
              <a:off x="7507959" y="7908774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20585" y="0"/>
                  </a:moveTo>
                  <a:lnTo>
                    <a:pt x="0" y="0"/>
                  </a:lnTo>
                  <a:lnTo>
                    <a:pt x="0" y="20952"/>
                  </a:lnTo>
                  <a:lnTo>
                    <a:pt x="20585" y="20952"/>
                  </a:lnTo>
                  <a:lnTo>
                    <a:pt x="20585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14" name="object 5314" descr=""/>
            <p:cNvSpPr/>
            <p:nvPr/>
          </p:nvSpPr>
          <p:spPr>
            <a:xfrm>
              <a:off x="7507959" y="7938250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20585" y="0"/>
                  </a:moveTo>
                  <a:lnTo>
                    <a:pt x="0" y="0"/>
                  </a:lnTo>
                  <a:lnTo>
                    <a:pt x="0" y="20952"/>
                  </a:lnTo>
                  <a:lnTo>
                    <a:pt x="20585" y="20952"/>
                  </a:lnTo>
                  <a:lnTo>
                    <a:pt x="2058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5" name="object 5315" descr=""/>
            <p:cNvSpPr/>
            <p:nvPr/>
          </p:nvSpPr>
          <p:spPr>
            <a:xfrm>
              <a:off x="7507959" y="7938250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20585" y="0"/>
                  </a:moveTo>
                  <a:lnTo>
                    <a:pt x="0" y="0"/>
                  </a:lnTo>
                  <a:lnTo>
                    <a:pt x="0" y="20952"/>
                  </a:lnTo>
                  <a:lnTo>
                    <a:pt x="20585" y="20952"/>
                  </a:lnTo>
                  <a:lnTo>
                    <a:pt x="20585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16" name="object 5316" descr=""/>
            <p:cNvSpPr/>
            <p:nvPr/>
          </p:nvSpPr>
          <p:spPr>
            <a:xfrm>
              <a:off x="7390560" y="7879319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20596" y="0"/>
                  </a:moveTo>
                  <a:lnTo>
                    <a:pt x="0" y="0"/>
                  </a:lnTo>
                  <a:lnTo>
                    <a:pt x="0" y="20941"/>
                  </a:lnTo>
                  <a:lnTo>
                    <a:pt x="20596" y="20941"/>
                  </a:lnTo>
                  <a:lnTo>
                    <a:pt x="205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7" name="object 5317" descr=""/>
            <p:cNvSpPr/>
            <p:nvPr/>
          </p:nvSpPr>
          <p:spPr>
            <a:xfrm>
              <a:off x="7390560" y="7879319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20596" y="0"/>
                  </a:moveTo>
                  <a:lnTo>
                    <a:pt x="0" y="0"/>
                  </a:lnTo>
                  <a:lnTo>
                    <a:pt x="0" y="20941"/>
                  </a:lnTo>
                  <a:lnTo>
                    <a:pt x="20596" y="20941"/>
                  </a:lnTo>
                  <a:lnTo>
                    <a:pt x="20596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18" name="object 5318" descr=""/>
            <p:cNvSpPr/>
            <p:nvPr/>
          </p:nvSpPr>
          <p:spPr>
            <a:xfrm>
              <a:off x="7390560" y="7849844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20596" y="0"/>
                  </a:moveTo>
                  <a:lnTo>
                    <a:pt x="0" y="0"/>
                  </a:lnTo>
                  <a:lnTo>
                    <a:pt x="0" y="20952"/>
                  </a:lnTo>
                  <a:lnTo>
                    <a:pt x="20596" y="20952"/>
                  </a:lnTo>
                  <a:lnTo>
                    <a:pt x="205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9" name="object 5319" descr=""/>
            <p:cNvSpPr/>
            <p:nvPr/>
          </p:nvSpPr>
          <p:spPr>
            <a:xfrm>
              <a:off x="7390560" y="7849844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20596" y="0"/>
                  </a:moveTo>
                  <a:lnTo>
                    <a:pt x="0" y="0"/>
                  </a:lnTo>
                  <a:lnTo>
                    <a:pt x="0" y="20952"/>
                  </a:lnTo>
                  <a:lnTo>
                    <a:pt x="20596" y="20952"/>
                  </a:lnTo>
                  <a:lnTo>
                    <a:pt x="20596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20" name="object 5320" descr=""/>
            <p:cNvSpPr/>
            <p:nvPr/>
          </p:nvSpPr>
          <p:spPr>
            <a:xfrm>
              <a:off x="7390560" y="7908774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20596" y="0"/>
                  </a:moveTo>
                  <a:lnTo>
                    <a:pt x="0" y="0"/>
                  </a:lnTo>
                  <a:lnTo>
                    <a:pt x="0" y="20952"/>
                  </a:lnTo>
                  <a:lnTo>
                    <a:pt x="20596" y="20952"/>
                  </a:lnTo>
                  <a:lnTo>
                    <a:pt x="205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1" name="object 5321" descr=""/>
            <p:cNvSpPr/>
            <p:nvPr/>
          </p:nvSpPr>
          <p:spPr>
            <a:xfrm>
              <a:off x="7390560" y="7908774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20596" y="0"/>
                  </a:moveTo>
                  <a:lnTo>
                    <a:pt x="0" y="0"/>
                  </a:lnTo>
                  <a:lnTo>
                    <a:pt x="0" y="20952"/>
                  </a:lnTo>
                  <a:lnTo>
                    <a:pt x="20596" y="20952"/>
                  </a:lnTo>
                  <a:lnTo>
                    <a:pt x="20596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22" name="object 5322" descr=""/>
            <p:cNvSpPr/>
            <p:nvPr/>
          </p:nvSpPr>
          <p:spPr>
            <a:xfrm>
              <a:off x="7390560" y="7938250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20596" y="0"/>
                  </a:moveTo>
                  <a:lnTo>
                    <a:pt x="0" y="0"/>
                  </a:lnTo>
                  <a:lnTo>
                    <a:pt x="0" y="20952"/>
                  </a:lnTo>
                  <a:lnTo>
                    <a:pt x="20596" y="20952"/>
                  </a:lnTo>
                  <a:lnTo>
                    <a:pt x="205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3" name="object 5323" descr=""/>
            <p:cNvSpPr/>
            <p:nvPr/>
          </p:nvSpPr>
          <p:spPr>
            <a:xfrm>
              <a:off x="7390560" y="7938250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20596" y="0"/>
                  </a:moveTo>
                  <a:lnTo>
                    <a:pt x="0" y="0"/>
                  </a:lnTo>
                  <a:lnTo>
                    <a:pt x="0" y="20952"/>
                  </a:lnTo>
                  <a:lnTo>
                    <a:pt x="20596" y="20952"/>
                  </a:lnTo>
                  <a:lnTo>
                    <a:pt x="20596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24" name="object 5324" descr=""/>
            <p:cNvSpPr/>
            <p:nvPr/>
          </p:nvSpPr>
          <p:spPr>
            <a:xfrm>
              <a:off x="7371103" y="7716066"/>
              <a:ext cx="175895" cy="113664"/>
            </a:xfrm>
            <a:custGeom>
              <a:avLst/>
              <a:gdLst/>
              <a:ahLst/>
              <a:cxnLst/>
              <a:rect l="l" t="t" r="r" b="b"/>
              <a:pathLst>
                <a:path w="175895" h="113665">
                  <a:moveTo>
                    <a:pt x="85620" y="0"/>
                  </a:moveTo>
                  <a:lnTo>
                    <a:pt x="85620" y="1277"/>
                  </a:lnTo>
                  <a:lnTo>
                    <a:pt x="66378" y="9604"/>
                  </a:lnTo>
                  <a:lnTo>
                    <a:pt x="39778" y="28763"/>
                  </a:lnTo>
                  <a:lnTo>
                    <a:pt x="14694" y="62246"/>
                  </a:lnTo>
                  <a:lnTo>
                    <a:pt x="0" y="113546"/>
                  </a:lnTo>
                  <a:lnTo>
                    <a:pt x="175638" y="113546"/>
                  </a:lnTo>
                  <a:lnTo>
                    <a:pt x="160944" y="62246"/>
                  </a:lnTo>
                  <a:lnTo>
                    <a:pt x="135859" y="28763"/>
                  </a:lnTo>
                  <a:lnTo>
                    <a:pt x="109259" y="9604"/>
                  </a:lnTo>
                  <a:lnTo>
                    <a:pt x="90018" y="1277"/>
                  </a:lnTo>
                  <a:lnTo>
                    <a:pt x="90018" y="586"/>
                  </a:lnTo>
                  <a:lnTo>
                    <a:pt x="87819" y="586"/>
                  </a:lnTo>
                  <a:lnTo>
                    <a:pt x="86416" y="178"/>
                  </a:lnTo>
                  <a:lnTo>
                    <a:pt x="85620" y="0"/>
                  </a:lnTo>
                  <a:close/>
                </a:path>
                <a:path w="175895" h="113665">
                  <a:moveTo>
                    <a:pt x="90018" y="0"/>
                  </a:moveTo>
                  <a:lnTo>
                    <a:pt x="89222" y="178"/>
                  </a:lnTo>
                  <a:lnTo>
                    <a:pt x="87819" y="586"/>
                  </a:lnTo>
                  <a:lnTo>
                    <a:pt x="90018" y="586"/>
                  </a:lnTo>
                  <a:lnTo>
                    <a:pt x="900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5" name="object 5325" descr=""/>
            <p:cNvSpPr/>
            <p:nvPr/>
          </p:nvSpPr>
          <p:spPr>
            <a:xfrm>
              <a:off x="7371103" y="7716066"/>
              <a:ext cx="175895" cy="113664"/>
            </a:xfrm>
            <a:custGeom>
              <a:avLst/>
              <a:gdLst/>
              <a:ahLst/>
              <a:cxnLst/>
              <a:rect l="l" t="t" r="r" b="b"/>
              <a:pathLst>
                <a:path w="175895" h="113665">
                  <a:moveTo>
                    <a:pt x="90018" y="1277"/>
                  </a:moveTo>
                  <a:lnTo>
                    <a:pt x="90018" y="0"/>
                  </a:lnTo>
                  <a:lnTo>
                    <a:pt x="89222" y="178"/>
                  </a:lnTo>
                  <a:lnTo>
                    <a:pt x="87819" y="586"/>
                  </a:lnTo>
                  <a:lnTo>
                    <a:pt x="86416" y="178"/>
                  </a:lnTo>
                  <a:lnTo>
                    <a:pt x="85620" y="0"/>
                  </a:lnTo>
                  <a:lnTo>
                    <a:pt x="85620" y="1277"/>
                  </a:lnTo>
                  <a:lnTo>
                    <a:pt x="66378" y="9604"/>
                  </a:lnTo>
                  <a:lnTo>
                    <a:pt x="39778" y="28763"/>
                  </a:lnTo>
                  <a:lnTo>
                    <a:pt x="14694" y="62246"/>
                  </a:lnTo>
                  <a:lnTo>
                    <a:pt x="0" y="113546"/>
                  </a:lnTo>
                  <a:lnTo>
                    <a:pt x="85620" y="113546"/>
                  </a:lnTo>
                  <a:lnTo>
                    <a:pt x="90018" y="113546"/>
                  </a:lnTo>
                  <a:lnTo>
                    <a:pt x="175638" y="113546"/>
                  </a:lnTo>
                  <a:lnTo>
                    <a:pt x="160944" y="62246"/>
                  </a:lnTo>
                  <a:lnTo>
                    <a:pt x="135859" y="28763"/>
                  </a:lnTo>
                  <a:lnTo>
                    <a:pt x="109259" y="9604"/>
                  </a:lnTo>
                  <a:lnTo>
                    <a:pt x="90018" y="127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26" name="object 5326" descr=""/>
            <p:cNvSpPr/>
            <p:nvPr/>
          </p:nvSpPr>
          <p:spPr>
            <a:xfrm>
              <a:off x="6542586" y="7833551"/>
              <a:ext cx="177165" cy="139065"/>
            </a:xfrm>
            <a:custGeom>
              <a:avLst/>
              <a:gdLst/>
              <a:ahLst/>
              <a:cxnLst/>
              <a:rect l="l" t="t" r="r" b="b"/>
              <a:pathLst>
                <a:path w="177165" h="139065">
                  <a:moveTo>
                    <a:pt x="176654" y="0"/>
                  </a:moveTo>
                  <a:lnTo>
                    <a:pt x="0" y="0"/>
                  </a:lnTo>
                  <a:lnTo>
                    <a:pt x="0" y="138781"/>
                  </a:lnTo>
                  <a:lnTo>
                    <a:pt x="176654" y="138781"/>
                  </a:lnTo>
                  <a:lnTo>
                    <a:pt x="1766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7" name="object 5327" descr=""/>
            <p:cNvSpPr/>
            <p:nvPr/>
          </p:nvSpPr>
          <p:spPr>
            <a:xfrm>
              <a:off x="6542586" y="7833551"/>
              <a:ext cx="177165" cy="139065"/>
            </a:xfrm>
            <a:custGeom>
              <a:avLst/>
              <a:gdLst/>
              <a:ahLst/>
              <a:cxnLst/>
              <a:rect l="l" t="t" r="r" b="b"/>
              <a:pathLst>
                <a:path w="177165" h="139065">
                  <a:moveTo>
                    <a:pt x="176654" y="0"/>
                  </a:moveTo>
                  <a:lnTo>
                    <a:pt x="0" y="0"/>
                  </a:lnTo>
                  <a:lnTo>
                    <a:pt x="0" y="138781"/>
                  </a:lnTo>
                  <a:lnTo>
                    <a:pt x="176654" y="138781"/>
                  </a:lnTo>
                  <a:lnTo>
                    <a:pt x="176654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28" name="object 5328" descr=""/>
            <p:cNvSpPr/>
            <p:nvPr/>
          </p:nvSpPr>
          <p:spPr>
            <a:xfrm>
              <a:off x="6542586" y="7829614"/>
              <a:ext cx="177165" cy="4445"/>
            </a:xfrm>
            <a:custGeom>
              <a:avLst/>
              <a:gdLst/>
              <a:ahLst/>
              <a:cxnLst/>
              <a:rect l="l" t="t" r="r" b="b"/>
              <a:pathLst>
                <a:path w="177165" h="4445">
                  <a:moveTo>
                    <a:pt x="176654" y="0"/>
                  </a:moveTo>
                  <a:lnTo>
                    <a:pt x="0" y="0"/>
                  </a:lnTo>
                  <a:lnTo>
                    <a:pt x="0" y="3937"/>
                  </a:lnTo>
                  <a:lnTo>
                    <a:pt x="176654" y="3937"/>
                  </a:lnTo>
                  <a:lnTo>
                    <a:pt x="1766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9" name="object 5329" descr=""/>
            <p:cNvSpPr/>
            <p:nvPr/>
          </p:nvSpPr>
          <p:spPr>
            <a:xfrm>
              <a:off x="6542586" y="7829614"/>
              <a:ext cx="177165" cy="62865"/>
            </a:xfrm>
            <a:custGeom>
              <a:avLst/>
              <a:gdLst/>
              <a:ahLst/>
              <a:cxnLst/>
              <a:rect l="l" t="t" r="r" b="b"/>
              <a:pathLst>
                <a:path w="177165" h="62865">
                  <a:moveTo>
                    <a:pt x="176654" y="3937"/>
                  </a:moveTo>
                  <a:lnTo>
                    <a:pt x="0" y="3937"/>
                  </a:lnTo>
                  <a:lnTo>
                    <a:pt x="0" y="0"/>
                  </a:lnTo>
                  <a:lnTo>
                    <a:pt x="176654" y="0"/>
                  </a:lnTo>
                  <a:lnTo>
                    <a:pt x="176654" y="3937"/>
                  </a:lnTo>
                  <a:close/>
                </a:path>
                <a:path w="177165" h="62865">
                  <a:moveTo>
                    <a:pt x="111200" y="15769"/>
                  </a:moveTo>
                  <a:lnTo>
                    <a:pt x="65463" y="15769"/>
                  </a:lnTo>
                  <a:lnTo>
                    <a:pt x="65463" y="62291"/>
                  </a:lnTo>
                  <a:lnTo>
                    <a:pt x="111200" y="62291"/>
                  </a:lnTo>
                  <a:lnTo>
                    <a:pt x="111200" y="1576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30" name="object 5330" descr=""/>
            <p:cNvSpPr/>
            <p:nvPr/>
          </p:nvSpPr>
          <p:spPr>
            <a:xfrm>
              <a:off x="6679325" y="7879319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20585" y="0"/>
                  </a:moveTo>
                  <a:lnTo>
                    <a:pt x="0" y="0"/>
                  </a:lnTo>
                  <a:lnTo>
                    <a:pt x="0" y="20941"/>
                  </a:lnTo>
                  <a:lnTo>
                    <a:pt x="20585" y="20941"/>
                  </a:lnTo>
                  <a:lnTo>
                    <a:pt x="2058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1" name="object 5331" descr=""/>
            <p:cNvSpPr/>
            <p:nvPr/>
          </p:nvSpPr>
          <p:spPr>
            <a:xfrm>
              <a:off x="6679325" y="7879319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20585" y="0"/>
                  </a:moveTo>
                  <a:lnTo>
                    <a:pt x="0" y="0"/>
                  </a:lnTo>
                  <a:lnTo>
                    <a:pt x="0" y="20941"/>
                  </a:lnTo>
                  <a:lnTo>
                    <a:pt x="20585" y="20941"/>
                  </a:lnTo>
                  <a:lnTo>
                    <a:pt x="20585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32" name="object 5332" descr=""/>
            <p:cNvSpPr/>
            <p:nvPr/>
          </p:nvSpPr>
          <p:spPr>
            <a:xfrm>
              <a:off x="6679325" y="7849844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20585" y="0"/>
                  </a:moveTo>
                  <a:lnTo>
                    <a:pt x="0" y="0"/>
                  </a:lnTo>
                  <a:lnTo>
                    <a:pt x="0" y="20952"/>
                  </a:lnTo>
                  <a:lnTo>
                    <a:pt x="20585" y="20952"/>
                  </a:lnTo>
                  <a:lnTo>
                    <a:pt x="2058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3" name="object 5333" descr=""/>
            <p:cNvSpPr/>
            <p:nvPr/>
          </p:nvSpPr>
          <p:spPr>
            <a:xfrm>
              <a:off x="6679325" y="7849844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20585" y="0"/>
                  </a:moveTo>
                  <a:lnTo>
                    <a:pt x="0" y="0"/>
                  </a:lnTo>
                  <a:lnTo>
                    <a:pt x="0" y="20952"/>
                  </a:lnTo>
                  <a:lnTo>
                    <a:pt x="20585" y="20952"/>
                  </a:lnTo>
                  <a:lnTo>
                    <a:pt x="20585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34" name="object 5334" descr=""/>
            <p:cNvSpPr/>
            <p:nvPr/>
          </p:nvSpPr>
          <p:spPr>
            <a:xfrm>
              <a:off x="6679325" y="7908774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20585" y="0"/>
                  </a:moveTo>
                  <a:lnTo>
                    <a:pt x="0" y="0"/>
                  </a:lnTo>
                  <a:lnTo>
                    <a:pt x="0" y="20952"/>
                  </a:lnTo>
                  <a:lnTo>
                    <a:pt x="20585" y="20952"/>
                  </a:lnTo>
                  <a:lnTo>
                    <a:pt x="2058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5" name="object 5335" descr=""/>
            <p:cNvSpPr/>
            <p:nvPr/>
          </p:nvSpPr>
          <p:spPr>
            <a:xfrm>
              <a:off x="6679325" y="7908774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20585" y="0"/>
                  </a:moveTo>
                  <a:lnTo>
                    <a:pt x="0" y="0"/>
                  </a:lnTo>
                  <a:lnTo>
                    <a:pt x="0" y="20952"/>
                  </a:lnTo>
                  <a:lnTo>
                    <a:pt x="20585" y="20952"/>
                  </a:lnTo>
                  <a:lnTo>
                    <a:pt x="20585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36" name="object 5336" descr=""/>
            <p:cNvSpPr/>
            <p:nvPr/>
          </p:nvSpPr>
          <p:spPr>
            <a:xfrm>
              <a:off x="6679325" y="7938250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20585" y="0"/>
                  </a:moveTo>
                  <a:lnTo>
                    <a:pt x="0" y="0"/>
                  </a:lnTo>
                  <a:lnTo>
                    <a:pt x="0" y="20952"/>
                  </a:lnTo>
                  <a:lnTo>
                    <a:pt x="20585" y="20952"/>
                  </a:lnTo>
                  <a:lnTo>
                    <a:pt x="2058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7" name="object 5337" descr=""/>
            <p:cNvSpPr/>
            <p:nvPr/>
          </p:nvSpPr>
          <p:spPr>
            <a:xfrm>
              <a:off x="6679325" y="7938250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20585" y="0"/>
                  </a:moveTo>
                  <a:lnTo>
                    <a:pt x="0" y="0"/>
                  </a:lnTo>
                  <a:lnTo>
                    <a:pt x="0" y="20952"/>
                  </a:lnTo>
                  <a:lnTo>
                    <a:pt x="20585" y="20952"/>
                  </a:lnTo>
                  <a:lnTo>
                    <a:pt x="20585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38" name="object 5338" descr=""/>
            <p:cNvSpPr/>
            <p:nvPr/>
          </p:nvSpPr>
          <p:spPr>
            <a:xfrm>
              <a:off x="6561915" y="7879319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20596" y="0"/>
                  </a:moveTo>
                  <a:lnTo>
                    <a:pt x="0" y="0"/>
                  </a:lnTo>
                  <a:lnTo>
                    <a:pt x="0" y="20941"/>
                  </a:lnTo>
                  <a:lnTo>
                    <a:pt x="20596" y="20941"/>
                  </a:lnTo>
                  <a:lnTo>
                    <a:pt x="205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9" name="object 5339" descr=""/>
            <p:cNvSpPr/>
            <p:nvPr/>
          </p:nvSpPr>
          <p:spPr>
            <a:xfrm>
              <a:off x="6561915" y="7879319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20596" y="0"/>
                  </a:moveTo>
                  <a:lnTo>
                    <a:pt x="0" y="0"/>
                  </a:lnTo>
                  <a:lnTo>
                    <a:pt x="0" y="20941"/>
                  </a:lnTo>
                  <a:lnTo>
                    <a:pt x="20596" y="20941"/>
                  </a:lnTo>
                  <a:lnTo>
                    <a:pt x="20596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40" name="object 5340" descr=""/>
            <p:cNvSpPr/>
            <p:nvPr/>
          </p:nvSpPr>
          <p:spPr>
            <a:xfrm>
              <a:off x="6561915" y="7849844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20596" y="0"/>
                  </a:moveTo>
                  <a:lnTo>
                    <a:pt x="0" y="0"/>
                  </a:lnTo>
                  <a:lnTo>
                    <a:pt x="0" y="20952"/>
                  </a:lnTo>
                  <a:lnTo>
                    <a:pt x="20596" y="20952"/>
                  </a:lnTo>
                  <a:lnTo>
                    <a:pt x="205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1" name="object 5341" descr=""/>
            <p:cNvSpPr/>
            <p:nvPr/>
          </p:nvSpPr>
          <p:spPr>
            <a:xfrm>
              <a:off x="6561915" y="7849844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20596" y="0"/>
                  </a:moveTo>
                  <a:lnTo>
                    <a:pt x="0" y="0"/>
                  </a:lnTo>
                  <a:lnTo>
                    <a:pt x="0" y="20952"/>
                  </a:lnTo>
                  <a:lnTo>
                    <a:pt x="20596" y="20952"/>
                  </a:lnTo>
                  <a:lnTo>
                    <a:pt x="20596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42" name="object 5342" descr=""/>
            <p:cNvSpPr/>
            <p:nvPr/>
          </p:nvSpPr>
          <p:spPr>
            <a:xfrm>
              <a:off x="6561915" y="7908774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20596" y="0"/>
                  </a:moveTo>
                  <a:lnTo>
                    <a:pt x="0" y="0"/>
                  </a:lnTo>
                  <a:lnTo>
                    <a:pt x="0" y="20952"/>
                  </a:lnTo>
                  <a:lnTo>
                    <a:pt x="20596" y="20952"/>
                  </a:lnTo>
                  <a:lnTo>
                    <a:pt x="205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3" name="object 5343" descr=""/>
            <p:cNvSpPr/>
            <p:nvPr/>
          </p:nvSpPr>
          <p:spPr>
            <a:xfrm>
              <a:off x="6561915" y="7908774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20596" y="0"/>
                  </a:moveTo>
                  <a:lnTo>
                    <a:pt x="0" y="0"/>
                  </a:lnTo>
                  <a:lnTo>
                    <a:pt x="0" y="20952"/>
                  </a:lnTo>
                  <a:lnTo>
                    <a:pt x="20596" y="20952"/>
                  </a:lnTo>
                  <a:lnTo>
                    <a:pt x="20596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44" name="object 5344" descr=""/>
            <p:cNvSpPr/>
            <p:nvPr/>
          </p:nvSpPr>
          <p:spPr>
            <a:xfrm>
              <a:off x="6561915" y="7938250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20596" y="0"/>
                  </a:moveTo>
                  <a:lnTo>
                    <a:pt x="0" y="0"/>
                  </a:lnTo>
                  <a:lnTo>
                    <a:pt x="0" y="20952"/>
                  </a:lnTo>
                  <a:lnTo>
                    <a:pt x="20596" y="20952"/>
                  </a:lnTo>
                  <a:lnTo>
                    <a:pt x="205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5" name="object 5345" descr=""/>
            <p:cNvSpPr/>
            <p:nvPr/>
          </p:nvSpPr>
          <p:spPr>
            <a:xfrm>
              <a:off x="6561915" y="7938250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20596" y="0"/>
                  </a:moveTo>
                  <a:lnTo>
                    <a:pt x="0" y="0"/>
                  </a:lnTo>
                  <a:lnTo>
                    <a:pt x="0" y="20952"/>
                  </a:lnTo>
                  <a:lnTo>
                    <a:pt x="20596" y="20952"/>
                  </a:lnTo>
                  <a:lnTo>
                    <a:pt x="20596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46" name="object 5346" descr=""/>
            <p:cNvSpPr/>
            <p:nvPr/>
          </p:nvSpPr>
          <p:spPr>
            <a:xfrm>
              <a:off x="6542461" y="7716066"/>
              <a:ext cx="175895" cy="113664"/>
            </a:xfrm>
            <a:custGeom>
              <a:avLst/>
              <a:gdLst/>
              <a:ahLst/>
              <a:cxnLst/>
              <a:rect l="l" t="t" r="r" b="b"/>
              <a:pathLst>
                <a:path w="175895" h="113665">
                  <a:moveTo>
                    <a:pt x="85620" y="0"/>
                  </a:moveTo>
                  <a:lnTo>
                    <a:pt x="85620" y="1277"/>
                  </a:lnTo>
                  <a:lnTo>
                    <a:pt x="66378" y="9604"/>
                  </a:lnTo>
                  <a:lnTo>
                    <a:pt x="39778" y="28763"/>
                  </a:lnTo>
                  <a:lnTo>
                    <a:pt x="14694" y="62246"/>
                  </a:lnTo>
                  <a:lnTo>
                    <a:pt x="0" y="113546"/>
                  </a:lnTo>
                  <a:lnTo>
                    <a:pt x="175638" y="113546"/>
                  </a:lnTo>
                  <a:lnTo>
                    <a:pt x="160944" y="62246"/>
                  </a:lnTo>
                  <a:lnTo>
                    <a:pt x="135859" y="28763"/>
                  </a:lnTo>
                  <a:lnTo>
                    <a:pt x="109259" y="9604"/>
                  </a:lnTo>
                  <a:lnTo>
                    <a:pt x="90018" y="1277"/>
                  </a:lnTo>
                  <a:lnTo>
                    <a:pt x="90018" y="586"/>
                  </a:lnTo>
                  <a:lnTo>
                    <a:pt x="87819" y="586"/>
                  </a:lnTo>
                  <a:lnTo>
                    <a:pt x="86416" y="178"/>
                  </a:lnTo>
                  <a:lnTo>
                    <a:pt x="85620" y="0"/>
                  </a:lnTo>
                  <a:close/>
                </a:path>
                <a:path w="175895" h="113665">
                  <a:moveTo>
                    <a:pt x="90018" y="0"/>
                  </a:moveTo>
                  <a:lnTo>
                    <a:pt x="89222" y="178"/>
                  </a:lnTo>
                  <a:lnTo>
                    <a:pt x="87819" y="586"/>
                  </a:lnTo>
                  <a:lnTo>
                    <a:pt x="90018" y="586"/>
                  </a:lnTo>
                  <a:lnTo>
                    <a:pt x="900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7" name="object 5347" descr=""/>
            <p:cNvSpPr/>
            <p:nvPr/>
          </p:nvSpPr>
          <p:spPr>
            <a:xfrm>
              <a:off x="6542461" y="7716066"/>
              <a:ext cx="175895" cy="113664"/>
            </a:xfrm>
            <a:custGeom>
              <a:avLst/>
              <a:gdLst/>
              <a:ahLst/>
              <a:cxnLst/>
              <a:rect l="l" t="t" r="r" b="b"/>
              <a:pathLst>
                <a:path w="175895" h="113665">
                  <a:moveTo>
                    <a:pt x="90018" y="1277"/>
                  </a:moveTo>
                  <a:lnTo>
                    <a:pt x="90018" y="0"/>
                  </a:lnTo>
                  <a:lnTo>
                    <a:pt x="89222" y="178"/>
                  </a:lnTo>
                  <a:lnTo>
                    <a:pt x="87819" y="586"/>
                  </a:lnTo>
                  <a:lnTo>
                    <a:pt x="86416" y="178"/>
                  </a:lnTo>
                  <a:lnTo>
                    <a:pt x="85620" y="0"/>
                  </a:lnTo>
                  <a:lnTo>
                    <a:pt x="85620" y="1277"/>
                  </a:lnTo>
                  <a:lnTo>
                    <a:pt x="66378" y="9604"/>
                  </a:lnTo>
                  <a:lnTo>
                    <a:pt x="39778" y="28763"/>
                  </a:lnTo>
                  <a:lnTo>
                    <a:pt x="14694" y="62246"/>
                  </a:lnTo>
                  <a:lnTo>
                    <a:pt x="0" y="113546"/>
                  </a:lnTo>
                  <a:lnTo>
                    <a:pt x="85620" y="113546"/>
                  </a:lnTo>
                  <a:lnTo>
                    <a:pt x="90018" y="113546"/>
                  </a:lnTo>
                  <a:lnTo>
                    <a:pt x="175638" y="113546"/>
                  </a:lnTo>
                  <a:lnTo>
                    <a:pt x="160944" y="62246"/>
                  </a:lnTo>
                  <a:lnTo>
                    <a:pt x="135859" y="28763"/>
                  </a:lnTo>
                  <a:lnTo>
                    <a:pt x="109259" y="9604"/>
                  </a:lnTo>
                  <a:lnTo>
                    <a:pt x="90018" y="1277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348" name="object 5348" descr=""/>
          <p:cNvGrpSpPr/>
          <p:nvPr/>
        </p:nvGrpSpPr>
        <p:grpSpPr>
          <a:xfrm>
            <a:off x="3887296" y="6153313"/>
            <a:ext cx="859790" cy="3959225"/>
            <a:chOff x="3887296" y="6153313"/>
            <a:chExt cx="859790" cy="3959225"/>
          </a:xfrm>
        </p:grpSpPr>
        <p:sp>
          <p:nvSpPr>
            <p:cNvPr id="5349" name="object 5349" descr=""/>
            <p:cNvSpPr/>
            <p:nvPr/>
          </p:nvSpPr>
          <p:spPr>
            <a:xfrm>
              <a:off x="4088556" y="6362926"/>
              <a:ext cx="457834" cy="542290"/>
            </a:xfrm>
            <a:custGeom>
              <a:avLst/>
              <a:gdLst/>
              <a:ahLst/>
              <a:cxnLst/>
              <a:rect l="l" t="t" r="r" b="b"/>
              <a:pathLst>
                <a:path w="457835" h="542290">
                  <a:moveTo>
                    <a:pt x="254013" y="0"/>
                  </a:moveTo>
                  <a:lnTo>
                    <a:pt x="203239" y="0"/>
                  </a:lnTo>
                  <a:lnTo>
                    <a:pt x="203239" y="119179"/>
                  </a:lnTo>
                  <a:lnTo>
                    <a:pt x="254013" y="119179"/>
                  </a:lnTo>
                  <a:lnTo>
                    <a:pt x="254013" y="0"/>
                  </a:lnTo>
                  <a:close/>
                </a:path>
                <a:path w="457835" h="542290">
                  <a:moveTo>
                    <a:pt x="350963" y="119179"/>
                  </a:moveTo>
                  <a:lnTo>
                    <a:pt x="106279" y="119179"/>
                  </a:lnTo>
                  <a:lnTo>
                    <a:pt x="106279" y="541815"/>
                  </a:lnTo>
                  <a:lnTo>
                    <a:pt x="350963" y="541815"/>
                  </a:lnTo>
                  <a:lnTo>
                    <a:pt x="350963" y="119179"/>
                  </a:lnTo>
                  <a:close/>
                </a:path>
                <a:path w="457835" h="542290">
                  <a:moveTo>
                    <a:pt x="0" y="119179"/>
                  </a:moveTo>
                  <a:lnTo>
                    <a:pt x="106279" y="119179"/>
                  </a:lnTo>
                  <a:lnTo>
                    <a:pt x="106279" y="541815"/>
                  </a:lnTo>
                  <a:lnTo>
                    <a:pt x="0" y="541815"/>
                  </a:lnTo>
                  <a:lnTo>
                    <a:pt x="0" y="119179"/>
                  </a:lnTo>
                  <a:close/>
                </a:path>
                <a:path w="457835" h="542290">
                  <a:moveTo>
                    <a:pt x="350963" y="119179"/>
                  </a:moveTo>
                  <a:lnTo>
                    <a:pt x="457242" y="119179"/>
                  </a:lnTo>
                  <a:lnTo>
                    <a:pt x="457242" y="541815"/>
                  </a:lnTo>
                  <a:lnTo>
                    <a:pt x="350963" y="541815"/>
                  </a:lnTo>
                  <a:lnTo>
                    <a:pt x="350963" y="11917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50" name="object 5350" descr=""/>
            <p:cNvSpPr/>
            <p:nvPr/>
          </p:nvSpPr>
          <p:spPr>
            <a:xfrm>
              <a:off x="3892536" y="6642743"/>
              <a:ext cx="849630" cy="124460"/>
            </a:xfrm>
            <a:custGeom>
              <a:avLst/>
              <a:gdLst/>
              <a:ahLst/>
              <a:cxnLst/>
              <a:rect l="l" t="t" r="r" b="b"/>
              <a:pathLst>
                <a:path w="849629" h="124459">
                  <a:moveTo>
                    <a:pt x="597149" y="0"/>
                  </a:moveTo>
                  <a:lnTo>
                    <a:pt x="523508" y="732"/>
                  </a:lnTo>
                  <a:lnTo>
                    <a:pt x="432594" y="8415"/>
                  </a:lnTo>
                  <a:lnTo>
                    <a:pt x="302809" y="4885"/>
                  </a:lnTo>
                  <a:lnTo>
                    <a:pt x="163080" y="11620"/>
                  </a:lnTo>
                  <a:lnTo>
                    <a:pt x="51388" y="21134"/>
                  </a:lnTo>
                  <a:lnTo>
                    <a:pt x="5717" y="25965"/>
                  </a:lnTo>
                  <a:lnTo>
                    <a:pt x="63799" y="69220"/>
                  </a:lnTo>
                  <a:lnTo>
                    <a:pt x="0" y="123983"/>
                  </a:lnTo>
                  <a:lnTo>
                    <a:pt x="427170" y="102968"/>
                  </a:lnTo>
                  <a:lnTo>
                    <a:pt x="849293" y="123983"/>
                  </a:lnTo>
                  <a:lnTo>
                    <a:pt x="790541" y="69220"/>
                  </a:lnTo>
                  <a:lnTo>
                    <a:pt x="848623" y="25965"/>
                  </a:lnTo>
                  <a:lnTo>
                    <a:pt x="692520" y="7862"/>
                  </a:lnTo>
                  <a:lnTo>
                    <a:pt x="5971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1" name="object 5351" descr=""/>
            <p:cNvSpPr/>
            <p:nvPr/>
          </p:nvSpPr>
          <p:spPr>
            <a:xfrm>
              <a:off x="3892536" y="6642743"/>
              <a:ext cx="849630" cy="124460"/>
            </a:xfrm>
            <a:custGeom>
              <a:avLst/>
              <a:gdLst/>
              <a:ahLst/>
              <a:cxnLst/>
              <a:rect l="l" t="t" r="r" b="b"/>
              <a:pathLst>
                <a:path w="849629" h="124459">
                  <a:moveTo>
                    <a:pt x="427170" y="102968"/>
                  </a:moveTo>
                  <a:lnTo>
                    <a:pt x="849293" y="123983"/>
                  </a:lnTo>
                  <a:lnTo>
                    <a:pt x="790541" y="69220"/>
                  </a:lnTo>
                  <a:lnTo>
                    <a:pt x="848623" y="25965"/>
                  </a:lnTo>
                  <a:lnTo>
                    <a:pt x="692520" y="7862"/>
                  </a:lnTo>
                  <a:lnTo>
                    <a:pt x="597149" y="0"/>
                  </a:lnTo>
                  <a:lnTo>
                    <a:pt x="523508" y="732"/>
                  </a:lnTo>
                  <a:lnTo>
                    <a:pt x="432594" y="8415"/>
                  </a:lnTo>
                  <a:lnTo>
                    <a:pt x="302809" y="4885"/>
                  </a:lnTo>
                  <a:lnTo>
                    <a:pt x="163080" y="11620"/>
                  </a:lnTo>
                  <a:lnTo>
                    <a:pt x="51388" y="21134"/>
                  </a:lnTo>
                  <a:lnTo>
                    <a:pt x="5717" y="25965"/>
                  </a:lnTo>
                  <a:lnTo>
                    <a:pt x="63799" y="69220"/>
                  </a:lnTo>
                  <a:lnTo>
                    <a:pt x="0" y="123983"/>
                  </a:lnTo>
                  <a:lnTo>
                    <a:pt x="427170" y="10296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52" name="object 5352" descr=""/>
            <p:cNvSpPr/>
            <p:nvPr/>
          </p:nvSpPr>
          <p:spPr>
            <a:xfrm>
              <a:off x="4194835" y="6840064"/>
              <a:ext cx="245110" cy="3267075"/>
            </a:xfrm>
            <a:custGeom>
              <a:avLst/>
              <a:gdLst/>
              <a:ahLst/>
              <a:cxnLst/>
              <a:rect l="l" t="t" r="r" b="b"/>
              <a:pathLst>
                <a:path w="245110" h="3267075">
                  <a:moveTo>
                    <a:pt x="244683" y="0"/>
                  </a:moveTo>
                  <a:lnTo>
                    <a:pt x="0" y="0"/>
                  </a:lnTo>
                  <a:lnTo>
                    <a:pt x="0" y="3267062"/>
                  </a:lnTo>
                  <a:lnTo>
                    <a:pt x="244683" y="3267062"/>
                  </a:lnTo>
                  <a:lnTo>
                    <a:pt x="24468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3" name="object 5353" descr=""/>
            <p:cNvSpPr/>
            <p:nvPr/>
          </p:nvSpPr>
          <p:spPr>
            <a:xfrm>
              <a:off x="4194835" y="6840064"/>
              <a:ext cx="245110" cy="3267075"/>
            </a:xfrm>
            <a:custGeom>
              <a:avLst/>
              <a:gdLst/>
              <a:ahLst/>
              <a:cxnLst/>
              <a:rect l="l" t="t" r="r" b="b"/>
              <a:pathLst>
                <a:path w="245110" h="3267075">
                  <a:moveTo>
                    <a:pt x="244683" y="0"/>
                  </a:moveTo>
                  <a:lnTo>
                    <a:pt x="0" y="0"/>
                  </a:lnTo>
                  <a:lnTo>
                    <a:pt x="0" y="3267062"/>
                  </a:lnTo>
                  <a:lnTo>
                    <a:pt x="244683" y="3267062"/>
                  </a:lnTo>
                  <a:lnTo>
                    <a:pt x="244683" y="0"/>
                  </a:lnTo>
                  <a:close/>
                </a:path>
                <a:path w="245110" h="3267075">
                  <a:moveTo>
                    <a:pt x="244683" y="0"/>
                  </a:moveTo>
                  <a:lnTo>
                    <a:pt x="0" y="0"/>
                  </a:lnTo>
                  <a:lnTo>
                    <a:pt x="0" y="39485"/>
                  </a:lnTo>
                  <a:lnTo>
                    <a:pt x="244683" y="39485"/>
                  </a:lnTo>
                  <a:lnTo>
                    <a:pt x="244683" y="0"/>
                  </a:lnTo>
                  <a:close/>
                </a:path>
                <a:path w="245110" h="3267075">
                  <a:moveTo>
                    <a:pt x="244683" y="88227"/>
                  </a:moveTo>
                  <a:lnTo>
                    <a:pt x="0" y="88227"/>
                  </a:lnTo>
                  <a:lnTo>
                    <a:pt x="0" y="127723"/>
                  </a:lnTo>
                  <a:lnTo>
                    <a:pt x="244683" y="127723"/>
                  </a:lnTo>
                  <a:lnTo>
                    <a:pt x="244683" y="88227"/>
                  </a:lnTo>
                  <a:close/>
                </a:path>
                <a:path w="245110" h="3267075">
                  <a:moveTo>
                    <a:pt x="244683" y="176444"/>
                  </a:moveTo>
                  <a:lnTo>
                    <a:pt x="0" y="176444"/>
                  </a:lnTo>
                  <a:lnTo>
                    <a:pt x="0" y="215930"/>
                  </a:lnTo>
                  <a:lnTo>
                    <a:pt x="244683" y="215930"/>
                  </a:lnTo>
                  <a:lnTo>
                    <a:pt x="244683" y="176444"/>
                  </a:lnTo>
                  <a:close/>
                </a:path>
                <a:path w="245110" h="3267075">
                  <a:moveTo>
                    <a:pt x="244683" y="264672"/>
                  </a:moveTo>
                  <a:lnTo>
                    <a:pt x="0" y="264672"/>
                  </a:lnTo>
                  <a:lnTo>
                    <a:pt x="0" y="304158"/>
                  </a:lnTo>
                  <a:lnTo>
                    <a:pt x="244683" y="304158"/>
                  </a:lnTo>
                  <a:lnTo>
                    <a:pt x="244683" y="264672"/>
                  </a:lnTo>
                  <a:close/>
                </a:path>
                <a:path w="245110" h="3267075">
                  <a:moveTo>
                    <a:pt x="244683" y="352889"/>
                  </a:moveTo>
                  <a:lnTo>
                    <a:pt x="0" y="352889"/>
                  </a:lnTo>
                  <a:lnTo>
                    <a:pt x="0" y="392375"/>
                  </a:lnTo>
                  <a:lnTo>
                    <a:pt x="244683" y="392375"/>
                  </a:lnTo>
                  <a:lnTo>
                    <a:pt x="244683" y="352889"/>
                  </a:lnTo>
                  <a:close/>
                </a:path>
                <a:path w="245110" h="3267075">
                  <a:moveTo>
                    <a:pt x="244683" y="441106"/>
                  </a:moveTo>
                  <a:lnTo>
                    <a:pt x="0" y="441106"/>
                  </a:lnTo>
                  <a:lnTo>
                    <a:pt x="0" y="480592"/>
                  </a:lnTo>
                  <a:lnTo>
                    <a:pt x="244683" y="480592"/>
                  </a:lnTo>
                  <a:lnTo>
                    <a:pt x="244683" y="441106"/>
                  </a:lnTo>
                  <a:close/>
                </a:path>
                <a:path w="245110" h="3267075">
                  <a:moveTo>
                    <a:pt x="244683" y="529334"/>
                  </a:moveTo>
                  <a:lnTo>
                    <a:pt x="0" y="529334"/>
                  </a:lnTo>
                  <a:lnTo>
                    <a:pt x="0" y="568820"/>
                  </a:lnTo>
                  <a:lnTo>
                    <a:pt x="244683" y="568820"/>
                  </a:lnTo>
                  <a:lnTo>
                    <a:pt x="244683" y="529334"/>
                  </a:lnTo>
                  <a:close/>
                </a:path>
                <a:path w="245110" h="3267075">
                  <a:moveTo>
                    <a:pt x="244683" y="617551"/>
                  </a:moveTo>
                  <a:lnTo>
                    <a:pt x="0" y="617551"/>
                  </a:lnTo>
                  <a:lnTo>
                    <a:pt x="0" y="657048"/>
                  </a:lnTo>
                  <a:lnTo>
                    <a:pt x="244683" y="657048"/>
                  </a:lnTo>
                  <a:lnTo>
                    <a:pt x="244683" y="617551"/>
                  </a:lnTo>
                  <a:close/>
                </a:path>
                <a:path w="245110" h="3267075">
                  <a:moveTo>
                    <a:pt x="244683" y="705769"/>
                  </a:moveTo>
                  <a:lnTo>
                    <a:pt x="0" y="705769"/>
                  </a:lnTo>
                  <a:lnTo>
                    <a:pt x="0" y="745265"/>
                  </a:lnTo>
                  <a:lnTo>
                    <a:pt x="244683" y="745265"/>
                  </a:lnTo>
                  <a:lnTo>
                    <a:pt x="244683" y="705769"/>
                  </a:lnTo>
                  <a:close/>
                </a:path>
                <a:path w="245110" h="3267075">
                  <a:moveTo>
                    <a:pt x="244683" y="793996"/>
                  </a:moveTo>
                  <a:lnTo>
                    <a:pt x="0" y="793996"/>
                  </a:lnTo>
                  <a:lnTo>
                    <a:pt x="0" y="833482"/>
                  </a:lnTo>
                  <a:lnTo>
                    <a:pt x="244683" y="833482"/>
                  </a:lnTo>
                  <a:lnTo>
                    <a:pt x="244683" y="793996"/>
                  </a:lnTo>
                  <a:close/>
                </a:path>
                <a:path w="245110" h="3267075">
                  <a:moveTo>
                    <a:pt x="244683" y="882213"/>
                  </a:moveTo>
                  <a:lnTo>
                    <a:pt x="0" y="882213"/>
                  </a:lnTo>
                  <a:lnTo>
                    <a:pt x="0" y="921710"/>
                  </a:lnTo>
                  <a:lnTo>
                    <a:pt x="244683" y="921710"/>
                  </a:lnTo>
                  <a:lnTo>
                    <a:pt x="244683" y="882213"/>
                  </a:lnTo>
                  <a:close/>
                </a:path>
                <a:path w="245110" h="3267075">
                  <a:moveTo>
                    <a:pt x="244683" y="970441"/>
                  </a:moveTo>
                  <a:lnTo>
                    <a:pt x="0" y="970441"/>
                  </a:lnTo>
                  <a:lnTo>
                    <a:pt x="0" y="1009927"/>
                  </a:lnTo>
                  <a:lnTo>
                    <a:pt x="244683" y="1009927"/>
                  </a:lnTo>
                  <a:lnTo>
                    <a:pt x="244683" y="970441"/>
                  </a:lnTo>
                  <a:close/>
                </a:path>
                <a:path w="245110" h="3267075">
                  <a:moveTo>
                    <a:pt x="244683" y="1058658"/>
                  </a:moveTo>
                  <a:lnTo>
                    <a:pt x="0" y="1058658"/>
                  </a:lnTo>
                  <a:lnTo>
                    <a:pt x="0" y="1098155"/>
                  </a:lnTo>
                  <a:lnTo>
                    <a:pt x="244683" y="1098155"/>
                  </a:lnTo>
                  <a:lnTo>
                    <a:pt x="244683" y="1058658"/>
                  </a:lnTo>
                  <a:close/>
                </a:path>
                <a:path w="245110" h="3267075">
                  <a:moveTo>
                    <a:pt x="244683" y="1146876"/>
                  </a:moveTo>
                  <a:lnTo>
                    <a:pt x="0" y="1146876"/>
                  </a:lnTo>
                  <a:lnTo>
                    <a:pt x="0" y="1186361"/>
                  </a:lnTo>
                  <a:lnTo>
                    <a:pt x="244683" y="1186361"/>
                  </a:lnTo>
                  <a:lnTo>
                    <a:pt x="244683" y="1146876"/>
                  </a:lnTo>
                  <a:close/>
                </a:path>
                <a:path w="245110" h="3267075">
                  <a:moveTo>
                    <a:pt x="244683" y="1235103"/>
                  </a:moveTo>
                  <a:lnTo>
                    <a:pt x="0" y="1235103"/>
                  </a:lnTo>
                  <a:lnTo>
                    <a:pt x="0" y="1274599"/>
                  </a:lnTo>
                  <a:lnTo>
                    <a:pt x="244683" y="1274599"/>
                  </a:lnTo>
                  <a:lnTo>
                    <a:pt x="244683" y="1235103"/>
                  </a:lnTo>
                  <a:close/>
                </a:path>
                <a:path w="245110" h="3267075">
                  <a:moveTo>
                    <a:pt x="244683" y="1323331"/>
                  </a:moveTo>
                  <a:lnTo>
                    <a:pt x="0" y="1323331"/>
                  </a:lnTo>
                  <a:lnTo>
                    <a:pt x="0" y="1362817"/>
                  </a:lnTo>
                  <a:lnTo>
                    <a:pt x="244683" y="1362817"/>
                  </a:lnTo>
                  <a:lnTo>
                    <a:pt x="244683" y="1323331"/>
                  </a:lnTo>
                  <a:close/>
                </a:path>
                <a:path w="245110" h="3267075">
                  <a:moveTo>
                    <a:pt x="244683" y="1411548"/>
                  </a:moveTo>
                  <a:lnTo>
                    <a:pt x="0" y="1411548"/>
                  </a:lnTo>
                  <a:lnTo>
                    <a:pt x="0" y="1451034"/>
                  </a:lnTo>
                  <a:lnTo>
                    <a:pt x="244683" y="1451034"/>
                  </a:lnTo>
                  <a:lnTo>
                    <a:pt x="244683" y="1411548"/>
                  </a:lnTo>
                  <a:close/>
                </a:path>
                <a:path w="245110" h="3267075">
                  <a:moveTo>
                    <a:pt x="244683" y="1499765"/>
                  </a:moveTo>
                  <a:lnTo>
                    <a:pt x="0" y="1499765"/>
                  </a:lnTo>
                  <a:lnTo>
                    <a:pt x="0" y="1539251"/>
                  </a:lnTo>
                  <a:lnTo>
                    <a:pt x="244683" y="1539251"/>
                  </a:lnTo>
                  <a:lnTo>
                    <a:pt x="244683" y="1499765"/>
                  </a:lnTo>
                  <a:close/>
                </a:path>
                <a:path w="245110" h="3267075">
                  <a:moveTo>
                    <a:pt x="244683" y="1587993"/>
                  </a:moveTo>
                  <a:lnTo>
                    <a:pt x="0" y="1587993"/>
                  </a:lnTo>
                  <a:lnTo>
                    <a:pt x="0" y="1627489"/>
                  </a:lnTo>
                  <a:lnTo>
                    <a:pt x="244683" y="1627489"/>
                  </a:lnTo>
                  <a:lnTo>
                    <a:pt x="244683" y="1587993"/>
                  </a:lnTo>
                  <a:close/>
                </a:path>
                <a:path w="245110" h="3267075">
                  <a:moveTo>
                    <a:pt x="244683" y="1676200"/>
                  </a:moveTo>
                  <a:lnTo>
                    <a:pt x="0" y="1676200"/>
                  </a:lnTo>
                  <a:lnTo>
                    <a:pt x="0" y="1715696"/>
                  </a:lnTo>
                  <a:lnTo>
                    <a:pt x="244683" y="1715696"/>
                  </a:lnTo>
                  <a:lnTo>
                    <a:pt x="244683" y="1676200"/>
                  </a:lnTo>
                  <a:close/>
                </a:path>
                <a:path w="245110" h="3267075">
                  <a:moveTo>
                    <a:pt x="244683" y="1764438"/>
                  </a:moveTo>
                  <a:lnTo>
                    <a:pt x="0" y="1764438"/>
                  </a:lnTo>
                  <a:lnTo>
                    <a:pt x="0" y="1803924"/>
                  </a:lnTo>
                  <a:lnTo>
                    <a:pt x="244683" y="1803924"/>
                  </a:lnTo>
                  <a:lnTo>
                    <a:pt x="244683" y="1764438"/>
                  </a:lnTo>
                  <a:close/>
                </a:path>
                <a:path w="245110" h="3267075">
                  <a:moveTo>
                    <a:pt x="244683" y="1852645"/>
                  </a:moveTo>
                  <a:lnTo>
                    <a:pt x="0" y="1852645"/>
                  </a:lnTo>
                  <a:lnTo>
                    <a:pt x="0" y="1892130"/>
                  </a:lnTo>
                  <a:lnTo>
                    <a:pt x="244683" y="1892130"/>
                  </a:lnTo>
                  <a:lnTo>
                    <a:pt x="244683" y="1852645"/>
                  </a:lnTo>
                  <a:close/>
                </a:path>
                <a:path w="245110" h="3267075">
                  <a:moveTo>
                    <a:pt x="244683" y="1940883"/>
                  </a:moveTo>
                  <a:lnTo>
                    <a:pt x="0" y="1940883"/>
                  </a:lnTo>
                  <a:lnTo>
                    <a:pt x="0" y="1980369"/>
                  </a:lnTo>
                  <a:lnTo>
                    <a:pt x="244683" y="1980369"/>
                  </a:lnTo>
                  <a:lnTo>
                    <a:pt x="244683" y="1940883"/>
                  </a:lnTo>
                  <a:close/>
                </a:path>
                <a:path w="245110" h="3267075">
                  <a:moveTo>
                    <a:pt x="244683" y="2029090"/>
                  </a:moveTo>
                  <a:lnTo>
                    <a:pt x="0" y="2029090"/>
                  </a:lnTo>
                  <a:lnTo>
                    <a:pt x="0" y="2068586"/>
                  </a:lnTo>
                  <a:lnTo>
                    <a:pt x="244683" y="2068586"/>
                  </a:lnTo>
                  <a:lnTo>
                    <a:pt x="244683" y="2029090"/>
                  </a:lnTo>
                  <a:close/>
                </a:path>
                <a:path w="245110" h="3267075">
                  <a:moveTo>
                    <a:pt x="244683" y="2117317"/>
                  </a:moveTo>
                  <a:lnTo>
                    <a:pt x="0" y="2117317"/>
                  </a:lnTo>
                  <a:lnTo>
                    <a:pt x="0" y="2156803"/>
                  </a:lnTo>
                  <a:lnTo>
                    <a:pt x="244683" y="2156803"/>
                  </a:lnTo>
                  <a:lnTo>
                    <a:pt x="244683" y="2117317"/>
                  </a:lnTo>
                  <a:close/>
                </a:path>
                <a:path w="245110" h="3267075">
                  <a:moveTo>
                    <a:pt x="244683" y="2205534"/>
                  </a:moveTo>
                  <a:lnTo>
                    <a:pt x="0" y="2205534"/>
                  </a:lnTo>
                  <a:lnTo>
                    <a:pt x="0" y="2245020"/>
                  </a:lnTo>
                  <a:lnTo>
                    <a:pt x="244683" y="2245020"/>
                  </a:lnTo>
                  <a:lnTo>
                    <a:pt x="244683" y="2205534"/>
                  </a:lnTo>
                  <a:close/>
                </a:path>
                <a:path w="245110" h="3267075">
                  <a:moveTo>
                    <a:pt x="244683" y="2293773"/>
                  </a:moveTo>
                  <a:lnTo>
                    <a:pt x="0" y="2293773"/>
                  </a:lnTo>
                  <a:lnTo>
                    <a:pt x="0" y="2333258"/>
                  </a:lnTo>
                  <a:lnTo>
                    <a:pt x="244683" y="2333258"/>
                  </a:lnTo>
                  <a:lnTo>
                    <a:pt x="244683" y="2293773"/>
                  </a:lnTo>
                  <a:close/>
                </a:path>
                <a:path w="245110" h="3267075">
                  <a:moveTo>
                    <a:pt x="244683" y="2381979"/>
                  </a:moveTo>
                  <a:lnTo>
                    <a:pt x="0" y="2381979"/>
                  </a:lnTo>
                  <a:lnTo>
                    <a:pt x="0" y="2421476"/>
                  </a:lnTo>
                  <a:lnTo>
                    <a:pt x="244683" y="2421476"/>
                  </a:lnTo>
                  <a:lnTo>
                    <a:pt x="244683" y="2381979"/>
                  </a:lnTo>
                  <a:close/>
                </a:path>
                <a:path w="245110" h="3267075">
                  <a:moveTo>
                    <a:pt x="244683" y="2470207"/>
                  </a:moveTo>
                  <a:lnTo>
                    <a:pt x="0" y="2470207"/>
                  </a:lnTo>
                  <a:lnTo>
                    <a:pt x="0" y="2509693"/>
                  </a:lnTo>
                  <a:lnTo>
                    <a:pt x="244683" y="2509693"/>
                  </a:lnTo>
                  <a:lnTo>
                    <a:pt x="244683" y="2470207"/>
                  </a:lnTo>
                  <a:close/>
                </a:path>
                <a:path w="245110" h="3267075">
                  <a:moveTo>
                    <a:pt x="244683" y="2558424"/>
                  </a:moveTo>
                  <a:lnTo>
                    <a:pt x="0" y="2558424"/>
                  </a:lnTo>
                  <a:lnTo>
                    <a:pt x="0" y="2597920"/>
                  </a:lnTo>
                  <a:lnTo>
                    <a:pt x="244683" y="2597920"/>
                  </a:lnTo>
                  <a:lnTo>
                    <a:pt x="244683" y="2558424"/>
                  </a:lnTo>
                  <a:close/>
                </a:path>
                <a:path w="245110" h="3267075">
                  <a:moveTo>
                    <a:pt x="244683" y="2646641"/>
                  </a:moveTo>
                  <a:lnTo>
                    <a:pt x="0" y="2646641"/>
                  </a:lnTo>
                  <a:lnTo>
                    <a:pt x="0" y="2686138"/>
                  </a:lnTo>
                  <a:lnTo>
                    <a:pt x="244683" y="2686138"/>
                  </a:lnTo>
                  <a:lnTo>
                    <a:pt x="244683" y="2646641"/>
                  </a:lnTo>
                  <a:close/>
                </a:path>
                <a:path w="245110" h="3267075">
                  <a:moveTo>
                    <a:pt x="244683" y="2734869"/>
                  </a:moveTo>
                  <a:lnTo>
                    <a:pt x="0" y="2734869"/>
                  </a:lnTo>
                  <a:lnTo>
                    <a:pt x="0" y="2774355"/>
                  </a:lnTo>
                  <a:lnTo>
                    <a:pt x="244683" y="2774355"/>
                  </a:lnTo>
                  <a:lnTo>
                    <a:pt x="244683" y="2734869"/>
                  </a:lnTo>
                  <a:close/>
                </a:path>
                <a:path w="245110" h="3267075">
                  <a:moveTo>
                    <a:pt x="244683" y="2823097"/>
                  </a:moveTo>
                  <a:lnTo>
                    <a:pt x="0" y="2823097"/>
                  </a:lnTo>
                  <a:lnTo>
                    <a:pt x="0" y="2862572"/>
                  </a:lnTo>
                  <a:lnTo>
                    <a:pt x="244683" y="2862572"/>
                  </a:lnTo>
                  <a:lnTo>
                    <a:pt x="244683" y="2823097"/>
                  </a:lnTo>
                  <a:close/>
                </a:path>
                <a:path w="245110" h="3267075">
                  <a:moveTo>
                    <a:pt x="244683" y="2911314"/>
                  </a:moveTo>
                  <a:lnTo>
                    <a:pt x="0" y="2911314"/>
                  </a:lnTo>
                  <a:lnTo>
                    <a:pt x="0" y="2950800"/>
                  </a:lnTo>
                  <a:lnTo>
                    <a:pt x="244683" y="2950800"/>
                  </a:lnTo>
                  <a:lnTo>
                    <a:pt x="244683" y="2911314"/>
                  </a:lnTo>
                  <a:close/>
                </a:path>
                <a:path w="245110" h="3267075">
                  <a:moveTo>
                    <a:pt x="244683" y="2999531"/>
                  </a:moveTo>
                  <a:lnTo>
                    <a:pt x="0" y="2999531"/>
                  </a:lnTo>
                  <a:lnTo>
                    <a:pt x="0" y="3039027"/>
                  </a:lnTo>
                  <a:lnTo>
                    <a:pt x="244683" y="3039027"/>
                  </a:lnTo>
                  <a:lnTo>
                    <a:pt x="244683" y="2999531"/>
                  </a:lnTo>
                  <a:close/>
                </a:path>
                <a:path w="245110" h="3267075">
                  <a:moveTo>
                    <a:pt x="244683" y="3087759"/>
                  </a:moveTo>
                  <a:lnTo>
                    <a:pt x="0" y="3087759"/>
                  </a:lnTo>
                  <a:lnTo>
                    <a:pt x="0" y="3127245"/>
                  </a:lnTo>
                  <a:lnTo>
                    <a:pt x="244683" y="3127245"/>
                  </a:lnTo>
                  <a:lnTo>
                    <a:pt x="244683" y="3087759"/>
                  </a:lnTo>
                  <a:close/>
                </a:path>
                <a:path w="245110" h="3267075">
                  <a:moveTo>
                    <a:pt x="244683" y="3175976"/>
                  </a:moveTo>
                  <a:lnTo>
                    <a:pt x="0" y="3175976"/>
                  </a:lnTo>
                  <a:lnTo>
                    <a:pt x="0" y="3215462"/>
                  </a:lnTo>
                  <a:lnTo>
                    <a:pt x="244683" y="3215462"/>
                  </a:lnTo>
                  <a:lnTo>
                    <a:pt x="244683" y="317597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54" name="object 5354" descr=""/>
            <p:cNvSpPr/>
            <p:nvPr/>
          </p:nvSpPr>
          <p:spPr>
            <a:xfrm>
              <a:off x="4088556" y="6840074"/>
              <a:ext cx="106680" cy="3267075"/>
            </a:xfrm>
            <a:custGeom>
              <a:avLst/>
              <a:gdLst/>
              <a:ahLst/>
              <a:cxnLst/>
              <a:rect l="l" t="t" r="r" b="b"/>
              <a:pathLst>
                <a:path w="106679" h="3267075">
                  <a:moveTo>
                    <a:pt x="106279" y="0"/>
                  </a:moveTo>
                  <a:lnTo>
                    <a:pt x="0" y="0"/>
                  </a:lnTo>
                  <a:lnTo>
                    <a:pt x="0" y="3267062"/>
                  </a:lnTo>
                  <a:lnTo>
                    <a:pt x="106279" y="3267062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5" name="object 5355" descr=""/>
            <p:cNvSpPr/>
            <p:nvPr/>
          </p:nvSpPr>
          <p:spPr>
            <a:xfrm>
              <a:off x="4088556" y="6840074"/>
              <a:ext cx="106680" cy="3267075"/>
            </a:xfrm>
            <a:custGeom>
              <a:avLst/>
              <a:gdLst/>
              <a:ahLst/>
              <a:cxnLst/>
              <a:rect l="l" t="t" r="r" b="b"/>
              <a:pathLst>
                <a:path w="106679" h="3267075">
                  <a:moveTo>
                    <a:pt x="0" y="3267062"/>
                  </a:moveTo>
                  <a:lnTo>
                    <a:pt x="106279" y="3267062"/>
                  </a:lnTo>
                  <a:lnTo>
                    <a:pt x="106279" y="0"/>
                  </a:lnTo>
                  <a:lnTo>
                    <a:pt x="0" y="0"/>
                  </a:lnTo>
                  <a:lnTo>
                    <a:pt x="0" y="326706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56" name="object 5356" descr=""/>
            <p:cNvSpPr/>
            <p:nvPr/>
          </p:nvSpPr>
          <p:spPr>
            <a:xfrm>
              <a:off x="4088556" y="7297704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18"/>
                  </a:lnTo>
                  <a:lnTo>
                    <a:pt x="106279" y="1441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7" name="object 5357" descr=""/>
            <p:cNvSpPr/>
            <p:nvPr/>
          </p:nvSpPr>
          <p:spPr>
            <a:xfrm>
              <a:off x="4088556" y="7297704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18"/>
                  </a:moveTo>
                  <a:lnTo>
                    <a:pt x="0" y="1441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1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58" name="object 5358" descr=""/>
            <p:cNvSpPr/>
            <p:nvPr/>
          </p:nvSpPr>
          <p:spPr>
            <a:xfrm>
              <a:off x="4088556" y="7226942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18"/>
                  </a:lnTo>
                  <a:lnTo>
                    <a:pt x="106279" y="1441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9" name="object 5359" descr=""/>
            <p:cNvSpPr/>
            <p:nvPr/>
          </p:nvSpPr>
          <p:spPr>
            <a:xfrm>
              <a:off x="4088556" y="7226942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18"/>
                  </a:moveTo>
                  <a:lnTo>
                    <a:pt x="0" y="1441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1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60" name="object 5360" descr=""/>
            <p:cNvSpPr/>
            <p:nvPr/>
          </p:nvSpPr>
          <p:spPr>
            <a:xfrm>
              <a:off x="4088556" y="7156180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18"/>
                  </a:lnTo>
                  <a:lnTo>
                    <a:pt x="106279" y="1441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1" name="object 5361" descr=""/>
            <p:cNvSpPr/>
            <p:nvPr/>
          </p:nvSpPr>
          <p:spPr>
            <a:xfrm>
              <a:off x="4088556" y="7156180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18"/>
                  </a:moveTo>
                  <a:lnTo>
                    <a:pt x="0" y="1441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1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62" name="object 5362" descr=""/>
            <p:cNvSpPr/>
            <p:nvPr/>
          </p:nvSpPr>
          <p:spPr>
            <a:xfrm>
              <a:off x="4088556" y="7085417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18"/>
                  </a:lnTo>
                  <a:lnTo>
                    <a:pt x="106279" y="1441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3" name="object 5363" descr=""/>
            <p:cNvSpPr/>
            <p:nvPr/>
          </p:nvSpPr>
          <p:spPr>
            <a:xfrm>
              <a:off x="4088556" y="7085417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18"/>
                  </a:moveTo>
                  <a:lnTo>
                    <a:pt x="0" y="1441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1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64" name="object 5364" descr=""/>
            <p:cNvSpPr/>
            <p:nvPr/>
          </p:nvSpPr>
          <p:spPr>
            <a:xfrm>
              <a:off x="4088556" y="7014645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18"/>
                  </a:lnTo>
                  <a:lnTo>
                    <a:pt x="106279" y="1441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5" name="object 5365" descr=""/>
            <p:cNvSpPr/>
            <p:nvPr/>
          </p:nvSpPr>
          <p:spPr>
            <a:xfrm>
              <a:off x="4088556" y="7014645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18"/>
                  </a:moveTo>
                  <a:lnTo>
                    <a:pt x="0" y="1441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1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66" name="object 5366" descr=""/>
            <p:cNvSpPr/>
            <p:nvPr/>
          </p:nvSpPr>
          <p:spPr>
            <a:xfrm>
              <a:off x="4088556" y="6943882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18"/>
                  </a:lnTo>
                  <a:lnTo>
                    <a:pt x="106279" y="1441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7" name="object 5367" descr=""/>
            <p:cNvSpPr/>
            <p:nvPr/>
          </p:nvSpPr>
          <p:spPr>
            <a:xfrm>
              <a:off x="4088556" y="6943882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18"/>
                  </a:moveTo>
                  <a:lnTo>
                    <a:pt x="0" y="1441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1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68" name="object 5368" descr=""/>
            <p:cNvSpPr/>
            <p:nvPr/>
          </p:nvSpPr>
          <p:spPr>
            <a:xfrm>
              <a:off x="4088556" y="6873120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18"/>
                  </a:lnTo>
                  <a:lnTo>
                    <a:pt x="106279" y="1441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9" name="object 5369" descr=""/>
            <p:cNvSpPr/>
            <p:nvPr/>
          </p:nvSpPr>
          <p:spPr>
            <a:xfrm>
              <a:off x="4088556" y="6873120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18"/>
                  </a:moveTo>
                  <a:lnTo>
                    <a:pt x="0" y="1441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1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70" name="object 5370" descr=""/>
            <p:cNvSpPr/>
            <p:nvPr/>
          </p:nvSpPr>
          <p:spPr>
            <a:xfrm>
              <a:off x="4439519" y="6840074"/>
              <a:ext cx="106680" cy="3267075"/>
            </a:xfrm>
            <a:custGeom>
              <a:avLst/>
              <a:gdLst/>
              <a:ahLst/>
              <a:cxnLst/>
              <a:rect l="l" t="t" r="r" b="b"/>
              <a:pathLst>
                <a:path w="106679" h="3267075">
                  <a:moveTo>
                    <a:pt x="106279" y="0"/>
                  </a:moveTo>
                  <a:lnTo>
                    <a:pt x="0" y="0"/>
                  </a:lnTo>
                  <a:lnTo>
                    <a:pt x="0" y="3267062"/>
                  </a:lnTo>
                  <a:lnTo>
                    <a:pt x="106279" y="3267062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1" name="object 5371" descr=""/>
            <p:cNvSpPr/>
            <p:nvPr/>
          </p:nvSpPr>
          <p:spPr>
            <a:xfrm>
              <a:off x="4439519" y="6840074"/>
              <a:ext cx="106680" cy="3267075"/>
            </a:xfrm>
            <a:custGeom>
              <a:avLst/>
              <a:gdLst/>
              <a:ahLst/>
              <a:cxnLst/>
              <a:rect l="l" t="t" r="r" b="b"/>
              <a:pathLst>
                <a:path w="106679" h="3267075">
                  <a:moveTo>
                    <a:pt x="0" y="3267062"/>
                  </a:moveTo>
                  <a:lnTo>
                    <a:pt x="106279" y="3267062"/>
                  </a:lnTo>
                  <a:lnTo>
                    <a:pt x="106279" y="0"/>
                  </a:lnTo>
                  <a:lnTo>
                    <a:pt x="0" y="0"/>
                  </a:lnTo>
                  <a:lnTo>
                    <a:pt x="0" y="326706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72" name="object 5372" descr=""/>
            <p:cNvSpPr/>
            <p:nvPr/>
          </p:nvSpPr>
          <p:spPr>
            <a:xfrm>
              <a:off x="4439519" y="10057495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28"/>
                  </a:lnTo>
                  <a:lnTo>
                    <a:pt x="106279" y="1442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3" name="object 5373" descr=""/>
            <p:cNvSpPr/>
            <p:nvPr/>
          </p:nvSpPr>
          <p:spPr>
            <a:xfrm>
              <a:off x="4439519" y="10057495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28"/>
                  </a:moveTo>
                  <a:lnTo>
                    <a:pt x="0" y="1442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2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74" name="object 5374" descr=""/>
            <p:cNvSpPr/>
            <p:nvPr/>
          </p:nvSpPr>
          <p:spPr>
            <a:xfrm>
              <a:off x="4439519" y="9986743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18"/>
                  </a:lnTo>
                  <a:lnTo>
                    <a:pt x="106279" y="1441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5" name="object 5375" descr=""/>
            <p:cNvSpPr/>
            <p:nvPr/>
          </p:nvSpPr>
          <p:spPr>
            <a:xfrm>
              <a:off x="4439519" y="9986743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18"/>
                  </a:moveTo>
                  <a:lnTo>
                    <a:pt x="0" y="1441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1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76" name="object 5376" descr=""/>
            <p:cNvSpPr/>
            <p:nvPr/>
          </p:nvSpPr>
          <p:spPr>
            <a:xfrm>
              <a:off x="4439519" y="9915980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18"/>
                  </a:lnTo>
                  <a:lnTo>
                    <a:pt x="106279" y="1441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7" name="object 5377" descr=""/>
            <p:cNvSpPr/>
            <p:nvPr/>
          </p:nvSpPr>
          <p:spPr>
            <a:xfrm>
              <a:off x="4439519" y="9915980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18"/>
                  </a:moveTo>
                  <a:lnTo>
                    <a:pt x="0" y="1441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1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78" name="object 5378" descr=""/>
            <p:cNvSpPr/>
            <p:nvPr/>
          </p:nvSpPr>
          <p:spPr>
            <a:xfrm>
              <a:off x="4439519" y="9845218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18"/>
                  </a:lnTo>
                  <a:lnTo>
                    <a:pt x="106279" y="1441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9" name="object 5379" descr=""/>
            <p:cNvSpPr/>
            <p:nvPr/>
          </p:nvSpPr>
          <p:spPr>
            <a:xfrm>
              <a:off x="4439519" y="9845218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18"/>
                  </a:moveTo>
                  <a:lnTo>
                    <a:pt x="0" y="1441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1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80" name="object 5380" descr=""/>
            <p:cNvSpPr/>
            <p:nvPr/>
          </p:nvSpPr>
          <p:spPr>
            <a:xfrm>
              <a:off x="4439519" y="9774446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18"/>
                  </a:lnTo>
                  <a:lnTo>
                    <a:pt x="106279" y="1441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1" name="object 5381" descr=""/>
            <p:cNvSpPr/>
            <p:nvPr/>
          </p:nvSpPr>
          <p:spPr>
            <a:xfrm>
              <a:off x="4439519" y="9774446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18"/>
                  </a:moveTo>
                  <a:lnTo>
                    <a:pt x="0" y="1441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1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82" name="object 5382" descr=""/>
            <p:cNvSpPr/>
            <p:nvPr/>
          </p:nvSpPr>
          <p:spPr>
            <a:xfrm>
              <a:off x="4439519" y="9703683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28"/>
                  </a:lnTo>
                  <a:lnTo>
                    <a:pt x="106279" y="1442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3" name="object 5383" descr=""/>
            <p:cNvSpPr/>
            <p:nvPr/>
          </p:nvSpPr>
          <p:spPr>
            <a:xfrm>
              <a:off x="4439519" y="9703683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28"/>
                  </a:moveTo>
                  <a:lnTo>
                    <a:pt x="0" y="1442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2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84" name="object 5384" descr=""/>
            <p:cNvSpPr/>
            <p:nvPr/>
          </p:nvSpPr>
          <p:spPr>
            <a:xfrm>
              <a:off x="4439519" y="9632921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18"/>
                  </a:lnTo>
                  <a:lnTo>
                    <a:pt x="106279" y="1441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5" name="object 5385" descr=""/>
            <p:cNvSpPr/>
            <p:nvPr/>
          </p:nvSpPr>
          <p:spPr>
            <a:xfrm>
              <a:off x="4439519" y="9632921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18"/>
                  </a:moveTo>
                  <a:lnTo>
                    <a:pt x="0" y="1441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1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86" name="object 5386" descr=""/>
            <p:cNvSpPr/>
            <p:nvPr/>
          </p:nvSpPr>
          <p:spPr>
            <a:xfrm>
              <a:off x="4439519" y="9562148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28"/>
                  </a:lnTo>
                  <a:lnTo>
                    <a:pt x="106279" y="1442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7" name="object 5387" descr=""/>
            <p:cNvSpPr/>
            <p:nvPr/>
          </p:nvSpPr>
          <p:spPr>
            <a:xfrm>
              <a:off x="4439519" y="9562148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28"/>
                  </a:moveTo>
                  <a:lnTo>
                    <a:pt x="0" y="1442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2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88" name="object 5388" descr=""/>
            <p:cNvSpPr/>
            <p:nvPr/>
          </p:nvSpPr>
          <p:spPr>
            <a:xfrm>
              <a:off x="4439519" y="9491386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28"/>
                  </a:lnTo>
                  <a:lnTo>
                    <a:pt x="106279" y="1442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9" name="object 5389" descr=""/>
            <p:cNvSpPr/>
            <p:nvPr/>
          </p:nvSpPr>
          <p:spPr>
            <a:xfrm>
              <a:off x="4439519" y="9491386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28"/>
                  </a:moveTo>
                  <a:lnTo>
                    <a:pt x="0" y="1442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2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90" name="object 5390" descr=""/>
            <p:cNvSpPr/>
            <p:nvPr/>
          </p:nvSpPr>
          <p:spPr>
            <a:xfrm>
              <a:off x="4439519" y="9420624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28"/>
                  </a:lnTo>
                  <a:lnTo>
                    <a:pt x="106279" y="1442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1" name="object 5391" descr=""/>
            <p:cNvSpPr/>
            <p:nvPr/>
          </p:nvSpPr>
          <p:spPr>
            <a:xfrm>
              <a:off x="4439519" y="9420624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28"/>
                  </a:moveTo>
                  <a:lnTo>
                    <a:pt x="0" y="1442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2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92" name="object 5392" descr=""/>
            <p:cNvSpPr/>
            <p:nvPr/>
          </p:nvSpPr>
          <p:spPr>
            <a:xfrm>
              <a:off x="4439519" y="9349861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28"/>
                  </a:lnTo>
                  <a:lnTo>
                    <a:pt x="106279" y="1442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3" name="object 5393" descr=""/>
            <p:cNvSpPr/>
            <p:nvPr/>
          </p:nvSpPr>
          <p:spPr>
            <a:xfrm>
              <a:off x="4439519" y="9349861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28"/>
                  </a:moveTo>
                  <a:lnTo>
                    <a:pt x="0" y="1442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2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94" name="object 5394" descr=""/>
            <p:cNvSpPr/>
            <p:nvPr/>
          </p:nvSpPr>
          <p:spPr>
            <a:xfrm>
              <a:off x="4439519" y="9279089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28"/>
                  </a:lnTo>
                  <a:lnTo>
                    <a:pt x="106279" y="1442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5" name="object 5395" descr=""/>
            <p:cNvSpPr/>
            <p:nvPr/>
          </p:nvSpPr>
          <p:spPr>
            <a:xfrm>
              <a:off x="4439519" y="9279089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28"/>
                  </a:moveTo>
                  <a:lnTo>
                    <a:pt x="0" y="1442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2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96" name="object 5396" descr=""/>
            <p:cNvSpPr/>
            <p:nvPr/>
          </p:nvSpPr>
          <p:spPr>
            <a:xfrm>
              <a:off x="4439519" y="9208337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18"/>
                  </a:lnTo>
                  <a:lnTo>
                    <a:pt x="106279" y="1441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7" name="object 5397" descr=""/>
            <p:cNvSpPr/>
            <p:nvPr/>
          </p:nvSpPr>
          <p:spPr>
            <a:xfrm>
              <a:off x="4439519" y="9208337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18"/>
                  </a:moveTo>
                  <a:lnTo>
                    <a:pt x="0" y="1441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1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98" name="object 5398" descr=""/>
            <p:cNvSpPr/>
            <p:nvPr/>
          </p:nvSpPr>
          <p:spPr>
            <a:xfrm>
              <a:off x="4439519" y="9137564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28"/>
                  </a:lnTo>
                  <a:lnTo>
                    <a:pt x="106279" y="1442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9" name="object 5399" descr=""/>
            <p:cNvSpPr/>
            <p:nvPr/>
          </p:nvSpPr>
          <p:spPr>
            <a:xfrm>
              <a:off x="4439519" y="9137564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28"/>
                  </a:moveTo>
                  <a:lnTo>
                    <a:pt x="0" y="1442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2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00" name="object 5400" descr=""/>
            <p:cNvSpPr/>
            <p:nvPr/>
          </p:nvSpPr>
          <p:spPr>
            <a:xfrm>
              <a:off x="4439519" y="9066813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18"/>
                  </a:lnTo>
                  <a:lnTo>
                    <a:pt x="106279" y="1441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1" name="object 5401" descr=""/>
            <p:cNvSpPr/>
            <p:nvPr/>
          </p:nvSpPr>
          <p:spPr>
            <a:xfrm>
              <a:off x="4439519" y="9066813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18"/>
                  </a:moveTo>
                  <a:lnTo>
                    <a:pt x="0" y="1441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1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02" name="object 5402" descr=""/>
            <p:cNvSpPr/>
            <p:nvPr/>
          </p:nvSpPr>
          <p:spPr>
            <a:xfrm>
              <a:off x="4439519" y="8996040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18"/>
                  </a:lnTo>
                  <a:lnTo>
                    <a:pt x="106279" y="1441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3" name="object 5403" descr=""/>
            <p:cNvSpPr/>
            <p:nvPr/>
          </p:nvSpPr>
          <p:spPr>
            <a:xfrm>
              <a:off x="4439519" y="8996040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18"/>
                  </a:moveTo>
                  <a:lnTo>
                    <a:pt x="0" y="1441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1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04" name="object 5404" descr=""/>
            <p:cNvSpPr/>
            <p:nvPr/>
          </p:nvSpPr>
          <p:spPr>
            <a:xfrm>
              <a:off x="4439519" y="8925278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18"/>
                  </a:lnTo>
                  <a:lnTo>
                    <a:pt x="106279" y="1441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5" name="object 5405" descr=""/>
            <p:cNvSpPr/>
            <p:nvPr/>
          </p:nvSpPr>
          <p:spPr>
            <a:xfrm>
              <a:off x="4439519" y="8925278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18"/>
                  </a:moveTo>
                  <a:lnTo>
                    <a:pt x="0" y="1441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1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06" name="object 5406" descr=""/>
            <p:cNvSpPr/>
            <p:nvPr/>
          </p:nvSpPr>
          <p:spPr>
            <a:xfrm>
              <a:off x="4439519" y="8854515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18"/>
                  </a:lnTo>
                  <a:lnTo>
                    <a:pt x="106279" y="1441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7" name="object 5407" descr=""/>
            <p:cNvSpPr/>
            <p:nvPr/>
          </p:nvSpPr>
          <p:spPr>
            <a:xfrm>
              <a:off x="4439519" y="8854515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18"/>
                  </a:moveTo>
                  <a:lnTo>
                    <a:pt x="0" y="1441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1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08" name="object 5408" descr=""/>
            <p:cNvSpPr/>
            <p:nvPr/>
          </p:nvSpPr>
          <p:spPr>
            <a:xfrm>
              <a:off x="4439519" y="8783753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28"/>
                  </a:lnTo>
                  <a:lnTo>
                    <a:pt x="106279" y="1442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9" name="object 5409" descr=""/>
            <p:cNvSpPr/>
            <p:nvPr/>
          </p:nvSpPr>
          <p:spPr>
            <a:xfrm>
              <a:off x="4439519" y="8783753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28"/>
                  </a:moveTo>
                  <a:lnTo>
                    <a:pt x="0" y="1442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2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10" name="object 5410" descr=""/>
            <p:cNvSpPr/>
            <p:nvPr/>
          </p:nvSpPr>
          <p:spPr>
            <a:xfrm>
              <a:off x="4439519" y="8712991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18"/>
                  </a:lnTo>
                  <a:lnTo>
                    <a:pt x="106279" y="1441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1" name="object 5411" descr=""/>
            <p:cNvSpPr/>
            <p:nvPr/>
          </p:nvSpPr>
          <p:spPr>
            <a:xfrm>
              <a:off x="4439519" y="8712991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18"/>
                  </a:moveTo>
                  <a:lnTo>
                    <a:pt x="0" y="1441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1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12" name="object 5412" descr=""/>
            <p:cNvSpPr/>
            <p:nvPr/>
          </p:nvSpPr>
          <p:spPr>
            <a:xfrm>
              <a:off x="4439519" y="8642218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28"/>
                  </a:lnTo>
                  <a:lnTo>
                    <a:pt x="106279" y="1442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3" name="object 5413" descr=""/>
            <p:cNvSpPr/>
            <p:nvPr/>
          </p:nvSpPr>
          <p:spPr>
            <a:xfrm>
              <a:off x="4439519" y="8642218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28"/>
                  </a:moveTo>
                  <a:lnTo>
                    <a:pt x="0" y="1442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2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14" name="object 5414" descr=""/>
            <p:cNvSpPr/>
            <p:nvPr/>
          </p:nvSpPr>
          <p:spPr>
            <a:xfrm>
              <a:off x="4439519" y="8571456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28"/>
                  </a:lnTo>
                  <a:lnTo>
                    <a:pt x="106279" y="1442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5" name="object 5415" descr=""/>
            <p:cNvSpPr/>
            <p:nvPr/>
          </p:nvSpPr>
          <p:spPr>
            <a:xfrm>
              <a:off x="4439519" y="8571456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28"/>
                  </a:moveTo>
                  <a:lnTo>
                    <a:pt x="0" y="1442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2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16" name="object 5416" descr=""/>
            <p:cNvSpPr/>
            <p:nvPr/>
          </p:nvSpPr>
          <p:spPr>
            <a:xfrm>
              <a:off x="4439519" y="8500704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18"/>
                  </a:lnTo>
                  <a:lnTo>
                    <a:pt x="106279" y="1441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7" name="object 5417" descr=""/>
            <p:cNvSpPr/>
            <p:nvPr/>
          </p:nvSpPr>
          <p:spPr>
            <a:xfrm>
              <a:off x="4439519" y="8500704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18"/>
                  </a:moveTo>
                  <a:lnTo>
                    <a:pt x="0" y="1441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1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18" name="object 5418" descr=""/>
            <p:cNvSpPr/>
            <p:nvPr/>
          </p:nvSpPr>
          <p:spPr>
            <a:xfrm>
              <a:off x="4439519" y="8429921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28"/>
                  </a:lnTo>
                  <a:lnTo>
                    <a:pt x="106279" y="1442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9" name="object 5419" descr=""/>
            <p:cNvSpPr/>
            <p:nvPr/>
          </p:nvSpPr>
          <p:spPr>
            <a:xfrm>
              <a:off x="4439519" y="8429921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28"/>
                  </a:moveTo>
                  <a:lnTo>
                    <a:pt x="0" y="1442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2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20" name="object 5420" descr=""/>
            <p:cNvSpPr/>
            <p:nvPr/>
          </p:nvSpPr>
          <p:spPr>
            <a:xfrm>
              <a:off x="4439519" y="8359159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28"/>
                  </a:lnTo>
                  <a:lnTo>
                    <a:pt x="106279" y="1442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1" name="object 5421" descr=""/>
            <p:cNvSpPr/>
            <p:nvPr/>
          </p:nvSpPr>
          <p:spPr>
            <a:xfrm>
              <a:off x="4439519" y="8359159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28"/>
                  </a:moveTo>
                  <a:lnTo>
                    <a:pt x="0" y="1442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2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22" name="object 5422" descr=""/>
            <p:cNvSpPr/>
            <p:nvPr/>
          </p:nvSpPr>
          <p:spPr>
            <a:xfrm>
              <a:off x="4439519" y="8288407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18"/>
                  </a:lnTo>
                  <a:lnTo>
                    <a:pt x="106279" y="1441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3" name="object 5423" descr=""/>
            <p:cNvSpPr/>
            <p:nvPr/>
          </p:nvSpPr>
          <p:spPr>
            <a:xfrm>
              <a:off x="4439519" y="8288407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18"/>
                  </a:moveTo>
                  <a:lnTo>
                    <a:pt x="0" y="1441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1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24" name="object 5424" descr=""/>
            <p:cNvSpPr/>
            <p:nvPr/>
          </p:nvSpPr>
          <p:spPr>
            <a:xfrm>
              <a:off x="4439519" y="8217634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28"/>
                  </a:lnTo>
                  <a:lnTo>
                    <a:pt x="106279" y="1442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5" name="object 5425" descr=""/>
            <p:cNvSpPr/>
            <p:nvPr/>
          </p:nvSpPr>
          <p:spPr>
            <a:xfrm>
              <a:off x="4439519" y="8217634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28"/>
                  </a:moveTo>
                  <a:lnTo>
                    <a:pt x="0" y="1442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2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26" name="object 5426" descr=""/>
            <p:cNvSpPr/>
            <p:nvPr/>
          </p:nvSpPr>
          <p:spPr>
            <a:xfrm>
              <a:off x="4439519" y="8146872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18"/>
                  </a:lnTo>
                  <a:lnTo>
                    <a:pt x="106279" y="1441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7" name="object 5427" descr=""/>
            <p:cNvSpPr/>
            <p:nvPr/>
          </p:nvSpPr>
          <p:spPr>
            <a:xfrm>
              <a:off x="4439519" y="8146872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18"/>
                  </a:moveTo>
                  <a:lnTo>
                    <a:pt x="0" y="1441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1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28" name="object 5428" descr=""/>
            <p:cNvSpPr/>
            <p:nvPr/>
          </p:nvSpPr>
          <p:spPr>
            <a:xfrm>
              <a:off x="4439519" y="8076110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18"/>
                  </a:lnTo>
                  <a:lnTo>
                    <a:pt x="106279" y="1441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9" name="object 5429" descr=""/>
            <p:cNvSpPr/>
            <p:nvPr/>
          </p:nvSpPr>
          <p:spPr>
            <a:xfrm>
              <a:off x="4439519" y="8076110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18"/>
                  </a:moveTo>
                  <a:lnTo>
                    <a:pt x="0" y="1441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1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30" name="object 5430" descr=""/>
            <p:cNvSpPr/>
            <p:nvPr/>
          </p:nvSpPr>
          <p:spPr>
            <a:xfrm>
              <a:off x="4439519" y="8005347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18"/>
                  </a:lnTo>
                  <a:lnTo>
                    <a:pt x="106279" y="1441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1" name="object 5431" descr=""/>
            <p:cNvSpPr/>
            <p:nvPr/>
          </p:nvSpPr>
          <p:spPr>
            <a:xfrm>
              <a:off x="4439519" y="8005347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18"/>
                  </a:moveTo>
                  <a:lnTo>
                    <a:pt x="0" y="1441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1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32" name="object 5432" descr=""/>
            <p:cNvSpPr/>
            <p:nvPr/>
          </p:nvSpPr>
          <p:spPr>
            <a:xfrm>
              <a:off x="4439519" y="7934585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18"/>
                  </a:lnTo>
                  <a:lnTo>
                    <a:pt x="106279" y="1441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3" name="object 5433" descr=""/>
            <p:cNvSpPr/>
            <p:nvPr/>
          </p:nvSpPr>
          <p:spPr>
            <a:xfrm>
              <a:off x="4439519" y="7934585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18"/>
                  </a:moveTo>
                  <a:lnTo>
                    <a:pt x="0" y="1441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1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34" name="object 5434" descr=""/>
            <p:cNvSpPr/>
            <p:nvPr/>
          </p:nvSpPr>
          <p:spPr>
            <a:xfrm>
              <a:off x="4439519" y="7863813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18"/>
                  </a:lnTo>
                  <a:lnTo>
                    <a:pt x="106279" y="1441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5" name="object 5435" descr=""/>
            <p:cNvSpPr/>
            <p:nvPr/>
          </p:nvSpPr>
          <p:spPr>
            <a:xfrm>
              <a:off x="4439519" y="7863813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18"/>
                  </a:moveTo>
                  <a:lnTo>
                    <a:pt x="0" y="1441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1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36" name="object 5436" descr=""/>
            <p:cNvSpPr/>
            <p:nvPr/>
          </p:nvSpPr>
          <p:spPr>
            <a:xfrm>
              <a:off x="4439519" y="7793050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28"/>
                  </a:lnTo>
                  <a:lnTo>
                    <a:pt x="106279" y="1442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7" name="object 5437" descr=""/>
            <p:cNvSpPr/>
            <p:nvPr/>
          </p:nvSpPr>
          <p:spPr>
            <a:xfrm>
              <a:off x="4439519" y="7793050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28"/>
                  </a:moveTo>
                  <a:lnTo>
                    <a:pt x="0" y="1442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2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38" name="object 5438" descr=""/>
            <p:cNvSpPr/>
            <p:nvPr/>
          </p:nvSpPr>
          <p:spPr>
            <a:xfrm>
              <a:off x="4439519" y="7722288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28"/>
                  </a:lnTo>
                  <a:lnTo>
                    <a:pt x="106279" y="1442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9" name="object 5439" descr=""/>
            <p:cNvSpPr/>
            <p:nvPr/>
          </p:nvSpPr>
          <p:spPr>
            <a:xfrm>
              <a:off x="4439519" y="7722288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28"/>
                  </a:moveTo>
                  <a:lnTo>
                    <a:pt x="0" y="1442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2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40" name="object 5440" descr=""/>
            <p:cNvSpPr/>
            <p:nvPr/>
          </p:nvSpPr>
          <p:spPr>
            <a:xfrm>
              <a:off x="4439519" y="7651515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28"/>
                  </a:lnTo>
                  <a:lnTo>
                    <a:pt x="106279" y="1442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1" name="object 5441" descr=""/>
            <p:cNvSpPr/>
            <p:nvPr/>
          </p:nvSpPr>
          <p:spPr>
            <a:xfrm>
              <a:off x="4439519" y="7651515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28"/>
                  </a:moveTo>
                  <a:lnTo>
                    <a:pt x="0" y="1442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2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42" name="object 5442" descr=""/>
            <p:cNvSpPr/>
            <p:nvPr/>
          </p:nvSpPr>
          <p:spPr>
            <a:xfrm>
              <a:off x="4439519" y="7580753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28"/>
                  </a:lnTo>
                  <a:lnTo>
                    <a:pt x="106279" y="1442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3" name="object 5443" descr=""/>
            <p:cNvSpPr/>
            <p:nvPr/>
          </p:nvSpPr>
          <p:spPr>
            <a:xfrm>
              <a:off x="4439519" y="7580753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28"/>
                  </a:moveTo>
                  <a:lnTo>
                    <a:pt x="0" y="1442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2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44" name="object 5444" descr=""/>
            <p:cNvSpPr/>
            <p:nvPr/>
          </p:nvSpPr>
          <p:spPr>
            <a:xfrm>
              <a:off x="4439519" y="7509991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28"/>
                  </a:lnTo>
                  <a:lnTo>
                    <a:pt x="106279" y="1442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5" name="object 5445" descr=""/>
            <p:cNvSpPr/>
            <p:nvPr/>
          </p:nvSpPr>
          <p:spPr>
            <a:xfrm>
              <a:off x="4439519" y="7509991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28"/>
                  </a:moveTo>
                  <a:lnTo>
                    <a:pt x="0" y="1442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2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46" name="object 5446" descr=""/>
            <p:cNvSpPr/>
            <p:nvPr/>
          </p:nvSpPr>
          <p:spPr>
            <a:xfrm>
              <a:off x="4439519" y="7439229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28"/>
                  </a:lnTo>
                  <a:lnTo>
                    <a:pt x="106279" y="1442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7" name="object 5447" descr=""/>
            <p:cNvSpPr/>
            <p:nvPr/>
          </p:nvSpPr>
          <p:spPr>
            <a:xfrm>
              <a:off x="4439519" y="7439229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28"/>
                  </a:moveTo>
                  <a:lnTo>
                    <a:pt x="0" y="1442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2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48" name="object 5448" descr=""/>
            <p:cNvSpPr/>
            <p:nvPr/>
          </p:nvSpPr>
          <p:spPr>
            <a:xfrm>
              <a:off x="4439519" y="7368466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18"/>
                  </a:lnTo>
                  <a:lnTo>
                    <a:pt x="106279" y="1441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9" name="object 5449" descr=""/>
            <p:cNvSpPr/>
            <p:nvPr/>
          </p:nvSpPr>
          <p:spPr>
            <a:xfrm>
              <a:off x="4439519" y="7368466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18"/>
                  </a:moveTo>
                  <a:lnTo>
                    <a:pt x="0" y="1441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1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50" name="object 5450" descr=""/>
            <p:cNvSpPr/>
            <p:nvPr/>
          </p:nvSpPr>
          <p:spPr>
            <a:xfrm>
              <a:off x="4439519" y="7297704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18"/>
                  </a:lnTo>
                  <a:lnTo>
                    <a:pt x="106279" y="1441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1" name="object 5451" descr=""/>
            <p:cNvSpPr/>
            <p:nvPr/>
          </p:nvSpPr>
          <p:spPr>
            <a:xfrm>
              <a:off x="4439519" y="7297704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18"/>
                  </a:moveTo>
                  <a:lnTo>
                    <a:pt x="0" y="1441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1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52" name="object 5452" descr=""/>
            <p:cNvSpPr/>
            <p:nvPr/>
          </p:nvSpPr>
          <p:spPr>
            <a:xfrm>
              <a:off x="4439519" y="7226942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18"/>
                  </a:lnTo>
                  <a:lnTo>
                    <a:pt x="106279" y="1441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3" name="object 5453" descr=""/>
            <p:cNvSpPr/>
            <p:nvPr/>
          </p:nvSpPr>
          <p:spPr>
            <a:xfrm>
              <a:off x="4439519" y="7226942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18"/>
                  </a:moveTo>
                  <a:lnTo>
                    <a:pt x="0" y="1441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1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54" name="object 5454" descr=""/>
            <p:cNvSpPr/>
            <p:nvPr/>
          </p:nvSpPr>
          <p:spPr>
            <a:xfrm>
              <a:off x="4439519" y="7156180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18"/>
                  </a:lnTo>
                  <a:lnTo>
                    <a:pt x="106279" y="1441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5" name="object 5455" descr=""/>
            <p:cNvSpPr/>
            <p:nvPr/>
          </p:nvSpPr>
          <p:spPr>
            <a:xfrm>
              <a:off x="4439519" y="7156180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18"/>
                  </a:moveTo>
                  <a:lnTo>
                    <a:pt x="0" y="1441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1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56" name="object 5456" descr=""/>
            <p:cNvSpPr/>
            <p:nvPr/>
          </p:nvSpPr>
          <p:spPr>
            <a:xfrm>
              <a:off x="4439519" y="7085417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18"/>
                  </a:lnTo>
                  <a:lnTo>
                    <a:pt x="106279" y="1441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7" name="object 5457" descr=""/>
            <p:cNvSpPr/>
            <p:nvPr/>
          </p:nvSpPr>
          <p:spPr>
            <a:xfrm>
              <a:off x="4439519" y="7085417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18"/>
                  </a:moveTo>
                  <a:lnTo>
                    <a:pt x="0" y="1441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1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58" name="object 5458" descr=""/>
            <p:cNvSpPr/>
            <p:nvPr/>
          </p:nvSpPr>
          <p:spPr>
            <a:xfrm>
              <a:off x="4439519" y="7014645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18"/>
                  </a:lnTo>
                  <a:lnTo>
                    <a:pt x="106279" y="1441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9" name="object 5459" descr=""/>
            <p:cNvSpPr/>
            <p:nvPr/>
          </p:nvSpPr>
          <p:spPr>
            <a:xfrm>
              <a:off x="4439519" y="7014645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18"/>
                  </a:moveTo>
                  <a:lnTo>
                    <a:pt x="0" y="1441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1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60" name="object 5460" descr=""/>
            <p:cNvSpPr/>
            <p:nvPr/>
          </p:nvSpPr>
          <p:spPr>
            <a:xfrm>
              <a:off x="4439519" y="6943882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18"/>
                  </a:lnTo>
                  <a:lnTo>
                    <a:pt x="106279" y="1441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1" name="object 5461" descr=""/>
            <p:cNvSpPr/>
            <p:nvPr/>
          </p:nvSpPr>
          <p:spPr>
            <a:xfrm>
              <a:off x="4439519" y="6943882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18"/>
                  </a:moveTo>
                  <a:lnTo>
                    <a:pt x="0" y="1441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1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62" name="object 5462" descr=""/>
            <p:cNvSpPr/>
            <p:nvPr/>
          </p:nvSpPr>
          <p:spPr>
            <a:xfrm>
              <a:off x="4439519" y="6873120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0"/>
                  </a:moveTo>
                  <a:lnTo>
                    <a:pt x="0" y="0"/>
                  </a:lnTo>
                  <a:lnTo>
                    <a:pt x="0" y="14418"/>
                  </a:lnTo>
                  <a:lnTo>
                    <a:pt x="106279" y="14418"/>
                  </a:lnTo>
                  <a:lnTo>
                    <a:pt x="106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3" name="object 5463" descr=""/>
            <p:cNvSpPr/>
            <p:nvPr/>
          </p:nvSpPr>
          <p:spPr>
            <a:xfrm>
              <a:off x="4439519" y="6873120"/>
              <a:ext cx="106680" cy="14604"/>
            </a:xfrm>
            <a:custGeom>
              <a:avLst/>
              <a:gdLst/>
              <a:ahLst/>
              <a:cxnLst/>
              <a:rect l="l" t="t" r="r" b="b"/>
              <a:pathLst>
                <a:path w="106679" h="14604">
                  <a:moveTo>
                    <a:pt x="106279" y="14418"/>
                  </a:moveTo>
                  <a:lnTo>
                    <a:pt x="0" y="14418"/>
                  </a:lnTo>
                  <a:lnTo>
                    <a:pt x="0" y="0"/>
                  </a:lnTo>
                  <a:lnTo>
                    <a:pt x="106279" y="0"/>
                  </a:lnTo>
                  <a:lnTo>
                    <a:pt x="106279" y="1441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64" name="object 5464" descr=""/>
            <p:cNvSpPr/>
            <p:nvPr/>
          </p:nvSpPr>
          <p:spPr>
            <a:xfrm>
              <a:off x="3892531" y="6737920"/>
              <a:ext cx="849630" cy="116839"/>
            </a:xfrm>
            <a:custGeom>
              <a:avLst/>
              <a:gdLst/>
              <a:ahLst/>
              <a:cxnLst/>
              <a:rect l="l" t="t" r="r" b="b"/>
              <a:pathLst>
                <a:path w="849629" h="116840">
                  <a:moveTo>
                    <a:pt x="424646" y="0"/>
                  </a:moveTo>
                  <a:lnTo>
                    <a:pt x="0" y="28805"/>
                  </a:lnTo>
                  <a:lnTo>
                    <a:pt x="183303" y="106928"/>
                  </a:lnTo>
                  <a:lnTo>
                    <a:pt x="424646" y="116467"/>
                  </a:lnTo>
                  <a:lnTo>
                    <a:pt x="665990" y="106928"/>
                  </a:lnTo>
                  <a:lnTo>
                    <a:pt x="849293" y="28805"/>
                  </a:lnTo>
                  <a:lnTo>
                    <a:pt x="4246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5" name="object 5465" descr=""/>
            <p:cNvSpPr/>
            <p:nvPr/>
          </p:nvSpPr>
          <p:spPr>
            <a:xfrm>
              <a:off x="3892531" y="6737920"/>
              <a:ext cx="849630" cy="116839"/>
            </a:xfrm>
            <a:custGeom>
              <a:avLst/>
              <a:gdLst/>
              <a:ahLst/>
              <a:cxnLst/>
              <a:rect l="l" t="t" r="r" b="b"/>
              <a:pathLst>
                <a:path w="849629" h="116840">
                  <a:moveTo>
                    <a:pt x="424646" y="0"/>
                  </a:moveTo>
                  <a:lnTo>
                    <a:pt x="0" y="28805"/>
                  </a:lnTo>
                  <a:lnTo>
                    <a:pt x="183303" y="106928"/>
                  </a:lnTo>
                  <a:lnTo>
                    <a:pt x="424646" y="116467"/>
                  </a:lnTo>
                  <a:lnTo>
                    <a:pt x="665990" y="106928"/>
                  </a:lnTo>
                  <a:lnTo>
                    <a:pt x="849293" y="28805"/>
                  </a:lnTo>
                  <a:lnTo>
                    <a:pt x="424646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66" name="object 5466" descr=""/>
            <p:cNvSpPr/>
            <p:nvPr/>
          </p:nvSpPr>
          <p:spPr>
            <a:xfrm>
              <a:off x="3895390" y="6565617"/>
              <a:ext cx="843915" cy="103505"/>
            </a:xfrm>
            <a:custGeom>
              <a:avLst/>
              <a:gdLst/>
              <a:ahLst/>
              <a:cxnLst/>
              <a:rect l="l" t="t" r="r" b="b"/>
              <a:pathLst>
                <a:path w="843914" h="103504">
                  <a:moveTo>
                    <a:pt x="421788" y="0"/>
                  </a:moveTo>
                  <a:lnTo>
                    <a:pt x="271861" y="11405"/>
                  </a:lnTo>
                  <a:lnTo>
                    <a:pt x="177950" y="25945"/>
                  </a:lnTo>
                  <a:lnTo>
                    <a:pt x="100510" y="53284"/>
                  </a:lnTo>
                  <a:lnTo>
                    <a:pt x="0" y="103085"/>
                  </a:lnTo>
                  <a:lnTo>
                    <a:pt x="843576" y="103085"/>
                  </a:lnTo>
                  <a:lnTo>
                    <a:pt x="707232" y="50835"/>
                  </a:lnTo>
                  <a:lnTo>
                    <a:pt x="570069" y="19415"/>
                  </a:lnTo>
                  <a:lnTo>
                    <a:pt x="464212" y="4059"/>
                  </a:lnTo>
                  <a:lnTo>
                    <a:pt x="4217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7" name="object 5467" descr=""/>
            <p:cNvSpPr/>
            <p:nvPr/>
          </p:nvSpPr>
          <p:spPr>
            <a:xfrm>
              <a:off x="3895390" y="6565617"/>
              <a:ext cx="843915" cy="103505"/>
            </a:xfrm>
            <a:custGeom>
              <a:avLst/>
              <a:gdLst/>
              <a:ahLst/>
              <a:cxnLst/>
              <a:rect l="l" t="t" r="r" b="b"/>
              <a:pathLst>
                <a:path w="843914" h="103504">
                  <a:moveTo>
                    <a:pt x="421788" y="0"/>
                  </a:moveTo>
                  <a:lnTo>
                    <a:pt x="271861" y="11405"/>
                  </a:lnTo>
                  <a:lnTo>
                    <a:pt x="177950" y="25945"/>
                  </a:lnTo>
                  <a:lnTo>
                    <a:pt x="100510" y="53284"/>
                  </a:lnTo>
                  <a:lnTo>
                    <a:pt x="0" y="103085"/>
                  </a:lnTo>
                  <a:lnTo>
                    <a:pt x="421788" y="103085"/>
                  </a:lnTo>
                  <a:lnTo>
                    <a:pt x="843576" y="103085"/>
                  </a:lnTo>
                  <a:lnTo>
                    <a:pt x="707232" y="50835"/>
                  </a:lnTo>
                  <a:lnTo>
                    <a:pt x="570069" y="19415"/>
                  </a:lnTo>
                  <a:lnTo>
                    <a:pt x="464212" y="4059"/>
                  </a:lnTo>
                  <a:lnTo>
                    <a:pt x="421788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68" name="object 5468" descr=""/>
            <p:cNvSpPr/>
            <p:nvPr/>
          </p:nvSpPr>
          <p:spPr>
            <a:xfrm>
              <a:off x="3983831" y="6692162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2051" y="0"/>
                  </a:moveTo>
                  <a:lnTo>
                    <a:pt x="6355" y="0"/>
                  </a:lnTo>
                  <a:lnTo>
                    <a:pt x="0" y="6355"/>
                  </a:lnTo>
                  <a:lnTo>
                    <a:pt x="0" y="22062"/>
                  </a:lnTo>
                  <a:lnTo>
                    <a:pt x="6355" y="28417"/>
                  </a:lnTo>
                  <a:lnTo>
                    <a:pt x="22051" y="28417"/>
                  </a:lnTo>
                  <a:lnTo>
                    <a:pt x="28417" y="22062"/>
                  </a:lnTo>
                  <a:lnTo>
                    <a:pt x="28417" y="14208"/>
                  </a:lnTo>
                  <a:lnTo>
                    <a:pt x="28417" y="6355"/>
                  </a:lnTo>
                  <a:lnTo>
                    <a:pt x="2205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9" name="object 5469" descr=""/>
            <p:cNvSpPr/>
            <p:nvPr/>
          </p:nvSpPr>
          <p:spPr>
            <a:xfrm>
              <a:off x="3983831" y="6692162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8417" y="14208"/>
                  </a:moveTo>
                  <a:lnTo>
                    <a:pt x="28417" y="22062"/>
                  </a:lnTo>
                  <a:lnTo>
                    <a:pt x="22051" y="28417"/>
                  </a:lnTo>
                  <a:lnTo>
                    <a:pt x="14208" y="28417"/>
                  </a:lnTo>
                  <a:lnTo>
                    <a:pt x="6355" y="28417"/>
                  </a:lnTo>
                  <a:lnTo>
                    <a:pt x="0" y="22062"/>
                  </a:lnTo>
                  <a:lnTo>
                    <a:pt x="0" y="14208"/>
                  </a:lnTo>
                  <a:lnTo>
                    <a:pt x="0" y="6355"/>
                  </a:lnTo>
                  <a:lnTo>
                    <a:pt x="6355" y="0"/>
                  </a:lnTo>
                  <a:lnTo>
                    <a:pt x="14208" y="0"/>
                  </a:lnTo>
                  <a:lnTo>
                    <a:pt x="22051" y="0"/>
                  </a:lnTo>
                  <a:lnTo>
                    <a:pt x="28417" y="6355"/>
                  </a:lnTo>
                  <a:lnTo>
                    <a:pt x="28417" y="1420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70" name="object 5470" descr=""/>
            <p:cNvSpPr/>
            <p:nvPr/>
          </p:nvSpPr>
          <p:spPr>
            <a:xfrm>
              <a:off x="4063614" y="6692162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2062" y="0"/>
                  </a:moveTo>
                  <a:lnTo>
                    <a:pt x="6355" y="0"/>
                  </a:lnTo>
                  <a:lnTo>
                    <a:pt x="0" y="6355"/>
                  </a:lnTo>
                  <a:lnTo>
                    <a:pt x="0" y="22062"/>
                  </a:lnTo>
                  <a:lnTo>
                    <a:pt x="6355" y="28417"/>
                  </a:lnTo>
                  <a:lnTo>
                    <a:pt x="22062" y="28417"/>
                  </a:lnTo>
                  <a:lnTo>
                    <a:pt x="28417" y="22062"/>
                  </a:lnTo>
                  <a:lnTo>
                    <a:pt x="28417" y="14208"/>
                  </a:lnTo>
                  <a:lnTo>
                    <a:pt x="28417" y="6355"/>
                  </a:lnTo>
                  <a:lnTo>
                    <a:pt x="220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1" name="object 5471" descr=""/>
            <p:cNvSpPr/>
            <p:nvPr/>
          </p:nvSpPr>
          <p:spPr>
            <a:xfrm>
              <a:off x="4063614" y="6692162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8417" y="14208"/>
                  </a:moveTo>
                  <a:lnTo>
                    <a:pt x="28417" y="22062"/>
                  </a:lnTo>
                  <a:lnTo>
                    <a:pt x="22062" y="28417"/>
                  </a:lnTo>
                  <a:lnTo>
                    <a:pt x="14208" y="28417"/>
                  </a:lnTo>
                  <a:lnTo>
                    <a:pt x="6355" y="28417"/>
                  </a:lnTo>
                  <a:lnTo>
                    <a:pt x="0" y="22062"/>
                  </a:lnTo>
                  <a:lnTo>
                    <a:pt x="0" y="14208"/>
                  </a:lnTo>
                  <a:lnTo>
                    <a:pt x="0" y="6355"/>
                  </a:lnTo>
                  <a:lnTo>
                    <a:pt x="6355" y="0"/>
                  </a:lnTo>
                  <a:lnTo>
                    <a:pt x="14208" y="0"/>
                  </a:lnTo>
                  <a:lnTo>
                    <a:pt x="22062" y="0"/>
                  </a:lnTo>
                  <a:lnTo>
                    <a:pt x="28417" y="6355"/>
                  </a:lnTo>
                  <a:lnTo>
                    <a:pt x="28417" y="1420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72" name="object 5472" descr=""/>
            <p:cNvSpPr/>
            <p:nvPr/>
          </p:nvSpPr>
          <p:spPr>
            <a:xfrm>
              <a:off x="4302970" y="6692162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2051" y="0"/>
                  </a:moveTo>
                  <a:lnTo>
                    <a:pt x="6355" y="0"/>
                  </a:lnTo>
                  <a:lnTo>
                    <a:pt x="0" y="6355"/>
                  </a:lnTo>
                  <a:lnTo>
                    <a:pt x="0" y="22062"/>
                  </a:lnTo>
                  <a:lnTo>
                    <a:pt x="6355" y="28417"/>
                  </a:lnTo>
                  <a:lnTo>
                    <a:pt x="22051" y="28417"/>
                  </a:lnTo>
                  <a:lnTo>
                    <a:pt x="28417" y="22062"/>
                  </a:lnTo>
                  <a:lnTo>
                    <a:pt x="28417" y="14208"/>
                  </a:lnTo>
                  <a:lnTo>
                    <a:pt x="28417" y="6355"/>
                  </a:lnTo>
                  <a:lnTo>
                    <a:pt x="2205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3" name="object 5473" descr=""/>
            <p:cNvSpPr/>
            <p:nvPr/>
          </p:nvSpPr>
          <p:spPr>
            <a:xfrm>
              <a:off x="4302970" y="6692162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8417" y="14208"/>
                  </a:moveTo>
                  <a:lnTo>
                    <a:pt x="28417" y="22062"/>
                  </a:lnTo>
                  <a:lnTo>
                    <a:pt x="22051" y="28417"/>
                  </a:lnTo>
                  <a:lnTo>
                    <a:pt x="14208" y="28417"/>
                  </a:lnTo>
                  <a:lnTo>
                    <a:pt x="6355" y="28417"/>
                  </a:lnTo>
                  <a:lnTo>
                    <a:pt x="0" y="22062"/>
                  </a:lnTo>
                  <a:lnTo>
                    <a:pt x="0" y="14208"/>
                  </a:lnTo>
                  <a:lnTo>
                    <a:pt x="0" y="6355"/>
                  </a:lnTo>
                  <a:lnTo>
                    <a:pt x="6355" y="0"/>
                  </a:lnTo>
                  <a:lnTo>
                    <a:pt x="14208" y="0"/>
                  </a:lnTo>
                  <a:lnTo>
                    <a:pt x="22051" y="0"/>
                  </a:lnTo>
                  <a:lnTo>
                    <a:pt x="28417" y="6355"/>
                  </a:lnTo>
                  <a:lnTo>
                    <a:pt x="28417" y="1420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74" name="object 5474" descr=""/>
            <p:cNvSpPr/>
            <p:nvPr/>
          </p:nvSpPr>
          <p:spPr>
            <a:xfrm>
              <a:off x="4223184" y="6692162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2051" y="0"/>
                  </a:moveTo>
                  <a:lnTo>
                    <a:pt x="6355" y="0"/>
                  </a:lnTo>
                  <a:lnTo>
                    <a:pt x="0" y="6355"/>
                  </a:lnTo>
                  <a:lnTo>
                    <a:pt x="0" y="22062"/>
                  </a:lnTo>
                  <a:lnTo>
                    <a:pt x="6355" y="28417"/>
                  </a:lnTo>
                  <a:lnTo>
                    <a:pt x="22051" y="28417"/>
                  </a:lnTo>
                  <a:lnTo>
                    <a:pt x="28417" y="22062"/>
                  </a:lnTo>
                  <a:lnTo>
                    <a:pt x="28417" y="14208"/>
                  </a:lnTo>
                  <a:lnTo>
                    <a:pt x="28417" y="6355"/>
                  </a:lnTo>
                  <a:lnTo>
                    <a:pt x="2205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5" name="object 5475" descr=""/>
            <p:cNvSpPr/>
            <p:nvPr/>
          </p:nvSpPr>
          <p:spPr>
            <a:xfrm>
              <a:off x="4223184" y="6692162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8417" y="14208"/>
                  </a:moveTo>
                  <a:lnTo>
                    <a:pt x="28417" y="22062"/>
                  </a:lnTo>
                  <a:lnTo>
                    <a:pt x="22051" y="28417"/>
                  </a:lnTo>
                  <a:lnTo>
                    <a:pt x="14208" y="28417"/>
                  </a:lnTo>
                  <a:lnTo>
                    <a:pt x="6355" y="28417"/>
                  </a:lnTo>
                  <a:lnTo>
                    <a:pt x="0" y="22062"/>
                  </a:lnTo>
                  <a:lnTo>
                    <a:pt x="0" y="14208"/>
                  </a:lnTo>
                  <a:lnTo>
                    <a:pt x="0" y="6355"/>
                  </a:lnTo>
                  <a:lnTo>
                    <a:pt x="6355" y="0"/>
                  </a:lnTo>
                  <a:lnTo>
                    <a:pt x="14208" y="0"/>
                  </a:lnTo>
                  <a:lnTo>
                    <a:pt x="22051" y="0"/>
                  </a:lnTo>
                  <a:lnTo>
                    <a:pt x="28417" y="6355"/>
                  </a:lnTo>
                  <a:lnTo>
                    <a:pt x="28417" y="1420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76" name="object 5476" descr=""/>
            <p:cNvSpPr/>
            <p:nvPr/>
          </p:nvSpPr>
          <p:spPr>
            <a:xfrm>
              <a:off x="4143401" y="6692162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2051" y="0"/>
                  </a:moveTo>
                  <a:lnTo>
                    <a:pt x="6355" y="0"/>
                  </a:lnTo>
                  <a:lnTo>
                    <a:pt x="0" y="6355"/>
                  </a:lnTo>
                  <a:lnTo>
                    <a:pt x="0" y="22062"/>
                  </a:lnTo>
                  <a:lnTo>
                    <a:pt x="6355" y="28417"/>
                  </a:lnTo>
                  <a:lnTo>
                    <a:pt x="22051" y="28417"/>
                  </a:lnTo>
                  <a:lnTo>
                    <a:pt x="28417" y="22062"/>
                  </a:lnTo>
                  <a:lnTo>
                    <a:pt x="28417" y="14208"/>
                  </a:lnTo>
                  <a:lnTo>
                    <a:pt x="28417" y="6355"/>
                  </a:lnTo>
                  <a:lnTo>
                    <a:pt x="2205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7" name="object 5477" descr=""/>
            <p:cNvSpPr/>
            <p:nvPr/>
          </p:nvSpPr>
          <p:spPr>
            <a:xfrm>
              <a:off x="4143401" y="6692162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8417" y="14208"/>
                  </a:moveTo>
                  <a:lnTo>
                    <a:pt x="28417" y="22062"/>
                  </a:lnTo>
                  <a:lnTo>
                    <a:pt x="22051" y="28417"/>
                  </a:lnTo>
                  <a:lnTo>
                    <a:pt x="14208" y="28417"/>
                  </a:lnTo>
                  <a:lnTo>
                    <a:pt x="6355" y="28417"/>
                  </a:lnTo>
                  <a:lnTo>
                    <a:pt x="0" y="22062"/>
                  </a:lnTo>
                  <a:lnTo>
                    <a:pt x="0" y="14208"/>
                  </a:lnTo>
                  <a:lnTo>
                    <a:pt x="0" y="6355"/>
                  </a:lnTo>
                  <a:lnTo>
                    <a:pt x="6355" y="0"/>
                  </a:lnTo>
                  <a:lnTo>
                    <a:pt x="14208" y="0"/>
                  </a:lnTo>
                  <a:lnTo>
                    <a:pt x="22051" y="0"/>
                  </a:lnTo>
                  <a:lnTo>
                    <a:pt x="28417" y="6355"/>
                  </a:lnTo>
                  <a:lnTo>
                    <a:pt x="28417" y="1420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78" name="object 5478" descr=""/>
            <p:cNvSpPr/>
            <p:nvPr/>
          </p:nvSpPr>
          <p:spPr>
            <a:xfrm>
              <a:off x="4382754" y="6692162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2062" y="0"/>
                  </a:moveTo>
                  <a:lnTo>
                    <a:pt x="6355" y="0"/>
                  </a:lnTo>
                  <a:lnTo>
                    <a:pt x="0" y="6355"/>
                  </a:lnTo>
                  <a:lnTo>
                    <a:pt x="0" y="22062"/>
                  </a:lnTo>
                  <a:lnTo>
                    <a:pt x="6355" y="28417"/>
                  </a:lnTo>
                  <a:lnTo>
                    <a:pt x="22062" y="28417"/>
                  </a:lnTo>
                  <a:lnTo>
                    <a:pt x="28417" y="22062"/>
                  </a:lnTo>
                  <a:lnTo>
                    <a:pt x="28417" y="14208"/>
                  </a:lnTo>
                  <a:lnTo>
                    <a:pt x="28417" y="6355"/>
                  </a:lnTo>
                  <a:lnTo>
                    <a:pt x="220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9" name="object 5479" descr=""/>
            <p:cNvSpPr/>
            <p:nvPr/>
          </p:nvSpPr>
          <p:spPr>
            <a:xfrm>
              <a:off x="4382754" y="6692162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8417" y="14208"/>
                  </a:moveTo>
                  <a:lnTo>
                    <a:pt x="28417" y="22062"/>
                  </a:lnTo>
                  <a:lnTo>
                    <a:pt x="22062" y="28417"/>
                  </a:lnTo>
                  <a:lnTo>
                    <a:pt x="14208" y="28417"/>
                  </a:lnTo>
                  <a:lnTo>
                    <a:pt x="6355" y="28417"/>
                  </a:lnTo>
                  <a:lnTo>
                    <a:pt x="0" y="22062"/>
                  </a:lnTo>
                  <a:lnTo>
                    <a:pt x="0" y="14208"/>
                  </a:lnTo>
                  <a:lnTo>
                    <a:pt x="0" y="6355"/>
                  </a:lnTo>
                  <a:lnTo>
                    <a:pt x="6355" y="0"/>
                  </a:lnTo>
                  <a:lnTo>
                    <a:pt x="14208" y="0"/>
                  </a:lnTo>
                  <a:lnTo>
                    <a:pt x="22062" y="0"/>
                  </a:lnTo>
                  <a:lnTo>
                    <a:pt x="28417" y="6355"/>
                  </a:lnTo>
                  <a:lnTo>
                    <a:pt x="28417" y="1420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80" name="object 5480" descr=""/>
            <p:cNvSpPr/>
            <p:nvPr/>
          </p:nvSpPr>
          <p:spPr>
            <a:xfrm>
              <a:off x="4462538" y="6692162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2051" y="0"/>
                  </a:moveTo>
                  <a:lnTo>
                    <a:pt x="6355" y="0"/>
                  </a:lnTo>
                  <a:lnTo>
                    <a:pt x="0" y="6355"/>
                  </a:lnTo>
                  <a:lnTo>
                    <a:pt x="0" y="22062"/>
                  </a:lnTo>
                  <a:lnTo>
                    <a:pt x="6355" y="28417"/>
                  </a:lnTo>
                  <a:lnTo>
                    <a:pt x="22051" y="28417"/>
                  </a:lnTo>
                  <a:lnTo>
                    <a:pt x="28417" y="22062"/>
                  </a:lnTo>
                  <a:lnTo>
                    <a:pt x="28417" y="14208"/>
                  </a:lnTo>
                  <a:lnTo>
                    <a:pt x="28417" y="6355"/>
                  </a:lnTo>
                  <a:lnTo>
                    <a:pt x="2205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1" name="object 5481" descr=""/>
            <p:cNvSpPr/>
            <p:nvPr/>
          </p:nvSpPr>
          <p:spPr>
            <a:xfrm>
              <a:off x="4462538" y="6692162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8417" y="14208"/>
                  </a:moveTo>
                  <a:lnTo>
                    <a:pt x="28417" y="22062"/>
                  </a:lnTo>
                  <a:lnTo>
                    <a:pt x="22051" y="28417"/>
                  </a:lnTo>
                  <a:lnTo>
                    <a:pt x="14208" y="28417"/>
                  </a:lnTo>
                  <a:lnTo>
                    <a:pt x="6355" y="28417"/>
                  </a:lnTo>
                  <a:lnTo>
                    <a:pt x="0" y="22062"/>
                  </a:lnTo>
                  <a:lnTo>
                    <a:pt x="0" y="14208"/>
                  </a:lnTo>
                  <a:lnTo>
                    <a:pt x="0" y="6355"/>
                  </a:lnTo>
                  <a:lnTo>
                    <a:pt x="6355" y="0"/>
                  </a:lnTo>
                  <a:lnTo>
                    <a:pt x="14208" y="0"/>
                  </a:lnTo>
                  <a:lnTo>
                    <a:pt x="22051" y="0"/>
                  </a:lnTo>
                  <a:lnTo>
                    <a:pt x="28417" y="6355"/>
                  </a:lnTo>
                  <a:lnTo>
                    <a:pt x="28417" y="1420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82" name="object 5482" descr=""/>
            <p:cNvSpPr/>
            <p:nvPr/>
          </p:nvSpPr>
          <p:spPr>
            <a:xfrm>
              <a:off x="4542324" y="6692162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2051" y="0"/>
                  </a:moveTo>
                  <a:lnTo>
                    <a:pt x="6355" y="0"/>
                  </a:lnTo>
                  <a:lnTo>
                    <a:pt x="0" y="6355"/>
                  </a:lnTo>
                  <a:lnTo>
                    <a:pt x="0" y="22062"/>
                  </a:lnTo>
                  <a:lnTo>
                    <a:pt x="6355" y="28417"/>
                  </a:lnTo>
                  <a:lnTo>
                    <a:pt x="22051" y="28417"/>
                  </a:lnTo>
                  <a:lnTo>
                    <a:pt x="28417" y="22062"/>
                  </a:lnTo>
                  <a:lnTo>
                    <a:pt x="28417" y="14208"/>
                  </a:lnTo>
                  <a:lnTo>
                    <a:pt x="28417" y="6355"/>
                  </a:lnTo>
                  <a:lnTo>
                    <a:pt x="2205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3" name="object 5483" descr=""/>
            <p:cNvSpPr/>
            <p:nvPr/>
          </p:nvSpPr>
          <p:spPr>
            <a:xfrm>
              <a:off x="4542324" y="6692162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8417" y="14208"/>
                  </a:moveTo>
                  <a:lnTo>
                    <a:pt x="28417" y="22062"/>
                  </a:lnTo>
                  <a:lnTo>
                    <a:pt x="22051" y="28417"/>
                  </a:lnTo>
                  <a:lnTo>
                    <a:pt x="14208" y="28417"/>
                  </a:lnTo>
                  <a:lnTo>
                    <a:pt x="6355" y="28417"/>
                  </a:lnTo>
                  <a:lnTo>
                    <a:pt x="0" y="22062"/>
                  </a:lnTo>
                  <a:lnTo>
                    <a:pt x="0" y="14208"/>
                  </a:lnTo>
                  <a:lnTo>
                    <a:pt x="0" y="6355"/>
                  </a:lnTo>
                  <a:lnTo>
                    <a:pt x="6355" y="0"/>
                  </a:lnTo>
                  <a:lnTo>
                    <a:pt x="14208" y="0"/>
                  </a:lnTo>
                  <a:lnTo>
                    <a:pt x="22051" y="0"/>
                  </a:lnTo>
                  <a:lnTo>
                    <a:pt x="28417" y="6355"/>
                  </a:lnTo>
                  <a:lnTo>
                    <a:pt x="28417" y="1420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84" name="object 5484" descr=""/>
            <p:cNvSpPr/>
            <p:nvPr/>
          </p:nvSpPr>
          <p:spPr>
            <a:xfrm>
              <a:off x="4622107" y="6692162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2051" y="0"/>
                  </a:moveTo>
                  <a:lnTo>
                    <a:pt x="6355" y="0"/>
                  </a:lnTo>
                  <a:lnTo>
                    <a:pt x="0" y="6355"/>
                  </a:lnTo>
                  <a:lnTo>
                    <a:pt x="0" y="22062"/>
                  </a:lnTo>
                  <a:lnTo>
                    <a:pt x="6355" y="28417"/>
                  </a:lnTo>
                  <a:lnTo>
                    <a:pt x="22051" y="28417"/>
                  </a:lnTo>
                  <a:lnTo>
                    <a:pt x="28417" y="22062"/>
                  </a:lnTo>
                  <a:lnTo>
                    <a:pt x="28417" y="14208"/>
                  </a:lnTo>
                  <a:lnTo>
                    <a:pt x="28417" y="6355"/>
                  </a:lnTo>
                  <a:lnTo>
                    <a:pt x="2205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5" name="object 5485" descr=""/>
            <p:cNvSpPr/>
            <p:nvPr/>
          </p:nvSpPr>
          <p:spPr>
            <a:xfrm>
              <a:off x="4622107" y="6692162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8417" y="14208"/>
                  </a:moveTo>
                  <a:lnTo>
                    <a:pt x="28417" y="22062"/>
                  </a:lnTo>
                  <a:lnTo>
                    <a:pt x="22051" y="28417"/>
                  </a:lnTo>
                  <a:lnTo>
                    <a:pt x="14208" y="28417"/>
                  </a:lnTo>
                  <a:lnTo>
                    <a:pt x="6355" y="28417"/>
                  </a:lnTo>
                  <a:lnTo>
                    <a:pt x="0" y="22062"/>
                  </a:lnTo>
                  <a:lnTo>
                    <a:pt x="0" y="14208"/>
                  </a:lnTo>
                  <a:lnTo>
                    <a:pt x="0" y="6355"/>
                  </a:lnTo>
                  <a:lnTo>
                    <a:pt x="6355" y="0"/>
                  </a:lnTo>
                  <a:lnTo>
                    <a:pt x="14208" y="0"/>
                  </a:lnTo>
                  <a:lnTo>
                    <a:pt x="22051" y="0"/>
                  </a:lnTo>
                  <a:lnTo>
                    <a:pt x="28417" y="6355"/>
                  </a:lnTo>
                  <a:lnTo>
                    <a:pt x="28417" y="1420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86" name="object 5486" descr=""/>
            <p:cNvSpPr/>
            <p:nvPr/>
          </p:nvSpPr>
          <p:spPr>
            <a:xfrm>
              <a:off x="4179776" y="6158548"/>
              <a:ext cx="274955" cy="274955"/>
            </a:xfrm>
            <a:custGeom>
              <a:avLst/>
              <a:gdLst/>
              <a:ahLst/>
              <a:cxnLst/>
              <a:rect l="l" t="t" r="r" b="b"/>
              <a:pathLst>
                <a:path w="274954" h="274954">
                  <a:moveTo>
                    <a:pt x="130299" y="0"/>
                  </a:moveTo>
                  <a:lnTo>
                    <a:pt x="0" y="130299"/>
                  </a:lnTo>
                  <a:lnTo>
                    <a:pt x="144508" y="274818"/>
                  </a:lnTo>
                  <a:lnTo>
                    <a:pt x="274808" y="144508"/>
                  </a:lnTo>
                  <a:lnTo>
                    <a:pt x="1302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7" name="object 5487" descr=""/>
            <p:cNvSpPr/>
            <p:nvPr/>
          </p:nvSpPr>
          <p:spPr>
            <a:xfrm>
              <a:off x="4179776" y="6158548"/>
              <a:ext cx="274955" cy="274955"/>
            </a:xfrm>
            <a:custGeom>
              <a:avLst/>
              <a:gdLst/>
              <a:ahLst/>
              <a:cxnLst/>
              <a:rect l="l" t="t" r="r" b="b"/>
              <a:pathLst>
                <a:path w="274954" h="274954">
                  <a:moveTo>
                    <a:pt x="274808" y="144508"/>
                  </a:moveTo>
                  <a:lnTo>
                    <a:pt x="144508" y="274818"/>
                  </a:lnTo>
                  <a:lnTo>
                    <a:pt x="0" y="130299"/>
                  </a:lnTo>
                  <a:lnTo>
                    <a:pt x="130299" y="0"/>
                  </a:lnTo>
                  <a:lnTo>
                    <a:pt x="274808" y="144508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88" name="object 5488" descr=""/>
            <p:cNvSpPr/>
            <p:nvPr/>
          </p:nvSpPr>
          <p:spPr>
            <a:xfrm>
              <a:off x="3915933" y="7438663"/>
              <a:ext cx="352425" cy="2659380"/>
            </a:xfrm>
            <a:custGeom>
              <a:avLst/>
              <a:gdLst/>
              <a:ahLst/>
              <a:cxnLst/>
              <a:rect l="l" t="t" r="r" b="b"/>
              <a:pathLst>
                <a:path w="352425" h="2659379">
                  <a:moveTo>
                    <a:pt x="352198" y="0"/>
                  </a:moveTo>
                  <a:lnTo>
                    <a:pt x="0" y="0"/>
                  </a:lnTo>
                  <a:lnTo>
                    <a:pt x="0" y="2659374"/>
                  </a:lnTo>
                  <a:lnTo>
                    <a:pt x="352198" y="2659374"/>
                  </a:lnTo>
                  <a:lnTo>
                    <a:pt x="35219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9" name="object 5489" descr=""/>
            <p:cNvSpPr/>
            <p:nvPr/>
          </p:nvSpPr>
          <p:spPr>
            <a:xfrm>
              <a:off x="3915933" y="7438663"/>
              <a:ext cx="352425" cy="2659380"/>
            </a:xfrm>
            <a:custGeom>
              <a:avLst/>
              <a:gdLst/>
              <a:ahLst/>
              <a:cxnLst/>
              <a:rect l="l" t="t" r="r" b="b"/>
              <a:pathLst>
                <a:path w="352425" h="2659379">
                  <a:moveTo>
                    <a:pt x="352198" y="0"/>
                  </a:moveTo>
                  <a:lnTo>
                    <a:pt x="0" y="0"/>
                  </a:lnTo>
                  <a:lnTo>
                    <a:pt x="0" y="2659374"/>
                  </a:lnTo>
                  <a:lnTo>
                    <a:pt x="352198" y="2659374"/>
                  </a:lnTo>
                  <a:lnTo>
                    <a:pt x="352198" y="0"/>
                  </a:lnTo>
                  <a:close/>
                </a:path>
                <a:path w="352425" h="2659379">
                  <a:moveTo>
                    <a:pt x="352198" y="0"/>
                  </a:moveTo>
                  <a:lnTo>
                    <a:pt x="0" y="0"/>
                  </a:lnTo>
                  <a:lnTo>
                    <a:pt x="0" y="32145"/>
                  </a:lnTo>
                  <a:lnTo>
                    <a:pt x="352198" y="32145"/>
                  </a:lnTo>
                  <a:lnTo>
                    <a:pt x="352198" y="0"/>
                  </a:lnTo>
                  <a:close/>
                </a:path>
                <a:path w="352425" h="2659379">
                  <a:moveTo>
                    <a:pt x="352198" y="71809"/>
                  </a:moveTo>
                  <a:lnTo>
                    <a:pt x="0" y="71809"/>
                  </a:lnTo>
                  <a:lnTo>
                    <a:pt x="0" y="103954"/>
                  </a:lnTo>
                  <a:lnTo>
                    <a:pt x="352198" y="103954"/>
                  </a:lnTo>
                  <a:lnTo>
                    <a:pt x="352198" y="71809"/>
                  </a:lnTo>
                  <a:close/>
                </a:path>
                <a:path w="352425" h="2659379">
                  <a:moveTo>
                    <a:pt x="352198" y="143618"/>
                  </a:moveTo>
                  <a:lnTo>
                    <a:pt x="0" y="143618"/>
                  </a:lnTo>
                  <a:lnTo>
                    <a:pt x="0" y="175764"/>
                  </a:lnTo>
                  <a:lnTo>
                    <a:pt x="352198" y="175764"/>
                  </a:lnTo>
                  <a:lnTo>
                    <a:pt x="352198" y="143618"/>
                  </a:lnTo>
                  <a:close/>
                </a:path>
                <a:path w="352425" h="2659379">
                  <a:moveTo>
                    <a:pt x="352198" y="215427"/>
                  </a:moveTo>
                  <a:lnTo>
                    <a:pt x="0" y="215427"/>
                  </a:lnTo>
                  <a:lnTo>
                    <a:pt x="0" y="247573"/>
                  </a:lnTo>
                  <a:lnTo>
                    <a:pt x="352198" y="247573"/>
                  </a:lnTo>
                  <a:lnTo>
                    <a:pt x="352198" y="215427"/>
                  </a:lnTo>
                  <a:close/>
                </a:path>
                <a:path w="352425" h="2659379">
                  <a:moveTo>
                    <a:pt x="352198" y="287247"/>
                  </a:moveTo>
                  <a:lnTo>
                    <a:pt x="0" y="287247"/>
                  </a:lnTo>
                  <a:lnTo>
                    <a:pt x="0" y="319393"/>
                  </a:lnTo>
                  <a:lnTo>
                    <a:pt x="352198" y="319393"/>
                  </a:lnTo>
                  <a:lnTo>
                    <a:pt x="352198" y="287247"/>
                  </a:lnTo>
                  <a:close/>
                </a:path>
                <a:path w="352425" h="2659379">
                  <a:moveTo>
                    <a:pt x="352198" y="359057"/>
                  </a:moveTo>
                  <a:lnTo>
                    <a:pt x="0" y="359057"/>
                  </a:lnTo>
                  <a:lnTo>
                    <a:pt x="0" y="391202"/>
                  </a:lnTo>
                  <a:lnTo>
                    <a:pt x="352198" y="391202"/>
                  </a:lnTo>
                  <a:lnTo>
                    <a:pt x="352198" y="359057"/>
                  </a:lnTo>
                  <a:close/>
                </a:path>
                <a:path w="352425" h="2659379">
                  <a:moveTo>
                    <a:pt x="352198" y="430866"/>
                  </a:moveTo>
                  <a:lnTo>
                    <a:pt x="0" y="430866"/>
                  </a:lnTo>
                  <a:lnTo>
                    <a:pt x="0" y="463012"/>
                  </a:lnTo>
                  <a:lnTo>
                    <a:pt x="352198" y="463012"/>
                  </a:lnTo>
                  <a:lnTo>
                    <a:pt x="352198" y="430866"/>
                  </a:lnTo>
                  <a:close/>
                </a:path>
                <a:path w="352425" h="2659379">
                  <a:moveTo>
                    <a:pt x="352198" y="502675"/>
                  </a:moveTo>
                  <a:lnTo>
                    <a:pt x="0" y="502675"/>
                  </a:lnTo>
                  <a:lnTo>
                    <a:pt x="0" y="534821"/>
                  </a:lnTo>
                  <a:lnTo>
                    <a:pt x="352198" y="534821"/>
                  </a:lnTo>
                  <a:lnTo>
                    <a:pt x="352198" y="502675"/>
                  </a:lnTo>
                  <a:close/>
                </a:path>
                <a:path w="352425" h="2659379">
                  <a:moveTo>
                    <a:pt x="352198" y="574495"/>
                  </a:moveTo>
                  <a:lnTo>
                    <a:pt x="0" y="574495"/>
                  </a:lnTo>
                  <a:lnTo>
                    <a:pt x="0" y="606641"/>
                  </a:lnTo>
                  <a:lnTo>
                    <a:pt x="352198" y="606641"/>
                  </a:lnTo>
                  <a:lnTo>
                    <a:pt x="352198" y="574495"/>
                  </a:lnTo>
                  <a:close/>
                </a:path>
                <a:path w="352425" h="2659379">
                  <a:moveTo>
                    <a:pt x="352198" y="646304"/>
                  </a:moveTo>
                  <a:lnTo>
                    <a:pt x="0" y="646304"/>
                  </a:lnTo>
                  <a:lnTo>
                    <a:pt x="0" y="678450"/>
                  </a:lnTo>
                  <a:lnTo>
                    <a:pt x="352198" y="678450"/>
                  </a:lnTo>
                  <a:lnTo>
                    <a:pt x="352198" y="646304"/>
                  </a:lnTo>
                  <a:close/>
                </a:path>
                <a:path w="352425" h="2659379">
                  <a:moveTo>
                    <a:pt x="352198" y="718114"/>
                  </a:moveTo>
                  <a:lnTo>
                    <a:pt x="0" y="718114"/>
                  </a:lnTo>
                  <a:lnTo>
                    <a:pt x="0" y="750259"/>
                  </a:lnTo>
                  <a:lnTo>
                    <a:pt x="352198" y="750259"/>
                  </a:lnTo>
                  <a:lnTo>
                    <a:pt x="352198" y="718114"/>
                  </a:lnTo>
                  <a:close/>
                </a:path>
                <a:path w="352425" h="2659379">
                  <a:moveTo>
                    <a:pt x="352198" y="789923"/>
                  </a:moveTo>
                  <a:lnTo>
                    <a:pt x="0" y="789923"/>
                  </a:lnTo>
                  <a:lnTo>
                    <a:pt x="0" y="822069"/>
                  </a:lnTo>
                  <a:lnTo>
                    <a:pt x="352198" y="822069"/>
                  </a:lnTo>
                  <a:lnTo>
                    <a:pt x="352198" y="789923"/>
                  </a:lnTo>
                  <a:close/>
                </a:path>
                <a:path w="352425" h="2659379">
                  <a:moveTo>
                    <a:pt x="352198" y="861743"/>
                  </a:moveTo>
                  <a:lnTo>
                    <a:pt x="0" y="861743"/>
                  </a:lnTo>
                  <a:lnTo>
                    <a:pt x="0" y="893889"/>
                  </a:lnTo>
                  <a:lnTo>
                    <a:pt x="352198" y="893889"/>
                  </a:lnTo>
                  <a:lnTo>
                    <a:pt x="352198" y="861743"/>
                  </a:lnTo>
                  <a:close/>
                </a:path>
                <a:path w="352425" h="2659379">
                  <a:moveTo>
                    <a:pt x="352198" y="933552"/>
                  </a:moveTo>
                  <a:lnTo>
                    <a:pt x="0" y="933552"/>
                  </a:lnTo>
                  <a:lnTo>
                    <a:pt x="0" y="965698"/>
                  </a:lnTo>
                  <a:lnTo>
                    <a:pt x="352198" y="965698"/>
                  </a:lnTo>
                  <a:lnTo>
                    <a:pt x="352198" y="933552"/>
                  </a:lnTo>
                  <a:close/>
                </a:path>
                <a:path w="352425" h="2659379">
                  <a:moveTo>
                    <a:pt x="352198" y="1005362"/>
                  </a:moveTo>
                  <a:lnTo>
                    <a:pt x="0" y="1005362"/>
                  </a:lnTo>
                  <a:lnTo>
                    <a:pt x="0" y="1037507"/>
                  </a:lnTo>
                  <a:lnTo>
                    <a:pt x="352198" y="1037507"/>
                  </a:lnTo>
                  <a:lnTo>
                    <a:pt x="352198" y="1005362"/>
                  </a:lnTo>
                  <a:close/>
                </a:path>
                <a:path w="352425" h="2659379">
                  <a:moveTo>
                    <a:pt x="352198" y="1077181"/>
                  </a:moveTo>
                  <a:lnTo>
                    <a:pt x="0" y="1077181"/>
                  </a:lnTo>
                  <a:lnTo>
                    <a:pt x="0" y="1109327"/>
                  </a:lnTo>
                  <a:lnTo>
                    <a:pt x="352198" y="1109327"/>
                  </a:lnTo>
                  <a:lnTo>
                    <a:pt x="352198" y="1077181"/>
                  </a:lnTo>
                  <a:close/>
                </a:path>
                <a:path w="352425" h="2659379">
                  <a:moveTo>
                    <a:pt x="352198" y="1148991"/>
                  </a:moveTo>
                  <a:lnTo>
                    <a:pt x="0" y="1148991"/>
                  </a:lnTo>
                  <a:lnTo>
                    <a:pt x="0" y="1181136"/>
                  </a:lnTo>
                  <a:lnTo>
                    <a:pt x="352198" y="1181136"/>
                  </a:lnTo>
                  <a:lnTo>
                    <a:pt x="352198" y="1148991"/>
                  </a:lnTo>
                  <a:close/>
                </a:path>
                <a:path w="352425" h="2659379">
                  <a:moveTo>
                    <a:pt x="352198" y="1220800"/>
                  </a:moveTo>
                  <a:lnTo>
                    <a:pt x="0" y="1220800"/>
                  </a:lnTo>
                  <a:lnTo>
                    <a:pt x="0" y="1252946"/>
                  </a:lnTo>
                  <a:lnTo>
                    <a:pt x="352198" y="1252946"/>
                  </a:lnTo>
                  <a:lnTo>
                    <a:pt x="352198" y="1220800"/>
                  </a:lnTo>
                  <a:close/>
                </a:path>
                <a:path w="352425" h="2659379">
                  <a:moveTo>
                    <a:pt x="352198" y="1292609"/>
                  </a:moveTo>
                  <a:lnTo>
                    <a:pt x="0" y="1292609"/>
                  </a:lnTo>
                  <a:lnTo>
                    <a:pt x="0" y="1324755"/>
                  </a:lnTo>
                  <a:lnTo>
                    <a:pt x="352198" y="1324755"/>
                  </a:lnTo>
                  <a:lnTo>
                    <a:pt x="352198" y="1292609"/>
                  </a:lnTo>
                  <a:close/>
                </a:path>
                <a:path w="352425" h="2659379">
                  <a:moveTo>
                    <a:pt x="352198" y="1364419"/>
                  </a:moveTo>
                  <a:lnTo>
                    <a:pt x="0" y="1364419"/>
                  </a:lnTo>
                  <a:lnTo>
                    <a:pt x="0" y="1396564"/>
                  </a:lnTo>
                  <a:lnTo>
                    <a:pt x="352198" y="1396564"/>
                  </a:lnTo>
                  <a:lnTo>
                    <a:pt x="352198" y="1364419"/>
                  </a:lnTo>
                  <a:close/>
                </a:path>
                <a:path w="352425" h="2659379">
                  <a:moveTo>
                    <a:pt x="352198" y="1436238"/>
                  </a:moveTo>
                  <a:lnTo>
                    <a:pt x="0" y="1436238"/>
                  </a:lnTo>
                  <a:lnTo>
                    <a:pt x="0" y="1468384"/>
                  </a:lnTo>
                  <a:lnTo>
                    <a:pt x="352198" y="1468384"/>
                  </a:lnTo>
                  <a:lnTo>
                    <a:pt x="352198" y="1436238"/>
                  </a:lnTo>
                  <a:close/>
                </a:path>
                <a:path w="352425" h="2659379">
                  <a:moveTo>
                    <a:pt x="352198" y="1508048"/>
                  </a:moveTo>
                  <a:lnTo>
                    <a:pt x="0" y="1508048"/>
                  </a:lnTo>
                  <a:lnTo>
                    <a:pt x="0" y="1540193"/>
                  </a:lnTo>
                  <a:lnTo>
                    <a:pt x="352198" y="1540193"/>
                  </a:lnTo>
                  <a:lnTo>
                    <a:pt x="352198" y="1508048"/>
                  </a:lnTo>
                  <a:close/>
                </a:path>
                <a:path w="352425" h="2659379">
                  <a:moveTo>
                    <a:pt x="352198" y="1579857"/>
                  </a:moveTo>
                  <a:lnTo>
                    <a:pt x="0" y="1579857"/>
                  </a:lnTo>
                  <a:lnTo>
                    <a:pt x="0" y="1612003"/>
                  </a:lnTo>
                  <a:lnTo>
                    <a:pt x="352198" y="1612003"/>
                  </a:lnTo>
                  <a:lnTo>
                    <a:pt x="352198" y="1579857"/>
                  </a:lnTo>
                  <a:close/>
                </a:path>
                <a:path w="352425" h="2659379">
                  <a:moveTo>
                    <a:pt x="352198" y="1651677"/>
                  </a:moveTo>
                  <a:lnTo>
                    <a:pt x="0" y="1651677"/>
                  </a:lnTo>
                  <a:lnTo>
                    <a:pt x="0" y="1683823"/>
                  </a:lnTo>
                  <a:lnTo>
                    <a:pt x="352198" y="1683823"/>
                  </a:lnTo>
                  <a:lnTo>
                    <a:pt x="352198" y="1651677"/>
                  </a:lnTo>
                  <a:close/>
                </a:path>
                <a:path w="352425" h="2659379">
                  <a:moveTo>
                    <a:pt x="352198" y="1723476"/>
                  </a:moveTo>
                  <a:lnTo>
                    <a:pt x="0" y="1723476"/>
                  </a:lnTo>
                  <a:lnTo>
                    <a:pt x="0" y="1755621"/>
                  </a:lnTo>
                  <a:lnTo>
                    <a:pt x="352198" y="1755621"/>
                  </a:lnTo>
                  <a:lnTo>
                    <a:pt x="352198" y="1723476"/>
                  </a:lnTo>
                  <a:close/>
                </a:path>
                <a:path w="352425" h="2659379">
                  <a:moveTo>
                    <a:pt x="352198" y="1795296"/>
                  </a:moveTo>
                  <a:lnTo>
                    <a:pt x="0" y="1795296"/>
                  </a:lnTo>
                  <a:lnTo>
                    <a:pt x="0" y="1827441"/>
                  </a:lnTo>
                  <a:lnTo>
                    <a:pt x="352198" y="1827441"/>
                  </a:lnTo>
                  <a:lnTo>
                    <a:pt x="352198" y="1795296"/>
                  </a:lnTo>
                  <a:close/>
                </a:path>
                <a:path w="352425" h="2659379">
                  <a:moveTo>
                    <a:pt x="352198" y="1867105"/>
                  </a:moveTo>
                  <a:lnTo>
                    <a:pt x="0" y="1867105"/>
                  </a:lnTo>
                  <a:lnTo>
                    <a:pt x="0" y="1899251"/>
                  </a:lnTo>
                  <a:lnTo>
                    <a:pt x="352198" y="1899251"/>
                  </a:lnTo>
                  <a:lnTo>
                    <a:pt x="352198" y="1867105"/>
                  </a:lnTo>
                  <a:close/>
                </a:path>
                <a:path w="352425" h="2659379">
                  <a:moveTo>
                    <a:pt x="352198" y="1938914"/>
                  </a:moveTo>
                  <a:lnTo>
                    <a:pt x="0" y="1938914"/>
                  </a:lnTo>
                  <a:lnTo>
                    <a:pt x="0" y="1971060"/>
                  </a:lnTo>
                  <a:lnTo>
                    <a:pt x="352198" y="1971060"/>
                  </a:lnTo>
                  <a:lnTo>
                    <a:pt x="352198" y="1938914"/>
                  </a:lnTo>
                  <a:close/>
                </a:path>
                <a:path w="352425" h="2659379">
                  <a:moveTo>
                    <a:pt x="352198" y="2010734"/>
                  </a:moveTo>
                  <a:lnTo>
                    <a:pt x="0" y="2010734"/>
                  </a:lnTo>
                  <a:lnTo>
                    <a:pt x="0" y="2042880"/>
                  </a:lnTo>
                  <a:lnTo>
                    <a:pt x="352198" y="2042880"/>
                  </a:lnTo>
                  <a:lnTo>
                    <a:pt x="352198" y="2010734"/>
                  </a:lnTo>
                  <a:close/>
                </a:path>
                <a:path w="352425" h="2659379">
                  <a:moveTo>
                    <a:pt x="352198" y="2082543"/>
                  </a:moveTo>
                  <a:lnTo>
                    <a:pt x="0" y="2082543"/>
                  </a:lnTo>
                  <a:lnTo>
                    <a:pt x="0" y="2114689"/>
                  </a:lnTo>
                  <a:lnTo>
                    <a:pt x="352198" y="2114689"/>
                  </a:lnTo>
                  <a:lnTo>
                    <a:pt x="352198" y="2082543"/>
                  </a:lnTo>
                  <a:close/>
                </a:path>
                <a:path w="352425" h="2659379">
                  <a:moveTo>
                    <a:pt x="352198" y="2154353"/>
                  </a:moveTo>
                  <a:lnTo>
                    <a:pt x="0" y="2154353"/>
                  </a:lnTo>
                  <a:lnTo>
                    <a:pt x="0" y="2186498"/>
                  </a:lnTo>
                  <a:lnTo>
                    <a:pt x="352198" y="2186498"/>
                  </a:lnTo>
                  <a:lnTo>
                    <a:pt x="352198" y="2154353"/>
                  </a:lnTo>
                  <a:close/>
                </a:path>
                <a:path w="352425" h="2659379">
                  <a:moveTo>
                    <a:pt x="352198" y="2226173"/>
                  </a:moveTo>
                  <a:lnTo>
                    <a:pt x="0" y="2226173"/>
                  </a:lnTo>
                  <a:lnTo>
                    <a:pt x="0" y="2258318"/>
                  </a:lnTo>
                  <a:lnTo>
                    <a:pt x="352198" y="2258318"/>
                  </a:lnTo>
                  <a:lnTo>
                    <a:pt x="352198" y="2226173"/>
                  </a:lnTo>
                  <a:close/>
                </a:path>
                <a:path w="352425" h="2659379">
                  <a:moveTo>
                    <a:pt x="352198" y="2297982"/>
                  </a:moveTo>
                  <a:lnTo>
                    <a:pt x="0" y="2297982"/>
                  </a:lnTo>
                  <a:lnTo>
                    <a:pt x="0" y="2330117"/>
                  </a:lnTo>
                  <a:lnTo>
                    <a:pt x="352198" y="2330117"/>
                  </a:lnTo>
                  <a:lnTo>
                    <a:pt x="352198" y="2297982"/>
                  </a:lnTo>
                  <a:close/>
                </a:path>
                <a:path w="352425" h="2659379">
                  <a:moveTo>
                    <a:pt x="352198" y="2369791"/>
                  </a:moveTo>
                  <a:lnTo>
                    <a:pt x="0" y="2369791"/>
                  </a:lnTo>
                  <a:lnTo>
                    <a:pt x="0" y="2401937"/>
                  </a:lnTo>
                  <a:lnTo>
                    <a:pt x="352198" y="2401937"/>
                  </a:lnTo>
                  <a:lnTo>
                    <a:pt x="352198" y="2369791"/>
                  </a:lnTo>
                  <a:close/>
                </a:path>
                <a:path w="352425" h="2659379">
                  <a:moveTo>
                    <a:pt x="352198" y="2441601"/>
                  </a:moveTo>
                  <a:lnTo>
                    <a:pt x="0" y="2441601"/>
                  </a:lnTo>
                  <a:lnTo>
                    <a:pt x="0" y="2473746"/>
                  </a:lnTo>
                  <a:lnTo>
                    <a:pt x="352198" y="2473746"/>
                  </a:lnTo>
                  <a:lnTo>
                    <a:pt x="352198" y="2441601"/>
                  </a:lnTo>
                  <a:close/>
                </a:path>
                <a:path w="352425" h="2659379">
                  <a:moveTo>
                    <a:pt x="352198" y="2513410"/>
                  </a:moveTo>
                  <a:lnTo>
                    <a:pt x="0" y="2513410"/>
                  </a:lnTo>
                  <a:lnTo>
                    <a:pt x="0" y="2545555"/>
                  </a:lnTo>
                  <a:lnTo>
                    <a:pt x="352198" y="2545555"/>
                  </a:lnTo>
                  <a:lnTo>
                    <a:pt x="352198" y="2513410"/>
                  </a:lnTo>
                  <a:close/>
                </a:path>
                <a:path w="352425" h="2659379">
                  <a:moveTo>
                    <a:pt x="352198" y="2585230"/>
                  </a:moveTo>
                  <a:lnTo>
                    <a:pt x="0" y="2585230"/>
                  </a:lnTo>
                  <a:lnTo>
                    <a:pt x="0" y="2617375"/>
                  </a:lnTo>
                  <a:lnTo>
                    <a:pt x="352198" y="2617375"/>
                  </a:lnTo>
                  <a:lnTo>
                    <a:pt x="352198" y="258523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90" name="object 5490" descr=""/>
            <p:cNvSpPr/>
            <p:nvPr/>
          </p:nvSpPr>
          <p:spPr>
            <a:xfrm>
              <a:off x="3915933" y="7342268"/>
              <a:ext cx="352425" cy="96520"/>
            </a:xfrm>
            <a:custGeom>
              <a:avLst/>
              <a:gdLst/>
              <a:ahLst/>
              <a:cxnLst/>
              <a:rect l="l" t="t" r="r" b="b"/>
              <a:pathLst>
                <a:path w="352425" h="96520">
                  <a:moveTo>
                    <a:pt x="352198" y="0"/>
                  </a:moveTo>
                  <a:lnTo>
                    <a:pt x="0" y="0"/>
                  </a:lnTo>
                  <a:lnTo>
                    <a:pt x="0" y="96394"/>
                  </a:lnTo>
                  <a:lnTo>
                    <a:pt x="352198" y="96394"/>
                  </a:lnTo>
                  <a:lnTo>
                    <a:pt x="35219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1" name="object 5491" descr=""/>
            <p:cNvSpPr/>
            <p:nvPr/>
          </p:nvSpPr>
          <p:spPr>
            <a:xfrm>
              <a:off x="3915933" y="7342268"/>
              <a:ext cx="352425" cy="96520"/>
            </a:xfrm>
            <a:custGeom>
              <a:avLst/>
              <a:gdLst/>
              <a:ahLst/>
              <a:cxnLst/>
              <a:rect l="l" t="t" r="r" b="b"/>
              <a:pathLst>
                <a:path w="352425" h="96520">
                  <a:moveTo>
                    <a:pt x="352198" y="0"/>
                  </a:moveTo>
                  <a:lnTo>
                    <a:pt x="0" y="0"/>
                  </a:lnTo>
                  <a:lnTo>
                    <a:pt x="0" y="96394"/>
                  </a:lnTo>
                  <a:lnTo>
                    <a:pt x="352198" y="96394"/>
                  </a:lnTo>
                  <a:lnTo>
                    <a:pt x="352198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92" name="object 5492" descr=""/>
            <p:cNvSpPr/>
            <p:nvPr/>
          </p:nvSpPr>
          <p:spPr>
            <a:xfrm>
              <a:off x="3915933" y="7342268"/>
              <a:ext cx="13970" cy="96520"/>
            </a:xfrm>
            <a:custGeom>
              <a:avLst/>
              <a:gdLst/>
              <a:ahLst/>
              <a:cxnLst/>
              <a:rect l="l" t="t" r="r" b="b"/>
              <a:pathLst>
                <a:path w="13970" h="96520">
                  <a:moveTo>
                    <a:pt x="13476" y="0"/>
                  </a:moveTo>
                  <a:lnTo>
                    <a:pt x="0" y="0"/>
                  </a:lnTo>
                  <a:lnTo>
                    <a:pt x="0" y="96394"/>
                  </a:lnTo>
                  <a:lnTo>
                    <a:pt x="13476" y="96394"/>
                  </a:lnTo>
                  <a:lnTo>
                    <a:pt x="134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3" name="object 5493" descr=""/>
            <p:cNvSpPr/>
            <p:nvPr/>
          </p:nvSpPr>
          <p:spPr>
            <a:xfrm>
              <a:off x="3915933" y="7342268"/>
              <a:ext cx="13970" cy="96520"/>
            </a:xfrm>
            <a:custGeom>
              <a:avLst/>
              <a:gdLst/>
              <a:ahLst/>
              <a:cxnLst/>
              <a:rect l="l" t="t" r="r" b="b"/>
              <a:pathLst>
                <a:path w="13970" h="96520">
                  <a:moveTo>
                    <a:pt x="13476" y="0"/>
                  </a:moveTo>
                  <a:lnTo>
                    <a:pt x="0" y="0"/>
                  </a:lnTo>
                  <a:lnTo>
                    <a:pt x="0" y="96394"/>
                  </a:lnTo>
                  <a:lnTo>
                    <a:pt x="13476" y="96394"/>
                  </a:lnTo>
                  <a:lnTo>
                    <a:pt x="13476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94" name="object 5494" descr=""/>
            <p:cNvSpPr/>
            <p:nvPr/>
          </p:nvSpPr>
          <p:spPr>
            <a:xfrm>
              <a:off x="4254655" y="7342268"/>
              <a:ext cx="13970" cy="96520"/>
            </a:xfrm>
            <a:custGeom>
              <a:avLst/>
              <a:gdLst/>
              <a:ahLst/>
              <a:cxnLst/>
              <a:rect l="l" t="t" r="r" b="b"/>
              <a:pathLst>
                <a:path w="13970" h="96520">
                  <a:moveTo>
                    <a:pt x="13476" y="0"/>
                  </a:moveTo>
                  <a:lnTo>
                    <a:pt x="0" y="0"/>
                  </a:lnTo>
                  <a:lnTo>
                    <a:pt x="0" y="96394"/>
                  </a:lnTo>
                  <a:lnTo>
                    <a:pt x="13476" y="96394"/>
                  </a:lnTo>
                  <a:lnTo>
                    <a:pt x="134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5" name="object 5495" descr=""/>
            <p:cNvSpPr/>
            <p:nvPr/>
          </p:nvSpPr>
          <p:spPr>
            <a:xfrm>
              <a:off x="4254655" y="7342268"/>
              <a:ext cx="13970" cy="96520"/>
            </a:xfrm>
            <a:custGeom>
              <a:avLst/>
              <a:gdLst/>
              <a:ahLst/>
              <a:cxnLst/>
              <a:rect l="l" t="t" r="r" b="b"/>
              <a:pathLst>
                <a:path w="13970" h="96520">
                  <a:moveTo>
                    <a:pt x="13476" y="0"/>
                  </a:moveTo>
                  <a:lnTo>
                    <a:pt x="0" y="0"/>
                  </a:lnTo>
                  <a:lnTo>
                    <a:pt x="0" y="96394"/>
                  </a:lnTo>
                  <a:lnTo>
                    <a:pt x="13476" y="96394"/>
                  </a:lnTo>
                  <a:lnTo>
                    <a:pt x="13476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96" name="object 5496" descr=""/>
            <p:cNvSpPr/>
            <p:nvPr/>
          </p:nvSpPr>
          <p:spPr>
            <a:xfrm>
              <a:off x="4169967" y="7342268"/>
              <a:ext cx="13970" cy="96520"/>
            </a:xfrm>
            <a:custGeom>
              <a:avLst/>
              <a:gdLst/>
              <a:ahLst/>
              <a:cxnLst/>
              <a:rect l="l" t="t" r="r" b="b"/>
              <a:pathLst>
                <a:path w="13970" h="96520">
                  <a:moveTo>
                    <a:pt x="13476" y="0"/>
                  </a:moveTo>
                  <a:lnTo>
                    <a:pt x="0" y="0"/>
                  </a:lnTo>
                  <a:lnTo>
                    <a:pt x="0" y="96394"/>
                  </a:lnTo>
                  <a:lnTo>
                    <a:pt x="13476" y="96394"/>
                  </a:lnTo>
                  <a:lnTo>
                    <a:pt x="134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7" name="object 5497" descr=""/>
            <p:cNvSpPr/>
            <p:nvPr/>
          </p:nvSpPr>
          <p:spPr>
            <a:xfrm>
              <a:off x="4169967" y="7342268"/>
              <a:ext cx="13970" cy="96520"/>
            </a:xfrm>
            <a:custGeom>
              <a:avLst/>
              <a:gdLst/>
              <a:ahLst/>
              <a:cxnLst/>
              <a:rect l="l" t="t" r="r" b="b"/>
              <a:pathLst>
                <a:path w="13970" h="96520">
                  <a:moveTo>
                    <a:pt x="13476" y="0"/>
                  </a:moveTo>
                  <a:lnTo>
                    <a:pt x="0" y="0"/>
                  </a:lnTo>
                  <a:lnTo>
                    <a:pt x="0" y="96394"/>
                  </a:lnTo>
                  <a:lnTo>
                    <a:pt x="13476" y="96394"/>
                  </a:lnTo>
                  <a:lnTo>
                    <a:pt x="13476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98" name="object 5498" descr=""/>
            <p:cNvSpPr/>
            <p:nvPr/>
          </p:nvSpPr>
          <p:spPr>
            <a:xfrm>
              <a:off x="4000611" y="7342268"/>
              <a:ext cx="13970" cy="96520"/>
            </a:xfrm>
            <a:custGeom>
              <a:avLst/>
              <a:gdLst/>
              <a:ahLst/>
              <a:cxnLst/>
              <a:rect l="l" t="t" r="r" b="b"/>
              <a:pathLst>
                <a:path w="13970" h="96520">
                  <a:moveTo>
                    <a:pt x="13476" y="0"/>
                  </a:moveTo>
                  <a:lnTo>
                    <a:pt x="0" y="0"/>
                  </a:lnTo>
                  <a:lnTo>
                    <a:pt x="0" y="96394"/>
                  </a:lnTo>
                  <a:lnTo>
                    <a:pt x="13476" y="96394"/>
                  </a:lnTo>
                  <a:lnTo>
                    <a:pt x="134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9" name="object 5499" descr=""/>
            <p:cNvSpPr/>
            <p:nvPr/>
          </p:nvSpPr>
          <p:spPr>
            <a:xfrm>
              <a:off x="4000611" y="7342268"/>
              <a:ext cx="13970" cy="96520"/>
            </a:xfrm>
            <a:custGeom>
              <a:avLst/>
              <a:gdLst/>
              <a:ahLst/>
              <a:cxnLst/>
              <a:rect l="l" t="t" r="r" b="b"/>
              <a:pathLst>
                <a:path w="13970" h="96520">
                  <a:moveTo>
                    <a:pt x="13476" y="0"/>
                  </a:moveTo>
                  <a:lnTo>
                    <a:pt x="0" y="0"/>
                  </a:lnTo>
                  <a:lnTo>
                    <a:pt x="0" y="96394"/>
                  </a:lnTo>
                  <a:lnTo>
                    <a:pt x="13476" y="96394"/>
                  </a:lnTo>
                  <a:lnTo>
                    <a:pt x="13476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00" name="object 5500" descr=""/>
            <p:cNvSpPr/>
            <p:nvPr/>
          </p:nvSpPr>
          <p:spPr>
            <a:xfrm>
              <a:off x="4085289" y="7342268"/>
              <a:ext cx="13970" cy="96520"/>
            </a:xfrm>
            <a:custGeom>
              <a:avLst/>
              <a:gdLst/>
              <a:ahLst/>
              <a:cxnLst/>
              <a:rect l="l" t="t" r="r" b="b"/>
              <a:pathLst>
                <a:path w="13970" h="96520">
                  <a:moveTo>
                    <a:pt x="13486" y="0"/>
                  </a:moveTo>
                  <a:lnTo>
                    <a:pt x="0" y="0"/>
                  </a:lnTo>
                  <a:lnTo>
                    <a:pt x="0" y="96394"/>
                  </a:lnTo>
                  <a:lnTo>
                    <a:pt x="13486" y="96394"/>
                  </a:lnTo>
                  <a:lnTo>
                    <a:pt x="134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1" name="object 5501" descr=""/>
            <p:cNvSpPr/>
            <p:nvPr/>
          </p:nvSpPr>
          <p:spPr>
            <a:xfrm>
              <a:off x="4085289" y="7342268"/>
              <a:ext cx="13970" cy="96520"/>
            </a:xfrm>
            <a:custGeom>
              <a:avLst/>
              <a:gdLst/>
              <a:ahLst/>
              <a:cxnLst/>
              <a:rect l="l" t="t" r="r" b="b"/>
              <a:pathLst>
                <a:path w="13970" h="96520">
                  <a:moveTo>
                    <a:pt x="13486" y="0"/>
                  </a:moveTo>
                  <a:lnTo>
                    <a:pt x="0" y="0"/>
                  </a:lnTo>
                  <a:lnTo>
                    <a:pt x="0" y="96394"/>
                  </a:lnTo>
                  <a:lnTo>
                    <a:pt x="13486" y="96394"/>
                  </a:lnTo>
                  <a:lnTo>
                    <a:pt x="13486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02" name="object 5502" descr=""/>
            <p:cNvSpPr/>
            <p:nvPr/>
          </p:nvSpPr>
          <p:spPr>
            <a:xfrm>
              <a:off x="3915933" y="7425993"/>
              <a:ext cx="352425" cy="12700"/>
            </a:xfrm>
            <a:custGeom>
              <a:avLst/>
              <a:gdLst/>
              <a:ahLst/>
              <a:cxnLst/>
              <a:rect l="l" t="t" r="r" b="b"/>
              <a:pathLst>
                <a:path w="352425" h="12700">
                  <a:moveTo>
                    <a:pt x="352198" y="0"/>
                  </a:moveTo>
                  <a:lnTo>
                    <a:pt x="0" y="0"/>
                  </a:lnTo>
                  <a:lnTo>
                    <a:pt x="0" y="12659"/>
                  </a:lnTo>
                  <a:lnTo>
                    <a:pt x="352198" y="12659"/>
                  </a:lnTo>
                  <a:lnTo>
                    <a:pt x="35219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3" name="object 5503" descr=""/>
            <p:cNvSpPr/>
            <p:nvPr/>
          </p:nvSpPr>
          <p:spPr>
            <a:xfrm>
              <a:off x="3915933" y="7425993"/>
              <a:ext cx="352425" cy="12700"/>
            </a:xfrm>
            <a:custGeom>
              <a:avLst/>
              <a:gdLst/>
              <a:ahLst/>
              <a:cxnLst/>
              <a:rect l="l" t="t" r="r" b="b"/>
              <a:pathLst>
                <a:path w="352425" h="12700">
                  <a:moveTo>
                    <a:pt x="352198" y="0"/>
                  </a:moveTo>
                  <a:lnTo>
                    <a:pt x="0" y="0"/>
                  </a:lnTo>
                  <a:lnTo>
                    <a:pt x="0" y="12659"/>
                  </a:lnTo>
                  <a:lnTo>
                    <a:pt x="352198" y="12659"/>
                  </a:lnTo>
                  <a:lnTo>
                    <a:pt x="352198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504" name="object 5504" descr=""/>
          <p:cNvGrpSpPr/>
          <p:nvPr/>
        </p:nvGrpSpPr>
        <p:grpSpPr>
          <a:xfrm>
            <a:off x="1173786" y="8810003"/>
            <a:ext cx="748030" cy="1302385"/>
            <a:chOff x="1173786" y="8810003"/>
            <a:chExt cx="748030" cy="1302385"/>
          </a:xfrm>
        </p:grpSpPr>
        <p:sp>
          <p:nvSpPr>
            <p:cNvPr id="5505" name="object 5505" descr=""/>
            <p:cNvSpPr/>
            <p:nvPr/>
          </p:nvSpPr>
          <p:spPr>
            <a:xfrm>
              <a:off x="1244244" y="9025955"/>
              <a:ext cx="80645" cy="1081405"/>
            </a:xfrm>
            <a:custGeom>
              <a:avLst/>
              <a:gdLst/>
              <a:ahLst/>
              <a:cxnLst/>
              <a:rect l="l" t="t" r="r" b="b"/>
              <a:pathLst>
                <a:path w="80644" h="1081404">
                  <a:moveTo>
                    <a:pt x="80269" y="0"/>
                  </a:moveTo>
                  <a:lnTo>
                    <a:pt x="0" y="0"/>
                  </a:lnTo>
                  <a:lnTo>
                    <a:pt x="0" y="1081181"/>
                  </a:lnTo>
                  <a:lnTo>
                    <a:pt x="80269" y="1081181"/>
                  </a:lnTo>
                  <a:lnTo>
                    <a:pt x="8026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6" name="object 5506" descr=""/>
            <p:cNvSpPr/>
            <p:nvPr/>
          </p:nvSpPr>
          <p:spPr>
            <a:xfrm>
              <a:off x="1244244" y="9025955"/>
              <a:ext cx="80645" cy="1081405"/>
            </a:xfrm>
            <a:custGeom>
              <a:avLst/>
              <a:gdLst/>
              <a:ahLst/>
              <a:cxnLst/>
              <a:rect l="l" t="t" r="r" b="b"/>
              <a:pathLst>
                <a:path w="80644" h="1081404">
                  <a:moveTo>
                    <a:pt x="0" y="0"/>
                  </a:moveTo>
                  <a:lnTo>
                    <a:pt x="80269" y="0"/>
                  </a:lnTo>
                  <a:lnTo>
                    <a:pt x="80269" y="1081181"/>
                  </a:lnTo>
                  <a:lnTo>
                    <a:pt x="0" y="1081181"/>
                  </a:lnTo>
                  <a:lnTo>
                    <a:pt x="0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07" name="object 5507" descr=""/>
            <p:cNvSpPr/>
            <p:nvPr/>
          </p:nvSpPr>
          <p:spPr>
            <a:xfrm>
              <a:off x="1324518" y="8895508"/>
              <a:ext cx="592455" cy="1211580"/>
            </a:xfrm>
            <a:custGeom>
              <a:avLst/>
              <a:gdLst/>
              <a:ahLst/>
              <a:cxnLst/>
              <a:rect l="l" t="t" r="r" b="b"/>
              <a:pathLst>
                <a:path w="592455" h="1211579">
                  <a:moveTo>
                    <a:pt x="0" y="1211579"/>
                  </a:moveTo>
                  <a:lnTo>
                    <a:pt x="592013" y="1211579"/>
                  </a:lnTo>
                  <a:lnTo>
                    <a:pt x="592013" y="0"/>
                  </a:lnTo>
                  <a:lnTo>
                    <a:pt x="0" y="0"/>
                  </a:lnTo>
                  <a:lnTo>
                    <a:pt x="0" y="121157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8" name="object 5508" descr=""/>
            <p:cNvSpPr/>
            <p:nvPr/>
          </p:nvSpPr>
          <p:spPr>
            <a:xfrm>
              <a:off x="1324518" y="8815238"/>
              <a:ext cx="592455" cy="1292225"/>
            </a:xfrm>
            <a:custGeom>
              <a:avLst/>
              <a:gdLst/>
              <a:ahLst/>
              <a:cxnLst/>
              <a:rect l="l" t="t" r="r" b="b"/>
              <a:pathLst>
                <a:path w="592455" h="1292225">
                  <a:moveTo>
                    <a:pt x="275939" y="80269"/>
                  </a:moveTo>
                  <a:lnTo>
                    <a:pt x="275939" y="0"/>
                  </a:lnTo>
                  <a:lnTo>
                    <a:pt x="0" y="0"/>
                  </a:lnTo>
                  <a:lnTo>
                    <a:pt x="0" y="80269"/>
                  </a:lnTo>
                  <a:lnTo>
                    <a:pt x="0" y="1291897"/>
                  </a:lnTo>
                  <a:lnTo>
                    <a:pt x="275939" y="1291897"/>
                  </a:lnTo>
                  <a:lnTo>
                    <a:pt x="592013" y="1291897"/>
                  </a:lnTo>
                  <a:lnTo>
                    <a:pt x="592013" y="80269"/>
                  </a:lnTo>
                  <a:lnTo>
                    <a:pt x="275939" y="80269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09" name="object 5509" descr=""/>
            <p:cNvSpPr/>
            <p:nvPr/>
          </p:nvSpPr>
          <p:spPr>
            <a:xfrm>
              <a:off x="1179021" y="8973276"/>
              <a:ext cx="737870" cy="52705"/>
            </a:xfrm>
            <a:custGeom>
              <a:avLst/>
              <a:gdLst/>
              <a:ahLst/>
              <a:cxnLst/>
              <a:rect l="l" t="t" r="r" b="b"/>
              <a:pathLst>
                <a:path w="737869" h="52704">
                  <a:moveTo>
                    <a:pt x="737506" y="0"/>
                  </a:moveTo>
                  <a:lnTo>
                    <a:pt x="0" y="0"/>
                  </a:lnTo>
                  <a:lnTo>
                    <a:pt x="0" y="52679"/>
                  </a:lnTo>
                  <a:lnTo>
                    <a:pt x="737506" y="52679"/>
                  </a:lnTo>
                  <a:lnTo>
                    <a:pt x="7375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0" name="object 5510" descr=""/>
            <p:cNvSpPr/>
            <p:nvPr/>
          </p:nvSpPr>
          <p:spPr>
            <a:xfrm>
              <a:off x="1179021" y="8973276"/>
              <a:ext cx="737870" cy="52705"/>
            </a:xfrm>
            <a:custGeom>
              <a:avLst/>
              <a:gdLst/>
              <a:ahLst/>
              <a:cxnLst/>
              <a:rect l="l" t="t" r="r" b="b"/>
              <a:pathLst>
                <a:path w="737869" h="52704">
                  <a:moveTo>
                    <a:pt x="737506" y="0"/>
                  </a:moveTo>
                  <a:lnTo>
                    <a:pt x="0" y="0"/>
                  </a:lnTo>
                  <a:lnTo>
                    <a:pt x="0" y="52679"/>
                  </a:lnTo>
                  <a:lnTo>
                    <a:pt x="737506" y="52679"/>
                  </a:lnTo>
                  <a:lnTo>
                    <a:pt x="737506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11" name="object 5511" descr=""/>
            <p:cNvSpPr/>
            <p:nvPr/>
          </p:nvSpPr>
          <p:spPr>
            <a:xfrm>
              <a:off x="1179021" y="9060865"/>
              <a:ext cx="737870" cy="52705"/>
            </a:xfrm>
            <a:custGeom>
              <a:avLst/>
              <a:gdLst/>
              <a:ahLst/>
              <a:cxnLst/>
              <a:rect l="l" t="t" r="r" b="b"/>
              <a:pathLst>
                <a:path w="737869" h="52704">
                  <a:moveTo>
                    <a:pt x="737506" y="0"/>
                  </a:moveTo>
                  <a:lnTo>
                    <a:pt x="0" y="0"/>
                  </a:lnTo>
                  <a:lnTo>
                    <a:pt x="0" y="52679"/>
                  </a:lnTo>
                  <a:lnTo>
                    <a:pt x="737506" y="52679"/>
                  </a:lnTo>
                  <a:lnTo>
                    <a:pt x="7375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2" name="object 5512" descr=""/>
            <p:cNvSpPr/>
            <p:nvPr/>
          </p:nvSpPr>
          <p:spPr>
            <a:xfrm>
              <a:off x="1179021" y="9060865"/>
              <a:ext cx="737870" cy="52705"/>
            </a:xfrm>
            <a:custGeom>
              <a:avLst/>
              <a:gdLst/>
              <a:ahLst/>
              <a:cxnLst/>
              <a:rect l="l" t="t" r="r" b="b"/>
              <a:pathLst>
                <a:path w="737869" h="52704">
                  <a:moveTo>
                    <a:pt x="737506" y="0"/>
                  </a:moveTo>
                  <a:lnTo>
                    <a:pt x="0" y="0"/>
                  </a:lnTo>
                  <a:lnTo>
                    <a:pt x="0" y="52679"/>
                  </a:lnTo>
                  <a:lnTo>
                    <a:pt x="737506" y="52679"/>
                  </a:lnTo>
                  <a:lnTo>
                    <a:pt x="737506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13" name="object 5513" descr=""/>
            <p:cNvSpPr/>
            <p:nvPr/>
          </p:nvSpPr>
          <p:spPr>
            <a:xfrm>
              <a:off x="1179021" y="9148454"/>
              <a:ext cx="737870" cy="52705"/>
            </a:xfrm>
            <a:custGeom>
              <a:avLst/>
              <a:gdLst/>
              <a:ahLst/>
              <a:cxnLst/>
              <a:rect l="l" t="t" r="r" b="b"/>
              <a:pathLst>
                <a:path w="737869" h="52704">
                  <a:moveTo>
                    <a:pt x="737506" y="0"/>
                  </a:moveTo>
                  <a:lnTo>
                    <a:pt x="0" y="0"/>
                  </a:lnTo>
                  <a:lnTo>
                    <a:pt x="0" y="52679"/>
                  </a:lnTo>
                  <a:lnTo>
                    <a:pt x="737506" y="52679"/>
                  </a:lnTo>
                  <a:lnTo>
                    <a:pt x="7375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4" name="object 5514" descr=""/>
            <p:cNvSpPr/>
            <p:nvPr/>
          </p:nvSpPr>
          <p:spPr>
            <a:xfrm>
              <a:off x="1179021" y="9148454"/>
              <a:ext cx="737870" cy="52705"/>
            </a:xfrm>
            <a:custGeom>
              <a:avLst/>
              <a:gdLst/>
              <a:ahLst/>
              <a:cxnLst/>
              <a:rect l="l" t="t" r="r" b="b"/>
              <a:pathLst>
                <a:path w="737869" h="52704">
                  <a:moveTo>
                    <a:pt x="737506" y="0"/>
                  </a:moveTo>
                  <a:lnTo>
                    <a:pt x="0" y="0"/>
                  </a:lnTo>
                  <a:lnTo>
                    <a:pt x="0" y="52679"/>
                  </a:lnTo>
                  <a:lnTo>
                    <a:pt x="737506" y="52679"/>
                  </a:lnTo>
                  <a:lnTo>
                    <a:pt x="737506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15" name="object 5515" descr=""/>
            <p:cNvSpPr/>
            <p:nvPr/>
          </p:nvSpPr>
          <p:spPr>
            <a:xfrm>
              <a:off x="1179021" y="9236043"/>
              <a:ext cx="737870" cy="52705"/>
            </a:xfrm>
            <a:custGeom>
              <a:avLst/>
              <a:gdLst/>
              <a:ahLst/>
              <a:cxnLst/>
              <a:rect l="l" t="t" r="r" b="b"/>
              <a:pathLst>
                <a:path w="737869" h="52704">
                  <a:moveTo>
                    <a:pt x="737506" y="0"/>
                  </a:moveTo>
                  <a:lnTo>
                    <a:pt x="0" y="0"/>
                  </a:lnTo>
                  <a:lnTo>
                    <a:pt x="0" y="52679"/>
                  </a:lnTo>
                  <a:lnTo>
                    <a:pt x="737506" y="52679"/>
                  </a:lnTo>
                  <a:lnTo>
                    <a:pt x="7375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6" name="object 5516" descr=""/>
            <p:cNvSpPr/>
            <p:nvPr/>
          </p:nvSpPr>
          <p:spPr>
            <a:xfrm>
              <a:off x="1179021" y="9236043"/>
              <a:ext cx="737870" cy="52705"/>
            </a:xfrm>
            <a:custGeom>
              <a:avLst/>
              <a:gdLst/>
              <a:ahLst/>
              <a:cxnLst/>
              <a:rect l="l" t="t" r="r" b="b"/>
              <a:pathLst>
                <a:path w="737869" h="52704">
                  <a:moveTo>
                    <a:pt x="737506" y="0"/>
                  </a:moveTo>
                  <a:lnTo>
                    <a:pt x="0" y="0"/>
                  </a:lnTo>
                  <a:lnTo>
                    <a:pt x="0" y="52679"/>
                  </a:lnTo>
                  <a:lnTo>
                    <a:pt x="737506" y="52679"/>
                  </a:lnTo>
                  <a:lnTo>
                    <a:pt x="737506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17" name="object 5517" descr=""/>
            <p:cNvSpPr/>
            <p:nvPr/>
          </p:nvSpPr>
          <p:spPr>
            <a:xfrm>
              <a:off x="1179021" y="9323632"/>
              <a:ext cx="737870" cy="52705"/>
            </a:xfrm>
            <a:custGeom>
              <a:avLst/>
              <a:gdLst/>
              <a:ahLst/>
              <a:cxnLst/>
              <a:rect l="l" t="t" r="r" b="b"/>
              <a:pathLst>
                <a:path w="737869" h="52704">
                  <a:moveTo>
                    <a:pt x="737506" y="0"/>
                  </a:moveTo>
                  <a:lnTo>
                    <a:pt x="0" y="0"/>
                  </a:lnTo>
                  <a:lnTo>
                    <a:pt x="0" y="52679"/>
                  </a:lnTo>
                  <a:lnTo>
                    <a:pt x="737506" y="52679"/>
                  </a:lnTo>
                  <a:lnTo>
                    <a:pt x="7375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8" name="object 5518" descr=""/>
            <p:cNvSpPr/>
            <p:nvPr/>
          </p:nvSpPr>
          <p:spPr>
            <a:xfrm>
              <a:off x="1179021" y="9323632"/>
              <a:ext cx="737870" cy="52705"/>
            </a:xfrm>
            <a:custGeom>
              <a:avLst/>
              <a:gdLst/>
              <a:ahLst/>
              <a:cxnLst/>
              <a:rect l="l" t="t" r="r" b="b"/>
              <a:pathLst>
                <a:path w="737869" h="52704">
                  <a:moveTo>
                    <a:pt x="737506" y="0"/>
                  </a:moveTo>
                  <a:lnTo>
                    <a:pt x="0" y="0"/>
                  </a:lnTo>
                  <a:lnTo>
                    <a:pt x="0" y="52679"/>
                  </a:lnTo>
                  <a:lnTo>
                    <a:pt x="737506" y="52679"/>
                  </a:lnTo>
                  <a:lnTo>
                    <a:pt x="737506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19" name="object 5519" descr=""/>
            <p:cNvSpPr/>
            <p:nvPr/>
          </p:nvSpPr>
          <p:spPr>
            <a:xfrm>
              <a:off x="1179021" y="9411221"/>
              <a:ext cx="737870" cy="52705"/>
            </a:xfrm>
            <a:custGeom>
              <a:avLst/>
              <a:gdLst/>
              <a:ahLst/>
              <a:cxnLst/>
              <a:rect l="l" t="t" r="r" b="b"/>
              <a:pathLst>
                <a:path w="737869" h="52704">
                  <a:moveTo>
                    <a:pt x="737506" y="0"/>
                  </a:moveTo>
                  <a:lnTo>
                    <a:pt x="0" y="0"/>
                  </a:lnTo>
                  <a:lnTo>
                    <a:pt x="0" y="52679"/>
                  </a:lnTo>
                  <a:lnTo>
                    <a:pt x="737506" y="52679"/>
                  </a:lnTo>
                  <a:lnTo>
                    <a:pt x="7375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0" name="object 5520" descr=""/>
            <p:cNvSpPr/>
            <p:nvPr/>
          </p:nvSpPr>
          <p:spPr>
            <a:xfrm>
              <a:off x="1179021" y="9411221"/>
              <a:ext cx="737870" cy="52705"/>
            </a:xfrm>
            <a:custGeom>
              <a:avLst/>
              <a:gdLst/>
              <a:ahLst/>
              <a:cxnLst/>
              <a:rect l="l" t="t" r="r" b="b"/>
              <a:pathLst>
                <a:path w="737869" h="52704">
                  <a:moveTo>
                    <a:pt x="737506" y="0"/>
                  </a:moveTo>
                  <a:lnTo>
                    <a:pt x="0" y="0"/>
                  </a:lnTo>
                  <a:lnTo>
                    <a:pt x="0" y="52679"/>
                  </a:lnTo>
                  <a:lnTo>
                    <a:pt x="737506" y="52679"/>
                  </a:lnTo>
                  <a:lnTo>
                    <a:pt x="737506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21" name="object 5521" descr=""/>
            <p:cNvSpPr/>
            <p:nvPr/>
          </p:nvSpPr>
          <p:spPr>
            <a:xfrm>
              <a:off x="1179021" y="9498810"/>
              <a:ext cx="737870" cy="52705"/>
            </a:xfrm>
            <a:custGeom>
              <a:avLst/>
              <a:gdLst/>
              <a:ahLst/>
              <a:cxnLst/>
              <a:rect l="l" t="t" r="r" b="b"/>
              <a:pathLst>
                <a:path w="737869" h="52704">
                  <a:moveTo>
                    <a:pt x="737506" y="0"/>
                  </a:moveTo>
                  <a:lnTo>
                    <a:pt x="0" y="0"/>
                  </a:lnTo>
                  <a:lnTo>
                    <a:pt x="0" y="52679"/>
                  </a:lnTo>
                  <a:lnTo>
                    <a:pt x="737506" y="52679"/>
                  </a:lnTo>
                  <a:lnTo>
                    <a:pt x="7375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2" name="object 5522" descr=""/>
            <p:cNvSpPr/>
            <p:nvPr/>
          </p:nvSpPr>
          <p:spPr>
            <a:xfrm>
              <a:off x="1179021" y="9498810"/>
              <a:ext cx="737870" cy="52705"/>
            </a:xfrm>
            <a:custGeom>
              <a:avLst/>
              <a:gdLst/>
              <a:ahLst/>
              <a:cxnLst/>
              <a:rect l="l" t="t" r="r" b="b"/>
              <a:pathLst>
                <a:path w="737869" h="52704">
                  <a:moveTo>
                    <a:pt x="737506" y="0"/>
                  </a:moveTo>
                  <a:lnTo>
                    <a:pt x="0" y="0"/>
                  </a:lnTo>
                  <a:lnTo>
                    <a:pt x="0" y="52679"/>
                  </a:lnTo>
                  <a:lnTo>
                    <a:pt x="737506" y="52679"/>
                  </a:lnTo>
                  <a:lnTo>
                    <a:pt x="737506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23" name="object 5523" descr=""/>
            <p:cNvSpPr/>
            <p:nvPr/>
          </p:nvSpPr>
          <p:spPr>
            <a:xfrm>
              <a:off x="1179021" y="9586410"/>
              <a:ext cx="737870" cy="52705"/>
            </a:xfrm>
            <a:custGeom>
              <a:avLst/>
              <a:gdLst/>
              <a:ahLst/>
              <a:cxnLst/>
              <a:rect l="l" t="t" r="r" b="b"/>
              <a:pathLst>
                <a:path w="737869" h="52704">
                  <a:moveTo>
                    <a:pt x="737506" y="0"/>
                  </a:moveTo>
                  <a:lnTo>
                    <a:pt x="0" y="0"/>
                  </a:lnTo>
                  <a:lnTo>
                    <a:pt x="0" y="52679"/>
                  </a:lnTo>
                  <a:lnTo>
                    <a:pt x="737506" y="52679"/>
                  </a:lnTo>
                  <a:lnTo>
                    <a:pt x="7375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4" name="object 5524" descr=""/>
            <p:cNvSpPr/>
            <p:nvPr/>
          </p:nvSpPr>
          <p:spPr>
            <a:xfrm>
              <a:off x="1179021" y="9586410"/>
              <a:ext cx="737870" cy="52705"/>
            </a:xfrm>
            <a:custGeom>
              <a:avLst/>
              <a:gdLst/>
              <a:ahLst/>
              <a:cxnLst/>
              <a:rect l="l" t="t" r="r" b="b"/>
              <a:pathLst>
                <a:path w="737869" h="52704">
                  <a:moveTo>
                    <a:pt x="737506" y="0"/>
                  </a:moveTo>
                  <a:lnTo>
                    <a:pt x="0" y="0"/>
                  </a:lnTo>
                  <a:lnTo>
                    <a:pt x="0" y="52679"/>
                  </a:lnTo>
                  <a:lnTo>
                    <a:pt x="737506" y="52679"/>
                  </a:lnTo>
                  <a:lnTo>
                    <a:pt x="737506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25" name="object 5525" descr=""/>
            <p:cNvSpPr/>
            <p:nvPr/>
          </p:nvSpPr>
          <p:spPr>
            <a:xfrm>
              <a:off x="1179021" y="9673988"/>
              <a:ext cx="737870" cy="52705"/>
            </a:xfrm>
            <a:custGeom>
              <a:avLst/>
              <a:gdLst/>
              <a:ahLst/>
              <a:cxnLst/>
              <a:rect l="l" t="t" r="r" b="b"/>
              <a:pathLst>
                <a:path w="737869" h="52704">
                  <a:moveTo>
                    <a:pt x="737506" y="0"/>
                  </a:moveTo>
                  <a:lnTo>
                    <a:pt x="0" y="0"/>
                  </a:lnTo>
                  <a:lnTo>
                    <a:pt x="0" y="52679"/>
                  </a:lnTo>
                  <a:lnTo>
                    <a:pt x="737506" y="52679"/>
                  </a:lnTo>
                  <a:lnTo>
                    <a:pt x="7375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6" name="object 5526" descr=""/>
            <p:cNvSpPr/>
            <p:nvPr/>
          </p:nvSpPr>
          <p:spPr>
            <a:xfrm>
              <a:off x="1179021" y="9673988"/>
              <a:ext cx="737870" cy="52705"/>
            </a:xfrm>
            <a:custGeom>
              <a:avLst/>
              <a:gdLst/>
              <a:ahLst/>
              <a:cxnLst/>
              <a:rect l="l" t="t" r="r" b="b"/>
              <a:pathLst>
                <a:path w="737869" h="52704">
                  <a:moveTo>
                    <a:pt x="737506" y="0"/>
                  </a:moveTo>
                  <a:lnTo>
                    <a:pt x="0" y="0"/>
                  </a:lnTo>
                  <a:lnTo>
                    <a:pt x="0" y="52679"/>
                  </a:lnTo>
                  <a:lnTo>
                    <a:pt x="737506" y="52679"/>
                  </a:lnTo>
                  <a:lnTo>
                    <a:pt x="737506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27" name="object 5527" descr=""/>
            <p:cNvSpPr/>
            <p:nvPr/>
          </p:nvSpPr>
          <p:spPr>
            <a:xfrm>
              <a:off x="1179021" y="9761587"/>
              <a:ext cx="737870" cy="52705"/>
            </a:xfrm>
            <a:custGeom>
              <a:avLst/>
              <a:gdLst/>
              <a:ahLst/>
              <a:cxnLst/>
              <a:rect l="l" t="t" r="r" b="b"/>
              <a:pathLst>
                <a:path w="737869" h="52704">
                  <a:moveTo>
                    <a:pt x="737506" y="0"/>
                  </a:moveTo>
                  <a:lnTo>
                    <a:pt x="0" y="0"/>
                  </a:lnTo>
                  <a:lnTo>
                    <a:pt x="0" y="52679"/>
                  </a:lnTo>
                  <a:lnTo>
                    <a:pt x="737506" y="52679"/>
                  </a:lnTo>
                  <a:lnTo>
                    <a:pt x="7375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8" name="object 5528" descr=""/>
            <p:cNvSpPr/>
            <p:nvPr/>
          </p:nvSpPr>
          <p:spPr>
            <a:xfrm>
              <a:off x="1179021" y="9761587"/>
              <a:ext cx="737870" cy="52705"/>
            </a:xfrm>
            <a:custGeom>
              <a:avLst/>
              <a:gdLst/>
              <a:ahLst/>
              <a:cxnLst/>
              <a:rect l="l" t="t" r="r" b="b"/>
              <a:pathLst>
                <a:path w="737869" h="52704">
                  <a:moveTo>
                    <a:pt x="737506" y="0"/>
                  </a:moveTo>
                  <a:lnTo>
                    <a:pt x="0" y="0"/>
                  </a:lnTo>
                  <a:lnTo>
                    <a:pt x="0" y="52679"/>
                  </a:lnTo>
                  <a:lnTo>
                    <a:pt x="737506" y="52679"/>
                  </a:lnTo>
                  <a:lnTo>
                    <a:pt x="737506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29" name="object 5529" descr=""/>
            <p:cNvSpPr/>
            <p:nvPr/>
          </p:nvSpPr>
          <p:spPr>
            <a:xfrm>
              <a:off x="1179021" y="9849176"/>
              <a:ext cx="737870" cy="52705"/>
            </a:xfrm>
            <a:custGeom>
              <a:avLst/>
              <a:gdLst/>
              <a:ahLst/>
              <a:cxnLst/>
              <a:rect l="l" t="t" r="r" b="b"/>
              <a:pathLst>
                <a:path w="737869" h="52704">
                  <a:moveTo>
                    <a:pt x="737506" y="0"/>
                  </a:moveTo>
                  <a:lnTo>
                    <a:pt x="0" y="0"/>
                  </a:lnTo>
                  <a:lnTo>
                    <a:pt x="0" y="52679"/>
                  </a:lnTo>
                  <a:lnTo>
                    <a:pt x="737506" y="52679"/>
                  </a:lnTo>
                  <a:lnTo>
                    <a:pt x="7375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0" name="object 5530" descr=""/>
            <p:cNvSpPr/>
            <p:nvPr/>
          </p:nvSpPr>
          <p:spPr>
            <a:xfrm>
              <a:off x="1179021" y="9849176"/>
              <a:ext cx="737870" cy="52705"/>
            </a:xfrm>
            <a:custGeom>
              <a:avLst/>
              <a:gdLst/>
              <a:ahLst/>
              <a:cxnLst/>
              <a:rect l="l" t="t" r="r" b="b"/>
              <a:pathLst>
                <a:path w="737869" h="52704">
                  <a:moveTo>
                    <a:pt x="737506" y="0"/>
                  </a:moveTo>
                  <a:lnTo>
                    <a:pt x="0" y="0"/>
                  </a:lnTo>
                  <a:lnTo>
                    <a:pt x="0" y="52679"/>
                  </a:lnTo>
                  <a:lnTo>
                    <a:pt x="737506" y="52679"/>
                  </a:lnTo>
                  <a:lnTo>
                    <a:pt x="737506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31" name="object 5531" descr=""/>
            <p:cNvSpPr/>
            <p:nvPr/>
          </p:nvSpPr>
          <p:spPr>
            <a:xfrm>
              <a:off x="1179021" y="9936755"/>
              <a:ext cx="737870" cy="52705"/>
            </a:xfrm>
            <a:custGeom>
              <a:avLst/>
              <a:gdLst/>
              <a:ahLst/>
              <a:cxnLst/>
              <a:rect l="l" t="t" r="r" b="b"/>
              <a:pathLst>
                <a:path w="737869" h="52704">
                  <a:moveTo>
                    <a:pt x="737506" y="0"/>
                  </a:moveTo>
                  <a:lnTo>
                    <a:pt x="0" y="0"/>
                  </a:lnTo>
                  <a:lnTo>
                    <a:pt x="0" y="52689"/>
                  </a:lnTo>
                  <a:lnTo>
                    <a:pt x="737506" y="52689"/>
                  </a:lnTo>
                  <a:lnTo>
                    <a:pt x="7375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2" name="object 5532" descr=""/>
            <p:cNvSpPr/>
            <p:nvPr/>
          </p:nvSpPr>
          <p:spPr>
            <a:xfrm>
              <a:off x="1179021" y="9936755"/>
              <a:ext cx="737870" cy="52705"/>
            </a:xfrm>
            <a:custGeom>
              <a:avLst/>
              <a:gdLst/>
              <a:ahLst/>
              <a:cxnLst/>
              <a:rect l="l" t="t" r="r" b="b"/>
              <a:pathLst>
                <a:path w="737869" h="52704">
                  <a:moveTo>
                    <a:pt x="737506" y="0"/>
                  </a:moveTo>
                  <a:lnTo>
                    <a:pt x="0" y="0"/>
                  </a:lnTo>
                  <a:lnTo>
                    <a:pt x="0" y="52689"/>
                  </a:lnTo>
                  <a:lnTo>
                    <a:pt x="737506" y="52689"/>
                  </a:lnTo>
                  <a:lnTo>
                    <a:pt x="737506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33" name="object 5533" descr=""/>
            <p:cNvSpPr/>
            <p:nvPr/>
          </p:nvSpPr>
          <p:spPr>
            <a:xfrm>
              <a:off x="1179021" y="10024344"/>
              <a:ext cx="737870" cy="52705"/>
            </a:xfrm>
            <a:custGeom>
              <a:avLst/>
              <a:gdLst/>
              <a:ahLst/>
              <a:cxnLst/>
              <a:rect l="l" t="t" r="r" b="b"/>
              <a:pathLst>
                <a:path w="737869" h="52704">
                  <a:moveTo>
                    <a:pt x="737506" y="0"/>
                  </a:moveTo>
                  <a:lnTo>
                    <a:pt x="0" y="0"/>
                  </a:lnTo>
                  <a:lnTo>
                    <a:pt x="0" y="52689"/>
                  </a:lnTo>
                  <a:lnTo>
                    <a:pt x="737506" y="52689"/>
                  </a:lnTo>
                  <a:lnTo>
                    <a:pt x="7375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4" name="object 5534" descr=""/>
            <p:cNvSpPr/>
            <p:nvPr/>
          </p:nvSpPr>
          <p:spPr>
            <a:xfrm>
              <a:off x="1179021" y="8862903"/>
              <a:ext cx="737870" cy="1214755"/>
            </a:xfrm>
            <a:custGeom>
              <a:avLst/>
              <a:gdLst/>
              <a:ahLst/>
              <a:cxnLst/>
              <a:rect l="l" t="t" r="r" b="b"/>
              <a:pathLst>
                <a:path w="737869" h="1214754">
                  <a:moveTo>
                    <a:pt x="737506" y="1161441"/>
                  </a:moveTo>
                  <a:lnTo>
                    <a:pt x="0" y="1161441"/>
                  </a:lnTo>
                  <a:lnTo>
                    <a:pt x="0" y="1214130"/>
                  </a:lnTo>
                  <a:lnTo>
                    <a:pt x="737506" y="1214130"/>
                  </a:lnTo>
                  <a:lnTo>
                    <a:pt x="737506" y="1161441"/>
                  </a:lnTo>
                  <a:close/>
                </a:path>
                <a:path w="737869" h="1214754">
                  <a:moveTo>
                    <a:pt x="179355" y="0"/>
                  </a:moveTo>
                  <a:lnTo>
                    <a:pt x="387569" y="0"/>
                  </a:lnTo>
                  <a:lnTo>
                    <a:pt x="387569" y="32606"/>
                  </a:lnTo>
                  <a:lnTo>
                    <a:pt x="179355" y="32606"/>
                  </a:lnTo>
                  <a:lnTo>
                    <a:pt x="179355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35" name="object 5535" descr=""/>
            <p:cNvSpPr/>
            <p:nvPr/>
          </p:nvSpPr>
          <p:spPr>
            <a:xfrm>
              <a:off x="1546204" y="9148454"/>
              <a:ext cx="19050" cy="958850"/>
            </a:xfrm>
            <a:custGeom>
              <a:avLst/>
              <a:gdLst/>
              <a:ahLst/>
              <a:cxnLst/>
              <a:rect l="l" t="t" r="r" b="b"/>
              <a:pathLst>
                <a:path w="19050" h="958850">
                  <a:moveTo>
                    <a:pt x="18816" y="0"/>
                  </a:moveTo>
                  <a:lnTo>
                    <a:pt x="0" y="0"/>
                  </a:lnTo>
                  <a:lnTo>
                    <a:pt x="0" y="958682"/>
                  </a:lnTo>
                  <a:lnTo>
                    <a:pt x="18816" y="958682"/>
                  </a:lnTo>
                  <a:lnTo>
                    <a:pt x="188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6" name="object 5536" descr=""/>
            <p:cNvSpPr/>
            <p:nvPr/>
          </p:nvSpPr>
          <p:spPr>
            <a:xfrm>
              <a:off x="1546204" y="9148454"/>
              <a:ext cx="19050" cy="958850"/>
            </a:xfrm>
            <a:custGeom>
              <a:avLst/>
              <a:gdLst/>
              <a:ahLst/>
              <a:cxnLst/>
              <a:rect l="l" t="t" r="r" b="b"/>
              <a:pathLst>
                <a:path w="19050" h="958850">
                  <a:moveTo>
                    <a:pt x="18816" y="0"/>
                  </a:moveTo>
                  <a:lnTo>
                    <a:pt x="0" y="0"/>
                  </a:lnTo>
                  <a:lnTo>
                    <a:pt x="0" y="958682"/>
                  </a:lnTo>
                  <a:lnTo>
                    <a:pt x="18816" y="958682"/>
                  </a:lnTo>
                  <a:lnTo>
                    <a:pt x="18816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37" name="object 5537" descr=""/>
            <p:cNvSpPr/>
            <p:nvPr/>
          </p:nvSpPr>
          <p:spPr>
            <a:xfrm>
              <a:off x="1738104" y="9148454"/>
              <a:ext cx="19050" cy="958850"/>
            </a:xfrm>
            <a:custGeom>
              <a:avLst/>
              <a:gdLst/>
              <a:ahLst/>
              <a:cxnLst/>
              <a:rect l="l" t="t" r="r" b="b"/>
              <a:pathLst>
                <a:path w="19050" h="958850">
                  <a:moveTo>
                    <a:pt x="18816" y="0"/>
                  </a:moveTo>
                  <a:lnTo>
                    <a:pt x="0" y="0"/>
                  </a:lnTo>
                  <a:lnTo>
                    <a:pt x="0" y="958682"/>
                  </a:lnTo>
                  <a:lnTo>
                    <a:pt x="18816" y="958682"/>
                  </a:lnTo>
                  <a:lnTo>
                    <a:pt x="188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8" name="object 5538" descr=""/>
            <p:cNvSpPr/>
            <p:nvPr/>
          </p:nvSpPr>
          <p:spPr>
            <a:xfrm>
              <a:off x="1738104" y="9148454"/>
              <a:ext cx="19050" cy="958850"/>
            </a:xfrm>
            <a:custGeom>
              <a:avLst/>
              <a:gdLst/>
              <a:ahLst/>
              <a:cxnLst/>
              <a:rect l="l" t="t" r="r" b="b"/>
              <a:pathLst>
                <a:path w="19050" h="958850">
                  <a:moveTo>
                    <a:pt x="18816" y="0"/>
                  </a:moveTo>
                  <a:lnTo>
                    <a:pt x="0" y="0"/>
                  </a:lnTo>
                  <a:lnTo>
                    <a:pt x="0" y="958682"/>
                  </a:lnTo>
                  <a:lnTo>
                    <a:pt x="18816" y="958682"/>
                  </a:lnTo>
                  <a:lnTo>
                    <a:pt x="18816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39" name="object 5539" descr=""/>
            <p:cNvSpPr/>
            <p:nvPr/>
          </p:nvSpPr>
          <p:spPr>
            <a:xfrm>
              <a:off x="1623940" y="9148454"/>
              <a:ext cx="55880" cy="958850"/>
            </a:xfrm>
            <a:custGeom>
              <a:avLst/>
              <a:gdLst/>
              <a:ahLst/>
              <a:cxnLst/>
              <a:rect l="l" t="t" r="r" b="b"/>
              <a:pathLst>
                <a:path w="55880" h="958850">
                  <a:moveTo>
                    <a:pt x="55265" y="0"/>
                  </a:moveTo>
                  <a:lnTo>
                    <a:pt x="0" y="0"/>
                  </a:lnTo>
                  <a:lnTo>
                    <a:pt x="0" y="958682"/>
                  </a:lnTo>
                  <a:lnTo>
                    <a:pt x="55265" y="958682"/>
                  </a:lnTo>
                  <a:lnTo>
                    <a:pt x="5526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0" name="object 5540" descr=""/>
            <p:cNvSpPr/>
            <p:nvPr/>
          </p:nvSpPr>
          <p:spPr>
            <a:xfrm>
              <a:off x="1623940" y="9148454"/>
              <a:ext cx="55880" cy="958850"/>
            </a:xfrm>
            <a:custGeom>
              <a:avLst/>
              <a:gdLst/>
              <a:ahLst/>
              <a:cxnLst/>
              <a:rect l="l" t="t" r="r" b="b"/>
              <a:pathLst>
                <a:path w="55880" h="958850">
                  <a:moveTo>
                    <a:pt x="55265" y="0"/>
                  </a:moveTo>
                  <a:lnTo>
                    <a:pt x="0" y="0"/>
                  </a:lnTo>
                  <a:lnTo>
                    <a:pt x="0" y="958682"/>
                  </a:lnTo>
                  <a:lnTo>
                    <a:pt x="55265" y="958682"/>
                  </a:lnTo>
                  <a:lnTo>
                    <a:pt x="55265" y="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541" name="object 5541" descr=""/>
          <p:cNvGrpSpPr/>
          <p:nvPr/>
        </p:nvGrpSpPr>
        <p:grpSpPr>
          <a:xfrm>
            <a:off x="5697919" y="6290790"/>
            <a:ext cx="786130" cy="3822065"/>
            <a:chOff x="5697919" y="6290790"/>
            <a:chExt cx="786130" cy="3822065"/>
          </a:xfrm>
        </p:grpSpPr>
        <p:sp>
          <p:nvSpPr>
            <p:cNvPr id="5542" name="object 5542" descr=""/>
            <p:cNvSpPr/>
            <p:nvPr/>
          </p:nvSpPr>
          <p:spPr>
            <a:xfrm>
              <a:off x="5703151" y="6811333"/>
              <a:ext cx="775335" cy="3296285"/>
            </a:xfrm>
            <a:custGeom>
              <a:avLst/>
              <a:gdLst/>
              <a:ahLst/>
              <a:cxnLst/>
              <a:rect l="l" t="t" r="r" b="b"/>
              <a:pathLst>
                <a:path w="775335" h="3296284">
                  <a:moveTo>
                    <a:pt x="775296" y="1498460"/>
                  </a:moveTo>
                  <a:lnTo>
                    <a:pt x="767791" y="1130973"/>
                  </a:lnTo>
                  <a:lnTo>
                    <a:pt x="745248" y="806437"/>
                  </a:lnTo>
                  <a:lnTo>
                    <a:pt x="739343" y="732459"/>
                  </a:lnTo>
                  <a:lnTo>
                    <a:pt x="733488" y="662774"/>
                  </a:lnTo>
                  <a:lnTo>
                    <a:pt x="727443" y="597255"/>
                  </a:lnTo>
                  <a:lnTo>
                    <a:pt x="721017" y="535787"/>
                  </a:lnTo>
                  <a:lnTo>
                    <a:pt x="713955" y="478243"/>
                  </a:lnTo>
                  <a:lnTo>
                    <a:pt x="706056" y="424484"/>
                  </a:lnTo>
                  <a:lnTo>
                    <a:pt x="697077" y="374396"/>
                  </a:lnTo>
                  <a:lnTo>
                    <a:pt x="686803" y="327850"/>
                  </a:lnTo>
                  <a:lnTo>
                    <a:pt x="675017" y="284721"/>
                  </a:lnTo>
                  <a:lnTo>
                    <a:pt x="661492" y="244894"/>
                  </a:lnTo>
                  <a:lnTo>
                    <a:pt x="645998" y="208216"/>
                  </a:lnTo>
                  <a:lnTo>
                    <a:pt x="628307" y="174599"/>
                  </a:lnTo>
                  <a:lnTo>
                    <a:pt x="608203" y="143891"/>
                  </a:lnTo>
                  <a:lnTo>
                    <a:pt x="585470" y="115963"/>
                  </a:lnTo>
                  <a:lnTo>
                    <a:pt x="559866" y="90703"/>
                  </a:lnTo>
                  <a:lnTo>
                    <a:pt x="531177" y="67995"/>
                  </a:lnTo>
                  <a:lnTo>
                    <a:pt x="499173" y="47688"/>
                  </a:lnTo>
                  <a:lnTo>
                    <a:pt x="463638" y="29679"/>
                  </a:lnTo>
                  <a:lnTo>
                    <a:pt x="424345" y="13817"/>
                  </a:lnTo>
                  <a:lnTo>
                    <a:pt x="381076" y="12"/>
                  </a:lnTo>
                  <a:lnTo>
                    <a:pt x="337807" y="13817"/>
                  </a:lnTo>
                  <a:lnTo>
                    <a:pt x="298513" y="29667"/>
                  </a:lnTo>
                  <a:lnTo>
                    <a:pt x="262978" y="47688"/>
                  </a:lnTo>
                  <a:lnTo>
                    <a:pt x="202285" y="90703"/>
                  </a:lnTo>
                  <a:lnTo>
                    <a:pt x="153936" y="143878"/>
                  </a:lnTo>
                  <a:lnTo>
                    <a:pt x="116154" y="208216"/>
                  </a:lnTo>
                  <a:lnTo>
                    <a:pt x="100660" y="244894"/>
                  </a:lnTo>
                  <a:lnTo>
                    <a:pt x="87122" y="284721"/>
                  </a:lnTo>
                  <a:lnTo>
                    <a:pt x="75336" y="327850"/>
                  </a:lnTo>
                  <a:lnTo>
                    <a:pt x="65062" y="374396"/>
                  </a:lnTo>
                  <a:lnTo>
                    <a:pt x="56095" y="424484"/>
                  </a:lnTo>
                  <a:lnTo>
                    <a:pt x="48196" y="478243"/>
                  </a:lnTo>
                  <a:lnTo>
                    <a:pt x="41135" y="535787"/>
                  </a:lnTo>
                  <a:lnTo>
                    <a:pt x="34696" y="597255"/>
                  </a:lnTo>
                  <a:lnTo>
                    <a:pt x="28663" y="662774"/>
                  </a:lnTo>
                  <a:lnTo>
                    <a:pt x="22809" y="732459"/>
                  </a:lnTo>
                  <a:lnTo>
                    <a:pt x="16903" y="806437"/>
                  </a:lnTo>
                  <a:lnTo>
                    <a:pt x="0" y="1409623"/>
                  </a:lnTo>
                  <a:lnTo>
                    <a:pt x="1879" y="2241550"/>
                  </a:lnTo>
                  <a:lnTo>
                    <a:pt x="11264" y="2978251"/>
                  </a:lnTo>
                  <a:lnTo>
                    <a:pt x="16903" y="3295815"/>
                  </a:lnTo>
                  <a:lnTo>
                    <a:pt x="745248" y="3295815"/>
                  </a:lnTo>
                  <a:lnTo>
                    <a:pt x="745680" y="3273717"/>
                  </a:lnTo>
                  <a:lnTo>
                    <a:pt x="767791" y="2142274"/>
                  </a:lnTo>
                  <a:lnTo>
                    <a:pt x="775296" y="149846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3" name="object 5543" descr=""/>
            <p:cNvSpPr/>
            <p:nvPr/>
          </p:nvSpPr>
          <p:spPr>
            <a:xfrm>
              <a:off x="5703155" y="6811332"/>
              <a:ext cx="775335" cy="3296285"/>
            </a:xfrm>
            <a:custGeom>
              <a:avLst/>
              <a:gdLst/>
              <a:ahLst/>
              <a:cxnLst/>
              <a:rect l="l" t="t" r="r" b="b"/>
              <a:pathLst>
                <a:path w="775335" h="3296284">
                  <a:moveTo>
                    <a:pt x="381078" y="0"/>
                  </a:moveTo>
                  <a:lnTo>
                    <a:pt x="337803" y="13815"/>
                  </a:lnTo>
                  <a:lnTo>
                    <a:pt x="298510" y="29667"/>
                  </a:lnTo>
                  <a:lnTo>
                    <a:pt x="262975" y="47682"/>
                  </a:lnTo>
                  <a:lnTo>
                    <a:pt x="202286" y="90703"/>
                  </a:lnTo>
                  <a:lnTo>
                    <a:pt x="153942" y="143880"/>
                  </a:lnTo>
                  <a:lnTo>
                    <a:pt x="116153" y="208218"/>
                  </a:lnTo>
                  <a:lnTo>
                    <a:pt x="100656" y="244886"/>
                  </a:lnTo>
                  <a:lnTo>
                    <a:pt x="87126" y="284721"/>
                  </a:lnTo>
                  <a:lnTo>
                    <a:pt x="75338" y="327847"/>
                  </a:lnTo>
                  <a:lnTo>
                    <a:pt x="65070" y="374392"/>
                  </a:lnTo>
                  <a:lnTo>
                    <a:pt x="56096" y="424479"/>
                  </a:lnTo>
                  <a:lnTo>
                    <a:pt x="48193" y="478235"/>
                  </a:lnTo>
                  <a:lnTo>
                    <a:pt x="41136" y="535785"/>
                  </a:lnTo>
                  <a:lnTo>
                    <a:pt x="34703" y="597255"/>
                  </a:lnTo>
                  <a:lnTo>
                    <a:pt x="28668" y="662769"/>
                  </a:lnTo>
                  <a:lnTo>
                    <a:pt x="22809" y="732455"/>
                  </a:lnTo>
                  <a:lnTo>
                    <a:pt x="16900" y="806436"/>
                  </a:lnTo>
                  <a:lnTo>
                    <a:pt x="0" y="1409626"/>
                  </a:lnTo>
                  <a:lnTo>
                    <a:pt x="1877" y="2241544"/>
                  </a:lnTo>
                  <a:lnTo>
                    <a:pt x="11267" y="2978250"/>
                  </a:lnTo>
                  <a:lnTo>
                    <a:pt x="16900" y="3295805"/>
                  </a:lnTo>
                  <a:lnTo>
                    <a:pt x="745255" y="3295805"/>
                  </a:lnTo>
                  <a:lnTo>
                    <a:pt x="767784" y="2142274"/>
                  </a:lnTo>
                  <a:lnTo>
                    <a:pt x="775294" y="1498454"/>
                  </a:lnTo>
                  <a:lnTo>
                    <a:pt x="767784" y="1130967"/>
                  </a:lnTo>
                  <a:lnTo>
                    <a:pt x="745255" y="806436"/>
                  </a:lnTo>
                  <a:lnTo>
                    <a:pt x="739344" y="732455"/>
                  </a:lnTo>
                  <a:lnTo>
                    <a:pt x="733482" y="662769"/>
                  </a:lnTo>
                  <a:lnTo>
                    <a:pt x="727445" y="597255"/>
                  </a:lnTo>
                  <a:lnTo>
                    <a:pt x="721010" y="535785"/>
                  </a:lnTo>
                  <a:lnTo>
                    <a:pt x="713953" y="478235"/>
                  </a:lnTo>
                  <a:lnTo>
                    <a:pt x="706049" y="424479"/>
                  </a:lnTo>
                  <a:lnTo>
                    <a:pt x="697074" y="374392"/>
                  </a:lnTo>
                  <a:lnTo>
                    <a:pt x="686805" y="327847"/>
                  </a:lnTo>
                  <a:lnTo>
                    <a:pt x="675018" y="284721"/>
                  </a:lnTo>
                  <a:lnTo>
                    <a:pt x="661488" y="244886"/>
                  </a:lnTo>
                  <a:lnTo>
                    <a:pt x="645992" y="208218"/>
                  </a:lnTo>
                  <a:lnTo>
                    <a:pt x="608204" y="143880"/>
                  </a:lnTo>
                  <a:lnTo>
                    <a:pt x="559863" y="90703"/>
                  </a:lnTo>
                  <a:lnTo>
                    <a:pt x="499176" y="47682"/>
                  </a:lnTo>
                  <a:lnTo>
                    <a:pt x="463643" y="29667"/>
                  </a:lnTo>
                  <a:lnTo>
                    <a:pt x="424352" y="13815"/>
                  </a:lnTo>
                  <a:lnTo>
                    <a:pt x="381078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44" name="object 5544" descr=""/>
            <p:cNvSpPr/>
            <p:nvPr/>
          </p:nvSpPr>
          <p:spPr>
            <a:xfrm>
              <a:off x="6469677" y="7924114"/>
              <a:ext cx="1270" cy="1094740"/>
            </a:xfrm>
            <a:custGeom>
              <a:avLst/>
              <a:gdLst/>
              <a:ahLst/>
              <a:cxnLst/>
              <a:rect l="l" t="t" r="r" b="b"/>
              <a:pathLst>
                <a:path w="1270" h="1094740">
                  <a:moveTo>
                    <a:pt x="0" y="0"/>
                  </a:moveTo>
                  <a:lnTo>
                    <a:pt x="0" y="1094129"/>
                  </a:lnTo>
                  <a:lnTo>
                    <a:pt x="963" y="1044804"/>
                  </a:lnTo>
                  <a:lnTo>
                    <a:pt x="963" y="138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5" name="object 5545" descr=""/>
            <p:cNvSpPr/>
            <p:nvPr/>
          </p:nvSpPr>
          <p:spPr>
            <a:xfrm>
              <a:off x="6469677" y="7924114"/>
              <a:ext cx="1270" cy="1094740"/>
            </a:xfrm>
            <a:custGeom>
              <a:avLst/>
              <a:gdLst/>
              <a:ahLst/>
              <a:cxnLst/>
              <a:rect l="l" t="t" r="r" b="b"/>
              <a:pathLst>
                <a:path w="1270" h="1094740">
                  <a:moveTo>
                    <a:pt x="0" y="0"/>
                  </a:moveTo>
                  <a:lnTo>
                    <a:pt x="963" y="13876"/>
                  </a:lnTo>
                  <a:lnTo>
                    <a:pt x="963" y="1044804"/>
                  </a:lnTo>
                  <a:lnTo>
                    <a:pt x="0" y="1094129"/>
                  </a:lnTo>
                  <a:lnTo>
                    <a:pt x="0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46" name="object 5546" descr=""/>
            <p:cNvSpPr/>
            <p:nvPr/>
          </p:nvSpPr>
          <p:spPr>
            <a:xfrm>
              <a:off x="6454243" y="7701783"/>
              <a:ext cx="1270" cy="2106930"/>
            </a:xfrm>
            <a:custGeom>
              <a:avLst/>
              <a:gdLst/>
              <a:ahLst/>
              <a:cxnLst/>
              <a:rect l="l" t="t" r="r" b="b"/>
              <a:pathLst>
                <a:path w="1270" h="2106929">
                  <a:moveTo>
                    <a:pt x="0" y="0"/>
                  </a:moveTo>
                  <a:lnTo>
                    <a:pt x="0" y="2106725"/>
                  </a:lnTo>
                  <a:lnTo>
                    <a:pt x="963" y="2057401"/>
                  </a:lnTo>
                  <a:lnTo>
                    <a:pt x="963" y="138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7" name="object 5547" descr=""/>
            <p:cNvSpPr/>
            <p:nvPr/>
          </p:nvSpPr>
          <p:spPr>
            <a:xfrm>
              <a:off x="6454243" y="7701783"/>
              <a:ext cx="1270" cy="2106930"/>
            </a:xfrm>
            <a:custGeom>
              <a:avLst/>
              <a:gdLst/>
              <a:ahLst/>
              <a:cxnLst/>
              <a:rect l="l" t="t" r="r" b="b"/>
              <a:pathLst>
                <a:path w="1270" h="2106929">
                  <a:moveTo>
                    <a:pt x="0" y="0"/>
                  </a:moveTo>
                  <a:lnTo>
                    <a:pt x="963" y="13876"/>
                  </a:lnTo>
                  <a:lnTo>
                    <a:pt x="963" y="2057401"/>
                  </a:lnTo>
                  <a:lnTo>
                    <a:pt x="0" y="2106725"/>
                  </a:lnTo>
                  <a:lnTo>
                    <a:pt x="0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48" name="object 5548" descr=""/>
            <p:cNvSpPr/>
            <p:nvPr/>
          </p:nvSpPr>
          <p:spPr>
            <a:xfrm>
              <a:off x="6438798" y="7499792"/>
              <a:ext cx="1270" cy="2607945"/>
            </a:xfrm>
            <a:custGeom>
              <a:avLst/>
              <a:gdLst/>
              <a:ahLst/>
              <a:cxnLst/>
              <a:rect l="l" t="t" r="r" b="b"/>
              <a:pathLst>
                <a:path w="1270" h="2607945">
                  <a:moveTo>
                    <a:pt x="0" y="0"/>
                  </a:moveTo>
                  <a:lnTo>
                    <a:pt x="0" y="2607344"/>
                  </a:lnTo>
                  <a:lnTo>
                    <a:pt x="963" y="2607344"/>
                  </a:lnTo>
                  <a:lnTo>
                    <a:pt x="963" y="114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9" name="object 5549" descr=""/>
            <p:cNvSpPr/>
            <p:nvPr/>
          </p:nvSpPr>
          <p:spPr>
            <a:xfrm>
              <a:off x="6438798" y="7499792"/>
              <a:ext cx="1270" cy="2607945"/>
            </a:xfrm>
            <a:custGeom>
              <a:avLst/>
              <a:gdLst/>
              <a:ahLst/>
              <a:cxnLst/>
              <a:rect l="l" t="t" r="r" b="b"/>
              <a:pathLst>
                <a:path w="1270" h="2607945">
                  <a:moveTo>
                    <a:pt x="0" y="0"/>
                  </a:moveTo>
                  <a:lnTo>
                    <a:pt x="963" y="11451"/>
                  </a:lnTo>
                  <a:lnTo>
                    <a:pt x="963" y="2607344"/>
                  </a:lnTo>
                  <a:lnTo>
                    <a:pt x="0" y="2607344"/>
                  </a:lnTo>
                  <a:lnTo>
                    <a:pt x="0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50" name="object 5550" descr=""/>
            <p:cNvSpPr/>
            <p:nvPr/>
          </p:nvSpPr>
          <p:spPr>
            <a:xfrm>
              <a:off x="6423355" y="7341076"/>
              <a:ext cx="1270" cy="2766060"/>
            </a:xfrm>
            <a:custGeom>
              <a:avLst/>
              <a:gdLst/>
              <a:ahLst/>
              <a:cxnLst/>
              <a:rect l="l" t="t" r="r" b="b"/>
              <a:pathLst>
                <a:path w="1270" h="2766059">
                  <a:moveTo>
                    <a:pt x="965" y="7620"/>
                  </a:moveTo>
                  <a:lnTo>
                    <a:pt x="901" y="6350"/>
                  </a:lnTo>
                  <a:lnTo>
                    <a:pt x="457" y="6350"/>
                  </a:lnTo>
                  <a:lnTo>
                    <a:pt x="457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7620"/>
                  </a:lnTo>
                  <a:lnTo>
                    <a:pt x="0" y="2766060"/>
                  </a:lnTo>
                  <a:lnTo>
                    <a:pt x="965" y="2766060"/>
                  </a:lnTo>
                  <a:lnTo>
                    <a:pt x="965" y="762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1" name="object 5551" descr=""/>
            <p:cNvSpPr/>
            <p:nvPr/>
          </p:nvSpPr>
          <p:spPr>
            <a:xfrm>
              <a:off x="6423364" y="7340582"/>
              <a:ext cx="1270" cy="2766695"/>
            </a:xfrm>
            <a:custGeom>
              <a:avLst/>
              <a:gdLst/>
              <a:ahLst/>
              <a:cxnLst/>
              <a:rect l="l" t="t" r="r" b="b"/>
              <a:pathLst>
                <a:path w="1270" h="2766695">
                  <a:moveTo>
                    <a:pt x="0" y="0"/>
                  </a:moveTo>
                  <a:lnTo>
                    <a:pt x="801" y="6535"/>
                  </a:lnTo>
                  <a:lnTo>
                    <a:pt x="963" y="8081"/>
                  </a:lnTo>
                  <a:lnTo>
                    <a:pt x="963" y="2766555"/>
                  </a:lnTo>
                  <a:lnTo>
                    <a:pt x="0" y="2766555"/>
                  </a:lnTo>
                  <a:lnTo>
                    <a:pt x="0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52" name="object 5552" descr=""/>
            <p:cNvSpPr/>
            <p:nvPr/>
          </p:nvSpPr>
          <p:spPr>
            <a:xfrm>
              <a:off x="6407930" y="7228701"/>
              <a:ext cx="1270" cy="2878455"/>
            </a:xfrm>
            <a:custGeom>
              <a:avLst/>
              <a:gdLst/>
              <a:ahLst/>
              <a:cxnLst/>
              <a:rect l="l" t="t" r="r" b="b"/>
              <a:pathLst>
                <a:path w="1270" h="2878454">
                  <a:moveTo>
                    <a:pt x="0" y="0"/>
                  </a:moveTo>
                  <a:lnTo>
                    <a:pt x="0" y="2878436"/>
                  </a:lnTo>
                  <a:lnTo>
                    <a:pt x="963" y="2878436"/>
                  </a:lnTo>
                  <a:lnTo>
                    <a:pt x="963" y="53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3" name="object 5553" descr=""/>
            <p:cNvSpPr/>
            <p:nvPr/>
          </p:nvSpPr>
          <p:spPr>
            <a:xfrm>
              <a:off x="6407930" y="7228701"/>
              <a:ext cx="1270" cy="2878455"/>
            </a:xfrm>
            <a:custGeom>
              <a:avLst/>
              <a:gdLst/>
              <a:ahLst/>
              <a:cxnLst/>
              <a:rect l="l" t="t" r="r" b="b"/>
              <a:pathLst>
                <a:path w="1270" h="2878454">
                  <a:moveTo>
                    <a:pt x="0" y="0"/>
                  </a:moveTo>
                  <a:lnTo>
                    <a:pt x="963" y="5376"/>
                  </a:lnTo>
                  <a:lnTo>
                    <a:pt x="963" y="2878436"/>
                  </a:lnTo>
                  <a:lnTo>
                    <a:pt x="0" y="2878436"/>
                  </a:lnTo>
                  <a:lnTo>
                    <a:pt x="0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54" name="object 5554" descr=""/>
            <p:cNvSpPr/>
            <p:nvPr/>
          </p:nvSpPr>
          <p:spPr>
            <a:xfrm>
              <a:off x="6392485" y="7150623"/>
              <a:ext cx="1270" cy="2956560"/>
            </a:xfrm>
            <a:custGeom>
              <a:avLst/>
              <a:gdLst/>
              <a:ahLst/>
              <a:cxnLst/>
              <a:rect l="l" t="t" r="r" b="b"/>
              <a:pathLst>
                <a:path w="1270" h="2956559">
                  <a:moveTo>
                    <a:pt x="0" y="0"/>
                  </a:moveTo>
                  <a:lnTo>
                    <a:pt x="0" y="2956513"/>
                  </a:lnTo>
                  <a:lnTo>
                    <a:pt x="963" y="2956513"/>
                  </a:lnTo>
                  <a:lnTo>
                    <a:pt x="963" y="43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5" name="object 5555" descr=""/>
            <p:cNvSpPr/>
            <p:nvPr/>
          </p:nvSpPr>
          <p:spPr>
            <a:xfrm>
              <a:off x="6392485" y="7150623"/>
              <a:ext cx="1270" cy="2956560"/>
            </a:xfrm>
            <a:custGeom>
              <a:avLst/>
              <a:gdLst/>
              <a:ahLst/>
              <a:cxnLst/>
              <a:rect l="l" t="t" r="r" b="b"/>
              <a:pathLst>
                <a:path w="1270" h="2956559">
                  <a:moveTo>
                    <a:pt x="0" y="0"/>
                  </a:moveTo>
                  <a:lnTo>
                    <a:pt x="963" y="4366"/>
                  </a:lnTo>
                  <a:lnTo>
                    <a:pt x="963" y="2956513"/>
                  </a:lnTo>
                  <a:lnTo>
                    <a:pt x="0" y="2956513"/>
                  </a:lnTo>
                  <a:lnTo>
                    <a:pt x="0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56" name="object 5556" descr=""/>
            <p:cNvSpPr/>
            <p:nvPr/>
          </p:nvSpPr>
          <p:spPr>
            <a:xfrm>
              <a:off x="6377051" y="7092750"/>
              <a:ext cx="1270" cy="3014980"/>
            </a:xfrm>
            <a:custGeom>
              <a:avLst/>
              <a:gdLst/>
              <a:ahLst/>
              <a:cxnLst/>
              <a:rect l="l" t="t" r="r" b="b"/>
              <a:pathLst>
                <a:path w="1270" h="3014979">
                  <a:moveTo>
                    <a:pt x="0" y="0"/>
                  </a:moveTo>
                  <a:lnTo>
                    <a:pt x="0" y="3014387"/>
                  </a:lnTo>
                  <a:lnTo>
                    <a:pt x="963" y="3014387"/>
                  </a:lnTo>
                  <a:lnTo>
                    <a:pt x="963" y="28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7" name="object 5557" descr=""/>
            <p:cNvSpPr/>
            <p:nvPr/>
          </p:nvSpPr>
          <p:spPr>
            <a:xfrm>
              <a:off x="6377051" y="7092750"/>
              <a:ext cx="1270" cy="3014980"/>
            </a:xfrm>
            <a:custGeom>
              <a:avLst/>
              <a:gdLst/>
              <a:ahLst/>
              <a:cxnLst/>
              <a:rect l="l" t="t" r="r" b="b"/>
              <a:pathLst>
                <a:path w="1270" h="3014979">
                  <a:moveTo>
                    <a:pt x="0" y="0"/>
                  </a:moveTo>
                  <a:lnTo>
                    <a:pt x="963" y="2836"/>
                  </a:lnTo>
                  <a:lnTo>
                    <a:pt x="963" y="3014387"/>
                  </a:lnTo>
                  <a:lnTo>
                    <a:pt x="0" y="3014387"/>
                  </a:lnTo>
                  <a:lnTo>
                    <a:pt x="0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58" name="object 5558" descr=""/>
            <p:cNvSpPr/>
            <p:nvPr/>
          </p:nvSpPr>
          <p:spPr>
            <a:xfrm>
              <a:off x="6361617" y="7049058"/>
              <a:ext cx="1270" cy="3058160"/>
            </a:xfrm>
            <a:custGeom>
              <a:avLst/>
              <a:gdLst/>
              <a:ahLst/>
              <a:cxnLst/>
              <a:rect l="l" t="t" r="r" b="b"/>
              <a:pathLst>
                <a:path w="1270" h="3058159">
                  <a:moveTo>
                    <a:pt x="0" y="0"/>
                  </a:moveTo>
                  <a:lnTo>
                    <a:pt x="0" y="3058079"/>
                  </a:lnTo>
                  <a:lnTo>
                    <a:pt x="973" y="3058079"/>
                  </a:lnTo>
                  <a:lnTo>
                    <a:pt x="973" y="23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9" name="object 5559" descr=""/>
            <p:cNvSpPr/>
            <p:nvPr/>
          </p:nvSpPr>
          <p:spPr>
            <a:xfrm>
              <a:off x="6361617" y="7049058"/>
              <a:ext cx="1270" cy="3058160"/>
            </a:xfrm>
            <a:custGeom>
              <a:avLst/>
              <a:gdLst/>
              <a:ahLst/>
              <a:cxnLst/>
              <a:rect l="l" t="t" r="r" b="b"/>
              <a:pathLst>
                <a:path w="1270" h="3058159">
                  <a:moveTo>
                    <a:pt x="0" y="0"/>
                  </a:moveTo>
                  <a:lnTo>
                    <a:pt x="973" y="2304"/>
                  </a:lnTo>
                  <a:lnTo>
                    <a:pt x="973" y="3058079"/>
                  </a:lnTo>
                  <a:lnTo>
                    <a:pt x="0" y="3058079"/>
                  </a:lnTo>
                  <a:lnTo>
                    <a:pt x="0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60" name="object 5560" descr=""/>
            <p:cNvSpPr/>
            <p:nvPr/>
          </p:nvSpPr>
          <p:spPr>
            <a:xfrm>
              <a:off x="6346173" y="7013895"/>
              <a:ext cx="1270" cy="3093720"/>
            </a:xfrm>
            <a:custGeom>
              <a:avLst/>
              <a:gdLst/>
              <a:ahLst/>
              <a:cxnLst/>
              <a:rect l="l" t="t" r="r" b="b"/>
              <a:pathLst>
                <a:path w="1270" h="3093720">
                  <a:moveTo>
                    <a:pt x="0" y="0"/>
                  </a:moveTo>
                  <a:lnTo>
                    <a:pt x="0" y="3093241"/>
                  </a:lnTo>
                  <a:lnTo>
                    <a:pt x="973" y="3093241"/>
                  </a:lnTo>
                  <a:lnTo>
                    <a:pt x="973" y="18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1" name="object 5561" descr=""/>
            <p:cNvSpPr/>
            <p:nvPr/>
          </p:nvSpPr>
          <p:spPr>
            <a:xfrm>
              <a:off x="6346173" y="7013895"/>
              <a:ext cx="1270" cy="3093720"/>
            </a:xfrm>
            <a:custGeom>
              <a:avLst/>
              <a:gdLst/>
              <a:ahLst/>
              <a:cxnLst/>
              <a:rect l="l" t="t" r="r" b="b"/>
              <a:pathLst>
                <a:path w="1270" h="3093720">
                  <a:moveTo>
                    <a:pt x="0" y="0"/>
                  </a:moveTo>
                  <a:lnTo>
                    <a:pt x="973" y="1851"/>
                  </a:lnTo>
                  <a:lnTo>
                    <a:pt x="973" y="3093241"/>
                  </a:lnTo>
                  <a:lnTo>
                    <a:pt x="0" y="3093241"/>
                  </a:lnTo>
                  <a:lnTo>
                    <a:pt x="0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62" name="object 5562" descr=""/>
            <p:cNvSpPr/>
            <p:nvPr/>
          </p:nvSpPr>
          <p:spPr>
            <a:xfrm>
              <a:off x="6330734" y="6984206"/>
              <a:ext cx="1270" cy="3122930"/>
            </a:xfrm>
            <a:custGeom>
              <a:avLst/>
              <a:gdLst/>
              <a:ahLst/>
              <a:cxnLst/>
              <a:rect l="l" t="t" r="r" b="b"/>
              <a:pathLst>
                <a:path w="1270" h="3122929">
                  <a:moveTo>
                    <a:pt x="977" y="2540"/>
                  </a:moveTo>
                  <a:lnTo>
                    <a:pt x="825" y="2540"/>
                  </a:lnTo>
                  <a:lnTo>
                    <a:pt x="825" y="1270"/>
                  </a:lnTo>
                  <a:lnTo>
                    <a:pt x="12" y="1270"/>
                  </a:lnTo>
                  <a:lnTo>
                    <a:pt x="12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0" y="3122930"/>
                  </a:lnTo>
                  <a:lnTo>
                    <a:pt x="977" y="3122930"/>
                  </a:lnTo>
                  <a:lnTo>
                    <a:pt x="977" y="254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3" name="object 5563" descr=""/>
            <p:cNvSpPr/>
            <p:nvPr/>
          </p:nvSpPr>
          <p:spPr>
            <a:xfrm>
              <a:off x="6330739" y="6984821"/>
              <a:ext cx="1270" cy="3122930"/>
            </a:xfrm>
            <a:custGeom>
              <a:avLst/>
              <a:gdLst/>
              <a:ahLst/>
              <a:cxnLst/>
              <a:rect l="l" t="t" r="r" b="b"/>
              <a:pathLst>
                <a:path w="1270" h="3122929">
                  <a:moveTo>
                    <a:pt x="0" y="0"/>
                  </a:moveTo>
                  <a:lnTo>
                    <a:pt x="721" y="1102"/>
                  </a:lnTo>
                  <a:lnTo>
                    <a:pt x="973" y="1581"/>
                  </a:lnTo>
                  <a:lnTo>
                    <a:pt x="973" y="3122316"/>
                  </a:lnTo>
                  <a:lnTo>
                    <a:pt x="0" y="3122316"/>
                  </a:lnTo>
                  <a:lnTo>
                    <a:pt x="0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64" name="object 5564" descr=""/>
            <p:cNvSpPr/>
            <p:nvPr/>
          </p:nvSpPr>
          <p:spPr>
            <a:xfrm>
              <a:off x="6315304" y="6961240"/>
              <a:ext cx="1270" cy="3146425"/>
            </a:xfrm>
            <a:custGeom>
              <a:avLst/>
              <a:gdLst/>
              <a:ahLst/>
              <a:cxnLst/>
              <a:rect l="l" t="t" r="r" b="b"/>
              <a:pathLst>
                <a:path w="1270" h="3146425">
                  <a:moveTo>
                    <a:pt x="0" y="0"/>
                  </a:moveTo>
                  <a:lnTo>
                    <a:pt x="973" y="1487"/>
                  </a:lnTo>
                  <a:lnTo>
                    <a:pt x="973" y="3145897"/>
                  </a:lnTo>
                  <a:lnTo>
                    <a:pt x="0" y="31458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5" name="object 5565" descr=""/>
            <p:cNvSpPr/>
            <p:nvPr/>
          </p:nvSpPr>
          <p:spPr>
            <a:xfrm>
              <a:off x="6315304" y="6961240"/>
              <a:ext cx="1270" cy="3146425"/>
            </a:xfrm>
            <a:custGeom>
              <a:avLst/>
              <a:gdLst/>
              <a:ahLst/>
              <a:cxnLst/>
              <a:rect l="l" t="t" r="r" b="b"/>
              <a:pathLst>
                <a:path w="1270" h="3146425">
                  <a:moveTo>
                    <a:pt x="0" y="0"/>
                  </a:moveTo>
                  <a:lnTo>
                    <a:pt x="973" y="1487"/>
                  </a:lnTo>
                  <a:lnTo>
                    <a:pt x="973" y="3145897"/>
                  </a:lnTo>
                  <a:lnTo>
                    <a:pt x="0" y="3145897"/>
                  </a:lnTo>
                  <a:lnTo>
                    <a:pt x="0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66" name="object 5566" descr=""/>
            <p:cNvSpPr/>
            <p:nvPr/>
          </p:nvSpPr>
          <p:spPr>
            <a:xfrm>
              <a:off x="6299860" y="6941093"/>
              <a:ext cx="1270" cy="3166110"/>
            </a:xfrm>
            <a:custGeom>
              <a:avLst/>
              <a:gdLst/>
              <a:ahLst/>
              <a:cxnLst/>
              <a:rect l="l" t="t" r="r" b="b"/>
              <a:pathLst>
                <a:path w="1270" h="3166109">
                  <a:moveTo>
                    <a:pt x="0" y="0"/>
                  </a:moveTo>
                  <a:lnTo>
                    <a:pt x="973" y="1195"/>
                  </a:lnTo>
                  <a:lnTo>
                    <a:pt x="973" y="3166044"/>
                  </a:lnTo>
                  <a:lnTo>
                    <a:pt x="0" y="31660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7" name="object 5567" descr=""/>
            <p:cNvSpPr/>
            <p:nvPr/>
          </p:nvSpPr>
          <p:spPr>
            <a:xfrm>
              <a:off x="6299860" y="6941093"/>
              <a:ext cx="1270" cy="3166110"/>
            </a:xfrm>
            <a:custGeom>
              <a:avLst/>
              <a:gdLst/>
              <a:ahLst/>
              <a:cxnLst/>
              <a:rect l="l" t="t" r="r" b="b"/>
              <a:pathLst>
                <a:path w="1270" h="3166109">
                  <a:moveTo>
                    <a:pt x="0" y="0"/>
                  </a:moveTo>
                  <a:lnTo>
                    <a:pt x="973" y="1195"/>
                  </a:lnTo>
                  <a:lnTo>
                    <a:pt x="973" y="3166044"/>
                  </a:lnTo>
                  <a:lnTo>
                    <a:pt x="0" y="3166044"/>
                  </a:lnTo>
                  <a:lnTo>
                    <a:pt x="0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68" name="object 5568" descr=""/>
            <p:cNvSpPr/>
            <p:nvPr/>
          </p:nvSpPr>
          <p:spPr>
            <a:xfrm>
              <a:off x="6284436" y="6923164"/>
              <a:ext cx="1270" cy="3184525"/>
            </a:xfrm>
            <a:custGeom>
              <a:avLst/>
              <a:gdLst/>
              <a:ahLst/>
              <a:cxnLst/>
              <a:rect l="l" t="t" r="r" b="b"/>
              <a:pathLst>
                <a:path w="1270" h="3184525">
                  <a:moveTo>
                    <a:pt x="0" y="0"/>
                  </a:moveTo>
                  <a:lnTo>
                    <a:pt x="963" y="950"/>
                  </a:lnTo>
                  <a:lnTo>
                    <a:pt x="963" y="3183972"/>
                  </a:lnTo>
                  <a:lnTo>
                    <a:pt x="0" y="31839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9" name="object 5569" descr=""/>
            <p:cNvSpPr/>
            <p:nvPr/>
          </p:nvSpPr>
          <p:spPr>
            <a:xfrm>
              <a:off x="6284436" y="6923164"/>
              <a:ext cx="1270" cy="3184525"/>
            </a:xfrm>
            <a:custGeom>
              <a:avLst/>
              <a:gdLst/>
              <a:ahLst/>
              <a:cxnLst/>
              <a:rect l="l" t="t" r="r" b="b"/>
              <a:pathLst>
                <a:path w="1270" h="3184525">
                  <a:moveTo>
                    <a:pt x="0" y="0"/>
                  </a:moveTo>
                  <a:lnTo>
                    <a:pt x="963" y="950"/>
                  </a:lnTo>
                  <a:lnTo>
                    <a:pt x="963" y="3183972"/>
                  </a:lnTo>
                  <a:lnTo>
                    <a:pt x="0" y="3183972"/>
                  </a:lnTo>
                  <a:lnTo>
                    <a:pt x="0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70" name="object 5570" descr=""/>
            <p:cNvSpPr/>
            <p:nvPr/>
          </p:nvSpPr>
          <p:spPr>
            <a:xfrm>
              <a:off x="6268992" y="6907928"/>
              <a:ext cx="1270" cy="3199765"/>
            </a:xfrm>
            <a:custGeom>
              <a:avLst/>
              <a:gdLst/>
              <a:ahLst/>
              <a:cxnLst/>
              <a:rect l="l" t="t" r="r" b="b"/>
              <a:pathLst>
                <a:path w="1270" h="3199765">
                  <a:moveTo>
                    <a:pt x="0" y="0"/>
                  </a:moveTo>
                  <a:lnTo>
                    <a:pt x="963" y="950"/>
                  </a:lnTo>
                  <a:lnTo>
                    <a:pt x="963" y="3199208"/>
                  </a:lnTo>
                  <a:lnTo>
                    <a:pt x="0" y="31992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1" name="object 5571" descr=""/>
            <p:cNvSpPr/>
            <p:nvPr/>
          </p:nvSpPr>
          <p:spPr>
            <a:xfrm>
              <a:off x="6268992" y="6907928"/>
              <a:ext cx="1270" cy="3199765"/>
            </a:xfrm>
            <a:custGeom>
              <a:avLst/>
              <a:gdLst/>
              <a:ahLst/>
              <a:cxnLst/>
              <a:rect l="l" t="t" r="r" b="b"/>
              <a:pathLst>
                <a:path w="1270" h="3199765">
                  <a:moveTo>
                    <a:pt x="0" y="0"/>
                  </a:moveTo>
                  <a:lnTo>
                    <a:pt x="963" y="950"/>
                  </a:lnTo>
                  <a:lnTo>
                    <a:pt x="963" y="3199208"/>
                  </a:lnTo>
                  <a:lnTo>
                    <a:pt x="0" y="3199208"/>
                  </a:lnTo>
                  <a:lnTo>
                    <a:pt x="0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72" name="object 5572" descr=""/>
            <p:cNvSpPr/>
            <p:nvPr/>
          </p:nvSpPr>
          <p:spPr>
            <a:xfrm>
              <a:off x="6253558" y="6894544"/>
              <a:ext cx="1270" cy="3213100"/>
            </a:xfrm>
            <a:custGeom>
              <a:avLst/>
              <a:gdLst/>
              <a:ahLst/>
              <a:cxnLst/>
              <a:rect l="l" t="t" r="r" b="b"/>
              <a:pathLst>
                <a:path w="1270" h="3213100">
                  <a:moveTo>
                    <a:pt x="0" y="0"/>
                  </a:moveTo>
                  <a:lnTo>
                    <a:pt x="963" y="762"/>
                  </a:lnTo>
                  <a:lnTo>
                    <a:pt x="963" y="3212593"/>
                  </a:lnTo>
                  <a:lnTo>
                    <a:pt x="0" y="32125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3" name="object 5573" descr=""/>
            <p:cNvSpPr/>
            <p:nvPr/>
          </p:nvSpPr>
          <p:spPr>
            <a:xfrm>
              <a:off x="6253558" y="6894544"/>
              <a:ext cx="1270" cy="3213100"/>
            </a:xfrm>
            <a:custGeom>
              <a:avLst/>
              <a:gdLst/>
              <a:ahLst/>
              <a:cxnLst/>
              <a:rect l="l" t="t" r="r" b="b"/>
              <a:pathLst>
                <a:path w="1270" h="3213100">
                  <a:moveTo>
                    <a:pt x="0" y="0"/>
                  </a:moveTo>
                  <a:lnTo>
                    <a:pt x="963" y="762"/>
                  </a:lnTo>
                  <a:lnTo>
                    <a:pt x="963" y="3212593"/>
                  </a:lnTo>
                  <a:lnTo>
                    <a:pt x="0" y="3212593"/>
                  </a:lnTo>
                  <a:lnTo>
                    <a:pt x="0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74" name="object 5574" descr=""/>
            <p:cNvSpPr/>
            <p:nvPr/>
          </p:nvSpPr>
          <p:spPr>
            <a:xfrm>
              <a:off x="6238124" y="6882322"/>
              <a:ext cx="1270" cy="3225165"/>
            </a:xfrm>
            <a:custGeom>
              <a:avLst/>
              <a:gdLst/>
              <a:ahLst/>
              <a:cxnLst/>
              <a:rect l="l" t="t" r="r" b="b"/>
              <a:pathLst>
                <a:path w="1270" h="3225165">
                  <a:moveTo>
                    <a:pt x="0" y="0"/>
                  </a:moveTo>
                  <a:lnTo>
                    <a:pt x="963" y="762"/>
                  </a:lnTo>
                  <a:lnTo>
                    <a:pt x="963" y="3224814"/>
                  </a:lnTo>
                  <a:lnTo>
                    <a:pt x="0" y="32248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5" name="object 5575" descr=""/>
            <p:cNvSpPr/>
            <p:nvPr/>
          </p:nvSpPr>
          <p:spPr>
            <a:xfrm>
              <a:off x="6238124" y="6882322"/>
              <a:ext cx="1270" cy="3225165"/>
            </a:xfrm>
            <a:custGeom>
              <a:avLst/>
              <a:gdLst/>
              <a:ahLst/>
              <a:cxnLst/>
              <a:rect l="l" t="t" r="r" b="b"/>
              <a:pathLst>
                <a:path w="1270" h="3225165">
                  <a:moveTo>
                    <a:pt x="0" y="0"/>
                  </a:moveTo>
                  <a:lnTo>
                    <a:pt x="963" y="762"/>
                  </a:lnTo>
                  <a:lnTo>
                    <a:pt x="963" y="3224814"/>
                  </a:lnTo>
                  <a:lnTo>
                    <a:pt x="0" y="3224814"/>
                  </a:lnTo>
                  <a:lnTo>
                    <a:pt x="0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76" name="object 5576" descr=""/>
            <p:cNvSpPr/>
            <p:nvPr/>
          </p:nvSpPr>
          <p:spPr>
            <a:xfrm>
              <a:off x="6222679" y="6871925"/>
              <a:ext cx="1270" cy="3235325"/>
            </a:xfrm>
            <a:custGeom>
              <a:avLst/>
              <a:gdLst/>
              <a:ahLst/>
              <a:cxnLst/>
              <a:rect l="l" t="t" r="r" b="b"/>
              <a:pathLst>
                <a:path w="1270" h="3235325">
                  <a:moveTo>
                    <a:pt x="0" y="0"/>
                  </a:moveTo>
                  <a:lnTo>
                    <a:pt x="963" y="611"/>
                  </a:lnTo>
                  <a:lnTo>
                    <a:pt x="963" y="3235211"/>
                  </a:lnTo>
                  <a:lnTo>
                    <a:pt x="0" y="32352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7" name="object 5577" descr=""/>
            <p:cNvSpPr/>
            <p:nvPr/>
          </p:nvSpPr>
          <p:spPr>
            <a:xfrm>
              <a:off x="6222679" y="6871925"/>
              <a:ext cx="1270" cy="3235325"/>
            </a:xfrm>
            <a:custGeom>
              <a:avLst/>
              <a:gdLst/>
              <a:ahLst/>
              <a:cxnLst/>
              <a:rect l="l" t="t" r="r" b="b"/>
              <a:pathLst>
                <a:path w="1270" h="3235325">
                  <a:moveTo>
                    <a:pt x="0" y="0"/>
                  </a:moveTo>
                  <a:lnTo>
                    <a:pt x="963" y="611"/>
                  </a:lnTo>
                  <a:lnTo>
                    <a:pt x="963" y="3235211"/>
                  </a:lnTo>
                  <a:lnTo>
                    <a:pt x="0" y="3235211"/>
                  </a:lnTo>
                  <a:lnTo>
                    <a:pt x="0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78" name="object 5578" descr=""/>
            <p:cNvSpPr/>
            <p:nvPr/>
          </p:nvSpPr>
          <p:spPr>
            <a:xfrm>
              <a:off x="6207245" y="6862132"/>
              <a:ext cx="1270" cy="3245485"/>
            </a:xfrm>
            <a:custGeom>
              <a:avLst/>
              <a:gdLst/>
              <a:ahLst/>
              <a:cxnLst/>
              <a:rect l="l" t="t" r="r" b="b"/>
              <a:pathLst>
                <a:path w="1270" h="3245484">
                  <a:moveTo>
                    <a:pt x="0" y="0"/>
                  </a:moveTo>
                  <a:lnTo>
                    <a:pt x="963" y="611"/>
                  </a:lnTo>
                  <a:lnTo>
                    <a:pt x="963" y="3245004"/>
                  </a:lnTo>
                  <a:lnTo>
                    <a:pt x="0" y="32450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9" name="object 5579" descr=""/>
            <p:cNvSpPr/>
            <p:nvPr/>
          </p:nvSpPr>
          <p:spPr>
            <a:xfrm>
              <a:off x="6207245" y="6862132"/>
              <a:ext cx="1270" cy="3245485"/>
            </a:xfrm>
            <a:custGeom>
              <a:avLst/>
              <a:gdLst/>
              <a:ahLst/>
              <a:cxnLst/>
              <a:rect l="l" t="t" r="r" b="b"/>
              <a:pathLst>
                <a:path w="1270" h="3245484">
                  <a:moveTo>
                    <a:pt x="0" y="0"/>
                  </a:moveTo>
                  <a:lnTo>
                    <a:pt x="963" y="611"/>
                  </a:lnTo>
                  <a:lnTo>
                    <a:pt x="963" y="3245004"/>
                  </a:lnTo>
                  <a:lnTo>
                    <a:pt x="0" y="3245004"/>
                  </a:lnTo>
                  <a:lnTo>
                    <a:pt x="0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80" name="object 5580" descr=""/>
            <p:cNvSpPr/>
            <p:nvPr/>
          </p:nvSpPr>
          <p:spPr>
            <a:xfrm>
              <a:off x="6191811" y="6853681"/>
              <a:ext cx="1270" cy="3253740"/>
            </a:xfrm>
            <a:custGeom>
              <a:avLst/>
              <a:gdLst/>
              <a:ahLst/>
              <a:cxnLst/>
              <a:rect l="l" t="t" r="r" b="b"/>
              <a:pathLst>
                <a:path w="1270" h="3253740">
                  <a:moveTo>
                    <a:pt x="0" y="0"/>
                  </a:moveTo>
                  <a:lnTo>
                    <a:pt x="963" y="488"/>
                  </a:lnTo>
                  <a:lnTo>
                    <a:pt x="963" y="3253456"/>
                  </a:lnTo>
                  <a:lnTo>
                    <a:pt x="0" y="32534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1" name="object 5581" descr=""/>
            <p:cNvSpPr/>
            <p:nvPr/>
          </p:nvSpPr>
          <p:spPr>
            <a:xfrm>
              <a:off x="6191811" y="6853681"/>
              <a:ext cx="1270" cy="3253740"/>
            </a:xfrm>
            <a:custGeom>
              <a:avLst/>
              <a:gdLst/>
              <a:ahLst/>
              <a:cxnLst/>
              <a:rect l="l" t="t" r="r" b="b"/>
              <a:pathLst>
                <a:path w="1270" h="3253740">
                  <a:moveTo>
                    <a:pt x="0" y="0"/>
                  </a:moveTo>
                  <a:lnTo>
                    <a:pt x="963" y="488"/>
                  </a:lnTo>
                  <a:lnTo>
                    <a:pt x="963" y="3253456"/>
                  </a:lnTo>
                  <a:lnTo>
                    <a:pt x="0" y="3253456"/>
                  </a:lnTo>
                  <a:lnTo>
                    <a:pt x="0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82" name="object 5582" descr=""/>
            <p:cNvSpPr/>
            <p:nvPr/>
          </p:nvSpPr>
          <p:spPr>
            <a:xfrm>
              <a:off x="6176377" y="6845856"/>
              <a:ext cx="1270" cy="3261360"/>
            </a:xfrm>
            <a:custGeom>
              <a:avLst/>
              <a:gdLst/>
              <a:ahLst/>
              <a:cxnLst/>
              <a:rect l="l" t="t" r="r" b="b"/>
              <a:pathLst>
                <a:path w="1270" h="3261359">
                  <a:moveTo>
                    <a:pt x="0" y="0"/>
                  </a:moveTo>
                  <a:lnTo>
                    <a:pt x="963" y="488"/>
                  </a:lnTo>
                  <a:lnTo>
                    <a:pt x="963" y="3261281"/>
                  </a:lnTo>
                  <a:lnTo>
                    <a:pt x="0" y="32612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3" name="object 5583" descr=""/>
            <p:cNvSpPr/>
            <p:nvPr/>
          </p:nvSpPr>
          <p:spPr>
            <a:xfrm>
              <a:off x="6176377" y="6845856"/>
              <a:ext cx="1270" cy="3261360"/>
            </a:xfrm>
            <a:custGeom>
              <a:avLst/>
              <a:gdLst/>
              <a:ahLst/>
              <a:cxnLst/>
              <a:rect l="l" t="t" r="r" b="b"/>
              <a:pathLst>
                <a:path w="1270" h="3261359">
                  <a:moveTo>
                    <a:pt x="0" y="0"/>
                  </a:moveTo>
                  <a:lnTo>
                    <a:pt x="963" y="488"/>
                  </a:lnTo>
                  <a:lnTo>
                    <a:pt x="963" y="3261281"/>
                  </a:lnTo>
                  <a:lnTo>
                    <a:pt x="0" y="3261281"/>
                  </a:lnTo>
                  <a:lnTo>
                    <a:pt x="0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84" name="object 5584" descr=""/>
            <p:cNvSpPr/>
            <p:nvPr/>
          </p:nvSpPr>
          <p:spPr>
            <a:xfrm>
              <a:off x="6160932" y="6838633"/>
              <a:ext cx="1270" cy="3268979"/>
            </a:xfrm>
            <a:custGeom>
              <a:avLst/>
              <a:gdLst/>
              <a:ahLst/>
              <a:cxnLst/>
              <a:rect l="l" t="t" r="r" b="b"/>
              <a:pathLst>
                <a:path w="1270" h="3268979">
                  <a:moveTo>
                    <a:pt x="0" y="0"/>
                  </a:moveTo>
                  <a:lnTo>
                    <a:pt x="963" y="388"/>
                  </a:lnTo>
                  <a:lnTo>
                    <a:pt x="963" y="3268504"/>
                  </a:lnTo>
                  <a:lnTo>
                    <a:pt x="0" y="32685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5" name="object 5585" descr=""/>
            <p:cNvSpPr/>
            <p:nvPr/>
          </p:nvSpPr>
          <p:spPr>
            <a:xfrm>
              <a:off x="6160932" y="6838633"/>
              <a:ext cx="1270" cy="3268979"/>
            </a:xfrm>
            <a:custGeom>
              <a:avLst/>
              <a:gdLst/>
              <a:ahLst/>
              <a:cxnLst/>
              <a:rect l="l" t="t" r="r" b="b"/>
              <a:pathLst>
                <a:path w="1270" h="3268979">
                  <a:moveTo>
                    <a:pt x="0" y="0"/>
                  </a:moveTo>
                  <a:lnTo>
                    <a:pt x="963" y="388"/>
                  </a:lnTo>
                  <a:lnTo>
                    <a:pt x="963" y="3268504"/>
                  </a:lnTo>
                  <a:lnTo>
                    <a:pt x="0" y="3268504"/>
                  </a:lnTo>
                  <a:lnTo>
                    <a:pt x="0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86" name="object 5586" descr=""/>
            <p:cNvSpPr/>
            <p:nvPr/>
          </p:nvSpPr>
          <p:spPr>
            <a:xfrm>
              <a:off x="6145498" y="6832406"/>
              <a:ext cx="1270" cy="3275329"/>
            </a:xfrm>
            <a:custGeom>
              <a:avLst/>
              <a:gdLst/>
              <a:ahLst/>
              <a:cxnLst/>
              <a:rect l="l" t="t" r="r" b="b"/>
              <a:pathLst>
                <a:path w="1270" h="3275329">
                  <a:moveTo>
                    <a:pt x="0" y="0"/>
                  </a:moveTo>
                  <a:lnTo>
                    <a:pt x="963" y="388"/>
                  </a:lnTo>
                  <a:lnTo>
                    <a:pt x="963" y="3274731"/>
                  </a:lnTo>
                  <a:lnTo>
                    <a:pt x="0" y="32747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7" name="object 5587" descr=""/>
            <p:cNvSpPr/>
            <p:nvPr/>
          </p:nvSpPr>
          <p:spPr>
            <a:xfrm>
              <a:off x="6145498" y="6832406"/>
              <a:ext cx="1270" cy="3275329"/>
            </a:xfrm>
            <a:custGeom>
              <a:avLst/>
              <a:gdLst/>
              <a:ahLst/>
              <a:cxnLst/>
              <a:rect l="l" t="t" r="r" b="b"/>
              <a:pathLst>
                <a:path w="1270" h="3275329">
                  <a:moveTo>
                    <a:pt x="0" y="0"/>
                  </a:moveTo>
                  <a:lnTo>
                    <a:pt x="963" y="388"/>
                  </a:lnTo>
                  <a:lnTo>
                    <a:pt x="963" y="3274731"/>
                  </a:lnTo>
                  <a:lnTo>
                    <a:pt x="0" y="3274731"/>
                  </a:lnTo>
                  <a:lnTo>
                    <a:pt x="0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88" name="object 5588" descr=""/>
            <p:cNvSpPr/>
            <p:nvPr/>
          </p:nvSpPr>
          <p:spPr>
            <a:xfrm>
              <a:off x="6130064" y="6826179"/>
              <a:ext cx="1270" cy="3281045"/>
            </a:xfrm>
            <a:custGeom>
              <a:avLst/>
              <a:gdLst/>
              <a:ahLst/>
              <a:cxnLst/>
              <a:rect l="l" t="t" r="r" b="b"/>
              <a:pathLst>
                <a:path w="1270" h="3281045">
                  <a:moveTo>
                    <a:pt x="0" y="0"/>
                  </a:moveTo>
                  <a:lnTo>
                    <a:pt x="963" y="388"/>
                  </a:lnTo>
                  <a:lnTo>
                    <a:pt x="963" y="3280958"/>
                  </a:lnTo>
                  <a:lnTo>
                    <a:pt x="0" y="32809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9" name="object 5589" descr=""/>
            <p:cNvSpPr/>
            <p:nvPr/>
          </p:nvSpPr>
          <p:spPr>
            <a:xfrm>
              <a:off x="6130064" y="6826179"/>
              <a:ext cx="1270" cy="3281045"/>
            </a:xfrm>
            <a:custGeom>
              <a:avLst/>
              <a:gdLst/>
              <a:ahLst/>
              <a:cxnLst/>
              <a:rect l="l" t="t" r="r" b="b"/>
              <a:pathLst>
                <a:path w="1270" h="3281045">
                  <a:moveTo>
                    <a:pt x="0" y="0"/>
                  </a:moveTo>
                  <a:lnTo>
                    <a:pt x="963" y="388"/>
                  </a:lnTo>
                  <a:lnTo>
                    <a:pt x="963" y="3280958"/>
                  </a:lnTo>
                  <a:lnTo>
                    <a:pt x="0" y="3280958"/>
                  </a:lnTo>
                  <a:lnTo>
                    <a:pt x="0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90" name="object 5590" descr=""/>
            <p:cNvSpPr/>
            <p:nvPr/>
          </p:nvSpPr>
          <p:spPr>
            <a:xfrm>
              <a:off x="6114619" y="6821032"/>
              <a:ext cx="1270" cy="3286125"/>
            </a:xfrm>
            <a:custGeom>
              <a:avLst/>
              <a:gdLst/>
              <a:ahLst/>
              <a:cxnLst/>
              <a:rect l="l" t="t" r="r" b="b"/>
              <a:pathLst>
                <a:path w="1270" h="3286125">
                  <a:moveTo>
                    <a:pt x="0" y="0"/>
                  </a:moveTo>
                  <a:lnTo>
                    <a:pt x="963" y="307"/>
                  </a:lnTo>
                  <a:lnTo>
                    <a:pt x="963" y="3286104"/>
                  </a:lnTo>
                  <a:lnTo>
                    <a:pt x="0" y="32861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1" name="object 5591" descr=""/>
            <p:cNvSpPr/>
            <p:nvPr/>
          </p:nvSpPr>
          <p:spPr>
            <a:xfrm>
              <a:off x="6114619" y="6821032"/>
              <a:ext cx="1270" cy="3286125"/>
            </a:xfrm>
            <a:custGeom>
              <a:avLst/>
              <a:gdLst/>
              <a:ahLst/>
              <a:cxnLst/>
              <a:rect l="l" t="t" r="r" b="b"/>
              <a:pathLst>
                <a:path w="1270" h="3286125">
                  <a:moveTo>
                    <a:pt x="0" y="0"/>
                  </a:moveTo>
                  <a:lnTo>
                    <a:pt x="963" y="307"/>
                  </a:lnTo>
                  <a:lnTo>
                    <a:pt x="963" y="3286104"/>
                  </a:lnTo>
                  <a:lnTo>
                    <a:pt x="0" y="3286104"/>
                  </a:lnTo>
                  <a:lnTo>
                    <a:pt x="0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92" name="object 5592" descr=""/>
            <p:cNvSpPr/>
            <p:nvPr/>
          </p:nvSpPr>
          <p:spPr>
            <a:xfrm>
              <a:off x="6099185" y="6816105"/>
              <a:ext cx="1270" cy="3291204"/>
            </a:xfrm>
            <a:custGeom>
              <a:avLst/>
              <a:gdLst/>
              <a:ahLst/>
              <a:cxnLst/>
              <a:rect l="l" t="t" r="r" b="b"/>
              <a:pathLst>
                <a:path w="1270" h="3291204">
                  <a:moveTo>
                    <a:pt x="0" y="0"/>
                  </a:moveTo>
                  <a:lnTo>
                    <a:pt x="973" y="310"/>
                  </a:lnTo>
                  <a:lnTo>
                    <a:pt x="973" y="3291031"/>
                  </a:lnTo>
                  <a:lnTo>
                    <a:pt x="0" y="32910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3" name="object 5593" descr=""/>
            <p:cNvSpPr/>
            <p:nvPr/>
          </p:nvSpPr>
          <p:spPr>
            <a:xfrm>
              <a:off x="6099185" y="6816105"/>
              <a:ext cx="1270" cy="3291204"/>
            </a:xfrm>
            <a:custGeom>
              <a:avLst/>
              <a:gdLst/>
              <a:ahLst/>
              <a:cxnLst/>
              <a:rect l="l" t="t" r="r" b="b"/>
              <a:pathLst>
                <a:path w="1270" h="3291204">
                  <a:moveTo>
                    <a:pt x="0" y="0"/>
                  </a:moveTo>
                  <a:lnTo>
                    <a:pt x="973" y="310"/>
                  </a:lnTo>
                  <a:lnTo>
                    <a:pt x="973" y="3291031"/>
                  </a:lnTo>
                  <a:lnTo>
                    <a:pt x="0" y="3291031"/>
                  </a:lnTo>
                  <a:lnTo>
                    <a:pt x="0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94" name="object 5594" descr=""/>
            <p:cNvSpPr/>
            <p:nvPr/>
          </p:nvSpPr>
          <p:spPr>
            <a:xfrm>
              <a:off x="6083751" y="6811332"/>
              <a:ext cx="1270" cy="3296285"/>
            </a:xfrm>
            <a:custGeom>
              <a:avLst/>
              <a:gdLst/>
              <a:ahLst/>
              <a:cxnLst/>
              <a:rect l="l" t="t" r="r" b="b"/>
              <a:pathLst>
                <a:path w="1270" h="3296284">
                  <a:moveTo>
                    <a:pt x="481" y="0"/>
                  </a:moveTo>
                  <a:lnTo>
                    <a:pt x="0" y="153"/>
                  </a:lnTo>
                  <a:lnTo>
                    <a:pt x="0" y="3295805"/>
                  </a:lnTo>
                  <a:lnTo>
                    <a:pt x="973" y="3295805"/>
                  </a:lnTo>
                  <a:lnTo>
                    <a:pt x="963" y="153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5" name="object 5595" descr=""/>
            <p:cNvSpPr/>
            <p:nvPr/>
          </p:nvSpPr>
          <p:spPr>
            <a:xfrm>
              <a:off x="6083751" y="6811332"/>
              <a:ext cx="1270" cy="3296285"/>
            </a:xfrm>
            <a:custGeom>
              <a:avLst/>
              <a:gdLst/>
              <a:ahLst/>
              <a:cxnLst/>
              <a:rect l="l" t="t" r="r" b="b"/>
              <a:pathLst>
                <a:path w="1270" h="3296284">
                  <a:moveTo>
                    <a:pt x="0" y="153"/>
                  </a:moveTo>
                  <a:lnTo>
                    <a:pt x="481" y="0"/>
                  </a:lnTo>
                  <a:lnTo>
                    <a:pt x="973" y="157"/>
                  </a:lnTo>
                  <a:lnTo>
                    <a:pt x="973" y="3295805"/>
                  </a:lnTo>
                  <a:lnTo>
                    <a:pt x="0" y="3295805"/>
                  </a:lnTo>
                  <a:lnTo>
                    <a:pt x="0" y="153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96" name="object 5596" descr=""/>
            <p:cNvSpPr/>
            <p:nvPr/>
          </p:nvSpPr>
          <p:spPr>
            <a:xfrm>
              <a:off x="6068317" y="6816105"/>
              <a:ext cx="1270" cy="3291204"/>
            </a:xfrm>
            <a:custGeom>
              <a:avLst/>
              <a:gdLst/>
              <a:ahLst/>
              <a:cxnLst/>
              <a:rect l="l" t="t" r="r" b="b"/>
              <a:pathLst>
                <a:path w="1270" h="3291204">
                  <a:moveTo>
                    <a:pt x="0" y="307"/>
                  </a:moveTo>
                  <a:lnTo>
                    <a:pt x="963" y="0"/>
                  </a:lnTo>
                  <a:lnTo>
                    <a:pt x="963" y="3291032"/>
                  </a:lnTo>
                  <a:lnTo>
                    <a:pt x="0" y="3291032"/>
                  </a:lnTo>
                  <a:lnTo>
                    <a:pt x="0" y="3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7" name="object 5597" descr=""/>
            <p:cNvSpPr/>
            <p:nvPr/>
          </p:nvSpPr>
          <p:spPr>
            <a:xfrm>
              <a:off x="6068317" y="6816105"/>
              <a:ext cx="1270" cy="3291204"/>
            </a:xfrm>
            <a:custGeom>
              <a:avLst/>
              <a:gdLst/>
              <a:ahLst/>
              <a:cxnLst/>
              <a:rect l="l" t="t" r="r" b="b"/>
              <a:pathLst>
                <a:path w="1270" h="3291204">
                  <a:moveTo>
                    <a:pt x="0" y="307"/>
                  </a:moveTo>
                  <a:lnTo>
                    <a:pt x="963" y="0"/>
                  </a:lnTo>
                  <a:lnTo>
                    <a:pt x="963" y="3291032"/>
                  </a:lnTo>
                  <a:lnTo>
                    <a:pt x="0" y="3291032"/>
                  </a:lnTo>
                  <a:lnTo>
                    <a:pt x="0" y="3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98" name="object 5598" descr=""/>
            <p:cNvSpPr/>
            <p:nvPr/>
          </p:nvSpPr>
          <p:spPr>
            <a:xfrm>
              <a:off x="6052883" y="6821032"/>
              <a:ext cx="1270" cy="3286125"/>
            </a:xfrm>
            <a:custGeom>
              <a:avLst/>
              <a:gdLst/>
              <a:ahLst/>
              <a:cxnLst/>
              <a:rect l="l" t="t" r="r" b="b"/>
              <a:pathLst>
                <a:path w="1270" h="3286125">
                  <a:moveTo>
                    <a:pt x="0" y="307"/>
                  </a:moveTo>
                  <a:lnTo>
                    <a:pt x="963" y="0"/>
                  </a:lnTo>
                  <a:lnTo>
                    <a:pt x="963" y="3286104"/>
                  </a:lnTo>
                  <a:lnTo>
                    <a:pt x="0" y="3286104"/>
                  </a:lnTo>
                  <a:lnTo>
                    <a:pt x="0" y="3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9" name="object 5599" descr=""/>
            <p:cNvSpPr/>
            <p:nvPr/>
          </p:nvSpPr>
          <p:spPr>
            <a:xfrm>
              <a:off x="6052883" y="6821032"/>
              <a:ext cx="1270" cy="3286125"/>
            </a:xfrm>
            <a:custGeom>
              <a:avLst/>
              <a:gdLst/>
              <a:ahLst/>
              <a:cxnLst/>
              <a:rect l="l" t="t" r="r" b="b"/>
              <a:pathLst>
                <a:path w="1270" h="3286125">
                  <a:moveTo>
                    <a:pt x="0" y="307"/>
                  </a:moveTo>
                  <a:lnTo>
                    <a:pt x="963" y="0"/>
                  </a:lnTo>
                  <a:lnTo>
                    <a:pt x="963" y="3286104"/>
                  </a:lnTo>
                  <a:lnTo>
                    <a:pt x="0" y="3286104"/>
                  </a:lnTo>
                  <a:lnTo>
                    <a:pt x="0" y="3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00" name="object 5600" descr=""/>
            <p:cNvSpPr/>
            <p:nvPr/>
          </p:nvSpPr>
          <p:spPr>
            <a:xfrm>
              <a:off x="6037439" y="6826178"/>
              <a:ext cx="1270" cy="3281045"/>
            </a:xfrm>
            <a:custGeom>
              <a:avLst/>
              <a:gdLst/>
              <a:ahLst/>
              <a:cxnLst/>
              <a:rect l="l" t="t" r="r" b="b"/>
              <a:pathLst>
                <a:path w="1270" h="3281045">
                  <a:moveTo>
                    <a:pt x="0" y="388"/>
                  </a:moveTo>
                  <a:lnTo>
                    <a:pt x="963" y="0"/>
                  </a:lnTo>
                  <a:lnTo>
                    <a:pt x="963" y="3280959"/>
                  </a:lnTo>
                  <a:lnTo>
                    <a:pt x="0" y="3280959"/>
                  </a:lnTo>
                  <a:lnTo>
                    <a:pt x="0" y="38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1" name="object 5601" descr=""/>
            <p:cNvSpPr/>
            <p:nvPr/>
          </p:nvSpPr>
          <p:spPr>
            <a:xfrm>
              <a:off x="6037439" y="6826178"/>
              <a:ext cx="1270" cy="3281045"/>
            </a:xfrm>
            <a:custGeom>
              <a:avLst/>
              <a:gdLst/>
              <a:ahLst/>
              <a:cxnLst/>
              <a:rect l="l" t="t" r="r" b="b"/>
              <a:pathLst>
                <a:path w="1270" h="3281045">
                  <a:moveTo>
                    <a:pt x="0" y="388"/>
                  </a:moveTo>
                  <a:lnTo>
                    <a:pt x="963" y="0"/>
                  </a:lnTo>
                  <a:lnTo>
                    <a:pt x="963" y="3280959"/>
                  </a:lnTo>
                  <a:lnTo>
                    <a:pt x="0" y="3280959"/>
                  </a:lnTo>
                  <a:lnTo>
                    <a:pt x="0" y="388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02" name="object 5602" descr=""/>
            <p:cNvSpPr/>
            <p:nvPr/>
          </p:nvSpPr>
          <p:spPr>
            <a:xfrm>
              <a:off x="6022005" y="6832405"/>
              <a:ext cx="1270" cy="3275329"/>
            </a:xfrm>
            <a:custGeom>
              <a:avLst/>
              <a:gdLst/>
              <a:ahLst/>
              <a:cxnLst/>
              <a:rect l="l" t="t" r="r" b="b"/>
              <a:pathLst>
                <a:path w="1270" h="3275329">
                  <a:moveTo>
                    <a:pt x="0" y="388"/>
                  </a:moveTo>
                  <a:lnTo>
                    <a:pt x="963" y="0"/>
                  </a:lnTo>
                  <a:lnTo>
                    <a:pt x="963" y="3274732"/>
                  </a:lnTo>
                  <a:lnTo>
                    <a:pt x="0" y="3274732"/>
                  </a:lnTo>
                  <a:lnTo>
                    <a:pt x="0" y="38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3" name="object 5603" descr=""/>
            <p:cNvSpPr/>
            <p:nvPr/>
          </p:nvSpPr>
          <p:spPr>
            <a:xfrm>
              <a:off x="6022005" y="6832405"/>
              <a:ext cx="1270" cy="3275329"/>
            </a:xfrm>
            <a:custGeom>
              <a:avLst/>
              <a:gdLst/>
              <a:ahLst/>
              <a:cxnLst/>
              <a:rect l="l" t="t" r="r" b="b"/>
              <a:pathLst>
                <a:path w="1270" h="3275329">
                  <a:moveTo>
                    <a:pt x="0" y="388"/>
                  </a:moveTo>
                  <a:lnTo>
                    <a:pt x="963" y="0"/>
                  </a:lnTo>
                  <a:lnTo>
                    <a:pt x="963" y="3274732"/>
                  </a:lnTo>
                  <a:lnTo>
                    <a:pt x="0" y="3274732"/>
                  </a:lnTo>
                  <a:lnTo>
                    <a:pt x="0" y="388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04" name="object 5604" descr=""/>
            <p:cNvSpPr/>
            <p:nvPr/>
          </p:nvSpPr>
          <p:spPr>
            <a:xfrm>
              <a:off x="6006570" y="6838631"/>
              <a:ext cx="1270" cy="3268979"/>
            </a:xfrm>
            <a:custGeom>
              <a:avLst/>
              <a:gdLst/>
              <a:ahLst/>
              <a:cxnLst/>
              <a:rect l="l" t="t" r="r" b="b"/>
              <a:pathLst>
                <a:path w="1270" h="3268979">
                  <a:moveTo>
                    <a:pt x="0" y="388"/>
                  </a:moveTo>
                  <a:lnTo>
                    <a:pt x="963" y="0"/>
                  </a:lnTo>
                  <a:lnTo>
                    <a:pt x="963" y="3268505"/>
                  </a:lnTo>
                  <a:lnTo>
                    <a:pt x="0" y="3268505"/>
                  </a:lnTo>
                  <a:lnTo>
                    <a:pt x="0" y="38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5" name="object 5605" descr=""/>
            <p:cNvSpPr/>
            <p:nvPr/>
          </p:nvSpPr>
          <p:spPr>
            <a:xfrm>
              <a:off x="6006570" y="6838631"/>
              <a:ext cx="1270" cy="3268979"/>
            </a:xfrm>
            <a:custGeom>
              <a:avLst/>
              <a:gdLst/>
              <a:ahLst/>
              <a:cxnLst/>
              <a:rect l="l" t="t" r="r" b="b"/>
              <a:pathLst>
                <a:path w="1270" h="3268979">
                  <a:moveTo>
                    <a:pt x="0" y="388"/>
                  </a:moveTo>
                  <a:lnTo>
                    <a:pt x="963" y="0"/>
                  </a:lnTo>
                  <a:lnTo>
                    <a:pt x="963" y="3268505"/>
                  </a:lnTo>
                  <a:lnTo>
                    <a:pt x="0" y="3268505"/>
                  </a:lnTo>
                  <a:lnTo>
                    <a:pt x="0" y="388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06" name="object 5606" descr=""/>
            <p:cNvSpPr/>
            <p:nvPr/>
          </p:nvSpPr>
          <p:spPr>
            <a:xfrm>
              <a:off x="5991126" y="6845854"/>
              <a:ext cx="1270" cy="3261360"/>
            </a:xfrm>
            <a:custGeom>
              <a:avLst/>
              <a:gdLst/>
              <a:ahLst/>
              <a:cxnLst/>
              <a:rect l="l" t="t" r="r" b="b"/>
              <a:pathLst>
                <a:path w="1270" h="3261359">
                  <a:moveTo>
                    <a:pt x="0" y="488"/>
                  </a:moveTo>
                  <a:lnTo>
                    <a:pt x="963" y="0"/>
                  </a:lnTo>
                  <a:lnTo>
                    <a:pt x="963" y="3261283"/>
                  </a:lnTo>
                  <a:lnTo>
                    <a:pt x="0" y="3261283"/>
                  </a:lnTo>
                  <a:lnTo>
                    <a:pt x="0" y="48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7" name="object 5607" descr=""/>
            <p:cNvSpPr/>
            <p:nvPr/>
          </p:nvSpPr>
          <p:spPr>
            <a:xfrm>
              <a:off x="5991126" y="6845854"/>
              <a:ext cx="1270" cy="3261360"/>
            </a:xfrm>
            <a:custGeom>
              <a:avLst/>
              <a:gdLst/>
              <a:ahLst/>
              <a:cxnLst/>
              <a:rect l="l" t="t" r="r" b="b"/>
              <a:pathLst>
                <a:path w="1270" h="3261359">
                  <a:moveTo>
                    <a:pt x="0" y="488"/>
                  </a:moveTo>
                  <a:lnTo>
                    <a:pt x="963" y="0"/>
                  </a:lnTo>
                  <a:lnTo>
                    <a:pt x="963" y="3261283"/>
                  </a:lnTo>
                  <a:lnTo>
                    <a:pt x="0" y="3261283"/>
                  </a:lnTo>
                  <a:lnTo>
                    <a:pt x="0" y="488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08" name="object 5608" descr=""/>
            <p:cNvSpPr/>
            <p:nvPr/>
          </p:nvSpPr>
          <p:spPr>
            <a:xfrm>
              <a:off x="5975692" y="6853679"/>
              <a:ext cx="1270" cy="3253740"/>
            </a:xfrm>
            <a:custGeom>
              <a:avLst/>
              <a:gdLst/>
              <a:ahLst/>
              <a:cxnLst/>
              <a:rect l="l" t="t" r="r" b="b"/>
              <a:pathLst>
                <a:path w="1270" h="3253740">
                  <a:moveTo>
                    <a:pt x="0" y="488"/>
                  </a:moveTo>
                  <a:lnTo>
                    <a:pt x="963" y="0"/>
                  </a:lnTo>
                  <a:lnTo>
                    <a:pt x="963" y="3253458"/>
                  </a:lnTo>
                  <a:lnTo>
                    <a:pt x="0" y="3253458"/>
                  </a:lnTo>
                  <a:lnTo>
                    <a:pt x="0" y="48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9" name="object 5609" descr=""/>
            <p:cNvSpPr/>
            <p:nvPr/>
          </p:nvSpPr>
          <p:spPr>
            <a:xfrm>
              <a:off x="5975692" y="6853679"/>
              <a:ext cx="1270" cy="3253740"/>
            </a:xfrm>
            <a:custGeom>
              <a:avLst/>
              <a:gdLst/>
              <a:ahLst/>
              <a:cxnLst/>
              <a:rect l="l" t="t" r="r" b="b"/>
              <a:pathLst>
                <a:path w="1270" h="3253740">
                  <a:moveTo>
                    <a:pt x="0" y="488"/>
                  </a:moveTo>
                  <a:lnTo>
                    <a:pt x="963" y="0"/>
                  </a:lnTo>
                  <a:lnTo>
                    <a:pt x="963" y="3253458"/>
                  </a:lnTo>
                  <a:lnTo>
                    <a:pt x="0" y="3253458"/>
                  </a:lnTo>
                  <a:lnTo>
                    <a:pt x="0" y="488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10" name="object 5610" descr=""/>
            <p:cNvSpPr/>
            <p:nvPr/>
          </p:nvSpPr>
          <p:spPr>
            <a:xfrm>
              <a:off x="5960258" y="6862129"/>
              <a:ext cx="1270" cy="3245485"/>
            </a:xfrm>
            <a:custGeom>
              <a:avLst/>
              <a:gdLst/>
              <a:ahLst/>
              <a:cxnLst/>
              <a:rect l="l" t="t" r="r" b="b"/>
              <a:pathLst>
                <a:path w="1270" h="3245484">
                  <a:moveTo>
                    <a:pt x="0" y="611"/>
                  </a:moveTo>
                  <a:lnTo>
                    <a:pt x="963" y="0"/>
                  </a:lnTo>
                  <a:lnTo>
                    <a:pt x="963" y="3245007"/>
                  </a:lnTo>
                  <a:lnTo>
                    <a:pt x="0" y="3245007"/>
                  </a:lnTo>
                  <a:lnTo>
                    <a:pt x="0" y="61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1" name="object 5611" descr=""/>
            <p:cNvSpPr/>
            <p:nvPr/>
          </p:nvSpPr>
          <p:spPr>
            <a:xfrm>
              <a:off x="5960258" y="6862129"/>
              <a:ext cx="1270" cy="3245485"/>
            </a:xfrm>
            <a:custGeom>
              <a:avLst/>
              <a:gdLst/>
              <a:ahLst/>
              <a:cxnLst/>
              <a:rect l="l" t="t" r="r" b="b"/>
              <a:pathLst>
                <a:path w="1270" h="3245484">
                  <a:moveTo>
                    <a:pt x="0" y="611"/>
                  </a:moveTo>
                  <a:lnTo>
                    <a:pt x="963" y="0"/>
                  </a:lnTo>
                  <a:lnTo>
                    <a:pt x="963" y="3245007"/>
                  </a:lnTo>
                  <a:lnTo>
                    <a:pt x="0" y="3245007"/>
                  </a:lnTo>
                  <a:lnTo>
                    <a:pt x="0" y="611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12" name="object 5612" descr=""/>
            <p:cNvSpPr/>
            <p:nvPr/>
          </p:nvSpPr>
          <p:spPr>
            <a:xfrm>
              <a:off x="5944813" y="6871928"/>
              <a:ext cx="1270" cy="3235325"/>
            </a:xfrm>
            <a:custGeom>
              <a:avLst/>
              <a:gdLst/>
              <a:ahLst/>
              <a:cxnLst/>
              <a:rect l="l" t="t" r="r" b="b"/>
              <a:pathLst>
                <a:path w="1270" h="3235325">
                  <a:moveTo>
                    <a:pt x="0" y="611"/>
                  </a:moveTo>
                  <a:lnTo>
                    <a:pt x="963" y="0"/>
                  </a:lnTo>
                  <a:lnTo>
                    <a:pt x="963" y="3235208"/>
                  </a:lnTo>
                  <a:lnTo>
                    <a:pt x="0" y="3235208"/>
                  </a:lnTo>
                  <a:lnTo>
                    <a:pt x="0" y="61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3" name="object 5613" descr=""/>
            <p:cNvSpPr/>
            <p:nvPr/>
          </p:nvSpPr>
          <p:spPr>
            <a:xfrm>
              <a:off x="5944813" y="6871928"/>
              <a:ext cx="1270" cy="3235325"/>
            </a:xfrm>
            <a:custGeom>
              <a:avLst/>
              <a:gdLst/>
              <a:ahLst/>
              <a:cxnLst/>
              <a:rect l="l" t="t" r="r" b="b"/>
              <a:pathLst>
                <a:path w="1270" h="3235325">
                  <a:moveTo>
                    <a:pt x="0" y="611"/>
                  </a:moveTo>
                  <a:lnTo>
                    <a:pt x="963" y="0"/>
                  </a:lnTo>
                  <a:lnTo>
                    <a:pt x="963" y="3235208"/>
                  </a:lnTo>
                  <a:lnTo>
                    <a:pt x="0" y="3235208"/>
                  </a:lnTo>
                  <a:lnTo>
                    <a:pt x="0" y="611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14" name="object 5614" descr=""/>
            <p:cNvSpPr/>
            <p:nvPr/>
          </p:nvSpPr>
          <p:spPr>
            <a:xfrm>
              <a:off x="5929379" y="6882317"/>
              <a:ext cx="1270" cy="3225165"/>
            </a:xfrm>
            <a:custGeom>
              <a:avLst/>
              <a:gdLst/>
              <a:ahLst/>
              <a:cxnLst/>
              <a:rect l="l" t="t" r="r" b="b"/>
              <a:pathLst>
                <a:path w="1270" h="3225165">
                  <a:moveTo>
                    <a:pt x="0" y="762"/>
                  </a:moveTo>
                  <a:lnTo>
                    <a:pt x="963" y="0"/>
                  </a:lnTo>
                  <a:lnTo>
                    <a:pt x="963" y="3224819"/>
                  </a:lnTo>
                  <a:lnTo>
                    <a:pt x="0" y="3224819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5" name="object 5615" descr=""/>
            <p:cNvSpPr/>
            <p:nvPr/>
          </p:nvSpPr>
          <p:spPr>
            <a:xfrm>
              <a:off x="5929379" y="6882317"/>
              <a:ext cx="1270" cy="3225165"/>
            </a:xfrm>
            <a:custGeom>
              <a:avLst/>
              <a:gdLst/>
              <a:ahLst/>
              <a:cxnLst/>
              <a:rect l="l" t="t" r="r" b="b"/>
              <a:pathLst>
                <a:path w="1270" h="3225165">
                  <a:moveTo>
                    <a:pt x="0" y="762"/>
                  </a:moveTo>
                  <a:lnTo>
                    <a:pt x="963" y="0"/>
                  </a:lnTo>
                  <a:lnTo>
                    <a:pt x="963" y="3224819"/>
                  </a:lnTo>
                  <a:lnTo>
                    <a:pt x="0" y="3224819"/>
                  </a:lnTo>
                  <a:lnTo>
                    <a:pt x="0" y="762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16" name="object 5616" descr=""/>
            <p:cNvSpPr/>
            <p:nvPr/>
          </p:nvSpPr>
          <p:spPr>
            <a:xfrm>
              <a:off x="5913945" y="6894538"/>
              <a:ext cx="1270" cy="3213100"/>
            </a:xfrm>
            <a:custGeom>
              <a:avLst/>
              <a:gdLst/>
              <a:ahLst/>
              <a:cxnLst/>
              <a:rect l="l" t="t" r="r" b="b"/>
              <a:pathLst>
                <a:path w="1270" h="3213100">
                  <a:moveTo>
                    <a:pt x="0" y="762"/>
                  </a:moveTo>
                  <a:lnTo>
                    <a:pt x="963" y="0"/>
                  </a:lnTo>
                  <a:lnTo>
                    <a:pt x="963" y="3212598"/>
                  </a:lnTo>
                  <a:lnTo>
                    <a:pt x="0" y="3212598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7" name="object 5617" descr=""/>
            <p:cNvSpPr/>
            <p:nvPr/>
          </p:nvSpPr>
          <p:spPr>
            <a:xfrm>
              <a:off x="5913945" y="6894538"/>
              <a:ext cx="1270" cy="3213100"/>
            </a:xfrm>
            <a:custGeom>
              <a:avLst/>
              <a:gdLst/>
              <a:ahLst/>
              <a:cxnLst/>
              <a:rect l="l" t="t" r="r" b="b"/>
              <a:pathLst>
                <a:path w="1270" h="3213100">
                  <a:moveTo>
                    <a:pt x="0" y="762"/>
                  </a:moveTo>
                  <a:lnTo>
                    <a:pt x="963" y="0"/>
                  </a:lnTo>
                  <a:lnTo>
                    <a:pt x="963" y="3212598"/>
                  </a:lnTo>
                  <a:lnTo>
                    <a:pt x="0" y="3212598"/>
                  </a:lnTo>
                  <a:lnTo>
                    <a:pt x="0" y="762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18" name="object 5618" descr=""/>
            <p:cNvSpPr/>
            <p:nvPr/>
          </p:nvSpPr>
          <p:spPr>
            <a:xfrm>
              <a:off x="5898500" y="6907931"/>
              <a:ext cx="1270" cy="3199765"/>
            </a:xfrm>
            <a:custGeom>
              <a:avLst/>
              <a:gdLst/>
              <a:ahLst/>
              <a:cxnLst/>
              <a:rect l="l" t="t" r="r" b="b"/>
              <a:pathLst>
                <a:path w="1270" h="3199765">
                  <a:moveTo>
                    <a:pt x="0" y="950"/>
                  </a:moveTo>
                  <a:lnTo>
                    <a:pt x="963" y="0"/>
                  </a:lnTo>
                  <a:lnTo>
                    <a:pt x="963" y="3199206"/>
                  </a:lnTo>
                  <a:lnTo>
                    <a:pt x="0" y="3199206"/>
                  </a:lnTo>
                  <a:lnTo>
                    <a:pt x="0" y="9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9" name="object 5619" descr=""/>
            <p:cNvSpPr/>
            <p:nvPr/>
          </p:nvSpPr>
          <p:spPr>
            <a:xfrm>
              <a:off x="5898500" y="6907931"/>
              <a:ext cx="1270" cy="3199765"/>
            </a:xfrm>
            <a:custGeom>
              <a:avLst/>
              <a:gdLst/>
              <a:ahLst/>
              <a:cxnLst/>
              <a:rect l="l" t="t" r="r" b="b"/>
              <a:pathLst>
                <a:path w="1270" h="3199765">
                  <a:moveTo>
                    <a:pt x="0" y="950"/>
                  </a:moveTo>
                  <a:lnTo>
                    <a:pt x="963" y="0"/>
                  </a:lnTo>
                  <a:lnTo>
                    <a:pt x="963" y="3199206"/>
                  </a:lnTo>
                  <a:lnTo>
                    <a:pt x="0" y="3199206"/>
                  </a:lnTo>
                  <a:lnTo>
                    <a:pt x="0" y="95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20" name="object 5620" descr=""/>
            <p:cNvSpPr/>
            <p:nvPr/>
          </p:nvSpPr>
          <p:spPr>
            <a:xfrm>
              <a:off x="5883066" y="6923146"/>
              <a:ext cx="1270" cy="3184525"/>
            </a:xfrm>
            <a:custGeom>
              <a:avLst/>
              <a:gdLst/>
              <a:ahLst/>
              <a:cxnLst/>
              <a:rect l="l" t="t" r="r" b="b"/>
              <a:pathLst>
                <a:path w="1270" h="3184525">
                  <a:moveTo>
                    <a:pt x="0" y="960"/>
                  </a:moveTo>
                  <a:lnTo>
                    <a:pt x="973" y="0"/>
                  </a:lnTo>
                  <a:lnTo>
                    <a:pt x="973" y="3183991"/>
                  </a:lnTo>
                  <a:lnTo>
                    <a:pt x="0" y="3183991"/>
                  </a:lnTo>
                  <a:lnTo>
                    <a:pt x="0" y="96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1" name="object 5621" descr=""/>
            <p:cNvSpPr/>
            <p:nvPr/>
          </p:nvSpPr>
          <p:spPr>
            <a:xfrm>
              <a:off x="5883066" y="6923146"/>
              <a:ext cx="1270" cy="3184525"/>
            </a:xfrm>
            <a:custGeom>
              <a:avLst/>
              <a:gdLst/>
              <a:ahLst/>
              <a:cxnLst/>
              <a:rect l="l" t="t" r="r" b="b"/>
              <a:pathLst>
                <a:path w="1270" h="3184525">
                  <a:moveTo>
                    <a:pt x="0" y="960"/>
                  </a:moveTo>
                  <a:lnTo>
                    <a:pt x="973" y="0"/>
                  </a:lnTo>
                  <a:lnTo>
                    <a:pt x="973" y="3183991"/>
                  </a:lnTo>
                  <a:lnTo>
                    <a:pt x="0" y="3183991"/>
                  </a:lnTo>
                  <a:lnTo>
                    <a:pt x="0" y="96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22" name="object 5622" descr=""/>
            <p:cNvSpPr/>
            <p:nvPr/>
          </p:nvSpPr>
          <p:spPr>
            <a:xfrm>
              <a:off x="5867632" y="6941081"/>
              <a:ext cx="1270" cy="3166110"/>
            </a:xfrm>
            <a:custGeom>
              <a:avLst/>
              <a:gdLst/>
              <a:ahLst/>
              <a:cxnLst/>
              <a:rect l="l" t="t" r="r" b="b"/>
              <a:pathLst>
                <a:path w="1270" h="3166109">
                  <a:moveTo>
                    <a:pt x="0" y="1195"/>
                  </a:moveTo>
                  <a:lnTo>
                    <a:pt x="973" y="0"/>
                  </a:lnTo>
                  <a:lnTo>
                    <a:pt x="973" y="3166055"/>
                  </a:lnTo>
                  <a:lnTo>
                    <a:pt x="0" y="3166055"/>
                  </a:lnTo>
                  <a:lnTo>
                    <a:pt x="0" y="119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3" name="object 5623" descr=""/>
            <p:cNvSpPr/>
            <p:nvPr/>
          </p:nvSpPr>
          <p:spPr>
            <a:xfrm>
              <a:off x="5867632" y="6941081"/>
              <a:ext cx="1270" cy="3166110"/>
            </a:xfrm>
            <a:custGeom>
              <a:avLst/>
              <a:gdLst/>
              <a:ahLst/>
              <a:cxnLst/>
              <a:rect l="l" t="t" r="r" b="b"/>
              <a:pathLst>
                <a:path w="1270" h="3166109">
                  <a:moveTo>
                    <a:pt x="0" y="1195"/>
                  </a:moveTo>
                  <a:lnTo>
                    <a:pt x="973" y="0"/>
                  </a:lnTo>
                  <a:lnTo>
                    <a:pt x="973" y="3166055"/>
                  </a:lnTo>
                  <a:lnTo>
                    <a:pt x="0" y="3166055"/>
                  </a:lnTo>
                  <a:lnTo>
                    <a:pt x="0" y="1195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24" name="object 5624" descr=""/>
            <p:cNvSpPr/>
            <p:nvPr/>
          </p:nvSpPr>
          <p:spPr>
            <a:xfrm>
              <a:off x="5852188" y="6961225"/>
              <a:ext cx="1270" cy="3146425"/>
            </a:xfrm>
            <a:custGeom>
              <a:avLst/>
              <a:gdLst/>
              <a:ahLst/>
              <a:cxnLst/>
              <a:rect l="l" t="t" r="r" b="b"/>
              <a:pathLst>
                <a:path w="1270" h="3146425">
                  <a:moveTo>
                    <a:pt x="0" y="1487"/>
                  </a:moveTo>
                  <a:lnTo>
                    <a:pt x="973" y="0"/>
                  </a:lnTo>
                  <a:lnTo>
                    <a:pt x="973" y="3145912"/>
                  </a:lnTo>
                  <a:lnTo>
                    <a:pt x="0" y="3145912"/>
                  </a:lnTo>
                  <a:lnTo>
                    <a:pt x="0" y="148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5" name="object 5625" descr=""/>
            <p:cNvSpPr/>
            <p:nvPr/>
          </p:nvSpPr>
          <p:spPr>
            <a:xfrm>
              <a:off x="5852188" y="6961225"/>
              <a:ext cx="1270" cy="3146425"/>
            </a:xfrm>
            <a:custGeom>
              <a:avLst/>
              <a:gdLst/>
              <a:ahLst/>
              <a:cxnLst/>
              <a:rect l="l" t="t" r="r" b="b"/>
              <a:pathLst>
                <a:path w="1270" h="3146425">
                  <a:moveTo>
                    <a:pt x="0" y="1487"/>
                  </a:moveTo>
                  <a:lnTo>
                    <a:pt x="973" y="0"/>
                  </a:lnTo>
                  <a:lnTo>
                    <a:pt x="973" y="3145912"/>
                  </a:lnTo>
                  <a:lnTo>
                    <a:pt x="0" y="3145912"/>
                  </a:lnTo>
                  <a:lnTo>
                    <a:pt x="0" y="148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26" name="object 5626" descr=""/>
            <p:cNvSpPr/>
            <p:nvPr/>
          </p:nvSpPr>
          <p:spPr>
            <a:xfrm>
              <a:off x="5836742" y="6984206"/>
              <a:ext cx="1270" cy="3122930"/>
            </a:xfrm>
            <a:custGeom>
              <a:avLst/>
              <a:gdLst/>
              <a:ahLst/>
              <a:cxnLst/>
              <a:rect l="l" t="t" r="r" b="b"/>
              <a:pathLst>
                <a:path w="1270" h="3122929">
                  <a:moveTo>
                    <a:pt x="977" y="0"/>
                  </a:moveTo>
                  <a:lnTo>
                    <a:pt x="952" y="1270"/>
                  </a:lnTo>
                  <a:lnTo>
                    <a:pt x="152" y="1270"/>
                  </a:lnTo>
                  <a:lnTo>
                    <a:pt x="152" y="2540"/>
                  </a:lnTo>
                  <a:lnTo>
                    <a:pt x="0" y="2540"/>
                  </a:lnTo>
                  <a:lnTo>
                    <a:pt x="0" y="3122930"/>
                  </a:lnTo>
                  <a:lnTo>
                    <a:pt x="977" y="3122930"/>
                  </a:lnTo>
                  <a:lnTo>
                    <a:pt x="977" y="2540"/>
                  </a:lnTo>
                  <a:lnTo>
                    <a:pt x="977" y="1270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7" name="object 5627" descr=""/>
            <p:cNvSpPr/>
            <p:nvPr/>
          </p:nvSpPr>
          <p:spPr>
            <a:xfrm>
              <a:off x="5836754" y="6984805"/>
              <a:ext cx="1270" cy="3122930"/>
            </a:xfrm>
            <a:custGeom>
              <a:avLst/>
              <a:gdLst/>
              <a:ahLst/>
              <a:cxnLst/>
              <a:rect l="l" t="t" r="r" b="b"/>
              <a:pathLst>
                <a:path w="1270" h="3122929">
                  <a:moveTo>
                    <a:pt x="0" y="1577"/>
                  </a:moveTo>
                  <a:lnTo>
                    <a:pt x="241" y="1118"/>
                  </a:lnTo>
                  <a:lnTo>
                    <a:pt x="973" y="0"/>
                  </a:lnTo>
                  <a:lnTo>
                    <a:pt x="973" y="3122332"/>
                  </a:lnTo>
                  <a:lnTo>
                    <a:pt x="0" y="3122332"/>
                  </a:lnTo>
                  <a:lnTo>
                    <a:pt x="0" y="157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28" name="object 5628" descr=""/>
            <p:cNvSpPr/>
            <p:nvPr/>
          </p:nvSpPr>
          <p:spPr>
            <a:xfrm>
              <a:off x="5821320" y="7013874"/>
              <a:ext cx="1270" cy="3093720"/>
            </a:xfrm>
            <a:custGeom>
              <a:avLst/>
              <a:gdLst/>
              <a:ahLst/>
              <a:cxnLst/>
              <a:rect l="l" t="t" r="r" b="b"/>
              <a:pathLst>
                <a:path w="1270" h="3093720">
                  <a:moveTo>
                    <a:pt x="973" y="0"/>
                  </a:moveTo>
                  <a:lnTo>
                    <a:pt x="0" y="1851"/>
                  </a:lnTo>
                  <a:lnTo>
                    <a:pt x="0" y="3093263"/>
                  </a:lnTo>
                  <a:lnTo>
                    <a:pt x="973" y="3093263"/>
                  </a:lnTo>
                  <a:lnTo>
                    <a:pt x="9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9" name="object 5629" descr=""/>
            <p:cNvSpPr/>
            <p:nvPr/>
          </p:nvSpPr>
          <p:spPr>
            <a:xfrm>
              <a:off x="5821320" y="7013874"/>
              <a:ext cx="1270" cy="3093720"/>
            </a:xfrm>
            <a:custGeom>
              <a:avLst/>
              <a:gdLst/>
              <a:ahLst/>
              <a:cxnLst/>
              <a:rect l="l" t="t" r="r" b="b"/>
              <a:pathLst>
                <a:path w="1270" h="3093720">
                  <a:moveTo>
                    <a:pt x="0" y="1851"/>
                  </a:moveTo>
                  <a:lnTo>
                    <a:pt x="973" y="0"/>
                  </a:lnTo>
                  <a:lnTo>
                    <a:pt x="973" y="3093263"/>
                  </a:lnTo>
                  <a:lnTo>
                    <a:pt x="0" y="3093263"/>
                  </a:lnTo>
                  <a:lnTo>
                    <a:pt x="0" y="1851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30" name="object 5630" descr=""/>
            <p:cNvSpPr/>
            <p:nvPr/>
          </p:nvSpPr>
          <p:spPr>
            <a:xfrm>
              <a:off x="5805885" y="7049030"/>
              <a:ext cx="1270" cy="3058160"/>
            </a:xfrm>
            <a:custGeom>
              <a:avLst/>
              <a:gdLst/>
              <a:ahLst/>
              <a:cxnLst/>
              <a:rect l="l" t="t" r="r" b="b"/>
              <a:pathLst>
                <a:path w="1270" h="3058159">
                  <a:moveTo>
                    <a:pt x="963" y="0"/>
                  </a:moveTo>
                  <a:lnTo>
                    <a:pt x="0" y="2279"/>
                  </a:lnTo>
                  <a:lnTo>
                    <a:pt x="0" y="3058106"/>
                  </a:lnTo>
                  <a:lnTo>
                    <a:pt x="963" y="3058106"/>
                  </a:lnTo>
                  <a:lnTo>
                    <a:pt x="9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1" name="object 5631" descr=""/>
            <p:cNvSpPr/>
            <p:nvPr/>
          </p:nvSpPr>
          <p:spPr>
            <a:xfrm>
              <a:off x="5805885" y="7049030"/>
              <a:ext cx="1270" cy="3058160"/>
            </a:xfrm>
            <a:custGeom>
              <a:avLst/>
              <a:gdLst/>
              <a:ahLst/>
              <a:cxnLst/>
              <a:rect l="l" t="t" r="r" b="b"/>
              <a:pathLst>
                <a:path w="1270" h="3058159">
                  <a:moveTo>
                    <a:pt x="0" y="2279"/>
                  </a:moveTo>
                  <a:lnTo>
                    <a:pt x="963" y="0"/>
                  </a:lnTo>
                  <a:lnTo>
                    <a:pt x="963" y="3058106"/>
                  </a:lnTo>
                  <a:lnTo>
                    <a:pt x="0" y="3058106"/>
                  </a:lnTo>
                  <a:lnTo>
                    <a:pt x="0" y="2279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32" name="object 5632" descr=""/>
            <p:cNvSpPr/>
            <p:nvPr/>
          </p:nvSpPr>
          <p:spPr>
            <a:xfrm>
              <a:off x="5790451" y="7092714"/>
              <a:ext cx="1270" cy="3014980"/>
            </a:xfrm>
            <a:custGeom>
              <a:avLst/>
              <a:gdLst/>
              <a:ahLst/>
              <a:cxnLst/>
              <a:rect l="l" t="t" r="r" b="b"/>
              <a:pathLst>
                <a:path w="1270" h="3014979">
                  <a:moveTo>
                    <a:pt x="963" y="0"/>
                  </a:moveTo>
                  <a:lnTo>
                    <a:pt x="0" y="2836"/>
                  </a:lnTo>
                  <a:lnTo>
                    <a:pt x="0" y="3014422"/>
                  </a:lnTo>
                  <a:lnTo>
                    <a:pt x="963" y="3014422"/>
                  </a:lnTo>
                  <a:lnTo>
                    <a:pt x="9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3" name="object 5633" descr=""/>
            <p:cNvSpPr/>
            <p:nvPr/>
          </p:nvSpPr>
          <p:spPr>
            <a:xfrm>
              <a:off x="5790451" y="7092714"/>
              <a:ext cx="1270" cy="3014980"/>
            </a:xfrm>
            <a:custGeom>
              <a:avLst/>
              <a:gdLst/>
              <a:ahLst/>
              <a:cxnLst/>
              <a:rect l="l" t="t" r="r" b="b"/>
              <a:pathLst>
                <a:path w="1270" h="3014979">
                  <a:moveTo>
                    <a:pt x="0" y="2836"/>
                  </a:moveTo>
                  <a:lnTo>
                    <a:pt x="963" y="0"/>
                  </a:lnTo>
                  <a:lnTo>
                    <a:pt x="963" y="3014422"/>
                  </a:lnTo>
                  <a:lnTo>
                    <a:pt x="0" y="3014422"/>
                  </a:lnTo>
                  <a:lnTo>
                    <a:pt x="0" y="2836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34" name="object 5634" descr=""/>
            <p:cNvSpPr/>
            <p:nvPr/>
          </p:nvSpPr>
          <p:spPr>
            <a:xfrm>
              <a:off x="5775017" y="7150569"/>
              <a:ext cx="1270" cy="2957195"/>
            </a:xfrm>
            <a:custGeom>
              <a:avLst/>
              <a:gdLst/>
              <a:ahLst/>
              <a:cxnLst/>
              <a:rect l="l" t="t" r="r" b="b"/>
              <a:pathLst>
                <a:path w="1270" h="2957195">
                  <a:moveTo>
                    <a:pt x="963" y="0"/>
                  </a:moveTo>
                  <a:lnTo>
                    <a:pt x="0" y="4366"/>
                  </a:lnTo>
                  <a:lnTo>
                    <a:pt x="0" y="2956568"/>
                  </a:lnTo>
                  <a:lnTo>
                    <a:pt x="963" y="2956568"/>
                  </a:lnTo>
                  <a:lnTo>
                    <a:pt x="9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5" name="object 5635" descr=""/>
            <p:cNvSpPr/>
            <p:nvPr/>
          </p:nvSpPr>
          <p:spPr>
            <a:xfrm>
              <a:off x="5775017" y="7150569"/>
              <a:ext cx="1270" cy="2957195"/>
            </a:xfrm>
            <a:custGeom>
              <a:avLst/>
              <a:gdLst/>
              <a:ahLst/>
              <a:cxnLst/>
              <a:rect l="l" t="t" r="r" b="b"/>
              <a:pathLst>
                <a:path w="1270" h="2957195">
                  <a:moveTo>
                    <a:pt x="0" y="4366"/>
                  </a:moveTo>
                  <a:lnTo>
                    <a:pt x="963" y="0"/>
                  </a:lnTo>
                  <a:lnTo>
                    <a:pt x="963" y="2956568"/>
                  </a:lnTo>
                  <a:lnTo>
                    <a:pt x="0" y="2956568"/>
                  </a:lnTo>
                  <a:lnTo>
                    <a:pt x="0" y="4366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36" name="object 5636" descr=""/>
            <p:cNvSpPr/>
            <p:nvPr/>
          </p:nvSpPr>
          <p:spPr>
            <a:xfrm>
              <a:off x="5759573" y="7228638"/>
              <a:ext cx="1270" cy="2879090"/>
            </a:xfrm>
            <a:custGeom>
              <a:avLst/>
              <a:gdLst/>
              <a:ahLst/>
              <a:cxnLst/>
              <a:rect l="l" t="t" r="r" b="b"/>
              <a:pathLst>
                <a:path w="1270" h="2879090">
                  <a:moveTo>
                    <a:pt x="963" y="0"/>
                  </a:moveTo>
                  <a:lnTo>
                    <a:pt x="0" y="5376"/>
                  </a:lnTo>
                  <a:lnTo>
                    <a:pt x="0" y="2878499"/>
                  </a:lnTo>
                  <a:lnTo>
                    <a:pt x="963" y="2878499"/>
                  </a:lnTo>
                  <a:lnTo>
                    <a:pt x="9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7" name="object 5637" descr=""/>
            <p:cNvSpPr/>
            <p:nvPr/>
          </p:nvSpPr>
          <p:spPr>
            <a:xfrm>
              <a:off x="5759573" y="7228638"/>
              <a:ext cx="1270" cy="2879090"/>
            </a:xfrm>
            <a:custGeom>
              <a:avLst/>
              <a:gdLst/>
              <a:ahLst/>
              <a:cxnLst/>
              <a:rect l="l" t="t" r="r" b="b"/>
              <a:pathLst>
                <a:path w="1270" h="2879090">
                  <a:moveTo>
                    <a:pt x="0" y="5376"/>
                  </a:moveTo>
                  <a:lnTo>
                    <a:pt x="963" y="0"/>
                  </a:lnTo>
                  <a:lnTo>
                    <a:pt x="963" y="2878499"/>
                  </a:lnTo>
                  <a:lnTo>
                    <a:pt x="0" y="2878499"/>
                  </a:lnTo>
                  <a:lnTo>
                    <a:pt x="0" y="5376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38" name="object 5638" descr=""/>
            <p:cNvSpPr/>
            <p:nvPr/>
          </p:nvSpPr>
          <p:spPr>
            <a:xfrm>
              <a:off x="5744133" y="7341076"/>
              <a:ext cx="1270" cy="2766060"/>
            </a:xfrm>
            <a:custGeom>
              <a:avLst/>
              <a:gdLst/>
              <a:ahLst/>
              <a:cxnLst/>
              <a:rect l="l" t="t" r="r" b="b"/>
              <a:pathLst>
                <a:path w="1270" h="2766059">
                  <a:moveTo>
                    <a:pt x="965" y="0"/>
                  </a:moveTo>
                  <a:lnTo>
                    <a:pt x="508" y="0"/>
                  </a:lnTo>
                  <a:lnTo>
                    <a:pt x="508" y="6350"/>
                  </a:lnTo>
                  <a:lnTo>
                    <a:pt x="50" y="6350"/>
                  </a:lnTo>
                  <a:lnTo>
                    <a:pt x="50" y="7620"/>
                  </a:lnTo>
                  <a:lnTo>
                    <a:pt x="0" y="2766060"/>
                  </a:lnTo>
                  <a:lnTo>
                    <a:pt x="965" y="2766060"/>
                  </a:lnTo>
                  <a:lnTo>
                    <a:pt x="965" y="7620"/>
                  </a:lnTo>
                  <a:lnTo>
                    <a:pt x="965" y="6350"/>
                  </a:lnTo>
                  <a:lnTo>
                    <a:pt x="96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9" name="object 5639" descr=""/>
            <p:cNvSpPr/>
            <p:nvPr/>
          </p:nvSpPr>
          <p:spPr>
            <a:xfrm>
              <a:off x="5744139" y="7340507"/>
              <a:ext cx="1270" cy="2766695"/>
            </a:xfrm>
            <a:custGeom>
              <a:avLst/>
              <a:gdLst/>
              <a:ahLst/>
              <a:cxnLst/>
              <a:rect l="l" t="t" r="r" b="b"/>
              <a:pathLst>
                <a:path w="1270" h="2766695">
                  <a:moveTo>
                    <a:pt x="0" y="8070"/>
                  </a:moveTo>
                  <a:lnTo>
                    <a:pt x="152" y="6610"/>
                  </a:lnTo>
                  <a:lnTo>
                    <a:pt x="963" y="0"/>
                  </a:lnTo>
                  <a:lnTo>
                    <a:pt x="963" y="2766630"/>
                  </a:lnTo>
                  <a:lnTo>
                    <a:pt x="0" y="2766630"/>
                  </a:lnTo>
                  <a:lnTo>
                    <a:pt x="0" y="807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40" name="object 5640" descr=""/>
            <p:cNvSpPr/>
            <p:nvPr/>
          </p:nvSpPr>
          <p:spPr>
            <a:xfrm>
              <a:off x="5728705" y="7499739"/>
              <a:ext cx="1270" cy="2607945"/>
            </a:xfrm>
            <a:custGeom>
              <a:avLst/>
              <a:gdLst/>
              <a:ahLst/>
              <a:cxnLst/>
              <a:rect l="l" t="t" r="r" b="b"/>
              <a:pathLst>
                <a:path w="1270" h="2607945">
                  <a:moveTo>
                    <a:pt x="963" y="0"/>
                  </a:moveTo>
                  <a:lnTo>
                    <a:pt x="0" y="11456"/>
                  </a:lnTo>
                  <a:lnTo>
                    <a:pt x="0" y="2607398"/>
                  </a:lnTo>
                  <a:lnTo>
                    <a:pt x="963" y="2607398"/>
                  </a:lnTo>
                  <a:lnTo>
                    <a:pt x="9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1" name="object 5641" descr=""/>
            <p:cNvSpPr/>
            <p:nvPr/>
          </p:nvSpPr>
          <p:spPr>
            <a:xfrm>
              <a:off x="5728705" y="7499739"/>
              <a:ext cx="1270" cy="2607945"/>
            </a:xfrm>
            <a:custGeom>
              <a:avLst/>
              <a:gdLst/>
              <a:ahLst/>
              <a:cxnLst/>
              <a:rect l="l" t="t" r="r" b="b"/>
              <a:pathLst>
                <a:path w="1270" h="2607945">
                  <a:moveTo>
                    <a:pt x="0" y="11456"/>
                  </a:moveTo>
                  <a:lnTo>
                    <a:pt x="963" y="0"/>
                  </a:lnTo>
                  <a:lnTo>
                    <a:pt x="963" y="2607398"/>
                  </a:lnTo>
                  <a:lnTo>
                    <a:pt x="0" y="2607398"/>
                  </a:lnTo>
                  <a:lnTo>
                    <a:pt x="0" y="11456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42" name="object 5642" descr=""/>
            <p:cNvSpPr/>
            <p:nvPr/>
          </p:nvSpPr>
          <p:spPr>
            <a:xfrm>
              <a:off x="5713260" y="7825920"/>
              <a:ext cx="1270" cy="1948180"/>
            </a:xfrm>
            <a:custGeom>
              <a:avLst/>
              <a:gdLst/>
              <a:ahLst/>
              <a:cxnLst/>
              <a:rect l="l" t="t" r="r" b="b"/>
              <a:pathLst>
                <a:path w="1270" h="1948179">
                  <a:moveTo>
                    <a:pt x="963" y="0"/>
                  </a:moveTo>
                  <a:lnTo>
                    <a:pt x="0" y="34380"/>
                  </a:lnTo>
                  <a:lnTo>
                    <a:pt x="0" y="1872494"/>
                  </a:lnTo>
                  <a:lnTo>
                    <a:pt x="963" y="1948078"/>
                  </a:lnTo>
                  <a:lnTo>
                    <a:pt x="9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3" name="object 5643" descr=""/>
            <p:cNvSpPr/>
            <p:nvPr/>
          </p:nvSpPr>
          <p:spPr>
            <a:xfrm>
              <a:off x="5713260" y="7825920"/>
              <a:ext cx="1270" cy="1948180"/>
            </a:xfrm>
            <a:custGeom>
              <a:avLst/>
              <a:gdLst/>
              <a:ahLst/>
              <a:cxnLst/>
              <a:rect l="l" t="t" r="r" b="b"/>
              <a:pathLst>
                <a:path w="1270" h="1948179">
                  <a:moveTo>
                    <a:pt x="0" y="34380"/>
                  </a:moveTo>
                  <a:lnTo>
                    <a:pt x="963" y="0"/>
                  </a:lnTo>
                  <a:lnTo>
                    <a:pt x="963" y="1948078"/>
                  </a:lnTo>
                  <a:lnTo>
                    <a:pt x="0" y="1872494"/>
                  </a:lnTo>
                  <a:lnTo>
                    <a:pt x="0" y="3438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44" name="object 5644" descr=""/>
            <p:cNvSpPr/>
            <p:nvPr/>
          </p:nvSpPr>
          <p:spPr>
            <a:xfrm>
              <a:off x="5719655" y="10084572"/>
              <a:ext cx="729615" cy="635"/>
            </a:xfrm>
            <a:custGeom>
              <a:avLst/>
              <a:gdLst/>
              <a:ahLst/>
              <a:cxnLst/>
              <a:rect l="l" t="t" r="r" b="b"/>
              <a:pathLst>
                <a:path w="729614" h="634">
                  <a:moveTo>
                    <a:pt x="729183" y="607"/>
                  </a:moveTo>
                  <a:lnTo>
                    <a:pt x="729195" y="0"/>
                  </a:lnTo>
                  <a:lnTo>
                    <a:pt x="0" y="0"/>
                  </a:lnTo>
                  <a:lnTo>
                    <a:pt x="10" y="607"/>
                  </a:lnTo>
                  <a:lnTo>
                    <a:pt x="729183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5" name="object 5645" descr=""/>
            <p:cNvSpPr/>
            <p:nvPr/>
          </p:nvSpPr>
          <p:spPr>
            <a:xfrm>
              <a:off x="5719655" y="10084572"/>
              <a:ext cx="729615" cy="635"/>
            </a:xfrm>
            <a:custGeom>
              <a:avLst/>
              <a:gdLst/>
              <a:ahLst/>
              <a:cxnLst/>
              <a:rect l="l" t="t" r="r" b="b"/>
              <a:pathLst>
                <a:path w="729614" h="634">
                  <a:moveTo>
                    <a:pt x="729183" y="607"/>
                  </a:moveTo>
                  <a:lnTo>
                    <a:pt x="729195" y="0"/>
                  </a:lnTo>
                  <a:lnTo>
                    <a:pt x="0" y="0"/>
                  </a:lnTo>
                  <a:lnTo>
                    <a:pt x="10" y="607"/>
                  </a:lnTo>
                  <a:lnTo>
                    <a:pt x="729183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46" name="object 5646" descr=""/>
            <p:cNvSpPr/>
            <p:nvPr/>
          </p:nvSpPr>
          <p:spPr>
            <a:xfrm>
              <a:off x="5719239" y="10061097"/>
              <a:ext cx="730250" cy="635"/>
            </a:xfrm>
            <a:custGeom>
              <a:avLst/>
              <a:gdLst/>
              <a:ahLst/>
              <a:cxnLst/>
              <a:rect l="l" t="t" r="r" b="b"/>
              <a:pathLst>
                <a:path w="730250" h="634">
                  <a:moveTo>
                    <a:pt x="730058" y="607"/>
                  </a:moveTo>
                  <a:lnTo>
                    <a:pt x="730070" y="0"/>
                  </a:lnTo>
                  <a:lnTo>
                    <a:pt x="0" y="0"/>
                  </a:lnTo>
                  <a:lnTo>
                    <a:pt x="10" y="607"/>
                  </a:lnTo>
                  <a:lnTo>
                    <a:pt x="730058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7" name="object 5647" descr=""/>
            <p:cNvSpPr/>
            <p:nvPr/>
          </p:nvSpPr>
          <p:spPr>
            <a:xfrm>
              <a:off x="5719239" y="10061097"/>
              <a:ext cx="730250" cy="635"/>
            </a:xfrm>
            <a:custGeom>
              <a:avLst/>
              <a:gdLst/>
              <a:ahLst/>
              <a:cxnLst/>
              <a:rect l="l" t="t" r="r" b="b"/>
              <a:pathLst>
                <a:path w="730250" h="634">
                  <a:moveTo>
                    <a:pt x="730058" y="607"/>
                  </a:moveTo>
                  <a:lnTo>
                    <a:pt x="730070" y="0"/>
                  </a:lnTo>
                  <a:lnTo>
                    <a:pt x="0" y="0"/>
                  </a:lnTo>
                  <a:lnTo>
                    <a:pt x="10" y="607"/>
                  </a:lnTo>
                  <a:lnTo>
                    <a:pt x="730058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48" name="object 5648" descr=""/>
            <p:cNvSpPr/>
            <p:nvPr/>
          </p:nvSpPr>
          <p:spPr>
            <a:xfrm>
              <a:off x="5718822" y="10037621"/>
              <a:ext cx="731520" cy="635"/>
            </a:xfrm>
            <a:custGeom>
              <a:avLst/>
              <a:gdLst/>
              <a:ahLst/>
              <a:cxnLst/>
              <a:rect l="l" t="t" r="r" b="b"/>
              <a:pathLst>
                <a:path w="731520" h="634">
                  <a:moveTo>
                    <a:pt x="730933" y="607"/>
                  </a:moveTo>
                  <a:lnTo>
                    <a:pt x="730945" y="0"/>
                  </a:lnTo>
                  <a:lnTo>
                    <a:pt x="0" y="0"/>
                  </a:lnTo>
                  <a:lnTo>
                    <a:pt x="10" y="607"/>
                  </a:lnTo>
                  <a:lnTo>
                    <a:pt x="730933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9" name="object 5649" descr=""/>
            <p:cNvSpPr/>
            <p:nvPr/>
          </p:nvSpPr>
          <p:spPr>
            <a:xfrm>
              <a:off x="5718822" y="10037621"/>
              <a:ext cx="731520" cy="635"/>
            </a:xfrm>
            <a:custGeom>
              <a:avLst/>
              <a:gdLst/>
              <a:ahLst/>
              <a:cxnLst/>
              <a:rect l="l" t="t" r="r" b="b"/>
              <a:pathLst>
                <a:path w="731520" h="634">
                  <a:moveTo>
                    <a:pt x="730933" y="607"/>
                  </a:moveTo>
                  <a:lnTo>
                    <a:pt x="730945" y="0"/>
                  </a:lnTo>
                  <a:lnTo>
                    <a:pt x="0" y="0"/>
                  </a:lnTo>
                  <a:lnTo>
                    <a:pt x="10" y="607"/>
                  </a:lnTo>
                  <a:lnTo>
                    <a:pt x="730933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50" name="object 5650" descr=""/>
            <p:cNvSpPr/>
            <p:nvPr/>
          </p:nvSpPr>
          <p:spPr>
            <a:xfrm>
              <a:off x="5718406" y="10014145"/>
              <a:ext cx="732155" cy="635"/>
            </a:xfrm>
            <a:custGeom>
              <a:avLst/>
              <a:gdLst/>
              <a:ahLst/>
              <a:cxnLst/>
              <a:rect l="l" t="t" r="r" b="b"/>
              <a:pathLst>
                <a:path w="732154" h="634">
                  <a:moveTo>
                    <a:pt x="731808" y="617"/>
                  </a:moveTo>
                  <a:lnTo>
                    <a:pt x="731820" y="0"/>
                  </a:lnTo>
                  <a:lnTo>
                    <a:pt x="0" y="0"/>
                  </a:lnTo>
                  <a:lnTo>
                    <a:pt x="10" y="617"/>
                  </a:lnTo>
                  <a:lnTo>
                    <a:pt x="731808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1" name="object 5651" descr=""/>
            <p:cNvSpPr/>
            <p:nvPr/>
          </p:nvSpPr>
          <p:spPr>
            <a:xfrm>
              <a:off x="5718406" y="10014145"/>
              <a:ext cx="732155" cy="635"/>
            </a:xfrm>
            <a:custGeom>
              <a:avLst/>
              <a:gdLst/>
              <a:ahLst/>
              <a:cxnLst/>
              <a:rect l="l" t="t" r="r" b="b"/>
              <a:pathLst>
                <a:path w="732154" h="634">
                  <a:moveTo>
                    <a:pt x="731808" y="617"/>
                  </a:moveTo>
                  <a:lnTo>
                    <a:pt x="731820" y="0"/>
                  </a:lnTo>
                  <a:lnTo>
                    <a:pt x="0" y="0"/>
                  </a:lnTo>
                  <a:lnTo>
                    <a:pt x="10" y="617"/>
                  </a:lnTo>
                  <a:lnTo>
                    <a:pt x="731808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52" name="object 5652" descr=""/>
            <p:cNvSpPr/>
            <p:nvPr/>
          </p:nvSpPr>
          <p:spPr>
            <a:xfrm>
              <a:off x="5717990" y="9990680"/>
              <a:ext cx="732790" cy="635"/>
            </a:xfrm>
            <a:custGeom>
              <a:avLst/>
              <a:gdLst/>
              <a:ahLst/>
              <a:cxnLst/>
              <a:rect l="l" t="t" r="r" b="b"/>
              <a:pathLst>
                <a:path w="732789" h="634">
                  <a:moveTo>
                    <a:pt x="732683" y="607"/>
                  </a:moveTo>
                  <a:lnTo>
                    <a:pt x="732695" y="0"/>
                  </a:lnTo>
                  <a:lnTo>
                    <a:pt x="0" y="0"/>
                  </a:lnTo>
                  <a:lnTo>
                    <a:pt x="10" y="607"/>
                  </a:lnTo>
                  <a:lnTo>
                    <a:pt x="732683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3" name="object 5653" descr=""/>
            <p:cNvSpPr/>
            <p:nvPr/>
          </p:nvSpPr>
          <p:spPr>
            <a:xfrm>
              <a:off x="5717990" y="9990680"/>
              <a:ext cx="732790" cy="635"/>
            </a:xfrm>
            <a:custGeom>
              <a:avLst/>
              <a:gdLst/>
              <a:ahLst/>
              <a:cxnLst/>
              <a:rect l="l" t="t" r="r" b="b"/>
              <a:pathLst>
                <a:path w="732789" h="634">
                  <a:moveTo>
                    <a:pt x="732683" y="607"/>
                  </a:moveTo>
                  <a:lnTo>
                    <a:pt x="732695" y="0"/>
                  </a:lnTo>
                  <a:lnTo>
                    <a:pt x="0" y="0"/>
                  </a:lnTo>
                  <a:lnTo>
                    <a:pt x="10" y="607"/>
                  </a:lnTo>
                  <a:lnTo>
                    <a:pt x="732683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54" name="object 5654" descr=""/>
            <p:cNvSpPr/>
            <p:nvPr/>
          </p:nvSpPr>
          <p:spPr>
            <a:xfrm>
              <a:off x="5717573" y="9967204"/>
              <a:ext cx="734060" cy="635"/>
            </a:xfrm>
            <a:custGeom>
              <a:avLst/>
              <a:gdLst/>
              <a:ahLst/>
              <a:cxnLst/>
              <a:rect l="l" t="t" r="r" b="b"/>
              <a:pathLst>
                <a:path w="734060" h="634">
                  <a:moveTo>
                    <a:pt x="733558" y="607"/>
                  </a:moveTo>
                  <a:lnTo>
                    <a:pt x="733570" y="0"/>
                  </a:lnTo>
                  <a:lnTo>
                    <a:pt x="0" y="0"/>
                  </a:lnTo>
                  <a:lnTo>
                    <a:pt x="10" y="607"/>
                  </a:lnTo>
                  <a:lnTo>
                    <a:pt x="733558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5" name="object 5655" descr=""/>
            <p:cNvSpPr/>
            <p:nvPr/>
          </p:nvSpPr>
          <p:spPr>
            <a:xfrm>
              <a:off x="5717573" y="9967204"/>
              <a:ext cx="734060" cy="635"/>
            </a:xfrm>
            <a:custGeom>
              <a:avLst/>
              <a:gdLst/>
              <a:ahLst/>
              <a:cxnLst/>
              <a:rect l="l" t="t" r="r" b="b"/>
              <a:pathLst>
                <a:path w="734060" h="634">
                  <a:moveTo>
                    <a:pt x="733558" y="607"/>
                  </a:moveTo>
                  <a:lnTo>
                    <a:pt x="733570" y="0"/>
                  </a:lnTo>
                  <a:lnTo>
                    <a:pt x="0" y="0"/>
                  </a:lnTo>
                  <a:lnTo>
                    <a:pt x="10" y="607"/>
                  </a:lnTo>
                  <a:lnTo>
                    <a:pt x="733558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56" name="object 5656" descr=""/>
            <p:cNvSpPr/>
            <p:nvPr/>
          </p:nvSpPr>
          <p:spPr>
            <a:xfrm>
              <a:off x="5717157" y="9943728"/>
              <a:ext cx="734695" cy="635"/>
            </a:xfrm>
            <a:custGeom>
              <a:avLst/>
              <a:gdLst/>
              <a:ahLst/>
              <a:cxnLst/>
              <a:rect l="l" t="t" r="r" b="b"/>
              <a:pathLst>
                <a:path w="734695" h="634">
                  <a:moveTo>
                    <a:pt x="734433" y="617"/>
                  </a:moveTo>
                  <a:lnTo>
                    <a:pt x="734445" y="0"/>
                  </a:lnTo>
                  <a:lnTo>
                    <a:pt x="0" y="0"/>
                  </a:lnTo>
                  <a:lnTo>
                    <a:pt x="10" y="617"/>
                  </a:lnTo>
                  <a:lnTo>
                    <a:pt x="734433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7" name="object 5657" descr=""/>
            <p:cNvSpPr/>
            <p:nvPr/>
          </p:nvSpPr>
          <p:spPr>
            <a:xfrm>
              <a:off x="5717157" y="9943728"/>
              <a:ext cx="734695" cy="635"/>
            </a:xfrm>
            <a:custGeom>
              <a:avLst/>
              <a:gdLst/>
              <a:ahLst/>
              <a:cxnLst/>
              <a:rect l="l" t="t" r="r" b="b"/>
              <a:pathLst>
                <a:path w="734695" h="634">
                  <a:moveTo>
                    <a:pt x="734433" y="617"/>
                  </a:moveTo>
                  <a:lnTo>
                    <a:pt x="734445" y="0"/>
                  </a:lnTo>
                  <a:lnTo>
                    <a:pt x="0" y="0"/>
                  </a:lnTo>
                  <a:lnTo>
                    <a:pt x="10" y="617"/>
                  </a:lnTo>
                  <a:lnTo>
                    <a:pt x="734433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58" name="object 5658" descr=""/>
            <p:cNvSpPr/>
            <p:nvPr/>
          </p:nvSpPr>
          <p:spPr>
            <a:xfrm>
              <a:off x="5716740" y="9920263"/>
              <a:ext cx="735330" cy="635"/>
            </a:xfrm>
            <a:custGeom>
              <a:avLst/>
              <a:gdLst/>
              <a:ahLst/>
              <a:cxnLst/>
              <a:rect l="l" t="t" r="r" b="b"/>
              <a:pathLst>
                <a:path w="735329" h="634">
                  <a:moveTo>
                    <a:pt x="735307" y="607"/>
                  </a:moveTo>
                  <a:lnTo>
                    <a:pt x="735319" y="0"/>
                  </a:lnTo>
                  <a:lnTo>
                    <a:pt x="0" y="0"/>
                  </a:lnTo>
                  <a:lnTo>
                    <a:pt x="10" y="607"/>
                  </a:lnTo>
                  <a:lnTo>
                    <a:pt x="735307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9" name="object 5659" descr=""/>
            <p:cNvSpPr/>
            <p:nvPr/>
          </p:nvSpPr>
          <p:spPr>
            <a:xfrm>
              <a:off x="5716740" y="9920263"/>
              <a:ext cx="735330" cy="635"/>
            </a:xfrm>
            <a:custGeom>
              <a:avLst/>
              <a:gdLst/>
              <a:ahLst/>
              <a:cxnLst/>
              <a:rect l="l" t="t" r="r" b="b"/>
              <a:pathLst>
                <a:path w="735329" h="634">
                  <a:moveTo>
                    <a:pt x="735307" y="607"/>
                  </a:moveTo>
                  <a:lnTo>
                    <a:pt x="735319" y="0"/>
                  </a:lnTo>
                  <a:lnTo>
                    <a:pt x="0" y="0"/>
                  </a:lnTo>
                  <a:lnTo>
                    <a:pt x="10" y="607"/>
                  </a:lnTo>
                  <a:lnTo>
                    <a:pt x="735307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60" name="object 5660" descr=""/>
            <p:cNvSpPr/>
            <p:nvPr/>
          </p:nvSpPr>
          <p:spPr>
            <a:xfrm>
              <a:off x="5716324" y="9896787"/>
              <a:ext cx="736600" cy="635"/>
            </a:xfrm>
            <a:custGeom>
              <a:avLst/>
              <a:gdLst/>
              <a:ahLst/>
              <a:cxnLst/>
              <a:rect l="l" t="t" r="r" b="b"/>
              <a:pathLst>
                <a:path w="736600" h="634">
                  <a:moveTo>
                    <a:pt x="736182" y="607"/>
                  </a:moveTo>
                  <a:lnTo>
                    <a:pt x="736194" y="0"/>
                  </a:lnTo>
                  <a:lnTo>
                    <a:pt x="0" y="0"/>
                  </a:lnTo>
                  <a:lnTo>
                    <a:pt x="10" y="607"/>
                  </a:lnTo>
                  <a:lnTo>
                    <a:pt x="736182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1" name="object 5661" descr=""/>
            <p:cNvSpPr/>
            <p:nvPr/>
          </p:nvSpPr>
          <p:spPr>
            <a:xfrm>
              <a:off x="5716324" y="9896787"/>
              <a:ext cx="736600" cy="635"/>
            </a:xfrm>
            <a:custGeom>
              <a:avLst/>
              <a:gdLst/>
              <a:ahLst/>
              <a:cxnLst/>
              <a:rect l="l" t="t" r="r" b="b"/>
              <a:pathLst>
                <a:path w="736600" h="634">
                  <a:moveTo>
                    <a:pt x="736182" y="607"/>
                  </a:moveTo>
                  <a:lnTo>
                    <a:pt x="736194" y="0"/>
                  </a:lnTo>
                  <a:lnTo>
                    <a:pt x="0" y="0"/>
                  </a:lnTo>
                  <a:lnTo>
                    <a:pt x="10" y="607"/>
                  </a:lnTo>
                  <a:lnTo>
                    <a:pt x="736182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62" name="object 5662" descr=""/>
            <p:cNvSpPr/>
            <p:nvPr/>
          </p:nvSpPr>
          <p:spPr>
            <a:xfrm>
              <a:off x="5715907" y="9873312"/>
              <a:ext cx="737235" cy="635"/>
            </a:xfrm>
            <a:custGeom>
              <a:avLst/>
              <a:gdLst/>
              <a:ahLst/>
              <a:cxnLst/>
              <a:rect l="l" t="t" r="r" b="b"/>
              <a:pathLst>
                <a:path w="737235" h="634">
                  <a:moveTo>
                    <a:pt x="737057" y="607"/>
                  </a:moveTo>
                  <a:lnTo>
                    <a:pt x="737069" y="0"/>
                  </a:lnTo>
                  <a:lnTo>
                    <a:pt x="0" y="0"/>
                  </a:lnTo>
                  <a:lnTo>
                    <a:pt x="10" y="607"/>
                  </a:lnTo>
                  <a:lnTo>
                    <a:pt x="737057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3" name="object 5663" descr=""/>
            <p:cNvSpPr/>
            <p:nvPr/>
          </p:nvSpPr>
          <p:spPr>
            <a:xfrm>
              <a:off x="5715907" y="9873312"/>
              <a:ext cx="737235" cy="635"/>
            </a:xfrm>
            <a:custGeom>
              <a:avLst/>
              <a:gdLst/>
              <a:ahLst/>
              <a:cxnLst/>
              <a:rect l="l" t="t" r="r" b="b"/>
              <a:pathLst>
                <a:path w="737235" h="634">
                  <a:moveTo>
                    <a:pt x="737057" y="607"/>
                  </a:moveTo>
                  <a:lnTo>
                    <a:pt x="737069" y="0"/>
                  </a:lnTo>
                  <a:lnTo>
                    <a:pt x="0" y="0"/>
                  </a:lnTo>
                  <a:lnTo>
                    <a:pt x="10" y="607"/>
                  </a:lnTo>
                  <a:lnTo>
                    <a:pt x="737057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64" name="object 5664" descr=""/>
            <p:cNvSpPr/>
            <p:nvPr/>
          </p:nvSpPr>
          <p:spPr>
            <a:xfrm>
              <a:off x="5715491" y="9849836"/>
              <a:ext cx="738505" cy="635"/>
            </a:xfrm>
            <a:custGeom>
              <a:avLst/>
              <a:gdLst/>
              <a:ahLst/>
              <a:cxnLst/>
              <a:rect l="l" t="t" r="r" b="b"/>
              <a:pathLst>
                <a:path w="738504" h="634">
                  <a:moveTo>
                    <a:pt x="737932" y="607"/>
                  </a:moveTo>
                  <a:lnTo>
                    <a:pt x="737944" y="0"/>
                  </a:lnTo>
                  <a:lnTo>
                    <a:pt x="0" y="0"/>
                  </a:lnTo>
                  <a:lnTo>
                    <a:pt x="10" y="607"/>
                  </a:lnTo>
                  <a:lnTo>
                    <a:pt x="737932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5" name="object 5665" descr=""/>
            <p:cNvSpPr/>
            <p:nvPr/>
          </p:nvSpPr>
          <p:spPr>
            <a:xfrm>
              <a:off x="5715491" y="9849836"/>
              <a:ext cx="738505" cy="635"/>
            </a:xfrm>
            <a:custGeom>
              <a:avLst/>
              <a:gdLst/>
              <a:ahLst/>
              <a:cxnLst/>
              <a:rect l="l" t="t" r="r" b="b"/>
              <a:pathLst>
                <a:path w="738504" h="634">
                  <a:moveTo>
                    <a:pt x="737932" y="607"/>
                  </a:moveTo>
                  <a:lnTo>
                    <a:pt x="737944" y="0"/>
                  </a:lnTo>
                  <a:lnTo>
                    <a:pt x="0" y="0"/>
                  </a:lnTo>
                  <a:lnTo>
                    <a:pt x="10" y="607"/>
                  </a:lnTo>
                  <a:lnTo>
                    <a:pt x="737932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66" name="object 5666" descr=""/>
            <p:cNvSpPr/>
            <p:nvPr/>
          </p:nvSpPr>
          <p:spPr>
            <a:xfrm>
              <a:off x="5715074" y="9826360"/>
              <a:ext cx="739140" cy="635"/>
            </a:xfrm>
            <a:custGeom>
              <a:avLst/>
              <a:gdLst/>
              <a:ahLst/>
              <a:cxnLst/>
              <a:rect l="l" t="t" r="r" b="b"/>
              <a:pathLst>
                <a:path w="739139" h="634">
                  <a:moveTo>
                    <a:pt x="738807" y="617"/>
                  </a:moveTo>
                  <a:lnTo>
                    <a:pt x="738819" y="0"/>
                  </a:lnTo>
                  <a:lnTo>
                    <a:pt x="0" y="0"/>
                  </a:lnTo>
                  <a:lnTo>
                    <a:pt x="10" y="617"/>
                  </a:lnTo>
                  <a:lnTo>
                    <a:pt x="738807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7" name="object 5667" descr=""/>
            <p:cNvSpPr/>
            <p:nvPr/>
          </p:nvSpPr>
          <p:spPr>
            <a:xfrm>
              <a:off x="5715074" y="9826360"/>
              <a:ext cx="739140" cy="635"/>
            </a:xfrm>
            <a:custGeom>
              <a:avLst/>
              <a:gdLst/>
              <a:ahLst/>
              <a:cxnLst/>
              <a:rect l="l" t="t" r="r" b="b"/>
              <a:pathLst>
                <a:path w="739139" h="634">
                  <a:moveTo>
                    <a:pt x="738807" y="617"/>
                  </a:moveTo>
                  <a:lnTo>
                    <a:pt x="738819" y="0"/>
                  </a:lnTo>
                  <a:lnTo>
                    <a:pt x="0" y="0"/>
                  </a:lnTo>
                  <a:lnTo>
                    <a:pt x="10" y="617"/>
                  </a:lnTo>
                  <a:lnTo>
                    <a:pt x="738807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68" name="object 5668" descr=""/>
            <p:cNvSpPr/>
            <p:nvPr/>
          </p:nvSpPr>
          <p:spPr>
            <a:xfrm>
              <a:off x="5714658" y="9802895"/>
              <a:ext cx="739775" cy="635"/>
            </a:xfrm>
            <a:custGeom>
              <a:avLst/>
              <a:gdLst/>
              <a:ahLst/>
              <a:cxnLst/>
              <a:rect l="l" t="t" r="r" b="b"/>
              <a:pathLst>
                <a:path w="739775" h="634">
                  <a:moveTo>
                    <a:pt x="739682" y="607"/>
                  </a:moveTo>
                  <a:lnTo>
                    <a:pt x="739694" y="0"/>
                  </a:lnTo>
                  <a:lnTo>
                    <a:pt x="0" y="0"/>
                  </a:lnTo>
                  <a:lnTo>
                    <a:pt x="10" y="607"/>
                  </a:lnTo>
                  <a:lnTo>
                    <a:pt x="739682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9" name="object 5669" descr=""/>
            <p:cNvSpPr/>
            <p:nvPr/>
          </p:nvSpPr>
          <p:spPr>
            <a:xfrm>
              <a:off x="5714658" y="9802895"/>
              <a:ext cx="739775" cy="635"/>
            </a:xfrm>
            <a:custGeom>
              <a:avLst/>
              <a:gdLst/>
              <a:ahLst/>
              <a:cxnLst/>
              <a:rect l="l" t="t" r="r" b="b"/>
              <a:pathLst>
                <a:path w="739775" h="634">
                  <a:moveTo>
                    <a:pt x="739682" y="607"/>
                  </a:moveTo>
                  <a:lnTo>
                    <a:pt x="739694" y="0"/>
                  </a:lnTo>
                  <a:lnTo>
                    <a:pt x="0" y="0"/>
                  </a:lnTo>
                  <a:lnTo>
                    <a:pt x="10" y="607"/>
                  </a:lnTo>
                  <a:lnTo>
                    <a:pt x="739682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70" name="object 5670" descr=""/>
            <p:cNvSpPr/>
            <p:nvPr/>
          </p:nvSpPr>
          <p:spPr>
            <a:xfrm>
              <a:off x="5714292" y="9779419"/>
              <a:ext cx="741045" cy="635"/>
            </a:xfrm>
            <a:custGeom>
              <a:avLst/>
              <a:gdLst/>
              <a:ahLst/>
              <a:cxnLst/>
              <a:rect l="l" t="t" r="r" b="b"/>
              <a:pathLst>
                <a:path w="741045" h="634">
                  <a:moveTo>
                    <a:pt x="740506" y="617"/>
                  </a:moveTo>
                  <a:lnTo>
                    <a:pt x="740518" y="0"/>
                  </a:lnTo>
                  <a:lnTo>
                    <a:pt x="0" y="0"/>
                  </a:lnTo>
                  <a:lnTo>
                    <a:pt x="7" y="617"/>
                  </a:lnTo>
                  <a:lnTo>
                    <a:pt x="740506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1" name="object 5671" descr=""/>
            <p:cNvSpPr/>
            <p:nvPr/>
          </p:nvSpPr>
          <p:spPr>
            <a:xfrm>
              <a:off x="5714292" y="9779419"/>
              <a:ext cx="741045" cy="635"/>
            </a:xfrm>
            <a:custGeom>
              <a:avLst/>
              <a:gdLst/>
              <a:ahLst/>
              <a:cxnLst/>
              <a:rect l="l" t="t" r="r" b="b"/>
              <a:pathLst>
                <a:path w="741045" h="634">
                  <a:moveTo>
                    <a:pt x="740506" y="617"/>
                  </a:moveTo>
                  <a:lnTo>
                    <a:pt x="740518" y="0"/>
                  </a:lnTo>
                  <a:lnTo>
                    <a:pt x="0" y="0"/>
                  </a:lnTo>
                  <a:lnTo>
                    <a:pt x="7" y="617"/>
                  </a:lnTo>
                  <a:lnTo>
                    <a:pt x="740506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72" name="object 5672" descr=""/>
            <p:cNvSpPr/>
            <p:nvPr/>
          </p:nvSpPr>
          <p:spPr>
            <a:xfrm>
              <a:off x="5713993" y="9755944"/>
              <a:ext cx="741680" cy="635"/>
            </a:xfrm>
            <a:custGeom>
              <a:avLst/>
              <a:gdLst/>
              <a:ahLst/>
              <a:cxnLst/>
              <a:rect l="l" t="t" r="r" b="b"/>
              <a:pathLst>
                <a:path w="741679" h="634">
                  <a:moveTo>
                    <a:pt x="741264" y="617"/>
                  </a:moveTo>
                  <a:lnTo>
                    <a:pt x="741276" y="0"/>
                  </a:lnTo>
                  <a:lnTo>
                    <a:pt x="0" y="0"/>
                  </a:lnTo>
                  <a:lnTo>
                    <a:pt x="7" y="617"/>
                  </a:lnTo>
                  <a:lnTo>
                    <a:pt x="741264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3" name="object 5673" descr=""/>
            <p:cNvSpPr/>
            <p:nvPr/>
          </p:nvSpPr>
          <p:spPr>
            <a:xfrm>
              <a:off x="5713993" y="9755944"/>
              <a:ext cx="741680" cy="635"/>
            </a:xfrm>
            <a:custGeom>
              <a:avLst/>
              <a:gdLst/>
              <a:ahLst/>
              <a:cxnLst/>
              <a:rect l="l" t="t" r="r" b="b"/>
              <a:pathLst>
                <a:path w="741679" h="634">
                  <a:moveTo>
                    <a:pt x="741264" y="617"/>
                  </a:moveTo>
                  <a:lnTo>
                    <a:pt x="741276" y="0"/>
                  </a:lnTo>
                  <a:lnTo>
                    <a:pt x="0" y="0"/>
                  </a:lnTo>
                  <a:lnTo>
                    <a:pt x="7" y="617"/>
                  </a:lnTo>
                  <a:lnTo>
                    <a:pt x="741264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74" name="object 5674" descr=""/>
            <p:cNvSpPr/>
            <p:nvPr/>
          </p:nvSpPr>
          <p:spPr>
            <a:xfrm>
              <a:off x="5713694" y="9732478"/>
              <a:ext cx="742315" cy="635"/>
            </a:xfrm>
            <a:custGeom>
              <a:avLst/>
              <a:gdLst/>
              <a:ahLst/>
              <a:cxnLst/>
              <a:rect l="l" t="t" r="r" b="b"/>
              <a:pathLst>
                <a:path w="742314" h="634">
                  <a:moveTo>
                    <a:pt x="742021" y="607"/>
                  </a:moveTo>
                  <a:lnTo>
                    <a:pt x="742033" y="0"/>
                  </a:lnTo>
                  <a:lnTo>
                    <a:pt x="0" y="0"/>
                  </a:lnTo>
                  <a:lnTo>
                    <a:pt x="7" y="607"/>
                  </a:lnTo>
                  <a:lnTo>
                    <a:pt x="742021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5" name="object 5675" descr=""/>
            <p:cNvSpPr/>
            <p:nvPr/>
          </p:nvSpPr>
          <p:spPr>
            <a:xfrm>
              <a:off x="5713694" y="9732478"/>
              <a:ext cx="742315" cy="635"/>
            </a:xfrm>
            <a:custGeom>
              <a:avLst/>
              <a:gdLst/>
              <a:ahLst/>
              <a:cxnLst/>
              <a:rect l="l" t="t" r="r" b="b"/>
              <a:pathLst>
                <a:path w="742314" h="634">
                  <a:moveTo>
                    <a:pt x="742021" y="607"/>
                  </a:moveTo>
                  <a:lnTo>
                    <a:pt x="742033" y="0"/>
                  </a:lnTo>
                  <a:lnTo>
                    <a:pt x="0" y="0"/>
                  </a:lnTo>
                  <a:lnTo>
                    <a:pt x="7" y="607"/>
                  </a:lnTo>
                  <a:lnTo>
                    <a:pt x="742021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76" name="object 5676" descr=""/>
            <p:cNvSpPr/>
            <p:nvPr/>
          </p:nvSpPr>
          <p:spPr>
            <a:xfrm>
              <a:off x="5713395" y="9709003"/>
              <a:ext cx="742950" cy="635"/>
            </a:xfrm>
            <a:custGeom>
              <a:avLst/>
              <a:gdLst/>
              <a:ahLst/>
              <a:cxnLst/>
              <a:rect l="l" t="t" r="r" b="b"/>
              <a:pathLst>
                <a:path w="742950" h="634">
                  <a:moveTo>
                    <a:pt x="742779" y="607"/>
                  </a:moveTo>
                  <a:lnTo>
                    <a:pt x="742791" y="0"/>
                  </a:lnTo>
                  <a:lnTo>
                    <a:pt x="0" y="0"/>
                  </a:lnTo>
                  <a:lnTo>
                    <a:pt x="7" y="607"/>
                  </a:lnTo>
                  <a:lnTo>
                    <a:pt x="742779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7" name="object 5677" descr=""/>
            <p:cNvSpPr/>
            <p:nvPr/>
          </p:nvSpPr>
          <p:spPr>
            <a:xfrm>
              <a:off x="5713395" y="9709003"/>
              <a:ext cx="742950" cy="635"/>
            </a:xfrm>
            <a:custGeom>
              <a:avLst/>
              <a:gdLst/>
              <a:ahLst/>
              <a:cxnLst/>
              <a:rect l="l" t="t" r="r" b="b"/>
              <a:pathLst>
                <a:path w="742950" h="634">
                  <a:moveTo>
                    <a:pt x="742779" y="607"/>
                  </a:moveTo>
                  <a:lnTo>
                    <a:pt x="742791" y="0"/>
                  </a:lnTo>
                  <a:lnTo>
                    <a:pt x="0" y="0"/>
                  </a:lnTo>
                  <a:lnTo>
                    <a:pt x="7" y="607"/>
                  </a:lnTo>
                  <a:lnTo>
                    <a:pt x="742779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78" name="object 5678" descr=""/>
            <p:cNvSpPr/>
            <p:nvPr/>
          </p:nvSpPr>
          <p:spPr>
            <a:xfrm>
              <a:off x="5713096" y="9685527"/>
              <a:ext cx="743585" cy="635"/>
            </a:xfrm>
            <a:custGeom>
              <a:avLst/>
              <a:gdLst/>
              <a:ahLst/>
              <a:cxnLst/>
              <a:rect l="l" t="t" r="r" b="b"/>
              <a:pathLst>
                <a:path w="743585" h="634">
                  <a:moveTo>
                    <a:pt x="743536" y="607"/>
                  </a:moveTo>
                  <a:lnTo>
                    <a:pt x="743548" y="0"/>
                  </a:lnTo>
                  <a:lnTo>
                    <a:pt x="0" y="0"/>
                  </a:lnTo>
                  <a:lnTo>
                    <a:pt x="7" y="607"/>
                  </a:lnTo>
                  <a:lnTo>
                    <a:pt x="743536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9" name="object 5679" descr=""/>
            <p:cNvSpPr/>
            <p:nvPr/>
          </p:nvSpPr>
          <p:spPr>
            <a:xfrm>
              <a:off x="5713096" y="9685527"/>
              <a:ext cx="743585" cy="635"/>
            </a:xfrm>
            <a:custGeom>
              <a:avLst/>
              <a:gdLst/>
              <a:ahLst/>
              <a:cxnLst/>
              <a:rect l="l" t="t" r="r" b="b"/>
              <a:pathLst>
                <a:path w="743585" h="634">
                  <a:moveTo>
                    <a:pt x="743536" y="607"/>
                  </a:moveTo>
                  <a:lnTo>
                    <a:pt x="743548" y="0"/>
                  </a:lnTo>
                  <a:lnTo>
                    <a:pt x="0" y="0"/>
                  </a:lnTo>
                  <a:lnTo>
                    <a:pt x="7" y="607"/>
                  </a:lnTo>
                  <a:lnTo>
                    <a:pt x="743536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80" name="object 5680" descr=""/>
            <p:cNvSpPr/>
            <p:nvPr/>
          </p:nvSpPr>
          <p:spPr>
            <a:xfrm>
              <a:off x="5712797" y="9662051"/>
              <a:ext cx="744855" cy="635"/>
            </a:xfrm>
            <a:custGeom>
              <a:avLst/>
              <a:gdLst/>
              <a:ahLst/>
              <a:cxnLst/>
              <a:rect l="l" t="t" r="r" b="b"/>
              <a:pathLst>
                <a:path w="744854" h="634">
                  <a:moveTo>
                    <a:pt x="744294" y="617"/>
                  </a:moveTo>
                  <a:lnTo>
                    <a:pt x="744306" y="0"/>
                  </a:lnTo>
                  <a:lnTo>
                    <a:pt x="0" y="0"/>
                  </a:lnTo>
                  <a:lnTo>
                    <a:pt x="7" y="617"/>
                  </a:lnTo>
                  <a:lnTo>
                    <a:pt x="744294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1" name="object 5681" descr=""/>
            <p:cNvSpPr/>
            <p:nvPr/>
          </p:nvSpPr>
          <p:spPr>
            <a:xfrm>
              <a:off x="5712797" y="9662051"/>
              <a:ext cx="744855" cy="635"/>
            </a:xfrm>
            <a:custGeom>
              <a:avLst/>
              <a:gdLst/>
              <a:ahLst/>
              <a:cxnLst/>
              <a:rect l="l" t="t" r="r" b="b"/>
              <a:pathLst>
                <a:path w="744854" h="634">
                  <a:moveTo>
                    <a:pt x="744294" y="617"/>
                  </a:moveTo>
                  <a:lnTo>
                    <a:pt x="744306" y="0"/>
                  </a:lnTo>
                  <a:lnTo>
                    <a:pt x="0" y="0"/>
                  </a:lnTo>
                  <a:lnTo>
                    <a:pt x="7" y="617"/>
                  </a:lnTo>
                  <a:lnTo>
                    <a:pt x="744294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82" name="object 5682" descr=""/>
            <p:cNvSpPr/>
            <p:nvPr/>
          </p:nvSpPr>
          <p:spPr>
            <a:xfrm>
              <a:off x="5712497" y="9638576"/>
              <a:ext cx="745490" cy="635"/>
            </a:xfrm>
            <a:custGeom>
              <a:avLst/>
              <a:gdLst/>
              <a:ahLst/>
              <a:cxnLst/>
              <a:rect l="l" t="t" r="r" b="b"/>
              <a:pathLst>
                <a:path w="745489" h="634">
                  <a:moveTo>
                    <a:pt x="745052" y="617"/>
                  </a:moveTo>
                  <a:lnTo>
                    <a:pt x="745064" y="0"/>
                  </a:lnTo>
                  <a:lnTo>
                    <a:pt x="0" y="0"/>
                  </a:lnTo>
                  <a:lnTo>
                    <a:pt x="7" y="617"/>
                  </a:lnTo>
                  <a:lnTo>
                    <a:pt x="745052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3" name="object 5683" descr=""/>
            <p:cNvSpPr/>
            <p:nvPr/>
          </p:nvSpPr>
          <p:spPr>
            <a:xfrm>
              <a:off x="5712497" y="9638576"/>
              <a:ext cx="745490" cy="635"/>
            </a:xfrm>
            <a:custGeom>
              <a:avLst/>
              <a:gdLst/>
              <a:ahLst/>
              <a:cxnLst/>
              <a:rect l="l" t="t" r="r" b="b"/>
              <a:pathLst>
                <a:path w="745489" h="634">
                  <a:moveTo>
                    <a:pt x="745052" y="617"/>
                  </a:moveTo>
                  <a:lnTo>
                    <a:pt x="745064" y="0"/>
                  </a:lnTo>
                  <a:lnTo>
                    <a:pt x="0" y="0"/>
                  </a:lnTo>
                  <a:lnTo>
                    <a:pt x="7" y="617"/>
                  </a:lnTo>
                  <a:lnTo>
                    <a:pt x="745052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84" name="object 5684" descr=""/>
            <p:cNvSpPr/>
            <p:nvPr/>
          </p:nvSpPr>
          <p:spPr>
            <a:xfrm>
              <a:off x="5712198" y="9615110"/>
              <a:ext cx="746125" cy="635"/>
            </a:xfrm>
            <a:custGeom>
              <a:avLst/>
              <a:gdLst/>
              <a:ahLst/>
              <a:cxnLst/>
              <a:rect l="l" t="t" r="r" b="b"/>
              <a:pathLst>
                <a:path w="746125" h="634">
                  <a:moveTo>
                    <a:pt x="745809" y="607"/>
                  </a:moveTo>
                  <a:lnTo>
                    <a:pt x="745821" y="0"/>
                  </a:lnTo>
                  <a:lnTo>
                    <a:pt x="0" y="0"/>
                  </a:lnTo>
                  <a:lnTo>
                    <a:pt x="7" y="607"/>
                  </a:lnTo>
                  <a:lnTo>
                    <a:pt x="745809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5" name="object 5685" descr=""/>
            <p:cNvSpPr/>
            <p:nvPr/>
          </p:nvSpPr>
          <p:spPr>
            <a:xfrm>
              <a:off x="5712198" y="9615110"/>
              <a:ext cx="746125" cy="635"/>
            </a:xfrm>
            <a:custGeom>
              <a:avLst/>
              <a:gdLst/>
              <a:ahLst/>
              <a:cxnLst/>
              <a:rect l="l" t="t" r="r" b="b"/>
              <a:pathLst>
                <a:path w="746125" h="634">
                  <a:moveTo>
                    <a:pt x="745809" y="607"/>
                  </a:moveTo>
                  <a:lnTo>
                    <a:pt x="745821" y="0"/>
                  </a:lnTo>
                  <a:lnTo>
                    <a:pt x="0" y="0"/>
                  </a:lnTo>
                  <a:lnTo>
                    <a:pt x="7" y="607"/>
                  </a:lnTo>
                  <a:lnTo>
                    <a:pt x="745809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86" name="object 5686" descr=""/>
            <p:cNvSpPr/>
            <p:nvPr/>
          </p:nvSpPr>
          <p:spPr>
            <a:xfrm>
              <a:off x="5711899" y="9591634"/>
              <a:ext cx="746760" cy="635"/>
            </a:xfrm>
            <a:custGeom>
              <a:avLst/>
              <a:gdLst/>
              <a:ahLst/>
              <a:cxnLst/>
              <a:rect l="l" t="t" r="r" b="b"/>
              <a:pathLst>
                <a:path w="746760" h="634">
                  <a:moveTo>
                    <a:pt x="746567" y="617"/>
                  </a:moveTo>
                  <a:lnTo>
                    <a:pt x="746579" y="0"/>
                  </a:lnTo>
                  <a:lnTo>
                    <a:pt x="0" y="0"/>
                  </a:lnTo>
                  <a:lnTo>
                    <a:pt x="7" y="617"/>
                  </a:lnTo>
                  <a:lnTo>
                    <a:pt x="746567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7" name="object 5687" descr=""/>
            <p:cNvSpPr/>
            <p:nvPr/>
          </p:nvSpPr>
          <p:spPr>
            <a:xfrm>
              <a:off x="5711899" y="9591634"/>
              <a:ext cx="746760" cy="635"/>
            </a:xfrm>
            <a:custGeom>
              <a:avLst/>
              <a:gdLst/>
              <a:ahLst/>
              <a:cxnLst/>
              <a:rect l="l" t="t" r="r" b="b"/>
              <a:pathLst>
                <a:path w="746760" h="634">
                  <a:moveTo>
                    <a:pt x="746567" y="617"/>
                  </a:moveTo>
                  <a:lnTo>
                    <a:pt x="746579" y="0"/>
                  </a:lnTo>
                  <a:lnTo>
                    <a:pt x="0" y="0"/>
                  </a:lnTo>
                  <a:lnTo>
                    <a:pt x="7" y="617"/>
                  </a:lnTo>
                  <a:lnTo>
                    <a:pt x="746567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88" name="object 5688" descr=""/>
            <p:cNvSpPr/>
            <p:nvPr/>
          </p:nvSpPr>
          <p:spPr>
            <a:xfrm>
              <a:off x="5711600" y="9568158"/>
              <a:ext cx="747395" cy="635"/>
            </a:xfrm>
            <a:custGeom>
              <a:avLst/>
              <a:gdLst/>
              <a:ahLst/>
              <a:cxnLst/>
              <a:rect l="l" t="t" r="r" b="b"/>
              <a:pathLst>
                <a:path w="747395" h="634">
                  <a:moveTo>
                    <a:pt x="747324" y="617"/>
                  </a:moveTo>
                  <a:lnTo>
                    <a:pt x="747336" y="0"/>
                  </a:lnTo>
                  <a:lnTo>
                    <a:pt x="0" y="0"/>
                  </a:lnTo>
                  <a:lnTo>
                    <a:pt x="7" y="617"/>
                  </a:lnTo>
                  <a:lnTo>
                    <a:pt x="747324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9" name="object 5689" descr=""/>
            <p:cNvSpPr/>
            <p:nvPr/>
          </p:nvSpPr>
          <p:spPr>
            <a:xfrm>
              <a:off x="5711600" y="9568158"/>
              <a:ext cx="747395" cy="635"/>
            </a:xfrm>
            <a:custGeom>
              <a:avLst/>
              <a:gdLst/>
              <a:ahLst/>
              <a:cxnLst/>
              <a:rect l="l" t="t" r="r" b="b"/>
              <a:pathLst>
                <a:path w="747395" h="634">
                  <a:moveTo>
                    <a:pt x="747324" y="617"/>
                  </a:moveTo>
                  <a:lnTo>
                    <a:pt x="747336" y="0"/>
                  </a:lnTo>
                  <a:lnTo>
                    <a:pt x="0" y="0"/>
                  </a:lnTo>
                  <a:lnTo>
                    <a:pt x="7" y="617"/>
                  </a:lnTo>
                  <a:lnTo>
                    <a:pt x="747324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90" name="object 5690" descr=""/>
            <p:cNvSpPr/>
            <p:nvPr/>
          </p:nvSpPr>
          <p:spPr>
            <a:xfrm>
              <a:off x="5711301" y="9544693"/>
              <a:ext cx="748665" cy="635"/>
            </a:xfrm>
            <a:custGeom>
              <a:avLst/>
              <a:gdLst/>
              <a:ahLst/>
              <a:cxnLst/>
              <a:rect l="l" t="t" r="r" b="b"/>
              <a:pathLst>
                <a:path w="748664" h="634">
                  <a:moveTo>
                    <a:pt x="748082" y="607"/>
                  </a:moveTo>
                  <a:lnTo>
                    <a:pt x="748094" y="0"/>
                  </a:lnTo>
                  <a:lnTo>
                    <a:pt x="0" y="0"/>
                  </a:lnTo>
                  <a:lnTo>
                    <a:pt x="7" y="607"/>
                  </a:lnTo>
                  <a:lnTo>
                    <a:pt x="748082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1" name="object 5691" descr=""/>
            <p:cNvSpPr/>
            <p:nvPr/>
          </p:nvSpPr>
          <p:spPr>
            <a:xfrm>
              <a:off x="5711301" y="9544693"/>
              <a:ext cx="748665" cy="635"/>
            </a:xfrm>
            <a:custGeom>
              <a:avLst/>
              <a:gdLst/>
              <a:ahLst/>
              <a:cxnLst/>
              <a:rect l="l" t="t" r="r" b="b"/>
              <a:pathLst>
                <a:path w="748664" h="634">
                  <a:moveTo>
                    <a:pt x="748082" y="607"/>
                  </a:moveTo>
                  <a:lnTo>
                    <a:pt x="748094" y="0"/>
                  </a:lnTo>
                  <a:lnTo>
                    <a:pt x="0" y="0"/>
                  </a:lnTo>
                  <a:lnTo>
                    <a:pt x="7" y="607"/>
                  </a:lnTo>
                  <a:lnTo>
                    <a:pt x="748082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92" name="object 5692" descr=""/>
            <p:cNvSpPr/>
            <p:nvPr/>
          </p:nvSpPr>
          <p:spPr>
            <a:xfrm>
              <a:off x="5711002" y="9521218"/>
              <a:ext cx="749300" cy="635"/>
            </a:xfrm>
            <a:custGeom>
              <a:avLst/>
              <a:gdLst/>
              <a:ahLst/>
              <a:cxnLst/>
              <a:rect l="l" t="t" r="r" b="b"/>
              <a:pathLst>
                <a:path w="749300" h="634">
                  <a:moveTo>
                    <a:pt x="748840" y="607"/>
                  </a:moveTo>
                  <a:lnTo>
                    <a:pt x="748851" y="0"/>
                  </a:lnTo>
                  <a:lnTo>
                    <a:pt x="0" y="0"/>
                  </a:lnTo>
                  <a:lnTo>
                    <a:pt x="7" y="607"/>
                  </a:lnTo>
                  <a:lnTo>
                    <a:pt x="748840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3" name="object 5693" descr=""/>
            <p:cNvSpPr/>
            <p:nvPr/>
          </p:nvSpPr>
          <p:spPr>
            <a:xfrm>
              <a:off x="5711002" y="9521218"/>
              <a:ext cx="749300" cy="635"/>
            </a:xfrm>
            <a:custGeom>
              <a:avLst/>
              <a:gdLst/>
              <a:ahLst/>
              <a:cxnLst/>
              <a:rect l="l" t="t" r="r" b="b"/>
              <a:pathLst>
                <a:path w="749300" h="634">
                  <a:moveTo>
                    <a:pt x="748840" y="607"/>
                  </a:moveTo>
                  <a:lnTo>
                    <a:pt x="748851" y="0"/>
                  </a:lnTo>
                  <a:lnTo>
                    <a:pt x="0" y="0"/>
                  </a:lnTo>
                  <a:lnTo>
                    <a:pt x="7" y="607"/>
                  </a:lnTo>
                  <a:lnTo>
                    <a:pt x="748840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94" name="object 5694" descr=""/>
            <p:cNvSpPr/>
            <p:nvPr/>
          </p:nvSpPr>
          <p:spPr>
            <a:xfrm>
              <a:off x="5710702" y="9497742"/>
              <a:ext cx="749935" cy="635"/>
            </a:xfrm>
            <a:custGeom>
              <a:avLst/>
              <a:gdLst/>
              <a:ahLst/>
              <a:cxnLst/>
              <a:rect l="l" t="t" r="r" b="b"/>
              <a:pathLst>
                <a:path w="749935" h="634">
                  <a:moveTo>
                    <a:pt x="749597" y="607"/>
                  </a:moveTo>
                  <a:lnTo>
                    <a:pt x="749609" y="0"/>
                  </a:lnTo>
                  <a:lnTo>
                    <a:pt x="0" y="0"/>
                  </a:lnTo>
                  <a:lnTo>
                    <a:pt x="7" y="607"/>
                  </a:lnTo>
                  <a:lnTo>
                    <a:pt x="749597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5" name="object 5695" descr=""/>
            <p:cNvSpPr/>
            <p:nvPr/>
          </p:nvSpPr>
          <p:spPr>
            <a:xfrm>
              <a:off x="5710702" y="9497742"/>
              <a:ext cx="749935" cy="635"/>
            </a:xfrm>
            <a:custGeom>
              <a:avLst/>
              <a:gdLst/>
              <a:ahLst/>
              <a:cxnLst/>
              <a:rect l="l" t="t" r="r" b="b"/>
              <a:pathLst>
                <a:path w="749935" h="634">
                  <a:moveTo>
                    <a:pt x="749597" y="607"/>
                  </a:moveTo>
                  <a:lnTo>
                    <a:pt x="749609" y="0"/>
                  </a:lnTo>
                  <a:lnTo>
                    <a:pt x="0" y="0"/>
                  </a:lnTo>
                  <a:lnTo>
                    <a:pt x="7" y="607"/>
                  </a:lnTo>
                  <a:lnTo>
                    <a:pt x="749597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96" name="object 5696" descr=""/>
            <p:cNvSpPr/>
            <p:nvPr/>
          </p:nvSpPr>
          <p:spPr>
            <a:xfrm>
              <a:off x="5710403" y="9474266"/>
              <a:ext cx="750570" cy="635"/>
            </a:xfrm>
            <a:custGeom>
              <a:avLst/>
              <a:gdLst/>
              <a:ahLst/>
              <a:cxnLst/>
              <a:rect l="l" t="t" r="r" b="b"/>
              <a:pathLst>
                <a:path w="750570" h="634">
                  <a:moveTo>
                    <a:pt x="750355" y="617"/>
                  </a:moveTo>
                  <a:lnTo>
                    <a:pt x="750367" y="0"/>
                  </a:lnTo>
                  <a:lnTo>
                    <a:pt x="0" y="0"/>
                  </a:lnTo>
                  <a:lnTo>
                    <a:pt x="7" y="617"/>
                  </a:lnTo>
                  <a:lnTo>
                    <a:pt x="750355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7" name="object 5697" descr=""/>
            <p:cNvSpPr/>
            <p:nvPr/>
          </p:nvSpPr>
          <p:spPr>
            <a:xfrm>
              <a:off x="5710403" y="9474266"/>
              <a:ext cx="750570" cy="635"/>
            </a:xfrm>
            <a:custGeom>
              <a:avLst/>
              <a:gdLst/>
              <a:ahLst/>
              <a:cxnLst/>
              <a:rect l="l" t="t" r="r" b="b"/>
              <a:pathLst>
                <a:path w="750570" h="634">
                  <a:moveTo>
                    <a:pt x="750355" y="617"/>
                  </a:moveTo>
                  <a:lnTo>
                    <a:pt x="750367" y="0"/>
                  </a:lnTo>
                  <a:lnTo>
                    <a:pt x="0" y="0"/>
                  </a:lnTo>
                  <a:lnTo>
                    <a:pt x="7" y="617"/>
                  </a:lnTo>
                  <a:lnTo>
                    <a:pt x="750355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98" name="object 5698" descr=""/>
            <p:cNvSpPr/>
            <p:nvPr/>
          </p:nvSpPr>
          <p:spPr>
            <a:xfrm>
              <a:off x="5710104" y="9450790"/>
              <a:ext cx="751205" cy="635"/>
            </a:xfrm>
            <a:custGeom>
              <a:avLst/>
              <a:gdLst/>
              <a:ahLst/>
              <a:cxnLst/>
              <a:rect l="l" t="t" r="r" b="b"/>
              <a:pathLst>
                <a:path w="751204" h="634">
                  <a:moveTo>
                    <a:pt x="751112" y="617"/>
                  </a:moveTo>
                  <a:lnTo>
                    <a:pt x="751125" y="0"/>
                  </a:lnTo>
                  <a:lnTo>
                    <a:pt x="0" y="0"/>
                  </a:lnTo>
                  <a:lnTo>
                    <a:pt x="7" y="617"/>
                  </a:lnTo>
                  <a:lnTo>
                    <a:pt x="751112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9" name="object 5699" descr=""/>
            <p:cNvSpPr/>
            <p:nvPr/>
          </p:nvSpPr>
          <p:spPr>
            <a:xfrm>
              <a:off x="5710104" y="9450790"/>
              <a:ext cx="751205" cy="635"/>
            </a:xfrm>
            <a:custGeom>
              <a:avLst/>
              <a:gdLst/>
              <a:ahLst/>
              <a:cxnLst/>
              <a:rect l="l" t="t" r="r" b="b"/>
              <a:pathLst>
                <a:path w="751204" h="634">
                  <a:moveTo>
                    <a:pt x="751112" y="617"/>
                  </a:moveTo>
                  <a:lnTo>
                    <a:pt x="751125" y="0"/>
                  </a:lnTo>
                  <a:lnTo>
                    <a:pt x="0" y="0"/>
                  </a:lnTo>
                  <a:lnTo>
                    <a:pt x="7" y="617"/>
                  </a:lnTo>
                  <a:lnTo>
                    <a:pt x="751112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00" name="object 5700" descr=""/>
            <p:cNvSpPr/>
            <p:nvPr/>
          </p:nvSpPr>
          <p:spPr>
            <a:xfrm>
              <a:off x="5709805" y="9427325"/>
              <a:ext cx="752475" cy="635"/>
            </a:xfrm>
            <a:custGeom>
              <a:avLst/>
              <a:gdLst/>
              <a:ahLst/>
              <a:cxnLst/>
              <a:rect l="l" t="t" r="r" b="b"/>
              <a:pathLst>
                <a:path w="752475" h="634">
                  <a:moveTo>
                    <a:pt x="751870" y="607"/>
                  </a:moveTo>
                  <a:lnTo>
                    <a:pt x="751882" y="0"/>
                  </a:lnTo>
                  <a:lnTo>
                    <a:pt x="0" y="0"/>
                  </a:lnTo>
                  <a:lnTo>
                    <a:pt x="7" y="607"/>
                  </a:lnTo>
                  <a:lnTo>
                    <a:pt x="751870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1" name="object 5701" descr=""/>
            <p:cNvSpPr/>
            <p:nvPr/>
          </p:nvSpPr>
          <p:spPr>
            <a:xfrm>
              <a:off x="5709805" y="9427325"/>
              <a:ext cx="752475" cy="635"/>
            </a:xfrm>
            <a:custGeom>
              <a:avLst/>
              <a:gdLst/>
              <a:ahLst/>
              <a:cxnLst/>
              <a:rect l="l" t="t" r="r" b="b"/>
              <a:pathLst>
                <a:path w="752475" h="634">
                  <a:moveTo>
                    <a:pt x="751870" y="607"/>
                  </a:moveTo>
                  <a:lnTo>
                    <a:pt x="751882" y="0"/>
                  </a:lnTo>
                  <a:lnTo>
                    <a:pt x="0" y="0"/>
                  </a:lnTo>
                  <a:lnTo>
                    <a:pt x="7" y="607"/>
                  </a:lnTo>
                  <a:lnTo>
                    <a:pt x="751870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02" name="object 5702" descr=""/>
            <p:cNvSpPr/>
            <p:nvPr/>
          </p:nvSpPr>
          <p:spPr>
            <a:xfrm>
              <a:off x="5709506" y="9403850"/>
              <a:ext cx="753110" cy="635"/>
            </a:xfrm>
            <a:custGeom>
              <a:avLst/>
              <a:gdLst/>
              <a:ahLst/>
              <a:cxnLst/>
              <a:rect l="l" t="t" r="r" b="b"/>
              <a:pathLst>
                <a:path w="753110" h="634">
                  <a:moveTo>
                    <a:pt x="752627" y="617"/>
                  </a:moveTo>
                  <a:lnTo>
                    <a:pt x="752640" y="0"/>
                  </a:lnTo>
                  <a:lnTo>
                    <a:pt x="0" y="0"/>
                  </a:lnTo>
                  <a:lnTo>
                    <a:pt x="7" y="617"/>
                  </a:lnTo>
                  <a:lnTo>
                    <a:pt x="752627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3" name="object 5703" descr=""/>
            <p:cNvSpPr/>
            <p:nvPr/>
          </p:nvSpPr>
          <p:spPr>
            <a:xfrm>
              <a:off x="5709506" y="9403850"/>
              <a:ext cx="753110" cy="635"/>
            </a:xfrm>
            <a:custGeom>
              <a:avLst/>
              <a:gdLst/>
              <a:ahLst/>
              <a:cxnLst/>
              <a:rect l="l" t="t" r="r" b="b"/>
              <a:pathLst>
                <a:path w="753110" h="634">
                  <a:moveTo>
                    <a:pt x="752627" y="617"/>
                  </a:moveTo>
                  <a:lnTo>
                    <a:pt x="752640" y="0"/>
                  </a:lnTo>
                  <a:lnTo>
                    <a:pt x="0" y="0"/>
                  </a:lnTo>
                  <a:lnTo>
                    <a:pt x="7" y="617"/>
                  </a:lnTo>
                  <a:lnTo>
                    <a:pt x="752627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04" name="object 5704" descr=""/>
            <p:cNvSpPr/>
            <p:nvPr/>
          </p:nvSpPr>
          <p:spPr>
            <a:xfrm>
              <a:off x="5709207" y="9380384"/>
              <a:ext cx="753745" cy="635"/>
            </a:xfrm>
            <a:custGeom>
              <a:avLst/>
              <a:gdLst/>
              <a:ahLst/>
              <a:cxnLst/>
              <a:rect l="l" t="t" r="r" b="b"/>
              <a:pathLst>
                <a:path w="753745" h="634">
                  <a:moveTo>
                    <a:pt x="753385" y="607"/>
                  </a:moveTo>
                  <a:lnTo>
                    <a:pt x="753397" y="0"/>
                  </a:lnTo>
                  <a:lnTo>
                    <a:pt x="0" y="0"/>
                  </a:lnTo>
                  <a:lnTo>
                    <a:pt x="7" y="607"/>
                  </a:lnTo>
                  <a:lnTo>
                    <a:pt x="753385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5" name="object 5705" descr=""/>
            <p:cNvSpPr/>
            <p:nvPr/>
          </p:nvSpPr>
          <p:spPr>
            <a:xfrm>
              <a:off x="5709207" y="9380384"/>
              <a:ext cx="753745" cy="635"/>
            </a:xfrm>
            <a:custGeom>
              <a:avLst/>
              <a:gdLst/>
              <a:ahLst/>
              <a:cxnLst/>
              <a:rect l="l" t="t" r="r" b="b"/>
              <a:pathLst>
                <a:path w="753745" h="634">
                  <a:moveTo>
                    <a:pt x="753385" y="607"/>
                  </a:moveTo>
                  <a:lnTo>
                    <a:pt x="753397" y="0"/>
                  </a:lnTo>
                  <a:lnTo>
                    <a:pt x="0" y="0"/>
                  </a:lnTo>
                  <a:lnTo>
                    <a:pt x="7" y="607"/>
                  </a:lnTo>
                  <a:lnTo>
                    <a:pt x="753385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06" name="object 5706" descr=""/>
            <p:cNvSpPr/>
            <p:nvPr/>
          </p:nvSpPr>
          <p:spPr>
            <a:xfrm>
              <a:off x="5708907" y="9356909"/>
              <a:ext cx="754380" cy="635"/>
            </a:xfrm>
            <a:custGeom>
              <a:avLst/>
              <a:gdLst/>
              <a:ahLst/>
              <a:cxnLst/>
              <a:rect l="l" t="t" r="r" b="b"/>
              <a:pathLst>
                <a:path w="754379" h="634">
                  <a:moveTo>
                    <a:pt x="754143" y="607"/>
                  </a:moveTo>
                  <a:lnTo>
                    <a:pt x="754155" y="0"/>
                  </a:lnTo>
                  <a:lnTo>
                    <a:pt x="0" y="0"/>
                  </a:lnTo>
                  <a:lnTo>
                    <a:pt x="7" y="607"/>
                  </a:lnTo>
                  <a:lnTo>
                    <a:pt x="754143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7" name="object 5707" descr=""/>
            <p:cNvSpPr/>
            <p:nvPr/>
          </p:nvSpPr>
          <p:spPr>
            <a:xfrm>
              <a:off x="5708907" y="9356909"/>
              <a:ext cx="754380" cy="635"/>
            </a:xfrm>
            <a:custGeom>
              <a:avLst/>
              <a:gdLst/>
              <a:ahLst/>
              <a:cxnLst/>
              <a:rect l="l" t="t" r="r" b="b"/>
              <a:pathLst>
                <a:path w="754379" h="634">
                  <a:moveTo>
                    <a:pt x="754143" y="607"/>
                  </a:moveTo>
                  <a:lnTo>
                    <a:pt x="754155" y="0"/>
                  </a:lnTo>
                  <a:lnTo>
                    <a:pt x="0" y="0"/>
                  </a:lnTo>
                  <a:lnTo>
                    <a:pt x="7" y="607"/>
                  </a:lnTo>
                  <a:lnTo>
                    <a:pt x="754143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08" name="object 5708" descr=""/>
            <p:cNvSpPr/>
            <p:nvPr/>
          </p:nvSpPr>
          <p:spPr>
            <a:xfrm>
              <a:off x="5708608" y="9333433"/>
              <a:ext cx="755015" cy="635"/>
            </a:xfrm>
            <a:custGeom>
              <a:avLst/>
              <a:gdLst/>
              <a:ahLst/>
              <a:cxnLst/>
              <a:rect l="l" t="t" r="r" b="b"/>
              <a:pathLst>
                <a:path w="755014" h="634">
                  <a:moveTo>
                    <a:pt x="754900" y="607"/>
                  </a:moveTo>
                  <a:lnTo>
                    <a:pt x="754912" y="0"/>
                  </a:lnTo>
                  <a:lnTo>
                    <a:pt x="0" y="0"/>
                  </a:lnTo>
                  <a:lnTo>
                    <a:pt x="7" y="607"/>
                  </a:lnTo>
                  <a:lnTo>
                    <a:pt x="754900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9" name="object 5709" descr=""/>
            <p:cNvSpPr/>
            <p:nvPr/>
          </p:nvSpPr>
          <p:spPr>
            <a:xfrm>
              <a:off x="5708608" y="9333433"/>
              <a:ext cx="755015" cy="635"/>
            </a:xfrm>
            <a:custGeom>
              <a:avLst/>
              <a:gdLst/>
              <a:ahLst/>
              <a:cxnLst/>
              <a:rect l="l" t="t" r="r" b="b"/>
              <a:pathLst>
                <a:path w="755014" h="634">
                  <a:moveTo>
                    <a:pt x="754900" y="607"/>
                  </a:moveTo>
                  <a:lnTo>
                    <a:pt x="754912" y="0"/>
                  </a:lnTo>
                  <a:lnTo>
                    <a:pt x="0" y="0"/>
                  </a:lnTo>
                  <a:lnTo>
                    <a:pt x="7" y="607"/>
                  </a:lnTo>
                  <a:lnTo>
                    <a:pt x="754900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10" name="object 5710" descr=""/>
            <p:cNvSpPr/>
            <p:nvPr/>
          </p:nvSpPr>
          <p:spPr>
            <a:xfrm>
              <a:off x="5708309" y="9309957"/>
              <a:ext cx="756285" cy="635"/>
            </a:xfrm>
            <a:custGeom>
              <a:avLst/>
              <a:gdLst/>
              <a:ahLst/>
              <a:cxnLst/>
              <a:rect l="l" t="t" r="r" b="b"/>
              <a:pathLst>
                <a:path w="756285" h="634">
                  <a:moveTo>
                    <a:pt x="755658" y="607"/>
                  </a:moveTo>
                  <a:lnTo>
                    <a:pt x="755670" y="0"/>
                  </a:lnTo>
                  <a:lnTo>
                    <a:pt x="0" y="0"/>
                  </a:lnTo>
                  <a:lnTo>
                    <a:pt x="7" y="607"/>
                  </a:lnTo>
                  <a:lnTo>
                    <a:pt x="755658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1" name="object 5711" descr=""/>
            <p:cNvSpPr/>
            <p:nvPr/>
          </p:nvSpPr>
          <p:spPr>
            <a:xfrm>
              <a:off x="5708309" y="9309957"/>
              <a:ext cx="756285" cy="635"/>
            </a:xfrm>
            <a:custGeom>
              <a:avLst/>
              <a:gdLst/>
              <a:ahLst/>
              <a:cxnLst/>
              <a:rect l="l" t="t" r="r" b="b"/>
              <a:pathLst>
                <a:path w="756285" h="634">
                  <a:moveTo>
                    <a:pt x="755658" y="607"/>
                  </a:moveTo>
                  <a:lnTo>
                    <a:pt x="755670" y="0"/>
                  </a:lnTo>
                  <a:lnTo>
                    <a:pt x="0" y="0"/>
                  </a:lnTo>
                  <a:lnTo>
                    <a:pt x="7" y="607"/>
                  </a:lnTo>
                  <a:lnTo>
                    <a:pt x="755658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12" name="object 5712" descr=""/>
            <p:cNvSpPr/>
            <p:nvPr/>
          </p:nvSpPr>
          <p:spPr>
            <a:xfrm>
              <a:off x="5708010" y="9286481"/>
              <a:ext cx="756920" cy="635"/>
            </a:xfrm>
            <a:custGeom>
              <a:avLst/>
              <a:gdLst/>
              <a:ahLst/>
              <a:cxnLst/>
              <a:rect l="l" t="t" r="r" b="b"/>
              <a:pathLst>
                <a:path w="756920" h="634">
                  <a:moveTo>
                    <a:pt x="756416" y="617"/>
                  </a:moveTo>
                  <a:lnTo>
                    <a:pt x="756428" y="0"/>
                  </a:lnTo>
                  <a:lnTo>
                    <a:pt x="0" y="0"/>
                  </a:lnTo>
                  <a:lnTo>
                    <a:pt x="7" y="617"/>
                  </a:lnTo>
                  <a:lnTo>
                    <a:pt x="756416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3" name="object 5713" descr=""/>
            <p:cNvSpPr/>
            <p:nvPr/>
          </p:nvSpPr>
          <p:spPr>
            <a:xfrm>
              <a:off x="5708010" y="9286481"/>
              <a:ext cx="756920" cy="635"/>
            </a:xfrm>
            <a:custGeom>
              <a:avLst/>
              <a:gdLst/>
              <a:ahLst/>
              <a:cxnLst/>
              <a:rect l="l" t="t" r="r" b="b"/>
              <a:pathLst>
                <a:path w="756920" h="634">
                  <a:moveTo>
                    <a:pt x="756416" y="617"/>
                  </a:moveTo>
                  <a:lnTo>
                    <a:pt x="756428" y="0"/>
                  </a:lnTo>
                  <a:lnTo>
                    <a:pt x="0" y="0"/>
                  </a:lnTo>
                  <a:lnTo>
                    <a:pt x="7" y="617"/>
                  </a:lnTo>
                  <a:lnTo>
                    <a:pt x="756416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14" name="object 5714" descr=""/>
            <p:cNvSpPr/>
            <p:nvPr/>
          </p:nvSpPr>
          <p:spPr>
            <a:xfrm>
              <a:off x="5707711" y="9263016"/>
              <a:ext cx="757555" cy="635"/>
            </a:xfrm>
            <a:custGeom>
              <a:avLst/>
              <a:gdLst/>
              <a:ahLst/>
              <a:cxnLst/>
              <a:rect l="l" t="t" r="r" b="b"/>
              <a:pathLst>
                <a:path w="757554" h="634">
                  <a:moveTo>
                    <a:pt x="757173" y="607"/>
                  </a:moveTo>
                  <a:lnTo>
                    <a:pt x="757185" y="0"/>
                  </a:lnTo>
                  <a:lnTo>
                    <a:pt x="0" y="0"/>
                  </a:lnTo>
                  <a:lnTo>
                    <a:pt x="7" y="607"/>
                  </a:lnTo>
                  <a:lnTo>
                    <a:pt x="757173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5" name="object 5715" descr=""/>
            <p:cNvSpPr/>
            <p:nvPr/>
          </p:nvSpPr>
          <p:spPr>
            <a:xfrm>
              <a:off x="5707711" y="9263016"/>
              <a:ext cx="757555" cy="635"/>
            </a:xfrm>
            <a:custGeom>
              <a:avLst/>
              <a:gdLst/>
              <a:ahLst/>
              <a:cxnLst/>
              <a:rect l="l" t="t" r="r" b="b"/>
              <a:pathLst>
                <a:path w="757554" h="634">
                  <a:moveTo>
                    <a:pt x="757173" y="607"/>
                  </a:moveTo>
                  <a:lnTo>
                    <a:pt x="757185" y="0"/>
                  </a:lnTo>
                  <a:lnTo>
                    <a:pt x="0" y="0"/>
                  </a:lnTo>
                  <a:lnTo>
                    <a:pt x="7" y="607"/>
                  </a:lnTo>
                  <a:lnTo>
                    <a:pt x="757173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16" name="object 5716" descr=""/>
            <p:cNvSpPr/>
            <p:nvPr/>
          </p:nvSpPr>
          <p:spPr>
            <a:xfrm>
              <a:off x="5707412" y="9239540"/>
              <a:ext cx="758190" cy="635"/>
            </a:xfrm>
            <a:custGeom>
              <a:avLst/>
              <a:gdLst/>
              <a:ahLst/>
              <a:cxnLst/>
              <a:rect l="l" t="t" r="r" b="b"/>
              <a:pathLst>
                <a:path w="758189" h="634">
                  <a:moveTo>
                    <a:pt x="757931" y="607"/>
                  </a:moveTo>
                  <a:lnTo>
                    <a:pt x="757943" y="0"/>
                  </a:lnTo>
                  <a:lnTo>
                    <a:pt x="0" y="0"/>
                  </a:lnTo>
                  <a:lnTo>
                    <a:pt x="7" y="607"/>
                  </a:lnTo>
                  <a:lnTo>
                    <a:pt x="757931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7" name="object 5717" descr=""/>
            <p:cNvSpPr/>
            <p:nvPr/>
          </p:nvSpPr>
          <p:spPr>
            <a:xfrm>
              <a:off x="5707412" y="9239540"/>
              <a:ext cx="758190" cy="635"/>
            </a:xfrm>
            <a:custGeom>
              <a:avLst/>
              <a:gdLst/>
              <a:ahLst/>
              <a:cxnLst/>
              <a:rect l="l" t="t" r="r" b="b"/>
              <a:pathLst>
                <a:path w="758189" h="634">
                  <a:moveTo>
                    <a:pt x="757931" y="607"/>
                  </a:moveTo>
                  <a:lnTo>
                    <a:pt x="757943" y="0"/>
                  </a:lnTo>
                  <a:lnTo>
                    <a:pt x="0" y="0"/>
                  </a:lnTo>
                  <a:lnTo>
                    <a:pt x="7" y="607"/>
                  </a:lnTo>
                  <a:lnTo>
                    <a:pt x="757931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18" name="object 5718" descr=""/>
            <p:cNvSpPr/>
            <p:nvPr/>
          </p:nvSpPr>
          <p:spPr>
            <a:xfrm>
              <a:off x="5707112" y="9216065"/>
              <a:ext cx="758825" cy="635"/>
            </a:xfrm>
            <a:custGeom>
              <a:avLst/>
              <a:gdLst/>
              <a:ahLst/>
              <a:cxnLst/>
              <a:rect l="l" t="t" r="r" b="b"/>
              <a:pathLst>
                <a:path w="758825" h="634">
                  <a:moveTo>
                    <a:pt x="758688" y="617"/>
                  </a:moveTo>
                  <a:lnTo>
                    <a:pt x="758700" y="0"/>
                  </a:lnTo>
                  <a:lnTo>
                    <a:pt x="0" y="0"/>
                  </a:lnTo>
                  <a:lnTo>
                    <a:pt x="7" y="617"/>
                  </a:lnTo>
                  <a:lnTo>
                    <a:pt x="758688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9" name="object 5719" descr=""/>
            <p:cNvSpPr/>
            <p:nvPr/>
          </p:nvSpPr>
          <p:spPr>
            <a:xfrm>
              <a:off x="5707112" y="9216065"/>
              <a:ext cx="758825" cy="635"/>
            </a:xfrm>
            <a:custGeom>
              <a:avLst/>
              <a:gdLst/>
              <a:ahLst/>
              <a:cxnLst/>
              <a:rect l="l" t="t" r="r" b="b"/>
              <a:pathLst>
                <a:path w="758825" h="634">
                  <a:moveTo>
                    <a:pt x="758688" y="617"/>
                  </a:moveTo>
                  <a:lnTo>
                    <a:pt x="758700" y="0"/>
                  </a:lnTo>
                  <a:lnTo>
                    <a:pt x="0" y="0"/>
                  </a:lnTo>
                  <a:lnTo>
                    <a:pt x="7" y="617"/>
                  </a:lnTo>
                  <a:lnTo>
                    <a:pt x="758688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20" name="object 5720" descr=""/>
            <p:cNvSpPr/>
            <p:nvPr/>
          </p:nvSpPr>
          <p:spPr>
            <a:xfrm>
              <a:off x="5706813" y="9192599"/>
              <a:ext cx="759460" cy="635"/>
            </a:xfrm>
            <a:custGeom>
              <a:avLst/>
              <a:gdLst/>
              <a:ahLst/>
              <a:cxnLst/>
              <a:rect l="l" t="t" r="r" b="b"/>
              <a:pathLst>
                <a:path w="759460" h="634">
                  <a:moveTo>
                    <a:pt x="759446" y="607"/>
                  </a:moveTo>
                  <a:lnTo>
                    <a:pt x="759458" y="0"/>
                  </a:lnTo>
                  <a:lnTo>
                    <a:pt x="0" y="0"/>
                  </a:lnTo>
                  <a:lnTo>
                    <a:pt x="7" y="607"/>
                  </a:lnTo>
                  <a:lnTo>
                    <a:pt x="759446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1" name="object 5721" descr=""/>
            <p:cNvSpPr/>
            <p:nvPr/>
          </p:nvSpPr>
          <p:spPr>
            <a:xfrm>
              <a:off x="5706813" y="9192599"/>
              <a:ext cx="759460" cy="635"/>
            </a:xfrm>
            <a:custGeom>
              <a:avLst/>
              <a:gdLst/>
              <a:ahLst/>
              <a:cxnLst/>
              <a:rect l="l" t="t" r="r" b="b"/>
              <a:pathLst>
                <a:path w="759460" h="634">
                  <a:moveTo>
                    <a:pt x="759446" y="607"/>
                  </a:moveTo>
                  <a:lnTo>
                    <a:pt x="759458" y="0"/>
                  </a:lnTo>
                  <a:lnTo>
                    <a:pt x="0" y="0"/>
                  </a:lnTo>
                  <a:lnTo>
                    <a:pt x="7" y="607"/>
                  </a:lnTo>
                  <a:lnTo>
                    <a:pt x="759446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22" name="object 5722" descr=""/>
            <p:cNvSpPr/>
            <p:nvPr/>
          </p:nvSpPr>
          <p:spPr>
            <a:xfrm>
              <a:off x="5706514" y="9169124"/>
              <a:ext cx="760730" cy="635"/>
            </a:xfrm>
            <a:custGeom>
              <a:avLst/>
              <a:gdLst/>
              <a:ahLst/>
              <a:cxnLst/>
              <a:rect l="l" t="t" r="r" b="b"/>
              <a:pathLst>
                <a:path w="760729" h="634">
                  <a:moveTo>
                    <a:pt x="760204" y="607"/>
                  </a:moveTo>
                  <a:lnTo>
                    <a:pt x="760215" y="0"/>
                  </a:lnTo>
                  <a:lnTo>
                    <a:pt x="0" y="0"/>
                  </a:lnTo>
                  <a:lnTo>
                    <a:pt x="7" y="607"/>
                  </a:lnTo>
                  <a:lnTo>
                    <a:pt x="760204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3" name="object 5723" descr=""/>
            <p:cNvSpPr/>
            <p:nvPr/>
          </p:nvSpPr>
          <p:spPr>
            <a:xfrm>
              <a:off x="5706514" y="9169124"/>
              <a:ext cx="760730" cy="635"/>
            </a:xfrm>
            <a:custGeom>
              <a:avLst/>
              <a:gdLst/>
              <a:ahLst/>
              <a:cxnLst/>
              <a:rect l="l" t="t" r="r" b="b"/>
              <a:pathLst>
                <a:path w="760729" h="634">
                  <a:moveTo>
                    <a:pt x="760204" y="607"/>
                  </a:moveTo>
                  <a:lnTo>
                    <a:pt x="760215" y="0"/>
                  </a:lnTo>
                  <a:lnTo>
                    <a:pt x="0" y="0"/>
                  </a:lnTo>
                  <a:lnTo>
                    <a:pt x="7" y="607"/>
                  </a:lnTo>
                  <a:lnTo>
                    <a:pt x="760204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24" name="object 5724" descr=""/>
            <p:cNvSpPr/>
            <p:nvPr/>
          </p:nvSpPr>
          <p:spPr>
            <a:xfrm>
              <a:off x="5706215" y="9145648"/>
              <a:ext cx="761365" cy="635"/>
            </a:xfrm>
            <a:custGeom>
              <a:avLst/>
              <a:gdLst/>
              <a:ahLst/>
              <a:cxnLst/>
              <a:rect l="l" t="t" r="r" b="b"/>
              <a:pathLst>
                <a:path w="761364" h="634">
                  <a:moveTo>
                    <a:pt x="760961" y="607"/>
                  </a:moveTo>
                  <a:lnTo>
                    <a:pt x="760973" y="0"/>
                  </a:lnTo>
                  <a:lnTo>
                    <a:pt x="0" y="0"/>
                  </a:lnTo>
                  <a:lnTo>
                    <a:pt x="7" y="607"/>
                  </a:lnTo>
                  <a:lnTo>
                    <a:pt x="760961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5" name="object 5725" descr=""/>
            <p:cNvSpPr/>
            <p:nvPr/>
          </p:nvSpPr>
          <p:spPr>
            <a:xfrm>
              <a:off x="5706215" y="9145648"/>
              <a:ext cx="761365" cy="635"/>
            </a:xfrm>
            <a:custGeom>
              <a:avLst/>
              <a:gdLst/>
              <a:ahLst/>
              <a:cxnLst/>
              <a:rect l="l" t="t" r="r" b="b"/>
              <a:pathLst>
                <a:path w="761364" h="634">
                  <a:moveTo>
                    <a:pt x="760961" y="607"/>
                  </a:moveTo>
                  <a:lnTo>
                    <a:pt x="760973" y="0"/>
                  </a:lnTo>
                  <a:lnTo>
                    <a:pt x="0" y="0"/>
                  </a:lnTo>
                  <a:lnTo>
                    <a:pt x="7" y="607"/>
                  </a:lnTo>
                  <a:lnTo>
                    <a:pt x="760961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26" name="object 5726" descr=""/>
            <p:cNvSpPr/>
            <p:nvPr/>
          </p:nvSpPr>
          <p:spPr>
            <a:xfrm>
              <a:off x="5705916" y="9122172"/>
              <a:ext cx="762000" cy="635"/>
            </a:xfrm>
            <a:custGeom>
              <a:avLst/>
              <a:gdLst/>
              <a:ahLst/>
              <a:cxnLst/>
              <a:rect l="l" t="t" r="r" b="b"/>
              <a:pathLst>
                <a:path w="762000" h="634">
                  <a:moveTo>
                    <a:pt x="761719" y="617"/>
                  </a:moveTo>
                  <a:lnTo>
                    <a:pt x="761731" y="0"/>
                  </a:lnTo>
                  <a:lnTo>
                    <a:pt x="0" y="0"/>
                  </a:lnTo>
                  <a:lnTo>
                    <a:pt x="7" y="617"/>
                  </a:lnTo>
                  <a:lnTo>
                    <a:pt x="761719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7" name="object 5727" descr=""/>
            <p:cNvSpPr/>
            <p:nvPr/>
          </p:nvSpPr>
          <p:spPr>
            <a:xfrm>
              <a:off x="5705916" y="9122172"/>
              <a:ext cx="762000" cy="635"/>
            </a:xfrm>
            <a:custGeom>
              <a:avLst/>
              <a:gdLst/>
              <a:ahLst/>
              <a:cxnLst/>
              <a:rect l="l" t="t" r="r" b="b"/>
              <a:pathLst>
                <a:path w="762000" h="634">
                  <a:moveTo>
                    <a:pt x="761719" y="617"/>
                  </a:moveTo>
                  <a:lnTo>
                    <a:pt x="761731" y="0"/>
                  </a:lnTo>
                  <a:lnTo>
                    <a:pt x="0" y="0"/>
                  </a:lnTo>
                  <a:lnTo>
                    <a:pt x="7" y="617"/>
                  </a:lnTo>
                  <a:lnTo>
                    <a:pt x="761719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28" name="object 5728" descr=""/>
            <p:cNvSpPr/>
            <p:nvPr/>
          </p:nvSpPr>
          <p:spPr>
            <a:xfrm>
              <a:off x="5705616" y="9098696"/>
              <a:ext cx="762635" cy="635"/>
            </a:xfrm>
            <a:custGeom>
              <a:avLst/>
              <a:gdLst/>
              <a:ahLst/>
              <a:cxnLst/>
              <a:rect l="l" t="t" r="r" b="b"/>
              <a:pathLst>
                <a:path w="762635" h="634">
                  <a:moveTo>
                    <a:pt x="762476" y="617"/>
                  </a:moveTo>
                  <a:lnTo>
                    <a:pt x="762489" y="0"/>
                  </a:lnTo>
                  <a:lnTo>
                    <a:pt x="0" y="0"/>
                  </a:lnTo>
                  <a:lnTo>
                    <a:pt x="7" y="617"/>
                  </a:lnTo>
                  <a:lnTo>
                    <a:pt x="762476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9" name="object 5729" descr=""/>
            <p:cNvSpPr/>
            <p:nvPr/>
          </p:nvSpPr>
          <p:spPr>
            <a:xfrm>
              <a:off x="5705616" y="9098696"/>
              <a:ext cx="762635" cy="635"/>
            </a:xfrm>
            <a:custGeom>
              <a:avLst/>
              <a:gdLst/>
              <a:ahLst/>
              <a:cxnLst/>
              <a:rect l="l" t="t" r="r" b="b"/>
              <a:pathLst>
                <a:path w="762635" h="634">
                  <a:moveTo>
                    <a:pt x="762476" y="617"/>
                  </a:moveTo>
                  <a:lnTo>
                    <a:pt x="762489" y="0"/>
                  </a:lnTo>
                  <a:lnTo>
                    <a:pt x="0" y="0"/>
                  </a:lnTo>
                  <a:lnTo>
                    <a:pt x="7" y="617"/>
                  </a:lnTo>
                  <a:lnTo>
                    <a:pt x="762476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30" name="object 5730" descr=""/>
            <p:cNvSpPr/>
            <p:nvPr/>
          </p:nvSpPr>
          <p:spPr>
            <a:xfrm>
              <a:off x="5705317" y="9075231"/>
              <a:ext cx="763270" cy="635"/>
            </a:xfrm>
            <a:custGeom>
              <a:avLst/>
              <a:gdLst/>
              <a:ahLst/>
              <a:cxnLst/>
              <a:rect l="l" t="t" r="r" b="b"/>
              <a:pathLst>
                <a:path w="763270" h="634">
                  <a:moveTo>
                    <a:pt x="763234" y="607"/>
                  </a:moveTo>
                  <a:lnTo>
                    <a:pt x="763246" y="0"/>
                  </a:lnTo>
                  <a:lnTo>
                    <a:pt x="0" y="0"/>
                  </a:lnTo>
                  <a:lnTo>
                    <a:pt x="7" y="607"/>
                  </a:lnTo>
                  <a:lnTo>
                    <a:pt x="763234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1" name="object 5731" descr=""/>
            <p:cNvSpPr/>
            <p:nvPr/>
          </p:nvSpPr>
          <p:spPr>
            <a:xfrm>
              <a:off x="5705317" y="9075231"/>
              <a:ext cx="763270" cy="635"/>
            </a:xfrm>
            <a:custGeom>
              <a:avLst/>
              <a:gdLst/>
              <a:ahLst/>
              <a:cxnLst/>
              <a:rect l="l" t="t" r="r" b="b"/>
              <a:pathLst>
                <a:path w="763270" h="634">
                  <a:moveTo>
                    <a:pt x="763234" y="607"/>
                  </a:moveTo>
                  <a:lnTo>
                    <a:pt x="763246" y="0"/>
                  </a:lnTo>
                  <a:lnTo>
                    <a:pt x="0" y="0"/>
                  </a:lnTo>
                  <a:lnTo>
                    <a:pt x="7" y="607"/>
                  </a:lnTo>
                  <a:lnTo>
                    <a:pt x="763234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32" name="object 5732" descr=""/>
            <p:cNvSpPr/>
            <p:nvPr/>
          </p:nvSpPr>
          <p:spPr>
            <a:xfrm>
              <a:off x="5705030" y="9051756"/>
              <a:ext cx="764540" cy="635"/>
            </a:xfrm>
            <a:custGeom>
              <a:avLst/>
              <a:gdLst/>
              <a:ahLst/>
              <a:cxnLst/>
              <a:rect l="l" t="t" r="r" b="b"/>
              <a:pathLst>
                <a:path w="764539" h="634">
                  <a:moveTo>
                    <a:pt x="763980" y="617"/>
                  </a:moveTo>
                  <a:lnTo>
                    <a:pt x="763992" y="0"/>
                  </a:lnTo>
                  <a:lnTo>
                    <a:pt x="0" y="0"/>
                  </a:lnTo>
                  <a:lnTo>
                    <a:pt x="1" y="617"/>
                  </a:lnTo>
                  <a:lnTo>
                    <a:pt x="763980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3" name="object 5733" descr=""/>
            <p:cNvSpPr/>
            <p:nvPr/>
          </p:nvSpPr>
          <p:spPr>
            <a:xfrm>
              <a:off x="5705030" y="9051756"/>
              <a:ext cx="764540" cy="635"/>
            </a:xfrm>
            <a:custGeom>
              <a:avLst/>
              <a:gdLst/>
              <a:ahLst/>
              <a:cxnLst/>
              <a:rect l="l" t="t" r="r" b="b"/>
              <a:pathLst>
                <a:path w="764539" h="634">
                  <a:moveTo>
                    <a:pt x="763980" y="617"/>
                  </a:moveTo>
                  <a:lnTo>
                    <a:pt x="763992" y="0"/>
                  </a:lnTo>
                  <a:lnTo>
                    <a:pt x="0" y="0"/>
                  </a:lnTo>
                  <a:lnTo>
                    <a:pt x="1" y="617"/>
                  </a:lnTo>
                  <a:lnTo>
                    <a:pt x="763980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34" name="object 5734" descr=""/>
            <p:cNvSpPr/>
            <p:nvPr/>
          </p:nvSpPr>
          <p:spPr>
            <a:xfrm>
              <a:off x="5704977" y="9028280"/>
              <a:ext cx="764540" cy="635"/>
            </a:xfrm>
            <a:custGeom>
              <a:avLst/>
              <a:gdLst/>
              <a:ahLst/>
              <a:cxnLst/>
              <a:rect l="l" t="t" r="r" b="b"/>
              <a:pathLst>
                <a:path w="764539" h="634">
                  <a:moveTo>
                    <a:pt x="764491" y="617"/>
                  </a:moveTo>
                  <a:lnTo>
                    <a:pt x="764503" y="0"/>
                  </a:lnTo>
                  <a:lnTo>
                    <a:pt x="0" y="0"/>
                  </a:lnTo>
                  <a:lnTo>
                    <a:pt x="1" y="617"/>
                  </a:lnTo>
                  <a:lnTo>
                    <a:pt x="764491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5" name="object 5735" descr=""/>
            <p:cNvSpPr/>
            <p:nvPr/>
          </p:nvSpPr>
          <p:spPr>
            <a:xfrm>
              <a:off x="5704977" y="9028280"/>
              <a:ext cx="764540" cy="635"/>
            </a:xfrm>
            <a:custGeom>
              <a:avLst/>
              <a:gdLst/>
              <a:ahLst/>
              <a:cxnLst/>
              <a:rect l="l" t="t" r="r" b="b"/>
              <a:pathLst>
                <a:path w="764539" h="634">
                  <a:moveTo>
                    <a:pt x="764491" y="617"/>
                  </a:moveTo>
                  <a:lnTo>
                    <a:pt x="764503" y="0"/>
                  </a:lnTo>
                  <a:lnTo>
                    <a:pt x="0" y="0"/>
                  </a:lnTo>
                  <a:lnTo>
                    <a:pt x="1" y="617"/>
                  </a:lnTo>
                  <a:lnTo>
                    <a:pt x="764491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36" name="object 5736" descr=""/>
            <p:cNvSpPr/>
            <p:nvPr/>
          </p:nvSpPr>
          <p:spPr>
            <a:xfrm>
              <a:off x="5704924" y="9004815"/>
              <a:ext cx="765175" cy="635"/>
            </a:xfrm>
            <a:custGeom>
              <a:avLst/>
              <a:gdLst/>
              <a:ahLst/>
              <a:cxnLst/>
              <a:rect l="l" t="t" r="r" b="b"/>
              <a:pathLst>
                <a:path w="765175" h="634">
                  <a:moveTo>
                    <a:pt x="765003" y="607"/>
                  </a:moveTo>
                  <a:lnTo>
                    <a:pt x="765015" y="0"/>
                  </a:lnTo>
                  <a:lnTo>
                    <a:pt x="0" y="0"/>
                  </a:lnTo>
                  <a:lnTo>
                    <a:pt x="1" y="607"/>
                  </a:lnTo>
                  <a:lnTo>
                    <a:pt x="765003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7" name="object 5737" descr=""/>
            <p:cNvSpPr/>
            <p:nvPr/>
          </p:nvSpPr>
          <p:spPr>
            <a:xfrm>
              <a:off x="5704924" y="9004815"/>
              <a:ext cx="765175" cy="635"/>
            </a:xfrm>
            <a:custGeom>
              <a:avLst/>
              <a:gdLst/>
              <a:ahLst/>
              <a:cxnLst/>
              <a:rect l="l" t="t" r="r" b="b"/>
              <a:pathLst>
                <a:path w="765175" h="634">
                  <a:moveTo>
                    <a:pt x="765003" y="607"/>
                  </a:moveTo>
                  <a:lnTo>
                    <a:pt x="765015" y="0"/>
                  </a:lnTo>
                  <a:lnTo>
                    <a:pt x="0" y="0"/>
                  </a:lnTo>
                  <a:lnTo>
                    <a:pt x="1" y="607"/>
                  </a:lnTo>
                  <a:lnTo>
                    <a:pt x="765003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38" name="object 5738" descr=""/>
            <p:cNvSpPr/>
            <p:nvPr/>
          </p:nvSpPr>
          <p:spPr>
            <a:xfrm>
              <a:off x="5704871" y="8981339"/>
              <a:ext cx="765810" cy="635"/>
            </a:xfrm>
            <a:custGeom>
              <a:avLst/>
              <a:gdLst/>
              <a:ahLst/>
              <a:cxnLst/>
              <a:rect l="l" t="t" r="r" b="b"/>
              <a:pathLst>
                <a:path w="765810" h="634">
                  <a:moveTo>
                    <a:pt x="765514" y="607"/>
                  </a:moveTo>
                  <a:lnTo>
                    <a:pt x="765526" y="0"/>
                  </a:lnTo>
                  <a:lnTo>
                    <a:pt x="0" y="0"/>
                  </a:lnTo>
                  <a:lnTo>
                    <a:pt x="1" y="607"/>
                  </a:lnTo>
                  <a:lnTo>
                    <a:pt x="765514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9" name="object 5739" descr=""/>
            <p:cNvSpPr/>
            <p:nvPr/>
          </p:nvSpPr>
          <p:spPr>
            <a:xfrm>
              <a:off x="5704871" y="8981339"/>
              <a:ext cx="765810" cy="635"/>
            </a:xfrm>
            <a:custGeom>
              <a:avLst/>
              <a:gdLst/>
              <a:ahLst/>
              <a:cxnLst/>
              <a:rect l="l" t="t" r="r" b="b"/>
              <a:pathLst>
                <a:path w="765810" h="634">
                  <a:moveTo>
                    <a:pt x="765514" y="607"/>
                  </a:moveTo>
                  <a:lnTo>
                    <a:pt x="765526" y="0"/>
                  </a:lnTo>
                  <a:lnTo>
                    <a:pt x="0" y="0"/>
                  </a:lnTo>
                  <a:lnTo>
                    <a:pt x="1" y="607"/>
                  </a:lnTo>
                  <a:lnTo>
                    <a:pt x="765514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40" name="object 5740" descr=""/>
            <p:cNvSpPr/>
            <p:nvPr/>
          </p:nvSpPr>
          <p:spPr>
            <a:xfrm>
              <a:off x="5704818" y="8957863"/>
              <a:ext cx="766445" cy="635"/>
            </a:xfrm>
            <a:custGeom>
              <a:avLst/>
              <a:gdLst/>
              <a:ahLst/>
              <a:cxnLst/>
              <a:rect l="l" t="t" r="r" b="b"/>
              <a:pathLst>
                <a:path w="766445" h="634">
                  <a:moveTo>
                    <a:pt x="766026" y="607"/>
                  </a:moveTo>
                  <a:lnTo>
                    <a:pt x="766037" y="0"/>
                  </a:lnTo>
                  <a:lnTo>
                    <a:pt x="0" y="0"/>
                  </a:lnTo>
                  <a:lnTo>
                    <a:pt x="1" y="607"/>
                  </a:lnTo>
                  <a:lnTo>
                    <a:pt x="766026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1" name="object 5741" descr=""/>
            <p:cNvSpPr/>
            <p:nvPr/>
          </p:nvSpPr>
          <p:spPr>
            <a:xfrm>
              <a:off x="5704818" y="8957863"/>
              <a:ext cx="766445" cy="635"/>
            </a:xfrm>
            <a:custGeom>
              <a:avLst/>
              <a:gdLst/>
              <a:ahLst/>
              <a:cxnLst/>
              <a:rect l="l" t="t" r="r" b="b"/>
              <a:pathLst>
                <a:path w="766445" h="634">
                  <a:moveTo>
                    <a:pt x="766026" y="607"/>
                  </a:moveTo>
                  <a:lnTo>
                    <a:pt x="766037" y="0"/>
                  </a:lnTo>
                  <a:lnTo>
                    <a:pt x="0" y="0"/>
                  </a:lnTo>
                  <a:lnTo>
                    <a:pt x="1" y="607"/>
                  </a:lnTo>
                  <a:lnTo>
                    <a:pt x="766026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42" name="object 5742" descr=""/>
            <p:cNvSpPr/>
            <p:nvPr/>
          </p:nvSpPr>
          <p:spPr>
            <a:xfrm>
              <a:off x="5704765" y="8934387"/>
              <a:ext cx="766445" cy="635"/>
            </a:xfrm>
            <a:custGeom>
              <a:avLst/>
              <a:gdLst/>
              <a:ahLst/>
              <a:cxnLst/>
              <a:rect l="l" t="t" r="r" b="b"/>
              <a:pathLst>
                <a:path w="766445" h="634">
                  <a:moveTo>
                    <a:pt x="766391" y="617"/>
                  </a:moveTo>
                  <a:lnTo>
                    <a:pt x="766398" y="0"/>
                  </a:lnTo>
                  <a:lnTo>
                    <a:pt x="0" y="0"/>
                  </a:lnTo>
                  <a:lnTo>
                    <a:pt x="1" y="617"/>
                  </a:lnTo>
                  <a:lnTo>
                    <a:pt x="766391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3" name="object 5743" descr=""/>
            <p:cNvSpPr/>
            <p:nvPr/>
          </p:nvSpPr>
          <p:spPr>
            <a:xfrm>
              <a:off x="5704765" y="8934387"/>
              <a:ext cx="766445" cy="635"/>
            </a:xfrm>
            <a:custGeom>
              <a:avLst/>
              <a:gdLst/>
              <a:ahLst/>
              <a:cxnLst/>
              <a:rect l="l" t="t" r="r" b="b"/>
              <a:pathLst>
                <a:path w="766445" h="634">
                  <a:moveTo>
                    <a:pt x="766391" y="617"/>
                  </a:moveTo>
                  <a:lnTo>
                    <a:pt x="766398" y="0"/>
                  </a:lnTo>
                  <a:lnTo>
                    <a:pt x="0" y="0"/>
                  </a:lnTo>
                  <a:lnTo>
                    <a:pt x="1" y="617"/>
                  </a:lnTo>
                  <a:lnTo>
                    <a:pt x="766391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44" name="object 5744" descr=""/>
            <p:cNvSpPr/>
            <p:nvPr/>
          </p:nvSpPr>
          <p:spPr>
            <a:xfrm>
              <a:off x="5704712" y="8910912"/>
              <a:ext cx="767080" cy="635"/>
            </a:xfrm>
            <a:custGeom>
              <a:avLst/>
              <a:gdLst/>
              <a:ahLst/>
              <a:cxnLst/>
              <a:rect l="l" t="t" r="r" b="b"/>
              <a:pathLst>
                <a:path w="767079" h="634">
                  <a:moveTo>
                    <a:pt x="766717" y="617"/>
                  </a:moveTo>
                  <a:lnTo>
                    <a:pt x="766725" y="0"/>
                  </a:lnTo>
                  <a:lnTo>
                    <a:pt x="0" y="0"/>
                  </a:lnTo>
                  <a:lnTo>
                    <a:pt x="1" y="617"/>
                  </a:lnTo>
                  <a:lnTo>
                    <a:pt x="766717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5" name="object 5745" descr=""/>
            <p:cNvSpPr/>
            <p:nvPr/>
          </p:nvSpPr>
          <p:spPr>
            <a:xfrm>
              <a:off x="5704712" y="8910912"/>
              <a:ext cx="767080" cy="635"/>
            </a:xfrm>
            <a:custGeom>
              <a:avLst/>
              <a:gdLst/>
              <a:ahLst/>
              <a:cxnLst/>
              <a:rect l="l" t="t" r="r" b="b"/>
              <a:pathLst>
                <a:path w="767079" h="634">
                  <a:moveTo>
                    <a:pt x="766717" y="617"/>
                  </a:moveTo>
                  <a:lnTo>
                    <a:pt x="766725" y="0"/>
                  </a:lnTo>
                  <a:lnTo>
                    <a:pt x="0" y="0"/>
                  </a:lnTo>
                  <a:lnTo>
                    <a:pt x="1" y="617"/>
                  </a:lnTo>
                  <a:lnTo>
                    <a:pt x="766717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46" name="object 5746" descr=""/>
            <p:cNvSpPr/>
            <p:nvPr/>
          </p:nvSpPr>
          <p:spPr>
            <a:xfrm>
              <a:off x="5704659" y="8887446"/>
              <a:ext cx="767080" cy="635"/>
            </a:xfrm>
            <a:custGeom>
              <a:avLst/>
              <a:gdLst/>
              <a:ahLst/>
              <a:cxnLst/>
              <a:rect l="l" t="t" r="r" b="b"/>
              <a:pathLst>
                <a:path w="767079" h="634">
                  <a:moveTo>
                    <a:pt x="767044" y="607"/>
                  </a:moveTo>
                  <a:lnTo>
                    <a:pt x="767051" y="0"/>
                  </a:lnTo>
                  <a:lnTo>
                    <a:pt x="0" y="0"/>
                  </a:lnTo>
                  <a:lnTo>
                    <a:pt x="1" y="607"/>
                  </a:lnTo>
                  <a:lnTo>
                    <a:pt x="767044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7" name="object 5747" descr=""/>
            <p:cNvSpPr/>
            <p:nvPr/>
          </p:nvSpPr>
          <p:spPr>
            <a:xfrm>
              <a:off x="5704659" y="8887446"/>
              <a:ext cx="767080" cy="635"/>
            </a:xfrm>
            <a:custGeom>
              <a:avLst/>
              <a:gdLst/>
              <a:ahLst/>
              <a:cxnLst/>
              <a:rect l="l" t="t" r="r" b="b"/>
              <a:pathLst>
                <a:path w="767079" h="634">
                  <a:moveTo>
                    <a:pt x="767044" y="607"/>
                  </a:moveTo>
                  <a:lnTo>
                    <a:pt x="767051" y="0"/>
                  </a:lnTo>
                  <a:lnTo>
                    <a:pt x="0" y="0"/>
                  </a:lnTo>
                  <a:lnTo>
                    <a:pt x="1" y="607"/>
                  </a:lnTo>
                  <a:lnTo>
                    <a:pt x="767044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48" name="object 5748" descr=""/>
            <p:cNvSpPr/>
            <p:nvPr/>
          </p:nvSpPr>
          <p:spPr>
            <a:xfrm>
              <a:off x="5704606" y="8863971"/>
              <a:ext cx="767715" cy="635"/>
            </a:xfrm>
            <a:custGeom>
              <a:avLst/>
              <a:gdLst/>
              <a:ahLst/>
              <a:cxnLst/>
              <a:rect l="l" t="t" r="r" b="b"/>
              <a:pathLst>
                <a:path w="767714" h="634">
                  <a:moveTo>
                    <a:pt x="767371" y="617"/>
                  </a:moveTo>
                  <a:lnTo>
                    <a:pt x="767378" y="0"/>
                  </a:lnTo>
                  <a:lnTo>
                    <a:pt x="0" y="0"/>
                  </a:lnTo>
                  <a:lnTo>
                    <a:pt x="1" y="617"/>
                  </a:lnTo>
                  <a:lnTo>
                    <a:pt x="767371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9" name="object 5749" descr=""/>
            <p:cNvSpPr/>
            <p:nvPr/>
          </p:nvSpPr>
          <p:spPr>
            <a:xfrm>
              <a:off x="5704606" y="8863971"/>
              <a:ext cx="767715" cy="635"/>
            </a:xfrm>
            <a:custGeom>
              <a:avLst/>
              <a:gdLst/>
              <a:ahLst/>
              <a:cxnLst/>
              <a:rect l="l" t="t" r="r" b="b"/>
              <a:pathLst>
                <a:path w="767714" h="634">
                  <a:moveTo>
                    <a:pt x="767371" y="617"/>
                  </a:moveTo>
                  <a:lnTo>
                    <a:pt x="767378" y="0"/>
                  </a:lnTo>
                  <a:lnTo>
                    <a:pt x="0" y="0"/>
                  </a:lnTo>
                  <a:lnTo>
                    <a:pt x="1" y="617"/>
                  </a:lnTo>
                  <a:lnTo>
                    <a:pt x="767371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50" name="object 5750" descr=""/>
            <p:cNvSpPr/>
            <p:nvPr/>
          </p:nvSpPr>
          <p:spPr>
            <a:xfrm>
              <a:off x="5704553" y="8840505"/>
              <a:ext cx="767715" cy="635"/>
            </a:xfrm>
            <a:custGeom>
              <a:avLst/>
              <a:gdLst/>
              <a:ahLst/>
              <a:cxnLst/>
              <a:rect l="l" t="t" r="r" b="b"/>
              <a:pathLst>
                <a:path w="767714" h="634">
                  <a:moveTo>
                    <a:pt x="767698" y="607"/>
                  </a:moveTo>
                  <a:lnTo>
                    <a:pt x="767705" y="0"/>
                  </a:lnTo>
                  <a:lnTo>
                    <a:pt x="0" y="0"/>
                  </a:lnTo>
                  <a:lnTo>
                    <a:pt x="1" y="607"/>
                  </a:lnTo>
                  <a:lnTo>
                    <a:pt x="767698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1" name="object 5751" descr=""/>
            <p:cNvSpPr/>
            <p:nvPr/>
          </p:nvSpPr>
          <p:spPr>
            <a:xfrm>
              <a:off x="5704553" y="8840505"/>
              <a:ext cx="767715" cy="635"/>
            </a:xfrm>
            <a:custGeom>
              <a:avLst/>
              <a:gdLst/>
              <a:ahLst/>
              <a:cxnLst/>
              <a:rect l="l" t="t" r="r" b="b"/>
              <a:pathLst>
                <a:path w="767714" h="634">
                  <a:moveTo>
                    <a:pt x="767698" y="607"/>
                  </a:moveTo>
                  <a:lnTo>
                    <a:pt x="767705" y="0"/>
                  </a:lnTo>
                  <a:lnTo>
                    <a:pt x="0" y="0"/>
                  </a:lnTo>
                  <a:lnTo>
                    <a:pt x="1" y="607"/>
                  </a:lnTo>
                  <a:lnTo>
                    <a:pt x="767698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52" name="object 5752" descr=""/>
            <p:cNvSpPr/>
            <p:nvPr/>
          </p:nvSpPr>
          <p:spPr>
            <a:xfrm>
              <a:off x="5704500" y="8817030"/>
              <a:ext cx="768350" cy="635"/>
            </a:xfrm>
            <a:custGeom>
              <a:avLst/>
              <a:gdLst/>
              <a:ahLst/>
              <a:cxnLst/>
              <a:rect l="l" t="t" r="r" b="b"/>
              <a:pathLst>
                <a:path w="768350" h="634">
                  <a:moveTo>
                    <a:pt x="768024" y="607"/>
                  </a:moveTo>
                  <a:lnTo>
                    <a:pt x="768032" y="0"/>
                  </a:lnTo>
                  <a:lnTo>
                    <a:pt x="0" y="0"/>
                  </a:lnTo>
                  <a:lnTo>
                    <a:pt x="1" y="607"/>
                  </a:lnTo>
                  <a:lnTo>
                    <a:pt x="768024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3" name="object 5753" descr=""/>
            <p:cNvSpPr/>
            <p:nvPr/>
          </p:nvSpPr>
          <p:spPr>
            <a:xfrm>
              <a:off x="5704500" y="8817030"/>
              <a:ext cx="768350" cy="635"/>
            </a:xfrm>
            <a:custGeom>
              <a:avLst/>
              <a:gdLst/>
              <a:ahLst/>
              <a:cxnLst/>
              <a:rect l="l" t="t" r="r" b="b"/>
              <a:pathLst>
                <a:path w="768350" h="634">
                  <a:moveTo>
                    <a:pt x="768024" y="607"/>
                  </a:moveTo>
                  <a:lnTo>
                    <a:pt x="768032" y="0"/>
                  </a:lnTo>
                  <a:lnTo>
                    <a:pt x="0" y="0"/>
                  </a:lnTo>
                  <a:lnTo>
                    <a:pt x="1" y="607"/>
                  </a:lnTo>
                  <a:lnTo>
                    <a:pt x="768024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54" name="object 5754" descr=""/>
            <p:cNvSpPr/>
            <p:nvPr/>
          </p:nvSpPr>
          <p:spPr>
            <a:xfrm>
              <a:off x="5704447" y="8793554"/>
              <a:ext cx="768985" cy="635"/>
            </a:xfrm>
            <a:custGeom>
              <a:avLst/>
              <a:gdLst/>
              <a:ahLst/>
              <a:cxnLst/>
              <a:rect l="l" t="t" r="r" b="b"/>
              <a:pathLst>
                <a:path w="768985" h="634">
                  <a:moveTo>
                    <a:pt x="768351" y="607"/>
                  </a:moveTo>
                  <a:lnTo>
                    <a:pt x="768358" y="0"/>
                  </a:lnTo>
                  <a:lnTo>
                    <a:pt x="0" y="0"/>
                  </a:lnTo>
                  <a:lnTo>
                    <a:pt x="1" y="607"/>
                  </a:lnTo>
                  <a:lnTo>
                    <a:pt x="768351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5" name="object 5755" descr=""/>
            <p:cNvSpPr/>
            <p:nvPr/>
          </p:nvSpPr>
          <p:spPr>
            <a:xfrm>
              <a:off x="5704447" y="8793554"/>
              <a:ext cx="768985" cy="635"/>
            </a:xfrm>
            <a:custGeom>
              <a:avLst/>
              <a:gdLst/>
              <a:ahLst/>
              <a:cxnLst/>
              <a:rect l="l" t="t" r="r" b="b"/>
              <a:pathLst>
                <a:path w="768985" h="634">
                  <a:moveTo>
                    <a:pt x="768351" y="607"/>
                  </a:moveTo>
                  <a:lnTo>
                    <a:pt x="768358" y="0"/>
                  </a:lnTo>
                  <a:lnTo>
                    <a:pt x="0" y="0"/>
                  </a:lnTo>
                  <a:lnTo>
                    <a:pt x="1" y="607"/>
                  </a:lnTo>
                  <a:lnTo>
                    <a:pt x="768351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56" name="object 5756" descr=""/>
            <p:cNvSpPr/>
            <p:nvPr/>
          </p:nvSpPr>
          <p:spPr>
            <a:xfrm>
              <a:off x="5704394" y="8770078"/>
              <a:ext cx="768985" cy="635"/>
            </a:xfrm>
            <a:custGeom>
              <a:avLst/>
              <a:gdLst/>
              <a:ahLst/>
              <a:cxnLst/>
              <a:rect l="l" t="t" r="r" b="b"/>
              <a:pathLst>
                <a:path w="768985" h="634">
                  <a:moveTo>
                    <a:pt x="768678" y="607"/>
                  </a:moveTo>
                  <a:lnTo>
                    <a:pt x="768685" y="0"/>
                  </a:lnTo>
                  <a:lnTo>
                    <a:pt x="0" y="0"/>
                  </a:lnTo>
                  <a:lnTo>
                    <a:pt x="1" y="607"/>
                  </a:lnTo>
                  <a:lnTo>
                    <a:pt x="768678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7" name="object 5757" descr=""/>
            <p:cNvSpPr/>
            <p:nvPr/>
          </p:nvSpPr>
          <p:spPr>
            <a:xfrm>
              <a:off x="5704394" y="8770078"/>
              <a:ext cx="768985" cy="635"/>
            </a:xfrm>
            <a:custGeom>
              <a:avLst/>
              <a:gdLst/>
              <a:ahLst/>
              <a:cxnLst/>
              <a:rect l="l" t="t" r="r" b="b"/>
              <a:pathLst>
                <a:path w="768985" h="634">
                  <a:moveTo>
                    <a:pt x="768678" y="607"/>
                  </a:moveTo>
                  <a:lnTo>
                    <a:pt x="768685" y="0"/>
                  </a:lnTo>
                  <a:lnTo>
                    <a:pt x="0" y="0"/>
                  </a:lnTo>
                  <a:lnTo>
                    <a:pt x="1" y="607"/>
                  </a:lnTo>
                  <a:lnTo>
                    <a:pt x="768678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58" name="object 5758" descr=""/>
            <p:cNvSpPr/>
            <p:nvPr/>
          </p:nvSpPr>
          <p:spPr>
            <a:xfrm>
              <a:off x="5704341" y="8746613"/>
              <a:ext cx="769620" cy="635"/>
            </a:xfrm>
            <a:custGeom>
              <a:avLst/>
              <a:gdLst/>
              <a:ahLst/>
              <a:cxnLst/>
              <a:rect l="l" t="t" r="r" b="b"/>
              <a:pathLst>
                <a:path w="769620" h="634">
                  <a:moveTo>
                    <a:pt x="769005" y="617"/>
                  </a:moveTo>
                  <a:lnTo>
                    <a:pt x="769012" y="0"/>
                  </a:lnTo>
                  <a:lnTo>
                    <a:pt x="0" y="0"/>
                  </a:lnTo>
                  <a:lnTo>
                    <a:pt x="1" y="617"/>
                  </a:lnTo>
                  <a:lnTo>
                    <a:pt x="769005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9" name="object 5759" descr=""/>
            <p:cNvSpPr/>
            <p:nvPr/>
          </p:nvSpPr>
          <p:spPr>
            <a:xfrm>
              <a:off x="5704341" y="8746613"/>
              <a:ext cx="769620" cy="635"/>
            </a:xfrm>
            <a:custGeom>
              <a:avLst/>
              <a:gdLst/>
              <a:ahLst/>
              <a:cxnLst/>
              <a:rect l="l" t="t" r="r" b="b"/>
              <a:pathLst>
                <a:path w="769620" h="634">
                  <a:moveTo>
                    <a:pt x="769005" y="617"/>
                  </a:moveTo>
                  <a:lnTo>
                    <a:pt x="769012" y="0"/>
                  </a:lnTo>
                  <a:lnTo>
                    <a:pt x="0" y="0"/>
                  </a:lnTo>
                  <a:lnTo>
                    <a:pt x="1" y="617"/>
                  </a:lnTo>
                  <a:lnTo>
                    <a:pt x="769005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60" name="object 5760" descr=""/>
            <p:cNvSpPr/>
            <p:nvPr/>
          </p:nvSpPr>
          <p:spPr>
            <a:xfrm>
              <a:off x="5704288" y="8723137"/>
              <a:ext cx="769620" cy="635"/>
            </a:xfrm>
            <a:custGeom>
              <a:avLst/>
              <a:gdLst/>
              <a:ahLst/>
              <a:cxnLst/>
              <a:rect l="l" t="t" r="r" b="b"/>
              <a:pathLst>
                <a:path w="769620" h="634">
                  <a:moveTo>
                    <a:pt x="769332" y="607"/>
                  </a:moveTo>
                  <a:lnTo>
                    <a:pt x="769339" y="0"/>
                  </a:lnTo>
                  <a:lnTo>
                    <a:pt x="0" y="0"/>
                  </a:lnTo>
                  <a:lnTo>
                    <a:pt x="1" y="607"/>
                  </a:lnTo>
                  <a:lnTo>
                    <a:pt x="769332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1" name="object 5761" descr=""/>
            <p:cNvSpPr/>
            <p:nvPr/>
          </p:nvSpPr>
          <p:spPr>
            <a:xfrm>
              <a:off x="5704288" y="8723137"/>
              <a:ext cx="769620" cy="635"/>
            </a:xfrm>
            <a:custGeom>
              <a:avLst/>
              <a:gdLst/>
              <a:ahLst/>
              <a:cxnLst/>
              <a:rect l="l" t="t" r="r" b="b"/>
              <a:pathLst>
                <a:path w="769620" h="634">
                  <a:moveTo>
                    <a:pt x="769332" y="607"/>
                  </a:moveTo>
                  <a:lnTo>
                    <a:pt x="769339" y="0"/>
                  </a:lnTo>
                  <a:lnTo>
                    <a:pt x="0" y="0"/>
                  </a:lnTo>
                  <a:lnTo>
                    <a:pt x="1" y="607"/>
                  </a:lnTo>
                  <a:lnTo>
                    <a:pt x="769332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62" name="object 5762" descr=""/>
            <p:cNvSpPr/>
            <p:nvPr/>
          </p:nvSpPr>
          <p:spPr>
            <a:xfrm>
              <a:off x="5704235" y="8699662"/>
              <a:ext cx="770255" cy="635"/>
            </a:xfrm>
            <a:custGeom>
              <a:avLst/>
              <a:gdLst/>
              <a:ahLst/>
              <a:cxnLst/>
              <a:rect l="l" t="t" r="r" b="b"/>
              <a:pathLst>
                <a:path w="770254" h="634">
                  <a:moveTo>
                    <a:pt x="769658" y="607"/>
                  </a:moveTo>
                  <a:lnTo>
                    <a:pt x="769665" y="0"/>
                  </a:lnTo>
                  <a:lnTo>
                    <a:pt x="0" y="0"/>
                  </a:lnTo>
                  <a:lnTo>
                    <a:pt x="1" y="607"/>
                  </a:lnTo>
                  <a:lnTo>
                    <a:pt x="769658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3" name="object 5763" descr=""/>
            <p:cNvSpPr/>
            <p:nvPr/>
          </p:nvSpPr>
          <p:spPr>
            <a:xfrm>
              <a:off x="5704235" y="8699662"/>
              <a:ext cx="770255" cy="635"/>
            </a:xfrm>
            <a:custGeom>
              <a:avLst/>
              <a:gdLst/>
              <a:ahLst/>
              <a:cxnLst/>
              <a:rect l="l" t="t" r="r" b="b"/>
              <a:pathLst>
                <a:path w="770254" h="634">
                  <a:moveTo>
                    <a:pt x="769658" y="607"/>
                  </a:moveTo>
                  <a:lnTo>
                    <a:pt x="769665" y="0"/>
                  </a:lnTo>
                  <a:lnTo>
                    <a:pt x="0" y="0"/>
                  </a:lnTo>
                  <a:lnTo>
                    <a:pt x="1" y="607"/>
                  </a:lnTo>
                  <a:lnTo>
                    <a:pt x="769658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64" name="object 5764" descr=""/>
            <p:cNvSpPr/>
            <p:nvPr/>
          </p:nvSpPr>
          <p:spPr>
            <a:xfrm>
              <a:off x="5704182" y="8676186"/>
              <a:ext cx="770255" cy="635"/>
            </a:xfrm>
            <a:custGeom>
              <a:avLst/>
              <a:gdLst/>
              <a:ahLst/>
              <a:cxnLst/>
              <a:rect l="l" t="t" r="r" b="b"/>
              <a:pathLst>
                <a:path w="770254" h="634">
                  <a:moveTo>
                    <a:pt x="769985" y="617"/>
                  </a:moveTo>
                  <a:lnTo>
                    <a:pt x="769992" y="0"/>
                  </a:lnTo>
                  <a:lnTo>
                    <a:pt x="0" y="0"/>
                  </a:lnTo>
                  <a:lnTo>
                    <a:pt x="1" y="617"/>
                  </a:lnTo>
                  <a:lnTo>
                    <a:pt x="769985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5" name="object 5765" descr=""/>
            <p:cNvSpPr/>
            <p:nvPr/>
          </p:nvSpPr>
          <p:spPr>
            <a:xfrm>
              <a:off x="5704182" y="8676186"/>
              <a:ext cx="770255" cy="635"/>
            </a:xfrm>
            <a:custGeom>
              <a:avLst/>
              <a:gdLst/>
              <a:ahLst/>
              <a:cxnLst/>
              <a:rect l="l" t="t" r="r" b="b"/>
              <a:pathLst>
                <a:path w="770254" h="634">
                  <a:moveTo>
                    <a:pt x="769985" y="617"/>
                  </a:moveTo>
                  <a:lnTo>
                    <a:pt x="769992" y="0"/>
                  </a:lnTo>
                  <a:lnTo>
                    <a:pt x="0" y="0"/>
                  </a:lnTo>
                  <a:lnTo>
                    <a:pt x="1" y="617"/>
                  </a:lnTo>
                  <a:lnTo>
                    <a:pt x="769985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66" name="object 5766" descr=""/>
            <p:cNvSpPr/>
            <p:nvPr/>
          </p:nvSpPr>
          <p:spPr>
            <a:xfrm>
              <a:off x="5704129" y="8652721"/>
              <a:ext cx="770890" cy="635"/>
            </a:xfrm>
            <a:custGeom>
              <a:avLst/>
              <a:gdLst/>
              <a:ahLst/>
              <a:cxnLst/>
              <a:rect l="l" t="t" r="r" b="b"/>
              <a:pathLst>
                <a:path w="770889" h="634">
                  <a:moveTo>
                    <a:pt x="770312" y="607"/>
                  </a:moveTo>
                  <a:lnTo>
                    <a:pt x="770319" y="0"/>
                  </a:lnTo>
                  <a:lnTo>
                    <a:pt x="0" y="0"/>
                  </a:lnTo>
                  <a:lnTo>
                    <a:pt x="1" y="607"/>
                  </a:lnTo>
                  <a:lnTo>
                    <a:pt x="770312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7" name="object 5767" descr=""/>
            <p:cNvSpPr/>
            <p:nvPr/>
          </p:nvSpPr>
          <p:spPr>
            <a:xfrm>
              <a:off x="5704129" y="8652721"/>
              <a:ext cx="770890" cy="635"/>
            </a:xfrm>
            <a:custGeom>
              <a:avLst/>
              <a:gdLst/>
              <a:ahLst/>
              <a:cxnLst/>
              <a:rect l="l" t="t" r="r" b="b"/>
              <a:pathLst>
                <a:path w="770889" h="634">
                  <a:moveTo>
                    <a:pt x="770312" y="607"/>
                  </a:moveTo>
                  <a:lnTo>
                    <a:pt x="770319" y="0"/>
                  </a:lnTo>
                  <a:lnTo>
                    <a:pt x="0" y="0"/>
                  </a:lnTo>
                  <a:lnTo>
                    <a:pt x="1" y="607"/>
                  </a:lnTo>
                  <a:lnTo>
                    <a:pt x="770312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68" name="object 5768" descr=""/>
            <p:cNvSpPr/>
            <p:nvPr/>
          </p:nvSpPr>
          <p:spPr>
            <a:xfrm>
              <a:off x="5704076" y="8629245"/>
              <a:ext cx="770890" cy="635"/>
            </a:xfrm>
            <a:custGeom>
              <a:avLst/>
              <a:gdLst/>
              <a:ahLst/>
              <a:cxnLst/>
              <a:rect l="l" t="t" r="r" b="b"/>
              <a:pathLst>
                <a:path w="770889" h="634">
                  <a:moveTo>
                    <a:pt x="770639" y="607"/>
                  </a:moveTo>
                  <a:lnTo>
                    <a:pt x="770646" y="0"/>
                  </a:lnTo>
                  <a:lnTo>
                    <a:pt x="0" y="0"/>
                  </a:lnTo>
                  <a:lnTo>
                    <a:pt x="1" y="607"/>
                  </a:lnTo>
                  <a:lnTo>
                    <a:pt x="770639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9" name="object 5769" descr=""/>
            <p:cNvSpPr/>
            <p:nvPr/>
          </p:nvSpPr>
          <p:spPr>
            <a:xfrm>
              <a:off x="5704076" y="8629245"/>
              <a:ext cx="770890" cy="635"/>
            </a:xfrm>
            <a:custGeom>
              <a:avLst/>
              <a:gdLst/>
              <a:ahLst/>
              <a:cxnLst/>
              <a:rect l="l" t="t" r="r" b="b"/>
              <a:pathLst>
                <a:path w="770889" h="634">
                  <a:moveTo>
                    <a:pt x="770639" y="607"/>
                  </a:moveTo>
                  <a:lnTo>
                    <a:pt x="770646" y="0"/>
                  </a:lnTo>
                  <a:lnTo>
                    <a:pt x="0" y="0"/>
                  </a:lnTo>
                  <a:lnTo>
                    <a:pt x="1" y="607"/>
                  </a:lnTo>
                  <a:lnTo>
                    <a:pt x="770639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70" name="object 5770" descr=""/>
            <p:cNvSpPr/>
            <p:nvPr/>
          </p:nvSpPr>
          <p:spPr>
            <a:xfrm>
              <a:off x="5704023" y="8605769"/>
              <a:ext cx="771525" cy="635"/>
            </a:xfrm>
            <a:custGeom>
              <a:avLst/>
              <a:gdLst/>
              <a:ahLst/>
              <a:cxnLst/>
              <a:rect l="l" t="t" r="r" b="b"/>
              <a:pathLst>
                <a:path w="771525" h="634">
                  <a:moveTo>
                    <a:pt x="770966" y="607"/>
                  </a:moveTo>
                  <a:lnTo>
                    <a:pt x="770973" y="0"/>
                  </a:lnTo>
                  <a:lnTo>
                    <a:pt x="0" y="0"/>
                  </a:lnTo>
                  <a:lnTo>
                    <a:pt x="1" y="607"/>
                  </a:lnTo>
                  <a:lnTo>
                    <a:pt x="770966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1" name="object 5771" descr=""/>
            <p:cNvSpPr/>
            <p:nvPr/>
          </p:nvSpPr>
          <p:spPr>
            <a:xfrm>
              <a:off x="5704023" y="8605769"/>
              <a:ext cx="771525" cy="635"/>
            </a:xfrm>
            <a:custGeom>
              <a:avLst/>
              <a:gdLst/>
              <a:ahLst/>
              <a:cxnLst/>
              <a:rect l="l" t="t" r="r" b="b"/>
              <a:pathLst>
                <a:path w="771525" h="634">
                  <a:moveTo>
                    <a:pt x="770966" y="607"/>
                  </a:moveTo>
                  <a:lnTo>
                    <a:pt x="770973" y="0"/>
                  </a:lnTo>
                  <a:lnTo>
                    <a:pt x="0" y="0"/>
                  </a:lnTo>
                  <a:lnTo>
                    <a:pt x="1" y="607"/>
                  </a:lnTo>
                  <a:lnTo>
                    <a:pt x="770966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72" name="object 5772" descr=""/>
            <p:cNvSpPr/>
            <p:nvPr/>
          </p:nvSpPr>
          <p:spPr>
            <a:xfrm>
              <a:off x="5703970" y="8582293"/>
              <a:ext cx="771525" cy="635"/>
            </a:xfrm>
            <a:custGeom>
              <a:avLst/>
              <a:gdLst/>
              <a:ahLst/>
              <a:cxnLst/>
              <a:rect l="l" t="t" r="r" b="b"/>
              <a:pathLst>
                <a:path w="771525" h="634">
                  <a:moveTo>
                    <a:pt x="771292" y="617"/>
                  </a:moveTo>
                  <a:lnTo>
                    <a:pt x="771299" y="0"/>
                  </a:lnTo>
                  <a:lnTo>
                    <a:pt x="0" y="0"/>
                  </a:lnTo>
                  <a:lnTo>
                    <a:pt x="1" y="617"/>
                  </a:lnTo>
                  <a:lnTo>
                    <a:pt x="771292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3" name="object 5773" descr=""/>
            <p:cNvSpPr/>
            <p:nvPr/>
          </p:nvSpPr>
          <p:spPr>
            <a:xfrm>
              <a:off x="5703970" y="8582293"/>
              <a:ext cx="771525" cy="635"/>
            </a:xfrm>
            <a:custGeom>
              <a:avLst/>
              <a:gdLst/>
              <a:ahLst/>
              <a:cxnLst/>
              <a:rect l="l" t="t" r="r" b="b"/>
              <a:pathLst>
                <a:path w="771525" h="634">
                  <a:moveTo>
                    <a:pt x="771292" y="617"/>
                  </a:moveTo>
                  <a:lnTo>
                    <a:pt x="771299" y="0"/>
                  </a:lnTo>
                  <a:lnTo>
                    <a:pt x="0" y="0"/>
                  </a:lnTo>
                  <a:lnTo>
                    <a:pt x="1" y="617"/>
                  </a:lnTo>
                  <a:lnTo>
                    <a:pt x="771292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74" name="object 5774" descr=""/>
            <p:cNvSpPr/>
            <p:nvPr/>
          </p:nvSpPr>
          <p:spPr>
            <a:xfrm>
              <a:off x="5703917" y="8558828"/>
              <a:ext cx="772160" cy="635"/>
            </a:xfrm>
            <a:custGeom>
              <a:avLst/>
              <a:gdLst/>
              <a:ahLst/>
              <a:cxnLst/>
              <a:rect l="l" t="t" r="r" b="b"/>
              <a:pathLst>
                <a:path w="772160" h="634">
                  <a:moveTo>
                    <a:pt x="771619" y="617"/>
                  </a:moveTo>
                  <a:lnTo>
                    <a:pt x="771626" y="0"/>
                  </a:lnTo>
                  <a:lnTo>
                    <a:pt x="0" y="0"/>
                  </a:lnTo>
                  <a:lnTo>
                    <a:pt x="1" y="617"/>
                  </a:lnTo>
                  <a:lnTo>
                    <a:pt x="771619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5" name="object 5775" descr=""/>
            <p:cNvSpPr/>
            <p:nvPr/>
          </p:nvSpPr>
          <p:spPr>
            <a:xfrm>
              <a:off x="5703917" y="8558828"/>
              <a:ext cx="772160" cy="635"/>
            </a:xfrm>
            <a:custGeom>
              <a:avLst/>
              <a:gdLst/>
              <a:ahLst/>
              <a:cxnLst/>
              <a:rect l="l" t="t" r="r" b="b"/>
              <a:pathLst>
                <a:path w="772160" h="634">
                  <a:moveTo>
                    <a:pt x="771619" y="617"/>
                  </a:moveTo>
                  <a:lnTo>
                    <a:pt x="771626" y="0"/>
                  </a:lnTo>
                  <a:lnTo>
                    <a:pt x="0" y="0"/>
                  </a:lnTo>
                  <a:lnTo>
                    <a:pt x="1" y="617"/>
                  </a:lnTo>
                  <a:lnTo>
                    <a:pt x="771619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76" name="object 5776" descr=""/>
            <p:cNvSpPr/>
            <p:nvPr/>
          </p:nvSpPr>
          <p:spPr>
            <a:xfrm>
              <a:off x="5703864" y="8535352"/>
              <a:ext cx="772160" cy="635"/>
            </a:xfrm>
            <a:custGeom>
              <a:avLst/>
              <a:gdLst/>
              <a:ahLst/>
              <a:cxnLst/>
              <a:rect l="l" t="t" r="r" b="b"/>
              <a:pathLst>
                <a:path w="772160" h="634">
                  <a:moveTo>
                    <a:pt x="771946" y="607"/>
                  </a:moveTo>
                  <a:lnTo>
                    <a:pt x="771953" y="0"/>
                  </a:lnTo>
                  <a:lnTo>
                    <a:pt x="0" y="0"/>
                  </a:lnTo>
                  <a:lnTo>
                    <a:pt x="1" y="607"/>
                  </a:lnTo>
                  <a:lnTo>
                    <a:pt x="771946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7" name="object 5777" descr=""/>
            <p:cNvSpPr/>
            <p:nvPr/>
          </p:nvSpPr>
          <p:spPr>
            <a:xfrm>
              <a:off x="5703864" y="8535352"/>
              <a:ext cx="772160" cy="635"/>
            </a:xfrm>
            <a:custGeom>
              <a:avLst/>
              <a:gdLst/>
              <a:ahLst/>
              <a:cxnLst/>
              <a:rect l="l" t="t" r="r" b="b"/>
              <a:pathLst>
                <a:path w="772160" h="634">
                  <a:moveTo>
                    <a:pt x="771946" y="607"/>
                  </a:moveTo>
                  <a:lnTo>
                    <a:pt x="771953" y="0"/>
                  </a:lnTo>
                  <a:lnTo>
                    <a:pt x="0" y="0"/>
                  </a:lnTo>
                  <a:lnTo>
                    <a:pt x="1" y="607"/>
                  </a:lnTo>
                  <a:lnTo>
                    <a:pt x="771946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78" name="object 5778" descr=""/>
            <p:cNvSpPr/>
            <p:nvPr/>
          </p:nvSpPr>
          <p:spPr>
            <a:xfrm>
              <a:off x="5703811" y="8511877"/>
              <a:ext cx="772795" cy="635"/>
            </a:xfrm>
            <a:custGeom>
              <a:avLst/>
              <a:gdLst/>
              <a:ahLst/>
              <a:cxnLst/>
              <a:rect l="l" t="t" r="r" b="b"/>
              <a:pathLst>
                <a:path w="772795" h="634">
                  <a:moveTo>
                    <a:pt x="772273" y="617"/>
                  </a:moveTo>
                  <a:lnTo>
                    <a:pt x="772280" y="0"/>
                  </a:lnTo>
                  <a:lnTo>
                    <a:pt x="0" y="0"/>
                  </a:lnTo>
                  <a:lnTo>
                    <a:pt x="1" y="617"/>
                  </a:lnTo>
                  <a:lnTo>
                    <a:pt x="772273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9" name="object 5779" descr=""/>
            <p:cNvSpPr/>
            <p:nvPr/>
          </p:nvSpPr>
          <p:spPr>
            <a:xfrm>
              <a:off x="5703811" y="8511877"/>
              <a:ext cx="772795" cy="635"/>
            </a:xfrm>
            <a:custGeom>
              <a:avLst/>
              <a:gdLst/>
              <a:ahLst/>
              <a:cxnLst/>
              <a:rect l="l" t="t" r="r" b="b"/>
              <a:pathLst>
                <a:path w="772795" h="634">
                  <a:moveTo>
                    <a:pt x="772273" y="617"/>
                  </a:moveTo>
                  <a:lnTo>
                    <a:pt x="772280" y="0"/>
                  </a:lnTo>
                  <a:lnTo>
                    <a:pt x="0" y="0"/>
                  </a:lnTo>
                  <a:lnTo>
                    <a:pt x="1" y="617"/>
                  </a:lnTo>
                  <a:lnTo>
                    <a:pt x="772273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80" name="object 5780" descr=""/>
            <p:cNvSpPr/>
            <p:nvPr/>
          </p:nvSpPr>
          <p:spPr>
            <a:xfrm>
              <a:off x="5703758" y="8488411"/>
              <a:ext cx="772795" cy="635"/>
            </a:xfrm>
            <a:custGeom>
              <a:avLst/>
              <a:gdLst/>
              <a:ahLst/>
              <a:cxnLst/>
              <a:rect l="l" t="t" r="r" b="b"/>
              <a:pathLst>
                <a:path w="772795" h="634">
                  <a:moveTo>
                    <a:pt x="772599" y="617"/>
                  </a:moveTo>
                  <a:lnTo>
                    <a:pt x="772606" y="0"/>
                  </a:lnTo>
                  <a:lnTo>
                    <a:pt x="0" y="0"/>
                  </a:lnTo>
                  <a:lnTo>
                    <a:pt x="1" y="617"/>
                  </a:lnTo>
                  <a:lnTo>
                    <a:pt x="772599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1" name="object 5781" descr=""/>
            <p:cNvSpPr/>
            <p:nvPr/>
          </p:nvSpPr>
          <p:spPr>
            <a:xfrm>
              <a:off x="5703758" y="8488411"/>
              <a:ext cx="772795" cy="635"/>
            </a:xfrm>
            <a:custGeom>
              <a:avLst/>
              <a:gdLst/>
              <a:ahLst/>
              <a:cxnLst/>
              <a:rect l="l" t="t" r="r" b="b"/>
              <a:pathLst>
                <a:path w="772795" h="634">
                  <a:moveTo>
                    <a:pt x="772599" y="617"/>
                  </a:moveTo>
                  <a:lnTo>
                    <a:pt x="772606" y="0"/>
                  </a:lnTo>
                  <a:lnTo>
                    <a:pt x="0" y="0"/>
                  </a:lnTo>
                  <a:lnTo>
                    <a:pt x="1" y="617"/>
                  </a:lnTo>
                  <a:lnTo>
                    <a:pt x="772599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82" name="object 5782" descr=""/>
            <p:cNvSpPr/>
            <p:nvPr/>
          </p:nvSpPr>
          <p:spPr>
            <a:xfrm>
              <a:off x="5703705" y="8464936"/>
              <a:ext cx="773430" cy="635"/>
            </a:xfrm>
            <a:custGeom>
              <a:avLst/>
              <a:gdLst/>
              <a:ahLst/>
              <a:cxnLst/>
              <a:rect l="l" t="t" r="r" b="b"/>
              <a:pathLst>
                <a:path w="773429" h="634">
                  <a:moveTo>
                    <a:pt x="772926" y="607"/>
                  </a:moveTo>
                  <a:lnTo>
                    <a:pt x="772933" y="0"/>
                  </a:lnTo>
                  <a:lnTo>
                    <a:pt x="0" y="0"/>
                  </a:lnTo>
                  <a:lnTo>
                    <a:pt x="1" y="607"/>
                  </a:lnTo>
                  <a:lnTo>
                    <a:pt x="772926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3" name="object 5783" descr=""/>
            <p:cNvSpPr/>
            <p:nvPr/>
          </p:nvSpPr>
          <p:spPr>
            <a:xfrm>
              <a:off x="5703705" y="8464936"/>
              <a:ext cx="773430" cy="635"/>
            </a:xfrm>
            <a:custGeom>
              <a:avLst/>
              <a:gdLst/>
              <a:ahLst/>
              <a:cxnLst/>
              <a:rect l="l" t="t" r="r" b="b"/>
              <a:pathLst>
                <a:path w="773429" h="634">
                  <a:moveTo>
                    <a:pt x="772926" y="607"/>
                  </a:moveTo>
                  <a:lnTo>
                    <a:pt x="772933" y="0"/>
                  </a:lnTo>
                  <a:lnTo>
                    <a:pt x="0" y="0"/>
                  </a:lnTo>
                  <a:lnTo>
                    <a:pt x="1" y="607"/>
                  </a:lnTo>
                  <a:lnTo>
                    <a:pt x="772926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84" name="object 5784" descr=""/>
            <p:cNvSpPr/>
            <p:nvPr/>
          </p:nvSpPr>
          <p:spPr>
            <a:xfrm>
              <a:off x="5703652" y="8441460"/>
              <a:ext cx="773430" cy="635"/>
            </a:xfrm>
            <a:custGeom>
              <a:avLst/>
              <a:gdLst/>
              <a:ahLst/>
              <a:cxnLst/>
              <a:rect l="l" t="t" r="r" b="b"/>
              <a:pathLst>
                <a:path w="773429" h="634">
                  <a:moveTo>
                    <a:pt x="773253" y="607"/>
                  </a:moveTo>
                  <a:lnTo>
                    <a:pt x="773260" y="0"/>
                  </a:lnTo>
                  <a:lnTo>
                    <a:pt x="0" y="0"/>
                  </a:lnTo>
                  <a:lnTo>
                    <a:pt x="1" y="607"/>
                  </a:lnTo>
                  <a:lnTo>
                    <a:pt x="773253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5" name="object 5785" descr=""/>
            <p:cNvSpPr/>
            <p:nvPr/>
          </p:nvSpPr>
          <p:spPr>
            <a:xfrm>
              <a:off x="5703652" y="8441460"/>
              <a:ext cx="773430" cy="635"/>
            </a:xfrm>
            <a:custGeom>
              <a:avLst/>
              <a:gdLst/>
              <a:ahLst/>
              <a:cxnLst/>
              <a:rect l="l" t="t" r="r" b="b"/>
              <a:pathLst>
                <a:path w="773429" h="634">
                  <a:moveTo>
                    <a:pt x="773253" y="607"/>
                  </a:moveTo>
                  <a:lnTo>
                    <a:pt x="773260" y="0"/>
                  </a:lnTo>
                  <a:lnTo>
                    <a:pt x="0" y="0"/>
                  </a:lnTo>
                  <a:lnTo>
                    <a:pt x="1" y="607"/>
                  </a:lnTo>
                  <a:lnTo>
                    <a:pt x="773253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86" name="object 5786" descr=""/>
            <p:cNvSpPr/>
            <p:nvPr/>
          </p:nvSpPr>
          <p:spPr>
            <a:xfrm>
              <a:off x="5703599" y="8417995"/>
              <a:ext cx="774065" cy="635"/>
            </a:xfrm>
            <a:custGeom>
              <a:avLst/>
              <a:gdLst/>
              <a:ahLst/>
              <a:cxnLst/>
              <a:rect l="l" t="t" r="r" b="b"/>
              <a:pathLst>
                <a:path w="774064" h="634">
                  <a:moveTo>
                    <a:pt x="773580" y="607"/>
                  </a:moveTo>
                  <a:lnTo>
                    <a:pt x="773587" y="0"/>
                  </a:lnTo>
                  <a:lnTo>
                    <a:pt x="0" y="0"/>
                  </a:lnTo>
                  <a:lnTo>
                    <a:pt x="1" y="607"/>
                  </a:lnTo>
                  <a:lnTo>
                    <a:pt x="773580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7" name="object 5787" descr=""/>
            <p:cNvSpPr/>
            <p:nvPr/>
          </p:nvSpPr>
          <p:spPr>
            <a:xfrm>
              <a:off x="5703599" y="8417995"/>
              <a:ext cx="774065" cy="635"/>
            </a:xfrm>
            <a:custGeom>
              <a:avLst/>
              <a:gdLst/>
              <a:ahLst/>
              <a:cxnLst/>
              <a:rect l="l" t="t" r="r" b="b"/>
              <a:pathLst>
                <a:path w="774064" h="634">
                  <a:moveTo>
                    <a:pt x="773580" y="607"/>
                  </a:moveTo>
                  <a:lnTo>
                    <a:pt x="773587" y="0"/>
                  </a:lnTo>
                  <a:lnTo>
                    <a:pt x="0" y="0"/>
                  </a:lnTo>
                  <a:lnTo>
                    <a:pt x="1" y="607"/>
                  </a:lnTo>
                  <a:lnTo>
                    <a:pt x="773580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88" name="object 5788" descr=""/>
            <p:cNvSpPr/>
            <p:nvPr/>
          </p:nvSpPr>
          <p:spPr>
            <a:xfrm>
              <a:off x="5703546" y="8394519"/>
              <a:ext cx="774065" cy="635"/>
            </a:xfrm>
            <a:custGeom>
              <a:avLst/>
              <a:gdLst/>
              <a:ahLst/>
              <a:cxnLst/>
              <a:rect l="l" t="t" r="r" b="b"/>
              <a:pathLst>
                <a:path w="774064" h="634">
                  <a:moveTo>
                    <a:pt x="773906" y="617"/>
                  </a:moveTo>
                  <a:lnTo>
                    <a:pt x="773914" y="0"/>
                  </a:lnTo>
                  <a:lnTo>
                    <a:pt x="0" y="0"/>
                  </a:lnTo>
                  <a:lnTo>
                    <a:pt x="1" y="617"/>
                  </a:lnTo>
                  <a:lnTo>
                    <a:pt x="773906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9" name="object 5789" descr=""/>
            <p:cNvSpPr/>
            <p:nvPr/>
          </p:nvSpPr>
          <p:spPr>
            <a:xfrm>
              <a:off x="5703546" y="8394519"/>
              <a:ext cx="774065" cy="635"/>
            </a:xfrm>
            <a:custGeom>
              <a:avLst/>
              <a:gdLst/>
              <a:ahLst/>
              <a:cxnLst/>
              <a:rect l="l" t="t" r="r" b="b"/>
              <a:pathLst>
                <a:path w="774064" h="634">
                  <a:moveTo>
                    <a:pt x="773906" y="617"/>
                  </a:moveTo>
                  <a:lnTo>
                    <a:pt x="773914" y="0"/>
                  </a:lnTo>
                  <a:lnTo>
                    <a:pt x="0" y="0"/>
                  </a:lnTo>
                  <a:lnTo>
                    <a:pt x="1" y="617"/>
                  </a:lnTo>
                  <a:lnTo>
                    <a:pt x="773906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90" name="object 5790" descr=""/>
            <p:cNvSpPr/>
            <p:nvPr/>
          </p:nvSpPr>
          <p:spPr>
            <a:xfrm>
              <a:off x="5703493" y="8371043"/>
              <a:ext cx="774700" cy="635"/>
            </a:xfrm>
            <a:custGeom>
              <a:avLst/>
              <a:gdLst/>
              <a:ahLst/>
              <a:cxnLst/>
              <a:rect l="l" t="t" r="r" b="b"/>
              <a:pathLst>
                <a:path w="774700" h="634">
                  <a:moveTo>
                    <a:pt x="774233" y="617"/>
                  </a:moveTo>
                  <a:lnTo>
                    <a:pt x="774240" y="0"/>
                  </a:lnTo>
                  <a:lnTo>
                    <a:pt x="0" y="0"/>
                  </a:lnTo>
                  <a:lnTo>
                    <a:pt x="1" y="617"/>
                  </a:lnTo>
                  <a:lnTo>
                    <a:pt x="774233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1" name="object 5791" descr=""/>
            <p:cNvSpPr/>
            <p:nvPr/>
          </p:nvSpPr>
          <p:spPr>
            <a:xfrm>
              <a:off x="5703493" y="8371043"/>
              <a:ext cx="774700" cy="635"/>
            </a:xfrm>
            <a:custGeom>
              <a:avLst/>
              <a:gdLst/>
              <a:ahLst/>
              <a:cxnLst/>
              <a:rect l="l" t="t" r="r" b="b"/>
              <a:pathLst>
                <a:path w="774700" h="634">
                  <a:moveTo>
                    <a:pt x="774233" y="617"/>
                  </a:moveTo>
                  <a:lnTo>
                    <a:pt x="774240" y="0"/>
                  </a:lnTo>
                  <a:lnTo>
                    <a:pt x="0" y="0"/>
                  </a:lnTo>
                  <a:lnTo>
                    <a:pt x="1" y="617"/>
                  </a:lnTo>
                  <a:lnTo>
                    <a:pt x="774233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92" name="object 5792" descr=""/>
            <p:cNvSpPr/>
            <p:nvPr/>
          </p:nvSpPr>
          <p:spPr>
            <a:xfrm>
              <a:off x="5703440" y="8347567"/>
              <a:ext cx="774700" cy="635"/>
            </a:xfrm>
            <a:custGeom>
              <a:avLst/>
              <a:gdLst/>
              <a:ahLst/>
              <a:cxnLst/>
              <a:rect l="l" t="t" r="r" b="b"/>
              <a:pathLst>
                <a:path w="774700" h="634">
                  <a:moveTo>
                    <a:pt x="774560" y="607"/>
                  </a:moveTo>
                  <a:lnTo>
                    <a:pt x="774567" y="0"/>
                  </a:lnTo>
                  <a:lnTo>
                    <a:pt x="0" y="0"/>
                  </a:lnTo>
                  <a:lnTo>
                    <a:pt x="1" y="607"/>
                  </a:lnTo>
                  <a:lnTo>
                    <a:pt x="774560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3" name="object 5793" descr=""/>
            <p:cNvSpPr/>
            <p:nvPr/>
          </p:nvSpPr>
          <p:spPr>
            <a:xfrm>
              <a:off x="5703440" y="8347567"/>
              <a:ext cx="774700" cy="635"/>
            </a:xfrm>
            <a:custGeom>
              <a:avLst/>
              <a:gdLst/>
              <a:ahLst/>
              <a:cxnLst/>
              <a:rect l="l" t="t" r="r" b="b"/>
              <a:pathLst>
                <a:path w="774700" h="634">
                  <a:moveTo>
                    <a:pt x="774560" y="607"/>
                  </a:moveTo>
                  <a:lnTo>
                    <a:pt x="774567" y="0"/>
                  </a:lnTo>
                  <a:lnTo>
                    <a:pt x="0" y="0"/>
                  </a:lnTo>
                  <a:lnTo>
                    <a:pt x="1" y="607"/>
                  </a:lnTo>
                  <a:lnTo>
                    <a:pt x="774560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94" name="object 5794" descr=""/>
            <p:cNvSpPr/>
            <p:nvPr/>
          </p:nvSpPr>
          <p:spPr>
            <a:xfrm>
              <a:off x="5703387" y="8324102"/>
              <a:ext cx="775335" cy="635"/>
            </a:xfrm>
            <a:custGeom>
              <a:avLst/>
              <a:gdLst/>
              <a:ahLst/>
              <a:cxnLst/>
              <a:rect l="l" t="t" r="r" b="b"/>
              <a:pathLst>
                <a:path w="775335" h="634">
                  <a:moveTo>
                    <a:pt x="774887" y="617"/>
                  </a:moveTo>
                  <a:lnTo>
                    <a:pt x="774894" y="0"/>
                  </a:lnTo>
                  <a:lnTo>
                    <a:pt x="0" y="0"/>
                  </a:lnTo>
                  <a:lnTo>
                    <a:pt x="1" y="617"/>
                  </a:lnTo>
                  <a:lnTo>
                    <a:pt x="774887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5" name="object 5795" descr=""/>
            <p:cNvSpPr/>
            <p:nvPr/>
          </p:nvSpPr>
          <p:spPr>
            <a:xfrm>
              <a:off x="5703387" y="8324102"/>
              <a:ext cx="775335" cy="635"/>
            </a:xfrm>
            <a:custGeom>
              <a:avLst/>
              <a:gdLst/>
              <a:ahLst/>
              <a:cxnLst/>
              <a:rect l="l" t="t" r="r" b="b"/>
              <a:pathLst>
                <a:path w="775335" h="634">
                  <a:moveTo>
                    <a:pt x="774887" y="617"/>
                  </a:moveTo>
                  <a:lnTo>
                    <a:pt x="774894" y="0"/>
                  </a:lnTo>
                  <a:lnTo>
                    <a:pt x="0" y="0"/>
                  </a:lnTo>
                  <a:lnTo>
                    <a:pt x="1" y="617"/>
                  </a:lnTo>
                  <a:lnTo>
                    <a:pt x="774887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96" name="object 5796" descr=""/>
            <p:cNvSpPr/>
            <p:nvPr/>
          </p:nvSpPr>
          <p:spPr>
            <a:xfrm>
              <a:off x="5703334" y="8300627"/>
              <a:ext cx="775335" cy="635"/>
            </a:xfrm>
            <a:custGeom>
              <a:avLst/>
              <a:gdLst/>
              <a:ahLst/>
              <a:cxnLst/>
              <a:rect l="l" t="t" r="r" b="b"/>
              <a:pathLst>
                <a:path w="775335" h="634">
                  <a:moveTo>
                    <a:pt x="774939" y="617"/>
                  </a:moveTo>
                  <a:lnTo>
                    <a:pt x="774927" y="0"/>
                  </a:lnTo>
                  <a:lnTo>
                    <a:pt x="0" y="0"/>
                  </a:lnTo>
                  <a:lnTo>
                    <a:pt x="1" y="617"/>
                  </a:lnTo>
                  <a:lnTo>
                    <a:pt x="774939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7" name="object 5797" descr=""/>
            <p:cNvSpPr/>
            <p:nvPr/>
          </p:nvSpPr>
          <p:spPr>
            <a:xfrm>
              <a:off x="5703334" y="8300627"/>
              <a:ext cx="775335" cy="635"/>
            </a:xfrm>
            <a:custGeom>
              <a:avLst/>
              <a:gdLst/>
              <a:ahLst/>
              <a:cxnLst/>
              <a:rect l="l" t="t" r="r" b="b"/>
              <a:pathLst>
                <a:path w="775335" h="634">
                  <a:moveTo>
                    <a:pt x="774939" y="617"/>
                  </a:moveTo>
                  <a:lnTo>
                    <a:pt x="774927" y="0"/>
                  </a:lnTo>
                  <a:lnTo>
                    <a:pt x="0" y="0"/>
                  </a:lnTo>
                  <a:lnTo>
                    <a:pt x="1" y="617"/>
                  </a:lnTo>
                  <a:lnTo>
                    <a:pt x="774939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98" name="object 5798" descr=""/>
            <p:cNvSpPr/>
            <p:nvPr/>
          </p:nvSpPr>
          <p:spPr>
            <a:xfrm>
              <a:off x="5703281" y="8277151"/>
              <a:ext cx="774700" cy="635"/>
            </a:xfrm>
            <a:custGeom>
              <a:avLst/>
              <a:gdLst/>
              <a:ahLst/>
              <a:cxnLst/>
              <a:rect l="l" t="t" r="r" b="b"/>
              <a:pathLst>
                <a:path w="774700" h="634">
                  <a:moveTo>
                    <a:pt x="774512" y="607"/>
                  </a:moveTo>
                  <a:lnTo>
                    <a:pt x="774500" y="0"/>
                  </a:lnTo>
                  <a:lnTo>
                    <a:pt x="0" y="0"/>
                  </a:lnTo>
                  <a:lnTo>
                    <a:pt x="1" y="607"/>
                  </a:lnTo>
                  <a:lnTo>
                    <a:pt x="774512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9" name="object 5799" descr=""/>
            <p:cNvSpPr/>
            <p:nvPr/>
          </p:nvSpPr>
          <p:spPr>
            <a:xfrm>
              <a:off x="5703281" y="8277151"/>
              <a:ext cx="774700" cy="635"/>
            </a:xfrm>
            <a:custGeom>
              <a:avLst/>
              <a:gdLst/>
              <a:ahLst/>
              <a:cxnLst/>
              <a:rect l="l" t="t" r="r" b="b"/>
              <a:pathLst>
                <a:path w="774700" h="634">
                  <a:moveTo>
                    <a:pt x="774512" y="607"/>
                  </a:moveTo>
                  <a:lnTo>
                    <a:pt x="774500" y="0"/>
                  </a:lnTo>
                  <a:lnTo>
                    <a:pt x="0" y="0"/>
                  </a:lnTo>
                  <a:lnTo>
                    <a:pt x="1" y="607"/>
                  </a:lnTo>
                  <a:lnTo>
                    <a:pt x="774512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00" name="object 5800" descr=""/>
            <p:cNvSpPr/>
            <p:nvPr/>
          </p:nvSpPr>
          <p:spPr>
            <a:xfrm>
              <a:off x="5703228" y="8253675"/>
              <a:ext cx="774700" cy="635"/>
            </a:xfrm>
            <a:custGeom>
              <a:avLst/>
              <a:gdLst/>
              <a:ahLst/>
              <a:cxnLst/>
              <a:rect l="l" t="t" r="r" b="b"/>
              <a:pathLst>
                <a:path w="774700" h="634">
                  <a:moveTo>
                    <a:pt x="774086" y="607"/>
                  </a:moveTo>
                  <a:lnTo>
                    <a:pt x="774073" y="0"/>
                  </a:lnTo>
                  <a:lnTo>
                    <a:pt x="0" y="0"/>
                  </a:lnTo>
                  <a:lnTo>
                    <a:pt x="1" y="607"/>
                  </a:lnTo>
                  <a:lnTo>
                    <a:pt x="774086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1" name="object 5801" descr=""/>
            <p:cNvSpPr/>
            <p:nvPr/>
          </p:nvSpPr>
          <p:spPr>
            <a:xfrm>
              <a:off x="5703228" y="8253675"/>
              <a:ext cx="774700" cy="635"/>
            </a:xfrm>
            <a:custGeom>
              <a:avLst/>
              <a:gdLst/>
              <a:ahLst/>
              <a:cxnLst/>
              <a:rect l="l" t="t" r="r" b="b"/>
              <a:pathLst>
                <a:path w="774700" h="634">
                  <a:moveTo>
                    <a:pt x="774086" y="607"/>
                  </a:moveTo>
                  <a:lnTo>
                    <a:pt x="774073" y="0"/>
                  </a:lnTo>
                  <a:lnTo>
                    <a:pt x="0" y="0"/>
                  </a:lnTo>
                  <a:lnTo>
                    <a:pt x="1" y="607"/>
                  </a:lnTo>
                  <a:lnTo>
                    <a:pt x="774086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02" name="object 5802" descr=""/>
            <p:cNvSpPr/>
            <p:nvPr/>
          </p:nvSpPr>
          <p:spPr>
            <a:xfrm>
              <a:off x="5703175" y="8230210"/>
              <a:ext cx="774065" cy="635"/>
            </a:xfrm>
            <a:custGeom>
              <a:avLst/>
              <a:gdLst/>
              <a:ahLst/>
              <a:cxnLst/>
              <a:rect l="l" t="t" r="r" b="b"/>
              <a:pathLst>
                <a:path w="774064" h="634">
                  <a:moveTo>
                    <a:pt x="773659" y="607"/>
                  </a:moveTo>
                  <a:lnTo>
                    <a:pt x="773647" y="0"/>
                  </a:lnTo>
                  <a:lnTo>
                    <a:pt x="0" y="0"/>
                  </a:lnTo>
                  <a:lnTo>
                    <a:pt x="1" y="607"/>
                  </a:lnTo>
                  <a:lnTo>
                    <a:pt x="773659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3" name="object 5803" descr=""/>
            <p:cNvSpPr/>
            <p:nvPr/>
          </p:nvSpPr>
          <p:spPr>
            <a:xfrm>
              <a:off x="5703175" y="8230210"/>
              <a:ext cx="774065" cy="635"/>
            </a:xfrm>
            <a:custGeom>
              <a:avLst/>
              <a:gdLst/>
              <a:ahLst/>
              <a:cxnLst/>
              <a:rect l="l" t="t" r="r" b="b"/>
              <a:pathLst>
                <a:path w="774064" h="634">
                  <a:moveTo>
                    <a:pt x="773659" y="607"/>
                  </a:moveTo>
                  <a:lnTo>
                    <a:pt x="773647" y="0"/>
                  </a:lnTo>
                  <a:lnTo>
                    <a:pt x="0" y="0"/>
                  </a:lnTo>
                  <a:lnTo>
                    <a:pt x="1" y="607"/>
                  </a:lnTo>
                  <a:lnTo>
                    <a:pt x="773659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04" name="object 5804" descr=""/>
            <p:cNvSpPr/>
            <p:nvPr/>
          </p:nvSpPr>
          <p:spPr>
            <a:xfrm>
              <a:off x="5703536" y="8206734"/>
              <a:ext cx="773430" cy="635"/>
            </a:xfrm>
            <a:custGeom>
              <a:avLst/>
              <a:gdLst/>
              <a:ahLst/>
              <a:cxnLst/>
              <a:rect l="l" t="t" r="r" b="b"/>
              <a:pathLst>
                <a:path w="773429" h="634">
                  <a:moveTo>
                    <a:pt x="772819" y="617"/>
                  </a:moveTo>
                  <a:lnTo>
                    <a:pt x="772807" y="0"/>
                  </a:lnTo>
                  <a:lnTo>
                    <a:pt x="17" y="0"/>
                  </a:lnTo>
                  <a:lnTo>
                    <a:pt x="0" y="617"/>
                  </a:lnTo>
                  <a:lnTo>
                    <a:pt x="772819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5" name="object 5805" descr=""/>
            <p:cNvSpPr/>
            <p:nvPr/>
          </p:nvSpPr>
          <p:spPr>
            <a:xfrm>
              <a:off x="5703536" y="8206734"/>
              <a:ext cx="773430" cy="635"/>
            </a:xfrm>
            <a:custGeom>
              <a:avLst/>
              <a:gdLst/>
              <a:ahLst/>
              <a:cxnLst/>
              <a:rect l="l" t="t" r="r" b="b"/>
              <a:pathLst>
                <a:path w="773429" h="634">
                  <a:moveTo>
                    <a:pt x="772819" y="617"/>
                  </a:moveTo>
                  <a:lnTo>
                    <a:pt x="772807" y="0"/>
                  </a:lnTo>
                  <a:lnTo>
                    <a:pt x="17" y="0"/>
                  </a:lnTo>
                  <a:lnTo>
                    <a:pt x="0" y="617"/>
                  </a:lnTo>
                  <a:lnTo>
                    <a:pt x="772819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06" name="object 5806" descr=""/>
            <p:cNvSpPr/>
            <p:nvPr/>
          </p:nvSpPr>
          <p:spPr>
            <a:xfrm>
              <a:off x="5704194" y="8183258"/>
              <a:ext cx="772160" cy="635"/>
            </a:xfrm>
            <a:custGeom>
              <a:avLst/>
              <a:gdLst/>
              <a:ahLst/>
              <a:cxnLst/>
              <a:rect l="l" t="t" r="r" b="b"/>
              <a:pathLst>
                <a:path w="772160" h="634">
                  <a:moveTo>
                    <a:pt x="771681" y="607"/>
                  </a:moveTo>
                  <a:lnTo>
                    <a:pt x="771669" y="0"/>
                  </a:lnTo>
                  <a:lnTo>
                    <a:pt x="17" y="0"/>
                  </a:lnTo>
                  <a:lnTo>
                    <a:pt x="0" y="607"/>
                  </a:lnTo>
                  <a:lnTo>
                    <a:pt x="771681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7" name="object 5807" descr=""/>
            <p:cNvSpPr/>
            <p:nvPr/>
          </p:nvSpPr>
          <p:spPr>
            <a:xfrm>
              <a:off x="5704194" y="8183258"/>
              <a:ext cx="772160" cy="635"/>
            </a:xfrm>
            <a:custGeom>
              <a:avLst/>
              <a:gdLst/>
              <a:ahLst/>
              <a:cxnLst/>
              <a:rect l="l" t="t" r="r" b="b"/>
              <a:pathLst>
                <a:path w="772160" h="634">
                  <a:moveTo>
                    <a:pt x="771681" y="607"/>
                  </a:moveTo>
                  <a:lnTo>
                    <a:pt x="771669" y="0"/>
                  </a:lnTo>
                  <a:lnTo>
                    <a:pt x="17" y="0"/>
                  </a:lnTo>
                  <a:lnTo>
                    <a:pt x="0" y="607"/>
                  </a:lnTo>
                  <a:lnTo>
                    <a:pt x="771681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08" name="object 5808" descr=""/>
            <p:cNvSpPr/>
            <p:nvPr/>
          </p:nvSpPr>
          <p:spPr>
            <a:xfrm>
              <a:off x="5704851" y="8159793"/>
              <a:ext cx="770890" cy="635"/>
            </a:xfrm>
            <a:custGeom>
              <a:avLst/>
              <a:gdLst/>
              <a:ahLst/>
              <a:cxnLst/>
              <a:rect l="l" t="t" r="r" b="b"/>
              <a:pathLst>
                <a:path w="770889" h="634">
                  <a:moveTo>
                    <a:pt x="770544" y="607"/>
                  </a:moveTo>
                  <a:lnTo>
                    <a:pt x="770532" y="0"/>
                  </a:lnTo>
                  <a:lnTo>
                    <a:pt x="17" y="0"/>
                  </a:lnTo>
                  <a:lnTo>
                    <a:pt x="0" y="607"/>
                  </a:lnTo>
                  <a:lnTo>
                    <a:pt x="770544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9" name="object 5809" descr=""/>
            <p:cNvSpPr/>
            <p:nvPr/>
          </p:nvSpPr>
          <p:spPr>
            <a:xfrm>
              <a:off x="5704851" y="8159793"/>
              <a:ext cx="770890" cy="635"/>
            </a:xfrm>
            <a:custGeom>
              <a:avLst/>
              <a:gdLst/>
              <a:ahLst/>
              <a:cxnLst/>
              <a:rect l="l" t="t" r="r" b="b"/>
              <a:pathLst>
                <a:path w="770889" h="634">
                  <a:moveTo>
                    <a:pt x="770544" y="607"/>
                  </a:moveTo>
                  <a:lnTo>
                    <a:pt x="770532" y="0"/>
                  </a:lnTo>
                  <a:lnTo>
                    <a:pt x="17" y="0"/>
                  </a:lnTo>
                  <a:lnTo>
                    <a:pt x="0" y="607"/>
                  </a:lnTo>
                  <a:lnTo>
                    <a:pt x="770544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10" name="object 5810" descr=""/>
            <p:cNvSpPr/>
            <p:nvPr/>
          </p:nvSpPr>
          <p:spPr>
            <a:xfrm>
              <a:off x="5705509" y="8136317"/>
              <a:ext cx="769620" cy="635"/>
            </a:xfrm>
            <a:custGeom>
              <a:avLst/>
              <a:gdLst/>
              <a:ahLst/>
              <a:cxnLst/>
              <a:rect l="l" t="t" r="r" b="b"/>
              <a:pathLst>
                <a:path w="769620" h="634">
                  <a:moveTo>
                    <a:pt x="769407" y="617"/>
                  </a:moveTo>
                  <a:lnTo>
                    <a:pt x="769395" y="0"/>
                  </a:lnTo>
                  <a:lnTo>
                    <a:pt x="17" y="0"/>
                  </a:lnTo>
                  <a:lnTo>
                    <a:pt x="0" y="617"/>
                  </a:lnTo>
                  <a:lnTo>
                    <a:pt x="769407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1" name="object 5811" descr=""/>
            <p:cNvSpPr/>
            <p:nvPr/>
          </p:nvSpPr>
          <p:spPr>
            <a:xfrm>
              <a:off x="5705509" y="8136317"/>
              <a:ext cx="769620" cy="635"/>
            </a:xfrm>
            <a:custGeom>
              <a:avLst/>
              <a:gdLst/>
              <a:ahLst/>
              <a:cxnLst/>
              <a:rect l="l" t="t" r="r" b="b"/>
              <a:pathLst>
                <a:path w="769620" h="634">
                  <a:moveTo>
                    <a:pt x="769407" y="617"/>
                  </a:moveTo>
                  <a:lnTo>
                    <a:pt x="769395" y="0"/>
                  </a:lnTo>
                  <a:lnTo>
                    <a:pt x="17" y="0"/>
                  </a:lnTo>
                  <a:lnTo>
                    <a:pt x="0" y="617"/>
                  </a:lnTo>
                  <a:lnTo>
                    <a:pt x="769407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12" name="object 5812" descr=""/>
            <p:cNvSpPr/>
            <p:nvPr/>
          </p:nvSpPr>
          <p:spPr>
            <a:xfrm>
              <a:off x="5706167" y="8112842"/>
              <a:ext cx="768350" cy="635"/>
            </a:xfrm>
            <a:custGeom>
              <a:avLst/>
              <a:gdLst/>
              <a:ahLst/>
              <a:cxnLst/>
              <a:rect l="l" t="t" r="r" b="b"/>
              <a:pathLst>
                <a:path w="768350" h="634">
                  <a:moveTo>
                    <a:pt x="768269" y="607"/>
                  </a:moveTo>
                  <a:lnTo>
                    <a:pt x="768257" y="0"/>
                  </a:lnTo>
                  <a:lnTo>
                    <a:pt x="17" y="0"/>
                  </a:lnTo>
                  <a:lnTo>
                    <a:pt x="0" y="607"/>
                  </a:lnTo>
                  <a:lnTo>
                    <a:pt x="768269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3" name="object 5813" descr=""/>
            <p:cNvSpPr/>
            <p:nvPr/>
          </p:nvSpPr>
          <p:spPr>
            <a:xfrm>
              <a:off x="5706167" y="8112842"/>
              <a:ext cx="768350" cy="635"/>
            </a:xfrm>
            <a:custGeom>
              <a:avLst/>
              <a:gdLst/>
              <a:ahLst/>
              <a:cxnLst/>
              <a:rect l="l" t="t" r="r" b="b"/>
              <a:pathLst>
                <a:path w="768350" h="634">
                  <a:moveTo>
                    <a:pt x="768269" y="607"/>
                  </a:moveTo>
                  <a:lnTo>
                    <a:pt x="768257" y="0"/>
                  </a:lnTo>
                  <a:lnTo>
                    <a:pt x="17" y="0"/>
                  </a:lnTo>
                  <a:lnTo>
                    <a:pt x="0" y="607"/>
                  </a:lnTo>
                  <a:lnTo>
                    <a:pt x="768269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14" name="object 5814" descr=""/>
            <p:cNvSpPr/>
            <p:nvPr/>
          </p:nvSpPr>
          <p:spPr>
            <a:xfrm>
              <a:off x="5706825" y="8089366"/>
              <a:ext cx="767715" cy="635"/>
            </a:xfrm>
            <a:custGeom>
              <a:avLst/>
              <a:gdLst/>
              <a:ahLst/>
              <a:cxnLst/>
              <a:rect l="l" t="t" r="r" b="b"/>
              <a:pathLst>
                <a:path w="767714" h="634">
                  <a:moveTo>
                    <a:pt x="767132" y="607"/>
                  </a:moveTo>
                  <a:lnTo>
                    <a:pt x="767119" y="0"/>
                  </a:lnTo>
                  <a:lnTo>
                    <a:pt x="17" y="0"/>
                  </a:lnTo>
                  <a:lnTo>
                    <a:pt x="0" y="607"/>
                  </a:lnTo>
                  <a:lnTo>
                    <a:pt x="767132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5" name="object 5815" descr=""/>
            <p:cNvSpPr/>
            <p:nvPr/>
          </p:nvSpPr>
          <p:spPr>
            <a:xfrm>
              <a:off x="5706825" y="8089366"/>
              <a:ext cx="767715" cy="635"/>
            </a:xfrm>
            <a:custGeom>
              <a:avLst/>
              <a:gdLst/>
              <a:ahLst/>
              <a:cxnLst/>
              <a:rect l="l" t="t" r="r" b="b"/>
              <a:pathLst>
                <a:path w="767714" h="634">
                  <a:moveTo>
                    <a:pt x="767132" y="607"/>
                  </a:moveTo>
                  <a:lnTo>
                    <a:pt x="767119" y="0"/>
                  </a:lnTo>
                  <a:lnTo>
                    <a:pt x="17" y="0"/>
                  </a:lnTo>
                  <a:lnTo>
                    <a:pt x="0" y="607"/>
                  </a:lnTo>
                  <a:lnTo>
                    <a:pt x="767132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16" name="object 5816" descr=""/>
            <p:cNvSpPr/>
            <p:nvPr/>
          </p:nvSpPr>
          <p:spPr>
            <a:xfrm>
              <a:off x="5707482" y="8065901"/>
              <a:ext cx="766445" cy="635"/>
            </a:xfrm>
            <a:custGeom>
              <a:avLst/>
              <a:gdLst/>
              <a:ahLst/>
              <a:cxnLst/>
              <a:rect l="l" t="t" r="r" b="b"/>
              <a:pathLst>
                <a:path w="766445" h="634">
                  <a:moveTo>
                    <a:pt x="765995" y="607"/>
                  </a:moveTo>
                  <a:lnTo>
                    <a:pt x="765982" y="0"/>
                  </a:lnTo>
                  <a:lnTo>
                    <a:pt x="17" y="0"/>
                  </a:lnTo>
                  <a:lnTo>
                    <a:pt x="0" y="607"/>
                  </a:lnTo>
                  <a:lnTo>
                    <a:pt x="765995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7" name="object 5817" descr=""/>
            <p:cNvSpPr/>
            <p:nvPr/>
          </p:nvSpPr>
          <p:spPr>
            <a:xfrm>
              <a:off x="5707482" y="8065901"/>
              <a:ext cx="766445" cy="635"/>
            </a:xfrm>
            <a:custGeom>
              <a:avLst/>
              <a:gdLst/>
              <a:ahLst/>
              <a:cxnLst/>
              <a:rect l="l" t="t" r="r" b="b"/>
              <a:pathLst>
                <a:path w="766445" h="634">
                  <a:moveTo>
                    <a:pt x="765995" y="607"/>
                  </a:moveTo>
                  <a:lnTo>
                    <a:pt x="765982" y="0"/>
                  </a:lnTo>
                  <a:lnTo>
                    <a:pt x="17" y="0"/>
                  </a:lnTo>
                  <a:lnTo>
                    <a:pt x="0" y="607"/>
                  </a:lnTo>
                  <a:lnTo>
                    <a:pt x="765995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18" name="object 5818" descr=""/>
            <p:cNvSpPr/>
            <p:nvPr/>
          </p:nvSpPr>
          <p:spPr>
            <a:xfrm>
              <a:off x="5708140" y="8042425"/>
              <a:ext cx="765175" cy="635"/>
            </a:xfrm>
            <a:custGeom>
              <a:avLst/>
              <a:gdLst/>
              <a:ahLst/>
              <a:cxnLst/>
              <a:rect l="l" t="t" r="r" b="b"/>
              <a:pathLst>
                <a:path w="765175" h="634">
                  <a:moveTo>
                    <a:pt x="764858" y="617"/>
                  </a:moveTo>
                  <a:lnTo>
                    <a:pt x="764845" y="0"/>
                  </a:lnTo>
                  <a:lnTo>
                    <a:pt x="17" y="0"/>
                  </a:lnTo>
                  <a:lnTo>
                    <a:pt x="0" y="617"/>
                  </a:lnTo>
                  <a:lnTo>
                    <a:pt x="764858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9" name="object 5819" descr=""/>
            <p:cNvSpPr/>
            <p:nvPr/>
          </p:nvSpPr>
          <p:spPr>
            <a:xfrm>
              <a:off x="5708140" y="8042425"/>
              <a:ext cx="765175" cy="635"/>
            </a:xfrm>
            <a:custGeom>
              <a:avLst/>
              <a:gdLst/>
              <a:ahLst/>
              <a:cxnLst/>
              <a:rect l="l" t="t" r="r" b="b"/>
              <a:pathLst>
                <a:path w="765175" h="634">
                  <a:moveTo>
                    <a:pt x="764858" y="617"/>
                  </a:moveTo>
                  <a:lnTo>
                    <a:pt x="764845" y="0"/>
                  </a:lnTo>
                  <a:lnTo>
                    <a:pt x="17" y="0"/>
                  </a:lnTo>
                  <a:lnTo>
                    <a:pt x="0" y="617"/>
                  </a:lnTo>
                  <a:lnTo>
                    <a:pt x="764858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20" name="object 5820" descr=""/>
            <p:cNvSpPr/>
            <p:nvPr/>
          </p:nvSpPr>
          <p:spPr>
            <a:xfrm>
              <a:off x="5708797" y="8018949"/>
              <a:ext cx="763905" cy="635"/>
            </a:xfrm>
            <a:custGeom>
              <a:avLst/>
              <a:gdLst/>
              <a:ahLst/>
              <a:cxnLst/>
              <a:rect l="l" t="t" r="r" b="b"/>
              <a:pathLst>
                <a:path w="763904" h="634">
                  <a:moveTo>
                    <a:pt x="763720" y="617"/>
                  </a:moveTo>
                  <a:lnTo>
                    <a:pt x="763708" y="0"/>
                  </a:lnTo>
                  <a:lnTo>
                    <a:pt x="17" y="0"/>
                  </a:lnTo>
                  <a:lnTo>
                    <a:pt x="0" y="617"/>
                  </a:lnTo>
                  <a:lnTo>
                    <a:pt x="763720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1" name="object 5821" descr=""/>
            <p:cNvSpPr/>
            <p:nvPr/>
          </p:nvSpPr>
          <p:spPr>
            <a:xfrm>
              <a:off x="5708797" y="8018949"/>
              <a:ext cx="763905" cy="635"/>
            </a:xfrm>
            <a:custGeom>
              <a:avLst/>
              <a:gdLst/>
              <a:ahLst/>
              <a:cxnLst/>
              <a:rect l="l" t="t" r="r" b="b"/>
              <a:pathLst>
                <a:path w="763904" h="634">
                  <a:moveTo>
                    <a:pt x="763720" y="617"/>
                  </a:moveTo>
                  <a:lnTo>
                    <a:pt x="763708" y="0"/>
                  </a:lnTo>
                  <a:lnTo>
                    <a:pt x="17" y="0"/>
                  </a:lnTo>
                  <a:lnTo>
                    <a:pt x="0" y="617"/>
                  </a:lnTo>
                  <a:lnTo>
                    <a:pt x="763720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22" name="object 5822" descr=""/>
            <p:cNvSpPr/>
            <p:nvPr/>
          </p:nvSpPr>
          <p:spPr>
            <a:xfrm>
              <a:off x="5709455" y="7995484"/>
              <a:ext cx="762635" cy="635"/>
            </a:xfrm>
            <a:custGeom>
              <a:avLst/>
              <a:gdLst/>
              <a:ahLst/>
              <a:cxnLst/>
              <a:rect l="l" t="t" r="r" b="b"/>
              <a:pathLst>
                <a:path w="762635" h="634">
                  <a:moveTo>
                    <a:pt x="762583" y="607"/>
                  </a:moveTo>
                  <a:lnTo>
                    <a:pt x="762570" y="0"/>
                  </a:lnTo>
                  <a:lnTo>
                    <a:pt x="17" y="0"/>
                  </a:lnTo>
                  <a:lnTo>
                    <a:pt x="0" y="607"/>
                  </a:lnTo>
                  <a:lnTo>
                    <a:pt x="762583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3" name="object 5823" descr=""/>
            <p:cNvSpPr/>
            <p:nvPr/>
          </p:nvSpPr>
          <p:spPr>
            <a:xfrm>
              <a:off x="5709455" y="7995484"/>
              <a:ext cx="762635" cy="635"/>
            </a:xfrm>
            <a:custGeom>
              <a:avLst/>
              <a:gdLst/>
              <a:ahLst/>
              <a:cxnLst/>
              <a:rect l="l" t="t" r="r" b="b"/>
              <a:pathLst>
                <a:path w="762635" h="634">
                  <a:moveTo>
                    <a:pt x="762583" y="607"/>
                  </a:moveTo>
                  <a:lnTo>
                    <a:pt x="762570" y="0"/>
                  </a:lnTo>
                  <a:lnTo>
                    <a:pt x="17" y="0"/>
                  </a:lnTo>
                  <a:lnTo>
                    <a:pt x="0" y="607"/>
                  </a:lnTo>
                  <a:lnTo>
                    <a:pt x="762583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24" name="object 5824" descr=""/>
            <p:cNvSpPr/>
            <p:nvPr/>
          </p:nvSpPr>
          <p:spPr>
            <a:xfrm>
              <a:off x="5710113" y="7972008"/>
              <a:ext cx="762000" cy="635"/>
            </a:xfrm>
            <a:custGeom>
              <a:avLst/>
              <a:gdLst/>
              <a:ahLst/>
              <a:cxnLst/>
              <a:rect l="l" t="t" r="r" b="b"/>
              <a:pathLst>
                <a:path w="762000" h="634">
                  <a:moveTo>
                    <a:pt x="761445" y="607"/>
                  </a:moveTo>
                  <a:lnTo>
                    <a:pt x="761433" y="0"/>
                  </a:lnTo>
                  <a:lnTo>
                    <a:pt x="17" y="0"/>
                  </a:lnTo>
                  <a:lnTo>
                    <a:pt x="0" y="607"/>
                  </a:lnTo>
                  <a:lnTo>
                    <a:pt x="761445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5" name="object 5825" descr=""/>
            <p:cNvSpPr/>
            <p:nvPr/>
          </p:nvSpPr>
          <p:spPr>
            <a:xfrm>
              <a:off x="5710113" y="7972008"/>
              <a:ext cx="762000" cy="635"/>
            </a:xfrm>
            <a:custGeom>
              <a:avLst/>
              <a:gdLst/>
              <a:ahLst/>
              <a:cxnLst/>
              <a:rect l="l" t="t" r="r" b="b"/>
              <a:pathLst>
                <a:path w="762000" h="634">
                  <a:moveTo>
                    <a:pt x="761445" y="607"/>
                  </a:moveTo>
                  <a:lnTo>
                    <a:pt x="761433" y="0"/>
                  </a:lnTo>
                  <a:lnTo>
                    <a:pt x="17" y="0"/>
                  </a:lnTo>
                  <a:lnTo>
                    <a:pt x="0" y="607"/>
                  </a:lnTo>
                  <a:lnTo>
                    <a:pt x="761445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26" name="object 5826" descr=""/>
            <p:cNvSpPr/>
            <p:nvPr/>
          </p:nvSpPr>
          <p:spPr>
            <a:xfrm>
              <a:off x="5710770" y="7948533"/>
              <a:ext cx="760730" cy="635"/>
            </a:xfrm>
            <a:custGeom>
              <a:avLst/>
              <a:gdLst/>
              <a:ahLst/>
              <a:cxnLst/>
              <a:rect l="l" t="t" r="r" b="b"/>
              <a:pathLst>
                <a:path w="760729" h="634">
                  <a:moveTo>
                    <a:pt x="760308" y="617"/>
                  </a:moveTo>
                  <a:lnTo>
                    <a:pt x="760296" y="0"/>
                  </a:lnTo>
                  <a:lnTo>
                    <a:pt x="17" y="0"/>
                  </a:lnTo>
                  <a:lnTo>
                    <a:pt x="0" y="617"/>
                  </a:lnTo>
                  <a:lnTo>
                    <a:pt x="760308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7" name="object 5827" descr=""/>
            <p:cNvSpPr/>
            <p:nvPr/>
          </p:nvSpPr>
          <p:spPr>
            <a:xfrm>
              <a:off x="5710770" y="7948533"/>
              <a:ext cx="760730" cy="635"/>
            </a:xfrm>
            <a:custGeom>
              <a:avLst/>
              <a:gdLst/>
              <a:ahLst/>
              <a:cxnLst/>
              <a:rect l="l" t="t" r="r" b="b"/>
              <a:pathLst>
                <a:path w="760729" h="634">
                  <a:moveTo>
                    <a:pt x="760308" y="617"/>
                  </a:moveTo>
                  <a:lnTo>
                    <a:pt x="760296" y="0"/>
                  </a:lnTo>
                  <a:lnTo>
                    <a:pt x="17" y="0"/>
                  </a:lnTo>
                  <a:lnTo>
                    <a:pt x="0" y="617"/>
                  </a:lnTo>
                  <a:lnTo>
                    <a:pt x="760308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28" name="object 5828" descr=""/>
            <p:cNvSpPr/>
            <p:nvPr/>
          </p:nvSpPr>
          <p:spPr>
            <a:xfrm>
              <a:off x="5711428" y="7925067"/>
              <a:ext cx="758825" cy="635"/>
            </a:xfrm>
            <a:custGeom>
              <a:avLst/>
              <a:gdLst/>
              <a:ahLst/>
              <a:cxnLst/>
              <a:rect l="l" t="t" r="r" b="b"/>
              <a:pathLst>
                <a:path w="758825" h="634">
                  <a:moveTo>
                    <a:pt x="758356" y="607"/>
                  </a:moveTo>
                  <a:lnTo>
                    <a:pt x="758314" y="0"/>
                  </a:lnTo>
                  <a:lnTo>
                    <a:pt x="17" y="0"/>
                  </a:lnTo>
                  <a:lnTo>
                    <a:pt x="0" y="607"/>
                  </a:lnTo>
                  <a:lnTo>
                    <a:pt x="758356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9" name="object 5829" descr=""/>
            <p:cNvSpPr/>
            <p:nvPr/>
          </p:nvSpPr>
          <p:spPr>
            <a:xfrm>
              <a:off x="5711428" y="7925067"/>
              <a:ext cx="758825" cy="635"/>
            </a:xfrm>
            <a:custGeom>
              <a:avLst/>
              <a:gdLst/>
              <a:ahLst/>
              <a:cxnLst/>
              <a:rect l="l" t="t" r="r" b="b"/>
              <a:pathLst>
                <a:path w="758825" h="634">
                  <a:moveTo>
                    <a:pt x="758356" y="607"/>
                  </a:moveTo>
                  <a:lnTo>
                    <a:pt x="758314" y="0"/>
                  </a:lnTo>
                  <a:lnTo>
                    <a:pt x="17" y="0"/>
                  </a:lnTo>
                  <a:lnTo>
                    <a:pt x="0" y="607"/>
                  </a:lnTo>
                  <a:lnTo>
                    <a:pt x="758356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30" name="object 5830" descr=""/>
            <p:cNvSpPr/>
            <p:nvPr/>
          </p:nvSpPr>
          <p:spPr>
            <a:xfrm>
              <a:off x="5712086" y="7901592"/>
              <a:ext cx="756285" cy="635"/>
            </a:xfrm>
            <a:custGeom>
              <a:avLst/>
              <a:gdLst/>
              <a:ahLst/>
              <a:cxnLst/>
              <a:rect l="l" t="t" r="r" b="b"/>
              <a:pathLst>
                <a:path w="756285" h="634">
                  <a:moveTo>
                    <a:pt x="756069" y="607"/>
                  </a:moveTo>
                  <a:lnTo>
                    <a:pt x="756027" y="0"/>
                  </a:lnTo>
                  <a:lnTo>
                    <a:pt x="17" y="0"/>
                  </a:lnTo>
                  <a:lnTo>
                    <a:pt x="0" y="607"/>
                  </a:lnTo>
                  <a:lnTo>
                    <a:pt x="756069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1" name="object 5831" descr=""/>
            <p:cNvSpPr/>
            <p:nvPr/>
          </p:nvSpPr>
          <p:spPr>
            <a:xfrm>
              <a:off x="5712086" y="7901592"/>
              <a:ext cx="756285" cy="635"/>
            </a:xfrm>
            <a:custGeom>
              <a:avLst/>
              <a:gdLst/>
              <a:ahLst/>
              <a:cxnLst/>
              <a:rect l="l" t="t" r="r" b="b"/>
              <a:pathLst>
                <a:path w="756285" h="634">
                  <a:moveTo>
                    <a:pt x="756069" y="607"/>
                  </a:moveTo>
                  <a:lnTo>
                    <a:pt x="756027" y="0"/>
                  </a:lnTo>
                  <a:lnTo>
                    <a:pt x="17" y="0"/>
                  </a:lnTo>
                  <a:lnTo>
                    <a:pt x="0" y="607"/>
                  </a:lnTo>
                  <a:lnTo>
                    <a:pt x="756069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32" name="object 5832" descr=""/>
            <p:cNvSpPr/>
            <p:nvPr/>
          </p:nvSpPr>
          <p:spPr>
            <a:xfrm>
              <a:off x="5712744" y="7878116"/>
              <a:ext cx="754380" cy="635"/>
            </a:xfrm>
            <a:custGeom>
              <a:avLst/>
              <a:gdLst/>
              <a:ahLst/>
              <a:cxnLst/>
              <a:rect l="l" t="t" r="r" b="b"/>
              <a:pathLst>
                <a:path w="754379" h="634">
                  <a:moveTo>
                    <a:pt x="753781" y="607"/>
                  </a:moveTo>
                  <a:lnTo>
                    <a:pt x="753739" y="0"/>
                  </a:lnTo>
                  <a:lnTo>
                    <a:pt x="17" y="0"/>
                  </a:lnTo>
                  <a:lnTo>
                    <a:pt x="0" y="607"/>
                  </a:lnTo>
                  <a:lnTo>
                    <a:pt x="753781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3" name="object 5833" descr=""/>
            <p:cNvSpPr/>
            <p:nvPr/>
          </p:nvSpPr>
          <p:spPr>
            <a:xfrm>
              <a:off x="5712744" y="7878116"/>
              <a:ext cx="754380" cy="635"/>
            </a:xfrm>
            <a:custGeom>
              <a:avLst/>
              <a:gdLst/>
              <a:ahLst/>
              <a:cxnLst/>
              <a:rect l="l" t="t" r="r" b="b"/>
              <a:pathLst>
                <a:path w="754379" h="634">
                  <a:moveTo>
                    <a:pt x="753781" y="607"/>
                  </a:moveTo>
                  <a:lnTo>
                    <a:pt x="753739" y="0"/>
                  </a:lnTo>
                  <a:lnTo>
                    <a:pt x="17" y="0"/>
                  </a:lnTo>
                  <a:lnTo>
                    <a:pt x="0" y="607"/>
                  </a:lnTo>
                  <a:lnTo>
                    <a:pt x="753781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34" name="object 5834" descr=""/>
            <p:cNvSpPr/>
            <p:nvPr/>
          </p:nvSpPr>
          <p:spPr>
            <a:xfrm>
              <a:off x="5713401" y="7854640"/>
              <a:ext cx="751840" cy="635"/>
            </a:xfrm>
            <a:custGeom>
              <a:avLst/>
              <a:gdLst/>
              <a:ahLst/>
              <a:cxnLst/>
              <a:rect l="l" t="t" r="r" b="b"/>
              <a:pathLst>
                <a:path w="751839" h="634">
                  <a:moveTo>
                    <a:pt x="751495" y="617"/>
                  </a:moveTo>
                  <a:lnTo>
                    <a:pt x="751452" y="0"/>
                  </a:lnTo>
                  <a:lnTo>
                    <a:pt x="17" y="0"/>
                  </a:lnTo>
                  <a:lnTo>
                    <a:pt x="0" y="617"/>
                  </a:lnTo>
                  <a:lnTo>
                    <a:pt x="751495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5" name="object 5835" descr=""/>
            <p:cNvSpPr/>
            <p:nvPr/>
          </p:nvSpPr>
          <p:spPr>
            <a:xfrm>
              <a:off x="5713401" y="7854640"/>
              <a:ext cx="751840" cy="635"/>
            </a:xfrm>
            <a:custGeom>
              <a:avLst/>
              <a:gdLst/>
              <a:ahLst/>
              <a:cxnLst/>
              <a:rect l="l" t="t" r="r" b="b"/>
              <a:pathLst>
                <a:path w="751839" h="634">
                  <a:moveTo>
                    <a:pt x="751495" y="617"/>
                  </a:moveTo>
                  <a:lnTo>
                    <a:pt x="751452" y="0"/>
                  </a:lnTo>
                  <a:lnTo>
                    <a:pt x="17" y="0"/>
                  </a:lnTo>
                  <a:lnTo>
                    <a:pt x="0" y="617"/>
                  </a:lnTo>
                  <a:lnTo>
                    <a:pt x="751495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36" name="object 5836" descr=""/>
            <p:cNvSpPr/>
            <p:nvPr/>
          </p:nvSpPr>
          <p:spPr>
            <a:xfrm>
              <a:off x="5714059" y="7831175"/>
              <a:ext cx="749300" cy="635"/>
            </a:xfrm>
            <a:custGeom>
              <a:avLst/>
              <a:gdLst/>
              <a:ahLst/>
              <a:cxnLst/>
              <a:rect l="l" t="t" r="r" b="b"/>
              <a:pathLst>
                <a:path w="749300" h="634">
                  <a:moveTo>
                    <a:pt x="749208" y="607"/>
                  </a:moveTo>
                  <a:lnTo>
                    <a:pt x="749165" y="0"/>
                  </a:lnTo>
                  <a:lnTo>
                    <a:pt x="17" y="0"/>
                  </a:lnTo>
                  <a:lnTo>
                    <a:pt x="0" y="607"/>
                  </a:lnTo>
                  <a:lnTo>
                    <a:pt x="749208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7" name="object 5837" descr=""/>
            <p:cNvSpPr/>
            <p:nvPr/>
          </p:nvSpPr>
          <p:spPr>
            <a:xfrm>
              <a:off x="5714059" y="7831175"/>
              <a:ext cx="749300" cy="635"/>
            </a:xfrm>
            <a:custGeom>
              <a:avLst/>
              <a:gdLst/>
              <a:ahLst/>
              <a:cxnLst/>
              <a:rect l="l" t="t" r="r" b="b"/>
              <a:pathLst>
                <a:path w="749300" h="634">
                  <a:moveTo>
                    <a:pt x="749208" y="607"/>
                  </a:moveTo>
                  <a:lnTo>
                    <a:pt x="749165" y="0"/>
                  </a:lnTo>
                  <a:lnTo>
                    <a:pt x="17" y="0"/>
                  </a:lnTo>
                  <a:lnTo>
                    <a:pt x="0" y="607"/>
                  </a:lnTo>
                  <a:lnTo>
                    <a:pt x="749208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38" name="object 5838" descr=""/>
            <p:cNvSpPr/>
            <p:nvPr/>
          </p:nvSpPr>
          <p:spPr>
            <a:xfrm>
              <a:off x="5714717" y="7807699"/>
              <a:ext cx="747395" cy="635"/>
            </a:xfrm>
            <a:custGeom>
              <a:avLst/>
              <a:gdLst/>
              <a:ahLst/>
              <a:cxnLst/>
              <a:rect l="l" t="t" r="r" b="b"/>
              <a:pathLst>
                <a:path w="747395" h="634">
                  <a:moveTo>
                    <a:pt x="746920" y="607"/>
                  </a:moveTo>
                  <a:lnTo>
                    <a:pt x="746878" y="0"/>
                  </a:lnTo>
                  <a:lnTo>
                    <a:pt x="17" y="0"/>
                  </a:lnTo>
                  <a:lnTo>
                    <a:pt x="0" y="607"/>
                  </a:lnTo>
                  <a:lnTo>
                    <a:pt x="746920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9" name="object 5839" descr=""/>
            <p:cNvSpPr/>
            <p:nvPr/>
          </p:nvSpPr>
          <p:spPr>
            <a:xfrm>
              <a:off x="5714717" y="7807699"/>
              <a:ext cx="747395" cy="635"/>
            </a:xfrm>
            <a:custGeom>
              <a:avLst/>
              <a:gdLst/>
              <a:ahLst/>
              <a:cxnLst/>
              <a:rect l="l" t="t" r="r" b="b"/>
              <a:pathLst>
                <a:path w="747395" h="634">
                  <a:moveTo>
                    <a:pt x="746920" y="607"/>
                  </a:moveTo>
                  <a:lnTo>
                    <a:pt x="746878" y="0"/>
                  </a:lnTo>
                  <a:lnTo>
                    <a:pt x="17" y="0"/>
                  </a:lnTo>
                  <a:lnTo>
                    <a:pt x="0" y="607"/>
                  </a:lnTo>
                  <a:lnTo>
                    <a:pt x="746920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40" name="object 5840" descr=""/>
            <p:cNvSpPr/>
            <p:nvPr/>
          </p:nvSpPr>
          <p:spPr>
            <a:xfrm>
              <a:off x="5715374" y="7784223"/>
              <a:ext cx="744855" cy="635"/>
            </a:xfrm>
            <a:custGeom>
              <a:avLst/>
              <a:gdLst/>
              <a:ahLst/>
              <a:cxnLst/>
              <a:rect l="l" t="t" r="r" b="b"/>
              <a:pathLst>
                <a:path w="744854" h="634">
                  <a:moveTo>
                    <a:pt x="744634" y="617"/>
                  </a:moveTo>
                  <a:lnTo>
                    <a:pt x="744591" y="0"/>
                  </a:lnTo>
                  <a:lnTo>
                    <a:pt x="17" y="0"/>
                  </a:lnTo>
                  <a:lnTo>
                    <a:pt x="0" y="617"/>
                  </a:lnTo>
                  <a:lnTo>
                    <a:pt x="744634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1" name="object 5841" descr=""/>
            <p:cNvSpPr/>
            <p:nvPr/>
          </p:nvSpPr>
          <p:spPr>
            <a:xfrm>
              <a:off x="5715374" y="7784223"/>
              <a:ext cx="744855" cy="635"/>
            </a:xfrm>
            <a:custGeom>
              <a:avLst/>
              <a:gdLst/>
              <a:ahLst/>
              <a:cxnLst/>
              <a:rect l="l" t="t" r="r" b="b"/>
              <a:pathLst>
                <a:path w="744854" h="634">
                  <a:moveTo>
                    <a:pt x="744634" y="617"/>
                  </a:moveTo>
                  <a:lnTo>
                    <a:pt x="744591" y="0"/>
                  </a:lnTo>
                  <a:lnTo>
                    <a:pt x="17" y="0"/>
                  </a:lnTo>
                  <a:lnTo>
                    <a:pt x="0" y="617"/>
                  </a:lnTo>
                  <a:lnTo>
                    <a:pt x="744634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42" name="object 5842" descr=""/>
            <p:cNvSpPr/>
            <p:nvPr/>
          </p:nvSpPr>
          <p:spPr>
            <a:xfrm>
              <a:off x="5716032" y="7760748"/>
              <a:ext cx="742950" cy="635"/>
            </a:xfrm>
            <a:custGeom>
              <a:avLst/>
              <a:gdLst/>
              <a:ahLst/>
              <a:cxnLst/>
              <a:rect l="l" t="t" r="r" b="b"/>
              <a:pathLst>
                <a:path w="742950" h="634">
                  <a:moveTo>
                    <a:pt x="742346" y="617"/>
                  </a:moveTo>
                  <a:lnTo>
                    <a:pt x="742303" y="0"/>
                  </a:lnTo>
                  <a:lnTo>
                    <a:pt x="17" y="0"/>
                  </a:lnTo>
                  <a:lnTo>
                    <a:pt x="0" y="617"/>
                  </a:lnTo>
                  <a:lnTo>
                    <a:pt x="742346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3" name="object 5843" descr=""/>
            <p:cNvSpPr/>
            <p:nvPr/>
          </p:nvSpPr>
          <p:spPr>
            <a:xfrm>
              <a:off x="5716032" y="7760748"/>
              <a:ext cx="742950" cy="635"/>
            </a:xfrm>
            <a:custGeom>
              <a:avLst/>
              <a:gdLst/>
              <a:ahLst/>
              <a:cxnLst/>
              <a:rect l="l" t="t" r="r" b="b"/>
              <a:pathLst>
                <a:path w="742950" h="634">
                  <a:moveTo>
                    <a:pt x="742346" y="617"/>
                  </a:moveTo>
                  <a:lnTo>
                    <a:pt x="742303" y="0"/>
                  </a:lnTo>
                  <a:lnTo>
                    <a:pt x="17" y="0"/>
                  </a:lnTo>
                  <a:lnTo>
                    <a:pt x="0" y="617"/>
                  </a:lnTo>
                  <a:lnTo>
                    <a:pt x="742346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44" name="object 5844" descr=""/>
            <p:cNvSpPr/>
            <p:nvPr/>
          </p:nvSpPr>
          <p:spPr>
            <a:xfrm>
              <a:off x="5716690" y="7737282"/>
              <a:ext cx="740410" cy="635"/>
            </a:xfrm>
            <a:custGeom>
              <a:avLst/>
              <a:gdLst/>
              <a:ahLst/>
              <a:cxnLst/>
              <a:rect l="l" t="t" r="r" b="b"/>
              <a:pathLst>
                <a:path w="740410" h="634">
                  <a:moveTo>
                    <a:pt x="740059" y="607"/>
                  </a:moveTo>
                  <a:lnTo>
                    <a:pt x="740017" y="0"/>
                  </a:lnTo>
                  <a:lnTo>
                    <a:pt x="17" y="0"/>
                  </a:lnTo>
                  <a:lnTo>
                    <a:pt x="0" y="607"/>
                  </a:lnTo>
                  <a:lnTo>
                    <a:pt x="740059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5" name="object 5845" descr=""/>
            <p:cNvSpPr/>
            <p:nvPr/>
          </p:nvSpPr>
          <p:spPr>
            <a:xfrm>
              <a:off x="5716690" y="7737282"/>
              <a:ext cx="740410" cy="635"/>
            </a:xfrm>
            <a:custGeom>
              <a:avLst/>
              <a:gdLst/>
              <a:ahLst/>
              <a:cxnLst/>
              <a:rect l="l" t="t" r="r" b="b"/>
              <a:pathLst>
                <a:path w="740410" h="634">
                  <a:moveTo>
                    <a:pt x="740059" y="607"/>
                  </a:moveTo>
                  <a:lnTo>
                    <a:pt x="740017" y="0"/>
                  </a:lnTo>
                  <a:lnTo>
                    <a:pt x="17" y="0"/>
                  </a:lnTo>
                  <a:lnTo>
                    <a:pt x="0" y="607"/>
                  </a:lnTo>
                  <a:lnTo>
                    <a:pt x="740059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46" name="object 5846" descr=""/>
            <p:cNvSpPr/>
            <p:nvPr/>
          </p:nvSpPr>
          <p:spPr>
            <a:xfrm>
              <a:off x="5717348" y="7713807"/>
              <a:ext cx="737870" cy="635"/>
            </a:xfrm>
            <a:custGeom>
              <a:avLst/>
              <a:gdLst/>
              <a:ahLst/>
              <a:cxnLst/>
              <a:rect l="l" t="t" r="r" b="b"/>
              <a:pathLst>
                <a:path w="737870" h="634">
                  <a:moveTo>
                    <a:pt x="737771" y="607"/>
                  </a:moveTo>
                  <a:lnTo>
                    <a:pt x="737729" y="0"/>
                  </a:lnTo>
                  <a:lnTo>
                    <a:pt x="17" y="0"/>
                  </a:lnTo>
                  <a:lnTo>
                    <a:pt x="0" y="607"/>
                  </a:lnTo>
                  <a:lnTo>
                    <a:pt x="737771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7" name="object 5847" descr=""/>
            <p:cNvSpPr/>
            <p:nvPr/>
          </p:nvSpPr>
          <p:spPr>
            <a:xfrm>
              <a:off x="5717348" y="7713807"/>
              <a:ext cx="737870" cy="635"/>
            </a:xfrm>
            <a:custGeom>
              <a:avLst/>
              <a:gdLst/>
              <a:ahLst/>
              <a:cxnLst/>
              <a:rect l="l" t="t" r="r" b="b"/>
              <a:pathLst>
                <a:path w="737870" h="634">
                  <a:moveTo>
                    <a:pt x="737771" y="607"/>
                  </a:moveTo>
                  <a:lnTo>
                    <a:pt x="737729" y="0"/>
                  </a:lnTo>
                  <a:lnTo>
                    <a:pt x="17" y="0"/>
                  </a:lnTo>
                  <a:lnTo>
                    <a:pt x="0" y="607"/>
                  </a:lnTo>
                  <a:lnTo>
                    <a:pt x="737771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48" name="object 5848" descr=""/>
            <p:cNvSpPr/>
            <p:nvPr/>
          </p:nvSpPr>
          <p:spPr>
            <a:xfrm>
              <a:off x="5718005" y="7690331"/>
              <a:ext cx="735965" cy="635"/>
            </a:xfrm>
            <a:custGeom>
              <a:avLst/>
              <a:gdLst/>
              <a:ahLst/>
              <a:cxnLst/>
              <a:rect l="l" t="t" r="r" b="b"/>
              <a:pathLst>
                <a:path w="735964" h="634">
                  <a:moveTo>
                    <a:pt x="735485" y="617"/>
                  </a:moveTo>
                  <a:lnTo>
                    <a:pt x="735442" y="0"/>
                  </a:lnTo>
                  <a:lnTo>
                    <a:pt x="17" y="0"/>
                  </a:lnTo>
                  <a:lnTo>
                    <a:pt x="0" y="617"/>
                  </a:lnTo>
                  <a:lnTo>
                    <a:pt x="735485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9" name="object 5849" descr=""/>
            <p:cNvSpPr/>
            <p:nvPr/>
          </p:nvSpPr>
          <p:spPr>
            <a:xfrm>
              <a:off x="5718005" y="7690331"/>
              <a:ext cx="735965" cy="635"/>
            </a:xfrm>
            <a:custGeom>
              <a:avLst/>
              <a:gdLst/>
              <a:ahLst/>
              <a:cxnLst/>
              <a:rect l="l" t="t" r="r" b="b"/>
              <a:pathLst>
                <a:path w="735964" h="634">
                  <a:moveTo>
                    <a:pt x="735485" y="617"/>
                  </a:moveTo>
                  <a:lnTo>
                    <a:pt x="735442" y="0"/>
                  </a:lnTo>
                  <a:lnTo>
                    <a:pt x="17" y="0"/>
                  </a:lnTo>
                  <a:lnTo>
                    <a:pt x="0" y="617"/>
                  </a:lnTo>
                  <a:lnTo>
                    <a:pt x="735485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50" name="object 5850" descr=""/>
            <p:cNvSpPr/>
            <p:nvPr/>
          </p:nvSpPr>
          <p:spPr>
            <a:xfrm>
              <a:off x="5718663" y="7666855"/>
              <a:ext cx="733425" cy="635"/>
            </a:xfrm>
            <a:custGeom>
              <a:avLst/>
              <a:gdLst/>
              <a:ahLst/>
              <a:cxnLst/>
              <a:rect l="l" t="t" r="r" b="b"/>
              <a:pathLst>
                <a:path w="733425" h="634">
                  <a:moveTo>
                    <a:pt x="733198" y="617"/>
                  </a:moveTo>
                  <a:lnTo>
                    <a:pt x="733155" y="0"/>
                  </a:lnTo>
                  <a:lnTo>
                    <a:pt x="17" y="0"/>
                  </a:lnTo>
                  <a:lnTo>
                    <a:pt x="0" y="617"/>
                  </a:lnTo>
                  <a:lnTo>
                    <a:pt x="733198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1" name="object 5851" descr=""/>
            <p:cNvSpPr/>
            <p:nvPr/>
          </p:nvSpPr>
          <p:spPr>
            <a:xfrm>
              <a:off x="5718663" y="7666855"/>
              <a:ext cx="733425" cy="635"/>
            </a:xfrm>
            <a:custGeom>
              <a:avLst/>
              <a:gdLst/>
              <a:ahLst/>
              <a:cxnLst/>
              <a:rect l="l" t="t" r="r" b="b"/>
              <a:pathLst>
                <a:path w="733425" h="634">
                  <a:moveTo>
                    <a:pt x="733198" y="617"/>
                  </a:moveTo>
                  <a:lnTo>
                    <a:pt x="733155" y="0"/>
                  </a:lnTo>
                  <a:lnTo>
                    <a:pt x="17" y="0"/>
                  </a:lnTo>
                  <a:lnTo>
                    <a:pt x="0" y="617"/>
                  </a:lnTo>
                  <a:lnTo>
                    <a:pt x="733198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52" name="object 5852" descr=""/>
            <p:cNvSpPr/>
            <p:nvPr/>
          </p:nvSpPr>
          <p:spPr>
            <a:xfrm>
              <a:off x="5719321" y="7643390"/>
              <a:ext cx="731520" cy="635"/>
            </a:xfrm>
            <a:custGeom>
              <a:avLst/>
              <a:gdLst/>
              <a:ahLst/>
              <a:cxnLst/>
              <a:rect l="l" t="t" r="r" b="b"/>
              <a:pathLst>
                <a:path w="731520" h="634">
                  <a:moveTo>
                    <a:pt x="730910" y="607"/>
                  </a:moveTo>
                  <a:lnTo>
                    <a:pt x="730868" y="0"/>
                  </a:lnTo>
                  <a:lnTo>
                    <a:pt x="17" y="0"/>
                  </a:lnTo>
                  <a:lnTo>
                    <a:pt x="0" y="607"/>
                  </a:lnTo>
                  <a:lnTo>
                    <a:pt x="730910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3" name="object 5853" descr=""/>
            <p:cNvSpPr/>
            <p:nvPr/>
          </p:nvSpPr>
          <p:spPr>
            <a:xfrm>
              <a:off x="5719321" y="7643390"/>
              <a:ext cx="731520" cy="635"/>
            </a:xfrm>
            <a:custGeom>
              <a:avLst/>
              <a:gdLst/>
              <a:ahLst/>
              <a:cxnLst/>
              <a:rect l="l" t="t" r="r" b="b"/>
              <a:pathLst>
                <a:path w="731520" h="634">
                  <a:moveTo>
                    <a:pt x="730910" y="607"/>
                  </a:moveTo>
                  <a:lnTo>
                    <a:pt x="730868" y="0"/>
                  </a:lnTo>
                  <a:lnTo>
                    <a:pt x="17" y="0"/>
                  </a:lnTo>
                  <a:lnTo>
                    <a:pt x="0" y="607"/>
                  </a:lnTo>
                  <a:lnTo>
                    <a:pt x="730910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54" name="object 5854" descr=""/>
            <p:cNvSpPr/>
            <p:nvPr/>
          </p:nvSpPr>
          <p:spPr>
            <a:xfrm>
              <a:off x="5719978" y="7619914"/>
              <a:ext cx="728980" cy="635"/>
            </a:xfrm>
            <a:custGeom>
              <a:avLst/>
              <a:gdLst/>
              <a:ahLst/>
              <a:cxnLst/>
              <a:rect l="l" t="t" r="r" b="b"/>
              <a:pathLst>
                <a:path w="728979" h="634">
                  <a:moveTo>
                    <a:pt x="728623" y="607"/>
                  </a:moveTo>
                  <a:lnTo>
                    <a:pt x="728580" y="0"/>
                  </a:lnTo>
                  <a:lnTo>
                    <a:pt x="17" y="0"/>
                  </a:lnTo>
                  <a:lnTo>
                    <a:pt x="0" y="607"/>
                  </a:lnTo>
                  <a:lnTo>
                    <a:pt x="728623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5" name="object 5855" descr=""/>
            <p:cNvSpPr/>
            <p:nvPr/>
          </p:nvSpPr>
          <p:spPr>
            <a:xfrm>
              <a:off x="5719978" y="7619914"/>
              <a:ext cx="728980" cy="635"/>
            </a:xfrm>
            <a:custGeom>
              <a:avLst/>
              <a:gdLst/>
              <a:ahLst/>
              <a:cxnLst/>
              <a:rect l="l" t="t" r="r" b="b"/>
              <a:pathLst>
                <a:path w="728979" h="634">
                  <a:moveTo>
                    <a:pt x="728623" y="607"/>
                  </a:moveTo>
                  <a:lnTo>
                    <a:pt x="728580" y="0"/>
                  </a:lnTo>
                  <a:lnTo>
                    <a:pt x="17" y="0"/>
                  </a:lnTo>
                  <a:lnTo>
                    <a:pt x="0" y="607"/>
                  </a:lnTo>
                  <a:lnTo>
                    <a:pt x="728623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56" name="object 5856" descr=""/>
            <p:cNvSpPr/>
            <p:nvPr/>
          </p:nvSpPr>
          <p:spPr>
            <a:xfrm>
              <a:off x="5721710" y="7596439"/>
              <a:ext cx="725170" cy="635"/>
            </a:xfrm>
            <a:custGeom>
              <a:avLst/>
              <a:gdLst/>
              <a:ahLst/>
              <a:cxnLst/>
              <a:rect l="l" t="t" r="r" b="b"/>
              <a:pathLst>
                <a:path w="725170" h="634">
                  <a:moveTo>
                    <a:pt x="725045" y="617"/>
                  </a:moveTo>
                  <a:lnTo>
                    <a:pt x="724996" y="0"/>
                  </a:lnTo>
                  <a:lnTo>
                    <a:pt x="49" y="0"/>
                  </a:lnTo>
                  <a:lnTo>
                    <a:pt x="0" y="617"/>
                  </a:lnTo>
                  <a:lnTo>
                    <a:pt x="725045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7" name="object 5857" descr=""/>
            <p:cNvSpPr/>
            <p:nvPr/>
          </p:nvSpPr>
          <p:spPr>
            <a:xfrm>
              <a:off x="5721710" y="7596439"/>
              <a:ext cx="725170" cy="635"/>
            </a:xfrm>
            <a:custGeom>
              <a:avLst/>
              <a:gdLst/>
              <a:ahLst/>
              <a:cxnLst/>
              <a:rect l="l" t="t" r="r" b="b"/>
              <a:pathLst>
                <a:path w="725170" h="634">
                  <a:moveTo>
                    <a:pt x="725045" y="617"/>
                  </a:moveTo>
                  <a:lnTo>
                    <a:pt x="724996" y="0"/>
                  </a:lnTo>
                  <a:lnTo>
                    <a:pt x="49" y="0"/>
                  </a:lnTo>
                  <a:lnTo>
                    <a:pt x="0" y="617"/>
                  </a:lnTo>
                  <a:lnTo>
                    <a:pt x="725045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58" name="object 5858" descr=""/>
            <p:cNvSpPr/>
            <p:nvPr/>
          </p:nvSpPr>
          <p:spPr>
            <a:xfrm>
              <a:off x="5723585" y="7572963"/>
              <a:ext cx="721360" cy="635"/>
            </a:xfrm>
            <a:custGeom>
              <a:avLst/>
              <a:gdLst/>
              <a:ahLst/>
              <a:cxnLst/>
              <a:rect l="l" t="t" r="r" b="b"/>
              <a:pathLst>
                <a:path w="721360" h="634">
                  <a:moveTo>
                    <a:pt x="721295" y="617"/>
                  </a:moveTo>
                  <a:lnTo>
                    <a:pt x="721245" y="0"/>
                  </a:lnTo>
                  <a:lnTo>
                    <a:pt x="49" y="0"/>
                  </a:lnTo>
                  <a:lnTo>
                    <a:pt x="0" y="617"/>
                  </a:lnTo>
                  <a:lnTo>
                    <a:pt x="721295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9" name="object 5859" descr=""/>
            <p:cNvSpPr/>
            <p:nvPr/>
          </p:nvSpPr>
          <p:spPr>
            <a:xfrm>
              <a:off x="5723585" y="7572963"/>
              <a:ext cx="721360" cy="635"/>
            </a:xfrm>
            <a:custGeom>
              <a:avLst/>
              <a:gdLst/>
              <a:ahLst/>
              <a:cxnLst/>
              <a:rect l="l" t="t" r="r" b="b"/>
              <a:pathLst>
                <a:path w="721360" h="634">
                  <a:moveTo>
                    <a:pt x="721295" y="617"/>
                  </a:moveTo>
                  <a:lnTo>
                    <a:pt x="721245" y="0"/>
                  </a:lnTo>
                  <a:lnTo>
                    <a:pt x="49" y="0"/>
                  </a:lnTo>
                  <a:lnTo>
                    <a:pt x="0" y="617"/>
                  </a:lnTo>
                  <a:lnTo>
                    <a:pt x="721295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60" name="object 5860" descr=""/>
            <p:cNvSpPr/>
            <p:nvPr/>
          </p:nvSpPr>
          <p:spPr>
            <a:xfrm>
              <a:off x="5725459" y="7549498"/>
              <a:ext cx="717550" cy="635"/>
            </a:xfrm>
            <a:custGeom>
              <a:avLst/>
              <a:gdLst/>
              <a:ahLst/>
              <a:cxnLst/>
              <a:rect l="l" t="t" r="r" b="b"/>
              <a:pathLst>
                <a:path w="717550" h="634">
                  <a:moveTo>
                    <a:pt x="717544" y="607"/>
                  </a:moveTo>
                  <a:lnTo>
                    <a:pt x="717495" y="0"/>
                  </a:lnTo>
                  <a:lnTo>
                    <a:pt x="48" y="0"/>
                  </a:lnTo>
                  <a:lnTo>
                    <a:pt x="0" y="607"/>
                  </a:lnTo>
                  <a:lnTo>
                    <a:pt x="717544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1" name="object 5861" descr=""/>
            <p:cNvSpPr/>
            <p:nvPr/>
          </p:nvSpPr>
          <p:spPr>
            <a:xfrm>
              <a:off x="5725459" y="7549498"/>
              <a:ext cx="717550" cy="635"/>
            </a:xfrm>
            <a:custGeom>
              <a:avLst/>
              <a:gdLst/>
              <a:ahLst/>
              <a:cxnLst/>
              <a:rect l="l" t="t" r="r" b="b"/>
              <a:pathLst>
                <a:path w="717550" h="634">
                  <a:moveTo>
                    <a:pt x="717544" y="607"/>
                  </a:moveTo>
                  <a:lnTo>
                    <a:pt x="717495" y="0"/>
                  </a:lnTo>
                  <a:lnTo>
                    <a:pt x="48" y="0"/>
                  </a:lnTo>
                  <a:lnTo>
                    <a:pt x="0" y="607"/>
                  </a:lnTo>
                  <a:lnTo>
                    <a:pt x="717544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62" name="object 5862" descr=""/>
            <p:cNvSpPr/>
            <p:nvPr/>
          </p:nvSpPr>
          <p:spPr>
            <a:xfrm>
              <a:off x="5727407" y="7526022"/>
              <a:ext cx="713740" cy="635"/>
            </a:xfrm>
            <a:custGeom>
              <a:avLst/>
              <a:gdLst/>
              <a:ahLst/>
              <a:cxnLst/>
              <a:rect l="l" t="t" r="r" b="b"/>
              <a:pathLst>
                <a:path w="713739" h="634">
                  <a:moveTo>
                    <a:pt x="713648" y="607"/>
                  </a:moveTo>
                  <a:lnTo>
                    <a:pt x="713597" y="0"/>
                  </a:lnTo>
                  <a:lnTo>
                    <a:pt x="51" y="0"/>
                  </a:lnTo>
                  <a:lnTo>
                    <a:pt x="0" y="607"/>
                  </a:lnTo>
                  <a:lnTo>
                    <a:pt x="713648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3" name="object 5863" descr=""/>
            <p:cNvSpPr/>
            <p:nvPr/>
          </p:nvSpPr>
          <p:spPr>
            <a:xfrm>
              <a:off x="5727407" y="7526022"/>
              <a:ext cx="713740" cy="635"/>
            </a:xfrm>
            <a:custGeom>
              <a:avLst/>
              <a:gdLst/>
              <a:ahLst/>
              <a:cxnLst/>
              <a:rect l="l" t="t" r="r" b="b"/>
              <a:pathLst>
                <a:path w="713739" h="634">
                  <a:moveTo>
                    <a:pt x="713648" y="607"/>
                  </a:moveTo>
                  <a:lnTo>
                    <a:pt x="713597" y="0"/>
                  </a:lnTo>
                  <a:lnTo>
                    <a:pt x="51" y="0"/>
                  </a:lnTo>
                  <a:lnTo>
                    <a:pt x="0" y="607"/>
                  </a:lnTo>
                  <a:lnTo>
                    <a:pt x="713648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64" name="object 5864" descr=""/>
            <p:cNvSpPr/>
            <p:nvPr/>
          </p:nvSpPr>
          <p:spPr>
            <a:xfrm>
              <a:off x="5729380" y="7502546"/>
              <a:ext cx="709930" cy="635"/>
            </a:xfrm>
            <a:custGeom>
              <a:avLst/>
              <a:gdLst/>
              <a:ahLst/>
              <a:cxnLst/>
              <a:rect l="l" t="t" r="r" b="b"/>
              <a:pathLst>
                <a:path w="709929" h="634">
                  <a:moveTo>
                    <a:pt x="709701" y="617"/>
                  </a:moveTo>
                  <a:lnTo>
                    <a:pt x="709649" y="0"/>
                  </a:lnTo>
                  <a:lnTo>
                    <a:pt x="51" y="0"/>
                  </a:lnTo>
                  <a:lnTo>
                    <a:pt x="0" y="617"/>
                  </a:lnTo>
                  <a:lnTo>
                    <a:pt x="709701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5" name="object 5865" descr=""/>
            <p:cNvSpPr/>
            <p:nvPr/>
          </p:nvSpPr>
          <p:spPr>
            <a:xfrm>
              <a:off x="5729380" y="7502546"/>
              <a:ext cx="709930" cy="635"/>
            </a:xfrm>
            <a:custGeom>
              <a:avLst/>
              <a:gdLst/>
              <a:ahLst/>
              <a:cxnLst/>
              <a:rect l="l" t="t" r="r" b="b"/>
              <a:pathLst>
                <a:path w="709929" h="634">
                  <a:moveTo>
                    <a:pt x="709701" y="617"/>
                  </a:moveTo>
                  <a:lnTo>
                    <a:pt x="709649" y="0"/>
                  </a:lnTo>
                  <a:lnTo>
                    <a:pt x="51" y="0"/>
                  </a:lnTo>
                  <a:lnTo>
                    <a:pt x="0" y="617"/>
                  </a:lnTo>
                  <a:lnTo>
                    <a:pt x="709701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66" name="object 5866" descr=""/>
            <p:cNvSpPr/>
            <p:nvPr/>
          </p:nvSpPr>
          <p:spPr>
            <a:xfrm>
              <a:off x="5731354" y="7479070"/>
              <a:ext cx="706120" cy="635"/>
            </a:xfrm>
            <a:custGeom>
              <a:avLst/>
              <a:gdLst/>
              <a:ahLst/>
              <a:cxnLst/>
              <a:rect l="l" t="t" r="r" b="b"/>
              <a:pathLst>
                <a:path w="706120" h="634">
                  <a:moveTo>
                    <a:pt x="705753" y="617"/>
                  </a:moveTo>
                  <a:lnTo>
                    <a:pt x="705701" y="0"/>
                  </a:lnTo>
                  <a:lnTo>
                    <a:pt x="51" y="0"/>
                  </a:lnTo>
                  <a:lnTo>
                    <a:pt x="0" y="617"/>
                  </a:lnTo>
                  <a:lnTo>
                    <a:pt x="705753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7" name="object 5867" descr=""/>
            <p:cNvSpPr/>
            <p:nvPr/>
          </p:nvSpPr>
          <p:spPr>
            <a:xfrm>
              <a:off x="5731354" y="7479070"/>
              <a:ext cx="706120" cy="635"/>
            </a:xfrm>
            <a:custGeom>
              <a:avLst/>
              <a:gdLst/>
              <a:ahLst/>
              <a:cxnLst/>
              <a:rect l="l" t="t" r="r" b="b"/>
              <a:pathLst>
                <a:path w="706120" h="634">
                  <a:moveTo>
                    <a:pt x="705753" y="617"/>
                  </a:moveTo>
                  <a:lnTo>
                    <a:pt x="705701" y="0"/>
                  </a:lnTo>
                  <a:lnTo>
                    <a:pt x="51" y="0"/>
                  </a:lnTo>
                  <a:lnTo>
                    <a:pt x="0" y="617"/>
                  </a:lnTo>
                  <a:lnTo>
                    <a:pt x="705753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68" name="object 5868" descr=""/>
            <p:cNvSpPr/>
            <p:nvPr/>
          </p:nvSpPr>
          <p:spPr>
            <a:xfrm>
              <a:off x="5733471" y="7455605"/>
              <a:ext cx="701675" cy="635"/>
            </a:xfrm>
            <a:custGeom>
              <a:avLst/>
              <a:gdLst/>
              <a:ahLst/>
              <a:cxnLst/>
              <a:rect l="l" t="t" r="r" b="b"/>
              <a:pathLst>
                <a:path w="701675" h="634">
                  <a:moveTo>
                    <a:pt x="701517" y="607"/>
                  </a:moveTo>
                  <a:lnTo>
                    <a:pt x="701461" y="0"/>
                  </a:lnTo>
                  <a:lnTo>
                    <a:pt x="55" y="0"/>
                  </a:lnTo>
                  <a:lnTo>
                    <a:pt x="0" y="607"/>
                  </a:lnTo>
                  <a:lnTo>
                    <a:pt x="701517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9" name="object 5869" descr=""/>
            <p:cNvSpPr/>
            <p:nvPr/>
          </p:nvSpPr>
          <p:spPr>
            <a:xfrm>
              <a:off x="5733471" y="7455605"/>
              <a:ext cx="701675" cy="635"/>
            </a:xfrm>
            <a:custGeom>
              <a:avLst/>
              <a:gdLst/>
              <a:ahLst/>
              <a:cxnLst/>
              <a:rect l="l" t="t" r="r" b="b"/>
              <a:pathLst>
                <a:path w="701675" h="634">
                  <a:moveTo>
                    <a:pt x="701517" y="607"/>
                  </a:moveTo>
                  <a:lnTo>
                    <a:pt x="701461" y="0"/>
                  </a:lnTo>
                  <a:lnTo>
                    <a:pt x="55" y="0"/>
                  </a:lnTo>
                  <a:lnTo>
                    <a:pt x="0" y="607"/>
                  </a:lnTo>
                  <a:lnTo>
                    <a:pt x="701517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70" name="object 5870" descr=""/>
            <p:cNvSpPr/>
            <p:nvPr/>
          </p:nvSpPr>
          <p:spPr>
            <a:xfrm>
              <a:off x="5735634" y="7432129"/>
              <a:ext cx="697230" cy="635"/>
            </a:xfrm>
            <a:custGeom>
              <a:avLst/>
              <a:gdLst/>
              <a:ahLst/>
              <a:cxnLst/>
              <a:rect l="l" t="t" r="r" b="b"/>
              <a:pathLst>
                <a:path w="697229" h="634">
                  <a:moveTo>
                    <a:pt x="697192" y="607"/>
                  </a:moveTo>
                  <a:lnTo>
                    <a:pt x="697136" y="0"/>
                  </a:lnTo>
                  <a:lnTo>
                    <a:pt x="55" y="0"/>
                  </a:lnTo>
                  <a:lnTo>
                    <a:pt x="0" y="607"/>
                  </a:lnTo>
                  <a:lnTo>
                    <a:pt x="697192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1" name="object 5871" descr=""/>
            <p:cNvSpPr/>
            <p:nvPr/>
          </p:nvSpPr>
          <p:spPr>
            <a:xfrm>
              <a:off x="5735634" y="7432129"/>
              <a:ext cx="697230" cy="635"/>
            </a:xfrm>
            <a:custGeom>
              <a:avLst/>
              <a:gdLst/>
              <a:ahLst/>
              <a:cxnLst/>
              <a:rect l="l" t="t" r="r" b="b"/>
              <a:pathLst>
                <a:path w="697229" h="634">
                  <a:moveTo>
                    <a:pt x="697192" y="607"/>
                  </a:moveTo>
                  <a:lnTo>
                    <a:pt x="697136" y="0"/>
                  </a:lnTo>
                  <a:lnTo>
                    <a:pt x="55" y="0"/>
                  </a:lnTo>
                  <a:lnTo>
                    <a:pt x="0" y="607"/>
                  </a:lnTo>
                  <a:lnTo>
                    <a:pt x="697192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72" name="object 5872" descr=""/>
            <p:cNvSpPr/>
            <p:nvPr/>
          </p:nvSpPr>
          <p:spPr>
            <a:xfrm>
              <a:off x="5737795" y="7408654"/>
              <a:ext cx="693420" cy="635"/>
            </a:xfrm>
            <a:custGeom>
              <a:avLst/>
              <a:gdLst/>
              <a:ahLst/>
              <a:cxnLst/>
              <a:rect l="l" t="t" r="r" b="b"/>
              <a:pathLst>
                <a:path w="693420" h="634">
                  <a:moveTo>
                    <a:pt x="692868" y="617"/>
                  </a:moveTo>
                  <a:lnTo>
                    <a:pt x="692811" y="0"/>
                  </a:lnTo>
                  <a:lnTo>
                    <a:pt x="56" y="0"/>
                  </a:lnTo>
                  <a:lnTo>
                    <a:pt x="0" y="617"/>
                  </a:lnTo>
                  <a:lnTo>
                    <a:pt x="692868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3" name="object 5873" descr=""/>
            <p:cNvSpPr/>
            <p:nvPr/>
          </p:nvSpPr>
          <p:spPr>
            <a:xfrm>
              <a:off x="5737795" y="7408654"/>
              <a:ext cx="693420" cy="635"/>
            </a:xfrm>
            <a:custGeom>
              <a:avLst/>
              <a:gdLst/>
              <a:ahLst/>
              <a:cxnLst/>
              <a:rect l="l" t="t" r="r" b="b"/>
              <a:pathLst>
                <a:path w="693420" h="634">
                  <a:moveTo>
                    <a:pt x="692868" y="617"/>
                  </a:moveTo>
                  <a:lnTo>
                    <a:pt x="692811" y="0"/>
                  </a:lnTo>
                  <a:lnTo>
                    <a:pt x="56" y="0"/>
                  </a:lnTo>
                  <a:lnTo>
                    <a:pt x="0" y="617"/>
                  </a:lnTo>
                  <a:lnTo>
                    <a:pt x="692868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74" name="object 5874" descr=""/>
            <p:cNvSpPr/>
            <p:nvPr/>
          </p:nvSpPr>
          <p:spPr>
            <a:xfrm>
              <a:off x="5740243" y="7385188"/>
              <a:ext cx="688340" cy="635"/>
            </a:xfrm>
            <a:custGeom>
              <a:avLst/>
              <a:gdLst/>
              <a:ahLst/>
              <a:cxnLst/>
              <a:rect l="l" t="t" r="r" b="b"/>
              <a:pathLst>
                <a:path w="688339" h="634">
                  <a:moveTo>
                    <a:pt x="687971" y="607"/>
                  </a:moveTo>
                  <a:lnTo>
                    <a:pt x="687907" y="0"/>
                  </a:lnTo>
                  <a:lnTo>
                    <a:pt x="63" y="0"/>
                  </a:lnTo>
                  <a:lnTo>
                    <a:pt x="0" y="607"/>
                  </a:lnTo>
                  <a:lnTo>
                    <a:pt x="687971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5" name="object 5875" descr=""/>
            <p:cNvSpPr/>
            <p:nvPr/>
          </p:nvSpPr>
          <p:spPr>
            <a:xfrm>
              <a:off x="5740243" y="7385188"/>
              <a:ext cx="688340" cy="635"/>
            </a:xfrm>
            <a:custGeom>
              <a:avLst/>
              <a:gdLst/>
              <a:ahLst/>
              <a:cxnLst/>
              <a:rect l="l" t="t" r="r" b="b"/>
              <a:pathLst>
                <a:path w="688339" h="634">
                  <a:moveTo>
                    <a:pt x="687971" y="607"/>
                  </a:moveTo>
                  <a:lnTo>
                    <a:pt x="687907" y="0"/>
                  </a:lnTo>
                  <a:lnTo>
                    <a:pt x="63" y="0"/>
                  </a:lnTo>
                  <a:lnTo>
                    <a:pt x="0" y="607"/>
                  </a:lnTo>
                  <a:lnTo>
                    <a:pt x="687971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76" name="object 5876" descr=""/>
            <p:cNvSpPr/>
            <p:nvPr/>
          </p:nvSpPr>
          <p:spPr>
            <a:xfrm>
              <a:off x="5742700" y="7361713"/>
              <a:ext cx="683260" cy="635"/>
            </a:xfrm>
            <a:custGeom>
              <a:avLst/>
              <a:gdLst/>
              <a:ahLst/>
              <a:cxnLst/>
              <a:rect l="l" t="t" r="r" b="b"/>
              <a:pathLst>
                <a:path w="683260" h="634">
                  <a:moveTo>
                    <a:pt x="683056" y="607"/>
                  </a:moveTo>
                  <a:lnTo>
                    <a:pt x="682993" y="0"/>
                  </a:lnTo>
                  <a:lnTo>
                    <a:pt x="63" y="0"/>
                  </a:lnTo>
                  <a:lnTo>
                    <a:pt x="0" y="607"/>
                  </a:lnTo>
                  <a:lnTo>
                    <a:pt x="683056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7" name="object 5877" descr=""/>
            <p:cNvSpPr/>
            <p:nvPr/>
          </p:nvSpPr>
          <p:spPr>
            <a:xfrm>
              <a:off x="5742700" y="7361713"/>
              <a:ext cx="683260" cy="635"/>
            </a:xfrm>
            <a:custGeom>
              <a:avLst/>
              <a:gdLst/>
              <a:ahLst/>
              <a:cxnLst/>
              <a:rect l="l" t="t" r="r" b="b"/>
              <a:pathLst>
                <a:path w="683260" h="634">
                  <a:moveTo>
                    <a:pt x="683056" y="607"/>
                  </a:moveTo>
                  <a:lnTo>
                    <a:pt x="682993" y="0"/>
                  </a:lnTo>
                  <a:lnTo>
                    <a:pt x="63" y="0"/>
                  </a:lnTo>
                  <a:lnTo>
                    <a:pt x="0" y="607"/>
                  </a:lnTo>
                  <a:lnTo>
                    <a:pt x="683056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78" name="object 5878" descr=""/>
            <p:cNvSpPr/>
            <p:nvPr/>
          </p:nvSpPr>
          <p:spPr>
            <a:xfrm>
              <a:off x="5745306" y="7338237"/>
              <a:ext cx="678180" cy="635"/>
            </a:xfrm>
            <a:custGeom>
              <a:avLst/>
              <a:gdLst/>
              <a:ahLst/>
              <a:cxnLst/>
              <a:rect l="l" t="t" r="r" b="b"/>
              <a:pathLst>
                <a:path w="678179" h="634">
                  <a:moveTo>
                    <a:pt x="677845" y="607"/>
                  </a:moveTo>
                  <a:lnTo>
                    <a:pt x="677770" y="0"/>
                  </a:lnTo>
                  <a:lnTo>
                    <a:pt x="74" y="0"/>
                  </a:lnTo>
                  <a:lnTo>
                    <a:pt x="0" y="607"/>
                  </a:lnTo>
                  <a:lnTo>
                    <a:pt x="677845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9" name="object 5879" descr=""/>
            <p:cNvSpPr/>
            <p:nvPr/>
          </p:nvSpPr>
          <p:spPr>
            <a:xfrm>
              <a:off x="5745306" y="7338237"/>
              <a:ext cx="678180" cy="635"/>
            </a:xfrm>
            <a:custGeom>
              <a:avLst/>
              <a:gdLst/>
              <a:ahLst/>
              <a:cxnLst/>
              <a:rect l="l" t="t" r="r" b="b"/>
              <a:pathLst>
                <a:path w="678179" h="634">
                  <a:moveTo>
                    <a:pt x="677845" y="607"/>
                  </a:moveTo>
                  <a:lnTo>
                    <a:pt x="677770" y="0"/>
                  </a:lnTo>
                  <a:lnTo>
                    <a:pt x="74" y="0"/>
                  </a:lnTo>
                  <a:lnTo>
                    <a:pt x="0" y="607"/>
                  </a:lnTo>
                  <a:lnTo>
                    <a:pt x="677845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80" name="object 5880" descr=""/>
            <p:cNvSpPr/>
            <p:nvPr/>
          </p:nvSpPr>
          <p:spPr>
            <a:xfrm>
              <a:off x="5748183" y="7314761"/>
              <a:ext cx="672465" cy="635"/>
            </a:xfrm>
            <a:custGeom>
              <a:avLst/>
              <a:gdLst/>
              <a:ahLst/>
              <a:cxnLst/>
              <a:rect l="l" t="t" r="r" b="b"/>
              <a:pathLst>
                <a:path w="672464" h="634">
                  <a:moveTo>
                    <a:pt x="672090" y="617"/>
                  </a:moveTo>
                  <a:lnTo>
                    <a:pt x="672014" y="0"/>
                  </a:lnTo>
                  <a:lnTo>
                    <a:pt x="75" y="0"/>
                  </a:lnTo>
                  <a:lnTo>
                    <a:pt x="0" y="617"/>
                  </a:lnTo>
                  <a:lnTo>
                    <a:pt x="672090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1" name="object 5881" descr=""/>
            <p:cNvSpPr/>
            <p:nvPr/>
          </p:nvSpPr>
          <p:spPr>
            <a:xfrm>
              <a:off x="5748183" y="7314761"/>
              <a:ext cx="672465" cy="635"/>
            </a:xfrm>
            <a:custGeom>
              <a:avLst/>
              <a:gdLst/>
              <a:ahLst/>
              <a:cxnLst/>
              <a:rect l="l" t="t" r="r" b="b"/>
              <a:pathLst>
                <a:path w="672464" h="634">
                  <a:moveTo>
                    <a:pt x="672090" y="617"/>
                  </a:moveTo>
                  <a:lnTo>
                    <a:pt x="672014" y="0"/>
                  </a:lnTo>
                  <a:lnTo>
                    <a:pt x="75" y="0"/>
                  </a:lnTo>
                  <a:lnTo>
                    <a:pt x="0" y="617"/>
                  </a:lnTo>
                  <a:lnTo>
                    <a:pt x="672090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82" name="object 5882" descr=""/>
            <p:cNvSpPr/>
            <p:nvPr/>
          </p:nvSpPr>
          <p:spPr>
            <a:xfrm>
              <a:off x="5751061" y="7291296"/>
              <a:ext cx="666750" cy="635"/>
            </a:xfrm>
            <a:custGeom>
              <a:avLst/>
              <a:gdLst/>
              <a:ahLst/>
              <a:cxnLst/>
              <a:rect l="l" t="t" r="r" b="b"/>
              <a:pathLst>
                <a:path w="666750" h="634">
                  <a:moveTo>
                    <a:pt x="666333" y="607"/>
                  </a:moveTo>
                  <a:lnTo>
                    <a:pt x="666258" y="0"/>
                  </a:lnTo>
                  <a:lnTo>
                    <a:pt x="74" y="0"/>
                  </a:lnTo>
                  <a:lnTo>
                    <a:pt x="0" y="607"/>
                  </a:lnTo>
                  <a:lnTo>
                    <a:pt x="666333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3" name="object 5883" descr=""/>
            <p:cNvSpPr/>
            <p:nvPr/>
          </p:nvSpPr>
          <p:spPr>
            <a:xfrm>
              <a:off x="5751061" y="7291296"/>
              <a:ext cx="666750" cy="635"/>
            </a:xfrm>
            <a:custGeom>
              <a:avLst/>
              <a:gdLst/>
              <a:ahLst/>
              <a:cxnLst/>
              <a:rect l="l" t="t" r="r" b="b"/>
              <a:pathLst>
                <a:path w="666750" h="634">
                  <a:moveTo>
                    <a:pt x="666333" y="607"/>
                  </a:moveTo>
                  <a:lnTo>
                    <a:pt x="666258" y="0"/>
                  </a:lnTo>
                  <a:lnTo>
                    <a:pt x="74" y="0"/>
                  </a:lnTo>
                  <a:lnTo>
                    <a:pt x="0" y="607"/>
                  </a:lnTo>
                  <a:lnTo>
                    <a:pt x="666333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84" name="object 5884" descr=""/>
            <p:cNvSpPr/>
            <p:nvPr/>
          </p:nvSpPr>
          <p:spPr>
            <a:xfrm>
              <a:off x="5754456" y="7267820"/>
              <a:ext cx="659765" cy="635"/>
            </a:xfrm>
            <a:custGeom>
              <a:avLst/>
              <a:gdLst/>
              <a:ahLst/>
              <a:cxnLst/>
              <a:rect l="l" t="t" r="r" b="b"/>
              <a:pathLst>
                <a:path w="659764" h="634">
                  <a:moveTo>
                    <a:pt x="659544" y="607"/>
                  </a:moveTo>
                  <a:lnTo>
                    <a:pt x="659454" y="0"/>
                  </a:lnTo>
                  <a:lnTo>
                    <a:pt x="89" y="0"/>
                  </a:lnTo>
                  <a:lnTo>
                    <a:pt x="0" y="607"/>
                  </a:lnTo>
                  <a:lnTo>
                    <a:pt x="659544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5" name="object 5885" descr=""/>
            <p:cNvSpPr/>
            <p:nvPr/>
          </p:nvSpPr>
          <p:spPr>
            <a:xfrm>
              <a:off x="5754456" y="7267820"/>
              <a:ext cx="659765" cy="635"/>
            </a:xfrm>
            <a:custGeom>
              <a:avLst/>
              <a:gdLst/>
              <a:ahLst/>
              <a:cxnLst/>
              <a:rect l="l" t="t" r="r" b="b"/>
              <a:pathLst>
                <a:path w="659764" h="634">
                  <a:moveTo>
                    <a:pt x="659544" y="607"/>
                  </a:moveTo>
                  <a:lnTo>
                    <a:pt x="659454" y="0"/>
                  </a:lnTo>
                  <a:lnTo>
                    <a:pt x="89" y="0"/>
                  </a:lnTo>
                  <a:lnTo>
                    <a:pt x="0" y="607"/>
                  </a:lnTo>
                  <a:lnTo>
                    <a:pt x="659544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86" name="object 5886" descr=""/>
            <p:cNvSpPr/>
            <p:nvPr/>
          </p:nvSpPr>
          <p:spPr>
            <a:xfrm>
              <a:off x="5757905" y="7244345"/>
              <a:ext cx="652780" cy="635"/>
            </a:xfrm>
            <a:custGeom>
              <a:avLst/>
              <a:gdLst/>
              <a:ahLst/>
              <a:cxnLst/>
              <a:rect l="l" t="t" r="r" b="b"/>
              <a:pathLst>
                <a:path w="652779" h="634">
                  <a:moveTo>
                    <a:pt x="652644" y="617"/>
                  </a:moveTo>
                  <a:lnTo>
                    <a:pt x="652553" y="0"/>
                  </a:lnTo>
                  <a:lnTo>
                    <a:pt x="90" y="0"/>
                  </a:lnTo>
                  <a:lnTo>
                    <a:pt x="0" y="617"/>
                  </a:lnTo>
                  <a:lnTo>
                    <a:pt x="652644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7" name="object 5887" descr=""/>
            <p:cNvSpPr/>
            <p:nvPr/>
          </p:nvSpPr>
          <p:spPr>
            <a:xfrm>
              <a:off x="5757905" y="7244345"/>
              <a:ext cx="652780" cy="635"/>
            </a:xfrm>
            <a:custGeom>
              <a:avLst/>
              <a:gdLst/>
              <a:ahLst/>
              <a:cxnLst/>
              <a:rect l="l" t="t" r="r" b="b"/>
              <a:pathLst>
                <a:path w="652779" h="634">
                  <a:moveTo>
                    <a:pt x="652644" y="617"/>
                  </a:moveTo>
                  <a:lnTo>
                    <a:pt x="652553" y="0"/>
                  </a:lnTo>
                  <a:lnTo>
                    <a:pt x="90" y="0"/>
                  </a:lnTo>
                  <a:lnTo>
                    <a:pt x="0" y="617"/>
                  </a:lnTo>
                  <a:lnTo>
                    <a:pt x="652644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88" name="object 5888" descr=""/>
            <p:cNvSpPr/>
            <p:nvPr/>
          </p:nvSpPr>
          <p:spPr>
            <a:xfrm>
              <a:off x="5761817" y="7220869"/>
              <a:ext cx="645160" cy="635"/>
            </a:xfrm>
            <a:custGeom>
              <a:avLst/>
              <a:gdLst/>
              <a:ahLst/>
              <a:cxnLst/>
              <a:rect l="l" t="t" r="r" b="b"/>
              <a:pathLst>
                <a:path w="645160" h="634">
                  <a:moveTo>
                    <a:pt x="644820" y="617"/>
                  </a:moveTo>
                  <a:lnTo>
                    <a:pt x="644709" y="0"/>
                  </a:lnTo>
                  <a:lnTo>
                    <a:pt x="110" y="0"/>
                  </a:lnTo>
                  <a:lnTo>
                    <a:pt x="0" y="617"/>
                  </a:lnTo>
                  <a:lnTo>
                    <a:pt x="644820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9" name="object 5889" descr=""/>
            <p:cNvSpPr/>
            <p:nvPr/>
          </p:nvSpPr>
          <p:spPr>
            <a:xfrm>
              <a:off x="5761817" y="7220869"/>
              <a:ext cx="645160" cy="635"/>
            </a:xfrm>
            <a:custGeom>
              <a:avLst/>
              <a:gdLst/>
              <a:ahLst/>
              <a:cxnLst/>
              <a:rect l="l" t="t" r="r" b="b"/>
              <a:pathLst>
                <a:path w="645160" h="634">
                  <a:moveTo>
                    <a:pt x="644820" y="617"/>
                  </a:moveTo>
                  <a:lnTo>
                    <a:pt x="644709" y="0"/>
                  </a:lnTo>
                  <a:lnTo>
                    <a:pt x="110" y="0"/>
                  </a:lnTo>
                  <a:lnTo>
                    <a:pt x="0" y="617"/>
                  </a:lnTo>
                  <a:lnTo>
                    <a:pt x="644820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90" name="object 5890" descr=""/>
            <p:cNvSpPr/>
            <p:nvPr/>
          </p:nvSpPr>
          <p:spPr>
            <a:xfrm>
              <a:off x="5766023" y="7197404"/>
              <a:ext cx="636905" cy="635"/>
            </a:xfrm>
            <a:custGeom>
              <a:avLst/>
              <a:gdLst/>
              <a:ahLst/>
              <a:cxnLst/>
              <a:rect l="l" t="t" r="r" b="b"/>
              <a:pathLst>
                <a:path w="636904" h="634">
                  <a:moveTo>
                    <a:pt x="636407" y="607"/>
                  </a:moveTo>
                  <a:lnTo>
                    <a:pt x="636299" y="0"/>
                  </a:lnTo>
                  <a:lnTo>
                    <a:pt x="108" y="0"/>
                  </a:lnTo>
                  <a:lnTo>
                    <a:pt x="0" y="607"/>
                  </a:lnTo>
                  <a:lnTo>
                    <a:pt x="636407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1" name="object 5891" descr=""/>
            <p:cNvSpPr/>
            <p:nvPr/>
          </p:nvSpPr>
          <p:spPr>
            <a:xfrm>
              <a:off x="5766023" y="7197404"/>
              <a:ext cx="636905" cy="635"/>
            </a:xfrm>
            <a:custGeom>
              <a:avLst/>
              <a:gdLst/>
              <a:ahLst/>
              <a:cxnLst/>
              <a:rect l="l" t="t" r="r" b="b"/>
              <a:pathLst>
                <a:path w="636904" h="634">
                  <a:moveTo>
                    <a:pt x="636407" y="607"/>
                  </a:moveTo>
                  <a:lnTo>
                    <a:pt x="636299" y="0"/>
                  </a:lnTo>
                  <a:lnTo>
                    <a:pt x="108" y="0"/>
                  </a:lnTo>
                  <a:lnTo>
                    <a:pt x="0" y="607"/>
                  </a:lnTo>
                  <a:lnTo>
                    <a:pt x="636407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92" name="object 5892" descr=""/>
            <p:cNvSpPr/>
            <p:nvPr/>
          </p:nvSpPr>
          <p:spPr>
            <a:xfrm>
              <a:off x="5770693" y="7173928"/>
              <a:ext cx="627380" cy="635"/>
            </a:xfrm>
            <a:custGeom>
              <a:avLst/>
              <a:gdLst/>
              <a:ahLst/>
              <a:cxnLst/>
              <a:rect l="l" t="t" r="r" b="b"/>
              <a:pathLst>
                <a:path w="627379" h="634">
                  <a:moveTo>
                    <a:pt x="627067" y="607"/>
                  </a:moveTo>
                  <a:lnTo>
                    <a:pt x="626933" y="0"/>
                  </a:lnTo>
                  <a:lnTo>
                    <a:pt x="133" y="0"/>
                  </a:lnTo>
                  <a:lnTo>
                    <a:pt x="0" y="607"/>
                  </a:lnTo>
                  <a:lnTo>
                    <a:pt x="627067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3" name="object 5893" descr=""/>
            <p:cNvSpPr/>
            <p:nvPr/>
          </p:nvSpPr>
          <p:spPr>
            <a:xfrm>
              <a:off x="5770693" y="7173928"/>
              <a:ext cx="627380" cy="635"/>
            </a:xfrm>
            <a:custGeom>
              <a:avLst/>
              <a:gdLst/>
              <a:ahLst/>
              <a:cxnLst/>
              <a:rect l="l" t="t" r="r" b="b"/>
              <a:pathLst>
                <a:path w="627379" h="634">
                  <a:moveTo>
                    <a:pt x="627067" y="607"/>
                  </a:moveTo>
                  <a:lnTo>
                    <a:pt x="626933" y="0"/>
                  </a:lnTo>
                  <a:lnTo>
                    <a:pt x="133" y="0"/>
                  </a:lnTo>
                  <a:lnTo>
                    <a:pt x="0" y="607"/>
                  </a:lnTo>
                  <a:lnTo>
                    <a:pt x="627067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94" name="object 5894" descr=""/>
            <p:cNvSpPr/>
            <p:nvPr/>
          </p:nvSpPr>
          <p:spPr>
            <a:xfrm>
              <a:off x="5775872" y="7150452"/>
              <a:ext cx="617220" cy="635"/>
            </a:xfrm>
            <a:custGeom>
              <a:avLst/>
              <a:gdLst/>
              <a:ahLst/>
              <a:cxnLst/>
              <a:rect l="l" t="t" r="r" b="b"/>
              <a:pathLst>
                <a:path w="617220" h="634">
                  <a:moveTo>
                    <a:pt x="616709" y="607"/>
                  </a:moveTo>
                  <a:lnTo>
                    <a:pt x="616575" y="0"/>
                  </a:lnTo>
                  <a:lnTo>
                    <a:pt x="133" y="0"/>
                  </a:lnTo>
                  <a:lnTo>
                    <a:pt x="0" y="607"/>
                  </a:lnTo>
                  <a:lnTo>
                    <a:pt x="616709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5" name="object 5895" descr=""/>
            <p:cNvSpPr/>
            <p:nvPr/>
          </p:nvSpPr>
          <p:spPr>
            <a:xfrm>
              <a:off x="5775872" y="7150452"/>
              <a:ext cx="617220" cy="635"/>
            </a:xfrm>
            <a:custGeom>
              <a:avLst/>
              <a:gdLst/>
              <a:ahLst/>
              <a:cxnLst/>
              <a:rect l="l" t="t" r="r" b="b"/>
              <a:pathLst>
                <a:path w="617220" h="634">
                  <a:moveTo>
                    <a:pt x="616709" y="607"/>
                  </a:moveTo>
                  <a:lnTo>
                    <a:pt x="616575" y="0"/>
                  </a:lnTo>
                  <a:lnTo>
                    <a:pt x="133" y="0"/>
                  </a:lnTo>
                  <a:lnTo>
                    <a:pt x="0" y="607"/>
                  </a:lnTo>
                  <a:lnTo>
                    <a:pt x="616709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96" name="object 5896" descr=""/>
            <p:cNvSpPr/>
            <p:nvPr/>
          </p:nvSpPr>
          <p:spPr>
            <a:xfrm>
              <a:off x="5781660" y="7126976"/>
              <a:ext cx="605155" cy="635"/>
            </a:xfrm>
            <a:custGeom>
              <a:avLst/>
              <a:gdLst/>
              <a:ahLst/>
              <a:cxnLst/>
              <a:rect l="l" t="t" r="r" b="b"/>
              <a:pathLst>
                <a:path w="605154" h="634">
                  <a:moveTo>
                    <a:pt x="605134" y="617"/>
                  </a:moveTo>
                  <a:lnTo>
                    <a:pt x="604965" y="0"/>
                  </a:lnTo>
                  <a:lnTo>
                    <a:pt x="168" y="0"/>
                  </a:lnTo>
                  <a:lnTo>
                    <a:pt x="0" y="617"/>
                  </a:lnTo>
                  <a:lnTo>
                    <a:pt x="605134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7" name="object 5897" descr=""/>
            <p:cNvSpPr/>
            <p:nvPr/>
          </p:nvSpPr>
          <p:spPr>
            <a:xfrm>
              <a:off x="5781660" y="7126976"/>
              <a:ext cx="605155" cy="635"/>
            </a:xfrm>
            <a:custGeom>
              <a:avLst/>
              <a:gdLst/>
              <a:ahLst/>
              <a:cxnLst/>
              <a:rect l="l" t="t" r="r" b="b"/>
              <a:pathLst>
                <a:path w="605154" h="634">
                  <a:moveTo>
                    <a:pt x="605134" y="617"/>
                  </a:moveTo>
                  <a:lnTo>
                    <a:pt x="604965" y="0"/>
                  </a:lnTo>
                  <a:lnTo>
                    <a:pt x="168" y="0"/>
                  </a:lnTo>
                  <a:lnTo>
                    <a:pt x="0" y="617"/>
                  </a:lnTo>
                  <a:lnTo>
                    <a:pt x="605134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98" name="object 5898" descr=""/>
            <p:cNvSpPr/>
            <p:nvPr/>
          </p:nvSpPr>
          <p:spPr>
            <a:xfrm>
              <a:off x="5788076" y="7103511"/>
              <a:ext cx="592455" cy="635"/>
            </a:xfrm>
            <a:custGeom>
              <a:avLst/>
              <a:gdLst/>
              <a:ahLst/>
              <a:cxnLst/>
              <a:rect l="l" t="t" r="r" b="b"/>
              <a:pathLst>
                <a:path w="592454" h="634">
                  <a:moveTo>
                    <a:pt x="592301" y="607"/>
                  </a:moveTo>
                  <a:lnTo>
                    <a:pt x="592135" y="0"/>
                  </a:lnTo>
                  <a:lnTo>
                    <a:pt x="165" y="0"/>
                  </a:lnTo>
                  <a:lnTo>
                    <a:pt x="0" y="607"/>
                  </a:lnTo>
                  <a:lnTo>
                    <a:pt x="592301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9" name="object 5899" descr=""/>
            <p:cNvSpPr/>
            <p:nvPr/>
          </p:nvSpPr>
          <p:spPr>
            <a:xfrm>
              <a:off x="5788076" y="7103511"/>
              <a:ext cx="592455" cy="635"/>
            </a:xfrm>
            <a:custGeom>
              <a:avLst/>
              <a:gdLst/>
              <a:ahLst/>
              <a:cxnLst/>
              <a:rect l="l" t="t" r="r" b="b"/>
              <a:pathLst>
                <a:path w="592454" h="634">
                  <a:moveTo>
                    <a:pt x="592301" y="607"/>
                  </a:moveTo>
                  <a:lnTo>
                    <a:pt x="592135" y="0"/>
                  </a:lnTo>
                  <a:lnTo>
                    <a:pt x="165" y="0"/>
                  </a:lnTo>
                  <a:lnTo>
                    <a:pt x="0" y="607"/>
                  </a:lnTo>
                  <a:lnTo>
                    <a:pt x="592301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00" name="object 5900" descr=""/>
            <p:cNvSpPr/>
            <p:nvPr/>
          </p:nvSpPr>
          <p:spPr>
            <a:xfrm>
              <a:off x="5795515" y="7080035"/>
              <a:ext cx="577850" cy="635"/>
            </a:xfrm>
            <a:custGeom>
              <a:avLst/>
              <a:gdLst/>
              <a:ahLst/>
              <a:cxnLst/>
              <a:rect l="l" t="t" r="r" b="b"/>
              <a:pathLst>
                <a:path w="577850" h="634">
                  <a:moveTo>
                    <a:pt x="577424" y="607"/>
                  </a:moveTo>
                  <a:lnTo>
                    <a:pt x="577217" y="0"/>
                  </a:lnTo>
                  <a:lnTo>
                    <a:pt x="206" y="0"/>
                  </a:lnTo>
                  <a:lnTo>
                    <a:pt x="0" y="607"/>
                  </a:lnTo>
                  <a:lnTo>
                    <a:pt x="577424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1" name="object 5901" descr=""/>
            <p:cNvSpPr/>
            <p:nvPr/>
          </p:nvSpPr>
          <p:spPr>
            <a:xfrm>
              <a:off x="5795515" y="7080035"/>
              <a:ext cx="577850" cy="635"/>
            </a:xfrm>
            <a:custGeom>
              <a:avLst/>
              <a:gdLst/>
              <a:ahLst/>
              <a:cxnLst/>
              <a:rect l="l" t="t" r="r" b="b"/>
              <a:pathLst>
                <a:path w="577850" h="634">
                  <a:moveTo>
                    <a:pt x="577424" y="607"/>
                  </a:moveTo>
                  <a:lnTo>
                    <a:pt x="577217" y="0"/>
                  </a:lnTo>
                  <a:lnTo>
                    <a:pt x="206" y="0"/>
                  </a:lnTo>
                  <a:lnTo>
                    <a:pt x="0" y="607"/>
                  </a:lnTo>
                  <a:lnTo>
                    <a:pt x="577424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02" name="object 5902" descr=""/>
            <p:cNvSpPr/>
            <p:nvPr/>
          </p:nvSpPr>
          <p:spPr>
            <a:xfrm>
              <a:off x="5803485" y="7056560"/>
              <a:ext cx="561975" cy="635"/>
            </a:xfrm>
            <a:custGeom>
              <a:avLst/>
              <a:gdLst/>
              <a:ahLst/>
              <a:cxnLst/>
              <a:rect l="l" t="t" r="r" b="b"/>
              <a:pathLst>
                <a:path w="561975" h="634">
                  <a:moveTo>
                    <a:pt x="561484" y="617"/>
                  </a:moveTo>
                  <a:lnTo>
                    <a:pt x="561274" y="0"/>
                  </a:lnTo>
                  <a:lnTo>
                    <a:pt x="209" y="0"/>
                  </a:lnTo>
                  <a:lnTo>
                    <a:pt x="0" y="617"/>
                  </a:lnTo>
                  <a:lnTo>
                    <a:pt x="561484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3" name="object 5903" descr=""/>
            <p:cNvSpPr/>
            <p:nvPr/>
          </p:nvSpPr>
          <p:spPr>
            <a:xfrm>
              <a:off x="5803485" y="7056560"/>
              <a:ext cx="561975" cy="635"/>
            </a:xfrm>
            <a:custGeom>
              <a:avLst/>
              <a:gdLst/>
              <a:ahLst/>
              <a:cxnLst/>
              <a:rect l="l" t="t" r="r" b="b"/>
              <a:pathLst>
                <a:path w="561975" h="634">
                  <a:moveTo>
                    <a:pt x="561484" y="617"/>
                  </a:moveTo>
                  <a:lnTo>
                    <a:pt x="561274" y="0"/>
                  </a:lnTo>
                  <a:lnTo>
                    <a:pt x="209" y="0"/>
                  </a:lnTo>
                  <a:lnTo>
                    <a:pt x="0" y="617"/>
                  </a:lnTo>
                  <a:lnTo>
                    <a:pt x="561484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04" name="object 5904" descr=""/>
            <p:cNvSpPr/>
            <p:nvPr/>
          </p:nvSpPr>
          <p:spPr>
            <a:xfrm>
              <a:off x="5813327" y="7033084"/>
              <a:ext cx="542290" cy="635"/>
            </a:xfrm>
            <a:custGeom>
              <a:avLst/>
              <a:gdLst/>
              <a:ahLst/>
              <a:cxnLst/>
              <a:rect l="l" t="t" r="r" b="b"/>
              <a:pathLst>
                <a:path w="542289" h="634">
                  <a:moveTo>
                    <a:pt x="541800" y="617"/>
                  </a:moveTo>
                  <a:lnTo>
                    <a:pt x="541539" y="0"/>
                  </a:lnTo>
                  <a:lnTo>
                    <a:pt x="261" y="0"/>
                  </a:lnTo>
                  <a:lnTo>
                    <a:pt x="0" y="617"/>
                  </a:lnTo>
                  <a:lnTo>
                    <a:pt x="541800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5" name="object 5905" descr=""/>
            <p:cNvSpPr/>
            <p:nvPr/>
          </p:nvSpPr>
          <p:spPr>
            <a:xfrm>
              <a:off x="5813327" y="7033084"/>
              <a:ext cx="542290" cy="635"/>
            </a:xfrm>
            <a:custGeom>
              <a:avLst/>
              <a:gdLst/>
              <a:ahLst/>
              <a:cxnLst/>
              <a:rect l="l" t="t" r="r" b="b"/>
              <a:pathLst>
                <a:path w="542289" h="634">
                  <a:moveTo>
                    <a:pt x="541800" y="617"/>
                  </a:moveTo>
                  <a:lnTo>
                    <a:pt x="541539" y="0"/>
                  </a:lnTo>
                  <a:lnTo>
                    <a:pt x="261" y="0"/>
                  </a:lnTo>
                  <a:lnTo>
                    <a:pt x="0" y="617"/>
                  </a:lnTo>
                  <a:lnTo>
                    <a:pt x="541800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06" name="object 5906" descr=""/>
            <p:cNvSpPr/>
            <p:nvPr/>
          </p:nvSpPr>
          <p:spPr>
            <a:xfrm>
              <a:off x="5824212" y="7009619"/>
              <a:ext cx="520065" cy="635"/>
            </a:xfrm>
            <a:custGeom>
              <a:avLst/>
              <a:gdLst/>
              <a:ahLst/>
              <a:cxnLst/>
              <a:rect l="l" t="t" r="r" b="b"/>
              <a:pathLst>
                <a:path w="520064" h="634">
                  <a:moveTo>
                    <a:pt x="520030" y="607"/>
                  </a:moveTo>
                  <a:lnTo>
                    <a:pt x="519711" y="0"/>
                  </a:lnTo>
                  <a:lnTo>
                    <a:pt x="319" y="0"/>
                  </a:lnTo>
                  <a:lnTo>
                    <a:pt x="0" y="607"/>
                  </a:lnTo>
                  <a:lnTo>
                    <a:pt x="520030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7" name="object 5907" descr=""/>
            <p:cNvSpPr/>
            <p:nvPr/>
          </p:nvSpPr>
          <p:spPr>
            <a:xfrm>
              <a:off x="5824212" y="7009619"/>
              <a:ext cx="520065" cy="635"/>
            </a:xfrm>
            <a:custGeom>
              <a:avLst/>
              <a:gdLst/>
              <a:ahLst/>
              <a:cxnLst/>
              <a:rect l="l" t="t" r="r" b="b"/>
              <a:pathLst>
                <a:path w="520064" h="634">
                  <a:moveTo>
                    <a:pt x="520030" y="607"/>
                  </a:moveTo>
                  <a:lnTo>
                    <a:pt x="519711" y="0"/>
                  </a:lnTo>
                  <a:lnTo>
                    <a:pt x="319" y="0"/>
                  </a:lnTo>
                  <a:lnTo>
                    <a:pt x="0" y="607"/>
                  </a:lnTo>
                  <a:lnTo>
                    <a:pt x="520030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08" name="object 5908" descr=""/>
            <p:cNvSpPr/>
            <p:nvPr/>
          </p:nvSpPr>
          <p:spPr>
            <a:xfrm>
              <a:off x="5836560" y="6986143"/>
              <a:ext cx="495934" cy="635"/>
            </a:xfrm>
            <a:custGeom>
              <a:avLst/>
              <a:gdLst/>
              <a:ahLst/>
              <a:cxnLst/>
              <a:rect l="l" t="t" r="r" b="b"/>
              <a:pathLst>
                <a:path w="495935" h="634">
                  <a:moveTo>
                    <a:pt x="495335" y="607"/>
                  </a:moveTo>
                  <a:lnTo>
                    <a:pt x="495015" y="0"/>
                  </a:lnTo>
                  <a:lnTo>
                    <a:pt x="319" y="0"/>
                  </a:lnTo>
                  <a:lnTo>
                    <a:pt x="0" y="607"/>
                  </a:lnTo>
                  <a:lnTo>
                    <a:pt x="495335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9" name="object 5909" descr=""/>
            <p:cNvSpPr/>
            <p:nvPr/>
          </p:nvSpPr>
          <p:spPr>
            <a:xfrm>
              <a:off x="5836560" y="6986143"/>
              <a:ext cx="495934" cy="635"/>
            </a:xfrm>
            <a:custGeom>
              <a:avLst/>
              <a:gdLst/>
              <a:ahLst/>
              <a:cxnLst/>
              <a:rect l="l" t="t" r="r" b="b"/>
              <a:pathLst>
                <a:path w="495935" h="634">
                  <a:moveTo>
                    <a:pt x="495335" y="607"/>
                  </a:moveTo>
                  <a:lnTo>
                    <a:pt x="495015" y="0"/>
                  </a:lnTo>
                  <a:lnTo>
                    <a:pt x="319" y="0"/>
                  </a:lnTo>
                  <a:lnTo>
                    <a:pt x="0" y="607"/>
                  </a:lnTo>
                  <a:lnTo>
                    <a:pt x="495335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10" name="object 5910" descr=""/>
            <p:cNvSpPr/>
            <p:nvPr/>
          </p:nvSpPr>
          <p:spPr>
            <a:xfrm>
              <a:off x="5851813" y="6962667"/>
              <a:ext cx="465455" cy="635"/>
            </a:xfrm>
            <a:custGeom>
              <a:avLst/>
              <a:gdLst/>
              <a:ahLst/>
              <a:cxnLst/>
              <a:rect l="l" t="t" r="r" b="b"/>
              <a:pathLst>
                <a:path w="465454" h="634">
                  <a:moveTo>
                    <a:pt x="464830" y="617"/>
                  </a:moveTo>
                  <a:lnTo>
                    <a:pt x="464425" y="0"/>
                  </a:lnTo>
                  <a:lnTo>
                    <a:pt x="404" y="0"/>
                  </a:lnTo>
                  <a:lnTo>
                    <a:pt x="0" y="617"/>
                  </a:lnTo>
                  <a:lnTo>
                    <a:pt x="464830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1" name="object 5911" descr=""/>
            <p:cNvSpPr/>
            <p:nvPr/>
          </p:nvSpPr>
          <p:spPr>
            <a:xfrm>
              <a:off x="5851813" y="6962667"/>
              <a:ext cx="465455" cy="635"/>
            </a:xfrm>
            <a:custGeom>
              <a:avLst/>
              <a:gdLst/>
              <a:ahLst/>
              <a:cxnLst/>
              <a:rect l="l" t="t" r="r" b="b"/>
              <a:pathLst>
                <a:path w="465454" h="634">
                  <a:moveTo>
                    <a:pt x="464830" y="617"/>
                  </a:moveTo>
                  <a:lnTo>
                    <a:pt x="464425" y="0"/>
                  </a:lnTo>
                  <a:lnTo>
                    <a:pt x="404" y="0"/>
                  </a:lnTo>
                  <a:lnTo>
                    <a:pt x="0" y="617"/>
                  </a:lnTo>
                  <a:lnTo>
                    <a:pt x="464830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12" name="object 5912" descr=""/>
            <p:cNvSpPr/>
            <p:nvPr/>
          </p:nvSpPr>
          <p:spPr>
            <a:xfrm>
              <a:off x="5869642" y="6939192"/>
              <a:ext cx="429259" cy="635"/>
            </a:xfrm>
            <a:custGeom>
              <a:avLst/>
              <a:gdLst/>
              <a:ahLst/>
              <a:cxnLst/>
              <a:rect l="l" t="t" r="r" b="b"/>
              <a:pathLst>
                <a:path w="429260" h="634">
                  <a:moveTo>
                    <a:pt x="429172" y="617"/>
                  </a:moveTo>
                  <a:lnTo>
                    <a:pt x="428669" y="0"/>
                  </a:lnTo>
                  <a:lnTo>
                    <a:pt x="503" y="0"/>
                  </a:lnTo>
                  <a:lnTo>
                    <a:pt x="0" y="617"/>
                  </a:lnTo>
                  <a:lnTo>
                    <a:pt x="429172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3" name="object 5913" descr=""/>
            <p:cNvSpPr/>
            <p:nvPr/>
          </p:nvSpPr>
          <p:spPr>
            <a:xfrm>
              <a:off x="5869642" y="6939192"/>
              <a:ext cx="429259" cy="635"/>
            </a:xfrm>
            <a:custGeom>
              <a:avLst/>
              <a:gdLst/>
              <a:ahLst/>
              <a:cxnLst/>
              <a:rect l="l" t="t" r="r" b="b"/>
              <a:pathLst>
                <a:path w="429260" h="634">
                  <a:moveTo>
                    <a:pt x="429172" y="617"/>
                  </a:moveTo>
                  <a:lnTo>
                    <a:pt x="428669" y="0"/>
                  </a:lnTo>
                  <a:lnTo>
                    <a:pt x="503" y="0"/>
                  </a:lnTo>
                  <a:lnTo>
                    <a:pt x="0" y="617"/>
                  </a:lnTo>
                  <a:lnTo>
                    <a:pt x="429172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14" name="object 5914" descr=""/>
            <p:cNvSpPr/>
            <p:nvPr/>
          </p:nvSpPr>
          <p:spPr>
            <a:xfrm>
              <a:off x="5890946" y="6915726"/>
              <a:ext cx="386715" cy="635"/>
            </a:xfrm>
            <a:custGeom>
              <a:avLst/>
              <a:gdLst/>
              <a:ahLst/>
              <a:cxnLst/>
              <a:rect l="l" t="t" r="r" b="b"/>
              <a:pathLst>
                <a:path w="386714" h="634">
                  <a:moveTo>
                    <a:pt x="386566" y="607"/>
                  </a:moveTo>
                  <a:lnTo>
                    <a:pt x="385950" y="0"/>
                  </a:lnTo>
                  <a:lnTo>
                    <a:pt x="615" y="0"/>
                  </a:lnTo>
                  <a:lnTo>
                    <a:pt x="0" y="607"/>
                  </a:lnTo>
                  <a:lnTo>
                    <a:pt x="386566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5" name="object 5915" descr=""/>
            <p:cNvSpPr/>
            <p:nvPr/>
          </p:nvSpPr>
          <p:spPr>
            <a:xfrm>
              <a:off x="5890946" y="6915726"/>
              <a:ext cx="386715" cy="635"/>
            </a:xfrm>
            <a:custGeom>
              <a:avLst/>
              <a:gdLst/>
              <a:ahLst/>
              <a:cxnLst/>
              <a:rect l="l" t="t" r="r" b="b"/>
              <a:pathLst>
                <a:path w="386714" h="634">
                  <a:moveTo>
                    <a:pt x="386566" y="607"/>
                  </a:moveTo>
                  <a:lnTo>
                    <a:pt x="385950" y="0"/>
                  </a:lnTo>
                  <a:lnTo>
                    <a:pt x="615" y="0"/>
                  </a:lnTo>
                  <a:lnTo>
                    <a:pt x="0" y="607"/>
                  </a:lnTo>
                  <a:lnTo>
                    <a:pt x="386566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16" name="object 5916" descr=""/>
            <p:cNvSpPr/>
            <p:nvPr/>
          </p:nvSpPr>
          <p:spPr>
            <a:xfrm>
              <a:off x="5917030" y="6892251"/>
              <a:ext cx="334645" cy="635"/>
            </a:xfrm>
            <a:custGeom>
              <a:avLst/>
              <a:gdLst/>
              <a:ahLst/>
              <a:cxnLst/>
              <a:rect l="l" t="t" r="r" b="b"/>
              <a:pathLst>
                <a:path w="334645" h="634">
                  <a:moveTo>
                    <a:pt x="334398" y="607"/>
                  </a:moveTo>
                  <a:lnTo>
                    <a:pt x="333631" y="0"/>
                  </a:lnTo>
                  <a:lnTo>
                    <a:pt x="766" y="0"/>
                  </a:lnTo>
                  <a:lnTo>
                    <a:pt x="0" y="607"/>
                  </a:lnTo>
                  <a:lnTo>
                    <a:pt x="334398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7" name="object 5917" descr=""/>
            <p:cNvSpPr/>
            <p:nvPr/>
          </p:nvSpPr>
          <p:spPr>
            <a:xfrm>
              <a:off x="5917030" y="6892251"/>
              <a:ext cx="334645" cy="635"/>
            </a:xfrm>
            <a:custGeom>
              <a:avLst/>
              <a:gdLst/>
              <a:ahLst/>
              <a:cxnLst/>
              <a:rect l="l" t="t" r="r" b="b"/>
              <a:pathLst>
                <a:path w="334645" h="634">
                  <a:moveTo>
                    <a:pt x="334398" y="607"/>
                  </a:moveTo>
                  <a:lnTo>
                    <a:pt x="333631" y="0"/>
                  </a:lnTo>
                  <a:lnTo>
                    <a:pt x="766" y="0"/>
                  </a:lnTo>
                  <a:lnTo>
                    <a:pt x="0" y="607"/>
                  </a:lnTo>
                  <a:lnTo>
                    <a:pt x="334398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18" name="object 5918" descr=""/>
            <p:cNvSpPr/>
            <p:nvPr/>
          </p:nvSpPr>
          <p:spPr>
            <a:xfrm>
              <a:off x="5949773" y="6868775"/>
              <a:ext cx="269240" cy="635"/>
            </a:xfrm>
            <a:custGeom>
              <a:avLst/>
              <a:gdLst/>
              <a:ahLst/>
              <a:cxnLst/>
              <a:rect l="l" t="t" r="r" b="b"/>
              <a:pathLst>
                <a:path w="269239" h="634">
                  <a:moveTo>
                    <a:pt x="268914" y="617"/>
                  </a:moveTo>
                  <a:lnTo>
                    <a:pt x="267940" y="0"/>
                  </a:lnTo>
                  <a:lnTo>
                    <a:pt x="973" y="0"/>
                  </a:lnTo>
                  <a:lnTo>
                    <a:pt x="0" y="617"/>
                  </a:lnTo>
                  <a:lnTo>
                    <a:pt x="268914" y="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9" name="object 5919" descr=""/>
            <p:cNvSpPr/>
            <p:nvPr/>
          </p:nvSpPr>
          <p:spPr>
            <a:xfrm>
              <a:off x="5949773" y="6868775"/>
              <a:ext cx="269240" cy="635"/>
            </a:xfrm>
            <a:custGeom>
              <a:avLst/>
              <a:gdLst/>
              <a:ahLst/>
              <a:cxnLst/>
              <a:rect l="l" t="t" r="r" b="b"/>
              <a:pathLst>
                <a:path w="269239" h="634">
                  <a:moveTo>
                    <a:pt x="268914" y="617"/>
                  </a:moveTo>
                  <a:lnTo>
                    <a:pt x="267940" y="0"/>
                  </a:lnTo>
                  <a:lnTo>
                    <a:pt x="973" y="0"/>
                  </a:lnTo>
                  <a:lnTo>
                    <a:pt x="0" y="617"/>
                  </a:lnTo>
                  <a:lnTo>
                    <a:pt x="268914" y="61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20" name="object 5920" descr=""/>
            <p:cNvSpPr/>
            <p:nvPr/>
          </p:nvSpPr>
          <p:spPr>
            <a:xfrm>
              <a:off x="5991965" y="6845310"/>
              <a:ext cx="184785" cy="635"/>
            </a:xfrm>
            <a:custGeom>
              <a:avLst/>
              <a:gdLst/>
              <a:ahLst/>
              <a:cxnLst/>
              <a:rect l="l" t="t" r="r" b="b"/>
              <a:pathLst>
                <a:path w="184785" h="634">
                  <a:moveTo>
                    <a:pt x="184532" y="607"/>
                  </a:moveTo>
                  <a:lnTo>
                    <a:pt x="183335" y="0"/>
                  </a:lnTo>
                  <a:lnTo>
                    <a:pt x="1197" y="0"/>
                  </a:lnTo>
                  <a:lnTo>
                    <a:pt x="0" y="607"/>
                  </a:lnTo>
                  <a:lnTo>
                    <a:pt x="184532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1" name="object 5921" descr=""/>
            <p:cNvSpPr/>
            <p:nvPr/>
          </p:nvSpPr>
          <p:spPr>
            <a:xfrm>
              <a:off x="5991965" y="6845310"/>
              <a:ext cx="184785" cy="635"/>
            </a:xfrm>
            <a:custGeom>
              <a:avLst/>
              <a:gdLst/>
              <a:ahLst/>
              <a:cxnLst/>
              <a:rect l="l" t="t" r="r" b="b"/>
              <a:pathLst>
                <a:path w="184785" h="634">
                  <a:moveTo>
                    <a:pt x="184532" y="607"/>
                  </a:moveTo>
                  <a:lnTo>
                    <a:pt x="183335" y="0"/>
                  </a:lnTo>
                  <a:lnTo>
                    <a:pt x="1197" y="0"/>
                  </a:lnTo>
                  <a:lnTo>
                    <a:pt x="0" y="607"/>
                  </a:lnTo>
                  <a:lnTo>
                    <a:pt x="184532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22" name="object 5922" descr=""/>
            <p:cNvSpPr/>
            <p:nvPr/>
          </p:nvSpPr>
          <p:spPr>
            <a:xfrm>
              <a:off x="6049433" y="6821834"/>
              <a:ext cx="69850" cy="635"/>
            </a:xfrm>
            <a:custGeom>
              <a:avLst/>
              <a:gdLst/>
              <a:ahLst/>
              <a:cxnLst/>
              <a:rect l="l" t="t" r="r" b="b"/>
              <a:pathLst>
                <a:path w="69850" h="634">
                  <a:moveTo>
                    <a:pt x="69599" y="607"/>
                  </a:moveTo>
                  <a:lnTo>
                    <a:pt x="67696" y="0"/>
                  </a:lnTo>
                  <a:lnTo>
                    <a:pt x="1902" y="0"/>
                  </a:lnTo>
                  <a:lnTo>
                    <a:pt x="0" y="607"/>
                  </a:lnTo>
                  <a:lnTo>
                    <a:pt x="69599" y="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3" name="object 5923" descr=""/>
            <p:cNvSpPr/>
            <p:nvPr/>
          </p:nvSpPr>
          <p:spPr>
            <a:xfrm>
              <a:off x="6049433" y="6821834"/>
              <a:ext cx="69850" cy="635"/>
            </a:xfrm>
            <a:custGeom>
              <a:avLst/>
              <a:gdLst/>
              <a:ahLst/>
              <a:cxnLst/>
              <a:rect l="l" t="t" r="r" b="b"/>
              <a:pathLst>
                <a:path w="69850" h="634">
                  <a:moveTo>
                    <a:pt x="69599" y="607"/>
                  </a:moveTo>
                  <a:lnTo>
                    <a:pt x="67696" y="0"/>
                  </a:lnTo>
                  <a:lnTo>
                    <a:pt x="1902" y="0"/>
                  </a:lnTo>
                  <a:lnTo>
                    <a:pt x="0" y="607"/>
                  </a:lnTo>
                  <a:lnTo>
                    <a:pt x="69599" y="60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24" name="object 5924" descr=""/>
            <p:cNvSpPr/>
            <p:nvPr/>
          </p:nvSpPr>
          <p:spPr>
            <a:xfrm>
              <a:off x="5703155" y="6811336"/>
              <a:ext cx="775335" cy="3296285"/>
            </a:xfrm>
            <a:custGeom>
              <a:avLst/>
              <a:gdLst/>
              <a:ahLst/>
              <a:cxnLst/>
              <a:rect l="l" t="t" r="r" b="b"/>
              <a:pathLst>
                <a:path w="775335" h="3296284">
                  <a:moveTo>
                    <a:pt x="745255" y="806425"/>
                  </a:moveTo>
                  <a:lnTo>
                    <a:pt x="739345" y="732445"/>
                  </a:lnTo>
                  <a:lnTo>
                    <a:pt x="733484" y="662761"/>
                  </a:lnTo>
                  <a:lnTo>
                    <a:pt x="727449" y="597248"/>
                  </a:lnTo>
                  <a:lnTo>
                    <a:pt x="721014" y="535779"/>
                  </a:lnTo>
                  <a:lnTo>
                    <a:pt x="713957" y="478229"/>
                  </a:lnTo>
                  <a:lnTo>
                    <a:pt x="706054" y="424474"/>
                  </a:lnTo>
                  <a:lnTo>
                    <a:pt x="697079" y="374386"/>
                  </a:lnTo>
                  <a:lnTo>
                    <a:pt x="686810" y="327842"/>
                  </a:lnTo>
                  <a:lnTo>
                    <a:pt x="675022" y="284715"/>
                  </a:lnTo>
                  <a:lnTo>
                    <a:pt x="661492" y="244881"/>
                  </a:lnTo>
                  <a:lnTo>
                    <a:pt x="645995" y="208213"/>
                  </a:lnTo>
                  <a:lnTo>
                    <a:pt x="608207" y="143875"/>
                  </a:lnTo>
                  <a:lnTo>
                    <a:pt x="559864" y="90698"/>
                  </a:lnTo>
                  <a:lnTo>
                    <a:pt x="499176" y="47679"/>
                  </a:lnTo>
                  <a:lnTo>
                    <a:pt x="463643" y="29665"/>
                  </a:lnTo>
                  <a:lnTo>
                    <a:pt x="424352" y="13813"/>
                  </a:lnTo>
                  <a:lnTo>
                    <a:pt x="381078" y="0"/>
                  </a:lnTo>
                  <a:lnTo>
                    <a:pt x="337803" y="13813"/>
                  </a:lnTo>
                  <a:lnTo>
                    <a:pt x="298510" y="29665"/>
                  </a:lnTo>
                  <a:lnTo>
                    <a:pt x="262975" y="47679"/>
                  </a:lnTo>
                  <a:lnTo>
                    <a:pt x="202286" y="90698"/>
                  </a:lnTo>
                  <a:lnTo>
                    <a:pt x="153942" y="143875"/>
                  </a:lnTo>
                  <a:lnTo>
                    <a:pt x="116153" y="208213"/>
                  </a:lnTo>
                  <a:lnTo>
                    <a:pt x="100656" y="244881"/>
                  </a:lnTo>
                  <a:lnTo>
                    <a:pt x="87126" y="284715"/>
                  </a:lnTo>
                  <a:lnTo>
                    <a:pt x="75338" y="327842"/>
                  </a:lnTo>
                  <a:lnTo>
                    <a:pt x="65070" y="374386"/>
                  </a:lnTo>
                  <a:lnTo>
                    <a:pt x="56096" y="424474"/>
                  </a:lnTo>
                  <a:lnTo>
                    <a:pt x="48193" y="478229"/>
                  </a:lnTo>
                  <a:lnTo>
                    <a:pt x="41136" y="535779"/>
                  </a:lnTo>
                  <a:lnTo>
                    <a:pt x="34703" y="597248"/>
                  </a:lnTo>
                  <a:lnTo>
                    <a:pt x="28668" y="662761"/>
                  </a:lnTo>
                  <a:lnTo>
                    <a:pt x="22809" y="732445"/>
                  </a:lnTo>
                  <a:lnTo>
                    <a:pt x="16900" y="806425"/>
                  </a:lnTo>
                  <a:lnTo>
                    <a:pt x="0" y="1409620"/>
                  </a:lnTo>
                  <a:lnTo>
                    <a:pt x="1877" y="2241537"/>
                  </a:lnTo>
                  <a:lnTo>
                    <a:pt x="11267" y="2978241"/>
                  </a:lnTo>
                  <a:lnTo>
                    <a:pt x="16900" y="3295794"/>
                  </a:lnTo>
                  <a:lnTo>
                    <a:pt x="381078" y="3295794"/>
                  </a:lnTo>
                  <a:lnTo>
                    <a:pt x="745255" y="3295794"/>
                  </a:lnTo>
                  <a:lnTo>
                    <a:pt x="767790" y="2142269"/>
                  </a:lnTo>
                  <a:lnTo>
                    <a:pt x="775301" y="1498451"/>
                  </a:lnTo>
                  <a:lnTo>
                    <a:pt x="767790" y="1130963"/>
                  </a:lnTo>
                  <a:lnTo>
                    <a:pt x="745255" y="806425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25" name="object 5925" descr=""/>
            <p:cNvSpPr/>
            <p:nvPr/>
          </p:nvSpPr>
          <p:spPr>
            <a:xfrm>
              <a:off x="6018741" y="6296026"/>
              <a:ext cx="131445" cy="537845"/>
            </a:xfrm>
            <a:custGeom>
              <a:avLst/>
              <a:gdLst/>
              <a:ahLst/>
              <a:cxnLst/>
              <a:rect l="l" t="t" r="r" b="b"/>
              <a:pathLst>
                <a:path w="131445" h="537845">
                  <a:moveTo>
                    <a:pt x="65495" y="0"/>
                  </a:moveTo>
                  <a:lnTo>
                    <a:pt x="43244" y="486896"/>
                  </a:lnTo>
                  <a:lnTo>
                    <a:pt x="0" y="537564"/>
                  </a:lnTo>
                  <a:lnTo>
                    <a:pt x="130990" y="537564"/>
                  </a:lnTo>
                  <a:lnTo>
                    <a:pt x="87735" y="486896"/>
                  </a:lnTo>
                  <a:lnTo>
                    <a:pt x="654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6" name="object 5926" descr=""/>
            <p:cNvSpPr/>
            <p:nvPr/>
          </p:nvSpPr>
          <p:spPr>
            <a:xfrm>
              <a:off x="6018741" y="6296026"/>
              <a:ext cx="131445" cy="537845"/>
            </a:xfrm>
            <a:custGeom>
              <a:avLst/>
              <a:gdLst/>
              <a:ahLst/>
              <a:cxnLst/>
              <a:rect l="l" t="t" r="r" b="b"/>
              <a:pathLst>
                <a:path w="131445" h="537845">
                  <a:moveTo>
                    <a:pt x="87735" y="486896"/>
                  </a:moveTo>
                  <a:lnTo>
                    <a:pt x="65495" y="0"/>
                  </a:lnTo>
                  <a:lnTo>
                    <a:pt x="43244" y="486896"/>
                  </a:lnTo>
                  <a:lnTo>
                    <a:pt x="0" y="537564"/>
                  </a:lnTo>
                  <a:lnTo>
                    <a:pt x="65495" y="537564"/>
                  </a:lnTo>
                  <a:lnTo>
                    <a:pt x="130990" y="537564"/>
                  </a:lnTo>
                  <a:lnTo>
                    <a:pt x="87735" y="486896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927" name="object 5927" descr=""/>
          <p:cNvGrpSpPr/>
          <p:nvPr/>
        </p:nvGrpSpPr>
        <p:grpSpPr>
          <a:xfrm>
            <a:off x="4681068" y="7034354"/>
            <a:ext cx="949960" cy="3078480"/>
            <a:chOff x="4681068" y="7034354"/>
            <a:chExt cx="949960" cy="3078480"/>
          </a:xfrm>
        </p:grpSpPr>
        <p:sp>
          <p:nvSpPr>
            <p:cNvPr id="5928" name="object 5928" descr=""/>
            <p:cNvSpPr/>
            <p:nvPr/>
          </p:nvSpPr>
          <p:spPr>
            <a:xfrm>
              <a:off x="4686303" y="7039589"/>
              <a:ext cx="939165" cy="3041650"/>
            </a:xfrm>
            <a:custGeom>
              <a:avLst/>
              <a:gdLst/>
              <a:ahLst/>
              <a:cxnLst/>
              <a:rect l="l" t="t" r="r" b="b"/>
              <a:pathLst>
                <a:path w="939164" h="3041650">
                  <a:moveTo>
                    <a:pt x="528113" y="0"/>
                  </a:moveTo>
                  <a:lnTo>
                    <a:pt x="469535" y="1595"/>
                  </a:lnTo>
                  <a:lnTo>
                    <a:pt x="410957" y="0"/>
                  </a:lnTo>
                  <a:lnTo>
                    <a:pt x="348189" y="1045"/>
                  </a:lnTo>
                  <a:lnTo>
                    <a:pt x="283715" y="4213"/>
                  </a:lnTo>
                  <a:lnTo>
                    <a:pt x="220015" y="8982"/>
                  </a:lnTo>
                  <a:lnTo>
                    <a:pt x="159571" y="14834"/>
                  </a:lnTo>
                  <a:lnTo>
                    <a:pt x="104866" y="21248"/>
                  </a:lnTo>
                  <a:lnTo>
                    <a:pt x="58381" y="27706"/>
                  </a:lnTo>
                  <a:lnTo>
                    <a:pt x="0" y="38672"/>
                  </a:lnTo>
                  <a:lnTo>
                    <a:pt x="13858" y="81531"/>
                  </a:lnTo>
                  <a:lnTo>
                    <a:pt x="26877" y="124430"/>
                  </a:lnTo>
                  <a:lnTo>
                    <a:pt x="39080" y="167410"/>
                  </a:lnTo>
                  <a:lnTo>
                    <a:pt x="50488" y="210510"/>
                  </a:lnTo>
                  <a:lnTo>
                    <a:pt x="61124" y="253771"/>
                  </a:lnTo>
                  <a:lnTo>
                    <a:pt x="71009" y="297232"/>
                  </a:lnTo>
                  <a:lnTo>
                    <a:pt x="80167" y="340935"/>
                  </a:lnTo>
                  <a:lnTo>
                    <a:pt x="88619" y="384919"/>
                  </a:lnTo>
                  <a:lnTo>
                    <a:pt x="96388" y="429224"/>
                  </a:lnTo>
                  <a:lnTo>
                    <a:pt x="103495" y="473891"/>
                  </a:lnTo>
                  <a:lnTo>
                    <a:pt x="109964" y="518960"/>
                  </a:lnTo>
                  <a:lnTo>
                    <a:pt x="115816" y="564470"/>
                  </a:lnTo>
                  <a:lnTo>
                    <a:pt x="121074" y="610463"/>
                  </a:lnTo>
                  <a:lnTo>
                    <a:pt x="125759" y="656978"/>
                  </a:lnTo>
                  <a:lnTo>
                    <a:pt x="129895" y="704056"/>
                  </a:lnTo>
                  <a:lnTo>
                    <a:pt x="133503" y="751737"/>
                  </a:lnTo>
                  <a:lnTo>
                    <a:pt x="136605" y="800060"/>
                  </a:lnTo>
                  <a:lnTo>
                    <a:pt x="139225" y="849066"/>
                  </a:lnTo>
                  <a:lnTo>
                    <a:pt x="141383" y="898796"/>
                  </a:lnTo>
                  <a:lnTo>
                    <a:pt x="143102" y="949289"/>
                  </a:lnTo>
                  <a:lnTo>
                    <a:pt x="144406" y="1000586"/>
                  </a:lnTo>
                  <a:lnTo>
                    <a:pt x="145314" y="1052727"/>
                  </a:lnTo>
                  <a:lnTo>
                    <a:pt x="145851" y="1105751"/>
                  </a:lnTo>
                  <a:lnTo>
                    <a:pt x="146038" y="1159700"/>
                  </a:lnTo>
                  <a:lnTo>
                    <a:pt x="145898" y="1214614"/>
                  </a:lnTo>
                  <a:lnTo>
                    <a:pt x="145452" y="1270531"/>
                  </a:lnTo>
                  <a:lnTo>
                    <a:pt x="144724" y="1327494"/>
                  </a:lnTo>
                  <a:lnTo>
                    <a:pt x="143734" y="1385541"/>
                  </a:lnTo>
                  <a:lnTo>
                    <a:pt x="141062" y="1505052"/>
                  </a:lnTo>
                  <a:lnTo>
                    <a:pt x="137613" y="1629385"/>
                  </a:lnTo>
                  <a:lnTo>
                    <a:pt x="133566" y="1758861"/>
                  </a:lnTo>
                  <a:lnTo>
                    <a:pt x="115734" y="2275221"/>
                  </a:lnTo>
                  <a:lnTo>
                    <a:pt x="100178" y="2681058"/>
                  </a:lnTo>
                  <a:lnTo>
                    <a:pt x="89176" y="2946480"/>
                  </a:lnTo>
                  <a:lnTo>
                    <a:pt x="85002" y="3041596"/>
                  </a:lnTo>
                  <a:lnTo>
                    <a:pt x="854068" y="3041596"/>
                  </a:lnTo>
                  <a:lnTo>
                    <a:pt x="839650" y="2721258"/>
                  </a:lnTo>
                  <a:lnTo>
                    <a:pt x="829786" y="2480861"/>
                  </a:lnTo>
                  <a:lnTo>
                    <a:pt x="819921" y="2200147"/>
                  </a:lnTo>
                  <a:lnTo>
                    <a:pt x="803417" y="1693460"/>
                  </a:lnTo>
                  <a:lnTo>
                    <a:pt x="799646" y="1566595"/>
                  </a:lnTo>
                  <a:lnTo>
                    <a:pt x="796563" y="1444714"/>
                  </a:lnTo>
                  <a:lnTo>
                    <a:pt x="795335" y="1385541"/>
                  </a:lnTo>
                  <a:lnTo>
                    <a:pt x="794345" y="1327494"/>
                  </a:lnTo>
                  <a:lnTo>
                    <a:pt x="793616" y="1270531"/>
                  </a:lnTo>
                  <a:lnTo>
                    <a:pt x="793170" y="1214614"/>
                  </a:lnTo>
                  <a:lnTo>
                    <a:pt x="793029" y="1159700"/>
                  </a:lnTo>
                  <a:lnTo>
                    <a:pt x="793216" y="1105751"/>
                  </a:lnTo>
                  <a:lnTo>
                    <a:pt x="793753" y="1052727"/>
                  </a:lnTo>
                  <a:lnTo>
                    <a:pt x="794661" y="1000586"/>
                  </a:lnTo>
                  <a:lnTo>
                    <a:pt x="795964" y="949289"/>
                  </a:lnTo>
                  <a:lnTo>
                    <a:pt x="797684" y="898796"/>
                  </a:lnTo>
                  <a:lnTo>
                    <a:pt x="799842" y="849066"/>
                  </a:lnTo>
                  <a:lnTo>
                    <a:pt x="802461" y="800060"/>
                  </a:lnTo>
                  <a:lnTo>
                    <a:pt x="805563" y="751737"/>
                  </a:lnTo>
                  <a:lnTo>
                    <a:pt x="809171" y="704056"/>
                  </a:lnTo>
                  <a:lnTo>
                    <a:pt x="813306" y="656978"/>
                  </a:lnTo>
                  <a:lnTo>
                    <a:pt x="817992" y="610463"/>
                  </a:lnTo>
                  <a:lnTo>
                    <a:pt x="823249" y="564470"/>
                  </a:lnTo>
                  <a:lnTo>
                    <a:pt x="829101" y="518960"/>
                  </a:lnTo>
                  <a:lnTo>
                    <a:pt x="835570" y="473891"/>
                  </a:lnTo>
                  <a:lnTo>
                    <a:pt x="842678" y="429224"/>
                  </a:lnTo>
                  <a:lnTo>
                    <a:pt x="850447" y="384919"/>
                  </a:lnTo>
                  <a:lnTo>
                    <a:pt x="858899" y="340935"/>
                  </a:lnTo>
                  <a:lnTo>
                    <a:pt x="868057" y="297232"/>
                  </a:lnTo>
                  <a:lnTo>
                    <a:pt x="877943" y="253771"/>
                  </a:lnTo>
                  <a:lnTo>
                    <a:pt x="888579" y="210510"/>
                  </a:lnTo>
                  <a:lnTo>
                    <a:pt x="899988" y="167410"/>
                  </a:lnTo>
                  <a:lnTo>
                    <a:pt x="912191" y="124430"/>
                  </a:lnTo>
                  <a:lnTo>
                    <a:pt x="925211" y="81531"/>
                  </a:lnTo>
                  <a:lnTo>
                    <a:pt x="939070" y="38672"/>
                  </a:lnTo>
                  <a:lnTo>
                    <a:pt x="916472" y="33687"/>
                  </a:lnTo>
                  <a:lnTo>
                    <a:pt x="834204" y="21248"/>
                  </a:lnTo>
                  <a:lnTo>
                    <a:pt x="779499" y="14834"/>
                  </a:lnTo>
                  <a:lnTo>
                    <a:pt x="719055" y="8982"/>
                  </a:lnTo>
                  <a:lnTo>
                    <a:pt x="655355" y="4213"/>
                  </a:lnTo>
                  <a:lnTo>
                    <a:pt x="590880" y="1045"/>
                  </a:lnTo>
                  <a:lnTo>
                    <a:pt x="5281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9" name="object 5929" descr=""/>
            <p:cNvSpPr/>
            <p:nvPr/>
          </p:nvSpPr>
          <p:spPr>
            <a:xfrm>
              <a:off x="4686303" y="7039589"/>
              <a:ext cx="939165" cy="3041650"/>
            </a:xfrm>
            <a:custGeom>
              <a:avLst/>
              <a:gdLst/>
              <a:ahLst/>
              <a:cxnLst/>
              <a:rect l="l" t="t" r="r" b="b"/>
              <a:pathLst>
                <a:path w="939164" h="3041650">
                  <a:moveTo>
                    <a:pt x="939070" y="38672"/>
                  </a:moveTo>
                  <a:lnTo>
                    <a:pt x="880689" y="27706"/>
                  </a:lnTo>
                  <a:lnTo>
                    <a:pt x="834204" y="21248"/>
                  </a:lnTo>
                  <a:lnTo>
                    <a:pt x="779499" y="14834"/>
                  </a:lnTo>
                  <a:lnTo>
                    <a:pt x="719055" y="8982"/>
                  </a:lnTo>
                  <a:lnTo>
                    <a:pt x="655355" y="4213"/>
                  </a:lnTo>
                  <a:lnTo>
                    <a:pt x="590880" y="1045"/>
                  </a:lnTo>
                  <a:lnTo>
                    <a:pt x="528113" y="0"/>
                  </a:lnTo>
                  <a:lnTo>
                    <a:pt x="469535" y="1595"/>
                  </a:lnTo>
                  <a:lnTo>
                    <a:pt x="410957" y="0"/>
                  </a:lnTo>
                  <a:lnTo>
                    <a:pt x="348189" y="1045"/>
                  </a:lnTo>
                  <a:lnTo>
                    <a:pt x="283715" y="4213"/>
                  </a:lnTo>
                  <a:lnTo>
                    <a:pt x="220015" y="8982"/>
                  </a:lnTo>
                  <a:lnTo>
                    <a:pt x="159571" y="14834"/>
                  </a:lnTo>
                  <a:lnTo>
                    <a:pt x="104866" y="21248"/>
                  </a:lnTo>
                  <a:lnTo>
                    <a:pt x="58381" y="27706"/>
                  </a:lnTo>
                  <a:lnTo>
                    <a:pt x="0" y="38672"/>
                  </a:lnTo>
                  <a:lnTo>
                    <a:pt x="13858" y="81531"/>
                  </a:lnTo>
                  <a:lnTo>
                    <a:pt x="26877" y="124430"/>
                  </a:lnTo>
                  <a:lnTo>
                    <a:pt x="39080" y="167410"/>
                  </a:lnTo>
                  <a:lnTo>
                    <a:pt x="50488" y="210510"/>
                  </a:lnTo>
                  <a:lnTo>
                    <a:pt x="61124" y="253771"/>
                  </a:lnTo>
                  <a:lnTo>
                    <a:pt x="71009" y="297232"/>
                  </a:lnTo>
                  <a:lnTo>
                    <a:pt x="80167" y="340935"/>
                  </a:lnTo>
                  <a:lnTo>
                    <a:pt x="88619" y="384919"/>
                  </a:lnTo>
                  <a:lnTo>
                    <a:pt x="96388" y="429224"/>
                  </a:lnTo>
                  <a:lnTo>
                    <a:pt x="103495" y="473891"/>
                  </a:lnTo>
                  <a:lnTo>
                    <a:pt x="109964" y="518960"/>
                  </a:lnTo>
                  <a:lnTo>
                    <a:pt x="115816" y="564470"/>
                  </a:lnTo>
                  <a:lnTo>
                    <a:pt x="121074" y="610463"/>
                  </a:lnTo>
                  <a:lnTo>
                    <a:pt x="125759" y="656978"/>
                  </a:lnTo>
                  <a:lnTo>
                    <a:pt x="129895" y="704056"/>
                  </a:lnTo>
                  <a:lnTo>
                    <a:pt x="133503" y="751737"/>
                  </a:lnTo>
                  <a:lnTo>
                    <a:pt x="136605" y="800060"/>
                  </a:lnTo>
                  <a:lnTo>
                    <a:pt x="139225" y="849066"/>
                  </a:lnTo>
                  <a:lnTo>
                    <a:pt x="141383" y="898796"/>
                  </a:lnTo>
                  <a:lnTo>
                    <a:pt x="143102" y="949289"/>
                  </a:lnTo>
                  <a:lnTo>
                    <a:pt x="144406" y="1000586"/>
                  </a:lnTo>
                  <a:lnTo>
                    <a:pt x="145314" y="1052727"/>
                  </a:lnTo>
                  <a:lnTo>
                    <a:pt x="145851" y="1105751"/>
                  </a:lnTo>
                  <a:lnTo>
                    <a:pt x="146038" y="1159700"/>
                  </a:lnTo>
                  <a:lnTo>
                    <a:pt x="145898" y="1214614"/>
                  </a:lnTo>
                  <a:lnTo>
                    <a:pt x="145452" y="1270531"/>
                  </a:lnTo>
                  <a:lnTo>
                    <a:pt x="144724" y="1327494"/>
                  </a:lnTo>
                  <a:lnTo>
                    <a:pt x="143734" y="1385541"/>
                  </a:lnTo>
                  <a:lnTo>
                    <a:pt x="142506" y="1444714"/>
                  </a:lnTo>
                  <a:lnTo>
                    <a:pt x="141062" y="1505052"/>
                  </a:lnTo>
                  <a:lnTo>
                    <a:pt x="139423" y="1566595"/>
                  </a:lnTo>
                  <a:lnTo>
                    <a:pt x="137613" y="1629385"/>
                  </a:lnTo>
                  <a:lnTo>
                    <a:pt x="135653" y="1693460"/>
                  </a:lnTo>
                  <a:lnTo>
                    <a:pt x="133566" y="1758861"/>
                  </a:lnTo>
                  <a:lnTo>
                    <a:pt x="115734" y="2275221"/>
                  </a:lnTo>
                  <a:lnTo>
                    <a:pt x="100178" y="2681058"/>
                  </a:lnTo>
                  <a:lnTo>
                    <a:pt x="89176" y="2946480"/>
                  </a:lnTo>
                  <a:lnTo>
                    <a:pt x="85002" y="3041596"/>
                  </a:lnTo>
                  <a:lnTo>
                    <a:pt x="469535" y="3041596"/>
                  </a:lnTo>
                  <a:lnTo>
                    <a:pt x="854068" y="3041596"/>
                  </a:lnTo>
                  <a:lnTo>
                    <a:pt x="839650" y="2721258"/>
                  </a:lnTo>
                  <a:lnTo>
                    <a:pt x="829786" y="2480861"/>
                  </a:lnTo>
                  <a:lnTo>
                    <a:pt x="819921" y="2200147"/>
                  </a:lnTo>
                  <a:lnTo>
                    <a:pt x="805504" y="1758861"/>
                  </a:lnTo>
                  <a:lnTo>
                    <a:pt x="803417" y="1693460"/>
                  </a:lnTo>
                  <a:lnTo>
                    <a:pt x="801457" y="1629385"/>
                  </a:lnTo>
                  <a:lnTo>
                    <a:pt x="799646" y="1566595"/>
                  </a:lnTo>
                  <a:lnTo>
                    <a:pt x="798008" y="1505052"/>
                  </a:lnTo>
                  <a:lnTo>
                    <a:pt x="796563" y="1444714"/>
                  </a:lnTo>
                  <a:lnTo>
                    <a:pt x="795335" y="1385541"/>
                  </a:lnTo>
                  <a:lnTo>
                    <a:pt x="794345" y="1327494"/>
                  </a:lnTo>
                  <a:lnTo>
                    <a:pt x="793616" y="1270531"/>
                  </a:lnTo>
                  <a:lnTo>
                    <a:pt x="793170" y="1214614"/>
                  </a:lnTo>
                  <a:lnTo>
                    <a:pt x="793029" y="1159700"/>
                  </a:lnTo>
                  <a:lnTo>
                    <a:pt x="793216" y="1105751"/>
                  </a:lnTo>
                  <a:lnTo>
                    <a:pt x="793753" y="1052727"/>
                  </a:lnTo>
                  <a:lnTo>
                    <a:pt x="794661" y="1000586"/>
                  </a:lnTo>
                  <a:lnTo>
                    <a:pt x="795964" y="949289"/>
                  </a:lnTo>
                  <a:lnTo>
                    <a:pt x="797684" y="898796"/>
                  </a:lnTo>
                  <a:lnTo>
                    <a:pt x="799842" y="849066"/>
                  </a:lnTo>
                  <a:lnTo>
                    <a:pt x="802461" y="800060"/>
                  </a:lnTo>
                  <a:lnTo>
                    <a:pt x="805563" y="751737"/>
                  </a:lnTo>
                  <a:lnTo>
                    <a:pt x="809171" y="704056"/>
                  </a:lnTo>
                  <a:lnTo>
                    <a:pt x="813306" y="656978"/>
                  </a:lnTo>
                  <a:lnTo>
                    <a:pt x="817992" y="610463"/>
                  </a:lnTo>
                  <a:lnTo>
                    <a:pt x="823249" y="564470"/>
                  </a:lnTo>
                  <a:lnTo>
                    <a:pt x="829101" y="518960"/>
                  </a:lnTo>
                  <a:lnTo>
                    <a:pt x="835570" y="473891"/>
                  </a:lnTo>
                  <a:lnTo>
                    <a:pt x="842678" y="429224"/>
                  </a:lnTo>
                  <a:lnTo>
                    <a:pt x="850447" y="384919"/>
                  </a:lnTo>
                  <a:lnTo>
                    <a:pt x="858899" y="340935"/>
                  </a:lnTo>
                  <a:lnTo>
                    <a:pt x="868057" y="297232"/>
                  </a:lnTo>
                  <a:lnTo>
                    <a:pt x="877943" y="253771"/>
                  </a:lnTo>
                  <a:lnTo>
                    <a:pt x="888579" y="210510"/>
                  </a:lnTo>
                  <a:lnTo>
                    <a:pt x="899988" y="167410"/>
                  </a:lnTo>
                  <a:lnTo>
                    <a:pt x="912191" y="124430"/>
                  </a:lnTo>
                  <a:lnTo>
                    <a:pt x="925211" y="81531"/>
                  </a:lnTo>
                  <a:lnTo>
                    <a:pt x="939070" y="3867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30" name="object 5930" descr=""/>
            <p:cNvSpPr/>
            <p:nvPr/>
          </p:nvSpPr>
          <p:spPr>
            <a:xfrm>
              <a:off x="4694281" y="7065540"/>
              <a:ext cx="923290" cy="3041650"/>
            </a:xfrm>
            <a:custGeom>
              <a:avLst/>
              <a:gdLst/>
              <a:ahLst/>
              <a:cxnLst/>
              <a:rect l="l" t="t" r="r" b="b"/>
              <a:pathLst>
                <a:path w="923289" h="3041650">
                  <a:moveTo>
                    <a:pt x="519139" y="0"/>
                  </a:moveTo>
                  <a:lnTo>
                    <a:pt x="461556" y="1595"/>
                  </a:lnTo>
                  <a:lnTo>
                    <a:pt x="403973" y="0"/>
                  </a:lnTo>
                  <a:lnTo>
                    <a:pt x="342273" y="1045"/>
                  </a:lnTo>
                  <a:lnTo>
                    <a:pt x="278893" y="4213"/>
                  </a:lnTo>
                  <a:lnTo>
                    <a:pt x="216276" y="8982"/>
                  </a:lnTo>
                  <a:lnTo>
                    <a:pt x="156859" y="14834"/>
                  </a:lnTo>
                  <a:lnTo>
                    <a:pt x="103083" y="21248"/>
                  </a:lnTo>
                  <a:lnTo>
                    <a:pt x="57388" y="27706"/>
                  </a:lnTo>
                  <a:lnTo>
                    <a:pt x="0" y="38672"/>
                  </a:lnTo>
                  <a:lnTo>
                    <a:pt x="13623" y="81531"/>
                  </a:lnTo>
                  <a:lnTo>
                    <a:pt x="26422" y="124430"/>
                  </a:lnTo>
                  <a:lnTo>
                    <a:pt x="38418" y="167410"/>
                  </a:lnTo>
                  <a:lnTo>
                    <a:pt x="49632" y="210510"/>
                  </a:lnTo>
                  <a:lnTo>
                    <a:pt x="60087" y="253771"/>
                  </a:lnTo>
                  <a:lnTo>
                    <a:pt x="69805" y="297232"/>
                  </a:lnTo>
                  <a:lnTo>
                    <a:pt x="78808" y="340935"/>
                  </a:lnTo>
                  <a:lnTo>
                    <a:pt x="87117" y="384919"/>
                  </a:lnTo>
                  <a:lnTo>
                    <a:pt x="94754" y="429224"/>
                  </a:lnTo>
                  <a:lnTo>
                    <a:pt x="101741" y="473891"/>
                  </a:lnTo>
                  <a:lnTo>
                    <a:pt x="108100" y="518960"/>
                  </a:lnTo>
                  <a:lnTo>
                    <a:pt x="113852" y="564470"/>
                  </a:lnTo>
                  <a:lnTo>
                    <a:pt x="119021" y="610463"/>
                  </a:lnTo>
                  <a:lnTo>
                    <a:pt x="123627" y="656978"/>
                  </a:lnTo>
                  <a:lnTo>
                    <a:pt x="127692" y="704056"/>
                  </a:lnTo>
                  <a:lnTo>
                    <a:pt x="131239" y="751737"/>
                  </a:lnTo>
                  <a:lnTo>
                    <a:pt x="134289" y="800060"/>
                  </a:lnTo>
                  <a:lnTo>
                    <a:pt x="136863" y="849066"/>
                  </a:lnTo>
                  <a:lnTo>
                    <a:pt x="138985" y="898796"/>
                  </a:lnTo>
                  <a:lnTo>
                    <a:pt x="140676" y="949289"/>
                  </a:lnTo>
                  <a:lnTo>
                    <a:pt x="141957" y="1000586"/>
                  </a:lnTo>
                  <a:lnTo>
                    <a:pt x="142850" y="1052727"/>
                  </a:lnTo>
                  <a:lnTo>
                    <a:pt x="143378" y="1105751"/>
                  </a:lnTo>
                  <a:lnTo>
                    <a:pt x="143562" y="1159700"/>
                  </a:lnTo>
                  <a:lnTo>
                    <a:pt x="143424" y="1214614"/>
                  </a:lnTo>
                  <a:lnTo>
                    <a:pt x="142986" y="1270531"/>
                  </a:lnTo>
                  <a:lnTo>
                    <a:pt x="142270" y="1327494"/>
                  </a:lnTo>
                  <a:lnTo>
                    <a:pt x="141298" y="1385541"/>
                  </a:lnTo>
                  <a:lnTo>
                    <a:pt x="138671" y="1505052"/>
                  </a:lnTo>
                  <a:lnTo>
                    <a:pt x="135282" y="1629385"/>
                  </a:lnTo>
                  <a:lnTo>
                    <a:pt x="131304" y="1758861"/>
                  </a:lnTo>
                  <a:lnTo>
                    <a:pt x="113772" y="2275221"/>
                  </a:lnTo>
                  <a:lnTo>
                    <a:pt x="98478" y="2681058"/>
                  </a:lnTo>
                  <a:lnTo>
                    <a:pt x="87660" y="2946480"/>
                  </a:lnTo>
                  <a:lnTo>
                    <a:pt x="83557" y="3041596"/>
                  </a:lnTo>
                  <a:lnTo>
                    <a:pt x="839566" y="3041596"/>
                  </a:lnTo>
                  <a:lnTo>
                    <a:pt x="825390" y="2721258"/>
                  </a:lnTo>
                  <a:lnTo>
                    <a:pt x="815691" y="2480861"/>
                  </a:lnTo>
                  <a:lnTo>
                    <a:pt x="805989" y="2200147"/>
                  </a:lnTo>
                  <a:lnTo>
                    <a:pt x="789757" y="1693460"/>
                  </a:lnTo>
                  <a:lnTo>
                    <a:pt x="786051" y="1566595"/>
                  </a:lnTo>
                  <a:lnTo>
                    <a:pt x="783022" y="1444714"/>
                  </a:lnTo>
                  <a:lnTo>
                    <a:pt x="781815" y="1385541"/>
                  </a:lnTo>
                  <a:lnTo>
                    <a:pt x="780842" y="1327494"/>
                  </a:lnTo>
                  <a:lnTo>
                    <a:pt x="780126" y="1270531"/>
                  </a:lnTo>
                  <a:lnTo>
                    <a:pt x="779688" y="1214614"/>
                  </a:lnTo>
                  <a:lnTo>
                    <a:pt x="779550" y="1159700"/>
                  </a:lnTo>
                  <a:lnTo>
                    <a:pt x="779734" y="1105751"/>
                  </a:lnTo>
                  <a:lnTo>
                    <a:pt x="780262" y="1052727"/>
                  </a:lnTo>
                  <a:lnTo>
                    <a:pt x="781156" y="1000586"/>
                  </a:lnTo>
                  <a:lnTo>
                    <a:pt x="782437" y="949289"/>
                  </a:lnTo>
                  <a:lnTo>
                    <a:pt x="784127" y="898796"/>
                  </a:lnTo>
                  <a:lnTo>
                    <a:pt x="786249" y="849066"/>
                  </a:lnTo>
                  <a:lnTo>
                    <a:pt x="788824" y="800060"/>
                  </a:lnTo>
                  <a:lnTo>
                    <a:pt x="791873" y="751737"/>
                  </a:lnTo>
                  <a:lnTo>
                    <a:pt x="795420" y="704056"/>
                  </a:lnTo>
                  <a:lnTo>
                    <a:pt x="799486" y="656978"/>
                  </a:lnTo>
                  <a:lnTo>
                    <a:pt x="804091" y="610463"/>
                  </a:lnTo>
                  <a:lnTo>
                    <a:pt x="809260" y="564470"/>
                  </a:lnTo>
                  <a:lnTo>
                    <a:pt x="815013" y="518960"/>
                  </a:lnTo>
                  <a:lnTo>
                    <a:pt x="821372" y="473891"/>
                  </a:lnTo>
                  <a:lnTo>
                    <a:pt x="828359" y="429224"/>
                  </a:lnTo>
                  <a:lnTo>
                    <a:pt x="835996" y="384919"/>
                  </a:lnTo>
                  <a:lnTo>
                    <a:pt x="844304" y="340935"/>
                  </a:lnTo>
                  <a:lnTo>
                    <a:pt x="853307" y="297232"/>
                  </a:lnTo>
                  <a:lnTo>
                    <a:pt x="863025" y="253771"/>
                  </a:lnTo>
                  <a:lnTo>
                    <a:pt x="873480" y="210510"/>
                  </a:lnTo>
                  <a:lnTo>
                    <a:pt x="884695" y="167410"/>
                  </a:lnTo>
                  <a:lnTo>
                    <a:pt x="896690" y="124430"/>
                  </a:lnTo>
                  <a:lnTo>
                    <a:pt x="909489" y="81531"/>
                  </a:lnTo>
                  <a:lnTo>
                    <a:pt x="923113" y="38672"/>
                  </a:lnTo>
                  <a:lnTo>
                    <a:pt x="900898" y="33687"/>
                  </a:lnTo>
                  <a:lnTo>
                    <a:pt x="820029" y="21248"/>
                  </a:lnTo>
                  <a:lnTo>
                    <a:pt x="766253" y="14834"/>
                  </a:lnTo>
                  <a:lnTo>
                    <a:pt x="706837" y="8982"/>
                  </a:lnTo>
                  <a:lnTo>
                    <a:pt x="644219" y="4213"/>
                  </a:lnTo>
                  <a:lnTo>
                    <a:pt x="580840" y="1045"/>
                  </a:lnTo>
                  <a:lnTo>
                    <a:pt x="5191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1" name="object 5931" descr=""/>
            <p:cNvSpPr/>
            <p:nvPr/>
          </p:nvSpPr>
          <p:spPr>
            <a:xfrm>
              <a:off x="4694281" y="7065540"/>
              <a:ext cx="923290" cy="3041650"/>
            </a:xfrm>
            <a:custGeom>
              <a:avLst/>
              <a:gdLst/>
              <a:ahLst/>
              <a:cxnLst/>
              <a:rect l="l" t="t" r="r" b="b"/>
              <a:pathLst>
                <a:path w="923289" h="3041650">
                  <a:moveTo>
                    <a:pt x="923113" y="38672"/>
                  </a:moveTo>
                  <a:lnTo>
                    <a:pt x="865724" y="27706"/>
                  </a:lnTo>
                  <a:lnTo>
                    <a:pt x="820029" y="21248"/>
                  </a:lnTo>
                  <a:lnTo>
                    <a:pt x="766253" y="14834"/>
                  </a:lnTo>
                  <a:lnTo>
                    <a:pt x="706837" y="8982"/>
                  </a:lnTo>
                  <a:lnTo>
                    <a:pt x="644219" y="4213"/>
                  </a:lnTo>
                  <a:lnTo>
                    <a:pt x="580840" y="1045"/>
                  </a:lnTo>
                  <a:lnTo>
                    <a:pt x="519139" y="0"/>
                  </a:lnTo>
                  <a:lnTo>
                    <a:pt x="461556" y="1595"/>
                  </a:lnTo>
                  <a:lnTo>
                    <a:pt x="403973" y="0"/>
                  </a:lnTo>
                  <a:lnTo>
                    <a:pt x="342273" y="1045"/>
                  </a:lnTo>
                  <a:lnTo>
                    <a:pt x="278893" y="4213"/>
                  </a:lnTo>
                  <a:lnTo>
                    <a:pt x="216276" y="8982"/>
                  </a:lnTo>
                  <a:lnTo>
                    <a:pt x="156859" y="14834"/>
                  </a:lnTo>
                  <a:lnTo>
                    <a:pt x="103083" y="21248"/>
                  </a:lnTo>
                  <a:lnTo>
                    <a:pt x="57388" y="27706"/>
                  </a:lnTo>
                  <a:lnTo>
                    <a:pt x="0" y="38672"/>
                  </a:lnTo>
                  <a:lnTo>
                    <a:pt x="13623" y="81531"/>
                  </a:lnTo>
                  <a:lnTo>
                    <a:pt x="26422" y="124430"/>
                  </a:lnTo>
                  <a:lnTo>
                    <a:pt x="38418" y="167410"/>
                  </a:lnTo>
                  <a:lnTo>
                    <a:pt x="49632" y="210510"/>
                  </a:lnTo>
                  <a:lnTo>
                    <a:pt x="60087" y="253771"/>
                  </a:lnTo>
                  <a:lnTo>
                    <a:pt x="69805" y="297232"/>
                  </a:lnTo>
                  <a:lnTo>
                    <a:pt x="78808" y="340935"/>
                  </a:lnTo>
                  <a:lnTo>
                    <a:pt x="87117" y="384919"/>
                  </a:lnTo>
                  <a:lnTo>
                    <a:pt x="94754" y="429224"/>
                  </a:lnTo>
                  <a:lnTo>
                    <a:pt x="101741" y="473891"/>
                  </a:lnTo>
                  <a:lnTo>
                    <a:pt x="108100" y="518960"/>
                  </a:lnTo>
                  <a:lnTo>
                    <a:pt x="113852" y="564470"/>
                  </a:lnTo>
                  <a:lnTo>
                    <a:pt x="119021" y="610463"/>
                  </a:lnTo>
                  <a:lnTo>
                    <a:pt x="123627" y="656978"/>
                  </a:lnTo>
                  <a:lnTo>
                    <a:pt x="127692" y="704056"/>
                  </a:lnTo>
                  <a:lnTo>
                    <a:pt x="131239" y="751737"/>
                  </a:lnTo>
                  <a:lnTo>
                    <a:pt x="134289" y="800060"/>
                  </a:lnTo>
                  <a:lnTo>
                    <a:pt x="136863" y="849066"/>
                  </a:lnTo>
                  <a:lnTo>
                    <a:pt x="138985" y="898796"/>
                  </a:lnTo>
                  <a:lnTo>
                    <a:pt x="140676" y="949289"/>
                  </a:lnTo>
                  <a:lnTo>
                    <a:pt x="141957" y="1000586"/>
                  </a:lnTo>
                  <a:lnTo>
                    <a:pt x="142850" y="1052727"/>
                  </a:lnTo>
                  <a:lnTo>
                    <a:pt x="143378" y="1105751"/>
                  </a:lnTo>
                  <a:lnTo>
                    <a:pt x="143562" y="1159700"/>
                  </a:lnTo>
                  <a:lnTo>
                    <a:pt x="143424" y="1214614"/>
                  </a:lnTo>
                  <a:lnTo>
                    <a:pt x="142986" y="1270531"/>
                  </a:lnTo>
                  <a:lnTo>
                    <a:pt x="142270" y="1327494"/>
                  </a:lnTo>
                  <a:lnTo>
                    <a:pt x="141298" y="1385541"/>
                  </a:lnTo>
                  <a:lnTo>
                    <a:pt x="140091" y="1444714"/>
                  </a:lnTo>
                  <a:lnTo>
                    <a:pt x="138671" y="1505052"/>
                  </a:lnTo>
                  <a:lnTo>
                    <a:pt x="137061" y="1566595"/>
                  </a:lnTo>
                  <a:lnTo>
                    <a:pt x="135282" y="1629385"/>
                  </a:lnTo>
                  <a:lnTo>
                    <a:pt x="133356" y="1693460"/>
                  </a:lnTo>
                  <a:lnTo>
                    <a:pt x="131304" y="1758861"/>
                  </a:lnTo>
                  <a:lnTo>
                    <a:pt x="113772" y="2275221"/>
                  </a:lnTo>
                  <a:lnTo>
                    <a:pt x="98478" y="2681058"/>
                  </a:lnTo>
                  <a:lnTo>
                    <a:pt x="87660" y="2946480"/>
                  </a:lnTo>
                  <a:lnTo>
                    <a:pt x="83557" y="3041596"/>
                  </a:lnTo>
                  <a:lnTo>
                    <a:pt x="461556" y="3041596"/>
                  </a:lnTo>
                  <a:lnTo>
                    <a:pt x="839566" y="3041596"/>
                  </a:lnTo>
                  <a:lnTo>
                    <a:pt x="825390" y="2721258"/>
                  </a:lnTo>
                  <a:lnTo>
                    <a:pt x="815691" y="2480861"/>
                  </a:lnTo>
                  <a:lnTo>
                    <a:pt x="805989" y="2200147"/>
                  </a:lnTo>
                  <a:lnTo>
                    <a:pt x="791808" y="1758861"/>
                  </a:lnTo>
                  <a:lnTo>
                    <a:pt x="789757" y="1693460"/>
                  </a:lnTo>
                  <a:lnTo>
                    <a:pt x="787831" y="1629385"/>
                  </a:lnTo>
                  <a:lnTo>
                    <a:pt x="786051" y="1566595"/>
                  </a:lnTo>
                  <a:lnTo>
                    <a:pt x="784441" y="1505052"/>
                  </a:lnTo>
                  <a:lnTo>
                    <a:pt x="783022" y="1444714"/>
                  </a:lnTo>
                  <a:lnTo>
                    <a:pt x="781815" y="1385541"/>
                  </a:lnTo>
                  <a:lnTo>
                    <a:pt x="780842" y="1327494"/>
                  </a:lnTo>
                  <a:lnTo>
                    <a:pt x="780126" y="1270531"/>
                  </a:lnTo>
                  <a:lnTo>
                    <a:pt x="779688" y="1214614"/>
                  </a:lnTo>
                  <a:lnTo>
                    <a:pt x="779550" y="1159700"/>
                  </a:lnTo>
                  <a:lnTo>
                    <a:pt x="779734" y="1105751"/>
                  </a:lnTo>
                  <a:lnTo>
                    <a:pt x="780262" y="1052727"/>
                  </a:lnTo>
                  <a:lnTo>
                    <a:pt x="781156" y="1000586"/>
                  </a:lnTo>
                  <a:lnTo>
                    <a:pt x="782437" y="949289"/>
                  </a:lnTo>
                  <a:lnTo>
                    <a:pt x="784127" y="898796"/>
                  </a:lnTo>
                  <a:lnTo>
                    <a:pt x="786249" y="849066"/>
                  </a:lnTo>
                  <a:lnTo>
                    <a:pt x="788824" y="800060"/>
                  </a:lnTo>
                  <a:lnTo>
                    <a:pt x="791873" y="751737"/>
                  </a:lnTo>
                  <a:lnTo>
                    <a:pt x="795420" y="704056"/>
                  </a:lnTo>
                  <a:lnTo>
                    <a:pt x="799486" y="656978"/>
                  </a:lnTo>
                  <a:lnTo>
                    <a:pt x="804091" y="610463"/>
                  </a:lnTo>
                  <a:lnTo>
                    <a:pt x="809260" y="564470"/>
                  </a:lnTo>
                  <a:lnTo>
                    <a:pt x="815013" y="518960"/>
                  </a:lnTo>
                  <a:lnTo>
                    <a:pt x="821372" y="473891"/>
                  </a:lnTo>
                  <a:lnTo>
                    <a:pt x="828359" y="429224"/>
                  </a:lnTo>
                  <a:lnTo>
                    <a:pt x="835996" y="384919"/>
                  </a:lnTo>
                  <a:lnTo>
                    <a:pt x="844304" y="340935"/>
                  </a:lnTo>
                  <a:lnTo>
                    <a:pt x="853307" y="297232"/>
                  </a:lnTo>
                  <a:lnTo>
                    <a:pt x="863025" y="253771"/>
                  </a:lnTo>
                  <a:lnTo>
                    <a:pt x="873480" y="210510"/>
                  </a:lnTo>
                  <a:lnTo>
                    <a:pt x="884695" y="167410"/>
                  </a:lnTo>
                  <a:lnTo>
                    <a:pt x="896690" y="124430"/>
                  </a:lnTo>
                  <a:lnTo>
                    <a:pt x="909489" y="81531"/>
                  </a:lnTo>
                  <a:lnTo>
                    <a:pt x="923113" y="3867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32" name="object 5932" descr=""/>
            <p:cNvSpPr/>
            <p:nvPr/>
          </p:nvSpPr>
          <p:spPr>
            <a:xfrm>
              <a:off x="4694276" y="7065549"/>
              <a:ext cx="923290" cy="3041650"/>
            </a:xfrm>
            <a:custGeom>
              <a:avLst/>
              <a:gdLst/>
              <a:ahLst/>
              <a:cxnLst/>
              <a:rect l="l" t="t" r="r" b="b"/>
              <a:pathLst>
                <a:path w="923289" h="3041650">
                  <a:moveTo>
                    <a:pt x="923124" y="38671"/>
                  </a:moveTo>
                  <a:lnTo>
                    <a:pt x="865720" y="27698"/>
                  </a:lnTo>
                  <a:lnTo>
                    <a:pt x="820026" y="21247"/>
                  </a:lnTo>
                  <a:lnTo>
                    <a:pt x="766254" y="14833"/>
                  </a:lnTo>
                  <a:lnTo>
                    <a:pt x="706831" y="8978"/>
                  </a:lnTo>
                  <a:lnTo>
                    <a:pt x="644220" y="4216"/>
                  </a:lnTo>
                  <a:lnTo>
                    <a:pt x="580834" y="1041"/>
                  </a:lnTo>
                  <a:lnTo>
                    <a:pt x="519137" y="0"/>
                  </a:lnTo>
                  <a:lnTo>
                    <a:pt x="461556" y="1587"/>
                  </a:lnTo>
                  <a:lnTo>
                    <a:pt x="403974" y="0"/>
                  </a:lnTo>
                  <a:lnTo>
                    <a:pt x="342265" y="1041"/>
                  </a:lnTo>
                  <a:lnTo>
                    <a:pt x="278892" y="4216"/>
                  </a:lnTo>
                  <a:lnTo>
                    <a:pt x="216281" y="8978"/>
                  </a:lnTo>
                  <a:lnTo>
                    <a:pt x="156857" y="14833"/>
                  </a:lnTo>
                  <a:lnTo>
                    <a:pt x="103085" y="21247"/>
                  </a:lnTo>
                  <a:lnTo>
                    <a:pt x="57391" y="27698"/>
                  </a:lnTo>
                  <a:lnTo>
                    <a:pt x="0" y="38671"/>
                  </a:lnTo>
                  <a:lnTo>
                    <a:pt x="13614" y="81534"/>
                  </a:lnTo>
                  <a:lnTo>
                    <a:pt x="26416" y="124421"/>
                  </a:lnTo>
                  <a:lnTo>
                    <a:pt x="38417" y="167411"/>
                  </a:lnTo>
                  <a:lnTo>
                    <a:pt x="49631" y="210502"/>
                  </a:lnTo>
                  <a:lnTo>
                    <a:pt x="60083" y="253771"/>
                  </a:lnTo>
                  <a:lnTo>
                    <a:pt x="69799" y="297230"/>
                  </a:lnTo>
                  <a:lnTo>
                    <a:pt x="78803" y="340931"/>
                  </a:lnTo>
                  <a:lnTo>
                    <a:pt x="87109" y="384911"/>
                  </a:lnTo>
                  <a:lnTo>
                    <a:pt x="94754" y="429221"/>
                  </a:lnTo>
                  <a:lnTo>
                    <a:pt x="101739" y="473887"/>
                  </a:lnTo>
                  <a:lnTo>
                    <a:pt x="108089" y="518960"/>
                  </a:lnTo>
                  <a:lnTo>
                    <a:pt x="113842" y="564464"/>
                  </a:lnTo>
                  <a:lnTo>
                    <a:pt x="119011" y="610463"/>
                  </a:lnTo>
                  <a:lnTo>
                    <a:pt x="123621" y="656971"/>
                  </a:lnTo>
                  <a:lnTo>
                    <a:pt x="127685" y="704049"/>
                  </a:lnTo>
                  <a:lnTo>
                    <a:pt x="131229" y="751738"/>
                  </a:lnTo>
                  <a:lnTo>
                    <a:pt x="134289" y="800061"/>
                  </a:lnTo>
                  <a:lnTo>
                    <a:pt x="136855" y="849058"/>
                  </a:lnTo>
                  <a:lnTo>
                    <a:pt x="138976" y="898791"/>
                  </a:lnTo>
                  <a:lnTo>
                    <a:pt x="140665" y="949286"/>
                  </a:lnTo>
                  <a:lnTo>
                    <a:pt x="141947" y="1000582"/>
                  </a:lnTo>
                  <a:lnTo>
                    <a:pt x="142849" y="1052728"/>
                  </a:lnTo>
                  <a:lnTo>
                    <a:pt x="143370" y="1105750"/>
                  </a:lnTo>
                  <a:lnTo>
                    <a:pt x="143560" y="1159700"/>
                  </a:lnTo>
                  <a:lnTo>
                    <a:pt x="143421" y="1214615"/>
                  </a:lnTo>
                  <a:lnTo>
                    <a:pt x="142976" y="1270533"/>
                  </a:lnTo>
                  <a:lnTo>
                    <a:pt x="142265" y="1327492"/>
                  </a:lnTo>
                  <a:lnTo>
                    <a:pt x="141287" y="1385544"/>
                  </a:lnTo>
                  <a:lnTo>
                    <a:pt x="138671" y="1505051"/>
                  </a:lnTo>
                  <a:lnTo>
                    <a:pt x="135280" y="1629384"/>
                  </a:lnTo>
                  <a:lnTo>
                    <a:pt x="131305" y="1758861"/>
                  </a:lnTo>
                  <a:lnTo>
                    <a:pt x="113766" y="2275217"/>
                  </a:lnTo>
                  <a:lnTo>
                    <a:pt x="98475" y="2681059"/>
                  </a:lnTo>
                  <a:lnTo>
                    <a:pt x="87655" y="2946476"/>
                  </a:lnTo>
                  <a:lnTo>
                    <a:pt x="83553" y="3041599"/>
                  </a:lnTo>
                  <a:lnTo>
                    <a:pt x="651852" y="3041599"/>
                  </a:lnTo>
                  <a:lnTo>
                    <a:pt x="668693" y="3041599"/>
                  </a:lnTo>
                  <a:lnTo>
                    <a:pt x="839558" y="3041599"/>
                  </a:lnTo>
                  <a:lnTo>
                    <a:pt x="825385" y="2721254"/>
                  </a:lnTo>
                  <a:lnTo>
                    <a:pt x="822553" y="2651201"/>
                  </a:lnTo>
                  <a:lnTo>
                    <a:pt x="820991" y="2612440"/>
                  </a:lnTo>
                  <a:lnTo>
                    <a:pt x="815682" y="2480856"/>
                  </a:lnTo>
                  <a:lnTo>
                    <a:pt x="805992" y="2200148"/>
                  </a:lnTo>
                  <a:lnTo>
                    <a:pt x="789762" y="1693456"/>
                  </a:lnTo>
                  <a:lnTo>
                    <a:pt x="786053" y="1566595"/>
                  </a:lnTo>
                  <a:lnTo>
                    <a:pt x="783031" y="1444713"/>
                  </a:lnTo>
                  <a:lnTo>
                    <a:pt x="781824" y="1385544"/>
                  </a:lnTo>
                  <a:lnTo>
                    <a:pt x="780846" y="1327492"/>
                  </a:lnTo>
                  <a:lnTo>
                    <a:pt x="780135" y="1270533"/>
                  </a:lnTo>
                  <a:lnTo>
                    <a:pt x="779691" y="1214615"/>
                  </a:lnTo>
                  <a:lnTo>
                    <a:pt x="779551" y="1159700"/>
                  </a:lnTo>
                  <a:lnTo>
                    <a:pt x="779741" y="1105750"/>
                  </a:lnTo>
                  <a:lnTo>
                    <a:pt x="780262" y="1052728"/>
                  </a:lnTo>
                  <a:lnTo>
                    <a:pt x="781164" y="1000582"/>
                  </a:lnTo>
                  <a:lnTo>
                    <a:pt x="782447" y="949286"/>
                  </a:lnTo>
                  <a:lnTo>
                    <a:pt x="784136" y="898791"/>
                  </a:lnTo>
                  <a:lnTo>
                    <a:pt x="786257" y="849058"/>
                  </a:lnTo>
                  <a:lnTo>
                    <a:pt x="788835" y="800061"/>
                  </a:lnTo>
                  <a:lnTo>
                    <a:pt x="791883" y="751738"/>
                  </a:lnTo>
                  <a:lnTo>
                    <a:pt x="795426" y="704049"/>
                  </a:lnTo>
                  <a:lnTo>
                    <a:pt x="799490" y="656971"/>
                  </a:lnTo>
                  <a:lnTo>
                    <a:pt x="804100" y="610463"/>
                  </a:lnTo>
                  <a:lnTo>
                    <a:pt x="809269" y="564464"/>
                  </a:lnTo>
                  <a:lnTo>
                    <a:pt x="815022" y="518960"/>
                  </a:lnTo>
                  <a:lnTo>
                    <a:pt x="821372" y="473887"/>
                  </a:lnTo>
                  <a:lnTo>
                    <a:pt x="828370" y="429221"/>
                  </a:lnTo>
                  <a:lnTo>
                    <a:pt x="836002" y="384911"/>
                  </a:lnTo>
                  <a:lnTo>
                    <a:pt x="844308" y="340931"/>
                  </a:lnTo>
                  <a:lnTo>
                    <a:pt x="853313" y="297230"/>
                  </a:lnTo>
                  <a:lnTo>
                    <a:pt x="863028" y="253771"/>
                  </a:lnTo>
                  <a:lnTo>
                    <a:pt x="873480" y="210502"/>
                  </a:lnTo>
                  <a:lnTo>
                    <a:pt x="884694" y="167411"/>
                  </a:lnTo>
                  <a:lnTo>
                    <a:pt x="896696" y="124421"/>
                  </a:lnTo>
                  <a:lnTo>
                    <a:pt x="909497" y="81534"/>
                  </a:lnTo>
                  <a:lnTo>
                    <a:pt x="923124" y="3867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3" name="object 5933" descr=""/>
            <p:cNvSpPr/>
            <p:nvPr/>
          </p:nvSpPr>
          <p:spPr>
            <a:xfrm>
              <a:off x="5346138" y="9677985"/>
              <a:ext cx="170815" cy="429259"/>
            </a:xfrm>
            <a:custGeom>
              <a:avLst/>
              <a:gdLst/>
              <a:ahLst/>
              <a:cxnLst/>
              <a:rect l="l" t="t" r="r" b="b"/>
              <a:pathLst>
                <a:path w="170814" h="429259">
                  <a:moveTo>
                    <a:pt x="169137" y="0"/>
                  </a:moveTo>
                  <a:lnTo>
                    <a:pt x="0" y="429152"/>
                  </a:lnTo>
                </a:path>
                <a:path w="170814" h="429259">
                  <a:moveTo>
                    <a:pt x="16837" y="429152"/>
                  </a:moveTo>
                  <a:lnTo>
                    <a:pt x="170701" y="38759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934" name="object 5934" descr="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5449139" y="9920629"/>
              <a:ext cx="83614" cy="191744"/>
            </a:xfrm>
            <a:prstGeom prst="rect">
              <a:avLst/>
            </a:prstGeom>
          </p:spPr>
        </p:pic>
        <p:sp>
          <p:nvSpPr>
            <p:cNvPr id="5935" name="object 5935" descr=""/>
            <p:cNvSpPr/>
            <p:nvPr/>
          </p:nvSpPr>
          <p:spPr>
            <a:xfrm>
              <a:off x="4913190" y="8665712"/>
              <a:ext cx="569595" cy="1441450"/>
            </a:xfrm>
            <a:custGeom>
              <a:avLst/>
              <a:gdLst/>
              <a:ahLst/>
              <a:cxnLst/>
              <a:rect l="l" t="t" r="r" b="b"/>
              <a:pathLst>
                <a:path w="569595" h="1441450">
                  <a:moveTo>
                    <a:pt x="568099" y="0"/>
                  </a:moveTo>
                  <a:lnTo>
                    <a:pt x="0" y="1441425"/>
                  </a:lnTo>
                  <a:lnTo>
                    <a:pt x="16837" y="1441425"/>
                  </a:lnTo>
                  <a:lnTo>
                    <a:pt x="569245" y="39812"/>
                  </a:lnTo>
                  <a:lnTo>
                    <a:pt x="568926" y="29213"/>
                  </a:lnTo>
                  <a:lnTo>
                    <a:pt x="5680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6" name="object 5936" descr=""/>
            <p:cNvSpPr/>
            <p:nvPr/>
          </p:nvSpPr>
          <p:spPr>
            <a:xfrm>
              <a:off x="4913190" y="8665712"/>
              <a:ext cx="569595" cy="1441450"/>
            </a:xfrm>
            <a:custGeom>
              <a:avLst/>
              <a:gdLst/>
              <a:ahLst/>
              <a:cxnLst/>
              <a:rect l="l" t="t" r="r" b="b"/>
              <a:pathLst>
                <a:path w="569595" h="1441450">
                  <a:moveTo>
                    <a:pt x="568099" y="0"/>
                  </a:moveTo>
                  <a:lnTo>
                    <a:pt x="0" y="1441425"/>
                  </a:lnTo>
                </a:path>
                <a:path w="569595" h="1441450">
                  <a:moveTo>
                    <a:pt x="16837" y="1441425"/>
                  </a:moveTo>
                  <a:lnTo>
                    <a:pt x="569245" y="39812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37" name="object 5937" descr=""/>
            <p:cNvSpPr/>
            <p:nvPr/>
          </p:nvSpPr>
          <p:spPr>
            <a:xfrm>
              <a:off x="5021424" y="8920325"/>
              <a:ext cx="469265" cy="1186815"/>
            </a:xfrm>
            <a:custGeom>
              <a:avLst/>
              <a:gdLst/>
              <a:ahLst/>
              <a:cxnLst/>
              <a:rect l="l" t="t" r="r" b="b"/>
              <a:pathLst>
                <a:path w="469264" h="1186815">
                  <a:moveTo>
                    <a:pt x="467750" y="0"/>
                  </a:moveTo>
                  <a:lnTo>
                    <a:pt x="0" y="1186812"/>
                  </a:lnTo>
                  <a:lnTo>
                    <a:pt x="16837" y="1186812"/>
                  </a:lnTo>
                  <a:lnTo>
                    <a:pt x="469019" y="39508"/>
                  </a:lnTo>
                  <a:lnTo>
                    <a:pt x="4677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8" name="object 5938" descr=""/>
            <p:cNvSpPr/>
            <p:nvPr/>
          </p:nvSpPr>
          <p:spPr>
            <a:xfrm>
              <a:off x="5021424" y="8920325"/>
              <a:ext cx="469265" cy="1186815"/>
            </a:xfrm>
            <a:custGeom>
              <a:avLst/>
              <a:gdLst/>
              <a:ahLst/>
              <a:cxnLst/>
              <a:rect l="l" t="t" r="r" b="b"/>
              <a:pathLst>
                <a:path w="469264" h="1186815">
                  <a:moveTo>
                    <a:pt x="467750" y="0"/>
                  </a:moveTo>
                  <a:lnTo>
                    <a:pt x="0" y="1186812"/>
                  </a:lnTo>
                </a:path>
                <a:path w="469264" h="1186815">
                  <a:moveTo>
                    <a:pt x="16837" y="1186812"/>
                  </a:moveTo>
                  <a:lnTo>
                    <a:pt x="469019" y="39508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39" name="object 5939" descr=""/>
            <p:cNvSpPr/>
            <p:nvPr/>
          </p:nvSpPr>
          <p:spPr>
            <a:xfrm>
              <a:off x="5129664" y="9174255"/>
              <a:ext cx="368935" cy="933450"/>
            </a:xfrm>
            <a:custGeom>
              <a:avLst/>
              <a:gdLst/>
              <a:ahLst/>
              <a:cxnLst/>
              <a:rect l="l" t="t" r="r" b="b"/>
              <a:pathLst>
                <a:path w="368935" h="933450">
                  <a:moveTo>
                    <a:pt x="367668" y="0"/>
                  </a:moveTo>
                  <a:lnTo>
                    <a:pt x="0" y="932881"/>
                  </a:lnTo>
                  <a:lnTo>
                    <a:pt x="16837" y="932881"/>
                  </a:lnTo>
                  <a:lnTo>
                    <a:pt x="368937" y="39515"/>
                  </a:lnTo>
                  <a:lnTo>
                    <a:pt x="36766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0" name="object 5940" descr=""/>
            <p:cNvSpPr/>
            <p:nvPr/>
          </p:nvSpPr>
          <p:spPr>
            <a:xfrm>
              <a:off x="5129664" y="9174255"/>
              <a:ext cx="368935" cy="933450"/>
            </a:xfrm>
            <a:custGeom>
              <a:avLst/>
              <a:gdLst/>
              <a:ahLst/>
              <a:cxnLst/>
              <a:rect l="l" t="t" r="r" b="b"/>
              <a:pathLst>
                <a:path w="368935" h="933450">
                  <a:moveTo>
                    <a:pt x="367668" y="0"/>
                  </a:moveTo>
                  <a:lnTo>
                    <a:pt x="0" y="932881"/>
                  </a:lnTo>
                </a:path>
                <a:path w="368935" h="933450">
                  <a:moveTo>
                    <a:pt x="16837" y="932881"/>
                  </a:moveTo>
                  <a:lnTo>
                    <a:pt x="368937" y="39515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41" name="object 5941" descr=""/>
            <p:cNvSpPr/>
            <p:nvPr/>
          </p:nvSpPr>
          <p:spPr>
            <a:xfrm>
              <a:off x="5237900" y="9427272"/>
              <a:ext cx="269875" cy="680085"/>
            </a:xfrm>
            <a:custGeom>
              <a:avLst/>
              <a:gdLst/>
              <a:ahLst/>
              <a:cxnLst/>
              <a:rect l="l" t="t" r="r" b="b"/>
              <a:pathLst>
                <a:path w="269875" h="680084">
                  <a:moveTo>
                    <a:pt x="267952" y="0"/>
                  </a:moveTo>
                  <a:lnTo>
                    <a:pt x="0" y="679865"/>
                  </a:lnTo>
                  <a:lnTo>
                    <a:pt x="16837" y="679865"/>
                  </a:lnTo>
                  <a:lnTo>
                    <a:pt x="269309" y="39284"/>
                  </a:lnTo>
                  <a:lnTo>
                    <a:pt x="2679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2" name="object 5942" descr=""/>
            <p:cNvSpPr/>
            <p:nvPr/>
          </p:nvSpPr>
          <p:spPr>
            <a:xfrm>
              <a:off x="5237900" y="9427272"/>
              <a:ext cx="269875" cy="680085"/>
            </a:xfrm>
            <a:custGeom>
              <a:avLst/>
              <a:gdLst/>
              <a:ahLst/>
              <a:cxnLst/>
              <a:rect l="l" t="t" r="r" b="b"/>
              <a:pathLst>
                <a:path w="269875" h="680084">
                  <a:moveTo>
                    <a:pt x="267952" y="0"/>
                  </a:moveTo>
                  <a:lnTo>
                    <a:pt x="0" y="679865"/>
                  </a:lnTo>
                </a:path>
                <a:path w="269875" h="680084">
                  <a:moveTo>
                    <a:pt x="16837" y="679865"/>
                  </a:moveTo>
                  <a:lnTo>
                    <a:pt x="269309" y="39284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43" name="object 5943" descr=""/>
            <p:cNvSpPr/>
            <p:nvPr/>
          </p:nvSpPr>
          <p:spPr>
            <a:xfrm>
              <a:off x="4808894" y="7435984"/>
              <a:ext cx="724535" cy="1880235"/>
            </a:xfrm>
            <a:custGeom>
              <a:avLst/>
              <a:gdLst/>
              <a:ahLst/>
              <a:cxnLst/>
              <a:rect l="l" t="t" r="r" b="b"/>
              <a:pathLst>
                <a:path w="724535" h="1880234">
                  <a:moveTo>
                    <a:pt x="724122" y="0"/>
                  </a:moveTo>
                  <a:lnTo>
                    <a:pt x="1587" y="1833257"/>
                  </a:lnTo>
                  <a:lnTo>
                    <a:pt x="0" y="1879996"/>
                  </a:lnTo>
                  <a:lnTo>
                    <a:pt x="711092" y="75772"/>
                  </a:lnTo>
                  <a:lnTo>
                    <a:pt x="713750" y="58781"/>
                  </a:lnTo>
                  <a:lnTo>
                    <a:pt x="721387" y="14475"/>
                  </a:lnTo>
                  <a:lnTo>
                    <a:pt x="7241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4" name="object 5944" descr=""/>
            <p:cNvSpPr/>
            <p:nvPr/>
          </p:nvSpPr>
          <p:spPr>
            <a:xfrm>
              <a:off x="4808894" y="7435984"/>
              <a:ext cx="724535" cy="1880235"/>
            </a:xfrm>
            <a:custGeom>
              <a:avLst/>
              <a:gdLst/>
              <a:ahLst/>
              <a:cxnLst/>
              <a:rect l="l" t="t" r="r" b="b"/>
              <a:pathLst>
                <a:path w="724535" h="1880234">
                  <a:moveTo>
                    <a:pt x="724122" y="0"/>
                  </a:moveTo>
                  <a:lnTo>
                    <a:pt x="1587" y="1833257"/>
                  </a:lnTo>
                </a:path>
                <a:path w="724535" h="1880234">
                  <a:moveTo>
                    <a:pt x="0" y="1879996"/>
                  </a:moveTo>
                  <a:lnTo>
                    <a:pt x="711092" y="75772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45" name="object 5945" descr=""/>
            <p:cNvSpPr/>
            <p:nvPr/>
          </p:nvSpPr>
          <p:spPr>
            <a:xfrm>
              <a:off x="4797550" y="7831820"/>
              <a:ext cx="687705" cy="1788160"/>
            </a:xfrm>
            <a:custGeom>
              <a:avLst/>
              <a:gdLst/>
              <a:ahLst/>
              <a:cxnLst/>
              <a:rect l="l" t="t" r="r" b="b"/>
              <a:pathLst>
                <a:path w="687704" h="1788159">
                  <a:moveTo>
                    <a:pt x="687692" y="0"/>
                  </a:moveTo>
                  <a:lnTo>
                    <a:pt x="1780" y="1740348"/>
                  </a:lnTo>
                  <a:lnTo>
                    <a:pt x="0" y="1787587"/>
                  </a:lnTo>
                  <a:lnTo>
                    <a:pt x="684690" y="50337"/>
                  </a:lnTo>
                  <a:lnTo>
                    <a:pt x="685560" y="33780"/>
                  </a:lnTo>
                  <a:lnTo>
                    <a:pt x="68769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6" name="object 5946" descr=""/>
            <p:cNvSpPr/>
            <p:nvPr/>
          </p:nvSpPr>
          <p:spPr>
            <a:xfrm>
              <a:off x="4797550" y="7831820"/>
              <a:ext cx="687705" cy="1788160"/>
            </a:xfrm>
            <a:custGeom>
              <a:avLst/>
              <a:gdLst/>
              <a:ahLst/>
              <a:cxnLst/>
              <a:rect l="l" t="t" r="r" b="b"/>
              <a:pathLst>
                <a:path w="687704" h="1788159">
                  <a:moveTo>
                    <a:pt x="0" y="1787587"/>
                  </a:moveTo>
                  <a:lnTo>
                    <a:pt x="684690" y="50337"/>
                  </a:lnTo>
                </a:path>
                <a:path w="687704" h="1788159">
                  <a:moveTo>
                    <a:pt x="687692" y="0"/>
                  </a:moveTo>
                  <a:lnTo>
                    <a:pt x="1780" y="1740348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47" name="object 5947" descr=""/>
            <p:cNvSpPr/>
            <p:nvPr/>
          </p:nvSpPr>
          <p:spPr>
            <a:xfrm>
              <a:off x="4785500" y="8133975"/>
              <a:ext cx="688975" cy="1790700"/>
            </a:xfrm>
            <a:custGeom>
              <a:avLst/>
              <a:gdLst/>
              <a:ahLst/>
              <a:cxnLst/>
              <a:rect l="l" t="t" r="r" b="b"/>
              <a:pathLst>
                <a:path w="688975" h="1790700">
                  <a:moveTo>
                    <a:pt x="688891" y="0"/>
                  </a:moveTo>
                  <a:lnTo>
                    <a:pt x="1942" y="1742961"/>
                  </a:lnTo>
                  <a:lnTo>
                    <a:pt x="0" y="1790605"/>
                  </a:lnTo>
                  <a:lnTo>
                    <a:pt x="688498" y="43684"/>
                  </a:lnTo>
                  <a:lnTo>
                    <a:pt x="688520" y="37317"/>
                  </a:lnTo>
                  <a:lnTo>
                    <a:pt x="68889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8" name="object 5948" descr=""/>
            <p:cNvSpPr/>
            <p:nvPr/>
          </p:nvSpPr>
          <p:spPr>
            <a:xfrm>
              <a:off x="4785500" y="8133975"/>
              <a:ext cx="688975" cy="1790700"/>
            </a:xfrm>
            <a:custGeom>
              <a:avLst/>
              <a:gdLst/>
              <a:ahLst/>
              <a:cxnLst/>
              <a:rect l="l" t="t" r="r" b="b"/>
              <a:pathLst>
                <a:path w="688975" h="1790700">
                  <a:moveTo>
                    <a:pt x="688891" y="0"/>
                  </a:moveTo>
                  <a:lnTo>
                    <a:pt x="1942" y="1742961"/>
                  </a:lnTo>
                </a:path>
                <a:path w="688975" h="1790700">
                  <a:moveTo>
                    <a:pt x="0" y="1790605"/>
                  </a:moveTo>
                  <a:lnTo>
                    <a:pt x="688498" y="43684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49" name="object 5949" descr=""/>
            <p:cNvSpPr/>
            <p:nvPr/>
          </p:nvSpPr>
          <p:spPr>
            <a:xfrm>
              <a:off x="4804963" y="8406177"/>
              <a:ext cx="671195" cy="1701164"/>
            </a:xfrm>
            <a:custGeom>
              <a:avLst/>
              <a:gdLst/>
              <a:ahLst/>
              <a:cxnLst/>
              <a:rect l="l" t="t" r="r" b="b"/>
              <a:pathLst>
                <a:path w="671195" h="1701165">
                  <a:moveTo>
                    <a:pt x="670385" y="0"/>
                  </a:moveTo>
                  <a:lnTo>
                    <a:pt x="0" y="1700959"/>
                  </a:lnTo>
                  <a:lnTo>
                    <a:pt x="16826" y="1700959"/>
                  </a:lnTo>
                  <a:lnTo>
                    <a:pt x="671071" y="40950"/>
                  </a:lnTo>
                  <a:lnTo>
                    <a:pt x="67038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0" name="object 5950" descr=""/>
            <p:cNvSpPr/>
            <p:nvPr/>
          </p:nvSpPr>
          <p:spPr>
            <a:xfrm>
              <a:off x="4804963" y="8406177"/>
              <a:ext cx="671195" cy="1701164"/>
            </a:xfrm>
            <a:custGeom>
              <a:avLst/>
              <a:gdLst/>
              <a:ahLst/>
              <a:cxnLst/>
              <a:rect l="l" t="t" r="r" b="b"/>
              <a:pathLst>
                <a:path w="671195" h="1701165">
                  <a:moveTo>
                    <a:pt x="670385" y="0"/>
                  </a:moveTo>
                  <a:lnTo>
                    <a:pt x="0" y="1700959"/>
                  </a:lnTo>
                </a:path>
                <a:path w="671195" h="1701165">
                  <a:moveTo>
                    <a:pt x="16826" y="1700959"/>
                  </a:moveTo>
                  <a:lnTo>
                    <a:pt x="671071" y="4095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51" name="object 5951" descr=""/>
            <p:cNvSpPr/>
            <p:nvPr/>
          </p:nvSpPr>
          <p:spPr>
            <a:xfrm>
              <a:off x="4836880" y="7066082"/>
              <a:ext cx="426084" cy="1079500"/>
            </a:xfrm>
            <a:custGeom>
              <a:avLst/>
              <a:gdLst/>
              <a:ahLst/>
              <a:cxnLst/>
              <a:rect l="l" t="t" r="r" b="b"/>
              <a:pathLst>
                <a:path w="426085" h="1079500">
                  <a:moveTo>
                    <a:pt x="408974" y="0"/>
                  </a:moveTo>
                  <a:lnTo>
                    <a:pt x="0" y="1037675"/>
                  </a:lnTo>
                  <a:lnTo>
                    <a:pt x="248" y="1052185"/>
                  </a:lnTo>
                  <a:lnTo>
                    <a:pt x="516" y="1079085"/>
                  </a:lnTo>
                  <a:lnTo>
                    <a:pt x="425682" y="326"/>
                  </a:lnTo>
                  <a:lnTo>
                    <a:pt x="40897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2" name="object 5952" descr=""/>
            <p:cNvSpPr/>
            <p:nvPr/>
          </p:nvSpPr>
          <p:spPr>
            <a:xfrm>
              <a:off x="4836880" y="7066082"/>
              <a:ext cx="426084" cy="1079500"/>
            </a:xfrm>
            <a:custGeom>
              <a:avLst/>
              <a:gdLst/>
              <a:ahLst/>
              <a:cxnLst/>
              <a:rect l="l" t="t" r="r" b="b"/>
              <a:pathLst>
                <a:path w="426085" h="1079500">
                  <a:moveTo>
                    <a:pt x="516" y="1079085"/>
                  </a:moveTo>
                  <a:lnTo>
                    <a:pt x="425395" y="1053"/>
                  </a:lnTo>
                </a:path>
                <a:path w="426085" h="1079500">
                  <a:moveTo>
                    <a:pt x="408558" y="1053"/>
                  </a:moveTo>
                  <a:lnTo>
                    <a:pt x="0" y="1037675"/>
                  </a:lnTo>
                </a:path>
                <a:path w="426085" h="1079500">
                  <a:moveTo>
                    <a:pt x="425395" y="1053"/>
                  </a:moveTo>
                  <a:lnTo>
                    <a:pt x="425682" y="326"/>
                  </a:lnTo>
                </a:path>
                <a:path w="426085" h="1079500">
                  <a:moveTo>
                    <a:pt x="408974" y="0"/>
                  </a:moveTo>
                  <a:lnTo>
                    <a:pt x="408558" y="1053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53" name="object 5953" descr=""/>
            <p:cNvSpPr/>
            <p:nvPr/>
          </p:nvSpPr>
          <p:spPr>
            <a:xfrm>
              <a:off x="4836046" y="7070775"/>
              <a:ext cx="532765" cy="1352550"/>
            </a:xfrm>
            <a:custGeom>
              <a:avLst/>
              <a:gdLst/>
              <a:ahLst/>
              <a:cxnLst/>
              <a:rect l="l" t="t" r="r" b="b"/>
              <a:pathLst>
                <a:path w="532764" h="1352550">
                  <a:moveTo>
                    <a:pt x="516196" y="0"/>
                  </a:moveTo>
                  <a:lnTo>
                    <a:pt x="684" y="1307983"/>
                  </a:lnTo>
                  <a:lnTo>
                    <a:pt x="505" y="1322259"/>
                  </a:lnTo>
                  <a:lnTo>
                    <a:pt x="0" y="1352450"/>
                  </a:lnTo>
                  <a:lnTo>
                    <a:pt x="532535" y="1263"/>
                  </a:lnTo>
                  <a:lnTo>
                    <a:pt x="5161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4" name="object 5954" descr=""/>
            <p:cNvSpPr/>
            <p:nvPr/>
          </p:nvSpPr>
          <p:spPr>
            <a:xfrm>
              <a:off x="4836046" y="7070775"/>
              <a:ext cx="532765" cy="1352550"/>
            </a:xfrm>
            <a:custGeom>
              <a:avLst/>
              <a:gdLst/>
              <a:ahLst/>
              <a:cxnLst/>
              <a:rect l="l" t="t" r="r" b="b"/>
              <a:pathLst>
                <a:path w="532764" h="1352550">
                  <a:moveTo>
                    <a:pt x="0" y="1352450"/>
                  </a:moveTo>
                  <a:lnTo>
                    <a:pt x="532535" y="1263"/>
                  </a:lnTo>
                </a:path>
                <a:path w="532764" h="1352550">
                  <a:moveTo>
                    <a:pt x="516196" y="0"/>
                  </a:moveTo>
                  <a:lnTo>
                    <a:pt x="684" y="1307983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55" name="object 5955" descr=""/>
            <p:cNvSpPr/>
            <p:nvPr/>
          </p:nvSpPr>
          <p:spPr>
            <a:xfrm>
              <a:off x="4828937" y="7080028"/>
              <a:ext cx="644525" cy="1636395"/>
            </a:xfrm>
            <a:custGeom>
              <a:avLst/>
              <a:gdLst/>
              <a:ahLst/>
              <a:cxnLst/>
              <a:rect l="l" t="t" r="r" b="b"/>
              <a:pathLst>
                <a:path w="644525" h="1636395">
                  <a:moveTo>
                    <a:pt x="627886" y="0"/>
                  </a:moveTo>
                  <a:lnTo>
                    <a:pt x="1343" y="1589723"/>
                  </a:lnTo>
                  <a:lnTo>
                    <a:pt x="630" y="1614897"/>
                  </a:lnTo>
                  <a:lnTo>
                    <a:pt x="0" y="1635865"/>
                  </a:lnTo>
                  <a:lnTo>
                    <a:pt x="644017" y="1815"/>
                  </a:lnTo>
                  <a:lnTo>
                    <a:pt x="633658" y="573"/>
                  </a:lnTo>
                  <a:lnTo>
                    <a:pt x="6278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6" name="object 5956" descr=""/>
            <p:cNvSpPr/>
            <p:nvPr/>
          </p:nvSpPr>
          <p:spPr>
            <a:xfrm>
              <a:off x="4828937" y="7080028"/>
              <a:ext cx="644525" cy="1636395"/>
            </a:xfrm>
            <a:custGeom>
              <a:avLst/>
              <a:gdLst/>
              <a:ahLst/>
              <a:cxnLst/>
              <a:rect l="l" t="t" r="r" b="b"/>
              <a:pathLst>
                <a:path w="644525" h="1636395">
                  <a:moveTo>
                    <a:pt x="0" y="1635865"/>
                  </a:moveTo>
                  <a:lnTo>
                    <a:pt x="644017" y="1815"/>
                  </a:lnTo>
                </a:path>
                <a:path w="644525" h="1636395">
                  <a:moveTo>
                    <a:pt x="627886" y="0"/>
                  </a:moveTo>
                  <a:lnTo>
                    <a:pt x="1343" y="1589723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57" name="object 5957" descr=""/>
            <p:cNvSpPr/>
            <p:nvPr/>
          </p:nvSpPr>
          <p:spPr>
            <a:xfrm>
              <a:off x="4819102" y="7093235"/>
              <a:ext cx="756920" cy="1922780"/>
            </a:xfrm>
            <a:custGeom>
              <a:avLst/>
              <a:gdLst/>
              <a:ahLst/>
              <a:cxnLst/>
              <a:rect l="l" t="t" r="r" b="b"/>
              <a:pathLst>
                <a:path w="756920" h="1922779">
                  <a:moveTo>
                    <a:pt x="740759" y="0"/>
                  </a:moveTo>
                  <a:lnTo>
                    <a:pt x="1587" y="1875478"/>
                  </a:lnTo>
                  <a:lnTo>
                    <a:pt x="0" y="1922226"/>
                  </a:lnTo>
                  <a:lnTo>
                    <a:pt x="756541" y="2665"/>
                  </a:lnTo>
                  <a:lnTo>
                    <a:pt x="741643" y="125"/>
                  </a:lnTo>
                  <a:lnTo>
                    <a:pt x="7407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8" name="object 5958" descr=""/>
            <p:cNvSpPr/>
            <p:nvPr/>
          </p:nvSpPr>
          <p:spPr>
            <a:xfrm>
              <a:off x="4819102" y="7093235"/>
              <a:ext cx="756920" cy="1922780"/>
            </a:xfrm>
            <a:custGeom>
              <a:avLst/>
              <a:gdLst/>
              <a:ahLst/>
              <a:cxnLst/>
              <a:rect l="l" t="t" r="r" b="b"/>
              <a:pathLst>
                <a:path w="756920" h="1922779">
                  <a:moveTo>
                    <a:pt x="0" y="1922226"/>
                  </a:moveTo>
                  <a:lnTo>
                    <a:pt x="756541" y="2665"/>
                  </a:lnTo>
                </a:path>
                <a:path w="756920" h="1922779">
                  <a:moveTo>
                    <a:pt x="740759" y="0"/>
                  </a:moveTo>
                  <a:lnTo>
                    <a:pt x="1587" y="1875478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959" name="object 5959" descr="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4733203" y="7078523"/>
              <a:ext cx="94807" cy="207609"/>
            </a:xfrm>
            <a:prstGeom prst="rect">
              <a:avLst/>
            </a:prstGeom>
          </p:spPr>
        </p:pic>
        <p:sp>
          <p:nvSpPr>
            <p:cNvPr id="5960" name="object 5960" descr=""/>
            <p:cNvSpPr/>
            <p:nvPr/>
          </p:nvSpPr>
          <p:spPr>
            <a:xfrm>
              <a:off x="4777589" y="7072631"/>
              <a:ext cx="158115" cy="387350"/>
            </a:xfrm>
            <a:custGeom>
              <a:avLst/>
              <a:gdLst/>
              <a:ahLst/>
              <a:cxnLst/>
              <a:rect l="l" t="t" r="r" b="b"/>
              <a:pathLst>
                <a:path w="158114" h="387350">
                  <a:moveTo>
                    <a:pt x="157810" y="0"/>
                  </a:moveTo>
                  <a:lnTo>
                    <a:pt x="140452" y="1322"/>
                  </a:lnTo>
                  <a:lnTo>
                    <a:pt x="0" y="357692"/>
                  </a:lnTo>
                  <a:lnTo>
                    <a:pt x="3803" y="377828"/>
                  </a:lnTo>
                  <a:lnTo>
                    <a:pt x="5354" y="386822"/>
                  </a:lnTo>
                  <a:lnTo>
                    <a:pt x="1578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1" name="object 5961" descr=""/>
            <p:cNvSpPr/>
            <p:nvPr/>
          </p:nvSpPr>
          <p:spPr>
            <a:xfrm>
              <a:off x="4777589" y="7072631"/>
              <a:ext cx="158115" cy="387350"/>
            </a:xfrm>
            <a:custGeom>
              <a:avLst/>
              <a:gdLst/>
              <a:ahLst/>
              <a:cxnLst/>
              <a:rect l="l" t="t" r="r" b="b"/>
              <a:pathLst>
                <a:path w="158114" h="387350">
                  <a:moveTo>
                    <a:pt x="5354" y="386822"/>
                  </a:moveTo>
                  <a:lnTo>
                    <a:pt x="157810" y="0"/>
                  </a:lnTo>
                </a:path>
                <a:path w="158114" h="387350">
                  <a:moveTo>
                    <a:pt x="140452" y="1322"/>
                  </a:moveTo>
                  <a:lnTo>
                    <a:pt x="0" y="357692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62" name="object 5962" descr=""/>
            <p:cNvSpPr/>
            <p:nvPr/>
          </p:nvSpPr>
          <p:spPr>
            <a:xfrm>
              <a:off x="4807884" y="7066425"/>
              <a:ext cx="238760" cy="594995"/>
            </a:xfrm>
            <a:custGeom>
              <a:avLst/>
              <a:gdLst/>
              <a:ahLst/>
              <a:cxnLst/>
              <a:rect l="l" t="t" r="r" b="b"/>
              <a:pathLst>
                <a:path w="238760" h="594995">
                  <a:moveTo>
                    <a:pt x="238196" y="0"/>
                  </a:moveTo>
                  <a:lnTo>
                    <a:pt x="228670" y="161"/>
                  </a:lnTo>
                  <a:lnTo>
                    <a:pt x="221147" y="537"/>
                  </a:lnTo>
                  <a:lnTo>
                    <a:pt x="0" y="561648"/>
                  </a:lnTo>
                  <a:lnTo>
                    <a:pt x="244" y="563586"/>
                  </a:lnTo>
                  <a:lnTo>
                    <a:pt x="3756" y="594837"/>
                  </a:lnTo>
                  <a:lnTo>
                    <a:pt x="2381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3" name="object 5963" descr=""/>
            <p:cNvSpPr/>
            <p:nvPr/>
          </p:nvSpPr>
          <p:spPr>
            <a:xfrm>
              <a:off x="4807884" y="7066425"/>
              <a:ext cx="238760" cy="594995"/>
            </a:xfrm>
            <a:custGeom>
              <a:avLst/>
              <a:gdLst/>
              <a:ahLst/>
              <a:cxnLst/>
              <a:rect l="l" t="t" r="r" b="b"/>
              <a:pathLst>
                <a:path w="238760" h="594995">
                  <a:moveTo>
                    <a:pt x="3756" y="594837"/>
                  </a:moveTo>
                  <a:lnTo>
                    <a:pt x="238196" y="0"/>
                  </a:lnTo>
                </a:path>
                <a:path w="238760" h="594995">
                  <a:moveTo>
                    <a:pt x="221147" y="537"/>
                  </a:moveTo>
                  <a:lnTo>
                    <a:pt x="0" y="561648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64" name="object 5964" descr=""/>
            <p:cNvSpPr/>
            <p:nvPr/>
          </p:nvSpPr>
          <p:spPr>
            <a:xfrm>
              <a:off x="4827730" y="7066625"/>
              <a:ext cx="326390" cy="823594"/>
            </a:xfrm>
            <a:custGeom>
              <a:avLst/>
              <a:gdLst/>
              <a:ahLst/>
              <a:cxnLst/>
              <a:rect l="l" t="t" r="r" b="b"/>
              <a:pathLst>
                <a:path w="326389" h="823595">
                  <a:moveTo>
                    <a:pt x="309672" y="0"/>
                  </a:moveTo>
                  <a:lnTo>
                    <a:pt x="0" y="785726"/>
                  </a:lnTo>
                  <a:lnTo>
                    <a:pt x="836" y="798975"/>
                  </a:lnTo>
                  <a:lnTo>
                    <a:pt x="2103" y="823101"/>
                  </a:lnTo>
                  <a:lnTo>
                    <a:pt x="326327" y="461"/>
                  </a:lnTo>
                  <a:lnTo>
                    <a:pt x="3096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5" name="object 5965" descr=""/>
            <p:cNvSpPr/>
            <p:nvPr/>
          </p:nvSpPr>
          <p:spPr>
            <a:xfrm>
              <a:off x="4827730" y="7066625"/>
              <a:ext cx="326390" cy="823594"/>
            </a:xfrm>
            <a:custGeom>
              <a:avLst/>
              <a:gdLst/>
              <a:ahLst/>
              <a:cxnLst/>
              <a:rect l="l" t="t" r="r" b="b"/>
              <a:pathLst>
                <a:path w="326389" h="823595">
                  <a:moveTo>
                    <a:pt x="2103" y="823101"/>
                  </a:moveTo>
                  <a:lnTo>
                    <a:pt x="326327" y="461"/>
                  </a:lnTo>
                </a:path>
                <a:path w="326389" h="823595">
                  <a:moveTo>
                    <a:pt x="309672" y="0"/>
                  </a:moveTo>
                  <a:lnTo>
                    <a:pt x="0" y="785726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66" name="object 5966" descr=""/>
            <p:cNvSpPr/>
            <p:nvPr/>
          </p:nvSpPr>
          <p:spPr>
            <a:xfrm>
              <a:off x="4694276" y="7101210"/>
              <a:ext cx="13970" cy="20320"/>
            </a:xfrm>
            <a:custGeom>
              <a:avLst/>
              <a:gdLst/>
              <a:ahLst/>
              <a:cxnLst/>
              <a:rect l="l" t="t" r="r" b="b"/>
              <a:pathLst>
                <a:path w="13970" h="20320">
                  <a:moveTo>
                    <a:pt x="13384" y="0"/>
                  </a:moveTo>
                  <a:lnTo>
                    <a:pt x="0" y="3003"/>
                  </a:lnTo>
                  <a:lnTo>
                    <a:pt x="5447" y="20139"/>
                  </a:lnTo>
                  <a:lnTo>
                    <a:pt x="1338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7" name="object 5967" descr=""/>
            <p:cNvSpPr/>
            <p:nvPr/>
          </p:nvSpPr>
          <p:spPr>
            <a:xfrm>
              <a:off x="4699723" y="7101210"/>
              <a:ext cx="8255" cy="20320"/>
            </a:xfrm>
            <a:custGeom>
              <a:avLst/>
              <a:gdLst/>
              <a:ahLst/>
              <a:cxnLst/>
              <a:rect l="l" t="t" r="r" b="b"/>
              <a:pathLst>
                <a:path w="8254" h="20320">
                  <a:moveTo>
                    <a:pt x="0" y="20139"/>
                  </a:moveTo>
                  <a:lnTo>
                    <a:pt x="7937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68" name="object 5968" descr=""/>
            <p:cNvSpPr/>
            <p:nvPr/>
          </p:nvSpPr>
          <p:spPr>
            <a:xfrm>
              <a:off x="5241952" y="7066005"/>
              <a:ext cx="257175" cy="642620"/>
            </a:xfrm>
            <a:custGeom>
              <a:avLst/>
              <a:gdLst/>
              <a:ahLst/>
              <a:cxnLst/>
              <a:rect l="l" t="t" r="r" b="b"/>
              <a:pathLst>
                <a:path w="257175" h="642620">
                  <a:moveTo>
                    <a:pt x="0" y="0"/>
                  </a:moveTo>
                  <a:lnTo>
                    <a:pt x="253210" y="642468"/>
                  </a:lnTo>
                  <a:lnTo>
                    <a:pt x="256425" y="609998"/>
                  </a:lnTo>
                  <a:lnTo>
                    <a:pt x="256609" y="608364"/>
                  </a:lnTo>
                  <a:lnTo>
                    <a:pt x="16967" y="3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9" name="object 5969" descr=""/>
            <p:cNvSpPr/>
            <p:nvPr/>
          </p:nvSpPr>
          <p:spPr>
            <a:xfrm>
              <a:off x="5241952" y="7066005"/>
              <a:ext cx="257175" cy="642620"/>
            </a:xfrm>
            <a:custGeom>
              <a:avLst/>
              <a:gdLst/>
              <a:ahLst/>
              <a:cxnLst/>
              <a:rect l="l" t="t" r="r" b="b"/>
              <a:pathLst>
                <a:path w="257175" h="642620">
                  <a:moveTo>
                    <a:pt x="256609" y="608364"/>
                  </a:moveTo>
                  <a:lnTo>
                    <a:pt x="17282" y="1130"/>
                  </a:lnTo>
                </a:path>
                <a:path w="257175" h="642620">
                  <a:moveTo>
                    <a:pt x="445" y="1130"/>
                  </a:moveTo>
                  <a:lnTo>
                    <a:pt x="253210" y="642468"/>
                  </a:lnTo>
                </a:path>
                <a:path w="257175" h="642620">
                  <a:moveTo>
                    <a:pt x="17282" y="1130"/>
                  </a:moveTo>
                  <a:lnTo>
                    <a:pt x="16967" y="331"/>
                  </a:lnTo>
                </a:path>
                <a:path w="257175" h="642620">
                  <a:moveTo>
                    <a:pt x="0" y="0"/>
                  </a:moveTo>
                  <a:lnTo>
                    <a:pt x="445" y="113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70" name="object 5970" descr=""/>
            <p:cNvSpPr/>
            <p:nvPr/>
          </p:nvSpPr>
          <p:spPr>
            <a:xfrm>
              <a:off x="5352064" y="7070761"/>
              <a:ext cx="175260" cy="430530"/>
            </a:xfrm>
            <a:custGeom>
              <a:avLst/>
              <a:gdLst/>
              <a:ahLst/>
              <a:cxnLst/>
              <a:rect l="l" t="t" r="r" b="b"/>
              <a:pathLst>
                <a:path w="175260" h="430529">
                  <a:moveTo>
                    <a:pt x="0" y="0"/>
                  </a:moveTo>
                  <a:lnTo>
                    <a:pt x="169593" y="430313"/>
                  </a:lnTo>
                  <a:lnTo>
                    <a:pt x="170580" y="424003"/>
                  </a:lnTo>
                  <a:lnTo>
                    <a:pt x="174646" y="400418"/>
                  </a:lnTo>
                  <a:lnTo>
                    <a:pt x="17366" y="13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1" name="object 5971" descr=""/>
            <p:cNvSpPr/>
            <p:nvPr/>
          </p:nvSpPr>
          <p:spPr>
            <a:xfrm>
              <a:off x="5352064" y="7070761"/>
              <a:ext cx="175260" cy="430530"/>
            </a:xfrm>
            <a:custGeom>
              <a:avLst/>
              <a:gdLst/>
              <a:ahLst/>
              <a:cxnLst/>
              <a:rect l="l" t="t" r="r" b="b"/>
              <a:pathLst>
                <a:path w="175260" h="430529">
                  <a:moveTo>
                    <a:pt x="174646" y="400418"/>
                  </a:moveTo>
                  <a:lnTo>
                    <a:pt x="17366" y="1343"/>
                  </a:lnTo>
                </a:path>
                <a:path w="175260" h="430529">
                  <a:moveTo>
                    <a:pt x="0" y="0"/>
                  </a:moveTo>
                  <a:lnTo>
                    <a:pt x="169593" y="430313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972" name="object 5972" descr="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5459022" y="7075565"/>
              <a:ext cx="155197" cy="247488"/>
            </a:xfrm>
            <a:prstGeom prst="rect">
              <a:avLst/>
            </a:prstGeom>
          </p:spPr>
        </p:pic>
        <p:sp>
          <p:nvSpPr>
            <p:cNvPr id="5973" name="object 5973" descr=""/>
            <p:cNvSpPr/>
            <p:nvPr/>
          </p:nvSpPr>
          <p:spPr>
            <a:xfrm>
              <a:off x="4816312" y="7082612"/>
              <a:ext cx="668655" cy="1697989"/>
            </a:xfrm>
            <a:custGeom>
              <a:avLst/>
              <a:gdLst/>
              <a:ahLst/>
              <a:cxnLst/>
              <a:rect l="l" t="t" r="r" b="b"/>
              <a:pathLst>
                <a:path w="668654" h="1697990">
                  <a:moveTo>
                    <a:pt x="16071" y="0"/>
                  </a:moveTo>
                  <a:lnTo>
                    <a:pt x="0" y="1916"/>
                  </a:lnTo>
                  <a:lnTo>
                    <a:pt x="668404" y="1697858"/>
                  </a:lnTo>
                  <a:lnTo>
                    <a:pt x="667731" y="1676388"/>
                  </a:lnTo>
                  <a:lnTo>
                    <a:pt x="666984" y="1651538"/>
                  </a:lnTo>
                  <a:lnTo>
                    <a:pt x="1607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4" name="object 5974" descr=""/>
            <p:cNvSpPr/>
            <p:nvPr/>
          </p:nvSpPr>
          <p:spPr>
            <a:xfrm>
              <a:off x="4816312" y="7082612"/>
              <a:ext cx="668655" cy="1697989"/>
            </a:xfrm>
            <a:custGeom>
              <a:avLst/>
              <a:gdLst/>
              <a:ahLst/>
              <a:cxnLst/>
              <a:rect l="l" t="t" r="r" b="b"/>
              <a:pathLst>
                <a:path w="668654" h="1697990">
                  <a:moveTo>
                    <a:pt x="666984" y="1651538"/>
                  </a:moveTo>
                  <a:lnTo>
                    <a:pt x="16071" y="0"/>
                  </a:lnTo>
                </a:path>
                <a:path w="668654" h="1697990">
                  <a:moveTo>
                    <a:pt x="0" y="1916"/>
                  </a:moveTo>
                  <a:lnTo>
                    <a:pt x="668404" y="1697858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75" name="object 5975" descr=""/>
            <p:cNvSpPr/>
            <p:nvPr/>
          </p:nvSpPr>
          <p:spPr>
            <a:xfrm>
              <a:off x="4920302" y="7072535"/>
              <a:ext cx="556895" cy="1413510"/>
            </a:xfrm>
            <a:custGeom>
              <a:avLst/>
              <a:gdLst/>
              <a:ahLst/>
              <a:cxnLst/>
              <a:rect l="l" t="t" r="r" b="b"/>
              <a:pathLst>
                <a:path w="556895" h="1413509">
                  <a:moveTo>
                    <a:pt x="16356" y="0"/>
                  </a:moveTo>
                  <a:lnTo>
                    <a:pt x="0" y="1245"/>
                  </a:lnTo>
                  <a:lnTo>
                    <a:pt x="556506" y="1413256"/>
                  </a:lnTo>
                  <a:lnTo>
                    <a:pt x="555798" y="1378547"/>
                  </a:lnTo>
                  <a:lnTo>
                    <a:pt x="555626" y="1368289"/>
                  </a:lnTo>
                  <a:lnTo>
                    <a:pt x="163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6" name="object 5976" descr=""/>
            <p:cNvSpPr/>
            <p:nvPr/>
          </p:nvSpPr>
          <p:spPr>
            <a:xfrm>
              <a:off x="4920302" y="7072535"/>
              <a:ext cx="556895" cy="1413510"/>
            </a:xfrm>
            <a:custGeom>
              <a:avLst/>
              <a:gdLst/>
              <a:ahLst/>
              <a:cxnLst/>
              <a:rect l="l" t="t" r="r" b="b"/>
              <a:pathLst>
                <a:path w="556895" h="1413509">
                  <a:moveTo>
                    <a:pt x="555626" y="1368289"/>
                  </a:moveTo>
                  <a:lnTo>
                    <a:pt x="16356" y="0"/>
                  </a:lnTo>
                </a:path>
                <a:path w="556895" h="1413509">
                  <a:moveTo>
                    <a:pt x="0" y="1245"/>
                  </a:moveTo>
                  <a:lnTo>
                    <a:pt x="556506" y="1413256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77" name="object 5977" descr=""/>
            <p:cNvSpPr/>
            <p:nvPr/>
          </p:nvSpPr>
          <p:spPr>
            <a:xfrm>
              <a:off x="5025924" y="7066485"/>
              <a:ext cx="448309" cy="1137920"/>
            </a:xfrm>
            <a:custGeom>
              <a:avLst/>
              <a:gdLst/>
              <a:ahLst/>
              <a:cxnLst/>
              <a:rect l="l" t="t" r="r" b="b"/>
              <a:pathLst>
                <a:path w="448310" h="1137920">
                  <a:moveTo>
                    <a:pt x="16577" y="0"/>
                  </a:moveTo>
                  <a:lnTo>
                    <a:pt x="10629" y="100"/>
                  </a:lnTo>
                  <a:lnTo>
                    <a:pt x="0" y="632"/>
                  </a:lnTo>
                  <a:lnTo>
                    <a:pt x="447985" y="1137312"/>
                  </a:lnTo>
                  <a:lnTo>
                    <a:pt x="448096" y="1104806"/>
                  </a:lnTo>
                  <a:lnTo>
                    <a:pt x="448192" y="1095116"/>
                  </a:lnTo>
                  <a:lnTo>
                    <a:pt x="165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8" name="object 5978" descr=""/>
            <p:cNvSpPr/>
            <p:nvPr/>
          </p:nvSpPr>
          <p:spPr>
            <a:xfrm>
              <a:off x="5025924" y="7066485"/>
              <a:ext cx="448309" cy="1137920"/>
            </a:xfrm>
            <a:custGeom>
              <a:avLst/>
              <a:gdLst/>
              <a:ahLst/>
              <a:cxnLst/>
              <a:rect l="l" t="t" r="r" b="b"/>
              <a:pathLst>
                <a:path w="448310" h="1137920">
                  <a:moveTo>
                    <a:pt x="448192" y="1095116"/>
                  </a:moveTo>
                  <a:lnTo>
                    <a:pt x="16577" y="0"/>
                  </a:lnTo>
                </a:path>
                <a:path w="448310" h="1137920">
                  <a:moveTo>
                    <a:pt x="0" y="632"/>
                  </a:moveTo>
                  <a:lnTo>
                    <a:pt x="447985" y="1137312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79" name="object 5979" descr=""/>
            <p:cNvSpPr/>
            <p:nvPr/>
          </p:nvSpPr>
          <p:spPr>
            <a:xfrm>
              <a:off x="5133921" y="7066529"/>
              <a:ext cx="347345" cy="876935"/>
            </a:xfrm>
            <a:custGeom>
              <a:avLst/>
              <a:gdLst/>
              <a:ahLst/>
              <a:cxnLst/>
              <a:rect l="l" t="t" r="r" b="b"/>
              <a:pathLst>
                <a:path w="347345" h="876934">
                  <a:moveTo>
                    <a:pt x="0" y="0"/>
                  </a:moveTo>
                  <a:lnTo>
                    <a:pt x="345406" y="876389"/>
                  </a:lnTo>
                  <a:lnTo>
                    <a:pt x="346614" y="848078"/>
                  </a:lnTo>
                  <a:lnTo>
                    <a:pt x="347140" y="838067"/>
                  </a:lnTo>
                  <a:lnTo>
                    <a:pt x="17023" y="4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0" name="object 5980" descr=""/>
            <p:cNvSpPr/>
            <p:nvPr/>
          </p:nvSpPr>
          <p:spPr>
            <a:xfrm>
              <a:off x="5133921" y="7066529"/>
              <a:ext cx="347345" cy="876935"/>
            </a:xfrm>
            <a:custGeom>
              <a:avLst/>
              <a:gdLst/>
              <a:ahLst/>
              <a:cxnLst/>
              <a:rect l="l" t="t" r="r" b="b"/>
              <a:pathLst>
                <a:path w="347345" h="876934">
                  <a:moveTo>
                    <a:pt x="347140" y="838067"/>
                  </a:moveTo>
                  <a:lnTo>
                    <a:pt x="17023" y="471"/>
                  </a:lnTo>
                </a:path>
                <a:path w="347345" h="876934">
                  <a:moveTo>
                    <a:pt x="0" y="0"/>
                  </a:moveTo>
                  <a:lnTo>
                    <a:pt x="345406" y="876389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81" name="object 5981" descr=""/>
            <p:cNvSpPr/>
            <p:nvPr/>
          </p:nvSpPr>
          <p:spPr>
            <a:xfrm>
              <a:off x="4837737" y="8194684"/>
              <a:ext cx="691515" cy="1796414"/>
            </a:xfrm>
            <a:custGeom>
              <a:avLst/>
              <a:gdLst/>
              <a:ahLst/>
              <a:cxnLst/>
              <a:rect l="l" t="t" r="r" b="b"/>
              <a:pathLst>
                <a:path w="691514" h="1796415">
                  <a:moveTo>
                    <a:pt x="0" y="0"/>
                  </a:moveTo>
                  <a:lnTo>
                    <a:pt x="73" y="42899"/>
                  </a:lnTo>
                  <a:lnTo>
                    <a:pt x="690943" y="1795818"/>
                  </a:lnTo>
                  <a:lnTo>
                    <a:pt x="688813" y="17476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2" name="object 5982" descr=""/>
            <p:cNvSpPr/>
            <p:nvPr/>
          </p:nvSpPr>
          <p:spPr>
            <a:xfrm>
              <a:off x="4837737" y="8194684"/>
              <a:ext cx="691515" cy="1796414"/>
            </a:xfrm>
            <a:custGeom>
              <a:avLst/>
              <a:gdLst/>
              <a:ahLst/>
              <a:cxnLst/>
              <a:rect l="l" t="t" r="r" b="b"/>
              <a:pathLst>
                <a:path w="691514" h="1796415">
                  <a:moveTo>
                    <a:pt x="73" y="42899"/>
                  </a:moveTo>
                  <a:lnTo>
                    <a:pt x="690943" y="1795818"/>
                  </a:lnTo>
                </a:path>
                <a:path w="691514" h="1796415">
                  <a:moveTo>
                    <a:pt x="688813" y="1747695"/>
                  </a:moveTo>
                  <a:lnTo>
                    <a:pt x="0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83" name="object 5983" descr=""/>
            <p:cNvSpPr/>
            <p:nvPr/>
          </p:nvSpPr>
          <p:spPr>
            <a:xfrm>
              <a:off x="4830457" y="7901577"/>
              <a:ext cx="685165" cy="1781175"/>
            </a:xfrm>
            <a:custGeom>
              <a:avLst/>
              <a:gdLst/>
              <a:ahLst/>
              <a:cxnLst/>
              <a:rect l="l" t="t" r="r" b="b"/>
              <a:pathLst>
                <a:path w="685164" h="1781175">
                  <a:moveTo>
                    <a:pt x="0" y="0"/>
                  </a:moveTo>
                  <a:lnTo>
                    <a:pt x="684" y="13030"/>
                  </a:lnTo>
                  <a:lnTo>
                    <a:pt x="2188" y="48274"/>
                  </a:lnTo>
                  <a:lnTo>
                    <a:pt x="684995" y="1780743"/>
                  </a:lnTo>
                  <a:lnTo>
                    <a:pt x="683075" y="17331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4" name="object 5984" descr=""/>
            <p:cNvSpPr/>
            <p:nvPr/>
          </p:nvSpPr>
          <p:spPr>
            <a:xfrm>
              <a:off x="4830457" y="7901577"/>
              <a:ext cx="685165" cy="1781175"/>
            </a:xfrm>
            <a:custGeom>
              <a:avLst/>
              <a:gdLst/>
              <a:ahLst/>
              <a:cxnLst/>
              <a:rect l="l" t="t" r="r" b="b"/>
              <a:pathLst>
                <a:path w="685164" h="1781175">
                  <a:moveTo>
                    <a:pt x="2188" y="48274"/>
                  </a:moveTo>
                  <a:lnTo>
                    <a:pt x="684995" y="1780743"/>
                  </a:lnTo>
                </a:path>
                <a:path w="685164" h="1781175">
                  <a:moveTo>
                    <a:pt x="683075" y="1733150"/>
                  </a:moveTo>
                  <a:lnTo>
                    <a:pt x="0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85" name="object 5985" descr=""/>
            <p:cNvSpPr/>
            <p:nvPr/>
          </p:nvSpPr>
          <p:spPr>
            <a:xfrm>
              <a:off x="4796053" y="7539684"/>
              <a:ext cx="708660" cy="1839595"/>
            </a:xfrm>
            <a:custGeom>
              <a:avLst/>
              <a:gdLst/>
              <a:ahLst/>
              <a:cxnLst/>
              <a:rect l="l" t="t" r="r" b="b"/>
              <a:pathLst>
                <a:path w="708660" h="1839595">
                  <a:moveTo>
                    <a:pt x="0" y="0"/>
                  </a:moveTo>
                  <a:lnTo>
                    <a:pt x="6323" y="44816"/>
                  </a:lnTo>
                  <a:lnTo>
                    <a:pt x="8916" y="65332"/>
                  </a:lnTo>
                  <a:lnTo>
                    <a:pt x="708135" y="1839428"/>
                  </a:lnTo>
                  <a:lnTo>
                    <a:pt x="706518" y="17926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6" name="object 5986" descr=""/>
            <p:cNvSpPr/>
            <p:nvPr/>
          </p:nvSpPr>
          <p:spPr>
            <a:xfrm>
              <a:off x="4796053" y="7539684"/>
              <a:ext cx="708660" cy="1839595"/>
            </a:xfrm>
            <a:custGeom>
              <a:avLst/>
              <a:gdLst/>
              <a:ahLst/>
              <a:cxnLst/>
              <a:rect l="l" t="t" r="r" b="b"/>
              <a:pathLst>
                <a:path w="708660" h="1839595">
                  <a:moveTo>
                    <a:pt x="8916" y="65332"/>
                  </a:moveTo>
                  <a:lnTo>
                    <a:pt x="708135" y="1839428"/>
                  </a:lnTo>
                </a:path>
                <a:path w="708660" h="1839595">
                  <a:moveTo>
                    <a:pt x="706518" y="1792634"/>
                  </a:moveTo>
                  <a:lnTo>
                    <a:pt x="0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87" name="object 5987" descr=""/>
            <p:cNvSpPr/>
            <p:nvPr/>
          </p:nvSpPr>
          <p:spPr>
            <a:xfrm>
              <a:off x="4714078" y="7096964"/>
              <a:ext cx="780415" cy="1982470"/>
            </a:xfrm>
            <a:custGeom>
              <a:avLst/>
              <a:gdLst/>
              <a:ahLst/>
              <a:cxnLst/>
              <a:rect l="l" t="t" r="r" b="b"/>
              <a:pathLst>
                <a:path w="780414" h="1982470">
                  <a:moveTo>
                    <a:pt x="15731" y="0"/>
                  </a:moveTo>
                  <a:lnTo>
                    <a:pt x="2414" y="2264"/>
                  </a:lnTo>
                  <a:lnTo>
                    <a:pt x="0" y="2806"/>
                  </a:lnTo>
                  <a:lnTo>
                    <a:pt x="780206" y="1982404"/>
                  </a:lnTo>
                  <a:lnTo>
                    <a:pt x="778712" y="1935911"/>
                  </a:lnTo>
                  <a:lnTo>
                    <a:pt x="157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8" name="object 5988" descr=""/>
            <p:cNvSpPr/>
            <p:nvPr/>
          </p:nvSpPr>
          <p:spPr>
            <a:xfrm>
              <a:off x="4714078" y="7096964"/>
              <a:ext cx="780415" cy="1982470"/>
            </a:xfrm>
            <a:custGeom>
              <a:avLst/>
              <a:gdLst/>
              <a:ahLst/>
              <a:cxnLst/>
              <a:rect l="l" t="t" r="r" b="b"/>
              <a:pathLst>
                <a:path w="780414" h="1982470">
                  <a:moveTo>
                    <a:pt x="778712" y="1935911"/>
                  </a:moveTo>
                  <a:lnTo>
                    <a:pt x="15731" y="0"/>
                  </a:lnTo>
                </a:path>
                <a:path w="780414" h="1982470">
                  <a:moveTo>
                    <a:pt x="0" y="2806"/>
                  </a:moveTo>
                  <a:lnTo>
                    <a:pt x="780206" y="1982404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89" name="object 5989" descr=""/>
            <p:cNvSpPr/>
            <p:nvPr/>
          </p:nvSpPr>
          <p:spPr>
            <a:xfrm>
              <a:off x="4810560" y="9227619"/>
              <a:ext cx="347980" cy="880110"/>
            </a:xfrm>
            <a:custGeom>
              <a:avLst/>
              <a:gdLst/>
              <a:ahLst/>
              <a:cxnLst/>
              <a:rect l="l" t="t" r="r" b="b"/>
              <a:pathLst>
                <a:path w="347979" h="880109">
                  <a:moveTo>
                    <a:pt x="1336" y="0"/>
                  </a:moveTo>
                  <a:lnTo>
                    <a:pt x="0" y="39338"/>
                  </a:lnTo>
                  <a:lnTo>
                    <a:pt x="331139" y="879518"/>
                  </a:lnTo>
                  <a:lnTo>
                    <a:pt x="347976" y="879518"/>
                  </a:lnTo>
                  <a:lnTo>
                    <a:pt x="13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0" name="object 5990" descr=""/>
            <p:cNvSpPr/>
            <p:nvPr/>
          </p:nvSpPr>
          <p:spPr>
            <a:xfrm>
              <a:off x="4810560" y="9227619"/>
              <a:ext cx="347980" cy="880110"/>
            </a:xfrm>
            <a:custGeom>
              <a:avLst/>
              <a:gdLst/>
              <a:ahLst/>
              <a:cxnLst/>
              <a:rect l="l" t="t" r="r" b="b"/>
              <a:pathLst>
                <a:path w="347979" h="880109">
                  <a:moveTo>
                    <a:pt x="0" y="39338"/>
                  </a:moveTo>
                  <a:lnTo>
                    <a:pt x="331139" y="879518"/>
                  </a:lnTo>
                </a:path>
                <a:path w="347979" h="880109">
                  <a:moveTo>
                    <a:pt x="347976" y="879518"/>
                  </a:moveTo>
                  <a:lnTo>
                    <a:pt x="1336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91" name="object 5991" descr=""/>
            <p:cNvSpPr/>
            <p:nvPr/>
          </p:nvSpPr>
          <p:spPr>
            <a:xfrm>
              <a:off x="4819148" y="8974785"/>
              <a:ext cx="447675" cy="1132840"/>
            </a:xfrm>
            <a:custGeom>
              <a:avLst/>
              <a:gdLst/>
              <a:ahLst/>
              <a:cxnLst/>
              <a:rect l="l" t="t" r="r" b="b"/>
              <a:pathLst>
                <a:path w="447675" h="1132840">
                  <a:moveTo>
                    <a:pt x="1335" y="0"/>
                  </a:moveTo>
                  <a:lnTo>
                    <a:pt x="0" y="39331"/>
                  </a:lnTo>
                  <a:lnTo>
                    <a:pt x="430786" y="1132352"/>
                  </a:lnTo>
                  <a:lnTo>
                    <a:pt x="447623" y="1132352"/>
                  </a:lnTo>
                  <a:lnTo>
                    <a:pt x="13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2" name="object 5992" descr=""/>
            <p:cNvSpPr/>
            <p:nvPr/>
          </p:nvSpPr>
          <p:spPr>
            <a:xfrm>
              <a:off x="4819148" y="8974785"/>
              <a:ext cx="447675" cy="1132840"/>
            </a:xfrm>
            <a:custGeom>
              <a:avLst/>
              <a:gdLst/>
              <a:ahLst/>
              <a:cxnLst/>
              <a:rect l="l" t="t" r="r" b="b"/>
              <a:pathLst>
                <a:path w="447675" h="1132840">
                  <a:moveTo>
                    <a:pt x="0" y="39331"/>
                  </a:moveTo>
                  <a:lnTo>
                    <a:pt x="430786" y="1132352"/>
                  </a:lnTo>
                </a:path>
                <a:path w="447675" h="1132840">
                  <a:moveTo>
                    <a:pt x="447623" y="1132352"/>
                  </a:moveTo>
                  <a:lnTo>
                    <a:pt x="1335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93" name="object 5993" descr=""/>
            <p:cNvSpPr/>
            <p:nvPr/>
          </p:nvSpPr>
          <p:spPr>
            <a:xfrm>
              <a:off x="4827582" y="8721192"/>
              <a:ext cx="548005" cy="1386205"/>
            </a:xfrm>
            <a:custGeom>
              <a:avLst/>
              <a:gdLst/>
              <a:ahLst/>
              <a:cxnLst/>
              <a:rect l="l" t="t" r="r" b="b"/>
              <a:pathLst>
                <a:path w="548004" h="1386204">
                  <a:moveTo>
                    <a:pt x="1195" y="0"/>
                  </a:moveTo>
                  <a:lnTo>
                    <a:pt x="0" y="39696"/>
                  </a:lnTo>
                  <a:lnTo>
                    <a:pt x="530592" y="1385944"/>
                  </a:lnTo>
                  <a:lnTo>
                    <a:pt x="547429" y="1385944"/>
                  </a:lnTo>
                  <a:lnTo>
                    <a:pt x="11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4" name="object 5994" descr=""/>
            <p:cNvSpPr/>
            <p:nvPr/>
          </p:nvSpPr>
          <p:spPr>
            <a:xfrm>
              <a:off x="4827582" y="8721192"/>
              <a:ext cx="548005" cy="1386205"/>
            </a:xfrm>
            <a:custGeom>
              <a:avLst/>
              <a:gdLst/>
              <a:ahLst/>
              <a:cxnLst/>
              <a:rect l="l" t="t" r="r" b="b"/>
              <a:pathLst>
                <a:path w="548004" h="1386204">
                  <a:moveTo>
                    <a:pt x="0" y="39696"/>
                  </a:moveTo>
                  <a:lnTo>
                    <a:pt x="530592" y="1385944"/>
                  </a:lnTo>
                </a:path>
                <a:path w="548004" h="1386204">
                  <a:moveTo>
                    <a:pt x="547429" y="1385944"/>
                  </a:moveTo>
                  <a:lnTo>
                    <a:pt x="1195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95" name="object 5995" descr=""/>
            <p:cNvSpPr/>
            <p:nvPr/>
          </p:nvSpPr>
          <p:spPr>
            <a:xfrm>
              <a:off x="4834504" y="8463218"/>
              <a:ext cx="648970" cy="1644014"/>
            </a:xfrm>
            <a:custGeom>
              <a:avLst/>
              <a:gdLst/>
              <a:ahLst/>
              <a:cxnLst/>
              <a:rect l="l" t="t" r="r" b="b"/>
              <a:pathLst>
                <a:path w="648970" h="1644015">
                  <a:moveTo>
                    <a:pt x="827" y="0"/>
                  </a:moveTo>
                  <a:lnTo>
                    <a:pt x="0" y="40612"/>
                  </a:lnTo>
                  <a:lnTo>
                    <a:pt x="631896" y="1643919"/>
                  </a:lnTo>
                  <a:lnTo>
                    <a:pt x="648733" y="1643919"/>
                  </a:lnTo>
                  <a:lnTo>
                    <a:pt x="8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6" name="object 5996" descr=""/>
            <p:cNvSpPr/>
            <p:nvPr/>
          </p:nvSpPr>
          <p:spPr>
            <a:xfrm>
              <a:off x="4834504" y="8463218"/>
              <a:ext cx="648970" cy="1644014"/>
            </a:xfrm>
            <a:custGeom>
              <a:avLst/>
              <a:gdLst/>
              <a:ahLst/>
              <a:cxnLst/>
              <a:rect l="l" t="t" r="r" b="b"/>
              <a:pathLst>
                <a:path w="648970" h="1644015">
                  <a:moveTo>
                    <a:pt x="0" y="40612"/>
                  </a:moveTo>
                  <a:lnTo>
                    <a:pt x="631896" y="1643919"/>
                  </a:lnTo>
                </a:path>
                <a:path w="648970" h="1644015">
                  <a:moveTo>
                    <a:pt x="648733" y="1643919"/>
                  </a:moveTo>
                  <a:lnTo>
                    <a:pt x="827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97" name="object 5997" descr=""/>
            <p:cNvSpPr/>
            <p:nvPr/>
          </p:nvSpPr>
          <p:spPr>
            <a:xfrm>
              <a:off x="4781697" y="9978914"/>
              <a:ext cx="52705" cy="128270"/>
            </a:xfrm>
            <a:custGeom>
              <a:avLst/>
              <a:gdLst/>
              <a:ahLst/>
              <a:cxnLst/>
              <a:rect l="l" t="t" r="r" b="b"/>
              <a:pathLst>
                <a:path w="52704" h="128270">
                  <a:moveTo>
                    <a:pt x="1589" y="0"/>
                  </a:moveTo>
                  <a:lnTo>
                    <a:pt x="0" y="38666"/>
                  </a:lnTo>
                  <a:lnTo>
                    <a:pt x="35297" y="128223"/>
                  </a:lnTo>
                  <a:lnTo>
                    <a:pt x="52124" y="128223"/>
                  </a:lnTo>
                  <a:lnTo>
                    <a:pt x="158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8" name="object 5998" descr=""/>
            <p:cNvSpPr/>
            <p:nvPr/>
          </p:nvSpPr>
          <p:spPr>
            <a:xfrm>
              <a:off x="4781697" y="9978914"/>
              <a:ext cx="52705" cy="128270"/>
            </a:xfrm>
            <a:custGeom>
              <a:avLst/>
              <a:gdLst/>
              <a:ahLst/>
              <a:cxnLst/>
              <a:rect l="l" t="t" r="r" b="b"/>
              <a:pathLst>
                <a:path w="52704" h="128270">
                  <a:moveTo>
                    <a:pt x="0" y="38666"/>
                  </a:moveTo>
                  <a:lnTo>
                    <a:pt x="35297" y="128223"/>
                  </a:lnTo>
                </a:path>
                <a:path w="52704" h="128270">
                  <a:moveTo>
                    <a:pt x="52124" y="128223"/>
                  </a:moveTo>
                  <a:lnTo>
                    <a:pt x="1589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99" name="object 5999" descr=""/>
            <p:cNvSpPr/>
            <p:nvPr/>
          </p:nvSpPr>
          <p:spPr>
            <a:xfrm>
              <a:off x="4791853" y="9729908"/>
              <a:ext cx="150495" cy="377825"/>
            </a:xfrm>
            <a:custGeom>
              <a:avLst/>
              <a:gdLst/>
              <a:ahLst/>
              <a:cxnLst/>
              <a:rect l="l" t="t" r="r" b="b"/>
              <a:pathLst>
                <a:path w="150495" h="377825">
                  <a:moveTo>
                    <a:pt x="1531" y="0"/>
                  </a:moveTo>
                  <a:lnTo>
                    <a:pt x="902" y="16690"/>
                  </a:lnTo>
                  <a:lnTo>
                    <a:pt x="0" y="38834"/>
                  </a:lnTo>
                  <a:lnTo>
                    <a:pt x="133369" y="377229"/>
                  </a:lnTo>
                  <a:lnTo>
                    <a:pt x="150206" y="377229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0" name="object 6000" descr=""/>
            <p:cNvSpPr/>
            <p:nvPr/>
          </p:nvSpPr>
          <p:spPr>
            <a:xfrm>
              <a:off x="4791853" y="9729908"/>
              <a:ext cx="150495" cy="377825"/>
            </a:xfrm>
            <a:custGeom>
              <a:avLst/>
              <a:gdLst/>
              <a:ahLst/>
              <a:cxnLst/>
              <a:rect l="l" t="t" r="r" b="b"/>
              <a:pathLst>
                <a:path w="150495" h="377825">
                  <a:moveTo>
                    <a:pt x="0" y="38834"/>
                  </a:moveTo>
                  <a:lnTo>
                    <a:pt x="133369" y="377229"/>
                  </a:lnTo>
                </a:path>
                <a:path w="150495" h="377825">
                  <a:moveTo>
                    <a:pt x="150206" y="377229"/>
                  </a:moveTo>
                  <a:lnTo>
                    <a:pt x="1531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01" name="object 6001" descr=""/>
            <p:cNvSpPr/>
            <p:nvPr/>
          </p:nvSpPr>
          <p:spPr>
            <a:xfrm>
              <a:off x="4801363" y="9479253"/>
              <a:ext cx="249554" cy="628015"/>
            </a:xfrm>
            <a:custGeom>
              <a:avLst/>
              <a:gdLst/>
              <a:ahLst/>
              <a:cxnLst/>
              <a:rect l="l" t="t" r="r" b="b"/>
              <a:pathLst>
                <a:path w="249554" h="628015">
                  <a:moveTo>
                    <a:pt x="1469" y="0"/>
                  </a:moveTo>
                  <a:lnTo>
                    <a:pt x="0" y="38985"/>
                  </a:lnTo>
                  <a:lnTo>
                    <a:pt x="232098" y="627883"/>
                  </a:lnTo>
                  <a:lnTo>
                    <a:pt x="248935" y="627883"/>
                  </a:lnTo>
                  <a:lnTo>
                    <a:pt x="146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2" name="object 6002" descr=""/>
            <p:cNvSpPr/>
            <p:nvPr/>
          </p:nvSpPr>
          <p:spPr>
            <a:xfrm>
              <a:off x="4801363" y="9479253"/>
              <a:ext cx="249554" cy="628015"/>
            </a:xfrm>
            <a:custGeom>
              <a:avLst/>
              <a:gdLst/>
              <a:ahLst/>
              <a:cxnLst/>
              <a:rect l="l" t="t" r="r" b="b"/>
              <a:pathLst>
                <a:path w="249554" h="628015">
                  <a:moveTo>
                    <a:pt x="0" y="38985"/>
                  </a:moveTo>
                  <a:lnTo>
                    <a:pt x="232098" y="627883"/>
                  </a:lnTo>
                </a:path>
                <a:path w="249554" h="628015">
                  <a:moveTo>
                    <a:pt x="248935" y="627883"/>
                  </a:moveTo>
                  <a:lnTo>
                    <a:pt x="1469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03" name="object 6003" descr=""/>
            <p:cNvSpPr/>
            <p:nvPr/>
          </p:nvSpPr>
          <p:spPr>
            <a:xfrm>
              <a:off x="4694277" y="7065540"/>
              <a:ext cx="923290" cy="3041650"/>
            </a:xfrm>
            <a:custGeom>
              <a:avLst/>
              <a:gdLst/>
              <a:ahLst/>
              <a:cxnLst/>
              <a:rect l="l" t="t" r="r" b="b"/>
              <a:pathLst>
                <a:path w="923289" h="3041650">
                  <a:moveTo>
                    <a:pt x="923123" y="38672"/>
                  </a:moveTo>
                  <a:lnTo>
                    <a:pt x="865729" y="27706"/>
                  </a:lnTo>
                  <a:lnTo>
                    <a:pt x="820032" y="21248"/>
                  </a:lnTo>
                  <a:lnTo>
                    <a:pt x="766255" y="14834"/>
                  </a:lnTo>
                  <a:lnTo>
                    <a:pt x="706837" y="8982"/>
                  </a:lnTo>
                  <a:lnTo>
                    <a:pt x="644219" y="4213"/>
                  </a:lnTo>
                  <a:lnTo>
                    <a:pt x="580840" y="1045"/>
                  </a:lnTo>
                  <a:lnTo>
                    <a:pt x="519139" y="0"/>
                  </a:lnTo>
                  <a:lnTo>
                    <a:pt x="461556" y="1595"/>
                  </a:lnTo>
                  <a:lnTo>
                    <a:pt x="403974" y="0"/>
                  </a:lnTo>
                  <a:lnTo>
                    <a:pt x="342274" y="1045"/>
                  </a:lnTo>
                  <a:lnTo>
                    <a:pt x="278896" y="4213"/>
                  </a:lnTo>
                  <a:lnTo>
                    <a:pt x="216279" y="8982"/>
                  </a:lnTo>
                  <a:lnTo>
                    <a:pt x="156863" y="14834"/>
                  </a:lnTo>
                  <a:lnTo>
                    <a:pt x="103088" y="21248"/>
                  </a:lnTo>
                  <a:lnTo>
                    <a:pt x="57393" y="27706"/>
                  </a:lnTo>
                  <a:lnTo>
                    <a:pt x="0" y="38672"/>
                  </a:lnTo>
                  <a:lnTo>
                    <a:pt x="13623" y="81531"/>
                  </a:lnTo>
                  <a:lnTo>
                    <a:pt x="26422" y="124430"/>
                  </a:lnTo>
                  <a:lnTo>
                    <a:pt x="38418" y="167410"/>
                  </a:lnTo>
                  <a:lnTo>
                    <a:pt x="49632" y="210510"/>
                  </a:lnTo>
                  <a:lnTo>
                    <a:pt x="60087" y="253771"/>
                  </a:lnTo>
                  <a:lnTo>
                    <a:pt x="69805" y="297232"/>
                  </a:lnTo>
                  <a:lnTo>
                    <a:pt x="78808" y="340935"/>
                  </a:lnTo>
                  <a:lnTo>
                    <a:pt x="87117" y="384919"/>
                  </a:lnTo>
                  <a:lnTo>
                    <a:pt x="94754" y="429224"/>
                  </a:lnTo>
                  <a:lnTo>
                    <a:pt x="101741" y="473891"/>
                  </a:lnTo>
                  <a:lnTo>
                    <a:pt x="108100" y="518960"/>
                  </a:lnTo>
                  <a:lnTo>
                    <a:pt x="113852" y="564470"/>
                  </a:lnTo>
                  <a:lnTo>
                    <a:pt x="119021" y="610463"/>
                  </a:lnTo>
                  <a:lnTo>
                    <a:pt x="123627" y="656978"/>
                  </a:lnTo>
                  <a:lnTo>
                    <a:pt x="127692" y="704056"/>
                  </a:lnTo>
                  <a:lnTo>
                    <a:pt x="131239" y="751737"/>
                  </a:lnTo>
                  <a:lnTo>
                    <a:pt x="134289" y="800060"/>
                  </a:lnTo>
                  <a:lnTo>
                    <a:pt x="136863" y="849066"/>
                  </a:lnTo>
                  <a:lnTo>
                    <a:pt x="138985" y="898796"/>
                  </a:lnTo>
                  <a:lnTo>
                    <a:pt x="140676" y="949289"/>
                  </a:lnTo>
                  <a:lnTo>
                    <a:pt x="141957" y="1000586"/>
                  </a:lnTo>
                  <a:lnTo>
                    <a:pt x="142850" y="1052727"/>
                  </a:lnTo>
                  <a:lnTo>
                    <a:pt x="143378" y="1105751"/>
                  </a:lnTo>
                  <a:lnTo>
                    <a:pt x="143562" y="1159700"/>
                  </a:lnTo>
                  <a:lnTo>
                    <a:pt x="143424" y="1214614"/>
                  </a:lnTo>
                  <a:lnTo>
                    <a:pt x="142986" y="1270531"/>
                  </a:lnTo>
                  <a:lnTo>
                    <a:pt x="142270" y="1327494"/>
                  </a:lnTo>
                  <a:lnTo>
                    <a:pt x="141298" y="1385541"/>
                  </a:lnTo>
                  <a:lnTo>
                    <a:pt x="140091" y="1444714"/>
                  </a:lnTo>
                  <a:lnTo>
                    <a:pt x="138671" y="1505052"/>
                  </a:lnTo>
                  <a:lnTo>
                    <a:pt x="137061" y="1566595"/>
                  </a:lnTo>
                  <a:lnTo>
                    <a:pt x="135282" y="1629385"/>
                  </a:lnTo>
                  <a:lnTo>
                    <a:pt x="133356" y="1693460"/>
                  </a:lnTo>
                  <a:lnTo>
                    <a:pt x="131304" y="1758861"/>
                  </a:lnTo>
                  <a:lnTo>
                    <a:pt x="113772" y="2275221"/>
                  </a:lnTo>
                  <a:lnTo>
                    <a:pt x="98478" y="2681058"/>
                  </a:lnTo>
                  <a:lnTo>
                    <a:pt x="87660" y="2946480"/>
                  </a:lnTo>
                  <a:lnTo>
                    <a:pt x="83557" y="3041596"/>
                  </a:lnTo>
                  <a:lnTo>
                    <a:pt x="461556" y="3041596"/>
                  </a:lnTo>
                  <a:lnTo>
                    <a:pt x="839566" y="3041596"/>
                  </a:lnTo>
                  <a:lnTo>
                    <a:pt x="825391" y="2721258"/>
                  </a:lnTo>
                  <a:lnTo>
                    <a:pt x="815692" y="2480861"/>
                  </a:lnTo>
                  <a:lnTo>
                    <a:pt x="805993" y="2200147"/>
                  </a:lnTo>
                  <a:lnTo>
                    <a:pt x="791818" y="1758861"/>
                  </a:lnTo>
                  <a:lnTo>
                    <a:pt x="789767" y="1693460"/>
                  </a:lnTo>
                  <a:lnTo>
                    <a:pt x="787841" y="1629385"/>
                  </a:lnTo>
                  <a:lnTo>
                    <a:pt x="786062" y="1566595"/>
                  </a:lnTo>
                  <a:lnTo>
                    <a:pt x="784452" y="1505052"/>
                  </a:lnTo>
                  <a:lnTo>
                    <a:pt x="783032" y="1444714"/>
                  </a:lnTo>
                  <a:lnTo>
                    <a:pt x="781825" y="1385541"/>
                  </a:lnTo>
                  <a:lnTo>
                    <a:pt x="780853" y="1327494"/>
                  </a:lnTo>
                  <a:lnTo>
                    <a:pt x="780137" y="1270531"/>
                  </a:lnTo>
                  <a:lnTo>
                    <a:pt x="779699" y="1214614"/>
                  </a:lnTo>
                  <a:lnTo>
                    <a:pt x="779561" y="1159700"/>
                  </a:lnTo>
                  <a:lnTo>
                    <a:pt x="779745" y="1105751"/>
                  </a:lnTo>
                  <a:lnTo>
                    <a:pt x="780273" y="1052727"/>
                  </a:lnTo>
                  <a:lnTo>
                    <a:pt x="781166" y="1000586"/>
                  </a:lnTo>
                  <a:lnTo>
                    <a:pt x="782447" y="949289"/>
                  </a:lnTo>
                  <a:lnTo>
                    <a:pt x="784138" y="898796"/>
                  </a:lnTo>
                  <a:lnTo>
                    <a:pt x="786259" y="849066"/>
                  </a:lnTo>
                  <a:lnTo>
                    <a:pt x="788834" y="800060"/>
                  </a:lnTo>
                  <a:lnTo>
                    <a:pt x="791884" y="751737"/>
                  </a:lnTo>
                  <a:lnTo>
                    <a:pt x="795431" y="704056"/>
                  </a:lnTo>
                  <a:lnTo>
                    <a:pt x="799496" y="656978"/>
                  </a:lnTo>
                  <a:lnTo>
                    <a:pt x="804102" y="610463"/>
                  </a:lnTo>
                  <a:lnTo>
                    <a:pt x="809270" y="564470"/>
                  </a:lnTo>
                  <a:lnTo>
                    <a:pt x="815023" y="518960"/>
                  </a:lnTo>
                  <a:lnTo>
                    <a:pt x="821382" y="473891"/>
                  </a:lnTo>
                  <a:lnTo>
                    <a:pt x="828369" y="429224"/>
                  </a:lnTo>
                  <a:lnTo>
                    <a:pt x="836006" y="384919"/>
                  </a:lnTo>
                  <a:lnTo>
                    <a:pt x="844315" y="340935"/>
                  </a:lnTo>
                  <a:lnTo>
                    <a:pt x="853317" y="297232"/>
                  </a:lnTo>
                  <a:lnTo>
                    <a:pt x="863035" y="253771"/>
                  </a:lnTo>
                  <a:lnTo>
                    <a:pt x="873491" y="210510"/>
                  </a:lnTo>
                  <a:lnTo>
                    <a:pt x="884705" y="167410"/>
                  </a:lnTo>
                  <a:lnTo>
                    <a:pt x="896701" y="124430"/>
                  </a:lnTo>
                  <a:lnTo>
                    <a:pt x="909500" y="81531"/>
                  </a:lnTo>
                  <a:lnTo>
                    <a:pt x="923123" y="38672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6004" name="object 6004" descr=""/>
          <p:cNvPicPr/>
          <p:nvPr/>
        </p:nvPicPr>
        <p:blipFill>
          <a:blip r:embed="rId24" cstate="print"/>
          <a:stretch>
            <a:fillRect/>
          </a:stretch>
        </p:blipFill>
        <p:spPr>
          <a:xfrm>
            <a:off x="3024220" y="7115297"/>
            <a:ext cx="723396" cy="2997071"/>
          </a:xfrm>
          <a:prstGeom prst="rect">
            <a:avLst/>
          </a:prstGeom>
        </p:spPr>
      </p:pic>
      <p:grpSp>
        <p:nvGrpSpPr>
          <p:cNvPr id="6005" name="object 6005" descr=""/>
          <p:cNvGrpSpPr/>
          <p:nvPr/>
        </p:nvGrpSpPr>
        <p:grpSpPr>
          <a:xfrm>
            <a:off x="2058027" y="7354781"/>
            <a:ext cx="815340" cy="2757805"/>
            <a:chOff x="2058027" y="7354781"/>
            <a:chExt cx="815340" cy="2757805"/>
          </a:xfrm>
        </p:grpSpPr>
        <p:sp>
          <p:nvSpPr>
            <p:cNvPr id="6006" name="object 6006" descr=""/>
            <p:cNvSpPr/>
            <p:nvPr/>
          </p:nvSpPr>
          <p:spPr>
            <a:xfrm>
              <a:off x="2063254" y="7360024"/>
              <a:ext cx="804545" cy="2747645"/>
            </a:xfrm>
            <a:custGeom>
              <a:avLst/>
              <a:gdLst/>
              <a:ahLst/>
              <a:cxnLst/>
              <a:rect l="l" t="t" r="r" b="b"/>
              <a:pathLst>
                <a:path w="804544" h="2747645">
                  <a:moveTo>
                    <a:pt x="804494" y="255803"/>
                  </a:moveTo>
                  <a:lnTo>
                    <a:pt x="663600" y="218732"/>
                  </a:lnTo>
                  <a:lnTo>
                    <a:pt x="734047" y="0"/>
                  </a:lnTo>
                  <a:lnTo>
                    <a:pt x="48196" y="107505"/>
                  </a:lnTo>
                  <a:lnTo>
                    <a:pt x="96380" y="496773"/>
                  </a:lnTo>
                  <a:lnTo>
                    <a:pt x="0" y="526440"/>
                  </a:lnTo>
                  <a:lnTo>
                    <a:pt x="9372" y="621334"/>
                  </a:lnTo>
                  <a:lnTo>
                    <a:pt x="6527" y="621334"/>
                  </a:lnTo>
                  <a:lnTo>
                    <a:pt x="9182" y="659892"/>
                  </a:lnTo>
                  <a:lnTo>
                    <a:pt x="13182" y="659892"/>
                  </a:lnTo>
                  <a:lnTo>
                    <a:pt x="45072" y="982383"/>
                  </a:lnTo>
                  <a:lnTo>
                    <a:pt x="68580" y="1365681"/>
                  </a:lnTo>
                  <a:lnTo>
                    <a:pt x="78193" y="1884527"/>
                  </a:lnTo>
                  <a:lnTo>
                    <a:pt x="81559" y="2747111"/>
                  </a:lnTo>
                  <a:lnTo>
                    <a:pt x="763701" y="2747111"/>
                  </a:lnTo>
                  <a:lnTo>
                    <a:pt x="759498" y="2693441"/>
                  </a:lnTo>
                  <a:lnTo>
                    <a:pt x="755269" y="2616822"/>
                  </a:lnTo>
                  <a:lnTo>
                    <a:pt x="753148" y="2571013"/>
                  </a:lnTo>
                  <a:lnTo>
                    <a:pt x="748969" y="2466632"/>
                  </a:lnTo>
                  <a:lnTo>
                    <a:pt x="744880" y="2348179"/>
                  </a:lnTo>
                  <a:lnTo>
                    <a:pt x="740956" y="2219198"/>
                  </a:lnTo>
                  <a:lnTo>
                    <a:pt x="735482" y="2013775"/>
                  </a:lnTo>
                  <a:lnTo>
                    <a:pt x="730669" y="1804670"/>
                  </a:lnTo>
                  <a:lnTo>
                    <a:pt x="726706" y="1603857"/>
                  </a:lnTo>
                  <a:lnTo>
                    <a:pt x="723760" y="1423327"/>
                  </a:lnTo>
                  <a:lnTo>
                    <a:pt x="722033" y="1275067"/>
                  </a:lnTo>
                  <a:lnTo>
                    <a:pt x="721639" y="1200073"/>
                  </a:lnTo>
                  <a:lnTo>
                    <a:pt x="721918" y="1148308"/>
                  </a:lnTo>
                  <a:lnTo>
                    <a:pt x="722325" y="1132243"/>
                  </a:lnTo>
                  <a:lnTo>
                    <a:pt x="722922" y="1123315"/>
                  </a:lnTo>
                  <a:lnTo>
                    <a:pt x="728370" y="1078471"/>
                  </a:lnTo>
                  <a:lnTo>
                    <a:pt x="738682" y="973162"/>
                  </a:lnTo>
                  <a:lnTo>
                    <a:pt x="761504" y="726046"/>
                  </a:lnTo>
                  <a:lnTo>
                    <a:pt x="804494" y="25580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7" name="object 6007" descr=""/>
            <p:cNvSpPr/>
            <p:nvPr/>
          </p:nvSpPr>
          <p:spPr>
            <a:xfrm>
              <a:off x="2069792" y="7981348"/>
              <a:ext cx="764540" cy="38735"/>
            </a:xfrm>
            <a:custGeom>
              <a:avLst/>
              <a:gdLst/>
              <a:ahLst/>
              <a:cxnLst/>
              <a:rect l="l" t="t" r="r" b="b"/>
              <a:pathLst>
                <a:path w="764539" h="38734">
                  <a:moveTo>
                    <a:pt x="760766" y="38564"/>
                  </a:moveTo>
                  <a:lnTo>
                    <a:pt x="764322" y="0"/>
                  </a:lnTo>
                  <a:lnTo>
                    <a:pt x="0" y="0"/>
                  </a:lnTo>
                  <a:lnTo>
                    <a:pt x="2651" y="38564"/>
                  </a:lnTo>
                  <a:lnTo>
                    <a:pt x="760766" y="38564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08" name="object 6008" descr=""/>
            <p:cNvSpPr/>
            <p:nvPr/>
          </p:nvSpPr>
          <p:spPr>
            <a:xfrm>
              <a:off x="2068339" y="7960218"/>
              <a:ext cx="768350" cy="21590"/>
            </a:xfrm>
            <a:custGeom>
              <a:avLst/>
              <a:gdLst/>
              <a:ahLst/>
              <a:cxnLst/>
              <a:rect l="l" t="t" r="r" b="b"/>
              <a:pathLst>
                <a:path w="768350" h="21590">
                  <a:moveTo>
                    <a:pt x="767723" y="0"/>
                  </a:moveTo>
                  <a:lnTo>
                    <a:pt x="0" y="0"/>
                  </a:lnTo>
                  <a:lnTo>
                    <a:pt x="1453" y="21130"/>
                  </a:lnTo>
                  <a:lnTo>
                    <a:pt x="765775" y="21130"/>
                  </a:lnTo>
                  <a:lnTo>
                    <a:pt x="7677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9" name="object 6009" descr=""/>
            <p:cNvSpPr/>
            <p:nvPr/>
          </p:nvSpPr>
          <p:spPr>
            <a:xfrm>
              <a:off x="2068339" y="7960218"/>
              <a:ext cx="768350" cy="21590"/>
            </a:xfrm>
            <a:custGeom>
              <a:avLst/>
              <a:gdLst/>
              <a:ahLst/>
              <a:cxnLst/>
              <a:rect l="l" t="t" r="r" b="b"/>
              <a:pathLst>
                <a:path w="768350" h="21590">
                  <a:moveTo>
                    <a:pt x="767723" y="0"/>
                  </a:moveTo>
                  <a:lnTo>
                    <a:pt x="765775" y="21130"/>
                  </a:lnTo>
                  <a:lnTo>
                    <a:pt x="1453" y="21130"/>
                  </a:lnTo>
                  <a:lnTo>
                    <a:pt x="0" y="0"/>
                  </a:lnTo>
                  <a:lnTo>
                    <a:pt x="767723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10" name="object 6010" descr=""/>
            <p:cNvSpPr/>
            <p:nvPr/>
          </p:nvSpPr>
          <p:spPr>
            <a:xfrm>
              <a:off x="2065688" y="7921664"/>
              <a:ext cx="774065" cy="38735"/>
            </a:xfrm>
            <a:custGeom>
              <a:avLst/>
              <a:gdLst/>
              <a:ahLst/>
              <a:cxnLst/>
              <a:rect l="l" t="t" r="r" b="b"/>
              <a:pathLst>
                <a:path w="774064" h="38734">
                  <a:moveTo>
                    <a:pt x="773930" y="0"/>
                  </a:moveTo>
                  <a:lnTo>
                    <a:pt x="0" y="0"/>
                  </a:lnTo>
                  <a:lnTo>
                    <a:pt x="2651" y="38564"/>
                  </a:lnTo>
                  <a:lnTo>
                    <a:pt x="770374" y="38564"/>
                  </a:lnTo>
                  <a:lnTo>
                    <a:pt x="77393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1" name="object 6011" descr=""/>
            <p:cNvSpPr/>
            <p:nvPr/>
          </p:nvSpPr>
          <p:spPr>
            <a:xfrm>
              <a:off x="2065688" y="7921664"/>
              <a:ext cx="774065" cy="38735"/>
            </a:xfrm>
            <a:custGeom>
              <a:avLst/>
              <a:gdLst/>
              <a:ahLst/>
              <a:cxnLst/>
              <a:rect l="l" t="t" r="r" b="b"/>
              <a:pathLst>
                <a:path w="774064" h="38734">
                  <a:moveTo>
                    <a:pt x="770374" y="38564"/>
                  </a:moveTo>
                  <a:lnTo>
                    <a:pt x="773930" y="0"/>
                  </a:lnTo>
                  <a:lnTo>
                    <a:pt x="0" y="0"/>
                  </a:lnTo>
                  <a:lnTo>
                    <a:pt x="2651" y="38564"/>
                  </a:lnTo>
                  <a:lnTo>
                    <a:pt x="770374" y="38564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12" name="object 6012" descr=""/>
            <p:cNvSpPr/>
            <p:nvPr/>
          </p:nvSpPr>
          <p:spPr>
            <a:xfrm>
              <a:off x="2064236" y="7900544"/>
              <a:ext cx="777875" cy="21590"/>
            </a:xfrm>
            <a:custGeom>
              <a:avLst/>
              <a:gdLst/>
              <a:ahLst/>
              <a:cxnLst/>
              <a:rect l="l" t="t" r="r" b="b"/>
              <a:pathLst>
                <a:path w="777875" h="21590">
                  <a:moveTo>
                    <a:pt x="777330" y="0"/>
                  </a:moveTo>
                  <a:lnTo>
                    <a:pt x="0" y="0"/>
                  </a:lnTo>
                  <a:lnTo>
                    <a:pt x="1452" y="21119"/>
                  </a:lnTo>
                  <a:lnTo>
                    <a:pt x="775382" y="21119"/>
                  </a:lnTo>
                  <a:lnTo>
                    <a:pt x="77733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3" name="object 6013" descr=""/>
            <p:cNvSpPr/>
            <p:nvPr/>
          </p:nvSpPr>
          <p:spPr>
            <a:xfrm>
              <a:off x="2064236" y="7900544"/>
              <a:ext cx="777875" cy="21590"/>
            </a:xfrm>
            <a:custGeom>
              <a:avLst/>
              <a:gdLst/>
              <a:ahLst/>
              <a:cxnLst/>
              <a:rect l="l" t="t" r="r" b="b"/>
              <a:pathLst>
                <a:path w="777875" h="21590">
                  <a:moveTo>
                    <a:pt x="777330" y="0"/>
                  </a:moveTo>
                  <a:lnTo>
                    <a:pt x="775382" y="21119"/>
                  </a:lnTo>
                  <a:lnTo>
                    <a:pt x="1452" y="21119"/>
                  </a:lnTo>
                  <a:lnTo>
                    <a:pt x="0" y="0"/>
                  </a:lnTo>
                  <a:lnTo>
                    <a:pt x="777330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14" name="object 6014" descr=""/>
            <p:cNvSpPr/>
            <p:nvPr/>
          </p:nvSpPr>
          <p:spPr>
            <a:xfrm>
              <a:off x="2063267" y="7861970"/>
              <a:ext cx="782320" cy="38735"/>
            </a:xfrm>
            <a:custGeom>
              <a:avLst/>
              <a:gdLst/>
              <a:ahLst/>
              <a:cxnLst/>
              <a:rect l="l" t="t" r="r" b="b"/>
              <a:pathLst>
                <a:path w="782319" h="38734">
                  <a:moveTo>
                    <a:pt x="781856" y="0"/>
                  </a:moveTo>
                  <a:lnTo>
                    <a:pt x="79571" y="0"/>
                  </a:lnTo>
                  <a:lnTo>
                    <a:pt x="0" y="24480"/>
                  </a:lnTo>
                  <a:lnTo>
                    <a:pt x="969" y="38574"/>
                  </a:lnTo>
                  <a:lnTo>
                    <a:pt x="778299" y="38574"/>
                  </a:lnTo>
                  <a:lnTo>
                    <a:pt x="7818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5" name="object 6015" descr=""/>
            <p:cNvSpPr/>
            <p:nvPr/>
          </p:nvSpPr>
          <p:spPr>
            <a:xfrm>
              <a:off x="2063267" y="7861970"/>
              <a:ext cx="782320" cy="38735"/>
            </a:xfrm>
            <a:custGeom>
              <a:avLst/>
              <a:gdLst/>
              <a:ahLst/>
              <a:cxnLst/>
              <a:rect l="l" t="t" r="r" b="b"/>
              <a:pathLst>
                <a:path w="782319" h="38734">
                  <a:moveTo>
                    <a:pt x="778299" y="38574"/>
                  </a:moveTo>
                  <a:lnTo>
                    <a:pt x="781856" y="0"/>
                  </a:lnTo>
                  <a:lnTo>
                    <a:pt x="79571" y="0"/>
                  </a:lnTo>
                  <a:lnTo>
                    <a:pt x="0" y="24480"/>
                  </a:lnTo>
                  <a:lnTo>
                    <a:pt x="969" y="38574"/>
                  </a:lnTo>
                  <a:lnTo>
                    <a:pt x="778299" y="38574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16" name="object 6016" descr=""/>
            <p:cNvSpPr/>
            <p:nvPr/>
          </p:nvSpPr>
          <p:spPr>
            <a:xfrm>
              <a:off x="2142838" y="7840850"/>
              <a:ext cx="704850" cy="21590"/>
            </a:xfrm>
            <a:custGeom>
              <a:avLst/>
              <a:gdLst/>
              <a:ahLst/>
              <a:cxnLst/>
              <a:rect l="l" t="t" r="r" b="b"/>
              <a:pathLst>
                <a:path w="704850" h="21590">
                  <a:moveTo>
                    <a:pt x="704232" y="0"/>
                  </a:moveTo>
                  <a:lnTo>
                    <a:pt x="14838" y="0"/>
                  </a:lnTo>
                  <a:lnTo>
                    <a:pt x="16812" y="15947"/>
                  </a:lnTo>
                  <a:lnTo>
                    <a:pt x="0" y="21119"/>
                  </a:lnTo>
                  <a:lnTo>
                    <a:pt x="702285" y="21119"/>
                  </a:lnTo>
                  <a:lnTo>
                    <a:pt x="7042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7" name="object 6017" descr=""/>
            <p:cNvSpPr/>
            <p:nvPr/>
          </p:nvSpPr>
          <p:spPr>
            <a:xfrm>
              <a:off x="2142838" y="7840850"/>
              <a:ext cx="704850" cy="21590"/>
            </a:xfrm>
            <a:custGeom>
              <a:avLst/>
              <a:gdLst/>
              <a:ahLst/>
              <a:cxnLst/>
              <a:rect l="l" t="t" r="r" b="b"/>
              <a:pathLst>
                <a:path w="704850" h="21590">
                  <a:moveTo>
                    <a:pt x="704232" y="0"/>
                  </a:moveTo>
                  <a:lnTo>
                    <a:pt x="702285" y="21119"/>
                  </a:lnTo>
                  <a:lnTo>
                    <a:pt x="0" y="21119"/>
                  </a:lnTo>
                  <a:lnTo>
                    <a:pt x="16812" y="15947"/>
                  </a:lnTo>
                  <a:lnTo>
                    <a:pt x="14838" y="0"/>
                  </a:lnTo>
                  <a:lnTo>
                    <a:pt x="704232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18" name="object 6018" descr=""/>
            <p:cNvSpPr/>
            <p:nvPr/>
          </p:nvSpPr>
          <p:spPr>
            <a:xfrm>
              <a:off x="2152900" y="7802275"/>
              <a:ext cx="697865" cy="38735"/>
            </a:xfrm>
            <a:custGeom>
              <a:avLst/>
              <a:gdLst/>
              <a:ahLst/>
              <a:cxnLst/>
              <a:rect l="l" t="t" r="r" b="b"/>
              <a:pathLst>
                <a:path w="697864" h="38734">
                  <a:moveTo>
                    <a:pt x="697727" y="0"/>
                  </a:moveTo>
                  <a:lnTo>
                    <a:pt x="0" y="0"/>
                  </a:lnTo>
                  <a:lnTo>
                    <a:pt x="4774" y="38564"/>
                  </a:lnTo>
                  <a:lnTo>
                    <a:pt x="694171" y="38564"/>
                  </a:lnTo>
                  <a:lnTo>
                    <a:pt x="6977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9" name="object 6019" descr=""/>
            <p:cNvSpPr/>
            <p:nvPr/>
          </p:nvSpPr>
          <p:spPr>
            <a:xfrm>
              <a:off x="2152900" y="7802275"/>
              <a:ext cx="697865" cy="38735"/>
            </a:xfrm>
            <a:custGeom>
              <a:avLst/>
              <a:gdLst/>
              <a:ahLst/>
              <a:cxnLst/>
              <a:rect l="l" t="t" r="r" b="b"/>
              <a:pathLst>
                <a:path w="697864" h="38734">
                  <a:moveTo>
                    <a:pt x="694171" y="38564"/>
                  </a:moveTo>
                  <a:lnTo>
                    <a:pt x="697727" y="0"/>
                  </a:lnTo>
                  <a:lnTo>
                    <a:pt x="0" y="0"/>
                  </a:lnTo>
                  <a:lnTo>
                    <a:pt x="4774" y="38564"/>
                  </a:lnTo>
                  <a:lnTo>
                    <a:pt x="694171" y="38564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20" name="object 6020" descr=""/>
            <p:cNvSpPr/>
            <p:nvPr/>
          </p:nvSpPr>
          <p:spPr>
            <a:xfrm>
              <a:off x="2150285" y="7781155"/>
              <a:ext cx="702310" cy="21590"/>
            </a:xfrm>
            <a:custGeom>
              <a:avLst/>
              <a:gdLst/>
              <a:ahLst/>
              <a:cxnLst/>
              <a:rect l="l" t="t" r="r" b="b"/>
              <a:pathLst>
                <a:path w="702310" h="21590">
                  <a:moveTo>
                    <a:pt x="702290" y="0"/>
                  </a:moveTo>
                  <a:lnTo>
                    <a:pt x="0" y="0"/>
                  </a:lnTo>
                  <a:lnTo>
                    <a:pt x="2614" y="21119"/>
                  </a:lnTo>
                  <a:lnTo>
                    <a:pt x="700342" y="21119"/>
                  </a:lnTo>
                  <a:lnTo>
                    <a:pt x="70229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1" name="object 6021" descr=""/>
            <p:cNvSpPr/>
            <p:nvPr/>
          </p:nvSpPr>
          <p:spPr>
            <a:xfrm>
              <a:off x="2150285" y="7781155"/>
              <a:ext cx="702310" cy="21590"/>
            </a:xfrm>
            <a:custGeom>
              <a:avLst/>
              <a:gdLst/>
              <a:ahLst/>
              <a:cxnLst/>
              <a:rect l="l" t="t" r="r" b="b"/>
              <a:pathLst>
                <a:path w="702310" h="21590">
                  <a:moveTo>
                    <a:pt x="702290" y="0"/>
                  </a:moveTo>
                  <a:lnTo>
                    <a:pt x="700342" y="21119"/>
                  </a:lnTo>
                  <a:lnTo>
                    <a:pt x="2614" y="21119"/>
                  </a:lnTo>
                  <a:lnTo>
                    <a:pt x="0" y="0"/>
                  </a:lnTo>
                  <a:lnTo>
                    <a:pt x="702290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22" name="object 6022" descr=""/>
            <p:cNvSpPr/>
            <p:nvPr/>
          </p:nvSpPr>
          <p:spPr>
            <a:xfrm>
              <a:off x="2145509" y="7742581"/>
              <a:ext cx="711200" cy="38735"/>
            </a:xfrm>
            <a:custGeom>
              <a:avLst/>
              <a:gdLst/>
              <a:ahLst/>
              <a:cxnLst/>
              <a:rect l="l" t="t" r="r" b="b"/>
              <a:pathLst>
                <a:path w="711200" h="38734">
                  <a:moveTo>
                    <a:pt x="710623" y="0"/>
                  </a:moveTo>
                  <a:lnTo>
                    <a:pt x="0" y="0"/>
                  </a:lnTo>
                  <a:lnTo>
                    <a:pt x="4776" y="38574"/>
                  </a:lnTo>
                  <a:lnTo>
                    <a:pt x="707066" y="38574"/>
                  </a:lnTo>
                  <a:lnTo>
                    <a:pt x="7106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3" name="object 6023" descr=""/>
            <p:cNvSpPr/>
            <p:nvPr/>
          </p:nvSpPr>
          <p:spPr>
            <a:xfrm>
              <a:off x="2145509" y="7742581"/>
              <a:ext cx="711200" cy="38735"/>
            </a:xfrm>
            <a:custGeom>
              <a:avLst/>
              <a:gdLst/>
              <a:ahLst/>
              <a:cxnLst/>
              <a:rect l="l" t="t" r="r" b="b"/>
              <a:pathLst>
                <a:path w="711200" h="38734">
                  <a:moveTo>
                    <a:pt x="707066" y="38574"/>
                  </a:moveTo>
                  <a:lnTo>
                    <a:pt x="710534" y="968"/>
                  </a:lnTo>
                  <a:lnTo>
                    <a:pt x="710623" y="0"/>
                  </a:lnTo>
                  <a:lnTo>
                    <a:pt x="0" y="0"/>
                  </a:lnTo>
                  <a:lnTo>
                    <a:pt x="4776" y="38574"/>
                  </a:lnTo>
                  <a:lnTo>
                    <a:pt x="707066" y="38574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24" name="object 6024" descr=""/>
            <p:cNvSpPr/>
            <p:nvPr/>
          </p:nvSpPr>
          <p:spPr>
            <a:xfrm>
              <a:off x="2142894" y="7721461"/>
              <a:ext cx="715645" cy="21590"/>
            </a:xfrm>
            <a:custGeom>
              <a:avLst/>
              <a:gdLst/>
              <a:ahLst/>
              <a:cxnLst/>
              <a:rect l="l" t="t" r="r" b="b"/>
              <a:pathLst>
                <a:path w="715644" h="21590">
                  <a:moveTo>
                    <a:pt x="715172" y="0"/>
                  </a:moveTo>
                  <a:lnTo>
                    <a:pt x="0" y="0"/>
                  </a:lnTo>
                  <a:lnTo>
                    <a:pt x="2614" y="21119"/>
                  </a:lnTo>
                  <a:lnTo>
                    <a:pt x="713238" y="21119"/>
                  </a:lnTo>
                  <a:lnTo>
                    <a:pt x="7151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5" name="object 6025" descr=""/>
            <p:cNvSpPr/>
            <p:nvPr/>
          </p:nvSpPr>
          <p:spPr>
            <a:xfrm>
              <a:off x="2142894" y="7721461"/>
              <a:ext cx="715645" cy="21590"/>
            </a:xfrm>
            <a:custGeom>
              <a:avLst/>
              <a:gdLst/>
              <a:ahLst/>
              <a:cxnLst/>
              <a:rect l="l" t="t" r="r" b="b"/>
              <a:pathLst>
                <a:path w="715644" h="21590">
                  <a:moveTo>
                    <a:pt x="715172" y="0"/>
                  </a:moveTo>
                  <a:lnTo>
                    <a:pt x="713238" y="21119"/>
                  </a:lnTo>
                  <a:lnTo>
                    <a:pt x="2614" y="21119"/>
                  </a:lnTo>
                  <a:lnTo>
                    <a:pt x="0" y="0"/>
                  </a:lnTo>
                  <a:lnTo>
                    <a:pt x="715172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26" name="object 6026" descr=""/>
            <p:cNvSpPr/>
            <p:nvPr/>
          </p:nvSpPr>
          <p:spPr>
            <a:xfrm>
              <a:off x="2138119" y="7682896"/>
              <a:ext cx="723900" cy="38735"/>
            </a:xfrm>
            <a:custGeom>
              <a:avLst/>
              <a:gdLst/>
              <a:ahLst/>
              <a:cxnLst/>
              <a:rect l="l" t="t" r="r" b="b"/>
              <a:pathLst>
                <a:path w="723900" h="38734">
                  <a:moveTo>
                    <a:pt x="723480" y="0"/>
                  </a:moveTo>
                  <a:lnTo>
                    <a:pt x="0" y="0"/>
                  </a:lnTo>
                  <a:lnTo>
                    <a:pt x="4774" y="38564"/>
                  </a:lnTo>
                  <a:lnTo>
                    <a:pt x="719947" y="38564"/>
                  </a:lnTo>
                  <a:lnTo>
                    <a:pt x="7234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7" name="object 6027" descr=""/>
            <p:cNvSpPr/>
            <p:nvPr/>
          </p:nvSpPr>
          <p:spPr>
            <a:xfrm>
              <a:off x="2138119" y="7682896"/>
              <a:ext cx="723900" cy="38735"/>
            </a:xfrm>
            <a:custGeom>
              <a:avLst/>
              <a:gdLst/>
              <a:ahLst/>
              <a:cxnLst/>
              <a:rect l="l" t="t" r="r" b="b"/>
              <a:pathLst>
                <a:path w="723900" h="38734">
                  <a:moveTo>
                    <a:pt x="719947" y="38564"/>
                  </a:moveTo>
                  <a:lnTo>
                    <a:pt x="723480" y="0"/>
                  </a:lnTo>
                  <a:lnTo>
                    <a:pt x="0" y="0"/>
                  </a:lnTo>
                  <a:lnTo>
                    <a:pt x="4774" y="38564"/>
                  </a:lnTo>
                  <a:lnTo>
                    <a:pt x="719947" y="38564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28" name="object 6028" descr=""/>
            <p:cNvSpPr/>
            <p:nvPr/>
          </p:nvSpPr>
          <p:spPr>
            <a:xfrm>
              <a:off x="2135503" y="7661766"/>
              <a:ext cx="728345" cy="21590"/>
            </a:xfrm>
            <a:custGeom>
              <a:avLst/>
              <a:gdLst/>
              <a:ahLst/>
              <a:cxnLst/>
              <a:rect l="l" t="t" r="r" b="b"/>
              <a:pathLst>
                <a:path w="728344" h="21590">
                  <a:moveTo>
                    <a:pt x="728032" y="0"/>
                  </a:moveTo>
                  <a:lnTo>
                    <a:pt x="0" y="0"/>
                  </a:lnTo>
                  <a:lnTo>
                    <a:pt x="2616" y="21130"/>
                  </a:lnTo>
                  <a:lnTo>
                    <a:pt x="726096" y="21130"/>
                  </a:lnTo>
                  <a:lnTo>
                    <a:pt x="7280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9" name="object 6029" descr=""/>
            <p:cNvSpPr/>
            <p:nvPr/>
          </p:nvSpPr>
          <p:spPr>
            <a:xfrm>
              <a:off x="2135503" y="7661766"/>
              <a:ext cx="728345" cy="21590"/>
            </a:xfrm>
            <a:custGeom>
              <a:avLst/>
              <a:gdLst/>
              <a:ahLst/>
              <a:cxnLst/>
              <a:rect l="l" t="t" r="r" b="b"/>
              <a:pathLst>
                <a:path w="728344" h="21590">
                  <a:moveTo>
                    <a:pt x="728032" y="0"/>
                  </a:moveTo>
                  <a:lnTo>
                    <a:pt x="726096" y="21130"/>
                  </a:lnTo>
                  <a:lnTo>
                    <a:pt x="2616" y="21130"/>
                  </a:lnTo>
                  <a:lnTo>
                    <a:pt x="0" y="0"/>
                  </a:lnTo>
                  <a:lnTo>
                    <a:pt x="728032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30" name="object 6030" descr=""/>
            <p:cNvSpPr/>
            <p:nvPr/>
          </p:nvSpPr>
          <p:spPr>
            <a:xfrm>
              <a:off x="2130728" y="7623202"/>
              <a:ext cx="736600" cy="38735"/>
            </a:xfrm>
            <a:custGeom>
              <a:avLst/>
              <a:gdLst/>
              <a:ahLst/>
              <a:cxnLst/>
              <a:rect l="l" t="t" r="r" b="b"/>
              <a:pathLst>
                <a:path w="736600" h="38734">
                  <a:moveTo>
                    <a:pt x="736340" y="0"/>
                  </a:moveTo>
                  <a:lnTo>
                    <a:pt x="0" y="0"/>
                  </a:lnTo>
                  <a:lnTo>
                    <a:pt x="4774" y="38564"/>
                  </a:lnTo>
                  <a:lnTo>
                    <a:pt x="732807" y="38564"/>
                  </a:lnTo>
                  <a:lnTo>
                    <a:pt x="7363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1" name="object 6031" descr=""/>
            <p:cNvSpPr/>
            <p:nvPr/>
          </p:nvSpPr>
          <p:spPr>
            <a:xfrm>
              <a:off x="2130728" y="7623202"/>
              <a:ext cx="736600" cy="38735"/>
            </a:xfrm>
            <a:custGeom>
              <a:avLst/>
              <a:gdLst/>
              <a:ahLst/>
              <a:cxnLst/>
              <a:rect l="l" t="t" r="r" b="b"/>
              <a:pathLst>
                <a:path w="736600" h="38734">
                  <a:moveTo>
                    <a:pt x="732807" y="38564"/>
                  </a:moveTo>
                  <a:lnTo>
                    <a:pt x="736340" y="0"/>
                  </a:lnTo>
                  <a:lnTo>
                    <a:pt x="0" y="0"/>
                  </a:lnTo>
                  <a:lnTo>
                    <a:pt x="4774" y="38564"/>
                  </a:lnTo>
                  <a:lnTo>
                    <a:pt x="732807" y="38564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32" name="object 6032" descr=""/>
            <p:cNvSpPr/>
            <p:nvPr/>
          </p:nvSpPr>
          <p:spPr>
            <a:xfrm>
              <a:off x="2128113" y="7602082"/>
              <a:ext cx="739775" cy="21590"/>
            </a:xfrm>
            <a:custGeom>
              <a:avLst/>
              <a:gdLst/>
              <a:ahLst/>
              <a:cxnLst/>
              <a:rect l="l" t="t" r="r" b="b"/>
              <a:pathLst>
                <a:path w="739775" h="21590">
                  <a:moveTo>
                    <a:pt x="687420" y="0"/>
                  </a:moveTo>
                  <a:lnTo>
                    <a:pt x="0" y="0"/>
                  </a:lnTo>
                  <a:lnTo>
                    <a:pt x="2614" y="21119"/>
                  </a:lnTo>
                  <a:lnTo>
                    <a:pt x="738955" y="21119"/>
                  </a:lnTo>
                  <a:lnTo>
                    <a:pt x="739631" y="13737"/>
                  </a:lnTo>
                  <a:lnTo>
                    <a:pt x="6874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3" name="object 6033" descr=""/>
            <p:cNvSpPr/>
            <p:nvPr/>
          </p:nvSpPr>
          <p:spPr>
            <a:xfrm>
              <a:off x="2128113" y="7602082"/>
              <a:ext cx="739775" cy="21590"/>
            </a:xfrm>
            <a:custGeom>
              <a:avLst/>
              <a:gdLst/>
              <a:ahLst/>
              <a:cxnLst/>
              <a:rect l="l" t="t" r="r" b="b"/>
              <a:pathLst>
                <a:path w="739775" h="21590">
                  <a:moveTo>
                    <a:pt x="739631" y="13737"/>
                  </a:moveTo>
                  <a:lnTo>
                    <a:pt x="738955" y="21119"/>
                  </a:lnTo>
                  <a:lnTo>
                    <a:pt x="2614" y="21119"/>
                  </a:lnTo>
                  <a:lnTo>
                    <a:pt x="0" y="0"/>
                  </a:lnTo>
                  <a:lnTo>
                    <a:pt x="687420" y="0"/>
                  </a:lnTo>
                  <a:lnTo>
                    <a:pt x="739631" y="13737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34" name="object 6034" descr=""/>
            <p:cNvSpPr/>
            <p:nvPr/>
          </p:nvSpPr>
          <p:spPr>
            <a:xfrm>
              <a:off x="2123338" y="7563518"/>
              <a:ext cx="692785" cy="38735"/>
            </a:xfrm>
            <a:custGeom>
              <a:avLst/>
              <a:gdLst/>
              <a:ahLst/>
              <a:cxnLst/>
              <a:rect l="l" t="t" r="r" b="b"/>
              <a:pathLst>
                <a:path w="692785" h="38734">
                  <a:moveTo>
                    <a:pt x="608437" y="0"/>
                  </a:moveTo>
                  <a:lnTo>
                    <a:pt x="0" y="0"/>
                  </a:lnTo>
                  <a:lnTo>
                    <a:pt x="4774" y="38564"/>
                  </a:lnTo>
                  <a:lnTo>
                    <a:pt x="692194" y="38564"/>
                  </a:lnTo>
                  <a:lnTo>
                    <a:pt x="603531" y="15235"/>
                  </a:lnTo>
                  <a:lnTo>
                    <a:pt x="6084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5" name="object 6035" descr=""/>
            <p:cNvSpPr/>
            <p:nvPr/>
          </p:nvSpPr>
          <p:spPr>
            <a:xfrm>
              <a:off x="2123338" y="7563518"/>
              <a:ext cx="692785" cy="38735"/>
            </a:xfrm>
            <a:custGeom>
              <a:avLst/>
              <a:gdLst/>
              <a:ahLst/>
              <a:cxnLst/>
              <a:rect l="l" t="t" r="r" b="b"/>
              <a:pathLst>
                <a:path w="692785" h="38734">
                  <a:moveTo>
                    <a:pt x="692194" y="38564"/>
                  </a:moveTo>
                  <a:lnTo>
                    <a:pt x="603531" y="15235"/>
                  </a:lnTo>
                  <a:lnTo>
                    <a:pt x="608437" y="0"/>
                  </a:lnTo>
                  <a:lnTo>
                    <a:pt x="0" y="0"/>
                  </a:lnTo>
                  <a:lnTo>
                    <a:pt x="4774" y="38564"/>
                  </a:lnTo>
                  <a:lnTo>
                    <a:pt x="692194" y="38564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36" name="object 6036" descr=""/>
            <p:cNvSpPr/>
            <p:nvPr/>
          </p:nvSpPr>
          <p:spPr>
            <a:xfrm>
              <a:off x="2120722" y="7542388"/>
              <a:ext cx="617855" cy="21590"/>
            </a:xfrm>
            <a:custGeom>
              <a:avLst/>
              <a:gdLst/>
              <a:ahLst/>
              <a:cxnLst/>
              <a:rect l="l" t="t" r="r" b="b"/>
              <a:pathLst>
                <a:path w="617855" h="21590">
                  <a:moveTo>
                    <a:pt x="617857" y="0"/>
                  </a:moveTo>
                  <a:lnTo>
                    <a:pt x="0" y="0"/>
                  </a:lnTo>
                  <a:lnTo>
                    <a:pt x="2616" y="21130"/>
                  </a:lnTo>
                  <a:lnTo>
                    <a:pt x="611053" y="21130"/>
                  </a:lnTo>
                  <a:lnTo>
                    <a:pt x="6178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7" name="object 6037" descr=""/>
            <p:cNvSpPr/>
            <p:nvPr/>
          </p:nvSpPr>
          <p:spPr>
            <a:xfrm>
              <a:off x="2120722" y="7542388"/>
              <a:ext cx="617855" cy="21590"/>
            </a:xfrm>
            <a:custGeom>
              <a:avLst/>
              <a:gdLst/>
              <a:ahLst/>
              <a:cxnLst/>
              <a:rect l="l" t="t" r="r" b="b"/>
              <a:pathLst>
                <a:path w="617855" h="21590">
                  <a:moveTo>
                    <a:pt x="617857" y="0"/>
                  </a:moveTo>
                  <a:lnTo>
                    <a:pt x="611053" y="21130"/>
                  </a:lnTo>
                  <a:lnTo>
                    <a:pt x="2616" y="21130"/>
                  </a:lnTo>
                  <a:lnTo>
                    <a:pt x="0" y="0"/>
                  </a:lnTo>
                  <a:lnTo>
                    <a:pt x="617857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38" name="object 6038" descr=""/>
            <p:cNvSpPr/>
            <p:nvPr/>
          </p:nvSpPr>
          <p:spPr>
            <a:xfrm>
              <a:off x="2115947" y="7503823"/>
              <a:ext cx="635635" cy="38735"/>
            </a:xfrm>
            <a:custGeom>
              <a:avLst/>
              <a:gdLst/>
              <a:ahLst/>
              <a:cxnLst/>
              <a:rect l="l" t="t" r="r" b="b"/>
              <a:pathLst>
                <a:path w="635635" h="38734">
                  <a:moveTo>
                    <a:pt x="635051" y="0"/>
                  </a:moveTo>
                  <a:lnTo>
                    <a:pt x="0" y="0"/>
                  </a:lnTo>
                  <a:lnTo>
                    <a:pt x="4774" y="38564"/>
                  </a:lnTo>
                  <a:lnTo>
                    <a:pt x="622632" y="38564"/>
                  </a:lnTo>
                  <a:lnTo>
                    <a:pt x="63505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9" name="object 6039" descr=""/>
            <p:cNvSpPr/>
            <p:nvPr/>
          </p:nvSpPr>
          <p:spPr>
            <a:xfrm>
              <a:off x="2115947" y="7503823"/>
              <a:ext cx="635635" cy="38735"/>
            </a:xfrm>
            <a:custGeom>
              <a:avLst/>
              <a:gdLst/>
              <a:ahLst/>
              <a:cxnLst/>
              <a:rect l="l" t="t" r="r" b="b"/>
              <a:pathLst>
                <a:path w="635635" h="38734">
                  <a:moveTo>
                    <a:pt x="622632" y="38564"/>
                  </a:moveTo>
                  <a:lnTo>
                    <a:pt x="635051" y="0"/>
                  </a:lnTo>
                  <a:lnTo>
                    <a:pt x="0" y="0"/>
                  </a:lnTo>
                  <a:lnTo>
                    <a:pt x="4774" y="38564"/>
                  </a:lnTo>
                  <a:lnTo>
                    <a:pt x="622632" y="38564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40" name="object 6040" descr=""/>
            <p:cNvSpPr/>
            <p:nvPr/>
          </p:nvSpPr>
          <p:spPr>
            <a:xfrm>
              <a:off x="2113332" y="7482704"/>
              <a:ext cx="644525" cy="21590"/>
            </a:xfrm>
            <a:custGeom>
              <a:avLst/>
              <a:gdLst/>
              <a:ahLst/>
              <a:cxnLst/>
              <a:rect l="l" t="t" r="r" b="b"/>
              <a:pathLst>
                <a:path w="644525" h="21590">
                  <a:moveTo>
                    <a:pt x="644467" y="0"/>
                  </a:moveTo>
                  <a:lnTo>
                    <a:pt x="0" y="0"/>
                  </a:lnTo>
                  <a:lnTo>
                    <a:pt x="2614" y="21119"/>
                  </a:lnTo>
                  <a:lnTo>
                    <a:pt x="637666" y="21119"/>
                  </a:lnTo>
                  <a:lnTo>
                    <a:pt x="6444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1" name="object 6041" descr=""/>
            <p:cNvSpPr/>
            <p:nvPr/>
          </p:nvSpPr>
          <p:spPr>
            <a:xfrm>
              <a:off x="2113332" y="7482704"/>
              <a:ext cx="644525" cy="21590"/>
            </a:xfrm>
            <a:custGeom>
              <a:avLst/>
              <a:gdLst/>
              <a:ahLst/>
              <a:cxnLst/>
              <a:rect l="l" t="t" r="r" b="b"/>
              <a:pathLst>
                <a:path w="644525" h="21590">
                  <a:moveTo>
                    <a:pt x="644467" y="0"/>
                  </a:moveTo>
                  <a:lnTo>
                    <a:pt x="637666" y="21119"/>
                  </a:lnTo>
                  <a:lnTo>
                    <a:pt x="2614" y="21119"/>
                  </a:lnTo>
                  <a:lnTo>
                    <a:pt x="0" y="0"/>
                  </a:lnTo>
                  <a:lnTo>
                    <a:pt x="644467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42" name="object 6042" descr=""/>
            <p:cNvSpPr/>
            <p:nvPr/>
          </p:nvSpPr>
          <p:spPr>
            <a:xfrm>
              <a:off x="2111454" y="7444139"/>
              <a:ext cx="659130" cy="38735"/>
            </a:xfrm>
            <a:custGeom>
              <a:avLst/>
              <a:gdLst/>
              <a:ahLst/>
              <a:cxnLst/>
              <a:rect l="l" t="t" r="r" b="b"/>
              <a:pathLst>
                <a:path w="659130" h="38734">
                  <a:moveTo>
                    <a:pt x="658764" y="0"/>
                  </a:moveTo>
                  <a:lnTo>
                    <a:pt x="149220" y="0"/>
                  </a:lnTo>
                  <a:lnTo>
                    <a:pt x="0" y="23391"/>
                  </a:lnTo>
                  <a:lnTo>
                    <a:pt x="1878" y="38564"/>
                  </a:lnTo>
                  <a:lnTo>
                    <a:pt x="646345" y="38564"/>
                  </a:lnTo>
                  <a:lnTo>
                    <a:pt x="6587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3" name="object 6043" descr=""/>
            <p:cNvSpPr/>
            <p:nvPr/>
          </p:nvSpPr>
          <p:spPr>
            <a:xfrm>
              <a:off x="2111454" y="7444139"/>
              <a:ext cx="659130" cy="38735"/>
            </a:xfrm>
            <a:custGeom>
              <a:avLst/>
              <a:gdLst/>
              <a:ahLst/>
              <a:cxnLst/>
              <a:rect l="l" t="t" r="r" b="b"/>
              <a:pathLst>
                <a:path w="659130" h="38734">
                  <a:moveTo>
                    <a:pt x="646345" y="38564"/>
                  </a:moveTo>
                  <a:lnTo>
                    <a:pt x="658764" y="0"/>
                  </a:lnTo>
                  <a:lnTo>
                    <a:pt x="149220" y="0"/>
                  </a:lnTo>
                  <a:lnTo>
                    <a:pt x="0" y="23391"/>
                  </a:lnTo>
                  <a:lnTo>
                    <a:pt x="1878" y="38564"/>
                  </a:lnTo>
                  <a:lnTo>
                    <a:pt x="646345" y="38564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44" name="object 6044" descr=""/>
            <p:cNvSpPr/>
            <p:nvPr/>
          </p:nvSpPr>
          <p:spPr>
            <a:xfrm>
              <a:off x="2260674" y="7423009"/>
              <a:ext cx="516890" cy="21590"/>
            </a:xfrm>
            <a:custGeom>
              <a:avLst/>
              <a:gdLst/>
              <a:ahLst/>
              <a:cxnLst/>
              <a:rect l="l" t="t" r="r" b="b"/>
              <a:pathLst>
                <a:path w="516889" h="21590">
                  <a:moveTo>
                    <a:pt x="516347" y="0"/>
                  </a:moveTo>
                  <a:lnTo>
                    <a:pt x="134792" y="0"/>
                  </a:lnTo>
                  <a:lnTo>
                    <a:pt x="0" y="21130"/>
                  </a:lnTo>
                  <a:lnTo>
                    <a:pt x="509543" y="21130"/>
                  </a:lnTo>
                  <a:lnTo>
                    <a:pt x="5163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5" name="object 6045" descr=""/>
            <p:cNvSpPr/>
            <p:nvPr/>
          </p:nvSpPr>
          <p:spPr>
            <a:xfrm>
              <a:off x="2260674" y="7423009"/>
              <a:ext cx="516890" cy="21590"/>
            </a:xfrm>
            <a:custGeom>
              <a:avLst/>
              <a:gdLst/>
              <a:ahLst/>
              <a:cxnLst/>
              <a:rect l="l" t="t" r="r" b="b"/>
              <a:pathLst>
                <a:path w="516889" h="21590">
                  <a:moveTo>
                    <a:pt x="516347" y="0"/>
                  </a:moveTo>
                  <a:lnTo>
                    <a:pt x="509543" y="21130"/>
                  </a:lnTo>
                  <a:lnTo>
                    <a:pt x="0" y="21130"/>
                  </a:lnTo>
                  <a:lnTo>
                    <a:pt x="134792" y="0"/>
                  </a:lnTo>
                  <a:lnTo>
                    <a:pt x="516347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46" name="object 6046" descr=""/>
            <p:cNvSpPr/>
            <p:nvPr/>
          </p:nvSpPr>
          <p:spPr>
            <a:xfrm>
              <a:off x="2395467" y="7384445"/>
              <a:ext cx="394335" cy="38735"/>
            </a:xfrm>
            <a:custGeom>
              <a:avLst/>
              <a:gdLst/>
              <a:ahLst/>
              <a:cxnLst/>
              <a:rect l="l" t="t" r="r" b="b"/>
              <a:pathLst>
                <a:path w="394335" h="38734">
                  <a:moveTo>
                    <a:pt x="393973" y="0"/>
                  </a:moveTo>
                  <a:lnTo>
                    <a:pt x="246006" y="0"/>
                  </a:lnTo>
                  <a:lnTo>
                    <a:pt x="0" y="38564"/>
                  </a:lnTo>
                  <a:lnTo>
                    <a:pt x="381555" y="38564"/>
                  </a:lnTo>
                  <a:lnTo>
                    <a:pt x="3939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7" name="object 6047" descr=""/>
            <p:cNvSpPr/>
            <p:nvPr/>
          </p:nvSpPr>
          <p:spPr>
            <a:xfrm>
              <a:off x="2395467" y="7384445"/>
              <a:ext cx="394335" cy="38735"/>
            </a:xfrm>
            <a:custGeom>
              <a:avLst/>
              <a:gdLst/>
              <a:ahLst/>
              <a:cxnLst/>
              <a:rect l="l" t="t" r="r" b="b"/>
              <a:pathLst>
                <a:path w="394335" h="38734">
                  <a:moveTo>
                    <a:pt x="381555" y="38564"/>
                  </a:moveTo>
                  <a:lnTo>
                    <a:pt x="393973" y="0"/>
                  </a:lnTo>
                  <a:lnTo>
                    <a:pt x="246006" y="0"/>
                  </a:lnTo>
                  <a:lnTo>
                    <a:pt x="0" y="38564"/>
                  </a:lnTo>
                  <a:lnTo>
                    <a:pt x="381555" y="38564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48" name="object 6048" descr=""/>
            <p:cNvSpPr/>
            <p:nvPr/>
          </p:nvSpPr>
          <p:spPr>
            <a:xfrm>
              <a:off x="2641474" y="7363325"/>
              <a:ext cx="154940" cy="21590"/>
            </a:xfrm>
            <a:custGeom>
              <a:avLst/>
              <a:gdLst/>
              <a:ahLst/>
              <a:cxnLst/>
              <a:rect l="l" t="t" r="r" b="b"/>
              <a:pathLst>
                <a:path w="154939" h="21590">
                  <a:moveTo>
                    <a:pt x="154767" y="0"/>
                  </a:moveTo>
                  <a:lnTo>
                    <a:pt x="134725" y="0"/>
                  </a:lnTo>
                  <a:lnTo>
                    <a:pt x="0" y="21119"/>
                  </a:lnTo>
                  <a:lnTo>
                    <a:pt x="147966" y="21119"/>
                  </a:lnTo>
                  <a:lnTo>
                    <a:pt x="1547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9" name="object 6049" descr=""/>
            <p:cNvSpPr/>
            <p:nvPr/>
          </p:nvSpPr>
          <p:spPr>
            <a:xfrm>
              <a:off x="2641474" y="7363325"/>
              <a:ext cx="154940" cy="21590"/>
            </a:xfrm>
            <a:custGeom>
              <a:avLst/>
              <a:gdLst/>
              <a:ahLst/>
              <a:cxnLst/>
              <a:rect l="l" t="t" r="r" b="b"/>
              <a:pathLst>
                <a:path w="154939" h="21590">
                  <a:moveTo>
                    <a:pt x="154767" y="0"/>
                  </a:moveTo>
                  <a:lnTo>
                    <a:pt x="147966" y="21119"/>
                  </a:lnTo>
                  <a:lnTo>
                    <a:pt x="0" y="21119"/>
                  </a:lnTo>
                  <a:lnTo>
                    <a:pt x="134725" y="0"/>
                  </a:lnTo>
                  <a:lnTo>
                    <a:pt x="154767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50" name="object 6050" descr=""/>
            <p:cNvSpPr/>
            <p:nvPr/>
          </p:nvSpPr>
          <p:spPr>
            <a:xfrm>
              <a:off x="2776200" y="7360016"/>
              <a:ext cx="21590" cy="3810"/>
            </a:xfrm>
            <a:custGeom>
              <a:avLst/>
              <a:gdLst/>
              <a:ahLst/>
              <a:cxnLst/>
              <a:rect l="l" t="t" r="r" b="b"/>
              <a:pathLst>
                <a:path w="21589" h="3809">
                  <a:moveTo>
                    <a:pt x="21107" y="0"/>
                  </a:moveTo>
                  <a:lnTo>
                    <a:pt x="0" y="3308"/>
                  </a:lnTo>
                  <a:lnTo>
                    <a:pt x="20041" y="3308"/>
                  </a:lnTo>
                  <a:lnTo>
                    <a:pt x="2110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1" name="object 6051" descr=""/>
            <p:cNvSpPr/>
            <p:nvPr/>
          </p:nvSpPr>
          <p:spPr>
            <a:xfrm>
              <a:off x="2776200" y="7360016"/>
              <a:ext cx="21590" cy="3810"/>
            </a:xfrm>
            <a:custGeom>
              <a:avLst/>
              <a:gdLst/>
              <a:ahLst/>
              <a:cxnLst/>
              <a:rect l="l" t="t" r="r" b="b"/>
              <a:pathLst>
                <a:path w="21589" h="3809">
                  <a:moveTo>
                    <a:pt x="21107" y="0"/>
                  </a:moveTo>
                  <a:lnTo>
                    <a:pt x="0" y="3308"/>
                  </a:lnTo>
                  <a:lnTo>
                    <a:pt x="20041" y="3308"/>
                  </a:lnTo>
                  <a:lnTo>
                    <a:pt x="21107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52" name="object 6052" descr=""/>
            <p:cNvSpPr/>
            <p:nvPr/>
          </p:nvSpPr>
          <p:spPr>
            <a:xfrm>
              <a:off x="2113816" y="8697630"/>
              <a:ext cx="673100" cy="38735"/>
            </a:xfrm>
            <a:custGeom>
              <a:avLst/>
              <a:gdLst/>
              <a:ahLst/>
              <a:cxnLst/>
              <a:rect l="l" t="t" r="r" b="b"/>
              <a:pathLst>
                <a:path w="673100" h="38734">
                  <a:moveTo>
                    <a:pt x="672111" y="0"/>
                  </a:moveTo>
                  <a:lnTo>
                    <a:pt x="0" y="0"/>
                  </a:lnTo>
                  <a:lnTo>
                    <a:pt x="1291" y="38564"/>
                  </a:lnTo>
                  <a:lnTo>
                    <a:pt x="672573" y="38564"/>
                  </a:lnTo>
                  <a:lnTo>
                    <a:pt x="67211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3" name="object 6053" descr=""/>
            <p:cNvSpPr/>
            <p:nvPr/>
          </p:nvSpPr>
          <p:spPr>
            <a:xfrm>
              <a:off x="2113816" y="8697630"/>
              <a:ext cx="673100" cy="38735"/>
            </a:xfrm>
            <a:custGeom>
              <a:avLst/>
              <a:gdLst/>
              <a:ahLst/>
              <a:cxnLst/>
              <a:rect l="l" t="t" r="r" b="b"/>
              <a:pathLst>
                <a:path w="673100" h="38734">
                  <a:moveTo>
                    <a:pt x="672573" y="38564"/>
                  </a:moveTo>
                  <a:lnTo>
                    <a:pt x="672487" y="32123"/>
                  </a:lnTo>
                  <a:lnTo>
                    <a:pt x="672111" y="0"/>
                  </a:lnTo>
                  <a:lnTo>
                    <a:pt x="0" y="0"/>
                  </a:lnTo>
                  <a:lnTo>
                    <a:pt x="1291" y="38564"/>
                  </a:lnTo>
                  <a:lnTo>
                    <a:pt x="672573" y="38564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54" name="object 6054" descr=""/>
            <p:cNvSpPr/>
            <p:nvPr/>
          </p:nvSpPr>
          <p:spPr>
            <a:xfrm>
              <a:off x="2113109" y="8676510"/>
              <a:ext cx="673100" cy="21590"/>
            </a:xfrm>
            <a:custGeom>
              <a:avLst/>
              <a:gdLst/>
              <a:ahLst/>
              <a:cxnLst/>
              <a:rect l="l" t="t" r="r" b="b"/>
              <a:pathLst>
                <a:path w="673100" h="21590">
                  <a:moveTo>
                    <a:pt x="672579" y="0"/>
                  </a:moveTo>
                  <a:lnTo>
                    <a:pt x="0" y="0"/>
                  </a:lnTo>
                  <a:lnTo>
                    <a:pt x="707" y="21119"/>
                  </a:lnTo>
                  <a:lnTo>
                    <a:pt x="672818" y="21119"/>
                  </a:lnTo>
                  <a:lnTo>
                    <a:pt x="6725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5" name="object 6055" descr=""/>
            <p:cNvSpPr/>
            <p:nvPr/>
          </p:nvSpPr>
          <p:spPr>
            <a:xfrm>
              <a:off x="2113109" y="8676510"/>
              <a:ext cx="673100" cy="21590"/>
            </a:xfrm>
            <a:custGeom>
              <a:avLst/>
              <a:gdLst/>
              <a:ahLst/>
              <a:cxnLst/>
              <a:rect l="l" t="t" r="r" b="b"/>
              <a:pathLst>
                <a:path w="673100" h="21590">
                  <a:moveTo>
                    <a:pt x="672579" y="0"/>
                  </a:moveTo>
                  <a:lnTo>
                    <a:pt x="672614" y="3675"/>
                  </a:lnTo>
                  <a:lnTo>
                    <a:pt x="672818" y="21119"/>
                  </a:lnTo>
                  <a:lnTo>
                    <a:pt x="707" y="21119"/>
                  </a:lnTo>
                  <a:lnTo>
                    <a:pt x="0" y="0"/>
                  </a:lnTo>
                  <a:lnTo>
                    <a:pt x="672579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56" name="object 6056" descr=""/>
            <p:cNvSpPr/>
            <p:nvPr/>
          </p:nvSpPr>
          <p:spPr>
            <a:xfrm>
              <a:off x="2111818" y="8637946"/>
              <a:ext cx="674370" cy="38735"/>
            </a:xfrm>
            <a:custGeom>
              <a:avLst/>
              <a:gdLst/>
              <a:ahLst/>
              <a:cxnLst/>
              <a:rect l="l" t="t" r="r" b="b"/>
              <a:pathLst>
                <a:path w="674369" h="38734">
                  <a:moveTo>
                    <a:pt x="673500" y="0"/>
                  </a:moveTo>
                  <a:lnTo>
                    <a:pt x="0" y="0"/>
                  </a:lnTo>
                  <a:lnTo>
                    <a:pt x="1291" y="38564"/>
                  </a:lnTo>
                  <a:lnTo>
                    <a:pt x="673870" y="38564"/>
                  </a:lnTo>
                  <a:lnTo>
                    <a:pt x="6735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7" name="object 6057" descr=""/>
            <p:cNvSpPr/>
            <p:nvPr/>
          </p:nvSpPr>
          <p:spPr>
            <a:xfrm>
              <a:off x="2111818" y="8637946"/>
              <a:ext cx="674370" cy="38735"/>
            </a:xfrm>
            <a:custGeom>
              <a:avLst/>
              <a:gdLst/>
              <a:ahLst/>
              <a:cxnLst/>
              <a:rect l="l" t="t" r="r" b="b"/>
              <a:pathLst>
                <a:path w="674369" h="38734">
                  <a:moveTo>
                    <a:pt x="673870" y="38564"/>
                  </a:moveTo>
                  <a:lnTo>
                    <a:pt x="673500" y="0"/>
                  </a:lnTo>
                  <a:lnTo>
                    <a:pt x="0" y="0"/>
                  </a:lnTo>
                  <a:lnTo>
                    <a:pt x="1291" y="38564"/>
                  </a:lnTo>
                  <a:lnTo>
                    <a:pt x="673870" y="38564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58" name="object 6058" descr=""/>
            <p:cNvSpPr/>
            <p:nvPr/>
          </p:nvSpPr>
          <p:spPr>
            <a:xfrm>
              <a:off x="2111110" y="8616816"/>
              <a:ext cx="674370" cy="21590"/>
            </a:xfrm>
            <a:custGeom>
              <a:avLst/>
              <a:gdLst/>
              <a:ahLst/>
              <a:cxnLst/>
              <a:rect l="l" t="t" r="r" b="b"/>
              <a:pathLst>
                <a:path w="674369" h="21590">
                  <a:moveTo>
                    <a:pt x="674055" y="0"/>
                  </a:moveTo>
                  <a:lnTo>
                    <a:pt x="0" y="0"/>
                  </a:lnTo>
                  <a:lnTo>
                    <a:pt x="707" y="21130"/>
                  </a:lnTo>
                  <a:lnTo>
                    <a:pt x="674208" y="21130"/>
                  </a:lnTo>
                  <a:lnTo>
                    <a:pt x="6740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9" name="object 6059" descr=""/>
            <p:cNvSpPr/>
            <p:nvPr/>
          </p:nvSpPr>
          <p:spPr>
            <a:xfrm>
              <a:off x="2111110" y="8616816"/>
              <a:ext cx="674370" cy="21590"/>
            </a:xfrm>
            <a:custGeom>
              <a:avLst/>
              <a:gdLst/>
              <a:ahLst/>
              <a:cxnLst/>
              <a:rect l="l" t="t" r="r" b="b"/>
              <a:pathLst>
                <a:path w="674369" h="21590">
                  <a:moveTo>
                    <a:pt x="674055" y="0"/>
                  </a:moveTo>
                  <a:lnTo>
                    <a:pt x="674181" y="18276"/>
                  </a:lnTo>
                  <a:lnTo>
                    <a:pt x="674208" y="21130"/>
                  </a:lnTo>
                  <a:lnTo>
                    <a:pt x="707" y="21130"/>
                  </a:lnTo>
                  <a:lnTo>
                    <a:pt x="0" y="0"/>
                  </a:lnTo>
                  <a:lnTo>
                    <a:pt x="674055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60" name="object 6060" descr=""/>
            <p:cNvSpPr/>
            <p:nvPr/>
          </p:nvSpPr>
          <p:spPr>
            <a:xfrm>
              <a:off x="2109819" y="8578251"/>
              <a:ext cx="675640" cy="38735"/>
            </a:xfrm>
            <a:custGeom>
              <a:avLst/>
              <a:gdLst/>
              <a:ahLst/>
              <a:cxnLst/>
              <a:rect l="l" t="t" r="r" b="b"/>
              <a:pathLst>
                <a:path w="675639" h="38734">
                  <a:moveTo>
                    <a:pt x="675178" y="0"/>
                  </a:moveTo>
                  <a:lnTo>
                    <a:pt x="0" y="0"/>
                  </a:lnTo>
                  <a:lnTo>
                    <a:pt x="1291" y="38564"/>
                  </a:lnTo>
                  <a:lnTo>
                    <a:pt x="675346" y="38564"/>
                  </a:lnTo>
                  <a:lnTo>
                    <a:pt x="675195" y="16664"/>
                  </a:lnTo>
                  <a:lnTo>
                    <a:pt x="67517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1" name="object 6061" descr=""/>
            <p:cNvSpPr/>
            <p:nvPr/>
          </p:nvSpPr>
          <p:spPr>
            <a:xfrm>
              <a:off x="2109819" y="8578251"/>
              <a:ext cx="675640" cy="38735"/>
            </a:xfrm>
            <a:custGeom>
              <a:avLst/>
              <a:gdLst/>
              <a:ahLst/>
              <a:cxnLst/>
              <a:rect l="l" t="t" r="r" b="b"/>
              <a:pathLst>
                <a:path w="675639" h="38734">
                  <a:moveTo>
                    <a:pt x="675346" y="38564"/>
                  </a:moveTo>
                  <a:lnTo>
                    <a:pt x="675195" y="16664"/>
                  </a:lnTo>
                  <a:lnTo>
                    <a:pt x="675178" y="0"/>
                  </a:lnTo>
                  <a:lnTo>
                    <a:pt x="0" y="0"/>
                  </a:lnTo>
                  <a:lnTo>
                    <a:pt x="1291" y="38564"/>
                  </a:lnTo>
                  <a:lnTo>
                    <a:pt x="675346" y="38564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62" name="object 6062" descr=""/>
            <p:cNvSpPr/>
            <p:nvPr/>
          </p:nvSpPr>
          <p:spPr>
            <a:xfrm>
              <a:off x="2109112" y="8557132"/>
              <a:ext cx="676275" cy="21590"/>
            </a:xfrm>
            <a:custGeom>
              <a:avLst/>
              <a:gdLst/>
              <a:ahLst/>
              <a:cxnLst/>
              <a:rect l="l" t="t" r="r" b="b"/>
              <a:pathLst>
                <a:path w="676275" h="21590">
                  <a:moveTo>
                    <a:pt x="675864" y="0"/>
                  </a:moveTo>
                  <a:lnTo>
                    <a:pt x="0" y="0"/>
                  </a:lnTo>
                  <a:lnTo>
                    <a:pt x="707" y="21119"/>
                  </a:lnTo>
                  <a:lnTo>
                    <a:pt x="675885" y="21119"/>
                  </a:lnTo>
                  <a:lnTo>
                    <a:pt x="6758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3" name="object 6063" descr=""/>
            <p:cNvSpPr/>
            <p:nvPr/>
          </p:nvSpPr>
          <p:spPr>
            <a:xfrm>
              <a:off x="2109112" y="8557132"/>
              <a:ext cx="676275" cy="21590"/>
            </a:xfrm>
            <a:custGeom>
              <a:avLst/>
              <a:gdLst/>
              <a:ahLst/>
              <a:cxnLst/>
              <a:rect l="l" t="t" r="r" b="b"/>
              <a:pathLst>
                <a:path w="676275" h="21590">
                  <a:moveTo>
                    <a:pt x="675864" y="0"/>
                  </a:moveTo>
                  <a:lnTo>
                    <a:pt x="675885" y="21119"/>
                  </a:lnTo>
                  <a:lnTo>
                    <a:pt x="707" y="21119"/>
                  </a:lnTo>
                  <a:lnTo>
                    <a:pt x="0" y="0"/>
                  </a:lnTo>
                  <a:lnTo>
                    <a:pt x="675864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64" name="object 6064" descr=""/>
            <p:cNvSpPr/>
            <p:nvPr/>
          </p:nvSpPr>
          <p:spPr>
            <a:xfrm>
              <a:off x="2106734" y="8518567"/>
              <a:ext cx="678815" cy="38735"/>
            </a:xfrm>
            <a:custGeom>
              <a:avLst/>
              <a:gdLst/>
              <a:ahLst/>
              <a:cxnLst/>
              <a:rect l="l" t="t" r="r" b="b"/>
              <a:pathLst>
                <a:path w="678814" h="38734">
                  <a:moveTo>
                    <a:pt x="678342" y="0"/>
                  </a:moveTo>
                  <a:lnTo>
                    <a:pt x="0" y="0"/>
                  </a:lnTo>
                  <a:lnTo>
                    <a:pt x="2117" y="30798"/>
                  </a:lnTo>
                  <a:lnTo>
                    <a:pt x="2377" y="38564"/>
                  </a:lnTo>
                  <a:lnTo>
                    <a:pt x="678242" y="38564"/>
                  </a:lnTo>
                  <a:lnTo>
                    <a:pt x="6783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5" name="object 6065" descr=""/>
            <p:cNvSpPr/>
            <p:nvPr/>
          </p:nvSpPr>
          <p:spPr>
            <a:xfrm>
              <a:off x="2106734" y="8518567"/>
              <a:ext cx="678815" cy="38735"/>
            </a:xfrm>
            <a:custGeom>
              <a:avLst/>
              <a:gdLst/>
              <a:ahLst/>
              <a:cxnLst/>
              <a:rect l="l" t="t" r="r" b="b"/>
              <a:pathLst>
                <a:path w="678814" h="38734">
                  <a:moveTo>
                    <a:pt x="678242" y="38564"/>
                  </a:moveTo>
                  <a:lnTo>
                    <a:pt x="678217" y="12523"/>
                  </a:lnTo>
                  <a:lnTo>
                    <a:pt x="678342" y="0"/>
                  </a:lnTo>
                  <a:lnTo>
                    <a:pt x="0" y="0"/>
                  </a:lnTo>
                  <a:lnTo>
                    <a:pt x="2117" y="30798"/>
                  </a:lnTo>
                  <a:lnTo>
                    <a:pt x="2377" y="38564"/>
                  </a:lnTo>
                  <a:lnTo>
                    <a:pt x="678242" y="38564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66" name="object 6066" descr=""/>
            <p:cNvSpPr/>
            <p:nvPr/>
          </p:nvSpPr>
          <p:spPr>
            <a:xfrm>
              <a:off x="2105281" y="8497437"/>
              <a:ext cx="680720" cy="21590"/>
            </a:xfrm>
            <a:custGeom>
              <a:avLst/>
              <a:gdLst/>
              <a:ahLst/>
              <a:cxnLst/>
              <a:rect l="l" t="t" r="r" b="b"/>
              <a:pathLst>
                <a:path w="680719" h="21590">
                  <a:moveTo>
                    <a:pt x="680175" y="0"/>
                  </a:moveTo>
                  <a:lnTo>
                    <a:pt x="0" y="0"/>
                  </a:lnTo>
                  <a:lnTo>
                    <a:pt x="1453" y="21130"/>
                  </a:lnTo>
                  <a:lnTo>
                    <a:pt x="679795" y="21130"/>
                  </a:lnTo>
                  <a:lnTo>
                    <a:pt x="679897" y="10893"/>
                  </a:lnTo>
                  <a:lnTo>
                    <a:pt x="6801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7" name="object 6067" descr=""/>
            <p:cNvSpPr/>
            <p:nvPr/>
          </p:nvSpPr>
          <p:spPr>
            <a:xfrm>
              <a:off x="2105281" y="8497437"/>
              <a:ext cx="680720" cy="21590"/>
            </a:xfrm>
            <a:custGeom>
              <a:avLst/>
              <a:gdLst/>
              <a:ahLst/>
              <a:cxnLst/>
              <a:rect l="l" t="t" r="r" b="b"/>
              <a:pathLst>
                <a:path w="680719" h="21590">
                  <a:moveTo>
                    <a:pt x="680175" y="0"/>
                  </a:moveTo>
                  <a:lnTo>
                    <a:pt x="679897" y="10893"/>
                  </a:lnTo>
                  <a:lnTo>
                    <a:pt x="679795" y="21130"/>
                  </a:lnTo>
                  <a:lnTo>
                    <a:pt x="1453" y="21130"/>
                  </a:lnTo>
                  <a:lnTo>
                    <a:pt x="0" y="0"/>
                  </a:lnTo>
                  <a:lnTo>
                    <a:pt x="680175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68" name="object 6068" descr=""/>
            <p:cNvSpPr/>
            <p:nvPr/>
          </p:nvSpPr>
          <p:spPr>
            <a:xfrm>
              <a:off x="2102629" y="8458873"/>
              <a:ext cx="686435" cy="38735"/>
            </a:xfrm>
            <a:custGeom>
              <a:avLst/>
              <a:gdLst/>
              <a:ahLst/>
              <a:cxnLst/>
              <a:rect l="l" t="t" r="r" b="b"/>
              <a:pathLst>
                <a:path w="686435" h="38734">
                  <a:moveTo>
                    <a:pt x="685999" y="0"/>
                  </a:moveTo>
                  <a:lnTo>
                    <a:pt x="0" y="0"/>
                  </a:lnTo>
                  <a:lnTo>
                    <a:pt x="2651" y="38564"/>
                  </a:lnTo>
                  <a:lnTo>
                    <a:pt x="682827" y="38564"/>
                  </a:lnTo>
                  <a:lnTo>
                    <a:pt x="682959" y="33390"/>
                  </a:lnTo>
                  <a:lnTo>
                    <a:pt x="683557" y="24459"/>
                  </a:lnTo>
                  <a:lnTo>
                    <a:pt x="6859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9" name="object 6069" descr=""/>
            <p:cNvSpPr/>
            <p:nvPr/>
          </p:nvSpPr>
          <p:spPr>
            <a:xfrm>
              <a:off x="2102629" y="8458873"/>
              <a:ext cx="686435" cy="38735"/>
            </a:xfrm>
            <a:custGeom>
              <a:avLst/>
              <a:gdLst/>
              <a:ahLst/>
              <a:cxnLst/>
              <a:rect l="l" t="t" r="r" b="b"/>
              <a:pathLst>
                <a:path w="686435" h="38734">
                  <a:moveTo>
                    <a:pt x="682827" y="38564"/>
                  </a:moveTo>
                  <a:lnTo>
                    <a:pt x="682959" y="33390"/>
                  </a:lnTo>
                  <a:lnTo>
                    <a:pt x="683557" y="24459"/>
                  </a:lnTo>
                  <a:lnTo>
                    <a:pt x="685999" y="0"/>
                  </a:lnTo>
                  <a:lnTo>
                    <a:pt x="0" y="0"/>
                  </a:lnTo>
                  <a:lnTo>
                    <a:pt x="2651" y="38564"/>
                  </a:lnTo>
                  <a:lnTo>
                    <a:pt x="682827" y="38564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70" name="object 6070" descr=""/>
            <p:cNvSpPr/>
            <p:nvPr/>
          </p:nvSpPr>
          <p:spPr>
            <a:xfrm>
              <a:off x="2101177" y="8437753"/>
              <a:ext cx="689610" cy="21590"/>
            </a:xfrm>
            <a:custGeom>
              <a:avLst/>
              <a:gdLst/>
              <a:ahLst/>
              <a:cxnLst/>
              <a:rect l="l" t="t" r="r" b="b"/>
              <a:pathLst>
                <a:path w="689610" h="21590">
                  <a:moveTo>
                    <a:pt x="689559" y="0"/>
                  </a:moveTo>
                  <a:lnTo>
                    <a:pt x="0" y="0"/>
                  </a:lnTo>
                  <a:lnTo>
                    <a:pt x="1452" y="21119"/>
                  </a:lnTo>
                  <a:lnTo>
                    <a:pt x="687451" y="21119"/>
                  </a:lnTo>
                  <a:lnTo>
                    <a:pt x="6895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1" name="object 6071" descr=""/>
            <p:cNvSpPr/>
            <p:nvPr/>
          </p:nvSpPr>
          <p:spPr>
            <a:xfrm>
              <a:off x="2101177" y="8437753"/>
              <a:ext cx="689610" cy="21590"/>
            </a:xfrm>
            <a:custGeom>
              <a:avLst/>
              <a:gdLst/>
              <a:ahLst/>
              <a:cxnLst/>
              <a:rect l="l" t="t" r="r" b="b"/>
              <a:pathLst>
                <a:path w="689610" h="21590">
                  <a:moveTo>
                    <a:pt x="689559" y="0"/>
                  </a:moveTo>
                  <a:lnTo>
                    <a:pt x="687451" y="21119"/>
                  </a:lnTo>
                  <a:lnTo>
                    <a:pt x="1452" y="21119"/>
                  </a:lnTo>
                  <a:lnTo>
                    <a:pt x="0" y="0"/>
                  </a:lnTo>
                  <a:lnTo>
                    <a:pt x="689559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72" name="object 6072" descr=""/>
            <p:cNvSpPr/>
            <p:nvPr/>
          </p:nvSpPr>
          <p:spPr>
            <a:xfrm>
              <a:off x="2098524" y="8399178"/>
              <a:ext cx="696595" cy="38735"/>
            </a:xfrm>
            <a:custGeom>
              <a:avLst/>
              <a:gdLst/>
              <a:ahLst/>
              <a:cxnLst/>
              <a:rect l="l" t="t" r="r" b="b"/>
              <a:pathLst>
                <a:path w="696594" h="38734">
                  <a:moveTo>
                    <a:pt x="696062" y="0"/>
                  </a:moveTo>
                  <a:lnTo>
                    <a:pt x="0" y="0"/>
                  </a:lnTo>
                  <a:lnTo>
                    <a:pt x="2652" y="38574"/>
                  </a:lnTo>
                  <a:lnTo>
                    <a:pt x="692212" y="38574"/>
                  </a:lnTo>
                  <a:lnTo>
                    <a:pt x="6960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3" name="object 6073" descr=""/>
            <p:cNvSpPr/>
            <p:nvPr/>
          </p:nvSpPr>
          <p:spPr>
            <a:xfrm>
              <a:off x="2098524" y="8399178"/>
              <a:ext cx="696595" cy="38735"/>
            </a:xfrm>
            <a:custGeom>
              <a:avLst/>
              <a:gdLst/>
              <a:ahLst/>
              <a:cxnLst/>
              <a:rect l="l" t="t" r="r" b="b"/>
              <a:pathLst>
                <a:path w="696594" h="38734">
                  <a:moveTo>
                    <a:pt x="692212" y="38574"/>
                  </a:moveTo>
                  <a:lnTo>
                    <a:pt x="696062" y="0"/>
                  </a:lnTo>
                  <a:lnTo>
                    <a:pt x="0" y="0"/>
                  </a:lnTo>
                  <a:lnTo>
                    <a:pt x="2652" y="38574"/>
                  </a:lnTo>
                  <a:lnTo>
                    <a:pt x="692212" y="38574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74" name="object 6074" descr=""/>
            <p:cNvSpPr/>
            <p:nvPr/>
          </p:nvSpPr>
          <p:spPr>
            <a:xfrm>
              <a:off x="2097072" y="8378059"/>
              <a:ext cx="699770" cy="21590"/>
            </a:xfrm>
            <a:custGeom>
              <a:avLst/>
              <a:gdLst/>
              <a:ahLst/>
              <a:cxnLst/>
              <a:rect l="l" t="t" r="r" b="b"/>
              <a:pathLst>
                <a:path w="699769" h="21590">
                  <a:moveTo>
                    <a:pt x="699622" y="0"/>
                  </a:moveTo>
                  <a:lnTo>
                    <a:pt x="0" y="0"/>
                  </a:lnTo>
                  <a:lnTo>
                    <a:pt x="1452" y="21119"/>
                  </a:lnTo>
                  <a:lnTo>
                    <a:pt x="697514" y="21119"/>
                  </a:lnTo>
                  <a:lnTo>
                    <a:pt x="6996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5" name="object 6075" descr=""/>
            <p:cNvSpPr/>
            <p:nvPr/>
          </p:nvSpPr>
          <p:spPr>
            <a:xfrm>
              <a:off x="2097072" y="8378059"/>
              <a:ext cx="699770" cy="21590"/>
            </a:xfrm>
            <a:custGeom>
              <a:avLst/>
              <a:gdLst/>
              <a:ahLst/>
              <a:cxnLst/>
              <a:rect l="l" t="t" r="r" b="b"/>
              <a:pathLst>
                <a:path w="699769" h="21590">
                  <a:moveTo>
                    <a:pt x="699622" y="0"/>
                  </a:moveTo>
                  <a:lnTo>
                    <a:pt x="697514" y="21119"/>
                  </a:lnTo>
                  <a:lnTo>
                    <a:pt x="1452" y="21119"/>
                  </a:lnTo>
                  <a:lnTo>
                    <a:pt x="0" y="0"/>
                  </a:lnTo>
                  <a:lnTo>
                    <a:pt x="699622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76" name="object 6076" descr=""/>
            <p:cNvSpPr/>
            <p:nvPr/>
          </p:nvSpPr>
          <p:spPr>
            <a:xfrm>
              <a:off x="2094420" y="8339494"/>
              <a:ext cx="706120" cy="38735"/>
            </a:xfrm>
            <a:custGeom>
              <a:avLst/>
              <a:gdLst/>
              <a:ahLst/>
              <a:cxnLst/>
              <a:rect l="l" t="t" r="r" b="b"/>
              <a:pathLst>
                <a:path w="706119" h="38734">
                  <a:moveTo>
                    <a:pt x="706123" y="0"/>
                  </a:moveTo>
                  <a:lnTo>
                    <a:pt x="0" y="0"/>
                  </a:lnTo>
                  <a:lnTo>
                    <a:pt x="2651" y="38564"/>
                  </a:lnTo>
                  <a:lnTo>
                    <a:pt x="702274" y="38564"/>
                  </a:lnTo>
                  <a:lnTo>
                    <a:pt x="7061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7" name="object 6077" descr=""/>
            <p:cNvSpPr/>
            <p:nvPr/>
          </p:nvSpPr>
          <p:spPr>
            <a:xfrm>
              <a:off x="2094420" y="8339494"/>
              <a:ext cx="706120" cy="38735"/>
            </a:xfrm>
            <a:custGeom>
              <a:avLst/>
              <a:gdLst/>
              <a:ahLst/>
              <a:cxnLst/>
              <a:rect l="l" t="t" r="r" b="b"/>
              <a:pathLst>
                <a:path w="706119" h="38734">
                  <a:moveTo>
                    <a:pt x="702274" y="38564"/>
                  </a:moveTo>
                  <a:lnTo>
                    <a:pt x="706123" y="0"/>
                  </a:lnTo>
                  <a:lnTo>
                    <a:pt x="0" y="0"/>
                  </a:lnTo>
                  <a:lnTo>
                    <a:pt x="2651" y="38564"/>
                  </a:lnTo>
                  <a:lnTo>
                    <a:pt x="702274" y="38564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78" name="object 6078" descr=""/>
            <p:cNvSpPr/>
            <p:nvPr/>
          </p:nvSpPr>
          <p:spPr>
            <a:xfrm>
              <a:off x="2092968" y="8318375"/>
              <a:ext cx="709930" cy="21590"/>
            </a:xfrm>
            <a:custGeom>
              <a:avLst/>
              <a:gdLst/>
              <a:ahLst/>
              <a:cxnLst/>
              <a:rect l="l" t="t" r="r" b="b"/>
              <a:pathLst>
                <a:path w="709930" h="21590">
                  <a:moveTo>
                    <a:pt x="709647" y="0"/>
                  </a:moveTo>
                  <a:lnTo>
                    <a:pt x="0" y="0"/>
                  </a:lnTo>
                  <a:lnTo>
                    <a:pt x="1452" y="21119"/>
                  </a:lnTo>
                  <a:lnTo>
                    <a:pt x="707575" y="21119"/>
                  </a:lnTo>
                  <a:lnTo>
                    <a:pt x="709090" y="5948"/>
                  </a:lnTo>
                  <a:lnTo>
                    <a:pt x="7096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9" name="object 6079" descr=""/>
            <p:cNvSpPr/>
            <p:nvPr/>
          </p:nvSpPr>
          <p:spPr>
            <a:xfrm>
              <a:off x="2092968" y="8318375"/>
              <a:ext cx="709930" cy="21590"/>
            </a:xfrm>
            <a:custGeom>
              <a:avLst/>
              <a:gdLst/>
              <a:ahLst/>
              <a:cxnLst/>
              <a:rect l="l" t="t" r="r" b="b"/>
              <a:pathLst>
                <a:path w="709930" h="21590">
                  <a:moveTo>
                    <a:pt x="709647" y="0"/>
                  </a:moveTo>
                  <a:lnTo>
                    <a:pt x="709090" y="5948"/>
                  </a:lnTo>
                  <a:lnTo>
                    <a:pt x="707575" y="21119"/>
                  </a:lnTo>
                  <a:lnTo>
                    <a:pt x="1452" y="21119"/>
                  </a:lnTo>
                  <a:lnTo>
                    <a:pt x="0" y="0"/>
                  </a:lnTo>
                  <a:lnTo>
                    <a:pt x="709647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80" name="object 6080" descr=""/>
            <p:cNvSpPr/>
            <p:nvPr/>
          </p:nvSpPr>
          <p:spPr>
            <a:xfrm>
              <a:off x="2090315" y="8279800"/>
              <a:ext cx="716280" cy="38735"/>
            </a:xfrm>
            <a:custGeom>
              <a:avLst/>
              <a:gdLst/>
              <a:ahLst/>
              <a:cxnLst/>
              <a:rect l="l" t="t" r="r" b="b"/>
              <a:pathLst>
                <a:path w="716280" h="38734">
                  <a:moveTo>
                    <a:pt x="715913" y="0"/>
                  </a:moveTo>
                  <a:lnTo>
                    <a:pt x="0" y="0"/>
                  </a:lnTo>
                  <a:lnTo>
                    <a:pt x="2652" y="38574"/>
                  </a:lnTo>
                  <a:lnTo>
                    <a:pt x="712299" y="38574"/>
                  </a:lnTo>
                  <a:lnTo>
                    <a:pt x="7159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1" name="object 6081" descr=""/>
            <p:cNvSpPr/>
            <p:nvPr/>
          </p:nvSpPr>
          <p:spPr>
            <a:xfrm>
              <a:off x="2090315" y="8279800"/>
              <a:ext cx="716280" cy="38735"/>
            </a:xfrm>
            <a:custGeom>
              <a:avLst/>
              <a:gdLst/>
              <a:ahLst/>
              <a:cxnLst/>
              <a:rect l="l" t="t" r="r" b="b"/>
              <a:pathLst>
                <a:path w="716280" h="38734">
                  <a:moveTo>
                    <a:pt x="712299" y="38574"/>
                  </a:moveTo>
                  <a:lnTo>
                    <a:pt x="715913" y="0"/>
                  </a:lnTo>
                  <a:lnTo>
                    <a:pt x="0" y="0"/>
                  </a:lnTo>
                  <a:lnTo>
                    <a:pt x="2652" y="38574"/>
                  </a:lnTo>
                  <a:lnTo>
                    <a:pt x="712299" y="38574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82" name="object 6082" descr=""/>
            <p:cNvSpPr/>
            <p:nvPr/>
          </p:nvSpPr>
          <p:spPr>
            <a:xfrm>
              <a:off x="2088863" y="8258680"/>
              <a:ext cx="719455" cy="21590"/>
            </a:xfrm>
            <a:custGeom>
              <a:avLst/>
              <a:gdLst/>
              <a:ahLst/>
              <a:cxnLst/>
              <a:rect l="l" t="t" r="r" b="b"/>
              <a:pathLst>
                <a:path w="719455" h="21590">
                  <a:moveTo>
                    <a:pt x="719343" y="0"/>
                  </a:moveTo>
                  <a:lnTo>
                    <a:pt x="0" y="0"/>
                  </a:lnTo>
                  <a:lnTo>
                    <a:pt x="1452" y="21119"/>
                  </a:lnTo>
                  <a:lnTo>
                    <a:pt x="717365" y="21119"/>
                  </a:lnTo>
                  <a:lnTo>
                    <a:pt x="71934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3" name="object 6083" descr=""/>
            <p:cNvSpPr/>
            <p:nvPr/>
          </p:nvSpPr>
          <p:spPr>
            <a:xfrm>
              <a:off x="2088863" y="8258680"/>
              <a:ext cx="719455" cy="21590"/>
            </a:xfrm>
            <a:custGeom>
              <a:avLst/>
              <a:gdLst/>
              <a:ahLst/>
              <a:cxnLst/>
              <a:rect l="l" t="t" r="r" b="b"/>
              <a:pathLst>
                <a:path w="719455" h="21590">
                  <a:moveTo>
                    <a:pt x="719343" y="0"/>
                  </a:moveTo>
                  <a:lnTo>
                    <a:pt x="717365" y="21119"/>
                  </a:lnTo>
                  <a:lnTo>
                    <a:pt x="1452" y="21119"/>
                  </a:lnTo>
                  <a:lnTo>
                    <a:pt x="0" y="0"/>
                  </a:lnTo>
                  <a:lnTo>
                    <a:pt x="719343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84" name="object 6084" descr=""/>
            <p:cNvSpPr/>
            <p:nvPr/>
          </p:nvSpPr>
          <p:spPr>
            <a:xfrm>
              <a:off x="2086211" y="8220116"/>
              <a:ext cx="725805" cy="38735"/>
            </a:xfrm>
            <a:custGeom>
              <a:avLst/>
              <a:gdLst/>
              <a:ahLst/>
              <a:cxnLst/>
              <a:rect l="l" t="t" r="r" b="b"/>
              <a:pathLst>
                <a:path w="725805" h="38734">
                  <a:moveTo>
                    <a:pt x="725607" y="0"/>
                  </a:moveTo>
                  <a:lnTo>
                    <a:pt x="0" y="0"/>
                  </a:lnTo>
                  <a:lnTo>
                    <a:pt x="2651" y="38564"/>
                  </a:lnTo>
                  <a:lnTo>
                    <a:pt x="721995" y="38564"/>
                  </a:lnTo>
                  <a:lnTo>
                    <a:pt x="72560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5" name="object 6085" descr=""/>
            <p:cNvSpPr/>
            <p:nvPr/>
          </p:nvSpPr>
          <p:spPr>
            <a:xfrm>
              <a:off x="2086211" y="8220116"/>
              <a:ext cx="725805" cy="38735"/>
            </a:xfrm>
            <a:custGeom>
              <a:avLst/>
              <a:gdLst/>
              <a:ahLst/>
              <a:cxnLst/>
              <a:rect l="l" t="t" r="r" b="b"/>
              <a:pathLst>
                <a:path w="725805" h="38734">
                  <a:moveTo>
                    <a:pt x="721995" y="38564"/>
                  </a:moveTo>
                  <a:lnTo>
                    <a:pt x="725607" y="0"/>
                  </a:lnTo>
                  <a:lnTo>
                    <a:pt x="0" y="0"/>
                  </a:lnTo>
                  <a:lnTo>
                    <a:pt x="2651" y="38564"/>
                  </a:lnTo>
                  <a:lnTo>
                    <a:pt x="721995" y="38564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86" name="object 6086" descr=""/>
            <p:cNvSpPr/>
            <p:nvPr/>
          </p:nvSpPr>
          <p:spPr>
            <a:xfrm>
              <a:off x="2084758" y="8198985"/>
              <a:ext cx="729615" cy="21590"/>
            </a:xfrm>
            <a:custGeom>
              <a:avLst/>
              <a:gdLst/>
              <a:ahLst/>
              <a:cxnLst/>
              <a:rect l="l" t="t" r="r" b="b"/>
              <a:pathLst>
                <a:path w="729614" h="21590">
                  <a:moveTo>
                    <a:pt x="729039" y="0"/>
                  </a:moveTo>
                  <a:lnTo>
                    <a:pt x="0" y="0"/>
                  </a:lnTo>
                  <a:lnTo>
                    <a:pt x="1453" y="21130"/>
                  </a:lnTo>
                  <a:lnTo>
                    <a:pt x="727060" y="21130"/>
                  </a:lnTo>
                  <a:lnTo>
                    <a:pt x="7290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7" name="object 6087" descr=""/>
            <p:cNvSpPr/>
            <p:nvPr/>
          </p:nvSpPr>
          <p:spPr>
            <a:xfrm>
              <a:off x="2084758" y="8198985"/>
              <a:ext cx="729615" cy="21590"/>
            </a:xfrm>
            <a:custGeom>
              <a:avLst/>
              <a:gdLst/>
              <a:ahLst/>
              <a:cxnLst/>
              <a:rect l="l" t="t" r="r" b="b"/>
              <a:pathLst>
                <a:path w="729614" h="21590">
                  <a:moveTo>
                    <a:pt x="729039" y="0"/>
                  </a:moveTo>
                  <a:lnTo>
                    <a:pt x="727060" y="21130"/>
                  </a:lnTo>
                  <a:lnTo>
                    <a:pt x="1453" y="21130"/>
                  </a:lnTo>
                  <a:lnTo>
                    <a:pt x="0" y="0"/>
                  </a:lnTo>
                  <a:lnTo>
                    <a:pt x="729039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88" name="object 6088" descr=""/>
            <p:cNvSpPr/>
            <p:nvPr/>
          </p:nvSpPr>
          <p:spPr>
            <a:xfrm>
              <a:off x="2082106" y="8160421"/>
              <a:ext cx="735330" cy="38735"/>
            </a:xfrm>
            <a:custGeom>
              <a:avLst/>
              <a:gdLst/>
              <a:ahLst/>
              <a:cxnLst/>
              <a:rect l="l" t="t" r="r" b="b"/>
              <a:pathLst>
                <a:path w="735330" h="38734">
                  <a:moveTo>
                    <a:pt x="735303" y="0"/>
                  </a:moveTo>
                  <a:lnTo>
                    <a:pt x="0" y="0"/>
                  </a:lnTo>
                  <a:lnTo>
                    <a:pt x="2651" y="38564"/>
                  </a:lnTo>
                  <a:lnTo>
                    <a:pt x="731691" y="38564"/>
                  </a:lnTo>
                  <a:lnTo>
                    <a:pt x="735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9" name="object 6089" descr=""/>
            <p:cNvSpPr/>
            <p:nvPr/>
          </p:nvSpPr>
          <p:spPr>
            <a:xfrm>
              <a:off x="2082106" y="8160421"/>
              <a:ext cx="735330" cy="38735"/>
            </a:xfrm>
            <a:custGeom>
              <a:avLst/>
              <a:gdLst/>
              <a:ahLst/>
              <a:cxnLst/>
              <a:rect l="l" t="t" r="r" b="b"/>
              <a:pathLst>
                <a:path w="735330" h="38734">
                  <a:moveTo>
                    <a:pt x="731691" y="38564"/>
                  </a:moveTo>
                  <a:lnTo>
                    <a:pt x="735303" y="0"/>
                  </a:lnTo>
                  <a:lnTo>
                    <a:pt x="0" y="0"/>
                  </a:lnTo>
                  <a:lnTo>
                    <a:pt x="2651" y="38564"/>
                  </a:lnTo>
                  <a:lnTo>
                    <a:pt x="731691" y="38564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90" name="object 6090" descr=""/>
            <p:cNvSpPr/>
            <p:nvPr/>
          </p:nvSpPr>
          <p:spPr>
            <a:xfrm>
              <a:off x="2080654" y="8139301"/>
              <a:ext cx="739140" cy="21590"/>
            </a:xfrm>
            <a:custGeom>
              <a:avLst/>
              <a:gdLst/>
              <a:ahLst/>
              <a:cxnLst/>
              <a:rect l="l" t="t" r="r" b="b"/>
              <a:pathLst>
                <a:path w="739139" h="21590">
                  <a:moveTo>
                    <a:pt x="738734" y="0"/>
                  </a:moveTo>
                  <a:lnTo>
                    <a:pt x="0" y="0"/>
                  </a:lnTo>
                  <a:lnTo>
                    <a:pt x="1452" y="21119"/>
                  </a:lnTo>
                  <a:lnTo>
                    <a:pt x="736756" y="21119"/>
                  </a:lnTo>
                  <a:lnTo>
                    <a:pt x="7387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1" name="object 6091" descr=""/>
            <p:cNvSpPr/>
            <p:nvPr/>
          </p:nvSpPr>
          <p:spPr>
            <a:xfrm>
              <a:off x="2080654" y="8139301"/>
              <a:ext cx="739140" cy="21590"/>
            </a:xfrm>
            <a:custGeom>
              <a:avLst/>
              <a:gdLst/>
              <a:ahLst/>
              <a:cxnLst/>
              <a:rect l="l" t="t" r="r" b="b"/>
              <a:pathLst>
                <a:path w="739139" h="21590">
                  <a:moveTo>
                    <a:pt x="738734" y="0"/>
                  </a:moveTo>
                  <a:lnTo>
                    <a:pt x="736756" y="21119"/>
                  </a:lnTo>
                  <a:lnTo>
                    <a:pt x="1452" y="21119"/>
                  </a:lnTo>
                  <a:lnTo>
                    <a:pt x="0" y="0"/>
                  </a:lnTo>
                  <a:lnTo>
                    <a:pt x="738734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92" name="object 6092" descr=""/>
            <p:cNvSpPr/>
            <p:nvPr/>
          </p:nvSpPr>
          <p:spPr>
            <a:xfrm>
              <a:off x="2078002" y="8100737"/>
              <a:ext cx="745490" cy="38735"/>
            </a:xfrm>
            <a:custGeom>
              <a:avLst/>
              <a:gdLst/>
              <a:ahLst/>
              <a:cxnLst/>
              <a:rect l="l" t="t" r="r" b="b"/>
              <a:pathLst>
                <a:path w="745489" h="38734">
                  <a:moveTo>
                    <a:pt x="744998" y="0"/>
                  </a:moveTo>
                  <a:lnTo>
                    <a:pt x="0" y="0"/>
                  </a:lnTo>
                  <a:lnTo>
                    <a:pt x="2651" y="38564"/>
                  </a:lnTo>
                  <a:lnTo>
                    <a:pt x="741386" y="38564"/>
                  </a:lnTo>
                  <a:lnTo>
                    <a:pt x="74499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3" name="object 6093" descr=""/>
            <p:cNvSpPr/>
            <p:nvPr/>
          </p:nvSpPr>
          <p:spPr>
            <a:xfrm>
              <a:off x="2078002" y="8100737"/>
              <a:ext cx="745490" cy="38735"/>
            </a:xfrm>
            <a:custGeom>
              <a:avLst/>
              <a:gdLst/>
              <a:ahLst/>
              <a:cxnLst/>
              <a:rect l="l" t="t" r="r" b="b"/>
              <a:pathLst>
                <a:path w="745489" h="38734">
                  <a:moveTo>
                    <a:pt x="741386" y="38564"/>
                  </a:moveTo>
                  <a:lnTo>
                    <a:pt x="744998" y="0"/>
                  </a:lnTo>
                  <a:lnTo>
                    <a:pt x="0" y="0"/>
                  </a:lnTo>
                  <a:lnTo>
                    <a:pt x="2651" y="38564"/>
                  </a:lnTo>
                  <a:lnTo>
                    <a:pt x="741386" y="38564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94" name="object 6094" descr=""/>
            <p:cNvSpPr/>
            <p:nvPr/>
          </p:nvSpPr>
          <p:spPr>
            <a:xfrm>
              <a:off x="2076549" y="8079607"/>
              <a:ext cx="748665" cy="21590"/>
            </a:xfrm>
            <a:custGeom>
              <a:avLst/>
              <a:gdLst/>
              <a:ahLst/>
              <a:cxnLst/>
              <a:rect l="l" t="t" r="r" b="b"/>
              <a:pathLst>
                <a:path w="748664" h="21590">
                  <a:moveTo>
                    <a:pt x="748430" y="0"/>
                  </a:moveTo>
                  <a:lnTo>
                    <a:pt x="0" y="0"/>
                  </a:lnTo>
                  <a:lnTo>
                    <a:pt x="1453" y="21130"/>
                  </a:lnTo>
                  <a:lnTo>
                    <a:pt x="746451" y="21130"/>
                  </a:lnTo>
                  <a:lnTo>
                    <a:pt x="74843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5" name="object 6095" descr=""/>
            <p:cNvSpPr/>
            <p:nvPr/>
          </p:nvSpPr>
          <p:spPr>
            <a:xfrm>
              <a:off x="2076549" y="8079607"/>
              <a:ext cx="748665" cy="21590"/>
            </a:xfrm>
            <a:custGeom>
              <a:avLst/>
              <a:gdLst/>
              <a:ahLst/>
              <a:cxnLst/>
              <a:rect l="l" t="t" r="r" b="b"/>
              <a:pathLst>
                <a:path w="748664" h="21590">
                  <a:moveTo>
                    <a:pt x="748430" y="0"/>
                  </a:moveTo>
                  <a:lnTo>
                    <a:pt x="746451" y="21130"/>
                  </a:lnTo>
                  <a:lnTo>
                    <a:pt x="1453" y="21130"/>
                  </a:lnTo>
                  <a:lnTo>
                    <a:pt x="0" y="0"/>
                  </a:lnTo>
                  <a:lnTo>
                    <a:pt x="748430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96" name="object 6096" descr=""/>
            <p:cNvSpPr/>
            <p:nvPr/>
          </p:nvSpPr>
          <p:spPr>
            <a:xfrm>
              <a:off x="2073897" y="8041043"/>
              <a:ext cx="755015" cy="38735"/>
            </a:xfrm>
            <a:custGeom>
              <a:avLst/>
              <a:gdLst/>
              <a:ahLst/>
              <a:cxnLst/>
              <a:rect l="l" t="t" r="r" b="b"/>
              <a:pathLst>
                <a:path w="755014" h="38734">
                  <a:moveTo>
                    <a:pt x="754694" y="0"/>
                  </a:moveTo>
                  <a:lnTo>
                    <a:pt x="0" y="0"/>
                  </a:lnTo>
                  <a:lnTo>
                    <a:pt x="2651" y="38564"/>
                  </a:lnTo>
                  <a:lnTo>
                    <a:pt x="751082" y="38564"/>
                  </a:lnTo>
                  <a:lnTo>
                    <a:pt x="7546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7" name="object 6097" descr=""/>
            <p:cNvSpPr/>
            <p:nvPr/>
          </p:nvSpPr>
          <p:spPr>
            <a:xfrm>
              <a:off x="2073897" y="8041043"/>
              <a:ext cx="755015" cy="38735"/>
            </a:xfrm>
            <a:custGeom>
              <a:avLst/>
              <a:gdLst/>
              <a:ahLst/>
              <a:cxnLst/>
              <a:rect l="l" t="t" r="r" b="b"/>
              <a:pathLst>
                <a:path w="755014" h="38734">
                  <a:moveTo>
                    <a:pt x="751082" y="38564"/>
                  </a:moveTo>
                  <a:lnTo>
                    <a:pt x="754694" y="0"/>
                  </a:lnTo>
                  <a:lnTo>
                    <a:pt x="0" y="0"/>
                  </a:lnTo>
                  <a:lnTo>
                    <a:pt x="2651" y="38564"/>
                  </a:lnTo>
                  <a:lnTo>
                    <a:pt x="751082" y="38564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98" name="object 6098" descr=""/>
            <p:cNvSpPr/>
            <p:nvPr/>
          </p:nvSpPr>
          <p:spPr>
            <a:xfrm>
              <a:off x="2072445" y="8019923"/>
              <a:ext cx="758190" cy="21590"/>
            </a:xfrm>
            <a:custGeom>
              <a:avLst/>
              <a:gdLst/>
              <a:ahLst/>
              <a:cxnLst/>
              <a:rect l="l" t="t" r="r" b="b"/>
              <a:pathLst>
                <a:path w="758189" h="21590">
                  <a:moveTo>
                    <a:pt x="758112" y="0"/>
                  </a:moveTo>
                  <a:lnTo>
                    <a:pt x="0" y="0"/>
                  </a:lnTo>
                  <a:lnTo>
                    <a:pt x="1452" y="21119"/>
                  </a:lnTo>
                  <a:lnTo>
                    <a:pt x="756147" y="21119"/>
                  </a:lnTo>
                  <a:lnTo>
                    <a:pt x="7581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9" name="object 6099" descr=""/>
            <p:cNvSpPr/>
            <p:nvPr/>
          </p:nvSpPr>
          <p:spPr>
            <a:xfrm>
              <a:off x="2072445" y="8019923"/>
              <a:ext cx="758190" cy="21590"/>
            </a:xfrm>
            <a:custGeom>
              <a:avLst/>
              <a:gdLst/>
              <a:ahLst/>
              <a:cxnLst/>
              <a:rect l="l" t="t" r="r" b="b"/>
              <a:pathLst>
                <a:path w="758189" h="21590">
                  <a:moveTo>
                    <a:pt x="758112" y="0"/>
                  </a:moveTo>
                  <a:lnTo>
                    <a:pt x="757301" y="8799"/>
                  </a:lnTo>
                  <a:lnTo>
                    <a:pt x="756147" y="21119"/>
                  </a:lnTo>
                  <a:lnTo>
                    <a:pt x="1452" y="21119"/>
                  </a:lnTo>
                  <a:lnTo>
                    <a:pt x="0" y="0"/>
                  </a:lnTo>
                  <a:lnTo>
                    <a:pt x="758112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00" name="object 6100" descr=""/>
            <p:cNvSpPr/>
            <p:nvPr/>
          </p:nvSpPr>
          <p:spPr>
            <a:xfrm>
              <a:off x="2135503" y="9413912"/>
              <a:ext cx="665480" cy="38735"/>
            </a:xfrm>
            <a:custGeom>
              <a:avLst/>
              <a:gdLst/>
              <a:ahLst/>
              <a:cxnLst/>
              <a:rect l="l" t="t" r="r" b="b"/>
              <a:pathLst>
                <a:path w="665480" h="38734">
                  <a:moveTo>
                    <a:pt x="664260" y="0"/>
                  </a:moveTo>
                  <a:lnTo>
                    <a:pt x="0" y="0"/>
                  </a:lnTo>
                  <a:lnTo>
                    <a:pt x="641" y="38564"/>
                  </a:lnTo>
                  <a:lnTo>
                    <a:pt x="665249" y="38564"/>
                  </a:lnTo>
                  <a:lnTo>
                    <a:pt x="66426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1" name="object 6101" descr=""/>
            <p:cNvSpPr/>
            <p:nvPr/>
          </p:nvSpPr>
          <p:spPr>
            <a:xfrm>
              <a:off x="2135503" y="9413912"/>
              <a:ext cx="665480" cy="38735"/>
            </a:xfrm>
            <a:custGeom>
              <a:avLst/>
              <a:gdLst/>
              <a:ahLst/>
              <a:cxnLst/>
              <a:rect l="l" t="t" r="r" b="b"/>
              <a:pathLst>
                <a:path w="665480" h="38734">
                  <a:moveTo>
                    <a:pt x="665249" y="38564"/>
                  </a:moveTo>
                  <a:lnTo>
                    <a:pt x="665004" y="29360"/>
                  </a:lnTo>
                  <a:lnTo>
                    <a:pt x="664260" y="0"/>
                  </a:lnTo>
                  <a:lnTo>
                    <a:pt x="0" y="0"/>
                  </a:lnTo>
                  <a:lnTo>
                    <a:pt x="641" y="38564"/>
                  </a:lnTo>
                  <a:lnTo>
                    <a:pt x="665249" y="38564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02" name="object 6102" descr=""/>
            <p:cNvSpPr/>
            <p:nvPr/>
          </p:nvSpPr>
          <p:spPr>
            <a:xfrm>
              <a:off x="2135152" y="9392792"/>
              <a:ext cx="664845" cy="21590"/>
            </a:xfrm>
            <a:custGeom>
              <a:avLst/>
              <a:gdLst/>
              <a:ahLst/>
              <a:cxnLst/>
              <a:rect l="l" t="t" r="r" b="b"/>
              <a:pathLst>
                <a:path w="664844" h="21590">
                  <a:moveTo>
                    <a:pt x="664077" y="0"/>
                  </a:moveTo>
                  <a:lnTo>
                    <a:pt x="0" y="0"/>
                  </a:lnTo>
                  <a:lnTo>
                    <a:pt x="351" y="21119"/>
                  </a:lnTo>
                  <a:lnTo>
                    <a:pt x="664612" y="21119"/>
                  </a:lnTo>
                  <a:lnTo>
                    <a:pt x="6640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3" name="object 6103" descr=""/>
            <p:cNvSpPr/>
            <p:nvPr/>
          </p:nvSpPr>
          <p:spPr>
            <a:xfrm>
              <a:off x="2135152" y="9392792"/>
              <a:ext cx="664845" cy="21590"/>
            </a:xfrm>
            <a:custGeom>
              <a:avLst/>
              <a:gdLst/>
              <a:ahLst/>
              <a:cxnLst/>
              <a:rect l="l" t="t" r="r" b="b"/>
              <a:pathLst>
                <a:path w="664844" h="21590">
                  <a:moveTo>
                    <a:pt x="664077" y="0"/>
                  </a:moveTo>
                  <a:lnTo>
                    <a:pt x="664612" y="21119"/>
                  </a:lnTo>
                  <a:lnTo>
                    <a:pt x="351" y="21119"/>
                  </a:lnTo>
                  <a:lnTo>
                    <a:pt x="0" y="0"/>
                  </a:lnTo>
                  <a:lnTo>
                    <a:pt x="664077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04" name="object 6104" descr=""/>
            <p:cNvSpPr/>
            <p:nvPr/>
          </p:nvSpPr>
          <p:spPr>
            <a:xfrm>
              <a:off x="2134510" y="9354228"/>
              <a:ext cx="664845" cy="38735"/>
            </a:xfrm>
            <a:custGeom>
              <a:avLst/>
              <a:gdLst/>
              <a:ahLst/>
              <a:cxnLst/>
              <a:rect l="l" t="t" r="r" b="b"/>
              <a:pathLst>
                <a:path w="664844" h="38734">
                  <a:moveTo>
                    <a:pt x="663765" y="0"/>
                  </a:moveTo>
                  <a:lnTo>
                    <a:pt x="0" y="0"/>
                  </a:lnTo>
                  <a:lnTo>
                    <a:pt x="641" y="38564"/>
                  </a:lnTo>
                  <a:lnTo>
                    <a:pt x="664719" y="38564"/>
                  </a:lnTo>
                  <a:lnTo>
                    <a:pt x="66376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5" name="object 6105" descr=""/>
            <p:cNvSpPr/>
            <p:nvPr/>
          </p:nvSpPr>
          <p:spPr>
            <a:xfrm>
              <a:off x="2134510" y="9354228"/>
              <a:ext cx="664845" cy="38735"/>
            </a:xfrm>
            <a:custGeom>
              <a:avLst/>
              <a:gdLst/>
              <a:ahLst/>
              <a:cxnLst/>
              <a:rect l="l" t="t" r="r" b="b"/>
              <a:pathLst>
                <a:path w="664844" h="38734">
                  <a:moveTo>
                    <a:pt x="664719" y="38564"/>
                  </a:moveTo>
                  <a:lnTo>
                    <a:pt x="664238" y="19570"/>
                  </a:lnTo>
                  <a:lnTo>
                    <a:pt x="663765" y="0"/>
                  </a:lnTo>
                  <a:lnTo>
                    <a:pt x="0" y="0"/>
                  </a:lnTo>
                  <a:lnTo>
                    <a:pt x="641" y="38564"/>
                  </a:lnTo>
                  <a:lnTo>
                    <a:pt x="664719" y="38564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06" name="object 6106" descr=""/>
            <p:cNvSpPr/>
            <p:nvPr/>
          </p:nvSpPr>
          <p:spPr>
            <a:xfrm>
              <a:off x="2134158" y="9333097"/>
              <a:ext cx="664210" cy="21590"/>
            </a:xfrm>
            <a:custGeom>
              <a:avLst/>
              <a:gdLst/>
              <a:ahLst/>
              <a:cxnLst/>
              <a:rect l="l" t="t" r="r" b="b"/>
              <a:pathLst>
                <a:path w="664210" h="21590">
                  <a:moveTo>
                    <a:pt x="663607" y="0"/>
                  </a:moveTo>
                  <a:lnTo>
                    <a:pt x="0" y="0"/>
                  </a:lnTo>
                  <a:lnTo>
                    <a:pt x="351" y="21130"/>
                  </a:lnTo>
                  <a:lnTo>
                    <a:pt x="664117" y="21130"/>
                  </a:lnTo>
                  <a:lnTo>
                    <a:pt x="66360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7" name="object 6107" descr=""/>
            <p:cNvSpPr/>
            <p:nvPr/>
          </p:nvSpPr>
          <p:spPr>
            <a:xfrm>
              <a:off x="2134158" y="9333097"/>
              <a:ext cx="664210" cy="21590"/>
            </a:xfrm>
            <a:custGeom>
              <a:avLst/>
              <a:gdLst/>
              <a:ahLst/>
              <a:cxnLst/>
              <a:rect l="l" t="t" r="r" b="b"/>
              <a:pathLst>
                <a:path w="664210" h="21590">
                  <a:moveTo>
                    <a:pt x="663607" y="0"/>
                  </a:moveTo>
                  <a:lnTo>
                    <a:pt x="664117" y="21130"/>
                  </a:lnTo>
                  <a:lnTo>
                    <a:pt x="351" y="21130"/>
                  </a:lnTo>
                  <a:lnTo>
                    <a:pt x="0" y="0"/>
                  </a:lnTo>
                  <a:lnTo>
                    <a:pt x="663607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08" name="object 6108" descr=""/>
            <p:cNvSpPr/>
            <p:nvPr/>
          </p:nvSpPr>
          <p:spPr>
            <a:xfrm>
              <a:off x="2133516" y="9294533"/>
              <a:ext cx="664845" cy="38735"/>
            </a:xfrm>
            <a:custGeom>
              <a:avLst/>
              <a:gdLst/>
              <a:ahLst/>
              <a:cxnLst/>
              <a:rect l="l" t="t" r="r" b="b"/>
              <a:pathLst>
                <a:path w="664844" h="38734">
                  <a:moveTo>
                    <a:pt x="663329" y="0"/>
                  </a:moveTo>
                  <a:lnTo>
                    <a:pt x="0" y="0"/>
                  </a:lnTo>
                  <a:lnTo>
                    <a:pt x="641" y="38564"/>
                  </a:lnTo>
                  <a:lnTo>
                    <a:pt x="664249" y="38564"/>
                  </a:lnTo>
                  <a:lnTo>
                    <a:pt x="6633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9" name="object 6109" descr=""/>
            <p:cNvSpPr/>
            <p:nvPr/>
          </p:nvSpPr>
          <p:spPr>
            <a:xfrm>
              <a:off x="2133516" y="9294533"/>
              <a:ext cx="664845" cy="38735"/>
            </a:xfrm>
            <a:custGeom>
              <a:avLst/>
              <a:gdLst/>
              <a:ahLst/>
              <a:cxnLst/>
              <a:rect l="l" t="t" r="r" b="b"/>
              <a:pathLst>
                <a:path w="664844" h="38734">
                  <a:moveTo>
                    <a:pt x="664249" y="38564"/>
                  </a:moveTo>
                  <a:lnTo>
                    <a:pt x="663545" y="9380"/>
                  </a:lnTo>
                  <a:lnTo>
                    <a:pt x="663329" y="0"/>
                  </a:lnTo>
                  <a:lnTo>
                    <a:pt x="0" y="0"/>
                  </a:lnTo>
                  <a:lnTo>
                    <a:pt x="641" y="38564"/>
                  </a:lnTo>
                  <a:lnTo>
                    <a:pt x="664249" y="38564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10" name="object 6110" descr=""/>
            <p:cNvSpPr/>
            <p:nvPr/>
          </p:nvSpPr>
          <p:spPr>
            <a:xfrm>
              <a:off x="2133168" y="9274016"/>
              <a:ext cx="663575" cy="20320"/>
            </a:xfrm>
            <a:custGeom>
              <a:avLst/>
              <a:gdLst/>
              <a:ahLst/>
              <a:cxnLst/>
              <a:rect l="l" t="t" r="r" b="b"/>
              <a:pathLst>
                <a:path w="663575" h="20320">
                  <a:moveTo>
                    <a:pt x="663473" y="3810"/>
                  </a:moveTo>
                  <a:lnTo>
                    <a:pt x="663244" y="3810"/>
                  </a:lnTo>
                  <a:lnTo>
                    <a:pt x="663244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203" y="3810"/>
                  </a:lnTo>
                  <a:lnTo>
                    <a:pt x="203" y="20320"/>
                  </a:lnTo>
                  <a:lnTo>
                    <a:pt x="663473" y="20320"/>
                  </a:lnTo>
                  <a:lnTo>
                    <a:pt x="663473" y="381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1" name="object 6111" descr=""/>
            <p:cNvSpPr/>
            <p:nvPr/>
          </p:nvSpPr>
          <p:spPr>
            <a:xfrm>
              <a:off x="2133093" y="9273413"/>
              <a:ext cx="664210" cy="21590"/>
            </a:xfrm>
            <a:custGeom>
              <a:avLst/>
              <a:gdLst/>
              <a:ahLst/>
              <a:cxnLst/>
              <a:rect l="l" t="t" r="r" b="b"/>
              <a:pathLst>
                <a:path w="664210" h="21590">
                  <a:moveTo>
                    <a:pt x="663266" y="0"/>
                  </a:moveTo>
                  <a:lnTo>
                    <a:pt x="663752" y="21119"/>
                  </a:lnTo>
                  <a:lnTo>
                    <a:pt x="422" y="21119"/>
                  </a:lnTo>
                  <a:lnTo>
                    <a:pt x="140" y="4209"/>
                  </a:lnTo>
                  <a:lnTo>
                    <a:pt x="0" y="0"/>
                  </a:lnTo>
                  <a:lnTo>
                    <a:pt x="663266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12" name="object 6112" descr=""/>
            <p:cNvSpPr/>
            <p:nvPr/>
          </p:nvSpPr>
          <p:spPr>
            <a:xfrm>
              <a:off x="2131802" y="9234839"/>
              <a:ext cx="664845" cy="38735"/>
            </a:xfrm>
            <a:custGeom>
              <a:avLst/>
              <a:gdLst/>
              <a:ahLst/>
              <a:cxnLst/>
              <a:rect l="l" t="t" r="r" b="b"/>
              <a:pathLst>
                <a:path w="664844" h="38734">
                  <a:moveTo>
                    <a:pt x="663670" y="0"/>
                  </a:moveTo>
                  <a:lnTo>
                    <a:pt x="0" y="0"/>
                  </a:lnTo>
                  <a:lnTo>
                    <a:pt x="1291" y="38574"/>
                  </a:lnTo>
                  <a:lnTo>
                    <a:pt x="664558" y="38574"/>
                  </a:lnTo>
                  <a:lnTo>
                    <a:pt x="6636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3" name="object 6113" descr=""/>
            <p:cNvSpPr/>
            <p:nvPr/>
          </p:nvSpPr>
          <p:spPr>
            <a:xfrm>
              <a:off x="2131802" y="9234839"/>
              <a:ext cx="664845" cy="38735"/>
            </a:xfrm>
            <a:custGeom>
              <a:avLst/>
              <a:gdLst/>
              <a:ahLst/>
              <a:cxnLst/>
              <a:rect l="l" t="t" r="r" b="b"/>
              <a:pathLst>
                <a:path w="664844" h="38734">
                  <a:moveTo>
                    <a:pt x="664558" y="38574"/>
                  </a:moveTo>
                  <a:lnTo>
                    <a:pt x="663670" y="0"/>
                  </a:lnTo>
                  <a:lnTo>
                    <a:pt x="0" y="0"/>
                  </a:lnTo>
                  <a:lnTo>
                    <a:pt x="1291" y="38574"/>
                  </a:lnTo>
                  <a:lnTo>
                    <a:pt x="664558" y="38574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14" name="object 6114" descr=""/>
            <p:cNvSpPr/>
            <p:nvPr/>
          </p:nvSpPr>
          <p:spPr>
            <a:xfrm>
              <a:off x="2131095" y="9213719"/>
              <a:ext cx="664845" cy="21590"/>
            </a:xfrm>
            <a:custGeom>
              <a:avLst/>
              <a:gdLst/>
              <a:ahLst/>
              <a:cxnLst/>
              <a:rect l="l" t="t" r="r" b="b"/>
              <a:pathLst>
                <a:path w="664844" h="21590">
                  <a:moveTo>
                    <a:pt x="663914" y="0"/>
                  </a:moveTo>
                  <a:lnTo>
                    <a:pt x="0" y="0"/>
                  </a:lnTo>
                  <a:lnTo>
                    <a:pt x="707" y="21119"/>
                  </a:lnTo>
                  <a:lnTo>
                    <a:pt x="664378" y="21119"/>
                  </a:lnTo>
                  <a:lnTo>
                    <a:pt x="6639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5" name="object 6115" descr=""/>
            <p:cNvSpPr/>
            <p:nvPr/>
          </p:nvSpPr>
          <p:spPr>
            <a:xfrm>
              <a:off x="2131095" y="9213719"/>
              <a:ext cx="664845" cy="21590"/>
            </a:xfrm>
            <a:custGeom>
              <a:avLst/>
              <a:gdLst/>
              <a:ahLst/>
              <a:cxnLst/>
              <a:rect l="l" t="t" r="r" b="b"/>
              <a:pathLst>
                <a:path w="664844" h="21590">
                  <a:moveTo>
                    <a:pt x="663914" y="0"/>
                  </a:moveTo>
                  <a:lnTo>
                    <a:pt x="664360" y="20343"/>
                  </a:lnTo>
                  <a:lnTo>
                    <a:pt x="664378" y="21119"/>
                  </a:lnTo>
                  <a:lnTo>
                    <a:pt x="707" y="21119"/>
                  </a:lnTo>
                  <a:lnTo>
                    <a:pt x="0" y="0"/>
                  </a:lnTo>
                  <a:lnTo>
                    <a:pt x="663914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16" name="object 6116" descr=""/>
            <p:cNvSpPr/>
            <p:nvPr/>
          </p:nvSpPr>
          <p:spPr>
            <a:xfrm>
              <a:off x="2129804" y="9175155"/>
              <a:ext cx="665480" cy="38735"/>
            </a:xfrm>
            <a:custGeom>
              <a:avLst/>
              <a:gdLst/>
              <a:ahLst/>
              <a:cxnLst/>
              <a:rect l="l" t="t" r="r" b="b"/>
              <a:pathLst>
                <a:path w="665480" h="38734">
                  <a:moveTo>
                    <a:pt x="664361" y="0"/>
                  </a:moveTo>
                  <a:lnTo>
                    <a:pt x="0" y="0"/>
                  </a:lnTo>
                  <a:lnTo>
                    <a:pt x="1291" y="38564"/>
                  </a:lnTo>
                  <a:lnTo>
                    <a:pt x="665205" y="38564"/>
                  </a:lnTo>
                  <a:lnTo>
                    <a:pt x="66436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7" name="object 6117" descr=""/>
            <p:cNvSpPr/>
            <p:nvPr/>
          </p:nvSpPr>
          <p:spPr>
            <a:xfrm>
              <a:off x="2129804" y="9175155"/>
              <a:ext cx="665480" cy="38735"/>
            </a:xfrm>
            <a:custGeom>
              <a:avLst/>
              <a:gdLst/>
              <a:ahLst/>
              <a:cxnLst/>
              <a:rect l="l" t="t" r="r" b="b"/>
              <a:pathLst>
                <a:path w="665480" h="38734">
                  <a:moveTo>
                    <a:pt x="665205" y="38564"/>
                  </a:moveTo>
                  <a:lnTo>
                    <a:pt x="664361" y="0"/>
                  </a:lnTo>
                  <a:lnTo>
                    <a:pt x="0" y="0"/>
                  </a:lnTo>
                  <a:lnTo>
                    <a:pt x="1291" y="38564"/>
                  </a:lnTo>
                  <a:lnTo>
                    <a:pt x="665205" y="38564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18" name="object 6118" descr=""/>
            <p:cNvSpPr/>
            <p:nvPr/>
          </p:nvSpPr>
          <p:spPr>
            <a:xfrm>
              <a:off x="2129097" y="9154035"/>
              <a:ext cx="665480" cy="21590"/>
            </a:xfrm>
            <a:custGeom>
              <a:avLst/>
              <a:gdLst/>
              <a:ahLst/>
              <a:cxnLst/>
              <a:rect l="l" t="t" r="r" b="b"/>
              <a:pathLst>
                <a:path w="665480" h="21590">
                  <a:moveTo>
                    <a:pt x="664617" y="0"/>
                  </a:moveTo>
                  <a:lnTo>
                    <a:pt x="0" y="0"/>
                  </a:lnTo>
                  <a:lnTo>
                    <a:pt x="707" y="21119"/>
                  </a:lnTo>
                  <a:lnTo>
                    <a:pt x="665068" y="21119"/>
                  </a:lnTo>
                  <a:lnTo>
                    <a:pt x="66461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9" name="object 6119" descr=""/>
            <p:cNvSpPr/>
            <p:nvPr/>
          </p:nvSpPr>
          <p:spPr>
            <a:xfrm>
              <a:off x="2129097" y="9154035"/>
              <a:ext cx="665480" cy="21590"/>
            </a:xfrm>
            <a:custGeom>
              <a:avLst/>
              <a:gdLst/>
              <a:ahLst/>
              <a:cxnLst/>
              <a:rect l="l" t="t" r="r" b="b"/>
              <a:pathLst>
                <a:path w="665480" h="21590">
                  <a:moveTo>
                    <a:pt x="664617" y="0"/>
                  </a:moveTo>
                  <a:lnTo>
                    <a:pt x="664839" y="10654"/>
                  </a:lnTo>
                  <a:lnTo>
                    <a:pt x="665068" y="21119"/>
                  </a:lnTo>
                  <a:lnTo>
                    <a:pt x="707" y="21119"/>
                  </a:lnTo>
                  <a:lnTo>
                    <a:pt x="0" y="0"/>
                  </a:lnTo>
                  <a:lnTo>
                    <a:pt x="664617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20" name="object 6120" descr=""/>
            <p:cNvSpPr/>
            <p:nvPr/>
          </p:nvSpPr>
          <p:spPr>
            <a:xfrm>
              <a:off x="2127805" y="9115460"/>
              <a:ext cx="666115" cy="38735"/>
            </a:xfrm>
            <a:custGeom>
              <a:avLst/>
              <a:gdLst/>
              <a:ahLst/>
              <a:cxnLst/>
              <a:rect l="l" t="t" r="r" b="b"/>
              <a:pathLst>
                <a:path w="666114" h="38734">
                  <a:moveTo>
                    <a:pt x="665105" y="0"/>
                  </a:moveTo>
                  <a:lnTo>
                    <a:pt x="0" y="0"/>
                  </a:lnTo>
                  <a:lnTo>
                    <a:pt x="1291" y="38574"/>
                  </a:lnTo>
                  <a:lnTo>
                    <a:pt x="665908" y="38574"/>
                  </a:lnTo>
                  <a:lnTo>
                    <a:pt x="6651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1" name="object 6121" descr=""/>
            <p:cNvSpPr/>
            <p:nvPr/>
          </p:nvSpPr>
          <p:spPr>
            <a:xfrm>
              <a:off x="2127805" y="9115460"/>
              <a:ext cx="666115" cy="38735"/>
            </a:xfrm>
            <a:custGeom>
              <a:avLst/>
              <a:gdLst/>
              <a:ahLst/>
              <a:cxnLst/>
              <a:rect l="l" t="t" r="r" b="b"/>
              <a:pathLst>
                <a:path w="666114" h="38734">
                  <a:moveTo>
                    <a:pt x="665908" y="38574"/>
                  </a:moveTo>
                  <a:lnTo>
                    <a:pt x="665105" y="0"/>
                  </a:lnTo>
                  <a:lnTo>
                    <a:pt x="0" y="0"/>
                  </a:lnTo>
                  <a:lnTo>
                    <a:pt x="1291" y="38574"/>
                  </a:lnTo>
                  <a:lnTo>
                    <a:pt x="665908" y="38574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22" name="object 6122" descr=""/>
            <p:cNvSpPr/>
            <p:nvPr/>
          </p:nvSpPr>
          <p:spPr>
            <a:xfrm>
              <a:off x="2127098" y="9094340"/>
              <a:ext cx="666115" cy="21590"/>
            </a:xfrm>
            <a:custGeom>
              <a:avLst/>
              <a:gdLst/>
              <a:ahLst/>
              <a:cxnLst/>
              <a:rect l="l" t="t" r="r" b="b"/>
              <a:pathLst>
                <a:path w="666114" h="21590">
                  <a:moveTo>
                    <a:pt x="665374" y="0"/>
                  </a:moveTo>
                  <a:lnTo>
                    <a:pt x="0" y="0"/>
                  </a:lnTo>
                  <a:lnTo>
                    <a:pt x="707" y="21119"/>
                  </a:lnTo>
                  <a:lnTo>
                    <a:pt x="665812" y="21119"/>
                  </a:lnTo>
                  <a:lnTo>
                    <a:pt x="66537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3" name="object 6123" descr=""/>
            <p:cNvSpPr/>
            <p:nvPr/>
          </p:nvSpPr>
          <p:spPr>
            <a:xfrm>
              <a:off x="2127098" y="9094340"/>
              <a:ext cx="666115" cy="21590"/>
            </a:xfrm>
            <a:custGeom>
              <a:avLst/>
              <a:gdLst/>
              <a:ahLst/>
              <a:cxnLst/>
              <a:rect l="l" t="t" r="r" b="b"/>
              <a:pathLst>
                <a:path w="666114" h="21590">
                  <a:moveTo>
                    <a:pt x="665374" y="0"/>
                  </a:moveTo>
                  <a:lnTo>
                    <a:pt x="665411" y="1898"/>
                  </a:lnTo>
                  <a:lnTo>
                    <a:pt x="665812" y="21119"/>
                  </a:lnTo>
                  <a:lnTo>
                    <a:pt x="707" y="21119"/>
                  </a:lnTo>
                  <a:lnTo>
                    <a:pt x="0" y="0"/>
                  </a:lnTo>
                  <a:lnTo>
                    <a:pt x="665374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24" name="object 6124" descr=""/>
            <p:cNvSpPr/>
            <p:nvPr/>
          </p:nvSpPr>
          <p:spPr>
            <a:xfrm>
              <a:off x="2125807" y="9055776"/>
              <a:ext cx="666750" cy="38735"/>
            </a:xfrm>
            <a:custGeom>
              <a:avLst/>
              <a:gdLst/>
              <a:ahLst/>
              <a:cxnLst/>
              <a:rect l="l" t="t" r="r" b="b"/>
              <a:pathLst>
                <a:path w="666750" h="38734">
                  <a:moveTo>
                    <a:pt x="665903" y="0"/>
                  </a:moveTo>
                  <a:lnTo>
                    <a:pt x="0" y="0"/>
                  </a:lnTo>
                  <a:lnTo>
                    <a:pt x="1291" y="38564"/>
                  </a:lnTo>
                  <a:lnTo>
                    <a:pt x="666665" y="38564"/>
                  </a:lnTo>
                  <a:lnTo>
                    <a:pt x="6659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5" name="object 6125" descr=""/>
            <p:cNvSpPr/>
            <p:nvPr/>
          </p:nvSpPr>
          <p:spPr>
            <a:xfrm>
              <a:off x="2125807" y="9055776"/>
              <a:ext cx="666750" cy="38735"/>
            </a:xfrm>
            <a:custGeom>
              <a:avLst/>
              <a:gdLst/>
              <a:ahLst/>
              <a:cxnLst/>
              <a:rect l="l" t="t" r="r" b="b"/>
              <a:pathLst>
                <a:path w="666750" h="38734">
                  <a:moveTo>
                    <a:pt x="666665" y="38564"/>
                  </a:moveTo>
                  <a:lnTo>
                    <a:pt x="665903" y="0"/>
                  </a:lnTo>
                  <a:lnTo>
                    <a:pt x="0" y="0"/>
                  </a:lnTo>
                  <a:lnTo>
                    <a:pt x="1291" y="38564"/>
                  </a:lnTo>
                  <a:lnTo>
                    <a:pt x="666665" y="38564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26" name="object 6126" descr=""/>
            <p:cNvSpPr/>
            <p:nvPr/>
          </p:nvSpPr>
          <p:spPr>
            <a:xfrm>
              <a:off x="2125099" y="9034646"/>
              <a:ext cx="666750" cy="21590"/>
            </a:xfrm>
            <a:custGeom>
              <a:avLst/>
              <a:gdLst/>
              <a:ahLst/>
              <a:cxnLst/>
              <a:rect l="l" t="t" r="r" b="b"/>
              <a:pathLst>
                <a:path w="666750" h="21590">
                  <a:moveTo>
                    <a:pt x="666193" y="0"/>
                  </a:moveTo>
                  <a:lnTo>
                    <a:pt x="0" y="0"/>
                  </a:lnTo>
                  <a:lnTo>
                    <a:pt x="707" y="21130"/>
                  </a:lnTo>
                  <a:lnTo>
                    <a:pt x="666611" y="21130"/>
                  </a:lnTo>
                  <a:lnTo>
                    <a:pt x="66619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7" name="object 6127" descr=""/>
            <p:cNvSpPr/>
            <p:nvPr/>
          </p:nvSpPr>
          <p:spPr>
            <a:xfrm>
              <a:off x="2125099" y="9034646"/>
              <a:ext cx="666750" cy="21590"/>
            </a:xfrm>
            <a:custGeom>
              <a:avLst/>
              <a:gdLst/>
              <a:ahLst/>
              <a:cxnLst/>
              <a:rect l="l" t="t" r="r" b="b"/>
              <a:pathLst>
                <a:path w="666750" h="21590">
                  <a:moveTo>
                    <a:pt x="666193" y="0"/>
                  </a:moveTo>
                  <a:lnTo>
                    <a:pt x="666611" y="21130"/>
                  </a:lnTo>
                  <a:lnTo>
                    <a:pt x="707" y="21130"/>
                  </a:lnTo>
                  <a:lnTo>
                    <a:pt x="0" y="0"/>
                  </a:lnTo>
                  <a:lnTo>
                    <a:pt x="666193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28" name="object 6128" descr=""/>
            <p:cNvSpPr/>
            <p:nvPr/>
          </p:nvSpPr>
          <p:spPr>
            <a:xfrm>
              <a:off x="2123808" y="8996082"/>
              <a:ext cx="668020" cy="38735"/>
            </a:xfrm>
            <a:custGeom>
              <a:avLst/>
              <a:gdLst/>
              <a:ahLst/>
              <a:cxnLst/>
              <a:rect l="l" t="t" r="r" b="b"/>
              <a:pathLst>
                <a:path w="668019" h="38734">
                  <a:moveTo>
                    <a:pt x="666759" y="0"/>
                  </a:moveTo>
                  <a:lnTo>
                    <a:pt x="0" y="0"/>
                  </a:lnTo>
                  <a:lnTo>
                    <a:pt x="1291" y="38564"/>
                  </a:lnTo>
                  <a:lnTo>
                    <a:pt x="667484" y="38564"/>
                  </a:lnTo>
                  <a:lnTo>
                    <a:pt x="6667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9" name="object 6129" descr=""/>
            <p:cNvSpPr/>
            <p:nvPr/>
          </p:nvSpPr>
          <p:spPr>
            <a:xfrm>
              <a:off x="2123808" y="8996082"/>
              <a:ext cx="668020" cy="38735"/>
            </a:xfrm>
            <a:custGeom>
              <a:avLst/>
              <a:gdLst/>
              <a:ahLst/>
              <a:cxnLst/>
              <a:rect l="l" t="t" r="r" b="b"/>
              <a:pathLst>
                <a:path w="668019" h="38734">
                  <a:moveTo>
                    <a:pt x="667484" y="38564"/>
                  </a:moveTo>
                  <a:lnTo>
                    <a:pt x="667376" y="33071"/>
                  </a:lnTo>
                  <a:lnTo>
                    <a:pt x="666759" y="0"/>
                  </a:lnTo>
                  <a:lnTo>
                    <a:pt x="0" y="0"/>
                  </a:lnTo>
                  <a:lnTo>
                    <a:pt x="1291" y="38564"/>
                  </a:lnTo>
                  <a:lnTo>
                    <a:pt x="667484" y="38564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30" name="object 6130" descr=""/>
            <p:cNvSpPr/>
            <p:nvPr/>
          </p:nvSpPr>
          <p:spPr>
            <a:xfrm>
              <a:off x="2123101" y="8974962"/>
              <a:ext cx="668020" cy="21590"/>
            </a:xfrm>
            <a:custGeom>
              <a:avLst/>
              <a:gdLst/>
              <a:ahLst/>
              <a:cxnLst/>
              <a:rect l="l" t="t" r="r" b="b"/>
              <a:pathLst>
                <a:path w="668019" h="21590">
                  <a:moveTo>
                    <a:pt x="667072" y="0"/>
                  </a:moveTo>
                  <a:lnTo>
                    <a:pt x="0" y="0"/>
                  </a:lnTo>
                  <a:lnTo>
                    <a:pt x="707" y="21119"/>
                  </a:lnTo>
                  <a:lnTo>
                    <a:pt x="667466" y="21119"/>
                  </a:lnTo>
                  <a:lnTo>
                    <a:pt x="6670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1" name="object 6131" descr=""/>
            <p:cNvSpPr/>
            <p:nvPr/>
          </p:nvSpPr>
          <p:spPr>
            <a:xfrm>
              <a:off x="2123101" y="8974962"/>
              <a:ext cx="668020" cy="21590"/>
            </a:xfrm>
            <a:custGeom>
              <a:avLst/>
              <a:gdLst/>
              <a:ahLst/>
              <a:cxnLst/>
              <a:rect l="l" t="t" r="r" b="b"/>
              <a:pathLst>
                <a:path w="668019" h="21590">
                  <a:moveTo>
                    <a:pt x="667072" y="0"/>
                  </a:moveTo>
                  <a:lnTo>
                    <a:pt x="667466" y="21119"/>
                  </a:lnTo>
                  <a:lnTo>
                    <a:pt x="707" y="21119"/>
                  </a:lnTo>
                  <a:lnTo>
                    <a:pt x="0" y="0"/>
                  </a:lnTo>
                  <a:lnTo>
                    <a:pt x="667072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32" name="object 6132" descr=""/>
            <p:cNvSpPr/>
            <p:nvPr/>
          </p:nvSpPr>
          <p:spPr>
            <a:xfrm>
              <a:off x="2121810" y="8936398"/>
              <a:ext cx="668655" cy="38735"/>
            </a:xfrm>
            <a:custGeom>
              <a:avLst/>
              <a:gdLst/>
              <a:ahLst/>
              <a:cxnLst/>
              <a:rect l="l" t="t" r="r" b="b"/>
              <a:pathLst>
                <a:path w="668655" h="38734">
                  <a:moveTo>
                    <a:pt x="667675" y="0"/>
                  </a:moveTo>
                  <a:lnTo>
                    <a:pt x="0" y="0"/>
                  </a:lnTo>
                  <a:lnTo>
                    <a:pt x="1291" y="38564"/>
                  </a:lnTo>
                  <a:lnTo>
                    <a:pt x="668363" y="38564"/>
                  </a:lnTo>
                  <a:lnTo>
                    <a:pt x="6676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3" name="object 6133" descr=""/>
            <p:cNvSpPr/>
            <p:nvPr/>
          </p:nvSpPr>
          <p:spPr>
            <a:xfrm>
              <a:off x="2121810" y="8936398"/>
              <a:ext cx="668655" cy="38735"/>
            </a:xfrm>
            <a:custGeom>
              <a:avLst/>
              <a:gdLst/>
              <a:ahLst/>
              <a:cxnLst/>
              <a:rect l="l" t="t" r="r" b="b"/>
              <a:pathLst>
                <a:path w="668655" h="38734">
                  <a:moveTo>
                    <a:pt x="668363" y="38564"/>
                  </a:moveTo>
                  <a:lnTo>
                    <a:pt x="668156" y="27480"/>
                  </a:lnTo>
                  <a:lnTo>
                    <a:pt x="667675" y="0"/>
                  </a:lnTo>
                  <a:lnTo>
                    <a:pt x="0" y="0"/>
                  </a:lnTo>
                  <a:lnTo>
                    <a:pt x="1291" y="38564"/>
                  </a:lnTo>
                  <a:lnTo>
                    <a:pt x="668363" y="38564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34" name="object 6134" descr=""/>
            <p:cNvSpPr/>
            <p:nvPr/>
          </p:nvSpPr>
          <p:spPr>
            <a:xfrm>
              <a:off x="2121102" y="8915267"/>
              <a:ext cx="668655" cy="21590"/>
            </a:xfrm>
            <a:custGeom>
              <a:avLst/>
              <a:gdLst/>
              <a:ahLst/>
              <a:cxnLst/>
              <a:rect l="l" t="t" r="r" b="b"/>
              <a:pathLst>
                <a:path w="668655" h="21590">
                  <a:moveTo>
                    <a:pt x="668012" y="0"/>
                  </a:moveTo>
                  <a:lnTo>
                    <a:pt x="0" y="0"/>
                  </a:lnTo>
                  <a:lnTo>
                    <a:pt x="707" y="21130"/>
                  </a:lnTo>
                  <a:lnTo>
                    <a:pt x="668382" y="21130"/>
                  </a:lnTo>
                  <a:lnTo>
                    <a:pt x="6680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5" name="object 6135" descr=""/>
            <p:cNvSpPr/>
            <p:nvPr/>
          </p:nvSpPr>
          <p:spPr>
            <a:xfrm>
              <a:off x="2121102" y="8915267"/>
              <a:ext cx="668655" cy="21590"/>
            </a:xfrm>
            <a:custGeom>
              <a:avLst/>
              <a:gdLst/>
              <a:ahLst/>
              <a:cxnLst/>
              <a:rect l="l" t="t" r="r" b="b"/>
              <a:pathLst>
                <a:path w="668655" h="21590">
                  <a:moveTo>
                    <a:pt x="668012" y="0"/>
                  </a:moveTo>
                  <a:lnTo>
                    <a:pt x="668382" y="21130"/>
                  </a:lnTo>
                  <a:lnTo>
                    <a:pt x="707" y="21130"/>
                  </a:lnTo>
                  <a:lnTo>
                    <a:pt x="0" y="0"/>
                  </a:lnTo>
                  <a:lnTo>
                    <a:pt x="668012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36" name="object 6136" descr=""/>
            <p:cNvSpPr/>
            <p:nvPr/>
          </p:nvSpPr>
          <p:spPr>
            <a:xfrm>
              <a:off x="2119811" y="8876703"/>
              <a:ext cx="669925" cy="38735"/>
            </a:xfrm>
            <a:custGeom>
              <a:avLst/>
              <a:gdLst/>
              <a:ahLst/>
              <a:cxnLst/>
              <a:rect l="l" t="t" r="r" b="b"/>
              <a:pathLst>
                <a:path w="669925" h="38734">
                  <a:moveTo>
                    <a:pt x="668657" y="0"/>
                  </a:moveTo>
                  <a:lnTo>
                    <a:pt x="0" y="0"/>
                  </a:lnTo>
                  <a:lnTo>
                    <a:pt x="1291" y="38564"/>
                  </a:lnTo>
                  <a:lnTo>
                    <a:pt x="669303" y="38564"/>
                  </a:lnTo>
                  <a:lnTo>
                    <a:pt x="6686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7" name="object 6137" descr=""/>
            <p:cNvSpPr/>
            <p:nvPr/>
          </p:nvSpPr>
          <p:spPr>
            <a:xfrm>
              <a:off x="2119811" y="8876703"/>
              <a:ext cx="669925" cy="38735"/>
            </a:xfrm>
            <a:custGeom>
              <a:avLst/>
              <a:gdLst/>
              <a:ahLst/>
              <a:cxnLst/>
              <a:rect l="l" t="t" r="r" b="b"/>
              <a:pathLst>
                <a:path w="669925" h="38734">
                  <a:moveTo>
                    <a:pt x="669303" y="38564"/>
                  </a:moveTo>
                  <a:lnTo>
                    <a:pt x="669051" y="24153"/>
                  </a:lnTo>
                  <a:lnTo>
                    <a:pt x="668657" y="0"/>
                  </a:lnTo>
                  <a:lnTo>
                    <a:pt x="0" y="0"/>
                  </a:lnTo>
                  <a:lnTo>
                    <a:pt x="1291" y="38564"/>
                  </a:lnTo>
                  <a:lnTo>
                    <a:pt x="669303" y="38564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38" name="object 6138" descr=""/>
            <p:cNvSpPr/>
            <p:nvPr/>
          </p:nvSpPr>
          <p:spPr>
            <a:xfrm>
              <a:off x="2119104" y="8855583"/>
              <a:ext cx="669925" cy="21590"/>
            </a:xfrm>
            <a:custGeom>
              <a:avLst/>
              <a:gdLst/>
              <a:ahLst/>
              <a:cxnLst/>
              <a:rect l="l" t="t" r="r" b="b"/>
              <a:pathLst>
                <a:path w="669925" h="21590">
                  <a:moveTo>
                    <a:pt x="669020" y="0"/>
                  </a:moveTo>
                  <a:lnTo>
                    <a:pt x="0" y="0"/>
                  </a:lnTo>
                  <a:lnTo>
                    <a:pt x="707" y="21119"/>
                  </a:lnTo>
                  <a:lnTo>
                    <a:pt x="669364" y="21119"/>
                  </a:lnTo>
                  <a:lnTo>
                    <a:pt x="6690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9" name="object 6139" descr=""/>
            <p:cNvSpPr/>
            <p:nvPr/>
          </p:nvSpPr>
          <p:spPr>
            <a:xfrm>
              <a:off x="2119104" y="8855583"/>
              <a:ext cx="669925" cy="21590"/>
            </a:xfrm>
            <a:custGeom>
              <a:avLst/>
              <a:gdLst/>
              <a:ahLst/>
              <a:cxnLst/>
              <a:rect l="l" t="t" r="r" b="b"/>
              <a:pathLst>
                <a:path w="669925" h="21590">
                  <a:moveTo>
                    <a:pt x="669020" y="0"/>
                  </a:moveTo>
                  <a:lnTo>
                    <a:pt x="669364" y="21119"/>
                  </a:lnTo>
                  <a:lnTo>
                    <a:pt x="707" y="21119"/>
                  </a:lnTo>
                  <a:lnTo>
                    <a:pt x="0" y="0"/>
                  </a:lnTo>
                  <a:lnTo>
                    <a:pt x="669020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40" name="object 6140" descr=""/>
            <p:cNvSpPr/>
            <p:nvPr/>
          </p:nvSpPr>
          <p:spPr>
            <a:xfrm>
              <a:off x="2117813" y="8817019"/>
              <a:ext cx="670560" cy="38735"/>
            </a:xfrm>
            <a:custGeom>
              <a:avLst/>
              <a:gdLst/>
              <a:ahLst/>
              <a:cxnLst/>
              <a:rect l="l" t="t" r="r" b="b"/>
              <a:pathLst>
                <a:path w="670560" h="38734">
                  <a:moveTo>
                    <a:pt x="669714" y="0"/>
                  </a:moveTo>
                  <a:lnTo>
                    <a:pt x="0" y="0"/>
                  </a:lnTo>
                  <a:lnTo>
                    <a:pt x="1291" y="38564"/>
                  </a:lnTo>
                  <a:lnTo>
                    <a:pt x="670311" y="38564"/>
                  </a:lnTo>
                  <a:lnTo>
                    <a:pt x="6697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1" name="object 6141" descr=""/>
            <p:cNvSpPr/>
            <p:nvPr/>
          </p:nvSpPr>
          <p:spPr>
            <a:xfrm>
              <a:off x="2117813" y="8817019"/>
              <a:ext cx="670560" cy="38735"/>
            </a:xfrm>
            <a:custGeom>
              <a:avLst/>
              <a:gdLst/>
              <a:ahLst/>
              <a:cxnLst/>
              <a:rect l="l" t="t" r="r" b="b"/>
              <a:pathLst>
                <a:path w="670560" h="38734">
                  <a:moveTo>
                    <a:pt x="670311" y="38564"/>
                  </a:moveTo>
                  <a:lnTo>
                    <a:pt x="670066" y="23513"/>
                  </a:lnTo>
                  <a:lnTo>
                    <a:pt x="669714" y="0"/>
                  </a:lnTo>
                  <a:lnTo>
                    <a:pt x="0" y="0"/>
                  </a:lnTo>
                  <a:lnTo>
                    <a:pt x="1291" y="38564"/>
                  </a:lnTo>
                  <a:lnTo>
                    <a:pt x="670311" y="38564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42" name="object 6142" descr=""/>
            <p:cNvSpPr/>
            <p:nvPr/>
          </p:nvSpPr>
          <p:spPr>
            <a:xfrm>
              <a:off x="2117106" y="8795889"/>
              <a:ext cx="670560" cy="21590"/>
            </a:xfrm>
            <a:custGeom>
              <a:avLst/>
              <a:gdLst/>
              <a:ahLst/>
              <a:cxnLst/>
              <a:rect l="l" t="t" r="r" b="b"/>
              <a:pathLst>
                <a:path w="670560" h="21590">
                  <a:moveTo>
                    <a:pt x="670106" y="0"/>
                  </a:moveTo>
                  <a:lnTo>
                    <a:pt x="0" y="0"/>
                  </a:lnTo>
                  <a:lnTo>
                    <a:pt x="707" y="21130"/>
                  </a:lnTo>
                  <a:lnTo>
                    <a:pt x="670422" y="21130"/>
                  </a:lnTo>
                  <a:lnTo>
                    <a:pt x="6701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3" name="object 6143" descr=""/>
            <p:cNvSpPr/>
            <p:nvPr/>
          </p:nvSpPr>
          <p:spPr>
            <a:xfrm>
              <a:off x="2117106" y="8795889"/>
              <a:ext cx="670560" cy="21590"/>
            </a:xfrm>
            <a:custGeom>
              <a:avLst/>
              <a:gdLst/>
              <a:ahLst/>
              <a:cxnLst/>
              <a:rect l="l" t="t" r="r" b="b"/>
              <a:pathLst>
                <a:path w="670560" h="21590">
                  <a:moveTo>
                    <a:pt x="670106" y="0"/>
                  </a:moveTo>
                  <a:lnTo>
                    <a:pt x="670422" y="21130"/>
                  </a:lnTo>
                  <a:lnTo>
                    <a:pt x="707" y="21130"/>
                  </a:lnTo>
                  <a:lnTo>
                    <a:pt x="0" y="0"/>
                  </a:lnTo>
                  <a:lnTo>
                    <a:pt x="670106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44" name="object 6144" descr=""/>
            <p:cNvSpPr/>
            <p:nvPr/>
          </p:nvSpPr>
          <p:spPr>
            <a:xfrm>
              <a:off x="2115814" y="8757324"/>
              <a:ext cx="671830" cy="38735"/>
            </a:xfrm>
            <a:custGeom>
              <a:avLst/>
              <a:gdLst/>
              <a:ahLst/>
              <a:cxnLst/>
              <a:rect l="l" t="t" r="r" b="b"/>
              <a:pathLst>
                <a:path w="671830" h="38734">
                  <a:moveTo>
                    <a:pt x="670859" y="0"/>
                  </a:moveTo>
                  <a:lnTo>
                    <a:pt x="0" y="0"/>
                  </a:lnTo>
                  <a:lnTo>
                    <a:pt x="1291" y="38564"/>
                  </a:lnTo>
                  <a:lnTo>
                    <a:pt x="671397" y="38564"/>
                  </a:lnTo>
                  <a:lnTo>
                    <a:pt x="671209" y="26025"/>
                  </a:lnTo>
                  <a:lnTo>
                    <a:pt x="6708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5" name="object 6145" descr=""/>
            <p:cNvSpPr/>
            <p:nvPr/>
          </p:nvSpPr>
          <p:spPr>
            <a:xfrm>
              <a:off x="2115814" y="8757324"/>
              <a:ext cx="671830" cy="38735"/>
            </a:xfrm>
            <a:custGeom>
              <a:avLst/>
              <a:gdLst/>
              <a:ahLst/>
              <a:cxnLst/>
              <a:rect l="l" t="t" r="r" b="b"/>
              <a:pathLst>
                <a:path w="671830" h="38734">
                  <a:moveTo>
                    <a:pt x="671397" y="38564"/>
                  </a:moveTo>
                  <a:lnTo>
                    <a:pt x="671209" y="26025"/>
                  </a:lnTo>
                  <a:lnTo>
                    <a:pt x="670859" y="0"/>
                  </a:lnTo>
                  <a:lnTo>
                    <a:pt x="0" y="0"/>
                  </a:lnTo>
                  <a:lnTo>
                    <a:pt x="1291" y="38564"/>
                  </a:lnTo>
                  <a:lnTo>
                    <a:pt x="671397" y="38564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46" name="object 6146" descr=""/>
            <p:cNvSpPr/>
            <p:nvPr/>
          </p:nvSpPr>
          <p:spPr>
            <a:xfrm>
              <a:off x="2115107" y="8736194"/>
              <a:ext cx="671830" cy="21590"/>
            </a:xfrm>
            <a:custGeom>
              <a:avLst/>
              <a:gdLst/>
              <a:ahLst/>
              <a:cxnLst/>
              <a:rect l="l" t="t" r="r" b="b"/>
              <a:pathLst>
                <a:path w="671830" h="21590">
                  <a:moveTo>
                    <a:pt x="671282" y="0"/>
                  </a:moveTo>
                  <a:lnTo>
                    <a:pt x="0" y="0"/>
                  </a:lnTo>
                  <a:lnTo>
                    <a:pt x="707" y="21130"/>
                  </a:lnTo>
                  <a:lnTo>
                    <a:pt x="671567" y="21130"/>
                  </a:lnTo>
                  <a:lnTo>
                    <a:pt x="67128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7" name="object 6147" descr=""/>
            <p:cNvSpPr/>
            <p:nvPr/>
          </p:nvSpPr>
          <p:spPr>
            <a:xfrm>
              <a:off x="2115107" y="8736194"/>
              <a:ext cx="671830" cy="21590"/>
            </a:xfrm>
            <a:custGeom>
              <a:avLst/>
              <a:gdLst/>
              <a:ahLst/>
              <a:cxnLst/>
              <a:rect l="l" t="t" r="r" b="b"/>
              <a:pathLst>
                <a:path w="671830" h="21590">
                  <a:moveTo>
                    <a:pt x="671282" y="0"/>
                  </a:moveTo>
                  <a:lnTo>
                    <a:pt x="671567" y="21130"/>
                  </a:lnTo>
                  <a:lnTo>
                    <a:pt x="707" y="21130"/>
                  </a:lnTo>
                  <a:lnTo>
                    <a:pt x="0" y="0"/>
                  </a:lnTo>
                  <a:lnTo>
                    <a:pt x="671282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48" name="object 6148" descr=""/>
            <p:cNvSpPr/>
            <p:nvPr/>
          </p:nvSpPr>
          <p:spPr>
            <a:xfrm>
              <a:off x="2144585" y="10070306"/>
              <a:ext cx="681355" cy="36830"/>
            </a:xfrm>
            <a:custGeom>
              <a:avLst/>
              <a:gdLst/>
              <a:ahLst/>
              <a:cxnLst/>
              <a:rect l="l" t="t" r="r" b="b"/>
              <a:pathLst>
                <a:path w="681355" h="36829">
                  <a:moveTo>
                    <a:pt x="681316" y="12700"/>
                  </a:moveTo>
                  <a:lnTo>
                    <a:pt x="679805" y="12700"/>
                  </a:lnTo>
                  <a:lnTo>
                    <a:pt x="679805" y="0"/>
                  </a:lnTo>
                  <a:lnTo>
                    <a:pt x="0" y="0"/>
                  </a:lnTo>
                  <a:lnTo>
                    <a:pt x="0" y="12700"/>
                  </a:lnTo>
                  <a:lnTo>
                    <a:pt x="127" y="12700"/>
                  </a:lnTo>
                  <a:lnTo>
                    <a:pt x="127" y="36830"/>
                  </a:lnTo>
                  <a:lnTo>
                    <a:pt x="681316" y="36830"/>
                  </a:lnTo>
                  <a:lnTo>
                    <a:pt x="681316" y="127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9" name="object 6149" descr=""/>
            <p:cNvSpPr/>
            <p:nvPr/>
          </p:nvSpPr>
          <p:spPr>
            <a:xfrm>
              <a:off x="2144542" y="10070510"/>
              <a:ext cx="682625" cy="36830"/>
            </a:xfrm>
            <a:custGeom>
              <a:avLst/>
              <a:gdLst/>
              <a:ahLst/>
              <a:cxnLst/>
              <a:rect l="l" t="t" r="r" b="b"/>
              <a:pathLst>
                <a:path w="682625" h="36829">
                  <a:moveTo>
                    <a:pt x="679424" y="0"/>
                  </a:moveTo>
                  <a:lnTo>
                    <a:pt x="0" y="0"/>
                  </a:lnTo>
                  <a:lnTo>
                    <a:pt x="271" y="36627"/>
                  </a:lnTo>
                  <a:lnTo>
                    <a:pt x="682429" y="36627"/>
                  </a:lnTo>
                  <a:lnTo>
                    <a:pt x="680333" y="12881"/>
                  </a:lnTo>
                  <a:lnTo>
                    <a:pt x="679424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50" name="object 6150" descr=""/>
            <p:cNvSpPr/>
            <p:nvPr/>
          </p:nvSpPr>
          <p:spPr>
            <a:xfrm>
              <a:off x="2144395" y="10049986"/>
              <a:ext cx="679450" cy="20320"/>
            </a:xfrm>
            <a:custGeom>
              <a:avLst/>
              <a:gdLst/>
              <a:ahLst/>
              <a:cxnLst/>
              <a:rect l="l" t="t" r="r" b="b"/>
              <a:pathLst>
                <a:path w="679450" h="20320">
                  <a:moveTo>
                    <a:pt x="678967" y="3810"/>
                  </a:moveTo>
                  <a:lnTo>
                    <a:pt x="678268" y="3810"/>
                  </a:lnTo>
                  <a:lnTo>
                    <a:pt x="678268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76" y="20320"/>
                  </a:lnTo>
                  <a:lnTo>
                    <a:pt x="678967" y="20320"/>
                  </a:lnTo>
                  <a:lnTo>
                    <a:pt x="678967" y="381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1" name="object 6151" descr=""/>
            <p:cNvSpPr/>
            <p:nvPr/>
          </p:nvSpPr>
          <p:spPr>
            <a:xfrm>
              <a:off x="2144385" y="10049390"/>
              <a:ext cx="680085" cy="21590"/>
            </a:xfrm>
            <a:custGeom>
              <a:avLst/>
              <a:gdLst/>
              <a:ahLst/>
              <a:cxnLst/>
              <a:rect l="l" t="t" r="r" b="b"/>
              <a:pathLst>
                <a:path w="680085" h="21590">
                  <a:moveTo>
                    <a:pt x="678137" y="0"/>
                  </a:moveTo>
                  <a:lnTo>
                    <a:pt x="678379" y="4075"/>
                  </a:lnTo>
                  <a:lnTo>
                    <a:pt x="679581" y="21119"/>
                  </a:lnTo>
                  <a:lnTo>
                    <a:pt x="156" y="21119"/>
                  </a:lnTo>
                  <a:lnTo>
                    <a:pt x="0" y="0"/>
                  </a:lnTo>
                  <a:lnTo>
                    <a:pt x="678137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52" name="object 6152" descr=""/>
            <p:cNvSpPr/>
            <p:nvPr/>
          </p:nvSpPr>
          <p:spPr>
            <a:xfrm>
              <a:off x="2144115" y="10010616"/>
              <a:ext cx="677545" cy="39370"/>
            </a:xfrm>
            <a:custGeom>
              <a:avLst/>
              <a:gdLst/>
              <a:ahLst/>
              <a:cxnLst/>
              <a:rect l="l" t="t" r="r" b="b"/>
              <a:pathLst>
                <a:path w="677544" h="39370">
                  <a:moveTo>
                    <a:pt x="677494" y="7620"/>
                  </a:moveTo>
                  <a:lnTo>
                    <a:pt x="676351" y="7620"/>
                  </a:lnTo>
                  <a:lnTo>
                    <a:pt x="676351" y="0"/>
                  </a:lnTo>
                  <a:lnTo>
                    <a:pt x="0" y="0"/>
                  </a:lnTo>
                  <a:lnTo>
                    <a:pt x="0" y="7620"/>
                  </a:lnTo>
                  <a:lnTo>
                    <a:pt x="152" y="7620"/>
                  </a:lnTo>
                  <a:lnTo>
                    <a:pt x="152" y="39370"/>
                  </a:lnTo>
                  <a:lnTo>
                    <a:pt x="677494" y="39370"/>
                  </a:lnTo>
                  <a:lnTo>
                    <a:pt x="677494" y="762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3" name="object 6153" descr=""/>
            <p:cNvSpPr/>
            <p:nvPr/>
          </p:nvSpPr>
          <p:spPr>
            <a:xfrm>
              <a:off x="2144099" y="10010826"/>
              <a:ext cx="678815" cy="38735"/>
            </a:xfrm>
            <a:custGeom>
              <a:avLst/>
              <a:gdLst/>
              <a:ahLst/>
              <a:cxnLst/>
              <a:rect l="l" t="t" r="r" b="b"/>
              <a:pathLst>
                <a:path w="678814" h="38734">
                  <a:moveTo>
                    <a:pt x="678423" y="38564"/>
                  </a:moveTo>
                  <a:lnTo>
                    <a:pt x="676547" y="6975"/>
                  </a:lnTo>
                  <a:lnTo>
                    <a:pt x="676186" y="0"/>
                  </a:lnTo>
                  <a:lnTo>
                    <a:pt x="0" y="0"/>
                  </a:lnTo>
                  <a:lnTo>
                    <a:pt x="286" y="38564"/>
                  </a:lnTo>
                  <a:lnTo>
                    <a:pt x="678423" y="38564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54" name="object 6154" descr=""/>
            <p:cNvSpPr/>
            <p:nvPr/>
          </p:nvSpPr>
          <p:spPr>
            <a:xfrm>
              <a:off x="2143942" y="9989695"/>
              <a:ext cx="676910" cy="21590"/>
            </a:xfrm>
            <a:custGeom>
              <a:avLst/>
              <a:gdLst/>
              <a:ahLst/>
              <a:cxnLst/>
              <a:rect l="l" t="t" r="r" b="b"/>
              <a:pathLst>
                <a:path w="676910" h="21590">
                  <a:moveTo>
                    <a:pt x="675249" y="0"/>
                  </a:moveTo>
                  <a:lnTo>
                    <a:pt x="0" y="0"/>
                  </a:lnTo>
                  <a:lnTo>
                    <a:pt x="156" y="21130"/>
                  </a:lnTo>
                  <a:lnTo>
                    <a:pt x="676343" y="21130"/>
                  </a:lnTo>
                  <a:lnTo>
                    <a:pt x="6752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5" name="object 6155" descr=""/>
            <p:cNvSpPr/>
            <p:nvPr/>
          </p:nvSpPr>
          <p:spPr>
            <a:xfrm>
              <a:off x="2143942" y="9989695"/>
              <a:ext cx="676910" cy="21590"/>
            </a:xfrm>
            <a:custGeom>
              <a:avLst/>
              <a:gdLst/>
              <a:ahLst/>
              <a:cxnLst/>
              <a:rect l="l" t="t" r="r" b="b"/>
              <a:pathLst>
                <a:path w="676910" h="21590">
                  <a:moveTo>
                    <a:pt x="675249" y="0"/>
                  </a:moveTo>
                  <a:lnTo>
                    <a:pt x="676343" y="21130"/>
                  </a:lnTo>
                  <a:lnTo>
                    <a:pt x="156" y="21130"/>
                  </a:lnTo>
                  <a:lnTo>
                    <a:pt x="0" y="0"/>
                  </a:lnTo>
                  <a:lnTo>
                    <a:pt x="675249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56" name="object 6156" descr=""/>
            <p:cNvSpPr/>
            <p:nvPr/>
          </p:nvSpPr>
          <p:spPr>
            <a:xfrm>
              <a:off x="2143747" y="9950926"/>
              <a:ext cx="675640" cy="39370"/>
            </a:xfrm>
            <a:custGeom>
              <a:avLst/>
              <a:gdLst/>
              <a:ahLst/>
              <a:cxnLst/>
              <a:rect l="l" t="t" r="r" b="b"/>
              <a:pathLst>
                <a:path w="675639" h="39370">
                  <a:moveTo>
                    <a:pt x="675106" y="25400"/>
                  </a:moveTo>
                  <a:lnTo>
                    <a:pt x="674166" y="25400"/>
                  </a:lnTo>
                  <a:lnTo>
                    <a:pt x="674166" y="0"/>
                  </a:lnTo>
                  <a:lnTo>
                    <a:pt x="0" y="0"/>
                  </a:lnTo>
                  <a:lnTo>
                    <a:pt x="0" y="25400"/>
                  </a:lnTo>
                  <a:lnTo>
                    <a:pt x="139" y="25400"/>
                  </a:lnTo>
                  <a:lnTo>
                    <a:pt x="139" y="39370"/>
                  </a:lnTo>
                  <a:lnTo>
                    <a:pt x="675106" y="39370"/>
                  </a:lnTo>
                  <a:lnTo>
                    <a:pt x="675106" y="254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7" name="object 6157" descr=""/>
            <p:cNvSpPr/>
            <p:nvPr/>
          </p:nvSpPr>
          <p:spPr>
            <a:xfrm>
              <a:off x="2143656" y="9951131"/>
              <a:ext cx="675640" cy="38735"/>
            </a:xfrm>
            <a:custGeom>
              <a:avLst/>
              <a:gdLst/>
              <a:ahLst/>
              <a:cxnLst/>
              <a:rect l="l" t="t" r="r" b="b"/>
              <a:pathLst>
                <a:path w="675639" h="38734">
                  <a:moveTo>
                    <a:pt x="675535" y="38564"/>
                  </a:moveTo>
                  <a:lnTo>
                    <a:pt x="674870" y="25712"/>
                  </a:lnTo>
                  <a:lnTo>
                    <a:pt x="673683" y="0"/>
                  </a:lnTo>
                  <a:lnTo>
                    <a:pt x="0" y="0"/>
                  </a:lnTo>
                  <a:lnTo>
                    <a:pt x="286" y="38564"/>
                  </a:lnTo>
                  <a:lnTo>
                    <a:pt x="675535" y="38564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58" name="object 6158" descr=""/>
            <p:cNvSpPr/>
            <p:nvPr/>
          </p:nvSpPr>
          <p:spPr>
            <a:xfrm>
              <a:off x="2143499" y="9930011"/>
              <a:ext cx="674370" cy="21590"/>
            </a:xfrm>
            <a:custGeom>
              <a:avLst/>
              <a:gdLst/>
              <a:ahLst/>
              <a:cxnLst/>
              <a:rect l="l" t="t" r="r" b="b"/>
              <a:pathLst>
                <a:path w="674369" h="21590">
                  <a:moveTo>
                    <a:pt x="672869" y="0"/>
                  </a:moveTo>
                  <a:lnTo>
                    <a:pt x="0" y="0"/>
                  </a:lnTo>
                  <a:lnTo>
                    <a:pt x="156" y="21119"/>
                  </a:lnTo>
                  <a:lnTo>
                    <a:pt x="673840" y="21119"/>
                  </a:lnTo>
                  <a:lnTo>
                    <a:pt x="67286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9" name="object 6159" descr=""/>
            <p:cNvSpPr/>
            <p:nvPr/>
          </p:nvSpPr>
          <p:spPr>
            <a:xfrm>
              <a:off x="2143499" y="9930011"/>
              <a:ext cx="674370" cy="21590"/>
            </a:xfrm>
            <a:custGeom>
              <a:avLst/>
              <a:gdLst/>
              <a:ahLst/>
              <a:cxnLst/>
              <a:rect l="l" t="t" r="r" b="b"/>
              <a:pathLst>
                <a:path w="674369" h="21590">
                  <a:moveTo>
                    <a:pt x="672869" y="0"/>
                  </a:moveTo>
                  <a:lnTo>
                    <a:pt x="672912" y="1025"/>
                  </a:lnTo>
                  <a:lnTo>
                    <a:pt x="673840" y="21119"/>
                  </a:lnTo>
                  <a:lnTo>
                    <a:pt x="156" y="21119"/>
                  </a:lnTo>
                  <a:lnTo>
                    <a:pt x="0" y="0"/>
                  </a:lnTo>
                  <a:lnTo>
                    <a:pt x="672869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60" name="object 6160" descr=""/>
            <p:cNvSpPr/>
            <p:nvPr/>
          </p:nvSpPr>
          <p:spPr>
            <a:xfrm>
              <a:off x="2143213" y="9891437"/>
              <a:ext cx="673735" cy="38735"/>
            </a:xfrm>
            <a:custGeom>
              <a:avLst/>
              <a:gdLst/>
              <a:ahLst/>
              <a:cxnLst/>
              <a:rect l="l" t="t" r="r" b="b"/>
              <a:pathLst>
                <a:path w="673735" h="38734">
                  <a:moveTo>
                    <a:pt x="671541" y="0"/>
                  </a:moveTo>
                  <a:lnTo>
                    <a:pt x="0" y="0"/>
                  </a:lnTo>
                  <a:lnTo>
                    <a:pt x="286" y="38564"/>
                  </a:lnTo>
                  <a:lnTo>
                    <a:pt x="673155" y="38564"/>
                  </a:lnTo>
                  <a:lnTo>
                    <a:pt x="67154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1" name="object 6161" descr=""/>
            <p:cNvSpPr/>
            <p:nvPr/>
          </p:nvSpPr>
          <p:spPr>
            <a:xfrm>
              <a:off x="2143213" y="9891437"/>
              <a:ext cx="673735" cy="38735"/>
            </a:xfrm>
            <a:custGeom>
              <a:avLst/>
              <a:gdLst/>
              <a:ahLst/>
              <a:cxnLst/>
              <a:rect l="l" t="t" r="r" b="b"/>
              <a:pathLst>
                <a:path w="673735" h="38734">
                  <a:moveTo>
                    <a:pt x="673155" y="38564"/>
                  </a:moveTo>
                  <a:lnTo>
                    <a:pt x="671541" y="0"/>
                  </a:lnTo>
                  <a:lnTo>
                    <a:pt x="0" y="0"/>
                  </a:lnTo>
                  <a:lnTo>
                    <a:pt x="286" y="38564"/>
                  </a:lnTo>
                  <a:lnTo>
                    <a:pt x="673155" y="38564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62" name="object 6162" descr=""/>
            <p:cNvSpPr/>
            <p:nvPr/>
          </p:nvSpPr>
          <p:spPr>
            <a:xfrm>
              <a:off x="2143087" y="9870916"/>
              <a:ext cx="671830" cy="20320"/>
            </a:xfrm>
            <a:custGeom>
              <a:avLst/>
              <a:gdLst/>
              <a:ahLst/>
              <a:cxnLst/>
              <a:rect l="l" t="t" r="r" b="b"/>
              <a:pathLst>
                <a:path w="671830" h="20320">
                  <a:moveTo>
                    <a:pt x="671436" y="10160"/>
                  </a:moveTo>
                  <a:lnTo>
                    <a:pt x="671029" y="10160"/>
                  </a:lnTo>
                  <a:lnTo>
                    <a:pt x="671029" y="0"/>
                  </a:lnTo>
                  <a:lnTo>
                    <a:pt x="0" y="0"/>
                  </a:lnTo>
                  <a:lnTo>
                    <a:pt x="0" y="10160"/>
                  </a:lnTo>
                  <a:lnTo>
                    <a:pt x="76" y="20320"/>
                  </a:lnTo>
                  <a:lnTo>
                    <a:pt x="671436" y="20320"/>
                  </a:lnTo>
                  <a:lnTo>
                    <a:pt x="671436" y="1016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3" name="object 6163" descr=""/>
            <p:cNvSpPr/>
            <p:nvPr/>
          </p:nvSpPr>
          <p:spPr>
            <a:xfrm>
              <a:off x="2143056" y="9870306"/>
              <a:ext cx="671830" cy="21590"/>
            </a:xfrm>
            <a:custGeom>
              <a:avLst/>
              <a:gdLst/>
              <a:ahLst/>
              <a:cxnLst/>
              <a:rect l="l" t="t" r="r" b="b"/>
              <a:pathLst>
                <a:path w="671830" h="21590">
                  <a:moveTo>
                    <a:pt x="670849" y="0"/>
                  </a:moveTo>
                  <a:lnTo>
                    <a:pt x="671253" y="10517"/>
                  </a:lnTo>
                  <a:lnTo>
                    <a:pt x="671698" y="21130"/>
                  </a:lnTo>
                  <a:lnTo>
                    <a:pt x="156" y="21130"/>
                  </a:lnTo>
                  <a:lnTo>
                    <a:pt x="0" y="0"/>
                  </a:lnTo>
                  <a:lnTo>
                    <a:pt x="670849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64" name="object 6164" descr=""/>
            <p:cNvSpPr/>
            <p:nvPr/>
          </p:nvSpPr>
          <p:spPr>
            <a:xfrm>
              <a:off x="2142731" y="9831546"/>
              <a:ext cx="671195" cy="39370"/>
            </a:xfrm>
            <a:custGeom>
              <a:avLst/>
              <a:gdLst/>
              <a:ahLst/>
              <a:cxnLst/>
              <a:rect l="l" t="t" r="r" b="b"/>
              <a:pathLst>
                <a:path w="671194" h="39370">
                  <a:moveTo>
                    <a:pt x="671093" y="34290"/>
                  </a:moveTo>
                  <a:lnTo>
                    <a:pt x="670331" y="34290"/>
                  </a:lnTo>
                  <a:lnTo>
                    <a:pt x="670331" y="0"/>
                  </a:lnTo>
                  <a:lnTo>
                    <a:pt x="0" y="0"/>
                  </a:lnTo>
                  <a:lnTo>
                    <a:pt x="0" y="34290"/>
                  </a:lnTo>
                  <a:lnTo>
                    <a:pt x="304" y="34290"/>
                  </a:lnTo>
                  <a:lnTo>
                    <a:pt x="304" y="39370"/>
                  </a:lnTo>
                  <a:lnTo>
                    <a:pt x="671093" y="39370"/>
                  </a:lnTo>
                  <a:lnTo>
                    <a:pt x="671093" y="3429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5" name="object 6165" descr=""/>
            <p:cNvSpPr/>
            <p:nvPr/>
          </p:nvSpPr>
          <p:spPr>
            <a:xfrm>
              <a:off x="2142459" y="9831752"/>
              <a:ext cx="671830" cy="38735"/>
            </a:xfrm>
            <a:custGeom>
              <a:avLst/>
              <a:gdLst/>
              <a:ahLst/>
              <a:cxnLst/>
              <a:rect l="l" t="t" r="r" b="b"/>
              <a:pathLst>
                <a:path w="671830" h="38734">
                  <a:moveTo>
                    <a:pt x="671446" y="38564"/>
                  </a:moveTo>
                  <a:lnTo>
                    <a:pt x="669963" y="0"/>
                  </a:lnTo>
                  <a:lnTo>
                    <a:pt x="0" y="0"/>
                  </a:lnTo>
                  <a:lnTo>
                    <a:pt x="561" y="33712"/>
                  </a:lnTo>
                  <a:lnTo>
                    <a:pt x="597" y="38564"/>
                  </a:lnTo>
                  <a:lnTo>
                    <a:pt x="671446" y="38564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66" name="object 6166" descr=""/>
            <p:cNvSpPr/>
            <p:nvPr/>
          </p:nvSpPr>
          <p:spPr>
            <a:xfrm>
              <a:off x="2142107" y="9810633"/>
              <a:ext cx="670560" cy="21590"/>
            </a:xfrm>
            <a:custGeom>
              <a:avLst/>
              <a:gdLst/>
              <a:ahLst/>
              <a:cxnLst/>
              <a:rect l="l" t="t" r="r" b="b"/>
              <a:pathLst>
                <a:path w="670560" h="21590">
                  <a:moveTo>
                    <a:pt x="669548" y="0"/>
                  </a:moveTo>
                  <a:lnTo>
                    <a:pt x="0" y="0"/>
                  </a:lnTo>
                  <a:lnTo>
                    <a:pt x="351" y="21119"/>
                  </a:lnTo>
                  <a:lnTo>
                    <a:pt x="670315" y="21119"/>
                  </a:lnTo>
                  <a:lnTo>
                    <a:pt x="66954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7" name="object 6167" descr=""/>
            <p:cNvSpPr/>
            <p:nvPr/>
          </p:nvSpPr>
          <p:spPr>
            <a:xfrm>
              <a:off x="2142107" y="9810633"/>
              <a:ext cx="670560" cy="21590"/>
            </a:xfrm>
            <a:custGeom>
              <a:avLst/>
              <a:gdLst/>
              <a:ahLst/>
              <a:cxnLst/>
              <a:rect l="l" t="t" r="r" b="b"/>
              <a:pathLst>
                <a:path w="670560" h="21590">
                  <a:moveTo>
                    <a:pt x="669548" y="0"/>
                  </a:moveTo>
                  <a:lnTo>
                    <a:pt x="670119" y="16017"/>
                  </a:lnTo>
                  <a:lnTo>
                    <a:pt x="670315" y="21119"/>
                  </a:lnTo>
                  <a:lnTo>
                    <a:pt x="351" y="21119"/>
                  </a:lnTo>
                  <a:lnTo>
                    <a:pt x="0" y="0"/>
                  </a:lnTo>
                  <a:lnTo>
                    <a:pt x="669548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68" name="object 6168" descr=""/>
            <p:cNvSpPr/>
            <p:nvPr/>
          </p:nvSpPr>
          <p:spPr>
            <a:xfrm>
              <a:off x="2141465" y="9772058"/>
              <a:ext cx="670560" cy="38735"/>
            </a:xfrm>
            <a:custGeom>
              <a:avLst/>
              <a:gdLst/>
              <a:ahLst/>
              <a:cxnLst/>
              <a:rect l="l" t="t" r="r" b="b"/>
              <a:pathLst>
                <a:path w="670560" h="38734">
                  <a:moveTo>
                    <a:pt x="668814" y="0"/>
                  </a:moveTo>
                  <a:lnTo>
                    <a:pt x="0" y="0"/>
                  </a:lnTo>
                  <a:lnTo>
                    <a:pt x="642" y="38574"/>
                  </a:lnTo>
                  <a:lnTo>
                    <a:pt x="670190" y="38574"/>
                  </a:lnTo>
                  <a:lnTo>
                    <a:pt x="6688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9" name="object 6169" descr=""/>
            <p:cNvSpPr/>
            <p:nvPr/>
          </p:nvSpPr>
          <p:spPr>
            <a:xfrm>
              <a:off x="2141465" y="9772058"/>
              <a:ext cx="670560" cy="38735"/>
            </a:xfrm>
            <a:custGeom>
              <a:avLst/>
              <a:gdLst/>
              <a:ahLst/>
              <a:cxnLst/>
              <a:rect l="l" t="t" r="r" b="b"/>
              <a:pathLst>
                <a:path w="670560" h="38734">
                  <a:moveTo>
                    <a:pt x="670190" y="38574"/>
                  </a:moveTo>
                  <a:lnTo>
                    <a:pt x="668814" y="0"/>
                  </a:lnTo>
                  <a:lnTo>
                    <a:pt x="0" y="0"/>
                  </a:lnTo>
                  <a:lnTo>
                    <a:pt x="642" y="38574"/>
                  </a:lnTo>
                  <a:lnTo>
                    <a:pt x="670190" y="38574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70" name="object 6170" descr=""/>
            <p:cNvSpPr/>
            <p:nvPr/>
          </p:nvSpPr>
          <p:spPr>
            <a:xfrm>
              <a:off x="2141113" y="9750938"/>
              <a:ext cx="669290" cy="21590"/>
            </a:xfrm>
            <a:custGeom>
              <a:avLst/>
              <a:gdLst/>
              <a:ahLst/>
              <a:cxnLst/>
              <a:rect l="l" t="t" r="r" b="b"/>
              <a:pathLst>
                <a:path w="669289" h="21590">
                  <a:moveTo>
                    <a:pt x="668455" y="0"/>
                  </a:moveTo>
                  <a:lnTo>
                    <a:pt x="0" y="0"/>
                  </a:lnTo>
                  <a:lnTo>
                    <a:pt x="351" y="21119"/>
                  </a:lnTo>
                  <a:lnTo>
                    <a:pt x="669166" y="21119"/>
                  </a:lnTo>
                  <a:lnTo>
                    <a:pt x="6684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1" name="object 6171" descr=""/>
            <p:cNvSpPr/>
            <p:nvPr/>
          </p:nvSpPr>
          <p:spPr>
            <a:xfrm>
              <a:off x="2141113" y="9750938"/>
              <a:ext cx="669290" cy="21590"/>
            </a:xfrm>
            <a:custGeom>
              <a:avLst/>
              <a:gdLst/>
              <a:ahLst/>
              <a:cxnLst/>
              <a:rect l="l" t="t" r="r" b="b"/>
              <a:pathLst>
                <a:path w="669289" h="21590">
                  <a:moveTo>
                    <a:pt x="668455" y="0"/>
                  </a:moveTo>
                  <a:lnTo>
                    <a:pt x="669055" y="18019"/>
                  </a:lnTo>
                  <a:lnTo>
                    <a:pt x="669166" y="21119"/>
                  </a:lnTo>
                  <a:lnTo>
                    <a:pt x="351" y="21119"/>
                  </a:lnTo>
                  <a:lnTo>
                    <a:pt x="0" y="0"/>
                  </a:lnTo>
                  <a:lnTo>
                    <a:pt x="668455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72" name="object 6172" descr=""/>
            <p:cNvSpPr/>
            <p:nvPr/>
          </p:nvSpPr>
          <p:spPr>
            <a:xfrm>
              <a:off x="2140471" y="9712374"/>
              <a:ext cx="669290" cy="38735"/>
            </a:xfrm>
            <a:custGeom>
              <a:avLst/>
              <a:gdLst/>
              <a:ahLst/>
              <a:cxnLst/>
              <a:rect l="l" t="t" r="r" b="b"/>
              <a:pathLst>
                <a:path w="669289" h="38734">
                  <a:moveTo>
                    <a:pt x="667812" y="0"/>
                  </a:moveTo>
                  <a:lnTo>
                    <a:pt x="0" y="0"/>
                  </a:lnTo>
                  <a:lnTo>
                    <a:pt x="641" y="38564"/>
                  </a:lnTo>
                  <a:lnTo>
                    <a:pt x="669097" y="38564"/>
                  </a:lnTo>
                  <a:lnTo>
                    <a:pt x="6678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3" name="object 6173" descr=""/>
            <p:cNvSpPr/>
            <p:nvPr/>
          </p:nvSpPr>
          <p:spPr>
            <a:xfrm>
              <a:off x="2140471" y="9712374"/>
              <a:ext cx="669290" cy="38735"/>
            </a:xfrm>
            <a:custGeom>
              <a:avLst/>
              <a:gdLst/>
              <a:ahLst/>
              <a:cxnLst/>
              <a:rect l="l" t="t" r="r" b="b"/>
              <a:pathLst>
                <a:path w="669289" h="38734">
                  <a:moveTo>
                    <a:pt x="669097" y="38564"/>
                  </a:moveTo>
                  <a:lnTo>
                    <a:pt x="667812" y="0"/>
                  </a:lnTo>
                  <a:lnTo>
                    <a:pt x="0" y="0"/>
                  </a:lnTo>
                  <a:lnTo>
                    <a:pt x="641" y="38564"/>
                  </a:lnTo>
                  <a:lnTo>
                    <a:pt x="669097" y="38564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74" name="object 6174" descr=""/>
            <p:cNvSpPr/>
            <p:nvPr/>
          </p:nvSpPr>
          <p:spPr>
            <a:xfrm>
              <a:off x="2140120" y="9691254"/>
              <a:ext cx="668655" cy="21590"/>
            </a:xfrm>
            <a:custGeom>
              <a:avLst/>
              <a:gdLst/>
              <a:ahLst/>
              <a:cxnLst/>
              <a:rect l="l" t="t" r="r" b="b"/>
              <a:pathLst>
                <a:path w="668655" h="21590">
                  <a:moveTo>
                    <a:pt x="667494" y="0"/>
                  </a:moveTo>
                  <a:lnTo>
                    <a:pt x="0" y="0"/>
                  </a:lnTo>
                  <a:lnTo>
                    <a:pt x="351" y="21119"/>
                  </a:lnTo>
                  <a:lnTo>
                    <a:pt x="668163" y="21119"/>
                  </a:lnTo>
                  <a:lnTo>
                    <a:pt x="6674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5" name="object 6175" descr=""/>
            <p:cNvSpPr/>
            <p:nvPr/>
          </p:nvSpPr>
          <p:spPr>
            <a:xfrm>
              <a:off x="2140120" y="9691254"/>
              <a:ext cx="668655" cy="21590"/>
            </a:xfrm>
            <a:custGeom>
              <a:avLst/>
              <a:gdLst/>
              <a:ahLst/>
              <a:cxnLst/>
              <a:rect l="l" t="t" r="r" b="b"/>
              <a:pathLst>
                <a:path w="668655" h="21590">
                  <a:moveTo>
                    <a:pt x="667494" y="0"/>
                  </a:moveTo>
                  <a:lnTo>
                    <a:pt x="668024" y="16938"/>
                  </a:lnTo>
                  <a:lnTo>
                    <a:pt x="668163" y="21119"/>
                  </a:lnTo>
                  <a:lnTo>
                    <a:pt x="351" y="21119"/>
                  </a:lnTo>
                  <a:lnTo>
                    <a:pt x="0" y="0"/>
                  </a:lnTo>
                  <a:lnTo>
                    <a:pt x="667494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76" name="object 6176" descr=""/>
            <p:cNvSpPr/>
            <p:nvPr/>
          </p:nvSpPr>
          <p:spPr>
            <a:xfrm>
              <a:off x="2139478" y="9652679"/>
              <a:ext cx="668655" cy="38735"/>
            </a:xfrm>
            <a:custGeom>
              <a:avLst/>
              <a:gdLst/>
              <a:ahLst/>
              <a:cxnLst/>
              <a:rect l="l" t="t" r="r" b="b"/>
              <a:pathLst>
                <a:path w="668655" h="38734">
                  <a:moveTo>
                    <a:pt x="666928" y="0"/>
                  </a:moveTo>
                  <a:lnTo>
                    <a:pt x="0" y="0"/>
                  </a:lnTo>
                  <a:lnTo>
                    <a:pt x="642" y="38574"/>
                  </a:lnTo>
                  <a:lnTo>
                    <a:pt x="668136" y="38574"/>
                  </a:lnTo>
                  <a:lnTo>
                    <a:pt x="6669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7" name="object 6177" descr=""/>
            <p:cNvSpPr/>
            <p:nvPr/>
          </p:nvSpPr>
          <p:spPr>
            <a:xfrm>
              <a:off x="2139478" y="9652679"/>
              <a:ext cx="668655" cy="38735"/>
            </a:xfrm>
            <a:custGeom>
              <a:avLst/>
              <a:gdLst/>
              <a:ahLst/>
              <a:cxnLst/>
              <a:rect l="l" t="t" r="r" b="b"/>
              <a:pathLst>
                <a:path w="668655" h="38734">
                  <a:moveTo>
                    <a:pt x="668136" y="38574"/>
                  </a:moveTo>
                  <a:lnTo>
                    <a:pt x="666928" y="0"/>
                  </a:lnTo>
                  <a:lnTo>
                    <a:pt x="0" y="0"/>
                  </a:lnTo>
                  <a:lnTo>
                    <a:pt x="642" y="38574"/>
                  </a:lnTo>
                  <a:lnTo>
                    <a:pt x="668136" y="38574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78" name="object 6178" descr=""/>
            <p:cNvSpPr/>
            <p:nvPr/>
          </p:nvSpPr>
          <p:spPr>
            <a:xfrm>
              <a:off x="2139126" y="9631560"/>
              <a:ext cx="667385" cy="21590"/>
            </a:xfrm>
            <a:custGeom>
              <a:avLst/>
              <a:gdLst/>
              <a:ahLst/>
              <a:cxnLst/>
              <a:rect l="l" t="t" r="r" b="b"/>
              <a:pathLst>
                <a:path w="667385" h="21590">
                  <a:moveTo>
                    <a:pt x="666641" y="0"/>
                  </a:moveTo>
                  <a:lnTo>
                    <a:pt x="0" y="0"/>
                  </a:lnTo>
                  <a:lnTo>
                    <a:pt x="351" y="21119"/>
                  </a:lnTo>
                  <a:lnTo>
                    <a:pt x="667279" y="21119"/>
                  </a:lnTo>
                  <a:lnTo>
                    <a:pt x="66664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9" name="object 6179" descr=""/>
            <p:cNvSpPr/>
            <p:nvPr/>
          </p:nvSpPr>
          <p:spPr>
            <a:xfrm>
              <a:off x="2139126" y="9631560"/>
              <a:ext cx="667385" cy="21590"/>
            </a:xfrm>
            <a:custGeom>
              <a:avLst/>
              <a:gdLst/>
              <a:ahLst/>
              <a:cxnLst/>
              <a:rect l="l" t="t" r="r" b="b"/>
              <a:pathLst>
                <a:path w="667385" h="21590">
                  <a:moveTo>
                    <a:pt x="666641" y="0"/>
                  </a:moveTo>
                  <a:lnTo>
                    <a:pt x="667032" y="13237"/>
                  </a:lnTo>
                  <a:lnTo>
                    <a:pt x="667279" y="21119"/>
                  </a:lnTo>
                  <a:lnTo>
                    <a:pt x="351" y="21119"/>
                  </a:lnTo>
                  <a:lnTo>
                    <a:pt x="0" y="0"/>
                  </a:lnTo>
                  <a:lnTo>
                    <a:pt x="666641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80" name="object 6180" descr=""/>
            <p:cNvSpPr/>
            <p:nvPr/>
          </p:nvSpPr>
          <p:spPr>
            <a:xfrm>
              <a:off x="2138484" y="9592985"/>
              <a:ext cx="667385" cy="38735"/>
            </a:xfrm>
            <a:custGeom>
              <a:avLst/>
              <a:gdLst/>
              <a:ahLst/>
              <a:cxnLst/>
              <a:rect l="l" t="t" r="r" b="b"/>
              <a:pathLst>
                <a:path w="667385" h="38734">
                  <a:moveTo>
                    <a:pt x="666143" y="0"/>
                  </a:moveTo>
                  <a:lnTo>
                    <a:pt x="0" y="0"/>
                  </a:lnTo>
                  <a:lnTo>
                    <a:pt x="641" y="38564"/>
                  </a:lnTo>
                  <a:lnTo>
                    <a:pt x="667283" y="38564"/>
                  </a:lnTo>
                  <a:lnTo>
                    <a:pt x="66614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1" name="object 6181" descr=""/>
            <p:cNvSpPr/>
            <p:nvPr/>
          </p:nvSpPr>
          <p:spPr>
            <a:xfrm>
              <a:off x="2138484" y="9592985"/>
              <a:ext cx="667385" cy="38735"/>
            </a:xfrm>
            <a:custGeom>
              <a:avLst/>
              <a:gdLst/>
              <a:ahLst/>
              <a:cxnLst/>
              <a:rect l="l" t="t" r="r" b="b"/>
              <a:pathLst>
                <a:path w="667385" h="38734">
                  <a:moveTo>
                    <a:pt x="667283" y="38564"/>
                  </a:moveTo>
                  <a:lnTo>
                    <a:pt x="666143" y="0"/>
                  </a:lnTo>
                  <a:lnTo>
                    <a:pt x="0" y="0"/>
                  </a:lnTo>
                  <a:lnTo>
                    <a:pt x="641" y="38564"/>
                  </a:lnTo>
                  <a:lnTo>
                    <a:pt x="667283" y="38564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82" name="object 6182" descr=""/>
            <p:cNvSpPr/>
            <p:nvPr/>
          </p:nvSpPr>
          <p:spPr>
            <a:xfrm>
              <a:off x="2138132" y="9571855"/>
              <a:ext cx="666750" cy="21590"/>
            </a:xfrm>
            <a:custGeom>
              <a:avLst/>
              <a:gdLst/>
              <a:ahLst/>
              <a:cxnLst/>
              <a:rect l="l" t="t" r="r" b="b"/>
              <a:pathLst>
                <a:path w="666750" h="21590">
                  <a:moveTo>
                    <a:pt x="665881" y="0"/>
                  </a:moveTo>
                  <a:lnTo>
                    <a:pt x="0" y="0"/>
                  </a:lnTo>
                  <a:lnTo>
                    <a:pt x="351" y="21130"/>
                  </a:lnTo>
                  <a:lnTo>
                    <a:pt x="666494" y="21130"/>
                  </a:lnTo>
                  <a:lnTo>
                    <a:pt x="6658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3" name="object 6183" descr=""/>
            <p:cNvSpPr/>
            <p:nvPr/>
          </p:nvSpPr>
          <p:spPr>
            <a:xfrm>
              <a:off x="2138132" y="9571855"/>
              <a:ext cx="666750" cy="21590"/>
            </a:xfrm>
            <a:custGeom>
              <a:avLst/>
              <a:gdLst/>
              <a:ahLst/>
              <a:cxnLst/>
              <a:rect l="l" t="t" r="r" b="b"/>
              <a:pathLst>
                <a:path w="666750" h="21590">
                  <a:moveTo>
                    <a:pt x="665881" y="0"/>
                  </a:moveTo>
                  <a:lnTo>
                    <a:pt x="666087" y="7361"/>
                  </a:lnTo>
                  <a:lnTo>
                    <a:pt x="666494" y="21130"/>
                  </a:lnTo>
                  <a:lnTo>
                    <a:pt x="351" y="21130"/>
                  </a:lnTo>
                  <a:lnTo>
                    <a:pt x="0" y="0"/>
                  </a:lnTo>
                  <a:lnTo>
                    <a:pt x="665881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84" name="object 6184" descr=""/>
            <p:cNvSpPr/>
            <p:nvPr/>
          </p:nvSpPr>
          <p:spPr>
            <a:xfrm>
              <a:off x="2137490" y="9533290"/>
              <a:ext cx="666750" cy="38735"/>
            </a:xfrm>
            <a:custGeom>
              <a:avLst/>
              <a:gdLst/>
              <a:ahLst/>
              <a:cxnLst/>
              <a:rect l="l" t="t" r="r" b="b"/>
              <a:pathLst>
                <a:path w="666750" h="38734">
                  <a:moveTo>
                    <a:pt x="665443" y="0"/>
                  </a:moveTo>
                  <a:lnTo>
                    <a:pt x="0" y="0"/>
                  </a:lnTo>
                  <a:lnTo>
                    <a:pt x="641" y="38564"/>
                  </a:lnTo>
                  <a:lnTo>
                    <a:pt x="666523" y="38564"/>
                  </a:lnTo>
                  <a:lnTo>
                    <a:pt x="66544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5" name="object 6185" descr=""/>
            <p:cNvSpPr/>
            <p:nvPr/>
          </p:nvSpPr>
          <p:spPr>
            <a:xfrm>
              <a:off x="2137490" y="9533290"/>
              <a:ext cx="666750" cy="38735"/>
            </a:xfrm>
            <a:custGeom>
              <a:avLst/>
              <a:gdLst/>
              <a:ahLst/>
              <a:cxnLst/>
              <a:rect l="l" t="t" r="r" b="b"/>
              <a:pathLst>
                <a:path w="666750" h="38734">
                  <a:moveTo>
                    <a:pt x="666523" y="38564"/>
                  </a:moveTo>
                  <a:lnTo>
                    <a:pt x="665443" y="0"/>
                  </a:lnTo>
                  <a:lnTo>
                    <a:pt x="0" y="0"/>
                  </a:lnTo>
                  <a:lnTo>
                    <a:pt x="641" y="38564"/>
                  </a:lnTo>
                  <a:lnTo>
                    <a:pt x="666523" y="38564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86" name="object 6186" descr=""/>
            <p:cNvSpPr/>
            <p:nvPr/>
          </p:nvSpPr>
          <p:spPr>
            <a:xfrm>
              <a:off x="2137139" y="9512171"/>
              <a:ext cx="666115" cy="21590"/>
            </a:xfrm>
            <a:custGeom>
              <a:avLst/>
              <a:gdLst/>
              <a:ahLst/>
              <a:cxnLst/>
              <a:rect l="l" t="t" r="r" b="b"/>
              <a:pathLst>
                <a:path w="666114" h="21590">
                  <a:moveTo>
                    <a:pt x="665202" y="0"/>
                  </a:moveTo>
                  <a:lnTo>
                    <a:pt x="0" y="0"/>
                  </a:lnTo>
                  <a:lnTo>
                    <a:pt x="351" y="21119"/>
                  </a:lnTo>
                  <a:lnTo>
                    <a:pt x="665794" y="21119"/>
                  </a:lnTo>
                  <a:lnTo>
                    <a:pt x="6652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7" name="object 6187" descr=""/>
            <p:cNvSpPr/>
            <p:nvPr/>
          </p:nvSpPr>
          <p:spPr>
            <a:xfrm>
              <a:off x="2137139" y="9512171"/>
              <a:ext cx="666115" cy="21590"/>
            </a:xfrm>
            <a:custGeom>
              <a:avLst/>
              <a:gdLst/>
              <a:ahLst/>
              <a:cxnLst/>
              <a:rect l="l" t="t" r="r" b="b"/>
              <a:pathLst>
                <a:path w="666114" h="21590">
                  <a:moveTo>
                    <a:pt x="665202" y="0"/>
                  </a:moveTo>
                  <a:lnTo>
                    <a:pt x="665794" y="21119"/>
                  </a:lnTo>
                  <a:lnTo>
                    <a:pt x="351" y="21119"/>
                  </a:lnTo>
                  <a:lnTo>
                    <a:pt x="0" y="0"/>
                  </a:lnTo>
                  <a:lnTo>
                    <a:pt x="665202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88" name="object 6188" descr=""/>
            <p:cNvSpPr/>
            <p:nvPr/>
          </p:nvSpPr>
          <p:spPr>
            <a:xfrm>
              <a:off x="2136497" y="9473606"/>
              <a:ext cx="666115" cy="38735"/>
            </a:xfrm>
            <a:custGeom>
              <a:avLst/>
              <a:gdLst/>
              <a:ahLst/>
              <a:cxnLst/>
              <a:rect l="l" t="t" r="r" b="b"/>
              <a:pathLst>
                <a:path w="666114" h="38734">
                  <a:moveTo>
                    <a:pt x="664818" y="0"/>
                  </a:moveTo>
                  <a:lnTo>
                    <a:pt x="0" y="0"/>
                  </a:lnTo>
                  <a:lnTo>
                    <a:pt x="641" y="38564"/>
                  </a:lnTo>
                  <a:lnTo>
                    <a:pt x="665844" y="38564"/>
                  </a:lnTo>
                  <a:lnTo>
                    <a:pt x="6648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9" name="object 6189" descr=""/>
            <p:cNvSpPr/>
            <p:nvPr/>
          </p:nvSpPr>
          <p:spPr>
            <a:xfrm>
              <a:off x="2136497" y="9473606"/>
              <a:ext cx="666115" cy="38735"/>
            </a:xfrm>
            <a:custGeom>
              <a:avLst/>
              <a:gdLst/>
              <a:ahLst/>
              <a:cxnLst/>
              <a:rect l="l" t="t" r="r" b="b"/>
              <a:pathLst>
                <a:path w="666114" h="38734">
                  <a:moveTo>
                    <a:pt x="665844" y="38564"/>
                  </a:moveTo>
                  <a:lnTo>
                    <a:pt x="665837" y="38287"/>
                  </a:lnTo>
                  <a:lnTo>
                    <a:pt x="664818" y="0"/>
                  </a:lnTo>
                  <a:lnTo>
                    <a:pt x="0" y="0"/>
                  </a:lnTo>
                  <a:lnTo>
                    <a:pt x="641" y="38564"/>
                  </a:lnTo>
                  <a:lnTo>
                    <a:pt x="665844" y="38564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90" name="object 6190" descr=""/>
            <p:cNvSpPr/>
            <p:nvPr/>
          </p:nvSpPr>
          <p:spPr>
            <a:xfrm>
              <a:off x="2136145" y="9452476"/>
              <a:ext cx="665480" cy="21590"/>
            </a:xfrm>
            <a:custGeom>
              <a:avLst/>
              <a:gdLst/>
              <a:ahLst/>
              <a:cxnLst/>
              <a:rect l="l" t="t" r="r" b="b"/>
              <a:pathLst>
                <a:path w="665480" h="21590">
                  <a:moveTo>
                    <a:pt x="664607" y="0"/>
                  </a:moveTo>
                  <a:lnTo>
                    <a:pt x="0" y="0"/>
                  </a:lnTo>
                  <a:lnTo>
                    <a:pt x="351" y="21130"/>
                  </a:lnTo>
                  <a:lnTo>
                    <a:pt x="665169" y="21130"/>
                  </a:lnTo>
                  <a:lnTo>
                    <a:pt x="66460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1" name="object 6191" descr=""/>
            <p:cNvSpPr/>
            <p:nvPr/>
          </p:nvSpPr>
          <p:spPr>
            <a:xfrm>
              <a:off x="2136145" y="9452476"/>
              <a:ext cx="665480" cy="21590"/>
            </a:xfrm>
            <a:custGeom>
              <a:avLst/>
              <a:gdLst/>
              <a:ahLst/>
              <a:cxnLst/>
              <a:rect l="l" t="t" r="r" b="b"/>
              <a:pathLst>
                <a:path w="665480" h="21590">
                  <a:moveTo>
                    <a:pt x="664607" y="0"/>
                  </a:moveTo>
                  <a:lnTo>
                    <a:pt x="665169" y="21130"/>
                  </a:lnTo>
                  <a:lnTo>
                    <a:pt x="351" y="21130"/>
                  </a:lnTo>
                  <a:lnTo>
                    <a:pt x="0" y="0"/>
                  </a:lnTo>
                  <a:lnTo>
                    <a:pt x="664607" y="0"/>
                  </a:lnTo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92" name="object 6192" descr=""/>
            <p:cNvSpPr/>
            <p:nvPr/>
          </p:nvSpPr>
          <p:spPr>
            <a:xfrm>
              <a:off x="2063262" y="7360021"/>
              <a:ext cx="804545" cy="2747645"/>
            </a:xfrm>
            <a:custGeom>
              <a:avLst/>
              <a:gdLst/>
              <a:ahLst/>
              <a:cxnLst/>
              <a:rect l="l" t="t" r="r" b="b"/>
              <a:pathLst>
                <a:path w="804544" h="2747645">
                  <a:moveTo>
                    <a:pt x="763704" y="2747110"/>
                  </a:moveTo>
                  <a:lnTo>
                    <a:pt x="81557" y="2747110"/>
                  </a:lnTo>
                  <a:lnTo>
                    <a:pt x="78198" y="1884525"/>
                  </a:lnTo>
                  <a:lnTo>
                    <a:pt x="68582" y="1365677"/>
                  </a:lnTo>
                  <a:lnTo>
                    <a:pt x="45065" y="982376"/>
                  </a:lnTo>
                  <a:lnTo>
                    <a:pt x="0" y="526434"/>
                  </a:lnTo>
                  <a:lnTo>
                    <a:pt x="96384" y="496770"/>
                  </a:lnTo>
                  <a:lnTo>
                    <a:pt x="48197" y="107504"/>
                  </a:lnTo>
                  <a:lnTo>
                    <a:pt x="734050" y="0"/>
                  </a:lnTo>
                  <a:lnTo>
                    <a:pt x="663602" y="218726"/>
                  </a:lnTo>
                  <a:lnTo>
                    <a:pt x="804488" y="255803"/>
                  </a:lnTo>
                  <a:lnTo>
                    <a:pt x="761502" y="726047"/>
                  </a:lnTo>
                  <a:lnTo>
                    <a:pt x="738676" y="973160"/>
                  </a:lnTo>
                  <a:lnTo>
                    <a:pt x="728364" y="1078470"/>
                  </a:lnTo>
                  <a:lnTo>
                    <a:pt x="722920" y="1123306"/>
                  </a:lnTo>
                  <a:lnTo>
                    <a:pt x="722322" y="1132236"/>
                  </a:lnTo>
                  <a:lnTo>
                    <a:pt x="721912" y="1148303"/>
                  </a:lnTo>
                  <a:lnTo>
                    <a:pt x="721684" y="1171064"/>
                  </a:lnTo>
                  <a:lnTo>
                    <a:pt x="721632" y="1200074"/>
                  </a:lnTo>
                  <a:lnTo>
                    <a:pt x="721748" y="1234889"/>
                  </a:lnTo>
                  <a:lnTo>
                    <a:pt x="722025" y="1275066"/>
                  </a:lnTo>
                  <a:lnTo>
                    <a:pt x="722457" y="1320160"/>
                  </a:lnTo>
                  <a:lnTo>
                    <a:pt x="723037" y="1369727"/>
                  </a:lnTo>
                  <a:lnTo>
                    <a:pt x="723759" y="1423325"/>
                  </a:lnTo>
                  <a:lnTo>
                    <a:pt x="724615" y="1480507"/>
                  </a:lnTo>
                  <a:lnTo>
                    <a:pt x="725598" y="1540832"/>
                  </a:lnTo>
                  <a:lnTo>
                    <a:pt x="726702" y="1603854"/>
                  </a:lnTo>
                  <a:lnTo>
                    <a:pt x="727921" y="1669129"/>
                  </a:lnTo>
                  <a:lnTo>
                    <a:pt x="729246" y="1736215"/>
                  </a:lnTo>
                  <a:lnTo>
                    <a:pt x="730672" y="1804666"/>
                  </a:lnTo>
                  <a:lnTo>
                    <a:pt x="732192" y="1874039"/>
                  </a:lnTo>
                  <a:lnTo>
                    <a:pt x="733798" y="1943890"/>
                  </a:lnTo>
                  <a:lnTo>
                    <a:pt x="735485" y="2013775"/>
                  </a:lnTo>
                  <a:lnTo>
                    <a:pt x="737245" y="2083250"/>
                  </a:lnTo>
                  <a:lnTo>
                    <a:pt x="739071" y="2151871"/>
                  </a:lnTo>
                  <a:lnTo>
                    <a:pt x="740958" y="2219194"/>
                  </a:lnTo>
                  <a:lnTo>
                    <a:pt x="742897" y="2284775"/>
                  </a:lnTo>
                  <a:lnTo>
                    <a:pt x="744882" y="2348170"/>
                  </a:lnTo>
                  <a:lnTo>
                    <a:pt x="746906" y="2408935"/>
                  </a:lnTo>
                  <a:lnTo>
                    <a:pt x="748963" y="2466627"/>
                  </a:lnTo>
                  <a:lnTo>
                    <a:pt x="751046" y="2520801"/>
                  </a:lnTo>
                  <a:lnTo>
                    <a:pt x="753148" y="2571013"/>
                  </a:lnTo>
                  <a:lnTo>
                    <a:pt x="755262" y="2616819"/>
                  </a:lnTo>
                  <a:lnTo>
                    <a:pt x="757381" y="2657776"/>
                  </a:lnTo>
                  <a:lnTo>
                    <a:pt x="761609" y="2723365"/>
                  </a:lnTo>
                  <a:lnTo>
                    <a:pt x="763704" y="2747110"/>
                  </a:lnTo>
                  <a:close/>
                </a:path>
              </a:pathLst>
            </a:custGeom>
            <a:ln w="10470">
              <a:solidFill>
                <a:srgbClr val="007B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193" name="object 6193" descr=""/>
          <p:cNvSpPr txBox="1"/>
          <p:nvPr/>
        </p:nvSpPr>
        <p:spPr>
          <a:xfrm>
            <a:off x="624158" y="728636"/>
            <a:ext cx="1838325" cy="2895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700">
                <a:latin typeface="Open Sans"/>
                <a:cs typeface="Open Sans"/>
              </a:rPr>
              <a:t>Doha</a:t>
            </a:r>
            <a:r>
              <a:rPr dirty="0" sz="1700" spc="45">
                <a:latin typeface="Open Sans"/>
                <a:cs typeface="Open Sans"/>
              </a:rPr>
              <a:t> </a:t>
            </a:r>
            <a:r>
              <a:rPr dirty="0" sz="1700" spc="-10">
                <a:latin typeface="Open Sans"/>
                <a:cs typeface="Open Sans"/>
              </a:rPr>
              <a:t>skyscrapers</a:t>
            </a:r>
            <a:endParaRPr sz="1700">
              <a:latin typeface="Open Sans"/>
              <a:cs typeface="Open Sans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0" y="1903370"/>
            <a:ext cx="20104100" cy="5594985"/>
            <a:chOff x="0" y="1903370"/>
            <a:chExt cx="20104100" cy="5594985"/>
          </a:xfrm>
        </p:grpSpPr>
        <p:sp>
          <p:nvSpPr>
            <p:cNvPr id="3" name="object 3" descr=""/>
            <p:cNvSpPr/>
            <p:nvPr/>
          </p:nvSpPr>
          <p:spPr>
            <a:xfrm>
              <a:off x="0" y="4989439"/>
              <a:ext cx="20104100" cy="2508885"/>
            </a:xfrm>
            <a:custGeom>
              <a:avLst/>
              <a:gdLst/>
              <a:ahLst/>
              <a:cxnLst/>
              <a:rect l="l" t="t" r="r" b="b"/>
              <a:pathLst>
                <a:path w="20104100" h="2508884">
                  <a:moveTo>
                    <a:pt x="20104099" y="0"/>
                  </a:moveTo>
                  <a:lnTo>
                    <a:pt x="0" y="0"/>
                  </a:lnTo>
                  <a:lnTo>
                    <a:pt x="0" y="2508394"/>
                  </a:lnTo>
                  <a:lnTo>
                    <a:pt x="20104099" y="2508394"/>
                  </a:lnTo>
                  <a:lnTo>
                    <a:pt x="20104099" y="0"/>
                  </a:lnTo>
                  <a:close/>
                </a:path>
              </a:pathLst>
            </a:custGeom>
            <a:solidFill>
              <a:srgbClr val="9DDC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0" y="2034660"/>
              <a:ext cx="20104100" cy="2956560"/>
            </a:xfrm>
            <a:custGeom>
              <a:avLst/>
              <a:gdLst/>
              <a:ahLst/>
              <a:cxnLst/>
              <a:rect l="l" t="t" r="r" b="b"/>
              <a:pathLst>
                <a:path w="20104100" h="2956560">
                  <a:moveTo>
                    <a:pt x="20104088" y="667613"/>
                  </a:moveTo>
                  <a:lnTo>
                    <a:pt x="20070852" y="632866"/>
                  </a:lnTo>
                  <a:lnTo>
                    <a:pt x="20036829" y="598881"/>
                  </a:lnTo>
                  <a:lnTo>
                    <a:pt x="20002043" y="565683"/>
                  </a:lnTo>
                  <a:lnTo>
                    <a:pt x="19966509" y="533273"/>
                  </a:lnTo>
                  <a:lnTo>
                    <a:pt x="19930225" y="501675"/>
                  </a:lnTo>
                  <a:lnTo>
                    <a:pt x="19893230" y="470903"/>
                  </a:lnTo>
                  <a:lnTo>
                    <a:pt x="19855523" y="440969"/>
                  </a:lnTo>
                  <a:lnTo>
                    <a:pt x="19817119" y="411886"/>
                  </a:lnTo>
                  <a:lnTo>
                    <a:pt x="19778041" y="383667"/>
                  </a:lnTo>
                  <a:lnTo>
                    <a:pt x="19738290" y="356336"/>
                  </a:lnTo>
                  <a:lnTo>
                    <a:pt x="19697891" y="329895"/>
                  </a:lnTo>
                  <a:lnTo>
                    <a:pt x="19656857" y="304368"/>
                  </a:lnTo>
                  <a:lnTo>
                    <a:pt x="19615201" y="279768"/>
                  </a:lnTo>
                  <a:lnTo>
                    <a:pt x="19572936" y="256095"/>
                  </a:lnTo>
                  <a:lnTo>
                    <a:pt x="19530073" y="233387"/>
                  </a:lnTo>
                  <a:lnTo>
                    <a:pt x="19486626" y="211645"/>
                  </a:lnTo>
                  <a:lnTo>
                    <a:pt x="19442621" y="190881"/>
                  </a:lnTo>
                  <a:lnTo>
                    <a:pt x="19398069" y="171119"/>
                  </a:lnTo>
                  <a:lnTo>
                    <a:pt x="19352972" y="152374"/>
                  </a:lnTo>
                  <a:lnTo>
                    <a:pt x="19307353" y="134645"/>
                  </a:lnTo>
                  <a:lnTo>
                    <a:pt x="19261227" y="117957"/>
                  </a:lnTo>
                  <a:lnTo>
                    <a:pt x="19214605" y="102323"/>
                  </a:lnTo>
                  <a:lnTo>
                    <a:pt x="19167514" y="87757"/>
                  </a:lnTo>
                  <a:lnTo>
                    <a:pt x="19119952" y="74269"/>
                  </a:lnTo>
                  <a:lnTo>
                    <a:pt x="19071933" y="61887"/>
                  </a:lnTo>
                  <a:lnTo>
                    <a:pt x="19023483" y="50609"/>
                  </a:lnTo>
                  <a:lnTo>
                    <a:pt x="18974613" y="40462"/>
                  </a:lnTo>
                  <a:lnTo>
                    <a:pt x="18925324" y="31457"/>
                  </a:lnTo>
                  <a:lnTo>
                    <a:pt x="18875655" y="23596"/>
                  </a:lnTo>
                  <a:lnTo>
                    <a:pt x="18825591" y="16916"/>
                  </a:lnTo>
                  <a:lnTo>
                    <a:pt x="18775172" y="11404"/>
                  </a:lnTo>
                  <a:lnTo>
                    <a:pt x="18724398" y="7112"/>
                  </a:lnTo>
                  <a:lnTo>
                    <a:pt x="18673293" y="4013"/>
                  </a:lnTo>
                  <a:lnTo>
                    <a:pt x="18621871" y="2146"/>
                  </a:lnTo>
                  <a:lnTo>
                    <a:pt x="18570131" y="1524"/>
                  </a:lnTo>
                  <a:lnTo>
                    <a:pt x="18521934" y="2070"/>
                  </a:lnTo>
                  <a:lnTo>
                    <a:pt x="18474017" y="3683"/>
                  </a:lnTo>
                  <a:lnTo>
                    <a:pt x="18426367" y="6362"/>
                  </a:lnTo>
                  <a:lnTo>
                    <a:pt x="18379009" y="10109"/>
                  </a:lnTo>
                  <a:lnTo>
                    <a:pt x="18331955" y="14884"/>
                  </a:lnTo>
                  <a:lnTo>
                    <a:pt x="18285206" y="20688"/>
                  </a:lnTo>
                  <a:lnTo>
                    <a:pt x="18238775" y="27520"/>
                  </a:lnTo>
                  <a:lnTo>
                    <a:pt x="18192687" y="35356"/>
                  </a:lnTo>
                  <a:lnTo>
                    <a:pt x="18146954" y="44183"/>
                  </a:lnTo>
                  <a:lnTo>
                    <a:pt x="18101564" y="54000"/>
                  </a:lnTo>
                  <a:lnTo>
                    <a:pt x="18056556" y="64782"/>
                  </a:lnTo>
                  <a:lnTo>
                    <a:pt x="18011928" y="76530"/>
                  </a:lnTo>
                  <a:lnTo>
                    <a:pt x="17967694" y="89230"/>
                  </a:lnTo>
                  <a:lnTo>
                    <a:pt x="17923853" y="102857"/>
                  </a:lnTo>
                  <a:lnTo>
                    <a:pt x="17880445" y="117411"/>
                  </a:lnTo>
                  <a:lnTo>
                    <a:pt x="17837455" y="132892"/>
                  </a:lnTo>
                  <a:lnTo>
                    <a:pt x="17794897" y="149263"/>
                  </a:lnTo>
                  <a:lnTo>
                    <a:pt x="17752797" y="166535"/>
                  </a:lnTo>
                  <a:lnTo>
                    <a:pt x="17711166" y="184683"/>
                  </a:lnTo>
                  <a:lnTo>
                    <a:pt x="17670006" y="203695"/>
                  </a:lnTo>
                  <a:lnTo>
                    <a:pt x="17629328" y="223570"/>
                  </a:lnTo>
                  <a:lnTo>
                    <a:pt x="17589145" y="244284"/>
                  </a:lnTo>
                  <a:lnTo>
                    <a:pt x="17549483" y="265836"/>
                  </a:lnTo>
                  <a:lnTo>
                    <a:pt x="17510329" y="288201"/>
                  </a:lnTo>
                  <a:lnTo>
                    <a:pt x="17471721" y="311391"/>
                  </a:lnTo>
                  <a:lnTo>
                    <a:pt x="17433646" y="335368"/>
                  </a:lnTo>
                  <a:lnTo>
                    <a:pt x="17396130" y="360133"/>
                  </a:lnTo>
                  <a:lnTo>
                    <a:pt x="17359173" y="385673"/>
                  </a:lnTo>
                  <a:lnTo>
                    <a:pt x="17322800" y="411975"/>
                  </a:lnTo>
                  <a:lnTo>
                    <a:pt x="17287024" y="439039"/>
                  </a:lnTo>
                  <a:lnTo>
                    <a:pt x="17251833" y="466839"/>
                  </a:lnTo>
                  <a:lnTo>
                    <a:pt x="17217276" y="495363"/>
                  </a:lnTo>
                  <a:lnTo>
                    <a:pt x="17183329" y="524611"/>
                  </a:lnTo>
                  <a:lnTo>
                    <a:pt x="17150017" y="554558"/>
                  </a:lnTo>
                  <a:lnTo>
                    <a:pt x="17117365" y="585203"/>
                  </a:lnTo>
                  <a:lnTo>
                    <a:pt x="17085361" y="616534"/>
                  </a:lnTo>
                  <a:lnTo>
                    <a:pt x="17054030" y="648538"/>
                  </a:lnTo>
                  <a:lnTo>
                    <a:pt x="17023385" y="681189"/>
                  </a:lnTo>
                  <a:lnTo>
                    <a:pt x="16993439" y="714502"/>
                  </a:lnTo>
                  <a:lnTo>
                    <a:pt x="16964190" y="748436"/>
                  </a:lnTo>
                  <a:lnTo>
                    <a:pt x="16935666" y="783005"/>
                  </a:lnTo>
                  <a:lnTo>
                    <a:pt x="16907866" y="818184"/>
                  </a:lnTo>
                  <a:lnTo>
                    <a:pt x="16880815" y="853973"/>
                  </a:lnTo>
                  <a:lnTo>
                    <a:pt x="16854501" y="890346"/>
                  </a:lnTo>
                  <a:lnTo>
                    <a:pt x="16828961" y="927303"/>
                  </a:lnTo>
                  <a:lnTo>
                    <a:pt x="16804196" y="964819"/>
                  </a:lnTo>
                  <a:lnTo>
                    <a:pt x="16780218" y="1002893"/>
                  </a:lnTo>
                  <a:lnTo>
                    <a:pt x="16757028" y="1041501"/>
                  </a:lnTo>
                  <a:lnTo>
                    <a:pt x="16734663" y="1080655"/>
                  </a:lnTo>
                  <a:lnTo>
                    <a:pt x="16713111" y="1120317"/>
                  </a:lnTo>
                  <a:lnTo>
                    <a:pt x="16698189" y="1149261"/>
                  </a:lnTo>
                  <a:lnTo>
                    <a:pt x="16687991" y="1143965"/>
                  </a:lnTo>
                  <a:lnTo>
                    <a:pt x="16647338" y="1124343"/>
                  </a:lnTo>
                  <a:lnTo>
                    <a:pt x="16606063" y="1105839"/>
                  </a:lnTo>
                  <a:lnTo>
                    <a:pt x="16564178" y="1088466"/>
                  </a:lnTo>
                  <a:lnTo>
                    <a:pt x="16521710" y="1072273"/>
                  </a:lnTo>
                  <a:lnTo>
                    <a:pt x="16478669" y="1057249"/>
                  </a:lnTo>
                  <a:lnTo>
                    <a:pt x="16435070" y="1043432"/>
                  </a:lnTo>
                  <a:lnTo>
                    <a:pt x="16390950" y="1030846"/>
                  </a:lnTo>
                  <a:lnTo>
                    <a:pt x="16346323" y="1019492"/>
                  </a:lnTo>
                  <a:lnTo>
                    <a:pt x="16301212" y="1009396"/>
                  </a:lnTo>
                  <a:lnTo>
                    <a:pt x="16255619" y="1000582"/>
                  </a:lnTo>
                  <a:lnTo>
                    <a:pt x="16209582" y="993076"/>
                  </a:lnTo>
                  <a:lnTo>
                    <a:pt x="16163100" y="986891"/>
                  </a:lnTo>
                  <a:lnTo>
                    <a:pt x="16116224" y="982040"/>
                  </a:lnTo>
                  <a:lnTo>
                    <a:pt x="16068955" y="978560"/>
                  </a:lnTo>
                  <a:lnTo>
                    <a:pt x="16021304" y="976452"/>
                  </a:lnTo>
                  <a:lnTo>
                    <a:pt x="15973311" y="975741"/>
                  </a:lnTo>
                  <a:lnTo>
                    <a:pt x="15925318" y="976452"/>
                  </a:lnTo>
                  <a:lnTo>
                    <a:pt x="15877680" y="978560"/>
                  </a:lnTo>
                  <a:lnTo>
                    <a:pt x="15830398" y="982040"/>
                  </a:lnTo>
                  <a:lnTo>
                    <a:pt x="15783522" y="986891"/>
                  </a:lnTo>
                  <a:lnTo>
                    <a:pt x="15737053" y="993076"/>
                  </a:lnTo>
                  <a:lnTo>
                    <a:pt x="15691015" y="1000582"/>
                  </a:lnTo>
                  <a:lnTo>
                    <a:pt x="15645422" y="1009396"/>
                  </a:lnTo>
                  <a:lnTo>
                    <a:pt x="15600299" y="1019492"/>
                  </a:lnTo>
                  <a:lnTo>
                    <a:pt x="15555671" y="1030846"/>
                  </a:lnTo>
                  <a:lnTo>
                    <a:pt x="15511552" y="1043432"/>
                  </a:lnTo>
                  <a:lnTo>
                    <a:pt x="15467953" y="1057249"/>
                  </a:lnTo>
                  <a:lnTo>
                    <a:pt x="15424912" y="1072273"/>
                  </a:lnTo>
                  <a:lnTo>
                    <a:pt x="15382443" y="1088466"/>
                  </a:lnTo>
                  <a:lnTo>
                    <a:pt x="15340559" y="1105839"/>
                  </a:lnTo>
                  <a:lnTo>
                    <a:pt x="15299284" y="1124343"/>
                  </a:lnTo>
                  <a:lnTo>
                    <a:pt x="15258644" y="1143965"/>
                  </a:lnTo>
                  <a:lnTo>
                    <a:pt x="15218639" y="1164704"/>
                  </a:lnTo>
                  <a:lnTo>
                    <a:pt x="15179307" y="1186522"/>
                  </a:lnTo>
                  <a:lnTo>
                    <a:pt x="15140674" y="1209395"/>
                  </a:lnTo>
                  <a:lnTo>
                    <a:pt x="15102739" y="1233322"/>
                  </a:lnTo>
                  <a:lnTo>
                    <a:pt x="15065528" y="1258265"/>
                  </a:lnTo>
                  <a:lnTo>
                    <a:pt x="15029066" y="1284224"/>
                  </a:lnTo>
                  <a:lnTo>
                    <a:pt x="14993366" y="1311160"/>
                  </a:lnTo>
                  <a:lnTo>
                    <a:pt x="14958467" y="1339062"/>
                  </a:lnTo>
                  <a:lnTo>
                    <a:pt x="14924367" y="1367904"/>
                  </a:lnTo>
                  <a:lnTo>
                    <a:pt x="14891093" y="1397685"/>
                  </a:lnTo>
                  <a:lnTo>
                    <a:pt x="14858657" y="1428356"/>
                  </a:lnTo>
                  <a:lnTo>
                    <a:pt x="14827098" y="1459915"/>
                  </a:lnTo>
                  <a:lnTo>
                    <a:pt x="14796415" y="1492351"/>
                  </a:lnTo>
                  <a:lnTo>
                    <a:pt x="14766646" y="1525625"/>
                  </a:lnTo>
                  <a:lnTo>
                    <a:pt x="14737804" y="1559725"/>
                  </a:lnTo>
                  <a:lnTo>
                    <a:pt x="14709902" y="1594624"/>
                  </a:lnTo>
                  <a:lnTo>
                    <a:pt x="14682965" y="1630324"/>
                  </a:lnTo>
                  <a:lnTo>
                    <a:pt x="14657007" y="1666786"/>
                  </a:lnTo>
                  <a:lnTo>
                    <a:pt x="14632064" y="1703997"/>
                  </a:lnTo>
                  <a:lnTo>
                    <a:pt x="14608137" y="1741932"/>
                  </a:lnTo>
                  <a:lnTo>
                    <a:pt x="14585264" y="1780565"/>
                  </a:lnTo>
                  <a:lnTo>
                    <a:pt x="14563446" y="1819897"/>
                  </a:lnTo>
                  <a:lnTo>
                    <a:pt x="14542707" y="1859902"/>
                  </a:lnTo>
                  <a:lnTo>
                    <a:pt x="14523085" y="1900542"/>
                  </a:lnTo>
                  <a:lnTo>
                    <a:pt x="14504569" y="1941817"/>
                  </a:lnTo>
                  <a:lnTo>
                    <a:pt x="14487208" y="1983701"/>
                  </a:lnTo>
                  <a:lnTo>
                    <a:pt x="14471015" y="2026183"/>
                  </a:lnTo>
                  <a:lnTo>
                    <a:pt x="14455991" y="2069223"/>
                  </a:lnTo>
                  <a:lnTo>
                    <a:pt x="14442173" y="2112810"/>
                  </a:lnTo>
                  <a:lnTo>
                    <a:pt x="14429575" y="2156930"/>
                  </a:lnTo>
                  <a:lnTo>
                    <a:pt x="14418221" y="2201557"/>
                  </a:lnTo>
                  <a:lnTo>
                    <a:pt x="14409001" y="2242782"/>
                  </a:lnTo>
                  <a:lnTo>
                    <a:pt x="14388478" y="2235009"/>
                  </a:lnTo>
                  <a:lnTo>
                    <a:pt x="14343494" y="2219896"/>
                  </a:lnTo>
                  <a:lnTo>
                    <a:pt x="14297787" y="2206434"/>
                  </a:lnTo>
                  <a:lnTo>
                    <a:pt x="14251394" y="2194649"/>
                  </a:lnTo>
                  <a:lnTo>
                    <a:pt x="14204328" y="2184590"/>
                  </a:lnTo>
                  <a:lnTo>
                    <a:pt x="14156639" y="2176272"/>
                  </a:lnTo>
                  <a:lnTo>
                    <a:pt x="14108367" y="2169744"/>
                  </a:lnTo>
                  <a:lnTo>
                    <a:pt x="14059522" y="2165032"/>
                  </a:lnTo>
                  <a:lnTo>
                    <a:pt x="14010170" y="2162187"/>
                  </a:lnTo>
                  <a:lnTo>
                    <a:pt x="13960323" y="2161235"/>
                  </a:lnTo>
                  <a:lnTo>
                    <a:pt x="13910475" y="2162187"/>
                  </a:lnTo>
                  <a:lnTo>
                    <a:pt x="13861123" y="2165032"/>
                  </a:lnTo>
                  <a:lnTo>
                    <a:pt x="13812279" y="2169744"/>
                  </a:lnTo>
                  <a:lnTo>
                    <a:pt x="13764006" y="2176272"/>
                  </a:lnTo>
                  <a:lnTo>
                    <a:pt x="13716318" y="2184590"/>
                  </a:lnTo>
                  <a:lnTo>
                    <a:pt x="13669251" y="2194649"/>
                  </a:lnTo>
                  <a:lnTo>
                    <a:pt x="13622858" y="2206434"/>
                  </a:lnTo>
                  <a:lnTo>
                    <a:pt x="13577151" y="2219896"/>
                  </a:lnTo>
                  <a:lnTo>
                    <a:pt x="13532168" y="2235009"/>
                  </a:lnTo>
                  <a:lnTo>
                    <a:pt x="13487959" y="2251735"/>
                  </a:lnTo>
                  <a:lnTo>
                    <a:pt x="13444550" y="2270036"/>
                  </a:lnTo>
                  <a:lnTo>
                    <a:pt x="13401980" y="2289873"/>
                  </a:lnTo>
                  <a:lnTo>
                    <a:pt x="13360286" y="2311222"/>
                  </a:lnTo>
                  <a:lnTo>
                    <a:pt x="13319481" y="2334044"/>
                  </a:lnTo>
                  <a:lnTo>
                    <a:pt x="13279628" y="2358288"/>
                  </a:lnTo>
                  <a:lnTo>
                    <a:pt x="13240753" y="2383942"/>
                  </a:lnTo>
                  <a:lnTo>
                    <a:pt x="13202882" y="2410968"/>
                  </a:lnTo>
                  <a:lnTo>
                    <a:pt x="13166052" y="2439314"/>
                  </a:lnTo>
                  <a:lnTo>
                    <a:pt x="13155105" y="2448395"/>
                  </a:lnTo>
                  <a:lnTo>
                    <a:pt x="13133629" y="2434831"/>
                  </a:lnTo>
                  <a:lnTo>
                    <a:pt x="13091986" y="2410701"/>
                  </a:lnTo>
                  <a:lnTo>
                    <a:pt x="13072529" y="2400401"/>
                  </a:lnTo>
                  <a:lnTo>
                    <a:pt x="13060871" y="2357196"/>
                  </a:lnTo>
                  <a:lnTo>
                    <a:pt x="13047625" y="2313025"/>
                  </a:lnTo>
                  <a:lnTo>
                    <a:pt x="13033223" y="2269388"/>
                  </a:lnTo>
                  <a:lnTo>
                    <a:pt x="13017691" y="2226272"/>
                  </a:lnTo>
                  <a:lnTo>
                    <a:pt x="13001028" y="2183701"/>
                  </a:lnTo>
                  <a:lnTo>
                    <a:pt x="12983261" y="2141702"/>
                  </a:lnTo>
                  <a:lnTo>
                    <a:pt x="12964414" y="2100287"/>
                  </a:lnTo>
                  <a:lnTo>
                    <a:pt x="12944501" y="2059470"/>
                  </a:lnTo>
                  <a:lnTo>
                    <a:pt x="12923533" y="2019287"/>
                  </a:lnTo>
                  <a:lnTo>
                    <a:pt x="12901524" y="1979726"/>
                  </a:lnTo>
                  <a:lnTo>
                    <a:pt x="12878511" y="1940839"/>
                  </a:lnTo>
                  <a:lnTo>
                    <a:pt x="12854496" y="1902612"/>
                  </a:lnTo>
                  <a:lnTo>
                    <a:pt x="12829502" y="1865083"/>
                  </a:lnTo>
                  <a:lnTo>
                    <a:pt x="12803543" y="1828266"/>
                  </a:lnTo>
                  <a:lnTo>
                    <a:pt x="12776657" y="1792173"/>
                  </a:lnTo>
                  <a:lnTo>
                    <a:pt x="12748832" y="1756841"/>
                  </a:lnTo>
                  <a:lnTo>
                    <a:pt x="12720104" y="1722259"/>
                  </a:lnTo>
                  <a:lnTo>
                    <a:pt x="12690488" y="1688465"/>
                  </a:lnTo>
                  <a:lnTo>
                    <a:pt x="12659995" y="1655457"/>
                  </a:lnTo>
                  <a:lnTo>
                    <a:pt x="12628651" y="1623275"/>
                  </a:lnTo>
                  <a:lnTo>
                    <a:pt x="12596470" y="1591932"/>
                  </a:lnTo>
                  <a:lnTo>
                    <a:pt x="12563475" y="1561452"/>
                  </a:lnTo>
                  <a:lnTo>
                    <a:pt x="12529668" y="1531823"/>
                  </a:lnTo>
                  <a:lnTo>
                    <a:pt x="12495098" y="1503095"/>
                  </a:lnTo>
                  <a:lnTo>
                    <a:pt x="12459754" y="1475282"/>
                  </a:lnTo>
                  <a:lnTo>
                    <a:pt x="12423661" y="1448384"/>
                  </a:lnTo>
                  <a:lnTo>
                    <a:pt x="12386843" y="1422425"/>
                  </a:lnTo>
                  <a:lnTo>
                    <a:pt x="12349315" y="1397431"/>
                  </a:lnTo>
                  <a:lnTo>
                    <a:pt x="12311088" y="1373416"/>
                  </a:lnTo>
                  <a:lnTo>
                    <a:pt x="12272201" y="1350403"/>
                  </a:lnTo>
                  <a:lnTo>
                    <a:pt x="12232640" y="1328407"/>
                  </a:lnTo>
                  <a:lnTo>
                    <a:pt x="12192457" y="1307426"/>
                  </a:lnTo>
                  <a:lnTo>
                    <a:pt x="12151639" y="1287513"/>
                  </a:lnTo>
                  <a:lnTo>
                    <a:pt x="12110225" y="1268666"/>
                  </a:lnTo>
                  <a:lnTo>
                    <a:pt x="12068226" y="1250899"/>
                  </a:lnTo>
                  <a:lnTo>
                    <a:pt x="12025668" y="1234236"/>
                  </a:lnTo>
                  <a:lnTo>
                    <a:pt x="11982552" y="1218704"/>
                  </a:lnTo>
                  <a:lnTo>
                    <a:pt x="11938902" y="1204302"/>
                  </a:lnTo>
                  <a:lnTo>
                    <a:pt x="11894744" y="1191069"/>
                  </a:lnTo>
                  <a:lnTo>
                    <a:pt x="11850078" y="1179004"/>
                  </a:lnTo>
                  <a:lnTo>
                    <a:pt x="11804942" y="1168133"/>
                  </a:lnTo>
                  <a:lnTo>
                    <a:pt x="11759349" y="1158468"/>
                  </a:lnTo>
                  <a:lnTo>
                    <a:pt x="11713324" y="1150048"/>
                  </a:lnTo>
                  <a:lnTo>
                    <a:pt x="11666855" y="1142860"/>
                  </a:lnTo>
                  <a:lnTo>
                    <a:pt x="11619992" y="1136954"/>
                  </a:lnTo>
                  <a:lnTo>
                    <a:pt x="11572735" y="1132319"/>
                  </a:lnTo>
                  <a:lnTo>
                    <a:pt x="11525123" y="1128991"/>
                  </a:lnTo>
                  <a:lnTo>
                    <a:pt x="11477142" y="1126972"/>
                  </a:lnTo>
                  <a:lnTo>
                    <a:pt x="11428832" y="1126299"/>
                  </a:lnTo>
                  <a:lnTo>
                    <a:pt x="11380521" y="1126972"/>
                  </a:lnTo>
                  <a:lnTo>
                    <a:pt x="11332540" y="1128991"/>
                  </a:lnTo>
                  <a:lnTo>
                    <a:pt x="11284928" y="1132319"/>
                  </a:lnTo>
                  <a:lnTo>
                    <a:pt x="11237671" y="1136954"/>
                  </a:lnTo>
                  <a:lnTo>
                    <a:pt x="11190808" y="1142860"/>
                  </a:lnTo>
                  <a:lnTo>
                    <a:pt x="11144339" y="1150048"/>
                  </a:lnTo>
                  <a:lnTo>
                    <a:pt x="11098314" y="1158468"/>
                  </a:lnTo>
                  <a:lnTo>
                    <a:pt x="11052721" y="1168133"/>
                  </a:lnTo>
                  <a:lnTo>
                    <a:pt x="11007585" y="1179004"/>
                  </a:lnTo>
                  <a:lnTo>
                    <a:pt x="10962932" y="1191069"/>
                  </a:lnTo>
                  <a:lnTo>
                    <a:pt x="10918762" y="1204302"/>
                  </a:lnTo>
                  <a:lnTo>
                    <a:pt x="10875124" y="1218704"/>
                  </a:lnTo>
                  <a:lnTo>
                    <a:pt x="10832008" y="1234236"/>
                  </a:lnTo>
                  <a:lnTo>
                    <a:pt x="10789437" y="1250899"/>
                  </a:lnTo>
                  <a:lnTo>
                    <a:pt x="10747439" y="1268666"/>
                  </a:lnTo>
                  <a:lnTo>
                    <a:pt x="10706024" y="1287513"/>
                  </a:lnTo>
                  <a:lnTo>
                    <a:pt x="10665206" y="1307426"/>
                  </a:lnTo>
                  <a:lnTo>
                    <a:pt x="10625023" y="1328407"/>
                  </a:lnTo>
                  <a:lnTo>
                    <a:pt x="10585463" y="1350403"/>
                  </a:lnTo>
                  <a:lnTo>
                    <a:pt x="10546575" y="1373416"/>
                  </a:lnTo>
                  <a:lnTo>
                    <a:pt x="10508348" y="1397431"/>
                  </a:lnTo>
                  <a:lnTo>
                    <a:pt x="10470820" y="1422425"/>
                  </a:lnTo>
                  <a:lnTo>
                    <a:pt x="10434002" y="1448384"/>
                  </a:lnTo>
                  <a:lnTo>
                    <a:pt x="10397922" y="1475282"/>
                  </a:lnTo>
                  <a:lnTo>
                    <a:pt x="10362578" y="1503095"/>
                  </a:lnTo>
                  <a:lnTo>
                    <a:pt x="10327996" y="1531823"/>
                  </a:lnTo>
                  <a:lnTo>
                    <a:pt x="10294201" y="1561452"/>
                  </a:lnTo>
                  <a:lnTo>
                    <a:pt x="10261206" y="1591932"/>
                  </a:lnTo>
                  <a:lnTo>
                    <a:pt x="10229024" y="1623275"/>
                  </a:lnTo>
                  <a:lnTo>
                    <a:pt x="10197681" y="1655457"/>
                  </a:lnTo>
                  <a:lnTo>
                    <a:pt x="10167188" y="1688465"/>
                  </a:lnTo>
                  <a:lnTo>
                    <a:pt x="10137572" y="1722259"/>
                  </a:lnTo>
                  <a:lnTo>
                    <a:pt x="10108844" y="1756841"/>
                  </a:lnTo>
                  <a:lnTo>
                    <a:pt x="10081019" y="1792173"/>
                  </a:lnTo>
                  <a:lnTo>
                    <a:pt x="10054120" y="1828266"/>
                  </a:lnTo>
                  <a:lnTo>
                    <a:pt x="10028174" y="1865083"/>
                  </a:lnTo>
                  <a:lnTo>
                    <a:pt x="10003180" y="1902612"/>
                  </a:lnTo>
                  <a:lnTo>
                    <a:pt x="9979165" y="1940839"/>
                  </a:lnTo>
                  <a:lnTo>
                    <a:pt x="9956140" y="1979726"/>
                  </a:lnTo>
                  <a:lnTo>
                    <a:pt x="9934143" y="2019287"/>
                  </a:lnTo>
                  <a:lnTo>
                    <a:pt x="9913175" y="2059470"/>
                  </a:lnTo>
                  <a:lnTo>
                    <a:pt x="9893262" y="2100287"/>
                  </a:lnTo>
                  <a:lnTo>
                    <a:pt x="9874402" y="2141702"/>
                  </a:lnTo>
                  <a:lnTo>
                    <a:pt x="9856648" y="2183701"/>
                  </a:lnTo>
                  <a:lnTo>
                    <a:pt x="9839985" y="2226272"/>
                  </a:lnTo>
                  <a:lnTo>
                    <a:pt x="9824441" y="2269388"/>
                  </a:lnTo>
                  <a:lnTo>
                    <a:pt x="9810051" y="2313025"/>
                  </a:lnTo>
                  <a:lnTo>
                    <a:pt x="9796805" y="2357196"/>
                  </a:lnTo>
                  <a:lnTo>
                    <a:pt x="9784740" y="2401849"/>
                  </a:lnTo>
                  <a:lnTo>
                    <a:pt x="9773882" y="2446985"/>
                  </a:lnTo>
                  <a:lnTo>
                    <a:pt x="9765703" y="2485529"/>
                  </a:lnTo>
                  <a:lnTo>
                    <a:pt x="9764725" y="2484780"/>
                  </a:lnTo>
                  <a:lnTo>
                    <a:pt x="9725825" y="2457881"/>
                  </a:lnTo>
                  <a:lnTo>
                    <a:pt x="9685820" y="2432545"/>
                  </a:lnTo>
                  <a:lnTo>
                    <a:pt x="9644723" y="2408809"/>
                  </a:lnTo>
                  <a:lnTo>
                    <a:pt x="9602597" y="2386711"/>
                  </a:lnTo>
                  <a:lnTo>
                    <a:pt x="9559480" y="2366314"/>
                  </a:lnTo>
                  <a:lnTo>
                    <a:pt x="9515411" y="2347645"/>
                  </a:lnTo>
                  <a:lnTo>
                    <a:pt x="9470441" y="2330754"/>
                  </a:lnTo>
                  <a:lnTo>
                    <a:pt x="9424619" y="2315692"/>
                  </a:lnTo>
                  <a:lnTo>
                    <a:pt x="9377972" y="2302497"/>
                  </a:lnTo>
                  <a:lnTo>
                    <a:pt x="9330563" y="2291207"/>
                  </a:lnTo>
                  <a:lnTo>
                    <a:pt x="9282417" y="2281872"/>
                  </a:lnTo>
                  <a:lnTo>
                    <a:pt x="9233598" y="2274532"/>
                  </a:lnTo>
                  <a:lnTo>
                    <a:pt x="9184132" y="2269236"/>
                  </a:lnTo>
                  <a:lnTo>
                    <a:pt x="9134069" y="2266023"/>
                  </a:lnTo>
                  <a:lnTo>
                    <a:pt x="9083446" y="2264943"/>
                  </a:lnTo>
                  <a:lnTo>
                    <a:pt x="9032824" y="2266023"/>
                  </a:lnTo>
                  <a:lnTo>
                    <a:pt x="8982761" y="2269236"/>
                  </a:lnTo>
                  <a:lnTo>
                    <a:pt x="8933294" y="2274532"/>
                  </a:lnTo>
                  <a:lnTo>
                    <a:pt x="8884475" y="2281872"/>
                  </a:lnTo>
                  <a:lnTo>
                    <a:pt x="8836330" y="2291207"/>
                  </a:lnTo>
                  <a:lnTo>
                    <a:pt x="8788921" y="2302497"/>
                  </a:lnTo>
                  <a:lnTo>
                    <a:pt x="8742274" y="2315692"/>
                  </a:lnTo>
                  <a:lnTo>
                    <a:pt x="8696452" y="2330754"/>
                  </a:lnTo>
                  <a:lnTo>
                    <a:pt x="8651481" y="2347645"/>
                  </a:lnTo>
                  <a:lnTo>
                    <a:pt x="8607412" y="2366314"/>
                  </a:lnTo>
                  <a:lnTo>
                    <a:pt x="8564296" y="2386711"/>
                  </a:lnTo>
                  <a:lnTo>
                    <a:pt x="8522170" y="2408809"/>
                  </a:lnTo>
                  <a:lnTo>
                    <a:pt x="8481073" y="2432545"/>
                  </a:lnTo>
                  <a:lnTo>
                    <a:pt x="8441055" y="2457881"/>
                  </a:lnTo>
                  <a:lnTo>
                    <a:pt x="8402167" y="2484780"/>
                  </a:lnTo>
                  <a:lnTo>
                    <a:pt x="8383664" y="2498725"/>
                  </a:lnTo>
                  <a:lnTo>
                    <a:pt x="8366582" y="2486050"/>
                  </a:lnTo>
                  <a:lnTo>
                    <a:pt x="8327009" y="2458936"/>
                  </a:lnTo>
                  <a:lnTo>
                    <a:pt x="8286369" y="2433307"/>
                  </a:lnTo>
                  <a:lnTo>
                    <a:pt x="8244726" y="2409177"/>
                  </a:lnTo>
                  <a:lnTo>
                    <a:pt x="8202104" y="2386596"/>
                  </a:lnTo>
                  <a:lnTo>
                    <a:pt x="8158543" y="2365603"/>
                  </a:lnTo>
                  <a:lnTo>
                    <a:pt x="8114093" y="2346223"/>
                  </a:lnTo>
                  <a:lnTo>
                    <a:pt x="8068767" y="2328519"/>
                  </a:lnTo>
                  <a:lnTo>
                    <a:pt x="8022628" y="2312517"/>
                  </a:lnTo>
                  <a:lnTo>
                    <a:pt x="7975701" y="2298242"/>
                  </a:lnTo>
                  <a:lnTo>
                    <a:pt x="7928026" y="2285758"/>
                  </a:lnTo>
                  <a:lnTo>
                    <a:pt x="7879639" y="2275078"/>
                  </a:lnTo>
                  <a:lnTo>
                    <a:pt x="7830579" y="2266264"/>
                  </a:lnTo>
                  <a:lnTo>
                    <a:pt x="7780896" y="2259330"/>
                  </a:lnTo>
                  <a:lnTo>
                    <a:pt x="7730617" y="2254339"/>
                  </a:lnTo>
                  <a:lnTo>
                    <a:pt x="7679779" y="2251316"/>
                  </a:lnTo>
                  <a:lnTo>
                    <a:pt x="7628420" y="2250300"/>
                  </a:lnTo>
                  <a:lnTo>
                    <a:pt x="7577061" y="2251316"/>
                  </a:lnTo>
                  <a:lnTo>
                    <a:pt x="7526223" y="2254339"/>
                  </a:lnTo>
                  <a:lnTo>
                    <a:pt x="7475944" y="2259330"/>
                  </a:lnTo>
                  <a:lnTo>
                    <a:pt x="7426249" y="2266264"/>
                  </a:lnTo>
                  <a:lnTo>
                    <a:pt x="7377201" y="2275078"/>
                  </a:lnTo>
                  <a:lnTo>
                    <a:pt x="7328814" y="2285758"/>
                  </a:lnTo>
                  <a:lnTo>
                    <a:pt x="7281138" y="2298242"/>
                  </a:lnTo>
                  <a:lnTo>
                    <a:pt x="7234212" y="2312517"/>
                  </a:lnTo>
                  <a:lnTo>
                    <a:pt x="7188060" y="2328519"/>
                  </a:lnTo>
                  <a:lnTo>
                    <a:pt x="7142747" y="2346223"/>
                  </a:lnTo>
                  <a:lnTo>
                    <a:pt x="7098284" y="2365603"/>
                  </a:lnTo>
                  <a:lnTo>
                    <a:pt x="7054723" y="2386596"/>
                  </a:lnTo>
                  <a:lnTo>
                    <a:pt x="7012114" y="2409177"/>
                  </a:lnTo>
                  <a:lnTo>
                    <a:pt x="6970458" y="2433307"/>
                  </a:lnTo>
                  <a:lnTo>
                    <a:pt x="6948957" y="2446871"/>
                  </a:lnTo>
                  <a:lnTo>
                    <a:pt x="6938035" y="2437790"/>
                  </a:lnTo>
                  <a:lnTo>
                    <a:pt x="6901205" y="2409444"/>
                  </a:lnTo>
                  <a:lnTo>
                    <a:pt x="6863334" y="2382418"/>
                  </a:lnTo>
                  <a:lnTo>
                    <a:pt x="6824459" y="2356764"/>
                  </a:lnTo>
                  <a:lnTo>
                    <a:pt x="6784607" y="2332520"/>
                  </a:lnTo>
                  <a:lnTo>
                    <a:pt x="6743801" y="2309698"/>
                  </a:lnTo>
                  <a:lnTo>
                    <a:pt x="6702107" y="2288349"/>
                  </a:lnTo>
                  <a:lnTo>
                    <a:pt x="6659537" y="2268512"/>
                  </a:lnTo>
                  <a:lnTo>
                    <a:pt x="6616128" y="2250211"/>
                  </a:lnTo>
                  <a:lnTo>
                    <a:pt x="6571920" y="2233485"/>
                  </a:lnTo>
                  <a:lnTo>
                    <a:pt x="6526936" y="2218372"/>
                  </a:lnTo>
                  <a:lnTo>
                    <a:pt x="6481229" y="2204910"/>
                  </a:lnTo>
                  <a:lnTo>
                    <a:pt x="6434836" y="2193125"/>
                  </a:lnTo>
                  <a:lnTo>
                    <a:pt x="6387770" y="2183066"/>
                  </a:lnTo>
                  <a:lnTo>
                    <a:pt x="6340081" y="2174748"/>
                  </a:lnTo>
                  <a:lnTo>
                    <a:pt x="6291808" y="2168220"/>
                  </a:lnTo>
                  <a:lnTo>
                    <a:pt x="6242964" y="2163508"/>
                  </a:lnTo>
                  <a:lnTo>
                    <a:pt x="6193612" y="2160663"/>
                  </a:lnTo>
                  <a:lnTo>
                    <a:pt x="6143764" y="2159698"/>
                  </a:lnTo>
                  <a:lnTo>
                    <a:pt x="6093917" y="2160663"/>
                  </a:lnTo>
                  <a:lnTo>
                    <a:pt x="6044565" y="2163508"/>
                  </a:lnTo>
                  <a:lnTo>
                    <a:pt x="5995721" y="2168220"/>
                  </a:lnTo>
                  <a:lnTo>
                    <a:pt x="5947448" y="2174748"/>
                  </a:lnTo>
                  <a:lnTo>
                    <a:pt x="5899759" y="2183066"/>
                  </a:lnTo>
                  <a:lnTo>
                    <a:pt x="5852693" y="2193125"/>
                  </a:lnTo>
                  <a:lnTo>
                    <a:pt x="5806300" y="2204910"/>
                  </a:lnTo>
                  <a:lnTo>
                    <a:pt x="5760593" y="2218372"/>
                  </a:lnTo>
                  <a:lnTo>
                    <a:pt x="5715609" y="2233485"/>
                  </a:lnTo>
                  <a:lnTo>
                    <a:pt x="5695073" y="2241258"/>
                  </a:lnTo>
                  <a:lnTo>
                    <a:pt x="5685866" y="2200033"/>
                  </a:lnTo>
                  <a:lnTo>
                    <a:pt x="5674512" y="2155406"/>
                  </a:lnTo>
                  <a:lnTo>
                    <a:pt x="5661914" y="2111286"/>
                  </a:lnTo>
                  <a:lnTo>
                    <a:pt x="5648096" y="2067699"/>
                  </a:lnTo>
                  <a:lnTo>
                    <a:pt x="5633072" y="2024646"/>
                  </a:lnTo>
                  <a:lnTo>
                    <a:pt x="5616880" y="1982177"/>
                  </a:lnTo>
                  <a:lnTo>
                    <a:pt x="5599519" y="1940293"/>
                  </a:lnTo>
                  <a:lnTo>
                    <a:pt x="5581002" y="1899018"/>
                  </a:lnTo>
                  <a:lnTo>
                    <a:pt x="5561381" y="1858378"/>
                  </a:lnTo>
                  <a:lnTo>
                    <a:pt x="5540641" y="1818373"/>
                  </a:lnTo>
                  <a:lnTo>
                    <a:pt x="5518823" y="1779041"/>
                  </a:lnTo>
                  <a:lnTo>
                    <a:pt x="5495950" y="1740408"/>
                  </a:lnTo>
                  <a:lnTo>
                    <a:pt x="5472023" y="1702473"/>
                  </a:lnTo>
                  <a:lnTo>
                    <a:pt x="5447081" y="1665262"/>
                  </a:lnTo>
                  <a:lnTo>
                    <a:pt x="5421122" y="1628800"/>
                  </a:lnTo>
                  <a:lnTo>
                    <a:pt x="5394185" y="1593100"/>
                  </a:lnTo>
                  <a:lnTo>
                    <a:pt x="5366283" y="1558201"/>
                  </a:lnTo>
                  <a:lnTo>
                    <a:pt x="5337441" y="1524101"/>
                  </a:lnTo>
                  <a:lnTo>
                    <a:pt x="5307673" y="1490827"/>
                  </a:lnTo>
                  <a:lnTo>
                    <a:pt x="5276989" y="1458391"/>
                  </a:lnTo>
                  <a:lnTo>
                    <a:pt x="5245430" y="1426832"/>
                  </a:lnTo>
                  <a:lnTo>
                    <a:pt x="5212994" y="1396149"/>
                  </a:lnTo>
                  <a:lnTo>
                    <a:pt x="5179720" y="1366380"/>
                  </a:lnTo>
                  <a:lnTo>
                    <a:pt x="5145621" y="1337538"/>
                  </a:lnTo>
                  <a:lnTo>
                    <a:pt x="5110721" y="1309636"/>
                  </a:lnTo>
                  <a:lnTo>
                    <a:pt x="5075021" y="1282700"/>
                  </a:lnTo>
                  <a:lnTo>
                    <a:pt x="5038560" y="1256741"/>
                  </a:lnTo>
                  <a:lnTo>
                    <a:pt x="5001349" y="1231798"/>
                  </a:lnTo>
                  <a:lnTo>
                    <a:pt x="4963414" y="1207871"/>
                  </a:lnTo>
                  <a:lnTo>
                    <a:pt x="4924780" y="1184998"/>
                  </a:lnTo>
                  <a:lnTo>
                    <a:pt x="4885448" y="1163180"/>
                  </a:lnTo>
                  <a:lnTo>
                    <a:pt x="4845443" y="1142441"/>
                  </a:lnTo>
                  <a:lnTo>
                    <a:pt x="4804803" y="1122819"/>
                  </a:lnTo>
                  <a:lnTo>
                    <a:pt x="4763528" y="1104315"/>
                  </a:lnTo>
                  <a:lnTo>
                    <a:pt x="4721644" y="1086942"/>
                  </a:lnTo>
                  <a:lnTo>
                    <a:pt x="4679175" y="1070749"/>
                  </a:lnTo>
                  <a:lnTo>
                    <a:pt x="4636135" y="1055725"/>
                  </a:lnTo>
                  <a:lnTo>
                    <a:pt x="4592536" y="1041908"/>
                  </a:lnTo>
                  <a:lnTo>
                    <a:pt x="4548416" y="1029309"/>
                  </a:lnTo>
                  <a:lnTo>
                    <a:pt x="4503788" y="1017968"/>
                  </a:lnTo>
                  <a:lnTo>
                    <a:pt x="4458665" y="1007872"/>
                  </a:lnTo>
                  <a:lnTo>
                    <a:pt x="4413072" y="999058"/>
                  </a:lnTo>
                  <a:lnTo>
                    <a:pt x="4367034" y="991552"/>
                  </a:lnTo>
                  <a:lnTo>
                    <a:pt x="4320565" y="985367"/>
                  </a:lnTo>
                  <a:lnTo>
                    <a:pt x="4273689" y="980516"/>
                  </a:lnTo>
                  <a:lnTo>
                    <a:pt x="4226407" y="977036"/>
                  </a:lnTo>
                  <a:lnTo>
                    <a:pt x="4178770" y="974928"/>
                  </a:lnTo>
                  <a:lnTo>
                    <a:pt x="4130776" y="974217"/>
                  </a:lnTo>
                  <a:lnTo>
                    <a:pt x="4082783" y="974928"/>
                  </a:lnTo>
                  <a:lnTo>
                    <a:pt x="4035133" y="977036"/>
                  </a:lnTo>
                  <a:lnTo>
                    <a:pt x="3987863" y="980516"/>
                  </a:lnTo>
                  <a:lnTo>
                    <a:pt x="3940987" y="985367"/>
                  </a:lnTo>
                  <a:lnTo>
                    <a:pt x="3894505" y="991552"/>
                  </a:lnTo>
                  <a:lnTo>
                    <a:pt x="3848468" y="999058"/>
                  </a:lnTo>
                  <a:lnTo>
                    <a:pt x="3802875" y="1007872"/>
                  </a:lnTo>
                  <a:lnTo>
                    <a:pt x="3757765" y="1017968"/>
                  </a:lnTo>
                  <a:lnTo>
                    <a:pt x="3713137" y="1029309"/>
                  </a:lnTo>
                  <a:lnTo>
                    <a:pt x="3669017" y="1041908"/>
                  </a:lnTo>
                  <a:lnTo>
                    <a:pt x="3625418" y="1055725"/>
                  </a:lnTo>
                  <a:lnTo>
                    <a:pt x="3582378" y="1070749"/>
                  </a:lnTo>
                  <a:lnTo>
                    <a:pt x="3539909" y="1086942"/>
                  </a:lnTo>
                  <a:lnTo>
                    <a:pt x="3498024" y="1104315"/>
                  </a:lnTo>
                  <a:lnTo>
                    <a:pt x="3456749" y="1122819"/>
                  </a:lnTo>
                  <a:lnTo>
                    <a:pt x="3416096" y="1142441"/>
                  </a:lnTo>
                  <a:lnTo>
                    <a:pt x="3405886" y="1147737"/>
                  </a:lnTo>
                  <a:lnTo>
                    <a:pt x="3390976" y="1118793"/>
                  </a:lnTo>
                  <a:lnTo>
                    <a:pt x="3369424" y="1079119"/>
                  </a:lnTo>
                  <a:lnTo>
                    <a:pt x="3347059" y="1039977"/>
                  </a:lnTo>
                  <a:lnTo>
                    <a:pt x="3323869" y="1001356"/>
                  </a:lnTo>
                  <a:lnTo>
                    <a:pt x="3299891" y="963282"/>
                  </a:lnTo>
                  <a:lnTo>
                    <a:pt x="3275126" y="925766"/>
                  </a:lnTo>
                  <a:lnTo>
                    <a:pt x="3249587" y="888822"/>
                  </a:lnTo>
                  <a:lnTo>
                    <a:pt x="3223272" y="852449"/>
                  </a:lnTo>
                  <a:lnTo>
                    <a:pt x="3196221" y="816660"/>
                  </a:lnTo>
                  <a:lnTo>
                    <a:pt x="3168421" y="781481"/>
                  </a:lnTo>
                  <a:lnTo>
                    <a:pt x="3139897" y="746912"/>
                  </a:lnTo>
                  <a:lnTo>
                    <a:pt x="3110649" y="712965"/>
                  </a:lnTo>
                  <a:lnTo>
                    <a:pt x="3080702" y="679665"/>
                  </a:lnTo>
                  <a:lnTo>
                    <a:pt x="3050057" y="647001"/>
                  </a:lnTo>
                  <a:lnTo>
                    <a:pt x="3018726" y="615010"/>
                  </a:lnTo>
                  <a:lnTo>
                    <a:pt x="2986722" y="583679"/>
                  </a:lnTo>
                  <a:lnTo>
                    <a:pt x="2954070" y="553034"/>
                  </a:lnTo>
                  <a:lnTo>
                    <a:pt x="2920758" y="523087"/>
                  </a:lnTo>
                  <a:lnTo>
                    <a:pt x="2886811" y="493839"/>
                  </a:lnTo>
                  <a:lnTo>
                    <a:pt x="2852255" y="465302"/>
                  </a:lnTo>
                  <a:lnTo>
                    <a:pt x="2817063" y="437515"/>
                  </a:lnTo>
                  <a:lnTo>
                    <a:pt x="2781287" y="410451"/>
                  </a:lnTo>
                  <a:lnTo>
                    <a:pt x="2744914" y="384149"/>
                  </a:lnTo>
                  <a:lnTo>
                    <a:pt x="2707957" y="358609"/>
                  </a:lnTo>
                  <a:lnTo>
                    <a:pt x="2670441" y="333832"/>
                  </a:lnTo>
                  <a:lnTo>
                    <a:pt x="2632367" y="309854"/>
                  </a:lnTo>
                  <a:lnTo>
                    <a:pt x="2593759" y="286677"/>
                  </a:lnTo>
                  <a:lnTo>
                    <a:pt x="2554605" y="264299"/>
                  </a:lnTo>
                  <a:lnTo>
                    <a:pt x="2514943" y="242760"/>
                  </a:lnTo>
                  <a:lnTo>
                    <a:pt x="2474760" y="222034"/>
                  </a:lnTo>
                  <a:lnTo>
                    <a:pt x="2434082" y="202171"/>
                  </a:lnTo>
                  <a:lnTo>
                    <a:pt x="2392921" y="183159"/>
                  </a:lnTo>
                  <a:lnTo>
                    <a:pt x="2351290" y="165011"/>
                  </a:lnTo>
                  <a:lnTo>
                    <a:pt x="2309190" y="147739"/>
                  </a:lnTo>
                  <a:lnTo>
                    <a:pt x="2266632" y="131368"/>
                  </a:lnTo>
                  <a:lnTo>
                    <a:pt x="2223643" y="115887"/>
                  </a:lnTo>
                  <a:lnTo>
                    <a:pt x="2180234" y="101333"/>
                  </a:lnTo>
                  <a:lnTo>
                    <a:pt x="2136394" y="87693"/>
                  </a:lnTo>
                  <a:lnTo>
                    <a:pt x="2092159" y="75006"/>
                  </a:lnTo>
                  <a:lnTo>
                    <a:pt x="2047532" y="63258"/>
                  </a:lnTo>
                  <a:lnTo>
                    <a:pt x="2002523" y="52476"/>
                  </a:lnTo>
                  <a:lnTo>
                    <a:pt x="1957133" y="42659"/>
                  </a:lnTo>
                  <a:lnTo>
                    <a:pt x="1911400" y="33832"/>
                  </a:lnTo>
                  <a:lnTo>
                    <a:pt x="1865312" y="25996"/>
                  </a:lnTo>
                  <a:lnTo>
                    <a:pt x="1818881" y="19164"/>
                  </a:lnTo>
                  <a:lnTo>
                    <a:pt x="1772132" y="13360"/>
                  </a:lnTo>
                  <a:lnTo>
                    <a:pt x="1725079" y="8572"/>
                  </a:lnTo>
                  <a:lnTo>
                    <a:pt x="1677720" y="4838"/>
                  </a:lnTo>
                  <a:lnTo>
                    <a:pt x="1630070" y="2159"/>
                  </a:lnTo>
                  <a:lnTo>
                    <a:pt x="1582153" y="533"/>
                  </a:lnTo>
                  <a:lnTo>
                    <a:pt x="1533956" y="0"/>
                  </a:lnTo>
                  <a:lnTo>
                    <a:pt x="1482217" y="622"/>
                  </a:lnTo>
                  <a:lnTo>
                    <a:pt x="1430794" y="2489"/>
                  </a:lnTo>
                  <a:lnTo>
                    <a:pt x="1379689" y="5575"/>
                  </a:lnTo>
                  <a:lnTo>
                    <a:pt x="1328915" y="9880"/>
                  </a:lnTo>
                  <a:lnTo>
                    <a:pt x="1278496" y="15392"/>
                  </a:lnTo>
                  <a:lnTo>
                    <a:pt x="1228432" y="22072"/>
                  </a:lnTo>
                  <a:lnTo>
                    <a:pt x="1178763" y="29921"/>
                  </a:lnTo>
                  <a:lnTo>
                    <a:pt x="1129474" y="38938"/>
                  </a:lnTo>
                  <a:lnTo>
                    <a:pt x="1080604" y="49085"/>
                  </a:lnTo>
                  <a:lnTo>
                    <a:pt x="1032154" y="60363"/>
                  </a:lnTo>
                  <a:lnTo>
                    <a:pt x="984135" y="72745"/>
                  </a:lnTo>
                  <a:lnTo>
                    <a:pt x="936574" y="86233"/>
                  </a:lnTo>
                  <a:lnTo>
                    <a:pt x="889482" y="100799"/>
                  </a:lnTo>
                  <a:lnTo>
                    <a:pt x="842860" y="116433"/>
                  </a:lnTo>
                  <a:lnTo>
                    <a:pt x="796734" y="133121"/>
                  </a:lnTo>
                  <a:lnTo>
                    <a:pt x="751116" y="150837"/>
                  </a:lnTo>
                  <a:lnTo>
                    <a:pt x="706018" y="169595"/>
                  </a:lnTo>
                  <a:lnTo>
                    <a:pt x="661466" y="189357"/>
                  </a:lnTo>
                  <a:lnTo>
                    <a:pt x="617461" y="210121"/>
                  </a:lnTo>
                  <a:lnTo>
                    <a:pt x="574014" y="231863"/>
                  </a:lnTo>
                  <a:lnTo>
                    <a:pt x="531152" y="254571"/>
                  </a:lnTo>
                  <a:lnTo>
                    <a:pt x="488886" y="278244"/>
                  </a:lnTo>
                  <a:lnTo>
                    <a:pt x="447230" y="302844"/>
                  </a:lnTo>
                  <a:lnTo>
                    <a:pt x="406196" y="328371"/>
                  </a:lnTo>
                  <a:lnTo>
                    <a:pt x="365798" y="354812"/>
                  </a:lnTo>
                  <a:lnTo>
                    <a:pt x="326047" y="382143"/>
                  </a:lnTo>
                  <a:lnTo>
                    <a:pt x="286969" y="410362"/>
                  </a:lnTo>
                  <a:lnTo>
                    <a:pt x="248564" y="439432"/>
                  </a:lnTo>
                  <a:lnTo>
                    <a:pt x="210858" y="469379"/>
                  </a:lnTo>
                  <a:lnTo>
                    <a:pt x="173863" y="500151"/>
                  </a:lnTo>
                  <a:lnTo>
                    <a:pt x="137579" y="531749"/>
                  </a:lnTo>
                  <a:lnTo>
                    <a:pt x="102044" y="564159"/>
                  </a:lnTo>
                  <a:lnTo>
                    <a:pt x="67259" y="597357"/>
                  </a:lnTo>
                  <a:lnTo>
                    <a:pt x="33235" y="631342"/>
                  </a:lnTo>
                  <a:lnTo>
                    <a:pt x="0" y="666089"/>
                  </a:lnTo>
                  <a:lnTo>
                    <a:pt x="0" y="2954782"/>
                  </a:lnTo>
                  <a:lnTo>
                    <a:pt x="2577922" y="2954782"/>
                  </a:lnTo>
                  <a:lnTo>
                    <a:pt x="3452241" y="2954782"/>
                  </a:lnTo>
                  <a:lnTo>
                    <a:pt x="4963261" y="2954782"/>
                  </a:lnTo>
                  <a:lnTo>
                    <a:pt x="5683631" y="2954782"/>
                  </a:lnTo>
                  <a:lnTo>
                    <a:pt x="6482880" y="2954782"/>
                  </a:lnTo>
                  <a:lnTo>
                    <a:pt x="6481991" y="2956306"/>
                  </a:lnTo>
                  <a:lnTo>
                    <a:pt x="11336160" y="2956306"/>
                  </a:lnTo>
                  <a:lnTo>
                    <a:pt x="13615175" y="2956318"/>
                  </a:lnTo>
                  <a:lnTo>
                    <a:pt x="14420456" y="2956306"/>
                  </a:lnTo>
                  <a:lnTo>
                    <a:pt x="15140826" y="2956306"/>
                  </a:lnTo>
                  <a:lnTo>
                    <a:pt x="16651847" y="2956306"/>
                  </a:lnTo>
                  <a:lnTo>
                    <a:pt x="17526165" y="2956306"/>
                  </a:lnTo>
                  <a:lnTo>
                    <a:pt x="20104088" y="2956306"/>
                  </a:lnTo>
                  <a:lnTo>
                    <a:pt x="20104088" y="667613"/>
                  </a:lnTo>
                  <a:close/>
                </a:path>
              </a:pathLst>
            </a:custGeom>
            <a:solidFill>
              <a:srgbClr val="C9F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3943070" y="4684007"/>
              <a:ext cx="5832475" cy="1292225"/>
            </a:xfrm>
            <a:custGeom>
              <a:avLst/>
              <a:gdLst/>
              <a:ahLst/>
              <a:cxnLst/>
              <a:rect l="l" t="t" r="r" b="b"/>
              <a:pathLst>
                <a:path w="5832475" h="1292225">
                  <a:moveTo>
                    <a:pt x="1538592" y="1292110"/>
                  </a:moveTo>
                  <a:lnTo>
                    <a:pt x="1523403" y="1243863"/>
                  </a:lnTo>
                  <a:lnTo>
                    <a:pt x="1505788" y="1196924"/>
                  </a:lnTo>
                  <a:lnTo>
                    <a:pt x="1485811" y="1151382"/>
                  </a:lnTo>
                  <a:lnTo>
                    <a:pt x="1463560" y="1107338"/>
                  </a:lnTo>
                  <a:lnTo>
                    <a:pt x="1439113" y="1064869"/>
                  </a:lnTo>
                  <a:lnTo>
                    <a:pt x="1412570" y="1024077"/>
                  </a:lnTo>
                  <a:lnTo>
                    <a:pt x="1383995" y="985050"/>
                  </a:lnTo>
                  <a:lnTo>
                    <a:pt x="1353477" y="947877"/>
                  </a:lnTo>
                  <a:lnTo>
                    <a:pt x="1321104" y="912660"/>
                  </a:lnTo>
                  <a:lnTo>
                    <a:pt x="1286967" y="879475"/>
                  </a:lnTo>
                  <a:lnTo>
                    <a:pt x="1251127" y="848423"/>
                  </a:lnTo>
                  <a:lnTo>
                    <a:pt x="1213688" y="819594"/>
                  </a:lnTo>
                  <a:lnTo>
                    <a:pt x="1174724" y="793076"/>
                  </a:lnTo>
                  <a:lnTo>
                    <a:pt x="1134325" y="768959"/>
                  </a:lnTo>
                  <a:lnTo>
                    <a:pt x="1092568" y="747344"/>
                  </a:lnTo>
                  <a:lnTo>
                    <a:pt x="1049540" y="728306"/>
                  </a:lnTo>
                  <a:lnTo>
                    <a:pt x="1005319" y="711949"/>
                  </a:lnTo>
                  <a:lnTo>
                    <a:pt x="959993" y="698373"/>
                  </a:lnTo>
                  <a:lnTo>
                    <a:pt x="913638" y="687641"/>
                  </a:lnTo>
                  <a:lnTo>
                    <a:pt x="866355" y="679869"/>
                  </a:lnTo>
                  <a:lnTo>
                    <a:pt x="818210" y="675132"/>
                  </a:lnTo>
                  <a:lnTo>
                    <a:pt x="769289" y="673544"/>
                  </a:lnTo>
                  <a:lnTo>
                    <a:pt x="720369" y="675132"/>
                  </a:lnTo>
                  <a:lnTo>
                    <a:pt x="672236" y="679869"/>
                  </a:lnTo>
                  <a:lnTo>
                    <a:pt x="624941" y="687641"/>
                  </a:lnTo>
                  <a:lnTo>
                    <a:pt x="578599" y="698373"/>
                  </a:lnTo>
                  <a:lnTo>
                    <a:pt x="533273" y="711949"/>
                  </a:lnTo>
                  <a:lnTo>
                    <a:pt x="489051" y="728306"/>
                  </a:lnTo>
                  <a:lnTo>
                    <a:pt x="446024" y="747344"/>
                  </a:lnTo>
                  <a:lnTo>
                    <a:pt x="404266" y="768959"/>
                  </a:lnTo>
                  <a:lnTo>
                    <a:pt x="363867" y="793076"/>
                  </a:lnTo>
                  <a:lnTo>
                    <a:pt x="324904" y="819594"/>
                  </a:lnTo>
                  <a:lnTo>
                    <a:pt x="287464" y="848423"/>
                  </a:lnTo>
                  <a:lnTo>
                    <a:pt x="251625" y="879475"/>
                  </a:lnTo>
                  <a:lnTo>
                    <a:pt x="217487" y="912660"/>
                  </a:lnTo>
                  <a:lnTo>
                    <a:pt x="185115" y="947877"/>
                  </a:lnTo>
                  <a:lnTo>
                    <a:pt x="154597" y="985050"/>
                  </a:lnTo>
                  <a:lnTo>
                    <a:pt x="126034" y="1024077"/>
                  </a:lnTo>
                  <a:lnTo>
                    <a:pt x="99479" y="1064869"/>
                  </a:lnTo>
                  <a:lnTo>
                    <a:pt x="75044" y="1107338"/>
                  </a:lnTo>
                  <a:lnTo>
                    <a:pt x="52781" y="1151382"/>
                  </a:lnTo>
                  <a:lnTo>
                    <a:pt x="32804" y="1196924"/>
                  </a:lnTo>
                  <a:lnTo>
                    <a:pt x="15189" y="1243863"/>
                  </a:lnTo>
                  <a:lnTo>
                    <a:pt x="0" y="1292110"/>
                  </a:lnTo>
                  <a:lnTo>
                    <a:pt x="1538592" y="1292110"/>
                  </a:lnTo>
                  <a:close/>
                </a:path>
                <a:path w="5832475" h="1292225">
                  <a:moveTo>
                    <a:pt x="5831941" y="1292123"/>
                  </a:moveTo>
                  <a:lnTo>
                    <a:pt x="5823915" y="1240028"/>
                  </a:lnTo>
                  <a:lnTo>
                    <a:pt x="5814492" y="1188554"/>
                  </a:lnTo>
                  <a:lnTo>
                    <a:pt x="5803684" y="1137754"/>
                  </a:lnTo>
                  <a:lnTo>
                    <a:pt x="5791517" y="1087628"/>
                  </a:lnTo>
                  <a:lnTo>
                    <a:pt x="5778030" y="1038225"/>
                  </a:lnTo>
                  <a:lnTo>
                    <a:pt x="5763234" y="989584"/>
                  </a:lnTo>
                  <a:lnTo>
                    <a:pt x="5747156" y="941705"/>
                  </a:lnTo>
                  <a:lnTo>
                    <a:pt x="5729833" y="894651"/>
                  </a:lnTo>
                  <a:lnTo>
                    <a:pt x="5711266" y="848436"/>
                  </a:lnTo>
                  <a:lnTo>
                    <a:pt x="5691517" y="803097"/>
                  </a:lnTo>
                  <a:lnTo>
                    <a:pt x="5670575" y="758672"/>
                  </a:lnTo>
                  <a:lnTo>
                    <a:pt x="5648490" y="715175"/>
                  </a:lnTo>
                  <a:lnTo>
                    <a:pt x="5625262" y="672642"/>
                  </a:lnTo>
                  <a:lnTo>
                    <a:pt x="5600954" y="631113"/>
                  </a:lnTo>
                  <a:lnTo>
                    <a:pt x="5575554" y="590613"/>
                  </a:lnTo>
                  <a:lnTo>
                    <a:pt x="5549112" y="551180"/>
                  </a:lnTo>
                  <a:lnTo>
                    <a:pt x="5521642" y="512826"/>
                  </a:lnTo>
                  <a:lnTo>
                    <a:pt x="5493182" y="475602"/>
                  </a:lnTo>
                  <a:lnTo>
                    <a:pt x="5463730" y="439534"/>
                  </a:lnTo>
                  <a:lnTo>
                    <a:pt x="5433339" y="404647"/>
                  </a:lnTo>
                  <a:lnTo>
                    <a:pt x="5402021" y="370992"/>
                  </a:lnTo>
                  <a:lnTo>
                    <a:pt x="5369814" y="338569"/>
                  </a:lnTo>
                  <a:lnTo>
                    <a:pt x="5336730" y="307428"/>
                  </a:lnTo>
                  <a:lnTo>
                    <a:pt x="5302796" y="277596"/>
                  </a:lnTo>
                  <a:lnTo>
                    <a:pt x="5268036" y="249110"/>
                  </a:lnTo>
                  <a:lnTo>
                    <a:pt x="5232489" y="221983"/>
                  </a:lnTo>
                  <a:lnTo>
                    <a:pt x="5196167" y="196265"/>
                  </a:lnTo>
                  <a:lnTo>
                    <a:pt x="5159095" y="171983"/>
                  </a:lnTo>
                  <a:lnTo>
                    <a:pt x="5121313" y="149174"/>
                  </a:lnTo>
                  <a:lnTo>
                    <a:pt x="5082819" y="127850"/>
                  </a:lnTo>
                  <a:lnTo>
                    <a:pt x="5043678" y="108051"/>
                  </a:lnTo>
                  <a:lnTo>
                    <a:pt x="5003876" y="89814"/>
                  </a:lnTo>
                  <a:lnTo>
                    <a:pt x="4963465" y="73177"/>
                  </a:lnTo>
                  <a:lnTo>
                    <a:pt x="4922456" y="58153"/>
                  </a:lnTo>
                  <a:lnTo>
                    <a:pt x="4880876" y="44767"/>
                  </a:lnTo>
                  <a:lnTo>
                    <a:pt x="4838751" y="33083"/>
                  </a:lnTo>
                  <a:lnTo>
                    <a:pt x="4796117" y="23101"/>
                  </a:lnTo>
                  <a:lnTo>
                    <a:pt x="4752987" y="14871"/>
                  </a:lnTo>
                  <a:lnTo>
                    <a:pt x="4709388" y="8407"/>
                  </a:lnTo>
                  <a:lnTo>
                    <a:pt x="4665357" y="3759"/>
                  </a:lnTo>
                  <a:lnTo>
                    <a:pt x="4620907" y="939"/>
                  </a:lnTo>
                  <a:lnTo>
                    <a:pt x="4576064" y="0"/>
                  </a:lnTo>
                  <a:lnTo>
                    <a:pt x="4531220" y="939"/>
                  </a:lnTo>
                  <a:lnTo>
                    <a:pt x="4486770" y="3759"/>
                  </a:lnTo>
                  <a:lnTo>
                    <a:pt x="4442726" y="8407"/>
                  </a:lnTo>
                  <a:lnTo>
                    <a:pt x="4399140" y="14871"/>
                  </a:lnTo>
                  <a:lnTo>
                    <a:pt x="4356011" y="23101"/>
                  </a:lnTo>
                  <a:lnTo>
                    <a:pt x="4313377" y="33083"/>
                  </a:lnTo>
                  <a:lnTo>
                    <a:pt x="4271251" y="44767"/>
                  </a:lnTo>
                  <a:lnTo>
                    <a:pt x="4229671" y="58153"/>
                  </a:lnTo>
                  <a:lnTo>
                    <a:pt x="4188663" y="73177"/>
                  </a:lnTo>
                  <a:lnTo>
                    <a:pt x="4148251" y="89814"/>
                  </a:lnTo>
                  <a:lnTo>
                    <a:pt x="4108450" y="108051"/>
                  </a:lnTo>
                  <a:lnTo>
                    <a:pt x="4069296" y="127850"/>
                  </a:lnTo>
                  <a:lnTo>
                    <a:pt x="4030815" y="149174"/>
                  </a:lnTo>
                  <a:lnTo>
                    <a:pt x="3993032" y="171983"/>
                  </a:lnTo>
                  <a:lnTo>
                    <a:pt x="3955961" y="196265"/>
                  </a:lnTo>
                  <a:lnTo>
                    <a:pt x="3919639" y="221983"/>
                  </a:lnTo>
                  <a:lnTo>
                    <a:pt x="3884079" y="249110"/>
                  </a:lnTo>
                  <a:lnTo>
                    <a:pt x="3849332" y="277596"/>
                  </a:lnTo>
                  <a:lnTo>
                    <a:pt x="3815397" y="307428"/>
                  </a:lnTo>
                  <a:lnTo>
                    <a:pt x="3782314" y="338569"/>
                  </a:lnTo>
                  <a:lnTo>
                    <a:pt x="3750094" y="370992"/>
                  </a:lnTo>
                  <a:lnTo>
                    <a:pt x="3718776" y="404647"/>
                  </a:lnTo>
                  <a:lnTo>
                    <a:pt x="3688384" y="439534"/>
                  </a:lnTo>
                  <a:lnTo>
                    <a:pt x="3658946" y="475602"/>
                  </a:lnTo>
                  <a:lnTo>
                    <a:pt x="3630472" y="512826"/>
                  </a:lnTo>
                  <a:lnTo>
                    <a:pt x="3603015" y="551180"/>
                  </a:lnTo>
                  <a:lnTo>
                    <a:pt x="3576561" y="590613"/>
                  </a:lnTo>
                  <a:lnTo>
                    <a:pt x="3551174" y="631113"/>
                  </a:lnTo>
                  <a:lnTo>
                    <a:pt x="3526853" y="672642"/>
                  </a:lnTo>
                  <a:lnTo>
                    <a:pt x="3503638" y="715175"/>
                  </a:lnTo>
                  <a:lnTo>
                    <a:pt x="3481552" y="758672"/>
                  </a:lnTo>
                  <a:lnTo>
                    <a:pt x="3460610" y="803097"/>
                  </a:lnTo>
                  <a:lnTo>
                    <a:pt x="3440849" y="848436"/>
                  </a:lnTo>
                  <a:lnTo>
                    <a:pt x="3422294" y="894651"/>
                  </a:lnTo>
                  <a:lnTo>
                    <a:pt x="3404959" y="941705"/>
                  </a:lnTo>
                  <a:lnTo>
                    <a:pt x="3388880" y="989584"/>
                  </a:lnTo>
                  <a:lnTo>
                    <a:pt x="3374085" y="1038225"/>
                  </a:lnTo>
                  <a:lnTo>
                    <a:pt x="3360597" y="1087628"/>
                  </a:lnTo>
                  <a:lnTo>
                    <a:pt x="3348431" y="1137754"/>
                  </a:lnTo>
                  <a:lnTo>
                    <a:pt x="3337623" y="1188554"/>
                  </a:lnTo>
                  <a:lnTo>
                    <a:pt x="3328200" y="1240028"/>
                  </a:lnTo>
                  <a:lnTo>
                    <a:pt x="3320173" y="1292123"/>
                  </a:lnTo>
                  <a:lnTo>
                    <a:pt x="5831941" y="1292123"/>
                  </a:lnTo>
                  <a:close/>
                </a:path>
              </a:pathLst>
            </a:custGeom>
            <a:solidFill>
              <a:srgbClr val="15744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3655102" y="5443423"/>
              <a:ext cx="3244850" cy="532765"/>
            </a:xfrm>
            <a:custGeom>
              <a:avLst/>
              <a:gdLst/>
              <a:ahLst/>
              <a:cxnLst/>
              <a:rect l="l" t="t" r="r" b="b"/>
              <a:pathLst>
                <a:path w="3244850" h="532764">
                  <a:moveTo>
                    <a:pt x="1943302" y="0"/>
                  </a:moveTo>
                  <a:lnTo>
                    <a:pt x="1893760" y="1788"/>
                  </a:lnTo>
                  <a:lnTo>
                    <a:pt x="1845199" y="7072"/>
                  </a:lnTo>
                  <a:lnTo>
                    <a:pt x="1797739" y="15727"/>
                  </a:lnTo>
                  <a:lnTo>
                    <a:pt x="1751502" y="27627"/>
                  </a:lnTo>
                  <a:lnTo>
                    <a:pt x="1706609" y="42650"/>
                  </a:lnTo>
                  <a:lnTo>
                    <a:pt x="1663181" y="60669"/>
                  </a:lnTo>
                  <a:lnTo>
                    <a:pt x="1621340" y="81562"/>
                  </a:lnTo>
                  <a:lnTo>
                    <a:pt x="1581207" y="105203"/>
                  </a:lnTo>
                  <a:lnTo>
                    <a:pt x="1542903" y="131469"/>
                  </a:lnTo>
                  <a:lnTo>
                    <a:pt x="1506549" y="160234"/>
                  </a:lnTo>
                  <a:lnTo>
                    <a:pt x="1472267" y="191374"/>
                  </a:lnTo>
                  <a:lnTo>
                    <a:pt x="1440178" y="224766"/>
                  </a:lnTo>
                  <a:lnTo>
                    <a:pt x="1410404" y="260284"/>
                  </a:lnTo>
                  <a:lnTo>
                    <a:pt x="1383065" y="297805"/>
                  </a:lnTo>
                  <a:lnTo>
                    <a:pt x="1358283" y="337203"/>
                  </a:lnTo>
                  <a:lnTo>
                    <a:pt x="1336179" y="378354"/>
                  </a:lnTo>
                  <a:lnTo>
                    <a:pt x="1292225" y="359838"/>
                  </a:lnTo>
                  <a:lnTo>
                    <a:pt x="1246802" y="344322"/>
                  </a:lnTo>
                  <a:lnTo>
                    <a:pt x="1200017" y="331970"/>
                  </a:lnTo>
                  <a:lnTo>
                    <a:pt x="1151980" y="322945"/>
                  </a:lnTo>
                  <a:lnTo>
                    <a:pt x="1102799" y="317410"/>
                  </a:lnTo>
                  <a:lnTo>
                    <a:pt x="1052585" y="315529"/>
                  </a:lnTo>
                  <a:lnTo>
                    <a:pt x="1002433" y="317365"/>
                  </a:lnTo>
                  <a:lnTo>
                    <a:pt x="953280" y="322784"/>
                  </a:lnTo>
                  <a:lnTo>
                    <a:pt x="905252" y="331654"/>
                  </a:lnTo>
                  <a:lnTo>
                    <a:pt x="858474" y="343842"/>
                  </a:lnTo>
                  <a:lnTo>
                    <a:pt x="813070" y="359216"/>
                  </a:lnTo>
                  <a:lnTo>
                    <a:pt x="769167" y="377644"/>
                  </a:lnTo>
                  <a:lnTo>
                    <a:pt x="726888" y="398993"/>
                  </a:lnTo>
                  <a:lnTo>
                    <a:pt x="662998" y="371769"/>
                  </a:lnTo>
                  <a:lnTo>
                    <a:pt x="602268" y="350361"/>
                  </a:lnTo>
                  <a:lnTo>
                    <a:pt x="544624" y="334442"/>
                  </a:lnTo>
                  <a:lnTo>
                    <a:pt x="489992" y="323686"/>
                  </a:lnTo>
                  <a:lnTo>
                    <a:pt x="438299" y="317768"/>
                  </a:lnTo>
                  <a:lnTo>
                    <a:pt x="389470" y="316361"/>
                  </a:lnTo>
                  <a:lnTo>
                    <a:pt x="343431" y="319140"/>
                  </a:lnTo>
                  <a:lnTo>
                    <a:pt x="300109" y="325778"/>
                  </a:lnTo>
                  <a:lnTo>
                    <a:pt x="259429" y="335949"/>
                  </a:lnTo>
                  <a:lnTo>
                    <a:pt x="221317" y="349327"/>
                  </a:lnTo>
                  <a:lnTo>
                    <a:pt x="185699" y="365587"/>
                  </a:lnTo>
                  <a:lnTo>
                    <a:pt x="152502" y="384402"/>
                  </a:lnTo>
                  <a:lnTo>
                    <a:pt x="93072" y="428393"/>
                  </a:lnTo>
                  <a:lnTo>
                    <a:pt x="42435" y="478694"/>
                  </a:lnTo>
                  <a:lnTo>
                    <a:pt x="0" y="532695"/>
                  </a:lnTo>
                  <a:lnTo>
                    <a:pt x="3244697" y="532695"/>
                  </a:lnTo>
                  <a:lnTo>
                    <a:pt x="3204027" y="501237"/>
                  </a:lnTo>
                  <a:lnTo>
                    <a:pt x="3160713" y="473272"/>
                  </a:lnTo>
                  <a:lnTo>
                    <a:pt x="3114964" y="449016"/>
                  </a:lnTo>
                  <a:lnTo>
                    <a:pt x="3066990" y="428685"/>
                  </a:lnTo>
                  <a:lnTo>
                    <a:pt x="3016999" y="412496"/>
                  </a:lnTo>
                  <a:lnTo>
                    <a:pt x="2965201" y="400665"/>
                  </a:lnTo>
                  <a:lnTo>
                    <a:pt x="2911806" y="393408"/>
                  </a:lnTo>
                  <a:lnTo>
                    <a:pt x="2857022" y="390940"/>
                  </a:lnTo>
                  <a:lnTo>
                    <a:pt x="2808206" y="392927"/>
                  </a:lnTo>
                  <a:lnTo>
                    <a:pt x="2760493" y="398770"/>
                  </a:lnTo>
                  <a:lnTo>
                    <a:pt x="2714018" y="408293"/>
                  </a:lnTo>
                  <a:lnTo>
                    <a:pt x="2668915" y="421323"/>
                  </a:lnTo>
                  <a:lnTo>
                    <a:pt x="2625319" y="437684"/>
                  </a:lnTo>
                  <a:lnTo>
                    <a:pt x="2583366" y="457200"/>
                  </a:lnTo>
                  <a:lnTo>
                    <a:pt x="2566658" y="413599"/>
                  </a:lnTo>
                  <a:lnTo>
                    <a:pt x="2547102" y="371499"/>
                  </a:lnTo>
                  <a:lnTo>
                    <a:pt x="2524815" y="331019"/>
                  </a:lnTo>
                  <a:lnTo>
                    <a:pt x="2499915" y="292280"/>
                  </a:lnTo>
                  <a:lnTo>
                    <a:pt x="2472522" y="255401"/>
                  </a:lnTo>
                  <a:lnTo>
                    <a:pt x="2442754" y="220504"/>
                  </a:lnTo>
                  <a:lnTo>
                    <a:pt x="2410728" y="187708"/>
                  </a:lnTo>
                  <a:lnTo>
                    <a:pt x="2376563" y="157133"/>
                  </a:lnTo>
                  <a:lnTo>
                    <a:pt x="2340377" y="128900"/>
                  </a:lnTo>
                  <a:lnTo>
                    <a:pt x="2302289" y="103129"/>
                  </a:lnTo>
                  <a:lnTo>
                    <a:pt x="2262418" y="79939"/>
                  </a:lnTo>
                  <a:lnTo>
                    <a:pt x="2220880" y="59452"/>
                  </a:lnTo>
                  <a:lnTo>
                    <a:pt x="2177795" y="41786"/>
                  </a:lnTo>
                  <a:lnTo>
                    <a:pt x="2133281" y="27064"/>
                  </a:lnTo>
                  <a:lnTo>
                    <a:pt x="2087457" y="15403"/>
                  </a:lnTo>
                  <a:lnTo>
                    <a:pt x="2040440" y="6926"/>
                  </a:lnTo>
                  <a:lnTo>
                    <a:pt x="1992349" y="1751"/>
                  </a:lnTo>
                  <a:lnTo>
                    <a:pt x="1943302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7804141" y="5411322"/>
              <a:ext cx="5123180" cy="565150"/>
            </a:xfrm>
            <a:custGeom>
              <a:avLst/>
              <a:gdLst/>
              <a:ahLst/>
              <a:cxnLst/>
              <a:rect l="l" t="t" r="r" b="b"/>
              <a:pathLst>
                <a:path w="5123180" h="565150">
                  <a:moveTo>
                    <a:pt x="3787078" y="0"/>
                  </a:moveTo>
                  <a:lnTo>
                    <a:pt x="3737536" y="1788"/>
                  </a:lnTo>
                  <a:lnTo>
                    <a:pt x="3688975" y="7072"/>
                  </a:lnTo>
                  <a:lnTo>
                    <a:pt x="3641514" y="15727"/>
                  </a:lnTo>
                  <a:lnTo>
                    <a:pt x="3595276" y="27627"/>
                  </a:lnTo>
                  <a:lnTo>
                    <a:pt x="3550383" y="42650"/>
                  </a:lnTo>
                  <a:lnTo>
                    <a:pt x="3506954" y="60669"/>
                  </a:lnTo>
                  <a:lnTo>
                    <a:pt x="3465113" y="81562"/>
                  </a:lnTo>
                  <a:lnTo>
                    <a:pt x="3424979" y="105203"/>
                  </a:lnTo>
                  <a:lnTo>
                    <a:pt x="3386675" y="131469"/>
                  </a:lnTo>
                  <a:lnTo>
                    <a:pt x="3350321" y="160234"/>
                  </a:lnTo>
                  <a:lnTo>
                    <a:pt x="3316039" y="191374"/>
                  </a:lnTo>
                  <a:lnTo>
                    <a:pt x="3283950" y="224766"/>
                  </a:lnTo>
                  <a:lnTo>
                    <a:pt x="3254176" y="260284"/>
                  </a:lnTo>
                  <a:lnTo>
                    <a:pt x="3226838" y="297805"/>
                  </a:lnTo>
                  <a:lnTo>
                    <a:pt x="3202057" y="337203"/>
                  </a:lnTo>
                  <a:lnTo>
                    <a:pt x="3179955" y="378354"/>
                  </a:lnTo>
                  <a:lnTo>
                    <a:pt x="3136001" y="359838"/>
                  </a:lnTo>
                  <a:lnTo>
                    <a:pt x="3090576" y="344322"/>
                  </a:lnTo>
                  <a:lnTo>
                    <a:pt x="3043789" y="331970"/>
                  </a:lnTo>
                  <a:lnTo>
                    <a:pt x="2995751" y="322945"/>
                  </a:lnTo>
                  <a:lnTo>
                    <a:pt x="2946572" y="317410"/>
                  </a:lnTo>
                  <a:lnTo>
                    <a:pt x="2896362" y="315529"/>
                  </a:lnTo>
                  <a:lnTo>
                    <a:pt x="2846209" y="317365"/>
                  </a:lnTo>
                  <a:lnTo>
                    <a:pt x="2797055" y="322784"/>
                  </a:lnTo>
                  <a:lnTo>
                    <a:pt x="2749025" y="331654"/>
                  </a:lnTo>
                  <a:lnTo>
                    <a:pt x="2702246" y="343842"/>
                  </a:lnTo>
                  <a:lnTo>
                    <a:pt x="2656842" y="359216"/>
                  </a:lnTo>
                  <a:lnTo>
                    <a:pt x="2612940" y="377644"/>
                  </a:lnTo>
                  <a:lnTo>
                    <a:pt x="2570665" y="398993"/>
                  </a:lnTo>
                  <a:lnTo>
                    <a:pt x="2544323" y="359496"/>
                  </a:lnTo>
                  <a:lnTo>
                    <a:pt x="2515784" y="321671"/>
                  </a:lnTo>
                  <a:lnTo>
                    <a:pt x="2485138" y="285610"/>
                  </a:lnTo>
                  <a:lnTo>
                    <a:pt x="2452476" y="251406"/>
                  </a:lnTo>
                  <a:lnTo>
                    <a:pt x="2417888" y="219153"/>
                  </a:lnTo>
                  <a:lnTo>
                    <a:pt x="2381465" y="188944"/>
                  </a:lnTo>
                  <a:lnTo>
                    <a:pt x="2343296" y="160873"/>
                  </a:lnTo>
                  <a:lnTo>
                    <a:pt x="2303472" y="135032"/>
                  </a:lnTo>
                  <a:lnTo>
                    <a:pt x="2262084" y="111515"/>
                  </a:lnTo>
                  <a:lnTo>
                    <a:pt x="2219221" y="90416"/>
                  </a:lnTo>
                  <a:lnTo>
                    <a:pt x="2174975" y="71827"/>
                  </a:lnTo>
                  <a:lnTo>
                    <a:pt x="2129434" y="55842"/>
                  </a:lnTo>
                  <a:lnTo>
                    <a:pt x="2082691" y="42554"/>
                  </a:lnTo>
                  <a:lnTo>
                    <a:pt x="2034835" y="32056"/>
                  </a:lnTo>
                  <a:lnTo>
                    <a:pt x="1985956" y="24443"/>
                  </a:lnTo>
                  <a:lnTo>
                    <a:pt x="1936145" y="19806"/>
                  </a:lnTo>
                  <a:lnTo>
                    <a:pt x="1885492" y="18240"/>
                  </a:lnTo>
                  <a:lnTo>
                    <a:pt x="1834602" y="19819"/>
                  </a:lnTo>
                  <a:lnTo>
                    <a:pt x="1784560" y="24495"/>
                  </a:lnTo>
                  <a:lnTo>
                    <a:pt x="1735459" y="32173"/>
                  </a:lnTo>
                  <a:lnTo>
                    <a:pt x="1687391" y="42758"/>
                  </a:lnTo>
                  <a:lnTo>
                    <a:pt x="1640448" y="56158"/>
                  </a:lnTo>
                  <a:lnTo>
                    <a:pt x="1594721" y="72277"/>
                  </a:lnTo>
                  <a:lnTo>
                    <a:pt x="1550303" y="91021"/>
                  </a:lnTo>
                  <a:lnTo>
                    <a:pt x="1507286" y="112297"/>
                  </a:lnTo>
                  <a:lnTo>
                    <a:pt x="1465761" y="136009"/>
                  </a:lnTo>
                  <a:lnTo>
                    <a:pt x="1425822" y="162065"/>
                  </a:lnTo>
                  <a:lnTo>
                    <a:pt x="1387559" y="190370"/>
                  </a:lnTo>
                  <a:lnTo>
                    <a:pt x="1351066" y="220829"/>
                  </a:lnTo>
                  <a:lnTo>
                    <a:pt x="1316433" y="253349"/>
                  </a:lnTo>
                  <a:lnTo>
                    <a:pt x="1283754" y="287835"/>
                  </a:lnTo>
                  <a:lnTo>
                    <a:pt x="1253120" y="324193"/>
                  </a:lnTo>
                  <a:lnTo>
                    <a:pt x="1224623" y="362330"/>
                  </a:lnTo>
                  <a:lnTo>
                    <a:pt x="1198355" y="402150"/>
                  </a:lnTo>
                  <a:lnTo>
                    <a:pt x="1174409" y="443561"/>
                  </a:lnTo>
                  <a:lnTo>
                    <a:pt x="1152875" y="486466"/>
                  </a:lnTo>
                  <a:lnTo>
                    <a:pt x="1116206" y="455574"/>
                  </a:lnTo>
                  <a:lnTo>
                    <a:pt x="1077749" y="426842"/>
                  </a:lnTo>
                  <a:lnTo>
                    <a:pt x="1037596" y="400370"/>
                  </a:lnTo>
                  <a:lnTo>
                    <a:pt x="995838" y="376259"/>
                  </a:lnTo>
                  <a:lnTo>
                    <a:pt x="952568" y="354608"/>
                  </a:lnTo>
                  <a:lnTo>
                    <a:pt x="907875" y="335519"/>
                  </a:lnTo>
                  <a:lnTo>
                    <a:pt x="861852" y="319092"/>
                  </a:lnTo>
                  <a:lnTo>
                    <a:pt x="814591" y="305426"/>
                  </a:lnTo>
                  <a:lnTo>
                    <a:pt x="766182" y="294623"/>
                  </a:lnTo>
                  <a:lnTo>
                    <a:pt x="716717" y="286782"/>
                  </a:lnTo>
                  <a:lnTo>
                    <a:pt x="666288" y="282004"/>
                  </a:lnTo>
                  <a:lnTo>
                    <a:pt x="614986" y="280389"/>
                  </a:lnTo>
                  <a:lnTo>
                    <a:pt x="562597" y="282063"/>
                  </a:lnTo>
                  <a:lnTo>
                    <a:pt x="511108" y="287016"/>
                  </a:lnTo>
                  <a:lnTo>
                    <a:pt x="460618" y="295146"/>
                  </a:lnTo>
                  <a:lnTo>
                    <a:pt x="411229" y="306350"/>
                  </a:lnTo>
                  <a:lnTo>
                    <a:pt x="363040" y="320524"/>
                  </a:lnTo>
                  <a:lnTo>
                    <a:pt x="316154" y="337566"/>
                  </a:lnTo>
                  <a:lnTo>
                    <a:pt x="270669" y="357373"/>
                  </a:lnTo>
                  <a:lnTo>
                    <a:pt x="226688" y="379843"/>
                  </a:lnTo>
                  <a:lnTo>
                    <a:pt x="184310" y="404871"/>
                  </a:lnTo>
                  <a:lnTo>
                    <a:pt x="143637" y="432356"/>
                  </a:lnTo>
                  <a:lnTo>
                    <a:pt x="104769" y="462194"/>
                  </a:lnTo>
                  <a:lnTo>
                    <a:pt x="67806" y="494282"/>
                  </a:lnTo>
                  <a:lnTo>
                    <a:pt x="32849" y="528518"/>
                  </a:lnTo>
                  <a:lnTo>
                    <a:pt x="0" y="564799"/>
                  </a:lnTo>
                  <a:lnTo>
                    <a:pt x="5122880" y="564799"/>
                  </a:lnTo>
                  <a:lnTo>
                    <a:pt x="5085240" y="530581"/>
                  </a:lnTo>
                  <a:lnTo>
                    <a:pt x="5044819" y="499591"/>
                  </a:lnTo>
                  <a:lnTo>
                    <a:pt x="5001817" y="472043"/>
                  </a:lnTo>
                  <a:lnTo>
                    <a:pt x="4956435" y="448148"/>
                  </a:lnTo>
                  <a:lnTo>
                    <a:pt x="4908871" y="428121"/>
                  </a:lnTo>
                  <a:lnTo>
                    <a:pt x="4859326" y="412174"/>
                  </a:lnTo>
                  <a:lnTo>
                    <a:pt x="4807999" y="400519"/>
                  </a:lnTo>
                  <a:lnTo>
                    <a:pt x="4755090" y="393371"/>
                  </a:lnTo>
                  <a:lnTo>
                    <a:pt x="4700799" y="390940"/>
                  </a:lnTo>
                  <a:lnTo>
                    <a:pt x="4651982" y="392927"/>
                  </a:lnTo>
                  <a:lnTo>
                    <a:pt x="4604267" y="398770"/>
                  </a:lnTo>
                  <a:lnTo>
                    <a:pt x="4557790" y="408293"/>
                  </a:lnTo>
                  <a:lnTo>
                    <a:pt x="4512687" y="421323"/>
                  </a:lnTo>
                  <a:lnTo>
                    <a:pt x="4469092" y="437684"/>
                  </a:lnTo>
                  <a:lnTo>
                    <a:pt x="4427142" y="457200"/>
                  </a:lnTo>
                  <a:lnTo>
                    <a:pt x="4410433" y="413599"/>
                  </a:lnTo>
                  <a:lnTo>
                    <a:pt x="4390875" y="371499"/>
                  </a:lnTo>
                  <a:lnTo>
                    <a:pt x="4368587" y="331019"/>
                  </a:lnTo>
                  <a:lnTo>
                    <a:pt x="4343687" y="292280"/>
                  </a:lnTo>
                  <a:lnTo>
                    <a:pt x="4316294" y="255401"/>
                  </a:lnTo>
                  <a:lnTo>
                    <a:pt x="4286525" y="220504"/>
                  </a:lnTo>
                  <a:lnTo>
                    <a:pt x="4254499" y="187708"/>
                  </a:lnTo>
                  <a:lnTo>
                    <a:pt x="4220335" y="157133"/>
                  </a:lnTo>
                  <a:lnTo>
                    <a:pt x="4184150" y="128900"/>
                  </a:lnTo>
                  <a:lnTo>
                    <a:pt x="4146062" y="103129"/>
                  </a:lnTo>
                  <a:lnTo>
                    <a:pt x="4106191" y="79939"/>
                  </a:lnTo>
                  <a:lnTo>
                    <a:pt x="4064654" y="59452"/>
                  </a:lnTo>
                  <a:lnTo>
                    <a:pt x="4021570" y="41786"/>
                  </a:lnTo>
                  <a:lnTo>
                    <a:pt x="3977056" y="27064"/>
                  </a:lnTo>
                  <a:lnTo>
                    <a:pt x="3931232" y="15403"/>
                  </a:lnTo>
                  <a:lnTo>
                    <a:pt x="3884216" y="6926"/>
                  </a:lnTo>
                  <a:lnTo>
                    <a:pt x="3836125" y="1751"/>
                  </a:lnTo>
                  <a:lnTo>
                    <a:pt x="3787078" y="0"/>
                  </a:lnTo>
                  <a:close/>
                </a:path>
              </a:pathLst>
            </a:custGeom>
            <a:solidFill>
              <a:srgbClr val="15744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7184605" y="5957632"/>
              <a:ext cx="341630" cy="19050"/>
            </a:xfrm>
            <a:custGeom>
              <a:avLst/>
              <a:gdLst/>
              <a:ahLst/>
              <a:cxnLst/>
              <a:rect l="l" t="t" r="r" b="b"/>
              <a:pathLst>
                <a:path w="341629" h="19050">
                  <a:moveTo>
                    <a:pt x="170413" y="0"/>
                  </a:moveTo>
                  <a:lnTo>
                    <a:pt x="126822" y="1219"/>
                  </a:lnTo>
                  <a:lnTo>
                    <a:pt x="83867" y="4791"/>
                  </a:lnTo>
                  <a:lnTo>
                    <a:pt x="41582" y="10588"/>
                  </a:lnTo>
                  <a:lnTo>
                    <a:pt x="0" y="18481"/>
                  </a:lnTo>
                  <a:lnTo>
                    <a:pt x="341162" y="18481"/>
                  </a:lnTo>
                  <a:lnTo>
                    <a:pt x="299491" y="10579"/>
                  </a:lnTo>
                  <a:lnTo>
                    <a:pt x="257119" y="4783"/>
                  </a:lnTo>
                  <a:lnTo>
                    <a:pt x="214081" y="1216"/>
                  </a:lnTo>
                  <a:lnTo>
                    <a:pt x="170413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" name="object 9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018049" y="5763830"/>
              <a:ext cx="145859" cy="212286"/>
            </a:xfrm>
            <a:prstGeom prst="rect">
              <a:avLst/>
            </a:prstGeom>
          </p:spPr>
        </p:pic>
        <p:sp>
          <p:nvSpPr>
            <p:cNvPr id="10" name="object 10" descr=""/>
            <p:cNvSpPr/>
            <p:nvPr/>
          </p:nvSpPr>
          <p:spPr>
            <a:xfrm>
              <a:off x="3538004" y="4722348"/>
              <a:ext cx="8908415" cy="1254125"/>
            </a:xfrm>
            <a:custGeom>
              <a:avLst/>
              <a:gdLst/>
              <a:ahLst/>
              <a:cxnLst/>
              <a:rect l="l" t="t" r="r" b="b"/>
              <a:pathLst>
                <a:path w="8908415" h="1254125">
                  <a:moveTo>
                    <a:pt x="272300" y="1253769"/>
                  </a:moveTo>
                  <a:lnTo>
                    <a:pt x="246443" y="1208646"/>
                  </a:lnTo>
                  <a:lnTo>
                    <a:pt x="217792" y="1164704"/>
                  </a:lnTo>
                  <a:lnTo>
                    <a:pt x="186550" y="1122019"/>
                  </a:lnTo>
                  <a:lnTo>
                    <a:pt x="152984" y="1080643"/>
                  </a:lnTo>
                  <a:lnTo>
                    <a:pt x="117309" y="1040676"/>
                  </a:lnTo>
                  <a:lnTo>
                    <a:pt x="79768" y="1002169"/>
                  </a:lnTo>
                  <a:lnTo>
                    <a:pt x="40589" y="965187"/>
                  </a:lnTo>
                  <a:lnTo>
                    <a:pt x="0" y="929830"/>
                  </a:lnTo>
                  <a:lnTo>
                    <a:pt x="0" y="1253769"/>
                  </a:lnTo>
                  <a:lnTo>
                    <a:pt x="272300" y="1253769"/>
                  </a:lnTo>
                  <a:close/>
                </a:path>
                <a:path w="8908415" h="1254125">
                  <a:moveTo>
                    <a:pt x="1676273" y="1253782"/>
                  </a:moveTo>
                  <a:lnTo>
                    <a:pt x="1662303" y="1208316"/>
                  </a:lnTo>
                  <a:lnTo>
                    <a:pt x="1645158" y="1164323"/>
                  </a:lnTo>
                  <a:lnTo>
                    <a:pt x="1624977" y="1121968"/>
                  </a:lnTo>
                  <a:lnTo>
                    <a:pt x="1601889" y="1081366"/>
                  </a:lnTo>
                  <a:lnTo>
                    <a:pt x="1576031" y="1042644"/>
                  </a:lnTo>
                  <a:lnTo>
                    <a:pt x="1547545" y="1005954"/>
                  </a:lnTo>
                  <a:lnTo>
                    <a:pt x="1516570" y="971423"/>
                  </a:lnTo>
                  <a:lnTo>
                    <a:pt x="1483220" y="939190"/>
                  </a:lnTo>
                  <a:lnTo>
                    <a:pt x="1447634" y="909383"/>
                  </a:lnTo>
                  <a:lnTo>
                    <a:pt x="1409966" y="882142"/>
                  </a:lnTo>
                  <a:lnTo>
                    <a:pt x="1370330" y="857605"/>
                  </a:lnTo>
                  <a:lnTo>
                    <a:pt x="1328864" y="835901"/>
                  </a:lnTo>
                  <a:lnTo>
                    <a:pt x="1285722" y="817156"/>
                  </a:lnTo>
                  <a:lnTo>
                    <a:pt x="1241005" y="801522"/>
                  </a:lnTo>
                  <a:lnTo>
                    <a:pt x="1194879" y="789127"/>
                  </a:lnTo>
                  <a:lnTo>
                    <a:pt x="1147457" y="780110"/>
                  </a:lnTo>
                  <a:lnTo>
                    <a:pt x="1098880" y="774598"/>
                  </a:lnTo>
                  <a:lnTo>
                    <a:pt x="1049299" y="772731"/>
                  </a:lnTo>
                  <a:lnTo>
                    <a:pt x="999705" y="774598"/>
                  </a:lnTo>
                  <a:lnTo>
                    <a:pt x="951128" y="780110"/>
                  </a:lnTo>
                  <a:lnTo>
                    <a:pt x="903706" y="789127"/>
                  </a:lnTo>
                  <a:lnTo>
                    <a:pt x="857580" y="801522"/>
                  </a:lnTo>
                  <a:lnTo>
                    <a:pt x="812863" y="817156"/>
                  </a:lnTo>
                  <a:lnTo>
                    <a:pt x="769721" y="835901"/>
                  </a:lnTo>
                  <a:lnTo>
                    <a:pt x="728256" y="857605"/>
                  </a:lnTo>
                  <a:lnTo>
                    <a:pt x="688619" y="882142"/>
                  </a:lnTo>
                  <a:lnTo>
                    <a:pt x="650951" y="909383"/>
                  </a:lnTo>
                  <a:lnTo>
                    <a:pt x="615365" y="939190"/>
                  </a:lnTo>
                  <a:lnTo>
                    <a:pt x="582015" y="971423"/>
                  </a:lnTo>
                  <a:lnTo>
                    <a:pt x="551040" y="1005954"/>
                  </a:lnTo>
                  <a:lnTo>
                    <a:pt x="522554" y="1042644"/>
                  </a:lnTo>
                  <a:lnTo>
                    <a:pt x="496697" y="1081366"/>
                  </a:lnTo>
                  <a:lnTo>
                    <a:pt x="473621" y="1121968"/>
                  </a:lnTo>
                  <a:lnTo>
                    <a:pt x="453440" y="1164323"/>
                  </a:lnTo>
                  <a:lnTo>
                    <a:pt x="436295" y="1208316"/>
                  </a:lnTo>
                  <a:lnTo>
                    <a:pt x="422313" y="1253782"/>
                  </a:lnTo>
                  <a:lnTo>
                    <a:pt x="1676273" y="1253782"/>
                  </a:lnTo>
                  <a:close/>
                </a:path>
                <a:path w="8908415" h="1254125">
                  <a:moveTo>
                    <a:pt x="4293387" y="1178242"/>
                  </a:moveTo>
                  <a:lnTo>
                    <a:pt x="4292358" y="1130376"/>
                  </a:lnTo>
                  <a:lnTo>
                    <a:pt x="4289336" y="1083017"/>
                  </a:lnTo>
                  <a:lnTo>
                    <a:pt x="4284332" y="1036231"/>
                  </a:lnTo>
                  <a:lnTo>
                    <a:pt x="4277398" y="990041"/>
                  </a:lnTo>
                  <a:lnTo>
                    <a:pt x="4268584" y="944499"/>
                  </a:lnTo>
                  <a:lnTo>
                    <a:pt x="4257916" y="899642"/>
                  </a:lnTo>
                  <a:lnTo>
                    <a:pt x="4245445" y="855510"/>
                  </a:lnTo>
                  <a:lnTo>
                    <a:pt x="4231221" y="812152"/>
                  </a:lnTo>
                  <a:lnTo>
                    <a:pt x="4215257" y="769607"/>
                  </a:lnTo>
                  <a:lnTo>
                    <a:pt x="4197629" y="727913"/>
                  </a:lnTo>
                  <a:lnTo>
                    <a:pt x="4178350" y="687120"/>
                  </a:lnTo>
                  <a:lnTo>
                    <a:pt x="4157484" y="647242"/>
                  </a:lnTo>
                  <a:lnTo>
                    <a:pt x="4135056" y="608355"/>
                  </a:lnTo>
                  <a:lnTo>
                    <a:pt x="4111117" y="570484"/>
                  </a:lnTo>
                  <a:lnTo>
                    <a:pt x="4085691" y="533679"/>
                  </a:lnTo>
                  <a:lnTo>
                    <a:pt x="4058843" y="497967"/>
                  </a:lnTo>
                  <a:lnTo>
                    <a:pt x="4030611" y="463397"/>
                  </a:lnTo>
                  <a:lnTo>
                    <a:pt x="4001020" y="430009"/>
                  </a:lnTo>
                  <a:lnTo>
                    <a:pt x="3970134" y="397840"/>
                  </a:lnTo>
                  <a:lnTo>
                    <a:pt x="3937965" y="366953"/>
                  </a:lnTo>
                  <a:lnTo>
                    <a:pt x="3904577" y="337362"/>
                  </a:lnTo>
                  <a:lnTo>
                    <a:pt x="3870007" y="309130"/>
                  </a:lnTo>
                  <a:lnTo>
                    <a:pt x="3834295" y="282282"/>
                  </a:lnTo>
                  <a:lnTo>
                    <a:pt x="3797490" y="256857"/>
                  </a:lnTo>
                  <a:lnTo>
                    <a:pt x="3759619" y="232918"/>
                  </a:lnTo>
                  <a:lnTo>
                    <a:pt x="3720719" y="210489"/>
                  </a:lnTo>
                  <a:lnTo>
                    <a:pt x="3680853" y="189623"/>
                  </a:lnTo>
                  <a:lnTo>
                    <a:pt x="3640061" y="170345"/>
                  </a:lnTo>
                  <a:lnTo>
                    <a:pt x="3598354" y="152717"/>
                  </a:lnTo>
                  <a:lnTo>
                    <a:pt x="3555809" y="136766"/>
                  </a:lnTo>
                  <a:lnTo>
                    <a:pt x="3512451" y="122529"/>
                  </a:lnTo>
                  <a:lnTo>
                    <a:pt x="3468332" y="110058"/>
                  </a:lnTo>
                  <a:lnTo>
                    <a:pt x="3423475" y="99390"/>
                  </a:lnTo>
                  <a:lnTo>
                    <a:pt x="3377933" y="90576"/>
                  </a:lnTo>
                  <a:lnTo>
                    <a:pt x="3331743" y="83642"/>
                  </a:lnTo>
                  <a:lnTo>
                    <a:pt x="3284944" y="78651"/>
                  </a:lnTo>
                  <a:lnTo>
                    <a:pt x="3237598" y="75615"/>
                  </a:lnTo>
                  <a:lnTo>
                    <a:pt x="3189719" y="74599"/>
                  </a:lnTo>
                  <a:lnTo>
                    <a:pt x="3141840" y="75615"/>
                  </a:lnTo>
                  <a:lnTo>
                    <a:pt x="3094494" y="78651"/>
                  </a:lnTo>
                  <a:lnTo>
                    <a:pt x="3047708" y="83642"/>
                  </a:lnTo>
                  <a:lnTo>
                    <a:pt x="3001518" y="90576"/>
                  </a:lnTo>
                  <a:lnTo>
                    <a:pt x="2955975" y="99390"/>
                  </a:lnTo>
                  <a:lnTo>
                    <a:pt x="2911119" y="110058"/>
                  </a:lnTo>
                  <a:lnTo>
                    <a:pt x="2866999" y="122529"/>
                  </a:lnTo>
                  <a:lnTo>
                    <a:pt x="2823641" y="136766"/>
                  </a:lnTo>
                  <a:lnTo>
                    <a:pt x="2781096" y="152717"/>
                  </a:lnTo>
                  <a:lnTo>
                    <a:pt x="2739390" y="170345"/>
                  </a:lnTo>
                  <a:lnTo>
                    <a:pt x="2698597" y="189623"/>
                  </a:lnTo>
                  <a:lnTo>
                    <a:pt x="2658732" y="210489"/>
                  </a:lnTo>
                  <a:lnTo>
                    <a:pt x="2619845" y="232918"/>
                  </a:lnTo>
                  <a:lnTo>
                    <a:pt x="2581973" y="256857"/>
                  </a:lnTo>
                  <a:lnTo>
                    <a:pt x="2545156" y="282282"/>
                  </a:lnTo>
                  <a:lnTo>
                    <a:pt x="2509443" y="309130"/>
                  </a:lnTo>
                  <a:lnTo>
                    <a:pt x="2474874" y="337362"/>
                  </a:lnTo>
                  <a:lnTo>
                    <a:pt x="2441486" y="366953"/>
                  </a:lnTo>
                  <a:lnTo>
                    <a:pt x="2409329" y="397840"/>
                  </a:lnTo>
                  <a:lnTo>
                    <a:pt x="2378430" y="430009"/>
                  </a:lnTo>
                  <a:lnTo>
                    <a:pt x="2348852" y="463397"/>
                  </a:lnTo>
                  <a:lnTo>
                    <a:pt x="2320607" y="497967"/>
                  </a:lnTo>
                  <a:lnTo>
                    <a:pt x="2293759" y="533679"/>
                  </a:lnTo>
                  <a:lnTo>
                    <a:pt x="2268347" y="570484"/>
                  </a:lnTo>
                  <a:lnTo>
                    <a:pt x="2244407" y="608355"/>
                  </a:lnTo>
                  <a:lnTo>
                    <a:pt x="2221979" y="647242"/>
                  </a:lnTo>
                  <a:lnTo>
                    <a:pt x="2201100" y="687120"/>
                  </a:lnTo>
                  <a:lnTo>
                    <a:pt x="2181834" y="727913"/>
                  </a:lnTo>
                  <a:lnTo>
                    <a:pt x="2164194" y="769607"/>
                  </a:lnTo>
                  <a:lnTo>
                    <a:pt x="2148243" y="812152"/>
                  </a:lnTo>
                  <a:lnTo>
                    <a:pt x="2134006" y="855510"/>
                  </a:lnTo>
                  <a:lnTo>
                    <a:pt x="2121547" y="899642"/>
                  </a:lnTo>
                  <a:lnTo>
                    <a:pt x="2110879" y="944499"/>
                  </a:lnTo>
                  <a:lnTo>
                    <a:pt x="2102065" y="990041"/>
                  </a:lnTo>
                  <a:lnTo>
                    <a:pt x="2095131" y="1036231"/>
                  </a:lnTo>
                  <a:lnTo>
                    <a:pt x="2090127" y="1083017"/>
                  </a:lnTo>
                  <a:lnTo>
                    <a:pt x="2087092" y="1130376"/>
                  </a:lnTo>
                  <a:lnTo>
                    <a:pt x="2086076" y="1178242"/>
                  </a:lnTo>
                  <a:lnTo>
                    <a:pt x="2086292" y="1197254"/>
                  </a:lnTo>
                  <a:lnTo>
                    <a:pt x="2086876" y="1216164"/>
                  </a:lnTo>
                  <a:lnTo>
                    <a:pt x="2087778" y="1235011"/>
                  </a:lnTo>
                  <a:lnTo>
                    <a:pt x="2088934" y="1253769"/>
                  </a:lnTo>
                  <a:lnTo>
                    <a:pt x="4290530" y="1253769"/>
                  </a:lnTo>
                  <a:lnTo>
                    <a:pt x="4291685" y="1235011"/>
                  </a:lnTo>
                  <a:lnTo>
                    <a:pt x="4292587" y="1216164"/>
                  </a:lnTo>
                  <a:lnTo>
                    <a:pt x="4293171" y="1197254"/>
                  </a:lnTo>
                  <a:lnTo>
                    <a:pt x="4293387" y="1178242"/>
                  </a:lnTo>
                  <a:close/>
                </a:path>
                <a:path w="8908415" h="1254125">
                  <a:moveTo>
                    <a:pt x="8908148" y="1253769"/>
                  </a:moveTo>
                  <a:lnTo>
                    <a:pt x="8894280" y="1207528"/>
                  </a:lnTo>
                  <a:lnTo>
                    <a:pt x="8878481" y="1162151"/>
                  </a:lnTo>
                  <a:lnTo>
                    <a:pt x="8860777" y="1117714"/>
                  </a:lnTo>
                  <a:lnTo>
                    <a:pt x="8841232" y="1074229"/>
                  </a:lnTo>
                  <a:lnTo>
                    <a:pt x="8819883" y="1031773"/>
                  </a:lnTo>
                  <a:lnTo>
                    <a:pt x="8796795" y="990396"/>
                  </a:lnTo>
                  <a:lnTo>
                    <a:pt x="8772004" y="950125"/>
                  </a:lnTo>
                  <a:lnTo>
                    <a:pt x="8745576" y="911021"/>
                  </a:lnTo>
                  <a:lnTo>
                    <a:pt x="8717534" y="873125"/>
                  </a:lnTo>
                  <a:lnTo>
                    <a:pt x="8687930" y="836510"/>
                  </a:lnTo>
                  <a:lnTo>
                    <a:pt x="8656841" y="801192"/>
                  </a:lnTo>
                  <a:lnTo>
                    <a:pt x="8624278" y="767245"/>
                  </a:lnTo>
                  <a:lnTo>
                    <a:pt x="8590318" y="734695"/>
                  </a:lnTo>
                  <a:lnTo>
                    <a:pt x="8554987" y="703618"/>
                  </a:lnTo>
                  <a:lnTo>
                    <a:pt x="8518360" y="674039"/>
                  </a:lnTo>
                  <a:lnTo>
                    <a:pt x="8480463" y="646023"/>
                  </a:lnTo>
                  <a:lnTo>
                    <a:pt x="8441347" y="619594"/>
                  </a:lnTo>
                  <a:lnTo>
                    <a:pt x="8401063" y="594842"/>
                  </a:lnTo>
                  <a:lnTo>
                    <a:pt x="8359673" y="571779"/>
                  </a:lnTo>
                  <a:lnTo>
                    <a:pt x="8317204" y="550456"/>
                  </a:lnTo>
                  <a:lnTo>
                    <a:pt x="8273720" y="530948"/>
                  </a:lnTo>
                  <a:lnTo>
                    <a:pt x="8229270" y="513283"/>
                  </a:lnTo>
                  <a:lnTo>
                    <a:pt x="8183893" y="497509"/>
                  </a:lnTo>
                  <a:lnTo>
                    <a:pt x="8137626" y="483679"/>
                  </a:lnTo>
                  <a:lnTo>
                    <a:pt x="8090548" y="471855"/>
                  </a:lnTo>
                  <a:lnTo>
                    <a:pt x="8042694" y="462064"/>
                  </a:lnTo>
                  <a:lnTo>
                    <a:pt x="7994104" y="454367"/>
                  </a:lnTo>
                  <a:lnTo>
                    <a:pt x="7944828" y="448805"/>
                  </a:lnTo>
                  <a:lnTo>
                    <a:pt x="7894929" y="445439"/>
                  </a:lnTo>
                  <a:lnTo>
                    <a:pt x="7851140" y="444449"/>
                  </a:lnTo>
                  <a:lnTo>
                    <a:pt x="7846809" y="436587"/>
                  </a:lnTo>
                  <a:lnTo>
                    <a:pt x="7822882" y="398068"/>
                  </a:lnTo>
                  <a:lnTo>
                    <a:pt x="7797076" y="360895"/>
                  </a:lnTo>
                  <a:lnTo>
                    <a:pt x="7769441" y="325145"/>
                  </a:lnTo>
                  <a:lnTo>
                    <a:pt x="7740053" y="290880"/>
                  </a:lnTo>
                  <a:lnTo>
                    <a:pt x="7708976" y="258178"/>
                  </a:lnTo>
                  <a:lnTo>
                    <a:pt x="7676261" y="227101"/>
                  </a:lnTo>
                  <a:lnTo>
                    <a:pt x="7642009" y="197713"/>
                  </a:lnTo>
                  <a:lnTo>
                    <a:pt x="7606258" y="170078"/>
                  </a:lnTo>
                  <a:lnTo>
                    <a:pt x="7569086" y="144272"/>
                  </a:lnTo>
                  <a:lnTo>
                    <a:pt x="7530566" y="120345"/>
                  </a:lnTo>
                  <a:lnTo>
                    <a:pt x="7490765" y="98386"/>
                  </a:lnTo>
                  <a:lnTo>
                    <a:pt x="7449731" y="78460"/>
                  </a:lnTo>
                  <a:lnTo>
                    <a:pt x="7407554" y="60617"/>
                  </a:lnTo>
                  <a:lnTo>
                    <a:pt x="7364285" y="44932"/>
                  </a:lnTo>
                  <a:lnTo>
                    <a:pt x="7320000" y="31483"/>
                  </a:lnTo>
                  <a:lnTo>
                    <a:pt x="7274763" y="20332"/>
                  </a:lnTo>
                  <a:lnTo>
                    <a:pt x="7228649" y="11531"/>
                  </a:lnTo>
                  <a:lnTo>
                    <a:pt x="7181710" y="5168"/>
                  </a:lnTo>
                  <a:lnTo>
                    <a:pt x="7134022" y="1308"/>
                  </a:lnTo>
                  <a:lnTo>
                    <a:pt x="7085660" y="0"/>
                  </a:lnTo>
                  <a:lnTo>
                    <a:pt x="7037298" y="1308"/>
                  </a:lnTo>
                  <a:lnTo>
                    <a:pt x="6989610" y="5168"/>
                  </a:lnTo>
                  <a:lnTo>
                    <a:pt x="6942683" y="11531"/>
                  </a:lnTo>
                  <a:lnTo>
                    <a:pt x="6896557" y="20332"/>
                  </a:lnTo>
                  <a:lnTo>
                    <a:pt x="6851320" y="31483"/>
                  </a:lnTo>
                  <a:lnTo>
                    <a:pt x="6807035" y="44932"/>
                  </a:lnTo>
                  <a:lnTo>
                    <a:pt x="6763779" y="60617"/>
                  </a:lnTo>
                  <a:lnTo>
                    <a:pt x="6721589" y="78460"/>
                  </a:lnTo>
                  <a:lnTo>
                    <a:pt x="6680568" y="98386"/>
                  </a:lnTo>
                  <a:lnTo>
                    <a:pt x="6640754" y="120345"/>
                  </a:lnTo>
                  <a:lnTo>
                    <a:pt x="6602235" y="144272"/>
                  </a:lnTo>
                  <a:lnTo>
                    <a:pt x="6565062" y="170078"/>
                  </a:lnTo>
                  <a:lnTo>
                    <a:pt x="6529311" y="197713"/>
                  </a:lnTo>
                  <a:lnTo>
                    <a:pt x="6495059" y="227101"/>
                  </a:lnTo>
                  <a:lnTo>
                    <a:pt x="6462357" y="258178"/>
                  </a:lnTo>
                  <a:lnTo>
                    <a:pt x="6431267" y="290880"/>
                  </a:lnTo>
                  <a:lnTo>
                    <a:pt x="6401879" y="325145"/>
                  </a:lnTo>
                  <a:lnTo>
                    <a:pt x="6374244" y="360895"/>
                  </a:lnTo>
                  <a:lnTo>
                    <a:pt x="6348438" y="398068"/>
                  </a:lnTo>
                  <a:lnTo>
                    <a:pt x="6324524" y="436587"/>
                  </a:lnTo>
                  <a:lnTo>
                    <a:pt x="6302565" y="476389"/>
                  </a:lnTo>
                  <a:lnTo>
                    <a:pt x="6282626" y="517423"/>
                  </a:lnTo>
                  <a:lnTo>
                    <a:pt x="6264783" y="559600"/>
                  </a:lnTo>
                  <a:lnTo>
                    <a:pt x="6263551" y="563003"/>
                  </a:lnTo>
                  <a:lnTo>
                    <a:pt x="6232880" y="554037"/>
                  </a:lnTo>
                  <a:lnTo>
                    <a:pt x="6187402" y="543801"/>
                  </a:lnTo>
                  <a:lnTo>
                    <a:pt x="6140920" y="536371"/>
                  </a:lnTo>
                  <a:lnTo>
                    <a:pt x="6093536" y="531850"/>
                  </a:lnTo>
                  <a:lnTo>
                    <a:pt x="6045339" y="530326"/>
                  </a:lnTo>
                  <a:lnTo>
                    <a:pt x="5997130" y="531850"/>
                  </a:lnTo>
                  <a:lnTo>
                    <a:pt x="5949747" y="536371"/>
                  </a:lnTo>
                  <a:lnTo>
                    <a:pt x="5903265" y="543801"/>
                  </a:lnTo>
                  <a:lnTo>
                    <a:pt x="5857786" y="554037"/>
                  </a:lnTo>
                  <a:lnTo>
                    <a:pt x="5813399" y="567004"/>
                  </a:lnTo>
                  <a:lnTo>
                    <a:pt x="5770207" y="582574"/>
                  </a:lnTo>
                  <a:lnTo>
                    <a:pt x="5728284" y="600684"/>
                  </a:lnTo>
                  <a:lnTo>
                    <a:pt x="5687746" y="621245"/>
                  </a:lnTo>
                  <a:lnTo>
                    <a:pt x="5648655" y="644144"/>
                  </a:lnTo>
                  <a:lnTo>
                    <a:pt x="5611139" y="669290"/>
                  </a:lnTo>
                  <a:lnTo>
                    <a:pt x="5575262" y="696595"/>
                  </a:lnTo>
                  <a:lnTo>
                    <a:pt x="5541124" y="725970"/>
                  </a:lnTo>
                  <a:lnTo>
                    <a:pt x="5508828" y="757326"/>
                  </a:lnTo>
                  <a:lnTo>
                    <a:pt x="5478462" y="790562"/>
                  </a:lnTo>
                  <a:lnTo>
                    <a:pt x="5450116" y="825588"/>
                  </a:lnTo>
                  <a:lnTo>
                    <a:pt x="5423878" y="862304"/>
                  </a:lnTo>
                  <a:lnTo>
                    <a:pt x="5399849" y="900620"/>
                  </a:lnTo>
                  <a:lnTo>
                    <a:pt x="5378120" y="940460"/>
                  </a:lnTo>
                  <a:lnTo>
                    <a:pt x="5358777" y="981710"/>
                  </a:lnTo>
                  <a:lnTo>
                    <a:pt x="5341925" y="1024280"/>
                  </a:lnTo>
                  <a:lnTo>
                    <a:pt x="5327637" y="1068095"/>
                  </a:lnTo>
                  <a:lnTo>
                    <a:pt x="5316029" y="1113040"/>
                  </a:lnTo>
                  <a:lnTo>
                    <a:pt x="5307177" y="1159027"/>
                  </a:lnTo>
                  <a:lnTo>
                    <a:pt x="5301183" y="1205966"/>
                  </a:lnTo>
                  <a:lnTo>
                    <a:pt x="5298135" y="1253782"/>
                  </a:lnTo>
                  <a:lnTo>
                    <a:pt x="6792531" y="1253782"/>
                  </a:lnTo>
                  <a:lnTo>
                    <a:pt x="7884693" y="1253769"/>
                  </a:lnTo>
                  <a:lnTo>
                    <a:pt x="8908148" y="1253769"/>
                  </a:lnTo>
                  <a:close/>
                </a:path>
              </a:pathLst>
            </a:custGeom>
            <a:solidFill>
              <a:srgbClr val="29805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3538004" y="5121217"/>
              <a:ext cx="7410450" cy="855344"/>
            </a:xfrm>
            <a:custGeom>
              <a:avLst/>
              <a:gdLst/>
              <a:ahLst/>
              <a:cxnLst/>
              <a:rect l="l" t="t" r="r" b="b"/>
              <a:pathLst>
                <a:path w="7410450" h="855345">
                  <a:moveTo>
                    <a:pt x="1191768" y="854900"/>
                  </a:moveTo>
                  <a:lnTo>
                    <a:pt x="1189736" y="807389"/>
                  </a:lnTo>
                  <a:lnTo>
                    <a:pt x="1184592" y="760755"/>
                  </a:lnTo>
                  <a:lnTo>
                    <a:pt x="1176451" y="715098"/>
                  </a:lnTo>
                  <a:lnTo>
                    <a:pt x="1165402" y="670496"/>
                  </a:lnTo>
                  <a:lnTo>
                    <a:pt x="1151559" y="627087"/>
                  </a:lnTo>
                  <a:lnTo>
                    <a:pt x="1135011" y="584949"/>
                  </a:lnTo>
                  <a:lnTo>
                    <a:pt x="1115872" y="544195"/>
                  </a:lnTo>
                  <a:lnTo>
                    <a:pt x="1094244" y="504926"/>
                  </a:lnTo>
                  <a:lnTo>
                    <a:pt x="1070216" y="467245"/>
                  </a:lnTo>
                  <a:lnTo>
                    <a:pt x="1043901" y="431253"/>
                  </a:lnTo>
                  <a:lnTo>
                    <a:pt x="1015403" y="397052"/>
                  </a:lnTo>
                  <a:lnTo>
                    <a:pt x="984821" y="364744"/>
                  </a:lnTo>
                  <a:lnTo>
                    <a:pt x="952258" y="334429"/>
                  </a:lnTo>
                  <a:lnTo>
                    <a:pt x="917816" y="306209"/>
                  </a:lnTo>
                  <a:lnTo>
                    <a:pt x="881583" y="280200"/>
                  </a:lnTo>
                  <a:lnTo>
                    <a:pt x="843686" y="256489"/>
                  </a:lnTo>
                  <a:lnTo>
                    <a:pt x="804214" y="235191"/>
                  </a:lnTo>
                  <a:lnTo>
                    <a:pt x="763282" y="216395"/>
                  </a:lnTo>
                  <a:lnTo>
                    <a:pt x="720966" y="200202"/>
                  </a:lnTo>
                  <a:lnTo>
                    <a:pt x="677392" y="186728"/>
                  </a:lnTo>
                  <a:lnTo>
                    <a:pt x="632650" y="176072"/>
                  </a:lnTo>
                  <a:lnTo>
                    <a:pt x="586854" y="168338"/>
                  </a:lnTo>
                  <a:lnTo>
                    <a:pt x="540092" y="163614"/>
                  </a:lnTo>
                  <a:lnTo>
                    <a:pt x="492480" y="162026"/>
                  </a:lnTo>
                  <a:lnTo>
                    <a:pt x="444271" y="163601"/>
                  </a:lnTo>
                  <a:lnTo>
                    <a:pt x="394982" y="168249"/>
                  </a:lnTo>
                  <a:lnTo>
                    <a:pt x="344932" y="175882"/>
                  </a:lnTo>
                  <a:lnTo>
                    <a:pt x="294449" y="186372"/>
                  </a:lnTo>
                  <a:lnTo>
                    <a:pt x="243840" y="199656"/>
                  </a:lnTo>
                  <a:lnTo>
                    <a:pt x="193421" y="215595"/>
                  </a:lnTo>
                  <a:lnTo>
                    <a:pt x="143510" y="234111"/>
                  </a:lnTo>
                  <a:lnTo>
                    <a:pt x="94424" y="255079"/>
                  </a:lnTo>
                  <a:lnTo>
                    <a:pt x="46482" y="278422"/>
                  </a:lnTo>
                  <a:lnTo>
                    <a:pt x="0" y="304012"/>
                  </a:lnTo>
                  <a:lnTo>
                    <a:pt x="0" y="576275"/>
                  </a:lnTo>
                  <a:lnTo>
                    <a:pt x="0" y="854900"/>
                  </a:lnTo>
                  <a:lnTo>
                    <a:pt x="312648" y="854900"/>
                  </a:lnTo>
                  <a:lnTo>
                    <a:pt x="1191768" y="854900"/>
                  </a:lnTo>
                  <a:close/>
                </a:path>
                <a:path w="7410450" h="855345">
                  <a:moveTo>
                    <a:pt x="4862944" y="703389"/>
                  </a:moveTo>
                  <a:lnTo>
                    <a:pt x="4861318" y="655231"/>
                  </a:lnTo>
                  <a:lnTo>
                    <a:pt x="4856518" y="607949"/>
                  </a:lnTo>
                  <a:lnTo>
                    <a:pt x="4848657" y="561632"/>
                  </a:lnTo>
                  <a:lnTo>
                    <a:pt x="4837811" y="516407"/>
                  </a:lnTo>
                  <a:lnTo>
                    <a:pt x="4824120" y="472351"/>
                  </a:lnTo>
                  <a:lnTo>
                    <a:pt x="4807661" y="429602"/>
                  </a:lnTo>
                  <a:lnTo>
                    <a:pt x="4788560" y="388239"/>
                  </a:lnTo>
                  <a:lnTo>
                    <a:pt x="4766907" y="348373"/>
                  </a:lnTo>
                  <a:lnTo>
                    <a:pt x="4742815" y="310121"/>
                  </a:lnTo>
                  <a:lnTo>
                    <a:pt x="4716386" y="273570"/>
                  </a:lnTo>
                  <a:lnTo>
                    <a:pt x="4687709" y="238836"/>
                  </a:lnTo>
                  <a:lnTo>
                    <a:pt x="4656925" y="206019"/>
                  </a:lnTo>
                  <a:lnTo>
                    <a:pt x="4624108" y="175221"/>
                  </a:lnTo>
                  <a:lnTo>
                    <a:pt x="4589373" y="146558"/>
                  </a:lnTo>
                  <a:lnTo>
                    <a:pt x="4552823" y="120129"/>
                  </a:lnTo>
                  <a:lnTo>
                    <a:pt x="4514558" y="96037"/>
                  </a:lnTo>
                  <a:lnTo>
                    <a:pt x="4474705" y="74383"/>
                  </a:lnTo>
                  <a:lnTo>
                    <a:pt x="4433341" y="55283"/>
                  </a:lnTo>
                  <a:lnTo>
                    <a:pt x="4390580" y="38823"/>
                  </a:lnTo>
                  <a:lnTo>
                    <a:pt x="4346537" y="25133"/>
                  </a:lnTo>
                  <a:lnTo>
                    <a:pt x="4301312" y="14287"/>
                  </a:lnTo>
                  <a:lnTo>
                    <a:pt x="4254995" y="6426"/>
                  </a:lnTo>
                  <a:lnTo>
                    <a:pt x="4207713" y="1625"/>
                  </a:lnTo>
                  <a:lnTo>
                    <a:pt x="4159554" y="0"/>
                  </a:lnTo>
                  <a:lnTo>
                    <a:pt x="4111396" y="1625"/>
                  </a:lnTo>
                  <a:lnTo>
                    <a:pt x="4064101" y="6426"/>
                  </a:lnTo>
                  <a:lnTo>
                    <a:pt x="4017784" y="14287"/>
                  </a:lnTo>
                  <a:lnTo>
                    <a:pt x="3972560" y="25133"/>
                  </a:lnTo>
                  <a:lnTo>
                    <a:pt x="3928516" y="38823"/>
                  </a:lnTo>
                  <a:lnTo>
                    <a:pt x="3885755" y="55283"/>
                  </a:lnTo>
                  <a:lnTo>
                    <a:pt x="3844391" y="74383"/>
                  </a:lnTo>
                  <a:lnTo>
                    <a:pt x="3804526" y="96037"/>
                  </a:lnTo>
                  <a:lnTo>
                    <a:pt x="3766274" y="120129"/>
                  </a:lnTo>
                  <a:lnTo>
                    <a:pt x="3729723" y="146558"/>
                  </a:lnTo>
                  <a:lnTo>
                    <a:pt x="3694988" y="175221"/>
                  </a:lnTo>
                  <a:lnTo>
                    <a:pt x="3662172" y="206019"/>
                  </a:lnTo>
                  <a:lnTo>
                    <a:pt x="3631387" y="238836"/>
                  </a:lnTo>
                  <a:lnTo>
                    <a:pt x="3602710" y="273570"/>
                  </a:lnTo>
                  <a:lnTo>
                    <a:pt x="3576282" y="310121"/>
                  </a:lnTo>
                  <a:lnTo>
                    <a:pt x="3552190" y="348373"/>
                  </a:lnTo>
                  <a:lnTo>
                    <a:pt x="3530536" y="388239"/>
                  </a:lnTo>
                  <a:lnTo>
                    <a:pt x="3511435" y="429602"/>
                  </a:lnTo>
                  <a:lnTo>
                    <a:pt x="3494976" y="472351"/>
                  </a:lnTo>
                  <a:lnTo>
                    <a:pt x="3484740" y="505294"/>
                  </a:lnTo>
                  <a:lnTo>
                    <a:pt x="3455060" y="503745"/>
                  </a:lnTo>
                  <a:lnTo>
                    <a:pt x="3405098" y="506336"/>
                  </a:lnTo>
                  <a:lnTo>
                    <a:pt x="3356648" y="513969"/>
                  </a:lnTo>
                  <a:lnTo>
                    <a:pt x="3309975" y="526364"/>
                  </a:lnTo>
                  <a:lnTo>
                    <a:pt x="3265309" y="543267"/>
                  </a:lnTo>
                  <a:lnTo>
                    <a:pt x="3245523" y="553148"/>
                  </a:lnTo>
                  <a:lnTo>
                    <a:pt x="3237547" y="545172"/>
                  </a:lnTo>
                  <a:lnTo>
                    <a:pt x="3203194" y="515124"/>
                  </a:lnTo>
                  <a:lnTo>
                    <a:pt x="3166859" y="487400"/>
                  </a:lnTo>
                  <a:lnTo>
                    <a:pt x="3128695" y="462102"/>
                  </a:lnTo>
                  <a:lnTo>
                    <a:pt x="3088779" y="439343"/>
                  </a:lnTo>
                  <a:lnTo>
                    <a:pt x="3047263" y="419252"/>
                  </a:lnTo>
                  <a:lnTo>
                    <a:pt x="3004235" y="401929"/>
                  </a:lnTo>
                  <a:lnTo>
                    <a:pt x="2959824" y="387502"/>
                  </a:lnTo>
                  <a:lnTo>
                    <a:pt x="2914129" y="376072"/>
                  </a:lnTo>
                  <a:lnTo>
                    <a:pt x="2867279" y="367766"/>
                  </a:lnTo>
                  <a:lnTo>
                    <a:pt x="2819387" y="362699"/>
                  </a:lnTo>
                  <a:lnTo>
                    <a:pt x="2770581" y="360984"/>
                  </a:lnTo>
                  <a:lnTo>
                    <a:pt x="2721762" y="362699"/>
                  </a:lnTo>
                  <a:lnTo>
                    <a:pt x="2673870" y="367766"/>
                  </a:lnTo>
                  <a:lnTo>
                    <a:pt x="2627020" y="376072"/>
                  </a:lnTo>
                  <a:lnTo>
                    <a:pt x="2581325" y="387502"/>
                  </a:lnTo>
                  <a:lnTo>
                    <a:pt x="2536914" y="401929"/>
                  </a:lnTo>
                  <a:lnTo>
                    <a:pt x="2493886" y="419252"/>
                  </a:lnTo>
                  <a:lnTo>
                    <a:pt x="2452357" y="439343"/>
                  </a:lnTo>
                  <a:lnTo>
                    <a:pt x="2412454" y="462102"/>
                  </a:lnTo>
                  <a:lnTo>
                    <a:pt x="2374277" y="487400"/>
                  </a:lnTo>
                  <a:lnTo>
                    <a:pt x="2337955" y="515124"/>
                  </a:lnTo>
                  <a:lnTo>
                    <a:pt x="2303589" y="545172"/>
                  </a:lnTo>
                  <a:lnTo>
                    <a:pt x="2271306" y="577405"/>
                  </a:lnTo>
                  <a:lnTo>
                    <a:pt x="2241219" y="611733"/>
                  </a:lnTo>
                  <a:lnTo>
                    <a:pt x="2233625" y="621652"/>
                  </a:lnTo>
                  <a:lnTo>
                    <a:pt x="2212136" y="611454"/>
                  </a:lnTo>
                  <a:lnTo>
                    <a:pt x="2167318" y="594398"/>
                  </a:lnTo>
                  <a:lnTo>
                    <a:pt x="2120900" y="580872"/>
                  </a:lnTo>
                  <a:lnTo>
                    <a:pt x="2073033" y="571004"/>
                  </a:lnTo>
                  <a:lnTo>
                    <a:pt x="2023872" y="564959"/>
                  </a:lnTo>
                  <a:lnTo>
                    <a:pt x="1973580" y="562914"/>
                  </a:lnTo>
                  <a:lnTo>
                    <a:pt x="1923288" y="564959"/>
                  </a:lnTo>
                  <a:lnTo>
                    <a:pt x="1874139" y="571004"/>
                  </a:lnTo>
                  <a:lnTo>
                    <a:pt x="1826260" y="580872"/>
                  </a:lnTo>
                  <a:lnTo>
                    <a:pt x="1779841" y="594398"/>
                  </a:lnTo>
                  <a:lnTo>
                    <a:pt x="1735035" y="611454"/>
                  </a:lnTo>
                  <a:lnTo>
                    <a:pt x="1691995" y="631850"/>
                  </a:lnTo>
                  <a:lnTo>
                    <a:pt x="1650885" y="655434"/>
                  </a:lnTo>
                  <a:lnTo>
                    <a:pt x="1611871" y="682040"/>
                  </a:lnTo>
                  <a:lnTo>
                    <a:pt x="1575104" y="711517"/>
                  </a:lnTo>
                  <a:lnTo>
                    <a:pt x="1540751" y="743699"/>
                  </a:lnTo>
                  <a:lnTo>
                    <a:pt x="1508975" y="778433"/>
                  </a:lnTo>
                  <a:lnTo>
                    <a:pt x="1479918" y="815555"/>
                  </a:lnTo>
                  <a:lnTo>
                    <a:pt x="1453769" y="854900"/>
                  </a:lnTo>
                  <a:lnTo>
                    <a:pt x="2113165" y="854900"/>
                  </a:lnTo>
                  <a:lnTo>
                    <a:pt x="3427971" y="854913"/>
                  </a:lnTo>
                  <a:lnTo>
                    <a:pt x="3472675" y="854900"/>
                  </a:lnTo>
                  <a:lnTo>
                    <a:pt x="4846409" y="854913"/>
                  </a:lnTo>
                  <a:lnTo>
                    <a:pt x="4853508" y="817956"/>
                  </a:lnTo>
                  <a:lnTo>
                    <a:pt x="4858690" y="780351"/>
                  </a:lnTo>
                  <a:lnTo>
                    <a:pt x="4861865" y="742162"/>
                  </a:lnTo>
                  <a:lnTo>
                    <a:pt x="4862944" y="703389"/>
                  </a:lnTo>
                  <a:close/>
                </a:path>
                <a:path w="7410450" h="855345">
                  <a:moveTo>
                    <a:pt x="7410196" y="854900"/>
                  </a:moveTo>
                  <a:lnTo>
                    <a:pt x="7391349" y="811149"/>
                  </a:lnTo>
                  <a:lnTo>
                    <a:pt x="7369188" y="769289"/>
                  </a:lnTo>
                  <a:lnTo>
                    <a:pt x="7343876" y="729488"/>
                  </a:lnTo>
                  <a:lnTo>
                    <a:pt x="7315581" y="691908"/>
                  </a:lnTo>
                  <a:lnTo>
                    <a:pt x="7284466" y="656717"/>
                  </a:lnTo>
                  <a:lnTo>
                    <a:pt x="7250697" y="624103"/>
                  </a:lnTo>
                  <a:lnTo>
                    <a:pt x="7214451" y="594194"/>
                  </a:lnTo>
                  <a:lnTo>
                    <a:pt x="7175881" y="567194"/>
                  </a:lnTo>
                  <a:lnTo>
                    <a:pt x="7135152" y="543242"/>
                  </a:lnTo>
                  <a:lnTo>
                    <a:pt x="7092442" y="522528"/>
                  </a:lnTo>
                  <a:lnTo>
                    <a:pt x="7047916" y="505193"/>
                  </a:lnTo>
                  <a:lnTo>
                    <a:pt x="7001726" y="491426"/>
                  </a:lnTo>
                  <a:lnTo>
                    <a:pt x="6954050" y="481393"/>
                  </a:lnTo>
                  <a:lnTo>
                    <a:pt x="6905066" y="475246"/>
                  </a:lnTo>
                  <a:lnTo>
                    <a:pt x="6854914" y="473151"/>
                  </a:lnTo>
                  <a:lnTo>
                    <a:pt x="6804761" y="475246"/>
                  </a:lnTo>
                  <a:lnTo>
                    <a:pt x="6755765" y="481393"/>
                  </a:lnTo>
                  <a:lnTo>
                    <a:pt x="6708089" y="491426"/>
                  </a:lnTo>
                  <a:lnTo>
                    <a:pt x="6661899" y="505193"/>
                  </a:lnTo>
                  <a:lnTo>
                    <a:pt x="6617373" y="522528"/>
                  </a:lnTo>
                  <a:lnTo>
                    <a:pt x="6574663" y="543242"/>
                  </a:lnTo>
                  <a:lnTo>
                    <a:pt x="6533947" y="567194"/>
                  </a:lnTo>
                  <a:lnTo>
                    <a:pt x="6495377" y="594194"/>
                  </a:lnTo>
                  <a:lnTo>
                    <a:pt x="6459118" y="624103"/>
                  </a:lnTo>
                  <a:lnTo>
                    <a:pt x="6425362" y="656717"/>
                  </a:lnTo>
                  <a:lnTo>
                    <a:pt x="6394247" y="691908"/>
                  </a:lnTo>
                  <a:lnTo>
                    <a:pt x="6365951" y="729488"/>
                  </a:lnTo>
                  <a:lnTo>
                    <a:pt x="6340640" y="769289"/>
                  </a:lnTo>
                  <a:lnTo>
                    <a:pt x="6318478" y="811149"/>
                  </a:lnTo>
                  <a:lnTo>
                    <a:pt x="6299632" y="854900"/>
                  </a:lnTo>
                  <a:lnTo>
                    <a:pt x="7410196" y="854900"/>
                  </a:lnTo>
                  <a:close/>
                </a:path>
              </a:pathLst>
            </a:custGeom>
            <a:solidFill>
              <a:srgbClr val="599C7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269581" y="5182261"/>
              <a:ext cx="1514475" cy="794385"/>
            </a:xfrm>
            <a:custGeom>
              <a:avLst/>
              <a:gdLst/>
              <a:ahLst/>
              <a:cxnLst/>
              <a:rect l="l" t="t" r="r" b="b"/>
              <a:pathLst>
                <a:path w="1514475" h="794385">
                  <a:moveTo>
                    <a:pt x="757097" y="0"/>
                  </a:moveTo>
                  <a:lnTo>
                    <a:pt x="709218" y="1489"/>
                  </a:lnTo>
                  <a:lnTo>
                    <a:pt x="662130" y="5898"/>
                  </a:lnTo>
                  <a:lnTo>
                    <a:pt x="615922" y="13139"/>
                  </a:lnTo>
                  <a:lnTo>
                    <a:pt x="570683" y="23122"/>
                  </a:lnTo>
                  <a:lnTo>
                    <a:pt x="526501" y="35759"/>
                  </a:lnTo>
                  <a:lnTo>
                    <a:pt x="483465" y="50961"/>
                  </a:lnTo>
                  <a:lnTo>
                    <a:pt x="441664" y="68639"/>
                  </a:lnTo>
                  <a:lnTo>
                    <a:pt x="401186" y="88705"/>
                  </a:lnTo>
                  <a:lnTo>
                    <a:pt x="362120" y="111070"/>
                  </a:lnTo>
                  <a:lnTo>
                    <a:pt x="324555" y="135646"/>
                  </a:lnTo>
                  <a:lnTo>
                    <a:pt x="288580" y="162343"/>
                  </a:lnTo>
                  <a:lnTo>
                    <a:pt x="254282" y="191073"/>
                  </a:lnTo>
                  <a:lnTo>
                    <a:pt x="221752" y="221748"/>
                  </a:lnTo>
                  <a:lnTo>
                    <a:pt x="191077" y="254278"/>
                  </a:lnTo>
                  <a:lnTo>
                    <a:pt x="162346" y="288575"/>
                  </a:lnTo>
                  <a:lnTo>
                    <a:pt x="135649" y="324551"/>
                  </a:lnTo>
                  <a:lnTo>
                    <a:pt x="111073" y="362116"/>
                  </a:lnTo>
                  <a:lnTo>
                    <a:pt x="88707" y="401181"/>
                  </a:lnTo>
                  <a:lnTo>
                    <a:pt x="68641" y="441659"/>
                  </a:lnTo>
                  <a:lnTo>
                    <a:pt x="50962" y="483461"/>
                  </a:lnTo>
                  <a:lnTo>
                    <a:pt x="35760" y="526497"/>
                  </a:lnTo>
                  <a:lnTo>
                    <a:pt x="23123" y="570680"/>
                  </a:lnTo>
                  <a:lnTo>
                    <a:pt x="13139" y="615919"/>
                  </a:lnTo>
                  <a:lnTo>
                    <a:pt x="5899" y="662128"/>
                  </a:lnTo>
                  <a:lnTo>
                    <a:pt x="1489" y="709217"/>
                  </a:lnTo>
                  <a:lnTo>
                    <a:pt x="0" y="757097"/>
                  </a:lnTo>
                  <a:lnTo>
                    <a:pt x="207" y="766350"/>
                  </a:lnTo>
                  <a:lnTo>
                    <a:pt x="1853" y="793850"/>
                  </a:lnTo>
                  <a:lnTo>
                    <a:pt x="1512341" y="793850"/>
                  </a:lnTo>
                  <a:lnTo>
                    <a:pt x="1513989" y="766350"/>
                  </a:lnTo>
                  <a:lnTo>
                    <a:pt x="1514194" y="757097"/>
                  </a:lnTo>
                  <a:lnTo>
                    <a:pt x="1512705" y="709217"/>
                  </a:lnTo>
                  <a:lnTo>
                    <a:pt x="1508295" y="662128"/>
                  </a:lnTo>
                  <a:lnTo>
                    <a:pt x="1501055" y="615919"/>
                  </a:lnTo>
                  <a:lnTo>
                    <a:pt x="1491072" y="570680"/>
                  </a:lnTo>
                  <a:lnTo>
                    <a:pt x="1478435" y="526497"/>
                  </a:lnTo>
                  <a:lnTo>
                    <a:pt x="1463233" y="483461"/>
                  </a:lnTo>
                  <a:lnTo>
                    <a:pt x="1445555" y="441659"/>
                  </a:lnTo>
                  <a:lnTo>
                    <a:pt x="1425489" y="401181"/>
                  </a:lnTo>
                  <a:lnTo>
                    <a:pt x="1403123" y="362116"/>
                  </a:lnTo>
                  <a:lnTo>
                    <a:pt x="1378548" y="324551"/>
                  </a:lnTo>
                  <a:lnTo>
                    <a:pt x="1351851" y="288575"/>
                  </a:lnTo>
                  <a:lnTo>
                    <a:pt x="1323120" y="254278"/>
                  </a:lnTo>
                  <a:lnTo>
                    <a:pt x="1292446" y="221748"/>
                  </a:lnTo>
                  <a:lnTo>
                    <a:pt x="1259916" y="191073"/>
                  </a:lnTo>
                  <a:lnTo>
                    <a:pt x="1225618" y="162343"/>
                  </a:lnTo>
                  <a:lnTo>
                    <a:pt x="1189643" y="135646"/>
                  </a:lnTo>
                  <a:lnTo>
                    <a:pt x="1152078" y="111070"/>
                  </a:lnTo>
                  <a:lnTo>
                    <a:pt x="1113012" y="88705"/>
                  </a:lnTo>
                  <a:lnTo>
                    <a:pt x="1072534" y="68639"/>
                  </a:lnTo>
                  <a:lnTo>
                    <a:pt x="1030733" y="50961"/>
                  </a:lnTo>
                  <a:lnTo>
                    <a:pt x="987697" y="35759"/>
                  </a:lnTo>
                  <a:lnTo>
                    <a:pt x="943514" y="23122"/>
                  </a:lnTo>
                  <a:lnTo>
                    <a:pt x="898274" y="13139"/>
                  </a:lnTo>
                  <a:lnTo>
                    <a:pt x="852066" y="5898"/>
                  </a:lnTo>
                  <a:lnTo>
                    <a:pt x="804977" y="1489"/>
                  </a:lnTo>
                  <a:lnTo>
                    <a:pt x="757097" y="0"/>
                  </a:lnTo>
                  <a:close/>
                </a:path>
              </a:pathLst>
            </a:custGeom>
            <a:solidFill>
              <a:srgbClr val="29805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9014871" y="4931462"/>
              <a:ext cx="3956685" cy="1045210"/>
            </a:xfrm>
            <a:custGeom>
              <a:avLst/>
              <a:gdLst/>
              <a:ahLst/>
              <a:cxnLst/>
              <a:rect l="l" t="t" r="r" b="b"/>
              <a:pathLst>
                <a:path w="3956684" h="1045210">
                  <a:moveTo>
                    <a:pt x="1752208" y="0"/>
                  </a:moveTo>
                  <a:lnTo>
                    <a:pt x="1702842" y="1588"/>
                  </a:lnTo>
                  <a:lnTo>
                    <a:pt x="1654331" y="6288"/>
                  </a:lnTo>
                  <a:lnTo>
                    <a:pt x="1606770" y="14001"/>
                  </a:lnTo>
                  <a:lnTo>
                    <a:pt x="1560257" y="24631"/>
                  </a:lnTo>
                  <a:lnTo>
                    <a:pt x="1514889" y="38078"/>
                  </a:lnTo>
                  <a:lnTo>
                    <a:pt x="1470764" y="54245"/>
                  </a:lnTo>
                  <a:lnTo>
                    <a:pt x="1427978" y="73034"/>
                  </a:lnTo>
                  <a:lnTo>
                    <a:pt x="1386628" y="94347"/>
                  </a:lnTo>
                  <a:lnTo>
                    <a:pt x="1346812" y="118086"/>
                  </a:lnTo>
                  <a:lnTo>
                    <a:pt x="1308626" y="144154"/>
                  </a:lnTo>
                  <a:lnTo>
                    <a:pt x="1272168" y="172452"/>
                  </a:lnTo>
                  <a:lnTo>
                    <a:pt x="1237534" y="202882"/>
                  </a:lnTo>
                  <a:lnTo>
                    <a:pt x="1204822" y="235347"/>
                  </a:lnTo>
                  <a:lnTo>
                    <a:pt x="1174128" y="269749"/>
                  </a:lnTo>
                  <a:lnTo>
                    <a:pt x="1145551" y="305989"/>
                  </a:lnTo>
                  <a:lnTo>
                    <a:pt x="1119186" y="343970"/>
                  </a:lnTo>
                  <a:lnTo>
                    <a:pt x="1095132" y="383595"/>
                  </a:lnTo>
                  <a:lnTo>
                    <a:pt x="1073484" y="424764"/>
                  </a:lnTo>
                  <a:lnTo>
                    <a:pt x="1054340" y="467380"/>
                  </a:lnTo>
                  <a:lnTo>
                    <a:pt x="1037798" y="511346"/>
                  </a:lnTo>
                  <a:lnTo>
                    <a:pt x="1023954" y="556563"/>
                  </a:lnTo>
                  <a:lnTo>
                    <a:pt x="1012905" y="602933"/>
                  </a:lnTo>
                  <a:lnTo>
                    <a:pt x="1004749" y="650359"/>
                  </a:lnTo>
                  <a:lnTo>
                    <a:pt x="999582" y="698743"/>
                  </a:lnTo>
                  <a:lnTo>
                    <a:pt x="962804" y="670978"/>
                  </a:lnTo>
                  <a:lnTo>
                    <a:pt x="923983" y="645934"/>
                  </a:lnTo>
                  <a:lnTo>
                    <a:pt x="883261" y="623759"/>
                  </a:lnTo>
                  <a:lnTo>
                    <a:pt x="840779" y="604596"/>
                  </a:lnTo>
                  <a:lnTo>
                    <a:pt x="796678" y="588591"/>
                  </a:lnTo>
                  <a:lnTo>
                    <a:pt x="751100" y="575890"/>
                  </a:lnTo>
                  <a:lnTo>
                    <a:pt x="704185" y="566637"/>
                  </a:lnTo>
                  <a:lnTo>
                    <a:pt x="656076" y="560979"/>
                  </a:lnTo>
                  <a:lnTo>
                    <a:pt x="606913" y="559061"/>
                  </a:lnTo>
                  <a:lnTo>
                    <a:pt x="557939" y="560961"/>
                  </a:lnTo>
                  <a:lnTo>
                    <a:pt x="510011" y="566567"/>
                  </a:lnTo>
                  <a:lnTo>
                    <a:pt x="463270" y="575736"/>
                  </a:lnTo>
                  <a:lnTo>
                    <a:pt x="417857" y="588329"/>
                  </a:lnTo>
                  <a:lnTo>
                    <a:pt x="373911" y="604201"/>
                  </a:lnTo>
                  <a:lnTo>
                    <a:pt x="331572" y="623213"/>
                  </a:lnTo>
                  <a:lnTo>
                    <a:pt x="290982" y="645223"/>
                  </a:lnTo>
                  <a:lnTo>
                    <a:pt x="252280" y="670088"/>
                  </a:lnTo>
                  <a:lnTo>
                    <a:pt x="215607" y="697668"/>
                  </a:lnTo>
                  <a:lnTo>
                    <a:pt x="181103" y="727820"/>
                  </a:lnTo>
                  <a:lnTo>
                    <a:pt x="148908" y="760404"/>
                  </a:lnTo>
                  <a:lnTo>
                    <a:pt x="119164" y="795276"/>
                  </a:lnTo>
                  <a:lnTo>
                    <a:pt x="92009" y="832297"/>
                  </a:lnTo>
                  <a:lnTo>
                    <a:pt x="67585" y="871324"/>
                  </a:lnTo>
                  <a:lnTo>
                    <a:pt x="46031" y="912215"/>
                  </a:lnTo>
                  <a:lnTo>
                    <a:pt x="27489" y="954829"/>
                  </a:lnTo>
                  <a:lnTo>
                    <a:pt x="12098" y="999024"/>
                  </a:lnTo>
                  <a:lnTo>
                    <a:pt x="0" y="1044659"/>
                  </a:lnTo>
                  <a:lnTo>
                    <a:pt x="3953858" y="1044659"/>
                  </a:lnTo>
                  <a:lnTo>
                    <a:pt x="3955498" y="1021872"/>
                  </a:lnTo>
                  <a:lnTo>
                    <a:pt x="3955992" y="1010397"/>
                  </a:lnTo>
                  <a:lnTo>
                    <a:pt x="3956172" y="998849"/>
                  </a:lnTo>
                  <a:lnTo>
                    <a:pt x="3953980" y="950022"/>
                  </a:lnTo>
                  <a:lnTo>
                    <a:pt x="3947530" y="902424"/>
                  </a:lnTo>
                  <a:lnTo>
                    <a:pt x="3937010" y="856244"/>
                  </a:lnTo>
                  <a:lnTo>
                    <a:pt x="3922611" y="811670"/>
                  </a:lnTo>
                  <a:lnTo>
                    <a:pt x="3904523" y="768892"/>
                  </a:lnTo>
                  <a:lnTo>
                    <a:pt x="3882933" y="728101"/>
                  </a:lnTo>
                  <a:lnTo>
                    <a:pt x="3858032" y="689484"/>
                  </a:lnTo>
                  <a:lnTo>
                    <a:pt x="3830009" y="653232"/>
                  </a:lnTo>
                  <a:lnTo>
                    <a:pt x="3799054" y="619533"/>
                  </a:lnTo>
                  <a:lnTo>
                    <a:pt x="3765355" y="588578"/>
                  </a:lnTo>
                  <a:lnTo>
                    <a:pt x="3729103" y="560555"/>
                  </a:lnTo>
                  <a:lnTo>
                    <a:pt x="3690486" y="535654"/>
                  </a:lnTo>
                  <a:lnTo>
                    <a:pt x="3649695" y="514064"/>
                  </a:lnTo>
                  <a:lnTo>
                    <a:pt x="3606917" y="495976"/>
                  </a:lnTo>
                  <a:lnTo>
                    <a:pt x="3562343" y="481577"/>
                  </a:lnTo>
                  <a:lnTo>
                    <a:pt x="3516163" y="471057"/>
                  </a:lnTo>
                  <a:lnTo>
                    <a:pt x="3468565" y="464607"/>
                  </a:lnTo>
                  <a:lnTo>
                    <a:pt x="3419738" y="462415"/>
                  </a:lnTo>
                  <a:lnTo>
                    <a:pt x="3370016" y="464691"/>
                  </a:lnTo>
                  <a:lnTo>
                    <a:pt x="3321576" y="471386"/>
                  </a:lnTo>
                  <a:lnTo>
                    <a:pt x="3274619" y="482298"/>
                  </a:lnTo>
                  <a:lnTo>
                    <a:pt x="3229343" y="497226"/>
                  </a:lnTo>
                  <a:lnTo>
                    <a:pt x="3185947" y="515969"/>
                  </a:lnTo>
                  <a:lnTo>
                    <a:pt x="3144630" y="538327"/>
                  </a:lnTo>
                  <a:lnTo>
                    <a:pt x="3105590" y="564097"/>
                  </a:lnTo>
                  <a:lnTo>
                    <a:pt x="3069028" y="593079"/>
                  </a:lnTo>
                  <a:lnTo>
                    <a:pt x="3035141" y="625072"/>
                  </a:lnTo>
                  <a:lnTo>
                    <a:pt x="3004128" y="659875"/>
                  </a:lnTo>
                  <a:lnTo>
                    <a:pt x="2967304" y="630063"/>
                  </a:lnTo>
                  <a:lnTo>
                    <a:pt x="2927927" y="603513"/>
                  </a:lnTo>
                  <a:lnTo>
                    <a:pt x="2886199" y="580445"/>
                  </a:lnTo>
                  <a:lnTo>
                    <a:pt x="2842319" y="561078"/>
                  </a:lnTo>
                  <a:lnTo>
                    <a:pt x="2796488" y="545632"/>
                  </a:lnTo>
                  <a:lnTo>
                    <a:pt x="2748908" y="534328"/>
                  </a:lnTo>
                  <a:lnTo>
                    <a:pt x="2699779" y="527384"/>
                  </a:lnTo>
                  <a:lnTo>
                    <a:pt x="2649301" y="525020"/>
                  </a:lnTo>
                  <a:lnTo>
                    <a:pt x="2605198" y="526871"/>
                  </a:lnTo>
                  <a:lnTo>
                    <a:pt x="2562111" y="532283"/>
                  </a:lnTo>
                  <a:lnTo>
                    <a:pt x="2520149" y="541042"/>
                  </a:lnTo>
                  <a:lnTo>
                    <a:pt x="2479421" y="552936"/>
                  </a:lnTo>
                  <a:lnTo>
                    <a:pt x="2465396" y="507995"/>
                  </a:lnTo>
                  <a:lnTo>
                    <a:pt x="2448704" y="464301"/>
                  </a:lnTo>
                  <a:lnTo>
                    <a:pt x="2429442" y="421950"/>
                  </a:lnTo>
                  <a:lnTo>
                    <a:pt x="2407704" y="381041"/>
                  </a:lnTo>
                  <a:lnTo>
                    <a:pt x="2383588" y="341669"/>
                  </a:lnTo>
                  <a:lnTo>
                    <a:pt x="2357188" y="303932"/>
                  </a:lnTo>
                  <a:lnTo>
                    <a:pt x="2328601" y="267927"/>
                  </a:lnTo>
                  <a:lnTo>
                    <a:pt x="2297921" y="233750"/>
                  </a:lnTo>
                  <a:lnTo>
                    <a:pt x="2265244" y="201500"/>
                  </a:lnTo>
                  <a:lnTo>
                    <a:pt x="2230667" y="171272"/>
                  </a:lnTo>
                  <a:lnTo>
                    <a:pt x="2194284" y="143163"/>
                  </a:lnTo>
                  <a:lnTo>
                    <a:pt x="2156192" y="117271"/>
                  </a:lnTo>
                  <a:lnTo>
                    <a:pt x="2116485" y="93693"/>
                  </a:lnTo>
                  <a:lnTo>
                    <a:pt x="2075261" y="72526"/>
                  </a:lnTo>
                  <a:lnTo>
                    <a:pt x="2032613" y="53866"/>
                  </a:lnTo>
                  <a:lnTo>
                    <a:pt x="1988639" y="37811"/>
                  </a:lnTo>
                  <a:lnTo>
                    <a:pt x="1943433" y="24457"/>
                  </a:lnTo>
                  <a:lnTo>
                    <a:pt x="1897091" y="13903"/>
                  </a:lnTo>
                  <a:lnTo>
                    <a:pt x="1849709" y="6243"/>
                  </a:lnTo>
                  <a:lnTo>
                    <a:pt x="1801383" y="1577"/>
                  </a:lnTo>
                  <a:lnTo>
                    <a:pt x="1752208" y="0"/>
                  </a:lnTo>
                  <a:close/>
                </a:path>
              </a:pathLst>
            </a:custGeom>
            <a:solidFill>
              <a:srgbClr val="599C7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499204" y="2486367"/>
              <a:ext cx="61594" cy="76200"/>
            </a:xfrm>
            <a:custGeom>
              <a:avLst/>
              <a:gdLst/>
              <a:ahLst/>
              <a:cxnLst/>
              <a:rect l="l" t="t" r="r" b="b"/>
              <a:pathLst>
                <a:path w="61595" h="76200">
                  <a:moveTo>
                    <a:pt x="30742" y="0"/>
                  </a:moveTo>
                  <a:lnTo>
                    <a:pt x="0" y="32218"/>
                  </a:lnTo>
                  <a:lnTo>
                    <a:pt x="0" y="39904"/>
                  </a:lnTo>
                  <a:lnTo>
                    <a:pt x="2413" y="54841"/>
                  </a:lnTo>
                  <a:lnTo>
                    <a:pt x="8998" y="66223"/>
                  </a:lnTo>
                  <a:lnTo>
                    <a:pt x="18769" y="73473"/>
                  </a:lnTo>
                  <a:lnTo>
                    <a:pt x="30742" y="76018"/>
                  </a:lnTo>
                  <a:lnTo>
                    <a:pt x="42220" y="73731"/>
                  </a:lnTo>
                  <a:lnTo>
                    <a:pt x="51722" y="67147"/>
                  </a:lnTo>
                  <a:lnTo>
                    <a:pt x="58391" y="56679"/>
                  </a:lnTo>
                  <a:lnTo>
                    <a:pt x="61369" y="42742"/>
                  </a:lnTo>
                  <a:lnTo>
                    <a:pt x="61443" y="39904"/>
                  </a:lnTo>
                  <a:lnTo>
                    <a:pt x="58370" y="24375"/>
                  </a:lnTo>
                  <a:lnTo>
                    <a:pt x="50690" y="11690"/>
                  </a:lnTo>
                  <a:lnTo>
                    <a:pt x="40712" y="3137"/>
                  </a:lnTo>
                  <a:lnTo>
                    <a:pt x="30742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504869" y="2466650"/>
              <a:ext cx="55880" cy="65405"/>
            </a:xfrm>
            <a:custGeom>
              <a:avLst/>
              <a:gdLst/>
              <a:ahLst/>
              <a:cxnLst/>
              <a:rect l="l" t="t" r="r" b="b"/>
              <a:pathLst>
                <a:path w="55879" h="65405">
                  <a:moveTo>
                    <a:pt x="55765" y="59626"/>
                  </a:moveTo>
                  <a:lnTo>
                    <a:pt x="52705" y="44094"/>
                  </a:lnTo>
                  <a:lnTo>
                    <a:pt x="45021" y="31407"/>
                  </a:lnTo>
                  <a:lnTo>
                    <a:pt x="35039" y="22860"/>
                  </a:lnTo>
                  <a:lnTo>
                    <a:pt x="28841" y="20916"/>
                  </a:lnTo>
                  <a:lnTo>
                    <a:pt x="28841" y="18846"/>
                  </a:lnTo>
                  <a:lnTo>
                    <a:pt x="28409" y="18415"/>
                  </a:lnTo>
                  <a:lnTo>
                    <a:pt x="26670" y="18415"/>
                  </a:lnTo>
                  <a:lnTo>
                    <a:pt x="26670" y="12433"/>
                  </a:lnTo>
                  <a:lnTo>
                    <a:pt x="26238" y="12001"/>
                  </a:lnTo>
                  <a:lnTo>
                    <a:pt x="25996" y="12001"/>
                  </a:lnTo>
                  <a:lnTo>
                    <a:pt x="25996" y="6299"/>
                  </a:lnTo>
                  <a:lnTo>
                    <a:pt x="25666" y="5956"/>
                  </a:lnTo>
                  <a:lnTo>
                    <a:pt x="25666" y="266"/>
                  </a:lnTo>
                  <a:lnTo>
                    <a:pt x="25400" y="0"/>
                  </a:lnTo>
                  <a:lnTo>
                    <a:pt x="25069" y="0"/>
                  </a:lnTo>
                  <a:lnTo>
                    <a:pt x="24701" y="0"/>
                  </a:lnTo>
                  <a:lnTo>
                    <a:pt x="24434" y="266"/>
                  </a:lnTo>
                  <a:lnTo>
                    <a:pt x="24434" y="5956"/>
                  </a:lnTo>
                  <a:lnTo>
                    <a:pt x="24104" y="6299"/>
                  </a:lnTo>
                  <a:lnTo>
                    <a:pt x="24104" y="12001"/>
                  </a:lnTo>
                  <a:lnTo>
                    <a:pt x="23863" y="12001"/>
                  </a:lnTo>
                  <a:lnTo>
                    <a:pt x="23431" y="12433"/>
                  </a:lnTo>
                  <a:lnTo>
                    <a:pt x="23431" y="18415"/>
                  </a:lnTo>
                  <a:lnTo>
                    <a:pt x="22237" y="18415"/>
                  </a:lnTo>
                  <a:lnTo>
                    <a:pt x="21704" y="18415"/>
                  </a:lnTo>
                  <a:lnTo>
                    <a:pt x="21259" y="18846"/>
                  </a:lnTo>
                  <a:lnTo>
                    <a:pt x="21259" y="20535"/>
                  </a:lnTo>
                  <a:lnTo>
                    <a:pt x="18669" y="21082"/>
                  </a:lnTo>
                  <a:lnTo>
                    <a:pt x="11938" y="24930"/>
                  </a:lnTo>
                  <a:lnTo>
                    <a:pt x="5511" y="30924"/>
                  </a:lnTo>
                  <a:lnTo>
                    <a:pt x="0" y="38696"/>
                  </a:lnTo>
                  <a:lnTo>
                    <a:pt x="6896" y="49326"/>
                  </a:lnTo>
                  <a:lnTo>
                    <a:pt x="16408" y="57619"/>
                  </a:lnTo>
                  <a:lnTo>
                    <a:pt x="27978" y="63004"/>
                  </a:lnTo>
                  <a:lnTo>
                    <a:pt x="41046" y="64922"/>
                  </a:lnTo>
                  <a:lnTo>
                    <a:pt x="46202" y="64922"/>
                  </a:lnTo>
                  <a:lnTo>
                    <a:pt x="51117" y="64058"/>
                  </a:lnTo>
                  <a:lnTo>
                    <a:pt x="55702" y="62458"/>
                  </a:lnTo>
                  <a:lnTo>
                    <a:pt x="55765" y="59626"/>
                  </a:lnTo>
                  <a:close/>
                </a:path>
              </a:pathLst>
            </a:custGeom>
            <a:solidFill>
              <a:srgbClr val="FBF6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510646" y="2555105"/>
              <a:ext cx="38735" cy="171450"/>
            </a:xfrm>
            <a:custGeom>
              <a:avLst/>
              <a:gdLst/>
              <a:ahLst/>
              <a:cxnLst/>
              <a:rect l="l" t="t" r="r" b="b"/>
              <a:pathLst>
                <a:path w="38735" h="171450">
                  <a:moveTo>
                    <a:pt x="38574" y="0"/>
                  </a:moveTo>
                  <a:lnTo>
                    <a:pt x="0" y="0"/>
                  </a:lnTo>
                  <a:lnTo>
                    <a:pt x="0" y="170853"/>
                  </a:lnTo>
                  <a:lnTo>
                    <a:pt x="38574" y="170853"/>
                  </a:lnTo>
                  <a:lnTo>
                    <a:pt x="38574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529358" y="2555105"/>
              <a:ext cx="20320" cy="171450"/>
            </a:xfrm>
            <a:custGeom>
              <a:avLst/>
              <a:gdLst/>
              <a:ahLst/>
              <a:cxnLst/>
              <a:rect l="l" t="t" r="r" b="b"/>
              <a:pathLst>
                <a:path w="20320" h="171450">
                  <a:moveTo>
                    <a:pt x="19863" y="0"/>
                  </a:moveTo>
                  <a:lnTo>
                    <a:pt x="0" y="0"/>
                  </a:lnTo>
                  <a:lnTo>
                    <a:pt x="0" y="170853"/>
                  </a:lnTo>
                  <a:lnTo>
                    <a:pt x="19863" y="170853"/>
                  </a:lnTo>
                  <a:lnTo>
                    <a:pt x="19863" y="0"/>
                  </a:lnTo>
                  <a:close/>
                </a:path>
              </a:pathLst>
            </a:custGeom>
            <a:solidFill>
              <a:srgbClr val="F2E1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3504982" y="2757863"/>
              <a:ext cx="52705" cy="233679"/>
            </a:xfrm>
            <a:custGeom>
              <a:avLst/>
              <a:gdLst/>
              <a:ahLst/>
              <a:cxnLst/>
              <a:rect l="l" t="t" r="r" b="b"/>
              <a:pathLst>
                <a:path w="52704" h="233680">
                  <a:moveTo>
                    <a:pt x="52710" y="0"/>
                  </a:moveTo>
                  <a:lnTo>
                    <a:pt x="0" y="0"/>
                  </a:lnTo>
                  <a:lnTo>
                    <a:pt x="0" y="233437"/>
                  </a:lnTo>
                  <a:lnTo>
                    <a:pt x="52710" y="233437"/>
                  </a:lnTo>
                  <a:lnTo>
                    <a:pt x="52710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3491179" y="2725959"/>
              <a:ext cx="80010" cy="265430"/>
            </a:xfrm>
            <a:custGeom>
              <a:avLst/>
              <a:gdLst/>
              <a:ahLst/>
              <a:cxnLst/>
              <a:rect l="l" t="t" r="r" b="b"/>
              <a:pathLst>
                <a:path w="80010" h="265430">
                  <a:moveTo>
                    <a:pt x="66509" y="31915"/>
                  </a:moveTo>
                  <a:lnTo>
                    <a:pt x="39382" y="31915"/>
                  </a:lnTo>
                  <a:lnTo>
                    <a:pt x="39382" y="265353"/>
                  </a:lnTo>
                  <a:lnTo>
                    <a:pt x="66509" y="265353"/>
                  </a:lnTo>
                  <a:lnTo>
                    <a:pt x="66509" y="31915"/>
                  </a:lnTo>
                  <a:close/>
                </a:path>
                <a:path w="80010" h="265430">
                  <a:moveTo>
                    <a:pt x="80010" y="0"/>
                  </a:moveTo>
                  <a:lnTo>
                    <a:pt x="0" y="0"/>
                  </a:lnTo>
                  <a:lnTo>
                    <a:pt x="0" y="16230"/>
                  </a:lnTo>
                  <a:lnTo>
                    <a:pt x="80010" y="16230"/>
                  </a:lnTo>
                  <a:lnTo>
                    <a:pt x="80010" y="0"/>
                  </a:lnTo>
                  <a:close/>
                </a:path>
              </a:pathLst>
            </a:custGeom>
            <a:solidFill>
              <a:srgbClr val="F2E1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3491180" y="2742191"/>
              <a:ext cx="80010" cy="15875"/>
            </a:xfrm>
            <a:custGeom>
              <a:avLst/>
              <a:gdLst/>
              <a:ahLst/>
              <a:cxnLst/>
              <a:rect l="l" t="t" r="r" b="b"/>
              <a:pathLst>
                <a:path w="80010" h="15875">
                  <a:moveTo>
                    <a:pt x="80008" y="0"/>
                  </a:moveTo>
                  <a:lnTo>
                    <a:pt x="0" y="0"/>
                  </a:lnTo>
                  <a:lnTo>
                    <a:pt x="13957" y="15674"/>
                  </a:lnTo>
                  <a:lnTo>
                    <a:pt x="66730" y="15674"/>
                  </a:lnTo>
                  <a:lnTo>
                    <a:pt x="80008" y="0"/>
                  </a:lnTo>
                  <a:close/>
                </a:path>
              </a:pathLst>
            </a:custGeom>
            <a:solidFill>
              <a:srgbClr val="9592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3491181" y="2716723"/>
              <a:ext cx="80010" cy="9525"/>
            </a:xfrm>
            <a:custGeom>
              <a:avLst/>
              <a:gdLst/>
              <a:ahLst/>
              <a:cxnLst/>
              <a:rect l="l" t="t" r="r" b="b"/>
              <a:pathLst>
                <a:path w="80010" h="9525">
                  <a:moveTo>
                    <a:pt x="80008" y="0"/>
                  </a:moveTo>
                  <a:lnTo>
                    <a:pt x="0" y="0"/>
                  </a:lnTo>
                  <a:lnTo>
                    <a:pt x="0" y="9235"/>
                  </a:lnTo>
                  <a:lnTo>
                    <a:pt x="80008" y="9235"/>
                  </a:lnTo>
                  <a:lnTo>
                    <a:pt x="80008" y="0"/>
                  </a:lnTo>
                  <a:close/>
                </a:path>
              </a:pathLst>
            </a:custGeom>
            <a:solidFill>
              <a:srgbClr val="FBF6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3444764" y="4199788"/>
              <a:ext cx="175260" cy="1009015"/>
            </a:xfrm>
            <a:custGeom>
              <a:avLst/>
              <a:gdLst/>
              <a:ahLst/>
              <a:cxnLst/>
              <a:rect l="l" t="t" r="r" b="b"/>
              <a:pathLst>
                <a:path w="175260" h="1009014">
                  <a:moveTo>
                    <a:pt x="174654" y="0"/>
                  </a:moveTo>
                  <a:lnTo>
                    <a:pt x="0" y="0"/>
                  </a:lnTo>
                  <a:lnTo>
                    <a:pt x="0" y="1008744"/>
                  </a:lnTo>
                  <a:lnTo>
                    <a:pt x="174654" y="1008744"/>
                  </a:lnTo>
                  <a:lnTo>
                    <a:pt x="174654" y="0"/>
                  </a:lnTo>
                  <a:close/>
                </a:path>
              </a:pathLst>
            </a:custGeom>
            <a:solidFill>
              <a:srgbClr val="9592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3426345" y="4180982"/>
              <a:ext cx="212090" cy="19050"/>
            </a:xfrm>
            <a:custGeom>
              <a:avLst/>
              <a:gdLst/>
              <a:ahLst/>
              <a:cxnLst/>
              <a:rect l="l" t="t" r="r" b="b"/>
              <a:pathLst>
                <a:path w="212089" h="19050">
                  <a:moveTo>
                    <a:pt x="211501" y="0"/>
                  </a:moveTo>
                  <a:lnTo>
                    <a:pt x="0" y="0"/>
                  </a:lnTo>
                  <a:lnTo>
                    <a:pt x="0" y="18805"/>
                  </a:lnTo>
                  <a:lnTo>
                    <a:pt x="211501" y="18805"/>
                  </a:lnTo>
                  <a:lnTo>
                    <a:pt x="211501" y="0"/>
                  </a:lnTo>
                  <a:close/>
                </a:path>
              </a:pathLst>
            </a:custGeom>
            <a:solidFill>
              <a:srgbClr val="F2E1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3444764" y="4199788"/>
              <a:ext cx="175260" cy="20955"/>
            </a:xfrm>
            <a:custGeom>
              <a:avLst/>
              <a:gdLst/>
              <a:ahLst/>
              <a:cxnLst/>
              <a:rect l="l" t="t" r="r" b="b"/>
              <a:pathLst>
                <a:path w="175260" h="20954">
                  <a:moveTo>
                    <a:pt x="174654" y="0"/>
                  </a:moveTo>
                  <a:lnTo>
                    <a:pt x="0" y="0"/>
                  </a:lnTo>
                  <a:lnTo>
                    <a:pt x="0" y="20596"/>
                  </a:lnTo>
                  <a:lnTo>
                    <a:pt x="174654" y="20596"/>
                  </a:lnTo>
                  <a:lnTo>
                    <a:pt x="174654" y="0"/>
                  </a:lnTo>
                  <a:close/>
                </a:path>
              </a:pathLst>
            </a:custGeom>
            <a:solidFill>
              <a:srgbClr val="212C61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3496807" y="4379878"/>
              <a:ext cx="71120" cy="48895"/>
            </a:xfrm>
            <a:custGeom>
              <a:avLst/>
              <a:gdLst/>
              <a:ahLst/>
              <a:cxnLst/>
              <a:rect l="l" t="t" r="r" b="b"/>
              <a:pathLst>
                <a:path w="71120" h="48895">
                  <a:moveTo>
                    <a:pt x="70573" y="0"/>
                  </a:moveTo>
                  <a:lnTo>
                    <a:pt x="0" y="0"/>
                  </a:lnTo>
                  <a:lnTo>
                    <a:pt x="2773" y="18825"/>
                  </a:lnTo>
                  <a:lnTo>
                    <a:pt x="10336" y="34199"/>
                  </a:lnTo>
                  <a:lnTo>
                    <a:pt x="21552" y="44564"/>
                  </a:lnTo>
                  <a:lnTo>
                    <a:pt x="35286" y="48365"/>
                  </a:lnTo>
                  <a:lnTo>
                    <a:pt x="49021" y="44564"/>
                  </a:lnTo>
                  <a:lnTo>
                    <a:pt x="60237" y="34199"/>
                  </a:lnTo>
                  <a:lnTo>
                    <a:pt x="67800" y="18825"/>
                  </a:lnTo>
                  <a:lnTo>
                    <a:pt x="70573" y="0"/>
                  </a:lnTo>
                  <a:close/>
                </a:path>
              </a:pathLst>
            </a:custGeom>
            <a:solidFill>
              <a:srgbClr val="F2E1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3485077" y="3037237"/>
              <a:ext cx="92710" cy="469900"/>
            </a:xfrm>
            <a:custGeom>
              <a:avLst/>
              <a:gdLst/>
              <a:ahLst/>
              <a:cxnLst/>
              <a:rect l="l" t="t" r="r" b="b"/>
              <a:pathLst>
                <a:path w="92710" h="469900">
                  <a:moveTo>
                    <a:pt x="92206" y="0"/>
                  </a:moveTo>
                  <a:lnTo>
                    <a:pt x="0" y="0"/>
                  </a:lnTo>
                  <a:lnTo>
                    <a:pt x="0" y="469294"/>
                  </a:lnTo>
                  <a:lnTo>
                    <a:pt x="92206" y="469294"/>
                  </a:lnTo>
                  <a:lnTo>
                    <a:pt x="92206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3529808" y="3037237"/>
              <a:ext cx="47625" cy="469900"/>
            </a:xfrm>
            <a:custGeom>
              <a:avLst/>
              <a:gdLst/>
              <a:ahLst/>
              <a:cxnLst/>
              <a:rect l="l" t="t" r="r" b="b"/>
              <a:pathLst>
                <a:path w="47625" h="469900">
                  <a:moveTo>
                    <a:pt x="47474" y="0"/>
                  </a:moveTo>
                  <a:lnTo>
                    <a:pt x="0" y="0"/>
                  </a:lnTo>
                  <a:lnTo>
                    <a:pt x="0" y="469294"/>
                  </a:lnTo>
                  <a:lnTo>
                    <a:pt x="47474" y="469294"/>
                  </a:lnTo>
                  <a:lnTo>
                    <a:pt x="47474" y="0"/>
                  </a:lnTo>
                  <a:close/>
                </a:path>
              </a:pathLst>
            </a:custGeom>
            <a:solidFill>
              <a:srgbClr val="F2E1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3499882" y="3532855"/>
              <a:ext cx="64135" cy="648335"/>
            </a:xfrm>
            <a:custGeom>
              <a:avLst/>
              <a:gdLst/>
              <a:ahLst/>
              <a:cxnLst/>
              <a:rect l="l" t="t" r="r" b="b"/>
              <a:pathLst>
                <a:path w="64135" h="648335">
                  <a:moveTo>
                    <a:pt x="63683" y="0"/>
                  </a:moveTo>
                  <a:lnTo>
                    <a:pt x="0" y="0"/>
                  </a:lnTo>
                  <a:lnTo>
                    <a:pt x="0" y="648126"/>
                  </a:lnTo>
                  <a:lnTo>
                    <a:pt x="63683" y="648126"/>
                  </a:lnTo>
                  <a:lnTo>
                    <a:pt x="63683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3465538" y="3532855"/>
              <a:ext cx="34925" cy="648335"/>
            </a:xfrm>
            <a:custGeom>
              <a:avLst/>
              <a:gdLst/>
              <a:ahLst/>
              <a:cxnLst/>
              <a:rect l="l" t="t" r="r" b="b"/>
              <a:pathLst>
                <a:path w="34925" h="648335">
                  <a:moveTo>
                    <a:pt x="34553" y="0"/>
                  </a:moveTo>
                  <a:lnTo>
                    <a:pt x="0" y="0"/>
                  </a:lnTo>
                  <a:lnTo>
                    <a:pt x="0" y="648126"/>
                  </a:lnTo>
                  <a:lnTo>
                    <a:pt x="34553" y="648126"/>
                  </a:lnTo>
                  <a:lnTo>
                    <a:pt x="34553" y="0"/>
                  </a:lnTo>
                  <a:close/>
                </a:path>
              </a:pathLst>
            </a:custGeom>
            <a:solidFill>
              <a:srgbClr val="9592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3563566" y="3532855"/>
              <a:ext cx="34925" cy="648335"/>
            </a:xfrm>
            <a:custGeom>
              <a:avLst/>
              <a:gdLst/>
              <a:ahLst/>
              <a:cxnLst/>
              <a:rect l="l" t="t" r="r" b="b"/>
              <a:pathLst>
                <a:path w="34925" h="648335">
                  <a:moveTo>
                    <a:pt x="34553" y="0"/>
                  </a:moveTo>
                  <a:lnTo>
                    <a:pt x="0" y="0"/>
                  </a:lnTo>
                  <a:lnTo>
                    <a:pt x="0" y="648126"/>
                  </a:lnTo>
                  <a:lnTo>
                    <a:pt x="34553" y="648126"/>
                  </a:lnTo>
                  <a:lnTo>
                    <a:pt x="34553" y="0"/>
                  </a:lnTo>
                  <a:close/>
                </a:path>
              </a:pathLst>
            </a:custGeom>
            <a:solidFill>
              <a:srgbClr val="F2E1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3465423" y="3704418"/>
              <a:ext cx="132715" cy="369570"/>
            </a:xfrm>
            <a:custGeom>
              <a:avLst/>
              <a:gdLst/>
              <a:ahLst/>
              <a:cxnLst/>
              <a:rect l="l" t="t" r="r" b="b"/>
              <a:pathLst>
                <a:path w="132714" h="369570">
                  <a:moveTo>
                    <a:pt x="132588" y="349948"/>
                  </a:moveTo>
                  <a:lnTo>
                    <a:pt x="0" y="349948"/>
                  </a:lnTo>
                  <a:lnTo>
                    <a:pt x="0" y="368998"/>
                  </a:lnTo>
                  <a:lnTo>
                    <a:pt x="132588" y="368998"/>
                  </a:lnTo>
                  <a:lnTo>
                    <a:pt x="132588" y="349948"/>
                  </a:lnTo>
                  <a:close/>
                </a:path>
                <a:path w="132714" h="369570">
                  <a:moveTo>
                    <a:pt x="132588" y="51739"/>
                  </a:moveTo>
                  <a:lnTo>
                    <a:pt x="0" y="51739"/>
                  </a:lnTo>
                  <a:lnTo>
                    <a:pt x="0" y="70815"/>
                  </a:lnTo>
                  <a:lnTo>
                    <a:pt x="132588" y="70815"/>
                  </a:lnTo>
                  <a:lnTo>
                    <a:pt x="132588" y="51739"/>
                  </a:lnTo>
                  <a:close/>
                </a:path>
                <a:path w="132714" h="369570">
                  <a:moveTo>
                    <a:pt x="132588" y="0"/>
                  </a:moveTo>
                  <a:lnTo>
                    <a:pt x="0" y="0"/>
                  </a:lnTo>
                  <a:lnTo>
                    <a:pt x="0" y="19062"/>
                  </a:lnTo>
                  <a:lnTo>
                    <a:pt x="132588" y="19062"/>
                  </a:lnTo>
                  <a:lnTo>
                    <a:pt x="132588" y="0"/>
                  </a:lnTo>
                  <a:close/>
                </a:path>
                <a:path w="132714" h="369570">
                  <a:moveTo>
                    <a:pt x="132689" y="298183"/>
                  </a:moveTo>
                  <a:lnTo>
                    <a:pt x="114" y="298183"/>
                  </a:lnTo>
                  <a:lnTo>
                    <a:pt x="114" y="317258"/>
                  </a:lnTo>
                  <a:lnTo>
                    <a:pt x="132689" y="317258"/>
                  </a:lnTo>
                  <a:lnTo>
                    <a:pt x="132689" y="298183"/>
                  </a:lnTo>
                  <a:close/>
                </a:path>
              </a:pathLst>
            </a:custGeom>
            <a:solidFill>
              <a:srgbClr val="212C61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" name="object 32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430324" y="3491558"/>
              <a:ext cx="201177" cy="66715"/>
            </a:xfrm>
            <a:prstGeom prst="rect">
              <a:avLst/>
            </a:prstGeom>
          </p:spPr>
        </p:pic>
        <p:sp>
          <p:nvSpPr>
            <p:cNvPr id="33" name="object 33" descr=""/>
            <p:cNvSpPr/>
            <p:nvPr/>
          </p:nvSpPr>
          <p:spPr>
            <a:xfrm>
              <a:off x="3460920" y="2991301"/>
              <a:ext cx="140335" cy="23495"/>
            </a:xfrm>
            <a:custGeom>
              <a:avLst/>
              <a:gdLst/>
              <a:ahLst/>
              <a:cxnLst/>
              <a:rect l="l" t="t" r="r" b="b"/>
              <a:pathLst>
                <a:path w="140335" h="23494">
                  <a:moveTo>
                    <a:pt x="139974" y="0"/>
                  </a:moveTo>
                  <a:lnTo>
                    <a:pt x="0" y="0"/>
                  </a:lnTo>
                  <a:lnTo>
                    <a:pt x="0" y="23371"/>
                  </a:lnTo>
                  <a:lnTo>
                    <a:pt x="139974" y="23371"/>
                  </a:lnTo>
                  <a:lnTo>
                    <a:pt x="139974" y="0"/>
                  </a:lnTo>
                  <a:close/>
                </a:path>
              </a:pathLst>
            </a:custGeom>
            <a:solidFill>
              <a:srgbClr val="F2E1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3460922" y="3014668"/>
              <a:ext cx="140335" cy="22860"/>
            </a:xfrm>
            <a:custGeom>
              <a:avLst/>
              <a:gdLst/>
              <a:ahLst/>
              <a:cxnLst/>
              <a:rect l="l" t="t" r="r" b="b"/>
              <a:pathLst>
                <a:path w="140335" h="22860">
                  <a:moveTo>
                    <a:pt x="139974" y="0"/>
                  </a:moveTo>
                  <a:lnTo>
                    <a:pt x="0" y="0"/>
                  </a:lnTo>
                  <a:lnTo>
                    <a:pt x="24428" y="22564"/>
                  </a:lnTo>
                  <a:lnTo>
                    <a:pt x="116750" y="22564"/>
                  </a:lnTo>
                  <a:lnTo>
                    <a:pt x="139974" y="0"/>
                  </a:lnTo>
                  <a:close/>
                </a:path>
              </a:pathLst>
            </a:custGeom>
            <a:solidFill>
              <a:srgbClr val="9592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3460920" y="2978003"/>
              <a:ext cx="140335" cy="13335"/>
            </a:xfrm>
            <a:custGeom>
              <a:avLst/>
              <a:gdLst/>
              <a:ahLst/>
              <a:cxnLst/>
              <a:rect l="l" t="t" r="r" b="b"/>
              <a:pathLst>
                <a:path w="140335" h="13335">
                  <a:moveTo>
                    <a:pt x="139974" y="0"/>
                  </a:moveTo>
                  <a:lnTo>
                    <a:pt x="0" y="0"/>
                  </a:lnTo>
                  <a:lnTo>
                    <a:pt x="0" y="13298"/>
                  </a:lnTo>
                  <a:lnTo>
                    <a:pt x="139974" y="13298"/>
                  </a:lnTo>
                  <a:lnTo>
                    <a:pt x="139974" y="0"/>
                  </a:lnTo>
                  <a:close/>
                </a:path>
              </a:pathLst>
            </a:custGeom>
            <a:solidFill>
              <a:srgbClr val="FBF6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7613376" y="2486367"/>
              <a:ext cx="61594" cy="76200"/>
            </a:xfrm>
            <a:custGeom>
              <a:avLst/>
              <a:gdLst/>
              <a:ahLst/>
              <a:cxnLst/>
              <a:rect l="l" t="t" r="r" b="b"/>
              <a:pathLst>
                <a:path w="61595" h="76200">
                  <a:moveTo>
                    <a:pt x="30742" y="0"/>
                  </a:moveTo>
                  <a:lnTo>
                    <a:pt x="0" y="32218"/>
                  </a:lnTo>
                  <a:lnTo>
                    <a:pt x="0" y="39904"/>
                  </a:lnTo>
                  <a:lnTo>
                    <a:pt x="2413" y="54841"/>
                  </a:lnTo>
                  <a:lnTo>
                    <a:pt x="8998" y="66223"/>
                  </a:lnTo>
                  <a:lnTo>
                    <a:pt x="18769" y="73473"/>
                  </a:lnTo>
                  <a:lnTo>
                    <a:pt x="30742" y="76018"/>
                  </a:lnTo>
                  <a:lnTo>
                    <a:pt x="42220" y="73731"/>
                  </a:lnTo>
                  <a:lnTo>
                    <a:pt x="51722" y="67147"/>
                  </a:lnTo>
                  <a:lnTo>
                    <a:pt x="58391" y="56679"/>
                  </a:lnTo>
                  <a:lnTo>
                    <a:pt x="61369" y="42742"/>
                  </a:lnTo>
                  <a:lnTo>
                    <a:pt x="61443" y="39904"/>
                  </a:lnTo>
                  <a:lnTo>
                    <a:pt x="58371" y="24375"/>
                  </a:lnTo>
                  <a:lnTo>
                    <a:pt x="50694" y="11690"/>
                  </a:lnTo>
                  <a:lnTo>
                    <a:pt x="40716" y="3137"/>
                  </a:lnTo>
                  <a:lnTo>
                    <a:pt x="30742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7619060" y="2466650"/>
              <a:ext cx="55880" cy="65405"/>
            </a:xfrm>
            <a:custGeom>
              <a:avLst/>
              <a:gdLst/>
              <a:ahLst/>
              <a:cxnLst/>
              <a:rect l="l" t="t" r="r" b="b"/>
              <a:pathLst>
                <a:path w="55879" h="65405">
                  <a:moveTo>
                    <a:pt x="55753" y="59626"/>
                  </a:moveTo>
                  <a:lnTo>
                    <a:pt x="52679" y="44094"/>
                  </a:lnTo>
                  <a:lnTo>
                    <a:pt x="45008" y="31407"/>
                  </a:lnTo>
                  <a:lnTo>
                    <a:pt x="35026" y="22860"/>
                  </a:lnTo>
                  <a:lnTo>
                    <a:pt x="28829" y="20916"/>
                  </a:lnTo>
                  <a:lnTo>
                    <a:pt x="28829" y="18846"/>
                  </a:lnTo>
                  <a:lnTo>
                    <a:pt x="28384" y="18415"/>
                  </a:lnTo>
                  <a:lnTo>
                    <a:pt x="26657" y="18415"/>
                  </a:lnTo>
                  <a:lnTo>
                    <a:pt x="26657" y="12433"/>
                  </a:lnTo>
                  <a:lnTo>
                    <a:pt x="26212" y="12001"/>
                  </a:lnTo>
                  <a:lnTo>
                    <a:pt x="25984" y="12001"/>
                  </a:lnTo>
                  <a:lnTo>
                    <a:pt x="25984" y="6299"/>
                  </a:lnTo>
                  <a:lnTo>
                    <a:pt x="25654" y="5969"/>
                  </a:lnTo>
                  <a:lnTo>
                    <a:pt x="25654" y="266"/>
                  </a:lnTo>
                  <a:lnTo>
                    <a:pt x="25387" y="0"/>
                  </a:lnTo>
                  <a:lnTo>
                    <a:pt x="25057" y="0"/>
                  </a:lnTo>
                  <a:lnTo>
                    <a:pt x="24688" y="0"/>
                  </a:lnTo>
                  <a:lnTo>
                    <a:pt x="24422" y="266"/>
                  </a:lnTo>
                  <a:lnTo>
                    <a:pt x="24422" y="5956"/>
                  </a:lnTo>
                  <a:lnTo>
                    <a:pt x="24079" y="6299"/>
                  </a:lnTo>
                  <a:lnTo>
                    <a:pt x="24079" y="12001"/>
                  </a:lnTo>
                  <a:lnTo>
                    <a:pt x="23850" y="12001"/>
                  </a:lnTo>
                  <a:lnTo>
                    <a:pt x="23406" y="12433"/>
                  </a:lnTo>
                  <a:lnTo>
                    <a:pt x="23406" y="18415"/>
                  </a:lnTo>
                  <a:lnTo>
                    <a:pt x="22212" y="18415"/>
                  </a:lnTo>
                  <a:lnTo>
                    <a:pt x="21678" y="18415"/>
                  </a:lnTo>
                  <a:lnTo>
                    <a:pt x="21247" y="18846"/>
                  </a:lnTo>
                  <a:lnTo>
                    <a:pt x="21247" y="20535"/>
                  </a:lnTo>
                  <a:lnTo>
                    <a:pt x="18656" y="21082"/>
                  </a:lnTo>
                  <a:lnTo>
                    <a:pt x="11925" y="24930"/>
                  </a:lnTo>
                  <a:lnTo>
                    <a:pt x="5499" y="30924"/>
                  </a:lnTo>
                  <a:lnTo>
                    <a:pt x="0" y="38696"/>
                  </a:lnTo>
                  <a:lnTo>
                    <a:pt x="6883" y="49326"/>
                  </a:lnTo>
                  <a:lnTo>
                    <a:pt x="16395" y="57619"/>
                  </a:lnTo>
                  <a:lnTo>
                    <a:pt x="27965" y="63004"/>
                  </a:lnTo>
                  <a:lnTo>
                    <a:pt x="41033" y="64922"/>
                  </a:lnTo>
                  <a:lnTo>
                    <a:pt x="46177" y="64922"/>
                  </a:lnTo>
                  <a:lnTo>
                    <a:pt x="51104" y="64058"/>
                  </a:lnTo>
                  <a:lnTo>
                    <a:pt x="55676" y="62458"/>
                  </a:lnTo>
                  <a:lnTo>
                    <a:pt x="55753" y="59626"/>
                  </a:lnTo>
                  <a:close/>
                </a:path>
              </a:pathLst>
            </a:custGeom>
            <a:solidFill>
              <a:srgbClr val="FBF6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7624815" y="2555105"/>
              <a:ext cx="38735" cy="171450"/>
            </a:xfrm>
            <a:custGeom>
              <a:avLst/>
              <a:gdLst/>
              <a:ahLst/>
              <a:cxnLst/>
              <a:rect l="l" t="t" r="r" b="b"/>
              <a:pathLst>
                <a:path w="38734" h="171450">
                  <a:moveTo>
                    <a:pt x="38574" y="0"/>
                  </a:moveTo>
                  <a:lnTo>
                    <a:pt x="0" y="0"/>
                  </a:lnTo>
                  <a:lnTo>
                    <a:pt x="0" y="170853"/>
                  </a:lnTo>
                  <a:lnTo>
                    <a:pt x="38574" y="170853"/>
                  </a:lnTo>
                  <a:lnTo>
                    <a:pt x="38574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7643526" y="2555105"/>
              <a:ext cx="20320" cy="171450"/>
            </a:xfrm>
            <a:custGeom>
              <a:avLst/>
              <a:gdLst/>
              <a:ahLst/>
              <a:cxnLst/>
              <a:rect l="l" t="t" r="r" b="b"/>
              <a:pathLst>
                <a:path w="20320" h="171450">
                  <a:moveTo>
                    <a:pt x="19863" y="0"/>
                  </a:moveTo>
                  <a:lnTo>
                    <a:pt x="0" y="0"/>
                  </a:lnTo>
                  <a:lnTo>
                    <a:pt x="0" y="170853"/>
                  </a:lnTo>
                  <a:lnTo>
                    <a:pt x="19863" y="170853"/>
                  </a:lnTo>
                  <a:lnTo>
                    <a:pt x="19863" y="0"/>
                  </a:lnTo>
                  <a:close/>
                </a:path>
              </a:pathLst>
            </a:custGeom>
            <a:solidFill>
              <a:srgbClr val="F2E1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7619150" y="2757863"/>
              <a:ext cx="52705" cy="233679"/>
            </a:xfrm>
            <a:custGeom>
              <a:avLst/>
              <a:gdLst/>
              <a:ahLst/>
              <a:cxnLst/>
              <a:rect l="l" t="t" r="r" b="b"/>
              <a:pathLst>
                <a:path w="52704" h="233680">
                  <a:moveTo>
                    <a:pt x="52710" y="0"/>
                  </a:moveTo>
                  <a:lnTo>
                    <a:pt x="0" y="0"/>
                  </a:lnTo>
                  <a:lnTo>
                    <a:pt x="0" y="233437"/>
                  </a:lnTo>
                  <a:lnTo>
                    <a:pt x="52710" y="233437"/>
                  </a:lnTo>
                  <a:lnTo>
                    <a:pt x="52710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7605344" y="2725959"/>
              <a:ext cx="80010" cy="265430"/>
            </a:xfrm>
            <a:custGeom>
              <a:avLst/>
              <a:gdLst/>
              <a:ahLst/>
              <a:cxnLst/>
              <a:rect l="l" t="t" r="r" b="b"/>
              <a:pathLst>
                <a:path w="80009" h="265430">
                  <a:moveTo>
                    <a:pt x="66509" y="31915"/>
                  </a:moveTo>
                  <a:lnTo>
                    <a:pt x="39382" y="31915"/>
                  </a:lnTo>
                  <a:lnTo>
                    <a:pt x="39382" y="265353"/>
                  </a:lnTo>
                  <a:lnTo>
                    <a:pt x="66509" y="265353"/>
                  </a:lnTo>
                  <a:lnTo>
                    <a:pt x="66509" y="31915"/>
                  </a:lnTo>
                  <a:close/>
                </a:path>
                <a:path w="80009" h="265430">
                  <a:moveTo>
                    <a:pt x="80010" y="0"/>
                  </a:moveTo>
                  <a:lnTo>
                    <a:pt x="0" y="0"/>
                  </a:lnTo>
                  <a:lnTo>
                    <a:pt x="0" y="16230"/>
                  </a:lnTo>
                  <a:lnTo>
                    <a:pt x="80010" y="16230"/>
                  </a:lnTo>
                  <a:lnTo>
                    <a:pt x="80010" y="0"/>
                  </a:lnTo>
                  <a:close/>
                </a:path>
              </a:pathLst>
            </a:custGeom>
            <a:solidFill>
              <a:srgbClr val="F2E1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7605352" y="2742191"/>
              <a:ext cx="80010" cy="15875"/>
            </a:xfrm>
            <a:custGeom>
              <a:avLst/>
              <a:gdLst/>
              <a:ahLst/>
              <a:cxnLst/>
              <a:rect l="l" t="t" r="r" b="b"/>
              <a:pathLst>
                <a:path w="80009" h="15875">
                  <a:moveTo>
                    <a:pt x="80008" y="0"/>
                  </a:moveTo>
                  <a:lnTo>
                    <a:pt x="0" y="0"/>
                  </a:lnTo>
                  <a:lnTo>
                    <a:pt x="13957" y="15674"/>
                  </a:lnTo>
                  <a:lnTo>
                    <a:pt x="66730" y="15674"/>
                  </a:lnTo>
                  <a:lnTo>
                    <a:pt x="80008" y="0"/>
                  </a:lnTo>
                  <a:close/>
                </a:path>
              </a:pathLst>
            </a:custGeom>
            <a:solidFill>
              <a:srgbClr val="9592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7605349" y="2716723"/>
              <a:ext cx="80010" cy="9525"/>
            </a:xfrm>
            <a:custGeom>
              <a:avLst/>
              <a:gdLst/>
              <a:ahLst/>
              <a:cxnLst/>
              <a:rect l="l" t="t" r="r" b="b"/>
              <a:pathLst>
                <a:path w="80009" h="9525">
                  <a:moveTo>
                    <a:pt x="80008" y="0"/>
                  </a:moveTo>
                  <a:lnTo>
                    <a:pt x="0" y="0"/>
                  </a:lnTo>
                  <a:lnTo>
                    <a:pt x="0" y="9235"/>
                  </a:lnTo>
                  <a:lnTo>
                    <a:pt x="80008" y="9235"/>
                  </a:lnTo>
                  <a:lnTo>
                    <a:pt x="80008" y="0"/>
                  </a:lnTo>
                  <a:close/>
                </a:path>
              </a:pathLst>
            </a:custGeom>
            <a:solidFill>
              <a:srgbClr val="FBF6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7558942" y="4199788"/>
              <a:ext cx="175260" cy="1009015"/>
            </a:xfrm>
            <a:custGeom>
              <a:avLst/>
              <a:gdLst/>
              <a:ahLst/>
              <a:cxnLst/>
              <a:rect l="l" t="t" r="r" b="b"/>
              <a:pathLst>
                <a:path w="175259" h="1009014">
                  <a:moveTo>
                    <a:pt x="174654" y="0"/>
                  </a:moveTo>
                  <a:lnTo>
                    <a:pt x="0" y="0"/>
                  </a:lnTo>
                  <a:lnTo>
                    <a:pt x="0" y="1008744"/>
                  </a:lnTo>
                  <a:lnTo>
                    <a:pt x="174654" y="1008744"/>
                  </a:lnTo>
                  <a:lnTo>
                    <a:pt x="174654" y="0"/>
                  </a:lnTo>
                  <a:close/>
                </a:path>
              </a:pathLst>
            </a:custGeom>
            <a:solidFill>
              <a:srgbClr val="9592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7540514" y="4180982"/>
              <a:ext cx="212090" cy="19050"/>
            </a:xfrm>
            <a:custGeom>
              <a:avLst/>
              <a:gdLst/>
              <a:ahLst/>
              <a:cxnLst/>
              <a:rect l="l" t="t" r="r" b="b"/>
              <a:pathLst>
                <a:path w="212090" h="19050">
                  <a:moveTo>
                    <a:pt x="211501" y="0"/>
                  </a:moveTo>
                  <a:lnTo>
                    <a:pt x="0" y="0"/>
                  </a:lnTo>
                  <a:lnTo>
                    <a:pt x="0" y="18805"/>
                  </a:lnTo>
                  <a:lnTo>
                    <a:pt x="211501" y="18805"/>
                  </a:lnTo>
                  <a:lnTo>
                    <a:pt x="211501" y="0"/>
                  </a:lnTo>
                  <a:close/>
                </a:path>
              </a:pathLst>
            </a:custGeom>
            <a:solidFill>
              <a:srgbClr val="F2E1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7558942" y="4199788"/>
              <a:ext cx="175260" cy="20955"/>
            </a:xfrm>
            <a:custGeom>
              <a:avLst/>
              <a:gdLst/>
              <a:ahLst/>
              <a:cxnLst/>
              <a:rect l="l" t="t" r="r" b="b"/>
              <a:pathLst>
                <a:path w="175259" h="20954">
                  <a:moveTo>
                    <a:pt x="174654" y="0"/>
                  </a:moveTo>
                  <a:lnTo>
                    <a:pt x="0" y="0"/>
                  </a:lnTo>
                  <a:lnTo>
                    <a:pt x="0" y="20596"/>
                  </a:lnTo>
                  <a:lnTo>
                    <a:pt x="174654" y="20596"/>
                  </a:lnTo>
                  <a:lnTo>
                    <a:pt x="174654" y="0"/>
                  </a:lnTo>
                  <a:close/>
                </a:path>
              </a:pathLst>
            </a:custGeom>
            <a:solidFill>
              <a:srgbClr val="212C61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7610979" y="4379878"/>
              <a:ext cx="71120" cy="48895"/>
            </a:xfrm>
            <a:custGeom>
              <a:avLst/>
              <a:gdLst/>
              <a:ahLst/>
              <a:cxnLst/>
              <a:rect l="l" t="t" r="r" b="b"/>
              <a:pathLst>
                <a:path w="71120" h="48895">
                  <a:moveTo>
                    <a:pt x="70573" y="0"/>
                  </a:moveTo>
                  <a:lnTo>
                    <a:pt x="0" y="0"/>
                  </a:lnTo>
                  <a:lnTo>
                    <a:pt x="2773" y="18825"/>
                  </a:lnTo>
                  <a:lnTo>
                    <a:pt x="10336" y="34199"/>
                  </a:lnTo>
                  <a:lnTo>
                    <a:pt x="21552" y="44564"/>
                  </a:lnTo>
                  <a:lnTo>
                    <a:pt x="35286" y="48365"/>
                  </a:lnTo>
                  <a:lnTo>
                    <a:pt x="49021" y="44564"/>
                  </a:lnTo>
                  <a:lnTo>
                    <a:pt x="60237" y="34199"/>
                  </a:lnTo>
                  <a:lnTo>
                    <a:pt x="67800" y="18825"/>
                  </a:lnTo>
                  <a:lnTo>
                    <a:pt x="70573" y="0"/>
                  </a:lnTo>
                  <a:close/>
                </a:path>
              </a:pathLst>
            </a:custGeom>
            <a:solidFill>
              <a:srgbClr val="F2E1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7599255" y="3037237"/>
              <a:ext cx="92710" cy="469900"/>
            </a:xfrm>
            <a:custGeom>
              <a:avLst/>
              <a:gdLst/>
              <a:ahLst/>
              <a:cxnLst/>
              <a:rect l="l" t="t" r="r" b="b"/>
              <a:pathLst>
                <a:path w="92709" h="469900">
                  <a:moveTo>
                    <a:pt x="92206" y="0"/>
                  </a:moveTo>
                  <a:lnTo>
                    <a:pt x="0" y="0"/>
                  </a:lnTo>
                  <a:lnTo>
                    <a:pt x="0" y="469294"/>
                  </a:lnTo>
                  <a:lnTo>
                    <a:pt x="92206" y="469294"/>
                  </a:lnTo>
                  <a:lnTo>
                    <a:pt x="92206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7643986" y="3037237"/>
              <a:ext cx="47625" cy="469900"/>
            </a:xfrm>
            <a:custGeom>
              <a:avLst/>
              <a:gdLst/>
              <a:ahLst/>
              <a:cxnLst/>
              <a:rect l="l" t="t" r="r" b="b"/>
              <a:pathLst>
                <a:path w="47625" h="469900">
                  <a:moveTo>
                    <a:pt x="47474" y="0"/>
                  </a:moveTo>
                  <a:lnTo>
                    <a:pt x="0" y="0"/>
                  </a:lnTo>
                  <a:lnTo>
                    <a:pt x="0" y="469294"/>
                  </a:lnTo>
                  <a:lnTo>
                    <a:pt x="47474" y="469294"/>
                  </a:lnTo>
                  <a:lnTo>
                    <a:pt x="47474" y="0"/>
                  </a:lnTo>
                  <a:close/>
                </a:path>
              </a:pathLst>
            </a:custGeom>
            <a:solidFill>
              <a:srgbClr val="F2E1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7614043" y="3532866"/>
              <a:ext cx="64135" cy="648335"/>
            </a:xfrm>
            <a:custGeom>
              <a:avLst/>
              <a:gdLst/>
              <a:ahLst/>
              <a:cxnLst/>
              <a:rect l="l" t="t" r="r" b="b"/>
              <a:pathLst>
                <a:path w="64134" h="648335">
                  <a:moveTo>
                    <a:pt x="63690" y="0"/>
                  </a:moveTo>
                  <a:lnTo>
                    <a:pt x="0" y="0"/>
                  </a:lnTo>
                  <a:lnTo>
                    <a:pt x="0" y="472376"/>
                  </a:lnTo>
                  <a:lnTo>
                    <a:pt x="0" y="648119"/>
                  </a:lnTo>
                  <a:lnTo>
                    <a:pt x="63690" y="648119"/>
                  </a:lnTo>
                  <a:lnTo>
                    <a:pt x="63690" y="472376"/>
                  </a:lnTo>
                  <a:lnTo>
                    <a:pt x="63690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7579706" y="3532855"/>
              <a:ext cx="34925" cy="411480"/>
            </a:xfrm>
            <a:custGeom>
              <a:avLst/>
              <a:gdLst/>
              <a:ahLst/>
              <a:cxnLst/>
              <a:rect l="l" t="t" r="r" b="b"/>
              <a:pathLst>
                <a:path w="34925" h="411479">
                  <a:moveTo>
                    <a:pt x="0" y="410940"/>
                  </a:moveTo>
                  <a:lnTo>
                    <a:pt x="34553" y="410940"/>
                  </a:lnTo>
                  <a:lnTo>
                    <a:pt x="34553" y="0"/>
                  </a:lnTo>
                  <a:lnTo>
                    <a:pt x="0" y="0"/>
                  </a:lnTo>
                  <a:lnTo>
                    <a:pt x="0" y="410940"/>
                  </a:lnTo>
                  <a:close/>
                </a:path>
              </a:pathLst>
            </a:custGeom>
            <a:solidFill>
              <a:srgbClr val="9592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7677734" y="3532866"/>
              <a:ext cx="34925" cy="648335"/>
            </a:xfrm>
            <a:custGeom>
              <a:avLst/>
              <a:gdLst/>
              <a:ahLst/>
              <a:cxnLst/>
              <a:rect l="l" t="t" r="r" b="b"/>
              <a:pathLst>
                <a:path w="34925" h="648335">
                  <a:moveTo>
                    <a:pt x="34544" y="472363"/>
                  </a:moveTo>
                  <a:lnTo>
                    <a:pt x="0" y="472363"/>
                  </a:lnTo>
                  <a:lnTo>
                    <a:pt x="0" y="648119"/>
                  </a:lnTo>
                  <a:lnTo>
                    <a:pt x="34544" y="648119"/>
                  </a:lnTo>
                  <a:lnTo>
                    <a:pt x="34544" y="472363"/>
                  </a:lnTo>
                  <a:close/>
                </a:path>
                <a:path w="34925" h="648335">
                  <a:moveTo>
                    <a:pt x="34544" y="0"/>
                  </a:moveTo>
                  <a:lnTo>
                    <a:pt x="0" y="0"/>
                  </a:lnTo>
                  <a:lnTo>
                    <a:pt x="0" y="410933"/>
                  </a:lnTo>
                  <a:lnTo>
                    <a:pt x="34544" y="410933"/>
                  </a:lnTo>
                  <a:lnTo>
                    <a:pt x="34544" y="0"/>
                  </a:lnTo>
                  <a:close/>
                </a:path>
              </a:pathLst>
            </a:custGeom>
            <a:solidFill>
              <a:srgbClr val="F2E1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7579601" y="3704418"/>
              <a:ext cx="132715" cy="369570"/>
            </a:xfrm>
            <a:custGeom>
              <a:avLst/>
              <a:gdLst/>
              <a:ahLst/>
              <a:cxnLst/>
              <a:rect l="l" t="t" r="r" b="b"/>
              <a:pathLst>
                <a:path w="132715" h="369570">
                  <a:moveTo>
                    <a:pt x="132575" y="349948"/>
                  </a:moveTo>
                  <a:lnTo>
                    <a:pt x="62560" y="349948"/>
                  </a:lnTo>
                  <a:lnTo>
                    <a:pt x="62560" y="368998"/>
                  </a:lnTo>
                  <a:lnTo>
                    <a:pt x="132575" y="368998"/>
                  </a:lnTo>
                  <a:lnTo>
                    <a:pt x="132575" y="349948"/>
                  </a:lnTo>
                  <a:close/>
                </a:path>
                <a:path w="132715" h="369570">
                  <a:moveTo>
                    <a:pt x="132575" y="51739"/>
                  </a:moveTo>
                  <a:lnTo>
                    <a:pt x="0" y="51739"/>
                  </a:lnTo>
                  <a:lnTo>
                    <a:pt x="0" y="70815"/>
                  </a:lnTo>
                  <a:lnTo>
                    <a:pt x="132575" y="70815"/>
                  </a:lnTo>
                  <a:lnTo>
                    <a:pt x="132575" y="51739"/>
                  </a:lnTo>
                  <a:close/>
                </a:path>
                <a:path w="132715" h="369570">
                  <a:moveTo>
                    <a:pt x="132575" y="0"/>
                  </a:moveTo>
                  <a:lnTo>
                    <a:pt x="0" y="0"/>
                  </a:lnTo>
                  <a:lnTo>
                    <a:pt x="0" y="19062"/>
                  </a:lnTo>
                  <a:lnTo>
                    <a:pt x="132575" y="19062"/>
                  </a:lnTo>
                  <a:lnTo>
                    <a:pt x="132575" y="0"/>
                  </a:lnTo>
                  <a:close/>
                </a:path>
                <a:path w="132715" h="369570">
                  <a:moveTo>
                    <a:pt x="132676" y="300812"/>
                  </a:moveTo>
                  <a:lnTo>
                    <a:pt x="62560" y="300812"/>
                  </a:lnTo>
                  <a:lnTo>
                    <a:pt x="62560" y="317258"/>
                  </a:lnTo>
                  <a:lnTo>
                    <a:pt x="132676" y="317258"/>
                  </a:lnTo>
                  <a:lnTo>
                    <a:pt x="132676" y="300812"/>
                  </a:lnTo>
                  <a:close/>
                </a:path>
              </a:pathLst>
            </a:custGeom>
            <a:solidFill>
              <a:srgbClr val="212C61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4" name="object 54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544492" y="3491558"/>
              <a:ext cx="201181" cy="66715"/>
            </a:xfrm>
            <a:prstGeom prst="rect">
              <a:avLst/>
            </a:prstGeom>
          </p:spPr>
        </p:pic>
        <p:sp>
          <p:nvSpPr>
            <p:cNvPr id="55" name="object 55" descr=""/>
            <p:cNvSpPr/>
            <p:nvPr/>
          </p:nvSpPr>
          <p:spPr>
            <a:xfrm>
              <a:off x="7575098" y="2991301"/>
              <a:ext cx="140335" cy="23495"/>
            </a:xfrm>
            <a:custGeom>
              <a:avLst/>
              <a:gdLst/>
              <a:ahLst/>
              <a:cxnLst/>
              <a:rect l="l" t="t" r="r" b="b"/>
              <a:pathLst>
                <a:path w="140334" h="23494">
                  <a:moveTo>
                    <a:pt x="139974" y="0"/>
                  </a:moveTo>
                  <a:lnTo>
                    <a:pt x="0" y="0"/>
                  </a:lnTo>
                  <a:lnTo>
                    <a:pt x="0" y="23371"/>
                  </a:lnTo>
                  <a:lnTo>
                    <a:pt x="139974" y="23371"/>
                  </a:lnTo>
                  <a:lnTo>
                    <a:pt x="139974" y="0"/>
                  </a:lnTo>
                  <a:close/>
                </a:path>
              </a:pathLst>
            </a:custGeom>
            <a:solidFill>
              <a:srgbClr val="F2E1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7575094" y="3014668"/>
              <a:ext cx="140335" cy="22860"/>
            </a:xfrm>
            <a:custGeom>
              <a:avLst/>
              <a:gdLst/>
              <a:ahLst/>
              <a:cxnLst/>
              <a:rect l="l" t="t" r="r" b="b"/>
              <a:pathLst>
                <a:path w="140334" h="22860">
                  <a:moveTo>
                    <a:pt x="139974" y="0"/>
                  </a:moveTo>
                  <a:lnTo>
                    <a:pt x="0" y="0"/>
                  </a:lnTo>
                  <a:lnTo>
                    <a:pt x="24428" y="22564"/>
                  </a:lnTo>
                  <a:lnTo>
                    <a:pt x="116750" y="22564"/>
                  </a:lnTo>
                  <a:lnTo>
                    <a:pt x="139974" y="0"/>
                  </a:lnTo>
                  <a:close/>
                </a:path>
              </a:pathLst>
            </a:custGeom>
            <a:solidFill>
              <a:srgbClr val="9592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7575098" y="2978003"/>
              <a:ext cx="140335" cy="13335"/>
            </a:xfrm>
            <a:custGeom>
              <a:avLst/>
              <a:gdLst/>
              <a:ahLst/>
              <a:cxnLst/>
              <a:rect l="l" t="t" r="r" b="b"/>
              <a:pathLst>
                <a:path w="140334" h="13335">
                  <a:moveTo>
                    <a:pt x="139974" y="0"/>
                  </a:moveTo>
                  <a:lnTo>
                    <a:pt x="0" y="0"/>
                  </a:lnTo>
                  <a:lnTo>
                    <a:pt x="0" y="13298"/>
                  </a:lnTo>
                  <a:lnTo>
                    <a:pt x="139974" y="13298"/>
                  </a:lnTo>
                  <a:lnTo>
                    <a:pt x="139974" y="0"/>
                  </a:lnTo>
                  <a:close/>
                </a:path>
              </a:pathLst>
            </a:custGeom>
            <a:solidFill>
              <a:srgbClr val="FBF6F2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8" name="object 58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843573" y="3178415"/>
              <a:ext cx="100876" cy="287020"/>
            </a:xfrm>
            <a:prstGeom prst="rect">
              <a:avLst/>
            </a:prstGeom>
          </p:spPr>
        </p:pic>
        <p:sp>
          <p:nvSpPr>
            <p:cNvPr id="59" name="object 59" descr=""/>
            <p:cNvSpPr/>
            <p:nvPr/>
          </p:nvSpPr>
          <p:spPr>
            <a:xfrm>
              <a:off x="6150791" y="3458219"/>
              <a:ext cx="1486535" cy="485775"/>
            </a:xfrm>
            <a:custGeom>
              <a:avLst/>
              <a:gdLst/>
              <a:ahLst/>
              <a:cxnLst/>
              <a:rect l="l" t="t" r="r" b="b"/>
              <a:pathLst>
                <a:path w="1486534" h="485775">
                  <a:moveTo>
                    <a:pt x="743223" y="0"/>
                  </a:moveTo>
                  <a:lnTo>
                    <a:pt x="407090" y="7587"/>
                  </a:lnTo>
                  <a:lnTo>
                    <a:pt x="217626" y="60698"/>
                  </a:lnTo>
                  <a:lnTo>
                    <a:pt x="105155" y="204857"/>
                  </a:lnTo>
                  <a:lnTo>
                    <a:pt x="0" y="485587"/>
                  </a:lnTo>
                  <a:lnTo>
                    <a:pt x="1486436" y="485587"/>
                  </a:lnTo>
                  <a:lnTo>
                    <a:pt x="1451437" y="409714"/>
                  </a:lnTo>
                  <a:lnTo>
                    <a:pt x="1331172" y="242793"/>
                  </a:lnTo>
                  <a:lnTo>
                    <a:pt x="1102736" y="75873"/>
                  </a:lnTo>
                  <a:lnTo>
                    <a:pt x="743223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6709544" y="3646056"/>
              <a:ext cx="911860" cy="297815"/>
            </a:xfrm>
            <a:custGeom>
              <a:avLst/>
              <a:gdLst/>
              <a:ahLst/>
              <a:cxnLst/>
              <a:rect l="l" t="t" r="r" b="b"/>
              <a:pathLst>
                <a:path w="911859" h="297814">
                  <a:moveTo>
                    <a:pt x="455724" y="0"/>
                  </a:moveTo>
                  <a:lnTo>
                    <a:pt x="249620" y="4652"/>
                  </a:lnTo>
                  <a:lnTo>
                    <a:pt x="133447" y="37218"/>
                  </a:lnTo>
                  <a:lnTo>
                    <a:pt x="64482" y="125613"/>
                  </a:lnTo>
                  <a:lnTo>
                    <a:pt x="0" y="297750"/>
                  </a:lnTo>
                  <a:lnTo>
                    <a:pt x="911448" y="297750"/>
                  </a:lnTo>
                  <a:lnTo>
                    <a:pt x="889987" y="251226"/>
                  </a:lnTo>
                  <a:lnTo>
                    <a:pt x="816242" y="148875"/>
                  </a:lnTo>
                  <a:lnTo>
                    <a:pt x="676168" y="46523"/>
                  </a:lnTo>
                  <a:lnTo>
                    <a:pt x="455724" y="0"/>
                  </a:lnTo>
                  <a:close/>
                </a:path>
              </a:pathLst>
            </a:custGeom>
            <a:solidFill>
              <a:srgbClr val="414978">
                <a:alpha val="369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6072202" y="3943796"/>
              <a:ext cx="1660525" cy="61594"/>
            </a:xfrm>
            <a:custGeom>
              <a:avLst/>
              <a:gdLst/>
              <a:ahLst/>
              <a:cxnLst/>
              <a:rect l="l" t="t" r="r" b="b"/>
              <a:pathLst>
                <a:path w="1660525" h="61595">
                  <a:moveTo>
                    <a:pt x="1660001" y="0"/>
                  </a:moveTo>
                  <a:lnTo>
                    <a:pt x="0" y="0"/>
                  </a:lnTo>
                  <a:lnTo>
                    <a:pt x="0" y="61432"/>
                  </a:lnTo>
                  <a:lnTo>
                    <a:pt x="1660001" y="61432"/>
                  </a:lnTo>
                  <a:lnTo>
                    <a:pt x="1660001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6145865" y="4005239"/>
              <a:ext cx="1496695" cy="746125"/>
            </a:xfrm>
            <a:custGeom>
              <a:avLst/>
              <a:gdLst/>
              <a:ahLst/>
              <a:cxnLst/>
              <a:rect l="l" t="t" r="r" b="b"/>
              <a:pathLst>
                <a:path w="1496695" h="746125">
                  <a:moveTo>
                    <a:pt x="1496299" y="0"/>
                  </a:moveTo>
                  <a:lnTo>
                    <a:pt x="0" y="0"/>
                  </a:lnTo>
                  <a:lnTo>
                    <a:pt x="0" y="745558"/>
                  </a:lnTo>
                  <a:lnTo>
                    <a:pt x="1496299" y="745558"/>
                  </a:lnTo>
                  <a:lnTo>
                    <a:pt x="1496299" y="0"/>
                  </a:lnTo>
                  <a:close/>
                </a:path>
              </a:pathLst>
            </a:custGeom>
            <a:solidFill>
              <a:srgbClr val="9592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6894007" y="4005234"/>
              <a:ext cx="748665" cy="564515"/>
            </a:xfrm>
            <a:custGeom>
              <a:avLst/>
              <a:gdLst/>
              <a:ahLst/>
              <a:cxnLst/>
              <a:rect l="l" t="t" r="r" b="b"/>
              <a:pathLst>
                <a:path w="748665" h="564514">
                  <a:moveTo>
                    <a:pt x="748155" y="0"/>
                  </a:moveTo>
                  <a:lnTo>
                    <a:pt x="0" y="0"/>
                  </a:lnTo>
                  <a:lnTo>
                    <a:pt x="1962" y="50399"/>
                  </a:lnTo>
                  <a:lnTo>
                    <a:pt x="7753" y="98644"/>
                  </a:lnTo>
                  <a:lnTo>
                    <a:pt x="17228" y="144703"/>
                  </a:lnTo>
                  <a:lnTo>
                    <a:pt x="30241" y="188546"/>
                  </a:lnTo>
                  <a:lnTo>
                    <a:pt x="46647" y="230142"/>
                  </a:lnTo>
                  <a:lnTo>
                    <a:pt x="66302" y="269458"/>
                  </a:lnTo>
                  <a:lnTo>
                    <a:pt x="89061" y="306464"/>
                  </a:lnTo>
                  <a:lnTo>
                    <a:pt x="114777" y="341128"/>
                  </a:lnTo>
                  <a:lnTo>
                    <a:pt x="143307" y="373420"/>
                  </a:lnTo>
                  <a:lnTo>
                    <a:pt x="174506" y="403308"/>
                  </a:lnTo>
                  <a:lnTo>
                    <a:pt x="208228" y="430760"/>
                  </a:lnTo>
                  <a:lnTo>
                    <a:pt x="244328" y="455746"/>
                  </a:lnTo>
                  <a:lnTo>
                    <a:pt x="282661" y="478235"/>
                  </a:lnTo>
                  <a:lnTo>
                    <a:pt x="323083" y="498195"/>
                  </a:lnTo>
                  <a:lnTo>
                    <a:pt x="365448" y="515595"/>
                  </a:lnTo>
                  <a:lnTo>
                    <a:pt x="409611" y="530403"/>
                  </a:lnTo>
                  <a:lnTo>
                    <a:pt x="455428" y="542589"/>
                  </a:lnTo>
                  <a:lnTo>
                    <a:pt x="502752" y="552122"/>
                  </a:lnTo>
                  <a:lnTo>
                    <a:pt x="551440" y="558969"/>
                  </a:lnTo>
                  <a:lnTo>
                    <a:pt x="601346" y="563101"/>
                  </a:lnTo>
                  <a:lnTo>
                    <a:pt x="652325" y="564485"/>
                  </a:lnTo>
                  <a:lnTo>
                    <a:pt x="748155" y="564485"/>
                  </a:lnTo>
                  <a:lnTo>
                    <a:pt x="748155" y="0"/>
                  </a:lnTo>
                  <a:close/>
                </a:path>
              </a:pathLst>
            </a:custGeom>
            <a:solidFill>
              <a:srgbClr val="F2E1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3848595" y="3949413"/>
              <a:ext cx="3702050" cy="1219200"/>
            </a:xfrm>
            <a:custGeom>
              <a:avLst/>
              <a:gdLst/>
              <a:ahLst/>
              <a:cxnLst/>
              <a:rect l="l" t="t" r="r" b="b"/>
              <a:pathLst>
                <a:path w="3702050" h="1219200">
                  <a:moveTo>
                    <a:pt x="90665" y="154584"/>
                  </a:moveTo>
                  <a:lnTo>
                    <a:pt x="78625" y="154584"/>
                  </a:lnTo>
                  <a:lnTo>
                    <a:pt x="78625" y="54673"/>
                  </a:lnTo>
                  <a:lnTo>
                    <a:pt x="78054" y="54673"/>
                  </a:lnTo>
                  <a:lnTo>
                    <a:pt x="80149" y="53124"/>
                  </a:lnTo>
                  <a:lnTo>
                    <a:pt x="84213" y="46088"/>
                  </a:lnTo>
                  <a:lnTo>
                    <a:pt x="85712" y="36868"/>
                  </a:lnTo>
                  <a:lnTo>
                    <a:pt x="85712" y="32105"/>
                  </a:lnTo>
                  <a:lnTo>
                    <a:pt x="84328" y="27686"/>
                  </a:lnTo>
                  <a:lnTo>
                    <a:pt x="82194" y="23926"/>
                  </a:lnTo>
                  <a:lnTo>
                    <a:pt x="78219" y="16878"/>
                  </a:lnTo>
                  <a:lnTo>
                    <a:pt x="71666" y="12192"/>
                  </a:lnTo>
                  <a:lnTo>
                    <a:pt x="69049" y="12192"/>
                  </a:lnTo>
                  <a:lnTo>
                    <a:pt x="69049" y="11658"/>
                  </a:lnTo>
                  <a:lnTo>
                    <a:pt x="68795" y="11379"/>
                  </a:lnTo>
                  <a:lnTo>
                    <a:pt x="68453" y="11379"/>
                  </a:lnTo>
                  <a:lnTo>
                    <a:pt x="67716" y="11379"/>
                  </a:lnTo>
                  <a:lnTo>
                    <a:pt x="67716" y="7696"/>
                  </a:lnTo>
                  <a:lnTo>
                    <a:pt x="67449" y="7416"/>
                  </a:lnTo>
                  <a:lnTo>
                    <a:pt x="67297" y="7416"/>
                  </a:lnTo>
                  <a:lnTo>
                    <a:pt x="67297" y="3898"/>
                  </a:lnTo>
                  <a:lnTo>
                    <a:pt x="67094" y="3683"/>
                  </a:lnTo>
                  <a:lnTo>
                    <a:pt x="67094" y="165"/>
                  </a:lnTo>
                  <a:lnTo>
                    <a:pt x="66929" y="0"/>
                  </a:lnTo>
                  <a:lnTo>
                    <a:pt x="66725" y="0"/>
                  </a:lnTo>
                  <a:lnTo>
                    <a:pt x="66509" y="0"/>
                  </a:lnTo>
                  <a:lnTo>
                    <a:pt x="66332" y="165"/>
                  </a:lnTo>
                  <a:lnTo>
                    <a:pt x="66332" y="3683"/>
                  </a:lnTo>
                  <a:lnTo>
                    <a:pt x="66128" y="3898"/>
                  </a:lnTo>
                  <a:lnTo>
                    <a:pt x="66128" y="7416"/>
                  </a:lnTo>
                  <a:lnTo>
                    <a:pt x="65989" y="7416"/>
                  </a:lnTo>
                  <a:lnTo>
                    <a:pt x="65709" y="7696"/>
                  </a:lnTo>
                  <a:lnTo>
                    <a:pt x="65709" y="11379"/>
                  </a:lnTo>
                  <a:lnTo>
                    <a:pt x="64643" y="11379"/>
                  </a:lnTo>
                  <a:lnTo>
                    <a:pt x="64376" y="11658"/>
                  </a:lnTo>
                  <a:lnTo>
                    <a:pt x="64376" y="12928"/>
                  </a:lnTo>
                  <a:lnTo>
                    <a:pt x="60540" y="14135"/>
                  </a:lnTo>
                  <a:lnTo>
                    <a:pt x="54368" y="19418"/>
                  </a:lnTo>
                  <a:lnTo>
                    <a:pt x="49618" y="27266"/>
                  </a:lnTo>
                  <a:lnTo>
                    <a:pt x="47726" y="36868"/>
                  </a:lnTo>
                  <a:lnTo>
                    <a:pt x="47777" y="38608"/>
                  </a:lnTo>
                  <a:lnTo>
                    <a:pt x="49618" y="47231"/>
                  </a:lnTo>
                  <a:lnTo>
                    <a:pt x="53733" y="53695"/>
                  </a:lnTo>
                  <a:lnTo>
                    <a:pt x="55143" y="54673"/>
                  </a:lnTo>
                  <a:lnTo>
                    <a:pt x="54787" y="54673"/>
                  </a:lnTo>
                  <a:lnTo>
                    <a:pt x="54787" y="154584"/>
                  </a:lnTo>
                  <a:lnTo>
                    <a:pt x="41211" y="154584"/>
                  </a:lnTo>
                  <a:lnTo>
                    <a:pt x="41211" y="160286"/>
                  </a:lnTo>
                  <a:lnTo>
                    <a:pt x="41211" y="170319"/>
                  </a:lnTo>
                  <a:lnTo>
                    <a:pt x="90665" y="170319"/>
                  </a:lnTo>
                  <a:lnTo>
                    <a:pt x="90665" y="160286"/>
                  </a:lnTo>
                  <a:lnTo>
                    <a:pt x="90665" y="154584"/>
                  </a:lnTo>
                  <a:close/>
                </a:path>
                <a:path w="3702050" h="1219200">
                  <a:moveTo>
                    <a:pt x="90678" y="170332"/>
                  </a:moveTo>
                  <a:lnTo>
                    <a:pt x="41211" y="170332"/>
                  </a:lnTo>
                  <a:lnTo>
                    <a:pt x="49415" y="180009"/>
                  </a:lnTo>
                  <a:lnTo>
                    <a:pt x="49555" y="180009"/>
                  </a:lnTo>
                  <a:lnTo>
                    <a:pt x="49555" y="324307"/>
                  </a:lnTo>
                  <a:lnTo>
                    <a:pt x="66332" y="324307"/>
                  </a:lnTo>
                  <a:lnTo>
                    <a:pt x="82143" y="324307"/>
                  </a:lnTo>
                  <a:lnTo>
                    <a:pt x="82143" y="180009"/>
                  </a:lnTo>
                  <a:lnTo>
                    <a:pt x="90678" y="170332"/>
                  </a:lnTo>
                  <a:close/>
                </a:path>
                <a:path w="3702050" h="1219200">
                  <a:moveTo>
                    <a:pt x="130746" y="1059688"/>
                  </a:moveTo>
                  <a:lnTo>
                    <a:pt x="0" y="1059688"/>
                  </a:lnTo>
                  <a:lnTo>
                    <a:pt x="0" y="1071308"/>
                  </a:lnTo>
                  <a:lnTo>
                    <a:pt x="11391" y="1071308"/>
                  </a:lnTo>
                  <a:lnTo>
                    <a:pt x="11391" y="1218933"/>
                  </a:lnTo>
                  <a:lnTo>
                    <a:pt x="119367" y="1218933"/>
                  </a:lnTo>
                  <a:lnTo>
                    <a:pt x="119367" y="1071308"/>
                  </a:lnTo>
                  <a:lnTo>
                    <a:pt x="130746" y="1071308"/>
                  </a:lnTo>
                  <a:lnTo>
                    <a:pt x="130746" y="1059688"/>
                  </a:lnTo>
                  <a:close/>
                </a:path>
                <a:path w="3702050" h="1219200">
                  <a:moveTo>
                    <a:pt x="2443442" y="154393"/>
                  </a:moveTo>
                  <a:lnTo>
                    <a:pt x="2440775" y="141198"/>
                  </a:lnTo>
                  <a:lnTo>
                    <a:pt x="2433510" y="130429"/>
                  </a:lnTo>
                  <a:lnTo>
                    <a:pt x="2422741" y="123177"/>
                  </a:lnTo>
                  <a:lnTo>
                    <a:pt x="2409558" y="120510"/>
                  </a:lnTo>
                  <a:lnTo>
                    <a:pt x="2396363" y="123177"/>
                  </a:lnTo>
                  <a:lnTo>
                    <a:pt x="2385593" y="130429"/>
                  </a:lnTo>
                  <a:lnTo>
                    <a:pt x="2378341" y="141198"/>
                  </a:lnTo>
                  <a:lnTo>
                    <a:pt x="2375674" y="154393"/>
                  </a:lnTo>
                  <a:lnTo>
                    <a:pt x="2375674" y="448373"/>
                  </a:lnTo>
                  <a:lnTo>
                    <a:pt x="2443442" y="448373"/>
                  </a:lnTo>
                  <a:lnTo>
                    <a:pt x="2443442" y="154393"/>
                  </a:lnTo>
                  <a:close/>
                </a:path>
                <a:path w="3702050" h="1219200">
                  <a:moveTo>
                    <a:pt x="2601264" y="154393"/>
                  </a:moveTo>
                  <a:lnTo>
                    <a:pt x="2598597" y="141198"/>
                  </a:lnTo>
                  <a:lnTo>
                    <a:pt x="2591333" y="130429"/>
                  </a:lnTo>
                  <a:lnTo>
                    <a:pt x="2580563" y="123177"/>
                  </a:lnTo>
                  <a:lnTo>
                    <a:pt x="2567368" y="120510"/>
                  </a:lnTo>
                  <a:lnTo>
                    <a:pt x="2554186" y="123177"/>
                  </a:lnTo>
                  <a:lnTo>
                    <a:pt x="2543416" y="130429"/>
                  </a:lnTo>
                  <a:lnTo>
                    <a:pt x="2536152" y="141198"/>
                  </a:lnTo>
                  <a:lnTo>
                    <a:pt x="2533485" y="154393"/>
                  </a:lnTo>
                  <a:lnTo>
                    <a:pt x="2533485" y="448373"/>
                  </a:lnTo>
                  <a:lnTo>
                    <a:pt x="2601264" y="448373"/>
                  </a:lnTo>
                  <a:lnTo>
                    <a:pt x="2601264" y="154393"/>
                  </a:lnTo>
                  <a:close/>
                </a:path>
                <a:path w="3702050" h="1219200">
                  <a:moveTo>
                    <a:pt x="2759075" y="154393"/>
                  </a:moveTo>
                  <a:lnTo>
                    <a:pt x="2756408" y="141198"/>
                  </a:lnTo>
                  <a:lnTo>
                    <a:pt x="2749156" y="130429"/>
                  </a:lnTo>
                  <a:lnTo>
                    <a:pt x="2738386" y="123177"/>
                  </a:lnTo>
                  <a:lnTo>
                    <a:pt x="2725191" y="120510"/>
                  </a:lnTo>
                  <a:lnTo>
                    <a:pt x="2712008" y="123177"/>
                  </a:lnTo>
                  <a:lnTo>
                    <a:pt x="2701239" y="130429"/>
                  </a:lnTo>
                  <a:lnTo>
                    <a:pt x="2693974" y="141198"/>
                  </a:lnTo>
                  <a:lnTo>
                    <a:pt x="2691307" y="154393"/>
                  </a:lnTo>
                  <a:lnTo>
                    <a:pt x="2691307" y="448373"/>
                  </a:lnTo>
                  <a:lnTo>
                    <a:pt x="2759075" y="448373"/>
                  </a:lnTo>
                  <a:lnTo>
                    <a:pt x="2759075" y="154393"/>
                  </a:lnTo>
                  <a:close/>
                </a:path>
                <a:path w="3702050" h="1219200">
                  <a:moveTo>
                    <a:pt x="2916898" y="154393"/>
                  </a:moveTo>
                  <a:lnTo>
                    <a:pt x="2914231" y="141198"/>
                  </a:lnTo>
                  <a:lnTo>
                    <a:pt x="2906966" y="130429"/>
                  </a:lnTo>
                  <a:lnTo>
                    <a:pt x="2896197" y="123177"/>
                  </a:lnTo>
                  <a:lnTo>
                    <a:pt x="2883014" y="120510"/>
                  </a:lnTo>
                  <a:lnTo>
                    <a:pt x="2869819" y="123177"/>
                  </a:lnTo>
                  <a:lnTo>
                    <a:pt x="2859049" y="130429"/>
                  </a:lnTo>
                  <a:lnTo>
                    <a:pt x="2851785" y="141198"/>
                  </a:lnTo>
                  <a:lnTo>
                    <a:pt x="2849130" y="154393"/>
                  </a:lnTo>
                  <a:lnTo>
                    <a:pt x="2849130" y="448373"/>
                  </a:lnTo>
                  <a:lnTo>
                    <a:pt x="2916898" y="448373"/>
                  </a:lnTo>
                  <a:lnTo>
                    <a:pt x="2916898" y="154393"/>
                  </a:lnTo>
                  <a:close/>
                </a:path>
                <a:path w="3702050" h="1219200">
                  <a:moveTo>
                    <a:pt x="3070453" y="154393"/>
                  </a:moveTo>
                  <a:lnTo>
                    <a:pt x="3067786" y="141198"/>
                  </a:lnTo>
                  <a:lnTo>
                    <a:pt x="3060535" y="130429"/>
                  </a:lnTo>
                  <a:lnTo>
                    <a:pt x="3049752" y="123177"/>
                  </a:lnTo>
                  <a:lnTo>
                    <a:pt x="3036570" y="120510"/>
                  </a:lnTo>
                  <a:lnTo>
                    <a:pt x="3023387" y="123177"/>
                  </a:lnTo>
                  <a:lnTo>
                    <a:pt x="3012605" y="130429"/>
                  </a:lnTo>
                  <a:lnTo>
                    <a:pt x="3005353" y="141198"/>
                  </a:lnTo>
                  <a:lnTo>
                    <a:pt x="3002686" y="154393"/>
                  </a:lnTo>
                  <a:lnTo>
                    <a:pt x="3002686" y="448373"/>
                  </a:lnTo>
                  <a:lnTo>
                    <a:pt x="3070453" y="448373"/>
                  </a:lnTo>
                  <a:lnTo>
                    <a:pt x="3070453" y="154393"/>
                  </a:lnTo>
                  <a:close/>
                </a:path>
                <a:path w="3702050" h="1219200">
                  <a:moveTo>
                    <a:pt x="3228276" y="154393"/>
                  </a:moveTo>
                  <a:lnTo>
                    <a:pt x="3225609" y="141198"/>
                  </a:lnTo>
                  <a:lnTo>
                    <a:pt x="3218345" y="130429"/>
                  </a:lnTo>
                  <a:lnTo>
                    <a:pt x="3207575" y="123177"/>
                  </a:lnTo>
                  <a:lnTo>
                    <a:pt x="3194393" y="120510"/>
                  </a:lnTo>
                  <a:lnTo>
                    <a:pt x="3181197" y="123177"/>
                  </a:lnTo>
                  <a:lnTo>
                    <a:pt x="3170428" y="130429"/>
                  </a:lnTo>
                  <a:lnTo>
                    <a:pt x="3163163" y="141198"/>
                  </a:lnTo>
                  <a:lnTo>
                    <a:pt x="3160509" y="154393"/>
                  </a:lnTo>
                  <a:lnTo>
                    <a:pt x="3160509" y="448373"/>
                  </a:lnTo>
                  <a:lnTo>
                    <a:pt x="3228276" y="448373"/>
                  </a:lnTo>
                  <a:lnTo>
                    <a:pt x="3228276" y="154393"/>
                  </a:lnTo>
                  <a:close/>
                </a:path>
                <a:path w="3702050" h="1219200">
                  <a:moveTo>
                    <a:pt x="3386086" y="154393"/>
                  </a:moveTo>
                  <a:lnTo>
                    <a:pt x="3383432" y="141198"/>
                  </a:lnTo>
                  <a:lnTo>
                    <a:pt x="3376168" y="130429"/>
                  </a:lnTo>
                  <a:lnTo>
                    <a:pt x="3365398" y="123177"/>
                  </a:lnTo>
                  <a:lnTo>
                    <a:pt x="3352203" y="120510"/>
                  </a:lnTo>
                  <a:lnTo>
                    <a:pt x="3339020" y="123177"/>
                  </a:lnTo>
                  <a:lnTo>
                    <a:pt x="3328251" y="130429"/>
                  </a:lnTo>
                  <a:lnTo>
                    <a:pt x="3320986" y="141198"/>
                  </a:lnTo>
                  <a:lnTo>
                    <a:pt x="3318319" y="154393"/>
                  </a:lnTo>
                  <a:lnTo>
                    <a:pt x="3318319" y="448373"/>
                  </a:lnTo>
                  <a:lnTo>
                    <a:pt x="3386086" y="448373"/>
                  </a:lnTo>
                  <a:lnTo>
                    <a:pt x="3386086" y="154393"/>
                  </a:lnTo>
                  <a:close/>
                </a:path>
                <a:path w="3702050" h="1219200">
                  <a:moveTo>
                    <a:pt x="3543909" y="154393"/>
                  </a:moveTo>
                  <a:lnTo>
                    <a:pt x="3541242" y="141198"/>
                  </a:lnTo>
                  <a:lnTo>
                    <a:pt x="3533978" y="130429"/>
                  </a:lnTo>
                  <a:lnTo>
                    <a:pt x="3523208" y="123177"/>
                  </a:lnTo>
                  <a:lnTo>
                    <a:pt x="3510026" y="120510"/>
                  </a:lnTo>
                  <a:lnTo>
                    <a:pt x="3496830" y="123177"/>
                  </a:lnTo>
                  <a:lnTo>
                    <a:pt x="3486061" y="130429"/>
                  </a:lnTo>
                  <a:lnTo>
                    <a:pt x="3478809" y="141198"/>
                  </a:lnTo>
                  <a:lnTo>
                    <a:pt x="3476142" y="154393"/>
                  </a:lnTo>
                  <a:lnTo>
                    <a:pt x="3476142" y="448373"/>
                  </a:lnTo>
                  <a:lnTo>
                    <a:pt x="3543909" y="448373"/>
                  </a:lnTo>
                  <a:lnTo>
                    <a:pt x="3543909" y="154393"/>
                  </a:lnTo>
                  <a:close/>
                </a:path>
                <a:path w="3702050" h="1219200">
                  <a:moveTo>
                    <a:pt x="3701732" y="154393"/>
                  </a:moveTo>
                  <a:lnTo>
                    <a:pt x="3699065" y="141198"/>
                  </a:lnTo>
                  <a:lnTo>
                    <a:pt x="3691801" y="130429"/>
                  </a:lnTo>
                  <a:lnTo>
                    <a:pt x="3681031" y="123177"/>
                  </a:lnTo>
                  <a:lnTo>
                    <a:pt x="3667849" y="120510"/>
                  </a:lnTo>
                  <a:lnTo>
                    <a:pt x="3654653" y="123177"/>
                  </a:lnTo>
                  <a:lnTo>
                    <a:pt x="3643884" y="130429"/>
                  </a:lnTo>
                  <a:lnTo>
                    <a:pt x="3636619" y="141198"/>
                  </a:lnTo>
                  <a:lnTo>
                    <a:pt x="3633965" y="154393"/>
                  </a:lnTo>
                  <a:lnTo>
                    <a:pt x="3633965" y="448373"/>
                  </a:lnTo>
                  <a:lnTo>
                    <a:pt x="3701732" y="448373"/>
                  </a:lnTo>
                  <a:lnTo>
                    <a:pt x="3701732" y="154393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3859997" y="5020716"/>
              <a:ext cx="108585" cy="13335"/>
            </a:xfrm>
            <a:custGeom>
              <a:avLst/>
              <a:gdLst/>
              <a:ahLst/>
              <a:cxnLst/>
              <a:rect l="l" t="t" r="r" b="b"/>
              <a:pathLst>
                <a:path w="108585" h="13335">
                  <a:moveTo>
                    <a:pt x="107965" y="0"/>
                  </a:moveTo>
                  <a:lnTo>
                    <a:pt x="0" y="0"/>
                  </a:lnTo>
                  <a:lnTo>
                    <a:pt x="0" y="12732"/>
                  </a:lnTo>
                  <a:lnTo>
                    <a:pt x="107965" y="12732"/>
                  </a:lnTo>
                  <a:lnTo>
                    <a:pt x="107965" y="0"/>
                  </a:lnTo>
                  <a:close/>
                </a:path>
              </a:pathLst>
            </a:custGeom>
            <a:solidFill>
              <a:srgbClr val="212C61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3873170" y="4302118"/>
              <a:ext cx="82550" cy="860425"/>
            </a:xfrm>
            <a:custGeom>
              <a:avLst/>
              <a:gdLst/>
              <a:ahLst/>
              <a:cxnLst/>
              <a:rect l="l" t="t" r="r" b="b"/>
              <a:pathLst>
                <a:path w="82550" h="860425">
                  <a:moveTo>
                    <a:pt x="62611" y="829919"/>
                  </a:moveTo>
                  <a:lnTo>
                    <a:pt x="18986" y="829919"/>
                  </a:lnTo>
                  <a:lnTo>
                    <a:pt x="20701" y="841552"/>
                  </a:lnTo>
                  <a:lnTo>
                    <a:pt x="25374" y="851065"/>
                  </a:lnTo>
                  <a:lnTo>
                    <a:pt x="32308" y="857465"/>
                  </a:lnTo>
                  <a:lnTo>
                    <a:pt x="40805" y="859815"/>
                  </a:lnTo>
                  <a:lnTo>
                    <a:pt x="49288" y="857465"/>
                  </a:lnTo>
                  <a:lnTo>
                    <a:pt x="56222" y="851065"/>
                  </a:lnTo>
                  <a:lnTo>
                    <a:pt x="60896" y="841552"/>
                  </a:lnTo>
                  <a:lnTo>
                    <a:pt x="62611" y="829919"/>
                  </a:lnTo>
                  <a:close/>
                </a:path>
                <a:path w="82550" h="860425">
                  <a:moveTo>
                    <a:pt x="69850" y="0"/>
                  </a:moveTo>
                  <a:lnTo>
                    <a:pt x="42202" y="0"/>
                  </a:lnTo>
                  <a:lnTo>
                    <a:pt x="12865" y="0"/>
                  </a:lnTo>
                  <a:lnTo>
                    <a:pt x="12865" y="290080"/>
                  </a:lnTo>
                  <a:lnTo>
                    <a:pt x="42202" y="290080"/>
                  </a:lnTo>
                  <a:lnTo>
                    <a:pt x="69850" y="290080"/>
                  </a:lnTo>
                  <a:lnTo>
                    <a:pt x="69850" y="0"/>
                  </a:lnTo>
                  <a:close/>
                </a:path>
                <a:path w="82550" h="860425">
                  <a:moveTo>
                    <a:pt x="81953" y="306349"/>
                  </a:moveTo>
                  <a:lnTo>
                    <a:pt x="60718" y="306349"/>
                  </a:lnTo>
                  <a:lnTo>
                    <a:pt x="60591" y="306349"/>
                  </a:lnTo>
                  <a:lnTo>
                    <a:pt x="21348" y="306349"/>
                  </a:lnTo>
                  <a:lnTo>
                    <a:pt x="0" y="306349"/>
                  </a:lnTo>
                  <a:lnTo>
                    <a:pt x="0" y="706970"/>
                  </a:lnTo>
                  <a:lnTo>
                    <a:pt x="21348" y="706970"/>
                  </a:lnTo>
                  <a:lnTo>
                    <a:pt x="60591" y="706970"/>
                  </a:lnTo>
                  <a:lnTo>
                    <a:pt x="60718" y="706970"/>
                  </a:lnTo>
                  <a:lnTo>
                    <a:pt x="81953" y="706970"/>
                  </a:lnTo>
                  <a:lnTo>
                    <a:pt x="81953" y="306349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3873170" y="4714525"/>
              <a:ext cx="82550" cy="228600"/>
            </a:xfrm>
            <a:custGeom>
              <a:avLst/>
              <a:gdLst/>
              <a:ahLst/>
              <a:cxnLst/>
              <a:rect l="l" t="t" r="r" b="b"/>
              <a:pathLst>
                <a:path w="82550" h="228600">
                  <a:moveTo>
                    <a:pt x="81953" y="184315"/>
                  </a:moveTo>
                  <a:lnTo>
                    <a:pt x="0" y="184315"/>
                  </a:lnTo>
                  <a:lnTo>
                    <a:pt x="0" y="196100"/>
                  </a:lnTo>
                  <a:lnTo>
                    <a:pt x="81953" y="196100"/>
                  </a:lnTo>
                  <a:lnTo>
                    <a:pt x="81953" y="184315"/>
                  </a:lnTo>
                  <a:close/>
                </a:path>
                <a:path w="82550" h="228600">
                  <a:moveTo>
                    <a:pt x="82016" y="216306"/>
                  </a:moveTo>
                  <a:lnTo>
                    <a:pt x="50" y="216306"/>
                  </a:lnTo>
                  <a:lnTo>
                    <a:pt x="50" y="228079"/>
                  </a:lnTo>
                  <a:lnTo>
                    <a:pt x="82016" y="228079"/>
                  </a:lnTo>
                  <a:lnTo>
                    <a:pt x="82016" y="216306"/>
                  </a:lnTo>
                  <a:close/>
                </a:path>
                <a:path w="82550" h="228600">
                  <a:moveTo>
                    <a:pt x="82016" y="31978"/>
                  </a:moveTo>
                  <a:lnTo>
                    <a:pt x="50" y="31978"/>
                  </a:lnTo>
                  <a:lnTo>
                    <a:pt x="50" y="43751"/>
                  </a:lnTo>
                  <a:lnTo>
                    <a:pt x="82016" y="43751"/>
                  </a:lnTo>
                  <a:lnTo>
                    <a:pt x="82016" y="31978"/>
                  </a:lnTo>
                  <a:close/>
                </a:path>
                <a:path w="82550" h="228600">
                  <a:moveTo>
                    <a:pt x="82016" y="0"/>
                  </a:moveTo>
                  <a:lnTo>
                    <a:pt x="50" y="0"/>
                  </a:lnTo>
                  <a:lnTo>
                    <a:pt x="50" y="11772"/>
                  </a:lnTo>
                  <a:lnTo>
                    <a:pt x="82016" y="11772"/>
                  </a:lnTo>
                  <a:lnTo>
                    <a:pt x="82016" y="0"/>
                  </a:lnTo>
                  <a:close/>
                </a:path>
              </a:pathLst>
            </a:custGeom>
            <a:solidFill>
              <a:srgbClr val="212C61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3508044" y="4265504"/>
              <a:ext cx="469265" cy="908050"/>
            </a:xfrm>
            <a:custGeom>
              <a:avLst/>
              <a:gdLst/>
              <a:ahLst/>
              <a:cxnLst/>
              <a:rect l="l" t="t" r="r" b="b"/>
              <a:pathLst>
                <a:path w="469264" h="908050">
                  <a:moveTo>
                    <a:pt x="331558" y="907440"/>
                  </a:moveTo>
                  <a:lnTo>
                    <a:pt x="309499" y="848410"/>
                  </a:lnTo>
                  <a:lnTo>
                    <a:pt x="286054" y="817486"/>
                  </a:lnTo>
                  <a:lnTo>
                    <a:pt x="246722" y="804532"/>
                  </a:lnTo>
                  <a:lnTo>
                    <a:pt x="177025" y="799426"/>
                  </a:lnTo>
                  <a:lnTo>
                    <a:pt x="177025" y="792683"/>
                  </a:lnTo>
                  <a:lnTo>
                    <a:pt x="175729" y="791400"/>
                  </a:lnTo>
                  <a:lnTo>
                    <a:pt x="170586" y="791400"/>
                  </a:lnTo>
                  <a:lnTo>
                    <a:pt x="170586" y="773976"/>
                  </a:lnTo>
                  <a:lnTo>
                    <a:pt x="169735" y="772922"/>
                  </a:lnTo>
                  <a:lnTo>
                    <a:pt x="168592" y="772553"/>
                  </a:lnTo>
                  <a:lnTo>
                    <a:pt x="168592" y="755865"/>
                  </a:lnTo>
                  <a:lnTo>
                    <a:pt x="168173" y="755243"/>
                  </a:lnTo>
                  <a:lnTo>
                    <a:pt x="167601" y="754837"/>
                  </a:lnTo>
                  <a:lnTo>
                    <a:pt x="167601" y="737514"/>
                  </a:lnTo>
                  <a:lnTo>
                    <a:pt x="166801" y="736714"/>
                  </a:lnTo>
                  <a:lnTo>
                    <a:pt x="164744" y="736714"/>
                  </a:lnTo>
                  <a:lnTo>
                    <a:pt x="163944" y="737514"/>
                  </a:lnTo>
                  <a:lnTo>
                    <a:pt x="163944" y="754837"/>
                  </a:lnTo>
                  <a:lnTo>
                    <a:pt x="163372" y="755243"/>
                  </a:lnTo>
                  <a:lnTo>
                    <a:pt x="162966" y="755865"/>
                  </a:lnTo>
                  <a:lnTo>
                    <a:pt x="162966" y="772553"/>
                  </a:lnTo>
                  <a:lnTo>
                    <a:pt x="161810" y="772922"/>
                  </a:lnTo>
                  <a:lnTo>
                    <a:pt x="160959" y="773976"/>
                  </a:lnTo>
                  <a:lnTo>
                    <a:pt x="160959" y="791400"/>
                  </a:lnTo>
                  <a:lnTo>
                    <a:pt x="155816" y="791400"/>
                  </a:lnTo>
                  <a:lnTo>
                    <a:pt x="154520" y="792683"/>
                  </a:lnTo>
                  <a:lnTo>
                    <a:pt x="154520" y="799426"/>
                  </a:lnTo>
                  <a:lnTo>
                    <a:pt x="79921" y="818870"/>
                  </a:lnTo>
                  <a:lnTo>
                    <a:pt x="32410" y="855713"/>
                  </a:lnTo>
                  <a:lnTo>
                    <a:pt x="7315" y="891425"/>
                  </a:lnTo>
                  <a:lnTo>
                    <a:pt x="0" y="907440"/>
                  </a:lnTo>
                  <a:lnTo>
                    <a:pt x="331558" y="907440"/>
                  </a:lnTo>
                  <a:close/>
                </a:path>
                <a:path w="469264" h="908050">
                  <a:moveTo>
                    <a:pt x="449922" y="0"/>
                  </a:moveTo>
                  <a:lnTo>
                    <a:pt x="363397" y="0"/>
                  </a:lnTo>
                  <a:lnTo>
                    <a:pt x="363397" y="8216"/>
                  </a:lnTo>
                  <a:lnTo>
                    <a:pt x="363397" y="22656"/>
                  </a:lnTo>
                  <a:lnTo>
                    <a:pt x="377748" y="36601"/>
                  </a:lnTo>
                  <a:lnTo>
                    <a:pt x="434822" y="36601"/>
                  </a:lnTo>
                  <a:lnTo>
                    <a:pt x="449897" y="22669"/>
                  </a:lnTo>
                  <a:lnTo>
                    <a:pt x="449922" y="8216"/>
                  </a:lnTo>
                  <a:lnTo>
                    <a:pt x="449922" y="0"/>
                  </a:lnTo>
                  <a:close/>
                </a:path>
                <a:path w="469264" h="908050">
                  <a:moveTo>
                    <a:pt x="468833" y="342976"/>
                  </a:moveTo>
                  <a:lnTo>
                    <a:pt x="344487" y="342976"/>
                  </a:lnTo>
                  <a:lnTo>
                    <a:pt x="365112" y="358673"/>
                  </a:lnTo>
                  <a:lnTo>
                    <a:pt x="447128" y="358673"/>
                  </a:lnTo>
                  <a:lnTo>
                    <a:pt x="468833" y="342976"/>
                  </a:lnTo>
                  <a:close/>
                </a:path>
                <a:path w="469264" h="908050">
                  <a:moveTo>
                    <a:pt x="468833" y="317436"/>
                  </a:moveTo>
                  <a:lnTo>
                    <a:pt x="344474" y="317436"/>
                  </a:lnTo>
                  <a:lnTo>
                    <a:pt x="344474" y="326694"/>
                  </a:lnTo>
                  <a:lnTo>
                    <a:pt x="344474" y="342963"/>
                  </a:lnTo>
                  <a:lnTo>
                    <a:pt x="468833" y="342963"/>
                  </a:lnTo>
                  <a:lnTo>
                    <a:pt x="468833" y="326694"/>
                  </a:lnTo>
                  <a:lnTo>
                    <a:pt x="468833" y="317436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3784879" y="4875866"/>
              <a:ext cx="568325" cy="292735"/>
            </a:xfrm>
            <a:custGeom>
              <a:avLst/>
              <a:gdLst/>
              <a:ahLst/>
              <a:cxnLst/>
              <a:rect l="l" t="t" r="r" b="b"/>
              <a:pathLst>
                <a:path w="568325" h="292735">
                  <a:moveTo>
                    <a:pt x="568045" y="292493"/>
                  </a:moveTo>
                  <a:lnTo>
                    <a:pt x="527850" y="185204"/>
                  </a:lnTo>
                  <a:lnTo>
                    <a:pt x="484873" y="130124"/>
                  </a:lnTo>
                  <a:lnTo>
                    <a:pt x="412470" y="109829"/>
                  </a:lnTo>
                  <a:lnTo>
                    <a:pt x="303301" y="107365"/>
                  </a:lnTo>
                  <a:lnTo>
                    <a:pt x="303301" y="95885"/>
                  </a:lnTo>
                  <a:lnTo>
                    <a:pt x="301078" y="93675"/>
                  </a:lnTo>
                  <a:lnTo>
                    <a:pt x="298348" y="93675"/>
                  </a:lnTo>
                  <a:lnTo>
                    <a:pt x="292265" y="93675"/>
                  </a:lnTo>
                  <a:lnTo>
                    <a:pt x="292265" y="63296"/>
                  </a:lnTo>
                  <a:lnTo>
                    <a:pt x="290055" y="61087"/>
                  </a:lnTo>
                  <a:lnTo>
                    <a:pt x="288836" y="61087"/>
                  </a:lnTo>
                  <a:lnTo>
                    <a:pt x="288836" y="32016"/>
                  </a:lnTo>
                  <a:lnTo>
                    <a:pt x="287147" y="30327"/>
                  </a:lnTo>
                  <a:lnTo>
                    <a:pt x="287147" y="1358"/>
                  </a:lnTo>
                  <a:lnTo>
                    <a:pt x="285788" y="0"/>
                  </a:lnTo>
                  <a:lnTo>
                    <a:pt x="284111" y="0"/>
                  </a:lnTo>
                  <a:lnTo>
                    <a:pt x="282257" y="0"/>
                  </a:lnTo>
                  <a:lnTo>
                    <a:pt x="280898" y="1358"/>
                  </a:lnTo>
                  <a:lnTo>
                    <a:pt x="280898" y="30327"/>
                  </a:lnTo>
                  <a:lnTo>
                    <a:pt x="279196" y="32016"/>
                  </a:lnTo>
                  <a:lnTo>
                    <a:pt x="279196" y="61087"/>
                  </a:lnTo>
                  <a:lnTo>
                    <a:pt x="277990" y="61087"/>
                  </a:lnTo>
                  <a:lnTo>
                    <a:pt x="275780" y="63296"/>
                  </a:lnTo>
                  <a:lnTo>
                    <a:pt x="275780" y="93675"/>
                  </a:lnTo>
                  <a:lnTo>
                    <a:pt x="266966" y="93675"/>
                  </a:lnTo>
                  <a:lnTo>
                    <a:pt x="264744" y="95885"/>
                  </a:lnTo>
                  <a:lnTo>
                    <a:pt x="264744" y="109677"/>
                  </a:lnTo>
                  <a:lnTo>
                    <a:pt x="270954" y="109677"/>
                  </a:lnTo>
                  <a:lnTo>
                    <a:pt x="146634" y="135915"/>
                  </a:lnTo>
                  <a:lnTo>
                    <a:pt x="59334" y="199707"/>
                  </a:lnTo>
                  <a:lnTo>
                    <a:pt x="13373" y="263499"/>
                  </a:lnTo>
                  <a:lnTo>
                    <a:pt x="0" y="292493"/>
                  </a:lnTo>
                  <a:lnTo>
                    <a:pt x="568045" y="292493"/>
                  </a:lnTo>
                  <a:close/>
                </a:path>
              </a:pathLst>
            </a:custGeom>
            <a:solidFill>
              <a:srgbClr val="303A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3969491" y="5054565"/>
              <a:ext cx="348615" cy="114300"/>
            </a:xfrm>
            <a:custGeom>
              <a:avLst/>
              <a:gdLst/>
              <a:ahLst/>
              <a:cxnLst/>
              <a:rect l="l" t="t" r="r" b="b"/>
              <a:pathLst>
                <a:path w="348614" h="114300">
                  <a:moveTo>
                    <a:pt x="174151" y="0"/>
                  </a:moveTo>
                  <a:lnTo>
                    <a:pt x="89907" y="17779"/>
                  </a:lnTo>
                  <a:lnTo>
                    <a:pt x="36379" y="56893"/>
                  </a:lnTo>
                  <a:lnTo>
                    <a:pt x="8200" y="96007"/>
                  </a:lnTo>
                  <a:lnTo>
                    <a:pt x="0" y="113787"/>
                  </a:lnTo>
                  <a:lnTo>
                    <a:pt x="348303" y="113787"/>
                  </a:lnTo>
                  <a:lnTo>
                    <a:pt x="323666" y="48003"/>
                  </a:lnTo>
                  <a:lnTo>
                    <a:pt x="297312" y="14223"/>
                  </a:lnTo>
                  <a:lnTo>
                    <a:pt x="252917" y="1777"/>
                  </a:lnTo>
                  <a:lnTo>
                    <a:pt x="174151" y="0"/>
                  </a:lnTo>
                  <a:close/>
                </a:path>
              </a:pathLst>
            </a:custGeom>
            <a:solidFill>
              <a:srgbClr val="303A6C">
                <a:alpha val="369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3404262" y="5168345"/>
              <a:ext cx="887730" cy="711200"/>
            </a:xfrm>
            <a:custGeom>
              <a:avLst/>
              <a:gdLst/>
              <a:ahLst/>
              <a:cxnLst/>
              <a:rect l="l" t="t" r="r" b="b"/>
              <a:pathLst>
                <a:path w="887729" h="711200">
                  <a:moveTo>
                    <a:pt x="887512" y="0"/>
                  </a:moveTo>
                  <a:lnTo>
                    <a:pt x="0" y="0"/>
                  </a:lnTo>
                  <a:lnTo>
                    <a:pt x="0" y="710700"/>
                  </a:lnTo>
                  <a:lnTo>
                    <a:pt x="887512" y="710700"/>
                  </a:lnTo>
                  <a:lnTo>
                    <a:pt x="887512" y="0"/>
                  </a:lnTo>
                  <a:close/>
                </a:path>
              </a:pathLst>
            </a:custGeom>
            <a:solidFill>
              <a:srgbClr val="9592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3451104" y="5421977"/>
              <a:ext cx="104775" cy="457200"/>
            </a:xfrm>
            <a:custGeom>
              <a:avLst/>
              <a:gdLst/>
              <a:ahLst/>
              <a:cxnLst/>
              <a:rect l="l" t="t" r="r" b="b"/>
              <a:pathLst>
                <a:path w="104775" h="457200">
                  <a:moveTo>
                    <a:pt x="56260" y="0"/>
                  </a:moveTo>
                  <a:lnTo>
                    <a:pt x="52281" y="0"/>
                  </a:lnTo>
                  <a:lnTo>
                    <a:pt x="31920" y="2982"/>
                  </a:lnTo>
                  <a:lnTo>
                    <a:pt x="15303" y="11117"/>
                  </a:lnTo>
                  <a:lnTo>
                    <a:pt x="4104" y="23182"/>
                  </a:lnTo>
                  <a:lnTo>
                    <a:pt x="0" y="37956"/>
                  </a:lnTo>
                  <a:lnTo>
                    <a:pt x="0" y="457085"/>
                  </a:lnTo>
                  <a:lnTo>
                    <a:pt x="104499" y="457085"/>
                  </a:lnTo>
                  <a:lnTo>
                    <a:pt x="104499" y="37956"/>
                  </a:lnTo>
                  <a:lnTo>
                    <a:pt x="80027" y="5807"/>
                  </a:lnTo>
                  <a:lnTo>
                    <a:pt x="56260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3474349" y="5422940"/>
              <a:ext cx="81280" cy="456565"/>
            </a:xfrm>
            <a:custGeom>
              <a:avLst/>
              <a:gdLst/>
              <a:ahLst/>
              <a:cxnLst/>
              <a:rect l="l" t="t" r="r" b="b"/>
              <a:pathLst>
                <a:path w="81279" h="456564">
                  <a:moveTo>
                    <a:pt x="40627" y="0"/>
                  </a:moveTo>
                  <a:lnTo>
                    <a:pt x="24441" y="4865"/>
                  </a:lnTo>
                  <a:lnTo>
                    <a:pt x="11569" y="13168"/>
                  </a:lnTo>
                  <a:lnTo>
                    <a:pt x="3068" y="24135"/>
                  </a:lnTo>
                  <a:lnTo>
                    <a:pt x="0" y="36993"/>
                  </a:lnTo>
                  <a:lnTo>
                    <a:pt x="0" y="456122"/>
                  </a:lnTo>
                  <a:lnTo>
                    <a:pt x="81254" y="456122"/>
                  </a:lnTo>
                  <a:lnTo>
                    <a:pt x="81254" y="36993"/>
                  </a:lnTo>
                  <a:lnTo>
                    <a:pt x="78174" y="24127"/>
                  </a:lnTo>
                  <a:lnTo>
                    <a:pt x="69657" y="13148"/>
                  </a:lnTo>
                  <a:lnTo>
                    <a:pt x="56781" y="4843"/>
                  </a:lnTo>
                  <a:lnTo>
                    <a:pt x="40627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3585484" y="5421977"/>
              <a:ext cx="104775" cy="457200"/>
            </a:xfrm>
            <a:custGeom>
              <a:avLst/>
              <a:gdLst/>
              <a:ahLst/>
              <a:cxnLst/>
              <a:rect l="l" t="t" r="r" b="b"/>
              <a:pathLst>
                <a:path w="104775" h="457200">
                  <a:moveTo>
                    <a:pt x="56260" y="0"/>
                  </a:moveTo>
                  <a:lnTo>
                    <a:pt x="52281" y="0"/>
                  </a:lnTo>
                  <a:lnTo>
                    <a:pt x="31920" y="2982"/>
                  </a:lnTo>
                  <a:lnTo>
                    <a:pt x="15303" y="11117"/>
                  </a:lnTo>
                  <a:lnTo>
                    <a:pt x="4104" y="23182"/>
                  </a:lnTo>
                  <a:lnTo>
                    <a:pt x="0" y="37956"/>
                  </a:lnTo>
                  <a:lnTo>
                    <a:pt x="0" y="457085"/>
                  </a:lnTo>
                  <a:lnTo>
                    <a:pt x="104499" y="457085"/>
                  </a:lnTo>
                  <a:lnTo>
                    <a:pt x="104499" y="37956"/>
                  </a:lnTo>
                  <a:lnTo>
                    <a:pt x="80027" y="5807"/>
                  </a:lnTo>
                  <a:lnTo>
                    <a:pt x="56260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3608730" y="5422940"/>
              <a:ext cx="81280" cy="456565"/>
            </a:xfrm>
            <a:custGeom>
              <a:avLst/>
              <a:gdLst/>
              <a:ahLst/>
              <a:cxnLst/>
              <a:rect l="l" t="t" r="r" b="b"/>
              <a:pathLst>
                <a:path w="81279" h="456564">
                  <a:moveTo>
                    <a:pt x="40627" y="0"/>
                  </a:moveTo>
                  <a:lnTo>
                    <a:pt x="24441" y="4865"/>
                  </a:lnTo>
                  <a:lnTo>
                    <a:pt x="11569" y="13168"/>
                  </a:lnTo>
                  <a:lnTo>
                    <a:pt x="3068" y="24135"/>
                  </a:lnTo>
                  <a:lnTo>
                    <a:pt x="0" y="36993"/>
                  </a:lnTo>
                  <a:lnTo>
                    <a:pt x="0" y="456122"/>
                  </a:lnTo>
                  <a:lnTo>
                    <a:pt x="81254" y="456122"/>
                  </a:lnTo>
                  <a:lnTo>
                    <a:pt x="81254" y="36993"/>
                  </a:lnTo>
                  <a:lnTo>
                    <a:pt x="78174" y="24127"/>
                  </a:lnTo>
                  <a:lnTo>
                    <a:pt x="69657" y="13148"/>
                  </a:lnTo>
                  <a:lnTo>
                    <a:pt x="56781" y="4843"/>
                  </a:lnTo>
                  <a:lnTo>
                    <a:pt x="40627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3719863" y="5421977"/>
              <a:ext cx="104775" cy="457200"/>
            </a:xfrm>
            <a:custGeom>
              <a:avLst/>
              <a:gdLst/>
              <a:ahLst/>
              <a:cxnLst/>
              <a:rect l="l" t="t" r="r" b="b"/>
              <a:pathLst>
                <a:path w="104775" h="457200">
                  <a:moveTo>
                    <a:pt x="56260" y="0"/>
                  </a:moveTo>
                  <a:lnTo>
                    <a:pt x="52281" y="0"/>
                  </a:lnTo>
                  <a:lnTo>
                    <a:pt x="31920" y="2982"/>
                  </a:lnTo>
                  <a:lnTo>
                    <a:pt x="15303" y="11117"/>
                  </a:lnTo>
                  <a:lnTo>
                    <a:pt x="4104" y="23182"/>
                  </a:lnTo>
                  <a:lnTo>
                    <a:pt x="0" y="37956"/>
                  </a:lnTo>
                  <a:lnTo>
                    <a:pt x="0" y="457085"/>
                  </a:lnTo>
                  <a:lnTo>
                    <a:pt x="104499" y="457085"/>
                  </a:lnTo>
                  <a:lnTo>
                    <a:pt x="104499" y="37956"/>
                  </a:lnTo>
                  <a:lnTo>
                    <a:pt x="80027" y="5807"/>
                  </a:lnTo>
                  <a:lnTo>
                    <a:pt x="56260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3743109" y="5422940"/>
              <a:ext cx="81280" cy="456565"/>
            </a:xfrm>
            <a:custGeom>
              <a:avLst/>
              <a:gdLst/>
              <a:ahLst/>
              <a:cxnLst/>
              <a:rect l="l" t="t" r="r" b="b"/>
              <a:pathLst>
                <a:path w="81279" h="456564">
                  <a:moveTo>
                    <a:pt x="40627" y="0"/>
                  </a:moveTo>
                  <a:lnTo>
                    <a:pt x="24441" y="4865"/>
                  </a:lnTo>
                  <a:lnTo>
                    <a:pt x="11569" y="13168"/>
                  </a:lnTo>
                  <a:lnTo>
                    <a:pt x="3068" y="24135"/>
                  </a:lnTo>
                  <a:lnTo>
                    <a:pt x="0" y="36993"/>
                  </a:lnTo>
                  <a:lnTo>
                    <a:pt x="0" y="456122"/>
                  </a:lnTo>
                  <a:lnTo>
                    <a:pt x="81254" y="456122"/>
                  </a:lnTo>
                  <a:lnTo>
                    <a:pt x="81254" y="36993"/>
                  </a:lnTo>
                  <a:lnTo>
                    <a:pt x="78174" y="24127"/>
                  </a:lnTo>
                  <a:lnTo>
                    <a:pt x="69657" y="13148"/>
                  </a:lnTo>
                  <a:lnTo>
                    <a:pt x="56781" y="4843"/>
                  </a:lnTo>
                  <a:lnTo>
                    <a:pt x="40627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3854244" y="5421977"/>
              <a:ext cx="104775" cy="457200"/>
            </a:xfrm>
            <a:custGeom>
              <a:avLst/>
              <a:gdLst/>
              <a:ahLst/>
              <a:cxnLst/>
              <a:rect l="l" t="t" r="r" b="b"/>
              <a:pathLst>
                <a:path w="104775" h="457200">
                  <a:moveTo>
                    <a:pt x="56260" y="0"/>
                  </a:moveTo>
                  <a:lnTo>
                    <a:pt x="52281" y="0"/>
                  </a:lnTo>
                  <a:lnTo>
                    <a:pt x="31920" y="2982"/>
                  </a:lnTo>
                  <a:lnTo>
                    <a:pt x="15303" y="11117"/>
                  </a:lnTo>
                  <a:lnTo>
                    <a:pt x="4104" y="23182"/>
                  </a:lnTo>
                  <a:lnTo>
                    <a:pt x="0" y="37956"/>
                  </a:lnTo>
                  <a:lnTo>
                    <a:pt x="0" y="457085"/>
                  </a:lnTo>
                  <a:lnTo>
                    <a:pt x="104499" y="457085"/>
                  </a:lnTo>
                  <a:lnTo>
                    <a:pt x="104499" y="37956"/>
                  </a:lnTo>
                  <a:lnTo>
                    <a:pt x="80027" y="5807"/>
                  </a:lnTo>
                  <a:lnTo>
                    <a:pt x="56260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3877490" y="5422940"/>
              <a:ext cx="81280" cy="456565"/>
            </a:xfrm>
            <a:custGeom>
              <a:avLst/>
              <a:gdLst/>
              <a:ahLst/>
              <a:cxnLst/>
              <a:rect l="l" t="t" r="r" b="b"/>
              <a:pathLst>
                <a:path w="81279" h="456564">
                  <a:moveTo>
                    <a:pt x="40627" y="0"/>
                  </a:moveTo>
                  <a:lnTo>
                    <a:pt x="24441" y="4865"/>
                  </a:lnTo>
                  <a:lnTo>
                    <a:pt x="11569" y="13168"/>
                  </a:lnTo>
                  <a:lnTo>
                    <a:pt x="3068" y="24135"/>
                  </a:lnTo>
                  <a:lnTo>
                    <a:pt x="0" y="36993"/>
                  </a:lnTo>
                  <a:lnTo>
                    <a:pt x="0" y="456122"/>
                  </a:lnTo>
                  <a:lnTo>
                    <a:pt x="81254" y="456122"/>
                  </a:lnTo>
                  <a:lnTo>
                    <a:pt x="81254" y="36993"/>
                  </a:lnTo>
                  <a:lnTo>
                    <a:pt x="78174" y="24127"/>
                  </a:lnTo>
                  <a:lnTo>
                    <a:pt x="69657" y="13148"/>
                  </a:lnTo>
                  <a:lnTo>
                    <a:pt x="56781" y="4843"/>
                  </a:lnTo>
                  <a:lnTo>
                    <a:pt x="40627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 descr=""/>
            <p:cNvSpPr/>
            <p:nvPr/>
          </p:nvSpPr>
          <p:spPr>
            <a:xfrm>
              <a:off x="3988623" y="5421977"/>
              <a:ext cx="104775" cy="457200"/>
            </a:xfrm>
            <a:custGeom>
              <a:avLst/>
              <a:gdLst/>
              <a:ahLst/>
              <a:cxnLst/>
              <a:rect l="l" t="t" r="r" b="b"/>
              <a:pathLst>
                <a:path w="104775" h="457200">
                  <a:moveTo>
                    <a:pt x="56260" y="0"/>
                  </a:moveTo>
                  <a:lnTo>
                    <a:pt x="52281" y="0"/>
                  </a:lnTo>
                  <a:lnTo>
                    <a:pt x="31920" y="2982"/>
                  </a:lnTo>
                  <a:lnTo>
                    <a:pt x="15303" y="11117"/>
                  </a:lnTo>
                  <a:lnTo>
                    <a:pt x="4104" y="23182"/>
                  </a:lnTo>
                  <a:lnTo>
                    <a:pt x="0" y="37956"/>
                  </a:lnTo>
                  <a:lnTo>
                    <a:pt x="0" y="457085"/>
                  </a:lnTo>
                  <a:lnTo>
                    <a:pt x="104499" y="457085"/>
                  </a:lnTo>
                  <a:lnTo>
                    <a:pt x="104499" y="37956"/>
                  </a:lnTo>
                  <a:lnTo>
                    <a:pt x="80027" y="5807"/>
                  </a:lnTo>
                  <a:lnTo>
                    <a:pt x="56260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4011869" y="5422940"/>
              <a:ext cx="81280" cy="456565"/>
            </a:xfrm>
            <a:custGeom>
              <a:avLst/>
              <a:gdLst/>
              <a:ahLst/>
              <a:cxnLst/>
              <a:rect l="l" t="t" r="r" b="b"/>
              <a:pathLst>
                <a:path w="81279" h="456564">
                  <a:moveTo>
                    <a:pt x="40627" y="0"/>
                  </a:moveTo>
                  <a:lnTo>
                    <a:pt x="24441" y="4865"/>
                  </a:lnTo>
                  <a:lnTo>
                    <a:pt x="11569" y="13168"/>
                  </a:lnTo>
                  <a:lnTo>
                    <a:pt x="3068" y="24135"/>
                  </a:lnTo>
                  <a:lnTo>
                    <a:pt x="0" y="36993"/>
                  </a:lnTo>
                  <a:lnTo>
                    <a:pt x="0" y="456122"/>
                  </a:lnTo>
                  <a:lnTo>
                    <a:pt x="81254" y="456122"/>
                  </a:lnTo>
                  <a:lnTo>
                    <a:pt x="81254" y="36993"/>
                  </a:lnTo>
                  <a:lnTo>
                    <a:pt x="78174" y="24127"/>
                  </a:lnTo>
                  <a:lnTo>
                    <a:pt x="69657" y="13148"/>
                  </a:lnTo>
                  <a:lnTo>
                    <a:pt x="56781" y="4843"/>
                  </a:lnTo>
                  <a:lnTo>
                    <a:pt x="40627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 descr=""/>
            <p:cNvSpPr/>
            <p:nvPr/>
          </p:nvSpPr>
          <p:spPr>
            <a:xfrm>
              <a:off x="4123005" y="5421977"/>
              <a:ext cx="104775" cy="457200"/>
            </a:xfrm>
            <a:custGeom>
              <a:avLst/>
              <a:gdLst/>
              <a:ahLst/>
              <a:cxnLst/>
              <a:rect l="l" t="t" r="r" b="b"/>
              <a:pathLst>
                <a:path w="104775" h="457200">
                  <a:moveTo>
                    <a:pt x="56260" y="0"/>
                  </a:moveTo>
                  <a:lnTo>
                    <a:pt x="52281" y="0"/>
                  </a:lnTo>
                  <a:lnTo>
                    <a:pt x="31920" y="2982"/>
                  </a:lnTo>
                  <a:lnTo>
                    <a:pt x="15303" y="11117"/>
                  </a:lnTo>
                  <a:lnTo>
                    <a:pt x="4104" y="23182"/>
                  </a:lnTo>
                  <a:lnTo>
                    <a:pt x="0" y="37956"/>
                  </a:lnTo>
                  <a:lnTo>
                    <a:pt x="0" y="457085"/>
                  </a:lnTo>
                  <a:lnTo>
                    <a:pt x="104499" y="457085"/>
                  </a:lnTo>
                  <a:lnTo>
                    <a:pt x="104499" y="37956"/>
                  </a:lnTo>
                  <a:lnTo>
                    <a:pt x="80027" y="5807"/>
                  </a:lnTo>
                  <a:lnTo>
                    <a:pt x="56260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3492449" y="5293493"/>
              <a:ext cx="735330" cy="586105"/>
            </a:xfrm>
            <a:custGeom>
              <a:avLst/>
              <a:gdLst/>
              <a:ahLst/>
              <a:cxnLst/>
              <a:rect l="l" t="t" r="r" b="b"/>
              <a:pathLst>
                <a:path w="735329" h="586104">
                  <a:moveTo>
                    <a:pt x="45034" y="0"/>
                  </a:moveTo>
                  <a:lnTo>
                    <a:pt x="0" y="0"/>
                  </a:lnTo>
                  <a:lnTo>
                    <a:pt x="0" y="78359"/>
                  </a:lnTo>
                  <a:lnTo>
                    <a:pt x="45034" y="78359"/>
                  </a:lnTo>
                  <a:lnTo>
                    <a:pt x="45034" y="0"/>
                  </a:lnTo>
                  <a:close/>
                </a:path>
                <a:path w="735329" h="586104">
                  <a:moveTo>
                    <a:pt x="179425" y="0"/>
                  </a:moveTo>
                  <a:lnTo>
                    <a:pt x="134391" y="0"/>
                  </a:lnTo>
                  <a:lnTo>
                    <a:pt x="134391" y="78359"/>
                  </a:lnTo>
                  <a:lnTo>
                    <a:pt x="179425" y="78359"/>
                  </a:lnTo>
                  <a:lnTo>
                    <a:pt x="179425" y="0"/>
                  </a:lnTo>
                  <a:close/>
                </a:path>
                <a:path w="735329" h="586104">
                  <a:moveTo>
                    <a:pt x="313791" y="0"/>
                  </a:moveTo>
                  <a:lnTo>
                    <a:pt x="268757" y="0"/>
                  </a:lnTo>
                  <a:lnTo>
                    <a:pt x="268757" y="78359"/>
                  </a:lnTo>
                  <a:lnTo>
                    <a:pt x="313791" y="78359"/>
                  </a:lnTo>
                  <a:lnTo>
                    <a:pt x="313791" y="0"/>
                  </a:lnTo>
                  <a:close/>
                </a:path>
                <a:path w="735329" h="586104">
                  <a:moveTo>
                    <a:pt x="448183" y="0"/>
                  </a:moveTo>
                  <a:lnTo>
                    <a:pt x="403148" y="0"/>
                  </a:lnTo>
                  <a:lnTo>
                    <a:pt x="403148" y="78359"/>
                  </a:lnTo>
                  <a:lnTo>
                    <a:pt x="448183" y="78359"/>
                  </a:lnTo>
                  <a:lnTo>
                    <a:pt x="448183" y="0"/>
                  </a:lnTo>
                  <a:close/>
                </a:path>
                <a:path w="735329" h="586104">
                  <a:moveTo>
                    <a:pt x="582561" y="0"/>
                  </a:moveTo>
                  <a:lnTo>
                    <a:pt x="537527" y="0"/>
                  </a:lnTo>
                  <a:lnTo>
                    <a:pt x="537527" y="78359"/>
                  </a:lnTo>
                  <a:lnTo>
                    <a:pt x="582561" y="78359"/>
                  </a:lnTo>
                  <a:lnTo>
                    <a:pt x="582561" y="0"/>
                  </a:lnTo>
                  <a:close/>
                </a:path>
                <a:path w="735329" h="586104">
                  <a:moveTo>
                    <a:pt x="716940" y="0"/>
                  </a:moveTo>
                  <a:lnTo>
                    <a:pt x="671893" y="0"/>
                  </a:lnTo>
                  <a:lnTo>
                    <a:pt x="671893" y="78359"/>
                  </a:lnTo>
                  <a:lnTo>
                    <a:pt x="716940" y="78359"/>
                  </a:lnTo>
                  <a:lnTo>
                    <a:pt x="716940" y="0"/>
                  </a:lnTo>
                  <a:close/>
                </a:path>
                <a:path w="735329" h="586104">
                  <a:moveTo>
                    <a:pt x="735050" y="166446"/>
                  </a:moveTo>
                  <a:lnTo>
                    <a:pt x="731964" y="153581"/>
                  </a:lnTo>
                  <a:lnTo>
                    <a:pt x="723455" y="142608"/>
                  </a:lnTo>
                  <a:lnTo>
                    <a:pt x="710577" y="134302"/>
                  </a:lnTo>
                  <a:lnTo>
                    <a:pt x="694423" y="129451"/>
                  </a:lnTo>
                  <a:lnTo>
                    <a:pt x="678230" y="134315"/>
                  </a:lnTo>
                  <a:lnTo>
                    <a:pt x="665365" y="142621"/>
                  </a:lnTo>
                  <a:lnTo>
                    <a:pt x="656869" y="153593"/>
                  </a:lnTo>
                  <a:lnTo>
                    <a:pt x="653796" y="166446"/>
                  </a:lnTo>
                  <a:lnTo>
                    <a:pt x="653796" y="585571"/>
                  </a:lnTo>
                  <a:lnTo>
                    <a:pt x="735050" y="585571"/>
                  </a:lnTo>
                  <a:lnTo>
                    <a:pt x="735050" y="166446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 descr=""/>
            <p:cNvSpPr/>
            <p:nvPr/>
          </p:nvSpPr>
          <p:spPr>
            <a:xfrm>
              <a:off x="3404260" y="5168347"/>
              <a:ext cx="1057275" cy="711200"/>
            </a:xfrm>
            <a:custGeom>
              <a:avLst/>
              <a:gdLst/>
              <a:ahLst/>
              <a:cxnLst/>
              <a:rect l="l" t="t" r="r" b="b"/>
              <a:pathLst>
                <a:path w="1057275" h="711200">
                  <a:moveTo>
                    <a:pt x="1056678" y="0"/>
                  </a:moveTo>
                  <a:lnTo>
                    <a:pt x="887514" y="0"/>
                  </a:lnTo>
                  <a:lnTo>
                    <a:pt x="0" y="0"/>
                  </a:lnTo>
                  <a:lnTo>
                    <a:pt x="0" y="18935"/>
                  </a:lnTo>
                  <a:lnTo>
                    <a:pt x="887514" y="18935"/>
                  </a:lnTo>
                  <a:lnTo>
                    <a:pt x="887514" y="198069"/>
                  </a:lnTo>
                  <a:lnTo>
                    <a:pt x="887514" y="203504"/>
                  </a:lnTo>
                  <a:lnTo>
                    <a:pt x="887514" y="710704"/>
                  </a:lnTo>
                  <a:lnTo>
                    <a:pt x="1056678" y="710704"/>
                  </a:lnTo>
                  <a:lnTo>
                    <a:pt x="1056678" y="203504"/>
                  </a:lnTo>
                  <a:lnTo>
                    <a:pt x="1056678" y="198069"/>
                  </a:lnTo>
                  <a:lnTo>
                    <a:pt x="1056678" y="18935"/>
                  </a:lnTo>
                  <a:lnTo>
                    <a:pt x="1056678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 descr=""/>
            <p:cNvSpPr/>
            <p:nvPr/>
          </p:nvSpPr>
          <p:spPr>
            <a:xfrm>
              <a:off x="4291785" y="5168345"/>
              <a:ext cx="169545" cy="19050"/>
            </a:xfrm>
            <a:custGeom>
              <a:avLst/>
              <a:gdLst/>
              <a:ahLst/>
              <a:cxnLst/>
              <a:rect l="l" t="t" r="r" b="b"/>
              <a:pathLst>
                <a:path w="169545" h="19050">
                  <a:moveTo>
                    <a:pt x="0" y="18931"/>
                  </a:moveTo>
                  <a:lnTo>
                    <a:pt x="169157" y="18931"/>
                  </a:lnTo>
                  <a:lnTo>
                    <a:pt x="169157" y="0"/>
                  </a:lnTo>
                  <a:lnTo>
                    <a:pt x="0" y="0"/>
                  </a:lnTo>
                  <a:lnTo>
                    <a:pt x="0" y="18931"/>
                  </a:lnTo>
                  <a:close/>
                </a:path>
              </a:pathLst>
            </a:custGeom>
            <a:solidFill>
              <a:srgbClr val="F2E1D4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6" name="object 86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8613567" y="1903370"/>
              <a:ext cx="82165" cy="346739"/>
            </a:xfrm>
            <a:prstGeom prst="rect">
              <a:avLst/>
            </a:prstGeom>
          </p:spPr>
        </p:pic>
        <p:sp>
          <p:nvSpPr>
            <p:cNvPr id="87" name="object 87" descr=""/>
            <p:cNvSpPr/>
            <p:nvPr/>
          </p:nvSpPr>
          <p:spPr>
            <a:xfrm>
              <a:off x="8621297" y="2292778"/>
              <a:ext cx="70485" cy="312420"/>
            </a:xfrm>
            <a:custGeom>
              <a:avLst/>
              <a:gdLst/>
              <a:ahLst/>
              <a:cxnLst/>
              <a:rect l="l" t="t" r="r" b="b"/>
              <a:pathLst>
                <a:path w="70484" h="312419">
                  <a:moveTo>
                    <a:pt x="70479" y="0"/>
                  </a:moveTo>
                  <a:lnTo>
                    <a:pt x="0" y="0"/>
                  </a:lnTo>
                  <a:lnTo>
                    <a:pt x="0" y="312137"/>
                  </a:lnTo>
                  <a:lnTo>
                    <a:pt x="70479" y="312137"/>
                  </a:lnTo>
                  <a:lnTo>
                    <a:pt x="70479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 descr=""/>
            <p:cNvSpPr/>
            <p:nvPr/>
          </p:nvSpPr>
          <p:spPr>
            <a:xfrm>
              <a:off x="8602828" y="2250128"/>
              <a:ext cx="107314" cy="354965"/>
            </a:xfrm>
            <a:custGeom>
              <a:avLst/>
              <a:gdLst/>
              <a:ahLst/>
              <a:cxnLst/>
              <a:rect l="l" t="t" r="r" b="b"/>
              <a:pathLst>
                <a:path w="107315" h="354964">
                  <a:moveTo>
                    <a:pt x="88938" y="42659"/>
                  </a:moveTo>
                  <a:lnTo>
                    <a:pt x="52666" y="42659"/>
                  </a:lnTo>
                  <a:lnTo>
                    <a:pt x="52666" y="354787"/>
                  </a:lnTo>
                  <a:lnTo>
                    <a:pt x="88938" y="354787"/>
                  </a:lnTo>
                  <a:lnTo>
                    <a:pt x="88938" y="42659"/>
                  </a:lnTo>
                  <a:close/>
                </a:path>
                <a:path w="107315" h="354964">
                  <a:moveTo>
                    <a:pt x="106984" y="0"/>
                  </a:moveTo>
                  <a:lnTo>
                    <a:pt x="0" y="0"/>
                  </a:lnTo>
                  <a:lnTo>
                    <a:pt x="0" y="21704"/>
                  </a:lnTo>
                  <a:lnTo>
                    <a:pt x="106984" y="21704"/>
                  </a:lnTo>
                  <a:lnTo>
                    <a:pt x="106984" y="0"/>
                  </a:lnTo>
                  <a:close/>
                </a:path>
              </a:pathLst>
            </a:custGeom>
            <a:solidFill>
              <a:srgbClr val="F2E1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 descr=""/>
            <p:cNvSpPr/>
            <p:nvPr/>
          </p:nvSpPr>
          <p:spPr>
            <a:xfrm>
              <a:off x="8602834" y="2271817"/>
              <a:ext cx="107314" cy="21590"/>
            </a:xfrm>
            <a:custGeom>
              <a:avLst/>
              <a:gdLst/>
              <a:ahLst/>
              <a:cxnLst/>
              <a:rect l="l" t="t" r="r" b="b"/>
              <a:pathLst>
                <a:path w="107315" h="21589">
                  <a:moveTo>
                    <a:pt x="106981" y="0"/>
                  </a:moveTo>
                  <a:lnTo>
                    <a:pt x="0" y="0"/>
                  </a:lnTo>
                  <a:lnTo>
                    <a:pt x="18669" y="20962"/>
                  </a:lnTo>
                  <a:lnTo>
                    <a:pt x="89232" y="20962"/>
                  </a:lnTo>
                  <a:lnTo>
                    <a:pt x="106981" y="0"/>
                  </a:lnTo>
                  <a:close/>
                </a:path>
              </a:pathLst>
            </a:custGeom>
            <a:solidFill>
              <a:srgbClr val="9592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 descr=""/>
            <p:cNvSpPr/>
            <p:nvPr/>
          </p:nvSpPr>
          <p:spPr>
            <a:xfrm>
              <a:off x="8602837" y="2237753"/>
              <a:ext cx="107314" cy="12700"/>
            </a:xfrm>
            <a:custGeom>
              <a:avLst/>
              <a:gdLst/>
              <a:ahLst/>
              <a:cxnLst/>
              <a:rect l="l" t="t" r="r" b="b"/>
              <a:pathLst>
                <a:path w="107315" h="12700">
                  <a:moveTo>
                    <a:pt x="106981" y="0"/>
                  </a:moveTo>
                  <a:lnTo>
                    <a:pt x="0" y="0"/>
                  </a:lnTo>
                  <a:lnTo>
                    <a:pt x="0" y="12355"/>
                  </a:lnTo>
                  <a:lnTo>
                    <a:pt x="106981" y="12355"/>
                  </a:lnTo>
                  <a:lnTo>
                    <a:pt x="106981" y="0"/>
                  </a:lnTo>
                  <a:close/>
                </a:path>
              </a:pathLst>
            </a:custGeom>
            <a:solidFill>
              <a:srgbClr val="FBF6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 descr=""/>
            <p:cNvSpPr/>
            <p:nvPr/>
          </p:nvSpPr>
          <p:spPr>
            <a:xfrm>
              <a:off x="8540775" y="4220850"/>
              <a:ext cx="233679" cy="1349375"/>
            </a:xfrm>
            <a:custGeom>
              <a:avLst/>
              <a:gdLst/>
              <a:ahLst/>
              <a:cxnLst/>
              <a:rect l="l" t="t" r="r" b="b"/>
              <a:pathLst>
                <a:path w="233679" h="1349375">
                  <a:moveTo>
                    <a:pt x="233540" y="0"/>
                  </a:moveTo>
                  <a:lnTo>
                    <a:pt x="0" y="0"/>
                  </a:lnTo>
                  <a:lnTo>
                    <a:pt x="0" y="1080173"/>
                  </a:lnTo>
                  <a:lnTo>
                    <a:pt x="197281" y="1080173"/>
                  </a:lnTo>
                  <a:lnTo>
                    <a:pt x="197281" y="1225537"/>
                  </a:lnTo>
                  <a:lnTo>
                    <a:pt x="0" y="1225537"/>
                  </a:lnTo>
                  <a:lnTo>
                    <a:pt x="0" y="1229525"/>
                  </a:lnTo>
                  <a:lnTo>
                    <a:pt x="0" y="1348841"/>
                  </a:lnTo>
                  <a:lnTo>
                    <a:pt x="233540" y="1348841"/>
                  </a:lnTo>
                  <a:lnTo>
                    <a:pt x="233540" y="1229525"/>
                  </a:lnTo>
                  <a:lnTo>
                    <a:pt x="233540" y="1225537"/>
                  </a:lnTo>
                  <a:lnTo>
                    <a:pt x="233540" y="1080173"/>
                  </a:lnTo>
                  <a:lnTo>
                    <a:pt x="233540" y="0"/>
                  </a:lnTo>
                  <a:close/>
                </a:path>
              </a:pathLst>
            </a:custGeom>
            <a:solidFill>
              <a:srgbClr val="9592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 descr=""/>
            <p:cNvSpPr/>
            <p:nvPr/>
          </p:nvSpPr>
          <p:spPr>
            <a:xfrm>
              <a:off x="8516149" y="4195694"/>
              <a:ext cx="283210" cy="25400"/>
            </a:xfrm>
            <a:custGeom>
              <a:avLst/>
              <a:gdLst/>
              <a:ahLst/>
              <a:cxnLst/>
              <a:rect l="l" t="t" r="r" b="b"/>
              <a:pathLst>
                <a:path w="283209" h="25400">
                  <a:moveTo>
                    <a:pt x="282808" y="0"/>
                  </a:moveTo>
                  <a:lnTo>
                    <a:pt x="0" y="0"/>
                  </a:lnTo>
                  <a:lnTo>
                    <a:pt x="0" y="25151"/>
                  </a:lnTo>
                  <a:lnTo>
                    <a:pt x="282808" y="25151"/>
                  </a:lnTo>
                  <a:lnTo>
                    <a:pt x="282808" y="0"/>
                  </a:lnTo>
                  <a:close/>
                </a:path>
              </a:pathLst>
            </a:custGeom>
            <a:solidFill>
              <a:srgbClr val="F2E1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 descr=""/>
            <p:cNvSpPr/>
            <p:nvPr/>
          </p:nvSpPr>
          <p:spPr>
            <a:xfrm>
              <a:off x="8540776" y="4220845"/>
              <a:ext cx="233679" cy="27940"/>
            </a:xfrm>
            <a:custGeom>
              <a:avLst/>
              <a:gdLst/>
              <a:ahLst/>
              <a:cxnLst/>
              <a:rect l="l" t="t" r="r" b="b"/>
              <a:pathLst>
                <a:path w="233679" h="27939">
                  <a:moveTo>
                    <a:pt x="233542" y="0"/>
                  </a:moveTo>
                  <a:lnTo>
                    <a:pt x="0" y="0"/>
                  </a:lnTo>
                  <a:lnTo>
                    <a:pt x="0" y="27538"/>
                  </a:lnTo>
                  <a:lnTo>
                    <a:pt x="233542" y="27538"/>
                  </a:lnTo>
                  <a:lnTo>
                    <a:pt x="233542" y="0"/>
                  </a:lnTo>
                  <a:close/>
                </a:path>
              </a:pathLst>
            </a:custGeom>
            <a:solidFill>
              <a:srgbClr val="212C61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4" name="object 94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610355" y="4461651"/>
              <a:ext cx="94374" cy="64668"/>
            </a:xfrm>
            <a:prstGeom prst="rect">
              <a:avLst/>
            </a:prstGeom>
          </p:spPr>
        </p:pic>
        <p:sp>
          <p:nvSpPr>
            <p:cNvPr id="95" name="object 95" descr=""/>
            <p:cNvSpPr/>
            <p:nvPr/>
          </p:nvSpPr>
          <p:spPr>
            <a:xfrm>
              <a:off x="8594680" y="2666337"/>
              <a:ext cx="60325" cy="628015"/>
            </a:xfrm>
            <a:custGeom>
              <a:avLst/>
              <a:gdLst/>
              <a:ahLst/>
              <a:cxnLst/>
              <a:rect l="l" t="t" r="r" b="b"/>
              <a:pathLst>
                <a:path w="60325" h="628014">
                  <a:moveTo>
                    <a:pt x="0" y="627520"/>
                  </a:moveTo>
                  <a:lnTo>
                    <a:pt x="59820" y="627520"/>
                  </a:lnTo>
                  <a:lnTo>
                    <a:pt x="59820" y="0"/>
                  </a:lnTo>
                  <a:lnTo>
                    <a:pt x="0" y="0"/>
                  </a:lnTo>
                  <a:lnTo>
                    <a:pt x="0" y="62752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 descr=""/>
            <p:cNvSpPr/>
            <p:nvPr/>
          </p:nvSpPr>
          <p:spPr>
            <a:xfrm>
              <a:off x="8654501" y="2666337"/>
              <a:ext cx="63500" cy="628015"/>
            </a:xfrm>
            <a:custGeom>
              <a:avLst/>
              <a:gdLst/>
              <a:ahLst/>
              <a:cxnLst/>
              <a:rect l="l" t="t" r="r" b="b"/>
              <a:pathLst>
                <a:path w="63500" h="628014">
                  <a:moveTo>
                    <a:pt x="63474" y="0"/>
                  </a:moveTo>
                  <a:lnTo>
                    <a:pt x="0" y="0"/>
                  </a:lnTo>
                  <a:lnTo>
                    <a:pt x="0" y="627520"/>
                  </a:lnTo>
                  <a:lnTo>
                    <a:pt x="63474" y="627520"/>
                  </a:lnTo>
                  <a:lnTo>
                    <a:pt x="63474" y="0"/>
                  </a:lnTo>
                  <a:close/>
                </a:path>
              </a:pathLst>
            </a:custGeom>
            <a:solidFill>
              <a:srgbClr val="F2E1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 descr=""/>
            <p:cNvSpPr/>
            <p:nvPr/>
          </p:nvSpPr>
          <p:spPr>
            <a:xfrm>
              <a:off x="8614470" y="3329060"/>
              <a:ext cx="85725" cy="866775"/>
            </a:xfrm>
            <a:custGeom>
              <a:avLst/>
              <a:gdLst/>
              <a:ahLst/>
              <a:cxnLst/>
              <a:rect l="l" t="t" r="r" b="b"/>
              <a:pathLst>
                <a:path w="85725" h="866775">
                  <a:moveTo>
                    <a:pt x="85159" y="0"/>
                  </a:moveTo>
                  <a:lnTo>
                    <a:pt x="0" y="0"/>
                  </a:lnTo>
                  <a:lnTo>
                    <a:pt x="0" y="866633"/>
                  </a:lnTo>
                  <a:lnTo>
                    <a:pt x="85159" y="866633"/>
                  </a:lnTo>
                  <a:lnTo>
                    <a:pt x="85159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 descr=""/>
            <p:cNvSpPr/>
            <p:nvPr/>
          </p:nvSpPr>
          <p:spPr>
            <a:xfrm>
              <a:off x="8568545" y="3329060"/>
              <a:ext cx="46355" cy="866775"/>
            </a:xfrm>
            <a:custGeom>
              <a:avLst/>
              <a:gdLst/>
              <a:ahLst/>
              <a:cxnLst/>
              <a:rect l="l" t="t" r="r" b="b"/>
              <a:pathLst>
                <a:path w="46354" h="866775">
                  <a:moveTo>
                    <a:pt x="46208" y="0"/>
                  </a:moveTo>
                  <a:lnTo>
                    <a:pt x="0" y="0"/>
                  </a:lnTo>
                  <a:lnTo>
                    <a:pt x="0" y="866633"/>
                  </a:lnTo>
                  <a:lnTo>
                    <a:pt x="46208" y="866633"/>
                  </a:lnTo>
                  <a:lnTo>
                    <a:pt x="46208" y="0"/>
                  </a:lnTo>
                  <a:close/>
                </a:path>
              </a:pathLst>
            </a:custGeom>
            <a:solidFill>
              <a:srgbClr val="9592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 descr=""/>
            <p:cNvSpPr/>
            <p:nvPr/>
          </p:nvSpPr>
          <p:spPr>
            <a:xfrm>
              <a:off x="8699630" y="3329060"/>
              <a:ext cx="46355" cy="866775"/>
            </a:xfrm>
            <a:custGeom>
              <a:avLst/>
              <a:gdLst/>
              <a:ahLst/>
              <a:cxnLst/>
              <a:rect l="l" t="t" r="r" b="b"/>
              <a:pathLst>
                <a:path w="46354" h="866775">
                  <a:moveTo>
                    <a:pt x="46208" y="0"/>
                  </a:moveTo>
                  <a:lnTo>
                    <a:pt x="0" y="0"/>
                  </a:lnTo>
                  <a:lnTo>
                    <a:pt x="0" y="866633"/>
                  </a:lnTo>
                  <a:lnTo>
                    <a:pt x="46208" y="866633"/>
                  </a:lnTo>
                  <a:lnTo>
                    <a:pt x="46208" y="0"/>
                  </a:lnTo>
                  <a:close/>
                </a:path>
              </a:pathLst>
            </a:custGeom>
            <a:solidFill>
              <a:srgbClr val="F2E1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 descr=""/>
            <p:cNvSpPr/>
            <p:nvPr/>
          </p:nvSpPr>
          <p:spPr>
            <a:xfrm>
              <a:off x="8568397" y="3558469"/>
              <a:ext cx="177800" cy="493395"/>
            </a:xfrm>
            <a:custGeom>
              <a:avLst/>
              <a:gdLst/>
              <a:ahLst/>
              <a:cxnLst/>
              <a:rect l="l" t="t" r="r" b="b"/>
              <a:pathLst>
                <a:path w="177800" h="493395">
                  <a:moveTo>
                    <a:pt x="177292" y="467906"/>
                  </a:moveTo>
                  <a:lnTo>
                    <a:pt x="0" y="467906"/>
                  </a:lnTo>
                  <a:lnTo>
                    <a:pt x="0" y="493395"/>
                  </a:lnTo>
                  <a:lnTo>
                    <a:pt x="177292" y="493395"/>
                  </a:lnTo>
                  <a:lnTo>
                    <a:pt x="177292" y="467906"/>
                  </a:lnTo>
                  <a:close/>
                </a:path>
                <a:path w="177800" h="493395">
                  <a:moveTo>
                    <a:pt x="177292" y="69189"/>
                  </a:moveTo>
                  <a:lnTo>
                    <a:pt x="0" y="69189"/>
                  </a:lnTo>
                  <a:lnTo>
                    <a:pt x="0" y="94665"/>
                  </a:lnTo>
                  <a:lnTo>
                    <a:pt x="177292" y="94665"/>
                  </a:lnTo>
                  <a:lnTo>
                    <a:pt x="177292" y="69189"/>
                  </a:lnTo>
                  <a:close/>
                </a:path>
                <a:path w="177800" h="493395">
                  <a:moveTo>
                    <a:pt x="177292" y="0"/>
                  </a:moveTo>
                  <a:lnTo>
                    <a:pt x="0" y="0"/>
                  </a:lnTo>
                  <a:lnTo>
                    <a:pt x="0" y="25488"/>
                  </a:lnTo>
                  <a:lnTo>
                    <a:pt x="177292" y="25488"/>
                  </a:lnTo>
                  <a:lnTo>
                    <a:pt x="177292" y="0"/>
                  </a:lnTo>
                  <a:close/>
                </a:path>
                <a:path w="177800" h="493395">
                  <a:moveTo>
                    <a:pt x="177431" y="398729"/>
                  </a:moveTo>
                  <a:lnTo>
                    <a:pt x="152" y="398729"/>
                  </a:lnTo>
                  <a:lnTo>
                    <a:pt x="152" y="424205"/>
                  </a:lnTo>
                  <a:lnTo>
                    <a:pt x="177431" y="424205"/>
                  </a:lnTo>
                  <a:lnTo>
                    <a:pt x="177431" y="398729"/>
                  </a:lnTo>
                  <a:close/>
                </a:path>
              </a:pathLst>
            </a:custGeom>
            <a:solidFill>
              <a:srgbClr val="212C61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 descr=""/>
            <p:cNvSpPr/>
            <p:nvPr/>
          </p:nvSpPr>
          <p:spPr>
            <a:xfrm>
              <a:off x="8521468" y="3293857"/>
              <a:ext cx="269240" cy="35560"/>
            </a:xfrm>
            <a:custGeom>
              <a:avLst/>
              <a:gdLst/>
              <a:ahLst/>
              <a:cxnLst/>
              <a:rect l="l" t="t" r="r" b="b"/>
              <a:pathLst>
                <a:path w="269240" h="35560">
                  <a:moveTo>
                    <a:pt x="268997" y="0"/>
                  </a:moveTo>
                  <a:lnTo>
                    <a:pt x="0" y="0"/>
                  </a:lnTo>
                  <a:lnTo>
                    <a:pt x="0" y="35203"/>
                  </a:lnTo>
                  <a:lnTo>
                    <a:pt x="268997" y="35203"/>
                  </a:lnTo>
                  <a:lnTo>
                    <a:pt x="268997" y="0"/>
                  </a:lnTo>
                  <a:close/>
                </a:path>
              </a:pathLst>
            </a:custGeom>
            <a:solidFill>
              <a:srgbClr val="F2E1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 descr=""/>
            <p:cNvSpPr/>
            <p:nvPr/>
          </p:nvSpPr>
          <p:spPr>
            <a:xfrm>
              <a:off x="8521464" y="3329054"/>
              <a:ext cx="269240" cy="34290"/>
            </a:xfrm>
            <a:custGeom>
              <a:avLst/>
              <a:gdLst/>
              <a:ahLst/>
              <a:cxnLst/>
              <a:rect l="l" t="t" r="r" b="b"/>
              <a:pathLst>
                <a:path w="269240" h="34289">
                  <a:moveTo>
                    <a:pt x="269007" y="0"/>
                  </a:moveTo>
                  <a:lnTo>
                    <a:pt x="0" y="0"/>
                  </a:lnTo>
                  <a:lnTo>
                    <a:pt x="46940" y="33988"/>
                  </a:lnTo>
                  <a:lnTo>
                    <a:pt x="224370" y="33988"/>
                  </a:lnTo>
                  <a:lnTo>
                    <a:pt x="269007" y="0"/>
                  </a:lnTo>
                  <a:close/>
                </a:path>
              </a:pathLst>
            </a:custGeom>
            <a:solidFill>
              <a:srgbClr val="9592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 descr=""/>
            <p:cNvSpPr/>
            <p:nvPr/>
          </p:nvSpPr>
          <p:spPr>
            <a:xfrm>
              <a:off x="8521468" y="3273827"/>
              <a:ext cx="269240" cy="20320"/>
            </a:xfrm>
            <a:custGeom>
              <a:avLst/>
              <a:gdLst/>
              <a:ahLst/>
              <a:cxnLst/>
              <a:rect l="l" t="t" r="r" b="b"/>
              <a:pathLst>
                <a:path w="269240" h="20320">
                  <a:moveTo>
                    <a:pt x="268997" y="0"/>
                  </a:moveTo>
                  <a:lnTo>
                    <a:pt x="0" y="0"/>
                  </a:lnTo>
                  <a:lnTo>
                    <a:pt x="0" y="20030"/>
                  </a:lnTo>
                  <a:lnTo>
                    <a:pt x="268997" y="20030"/>
                  </a:lnTo>
                  <a:lnTo>
                    <a:pt x="268997" y="0"/>
                  </a:lnTo>
                  <a:close/>
                </a:path>
              </a:pathLst>
            </a:custGeom>
            <a:solidFill>
              <a:srgbClr val="FBF6F2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4" name="object 104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8562378" y="2587135"/>
              <a:ext cx="187172" cy="79199"/>
            </a:xfrm>
            <a:prstGeom prst="rect">
              <a:avLst/>
            </a:prstGeom>
          </p:spPr>
        </p:pic>
        <p:sp>
          <p:nvSpPr>
            <p:cNvPr id="105" name="object 105" descr=""/>
            <p:cNvSpPr/>
            <p:nvPr/>
          </p:nvSpPr>
          <p:spPr>
            <a:xfrm>
              <a:off x="4918643" y="4507191"/>
              <a:ext cx="682625" cy="351790"/>
            </a:xfrm>
            <a:custGeom>
              <a:avLst/>
              <a:gdLst/>
              <a:ahLst/>
              <a:cxnLst/>
              <a:rect l="l" t="t" r="r" b="b"/>
              <a:pathLst>
                <a:path w="682625" h="351789">
                  <a:moveTo>
                    <a:pt x="343340" y="0"/>
                  </a:moveTo>
                  <a:lnTo>
                    <a:pt x="339099" y="0"/>
                  </a:lnTo>
                  <a:lnTo>
                    <a:pt x="337466" y="1643"/>
                  </a:lnTo>
                  <a:lnTo>
                    <a:pt x="337466" y="37307"/>
                  </a:lnTo>
                  <a:lnTo>
                    <a:pt x="336272" y="38124"/>
                  </a:lnTo>
                  <a:lnTo>
                    <a:pt x="335434" y="39422"/>
                  </a:lnTo>
                  <a:lnTo>
                    <a:pt x="335434" y="73756"/>
                  </a:lnTo>
                  <a:lnTo>
                    <a:pt x="333057" y="74531"/>
                  </a:lnTo>
                  <a:lnTo>
                    <a:pt x="331319" y="76688"/>
                  </a:lnTo>
                  <a:lnTo>
                    <a:pt x="331319" y="112541"/>
                  </a:lnTo>
                  <a:lnTo>
                    <a:pt x="320723" y="112541"/>
                  </a:lnTo>
                  <a:lnTo>
                    <a:pt x="318063" y="115200"/>
                  </a:lnTo>
                  <a:lnTo>
                    <a:pt x="318063" y="129074"/>
                  </a:lnTo>
                  <a:lnTo>
                    <a:pt x="174622" y="139586"/>
                  </a:lnTo>
                  <a:lnTo>
                    <a:pt x="93677" y="166250"/>
                  </a:lnTo>
                  <a:lnTo>
                    <a:pt x="45409" y="229907"/>
                  </a:lnTo>
                  <a:lnTo>
                    <a:pt x="0" y="351402"/>
                  </a:lnTo>
                  <a:lnTo>
                    <a:pt x="682439" y="351402"/>
                  </a:lnTo>
                  <a:lnTo>
                    <a:pt x="667360" y="318423"/>
                  </a:lnTo>
                  <a:lnTo>
                    <a:pt x="615722" y="244931"/>
                  </a:lnTo>
                  <a:lnTo>
                    <a:pt x="517926" y="169092"/>
                  </a:lnTo>
                  <a:lnTo>
                    <a:pt x="364376" y="129074"/>
                  </a:lnTo>
                  <a:lnTo>
                    <a:pt x="364376" y="115200"/>
                  </a:lnTo>
                  <a:lnTo>
                    <a:pt x="361716" y="112541"/>
                  </a:lnTo>
                  <a:lnTo>
                    <a:pt x="351120" y="112541"/>
                  </a:lnTo>
                  <a:lnTo>
                    <a:pt x="351120" y="76688"/>
                  </a:lnTo>
                  <a:lnTo>
                    <a:pt x="349382" y="74531"/>
                  </a:lnTo>
                  <a:lnTo>
                    <a:pt x="347005" y="73756"/>
                  </a:lnTo>
                  <a:lnTo>
                    <a:pt x="347005" y="39422"/>
                  </a:lnTo>
                  <a:lnTo>
                    <a:pt x="346177" y="38124"/>
                  </a:lnTo>
                  <a:lnTo>
                    <a:pt x="344973" y="37307"/>
                  </a:lnTo>
                  <a:lnTo>
                    <a:pt x="344973" y="1643"/>
                  </a:lnTo>
                  <a:lnTo>
                    <a:pt x="343340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 descr=""/>
            <p:cNvSpPr/>
            <p:nvPr/>
          </p:nvSpPr>
          <p:spPr>
            <a:xfrm>
              <a:off x="5051333" y="4718337"/>
              <a:ext cx="347345" cy="140335"/>
            </a:xfrm>
            <a:custGeom>
              <a:avLst/>
              <a:gdLst/>
              <a:ahLst/>
              <a:cxnLst/>
              <a:rect l="l" t="t" r="r" b="b"/>
              <a:pathLst>
                <a:path w="347345" h="140335">
                  <a:moveTo>
                    <a:pt x="0" y="140257"/>
                  </a:moveTo>
                  <a:lnTo>
                    <a:pt x="346910" y="140257"/>
                  </a:lnTo>
                  <a:lnTo>
                    <a:pt x="346910" y="0"/>
                  </a:lnTo>
                  <a:lnTo>
                    <a:pt x="0" y="0"/>
                  </a:lnTo>
                  <a:lnTo>
                    <a:pt x="0" y="140257"/>
                  </a:lnTo>
                  <a:close/>
                </a:path>
              </a:pathLst>
            </a:custGeom>
            <a:solidFill>
              <a:srgbClr val="E7C6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 descr=""/>
            <p:cNvSpPr/>
            <p:nvPr/>
          </p:nvSpPr>
          <p:spPr>
            <a:xfrm>
              <a:off x="5396509" y="4500949"/>
              <a:ext cx="1849755" cy="823594"/>
            </a:xfrm>
            <a:custGeom>
              <a:avLst/>
              <a:gdLst/>
              <a:ahLst/>
              <a:cxnLst/>
              <a:rect l="l" t="t" r="r" b="b"/>
              <a:pathLst>
                <a:path w="1849754" h="823595">
                  <a:moveTo>
                    <a:pt x="1849628" y="0"/>
                  </a:moveTo>
                  <a:lnTo>
                    <a:pt x="0" y="0"/>
                  </a:lnTo>
                  <a:lnTo>
                    <a:pt x="0" y="357708"/>
                  </a:lnTo>
                  <a:lnTo>
                    <a:pt x="0" y="823391"/>
                  </a:lnTo>
                  <a:lnTo>
                    <a:pt x="1849628" y="823391"/>
                  </a:lnTo>
                  <a:lnTo>
                    <a:pt x="1849628" y="357708"/>
                  </a:lnTo>
                  <a:lnTo>
                    <a:pt x="1849628" y="0"/>
                  </a:lnTo>
                  <a:close/>
                </a:path>
              </a:pathLst>
            </a:custGeom>
            <a:solidFill>
              <a:srgbClr val="9592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 descr=""/>
            <p:cNvSpPr/>
            <p:nvPr/>
          </p:nvSpPr>
          <p:spPr>
            <a:xfrm>
              <a:off x="5538030" y="4708652"/>
              <a:ext cx="25400" cy="58419"/>
            </a:xfrm>
            <a:custGeom>
              <a:avLst/>
              <a:gdLst/>
              <a:ahLst/>
              <a:cxnLst/>
              <a:rect l="l" t="t" r="r" b="b"/>
              <a:pathLst>
                <a:path w="25400" h="58420">
                  <a:moveTo>
                    <a:pt x="24899" y="0"/>
                  </a:moveTo>
                  <a:lnTo>
                    <a:pt x="0" y="0"/>
                  </a:lnTo>
                  <a:lnTo>
                    <a:pt x="0" y="58071"/>
                  </a:lnTo>
                  <a:lnTo>
                    <a:pt x="24899" y="58071"/>
                  </a:lnTo>
                  <a:lnTo>
                    <a:pt x="24899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 descr=""/>
            <p:cNvSpPr/>
            <p:nvPr/>
          </p:nvSpPr>
          <p:spPr>
            <a:xfrm>
              <a:off x="6074791" y="3952220"/>
              <a:ext cx="53975" cy="152400"/>
            </a:xfrm>
            <a:custGeom>
              <a:avLst/>
              <a:gdLst/>
              <a:ahLst/>
              <a:cxnLst/>
              <a:rect l="l" t="t" r="r" b="b"/>
              <a:pathLst>
                <a:path w="53975" h="152400">
                  <a:moveTo>
                    <a:pt x="53555" y="133197"/>
                  </a:moveTo>
                  <a:lnTo>
                    <a:pt x="50469" y="130111"/>
                  </a:lnTo>
                  <a:lnTo>
                    <a:pt x="38227" y="130111"/>
                  </a:lnTo>
                  <a:lnTo>
                    <a:pt x="38227" y="87922"/>
                  </a:lnTo>
                  <a:lnTo>
                    <a:pt x="35166" y="84848"/>
                  </a:lnTo>
                  <a:lnTo>
                    <a:pt x="33464" y="84848"/>
                  </a:lnTo>
                  <a:lnTo>
                    <a:pt x="33464" y="44488"/>
                  </a:lnTo>
                  <a:lnTo>
                    <a:pt x="31127" y="42138"/>
                  </a:lnTo>
                  <a:lnTo>
                    <a:pt x="31115" y="1892"/>
                  </a:lnTo>
                  <a:lnTo>
                    <a:pt x="29235" y="0"/>
                  </a:lnTo>
                  <a:lnTo>
                    <a:pt x="26657" y="0"/>
                  </a:lnTo>
                  <a:lnTo>
                    <a:pt x="24320" y="0"/>
                  </a:lnTo>
                  <a:lnTo>
                    <a:pt x="22440" y="1892"/>
                  </a:lnTo>
                  <a:lnTo>
                    <a:pt x="22440" y="42138"/>
                  </a:lnTo>
                  <a:lnTo>
                    <a:pt x="20091" y="44488"/>
                  </a:lnTo>
                  <a:lnTo>
                    <a:pt x="20091" y="84848"/>
                  </a:lnTo>
                  <a:lnTo>
                    <a:pt x="18402" y="84848"/>
                  </a:lnTo>
                  <a:lnTo>
                    <a:pt x="15328" y="87922"/>
                  </a:lnTo>
                  <a:lnTo>
                    <a:pt x="15328" y="130111"/>
                  </a:lnTo>
                  <a:lnTo>
                    <a:pt x="6883" y="130111"/>
                  </a:lnTo>
                  <a:lnTo>
                    <a:pt x="3086" y="130111"/>
                  </a:lnTo>
                  <a:lnTo>
                    <a:pt x="0" y="133197"/>
                  </a:lnTo>
                  <a:lnTo>
                    <a:pt x="0" y="152361"/>
                  </a:lnTo>
                  <a:lnTo>
                    <a:pt x="53555" y="152361"/>
                  </a:lnTo>
                  <a:lnTo>
                    <a:pt x="53555" y="133197"/>
                  </a:lnTo>
                  <a:close/>
                </a:path>
              </a:pathLst>
            </a:custGeom>
            <a:solidFill>
              <a:srgbClr val="FBF6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 descr=""/>
            <p:cNvSpPr/>
            <p:nvPr/>
          </p:nvSpPr>
          <p:spPr>
            <a:xfrm>
              <a:off x="5707076" y="4100739"/>
              <a:ext cx="789305" cy="257810"/>
            </a:xfrm>
            <a:custGeom>
              <a:avLst/>
              <a:gdLst/>
              <a:ahLst/>
              <a:cxnLst/>
              <a:rect l="l" t="t" r="r" b="b"/>
              <a:pathLst>
                <a:path w="789304" h="257810">
                  <a:moveTo>
                    <a:pt x="394501" y="0"/>
                  </a:moveTo>
                  <a:lnTo>
                    <a:pt x="216081" y="4027"/>
                  </a:lnTo>
                  <a:lnTo>
                    <a:pt x="115514" y="32218"/>
                  </a:lnTo>
                  <a:lnTo>
                    <a:pt x="55815" y="108738"/>
                  </a:lnTo>
                  <a:lnTo>
                    <a:pt x="0" y="257751"/>
                  </a:lnTo>
                  <a:lnTo>
                    <a:pt x="789002" y="257751"/>
                  </a:lnTo>
                  <a:lnTo>
                    <a:pt x="770425" y="217477"/>
                  </a:lnTo>
                  <a:lnTo>
                    <a:pt x="706588" y="128875"/>
                  </a:lnTo>
                  <a:lnTo>
                    <a:pt x="585333" y="40273"/>
                  </a:lnTo>
                  <a:lnTo>
                    <a:pt x="394501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 descr=""/>
            <p:cNvSpPr/>
            <p:nvPr/>
          </p:nvSpPr>
          <p:spPr>
            <a:xfrm>
              <a:off x="6010500" y="4200443"/>
              <a:ext cx="483870" cy="158115"/>
            </a:xfrm>
            <a:custGeom>
              <a:avLst/>
              <a:gdLst/>
              <a:ahLst/>
              <a:cxnLst/>
              <a:rect l="l" t="t" r="r" b="b"/>
              <a:pathLst>
                <a:path w="483870" h="158114">
                  <a:moveTo>
                    <a:pt x="241898" y="0"/>
                  </a:moveTo>
                  <a:lnTo>
                    <a:pt x="132495" y="2469"/>
                  </a:lnTo>
                  <a:lnTo>
                    <a:pt x="70830" y="19755"/>
                  </a:lnTo>
                  <a:lnTo>
                    <a:pt x="34224" y="66676"/>
                  </a:lnTo>
                  <a:lnTo>
                    <a:pt x="0" y="158047"/>
                  </a:lnTo>
                  <a:lnTo>
                    <a:pt x="483796" y="158047"/>
                  </a:lnTo>
                  <a:lnTo>
                    <a:pt x="472405" y="133352"/>
                  </a:lnTo>
                  <a:lnTo>
                    <a:pt x="433262" y="79023"/>
                  </a:lnTo>
                  <a:lnTo>
                    <a:pt x="358912" y="24694"/>
                  </a:lnTo>
                  <a:lnTo>
                    <a:pt x="241898" y="0"/>
                  </a:lnTo>
                  <a:close/>
                </a:path>
              </a:pathLst>
            </a:custGeom>
            <a:solidFill>
              <a:srgbClr val="414978">
                <a:alpha val="369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 descr=""/>
            <p:cNvSpPr/>
            <p:nvPr/>
          </p:nvSpPr>
          <p:spPr>
            <a:xfrm>
              <a:off x="5665356" y="4358495"/>
              <a:ext cx="881380" cy="60960"/>
            </a:xfrm>
            <a:custGeom>
              <a:avLst/>
              <a:gdLst/>
              <a:ahLst/>
              <a:cxnLst/>
              <a:rect l="l" t="t" r="r" b="b"/>
              <a:pathLst>
                <a:path w="881379" h="60960">
                  <a:moveTo>
                    <a:pt x="881135" y="0"/>
                  </a:moveTo>
                  <a:lnTo>
                    <a:pt x="0" y="0"/>
                  </a:lnTo>
                  <a:lnTo>
                    <a:pt x="0" y="60574"/>
                  </a:lnTo>
                  <a:lnTo>
                    <a:pt x="881135" y="60574"/>
                  </a:lnTo>
                  <a:lnTo>
                    <a:pt x="881135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 descr=""/>
            <p:cNvSpPr/>
            <p:nvPr/>
          </p:nvSpPr>
          <p:spPr>
            <a:xfrm>
              <a:off x="5704464" y="4419069"/>
              <a:ext cx="794385" cy="442595"/>
            </a:xfrm>
            <a:custGeom>
              <a:avLst/>
              <a:gdLst/>
              <a:ahLst/>
              <a:cxnLst/>
              <a:rect l="l" t="t" r="r" b="b"/>
              <a:pathLst>
                <a:path w="794385" h="442595">
                  <a:moveTo>
                    <a:pt x="794237" y="0"/>
                  </a:moveTo>
                  <a:lnTo>
                    <a:pt x="0" y="0"/>
                  </a:lnTo>
                  <a:lnTo>
                    <a:pt x="0" y="442363"/>
                  </a:lnTo>
                  <a:lnTo>
                    <a:pt x="794237" y="442363"/>
                  </a:lnTo>
                  <a:lnTo>
                    <a:pt x="794237" y="0"/>
                  </a:lnTo>
                  <a:close/>
                </a:path>
              </a:pathLst>
            </a:custGeom>
            <a:solidFill>
              <a:srgbClr val="9592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 descr=""/>
            <p:cNvSpPr/>
            <p:nvPr/>
          </p:nvSpPr>
          <p:spPr>
            <a:xfrm>
              <a:off x="6101578" y="4419068"/>
              <a:ext cx="397510" cy="346710"/>
            </a:xfrm>
            <a:custGeom>
              <a:avLst/>
              <a:gdLst/>
              <a:ahLst/>
              <a:cxnLst/>
              <a:rect l="l" t="t" r="r" b="b"/>
              <a:pathLst>
                <a:path w="397510" h="346710">
                  <a:moveTo>
                    <a:pt x="397118" y="0"/>
                  </a:moveTo>
                  <a:lnTo>
                    <a:pt x="0" y="0"/>
                  </a:lnTo>
                  <a:lnTo>
                    <a:pt x="3160" y="46984"/>
                  </a:lnTo>
                  <a:lnTo>
                    <a:pt x="12368" y="92047"/>
                  </a:lnTo>
                  <a:lnTo>
                    <a:pt x="27210" y="134776"/>
                  </a:lnTo>
                  <a:lnTo>
                    <a:pt x="47273" y="174759"/>
                  </a:lnTo>
                  <a:lnTo>
                    <a:pt x="72145" y="211584"/>
                  </a:lnTo>
                  <a:lnTo>
                    <a:pt x="101414" y="244836"/>
                  </a:lnTo>
                  <a:lnTo>
                    <a:pt x="134667" y="274105"/>
                  </a:lnTo>
                  <a:lnTo>
                    <a:pt x="171491" y="298977"/>
                  </a:lnTo>
                  <a:lnTo>
                    <a:pt x="211474" y="319041"/>
                  </a:lnTo>
                  <a:lnTo>
                    <a:pt x="254203" y="333882"/>
                  </a:lnTo>
                  <a:lnTo>
                    <a:pt x="299266" y="343090"/>
                  </a:lnTo>
                  <a:lnTo>
                    <a:pt x="346251" y="346251"/>
                  </a:lnTo>
                  <a:lnTo>
                    <a:pt x="397118" y="346251"/>
                  </a:lnTo>
                  <a:lnTo>
                    <a:pt x="397118" y="0"/>
                  </a:lnTo>
                  <a:close/>
                </a:path>
              </a:pathLst>
            </a:custGeom>
            <a:solidFill>
              <a:srgbClr val="F2E1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 descr=""/>
            <p:cNvSpPr/>
            <p:nvPr/>
          </p:nvSpPr>
          <p:spPr>
            <a:xfrm>
              <a:off x="5761456" y="4500022"/>
              <a:ext cx="679450" cy="318770"/>
            </a:xfrm>
            <a:custGeom>
              <a:avLst/>
              <a:gdLst/>
              <a:ahLst/>
              <a:cxnLst/>
              <a:rect l="l" t="t" r="r" b="b"/>
              <a:pathLst>
                <a:path w="679450" h="318770">
                  <a:moveTo>
                    <a:pt x="65849" y="32931"/>
                  </a:moveTo>
                  <a:lnTo>
                    <a:pt x="63258" y="20116"/>
                  </a:lnTo>
                  <a:lnTo>
                    <a:pt x="56197" y="9652"/>
                  </a:lnTo>
                  <a:lnTo>
                    <a:pt x="45732" y="2590"/>
                  </a:lnTo>
                  <a:lnTo>
                    <a:pt x="32931" y="0"/>
                  </a:lnTo>
                  <a:lnTo>
                    <a:pt x="20116" y="2590"/>
                  </a:lnTo>
                  <a:lnTo>
                    <a:pt x="9652" y="9652"/>
                  </a:lnTo>
                  <a:lnTo>
                    <a:pt x="2590" y="20116"/>
                  </a:lnTo>
                  <a:lnTo>
                    <a:pt x="0" y="32931"/>
                  </a:lnTo>
                  <a:lnTo>
                    <a:pt x="0" y="318541"/>
                  </a:lnTo>
                  <a:lnTo>
                    <a:pt x="65849" y="318541"/>
                  </a:lnTo>
                  <a:lnTo>
                    <a:pt x="65849" y="32931"/>
                  </a:lnTo>
                  <a:close/>
                </a:path>
                <a:path w="679450" h="318770">
                  <a:moveTo>
                    <a:pt x="219176" y="32931"/>
                  </a:moveTo>
                  <a:lnTo>
                    <a:pt x="216585" y="20116"/>
                  </a:lnTo>
                  <a:lnTo>
                    <a:pt x="209537" y="9652"/>
                  </a:lnTo>
                  <a:lnTo>
                    <a:pt x="199072" y="2590"/>
                  </a:lnTo>
                  <a:lnTo>
                    <a:pt x="186258" y="0"/>
                  </a:lnTo>
                  <a:lnTo>
                    <a:pt x="173443" y="2590"/>
                  </a:lnTo>
                  <a:lnTo>
                    <a:pt x="162979" y="9652"/>
                  </a:lnTo>
                  <a:lnTo>
                    <a:pt x="155917" y="20116"/>
                  </a:lnTo>
                  <a:lnTo>
                    <a:pt x="153339" y="32931"/>
                  </a:lnTo>
                  <a:lnTo>
                    <a:pt x="153339" y="318541"/>
                  </a:lnTo>
                  <a:lnTo>
                    <a:pt x="219176" y="318541"/>
                  </a:lnTo>
                  <a:lnTo>
                    <a:pt x="219176" y="32931"/>
                  </a:lnTo>
                  <a:close/>
                </a:path>
                <a:path w="679450" h="318770">
                  <a:moveTo>
                    <a:pt x="372503" y="32931"/>
                  </a:moveTo>
                  <a:lnTo>
                    <a:pt x="369912" y="20116"/>
                  </a:lnTo>
                  <a:lnTo>
                    <a:pt x="362864" y="9652"/>
                  </a:lnTo>
                  <a:lnTo>
                    <a:pt x="352399" y="2590"/>
                  </a:lnTo>
                  <a:lnTo>
                    <a:pt x="339585" y="0"/>
                  </a:lnTo>
                  <a:lnTo>
                    <a:pt x="326771" y="2590"/>
                  </a:lnTo>
                  <a:lnTo>
                    <a:pt x="316306" y="9652"/>
                  </a:lnTo>
                  <a:lnTo>
                    <a:pt x="309257" y="20116"/>
                  </a:lnTo>
                  <a:lnTo>
                    <a:pt x="306666" y="32931"/>
                  </a:lnTo>
                  <a:lnTo>
                    <a:pt x="306666" y="318541"/>
                  </a:lnTo>
                  <a:lnTo>
                    <a:pt x="372503" y="318541"/>
                  </a:lnTo>
                  <a:lnTo>
                    <a:pt x="372503" y="32931"/>
                  </a:lnTo>
                  <a:close/>
                </a:path>
                <a:path w="679450" h="318770">
                  <a:moveTo>
                    <a:pt x="525830" y="32931"/>
                  </a:moveTo>
                  <a:lnTo>
                    <a:pt x="523252" y="20116"/>
                  </a:lnTo>
                  <a:lnTo>
                    <a:pt x="516191" y="9652"/>
                  </a:lnTo>
                  <a:lnTo>
                    <a:pt x="505726" y="2590"/>
                  </a:lnTo>
                  <a:lnTo>
                    <a:pt x="492912" y="0"/>
                  </a:lnTo>
                  <a:lnTo>
                    <a:pt x="480098" y="2590"/>
                  </a:lnTo>
                  <a:lnTo>
                    <a:pt x="469633" y="9652"/>
                  </a:lnTo>
                  <a:lnTo>
                    <a:pt x="462584" y="20116"/>
                  </a:lnTo>
                  <a:lnTo>
                    <a:pt x="459994" y="32931"/>
                  </a:lnTo>
                  <a:lnTo>
                    <a:pt x="459994" y="318541"/>
                  </a:lnTo>
                  <a:lnTo>
                    <a:pt x="525830" y="318541"/>
                  </a:lnTo>
                  <a:lnTo>
                    <a:pt x="525830" y="32931"/>
                  </a:lnTo>
                  <a:close/>
                </a:path>
                <a:path w="679450" h="318770">
                  <a:moveTo>
                    <a:pt x="679170" y="32931"/>
                  </a:moveTo>
                  <a:lnTo>
                    <a:pt x="676579" y="20116"/>
                  </a:lnTo>
                  <a:lnTo>
                    <a:pt x="669518" y="9652"/>
                  </a:lnTo>
                  <a:lnTo>
                    <a:pt x="659053" y="2590"/>
                  </a:lnTo>
                  <a:lnTo>
                    <a:pt x="646239" y="0"/>
                  </a:lnTo>
                  <a:lnTo>
                    <a:pt x="633437" y="2590"/>
                  </a:lnTo>
                  <a:lnTo>
                    <a:pt x="622973" y="9652"/>
                  </a:lnTo>
                  <a:lnTo>
                    <a:pt x="615911" y="20116"/>
                  </a:lnTo>
                  <a:lnTo>
                    <a:pt x="613321" y="32931"/>
                  </a:lnTo>
                  <a:lnTo>
                    <a:pt x="613321" y="318541"/>
                  </a:lnTo>
                  <a:lnTo>
                    <a:pt x="679170" y="318541"/>
                  </a:lnTo>
                  <a:lnTo>
                    <a:pt x="679170" y="32931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 descr=""/>
            <p:cNvSpPr/>
            <p:nvPr/>
          </p:nvSpPr>
          <p:spPr>
            <a:xfrm>
              <a:off x="8006994" y="3952220"/>
              <a:ext cx="53975" cy="152400"/>
            </a:xfrm>
            <a:custGeom>
              <a:avLst/>
              <a:gdLst/>
              <a:ahLst/>
              <a:cxnLst/>
              <a:rect l="l" t="t" r="r" b="b"/>
              <a:pathLst>
                <a:path w="53975" h="152400">
                  <a:moveTo>
                    <a:pt x="53555" y="133197"/>
                  </a:moveTo>
                  <a:lnTo>
                    <a:pt x="50469" y="130111"/>
                  </a:lnTo>
                  <a:lnTo>
                    <a:pt x="38227" y="130111"/>
                  </a:lnTo>
                  <a:lnTo>
                    <a:pt x="38227" y="87922"/>
                  </a:lnTo>
                  <a:lnTo>
                    <a:pt x="35166" y="84848"/>
                  </a:lnTo>
                  <a:lnTo>
                    <a:pt x="33464" y="84848"/>
                  </a:lnTo>
                  <a:lnTo>
                    <a:pt x="33464" y="44488"/>
                  </a:lnTo>
                  <a:lnTo>
                    <a:pt x="31115" y="42138"/>
                  </a:lnTo>
                  <a:lnTo>
                    <a:pt x="31115" y="1892"/>
                  </a:lnTo>
                  <a:lnTo>
                    <a:pt x="29235" y="0"/>
                  </a:lnTo>
                  <a:lnTo>
                    <a:pt x="26657" y="0"/>
                  </a:lnTo>
                  <a:lnTo>
                    <a:pt x="24320" y="0"/>
                  </a:lnTo>
                  <a:lnTo>
                    <a:pt x="22440" y="1892"/>
                  </a:lnTo>
                  <a:lnTo>
                    <a:pt x="22440" y="42138"/>
                  </a:lnTo>
                  <a:lnTo>
                    <a:pt x="20078" y="44488"/>
                  </a:lnTo>
                  <a:lnTo>
                    <a:pt x="20078" y="84848"/>
                  </a:lnTo>
                  <a:lnTo>
                    <a:pt x="18402" y="84848"/>
                  </a:lnTo>
                  <a:lnTo>
                    <a:pt x="15328" y="87922"/>
                  </a:lnTo>
                  <a:lnTo>
                    <a:pt x="15328" y="130111"/>
                  </a:lnTo>
                  <a:lnTo>
                    <a:pt x="6883" y="130111"/>
                  </a:lnTo>
                  <a:lnTo>
                    <a:pt x="3086" y="130111"/>
                  </a:lnTo>
                  <a:lnTo>
                    <a:pt x="0" y="133197"/>
                  </a:lnTo>
                  <a:lnTo>
                    <a:pt x="0" y="152361"/>
                  </a:lnTo>
                  <a:lnTo>
                    <a:pt x="53555" y="152361"/>
                  </a:lnTo>
                  <a:lnTo>
                    <a:pt x="53555" y="133197"/>
                  </a:lnTo>
                  <a:close/>
                </a:path>
              </a:pathLst>
            </a:custGeom>
            <a:solidFill>
              <a:srgbClr val="FBF6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 descr=""/>
            <p:cNvSpPr/>
            <p:nvPr/>
          </p:nvSpPr>
          <p:spPr>
            <a:xfrm>
              <a:off x="7639280" y="4100739"/>
              <a:ext cx="789305" cy="257810"/>
            </a:xfrm>
            <a:custGeom>
              <a:avLst/>
              <a:gdLst/>
              <a:ahLst/>
              <a:cxnLst/>
              <a:rect l="l" t="t" r="r" b="b"/>
              <a:pathLst>
                <a:path w="789304" h="257810">
                  <a:moveTo>
                    <a:pt x="394501" y="0"/>
                  </a:moveTo>
                  <a:lnTo>
                    <a:pt x="216081" y="4027"/>
                  </a:lnTo>
                  <a:lnTo>
                    <a:pt x="115514" y="32218"/>
                  </a:lnTo>
                  <a:lnTo>
                    <a:pt x="55815" y="108738"/>
                  </a:lnTo>
                  <a:lnTo>
                    <a:pt x="0" y="257751"/>
                  </a:lnTo>
                  <a:lnTo>
                    <a:pt x="789002" y="257751"/>
                  </a:lnTo>
                  <a:lnTo>
                    <a:pt x="770425" y="217477"/>
                  </a:lnTo>
                  <a:lnTo>
                    <a:pt x="706588" y="128875"/>
                  </a:lnTo>
                  <a:lnTo>
                    <a:pt x="585333" y="40273"/>
                  </a:lnTo>
                  <a:lnTo>
                    <a:pt x="394501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 descr=""/>
            <p:cNvSpPr/>
            <p:nvPr/>
          </p:nvSpPr>
          <p:spPr>
            <a:xfrm>
              <a:off x="7900265" y="4200443"/>
              <a:ext cx="483870" cy="158115"/>
            </a:xfrm>
            <a:custGeom>
              <a:avLst/>
              <a:gdLst/>
              <a:ahLst/>
              <a:cxnLst/>
              <a:rect l="l" t="t" r="r" b="b"/>
              <a:pathLst>
                <a:path w="483870" h="158114">
                  <a:moveTo>
                    <a:pt x="241898" y="0"/>
                  </a:moveTo>
                  <a:lnTo>
                    <a:pt x="132495" y="2469"/>
                  </a:lnTo>
                  <a:lnTo>
                    <a:pt x="70830" y="19755"/>
                  </a:lnTo>
                  <a:lnTo>
                    <a:pt x="34224" y="66676"/>
                  </a:lnTo>
                  <a:lnTo>
                    <a:pt x="0" y="158047"/>
                  </a:lnTo>
                  <a:lnTo>
                    <a:pt x="483796" y="158047"/>
                  </a:lnTo>
                  <a:lnTo>
                    <a:pt x="472405" y="133352"/>
                  </a:lnTo>
                  <a:lnTo>
                    <a:pt x="433262" y="79023"/>
                  </a:lnTo>
                  <a:lnTo>
                    <a:pt x="358912" y="24694"/>
                  </a:lnTo>
                  <a:lnTo>
                    <a:pt x="241898" y="0"/>
                  </a:lnTo>
                  <a:close/>
                </a:path>
              </a:pathLst>
            </a:custGeom>
            <a:solidFill>
              <a:srgbClr val="414978">
                <a:alpha val="369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 descr=""/>
            <p:cNvSpPr/>
            <p:nvPr/>
          </p:nvSpPr>
          <p:spPr>
            <a:xfrm>
              <a:off x="7597559" y="4358495"/>
              <a:ext cx="881380" cy="60960"/>
            </a:xfrm>
            <a:custGeom>
              <a:avLst/>
              <a:gdLst/>
              <a:ahLst/>
              <a:cxnLst/>
              <a:rect l="l" t="t" r="r" b="b"/>
              <a:pathLst>
                <a:path w="881379" h="60960">
                  <a:moveTo>
                    <a:pt x="881135" y="0"/>
                  </a:moveTo>
                  <a:lnTo>
                    <a:pt x="0" y="0"/>
                  </a:lnTo>
                  <a:lnTo>
                    <a:pt x="0" y="60574"/>
                  </a:lnTo>
                  <a:lnTo>
                    <a:pt x="881135" y="60574"/>
                  </a:lnTo>
                  <a:lnTo>
                    <a:pt x="881135" y="0"/>
                  </a:lnTo>
                  <a:close/>
                </a:path>
              </a:pathLst>
            </a:custGeom>
            <a:solidFill>
              <a:srgbClr val="F2E1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 descr=""/>
            <p:cNvSpPr/>
            <p:nvPr/>
          </p:nvSpPr>
          <p:spPr>
            <a:xfrm>
              <a:off x="7636667" y="4419069"/>
              <a:ext cx="794385" cy="442595"/>
            </a:xfrm>
            <a:custGeom>
              <a:avLst/>
              <a:gdLst/>
              <a:ahLst/>
              <a:cxnLst/>
              <a:rect l="l" t="t" r="r" b="b"/>
              <a:pathLst>
                <a:path w="794384" h="442595">
                  <a:moveTo>
                    <a:pt x="794237" y="0"/>
                  </a:moveTo>
                  <a:lnTo>
                    <a:pt x="0" y="0"/>
                  </a:lnTo>
                  <a:lnTo>
                    <a:pt x="0" y="442363"/>
                  </a:lnTo>
                  <a:lnTo>
                    <a:pt x="794237" y="442363"/>
                  </a:lnTo>
                  <a:lnTo>
                    <a:pt x="794237" y="0"/>
                  </a:lnTo>
                  <a:close/>
                </a:path>
              </a:pathLst>
            </a:custGeom>
            <a:solidFill>
              <a:srgbClr val="9592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 descr=""/>
            <p:cNvSpPr/>
            <p:nvPr/>
          </p:nvSpPr>
          <p:spPr>
            <a:xfrm>
              <a:off x="8033782" y="4419068"/>
              <a:ext cx="397510" cy="346710"/>
            </a:xfrm>
            <a:custGeom>
              <a:avLst/>
              <a:gdLst/>
              <a:ahLst/>
              <a:cxnLst/>
              <a:rect l="l" t="t" r="r" b="b"/>
              <a:pathLst>
                <a:path w="397509" h="346710">
                  <a:moveTo>
                    <a:pt x="397118" y="0"/>
                  </a:moveTo>
                  <a:lnTo>
                    <a:pt x="0" y="0"/>
                  </a:lnTo>
                  <a:lnTo>
                    <a:pt x="3160" y="46984"/>
                  </a:lnTo>
                  <a:lnTo>
                    <a:pt x="12368" y="92047"/>
                  </a:lnTo>
                  <a:lnTo>
                    <a:pt x="27210" y="134776"/>
                  </a:lnTo>
                  <a:lnTo>
                    <a:pt x="47273" y="174759"/>
                  </a:lnTo>
                  <a:lnTo>
                    <a:pt x="72145" y="211584"/>
                  </a:lnTo>
                  <a:lnTo>
                    <a:pt x="101414" y="244836"/>
                  </a:lnTo>
                  <a:lnTo>
                    <a:pt x="134667" y="274105"/>
                  </a:lnTo>
                  <a:lnTo>
                    <a:pt x="171491" y="298977"/>
                  </a:lnTo>
                  <a:lnTo>
                    <a:pt x="211474" y="319041"/>
                  </a:lnTo>
                  <a:lnTo>
                    <a:pt x="254203" y="333882"/>
                  </a:lnTo>
                  <a:lnTo>
                    <a:pt x="299266" y="343090"/>
                  </a:lnTo>
                  <a:lnTo>
                    <a:pt x="346251" y="346251"/>
                  </a:lnTo>
                  <a:lnTo>
                    <a:pt x="397118" y="346251"/>
                  </a:lnTo>
                  <a:lnTo>
                    <a:pt x="397118" y="0"/>
                  </a:lnTo>
                  <a:close/>
                </a:path>
              </a:pathLst>
            </a:custGeom>
            <a:solidFill>
              <a:srgbClr val="E7C6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 descr=""/>
            <p:cNvSpPr/>
            <p:nvPr/>
          </p:nvSpPr>
          <p:spPr>
            <a:xfrm>
              <a:off x="7693660" y="4406499"/>
              <a:ext cx="1334770" cy="412115"/>
            </a:xfrm>
            <a:custGeom>
              <a:avLst/>
              <a:gdLst/>
              <a:ahLst/>
              <a:cxnLst/>
              <a:rect l="l" t="t" r="r" b="b"/>
              <a:pathLst>
                <a:path w="1334770" h="412114">
                  <a:moveTo>
                    <a:pt x="65849" y="126453"/>
                  </a:moveTo>
                  <a:lnTo>
                    <a:pt x="63258" y="113639"/>
                  </a:lnTo>
                  <a:lnTo>
                    <a:pt x="56197" y="103174"/>
                  </a:lnTo>
                  <a:lnTo>
                    <a:pt x="45732" y="96113"/>
                  </a:lnTo>
                  <a:lnTo>
                    <a:pt x="32931" y="93522"/>
                  </a:lnTo>
                  <a:lnTo>
                    <a:pt x="20116" y="96113"/>
                  </a:lnTo>
                  <a:lnTo>
                    <a:pt x="9652" y="103174"/>
                  </a:lnTo>
                  <a:lnTo>
                    <a:pt x="2590" y="113639"/>
                  </a:lnTo>
                  <a:lnTo>
                    <a:pt x="0" y="126453"/>
                  </a:lnTo>
                  <a:lnTo>
                    <a:pt x="0" y="412064"/>
                  </a:lnTo>
                  <a:lnTo>
                    <a:pt x="65849" y="412064"/>
                  </a:lnTo>
                  <a:lnTo>
                    <a:pt x="65849" y="126453"/>
                  </a:lnTo>
                  <a:close/>
                </a:path>
                <a:path w="1334770" h="412114">
                  <a:moveTo>
                    <a:pt x="219176" y="126453"/>
                  </a:moveTo>
                  <a:lnTo>
                    <a:pt x="216585" y="113639"/>
                  </a:lnTo>
                  <a:lnTo>
                    <a:pt x="209537" y="103174"/>
                  </a:lnTo>
                  <a:lnTo>
                    <a:pt x="199072" y="96113"/>
                  </a:lnTo>
                  <a:lnTo>
                    <a:pt x="186258" y="93522"/>
                  </a:lnTo>
                  <a:lnTo>
                    <a:pt x="173443" y="96113"/>
                  </a:lnTo>
                  <a:lnTo>
                    <a:pt x="162979" y="103174"/>
                  </a:lnTo>
                  <a:lnTo>
                    <a:pt x="155917" y="113639"/>
                  </a:lnTo>
                  <a:lnTo>
                    <a:pt x="153339" y="126453"/>
                  </a:lnTo>
                  <a:lnTo>
                    <a:pt x="153339" y="412064"/>
                  </a:lnTo>
                  <a:lnTo>
                    <a:pt x="219176" y="412064"/>
                  </a:lnTo>
                  <a:lnTo>
                    <a:pt x="219176" y="126453"/>
                  </a:lnTo>
                  <a:close/>
                </a:path>
                <a:path w="1334770" h="412114">
                  <a:moveTo>
                    <a:pt x="372503" y="126453"/>
                  </a:moveTo>
                  <a:lnTo>
                    <a:pt x="369912" y="113639"/>
                  </a:lnTo>
                  <a:lnTo>
                    <a:pt x="362864" y="103174"/>
                  </a:lnTo>
                  <a:lnTo>
                    <a:pt x="352399" y="96113"/>
                  </a:lnTo>
                  <a:lnTo>
                    <a:pt x="339585" y="93522"/>
                  </a:lnTo>
                  <a:lnTo>
                    <a:pt x="326771" y="96113"/>
                  </a:lnTo>
                  <a:lnTo>
                    <a:pt x="316306" y="103174"/>
                  </a:lnTo>
                  <a:lnTo>
                    <a:pt x="309257" y="113639"/>
                  </a:lnTo>
                  <a:lnTo>
                    <a:pt x="306666" y="126453"/>
                  </a:lnTo>
                  <a:lnTo>
                    <a:pt x="306666" y="412064"/>
                  </a:lnTo>
                  <a:lnTo>
                    <a:pt x="372503" y="412064"/>
                  </a:lnTo>
                  <a:lnTo>
                    <a:pt x="372503" y="126453"/>
                  </a:lnTo>
                  <a:close/>
                </a:path>
                <a:path w="1334770" h="412114">
                  <a:moveTo>
                    <a:pt x="525830" y="126453"/>
                  </a:moveTo>
                  <a:lnTo>
                    <a:pt x="523252" y="113639"/>
                  </a:lnTo>
                  <a:lnTo>
                    <a:pt x="516191" y="103174"/>
                  </a:lnTo>
                  <a:lnTo>
                    <a:pt x="505726" y="96113"/>
                  </a:lnTo>
                  <a:lnTo>
                    <a:pt x="492912" y="93522"/>
                  </a:lnTo>
                  <a:lnTo>
                    <a:pt x="480098" y="96113"/>
                  </a:lnTo>
                  <a:lnTo>
                    <a:pt x="469633" y="103174"/>
                  </a:lnTo>
                  <a:lnTo>
                    <a:pt x="462584" y="113639"/>
                  </a:lnTo>
                  <a:lnTo>
                    <a:pt x="459994" y="126453"/>
                  </a:lnTo>
                  <a:lnTo>
                    <a:pt x="459994" y="412064"/>
                  </a:lnTo>
                  <a:lnTo>
                    <a:pt x="525830" y="412064"/>
                  </a:lnTo>
                  <a:lnTo>
                    <a:pt x="525830" y="126453"/>
                  </a:lnTo>
                  <a:close/>
                </a:path>
                <a:path w="1334770" h="412114">
                  <a:moveTo>
                    <a:pt x="679170" y="126453"/>
                  </a:moveTo>
                  <a:lnTo>
                    <a:pt x="676579" y="113639"/>
                  </a:lnTo>
                  <a:lnTo>
                    <a:pt x="669518" y="103174"/>
                  </a:lnTo>
                  <a:lnTo>
                    <a:pt x="659053" y="96113"/>
                  </a:lnTo>
                  <a:lnTo>
                    <a:pt x="646252" y="93522"/>
                  </a:lnTo>
                  <a:lnTo>
                    <a:pt x="633437" y="96113"/>
                  </a:lnTo>
                  <a:lnTo>
                    <a:pt x="622973" y="103174"/>
                  </a:lnTo>
                  <a:lnTo>
                    <a:pt x="615911" y="113639"/>
                  </a:lnTo>
                  <a:lnTo>
                    <a:pt x="613321" y="126453"/>
                  </a:lnTo>
                  <a:lnTo>
                    <a:pt x="613321" y="412064"/>
                  </a:lnTo>
                  <a:lnTo>
                    <a:pt x="679170" y="412064"/>
                  </a:lnTo>
                  <a:lnTo>
                    <a:pt x="679170" y="126453"/>
                  </a:lnTo>
                  <a:close/>
                </a:path>
                <a:path w="1334770" h="412114">
                  <a:moveTo>
                    <a:pt x="1321396" y="5651"/>
                  </a:moveTo>
                  <a:lnTo>
                    <a:pt x="1321206" y="5448"/>
                  </a:lnTo>
                  <a:lnTo>
                    <a:pt x="1321092" y="2844"/>
                  </a:lnTo>
                  <a:lnTo>
                    <a:pt x="1320952" y="2705"/>
                  </a:lnTo>
                  <a:lnTo>
                    <a:pt x="1320952" y="127"/>
                  </a:lnTo>
                  <a:lnTo>
                    <a:pt x="1320825" y="0"/>
                  </a:lnTo>
                  <a:lnTo>
                    <a:pt x="1320673" y="0"/>
                  </a:lnTo>
                  <a:lnTo>
                    <a:pt x="1320507" y="0"/>
                  </a:lnTo>
                  <a:lnTo>
                    <a:pt x="1320393" y="127"/>
                  </a:lnTo>
                  <a:lnTo>
                    <a:pt x="1320393" y="2705"/>
                  </a:lnTo>
                  <a:lnTo>
                    <a:pt x="1320241" y="2844"/>
                  </a:lnTo>
                  <a:lnTo>
                    <a:pt x="1320241" y="5448"/>
                  </a:lnTo>
                  <a:lnTo>
                    <a:pt x="1319936" y="5651"/>
                  </a:lnTo>
                  <a:lnTo>
                    <a:pt x="1319936" y="8343"/>
                  </a:lnTo>
                  <a:lnTo>
                    <a:pt x="1321396" y="8343"/>
                  </a:lnTo>
                  <a:lnTo>
                    <a:pt x="1321396" y="5651"/>
                  </a:lnTo>
                  <a:close/>
                </a:path>
                <a:path w="1334770" h="412114">
                  <a:moveTo>
                    <a:pt x="1333258" y="132105"/>
                  </a:moveTo>
                  <a:lnTo>
                    <a:pt x="1309357" y="132105"/>
                  </a:lnTo>
                  <a:lnTo>
                    <a:pt x="1309357" y="237998"/>
                  </a:lnTo>
                  <a:lnTo>
                    <a:pt x="1333258" y="237998"/>
                  </a:lnTo>
                  <a:lnTo>
                    <a:pt x="1333258" y="132105"/>
                  </a:lnTo>
                  <a:close/>
                </a:path>
                <a:path w="1334770" h="412114">
                  <a:moveTo>
                    <a:pt x="1334604" y="17056"/>
                  </a:moveTo>
                  <a:lnTo>
                    <a:pt x="1326235" y="8953"/>
                  </a:lnTo>
                  <a:lnTo>
                    <a:pt x="1322387" y="8953"/>
                  </a:lnTo>
                  <a:lnTo>
                    <a:pt x="1322387" y="8547"/>
                  </a:lnTo>
                  <a:lnTo>
                    <a:pt x="1322184" y="8356"/>
                  </a:lnTo>
                  <a:lnTo>
                    <a:pt x="1319390" y="8356"/>
                  </a:lnTo>
                  <a:lnTo>
                    <a:pt x="1319149" y="8356"/>
                  </a:lnTo>
                  <a:lnTo>
                    <a:pt x="1318945" y="8547"/>
                  </a:lnTo>
                  <a:lnTo>
                    <a:pt x="1318945" y="8953"/>
                  </a:lnTo>
                  <a:lnTo>
                    <a:pt x="1317028" y="8953"/>
                  </a:lnTo>
                  <a:lnTo>
                    <a:pt x="1312227" y="12382"/>
                  </a:lnTo>
                  <a:lnTo>
                    <a:pt x="1309306" y="17551"/>
                  </a:lnTo>
                  <a:lnTo>
                    <a:pt x="1307744" y="20320"/>
                  </a:lnTo>
                  <a:lnTo>
                    <a:pt x="1306728" y="23571"/>
                  </a:lnTo>
                  <a:lnTo>
                    <a:pt x="1306728" y="37045"/>
                  </a:lnTo>
                  <a:lnTo>
                    <a:pt x="1311922" y="42367"/>
                  </a:lnTo>
                  <a:lnTo>
                    <a:pt x="1311922" y="117627"/>
                  </a:lnTo>
                  <a:lnTo>
                    <a:pt x="1320419" y="117627"/>
                  </a:lnTo>
                  <a:lnTo>
                    <a:pt x="1329423" y="117627"/>
                  </a:lnTo>
                  <a:lnTo>
                    <a:pt x="1329423" y="42138"/>
                  </a:lnTo>
                  <a:lnTo>
                    <a:pt x="1334058" y="37731"/>
                  </a:lnTo>
                  <a:lnTo>
                    <a:pt x="1334566" y="28333"/>
                  </a:lnTo>
                  <a:lnTo>
                    <a:pt x="1334604" y="17056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3" name="object 123" descr=""/>
          <p:cNvSpPr/>
          <p:nvPr/>
        </p:nvSpPr>
        <p:spPr>
          <a:xfrm>
            <a:off x="9014615" y="4538594"/>
            <a:ext cx="12700" cy="106045"/>
          </a:xfrm>
          <a:custGeom>
            <a:avLst/>
            <a:gdLst/>
            <a:ahLst/>
            <a:cxnLst/>
            <a:rect l="l" t="t" r="r" b="b"/>
            <a:pathLst>
              <a:path w="12700" h="106045">
                <a:moveTo>
                  <a:pt x="12313" y="0"/>
                </a:moveTo>
                <a:lnTo>
                  <a:pt x="0" y="0"/>
                </a:lnTo>
                <a:lnTo>
                  <a:pt x="0" y="105892"/>
                </a:lnTo>
                <a:lnTo>
                  <a:pt x="12313" y="105892"/>
                </a:lnTo>
                <a:lnTo>
                  <a:pt x="12313" y="0"/>
                </a:lnTo>
                <a:close/>
              </a:path>
            </a:pathLst>
          </a:custGeom>
          <a:solidFill>
            <a:srgbClr val="212C6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" name="object 124" descr=""/>
          <p:cNvSpPr/>
          <p:nvPr/>
        </p:nvSpPr>
        <p:spPr>
          <a:xfrm>
            <a:off x="8996743" y="4519936"/>
            <a:ext cx="36830" cy="19050"/>
          </a:xfrm>
          <a:custGeom>
            <a:avLst/>
            <a:gdLst/>
            <a:ahLst/>
            <a:cxnLst/>
            <a:rect l="l" t="t" r="r" b="b"/>
            <a:pathLst>
              <a:path w="36829" h="19050">
                <a:moveTo>
                  <a:pt x="36296" y="0"/>
                </a:moveTo>
                <a:lnTo>
                  <a:pt x="0" y="0"/>
                </a:lnTo>
                <a:lnTo>
                  <a:pt x="0" y="4191"/>
                </a:lnTo>
                <a:lnTo>
                  <a:pt x="0" y="11557"/>
                </a:lnTo>
                <a:lnTo>
                  <a:pt x="6337" y="18669"/>
                </a:lnTo>
                <a:lnTo>
                  <a:pt x="30276" y="18669"/>
                </a:lnTo>
                <a:lnTo>
                  <a:pt x="36296" y="11557"/>
                </a:lnTo>
                <a:lnTo>
                  <a:pt x="36296" y="4191"/>
                </a:lnTo>
                <a:lnTo>
                  <a:pt x="36296" y="0"/>
                </a:lnTo>
                <a:close/>
              </a:path>
            </a:pathLst>
          </a:custGeom>
          <a:solidFill>
            <a:srgbClr val="212C61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25" name="object 125" descr=""/>
          <p:cNvGrpSpPr/>
          <p:nvPr/>
        </p:nvGrpSpPr>
        <p:grpSpPr>
          <a:xfrm>
            <a:off x="8967339" y="5184145"/>
            <a:ext cx="96520" cy="117475"/>
            <a:chOff x="8967339" y="5184145"/>
            <a:chExt cx="96520" cy="117475"/>
          </a:xfrm>
        </p:grpSpPr>
        <p:sp>
          <p:nvSpPr>
            <p:cNvPr id="126" name="object 126" descr=""/>
            <p:cNvSpPr/>
            <p:nvPr/>
          </p:nvSpPr>
          <p:spPr>
            <a:xfrm>
              <a:off x="8967330" y="5184146"/>
              <a:ext cx="96520" cy="117475"/>
            </a:xfrm>
            <a:custGeom>
              <a:avLst/>
              <a:gdLst/>
              <a:ahLst/>
              <a:cxnLst/>
              <a:rect l="l" t="t" r="r" b="b"/>
              <a:pathLst>
                <a:path w="96520" h="117475">
                  <a:moveTo>
                    <a:pt x="95948" y="0"/>
                  </a:moveTo>
                  <a:lnTo>
                    <a:pt x="0" y="0"/>
                  </a:lnTo>
                  <a:lnTo>
                    <a:pt x="0" y="8534"/>
                  </a:lnTo>
                  <a:lnTo>
                    <a:pt x="8356" y="8534"/>
                  </a:lnTo>
                  <a:lnTo>
                    <a:pt x="8356" y="116878"/>
                  </a:lnTo>
                  <a:lnTo>
                    <a:pt x="87591" y="116878"/>
                  </a:lnTo>
                  <a:lnTo>
                    <a:pt x="87591" y="8534"/>
                  </a:lnTo>
                  <a:lnTo>
                    <a:pt x="95948" y="8534"/>
                  </a:lnTo>
                  <a:lnTo>
                    <a:pt x="95948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 descr=""/>
            <p:cNvSpPr/>
            <p:nvPr/>
          </p:nvSpPr>
          <p:spPr>
            <a:xfrm>
              <a:off x="8975695" y="5192690"/>
              <a:ext cx="79375" cy="9525"/>
            </a:xfrm>
            <a:custGeom>
              <a:avLst/>
              <a:gdLst/>
              <a:ahLst/>
              <a:cxnLst/>
              <a:rect l="l" t="t" r="r" b="b"/>
              <a:pathLst>
                <a:path w="79375" h="9525">
                  <a:moveTo>
                    <a:pt x="79233" y="0"/>
                  </a:moveTo>
                  <a:lnTo>
                    <a:pt x="0" y="0"/>
                  </a:lnTo>
                  <a:lnTo>
                    <a:pt x="0" y="9340"/>
                  </a:lnTo>
                  <a:lnTo>
                    <a:pt x="79233" y="9340"/>
                  </a:lnTo>
                  <a:lnTo>
                    <a:pt x="79233" y="0"/>
                  </a:lnTo>
                  <a:close/>
                </a:path>
              </a:pathLst>
            </a:custGeom>
            <a:solidFill>
              <a:srgbClr val="212C61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 descr=""/>
            <p:cNvSpPr/>
            <p:nvPr/>
          </p:nvSpPr>
          <p:spPr>
            <a:xfrm>
              <a:off x="8999305" y="5274377"/>
              <a:ext cx="32384" cy="22225"/>
            </a:xfrm>
            <a:custGeom>
              <a:avLst/>
              <a:gdLst/>
              <a:ahLst/>
              <a:cxnLst/>
              <a:rect l="l" t="t" r="r" b="b"/>
              <a:pathLst>
                <a:path w="32384" h="22225">
                  <a:moveTo>
                    <a:pt x="32019" y="0"/>
                  </a:moveTo>
                  <a:lnTo>
                    <a:pt x="0" y="0"/>
                  </a:lnTo>
                  <a:lnTo>
                    <a:pt x="1258" y="8538"/>
                  </a:lnTo>
                  <a:lnTo>
                    <a:pt x="4690" y="15511"/>
                  </a:lnTo>
                  <a:lnTo>
                    <a:pt x="9780" y="20212"/>
                  </a:lnTo>
                  <a:lnTo>
                    <a:pt x="16009" y="21936"/>
                  </a:lnTo>
                  <a:lnTo>
                    <a:pt x="22239" y="20212"/>
                  </a:lnTo>
                  <a:lnTo>
                    <a:pt x="27329" y="15511"/>
                  </a:lnTo>
                  <a:lnTo>
                    <a:pt x="30761" y="8538"/>
                  </a:lnTo>
                  <a:lnTo>
                    <a:pt x="32019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9" name="object 129" descr=""/>
          <p:cNvGrpSpPr/>
          <p:nvPr/>
        </p:nvGrpSpPr>
        <p:grpSpPr>
          <a:xfrm>
            <a:off x="8969150" y="4638455"/>
            <a:ext cx="344170" cy="666115"/>
            <a:chOff x="8969150" y="4638455"/>
            <a:chExt cx="344170" cy="666115"/>
          </a:xfrm>
        </p:grpSpPr>
        <p:sp>
          <p:nvSpPr>
            <p:cNvPr id="130" name="object 130" descr=""/>
            <p:cNvSpPr/>
            <p:nvPr/>
          </p:nvSpPr>
          <p:spPr>
            <a:xfrm>
              <a:off x="8985110" y="4665325"/>
              <a:ext cx="60325" cy="519430"/>
            </a:xfrm>
            <a:custGeom>
              <a:avLst/>
              <a:gdLst/>
              <a:ahLst/>
              <a:cxnLst/>
              <a:rect l="l" t="t" r="r" b="b"/>
              <a:pathLst>
                <a:path w="60325" h="519429">
                  <a:moveTo>
                    <a:pt x="50698" y="0"/>
                  </a:moveTo>
                  <a:lnTo>
                    <a:pt x="29159" y="0"/>
                  </a:lnTo>
                  <a:lnTo>
                    <a:pt x="8877" y="0"/>
                  </a:lnTo>
                  <a:lnTo>
                    <a:pt x="8877" y="212890"/>
                  </a:lnTo>
                  <a:lnTo>
                    <a:pt x="29159" y="212890"/>
                  </a:lnTo>
                  <a:lnTo>
                    <a:pt x="50698" y="212890"/>
                  </a:lnTo>
                  <a:lnTo>
                    <a:pt x="50698" y="0"/>
                  </a:lnTo>
                  <a:close/>
                </a:path>
                <a:path w="60325" h="519429">
                  <a:moveTo>
                    <a:pt x="60147" y="224828"/>
                  </a:moveTo>
                  <a:lnTo>
                    <a:pt x="44475" y="224828"/>
                  </a:lnTo>
                  <a:lnTo>
                    <a:pt x="15671" y="224828"/>
                  </a:lnTo>
                  <a:lnTo>
                    <a:pt x="0" y="224828"/>
                  </a:lnTo>
                  <a:lnTo>
                    <a:pt x="0" y="518820"/>
                  </a:lnTo>
                  <a:lnTo>
                    <a:pt x="15582" y="518820"/>
                  </a:lnTo>
                  <a:lnTo>
                    <a:pt x="44475" y="518820"/>
                  </a:lnTo>
                  <a:lnTo>
                    <a:pt x="60147" y="518820"/>
                  </a:lnTo>
                  <a:lnTo>
                    <a:pt x="60147" y="224828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 descr=""/>
            <p:cNvSpPr/>
            <p:nvPr/>
          </p:nvSpPr>
          <p:spPr>
            <a:xfrm>
              <a:off x="8985072" y="4967979"/>
              <a:ext cx="60325" cy="167640"/>
            </a:xfrm>
            <a:custGeom>
              <a:avLst/>
              <a:gdLst/>
              <a:ahLst/>
              <a:cxnLst/>
              <a:rect l="l" t="t" r="r" b="b"/>
              <a:pathLst>
                <a:path w="60325" h="167639">
                  <a:moveTo>
                    <a:pt x="60147" y="158724"/>
                  </a:moveTo>
                  <a:lnTo>
                    <a:pt x="0" y="158724"/>
                  </a:lnTo>
                  <a:lnTo>
                    <a:pt x="0" y="167373"/>
                  </a:lnTo>
                  <a:lnTo>
                    <a:pt x="60147" y="167373"/>
                  </a:lnTo>
                  <a:lnTo>
                    <a:pt x="60147" y="158724"/>
                  </a:lnTo>
                  <a:close/>
                </a:path>
                <a:path w="60325" h="167639">
                  <a:moveTo>
                    <a:pt x="60147" y="23469"/>
                  </a:moveTo>
                  <a:lnTo>
                    <a:pt x="0" y="23469"/>
                  </a:lnTo>
                  <a:lnTo>
                    <a:pt x="0" y="32118"/>
                  </a:lnTo>
                  <a:lnTo>
                    <a:pt x="60147" y="32118"/>
                  </a:lnTo>
                  <a:lnTo>
                    <a:pt x="60147" y="23469"/>
                  </a:lnTo>
                  <a:close/>
                </a:path>
                <a:path w="60325" h="167639">
                  <a:moveTo>
                    <a:pt x="60147" y="0"/>
                  </a:moveTo>
                  <a:lnTo>
                    <a:pt x="0" y="0"/>
                  </a:lnTo>
                  <a:lnTo>
                    <a:pt x="0" y="8648"/>
                  </a:lnTo>
                  <a:lnTo>
                    <a:pt x="60147" y="8648"/>
                  </a:lnTo>
                  <a:lnTo>
                    <a:pt x="60147" y="0"/>
                  </a:lnTo>
                  <a:close/>
                </a:path>
                <a:path w="60325" h="167639">
                  <a:moveTo>
                    <a:pt x="60185" y="135267"/>
                  </a:moveTo>
                  <a:lnTo>
                    <a:pt x="38" y="135267"/>
                  </a:lnTo>
                  <a:lnTo>
                    <a:pt x="38" y="143916"/>
                  </a:lnTo>
                  <a:lnTo>
                    <a:pt x="60185" y="143916"/>
                  </a:lnTo>
                  <a:lnTo>
                    <a:pt x="60185" y="135267"/>
                  </a:lnTo>
                  <a:close/>
                </a:path>
              </a:pathLst>
            </a:custGeom>
            <a:solidFill>
              <a:srgbClr val="212C61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 descr=""/>
            <p:cNvSpPr/>
            <p:nvPr/>
          </p:nvSpPr>
          <p:spPr>
            <a:xfrm>
              <a:off x="8969146" y="4638465"/>
              <a:ext cx="91440" cy="263525"/>
            </a:xfrm>
            <a:custGeom>
              <a:avLst/>
              <a:gdLst/>
              <a:ahLst/>
              <a:cxnLst/>
              <a:rect l="l" t="t" r="r" b="b"/>
              <a:pathLst>
                <a:path w="91440" h="263525">
                  <a:moveTo>
                    <a:pt x="77368" y="0"/>
                  </a:moveTo>
                  <a:lnTo>
                    <a:pt x="13868" y="0"/>
                  </a:lnTo>
                  <a:lnTo>
                    <a:pt x="13868" y="6032"/>
                  </a:lnTo>
                  <a:lnTo>
                    <a:pt x="13868" y="16637"/>
                  </a:lnTo>
                  <a:lnTo>
                    <a:pt x="24955" y="26860"/>
                  </a:lnTo>
                  <a:lnTo>
                    <a:pt x="66840" y="26860"/>
                  </a:lnTo>
                  <a:lnTo>
                    <a:pt x="77368" y="16637"/>
                  </a:lnTo>
                  <a:lnTo>
                    <a:pt x="77368" y="6032"/>
                  </a:lnTo>
                  <a:lnTo>
                    <a:pt x="77368" y="0"/>
                  </a:lnTo>
                  <a:close/>
                </a:path>
                <a:path w="91440" h="263525">
                  <a:moveTo>
                    <a:pt x="91249" y="232956"/>
                  </a:moveTo>
                  <a:lnTo>
                    <a:pt x="0" y="232956"/>
                  </a:lnTo>
                  <a:lnTo>
                    <a:pt x="0" y="239750"/>
                  </a:lnTo>
                  <a:lnTo>
                    <a:pt x="0" y="251688"/>
                  </a:lnTo>
                  <a:lnTo>
                    <a:pt x="15925" y="263220"/>
                  </a:lnTo>
                  <a:lnTo>
                    <a:pt x="76111" y="263220"/>
                  </a:lnTo>
                  <a:lnTo>
                    <a:pt x="91249" y="251688"/>
                  </a:lnTo>
                  <a:lnTo>
                    <a:pt x="91249" y="239750"/>
                  </a:lnTo>
                  <a:lnTo>
                    <a:pt x="91249" y="232956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33" name="object 133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9069895" y="5179107"/>
              <a:ext cx="243322" cy="125294"/>
            </a:xfrm>
            <a:prstGeom prst="rect">
              <a:avLst/>
            </a:prstGeom>
          </p:spPr>
        </p:pic>
      </p:grpSp>
      <p:grpSp>
        <p:nvGrpSpPr>
          <p:cNvPr id="134" name="object 134" descr=""/>
          <p:cNvGrpSpPr/>
          <p:nvPr/>
        </p:nvGrpSpPr>
        <p:grpSpPr>
          <a:xfrm>
            <a:off x="7942658" y="4858637"/>
            <a:ext cx="1447165" cy="1021080"/>
            <a:chOff x="7942658" y="4858637"/>
            <a:chExt cx="1447165" cy="1021080"/>
          </a:xfrm>
        </p:grpSpPr>
        <p:sp>
          <p:nvSpPr>
            <p:cNvPr id="135" name="object 135" descr=""/>
            <p:cNvSpPr/>
            <p:nvPr/>
          </p:nvSpPr>
          <p:spPr>
            <a:xfrm>
              <a:off x="8693175" y="5086381"/>
              <a:ext cx="417195" cy="215265"/>
            </a:xfrm>
            <a:custGeom>
              <a:avLst/>
              <a:gdLst/>
              <a:ahLst/>
              <a:cxnLst/>
              <a:rect l="l" t="t" r="r" b="b"/>
              <a:pathLst>
                <a:path w="417195" h="215264">
                  <a:moveTo>
                    <a:pt x="416864" y="214642"/>
                  </a:moveTo>
                  <a:lnTo>
                    <a:pt x="407060" y="193370"/>
                  </a:lnTo>
                  <a:lnTo>
                    <a:pt x="373329" y="146558"/>
                  </a:lnTo>
                  <a:lnTo>
                    <a:pt x="309257" y="99745"/>
                  </a:lnTo>
                  <a:lnTo>
                    <a:pt x="217995" y="80492"/>
                  </a:lnTo>
                  <a:lnTo>
                    <a:pt x="222580" y="80492"/>
                  </a:lnTo>
                  <a:lnTo>
                    <a:pt x="222580" y="70370"/>
                  </a:lnTo>
                  <a:lnTo>
                    <a:pt x="220954" y="68745"/>
                  </a:lnTo>
                  <a:lnTo>
                    <a:pt x="214477" y="68745"/>
                  </a:lnTo>
                  <a:lnTo>
                    <a:pt x="214477" y="46456"/>
                  </a:lnTo>
                  <a:lnTo>
                    <a:pt x="212852" y="44831"/>
                  </a:lnTo>
                  <a:lnTo>
                    <a:pt x="211975" y="44831"/>
                  </a:lnTo>
                  <a:lnTo>
                    <a:pt x="211975" y="23495"/>
                  </a:lnTo>
                  <a:lnTo>
                    <a:pt x="210731" y="22263"/>
                  </a:lnTo>
                  <a:lnTo>
                    <a:pt x="210731" y="1003"/>
                  </a:lnTo>
                  <a:lnTo>
                    <a:pt x="209727" y="0"/>
                  </a:lnTo>
                  <a:lnTo>
                    <a:pt x="208368" y="0"/>
                  </a:lnTo>
                  <a:lnTo>
                    <a:pt x="207137" y="0"/>
                  </a:lnTo>
                  <a:lnTo>
                    <a:pt x="206146" y="1003"/>
                  </a:lnTo>
                  <a:lnTo>
                    <a:pt x="206146" y="22263"/>
                  </a:lnTo>
                  <a:lnTo>
                    <a:pt x="204901" y="23495"/>
                  </a:lnTo>
                  <a:lnTo>
                    <a:pt x="204901" y="44831"/>
                  </a:lnTo>
                  <a:lnTo>
                    <a:pt x="204012" y="44831"/>
                  </a:lnTo>
                  <a:lnTo>
                    <a:pt x="202387" y="46456"/>
                  </a:lnTo>
                  <a:lnTo>
                    <a:pt x="202387" y="68745"/>
                  </a:lnTo>
                  <a:lnTo>
                    <a:pt x="197916" y="68745"/>
                  </a:lnTo>
                  <a:lnTo>
                    <a:pt x="195910" y="68745"/>
                  </a:lnTo>
                  <a:lnTo>
                    <a:pt x="194284" y="70370"/>
                  </a:lnTo>
                  <a:lnTo>
                    <a:pt x="194284" y="78803"/>
                  </a:lnTo>
                  <a:lnTo>
                    <a:pt x="114173" y="80594"/>
                  </a:lnTo>
                  <a:lnTo>
                    <a:pt x="61036" y="95491"/>
                  </a:lnTo>
                  <a:lnTo>
                    <a:pt x="29489" y="135915"/>
                  </a:lnTo>
                  <a:lnTo>
                    <a:pt x="0" y="214642"/>
                  </a:lnTo>
                  <a:lnTo>
                    <a:pt x="416864" y="214642"/>
                  </a:lnTo>
                  <a:close/>
                </a:path>
              </a:pathLst>
            </a:custGeom>
            <a:solidFill>
              <a:srgbClr val="303A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 descr=""/>
            <p:cNvSpPr/>
            <p:nvPr/>
          </p:nvSpPr>
          <p:spPr>
            <a:xfrm>
              <a:off x="8718964" y="5217525"/>
              <a:ext cx="255904" cy="83820"/>
            </a:xfrm>
            <a:custGeom>
              <a:avLst/>
              <a:gdLst/>
              <a:ahLst/>
              <a:cxnLst/>
              <a:rect l="l" t="t" r="r" b="b"/>
              <a:pathLst>
                <a:path w="255904" h="83820">
                  <a:moveTo>
                    <a:pt x="127807" y="0"/>
                  </a:moveTo>
                  <a:lnTo>
                    <a:pt x="70004" y="1304"/>
                  </a:lnTo>
                  <a:lnTo>
                    <a:pt x="37422" y="10438"/>
                  </a:lnTo>
                  <a:lnTo>
                    <a:pt x="18082" y="35228"/>
                  </a:lnTo>
                  <a:lnTo>
                    <a:pt x="0" y="83505"/>
                  </a:lnTo>
                  <a:lnTo>
                    <a:pt x="255615" y="83505"/>
                  </a:lnTo>
                  <a:lnTo>
                    <a:pt x="249596" y="70457"/>
                  </a:lnTo>
                  <a:lnTo>
                    <a:pt x="228915" y="41752"/>
                  </a:lnTo>
                  <a:lnTo>
                    <a:pt x="189632" y="13047"/>
                  </a:lnTo>
                  <a:lnTo>
                    <a:pt x="127807" y="0"/>
                  </a:lnTo>
                  <a:close/>
                </a:path>
              </a:pathLst>
            </a:custGeom>
            <a:solidFill>
              <a:srgbClr val="303A6C">
                <a:alpha val="369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 descr=""/>
            <p:cNvSpPr/>
            <p:nvPr/>
          </p:nvSpPr>
          <p:spPr>
            <a:xfrm>
              <a:off x="8738058" y="5301021"/>
              <a:ext cx="651510" cy="578485"/>
            </a:xfrm>
            <a:custGeom>
              <a:avLst/>
              <a:gdLst/>
              <a:ahLst/>
              <a:cxnLst/>
              <a:rect l="l" t="t" r="r" b="b"/>
              <a:pathLst>
                <a:path w="651509" h="578485">
                  <a:moveTo>
                    <a:pt x="651310" y="0"/>
                  </a:moveTo>
                  <a:lnTo>
                    <a:pt x="0" y="0"/>
                  </a:lnTo>
                  <a:lnTo>
                    <a:pt x="0" y="578024"/>
                  </a:lnTo>
                  <a:lnTo>
                    <a:pt x="651310" y="578024"/>
                  </a:lnTo>
                  <a:lnTo>
                    <a:pt x="651310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 descr=""/>
            <p:cNvSpPr/>
            <p:nvPr/>
          </p:nvSpPr>
          <p:spPr>
            <a:xfrm>
              <a:off x="9278304" y="5487148"/>
              <a:ext cx="76835" cy="392430"/>
            </a:xfrm>
            <a:custGeom>
              <a:avLst/>
              <a:gdLst/>
              <a:ahLst/>
              <a:cxnLst/>
              <a:rect l="l" t="t" r="r" b="b"/>
              <a:pathLst>
                <a:path w="76834" h="392429">
                  <a:moveTo>
                    <a:pt x="38323" y="0"/>
                  </a:moveTo>
                  <a:lnTo>
                    <a:pt x="35402" y="0"/>
                  </a:lnTo>
                  <a:lnTo>
                    <a:pt x="32533" y="230"/>
                  </a:lnTo>
                  <a:lnTo>
                    <a:pt x="0" y="27863"/>
                  </a:lnTo>
                  <a:lnTo>
                    <a:pt x="0" y="391914"/>
                  </a:lnTo>
                  <a:lnTo>
                    <a:pt x="76699" y="391914"/>
                  </a:lnTo>
                  <a:lnTo>
                    <a:pt x="76699" y="27863"/>
                  </a:lnTo>
                  <a:lnTo>
                    <a:pt x="73686" y="17020"/>
                  </a:lnTo>
                  <a:lnTo>
                    <a:pt x="65466" y="8163"/>
                  </a:lnTo>
                  <a:lnTo>
                    <a:pt x="53269" y="2190"/>
                  </a:lnTo>
                  <a:lnTo>
                    <a:pt x="38323" y="0"/>
                  </a:lnTo>
                  <a:close/>
                </a:path>
              </a:pathLst>
            </a:custGeom>
            <a:solidFill>
              <a:srgbClr val="9592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 descr=""/>
            <p:cNvSpPr/>
            <p:nvPr/>
          </p:nvSpPr>
          <p:spPr>
            <a:xfrm>
              <a:off x="9278304" y="5487860"/>
              <a:ext cx="59690" cy="391795"/>
            </a:xfrm>
            <a:custGeom>
              <a:avLst/>
              <a:gdLst/>
              <a:ahLst/>
              <a:cxnLst/>
              <a:rect l="l" t="t" r="r" b="b"/>
              <a:pathLst>
                <a:path w="59690" h="391795">
                  <a:moveTo>
                    <a:pt x="29821" y="0"/>
                  </a:moveTo>
                  <a:lnTo>
                    <a:pt x="17965" y="3557"/>
                  </a:lnTo>
                  <a:lnTo>
                    <a:pt x="8514" y="9652"/>
                  </a:lnTo>
                  <a:lnTo>
                    <a:pt x="2260" y="17709"/>
                  </a:lnTo>
                  <a:lnTo>
                    <a:pt x="0" y="27151"/>
                  </a:lnTo>
                  <a:lnTo>
                    <a:pt x="0" y="391202"/>
                  </a:lnTo>
                  <a:lnTo>
                    <a:pt x="59631" y="391202"/>
                  </a:lnTo>
                  <a:lnTo>
                    <a:pt x="59631" y="27151"/>
                  </a:lnTo>
                  <a:lnTo>
                    <a:pt x="57379" y="17713"/>
                  </a:lnTo>
                  <a:lnTo>
                    <a:pt x="51142" y="9664"/>
                  </a:lnTo>
                  <a:lnTo>
                    <a:pt x="41697" y="3570"/>
                  </a:lnTo>
                  <a:lnTo>
                    <a:pt x="29821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 descr=""/>
            <p:cNvSpPr/>
            <p:nvPr/>
          </p:nvSpPr>
          <p:spPr>
            <a:xfrm>
              <a:off x="9179689" y="5487148"/>
              <a:ext cx="76835" cy="392430"/>
            </a:xfrm>
            <a:custGeom>
              <a:avLst/>
              <a:gdLst/>
              <a:ahLst/>
              <a:cxnLst/>
              <a:rect l="l" t="t" r="r" b="b"/>
              <a:pathLst>
                <a:path w="76834" h="392429">
                  <a:moveTo>
                    <a:pt x="38323" y="0"/>
                  </a:moveTo>
                  <a:lnTo>
                    <a:pt x="35402" y="0"/>
                  </a:lnTo>
                  <a:lnTo>
                    <a:pt x="32533" y="230"/>
                  </a:lnTo>
                  <a:lnTo>
                    <a:pt x="0" y="27863"/>
                  </a:lnTo>
                  <a:lnTo>
                    <a:pt x="0" y="391914"/>
                  </a:lnTo>
                  <a:lnTo>
                    <a:pt x="76699" y="391914"/>
                  </a:lnTo>
                  <a:lnTo>
                    <a:pt x="76699" y="27863"/>
                  </a:lnTo>
                  <a:lnTo>
                    <a:pt x="73686" y="17020"/>
                  </a:lnTo>
                  <a:lnTo>
                    <a:pt x="65466" y="8163"/>
                  </a:lnTo>
                  <a:lnTo>
                    <a:pt x="53269" y="2190"/>
                  </a:lnTo>
                  <a:lnTo>
                    <a:pt x="38323" y="0"/>
                  </a:lnTo>
                  <a:close/>
                </a:path>
              </a:pathLst>
            </a:custGeom>
            <a:solidFill>
              <a:srgbClr val="9592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 descr=""/>
            <p:cNvSpPr/>
            <p:nvPr/>
          </p:nvSpPr>
          <p:spPr>
            <a:xfrm>
              <a:off x="9179689" y="5487860"/>
              <a:ext cx="59690" cy="391795"/>
            </a:xfrm>
            <a:custGeom>
              <a:avLst/>
              <a:gdLst/>
              <a:ahLst/>
              <a:cxnLst/>
              <a:rect l="l" t="t" r="r" b="b"/>
              <a:pathLst>
                <a:path w="59690" h="391795">
                  <a:moveTo>
                    <a:pt x="29821" y="0"/>
                  </a:moveTo>
                  <a:lnTo>
                    <a:pt x="17965" y="3557"/>
                  </a:lnTo>
                  <a:lnTo>
                    <a:pt x="8514" y="9652"/>
                  </a:lnTo>
                  <a:lnTo>
                    <a:pt x="2260" y="17709"/>
                  </a:lnTo>
                  <a:lnTo>
                    <a:pt x="0" y="27151"/>
                  </a:lnTo>
                  <a:lnTo>
                    <a:pt x="0" y="391202"/>
                  </a:lnTo>
                  <a:lnTo>
                    <a:pt x="59631" y="391202"/>
                  </a:lnTo>
                  <a:lnTo>
                    <a:pt x="59631" y="27151"/>
                  </a:lnTo>
                  <a:lnTo>
                    <a:pt x="57379" y="17713"/>
                  </a:lnTo>
                  <a:lnTo>
                    <a:pt x="51142" y="9664"/>
                  </a:lnTo>
                  <a:lnTo>
                    <a:pt x="41697" y="3570"/>
                  </a:lnTo>
                  <a:lnTo>
                    <a:pt x="29821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 descr=""/>
            <p:cNvSpPr/>
            <p:nvPr/>
          </p:nvSpPr>
          <p:spPr>
            <a:xfrm>
              <a:off x="9081083" y="5487148"/>
              <a:ext cx="76835" cy="392430"/>
            </a:xfrm>
            <a:custGeom>
              <a:avLst/>
              <a:gdLst/>
              <a:ahLst/>
              <a:cxnLst/>
              <a:rect l="l" t="t" r="r" b="b"/>
              <a:pathLst>
                <a:path w="76834" h="392429">
                  <a:moveTo>
                    <a:pt x="38312" y="0"/>
                  </a:moveTo>
                  <a:lnTo>
                    <a:pt x="35391" y="0"/>
                  </a:lnTo>
                  <a:lnTo>
                    <a:pt x="32522" y="230"/>
                  </a:lnTo>
                  <a:lnTo>
                    <a:pt x="0" y="27863"/>
                  </a:lnTo>
                  <a:lnTo>
                    <a:pt x="0" y="391914"/>
                  </a:lnTo>
                  <a:lnTo>
                    <a:pt x="76688" y="391914"/>
                  </a:lnTo>
                  <a:lnTo>
                    <a:pt x="76688" y="27863"/>
                  </a:lnTo>
                  <a:lnTo>
                    <a:pt x="73675" y="17020"/>
                  </a:lnTo>
                  <a:lnTo>
                    <a:pt x="65456" y="8163"/>
                  </a:lnTo>
                  <a:lnTo>
                    <a:pt x="53258" y="2190"/>
                  </a:lnTo>
                  <a:lnTo>
                    <a:pt x="38312" y="0"/>
                  </a:lnTo>
                  <a:close/>
                </a:path>
              </a:pathLst>
            </a:custGeom>
            <a:solidFill>
              <a:srgbClr val="9592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 descr=""/>
            <p:cNvSpPr/>
            <p:nvPr/>
          </p:nvSpPr>
          <p:spPr>
            <a:xfrm>
              <a:off x="9081083" y="5487860"/>
              <a:ext cx="59690" cy="391795"/>
            </a:xfrm>
            <a:custGeom>
              <a:avLst/>
              <a:gdLst/>
              <a:ahLst/>
              <a:cxnLst/>
              <a:rect l="l" t="t" r="r" b="b"/>
              <a:pathLst>
                <a:path w="59690" h="391795">
                  <a:moveTo>
                    <a:pt x="29810" y="0"/>
                  </a:moveTo>
                  <a:lnTo>
                    <a:pt x="17956" y="3557"/>
                  </a:lnTo>
                  <a:lnTo>
                    <a:pt x="8508" y="9652"/>
                  </a:lnTo>
                  <a:lnTo>
                    <a:pt x="2259" y="17709"/>
                  </a:lnTo>
                  <a:lnTo>
                    <a:pt x="0" y="27151"/>
                  </a:lnTo>
                  <a:lnTo>
                    <a:pt x="0" y="391202"/>
                  </a:lnTo>
                  <a:lnTo>
                    <a:pt x="59621" y="391202"/>
                  </a:lnTo>
                  <a:lnTo>
                    <a:pt x="59621" y="27151"/>
                  </a:lnTo>
                  <a:lnTo>
                    <a:pt x="57369" y="17713"/>
                  </a:lnTo>
                  <a:lnTo>
                    <a:pt x="51131" y="9664"/>
                  </a:lnTo>
                  <a:lnTo>
                    <a:pt x="41686" y="3570"/>
                  </a:lnTo>
                  <a:lnTo>
                    <a:pt x="29810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 descr=""/>
            <p:cNvSpPr/>
            <p:nvPr/>
          </p:nvSpPr>
          <p:spPr>
            <a:xfrm>
              <a:off x="8982466" y="5487148"/>
              <a:ext cx="76835" cy="392430"/>
            </a:xfrm>
            <a:custGeom>
              <a:avLst/>
              <a:gdLst/>
              <a:ahLst/>
              <a:cxnLst/>
              <a:rect l="l" t="t" r="r" b="b"/>
              <a:pathLst>
                <a:path w="76834" h="392429">
                  <a:moveTo>
                    <a:pt x="38312" y="0"/>
                  </a:moveTo>
                  <a:lnTo>
                    <a:pt x="35391" y="0"/>
                  </a:lnTo>
                  <a:lnTo>
                    <a:pt x="32522" y="230"/>
                  </a:lnTo>
                  <a:lnTo>
                    <a:pt x="0" y="27863"/>
                  </a:lnTo>
                  <a:lnTo>
                    <a:pt x="0" y="391914"/>
                  </a:lnTo>
                  <a:lnTo>
                    <a:pt x="76688" y="391914"/>
                  </a:lnTo>
                  <a:lnTo>
                    <a:pt x="76688" y="27863"/>
                  </a:lnTo>
                  <a:lnTo>
                    <a:pt x="73675" y="17020"/>
                  </a:lnTo>
                  <a:lnTo>
                    <a:pt x="65456" y="8163"/>
                  </a:lnTo>
                  <a:lnTo>
                    <a:pt x="53258" y="2190"/>
                  </a:lnTo>
                  <a:lnTo>
                    <a:pt x="38312" y="0"/>
                  </a:lnTo>
                  <a:close/>
                </a:path>
              </a:pathLst>
            </a:custGeom>
            <a:solidFill>
              <a:srgbClr val="9592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 descr=""/>
            <p:cNvSpPr/>
            <p:nvPr/>
          </p:nvSpPr>
          <p:spPr>
            <a:xfrm>
              <a:off x="8982466" y="5487860"/>
              <a:ext cx="59690" cy="391795"/>
            </a:xfrm>
            <a:custGeom>
              <a:avLst/>
              <a:gdLst/>
              <a:ahLst/>
              <a:cxnLst/>
              <a:rect l="l" t="t" r="r" b="b"/>
              <a:pathLst>
                <a:path w="59690" h="391795">
                  <a:moveTo>
                    <a:pt x="29810" y="0"/>
                  </a:moveTo>
                  <a:lnTo>
                    <a:pt x="17956" y="3557"/>
                  </a:lnTo>
                  <a:lnTo>
                    <a:pt x="8508" y="9652"/>
                  </a:lnTo>
                  <a:lnTo>
                    <a:pt x="2259" y="17709"/>
                  </a:lnTo>
                  <a:lnTo>
                    <a:pt x="0" y="27151"/>
                  </a:lnTo>
                  <a:lnTo>
                    <a:pt x="0" y="391202"/>
                  </a:lnTo>
                  <a:lnTo>
                    <a:pt x="59621" y="391202"/>
                  </a:lnTo>
                  <a:lnTo>
                    <a:pt x="59621" y="27151"/>
                  </a:lnTo>
                  <a:lnTo>
                    <a:pt x="57369" y="17713"/>
                  </a:lnTo>
                  <a:lnTo>
                    <a:pt x="51131" y="9664"/>
                  </a:lnTo>
                  <a:lnTo>
                    <a:pt x="41686" y="3570"/>
                  </a:lnTo>
                  <a:lnTo>
                    <a:pt x="29810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 descr=""/>
            <p:cNvSpPr/>
            <p:nvPr/>
          </p:nvSpPr>
          <p:spPr>
            <a:xfrm>
              <a:off x="8883850" y="5487148"/>
              <a:ext cx="76835" cy="392430"/>
            </a:xfrm>
            <a:custGeom>
              <a:avLst/>
              <a:gdLst/>
              <a:ahLst/>
              <a:cxnLst/>
              <a:rect l="l" t="t" r="r" b="b"/>
              <a:pathLst>
                <a:path w="76834" h="392429">
                  <a:moveTo>
                    <a:pt x="38312" y="0"/>
                  </a:moveTo>
                  <a:lnTo>
                    <a:pt x="35391" y="0"/>
                  </a:lnTo>
                  <a:lnTo>
                    <a:pt x="32522" y="230"/>
                  </a:lnTo>
                  <a:lnTo>
                    <a:pt x="0" y="27863"/>
                  </a:lnTo>
                  <a:lnTo>
                    <a:pt x="0" y="391914"/>
                  </a:lnTo>
                  <a:lnTo>
                    <a:pt x="76688" y="391914"/>
                  </a:lnTo>
                  <a:lnTo>
                    <a:pt x="76688" y="27863"/>
                  </a:lnTo>
                  <a:lnTo>
                    <a:pt x="73675" y="17020"/>
                  </a:lnTo>
                  <a:lnTo>
                    <a:pt x="65456" y="8163"/>
                  </a:lnTo>
                  <a:lnTo>
                    <a:pt x="53258" y="2190"/>
                  </a:lnTo>
                  <a:lnTo>
                    <a:pt x="38312" y="0"/>
                  </a:lnTo>
                  <a:close/>
                </a:path>
              </a:pathLst>
            </a:custGeom>
            <a:solidFill>
              <a:srgbClr val="9592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 descr=""/>
            <p:cNvSpPr/>
            <p:nvPr/>
          </p:nvSpPr>
          <p:spPr>
            <a:xfrm>
              <a:off x="8883850" y="5487860"/>
              <a:ext cx="59690" cy="391795"/>
            </a:xfrm>
            <a:custGeom>
              <a:avLst/>
              <a:gdLst/>
              <a:ahLst/>
              <a:cxnLst/>
              <a:rect l="l" t="t" r="r" b="b"/>
              <a:pathLst>
                <a:path w="59690" h="391795">
                  <a:moveTo>
                    <a:pt x="29810" y="0"/>
                  </a:moveTo>
                  <a:lnTo>
                    <a:pt x="17956" y="3557"/>
                  </a:lnTo>
                  <a:lnTo>
                    <a:pt x="8508" y="9652"/>
                  </a:lnTo>
                  <a:lnTo>
                    <a:pt x="2259" y="17709"/>
                  </a:lnTo>
                  <a:lnTo>
                    <a:pt x="0" y="27151"/>
                  </a:lnTo>
                  <a:lnTo>
                    <a:pt x="0" y="391202"/>
                  </a:lnTo>
                  <a:lnTo>
                    <a:pt x="59621" y="391202"/>
                  </a:lnTo>
                  <a:lnTo>
                    <a:pt x="59621" y="27151"/>
                  </a:lnTo>
                  <a:lnTo>
                    <a:pt x="57369" y="17713"/>
                  </a:lnTo>
                  <a:lnTo>
                    <a:pt x="51131" y="9664"/>
                  </a:lnTo>
                  <a:lnTo>
                    <a:pt x="41686" y="3570"/>
                  </a:lnTo>
                  <a:lnTo>
                    <a:pt x="29810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 descr=""/>
            <p:cNvSpPr/>
            <p:nvPr/>
          </p:nvSpPr>
          <p:spPr>
            <a:xfrm>
              <a:off x="8785235" y="5487148"/>
              <a:ext cx="76835" cy="392430"/>
            </a:xfrm>
            <a:custGeom>
              <a:avLst/>
              <a:gdLst/>
              <a:ahLst/>
              <a:cxnLst/>
              <a:rect l="l" t="t" r="r" b="b"/>
              <a:pathLst>
                <a:path w="76834" h="392429">
                  <a:moveTo>
                    <a:pt x="38312" y="0"/>
                  </a:moveTo>
                  <a:lnTo>
                    <a:pt x="35391" y="0"/>
                  </a:lnTo>
                  <a:lnTo>
                    <a:pt x="32522" y="230"/>
                  </a:lnTo>
                  <a:lnTo>
                    <a:pt x="0" y="27863"/>
                  </a:lnTo>
                  <a:lnTo>
                    <a:pt x="0" y="391914"/>
                  </a:lnTo>
                  <a:lnTo>
                    <a:pt x="76688" y="391914"/>
                  </a:lnTo>
                  <a:lnTo>
                    <a:pt x="76688" y="27863"/>
                  </a:lnTo>
                  <a:lnTo>
                    <a:pt x="73675" y="17020"/>
                  </a:lnTo>
                  <a:lnTo>
                    <a:pt x="65456" y="8163"/>
                  </a:lnTo>
                  <a:lnTo>
                    <a:pt x="53258" y="2190"/>
                  </a:lnTo>
                  <a:lnTo>
                    <a:pt x="38312" y="0"/>
                  </a:lnTo>
                  <a:close/>
                </a:path>
              </a:pathLst>
            </a:custGeom>
            <a:solidFill>
              <a:srgbClr val="9592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 descr=""/>
            <p:cNvSpPr/>
            <p:nvPr/>
          </p:nvSpPr>
          <p:spPr>
            <a:xfrm>
              <a:off x="8785225" y="5392870"/>
              <a:ext cx="539750" cy="486409"/>
            </a:xfrm>
            <a:custGeom>
              <a:avLst/>
              <a:gdLst/>
              <a:ahLst/>
              <a:cxnLst/>
              <a:rect l="l" t="t" r="r" b="b"/>
              <a:pathLst>
                <a:path w="539750" h="486410">
                  <a:moveTo>
                    <a:pt x="46342" y="0"/>
                  </a:moveTo>
                  <a:lnTo>
                    <a:pt x="26390" y="0"/>
                  </a:lnTo>
                  <a:lnTo>
                    <a:pt x="26390" y="57505"/>
                  </a:lnTo>
                  <a:lnTo>
                    <a:pt x="46342" y="57505"/>
                  </a:lnTo>
                  <a:lnTo>
                    <a:pt x="46342" y="0"/>
                  </a:lnTo>
                  <a:close/>
                </a:path>
                <a:path w="539750" h="486410">
                  <a:moveTo>
                    <a:pt x="59626" y="122148"/>
                  </a:moveTo>
                  <a:lnTo>
                    <a:pt x="57378" y="112712"/>
                  </a:lnTo>
                  <a:lnTo>
                    <a:pt x="51130" y="104660"/>
                  </a:lnTo>
                  <a:lnTo>
                    <a:pt x="41694" y="98564"/>
                  </a:lnTo>
                  <a:lnTo>
                    <a:pt x="29819" y="94996"/>
                  </a:lnTo>
                  <a:lnTo>
                    <a:pt x="17957" y="98552"/>
                  </a:lnTo>
                  <a:lnTo>
                    <a:pt x="8509" y="104648"/>
                  </a:lnTo>
                  <a:lnTo>
                    <a:pt x="2260" y="112699"/>
                  </a:lnTo>
                  <a:lnTo>
                    <a:pt x="0" y="122148"/>
                  </a:lnTo>
                  <a:lnTo>
                    <a:pt x="0" y="486194"/>
                  </a:lnTo>
                  <a:lnTo>
                    <a:pt x="59626" y="486194"/>
                  </a:lnTo>
                  <a:lnTo>
                    <a:pt x="59626" y="122148"/>
                  </a:lnTo>
                  <a:close/>
                </a:path>
                <a:path w="539750" h="486410">
                  <a:moveTo>
                    <a:pt x="144957" y="0"/>
                  </a:moveTo>
                  <a:lnTo>
                    <a:pt x="111912" y="0"/>
                  </a:lnTo>
                  <a:lnTo>
                    <a:pt x="111912" y="57505"/>
                  </a:lnTo>
                  <a:lnTo>
                    <a:pt x="144957" y="57505"/>
                  </a:lnTo>
                  <a:lnTo>
                    <a:pt x="144957" y="0"/>
                  </a:lnTo>
                  <a:close/>
                </a:path>
                <a:path w="539750" h="486410">
                  <a:moveTo>
                    <a:pt x="243573" y="0"/>
                  </a:moveTo>
                  <a:lnTo>
                    <a:pt x="210527" y="0"/>
                  </a:lnTo>
                  <a:lnTo>
                    <a:pt x="210527" y="57505"/>
                  </a:lnTo>
                  <a:lnTo>
                    <a:pt x="243573" y="57505"/>
                  </a:lnTo>
                  <a:lnTo>
                    <a:pt x="243573" y="0"/>
                  </a:lnTo>
                  <a:close/>
                </a:path>
                <a:path w="539750" h="486410">
                  <a:moveTo>
                    <a:pt x="342188" y="0"/>
                  </a:moveTo>
                  <a:lnTo>
                    <a:pt x="309143" y="0"/>
                  </a:lnTo>
                  <a:lnTo>
                    <a:pt x="309143" y="57505"/>
                  </a:lnTo>
                  <a:lnTo>
                    <a:pt x="342188" y="57505"/>
                  </a:lnTo>
                  <a:lnTo>
                    <a:pt x="342188" y="0"/>
                  </a:lnTo>
                  <a:close/>
                </a:path>
                <a:path w="539750" h="486410">
                  <a:moveTo>
                    <a:pt x="440804" y="0"/>
                  </a:moveTo>
                  <a:lnTo>
                    <a:pt x="407758" y="0"/>
                  </a:lnTo>
                  <a:lnTo>
                    <a:pt x="407758" y="57505"/>
                  </a:lnTo>
                  <a:lnTo>
                    <a:pt x="440804" y="57505"/>
                  </a:lnTo>
                  <a:lnTo>
                    <a:pt x="440804" y="0"/>
                  </a:lnTo>
                  <a:close/>
                </a:path>
                <a:path w="539750" h="486410">
                  <a:moveTo>
                    <a:pt x="539419" y="0"/>
                  </a:moveTo>
                  <a:lnTo>
                    <a:pt x="506374" y="0"/>
                  </a:lnTo>
                  <a:lnTo>
                    <a:pt x="506374" y="57505"/>
                  </a:lnTo>
                  <a:lnTo>
                    <a:pt x="539419" y="57505"/>
                  </a:lnTo>
                  <a:lnTo>
                    <a:pt x="539419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 descr=""/>
            <p:cNvSpPr/>
            <p:nvPr/>
          </p:nvSpPr>
          <p:spPr>
            <a:xfrm>
              <a:off x="8811626" y="5301021"/>
              <a:ext cx="577850" cy="13970"/>
            </a:xfrm>
            <a:custGeom>
              <a:avLst/>
              <a:gdLst/>
              <a:ahLst/>
              <a:cxnLst/>
              <a:rect l="l" t="t" r="r" b="b"/>
              <a:pathLst>
                <a:path w="577850" h="13970">
                  <a:moveTo>
                    <a:pt x="0" y="13894"/>
                  </a:moveTo>
                  <a:lnTo>
                    <a:pt x="577741" y="13894"/>
                  </a:lnTo>
                  <a:lnTo>
                    <a:pt x="577741" y="0"/>
                  </a:lnTo>
                  <a:lnTo>
                    <a:pt x="0" y="0"/>
                  </a:lnTo>
                  <a:lnTo>
                    <a:pt x="0" y="13894"/>
                  </a:lnTo>
                  <a:close/>
                </a:path>
              </a:pathLst>
            </a:custGeom>
            <a:solidFill>
              <a:srgbClr val="9592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 descr=""/>
            <p:cNvSpPr/>
            <p:nvPr/>
          </p:nvSpPr>
          <p:spPr>
            <a:xfrm>
              <a:off x="7942658" y="4936132"/>
              <a:ext cx="869315" cy="942975"/>
            </a:xfrm>
            <a:custGeom>
              <a:avLst/>
              <a:gdLst/>
              <a:ahLst/>
              <a:cxnLst/>
              <a:rect l="l" t="t" r="r" b="b"/>
              <a:pathLst>
                <a:path w="869315" h="942975">
                  <a:moveTo>
                    <a:pt x="0" y="942934"/>
                  </a:moveTo>
                  <a:lnTo>
                    <a:pt x="868968" y="942934"/>
                  </a:lnTo>
                  <a:lnTo>
                    <a:pt x="868968" y="0"/>
                  </a:lnTo>
                  <a:lnTo>
                    <a:pt x="0" y="0"/>
                  </a:lnTo>
                  <a:lnTo>
                    <a:pt x="0" y="942934"/>
                  </a:lnTo>
                  <a:close/>
                </a:path>
              </a:pathLst>
            </a:custGeom>
            <a:solidFill>
              <a:srgbClr val="F2E1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 descr=""/>
            <p:cNvSpPr/>
            <p:nvPr/>
          </p:nvSpPr>
          <p:spPr>
            <a:xfrm>
              <a:off x="8076251" y="5124500"/>
              <a:ext cx="167005" cy="755015"/>
            </a:xfrm>
            <a:custGeom>
              <a:avLst/>
              <a:gdLst/>
              <a:ahLst/>
              <a:cxnLst/>
              <a:rect l="l" t="t" r="r" b="b"/>
              <a:pathLst>
                <a:path w="167004" h="755014">
                  <a:moveTo>
                    <a:pt x="83452" y="0"/>
                  </a:moveTo>
                  <a:lnTo>
                    <a:pt x="47066" y="22480"/>
                  </a:lnTo>
                  <a:lnTo>
                    <a:pt x="15559" y="54427"/>
                  </a:lnTo>
                  <a:lnTo>
                    <a:pt x="701" y="97651"/>
                  </a:lnTo>
                  <a:lnTo>
                    <a:pt x="1549" y="115154"/>
                  </a:lnTo>
                  <a:lnTo>
                    <a:pt x="4003" y="134618"/>
                  </a:lnTo>
                  <a:lnTo>
                    <a:pt x="7932" y="153266"/>
                  </a:lnTo>
                  <a:lnTo>
                    <a:pt x="13203" y="168319"/>
                  </a:lnTo>
                  <a:lnTo>
                    <a:pt x="7761" y="173954"/>
                  </a:lnTo>
                  <a:lnTo>
                    <a:pt x="3598" y="180631"/>
                  </a:lnTo>
                  <a:lnTo>
                    <a:pt x="936" y="188178"/>
                  </a:lnTo>
                  <a:lnTo>
                    <a:pt x="0" y="196423"/>
                  </a:lnTo>
                  <a:lnTo>
                    <a:pt x="0" y="754657"/>
                  </a:lnTo>
                  <a:lnTo>
                    <a:pt x="166905" y="754657"/>
                  </a:lnTo>
                  <a:lnTo>
                    <a:pt x="166905" y="196423"/>
                  </a:lnTo>
                  <a:lnTo>
                    <a:pt x="165969" y="188178"/>
                  </a:lnTo>
                  <a:lnTo>
                    <a:pt x="163307" y="180631"/>
                  </a:lnTo>
                  <a:lnTo>
                    <a:pt x="159144" y="173954"/>
                  </a:lnTo>
                  <a:lnTo>
                    <a:pt x="153702" y="168319"/>
                  </a:lnTo>
                  <a:lnTo>
                    <a:pt x="158973" y="153266"/>
                  </a:lnTo>
                  <a:lnTo>
                    <a:pt x="162902" y="134618"/>
                  </a:lnTo>
                  <a:lnTo>
                    <a:pt x="165356" y="115154"/>
                  </a:lnTo>
                  <a:lnTo>
                    <a:pt x="166204" y="97651"/>
                  </a:lnTo>
                  <a:lnTo>
                    <a:pt x="164911" y="62694"/>
                  </a:lnTo>
                  <a:lnTo>
                    <a:pt x="155860" y="40870"/>
                  </a:lnTo>
                  <a:lnTo>
                    <a:pt x="131293" y="23023"/>
                  </a:lnTo>
                  <a:lnTo>
                    <a:pt x="83452" y="0"/>
                  </a:lnTo>
                  <a:close/>
                </a:path>
              </a:pathLst>
            </a:custGeom>
            <a:solidFill>
              <a:srgbClr val="303A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 descr=""/>
            <p:cNvSpPr/>
            <p:nvPr/>
          </p:nvSpPr>
          <p:spPr>
            <a:xfrm>
              <a:off x="8076251" y="5146981"/>
              <a:ext cx="94615" cy="732790"/>
            </a:xfrm>
            <a:custGeom>
              <a:avLst/>
              <a:gdLst/>
              <a:ahLst/>
              <a:cxnLst/>
              <a:rect l="l" t="t" r="r" b="b"/>
              <a:pathLst>
                <a:path w="94615" h="732789">
                  <a:moveTo>
                    <a:pt x="47066" y="0"/>
                  </a:moveTo>
                  <a:lnTo>
                    <a:pt x="30457" y="14451"/>
                  </a:lnTo>
                  <a:lnTo>
                    <a:pt x="15559" y="31946"/>
                  </a:lnTo>
                  <a:lnTo>
                    <a:pt x="4824" y="52260"/>
                  </a:lnTo>
                  <a:lnTo>
                    <a:pt x="701" y="75170"/>
                  </a:lnTo>
                  <a:lnTo>
                    <a:pt x="1549" y="92673"/>
                  </a:lnTo>
                  <a:lnTo>
                    <a:pt x="4003" y="112137"/>
                  </a:lnTo>
                  <a:lnTo>
                    <a:pt x="7932" y="130785"/>
                  </a:lnTo>
                  <a:lnTo>
                    <a:pt x="13203" y="145838"/>
                  </a:lnTo>
                  <a:lnTo>
                    <a:pt x="7761" y="151473"/>
                  </a:lnTo>
                  <a:lnTo>
                    <a:pt x="3598" y="158150"/>
                  </a:lnTo>
                  <a:lnTo>
                    <a:pt x="936" y="165697"/>
                  </a:lnTo>
                  <a:lnTo>
                    <a:pt x="0" y="173942"/>
                  </a:lnTo>
                  <a:lnTo>
                    <a:pt x="0" y="732176"/>
                  </a:lnTo>
                  <a:lnTo>
                    <a:pt x="94415" y="732176"/>
                  </a:lnTo>
                  <a:lnTo>
                    <a:pt x="94415" y="173942"/>
                  </a:lnTo>
                  <a:lnTo>
                    <a:pt x="93475" y="165697"/>
                  </a:lnTo>
                  <a:lnTo>
                    <a:pt x="90795" y="158150"/>
                  </a:lnTo>
                  <a:lnTo>
                    <a:pt x="86588" y="151473"/>
                  </a:lnTo>
                  <a:lnTo>
                    <a:pt x="81065" y="145838"/>
                  </a:lnTo>
                  <a:lnTo>
                    <a:pt x="86421" y="130785"/>
                  </a:lnTo>
                  <a:lnTo>
                    <a:pt x="90393" y="112137"/>
                  </a:lnTo>
                  <a:lnTo>
                    <a:pt x="92864" y="92673"/>
                  </a:lnTo>
                  <a:lnTo>
                    <a:pt x="93714" y="75170"/>
                  </a:lnTo>
                  <a:lnTo>
                    <a:pt x="89566" y="52241"/>
                  </a:lnTo>
                  <a:lnTo>
                    <a:pt x="78765" y="31895"/>
                  </a:lnTo>
                  <a:lnTo>
                    <a:pt x="63777" y="14394"/>
                  </a:lnTo>
                  <a:lnTo>
                    <a:pt x="47066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 descr=""/>
            <p:cNvSpPr/>
            <p:nvPr/>
          </p:nvSpPr>
          <p:spPr>
            <a:xfrm>
              <a:off x="8291434" y="5124500"/>
              <a:ext cx="167005" cy="755015"/>
            </a:xfrm>
            <a:custGeom>
              <a:avLst/>
              <a:gdLst/>
              <a:ahLst/>
              <a:cxnLst/>
              <a:rect l="l" t="t" r="r" b="b"/>
              <a:pathLst>
                <a:path w="167004" h="755014">
                  <a:moveTo>
                    <a:pt x="83452" y="0"/>
                  </a:moveTo>
                  <a:lnTo>
                    <a:pt x="47066" y="22480"/>
                  </a:lnTo>
                  <a:lnTo>
                    <a:pt x="15559" y="54427"/>
                  </a:lnTo>
                  <a:lnTo>
                    <a:pt x="701" y="97651"/>
                  </a:lnTo>
                  <a:lnTo>
                    <a:pt x="1549" y="115154"/>
                  </a:lnTo>
                  <a:lnTo>
                    <a:pt x="4003" y="134618"/>
                  </a:lnTo>
                  <a:lnTo>
                    <a:pt x="7932" y="153266"/>
                  </a:lnTo>
                  <a:lnTo>
                    <a:pt x="13203" y="168319"/>
                  </a:lnTo>
                  <a:lnTo>
                    <a:pt x="7761" y="173954"/>
                  </a:lnTo>
                  <a:lnTo>
                    <a:pt x="3598" y="180631"/>
                  </a:lnTo>
                  <a:lnTo>
                    <a:pt x="936" y="188178"/>
                  </a:lnTo>
                  <a:lnTo>
                    <a:pt x="0" y="196423"/>
                  </a:lnTo>
                  <a:lnTo>
                    <a:pt x="0" y="754657"/>
                  </a:lnTo>
                  <a:lnTo>
                    <a:pt x="166905" y="754657"/>
                  </a:lnTo>
                  <a:lnTo>
                    <a:pt x="166905" y="196423"/>
                  </a:lnTo>
                  <a:lnTo>
                    <a:pt x="165969" y="188178"/>
                  </a:lnTo>
                  <a:lnTo>
                    <a:pt x="163307" y="180631"/>
                  </a:lnTo>
                  <a:lnTo>
                    <a:pt x="159144" y="173954"/>
                  </a:lnTo>
                  <a:lnTo>
                    <a:pt x="153702" y="168319"/>
                  </a:lnTo>
                  <a:lnTo>
                    <a:pt x="158973" y="153266"/>
                  </a:lnTo>
                  <a:lnTo>
                    <a:pt x="162902" y="134618"/>
                  </a:lnTo>
                  <a:lnTo>
                    <a:pt x="165356" y="115154"/>
                  </a:lnTo>
                  <a:lnTo>
                    <a:pt x="166204" y="97651"/>
                  </a:lnTo>
                  <a:lnTo>
                    <a:pt x="164911" y="62694"/>
                  </a:lnTo>
                  <a:lnTo>
                    <a:pt x="155860" y="40870"/>
                  </a:lnTo>
                  <a:lnTo>
                    <a:pt x="131293" y="23023"/>
                  </a:lnTo>
                  <a:lnTo>
                    <a:pt x="83452" y="0"/>
                  </a:lnTo>
                  <a:close/>
                </a:path>
              </a:pathLst>
            </a:custGeom>
            <a:solidFill>
              <a:srgbClr val="303A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 descr=""/>
            <p:cNvSpPr/>
            <p:nvPr/>
          </p:nvSpPr>
          <p:spPr>
            <a:xfrm>
              <a:off x="8291434" y="5146981"/>
              <a:ext cx="94615" cy="732790"/>
            </a:xfrm>
            <a:custGeom>
              <a:avLst/>
              <a:gdLst/>
              <a:ahLst/>
              <a:cxnLst/>
              <a:rect l="l" t="t" r="r" b="b"/>
              <a:pathLst>
                <a:path w="94615" h="732789">
                  <a:moveTo>
                    <a:pt x="47066" y="0"/>
                  </a:moveTo>
                  <a:lnTo>
                    <a:pt x="30457" y="14451"/>
                  </a:lnTo>
                  <a:lnTo>
                    <a:pt x="15559" y="31946"/>
                  </a:lnTo>
                  <a:lnTo>
                    <a:pt x="4824" y="52260"/>
                  </a:lnTo>
                  <a:lnTo>
                    <a:pt x="701" y="75170"/>
                  </a:lnTo>
                  <a:lnTo>
                    <a:pt x="1549" y="92673"/>
                  </a:lnTo>
                  <a:lnTo>
                    <a:pt x="4003" y="112137"/>
                  </a:lnTo>
                  <a:lnTo>
                    <a:pt x="7932" y="130785"/>
                  </a:lnTo>
                  <a:lnTo>
                    <a:pt x="13203" y="145838"/>
                  </a:lnTo>
                  <a:lnTo>
                    <a:pt x="7761" y="151473"/>
                  </a:lnTo>
                  <a:lnTo>
                    <a:pt x="3598" y="158150"/>
                  </a:lnTo>
                  <a:lnTo>
                    <a:pt x="936" y="165697"/>
                  </a:lnTo>
                  <a:lnTo>
                    <a:pt x="0" y="173942"/>
                  </a:lnTo>
                  <a:lnTo>
                    <a:pt x="0" y="732176"/>
                  </a:lnTo>
                  <a:lnTo>
                    <a:pt x="94415" y="732176"/>
                  </a:lnTo>
                  <a:lnTo>
                    <a:pt x="94415" y="173942"/>
                  </a:lnTo>
                  <a:lnTo>
                    <a:pt x="93475" y="165697"/>
                  </a:lnTo>
                  <a:lnTo>
                    <a:pt x="90795" y="158150"/>
                  </a:lnTo>
                  <a:lnTo>
                    <a:pt x="86588" y="151473"/>
                  </a:lnTo>
                  <a:lnTo>
                    <a:pt x="81065" y="145838"/>
                  </a:lnTo>
                  <a:lnTo>
                    <a:pt x="86419" y="130785"/>
                  </a:lnTo>
                  <a:lnTo>
                    <a:pt x="90388" y="112137"/>
                  </a:lnTo>
                  <a:lnTo>
                    <a:pt x="92855" y="92673"/>
                  </a:lnTo>
                  <a:lnTo>
                    <a:pt x="93703" y="75170"/>
                  </a:lnTo>
                  <a:lnTo>
                    <a:pt x="89557" y="52241"/>
                  </a:lnTo>
                  <a:lnTo>
                    <a:pt x="78760" y="31895"/>
                  </a:lnTo>
                  <a:lnTo>
                    <a:pt x="63776" y="14394"/>
                  </a:lnTo>
                  <a:lnTo>
                    <a:pt x="47066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 descr=""/>
            <p:cNvSpPr/>
            <p:nvPr/>
          </p:nvSpPr>
          <p:spPr>
            <a:xfrm>
              <a:off x="8506617" y="5124500"/>
              <a:ext cx="167005" cy="755015"/>
            </a:xfrm>
            <a:custGeom>
              <a:avLst/>
              <a:gdLst/>
              <a:ahLst/>
              <a:cxnLst/>
              <a:rect l="l" t="t" r="r" b="b"/>
              <a:pathLst>
                <a:path w="167004" h="755014">
                  <a:moveTo>
                    <a:pt x="83452" y="0"/>
                  </a:moveTo>
                  <a:lnTo>
                    <a:pt x="47066" y="22480"/>
                  </a:lnTo>
                  <a:lnTo>
                    <a:pt x="15559" y="54427"/>
                  </a:lnTo>
                  <a:lnTo>
                    <a:pt x="701" y="97651"/>
                  </a:lnTo>
                  <a:lnTo>
                    <a:pt x="1549" y="115154"/>
                  </a:lnTo>
                  <a:lnTo>
                    <a:pt x="4003" y="134618"/>
                  </a:lnTo>
                  <a:lnTo>
                    <a:pt x="7932" y="153266"/>
                  </a:lnTo>
                  <a:lnTo>
                    <a:pt x="13203" y="168319"/>
                  </a:lnTo>
                  <a:lnTo>
                    <a:pt x="7761" y="173954"/>
                  </a:lnTo>
                  <a:lnTo>
                    <a:pt x="3598" y="180631"/>
                  </a:lnTo>
                  <a:lnTo>
                    <a:pt x="936" y="188178"/>
                  </a:lnTo>
                  <a:lnTo>
                    <a:pt x="0" y="196423"/>
                  </a:lnTo>
                  <a:lnTo>
                    <a:pt x="0" y="754657"/>
                  </a:lnTo>
                  <a:lnTo>
                    <a:pt x="166905" y="754657"/>
                  </a:lnTo>
                  <a:lnTo>
                    <a:pt x="166905" y="196423"/>
                  </a:lnTo>
                  <a:lnTo>
                    <a:pt x="165969" y="188178"/>
                  </a:lnTo>
                  <a:lnTo>
                    <a:pt x="163307" y="180631"/>
                  </a:lnTo>
                  <a:lnTo>
                    <a:pt x="159144" y="173954"/>
                  </a:lnTo>
                  <a:lnTo>
                    <a:pt x="153702" y="168319"/>
                  </a:lnTo>
                  <a:lnTo>
                    <a:pt x="158973" y="153266"/>
                  </a:lnTo>
                  <a:lnTo>
                    <a:pt x="162902" y="134618"/>
                  </a:lnTo>
                  <a:lnTo>
                    <a:pt x="165356" y="115154"/>
                  </a:lnTo>
                  <a:lnTo>
                    <a:pt x="166204" y="97651"/>
                  </a:lnTo>
                  <a:lnTo>
                    <a:pt x="164911" y="62694"/>
                  </a:lnTo>
                  <a:lnTo>
                    <a:pt x="155860" y="40870"/>
                  </a:lnTo>
                  <a:lnTo>
                    <a:pt x="131293" y="23023"/>
                  </a:lnTo>
                  <a:lnTo>
                    <a:pt x="83452" y="0"/>
                  </a:lnTo>
                  <a:close/>
                </a:path>
              </a:pathLst>
            </a:custGeom>
            <a:solidFill>
              <a:srgbClr val="303A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 descr=""/>
            <p:cNvSpPr/>
            <p:nvPr/>
          </p:nvSpPr>
          <p:spPr>
            <a:xfrm>
              <a:off x="8506617" y="5146981"/>
              <a:ext cx="94615" cy="732790"/>
            </a:xfrm>
            <a:custGeom>
              <a:avLst/>
              <a:gdLst/>
              <a:ahLst/>
              <a:cxnLst/>
              <a:rect l="l" t="t" r="r" b="b"/>
              <a:pathLst>
                <a:path w="94615" h="732789">
                  <a:moveTo>
                    <a:pt x="47066" y="0"/>
                  </a:moveTo>
                  <a:lnTo>
                    <a:pt x="30457" y="14451"/>
                  </a:lnTo>
                  <a:lnTo>
                    <a:pt x="15559" y="31946"/>
                  </a:lnTo>
                  <a:lnTo>
                    <a:pt x="4824" y="52260"/>
                  </a:lnTo>
                  <a:lnTo>
                    <a:pt x="701" y="75170"/>
                  </a:lnTo>
                  <a:lnTo>
                    <a:pt x="1549" y="92673"/>
                  </a:lnTo>
                  <a:lnTo>
                    <a:pt x="4003" y="112137"/>
                  </a:lnTo>
                  <a:lnTo>
                    <a:pt x="7932" y="130785"/>
                  </a:lnTo>
                  <a:lnTo>
                    <a:pt x="13203" y="145838"/>
                  </a:lnTo>
                  <a:lnTo>
                    <a:pt x="7761" y="151473"/>
                  </a:lnTo>
                  <a:lnTo>
                    <a:pt x="3598" y="158150"/>
                  </a:lnTo>
                  <a:lnTo>
                    <a:pt x="936" y="165697"/>
                  </a:lnTo>
                  <a:lnTo>
                    <a:pt x="0" y="173942"/>
                  </a:lnTo>
                  <a:lnTo>
                    <a:pt x="0" y="732176"/>
                  </a:lnTo>
                  <a:lnTo>
                    <a:pt x="94415" y="732176"/>
                  </a:lnTo>
                  <a:lnTo>
                    <a:pt x="94415" y="173942"/>
                  </a:lnTo>
                  <a:lnTo>
                    <a:pt x="93475" y="165697"/>
                  </a:lnTo>
                  <a:lnTo>
                    <a:pt x="90795" y="158150"/>
                  </a:lnTo>
                  <a:lnTo>
                    <a:pt x="86588" y="151473"/>
                  </a:lnTo>
                  <a:lnTo>
                    <a:pt x="81065" y="145838"/>
                  </a:lnTo>
                  <a:lnTo>
                    <a:pt x="86419" y="130785"/>
                  </a:lnTo>
                  <a:lnTo>
                    <a:pt x="90388" y="112137"/>
                  </a:lnTo>
                  <a:lnTo>
                    <a:pt x="92855" y="92673"/>
                  </a:lnTo>
                  <a:lnTo>
                    <a:pt x="93703" y="75170"/>
                  </a:lnTo>
                  <a:lnTo>
                    <a:pt x="89557" y="52241"/>
                  </a:lnTo>
                  <a:lnTo>
                    <a:pt x="78760" y="31895"/>
                  </a:lnTo>
                  <a:lnTo>
                    <a:pt x="63776" y="14394"/>
                  </a:lnTo>
                  <a:lnTo>
                    <a:pt x="47066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 descr=""/>
            <p:cNvSpPr/>
            <p:nvPr/>
          </p:nvSpPr>
          <p:spPr>
            <a:xfrm>
              <a:off x="7942658" y="4858637"/>
              <a:ext cx="869315" cy="78105"/>
            </a:xfrm>
            <a:custGeom>
              <a:avLst/>
              <a:gdLst/>
              <a:ahLst/>
              <a:cxnLst/>
              <a:rect l="l" t="t" r="r" b="b"/>
              <a:pathLst>
                <a:path w="869315" h="78104">
                  <a:moveTo>
                    <a:pt x="868968" y="0"/>
                  </a:moveTo>
                  <a:lnTo>
                    <a:pt x="0" y="0"/>
                  </a:lnTo>
                  <a:lnTo>
                    <a:pt x="0" y="77495"/>
                  </a:lnTo>
                  <a:lnTo>
                    <a:pt x="868968" y="77495"/>
                  </a:lnTo>
                  <a:lnTo>
                    <a:pt x="868968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59" name="object 159" descr="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6748786" y="4338808"/>
            <a:ext cx="68511" cy="194917"/>
          </a:xfrm>
          <a:prstGeom prst="rect">
            <a:avLst/>
          </a:prstGeom>
        </p:spPr>
      </p:pic>
      <p:pic>
        <p:nvPicPr>
          <p:cNvPr id="160" name="object 160" descr="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4827487" y="1509649"/>
            <a:ext cx="90981" cy="383978"/>
          </a:xfrm>
          <a:prstGeom prst="rect">
            <a:avLst/>
          </a:prstGeom>
        </p:spPr>
      </p:pic>
      <p:grpSp>
        <p:nvGrpSpPr>
          <p:cNvPr id="161" name="object 161" descr=""/>
          <p:cNvGrpSpPr/>
          <p:nvPr/>
        </p:nvGrpSpPr>
        <p:grpSpPr>
          <a:xfrm>
            <a:off x="4815591" y="1879953"/>
            <a:ext cx="118745" cy="407034"/>
            <a:chOff x="4815591" y="1879953"/>
            <a:chExt cx="118745" cy="407034"/>
          </a:xfrm>
        </p:grpSpPr>
        <p:sp>
          <p:nvSpPr>
            <p:cNvPr id="162" name="object 162" descr=""/>
            <p:cNvSpPr/>
            <p:nvPr/>
          </p:nvSpPr>
          <p:spPr>
            <a:xfrm>
              <a:off x="4836030" y="1940883"/>
              <a:ext cx="78105" cy="346075"/>
            </a:xfrm>
            <a:custGeom>
              <a:avLst/>
              <a:gdLst/>
              <a:ahLst/>
              <a:cxnLst/>
              <a:rect l="l" t="t" r="r" b="b"/>
              <a:pathLst>
                <a:path w="78104" h="346075">
                  <a:moveTo>
                    <a:pt x="78049" y="0"/>
                  </a:moveTo>
                  <a:lnTo>
                    <a:pt x="0" y="0"/>
                  </a:lnTo>
                  <a:lnTo>
                    <a:pt x="0" y="345654"/>
                  </a:lnTo>
                  <a:lnTo>
                    <a:pt x="78049" y="345654"/>
                  </a:lnTo>
                  <a:lnTo>
                    <a:pt x="78049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 descr=""/>
            <p:cNvSpPr/>
            <p:nvPr/>
          </p:nvSpPr>
          <p:spPr>
            <a:xfrm>
              <a:off x="4815586" y="1893639"/>
              <a:ext cx="118745" cy="393065"/>
            </a:xfrm>
            <a:custGeom>
              <a:avLst/>
              <a:gdLst/>
              <a:ahLst/>
              <a:cxnLst/>
              <a:rect l="l" t="t" r="r" b="b"/>
              <a:pathLst>
                <a:path w="118745" h="393064">
                  <a:moveTo>
                    <a:pt x="98488" y="47244"/>
                  </a:moveTo>
                  <a:lnTo>
                    <a:pt x="58305" y="47244"/>
                  </a:lnTo>
                  <a:lnTo>
                    <a:pt x="58305" y="392899"/>
                  </a:lnTo>
                  <a:lnTo>
                    <a:pt x="98488" y="392899"/>
                  </a:lnTo>
                  <a:lnTo>
                    <a:pt x="98488" y="47244"/>
                  </a:lnTo>
                  <a:close/>
                </a:path>
                <a:path w="118745" h="393064">
                  <a:moveTo>
                    <a:pt x="118478" y="0"/>
                  </a:moveTo>
                  <a:lnTo>
                    <a:pt x="0" y="0"/>
                  </a:lnTo>
                  <a:lnTo>
                    <a:pt x="0" y="24041"/>
                  </a:lnTo>
                  <a:lnTo>
                    <a:pt x="118478" y="24041"/>
                  </a:lnTo>
                  <a:lnTo>
                    <a:pt x="118478" y="0"/>
                  </a:lnTo>
                  <a:close/>
                </a:path>
              </a:pathLst>
            </a:custGeom>
            <a:solidFill>
              <a:srgbClr val="F2E1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 descr=""/>
            <p:cNvSpPr/>
            <p:nvPr/>
          </p:nvSpPr>
          <p:spPr>
            <a:xfrm>
              <a:off x="4815598" y="1917665"/>
              <a:ext cx="118745" cy="23495"/>
            </a:xfrm>
            <a:custGeom>
              <a:avLst/>
              <a:gdLst/>
              <a:ahLst/>
              <a:cxnLst/>
              <a:rect l="l" t="t" r="r" b="b"/>
              <a:pathLst>
                <a:path w="118745" h="23494">
                  <a:moveTo>
                    <a:pt x="118467" y="0"/>
                  </a:moveTo>
                  <a:lnTo>
                    <a:pt x="0" y="0"/>
                  </a:lnTo>
                  <a:lnTo>
                    <a:pt x="20669" y="23213"/>
                  </a:lnTo>
                  <a:lnTo>
                    <a:pt x="98813" y="23213"/>
                  </a:lnTo>
                  <a:lnTo>
                    <a:pt x="118467" y="0"/>
                  </a:lnTo>
                  <a:close/>
                </a:path>
              </a:pathLst>
            </a:custGeom>
            <a:solidFill>
              <a:srgbClr val="9592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 descr=""/>
            <p:cNvSpPr/>
            <p:nvPr/>
          </p:nvSpPr>
          <p:spPr>
            <a:xfrm>
              <a:off x="4815591" y="1879953"/>
              <a:ext cx="118745" cy="13970"/>
            </a:xfrm>
            <a:custGeom>
              <a:avLst/>
              <a:gdLst/>
              <a:ahLst/>
              <a:cxnLst/>
              <a:rect l="l" t="t" r="r" b="b"/>
              <a:pathLst>
                <a:path w="118745" h="13969">
                  <a:moveTo>
                    <a:pt x="118478" y="0"/>
                  </a:moveTo>
                  <a:lnTo>
                    <a:pt x="0" y="0"/>
                  </a:lnTo>
                  <a:lnTo>
                    <a:pt x="0" y="13674"/>
                  </a:lnTo>
                  <a:lnTo>
                    <a:pt x="118478" y="13674"/>
                  </a:lnTo>
                  <a:lnTo>
                    <a:pt x="118478" y="0"/>
                  </a:lnTo>
                  <a:close/>
                </a:path>
              </a:pathLst>
            </a:custGeom>
            <a:solidFill>
              <a:srgbClr val="FBF6F2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6" name="object 166" descr=""/>
          <p:cNvGrpSpPr/>
          <p:nvPr/>
        </p:nvGrpSpPr>
        <p:grpSpPr>
          <a:xfrm>
            <a:off x="4719594" y="4048138"/>
            <a:ext cx="313690" cy="1522095"/>
            <a:chOff x="4719594" y="4048138"/>
            <a:chExt cx="313690" cy="1522095"/>
          </a:xfrm>
        </p:grpSpPr>
        <p:sp>
          <p:nvSpPr>
            <p:cNvPr id="167" name="object 167" descr=""/>
            <p:cNvSpPr/>
            <p:nvPr/>
          </p:nvSpPr>
          <p:spPr>
            <a:xfrm>
              <a:off x="4746871" y="4075991"/>
              <a:ext cx="259079" cy="1494155"/>
            </a:xfrm>
            <a:custGeom>
              <a:avLst/>
              <a:gdLst/>
              <a:ahLst/>
              <a:cxnLst/>
              <a:rect l="l" t="t" r="r" b="b"/>
              <a:pathLst>
                <a:path w="259079" h="1494154">
                  <a:moveTo>
                    <a:pt x="258620" y="0"/>
                  </a:moveTo>
                  <a:lnTo>
                    <a:pt x="0" y="0"/>
                  </a:lnTo>
                  <a:lnTo>
                    <a:pt x="0" y="1493692"/>
                  </a:lnTo>
                  <a:lnTo>
                    <a:pt x="258620" y="1493692"/>
                  </a:lnTo>
                  <a:lnTo>
                    <a:pt x="258620" y="0"/>
                  </a:lnTo>
                  <a:close/>
                </a:path>
              </a:pathLst>
            </a:custGeom>
            <a:solidFill>
              <a:srgbClr val="9592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 descr=""/>
            <p:cNvSpPr/>
            <p:nvPr/>
          </p:nvSpPr>
          <p:spPr>
            <a:xfrm>
              <a:off x="4719594" y="4048138"/>
              <a:ext cx="313690" cy="27940"/>
            </a:xfrm>
            <a:custGeom>
              <a:avLst/>
              <a:gdLst/>
              <a:ahLst/>
              <a:cxnLst/>
              <a:rect l="l" t="t" r="r" b="b"/>
              <a:pathLst>
                <a:path w="313689" h="27939">
                  <a:moveTo>
                    <a:pt x="313184" y="0"/>
                  </a:moveTo>
                  <a:lnTo>
                    <a:pt x="0" y="0"/>
                  </a:lnTo>
                  <a:lnTo>
                    <a:pt x="0" y="27852"/>
                  </a:lnTo>
                  <a:lnTo>
                    <a:pt x="313184" y="27852"/>
                  </a:lnTo>
                  <a:lnTo>
                    <a:pt x="313184" y="0"/>
                  </a:lnTo>
                  <a:close/>
                </a:path>
              </a:pathLst>
            </a:custGeom>
            <a:solidFill>
              <a:srgbClr val="F2E1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 descr=""/>
            <p:cNvSpPr/>
            <p:nvPr/>
          </p:nvSpPr>
          <p:spPr>
            <a:xfrm>
              <a:off x="4746871" y="4076001"/>
              <a:ext cx="259079" cy="31115"/>
            </a:xfrm>
            <a:custGeom>
              <a:avLst/>
              <a:gdLst/>
              <a:ahLst/>
              <a:cxnLst/>
              <a:rect l="l" t="t" r="r" b="b"/>
              <a:pathLst>
                <a:path w="259079" h="31114">
                  <a:moveTo>
                    <a:pt x="258620" y="0"/>
                  </a:moveTo>
                  <a:lnTo>
                    <a:pt x="0" y="0"/>
                  </a:lnTo>
                  <a:lnTo>
                    <a:pt x="0" y="30491"/>
                  </a:lnTo>
                  <a:lnTo>
                    <a:pt x="258620" y="30491"/>
                  </a:lnTo>
                  <a:lnTo>
                    <a:pt x="258620" y="0"/>
                  </a:lnTo>
                  <a:close/>
                </a:path>
              </a:pathLst>
            </a:custGeom>
            <a:solidFill>
              <a:srgbClr val="212C61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70" name="object 170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823925" y="4342663"/>
              <a:ext cx="104509" cy="71610"/>
            </a:xfrm>
            <a:prstGeom prst="rect">
              <a:avLst/>
            </a:prstGeom>
          </p:spPr>
        </p:pic>
      </p:grpSp>
      <p:grpSp>
        <p:nvGrpSpPr>
          <p:cNvPr id="171" name="object 171" descr=""/>
          <p:cNvGrpSpPr/>
          <p:nvPr/>
        </p:nvGrpSpPr>
        <p:grpSpPr>
          <a:xfrm>
            <a:off x="4725488" y="2266852"/>
            <a:ext cx="298450" cy="1781810"/>
            <a:chOff x="4725488" y="2266852"/>
            <a:chExt cx="298450" cy="1781810"/>
          </a:xfrm>
        </p:grpSpPr>
        <p:sp>
          <p:nvSpPr>
            <p:cNvPr id="172" name="object 172" descr=""/>
            <p:cNvSpPr/>
            <p:nvPr/>
          </p:nvSpPr>
          <p:spPr>
            <a:xfrm>
              <a:off x="4806565" y="2354546"/>
              <a:ext cx="66675" cy="695325"/>
            </a:xfrm>
            <a:custGeom>
              <a:avLst/>
              <a:gdLst/>
              <a:ahLst/>
              <a:cxnLst/>
              <a:rect l="l" t="t" r="r" b="b"/>
              <a:pathLst>
                <a:path w="66675" h="695325">
                  <a:moveTo>
                    <a:pt x="0" y="694910"/>
                  </a:moveTo>
                  <a:lnTo>
                    <a:pt x="66249" y="694910"/>
                  </a:lnTo>
                  <a:lnTo>
                    <a:pt x="66249" y="0"/>
                  </a:lnTo>
                  <a:lnTo>
                    <a:pt x="0" y="0"/>
                  </a:lnTo>
                  <a:lnTo>
                    <a:pt x="0" y="69491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 descr=""/>
            <p:cNvSpPr/>
            <p:nvPr/>
          </p:nvSpPr>
          <p:spPr>
            <a:xfrm>
              <a:off x="4872815" y="2354546"/>
              <a:ext cx="70485" cy="695325"/>
            </a:xfrm>
            <a:custGeom>
              <a:avLst/>
              <a:gdLst/>
              <a:ahLst/>
              <a:cxnLst/>
              <a:rect l="l" t="t" r="r" b="b"/>
              <a:pathLst>
                <a:path w="70485" h="695325">
                  <a:moveTo>
                    <a:pt x="70291" y="0"/>
                  </a:moveTo>
                  <a:lnTo>
                    <a:pt x="0" y="0"/>
                  </a:lnTo>
                  <a:lnTo>
                    <a:pt x="0" y="694910"/>
                  </a:lnTo>
                  <a:lnTo>
                    <a:pt x="70291" y="694910"/>
                  </a:lnTo>
                  <a:lnTo>
                    <a:pt x="70291" y="0"/>
                  </a:lnTo>
                  <a:close/>
                </a:path>
              </a:pathLst>
            </a:custGeom>
            <a:solidFill>
              <a:srgbClr val="F2E1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 descr=""/>
            <p:cNvSpPr/>
            <p:nvPr/>
          </p:nvSpPr>
          <p:spPr>
            <a:xfrm>
              <a:off x="4828481" y="3088440"/>
              <a:ext cx="94615" cy="960119"/>
            </a:xfrm>
            <a:custGeom>
              <a:avLst/>
              <a:gdLst/>
              <a:ahLst/>
              <a:cxnLst/>
              <a:rect l="l" t="t" r="r" b="b"/>
              <a:pathLst>
                <a:path w="94614" h="960120">
                  <a:moveTo>
                    <a:pt x="94300" y="0"/>
                  </a:moveTo>
                  <a:lnTo>
                    <a:pt x="0" y="0"/>
                  </a:lnTo>
                  <a:lnTo>
                    <a:pt x="0" y="959698"/>
                  </a:lnTo>
                  <a:lnTo>
                    <a:pt x="94300" y="959698"/>
                  </a:lnTo>
                  <a:lnTo>
                    <a:pt x="94300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 descr=""/>
            <p:cNvSpPr/>
            <p:nvPr/>
          </p:nvSpPr>
          <p:spPr>
            <a:xfrm>
              <a:off x="4777624" y="3088440"/>
              <a:ext cx="51435" cy="960119"/>
            </a:xfrm>
            <a:custGeom>
              <a:avLst/>
              <a:gdLst/>
              <a:ahLst/>
              <a:cxnLst/>
              <a:rect l="l" t="t" r="r" b="b"/>
              <a:pathLst>
                <a:path w="51435" h="960120">
                  <a:moveTo>
                    <a:pt x="51171" y="0"/>
                  </a:moveTo>
                  <a:lnTo>
                    <a:pt x="0" y="0"/>
                  </a:lnTo>
                  <a:lnTo>
                    <a:pt x="0" y="959698"/>
                  </a:lnTo>
                  <a:lnTo>
                    <a:pt x="51171" y="959698"/>
                  </a:lnTo>
                  <a:lnTo>
                    <a:pt x="51171" y="0"/>
                  </a:lnTo>
                  <a:close/>
                </a:path>
              </a:pathLst>
            </a:custGeom>
            <a:solidFill>
              <a:srgbClr val="9592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 descr=""/>
            <p:cNvSpPr/>
            <p:nvPr/>
          </p:nvSpPr>
          <p:spPr>
            <a:xfrm>
              <a:off x="4922782" y="3088440"/>
              <a:ext cx="51435" cy="960119"/>
            </a:xfrm>
            <a:custGeom>
              <a:avLst/>
              <a:gdLst/>
              <a:ahLst/>
              <a:cxnLst/>
              <a:rect l="l" t="t" r="r" b="b"/>
              <a:pathLst>
                <a:path w="51435" h="960120">
                  <a:moveTo>
                    <a:pt x="51171" y="0"/>
                  </a:moveTo>
                  <a:lnTo>
                    <a:pt x="0" y="0"/>
                  </a:lnTo>
                  <a:lnTo>
                    <a:pt x="0" y="959698"/>
                  </a:lnTo>
                  <a:lnTo>
                    <a:pt x="51171" y="959698"/>
                  </a:lnTo>
                  <a:lnTo>
                    <a:pt x="51171" y="0"/>
                  </a:lnTo>
                  <a:close/>
                </a:path>
              </a:pathLst>
            </a:custGeom>
            <a:solidFill>
              <a:srgbClr val="F2E1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 descr=""/>
            <p:cNvSpPr/>
            <p:nvPr/>
          </p:nvSpPr>
          <p:spPr>
            <a:xfrm>
              <a:off x="4777473" y="3342480"/>
              <a:ext cx="196850" cy="546735"/>
            </a:xfrm>
            <a:custGeom>
              <a:avLst/>
              <a:gdLst/>
              <a:ahLst/>
              <a:cxnLst/>
              <a:rect l="l" t="t" r="r" b="b"/>
              <a:pathLst>
                <a:path w="196850" h="546735">
                  <a:moveTo>
                    <a:pt x="196316" y="518160"/>
                  </a:moveTo>
                  <a:lnTo>
                    <a:pt x="0" y="518160"/>
                  </a:lnTo>
                  <a:lnTo>
                    <a:pt x="0" y="546392"/>
                  </a:lnTo>
                  <a:lnTo>
                    <a:pt x="196316" y="546392"/>
                  </a:lnTo>
                  <a:lnTo>
                    <a:pt x="196316" y="518160"/>
                  </a:lnTo>
                  <a:close/>
                </a:path>
                <a:path w="196850" h="546735">
                  <a:moveTo>
                    <a:pt x="196316" y="76619"/>
                  </a:moveTo>
                  <a:lnTo>
                    <a:pt x="0" y="76619"/>
                  </a:lnTo>
                  <a:lnTo>
                    <a:pt x="0" y="104838"/>
                  </a:lnTo>
                  <a:lnTo>
                    <a:pt x="196316" y="104838"/>
                  </a:lnTo>
                  <a:lnTo>
                    <a:pt x="196316" y="76619"/>
                  </a:lnTo>
                  <a:close/>
                </a:path>
                <a:path w="196850" h="546735">
                  <a:moveTo>
                    <a:pt x="196316" y="0"/>
                  </a:moveTo>
                  <a:lnTo>
                    <a:pt x="0" y="0"/>
                  </a:lnTo>
                  <a:lnTo>
                    <a:pt x="0" y="28232"/>
                  </a:lnTo>
                  <a:lnTo>
                    <a:pt x="196316" y="28232"/>
                  </a:lnTo>
                  <a:lnTo>
                    <a:pt x="196316" y="0"/>
                  </a:lnTo>
                  <a:close/>
                </a:path>
                <a:path w="196850" h="546735">
                  <a:moveTo>
                    <a:pt x="196469" y="441540"/>
                  </a:moveTo>
                  <a:lnTo>
                    <a:pt x="139" y="441540"/>
                  </a:lnTo>
                  <a:lnTo>
                    <a:pt x="139" y="469773"/>
                  </a:lnTo>
                  <a:lnTo>
                    <a:pt x="196469" y="469773"/>
                  </a:lnTo>
                  <a:lnTo>
                    <a:pt x="196469" y="441540"/>
                  </a:lnTo>
                  <a:close/>
                </a:path>
              </a:pathLst>
            </a:custGeom>
            <a:solidFill>
              <a:srgbClr val="212C61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 descr=""/>
            <p:cNvSpPr/>
            <p:nvPr/>
          </p:nvSpPr>
          <p:spPr>
            <a:xfrm>
              <a:off x="4725489" y="3049456"/>
              <a:ext cx="298450" cy="39370"/>
            </a:xfrm>
            <a:custGeom>
              <a:avLst/>
              <a:gdLst/>
              <a:ahLst/>
              <a:cxnLst/>
              <a:rect l="l" t="t" r="r" b="b"/>
              <a:pathLst>
                <a:path w="298450" h="39369">
                  <a:moveTo>
                    <a:pt x="297886" y="0"/>
                  </a:moveTo>
                  <a:lnTo>
                    <a:pt x="0" y="0"/>
                  </a:lnTo>
                  <a:lnTo>
                    <a:pt x="0" y="38983"/>
                  </a:lnTo>
                  <a:lnTo>
                    <a:pt x="297886" y="38983"/>
                  </a:lnTo>
                  <a:lnTo>
                    <a:pt x="297886" y="0"/>
                  </a:lnTo>
                  <a:close/>
                </a:path>
              </a:pathLst>
            </a:custGeom>
            <a:solidFill>
              <a:srgbClr val="F2E1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 descr=""/>
            <p:cNvSpPr/>
            <p:nvPr/>
          </p:nvSpPr>
          <p:spPr>
            <a:xfrm>
              <a:off x="4725488" y="3088443"/>
              <a:ext cx="298450" cy="38100"/>
            </a:xfrm>
            <a:custGeom>
              <a:avLst/>
              <a:gdLst/>
              <a:ahLst/>
              <a:cxnLst/>
              <a:rect l="l" t="t" r="r" b="b"/>
              <a:pathLst>
                <a:path w="298450" h="38100">
                  <a:moveTo>
                    <a:pt x="297886" y="0"/>
                  </a:moveTo>
                  <a:lnTo>
                    <a:pt x="0" y="0"/>
                  </a:lnTo>
                  <a:lnTo>
                    <a:pt x="51977" y="37632"/>
                  </a:lnTo>
                  <a:lnTo>
                    <a:pt x="248463" y="37632"/>
                  </a:lnTo>
                  <a:lnTo>
                    <a:pt x="297886" y="0"/>
                  </a:lnTo>
                  <a:close/>
                </a:path>
              </a:pathLst>
            </a:custGeom>
            <a:solidFill>
              <a:srgbClr val="9592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 descr=""/>
            <p:cNvSpPr/>
            <p:nvPr/>
          </p:nvSpPr>
          <p:spPr>
            <a:xfrm>
              <a:off x="4725489" y="3027279"/>
              <a:ext cx="298450" cy="22225"/>
            </a:xfrm>
            <a:custGeom>
              <a:avLst/>
              <a:gdLst/>
              <a:ahLst/>
              <a:cxnLst/>
              <a:rect l="l" t="t" r="r" b="b"/>
              <a:pathLst>
                <a:path w="298450" h="22225">
                  <a:moveTo>
                    <a:pt x="297886" y="0"/>
                  </a:moveTo>
                  <a:lnTo>
                    <a:pt x="0" y="0"/>
                  </a:lnTo>
                  <a:lnTo>
                    <a:pt x="0" y="22177"/>
                  </a:lnTo>
                  <a:lnTo>
                    <a:pt x="297886" y="22177"/>
                  </a:lnTo>
                  <a:lnTo>
                    <a:pt x="297886" y="0"/>
                  </a:lnTo>
                  <a:close/>
                </a:path>
              </a:pathLst>
            </a:custGeom>
            <a:solidFill>
              <a:srgbClr val="FBF6F2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81" name="object 181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70801" y="2266852"/>
              <a:ext cx="207266" cy="87696"/>
            </a:xfrm>
            <a:prstGeom prst="rect">
              <a:avLst/>
            </a:prstGeom>
          </p:spPr>
        </p:pic>
      </p:grpSp>
      <p:grpSp>
        <p:nvGrpSpPr>
          <p:cNvPr id="182" name="object 182" descr=""/>
          <p:cNvGrpSpPr/>
          <p:nvPr/>
        </p:nvGrpSpPr>
        <p:grpSpPr>
          <a:xfrm>
            <a:off x="6278311" y="4528826"/>
            <a:ext cx="1021080" cy="330200"/>
            <a:chOff x="6278311" y="4528826"/>
            <a:chExt cx="1021080" cy="330200"/>
          </a:xfrm>
        </p:grpSpPr>
        <p:sp>
          <p:nvSpPr>
            <p:cNvPr id="183" name="object 183" descr=""/>
            <p:cNvSpPr/>
            <p:nvPr/>
          </p:nvSpPr>
          <p:spPr>
            <a:xfrm>
              <a:off x="6278311" y="4528826"/>
              <a:ext cx="1009650" cy="330200"/>
            </a:xfrm>
            <a:custGeom>
              <a:avLst/>
              <a:gdLst/>
              <a:ahLst/>
              <a:cxnLst/>
              <a:rect l="l" t="t" r="r" b="b"/>
              <a:pathLst>
                <a:path w="1009650" h="330200">
                  <a:moveTo>
                    <a:pt x="504728" y="0"/>
                  </a:moveTo>
                  <a:lnTo>
                    <a:pt x="276460" y="5152"/>
                  </a:lnTo>
                  <a:lnTo>
                    <a:pt x="147795" y="41221"/>
                  </a:lnTo>
                  <a:lnTo>
                    <a:pt x="71414" y="139121"/>
                  </a:lnTo>
                  <a:lnTo>
                    <a:pt x="0" y="329770"/>
                  </a:lnTo>
                  <a:lnTo>
                    <a:pt x="1009456" y="329770"/>
                  </a:lnTo>
                  <a:lnTo>
                    <a:pt x="985687" y="278243"/>
                  </a:lnTo>
                  <a:lnTo>
                    <a:pt x="904013" y="164885"/>
                  </a:lnTo>
                  <a:lnTo>
                    <a:pt x="748877" y="51526"/>
                  </a:lnTo>
                  <a:lnTo>
                    <a:pt x="504728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 descr=""/>
            <p:cNvSpPr/>
            <p:nvPr/>
          </p:nvSpPr>
          <p:spPr>
            <a:xfrm>
              <a:off x="6680246" y="4656389"/>
              <a:ext cx="619125" cy="202565"/>
            </a:xfrm>
            <a:custGeom>
              <a:avLst/>
              <a:gdLst/>
              <a:ahLst/>
              <a:cxnLst/>
              <a:rect l="l" t="t" r="r" b="b"/>
              <a:pathLst>
                <a:path w="619125" h="202564">
                  <a:moveTo>
                    <a:pt x="309487" y="0"/>
                  </a:moveTo>
                  <a:lnTo>
                    <a:pt x="169520" y="3159"/>
                  </a:lnTo>
                  <a:lnTo>
                    <a:pt x="90626" y="25275"/>
                  </a:lnTo>
                  <a:lnTo>
                    <a:pt x="43791" y="85304"/>
                  </a:lnTo>
                  <a:lnTo>
                    <a:pt x="0" y="202203"/>
                  </a:lnTo>
                  <a:lnTo>
                    <a:pt x="618975" y="202203"/>
                  </a:lnTo>
                  <a:lnTo>
                    <a:pt x="604401" y="170609"/>
                  </a:lnTo>
                  <a:lnTo>
                    <a:pt x="554319" y="101101"/>
                  </a:lnTo>
                  <a:lnTo>
                    <a:pt x="459193" y="31594"/>
                  </a:lnTo>
                  <a:lnTo>
                    <a:pt x="309487" y="0"/>
                  </a:lnTo>
                  <a:close/>
                </a:path>
              </a:pathLst>
            </a:custGeom>
            <a:solidFill>
              <a:srgbClr val="414978">
                <a:alpha val="369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5" name="object 185" descr=""/>
          <p:cNvGrpSpPr/>
          <p:nvPr/>
        </p:nvGrpSpPr>
        <p:grpSpPr>
          <a:xfrm>
            <a:off x="6154765" y="4304863"/>
            <a:ext cx="2536190" cy="1574800"/>
            <a:chOff x="6154765" y="4304863"/>
            <a:chExt cx="2536190" cy="1574800"/>
          </a:xfrm>
        </p:grpSpPr>
        <p:sp>
          <p:nvSpPr>
            <p:cNvPr id="186" name="object 186" descr=""/>
            <p:cNvSpPr/>
            <p:nvPr/>
          </p:nvSpPr>
          <p:spPr>
            <a:xfrm>
              <a:off x="8295754" y="4478013"/>
              <a:ext cx="50800" cy="142875"/>
            </a:xfrm>
            <a:custGeom>
              <a:avLst/>
              <a:gdLst/>
              <a:ahLst/>
              <a:cxnLst/>
              <a:rect l="l" t="t" r="r" b="b"/>
              <a:pathLst>
                <a:path w="50800" h="142875">
                  <a:moveTo>
                    <a:pt x="50177" y="124815"/>
                  </a:moveTo>
                  <a:lnTo>
                    <a:pt x="47294" y="121932"/>
                  </a:lnTo>
                  <a:lnTo>
                    <a:pt x="35826" y="121932"/>
                  </a:lnTo>
                  <a:lnTo>
                    <a:pt x="35826" y="82397"/>
                  </a:lnTo>
                  <a:lnTo>
                    <a:pt x="32943" y="79514"/>
                  </a:lnTo>
                  <a:lnTo>
                    <a:pt x="31369" y="79514"/>
                  </a:lnTo>
                  <a:lnTo>
                    <a:pt x="31369" y="41681"/>
                  </a:lnTo>
                  <a:lnTo>
                    <a:pt x="29159" y="39484"/>
                  </a:lnTo>
                  <a:lnTo>
                    <a:pt x="29159" y="1765"/>
                  </a:lnTo>
                  <a:lnTo>
                    <a:pt x="27381" y="0"/>
                  </a:lnTo>
                  <a:lnTo>
                    <a:pt x="24980" y="0"/>
                  </a:lnTo>
                  <a:lnTo>
                    <a:pt x="22783" y="0"/>
                  </a:lnTo>
                  <a:lnTo>
                    <a:pt x="21018" y="1765"/>
                  </a:lnTo>
                  <a:lnTo>
                    <a:pt x="21018" y="39484"/>
                  </a:lnTo>
                  <a:lnTo>
                    <a:pt x="18821" y="41681"/>
                  </a:lnTo>
                  <a:lnTo>
                    <a:pt x="18821" y="79514"/>
                  </a:lnTo>
                  <a:lnTo>
                    <a:pt x="17233" y="79514"/>
                  </a:lnTo>
                  <a:lnTo>
                    <a:pt x="14351" y="82397"/>
                  </a:lnTo>
                  <a:lnTo>
                    <a:pt x="14351" y="121932"/>
                  </a:lnTo>
                  <a:lnTo>
                    <a:pt x="6438" y="121932"/>
                  </a:lnTo>
                  <a:lnTo>
                    <a:pt x="2882" y="121932"/>
                  </a:lnTo>
                  <a:lnTo>
                    <a:pt x="0" y="124815"/>
                  </a:lnTo>
                  <a:lnTo>
                    <a:pt x="0" y="142773"/>
                  </a:lnTo>
                  <a:lnTo>
                    <a:pt x="50177" y="142773"/>
                  </a:lnTo>
                  <a:lnTo>
                    <a:pt x="50177" y="124815"/>
                  </a:lnTo>
                  <a:close/>
                </a:path>
              </a:pathLst>
            </a:custGeom>
            <a:solidFill>
              <a:srgbClr val="FBF6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 descr=""/>
            <p:cNvSpPr/>
            <p:nvPr/>
          </p:nvSpPr>
          <p:spPr>
            <a:xfrm>
              <a:off x="7951132" y="4617193"/>
              <a:ext cx="739775" cy="241935"/>
            </a:xfrm>
            <a:custGeom>
              <a:avLst/>
              <a:gdLst/>
              <a:ahLst/>
              <a:cxnLst/>
              <a:rect l="l" t="t" r="r" b="b"/>
              <a:pathLst>
                <a:path w="739775" h="241935">
                  <a:moveTo>
                    <a:pt x="369716" y="0"/>
                  </a:moveTo>
                  <a:lnTo>
                    <a:pt x="202510" y="3774"/>
                  </a:lnTo>
                  <a:lnTo>
                    <a:pt x="108262" y="30194"/>
                  </a:lnTo>
                  <a:lnTo>
                    <a:pt x="52312" y="101905"/>
                  </a:lnTo>
                  <a:lnTo>
                    <a:pt x="0" y="241552"/>
                  </a:lnTo>
                  <a:lnTo>
                    <a:pt x="739432" y="241552"/>
                  </a:lnTo>
                  <a:lnTo>
                    <a:pt x="722022" y="203810"/>
                  </a:lnTo>
                  <a:lnTo>
                    <a:pt x="662194" y="120776"/>
                  </a:lnTo>
                  <a:lnTo>
                    <a:pt x="548556" y="37742"/>
                  </a:lnTo>
                  <a:lnTo>
                    <a:pt x="369716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 descr=""/>
            <p:cNvSpPr/>
            <p:nvPr/>
          </p:nvSpPr>
          <p:spPr>
            <a:xfrm>
              <a:off x="8209062" y="4710634"/>
              <a:ext cx="453390" cy="148590"/>
            </a:xfrm>
            <a:custGeom>
              <a:avLst/>
              <a:gdLst/>
              <a:ahLst/>
              <a:cxnLst/>
              <a:rect l="l" t="t" r="r" b="b"/>
              <a:pathLst>
                <a:path w="453390" h="148589">
                  <a:moveTo>
                    <a:pt x="226694" y="0"/>
                  </a:moveTo>
                  <a:lnTo>
                    <a:pt x="124167" y="2314"/>
                  </a:lnTo>
                  <a:lnTo>
                    <a:pt x="66377" y="18513"/>
                  </a:lnTo>
                  <a:lnTo>
                    <a:pt x="32072" y="62484"/>
                  </a:lnTo>
                  <a:lnTo>
                    <a:pt x="0" y="148110"/>
                  </a:lnTo>
                  <a:lnTo>
                    <a:pt x="453389" y="148110"/>
                  </a:lnTo>
                  <a:lnTo>
                    <a:pt x="442714" y="124968"/>
                  </a:lnTo>
                  <a:lnTo>
                    <a:pt x="406032" y="74055"/>
                  </a:lnTo>
                  <a:lnTo>
                    <a:pt x="336354" y="23142"/>
                  </a:lnTo>
                  <a:lnTo>
                    <a:pt x="226694" y="0"/>
                  </a:lnTo>
                  <a:close/>
                </a:path>
              </a:pathLst>
            </a:custGeom>
            <a:solidFill>
              <a:srgbClr val="414978">
                <a:alpha val="369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 descr=""/>
            <p:cNvSpPr/>
            <p:nvPr/>
          </p:nvSpPr>
          <p:spPr>
            <a:xfrm>
              <a:off x="7246156" y="4304863"/>
              <a:ext cx="998855" cy="1574800"/>
            </a:xfrm>
            <a:custGeom>
              <a:avLst/>
              <a:gdLst/>
              <a:ahLst/>
              <a:cxnLst/>
              <a:rect l="l" t="t" r="r" b="b"/>
              <a:pathLst>
                <a:path w="998854" h="1574800">
                  <a:moveTo>
                    <a:pt x="998660" y="0"/>
                  </a:moveTo>
                  <a:lnTo>
                    <a:pt x="0" y="0"/>
                  </a:lnTo>
                  <a:lnTo>
                    <a:pt x="0" y="1574297"/>
                  </a:lnTo>
                  <a:lnTo>
                    <a:pt x="998660" y="1574297"/>
                  </a:lnTo>
                  <a:lnTo>
                    <a:pt x="998660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 descr=""/>
            <p:cNvSpPr/>
            <p:nvPr/>
          </p:nvSpPr>
          <p:spPr>
            <a:xfrm>
              <a:off x="7343545" y="4428566"/>
              <a:ext cx="803910" cy="1450975"/>
            </a:xfrm>
            <a:custGeom>
              <a:avLst/>
              <a:gdLst/>
              <a:ahLst/>
              <a:cxnLst/>
              <a:rect l="l" t="t" r="r" b="b"/>
              <a:pathLst>
                <a:path w="803909" h="1450975">
                  <a:moveTo>
                    <a:pt x="803881" y="0"/>
                  </a:moveTo>
                  <a:lnTo>
                    <a:pt x="0" y="0"/>
                  </a:lnTo>
                  <a:lnTo>
                    <a:pt x="0" y="1450594"/>
                  </a:lnTo>
                  <a:lnTo>
                    <a:pt x="803881" y="1450594"/>
                  </a:lnTo>
                  <a:lnTo>
                    <a:pt x="803881" y="0"/>
                  </a:lnTo>
                  <a:close/>
                </a:path>
              </a:pathLst>
            </a:custGeom>
            <a:solidFill>
              <a:srgbClr val="F2E1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 descr=""/>
            <p:cNvSpPr/>
            <p:nvPr/>
          </p:nvSpPr>
          <p:spPr>
            <a:xfrm>
              <a:off x="7454120" y="4761060"/>
              <a:ext cx="581660" cy="1118235"/>
            </a:xfrm>
            <a:custGeom>
              <a:avLst/>
              <a:gdLst/>
              <a:ahLst/>
              <a:cxnLst/>
              <a:rect l="l" t="t" r="r" b="b"/>
              <a:pathLst>
                <a:path w="581659" h="1118235">
                  <a:moveTo>
                    <a:pt x="290713" y="0"/>
                  </a:moveTo>
                  <a:lnTo>
                    <a:pt x="244646" y="13930"/>
                  </a:lnTo>
                  <a:lnTo>
                    <a:pt x="205007" y="30520"/>
                  </a:lnTo>
                  <a:lnTo>
                    <a:pt x="159912" y="52794"/>
                  </a:lnTo>
                  <a:lnTo>
                    <a:pt x="113574" y="80204"/>
                  </a:lnTo>
                  <a:lnTo>
                    <a:pt x="70202" y="112201"/>
                  </a:lnTo>
                  <a:lnTo>
                    <a:pt x="34008" y="148235"/>
                  </a:lnTo>
                  <a:lnTo>
                    <a:pt x="9203" y="187759"/>
                  </a:lnTo>
                  <a:lnTo>
                    <a:pt x="0" y="230223"/>
                  </a:lnTo>
                  <a:lnTo>
                    <a:pt x="0" y="1118007"/>
                  </a:lnTo>
                  <a:lnTo>
                    <a:pt x="581427" y="1118007"/>
                  </a:lnTo>
                  <a:lnTo>
                    <a:pt x="581427" y="230223"/>
                  </a:lnTo>
                  <a:lnTo>
                    <a:pt x="572223" y="187759"/>
                  </a:lnTo>
                  <a:lnTo>
                    <a:pt x="547418" y="148235"/>
                  </a:lnTo>
                  <a:lnTo>
                    <a:pt x="511225" y="112201"/>
                  </a:lnTo>
                  <a:lnTo>
                    <a:pt x="467853" y="80204"/>
                  </a:lnTo>
                  <a:lnTo>
                    <a:pt x="421514" y="52794"/>
                  </a:lnTo>
                  <a:lnTo>
                    <a:pt x="376419" y="30520"/>
                  </a:lnTo>
                  <a:lnTo>
                    <a:pt x="336780" y="13930"/>
                  </a:lnTo>
                  <a:lnTo>
                    <a:pt x="290713" y="0"/>
                  </a:lnTo>
                  <a:close/>
                </a:path>
              </a:pathLst>
            </a:custGeom>
            <a:solidFill>
              <a:srgbClr val="303A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 descr=""/>
            <p:cNvSpPr/>
            <p:nvPr/>
          </p:nvSpPr>
          <p:spPr>
            <a:xfrm>
              <a:off x="7491071" y="5009846"/>
              <a:ext cx="431165" cy="869315"/>
            </a:xfrm>
            <a:custGeom>
              <a:avLst/>
              <a:gdLst/>
              <a:ahLst/>
              <a:cxnLst/>
              <a:rect l="l" t="t" r="r" b="b"/>
              <a:pathLst>
                <a:path w="431165" h="869314">
                  <a:moveTo>
                    <a:pt x="215490" y="0"/>
                  </a:moveTo>
                  <a:lnTo>
                    <a:pt x="151962" y="26992"/>
                  </a:lnTo>
                  <a:lnTo>
                    <a:pt x="101282" y="56990"/>
                  </a:lnTo>
                  <a:lnTo>
                    <a:pt x="52037" y="94661"/>
                  </a:lnTo>
                  <a:lnTo>
                    <a:pt x="14765" y="137510"/>
                  </a:lnTo>
                  <a:lnTo>
                    <a:pt x="0" y="183041"/>
                  </a:lnTo>
                  <a:lnTo>
                    <a:pt x="0" y="869219"/>
                  </a:lnTo>
                  <a:lnTo>
                    <a:pt x="430981" y="869219"/>
                  </a:lnTo>
                  <a:lnTo>
                    <a:pt x="430981" y="183041"/>
                  </a:lnTo>
                  <a:lnTo>
                    <a:pt x="416216" y="137510"/>
                  </a:lnTo>
                  <a:lnTo>
                    <a:pt x="378943" y="94661"/>
                  </a:lnTo>
                  <a:lnTo>
                    <a:pt x="329699" y="56990"/>
                  </a:lnTo>
                  <a:lnTo>
                    <a:pt x="279018" y="26992"/>
                  </a:lnTo>
                  <a:lnTo>
                    <a:pt x="237437" y="7164"/>
                  </a:lnTo>
                  <a:lnTo>
                    <a:pt x="215490" y="0"/>
                  </a:lnTo>
                  <a:close/>
                </a:path>
              </a:pathLst>
            </a:custGeom>
            <a:solidFill>
              <a:srgbClr val="4149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 descr=""/>
            <p:cNvSpPr/>
            <p:nvPr/>
          </p:nvSpPr>
          <p:spPr>
            <a:xfrm>
              <a:off x="7525740" y="5401328"/>
              <a:ext cx="341630" cy="478155"/>
            </a:xfrm>
            <a:custGeom>
              <a:avLst/>
              <a:gdLst/>
              <a:ahLst/>
              <a:cxnLst/>
              <a:rect l="l" t="t" r="r" b="b"/>
              <a:pathLst>
                <a:path w="341629" h="478154">
                  <a:moveTo>
                    <a:pt x="78613" y="65062"/>
                  </a:moveTo>
                  <a:lnTo>
                    <a:pt x="73355" y="41910"/>
                  </a:lnTo>
                  <a:lnTo>
                    <a:pt x="61302" y="20980"/>
                  </a:lnTo>
                  <a:lnTo>
                    <a:pt x="48094" y="5829"/>
                  </a:lnTo>
                  <a:lnTo>
                    <a:pt x="39306" y="0"/>
                  </a:lnTo>
                  <a:lnTo>
                    <a:pt x="29870" y="5829"/>
                  </a:lnTo>
                  <a:lnTo>
                    <a:pt x="16713" y="20980"/>
                  </a:lnTo>
                  <a:lnTo>
                    <a:pt x="5041" y="41910"/>
                  </a:lnTo>
                  <a:lnTo>
                    <a:pt x="0" y="65062"/>
                  </a:lnTo>
                  <a:lnTo>
                    <a:pt x="0" y="477837"/>
                  </a:lnTo>
                  <a:lnTo>
                    <a:pt x="78613" y="477837"/>
                  </a:lnTo>
                  <a:lnTo>
                    <a:pt x="78613" y="65062"/>
                  </a:lnTo>
                  <a:close/>
                </a:path>
                <a:path w="341629" h="478154">
                  <a:moveTo>
                    <a:pt x="209842" y="65062"/>
                  </a:moveTo>
                  <a:lnTo>
                    <a:pt x="204571" y="41910"/>
                  </a:lnTo>
                  <a:lnTo>
                    <a:pt x="192532" y="20980"/>
                  </a:lnTo>
                  <a:lnTo>
                    <a:pt x="179311" y="5829"/>
                  </a:lnTo>
                  <a:lnTo>
                    <a:pt x="170522" y="0"/>
                  </a:lnTo>
                  <a:lnTo>
                    <a:pt x="161086" y="5829"/>
                  </a:lnTo>
                  <a:lnTo>
                    <a:pt x="147942" y="20980"/>
                  </a:lnTo>
                  <a:lnTo>
                    <a:pt x="136258" y="41910"/>
                  </a:lnTo>
                  <a:lnTo>
                    <a:pt x="131216" y="65062"/>
                  </a:lnTo>
                  <a:lnTo>
                    <a:pt x="131216" y="477837"/>
                  </a:lnTo>
                  <a:lnTo>
                    <a:pt x="209842" y="477837"/>
                  </a:lnTo>
                  <a:lnTo>
                    <a:pt x="209842" y="65062"/>
                  </a:lnTo>
                  <a:close/>
                </a:path>
                <a:path w="341629" h="478154">
                  <a:moveTo>
                    <a:pt x="341058" y="65062"/>
                  </a:moveTo>
                  <a:lnTo>
                    <a:pt x="335800" y="41910"/>
                  </a:lnTo>
                  <a:lnTo>
                    <a:pt x="323748" y="20980"/>
                  </a:lnTo>
                  <a:lnTo>
                    <a:pt x="310527" y="5829"/>
                  </a:lnTo>
                  <a:lnTo>
                    <a:pt x="301752" y="0"/>
                  </a:lnTo>
                  <a:lnTo>
                    <a:pt x="292303" y="5829"/>
                  </a:lnTo>
                  <a:lnTo>
                    <a:pt x="279158" y="20980"/>
                  </a:lnTo>
                  <a:lnTo>
                    <a:pt x="267487" y="41910"/>
                  </a:lnTo>
                  <a:lnTo>
                    <a:pt x="262445" y="65062"/>
                  </a:lnTo>
                  <a:lnTo>
                    <a:pt x="262445" y="477837"/>
                  </a:lnTo>
                  <a:lnTo>
                    <a:pt x="341058" y="477837"/>
                  </a:lnTo>
                  <a:lnTo>
                    <a:pt x="341058" y="65062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 descr=""/>
            <p:cNvSpPr/>
            <p:nvPr/>
          </p:nvSpPr>
          <p:spPr>
            <a:xfrm>
              <a:off x="7023733" y="4304863"/>
              <a:ext cx="222885" cy="1574800"/>
            </a:xfrm>
            <a:custGeom>
              <a:avLst/>
              <a:gdLst/>
              <a:ahLst/>
              <a:cxnLst/>
              <a:rect l="l" t="t" r="r" b="b"/>
              <a:pathLst>
                <a:path w="222884" h="1574800">
                  <a:moveTo>
                    <a:pt x="222422" y="0"/>
                  </a:moveTo>
                  <a:lnTo>
                    <a:pt x="0" y="0"/>
                  </a:lnTo>
                  <a:lnTo>
                    <a:pt x="0" y="1574203"/>
                  </a:lnTo>
                  <a:lnTo>
                    <a:pt x="222422" y="1574203"/>
                  </a:lnTo>
                  <a:lnTo>
                    <a:pt x="222422" y="0"/>
                  </a:lnTo>
                  <a:close/>
                </a:path>
              </a:pathLst>
            </a:custGeom>
            <a:solidFill>
              <a:srgbClr val="9592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 descr=""/>
            <p:cNvSpPr/>
            <p:nvPr/>
          </p:nvSpPr>
          <p:spPr>
            <a:xfrm>
              <a:off x="6154765" y="4936132"/>
              <a:ext cx="869315" cy="942975"/>
            </a:xfrm>
            <a:custGeom>
              <a:avLst/>
              <a:gdLst/>
              <a:ahLst/>
              <a:cxnLst/>
              <a:rect l="l" t="t" r="r" b="b"/>
              <a:pathLst>
                <a:path w="869315" h="942975">
                  <a:moveTo>
                    <a:pt x="0" y="942934"/>
                  </a:moveTo>
                  <a:lnTo>
                    <a:pt x="868968" y="942934"/>
                  </a:lnTo>
                  <a:lnTo>
                    <a:pt x="868968" y="0"/>
                  </a:lnTo>
                  <a:lnTo>
                    <a:pt x="0" y="0"/>
                  </a:lnTo>
                  <a:lnTo>
                    <a:pt x="0" y="942934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 descr=""/>
            <p:cNvSpPr/>
            <p:nvPr/>
          </p:nvSpPr>
          <p:spPr>
            <a:xfrm>
              <a:off x="6288359" y="5124500"/>
              <a:ext cx="167005" cy="755015"/>
            </a:xfrm>
            <a:custGeom>
              <a:avLst/>
              <a:gdLst/>
              <a:ahLst/>
              <a:cxnLst/>
              <a:rect l="l" t="t" r="r" b="b"/>
              <a:pathLst>
                <a:path w="167004" h="755014">
                  <a:moveTo>
                    <a:pt x="83452" y="0"/>
                  </a:moveTo>
                  <a:lnTo>
                    <a:pt x="47066" y="22480"/>
                  </a:lnTo>
                  <a:lnTo>
                    <a:pt x="15559" y="54427"/>
                  </a:lnTo>
                  <a:lnTo>
                    <a:pt x="701" y="97651"/>
                  </a:lnTo>
                  <a:lnTo>
                    <a:pt x="1547" y="115154"/>
                  </a:lnTo>
                  <a:lnTo>
                    <a:pt x="3999" y="134618"/>
                  </a:lnTo>
                  <a:lnTo>
                    <a:pt x="7928" y="153266"/>
                  </a:lnTo>
                  <a:lnTo>
                    <a:pt x="13203" y="168319"/>
                  </a:lnTo>
                  <a:lnTo>
                    <a:pt x="7761" y="173954"/>
                  </a:lnTo>
                  <a:lnTo>
                    <a:pt x="3598" y="180631"/>
                  </a:lnTo>
                  <a:lnTo>
                    <a:pt x="936" y="188178"/>
                  </a:lnTo>
                  <a:lnTo>
                    <a:pt x="0" y="196423"/>
                  </a:lnTo>
                  <a:lnTo>
                    <a:pt x="0" y="754657"/>
                  </a:lnTo>
                  <a:lnTo>
                    <a:pt x="166905" y="754657"/>
                  </a:lnTo>
                  <a:lnTo>
                    <a:pt x="166905" y="196423"/>
                  </a:lnTo>
                  <a:lnTo>
                    <a:pt x="165969" y="188178"/>
                  </a:lnTo>
                  <a:lnTo>
                    <a:pt x="163307" y="180631"/>
                  </a:lnTo>
                  <a:lnTo>
                    <a:pt x="159144" y="173954"/>
                  </a:lnTo>
                  <a:lnTo>
                    <a:pt x="153702" y="168319"/>
                  </a:lnTo>
                  <a:lnTo>
                    <a:pt x="158973" y="153266"/>
                  </a:lnTo>
                  <a:lnTo>
                    <a:pt x="162902" y="134618"/>
                  </a:lnTo>
                  <a:lnTo>
                    <a:pt x="165356" y="115154"/>
                  </a:lnTo>
                  <a:lnTo>
                    <a:pt x="166204" y="97651"/>
                  </a:lnTo>
                  <a:lnTo>
                    <a:pt x="164911" y="62694"/>
                  </a:lnTo>
                  <a:lnTo>
                    <a:pt x="155860" y="40870"/>
                  </a:lnTo>
                  <a:lnTo>
                    <a:pt x="131293" y="23023"/>
                  </a:lnTo>
                  <a:lnTo>
                    <a:pt x="83452" y="0"/>
                  </a:lnTo>
                  <a:close/>
                </a:path>
              </a:pathLst>
            </a:custGeom>
            <a:solidFill>
              <a:srgbClr val="303A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 descr=""/>
            <p:cNvSpPr/>
            <p:nvPr/>
          </p:nvSpPr>
          <p:spPr>
            <a:xfrm>
              <a:off x="6288359" y="5146981"/>
              <a:ext cx="94615" cy="732790"/>
            </a:xfrm>
            <a:custGeom>
              <a:avLst/>
              <a:gdLst/>
              <a:ahLst/>
              <a:cxnLst/>
              <a:rect l="l" t="t" r="r" b="b"/>
              <a:pathLst>
                <a:path w="94614" h="732789">
                  <a:moveTo>
                    <a:pt x="47066" y="0"/>
                  </a:moveTo>
                  <a:lnTo>
                    <a:pt x="30457" y="14451"/>
                  </a:lnTo>
                  <a:lnTo>
                    <a:pt x="15559" y="31946"/>
                  </a:lnTo>
                  <a:lnTo>
                    <a:pt x="4824" y="52260"/>
                  </a:lnTo>
                  <a:lnTo>
                    <a:pt x="701" y="75170"/>
                  </a:lnTo>
                  <a:lnTo>
                    <a:pt x="1547" y="92673"/>
                  </a:lnTo>
                  <a:lnTo>
                    <a:pt x="3999" y="112137"/>
                  </a:lnTo>
                  <a:lnTo>
                    <a:pt x="7928" y="130785"/>
                  </a:lnTo>
                  <a:lnTo>
                    <a:pt x="13203" y="145838"/>
                  </a:lnTo>
                  <a:lnTo>
                    <a:pt x="7761" y="151473"/>
                  </a:lnTo>
                  <a:lnTo>
                    <a:pt x="3598" y="158150"/>
                  </a:lnTo>
                  <a:lnTo>
                    <a:pt x="936" y="165697"/>
                  </a:lnTo>
                  <a:lnTo>
                    <a:pt x="0" y="173942"/>
                  </a:lnTo>
                  <a:lnTo>
                    <a:pt x="0" y="732176"/>
                  </a:lnTo>
                  <a:lnTo>
                    <a:pt x="94405" y="732176"/>
                  </a:lnTo>
                  <a:lnTo>
                    <a:pt x="94405" y="173942"/>
                  </a:lnTo>
                  <a:lnTo>
                    <a:pt x="93466" y="165697"/>
                  </a:lnTo>
                  <a:lnTo>
                    <a:pt x="90790" y="158150"/>
                  </a:lnTo>
                  <a:lnTo>
                    <a:pt x="86586" y="151473"/>
                  </a:lnTo>
                  <a:lnTo>
                    <a:pt x="81065" y="145838"/>
                  </a:lnTo>
                  <a:lnTo>
                    <a:pt x="86419" y="130785"/>
                  </a:lnTo>
                  <a:lnTo>
                    <a:pt x="90388" y="112137"/>
                  </a:lnTo>
                  <a:lnTo>
                    <a:pt x="92855" y="92673"/>
                  </a:lnTo>
                  <a:lnTo>
                    <a:pt x="93703" y="75170"/>
                  </a:lnTo>
                  <a:lnTo>
                    <a:pt x="89557" y="52241"/>
                  </a:lnTo>
                  <a:lnTo>
                    <a:pt x="78760" y="31895"/>
                  </a:lnTo>
                  <a:lnTo>
                    <a:pt x="63776" y="14394"/>
                  </a:lnTo>
                  <a:lnTo>
                    <a:pt x="47066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 descr=""/>
            <p:cNvSpPr/>
            <p:nvPr/>
          </p:nvSpPr>
          <p:spPr>
            <a:xfrm>
              <a:off x="6503540" y="5124500"/>
              <a:ext cx="167005" cy="755015"/>
            </a:xfrm>
            <a:custGeom>
              <a:avLst/>
              <a:gdLst/>
              <a:ahLst/>
              <a:cxnLst/>
              <a:rect l="l" t="t" r="r" b="b"/>
              <a:pathLst>
                <a:path w="167004" h="755014">
                  <a:moveTo>
                    <a:pt x="83452" y="0"/>
                  </a:moveTo>
                  <a:lnTo>
                    <a:pt x="47066" y="22480"/>
                  </a:lnTo>
                  <a:lnTo>
                    <a:pt x="15559" y="54427"/>
                  </a:lnTo>
                  <a:lnTo>
                    <a:pt x="701" y="97651"/>
                  </a:lnTo>
                  <a:lnTo>
                    <a:pt x="1549" y="115154"/>
                  </a:lnTo>
                  <a:lnTo>
                    <a:pt x="4003" y="134618"/>
                  </a:lnTo>
                  <a:lnTo>
                    <a:pt x="7932" y="153266"/>
                  </a:lnTo>
                  <a:lnTo>
                    <a:pt x="13203" y="168319"/>
                  </a:lnTo>
                  <a:lnTo>
                    <a:pt x="7761" y="173954"/>
                  </a:lnTo>
                  <a:lnTo>
                    <a:pt x="3598" y="180631"/>
                  </a:lnTo>
                  <a:lnTo>
                    <a:pt x="936" y="188178"/>
                  </a:lnTo>
                  <a:lnTo>
                    <a:pt x="0" y="196423"/>
                  </a:lnTo>
                  <a:lnTo>
                    <a:pt x="0" y="754657"/>
                  </a:lnTo>
                  <a:lnTo>
                    <a:pt x="166905" y="754657"/>
                  </a:lnTo>
                  <a:lnTo>
                    <a:pt x="166905" y="196423"/>
                  </a:lnTo>
                  <a:lnTo>
                    <a:pt x="165969" y="188178"/>
                  </a:lnTo>
                  <a:lnTo>
                    <a:pt x="163307" y="180631"/>
                  </a:lnTo>
                  <a:lnTo>
                    <a:pt x="159144" y="173954"/>
                  </a:lnTo>
                  <a:lnTo>
                    <a:pt x="153702" y="168319"/>
                  </a:lnTo>
                  <a:lnTo>
                    <a:pt x="158973" y="153266"/>
                  </a:lnTo>
                  <a:lnTo>
                    <a:pt x="162902" y="134618"/>
                  </a:lnTo>
                  <a:lnTo>
                    <a:pt x="165356" y="115154"/>
                  </a:lnTo>
                  <a:lnTo>
                    <a:pt x="166204" y="97651"/>
                  </a:lnTo>
                  <a:lnTo>
                    <a:pt x="164911" y="62694"/>
                  </a:lnTo>
                  <a:lnTo>
                    <a:pt x="155860" y="40870"/>
                  </a:lnTo>
                  <a:lnTo>
                    <a:pt x="131293" y="23023"/>
                  </a:lnTo>
                  <a:lnTo>
                    <a:pt x="83452" y="0"/>
                  </a:lnTo>
                  <a:close/>
                </a:path>
              </a:pathLst>
            </a:custGeom>
            <a:solidFill>
              <a:srgbClr val="303A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 descr=""/>
            <p:cNvSpPr/>
            <p:nvPr/>
          </p:nvSpPr>
          <p:spPr>
            <a:xfrm>
              <a:off x="6503540" y="5146981"/>
              <a:ext cx="94615" cy="732790"/>
            </a:xfrm>
            <a:custGeom>
              <a:avLst/>
              <a:gdLst/>
              <a:ahLst/>
              <a:cxnLst/>
              <a:rect l="l" t="t" r="r" b="b"/>
              <a:pathLst>
                <a:path w="94615" h="732789">
                  <a:moveTo>
                    <a:pt x="47066" y="0"/>
                  </a:moveTo>
                  <a:lnTo>
                    <a:pt x="30457" y="14451"/>
                  </a:lnTo>
                  <a:lnTo>
                    <a:pt x="15559" y="31946"/>
                  </a:lnTo>
                  <a:lnTo>
                    <a:pt x="4824" y="52260"/>
                  </a:lnTo>
                  <a:lnTo>
                    <a:pt x="701" y="75170"/>
                  </a:lnTo>
                  <a:lnTo>
                    <a:pt x="1549" y="92673"/>
                  </a:lnTo>
                  <a:lnTo>
                    <a:pt x="4003" y="112137"/>
                  </a:lnTo>
                  <a:lnTo>
                    <a:pt x="7932" y="130785"/>
                  </a:lnTo>
                  <a:lnTo>
                    <a:pt x="13203" y="145838"/>
                  </a:lnTo>
                  <a:lnTo>
                    <a:pt x="7761" y="151473"/>
                  </a:lnTo>
                  <a:lnTo>
                    <a:pt x="3598" y="158150"/>
                  </a:lnTo>
                  <a:lnTo>
                    <a:pt x="936" y="165697"/>
                  </a:lnTo>
                  <a:lnTo>
                    <a:pt x="0" y="173942"/>
                  </a:lnTo>
                  <a:lnTo>
                    <a:pt x="0" y="732176"/>
                  </a:lnTo>
                  <a:lnTo>
                    <a:pt x="94415" y="732176"/>
                  </a:lnTo>
                  <a:lnTo>
                    <a:pt x="94415" y="173942"/>
                  </a:lnTo>
                  <a:lnTo>
                    <a:pt x="93475" y="165697"/>
                  </a:lnTo>
                  <a:lnTo>
                    <a:pt x="90795" y="158150"/>
                  </a:lnTo>
                  <a:lnTo>
                    <a:pt x="86588" y="151473"/>
                  </a:lnTo>
                  <a:lnTo>
                    <a:pt x="81065" y="145838"/>
                  </a:lnTo>
                  <a:lnTo>
                    <a:pt x="86419" y="130785"/>
                  </a:lnTo>
                  <a:lnTo>
                    <a:pt x="90388" y="112137"/>
                  </a:lnTo>
                  <a:lnTo>
                    <a:pt x="92855" y="92673"/>
                  </a:lnTo>
                  <a:lnTo>
                    <a:pt x="93703" y="75170"/>
                  </a:lnTo>
                  <a:lnTo>
                    <a:pt x="89557" y="52241"/>
                  </a:lnTo>
                  <a:lnTo>
                    <a:pt x="78760" y="31895"/>
                  </a:lnTo>
                  <a:lnTo>
                    <a:pt x="63776" y="14394"/>
                  </a:lnTo>
                  <a:lnTo>
                    <a:pt x="47066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 descr=""/>
            <p:cNvSpPr/>
            <p:nvPr/>
          </p:nvSpPr>
          <p:spPr>
            <a:xfrm>
              <a:off x="6718723" y="5124500"/>
              <a:ext cx="167005" cy="755015"/>
            </a:xfrm>
            <a:custGeom>
              <a:avLst/>
              <a:gdLst/>
              <a:ahLst/>
              <a:cxnLst/>
              <a:rect l="l" t="t" r="r" b="b"/>
              <a:pathLst>
                <a:path w="167004" h="755014">
                  <a:moveTo>
                    <a:pt x="83452" y="0"/>
                  </a:moveTo>
                  <a:lnTo>
                    <a:pt x="47066" y="22480"/>
                  </a:lnTo>
                  <a:lnTo>
                    <a:pt x="15559" y="54427"/>
                  </a:lnTo>
                  <a:lnTo>
                    <a:pt x="701" y="97651"/>
                  </a:lnTo>
                  <a:lnTo>
                    <a:pt x="1549" y="115154"/>
                  </a:lnTo>
                  <a:lnTo>
                    <a:pt x="4003" y="134618"/>
                  </a:lnTo>
                  <a:lnTo>
                    <a:pt x="7932" y="153266"/>
                  </a:lnTo>
                  <a:lnTo>
                    <a:pt x="13203" y="168319"/>
                  </a:lnTo>
                  <a:lnTo>
                    <a:pt x="7761" y="173954"/>
                  </a:lnTo>
                  <a:lnTo>
                    <a:pt x="3598" y="180631"/>
                  </a:lnTo>
                  <a:lnTo>
                    <a:pt x="936" y="188178"/>
                  </a:lnTo>
                  <a:lnTo>
                    <a:pt x="0" y="196423"/>
                  </a:lnTo>
                  <a:lnTo>
                    <a:pt x="0" y="754657"/>
                  </a:lnTo>
                  <a:lnTo>
                    <a:pt x="166905" y="754657"/>
                  </a:lnTo>
                  <a:lnTo>
                    <a:pt x="166905" y="196423"/>
                  </a:lnTo>
                  <a:lnTo>
                    <a:pt x="165969" y="188178"/>
                  </a:lnTo>
                  <a:lnTo>
                    <a:pt x="163307" y="180631"/>
                  </a:lnTo>
                  <a:lnTo>
                    <a:pt x="159144" y="173954"/>
                  </a:lnTo>
                  <a:lnTo>
                    <a:pt x="153702" y="168319"/>
                  </a:lnTo>
                  <a:lnTo>
                    <a:pt x="158973" y="153266"/>
                  </a:lnTo>
                  <a:lnTo>
                    <a:pt x="162902" y="134618"/>
                  </a:lnTo>
                  <a:lnTo>
                    <a:pt x="165356" y="115154"/>
                  </a:lnTo>
                  <a:lnTo>
                    <a:pt x="166204" y="97651"/>
                  </a:lnTo>
                  <a:lnTo>
                    <a:pt x="164911" y="62694"/>
                  </a:lnTo>
                  <a:lnTo>
                    <a:pt x="155860" y="40870"/>
                  </a:lnTo>
                  <a:lnTo>
                    <a:pt x="131293" y="23023"/>
                  </a:lnTo>
                  <a:lnTo>
                    <a:pt x="83452" y="0"/>
                  </a:lnTo>
                  <a:close/>
                </a:path>
              </a:pathLst>
            </a:custGeom>
            <a:solidFill>
              <a:srgbClr val="303A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 descr=""/>
            <p:cNvSpPr/>
            <p:nvPr/>
          </p:nvSpPr>
          <p:spPr>
            <a:xfrm>
              <a:off x="6718723" y="5146981"/>
              <a:ext cx="94615" cy="732790"/>
            </a:xfrm>
            <a:custGeom>
              <a:avLst/>
              <a:gdLst/>
              <a:ahLst/>
              <a:cxnLst/>
              <a:rect l="l" t="t" r="r" b="b"/>
              <a:pathLst>
                <a:path w="94615" h="732789">
                  <a:moveTo>
                    <a:pt x="47066" y="0"/>
                  </a:moveTo>
                  <a:lnTo>
                    <a:pt x="30457" y="14451"/>
                  </a:lnTo>
                  <a:lnTo>
                    <a:pt x="15559" y="31946"/>
                  </a:lnTo>
                  <a:lnTo>
                    <a:pt x="4824" y="52260"/>
                  </a:lnTo>
                  <a:lnTo>
                    <a:pt x="701" y="75170"/>
                  </a:lnTo>
                  <a:lnTo>
                    <a:pt x="1549" y="92673"/>
                  </a:lnTo>
                  <a:lnTo>
                    <a:pt x="4003" y="112137"/>
                  </a:lnTo>
                  <a:lnTo>
                    <a:pt x="7932" y="130785"/>
                  </a:lnTo>
                  <a:lnTo>
                    <a:pt x="13203" y="145838"/>
                  </a:lnTo>
                  <a:lnTo>
                    <a:pt x="7761" y="151473"/>
                  </a:lnTo>
                  <a:lnTo>
                    <a:pt x="3598" y="158150"/>
                  </a:lnTo>
                  <a:lnTo>
                    <a:pt x="936" y="165697"/>
                  </a:lnTo>
                  <a:lnTo>
                    <a:pt x="0" y="173942"/>
                  </a:lnTo>
                  <a:lnTo>
                    <a:pt x="0" y="732176"/>
                  </a:lnTo>
                  <a:lnTo>
                    <a:pt x="94405" y="732176"/>
                  </a:lnTo>
                  <a:lnTo>
                    <a:pt x="94405" y="173942"/>
                  </a:lnTo>
                  <a:lnTo>
                    <a:pt x="93466" y="165697"/>
                  </a:lnTo>
                  <a:lnTo>
                    <a:pt x="90790" y="158150"/>
                  </a:lnTo>
                  <a:lnTo>
                    <a:pt x="86586" y="151473"/>
                  </a:lnTo>
                  <a:lnTo>
                    <a:pt x="81065" y="145838"/>
                  </a:lnTo>
                  <a:lnTo>
                    <a:pt x="86419" y="130785"/>
                  </a:lnTo>
                  <a:lnTo>
                    <a:pt x="90388" y="112137"/>
                  </a:lnTo>
                  <a:lnTo>
                    <a:pt x="92855" y="92673"/>
                  </a:lnTo>
                  <a:lnTo>
                    <a:pt x="93703" y="75170"/>
                  </a:lnTo>
                  <a:lnTo>
                    <a:pt x="89557" y="52241"/>
                  </a:lnTo>
                  <a:lnTo>
                    <a:pt x="78760" y="31895"/>
                  </a:lnTo>
                  <a:lnTo>
                    <a:pt x="63776" y="14394"/>
                  </a:lnTo>
                  <a:lnTo>
                    <a:pt x="47066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2" name="object 202" descr=""/>
          <p:cNvGrpSpPr/>
          <p:nvPr/>
        </p:nvGrpSpPr>
        <p:grpSpPr>
          <a:xfrm>
            <a:off x="4746326" y="4936132"/>
            <a:ext cx="869315" cy="942975"/>
            <a:chOff x="4746326" y="4936132"/>
            <a:chExt cx="869315" cy="942975"/>
          </a:xfrm>
        </p:grpSpPr>
        <p:sp>
          <p:nvSpPr>
            <p:cNvPr id="203" name="object 203" descr=""/>
            <p:cNvSpPr/>
            <p:nvPr/>
          </p:nvSpPr>
          <p:spPr>
            <a:xfrm>
              <a:off x="4746326" y="4936132"/>
              <a:ext cx="869315" cy="942975"/>
            </a:xfrm>
            <a:custGeom>
              <a:avLst/>
              <a:gdLst/>
              <a:ahLst/>
              <a:cxnLst/>
              <a:rect l="l" t="t" r="r" b="b"/>
              <a:pathLst>
                <a:path w="869314" h="942975">
                  <a:moveTo>
                    <a:pt x="0" y="942882"/>
                  </a:moveTo>
                  <a:lnTo>
                    <a:pt x="868968" y="942882"/>
                  </a:lnTo>
                  <a:lnTo>
                    <a:pt x="868968" y="0"/>
                  </a:lnTo>
                  <a:lnTo>
                    <a:pt x="0" y="0"/>
                  </a:lnTo>
                  <a:lnTo>
                    <a:pt x="0" y="942882"/>
                  </a:lnTo>
                  <a:close/>
                </a:path>
              </a:pathLst>
            </a:custGeom>
            <a:solidFill>
              <a:srgbClr val="9592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 descr=""/>
            <p:cNvSpPr/>
            <p:nvPr/>
          </p:nvSpPr>
          <p:spPr>
            <a:xfrm>
              <a:off x="5314793" y="5124453"/>
              <a:ext cx="167005" cy="755015"/>
            </a:xfrm>
            <a:custGeom>
              <a:avLst/>
              <a:gdLst/>
              <a:ahLst/>
              <a:cxnLst/>
              <a:rect l="l" t="t" r="r" b="b"/>
              <a:pathLst>
                <a:path w="167004" h="755014">
                  <a:moveTo>
                    <a:pt x="83452" y="0"/>
                  </a:moveTo>
                  <a:lnTo>
                    <a:pt x="70523" y="6900"/>
                  </a:lnTo>
                  <a:lnTo>
                    <a:pt x="42077" y="26538"/>
                  </a:lnTo>
                  <a:lnTo>
                    <a:pt x="13631" y="57320"/>
                  </a:lnTo>
                  <a:lnTo>
                    <a:pt x="701" y="97651"/>
                  </a:lnTo>
                  <a:lnTo>
                    <a:pt x="1549" y="115154"/>
                  </a:lnTo>
                  <a:lnTo>
                    <a:pt x="4003" y="134618"/>
                  </a:lnTo>
                  <a:lnTo>
                    <a:pt x="7932" y="153266"/>
                  </a:lnTo>
                  <a:lnTo>
                    <a:pt x="13203" y="168319"/>
                  </a:lnTo>
                  <a:lnTo>
                    <a:pt x="7761" y="173954"/>
                  </a:lnTo>
                  <a:lnTo>
                    <a:pt x="3598" y="180631"/>
                  </a:lnTo>
                  <a:lnTo>
                    <a:pt x="936" y="188178"/>
                  </a:lnTo>
                  <a:lnTo>
                    <a:pt x="0" y="196423"/>
                  </a:lnTo>
                  <a:lnTo>
                    <a:pt x="0" y="754657"/>
                  </a:lnTo>
                  <a:lnTo>
                    <a:pt x="166905" y="754657"/>
                  </a:lnTo>
                  <a:lnTo>
                    <a:pt x="166905" y="196423"/>
                  </a:lnTo>
                  <a:lnTo>
                    <a:pt x="165969" y="188178"/>
                  </a:lnTo>
                  <a:lnTo>
                    <a:pt x="163307" y="180631"/>
                  </a:lnTo>
                  <a:lnTo>
                    <a:pt x="159144" y="173954"/>
                  </a:lnTo>
                  <a:lnTo>
                    <a:pt x="153702" y="168319"/>
                  </a:lnTo>
                  <a:lnTo>
                    <a:pt x="158973" y="153266"/>
                  </a:lnTo>
                  <a:lnTo>
                    <a:pt x="162902" y="134618"/>
                  </a:lnTo>
                  <a:lnTo>
                    <a:pt x="165356" y="115154"/>
                  </a:lnTo>
                  <a:lnTo>
                    <a:pt x="166204" y="97651"/>
                  </a:lnTo>
                  <a:lnTo>
                    <a:pt x="162081" y="74741"/>
                  </a:lnTo>
                  <a:lnTo>
                    <a:pt x="136448" y="36932"/>
                  </a:lnTo>
                  <a:lnTo>
                    <a:pt x="101068" y="8817"/>
                  </a:lnTo>
                  <a:lnTo>
                    <a:pt x="93822" y="4857"/>
                  </a:lnTo>
                  <a:lnTo>
                    <a:pt x="83452" y="0"/>
                  </a:lnTo>
                  <a:close/>
                </a:path>
              </a:pathLst>
            </a:custGeom>
            <a:solidFill>
              <a:srgbClr val="303A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 descr=""/>
            <p:cNvSpPr/>
            <p:nvPr/>
          </p:nvSpPr>
          <p:spPr>
            <a:xfrm>
              <a:off x="5387285" y="5146934"/>
              <a:ext cx="94615" cy="732790"/>
            </a:xfrm>
            <a:custGeom>
              <a:avLst/>
              <a:gdLst/>
              <a:ahLst/>
              <a:cxnLst/>
              <a:rect l="l" t="t" r="r" b="b"/>
              <a:pathLst>
                <a:path w="94614" h="732789">
                  <a:moveTo>
                    <a:pt x="47349" y="0"/>
                  </a:moveTo>
                  <a:lnTo>
                    <a:pt x="30638" y="14394"/>
                  </a:lnTo>
                  <a:lnTo>
                    <a:pt x="15650" y="31895"/>
                  </a:lnTo>
                  <a:lnTo>
                    <a:pt x="4849" y="52241"/>
                  </a:lnTo>
                  <a:lnTo>
                    <a:pt x="701" y="75170"/>
                  </a:lnTo>
                  <a:lnTo>
                    <a:pt x="1551" y="92673"/>
                  </a:lnTo>
                  <a:lnTo>
                    <a:pt x="4022" y="112137"/>
                  </a:lnTo>
                  <a:lnTo>
                    <a:pt x="7994" y="130785"/>
                  </a:lnTo>
                  <a:lnTo>
                    <a:pt x="13350" y="145838"/>
                  </a:lnTo>
                  <a:lnTo>
                    <a:pt x="7827" y="151473"/>
                  </a:lnTo>
                  <a:lnTo>
                    <a:pt x="3620" y="158150"/>
                  </a:lnTo>
                  <a:lnTo>
                    <a:pt x="940" y="165697"/>
                  </a:lnTo>
                  <a:lnTo>
                    <a:pt x="0" y="173942"/>
                  </a:lnTo>
                  <a:lnTo>
                    <a:pt x="0" y="732176"/>
                  </a:lnTo>
                  <a:lnTo>
                    <a:pt x="94415" y="732176"/>
                  </a:lnTo>
                  <a:lnTo>
                    <a:pt x="94415" y="173942"/>
                  </a:lnTo>
                  <a:lnTo>
                    <a:pt x="93479" y="165697"/>
                  </a:lnTo>
                  <a:lnTo>
                    <a:pt x="90817" y="158150"/>
                  </a:lnTo>
                  <a:lnTo>
                    <a:pt x="86654" y="151473"/>
                  </a:lnTo>
                  <a:lnTo>
                    <a:pt x="81212" y="145838"/>
                  </a:lnTo>
                  <a:lnTo>
                    <a:pt x="86483" y="130785"/>
                  </a:lnTo>
                  <a:lnTo>
                    <a:pt x="90412" y="112137"/>
                  </a:lnTo>
                  <a:lnTo>
                    <a:pt x="92866" y="92673"/>
                  </a:lnTo>
                  <a:lnTo>
                    <a:pt x="93714" y="75170"/>
                  </a:lnTo>
                  <a:lnTo>
                    <a:pt x="89591" y="52260"/>
                  </a:lnTo>
                  <a:lnTo>
                    <a:pt x="78856" y="31946"/>
                  </a:lnTo>
                  <a:lnTo>
                    <a:pt x="63958" y="14451"/>
                  </a:lnTo>
                  <a:lnTo>
                    <a:pt x="47349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 descr=""/>
            <p:cNvSpPr/>
            <p:nvPr/>
          </p:nvSpPr>
          <p:spPr>
            <a:xfrm>
              <a:off x="5099610" y="5124453"/>
              <a:ext cx="167005" cy="755015"/>
            </a:xfrm>
            <a:custGeom>
              <a:avLst/>
              <a:gdLst/>
              <a:ahLst/>
              <a:cxnLst/>
              <a:rect l="l" t="t" r="r" b="b"/>
              <a:pathLst>
                <a:path w="167004" h="755014">
                  <a:moveTo>
                    <a:pt x="83452" y="0"/>
                  </a:moveTo>
                  <a:lnTo>
                    <a:pt x="70523" y="6900"/>
                  </a:lnTo>
                  <a:lnTo>
                    <a:pt x="42077" y="26538"/>
                  </a:lnTo>
                  <a:lnTo>
                    <a:pt x="13631" y="57320"/>
                  </a:lnTo>
                  <a:lnTo>
                    <a:pt x="701" y="97651"/>
                  </a:lnTo>
                  <a:lnTo>
                    <a:pt x="1549" y="115154"/>
                  </a:lnTo>
                  <a:lnTo>
                    <a:pt x="4003" y="134618"/>
                  </a:lnTo>
                  <a:lnTo>
                    <a:pt x="7932" y="153266"/>
                  </a:lnTo>
                  <a:lnTo>
                    <a:pt x="13203" y="168319"/>
                  </a:lnTo>
                  <a:lnTo>
                    <a:pt x="7761" y="173954"/>
                  </a:lnTo>
                  <a:lnTo>
                    <a:pt x="3598" y="180631"/>
                  </a:lnTo>
                  <a:lnTo>
                    <a:pt x="936" y="188178"/>
                  </a:lnTo>
                  <a:lnTo>
                    <a:pt x="0" y="196423"/>
                  </a:lnTo>
                  <a:lnTo>
                    <a:pt x="0" y="754657"/>
                  </a:lnTo>
                  <a:lnTo>
                    <a:pt x="166905" y="754657"/>
                  </a:lnTo>
                  <a:lnTo>
                    <a:pt x="166905" y="196423"/>
                  </a:lnTo>
                  <a:lnTo>
                    <a:pt x="165969" y="188178"/>
                  </a:lnTo>
                  <a:lnTo>
                    <a:pt x="163307" y="180631"/>
                  </a:lnTo>
                  <a:lnTo>
                    <a:pt x="159144" y="173954"/>
                  </a:lnTo>
                  <a:lnTo>
                    <a:pt x="153702" y="168319"/>
                  </a:lnTo>
                  <a:lnTo>
                    <a:pt x="158973" y="153266"/>
                  </a:lnTo>
                  <a:lnTo>
                    <a:pt x="162902" y="134618"/>
                  </a:lnTo>
                  <a:lnTo>
                    <a:pt x="165356" y="115154"/>
                  </a:lnTo>
                  <a:lnTo>
                    <a:pt x="166204" y="97651"/>
                  </a:lnTo>
                  <a:lnTo>
                    <a:pt x="162081" y="74741"/>
                  </a:lnTo>
                  <a:lnTo>
                    <a:pt x="136448" y="36932"/>
                  </a:lnTo>
                  <a:lnTo>
                    <a:pt x="101068" y="8817"/>
                  </a:lnTo>
                  <a:lnTo>
                    <a:pt x="93822" y="4857"/>
                  </a:lnTo>
                  <a:lnTo>
                    <a:pt x="83452" y="0"/>
                  </a:lnTo>
                  <a:close/>
                </a:path>
              </a:pathLst>
            </a:custGeom>
            <a:solidFill>
              <a:srgbClr val="303A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 descr=""/>
            <p:cNvSpPr/>
            <p:nvPr/>
          </p:nvSpPr>
          <p:spPr>
            <a:xfrm>
              <a:off x="5172102" y="5146934"/>
              <a:ext cx="94615" cy="732790"/>
            </a:xfrm>
            <a:custGeom>
              <a:avLst/>
              <a:gdLst/>
              <a:ahLst/>
              <a:cxnLst/>
              <a:rect l="l" t="t" r="r" b="b"/>
              <a:pathLst>
                <a:path w="94614" h="732789">
                  <a:moveTo>
                    <a:pt x="47349" y="0"/>
                  </a:moveTo>
                  <a:lnTo>
                    <a:pt x="30638" y="14394"/>
                  </a:lnTo>
                  <a:lnTo>
                    <a:pt x="15650" y="31895"/>
                  </a:lnTo>
                  <a:lnTo>
                    <a:pt x="4849" y="52241"/>
                  </a:lnTo>
                  <a:lnTo>
                    <a:pt x="701" y="75170"/>
                  </a:lnTo>
                  <a:lnTo>
                    <a:pt x="1551" y="92673"/>
                  </a:lnTo>
                  <a:lnTo>
                    <a:pt x="4022" y="112137"/>
                  </a:lnTo>
                  <a:lnTo>
                    <a:pt x="7994" y="130785"/>
                  </a:lnTo>
                  <a:lnTo>
                    <a:pt x="13350" y="145838"/>
                  </a:lnTo>
                  <a:lnTo>
                    <a:pt x="7827" y="151473"/>
                  </a:lnTo>
                  <a:lnTo>
                    <a:pt x="3620" y="158150"/>
                  </a:lnTo>
                  <a:lnTo>
                    <a:pt x="940" y="165697"/>
                  </a:lnTo>
                  <a:lnTo>
                    <a:pt x="0" y="173942"/>
                  </a:lnTo>
                  <a:lnTo>
                    <a:pt x="0" y="732176"/>
                  </a:lnTo>
                  <a:lnTo>
                    <a:pt x="94415" y="732176"/>
                  </a:lnTo>
                  <a:lnTo>
                    <a:pt x="94415" y="173942"/>
                  </a:lnTo>
                  <a:lnTo>
                    <a:pt x="93479" y="165697"/>
                  </a:lnTo>
                  <a:lnTo>
                    <a:pt x="90817" y="158150"/>
                  </a:lnTo>
                  <a:lnTo>
                    <a:pt x="86654" y="151473"/>
                  </a:lnTo>
                  <a:lnTo>
                    <a:pt x="81212" y="145838"/>
                  </a:lnTo>
                  <a:lnTo>
                    <a:pt x="86483" y="130785"/>
                  </a:lnTo>
                  <a:lnTo>
                    <a:pt x="90412" y="112137"/>
                  </a:lnTo>
                  <a:lnTo>
                    <a:pt x="92866" y="92673"/>
                  </a:lnTo>
                  <a:lnTo>
                    <a:pt x="93714" y="75170"/>
                  </a:lnTo>
                  <a:lnTo>
                    <a:pt x="89591" y="52260"/>
                  </a:lnTo>
                  <a:lnTo>
                    <a:pt x="78856" y="31946"/>
                  </a:lnTo>
                  <a:lnTo>
                    <a:pt x="63958" y="14451"/>
                  </a:lnTo>
                  <a:lnTo>
                    <a:pt x="47349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 descr=""/>
            <p:cNvSpPr/>
            <p:nvPr/>
          </p:nvSpPr>
          <p:spPr>
            <a:xfrm>
              <a:off x="4884428" y="5124453"/>
              <a:ext cx="167005" cy="755015"/>
            </a:xfrm>
            <a:custGeom>
              <a:avLst/>
              <a:gdLst/>
              <a:ahLst/>
              <a:cxnLst/>
              <a:rect l="l" t="t" r="r" b="b"/>
              <a:pathLst>
                <a:path w="167004" h="755014">
                  <a:moveTo>
                    <a:pt x="83452" y="0"/>
                  </a:moveTo>
                  <a:lnTo>
                    <a:pt x="70523" y="6900"/>
                  </a:lnTo>
                  <a:lnTo>
                    <a:pt x="42077" y="26538"/>
                  </a:lnTo>
                  <a:lnTo>
                    <a:pt x="13631" y="57320"/>
                  </a:lnTo>
                  <a:lnTo>
                    <a:pt x="701" y="97651"/>
                  </a:lnTo>
                  <a:lnTo>
                    <a:pt x="1549" y="115154"/>
                  </a:lnTo>
                  <a:lnTo>
                    <a:pt x="4003" y="134618"/>
                  </a:lnTo>
                  <a:lnTo>
                    <a:pt x="7932" y="153266"/>
                  </a:lnTo>
                  <a:lnTo>
                    <a:pt x="13203" y="168319"/>
                  </a:lnTo>
                  <a:lnTo>
                    <a:pt x="7761" y="173954"/>
                  </a:lnTo>
                  <a:lnTo>
                    <a:pt x="3598" y="180631"/>
                  </a:lnTo>
                  <a:lnTo>
                    <a:pt x="936" y="188178"/>
                  </a:lnTo>
                  <a:lnTo>
                    <a:pt x="0" y="196423"/>
                  </a:lnTo>
                  <a:lnTo>
                    <a:pt x="0" y="754657"/>
                  </a:lnTo>
                  <a:lnTo>
                    <a:pt x="166905" y="754657"/>
                  </a:lnTo>
                  <a:lnTo>
                    <a:pt x="166905" y="196423"/>
                  </a:lnTo>
                  <a:lnTo>
                    <a:pt x="165969" y="188178"/>
                  </a:lnTo>
                  <a:lnTo>
                    <a:pt x="163307" y="180631"/>
                  </a:lnTo>
                  <a:lnTo>
                    <a:pt x="159144" y="173954"/>
                  </a:lnTo>
                  <a:lnTo>
                    <a:pt x="153702" y="168319"/>
                  </a:lnTo>
                  <a:lnTo>
                    <a:pt x="158973" y="153266"/>
                  </a:lnTo>
                  <a:lnTo>
                    <a:pt x="162902" y="134618"/>
                  </a:lnTo>
                  <a:lnTo>
                    <a:pt x="165356" y="115154"/>
                  </a:lnTo>
                  <a:lnTo>
                    <a:pt x="166204" y="97651"/>
                  </a:lnTo>
                  <a:lnTo>
                    <a:pt x="162081" y="74741"/>
                  </a:lnTo>
                  <a:lnTo>
                    <a:pt x="136448" y="36932"/>
                  </a:lnTo>
                  <a:lnTo>
                    <a:pt x="101068" y="8817"/>
                  </a:lnTo>
                  <a:lnTo>
                    <a:pt x="93822" y="4857"/>
                  </a:lnTo>
                  <a:lnTo>
                    <a:pt x="83452" y="0"/>
                  </a:lnTo>
                  <a:close/>
                </a:path>
              </a:pathLst>
            </a:custGeom>
            <a:solidFill>
              <a:srgbClr val="303A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 descr=""/>
            <p:cNvSpPr/>
            <p:nvPr/>
          </p:nvSpPr>
          <p:spPr>
            <a:xfrm>
              <a:off x="4956920" y="5146934"/>
              <a:ext cx="94615" cy="732790"/>
            </a:xfrm>
            <a:custGeom>
              <a:avLst/>
              <a:gdLst/>
              <a:ahLst/>
              <a:cxnLst/>
              <a:rect l="l" t="t" r="r" b="b"/>
              <a:pathLst>
                <a:path w="94614" h="732789">
                  <a:moveTo>
                    <a:pt x="47349" y="0"/>
                  </a:moveTo>
                  <a:lnTo>
                    <a:pt x="30638" y="14394"/>
                  </a:lnTo>
                  <a:lnTo>
                    <a:pt x="15650" y="31895"/>
                  </a:lnTo>
                  <a:lnTo>
                    <a:pt x="4849" y="52241"/>
                  </a:lnTo>
                  <a:lnTo>
                    <a:pt x="701" y="75170"/>
                  </a:lnTo>
                  <a:lnTo>
                    <a:pt x="1551" y="92673"/>
                  </a:lnTo>
                  <a:lnTo>
                    <a:pt x="4022" y="112137"/>
                  </a:lnTo>
                  <a:lnTo>
                    <a:pt x="7994" y="130785"/>
                  </a:lnTo>
                  <a:lnTo>
                    <a:pt x="13350" y="145838"/>
                  </a:lnTo>
                  <a:lnTo>
                    <a:pt x="7827" y="151473"/>
                  </a:lnTo>
                  <a:lnTo>
                    <a:pt x="3620" y="158150"/>
                  </a:lnTo>
                  <a:lnTo>
                    <a:pt x="940" y="165697"/>
                  </a:lnTo>
                  <a:lnTo>
                    <a:pt x="0" y="173942"/>
                  </a:lnTo>
                  <a:lnTo>
                    <a:pt x="0" y="732176"/>
                  </a:lnTo>
                  <a:lnTo>
                    <a:pt x="94415" y="732176"/>
                  </a:lnTo>
                  <a:lnTo>
                    <a:pt x="94415" y="173942"/>
                  </a:lnTo>
                  <a:lnTo>
                    <a:pt x="93479" y="165697"/>
                  </a:lnTo>
                  <a:lnTo>
                    <a:pt x="90817" y="158150"/>
                  </a:lnTo>
                  <a:lnTo>
                    <a:pt x="86654" y="151473"/>
                  </a:lnTo>
                  <a:lnTo>
                    <a:pt x="81212" y="145838"/>
                  </a:lnTo>
                  <a:lnTo>
                    <a:pt x="86483" y="130785"/>
                  </a:lnTo>
                  <a:lnTo>
                    <a:pt x="90412" y="112137"/>
                  </a:lnTo>
                  <a:lnTo>
                    <a:pt x="92866" y="92673"/>
                  </a:lnTo>
                  <a:lnTo>
                    <a:pt x="93714" y="75170"/>
                  </a:lnTo>
                  <a:lnTo>
                    <a:pt x="89591" y="52260"/>
                  </a:lnTo>
                  <a:lnTo>
                    <a:pt x="78856" y="31946"/>
                  </a:lnTo>
                  <a:lnTo>
                    <a:pt x="63958" y="14451"/>
                  </a:lnTo>
                  <a:lnTo>
                    <a:pt x="47349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0" name="object 210" descr=""/>
          <p:cNvGrpSpPr/>
          <p:nvPr/>
        </p:nvGrpSpPr>
        <p:grpSpPr>
          <a:xfrm>
            <a:off x="5584144" y="4657271"/>
            <a:ext cx="614680" cy="1222375"/>
            <a:chOff x="5584144" y="4657271"/>
            <a:chExt cx="614680" cy="1222375"/>
          </a:xfrm>
        </p:grpSpPr>
        <p:sp>
          <p:nvSpPr>
            <p:cNvPr id="211" name="object 211" descr=""/>
            <p:cNvSpPr/>
            <p:nvPr/>
          </p:nvSpPr>
          <p:spPr>
            <a:xfrm>
              <a:off x="5842795" y="4657282"/>
              <a:ext cx="312420" cy="1222375"/>
            </a:xfrm>
            <a:custGeom>
              <a:avLst/>
              <a:gdLst/>
              <a:ahLst/>
              <a:cxnLst/>
              <a:rect l="l" t="t" r="r" b="b"/>
              <a:pathLst>
                <a:path w="312420" h="1222375">
                  <a:moveTo>
                    <a:pt x="311969" y="0"/>
                  </a:moveTo>
                  <a:lnTo>
                    <a:pt x="0" y="0"/>
                  </a:lnTo>
                  <a:lnTo>
                    <a:pt x="0" y="1221784"/>
                  </a:lnTo>
                  <a:lnTo>
                    <a:pt x="311969" y="1221784"/>
                  </a:lnTo>
                  <a:lnTo>
                    <a:pt x="311969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 descr=""/>
            <p:cNvSpPr/>
            <p:nvPr/>
          </p:nvSpPr>
          <p:spPr>
            <a:xfrm>
              <a:off x="5615294" y="4657282"/>
              <a:ext cx="227965" cy="1222375"/>
            </a:xfrm>
            <a:custGeom>
              <a:avLst/>
              <a:gdLst/>
              <a:ahLst/>
              <a:cxnLst/>
              <a:rect l="l" t="t" r="r" b="b"/>
              <a:pathLst>
                <a:path w="227964" h="1222375">
                  <a:moveTo>
                    <a:pt x="227500" y="0"/>
                  </a:moveTo>
                  <a:lnTo>
                    <a:pt x="0" y="0"/>
                  </a:lnTo>
                  <a:lnTo>
                    <a:pt x="0" y="1221784"/>
                  </a:lnTo>
                  <a:lnTo>
                    <a:pt x="227500" y="1221784"/>
                  </a:lnTo>
                  <a:lnTo>
                    <a:pt x="227500" y="0"/>
                  </a:lnTo>
                  <a:close/>
                </a:path>
              </a:pathLst>
            </a:custGeom>
            <a:solidFill>
              <a:srgbClr val="9592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 descr=""/>
            <p:cNvSpPr/>
            <p:nvPr/>
          </p:nvSpPr>
          <p:spPr>
            <a:xfrm>
              <a:off x="5842795" y="4657271"/>
              <a:ext cx="356235" cy="40640"/>
            </a:xfrm>
            <a:custGeom>
              <a:avLst/>
              <a:gdLst/>
              <a:ahLst/>
              <a:cxnLst/>
              <a:rect l="l" t="t" r="r" b="b"/>
              <a:pathLst>
                <a:path w="356235" h="40639">
                  <a:moveTo>
                    <a:pt x="355706" y="0"/>
                  </a:moveTo>
                  <a:lnTo>
                    <a:pt x="0" y="0"/>
                  </a:lnTo>
                  <a:lnTo>
                    <a:pt x="0" y="40564"/>
                  </a:lnTo>
                  <a:lnTo>
                    <a:pt x="355706" y="40564"/>
                  </a:lnTo>
                  <a:lnTo>
                    <a:pt x="355706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 descr=""/>
            <p:cNvSpPr/>
            <p:nvPr/>
          </p:nvSpPr>
          <p:spPr>
            <a:xfrm>
              <a:off x="5584144" y="4657271"/>
              <a:ext cx="259079" cy="40640"/>
            </a:xfrm>
            <a:custGeom>
              <a:avLst/>
              <a:gdLst/>
              <a:ahLst/>
              <a:cxnLst/>
              <a:rect l="l" t="t" r="r" b="b"/>
              <a:pathLst>
                <a:path w="259079" h="40639">
                  <a:moveTo>
                    <a:pt x="258651" y="0"/>
                  </a:moveTo>
                  <a:lnTo>
                    <a:pt x="0" y="0"/>
                  </a:lnTo>
                  <a:lnTo>
                    <a:pt x="0" y="40564"/>
                  </a:lnTo>
                  <a:lnTo>
                    <a:pt x="258651" y="40564"/>
                  </a:lnTo>
                  <a:lnTo>
                    <a:pt x="258651" y="0"/>
                  </a:lnTo>
                  <a:close/>
                </a:path>
              </a:pathLst>
            </a:custGeom>
            <a:solidFill>
              <a:srgbClr val="F2E1D4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5" name="object 215" descr=""/>
          <p:cNvGrpSpPr/>
          <p:nvPr/>
        </p:nvGrpSpPr>
        <p:grpSpPr>
          <a:xfrm>
            <a:off x="4444357" y="4657271"/>
            <a:ext cx="327660" cy="1222375"/>
            <a:chOff x="4444357" y="4657271"/>
            <a:chExt cx="327660" cy="1222375"/>
          </a:xfrm>
        </p:grpSpPr>
        <p:sp>
          <p:nvSpPr>
            <p:cNvPr id="216" name="object 216" descr=""/>
            <p:cNvSpPr/>
            <p:nvPr/>
          </p:nvSpPr>
          <p:spPr>
            <a:xfrm>
              <a:off x="4582080" y="4657282"/>
              <a:ext cx="166370" cy="1222375"/>
            </a:xfrm>
            <a:custGeom>
              <a:avLst/>
              <a:gdLst/>
              <a:ahLst/>
              <a:cxnLst/>
              <a:rect l="l" t="t" r="r" b="b"/>
              <a:pathLst>
                <a:path w="166370" h="1222375">
                  <a:moveTo>
                    <a:pt x="166099" y="0"/>
                  </a:moveTo>
                  <a:lnTo>
                    <a:pt x="0" y="0"/>
                  </a:lnTo>
                  <a:lnTo>
                    <a:pt x="0" y="1221784"/>
                  </a:lnTo>
                  <a:lnTo>
                    <a:pt x="166099" y="1221784"/>
                  </a:lnTo>
                  <a:lnTo>
                    <a:pt x="166099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 descr=""/>
            <p:cNvSpPr/>
            <p:nvPr/>
          </p:nvSpPr>
          <p:spPr>
            <a:xfrm>
              <a:off x="4460942" y="4657282"/>
              <a:ext cx="121285" cy="1222375"/>
            </a:xfrm>
            <a:custGeom>
              <a:avLst/>
              <a:gdLst/>
              <a:ahLst/>
              <a:cxnLst/>
              <a:rect l="l" t="t" r="r" b="b"/>
              <a:pathLst>
                <a:path w="121285" h="1222375">
                  <a:moveTo>
                    <a:pt x="121137" y="0"/>
                  </a:moveTo>
                  <a:lnTo>
                    <a:pt x="0" y="0"/>
                  </a:lnTo>
                  <a:lnTo>
                    <a:pt x="0" y="1221784"/>
                  </a:lnTo>
                  <a:lnTo>
                    <a:pt x="121137" y="1221784"/>
                  </a:lnTo>
                  <a:lnTo>
                    <a:pt x="121137" y="0"/>
                  </a:lnTo>
                  <a:close/>
                </a:path>
              </a:pathLst>
            </a:custGeom>
            <a:solidFill>
              <a:srgbClr val="9592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 descr=""/>
            <p:cNvSpPr/>
            <p:nvPr/>
          </p:nvSpPr>
          <p:spPr>
            <a:xfrm>
              <a:off x="4582080" y="4657271"/>
              <a:ext cx="189865" cy="40640"/>
            </a:xfrm>
            <a:custGeom>
              <a:avLst/>
              <a:gdLst/>
              <a:ahLst/>
              <a:cxnLst/>
              <a:rect l="l" t="t" r="r" b="b"/>
              <a:pathLst>
                <a:path w="189864" h="40639">
                  <a:moveTo>
                    <a:pt x="189386" y="0"/>
                  </a:moveTo>
                  <a:lnTo>
                    <a:pt x="0" y="0"/>
                  </a:lnTo>
                  <a:lnTo>
                    <a:pt x="0" y="40564"/>
                  </a:lnTo>
                  <a:lnTo>
                    <a:pt x="189386" y="40564"/>
                  </a:lnTo>
                  <a:lnTo>
                    <a:pt x="189386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 descr=""/>
            <p:cNvSpPr/>
            <p:nvPr/>
          </p:nvSpPr>
          <p:spPr>
            <a:xfrm>
              <a:off x="4444357" y="4657271"/>
              <a:ext cx="137795" cy="40640"/>
            </a:xfrm>
            <a:custGeom>
              <a:avLst/>
              <a:gdLst/>
              <a:ahLst/>
              <a:cxnLst/>
              <a:rect l="l" t="t" r="r" b="b"/>
              <a:pathLst>
                <a:path w="137795" h="40639">
                  <a:moveTo>
                    <a:pt x="137723" y="0"/>
                  </a:moveTo>
                  <a:lnTo>
                    <a:pt x="0" y="0"/>
                  </a:lnTo>
                  <a:lnTo>
                    <a:pt x="0" y="40564"/>
                  </a:lnTo>
                  <a:lnTo>
                    <a:pt x="137723" y="40564"/>
                  </a:lnTo>
                  <a:lnTo>
                    <a:pt x="137723" y="0"/>
                  </a:lnTo>
                  <a:close/>
                </a:path>
              </a:pathLst>
            </a:custGeom>
            <a:solidFill>
              <a:srgbClr val="F2E1D4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0" name="object 220" descr=""/>
          <p:cNvSpPr/>
          <p:nvPr/>
        </p:nvSpPr>
        <p:spPr>
          <a:xfrm>
            <a:off x="6154765" y="4858637"/>
            <a:ext cx="869315" cy="78105"/>
          </a:xfrm>
          <a:custGeom>
            <a:avLst/>
            <a:gdLst/>
            <a:ahLst/>
            <a:cxnLst/>
            <a:rect l="l" t="t" r="r" b="b"/>
            <a:pathLst>
              <a:path w="869315" h="78104">
                <a:moveTo>
                  <a:pt x="868968" y="0"/>
                </a:moveTo>
                <a:lnTo>
                  <a:pt x="0" y="0"/>
                </a:lnTo>
                <a:lnTo>
                  <a:pt x="0" y="77495"/>
                </a:lnTo>
                <a:lnTo>
                  <a:pt x="868968" y="77495"/>
                </a:lnTo>
                <a:lnTo>
                  <a:pt x="868968" y="0"/>
                </a:lnTo>
                <a:close/>
              </a:path>
            </a:pathLst>
          </a:custGeom>
          <a:solidFill>
            <a:srgbClr val="F2E1D4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" name="object 221" descr=""/>
          <p:cNvSpPr/>
          <p:nvPr/>
        </p:nvSpPr>
        <p:spPr>
          <a:xfrm>
            <a:off x="4746326" y="4858595"/>
            <a:ext cx="869315" cy="78105"/>
          </a:xfrm>
          <a:custGeom>
            <a:avLst/>
            <a:gdLst/>
            <a:ahLst/>
            <a:cxnLst/>
            <a:rect l="l" t="t" r="r" b="b"/>
            <a:pathLst>
              <a:path w="869314" h="78104">
                <a:moveTo>
                  <a:pt x="868968" y="0"/>
                </a:moveTo>
                <a:lnTo>
                  <a:pt x="0" y="0"/>
                </a:lnTo>
                <a:lnTo>
                  <a:pt x="0" y="77536"/>
                </a:lnTo>
                <a:lnTo>
                  <a:pt x="868968" y="77536"/>
                </a:lnTo>
                <a:lnTo>
                  <a:pt x="868968" y="0"/>
                </a:lnTo>
                <a:close/>
              </a:path>
            </a:pathLst>
          </a:custGeom>
          <a:solidFill>
            <a:srgbClr val="F6EBE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" name="object 222" descr=""/>
          <p:cNvSpPr/>
          <p:nvPr/>
        </p:nvSpPr>
        <p:spPr>
          <a:xfrm>
            <a:off x="6143771" y="5874847"/>
            <a:ext cx="3522979" cy="466090"/>
          </a:xfrm>
          <a:custGeom>
            <a:avLst/>
            <a:gdLst/>
            <a:ahLst/>
            <a:cxnLst/>
            <a:rect l="l" t="t" r="r" b="b"/>
            <a:pathLst>
              <a:path w="3522979" h="466089">
                <a:moveTo>
                  <a:pt x="3522353" y="0"/>
                </a:moveTo>
                <a:lnTo>
                  <a:pt x="0" y="0"/>
                </a:lnTo>
                <a:lnTo>
                  <a:pt x="0" y="465902"/>
                </a:lnTo>
                <a:lnTo>
                  <a:pt x="3522353" y="465902"/>
                </a:lnTo>
                <a:lnTo>
                  <a:pt x="3522353" y="0"/>
                </a:lnTo>
                <a:close/>
              </a:path>
            </a:pathLst>
          </a:custGeom>
          <a:solidFill>
            <a:srgbClr val="FFE1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23" name="object 223" descr=""/>
          <p:cNvGrpSpPr/>
          <p:nvPr/>
        </p:nvGrpSpPr>
        <p:grpSpPr>
          <a:xfrm>
            <a:off x="-4" y="4170450"/>
            <a:ext cx="5855970" cy="2378710"/>
            <a:chOff x="-4" y="4170450"/>
            <a:chExt cx="5855970" cy="2378710"/>
          </a:xfrm>
        </p:grpSpPr>
        <p:sp>
          <p:nvSpPr>
            <p:cNvPr id="224" name="object 224" descr=""/>
            <p:cNvSpPr/>
            <p:nvPr/>
          </p:nvSpPr>
          <p:spPr>
            <a:xfrm>
              <a:off x="-4" y="5477459"/>
              <a:ext cx="5772150" cy="1071880"/>
            </a:xfrm>
            <a:custGeom>
              <a:avLst/>
              <a:gdLst/>
              <a:ahLst/>
              <a:cxnLst/>
              <a:rect l="l" t="t" r="r" b="b"/>
              <a:pathLst>
                <a:path w="5772150" h="1071879">
                  <a:moveTo>
                    <a:pt x="3237859" y="0"/>
                  </a:moveTo>
                  <a:lnTo>
                    <a:pt x="3187519" y="970"/>
                  </a:lnTo>
                  <a:lnTo>
                    <a:pt x="3137677" y="3858"/>
                  </a:lnTo>
                  <a:lnTo>
                    <a:pt x="3088368" y="8627"/>
                  </a:lnTo>
                  <a:lnTo>
                    <a:pt x="3039627" y="15242"/>
                  </a:lnTo>
                  <a:lnTo>
                    <a:pt x="2991489" y="23667"/>
                  </a:lnTo>
                  <a:lnTo>
                    <a:pt x="2943989" y="33865"/>
                  </a:lnTo>
                  <a:lnTo>
                    <a:pt x="2897162" y="45802"/>
                  </a:lnTo>
                  <a:lnTo>
                    <a:pt x="2851042" y="59442"/>
                  </a:lnTo>
                  <a:lnTo>
                    <a:pt x="2805665" y="74748"/>
                  </a:lnTo>
                  <a:lnTo>
                    <a:pt x="2761066" y="91685"/>
                  </a:lnTo>
                  <a:lnTo>
                    <a:pt x="2717279" y="110216"/>
                  </a:lnTo>
                  <a:lnTo>
                    <a:pt x="2674339" y="130308"/>
                  </a:lnTo>
                  <a:lnTo>
                    <a:pt x="2632282" y="151922"/>
                  </a:lnTo>
                  <a:lnTo>
                    <a:pt x="2591141" y="175024"/>
                  </a:lnTo>
                  <a:lnTo>
                    <a:pt x="2550953" y="199579"/>
                  </a:lnTo>
                  <a:lnTo>
                    <a:pt x="2511752" y="225549"/>
                  </a:lnTo>
                  <a:lnTo>
                    <a:pt x="2473573" y="252899"/>
                  </a:lnTo>
                  <a:lnTo>
                    <a:pt x="2436451" y="281594"/>
                  </a:lnTo>
                  <a:lnTo>
                    <a:pt x="2400421" y="311597"/>
                  </a:lnTo>
                  <a:lnTo>
                    <a:pt x="2365517" y="342874"/>
                  </a:lnTo>
                  <a:lnTo>
                    <a:pt x="2331775" y="375387"/>
                  </a:lnTo>
                  <a:lnTo>
                    <a:pt x="2299230" y="409102"/>
                  </a:lnTo>
                  <a:lnTo>
                    <a:pt x="2267916" y="443982"/>
                  </a:lnTo>
                  <a:lnTo>
                    <a:pt x="2237869" y="479992"/>
                  </a:lnTo>
                  <a:lnTo>
                    <a:pt x="2209123" y="517095"/>
                  </a:lnTo>
                  <a:lnTo>
                    <a:pt x="2181713" y="555257"/>
                  </a:lnTo>
                  <a:lnTo>
                    <a:pt x="2155674" y="594441"/>
                  </a:lnTo>
                  <a:lnTo>
                    <a:pt x="2131042" y="634611"/>
                  </a:lnTo>
                  <a:lnTo>
                    <a:pt x="2107850" y="675732"/>
                  </a:lnTo>
                  <a:lnTo>
                    <a:pt x="2086135" y="717768"/>
                  </a:lnTo>
                  <a:lnTo>
                    <a:pt x="2041011" y="697920"/>
                  </a:lnTo>
                  <a:lnTo>
                    <a:pt x="1995030" y="679723"/>
                  </a:lnTo>
                  <a:lnTo>
                    <a:pt x="1948224" y="663230"/>
                  </a:lnTo>
                  <a:lnTo>
                    <a:pt x="1900627" y="648489"/>
                  </a:lnTo>
                  <a:lnTo>
                    <a:pt x="1852273" y="635551"/>
                  </a:lnTo>
                  <a:lnTo>
                    <a:pt x="1803197" y="624466"/>
                  </a:lnTo>
                  <a:lnTo>
                    <a:pt x="1753431" y="615284"/>
                  </a:lnTo>
                  <a:lnTo>
                    <a:pt x="1703010" y="608055"/>
                  </a:lnTo>
                  <a:lnTo>
                    <a:pt x="1651967" y="602829"/>
                  </a:lnTo>
                  <a:lnTo>
                    <a:pt x="1600336" y="599657"/>
                  </a:lnTo>
                  <a:lnTo>
                    <a:pt x="1548151" y="598589"/>
                  </a:lnTo>
                  <a:lnTo>
                    <a:pt x="1496700" y="599604"/>
                  </a:lnTo>
                  <a:lnTo>
                    <a:pt x="1445766" y="602623"/>
                  </a:lnTo>
                  <a:lnTo>
                    <a:pt x="1395387" y="607607"/>
                  </a:lnTo>
                  <a:lnTo>
                    <a:pt x="1345601" y="614517"/>
                  </a:lnTo>
                  <a:lnTo>
                    <a:pt x="1296443" y="623313"/>
                  </a:lnTo>
                  <a:lnTo>
                    <a:pt x="1247952" y="633958"/>
                  </a:lnTo>
                  <a:lnTo>
                    <a:pt x="1200164" y="646410"/>
                  </a:lnTo>
                  <a:lnTo>
                    <a:pt x="1153116" y="660633"/>
                  </a:lnTo>
                  <a:lnTo>
                    <a:pt x="1106846" y="676586"/>
                  </a:lnTo>
                  <a:lnTo>
                    <a:pt x="1061391" y="694230"/>
                  </a:lnTo>
                  <a:lnTo>
                    <a:pt x="1016788" y="713526"/>
                  </a:lnTo>
                  <a:lnTo>
                    <a:pt x="973074" y="734435"/>
                  </a:lnTo>
                  <a:lnTo>
                    <a:pt x="930285" y="756919"/>
                  </a:lnTo>
                  <a:lnTo>
                    <a:pt x="903639" y="715792"/>
                  </a:lnTo>
                  <a:lnTo>
                    <a:pt x="875736" y="675578"/>
                  </a:lnTo>
                  <a:lnTo>
                    <a:pt x="846606" y="636306"/>
                  </a:lnTo>
                  <a:lnTo>
                    <a:pt x="816276" y="598005"/>
                  </a:lnTo>
                  <a:lnTo>
                    <a:pt x="784772" y="560704"/>
                  </a:lnTo>
                  <a:lnTo>
                    <a:pt x="752123" y="524429"/>
                  </a:lnTo>
                  <a:lnTo>
                    <a:pt x="718356" y="489210"/>
                  </a:lnTo>
                  <a:lnTo>
                    <a:pt x="683499" y="455076"/>
                  </a:lnTo>
                  <a:lnTo>
                    <a:pt x="647580" y="422055"/>
                  </a:lnTo>
                  <a:lnTo>
                    <a:pt x="610625" y="390174"/>
                  </a:lnTo>
                  <a:lnTo>
                    <a:pt x="572663" y="359464"/>
                  </a:lnTo>
                  <a:lnTo>
                    <a:pt x="533720" y="329951"/>
                  </a:lnTo>
                  <a:lnTo>
                    <a:pt x="493825" y="301666"/>
                  </a:lnTo>
                  <a:lnTo>
                    <a:pt x="453006" y="274635"/>
                  </a:lnTo>
                  <a:lnTo>
                    <a:pt x="411288" y="248887"/>
                  </a:lnTo>
                  <a:lnTo>
                    <a:pt x="368701" y="224452"/>
                  </a:lnTo>
                  <a:lnTo>
                    <a:pt x="325272" y="201357"/>
                  </a:lnTo>
                  <a:lnTo>
                    <a:pt x="281028" y="179630"/>
                  </a:lnTo>
                  <a:lnTo>
                    <a:pt x="235997" y="159301"/>
                  </a:lnTo>
                  <a:lnTo>
                    <a:pt x="190207" y="140398"/>
                  </a:lnTo>
                  <a:lnTo>
                    <a:pt x="143684" y="122948"/>
                  </a:lnTo>
                  <a:lnTo>
                    <a:pt x="96457" y="106982"/>
                  </a:lnTo>
                  <a:lnTo>
                    <a:pt x="48553" y="92526"/>
                  </a:lnTo>
                  <a:lnTo>
                    <a:pt x="0" y="79610"/>
                  </a:lnTo>
                  <a:lnTo>
                    <a:pt x="0" y="1071443"/>
                  </a:lnTo>
                  <a:lnTo>
                    <a:pt x="5771939" y="1071443"/>
                  </a:lnTo>
                  <a:lnTo>
                    <a:pt x="5736920" y="1038248"/>
                  </a:lnTo>
                  <a:lnTo>
                    <a:pt x="5700535" y="1006533"/>
                  </a:lnTo>
                  <a:lnTo>
                    <a:pt x="5662831" y="976349"/>
                  </a:lnTo>
                  <a:lnTo>
                    <a:pt x="5623855" y="947746"/>
                  </a:lnTo>
                  <a:lnTo>
                    <a:pt x="5583656" y="920775"/>
                  </a:lnTo>
                  <a:lnTo>
                    <a:pt x="5542280" y="895487"/>
                  </a:lnTo>
                  <a:lnTo>
                    <a:pt x="5499774" y="871931"/>
                  </a:lnTo>
                  <a:lnTo>
                    <a:pt x="5456187" y="850159"/>
                  </a:lnTo>
                  <a:lnTo>
                    <a:pt x="5411565" y="830220"/>
                  </a:lnTo>
                  <a:lnTo>
                    <a:pt x="5365956" y="812166"/>
                  </a:lnTo>
                  <a:lnTo>
                    <a:pt x="5319407" y="796047"/>
                  </a:lnTo>
                  <a:lnTo>
                    <a:pt x="5271966" y="781913"/>
                  </a:lnTo>
                  <a:lnTo>
                    <a:pt x="5223679" y="769815"/>
                  </a:lnTo>
                  <a:lnTo>
                    <a:pt x="5174595" y="759804"/>
                  </a:lnTo>
                  <a:lnTo>
                    <a:pt x="5124761" y="751929"/>
                  </a:lnTo>
                  <a:lnTo>
                    <a:pt x="5074224" y="746242"/>
                  </a:lnTo>
                  <a:lnTo>
                    <a:pt x="5023031" y="742792"/>
                  </a:lnTo>
                  <a:lnTo>
                    <a:pt x="4971230" y="741631"/>
                  </a:lnTo>
                  <a:lnTo>
                    <a:pt x="4920476" y="742760"/>
                  </a:lnTo>
                  <a:lnTo>
                    <a:pt x="4870308" y="746112"/>
                  </a:lnTo>
                  <a:lnTo>
                    <a:pt x="4820769" y="751631"/>
                  </a:lnTo>
                  <a:lnTo>
                    <a:pt x="4771901" y="759264"/>
                  </a:lnTo>
                  <a:lnTo>
                    <a:pt x="4723745" y="768957"/>
                  </a:lnTo>
                  <a:lnTo>
                    <a:pt x="4676343" y="780655"/>
                  </a:lnTo>
                  <a:lnTo>
                    <a:pt x="4629736" y="794304"/>
                  </a:lnTo>
                  <a:lnTo>
                    <a:pt x="4583968" y="809851"/>
                  </a:lnTo>
                  <a:lnTo>
                    <a:pt x="4539078" y="827241"/>
                  </a:lnTo>
                  <a:lnTo>
                    <a:pt x="4495110" y="846420"/>
                  </a:lnTo>
                  <a:lnTo>
                    <a:pt x="4452105" y="867334"/>
                  </a:lnTo>
                  <a:lnTo>
                    <a:pt x="4435499" y="821878"/>
                  </a:lnTo>
                  <a:lnTo>
                    <a:pt x="4417255" y="777238"/>
                  </a:lnTo>
                  <a:lnTo>
                    <a:pt x="4397409" y="733451"/>
                  </a:lnTo>
                  <a:lnTo>
                    <a:pt x="4375997" y="690554"/>
                  </a:lnTo>
                  <a:lnTo>
                    <a:pt x="4353057" y="648584"/>
                  </a:lnTo>
                  <a:lnTo>
                    <a:pt x="4328625" y="607578"/>
                  </a:lnTo>
                  <a:lnTo>
                    <a:pt x="4302736" y="567573"/>
                  </a:lnTo>
                  <a:lnTo>
                    <a:pt x="4275428" y="528606"/>
                  </a:lnTo>
                  <a:lnTo>
                    <a:pt x="4246737" y="490715"/>
                  </a:lnTo>
                  <a:lnTo>
                    <a:pt x="4216699" y="453935"/>
                  </a:lnTo>
                  <a:lnTo>
                    <a:pt x="4185350" y="418304"/>
                  </a:lnTo>
                  <a:lnTo>
                    <a:pt x="4152728" y="383860"/>
                  </a:lnTo>
                  <a:lnTo>
                    <a:pt x="4118867" y="350638"/>
                  </a:lnTo>
                  <a:lnTo>
                    <a:pt x="4083806" y="318676"/>
                  </a:lnTo>
                  <a:lnTo>
                    <a:pt x="4047580" y="288012"/>
                  </a:lnTo>
                  <a:lnTo>
                    <a:pt x="4010226" y="258681"/>
                  </a:lnTo>
                  <a:lnTo>
                    <a:pt x="3971780" y="230721"/>
                  </a:lnTo>
                  <a:lnTo>
                    <a:pt x="3932278" y="204169"/>
                  </a:lnTo>
                  <a:lnTo>
                    <a:pt x="3891758" y="179062"/>
                  </a:lnTo>
                  <a:lnTo>
                    <a:pt x="3850254" y="155438"/>
                  </a:lnTo>
                  <a:lnTo>
                    <a:pt x="3807805" y="133332"/>
                  </a:lnTo>
                  <a:lnTo>
                    <a:pt x="3764445" y="112781"/>
                  </a:lnTo>
                  <a:lnTo>
                    <a:pt x="3720213" y="93824"/>
                  </a:lnTo>
                  <a:lnTo>
                    <a:pt x="3675143" y="76497"/>
                  </a:lnTo>
                  <a:lnTo>
                    <a:pt x="3629272" y="60836"/>
                  </a:lnTo>
                  <a:lnTo>
                    <a:pt x="3582638" y="46880"/>
                  </a:lnTo>
                  <a:lnTo>
                    <a:pt x="3535276" y="34664"/>
                  </a:lnTo>
                  <a:lnTo>
                    <a:pt x="3487222" y="24226"/>
                  </a:lnTo>
                  <a:lnTo>
                    <a:pt x="3438514" y="15603"/>
                  </a:lnTo>
                  <a:lnTo>
                    <a:pt x="3389187" y="8832"/>
                  </a:lnTo>
                  <a:lnTo>
                    <a:pt x="3339278" y="3950"/>
                  </a:lnTo>
                  <a:lnTo>
                    <a:pt x="3288823" y="993"/>
                  </a:lnTo>
                  <a:lnTo>
                    <a:pt x="3237859" y="0"/>
                  </a:lnTo>
                  <a:close/>
                </a:path>
              </a:pathLst>
            </a:custGeom>
            <a:solidFill>
              <a:srgbClr val="15744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 descr=""/>
            <p:cNvSpPr/>
            <p:nvPr/>
          </p:nvSpPr>
          <p:spPr>
            <a:xfrm>
              <a:off x="0" y="4170457"/>
              <a:ext cx="4860290" cy="2378710"/>
            </a:xfrm>
            <a:custGeom>
              <a:avLst/>
              <a:gdLst/>
              <a:ahLst/>
              <a:cxnLst/>
              <a:rect l="l" t="t" r="r" b="b"/>
              <a:pathLst>
                <a:path w="4860290" h="2378709">
                  <a:moveTo>
                    <a:pt x="4859731" y="2378456"/>
                  </a:moveTo>
                  <a:lnTo>
                    <a:pt x="4846345" y="2332075"/>
                  </a:lnTo>
                  <a:lnTo>
                    <a:pt x="4831931" y="2286152"/>
                  </a:lnTo>
                  <a:lnTo>
                    <a:pt x="4816500" y="2240686"/>
                  </a:lnTo>
                  <a:lnTo>
                    <a:pt x="4800066" y="2195690"/>
                  </a:lnTo>
                  <a:lnTo>
                    <a:pt x="4782642" y="2151189"/>
                  </a:lnTo>
                  <a:lnTo>
                    <a:pt x="4764227" y="2107184"/>
                  </a:lnTo>
                  <a:lnTo>
                    <a:pt x="4744859" y="2063699"/>
                  </a:lnTo>
                  <a:lnTo>
                    <a:pt x="4724527" y="2020735"/>
                  </a:lnTo>
                  <a:lnTo>
                    <a:pt x="4703267" y="1978317"/>
                  </a:lnTo>
                  <a:lnTo>
                    <a:pt x="4681080" y="1936457"/>
                  </a:lnTo>
                  <a:lnTo>
                    <a:pt x="4657979" y="1895157"/>
                  </a:lnTo>
                  <a:lnTo>
                    <a:pt x="4633976" y="1854454"/>
                  </a:lnTo>
                  <a:lnTo>
                    <a:pt x="4609096" y="1814334"/>
                  </a:lnTo>
                  <a:lnTo>
                    <a:pt x="4583341" y="1774825"/>
                  </a:lnTo>
                  <a:lnTo>
                    <a:pt x="4556722" y="1735937"/>
                  </a:lnTo>
                  <a:lnTo>
                    <a:pt x="4529264" y="1697685"/>
                  </a:lnTo>
                  <a:lnTo>
                    <a:pt x="4500981" y="1660080"/>
                  </a:lnTo>
                  <a:lnTo>
                    <a:pt x="4471873" y="1623148"/>
                  </a:lnTo>
                  <a:lnTo>
                    <a:pt x="4441964" y="1586877"/>
                  </a:lnTo>
                  <a:lnTo>
                    <a:pt x="4411269" y="1551305"/>
                  </a:lnTo>
                  <a:lnTo>
                    <a:pt x="4379785" y="1516430"/>
                  </a:lnTo>
                  <a:lnTo>
                    <a:pt x="4347540" y="1482280"/>
                  </a:lnTo>
                  <a:lnTo>
                    <a:pt x="4314545" y="1448854"/>
                  </a:lnTo>
                  <a:lnTo>
                    <a:pt x="4280814" y="1416177"/>
                  </a:lnTo>
                  <a:lnTo>
                    <a:pt x="4246359" y="1384249"/>
                  </a:lnTo>
                  <a:lnTo>
                    <a:pt x="4211205" y="1353096"/>
                  </a:lnTo>
                  <a:lnTo>
                    <a:pt x="4175341" y="1322730"/>
                  </a:lnTo>
                  <a:lnTo>
                    <a:pt x="4138790" y="1293152"/>
                  </a:lnTo>
                  <a:lnTo>
                    <a:pt x="4101579" y="1264399"/>
                  </a:lnTo>
                  <a:lnTo>
                    <a:pt x="4063708" y="1236459"/>
                  </a:lnTo>
                  <a:lnTo>
                    <a:pt x="4025188" y="1209357"/>
                  </a:lnTo>
                  <a:lnTo>
                    <a:pt x="3986034" y="1183106"/>
                  </a:lnTo>
                  <a:lnTo>
                    <a:pt x="3946271" y="1157719"/>
                  </a:lnTo>
                  <a:lnTo>
                    <a:pt x="3905910" y="1133221"/>
                  </a:lnTo>
                  <a:lnTo>
                    <a:pt x="3864953" y="1109599"/>
                  </a:lnTo>
                  <a:lnTo>
                    <a:pt x="3823424" y="1086891"/>
                  </a:lnTo>
                  <a:lnTo>
                    <a:pt x="3781323" y="1065098"/>
                  </a:lnTo>
                  <a:lnTo>
                    <a:pt x="3738676" y="1044244"/>
                  </a:lnTo>
                  <a:lnTo>
                    <a:pt x="3695496" y="1024331"/>
                  </a:lnTo>
                  <a:lnTo>
                    <a:pt x="3651796" y="1005370"/>
                  </a:lnTo>
                  <a:lnTo>
                    <a:pt x="3607587" y="987386"/>
                  </a:lnTo>
                  <a:lnTo>
                    <a:pt x="3562870" y="970381"/>
                  </a:lnTo>
                  <a:lnTo>
                    <a:pt x="3517684" y="954392"/>
                  </a:lnTo>
                  <a:lnTo>
                    <a:pt x="3472015" y="939406"/>
                  </a:lnTo>
                  <a:lnTo>
                    <a:pt x="3425901" y="925436"/>
                  </a:lnTo>
                  <a:lnTo>
                    <a:pt x="3379343" y="912520"/>
                  </a:lnTo>
                  <a:lnTo>
                    <a:pt x="3332353" y="900658"/>
                  </a:lnTo>
                  <a:lnTo>
                    <a:pt x="3284956" y="889850"/>
                  </a:lnTo>
                  <a:lnTo>
                    <a:pt x="3237141" y="880135"/>
                  </a:lnTo>
                  <a:lnTo>
                    <a:pt x="3188957" y="871499"/>
                  </a:lnTo>
                  <a:lnTo>
                    <a:pt x="3140379" y="863981"/>
                  </a:lnTo>
                  <a:lnTo>
                    <a:pt x="3091446" y="857580"/>
                  </a:lnTo>
                  <a:lnTo>
                    <a:pt x="3042170" y="852309"/>
                  </a:lnTo>
                  <a:lnTo>
                    <a:pt x="2992551" y="848194"/>
                  </a:lnTo>
                  <a:lnTo>
                    <a:pt x="2942615" y="845235"/>
                  </a:lnTo>
                  <a:lnTo>
                    <a:pt x="2892374" y="843445"/>
                  </a:lnTo>
                  <a:lnTo>
                    <a:pt x="2854693" y="843000"/>
                  </a:lnTo>
                  <a:lnTo>
                    <a:pt x="2846298" y="828217"/>
                  </a:lnTo>
                  <a:lnTo>
                    <a:pt x="2822879" y="789444"/>
                  </a:lnTo>
                  <a:lnTo>
                    <a:pt x="2798445" y="751357"/>
                  </a:lnTo>
                  <a:lnTo>
                    <a:pt x="2773007" y="713994"/>
                  </a:lnTo>
                  <a:lnTo>
                    <a:pt x="2746603" y="677367"/>
                  </a:lnTo>
                  <a:lnTo>
                    <a:pt x="2719247" y="641477"/>
                  </a:lnTo>
                  <a:lnTo>
                    <a:pt x="2690965" y="606361"/>
                  </a:lnTo>
                  <a:lnTo>
                    <a:pt x="2661742" y="572033"/>
                  </a:lnTo>
                  <a:lnTo>
                    <a:pt x="2631643" y="538505"/>
                  </a:lnTo>
                  <a:lnTo>
                    <a:pt x="2600642" y="505815"/>
                  </a:lnTo>
                  <a:lnTo>
                    <a:pt x="2568791" y="473964"/>
                  </a:lnTo>
                  <a:lnTo>
                    <a:pt x="2536101" y="442976"/>
                  </a:lnTo>
                  <a:lnTo>
                    <a:pt x="2502573" y="412864"/>
                  </a:lnTo>
                  <a:lnTo>
                    <a:pt x="2468245" y="383654"/>
                  </a:lnTo>
                  <a:lnTo>
                    <a:pt x="2433129" y="355358"/>
                  </a:lnTo>
                  <a:lnTo>
                    <a:pt x="2397252" y="328002"/>
                  </a:lnTo>
                  <a:lnTo>
                    <a:pt x="2360612" y="301599"/>
                  </a:lnTo>
                  <a:lnTo>
                    <a:pt x="2323249" y="276174"/>
                  </a:lnTo>
                  <a:lnTo>
                    <a:pt x="2285161" y="251726"/>
                  </a:lnTo>
                  <a:lnTo>
                    <a:pt x="2246388" y="228307"/>
                  </a:lnTo>
                  <a:lnTo>
                    <a:pt x="2206942" y="205905"/>
                  </a:lnTo>
                  <a:lnTo>
                    <a:pt x="2166836" y="184569"/>
                  </a:lnTo>
                  <a:lnTo>
                    <a:pt x="2126081" y="164287"/>
                  </a:lnTo>
                  <a:lnTo>
                    <a:pt x="2084717" y="145084"/>
                  </a:lnTo>
                  <a:lnTo>
                    <a:pt x="2042744" y="126987"/>
                  </a:lnTo>
                  <a:lnTo>
                    <a:pt x="2000186" y="110020"/>
                  </a:lnTo>
                  <a:lnTo>
                    <a:pt x="1957070" y="94195"/>
                  </a:lnTo>
                  <a:lnTo>
                    <a:pt x="1913407" y="79527"/>
                  </a:lnTo>
                  <a:lnTo>
                    <a:pt x="1869224" y="66027"/>
                  </a:lnTo>
                  <a:lnTo>
                    <a:pt x="1824520" y="53733"/>
                  </a:lnTo>
                  <a:lnTo>
                    <a:pt x="1779333" y="42659"/>
                  </a:lnTo>
                  <a:lnTo>
                    <a:pt x="1733664" y="32816"/>
                  </a:lnTo>
                  <a:lnTo>
                    <a:pt x="1687550" y="24218"/>
                  </a:lnTo>
                  <a:lnTo>
                    <a:pt x="1641005" y="16891"/>
                  </a:lnTo>
                  <a:lnTo>
                    <a:pt x="1594040" y="10858"/>
                  </a:lnTo>
                  <a:lnTo>
                    <a:pt x="1546669" y="6134"/>
                  </a:lnTo>
                  <a:lnTo>
                    <a:pt x="1498930" y="2743"/>
                  </a:lnTo>
                  <a:lnTo>
                    <a:pt x="1450835" y="685"/>
                  </a:lnTo>
                  <a:lnTo>
                    <a:pt x="1402384" y="0"/>
                  </a:lnTo>
                  <a:lnTo>
                    <a:pt x="1350733" y="787"/>
                  </a:lnTo>
                  <a:lnTo>
                    <a:pt x="1299476" y="3111"/>
                  </a:lnTo>
                  <a:lnTo>
                    <a:pt x="1248625" y="6972"/>
                  </a:lnTo>
                  <a:lnTo>
                    <a:pt x="1198219" y="12344"/>
                  </a:lnTo>
                  <a:lnTo>
                    <a:pt x="1148270" y="19189"/>
                  </a:lnTo>
                  <a:lnTo>
                    <a:pt x="1098791" y="27495"/>
                  </a:lnTo>
                  <a:lnTo>
                    <a:pt x="1049820" y="37236"/>
                  </a:lnTo>
                  <a:lnTo>
                    <a:pt x="1001382" y="48399"/>
                  </a:lnTo>
                  <a:lnTo>
                    <a:pt x="953477" y="60947"/>
                  </a:lnTo>
                  <a:lnTo>
                    <a:pt x="906157" y="74879"/>
                  </a:lnTo>
                  <a:lnTo>
                    <a:pt x="859421" y="90144"/>
                  </a:lnTo>
                  <a:lnTo>
                    <a:pt x="813295" y="106730"/>
                  </a:lnTo>
                  <a:lnTo>
                    <a:pt x="767816" y="124625"/>
                  </a:lnTo>
                  <a:lnTo>
                    <a:pt x="722998" y="143802"/>
                  </a:lnTo>
                  <a:lnTo>
                    <a:pt x="678865" y="164236"/>
                  </a:lnTo>
                  <a:lnTo>
                    <a:pt x="635431" y="185902"/>
                  </a:lnTo>
                  <a:lnTo>
                    <a:pt x="592734" y="208775"/>
                  </a:lnTo>
                  <a:lnTo>
                    <a:pt x="550773" y="232841"/>
                  </a:lnTo>
                  <a:lnTo>
                    <a:pt x="509600" y="258076"/>
                  </a:lnTo>
                  <a:lnTo>
                    <a:pt x="469214" y="284454"/>
                  </a:lnTo>
                  <a:lnTo>
                    <a:pt x="429641" y="311950"/>
                  </a:lnTo>
                  <a:lnTo>
                    <a:pt x="390918" y="340550"/>
                  </a:lnTo>
                  <a:lnTo>
                    <a:pt x="353060" y="370217"/>
                  </a:lnTo>
                  <a:lnTo>
                    <a:pt x="316077" y="400951"/>
                  </a:lnTo>
                  <a:lnTo>
                    <a:pt x="280009" y="432701"/>
                  </a:lnTo>
                  <a:lnTo>
                    <a:pt x="244881" y="465467"/>
                  </a:lnTo>
                  <a:lnTo>
                    <a:pt x="210693" y="499224"/>
                  </a:lnTo>
                  <a:lnTo>
                    <a:pt x="177482" y="533933"/>
                  </a:lnTo>
                  <a:lnTo>
                    <a:pt x="145275" y="569595"/>
                  </a:lnTo>
                  <a:lnTo>
                    <a:pt x="114084" y="606171"/>
                  </a:lnTo>
                  <a:lnTo>
                    <a:pt x="83947" y="643636"/>
                  </a:lnTo>
                  <a:lnTo>
                    <a:pt x="54864" y="681990"/>
                  </a:lnTo>
                  <a:lnTo>
                    <a:pt x="26873" y="721182"/>
                  </a:lnTo>
                  <a:lnTo>
                    <a:pt x="0" y="761199"/>
                  </a:lnTo>
                  <a:lnTo>
                    <a:pt x="0" y="1125778"/>
                  </a:lnTo>
                  <a:lnTo>
                    <a:pt x="0" y="2378456"/>
                  </a:lnTo>
                  <a:lnTo>
                    <a:pt x="823988" y="2378456"/>
                  </a:lnTo>
                  <a:lnTo>
                    <a:pt x="846302" y="2378456"/>
                  </a:lnTo>
                  <a:lnTo>
                    <a:pt x="2918180" y="2378456"/>
                  </a:lnTo>
                  <a:lnTo>
                    <a:pt x="4859731" y="2378456"/>
                  </a:lnTo>
                  <a:close/>
                </a:path>
              </a:pathLst>
            </a:custGeom>
            <a:solidFill>
              <a:srgbClr val="29805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 descr=""/>
            <p:cNvSpPr/>
            <p:nvPr/>
          </p:nvSpPr>
          <p:spPr>
            <a:xfrm>
              <a:off x="3" y="5824708"/>
              <a:ext cx="2018664" cy="724535"/>
            </a:xfrm>
            <a:custGeom>
              <a:avLst/>
              <a:gdLst/>
              <a:ahLst/>
              <a:cxnLst/>
              <a:rect l="l" t="t" r="r" b="b"/>
              <a:pathLst>
                <a:path w="2018664" h="724534">
                  <a:moveTo>
                    <a:pt x="964640" y="0"/>
                  </a:moveTo>
                  <a:lnTo>
                    <a:pt x="913796" y="1125"/>
                  </a:lnTo>
                  <a:lnTo>
                    <a:pt x="863532" y="4472"/>
                  </a:lnTo>
                  <a:lnTo>
                    <a:pt x="813893" y="9990"/>
                  </a:lnTo>
                  <a:lnTo>
                    <a:pt x="764928" y="17634"/>
                  </a:lnTo>
                  <a:lnTo>
                    <a:pt x="716684" y="27355"/>
                  </a:lnTo>
                  <a:lnTo>
                    <a:pt x="669208" y="39106"/>
                  </a:lnTo>
                  <a:lnTo>
                    <a:pt x="622548" y="52840"/>
                  </a:lnTo>
                  <a:lnTo>
                    <a:pt x="576751" y="68507"/>
                  </a:lnTo>
                  <a:lnTo>
                    <a:pt x="531865" y="86062"/>
                  </a:lnTo>
                  <a:lnTo>
                    <a:pt x="487936" y="105456"/>
                  </a:lnTo>
                  <a:lnTo>
                    <a:pt x="445012" y="126642"/>
                  </a:lnTo>
                  <a:lnTo>
                    <a:pt x="403140" y="149572"/>
                  </a:lnTo>
                  <a:lnTo>
                    <a:pt x="362369" y="174199"/>
                  </a:lnTo>
                  <a:lnTo>
                    <a:pt x="322744" y="200474"/>
                  </a:lnTo>
                  <a:lnTo>
                    <a:pt x="284313" y="228351"/>
                  </a:lnTo>
                  <a:lnTo>
                    <a:pt x="247125" y="257782"/>
                  </a:lnTo>
                  <a:lnTo>
                    <a:pt x="211225" y="288719"/>
                  </a:lnTo>
                  <a:lnTo>
                    <a:pt x="176662" y="321114"/>
                  </a:lnTo>
                  <a:lnTo>
                    <a:pt x="143483" y="354920"/>
                  </a:lnTo>
                  <a:lnTo>
                    <a:pt x="111735" y="390090"/>
                  </a:lnTo>
                  <a:lnTo>
                    <a:pt x="81465" y="426575"/>
                  </a:lnTo>
                  <a:lnTo>
                    <a:pt x="52721" y="464328"/>
                  </a:lnTo>
                  <a:lnTo>
                    <a:pt x="25550" y="503302"/>
                  </a:lnTo>
                  <a:lnTo>
                    <a:pt x="0" y="543449"/>
                  </a:lnTo>
                  <a:lnTo>
                    <a:pt x="0" y="724197"/>
                  </a:lnTo>
                  <a:lnTo>
                    <a:pt x="2018053" y="724197"/>
                  </a:lnTo>
                  <a:lnTo>
                    <a:pt x="1999700" y="679303"/>
                  </a:lnTo>
                  <a:lnTo>
                    <a:pt x="1979499" y="635397"/>
                  </a:lnTo>
                  <a:lnTo>
                    <a:pt x="1957500" y="592527"/>
                  </a:lnTo>
                  <a:lnTo>
                    <a:pt x="1933750" y="550743"/>
                  </a:lnTo>
                  <a:lnTo>
                    <a:pt x="1908299" y="510092"/>
                  </a:lnTo>
                  <a:lnTo>
                    <a:pt x="1881194" y="470625"/>
                  </a:lnTo>
                  <a:lnTo>
                    <a:pt x="1852484" y="432388"/>
                  </a:lnTo>
                  <a:lnTo>
                    <a:pt x="1822218" y="395432"/>
                  </a:lnTo>
                  <a:lnTo>
                    <a:pt x="1790444" y="359804"/>
                  </a:lnTo>
                  <a:lnTo>
                    <a:pt x="1757210" y="325553"/>
                  </a:lnTo>
                  <a:lnTo>
                    <a:pt x="1722565" y="292729"/>
                  </a:lnTo>
                  <a:lnTo>
                    <a:pt x="1686558" y="261378"/>
                  </a:lnTo>
                  <a:lnTo>
                    <a:pt x="1649236" y="231551"/>
                  </a:lnTo>
                  <a:lnTo>
                    <a:pt x="1610648" y="203296"/>
                  </a:lnTo>
                  <a:lnTo>
                    <a:pt x="1570843" y="176661"/>
                  </a:lnTo>
                  <a:lnTo>
                    <a:pt x="1529869" y="151695"/>
                  </a:lnTo>
                  <a:lnTo>
                    <a:pt x="1487775" y="128447"/>
                  </a:lnTo>
                  <a:lnTo>
                    <a:pt x="1444608" y="106965"/>
                  </a:lnTo>
                  <a:lnTo>
                    <a:pt x="1400418" y="87298"/>
                  </a:lnTo>
                  <a:lnTo>
                    <a:pt x="1355253" y="69495"/>
                  </a:lnTo>
                  <a:lnTo>
                    <a:pt x="1309161" y="53604"/>
                  </a:lnTo>
                  <a:lnTo>
                    <a:pt x="1262191" y="39675"/>
                  </a:lnTo>
                  <a:lnTo>
                    <a:pt x="1214391" y="27754"/>
                  </a:lnTo>
                  <a:lnTo>
                    <a:pt x="1165810" y="17892"/>
                  </a:lnTo>
                  <a:lnTo>
                    <a:pt x="1116496" y="10137"/>
                  </a:lnTo>
                  <a:lnTo>
                    <a:pt x="1066497" y="4538"/>
                  </a:lnTo>
                  <a:lnTo>
                    <a:pt x="1015863" y="1142"/>
                  </a:lnTo>
                  <a:lnTo>
                    <a:pt x="964640" y="0"/>
                  </a:lnTo>
                  <a:close/>
                </a:path>
              </a:pathLst>
            </a:custGeom>
            <a:solidFill>
              <a:srgbClr val="599C7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 descr=""/>
            <p:cNvSpPr/>
            <p:nvPr/>
          </p:nvSpPr>
          <p:spPr>
            <a:xfrm>
              <a:off x="1" y="5042923"/>
              <a:ext cx="1706245" cy="1506220"/>
            </a:xfrm>
            <a:custGeom>
              <a:avLst/>
              <a:gdLst/>
              <a:ahLst/>
              <a:cxnLst/>
              <a:rect l="l" t="t" r="r" b="b"/>
              <a:pathLst>
                <a:path w="1706245" h="1506220">
                  <a:moveTo>
                    <a:pt x="269876" y="0"/>
                  </a:moveTo>
                  <a:lnTo>
                    <a:pt x="214774" y="1048"/>
                  </a:lnTo>
                  <a:lnTo>
                    <a:pt x="160201" y="4163"/>
                  </a:lnTo>
                  <a:lnTo>
                    <a:pt x="106192" y="9297"/>
                  </a:lnTo>
                  <a:lnTo>
                    <a:pt x="52780" y="16403"/>
                  </a:lnTo>
                  <a:lnTo>
                    <a:pt x="0" y="25433"/>
                  </a:lnTo>
                  <a:lnTo>
                    <a:pt x="0" y="1505975"/>
                  </a:lnTo>
                  <a:lnTo>
                    <a:pt x="1702597" y="1505975"/>
                  </a:lnTo>
                  <a:lnTo>
                    <a:pt x="1704789" y="1471214"/>
                  </a:lnTo>
                  <a:lnTo>
                    <a:pt x="1705735" y="1453802"/>
                  </a:lnTo>
                  <a:lnTo>
                    <a:pt x="1706126" y="1436249"/>
                  </a:lnTo>
                  <a:lnTo>
                    <a:pt x="1705326" y="1387876"/>
                  </a:lnTo>
                  <a:lnTo>
                    <a:pt x="1702945" y="1339904"/>
                  </a:lnTo>
                  <a:lnTo>
                    <a:pt x="1699008" y="1292357"/>
                  </a:lnTo>
                  <a:lnTo>
                    <a:pt x="1693538" y="1245261"/>
                  </a:lnTo>
                  <a:lnTo>
                    <a:pt x="1686563" y="1198641"/>
                  </a:lnTo>
                  <a:lnTo>
                    <a:pt x="1678106" y="1152522"/>
                  </a:lnTo>
                  <a:lnTo>
                    <a:pt x="1668193" y="1106929"/>
                  </a:lnTo>
                  <a:lnTo>
                    <a:pt x="1656850" y="1061887"/>
                  </a:lnTo>
                  <a:lnTo>
                    <a:pt x="1644100" y="1017422"/>
                  </a:lnTo>
                  <a:lnTo>
                    <a:pt x="1629970" y="973558"/>
                  </a:lnTo>
                  <a:lnTo>
                    <a:pt x="1614484" y="930321"/>
                  </a:lnTo>
                  <a:lnTo>
                    <a:pt x="1597667" y="887736"/>
                  </a:lnTo>
                  <a:lnTo>
                    <a:pt x="1579546" y="845828"/>
                  </a:lnTo>
                  <a:lnTo>
                    <a:pt x="1560144" y="804621"/>
                  </a:lnTo>
                  <a:lnTo>
                    <a:pt x="1539487" y="764142"/>
                  </a:lnTo>
                  <a:lnTo>
                    <a:pt x="1517601" y="724416"/>
                  </a:lnTo>
                  <a:lnTo>
                    <a:pt x="1494509" y="685466"/>
                  </a:lnTo>
                  <a:lnTo>
                    <a:pt x="1470238" y="647320"/>
                  </a:lnTo>
                  <a:lnTo>
                    <a:pt x="1444813" y="610001"/>
                  </a:lnTo>
                  <a:lnTo>
                    <a:pt x="1418258" y="573535"/>
                  </a:lnTo>
                  <a:lnTo>
                    <a:pt x="1390599" y="537947"/>
                  </a:lnTo>
                  <a:lnTo>
                    <a:pt x="1361861" y="503262"/>
                  </a:lnTo>
                  <a:lnTo>
                    <a:pt x="1332068" y="469505"/>
                  </a:lnTo>
                  <a:lnTo>
                    <a:pt x="1301247" y="436702"/>
                  </a:lnTo>
                  <a:lnTo>
                    <a:pt x="1269423" y="404878"/>
                  </a:lnTo>
                  <a:lnTo>
                    <a:pt x="1236620" y="374057"/>
                  </a:lnTo>
                  <a:lnTo>
                    <a:pt x="1202863" y="344265"/>
                  </a:lnTo>
                  <a:lnTo>
                    <a:pt x="1168178" y="315526"/>
                  </a:lnTo>
                  <a:lnTo>
                    <a:pt x="1132590" y="287867"/>
                  </a:lnTo>
                  <a:lnTo>
                    <a:pt x="1096124" y="261312"/>
                  </a:lnTo>
                  <a:lnTo>
                    <a:pt x="1058805" y="235887"/>
                  </a:lnTo>
                  <a:lnTo>
                    <a:pt x="1020659" y="211616"/>
                  </a:lnTo>
                  <a:lnTo>
                    <a:pt x="981709" y="188524"/>
                  </a:lnTo>
                  <a:lnTo>
                    <a:pt x="941983" y="166638"/>
                  </a:lnTo>
                  <a:lnTo>
                    <a:pt x="901504" y="145981"/>
                  </a:lnTo>
                  <a:lnTo>
                    <a:pt x="860297" y="126579"/>
                  </a:lnTo>
                  <a:lnTo>
                    <a:pt x="818389" y="108458"/>
                  </a:lnTo>
                  <a:lnTo>
                    <a:pt x="775804" y="91641"/>
                  </a:lnTo>
                  <a:lnTo>
                    <a:pt x="732567" y="76155"/>
                  </a:lnTo>
                  <a:lnTo>
                    <a:pt x="688703" y="62025"/>
                  </a:lnTo>
                  <a:lnTo>
                    <a:pt x="644238" y="49276"/>
                  </a:lnTo>
                  <a:lnTo>
                    <a:pt x="599196" y="37932"/>
                  </a:lnTo>
                  <a:lnTo>
                    <a:pt x="553603" y="28019"/>
                  </a:lnTo>
                  <a:lnTo>
                    <a:pt x="507484" y="19562"/>
                  </a:lnTo>
                  <a:lnTo>
                    <a:pt x="460864" y="12587"/>
                  </a:lnTo>
                  <a:lnTo>
                    <a:pt x="413768" y="7117"/>
                  </a:lnTo>
                  <a:lnTo>
                    <a:pt x="366221" y="3180"/>
                  </a:lnTo>
                  <a:lnTo>
                    <a:pt x="318249" y="799"/>
                  </a:lnTo>
                  <a:lnTo>
                    <a:pt x="269876" y="0"/>
                  </a:lnTo>
                  <a:close/>
                </a:path>
              </a:pathLst>
            </a:custGeom>
            <a:solidFill>
              <a:srgbClr val="29805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 descr=""/>
            <p:cNvSpPr/>
            <p:nvPr/>
          </p:nvSpPr>
          <p:spPr>
            <a:xfrm>
              <a:off x="-1" y="4567160"/>
              <a:ext cx="5855970" cy="1981835"/>
            </a:xfrm>
            <a:custGeom>
              <a:avLst/>
              <a:gdLst/>
              <a:ahLst/>
              <a:cxnLst/>
              <a:rect l="l" t="t" r="r" b="b"/>
              <a:pathLst>
                <a:path w="5855970" h="1981834">
                  <a:moveTo>
                    <a:pt x="1674451" y="0"/>
                  </a:moveTo>
                  <a:lnTo>
                    <a:pt x="1625400" y="824"/>
                  </a:lnTo>
                  <a:lnTo>
                    <a:pt x="1576766" y="3279"/>
                  </a:lnTo>
                  <a:lnTo>
                    <a:pt x="1528575" y="7339"/>
                  </a:lnTo>
                  <a:lnTo>
                    <a:pt x="1480853" y="12977"/>
                  </a:lnTo>
                  <a:lnTo>
                    <a:pt x="1433627" y="20166"/>
                  </a:lnTo>
                  <a:lnTo>
                    <a:pt x="1386922" y="28881"/>
                  </a:lnTo>
                  <a:lnTo>
                    <a:pt x="1340765" y="39096"/>
                  </a:lnTo>
                  <a:lnTo>
                    <a:pt x="1295182" y="50782"/>
                  </a:lnTo>
                  <a:lnTo>
                    <a:pt x="1250199" y="63916"/>
                  </a:lnTo>
                  <a:lnTo>
                    <a:pt x="1205843" y="78469"/>
                  </a:lnTo>
                  <a:lnTo>
                    <a:pt x="1162138" y="94415"/>
                  </a:lnTo>
                  <a:lnTo>
                    <a:pt x="1119113" y="111729"/>
                  </a:lnTo>
                  <a:lnTo>
                    <a:pt x="1076791" y="130383"/>
                  </a:lnTo>
                  <a:lnTo>
                    <a:pt x="1035201" y="150352"/>
                  </a:lnTo>
                  <a:lnTo>
                    <a:pt x="994368" y="171609"/>
                  </a:lnTo>
                  <a:lnTo>
                    <a:pt x="954318" y="194128"/>
                  </a:lnTo>
                  <a:lnTo>
                    <a:pt x="915077" y="217882"/>
                  </a:lnTo>
                  <a:lnTo>
                    <a:pt x="876671" y="242845"/>
                  </a:lnTo>
                  <a:lnTo>
                    <a:pt x="839127" y="268990"/>
                  </a:lnTo>
                  <a:lnTo>
                    <a:pt x="802471" y="296292"/>
                  </a:lnTo>
                  <a:lnTo>
                    <a:pt x="766729" y="324723"/>
                  </a:lnTo>
                  <a:lnTo>
                    <a:pt x="731927" y="354258"/>
                  </a:lnTo>
                  <a:lnTo>
                    <a:pt x="698091" y="384870"/>
                  </a:lnTo>
                  <a:lnTo>
                    <a:pt x="665247" y="416532"/>
                  </a:lnTo>
                  <a:lnTo>
                    <a:pt x="633422" y="449219"/>
                  </a:lnTo>
                  <a:lnTo>
                    <a:pt x="602641" y="482904"/>
                  </a:lnTo>
                  <a:lnTo>
                    <a:pt x="572932" y="517560"/>
                  </a:lnTo>
                  <a:lnTo>
                    <a:pt x="544319" y="553162"/>
                  </a:lnTo>
                  <a:lnTo>
                    <a:pt x="516829" y="589682"/>
                  </a:lnTo>
                  <a:lnTo>
                    <a:pt x="490489" y="627094"/>
                  </a:lnTo>
                  <a:lnTo>
                    <a:pt x="465324" y="665373"/>
                  </a:lnTo>
                  <a:lnTo>
                    <a:pt x="441361" y="704491"/>
                  </a:lnTo>
                  <a:lnTo>
                    <a:pt x="418625" y="744423"/>
                  </a:lnTo>
                  <a:lnTo>
                    <a:pt x="397143" y="785141"/>
                  </a:lnTo>
                  <a:lnTo>
                    <a:pt x="376941" y="826620"/>
                  </a:lnTo>
                  <a:lnTo>
                    <a:pt x="358046" y="868833"/>
                  </a:lnTo>
                  <a:lnTo>
                    <a:pt x="340483" y="911754"/>
                  </a:lnTo>
                  <a:lnTo>
                    <a:pt x="324278" y="955356"/>
                  </a:lnTo>
                  <a:lnTo>
                    <a:pt x="309458" y="999614"/>
                  </a:lnTo>
                  <a:lnTo>
                    <a:pt x="296048" y="1044500"/>
                  </a:lnTo>
                  <a:lnTo>
                    <a:pt x="284076" y="1089988"/>
                  </a:lnTo>
                  <a:lnTo>
                    <a:pt x="273567" y="1136052"/>
                  </a:lnTo>
                  <a:lnTo>
                    <a:pt x="264546" y="1182666"/>
                  </a:lnTo>
                  <a:lnTo>
                    <a:pt x="257042" y="1229803"/>
                  </a:lnTo>
                  <a:lnTo>
                    <a:pt x="251079" y="1277436"/>
                  </a:lnTo>
                  <a:lnTo>
                    <a:pt x="246683" y="1325540"/>
                  </a:lnTo>
                  <a:lnTo>
                    <a:pt x="208488" y="1295712"/>
                  </a:lnTo>
                  <a:lnTo>
                    <a:pt x="169062" y="1267438"/>
                  </a:lnTo>
                  <a:lnTo>
                    <a:pt x="128454" y="1240764"/>
                  </a:lnTo>
                  <a:lnTo>
                    <a:pt x="86709" y="1215735"/>
                  </a:lnTo>
                  <a:lnTo>
                    <a:pt x="43875" y="1192395"/>
                  </a:lnTo>
                  <a:lnTo>
                    <a:pt x="0" y="1170791"/>
                  </a:lnTo>
                  <a:lnTo>
                    <a:pt x="0" y="1981740"/>
                  </a:lnTo>
                  <a:lnTo>
                    <a:pt x="5851067" y="1981740"/>
                  </a:lnTo>
                  <a:lnTo>
                    <a:pt x="5852776" y="1960174"/>
                  </a:lnTo>
                  <a:lnTo>
                    <a:pt x="5854167" y="1938523"/>
                  </a:lnTo>
                  <a:lnTo>
                    <a:pt x="5855102" y="1916756"/>
                  </a:lnTo>
                  <a:lnTo>
                    <a:pt x="5855444" y="1894842"/>
                  </a:lnTo>
                  <a:lnTo>
                    <a:pt x="5854337" y="1846938"/>
                  </a:lnTo>
                  <a:lnTo>
                    <a:pt x="5851046" y="1799605"/>
                  </a:lnTo>
                  <a:lnTo>
                    <a:pt x="5845622" y="1752890"/>
                  </a:lnTo>
                  <a:lnTo>
                    <a:pt x="5838113" y="1706842"/>
                  </a:lnTo>
                  <a:lnTo>
                    <a:pt x="5828568" y="1661512"/>
                  </a:lnTo>
                  <a:lnTo>
                    <a:pt x="5817035" y="1616947"/>
                  </a:lnTo>
                  <a:lnTo>
                    <a:pt x="5803565" y="1573196"/>
                  </a:lnTo>
                  <a:lnTo>
                    <a:pt x="5788204" y="1530309"/>
                  </a:lnTo>
                  <a:lnTo>
                    <a:pt x="5771004" y="1488333"/>
                  </a:lnTo>
                  <a:lnTo>
                    <a:pt x="5752011" y="1447319"/>
                  </a:lnTo>
                  <a:lnTo>
                    <a:pt x="5731275" y="1407314"/>
                  </a:lnTo>
                  <a:lnTo>
                    <a:pt x="5708846" y="1368369"/>
                  </a:lnTo>
                  <a:lnTo>
                    <a:pt x="5684771" y="1330530"/>
                  </a:lnTo>
                  <a:lnTo>
                    <a:pt x="5659100" y="1293849"/>
                  </a:lnTo>
                  <a:lnTo>
                    <a:pt x="5631882" y="1258372"/>
                  </a:lnTo>
                  <a:lnTo>
                    <a:pt x="5603165" y="1224150"/>
                  </a:lnTo>
                  <a:lnTo>
                    <a:pt x="5572998" y="1191231"/>
                  </a:lnTo>
                  <a:lnTo>
                    <a:pt x="5541431" y="1159664"/>
                  </a:lnTo>
                  <a:lnTo>
                    <a:pt x="5508511" y="1129497"/>
                  </a:lnTo>
                  <a:lnTo>
                    <a:pt x="5474289" y="1100780"/>
                  </a:lnTo>
                  <a:lnTo>
                    <a:pt x="5438812" y="1073562"/>
                  </a:lnTo>
                  <a:lnTo>
                    <a:pt x="5402130" y="1047891"/>
                  </a:lnTo>
                  <a:lnTo>
                    <a:pt x="5364292" y="1023817"/>
                  </a:lnTo>
                  <a:lnTo>
                    <a:pt x="5325345" y="1001387"/>
                  </a:lnTo>
                  <a:lnTo>
                    <a:pt x="5285340" y="980652"/>
                  </a:lnTo>
                  <a:lnTo>
                    <a:pt x="5244326" y="961659"/>
                  </a:lnTo>
                  <a:lnTo>
                    <a:pt x="5202350" y="944459"/>
                  </a:lnTo>
                  <a:lnTo>
                    <a:pt x="5159462" y="929098"/>
                  </a:lnTo>
                  <a:lnTo>
                    <a:pt x="5115710" y="915628"/>
                  </a:lnTo>
                  <a:lnTo>
                    <a:pt x="5071145" y="904095"/>
                  </a:lnTo>
                  <a:lnTo>
                    <a:pt x="5025814" y="894550"/>
                  </a:lnTo>
                  <a:lnTo>
                    <a:pt x="4979766" y="887041"/>
                  </a:lnTo>
                  <a:lnTo>
                    <a:pt x="4933050" y="881617"/>
                  </a:lnTo>
                  <a:lnTo>
                    <a:pt x="4885715" y="878326"/>
                  </a:lnTo>
                  <a:lnTo>
                    <a:pt x="4837810" y="877219"/>
                  </a:lnTo>
                  <a:lnTo>
                    <a:pt x="4785131" y="878560"/>
                  </a:lnTo>
                  <a:lnTo>
                    <a:pt x="4733151" y="882541"/>
                  </a:lnTo>
                  <a:lnTo>
                    <a:pt x="4681935" y="889096"/>
                  </a:lnTo>
                  <a:lnTo>
                    <a:pt x="4631548" y="898159"/>
                  </a:lnTo>
                  <a:lnTo>
                    <a:pt x="4582054" y="909666"/>
                  </a:lnTo>
                  <a:lnTo>
                    <a:pt x="4533518" y="923550"/>
                  </a:lnTo>
                  <a:lnTo>
                    <a:pt x="4486005" y="939747"/>
                  </a:lnTo>
                  <a:lnTo>
                    <a:pt x="4439580" y="958190"/>
                  </a:lnTo>
                  <a:lnTo>
                    <a:pt x="4394307" y="978815"/>
                  </a:lnTo>
                  <a:lnTo>
                    <a:pt x="4350251" y="1001556"/>
                  </a:lnTo>
                  <a:lnTo>
                    <a:pt x="4307477" y="1026348"/>
                  </a:lnTo>
                  <a:lnTo>
                    <a:pt x="4266049" y="1053125"/>
                  </a:lnTo>
                  <a:lnTo>
                    <a:pt x="4226032" y="1081822"/>
                  </a:lnTo>
                  <a:lnTo>
                    <a:pt x="4187492" y="1112373"/>
                  </a:lnTo>
                  <a:lnTo>
                    <a:pt x="4150492" y="1144714"/>
                  </a:lnTo>
                  <a:lnTo>
                    <a:pt x="4115098" y="1178778"/>
                  </a:lnTo>
                  <a:lnTo>
                    <a:pt x="4081373" y="1214500"/>
                  </a:lnTo>
                  <a:lnTo>
                    <a:pt x="4049384" y="1251815"/>
                  </a:lnTo>
                  <a:lnTo>
                    <a:pt x="4012754" y="1220903"/>
                  </a:lnTo>
                  <a:lnTo>
                    <a:pt x="3974696" y="1191697"/>
                  </a:lnTo>
                  <a:lnTo>
                    <a:pt x="3935268" y="1164260"/>
                  </a:lnTo>
                  <a:lnTo>
                    <a:pt x="3894527" y="1138656"/>
                  </a:lnTo>
                  <a:lnTo>
                    <a:pt x="3852531" y="1114946"/>
                  </a:lnTo>
                  <a:lnTo>
                    <a:pt x="3809338" y="1093195"/>
                  </a:lnTo>
                  <a:lnTo>
                    <a:pt x="3765005" y="1073465"/>
                  </a:lnTo>
                  <a:lnTo>
                    <a:pt x="3719591" y="1055820"/>
                  </a:lnTo>
                  <a:lnTo>
                    <a:pt x="3673154" y="1040323"/>
                  </a:lnTo>
                  <a:lnTo>
                    <a:pt x="3625750" y="1027037"/>
                  </a:lnTo>
                  <a:lnTo>
                    <a:pt x="3577438" y="1016025"/>
                  </a:lnTo>
                  <a:lnTo>
                    <a:pt x="3528275" y="1007350"/>
                  </a:lnTo>
                  <a:lnTo>
                    <a:pt x="3478320" y="1001075"/>
                  </a:lnTo>
                  <a:lnTo>
                    <a:pt x="3427630" y="997264"/>
                  </a:lnTo>
                  <a:lnTo>
                    <a:pt x="3376263" y="995980"/>
                  </a:lnTo>
                  <a:lnTo>
                    <a:pt x="3320282" y="997550"/>
                  </a:lnTo>
                  <a:lnTo>
                    <a:pt x="3265129" y="1002183"/>
                  </a:lnTo>
                  <a:lnTo>
                    <a:pt x="3210864" y="1009757"/>
                  </a:lnTo>
                  <a:lnTo>
                    <a:pt x="3157547" y="1020153"/>
                  </a:lnTo>
                  <a:lnTo>
                    <a:pt x="3105240" y="1033251"/>
                  </a:lnTo>
                  <a:lnTo>
                    <a:pt x="3054001" y="1048931"/>
                  </a:lnTo>
                  <a:lnTo>
                    <a:pt x="3040313" y="1002741"/>
                  </a:lnTo>
                  <a:lnTo>
                    <a:pt x="3025134" y="957213"/>
                  </a:lnTo>
                  <a:lnTo>
                    <a:pt x="3008493" y="912374"/>
                  </a:lnTo>
                  <a:lnTo>
                    <a:pt x="2990418" y="868254"/>
                  </a:lnTo>
                  <a:lnTo>
                    <a:pt x="2970938" y="824882"/>
                  </a:lnTo>
                  <a:lnTo>
                    <a:pt x="2950080" y="782286"/>
                  </a:lnTo>
                  <a:lnTo>
                    <a:pt x="2927872" y="740494"/>
                  </a:lnTo>
                  <a:lnTo>
                    <a:pt x="2904345" y="699536"/>
                  </a:lnTo>
                  <a:lnTo>
                    <a:pt x="2879524" y="659441"/>
                  </a:lnTo>
                  <a:lnTo>
                    <a:pt x="2853440" y="620236"/>
                  </a:lnTo>
                  <a:lnTo>
                    <a:pt x="2826120" y="581952"/>
                  </a:lnTo>
                  <a:lnTo>
                    <a:pt x="2797593" y="544615"/>
                  </a:lnTo>
                  <a:lnTo>
                    <a:pt x="2767886" y="508256"/>
                  </a:lnTo>
                  <a:lnTo>
                    <a:pt x="2737029" y="472903"/>
                  </a:lnTo>
                  <a:lnTo>
                    <a:pt x="2705049" y="438585"/>
                  </a:lnTo>
                  <a:lnTo>
                    <a:pt x="2671975" y="405329"/>
                  </a:lnTo>
                  <a:lnTo>
                    <a:pt x="2637836" y="373166"/>
                  </a:lnTo>
                  <a:lnTo>
                    <a:pt x="2602659" y="342124"/>
                  </a:lnTo>
                  <a:lnTo>
                    <a:pt x="2566472" y="312231"/>
                  </a:lnTo>
                  <a:lnTo>
                    <a:pt x="2529305" y="283517"/>
                  </a:lnTo>
                  <a:lnTo>
                    <a:pt x="2491186" y="256009"/>
                  </a:lnTo>
                  <a:lnTo>
                    <a:pt x="2452142" y="229737"/>
                  </a:lnTo>
                  <a:lnTo>
                    <a:pt x="2412203" y="204729"/>
                  </a:lnTo>
                  <a:lnTo>
                    <a:pt x="2371396" y="181015"/>
                  </a:lnTo>
                  <a:lnTo>
                    <a:pt x="2329749" y="158622"/>
                  </a:lnTo>
                  <a:lnTo>
                    <a:pt x="2287292" y="137580"/>
                  </a:lnTo>
                  <a:lnTo>
                    <a:pt x="2244053" y="117917"/>
                  </a:lnTo>
                  <a:lnTo>
                    <a:pt x="2200059" y="99662"/>
                  </a:lnTo>
                  <a:lnTo>
                    <a:pt x="2155339" y="82844"/>
                  </a:lnTo>
                  <a:lnTo>
                    <a:pt x="2109922" y="67491"/>
                  </a:lnTo>
                  <a:lnTo>
                    <a:pt x="2063836" y="53633"/>
                  </a:lnTo>
                  <a:lnTo>
                    <a:pt x="2017108" y="41297"/>
                  </a:lnTo>
                  <a:lnTo>
                    <a:pt x="1969768" y="30513"/>
                  </a:lnTo>
                  <a:lnTo>
                    <a:pt x="1921844" y="21309"/>
                  </a:lnTo>
                  <a:lnTo>
                    <a:pt x="1873364" y="13714"/>
                  </a:lnTo>
                  <a:lnTo>
                    <a:pt x="1824356" y="7757"/>
                  </a:lnTo>
                  <a:lnTo>
                    <a:pt x="1774850" y="3466"/>
                  </a:lnTo>
                  <a:lnTo>
                    <a:pt x="1724872" y="871"/>
                  </a:lnTo>
                  <a:lnTo>
                    <a:pt x="1674451" y="0"/>
                  </a:lnTo>
                  <a:close/>
                </a:path>
              </a:pathLst>
            </a:custGeom>
            <a:solidFill>
              <a:srgbClr val="599C7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 descr=""/>
            <p:cNvSpPr/>
            <p:nvPr/>
          </p:nvSpPr>
          <p:spPr>
            <a:xfrm>
              <a:off x="-2" y="4762153"/>
              <a:ext cx="5279390" cy="1786889"/>
            </a:xfrm>
            <a:custGeom>
              <a:avLst/>
              <a:gdLst/>
              <a:ahLst/>
              <a:cxnLst/>
              <a:rect l="l" t="t" r="r" b="b"/>
              <a:pathLst>
                <a:path w="5279390" h="1786890">
                  <a:moveTo>
                    <a:pt x="1509692" y="0"/>
                  </a:moveTo>
                  <a:lnTo>
                    <a:pt x="1461275" y="890"/>
                  </a:lnTo>
                  <a:lnTo>
                    <a:pt x="1413311" y="3543"/>
                  </a:lnTo>
                  <a:lnTo>
                    <a:pt x="1365833" y="7925"/>
                  </a:lnTo>
                  <a:lnTo>
                    <a:pt x="1318870" y="14006"/>
                  </a:lnTo>
                  <a:lnTo>
                    <a:pt x="1272453" y="21754"/>
                  </a:lnTo>
                  <a:lnTo>
                    <a:pt x="1226614" y="31138"/>
                  </a:lnTo>
                  <a:lnTo>
                    <a:pt x="1181384" y="42127"/>
                  </a:lnTo>
                  <a:lnTo>
                    <a:pt x="1136793" y="54691"/>
                  </a:lnTo>
                  <a:lnTo>
                    <a:pt x="1092873" y="68796"/>
                  </a:lnTo>
                  <a:lnTo>
                    <a:pt x="1049654" y="84413"/>
                  </a:lnTo>
                  <a:lnTo>
                    <a:pt x="1007167" y="101509"/>
                  </a:lnTo>
                  <a:lnTo>
                    <a:pt x="965444" y="120055"/>
                  </a:lnTo>
                  <a:lnTo>
                    <a:pt x="924516" y="140018"/>
                  </a:lnTo>
                  <a:lnTo>
                    <a:pt x="884413" y="161367"/>
                  </a:lnTo>
                  <a:lnTo>
                    <a:pt x="845166" y="184071"/>
                  </a:lnTo>
                  <a:lnTo>
                    <a:pt x="806807" y="208099"/>
                  </a:lnTo>
                  <a:lnTo>
                    <a:pt x="769366" y="233420"/>
                  </a:lnTo>
                  <a:lnTo>
                    <a:pt x="732874" y="260002"/>
                  </a:lnTo>
                  <a:lnTo>
                    <a:pt x="697362" y="287813"/>
                  </a:lnTo>
                  <a:lnTo>
                    <a:pt x="662862" y="316824"/>
                  </a:lnTo>
                  <a:lnTo>
                    <a:pt x="629404" y="347002"/>
                  </a:lnTo>
                  <a:lnTo>
                    <a:pt x="597020" y="378316"/>
                  </a:lnTo>
                  <a:lnTo>
                    <a:pt x="565739" y="410736"/>
                  </a:lnTo>
                  <a:lnTo>
                    <a:pt x="535594" y="444229"/>
                  </a:lnTo>
                  <a:lnTo>
                    <a:pt x="506615" y="478765"/>
                  </a:lnTo>
                  <a:lnTo>
                    <a:pt x="478833" y="514312"/>
                  </a:lnTo>
                  <a:lnTo>
                    <a:pt x="452279" y="550840"/>
                  </a:lnTo>
                  <a:lnTo>
                    <a:pt x="426984" y="588316"/>
                  </a:lnTo>
                  <a:lnTo>
                    <a:pt x="402980" y="626710"/>
                  </a:lnTo>
                  <a:lnTo>
                    <a:pt x="380296" y="665990"/>
                  </a:lnTo>
                  <a:lnTo>
                    <a:pt x="358965" y="706125"/>
                  </a:lnTo>
                  <a:lnTo>
                    <a:pt x="339016" y="747084"/>
                  </a:lnTo>
                  <a:lnTo>
                    <a:pt x="320481" y="788836"/>
                  </a:lnTo>
                  <a:lnTo>
                    <a:pt x="303392" y="831349"/>
                  </a:lnTo>
                  <a:lnTo>
                    <a:pt x="287778" y="874592"/>
                  </a:lnTo>
                  <a:lnTo>
                    <a:pt x="273672" y="918535"/>
                  </a:lnTo>
                  <a:lnTo>
                    <a:pt x="261103" y="963144"/>
                  </a:lnTo>
                  <a:lnTo>
                    <a:pt x="250103" y="1008391"/>
                  </a:lnTo>
                  <a:lnTo>
                    <a:pt x="240703" y="1054242"/>
                  </a:lnTo>
                  <a:lnTo>
                    <a:pt x="232934" y="1100667"/>
                  </a:lnTo>
                  <a:lnTo>
                    <a:pt x="226826" y="1147635"/>
                  </a:lnTo>
                  <a:lnTo>
                    <a:pt x="222412" y="1195115"/>
                  </a:lnTo>
                  <a:lnTo>
                    <a:pt x="180953" y="1163010"/>
                  </a:lnTo>
                  <a:lnTo>
                    <a:pt x="137909" y="1132936"/>
                  </a:lnTo>
                  <a:lnTo>
                    <a:pt x="93353" y="1104961"/>
                  </a:lnTo>
                  <a:lnTo>
                    <a:pt x="47359" y="1079156"/>
                  </a:lnTo>
                  <a:lnTo>
                    <a:pt x="0" y="1055590"/>
                  </a:lnTo>
                  <a:lnTo>
                    <a:pt x="0" y="1786751"/>
                  </a:lnTo>
                  <a:lnTo>
                    <a:pt x="5275347" y="1786751"/>
                  </a:lnTo>
                  <a:lnTo>
                    <a:pt x="5276891" y="1767304"/>
                  </a:lnTo>
                  <a:lnTo>
                    <a:pt x="5278145" y="1747783"/>
                  </a:lnTo>
                  <a:lnTo>
                    <a:pt x="5278987" y="1728157"/>
                  </a:lnTo>
                  <a:lnTo>
                    <a:pt x="5279294" y="1708398"/>
                  </a:lnTo>
                  <a:lnTo>
                    <a:pt x="5278022" y="1659671"/>
                  </a:lnTo>
                  <a:lnTo>
                    <a:pt x="5274249" y="1611606"/>
                  </a:lnTo>
                  <a:lnTo>
                    <a:pt x="5268038" y="1564267"/>
                  </a:lnTo>
                  <a:lnTo>
                    <a:pt x="5259453" y="1517718"/>
                  </a:lnTo>
                  <a:lnTo>
                    <a:pt x="5248556" y="1472021"/>
                  </a:lnTo>
                  <a:lnTo>
                    <a:pt x="5235412" y="1427240"/>
                  </a:lnTo>
                  <a:lnTo>
                    <a:pt x="5220084" y="1383438"/>
                  </a:lnTo>
                  <a:lnTo>
                    <a:pt x="5202634" y="1340680"/>
                  </a:lnTo>
                  <a:lnTo>
                    <a:pt x="5183127" y="1299028"/>
                  </a:lnTo>
                  <a:lnTo>
                    <a:pt x="5161627" y="1258545"/>
                  </a:lnTo>
                  <a:lnTo>
                    <a:pt x="5138195" y="1219296"/>
                  </a:lnTo>
                  <a:lnTo>
                    <a:pt x="5112897" y="1181343"/>
                  </a:lnTo>
                  <a:lnTo>
                    <a:pt x="5085794" y="1144750"/>
                  </a:lnTo>
                  <a:lnTo>
                    <a:pt x="5056952" y="1109580"/>
                  </a:lnTo>
                  <a:lnTo>
                    <a:pt x="5026432" y="1075898"/>
                  </a:lnTo>
                  <a:lnTo>
                    <a:pt x="4994299" y="1043765"/>
                  </a:lnTo>
                  <a:lnTo>
                    <a:pt x="4960615" y="1013246"/>
                  </a:lnTo>
                  <a:lnTo>
                    <a:pt x="4925445" y="984403"/>
                  </a:lnTo>
                  <a:lnTo>
                    <a:pt x="4888852" y="957301"/>
                  </a:lnTo>
                  <a:lnTo>
                    <a:pt x="4850898" y="932003"/>
                  </a:lnTo>
                  <a:lnTo>
                    <a:pt x="4811648" y="908572"/>
                  </a:lnTo>
                  <a:lnTo>
                    <a:pt x="4771165" y="887072"/>
                  </a:lnTo>
                  <a:lnTo>
                    <a:pt x="4729513" y="867566"/>
                  </a:lnTo>
                  <a:lnTo>
                    <a:pt x="4686754" y="850117"/>
                  </a:lnTo>
                  <a:lnTo>
                    <a:pt x="4642952" y="834789"/>
                  </a:lnTo>
                  <a:lnTo>
                    <a:pt x="4598171" y="821645"/>
                  </a:lnTo>
                  <a:lnTo>
                    <a:pt x="4552474" y="810748"/>
                  </a:lnTo>
                  <a:lnTo>
                    <a:pt x="4505924" y="802163"/>
                  </a:lnTo>
                  <a:lnTo>
                    <a:pt x="4458585" y="795952"/>
                  </a:lnTo>
                  <a:lnTo>
                    <a:pt x="4410521" y="792179"/>
                  </a:lnTo>
                  <a:lnTo>
                    <a:pt x="4361793" y="790907"/>
                  </a:lnTo>
                  <a:lnTo>
                    <a:pt x="4311522" y="792263"/>
                  </a:lnTo>
                  <a:lnTo>
                    <a:pt x="4261961" y="796282"/>
                  </a:lnTo>
                  <a:lnTo>
                    <a:pt x="4213180" y="802895"/>
                  </a:lnTo>
                  <a:lnTo>
                    <a:pt x="4165249" y="812032"/>
                  </a:lnTo>
                  <a:lnTo>
                    <a:pt x="4118236" y="823623"/>
                  </a:lnTo>
                  <a:lnTo>
                    <a:pt x="4072211" y="837597"/>
                  </a:lnTo>
                  <a:lnTo>
                    <a:pt x="4027243" y="853886"/>
                  </a:lnTo>
                  <a:lnTo>
                    <a:pt x="3983401" y="872418"/>
                  </a:lnTo>
                  <a:lnTo>
                    <a:pt x="3940756" y="893125"/>
                  </a:lnTo>
                  <a:lnTo>
                    <a:pt x="3899375" y="915935"/>
                  </a:lnTo>
                  <a:lnTo>
                    <a:pt x="3859328" y="940779"/>
                  </a:lnTo>
                  <a:lnTo>
                    <a:pt x="3820685" y="967587"/>
                  </a:lnTo>
                  <a:lnTo>
                    <a:pt x="3783515" y="996289"/>
                  </a:lnTo>
                  <a:lnTo>
                    <a:pt x="3747886" y="1026815"/>
                  </a:lnTo>
                  <a:lnTo>
                    <a:pt x="3713869" y="1059094"/>
                  </a:lnTo>
                  <a:lnTo>
                    <a:pt x="3681533" y="1093058"/>
                  </a:lnTo>
                  <a:lnTo>
                    <a:pt x="3650946" y="1128635"/>
                  </a:lnTo>
                  <a:lnTo>
                    <a:pt x="3612723" y="1096616"/>
                  </a:lnTo>
                  <a:lnTo>
                    <a:pt x="3572796" y="1066655"/>
                  </a:lnTo>
                  <a:lnTo>
                    <a:pt x="3531245" y="1038840"/>
                  </a:lnTo>
                  <a:lnTo>
                    <a:pt x="3488151" y="1013259"/>
                  </a:lnTo>
                  <a:lnTo>
                    <a:pt x="3443594" y="989999"/>
                  </a:lnTo>
                  <a:lnTo>
                    <a:pt x="3397653" y="969147"/>
                  </a:lnTo>
                  <a:lnTo>
                    <a:pt x="3350409" y="950792"/>
                  </a:lnTo>
                  <a:lnTo>
                    <a:pt x="3301941" y="935021"/>
                  </a:lnTo>
                  <a:lnTo>
                    <a:pt x="3252330" y="921920"/>
                  </a:lnTo>
                  <a:lnTo>
                    <a:pt x="3201656" y="911579"/>
                  </a:lnTo>
                  <a:lnTo>
                    <a:pt x="3149998" y="904084"/>
                  </a:lnTo>
                  <a:lnTo>
                    <a:pt x="3097437" y="899523"/>
                  </a:lnTo>
                  <a:lnTo>
                    <a:pt x="3044053" y="897983"/>
                  </a:lnTo>
                  <a:lnTo>
                    <a:pt x="2993579" y="899398"/>
                  </a:lnTo>
                  <a:lnTo>
                    <a:pt x="2943852" y="903574"/>
                  </a:lnTo>
                  <a:lnTo>
                    <a:pt x="2894927" y="910401"/>
                  </a:lnTo>
                  <a:lnTo>
                    <a:pt x="2846857" y="919773"/>
                  </a:lnTo>
                  <a:lnTo>
                    <a:pt x="2799696" y="931582"/>
                  </a:lnTo>
                  <a:lnTo>
                    <a:pt x="2753497" y="945719"/>
                  </a:lnTo>
                  <a:lnTo>
                    <a:pt x="2739659" y="899353"/>
                  </a:lnTo>
                  <a:lnTo>
                    <a:pt x="2724157" y="853731"/>
                  </a:lnTo>
                  <a:lnTo>
                    <a:pt x="2707024" y="808889"/>
                  </a:lnTo>
                  <a:lnTo>
                    <a:pt x="2688297" y="764862"/>
                  </a:lnTo>
                  <a:lnTo>
                    <a:pt x="2668012" y="721686"/>
                  </a:lnTo>
                  <a:lnTo>
                    <a:pt x="2646202" y="679398"/>
                  </a:lnTo>
                  <a:lnTo>
                    <a:pt x="2622904" y="638033"/>
                  </a:lnTo>
                  <a:lnTo>
                    <a:pt x="2598152" y="597626"/>
                  </a:lnTo>
                  <a:lnTo>
                    <a:pt x="2571983" y="558214"/>
                  </a:lnTo>
                  <a:lnTo>
                    <a:pt x="2544432" y="519832"/>
                  </a:lnTo>
                  <a:lnTo>
                    <a:pt x="2515533" y="482517"/>
                  </a:lnTo>
                  <a:lnTo>
                    <a:pt x="2485323" y="446304"/>
                  </a:lnTo>
                  <a:lnTo>
                    <a:pt x="2453836" y="411229"/>
                  </a:lnTo>
                  <a:lnTo>
                    <a:pt x="2421108" y="377328"/>
                  </a:lnTo>
                  <a:lnTo>
                    <a:pt x="2387174" y="344636"/>
                  </a:lnTo>
                  <a:lnTo>
                    <a:pt x="2352070" y="313190"/>
                  </a:lnTo>
                  <a:lnTo>
                    <a:pt x="2315830" y="283025"/>
                  </a:lnTo>
                  <a:lnTo>
                    <a:pt x="2278491" y="254177"/>
                  </a:lnTo>
                  <a:lnTo>
                    <a:pt x="2240088" y="226682"/>
                  </a:lnTo>
                  <a:lnTo>
                    <a:pt x="2200655" y="200576"/>
                  </a:lnTo>
                  <a:lnTo>
                    <a:pt x="2160228" y="175894"/>
                  </a:lnTo>
                  <a:lnTo>
                    <a:pt x="2118843" y="152673"/>
                  </a:lnTo>
                  <a:lnTo>
                    <a:pt x="2076535" y="130948"/>
                  </a:lnTo>
                  <a:lnTo>
                    <a:pt x="2033339" y="110755"/>
                  </a:lnTo>
                  <a:lnTo>
                    <a:pt x="1989290" y="92130"/>
                  </a:lnTo>
                  <a:lnTo>
                    <a:pt x="1944425" y="75109"/>
                  </a:lnTo>
                  <a:lnTo>
                    <a:pt x="1898777" y="59728"/>
                  </a:lnTo>
                  <a:lnTo>
                    <a:pt x="1852383" y="46021"/>
                  </a:lnTo>
                  <a:lnTo>
                    <a:pt x="1805278" y="34026"/>
                  </a:lnTo>
                  <a:lnTo>
                    <a:pt x="1757497" y="23779"/>
                  </a:lnTo>
                  <a:lnTo>
                    <a:pt x="1709076" y="15314"/>
                  </a:lnTo>
                  <a:lnTo>
                    <a:pt x="1660049" y="8667"/>
                  </a:lnTo>
                  <a:lnTo>
                    <a:pt x="1610453" y="3876"/>
                  </a:lnTo>
                  <a:lnTo>
                    <a:pt x="1560322" y="975"/>
                  </a:lnTo>
                  <a:lnTo>
                    <a:pt x="1509692" y="0"/>
                  </a:lnTo>
                  <a:close/>
                </a:path>
              </a:pathLst>
            </a:custGeom>
            <a:solidFill>
              <a:srgbClr val="298055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0" name="object 230" descr=""/>
          <p:cNvGrpSpPr/>
          <p:nvPr/>
        </p:nvGrpSpPr>
        <p:grpSpPr>
          <a:xfrm>
            <a:off x="7453318" y="5674003"/>
            <a:ext cx="6774180" cy="1824355"/>
            <a:chOff x="7453318" y="5674003"/>
            <a:chExt cx="6774180" cy="1824355"/>
          </a:xfrm>
        </p:grpSpPr>
        <p:sp>
          <p:nvSpPr>
            <p:cNvPr id="231" name="object 231" descr=""/>
            <p:cNvSpPr/>
            <p:nvPr/>
          </p:nvSpPr>
          <p:spPr>
            <a:xfrm>
              <a:off x="11037204" y="6201234"/>
              <a:ext cx="3190240" cy="1296670"/>
            </a:xfrm>
            <a:custGeom>
              <a:avLst/>
              <a:gdLst/>
              <a:ahLst/>
              <a:cxnLst/>
              <a:rect l="l" t="t" r="r" b="b"/>
              <a:pathLst>
                <a:path w="3190240" h="1296670">
                  <a:moveTo>
                    <a:pt x="1594851" y="0"/>
                  </a:moveTo>
                  <a:lnTo>
                    <a:pt x="1545442" y="748"/>
                  </a:lnTo>
                  <a:lnTo>
                    <a:pt x="1496397" y="2980"/>
                  </a:lnTo>
                  <a:lnTo>
                    <a:pt x="1447738" y="6674"/>
                  </a:lnTo>
                  <a:lnTo>
                    <a:pt x="1399485" y="11809"/>
                  </a:lnTo>
                  <a:lnTo>
                    <a:pt x="1351659" y="18364"/>
                  </a:lnTo>
                  <a:lnTo>
                    <a:pt x="1304280" y="26317"/>
                  </a:lnTo>
                  <a:lnTo>
                    <a:pt x="1257368" y="35649"/>
                  </a:lnTo>
                  <a:lnTo>
                    <a:pt x="1210944" y="46337"/>
                  </a:lnTo>
                  <a:lnTo>
                    <a:pt x="1165030" y="58361"/>
                  </a:lnTo>
                  <a:lnTo>
                    <a:pt x="1119644" y="71699"/>
                  </a:lnTo>
                  <a:lnTo>
                    <a:pt x="1074808" y="86331"/>
                  </a:lnTo>
                  <a:lnTo>
                    <a:pt x="1030543" y="102235"/>
                  </a:lnTo>
                  <a:lnTo>
                    <a:pt x="986868" y="119390"/>
                  </a:lnTo>
                  <a:lnTo>
                    <a:pt x="943804" y="137776"/>
                  </a:lnTo>
                  <a:lnTo>
                    <a:pt x="901372" y="157370"/>
                  </a:lnTo>
                  <a:lnTo>
                    <a:pt x="859593" y="178153"/>
                  </a:lnTo>
                  <a:lnTo>
                    <a:pt x="818487" y="200102"/>
                  </a:lnTo>
                  <a:lnTo>
                    <a:pt x="778074" y="223197"/>
                  </a:lnTo>
                  <a:lnTo>
                    <a:pt x="738375" y="247417"/>
                  </a:lnTo>
                  <a:lnTo>
                    <a:pt x="699410" y="272741"/>
                  </a:lnTo>
                  <a:lnTo>
                    <a:pt x="661201" y="299147"/>
                  </a:lnTo>
                  <a:lnTo>
                    <a:pt x="623766" y="326615"/>
                  </a:lnTo>
                  <a:lnTo>
                    <a:pt x="587128" y="355123"/>
                  </a:lnTo>
                  <a:lnTo>
                    <a:pt x="551307" y="384650"/>
                  </a:lnTo>
                  <a:lnTo>
                    <a:pt x="516323" y="415176"/>
                  </a:lnTo>
                  <a:lnTo>
                    <a:pt x="482196" y="446679"/>
                  </a:lnTo>
                  <a:lnTo>
                    <a:pt x="448947" y="479137"/>
                  </a:lnTo>
                  <a:lnTo>
                    <a:pt x="416598" y="512531"/>
                  </a:lnTo>
                  <a:lnTo>
                    <a:pt x="385167" y="546839"/>
                  </a:lnTo>
                  <a:lnTo>
                    <a:pt x="354676" y="582039"/>
                  </a:lnTo>
                  <a:lnTo>
                    <a:pt x="325145" y="618111"/>
                  </a:lnTo>
                  <a:lnTo>
                    <a:pt x="296595" y="655034"/>
                  </a:lnTo>
                  <a:lnTo>
                    <a:pt x="269047" y="692786"/>
                  </a:lnTo>
                  <a:lnTo>
                    <a:pt x="242520" y="731347"/>
                  </a:lnTo>
                  <a:lnTo>
                    <a:pt x="217036" y="770695"/>
                  </a:lnTo>
                  <a:lnTo>
                    <a:pt x="192614" y="810809"/>
                  </a:lnTo>
                  <a:lnTo>
                    <a:pt x="169276" y="851668"/>
                  </a:lnTo>
                  <a:lnTo>
                    <a:pt x="147042" y="893252"/>
                  </a:lnTo>
                  <a:lnTo>
                    <a:pt x="125933" y="935538"/>
                  </a:lnTo>
                  <a:lnTo>
                    <a:pt x="105968" y="978507"/>
                  </a:lnTo>
                  <a:lnTo>
                    <a:pt x="87169" y="1022136"/>
                  </a:lnTo>
                  <a:lnTo>
                    <a:pt x="69556" y="1066405"/>
                  </a:lnTo>
                  <a:lnTo>
                    <a:pt x="53149" y="1111293"/>
                  </a:lnTo>
                  <a:lnTo>
                    <a:pt x="37970" y="1156779"/>
                  </a:lnTo>
                  <a:lnTo>
                    <a:pt x="24038" y="1202840"/>
                  </a:lnTo>
                  <a:lnTo>
                    <a:pt x="11374" y="1249458"/>
                  </a:lnTo>
                  <a:lnTo>
                    <a:pt x="0" y="1296609"/>
                  </a:lnTo>
                  <a:lnTo>
                    <a:pt x="3189714" y="1296609"/>
                  </a:lnTo>
                  <a:lnTo>
                    <a:pt x="3178338" y="1249458"/>
                  </a:lnTo>
                  <a:lnTo>
                    <a:pt x="3165674" y="1202840"/>
                  </a:lnTo>
                  <a:lnTo>
                    <a:pt x="3151742" y="1156779"/>
                  </a:lnTo>
                  <a:lnTo>
                    <a:pt x="3136562" y="1111293"/>
                  </a:lnTo>
                  <a:lnTo>
                    <a:pt x="3120155" y="1066405"/>
                  </a:lnTo>
                  <a:lnTo>
                    <a:pt x="3102542" y="1022136"/>
                  </a:lnTo>
                  <a:lnTo>
                    <a:pt x="3083742" y="978507"/>
                  </a:lnTo>
                  <a:lnTo>
                    <a:pt x="3063777" y="935538"/>
                  </a:lnTo>
                  <a:lnTo>
                    <a:pt x="3042667" y="893252"/>
                  </a:lnTo>
                  <a:lnTo>
                    <a:pt x="3020433" y="851668"/>
                  </a:lnTo>
                  <a:lnTo>
                    <a:pt x="2997095" y="810809"/>
                  </a:lnTo>
                  <a:lnTo>
                    <a:pt x="2972673" y="770695"/>
                  </a:lnTo>
                  <a:lnTo>
                    <a:pt x="2947188" y="731347"/>
                  </a:lnTo>
                  <a:lnTo>
                    <a:pt x="2920662" y="692786"/>
                  </a:lnTo>
                  <a:lnTo>
                    <a:pt x="2893113" y="655034"/>
                  </a:lnTo>
                  <a:lnTo>
                    <a:pt x="2864563" y="618111"/>
                  </a:lnTo>
                  <a:lnTo>
                    <a:pt x="2835032" y="582039"/>
                  </a:lnTo>
                  <a:lnTo>
                    <a:pt x="2804541" y="546839"/>
                  </a:lnTo>
                  <a:lnTo>
                    <a:pt x="2773111" y="512531"/>
                  </a:lnTo>
                  <a:lnTo>
                    <a:pt x="2740761" y="479137"/>
                  </a:lnTo>
                  <a:lnTo>
                    <a:pt x="2707512" y="446679"/>
                  </a:lnTo>
                  <a:lnTo>
                    <a:pt x="2673385" y="415176"/>
                  </a:lnTo>
                  <a:lnTo>
                    <a:pt x="2638401" y="384650"/>
                  </a:lnTo>
                  <a:lnTo>
                    <a:pt x="2602580" y="355123"/>
                  </a:lnTo>
                  <a:lnTo>
                    <a:pt x="2565942" y="326615"/>
                  </a:lnTo>
                  <a:lnTo>
                    <a:pt x="2528508" y="299147"/>
                  </a:lnTo>
                  <a:lnTo>
                    <a:pt x="2490298" y="272741"/>
                  </a:lnTo>
                  <a:lnTo>
                    <a:pt x="2451333" y="247417"/>
                  </a:lnTo>
                  <a:lnTo>
                    <a:pt x="2411634" y="223197"/>
                  </a:lnTo>
                  <a:lnTo>
                    <a:pt x="2371221" y="200102"/>
                  </a:lnTo>
                  <a:lnTo>
                    <a:pt x="2330115" y="178153"/>
                  </a:lnTo>
                  <a:lnTo>
                    <a:pt x="2288335" y="157370"/>
                  </a:lnTo>
                  <a:lnTo>
                    <a:pt x="2245904" y="137776"/>
                  </a:lnTo>
                  <a:lnTo>
                    <a:pt x="2202840" y="119390"/>
                  </a:lnTo>
                  <a:lnTo>
                    <a:pt x="2159165" y="102235"/>
                  </a:lnTo>
                  <a:lnTo>
                    <a:pt x="2114899" y="86331"/>
                  </a:lnTo>
                  <a:lnTo>
                    <a:pt x="2070063" y="71699"/>
                  </a:lnTo>
                  <a:lnTo>
                    <a:pt x="2024677" y="58361"/>
                  </a:lnTo>
                  <a:lnTo>
                    <a:pt x="1978762" y="46337"/>
                  </a:lnTo>
                  <a:lnTo>
                    <a:pt x="1932338" y="35649"/>
                  </a:lnTo>
                  <a:lnTo>
                    <a:pt x="1885426" y="26317"/>
                  </a:lnTo>
                  <a:lnTo>
                    <a:pt x="1838047" y="18364"/>
                  </a:lnTo>
                  <a:lnTo>
                    <a:pt x="1790220" y="11809"/>
                  </a:lnTo>
                  <a:lnTo>
                    <a:pt x="1741966" y="6674"/>
                  </a:lnTo>
                  <a:lnTo>
                    <a:pt x="1693307" y="2980"/>
                  </a:lnTo>
                  <a:lnTo>
                    <a:pt x="1644262" y="748"/>
                  </a:lnTo>
                  <a:lnTo>
                    <a:pt x="1594851" y="0"/>
                  </a:lnTo>
                  <a:close/>
                </a:path>
              </a:pathLst>
            </a:custGeom>
            <a:solidFill>
              <a:srgbClr val="15744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 descr=""/>
            <p:cNvSpPr/>
            <p:nvPr/>
          </p:nvSpPr>
          <p:spPr>
            <a:xfrm>
              <a:off x="7453318" y="5674003"/>
              <a:ext cx="5217795" cy="1824355"/>
            </a:xfrm>
            <a:custGeom>
              <a:avLst/>
              <a:gdLst/>
              <a:ahLst/>
              <a:cxnLst/>
              <a:rect l="l" t="t" r="r" b="b"/>
              <a:pathLst>
                <a:path w="5217795" h="1824354">
                  <a:moveTo>
                    <a:pt x="2608904" y="0"/>
                  </a:moveTo>
                  <a:lnTo>
                    <a:pt x="2555306" y="442"/>
                  </a:lnTo>
                  <a:lnTo>
                    <a:pt x="2501967" y="1763"/>
                  </a:lnTo>
                  <a:lnTo>
                    <a:pt x="2448899" y="3954"/>
                  </a:lnTo>
                  <a:lnTo>
                    <a:pt x="2396110" y="7008"/>
                  </a:lnTo>
                  <a:lnTo>
                    <a:pt x="2343611" y="10915"/>
                  </a:lnTo>
                  <a:lnTo>
                    <a:pt x="2291411" y="15668"/>
                  </a:lnTo>
                  <a:lnTo>
                    <a:pt x="2239522" y="21259"/>
                  </a:lnTo>
                  <a:lnTo>
                    <a:pt x="2187952" y="27678"/>
                  </a:lnTo>
                  <a:lnTo>
                    <a:pt x="2136712" y="34917"/>
                  </a:lnTo>
                  <a:lnTo>
                    <a:pt x="2085812" y="42969"/>
                  </a:lnTo>
                  <a:lnTo>
                    <a:pt x="2035262" y="51824"/>
                  </a:lnTo>
                  <a:lnTo>
                    <a:pt x="1985071" y="61476"/>
                  </a:lnTo>
                  <a:lnTo>
                    <a:pt x="1935250" y="71914"/>
                  </a:lnTo>
                  <a:lnTo>
                    <a:pt x="1885809" y="83131"/>
                  </a:lnTo>
                  <a:lnTo>
                    <a:pt x="1836757" y="95119"/>
                  </a:lnTo>
                  <a:lnTo>
                    <a:pt x="1788105" y="107869"/>
                  </a:lnTo>
                  <a:lnTo>
                    <a:pt x="1739862" y="121373"/>
                  </a:lnTo>
                  <a:lnTo>
                    <a:pt x="1692040" y="135622"/>
                  </a:lnTo>
                  <a:lnTo>
                    <a:pt x="1644646" y="150609"/>
                  </a:lnTo>
                  <a:lnTo>
                    <a:pt x="1597692" y="166325"/>
                  </a:lnTo>
                  <a:lnTo>
                    <a:pt x="1551188" y="182761"/>
                  </a:lnTo>
                  <a:lnTo>
                    <a:pt x="1505144" y="199909"/>
                  </a:lnTo>
                  <a:lnTo>
                    <a:pt x="1459568" y="217762"/>
                  </a:lnTo>
                  <a:lnTo>
                    <a:pt x="1414473" y="236310"/>
                  </a:lnTo>
                  <a:lnTo>
                    <a:pt x="1369866" y="255545"/>
                  </a:lnTo>
                  <a:lnTo>
                    <a:pt x="1325759" y="275459"/>
                  </a:lnTo>
                  <a:lnTo>
                    <a:pt x="1282162" y="296044"/>
                  </a:lnTo>
                  <a:lnTo>
                    <a:pt x="1239084" y="317291"/>
                  </a:lnTo>
                  <a:lnTo>
                    <a:pt x="1196535" y="339192"/>
                  </a:lnTo>
                  <a:lnTo>
                    <a:pt x="1154526" y="361739"/>
                  </a:lnTo>
                  <a:lnTo>
                    <a:pt x="1113066" y="384923"/>
                  </a:lnTo>
                  <a:lnTo>
                    <a:pt x="1072165" y="408736"/>
                  </a:lnTo>
                  <a:lnTo>
                    <a:pt x="1031834" y="433170"/>
                  </a:lnTo>
                  <a:lnTo>
                    <a:pt x="992082" y="458216"/>
                  </a:lnTo>
                  <a:lnTo>
                    <a:pt x="952919" y="483866"/>
                  </a:lnTo>
                  <a:lnTo>
                    <a:pt x="914356" y="510111"/>
                  </a:lnTo>
                  <a:lnTo>
                    <a:pt x="876402" y="536944"/>
                  </a:lnTo>
                  <a:lnTo>
                    <a:pt x="839067" y="564356"/>
                  </a:lnTo>
                  <a:lnTo>
                    <a:pt x="802361" y="592339"/>
                  </a:lnTo>
                  <a:lnTo>
                    <a:pt x="766294" y="620884"/>
                  </a:lnTo>
                  <a:lnTo>
                    <a:pt x="730877" y="649983"/>
                  </a:lnTo>
                  <a:lnTo>
                    <a:pt x="696118" y="679627"/>
                  </a:lnTo>
                  <a:lnTo>
                    <a:pt x="662029" y="709809"/>
                  </a:lnTo>
                  <a:lnTo>
                    <a:pt x="628619" y="740521"/>
                  </a:lnTo>
                  <a:lnTo>
                    <a:pt x="595898" y="771752"/>
                  </a:lnTo>
                  <a:lnTo>
                    <a:pt x="563876" y="803497"/>
                  </a:lnTo>
                  <a:lnTo>
                    <a:pt x="532563" y="835745"/>
                  </a:lnTo>
                  <a:lnTo>
                    <a:pt x="501969" y="868489"/>
                  </a:lnTo>
                  <a:lnTo>
                    <a:pt x="472104" y="901720"/>
                  </a:lnTo>
                  <a:lnTo>
                    <a:pt x="442978" y="935431"/>
                  </a:lnTo>
                  <a:lnTo>
                    <a:pt x="414601" y="969612"/>
                  </a:lnTo>
                  <a:lnTo>
                    <a:pt x="386983" y="1004255"/>
                  </a:lnTo>
                  <a:lnTo>
                    <a:pt x="360134" y="1039353"/>
                  </a:lnTo>
                  <a:lnTo>
                    <a:pt x="334064" y="1074897"/>
                  </a:lnTo>
                  <a:lnTo>
                    <a:pt x="308783" y="1110877"/>
                  </a:lnTo>
                  <a:lnTo>
                    <a:pt x="284300" y="1147287"/>
                  </a:lnTo>
                  <a:lnTo>
                    <a:pt x="260627" y="1184118"/>
                  </a:lnTo>
                  <a:lnTo>
                    <a:pt x="237772" y="1221361"/>
                  </a:lnTo>
                  <a:lnTo>
                    <a:pt x="215746" y="1259009"/>
                  </a:lnTo>
                  <a:lnTo>
                    <a:pt x="194559" y="1297052"/>
                  </a:lnTo>
                  <a:lnTo>
                    <a:pt x="174221" y="1335482"/>
                  </a:lnTo>
                  <a:lnTo>
                    <a:pt x="154741" y="1374292"/>
                  </a:lnTo>
                  <a:lnTo>
                    <a:pt x="136131" y="1413472"/>
                  </a:lnTo>
                  <a:lnTo>
                    <a:pt x="118398" y="1453015"/>
                  </a:lnTo>
                  <a:lnTo>
                    <a:pt x="101555" y="1492912"/>
                  </a:lnTo>
                  <a:lnTo>
                    <a:pt x="85610" y="1533155"/>
                  </a:lnTo>
                  <a:lnTo>
                    <a:pt x="70574" y="1573736"/>
                  </a:lnTo>
                  <a:lnTo>
                    <a:pt x="56457" y="1614645"/>
                  </a:lnTo>
                  <a:lnTo>
                    <a:pt x="43268" y="1655876"/>
                  </a:lnTo>
                  <a:lnTo>
                    <a:pt x="31018" y="1697419"/>
                  </a:lnTo>
                  <a:lnTo>
                    <a:pt x="19717" y="1739266"/>
                  </a:lnTo>
                  <a:lnTo>
                    <a:pt x="9374" y="1781409"/>
                  </a:lnTo>
                  <a:lnTo>
                    <a:pt x="0" y="1823839"/>
                  </a:lnTo>
                  <a:lnTo>
                    <a:pt x="5217799" y="1823839"/>
                  </a:lnTo>
                  <a:lnTo>
                    <a:pt x="5208425" y="1781409"/>
                  </a:lnTo>
                  <a:lnTo>
                    <a:pt x="5198082" y="1739266"/>
                  </a:lnTo>
                  <a:lnTo>
                    <a:pt x="5186781" y="1697419"/>
                  </a:lnTo>
                  <a:lnTo>
                    <a:pt x="5174531" y="1655876"/>
                  </a:lnTo>
                  <a:lnTo>
                    <a:pt x="5161343" y="1614645"/>
                  </a:lnTo>
                  <a:lnTo>
                    <a:pt x="5147226" y="1573736"/>
                  </a:lnTo>
                  <a:lnTo>
                    <a:pt x="5132190" y="1533155"/>
                  </a:lnTo>
                  <a:lnTo>
                    <a:pt x="5116246" y="1492912"/>
                  </a:lnTo>
                  <a:lnTo>
                    <a:pt x="5099403" y="1453015"/>
                  </a:lnTo>
                  <a:lnTo>
                    <a:pt x="5081671" y="1413472"/>
                  </a:lnTo>
                  <a:lnTo>
                    <a:pt x="5063060" y="1374292"/>
                  </a:lnTo>
                  <a:lnTo>
                    <a:pt x="5043581" y="1335482"/>
                  </a:lnTo>
                  <a:lnTo>
                    <a:pt x="5023243" y="1297052"/>
                  </a:lnTo>
                  <a:lnTo>
                    <a:pt x="5002056" y="1259009"/>
                  </a:lnTo>
                  <a:lnTo>
                    <a:pt x="4980030" y="1221361"/>
                  </a:lnTo>
                  <a:lnTo>
                    <a:pt x="4957176" y="1184118"/>
                  </a:lnTo>
                  <a:lnTo>
                    <a:pt x="4933502" y="1147287"/>
                  </a:lnTo>
                  <a:lnTo>
                    <a:pt x="4909020" y="1110877"/>
                  </a:lnTo>
                  <a:lnTo>
                    <a:pt x="4883739" y="1074897"/>
                  </a:lnTo>
                  <a:lnTo>
                    <a:pt x="4857669" y="1039353"/>
                  </a:lnTo>
                  <a:lnTo>
                    <a:pt x="4830820" y="1004255"/>
                  </a:lnTo>
                  <a:lnTo>
                    <a:pt x="4803202" y="969612"/>
                  </a:lnTo>
                  <a:lnTo>
                    <a:pt x="4774825" y="935431"/>
                  </a:lnTo>
                  <a:lnTo>
                    <a:pt x="4745699" y="901720"/>
                  </a:lnTo>
                  <a:lnTo>
                    <a:pt x="4715834" y="868489"/>
                  </a:lnTo>
                  <a:lnTo>
                    <a:pt x="4685240" y="835745"/>
                  </a:lnTo>
                  <a:lnTo>
                    <a:pt x="4653927" y="803497"/>
                  </a:lnTo>
                  <a:lnTo>
                    <a:pt x="4621906" y="771752"/>
                  </a:lnTo>
                  <a:lnTo>
                    <a:pt x="4589184" y="740521"/>
                  </a:lnTo>
                  <a:lnTo>
                    <a:pt x="4555774" y="709809"/>
                  </a:lnTo>
                  <a:lnTo>
                    <a:pt x="4521685" y="679627"/>
                  </a:lnTo>
                  <a:lnTo>
                    <a:pt x="4486927" y="649983"/>
                  </a:lnTo>
                  <a:lnTo>
                    <a:pt x="4451509" y="620884"/>
                  </a:lnTo>
                  <a:lnTo>
                    <a:pt x="4415443" y="592339"/>
                  </a:lnTo>
                  <a:lnTo>
                    <a:pt x="4378737" y="564356"/>
                  </a:lnTo>
                  <a:lnTo>
                    <a:pt x="4341402" y="536944"/>
                  </a:lnTo>
                  <a:lnTo>
                    <a:pt x="4303447" y="510111"/>
                  </a:lnTo>
                  <a:lnTo>
                    <a:pt x="4264884" y="483866"/>
                  </a:lnTo>
                  <a:lnTo>
                    <a:pt x="4225721" y="458216"/>
                  </a:lnTo>
                  <a:lnTo>
                    <a:pt x="4185969" y="433170"/>
                  </a:lnTo>
                  <a:lnTo>
                    <a:pt x="4145638" y="408736"/>
                  </a:lnTo>
                  <a:lnTo>
                    <a:pt x="4104737" y="384923"/>
                  </a:lnTo>
                  <a:lnTo>
                    <a:pt x="4063277" y="361739"/>
                  </a:lnTo>
                  <a:lnTo>
                    <a:pt x="4021268" y="339192"/>
                  </a:lnTo>
                  <a:lnTo>
                    <a:pt x="3978720" y="317291"/>
                  </a:lnTo>
                  <a:lnTo>
                    <a:pt x="3935642" y="296044"/>
                  </a:lnTo>
                  <a:lnTo>
                    <a:pt x="3892044" y="275459"/>
                  </a:lnTo>
                  <a:lnTo>
                    <a:pt x="3847937" y="255545"/>
                  </a:lnTo>
                  <a:lnTo>
                    <a:pt x="3803331" y="236310"/>
                  </a:lnTo>
                  <a:lnTo>
                    <a:pt x="3758235" y="217762"/>
                  </a:lnTo>
                  <a:lnTo>
                    <a:pt x="3712660" y="199909"/>
                  </a:lnTo>
                  <a:lnTo>
                    <a:pt x="3666616" y="182761"/>
                  </a:lnTo>
                  <a:lnTo>
                    <a:pt x="3620111" y="166325"/>
                  </a:lnTo>
                  <a:lnTo>
                    <a:pt x="3573158" y="150609"/>
                  </a:lnTo>
                  <a:lnTo>
                    <a:pt x="3525765" y="135622"/>
                  </a:lnTo>
                  <a:lnTo>
                    <a:pt x="3477942" y="121373"/>
                  </a:lnTo>
                  <a:lnTo>
                    <a:pt x="3429699" y="107869"/>
                  </a:lnTo>
                  <a:lnTo>
                    <a:pt x="3381048" y="95119"/>
                  </a:lnTo>
                  <a:lnTo>
                    <a:pt x="3331996" y="83131"/>
                  </a:lnTo>
                  <a:lnTo>
                    <a:pt x="3282555" y="71914"/>
                  </a:lnTo>
                  <a:lnTo>
                    <a:pt x="3232734" y="61476"/>
                  </a:lnTo>
                  <a:lnTo>
                    <a:pt x="3182543" y="51824"/>
                  </a:lnTo>
                  <a:lnTo>
                    <a:pt x="3131993" y="42969"/>
                  </a:lnTo>
                  <a:lnTo>
                    <a:pt x="3081093" y="34917"/>
                  </a:lnTo>
                  <a:lnTo>
                    <a:pt x="3029854" y="27678"/>
                  </a:lnTo>
                  <a:lnTo>
                    <a:pt x="2978284" y="21259"/>
                  </a:lnTo>
                  <a:lnTo>
                    <a:pt x="2926395" y="15668"/>
                  </a:lnTo>
                  <a:lnTo>
                    <a:pt x="2874196" y="10915"/>
                  </a:lnTo>
                  <a:lnTo>
                    <a:pt x="2821698" y="7008"/>
                  </a:lnTo>
                  <a:lnTo>
                    <a:pt x="2768909" y="3954"/>
                  </a:lnTo>
                  <a:lnTo>
                    <a:pt x="2715841" y="1763"/>
                  </a:lnTo>
                  <a:lnTo>
                    <a:pt x="2662502" y="442"/>
                  </a:lnTo>
                  <a:lnTo>
                    <a:pt x="2608904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3" name="object 233" descr=""/>
          <p:cNvGrpSpPr/>
          <p:nvPr/>
        </p:nvGrpSpPr>
        <p:grpSpPr>
          <a:xfrm>
            <a:off x="-4" y="4895717"/>
            <a:ext cx="13489940" cy="2602230"/>
            <a:chOff x="-4" y="4895717"/>
            <a:chExt cx="13489940" cy="2602230"/>
          </a:xfrm>
        </p:grpSpPr>
        <p:sp>
          <p:nvSpPr>
            <p:cNvPr id="234" name="object 234" descr=""/>
            <p:cNvSpPr/>
            <p:nvPr/>
          </p:nvSpPr>
          <p:spPr>
            <a:xfrm>
              <a:off x="2565587" y="4895717"/>
              <a:ext cx="4772660" cy="2602230"/>
            </a:xfrm>
            <a:custGeom>
              <a:avLst/>
              <a:gdLst/>
              <a:ahLst/>
              <a:cxnLst/>
              <a:rect l="l" t="t" r="r" b="b"/>
              <a:pathLst>
                <a:path w="4772659" h="2602229">
                  <a:moveTo>
                    <a:pt x="1907177" y="0"/>
                  </a:moveTo>
                  <a:lnTo>
                    <a:pt x="1868614" y="587"/>
                  </a:lnTo>
                  <a:lnTo>
                    <a:pt x="1830236" y="2342"/>
                  </a:lnTo>
                  <a:lnTo>
                    <a:pt x="1792051" y="5255"/>
                  </a:lnTo>
                  <a:lnTo>
                    <a:pt x="1754065" y="9313"/>
                  </a:lnTo>
                  <a:lnTo>
                    <a:pt x="1716285" y="14506"/>
                  </a:lnTo>
                  <a:lnTo>
                    <a:pt x="1641373" y="28253"/>
                  </a:lnTo>
                  <a:lnTo>
                    <a:pt x="1567370" y="46408"/>
                  </a:lnTo>
                  <a:lnTo>
                    <a:pt x="1530728" y="57111"/>
                  </a:lnTo>
                  <a:lnTo>
                    <a:pt x="1494335" y="68883"/>
                  </a:lnTo>
                  <a:lnTo>
                    <a:pt x="1458197" y="81714"/>
                  </a:lnTo>
                  <a:lnTo>
                    <a:pt x="1422322" y="95592"/>
                  </a:lnTo>
                  <a:lnTo>
                    <a:pt x="1386717" y="110505"/>
                  </a:lnTo>
                  <a:lnTo>
                    <a:pt x="1351389" y="126445"/>
                  </a:lnTo>
                  <a:lnTo>
                    <a:pt x="1316345" y="143398"/>
                  </a:lnTo>
                  <a:lnTo>
                    <a:pt x="1281592" y="161355"/>
                  </a:lnTo>
                  <a:lnTo>
                    <a:pt x="1247137" y="180304"/>
                  </a:lnTo>
                  <a:lnTo>
                    <a:pt x="1212986" y="200235"/>
                  </a:lnTo>
                  <a:lnTo>
                    <a:pt x="1179149" y="221136"/>
                  </a:lnTo>
                  <a:lnTo>
                    <a:pt x="1145630" y="242997"/>
                  </a:lnTo>
                  <a:lnTo>
                    <a:pt x="1112437" y="265806"/>
                  </a:lnTo>
                  <a:lnTo>
                    <a:pt x="1079578" y="289552"/>
                  </a:lnTo>
                  <a:lnTo>
                    <a:pt x="1047059" y="314226"/>
                  </a:lnTo>
                  <a:lnTo>
                    <a:pt x="1014888" y="339815"/>
                  </a:lnTo>
                  <a:lnTo>
                    <a:pt x="983071" y="366308"/>
                  </a:lnTo>
                  <a:lnTo>
                    <a:pt x="951616" y="393695"/>
                  </a:lnTo>
                  <a:lnTo>
                    <a:pt x="920529" y="421965"/>
                  </a:lnTo>
                  <a:lnTo>
                    <a:pt x="889818" y="451107"/>
                  </a:lnTo>
                  <a:lnTo>
                    <a:pt x="859489" y="481110"/>
                  </a:lnTo>
                  <a:lnTo>
                    <a:pt x="829550" y="511962"/>
                  </a:lnTo>
                  <a:lnTo>
                    <a:pt x="800008" y="543654"/>
                  </a:lnTo>
                  <a:lnTo>
                    <a:pt x="770870" y="576173"/>
                  </a:lnTo>
                  <a:lnTo>
                    <a:pt x="742143" y="609509"/>
                  </a:lnTo>
                  <a:lnTo>
                    <a:pt x="713833" y="643651"/>
                  </a:lnTo>
                  <a:lnTo>
                    <a:pt x="685949" y="678588"/>
                  </a:lnTo>
                  <a:lnTo>
                    <a:pt x="658496" y="714310"/>
                  </a:lnTo>
                  <a:lnTo>
                    <a:pt x="631483" y="750804"/>
                  </a:lnTo>
                  <a:lnTo>
                    <a:pt x="604916" y="788060"/>
                  </a:lnTo>
                  <a:lnTo>
                    <a:pt x="578802" y="826068"/>
                  </a:lnTo>
                  <a:lnTo>
                    <a:pt x="553148" y="864816"/>
                  </a:lnTo>
                  <a:lnTo>
                    <a:pt x="527961" y="904293"/>
                  </a:lnTo>
                  <a:lnTo>
                    <a:pt x="503249" y="944488"/>
                  </a:lnTo>
                  <a:lnTo>
                    <a:pt x="479018" y="985391"/>
                  </a:lnTo>
                  <a:lnTo>
                    <a:pt x="455276" y="1026990"/>
                  </a:lnTo>
                  <a:lnTo>
                    <a:pt x="432029" y="1069274"/>
                  </a:lnTo>
                  <a:lnTo>
                    <a:pt x="409285" y="1112233"/>
                  </a:lnTo>
                  <a:lnTo>
                    <a:pt x="387050" y="1155855"/>
                  </a:lnTo>
                  <a:lnTo>
                    <a:pt x="365332" y="1200130"/>
                  </a:lnTo>
                  <a:lnTo>
                    <a:pt x="344137" y="1245046"/>
                  </a:lnTo>
                  <a:lnTo>
                    <a:pt x="323474" y="1290593"/>
                  </a:lnTo>
                  <a:lnTo>
                    <a:pt x="303348" y="1336759"/>
                  </a:lnTo>
                  <a:lnTo>
                    <a:pt x="283767" y="1383534"/>
                  </a:lnTo>
                  <a:lnTo>
                    <a:pt x="264737" y="1430906"/>
                  </a:lnTo>
                  <a:lnTo>
                    <a:pt x="246267" y="1478866"/>
                  </a:lnTo>
                  <a:lnTo>
                    <a:pt x="228363" y="1527401"/>
                  </a:lnTo>
                  <a:lnTo>
                    <a:pt x="211032" y="1576501"/>
                  </a:lnTo>
                  <a:lnTo>
                    <a:pt x="194281" y="1626154"/>
                  </a:lnTo>
                  <a:lnTo>
                    <a:pt x="178117" y="1676351"/>
                  </a:lnTo>
                  <a:lnTo>
                    <a:pt x="162547" y="1727079"/>
                  </a:lnTo>
                  <a:lnTo>
                    <a:pt x="147579" y="1778328"/>
                  </a:lnTo>
                  <a:lnTo>
                    <a:pt x="133219" y="1830087"/>
                  </a:lnTo>
                  <a:lnTo>
                    <a:pt x="119474" y="1882345"/>
                  </a:lnTo>
                  <a:lnTo>
                    <a:pt x="106352" y="1935092"/>
                  </a:lnTo>
                  <a:lnTo>
                    <a:pt x="93859" y="1988315"/>
                  </a:lnTo>
                  <a:lnTo>
                    <a:pt x="82003" y="2042004"/>
                  </a:lnTo>
                  <a:lnTo>
                    <a:pt x="70790" y="2096148"/>
                  </a:lnTo>
                  <a:lnTo>
                    <a:pt x="60228" y="2150737"/>
                  </a:lnTo>
                  <a:lnTo>
                    <a:pt x="50324" y="2205759"/>
                  </a:lnTo>
                  <a:lnTo>
                    <a:pt x="41084" y="2261203"/>
                  </a:lnTo>
                  <a:lnTo>
                    <a:pt x="32516" y="2317058"/>
                  </a:lnTo>
                  <a:lnTo>
                    <a:pt x="24627" y="2373313"/>
                  </a:lnTo>
                  <a:lnTo>
                    <a:pt x="17423" y="2429958"/>
                  </a:lnTo>
                  <a:lnTo>
                    <a:pt x="10913" y="2486982"/>
                  </a:lnTo>
                  <a:lnTo>
                    <a:pt x="5103" y="2544372"/>
                  </a:lnTo>
                  <a:lnTo>
                    <a:pt x="0" y="2602119"/>
                  </a:lnTo>
                  <a:lnTo>
                    <a:pt x="4772221" y="2602119"/>
                  </a:lnTo>
                  <a:lnTo>
                    <a:pt x="4765183" y="2544588"/>
                  </a:lnTo>
                  <a:lnTo>
                    <a:pt x="4757178" y="2487602"/>
                  </a:lnTo>
                  <a:lnTo>
                    <a:pt x="4748222" y="2431181"/>
                  </a:lnTo>
                  <a:lnTo>
                    <a:pt x="4738326" y="2375349"/>
                  </a:lnTo>
                  <a:lnTo>
                    <a:pt x="4727506" y="2320125"/>
                  </a:lnTo>
                  <a:lnTo>
                    <a:pt x="4715774" y="2265531"/>
                  </a:lnTo>
                  <a:lnTo>
                    <a:pt x="4703145" y="2211589"/>
                  </a:lnTo>
                  <a:lnTo>
                    <a:pt x="4689633" y="2158320"/>
                  </a:lnTo>
                  <a:lnTo>
                    <a:pt x="4675251" y="2105746"/>
                  </a:lnTo>
                  <a:lnTo>
                    <a:pt x="4660012" y="2053888"/>
                  </a:lnTo>
                  <a:lnTo>
                    <a:pt x="4643931" y="2002767"/>
                  </a:lnTo>
                  <a:lnTo>
                    <a:pt x="4627022" y="1952405"/>
                  </a:lnTo>
                  <a:lnTo>
                    <a:pt x="4609298" y="1902823"/>
                  </a:lnTo>
                  <a:lnTo>
                    <a:pt x="4590773" y="1854042"/>
                  </a:lnTo>
                  <a:lnTo>
                    <a:pt x="4571460" y="1806084"/>
                  </a:lnTo>
                  <a:lnTo>
                    <a:pt x="4551374" y="1758971"/>
                  </a:lnTo>
                  <a:lnTo>
                    <a:pt x="4530528" y="1712724"/>
                  </a:lnTo>
                  <a:lnTo>
                    <a:pt x="4508936" y="1667363"/>
                  </a:lnTo>
                  <a:lnTo>
                    <a:pt x="4486612" y="1622911"/>
                  </a:lnTo>
                  <a:lnTo>
                    <a:pt x="4463570" y="1579390"/>
                  </a:lnTo>
                  <a:lnTo>
                    <a:pt x="4439822" y="1536819"/>
                  </a:lnTo>
                  <a:lnTo>
                    <a:pt x="4415384" y="1495221"/>
                  </a:lnTo>
                  <a:lnTo>
                    <a:pt x="4390269" y="1454618"/>
                  </a:lnTo>
                  <a:lnTo>
                    <a:pt x="4364490" y="1415030"/>
                  </a:lnTo>
                  <a:lnTo>
                    <a:pt x="4338061" y="1376479"/>
                  </a:lnTo>
                  <a:lnTo>
                    <a:pt x="4310996" y="1338987"/>
                  </a:lnTo>
                  <a:lnTo>
                    <a:pt x="4283310" y="1302574"/>
                  </a:lnTo>
                  <a:lnTo>
                    <a:pt x="4255015" y="1267262"/>
                  </a:lnTo>
                  <a:lnTo>
                    <a:pt x="4226125" y="1233073"/>
                  </a:lnTo>
                  <a:lnTo>
                    <a:pt x="4196654" y="1200028"/>
                  </a:lnTo>
                  <a:lnTo>
                    <a:pt x="4166616" y="1168149"/>
                  </a:lnTo>
                  <a:lnTo>
                    <a:pt x="4136025" y="1137456"/>
                  </a:lnTo>
                  <a:lnTo>
                    <a:pt x="4104895" y="1107972"/>
                  </a:lnTo>
                  <a:lnTo>
                    <a:pt x="4073238" y="1079717"/>
                  </a:lnTo>
                  <a:lnTo>
                    <a:pt x="4041069" y="1052713"/>
                  </a:lnTo>
                  <a:lnTo>
                    <a:pt x="4008402" y="1026981"/>
                  </a:lnTo>
                  <a:lnTo>
                    <a:pt x="3975251" y="1002544"/>
                  </a:lnTo>
                  <a:lnTo>
                    <a:pt x="3941629" y="979422"/>
                  </a:lnTo>
                  <a:lnTo>
                    <a:pt x="3907549" y="957636"/>
                  </a:lnTo>
                  <a:lnTo>
                    <a:pt x="3873027" y="937208"/>
                  </a:lnTo>
                  <a:lnTo>
                    <a:pt x="3838075" y="918160"/>
                  </a:lnTo>
                  <a:lnTo>
                    <a:pt x="3802707" y="900513"/>
                  </a:lnTo>
                  <a:lnTo>
                    <a:pt x="3766937" y="884288"/>
                  </a:lnTo>
                  <a:lnTo>
                    <a:pt x="3730779" y="869506"/>
                  </a:lnTo>
                  <a:lnTo>
                    <a:pt x="3694247" y="856190"/>
                  </a:lnTo>
                  <a:lnTo>
                    <a:pt x="3657354" y="844360"/>
                  </a:lnTo>
                  <a:lnTo>
                    <a:pt x="3620114" y="834038"/>
                  </a:lnTo>
                  <a:lnTo>
                    <a:pt x="3582540" y="825245"/>
                  </a:lnTo>
                  <a:lnTo>
                    <a:pt x="3544648" y="818003"/>
                  </a:lnTo>
                  <a:lnTo>
                    <a:pt x="3506449" y="812333"/>
                  </a:lnTo>
                  <a:lnTo>
                    <a:pt x="3467959" y="808257"/>
                  </a:lnTo>
                  <a:lnTo>
                    <a:pt x="3429191" y="805795"/>
                  </a:lnTo>
                  <a:lnTo>
                    <a:pt x="3390158" y="804970"/>
                  </a:lnTo>
                  <a:lnTo>
                    <a:pt x="3349849" y="805849"/>
                  </a:lnTo>
                  <a:lnTo>
                    <a:pt x="3309820" y="808474"/>
                  </a:lnTo>
                  <a:lnTo>
                    <a:pt x="3270090" y="812819"/>
                  </a:lnTo>
                  <a:lnTo>
                    <a:pt x="3230676" y="818865"/>
                  </a:lnTo>
                  <a:lnTo>
                    <a:pt x="3199011" y="773274"/>
                  </a:lnTo>
                  <a:lnTo>
                    <a:pt x="3166691" y="728783"/>
                  </a:lnTo>
                  <a:lnTo>
                    <a:pt x="3133728" y="685411"/>
                  </a:lnTo>
                  <a:lnTo>
                    <a:pt x="3100134" y="643177"/>
                  </a:lnTo>
                  <a:lnTo>
                    <a:pt x="3065921" y="602101"/>
                  </a:lnTo>
                  <a:lnTo>
                    <a:pt x="3031103" y="562201"/>
                  </a:lnTo>
                  <a:lnTo>
                    <a:pt x="2995690" y="523497"/>
                  </a:lnTo>
                  <a:lnTo>
                    <a:pt x="2959697" y="486008"/>
                  </a:lnTo>
                  <a:lnTo>
                    <a:pt x="2923135" y="449753"/>
                  </a:lnTo>
                  <a:lnTo>
                    <a:pt x="2886016" y="414752"/>
                  </a:lnTo>
                  <a:lnTo>
                    <a:pt x="2848353" y="381023"/>
                  </a:lnTo>
                  <a:lnTo>
                    <a:pt x="2810158" y="348587"/>
                  </a:lnTo>
                  <a:lnTo>
                    <a:pt x="2771444" y="317462"/>
                  </a:lnTo>
                  <a:lnTo>
                    <a:pt x="2732223" y="287668"/>
                  </a:lnTo>
                  <a:lnTo>
                    <a:pt x="2692508" y="259224"/>
                  </a:lnTo>
                  <a:lnTo>
                    <a:pt x="2652310" y="232148"/>
                  </a:lnTo>
                  <a:lnTo>
                    <a:pt x="2611643" y="206462"/>
                  </a:lnTo>
                  <a:lnTo>
                    <a:pt x="2570518" y="182182"/>
                  </a:lnTo>
                  <a:lnTo>
                    <a:pt x="2528948" y="159330"/>
                  </a:lnTo>
                  <a:lnTo>
                    <a:pt x="2486946" y="137924"/>
                  </a:lnTo>
                  <a:lnTo>
                    <a:pt x="2444523" y="117983"/>
                  </a:lnTo>
                  <a:lnTo>
                    <a:pt x="2401692" y="99526"/>
                  </a:lnTo>
                  <a:lnTo>
                    <a:pt x="2358466" y="82574"/>
                  </a:lnTo>
                  <a:lnTo>
                    <a:pt x="2314857" y="67145"/>
                  </a:lnTo>
                  <a:lnTo>
                    <a:pt x="2270877" y="53258"/>
                  </a:lnTo>
                  <a:lnTo>
                    <a:pt x="2226538" y="40933"/>
                  </a:lnTo>
                  <a:lnTo>
                    <a:pt x="2181854" y="30188"/>
                  </a:lnTo>
                  <a:lnTo>
                    <a:pt x="2136836" y="21044"/>
                  </a:lnTo>
                  <a:lnTo>
                    <a:pt x="2091497" y="13519"/>
                  </a:lnTo>
                  <a:lnTo>
                    <a:pt x="2045849" y="7633"/>
                  </a:lnTo>
                  <a:lnTo>
                    <a:pt x="1999905" y="3405"/>
                  </a:lnTo>
                  <a:lnTo>
                    <a:pt x="1953677" y="854"/>
                  </a:lnTo>
                  <a:lnTo>
                    <a:pt x="1907177" y="0"/>
                  </a:lnTo>
                  <a:close/>
                </a:path>
              </a:pathLst>
            </a:custGeom>
            <a:solidFill>
              <a:srgbClr val="599C7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 descr=""/>
            <p:cNvSpPr/>
            <p:nvPr/>
          </p:nvSpPr>
          <p:spPr>
            <a:xfrm>
              <a:off x="0" y="5076488"/>
              <a:ext cx="7016115" cy="2421890"/>
            </a:xfrm>
            <a:custGeom>
              <a:avLst/>
              <a:gdLst/>
              <a:ahLst/>
              <a:cxnLst/>
              <a:rect l="l" t="t" r="r" b="b"/>
              <a:pathLst>
                <a:path w="7016115" h="2421890">
                  <a:moveTo>
                    <a:pt x="7015988" y="2421356"/>
                  </a:moveTo>
                  <a:lnTo>
                    <a:pt x="7008850" y="2363482"/>
                  </a:lnTo>
                  <a:lnTo>
                    <a:pt x="7000646" y="2306193"/>
                  </a:lnTo>
                  <a:lnTo>
                    <a:pt x="6991426" y="2249525"/>
                  </a:lnTo>
                  <a:lnTo>
                    <a:pt x="6981177" y="2193506"/>
                  </a:lnTo>
                  <a:lnTo>
                    <a:pt x="6969925" y="2138146"/>
                  </a:lnTo>
                  <a:lnTo>
                    <a:pt x="6957682" y="2083498"/>
                  </a:lnTo>
                  <a:lnTo>
                    <a:pt x="6944461" y="2029561"/>
                  </a:lnTo>
                  <a:lnTo>
                    <a:pt x="6930301" y="1976374"/>
                  </a:lnTo>
                  <a:lnTo>
                    <a:pt x="6915188" y="1923948"/>
                  </a:lnTo>
                  <a:lnTo>
                    <a:pt x="6899161" y="1872322"/>
                  </a:lnTo>
                  <a:lnTo>
                    <a:pt x="6882219" y="1821522"/>
                  </a:lnTo>
                  <a:lnTo>
                    <a:pt x="6864401" y="1771573"/>
                  </a:lnTo>
                  <a:lnTo>
                    <a:pt x="6845694" y="1722501"/>
                  </a:lnTo>
                  <a:lnTo>
                    <a:pt x="6826136" y="1674317"/>
                  </a:lnTo>
                  <a:lnTo>
                    <a:pt x="6805727" y="1627047"/>
                  </a:lnTo>
                  <a:lnTo>
                    <a:pt x="6784505" y="1580743"/>
                  </a:lnTo>
                  <a:lnTo>
                    <a:pt x="6762458" y="1535391"/>
                  </a:lnTo>
                  <a:lnTo>
                    <a:pt x="6739636" y="1491056"/>
                  </a:lnTo>
                  <a:lnTo>
                    <a:pt x="6716027" y="1447736"/>
                  </a:lnTo>
                  <a:lnTo>
                    <a:pt x="6691655" y="1405470"/>
                  </a:lnTo>
                  <a:lnTo>
                    <a:pt x="6666547" y="1364272"/>
                  </a:lnTo>
                  <a:lnTo>
                    <a:pt x="6640703" y="1324178"/>
                  </a:lnTo>
                  <a:lnTo>
                    <a:pt x="6614147" y="1285201"/>
                  </a:lnTo>
                  <a:lnTo>
                    <a:pt x="6586906" y="1247381"/>
                  </a:lnTo>
                  <a:lnTo>
                    <a:pt x="6558978" y="1210729"/>
                  </a:lnTo>
                  <a:lnTo>
                    <a:pt x="6530391" y="1175270"/>
                  </a:lnTo>
                  <a:lnTo>
                    <a:pt x="6501155" y="1141056"/>
                  </a:lnTo>
                  <a:lnTo>
                    <a:pt x="6471285" y="1108075"/>
                  </a:lnTo>
                  <a:lnTo>
                    <a:pt x="6440805" y="1076375"/>
                  </a:lnTo>
                  <a:lnTo>
                    <a:pt x="6409715" y="1045984"/>
                  </a:lnTo>
                  <a:lnTo>
                    <a:pt x="6378054" y="1016901"/>
                  </a:lnTo>
                  <a:lnTo>
                    <a:pt x="6345822" y="989190"/>
                  </a:lnTo>
                  <a:lnTo>
                    <a:pt x="6313043" y="962837"/>
                  </a:lnTo>
                  <a:lnTo>
                    <a:pt x="6279731" y="937895"/>
                  </a:lnTo>
                  <a:lnTo>
                    <a:pt x="6245911" y="914374"/>
                  </a:lnTo>
                  <a:lnTo>
                    <a:pt x="6211582" y="892314"/>
                  </a:lnTo>
                  <a:lnTo>
                    <a:pt x="6176772" y="871728"/>
                  </a:lnTo>
                  <a:lnTo>
                    <a:pt x="6141478" y="852639"/>
                  </a:lnTo>
                  <a:lnTo>
                    <a:pt x="6105753" y="835075"/>
                  </a:lnTo>
                  <a:lnTo>
                    <a:pt x="6069584" y="819073"/>
                  </a:lnTo>
                  <a:lnTo>
                    <a:pt x="6032995" y="804646"/>
                  </a:lnTo>
                  <a:lnTo>
                    <a:pt x="5996000" y="791819"/>
                  </a:lnTo>
                  <a:lnTo>
                    <a:pt x="5958624" y="780618"/>
                  </a:lnTo>
                  <a:lnTo>
                    <a:pt x="5920867" y="771080"/>
                  </a:lnTo>
                  <a:lnTo>
                    <a:pt x="5882767" y="763219"/>
                  </a:lnTo>
                  <a:lnTo>
                    <a:pt x="5844324" y="757059"/>
                  </a:lnTo>
                  <a:lnTo>
                    <a:pt x="5805551" y="752627"/>
                  </a:lnTo>
                  <a:lnTo>
                    <a:pt x="5766486" y="749947"/>
                  </a:lnTo>
                  <a:lnTo>
                    <a:pt x="5727116" y="749046"/>
                  </a:lnTo>
                  <a:lnTo>
                    <a:pt x="5689536" y="749871"/>
                  </a:lnTo>
                  <a:lnTo>
                    <a:pt x="5652198" y="752309"/>
                  </a:lnTo>
                  <a:lnTo>
                    <a:pt x="5615152" y="756361"/>
                  </a:lnTo>
                  <a:lnTo>
                    <a:pt x="5578399" y="761974"/>
                  </a:lnTo>
                  <a:lnTo>
                    <a:pt x="5546941" y="716851"/>
                  </a:lnTo>
                  <a:lnTo>
                    <a:pt x="5514797" y="672884"/>
                  </a:lnTo>
                  <a:lnTo>
                    <a:pt x="5481967" y="630110"/>
                  </a:lnTo>
                  <a:lnTo>
                    <a:pt x="5448478" y="588530"/>
                  </a:lnTo>
                  <a:lnTo>
                    <a:pt x="5414340" y="548170"/>
                  </a:lnTo>
                  <a:lnTo>
                    <a:pt x="5379567" y="509066"/>
                  </a:lnTo>
                  <a:lnTo>
                    <a:pt x="5344160" y="471233"/>
                  </a:lnTo>
                  <a:lnTo>
                    <a:pt x="5308155" y="434682"/>
                  </a:lnTo>
                  <a:lnTo>
                    <a:pt x="5271554" y="399453"/>
                  </a:lnTo>
                  <a:lnTo>
                    <a:pt x="5234381" y="365556"/>
                  </a:lnTo>
                  <a:lnTo>
                    <a:pt x="5196624" y="333006"/>
                  </a:lnTo>
                  <a:lnTo>
                    <a:pt x="5158333" y="301840"/>
                  </a:lnTo>
                  <a:lnTo>
                    <a:pt x="5119484" y="272072"/>
                  </a:lnTo>
                  <a:lnTo>
                    <a:pt x="5080127" y="243725"/>
                  </a:lnTo>
                  <a:lnTo>
                    <a:pt x="5040249" y="216814"/>
                  </a:lnTo>
                  <a:lnTo>
                    <a:pt x="4999875" y="191376"/>
                  </a:lnTo>
                  <a:lnTo>
                    <a:pt x="4959020" y="167411"/>
                  </a:lnTo>
                  <a:lnTo>
                    <a:pt x="4917706" y="144957"/>
                  </a:lnTo>
                  <a:lnTo>
                    <a:pt x="4875923" y="124028"/>
                  </a:lnTo>
                  <a:lnTo>
                    <a:pt x="4833709" y="104660"/>
                  </a:lnTo>
                  <a:lnTo>
                    <a:pt x="4791049" y="86855"/>
                  </a:lnTo>
                  <a:lnTo>
                    <a:pt x="4747996" y="70650"/>
                  </a:lnTo>
                  <a:lnTo>
                    <a:pt x="4704537" y="56045"/>
                  </a:lnTo>
                  <a:lnTo>
                    <a:pt x="4660684" y="43091"/>
                  </a:lnTo>
                  <a:lnTo>
                    <a:pt x="4616475" y="31788"/>
                  </a:lnTo>
                  <a:lnTo>
                    <a:pt x="4571898" y="22161"/>
                  </a:lnTo>
                  <a:lnTo>
                    <a:pt x="4526978" y="14249"/>
                  </a:lnTo>
                  <a:lnTo>
                    <a:pt x="4481728" y="8039"/>
                  </a:lnTo>
                  <a:lnTo>
                    <a:pt x="4436173" y="3594"/>
                  </a:lnTo>
                  <a:lnTo>
                    <a:pt x="4390301" y="901"/>
                  </a:lnTo>
                  <a:lnTo>
                    <a:pt x="4344149" y="0"/>
                  </a:lnTo>
                  <a:lnTo>
                    <a:pt x="4305109" y="647"/>
                  </a:lnTo>
                  <a:lnTo>
                    <a:pt x="4266273" y="2565"/>
                  </a:lnTo>
                  <a:lnTo>
                    <a:pt x="4227665" y="5765"/>
                  </a:lnTo>
                  <a:lnTo>
                    <a:pt x="4189260" y="10210"/>
                  </a:lnTo>
                  <a:lnTo>
                    <a:pt x="4151096" y="15887"/>
                  </a:lnTo>
                  <a:lnTo>
                    <a:pt x="4113161" y="22809"/>
                  </a:lnTo>
                  <a:lnTo>
                    <a:pt x="4075480" y="30937"/>
                  </a:lnTo>
                  <a:lnTo>
                    <a:pt x="4038041" y="40259"/>
                  </a:lnTo>
                  <a:lnTo>
                    <a:pt x="4000881" y="50774"/>
                  </a:lnTo>
                  <a:lnTo>
                    <a:pt x="3963987" y="62471"/>
                  </a:lnTo>
                  <a:lnTo>
                    <a:pt x="3927360" y="75323"/>
                  </a:lnTo>
                  <a:lnTo>
                    <a:pt x="3891038" y="89331"/>
                  </a:lnTo>
                  <a:lnTo>
                    <a:pt x="3855008" y="104482"/>
                  </a:lnTo>
                  <a:lnTo>
                    <a:pt x="3819283" y="120738"/>
                  </a:lnTo>
                  <a:lnTo>
                    <a:pt x="3783876" y="138112"/>
                  </a:lnTo>
                  <a:lnTo>
                    <a:pt x="3748786" y="156591"/>
                  </a:lnTo>
                  <a:lnTo>
                    <a:pt x="3714026" y="176149"/>
                  </a:lnTo>
                  <a:lnTo>
                    <a:pt x="3679609" y="196773"/>
                  </a:lnTo>
                  <a:lnTo>
                    <a:pt x="3645535" y="218452"/>
                  </a:lnTo>
                  <a:lnTo>
                    <a:pt x="3611816" y="241185"/>
                  </a:lnTo>
                  <a:lnTo>
                    <a:pt x="3578466" y="264947"/>
                  </a:lnTo>
                  <a:lnTo>
                    <a:pt x="3545484" y="289725"/>
                  </a:lnTo>
                  <a:lnTo>
                    <a:pt x="3512883" y="315518"/>
                  </a:lnTo>
                  <a:lnTo>
                    <a:pt x="3480676" y="342290"/>
                  </a:lnTo>
                  <a:lnTo>
                    <a:pt x="3448862" y="370052"/>
                  </a:lnTo>
                  <a:lnTo>
                    <a:pt x="3417455" y="398780"/>
                  </a:lnTo>
                  <a:lnTo>
                    <a:pt x="3386467" y="428459"/>
                  </a:lnTo>
                  <a:lnTo>
                    <a:pt x="3355898" y="459079"/>
                  </a:lnTo>
                  <a:lnTo>
                    <a:pt x="3325761" y="490626"/>
                  </a:lnTo>
                  <a:lnTo>
                    <a:pt x="3296069" y="523087"/>
                  </a:lnTo>
                  <a:lnTo>
                    <a:pt x="3266821" y="556450"/>
                  </a:lnTo>
                  <a:lnTo>
                    <a:pt x="3238030" y="590702"/>
                  </a:lnTo>
                  <a:lnTo>
                    <a:pt x="3209709" y="625817"/>
                  </a:lnTo>
                  <a:lnTo>
                    <a:pt x="3181858" y="661809"/>
                  </a:lnTo>
                  <a:lnTo>
                    <a:pt x="3154476" y="698652"/>
                  </a:lnTo>
                  <a:lnTo>
                    <a:pt x="3127603" y="736320"/>
                  </a:lnTo>
                  <a:lnTo>
                    <a:pt x="3101225" y="774814"/>
                  </a:lnTo>
                  <a:lnTo>
                    <a:pt x="3075343" y="814120"/>
                  </a:lnTo>
                  <a:lnTo>
                    <a:pt x="3049994" y="854227"/>
                  </a:lnTo>
                  <a:lnTo>
                    <a:pt x="3025152" y="895108"/>
                  </a:lnTo>
                  <a:lnTo>
                    <a:pt x="3000857" y="936764"/>
                  </a:lnTo>
                  <a:lnTo>
                    <a:pt x="2977096" y="979182"/>
                  </a:lnTo>
                  <a:lnTo>
                    <a:pt x="2953880" y="1022337"/>
                  </a:lnTo>
                  <a:lnTo>
                    <a:pt x="2931223" y="1066228"/>
                  </a:lnTo>
                  <a:lnTo>
                    <a:pt x="2909138" y="1110843"/>
                  </a:lnTo>
                  <a:lnTo>
                    <a:pt x="2887624" y="1156157"/>
                  </a:lnTo>
                  <a:lnTo>
                    <a:pt x="2866694" y="1202156"/>
                  </a:lnTo>
                  <a:lnTo>
                    <a:pt x="2846362" y="1248841"/>
                  </a:lnTo>
                  <a:lnTo>
                    <a:pt x="2826626" y="1296200"/>
                  </a:lnTo>
                  <a:lnTo>
                    <a:pt x="2807487" y="1344206"/>
                  </a:lnTo>
                  <a:lnTo>
                    <a:pt x="2788970" y="1392847"/>
                  </a:lnTo>
                  <a:lnTo>
                    <a:pt x="2771089" y="1442123"/>
                  </a:lnTo>
                  <a:lnTo>
                    <a:pt x="2753830" y="1492008"/>
                  </a:lnTo>
                  <a:lnTo>
                    <a:pt x="2737218" y="1542491"/>
                  </a:lnTo>
                  <a:lnTo>
                    <a:pt x="2721254" y="1593570"/>
                  </a:lnTo>
                  <a:lnTo>
                    <a:pt x="2705951" y="1645221"/>
                  </a:lnTo>
                  <a:lnTo>
                    <a:pt x="2691320" y="1697431"/>
                  </a:lnTo>
                  <a:lnTo>
                    <a:pt x="2677350" y="1750187"/>
                  </a:lnTo>
                  <a:lnTo>
                    <a:pt x="2664079" y="1803488"/>
                  </a:lnTo>
                  <a:lnTo>
                    <a:pt x="2651493" y="1857298"/>
                  </a:lnTo>
                  <a:lnTo>
                    <a:pt x="2639606" y="1911629"/>
                  </a:lnTo>
                  <a:lnTo>
                    <a:pt x="2628430" y="1966455"/>
                  </a:lnTo>
                  <a:lnTo>
                    <a:pt x="2617978" y="2021763"/>
                  </a:lnTo>
                  <a:lnTo>
                    <a:pt x="2608237" y="2077542"/>
                  </a:lnTo>
                  <a:lnTo>
                    <a:pt x="2603335" y="2108212"/>
                  </a:lnTo>
                  <a:lnTo>
                    <a:pt x="2577465" y="2101291"/>
                  </a:lnTo>
                  <a:lnTo>
                    <a:pt x="2528265" y="2090597"/>
                  </a:lnTo>
                  <a:lnTo>
                    <a:pt x="2478265" y="2082177"/>
                  </a:lnTo>
                  <a:lnTo>
                    <a:pt x="2427503" y="2076107"/>
                  </a:lnTo>
                  <a:lnTo>
                    <a:pt x="2376030" y="2072411"/>
                  </a:lnTo>
                  <a:lnTo>
                    <a:pt x="2323909" y="2071166"/>
                  </a:lnTo>
                  <a:lnTo>
                    <a:pt x="2272500" y="2072386"/>
                  </a:lnTo>
                  <a:lnTo>
                    <a:pt x="2221725" y="2075992"/>
                  </a:lnTo>
                  <a:lnTo>
                    <a:pt x="2171636" y="2081936"/>
                  </a:lnTo>
                  <a:lnTo>
                    <a:pt x="2122284" y="2090153"/>
                  </a:lnTo>
                  <a:lnTo>
                    <a:pt x="2073732" y="2100592"/>
                  </a:lnTo>
                  <a:lnTo>
                    <a:pt x="2026018" y="2113203"/>
                  </a:lnTo>
                  <a:lnTo>
                    <a:pt x="1979206" y="2127923"/>
                  </a:lnTo>
                  <a:lnTo>
                    <a:pt x="1933333" y="2144687"/>
                  </a:lnTo>
                  <a:lnTo>
                    <a:pt x="1888451" y="2163457"/>
                  </a:lnTo>
                  <a:lnTo>
                    <a:pt x="1844636" y="2184158"/>
                  </a:lnTo>
                  <a:lnTo>
                    <a:pt x="1801914" y="2206752"/>
                  </a:lnTo>
                  <a:lnTo>
                    <a:pt x="1760334" y="2231174"/>
                  </a:lnTo>
                  <a:lnTo>
                    <a:pt x="1719973" y="2257361"/>
                  </a:lnTo>
                  <a:lnTo>
                    <a:pt x="1680857" y="2285263"/>
                  </a:lnTo>
                  <a:lnTo>
                    <a:pt x="1643049" y="2314829"/>
                  </a:lnTo>
                  <a:lnTo>
                    <a:pt x="1606600" y="2345994"/>
                  </a:lnTo>
                  <a:lnTo>
                    <a:pt x="1585074" y="2302332"/>
                  </a:lnTo>
                  <a:lnTo>
                    <a:pt x="1561680" y="2259800"/>
                  </a:lnTo>
                  <a:lnTo>
                    <a:pt x="1536458" y="2218461"/>
                  </a:lnTo>
                  <a:lnTo>
                    <a:pt x="1509458" y="2178367"/>
                  </a:lnTo>
                  <a:lnTo>
                    <a:pt x="1480756" y="2139581"/>
                  </a:lnTo>
                  <a:lnTo>
                    <a:pt x="1450390" y="2102142"/>
                  </a:lnTo>
                  <a:lnTo>
                    <a:pt x="1418412" y="2066112"/>
                  </a:lnTo>
                  <a:lnTo>
                    <a:pt x="1384884" y="2031555"/>
                  </a:lnTo>
                  <a:lnTo>
                    <a:pt x="1349857" y="1998510"/>
                  </a:lnTo>
                  <a:lnTo>
                    <a:pt x="1313395" y="1967039"/>
                  </a:lnTo>
                  <a:lnTo>
                    <a:pt x="1275524" y="1937207"/>
                  </a:lnTo>
                  <a:lnTo>
                    <a:pt x="1236332" y="1909051"/>
                  </a:lnTo>
                  <a:lnTo>
                    <a:pt x="1195857" y="1882648"/>
                  </a:lnTo>
                  <a:lnTo>
                    <a:pt x="1154137" y="1858035"/>
                  </a:lnTo>
                  <a:lnTo>
                    <a:pt x="1111250" y="1835264"/>
                  </a:lnTo>
                  <a:lnTo>
                    <a:pt x="1067244" y="1814410"/>
                  </a:lnTo>
                  <a:lnTo>
                    <a:pt x="1022172" y="1795513"/>
                  </a:lnTo>
                  <a:lnTo>
                    <a:pt x="976083" y="1778635"/>
                  </a:lnTo>
                  <a:lnTo>
                    <a:pt x="929043" y="1763826"/>
                  </a:lnTo>
                  <a:lnTo>
                    <a:pt x="881087" y="1751152"/>
                  </a:lnTo>
                  <a:lnTo>
                    <a:pt x="832281" y="1740649"/>
                  </a:lnTo>
                  <a:lnTo>
                    <a:pt x="782675" y="1732394"/>
                  </a:lnTo>
                  <a:lnTo>
                    <a:pt x="732320" y="1726425"/>
                  </a:lnTo>
                  <a:lnTo>
                    <a:pt x="681291" y="1722793"/>
                  </a:lnTo>
                  <a:lnTo>
                    <a:pt x="629615" y="1721573"/>
                  </a:lnTo>
                  <a:lnTo>
                    <a:pt x="575627" y="1722907"/>
                  </a:lnTo>
                  <a:lnTo>
                    <a:pt x="522351" y="1726869"/>
                  </a:lnTo>
                  <a:lnTo>
                    <a:pt x="469849" y="1733397"/>
                  </a:lnTo>
                  <a:lnTo>
                    <a:pt x="418147" y="1742414"/>
                  </a:lnTo>
                  <a:lnTo>
                    <a:pt x="367347" y="1753870"/>
                  </a:lnTo>
                  <a:lnTo>
                    <a:pt x="317487" y="1767687"/>
                  </a:lnTo>
                  <a:lnTo>
                    <a:pt x="268630" y="1783816"/>
                  </a:lnTo>
                  <a:lnTo>
                    <a:pt x="220827" y="1802193"/>
                  </a:lnTo>
                  <a:lnTo>
                    <a:pt x="174167" y="1822742"/>
                  </a:lnTo>
                  <a:lnTo>
                    <a:pt x="128689" y="1845411"/>
                  </a:lnTo>
                  <a:lnTo>
                    <a:pt x="84467" y="1870138"/>
                  </a:lnTo>
                  <a:lnTo>
                    <a:pt x="41541" y="1896846"/>
                  </a:lnTo>
                  <a:lnTo>
                    <a:pt x="0" y="1925472"/>
                  </a:lnTo>
                  <a:lnTo>
                    <a:pt x="0" y="2421356"/>
                  </a:lnTo>
                  <a:lnTo>
                    <a:pt x="2565577" y="2421356"/>
                  </a:lnTo>
                  <a:lnTo>
                    <a:pt x="3117875" y="2421356"/>
                  </a:lnTo>
                  <a:lnTo>
                    <a:pt x="7015988" y="2421356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 descr=""/>
            <p:cNvSpPr/>
            <p:nvPr/>
          </p:nvSpPr>
          <p:spPr>
            <a:xfrm>
              <a:off x="4386683" y="6816545"/>
              <a:ext cx="6682105" cy="681355"/>
            </a:xfrm>
            <a:custGeom>
              <a:avLst/>
              <a:gdLst/>
              <a:ahLst/>
              <a:cxnLst/>
              <a:rect l="l" t="t" r="r" b="b"/>
              <a:pathLst>
                <a:path w="6682105" h="681354">
                  <a:moveTo>
                    <a:pt x="1698848" y="0"/>
                  </a:moveTo>
                  <a:lnTo>
                    <a:pt x="1647557" y="1434"/>
                  </a:lnTo>
                  <a:lnTo>
                    <a:pt x="1597025" y="5685"/>
                  </a:lnTo>
                  <a:lnTo>
                    <a:pt x="1547328" y="12677"/>
                  </a:lnTo>
                  <a:lnTo>
                    <a:pt x="1498543" y="22332"/>
                  </a:lnTo>
                  <a:lnTo>
                    <a:pt x="1450745" y="34574"/>
                  </a:lnTo>
                  <a:lnTo>
                    <a:pt x="1404008" y="49326"/>
                  </a:lnTo>
                  <a:lnTo>
                    <a:pt x="1358410" y="66512"/>
                  </a:lnTo>
                  <a:lnTo>
                    <a:pt x="1314025" y="86053"/>
                  </a:lnTo>
                  <a:lnTo>
                    <a:pt x="1270929" y="107874"/>
                  </a:lnTo>
                  <a:lnTo>
                    <a:pt x="1229198" y="131898"/>
                  </a:lnTo>
                  <a:lnTo>
                    <a:pt x="1188907" y="158048"/>
                  </a:lnTo>
                  <a:lnTo>
                    <a:pt x="1150132" y="186247"/>
                  </a:lnTo>
                  <a:lnTo>
                    <a:pt x="1112948" y="216418"/>
                  </a:lnTo>
                  <a:lnTo>
                    <a:pt x="1077432" y="248485"/>
                  </a:lnTo>
                  <a:lnTo>
                    <a:pt x="1043658" y="282370"/>
                  </a:lnTo>
                  <a:lnTo>
                    <a:pt x="1011702" y="317997"/>
                  </a:lnTo>
                  <a:lnTo>
                    <a:pt x="981640" y="355290"/>
                  </a:lnTo>
                  <a:lnTo>
                    <a:pt x="953547" y="394170"/>
                  </a:lnTo>
                  <a:lnTo>
                    <a:pt x="927500" y="434562"/>
                  </a:lnTo>
                  <a:lnTo>
                    <a:pt x="903573" y="476389"/>
                  </a:lnTo>
                  <a:lnTo>
                    <a:pt x="881842" y="519573"/>
                  </a:lnTo>
                  <a:lnTo>
                    <a:pt x="862384" y="564039"/>
                  </a:lnTo>
                  <a:lnTo>
                    <a:pt x="845272" y="609709"/>
                  </a:lnTo>
                  <a:lnTo>
                    <a:pt x="803530" y="589804"/>
                  </a:lnTo>
                  <a:lnTo>
                    <a:pt x="760528" y="572233"/>
                  </a:lnTo>
                  <a:lnTo>
                    <a:pt x="716344" y="557095"/>
                  </a:lnTo>
                  <a:lnTo>
                    <a:pt x="671054" y="544488"/>
                  </a:lnTo>
                  <a:lnTo>
                    <a:pt x="624733" y="534511"/>
                  </a:lnTo>
                  <a:lnTo>
                    <a:pt x="577458" y="527262"/>
                  </a:lnTo>
                  <a:lnTo>
                    <a:pt x="529306" y="522841"/>
                  </a:lnTo>
                  <a:lnTo>
                    <a:pt x="480351" y="521345"/>
                  </a:lnTo>
                  <a:lnTo>
                    <a:pt x="426721" y="523115"/>
                  </a:lnTo>
                  <a:lnTo>
                    <a:pt x="374045" y="528351"/>
                  </a:lnTo>
                  <a:lnTo>
                    <a:pt x="322431" y="536938"/>
                  </a:lnTo>
                  <a:lnTo>
                    <a:pt x="271988" y="548762"/>
                  </a:lnTo>
                  <a:lnTo>
                    <a:pt x="222824" y="563709"/>
                  </a:lnTo>
                  <a:lnTo>
                    <a:pt x="175048" y="581665"/>
                  </a:lnTo>
                  <a:lnTo>
                    <a:pt x="128769" y="602516"/>
                  </a:lnTo>
                  <a:lnTo>
                    <a:pt x="84096" y="626148"/>
                  </a:lnTo>
                  <a:lnTo>
                    <a:pt x="41136" y="652446"/>
                  </a:lnTo>
                  <a:lnTo>
                    <a:pt x="0" y="681298"/>
                  </a:lnTo>
                  <a:lnTo>
                    <a:pt x="6681503" y="681298"/>
                  </a:lnTo>
                  <a:lnTo>
                    <a:pt x="6646502" y="648551"/>
                  </a:lnTo>
                  <a:lnTo>
                    <a:pt x="6610081" y="617361"/>
                  </a:lnTo>
                  <a:lnTo>
                    <a:pt x="6572292" y="587784"/>
                  </a:lnTo>
                  <a:lnTo>
                    <a:pt x="6533188" y="559874"/>
                  </a:lnTo>
                  <a:lnTo>
                    <a:pt x="6492821" y="533688"/>
                  </a:lnTo>
                  <a:lnTo>
                    <a:pt x="6451244" y="509280"/>
                  </a:lnTo>
                  <a:lnTo>
                    <a:pt x="6408509" y="486706"/>
                  </a:lnTo>
                  <a:lnTo>
                    <a:pt x="6364669" y="466020"/>
                  </a:lnTo>
                  <a:lnTo>
                    <a:pt x="6319776" y="447277"/>
                  </a:lnTo>
                  <a:lnTo>
                    <a:pt x="6273883" y="430533"/>
                  </a:lnTo>
                  <a:lnTo>
                    <a:pt x="6227042" y="415842"/>
                  </a:lnTo>
                  <a:lnTo>
                    <a:pt x="6179306" y="403261"/>
                  </a:lnTo>
                  <a:lnTo>
                    <a:pt x="6130727" y="392843"/>
                  </a:lnTo>
                  <a:lnTo>
                    <a:pt x="6081358" y="384645"/>
                  </a:lnTo>
                  <a:lnTo>
                    <a:pt x="6031251" y="378720"/>
                  </a:lnTo>
                  <a:lnTo>
                    <a:pt x="5980458" y="375125"/>
                  </a:lnTo>
                  <a:lnTo>
                    <a:pt x="5929034" y="373915"/>
                  </a:lnTo>
                  <a:lnTo>
                    <a:pt x="5877618" y="375129"/>
                  </a:lnTo>
                  <a:lnTo>
                    <a:pt x="5826841" y="378736"/>
                  </a:lnTo>
                  <a:lnTo>
                    <a:pt x="5776752" y="384677"/>
                  </a:lnTo>
                  <a:lnTo>
                    <a:pt x="5727405" y="392897"/>
                  </a:lnTo>
                  <a:lnTo>
                    <a:pt x="5678849" y="403339"/>
                  </a:lnTo>
                  <a:lnTo>
                    <a:pt x="5631137" y="415948"/>
                  </a:lnTo>
                  <a:lnTo>
                    <a:pt x="5584320" y="430665"/>
                  </a:lnTo>
                  <a:lnTo>
                    <a:pt x="5538450" y="447436"/>
                  </a:lnTo>
                  <a:lnTo>
                    <a:pt x="5493578" y="466204"/>
                  </a:lnTo>
                  <a:lnTo>
                    <a:pt x="5449755" y="486911"/>
                  </a:lnTo>
                  <a:lnTo>
                    <a:pt x="5407032" y="509503"/>
                  </a:lnTo>
                  <a:lnTo>
                    <a:pt x="5365463" y="533922"/>
                  </a:lnTo>
                  <a:lnTo>
                    <a:pt x="5325097" y="560112"/>
                  </a:lnTo>
                  <a:lnTo>
                    <a:pt x="5285986" y="588017"/>
                  </a:lnTo>
                  <a:lnTo>
                    <a:pt x="5248182" y="617580"/>
                  </a:lnTo>
                  <a:lnTo>
                    <a:pt x="5211736" y="648744"/>
                  </a:lnTo>
                  <a:lnTo>
                    <a:pt x="5190210" y="605082"/>
                  </a:lnTo>
                  <a:lnTo>
                    <a:pt x="5166808" y="562554"/>
                  </a:lnTo>
                  <a:lnTo>
                    <a:pt x="5141583" y="521215"/>
                  </a:lnTo>
                  <a:lnTo>
                    <a:pt x="5114591" y="481122"/>
                  </a:lnTo>
                  <a:lnTo>
                    <a:pt x="5085884" y="442328"/>
                  </a:lnTo>
                  <a:lnTo>
                    <a:pt x="5055517" y="404889"/>
                  </a:lnTo>
                  <a:lnTo>
                    <a:pt x="5023543" y="368861"/>
                  </a:lnTo>
                  <a:lnTo>
                    <a:pt x="4990016" y="334297"/>
                  </a:lnTo>
                  <a:lnTo>
                    <a:pt x="4954991" y="301254"/>
                  </a:lnTo>
                  <a:lnTo>
                    <a:pt x="4918521" y="269787"/>
                  </a:lnTo>
                  <a:lnTo>
                    <a:pt x="4880659" y="239950"/>
                  </a:lnTo>
                  <a:lnTo>
                    <a:pt x="4841461" y="211799"/>
                  </a:lnTo>
                  <a:lnTo>
                    <a:pt x="4800980" y="185389"/>
                  </a:lnTo>
                  <a:lnTo>
                    <a:pt x="4759269" y="160775"/>
                  </a:lnTo>
                  <a:lnTo>
                    <a:pt x="4716383" y="138012"/>
                  </a:lnTo>
                  <a:lnTo>
                    <a:pt x="4672375" y="117155"/>
                  </a:lnTo>
                  <a:lnTo>
                    <a:pt x="4627300" y="98260"/>
                  </a:lnTo>
                  <a:lnTo>
                    <a:pt x="4581211" y="81381"/>
                  </a:lnTo>
                  <a:lnTo>
                    <a:pt x="4534162" y="66574"/>
                  </a:lnTo>
                  <a:lnTo>
                    <a:pt x="4486207" y="53894"/>
                  </a:lnTo>
                  <a:lnTo>
                    <a:pt x="4437400" y="43396"/>
                  </a:lnTo>
                  <a:lnTo>
                    <a:pt x="4387795" y="35134"/>
                  </a:lnTo>
                  <a:lnTo>
                    <a:pt x="4337445" y="29165"/>
                  </a:lnTo>
                  <a:lnTo>
                    <a:pt x="4286406" y="25543"/>
                  </a:lnTo>
                  <a:lnTo>
                    <a:pt x="4234729" y="24323"/>
                  </a:lnTo>
                  <a:lnTo>
                    <a:pt x="4182439" y="25573"/>
                  </a:lnTo>
                  <a:lnTo>
                    <a:pt x="4130802" y="29285"/>
                  </a:lnTo>
                  <a:lnTo>
                    <a:pt x="4079875" y="35401"/>
                  </a:lnTo>
                  <a:lnTo>
                    <a:pt x="4029714" y="43864"/>
                  </a:lnTo>
                  <a:lnTo>
                    <a:pt x="3980373" y="54617"/>
                  </a:lnTo>
                  <a:lnTo>
                    <a:pt x="3931909" y="67601"/>
                  </a:lnTo>
                  <a:lnTo>
                    <a:pt x="3884377" y="82760"/>
                  </a:lnTo>
                  <a:lnTo>
                    <a:pt x="3837832" y="100037"/>
                  </a:lnTo>
                  <a:lnTo>
                    <a:pt x="3792330" y="119374"/>
                  </a:lnTo>
                  <a:lnTo>
                    <a:pt x="3747927" y="140713"/>
                  </a:lnTo>
                  <a:lnTo>
                    <a:pt x="3704679" y="163997"/>
                  </a:lnTo>
                  <a:lnTo>
                    <a:pt x="3662640" y="189169"/>
                  </a:lnTo>
                  <a:lnTo>
                    <a:pt x="3621866" y="216172"/>
                  </a:lnTo>
                  <a:lnTo>
                    <a:pt x="3582414" y="244947"/>
                  </a:lnTo>
                  <a:lnTo>
                    <a:pt x="3544338" y="275438"/>
                  </a:lnTo>
                  <a:lnTo>
                    <a:pt x="3507694" y="307587"/>
                  </a:lnTo>
                  <a:lnTo>
                    <a:pt x="3472538" y="341337"/>
                  </a:lnTo>
                  <a:lnTo>
                    <a:pt x="3438925" y="376630"/>
                  </a:lnTo>
                  <a:lnTo>
                    <a:pt x="3406912" y="413409"/>
                  </a:lnTo>
                  <a:lnTo>
                    <a:pt x="3376552" y="451617"/>
                  </a:lnTo>
                  <a:lnTo>
                    <a:pt x="3347903" y="491195"/>
                  </a:lnTo>
                  <a:lnTo>
                    <a:pt x="3321019" y="532088"/>
                  </a:lnTo>
                  <a:lnTo>
                    <a:pt x="3277358" y="509612"/>
                  </a:lnTo>
                  <a:lnTo>
                    <a:pt x="3232365" y="489470"/>
                  </a:lnTo>
                  <a:lnTo>
                    <a:pt x="3186118" y="471744"/>
                  </a:lnTo>
                  <a:lnTo>
                    <a:pt x="3138696" y="456518"/>
                  </a:lnTo>
                  <a:lnTo>
                    <a:pt x="3090176" y="443874"/>
                  </a:lnTo>
                  <a:lnTo>
                    <a:pt x="3040637" y="433896"/>
                  </a:lnTo>
                  <a:lnTo>
                    <a:pt x="2990157" y="426666"/>
                  </a:lnTo>
                  <a:lnTo>
                    <a:pt x="2938814" y="422267"/>
                  </a:lnTo>
                  <a:lnTo>
                    <a:pt x="2886686" y="420782"/>
                  </a:lnTo>
                  <a:lnTo>
                    <a:pt x="2836340" y="422199"/>
                  </a:lnTo>
                  <a:lnTo>
                    <a:pt x="2786748" y="426387"/>
                  </a:lnTo>
                  <a:lnTo>
                    <a:pt x="2737973" y="433254"/>
                  </a:lnTo>
                  <a:lnTo>
                    <a:pt x="2690076" y="442710"/>
                  </a:lnTo>
                  <a:lnTo>
                    <a:pt x="2643118" y="454661"/>
                  </a:lnTo>
                  <a:lnTo>
                    <a:pt x="2597159" y="469016"/>
                  </a:lnTo>
                  <a:lnTo>
                    <a:pt x="2552263" y="485683"/>
                  </a:lnTo>
                  <a:lnTo>
                    <a:pt x="2508489" y="504571"/>
                  </a:lnTo>
                  <a:lnTo>
                    <a:pt x="2486361" y="462551"/>
                  </a:lnTo>
                  <a:lnTo>
                    <a:pt x="2462138" y="421865"/>
                  </a:lnTo>
                  <a:lnTo>
                    <a:pt x="2435891" y="382588"/>
                  </a:lnTo>
                  <a:lnTo>
                    <a:pt x="2407691" y="344792"/>
                  </a:lnTo>
                  <a:lnTo>
                    <a:pt x="2377609" y="308551"/>
                  </a:lnTo>
                  <a:lnTo>
                    <a:pt x="2345718" y="273938"/>
                  </a:lnTo>
                  <a:lnTo>
                    <a:pt x="2312089" y="241027"/>
                  </a:lnTo>
                  <a:lnTo>
                    <a:pt x="2276794" y="209890"/>
                  </a:lnTo>
                  <a:lnTo>
                    <a:pt x="2239903" y="180602"/>
                  </a:lnTo>
                  <a:lnTo>
                    <a:pt x="2201489" y="153235"/>
                  </a:lnTo>
                  <a:lnTo>
                    <a:pt x="2161623" y="127863"/>
                  </a:lnTo>
                  <a:lnTo>
                    <a:pt x="2120376" y="104559"/>
                  </a:lnTo>
                  <a:lnTo>
                    <a:pt x="2077821" y="83397"/>
                  </a:lnTo>
                  <a:lnTo>
                    <a:pt x="2034029" y="64450"/>
                  </a:lnTo>
                  <a:lnTo>
                    <a:pt x="1989071" y="47791"/>
                  </a:lnTo>
                  <a:lnTo>
                    <a:pt x="1943018" y="33494"/>
                  </a:lnTo>
                  <a:lnTo>
                    <a:pt x="1895943" y="21631"/>
                  </a:lnTo>
                  <a:lnTo>
                    <a:pt x="1847917" y="12277"/>
                  </a:lnTo>
                  <a:lnTo>
                    <a:pt x="1799012" y="5505"/>
                  </a:lnTo>
                  <a:lnTo>
                    <a:pt x="1749298" y="1388"/>
                  </a:lnTo>
                  <a:lnTo>
                    <a:pt x="1698848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 descr=""/>
            <p:cNvSpPr/>
            <p:nvPr/>
          </p:nvSpPr>
          <p:spPr>
            <a:xfrm>
              <a:off x="9491481" y="5668434"/>
              <a:ext cx="2546350" cy="1829435"/>
            </a:xfrm>
            <a:custGeom>
              <a:avLst/>
              <a:gdLst/>
              <a:ahLst/>
              <a:cxnLst/>
              <a:rect l="l" t="t" r="r" b="b"/>
              <a:pathLst>
                <a:path w="2546350" h="1829434">
                  <a:moveTo>
                    <a:pt x="1273165" y="0"/>
                  </a:moveTo>
                  <a:lnTo>
                    <a:pt x="1225434" y="878"/>
                  </a:lnTo>
                  <a:lnTo>
                    <a:pt x="1178147" y="3492"/>
                  </a:lnTo>
                  <a:lnTo>
                    <a:pt x="1131334" y="7811"/>
                  </a:lnTo>
                  <a:lnTo>
                    <a:pt x="1085026" y="13804"/>
                  </a:lnTo>
                  <a:lnTo>
                    <a:pt x="1039253" y="21441"/>
                  </a:lnTo>
                  <a:lnTo>
                    <a:pt x="994047" y="30691"/>
                  </a:lnTo>
                  <a:lnTo>
                    <a:pt x="949438" y="41522"/>
                  </a:lnTo>
                  <a:lnTo>
                    <a:pt x="905457" y="53905"/>
                  </a:lnTo>
                  <a:lnTo>
                    <a:pt x="862135" y="67808"/>
                  </a:lnTo>
                  <a:lnTo>
                    <a:pt x="819503" y="83201"/>
                  </a:lnTo>
                  <a:lnTo>
                    <a:pt x="777591" y="100052"/>
                  </a:lnTo>
                  <a:lnTo>
                    <a:pt x="736430" y="118332"/>
                  </a:lnTo>
                  <a:lnTo>
                    <a:pt x="696051" y="138009"/>
                  </a:lnTo>
                  <a:lnTo>
                    <a:pt x="656484" y="159053"/>
                  </a:lnTo>
                  <a:lnTo>
                    <a:pt x="617761" y="181432"/>
                  </a:lnTo>
                  <a:lnTo>
                    <a:pt x="579912" y="205117"/>
                  </a:lnTo>
                  <a:lnTo>
                    <a:pt x="542968" y="230075"/>
                  </a:lnTo>
                  <a:lnTo>
                    <a:pt x="506960" y="256277"/>
                  </a:lnTo>
                  <a:lnTo>
                    <a:pt x="471919" y="283692"/>
                  </a:lnTo>
                  <a:lnTo>
                    <a:pt x="437874" y="312289"/>
                  </a:lnTo>
                  <a:lnTo>
                    <a:pt x="404858" y="342036"/>
                  </a:lnTo>
                  <a:lnTo>
                    <a:pt x="372900" y="372904"/>
                  </a:lnTo>
                  <a:lnTo>
                    <a:pt x="342033" y="404862"/>
                  </a:lnTo>
                  <a:lnTo>
                    <a:pt x="312285" y="437879"/>
                  </a:lnTo>
                  <a:lnTo>
                    <a:pt x="283689" y="471923"/>
                  </a:lnTo>
                  <a:lnTo>
                    <a:pt x="256274" y="506965"/>
                  </a:lnTo>
                  <a:lnTo>
                    <a:pt x="230072" y="542973"/>
                  </a:lnTo>
                  <a:lnTo>
                    <a:pt x="205114" y="579917"/>
                  </a:lnTo>
                  <a:lnTo>
                    <a:pt x="181430" y="617766"/>
                  </a:lnTo>
                  <a:lnTo>
                    <a:pt x="159051" y="656489"/>
                  </a:lnTo>
                  <a:lnTo>
                    <a:pt x="138007" y="696055"/>
                  </a:lnTo>
                  <a:lnTo>
                    <a:pt x="118330" y="736434"/>
                  </a:lnTo>
                  <a:lnTo>
                    <a:pt x="100051" y="777595"/>
                  </a:lnTo>
                  <a:lnTo>
                    <a:pt x="83200" y="819507"/>
                  </a:lnTo>
                  <a:lnTo>
                    <a:pt x="67807" y="862139"/>
                  </a:lnTo>
                  <a:lnTo>
                    <a:pt x="53904" y="905461"/>
                  </a:lnTo>
                  <a:lnTo>
                    <a:pt x="41521" y="949442"/>
                  </a:lnTo>
                  <a:lnTo>
                    <a:pt x="30690" y="994050"/>
                  </a:lnTo>
                  <a:lnTo>
                    <a:pt x="21441" y="1039256"/>
                  </a:lnTo>
                  <a:lnTo>
                    <a:pt x="13804" y="1085028"/>
                  </a:lnTo>
                  <a:lnTo>
                    <a:pt x="7811" y="1131336"/>
                  </a:lnTo>
                  <a:lnTo>
                    <a:pt x="3492" y="1178148"/>
                  </a:lnTo>
                  <a:lnTo>
                    <a:pt x="878" y="1225435"/>
                  </a:lnTo>
                  <a:lnTo>
                    <a:pt x="0" y="1273165"/>
                  </a:lnTo>
                  <a:lnTo>
                    <a:pt x="1132" y="1327292"/>
                  </a:lnTo>
                  <a:lnTo>
                    <a:pt x="4497" y="1380840"/>
                  </a:lnTo>
                  <a:lnTo>
                    <a:pt x="10050" y="1433766"/>
                  </a:lnTo>
                  <a:lnTo>
                    <a:pt x="17746" y="1486024"/>
                  </a:lnTo>
                  <a:lnTo>
                    <a:pt x="27537" y="1537571"/>
                  </a:lnTo>
                  <a:lnTo>
                    <a:pt x="39378" y="1588361"/>
                  </a:lnTo>
                  <a:lnTo>
                    <a:pt x="53224" y="1638350"/>
                  </a:lnTo>
                  <a:lnTo>
                    <a:pt x="69028" y="1687495"/>
                  </a:lnTo>
                  <a:lnTo>
                    <a:pt x="86745" y="1735749"/>
                  </a:lnTo>
                  <a:lnTo>
                    <a:pt x="106329" y="1783069"/>
                  </a:lnTo>
                  <a:lnTo>
                    <a:pt x="127734" y="1829410"/>
                  </a:lnTo>
                  <a:lnTo>
                    <a:pt x="2418596" y="1829410"/>
                  </a:lnTo>
                  <a:lnTo>
                    <a:pt x="2440001" y="1783069"/>
                  </a:lnTo>
                  <a:lnTo>
                    <a:pt x="2459585" y="1735749"/>
                  </a:lnTo>
                  <a:lnTo>
                    <a:pt x="2477302" y="1687495"/>
                  </a:lnTo>
                  <a:lnTo>
                    <a:pt x="2493106" y="1638350"/>
                  </a:lnTo>
                  <a:lnTo>
                    <a:pt x="2506952" y="1588361"/>
                  </a:lnTo>
                  <a:lnTo>
                    <a:pt x="2518793" y="1537571"/>
                  </a:lnTo>
                  <a:lnTo>
                    <a:pt x="2528584" y="1486024"/>
                  </a:lnTo>
                  <a:lnTo>
                    <a:pt x="2536279" y="1433766"/>
                  </a:lnTo>
                  <a:lnTo>
                    <a:pt x="2541833" y="1380840"/>
                  </a:lnTo>
                  <a:lnTo>
                    <a:pt x="2545198" y="1327292"/>
                  </a:lnTo>
                  <a:lnTo>
                    <a:pt x="2546330" y="1273165"/>
                  </a:lnTo>
                  <a:lnTo>
                    <a:pt x="2545452" y="1225435"/>
                  </a:lnTo>
                  <a:lnTo>
                    <a:pt x="2542838" y="1178148"/>
                  </a:lnTo>
                  <a:lnTo>
                    <a:pt x="2538519" y="1131336"/>
                  </a:lnTo>
                  <a:lnTo>
                    <a:pt x="2532526" y="1085028"/>
                  </a:lnTo>
                  <a:lnTo>
                    <a:pt x="2524889" y="1039256"/>
                  </a:lnTo>
                  <a:lnTo>
                    <a:pt x="2515639" y="994050"/>
                  </a:lnTo>
                  <a:lnTo>
                    <a:pt x="2504808" y="949442"/>
                  </a:lnTo>
                  <a:lnTo>
                    <a:pt x="2492425" y="905461"/>
                  </a:lnTo>
                  <a:lnTo>
                    <a:pt x="2478522" y="862139"/>
                  </a:lnTo>
                  <a:lnTo>
                    <a:pt x="2463129" y="819507"/>
                  </a:lnTo>
                  <a:lnTo>
                    <a:pt x="2446277" y="777595"/>
                  </a:lnTo>
                  <a:lnTo>
                    <a:pt x="2427998" y="736434"/>
                  </a:lnTo>
                  <a:lnTo>
                    <a:pt x="2408321" y="696055"/>
                  </a:lnTo>
                  <a:lnTo>
                    <a:pt x="2387277" y="656489"/>
                  </a:lnTo>
                  <a:lnTo>
                    <a:pt x="2364898" y="617766"/>
                  </a:lnTo>
                  <a:lnTo>
                    <a:pt x="2341213" y="579917"/>
                  </a:lnTo>
                  <a:lnTo>
                    <a:pt x="2316255" y="542973"/>
                  </a:lnTo>
                  <a:lnTo>
                    <a:pt x="2290053" y="506965"/>
                  </a:lnTo>
                  <a:lnTo>
                    <a:pt x="2262638" y="471923"/>
                  </a:lnTo>
                  <a:lnTo>
                    <a:pt x="2234041" y="437879"/>
                  </a:lnTo>
                  <a:lnTo>
                    <a:pt x="2204294" y="404862"/>
                  </a:lnTo>
                  <a:lnTo>
                    <a:pt x="2173425" y="372904"/>
                  </a:lnTo>
                  <a:lnTo>
                    <a:pt x="2141468" y="342036"/>
                  </a:lnTo>
                  <a:lnTo>
                    <a:pt x="2108451" y="312289"/>
                  </a:lnTo>
                  <a:lnTo>
                    <a:pt x="2074407" y="283692"/>
                  </a:lnTo>
                  <a:lnTo>
                    <a:pt x="2039365" y="256277"/>
                  </a:lnTo>
                  <a:lnTo>
                    <a:pt x="2003357" y="230075"/>
                  </a:lnTo>
                  <a:lnTo>
                    <a:pt x="1966413" y="205117"/>
                  </a:lnTo>
                  <a:lnTo>
                    <a:pt x="1928564" y="181432"/>
                  </a:lnTo>
                  <a:lnTo>
                    <a:pt x="1889841" y="159053"/>
                  </a:lnTo>
                  <a:lnTo>
                    <a:pt x="1850275" y="138009"/>
                  </a:lnTo>
                  <a:lnTo>
                    <a:pt x="1809895" y="118332"/>
                  </a:lnTo>
                  <a:lnTo>
                    <a:pt x="1768735" y="100052"/>
                  </a:lnTo>
                  <a:lnTo>
                    <a:pt x="1726823" y="83201"/>
                  </a:lnTo>
                  <a:lnTo>
                    <a:pt x="1684190" y="67808"/>
                  </a:lnTo>
                  <a:lnTo>
                    <a:pt x="1640869" y="53905"/>
                  </a:lnTo>
                  <a:lnTo>
                    <a:pt x="1596888" y="41522"/>
                  </a:lnTo>
                  <a:lnTo>
                    <a:pt x="1552280" y="30691"/>
                  </a:lnTo>
                  <a:lnTo>
                    <a:pt x="1507074" y="21441"/>
                  </a:lnTo>
                  <a:lnTo>
                    <a:pt x="1461302" y="13804"/>
                  </a:lnTo>
                  <a:lnTo>
                    <a:pt x="1414994" y="7811"/>
                  </a:lnTo>
                  <a:lnTo>
                    <a:pt x="1368182" y="3492"/>
                  </a:lnTo>
                  <a:lnTo>
                    <a:pt x="1320895" y="878"/>
                  </a:lnTo>
                  <a:lnTo>
                    <a:pt x="1273165" y="0"/>
                  </a:lnTo>
                  <a:close/>
                </a:path>
              </a:pathLst>
            </a:custGeom>
            <a:solidFill>
              <a:srgbClr val="303A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 descr=""/>
            <p:cNvSpPr/>
            <p:nvPr/>
          </p:nvSpPr>
          <p:spPr>
            <a:xfrm>
              <a:off x="9491476" y="5793885"/>
              <a:ext cx="2371725" cy="1704339"/>
            </a:xfrm>
            <a:custGeom>
              <a:avLst/>
              <a:gdLst/>
              <a:ahLst/>
              <a:cxnLst/>
              <a:rect l="l" t="t" r="r" b="b"/>
              <a:pathLst>
                <a:path w="2371725" h="1704340">
                  <a:moveTo>
                    <a:pt x="1185859" y="0"/>
                  </a:moveTo>
                  <a:lnTo>
                    <a:pt x="1138165" y="941"/>
                  </a:lnTo>
                  <a:lnTo>
                    <a:pt x="1090949" y="3742"/>
                  </a:lnTo>
                  <a:lnTo>
                    <a:pt x="1044246" y="8368"/>
                  </a:lnTo>
                  <a:lnTo>
                    <a:pt x="998092" y="14782"/>
                  </a:lnTo>
                  <a:lnTo>
                    <a:pt x="952523" y="22950"/>
                  </a:lnTo>
                  <a:lnTo>
                    <a:pt x="907573" y="32835"/>
                  </a:lnTo>
                  <a:lnTo>
                    <a:pt x="863278" y="44404"/>
                  </a:lnTo>
                  <a:lnTo>
                    <a:pt x="819674" y="57619"/>
                  </a:lnTo>
                  <a:lnTo>
                    <a:pt x="776796" y="72446"/>
                  </a:lnTo>
                  <a:lnTo>
                    <a:pt x="734679" y="88849"/>
                  </a:lnTo>
                  <a:lnTo>
                    <a:pt x="693359" y="106792"/>
                  </a:lnTo>
                  <a:lnTo>
                    <a:pt x="652871" y="126242"/>
                  </a:lnTo>
                  <a:lnTo>
                    <a:pt x="613251" y="147161"/>
                  </a:lnTo>
                  <a:lnTo>
                    <a:pt x="574534" y="169515"/>
                  </a:lnTo>
                  <a:lnTo>
                    <a:pt x="536755" y="193267"/>
                  </a:lnTo>
                  <a:lnTo>
                    <a:pt x="499951" y="218384"/>
                  </a:lnTo>
                  <a:lnTo>
                    <a:pt x="464156" y="244828"/>
                  </a:lnTo>
                  <a:lnTo>
                    <a:pt x="429405" y="272566"/>
                  </a:lnTo>
                  <a:lnTo>
                    <a:pt x="395735" y="301561"/>
                  </a:lnTo>
                  <a:lnTo>
                    <a:pt x="363181" y="331778"/>
                  </a:lnTo>
                  <a:lnTo>
                    <a:pt x="331778" y="363181"/>
                  </a:lnTo>
                  <a:lnTo>
                    <a:pt x="301561" y="395735"/>
                  </a:lnTo>
                  <a:lnTo>
                    <a:pt x="272566" y="429405"/>
                  </a:lnTo>
                  <a:lnTo>
                    <a:pt x="244828" y="464156"/>
                  </a:lnTo>
                  <a:lnTo>
                    <a:pt x="218384" y="499951"/>
                  </a:lnTo>
                  <a:lnTo>
                    <a:pt x="193267" y="536755"/>
                  </a:lnTo>
                  <a:lnTo>
                    <a:pt x="169515" y="574534"/>
                  </a:lnTo>
                  <a:lnTo>
                    <a:pt x="147161" y="613251"/>
                  </a:lnTo>
                  <a:lnTo>
                    <a:pt x="126242" y="652871"/>
                  </a:lnTo>
                  <a:lnTo>
                    <a:pt x="106792" y="693359"/>
                  </a:lnTo>
                  <a:lnTo>
                    <a:pt x="88849" y="734679"/>
                  </a:lnTo>
                  <a:lnTo>
                    <a:pt x="72446" y="776796"/>
                  </a:lnTo>
                  <a:lnTo>
                    <a:pt x="57619" y="819674"/>
                  </a:lnTo>
                  <a:lnTo>
                    <a:pt x="44404" y="863278"/>
                  </a:lnTo>
                  <a:lnTo>
                    <a:pt x="32835" y="907573"/>
                  </a:lnTo>
                  <a:lnTo>
                    <a:pt x="22950" y="952523"/>
                  </a:lnTo>
                  <a:lnTo>
                    <a:pt x="14782" y="998092"/>
                  </a:lnTo>
                  <a:lnTo>
                    <a:pt x="8368" y="1044246"/>
                  </a:lnTo>
                  <a:lnTo>
                    <a:pt x="3742" y="1090949"/>
                  </a:lnTo>
                  <a:lnTo>
                    <a:pt x="941" y="1138165"/>
                  </a:lnTo>
                  <a:lnTo>
                    <a:pt x="0" y="1185859"/>
                  </a:lnTo>
                  <a:lnTo>
                    <a:pt x="1054" y="1236274"/>
                  </a:lnTo>
                  <a:lnTo>
                    <a:pt x="4189" y="1286151"/>
                  </a:lnTo>
                  <a:lnTo>
                    <a:pt x="9361" y="1335447"/>
                  </a:lnTo>
                  <a:lnTo>
                    <a:pt x="16529" y="1384121"/>
                  </a:lnTo>
                  <a:lnTo>
                    <a:pt x="25649" y="1432131"/>
                  </a:lnTo>
                  <a:lnTo>
                    <a:pt x="36679" y="1479438"/>
                  </a:lnTo>
                  <a:lnTo>
                    <a:pt x="49576" y="1525999"/>
                  </a:lnTo>
                  <a:lnTo>
                    <a:pt x="64297" y="1571772"/>
                  </a:lnTo>
                  <a:lnTo>
                    <a:pt x="80800" y="1616718"/>
                  </a:lnTo>
                  <a:lnTo>
                    <a:pt x="99042" y="1660793"/>
                  </a:lnTo>
                  <a:lnTo>
                    <a:pt x="118980" y="1703958"/>
                  </a:lnTo>
                  <a:lnTo>
                    <a:pt x="2252737" y="1703958"/>
                  </a:lnTo>
                  <a:lnTo>
                    <a:pt x="2272676" y="1660793"/>
                  </a:lnTo>
                  <a:lnTo>
                    <a:pt x="2290918" y="1616718"/>
                  </a:lnTo>
                  <a:lnTo>
                    <a:pt x="2307420" y="1571772"/>
                  </a:lnTo>
                  <a:lnTo>
                    <a:pt x="2322142" y="1525999"/>
                  </a:lnTo>
                  <a:lnTo>
                    <a:pt x="2335039" y="1479438"/>
                  </a:lnTo>
                  <a:lnTo>
                    <a:pt x="2346068" y="1432131"/>
                  </a:lnTo>
                  <a:lnTo>
                    <a:pt x="2355188" y="1384121"/>
                  </a:lnTo>
                  <a:lnTo>
                    <a:pt x="2362356" y="1335447"/>
                  </a:lnTo>
                  <a:lnTo>
                    <a:pt x="2367529" y="1286151"/>
                  </a:lnTo>
                  <a:lnTo>
                    <a:pt x="2370663" y="1236274"/>
                  </a:lnTo>
                  <a:lnTo>
                    <a:pt x="2371718" y="1185859"/>
                  </a:lnTo>
                  <a:lnTo>
                    <a:pt x="2370776" y="1138165"/>
                  </a:lnTo>
                  <a:lnTo>
                    <a:pt x="2367975" y="1090949"/>
                  </a:lnTo>
                  <a:lnTo>
                    <a:pt x="2363349" y="1044246"/>
                  </a:lnTo>
                  <a:lnTo>
                    <a:pt x="2356935" y="998092"/>
                  </a:lnTo>
                  <a:lnTo>
                    <a:pt x="2348768" y="952523"/>
                  </a:lnTo>
                  <a:lnTo>
                    <a:pt x="2338882" y="907573"/>
                  </a:lnTo>
                  <a:lnTo>
                    <a:pt x="2327314" y="863278"/>
                  </a:lnTo>
                  <a:lnTo>
                    <a:pt x="2314099" y="819674"/>
                  </a:lnTo>
                  <a:lnTo>
                    <a:pt x="2299272" y="776796"/>
                  </a:lnTo>
                  <a:lnTo>
                    <a:pt x="2282869" y="734679"/>
                  </a:lnTo>
                  <a:lnTo>
                    <a:pt x="2264925" y="693359"/>
                  </a:lnTo>
                  <a:lnTo>
                    <a:pt x="2245476" y="652871"/>
                  </a:lnTo>
                  <a:lnTo>
                    <a:pt x="2224556" y="613251"/>
                  </a:lnTo>
                  <a:lnTo>
                    <a:pt x="2202203" y="574534"/>
                  </a:lnTo>
                  <a:lnTo>
                    <a:pt x="2178450" y="536755"/>
                  </a:lnTo>
                  <a:lnTo>
                    <a:pt x="2153334" y="499951"/>
                  </a:lnTo>
                  <a:lnTo>
                    <a:pt x="2126889" y="464156"/>
                  </a:lnTo>
                  <a:lnTo>
                    <a:pt x="2099151" y="429405"/>
                  </a:lnTo>
                  <a:lnTo>
                    <a:pt x="2070157" y="395735"/>
                  </a:lnTo>
                  <a:lnTo>
                    <a:pt x="2039940" y="363181"/>
                  </a:lnTo>
                  <a:lnTo>
                    <a:pt x="2008536" y="331778"/>
                  </a:lnTo>
                  <a:lnTo>
                    <a:pt x="1975982" y="301561"/>
                  </a:lnTo>
                  <a:lnTo>
                    <a:pt x="1942312" y="272566"/>
                  </a:lnTo>
                  <a:lnTo>
                    <a:pt x="1907562" y="244828"/>
                  </a:lnTo>
                  <a:lnTo>
                    <a:pt x="1871766" y="218384"/>
                  </a:lnTo>
                  <a:lnTo>
                    <a:pt x="1834962" y="193267"/>
                  </a:lnTo>
                  <a:lnTo>
                    <a:pt x="1797183" y="169515"/>
                  </a:lnTo>
                  <a:lnTo>
                    <a:pt x="1758466" y="147161"/>
                  </a:lnTo>
                  <a:lnTo>
                    <a:pt x="1718846" y="126242"/>
                  </a:lnTo>
                  <a:lnTo>
                    <a:pt x="1678359" y="106792"/>
                  </a:lnTo>
                  <a:lnTo>
                    <a:pt x="1637038" y="88849"/>
                  </a:lnTo>
                  <a:lnTo>
                    <a:pt x="1594922" y="72446"/>
                  </a:lnTo>
                  <a:lnTo>
                    <a:pt x="1552043" y="57619"/>
                  </a:lnTo>
                  <a:lnTo>
                    <a:pt x="1508439" y="44404"/>
                  </a:lnTo>
                  <a:lnTo>
                    <a:pt x="1464144" y="32835"/>
                  </a:lnTo>
                  <a:lnTo>
                    <a:pt x="1419195" y="22950"/>
                  </a:lnTo>
                  <a:lnTo>
                    <a:pt x="1373625" y="14782"/>
                  </a:lnTo>
                  <a:lnTo>
                    <a:pt x="1327471" y="8368"/>
                  </a:lnTo>
                  <a:lnTo>
                    <a:pt x="1280769" y="3742"/>
                  </a:lnTo>
                  <a:lnTo>
                    <a:pt x="1233553" y="941"/>
                  </a:lnTo>
                  <a:lnTo>
                    <a:pt x="1185859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 descr=""/>
            <p:cNvSpPr/>
            <p:nvPr/>
          </p:nvSpPr>
          <p:spPr>
            <a:xfrm>
              <a:off x="10943216" y="6071068"/>
              <a:ext cx="2546350" cy="1426845"/>
            </a:xfrm>
            <a:custGeom>
              <a:avLst/>
              <a:gdLst/>
              <a:ahLst/>
              <a:cxnLst/>
              <a:rect l="l" t="t" r="r" b="b"/>
              <a:pathLst>
                <a:path w="2546350" h="1426845">
                  <a:moveTo>
                    <a:pt x="1273154" y="0"/>
                  </a:moveTo>
                  <a:lnTo>
                    <a:pt x="1225424" y="878"/>
                  </a:lnTo>
                  <a:lnTo>
                    <a:pt x="1178138" y="3492"/>
                  </a:lnTo>
                  <a:lnTo>
                    <a:pt x="1131325" y="7811"/>
                  </a:lnTo>
                  <a:lnTo>
                    <a:pt x="1085018" y="13804"/>
                  </a:lnTo>
                  <a:lnTo>
                    <a:pt x="1039246" y="21441"/>
                  </a:lnTo>
                  <a:lnTo>
                    <a:pt x="994040" y="30690"/>
                  </a:lnTo>
                  <a:lnTo>
                    <a:pt x="949432" y="41521"/>
                  </a:lnTo>
                  <a:lnTo>
                    <a:pt x="905452" y="53904"/>
                  </a:lnTo>
                  <a:lnTo>
                    <a:pt x="862130" y="67807"/>
                  </a:lnTo>
                  <a:lnTo>
                    <a:pt x="819498" y="83200"/>
                  </a:lnTo>
                  <a:lnTo>
                    <a:pt x="777586" y="100051"/>
                  </a:lnTo>
                  <a:lnTo>
                    <a:pt x="736426" y="118330"/>
                  </a:lnTo>
                  <a:lnTo>
                    <a:pt x="696047" y="138007"/>
                  </a:lnTo>
                  <a:lnTo>
                    <a:pt x="656481" y="159051"/>
                  </a:lnTo>
                  <a:lnTo>
                    <a:pt x="617758" y="181430"/>
                  </a:lnTo>
                  <a:lnTo>
                    <a:pt x="579910" y="205114"/>
                  </a:lnTo>
                  <a:lnTo>
                    <a:pt x="542966" y="230072"/>
                  </a:lnTo>
                  <a:lnTo>
                    <a:pt x="506958" y="256274"/>
                  </a:lnTo>
                  <a:lnTo>
                    <a:pt x="471917" y="283689"/>
                  </a:lnTo>
                  <a:lnTo>
                    <a:pt x="437873" y="312285"/>
                  </a:lnTo>
                  <a:lnTo>
                    <a:pt x="404856" y="342033"/>
                  </a:lnTo>
                  <a:lnTo>
                    <a:pt x="372899" y="372900"/>
                  </a:lnTo>
                  <a:lnTo>
                    <a:pt x="342031" y="404858"/>
                  </a:lnTo>
                  <a:lnTo>
                    <a:pt x="312284" y="437874"/>
                  </a:lnTo>
                  <a:lnTo>
                    <a:pt x="283688" y="471919"/>
                  </a:lnTo>
                  <a:lnTo>
                    <a:pt x="256273" y="506960"/>
                  </a:lnTo>
                  <a:lnTo>
                    <a:pt x="230072" y="542968"/>
                  </a:lnTo>
                  <a:lnTo>
                    <a:pt x="205113" y="579912"/>
                  </a:lnTo>
                  <a:lnTo>
                    <a:pt x="181429" y="617761"/>
                  </a:lnTo>
                  <a:lnTo>
                    <a:pt x="159050" y="656484"/>
                  </a:lnTo>
                  <a:lnTo>
                    <a:pt x="138007" y="696051"/>
                  </a:lnTo>
                  <a:lnTo>
                    <a:pt x="118330" y="736430"/>
                  </a:lnTo>
                  <a:lnTo>
                    <a:pt x="100051" y="777591"/>
                  </a:lnTo>
                  <a:lnTo>
                    <a:pt x="83199" y="819503"/>
                  </a:lnTo>
                  <a:lnTo>
                    <a:pt x="67807" y="862135"/>
                  </a:lnTo>
                  <a:lnTo>
                    <a:pt x="53904" y="905457"/>
                  </a:lnTo>
                  <a:lnTo>
                    <a:pt x="41521" y="949438"/>
                  </a:lnTo>
                  <a:lnTo>
                    <a:pt x="30690" y="994047"/>
                  </a:lnTo>
                  <a:lnTo>
                    <a:pt x="21441" y="1039253"/>
                  </a:lnTo>
                  <a:lnTo>
                    <a:pt x="13804" y="1085026"/>
                  </a:lnTo>
                  <a:lnTo>
                    <a:pt x="7811" y="1131334"/>
                  </a:lnTo>
                  <a:lnTo>
                    <a:pt x="3492" y="1178147"/>
                  </a:lnTo>
                  <a:lnTo>
                    <a:pt x="878" y="1225434"/>
                  </a:lnTo>
                  <a:lnTo>
                    <a:pt x="0" y="1273165"/>
                  </a:lnTo>
                  <a:lnTo>
                    <a:pt x="639" y="1312029"/>
                  </a:lnTo>
                  <a:lnTo>
                    <a:pt x="2499" y="1350581"/>
                  </a:lnTo>
                  <a:lnTo>
                    <a:pt x="5495" y="1388827"/>
                  </a:lnTo>
                  <a:lnTo>
                    <a:pt x="9538" y="1426773"/>
                  </a:lnTo>
                  <a:lnTo>
                    <a:pt x="2536781" y="1426773"/>
                  </a:lnTo>
                  <a:lnTo>
                    <a:pt x="2540831" y="1388827"/>
                  </a:lnTo>
                  <a:lnTo>
                    <a:pt x="2543829" y="1350581"/>
                  </a:lnTo>
                  <a:lnTo>
                    <a:pt x="2545691" y="1312029"/>
                  </a:lnTo>
                  <a:lnTo>
                    <a:pt x="2546330" y="1273165"/>
                  </a:lnTo>
                  <a:lnTo>
                    <a:pt x="2545452" y="1225434"/>
                  </a:lnTo>
                  <a:lnTo>
                    <a:pt x="2542838" y="1178147"/>
                  </a:lnTo>
                  <a:lnTo>
                    <a:pt x="2538519" y="1131334"/>
                  </a:lnTo>
                  <a:lnTo>
                    <a:pt x="2532526" y="1085026"/>
                  </a:lnTo>
                  <a:lnTo>
                    <a:pt x="2524889" y="1039253"/>
                  </a:lnTo>
                  <a:lnTo>
                    <a:pt x="2515639" y="994047"/>
                  </a:lnTo>
                  <a:lnTo>
                    <a:pt x="2504808" y="949438"/>
                  </a:lnTo>
                  <a:lnTo>
                    <a:pt x="2492425" y="905457"/>
                  </a:lnTo>
                  <a:lnTo>
                    <a:pt x="2478522" y="862135"/>
                  </a:lnTo>
                  <a:lnTo>
                    <a:pt x="2463129" y="819503"/>
                  </a:lnTo>
                  <a:lnTo>
                    <a:pt x="2446277" y="777591"/>
                  </a:lnTo>
                  <a:lnTo>
                    <a:pt x="2427997" y="736430"/>
                  </a:lnTo>
                  <a:lnTo>
                    <a:pt x="2408320" y="696051"/>
                  </a:lnTo>
                  <a:lnTo>
                    <a:pt x="2387277" y="656484"/>
                  </a:lnTo>
                  <a:lnTo>
                    <a:pt x="2364897" y="617761"/>
                  </a:lnTo>
                  <a:lnTo>
                    <a:pt x="2341213" y="579912"/>
                  </a:lnTo>
                  <a:lnTo>
                    <a:pt x="2316254" y="542968"/>
                  </a:lnTo>
                  <a:lnTo>
                    <a:pt x="2290052" y="506960"/>
                  </a:lnTo>
                  <a:lnTo>
                    <a:pt x="2262637" y="471919"/>
                  </a:lnTo>
                  <a:lnTo>
                    <a:pt x="2234040" y="437874"/>
                  </a:lnTo>
                  <a:lnTo>
                    <a:pt x="2204292" y="404858"/>
                  </a:lnTo>
                  <a:lnTo>
                    <a:pt x="2173424" y="372900"/>
                  </a:lnTo>
                  <a:lnTo>
                    <a:pt x="2141466" y="342033"/>
                  </a:lnTo>
                  <a:lnTo>
                    <a:pt x="2108450" y="312285"/>
                  </a:lnTo>
                  <a:lnTo>
                    <a:pt x="2074405" y="283689"/>
                  </a:lnTo>
                  <a:lnTo>
                    <a:pt x="2039363" y="256274"/>
                  </a:lnTo>
                  <a:lnTo>
                    <a:pt x="2003354" y="230072"/>
                  </a:lnTo>
                  <a:lnTo>
                    <a:pt x="1966410" y="205114"/>
                  </a:lnTo>
                  <a:lnTo>
                    <a:pt x="1928561" y="181430"/>
                  </a:lnTo>
                  <a:lnTo>
                    <a:pt x="1889838" y="159051"/>
                  </a:lnTo>
                  <a:lnTo>
                    <a:pt x="1850271" y="138007"/>
                  </a:lnTo>
                  <a:lnTo>
                    <a:pt x="1809891" y="118330"/>
                  </a:lnTo>
                  <a:lnTo>
                    <a:pt x="1768730" y="100051"/>
                  </a:lnTo>
                  <a:lnTo>
                    <a:pt x="1726818" y="83200"/>
                  </a:lnTo>
                  <a:lnTo>
                    <a:pt x="1684185" y="67807"/>
                  </a:lnTo>
                  <a:lnTo>
                    <a:pt x="1640863" y="53904"/>
                  </a:lnTo>
                  <a:lnTo>
                    <a:pt x="1596882" y="41521"/>
                  </a:lnTo>
                  <a:lnTo>
                    <a:pt x="1552273" y="30690"/>
                  </a:lnTo>
                  <a:lnTo>
                    <a:pt x="1507067" y="21441"/>
                  </a:lnTo>
                  <a:lnTo>
                    <a:pt x="1461294" y="13804"/>
                  </a:lnTo>
                  <a:lnTo>
                    <a:pt x="1414986" y="7811"/>
                  </a:lnTo>
                  <a:lnTo>
                    <a:pt x="1368173" y="3492"/>
                  </a:lnTo>
                  <a:lnTo>
                    <a:pt x="1320885" y="878"/>
                  </a:lnTo>
                  <a:lnTo>
                    <a:pt x="1273154" y="0"/>
                  </a:lnTo>
                  <a:close/>
                </a:path>
              </a:pathLst>
            </a:custGeom>
            <a:solidFill>
              <a:srgbClr val="29805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 descr=""/>
            <p:cNvSpPr/>
            <p:nvPr/>
          </p:nvSpPr>
          <p:spPr>
            <a:xfrm>
              <a:off x="-4" y="5498908"/>
              <a:ext cx="3258820" cy="1998980"/>
            </a:xfrm>
            <a:custGeom>
              <a:avLst/>
              <a:gdLst/>
              <a:ahLst/>
              <a:cxnLst/>
              <a:rect l="l" t="t" r="r" b="b"/>
              <a:pathLst>
                <a:path w="3258820" h="1998979">
                  <a:moveTo>
                    <a:pt x="763830" y="0"/>
                  </a:moveTo>
                  <a:lnTo>
                    <a:pt x="710361" y="1102"/>
                  </a:lnTo>
                  <a:lnTo>
                    <a:pt x="657454" y="4382"/>
                  </a:lnTo>
                  <a:lnTo>
                    <a:pt x="605152" y="9794"/>
                  </a:lnTo>
                  <a:lnTo>
                    <a:pt x="553499" y="17296"/>
                  </a:lnTo>
                  <a:lnTo>
                    <a:pt x="502537" y="26845"/>
                  </a:lnTo>
                  <a:lnTo>
                    <a:pt x="452311" y="38396"/>
                  </a:lnTo>
                  <a:lnTo>
                    <a:pt x="402863" y="51907"/>
                  </a:lnTo>
                  <a:lnTo>
                    <a:pt x="354236" y="67334"/>
                  </a:lnTo>
                  <a:lnTo>
                    <a:pt x="306475" y="84633"/>
                  </a:lnTo>
                  <a:lnTo>
                    <a:pt x="259621" y="103762"/>
                  </a:lnTo>
                  <a:lnTo>
                    <a:pt x="213719" y="124676"/>
                  </a:lnTo>
                  <a:lnTo>
                    <a:pt x="168813" y="147333"/>
                  </a:lnTo>
                  <a:lnTo>
                    <a:pt x="124944" y="171689"/>
                  </a:lnTo>
                  <a:lnTo>
                    <a:pt x="82157" y="197700"/>
                  </a:lnTo>
                  <a:lnTo>
                    <a:pt x="40494" y="225323"/>
                  </a:lnTo>
                  <a:lnTo>
                    <a:pt x="0" y="254515"/>
                  </a:lnTo>
                  <a:lnTo>
                    <a:pt x="0" y="1998933"/>
                  </a:lnTo>
                  <a:lnTo>
                    <a:pt x="3247670" y="1998933"/>
                  </a:lnTo>
                  <a:lnTo>
                    <a:pt x="3252402" y="1957948"/>
                  </a:lnTo>
                  <a:lnTo>
                    <a:pt x="3255899" y="1916600"/>
                  </a:lnTo>
                  <a:lnTo>
                    <a:pt x="3258067" y="1874888"/>
                  </a:lnTo>
                  <a:lnTo>
                    <a:pt x="3258811" y="1832813"/>
                  </a:lnTo>
                  <a:lnTo>
                    <a:pt x="3257933" y="1785082"/>
                  </a:lnTo>
                  <a:lnTo>
                    <a:pt x="3255319" y="1737795"/>
                  </a:lnTo>
                  <a:lnTo>
                    <a:pt x="3251000" y="1690982"/>
                  </a:lnTo>
                  <a:lnTo>
                    <a:pt x="3245007" y="1644673"/>
                  </a:lnTo>
                  <a:lnTo>
                    <a:pt x="3237370" y="1598901"/>
                  </a:lnTo>
                  <a:lnTo>
                    <a:pt x="3228120" y="1553695"/>
                  </a:lnTo>
                  <a:lnTo>
                    <a:pt x="3217289" y="1509086"/>
                  </a:lnTo>
                  <a:lnTo>
                    <a:pt x="3204906" y="1465105"/>
                  </a:lnTo>
                  <a:lnTo>
                    <a:pt x="3191003" y="1421783"/>
                  </a:lnTo>
                  <a:lnTo>
                    <a:pt x="3175610" y="1379151"/>
                  </a:lnTo>
                  <a:lnTo>
                    <a:pt x="3158758" y="1337239"/>
                  </a:lnTo>
                  <a:lnTo>
                    <a:pt x="3140479" y="1296078"/>
                  </a:lnTo>
                  <a:lnTo>
                    <a:pt x="3120802" y="1255699"/>
                  </a:lnTo>
                  <a:lnTo>
                    <a:pt x="3099758" y="1216132"/>
                  </a:lnTo>
                  <a:lnTo>
                    <a:pt x="3077379" y="1177409"/>
                  </a:lnTo>
                  <a:lnTo>
                    <a:pt x="3053694" y="1139560"/>
                  </a:lnTo>
                  <a:lnTo>
                    <a:pt x="3028736" y="1102616"/>
                  </a:lnTo>
                  <a:lnTo>
                    <a:pt x="3002534" y="1066608"/>
                  </a:lnTo>
                  <a:lnTo>
                    <a:pt x="2975119" y="1031567"/>
                  </a:lnTo>
                  <a:lnTo>
                    <a:pt x="2946522" y="997522"/>
                  </a:lnTo>
                  <a:lnTo>
                    <a:pt x="2916774" y="964506"/>
                  </a:lnTo>
                  <a:lnTo>
                    <a:pt x="2885906" y="932548"/>
                  </a:lnTo>
                  <a:lnTo>
                    <a:pt x="2853949" y="901680"/>
                  </a:lnTo>
                  <a:lnTo>
                    <a:pt x="2820932" y="871933"/>
                  </a:lnTo>
                  <a:lnTo>
                    <a:pt x="2786888" y="843336"/>
                  </a:lnTo>
                  <a:lnTo>
                    <a:pt x="2751846" y="815922"/>
                  </a:lnTo>
                  <a:lnTo>
                    <a:pt x="2715838" y="789720"/>
                  </a:lnTo>
                  <a:lnTo>
                    <a:pt x="2678894" y="764762"/>
                  </a:lnTo>
                  <a:lnTo>
                    <a:pt x="2641045" y="741078"/>
                  </a:lnTo>
                  <a:lnTo>
                    <a:pt x="2602322" y="718699"/>
                  </a:lnTo>
                  <a:lnTo>
                    <a:pt x="2562755" y="697655"/>
                  </a:lnTo>
                  <a:lnTo>
                    <a:pt x="2522376" y="677978"/>
                  </a:lnTo>
                  <a:lnTo>
                    <a:pt x="2481216" y="659699"/>
                  </a:lnTo>
                  <a:lnTo>
                    <a:pt x="2439304" y="642847"/>
                  </a:lnTo>
                  <a:lnTo>
                    <a:pt x="2396671" y="627455"/>
                  </a:lnTo>
                  <a:lnTo>
                    <a:pt x="2353350" y="613552"/>
                  </a:lnTo>
                  <a:lnTo>
                    <a:pt x="2309369" y="601169"/>
                  </a:lnTo>
                  <a:lnTo>
                    <a:pt x="2264761" y="590338"/>
                  </a:lnTo>
                  <a:lnTo>
                    <a:pt x="2219555" y="581088"/>
                  </a:lnTo>
                  <a:lnTo>
                    <a:pt x="2173783" y="573452"/>
                  </a:lnTo>
                  <a:lnTo>
                    <a:pt x="2127475" y="567458"/>
                  </a:lnTo>
                  <a:lnTo>
                    <a:pt x="2080663" y="563139"/>
                  </a:lnTo>
                  <a:lnTo>
                    <a:pt x="2033376" y="560526"/>
                  </a:lnTo>
                  <a:lnTo>
                    <a:pt x="1985646" y="559647"/>
                  </a:lnTo>
                  <a:lnTo>
                    <a:pt x="1945003" y="560287"/>
                  </a:lnTo>
                  <a:lnTo>
                    <a:pt x="1904681" y="562192"/>
                  </a:lnTo>
                  <a:lnTo>
                    <a:pt x="1864699" y="565337"/>
                  </a:lnTo>
                  <a:lnTo>
                    <a:pt x="1825075" y="569699"/>
                  </a:lnTo>
                  <a:lnTo>
                    <a:pt x="1798048" y="530609"/>
                  </a:lnTo>
                  <a:lnTo>
                    <a:pt x="1769619" y="492593"/>
                  </a:lnTo>
                  <a:lnTo>
                    <a:pt x="1739827" y="455691"/>
                  </a:lnTo>
                  <a:lnTo>
                    <a:pt x="1708707" y="419939"/>
                  </a:lnTo>
                  <a:lnTo>
                    <a:pt x="1676298" y="385375"/>
                  </a:lnTo>
                  <a:lnTo>
                    <a:pt x="1642637" y="352036"/>
                  </a:lnTo>
                  <a:lnTo>
                    <a:pt x="1607761" y="319959"/>
                  </a:lnTo>
                  <a:lnTo>
                    <a:pt x="1571707" y="289181"/>
                  </a:lnTo>
                  <a:lnTo>
                    <a:pt x="1534513" y="259741"/>
                  </a:lnTo>
                  <a:lnTo>
                    <a:pt x="1496216" y="231675"/>
                  </a:lnTo>
                  <a:lnTo>
                    <a:pt x="1456852" y="205021"/>
                  </a:lnTo>
                  <a:lnTo>
                    <a:pt x="1416460" y="179816"/>
                  </a:lnTo>
                  <a:lnTo>
                    <a:pt x="1375077" y="156097"/>
                  </a:lnTo>
                  <a:lnTo>
                    <a:pt x="1332739" y="133902"/>
                  </a:lnTo>
                  <a:lnTo>
                    <a:pt x="1289485" y="113268"/>
                  </a:lnTo>
                  <a:lnTo>
                    <a:pt x="1245351" y="94232"/>
                  </a:lnTo>
                  <a:lnTo>
                    <a:pt x="1200374" y="76832"/>
                  </a:lnTo>
                  <a:lnTo>
                    <a:pt x="1154593" y="61105"/>
                  </a:lnTo>
                  <a:lnTo>
                    <a:pt x="1108043" y="47088"/>
                  </a:lnTo>
                  <a:lnTo>
                    <a:pt x="1060764" y="34819"/>
                  </a:lnTo>
                  <a:lnTo>
                    <a:pt x="1012790" y="24335"/>
                  </a:lnTo>
                  <a:lnTo>
                    <a:pt x="964161" y="15674"/>
                  </a:lnTo>
                  <a:lnTo>
                    <a:pt x="914913" y="8872"/>
                  </a:lnTo>
                  <a:lnTo>
                    <a:pt x="865084" y="3968"/>
                  </a:lnTo>
                  <a:lnTo>
                    <a:pt x="814710" y="998"/>
                  </a:lnTo>
                  <a:lnTo>
                    <a:pt x="763830" y="0"/>
                  </a:lnTo>
                  <a:close/>
                </a:path>
              </a:pathLst>
            </a:custGeom>
            <a:solidFill>
              <a:srgbClr val="599C7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 descr=""/>
            <p:cNvSpPr/>
            <p:nvPr/>
          </p:nvSpPr>
          <p:spPr>
            <a:xfrm>
              <a:off x="3" y="5657822"/>
              <a:ext cx="2999740" cy="1840230"/>
            </a:xfrm>
            <a:custGeom>
              <a:avLst/>
              <a:gdLst/>
              <a:ahLst/>
              <a:cxnLst/>
              <a:rect l="l" t="t" r="r" b="b"/>
              <a:pathLst>
                <a:path w="2999740" h="1840229">
                  <a:moveTo>
                    <a:pt x="703099" y="0"/>
                  </a:moveTo>
                  <a:lnTo>
                    <a:pt x="650617" y="1154"/>
                  </a:lnTo>
                  <a:lnTo>
                    <a:pt x="598728" y="4585"/>
                  </a:lnTo>
                  <a:lnTo>
                    <a:pt x="547478" y="10243"/>
                  </a:lnTo>
                  <a:lnTo>
                    <a:pt x="496916" y="18081"/>
                  </a:lnTo>
                  <a:lnTo>
                    <a:pt x="447092" y="28050"/>
                  </a:lnTo>
                  <a:lnTo>
                    <a:pt x="398052" y="40102"/>
                  </a:lnTo>
                  <a:lnTo>
                    <a:pt x="349845" y="54187"/>
                  </a:lnTo>
                  <a:lnTo>
                    <a:pt x="302520" y="70259"/>
                  </a:lnTo>
                  <a:lnTo>
                    <a:pt x="256126" y="88267"/>
                  </a:lnTo>
                  <a:lnTo>
                    <a:pt x="210709" y="108165"/>
                  </a:lnTo>
                  <a:lnTo>
                    <a:pt x="166320" y="129902"/>
                  </a:lnTo>
                  <a:lnTo>
                    <a:pt x="123006" y="153431"/>
                  </a:lnTo>
                  <a:lnTo>
                    <a:pt x="80816" y="178704"/>
                  </a:lnTo>
                  <a:lnTo>
                    <a:pt x="39797" y="205672"/>
                  </a:lnTo>
                  <a:lnTo>
                    <a:pt x="0" y="234286"/>
                  </a:lnTo>
                  <a:lnTo>
                    <a:pt x="0" y="1840017"/>
                  </a:lnTo>
                  <a:lnTo>
                    <a:pt x="2989469" y="1840017"/>
                  </a:lnTo>
                  <a:lnTo>
                    <a:pt x="2993828" y="1802290"/>
                  </a:lnTo>
                  <a:lnTo>
                    <a:pt x="2997050" y="1764231"/>
                  </a:lnTo>
                  <a:lnTo>
                    <a:pt x="2999046" y="1725839"/>
                  </a:lnTo>
                  <a:lnTo>
                    <a:pt x="2999730" y="1687110"/>
                  </a:lnTo>
                  <a:lnTo>
                    <a:pt x="2998753" y="1638802"/>
                  </a:lnTo>
                  <a:lnTo>
                    <a:pt x="2995845" y="1590991"/>
                  </a:lnTo>
                  <a:lnTo>
                    <a:pt x="2991045" y="1543715"/>
                  </a:lnTo>
                  <a:lnTo>
                    <a:pt x="2984391" y="1497012"/>
                  </a:lnTo>
                  <a:lnTo>
                    <a:pt x="2975920" y="1450919"/>
                  </a:lnTo>
                  <a:lnTo>
                    <a:pt x="2965670" y="1405475"/>
                  </a:lnTo>
                  <a:lnTo>
                    <a:pt x="2953678" y="1360716"/>
                  </a:lnTo>
                  <a:lnTo>
                    <a:pt x="2939983" y="1316680"/>
                  </a:lnTo>
                  <a:lnTo>
                    <a:pt x="2924621" y="1273406"/>
                  </a:lnTo>
                  <a:lnTo>
                    <a:pt x="2907632" y="1230931"/>
                  </a:lnTo>
                  <a:lnTo>
                    <a:pt x="2889051" y="1189292"/>
                  </a:lnTo>
                  <a:lnTo>
                    <a:pt x="2868918" y="1148528"/>
                  </a:lnTo>
                  <a:lnTo>
                    <a:pt x="2847269" y="1108675"/>
                  </a:lnTo>
                  <a:lnTo>
                    <a:pt x="2824143" y="1069773"/>
                  </a:lnTo>
                  <a:lnTo>
                    <a:pt x="2799578" y="1031857"/>
                  </a:lnTo>
                  <a:lnTo>
                    <a:pt x="2773610" y="994967"/>
                  </a:lnTo>
                  <a:lnTo>
                    <a:pt x="2746277" y="959140"/>
                  </a:lnTo>
                  <a:lnTo>
                    <a:pt x="2717618" y="924413"/>
                  </a:lnTo>
                  <a:lnTo>
                    <a:pt x="2687670" y="890825"/>
                  </a:lnTo>
                  <a:lnTo>
                    <a:pt x="2656471" y="858412"/>
                  </a:lnTo>
                  <a:lnTo>
                    <a:pt x="2624058" y="827213"/>
                  </a:lnTo>
                  <a:lnTo>
                    <a:pt x="2590469" y="797265"/>
                  </a:lnTo>
                  <a:lnTo>
                    <a:pt x="2555742" y="768606"/>
                  </a:lnTo>
                  <a:lnTo>
                    <a:pt x="2519915" y="741274"/>
                  </a:lnTo>
                  <a:lnTo>
                    <a:pt x="2483025" y="715306"/>
                  </a:lnTo>
                  <a:lnTo>
                    <a:pt x="2445109" y="690741"/>
                  </a:lnTo>
                  <a:lnTo>
                    <a:pt x="2406207" y="667615"/>
                  </a:lnTo>
                  <a:lnTo>
                    <a:pt x="2366354" y="645967"/>
                  </a:lnTo>
                  <a:lnTo>
                    <a:pt x="2325590" y="625834"/>
                  </a:lnTo>
                  <a:lnTo>
                    <a:pt x="2283952" y="607254"/>
                  </a:lnTo>
                  <a:lnTo>
                    <a:pt x="2241476" y="590264"/>
                  </a:lnTo>
                  <a:lnTo>
                    <a:pt x="2198202" y="574903"/>
                  </a:lnTo>
                  <a:lnTo>
                    <a:pt x="2154167" y="561208"/>
                  </a:lnTo>
                  <a:lnTo>
                    <a:pt x="2109409" y="549216"/>
                  </a:lnTo>
                  <a:lnTo>
                    <a:pt x="2063964" y="538966"/>
                  </a:lnTo>
                  <a:lnTo>
                    <a:pt x="2017872" y="530495"/>
                  </a:lnTo>
                  <a:lnTo>
                    <a:pt x="1971169" y="523841"/>
                  </a:lnTo>
                  <a:lnTo>
                    <a:pt x="1923894" y="519042"/>
                  </a:lnTo>
                  <a:lnTo>
                    <a:pt x="1876084" y="516134"/>
                  </a:lnTo>
                  <a:lnTo>
                    <a:pt x="1827776" y="515157"/>
                  </a:lnTo>
                  <a:lnTo>
                    <a:pt x="1753256" y="517499"/>
                  </a:lnTo>
                  <a:lnTo>
                    <a:pt x="1679969" y="524413"/>
                  </a:lnTo>
                  <a:lnTo>
                    <a:pt x="1652961" y="485476"/>
                  </a:lnTo>
                  <a:lnTo>
                    <a:pt x="1624441" y="447704"/>
                  </a:lnTo>
                  <a:lnTo>
                    <a:pt x="1594455" y="411141"/>
                  </a:lnTo>
                  <a:lnTo>
                    <a:pt x="1563045" y="375830"/>
                  </a:lnTo>
                  <a:lnTo>
                    <a:pt x="1530255" y="341816"/>
                  </a:lnTo>
                  <a:lnTo>
                    <a:pt x="1496129" y="309143"/>
                  </a:lnTo>
                  <a:lnTo>
                    <a:pt x="1460710" y="277853"/>
                  </a:lnTo>
                  <a:lnTo>
                    <a:pt x="1424042" y="247990"/>
                  </a:lnTo>
                  <a:lnTo>
                    <a:pt x="1386169" y="219599"/>
                  </a:lnTo>
                  <a:lnTo>
                    <a:pt x="1347134" y="192723"/>
                  </a:lnTo>
                  <a:lnTo>
                    <a:pt x="1306982" y="167405"/>
                  </a:lnTo>
                  <a:lnTo>
                    <a:pt x="1265754" y="143690"/>
                  </a:lnTo>
                  <a:lnTo>
                    <a:pt x="1223496" y="121621"/>
                  </a:lnTo>
                  <a:lnTo>
                    <a:pt x="1180251" y="101242"/>
                  </a:lnTo>
                  <a:lnTo>
                    <a:pt x="1136062" y="82596"/>
                  </a:lnTo>
                  <a:lnTo>
                    <a:pt x="1090973" y="65727"/>
                  </a:lnTo>
                  <a:lnTo>
                    <a:pt x="1045027" y="50679"/>
                  </a:lnTo>
                  <a:lnTo>
                    <a:pt x="998269" y="37496"/>
                  </a:lnTo>
                  <a:lnTo>
                    <a:pt x="950742" y="26221"/>
                  </a:lnTo>
                  <a:lnTo>
                    <a:pt x="902490" y="16898"/>
                  </a:lnTo>
                  <a:lnTo>
                    <a:pt x="853556" y="9570"/>
                  </a:lnTo>
                  <a:lnTo>
                    <a:pt x="803983" y="4282"/>
                  </a:lnTo>
                  <a:lnTo>
                    <a:pt x="753816" y="1077"/>
                  </a:lnTo>
                  <a:lnTo>
                    <a:pt x="703099" y="0"/>
                  </a:lnTo>
                  <a:close/>
                </a:path>
              </a:pathLst>
            </a:custGeom>
            <a:solidFill>
              <a:srgbClr val="29805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 descr=""/>
            <p:cNvSpPr/>
            <p:nvPr/>
          </p:nvSpPr>
          <p:spPr>
            <a:xfrm>
              <a:off x="6131680" y="6169802"/>
              <a:ext cx="2546350" cy="1328420"/>
            </a:xfrm>
            <a:custGeom>
              <a:avLst/>
              <a:gdLst/>
              <a:ahLst/>
              <a:cxnLst/>
              <a:rect l="l" t="t" r="r" b="b"/>
              <a:pathLst>
                <a:path w="2546350" h="1328420">
                  <a:moveTo>
                    <a:pt x="1273165" y="0"/>
                  </a:moveTo>
                  <a:lnTo>
                    <a:pt x="1225434" y="878"/>
                  </a:lnTo>
                  <a:lnTo>
                    <a:pt x="1178147" y="3492"/>
                  </a:lnTo>
                  <a:lnTo>
                    <a:pt x="1131334" y="7811"/>
                  </a:lnTo>
                  <a:lnTo>
                    <a:pt x="1085026" y="13804"/>
                  </a:lnTo>
                  <a:lnTo>
                    <a:pt x="1039253" y="21441"/>
                  </a:lnTo>
                  <a:lnTo>
                    <a:pt x="994047" y="30690"/>
                  </a:lnTo>
                  <a:lnTo>
                    <a:pt x="949438" y="41521"/>
                  </a:lnTo>
                  <a:lnTo>
                    <a:pt x="905457" y="53904"/>
                  </a:lnTo>
                  <a:lnTo>
                    <a:pt x="862135" y="67807"/>
                  </a:lnTo>
                  <a:lnTo>
                    <a:pt x="819503" y="83200"/>
                  </a:lnTo>
                  <a:lnTo>
                    <a:pt x="777591" y="100051"/>
                  </a:lnTo>
                  <a:lnTo>
                    <a:pt x="736430" y="118330"/>
                  </a:lnTo>
                  <a:lnTo>
                    <a:pt x="696051" y="138007"/>
                  </a:lnTo>
                  <a:lnTo>
                    <a:pt x="656484" y="159051"/>
                  </a:lnTo>
                  <a:lnTo>
                    <a:pt x="617761" y="181430"/>
                  </a:lnTo>
                  <a:lnTo>
                    <a:pt x="579912" y="205114"/>
                  </a:lnTo>
                  <a:lnTo>
                    <a:pt x="542968" y="230072"/>
                  </a:lnTo>
                  <a:lnTo>
                    <a:pt x="506960" y="256274"/>
                  </a:lnTo>
                  <a:lnTo>
                    <a:pt x="471919" y="283689"/>
                  </a:lnTo>
                  <a:lnTo>
                    <a:pt x="437874" y="312285"/>
                  </a:lnTo>
                  <a:lnTo>
                    <a:pt x="404858" y="342033"/>
                  </a:lnTo>
                  <a:lnTo>
                    <a:pt x="372900" y="372900"/>
                  </a:lnTo>
                  <a:lnTo>
                    <a:pt x="342033" y="404858"/>
                  </a:lnTo>
                  <a:lnTo>
                    <a:pt x="312285" y="437874"/>
                  </a:lnTo>
                  <a:lnTo>
                    <a:pt x="283689" y="471919"/>
                  </a:lnTo>
                  <a:lnTo>
                    <a:pt x="256274" y="506960"/>
                  </a:lnTo>
                  <a:lnTo>
                    <a:pt x="230072" y="542968"/>
                  </a:lnTo>
                  <a:lnTo>
                    <a:pt x="205114" y="579912"/>
                  </a:lnTo>
                  <a:lnTo>
                    <a:pt x="181430" y="617761"/>
                  </a:lnTo>
                  <a:lnTo>
                    <a:pt x="159051" y="656484"/>
                  </a:lnTo>
                  <a:lnTo>
                    <a:pt x="138007" y="696051"/>
                  </a:lnTo>
                  <a:lnTo>
                    <a:pt x="118330" y="736430"/>
                  </a:lnTo>
                  <a:lnTo>
                    <a:pt x="100051" y="777591"/>
                  </a:lnTo>
                  <a:lnTo>
                    <a:pt x="83200" y="819503"/>
                  </a:lnTo>
                  <a:lnTo>
                    <a:pt x="67807" y="862135"/>
                  </a:lnTo>
                  <a:lnTo>
                    <a:pt x="53904" y="905457"/>
                  </a:lnTo>
                  <a:lnTo>
                    <a:pt x="41521" y="949438"/>
                  </a:lnTo>
                  <a:lnTo>
                    <a:pt x="30690" y="994047"/>
                  </a:lnTo>
                  <a:lnTo>
                    <a:pt x="21441" y="1039253"/>
                  </a:lnTo>
                  <a:lnTo>
                    <a:pt x="13804" y="1085026"/>
                  </a:lnTo>
                  <a:lnTo>
                    <a:pt x="7811" y="1131334"/>
                  </a:lnTo>
                  <a:lnTo>
                    <a:pt x="3492" y="1178147"/>
                  </a:lnTo>
                  <a:lnTo>
                    <a:pt x="878" y="1225434"/>
                  </a:lnTo>
                  <a:lnTo>
                    <a:pt x="0" y="1273165"/>
                  </a:lnTo>
                  <a:lnTo>
                    <a:pt x="400" y="1300673"/>
                  </a:lnTo>
                  <a:lnTo>
                    <a:pt x="1382" y="1328032"/>
                  </a:lnTo>
                  <a:lnTo>
                    <a:pt x="2544948" y="1328032"/>
                  </a:lnTo>
                  <a:lnTo>
                    <a:pt x="2545930" y="1300673"/>
                  </a:lnTo>
                  <a:lnTo>
                    <a:pt x="2546330" y="1273165"/>
                  </a:lnTo>
                  <a:lnTo>
                    <a:pt x="2545452" y="1225434"/>
                  </a:lnTo>
                  <a:lnTo>
                    <a:pt x="2542838" y="1178147"/>
                  </a:lnTo>
                  <a:lnTo>
                    <a:pt x="2538519" y="1131334"/>
                  </a:lnTo>
                  <a:lnTo>
                    <a:pt x="2532526" y="1085026"/>
                  </a:lnTo>
                  <a:lnTo>
                    <a:pt x="2524889" y="1039253"/>
                  </a:lnTo>
                  <a:lnTo>
                    <a:pt x="2515639" y="994047"/>
                  </a:lnTo>
                  <a:lnTo>
                    <a:pt x="2504808" y="949438"/>
                  </a:lnTo>
                  <a:lnTo>
                    <a:pt x="2492425" y="905457"/>
                  </a:lnTo>
                  <a:lnTo>
                    <a:pt x="2478522" y="862135"/>
                  </a:lnTo>
                  <a:lnTo>
                    <a:pt x="2463129" y="819503"/>
                  </a:lnTo>
                  <a:lnTo>
                    <a:pt x="2446277" y="777591"/>
                  </a:lnTo>
                  <a:lnTo>
                    <a:pt x="2427998" y="736430"/>
                  </a:lnTo>
                  <a:lnTo>
                    <a:pt x="2408321" y="696051"/>
                  </a:lnTo>
                  <a:lnTo>
                    <a:pt x="2387277" y="656484"/>
                  </a:lnTo>
                  <a:lnTo>
                    <a:pt x="2364898" y="617761"/>
                  </a:lnTo>
                  <a:lnTo>
                    <a:pt x="2341213" y="579912"/>
                  </a:lnTo>
                  <a:lnTo>
                    <a:pt x="2316255" y="542968"/>
                  </a:lnTo>
                  <a:lnTo>
                    <a:pt x="2290053" y="506960"/>
                  </a:lnTo>
                  <a:lnTo>
                    <a:pt x="2262638" y="471919"/>
                  </a:lnTo>
                  <a:lnTo>
                    <a:pt x="2234041" y="437874"/>
                  </a:lnTo>
                  <a:lnTo>
                    <a:pt x="2204294" y="404858"/>
                  </a:lnTo>
                  <a:lnTo>
                    <a:pt x="2173425" y="372900"/>
                  </a:lnTo>
                  <a:lnTo>
                    <a:pt x="2141468" y="342033"/>
                  </a:lnTo>
                  <a:lnTo>
                    <a:pt x="2108451" y="312285"/>
                  </a:lnTo>
                  <a:lnTo>
                    <a:pt x="2074407" y="283689"/>
                  </a:lnTo>
                  <a:lnTo>
                    <a:pt x="2039365" y="256274"/>
                  </a:lnTo>
                  <a:lnTo>
                    <a:pt x="2003357" y="230072"/>
                  </a:lnTo>
                  <a:lnTo>
                    <a:pt x="1966413" y="205114"/>
                  </a:lnTo>
                  <a:lnTo>
                    <a:pt x="1928564" y="181430"/>
                  </a:lnTo>
                  <a:lnTo>
                    <a:pt x="1889841" y="159051"/>
                  </a:lnTo>
                  <a:lnTo>
                    <a:pt x="1850275" y="138007"/>
                  </a:lnTo>
                  <a:lnTo>
                    <a:pt x="1809895" y="118330"/>
                  </a:lnTo>
                  <a:lnTo>
                    <a:pt x="1768735" y="100051"/>
                  </a:lnTo>
                  <a:lnTo>
                    <a:pt x="1726823" y="83200"/>
                  </a:lnTo>
                  <a:lnTo>
                    <a:pt x="1684190" y="67807"/>
                  </a:lnTo>
                  <a:lnTo>
                    <a:pt x="1640869" y="53904"/>
                  </a:lnTo>
                  <a:lnTo>
                    <a:pt x="1596888" y="41521"/>
                  </a:lnTo>
                  <a:lnTo>
                    <a:pt x="1552280" y="30690"/>
                  </a:lnTo>
                  <a:lnTo>
                    <a:pt x="1507074" y="21441"/>
                  </a:lnTo>
                  <a:lnTo>
                    <a:pt x="1461302" y="13804"/>
                  </a:lnTo>
                  <a:lnTo>
                    <a:pt x="1414994" y="7811"/>
                  </a:lnTo>
                  <a:lnTo>
                    <a:pt x="1368182" y="3492"/>
                  </a:lnTo>
                  <a:lnTo>
                    <a:pt x="1320895" y="878"/>
                  </a:lnTo>
                  <a:lnTo>
                    <a:pt x="1273165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 descr=""/>
            <p:cNvSpPr/>
            <p:nvPr/>
          </p:nvSpPr>
          <p:spPr>
            <a:xfrm>
              <a:off x="7379450" y="5748064"/>
              <a:ext cx="4977130" cy="1750060"/>
            </a:xfrm>
            <a:custGeom>
              <a:avLst/>
              <a:gdLst/>
              <a:ahLst/>
              <a:cxnLst/>
              <a:rect l="l" t="t" r="r" b="b"/>
              <a:pathLst>
                <a:path w="4977130" h="1750059">
                  <a:moveTo>
                    <a:pt x="4976711" y="1679689"/>
                  </a:moveTo>
                  <a:lnTo>
                    <a:pt x="4975453" y="1631784"/>
                  </a:lnTo>
                  <a:lnTo>
                    <a:pt x="4971745" y="1584515"/>
                  </a:lnTo>
                  <a:lnTo>
                    <a:pt x="4965636" y="1537982"/>
                  </a:lnTo>
                  <a:lnTo>
                    <a:pt x="4957203" y="1492211"/>
                  </a:lnTo>
                  <a:lnTo>
                    <a:pt x="4946485" y="1447279"/>
                  </a:lnTo>
                  <a:lnTo>
                    <a:pt x="4933569" y="1403248"/>
                  </a:lnTo>
                  <a:lnTo>
                    <a:pt x="4918494" y="1360182"/>
                  </a:lnTo>
                  <a:lnTo>
                    <a:pt x="4901336" y="1318145"/>
                  </a:lnTo>
                  <a:lnTo>
                    <a:pt x="4882159" y="1277200"/>
                  </a:lnTo>
                  <a:lnTo>
                    <a:pt x="4861014" y="1237386"/>
                  </a:lnTo>
                  <a:lnTo>
                    <a:pt x="4837976" y="1198803"/>
                  </a:lnTo>
                  <a:lnTo>
                    <a:pt x="4813109" y="1161491"/>
                  </a:lnTo>
                  <a:lnTo>
                    <a:pt x="4786465" y="1125512"/>
                  </a:lnTo>
                  <a:lnTo>
                    <a:pt x="4758106" y="1090930"/>
                  </a:lnTo>
                  <a:lnTo>
                    <a:pt x="4728095" y="1057808"/>
                  </a:lnTo>
                  <a:lnTo>
                    <a:pt x="4696498" y="1026223"/>
                  </a:lnTo>
                  <a:lnTo>
                    <a:pt x="4663389" y="996213"/>
                  </a:lnTo>
                  <a:lnTo>
                    <a:pt x="4628807" y="967854"/>
                  </a:lnTo>
                  <a:lnTo>
                    <a:pt x="4592828" y="941209"/>
                  </a:lnTo>
                  <a:lnTo>
                    <a:pt x="4555515" y="916330"/>
                  </a:lnTo>
                  <a:lnTo>
                    <a:pt x="4516920" y="893292"/>
                  </a:lnTo>
                  <a:lnTo>
                    <a:pt x="4477118" y="872159"/>
                  </a:lnTo>
                  <a:lnTo>
                    <a:pt x="4436173" y="852982"/>
                  </a:lnTo>
                  <a:lnTo>
                    <a:pt x="4394124" y="835825"/>
                  </a:lnTo>
                  <a:lnTo>
                    <a:pt x="4351058" y="820750"/>
                  </a:lnTo>
                  <a:lnTo>
                    <a:pt x="4307040" y="807834"/>
                  </a:lnTo>
                  <a:lnTo>
                    <a:pt x="4262107" y="797115"/>
                  </a:lnTo>
                  <a:lnTo>
                    <a:pt x="4216336" y="788682"/>
                  </a:lnTo>
                  <a:lnTo>
                    <a:pt x="4169791" y="782574"/>
                  </a:lnTo>
                  <a:lnTo>
                    <a:pt x="4122534" y="778865"/>
                  </a:lnTo>
                  <a:lnTo>
                    <a:pt x="4074630" y="777608"/>
                  </a:lnTo>
                  <a:lnTo>
                    <a:pt x="4026725" y="778865"/>
                  </a:lnTo>
                  <a:lnTo>
                    <a:pt x="3979468" y="782574"/>
                  </a:lnTo>
                  <a:lnTo>
                    <a:pt x="3932923" y="788682"/>
                  </a:lnTo>
                  <a:lnTo>
                    <a:pt x="3887152" y="797115"/>
                  </a:lnTo>
                  <a:lnTo>
                    <a:pt x="3842232" y="807834"/>
                  </a:lnTo>
                  <a:lnTo>
                    <a:pt x="3798201" y="820750"/>
                  </a:lnTo>
                  <a:lnTo>
                    <a:pt x="3755136" y="835825"/>
                  </a:lnTo>
                  <a:lnTo>
                    <a:pt x="3713086" y="852982"/>
                  </a:lnTo>
                  <a:lnTo>
                    <a:pt x="3672141" y="872159"/>
                  </a:lnTo>
                  <a:lnTo>
                    <a:pt x="3632339" y="893292"/>
                  </a:lnTo>
                  <a:lnTo>
                    <a:pt x="3593744" y="916330"/>
                  </a:lnTo>
                  <a:lnTo>
                    <a:pt x="3556431" y="941209"/>
                  </a:lnTo>
                  <a:lnTo>
                    <a:pt x="3520452" y="967854"/>
                  </a:lnTo>
                  <a:lnTo>
                    <a:pt x="3485870" y="996213"/>
                  </a:lnTo>
                  <a:lnTo>
                    <a:pt x="3452761" y="1026223"/>
                  </a:lnTo>
                  <a:lnTo>
                    <a:pt x="3421164" y="1057808"/>
                  </a:lnTo>
                  <a:lnTo>
                    <a:pt x="3391154" y="1090930"/>
                  </a:lnTo>
                  <a:lnTo>
                    <a:pt x="3376218" y="1109141"/>
                  </a:lnTo>
                  <a:lnTo>
                    <a:pt x="3371888" y="1105154"/>
                  </a:lnTo>
                  <a:lnTo>
                    <a:pt x="3337191" y="1076337"/>
                  </a:lnTo>
                  <a:lnTo>
                    <a:pt x="3301060" y="1049261"/>
                  </a:lnTo>
                  <a:lnTo>
                    <a:pt x="3263557" y="1023975"/>
                  </a:lnTo>
                  <a:lnTo>
                    <a:pt x="3224746" y="1000556"/>
                  </a:lnTo>
                  <a:lnTo>
                    <a:pt x="3184702" y="979068"/>
                  </a:lnTo>
                  <a:lnTo>
                    <a:pt x="3143478" y="959573"/>
                  </a:lnTo>
                  <a:lnTo>
                    <a:pt x="3101149" y="942124"/>
                  </a:lnTo>
                  <a:lnTo>
                    <a:pt x="3057766" y="926795"/>
                  </a:lnTo>
                  <a:lnTo>
                    <a:pt x="3013392" y="913650"/>
                  </a:lnTo>
                  <a:lnTo>
                    <a:pt x="2968117" y="902741"/>
                  </a:lnTo>
                  <a:lnTo>
                    <a:pt x="2921965" y="894156"/>
                  </a:lnTo>
                  <a:lnTo>
                    <a:pt x="2875026" y="887945"/>
                  </a:lnTo>
                  <a:lnTo>
                    <a:pt x="2827363" y="884174"/>
                  </a:lnTo>
                  <a:lnTo>
                    <a:pt x="2779039" y="882891"/>
                  </a:lnTo>
                  <a:lnTo>
                    <a:pt x="2730703" y="884174"/>
                  </a:lnTo>
                  <a:lnTo>
                    <a:pt x="2683040" y="887945"/>
                  </a:lnTo>
                  <a:lnTo>
                    <a:pt x="2636113" y="894156"/>
                  </a:lnTo>
                  <a:lnTo>
                    <a:pt x="2589961" y="902741"/>
                  </a:lnTo>
                  <a:lnTo>
                    <a:pt x="2544673" y="913650"/>
                  </a:lnTo>
                  <a:lnTo>
                    <a:pt x="2500312" y="926795"/>
                  </a:lnTo>
                  <a:lnTo>
                    <a:pt x="2494318" y="928916"/>
                  </a:lnTo>
                  <a:lnTo>
                    <a:pt x="2484666" y="895438"/>
                  </a:lnTo>
                  <a:lnTo>
                    <a:pt x="2470175" y="851344"/>
                  </a:lnTo>
                  <a:lnTo>
                    <a:pt x="2454122" y="807974"/>
                  </a:lnTo>
                  <a:lnTo>
                    <a:pt x="2436558" y="765365"/>
                  </a:lnTo>
                  <a:lnTo>
                    <a:pt x="2417508" y="723544"/>
                  </a:lnTo>
                  <a:lnTo>
                    <a:pt x="2397010" y="682548"/>
                  </a:lnTo>
                  <a:lnTo>
                    <a:pt x="2375090" y="642416"/>
                  </a:lnTo>
                  <a:lnTo>
                    <a:pt x="2351786" y="603173"/>
                  </a:lnTo>
                  <a:lnTo>
                    <a:pt x="2327135" y="564857"/>
                  </a:lnTo>
                  <a:lnTo>
                    <a:pt x="2301151" y="527494"/>
                  </a:lnTo>
                  <a:lnTo>
                    <a:pt x="2273897" y="491134"/>
                  </a:lnTo>
                  <a:lnTo>
                    <a:pt x="2245372" y="455777"/>
                  </a:lnTo>
                  <a:lnTo>
                    <a:pt x="2215642" y="421487"/>
                  </a:lnTo>
                  <a:lnTo>
                    <a:pt x="2184717" y="388289"/>
                  </a:lnTo>
                  <a:lnTo>
                    <a:pt x="2152637" y="356209"/>
                  </a:lnTo>
                  <a:lnTo>
                    <a:pt x="2119439" y="325285"/>
                  </a:lnTo>
                  <a:lnTo>
                    <a:pt x="2085149" y="295554"/>
                  </a:lnTo>
                  <a:lnTo>
                    <a:pt x="2049805" y="267042"/>
                  </a:lnTo>
                  <a:lnTo>
                    <a:pt x="2013432" y="239776"/>
                  </a:lnTo>
                  <a:lnTo>
                    <a:pt x="1976069" y="213804"/>
                  </a:lnTo>
                  <a:lnTo>
                    <a:pt x="1937753" y="189141"/>
                  </a:lnTo>
                  <a:lnTo>
                    <a:pt x="1898510" y="165836"/>
                  </a:lnTo>
                  <a:lnTo>
                    <a:pt x="1858378" y="143916"/>
                  </a:lnTo>
                  <a:lnTo>
                    <a:pt x="1817382" y="123418"/>
                  </a:lnTo>
                  <a:lnTo>
                    <a:pt x="1775574" y="104368"/>
                  </a:lnTo>
                  <a:lnTo>
                    <a:pt x="1732953" y="86804"/>
                  </a:lnTo>
                  <a:lnTo>
                    <a:pt x="1689582" y="70751"/>
                  </a:lnTo>
                  <a:lnTo>
                    <a:pt x="1645488" y="56261"/>
                  </a:lnTo>
                  <a:lnTo>
                    <a:pt x="1600695" y="43345"/>
                  </a:lnTo>
                  <a:lnTo>
                    <a:pt x="1555242" y="32042"/>
                  </a:lnTo>
                  <a:lnTo>
                    <a:pt x="1509153" y="22390"/>
                  </a:lnTo>
                  <a:lnTo>
                    <a:pt x="1462481" y="14414"/>
                  </a:lnTo>
                  <a:lnTo>
                    <a:pt x="1415237" y="8153"/>
                  </a:lnTo>
                  <a:lnTo>
                    <a:pt x="1367459" y="3644"/>
                  </a:lnTo>
                  <a:lnTo>
                    <a:pt x="1319199" y="914"/>
                  </a:lnTo>
                  <a:lnTo>
                    <a:pt x="1270469" y="0"/>
                  </a:lnTo>
                  <a:lnTo>
                    <a:pt x="1221727" y="914"/>
                  </a:lnTo>
                  <a:lnTo>
                    <a:pt x="1173467" y="3644"/>
                  </a:lnTo>
                  <a:lnTo>
                    <a:pt x="1125689" y="8153"/>
                  </a:lnTo>
                  <a:lnTo>
                    <a:pt x="1078458" y="14414"/>
                  </a:lnTo>
                  <a:lnTo>
                    <a:pt x="1031773" y="22390"/>
                  </a:lnTo>
                  <a:lnTo>
                    <a:pt x="985697" y="32042"/>
                  </a:lnTo>
                  <a:lnTo>
                    <a:pt x="940244" y="43345"/>
                  </a:lnTo>
                  <a:lnTo>
                    <a:pt x="895451" y="56261"/>
                  </a:lnTo>
                  <a:lnTo>
                    <a:pt x="851344" y="70751"/>
                  </a:lnTo>
                  <a:lnTo>
                    <a:pt x="807974" y="86804"/>
                  </a:lnTo>
                  <a:lnTo>
                    <a:pt x="765365" y="104368"/>
                  </a:lnTo>
                  <a:lnTo>
                    <a:pt x="723544" y="123418"/>
                  </a:lnTo>
                  <a:lnTo>
                    <a:pt x="682548" y="143916"/>
                  </a:lnTo>
                  <a:lnTo>
                    <a:pt x="642416" y="165836"/>
                  </a:lnTo>
                  <a:lnTo>
                    <a:pt x="603173" y="189141"/>
                  </a:lnTo>
                  <a:lnTo>
                    <a:pt x="564857" y="213804"/>
                  </a:lnTo>
                  <a:lnTo>
                    <a:pt x="527494" y="239776"/>
                  </a:lnTo>
                  <a:lnTo>
                    <a:pt x="491134" y="267042"/>
                  </a:lnTo>
                  <a:lnTo>
                    <a:pt x="455790" y="295554"/>
                  </a:lnTo>
                  <a:lnTo>
                    <a:pt x="421500" y="325285"/>
                  </a:lnTo>
                  <a:lnTo>
                    <a:pt x="388289" y="356209"/>
                  </a:lnTo>
                  <a:lnTo>
                    <a:pt x="356209" y="388289"/>
                  </a:lnTo>
                  <a:lnTo>
                    <a:pt x="325285" y="421487"/>
                  </a:lnTo>
                  <a:lnTo>
                    <a:pt x="295554" y="455777"/>
                  </a:lnTo>
                  <a:lnTo>
                    <a:pt x="267042" y="491134"/>
                  </a:lnTo>
                  <a:lnTo>
                    <a:pt x="239776" y="527494"/>
                  </a:lnTo>
                  <a:lnTo>
                    <a:pt x="213804" y="564857"/>
                  </a:lnTo>
                  <a:lnTo>
                    <a:pt x="189141" y="603173"/>
                  </a:lnTo>
                  <a:lnTo>
                    <a:pt x="165836" y="642416"/>
                  </a:lnTo>
                  <a:lnTo>
                    <a:pt x="143916" y="682548"/>
                  </a:lnTo>
                  <a:lnTo>
                    <a:pt x="123418" y="723544"/>
                  </a:lnTo>
                  <a:lnTo>
                    <a:pt x="104368" y="765365"/>
                  </a:lnTo>
                  <a:lnTo>
                    <a:pt x="86804" y="807974"/>
                  </a:lnTo>
                  <a:lnTo>
                    <a:pt x="70751" y="851344"/>
                  </a:lnTo>
                  <a:lnTo>
                    <a:pt x="56261" y="895438"/>
                  </a:lnTo>
                  <a:lnTo>
                    <a:pt x="43345" y="940231"/>
                  </a:lnTo>
                  <a:lnTo>
                    <a:pt x="32042" y="985697"/>
                  </a:lnTo>
                  <a:lnTo>
                    <a:pt x="22390" y="1031773"/>
                  </a:lnTo>
                  <a:lnTo>
                    <a:pt x="14414" y="1078458"/>
                  </a:lnTo>
                  <a:lnTo>
                    <a:pt x="8153" y="1125689"/>
                  </a:lnTo>
                  <a:lnTo>
                    <a:pt x="3644" y="1173467"/>
                  </a:lnTo>
                  <a:lnTo>
                    <a:pt x="914" y="1221727"/>
                  </a:lnTo>
                  <a:lnTo>
                    <a:pt x="0" y="1270457"/>
                  </a:lnTo>
                  <a:lnTo>
                    <a:pt x="1003" y="1321117"/>
                  </a:lnTo>
                  <a:lnTo>
                    <a:pt x="3962" y="1371257"/>
                  </a:lnTo>
                  <a:lnTo>
                    <a:pt x="8864" y="1420850"/>
                  </a:lnTo>
                  <a:lnTo>
                    <a:pt x="15659" y="1469859"/>
                  </a:lnTo>
                  <a:lnTo>
                    <a:pt x="24295" y="1518259"/>
                  </a:lnTo>
                  <a:lnTo>
                    <a:pt x="34747" y="1565998"/>
                  </a:lnTo>
                  <a:lnTo>
                    <a:pt x="46977" y="1613065"/>
                  </a:lnTo>
                  <a:lnTo>
                    <a:pt x="60921" y="1659407"/>
                  </a:lnTo>
                  <a:lnTo>
                    <a:pt x="76568" y="1704987"/>
                  </a:lnTo>
                  <a:lnTo>
                    <a:pt x="93853" y="1749780"/>
                  </a:lnTo>
                  <a:lnTo>
                    <a:pt x="1877847" y="1749780"/>
                  </a:lnTo>
                  <a:lnTo>
                    <a:pt x="2447086" y="1749780"/>
                  </a:lnTo>
                  <a:lnTo>
                    <a:pt x="3175533" y="1749780"/>
                  </a:lnTo>
                  <a:lnTo>
                    <a:pt x="3680231" y="1749780"/>
                  </a:lnTo>
                  <a:lnTo>
                    <a:pt x="4973739" y="1749780"/>
                  </a:lnTo>
                  <a:lnTo>
                    <a:pt x="4974945" y="1732381"/>
                  </a:lnTo>
                  <a:lnTo>
                    <a:pt x="4975885" y="1714906"/>
                  </a:lnTo>
                  <a:lnTo>
                    <a:pt x="4976495" y="1697342"/>
                  </a:lnTo>
                  <a:lnTo>
                    <a:pt x="4976711" y="1679689"/>
                  </a:lnTo>
                  <a:close/>
                </a:path>
              </a:pathLst>
            </a:custGeom>
            <a:solidFill>
              <a:srgbClr val="599C7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 descr=""/>
            <p:cNvSpPr/>
            <p:nvPr/>
          </p:nvSpPr>
          <p:spPr>
            <a:xfrm>
              <a:off x="7379462" y="5896222"/>
              <a:ext cx="2242820" cy="1602105"/>
            </a:xfrm>
            <a:custGeom>
              <a:avLst/>
              <a:gdLst/>
              <a:ahLst/>
              <a:cxnLst/>
              <a:rect l="l" t="t" r="r" b="b"/>
              <a:pathLst>
                <a:path w="2242820" h="1602104">
                  <a:moveTo>
                    <a:pt x="1121149" y="0"/>
                  </a:moveTo>
                  <a:lnTo>
                    <a:pt x="1073756" y="1020"/>
                  </a:lnTo>
                  <a:lnTo>
                    <a:pt x="1026865" y="4053"/>
                  </a:lnTo>
                  <a:lnTo>
                    <a:pt x="980514" y="9060"/>
                  </a:lnTo>
                  <a:lnTo>
                    <a:pt x="934742" y="16000"/>
                  </a:lnTo>
                  <a:lnTo>
                    <a:pt x="889588" y="24831"/>
                  </a:lnTo>
                  <a:lnTo>
                    <a:pt x="845092" y="35515"/>
                  </a:lnTo>
                  <a:lnTo>
                    <a:pt x="801291" y="48011"/>
                  </a:lnTo>
                  <a:lnTo>
                    <a:pt x="758225" y="62278"/>
                  </a:lnTo>
                  <a:lnTo>
                    <a:pt x="715934" y="78275"/>
                  </a:lnTo>
                  <a:lnTo>
                    <a:pt x="674454" y="95963"/>
                  </a:lnTo>
                  <a:lnTo>
                    <a:pt x="633827" y="115302"/>
                  </a:lnTo>
                  <a:lnTo>
                    <a:pt x="594090" y="136250"/>
                  </a:lnTo>
                  <a:lnTo>
                    <a:pt x="555282" y="158768"/>
                  </a:lnTo>
                  <a:lnTo>
                    <a:pt x="517443" y="182815"/>
                  </a:lnTo>
                  <a:lnTo>
                    <a:pt x="480611" y="208350"/>
                  </a:lnTo>
                  <a:lnTo>
                    <a:pt x="444825" y="235334"/>
                  </a:lnTo>
                  <a:lnTo>
                    <a:pt x="410125" y="263726"/>
                  </a:lnTo>
                  <a:lnTo>
                    <a:pt x="376548" y="293486"/>
                  </a:lnTo>
                  <a:lnTo>
                    <a:pt x="344134" y="324573"/>
                  </a:lnTo>
                  <a:lnTo>
                    <a:pt x="312922" y="356947"/>
                  </a:lnTo>
                  <a:lnTo>
                    <a:pt x="282951" y="390567"/>
                  </a:lnTo>
                  <a:lnTo>
                    <a:pt x="254260" y="425394"/>
                  </a:lnTo>
                  <a:lnTo>
                    <a:pt x="226887" y="461387"/>
                  </a:lnTo>
                  <a:lnTo>
                    <a:pt x="200871" y="498505"/>
                  </a:lnTo>
                  <a:lnTo>
                    <a:pt x="176252" y="536708"/>
                  </a:lnTo>
                  <a:lnTo>
                    <a:pt x="153069" y="575956"/>
                  </a:lnTo>
                  <a:lnTo>
                    <a:pt x="131359" y="616208"/>
                  </a:lnTo>
                  <a:lnTo>
                    <a:pt x="111163" y="657424"/>
                  </a:lnTo>
                  <a:lnTo>
                    <a:pt x="92519" y="699564"/>
                  </a:lnTo>
                  <a:lnTo>
                    <a:pt x="75465" y="742587"/>
                  </a:lnTo>
                  <a:lnTo>
                    <a:pt x="60042" y="786454"/>
                  </a:lnTo>
                  <a:lnTo>
                    <a:pt x="46287" y="831122"/>
                  </a:lnTo>
                  <a:lnTo>
                    <a:pt x="34240" y="876553"/>
                  </a:lnTo>
                  <a:lnTo>
                    <a:pt x="23940" y="922706"/>
                  </a:lnTo>
                  <a:lnTo>
                    <a:pt x="15425" y="969541"/>
                  </a:lnTo>
                  <a:lnTo>
                    <a:pt x="8735" y="1017016"/>
                  </a:lnTo>
                  <a:lnTo>
                    <a:pt x="3908" y="1065092"/>
                  </a:lnTo>
                  <a:lnTo>
                    <a:pt x="983" y="1113729"/>
                  </a:lnTo>
                  <a:lnTo>
                    <a:pt x="0" y="1162886"/>
                  </a:lnTo>
                  <a:lnTo>
                    <a:pt x="1087" y="1214368"/>
                  </a:lnTo>
                  <a:lnTo>
                    <a:pt x="4316" y="1265270"/>
                  </a:lnTo>
                  <a:lnTo>
                    <a:pt x="9638" y="1315547"/>
                  </a:lnTo>
                  <a:lnTo>
                    <a:pt x="17005" y="1365156"/>
                  </a:lnTo>
                  <a:lnTo>
                    <a:pt x="26368" y="1414051"/>
                  </a:lnTo>
                  <a:lnTo>
                    <a:pt x="37679" y="1462189"/>
                  </a:lnTo>
                  <a:lnTo>
                    <a:pt x="50889" y="1509525"/>
                  </a:lnTo>
                  <a:lnTo>
                    <a:pt x="65951" y="1556016"/>
                  </a:lnTo>
                  <a:lnTo>
                    <a:pt x="82814" y="1601616"/>
                  </a:lnTo>
                  <a:lnTo>
                    <a:pt x="2159504" y="1601616"/>
                  </a:lnTo>
                  <a:lnTo>
                    <a:pt x="2176365" y="1556016"/>
                  </a:lnTo>
                  <a:lnTo>
                    <a:pt x="2191424" y="1509525"/>
                  </a:lnTo>
                  <a:lnTo>
                    <a:pt x="2204634" y="1462189"/>
                  </a:lnTo>
                  <a:lnTo>
                    <a:pt x="2215946" y="1414051"/>
                  </a:lnTo>
                  <a:lnTo>
                    <a:pt x="2225310" y="1365156"/>
                  </a:lnTo>
                  <a:lnTo>
                    <a:pt x="2232678" y="1315547"/>
                  </a:lnTo>
                  <a:lnTo>
                    <a:pt x="2238001" y="1265270"/>
                  </a:lnTo>
                  <a:lnTo>
                    <a:pt x="2241231" y="1214368"/>
                  </a:lnTo>
                  <a:lnTo>
                    <a:pt x="2242319" y="1162886"/>
                  </a:lnTo>
                  <a:lnTo>
                    <a:pt x="2241335" y="1113729"/>
                  </a:lnTo>
                  <a:lnTo>
                    <a:pt x="2238410" y="1065092"/>
                  </a:lnTo>
                  <a:lnTo>
                    <a:pt x="2233583" y="1017016"/>
                  </a:lnTo>
                  <a:lnTo>
                    <a:pt x="2226893" y="969541"/>
                  </a:lnTo>
                  <a:lnTo>
                    <a:pt x="2218378" y="922706"/>
                  </a:lnTo>
                  <a:lnTo>
                    <a:pt x="2208077" y="876553"/>
                  </a:lnTo>
                  <a:lnTo>
                    <a:pt x="2196030" y="831122"/>
                  </a:lnTo>
                  <a:lnTo>
                    <a:pt x="2182275" y="786454"/>
                  </a:lnTo>
                  <a:lnTo>
                    <a:pt x="2166851" y="742587"/>
                  </a:lnTo>
                  <a:lnTo>
                    <a:pt x="2149798" y="699564"/>
                  </a:lnTo>
                  <a:lnTo>
                    <a:pt x="2131153" y="657424"/>
                  </a:lnTo>
                  <a:lnTo>
                    <a:pt x="2110956" y="616208"/>
                  </a:lnTo>
                  <a:lnTo>
                    <a:pt x="2089246" y="575956"/>
                  </a:lnTo>
                  <a:lnTo>
                    <a:pt x="2066062" y="536708"/>
                  </a:lnTo>
                  <a:lnTo>
                    <a:pt x="2041443" y="498505"/>
                  </a:lnTo>
                  <a:lnTo>
                    <a:pt x="2015427" y="461387"/>
                  </a:lnTo>
                  <a:lnTo>
                    <a:pt x="1988053" y="425394"/>
                  </a:lnTo>
                  <a:lnTo>
                    <a:pt x="1959361" y="390567"/>
                  </a:lnTo>
                  <a:lnTo>
                    <a:pt x="1929390" y="356947"/>
                  </a:lnTo>
                  <a:lnTo>
                    <a:pt x="1898177" y="324573"/>
                  </a:lnTo>
                  <a:lnTo>
                    <a:pt x="1865763" y="293486"/>
                  </a:lnTo>
                  <a:lnTo>
                    <a:pt x="1832185" y="263726"/>
                  </a:lnTo>
                  <a:lnTo>
                    <a:pt x="1797484" y="235334"/>
                  </a:lnTo>
                  <a:lnTo>
                    <a:pt x="1761698" y="208350"/>
                  </a:lnTo>
                  <a:lnTo>
                    <a:pt x="1724865" y="182815"/>
                  </a:lnTo>
                  <a:lnTo>
                    <a:pt x="1687025" y="158768"/>
                  </a:lnTo>
                  <a:lnTo>
                    <a:pt x="1648217" y="136250"/>
                  </a:lnTo>
                  <a:lnTo>
                    <a:pt x="1608479" y="115302"/>
                  </a:lnTo>
                  <a:lnTo>
                    <a:pt x="1567851" y="95963"/>
                  </a:lnTo>
                  <a:lnTo>
                    <a:pt x="1526371" y="78275"/>
                  </a:lnTo>
                  <a:lnTo>
                    <a:pt x="1484078" y="62278"/>
                  </a:lnTo>
                  <a:lnTo>
                    <a:pt x="1441012" y="48011"/>
                  </a:lnTo>
                  <a:lnTo>
                    <a:pt x="1397210" y="35515"/>
                  </a:lnTo>
                  <a:lnTo>
                    <a:pt x="1352713" y="24831"/>
                  </a:lnTo>
                  <a:lnTo>
                    <a:pt x="1307559" y="16000"/>
                  </a:lnTo>
                  <a:lnTo>
                    <a:pt x="1261786" y="9060"/>
                  </a:lnTo>
                  <a:lnTo>
                    <a:pt x="1215434" y="4053"/>
                  </a:lnTo>
                  <a:lnTo>
                    <a:pt x="1168542" y="1020"/>
                  </a:lnTo>
                  <a:lnTo>
                    <a:pt x="1121149" y="0"/>
                  </a:lnTo>
                  <a:close/>
                </a:path>
              </a:pathLst>
            </a:custGeom>
            <a:solidFill>
              <a:srgbClr val="29805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 descr=""/>
            <p:cNvSpPr/>
            <p:nvPr/>
          </p:nvSpPr>
          <p:spPr>
            <a:xfrm>
              <a:off x="0" y="5936799"/>
              <a:ext cx="7743825" cy="1561465"/>
            </a:xfrm>
            <a:custGeom>
              <a:avLst/>
              <a:gdLst/>
              <a:ahLst/>
              <a:cxnLst/>
              <a:rect l="l" t="t" r="r" b="b"/>
              <a:pathLst>
                <a:path w="7743825" h="1561465">
                  <a:moveTo>
                    <a:pt x="927912" y="1344282"/>
                  </a:moveTo>
                  <a:lnTo>
                    <a:pt x="927023" y="1293304"/>
                  </a:lnTo>
                  <a:lnTo>
                    <a:pt x="924382" y="1242758"/>
                  </a:lnTo>
                  <a:lnTo>
                    <a:pt x="920013" y="1192695"/>
                  </a:lnTo>
                  <a:lnTo>
                    <a:pt x="913942" y="1143139"/>
                  </a:lnTo>
                  <a:lnTo>
                    <a:pt x="906208" y="1094117"/>
                  </a:lnTo>
                  <a:lnTo>
                    <a:pt x="896848" y="1045654"/>
                  </a:lnTo>
                  <a:lnTo>
                    <a:pt x="885863" y="997788"/>
                  </a:lnTo>
                  <a:lnTo>
                    <a:pt x="873302" y="950544"/>
                  </a:lnTo>
                  <a:lnTo>
                    <a:pt x="859193" y="903947"/>
                  </a:lnTo>
                  <a:lnTo>
                    <a:pt x="843559" y="858050"/>
                  </a:lnTo>
                  <a:lnTo>
                    <a:pt x="826439" y="812850"/>
                  </a:lnTo>
                  <a:lnTo>
                    <a:pt x="807859" y="768388"/>
                  </a:lnTo>
                  <a:lnTo>
                    <a:pt x="787844" y="724700"/>
                  </a:lnTo>
                  <a:lnTo>
                    <a:pt x="766432" y="681812"/>
                  </a:lnTo>
                  <a:lnTo>
                    <a:pt x="743648" y="639749"/>
                  </a:lnTo>
                  <a:lnTo>
                    <a:pt x="719505" y="598551"/>
                  </a:lnTo>
                  <a:lnTo>
                    <a:pt x="694067" y="558241"/>
                  </a:lnTo>
                  <a:lnTo>
                    <a:pt x="667334" y="518845"/>
                  </a:lnTo>
                  <a:lnTo>
                    <a:pt x="639343" y="480390"/>
                  </a:lnTo>
                  <a:lnTo>
                    <a:pt x="610133" y="442925"/>
                  </a:lnTo>
                  <a:lnTo>
                    <a:pt x="579716" y="406450"/>
                  </a:lnTo>
                  <a:lnTo>
                    <a:pt x="548144" y="371017"/>
                  </a:lnTo>
                  <a:lnTo>
                    <a:pt x="515429" y="336638"/>
                  </a:lnTo>
                  <a:lnTo>
                    <a:pt x="481609" y="303364"/>
                  </a:lnTo>
                  <a:lnTo>
                    <a:pt x="446709" y="271208"/>
                  </a:lnTo>
                  <a:lnTo>
                    <a:pt x="410756" y="240207"/>
                  </a:lnTo>
                  <a:lnTo>
                    <a:pt x="373786" y="210388"/>
                  </a:lnTo>
                  <a:lnTo>
                    <a:pt x="335826" y="181775"/>
                  </a:lnTo>
                  <a:lnTo>
                    <a:pt x="296900" y="154406"/>
                  </a:lnTo>
                  <a:lnTo>
                    <a:pt x="257048" y="128308"/>
                  </a:lnTo>
                  <a:lnTo>
                    <a:pt x="216281" y="103505"/>
                  </a:lnTo>
                  <a:lnTo>
                    <a:pt x="174650" y="80022"/>
                  </a:lnTo>
                  <a:lnTo>
                    <a:pt x="132181" y="57912"/>
                  </a:lnTo>
                  <a:lnTo>
                    <a:pt x="88900" y="37185"/>
                  </a:lnTo>
                  <a:lnTo>
                    <a:pt x="44818" y="17868"/>
                  </a:lnTo>
                  <a:lnTo>
                    <a:pt x="0" y="0"/>
                  </a:lnTo>
                  <a:lnTo>
                    <a:pt x="0" y="1561045"/>
                  </a:lnTo>
                  <a:lnTo>
                    <a:pt x="911618" y="1561045"/>
                  </a:lnTo>
                  <a:lnTo>
                    <a:pt x="918679" y="1507718"/>
                  </a:lnTo>
                  <a:lnTo>
                    <a:pt x="923772" y="1453781"/>
                  </a:lnTo>
                  <a:lnTo>
                    <a:pt x="926871" y="1399298"/>
                  </a:lnTo>
                  <a:lnTo>
                    <a:pt x="927912" y="1344282"/>
                  </a:lnTo>
                  <a:close/>
                </a:path>
                <a:path w="7743825" h="1561465">
                  <a:moveTo>
                    <a:pt x="2677376" y="1561045"/>
                  </a:moveTo>
                  <a:lnTo>
                    <a:pt x="2674658" y="1513306"/>
                  </a:lnTo>
                  <a:lnTo>
                    <a:pt x="2667571" y="1466875"/>
                  </a:lnTo>
                  <a:lnTo>
                    <a:pt x="2656332" y="1421942"/>
                  </a:lnTo>
                  <a:lnTo>
                    <a:pt x="2641142" y="1378724"/>
                  </a:lnTo>
                  <a:lnTo>
                    <a:pt x="2622219" y="1337411"/>
                  </a:lnTo>
                  <a:lnTo>
                    <a:pt x="2599753" y="1298232"/>
                  </a:lnTo>
                  <a:lnTo>
                    <a:pt x="2573947" y="1261376"/>
                  </a:lnTo>
                  <a:lnTo>
                    <a:pt x="2545016" y="1227048"/>
                  </a:lnTo>
                  <a:lnTo>
                    <a:pt x="2513165" y="1195463"/>
                  </a:lnTo>
                  <a:lnTo>
                    <a:pt x="2478582" y="1166825"/>
                  </a:lnTo>
                  <a:lnTo>
                    <a:pt x="2441498" y="1141336"/>
                  </a:lnTo>
                  <a:lnTo>
                    <a:pt x="2402103" y="1119200"/>
                  </a:lnTo>
                  <a:lnTo>
                    <a:pt x="2360612" y="1100632"/>
                  </a:lnTo>
                  <a:lnTo>
                    <a:pt x="2317216" y="1085824"/>
                  </a:lnTo>
                  <a:lnTo>
                    <a:pt x="2272131" y="1074991"/>
                  </a:lnTo>
                  <a:lnTo>
                    <a:pt x="2225560" y="1068349"/>
                  </a:lnTo>
                  <a:lnTo>
                    <a:pt x="2177707" y="1066088"/>
                  </a:lnTo>
                  <a:lnTo>
                    <a:pt x="2129853" y="1068349"/>
                  </a:lnTo>
                  <a:lnTo>
                    <a:pt x="2083282" y="1074991"/>
                  </a:lnTo>
                  <a:lnTo>
                    <a:pt x="2038197" y="1085824"/>
                  </a:lnTo>
                  <a:lnTo>
                    <a:pt x="1994801" y="1100632"/>
                  </a:lnTo>
                  <a:lnTo>
                    <a:pt x="1953298" y="1119200"/>
                  </a:lnTo>
                  <a:lnTo>
                    <a:pt x="1913915" y="1141336"/>
                  </a:lnTo>
                  <a:lnTo>
                    <a:pt x="1876818" y="1166825"/>
                  </a:lnTo>
                  <a:lnTo>
                    <a:pt x="1842249" y="1195463"/>
                  </a:lnTo>
                  <a:lnTo>
                    <a:pt x="1810397" y="1227048"/>
                  </a:lnTo>
                  <a:lnTo>
                    <a:pt x="1781467" y="1261376"/>
                  </a:lnTo>
                  <a:lnTo>
                    <a:pt x="1755660" y="1298232"/>
                  </a:lnTo>
                  <a:lnTo>
                    <a:pt x="1733194" y="1337411"/>
                  </a:lnTo>
                  <a:lnTo>
                    <a:pt x="1714258" y="1378724"/>
                  </a:lnTo>
                  <a:lnTo>
                    <a:pt x="1699082" y="1421942"/>
                  </a:lnTo>
                  <a:lnTo>
                    <a:pt x="1687842" y="1466875"/>
                  </a:lnTo>
                  <a:lnTo>
                    <a:pt x="1680756" y="1513306"/>
                  </a:lnTo>
                  <a:lnTo>
                    <a:pt x="1678038" y="1561045"/>
                  </a:lnTo>
                  <a:lnTo>
                    <a:pt x="2677376" y="1561045"/>
                  </a:lnTo>
                  <a:close/>
                </a:path>
                <a:path w="7743825" h="1561465">
                  <a:moveTo>
                    <a:pt x="5132870" y="1561045"/>
                  </a:moveTo>
                  <a:lnTo>
                    <a:pt x="5124932" y="1513166"/>
                  </a:lnTo>
                  <a:lnTo>
                    <a:pt x="5114290" y="1466253"/>
                  </a:lnTo>
                  <a:lnTo>
                    <a:pt x="5101031" y="1420393"/>
                  </a:lnTo>
                  <a:lnTo>
                    <a:pt x="5085232" y="1375664"/>
                  </a:lnTo>
                  <a:lnTo>
                    <a:pt x="5066970" y="1332166"/>
                  </a:lnTo>
                  <a:lnTo>
                    <a:pt x="5046345" y="1289977"/>
                  </a:lnTo>
                  <a:lnTo>
                    <a:pt x="5023434" y="1249159"/>
                  </a:lnTo>
                  <a:lnTo>
                    <a:pt x="4998326" y="1209827"/>
                  </a:lnTo>
                  <a:lnTo>
                    <a:pt x="4971085" y="1172057"/>
                  </a:lnTo>
                  <a:lnTo>
                    <a:pt x="4941824" y="1135913"/>
                  </a:lnTo>
                  <a:lnTo>
                    <a:pt x="4910594" y="1101496"/>
                  </a:lnTo>
                  <a:lnTo>
                    <a:pt x="4877511" y="1068895"/>
                  </a:lnTo>
                  <a:lnTo>
                    <a:pt x="4842637" y="1038174"/>
                  </a:lnTo>
                  <a:lnTo>
                    <a:pt x="4806048" y="1009434"/>
                  </a:lnTo>
                  <a:lnTo>
                    <a:pt x="4767859" y="982764"/>
                  </a:lnTo>
                  <a:lnTo>
                    <a:pt x="4728134" y="958227"/>
                  </a:lnTo>
                  <a:lnTo>
                    <a:pt x="4686947" y="935913"/>
                  </a:lnTo>
                  <a:lnTo>
                    <a:pt x="4644402" y="915911"/>
                  </a:lnTo>
                  <a:lnTo>
                    <a:pt x="4600575" y="898309"/>
                  </a:lnTo>
                  <a:lnTo>
                    <a:pt x="4555541" y="883183"/>
                  </a:lnTo>
                  <a:lnTo>
                    <a:pt x="4509389" y="870623"/>
                  </a:lnTo>
                  <a:lnTo>
                    <a:pt x="4462221" y="860704"/>
                  </a:lnTo>
                  <a:lnTo>
                    <a:pt x="4414088" y="853516"/>
                  </a:lnTo>
                  <a:lnTo>
                    <a:pt x="4365091" y="849134"/>
                  </a:lnTo>
                  <a:lnTo>
                    <a:pt x="4315320" y="847661"/>
                  </a:lnTo>
                  <a:lnTo>
                    <a:pt x="4265536" y="849134"/>
                  </a:lnTo>
                  <a:lnTo>
                    <a:pt x="4216539" y="853516"/>
                  </a:lnTo>
                  <a:lnTo>
                    <a:pt x="4168419" y="860704"/>
                  </a:lnTo>
                  <a:lnTo>
                    <a:pt x="4121239" y="870623"/>
                  </a:lnTo>
                  <a:lnTo>
                    <a:pt x="4075087" y="883183"/>
                  </a:lnTo>
                  <a:lnTo>
                    <a:pt x="4030053" y="898309"/>
                  </a:lnTo>
                  <a:lnTo>
                    <a:pt x="3986225" y="915911"/>
                  </a:lnTo>
                  <a:lnTo>
                    <a:pt x="3943680" y="935913"/>
                  </a:lnTo>
                  <a:lnTo>
                    <a:pt x="3902506" y="958227"/>
                  </a:lnTo>
                  <a:lnTo>
                    <a:pt x="3862768" y="982764"/>
                  </a:lnTo>
                  <a:lnTo>
                    <a:pt x="3824579" y="1009434"/>
                  </a:lnTo>
                  <a:lnTo>
                    <a:pt x="3788003" y="1038174"/>
                  </a:lnTo>
                  <a:lnTo>
                    <a:pt x="3753129" y="1068895"/>
                  </a:lnTo>
                  <a:lnTo>
                    <a:pt x="3720033" y="1101496"/>
                  </a:lnTo>
                  <a:lnTo>
                    <a:pt x="3688816" y="1135913"/>
                  </a:lnTo>
                  <a:lnTo>
                    <a:pt x="3659543" y="1172057"/>
                  </a:lnTo>
                  <a:lnTo>
                    <a:pt x="3632314" y="1209827"/>
                  </a:lnTo>
                  <a:lnTo>
                    <a:pt x="3607193" y="1249159"/>
                  </a:lnTo>
                  <a:lnTo>
                    <a:pt x="3584283" y="1289977"/>
                  </a:lnTo>
                  <a:lnTo>
                    <a:pt x="3563658" y="1332166"/>
                  </a:lnTo>
                  <a:lnTo>
                    <a:pt x="3545408" y="1375664"/>
                  </a:lnTo>
                  <a:lnTo>
                    <a:pt x="3529596" y="1420393"/>
                  </a:lnTo>
                  <a:lnTo>
                    <a:pt x="3516338" y="1466253"/>
                  </a:lnTo>
                  <a:lnTo>
                    <a:pt x="3505695" y="1513166"/>
                  </a:lnTo>
                  <a:lnTo>
                    <a:pt x="3497757" y="1561045"/>
                  </a:lnTo>
                  <a:lnTo>
                    <a:pt x="5132870" y="1561045"/>
                  </a:lnTo>
                  <a:close/>
                </a:path>
                <a:path w="7743825" h="1561465">
                  <a:moveTo>
                    <a:pt x="7743431" y="1561045"/>
                  </a:moveTo>
                  <a:lnTo>
                    <a:pt x="7731671" y="1515059"/>
                  </a:lnTo>
                  <a:lnTo>
                    <a:pt x="7717891" y="1469923"/>
                  </a:lnTo>
                  <a:lnTo>
                    <a:pt x="7702169" y="1425663"/>
                  </a:lnTo>
                  <a:lnTo>
                    <a:pt x="7684554" y="1382344"/>
                  </a:lnTo>
                  <a:lnTo>
                    <a:pt x="7665072" y="1340015"/>
                  </a:lnTo>
                  <a:lnTo>
                    <a:pt x="7643800" y="1298727"/>
                  </a:lnTo>
                  <a:lnTo>
                    <a:pt x="7620775" y="1258531"/>
                  </a:lnTo>
                  <a:lnTo>
                    <a:pt x="7596035" y="1219479"/>
                  </a:lnTo>
                  <a:lnTo>
                    <a:pt x="7569657" y="1181608"/>
                  </a:lnTo>
                  <a:lnTo>
                    <a:pt x="7541692" y="1144981"/>
                  </a:lnTo>
                  <a:lnTo>
                    <a:pt x="7512164" y="1109662"/>
                  </a:lnTo>
                  <a:lnTo>
                    <a:pt x="7481138" y="1075664"/>
                  </a:lnTo>
                  <a:lnTo>
                    <a:pt x="7448664" y="1043076"/>
                  </a:lnTo>
                  <a:lnTo>
                    <a:pt x="7414793" y="1011936"/>
                  </a:lnTo>
                  <a:lnTo>
                    <a:pt x="7379576" y="982281"/>
                  </a:lnTo>
                  <a:lnTo>
                    <a:pt x="7343064" y="954176"/>
                  </a:lnTo>
                  <a:lnTo>
                    <a:pt x="7305294" y="927671"/>
                  </a:lnTo>
                  <a:lnTo>
                    <a:pt x="7266343" y="902804"/>
                  </a:lnTo>
                  <a:lnTo>
                    <a:pt x="7226236" y="879640"/>
                  </a:lnTo>
                  <a:lnTo>
                    <a:pt x="7185038" y="858227"/>
                  </a:lnTo>
                  <a:lnTo>
                    <a:pt x="7142797" y="838619"/>
                  </a:lnTo>
                  <a:lnTo>
                    <a:pt x="7099567" y="820851"/>
                  </a:lnTo>
                  <a:lnTo>
                    <a:pt x="7055383" y="804989"/>
                  </a:lnTo>
                  <a:lnTo>
                    <a:pt x="7010311" y="791070"/>
                  </a:lnTo>
                  <a:lnTo>
                    <a:pt x="6964400" y="779157"/>
                  </a:lnTo>
                  <a:lnTo>
                    <a:pt x="6917690" y="769302"/>
                  </a:lnTo>
                  <a:lnTo>
                    <a:pt x="6870243" y="761542"/>
                  </a:lnTo>
                  <a:lnTo>
                    <a:pt x="6822097" y="755942"/>
                  </a:lnTo>
                  <a:lnTo>
                    <a:pt x="6773316" y="752538"/>
                  </a:lnTo>
                  <a:lnTo>
                    <a:pt x="6723939" y="751395"/>
                  </a:lnTo>
                  <a:lnTo>
                    <a:pt x="6674561" y="752538"/>
                  </a:lnTo>
                  <a:lnTo>
                    <a:pt x="6625780" y="755942"/>
                  </a:lnTo>
                  <a:lnTo>
                    <a:pt x="6577635" y="761542"/>
                  </a:lnTo>
                  <a:lnTo>
                    <a:pt x="6530187" y="769302"/>
                  </a:lnTo>
                  <a:lnTo>
                    <a:pt x="6483477" y="779157"/>
                  </a:lnTo>
                  <a:lnTo>
                    <a:pt x="6437566" y="791070"/>
                  </a:lnTo>
                  <a:lnTo>
                    <a:pt x="6392494" y="804989"/>
                  </a:lnTo>
                  <a:lnTo>
                    <a:pt x="6348311" y="820851"/>
                  </a:lnTo>
                  <a:lnTo>
                    <a:pt x="6305067" y="838619"/>
                  </a:lnTo>
                  <a:lnTo>
                    <a:pt x="6262827" y="858227"/>
                  </a:lnTo>
                  <a:lnTo>
                    <a:pt x="6221628" y="879640"/>
                  </a:lnTo>
                  <a:lnTo>
                    <a:pt x="6181534" y="902804"/>
                  </a:lnTo>
                  <a:lnTo>
                    <a:pt x="6142571" y="927671"/>
                  </a:lnTo>
                  <a:lnTo>
                    <a:pt x="6104814" y="954176"/>
                  </a:lnTo>
                  <a:lnTo>
                    <a:pt x="6068301" y="982281"/>
                  </a:lnTo>
                  <a:lnTo>
                    <a:pt x="6033084" y="1011936"/>
                  </a:lnTo>
                  <a:lnTo>
                    <a:pt x="5999213" y="1043076"/>
                  </a:lnTo>
                  <a:lnTo>
                    <a:pt x="5966739" y="1075664"/>
                  </a:lnTo>
                  <a:lnTo>
                    <a:pt x="5935713" y="1109662"/>
                  </a:lnTo>
                  <a:lnTo>
                    <a:pt x="5906186" y="1144981"/>
                  </a:lnTo>
                  <a:lnTo>
                    <a:pt x="5878207" y="1181608"/>
                  </a:lnTo>
                  <a:lnTo>
                    <a:pt x="5851830" y="1219479"/>
                  </a:lnTo>
                  <a:lnTo>
                    <a:pt x="5827103" y="1258531"/>
                  </a:lnTo>
                  <a:lnTo>
                    <a:pt x="5804078" y="1298727"/>
                  </a:lnTo>
                  <a:lnTo>
                    <a:pt x="5782805" y="1340015"/>
                  </a:lnTo>
                  <a:lnTo>
                    <a:pt x="5763323" y="1382344"/>
                  </a:lnTo>
                  <a:lnTo>
                    <a:pt x="5745696" y="1425663"/>
                  </a:lnTo>
                  <a:lnTo>
                    <a:pt x="5729973" y="1469923"/>
                  </a:lnTo>
                  <a:lnTo>
                    <a:pt x="5716206" y="1515059"/>
                  </a:lnTo>
                  <a:lnTo>
                    <a:pt x="5704433" y="1561045"/>
                  </a:lnTo>
                  <a:lnTo>
                    <a:pt x="7743431" y="1561045"/>
                  </a:lnTo>
                  <a:close/>
                </a:path>
              </a:pathLst>
            </a:custGeom>
            <a:solidFill>
              <a:srgbClr val="599C7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 descr=""/>
            <p:cNvSpPr/>
            <p:nvPr/>
          </p:nvSpPr>
          <p:spPr>
            <a:xfrm>
              <a:off x="2459418" y="7207956"/>
              <a:ext cx="771525" cy="290195"/>
            </a:xfrm>
            <a:custGeom>
              <a:avLst/>
              <a:gdLst/>
              <a:ahLst/>
              <a:cxnLst/>
              <a:rect l="l" t="t" r="r" b="b"/>
              <a:pathLst>
                <a:path w="771525" h="290195">
                  <a:moveTo>
                    <a:pt x="385705" y="0"/>
                  </a:moveTo>
                  <a:lnTo>
                    <a:pt x="336561" y="2978"/>
                  </a:lnTo>
                  <a:lnTo>
                    <a:pt x="289194" y="11681"/>
                  </a:lnTo>
                  <a:lnTo>
                    <a:pt x="243952" y="25758"/>
                  </a:lnTo>
                  <a:lnTo>
                    <a:pt x="201179" y="44860"/>
                  </a:lnTo>
                  <a:lnTo>
                    <a:pt x="161222" y="68636"/>
                  </a:lnTo>
                  <a:lnTo>
                    <a:pt x="124427" y="96738"/>
                  </a:lnTo>
                  <a:lnTo>
                    <a:pt x="91140" y="128816"/>
                  </a:lnTo>
                  <a:lnTo>
                    <a:pt x="61708" y="164519"/>
                  </a:lnTo>
                  <a:lnTo>
                    <a:pt x="36477" y="203498"/>
                  </a:lnTo>
                  <a:lnTo>
                    <a:pt x="15792" y="245404"/>
                  </a:lnTo>
                  <a:lnTo>
                    <a:pt x="0" y="289886"/>
                  </a:lnTo>
                  <a:lnTo>
                    <a:pt x="771411" y="289886"/>
                  </a:lnTo>
                  <a:lnTo>
                    <a:pt x="755616" y="245404"/>
                  </a:lnTo>
                  <a:lnTo>
                    <a:pt x="734930" y="203498"/>
                  </a:lnTo>
                  <a:lnTo>
                    <a:pt x="709697" y="164519"/>
                  </a:lnTo>
                  <a:lnTo>
                    <a:pt x="680265" y="128816"/>
                  </a:lnTo>
                  <a:lnTo>
                    <a:pt x="646979" y="96738"/>
                  </a:lnTo>
                  <a:lnTo>
                    <a:pt x="610185" y="68636"/>
                  </a:lnTo>
                  <a:lnTo>
                    <a:pt x="570229" y="44860"/>
                  </a:lnTo>
                  <a:lnTo>
                    <a:pt x="527457" y="25758"/>
                  </a:lnTo>
                  <a:lnTo>
                    <a:pt x="482215" y="11681"/>
                  </a:lnTo>
                  <a:lnTo>
                    <a:pt x="434849" y="2978"/>
                  </a:lnTo>
                  <a:lnTo>
                    <a:pt x="385705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 descr=""/>
            <p:cNvSpPr/>
            <p:nvPr/>
          </p:nvSpPr>
          <p:spPr>
            <a:xfrm>
              <a:off x="4636386" y="7231197"/>
              <a:ext cx="644525" cy="266700"/>
            </a:xfrm>
            <a:custGeom>
              <a:avLst/>
              <a:gdLst/>
              <a:ahLst/>
              <a:cxnLst/>
              <a:rect l="l" t="t" r="r" b="b"/>
              <a:pathLst>
                <a:path w="644525" h="266700">
                  <a:moveTo>
                    <a:pt x="322126" y="0"/>
                  </a:moveTo>
                  <a:lnTo>
                    <a:pt x="274961" y="3367"/>
                  </a:lnTo>
                  <a:lnTo>
                    <a:pt x="229882" y="13158"/>
                  </a:lnTo>
                  <a:lnTo>
                    <a:pt x="187350" y="28904"/>
                  </a:lnTo>
                  <a:lnTo>
                    <a:pt x="147832" y="50140"/>
                  </a:lnTo>
                  <a:lnTo>
                    <a:pt x="111792" y="76396"/>
                  </a:lnTo>
                  <a:lnTo>
                    <a:pt x="79693" y="107207"/>
                  </a:lnTo>
                  <a:lnTo>
                    <a:pt x="52000" y="142104"/>
                  </a:lnTo>
                  <a:lnTo>
                    <a:pt x="29177" y="180620"/>
                  </a:lnTo>
                  <a:lnTo>
                    <a:pt x="11689" y="222288"/>
                  </a:lnTo>
                  <a:lnTo>
                    <a:pt x="0" y="266641"/>
                  </a:lnTo>
                  <a:lnTo>
                    <a:pt x="644242" y="266641"/>
                  </a:lnTo>
                  <a:lnTo>
                    <a:pt x="632552" y="222288"/>
                  </a:lnTo>
                  <a:lnTo>
                    <a:pt x="615065" y="180620"/>
                  </a:lnTo>
                  <a:lnTo>
                    <a:pt x="592243" y="142104"/>
                  </a:lnTo>
                  <a:lnTo>
                    <a:pt x="564552" y="107207"/>
                  </a:lnTo>
                  <a:lnTo>
                    <a:pt x="532454" y="76396"/>
                  </a:lnTo>
                  <a:lnTo>
                    <a:pt x="496415" y="50140"/>
                  </a:lnTo>
                  <a:lnTo>
                    <a:pt x="456899" y="28904"/>
                  </a:lnTo>
                  <a:lnTo>
                    <a:pt x="414369" y="13158"/>
                  </a:lnTo>
                  <a:lnTo>
                    <a:pt x="369290" y="3367"/>
                  </a:lnTo>
                  <a:lnTo>
                    <a:pt x="322126" y="0"/>
                  </a:lnTo>
                  <a:close/>
                </a:path>
              </a:pathLst>
            </a:custGeom>
            <a:solidFill>
              <a:srgbClr val="599C7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 descr=""/>
            <p:cNvSpPr/>
            <p:nvPr/>
          </p:nvSpPr>
          <p:spPr>
            <a:xfrm>
              <a:off x="2" y="6772073"/>
              <a:ext cx="1901825" cy="725805"/>
            </a:xfrm>
            <a:custGeom>
              <a:avLst/>
              <a:gdLst/>
              <a:ahLst/>
              <a:cxnLst/>
              <a:rect l="l" t="t" r="r" b="b"/>
              <a:pathLst>
                <a:path w="1901825" h="725804">
                  <a:moveTo>
                    <a:pt x="927919" y="0"/>
                  </a:moveTo>
                  <a:lnTo>
                    <a:pt x="876487" y="1280"/>
                  </a:lnTo>
                  <a:lnTo>
                    <a:pt x="825721" y="5081"/>
                  </a:lnTo>
                  <a:lnTo>
                    <a:pt x="775681" y="11341"/>
                  </a:lnTo>
                  <a:lnTo>
                    <a:pt x="726428" y="19999"/>
                  </a:lnTo>
                  <a:lnTo>
                    <a:pt x="678022" y="30996"/>
                  </a:lnTo>
                  <a:lnTo>
                    <a:pt x="630525" y="44268"/>
                  </a:lnTo>
                  <a:lnTo>
                    <a:pt x="583997" y="59757"/>
                  </a:lnTo>
                  <a:lnTo>
                    <a:pt x="538498" y="77401"/>
                  </a:lnTo>
                  <a:lnTo>
                    <a:pt x="494089" y="97138"/>
                  </a:lnTo>
                  <a:lnTo>
                    <a:pt x="450831" y="118909"/>
                  </a:lnTo>
                  <a:lnTo>
                    <a:pt x="408784" y="142652"/>
                  </a:lnTo>
                  <a:lnTo>
                    <a:pt x="368009" y="168306"/>
                  </a:lnTo>
                  <a:lnTo>
                    <a:pt x="328567" y="195810"/>
                  </a:lnTo>
                  <a:lnTo>
                    <a:pt x="290518" y="225105"/>
                  </a:lnTo>
                  <a:lnTo>
                    <a:pt x="253923" y="256127"/>
                  </a:lnTo>
                  <a:lnTo>
                    <a:pt x="218843" y="288818"/>
                  </a:lnTo>
                  <a:lnTo>
                    <a:pt x="185338" y="323115"/>
                  </a:lnTo>
                  <a:lnTo>
                    <a:pt x="153468" y="358958"/>
                  </a:lnTo>
                  <a:lnTo>
                    <a:pt x="123295" y="396286"/>
                  </a:lnTo>
                  <a:lnTo>
                    <a:pt x="94879" y="435038"/>
                  </a:lnTo>
                  <a:lnTo>
                    <a:pt x="68281" y="475154"/>
                  </a:lnTo>
                  <a:lnTo>
                    <a:pt x="43562" y="516571"/>
                  </a:lnTo>
                  <a:lnTo>
                    <a:pt x="20781" y="559230"/>
                  </a:lnTo>
                  <a:lnTo>
                    <a:pt x="0" y="603070"/>
                  </a:lnTo>
                  <a:lnTo>
                    <a:pt x="0" y="725768"/>
                  </a:lnTo>
                  <a:lnTo>
                    <a:pt x="1901209" y="725768"/>
                  </a:lnTo>
                  <a:lnTo>
                    <a:pt x="1886274" y="679619"/>
                  </a:lnTo>
                  <a:lnTo>
                    <a:pt x="1869228" y="634463"/>
                  </a:lnTo>
                  <a:lnTo>
                    <a:pt x="1850129" y="590359"/>
                  </a:lnTo>
                  <a:lnTo>
                    <a:pt x="1829035" y="547364"/>
                  </a:lnTo>
                  <a:lnTo>
                    <a:pt x="1806004" y="505539"/>
                  </a:lnTo>
                  <a:lnTo>
                    <a:pt x="1781096" y="464942"/>
                  </a:lnTo>
                  <a:lnTo>
                    <a:pt x="1754369" y="425631"/>
                  </a:lnTo>
                  <a:lnTo>
                    <a:pt x="1725881" y="387665"/>
                  </a:lnTo>
                  <a:lnTo>
                    <a:pt x="1695691" y="351103"/>
                  </a:lnTo>
                  <a:lnTo>
                    <a:pt x="1663857" y="316004"/>
                  </a:lnTo>
                  <a:lnTo>
                    <a:pt x="1630438" y="282426"/>
                  </a:lnTo>
                  <a:lnTo>
                    <a:pt x="1595493" y="250428"/>
                  </a:lnTo>
                  <a:lnTo>
                    <a:pt x="1559079" y="220069"/>
                  </a:lnTo>
                  <a:lnTo>
                    <a:pt x="1521256" y="191407"/>
                  </a:lnTo>
                  <a:lnTo>
                    <a:pt x="1482082" y="164502"/>
                  </a:lnTo>
                  <a:lnTo>
                    <a:pt x="1441615" y="139411"/>
                  </a:lnTo>
                  <a:lnTo>
                    <a:pt x="1399915" y="116195"/>
                  </a:lnTo>
                  <a:lnTo>
                    <a:pt x="1357039" y="94910"/>
                  </a:lnTo>
                  <a:lnTo>
                    <a:pt x="1313046" y="75617"/>
                  </a:lnTo>
                  <a:lnTo>
                    <a:pt x="1267995" y="58374"/>
                  </a:lnTo>
                  <a:lnTo>
                    <a:pt x="1221944" y="43239"/>
                  </a:lnTo>
                  <a:lnTo>
                    <a:pt x="1174952" y="30272"/>
                  </a:lnTo>
                  <a:lnTo>
                    <a:pt x="1127077" y="19530"/>
                  </a:lnTo>
                  <a:lnTo>
                    <a:pt x="1078377" y="11074"/>
                  </a:lnTo>
                  <a:lnTo>
                    <a:pt x="1028912" y="4960"/>
                  </a:lnTo>
                  <a:lnTo>
                    <a:pt x="978740" y="1250"/>
                  </a:lnTo>
                  <a:lnTo>
                    <a:pt x="927919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9" name="object 249" descr=""/>
          <p:cNvGrpSpPr/>
          <p:nvPr/>
        </p:nvGrpSpPr>
        <p:grpSpPr>
          <a:xfrm>
            <a:off x="15965671" y="6103177"/>
            <a:ext cx="620395" cy="890905"/>
            <a:chOff x="15965671" y="6103177"/>
            <a:chExt cx="620395" cy="890905"/>
          </a:xfrm>
        </p:grpSpPr>
        <p:pic>
          <p:nvPicPr>
            <p:cNvPr id="250" name="object 250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6211028" y="6712917"/>
              <a:ext cx="203899" cy="144634"/>
            </a:xfrm>
            <a:prstGeom prst="rect">
              <a:avLst/>
            </a:prstGeom>
          </p:spPr>
        </p:pic>
        <p:sp>
          <p:nvSpPr>
            <p:cNvPr id="251" name="object 251" descr=""/>
            <p:cNvSpPr/>
            <p:nvPr/>
          </p:nvSpPr>
          <p:spPr>
            <a:xfrm>
              <a:off x="16191789" y="6521958"/>
              <a:ext cx="38735" cy="471805"/>
            </a:xfrm>
            <a:custGeom>
              <a:avLst/>
              <a:gdLst/>
              <a:ahLst/>
              <a:cxnLst/>
              <a:rect l="l" t="t" r="r" b="b"/>
              <a:pathLst>
                <a:path w="38734" h="471804">
                  <a:moveTo>
                    <a:pt x="38490" y="0"/>
                  </a:moveTo>
                  <a:lnTo>
                    <a:pt x="0" y="0"/>
                  </a:lnTo>
                  <a:lnTo>
                    <a:pt x="0" y="471566"/>
                  </a:lnTo>
                  <a:lnTo>
                    <a:pt x="38490" y="471566"/>
                  </a:lnTo>
                  <a:lnTo>
                    <a:pt x="38490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 descr=""/>
            <p:cNvSpPr/>
            <p:nvPr/>
          </p:nvSpPr>
          <p:spPr>
            <a:xfrm>
              <a:off x="15965665" y="6103181"/>
              <a:ext cx="620395" cy="644525"/>
            </a:xfrm>
            <a:custGeom>
              <a:avLst/>
              <a:gdLst/>
              <a:ahLst/>
              <a:cxnLst/>
              <a:rect l="l" t="t" r="r" b="b"/>
              <a:pathLst>
                <a:path w="620394" h="644525">
                  <a:moveTo>
                    <a:pt x="619810" y="365455"/>
                  </a:moveTo>
                  <a:lnTo>
                    <a:pt x="612813" y="322097"/>
                  </a:lnTo>
                  <a:lnTo>
                    <a:pt x="593331" y="284429"/>
                  </a:lnTo>
                  <a:lnTo>
                    <a:pt x="563638" y="254723"/>
                  </a:lnTo>
                  <a:lnTo>
                    <a:pt x="525970" y="235242"/>
                  </a:lnTo>
                  <a:lnTo>
                    <a:pt x="482600" y="228244"/>
                  </a:lnTo>
                  <a:lnTo>
                    <a:pt x="439229" y="235242"/>
                  </a:lnTo>
                  <a:lnTo>
                    <a:pt x="427418" y="241350"/>
                  </a:lnTo>
                  <a:lnTo>
                    <a:pt x="427418" y="213715"/>
                  </a:lnTo>
                  <a:lnTo>
                    <a:pt x="421779" y="164706"/>
                  </a:lnTo>
                  <a:lnTo>
                    <a:pt x="405701" y="119722"/>
                  </a:lnTo>
                  <a:lnTo>
                    <a:pt x="380466" y="80048"/>
                  </a:lnTo>
                  <a:lnTo>
                    <a:pt x="347370" y="46951"/>
                  </a:lnTo>
                  <a:lnTo>
                    <a:pt x="307695" y="21729"/>
                  </a:lnTo>
                  <a:lnTo>
                    <a:pt x="262712" y="5651"/>
                  </a:lnTo>
                  <a:lnTo>
                    <a:pt x="213715" y="0"/>
                  </a:lnTo>
                  <a:lnTo>
                    <a:pt x="164706" y="5651"/>
                  </a:lnTo>
                  <a:lnTo>
                    <a:pt x="119722" y="21729"/>
                  </a:lnTo>
                  <a:lnTo>
                    <a:pt x="80048" y="46951"/>
                  </a:lnTo>
                  <a:lnTo>
                    <a:pt x="46951" y="80048"/>
                  </a:lnTo>
                  <a:lnTo>
                    <a:pt x="21717" y="119722"/>
                  </a:lnTo>
                  <a:lnTo>
                    <a:pt x="5638" y="164706"/>
                  </a:lnTo>
                  <a:lnTo>
                    <a:pt x="0" y="213715"/>
                  </a:lnTo>
                  <a:lnTo>
                    <a:pt x="0" y="430441"/>
                  </a:lnTo>
                  <a:lnTo>
                    <a:pt x="5638" y="479437"/>
                  </a:lnTo>
                  <a:lnTo>
                    <a:pt x="21717" y="524421"/>
                  </a:lnTo>
                  <a:lnTo>
                    <a:pt x="46951" y="564108"/>
                  </a:lnTo>
                  <a:lnTo>
                    <a:pt x="80048" y="597204"/>
                  </a:lnTo>
                  <a:lnTo>
                    <a:pt x="119722" y="622427"/>
                  </a:lnTo>
                  <a:lnTo>
                    <a:pt x="164706" y="638505"/>
                  </a:lnTo>
                  <a:lnTo>
                    <a:pt x="213715" y="644144"/>
                  </a:lnTo>
                  <a:lnTo>
                    <a:pt x="262712" y="638505"/>
                  </a:lnTo>
                  <a:lnTo>
                    <a:pt x="307695" y="622427"/>
                  </a:lnTo>
                  <a:lnTo>
                    <a:pt x="347370" y="597204"/>
                  </a:lnTo>
                  <a:lnTo>
                    <a:pt x="367449" y="577126"/>
                  </a:lnTo>
                  <a:lnTo>
                    <a:pt x="371868" y="585635"/>
                  </a:lnTo>
                  <a:lnTo>
                    <a:pt x="401561" y="615327"/>
                  </a:lnTo>
                  <a:lnTo>
                    <a:pt x="439229" y="634809"/>
                  </a:lnTo>
                  <a:lnTo>
                    <a:pt x="482600" y="641807"/>
                  </a:lnTo>
                  <a:lnTo>
                    <a:pt x="525970" y="634809"/>
                  </a:lnTo>
                  <a:lnTo>
                    <a:pt x="563638" y="615327"/>
                  </a:lnTo>
                  <a:lnTo>
                    <a:pt x="593331" y="585635"/>
                  </a:lnTo>
                  <a:lnTo>
                    <a:pt x="612813" y="547966"/>
                  </a:lnTo>
                  <a:lnTo>
                    <a:pt x="619810" y="504596"/>
                  </a:lnTo>
                  <a:lnTo>
                    <a:pt x="619810" y="365455"/>
                  </a:lnTo>
                  <a:close/>
                </a:path>
              </a:pathLst>
            </a:custGeom>
            <a:solidFill>
              <a:srgbClr val="298055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3" name="object 253" descr=""/>
          <p:cNvSpPr/>
          <p:nvPr/>
        </p:nvSpPr>
        <p:spPr>
          <a:xfrm>
            <a:off x="7987271" y="6624999"/>
            <a:ext cx="467359" cy="715010"/>
          </a:xfrm>
          <a:custGeom>
            <a:avLst/>
            <a:gdLst/>
            <a:ahLst/>
            <a:cxnLst/>
            <a:rect l="l" t="t" r="r" b="b"/>
            <a:pathLst>
              <a:path w="467359" h="715009">
                <a:moveTo>
                  <a:pt x="220052" y="714857"/>
                </a:moveTo>
                <a:lnTo>
                  <a:pt x="198564" y="636841"/>
                </a:lnTo>
                <a:lnTo>
                  <a:pt x="156997" y="486333"/>
                </a:lnTo>
                <a:lnTo>
                  <a:pt x="110058" y="316026"/>
                </a:lnTo>
                <a:lnTo>
                  <a:pt x="0" y="714857"/>
                </a:lnTo>
                <a:lnTo>
                  <a:pt x="220052" y="714857"/>
                </a:lnTo>
                <a:close/>
              </a:path>
              <a:path w="467359" h="715009">
                <a:moveTo>
                  <a:pt x="466928" y="636841"/>
                </a:moveTo>
                <a:lnTo>
                  <a:pt x="291185" y="0"/>
                </a:lnTo>
                <a:lnTo>
                  <a:pt x="157010" y="486333"/>
                </a:lnTo>
                <a:lnTo>
                  <a:pt x="198564" y="636841"/>
                </a:lnTo>
                <a:lnTo>
                  <a:pt x="466928" y="636841"/>
                </a:lnTo>
                <a:close/>
              </a:path>
            </a:pathLst>
          </a:custGeom>
          <a:solidFill>
            <a:srgbClr val="212C6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" name="object 254" descr=""/>
          <p:cNvSpPr/>
          <p:nvPr/>
        </p:nvSpPr>
        <p:spPr>
          <a:xfrm>
            <a:off x="5665406" y="6878542"/>
            <a:ext cx="1656080" cy="619760"/>
          </a:xfrm>
          <a:custGeom>
            <a:avLst/>
            <a:gdLst/>
            <a:ahLst/>
            <a:cxnLst/>
            <a:rect l="l" t="t" r="r" b="b"/>
            <a:pathLst>
              <a:path w="1656079" h="619759">
                <a:moveTo>
                  <a:pt x="1655737" y="619302"/>
                </a:moveTo>
                <a:lnTo>
                  <a:pt x="1653870" y="570903"/>
                </a:lnTo>
                <a:lnTo>
                  <a:pt x="1648371" y="523519"/>
                </a:lnTo>
                <a:lnTo>
                  <a:pt x="1639379" y="477304"/>
                </a:lnTo>
                <a:lnTo>
                  <a:pt x="1627022" y="432371"/>
                </a:lnTo>
                <a:lnTo>
                  <a:pt x="1611439" y="388874"/>
                </a:lnTo>
                <a:lnTo>
                  <a:pt x="1592783" y="346951"/>
                </a:lnTo>
                <a:lnTo>
                  <a:pt x="1571180" y="306730"/>
                </a:lnTo>
                <a:lnTo>
                  <a:pt x="1546758" y="268351"/>
                </a:lnTo>
                <a:lnTo>
                  <a:pt x="1519682" y="231965"/>
                </a:lnTo>
                <a:lnTo>
                  <a:pt x="1490052" y="197688"/>
                </a:lnTo>
                <a:lnTo>
                  <a:pt x="1458048" y="165671"/>
                </a:lnTo>
                <a:lnTo>
                  <a:pt x="1423771" y="136055"/>
                </a:lnTo>
                <a:lnTo>
                  <a:pt x="1387373" y="108966"/>
                </a:lnTo>
                <a:lnTo>
                  <a:pt x="1349006" y="84556"/>
                </a:lnTo>
                <a:lnTo>
                  <a:pt x="1308785" y="62941"/>
                </a:lnTo>
                <a:lnTo>
                  <a:pt x="1266850" y="44284"/>
                </a:lnTo>
                <a:lnTo>
                  <a:pt x="1223365" y="28714"/>
                </a:lnTo>
                <a:lnTo>
                  <a:pt x="1178433" y="16357"/>
                </a:lnTo>
                <a:lnTo>
                  <a:pt x="1132205" y="7366"/>
                </a:lnTo>
                <a:lnTo>
                  <a:pt x="1084834" y="1866"/>
                </a:lnTo>
                <a:lnTo>
                  <a:pt x="1036434" y="0"/>
                </a:lnTo>
                <a:lnTo>
                  <a:pt x="988034" y="1866"/>
                </a:lnTo>
                <a:lnTo>
                  <a:pt x="940650" y="7366"/>
                </a:lnTo>
                <a:lnTo>
                  <a:pt x="894435" y="16357"/>
                </a:lnTo>
                <a:lnTo>
                  <a:pt x="849503" y="28714"/>
                </a:lnTo>
                <a:lnTo>
                  <a:pt x="806005" y="44284"/>
                </a:lnTo>
                <a:lnTo>
                  <a:pt x="764082" y="62941"/>
                </a:lnTo>
                <a:lnTo>
                  <a:pt x="723861" y="84556"/>
                </a:lnTo>
                <a:lnTo>
                  <a:pt x="685482" y="108966"/>
                </a:lnTo>
                <a:lnTo>
                  <a:pt x="649084" y="136055"/>
                </a:lnTo>
                <a:lnTo>
                  <a:pt x="614819" y="165671"/>
                </a:lnTo>
                <a:lnTo>
                  <a:pt x="582803" y="197688"/>
                </a:lnTo>
                <a:lnTo>
                  <a:pt x="553186" y="231965"/>
                </a:lnTo>
                <a:lnTo>
                  <a:pt x="526097" y="268351"/>
                </a:lnTo>
                <a:lnTo>
                  <a:pt x="501688" y="306730"/>
                </a:lnTo>
                <a:lnTo>
                  <a:pt x="480072" y="346951"/>
                </a:lnTo>
                <a:lnTo>
                  <a:pt x="467893" y="374319"/>
                </a:lnTo>
                <a:lnTo>
                  <a:pt x="435508" y="354228"/>
                </a:lnTo>
                <a:lnTo>
                  <a:pt x="392696" y="336130"/>
                </a:lnTo>
                <a:lnTo>
                  <a:pt x="346786" y="324827"/>
                </a:lnTo>
                <a:lnTo>
                  <a:pt x="298386" y="320916"/>
                </a:lnTo>
                <a:lnTo>
                  <a:pt x="249986" y="324827"/>
                </a:lnTo>
                <a:lnTo>
                  <a:pt x="204076" y="336130"/>
                </a:lnTo>
                <a:lnTo>
                  <a:pt x="161264" y="354228"/>
                </a:lnTo>
                <a:lnTo>
                  <a:pt x="122174" y="378485"/>
                </a:lnTo>
                <a:lnTo>
                  <a:pt x="87401" y="408317"/>
                </a:lnTo>
                <a:lnTo>
                  <a:pt x="57581" y="443077"/>
                </a:lnTo>
                <a:lnTo>
                  <a:pt x="33312" y="482180"/>
                </a:lnTo>
                <a:lnTo>
                  <a:pt x="15214" y="524992"/>
                </a:lnTo>
                <a:lnTo>
                  <a:pt x="3911" y="570903"/>
                </a:lnTo>
                <a:lnTo>
                  <a:pt x="0" y="619302"/>
                </a:lnTo>
                <a:lnTo>
                  <a:pt x="417131" y="619302"/>
                </a:lnTo>
                <a:lnTo>
                  <a:pt x="596773" y="619302"/>
                </a:lnTo>
                <a:lnTo>
                  <a:pt x="1655737" y="619302"/>
                </a:lnTo>
                <a:close/>
              </a:path>
            </a:pathLst>
          </a:custGeom>
          <a:solidFill>
            <a:srgbClr val="9CD9C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" name="object 255" descr=""/>
          <p:cNvSpPr/>
          <p:nvPr/>
        </p:nvSpPr>
        <p:spPr>
          <a:xfrm>
            <a:off x="16803008" y="6737422"/>
            <a:ext cx="1518920" cy="759460"/>
          </a:xfrm>
          <a:custGeom>
            <a:avLst/>
            <a:gdLst/>
            <a:ahLst/>
            <a:cxnLst/>
            <a:rect l="l" t="t" r="r" b="b"/>
            <a:pathLst>
              <a:path w="1518919" h="759459">
                <a:moveTo>
                  <a:pt x="759453" y="0"/>
                </a:moveTo>
                <a:lnTo>
                  <a:pt x="711424" y="1494"/>
                </a:lnTo>
                <a:lnTo>
                  <a:pt x="664189" y="5917"/>
                </a:lnTo>
                <a:lnTo>
                  <a:pt x="617837" y="13180"/>
                </a:lnTo>
                <a:lnTo>
                  <a:pt x="572456" y="23194"/>
                </a:lnTo>
                <a:lnTo>
                  <a:pt x="528137" y="35870"/>
                </a:lnTo>
                <a:lnTo>
                  <a:pt x="484966" y="51120"/>
                </a:lnTo>
                <a:lnTo>
                  <a:pt x="443035" y="68853"/>
                </a:lnTo>
                <a:lnTo>
                  <a:pt x="402431" y="88982"/>
                </a:lnTo>
                <a:lnTo>
                  <a:pt x="363244" y="111417"/>
                </a:lnTo>
                <a:lnTo>
                  <a:pt x="325562" y="136069"/>
                </a:lnTo>
                <a:lnTo>
                  <a:pt x="289474" y="162849"/>
                </a:lnTo>
                <a:lnTo>
                  <a:pt x="255071" y="191669"/>
                </a:lnTo>
                <a:lnTo>
                  <a:pt x="222439" y="222439"/>
                </a:lnTo>
                <a:lnTo>
                  <a:pt x="191669" y="255071"/>
                </a:lnTo>
                <a:lnTo>
                  <a:pt x="162849" y="289474"/>
                </a:lnTo>
                <a:lnTo>
                  <a:pt x="136069" y="325562"/>
                </a:lnTo>
                <a:lnTo>
                  <a:pt x="111417" y="363244"/>
                </a:lnTo>
                <a:lnTo>
                  <a:pt x="88982" y="402431"/>
                </a:lnTo>
                <a:lnTo>
                  <a:pt x="68853" y="443035"/>
                </a:lnTo>
                <a:lnTo>
                  <a:pt x="51120" y="484966"/>
                </a:lnTo>
                <a:lnTo>
                  <a:pt x="35870" y="528137"/>
                </a:lnTo>
                <a:lnTo>
                  <a:pt x="23194" y="572456"/>
                </a:lnTo>
                <a:lnTo>
                  <a:pt x="13180" y="617837"/>
                </a:lnTo>
                <a:lnTo>
                  <a:pt x="5917" y="664189"/>
                </a:lnTo>
                <a:lnTo>
                  <a:pt x="1494" y="711424"/>
                </a:lnTo>
                <a:lnTo>
                  <a:pt x="0" y="759453"/>
                </a:lnTo>
                <a:lnTo>
                  <a:pt x="1518896" y="759453"/>
                </a:lnTo>
                <a:lnTo>
                  <a:pt x="1517402" y="711424"/>
                </a:lnTo>
                <a:lnTo>
                  <a:pt x="1512979" y="664189"/>
                </a:lnTo>
                <a:lnTo>
                  <a:pt x="1505716" y="617837"/>
                </a:lnTo>
                <a:lnTo>
                  <a:pt x="1495702" y="572456"/>
                </a:lnTo>
                <a:lnTo>
                  <a:pt x="1483026" y="528137"/>
                </a:lnTo>
                <a:lnTo>
                  <a:pt x="1467777" y="484966"/>
                </a:lnTo>
                <a:lnTo>
                  <a:pt x="1450044" y="443035"/>
                </a:lnTo>
                <a:lnTo>
                  <a:pt x="1429916" y="402431"/>
                </a:lnTo>
                <a:lnTo>
                  <a:pt x="1407481" y="363244"/>
                </a:lnTo>
                <a:lnTo>
                  <a:pt x="1382830" y="325562"/>
                </a:lnTo>
                <a:lnTo>
                  <a:pt x="1356050" y="289474"/>
                </a:lnTo>
                <a:lnTo>
                  <a:pt x="1327231" y="255071"/>
                </a:lnTo>
                <a:lnTo>
                  <a:pt x="1296461" y="222439"/>
                </a:lnTo>
                <a:lnTo>
                  <a:pt x="1263830" y="191669"/>
                </a:lnTo>
                <a:lnTo>
                  <a:pt x="1229427" y="162849"/>
                </a:lnTo>
                <a:lnTo>
                  <a:pt x="1193340" y="136069"/>
                </a:lnTo>
                <a:lnTo>
                  <a:pt x="1155659" y="111417"/>
                </a:lnTo>
                <a:lnTo>
                  <a:pt x="1116472" y="88982"/>
                </a:lnTo>
                <a:lnTo>
                  <a:pt x="1075869" y="68853"/>
                </a:lnTo>
                <a:lnTo>
                  <a:pt x="1033938" y="51120"/>
                </a:lnTo>
                <a:lnTo>
                  <a:pt x="990768" y="35870"/>
                </a:lnTo>
                <a:lnTo>
                  <a:pt x="946449" y="23194"/>
                </a:lnTo>
                <a:lnTo>
                  <a:pt x="901068" y="13180"/>
                </a:lnTo>
                <a:lnTo>
                  <a:pt x="854716" y="5917"/>
                </a:lnTo>
                <a:lnTo>
                  <a:pt x="807482" y="1494"/>
                </a:lnTo>
                <a:lnTo>
                  <a:pt x="759453" y="0"/>
                </a:lnTo>
                <a:close/>
              </a:path>
            </a:pathLst>
          </a:custGeom>
          <a:solidFill>
            <a:srgbClr val="212C61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56" name="object 256" descr=""/>
          <p:cNvGrpSpPr/>
          <p:nvPr/>
        </p:nvGrpSpPr>
        <p:grpSpPr>
          <a:xfrm>
            <a:off x="14900808" y="5642885"/>
            <a:ext cx="167640" cy="637540"/>
            <a:chOff x="14900808" y="5642885"/>
            <a:chExt cx="167640" cy="637540"/>
          </a:xfrm>
        </p:grpSpPr>
        <p:sp>
          <p:nvSpPr>
            <p:cNvPr id="257" name="object 257" descr=""/>
            <p:cNvSpPr/>
            <p:nvPr/>
          </p:nvSpPr>
          <p:spPr>
            <a:xfrm>
              <a:off x="14973533" y="6033198"/>
              <a:ext cx="22225" cy="247015"/>
            </a:xfrm>
            <a:custGeom>
              <a:avLst/>
              <a:gdLst/>
              <a:ahLst/>
              <a:cxnLst/>
              <a:rect l="l" t="t" r="r" b="b"/>
              <a:pathLst>
                <a:path w="22225" h="247014">
                  <a:moveTo>
                    <a:pt x="21611" y="0"/>
                  </a:moveTo>
                  <a:lnTo>
                    <a:pt x="0" y="0"/>
                  </a:lnTo>
                  <a:lnTo>
                    <a:pt x="0" y="247008"/>
                  </a:lnTo>
                  <a:lnTo>
                    <a:pt x="21611" y="247008"/>
                  </a:lnTo>
                  <a:lnTo>
                    <a:pt x="21611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 descr=""/>
            <p:cNvSpPr/>
            <p:nvPr/>
          </p:nvSpPr>
          <p:spPr>
            <a:xfrm>
              <a:off x="14900796" y="5642895"/>
              <a:ext cx="167640" cy="562610"/>
            </a:xfrm>
            <a:custGeom>
              <a:avLst/>
              <a:gdLst/>
              <a:ahLst/>
              <a:cxnLst/>
              <a:rect l="l" t="t" r="r" b="b"/>
              <a:pathLst>
                <a:path w="167640" h="562610">
                  <a:moveTo>
                    <a:pt x="167081" y="244944"/>
                  </a:moveTo>
                  <a:lnTo>
                    <a:pt x="160515" y="212420"/>
                  </a:lnTo>
                  <a:lnTo>
                    <a:pt x="142608" y="185864"/>
                  </a:lnTo>
                  <a:lnTo>
                    <a:pt x="136893" y="182016"/>
                  </a:lnTo>
                  <a:lnTo>
                    <a:pt x="136893" y="46736"/>
                  </a:lnTo>
                  <a:lnTo>
                    <a:pt x="133223" y="28549"/>
                  </a:lnTo>
                  <a:lnTo>
                    <a:pt x="123215" y="13690"/>
                  </a:lnTo>
                  <a:lnTo>
                    <a:pt x="108356" y="3670"/>
                  </a:lnTo>
                  <a:lnTo>
                    <a:pt x="90157" y="0"/>
                  </a:lnTo>
                  <a:lnTo>
                    <a:pt x="71958" y="3670"/>
                  </a:lnTo>
                  <a:lnTo>
                    <a:pt x="57099" y="13690"/>
                  </a:lnTo>
                  <a:lnTo>
                    <a:pt x="47091" y="28549"/>
                  </a:lnTo>
                  <a:lnTo>
                    <a:pt x="43408" y="46736"/>
                  </a:lnTo>
                  <a:lnTo>
                    <a:pt x="43408" y="173113"/>
                  </a:lnTo>
                  <a:lnTo>
                    <a:pt x="24472" y="185864"/>
                  </a:lnTo>
                  <a:lnTo>
                    <a:pt x="6565" y="212420"/>
                  </a:lnTo>
                  <a:lnTo>
                    <a:pt x="0" y="244944"/>
                  </a:lnTo>
                  <a:lnTo>
                    <a:pt x="0" y="479018"/>
                  </a:lnTo>
                  <a:lnTo>
                    <a:pt x="6565" y="511530"/>
                  </a:lnTo>
                  <a:lnTo>
                    <a:pt x="24472" y="538086"/>
                  </a:lnTo>
                  <a:lnTo>
                    <a:pt x="51028" y="555980"/>
                  </a:lnTo>
                  <a:lnTo>
                    <a:pt x="83540" y="562546"/>
                  </a:lnTo>
                  <a:lnTo>
                    <a:pt x="116052" y="555980"/>
                  </a:lnTo>
                  <a:lnTo>
                    <a:pt x="142608" y="538086"/>
                  </a:lnTo>
                  <a:lnTo>
                    <a:pt x="160515" y="511530"/>
                  </a:lnTo>
                  <a:lnTo>
                    <a:pt x="167081" y="479018"/>
                  </a:lnTo>
                  <a:lnTo>
                    <a:pt x="167081" y="244944"/>
                  </a:lnTo>
                  <a:close/>
                </a:path>
              </a:pathLst>
            </a:custGeom>
            <a:solidFill>
              <a:srgbClr val="298055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59" name="object 259" descr=""/>
          <p:cNvGrpSpPr/>
          <p:nvPr/>
        </p:nvGrpSpPr>
        <p:grpSpPr>
          <a:xfrm>
            <a:off x="14783973" y="5779918"/>
            <a:ext cx="550545" cy="500380"/>
            <a:chOff x="14783973" y="5779918"/>
            <a:chExt cx="550545" cy="500380"/>
          </a:xfrm>
        </p:grpSpPr>
        <p:sp>
          <p:nvSpPr>
            <p:cNvPr id="260" name="object 260" descr=""/>
            <p:cNvSpPr/>
            <p:nvPr/>
          </p:nvSpPr>
          <p:spPr>
            <a:xfrm>
              <a:off x="14834533" y="6033198"/>
              <a:ext cx="22225" cy="247015"/>
            </a:xfrm>
            <a:custGeom>
              <a:avLst/>
              <a:gdLst/>
              <a:ahLst/>
              <a:cxnLst/>
              <a:rect l="l" t="t" r="r" b="b"/>
              <a:pathLst>
                <a:path w="22225" h="247014">
                  <a:moveTo>
                    <a:pt x="21611" y="0"/>
                  </a:moveTo>
                  <a:lnTo>
                    <a:pt x="0" y="0"/>
                  </a:lnTo>
                  <a:lnTo>
                    <a:pt x="0" y="247008"/>
                  </a:lnTo>
                  <a:lnTo>
                    <a:pt x="21611" y="247008"/>
                  </a:lnTo>
                  <a:lnTo>
                    <a:pt x="21611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 descr=""/>
            <p:cNvSpPr/>
            <p:nvPr/>
          </p:nvSpPr>
          <p:spPr>
            <a:xfrm>
              <a:off x="14783973" y="5902007"/>
              <a:ext cx="127000" cy="303530"/>
            </a:xfrm>
            <a:custGeom>
              <a:avLst/>
              <a:gdLst/>
              <a:ahLst/>
              <a:cxnLst/>
              <a:rect l="l" t="t" r="r" b="b"/>
              <a:pathLst>
                <a:path w="127000" h="303529">
                  <a:moveTo>
                    <a:pt x="63181" y="0"/>
                  </a:moveTo>
                  <a:lnTo>
                    <a:pt x="38586" y="4965"/>
                  </a:lnTo>
                  <a:lnTo>
                    <a:pt x="18503" y="18507"/>
                  </a:lnTo>
                  <a:lnTo>
                    <a:pt x="4964" y="38590"/>
                  </a:lnTo>
                  <a:lnTo>
                    <a:pt x="0" y="63181"/>
                  </a:lnTo>
                  <a:lnTo>
                    <a:pt x="0" y="240243"/>
                  </a:lnTo>
                  <a:lnTo>
                    <a:pt x="4964" y="264839"/>
                  </a:lnTo>
                  <a:lnTo>
                    <a:pt x="18503" y="284921"/>
                  </a:lnTo>
                  <a:lnTo>
                    <a:pt x="38586" y="298460"/>
                  </a:lnTo>
                  <a:lnTo>
                    <a:pt x="63181" y="303425"/>
                  </a:lnTo>
                  <a:lnTo>
                    <a:pt x="87778" y="298460"/>
                  </a:lnTo>
                  <a:lnTo>
                    <a:pt x="107864" y="284921"/>
                  </a:lnTo>
                  <a:lnTo>
                    <a:pt x="121407" y="264839"/>
                  </a:lnTo>
                  <a:lnTo>
                    <a:pt x="126373" y="240243"/>
                  </a:lnTo>
                  <a:lnTo>
                    <a:pt x="126373" y="63181"/>
                  </a:lnTo>
                  <a:lnTo>
                    <a:pt x="121407" y="38590"/>
                  </a:lnTo>
                  <a:lnTo>
                    <a:pt x="107864" y="18507"/>
                  </a:lnTo>
                  <a:lnTo>
                    <a:pt x="87778" y="4965"/>
                  </a:lnTo>
                  <a:lnTo>
                    <a:pt x="63181" y="0"/>
                  </a:lnTo>
                  <a:close/>
                </a:path>
              </a:pathLst>
            </a:custGeom>
            <a:solidFill>
              <a:srgbClr val="157445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62" name="object 262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4816797" y="5779918"/>
              <a:ext cx="70720" cy="237950"/>
            </a:xfrm>
            <a:prstGeom prst="rect">
              <a:avLst/>
            </a:prstGeom>
          </p:spPr>
        </p:pic>
        <p:pic>
          <p:nvPicPr>
            <p:cNvPr id="263" name="object 263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4938026" y="5861307"/>
              <a:ext cx="396045" cy="418899"/>
            </a:xfrm>
            <a:prstGeom prst="rect">
              <a:avLst/>
            </a:prstGeom>
          </p:spPr>
        </p:pic>
      </p:grpSp>
      <p:grpSp>
        <p:nvGrpSpPr>
          <p:cNvPr id="264" name="object 264" descr=""/>
          <p:cNvGrpSpPr/>
          <p:nvPr/>
        </p:nvGrpSpPr>
        <p:grpSpPr>
          <a:xfrm>
            <a:off x="10484108" y="5462914"/>
            <a:ext cx="5055870" cy="1653539"/>
            <a:chOff x="10484108" y="5462914"/>
            <a:chExt cx="5055870" cy="1653539"/>
          </a:xfrm>
        </p:grpSpPr>
        <p:sp>
          <p:nvSpPr>
            <p:cNvPr id="265" name="object 265" descr=""/>
            <p:cNvSpPr/>
            <p:nvPr/>
          </p:nvSpPr>
          <p:spPr>
            <a:xfrm>
              <a:off x="11447170" y="5781579"/>
              <a:ext cx="2929255" cy="1038225"/>
            </a:xfrm>
            <a:custGeom>
              <a:avLst/>
              <a:gdLst/>
              <a:ahLst/>
              <a:cxnLst/>
              <a:rect l="l" t="t" r="r" b="b"/>
              <a:pathLst>
                <a:path w="2929255" h="1038225">
                  <a:moveTo>
                    <a:pt x="2929217" y="959396"/>
                  </a:moveTo>
                  <a:lnTo>
                    <a:pt x="2928048" y="911504"/>
                  </a:lnTo>
                  <a:lnTo>
                    <a:pt x="2924556" y="864235"/>
                  </a:lnTo>
                  <a:lnTo>
                    <a:pt x="2918815" y="817613"/>
                  </a:lnTo>
                  <a:lnTo>
                    <a:pt x="2910865" y="771728"/>
                  </a:lnTo>
                  <a:lnTo>
                    <a:pt x="2900781" y="726605"/>
                  </a:lnTo>
                  <a:lnTo>
                    <a:pt x="2888602" y="682307"/>
                  </a:lnTo>
                  <a:lnTo>
                    <a:pt x="2874378" y="638886"/>
                  </a:lnTo>
                  <a:lnTo>
                    <a:pt x="2858173" y="596417"/>
                  </a:lnTo>
                  <a:lnTo>
                    <a:pt x="2840050" y="554939"/>
                  </a:lnTo>
                  <a:lnTo>
                    <a:pt x="2820047" y="514502"/>
                  </a:lnTo>
                  <a:lnTo>
                    <a:pt x="2798229" y="475170"/>
                  </a:lnTo>
                  <a:lnTo>
                    <a:pt x="2774658" y="436994"/>
                  </a:lnTo>
                  <a:lnTo>
                    <a:pt x="2749372" y="400024"/>
                  </a:lnTo>
                  <a:lnTo>
                    <a:pt x="2722435" y="364324"/>
                  </a:lnTo>
                  <a:lnTo>
                    <a:pt x="2693898" y="329958"/>
                  </a:lnTo>
                  <a:lnTo>
                    <a:pt x="2663812" y="296964"/>
                  </a:lnTo>
                  <a:lnTo>
                    <a:pt x="2632252" y="265391"/>
                  </a:lnTo>
                  <a:lnTo>
                    <a:pt x="2599258" y="235318"/>
                  </a:lnTo>
                  <a:lnTo>
                    <a:pt x="2564879" y="206781"/>
                  </a:lnTo>
                  <a:lnTo>
                    <a:pt x="2529192" y="179844"/>
                  </a:lnTo>
                  <a:lnTo>
                    <a:pt x="2492222" y="154559"/>
                  </a:lnTo>
                  <a:lnTo>
                    <a:pt x="2454046" y="130975"/>
                  </a:lnTo>
                  <a:lnTo>
                    <a:pt x="2414714" y="109169"/>
                  </a:lnTo>
                  <a:lnTo>
                    <a:pt x="2374277" y="89166"/>
                  </a:lnTo>
                  <a:lnTo>
                    <a:pt x="2332799" y="71031"/>
                  </a:lnTo>
                  <a:lnTo>
                    <a:pt x="2290318" y="54838"/>
                  </a:lnTo>
                  <a:lnTo>
                    <a:pt x="2246909" y="40614"/>
                  </a:lnTo>
                  <a:lnTo>
                    <a:pt x="2202611" y="28435"/>
                  </a:lnTo>
                  <a:lnTo>
                    <a:pt x="2157488" y="18338"/>
                  </a:lnTo>
                  <a:lnTo>
                    <a:pt x="2111591" y="10401"/>
                  </a:lnTo>
                  <a:lnTo>
                    <a:pt x="2064981" y="4660"/>
                  </a:lnTo>
                  <a:lnTo>
                    <a:pt x="2017712" y="1168"/>
                  </a:lnTo>
                  <a:lnTo>
                    <a:pt x="1969820" y="0"/>
                  </a:lnTo>
                  <a:lnTo>
                    <a:pt x="1921941" y="1168"/>
                  </a:lnTo>
                  <a:lnTo>
                    <a:pt x="1874659" y="4660"/>
                  </a:lnTo>
                  <a:lnTo>
                    <a:pt x="1828050" y="10401"/>
                  </a:lnTo>
                  <a:lnTo>
                    <a:pt x="1782152" y="18338"/>
                  </a:lnTo>
                  <a:lnTo>
                    <a:pt x="1737029" y="28435"/>
                  </a:lnTo>
                  <a:lnTo>
                    <a:pt x="1692732" y="40614"/>
                  </a:lnTo>
                  <a:lnTo>
                    <a:pt x="1649323" y="54838"/>
                  </a:lnTo>
                  <a:lnTo>
                    <a:pt x="1606854" y="71031"/>
                  </a:lnTo>
                  <a:lnTo>
                    <a:pt x="1565363" y="89166"/>
                  </a:lnTo>
                  <a:lnTo>
                    <a:pt x="1524927" y="109169"/>
                  </a:lnTo>
                  <a:lnTo>
                    <a:pt x="1485595" y="130975"/>
                  </a:lnTo>
                  <a:lnTo>
                    <a:pt x="1447419" y="154559"/>
                  </a:lnTo>
                  <a:lnTo>
                    <a:pt x="1410462" y="179844"/>
                  </a:lnTo>
                  <a:lnTo>
                    <a:pt x="1401965" y="186258"/>
                  </a:lnTo>
                  <a:lnTo>
                    <a:pt x="1363840" y="167386"/>
                  </a:lnTo>
                  <a:lnTo>
                    <a:pt x="1322349" y="149250"/>
                  </a:lnTo>
                  <a:lnTo>
                    <a:pt x="1279880" y="133057"/>
                  </a:lnTo>
                  <a:lnTo>
                    <a:pt x="1236472" y="118833"/>
                  </a:lnTo>
                  <a:lnTo>
                    <a:pt x="1192174" y="106654"/>
                  </a:lnTo>
                  <a:lnTo>
                    <a:pt x="1147051" y="96558"/>
                  </a:lnTo>
                  <a:lnTo>
                    <a:pt x="1101153" y="88620"/>
                  </a:lnTo>
                  <a:lnTo>
                    <a:pt x="1054544" y="82880"/>
                  </a:lnTo>
                  <a:lnTo>
                    <a:pt x="1007262" y="79387"/>
                  </a:lnTo>
                  <a:lnTo>
                    <a:pt x="959383" y="78219"/>
                  </a:lnTo>
                  <a:lnTo>
                    <a:pt x="911491" y="79387"/>
                  </a:lnTo>
                  <a:lnTo>
                    <a:pt x="864222" y="82880"/>
                  </a:lnTo>
                  <a:lnTo>
                    <a:pt x="817613" y="88620"/>
                  </a:lnTo>
                  <a:lnTo>
                    <a:pt x="771715" y="96558"/>
                  </a:lnTo>
                  <a:lnTo>
                    <a:pt x="726592" y="106654"/>
                  </a:lnTo>
                  <a:lnTo>
                    <a:pt x="682294" y="118833"/>
                  </a:lnTo>
                  <a:lnTo>
                    <a:pt x="638886" y="133057"/>
                  </a:lnTo>
                  <a:lnTo>
                    <a:pt x="596404" y="149250"/>
                  </a:lnTo>
                  <a:lnTo>
                    <a:pt x="554926" y="167386"/>
                  </a:lnTo>
                  <a:lnTo>
                    <a:pt x="514489" y="187388"/>
                  </a:lnTo>
                  <a:lnTo>
                    <a:pt x="475157" y="209194"/>
                  </a:lnTo>
                  <a:lnTo>
                    <a:pt x="436981" y="232778"/>
                  </a:lnTo>
                  <a:lnTo>
                    <a:pt x="400024" y="258064"/>
                  </a:lnTo>
                  <a:lnTo>
                    <a:pt x="364324" y="285000"/>
                  </a:lnTo>
                  <a:lnTo>
                    <a:pt x="329946" y="313537"/>
                  </a:lnTo>
                  <a:lnTo>
                    <a:pt x="296951" y="343611"/>
                  </a:lnTo>
                  <a:lnTo>
                    <a:pt x="265391" y="375183"/>
                  </a:lnTo>
                  <a:lnTo>
                    <a:pt x="235318" y="408178"/>
                  </a:lnTo>
                  <a:lnTo>
                    <a:pt x="206781" y="442544"/>
                  </a:lnTo>
                  <a:lnTo>
                    <a:pt x="179844" y="478243"/>
                  </a:lnTo>
                  <a:lnTo>
                    <a:pt x="154559" y="515213"/>
                  </a:lnTo>
                  <a:lnTo>
                    <a:pt x="130975" y="553389"/>
                  </a:lnTo>
                  <a:lnTo>
                    <a:pt x="109156" y="592721"/>
                  </a:lnTo>
                  <a:lnTo>
                    <a:pt x="89166" y="633158"/>
                  </a:lnTo>
                  <a:lnTo>
                    <a:pt x="71031" y="674636"/>
                  </a:lnTo>
                  <a:lnTo>
                    <a:pt x="54838" y="717105"/>
                  </a:lnTo>
                  <a:lnTo>
                    <a:pt x="40614" y="760526"/>
                  </a:lnTo>
                  <a:lnTo>
                    <a:pt x="28435" y="804824"/>
                  </a:lnTo>
                  <a:lnTo>
                    <a:pt x="18338" y="849947"/>
                  </a:lnTo>
                  <a:lnTo>
                    <a:pt x="10401" y="895832"/>
                  </a:lnTo>
                  <a:lnTo>
                    <a:pt x="4660" y="942454"/>
                  </a:lnTo>
                  <a:lnTo>
                    <a:pt x="1168" y="989723"/>
                  </a:lnTo>
                  <a:lnTo>
                    <a:pt x="0" y="1037615"/>
                  </a:lnTo>
                  <a:lnTo>
                    <a:pt x="1918779" y="1037615"/>
                  </a:lnTo>
                  <a:lnTo>
                    <a:pt x="1917598" y="989723"/>
                  </a:lnTo>
                  <a:lnTo>
                    <a:pt x="1915363" y="959396"/>
                  </a:lnTo>
                  <a:lnTo>
                    <a:pt x="2929217" y="959396"/>
                  </a:lnTo>
                  <a:close/>
                </a:path>
              </a:pathLst>
            </a:custGeom>
            <a:solidFill>
              <a:srgbClr val="599C7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 descr=""/>
            <p:cNvSpPr/>
            <p:nvPr/>
          </p:nvSpPr>
          <p:spPr>
            <a:xfrm>
              <a:off x="10484104" y="6073374"/>
              <a:ext cx="5055870" cy="1042669"/>
            </a:xfrm>
            <a:custGeom>
              <a:avLst/>
              <a:gdLst/>
              <a:ahLst/>
              <a:cxnLst/>
              <a:rect l="l" t="t" r="r" b="b"/>
              <a:pathLst>
                <a:path w="5055869" h="1042670">
                  <a:moveTo>
                    <a:pt x="1918792" y="1042530"/>
                  </a:moveTo>
                  <a:lnTo>
                    <a:pt x="1917611" y="994651"/>
                  </a:lnTo>
                  <a:lnTo>
                    <a:pt x="1914131" y="947369"/>
                  </a:lnTo>
                  <a:lnTo>
                    <a:pt x="1908390" y="900760"/>
                  </a:lnTo>
                  <a:lnTo>
                    <a:pt x="1900440" y="854862"/>
                  </a:lnTo>
                  <a:lnTo>
                    <a:pt x="1890356" y="809739"/>
                  </a:lnTo>
                  <a:lnTo>
                    <a:pt x="1878164" y="765441"/>
                  </a:lnTo>
                  <a:lnTo>
                    <a:pt x="1863953" y="722033"/>
                  </a:lnTo>
                  <a:lnTo>
                    <a:pt x="1847748" y="679551"/>
                  </a:lnTo>
                  <a:lnTo>
                    <a:pt x="1829625" y="638073"/>
                  </a:lnTo>
                  <a:lnTo>
                    <a:pt x="1809623" y="597636"/>
                  </a:lnTo>
                  <a:lnTo>
                    <a:pt x="1787804" y="558304"/>
                  </a:lnTo>
                  <a:lnTo>
                    <a:pt x="1764220" y="520128"/>
                  </a:lnTo>
                  <a:lnTo>
                    <a:pt x="1738934" y="483171"/>
                  </a:lnTo>
                  <a:lnTo>
                    <a:pt x="1711998" y="447471"/>
                  </a:lnTo>
                  <a:lnTo>
                    <a:pt x="1683461" y="413092"/>
                  </a:lnTo>
                  <a:lnTo>
                    <a:pt x="1653387" y="380098"/>
                  </a:lnTo>
                  <a:lnTo>
                    <a:pt x="1621828" y="348538"/>
                  </a:lnTo>
                  <a:lnTo>
                    <a:pt x="1588820" y="318452"/>
                  </a:lnTo>
                  <a:lnTo>
                    <a:pt x="1554454" y="289928"/>
                  </a:lnTo>
                  <a:lnTo>
                    <a:pt x="1518754" y="262978"/>
                  </a:lnTo>
                  <a:lnTo>
                    <a:pt x="1481797" y="237693"/>
                  </a:lnTo>
                  <a:lnTo>
                    <a:pt x="1443621" y="214122"/>
                  </a:lnTo>
                  <a:lnTo>
                    <a:pt x="1404289" y="192303"/>
                  </a:lnTo>
                  <a:lnTo>
                    <a:pt x="1363853" y="172300"/>
                  </a:lnTo>
                  <a:lnTo>
                    <a:pt x="1322362" y="154178"/>
                  </a:lnTo>
                  <a:lnTo>
                    <a:pt x="1279893" y="137972"/>
                  </a:lnTo>
                  <a:lnTo>
                    <a:pt x="1236484" y="123748"/>
                  </a:lnTo>
                  <a:lnTo>
                    <a:pt x="1192187" y="111569"/>
                  </a:lnTo>
                  <a:lnTo>
                    <a:pt x="1147064" y="101485"/>
                  </a:lnTo>
                  <a:lnTo>
                    <a:pt x="1101166" y="93535"/>
                  </a:lnTo>
                  <a:lnTo>
                    <a:pt x="1054557" y="87795"/>
                  </a:lnTo>
                  <a:lnTo>
                    <a:pt x="1007275" y="84302"/>
                  </a:lnTo>
                  <a:lnTo>
                    <a:pt x="959396" y="83134"/>
                  </a:lnTo>
                  <a:lnTo>
                    <a:pt x="911504" y="84302"/>
                  </a:lnTo>
                  <a:lnTo>
                    <a:pt x="864235" y="87795"/>
                  </a:lnTo>
                  <a:lnTo>
                    <a:pt x="817626" y="93535"/>
                  </a:lnTo>
                  <a:lnTo>
                    <a:pt x="771728" y="101485"/>
                  </a:lnTo>
                  <a:lnTo>
                    <a:pt x="726605" y="111569"/>
                  </a:lnTo>
                  <a:lnTo>
                    <a:pt x="682307" y="123748"/>
                  </a:lnTo>
                  <a:lnTo>
                    <a:pt x="638898" y="137972"/>
                  </a:lnTo>
                  <a:lnTo>
                    <a:pt x="596417" y="154178"/>
                  </a:lnTo>
                  <a:lnTo>
                    <a:pt x="554939" y="172300"/>
                  </a:lnTo>
                  <a:lnTo>
                    <a:pt x="514502" y="192303"/>
                  </a:lnTo>
                  <a:lnTo>
                    <a:pt x="475170" y="214122"/>
                  </a:lnTo>
                  <a:lnTo>
                    <a:pt x="436994" y="237693"/>
                  </a:lnTo>
                  <a:lnTo>
                    <a:pt x="400024" y="262978"/>
                  </a:lnTo>
                  <a:lnTo>
                    <a:pt x="364337" y="289928"/>
                  </a:lnTo>
                  <a:lnTo>
                    <a:pt x="329958" y="318452"/>
                  </a:lnTo>
                  <a:lnTo>
                    <a:pt x="296964" y="348538"/>
                  </a:lnTo>
                  <a:lnTo>
                    <a:pt x="265404" y="380098"/>
                  </a:lnTo>
                  <a:lnTo>
                    <a:pt x="235318" y="413092"/>
                  </a:lnTo>
                  <a:lnTo>
                    <a:pt x="206781" y="447471"/>
                  </a:lnTo>
                  <a:lnTo>
                    <a:pt x="179844" y="483171"/>
                  </a:lnTo>
                  <a:lnTo>
                    <a:pt x="154559" y="520128"/>
                  </a:lnTo>
                  <a:lnTo>
                    <a:pt x="130987" y="558304"/>
                  </a:lnTo>
                  <a:lnTo>
                    <a:pt x="109169" y="597636"/>
                  </a:lnTo>
                  <a:lnTo>
                    <a:pt x="89166" y="638073"/>
                  </a:lnTo>
                  <a:lnTo>
                    <a:pt x="71043" y="679551"/>
                  </a:lnTo>
                  <a:lnTo>
                    <a:pt x="54838" y="722033"/>
                  </a:lnTo>
                  <a:lnTo>
                    <a:pt x="40614" y="765441"/>
                  </a:lnTo>
                  <a:lnTo>
                    <a:pt x="28435" y="809739"/>
                  </a:lnTo>
                  <a:lnTo>
                    <a:pt x="18338" y="854862"/>
                  </a:lnTo>
                  <a:lnTo>
                    <a:pt x="10401" y="900760"/>
                  </a:lnTo>
                  <a:lnTo>
                    <a:pt x="4660" y="947369"/>
                  </a:lnTo>
                  <a:lnTo>
                    <a:pt x="1168" y="994651"/>
                  </a:lnTo>
                  <a:lnTo>
                    <a:pt x="0" y="1042530"/>
                  </a:lnTo>
                  <a:lnTo>
                    <a:pt x="1918792" y="1042530"/>
                  </a:lnTo>
                  <a:close/>
                </a:path>
                <a:path w="5055869" h="1042670">
                  <a:moveTo>
                    <a:pt x="5055578" y="959396"/>
                  </a:moveTo>
                  <a:lnTo>
                    <a:pt x="5054397" y="911517"/>
                  </a:lnTo>
                  <a:lnTo>
                    <a:pt x="5050917" y="864235"/>
                  </a:lnTo>
                  <a:lnTo>
                    <a:pt x="5045176" y="817626"/>
                  </a:lnTo>
                  <a:lnTo>
                    <a:pt x="5037226" y="771728"/>
                  </a:lnTo>
                  <a:lnTo>
                    <a:pt x="5027142" y="726605"/>
                  </a:lnTo>
                  <a:lnTo>
                    <a:pt x="5014950" y="682307"/>
                  </a:lnTo>
                  <a:lnTo>
                    <a:pt x="5000739" y="638898"/>
                  </a:lnTo>
                  <a:lnTo>
                    <a:pt x="4984534" y="596430"/>
                  </a:lnTo>
                  <a:lnTo>
                    <a:pt x="4966411" y="554939"/>
                  </a:lnTo>
                  <a:lnTo>
                    <a:pt x="4946408" y="514502"/>
                  </a:lnTo>
                  <a:lnTo>
                    <a:pt x="4924590" y="475170"/>
                  </a:lnTo>
                  <a:lnTo>
                    <a:pt x="4901006" y="436994"/>
                  </a:lnTo>
                  <a:lnTo>
                    <a:pt x="4875720" y="400037"/>
                  </a:lnTo>
                  <a:lnTo>
                    <a:pt x="4848784" y="364337"/>
                  </a:lnTo>
                  <a:lnTo>
                    <a:pt x="4820247" y="329958"/>
                  </a:lnTo>
                  <a:lnTo>
                    <a:pt x="4790173" y="296964"/>
                  </a:lnTo>
                  <a:lnTo>
                    <a:pt x="4758614" y="265404"/>
                  </a:lnTo>
                  <a:lnTo>
                    <a:pt x="4725619" y="235331"/>
                  </a:lnTo>
                  <a:lnTo>
                    <a:pt x="4691240" y="206794"/>
                  </a:lnTo>
                  <a:lnTo>
                    <a:pt x="4655540" y="179857"/>
                  </a:lnTo>
                  <a:lnTo>
                    <a:pt x="4618583" y="154571"/>
                  </a:lnTo>
                  <a:lnTo>
                    <a:pt x="4580407" y="130987"/>
                  </a:lnTo>
                  <a:lnTo>
                    <a:pt x="4541075" y="109169"/>
                  </a:lnTo>
                  <a:lnTo>
                    <a:pt x="4500638" y="89166"/>
                  </a:lnTo>
                  <a:lnTo>
                    <a:pt x="4459160" y="71043"/>
                  </a:lnTo>
                  <a:lnTo>
                    <a:pt x="4416679" y="54838"/>
                  </a:lnTo>
                  <a:lnTo>
                    <a:pt x="4373270" y="40627"/>
                  </a:lnTo>
                  <a:lnTo>
                    <a:pt x="4328973" y="28435"/>
                  </a:lnTo>
                  <a:lnTo>
                    <a:pt x="4283849" y="18351"/>
                  </a:lnTo>
                  <a:lnTo>
                    <a:pt x="4237952" y="10401"/>
                  </a:lnTo>
                  <a:lnTo>
                    <a:pt x="4191343" y="4660"/>
                  </a:lnTo>
                  <a:lnTo>
                    <a:pt x="4144060" y="1181"/>
                  </a:lnTo>
                  <a:lnTo>
                    <a:pt x="4096181" y="0"/>
                  </a:lnTo>
                  <a:lnTo>
                    <a:pt x="4048302" y="1181"/>
                  </a:lnTo>
                  <a:lnTo>
                    <a:pt x="4001020" y="4660"/>
                  </a:lnTo>
                  <a:lnTo>
                    <a:pt x="3954411" y="10401"/>
                  </a:lnTo>
                  <a:lnTo>
                    <a:pt x="3908514" y="18351"/>
                  </a:lnTo>
                  <a:lnTo>
                    <a:pt x="3863390" y="28435"/>
                  </a:lnTo>
                  <a:lnTo>
                    <a:pt x="3819093" y="40627"/>
                  </a:lnTo>
                  <a:lnTo>
                    <a:pt x="3775684" y="54838"/>
                  </a:lnTo>
                  <a:lnTo>
                    <a:pt x="3733203" y="71043"/>
                  </a:lnTo>
                  <a:lnTo>
                    <a:pt x="3691725" y="89166"/>
                  </a:lnTo>
                  <a:lnTo>
                    <a:pt x="3651288" y="109169"/>
                  </a:lnTo>
                  <a:lnTo>
                    <a:pt x="3611956" y="130987"/>
                  </a:lnTo>
                  <a:lnTo>
                    <a:pt x="3573780" y="154571"/>
                  </a:lnTo>
                  <a:lnTo>
                    <a:pt x="3536823" y="179857"/>
                  </a:lnTo>
                  <a:lnTo>
                    <a:pt x="3501123" y="206794"/>
                  </a:lnTo>
                  <a:lnTo>
                    <a:pt x="3466744" y="235331"/>
                  </a:lnTo>
                  <a:lnTo>
                    <a:pt x="3433749" y="265404"/>
                  </a:lnTo>
                  <a:lnTo>
                    <a:pt x="3402190" y="296964"/>
                  </a:lnTo>
                  <a:lnTo>
                    <a:pt x="3372104" y="329958"/>
                  </a:lnTo>
                  <a:lnTo>
                    <a:pt x="3343579" y="364337"/>
                  </a:lnTo>
                  <a:lnTo>
                    <a:pt x="3316630" y="400037"/>
                  </a:lnTo>
                  <a:lnTo>
                    <a:pt x="3291344" y="436994"/>
                  </a:lnTo>
                  <a:lnTo>
                    <a:pt x="3267773" y="475170"/>
                  </a:lnTo>
                  <a:lnTo>
                    <a:pt x="3245955" y="514502"/>
                  </a:lnTo>
                  <a:lnTo>
                    <a:pt x="3225952" y="554939"/>
                  </a:lnTo>
                  <a:lnTo>
                    <a:pt x="3207829" y="596430"/>
                  </a:lnTo>
                  <a:lnTo>
                    <a:pt x="3191624" y="638898"/>
                  </a:lnTo>
                  <a:lnTo>
                    <a:pt x="3177400" y="682307"/>
                  </a:lnTo>
                  <a:lnTo>
                    <a:pt x="3165221" y="726605"/>
                  </a:lnTo>
                  <a:lnTo>
                    <a:pt x="3155137" y="771728"/>
                  </a:lnTo>
                  <a:lnTo>
                    <a:pt x="3147187" y="817626"/>
                  </a:lnTo>
                  <a:lnTo>
                    <a:pt x="3141446" y="864235"/>
                  </a:lnTo>
                  <a:lnTo>
                    <a:pt x="3137954" y="911517"/>
                  </a:lnTo>
                  <a:lnTo>
                    <a:pt x="3136785" y="959396"/>
                  </a:lnTo>
                  <a:lnTo>
                    <a:pt x="5055578" y="959396"/>
                  </a:lnTo>
                  <a:close/>
                </a:path>
              </a:pathLst>
            </a:custGeom>
            <a:solidFill>
              <a:srgbClr val="9CD9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 descr=""/>
            <p:cNvSpPr/>
            <p:nvPr/>
          </p:nvSpPr>
          <p:spPr>
            <a:xfrm>
              <a:off x="14921967" y="6292220"/>
              <a:ext cx="417195" cy="102235"/>
            </a:xfrm>
            <a:custGeom>
              <a:avLst/>
              <a:gdLst/>
              <a:ahLst/>
              <a:cxnLst/>
              <a:rect l="l" t="t" r="r" b="b"/>
              <a:pathLst>
                <a:path w="417194" h="102235">
                  <a:moveTo>
                    <a:pt x="320283" y="0"/>
                  </a:moveTo>
                  <a:lnTo>
                    <a:pt x="0" y="0"/>
                  </a:lnTo>
                  <a:lnTo>
                    <a:pt x="96646" y="101640"/>
                  </a:lnTo>
                  <a:lnTo>
                    <a:pt x="416929" y="101640"/>
                  </a:lnTo>
                  <a:lnTo>
                    <a:pt x="416929" y="79306"/>
                  </a:lnTo>
                  <a:lnTo>
                    <a:pt x="320283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 descr=""/>
            <p:cNvSpPr/>
            <p:nvPr/>
          </p:nvSpPr>
          <p:spPr>
            <a:xfrm>
              <a:off x="14825314" y="6292217"/>
              <a:ext cx="193675" cy="102235"/>
            </a:xfrm>
            <a:custGeom>
              <a:avLst/>
              <a:gdLst/>
              <a:ahLst/>
              <a:cxnLst/>
              <a:rect l="l" t="t" r="r" b="b"/>
              <a:pathLst>
                <a:path w="193675" h="102235">
                  <a:moveTo>
                    <a:pt x="96656" y="0"/>
                  </a:moveTo>
                  <a:lnTo>
                    <a:pt x="0" y="79306"/>
                  </a:lnTo>
                  <a:lnTo>
                    <a:pt x="0" y="101640"/>
                  </a:lnTo>
                  <a:lnTo>
                    <a:pt x="193303" y="101640"/>
                  </a:lnTo>
                  <a:lnTo>
                    <a:pt x="193303" y="79306"/>
                  </a:lnTo>
                  <a:lnTo>
                    <a:pt x="96656" y="0"/>
                  </a:lnTo>
                  <a:close/>
                </a:path>
              </a:pathLst>
            </a:custGeom>
            <a:solidFill>
              <a:srgbClr val="9CD9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 descr=""/>
            <p:cNvSpPr/>
            <p:nvPr/>
          </p:nvSpPr>
          <p:spPr>
            <a:xfrm>
              <a:off x="14881250" y="6401555"/>
              <a:ext cx="262255" cy="261620"/>
            </a:xfrm>
            <a:custGeom>
              <a:avLst/>
              <a:gdLst/>
              <a:ahLst/>
              <a:cxnLst/>
              <a:rect l="l" t="t" r="r" b="b"/>
              <a:pathLst>
                <a:path w="262255" h="261620">
                  <a:moveTo>
                    <a:pt x="261988" y="0"/>
                  </a:moveTo>
                  <a:lnTo>
                    <a:pt x="59766" y="0"/>
                  </a:lnTo>
                  <a:lnTo>
                    <a:pt x="59766" y="130670"/>
                  </a:lnTo>
                  <a:lnTo>
                    <a:pt x="0" y="130670"/>
                  </a:lnTo>
                  <a:lnTo>
                    <a:pt x="0" y="261340"/>
                  </a:lnTo>
                  <a:lnTo>
                    <a:pt x="59766" y="261340"/>
                  </a:lnTo>
                  <a:lnTo>
                    <a:pt x="261988" y="261353"/>
                  </a:lnTo>
                  <a:lnTo>
                    <a:pt x="261988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 descr=""/>
            <p:cNvSpPr/>
            <p:nvPr/>
          </p:nvSpPr>
          <p:spPr>
            <a:xfrm>
              <a:off x="14984324" y="6440976"/>
              <a:ext cx="87630" cy="91440"/>
            </a:xfrm>
            <a:custGeom>
              <a:avLst/>
              <a:gdLst/>
              <a:ahLst/>
              <a:cxnLst/>
              <a:rect l="l" t="t" r="r" b="b"/>
              <a:pathLst>
                <a:path w="87630" h="91440">
                  <a:moveTo>
                    <a:pt x="87299" y="0"/>
                  </a:moveTo>
                  <a:lnTo>
                    <a:pt x="74688" y="0"/>
                  </a:lnTo>
                  <a:lnTo>
                    <a:pt x="12623" y="0"/>
                  </a:lnTo>
                  <a:lnTo>
                    <a:pt x="12" y="0"/>
                  </a:lnTo>
                  <a:lnTo>
                    <a:pt x="0" y="12611"/>
                  </a:lnTo>
                  <a:lnTo>
                    <a:pt x="12" y="91262"/>
                  </a:lnTo>
                  <a:lnTo>
                    <a:pt x="12623" y="91262"/>
                  </a:lnTo>
                  <a:lnTo>
                    <a:pt x="12623" y="12611"/>
                  </a:lnTo>
                  <a:lnTo>
                    <a:pt x="74688" y="12611"/>
                  </a:lnTo>
                  <a:lnTo>
                    <a:pt x="74688" y="91262"/>
                  </a:lnTo>
                  <a:lnTo>
                    <a:pt x="87299" y="91262"/>
                  </a:lnTo>
                  <a:lnTo>
                    <a:pt x="87299" y="12611"/>
                  </a:lnTo>
                  <a:lnTo>
                    <a:pt x="87299" y="0"/>
                  </a:lnTo>
                  <a:close/>
                </a:path>
              </a:pathLst>
            </a:custGeom>
            <a:solidFill>
              <a:srgbClr val="9CD9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 descr=""/>
            <p:cNvSpPr/>
            <p:nvPr/>
          </p:nvSpPr>
          <p:spPr>
            <a:xfrm>
              <a:off x="15018614" y="6401555"/>
              <a:ext cx="320675" cy="261620"/>
            </a:xfrm>
            <a:custGeom>
              <a:avLst/>
              <a:gdLst/>
              <a:ahLst/>
              <a:cxnLst/>
              <a:rect l="l" t="t" r="r" b="b"/>
              <a:pathLst>
                <a:path w="320675" h="261620">
                  <a:moveTo>
                    <a:pt x="320281" y="0"/>
                  </a:moveTo>
                  <a:lnTo>
                    <a:pt x="124637" y="0"/>
                  </a:lnTo>
                  <a:lnTo>
                    <a:pt x="124637" y="130670"/>
                  </a:lnTo>
                  <a:lnTo>
                    <a:pt x="0" y="130670"/>
                  </a:lnTo>
                  <a:lnTo>
                    <a:pt x="0" y="261340"/>
                  </a:lnTo>
                  <a:lnTo>
                    <a:pt x="124637" y="261340"/>
                  </a:lnTo>
                  <a:lnTo>
                    <a:pt x="320281" y="261353"/>
                  </a:lnTo>
                  <a:lnTo>
                    <a:pt x="320281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 descr=""/>
            <p:cNvSpPr/>
            <p:nvPr/>
          </p:nvSpPr>
          <p:spPr>
            <a:xfrm>
              <a:off x="14825307" y="6532225"/>
              <a:ext cx="193675" cy="130810"/>
            </a:xfrm>
            <a:custGeom>
              <a:avLst/>
              <a:gdLst/>
              <a:ahLst/>
              <a:cxnLst/>
              <a:rect l="l" t="t" r="r" b="b"/>
              <a:pathLst>
                <a:path w="193675" h="130809">
                  <a:moveTo>
                    <a:pt x="55943" y="0"/>
                  </a:moveTo>
                  <a:lnTo>
                    <a:pt x="0" y="0"/>
                  </a:lnTo>
                  <a:lnTo>
                    <a:pt x="0" y="130670"/>
                  </a:lnTo>
                  <a:lnTo>
                    <a:pt x="55943" y="130670"/>
                  </a:lnTo>
                  <a:lnTo>
                    <a:pt x="55943" y="0"/>
                  </a:lnTo>
                  <a:close/>
                </a:path>
                <a:path w="193675" h="130809">
                  <a:moveTo>
                    <a:pt x="193306" y="0"/>
                  </a:moveTo>
                  <a:lnTo>
                    <a:pt x="137375" y="0"/>
                  </a:lnTo>
                  <a:lnTo>
                    <a:pt x="137375" y="130670"/>
                  </a:lnTo>
                  <a:lnTo>
                    <a:pt x="193306" y="130670"/>
                  </a:lnTo>
                  <a:lnTo>
                    <a:pt x="193306" y="0"/>
                  </a:lnTo>
                  <a:close/>
                </a:path>
              </a:pathLst>
            </a:custGeom>
            <a:solidFill>
              <a:srgbClr val="9CD9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 descr=""/>
            <p:cNvSpPr/>
            <p:nvPr/>
          </p:nvSpPr>
          <p:spPr>
            <a:xfrm>
              <a:off x="14825314" y="6308560"/>
              <a:ext cx="193675" cy="93345"/>
            </a:xfrm>
            <a:custGeom>
              <a:avLst/>
              <a:gdLst/>
              <a:ahLst/>
              <a:cxnLst/>
              <a:rect l="l" t="t" r="r" b="b"/>
              <a:pathLst>
                <a:path w="193675" h="93345">
                  <a:moveTo>
                    <a:pt x="96656" y="0"/>
                  </a:moveTo>
                  <a:lnTo>
                    <a:pt x="0" y="79306"/>
                  </a:lnTo>
                  <a:lnTo>
                    <a:pt x="0" y="92991"/>
                  </a:lnTo>
                  <a:lnTo>
                    <a:pt x="193303" y="92991"/>
                  </a:lnTo>
                  <a:lnTo>
                    <a:pt x="193303" y="79306"/>
                  </a:lnTo>
                  <a:lnTo>
                    <a:pt x="96656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 descr=""/>
            <p:cNvSpPr/>
            <p:nvPr/>
          </p:nvSpPr>
          <p:spPr>
            <a:xfrm>
              <a:off x="14825307" y="6371519"/>
              <a:ext cx="513715" cy="161290"/>
            </a:xfrm>
            <a:custGeom>
              <a:avLst/>
              <a:gdLst/>
              <a:ahLst/>
              <a:cxnLst/>
              <a:rect l="l" t="t" r="r" b="b"/>
              <a:pathLst>
                <a:path w="513715" h="161290">
                  <a:moveTo>
                    <a:pt x="12623" y="30035"/>
                  </a:moveTo>
                  <a:lnTo>
                    <a:pt x="0" y="30035"/>
                  </a:lnTo>
                  <a:lnTo>
                    <a:pt x="0" y="160705"/>
                  </a:lnTo>
                  <a:lnTo>
                    <a:pt x="12623" y="160705"/>
                  </a:lnTo>
                  <a:lnTo>
                    <a:pt x="12623" y="30035"/>
                  </a:lnTo>
                  <a:close/>
                </a:path>
                <a:path w="513715" h="161290">
                  <a:moveTo>
                    <a:pt x="55943" y="30035"/>
                  </a:moveTo>
                  <a:lnTo>
                    <a:pt x="43319" y="30035"/>
                  </a:lnTo>
                  <a:lnTo>
                    <a:pt x="43319" y="160705"/>
                  </a:lnTo>
                  <a:lnTo>
                    <a:pt x="55943" y="160705"/>
                  </a:lnTo>
                  <a:lnTo>
                    <a:pt x="55943" y="30035"/>
                  </a:lnTo>
                  <a:close/>
                </a:path>
                <a:path w="513715" h="161290">
                  <a:moveTo>
                    <a:pt x="149987" y="30035"/>
                  </a:moveTo>
                  <a:lnTo>
                    <a:pt x="137375" y="30035"/>
                  </a:lnTo>
                  <a:lnTo>
                    <a:pt x="137375" y="160705"/>
                  </a:lnTo>
                  <a:lnTo>
                    <a:pt x="149987" y="160705"/>
                  </a:lnTo>
                  <a:lnTo>
                    <a:pt x="149987" y="30035"/>
                  </a:lnTo>
                  <a:close/>
                </a:path>
                <a:path w="513715" h="161290">
                  <a:moveTo>
                    <a:pt x="513575" y="0"/>
                  </a:moveTo>
                  <a:lnTo>
                    <a:pt x="193294" y="0"/>
                  </a:lnTo>
                  <a:lnTo>
                    <a:pt x="193294" y="30035"/>
                  </a:lnTo>
                  <a:lnTo>
                    <a:pt x="180695" y="30035"/>
                  </a:lnTo>
                  <a:lnTo>
                    <a:pt x="180695" y="160705"/>
                  </a:lnTo>
                  <a:lnTo>
                    <a:pt x="193306" y="160705"/>
                  </a:lnTo>
                  <a:lnTo>
                    <a:pt x="193306" y="30035"/>
                  </a:lnTo>
                  <a:lnTo>
                    <a:pt x="513575" y="30035"/>
                  </a:lnTo>
                  <a:lnTo>
                    <a:pt x="513575" y="0"/>
                  </a:lnTo>
                  <a:close/>
                </a:path>
              </a:pathLst>
            </a:custGeom>
            <a:solidFill>
              <a:srgbClr val="9CD9CE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5" name="object 275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5118520" y="6581330"/>
              <a:ext cx="314486" cy="109745"/>
            </a:xfrm>
            <a:prstGeom prst="rect">
              <a:avLst/>
            </a:prstGeom>
          </p:spPr>
        </p:pic>
        <p:sp>
          <p:nvSpPr>
            <p:cNvPr id="276" name="object 276" descr=""/>
            <p:cNvSpPr/>
            <p:nvPr/>
          </p:nvSpPr>
          <p:spPr>
            <a:xfrm>
              <a:off x="14202257" y="5747365"/>
              <a:ext cx="771525" cy="489584"/>
            </a:xfrm>
            <a:custGeom>
              <a:avLst/>
              <a:gdLst/>
              <a:ahLst/>
              <a:cxnLst/>
              <a:rect l="l" t="t" r="r" b="b"/>
              <a:pathLst>
                <a:path w="771525" h="489585">
                  <a:moveTo>
                    <a:pt x="770991" y="177698"/>
                  </a:moveTo>
                  <a:lnTo>
                    <a:pt x="634657" y="0"/>
                  </a:lnTo>
                  <a:lnTo>
                    <a:pt x="498322" y="177698"/>
                  </a:lnTo>
                  <a:lnTo>
                    <a:pt x="0" y="177698"/>
                  </a:lnTo>
                  <a:lnTo>
                    <a:pt x="0" y="489381"/>
                  </a:lnTo>
                  <a:lnTo>
                    <a:pt x="498322" y="489381"/>
                  </a:lnTo>
                  <a:lnTo>
                    <a:pt x="770991" y="489381"/>
                  </a:lnTo>
                  <a:lnTo>
                    <a:pt x="770991" y="177698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 descr=""/>
            <p:cNvSpPr/>
            <p:nvPr/>
          </p:nvSpPr>
          <p:spPr>
            <a:xfrm>
              <a:off x="14202257" y="5747365"/>
              <a:ext cx="635000" cy="466725"/>
            </a:xfrm>
            <a:custGeom>
              <a:avLst/>
              <a:gdLst/>
              <a:ahLst/>
              <a:cxnLst/>
              <a:rect l="l" t="t" r="r" b="b"/>
              <a:pathLst>
                <a:path w="635000" h="466725">
                  <a:moveTo>
                    <a:pt x="139941" y="387477"/>
                  </a:moveTo>
                  <a:lnTo>
                    <a:pt x="88252" y="387477"/>
                  </a:lnTo>
                  <a:lnTo>
                    <a:pt x="88252" y="465010"/>
                  </a:lnTo>
                  <a:lnTo>
                    <a:pt x="139941" y="465010"/>
                  </a:lnTo>
                  <a:lnTo>
                    <a:pt x="139941" y="387477"/>
                  </a:lnTo>
                  <a:close/>
                </a:path>
                <a:path w="635000" h="466725">
                  <a:moveTo>
                    <a:pt x="139941" y="236791"/>
                  </a:moveTo>
                  <a:lnTo>
                    <a:pt x="88252" y="236791"/>
                  </a:lnTo>
                  <a:lnTo>
                    <a:pt x="88252" y="314325"/>
                  </a:lnTo>
                  <a:lnTo>
                    <a:pt x="139941" y="314325"/>
                  </a:lnTo>
                  <a:lnTo>
                    <a:pt x="139941" y="236791"/>
                  </a:lnTo>
                  <a:close/>
                </a:path>
                <a:path w="635000" h="466725">
                  <a:moveTo>
                    <a:pt x="265760" y="388607"/>
                  </a:moveTo>
                  <a:lnTo>
                    <a:pt x="214071" y="388607"/>
                  </a:lnTo>
                  <a:lnTo>
                    <a:pt x="214071" y="466140"/>
                  </a:lnTo>
                  <a:lnTo>
                    <a:pt x="265760" y="466140"/>
                  </a:lnTo>
                  <a:lnTo>
                    <a:pt x="265760" y="388607"/>
                  </a:lnTo>
                  <a:close/>
                </a:path>
                <a:path w="635000" h="466725">
                  <a:moveTo>
                    <a:pt x="265760" y="237921"/>
                  </a:moveTo>
                  <a:lnTo>
                    <a:pt x="214071" y="237921"/>
                  </a:lnTo>
                  <a:lnTo>
                    <a:pt x="214071" y="315455"/>
                  </a:lnTo>
                  <a:lnTo>
                    <a:pt x="265760" y="315455"/>
                  </a:lnTo>
                  <a:lnTo>
                    <a:pt x="265760" y="237921"/>
                  </a:lnTo>
                  <a:close/>
                </a:path>
                <a:path w="635000" h="466725">
                  <a:moveTo>
                    <a:pt x="403872" y="388607"/>
                  </a:moveTo>
                  <a:lnTo>
                    <a:pt x="352196" y="388607"/>
                  </a:lnTo>
                  <a:lnTo>
                    <a:pt x="352196" y="466140"/>
                  </a:lnTo>
                  <a:lnTo>
                    <a:pt x="403872" y="466140"/>
                  </a:lnTo>
                  <a:lnTo>
                    <a:pt x="403872" y="388607"/>
                  </a:lnTo>
                  <a:close/>
                </a:path>
                <a:path w="635000" h="466725">
                  <a:moveTo>
                    <a:pt x="403872" y="237921"/>
                  </a:moveTo>
                  <a:lnTo>
                    <a:pt x="352196" y="237921"/>
                  </a:lnTo>
                  <a:lnTo>
                    <a:pt x="352196" y="315455"/>
                  </a:lnTo>
                  <a:lnTo>
                    <a:pt x="403872" y="315455"/>
                  </a:lnTo>
                  <a:lnTo>
                    <a:pt x="403872" y="237921"/>
                  </a:lnTo>
                  <a:close/>
                </a:path>
                <a:path w="635000" h="466725">
                  <a:moveTo>
                    <a:pt x="634644" y="0"/>
                  </a:moveTo>
                  <a:lnTo>
                    <a:pt x="136334" y="0"/>
                  </a:lnTo>
                  <a:lnTo>
                    <a:pt x="0" y="177698"/>
                  </a:lnTo>
                  <a:lnTo>
                    <a:pt x="498322" y="177698"/>
                  </a:lnTo>
                  <a:lnTo>
                    <a:pt x="634644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 descr=""/>
            <p:cNvSpPr/>
            <p:nvPr/>
          </p:nvSpPr>
          <p:spPr>
            <a:xfrm>
              <a:off x="13460014" y="5462914"/>
              <a:ext cx="283845" cy="481965"/>
            </a:xfrm>
            <a:custGeom>
              <a:avLst/>
              <a:gdLst/>
              <a:ahLst/>
              <a:cxnLst/>
              <a:rect l="l" t="t" r="r" b="b"/>
              <a:pathLst>
                <a:path w="283844" h="481964">
                  <a:moveTo>
                    <a:pt x="162926" y="0"/>
                  </a:moveTo>
                  <a:lnTo>
                    <a:pt x="0" y="206454"/>
                  </a:lnTo>
                  <a:lnTo>
                    <a:pt x="0" y="481807"/>
                  </a:lnTo>
                  <a:lnTo>
                    <a:pt x="283373" y="481807"/>
                  </a:lnTo>
                  <a:lnTo>
                    <a:pt x="283373" y="206454"/>
                  </a:lnTo>
                  <a:lnTo>
                    <a:pt x="162926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 descr=""/>
            <p:cNvSpPr/>
            <p:nvPr/>
          </p:nvSpPr>
          <p:spPr>
            <a:xfrm>
              <a:off x="13019770" y="5669377"/>
              <a:ext cx="440690" cy="275590"/>
            </a:xfrm>
            <a:custGeom>
              <a:avLst/>
              <a:gdLst/>
              <a:ahLst/>
              <a:cxnLst/>
              <a:rect l="l" t="t" r="r" b="b"/>
              <a:pathLst>
                <a:path w="440690" h="275589">
                  <a:moveTo>
                    <a:pt x="440248" y="0"/>
                  </a:moveTo>
                  <a:lnTo>
                    <a:pt x="0" y="0"/>
                  </a:lnTo>
                  <a:lnTo>
                    <a:pt x="0" y="275352"/>
                  </a:lnTo>
                  <a:lnTo>
                    <a:pt x="440248" y="275352"/>
                  </a:lnTo>
                  <a:lnTo>
                    <a:pt x="440248" y="0"/>
                  </a:lnTo>
                  <a:close/>
                </a:path>
              </a:pathLst>
            </a:custGeom>
            <a:solidFill>
              <a:srgbClr val="9592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 descr=""/>
            <p:cNvSpPr/>
            <p:nvPr/>
          </p:nvSpPr>
          <p:spPr>
            <a:xfrm>
              <a:off x="13019771" y="5462917"/>
              <a:ext cx="603250" cy="207010"/>
            </a:xfrm>
            <a:custGeom>
              <a:avLst/>
              <a:gdLst/>
              <a:ahLst/>
              <a:cxnLst/>
              <a:rect l="l" t="t" r="r" b="b"/>
              <a:pathLst>
                <a:path w="603250" h="207010">
                  <a:moveTo>
                    <a:pt x="603175" y="0"/>
                  </a:moveTo>
                  <a:lnTo>
                    <a:pt x="162926" y="0"/>
                  </a:lnTo>
                  <a:lnTo>
                    <a:pt x="0" y="206454"/>
                  </a:lnTo>
                  <a:lnTo>
                    <a:pt x="440237" y="206454"/>
                  </a:lnTo>
                  <a:lnTo>
                    <a:pt x="603175" y="0"/>
                  </a:lnTo>
                  <a:close/>
                </a:path>
              </a:pathLst>
            </a:custGeom>
            <a:solidFill>
              <a:srgbClr val="9CD9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 descr=""/>
            <p:cNvSpPr/>
            <p:nvPr/>
          </p:nvSpPr>
          <p:spPr>
            <a:xfrm>
              <a:off x="13097726" y="5686253"/>
              <a:ext cx="279400" cy="69850"/>
            </a:xfrm>
            <a:custGeom>
              <a:avLst/>
              <a:gdLst/>
              <a:ahLst/>
              <a:cxnLst/>
              <a:rect l="l" t="t" r="r" b="b"/>
              <a:pathLst>
                <a:path w="279400" h="69850">
                  <a:moveTo>
                    <a:pt x="45656" y="0"/>
                  </a:moveTo>
                  <a:lnTo>
                    <a:pt x="0" y="0"/>
                  </a:lnTo>
                  <a:lnTo>
                    <a:pt x="0" y="68491"/>
                  </a:lnTo>
                  <a:lnTo>
                    <a:pt x="45656" y="68491"/>
                  </a:lnTo>
                  <a:lnTo>
                    <a:pt x="45656" y="0"/>
                  </a:lnTo>
                  <a:close/>
                </a:path>
                <a:path w="279400" h="69850">
                  <a:moveTo>
                    <a:pt x="156819" y="1003"/>
                  </a:moveTo>
                  <a:lnTo>
                    <a:pt x="111163" y="1003"/>
                  </a:lnTo>
                  <a:lnTo>
                    <a:pt x="111163" y="69494"/>
                  </a:lnTo>
                  <a:lnTo>
                    <a:pt x="156819" y="69494"/>
                  </a:lnTo>
                  <a:lnTo>
                    <a:pt x="156819" y="1003"/>
                  </a:lnTo>
                  <a:close/>
                </a:path>
                <a:path w="279400" h="69850">
                  <a:moveTo>
                    <a:pt x="278828" y="1003"/>
                  </a:moveTo>
                  <a:lnTo>
                    <a:pt x="233184" y="1003"/>
                  </a:lnTo>
                  <a:lnTo>
                    <a:pt x="233184" y="69494"/>
                  </a:lnTo>
                  <a:lnTo>
                    <a:pt x="278828" y="69494"/>
                  </a:lnTo>
                  <a:lnTo>
                    <a:pt x="278828" y="1003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 descr=""/>
            <p:cNvSpPr/>
            <p:nvPr/>
          </p:nvSpPr>
          <p:spPr>
            <a:xfrm>
              <a:off x="13374786" y="5758641"/>
              <a:ext cx="85725" cy="89535"/>
            </a:xfrm>
            <a:custGeom>
              <a:avLst/>
              <a:gdLst/>
              <a:ahLst/>
              <a:cxnLst/>
              <a:rect l="l" t="t" r="r" b="b"/>
              <a:pathLst>
                <a:path w="85725" h="89535">
                  <a:moveTo>
                    <a:pt x="85222" y="0"/>
                  </a:moveTo>
                  <a:lnTo>
                    <a:pt x="0" y="0"/>
                  </a:lnTo>
                  <a:lnTo>
                    <a:pt x="0" y="89253"/>
                  </a:lnTo>
                  <a:lnTo>
                    <a:pt x="85222" y="89253"/>
                  </a:lnTo>
                  <a:lnTo>
                    <a:pt x="85222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 descr=""/>
            <p:cNvSpPr/>
            <p:nvPr/>
          </p:nvSpPr>
          <p:spPr>
            <a:xfrm>
              <a:off x="12948356" y="5772208"/>
              <a:ext cx="511809" cy="76200"/>
            </a:xfrm>
            <a:custGeom>
              <a:avLst/>
              <a:gdLst/>
              <a:ahLst/>
              <a:cxnLst/>
              <a:rect l="l" t="t" r="r" b="b"/>
              <a:pathLst>
                <a:path w="511809" h="76200">
                  <a:moveTo>
                    <a:pt x="511659" y="0"/>
                  </a:moveTo>
                  <a:lnTo>
                    <a:pt x="71411" y="31"/>
                  </a:lnTo>
                  <a:lnTo>
                    <a:pt x="0" y="75777"/>
                  </a:lnTo>
                  <a:lnTo>
                    <a:pt x="426437" y="75683"/>
                  </a:lnTo>
                  <a:lnTo>
                    <a:pt x="511659" y="0"/>
                  </a:lnTo>
                  <a:close/>
                </a:path>
              </a:pathLst>
            </a:custGeom>
            <a:solidFill>
              <a:srgbClr val="66C4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 descr=""/>
            <p:cNvSpPr/>
            <p:nvPr/>
          </p:nvSpPr>
          <p:spPr>
            <a:xfrm>
              <a:off x="13019606" y="5755723"/>
              <a:ext cx="440690" cy="17145"/>
            </a:xfrm>
            <a:custGeom>
              <a:avLst/>
              <a:gdLst/>
              <a:ahLst/>
              <a:cxnLst/>
              <a:rect l="l" t="t" r="r" b="b"/>
              <a:pathLst>
                <a:path w="440690" h="17145">
                  <a:moveTo>
                    <a:pt x="440405" y="0"/>
                  </a:moveTo>
                  <a:lnTo>
                    <a:pt x="0" y="94"/>
                  </a:lnTo>
                  <a:lnTo>
                    <a:pt x="0" y="16585"/>
                  </a:lnTo>
                  <a:lnTo>
                    <a:pt x="440405" y="16491"/>
                  </a:lnTo>
                  <a:lnTo>
                    <a:pt x="440405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 descr=""/>
            <p:cNvSpPr/>
            <p:nvPr/>
          </p:nvSpPr>
          <p:spPr>
            <a:xfrm>
              <a:off x="13081406" y="5847898"/>
              <a:ext cx="300990" cy="97155"/>
            </a:xfrm>
            <a:custGeom>
              <a:avLst/>
              <a:gdLst/>
              <a:ahLst/>
              <a:cxnLst/>
              <a:rect l="l" t="t" r="r" b="b"/>
              <a:pathLst>
                <a:path w="300990" h="97154">
                  <a:moveTo>
                    <a:pt x="119049" y="0"/>
                  </a:moveTo>
                  <a:lnTo>
                    <a:pt x="0" y="0"/>
                  </a:lnTo>
                  <a:lnTo>
                    <a:pt x="0" y="96837"/>
                  </a:lnTo>
                  <a:lnTo>
                    <a:pt x="119049" y="96837"/>
                  </a:lnTo>
                  <a:lnTo>
                    <a:pt x="119049" y="0"/>
                  </a:lnTo>
                  <a:close/>
                </a:path>
                <a:path w="300990" h="97154">
                  <a:moveTo>
                    <a:pt x="300405" y="0"/>
                  </a:moveTo>
                  <a:lnTo>
                    <a:pt x="181356" y="0"/>
                  </a:lnTo>
                  <a:lnTo>
                    <a:pt x="181356" y="96837"/>
                  </a:lnTo>
                  <a:lnTo>
                    <a:pt x="300405" y="96837"/>
                  </a:lnTo>
                  <a:lnTo>
                    <a:pt x="300405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 descr=""/>
            <p:cNvSpPr/>
            <p:nvPr/>
          </p:nvSpPr>
          <p:spPr>
            <a:xfrm>
              <a:off x="11968713" y="5509800"/>
              <a:ext cx="226060" cy="431800"/>
            </a:xfrm>
            <a:custGeom>
              <a:avLst/>
              <a:gdLst/>
              <a:ahLst/>
              <a:cxnLst/>
              <a:rect l="l" t="t" r="r" b="b"/>
              <a:pathLst>
                <a:path w="226059" h="431800">
                  <a:moveTo>
                    <a:pt x="0" y="431473"/>
                  </a:moveTo>
                  <a:lnTo>
                    <a:pt x="225532" y="431473"/>
                  </a:lnTo>
                  <a:lnTo>
                    <a:pt x="225532" y="0"/>
                  </a:lnTo>
                  <a:lnTo>
                    <a:pt x="0" y="0"/>
                  </a:lnTo>
                  <a:lnTo>
                    <a:pt x="0" y="431473"/>
                  </a:lnTo>
                  <a:close/>
                </a:path>
              </a:pathLst>
            </a:custGeom>
            <a:solidFill>
              <a:srgbClr val="9CD9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 descr=""/>
            <p:cNvSpPr/>
            <p:nvPr/>
          </p:nvSpPr>
          <p:spPr>
            <a:xfrm>
              <a:off x="12194246" y="5509800"/>
              <a:ext cx="227329" cy="203835"/>
            </a:xfrm>
            <a:custGeom>
              <a:avLst/>
              <a:gdLst/>
              <a:ahLst/>
              <a:cxnLst/>
              <a:rect l="l" t="t" r="r" b="b"/>
              <a:pathLst>
                <a:path w="227329" h="203835">
                  <a:moveTo>
                    <a:pt x="0" y="203334"/>
                  </a:moveTo>
                  <a:lnTo>
                    <a:pt x="227312" y="203334"/>
                  </a:lnTo>
                  <a:lnTo>
                    <a:pt x="227312" y="0"/>
                  </a:lnTo>
                  <a:lnTo>
                    <a:pt x="0" y="0"/>
                  </a:lnTo>
                  <a:lnTo>
                    <a:pt x="0" y="203334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 descr=""/>
            <p:cNvSpPr/>
            <p:nvPr/>
          </p:nvSpPr>
          <p:spPr>
            <a:xfrm>
              <a:off x="12019738" y="5818943"/>
              <a:ext cx="60325" cy="122555"/>
            </a:xfrm>
            <a:custGeom>
              <a:avLst/>
              <a:gdLst/>
              <a:ahLst/>
              <a:cxnLst/>
              <a:rect l="l" t="t" r="r" b="b"/>
              <a:pathLst>
                <a:path w="60325" h="122554">
                  <a:moveTo>
                    <a:pt x="59903" y="0"/>
                  </a:moveTo>
                  <a:lnTo>
                    <a:pt x="0" y="0"/>
                  </a:lnTo>
                  <a:lnTo>
                    <a:pt x="0" y="122320"/>
                  </a:lnTo>
                  <a:lnTo>
                    <a:pt x="59903" y="122320"/>
                  </a:lnTo>
                  <a:lnTo>
                    <a:pt x="59903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 descr=""/>
            <p:cNvSpPr/>
            <p:nvPr/>
          </p:nvSpPr>
          <p:spPr>
            <a:xfrm>
              <a:off x="12194141" y="5713134"/>
              <a:ext cx="399415" cy="228600"/>
            </a:xfrm>
            <a:custGeom>
              <a:avLst/>
              <a:gdLst/>
              <a:ahLst/>
              <a:cxnLst/>
              <a:rect l="l" t="t" r="r" b="b"/>
              <a:pathLst>
                <a:path w="399415" h="228600">
                  <a:moveTo>
                    <a:pt x="399338" y="0"/>
                  </a:moveTo>
                  <a:lnTo>
                    <a:pt x="0" y="0"/>
                  </a:lnTo>
                  <a:lnTo>
                    <a:pt x="0" y="228139"/>
                  </a:lnTo>
                  <a:lnTo>
                    <a:pt x="399338" y="228139"/>
                  </a:lnTo>
                  <a:lnTo>
                    <a:pt x="399338" y="0"/>
                  </a:lnTo>
                  <a:close/>
                </a:path>
              </a:pathLst>
            </a:custGeom>
            <a:solidFill>
              <a:srgbClr val="9CD9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 descr=""/>
            <p:cNvSpPr/>
            <p:nvPr/>
          </p:nvSpPr>
          <p:spPr>
            <a:xfrm>
              <a:off x="12194145" y="5612118"/>
              <a:ext cx="285750" cy="101600"/>
            </a:xfrm>
            <a:custGeom>
              <a:avLst/>
              <a:gdLst/>
              <a:ahLst/>
              <a:cxnLst/>
              <a:rect l="l" t="t" r="r" b="b"/>
              <a:pathLst>
                <a:path w="285750" h="101600">
                  <a:moveTo>
                    <a:pt x="285677" y="0"/>
                  </a:moveTo>
                  <a:lnTo>
                    <a:pt x="95222" y="0"/>
                  </a:lnTo>
                  <a:lnTo>
                    <a:pt x="0" y="101012"/>
                  </a:lnTo>
                  <a:lnTo>
                    <a:pt x="285677" y="101012"/>
                  </a:lnTo>
                  <a:lnTo>
                    <a:pt x="285677" y="0"/>
                  </a:lnTo>
                  <a:close/>
                </a:path>
              </a:pathLst>
            </a:custGeom>
            <a:solidFill>
              <a:srgbClr val="66C4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 descr=""/>
            <p:cNvSpPr/>
            <p:nvPr/>
          </p:nvSpPr>
          <p:spPr>
            <a:xfrm>
              <a:off x="12366166" y="5612118"/>
              <a:ext cx="227329" cy="329565"/>
            </a:xfrm>
            <a:custGeom>
              <a:avLst/>
              <a:gdLst/>
              <a:ahLst/>
              <a:cxnLst/>
              <a:rect l="l" t="t" r="r" b="b"/>
              <a:pathLst>
                <a:path w="227329" h="329564">
                  <a:moveTo>
                    <a:pt x="113650" y="0"/>
                  </a:moveTo>
                  <a:lnTo>
                    <a:pt x="0" y="101012"/>
                  </a:lnTo>
                  <a:lnTo>
                    <a:pt x="0" y="329152"/>
                  </a:lnTo>
                  <a:lnTo>
                    <a:pt x="227312" y="329152"/>
                  </a:lnTo>
                  <a:lnTo>
                    <a:pt x="227312" y="101012"/>
                  </a:lnTo>
                  <a:lnTo>
                    <a:pt x="113650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 descr=""/>
            <p:cNvSpPr/>
            <p:nvPr/>
          </p:nvSpPr>
          <p:spPr>
            <a:xfrm>
              <a:off x="11998401" y="5595397"/>
              <a:ext cx="450850" cy="346075"/>
            </a:xfrm>
            <a:custGeom>
              <a:avLst/>
              <a:gdLst/>
              <a:ahLst/>
              <a:cxnLst/>
              <a:rect l="l" t="t" r="r" b="b"/>
              <a:pathLst>
                <a:path w="450850" h="346075">
                  <a:moveTo>
                    <a:pt x="26174" y="0"/>
                  </a:moveTo>
                  <a:lnTo>
                    <a:pt x="0" y="0"/>
                  </a:lnTo>
                  <a:lnTo>
                    <a:pt x="0" y="117741"/>
                  </a:lnTo>
                  <a:lnTo>
                    <a:pt x="26174" y="117741"/>
                  </a:lnTo>
                  <a:lnTo>
                    <a:pt x="26174" y="0"/>
                  </a:lnTo>
                  <a:close/>
                </a:path>
                <a:path w="450850" h="346075">
                  <a:moveTo>
                    <a:pt x="101384" y="0"/>
                  </a:moveTo>
                  <a:lnTo>
                    <a:pt x="75209" y="0"/>
                  </a:lnTo>
                  <a:lnTo>
                    <a:pt x="75209" y="117741"/>
                  </a:lnTo>
                  <a:lnTo>
                    <a:pt x="101384" y="117741"/>
                  </a:lnTo>
                  <a:lnTo>
                    <a:pt x="101384" y="0"/>
                  </a:lnTo>
                  <a:close/>
                </a:path>
                <a:path w="450850" h="346075">
                  <a:moveTo>
                    <a:pt x="306654" y="223545"/>
                  </a:moveTo>
                  <a:lnTo>
                    <a:pt x="246748" y="223545"/>
                  </a:lnTo>
                  <a:lnTo>
                    <a:pt x="246748" y="345871"/>
                  </a:lnTo>
                  <a:lnTo>
                    <a:pt x="306654" y="345871"/>
                  </a:lnTo>
                  <a:lnTo>
                    <a:pt x="306654" y="223545"/>
                  </a:lnTo>
                  <a:close/>
                </a:path>
                <a:path w="450850" h="346075">
                  <a:moveTo>
                    <a:pt x="450748" y="155003"/>
                  </a:moveTo>
                  <a:lnTo>
                    <a:pt x="424561" y="155003"/>
                  </a:lnTo>
                  <a:lnTo>
                    <a:pt x="424561" y="191350"/>
                  </a:lnTo>
                  <a:lnTo>
                    <a:pt x="450748" y="191350"/>
                  </a:lnTo>
                  <a:lnTo>
                    <a:pt x="450748" y="155003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 descr=""/>
            <p:cNvSpPr/>
            <p:nvPr/>
          </p:nvSpPr>
          <p:spPr>
            <a:xfrm>
              <a:off x="12255532" y="5945065"/>
              <a:ext cx="111125" cy="116205"/>
            </a:xfrm>
            <a:custGeom>
              <a:avLst/>
              <a:gdLst/>
              <a:ahLst/>
              <a:cxnLst/>
              <a:rect l="l" t="t" r="r" b="b"/>
              <a:pathLst>
                <a:path w="111125" h="116204">
                  <a:moveTo>
                    <a:pt x="110635" y="0"/>
                  </a:moveTo>
                  <a:lnTo>
                    <a:pt x="0" y="0"/>
                  </a:lnTo>
                  <a:lnTo>
                    <a:pt x="0" y="115870"/>
                  </a:lnTo>
                  <a:lnTo>
                    <a:pt x="110635" y="115870"/>
                  </a:lnTo>
                  <a:lnTo>
                    <a:pt x="110635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 descr=""/>
            <p:cNvSpPr/>
            <p:nvPr/>
          </p:nvSpPr>
          <p:spPr>
            <a:xfrm>
              <a:off x="11876215" y="5962594"/>
              <a:ext cx="490220" cy="98425"/>
            </a:xfrm>
            <a:custGeom>
              <a:avLst/>
              <a:gdLst/>
              <a:ahLst/>
              <a:cxnLst/>
              <a:rect l="l" t="t" r="r" b="b"/>
              <a:pathLst>
                <a:path w="490220" h="98425">
                  <a:moveTo>
                    <a:pt x="489953" y="83"/>
                  </a:moveTo>
                  <a:lnTo>
                    <a:pt x="92709" y="0"/>
                  </a:lnTo>
                  <a:lnTo>
                    <a:pt x="0" y="98332"/>
                  </a:lnTo>
                  <a:lnTo>
                    <a:pt x="379318" y="98332"/>
                  </a:lnTo>
                  <a:lnTo>
                    <a:pt x="489953" y="83"/>
                  </a:lnTo>
                  <a:close/>
                </a:path>
              </a:pathLst>
            </a:custGeom>
            <a:solidFill>
              <a:srgbClr val="66C4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 descr=""/>
            <p:cNvSpPr/>
            <p:nvPr/>
          </p:nvSpPr>
          <p:spPr>
            <a:xfrm>
              <a:off x="11968708" y="5941281"/>
              <a:ext cx="624840" cy="256540"/>
            </a:xfrm>
            <a:custGeom>
              <a:avLst/>
              <a:gdLst/>
              <a:ahLst/>
              <a:cxnLst/>
              <a:rect l="l" t="t" r="r" b="b"/>
              <a:pathLst>
                <a:path w="624840" h="256539">
                  <a:moveTo>
                    <a:pt x="624763" y="0"/>
                  </a:moveTo>
                  <a:lnTo>
                    <a:pt x="397459" y="0"/>
                  </a:lnTo>
                  <a:lnTo>
                    <a:pt x="0" y="0"/>
                  </a:lnTo>
                  <a:lnTo>
                    <a:pt x="0" y="21399"/>
                  </a:lnTo>
                  <a:lnTo>
                    <a:pt x="397459" y="21399"/>
                  </a:lnTo>
                  <a:lnTo>
                    <a:pt x="397459" y="256019"/>
                  </a:lnTo>
                  <a:lnTo>
                    <a:pt x="624763" y="256019"/>
                  </a:lnTo>
                  <a:lnTo>
                    <a:pt x="624763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 descr=""/>
            <p:cNvSpPr/>
            <p:nvPr/>
          </p:nvSpPr>
          <p:spPr>
            <a:xfrm>
              <a:off x="11959666" y="6060928"/>
              <a:ext cx="407034" cy="136525"/>
            </a:xfrm>
            <a:custGeom>
              <a:avLst/>
              <a:gdLst/>
              <a:ahLst/>
              <a:cxnLst/>
              <a:rect l="l" t="t" r="r" b="b"/>
              <a:pathLst>
                <a:path w="407034" h="136525">
                  <a:moveTo>
                    <a:pt x="28067" y="0"/>
                  </a:moveTo>
                  <a:lnTo>
                    <a:pt x="0" y="0"/>
                  </a:lnTo>
                  <a:lnTo>
                    <a:pt x="0" y="136359"/>
                  </a:lnTo>
                  <a:lnTo>
                    <a:pt x="28067" y="136359"/>
                  </a:lnTo>
                  <a:lnTo>
                    <a:pt x="28067" y="0"/>
                  </a:lnTo>
                  <a:close/>
                </a:path>
                <a:path w="407034" h="136525">
                  <a:moveTo>
                    <a:pt x="285483" y="0"/>
                  </a:moveTo>
                  <a:lnTo>
                    <a:pt x="182613" y="0"/>
                  </a:lnTo>
                  <a:lnTo>
                    <a:pt x="182613" y="136359"/>
                  </a:lnTo>
                  <a:lnTo>
                    <a:pt x="285483" y="136359"/>
                  </a:lnTo>
                  <a:lnTo>
                    <a:pt x="285483" y="0"/>
                  </a:lnTo>
                  <a:close/>
                </a:path>
                <a:path w="407034" h="136525">
                  <a:moveTo>
                    <a:pt x="406501" y="0"/>
                  </a:moveTo>
                  <a:lnTo>
                    <a:pt x="351167" y="0"/>
                  </a:lnTo>
                  <a:lnTo>
                    <a:pt x="351167" y="136359"/>
                  </a:lnTo>
                  <a:lnTo>
                    <a:pt x="406501" y="136359"/>
                  </a:lnTo>
                  <a:lnTo>
                    <a:pt x="406501" y="0"/>
                  </a:lnTo>
                  <a:close/>
                </a:path>
              </a:pathLst>
            </a:custGeom>
            <a:solidFill>
              <a:srgbClr val="9CD9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 descr=""/>
            <p:cNvSpPr/>
            <p:nvPr/>
          </p:nvSpPr>
          <p:spPr>
            <a:xfrm>
              <a:off x="11987733" y="6060928"/>
              <a:ext cx="323215" cy="136525"/>
            </a:xfrm>
            <a:custGeom>
              <a:avLst/>
              <a:gdLst/>
              <a:ahLst/>
              <a:cxnLst/>
              <a:rect l="l" t="t" r="r" b="b"/>
              <a:pathLst>
                <a:path w="323215" h="136525">
                  <a:moveTo>
                    <a:pt x="154546" y="0"/>
                  </a:moveTo>
                  <a:lnTo>
                    <a:pt x="0" y="0"/>
                  </a:lnTo>
                  <a:lnTo>
                    <a:pt x="0" y="136359"/>
                  </a:lnTo>
                  <a:lnTo>
                    <a:pt x="154546" y="136359"/>
                  </a:lnTo>
                  <a:lnTo>
                    <a:pt x="154546" y="0"/>
                  </a:lnTo>
                  <a:close/>
                </a:path>
                <a:path w="323215" h="136525">
                  <a:moveTo>
                    <a:pt x="323100" y="0"/>
                  </a:moveTo>
                  <a:lnTo>
                    <a:pt x="257416" y="0"/>
                  </a:lnTo>
                  <a:lnTo>
                    <a:pt x="257416" y="136359"/>
                  </a:lnTo>
                  <a:lnTo>
                    <a:pt x="323100" y="136359"/>
                  </a:lnTo>
                  <a:lnTo>
                    <a:pt x="323100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 descr=""/>
            <p:cNvSpPr/>
            <p:nvPr/>
          </p:nvSpPr>
          <p:spPr>
            <a:xfrm>
              <a:off x="12099966" y="5713134"/>
              <a:ext cx="94615" cy="78105"/>
            </a:xfrm>
            <a:custGeom>
              <a:avLst/>
              <a:gdLst/>
              <a:ahLst/>
              <a:cxnLst/>
              <a:rect l="l" t="t" r="r" b="b"/>
              <a:pathLst>
                <a:path w="94615" h="78104">
                  <a:moveTo>
                    <a:pt x="94175" y="0"/>
                  </a:moveTo>
                  <a:lnTo>
                    <a:pt x="0" y="0"/>
                  </a:lnTo>
                  <a:lnTo>
                    <a:pt x="0" y="77620"/>
                  </a:lnTo>
                  <a:lnTo>
                    <a:pt x="94175" y="77620"/>
                  </a:lnTo>
                  <a:lnTo>
                    <a:pt x="94175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 descr=""/>
            <p:cNvSpPr/>
            <p:nvPr/>
          </p:nvSpPr>
          <p:spPr>
            <a:xfrm>
              <a:off x="11900391" y="5713134"/>
              <a:ext cx="199390" cy="78105"/>
            </a:xfrm>
            <a:custGeom>
              <a:avLst/>
              <a:gdLst/>
              <a:ahLst/>
              <a:cxnLst/>
              <a:rect l="l" t="t" r="r" b="b"/>
              <a:pathLst>
                <a:path w="199390" h="78104">
                  <a:moveTo>
                    <a:pt x="199386" y="0"/>
                  </a:moveTo>
                  <a:lnTo>
                    <a:pt x="0" y="0"/>
                  </a:lnTo>
                  <a:lnTo>
                    <a:pt x="0" y="77620"/>
                  </a:lnTo>
                  <a:lnTo>
                    <a:pt x="199386" y="77620"/>
                  </a:lnTo>
                  <a:lnTo>
                    <a:pt x="199386" y="0"/>
                  </a:lnTo>
                  <a:close/>
                </a:path>
              </a:pathLst>
            </a:custGeom>
            <a:solidFill>
              <a:srgbClr val="66C4B3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00" name="object 300" descr=""/>
          <p:cNvGrpSpPr/>
          <p:nvPr/>
        </p:nvGrpSpPr>
        <p:grpSpPr>
          <a:xfrm>
            <a:off x="9779971" y="6045721"/>
            <a:ext cx="1521460" cy="1451610"/>
            <a:chOff x="9779971" y="6045721"/>
            <a:chExt cx="1521460" cy="1451610"/>
          </a:xfrm>
        </p:grpSpPr>
        <p:pic>
          <p:nvPicPr>
            <p:cNvPr id="301" name="object 301" descr="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0244165" y="6593299"/>
              <a:ext cx="183114" cy="129891"/>
            </a:xfrm>
            <a:prstGeom prst="rect">
              <a:avLst/>
            </a:prstGeom>
          </p:spPr>
        </p:pic>
        <p:sp>
          <p:nvSpPr>
            <p:cNvPr id="302" name="object 302" descr=""/>
            <p:cNvSpPr/>
            <p:nvPr/>
          </p:nvSpPr>
          <p:spPr>
            <a:xfrm>
              <a:off x="10226871" y="6421804"/>
              <a:ext cx="34925" cy="423545"/>
            </a:xfrm>
            <a:custGeom>
              <a:avLst/>
              <a:gdLst/>
              <a:ahLst/>
              <a:cxnLst/>
              <a:rect l="l" t="t" r="r" b="b"/>
              <a:pathLst>
                <a:path w="34925" h="423545">
                  <a:moveTo>
                    <a:pt x="34574" y="0"/>
                  </a:moveTo>
                  <a:lnTo>
                    <a:pt x="0" y="0"/>
                  </a:lnTo>
                  <a:lnTo>
                    <a:pt x="0" y="423494"/>
                  </a:lnTo>
                  <a:lnTo>
                    <a:pt x="34574" y="423494"/>
                  </a:lnTo>
                  <a:lnTo>
                    <a:pt x="34574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 descr=""/>
            <p:cNvSpPr/>
            <p:nvPr/>
          </p:nvSpPr>
          <p:spPr>
            <a:xfrm>
              <a:off x="10023818" y="6045726"/>
              <a:ext cx="556895" cy="578485"/>
            </a:xfrm>
            <a:custGeom>
              <a:avLst/>
              <a:gdLst/>
              <a:ahLst/>
              <a:cxnLst/>
              <a:rect l="l" t="t" r="r" b="b"/>
              <a:pathLst>
                <a:path w="556895" h="578484">
                  <a:moveTo>
                    <a:pt x="556615" y="328206"/>
                  </a:moveTo>
                  <a:lnTo>
                    <a:pt x="546925" y="280238"/>
                  </a:lnTo>
                  <a:lnTo>
                    <a:pt x="520522" y="241071"/>
                  </a:lnTo>
                  <a:lnTo>
                    <a:pt x="481355" y="214668"/>
                  </a:lnTo>
                  <a:lnTo>
                    <a:pt x="433387" y="204978"/>
                  </a:lnTo>
                  <a:lnTo>
                    <a:pt x="385432" y="214668"/>
                  </a:lnTo>
                  <a:lnTo>
                    <a:pt x="383832" y="215747"/>
                  </a:lnTo>
                  <a:lnTo>
                    <a:pt x="383832" y="191922"/>
                  </a:lnTo>
                  <a:lnTo>
                    <a:pt x="378764" y="147916"/>
                  </a:lnTo>
                  <a:lnTo>
                    <a:pt x="364324" y="107518"/>
                  </a:lnTo>
                  <a:lnTo>
                    <a:pt x="341680" y="71882"/>
                  </a:lnTo>
                  <a:lnTo>
                    <a:pt x="311950" y="42164"/>
                  </a:lnTo>
                  <a:lnTo>
                    <a:pt x="276313" y="19507"/>
                  </a:lnTo>
                  <a:lnTo>
                    <a:pt x="235927" y="5067"/>
                  </a:lnTo>
                  <a:lnTo>
                    <a:pt x="191922" y="0"/>
                  </a:lnTo>
                  <a:lnTo>
                    <a:pt x="147904" y="5067"/>
                  </a:lnTo>
                  <a:lnTo>
                    <a:pt x="107518" y="19507"/>
                  </a:lnTo>
                  <a:lnTo>
                    <a:pt x="71882" y="42164"/>
                  </a:lnTo>
                  <a:lnTo>
                    <a:pt x="42151" y="71882"/>
                  </a:lnTo>
                  <a:lnTo>
                    <a:pt x="19507" y="107518"/>
                  </a:lnTo>
                  <a:lnTo>
                    <a:pt x="5067" y="147916"/>
                  </a:lnTo>
                  <a:lnTo>
                    <a:pt x="0" y="191922"/>
                  </a:lnTo>
                  <a:lnTo>
                    <a:pt x="0" y="386549"/>
                  </a:lnTo>
                  <a:lnTo>
                    <a:pt x="5067" y="430555"/>
                  </a:lnTo>
                  <a:lnTo>
                    <a:pt x="19507" y="470954"/>
                  </a:lnTo>
                  <a:lnTo>
                    <a:pt x="42151" y="506590"/>
                  </a:lnTo>
                  <a:lnTo>
                    <a:pt x="71882" y="536308"/>
                  </a:lnTo>
                  <a:lnTo>
                    <a:pt x="107518" y="558965"/>
                  </a:lnTo>
                  <a:lnTo>
                    <a:pt x="147904" y="573405"/>
                  </a:lnTo>
                  <a:lnTo>
                    <a:pt x="191922" y="578472"/>
                  </a:lnTo>
                  <a:lnTo>
                    <a:pt x="235927" y="573405"/>
                  </a:lnTo>
                  <a:lnTo>
                    <a:pt x="276313" y="558965"/>
                  </a:lnTo>
                  <a:lnTo>
                    <a:pt x="311950" y="536308"/>
                  </a:lnTo>
                  <a:lnTo>
                    <a:pt x="330835" y="517423"/>
                  </a:lnTo>
                  <a:lnTo>
                    <a:pt x="346265" y="540283"/>
                  </a:lnTo>
                  <a:lnTo>
                    <a:pt x="385432" y="566686"/>
                  </a:lnTo>
                  <a:lnTo>
                    <a:pt x="433387" y="576376"/>
                  </a:lnTo>
                  <a:lnTo>
                    <a:pt x="481355" y="566686"/>
                  </a:lnTo>
                  <a:lnTo>
                    <a:pt x="520522" y="540283"/>
                  </a:lnTo>
                  <a:lnTo>
                    <a:pt x="546925" y="501116"/>
                  </a:lnTo>
                  <a:lnTo>
                    <a:pt x="556615" y="453161"/>
                  </a:lnTo>
                  <a:lnTo>
                    <a:pt x="556615" y="328206"/>
                  </a:lnTo>
                  <a:close/>
                </a:path>
              </a:pathLst>
            </a:custGeom>
            <a:solidFill>
              <a:srgbClr val="29805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 descr=""/>
            <p:cNvSpPr/>
            <p:nvPr/>
          </p:nvSpPr>
          <p:spPr>
            <a:xfrm>
              <a:off x="9779971" y="6736270"/>
              <a:ext cx="1521460" cy="760730"/>
            </a:xfrm>
            <a:custGeom>
              <a:avLst/>
              <a:gdLst/>
              <a:ahLst/>
              <a:cxnLst/>
              <a:rect l="l" t="t" r="r" b="b"/>
              <a:pathLst>
                <a:path w="1521459" h="760729">
                  <a:moveTo>
                    <a:pt x="760605" y="0"/>
                  </a:moveTo>
                  <a:lnTo>
                    <a:pt x="712503" y="1496"/>
                  </a:lnTo>
                  <a:lnTo>
                    <a:pt x="665196" y="5926"/>
                  </a:lnTo>
                  <a:lnTo>
                    <a:pt x="618773" y="13200"/>
                  </a:lnTo>
                  <a:lnTo>
                    <a:pt x="573324" y="23229"/>
                  </a:lnTo>
                  <a:lnTo>
                    <a:pt x="528937" y="35924"/>
                  </a:lnTo>
                  <a:lnTo>
                    <a:pt x="485701" y="51197"/>
                  </a:lnTo>
                  <a:lnTo>
                    <a:pt x="443706" y="68957"/>
                  </a:lnTo>
                  <a:lnTo>
                    <a:pt x="403040" y="89116"/>
                  </a:lnTo>
                  <a:lnTo>
                    <a:pt x="363793" y="111585"/>
                  </a:lnTo>
                  <a:lnTo>
                    <a:pt x="326054" y="136274"/>
                  </a:lnTo>
                  <a:lnTo>
                    <a:pt x="289912" y="163095"/>
                  </a:lnTo>
                  <a:lnTo>
                    <a:pt x="255456" y="191959"/>
                  </a:lnTo>
                  <a:lnTo>
                    <a:pt x="222775" y="222775"/>
                  </a:lnTo>
                  <a:lnTo>
                    <a:pt x="191959" y="255456"/>
                  </a:lnTo>
                  <a:lnTo>
                    <a:pt x="163095" y="289912"/>
                  </a:lnTo>
                  <a:lnTo>
                    <a:pt x="136274" y="326054"/>
                  </a:lnTo>
                  <a:lnTo>
                    <a:pt x="111585" y="363793"/>
                  </a:lnTo>
                  <a:lnTo>
                    <a:pt x="89116" y="403040"/>
                  </a:lnTo>
                  <a:lnTo>
                    <a:pt x="68957" y="443706"/>
                  </a:lnTo>
                  <a:lnTo>
                    <a:pt x="51197" y="485701"/>
                  </a:lnTo>
                  <a:lnTo>
                    <a:pt x="35924" y="528937"/>
                  </a:lnTo>
                  <a:lnTo>
                    <a:pt x="23229" y="573324"/>
                  </a:lnTo>
                  <a:lnTo>
                    <a:pt x="13200" y="618773"/>
                  </a:lnTo>
                  <a:lnTo>
                    <a:pt x="5926" y="665196"/>
                  </a:lnTo>
                  <a:lnTo>
                    <a:pt x="1496" y="712503"/>
                  </a:lnTo>
                  <a:lnTo>
                    <a:pt x="0" y="760605"/>
                  </a:lnTo>
                  <a:lnTo>
                    <a:pt x="1521210" y="760605"/>
                  </a:lnTo>
                  <a:lnTo>
                    <a:pt x="1519713" y="712503"/>
                  </a:lnTo>
                  <a:lnTo>
                    <a:pt x="1515284" y="665196"/>
                  </a:lnTo>
                  <a:lnTo>
                    <a:pt x="1508009" y="618773"/>
                  </a:lnTo>
                  <a:lnTo>
                    <a:pt x="1497980" y="573324"/>
                  </a:lnTo>
                  <a:lnTo>
                    <a:pt x="1485285" y="528937"/>
                  </a:lnTo>
                  <a:lnTo>
                    <a:pt x="1470012" y="485701"/>
                  </a:lnTo>
                  <a:lnTo>
                    <a:pt x="1452252" y="443706"/>
                  </a:lnTo>
                  <a:lnTo>
                    <a:pt x="1432093" y="403040"/>
                  </a:lnTo>
                  <a:lnTo>
                    <a:pt x="1409624" y="363793"/>
                  </a:lnTo>
                  <a:lnTo>
                    <a:pt x="1384935" y="326054"/>
                  </a:lnTo>
                  <a:lnTo>
                    <a:pt x="1358114" y="289912"/>
                  </a:lnTo>
                  <a:lnTo>
                    <a:pt x="1329250" y="255456"/>
                  </a:lnTo>
                  <a:lnTo>
                    <a:pt x="1298434" y="222775"/>
                  </a:lnTo>
                  <a:lnTo>
                    <a:pt x="1265753" y="191959"/>
                  </a:lnTo>
                  <a:lnTo>
                    <a:pt x="1231297" y="163095"/>
                  </a:lnTo>
                  <a:lnTo>
                    <a:pt x="1195155" y="136274"/>
                  </a:lnTo>
                  <a:lnTo>
                    <a:pt x="1157416" y="111585"/>
                  </a:lnTo>
                  <a:lnTo>
                    <a:pt x="1118169" y="89116"/>
                  </a:lnTo>
                  <a:lnTo>
                    <a:pt x="1077504" y="68957"/>
                  </a:lnTo>
                  <a:lnTo>
                    <a:pt x="1035508" y="51197"/>
                  </a:lnTo>
                  <a:lnTo>
                    <a:pt x="992273" y="35924"/>
                  </a:lnTo>
                  <a:lnTo>
                    <a:pt x="947886" y="23229"/>
                  </a:lnTo>
                  <a:lnTo>
                    <a:pt x="902436" y="13200"/>
                  </a:lnTo>
                  <a:lnTo>
                    <a:pt x="856013" y="5926"/>
                  </a:lnTo>
                  <a:lnTo>
                    <a:pt x="808707" y="1496"/>
                  </a:lnTo>
                  <a:lnTo>
                    <a:pt x="760605" y="0"/>
                  </a:lnTo>
                  <a:close/>
                </a:path>
              </a:pathLst>
            </a:custGeom>
            <a:solidFill>
              <a:srgbClr val="599C7B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05" name="object 305" descr=""/>
          <p:cNvGrpSpPr/>
          <p:nvPr/>
        </p:nvGrpSpPr>
        <p:grpSpPr>
          <a:xfrm>
            <a:off x="13328147" y="5944722"/>
            <a:ext cx="721995" cy="648970"/>
            <a:chOff x="13328147" y="5944722"/>
            <a:chExt cx="721995" cy="648970"/>
          </a:xfrm>
        </p:grpSpPr>
        <p:sp>
          <p:nvSpPr>
            <p:cNvPr id="306" name="object 306" descr=""/>
            <p:cNvSpPr/>
            <p:nvPr/>
          </p:nvSpPr>
          <p:spPr>
            <a:xfrm>
              <a:off x="13328147" y="5944722"/>
              <a:ext cx="541020" cy="174625"/>
            </a:xfrm>
            <a:custGeom>
              <a:avLst/>
              <a:gdLst/>
              <a:ahLst/>
              <a:cxnLst/>
              <a:rect l="l" t="t" r="r" b="b"/>
              <a:pathLst>
                <a:path w="541019" h="174625">
                  <a:moveTo>
                    <a:pt x="540653" y="0"/>
                  </a:moveTo>
                  <a:lnTo>
                    <a:pt x="133189" y="0"/>
                  </a:lnTo>
                  <a:lnTo>
                    <a:pt x="0" y="174581"/>
                  </a:lnTo>
                  <a:lnTo>
                    <a:pt x="540653" y="174581"/>
                  </a:lnTo>
                  <a:lnTo>
                    <a:pt x="540653" y="0"/>
                  </a:lnTo>
                  <a:close/>
                </a:path>
              </a:pathLst>
            </a:custGeom>
            <a:solidFill>
              <a:srgbClr val="9CD9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 descr=""/>
            <p:cNvSpPr/>
            <p:nvPr/>
          </p:nvSpPr>
          <p:spPr>
            <a:xfrm>
              <a:off x="13687626" y="5944722"/>
              <a:ext cx="362585" cy="523875"/>
            </a:xfrm>
            <a:custGeom>
              <a:avLst/>
              <a:gdLst/>
              <a:ahLst/>
              <a:cxnLst/>
              <a:rect l="l" t="t" r="r" b="b"/>
              <a:pathLst>
                <a:path w="362584" h="523875">
                  <a:moveTo>
                    <a:pt x="181177" y="0"/>
                  </a:moveTo>
                  <a:lnTo>
                    <a:pt x="0" y="174581"/>
                  </a:lnTo>
                  <a:lnTo>
                    <a:pt x="0" y="523795"/>
                  </a:lnTo>
                  <a:lnTo>
                    <a:pt x="362355" y="523795"/>
                  </a:lnTo>
                  <a:lnTo>
                    <a:pt x="362355" y="174581"/>
                  </a:lnTo>
                  <a:lnTo>
                    <a:pt x="181177" y="0"/>
                  </a:lnTo>
                  <a:close/>
                </a:path>
              </a:pathLst>
            </a:custGeom>
            <a:solidFill>
              <a:srgbClr val="9592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 descr=""/>
            <p:cNvSpPr/>
            <p:nvPr/>
          </p:nvSpPr>
          <p:spPr>
            <a:xfrm>
              <a:off x="13328149" y="6119300"/>
              <a:ext cx="360045" cy="474345"/>
            </a:xfrm>
            <a:custGeom>
              <a:avLst/>
              <a:gdLst/>
              <a:ahLst/>
              <a:cxnLst/>
              <a:rect l="l" t="t" r="r" b="b"/>
              <a:pathLst>
                <a:path w="360044" h="474345">
                  <a:moveTo>
                    <a:pt x="359475" y="0"/>
                  </a:moveTo>
                  <a:lnTo>
                    <a:pt x="0" y="0"/>
                  </a:lnTo>
                  <a:lnTo>
                    <a:pt x="0" y="473943"/>
                  </a:lnTo>
                  <a:lnTo>
                    <a:pt x="359475" y="473943"/>
                  </a:lnTo>
                  <a:lnTo>
                    <a:pt x="359475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 descr=""/>
            <p:cNvSpPr/>
            <p:nvPr/>
          </p:nvSpPr>
          <p:spPr>
            <a:xfrm>
              <a:off x="13401066" y="6223399"/>
              <a:ext cx="588010" cy="175895"/>
            </a:xfrm>
            <a:custGeom>
              <a:avLst/>
              <a:gdLst/>
              <a:ahLst/>
              <a:cxnLst/>
              <a:rect l="l" t="t" r="r" b="b"/>
              <a:pathLst>
                <a:path w="588009" h="175895">
                  <a:moveTo>
                    <a:pt x="32346" y="116090"/>
                  </a:moveTo>
                  <a:lnTo>
                    <a:pt x="0" y="116090"/>
                  </a:lnTo>
                  <a:lnTo>
                    <a:pt x="0" y="175818"/>
                  </a:lnTo>
                  <a:lnTo>
                    <a:pt x="32346" y="175818"/>
                  </a:lnTo>
                  <a:lnTo>
                    <a:pt x="32346" y="116090"/>
                  </a:lnTo>
                  <a:close/>
                </a:path>
                <a:path w="588009" h="175895">
                  <a:moveTo>
                    <a:pt x="32346" y="0"/>
                  </a:moveTo>
                  <a:lnTo>
                    <a:pt x="0" y="0"/>
                  </a:lnTo>
                  <a:lnTo>
                    <a:pt x="0" y="59728"/>
                  </a:lnTo>
                  <a:lnTo>
                    <a:pt x="32346" y="59728"/>
                  </a:lnTo>
                  <a:lnTo>
                    <a:pt x="32346" y="0"/>
                  </a:lnTo>
                  <a:close/>
                </a:path>
                <a:path w="588009" h="175895">
                  <a:moveTo>
                    <a:pt x="210756" y="116090"/>
                  </a:moveTo>
                  <a:lnTo>
                    <a:pt x="178396" y="116090"/>
                  </a:lnTo>
                  <a:lnTo>
                    <a:pt x="178396" y="175818"/>
                  </a:lnTo>
                  <a:lnTo>
                    <a:pt x="210756" y="175818"/>
                  </a:lnTo>
                  <a:lnTo>
                    <a:pt x="210756" y="116090"/>
                  </a:lnTo>
                  <a:close/>
                </a:path>
                <a:path w="588009" h="175895">
                  <a:moveTo>
                    <a:pt x="210756" y="0"/>
                  </a:moveTo>
                  <a:lnTo>
                    <a:pt x="178396" y="0"/>
                  </a:lnTo>
                  <a:lnTo>
                    <a:pt x="178396" y="59728"/>
                  </a:lnTo>
                  <a:lnTo>
                    <a:pt x="210756" y="59728"/>
                  </a:lnTo>
                  <a:lnTo>
                    <a:pt x="210756" y="0"/>
                  </a:lnTo>
                  <a:close/>
                </a:path>
                <a:path w="588009" h="175895">
                  <a:moveTo>
                    <a:pt x="409473" y="116090"/>
                  </a:moveTo>
                  <a:lnTo>
                    <a:pt x="377113" y="116090"/>
                  </a:lnTo>
                  <a:lnTo>
                    <a:pt x="377113" y="175818"/>
                  </a:lnTo>
                  <a:lnTo>
                    <a:pt x="409473" y="175818"/>
                  </a:lnTo>
                  <a:lnTo>
                    <a:pt x="409473" y="116090"/>
                  </a:lnTo>
                  <a:close/>
                </a:path>
                <a:path w="588009" h="175895">
                  <a:moveTo>
                    <a:pt x="409473" y="0"/>
                  </a:moveTo>
                  <a:lnTo>
                    <a:pt x="377113" y="0"/>
                  </a:lnTo>
                  <a:lnTo>
                    <a:pt x="377113" y="59728"/>
                  </a:lnTo>
                  <a:lnTo>
                    <a:pt x="409473" y="59728"/>
                  </a:lnTo>
                  <a:lnTo>
                    <a:pt x="409473" y="0"/>
                  </a:lnTo>
                  <a:close/>
                </a:path>
                <a:path w="588009" h="175895">
                  <a:moveTo>
                    <a:pt x="587883" y="116090"/>
                  </a:moveTo>
                  <a:lnTo>
                    <a:pt x="555536" y="116090"/>
                  </a:lnTo>
                  <a:lnTo>
                    <a:pt x="555536" y="175818"/>
                  </a:lnTo>
                  <a:lnTo>
                    <a:pt x="587883" y="175818"/>
                  </a:lnTo>
                  <a:lnTo>
                    <a:pt x="587883" y="116090"/>
                  </a:lnTo>
                  <a:close/>
                </a:path>
                <a:path w="588009" h="175895">
                  <a:moveTo>
                    <a:pt x="587883" y="0"/>
                  </a:moveTo>
                  <a:lnTo>
                    <a:pt x="555536" y="0"/>
                  </a:lnTo>
                  <a:lnTo>
                    <a:pt x="555536" y="59728"/>
                  </a:lnTo>
                  <a:lnTo>
                    <a:pt x="587883" y="59728"/>
                  </a:lnTo>
                  <a:lnTo>
                    <a:pt x="587883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 descr=""/>
            <p:cNvSpPr/>
            <p:nvPr/>
          </p:nvSpPr>
          <p:spPr>
            <a:xfrm>
              <a:off x="13620438" y="6055379"/>
              <a:ext cx="66675" cy="64135"/>
            </a:xfrm>
            <a:custGeom>
              <a:avLst/>
              <a:gdLst/>
              <a:ahLst/>
              <a:cxnLst/>
              <a:rect l="l" t="t" r="r" b="b"/>
              <a:pathLst>
                <a:path w="66675" h="64135">
                  <a:moveTo>
                    <a:pt x="66343" y="0"/>
                  </a:moveTo>
                  <a:lnTo>
                    <a:pt x="0" y="0"/>
                  </a:lnTo>
                  <a:lnTo>
                    <a:pt x="0" y="63924"/>
                  </a:lnTo>
                  <a:lnTo>
                    <a:pt x="66343" y="0"/>
                  </a:lnTo>
                  <a:close/>
                </a:path>
              </a:pathLst>
            </a:custGeom>
            <a:solidFill>
              <a:srgbClr val="9592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 descr=""/>
            <p:cNvSpPr/>
            <p:nvPr/>
          </p:nvSpPr>
          <p:spPr>
            <a:xfrm>
              <a:off x="13574194" y="6055376"/>
              <a:ext cx="46355" cy="64135"/>
            </a:xfrm>
            <a:custGeom>
              <a:avLst/>
              <a:gdLst/>
              <a:ahLst/>
              <a:cxnLst/>
              <a:rect l="l" t="t" r="r" b="b"/>
              <a:pathLst>
                <a:path w="46355" h="64135">
                  <a:moveTo>
                    <a:pt x="46249" y="0"/>
                  </a:moveTo>
                  <a:lnTo>
                    <a:pt x="0" y="0"/>
                  </a:lnTo>
                  <a:lnTo>
                    <a:pt x="0" y="63924"/>
                  </a:lnTo>
                  <a:lnTo>
                    <a:pt x="46249" y="63924"/>
                  </a:lnTo>
                  <a:lnTo>
                    <a:pt x="46249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 descr=""/>
            <p:cNvSpPr/>
            <p:nvPr/>
          </p:nvSpPr>
          <p:spPr>
            <a:xfrm>
              <a:off x="13445519" y="6055379"/>
              <a:ext cx="66675" cy="64135"/>
            </a:xfrm>
            <a:custGeom>
              <a:avLst/>
              <a:gdLst/>
              <a:ahLst/>
              <a:cxnLst/>
              <a:rect l="l" t="t" r="r" b="b"/>
              <a:pathLst>
                <a:path w="66675" h="64135">
                  <a:moveTo>
                    <a:pt x="66343" y="0"/>
                  </a:moveTo>
                  <a:lnTo>
                    <a:pt x="0" y="0"/>
                  </a:lnTo>
                  <a:lnTo>
                    <a:pt x="0" y="63924"/>
                  </a:lnTo>
                  <a:lnTo>
                    <a:pt x="66343" y="0"/>
                  </a:lnTo>
                  <a:close/>
                </a:path>
              </a:pathLst>
            </a:custGeom>
            <a:solidFill>
              <a:srgbClr val="9592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 descr=""/>
            <p:cNvSpPr/>
            <p:nvPr/>
          </p:nvSpPr>
          <p:spPr>
            <a:xfrm>
              <a:off x="13399278" y="6055376"/>
              <a:ext cx="46355" cy="64135"/>
            </a:xfrm>
            <a:custGeom>
              <a:avLst/>
              <a:gdLst/>
              <a:ahLst/>
              <a:cxnLst/>
              <a:rect l="l" t="t" r="r" b="b"/>
              <a:pathLst>
                <a:path w="46355" h="64135">
                  <a:moveTo>
                    <a:pt x="46249" y="0"/>
                  </a:moveTo>
                  <a:lnTo>
                    <a:pt x="0" y="0"/>
                  </a:lnTo>
                  <a:lnTo>
                    <a:pt x="0" y="63924"/>
                  </a:lnTo>
                  <a:lnTo>
                    <a:pt x="46249" y="63924"/>
                  </a:lnTo>
                  <a:lnTo>
                    <a:pt x="46249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14" name="object 314" descr=""/>
          <p:cNvGrpSpPr/>
          <p:nvPr/>
        </p:nvGrpSpPr>
        <p:grpSpPr>
          <a:xfrm>
            <a:off x="6824009" y="6724274"/>
            <a:ext cx="1719580" cy="774065"/>
            <a:chOff x="6824009" y="6724274"/>
            <a:chExt cx="1719580" cy="774065"/>
          </a:xfrm>
        </p:grpSpPr>
        <p:pic>
          <p:nvPicPr>
            <p:cNvPr id="315" name="object 315" descr="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7397666" y="7082788"/>
              <a:ext cx="160539" cy="113881"/>
            </a:xfrm>
            <a:prstGeom prst="rect">
              <a:avLst/>
            </a:prstGeom>
          </p:spPr>
        </p:pic>
        <p:sp>
          <p:nvSpPr>
            <p:cNvPr id="316" name="object 316" descr=""/>
            <p:cNvSpPr/>
            <p:nvPr/>
          </p:nvSpPr>
          <p:spPr>
            <a:xfrm>
              <a:off x="7304162" y="6835435"/>
              <a:ext cx="194945" cy="294005"/>
            </a:xfrm>
            <a:custGeom>
              <a:avLst/>
              <a:gdLst/>
              <a:ahLst/>
              <a:cxnLst/>
              <a:rect l="l" t="t" r="r" b="b"/>
              <a:pathLst>
                <a:path w="194945" h="294004">
                  <a:moveTo>
                    <a:pt x="97442" y="0"/>
                  </a:moveTo>
                  <a:lnTo>
                    <a:pt x="59515" y="7658"/>
                  </a:lnTo>
                  <a:lnTo>
                    <a:pt x="28542" y="28542"/>
                  </a:lnTo>
                  <a:lnTo>
                    <a:pt x="7658" y="59515"/>
                  </a:lnTo>
                  <a:lnTo>
                    <a:pt x="0" y="97442"/>
                  </a:lnTo>
                  <a:lnTo>
                    <a:pt x="0" y="196255"/>
                  </a:lnTo>
                  <a:lnTo>
                    <a:pt x="7658" y="234186"/>
                  </a:lnTo>
                  <a:lnTo>
                    <a:pt x="28542" y="265159"/>
                  </a:lnTo>
                  <a:lnTo>
                    <a:pt x="59515" y="286041"/>
                  </a:lnTo>
                  <a:lnTo>
                    <a:pt x="97442" y="293697"/>
                  </a:lnTo>
                  <a:lnTo>
                    <a:pt x="135368" y="286041"/>
                  </a:lnTo>
                  <a:lnTo>
                    <a:pt x="166341" y="265159"/>
                  </a:lnTo>
                  <a:lnTo>
                    <a:pt x="187225" y="234186"/>
                  </a:lnTo>
                  <a:lnTo>
                    <a:pt x="194884" y="196255"/>
                  </a:lnTo>
                  <a:lnTo>
                    <a:pt x="194884" y="97442"/>
                  </a:lnTo>
                  <a:lnTo>
                    <a:pt x="187225" y="59515"/>
                  </a:lnTo>
                  <a:lnTo>
                    <a:pt x="166341" y="28542"/>
                  </a:lnTo>
                  <a:lnTo>
                    <a:pt x="135368" y="7658"/>
                  </a:lnTo>
                  <a:lnTo>
                    <a:pt x="97442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7" name="object 317" descr="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7558211" y="7128494"/>
              <a:ext cx="160550" cy="113881"/>
            </a:xfrm>
            <a:prstGeom prst="rect">
              <a:avLst/>
            </a:prstGeom>
          </p:spPr>
        </p:pic>
        <p:sp>
          <p:nvSpPr>
            <p:cNvPr id="318" name="object 318" descr=""/>
            <p:cNvSpPr/>
            <p:nvPr/>
          </p:nvSpPr>
          <p:spPr>
            <a:xfrm>
              <a:off x="7543058" y="6978133"/>
              <a:ext cx="30480" cy="371475"/>
            </a:xfrm>
            <a:custGeom>
              <a:avLst/>
              <a:gdLst/>
              <a:ahLst/>
              <a:cxnLst/>
              <a:rect l="l" t="t" r="r" b="b"/>
              <a:pathLst>
                <a:path w="30479" h="371475">
                  <a:moveTo>
                    <a:pt x="30313" y="0"/>
                  </a:moveTo>
                  <a:lnTo>
                    <a:pt x="0" y="0"/>
                  </a:lnTo>
                  <a:lnTo>
                    <a:pt x="0" y="371308"/>
                  </a:lnTo>
                  <a:lnTo>
                    <a:pt x="30313" y="371308"/>
                  </a:lnTo>
                  <a:lnTo>
                    <a:pt x="30313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 descr=""/>
            <p:cNvSpPr/>
            <p:nvPr/>
          </p:nvSpPr>
          <p:spPr>
            <a:xfrm>
              <a:off x="7433032" y="6724274"/>
              <a:ext cx="250825" cy="377825"/>
            </a:xfrm>
            <a:custGeom>
              <a:avLst/>
              <a:gdLst/>
              <a:ahLst/>
              <a:cxnLst/>
              <a:rect l="l" t="t" r="r" b="b"/>
              <a:pathLst>
                <a:path w="250825" h="377825">
                  <a:moveTo>
                    <a:pt x="125179" y="0"/>
                  </a:moveTo>
                  <a:lnTo>
                    <a:pt x="76456" y="9838"/>
                  </a:lnTo>
                  <a:lnTo>
                    <a:pt x="36666" y="36666"/>
                  </a:lnTo>
                  <a:lnTo>
                    <a:pt x="9838" y="76456"/>
                  </a:lnTo>
                  <a:lnTo>
                    <a:pt x="0" y="125179"/>
                  </a:lnTo>
                  <a:lnTo>
                    <a:pt x="0" y="252117"/>
                  </a:lnTo>
                  <a:lnTo>
                    <a:pt x="9838" y="300845"/>
                  </a:lnTo>
                  <a:lnTo>
                    <a:pt x="36666" y="340634"/>
                  </a:lnTo>
                  <a:lnTo>
                    <a:pt x="76456" y="367460"/>
                  </a:lnTo>
                  <a:lnTo>
                    <a:pt x="125179" y="377297"/>
                  </a:lnTo>
                  <a:lnTo>
                    <a:pt x="173902" y="367460"/>
                  </a:lnTo>
                  <a:lnTo>
                    <a:pt x="213692" y="340634"/>
                  </a:lnTo>
                  <a:lnTo>
                    <a:pt x="240520" y="300845"/>
                  </a:lnTo>
                  <a:lnTo>
                    <a:pt x="250358" y="252117"/>
                  </a:lnTo>
                  <a:lnTo>
                    <a:pt x="250358" y="125179"/>
                  </a:lnTo>
                  <a:lnTo>
                    <a:pt x="240520" y="76456"/>
                  </a:lnTo>
                  <a:lnTo>
                    <a:pt x="213692" y="36666"/>
                  </a:lnTo>
                  <a:lnTo>
                    <a:pt x="173902" y="9838"/>
                  </a:lnTo>
                  <a:lnTo>
                    <a:pt x="125179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0" name="object 320" descr="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7617003" y="6968798"/>
              <a:ext cx="181868" cy="173209"/>
            </a:xfrm>
            <a:prstGeom prst="rect">
              <a:avLst/>
            </a:prstGeom>
          </p:spPr>
        </p:pic>
        <p:sp>
          <p:nvSpPr>
            <p:cNvPr id="321" name="object 321" descr=""/>
            <p:cNvSpPr/>
            <p:nvPr/>
          </p:nvSpPr>
          <p:spPr>
            <a:xfrm>
              <a:off x="7370419" y="7088651"/>
              <a:ext cx="1172845" cy="409575"/>
            </a:xfrm>
            <a:custGeom>
              <a:avLst/>
              <a:gdLst/>
              <a:ahLst/>
              <a:cxnLst/>
              <a:rect l="l" t="t" r="r" b="b"/>
              <a:pathLst>
                <a:path w="1172845" h="409575">
                  <a:moveTo>
                    <a:pt x="1172540" y="409194"/>
                  </a:moveTo>
                  <a:lnTo>
                    <a:pt x="1169784" y="361480"/>
                  </a:lnTo>
                  <a:lnTo>
                    <a:pt x="1161732" y="315366"/>
                  </a:lnTo>
                  <a:lnTo>
                    <a:pt x="1148689" y="271195"/>
                  </a:lnTo>
                  <a:lnTo>
                    <a:pt x="1130947" y="229247"/>
                  </a:lnTo>
                  <a:lnTo>
                    <a:pt x="1108837" y="189826"/>
                  </a:lnTo>
                  <a:lnTo>
                    <a:pt x="1082649" y="153263"/>
                  </a:lnTo>
                  <a:lnTo>
                    <a:pt x="1052690" y="119849"/>
                  </a:lnTo>
                  <a:lnTo>
                    <a:pt x="1019276" y="89903"/>
                  </a:lnTo>
                  <a:lnTo>
                    <a:pt x="982713" y="63715"/>
                  </a:lnTo>
                  <a:lnTo>
                    <a:pt x="943305" y="41592"/>
                  </a:lnTo>
                  <a:lnTo>
                    <a:pt x="901357" y="23863"/>
                  </a:lnTo>
                  <a:lnTo>
                    <a:pt x="857173" y="10807"/>
                  </a:lnTo>
                  <a:lnTo>
                    <a:pt x="811072" y="2755"/>
                  </a:lnTo>
                  <a:lnTo>
                    <a:pt x="763346" y="0"/>
                  </a:lnTo>
                  <a:lnTo>
                    <a:pt x="715632" y="2755"/>
                  </a:lnTo>
                  <a:lnTo>
                    <a:pt x="669531" y="10807"/>
                  </a:lnTo>
                  <a:lnTo>
                    <a:pt x="625348" y="23863"/>
                  </a:lnTo>
                  <a:lnTo>
                    <a:pt x="583399" y="41592"/>
                  </a:lnTo>
                  <a:lnTo>
                    <a:pt x="543991" y="63715"/>
                  </a:lnTo>
                  <a:lnTo>
                    <a:pt x="507428" y="89903"/>
                  </a:lnTo>
                  <a:lnTo>
                    <a:pt x="474014" y="119849"/>
                  </a:lnTo>
                  <a:lnTo>
                    <a:pt x="444055" y="153263"/>
                  </a:lnTo>
                  <a:lnTo>
                    <a:pt x="417868" y="189826"/>
                  </a:lnTo>
                  <a:lnTo>
                    <a:pt x="395757" y="229247"/>
                  </a:lnTo>
                  <a:lnTo>
                    <a:pt x="380911" y="264337"/>
                  </a:lnTo>
                  <a:lnTo>
                    <a:pt x="355244" y="238658"/>
                  </a:lnTo>
                  <a:lnTo>
                    <a:pt x="314667" y="212864"/>
                  </a:lnTo>
                  <a:lnTo>
                    <a:pt x="268668" y="196418"/>
                  </a:lnTo>
                  <a:lnTo>
                    <a:pt x="218554" y="190652"/>
                  </a:lnTo>
                  <a:lnTo>
                    <a:pt x="168440" y="196418"/>
                  </a:lnTo>
                  <a:lnTo>
                    <a:pt x="122440" y="212864"/>
                  </a:lnTo>
                  <a:lnTo>
                    <a:pt x="81864" y="238658"/>
                  </a:lnTo>
                  <a:lnTo>
                    <a:pt x="48018" y="272503"/>
                  </a:lnTo>
                  <a:lnTo>
                    <a:pt x="22212" y="313080"/>
                  </a:lnTo>
                  <a:lnTo>
                    <a:pt x="5778" y="359079"/>
                  </a:lnTo>
                  <a:lnTo>
                    <a:pt x="0" y="409194"/>
                  </a:lnTo>
                  <a:lnTo>
                    <a:pt x="354164" y="409194"/>
                  </a:lnTo>
                  <a:lnTo>
                    <a:pt x="437108" y="409194"/>
                  </a:lnTo>
                  <a:lnTo>
                    <a:pt x="1172540" y="409194"/>
                  </a:lnTo>
                  <a:close/>
                </a:path>
              </a:pathLst>
            </a:custGeom>
            <a:solidFill>
              <a:srgbClr val="599C7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 descr=""/>
            <p:cNvSpPr/>
            <p:nvPr/>
          </p:nvSpPr>
          <p:spPr>
            <a:xfrm>
              <a:off x="7696498" y="7145129"/>
              <a:ext cx="753745" cy="353060"/>
            </a:xfrm>
            <a:custGeom>
              <a:avLst/>
              <a:gdLst/>
              <a:ahLst/>
              <a:cxnLst/>
              <a:rect l="l" t="t" r="r" b="b"/>
              <a:pathLst>
                <a:path w="753745" h="353059">
                  <a:moveTo>
                    <a:pt x="376742" y="0"/>
                  </a:moveTo>
                  <a:lnTo>
                    <a:pt x="325621" y="3219"/>
                  </a:lnTo>
                  <a:lnTo>
                    <a:pt x="276590" y="12598"/>
                  </a:lnTo>
                  <a:lnTo>
                    <a:pt x="230098" y="27717"/>
                  </a:lnTo>
                  <a:lnTo>
                    <a:pt x="186594" y="48154"/>
                  </a:lnTo>
                  <a:lnTo>
                    <a:pt x="146527" y="73491"/>
                  </a:lnTo>
                  <a:lnTo>
                    <a:pt x="110346" y="103305"/>
                  </a:lnTo>
                  <a:lnTo>
                    <a:pt x="78499" y="137178"/>
                  </a:lnTo>
                  <a:lnTo>
                    <a:pt x="51436" y="174690"/>
                  </a:lnTo>
                  <a:lnTo>
                    <a:pt x="29606" y="215419"/>
                  </a:lnTo>
                  <a:lnTo>
                    <a:pt x="13457" y="258945"/>
                  </a:lnTo>
                  <a:lnTo>
                    <a:pt x="3439" y="304850"/>
                  </a:lnTo>
                  <a:lnTo>
                    <a:pt x="0" y="352711"/>
                  </a:lnTo>
                  <a:lnTo>
                    <a:pt x="753484" y="352711"/>
                  </a:lnTo>
                  <a:lnTo>
                    <a:pt x="750045" y="304850"/>
                  </a:lnTo>
                  <a:lnTo>
                    <a:pt x="740027" y="258945"/>
                  </a:lnTo>
                  <a:lnTo>
                    <a:pt x="723878" y="215419"/>
                  </a:lnTo>
                  <a:lnTo>
                    <a:pt x="702048" y="174690"/>
                  </a:lnTo>
                  <a:lnTo>
                    <a:pt x="674985" y="137178"/>
                  </a:lnTo>
                  <a:lnTo>
                    <a:pt x="643138" y="103305"/>
                  </a:lnTo>
                  <a:lnTo>
                    <a:pt x="606957" y="73491"/>
                  </a:lnTo>
                  <a:lnTo>
                    <a:pt x="566890" y="48154"/>
                  </a:lnTo>
                  <a:lnTo>
                    <a:pt x="523386" y="27717"/>
                  </a:lnTo>
                  <a:lnTo>
                    <a:pt x="476894" y="12598"/>
                  </a:lnTo>
                  <a:lnTo>
                    <a:pt x="427863" y="3219"/>
                  </a:lnTo>
                  <a:lnTo>
                    <a:pt x="376742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 descr=""/>
            <p:cNvSpPr/>
            <p:nvPr/>
          </p:nvSpPr>
          <p:spPr>
            <a:xfrm>
              <a:off x="7370432" y="7309448"/>
              <a:ext cx="402590" cy="188595"/>
            </a:xfrm>
            <a:custGeom>
              <a:avLst/>
              <a:gdLst/>
              <a:ahLst/>
              <a:cxnLst/>
              <a:rect l="l" t="t" r="r" b="b"/>
              <a:pathLst>
                <a:path w="402590" h="188595">
                  <a:moveTo>
                    <a:pt x="201219" y="0"/>
                  </a:moveTo>
                  <a:lnTo>
                    <a:pt x="155082" y="4975"/>
                  </a:lnTo>
                  <a:lnTo>
                    <a:pt x="112729" y="19149"/>
                  </a:lnTo>
                  <a:lnTo>
                    <a:pt x="75367" y="41389"/>
                  </a:lnTo>
                  <a:lnTo>
                    <a:pt x="44206" y="70565"/>
                  </a:lnTo>
                  <a:lnTo>
                    <a:pt x="20452" y="105545"/>
                  </a:lnTo>
                  <a:lnTo>
                    <a:pt x="5314" y="145197"/>
                  </a:lnTo>
                  <a:lnTo>
                    <a:pt x="0" y="188392"/>
                  </a:lnTo>
                  <a:lnTo>
                    <a:pt x="402438" y="188392"/>
                  </a:lnTo>
                  <a:lnTo>
                    <a:pt x="397123" y="145197"/>
                  </a:lnTo>
                  <a:lnTo>
                    <a:pt x="381985" y="105545"/>
                  </a:lnTo>
                  <a:lnTo>
                    <a:pt x="358231" y="70565"/>
                  </a:lnTo>
                  <a:lnTo>
                    <a:pt x="327070" y="41389"/>
                  </a:lnTo>
                  <a:lnTo>
                    <a:pt x="289708" y="19149"/>
                  </a:lnTo>
                  <a:lnTo>
                    <a:pt x="247355" y="4975"/>
                  </a:lnTo>
                  <a:lnTo>
                    <a:pt x="201219" y="0"/>
                  </a:lnTo>
                  <a:close/>
                </a:path>
              </a:pathLst>
            </a:custGeom>
            <a:solidFill>
              <a:srgbClr val="29805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 descr=""/>
            <p:cNvSpPr/>
            <p:nvPr/>
          </p:nvSpPr>
          <p:spPr>
            <a:xfrm>
              <a:off x="6966526" y="7333186"/>
              <a:ext cx="329565" cy="165100"/>
            </a:xfrm>
            <a:custGeom>
              <a:avLst/>
              <a:gdLst/>
              <a:ahLst/>
              <a:cxnLst/>
              <a:rect l="l" t="t" r="r" b="b"/>
              <a:pathLst>
                <a:path w="329565" h="165100">
                  <a:moveTo>
                    <a:pt x="164654" y="0"/>
                  </a:moveTo>
                  <a:lnTo>
                    <a:pt x="120881" y="5881"/>
                  </a:lnTo>
                  <a:lnTo>
                    <a:pt x="81548" y="22479"/>
                  </a:lnTo>
                  <a:lnTo>
                    <a:pt x="48224" y="48224"/>
                  </a:lnTo>
                  <a:lnTo>
                    <a:pt x="22479" y="81548"/>
                  </a:lnTo>
                  <a:lnTo>
                    <a:pt x="5881" y="120881"/>
                  </a:lnTo>
                  <a:lnTo>
                    <a:pt x="0" y="164654"/>
                  </a:lnTo>
                  <a:lnTo>
                    <a:pt x="329309" y="164654"/>
                  </a:lnTo>
                  <a:lnTo>
                    <a:pt x="323427" y="120881"/>
                  </a:lnTo>
                  <a:lnTo>
                    <a:pt x="306829" y="81548"/>
                  </a:lnTo>
                  <a:lnTo>
                    <a:pt x="281084" y="48224"/>
                  </a:lnTo>
                  <a:lnTo>
                    <a:pt x="247760" y="22479"/>
                  </a:lnTo>
                  <a:lnTo>
                    <a:pt x="208427" y="5881"/>
                  </a:lnTo>
                  <a:lnTo>
                    <a:pt x="164654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5" name="object 325" descr="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6824009" y="7409896"/>
              <a:ext cx="175889" cy="87944"/>
            </a:xfrm>
            <a:prstGeom prst="rect">
              <a:avLst/>
            </a:prstGeom>
          </p:spPr>
        </p:pic>
      </p:grpSp>
      <p:grpSp>
        <p:nvGrpSpPr>
          <p:cNvPr id="326" name="object 326" descr=""/>
          <p:cNvGrpSpPr/>
          <p:nvPr/>
        </p:nvGrpSpPr>
        <p:grpSpPr>
          <a:xfrm>
            <a:off x="8427565" y="6751529"/>
            <a:ext cx="1767205" cy="745490"/>
            <a:chOff x="8427565" y="6751529"/>
            <a:chExt cx="1767205" cy="745490"/>
          </a:xfrm>
        </p:grpSpPr>
        <p:sp>
          <p:nvSpPr>
            <p:cNvPr id="327" name="object 327" descr=""/>
            <p:cNvSpPr/>
            <p:nvPr/>
          </p:nvSpPr>
          <p:spPr>
            <a:xfrm>
              <a:off x="9150541" y="6751529"/>
              <a:ext cx="782320" cy="288925"/>
            </a:xfrm>
            <a:custGeom>
              <a:avLst/>
              <a:gdLst/>
              <a:ahLst/>
              <a:cxnLst/>
              <a:rect l="l" t="t" r="r" b="b"/>
              <a:pathLst>
                <a:path w="782320" h="288925">
                  <a:moveTo>
                    <a:pt x="781756" y="0"/>
                  </a:moveTo>
                  <a:lnTo>
                    <a:pt x="192580" y="0"/>
                  </a:lnTo>
                  <a:lnTo>
                    <a:pt x="0" y="288493"/>
                  </a:lnTo>
                  <a:lnTo>
                    <a:pt x="781756" y="288493"/>
                  </a:lnTo>
                  <a:lnTo>
                    <a:pt x="781756" y="0"/>
                  </a:lnTo>
                  <a:close/>
                </a:path>
              </a:pathLst>
            </a:custGeom>
            <a:solidFill>
              <a:srgbClr val="66C4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 descr=""/>
            <p:cNvSpPr/>
            <p:nvPr/>
          </p:nvSpPr>
          <p:spPr>
            <a:xfrm>
              <a:off x="9670325" y="6751529"/>
              <a:ext cx="524510" cy="745490"/>
            </a:xfrm>
            <a:custGeom>
              <a:avLst/>
              <a:gdLst/>
              <a:ahLst/>
              <a:cxnLst/>
              <a:rect l="l" t="t" r="r" b="b"/>
              <a:pathLst>
                <a:path w="524509" h="745490">
                  <a:moveTo>
                    <a:pt x="261971" y="0"/>
                  </a:moveTo>
                  <a:lnTo>
                    <a:pt x="0" y="288493"/>
                  </a:lnTo>
                  <a:lnTo>
                    <a:pt x="0" y="745349"/>
                  </a:lnTo>
                  <a:lnTo>
                    <a:pt x="523942" y="745349"/>
                  </a:lnTo>
                  <a:lnTo>
                    <a:pt x="523942" y="288493"/>
                  </a:lnTo>
                  <a:lnTo>
                    <a:pt x="261971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 descr=""/>
            <p:cNvSpPr/>
            <p:nvPr/>
          </p:nvSpPr>
          <p:spPr>
            <a:xfrm>
              <a:off x="9155742" y="7040016"/>
              <a:ext cx="514984" cy="457200"/>
            </a:xfrm>
            <a:custGeom>
              <a:avLst/>
              <a:gdLst/>
              <a:ahLst/>
              <a:cxnLst/>
              <a:rect l="l" t="t" r="r" b="b"/>
              <a:pathLst>
                <a:path w="514984" h="457200">
                  <a:moveTo>
                    <a:pt x="514591" y="0"/>
                  </a:moveTo>
                  <a:lnTo>
                    <a:pt x="0" y="0"/>
                  </a:lnTo>
                  <a:lnTo>
                    <a:pt x="0" y="456855"/>
                  </a:lnTo>
                  <a:lnTo>
                    <a:pt x="514591" y="456855"/>
                  </a:lnTo>
                  <a:lnTo>
                    <a:pt x="514591" y="0"/>
                  </a:lnTo>
                  <a:close/>
                </a:path>
              </a:pathLst>
            </a:custGeom>
            <a:solidFill>
              <a:srgbClr val="9592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 descr=""/>
            <p:cNvSpPr/>
            <p:nvPr/>
          </p:nvSpPr>
          <p:spPr>
            <a:xfrm>
              <a:off x="9255976" y="7022687"/>
              <a:ext cx="850265" cy="422275"/>
            </a:xfrm>
            <a:custGeom>
              <a:avLst/>
              <a:gdLst/>
              <a:ahLst/>
              <a:cxnLst/>
              <a:rect l="l" t="t" r="r" b="b"/>
              <a:pathLst>
                <a:path w="850265" h="422275">
                  <a:moveTo>
                    <a:pt x="46786" y="335711"/>
                  </a:moveTo>
                  <a:lnTo>
                    <a:pt x="0" y="335711"/>
                  </a:lnTo>
                  <a:lnTo>
                    <a:pt x="0" y="422071"/>
                  </a:lnTo>
                  <a:lnTo>
                    <a:pt x="46786" y="422071"/>
                  </a:lnTo>
                  <a:lnTo>
                    <a:pt x="46786" y="335711"/>
                  </a:lnTo>
                  <a:close/>
                </a:path>
                <a:path w="850265" h="422275">
                  <a:moveTo>
                    <a:pt x="46786" y="167855"/>
                  </a:moveTo>
                  <a:lnTo>
                    <a:pt x="0" y="167855"/>
                  </a:lnTo>
                  <a:lnTo>
                    <a:pt x="0" y="254203"/>
                  </a:lnTo>
                  <a:lnTo>
                    <a:pt x="46786" y="254203"/>
                  </a:lnTo>
                  <a:lnTo>
                    <a:pt x="46786" y="167855"/>
                  </a:lnTo>
                  <a:close/>
                </a:path>
                <a:path w="850265" h="422275">
                  <a:moveTo>
                    <a:pt x="46786" y="40792"/>
                  </a:moveTo>
                  <a:lnTo>
                    <a:pt x="0" y="40792"/>
                  </a:lnTo>
                  <a:lnTo>
                    <a:pt x="0" y="86347"/>
                  </a:lnTo>
                  <a:lnTo>
                    <a:pt x="46786" y="86347"/>
                  </a:lnTo>
                  <a:lnTo>
                    <a:pt x="46786" y="40792"/>
                  </a:lnTo>
                  <a:close/>
                </a:path>
                <a:path w="850265" h="422275">
                  <a:moveTo>
                    <a:pt x="304736" y="335711"/>
                  </a:moveTo>
                  <a:lnTo>
                    <a:pt x="257962" y="335711"/>
                  </a:lnTo>
                  <a:lnTo>
                    <a:pt x="257962" y="422071"/>
                  </a:lnTo>
                  <a:lnTo>
                    <a:pt x="304736" y="422071"/>
                  </a:lnTo>
                  <a:lnTo>
                    <a:pt x="304736" y="335711"/>
                  </a:lnTo>
                  <a:close/>
                </a:path>
                <a:path w="850265" h="422275">
                  <a:moveTo>
                    <a:pt x="304736" y="167855"/>
                  </a:moveTo>
                  <a:lnTo>
                    <a:pt x="257962" y="167855"/>
                  </a:lnTo>
                  <a:lnTo>
                    <a:pt x="257962" y="254203"/>
                  </a:lnTo>
                  <a:lnTo>
                    <a:pt x="304736" y="254203"/>
                  </a:lnTo>
                  <a:lnTo>
                    <a:pt x="304736" y="167855"/>
                  </a:lnTo>
                  <a:close/>
                </a:path>
                <a:path w="850265" h="422275">
                  <a:moveTo>
                    <a:pt x="304736" y="40792"/>
                  </a:moveTo>
                  <a:lnTo>
                    <a:pt x="257962" y="40792"/>
                  </a:lnTo>
                  <a:lnTo>
                    <a:pt x="257962" y="86347"/>
                  </a:lnTo>
                  <a:lnTo>
                    <a:pt x="304736" y="86347"/>
                  </a:lnTo>
                  <a:lnTo>
                    <a:pt x="304736" y="40792"/>
                  </a:lnTo>
                  <a:close/>
                </a:path>
                <a:path w="850265" h="422275">
                  <a:moveTo>
                    <a:pt x="592074" y="335711"/>
                  </a:moveTo>
                  <a:lnTo>
                    <a:pt x="545287" y="335711"/>
                  </a:lnTo>
                  <a:lnTo>
                    <a:pt x="545287" y="422071"/>
                  </a:lnTo>
                  <a:lnTo>
                    <a:pt x="592074" y="422071"/>
                  </a:lnTo>
                  <a:lnTo>
                    <a:pt x="592074" y="335711"/>
                  </a:lnTo>
                  <a:close/>
                </a:path>
                <a:path w="850265" h="422275">
                  <a:moveTo>
                    <a:pt x="592074" y="167855"/>
                  </a:moveTo>
                  <a:lnTo>
                    <a:pt x="545287" y="167855"/>
                  </a:lnTo>
                  <a:lnTo>
                    <a:pt x="545287" y="254203"/>
                  </a:lnTo>
                  <a:lnTo>
                    <a:pt x="592074" y="254203"/>
                  </a:lnTo>
                  <a:lnTo>
                    <a:pt x="592074" y="167855"/>
                  </a:lnTo>
                  <a:close/>
                </a:path>
                <a:path w="850265" h="422275">
                  <a:moveTo>
                    <a:pt x="592074" y="0"/>
                  </a:moveTo>
                  <a:lnTo>
                    <a:pt x="545287" y="0"/>
                  </a:lnTo>
                  <a:lnTo>
                    <a:pt x="545287" y="86347"/>
                  </a:lnTo>
                  <a:lnTo>
                    <a:pt x="592074" y="86347"/>
                  </a:lnTo>
                  <a:lnTo>
                    <a:pt x="592074" y="0"/>
                  </a:lnTo>
                  <a:close/>
                </a:path>
                <a:path w="850265" h="422275">
                  <a:moveTo>
                    <a:pt x="850036" y="335711"/>
                  </a:moveTo>
                  <a:lnTo>
                    <a:pt x="803249" y="335711"/>
                  </a:lnTo>
                  <a:lnTo>
                    <a:pt x="803249" y="422071"/>
                  </a:lnTo>
                  <a:lnTo>
                    <a:pt x="850036" y="422071"/>
                  </a:lnTo>
                  <a:lnTo>
                    <a:pt x="850036" y="335711"/>
                  </a:lnTo>
                  <a:close/>
                </a:path>
                <a:path w="850265" h="422275">
                  <a:moveTo>
                    <a:pt x="850036" y="167855"/>
                  </a:moveTo>
                  <a:lnTo>
                    <a:pt x="803249" y="167855"/>
                  </a:lnTo>
                  <a:lnTo>
                    <a:pt x="803249" y="254203"/>
                  </a:lnTo>
                  <a:lnTo>
                    <a:pt x="850036" y="254203"/>
                  </a:lnTo>
                  <a:lnTo>
                    <a:pt x="850036" y="167855"/>
                  </a:lnTo>
                  <a:close/>
                </a:path>
                <a:path w="850265" h="422275">
                  <a:moveTo>
                    <a:pt x="850036" y="0"/>
                  </a:moveTo>
                  <a:lnTo>
                    <a:pt x="803249" y="0"/>
                  </a:lnTo>
                  <a:lnTo>
                    <a:pt x="803249" y="86347"/>
                  </a:lnTo>
                  <a:lnTo>
                    <a:pt x="850036" y="86347"/>
                  </a:lnTo>
                  <a:lnTo>
                    <a:pt x="850036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 descr=""/>
            <p:cNvSpPr/>
            <p:nvPr/>
          </p:nvSpPr>
          <p:spPr>
            <a:xfrm>
              <a:off x="8925895" y="6947378"/>
              <a:ext cx="273050" cy="549910"/>
            </a:xfrm>
            <a:custGeom>
              <a:avLst/>
              <a:gdLst/>
              <a:ahLst/>
              <a:cxnLst/>
              <a:rect l="l" t="t" r="r" b="b"/>
              <a:pathLst>
                <a:path w="273050" h="549909">
                  <a:moveTo>
                    <a:pt x="136330" y="0"/>
                  </a:moveTo>
                  <a:lnTo>
                    <a:pt x="0" y="237814"/>
                  </a:lnTo>
                  <a:lnTo>
                    <a:pt x="0" y="549501"/>
                  </a:lnTo>
                  <a:lnTo>
                    <a:pt x="272661" y="549501"/>
                  </a:lnTo>
                  <a:lnTo>
                    <a:pt x="272661" y="237814"/>
                  </a:lnTo>
                  <a:lnTo>
                    <a:pt x="136330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 descr=""/>
            <p:cNvSpPr/>
            <p:nvPr/>
          </p:nvSpPr>
          <p:spPr>
            <a:xfrm>
              <a:off x="8427565" y="7185184"/>
              <a:ext cx="498475" cy="311785"/>
            </a:xfrm>
            <a:custGeom>
              <a:avLst/>
              <a:gdLst/>
              <a:ahLst/>
              <a:cxnLst/>
              <a:rect l="l" t="t" r="r" b="b"/>
              <a:pathLst>
                <a:path w="498475" h="311784">
                  <a:moveTo>
                    <a:pt x="498319" y="0"/>
                  </a:moveTo>
                  <a:lnTo>
                    <a:pt x="0" y="0"/>
                  </a:lnTo>
                  <a:lnTo>
                    <a:pt x="0" y="311686"/>
                  </a:lnTo>
                  <a:lnTo>
                    <a:pt x="498319" y="311686"/>
                  </a:lnTo>
                  <a:lnTo>
                    <a:pt x="498319" y="0"/>
                  </a:lnTo>
                  <a:close/>
                </a:path>
              </a:pathLst>
            </a:custGeom>
            <a:solidFill>
              <a:srgbClr val="9CD9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 descr=""/>
            <p:cNvSpPr/>
            <p:nvPr/>
          </p:nvSpPr>
          <p:spPr>
            <a:xfrm>
              <a:off x="8427568" y="6947376"/>
              <a:ext cx="655955" cy="526415"/>
            </a:xfrm>
            <a:custGeom>
              <a:avLst/>
              <a:gdLst/>
              <a:ahLst/>
              <a:cxnLst/>
              <a:rect l="l" t="t" r="r" b="b"/>
              <a:pathLst>
                <a:path w="655954" h="526415">
                  <a:moveTo>
                    <a:pt x="139941" y="447611"/>
                  </a:moveTo>
                  <a:lnTo>
                    <a:pt x="88252" y="447611"/>
                  </a:lnTo>
                  <a:lnTo>
                    <a:pt x="88252" y="525132"/>
                  </a:lnTo>
                  <a:lnTo>
                    <a:pt x="139941" y="525132"/>
                  </a:lnTo>
                  <a:lnTo>
                    <a:pt x="139941" y="447611"/>
                  </a:lnTo>
                  <a:close/>
                </a:path>
                <a:path w="655954" h="526415">
                  <a:moveTo>
                    <a:pt x="139941" y="296913"/>
                  </a:moveTo>
                  <a:lnTo>
                    <a:pt x="88252" y="296913"/>
                  </a:lnTo>
                  <a:lnTo>
                    <a:pt x="88252" y="374434"/>
                  </a:lnTo>
                  <a:lnTo>
                    <a:pt x="139941" y="374434"/>
                  </a:lnTo>
                  <a:lnTo>
                    <a:pt x="139941" y="296913"/>
                  </a:lnTo>
                  <a:close/>
                </a:path>
                <a:path w="655954" h="526415">
                  <a:moveTo>
                    <a:pt x="265747" y="448741"/>
                  </a:moveTo>
                  <a:lnTo>
                    <a:pt x="214071" y="448741"/>
                  </a:lnTo>
                  <a:lnTo>
                    <a:pt x="214071" y="526262"/>
                  </a:lnTo>
                  <a:lnTo>
                    <a:pt x="265747" y="526262"/>
                  </a:lnTo>
                  <a:lnTo>
                    <a:pt x="265747" y="448741"/>
                  </a:lnTo>
                  <a:close/>
                </a:path>
                <a:path w="655954" h="526415">
                  <a:moveTo>
                    <a:pt x="265747" y="298043"/>
                  </a:moveTo>
                  <a:lnTo>
                    <a:pt x="214071" y="298043"/>
                  </a:lnTo>
                  <a:lnTo>
                    <a:pt x="214071" y="375564"/>
                  </a:lnTo>
                  <a:lnTo>
                    <a:pt x="265747" y="375564"/>
                  </a:lnTo>
                  <a:lnTo>
                    <a:pt x="265747" y="298043"/>
                  </a:lnTo>
                  <a:close/>
                </a:path>
                <a:path w="655954" h="526415">
                  <a:moveTo>
                    <a:pt x="403872" y="448741"/>
                  </a:moveTo>
                  <a:lnTo>
                    <a:pt x="352196" y="448741"/>
                  </a:lnTo>
                  <a:lnTo>
                    <a:pt x="352196" y="526262"/>
                  </a:lnTo>
                  <a:lnTo>
                    <a:pt x="403872" y="526262"/>
                  </a:lnTo>
                  <a:lnTo>
                    <a:pt x="403872" y="448741"/>
                  </a:lnTo>
                  <a:close/>
                </a:path>
                <a:path w="655954" h="526415">
                  <a:moveTo>
                    <a:pt x="403872" y="298043"/>
                  </a:moveTo>
                  <a:lnTo>
                    <a:pt x="352196" y="298043"/>
                  </a:lnTo>
                  <a:lnTo>
                    <a:pt x="352196" y="375564"/>
                  </a:lnTo>
                  <a:lnTo>
                    <a:pt x="403872" y="375564"/>
                  </a:lnTo>
                  <a:lnTo>
                    <a:pt x="403872" y="298043"/>
                  </a:lnTo>
                  <a:close/>
                </a:path>
                <a:path w="655954" h="526415">
                  <a:moveTo>
                    <a:pt x="634657" y="0"/>
                  </a:moveTo>
                  <a:lnTo>
                    <a:pt x="136334" y="0"/>
                  </a:lnTo>
                  <a:lnTo>
                    <a:pt x="0" y="237820"/>
                  </a:lnTo>
                  <a:lnTo>
                    <a:pt x="498322" y="237820"/>
                  </a:lnTo>
                  <a:lnTo>
                    <a:pt x="634657" y="0"/>
                  </a:lnTo>
                  <a:close/>
                </a:path>
                <a:path w="655954" h="526415">
                  <a:moveTo>
                    <a:pt x="655662" y="448741"/>
                  </a:moveTo>
                  <a:lnTo>
                    <a:pt x="613664" y="448741"/>
                  </a:lnTo>
                  <a:lnTo>
                    <a:pt x="613664" y="526262"/>
                  </a:lnTo>
                  <a:lnTo>
                    <a:pt x="655662" y="526262"/>
                  </a:lnTo>
                  <a:lnTo>
                    <a:pt x="655662" y="448741"/>
                  </a:lnTo>
                  <a:close/>
                </a:path>
                <a:path w="655954" h="526415">
                  <a:moveTo>
                    <a:pt x="655662" y="298043"/>
                  </a:moveTo>
                  <a:lnTo>
                    <a:pt x="613664" y="298043"/>
                  </a:lnTo>
                  <a:lnTo>
                    <a:pt x="613664" y="375564"/>
                  </a:lnTo>
                  <a:lnTo>
                    <a:pt x="655662" y="375564"/>
                  </a:lnTo>
                  <a:lnTo>
                    <a:pt x="655662" y="298043"/>
                  </a:lnTo>
                  <a:close/>
                </a:path>
                <a:path w="655954" h="526415">
                  <a:moveTo>
                    <a:pt x="655662" y="147345"/>
                  </a:moveTo>
                  <a:lnTo>
                    <a:pt x="613664" y="147345"/>
                  </a:lnTo>
                  <a:lnTo>
                    <a:pt x="613664" y="224866"/>
                  </a:lnTo>
                  <a:lnTo>
                    <a:pt x="655662" y="224866"/>
                  </a:lnTo>
                  <a:lnTo>
                    <a:pt x="655662" y="147345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34" name="object 334" descr=""/>
          <p:cNvGrpSpPr/>
          <p:nvPr/>
        </p:nvGrpSpPr>
        <p:grpSpPr>
          <a:xfrm>
            <a:off x="10279951" y="7066956"/>
            <a:ext cx="448945" cy="430530"/>
            <a:chOff x="10279951" y="7066956"/>
            <a:chExt cx="448945" cy="430530"/>
          </a:xfrm>
        </p:grpSpPr>
        <p:sp>
          <p:nvSpPr>
            <p:cNvPr id="335" name="object 335" descr=""/>
            <p:cNvSpPr/>
            <p:nvPr/>
          </p:nvSpPr>
          <p:spPr>
            <a:xfrm>
              <a:off x="10279958" y="7228533"/>
              <a:ext cx="448945" cy="268605"/>
            </a:xfrm>
            <a:custGeom>
              <a:avLst/>
              <a:gdLst/>
              <a:ahLst/>
              <a:cxnLst/>
              <a:rect l="l" t="t" r="r" b="b"/>
              <a:pathLst>
                <a:path w="448945" h="268604">
                  <a:moveTo>
                    <a:pt x="448656" y="0"/>
                  </a:moveTo>
                  <a:lnTo>
                    <a:pt x="0" y="0"/>
                  </a:lnTo>
                  <a:lnTo>
                    <a:pt x="0" y="268337"/>
                  </a:lnTo>
                  <a:lnTo>
                    <a:pt x="448656" y="268337"/>
                  </a:lnTo>
                  <a:lnTo>
                    <a:pt x="448656" y="0"/>
                  </a:lnTo>
                  <a:close/>
                </a:path>
              </a:pathLst>
            </a:custGeom>
            <a:solidFill>
              <a:srgbClr val="9CD9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" name="object 336" descr=""/>
            <p:cNvSpPr/>
            <p:nvPr/>
          </p:nvSpPr>
          <p:spPr>
            <a:xfrm>
              <a:off x="10279951" y="7066956"/>
              <a:ext cx="321310" cy="161925"/>
            </a:xfrm>
            <a:custGeom>
              <a:avLst/>
              <a:gdLst/>
              <a:ahLst/>
              <a:cxnLst/>
              <a:rect l="l" t="t" r="r" b="b"/>
              <a:pathLst>
                <a:path w="321309" h="161925">
                  <a:moveTo>
                    <a:pt x="320964" y="0"/>
                  </a:moveTo>
                  <a:lnTo>
                    <a:pt x="106991" y="0"/>
                  </a:lnTo>
                  <a:lnTo>
                    <a:pt x="0" y="161576"/>
                  </a:lnTo>
                  <a:lnTo>
                    <a:pt x="320964" y="161576"/>
                  </a:lnTo>
                  <a:lnTo>
                    <a:pt x="320964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 descr=""/>
            <p:cNvSpPr/>
            <p:nvPr/>
          </p:nvSpPr>
          <p:spPr>
            <a:xfrm>
              <a:off x="10473223" y="7066959"/>
              <a:ext cx="255904" cy="430530"/>
            </a:xfrm>
            <a:custGeom>
              <a:avLst/>
              <a:gdLst/>
              <a:ahLst/>
              <a:cxnLst/>
              <a:rect l="l" t="t" r="r" b="b"/>
              <a:pathLst>
                <a:path w="255904" h="430529">
                  <a:moveTo>
                    <a:pt x="127692" y="0"/>
                  </a:moveTo>
                  <a:lnTo>
                    <a:pt x="0" y="161576"/>
                  </a:lnTo>
                  <a:lnTo>
                    <a:pt x="0" y="429913"/>
                  </a:lnTo>
                  <a:lnTo>
                    <a:pt x="255384" y="429913"/>
                  </a:lnTo>
                  <a:lnTo>
                    <a:pt x="255384" y="161576"/>
                  </a:lnTo>
                  <a:lnTo>
                    <a:pt x="127692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" name="object 338" descr=""/>
            <p:cNvSpPr/>
            <p:nvPr/>
          </p:nvSpPr>
          <p:spPr>
            <a:xfrm>
              <a:off x="10320934" y="7270412"/>
              <a:ext cx="355600" cy="133350"/>
            </a:xfrm>
            <a:custGeom>
              <a:avLst/>
              <a:gdLst/>
              <a:ahLst/>
              <a:cxnLst/>
              <a:rect l="l" t="t" r="r" b="b"/>
              <a:pathLst>
                <a:path w="355600" h="133350">
                  <a:moveTo>
                    <a:pt x="29400" y="92303"/>
                  </a:moveTo>
                  <a:lnTo>
                    <a:pt x="0" y="92303"/>
                  </a:lnTo>
                  <a:lnTo>
                    <a:pt x="0" y="133134"/>
                  </a:lnTo>
                  <a:lnTo>
                    <a:pt x="29400" y="133134"/>
                  </a:lnTo>
                  <a:lnTo>
                    <a:pt x="29400" y="92303"/>
                  </a:lnTo>
                  <a:close/>
                </a:path>
                <a:path w="355600" h="133350">
                  <a:moveTo>
                    <a:pt x="29400" y="0"/>
                  </a:moveTo>
                  <a:lnTo>
                    <a:pt x="0" y="0"/>
                  </a:lnTo>
                  <a:lnTo>
                    <a:pt x="0" y="40830"/>
                  </a:lnTo>
                  <a:lnTo>
                    <a:pt x="29400" y="40830"/>
                  </a:lnTo>
                  <a:lnTo>
                    <a:pt x="29400" y="0"/>
                  </a:lnTo>
                  <a:close/>
                </a:path>
                <a:path w="355600" h="133350">
                  <a:moveTo>
                    <a:pt x="102031" y="92303"/>
                  </a:moveTo>
                  <a:lnTo>
                    <a:pt x="72631" y="92303"/>
                  </a:lnTo>
                  <a:lnTo>
                    <a:pt x="72631" y="133134"/>
                  </a:lnTo>
                  <a:lnTo>
                    <a:pt x="102031" y="133134"/>
                  </a:lnTo>
                  <a:lnTo>
                    <a:pt x="102031" y="92303"/>
                  </a:lnTo>
                  <a:close/>
                </a:path>
                <a:path w="355600" h="133350">
                  <a:moveTo>
                    <a:pt x="102031" y="0"/>
                  </a:moveTo>
                  <a:lnTo>
                    <a:pt x="72631" y="0"/>
                  </a:lnTo>
                  <a:lnTo>
                    <a:pt x="72631" y="40830"/>
                  </a:lnTo>
                  <a:lnTo>
                    <a:pt x="102031" y="40830"/>
                  </a:lnTo>
                  <a:lnTo>
                    <a:pt x="102031" y="0"/>
                  </a:lnTo>
                  <a:close/>
                </a:path>
                <a:path w="355600" h="133350">
                  <a:moveTo>
                    <a:pt x="245516" y="0"/>
                  </a:moveTo>
                  <a:lnTo>
                    <a:pt x="216115" y="0"/>
                  </a:lnTo>
                  <a:lnTo>
                    <a:pt x="216115" y="40830"/>
                  </a:lnTo>
                  <a:lnTo>
                    <a:pt x="245516" y="40830"/>
                  </a:lnTo>
                  <a:lnTo>
                    <a:pt x="245516" y="0"/>
                  </a:lnTo>
                  <a:close/>
                </a:path>
                <a:path w="355600" h="133350">
                  <a:moveTo>
                    <a:pt x="355117" y="0"/>
                  </a:moveTo>
                  <a:lnTo>
                    <a:pt x="325704" y="0"/>
                  </a:lnTo>
                  <a:lnTo>
                    <a:pt x="325704" y="40830"/>
                  </a:lnTo>
                  <a:lnTo>
                    <a:pt x="355117" y="40830"/>
                  </a:lnTo>
                  <a:lnTo>
                    <a:pt x="355117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39" name="object 339" descr=""/>
          <p:cNvGrpSpPr/>
          <p:nvPr/>
        </p:nvGrpSpPr>
        <p:grpSpPr>
          <a:xfrm>
            <a:off x="12135980" y="6156150"/>
            <a:ext cx="2287270" cy="880744"/>
            <a:chOff x="12135980" y="6156150"/>
            <a:chExt cx="2287270" cy="880744"/>
          </a:xfrm>
        </p:grpSpPr>
        <p:sp>
          <p:nvSpPr>
            <p:cNvPr id="340" name="object 340" descr=""/>
            <p:cNvSpPr/>
            <p:nvPr/>
          </p:nvSpPr>
          <p:spPr>
            <a:xfrm>
              <a:off x="12135980" y="6156150"/>
              <a:ext cx="1397000" cy="698500"/>
            </a:xfrm>
            <a:custGeom>
              <a:avLst/>
              <a:gdLst/>
              <a:ahLst/>
              <a:cxnLst/>
              <a:rect l="l" t="t" r="r" b="b"/>
              <a:pathLst>
                <a:path w="1397000" h="698500">
                  <a:moveTo>
                    <a:pt x="698355" y="0"/>
                  </a:moveTo>
                  <a:lnTo>
                    <a:pt x="650541" y="1611"/>
                  </a:lnTo>
                  <a:lnTo>
                    <a:pt x="603592" y="6375"/>
                  </a:lnTo>
                  <a:lnTo>
                    <a:pt x="557611" y="14187"/>
                  </a:lnTo>
                  <a:lnTo>
                    <a:pt x="512703" y="24945"/>
                  </a:lnTo>
                  <a:lnTo>
                    <a:pt x="468972" y="38544"/>
                  </a:lnTo>
                  <a:lnTo>
                    <a:pt x="426522" y="54879"/>
                  </a:lnTo>
                  <a:lnTo>
                    <a:pt x="385457" y="73848"/>
                  </a:lnTo>
                  <a:lnTo>
                    <a:pt x="345880" y="95345"/>
                  </a:lnTo>
                  <a:lnTo>
                    <a:pt x="307896" y="119267"/>
                  </a:lnTo>
                  <a:lnTo>
                    <a:pt x="271609" y="145510"/>
                  </a:lnTo>
                  <a:lnTo>
                    <a:pt x="237123" y="173969"/>
                  </a:lnTo>
                  <a:lnTo>
                    <a:pt x="204542" y="204542"/>
                  </a:lnTo>
                  <a:lnTo>
                    <a:pt x="173969" y="237123"/>
                  </a:lnTo>
                  <a:lnTo>
                    <a:pt x="145510" y="271609"/>
                  </a:lnTo>
                  <a:lnTo>
                    <a:pt x="119267" y="307896"/>
                  </a:lnTo>
                  <a:lnTo>
                    <a:pt x="95345" y="345880"/>
                  </a:lnTo>
                  <a:lnTo>
                    <a:pt x="73848" y="385457"/>
                  </a:lnTo>
                  <a:lnTo>
                    <a:pt x="54879" y="426522"/>
                  </a:lnTo>
                  <a:lnTo>
                    <a:pt x="38544" y="468972"/>
                  </a:lnTo>
                  <a:lnTo>
                    <a:pt x="24945" y="512703"/>
                  </a:lnTo>
                  <a:lnTo>
                    <a:pt x="14187" y="557611"/>
                  </a:lnTo>
                  <a:lnTo>
                    <a:pt x="6375" y="603592"/>
                  </a:lnTo>
                  <a:lnTo>
                    <a:pt x="1611" y="650541"/>
                  </a:lnTo>
                  <a:lnTo>
                    <a:pt x="0" y="698355"/>
                  </a:lnTo>
                  <a:lnTo>
                    <a:pt x="1396711" y="698355"/>
                  </a:lnTo>
                  <a:lnTo>
                    <a:pt x="1395100" y="650541"/>
                  </a:lnTo>
                  <a:lnTo>
                    <a:pt x="1390336" y="603592"/>
                  </a:lnTo>
                  <a:lnTo>
                    <a:pt x="1382523" y="557611"/>
                  </a:lnTo>
                  <a:lnTo>
                    <a:pt x="1371765" y="512703"/>
                  </a:lnTo>
                  <a:lnTo>
                    <a:pt x="1358167" y="468972"/>
                  </a:lnTo>
                  <a:lnTo>
                    <a:pt x="1341831" y="426522"/>
                  </a:lnTo>
                  <a:lnTo>
                    <a:pt x="1322863" y="385457"/>
                  </a:lnTo>
                  <a:lnTo>
                    <a:pt x="1301366" y="345880"/>
                  </a:lnTo>
                  <a:lnTo>
                    <a:pt x="1277444" y="307896"/>
                  </a:lnTo>
                  <a:lnTo>
                    <a:pt x="1251201" y="271609"/>
                  </a:lnTo>
                  <a:lnTo>
                    <a:pt x="1222741" y="237123"/>
                  </a:lnTo>
                  <a:lnTo>
                    <a:pt x="1192169" y="204542"/>
                  </a:lnTo>
                  <a:lnTo>
                    <a:pt x="1159587" y="173969"/>
                  </a:lnTo>
                  <a:lnTo>
                    <a:pt x="1125101" y="145510"/>
                  </a:lnTo>
                  <a:lnTo>
                    <a:pt x="1088814" y="119267"/>
                  </a:lnTo>
                  <a:lnTo>
                    <a:pt x="1050830" y="95345"/>
                  </a:lnTo>
                  <a:lnTo>
                    <a:pt x="1011254" y="73848"/>
                  </a:lnTo>
                  <a:lnTo>
                    <a:pt x="970188" y="54879"/>
                  </a:lnTo>
                  <a:lnTo>
                    <a:pt x="927738" y="38544"/>
                  </a:lnTo>
                  <a:lnTo>
                    <a:pt x="884007" y="24945"/>
                  </a:lnTo>
                  <a:lnTo>
                    <a:pt x="839099" y="14187"/>
                  </a:lnTo>
                  <a:lnTo>
                    <a:pt x="793119" y="6375"/>
                  </a:lnTo>
                  <a:lnTo>
                    <a:pt x="746169" y="1611"/>
                  </a:lnTo>
                  <a:lnTo>
                    <a:pt x="698355" y="0"/>
                  </a:lnTo>
                  <a:close/>
                </a:path>
              </a:pathLst>
            </a:custGeom>
            <a:solidFill>
              <a:srgbClr val="29805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 descr=""/>
            <p:cNvSpPr/>
            <p:nvPr/>
          </p:nvSpPr>
          <p:spPr>
            <a:xfrm>
              <a:off x="13141458" y="6395866"/>
              <a:ext cx="1281430" cy="640715"/>
            </a:xfrm>
            <a:custGeom>
              <a:avLst/>
              <a:gdLst/>
              <a:ahLst/>
              <a:cxnLst/>
              <a:rect l="l" t="t" r="r" b="b"/>
              <a:pathLst>
                <a:path w="1281430" h="640715">
                  <a:moveTo>
                    <a:pt x="640661" y="0"/>
                  </a:moveTo>
                  <a:lnTo>
                    <a:pt x="592847" y="1757"/>
                  </a:lnTo>
                  <a:lnTo>
                    <a:pt x="545987" y="6946"/>
                  </a:lnTo>
                  <a:lnTo>
                    <a:pt x="500206" y="15443"/>
                  </a:lnTo>
                  <a:lnTo>
                    <a:pt x="455627" y="27124"/>
                  </a:lnTo>
                  <a:lnTo>
                    <a:pt x="412375" y="41866"/>
                  </a:lnTo>
                  <a:lnTo>
                    <a:pt x="370572" y="59543"/>
                  </a:lnTo>
                  <a:lnTo>
                    <a:pt x="330343" y="80034"/>
                  </a:lnTo>
                  <a:lnTo>
                    <a:pt x="291812" y="103213"/>
                  </a:lnTo>
                  <a:lnTo>
                    <a:pt x="255102" y="128957"/>
                  </a:lnTo>
                  <a:lnTo>
                    <a:pt x="220338" y="157141"/>
                  </a:lnTo>
                  <a:lnTo>
                    <a:pt x="187643" y="187643"/>
                  </a:lnTo>
                  <a:lnTo>
                    <a:pt x="157141" y="220338"/>
                  </a:lnTo>
                  <a:lnTo>
                    <a:pt x="128957" y="255102"/>
                  </a:lnTo>
                  <a:lnTo>
                    <a:pt x="103213" y="291812"/>
                  </a:lnTo>
                  <a:lnTo>
                    <a:pt x="80034" y="330343"/>
                  </a:lnTo>
                  <a:lnTo>
                    <a:pt x="59543" y="370572"/>
                  </a:lnTo>
                  <a:lnTo>
                    <a:pt x="41866" y="412375"/>
                  </a:lnTo>
                  <a:lnTo>
                    <a:pt x="27124" y="455627"/>
                  </a:lnTo>
                  <a:lnTo>
                    <a:pt x="15443" y="500206"/>
                  </a:lnTo>
                  <a:lnTo>
                    <a:pt x="6946" y="545987"/>
                  </a:lnTo>
                  <a:lnTo>
                    <a:pt x="1757" y="592847"/>
                  </a:lnTo>
                  <a:lnTo>
                    <a:pt x="0" y="640661"/>
                  </a:lnTo>
                  <a:lnTo>
                    <a:pt x="1281322" y="640661"/>
                  </a:lnTo>
                  <a:lnTo>
                    <a:pt x="1279564" y="592847"/>
                  </a:lnTo>
                  <a:lnTo>
                    <a:pt x="1274375" y="545987"/>
                  </a:lnTo>
                  <a:lnTo>
                    <a:pt x="1265878" y="500206"/>
                  </a:lnTo>
                  <a:lnTo>
                    <a:pt x="1254196" y="455627"/>
                  </a:lnTo>
                  <a:lnTo>
                    <a:pt x="1239454" y="412375"/>
                  </a:lnTo>
                  <a:lnTo>
                    <a:pt x="1221776" y="370572"/>
                  </a:lnTo>
                  <a:lnTo>
                    <a:pt x="1201285" y="330343"/>
                  </a:lnTo>
                  <a:lnTo>
                    <a:pt x="1178106" y="291812"/>
                  </a:lnTo>
                  <a:lnTo>
                    <a:pt x="1152362" y="255102"/>
                  </a:lnTo>
                  <a:lnTo>
                    <a:pt x="1124176" y="220338"/>
                  </a:lnTo>
                  <a:lnTo>
                    <a:pt x="1093674" y="187643"/>
                  </a:lnTo>
                  <a:lnTo>
                    <a:pt x="1060979" y="157141"/>
                  </a:lnTo>
                  <a:lnTo>
                    <a:pt x="1026215" y="128957"/>
                  </a:lnTo>
                  <a:lnTo>
                    <a:pt x="989505" y="103213"/>
                  </a:lnTo>
                  <a:lnTo>
                    <a:pt x="950974" y="80034"/>
                  </a:lnTo>
                  <a:lnTo>
                    <a:pt x="910745" y="59543"/>
                  </a:lnTo>
                  <a:lnTo>
                    <a:pt x="868942" y="41866"/>
                  </a:lnTo>
                  <a:lnTo>
                    <a:pt x="825690" y="27124"/>
                  </a:lnTo>
                  <a:lnTo>
                    <a:pt x="781112" y="15443"/>
                  </a:lnTo>
                  <a:lnTo>
                    <a:pt x="735332" y="6946"/>
                  </a:lnTo>
                  <a:lnTo>
                    <a:pt x="688473" y="1757"/>
                  </a:lnTo>
                  <a:lnTo>
                    <a:pt x="640661" y="0"/>
                  </a:lnTo>
                  <a:close/>
                </a:path>
              </a:pathLst>
            </a:custGeom>
            <a:solidFill>
              <a:srgbClr val="599C7B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42" name="object 342" descr=""/>
          <p:cNvGrpSpPr/>
          <p:nvPr/>
        </p:nvGrpSpPr>
        <p:grpSpPr>
          <a:xfrm>
            <a:off x="16506784" y="5958993"/>
            <a:ext cx="3590925" cy="1539240"/>
            <a:chOff x="16506784" y="5958993"/>
            <a:chExt cx="3590925" cy="1539240"/>
          </a:xfrm>
        </p:grpSpPr>
        <p:sp>
          <p:nvSpPr>
            <p:cNvPr id="343" name="object 343" descr=""/>
            <p:cNvSpPr/>
            <p:nvPr/>
          </p:nvSpPr>
          <p:spPr>
            <a:xfrm>
              <a:off x="18235155" y="6207385"/>
              <a:ext cx="120014" cy="249554"/>
            </a:xfrm>
            <a:custGeom>
              <a:avLst/>
              <a:gdLst/>
              <a:ahLst/>
              <a:cxnLst/>
              <a:rect l="l" t="t" r="r" b="b"/>
              <a:pathLst>
                <a:path w="120015" h="249554">
                  <a:moveTo>
                    <a:pt x="119456" y="0"/>
                  </a:moveTo>
                  <a:lnTo>
                    <a:pt x="90360" y="0"/>
                  </a:lnTo>
                  <a:lnTo>
                    <a:pt x="90360" y="143357"/>
                  </a:lnTo>
                  <a:lnTo>
                    <a:pt x="64922" y="143357"/>
                  </a:lnTo>
                  <a:lnTo>
                    <a:pt x="50990" y="140538"/>
                  </a:lnTo>
                  <a:lnTo>
                    <a:pt x="39598" y="132854"/>
                  </a:lnTo>
                  <a:lnTo>
                    <a:pt x="31902" y="121462"/>
                  </a:lnTo>
                  <a:lnTo>
                    <a:pt x="29083" y="107518"/>
                  </a:lnTo>
                  <a:lnTo>
                    <a:pt x="29083" y="73964"/>
                  </a:lnTo>
                  <a:lnTo>
                    <a:pt x="0" y="73964"/>
                  </a:lnTo>
                  <a:lnTo>
                    <a:pt x="0" y="107518"/>
                  </a:lnTo>
                  <a:lnTo>
                    <a:pt x="5105" y="132765"/>
                  </a:lnTo>
                  <a:lnTo>
                    <a:pt x="19037" y="153403"/>
                  </a:lnTo>
                  <a:lnTo>
                    <a:pt x="39674" y="167335"/>
                  </a:lnTo>
                  <a:lnTo>
                    <a:pt x="64922" y="172453"/>
                  </a:lnTo>
                  <a:lnTo>
                    <a:pt x="90360" y="172453"/>
                  </a:lnTo>
                  <a:lnTo>
                    <a:pt x="90360" y="249313"/>
                  </a:lnTo>
                  <a:lnTo>
                    <a:pt x="119456" y="249313"/>
                  </a:lnTo>
                  <a:lnTo>
                    <a:pt x="119456" y="0"/>
                  </a:lnTo>
                  <a:close/>
                </a:path>
              </a:pathLst>
            </a:custGeom>
            <a:solidFill>
              <a:srgbClr val="9CD9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 descr=""/>
            <p:cNvSpPr/>
            <p:nvPr/>
          </p:nvSpPr>
          <p:spPr>
            <a:xfrm>
              <a:off x="18170992" y="5958993"/>
              <a:ext cx="351155" cy="342900"/>
            </a:xfrm>
            <a:custGeom>
              <a:avLst/>
              <a:gdLst/>
              <a:ahLst/>
              <a:cxnLst/>
              <a:rect l="l" t="t" r="r" b="b"/>
              <a:pathLst>
                <a:path w="351155" h="342900">
                  <a:moveTo>
                    <a:pt x="171178" y="0"/>
                  </a:moveTo>
                  <a:lnTo>
                    <a:pt x="125671" y="6114"/>
                  </a:lnTo>
                  <a:lnTo>
                    <a:pt x="84780" y="23370"/>
                  </a:lnTo>
                  <a:lnTo>
                    <a:pt x="50135" y="50135"/>
                  </a:lnTo>
                  <a:lnTo>
                    <a:pt x="23370" y="84780"/>
                  </a:lnTo>
                  <a:lnTo>
                    <a:pt x="6114" y="125671"/>
                  </a:lnTo>
                  <a:lnTo>
                    <a:pt x="0" y="171178"/>
                  </a:lnTo>
                  <a:lnTo>
                    <a:pt x="6114" y="216684"/>
                  </a:lnTo>
                  <a:lnTo>
                    <a:pt x="23370" y="257576"/>
                  </a:lnTo>
                  <a:lnTo>
                    <a:pt x="50135" y="292220"/>
                  </a:lnTo>
                  <a:lnTo>
                    <a:pt x="84780" y="318985"/>
                  </a:lnTo>
                  <a:lnTo>
                    <a:pt x="125671" y="336241"/>
                  </a:lnTo>
                  <a:lnTo>
                    <a:pt x="171178" y="342356"/>
                  </a:lnTo>
                  <a:lnTo>
                    <a:pt x="217300" y="336241"/>
                  </a:lnTo>
                  <a:lnTo>
                    <a:pt x="259731" y="318985"/>
                  </a:lnTo>
                  <a:lnTo>
                    <a:pt x="296377" y="292220"/>
                  </a:lnTo>
                  <a:lnTo>
                    <a:pt x="325144" y="257576"/>
                  </a:lnTo>
                  <a:lnTo>
                    <a:pt x="343939" y="216684"/>
                  </a:lnTo>
                  <a:lnTo>
                    <a:pt x="350669" y="171178"/>
                  </a:lnTo>
                  <a:lnTo>
                    <a:pt x="343939" y="125671"/>
                  </a:lnTo>
                  <a:lnTo>
                    <a:pt x="325144" y="84780"/>
                  </a:lnTo>
                  <a:lnTo>
                    <a:pt x="296377" y="50135"/>
                  </a:lnTo>
                  <a:lnTo>
                    <a:pt x="259731" y="23370"/>
                  </a:lnTo>
                  <a:lnTo>
                    <a:pt x="217300" y="6114"/>
                  </a:lnTo>
                  <a:lnTo>
                    <a:pt x="171178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45" name="object 345" descr="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8122157" y="6069016"/>
              <a:ext cx="232338" cy="232328"/>
            </a:xfrm>
            <a:prstGeom prst="rect">
              <a:avLst/>
            </a:prstGeom>
          </p:spPr>
        </p:pic>
        <p:pic>
          <p:nvPicPr>
            <p:cNvPr id="346" name="object 346" descr="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18499668" y="6128497"/>
              <a:ext cx="288539" cy="359462"/>
            </a:xfrm>
            <a:prstGeom prst="rect">
              <a:avLst/>
            </a:prstGeom>
          </p:spPr>
        </p:pic>
        <p:sp>
          <p:nvSpPr>
            <p:cNvPr id="347" name="object 347" descr=""/>
            <p:cNvSpPr/>
            <p:nvPr/>
          </p:nvSpPr>
          <p:spPr>
            <a:xfrm>
              <a:off x="17365834" y="6438336"/>
              <a:ext cx="2119630" cy="1059815"/>
            </a:xfrm>
            <a:custGeom>
              <a:avLst/>
              <a:gdLst/>
              <a:ahLst/>
              <a:cxnLst/>
              <a:rect l="l" t="t" r="r" b="b"/>
              <a:pathLst>
                <a:path w="2119630" h="1059815">
                  <a:moveTo>
                    <a:pt x="1059507" y="0"/>
                  </a:moveTo>
                  <a:lnTo>
                    <a:pt x="1011009" y="1090"/>
                  </a:lnTo>
                  <a:lnTo>
                    <a:pt x="963071" y="4329"/>
                  </a:lnTo>
                  <a:lnTo>
                    <a:pt x="915739" y="9671"/>
                  </a:lnTo>
                  <a:lnTo>
                    <a:pt x="869060" y="17069"/>
                  </a:lnTo>
                  <a:lnTo>
                    <a:pt x="823081" y="26476"/>
                  </a:lnTo>
                  <a:lnTo>
                    <a:pt x="777849" y="37846"/>
                  </a:lnTo>
                  <a:lnTo>
                    <a:pt x="733411" y="51131"/>
                  </a:lnTo>
                  <a:lnTo>
                    <a:pt x="689812" y="66284"/>
                  </a:lnTo>
                  <a:lnTo>
                    <a:pt x="647101" y="83260"/>
                  </a:lnTo>
                  <a:lnTo>
                    <a:pt x="605323" y="102011"/>
                  </a:lnTo>
                  <a:lnTo>
                    <a:pt x="564525" y="122491"/>
                  </a:lnTo>
                  <a:lnTo>
                    <a:pt x="524755" y="144652"/>
                  </a:lnTo>
                  <a:lnTo>
                    <a:pt x="486059" y="168448"/>
                  </a:lnTo>
                  <a:lnTo>
                    <a:pt x="448484" y="193833"/>
                  </a:lnTo>
                  <a:lnTo>
                    <a:pt x="412076" y="220759"/>
                  </a:lnTo>
                  <a:lnTo>
                    <a:pt x="376882" y="249180"/>
                  </a:lnTo>
                  <a:lnTo>
                    <a:pt x="342949" y="279050"/>
                  </a:lnTo>
                  <a:lnTo>
                    <a:pt x="310324" y="310320"/>
                  </a:lnTo>
                  <a:lnTo>
                    <a:pt x="279053" y="342945"/>
                  </a:lnTo>
                  <a:lnTo>
                    <a:pt x="249184" y="376877"/>
                  </a:lnTo>
                  <a:lnTo>
                    <a:pt x="220763" y="412071"/>
                  </a:lnTo>
                  <a:lnTo>
                    <a:pt x="193836" y="448479"/>
                  </a:lnTo>
                  <a:lnTo>
                    <a:pt x="168451" y="486054"/>
                  </a:lnTo>
                  <a:lnTo>
                    <a:pt x="144654" y="524751"/>
                  </a:lnTo>
                  <a:lnTo>
                    <a:pt x="122493" y="564521"/>
                  </a:lnTo>
                  <a:lnTo>
                    <a:pt x="102013" y="605318"/>
                  </a:lnTo>
                  <a:lnTo>
                    <a:pt x="83262" y="647096"/>
                  </a:lnTo>
                  <a:lnTo>
                    <a:pt x="66286" y="689808"/>
                  </a:lnTo>
                  <a:lnTo>
                    <a:pt x="51132" y="733407"/>
                  </a:lnTo>
                  <a:lnTo>
                    <a:pt x="37846" y="777846"/>
                  </a:lnTo>
                  <a:lnTo>
                    <a:pt x="26477" y="823078"/>
                  </a:lnTo>
                  <a:lnTo>
                    <a:pt x="17070" y="869057"/>
                  </a:lnTo>
                  <a:lnTo>
                    <a:pt x="9672" y="915737"/>
                  </a:lnTo>
                  <a:lnTo>
                    <a:pt x="4329" y="963069"/>
                  </a:lnTo>
                  <a:lnTo>
                    <a:pt x="1090" y="1011008"/>
                  </a:lnTo>
                  <a:lnTo>
                    <a:pt x="0" y="1059507"/>
                  </a:lnTo>
                  <a:lnTo>
                    <a:pt x="2119014" y="1059507"/>
                  </a:lnTo>
                  <a:lnTo>
                    <a:pt x="2117923" y="1011008"/>
                  </a:lnTo>
                  <a:lnTo>
                    <a:pt x="2114684" y="963069"/>
                  </a:lnTo>
                  <a:lnTo>
                    <a:pt x="2109341" y="915737"/>
                  </a:lnTo>
                  <a:lnTo>
                    <a:pt x="2101943" y="869057"/>
                  </a:lnTo>
                  <a:lnTo>
                    <a:pt x="2092536" y="823078"/>
                  </a:lnTo>
                  <a:lnTo>
                    <a:pt x="2081167" y="777846"/>
                  </a:lnTo>
                  <a:lnTo>
                    <a:pt x="2067881" y="733407"/>
                  </a:lnTo>
                  <a:lnTo>
                    <a:pt x="2052727" y="689808"/>
                  </a:lnTo>
                  <a:lnTo>
                    <a:pt x="2035751" y="647096"/>
                  </a:lnTo>
                  <a:lnTo>
                    <a:pt x="2017000" y="605318"/>
                  </a:lnTo>
                  <a:lnTo>
                    <a:pt x="1996520" y="564521"/>
                  </a:lnTo>
                  <a:lnTo>
                    <a:pt x="1974359" y="524751"/>
                  </a:lnTo>
                  <a:lnTo>
                    <a:pt x="1950562" y="486054"/>
                  </a:lnTo>
                  <a:lnTo>
                    <a:pt x="1925177" y="448479"/>
                  </a:lnTo>
                  <a:lnTo>
                    <a:pt x="1898250" y="412071"/>
                  </a:lnTo>
                  <a:lnTo>
                    <a:pt x="1869829" y="376877"/>
                  </a:lnTo>
                  <a:lnTo>
                    <a:pt x="1839960" y="342945"/>
                  </a:lnTo>
                  <a:lnTo>
                    <a:pt x="1808689" y="310320"/>
                  </a:lnTo>
                  <a:lnTo>
                    <a:pt x="1776064" y="279050"/>
                  </a:lnTo>
                  <a:lnTo>
                    <a:pt x="1742131" y="249180"/>
                  </a:lnTo>
                  <a:lnTo>
                    <a:pt x="1706937" y="220759"/>
                  </a:lnTo>
                  <a:lnTo>
                    <a:pt x="1670529" y="193833"/>
                  </a:lnTo>
                  <a:lnTo>
                    <a:pt x="1632954" y="168448"/>
                  </a:lnTo>
                  <a:lnTo>
                    <a:pt x="1594258" y="144652"/>
                  </a:lnTo>
                  <a:lnTo>
                    <a:pt x="1554488" y="122491"/>
                  </a:lnTo>
                  <a:lnTo>
                    <a:pt x="1513690" y="102011"/>
                  </a:lnTo>
                  <a:lnTo>
                    <a:pt x="1471912" y="83260"/>
                  </a:lnTo>
                  <a:lnTo>
                    <a:pt x="1429201" y="66284"/>
                  </a:lnTo>
                  <a:lnTo>
                    <a:pt x="1385602" y="51131"/>
                  </a:lnTo>
                  <a:lnTo>
                    <a:pt x="1341164" y="37846"/>
                  </a:lnTo>
                  <a:lnTo>
                    <a:pt x="1295932" y="26476"/>
                  </a:lnTo>
                  <a:lnTo>
                    <a:pt x="1249953" y="17069"/>
                  </a:lnTo>
                  <a:lnTo>
                    <a:pt x="1203274" y="9671"/>
                  </a:lnTo>
                  <a:lnTo>
                    <a:pt x="1155942" y="4329"/>
                  </a:lnTo>
                  <a:lnTo>
                    <a:pt x="1108004" y="1090"/>
                  </a:lnTo>
                  <a:lnTo>
                    <a:pt x="1059507" y="0"/>
                  </a:lnTo>
                  <a:close/>
                </a:path>
              </a:pathLst>
            </a:custGeom>
            <a:solidFill>
              <a:srgbClr val="599C7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 descr=""/>
            <p:cNvSpPr/>
            <p:nvPr/>
          </p:nvSpPr>
          <p:spPr>
            <a:xfrm>
              <a:off x="17664849" y="6933520"/>
              <a:ext cx="158115" cy="393700"/>
            </a:xfrm>
            <a:custGeom>
              <a:avLst/>
              <a:gdLst/>
              <a:ahLst/>
              <a:cxnLst/>
              <a:rect l="l" t="t" r="r" b="b"/>
              <a:pathLst>
                <a:path w="158115" h="393700">
                  <a:moveTo>
                    <a:pt x="76352" y="393090"/>
                  </a:moveTo>
                  <a:lnTo>
                    <a:pt x="57708" y="325437"/>
                  </a:lnTo>
                  <a:lnTo>
                    <a:pt x="21666" y="194843"/>
                  </a:lnTo>
                  <a:lnTo>
                    <a:pt x="0" y="273304"/>
                  </a:lnTo>
                  <a:lnTo>
                    <a:pt x="0" y="325437"/>
                  </a:lnTo>
                  <a:lnTo>
                    <a:pt x="0" y="393090"/>
                  </a:lnTo>
                  <a:lnTo>
                    <a:pt x="76352" y="393090"/>
                  </a:lnTo>
                  <a:close/>
                </a:path>
                <a:path w="158115" h="393700">
                  <a:moveTo>
                    <a:pt x="157708" y="0"/>
                  </a:moveTo>
                  <a:lnTo>
                    <a:pt x="118313" y="0"/>
                  </a:lnTo>
                  <a:lnTo>
                    <a:pt x="118313" y="325437"/>
                  </a:lnTo>
                  <a:lnTo>
                    <a:pt x="157708" y="325437"/>
                  </a:lnTo>
                  <a:lnTo>
                    <a:pt x="157708" y="0"/>
                  </a:lnTo>
                  <a:close/>
                </a:path>
              </a:pathLst>
            </a:custGeom>
            <a:solidFill>
              <a:srgbClr val="9592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 descr=""/>
            <p:cNvSpPr/>
            <p:nvPr/>
          </p:nvSpPr>
          <p:spPr>
            <a:xfrm>
              <a:off x="17625390" y="7258970"/>
              <a:ext cx="197485" cy="125095"/>
            </a:xfrm>
            <a:custGeom>
              <a:avLst/>
              <a:gdLst/>
              <a:ahLst/>
              <a:cxnLst/>
              <a:rect l="l" t="t" r="r" b="b"/>
              <a:pathLst>
                <a:path w="197484" h="125095">
                  <a:moveTo>
                    <a:pt x="39458" y="67652"/>
                  </a:moveTo>
                  <a:lnTo>
                    <a:pt x="0" y="67652"/>
                  </a:lnTo>
                  <a:lnTo>
                    <a:pt x="0" y="125069"/>
                  </a:lnTo>
                  <a:lnTo>
                    <a:pt x="39458" y="125069"/>
                  </a:lnTo>
                  <a:lnTo>
                    <a:pt x="39458" y="67652"/>
                  </a:lnTo>
                  <a:close/>
                </a:path>
                <a:path w="197484" h="125095">
                  <a:moveTo>
                    <a:pt x="197167" y="0"/>
                  </a:moveTo>
                  <a:lnTo>
                    <a:pt x="157772" y="0"/>
                  </a:lnTo>
                  <a:lnTo>
                    <a:pt x="157772" y="125069"/>
                  </a:lnTo>
                  <a:lnTo>
                    <a:pt x="197167" y="125069"/>
                  </a:lnTo>
                  <a:lnTo>
                    <a:pt x="197167" y="0"/>
                  </a:lnTo>
                  <a:close/>
                </a:path>
              </a:pathLst>
            </a:custGeom>
            <a:solidFill>
              <a:srgbClr val="81D3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 descr=""/>
            <p:cNvSpPr/>
            <p:nvPr/>
          </p:nvSpPr>
          <p:spPr>
            <a:xfrm>
              <a:off x="17550282" y="6706622"/>
              <a:ext cx="405130" cy="620395"/>
            </a:xfrm>
            <a:custGeom>
              <a:avLst/>
              <a:gdLst/>
              <a:ahLst/>
              <a:cxnLst/>
              <a:rect l="l" t="t" r="r" b="b"/>
              <a:pathLst>
                <a:path w="405130" h="620395">
                  <a:moveTo>
                    <a:pt x="136220" y="421741"/>
                  </a:moveTo>
                  <a:lnTo>
                    <a:pt x="114566" y="343293"/>
                  </a:lnTo>
                  <a:lnTo>
                    <a:pt x="114566" y="452272"/>
                  </a:lnTo>
                  <a:lnTo>
                    <a:pt x="75107" y="452285"/>
                  </a:lnTo>
                  <a:lnTo>
                    <a:pt x="114566" y="452272"/>
                  </a:lnTo>
                  <a:lnTo>
                    <a:pt x="114566" y="343293"/>
                  </a:lnTo>
                  <a:lnTo>
                    <a:pt x="95465" y="274091"/>
                  </a:lnTo>
                  <a:lnTo>
                    <a:pt x="0" y="620001"/>
                  </a:lnTo>
                  <a:lnTo>
                    <a:pt x="75107" y="620001"/>
                  </a:lnTo>
                  <a:lnTo>
                    <a:pt x="114566" y="619988"/>
                  </a:lnTo>
                  <a:lnTo>
                    <a:pt x="114566" y="552335"/>
                  </a:lnTo>
                  <a:lnTo>
                    <a:pt x="114566" y="500202"/>
                  </a:lnTo>
                  <a:lnTo>
                    <a:pt x="136220" y="421741"/>
                  </a:lnTo>
                  <a:close/>
                </a:path>
                <a:path w="405130" h="620395">
                  <a:moveTo>
                    <a:pt x="404977" y="552335"/>
                  </a:moveTo>
                  <a:lnTo>
                    <a:pt x="252603" y="0"/>
                  </a:lnTo>
                  <a:lnTo>
                    <a:pt x="136220" y="421741"/>
                  </a:lnTo>
                  <a:lnTo>
                    <a:pt x="172275" y="552335"/>
                  </a:lnTo>
                  <a:lnTo>
                    <a:pt x="232879" y="552335"/>
                  </a:lnTo>
                  <a:lnTo>
                    <a:pt x="232879" y="226898"/>
                  </a:lnTo>
                  <a:lnTo>
                    <a:pt x="272275" y="226898"/>
                  </a:lnTo>
                  <a:lnTo>
                    <a:pt x="272275" y="552335"/>
                  </a:lnTo>
                  <a:lnTo>
                    <a:pt x="404977" y="552335"/>
                  </a:lnTo>
                  <a:close/>
                </a:path>
              </a:pathLst>
            </a:custGeom>
            <a:solidFill>
              <a:srgbClr val="9592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 descr=""/>
            <p:cNvSpPr/>
            <p:nvPr/>
          </p:nvSpPr>
          <p:spPr>
            <a:xfrm>
              <a:off x="17300765" y="6878542"/>
              <a:ext cx="1656080" cy="619760"/>
            </a:xfrm>
            <a:custGeom>
              <a:avLst/>
              <a:gdLst/>
              <a:ahLst/>
              <a:cxnLst/>
              <a:rect l="l" t="t" r="r" b="b"/>
              <a:pathLst>
                <a:path w="1656080" h="619759">
                  <a:moveTo>
                    <a:pt x="1655724" y="619302"/>
                  </a:moveTo>
                  <a:lnTo>
                    <a:pt x="1653857" y="570903"/>
                  </a:lnTo>
                  <a:lnTo>
                    <a:pt x="1648358" y="523519"/>
                  </a:lnTo>
                  <a:lnTo>
                    <a:pt x="1639366" y="477304"/>
                  </a:lnTo>
                  <a:lnTo>
                    <a:pt x="1627009" y="432371"/>
                  </a:lnTo>
                  <a:lnTo>
                    <a:pt x="1611439" y="388874"/>
                  </a:lnTo>
                  <a:lnTo>
                    <a:pt x="1592770" y="346951"/>
                  </a:lnTo>
                  <a:lnTo>
                    <a:pt x="1571167" y="306730"/>
                  </a:lnTo>
                  <a:lnTo>
                    <a:pt x="1546758" y="268351"/>
                  </a:lnTo>
                  <a:lnTo>
                    <a:pt x="1519669" y="231965"/>
                  </a:lnTo>
                  <a:lnTo>
                    <a:pt x="1490052" y="197688"/>
                  </a:lnTo>
                  <a:lnTo>
                    <a:pt x="1458036" y="165671"/>
                  </a:lnTo>
                  <a:lnTo>
                    <a:pt x="1423758" y="136055"/>
                  </a:lnTo>
                  <a:lnTo>
                    <a:pt x="1387373" y="108966"/>
                  </a:lnTo>
                  <a:lnTo>
                    <a:pt x="1348994" y="84556"/>
                  </a:lnTo>
                  <a:lnTo>
                    <a:pt x="1308773" y="62941"/>
                  </a:lnTo>
                  <a:lnTo>
                    <a:pt x="1266850" y="44284"/>
                  </a:lnTo>
                  <a:lnTo>
                    <a:pt x="1223352" y="28714"/>
                  </a:lnTo>
                  <a:lnTo>
                    <a:pt x="1178420" y="16357"/>
                  </a:lnTo>
                  <a:lnTo>
                    <a:pt x="1132192" y="7366"/>
                  </a:lnTo>
                  <a:lnTo>
                    <a:pt x="1084821" y="1866"/>
                  </a:lnTo>
                  <a:lnTo>
                    <a:pt x="1036421" y="0"/>
                  </a:lnTo>
                  <a:lnTo>
                    <a:pt x="988021" y="1866"/>
                  </a:lnTo>
                  <a:lnTo>
                    <a:pt x="940638" y="7366"/>
                  </a:lnTo>
                  <a:lnTo>
                    <a:pt x="894422" y="16357"/>
                  </a:lnTo>
                  <a:lnTo>
                    <a:pt x="849490" y="28714"/>
                  </a:lnTo>
                  <a:lnTo>
                    <a:pt x="805992" y="44284"/>
                  </a:lnTo>
                  <a:lnTo>
                    <a:pt x="764070" y="62941"/>
                  </a:lnTo>
                  <a:lnTo>
                    <a:pt x="723849" y="84556"/>
                  </a:lnTo>
                  <a:lnTo>
                    <a:pt x="685469" y="108966"/>
                  </a:lnTo>
                  <a:lnTo>
                    <a:pt x="649084" y="136055"/>
                  </a:lnTo>
                  <a:lnTo>
                    <a:pt x="614807" y="165671"/>
                  </a:lnTo>
                  <a:lnTo>
                    <a:pt x="582790" y="197688"/>
                  </a:lnTo>
                  <a:lnTo>
                    <a:pt x="553173" y="231965"/>
                  </a:lnTo>
                  <a:lnTo>
                    <a:pt x="526084" y="268351"/>
                  </a:lnTo>
                  <a:lnTo>
                    <a:pt x="501675" y="306730"/>
                  </a:lnTo>
                  <a:lnTo>
                    <a:pt x="480072" y="346951"/>
                  </a:lnTo>
                  <a:lnTo>
                    <a:pt x="467880" y="374319"/>
                  </a:lnTo>
                  <a:lnTo>
                    <a:pt x="435508" y="354228"/>
                  </a:lnTo>
                  <a:lnTo>
                    <a:pt x="392696" y="336130"/>
                  </a:lnTo>
                  <a:lnTo>
                    <a:pt x="346786" y="324827"/>
                  </a:lnTo>
                  <a:lnTo>
                    <a:pt x="298386" y="320916"/>
                  </a:lnTo>
                  <a:lnTo>
                    <a:pt x="249986" y="324827"/>
                  </a:lnTo>
                  <a:lnTo>
                    <a:pt x="204076" y="336130"/>
                  </a:lnTo>
                  <a:lnTo>
                    <a:pt x="161264" y="354228"/>
                  </a:lnTo>
                  <a:lnTo>
                    <a:pt x="122161" y="378485"/>
                  </a:lnTo>
                  <a:lnTo>
                    <a:pt x="87401" y="408317"/>
                  </a:lnTo>
                  <a:lnTo>
                    <a:pt x="57569" y="443077"/>
                  </a:lnTo>
                  <a:lnTo>
                    <a:pt x="33312" y="482180"/>
                  </a:lnTo>
                  <a:lnTo>
                    <a:pt x="15214" y="524992"/>
                  </a:lnTo>
                  <a:lnTo>
                    <a:pt x="3911" y="570903"/>
                  </a:lnTo>
                  <a:lnTo>
                    <a:pt x="0" y="619302"/>
                  </a:lnTo>
                  <a:lnTo>
                    <a:pt x="417118" y="619302"/>
                  </a:lnTo>
                  <a:lnTo>
                    <a:pt x="596773" y="619302"/>
                  </a:lnTo>
                  <a:lnTo>
                    <a:pt x="1655724" y="619302"/>
                  </a:lnTo>
                  <a:close/>
                </a:path>
              </a:pathLst>
            </a:custGeom>
            <a:solidFill>
              <a:srgbClr val="9CD9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 descr=""/>
            <p:cNvSpPr/>
            <p:nvPr/>
          </p:nvSpPr>
          <p:spPr>
            <a:xfrm>
              <a:off x="19278796" y="7088649"/>
              <a:ext cx="818515" cy="409575"/>
            </a:xfrm>
            <a:custGeom>
              <a:avLst/>
              <a:gdLst/>
              <a:ahLst/>
              <a:cxnLst/>
              <a:rect l="l" t="t" r="r" b="b"/>
              <a:pathLst>
                <a:path w="818515" h="409575">
                  <a:moveTo>
                    <a:pt x="409191" y="0"/>
                  </a:moveTo>
                  <a:lnTo>
                    <a:pt x="361472" y="2752"/>
                  </a:lnTo>
                  <a:lnTo>
                    <a:pt x="315370" y="10806"/>
                  </a:lnTo>
                  <a:lnTo>
                    <a:pt x="271191" y="23855"/>
                  </a:lnTo>
                  <a:lnTo>
                    <a:pt x="229242" y="41590"/>
                  </a:lnTo>
                  <a:lnTo>
                    <a:pt x="189832" y="63705"/>
                  </a:lnTo>
                  <a:lnTo>
                    <a:pt x="153266" y="89893"/>
                  </a:lnTo>
                  <a:lnTo>
                    <a:pt x="119852" y="119848"/>
                  </a:lnTo>
                  <a:lnTo>
                    <a:pt x="89897" y="153262"/>
                  </a:lnTo>
                  <a:lnTo>
                    <a:pt x="63708" y="189827"/>
                  </a:lnTo>
                  <a:lnTo>
                    <a:pt x="41592" y="229238"/>
                  </a:lnTo>
                  <a:lnTo>
                    <a:pt x="23856" y="271187"/>
                  </a:lnTo>
                  <a:lnTo>
                    <a:pt x="10807" y="315366"/>
                  </a:lnTo>
                  <a:lnTo>
                    <a:pt x="2753" y="361470"/>
                  </a:lnTo>
                  <a:lnTo>
                    <a:pt x="0" y="409191"/>
                  </a:lnTo>
                  <a:lnTo>
                    <a:pt x="818383" y="409191"/>
                  </a:lnTo>
                  <a:lnTo>
                    <a:pt x="815630" y="361470"/>
                  </a:lnTo>
                  <a:lnTo>
                    <a:pt x="807576" y="315366"/>
                  </a:lnTo>
                  <a:lnTo>
                    <a:pt x="794528" y="271187"/>
                  </a:lnTo>
                  <a:lnTo>
                    <a:pt x="776793" y="229238"/>
                  </a:lnTo>
                  <a:lnTo>
                    <a:pt x="754677" y="189827"/>
                  </a:lnTo>
                  <a:lnTo>
                    <a:pt x="728489" y="153262"/>
                  </a:lnTo>
                  <a:lnTo>
                    <a:pt x="698535" y="119848"/>
                  </a:lnTo>
                  <a:lnTo>
                    <a:pt x="665121" y="89893"/>
                  </a:lnTo>
                  <a:lnTo>
                    <a:pt x="628555" y="63705"/>
                  </a:lnTo>
                  <a:lnTo>
                    <a:pt x="589145" y="41590"/>
                  </a:lnTo>
                  <a:lnTo>
                    <a:pt x="547196" y="23855"/>
                  </a:lnTo>
                  <a:lnTo>
                    <a:pt x="503016" y="10806"/>
                  </a:lnTo>
                  <a:lnTo>
                    <a:pt x="456912" y="2752"/>
                  </a:lnTo>
                  <a:lnTo>
                    <a:pt x="409191" y="0"/>
                  </a:lnTo>
                  <a:close/>
                </a:path>
              </a:pathLst>
            </a:custGeom>
            <a:solidFill>
              <a:srgbClr val="29805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 descr=""/>
            <p:cNvSpPr/>
            <p:nvPr/>
          </p:nvSpPr>
          <p:spPr>
            <a:xfrm>
              <a:off x="19013043" y="7056623"/>
              <a:ext cx="37465" cy="278130"/>
            </a:xfrm>
            <a:custGeom>
              <a:avLst/>
              <a:gdLst/>
              <a:ahLst/>
              <a:cxnLst/>
              <a:rect l="l" t="t" r="r" b="b"/>
              <a:pathLst>
                <a:path w="37465" h="278129">
                  <a:moveTo>
                    <a:pt x="36941" y="0"/>
                  </a:moveTo>
                  <a:lnTo>
                    <a:pt x="0" y="0"/>
                  </a:lnTo>
                  <a:lnTo>
                    <a:pt x="0" y="277939"/>
                  </a:lnTo>
                  <a:lnTo>
                    <a:pt x="36941" y="277939"/>
                  </a:lnTo>
                  <a:lnTo>
                    <a:pt x="36941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54" name="object 354" descr="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8893245" y="7079667"/>
              <a:ext cx="138268" cy="165199"/>
            </a:xfrm>
            <a:prstGeom prst="rect">
              <a:avLst/>
            </a:prstGeom>
          </p:spPr>
        </p:pic>
        <p:sp>
          <p:nvSpPr>
            <p:cNvPr id="355" name="object 355" descr=""/>
            <p:cNvSpPr/>
            <p:nvPr/>
          </p:nvSpPr>
          <p:spPr>
            <a:xfrm>
              <a:off x="18520727" y="6601136"/>
              <a:ext cx="841375" cy="897255"/>
            </a:xfrm>
            <a:custGeom>
              <a:avLst/>
              <a:gdLst/>
              <a:ahLst/>
              <a:cxnLst/>
              <a:rect l="l" t="t" r="r" b="b"/>
              <a:pathLst>
                <a:path w="841375" h="897254">
                  <a:moveTo>
                    <a:pt x="329311" y="896708"/>
                  </a:moveTo>
                  <a:lnTo>
                    <a:pt x="323430" y="852932"/>
                  </a:lnTo>
                  <a:lnTo>
                    <a:pt x="306832" y="813600"/>
                  </a:lnTo>
                  <a:lnTo>
                    <a:pt x="281089" y="780275"/>
                  </a:lnTo>
                  <a:lnTo>
                    <a:pt x="247764" y="754532"/>
                  </a:lnTo>
                  <a:lnTo>
                    <a:pt x="208432" y="737933"/>
                  </a:lnTo>
                  <a:lnTo>
                    <a:pt x="164655" y="732053"/>
                  </a:lnTo>
                  <a:lnTo>
                    <a:pt x="120891" y="737933"/>
                  </a:lnTo>
                  <a:lnTo>
                    <a:pt x="81546" y="754532"/>
                  </a:lnTo>
                  <a:lnTo>
                    <a:pt x="48234" y="780275"/>
                  </a:lnTo>
                  <a:lnTo>
                    <a:pt x="22479" y="813600"/>
                  </a:lnTo>
                  <a:lnTo>
                    <a:pt x="5880" y="852932"/>
                  </a:lnTo>
                  <a:lnTo>
                    <a:pt x="0" y="896708"/>
                  </a:lnTo>
                  <a:lnTo>
                    <a:pt x="329311" y="896708"/>
                  </a:lnTo>
                  <a:close/>
                </a:path>
                <a:path w="841375" h="897254">
                  <a:moveTo>
                    <a:pt x="819111" y="388607"/>
                  </a:moveTo>
                  <a:lnTo>
                    <a:pt x="813600" y="340817"/>
                  </a:lnTo>
                  <a:lnTo>
                    <a:pt x="797928" y="296951"/>
                  </a:lnTo>
                  <a:lnTo>
                    <a:pt x="773328" y="258254"/>
                  </a:lnTo>
                  <a:lnTo>
                    <a:pt x="741057" y="225983"/>
                  </a:lnTo>
                  <a:lnTo>
                    <a:pt x="702360" y="201383"/>
                  </a:lnTo>
                  <a:lnTo>
                    <a:pt x="685393" y="195326"/>
                  </a:lnTo>
                  <a:lnTo>
                    <a:pt x="681405" y="160616"/>
                  </a:lnTo>
                  <a:lnTo>
                    <a:pt x="665721" y="116751"/>
                  </a:lnTo>
                  <a:lnTo>
                    <a:pt x="641121" y="78054"/>
                  </a:lnTo>
                  <a:lnTo>
                    <a:pt x="608850" y="45783"/>
                  </a:lnTo>
                  <a:lnTo>
                    <a:pt x="570153" y="21183"/>
                  </a:lnTo>
                  <a:lnTo>
                    <a:pt x="526288" y="5499"/>
                  </a:lnTo>
                  <a:lnTo>
                    <a:pt x="478510" y="0"/>
                  </a:lnTo>
                  <a:lnTo>
                    <a:pt x="430720" y="5499"/>
                  </a:lnTo>
                  <a:lnTo>
                    <a:pt x="386854" y="21183"/>
                  </a:lnTo>
                  <a:lnTo>
                    <a:pt x="348157" y="45783"/>
                  </a:lnTo>
                  <a:lnTo>
                    <a:pt x="315887" y="78054"/>
                  </a:lnTo>
                  <a:lnTo>
                    <a:pt x="291287" y="116751"/>
                  </a:lnTo>
                  <a:lnTo>
                    <a:pt x="275615" y="160616"/>
                  </a:lnTo>
                  <a:lnTo>
                    <a:pt x="272135" y="190766"/>
                  </a:lnTo>
                  <a:lnTo>
                    <a:pt x="242417" y="201383"/>
                  </a:lnTo>
                  <a:lnTo>
                    <a:pt x="203720" y="225983"/>
                  </a:lnTo>
                  <a:lnTo>
                    <a:pt x="171450" y="258254"/>
                  </a:lnTo>
                  <a:lnTo>
                    <a:pt x="146850" y="296951"/>
                  </a:lnTo>
                  <a:lnTo>
                    <a:pt x="131165" y="340817"/>
                  </a:lnTo>
                  <a:lnTo>
                    <a:pt x="125666" y="388607"/>
                  </a:lnTo>
                  <a:lnTo>
                    <a:pt x="131165" y="436384"/>
                  </a:lnTo>
                  <a:lnTo>
                    <a:pt x="146850" y="480250"/>
                  </a:lnTo>
                  <a:lnTo>
                    <a:pt x="171450" y="518947"/>
                  </a:lnTo>
                  <a:lnTo>
                    <a:pt x="203720" y="551218"/>
                  </a:lnTo>
                  <a:lnTo>
                    <a:pt x="242417" y="575818"/>
                  </a:lnTo>
                  <a:lnTo>
                    <a:pt x="286283" y="591502"/>
                  </a:lnTo>
                  <a:lnTo>
                    <a:pt x="334073" y="597001"/>
                  </a:lnTo>
                  <a:lnTo>
                    <a:pt x="381850" y="591502"/>
                  </a:lnTo>
                  <a:lnTo>
                    <a:pt x="425716" y="575818"/>
                  </a:lnTo>
                  <a:lnTo>
                    <a:pt x="464413" y="551218"/>
                  </a:lnTo>
                  <a:lnTo>
                    <a:pt x="472389" y="543242"/>
                  </a:lnTo>
                  <a:lnTo>
                    <a:pt x="480364" y="551218"/>
                  </a:lnTo>
                  <a:lnTo>
                    <a:pt x="519061" y="575818"/>
                  </a:lnTo>
                  <a:lnTo>
                    <a:pt x="562927" y="591502"/>
                  </a:lnTo>
                  <a:lnTo>
                    <a:pt x="610704" y="597001"/>
                  </a:lnTo>
                  <a:lnTo>
                    <a:pt x="658495" y="591502"/>
                  </a:lnTo>
                  <a:lnTo>
                    <a:pt x="702360" y="575818"/>
                  </a:lnTo>
                  <a:lnTo>
                    <a:pt x="741057" y="551218"/>
                  </a:lnTo>
                  <a:lnTo>
                    <a:pt x="773328" y="518947"/>
                  </a:lnTo>
                  <a:lnTo>
                    <a:pt x="797928" y="480250"/>
                  </a:lnTo>
                  <a:lnTo>
                    <a:pt x="813600" y="436384"/>
                  </a:lnTo>
                  <a:lnTo>
                    <a:pt x="819111" y="388607"/>
                  </a:lnTo>
                  <a:close/>
                </a:path>
                <a:path w="841375" h="897254">
                  <a:moveTo>
                    <a:pt x="841006" y="896708"/>
                  </a:moveTo>
                  <a:lnTo>
                    <a:pt x="835240" y="846594"/>
                  </a:lnTo>
                  <a:lnTo>
                    <a:pt x="818794" y="800595"/>
                  </a:lnTo>
                  <a:lnTo>
                    <a:pt x="793000" y="760018"/>
                  </a:lnTo>
                  <a:lnTo>
                    <a:pt x="759155" y="726173"/>
                  </a:lnTo>
                  <a:lnTo>
                    <a:pt x="718578" y="700379"/>
                  </a:lnTo>
                  <a:lnTo>
                    <a:pt x="672579" y="683933"/>
                  </a:lnTo>
                  <a:lnTo>
                    <a:pt x="622465" y="678167"/>
                  </a:lnTo>
                  <a:lnTo>
                    <a:pt x="572350" y="683933"/>
                  </a:lnTo>
                  <a:lnTo>
                    <a:pt x="526351" y="700379"/>
                  </a:lnTo>
                  <a:lnTo>
                    <a:pt x="485762" y="726173"/>
                  </a:lnTo>
                  <a:lnTo>
                    <a:pt x="451916" y="760018"/>
                  </a:lnTo>
                  <a:lnTo>
                    <a:pt x="426123" y="800595"/>
                  </a:lnTo>
                  <a:lnTo>
                    <a:pt x="409676" y="846594"/>
                  </a:lnTo>
                  <a:lnTo>
                    <a:pt x="403910" y="896708"/>
                  </a:lnTo>
                  <a:lnTo>
                    <a:pt x="841006" y="896708"/>
                  </a:lnTo>
                  <a:close/>
                </a:path>
              </a:pathLst>
            </a:custGeom>
            <a:solidFill>
              <a:srgbClr val="298055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56" name="object 356" descr="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18378220" y="7409896"/>
              <a:ext cx="175889" cy="87944"/>
            </a:xfrm>
            <a:prstGeom prst="rect">
              <a:avLst/>
            </a:prstGeom>
          </p:spPr>
        </p:pic>
        <p:sp>
          <p:nvSpPr>
            <p:cNvPr id="357" name="object 357" descr=""/>
            <p:cNvSpPr/>
            <p:nvPr/>
          </p:nvSpPr>
          <p:spPr>
            <a:xfrm>
              <a:off x="16506784" y="6987521"/>
              <a:ext cx="1021080" cy="510540"/>
            </a:xfrm>
            <a:custGeom>
              <a:avLst/>
              <a:gdLst/>
              <a:ahLst/>
              <a:cxnLst/>
              <a:rect l="l" t="t" r="r" b="b"/>
              <a:pathLst>
                <a:path w="1021080" h="510540">
                  <a:moveTo>
                    <a:pt x="510319" y="0"/>
                  </a:moveTo>
                  <a:lnTo>
                    <a:pt x="461171" y="2336"/>
                  </a:lnTo>
                  <a:lnTo>
                    <a:pt x="413346" y="9201"/>
                  </a:lnTo>
                  <a:lnTo>
                    <a:pt x="367056" y="20383"/>
                  </a:lnTo>
                  <a:lnTo>
                    <a:pt x="322515" y="35666"/>
                  </a:lnTo>
                  <a:lnTo>
                    <a:pt x="279938" y="54837"/>
                  </a:lnTo>
                  <a:lnTo>
                    <a:pt x="239538" y="77683"/>
                  </a:lnTo>
                  <a:lnTo>
                    <a:pt x="201529" y="103988"/>
                  </a:lnTo>
                  <a:lnTo>
                    <a:pt x="166126" y="133541"/>
                  </a:lnTo>
                  <a:lnTo>
                    <a:pt x="133541" y="166126"/>
                  </a:lnTo>
                  <a:lnTo>
                    <a:pt x="103988" y="201529"/>
                  </a:lnTo>
                  <a:lnTo>
                    <a:pt x="77683" y="239538"/>
                  </a:lnTo>
                  <a:lnTo>
                    <a:pt x="54837" y="279938"/>
                  </a:lnTo>
                  <a:lnTo>
                    <a:pt x="35666" y="322515"/>
                  </a:lnTo>
                  <a:lnTo>
                    <a:pt x="20383" y="367056"/>
                  </a:lnTo>
                  <a:lnTo>
                    <a:pt x="9201" y="413346"/>
                  </a:lnTo>
                  <a:lnTo>
                    <a:pt x="2336" y="461171"/>
                  </a:lnTo>
                  <a:lnTo>
                    <a:pt x="0" y="510319"/>
                  </a:lnTo>
                  <a:lnTo>
                    <a:pt x="1020639" y="510319"/>
                  </a:lnTo>
                  <a:lnTo>
                    <a:pt x="1018303" y="461171"/>
                  </a:lnTo>
                  <a:lnTo>
                    <a:pt x="1011437" y="413346"/>
                  </a:lnTo>
                  <a:lnTo>
                    <a:pt x="1000256" y="367056"/>
                  </a:lnTo>
                  <a:lnTo>
                    <a:pt x="984972" y="322515"/>
                  </a:lnTo>
                  <a:lnTo>
                    <a:pt x="965801" y="279938"/>
                  </a:lnTo>
                  <a:lnTo>
                    <a:pt x="942955" y="239538"/>
                  </a:lnTo>
                  <a:lnTo>
                    <a:pt x="916650" y="201529"/>
                  </a:lnTo>
                  <a:lnTo>
                    <a:pt x="887097" y="166126"/>
                  </a:lnTo>
                  <a:lnTo>
                    <a:pt x="854512" y="133541"/>
                  </a:lnTo>
                  <a:lnTo>
                    <a:pt x="819109" y="103988"/>
                  </a:lnTo>
                  <a:lnTo>
                    <a:pt x="781100" y="77683"/>
                  </a:lnTo>
                  <a:lnTo>
                    <a:pt x="740700" y="54837"/>
                  </a:lnTo>
                  <a:lnTo>
                    <a:pt x="698123" y="35666"/>
                  </a:lnTo>
                  <a:lnTo>
                    <a:pt x="653583" y="20383"/>
                  </a:lnTo>
                  <a:lnTo>
                    <a:pt x="607292" y="9201"/>
                  </a:lnTo>
                  <a:lnTo>
                    <a:pt x="559467" y="2336"/>
                  </a:lnTo>
                  <a:lnTo>
                    <a:pt x="510319" y="0"/>
                  </a:lnTo>
                  <a:close/>
                </a:path>
              </a:pathLst>
            </a:custGeom>
            <a:solidFill>
              <a:srgbClr val="599C7B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58" name="object 358" descr=""/>
          <p:cNvSpPr/>
          <p:nvPr/>
        </p:nvSpPr>
        <p:spPr>
          <a:xfrm>
            <a:off x="11888185" y="6679559"/>
            <a:ext cx="1281430" cy="640715"/>
          </a:xfrm>
          <a:custGeom>
            <a:avLst/>
            <a:gdLst/>
            <a:ahLst/>
            <a:cxnLst/>
            <a:rect l="l" t="t" r="r" b="b"/>
            <a:pathLst>
              <a:path w="1281430" h="640715">
                <a:moveTo>
                  <a:pt x="640661" y="0"/>
                </a:moveTo>
                <a:lnTo>
                  <a:pt x="592847" y="1757"/>
                </a:lnTo>
                <a:lnTo>
                  <a:pt x="545987" y="6946"/>
                </a:lnTo>
                <a:lnTo>
                  <a:pt x="500206" y="15443"/>
                </a:lnTo>
                <a:lnTo>
                  <a:pt x="455627" y="27124"/>
                </a:lnTo>
                <a:lnTo>
                  <a:pt x="412375" y="41866"/>
                </a:lnTo>
                <a:lnTo>
                  <a:pt x="370572" y="59543"/>
                </a:lnTo>
                <a:lnTo>
                  <a:pt x="330343" y="80034"/>
                </a:lnTo>
                <a:lnTo>
                  <a:pt x="291812" y="103213"/>
                </a:lnTo>
                <a:lnTo>
                  <a:pt x="255102" y="128957"/>
                </a:lnTo>
                <a:lnTo>
                  <a:pt x="220338" y="157141"/>
                </a:lnTo>
                <a:lnTo>
                  <a:pt x="187643" y="187643"/>
                </a:lnTo>
                <a:lnTo>
                  <a:pt x="157141" y="220338"/>
                </a:lnTo>
                <a:lnTo>
                  <a:pt x="128957" y="255102"/>
                </a:lnTo>
                <a:lnTo>
                  <a:pt x="103213" y="291812"/>
                </a:lnTo>
                <a:lnTo>
                  <a:pt x="80034" y="330343"/>
                </a:lnTo>
                <a:lnTo>
                  <a:pt x="59543" y="370572"/>
                </a:lnTo>
                <a:lnTo>
                  <a:pt x="41866" y="412375"/>
                </a:lnTo>
                <a:lnTo>
                  <a:pt x="27124" y="455627"/>
                </a:lnTo>
                <a:lnTo>
                  <a:pt x="15443" y="500206"/>
                </a:lnTo>
                <a:lnTo>
                  <a:pt x="6946" y="545987"/>
                </a:lnTo>
                <a:lnTo>
                  <a:pt x="1757" y="592847"/>
                </a:lnTo>
                <a:lnTo>
                  <a:pt x="0" y="640661"/>
                </a:lnTo>
                <a:lnTo>
                  <a:pt x="1281322" y="640661"/>
                </a:lnTo>
                <a:lnTo>
                  <a:pt x="1279564" y="592847"/>
                </a:lnTo>
                <a:lnTo>
                  <a:pt x="1274375" y="545987"/>
                </a:lnTo>
                <a:lnTo>
                  <a:pt x="1265878" y="500206"/>
                </a:lnTo>
                <a:lnTo>
                  <a:pt x="1254196" y="455627"/>
                </a:lnTo>
                <a:lnTo>
                  <a:pt x="1239454" y="412375"/>
                </a:lnTo>
                <a:lnTo>
                  <a:pt x="1221776" y="370572"/>
                </a:lnTo>
                <a:lnTo>
                  <a:pt x="1201285" y="330343"/>
                </a:lnTo>
                <a:lnTo>
                  <a:pt x="1178106" y="291812"/>
                </a:lnTo>
                <a:lnTo>
                  <a:pt x="1152362" y="255102"/>
                </a:lnTo>
                <a:lnTo>
                  <a:pt x="1124176" y="220338"/>
                </a:lnTo>
                <a:lnTo>
                  <a:pt x="1093674" y="187643"/>
                </a:lnTo>
                <a:lnTo>
                  <a:pt x="1060979" y="157141"/>
                </a:lnTo>
                <a:lnTo>
                  <a:pt x="1026215" y="128957"/>
                </a:lnTo>
                <a:lnTo>
                  <a:pt x="989505" y="103213"/>
                </a:lnTo>
                <a:lnTo>
                  <a:pt x="950974" y="80034"/>
                </a:lnTo>
                <a:lnTo>
                  <a:pt x="910745" y="59543"/>
                </a:lnTo>
                <a:lnTo>
                  <a:pt x="868942" y="41866"/>
                </a:lnTo>
                <a:lnTo>
                  <a:pt x="825690" y="27124"/>
                </a:lnTo>
                <a:lnTo>
                  <a:pt x="781112" y="15443"/>
                </a:lnTo>
                <a:lnTo>
                  <a:pt x="735332" y="6946"/>
                </a:lnTo>
                <a:lnTo>
                  <a:pt x="688473" y="1757"/>
                </a:lnTo>
                <a:lnTo>
                  <a:pt x="640661" y="0"/>
                </a:lnTo>
                <a:close/>
              </a:path>
            </a:pathLst>
          </a:custGeom>
          <a:solidFill>
            <a:srgbClr val="212C61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59" name="object 359" descr=""/>
          <p:cNvGrpSpPr/>
          <p:nvPr/>
        </p:nvGrpSpPr>
        <p:grpSpPr>
          <a:xfrm>
            <a:off x="12644169" y="5977984"/>
            <a:ext cx="442595" cy="319405"/>
            <a:chOff x="12644169" y="5977984"/>
            <a:chExt cx="442595" cy="319405"/>
          </a:xfrm>
        </p:grpSpPr>
        <p:sp>
          <p:nvSpPr>
            <p:cNvPr id="360" name="object 360" descr=""/>
            <p:cNvSpPr/>
            <p:nvPr/>
          </p:nvSpPr>
          <p:spPr>
            <a:xfrm>
              <a:off x="12727351" y="5977984"/>
              <a:ext cx="359410" cy="87630"/>
            </a:xfrm>
            <a:custGeom>
              <a:avLst/>
              <a:gdLst/>
              <a:ahLst/>
              <a:cxnLst/>
              <a:rect l="l" t="t" r="r" b="b"/>
              <a:pathLst>
                <a:path w="359409" h="87629">
                  <a:moveTo>
                    <a:pt x="275646" y="0"/>
                  </a:moveTo>
                  <a:lnTo>
                    <a:pt x="0" y="0"/>
                  </a:lnTo>
                  <a:lnTo>
                    <a:pt x="83180" y="87473"/>
                  </a:lnTo>
                  <a:lnTo>
                    <a:pt x="358826" y="87473"/>
                  </a:lnTo>
                  <a:lnTo>
                    <a:pt x="358826" y="68249"/>
                  </a:lnTo>
                  <a:lnTo>
                    <a:pt x="275646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61" name="object 361" descr="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2644169" y="5977986"/>
              <a:ext cx="442008" cy="319004"/>
            </a:xfrm>
            <a:prstGeom prst="rect">
              <a:avLst/>
            </a:prstGeom>
          </p:spPr>
        </p:pic>
        <p:sp>
          <p:nvSpPr>
            <p:cNvPr id="362" name="object 362" descr=""/>
            <p:cNvSpPr/>
            <p:nvPr/>
          </p:nvSpPr>
          <p:spPr>
            <a:xfrm>
              <a:off x="12644159" y="6046234"/>
              <a:ext cx="442595" cy="138430"/>
            </a:xfrm>
            <a:custGeom>
              <a:avLst/>
              <a:gdLst/>
              <a:ahLst/>
              <a:cxnLst/>
              <a:rect l="l" t="t" r="r" b="b"/>
              <a:pathLst>
                <a:path w="442594" h="138429">
                  <a:moveTo>
                    <a:pt x="10858" y="25844"/>
                  </a:moveTo>
                  <a:lnTo>
                    <a:pt x="0" y="25844"/>
                  </a:lnTo>
                  <a:lnTo>
                    <a:pt x="0" y="138303"/>
                  </a:lnTo>
                  <a:lnTo>
                    <a:pt x="10858" y="138303"/>
                  </a:lnTo>
                  <a:lnTo>
                    <a:pt x="10858" y="25844"/>
                  </a:lnTo>
                  <a:close/>
                </a:path>
                <a:path w="442594" h="138429">
                  <a:moveTo>
                    <a:pt x="48145" y="25844"/>
                  </a:moveTo>
                  <a:lnTo>
                    <a:pt x="37287" y="25844"/>
                  </a:lnTo>
                  <a:lnTo>
                    <a:pt x="37287" y="138303"/>
                  </a:lnTo>
                  <a:lnTo>
                    <a:pt x="48145" y="138303"/>
                  </a:lnTo>
                  <a:lnTo>
                    <a:pt x="48145" y="25844"/>
                  </a:lnTo>
                  <a:close/>
                </a:path>
                <a:path w="442594" h="138429">
                  <a:moveTo>
                    <a:pt x="129095" y="25844"/>
                  </a:moveTo>
                  <a:lnTo>
                    <a:pt x="118237" y="25844"/>
                  </a:lnTo>
                  <a:lnTo>
                    <a:pt x="118237" y="138303"/>
                  </a:lnTo>
                  <a:lnTo>
                    <a:pt x="129095" y="138303"/>
                  </a:lnTo>
                  <a:lnTo>
                    <a:pt x="129095" y="25844"/>
                  </a:lnTo>
                  <a:close/>
                </a:path>
                <a:path w="442594" h="138429">
                  <a:moveTo>
                    <a:pt x="166370" y="25844"/>
                  </a:moveTo>
                  <a:lnTo>
                    <a:pt x="155511" y="25844"/>
                  </a:lnTo>
                  <a:lnTo>
                    <a:pt x="155511" y="138303"/>
                  </a:lnTo>
                  <a:lnTo>
                    <a:pt x="166370" y="138303"/>
                  </a:lnTo>
                  <a:lnTo>
                    <a:pt x="166370" y="25844"/>
                  </a:lnTo>
                  <a:close/>
                </a:path>
                <a:path w="442594" h="138429">
                  <a:moveTo>
                    <a:pt x="442010" y="0"/>
                  </a:moveTo>
                  <a:lnTo>
                    <a:pt x="166370" y="0"/>
                  </a:lnTo>
                  <a:lnTo>
                    <a:pt x="166370" y="25844"/>
                  </a:lnTo>
                  <a:lnTo>
                    <a:pt x="442010" y="25844"/>
                  </a:lnTo>
                  <a:lnTo>
                    <a:pt x="442010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63" name="object 363" descr=""/>
          <p:cNvGrpSpPr/>
          <p:nvPr/>
        </p:nvGrpSpPr>
        <p:grpSpPr>
          <a:xfrm>
            <a:off x="14060287" y="5874845"/>
            <a:ext cx="1014094" cy="1348740"/>
            <a:chOff x="14060287" y="5874845"/>
            <a:chExt cx="1014094" cy="1348740"/>
          </a:xfrm>
        </p:grpSpPr>
        <p:sp>
          <p:nvSpPr>
            <p:cNvPr id="364" name="object 364" descr=""/>
            <p:cNvSpPr/>
            <p:nvPr/>
          </p:nvSpPr>
          <p:spPr>
            <a:xfrm>
              <a:off x="14435257" y="6082248"/>
              <a:ext cx="639445" cy="1141730"/>
            </a:xfrm>
            <a:custGeom>
              <a:avLst/>
              <a:gdLst/>
              <a:ahLst/>
              <a:cxnLst/>
              <a:rect l="l" t="t" r="r" b="b"/>
              <a:pathLst>
                <a:path w="639444" h="1141729">
                  <a:moveTo>
                    <a:pt x="343924" y="0"/>
                  </a:moveTo>
                  <a:lnTo>
                    <a:pt x="281692" y="30359"/>
                  </a:lnTo>
                  <a:lnTo>
                    <a:pt x="262276" y="97339"/>
                  </a:lnTo>
                  <a:lnTo>
                    <a:pt x="259543" y="142807"/>
                  </a:lnTo>
                  <a:lnTo>
                    <a:pt x="258180" y="188882"/>
                  </a:lnTo>
                  <a:lnTo>
                    <a:pt x="255727" y="230031"/>
                  </a:lnTo>
                  <a:lnTo>
                    <a:pt x="249725" y="260720"/>
                  </a:lnTo>
                  <a:lnTo>
                    <a:pt x="237714" y="275415"/>
                  </a:lnTo>
                  <a:lnTo>
                    <a:pt x="217234" y="268582"/>
                  </a:lnTo>
                  <a:lnTo>
                    <a:pt x="179544" y="247940"/>
                  </a:lnTo>
                  <a:lnTo>
                    <a:pt x="147885" y="245510"/>
                  </a:lnTo>
                  <a:lnTo>
                    <a:pt x="123654" y="258657"/>
                  </a:lnTo>
                  <a:lnTo>
                    <a:pt x="108248" y="284746"/>
                  </a:lnTo>
                  <a:lnTo>
                    <a:pt x="103065" y="321143"/>
                  </a:lnTo>
                  <a:lnTo>
                    <a:pt x="109501" y="365211"/>
                  </a:lnTo>
                  <a:lnTo>
                    <a:pt x="128954" y="414316"/>
                  </a:lnTo>
                  <a:lnTo>
                    <a:pt x="153293" y="473176"/>
                  </a:lnTo>
                  <a:lnTo>
                    <a:pt x="154792" y="513621"/>
                  </a:lnTo>
                  <a:lnTo>
                    <a:pt x="133911" y="538397"/>
                  </a:lnTo>
                  <a:lnTo>
                    <a:pt x="91112" y="550249"/>
                  </a:lnTo>
                  <a:lnTo>
                    <a:pt x="60576" y="564262"/>
                  </a:lnTo>
                  <a:lnTo>
                    <a:pt x="50957" y="593073"/>
                  </a:lnTo>
                  <a:lnTo>
                    <a:pt x="56607" y="631973"/>
                  </a:lnTo>
                  <a:lnTo>
                    <a:pt x="71875" y="676254"/>
                  </a:lnTo>
                  <a:lnTo>
                    <a:pt x="91112" y="721207"/>
                  </a:lnTo>
                  <a:lnTo>
                    <a:pt x="109901" y="766217"/>
                  </a:lnTo>
                  <a:lnTo>
                    <a:pt x="123377" y="810218"/>
                  </a:lnTo>
                  <a:lnTo>
                    <a:pt x="125216" y="847828"/>
                  </a:lnTo>
                  <a:lnTo>
                    <a:pt x="109096" y="873668"/>
                  </a:lnTo>
                  <a:lnTo>
                    <a:pt x="68694" y="882354"/>
                  </a:lnTo>
                  <a:lnTo>
                    <a:pt x="25866" y="888661"/>
                  </a:lnTo>
                  <a:lnTo>
                    <a:pt x="4208" y="909280"/>
                  </a:lnTo>
                  <a:lnTo>
                    <a:pt x="9520" y="983426"/>
                  </a:lnTo>
                  <a:lnTo>
                    <a:pt x="29051" y="1031941"/>
                  </a:lnTo>
                  <a:lnTo>
                    <a:pt x="47390" y="1070492"/>
                  </a:lnTo>
                  <a:lnTo>
                    <a:pt x="76548" y="1125227"/>
                  </a:lnTo>
                  <a:lnTo>
                    <a:pt x="86117" y="1141331"/>
                  </a:lnTo>
                  <a:lnTo>
                    <a:pt x="547046" y="1141331"/>
                  </a:lnTo>
                  <a:lnTo>
                    <a:pt x="575249" y="1076480"/>
                  </a:lnTo>
                  <a:lnTo>
                    <a:pt x="593775" y="1029339"/>
                  </a:lnTo>
                  <a:lnTo>
                    <a:pt x="611922" y="977517"/>
                  </a:lnTo>
                  <a:lnTo>
                    <a:pt x="627194" y="924863"/>
                  </a:lnTo>
                  <a:lnTo>
                    <a:pt x="637094" y="875222"/>
                  </a:lnTo>
                  <a:lnTo>
                    <a:pt x="639125" y="832443"/>
                  </a:lnTo>
                  <a:lnTo>
                    <a:pt x="630792" y="800373"/>
                  </a:lnTo>
                  <a:lnTo>
                    <a:pt x="609599" y="782860"/>
                  </a:lnTo>
                  <a:lnTo>
                    <a:pt x="563108" y="759097"/>
                  </a:lnTo>
                  <a:lnTo>
                    <a:pt x="543631" y="728679"/>
                  </a:lnTo>
                  <a:lnTo>
                    <a:pt x="544085" y="694056"/>
                  </a:lnTo>
                  <a:lnTo>
                    <a:pt x="557385" y="657682"/>
                  </a:lnTo>
                  <a:lnTo>
                    <a:pt x="576446" y="622007"/>
                  </a:lnTo>
                  <a:lnTo>
                    <a:pt x="594186" y="589484"/>
                  </a:lnTo>
                  <a:lnTo>
                    <a:pt x="609766" y="551770"/>
                  </a:lnTo>
                  <a:lnTo>
                    <a:pt x="618285" y="513453"/>
                  </a:lnTo>
                  <a:lnTo>
                    <a:pt x="615370" y="478297"/>
                  </a:lnTo>
                  <a:lnTo>
                    <a:pt x="596648" y="450069"/>
                  </a:lnTo>
                  <a:lnTo>
                    <a:pt x="557747" y="432535"/>
                  </a:lnTo>
                  <a:lnTo>
                    <a:pt x="533470" y="418963"/>
                  </a:lnTo>
                  <a:lnTo>
                    <a:pt x="528237" y="395341"/>
                  </a:lnTo>
                  <a:lnTo>
                    <a:pt x="535359" y="363888"/>
                  </a:lnTo>
                  <a:lnTo>
                    <a:pt x="548142" y="326821"/>
                  </a:lnTo>
                  <a:lnTo>
                    <a:pt x="559896" y="286360"/>
                  </a:lnTo>
                  <a:lnTo>
                    <a:pt x="563928" y="244721"/>
                  </a:lnTo>
                  <a:lnTo>
                    <a:pt x="553548" y="204124"/>
                  </a:lnTo>
                  <a:lnTo>
                    <a:pt x="538316" y="188834"/>
                  </a:lnTo>
                  <a:lnTo>
                    <a:pt x="518202" y="185635"/>
                  </a:lnTo>
                  <a:lnTo>
                    <a:pt x="495737" y="187406"/>
                  </a:lnTo>
                  <a:lnTo>
                    <a:pt x="473456" y="187030"/>
                  </a:lnTo>
                  <a:lnTo>
                    <a:pt x="453890" y="177387"/>
                  </a:lnTo>
                  <a:lnTo>
                    <a:pt x="439573" y="151357"/>
                  </a:lnTo>
                  <a:lnTo>
                    <a:pt x="433039" y="101823"/>
                  </a:lnTo>
                  <a:lnTo>
                    <a:pt x="424589" y="59533"/>
                  </a:lnTo>
                  <a:lnTo>
                    <a:pt x="404411" y="27537"/>
                  </a:lnTo>
                  <a:lnTo>
                    <a:pt x="376268" y="7228"/>
                  </a:lnTo>
                  <a:lnTo>
                    <a:pt x="343924" y="0"/>
                  </a:lnTo>
                  <a:close/>
                </a:path>
              </a:pathLst>
            </a:custGeom>
            <a:solidFill>
              <a:srgbClr val="599C7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 descr=""/>
            <p:cNvSpPr/>
            <p:nvPr/>
          </p:nvSpPr>
          <p:spPr>
            <a:xfrm>
              <a:off x="14676590" y="6378161"/>
              <a:ext cx="109855" cy="845819"/>
            </a:xfrm>
            <a:custGeom>
              <a:avLst/>
              <a:gdLst/>
              <a:ahLst/>
              <a:cxnLst/>
              <a:rect l="l" t="t" r="r" b="b"/>
              <a:pathLst>
                <a:path w="109855" h="845820">
                  <a:moveTo>
                    <a:pt x="109715" y="0"/>
                  </a:moveTo>
                  <a:lnTo>
                    <a:pt x="92900" y="0"/>
                  </a:lnTo>
                  <a:lnTo>
                    <a:pt x="92900" y="220700"/>
                  </a:lnTo>
                  <a:lnTo>
                    <a:pt x="13449" y="114769"/>
                  </a:lnTo>
                  <a:lnTo>
                    <a:pt x="0" y="124866"/>
                  </a:lnTo>
                  <a:lnTo>
                    <a:pt x="92900" y="248729"/>
                  </a:lnTo>
                  <a:lnTo>
                    <a:pt x="92900" y="845426"/>
                  </a:lnTo>
                  <a:lnTo>
                    <a:pt x="109715" y="845426"/>
                  </a:lnTo>
                  <a:lnTo>
                    <a:pt x="109715" y="0"/>
                  </a:lnTo>
                  <a:close/>
                </a:path>
              </a:pathLst>
            </a:custGeom>
            <a:solidFill>
              <a:srgbClr val="298055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66" name="object 366" descr="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14623294" y="6674742"/>
              <a:ext cx="309225" cy="496916"/>
            </a:xfrm>
            <a:prstGeom prst="rect">
              <a:avLst/>
            </a:prstGeom>
          </p:spPr>
        </p:pic>
        <p:sp>
          <p:nvSpPr>
            <p:cNvPr id="367" name="object 367" descr=""/>
            <p:cNvSpPr/>
            <p:nvPr/>
          </p:nvSpPr>
          <p:spPr>
            <a:xfrm>
              <a:off x="14060287" y="5874845"/>
              <a:ext cx="639445" cy="1141730"/>
            </a:xfrm>
            <a:custGeom>
              <a:avLst/>
              <a:gdLst/>
              <a:ahLst/>
              <a:cxnLst/>
              <a:rect l="l" t="t" r="r" b="b"/>
              <a:pathLst>
                <a:path w="639444" h="1141729">
                  <a:moveTo>
                    <a:pt x="343929" y="0"/>
                  </a:moveTo>
                  <a:lnTo>
                    <a:pt x="281697" y="30359"/>
                  </a:lnTo>
                  <a:lnTo>
                    <a:pt x="262281" y="97337"/>
                  </a:lnTo>
                  <a:lnTo>
                    <a:pt x="259548" y="142804"/>
                  </a:lnTo>
                  <a:lnTo>
                    <a:pt x="258185" y="188878"/>
                  </a:lnTo>
                  <a:lnTo>
                    <a:pt x="255732" y="230026"/>
                  </a:lnTo>
                  <a:lnTo>
                    <a:pt x="249730" y="260715"/>
                  </a:lnTo>
                  <a:lnTo>
                    <a:pt x="237718" y="275412"/>
                  </a:lnTo>
                  <a:lnTo>
                    <a:pt x="217238" y="268582"/>
                  </a:lnTo>
                  <a:lnTo>
                    <a:pt x="179548" y="247940"/>
                  </a:lnTo>
                  <a:lnTo>
                    <a:pt x="147889" y="245510"/>
                  </a:lnTo>
                  <a:lnTo>
                    <a:pt x="123658" y="258657"/>
                  </a:lnTo>
                  <a:lnTo>
                    <a:pt x="108252" y="284746"/>
                  </a:lnTo>
                  <a:lnTo>
                    <a:pt x="103069" y="321143"/>
                  </a:lnTo>
                  <a:lnTo>
                    <a:pt x="109505" y="365211"/>
                  </a:lnTo>
                  <a:lnTo>
                    <a:pt x="128958" y="414316"/>
                  </a:lnTo>
                  <a:lnTo>
                    <a:pt x="153297" y="473176"/>
                  </a:lnTo>
                  <a:lnTo>
                    <a:pt x="154796" y="513621"/>
                  </a:lnTo>
                  <a:lnTo>
                    <a:pt x="133916" y="538397"/>
                  </a:lnTo>
                  <a:lnTo>
                    <a:pt x="91116" y="550249"/>
                  </a:lnTo>
                  <a:lnTo>
                    <a:pt x="60580" y="564258"/>
                  </a:lnTo>
                  <a:lnTo>
                    <a:pt x="50962" y="593069"/>
                  </a:lnTo>
                  <a:lnTo>
                    <a:pt x="56612" y="631970"/>
                  </a:lnTo>
                  <a:lnTo>
                    <a:pt x="71880" y="676253"/>
                  </a:lnTo>
                  <a:lnTo>
                    <a:pt x="91116" y="721207"/>
                  </a:lnTo>
                  <a:lnTo>
                    <a:pt x="109905" y="766217"/>
                  </a:lnTo>
                  <a:lnTo>
                    <a:pt x="123381" y="810218"/>
                  </a:lnTo>
                  <a:lnTo>
                    <a:pt x="125221" y="847828"/>
                  </a:lnTo>
                  <a:lnTo>
                    <a:pt x="109101" y="873668"/>
                  </a:lnTo>
                  <a:lnTo>
                    <a:pt x="68698" y="882354"/>
                  </a:lnTo>
                  <a:lnTo>
                    <a:pt x="25870" y="888661"/>
                  </a:lnTo>
                  <a:lnTo>
                    <a:pt x="4210" y="909280"/>
                  </a:lnTo>
                  <a:lnTo>
                    <a:pt x="9521" y="983426"/>
                  </a:lnTo>
                  <a:lnTo>
                    <a:pt x="29055" y="1031941"/>
                  </a:lnTo>
                  <a:lnTo>
                    <a:pt x="47394" y="1070492"/>
                  </a:lnTo>
                  <a:lnTo>
                    <a:pt x="76553" y="1125227"/>
                  </a:lnTo>
                  <a:lnTo>
                    <a:pt x="86122" y="1141331"/>
                  </a:lnTo>
                  <a:lnTo>
                    <a:pt x="547050" y="1141331"/>
                  </a:lnTo>
                  <a:lnTo>
                    <a:pt x="575254" y="1076480"/>
                  </a:lnTo>
                  <a:lnTo>
                    <a:pt x="593780" y="1029339"/>
                  </a:lnTo>
                  <a:lnTo>
                    <a:pt x="611927" y="977517"/>
                  </a:lnTo>
                  <a:lnTo>
                    <a:pt x="627198" y="924863"/>
                  </a:lnTo>
                  <a:lnTo>
                    <a:pt x="637098" y="875222"/>
                  </a:lnTo>
                  <a:lnTo>
                    <a:pt x="639130" y="832443"/>
                  </a:lnTo>
                  <a:lnTo>
                    <a:pt x="630797" y="800373"/>
                  </a:lnTo>
                  <a:lnTo>
                    <a:pt x="609603" y="782860"/>
                  </a:lnTo>
                  <a:lnTo>
                    <a:pt x="563112" y="759097"/>
                  </a:lnTo>
                  <a:lnTo>
                    <a:pt x="543636" y="728677"/>
                  </a:lnTo>
                  <a:lnTo>
                    <a:pt x="544090" y="694052"/>
                  </a:lnTo>
                  <a:lnTo>
                    <a:pt x="557389" y="657677"/>
                  </a:lnTo>
                  <a:lnTo>
                    <a:pt x="576451" y="622003"/>
                  </a:lnTo>
                  <a:lnTo>
                    <a:pt x="594190" y="589484"/>
                  </a:lnTo>
                  <a:lnTo>
                    <a:pt x="609771" y="551770"/>
                  </a:lnTo>
                  <a:lnTo>
                    <a:pt x="618290" y="513453"/>
                  </a:lnTo>
                  <a:lnTo>
                    <a:pt x="615375" y="478297"/>
                  </a:lnTo>
                  <a:lnTo>
                    <a:pt x="596653" y="450069"/>
                  </a:lnTo>
                  <a:lnTo>
                    <a:pt x="557751" y="432535"/>
                  </a:lnTo>
                  <a:lnTo>
                    <a:pt x="533474" y="418963"/>
                  </a:lnTo>
                  <a:lnTo>
                    <a:pt x="528242" y="395341"/>
                  </a:lnTo>
                  <a:lnTo>
                    <a:pt x="535363" y="363888"/>
                  </a:lnTo>
                  <a:lnTo>
                    <a:pt x="548146" y="326821"/>
                  </a:lnTo>
                  <a:lnTo>
                    <a:pt x="559900" y="286360"/>
                  </a:lnTo>
                  <a:lnTo>
                    <a:pt x="563933" y="244721"/>
                  </a:lnTo>
                  <a:lnTo>
                    <a:pt x="553553" y="204124"/>
                  </a:lnTo>
                  <a:lnTo>
                    <a:pt x="538321" y="188834"/>
                  </a:lnTo>
                  <a:lnTo>
                    <a:pt x="518206" y="185635"/>
                  </a:lnTo>
                  <a:lnTo>
                    <a:pt x="495742" y="187406"/>
                  </a:lnTo>
                  <a:lnTo>
                    <a:pt x="473460" y="187030"/>
                  </a:lnTo>
                  <a:lnTo>
                    <a:pt x="453895" y="177387"/>
                  </a:lnTo>
                  <a:lnTo>
                    <a:pt x="439578" y="151357"/>
                  </a:lnTo>
                  <a:lnTo>
                    <a:pt x="433043" y="101823"/>
                  </a:lnTo>
                  <a:lnTo>
                    <a:pt x="424594" y="59533"/>
                  </a:lnTo>
                  <a:lnTo>
                    <a:pt x="404416" y="27537"/>
                  </a:lnTo>
                  <a:lnTo>
                    <a:pt x="376273" y="7228"/>
                  </a:lnTo>
                  <a:lnTo>
                    <a:pt x="343929" y="0"/>
                  </a:lnTo>
                  <a:close/>
                </a:path>
              </a:pathLst>
            </a:custGeom>
            <a:solidFill>
              <a:srgbClr val="15744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 descr=""/>
            <p:cNvSpPr/>
            <p:nvPr/>
          </p:nvSpPr>
          <p:spPr>
            <a:xfrm>
              <a:off x="14301622" y="6170758"/>
              <a:ext cx="109855" cy="845819"/>
            </a:xfrm>
            <a:custGeom>
              <a:avLst/>
              <a:gdLst/>
              <a:ahLst/>
              <a:cxnLst/>
              <a:rect l="l" t="t" r="r" b="b"/>
              <a:pathLst>
                <a:path w="109855" h="845820">
                  <a:moveTo>
                    <a:pt x="109728" y="0"/>
                  </a:moveTo>
                  <a:lnTo>
                    <a:pt x="92913" y="0"/>
                  </a:lnTo>
                  <a:lnTo>
                    <a:pt x="92913" y="220713"/>
                  </a:lnTo>
                  <a:lnTo>
                    <a:pt x="13462" y="114769"/>
                  </a:lnTo>
                  <a:lnTo>
                    <a:pt x="0" y="124866"/>
                  </a:lnTo>
                  <a:lnTo>
                    <a:pt x="92913" y="248754"/>
                  </a:lnTo>
                  <a:lnTo>
                    <a:pt x="92913" y="845426"/>
                  </a:lnTo>
                  <a:lnTo>
                    <a:pt x="109728" y="845426"/>
                  </a:lnTo>
                  <a:lnTo>
                    <a:pt x="109728" y="0"/>
                  </a:lnTo>
                  <a:close/>
                </a:path>
              </a:pathLst>
            </a:custGeom>
            <a:solidFill>
              <a:srgbClr val="599C7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69" name="object 369" descr="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14248329" y="6467338"/>
              <a:ext cx="309225" cy="496917"/>
            </a:xfrm>
            <a:prstGeom prst="rect">
              <a:avLst/>
            </a:prstGeom>
          </p:spPr>
        </p:pic>
      </p:grpSp>
      <p:grpSp>
        <p:nvGrpSpPr>
          <p:cNvPr id="370" name="object 370" descr=""/>
          <p:cNvGrpSpPr/>
          <p:nvPr/>
        </p:nvGrpSpPr>
        <p:grpSpPr>
          <a:xfrm>
            <a:off x="15358569" y="6242108"/>
            <a:ext cx="886460" cy="1221740"/>
            <a:chOff x="15358569" y="6242108"/>
            <a:chExt cx="886460" cy="1221740"/>
          </a:xfrm>
        </p:grpSpPr>
        <p:sp>
          <p:nvSpPr>
            <p:cNvPr id="371" name="object 371" descr=""/>
            <p:cNvSpPr/>
            <p:nvPr/>
          </p:nvSpPr>
          <p:spPr>
            <a:xfrm>
              <a:off x="15358569" y="6242108"/>
              <a:ext cx="615315" cy="1097915"/>
            </a:xfrm>
            <a:custGeom>
              <a:avLst/>
              <a:gdLst/>
              <a:ahLst/>
              <a:cxnLst/>
              <a:rect l="l" t="t" r="r" b="b"/>
              <a:pathLst>
                <a:path w="615315" h="1097915">
                  <a:moveTo>
                    <a:pt x="343742" y="0"/>
                  </a:moveTo>
                  <a:lnTo>
                    <a:pt x="305654" y="3212"/>
                  </a:lnTo>
                  <a:lnTo>
                    <a:pt x="271132" y="28031"/>
                  </a:lnTo>
                  <a:lnTo>
                    <a:pt x="252448" y="92497"/>
                  </a:lnTo>
                  <a:lnTo>
                    <a:pt x="249818" y="136260"/>
                  </a:lnTo>
                  <a:lnTo>
                    <a:pt x="248507" y="180608"/>
                  </a:lnTo>
                  <a:lnTo>
                    <a:pt x="246147" y="220214"/>
                  </a:lnTo>
                  <a:lnTo>
                    <a:pt x="240370" y="249752"/>
                  </a:lnTo>
                  <a:lnTo>
                    <a:pt x="228807" y="263897"/>
                  </a:lnTo>
                  <a:lnTo>
                    <a:pt x="209092" y="257323"/>
                  </a:lnTo>
                  <a:lnTo>
                    <a:pt x="172818" y="237454"/>
                  </a:lnTo>
                  <a:lnTo>
                    <a:pt x="142347" y="235115"/>
                  </a:lnTo>
                  <a:lnTo>
                    <a:pt x="119025" y="247770"/>
                  </a:lnTo>
                  <a:lnTo>
                    <a:pt x="104196" y="272882"/>
                  </a:lnTo>
                  <a:lnTo>
                    <a:pt x="99205" y="307915"/>
                  </a:lnTo>
                  <a:lnTo>
                    <a:pt x="105399" y="350334"/>
                  </a:lnTo>
                  <a:lnTo>
                    <a:pt x="124121" y="397601"/>
                  </a:lnTo>
                  <a:lnTo>
                    <a:pt x="147549" y="454250"/>
                  </a:lnTo>
                  <a:lnTo>
                    <a:pt x="148991" y="493177"/>
                  </a:lnTo>
                  <a:lnTo>
                    <a:pt x="128893" y="517021"/>
                  </a:lnTo>
                  <a:lnTo>
                    <a:pt x="87703" y="528424"/>
                  </a:lnTo>
                  <a:lnTo>
                    <a:pt x="58312" y="541913"/>
                  </a:lnTo>
                  <a:lnTo>
                    <a:pt x="49054" y="569645"/>
                  </a:lnTo>
                  <a:lnTo>
                    <a:pt x="54491" y="607088"/>
                  </a:lnTo>
                  <a:lnTo>
                    <a:pt x="69187" y="649712"/>
                  </a:lnTo>
                  <a:lnTo>
                    <a:pt x="87703" y="692985"/>
                  </a:lnTo>
                  <a:lnTo>
                    <a:pt x="105789" y="736306"/>
                  </a:lnTo>
                  <a:lnTo>
                    <a:pt x="118760" y="778658"/>
                  </a:lnTo>
                  <a:lnTo>
                    <a:pt x="120529" y="814859"/>
                  </a:lnTo>
                  <a:lnTo>
                    <a:pt x="105012" y="839729"/>
                  </a:lnTo>
                  <a:lnTo>
                    <a:pt x="66123" y="848090"/>
                  </a:lnTo>
                  <a:lnTo>
                    <a:pt x="24900" y="854160"/>
                  </a:lnTo>
                  <a:lnTo>
                    <a:pt x="4052" y="874005"/>
                  </a:lnTo>
                  <a:lnTo>
                    <a:pt x="9164" y="945369"/>
                  </a:lnTo>
                  <a:lnTo>
                    <a:pt x="27967" y="992065"/>
                  </a:lnTo>
                  <a:lnTo>
                    <a:pt x="45619" y="1029174"/>
                  </a:lnTo>
                  <a:lnTo>
                    <a:pt x="73686" y="1081860"/>
                  </a:lnTo>
                  <a:lnTo>
                    <a:pt x="82897" y="1097360"/>
                  </a:lnTo>
                  <a:lnTo>
                    <a:pt x="526538" y="1097360"/>
                  </a:lnTo>
                  <a:lnTo>
                    <a:pt x="553684" y="1034938"/>
                  </a:lnTo>
                  <a:lnTo>
                    <a:pt x="571515" y="989563"/>
                  </a:lnTo>
                  <a:lnTo>
                    <a:pt x="588981" y="939684"/>
                  </a:lnTo>
                  <a:lnTo>
                    <a:pt x="603680" y="889003"/>
                  </a:lnTo>
                  <a:lnTo>
                    <a:pt x="613208" y="841223"/>
                  </a:lnTo>
                  <a:lnTo>
                    <a:pt x="615164" y="800048"/>
                  </a:lnTo>
                  <a:lnTo>
                    <a:pt x="607144" y="769180"/>
                  </a:lnTo>
                  <a:lnTo>
                    <a:pt x="586746" y="752323"/>
                  </a:lnTo>
                  <a:lnTo>
                    <a:pt x="542000" y="729453"/>
                  </a:lnTo>
                  <a:lnTo>
                    <a:pt x="523255" y="700174"/>
                  </a:lnTo>
                  <a:lnTo>
                    <a:pt x="523691" y="666848"/>
                  </a:lnTo>
                  <a:lnTo>
                    <a:pt x="536492" y="631835"/>
                  </a:lnTo>
                  <a:lnTo>
                    <a:pt x="554837" y="597496"/>
                  </a:lnTo>
                  <a:lnTo>
                    <a:pt x="571909" y="566193"/>
                  </a:lnTo>
                  <a:lnTo>
                    <a:pt x="589764" y="520587"/>
                  </a:lnTo>
                  <a:lnTo>
                    <a:pt x="595349" y="475489"/>
                  </a:lnTo>
                  <a:lnTo>
                    <a:pt x="580447" y="437976"/>
                  </a:lnTo>
                  <a:lnTo>
                    <a:pt x="536842" y="415129"/>
                  </a:lnTo>
                  <a:lnTo>
                    <a:pt x="513475" y="402068"/>
                  </a:lnTo>
                  <a:lnTo>
                    <a:pt x="508439" y="379333"/>
                  </a:lnTo>
                  <a:lnTo>
                    <a:pt x="515294" y="349058"/>
                  </a:lnTo>
                  <a:lnTo>
                    <a:pt x="527599" y="313381"/>
                  </a:lnTo>
                  <a:lnTo>
                    <a:pt x="538912" y="274435"/>
                  </a:lnTo>
                  <a:lnTo>
                    <a:pt x="542793" y="234357"/>
                  </a:lnTo>
                  <a:lnTo>
                    <a:pt x="532800" y="195283"/>
                  </a:lnTo>
                  <a:lnTo>
                    <a:pt x="518140" y="180566"/>
                  </a:lnTo>
                  <a:lnTo>
                    <a:pt x="498781" y="177488"/>
                  </a:lnTo>
                  <a:lnTo>
                    <a:pt x="477159" y="179194"/>
                  </a:lnTo>
                  <a:lnTo>
                    <a:pt x="455712" y="178834"/>
                  </a:lnTo>
                  <a:lnTo>
                    <a:pt x="436879" y="169553"/>
                  </a:lnTo>
                  <a:lnTo>
                    <a:pt x="423097" y="144501"/>
                  </a:lnTo>
                  <a:lnTo>
                    <a:pt x="416803" y="96825"/>
                  </a:lnTo>
                  <a:lnTo>
                    <a:pt x="405577" y="49123"/>
                  </a:lnTo>
                  <a:lnTo>
                    <a:pt x="379137" y="16076"/>
                  </a:lnTo>
                  <a:lnTo>
                    <a:pt x="343742" y="0"/>
                  </a:lnTo>
                  <a:close/>
                </a:path>
              </a:pathLst>
            </a:custGeom>
            <a:solidFill>
              <a:srgbClr val="599C7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 descr=""/>
            <p:cNvSpPr/>
            <p:nvPr/>
          </p:nvSpPr>
          <p:spPr>
            <a:xfrm>
              <a:off x="15590851" y="6525748"/>
              <a:ext cx="106045" cy="814069"/>
            </a:xfrm>
            <a:custGeom>
              <a:avLst/>
              <a:gdLst/>
              <a:ahLst/>
              <a:cxnLst/>
              <a:rect l="l" t="t" r="r" b="b"/>
              <a:pathLst>
                <a:path w="106044" h="814070">
                  <a:moveTo>
                    <a:pt x="105613" y="0"/>
                  </a:moveTo>
                  <a:lnTo>
                    <a:pt x="89433" y="0"/>
                  </a:lnTo>
                  <a:lnTo>
                    <a:pt x="89433" y="212432"/>
                  </a:lnTo>
                  <a:lnTo>
                    <a:pt x="12954" y="110451"/>
                  </a:lnTo>
                  <a:lnTo>
                    <a:pt x="0" y="120167"/>
                  </a:lnTo>
                  <a:lnTo>
                    <a:pt x="89433" y="239420"/>
                  </a:lnTo>
                  <a:lnTo>
                    <a:pt x="89433" y="813727"/>
                  </a:lnTo>
                  <a:lnTo>
                    <a:pt x="105613" y="813727"/>
                  </a:lnTo>
                  <a:lnTo>
                    <a:pt x="105613" y="0"/>
                  </a:lnTo>
                  <a:close/>
                </a:path>
              </a:pathLst>
            </a:custGeom>
            <a:solidFill>
              <a:srgbClr val="298055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73" name="object 373" descr="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15539564" y="6811201"/>
              <a:ext cx="297631" cy="478285"/>
            </a:xfrm>
            <a:prstGeom prst="rect">
              <a:avLst/>
            </a:prstGeom>
          </p:spPr>
        </p:pic>
        <p:sp>
          <p:nvSpPr>
            <p:cNvPr id="374" name="object 374" descr=""/>
            <p:cNvSpPr/>
            <p:nvPr/>
          </p:nvSpPr>
          <p:spPr>
            <a:xfrm>
              <a:off x="15740524" y="6564602"/>
              <a:ext cx="504190" cy="899160"/>
            </a:xfrm>
            <a:custGeom>
              <a:avLst/>
              <a:gdLst/>
              <a:ahLst/>
              <a:cxnLst/>
              <a:rect l="l" t="t" r="r" b="b"/>
              <a:pathLst>
                <a:path w="504190" h="899159">
                  <a:moveTo>
                    <a:pt x="258101" y="0"/>
                  </a:moveTo>
                  <a:lnTo>
                    <a:pt x="222082" y="22585"/>
                  </a:lnTo>
                  <a:lnTo>
                    <a:pt x="209764" y="53931"/>
                  </a:lnTo>
                  <a:lnTo>
                    <a:pt x="205116" y="99060"/>
                  </a:lnTo>
                  <a:lnTo>
                    <a:pt x="203538" y="147627"/>
                  </a:lnTo>
                  <a:lnTo>
                    <a:pt x="200431" y="189287"/>
                  </a:lnTo>
                  <a:lnTo>
                    <a:pt x="191197" y="213691"/>
                  </a:lnTo>
                  <a:lnTo>
                    <a:pt x="171235" y="210496"/>
                  </a:lnTo>
                  <a:lnTo>
                    <a:pt x="136983" y="192951"/>
                  </a:lnTo>
                  <a:lnTo>
                    <a:pt x="109456" y="194489"/>
                  </a:lnTo>
                  <a:lnTo>
                    <a:pt x="90403" y="211810"/>
                  </a:lnTo>
                  <a:lnTo>
                    <a:pt x="81574" y="241612"/>
                  </a:lnTo>
                  <a:lnTo>
                    <a:pt x="84721" y="280595"/>
                  </a:lnTo>
                  <a:lnTo>
                    <a:pt x="101593" y="325456"/>
                  </a:lnTo>
                  <a:lnTo>
                    <a:pt x="120796" y="371885"/>
                  </a:lnTo>
                  <a:lnTo>
                    <a:pt x="121980" y="403788"/>
                  </a:lnTo>
                  <a:lnTo>
                    <a:pt x="105510" y="423331"/>
                  </a:lnTo>
                  <a:lnTo>
                    <a:pt x="71751" y="432678"/>
                  </a:lnTo>
                  <a:lnTo>
                    <a:pt x="44393" y="448462"/>
                  </a:lnTo>
                  <a:lnTo>
                    <a:pt x="41077" y="481037"/>
                  </a:lnTo>
                  <a:lnTo>
                    <a:pt x="53098" y="523146"/>
                  </a:lnTo>
                  <a:lnTo>
                    <a:pt x="71751" y="567532"/>
                  </a:lnTo>
                  <a:lnTo>
                    <a:pt x="89817" y="611952"/>
                  </a:lnTo>
                  <a:lnTo>
                    <a:pt x="99387" y="653472"/>
                  </a:lnTo>
                  <a:lnTo>
                    <a:pt x="90717" y="683801"/>
                  </a:lnTo>
                  <a:lnTo>
                    <a:pt x="54066" y="694649"/>
                  </a:lnTo>
                  <a:lnTo>
                    <a:pt x="14560" y="702711"/>
                  </a:lnTo>
                  <a:lnTo>
                    <a:pt x="0" y="727637"/>
                  </a:lnTo>
                  <a:lnTo>
                    <a:pt x="4656" y="765569"/>
                  </a:lnTo>
                  <a:lnTo>
                    <a:pt x="22800" y="812645"/>
                  </a:lnTo>
                  <a:lnTo>
                    <a:pt x="49912" y="867594"/>
                  </a:lnTo>
                  <a:lnTo>
                    <a:pt x="67804" y="898936"/>
                  </a:lnTo>
                  <a:lnTo>
                    <a:pt x="431395" y="898936"/>
                  </a:lnTo>
                  <a:lnTo>
                    <a:pt x="461912" y="827158"/>
                  </a:lnTo>
                  <a:lnTo>
                    <a:pt x="480615" y="775665"/>
                  </a:lnTo>
                  <a:lnTo>
                    <a:pt x="496034" y="722370"/>
                  </a:lnTo>
                  <a:lnTo>
                    <a:pt x="503983" y="673722"/>
                  </a:lnTo>
                  <a:lnTo>
                    <a:pt x="500278" y="636172"/>
                  </a:lnTo>
                  <a:lnTo>
                    <a:pt x="480734" y="616169"/>
                  </a:lnTo>
                  <a:lnTo>
                    <a:pt x="439465" y="592982"/>
                  </a:lnTo>
                  <a:lnTo>
                    <a:pt x="427271" y="562792"/>
                  </a:lnTo>
                  <a:lnTo>
                    <a:pt x="434496" y="528941"/>
                  </a:lnTo>
                  <a:lnTo>
                    <a:pt x="451483" y="494773"/>
                  </a:lnTo>
                  <a:lnTo>
                    <a:pt x="468577" y="463630"/>
                  </a:lnTo>
                  <a:lnTo>
                    <a:pt x="483206" y="426251"/>
                  </a:lnTo>
                  <a:lnTo>
                    <a:pt x="487782" y="389290"/>
                  </a:lnTo>
                  <a:lnTo>
                    <a:pt x="475570" y="358547"/>
                  </a:lnTo>
                  <a:lnTo>
                    <a:pt x="439834" y="339822"/>
                  </a:lnTo>
                  <a:lnTo>
                    <a:pt x="419093" y="326516"/>
                  </a:lnTo>
                  <a:lnTo>
                    <a:pt x="417604" y="302816"/>
                  </a:lnTo>
                  <a:lnTo>
                    <a:pt x="426985" y="271501"/>
                  </a:lnTo>
                  <a:lnTo>
                    <a:pt x="438854" y="235349"/>
                  </a:lnTo>
                  <a:lnTo>
                    <a:pt x="444828" y="197139"/>
                  </a:lnTo>
                  <a:lnTo>
                    <a:pt x="436525" y="159649"/>
                  </a:lnTo>
                  <a:lnTo>
                    <a:pt x="418514" y="145751"/>
                  </a:lnTo>
                  <a:lnTo>
                    <a:pt x="394519" y="146142"/>
                  </a:lnTo>
                  <a:lnTo>
                    <a:pt x="370024" y="145414"/>
                  </a:lnTo>
                  <a:lnTo>
                    <a:pt x="350511" y="128157"/>
                  </a:lnTo>
                  <a:lnTo>
                    <a:pt x="341460" y="78961"/>
                  </a:lnTo>
                  <a:lnTo>
                    <a:pt x="327811" y="31899"/>
                  </a:lnTo>
                  <a:lnTo>
                    <a:pt x="296684" y="4341"/>
                  </a:lnTo>
                  <a:lnTo>
                    <a:pt x="258101" y="0"/>
                  </a:lnTo>
                  <a:close/>
                </a:path>
              </a:pathLst>
            </a:custGeom>
            <a:solidFill>
              <a:srgbClr val="15744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 descr=""/>
            <p:cNvSpPr/>
            <p:nvPr/>
          </p:nvSpPr>
          <p:spPr>
            <a:xfrm>
              <a:off x="15930766" y="6796652"/>
              <a:ext cx="86995" cy="667385"/>
            </a:xfrm>
            <a:custGeom>
              <a:avLst/>
              <a:gdLst/>
              <a:ahLst/>
              <a:cxnLst/>
              <a:rect l="l" t="t" r="r" b="b"/>
              <a:pathLst>
                <a:path w="86994" h="667384">
                  <a:moveTo>
                    <a:pt x="86550" y="0"/>
                  </a:moveTo>
                  <a:lnTo>
                    <a:pt x="73291" y="0"/>
                  </a:lnTo>
                  <a:lnTo>
                    <a:pt x="73291" y="174129"/>
                  </a:lnTo>
                  <a:lnTo>
                    <a:pt x="10604" y="90538"/>
                  </a:lnTo>
                  <a:lnTo>
                    <a:pt x="0" y="98501"/>
                  </a:lnTo>
                  <a:lnTo>
                    <a:pt x="73291" y="196227"/>
                  </a:lnTo>
                  <a:lnTo>
                    <a:pt x="73291" y="666889"/>
                  </a:lnTo>
                  <a:lnTo>
                    <a:pt x="86550" y="666889"/>
                  </a:lnTo>
                  <a:lnTo>
                    <a:pt x="86550" y="0"/>
                  </a:lnTo>
                  <a:close/>
                </a:path>
              </a:pathLst>
            </a:custGeom>
            <a:solidFill>
              <a:srgbClr val="599C7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76" name="object 376" descr="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5888730" y="7030609"/>
              <a:ext cx="243920" cy="391970"/>
            </a:xfrm>
            <a:prstGeom prst="rect">
              <a:avLst/>
            </a:prstGeom>
          </p:spPr>
        </p:pic>
      </p:grpSp>
      <p:grpSp>
        <p:nvGrpSpPr>
          <p:cNvPr id="377" name="object 377" descr=""/>
          <p:cNvGrpSpPr/>
          <p:nvPr/>
        </p:nvGrpSpPr>
        <p:grpSpPr>
          <a:xfrm>
            <a:off x="11238244" y="6096520"/>
            <a:ext cx="984250" cy="884555"/>
            <a:chOff x="11238244" y="6096520"/>
            <a:chExt cx="984250" cy="884555"/>
          </a:xfrm>
        </p:grpSpPr>
        <p:sp>
          <p:nvSpPr>
            <p:cNvPr id="378" name="object 378" descr=""/>
            <p:cNvSpPr/>
            <p:nvPr/>
          </p:nvSpPr>
          <p:spPr>
            <a:xfrm>
              <a:off x="11238244" y="6096520"/>
              <a:ext cx="737235" cy="238125"/>
            </a:xfrm>
            <a:custGeom>
              <a:avLst/>
              <a:gdLst/>
              <a:ahLst/>
              <a:cxnLst/>
              <a:rect l="l" t="t" r="r" b="b"/>
              <a:pathLst>
                <a:path w="737234" h="238125">
                  <a:moveTo>
                    <a:pt x="737171" y="0"/>
                  </a:moveTo>
                  <a:lnTo>
                    <a:pt x="181596" y="0"/>
                  </a:lnTo>
                  <a:lnTo>
                    <a:pt x="0" y="238034"/>
                  </a:lnTo>
                  <a:lnTo>
                    <a:pt x="737171" y="238034"/>
                  </a:lnTo>
                  <a:lnTo>
                    <a:pt x="737171" y="0"/>
                  </a:lnTo>
                  <a:close/>
                </a:path>
              </a:pathLst>
            </a:custGeom>
            <a:solidFill>
              <a:srgbClr val="66C4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 descr=""/>
            <p:cNvSpPr/>
            <p:nvPr/>
          </p:nvSpPr>
          <p:spPr>
            <a:xfrm>
              <a:off x="11728383" y="6096520"/>
              <a:ext cx="494665" cy="714375"/>
            </a:xfrm>
            <a:custGeom>
              <a:avLst/>
              <a:gdLst/>
              <a:ahLst/>
              <a:cxnLst/>
              <a:rect l="l" t="t" r="r" b="b"/>
              <a:pathLst>
                <a:path w="494665" h="714375">
                  <a:moveTo>
                    <a:pt x="247029" y="0"/>
                  </a:moveTo>
                  <a:lnTo>
                    <a:pt x="0" y="238034"/>
                  </a:lnTo>
                  <a:lnTo>
                    <a:pt x="0" y="714177"/>
                  </a:lnTo>
                  <a:lnTo>
                    <a:pt x="494058" y="714177"/>
                  </a:lnTo>
                  <a:lnTo>
                    <a:pt x="494058" y="238034"/>
                  </a:lnTo>
                  <a:lnTo>
                    <a:pt x="247029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 descr=""/>
            <p:cNvSpPr/>
            <p:nvPr/>
          </p:nvSpPr>
          <p:spPr>
            <a:xfrm>
              <a:off x="11238244" y="6334550"/>
              <a:ext cx="490220" cy="646430"/>
            </a:xfrm>
            <a:custGeom>
              <a:avLst/>
              <a:gdLst/>
              <a:ahLst/>
              <a:cxnLst/>
              <a:rect l="l" t="t" r="r" b="b"/>
              <a:pathLst>
                <a:path w="490220" h="646429">
                  <a:moveTo>
                    <a:pt x="490142" y="0"/>
                  </a:moveTo>
                  <a:lnTo>
                    <a:pt x="0" y="0"/>
                  </a:lnTo>
                  <a:lnTo>
                    <a:pt x="0" y="646210"/>
                  </a:lnTo>
                  <a:lnTo>
                    <a:pt x="490142" y="646210"/>
                  </a:lnTo>
                  <a:lnTo>
                    <a:pt x="490142" y="0"/>
                  </a:lnTo>
                  <a:close/>
                </a:path>
              </a:pathLst>
            </a:custGeom>
            <a:solidFill>
              <a:srgbClr val="9592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" name="object 381" descr=""/>
            <p:cNvSpPr/>
            <p:nvPr/>
          </p:nvSpPr>
          <p:spPr>
            <a:xfrm>
              <a:off x="11337671" y="6476485"/>
              <a:ext cx="802005" cy="240029"/>
            </a:xfrm>
            <a:custGeom>
              <a:avLst/>
              <a:gdLst/>
              <a:ahLst/>
              <a:cxnLst/>
              <a:rect l="l" t="t" r="r" b="b"/>
              <a:pathLst>
                <a:path w="802004" h="240029">
                  <a:moveTo>
                    <a:pt x="44107" y="158280"/>
                  </a:moveTo>
                  <a:lnTo>
                    <a:pt x="0" y="158280"/>
                  </a:lnTo>
                  <a:lnTo>
                    <a:pt x="0" y="239712"/>
                  </a:lnTo>
                  <a:lnTo>
                    <a:pt x="44107" y="239712"/>
                  </a:lnTo>
                  <a:lnTo>
                    <a:pt x="44107" y="158280"/>
                  </a:lnTo>
                  <a:close/>
                </a:path>
                <a:path w="802004" h="240029">
                  <a:moveTo>
                    <a:pt x="44107" y="0"/>
                  </a:moveTo>
                  <a:lnTo>
                    <a:pt x="0" y="0"/>
                  </a:lnTo>
                  <a:lnTo>
                    <a:pt x="0" y="81432"/>
                  </a:lnTo>
                  <a:lnTo>
                    <a:pt x="44107" y="81432"/>
                  </a:lnTo>
                  <a:lnTo>
                    <a:pt x="44107" y="0"/>
                  </a:lnTo>
                  <a:close/>
                </a:path>
                <a:path w="802004" h="240029">
                  <a:moveTo>
                    <a:pt x="287362" y="158280"/>
                  </a:moveTo>
                  <a:lnTo>
                    <a:pt x="243243" y="158280"/>
                  </a:lnTo>
                  <a:lnTo>
                    <a:pt x="243243" y="239712"/>
                  </a:lnTo>
                  <a:lnTo>
                    <a:pt x="287362" y="239712"/>
                  </a:lnTo>
                  <a:lnTo>
                    <a:pt x="287362" y="158280"/>
                  </a:lnTo>
                  <a:close/>
                </a:path>
                <a:path w="802004" h="240029">
                  <a:moveTo>
                    <a:pt x="287362" y="0"/>
                  </a:moveTo>
                  <a:lnTo>
                    <a:pt x="243243" y="0"/>
                  </a:lnTo>
                  <a:lnTo>
                    <a:pt x="243243" y="81432"/>
                  </a:lnTo>
                  <a:lnTo>
                    <a:pt x="287362" y="81432"/>
                  </a:lnTo>
                  <a:lnTo>
                    <a:pt x="287362" y="0"/>
                  </a:lnTo>
                  <a:close/>
                </a:path>
                <a:path w="802004" h="240029">
                  <a:moveTo>
                    <a:pt x="558292" y="158280"/>
                  </a:moveTo>
                  <a:lnTo>
                    <a:pt x="514184" y="158280"/>
                  </a:lnTo>
                  <a:lnTo>
                    <a:pt x="514184" y="239712"/>
                  </a:lnTo>
                  <a:lnTo>
                    <a:pt x="558292" y="239712"/>
                  </a:lnTo>
                  <a:lnTo>
                    <a:pt x="558292" y="158280"/>
                  </a:lnTo>
                  <a:close/>
                </a:path>
                <a:path w="802004" h="240029">
                  <a:moveTo>
                    <a:pt x="558292" y="0"/>
                  </a:moveTo>
                  <a:lnTo>
                    <a:pt x="514184" y="0"/>
                  </a:lnTo>
                  <a:lnTo>
                    <a:pt x="514184" y="81432"/>
                  </a:lnTo>
                  <a:lnTo>
                    <a:pt x="558292" y="81432"/>
                  </a:lnTo>
                  <a:lnTo>
                    <a:pt x="558292" y="0"/>
                  </a:lnTo>
                  <a:close/>
                </a:path>
                <a:path w="802004" h="240029">
                  <a:moveTo>
                    <a:pt x="801547" y="158280"/>
                  </a:moveTo>
                  <a:lnTo>
                    <a:pt x="757428" y="158280"/>
                  </a:lnTo>
                  <a:lnTo>
                    <a:pt x="757428" y="239712"/>
                  </a:lnTo>
                  <a:lnTo>
                    <a:pt x="801547" y="239712"/>
                  </a:lnTo>
                  <a:lnTo>
                    <a:pt x="801547" y="158280"/>
                  </a:lnTo>
                  <a:close/>
                </a:path>
                <a:path w="802004" h="240029">
                  <a:moveTo>
                    <a:pt x="801547" y="0"/>
                  </a:moveTo>
                  <a:lnTo>
                    <a:pt x="757428" y="0"/>
                  </a:lnTo>
                  <a:lnTo>
                    <a:pt x="757428" y="81432"/>
                  </a:lnTo>
                  <a:lnTo>
                    <a:pt x="801547" y="81432"/>
                  </a:lnTo>
                  <a:lnTo>
                    <a:pt x="801547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" name="object 382" descr=""/>
            <p:cNvSpPr/>
            <p:nvPr/>
          </p:nvSpPr>
          <p:spPr>
            <a:xfrm>
              <a:off x="11636773" y="6247384"/>
              <a:ext cx="90805" cy="87630"/>
            </a:xfrm>
            <a:custGeom>
              <a:avLst/>
              <a:gdLst/>
              <a:ahLst/>
              <a:cxnLst/>
              <a:rect l="l" t="t" r="r" b="b"/>
              <a:pathLst>
                <a:path w="90804" h="87629">
                  <a:moveTo>
                    <a:pt x="90457" y="0"/>
                  </a:moveTo>
                  <a:lnTo>
                    <a:pt x="0" y="0"/>
                  </a:lnTo>
                  <a:lnTo>
                    <a:pt x="0" y="87170"/>
                  </a:lnTo>
                  <a:lnTo>
                    <a:pt x="90457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" name="object 383" descr=""/>
            <p:cNvSpPr/>
            <p:nvPr/>
          </p:nvSpPr>
          <p:spPr>
            <a:xfrm>
              <a:off x="11573720" y="6247390"/>
              <a:ext cx="63500" cy="87630"/>
            </a:xfrm>
            <a:custGeom>
              <a:avLst/>
              <a:gdLst/>
              <a:ahLst/>
              <a:cxnLst/>
              <a:rect l="l" t="t" r="r" b="b"/>
              <a:pathLst>
                <a:path w="63500" h="87629">
                  <a:moveTo>
                    <a:pt x="63055" y="0"/>
                  </a:moveTo>
                  <a:lnTo>
                    <a:pt x="0" y="0"/>
                  </a:lnTo>
                  <a:lnTo>
                    <a:pt x="0" y="87170"/>
                  </a:lnTo>
                  <a:lnTo>
                    <a:pt x="63055" y="87170"/>
                  </a:lnTo>
                  <a:lnTo>
                    <a:pt x="63055" y="0"/>
                  </a:lnTo>
                  <a:close/>
                </a:path>
              </a:pathLst>
            </a:custGeom>
            <a:solidFill>
              <a:srgbClr val="9592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 descr=""/>
            <p:cNvSpPr/>
            <p:nvPr/>
          </p:nvSpPr>
          <p:spPr>
            <a:xfrm>
              <a:off x="11398276" y="6247384"/>
              <a:ext cx="90805" cy="87630"/>
            </a:xfrm>
            <a:custGeom>
              <a:avLst/>
              <a:gdLst/>
              <a:ahLst/>
              <a:cxnLst/>
              <a:rect l="l" t="t" r="r" b="b"/>
              <a:pathLst>
                <a:path w="90804" h="87629">
                  <a:moveTo>
                    <a:pt x="90457" y="0"/>
                  </a:moveTo>
                  <a:lnTo>
                    <a:pt x="0" y="0"/>
                  </a:lnTo>
                  <a:lnTo>
                    <a:pt x="0" y="87170"/>
                  </a:lnTo>
                  <a:lnTo>
                    <a:pt x="90457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" name="object 385" descr=""/>
            <p:cNvSpPr/>
            <p:nvPr/>
          </p:nvSpPr>
          <p:spPr>
            <a:xfrm>
              <a:off x="11335225" y="6247390"/>
              <a:ext cx="63500" cy="87630"/>
            </a:xfrm>
            <a:custGeom>
              <a:avLst/>
              <a:gdLst/>
              <a:ahLst/>
              <a:cxnLst/>
              <a:rect l="l" t="t" r="r" b="b"/>
              <a:pathLst>
                <a:path w="63500" h="87629">
                  <a:moveTo>
                    <a:pt x="63055" y="0"/>
                  </a:moveTo>
                  <a:lnTo>
                    <a:pt x="0" y="0"/>
                  </a:lnTo>
                  <a:lnTo>
                    <a:pt x="0" y="87170"/>
                  </a:lnTo>
                  <a:lnTo>
                    <a:pt x="63055" y="87170"/>
                  </a:lnTo>
                  <a:lnTo>
                    <a:pt x="63055" y="0"/>
                  </a:lnTo>
                  <a:close/>
                </a:path>
              </a:pathLst>
            </a:custGeom>
            <a:solidFill>
              <a:srgbClr val="959292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86" name="object 386" descr=""/>
          <p:cNvGrpSpPr/>
          <p:nvPr/>
        </p:nvGrpSpPr>
        <p:grpSpPr>
          <a:xfrm>
            <a:off x="10791730" y="6214564"/>
            <a:ext cx="336550" cy="1282700"/>
            <a:chOff x="10791730" y="6214564"/>
            <a:chExt cx="336550" cy="1282700"/>
          </a:xfrm>
        </p:grpSpPr>
        <p:sp>
          <p:nvSpPr>
            <p:cNvPr id="387" name="object 387" descr=""/>
            <p:cNvSpPr/>
            <p:nvPr/>
          </p:nvSpPr>
          <p:spPr>
            <a:xfrm>
              <a:off x="10938075" y="6999881"/>
              <a:ext cx="43815" cy="497205"/>
            </a:xfrm>
            <a:custGeom>
              <a:avLst/>
              <a:gdLst/>
              <a:ahLst/>
              <a:cxnLst/>
              <a:rect l="l" t="t" r="r" b="b"/>
              <a:pathLst>
                <a:path w="43815" h="497204">
                  <a:moveTo>
                    <a:pt x="43475" y="0"/>
                  </a:moveTo>
                  <a:lnTo>
                    <a:pt x="0" y="0"/>
                  </a:lnTo>
                  <a:lnTo>
                    <a:pt x="0" y="496990"/>
                  </a:lnTo>
                  <a:lnTo>
                    <a:pt x="43475" y="496990"/>
                  </a:lnTo>
                  <a:lnTo>
                    <a:pt x="43475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" name="object 388" descr=""/>
            <p:cNvSpPr/>
            <p:nvPr/>
          </p:nvSpPr>
          <p:spPr>
            <a:xfrm>
              <a:off x="10791724" y="6214573"/>
              <a:ext cx="336550" cy="1132205"/>
            </a:xfrm>
            <a:custGeom>
              <a:avLst/>
              <a:gdLst/>
              <a:ahLst/>
              <a:cxnLst/>
              <a:rect l="l" t="t" r="r" b="b"/>
              <a:pathLst>
                <a:path w="336550" h="1132204">
                  <a:moveTo>
                    <a:pt x="336156" y="492836"/>
                  </a:moveTo>
                  <a:lnTo>
                    <a:pt x="330149" y="448157"/>
                  </a:lnTo>
                  <a:lnTo>
                    <a:pt x="313207" y="408000"/>
                  </a:lnTo>
                  <a:lnTo>
                    <a:pt x="286931" y="373989"/>
                  </a:lnTo>
                  <a:lnTo>
                    <a:pt x="275450" y="365125"/>
                  </a:lnTo>
                  <a:lnTo>
                    <a:pt x="275450" y="94056"/>
                  </a:lnTo>
                  <a:lnTo>
                    <a:pt x="268058" y="57442"/>
                  </a:lnTo>
                  <a:lnTo>
                    <a:pt x="247891" y="27546"/>
                  </a:lnTo>
                  <a:lnTo>
                    <a:pt x="217995" y="7391"/>
                  </a:lnTo>
                  <a:lnTo>
                    <a:pt x="181381" y="0"/>
                  </a:lnTo>
                  <a:lnTo>
                    <a:pt x="144780" y="7391"/>
                  </a:lnTo>
                  <a:lnTo>
                    <a:pt x="114871" y="27546"/>
                  </a:lnTo>
                  <a:lnTo>
                    <a:pt x="94716" y="57442"/>
                  </a:lnTo>
                  <a:lnTo>
                    <a:pt x="87325" y="94056"/>
                  </a:lnTo>
                  <a:lnTo>
                    <a:pt x="87325" y="345986"/>
                  </a:lnTo>
                  <a:lnTo>
                    <a:pt x="83248" y="347700"/>
                  </a:lnTo>
                  <a:lnTo>
                    <a:pt x="49225" y="373989"/>
                  </a:lnTo>
                  <a:lnTo>
                    <a:pt x="22948" y="408000"/>
                  </a:lnTo>
                  <a:lnTo>
                    <a:pt x="6007" y="448157"/>
                  </a:lnTo>
                  <a:lnTo>
                    <a:pt x="0" y="492836"/>
                  </a:lnTo>
                  <a:lnTo>
                    <a:pt x="0" y="963803"/>
                  </a:lnTo>
                  <a:lnTo>
                    <a:pt x="6007" y="1008481"/>
                  </a:lnTo>
                  <a:lnTo>
                    <a:pt x="22948" y="1048639"/>
                  </a:lnTo>
                  <a:lnTo>
                    <a:pt x="49225" y="1082649"/>
                  </a:lnTo>
                  <a:lnTo>
                    <a:pt x="83248" y="1108925"/>
                  </a:lnTo>
                  <a:lnTo>
                    <a:pt x="123393" y="1125867"/>
                  </a:lnTo>
                  <a:lnTo>
                    <a:pt x="168084" y="1131874"/>
                  </a:lnTo>
                  <a:lnTo>
                    <a:pt x="212763" y="1125867"/>
                  </a:lnTo>
                  <a:lnTo>
                    <a:pt x="252907" y="1108925"/>
                  </a:lnTo>
                  <a:lnTo>
                    <a:pt x="286931" y="1082649"/>
                  </a:lnTo>
                  <a:lnTo>
                    <a:pt x="313207" y="1048639"/>
                  </a:lnTo>
                  <a:lnTo>
                    <a:pt x="330149" y="1008481"/>
                  </a:lnTo>
                  <a:lnTo>
                    <a:pt x="336156" y="963803"/>
                  </a:lnTo>
                  <a:lnTo>
                    <a:pt x="336156" y="492836"/>
                  </a:lnTo>
                  <a:close/>
                </a:path>
              </a:pathLst>
            </a:custGeom>
            <a:solidFill>
              <a:srgbClr val="298055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89" name="object 389" descr=""/>
          <p:cNvGrpSpPr/>
          <p:nvPr/>
        </p:nvGrpSpPr>
        <p:grpSpPr>
          <a:xfrm>
            <a:off x="10556640" y="6490280"/>
            <a:ext cx="254635" cy="1007110"/>
            <a:chOff x="10556640" y="6490280"/>
            <a:chExt cx="254635" cy="1007110"/>
          </a:xfrm>
        </p:grpSpPr>
        <p:sp>
          <p:nvSpPr>
            <p:cNvPr id="390" name="object 390" descr=""/>
            <p:cNvSpPr/>
            <p:nvPr/>
          </p:nvSpPr>
          <p:spPr>
            <a:xfrm>
              <a:off x="10658397" y="6999881"/>
              <a:ext cx="43815" cy="497205"/>
            </a:xfrm>
            <a:custGeom>
              <a:avLst/>
              <a:gdLst/>
              <a:ahLst/>
              <a:cxnLst/>
              <a:rect l="l" t="t" r="r" b="b"/>
              <a:pathLst>
                <a:path w="43815" h="497204">
                  <a:moveTo>
                    <a:pt x="43475" y="0"/>
                  </a:moveTo>
                  <a:lnTo>
                    <a:pt x="0" y="0"/>
                  </a:lnTo>
                  <a:lnTo>
                    <a:pt x="0" y="496990"/>
                  </a:lnTo>
                  <a:lnTo>
                    <a:pt x="43475" y="496990"/>
                  </a:lnTo>
                  <a:lnTo>
                    <a:pt x="43475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" name="object 391" descr=""/>
            <p:cNvSpPr/>
            <p:nvPr/>
          </p:nvSpPr>
          <p:spPr>
            <a:xfrm>
              <a:off x="10556634" y="6490290"/>
              <a:ext cx="254635" cy="856615"/>
            </a:xfrm>
            <a:custGeom>
              <a:avLst/>
              <a:gdLst/>
              <a:ahLst/>
              <a:cxnLst/>
              <a:rect l="l" t="t" r="r" b="b"/>
              <a:pathLst>
                <a:path w="254634" h="856615">
                  <a:moveTo>
                    <a:pt x="254266" y="372783"/>
                  </a:moveTo>
                  <a:lnTo>
                    <a:pt x="244271" y="323291"/>
                  </a:lnTo>
                  <a:lnTo>
                    <a:pt x="217030" y="282879"/>
                  </a:lnTo>
                  <a:lnTo>
                    <a:pt x="208343" y="277025"/>
                  </a:lnTo>
                  <a:lnTo>
                    <a:pt x="208343" y="71132"/>
                  </a:lnTo>
                  <a:lnTo>
                    <a:pt x="202755" y="43446"/>
                  </a:lnTo>
                  <a:lnTo>
                    <a:pt x="187515" y="20828"/>
                  </a:lnTo>
                  <a:lnTo>
                    <a:pt x="164896" y="5588"/>
                  </a:lnTo>
                  <a:lnTo>
                    <a:pt x="137198" y="0"/>
                  </a:lnTo>
                  <a:lnTo>
                    <a:pt x="109512" y="5588"/>
                  </a:lnTo>
                  <a:lnTo>
                    <a:pt x="86893" y="20828"/>
                  </a:lnTo>
                  <a:lnTo>
                    <a:pt x="71653" y="43446"/>
                  </a:lnTo>
                  <a:lnTo>
                    <a:pt x="66065" y="71132"/>
                  </a:lnTo>
                  <a:lnTo>
                    <a:pt x="66065" y="263448"/>
                  </a:lnTo>
                  <a:lnTo>
                    <a:pt x="37236" y="282879"/>
                  </a:lnTo>
                  <a:lnTo>
                    <a:pt x="9994" y="323291"/>
                  </a:lnTo>
                  <a:lnTo>
                    <a:pt x="0" y="372783"/>
                  </a:lnTo>
                  <a:lnTo>
                    <a:pt x="0" y="729030"/>
                  </a:lnTo>
                  <a:lnTo>
                    <a:pt x="9994" y="778510"/>
                  </a:lnTo>
                  <a:lnTo>
                    <a:pt x="37236" y="818921"/>
                  </a:lnTo>
                  <a:lnTo>
                    <a:pt x="77647" y="846175"/>
                  </a:lnTo>
                  <a:lnTo>
                    <a:pt x="127139" y="856157"/>
                  </a:lnTo>
                  <a:lnTo>
                    <a:pt x="176618" y="846175"/>
                  </a:lnTo>
                  <a:lnTo>
                    <a:pt x="217030" y="818921"/>
                  </a:lnTo>
                  <a:lnTo>
                    <a:pt x="244271" y="778510"/>
                  </a:lnTo>
                  <a:lnTo>
                    <a:pt x="254266" y="729030"/>
                  </a:lnTo>
                  <a:lnTo>
                    <a:pt x="254266" y="372783"/>
                  </a:lnTo>
                  <a:close/>
                </a:path>
              </a:pathLst>
            </a:custGeom>
            <a:solidFill>
              <a:srgbClr val="157445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92" name="object 392" descr=""/>
          <p:cNvGrpSpPr/>
          <p:nvPr/>
        </p:nvGrpSpPr>
        <p:grpSpPr>
          <a:xfrm>
            <a:off x="10866613" y="6654039"/>
            <a:ext cx="1934210" cy="843280"/>
            <a:chOff x="10866613" y="6654039"/>
            <a:chExt cx="1934210" cy="843280"/>
          </a:xfrm>
        </p:grpSpPr>
        <p:sp>
          <p:nvSpPr>
            <p:cNvPr id="393" name="object 393" descr=""/>
            <p:cNvSpPr/>
            <p:nvPr/>
          </p:nvSpPr>
          <p:spPr>
            <a:xfrm>
              <a:off x="11287949" y="7177478"/>
              <a:ext cx="42545" cy="319405"/>
            </a:xfrm>
            <a:custGeom>
              <a:avLst/>
              <a:gdLst/>
              <a:ahLst/>
              <a:cxnLst/>
              <a:rect l="l" t="t" r="r" b="b"/>
              <a:pathLst>
                <a:path w="42545" h="319404">
                  <a:moveTo>
                    <a:pt x="42448" y="0"/>
                  </a:moveTo>
                  <a:lnTo>
                    <a:pt x="0" y="0"/>
                  </a:lnTo>
                  <a:lnTo>
                    <a:pt x="0" y="319393"/>
                  </a:lnTo>
                  <a:lnTo>
                    <a:pt x="42448" y="319393"/>
                  </a:lnTo>
                  <a:lnTo>
                    <a:pt x="42448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94" name="object 394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11150277" y="7203958"/>
              <a:ext cx="158895" cy="189847"/>
            </a:xfrm>
            <a:prstGeom prst="rect">
              <a:avLst/>
            </a:prstGeom>
          </p:spPr>
        </p:pic>
        <p:sp>
          <p:nvSpPr>
            <p:cNvPr id="395" name="object 395" descr=""/>
            <p:cNvSpPr/>
            <p:nvPr/>
          </p:nvSpPr>
          <p:spPr>
            <a:xfrm>
              <a:off x="10866602" y="6654044"/>
              <a:ext cx="796925" cy="686435"/>
            </a:xfrm>
            <a:custGeom>
              <a:avLst/>
              <a:gdLst/>
              <a:ahLst/>
              <a:cxnLst/>
              <a:rect l="l" t="t" r="r" b="b"/>
              <a:pathLst>
                <a:path w="796925" h="686434">
                  <a:moveTo>
                    <a:pt x="796874" y="446570"/>
                  </a:moveTo>
                  <a:lnTo>
                    <a:pt x="792010" y="398310"/>
                  </a:lnTo>
                  <a:lnTo>
                    <a:pt x="778052" y="353352"/>
                  </a:lnTo>
                  <a:lnTo>
                    <a:pt x="755967" y="312674"/>
                  </a:lnTo>
                  <a:lnTo>
                    <a:pt x="726732" y="277228"/>
                  </a:lnTo>
                  <a:lnTo>
                    <a:pt x="691286" y="247980"/>
                  </a:lnTo>
                  <a:lnTo>
                    <a:pt x="650608" y="225907"/>
                  </a:lnTo>
                  <a:lnTo>
                    <a:pt x="643356" y="223659"/>
                  </a:lnTo>
                  <a:lnTo>
                    <a:pt x="640092" y="191223"/>
                  </a:lnTo>
                  <a:lnTo>
                    <a:pt x="626135" y="146265"/>
                  </a:lnTo>
                  <a:lnTo>
                    <a:pt x="604062" y="105587"/>
                  </a:lnTo>
                  <a:lnTo>
                    <a:pt x="574814" y="70142"/>
                  </a:lnTo>
                  <a:lnTo>
                    <a:pt x="539369" y="40906"/>
                  </a:lnTo>
                  <a:lnTo>
                    <a:pt x="498690" y="18821"/>
                  </a:lnTo>
                  <a:lnTo>
                    <a:pt x="453732" y="4864"/>
                  </a:lnTo>
                  <a:lnTo>
                    <a:pt x="405472" y="0"/>
                  </a:lnTo>
                  <a:lnTo>
                    <a:pt x="357200" y="4864"/>
                  </a:lnTo>
                  <a:lnTo>
                    <a:pt x="312254" y="18821"/>
                  </a:lnTo>
                  <a:lnTo>
                    <a:pt x="271564" y="40906"/>
                  </a:lnTo>
                  <a:lnTo>
                    <a:pt x="236131" y="70142"/>
                  </a:lnTo>
                  <a:lnTo>
                    <a:pt x="206883" y="105587"/>
                  </a:lnTo>
                  <a:lnTo>
                    <a:pt x="184797" y="146265"/>
                  </a:lnTo>
                  <a:lnTo>
                    <a:pt x="170840" y="191223"/>
                  </a:lnTo>
                  <a:lnTo>
                    <a:pt x="168021" y="219163"/>
                  </a:lnTo>
                  <a:lnTo>
                    <a:pt x="146265" y="225907"/>
                  </a:lnTo>
                  <a:lnTo>
                    <a:pt x="105587" y="247980"/>
                  </a:lnTo>
                  <a:lnTo>
                    <a:pt x="70142" y="277228"/>
                  </a:lnTo>
                  <a:lnTo>
                    <a:pt x="40906" y="312674"/>
                  </a:lnTo>
                  <a:lnTo>
                    <a:pt x="18821" y="353352"/>
                  </a:lnTo>
                  <a:lnTo>
                    <a:pt x="4864" y="398310"/>
                  </a:lnTo>
                  <a:lnTo>
                    <a:pt x="0" y="446570"/>
                  </a:lnTo>
                  <a:lnTo>
                    <a:pt x="4864" y="494842"/>
                  </a:lnTo>
                  <a:lnTo>
                    <a:pt x="18821" y="539788"/>
                  </a:lnTo>
                  <a:lnTo>
                    <a:pt x="40906" y="580466"/>
                  </a:lnTo>
                  <a:lnTo>
                    <a:pt x="70142" y="615911"/>
                  </a:lnTo>
                  <a:lnTo>
                    <a:pt x="105587" y="645160"/>
                  </a:lnTo>
                  <a:lnTo>
                    <a:pt x="146265" y="667232"/>
                  </a:lnTo>
                  <a:lnTo>
                    <a:pt x="191223" y="681189"/>
                  </a:lnTo>
                  <a:lnTo>
                    <a:pt x="239483" y="686054"/>
                  </a:lnTo>
                  <a:lnTo>
                    <a:pt x="287756" y="681189"/>
                  </a:lnTo>
                  <a:lnTo>
                    <a:pt x="332701" y="667232"/>
                  </a:lnTo>
                  <a:lnTo>
                    <a:pt x="373380" y="645160"/>
                  </a:lnTo>
                  <a:lnTo>
                    <a:pt x="398437" y="624484"/>
                  </a:lnTo>
                  <a:lnTo>
                    <a:pt x="423494" y="645160"/>
                  </a:lnTo>
                  <a:lnTo>
                    <a:pt x="464172" y="667232"/>
                  </a:lnTo>
                  <a:lnTo>
                    <a:pt x="509117" y="681189"/>
                  </a:lnTo>
                  <a:lnTo>
                    <a:pt x="557390" y="686054"/>
                  </a:lnTo>
                  <a:lnTo>
                    <a:pt x="605650" y="681189"/>
                  </a:lnTo>
                  <a:lnTo>
                    <a:pt x="650608" y="667232"/>
                  </a:lnTo>
                  <a:lnTo>
                    <a:pt x="691286" y="645160"/>
                  </a:lnTo>
                  <a:lnTo>
                    <a:pt x="726732" y="615911"/>
                  </a:lnTo>
                  <a:lnTo>
                    <a:pt x="755967" y="580466"/>
                  </a:lnTo>
                  <a:lnTo>
                    <a:pt x="778052" y="539788"/>
                  </a:lnTo>
                  <a:lnTo>
                    <a:pt x="792010" y="494842"/>
                  </a:lnTo>
                  <a:lnTo>
                    <a:pt x="796874" y="446570"/>
                  </a:lnTo>
                  <a:close/>
                </a:path>
              </a:pathLst>
            </a:custGeom>
            <a:solidFill>
              <a:srgbClr val="599C7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" name="object 396" descr=""/>
            <p:cNvSpPr/>
            <p:nvPr/>
          </p:nvSpPr>
          <p:spPr>
            <a:xfrm>
              <a:off x="11089393" y="7176767"/>
              <a:ext cx="360680" cy="88265"/>
            </a:xfrm>
            <a:custGeom>
              <a:avLst/>
              <a:gdLst/>
              <a:ahLst/>
              <a:cxnLst/>
              <a:rect l="l" t="t" r="r" b="b"/>
              <a:pathLst>
                <a:path w="360679" h="88265">
                  <a:moveTo>
                    <a:pt x="276588" y="0"/>
                  </a:moveTo>
                  <a:lnTo>
                    <a:pt x="0" y="0"/>
                  </a:lnTo>
                  <a:lnTo>
                    <a:pt x="83463" y="87777"/>
                  </a:lnTo>
                  <a:lnTo>
                    <a:pt x="360062" y="87777"/>
                  </a:lnTo>
                  <a:lnTo>
                    <a:pt x="360062" y="68490"/>
                  </a:lnTo>
                  <a:lnTo>
                    <a:pt x="276588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97" name="object 397" descr="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11005925" y="7176762"/>
              <a:ext cx="443526" cy="320108"/>
            </a:xfrm>
            <a:prstGeom prst="rect">
              <a:avLst/>
            </a:prstGeom>
          </p:spPr>
        </p:pic>
        <p:sp>
          <p:nvSpPr>
            <p:cNvPr id="398" name="object 398" descr=""/>
            <p:cNvSpPr/>
            <p:nvPr/>
          </p:nvSpPr>
          <p:spPr>
            <a:xfrm>
              <a:off x="11005921" y="7072890"/>
              <a:ext cx="1230630" cy="424180"/>
            </a:xfrm>
            <a:custGeom>
              <a:avLst/>
              <a:gdLst/>
              <a:ahLst/>
              <a:cxnLst/>
              <a:rect l="l" t="t" r="r" b="b"/>
              <a:pathLst>
                <a:path w="1230629" h="424179">
                  <a:moveTo>
                    <a:pt x="10896" y="198297"/>
                  </a:moveTo>
                  <a:lnTo>
                    <a:pt x="0" y="198297"/>
                  </a:lnTo>
                  <a:lnTo>
                    <a:pt x="0" y="311137"/>
                  </a:lnTo>
                  <a:lnTo>
                    <a:pt x="10896" y="311137"/>
                  </a:lnTo>
                  <a:lnTo>
                    <a:pt x="10896" y="198297"/>
                  </a:lnTo>
                  <a:close/>
                </a:path>
                <a:path w="1230629" h="424179">
                  <a:moveTo>
                    <a:pt x="48310" y="198297"/>
                  </a:moveTo>
                  <a:lnTo>
                    <a:pt x="37414" y="198297"/>
                  </a:lnTo>
                  <a:lnTo>
                    <a:pt x="37414" y="311137"/>
                  </a:lnTo>
                  <a:lnTo>
                    <a:pt x="48310" y="311137"/>
                  </a:lnTo>
                  <a:lnTo>
                    <a:pt x="48310" y="198297"/>
                  </a:lnTo>
                  <a:close/>
                </a:path>
                <a:path w="1230629" h="424179">
                  <a:moveTo>
                    <a:pt x="129540" y="198297"/>
                  </a:moveTo>
                  <a:lnTo>
                    <a:pt x="118630" y="198297"/>
                  </a:lnTo>
                  <a:lnTo>
                    <a:pt x="118630" y="311137"/>
                  </a:lnTo>
                  <a:lnTo>
                    <a:pt x="129540" y="311137"/>
                  </a:lnTo>
                  <a:lnTo>
                    <a:pt x="129540" y="198297"/>
                  </a:lnTo>
                  <a:close/>
                </a:path>
                <a:path w="1230629" h="424179">
                  <a:moveTo>
                    <a:pt x="1230312" y="0"/>
                  </a:moveTo>
                  <a:lnTo>
                    <a:pt x="337616" y="0"/>
                  </a:lnTo>
                  <a:lnTo>
                    <a:pt x="337616" y="172364"/>
                  </a:lnTo>
                  <a:lnTo>
                    <a:pt x="166941" y="172364"/>
                  </a:lnTo>
                  <a:lnTo>
                    <a:pt x="166941" y="198297"/>
                  </a:lnTo>
                  <a:lnTo>
                    <a:pt x="156032" y="198297"/>
                  </a:lnTo>
                  <a:lnTo>
                    <a:pt x="156032" y="311137"/>
                  </a:lnTo>
                  <a:lnTo>
                    <a:pt x="166941" y="311137"/>
                  </a:lnTo>
                  <a:lnTo>
                    <a:pt x="166941" y="198310"/>
                  </a:lnTo>
                  <a:lnTo>
                    <a:pt x="337616" y="198310"/>
                  </a:lnTo>
                  <a:lnTo>
                    <a:pt x="337616" y="424002"/>
                  </a:lnTo>
                  <a:lnTo>
                    <a:pt x="1230312" y="424002"/>
                  </a:lnTo>
                  <a:lnTo>
                    <a:pt x="1230312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 descr=""/>
            <p:cNvSpPr/>
            <p:nvPr/>
          </p:nvSpPr>
          <p:spPr>
            <a:xfrm>
              <a:off x="11512905" y="7182808"/>
              <a:ext cx="524510" cy="209550"/>
            </a:xfrm>
            <a:custGeom>
              <a:avLst/>
              <a:gdLst/>
              <a:ahLst/>
              <a:cxnLst/>
              <a:rect l="l" t="t" r="r" b="b"/>
              <a:pathLst>
                <a:path w="524509" h="209550">
                  <a:moveTo>
                    <a:pt x="150355" y="155028"/>
                  </a:moveTo>
                  <a:lnTo>
                    <a:pt x="0" y="155028"/>
                  </a:lnTo>
                  <a:lnTo>
                    <a:pt x="0" y="209207"/>
                  </a:lnTo>
                  <a:lnTo>
                    <a:pt x="150355" y="209207"/>
                  </a:lnTo>
                  <a:lnTo>
                    <a:pt x="150355" y="155028"/>
                  </a:lnTo>
                  <a:close/>
                </a:path>
                <a:path w="524509" h="209550">
                  <a:moveTo>
                    <a:pt x="150355" y="0"/>
                  </a:moveTo>
                  <a:lnTo>
                    <a:pt x="0" y="0"/>
                  </a:lnTo>
                  <a:lnTo>
                    <a:pt x="0" y="54178"/>
                  </a:lnTo>
                  <a:lnTo>
                    <a:pt x="150355" y="54178"/>
                  </a:lnTo>
                  <a:lnTo>
                    <a:pt x="150355" y="0"/>
                  </a:lnTo>
                  <a:close/>
                </a:path>
                <a:path w="524509" h="209550">
                  <a:moveTo>
                    <a:pt x="524446" y="155028"/>
                  </a:moveTo>
                  <a:lnTo>
                    <a:pt x="374091" y="155028"/>
                  </a:lnTo>
                  <a:lnTo>
                    <a:pt x="374091" y="209207"/>
                  </a:lnTo>
                  <a:lnTo>
                    <a:pt x="524446" y="209207"/>
                  </a:lnTo>
                  <a:lnTo>
                    <a:pt x="524446" y="155028"/>
                  </a:lnTo>
                  <a:close/>
                </a:path>
                <a:path w="524509" h="209550">
                  <a:moveTo>
                    <a:pt x="524446" y="0"/>
                  </a:moveTo>
                  <a:lnTo>
                    <a:pt x="374091" y="0"/>
                  </a:lnTo>
                  <a:lnTo>
                    <a:pt x="374091" y="54178"/>
                  </a:lnTo>
                  <a:lnTo>
                    <a:pt x="524446" y="54178"/>
                  </a:lnTo>
                  <a:lnTo>
                    <a:pt x="524446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 descr=""/>
            <p:cNvSpPr/>
            <p:nvPr/>
          </p:nvSpPr>
          <p:spPr>
            <a:xfrm>
              <a:off x="11343546" y="6743113"/>
              <a:ext cx="1060450" cy="330200"/>
            </a:xfrm>
            <a:custGeom>
              <a:avLst/>
              <a:gdLst/>
              <a:ahLst/>
              <a:cxnLst/>
              <a:rect l="l" t="t" r="r" b="b"/>
              <a:pathLst>
                <a:path w="1060450" h="330200">
                  <a:moveTo>
                    <a:pt x="1060177" y="0"/>
                  </a:moveTo>
                  <a:lnTo>
                    <a:pt x="140152" y="0"/>
                  </a:lnTo>
                  <a:lnTo>
                    <a:pt x="0" y="329770"/>
                  </a:lnTo>
                  <a:lnTo>
                    <a:pt x="918642" y="329770"/>
                  </a:lnTo>
                  <a:lnTo>
                    <a:pt x="1060177" y="0"/>
                  </a:lnTo>
                  <a:close/>
                </a:path>
              </a:pathLst>
            </a:custGeom>
            <a:solidFill>
              <a:srgbClr val="66C4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" name="object 401" descr=""/>
            <p:cNvSpPr/>
            <p:nvPr/>
          </p:nvSpPr>
          <p:spPr>
            <a:xfrm>
              <a:off x="12236234" y="6743122"/>
              <a:ext cx="564515" cy="754380"/>
            </a:xfrm>
            <a:custGeom>
              <a:avLst/>
              <a:gdLst/>
              <a:ahLst/>
              <a:cxnLst/>
              <a:rect l="l" t="t" r="r" b="b"/>
              <a:pathLst>
                <a:path w="564515" h="754379">
                  <a:moveTo>
                    <a:pt x="564451" y="479361"/>
                  </a:moveTo>
                  <a:lnTo>
                    <a:pt x="334975" y="479361"/>
                  </a:lnTo>
                  <a:lnTo>
                    <a:pt x="334975" y="332282"/>
                  </a:lnTo>
                  <a:lnTo>
                    <a:pt x="167487" y="0"/>
                  </a:lnTo>
                  <a:lnTo>
                    <a:pt x="0" y="332282"/>
                  </a:lnTo>
                  <a:lnTo>
                    <a:pt x="0" y="753770"/>
                  </a:lnTo>
                  <a:lnTo>
                    <a:pt x="334975" y="753770"/>
                  </a:lnTo>
                  <a:lnTo>
                    <a:pt x="564451" y="753757"/>
                  </a:lnTo>
                  <a:lnTo>
                    <a:pt x="564451" y="479361"/>
                  </a:lnTo>
                  <a:close/>
                </a:path>
              </a:pathLst>
            </a:custGeom>
            <a:solidFill>
              <a:srgbClr val="9592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" name="object 402" descr=""/>
            <p:cNvSpPr/>
            <p:nvPr/>
          </p:nvSpPr>
          <p:spPr>
            <a:xfrm>
              <a:off x="12504217" y="7073235"/>
              <a:ext cx="296545" cy="149860"/>
            </a:xfrm>
            <a:custGeom>
              <a:avLst/>
              <a:gdLst/>
              <a:ahLst/>
              <a:cxnLst/>
              <a:rect l="l" t="t" r="r" b="b"/>
              <a:pathLst>
                <a:path w="296545" h="149859">
                  <a:moveTo>
                    <a:pt x="197637" y="0"/>
                  </a:moveTo>
                  <a:lnTo>
                    <a:pt x="0" y="0"/>
                  </a:lnTo>
                  <a:lnTo>
                    <a:pt x="0" y="149252"/>
                  </a:lnTo>
                  <a:lnTo>
                    <a:pt x="296472" y="149252"/>
                  </a:lnTo>
                  <a:lnTo>
                    <a:pt x="197637" y="0"/>
                  </a:lnTo>
                  <a:close/>
                </a:path>
              </a:pathLst>
            </a:custGeom>
            <a:solidFill>
              <a:srgbClr val="9CD9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" name="object 403" descr=""/>
            <p:cNvSpPr/>
            <p:nvPr/>
          </p:nvSpPr>
          <p:spPr>
            <a:xfrm>
              <a:off x="12386269" y="7073233"/>
              <a:ext cx="236220" cy="424180"/>
            </a:xfrm>
            <a:custGeom>
              <a:avLst/>
              <a:gdLst/>
              <a:ahLst/>
              <a:cxnLst/>
              <a:rect l="l" t="t" r="r" b="b"/>
              <a:pathLst>
                <a:path w="236220" h="424179">
                  <a:moveTo>
                    <a:pt x="117944" y="0"/>
                  </a:moveTo>
                  <a:lnTo>
                    <a:pt x="0" y="149252"/>
                  </a:lnTo>
                  <a:lnTo>
                    <a:pt x="0" y="423641"/>
                  </a:lnTo>
                  <a:lnTo>
                    <a:pt x="235898" y="423641"/>
                  </a:lnTo>
                  <a:lnTo>
                    <a:pt x="235898" y="149252"/>
                  </a:lnTo>
                  <a:lnTo>
                    <a:pt x="117944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" name="object 404" descr=""/>
            <p:cNvSpPr/>
            <p:nvPr/>
          </p:nvSpPr>
          <p:spPr>
            <a:xfrm>
              <a:off x="12443117" y="7261180"/>
              <a:ext cx="319405" cy="123189"/>
            </a:xfrm>
            <a:custGeom>
              <a:avLst/>
              <a:gdLst/>
              <a:ahLst/>
              <a:cxnLst/>
              <a:rect l="l" t="t" r="r" b="b"/>
              <a:pathLst>
                <a:path w="319404" h="123190">
                  <a:moveTo>
                    <a:pt x="121551" y="0"/>
                  </a:moveTo>
                  <a:lnTo>
                    <a:pt x="0" y="0"/>
                  </a:lnTo>
                  <a:lnTo>
                    <a:pt x="0" y="37719"/>
                  </a:lnTo>
                  <a:lnTo>
                    <a:pt x="121551" y="37719"/>
                  </a:lnTo>
                  <a:lnTo>
                    <a:pt x="121551" y="0"/>
                  </a:lnTo>
                  <a:close/>
                </a:path>
                <a:path w="319404" h="123190">
                  <a:moveTo>
                    <a:pt x="121881" y="82042"/>
                  </a:moveTo>
                  <a:lnTo>
                    <a:pt x="317" y="82042"/>
                  </a:lnTo>
                  <a:lnTo>
                    <a:pt x="317" y="119748"/>
                  </a:lnTo>
                  <a:lnTo>
                    <a:pt x="121881" y="119748"/>
                  </a:lnTo>
                  <a:lnTo>
                    <a:pt x="121881" y="82042"/>
                  </a:lnTo>
                  <a:close/>
                </a:path>
                <a:path w="319404" h="123190">
                  <a:moveTo>
                    <a:pt x="252615" y="85242"/>
                  </a:moveTo>
                  <a:lnTo>
                    <a:pt x="225450" y="85242"/>
                  </a:lnTo>
                  <a:lnTo>
                    <a:pt x="225450" y="122961"/>
                  </a:lnTo>
                  <a:lnTo>
                    <a:pt x="252615" y="122961"/>
                  </a:lnTo>
                  <a:lnTo>
                    <a:pt x="252615" y="85242"/>
                  </a:lnTo>
                  <a:close/>
                </a:path>
                <a:path w="319404" h="123190">
                  <a:moveTo>
                    <a:pt x="252615" y="0"/>
                  </a:moveTo>
                  <a:lnTo>
                    <a:pt x="225450" y="0"/>
                  </a:lnTo>
                  <a:lnTo>
                    <a:pt x="225450" y="37719"/>
                  </a:lnTo>
                  <a:lnTo>
                    <a:pt x="252615" y="37719"/>
                  </a:lnTo>
                  <a:lnTo>
                    <a:pt x="252615" y="0"/>
                  </a:lnTo>
                  <a:close/>
                </a:path>
                <a:path w="319404" h="123190">
                  <a:moveTo>
                    <a:pt x="319278" y="85242"/>
                  </a:moveTo>
                  <a:lnTo>
                    <a:pt x="292544" y="85242"/>
                  </a:lnTo>
                  <a:lnTo>
                    <a:pt x="292544" y="122961"/>
                  </a:lnTo>
                  <a:lnTo>
                    <a:pt x="319278" y="122961"/>
                  </a:lnTo>
                  <a:lnTo>
                    <a:pt x="319278" y="85242"/>
                  </a:lnTo>
                  <a:close/>
                </a:path>
                <a:path w="319404" h="123190">
                  <a:moveTo>
                    <a:pt x="319278" y="0"/>
                  </a:moveTo>
                  <a:lnTo>
                    <a:pt x="292544" y="0"/>
                  </a:lnTo>
                  <a:lnTo>
                    <a:pt x="292544" y="37719"/>
                  </a:lnTo>
                  <a:lnTo>
                    <a:pt x="319278" y="37719"/>
                  </a:lnTo>
                  <a:lnTo>
                    <a:pt x="319278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05" name="object 405" descr=""/>
          <p:cNvSpPr/>
          <p:nvPr/>
        </p:nvSpPr>
        <p:spPr>
          <a:xfrm>
            <a:off x="13344221" y="6542817"/>
            <a:ext cx="405765" cy="553720"/>
          </a:xfrm>
          <a:custGeom>
            <a:avLst/>
            <a:gdLst/>
            <a:ahLst/>
            <a:cxnLst/>
            <a:rect l="l" t="t" r="r" b="b"/>
            <a:pathLst>
              <a:path w="405765" h="553720">
                <a:moveTo>
                  <a:pt x="405536" y="156298"/>
                </a:moveTo>
                <a:lnTo>
                  <a:pt x="0" y="0"/>
                </a:lnTo>
                <a:lnTo>
                  <a:pt x="0" y="423557"/>
                </a:lnTo>
                <a:lnTo>
                  <a:pt x="83870" y="423557"/>
                </a:lnTo>
                <a:lnTo>
                  <a:pt x="83870" y="553427"/>
                </a:lnTo>
                <a:lnTo>
                  <a:pt x="405536" y="553427"/>
                </a:lnTo>
                <a:lnTo>
                  <a:pt x="405536" y="423557"/>
                </a:lnTo>
                <a:lnTo>
                  <a:pt x="405536" y="421906"/>
                </a:lnTo>
                <a:lnTo>
                  <a:pt x="405536" y="156298"/>
                </a:lnTo>
                <a:close/>
              </a:path>
            </a:pathLst>
          </a:custGeom>
          <a:solidFill>
            <a:srgbClr val="66C4B3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06" name="object 406" descr=""/>
          <p:cNvGrpSpPr/>
          <p:nvPr/>
        </p:nvGrpSpPr>
        <p:grpSpPr>
          <a:xfrm>
            <a:off x="12666232" y="6542813"/>
            <a:ext cx="1083945" cy="955040"/>
            <a:chOff x="12666232" y="6542813"/>
            <a:chExt cx="1083945" cy="955040"/>
          </a:xfrm>
        </p:grpSpPr>
        <p:sp>
          <p:nvSpPr>
            <p:cNvPr id="407" name="object 407" descr=""/>
            <p:cNvSpPr/>
            <p:nvPr/>
          </p:nvSpPr>
          <p:spPr>
            <a:xfrm>
              <a:off x="12762395" y="7044987"/>
              <a:ext cx="666115" cy="453390"/>
            </a:xfrm>
            <a:custGeom>
              <a:avLst/>
              <a:gdLst/>
              <a:ahLst/>
              <a:cxnLst/>
              <a:rect l="l" t="t" r="r" b="b"/>
              <a:pathLst>
                <a:path w="666115" h="453390">
                  <a:moveTo>
                    <a:pt x="665683" y="0"/>
                  </a:moveTo>
                  <a:lnTo>
                    <a:pt x="0" y="0"/>
                  </a:lnTo>
                  <a:lnTo>
                    <a:pt x="0" y="208686"/>
                  </a:lnTo>
                  <a:lnTo>
                    <a:pt x="0" y="452856"/>
                  </a:lnTo>
                  <a:lnTo>
                    <a:pt x="665543" y="452856"/>
                  </a:lnTo>
                  <a:lnTo>
                    <a:pt x="665543" y="208686"/>
                  </a:lnTo>
                  <a:lnTo>
                    <a:pt x="476554" y="208686"/>
                  </a:lnTo>
                  <a:lnTo>
                    <a:pt x="476554" y="208114"/>
                  </a:lnTo>
                  <a:lnTo>
                    <a:pt x="665683" y="208114"/>
                  </a:lnTo>
                  <a:lnTo>
                    <a:pt x="665683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" name="object 408" descr=""/>
            <p:cNvSpPr/>
            <p:nvPr/>
          </p:nvSpPr>
          <p:spPr>
            <a:xfrm>
              <a:off x="12666231" y="6966374"/>
              <a:ext cx="572770" cy="334645"/>
            </a:xfrm>
            <a:custGeom>
              <a:avLst/>
              <a:gdLst/>
              <a:ahLst/>
              <a:cxnLst/>
              <a:rect l="l" t="t" r="r" b="b"/>
              <a:pathLst>
                <a:path w="572769" h="334645">
                  <a:moveTo>
                    <a:pt x="572757" y="255803"/>
                  </a:moveTo>
                  <a:lnTo>
                    <a:pt x="0" y="255803"/>
                  </a:lnTo>
                  <a:lnTo>
                    <a:pt x="0" y="334467"/>
                  </a:lnTo>
                  <a:lnTo>
                    <a:pt x="572757" y="334467"/>
                  </a:lnTo>
                  <a:lnTo>
                    <a:pt x="572757" y="255803"/>
                  </a:lnTo>
                  <a:close/>
                </a:path>
                <a:path w="572769" h="334645">
                  <a:moveTo>
                    <a:pt x="572757" y="0"/>
                  </a:moveTo>
                  <a:lnTo>
                    <a:pt x="0" y="0"/>
                  </a:lnTo>
                  <a:lnTo>
                    <a:pt x="0" y="78663"/>
                  </a:lnTo>
                  <a:lnTo>
                    <a:pt x="572757" y="78663"/>
                  </a:lnTo>
                  <a:lnTo>
                    <a:pt x="572757" y="0"/>
                  </a:lnTo>
                  <a:close/>
                </a:path>
              </a:pathLst>
            </a:custGeom>
            <a:solidFill>
              <a:srgbClr val="66C4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" name="object 409" descr=""/>
            <p:cNvSpPr/>
            <p:nvPr/>
          </p:nvSpPr>
          <p:spPr>
            <a:xfrm>
              <a:off x="13238950" y="6966374"/>
              <a:ext cx="189865" cy="334010"/>
            </a:xfrm>
            <a:custGeom>
              <a:avLst/>
              <a:gdLst/>
              <a:ahLst/>
              <a:cxnLst/>
              <a:rect l="l" t="t" r="r" b="b"/>
              <a:pathLst>
                <a:path w="189865" h="334009">
                  <a:moveTo>
                    <a:pt x="189141" y="255841"/>
                  </a:moveTo>
                  <a:lnTo>
                    <a:pt x="0" y="255841"/>
                  </a:lnTo>
                  <a:lnTo>
                    <a:pt x="0" y="333946"/>
                  </a:lnTo>
                  <a:lnTo>
                    <a:pt x="189141" y="333946"/>
                  </a:lnTo>
                  <a:lnTo>
                    <a:pt x="189141" y="255841"/>
                  </a:lnTo>
                  <a:close/>
                </a:path>
                <a:path w="189865" h="334009">
                  <a:moveTo>
                    <a:pt x="189331" y="0"/>
                  </a:moveTo>
                  <a:lnTo>
                    <a:pt x="38" y="0"/>
                  </a:lnTo>
                  <a:lnTo>
                    <a:pt x="38" y="78663"/>
                  </a:lnTo>
                  <a:lnTo>
                    <a:pt x="189331" y="78663"/>
                  </a:lnTo>
                  <a:lnTo>
                    <a:pt x="1893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" name="object 410" descr=""/>
            <p:cNvSpPr/>
            <p:nvPr/>
          </p:nvSpPr>
          <p:spPr>
            <a:xfrm>
              <a:off x="13022754" y="6542813"/>
              <a:ext cx="405765" cy="424180"/>
            </a:xfrm>
            <a:custGeom>
              <a:avLst/>
              <a:gdLst/>
              <a:ahLst/>
              <a:cxnLst/>
              <a:rect l="l" t="t" r="r" b="b"/>
              <a:pathLst>
                <a:path w="405765" h="424179">
                  <a:moveTo>
                    <a:pt x="0" y="0"/>
                  </a:moveTo>
                  <a:lnTo>
                    <a:pt x="0" y="423557"/>
                  </a:lnTo>
                  <a:lnTo>
                    <a:pt x="405537" y="423557"/>
                  </a:lnTo>
                  <a:lnTo>
                    <a:pt x="405537" y="1562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 descr=""/>
            <p:cNvSpPr/>
            <p:nvPr/>
          </p:nvSpPr>
          <p:spPr>
            <a:xfrm>
              <a:off x="13022750" y="6542813"/>
              <a:ext cx="727075" cy="156845"/>
            </a:xfrm>
            <a:custGeom>
              <a:avLst/>
              <a:gdLst/>
              <a:ahLst/>
              <a:cxnLst/>
              <a:rect l="l" t="t" r="r" b="b"/>
              <a:pathLst>
                <a:path w="727075" h="156845">
                  <a:moveTo>
                    <a:pt x="321477" y="0"/>
                  </a:moveTo>
                  <a:lnTo>
                    <a:pt x="0" y="0"/>
                  </a:lnTo>
                  <a:lnTo>
                    <a:pt x="405537" y="156298"/>
                  </a:lnTo>
                  <a:lnTo>
                    <a:pt x="727014" y="156298"/>
                  </a:lnTo>
                  <a:lnTo>
                    <a:pt x="321477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 descr=""/>
            <p:cNvSpPr/>
            <p:nvPr/>
          </p:nvSpPr>
          <p:spPr>
            <a:xfrm>
              <a:off x="12763402" y="6699115"/>
              <a:ext cx="259715" cy="267335"/>
            </a:xfrm>
            <a:custGeom>
              <a:avLst/>
              <a:gdLst/>
              <a:ahLst/>
              <a:cxnLst/>
              <a:rect l="l" t="t" r="r" b="b"/>
              <a:pathLst>
                <a:path w="259715" h="267334">
                  <a:moveTo>
                    <a:pt x="259342" y="0"/>
                  </a:moveTo>
                  <a:lnTo>
                    <a:pt x="0" y="0"/>
                  </a:lnTo>
                  <a:lnTo>
                    <a:pt x="0" y="267258"/>
                  </a:lnTo>
                  <a:lnTo>
                    <a:pt x="259342" y="267258"/>
                  </a:lnTo>
                  <a:lnTo>
                    <a:pt x="259342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 descr=""/>
            <p:cNvSpPr/>
            <p:nvPr/>
          </p:nvSpPr>
          <p:spPr>
            <a:xfrm>
              <a:off x="12853454" y="6872331"/>
              <a:ext cx="386715" cy="94615"/>
            </a:xfrm>
            <a:custGeom>
              <a:avLst/>
              <a:gdLst/>
              <a:ahLst/>
              <a:cxnLst/>
              <a:rect l="l" t="t" r="r" b="b"/>
              <a:pathLst>
                <a:path w="386715" h="94615">
                  <a:moveTo>
                    <a:pt x="51689" y="0"/>
                  </a:moveTo>
                  <a:lnTo>
                    <a:pt x="0" y="0"/>
                  </a:lnTo>
                  <a:lnTo>
                    <a:pt x="0" y="94043"/>
                  </a:lnTo>
                  <a:lnTo>
                    <a:pt x="51689" y="94043"/>
                  </a:lnTo>
                  <a:lnTo>
                    <a:pt x="51689" y="0"/>
                  </a:lnTo>
                  <a:close/>
                </a:path>
                <a:path w="386715" h="94615">
                  <a:moveTo>
                    <a:pt x="386676" y="0"/>
                  </a:moveTo>
                  <a:lnTo>
                    <a:pt x="334987" y="0"/>
                  </a:lnTo>
                  <a:lnTo>
                    <a:pt x="334987" y="94043"/>
                  </a:lnTo>
                  <a:lnTo>
                    <a:pt x="386676" y="94043"/>
                  </a:lnTo>
                  <a:lnTo>
                    <a:pt x="386676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 descr=""/>
            <p:cNvSpPr/>
            <p:nvPr/>
          </p:nvSpPr>
          <p:spPr>
            <a:xfrm>
              <a:off x="12919334" y="6757804"/>
              <a:ext cx="103505" cy="92075"/>
            </a:xfrm>
            <a:custGeom>
              <a:avLst/>
              <a:gdLst/>
              <a:ahLst/>
              <a:cxnLst/>
              <a:rect l="l" t="t" r="r" b="b"/>
              <a:pathLst>
                <a:path w="103505" h="92075">
                  <a:moveTo>
                    <a:pt x="103410" y="0"/>
                  </a:moveTo>
                  <a:lnTo>
                    <a:pt x="0" y="0"/>
                  </a:lnTo>
                  <a:lnTo>
                    <a:pt x="0" y="92039"/>
                  </a:lnTo>
                  <a:lnTo>
                    <a:pt x="103410" y="92039"/>
                  </a:lnTo>
                  <a:lnTo>
                    <a:pt x="103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 descr=""/>
            <p:cNvSpPr/>
            <p:nvPr/>
          </p:nvSpPr>
          <p:spPr>
            <a:xfrm>
              <a:off x="12677077" y="6757726"/>
              <a:ext cx="346075" cy="92710"/>
            </a:xfrm>
            <a:custGeom>
              <a:avLst/>
              <a:gdLst/>
              <a:ahLst/>
              <a:cxnLst/>
              <a:rect l="l" t="t" r="r" b="b"/>
              <a:pathLst>
                <a:path w="346075" h="92709">
                  <a:moveTo>
                    <a:pt x="345668" y="76"/>
                  </a:moveTo>
                  <a:lnTo>
                    <a:pt x="86652" y="0"/>
                  </a:lnTo>
                  <a:lnTo>
                    <a:pt x="0" y="92125"/>
                  </a:lnTo>
                  <a:lnTo>
                    <a:pt x="242252" y="92125"/>
                  </a:lnTo>
                  <a:lnTo>
                    <a:pt x="345643" y="88"/>
                  </a:lnTo>
                  <a:close/>
                </a:path>
              </a:pathLst>
            </a:custGeom>
            <a:solidFill>
              <a:srgbClr val="66C4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 descr=""/>
            <p:cNvSpPr/>
            <p:nvPr/>
          </p:nvSpPr>
          <p:spPr>
            <a:xfrm>
              <a:off x="12849505" y="7080967"/>
              <a:ext cx="438150" cy="417195"/>
            </a:xfrm>
            <a:custGeom>
              <a:avLst/>
              <a:gdLst/>
              <a:ahLst/>
              <a:cxnLst/>
              <a:rect l="l" t="t" r="r" b="b"/>
              <a:pathLst>
                <a:path w="438150" h="417195">
                  <a:moveTo>
                    <a:pt x="59893" y="268744"/>
                  </a:moveTo>
                  <a:lnTo>
                    <a:pt x="8216" y="268744"/>
                  </a:lnTo>
                  <a:lnTo>
                    <a:pt x="8216" y="346265"/>
                  </a:lnTo>
                  <a:lnTo>
                    <a:pt x="59893" y="346265"/>
                  </a:lnTo>
                  <a:lnTo>
                    <a:pt x="59893" y="268744"/>
                  </a:lnTo>
                  <a:close/>
                </a:path>
                <a:path w="438150" h="417195">
                  <a:moveTo>
                    <a:pt x="173647" y="0"/>
                  </a:moveTo>
                  <a:lnTo>
                    <a:pt x="0" y="0"/>
                  </a:lnTo>
                  <a:lnTo>
                    <a:pt x="0" y="141224"/>
                  </a:lnTo>
                  <a:lnTo>
                    <a:pt x="173647" y="141224"/>
                  </a:lnTo>
                  <a:lnTo>
                    <a:pt x="173647" y="0"/>
                  </a:lnTo>
                  <a:close/>
                </a:path>
                <a:path w="438150" h="417195">
                  <a:moveTo>
                    <a:pt x="198005" y="268744"/>
                  </a:moveTo>
                  <a:lnTo>
                    <a:pt x="146329" y="268744"/>
                  </a:lnTo>
                  <a:lnTo>
                    <a:pt x="146329" y="346265"/>
                  </a:lnTo>
                  <a:lnTo>
                    <a:pt x="198005" y="346265"/>
                  </a:lnTo>
                  <a:lnTo>
                    <a:pt x="198005" y="268744"/>
                  </a:lnTo>
                  <a:close/>
                </a:path>
                <a:path w="438150" h="417195">
                  <a:moveTo>
                    <a:pt x="393788" y="263677"/>
                  </a:moveTo>
                  <a:lnTo>
                    <a:pt x="319989" y="263677"/>
                  </a:lnTo>
                  <a:lnTo>
                    <a:pt x="319989" y="416877"/>
                  </a:lnTo>
                  <a:lnTo>
                    <a:pt x="393788" y="416877"/>
                  </a:lnTo>
                  <a:lnTo>
                    <a:pt x="393788" y="263677"/>
                  </a:lnTo>
                  <a:close/>
                </a:path>
                <a:path w="438150" h="417195">
                  <a:moveTo>
                    <a:pt x="437972" y="0"/>
                  </a:moveTo>
                  <a:lnTo>
                    <a:pt x="264325" y="0"/>
                  </a:lnTo>
                  <a:lnTo>
                    <a:pt x="264325" y="141224"/>
                  </a:lnTo>
                  <a:lnTo>
                    <a:pt x="437972" y="141224"/>
                  </a:lnTo>
                  <a:lnTo>
                    <a:pt x="437972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17" name="object 417" descr=""/>
          <p:cNvGrpSpPr/>
          <p:nvPr/>
        </p:nvGrpSpPr>
        <p:grpSpPr>
          <a:xfrm>
            <a:off x="13323551" y="6795120"/>
            <a:ext cx="1160145" cy="702945"/>
            <a:chOff x="13323551" y="6795120"/>
            <a:chExt cx="1160145" cy="702945"/>
          </a:xfrm>
        </p:grpSpPr>
        <p:sp>
          <p:nvSpPr>
            <p:cNvPr id="418" name="object 418" descr=""/>
            <p:cNvSpPr/>
            <p:nvPr/>
          </p:nvSpPr>
          <p:spPr>
            <a:xfrm>
              <a:off x="14069802" y="6795120"/>
              <a:ext cx="413384" cy="702945"/>
            </a:xfrm>
            <a:custGeom>
              <a:avLst/>
              <a:gdLst/>
              <a:ahLst/>
              <a:cxnLst/>
              <a:rect l="l" t="t" r="r" b="b"/>
              <a:pathLst>
                <a:path w="413384" h="702945">
                  <a:moveTo>
                    <a:pt x="237636" y="0"/>
                  </a:moveTo>
                  <a:lnTo>
                    <a:pt x="0" y="301111"/>
                  </a:lnTo>
                  <a:lnTo>
                    <a:pt x="0" y="702722"/>
                  </a:lnTo>
                  <a:lnTo>
                    <a:pt x="413296" y="702722"/>
                  </a:lnTo>
                  <a:lnTo>
                    <a:pt x="413296" y="301111"/>
                  </a:lnTo>
                  <a:lnTo>
                    <a:pt x="237636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" name="object 419" descr=""/>
            <p:cNvSpPr/>
            <p:nvPr/>
          </p:nvSpPr>
          <p:spPr>
            <a:xfrm>
              <a:off x="13427707" y="7096234"/>
              <a:ext cx="642620" cy="401955"/>
            </a:xfrm>
            <a:custGeom>
              <a:avLst/>
              <a:gdLst/>
              <a:ahLst/>
              <a:cxnLst/>
              <a:rect l="l" t="t" r="r" b="b"/>
              <a:pathLst>
                <a:path w="642619" h="401954">
                  <a:moveTo>
                    <a:pt x="642095" y="0"/>
                  </a:moveTo>
                  <a:lnTo>
                    <a:pt x="0" y="0"/>
                  </a:lnTo>
                  <a:lnTo>
                    <a:pt x="0" y="401610"/>
                  </a:lnTo>
                  <a:lnTo>
                    <a:pt x="642095" y="401610"/>
                  </a:lnTo>
                  <a:lnTo>
                    <a:pt x="642095" y="0"/>
                  </a:lnTo>
                  <a:close/>
                </a:path>
              </a:pathLst>
            </a:custGeom>
            <a:solidFill>
              <a:srgbClr val="9592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" name="object 420" descr=""/>
            <p:cNvSpPr/>
            <p:nvPr/>
          </p:nvSpPr>
          <p:spPr>
            <a:xfrm>
              <a:off x="13427702" y="6795122"/>
              <a:ext cx="880110" cy="301625"/>
            </a:xfrm>
            <a:custGeom>
              <a:avLst/>
              <a:gdLst/>
              <a:ahLst/>
              <a:cxnLst/>
              <a:rect l="l" t="t" r="r" b="b"/>
              <a:pathLst>
                <a:path w="880109" h="301625">
                  <a:moveTo>
                    <a:pt x="879732" y="0"/>
                  </a:moveTo>
                  <a:lnTo>
                    <a:pt x="237636" y="0"/>
                  </a:lnTo>
                  <a:lnTo>
                    <a:pt x="0" y="301111"/>
                  </a:lnTo>
                  <a:lnTo>
                    <a:pt x="642095" y="301111"/>
                  </a:lnTo>
                  <a:lnTo>
                    <a:pt x="879732" y="0"/>
                  </a:lnTo>
                  <a:close/>
                </a:path>
              </a:pathLst>
            </a:custGeom>
            <a:solidFill>
              <a:srgbClr val="9CD9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" name="object 421" descr=""/>
            <p:cNvSpPr/>
            <p:nvPr/>
          </p:nvSpPr>
          <p:spPr>
            <a:xfrm>
              <a:off x="13541414" y="7120858"/>
              <a:ext cx="407034" cy="101600"/>
            </a:xfrm>
            <a:custGeom>
              <a:avLst/>
              <a:gdLst/>
              <a:ahLst/>
              <a:cxnLst/>
              <a:rect l="l" t="t" r="r" b="b"/>
              <a:pathLst>
                <a:path w="407034" h="101600">
                  <a:moveTo>
                    <a:pt x="66598" y="0"/>
                  </a:moveTo>
                  <a:lnTo>
                    <a:pt x="0" y="0"/>
                  </a:lnTo>
                  <a:lnTo>
                    <a:pt x="0" y="99885"/>
                  </a:lnTo>
                  <a:lnTo>
                    <a:pt x="66598" y="99885"/>
                  </a:lnTo>
                  <a:lnTo>
                    <a:pt x="66598" y="0"/>
                  </a:lnTo>
                  <a:close/>
                </a:path>
                <a:path w="407034" h="101600">
                  <a:moveTo>
                    <a:pt x="228714" y="1460"/>
                  </a:moveTo>
                  <a:lnTo>
                    <a:pt x="162115" y="1460"/>
                  </a:lnTo>
                  <a:lnTo>
                    <a:pt x="162115" y="101346"/>
                  </a:lnTo>
                  <a:lnTo>
                    <a:pt x="228714" y="101346"/>
                  </a:lnTo>
                  <a:lnTo>
                    <a:pt x="228714" y="1460"/>
                  </a:lnTo>
                  <a:close/>
                </a:path>
                <a:path w="407034" h="101600">
                  <a:moveTo>
                    <a:pt x="406679" y="1460"/>
                  </a:moveTo>
                  <a:lnTo>
                    <a:pt x="340080" y="1460"/>
                  </a:lnTo>
                  <a:lnTo>
                    <a:pt x="340080" y="101346"/>
                  </a:lnTo>
                  <a:lnTo>
                    <a:pt x="406679" y="101346"/>
                  </a:lnTo>
                  <a:lnTo>
                    <a:pt x="406679" y="146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" name="object 422" descr=""/>
            <p:cNvSpPr/>
            <p:nvPr/>
          </p:nvSpPr>
          <p:spPr>
            <a:xfrm>
              <a:off x="13945502" y="7226439"/>
              <a:ext cx="124460" cy="130175"/>
            </a:xfrm>
            <a:custGeom>
              <a:avLst/>
              <a:gdLst/>
              <a:ahLst/>
              <a:cxnLst/>
              <a:rect l="l" t="t" r="r" b="b"/>
              <a:pathLst>
                <a:path w="124459" h="130175">
                  <a:moveTo>
                    <a:pt x="124299" y="0"/>
                  </a:moveTo>
                  <a:lnTo>
                    <a:pt x="0" y="0"/>
                  </a:lnTo>
                  <a:lnTo>
                    <a:pt x="0" y="130174"/>
                  </a:lnTo>
                  <a:lnTo>
                    <a:pt x="124299" y="130174"/>
                  </a:lnTo>
                  <a:lnTo>
                    <a:pt x="124299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" name="object 423" descr=""/>
            <p:cNvSpPr/>
            <p:nvPr/>
          </p:nvSpPr>
          <p:spPr>
            <a:xfrm>
              <a:off x="13323551" y="7246228"/>
              <a:ext cx="746760" cy="111125"/>
            </a:xfrm>
            <a:custGeom>
              <a:avLst/>
              <a:gdLst/>
              <a:ahLst/>
              <a:cxnLst/>
              <a:rect l="l" t="t" r="r" b="b"/>
              <a:pathLst>
                <a:path w="746759" h="111125">
                  <a:moveTo>
                    <a:pt x="746249" y="0"/>
                  </a:moveTo>
                  <a:lnTo>
                    <a:pt x="104153" y="41"/>
                  </a:lnTo>
                  <a:lnTo>
                    <a:pt x="0" y="110520"/>
                  </a:lnTo>
                  <a:lnTo>
                    <a:pt x="621949" y="110384"/>
                  </a:lnTo>
                  <a:lnTo>
                    <a:pt x="746249" y="0"/>
                  </a:lnTo>
                  <a:close/>
                </a:path>
              </a:pathLst>
            </a:custGeom>
            <a:solidFill>
              <a:srgbClr val="66C4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" name="object 424" descr=""/>
            <p:cNvSpPr/>
            <p:nvPr/>
          </p:nvSpPr>
          <p:spPr>
            <a:xfrm>
              <a:off x="13427469" y="7222181"/>
              <a:ext cx="642620" cy="24765"/>
            </a:xfrm>
            <a:custGeom>
              <a:avLst/>
              <a:gdLst/>
              <a:ahLst/>
              <a:cxnLst/>
              <a:rect l="l" t="t" r="r" b="b"/>
              <a:pathLst>
                <a:path w="642619" h="24765">
                  <a:moveTo>
                    <a:pt x="642336" y="0"/>
                  </a:moveTo>
                  <a:lnTo>
                    <a:pt x="0" y="136"/>
                  </a:lnTo>
                  <a:lnTo>
                    <a:pt x="0" y="24187"/>
                  </a:lnTo>
                  <a:lnTo>
                    <a:pt x="642336" y="24051"/>
                  </a:lnTo>
                  <a:lnTo>
                    <a:pt x="642336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" name="object 425" descr=""/>
            <p:cNvSpPr/>
            <p:nvPr/>
          </p:nvSpPr>
          <p:spPr>
            <a:xfrm>
              <a:off x="13517601" y="7356620"/>
              <a:ext cx="438150" cy="141605"/>
            </a:xfrm>
            <a:custGeom>
              <a:avLst/>
              <a:gdLst/>
              <a:ahLst/>
              <a:cxnLst/>
              <a:rect l="l" t="t" r="r" b="b"/>
              <a:pathLst>
                <a:path w="438150" h="141604">
                  <a:moveTo>
                    <a:pt x="173647" y="0"/>
                  </a:moveTo>
                  <a:lnTo>
                    <a:pt x="0" y="0"/>
                  </a:lnTo>
                  <a:lnTo>
                    <a:pt x="0" y="141224"/>
                  </a:lnTo>
                  <a:lnTo>
                    <a:pt x="173647" y="141224"/>
                  </a:lnTo>
                  <a:lnTo>
                    <a:pt x="173647" y="0"/>
                  </a:lnTo>
                  <a:close/>
                </a:path>
                <a:path w="438150" h="141604">
                  <a:moveTo>
                    <a:pt x="438150" y="0"/>
                  </a:moveTo>
                  <a:lnTo>
                    <a:pt x="264502" y="0"/>
                  </a:lnTo>
                  <a:lnTo>
                    <a:pt x="264502" y="141224"/>
                  </a:lnTo>
                  <a:lnTo>
                    <a:pt x="438150" y="141224"/>
                  </a:lnTo>
                  <a:lnTo>
                    <a:pt x="438150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26" name="object 426" descr=""/>
          <p:cNvGrpSpPr/>
          <p:nvPr/>
        </p:nvGrpSpPr>
        <p:grpSpPr>
          <a:xfrm>
            <a:off x="14075351" y="6611959"/>
            <a:ext cx="2151380" cy="886460"/>
            <a:chOff x="14075351" y="6611959"/>
            <a:chExt cx="2151380" cy="886460"/>
          </a:xfrm>
        </p:grpSpPr>
        <p:sp>
          <p:nvSpPr>
            <p:cNvPr id="427" name="object 427" descr=""/>
            <p:cNvSpPr/>
            <p:nvPr/>
          </p:nvSpPr>
          <p:spPr>
            <a:xfrm>
              <a:off x="14075347" y="7008463"/>
              <a:ext cx="771525" cy="489584"/>
            </a:xfrm>
            <a:custGeom>
              <a:avLst/>
              <a:gdLst/>
              <a:ahLst/>
              <a:cxnLst/>
              <a:rect l="l" t="t" r="r" b="b"/>
              <a:pathLst>
                <a:path w="771525" h="489584">
                  <a:moveTo>
                    <a:pt x="770991" y="177698"/>
                  </a:moveTo>
                  <a:lnTo>
                    <a:pt x="634657" y="0"/>
                  </a:lnTo>
                  <a:lnTo>
                    <a:pt x="498322" y="177698"/>
                  </a:lnTo>
                  <a:lnTo>
                    <a:pt x="0" y="177698"/>
                  </a:lnTo>
                  <a:lnTo>
                    <a:pt x="0" y="489381"/>
                  </a:lnTo>
                  <a:lnTo>
                    <a:pt x="498322" y="489381"/>
                  </a:lnTo>
                  <a:lnTo>
                    <a:pt x="770991" y="489381"/>
                  </a:lnTo>
                  <a:lnTo>
                    <a:pt x="770991" y="177698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" name="object 428" descr=""/>
            <p:cNvSpPr/>
            <p:nvPr/>
          </p:nvSpPr>
          <p:spPr>
            <a:xfrm>
              <a:off x="14075347" y="7008463"/>
              <a:ext cx="635000" cy="466725"/>
            </a:xfrm>
            <a:custGeom>
              <a:avLst/>
              <a:gdLst/>
              <a:ahLst/>
              <a:cxnLst/>
              <a:rect l="l" t="t" r="r" b="b"/>
              <a:pathLst>
                <a:path w="635000" h="466725">
                  <a:moveTo>
                    <a:pt x="139941" y="387489"/>
                  </a:moveTo>
                  <a:lnTo>
                    <a:pt x="88252" y="387489"/>
                  </a:lnTo>
                  <a:lnTo>
                    <a:pt x="88252" y="465010"/>
                  </a:lnTo>
                  <a:lnTo>
                    <a:pt x="139941" y="465010"/>
                  </a:lnTo>
                  <a:lnTo>
                    <a:pt x="139941" y="387489"/>
                  </a:lnTo>
                  <a:close/>
                </a:path>
                <a:path w="635000" h="466725">
                  <a:moveTo>
                    <a:pt x="139941" y="236791"/>
                  </a:moveTo>
                  <a:lnTo>
                    <a:pt x="88252" y="236791"/>
                  </a:lnTo>
                  <a:lnTo>
                    <a:pt x="88252" y="314312"/>
                  </a:lnTo>
                  <a:lnTo>
                    <a:pt x="139941" y="314312"/>
                  </a:lnTo>
                  <a:lnTo>
                    <a:pt x="139941" y="236791"/>
                  </a:lnTo>
                  <a:close/>
                </a:path>
                <a:path w="635000" h="466725">
                  <a:moveTo>
                    <a:pt x="265760" y="388620"/>
                  </a:moveTo>
                  <a:lnTo>
                    <a:pt x="214071" y="388620"/>
                  </a:lnTo>
                  <a:lnTo>
                    <a:pt x="214071" y="466140"/>
                  </a:lnTo>
                  <a:lnTo>
                    <a:pt x="265760" y="466140"/>
                  </a:lnTo>
                  <a:lnTo>
                    <a:pt x="265760" y="388620"/>
                  </a:lnTo>
                  <a:close/>
                </a:path>
                <a:path w="635000" h="466725">
                  <a:moveTo>
                    <a:pt x="265760" y="237921"/>
                  </a:moveTo>
                  <a:lnTo>
                    <a:pt x="214071" y="237921"/>
                  </a:lnTo>
                  <a:lnTo>
                    <a:pt x="214071" y="315442"/>
                  </a:lnTo>
                  <a:lnTo>
                    <a:pt x="265760" y="315442"/>
                  </a:lnTo>
                  <a:lnTo>
                    <a:pt x="265760" y="237921"/>
                  </a:lnTo>
                  <a:close/>
                </a:path>
                <a:path w="635000" h="466725">
                  <a:moveTo>
                    <a:pt x="403885" y="388620"/>
                  </a:moveTo>
                  <a:lnTo>
                    <a:pt x="352196" y="388620"/>
                  </a:lnTo>
                  <a:lnTo>
                    <a:pt x="352196" y="466140"/>
                  </a:lnTo>
                  <a:lnTo>
                    <a:pt x="403885" y="466140"/>
                  </a:lnTo>
                  <a:lnTo>
                    <a:pt x="403885" y="388620"/>
                  </a:lnTo>
                  <a:close/>
                </a:path>
                <a:path w="635000" h="466725">
                  <a:moveTo>
                    <a:pt x="403885" y="237921"/>
                  </a:moveTo>
                  <a:lnTo>
                    <a:pt x="352196" y="237921"/>
                  </a:lnTo>
                  <a:lnTo>
                    <a:pt x="352196" y="315442"/>
                  </a:lnTo>
                  <a:lnTo>
                    <a:pt x="403885" y="315442"/>
                  </a:lnTo>
                  <a:lnTo>
                    <a:pt x="403885" y="237921"/>
                  </a:lnTo>
                  <a:close/>
                </a:path>
                <a:path w="635000" h="466725">
                  <a:moveTo>
                    <a:pt x="634669" y="0"/>
                  </a:moveTo>
                  <a:lnTo>
                    <a:pt x="136334" y="0"/>
                  </a:lnTo>
                  <a:lnTo>
                    <a:pt x="0" y="177698"/>
                  </a:lnTo>
                  <a:lnTo>
                    <a:pt x="498322" y="177698"/>
                  </a:lnTo>
                  <a:lnTo>
                    <a:pt x="634669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" name="object 429" descr=""/>
            <p:cNvSpPr/>
            <p:nvPr/>
          </p:nvSpPr>
          <p:spPr>
            <a:xfrm>
              <a:off x="14573849" y="6725450"/>
              <a:ext cx="509270" cy="485140"/>
            </a:xfrm>
            <a:custGeom>
              <a:avLst/>
              <a:gdLst/>
              <a:ahLst/>
              <a:cxnLst/>
              <a:rect l="l" t="t" r="r" b="b"/>
              <a:pathLst>
                <a:path w="509269" h="485140">
                  <a:moveTo>
                    <a:pt x="508769" y="0"/>
                  </a:moveTo>
                  <a:lnTo>
                    <a:pt x="0" y="0"/>
                  </a:lnTo>
                  <a:lnTo>
                    <a:pt x="0" y="484760"/>
                  </a:lnTo>
                  <a:lnTo>
                    <a:pt x="508769" y="484760"/>
                  </a:lnTo>
                  <a:lnTo>
                    <a:pt x="508769" y="0"/>
                  </a:lnTo>
                  <a:close/>
                </a:path>
              </a:pathLst>
            </a:custGeom>
            <a:solidFill>
              <a:srgbClr val="9CD9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" name="object 430" descr=""/>
            <p:cNvSpPr/>
            <p:nvPr/>
          </p:nvSpPr>
          <p:spPr>
            <a:xfrm>
              <a:off x="14573844" y="6611959"/>
              <a:ext cx="381635" cy="113664"/>
            </a:xfrm>
            <a:custGeom>
              <a:avLst/>
              <a:gdLst/>
              <a:ahLst/>
              <a:cxnLst/>
              <a:rect l="l" t="t" r="r" b="b"/>
              <a:pathLst>
                <a:path w="381634" h="113665">
                  <a:moveTo>
                    <a:pt x="381077" y="0"/>
                  </a:moveTo>
                  <a:lnTo>
                    <a:pt x="106991" y="0"/>
                  </a:lnTo>
                  <a:lnTo>
                    <a:pt x="0" y="113483"/>
                  </a:lnTo>
                  <a:lnTo>
                    <a:pt x="381077" y="113483"/>
                  </a:lnTo>
                  <a:lnTo>
                    <a:pt x="381077" y="0"/>
                  </a:lnTo>
                  <a:close/>
                </a:path>
              </a:pathLst>
            </a:custGeom>
            <a:solidFill>
              <a:srgbClr val="66C4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" name="object 431" descr=""/>
            <p:cNvSpPr/>
            <p:nvPr/>
          </p:nvSpPr>
          <p:spPr>
            <a:xfrm>
              <a:off x="14827230" y="6611963"/>
              <a:ext cx="255904" cy="598805"/>
            </a:xfrm>
            <a:custGeom>
              <a:avLst/>
              <a:gdLst/>
              <a:ahLst/>
              <a:cxnLst/>
              <a:rect l="l" t="t" r="r" b="b"/>
              <a:pathLst>
                <a:path w="255905" h="598804">
                  <a:moveTo>
                    <a:pt x="127692" y="0"/>
                  </a:moveTo>
                  <a:lnTo>
                    <a:pt x="0" y="113483"/>
                  </a:lnTo>
                  <a:lnTo>
                    <a:pt x="0" y="598243"/>
                  </a:lnTo>
                  <a:lnTo>
                    <a:pt x="255384" y="598243"/>
                  </a:lnTo>
                  <a:lnTo>
                    <a:pt x="255384" y="113483"/>
                  </a:lnTo>
                  <a:lnTo>
                    <a:pt x="127692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" name="object 432" descr=""/>
            <p:cNvSpPr/>
            <p:nvPr/>
          </p:nvSpPr>
          <p:spPr>
            <a:xfrm>
              <a:off x="14631167" y="7072769"/>
              <a:ext cx="67310" cy="137795"/>
            </a:xfrm>
            <a:custGeom>
              <a:avLst/>
              <a:gdLst/>
              <a:ahLst/>
              <a:cxnLst/>
              <a:rect l="l" t="t" r="r" b="b"/>
              <a:pathLst>
                <a:path w="67309" h="137795">
                  <a:moveTo>
                    <a:pt x="67296" y="0"/>
                  </a:moveTo>
                  <a:lnTo>
                    <a:pt x="0" y="0"/>
                  </a:lnTo>
                  <a:lnTo>
                    <a:pt x="0" y="137430"/>
                  </a:lnTo>
                  <a:lnTo>
                    <a:pt x="67296" y="137430"/>
                  </a:lnTo>
                  <a:lnTo>
                    <a:pt x="67296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" name="object 433" descr=""/>
            <p:cNvSpPr/>
            <p:nvPr/>
          </p:nvSpPr>
          <p:spPr>
            <a:xfrm>
              <a:off x="14827108" y="6953882"/>
              <a:ext cx="448945" cy="256540"/>
            </a:xfrm>
            <a:custGeom>
              <a:avLst/>
              <a:gdLst/>
              <a:ahLst/>
              <a:cxnLst/>
              <a:rect l="l" t="t" r="r" b="b"/>
              <a:pathLst>
                <a:path w="448944" h="256540">
                  <a:moveTo>
                    <a:pt x="448656" y="0"/>
                  </a:moveTo>
                  <a:lnTo>
                    <a:pt x="0" y="0"/>
                  </a:lnTo>
                  <a:lnTo>
                    <a:pt x="0" y="256316"/>
                  </a:lnTo>
                  <a:lnTo>
                    <a:pt x="448656" y="256316"/>
                  </a:lnTo>
                  <a:lnTo>
                    <a:pt x="448656" y="0"/>
                  </a:lnTo>
                  <a:close/>
                </a:path>
              </a:pathLst>
            </a:custGeom>
            <a:solidFill>
              <a:srgbClr val="9CD9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" name="object 434" descr=""/>
            <p:cNvSpPr/>
            <p:nvPr/>
          </p:nvSpPr>
          <p:spPr>
            <a:xfrm>
              <a:off x="14827105" y="6840401"/>
              <a:ext cx="321310" cy="113664"/>
            </a:xfrm>
            <a:custGeom>
              <a:avLst/>
              <a:gdLst/>
              <a:ahLst/>
              <a:cxnLst/>
              <a:rect l="l" t="t" r="r" b="b"/>
              <a:pathLst>
                <a:path w="321309" h="113665">
                  <a:moveTo>
                    <a:pt x="320964" y="0"/>
                  </a:moveTo>
                  <a:lnTo>
                    <a:pt x="106991" y="0"/>
                  </a:lnTo>
                  <a:lnTo>
                    <a:pt x="0" y="113483"/>
                  </a:lnTo>
                  <a:lnTo>
                    <a:pt x="320964" y="113483"/>
                  </a:lnTo>
                  <a:lnTo>
                    <a:pt x="320964" y="0"/>
                  </a:lnTo>
                  <a:close/>
                </a:path>
              </a:pathLst>
            </a:custGeom>
            <a:solidFill>
              <a:srgbClr val="66C4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" name="object 435" descr=""/>
            <p:cNvSpPr/>
            <p:nvPr/>
          </p:nvSpPr>
          <p:spPr>
            <a:xfrm>
              <a:off x="15020377" y="6840404"/>
              <a:ext cx="255904" cy="370205"/>
            </a:xfrm>
            <a:custGeom>
              <a:avLst/>
              <a:gdLst/>
              <a:ahLst/>
              <a:cxnLst/>
              <a:rect l="l" t="t" r="r" b="b"/>
              <a:pathLst>
                <a:path w="255905" h="370204">
                  <a:moveTo>
                    <a:pt x="127692" y="0"/>
                  </a:moveTo>
                  <a:lnTo>
                    <a:pt x="0" y="113483"/>
                  </a:lnTo>
                  <a:lnTo>
                    <a:pt x="0" y="369800"/>
                  </a:lnTo>
                  <a:lnTo>
                    <a:pt x="255384" y="369800"/>
                  </a:lnTo>
                  <a:lnTo>
                    <a:pt x="255384" y="113483"/>
                  </a:lnTo>
                  <a:lnTo>
                    <a:pt x="127692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" name="object 436" descr=""/>
            <p:cNvSpPr/>
            <p:nvPr/>
          </p:nvSpPr>
          <p:spPr>
            <a:xfrm>
              <a:off x="14607210" y="6821595"/>
              <a:ext cx="506730" cy="388620"/>
            </a:xfrm>
            <a:custGeom>
              <a:avLst/>
              <a:gdLst/>
              <a:ahLst/>
              <a:cxnLst/>
              <a:rect l="l" t="t" r="r" b="b"/>
              <a:pathLst>
                <a:path w="506730" h="388620">
                  <a:moveTo>
                    <a:pt x="29400" y="0"/>
                  </a:moveTo>
                  <a:lnTo>
                    <a:pt x="0" y="0"/>
                  </a:lnTo>
                  <a:lnTo>
                    <a:pt x="0" y="132295"/>
                  </a:lnTo>
                  <a:lnTo>
                    <a:pt x="29400" y="132295"/>
                  </a:lnTo>
                  <a:lnTo>
                    <a:pt x="29400" y="0"/>
                  </a:lnTo>
                  <a:close/>
                </a:path>
                <a:path w="506730" h="388620">
                  <a:moveTo>
                    <a:pt x="113880" y="0"/>
                  </a:moveTo>
                  <a:lnTo>
                    <a:pt x="84480" y="0"/>
                  </a:lnTo>
                  <a:lnTo>
                    <a:pt x="84480" y="132295"/>
                  </a:lnTo>
                  <a:lnTo>
                    <a:pt x="113880" y="132295"/>
                  </a:lnTo>
                  <a:lnTo>
                    <a:pt x="113880" y="0"/>
                  </a:lnTo>
                  <a:close/>
                </a:path>
                <a:path w="506730" h="388620">
                  <a:moveTo>
                    <a:pt x="344512" y="251180"/>
                  </a:moveTo>
                  <a:lnTo>
                    <a:pt x="277215" y="251180"/>
                  </a:lnTo>
                  <a:lnTo>
                    <a:pt x="277215" y="388607"/>
                  </a:lnTo>
                  <a:lnTo>
                    <a:pt x="344512" y="388607"/>
                  </a:lnTo>
                  <a:lnTo>
                    <a:pt x="344512" y="251180"/>
                  </a:lnTo>
                  <a:close/>
                </a:path>
                <a:path w="506730" h="388620">
                  <a:moveTo>
                    <a:pt x="506387" y="174180"/>
                  </a:moveTo>
                  <a:lnTo>
                    <a:pt x="476986" y="174180"/>
                  </a:lnTo>
                  <a:lnTo>
                    <a:pt x="476986" y="215011"/>
                  </a:lnTo>
                  <a:lnTo>
                    <a:pt x="506387" y="215011"/>
                  </a:lnTo>
                  <a:lnTo>
                    <a:pt x="506387" y="17418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" name="object 437" descr=""/>
            <p:cNvSpPr/>
            <p:nvPr/>
          </p:nvSpPr>
          <p:spPr>
            <a:xfrm>
              <a:off x="14896080" y="7214461"/>
              <a:ext cx="124460" cy="130175"/>
            </a:xfrm>
            <a:custGeom>
              <a:avLst/>
              <a:gdLst/>
              <a:ahLst/>
              <a:cxnLst/>
              <a:rect l="l" t="t" r="r" b="b"/>
              <a:pathLst>
                <a:path w="124459" h="130175">
                  <a:moveTo>
                    <a:pt x="124299" y="0"/>
                  </a:moveTo>
                  <a:lnTo>
                    <a:pt x="0" y="0"/>
                  </a:lnTo>
                  <a:lnTo>
                    <a:pt x="0" y="130174"/>
                  </a:lnTo>
                  <a:lnTo>
                    <a:pt x="124299" y="130174"/>
                  </a:lnTo>
                  <a:lnTo>
                    <a:pt x="124299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" name="object 438" descr=""/>
            <p:cNvSpPr/>
            <p:nvPr/>
          </p:nvSpPr>
          <p:spPr>
            <a:xfrm>
              <a:off x="14469927" y="7234158"/>
              <a:ext cx="550545" cy="110489"/>
            </a:xfrm>
            <a:custGeom>
              <a:avLst/>
              <a:gdLst/>
              <a:ahLst/>
              <a:cxnLst/>
              <a:rect l="l" t="t" r="r" b="b"/>
              <a:pathLst>
                <a:path w="550544" h="110490">
                  <a:moveTo>
                    <a:pt x="550454" y="94"/>
                  </a:moveTo>
                  <a:lnTo>
                    <a:pt x="104153" y="0"/>
                  </a:lnTo>
                  <a:lnTo>
                    <a:pt x="0" y="110478"/>
                  </a:lnTo>
                  <a:lnTo>
                    <a:pt x="426154" y="110478"/>
                  </a:lnTo>
                  <a:lnTo>
                    <a:pt x="550454" y="94"/>
                  </a:lnTo>
                  <a:close/>
                </a:path>
              </a:pathLst>
            </a:custGeom>
            <a:solidFill>
              <a:srgbClr val="66C4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" name="object 439" descr=""/>
            <p:cNvSpPr/>
            <p:nvPr/>
          </p:nvSpPr>
          <p:spPr>
            <a:xfrm>
              <a:off x="14573847" y="7210215"/>
              <a:ext cx="508634" cy="287655"/>
            </a:xfrm>
            <a:custGeom>
              <a:avLst/>
              <a:gdLst/>
              <a:ahLst/>
              <a:cxnLst/>
              <a:rect l="l" t="t" r="r" b="b"/>
              <a:pathLst>
                <a:path w="508634" h="287654">
                  <a:moveTo>
                    <a:pt x="508254" y="0"/>
                  </a:moveTo>
                  <a:lnTo>
                    <a:pt x="446532" y="0"/>
                  </a:lnTo>
                  <a:lnTo>
                    <a:pt x="0" y="0"/>
                  </a:lnTo>
                  <a:lnTo>
                    <a:pt x="0" y="24053"/>
                  </a:lnTo>
                  <a:lnTo>
                    <a:pt x="446532" y="24053"/>
                  </a:lnTo>
                  <a:lnTo>
                    <a:pt x="446532" y="287642"/>
                  </a:lnTo>
                  <a:lnTo>
                    <a:pt x="508254" y="287642"/>
                  </a:lnTo>
                  <a:lnTo>
                    <a:pt x="508254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" name="object 440" descr=""/>
            <p:cNvSpPr/>
            <p:nvPr/>
          </p:nvSpPr>
          <p:spPr>
            <a:xfrm>
              <a:off x="14563675" y="7344645"/>
              <a:ext cx="457200" cy="153670"/>
            </a:xfrm>
            <a:custGeom>
              <a:avLst/>
              <a:gdLst/>
              <a:ahLst/>
              <a:cxnLst/>
              <a:rect l="l" t="t" r="r" b="b"/>
              <a:pathLst>
                <a:path w="457200" h="153670">
                  <a:moveTo>
                    <a:pt x="31534" y="0"/>
                  </a:moveTo>
                  <a:lnTo>
                    <a:pt x="0" y="0"/>
                  </a:lnTo>
                  <a:lnTo>
                    <a:pt x="0" y="153200"/>
                  </a:lnTo>
                  <a:lnTo>
                    <a:pt x="31534" y="153200"/>
                  </a:lnTo>
                  <a:lnTo>
                    <a:pt x="31534" y="0"/>
                  </a:lnTo>
                  <a:close/>
                </a:path>
                <a:path w="457200" h="153670">
                  <a:moveTo>
                    <a:pt x="320751" y="0"/>
                  </a:moveTo>
                  <a:lnTo>
                    <a:pt x="205181" y="0"/>
                  </a:lnTo>
                  <a:lnTo>
                    <a:pt x="205181" y="153200"/>
                  </a:lnTo>
                  <a:lnTo>
                    <a:pt x="320751" y="153200"/>
                  </a:lnTo>
                  <a:lnTo>
                    <a:pt x="320751" y="0"/>
                  </a:lnTo>
                  <a:close/>
                </a:path>
                <a:path w="457200" h="153670">
                  <a:moveTo>
                    <a:pt x="456704" y="0"/>
                  </a:moveTo>
                  <a:lnTo>
                    <a:pt x="394550" y="0"/>
                  </a:lnTo>
                  <a:lnTo>
                    <a:pt x="394550" y="153200"/>
                  </a:lnTo>
                  <a:lnTo>
                    <a:pt x="456704" y="153200"/>
                  </a:lnTo>
                  <a:lnTo>
                    <a:pt x="456704" y="0"/>
                  </a:lnTo>
                  <a:close/>
                </a:path>
              </a:pathLst>
            </a:custGeom>
            <a:solidFill>
              <a:srgbClr val="9CD9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" name="object 441" descr=""/>
            <p:cNvSpPr/>
            <p:nvPr/>
          </p:nvSpPr>
          <p:spPr>
            <a:xfrm>
              <a:off x="14595209" y="7344645"/>
              <a:ext cx="363220" cy="153670"/>
            </a:xfrm>
            <a:custGeom>
              <a:avLst/>
              <a:gdLst/>
              <a:ahLst/>
              <a:cxnLst/>
              <a:rect l="l" t="t" r="r" b="b"/>
              <a:pathLst>
                <a:path w="363219" h="153670">
                  <a:moveTo>
                    <a:pt x="173647" y="0"/>
                  </a:moveTo>
                  <a:lnTo>
                    <a:pt x="0" y="0"/>
                  </a:lnTo>
                  <a:lnTo>
                    <a:pt x="0" y="153200"/>
                  </a:lnTo>
                  <a:lnTo>
                    <a:pt x="173647" y="153200"/>
                  </a:lnTo>
                  <a:lnTo>
                    <a:pt x="173647" y="0"/>
                  </a:lnTo>
                  <a:close/>
                </a:path>
                <a:path w="363219" h="153670">
                  <a:moveTo>
                    <a:pt x="363016" y="0"/>
                  </a:moveTo>
                  <a:lnTo>
                    <a:pt x="289217" y="0"/>
                  </a:lnTo>
                  <a:lnTo>
                    <a:pt x="289217" y="153200"/>
                  </a:lnTo>
                  <a:lnTo>
                    <a:pt x="363016" y="153200"/>
                  </a:lnTo>
                  <a:lnTo>
                    <a:pt x="363016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" name="object 442" descr=""/>
            <p:cNvSpPr/>
            <p:nvPr/>
          </p:nvSpPr>
          <p:spPr>
            <a:xfrm>
              <a:off x="14721300" y="6953882"/>
              <a:ext cx="106045" cy="87630"/>
            </a:xfrm>
            <a:custGeom>
              <a:avLst/>
              <a:gdLst/>
              <a:ahLst/>
              <a:cxnLst/>
              <a:rect l="l" t="t" r="r" b="b"/>
              <a:pathLst>
                <a:path w="106044" h="87629">
                  <a:moveTo>
                    <a:pt x="105808" y="0"/>
                  </a:moveTo>
                  <a:lnTo>
                    <a:pt x="0" y="0"/>
                  </a:lnTo>
                  <a:lnTo>
                    <a:pt x="0" y="87212"/>
                  </a:lnTo>
                  <a:lnTo>
                    <a:pt x="105808" y="87212"/>
                  </a:lnTo>
                  <a:lnTo>
                    <a:pt x="105808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" name="object 443" descr=""/>
            <p:cNvSpPr/>
            <p:nvPr/>
          </p:nvSpPr>
          <p:spPr>
            <a:xfrm>
              <a:off x="14497076" y="6916655"/>
              <a:ext cx="1190625" cy="225425"/>
            </a:xfrm>
            <a:custGeom>
              <a:avLst/>
              <a:gdLst/>
              <a:ahLst/>
              <a:cxnLst/>
              <a:rect l="l" t="t" r="r" b="b"/>
              <a:pathLst>
                <a:path w="1190625" h="225425">
                  <a:moveTo>
                    <a:pt x="224015" y="37236"/>
                  </a:moveTo>
                  <a:lnTo>
                    <a:pt x="0" y="37236"/>
                  </a:lnTo>
                  <a:lnTo>
                    <a:pt x="0" y="124447"/>
                  </a:lnTo>
                  <a:lnTo>
                    <a:pt x="224015" y="124447"/>
                  </a:lnTo>
                  <a:lnTo>
                    <a:pt x="224015" y="37236"/>
                  </a:lnTo>
                  <a:close/>
                </a:path>
                <a:path w="1190625" h="225425">
                  <a:moveTo>
                    <a:pt x="1190561" y="0"/>
                  </a:moveTo>
                  <a:lnTo>
                    <a:pt x="731151" y="0"/>
                  </a:lnTo>
                  <a:lnTo>
                    <a:pt x="580974" y="224955"/>
                  </a:lnTo>
                  <a:lnTo>
                    <a:pt x="1190561" y="224955"/>
                  </a:lnTo>
                  <a:lnTo>
                    <a:pt x="1190561" y="0"/>
                  </a:lnTo>
                  <a:close/>
                </a:path>
              </a:pathLst>
            </a:custGeom>
            <a:solidFill>
              <a:srgbClr val="66C4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" name="object 444" descr=""/>
            <p:cNvSpPr/>
            <p:nvPr/>
          </p:nvSpPr>
          <p:spPr>
            <a:xfrm>
              <a:off x="15483366" y="6916644"/>
              <a:ext cx="408940" cy="581660"/>
            </a:xfrm>
            <a:custGeom>
              <a:avLst/>
              <a:gdLst/>
              <a:ahLst/>
              <a:cxnLst/>
              <a:rect l="l" t="t" r="r" b="b"/>
              <a:pathLst>
                <a:path w="408940" h="581659">
                  <a:moveTo>
                    <a:pt x="204276" y="0"/>
                  </a:moveTo>
                  <a:lnTo>
                    <a:pt x="0" y="224956"/>
                  </a:lnTo>
                  <a:lnTo>
                    <a:pt x="0" y="581196"/>
                  </a:lnTo>
                  <a:lnTo>
                    <a:pt x="408553" y="581196"/>
                  </a:lnTo>
                  <a:lnTo>
                    <a:pt x="408553" y="224956"/>
                  </a:lnTo>
                  <a:lnTo>
                    <a:pt x="204276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" name="object 445" descr=""/>
            <p:cNvSpPr/>
            <p:nvPr/>
          </p:nvSpPr>
          <p:spPr>
            <a:xfrm>
              <a:off x="15082106" y="7141604"/>
              <a:ext cx="401320" cy="356235"/>
            </a:xfrm>
            <a:custGeom>
              <a:avLst/>
              <a:gdLst/>
              <a:ahLst/>
              <a:cxnLst/>
              <a:rect l="l" t="t" r="r" b="b"/>
              <a:pathLst>
                <a:path w="401319" h="356234">
                  <a:moveTo>
                    <a:pt x="401265" y="0"/>
                  </a:moveTo>
                  <a:lnTo>
                    <a:pt x="0" y="0"/>
                  </a:lnTo>
                  <a:lnTo>
                    <a:pt x="0" y="356240"/>
                  </a:lnTo>
                  <a:lnTo>
                    <a:pt x="401265" y="356240"/>
                  </a:lnTo>
                  <a:lnTo>
                    <a:pt x="401265" y="0"/>
                  </a:lnTo>
                  <a:close/>
                </a:path>
              </a:pathLst>
            </a:custGeom>
            <a:solidFill>
              <a:srgbClr val="9592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" name="object 446" descr=""/>
            <p:cNvSpPr/>
            <p:nvPr/>
          </p:nvSpPr>
          <p:spPr>
            <a:xfrm>
              <a:off x="15160270" y="7128084"/>
              <a:ext cx="893444" cy="329565"/>
            </a:xfrm>
            <a:custGeom>
              <a:avLst/>
              <a:gdLst/>
              <a:ahLst/>
              <a:cxnLst/>
              <a:rect l="l" t="t" r="r" b="b"/>
              <a:pathLst>
                <a:path w="893444" h="329565">
                  <a:moveTo>
                    <a:pt x="36474" y="261785"/>
                  </a:moveTo>
                  <a:lnTo>
                    <a:pt x="0" y="261785"/>
                  </a:lnTo>
                  <a:lnTo>
                    <a:pt x="0" y="329120"/>
                  </a:lnTo>
                  <a:lnTo>
                    <a:pt x="36474" y="329120"/>
                  </a:lnTo>
                  <a:lnTo>
                    <a:pt x="36474" y="261785"/>
                  </a:lnTo>
                  <a:close/>
                </a:path>
                <a:path w="893444" h="329565">
                  <a:moveTo>
                    <a:pt x="36474" y="130886"/>
                  </a:moveTo>
                  <a:lnTo>
                    <a:pt x="0" y="130886"/>
                  </a:lnTo>
                  <a:lnTo>
                    <a:pt x="0" y="198221"/>
                  </a:lnTo>
                  <a:lnTo>
                    <a:pt x="36474" y="198221"/>
                  </a:lnTo>
                  <a:lnTo>
                    <a:pt x="36474" y="130886"/>
                  </a:lnTo>
                  <a:close/>
                </a:path>
                <a:path w="893444" h="329565">
                  <a:moveTo>
                    <a:pt x="36474" y="31813"/>
                  </a:moveTo>
                  <a:lnTo>
                    <a:pt x="0" y="31813"/>
                  </a:lnTo>
                  <a:lnTo>
                    <a:pt x="0" y="67335"/>
                  </a:lnTo>
                  <a:lnTo>
                    <a:pt x="36474" y="67335"/>
                  </a:lnTo>
                  <a:lnTo>
                    <a:pt x="36474" y="31813"/>
                  </a:lnTo>
                  <a:close/>
                </a:path>
                <a:path w="893444" h="329565">
                  <a:moveTo>
                    <a:pt x="237629" y="261785"/>
                  </a:moveTo>
                  <a:lnTo>
                    <a:pt x="201155" y="261785"/>
                  </a:lnTo>
                  <a:lnTo>
                    <a:pt x="201155" y="329120"/>
                  </a:lnTo>
                  <a:lnTo>
                    <a:pt x="237629" y="329120"/>
                  </a:lnTo>
                  <a:lnTo>
                    <a:pt x="237629" y="261785"/>
                  </a:lnTo>
                  <a:close/>
                </a:path>
                <a:path w="893444" h="329565">
                  <a:moveTo>
                    <a:pt x="237629" y="130886"/>
                  </a:moveTo>
                  <a:lnTo>
                    <a:pt x="201155" y="130886"/>
                  </a:lnTo>
                  <a:lnTo>
                    <a:pt x="201155" y="198221"/>
                  </a:lnTo>
                  <a:lnTo>
                    <a:pt x="237629" y="198221"/>
                  </a:lnTo>
                  <a:lnTo>
                    <a:pt x="237629" y="130886"/>
                  </a:lnTo>
                  <a:close/>
                </a:path>
                <a:path w="893444" h="329565">
                  <a:moveTo>
                    <a:pt x="237629" y="31813"/>
                  </a:moveTo>
                  <a:lnTo>
                    <a:pt x="201155" y="31813"/>
                  </a:lnTo>
                  <a:lnTo>
                    <a:pt x="201155" y="67335"/>
                  </a:lnTo>
                  <a:lnTo>
                    <a:pt x="237629" y="67335"/>
                  </a:lnTo>
                  <a:lnTo>
                    <a:pt x="237629" y="31813"/>
                  </a:lnTo>
                  <a:close/>
                </a:path>
                <a:path w="893444" h="329565">
                  <a:moveTo>
                    <a:pt x="461683" y="261785"/>
                  </a:moveTo>
                  <a:lnTo>
                    <a:pt x="425196" y="261785"/>
                  </a:lnTo>
                  <a:lnTo>
                    <a:pt x="425196" y="329120"/>
                  </a:lnTo>
                  <a:lnTo>
                    <a:pt x="461683" y="329120"/>
                  </a:lnTo>
                  <a:lnTo>
                    <a:pt x="461683" y="261785"/>
                  </a:lnTo>
                  <a:close/>
                </a:path>
                <a:path w="893444" h="329565">
                  <a:moveTo>
                    <a:pt x="461683" y="130886"/>
                  </a:moveTo>
                  <a:lnTo>
                    <a:pt x="425196" y="130886"/>
                  </a:lnTo>
                  <a:lnTo>
                    <a:pt x="425196" y="198221"/>
                  </a:lnTo>
                  <a:lnTo>
                    <a:pt x="461683" y="198221"/>
                  </a:lnTo>
                  <a:lnTo>
                    <a:pt x="461683" y="130886"/>
                  </a:lnTo>
                  <a:close/>
                </a:path>
                <a:path w="893444" h="329565">
                  <a:moveTo>
                    <a:pt x="461683" y="0"/>
                  </a:moveTo>
                  <a:lnTo>
                    <a:pt x="425196" y="0"/>
                  </a:lnTo>
                  <a:lnTo>
                    <a:pt x="425196" y="67335"/>
                  </a:lnTo>
                  <a:lnTo>
                    <a:pt x="461683" y="67335"/>
                  </a:lnTo>
                  <a:lnTo>
                    <a:pt x="461683" y="0"/>
                  </a:lnTo>
                  <a:close/>
                </a:path>
                <a:path w="893444" h="329565">
                  <a:moveTo>
                    <a:pt x="893241" y="147269"/>
                  </a:moveTo>
                  <a:lnTo>
                    <a:pt x="819429" y="86715"/>
                  </a:lnTo>
                  <a:lnTo>
                    <a:pt x="574865" y="86715"/>
                  </a:lnTo>
                  <a:lnTo>
                    <a:pt x="648665" y="164338"/>
                  </a:lnTo>
                  <a:lnTo>
                    <a:pt x="893241" y="164338"/>
                  </a:lnTo>
                  <a:lnTo>
                    <a:pt x="893241" y="147269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7" name="object 447" descr="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15661332" y="7214795"/>
              <a:ext cx="392178" cy="283050"/>
            </a:xfrm>
            <a:prstGeom prst="rect">
              <a:avLst/>
            </a:prstGeom>
          </p:spPr>
        </p:pic>
        <p:sp>
          <p:nvSpPr>
            <p:cNvPr id="448" name="object 448" descr=""/>
            <p:cNvSpPr/>
            <p:nvPr/>
          </p:nvSpPr>
          <p:spPr>
            <a:xfrm>
              <a:off x="15958547" y="7364044"/>
              <a:ext cx="267970" cy="133985"/>
            </a:xfrm>
            <a:custGeom>
              <a:avLst/>
              <a:gdLst/>
              <a:ahLst/>
              <a:cxnLst/>
              <a:rect l="l" t="t" r="r" b="b"/>
              <a:pathLst>
                <a:path w="267969" h="133984">
                  <a:moveTo>
                    <a:pt x="133786" y="0"/>
                  </a:moveTo>
                  <a:lnTo>
                    <a:pt x="91497" y="6821"/>
                  </a:lnTo>
                  <a:lnTo>
                    <a:pt x="54771" y="25815"/>
                  </a:lnTo>
                  <a:lnTo>
                    <a:pt x="25811" y="54778"/>
                  </a:lnTo>
                  <a:lnTo>
                    <a:pt x="6820" y="91507"/>
                  </a:lnTo>
                  <a:lnTo>
                    <a:pt x="0" y="133796"/>
                  </a:lnTo>
                  <a:lnTo>
                    <a:pt x="267583" y="133796"/>
                  </a:lnTo>
                  <a:lnTo>
                    <a:pt x="260762" y="91507"/>
                  </a:lnTo>
                  <a:lnTo>
                    <a:pt x="241768" y="54778"/>
                  </a:lnTo>
                  <a:lnTo>
                    <a:pt x="212804" y="25815"/>
                  </a:lnTo>
                  <a:lnTo>
                    <a:pt x="176076" y="6821"/>
                  </a:lnTo>
                  <a:lnTo>
                    <a:pt x="133786" y="0"/>
                  </a:lnTo>
                  <a:close/>
                </a:path>
              </a:pathLst>
            </a:custGeom>
            <a:solidFill>
              <a:srgbClr val="599C7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9" name="object 449" descr="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15842749" y="7426377"/>
              <a:ext cx="142917" cy="71463"/>
            </a:xfrm>
            <a:prstGeom prst="rect">
              <a:avLst/>
            </a:prstGeom>
          </p:spPr>
        </p:pic>
      </p:grpSp>
      <p:grpSp>
        <p:nvGrpSpPr>
          <p:cNvPr id="450" name="object 450" descr=""/>
          <p:cNvGrpSpPr/>
          <p:nvPr/>
        </p:nvGrpSpPr>
        <p:grpSpPr>
          <a:xfrm>
            <a:off x="12332755" y="6280202"/>
            <a:ext cx="392430" cy="283210"/>
            <a:chOff x="12332755" y="6280202"/>
            <a:chExt cx="392430" cy="283210"/>
          </a:xfrm>
        </p:grpSpPr>
        <p:sp>
          <p:nvSpPr>
            <p:cNvPr id="451" name="object 451" descr=""/>
            <p:cNvSpPr/>
            <p:nvPr/>
          </p:nvSpPr>
          <p:spPr>
            <a:xfrm>
              <a:off x="12406561" y="6280202"/>
              <a:ext cx="318770" cy="78105"/>
            </a:xfrm>
            <a:custGeom>
              <a:avLst/>
              <a:gdLst/>
              <a:ahLst/>
              <a:cxnLst/>
              <a:rect l="l" t="t" r="r" b="b"/>
              <a:pathLst>
                <a:path w="318770" h="78104">
                  <a:moveTo>
                    <a:pt x="244568" y="0"/>
                  </a:moveTo>
                  <a:lnTo>
                    <a:pt x="0" y="0"/>
                  </a:lnTo>
                  <a:lnTo>
                    <a:pt x="73798" y="77610"/>
                  </a:lnTo>
                  <a:lnTo>
                    <a:pt x="318377" y="77610"/>
                  </a:lnTo>
                  <a:lnTo>
                    <a:pt x="318377" y="60553"/>
                  </a:lnTo>
                  <a:lnTo>
                    <a:pt x="244568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2" name="object 452" descr="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12332755" y="6280206"/>
              <a:ext cx="392176" cy="283048"/>
            </a:xfrm>
            <a:prstGeom prst="rect">
              <a:avLst/>
            </a:prstGeom>
          </p:spPr>
        </p:pic>
      </p:grpSp>
      <p:grpSp>
        <p:nvGrpSpPr>
          <p:cNvPr id="453" name="object 453" descr=""/>
          <p:cNvGrpSpPr/>
          <p:nvPr/>
        </p:nvGrpSpPr>
        <p:grpSpPr>
          <a:xfrm>
            <a:off x="16137069" y="6885836"/>
            <a:ext cx="1125220" cy="612140"/>
            <a:chOff x="16137069" y="6885836"/>
            <a:chExt cx="1125220" cy="612140"/>
          </a:xfrm>
        </p:grpSpPr>
        <p:sp>
          <p:nvSpPr>
            <p:cNvPr id="454" name="object 454" descr=""/>
            <p:cNvSpPr/>
            <p:nvPr/>
          </p:nvSpPr>
          <p:spPr>
            <a:xfrm>
              <a:off x="16137069" y="7148127"/>
              <a:ext cx="675640" cy="349885"/>
            </a:xfrm>
            <a:custGeom>
              <a:avLst/>
              <a:gdLst/>
              <a:ahLst/>
              <a:cxnLst/>
              <a:rect l="l" t="t" r="r" b="b"/>
              <a:pathLst>
                <a:path w="675640" h="349884">
                  <a:moveTo>
                    <a:pt x="675351" y="0"/>
                  </a:moveTo>
                  <a:lnTo>
                    <a:pt x="0" y="0"/>
                  </a:lnTo>
                  <a:lnTo>
                    <a:pt x="0" y="349717"/>
                  </a:lnTo>
                  <a:lnTo>
                    <a:pt x="675351" y="349717"/>
                  </a:lnTo>
                  <a:lnTo>
                    <a:pt x="675351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" name="object 455" descr=""/>
            <p:cNvSpPr/>
            <p:nvPr/>
          </p:nvSpPr>
          <p:spPr>
            <a:xfrm>
              <a:off x="16272041" y="7236250"/>
              <a:ext cx="382270" cy="167005"/>
            </a:xfrm>
            <a:custGeom>
              <a:avLst/>
              <a:gdLst/>
              <a:ahLst/>
              <a:cxnLst/>
              <a:rect l="l" t="t" r="r" b="b"/>
              <a:pathLst>
                <a:path w="382269" h="167004">
                  <a:moveTo>
                    <a:pt x="119837" y="123545"/>
                  </a:moveTo>
                  <a:lnTo>
                    <a:pt x="0" y="123545"/>
                  </a:lnTo>
                  <a:lnTo>
                    <a:pt x="0" y="166725"/>
                  </a:lnTo>
                  <a:lnTo>
                    <a:pt x="119837" y="166725"/>
                  </a:lnTo>
                  <a:lnTo>
                    <a:pt x="119837" y="123545"/>
                  </a:lnTo>
                  <a:close/>
                </a:path>
                <a:path w="382269" h="167004">
                  <a:moveTo>
                    <a:pt x="119837" y="0"/>
                  </a:moveTo>
                  <a:lnTo>
                    <a:pt x="0" y="0"/>
                  </a:lnTo>
                  <a:lnTo>
                    <a:pt x="0" y="43180"/>
                  </a:lnTo>
                  <a:lnTo>
                    <a:pt x="119837" y="43180"/>
                  </a:lnTo>
                  <a:lnTo>
                    <a:pt x="119837" y="0"/>
                  </a:lnTo>
                  <a:close/>
                </a:path>
                <a:path w="382269" h="167004">
                  <a:moveTo>
                    <a:pt x="381889" y="123545"/>
                  </a:moveTo>
                  <a:lnTo>
                    <a:pt x="262051" y="123545"/>
                  </a:lnTo>
                  <a:lnTo>
                    <a:pt x="262051" y="166725"/>
                  </a:lnTo>
                  <a:lnTo>
                    <a:pt x="381889" y="166725"/>
                  </a:lnTo>
                  <a:lnTo>
                    <a:pt x="381889" y="123545"/>
                  </a:lnTo>
                  <a:close/>
                </a:path>
                <a:path w="382269" h="167004">
                  <a:moveTo>
                    <a:pt x="381889" y="0"/>
                  </a:moveTo>
                  <a:lnTo>
                    <a:pt x="262051" y="0"/>
                  </a:lnTo>
                  <a:lnTo>
                    <a:pt x="262051" y="43180"/>
                  </a:lnTo>
                  <a:lnTo>
                    <a:pt x="381889" y="43180"/>
                  </a:lnTo>
                  <a:lnTo>
                    <a:pt x="381889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" name="object 456" descr=""/>
            <p:cNvSpPr/>
            <p:nvPr/>
          </p:nvSpPr>
          <p:spPr>
            <a:xfrm>
              <a:off x="16137069" y="6885836"/>
              <a:ext cx="808355" cy="262890"/>
            </a:xfrm>
            <a:custGeom>
              <a:avLst/>
              <a:gdLst/>
              <a:ahLst/>
              <a:cxnLst/>
              <a:rect l="l" t="t" r="r" b="b"/>
              <a:pathLst>
                <a:path w="808355" h="262890">
                  <a:moveTo>
                    <a:pt x="807734" y="0"/>
                  </a:moveTo>
                  <a:lnTo>
                    <a:pt x="111692" y="0"/>
                  </a:lnTo>
                  <a:lnTo>
                    <a:pt x="0" y="262808"/>
                  </a:lnTo>
                  <a:lnTo>
                    <a:pt x="696041" y="262808"/>
                  </a:lnTo>
                  <a:lnTo>
                    <a:pt x="807734" y="0"/>
                  </a:lnTo>
                  <a:close/>
                </a:path>
              </a:pathLst>
            </a:custGeom>
            <a:solidFill>
              <a:srgbClr val="9592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" name="object 457" descr=""/>
            <p:cNvSpPr/>
            <p:nvPr/>
          </p:nvSpPr>
          <p:spPr>
            <a:xfrm>
              <a:off x="16812423" y="6885840"/>
              <a:ext cx="267335" cy="612140"/>
            </a:xfrm>
            <a:custGeom>
              <a:avLst/>
              <a:gdLst/>
              <a:ahLst/>
              <a:cxnLst/>
              <a:rect l="l" t="t" r="r" b="b"/>
              <a:pathLst>
                <a:path w="267334" h="612140">
                  <a:moveTo>
                    <a:pt x="133482" y="0"/>
                  </a:moveTo>
                  <a:lnTo>
                    <a:pt x="0" y="262285"/>
                  </a:lnTo>
                  <a:lnTo>
                    <a:pt x="0" y="612002"/>
                  </a:lnTo>
                  <a:lnTo>
                    <a:pt x="266955" y="612002"/>
                  </a:lnTo>
                  <a:lnTo>
                    <a:pt x="266955" y="264808"/>
                  </a:lnTo>
                  <a:lnTo>
                    <a:pt x="133482" y="0"/>
                  </a:lnTo>
                  <a:close/>
                </a:path>
              </a:pathLst>
            </a:custGeom>
            <a:solidFill>
              <a:srgbClr val="9CD9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" name="object 458" descr=""/>
            <p:cNvSpPr/>
            <p:nvPr/>
          </p:nvSpPr>
          <p:spPr>
            <a:xfrm>
              <a:off x="16931997" y="7267872"/>
              <a:ext cx="330835" cy="230504"/>
            </a:xfrm>
            <a:custGeom>
              <a:avLst/>
              <a:gdLst/>
              <a:ahLst/>
              <a:cxnLst/>
              <a:rect l="l" t="t" r="r" b="b"/>
              <a:pathLst>
                <a:path w="330834" h="230504">
                  <a:moveTo>
                    <a:pt x="330272" y="0"/>
                  </a:moveTo>
                  <a:lnTo>
                    <a:pt x="0" y="0"/>
                  </a:lnTo>
                  <a:lnTo>
                    <a:pt x="0" y="229972"/>
                  </a:lnTo>
                  <a:lnTo>
                    <a:pt x="330272" y="229972"/>
                  </a:lnTo>
                  <a:lnTo>
                    <a:pt x="330272" y="0"/>
                  </a:lnTo>
                  <a:close/>
                </a:path>
              </a:pathLst>
            </a:custGeom>
            <a:solidFill>
              <a:srgbClr val="9592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" name="object 459" descr=""/>
            <p:cNvSpPr/>
            <p:nvPr/>
          </p:nvSpPr>
          <p:spPr>
            <a:xfrm>
              <a:off x="17025992" y="7148925"/>
              <a:ext cx="236854" cy="119380"/>
            </a:xfrm>
            <a:custGeom>
              <a:avLst/>
              <a:gdLst/>
              <a:ahLst/>
              <a:cxnLst/>
              <a:rect l="l" t="t" r="r" b="b"/>
              <a:pathLst>
                <a:path w="236855" h="119379">
                  <a:moveTo>
                    <a:pt x="157513" y="0"/>
                  </a:moveTo>
                  <a:lnTo>
                    <a:pt x="0" y="0"/>
                  </a:lnTo>
                  <a:lnTo>
                    <a:pt x="0" y="118938"/>
                  </a:lnTo>
                  <a:lnTo>
                    <a:pt x="236265" y="118938"/>
                  </a:lnTo>
                  <a:lnTo>
                    <a:pt x="157513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" name="object 460" descr=""/>
            <p:cNvSpPr/>
            <p:nvPr/>
          </p:nvSpPr>
          <p:spPr>
            <a:xfrm>
              <a:off x="16931993" y="7148920"/>
              <a:ext cx="188595" cy="349250"/>
            </a:xfrm>
            <a:custGeom>
              <a:avLst/>
              <a:gdLst/>
              <a:ahLst/>
              <a:cxnLst/>
              <a:rect l="l" t="t" r="r" b="b"/>
              <a:pathLst>
                <a:path w="188594" h="349250">
                  <a:moveTo>
                    <a:pt x="93997" y="0"/>
                  </a:moveTo>
                  <a:lnTo>
                    <a:pt x="0" y="118949"/>
                  </a:lnTo>
                  <a:lnTo>
                    <a:pt x="0" y="348921"/>
                  </a:lnTo>
                  <a:lnTo>
                    <a:pt x="187994" y="348921"/>
                  </a:lnTo>
                  <a:lnTo>
                    <a:pt x="187994" y="118949"/>
                  </a:lnTo>
                  <a:lnTo>
                    <a:pt x="93997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" name="object 461" descr=""/>
            <p:cNvSpPr/>
            <p:nvPr/>
          </p:nvSpPr>
          <p:spPr>
            <a:xfrm>
              <a:off x="16977297" y="7298696"/>
              <a:ext cx="97155" cy="95885"/>
            </a:xfrm>
            <a:custGeom>
              <a:avLst/>
              <a:gdLst/>
              <a:ahLst/>
              <a:cxnLst/>
              <a:rect l="l" t="t" r="r" b="b"/>
              <a:pathLst>
                <a:path w="97155" h="95884">
                  <a:moveTo>
                    <a:pt x="96862" y="0"/>
                  </a:moveTo>
                  <a:lnTo>
                    <a:pt x="0" y="0"/>
                  </a:lnTo>
                  <a:lnTo>
                    <a:pt x="0" y="30060"/>
                  </a:lnTo>
                  <a:lnTo>
                    <a:pt x="96862" y="30060"/>
                  </a:lnTo>
                  <a:lnTo>
                    <a:pt x="96862" y="0"/>
                  </a:lnTo>
                  <a:close/>
                </a:path>
                <a:path w="97155" h="95884">
                  <a:moveTo>
                    <a:pt x="97116" y="65379"/>
                  </a:moveTo>
                  <a:lnTo>
                    <a:pt x="254" y="65379"/>
                  </a:lnTo>
                  <a:lnTo>
                    <a:pt x="254" y="95440"/>
                  </a:lnTo>
                  <a:lnTo>
                    <a:pt x="97116" y="95440"/>
                  </a:lnTo>
                  <a:lnTo>
                    <a:pt x="97116" y="65379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" name="object 462" descr=""/>
            <p:cNvSpPr/>
            <p:nvPr/>
          </p:nvSpPr>
          <p:spPr>
            <a:xfrm>
              <a:off x="17156977" y="7298696"/>
              <a:ext cx="75565" cy="98425"/>
            </a:xfrm>
            <a:custGeom>
              <a:avLst/>
              <a:gdLst/>
              <a:ahLst/>
              <a:cxnLst/>
              <a:rect l="l" t="t" r="r" b="b"/>
              <a:pathLst>
                <a:path w="75565" h="98425">
                  <a:moveTo>
                    <a:pt x="21640" y="67945"/>
                  </a:moveTo>
                  <a:lnTo>
                    <a:pt x="0" y="67945"/>
                  </a:lnTo>
                  <a:lnTo>
                    <a:pt x="0" y="98005"/>
                  </a:lnTo>
                  <a:lnTo>
                    <a:pt x="21640" y="98005"/>
                  </a:lnTo>
                  <a:lnTo>
                    <a:pt x="21640" y="67945"/>
                  </a:lnTo>
                  <a:close/>
                </a:path>
                <a:path w="75565" h="98425">
                  <a:moveTo>
                    <a:pt x="21640" y="0"/>
                  </a:moveTo>
                  <a:lnTo>
                    <a:pt x="0" y="0"/>
                  </a:lnTo>
                  <a:lnTo>
                    <a:pt x="0" y="30060"/>
                  </a:lnTo>
                  <a:lnTo>
                    <a:pt x="21640" y="30060"/>
                  </a:lnTo>
                  <a:lnTo>
                    <a:pt x="21640" y="0"/>
                  </a:lnTo>
                  <a:close/>
                </a:path>
                <a:path w="75565" h="98425">
                  <a:moveTo>
                    <a:pt x="75095" y="67945"/>
                  </a:moveTo>
                  <a:lnTo>
                    <a:pt x="53454" y="67945"/>
                  </a:lnTo>
                  <a:lnTo>
                    <a:pt x="53454" y="98005"/>
                  </a:lnTo>
                  <a:lnTo>
                    <a:pt x="75095" y="98005"/>
                  </a:lnTo>
                  <a:lnTo>
                    <a:pt x="75095" y="67945"/>
                  </a:lnTo>
                  <a:close/>
                </a:path>
                <a:path w="75565" h="98425">
                  <a:moveTo>
                    <a:pt x="75095" y="0"/>
                  </a:moveTo>
                  <a:lnTo>
                    <a:pt x="53454" y="0"/>
                  </a:lnTo>
                  <a:lnTo>
                    <a:pt x="53454" y="30060"/>
                  </a:lnTo>
                  <a:lnTo>
                    <a:pt x="75095" y="30060"/>
                  </a:lnTo>
                  <a:lnTo>
                    <a:pt x="75095" y="0"/>
                  </a:lnTo>
                  <a:close/>
                </a:path>
              </a:pathLst>
            </a:custGeom>
            <a:solidFill>
              <a:srgbClr val="F6EBE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63" name="object 463" descr=""/>
          <p:cNvSpPr/>
          <p:nvPr/>
        </p:nvSpPr>
        <p:spPr>
          <a:xfrm>
            <a:off x="10402049" y="7347242"/>
            <a:ext cx="24765" cy="149860"/>
          </a:xfrm>
          <a:custGeom>
            <a:avLst/>
            <a:gdLst/>
            <a:ahLst/>
            <a:cxnLst/>
            <a:rect l="l" t="t" r="r" b="b"/>
            <a:pathLst>
              <a:path w="24765" h="149859">
                <a:moveTo>
                  <a:pt x="24428" y="0"/>
                </a:moveTo>
                <a:lnTo>
                  <a:pt x="0" y="0"/>
                </a:lnTo>
                <a:lnTo>
                  <a:pt x="0" y="149628"/>
                </a:lnTo>
                <a:lnTo>
                  <a:pt x="24428" y="149628"/>
                </a:lnTo>
                <a:lnTo>
                  <a:pt x="24428" y="0"/>
                </a:lnTo>
                <a:close/>
              </a:path>
            </a:pathLst>
          </a:custGeom>
          <a:solidFill>
            <a:srgbClr val="212C61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64" name="object 464" descr=""/>
          <p:cNvGrpSpPr/>
          <p:nvPr/>
        </p:nvGrpSpPr>
        <p:grpSpPr>
          <a:xfrm>
            <a:off x="10085155" y="6993001"/>
            <a:ext cx="384810" cy="504190"/>
            <a:chOff x="10085155" y="6993001"/>
            <a:chExt cx="384810" cy="504190"/>
          </a:xfrm>
        </p:grpSpPr>
        <p:pic>
          <p:nvPicPr>
            <p:cNvPr id="465" name="object 465" descr="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10085155" y="7082597"/>
              <a:ext cx="204756" cy="291149"/>
            </a:xfrm>
            <a:prstGeom prst="rect">
              <a:avLst/>
            </a:prstGeom>
          </p:spPr>
        </p:pic>
        <p:sp>
          <p:nvSpPr>
            <p:cNvPr id="466" name="object 466" descr=""/>
            <p:cNvSpPr/>
            <p:nvPr/>
          </p:nvSpPr>
          <p:spPr>
            <a:xfrm>
              <a:off x="10277697" y="7197602"/>
              <a:ext cx="24765" cy="299720"/>
            </a:xfrm>
            <a:custGeom>
              <a:avLst/>
              <a:gdLst/>
              <a:ahLst/>
              <a:cxnLst/>
              <a:rect l="l" t="t" r="r" b="b"/>
              <a:pathLst>
                <a:path w="24765" h="299720">
                  <a:moveTo>
                    <a:pt x="24428" y="0"/>
                  </a:moveTo>
                  <a:lnTo>
                    <a:pt x="0" y="0"/>
                  </a:lnTo>
                  <a:lnTo>
                    <a:pt x="0" y="299268"/>
                  </a:lnTo>
                  <a:lnTo>
                    <a:pt x="24428" y="299268"/>
                  </a:lnTo>
                  <a:lnTo>
                    <a:pt x="24428" y="0"/>
                  </a:lnTo>
                  <a:close/>
                </a:path>
              </a:pathLst>
            </a:custGeom>
            <a:solidFill>
              <a:srgbClr val="212C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" name="object 467" descr=""/>
            <p:cNvSpPr/>
            <p:nvPr/>
          </p:nvSpPr>
          <p:spPr>
            <a:xfrm>
              <a:off x="10189023" y="6993001"/>
              <a:ext cx="201930" cy="304165"/>
            </a:xfrm>
            <a:custGeom>
              <a:avLst/>
              <a:gdLst/>
              <a:ahLst/>
              <a:cxnLst/>
              <a:rect l="l" t="t" r="r" b="b"/>
              <a:pathLst>
                <a:path w="201929" h="304165">
                  <a:moveTo>
                    <a:pt x="100886" y="0"/>
                  </a:moveTo>
                  <a:lnTo>
                    <a:pt x="61618" y="7928"/>
                  </a:lnTo>
                  <a:lnTo>
                    <a:pt x="29550" y="29551"/>
                  </a:lnTo>
                  <a:lnTo>
                    <a:pt x="7928" y="61622"/>
                  </a:lnTo>
                  <a:lnTo>
                    <a:pt x="0" y="100897"/>
                  </a:lnTo>
                  <a:lnTo>
                    <a:pt x="0" y="203208"/>
                  </a:lnTo>
                  <a:lnTo>
                    <a:pt x="7928" y="242477"/>
                  </a:lnTo>
                  <a:lnTo>
                    <a:pt x="29550" y="274545"/>
                  </a:lnTo>
                  <a:lnTo>
                    <a:pt x="61618" y="296166"/>
                  </a:lnTo>
                  <a:lnTo>
                    <a:pt x="100886" y="304095"/>
                  </a:lnTo>
                  <a:lnTo>
                    <a:pt x="140155" y="296166"/>
                  </a:lnTo>
                  <a:lnTo>
                    <a:pt x="172223" y="274545"/>
                  </a:lnTo>
                  <a:lnTo>
                    <a:pt x="193845" y="242477"/>
                  </a:lnTo>
                  <a:lnTo>
                    <a:pt x="201773" y="203208"/>
                  </a:lnTo>
                  <a:lnTo>
                    <a:pt x="201773" y="100897"/>
                  </a:lnTo>
                  <a:lnTo>
                    <a:pt x="193845" y="61622"/>
                  </a:lnTo>
                  <a:lnTo>
                    <a:pt x="172223" y="29551"/>
                  </a:lnTo>
                  <a:lnTo>
                    <a:pt x="140155" y="7928"/>
                  </a:lnTo>
                  <a:lnTo>
                    <a:pt x="100886" y="0"/>
                  </a:lnTo>
                  <a:close/>
                </a:path>
              </a:pathLst>
            </a:custGeom>
            <a:solidFill>
              <a:srgbClr val="298055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8" name="object 468" descr="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0358616" y="7291589"/>
              <a:ext cx="111295" cy="111305"/>
            </a:xfrm>
            <a:prstGeom prst="rect">
              <a:avLst/>
            </a:prstGeom>
          </p:spPr>
        </p:pic>
      </p:grpSp>
      <p:grpSp>
        <p:nvGrpSpPr>
          <p:cNvPr id="469" name="object 469" descr=""/>
          <p:cNvGrpSpPr/>
          <p:nvPr/>
        </p:nvGrpSpPr>
        <p:grpSpPr>
          <a:xfrm>
            <a:off x="12545506" y="6429455"/>
            <a:ext cx="383540" cy="133985"/>
            <a:chOff x="12545506" y="6429455"/>
            <a:chExt cx="383540" cy="133985"/>
          </a:xfrm>
        </p:grpSpPr>
        <p:sp>
          <p:nvSpPr>
            <p:cNvPr id="470" name="object 470" descr=""/>
            <p:cNvSpPr/>
            <p:nvPr/>
          </p:nvSpPr>
          <p:spPr>
            <a:xfrm>
              <a:off x="12661303" y="6429455"/>
              <a:ext cx="267970" cy="133985"/>
            </a:xfrm>
            <a:custGeom>
              <a:avLst/>
              <a:gdLst/>
              <a:ahLst/>
              <a:cxnLst/>
              <a:rect l="l" t="t" r="r" b="b"/>
              <a:pathLst>
                <a:path w="267970" h="133984">
                  <a:moveTo>
                    <a:pt x="133786" y="0"/>
                  </a:moveTo>
                  <a:lnTo>
                    <a:pt x="91501" y="6821"/>
                  </a:lnTo>
                  <a:lnTo>
                    <a:pt x="54776" y="25815"/>
                  </a:lnTo>
                  <a:lnTo>
                    <a:pt x="25814" y="54778"/>
                  </a:lnTo>
                  <a:lnTo>
                    <a:pt x="6821" y="91507"/>
                  </a:lnTo>
                  <a:lnTo>
                    <a:pt x="0" y="133796"/>
                  </a:lnTo>
                  <a:lnTo>
                    <a:pt x="267583" y="133796"/>
                  </a:lnTo>
                  <a:lnTo>
                    <a:pt x="260762" y="91507"/>
                  </a:lnTo>
                  <a:lnTo>
                    <a:pt x="241768" y="54778"/>
                  </a:lnTo>
                  <a:lnTo>
                    <a:pt x="212804" y="25815"/>
                  </a:lnTo>
                  <a:lnTo>
                    <a:pt x="176076" y="6821"/>
                  </a:lnTo>
                  <a:lnTo>
                    <a:pt x="133786" y="0"/>
                  </a:lnTo>
                  <a:close/>
                </a:path>
              </a:pathLst>
            </a:custGeom>
            <a:solidFill>
              <a:srgbClr val="599C7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1" name="object 471" descr="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12545506" y="6491788"/>
              <a:ext cx="142917" cy="71463"/>
            </a:xfrm>
            <a:prstGeom prst="rect">
              <a:avLst/>
            </a:prstGeom>
          </p:spPr>
        </p:pic>
      </p:grpSp>
      <p:pic>
        <p:nvPicPr>
          <p:cNvPr id="472" name="object 472" descr=""/>
          <p:cNvPicPr/>
          <p:nvPr/>
        </p:nvPicPr>
        <p:blipFill>
          <a:blip r:embed="rId39" cstate="print"/>
          <a:stretch>
            <a:fillRect/>
          </a:stretch>
        </p:blipFill>
        <p:spPr>
          <a:xfrm>
            <a:off x="13022750" y="6225533"/>
            <a:ext cx="142917" cy="71463"/>
          </a:xfrm>
          <a:prstGeom prst="rect">
            <a:avLst/>
          </a:prstGeom>
        </p:spPr>
      </p:pic>
      <p:grpSp>
        <p:nvGrpSpPr>
          <p:cNvPr id="473" name="object 473" descr=""/>
          <p:cNvGrpSpPr/>
          <p:nvPr/>
        </p:nvGrpSpPr>
        <p:grpSpPr>
          <a:xfrm>
            <a:off x="13689817" y="6513356"/>
            <a:ext cx="383540" cy="133985"/>
            <a:chOff x="13689817" y="6513356"/>
            <a:chExt cx="383540" cy="133985"/>
          </a:xfrm>
        </p:grpSpPr>
        <p:sp>
          <p:nvSpPr>
            <p:cNvPr id="474" name="object 474" descr=""/>
            <p:cNvSpPr/>
            <p:nvPr/>
          </p:nvSpPr>
          <p:spPr>
            <a:xfrm>
              <a:off x="13805616" y="6513356"/>
              <a:ext cx="267970" cy="133985"/>
            </a:xfrm>
            <a:custGeom>
              <a:avLst/>
              <a:gdLst/>
              <a:ahLst/>
              <a:cxnLst/>
              <a:rect l="l" t="t" r="r" b="b"/>
              <a:pathLst>
                <a:path w="267969" h="133984">
                  <a:moveTo>
                    <a:pt x="133786" y="0"/>
                  </a:moveTo>
                  <a:lnTo>
                    <a:pt x="91497" y="6821"/>
                  </a:lnTo>
                  <a:lnTo>
                    <a:pt x="54771" y="25815"/>
                  </a:lnTo>
                  <a:lnTo>
                    <a:pt x="25811" y="54778"/>
                  </a:lnTo>
                  <a:lnTo>
                    <a:pt x="6820" y="91507"/>
                  </a:lnTo>
                  <a:lnTo>
                    <a:pt x="0" y="133796"/>
                  </a:lnTo>
                  <a:lnTo>
                    <a:pt x="267583" y="133796"/>
                  </a:lnTo>
                  <a:lnTo>
                    <a:pt x="260762" y="91507"/>
                  </a:lnTo>
                  <a:lnTo>
                    <a:pt x="241768" y="54778"/>
                  </a:lnTo>
                  <a:lnTo>
                    <a:pt x="212804" y="25815"/>
                  </a:lnTo>
                  <a:lnTo>
                    <a:pt x="176076" y="6821"/>
                  </a:lnTo>
                  <a:lnTo>
                    <a:pt x="133786" y="0"/>
                  </a:lnTo>
                  <a:close/>
                </a:path>
              </a:pathLst>
            </a:custGeom>
            <a:solidFill>
              <a:srgbClr val="298055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5" name="object 475" descr="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13689817" y="6575689"/>
              <a:ext cx="142917" cy="71463"/>
            </a:xfrm>
            <a:prstGeom prst="rect">
              <a:avLst/>
            </a:prstGeom>
          </p:spPr>
        </p:pic>
      </p:grpSp>
      <p:grpSp>
        <p:nvGrpSpPr>
          <p:cNvPr id="476" name="object 476" descr=""/>
          <p:cNvGrpSpPr/>
          <p:nvPr/>
        </p:nvGrpSpPr>
        <p:grpSpPr>
          <a:xfrm>
            <a:off x="0" y="2243418"/>
            <a:ext cx="20104100" cy="7950200"/>
            <a:chOff x="0" y="2243418"/>
            <a:chExt cx="20104100" cy="7950200"/>
          </a:xfrm>
        </p:grpSpPr>
        <p:sp>
          <p:nvSpPr>
            <p:cNvPr id="477" name="object 477" descr=""/>
            <p:cNvSpPr/>
            <p:nvPr/>
          </p:nvSpPr>
          <p:spPr>
            <a:xfrm>
              <a:off x="0" y="7815621"/>
              <a:ext cx="20104100" cy="1063625"/>
            </a:xfrm>
            <a:custGeom>
              <a:avLst/>
              <a:gdLst/>
              <a:ahLst/>
              <a:cxnLst/>
              <a:rect l="l" t="t" r="r" b="b"/>
              <a:pathLst>
                <a:path w="20104100" h="1063625">
                  <a:moveTo>
                    <a:pt x="0" y="0"/>
                  </a:moveTo>
                  <a:lnTo>
                    <a:pt x="0" y="1063119"/>
                  </a:lnTo>
                  <a:lnTo>
                    <a:pt x="20104099" y="1063119"/>
                  </a:lnTo>
                  <a:lnTo>
                    <a:pt x="20104099" y="6860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E1B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8" name="object 478" descr="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2481600" y="4562542"/>
              <a:ext cx="15402447" cy="5631080"/>
            </a:xfrm>
            <a:prstGeom prst="rect">
              <a:avLst/>
            </a:prstGeom>
          </p:spPr>
        </p:pic>
        <p:pic>
          <p:nvPicPr>
            <p:cNvPr id="479" name="object 479" descr="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12631866" y="4578250"/>
              <a:ext cx="1650605" cy="3124648"/>
            </a:xfrm>
            <a:prstGeom prst="rect">
              <a:avLst/>
            </a:prstGeom>
          </p:spPr>
        </p:pic>
        <p:pic>
          <p:nvPicPr>
            <p:cNvPr id="480" name="object 480" descr="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11795004" y="2243418"/>
              <a:ext cx="2811038" cy="5377127"/>
            </a:xfrm>
            <a:prstGeom prst="rect">
              <a:avLst/>
            </a:prstGeom>
          </p:spPr>
        </p:pic>
        <p:pic>
          <p:nvPicPr>
            <p:cNvPr id="481" name="object 481" descr="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13095560" y="2601669"/>
              <a:ext cx="772392" cy="324090"/>
            </a:xfrm>
            <a:prstGeom prst="rect">
              <a:avLst/>
            </a:prstGeom>
          </p:spPr>
        </p:pic>
        <p:pic>
          <p:nvPicPr>
            <p:cNvPr id="482" name="object 482" descr="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13588975" y="3165736"/>
              <a:ext cx="120635" cy="120624"/>
            </a:xfrm>
            <a:prstGeom prst="rect">
              <a:avLst/>
            </a:prstGeom>
          </p:spPr>
        </p:pic>
        <p:pic>
          <p:nvPicPr>
            <p:cNvPr id="483" name="object 483" descr="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12902724" y="3159437"/>
              <a:ext cx="107179" cy="107179"/>
            </a:xfrm>
            <a:prstGeom prst="rect">
              <a:avLst/>
            </a:prstGeom>
          </p:spPr>
        </p:pic>
        <p:sp>
          <p:nvSpPr>
            <p:cNvPr id="484" name="object 484" descr=""/>
            <p:cNvSpPr/>
            <p:nvPr/>
          </p:nvSpPr>
          <p:spPr>
            <a:xfrm>
              <a:off x="12960422" y="3540080"/>
              <a:ext cx="379730" cy="394335"/>
            </a:xfrm>
            <a:custGeom>
              <a:avLst/>
              <a:gdLst/>
              <a:ahLst/>
              <a:cxnLst/>
              <a:rect l="l" t="t" r="r" b="b"/>
              <a:pathLst>
                <a:path w="379730" h="394335">
                  <a:moveTo>
                    <a:pt x="63443" y="0"/>
                  </a:moveTo>
                  <a:lnTo>
                    <a:pt x="59401" y="0"/>
                  </a:lnTo>
                  <a:lnTo>
                    <a:pt x="56438" y="1884"/>
                  </a:lnTo>
                  <a:lnTo>
                    <a:pt x="0" y="143733"/>
                  </a:lnTo>
                  <a:lnTo>
                    <a:pt x="387" y="146623"/>
                  </a:lnTo>
                  <a:lnTo>
                    <a:pt x="184905" y="392553"/>
                  </a:lnTo>
                  <a:lnTo>
                    <a:pt x="187240" y="393715"/>
                  </a:lnTo>
                  <a:lnTo>
                    <a:pt x="189701" y="393715"/>
                  </a:lnTo>
                  <a:lnTo>
                    <a:pt x="192360" y="393673"/>
                  </a:lnTo>
                  <a:lnTo>
                    <a:pt x="194716" y="392417"/>
                  </a:lnTo>
                  <a:lnTo>
                    <a:pt x="378847" y="127514"/>
                  </a:lnTo>
                  <a:lnTo>
                    <a:pt x="379244" y="125001"/>
                  </a:lnTo>
                  <a:lnTo>
                    <a:pt x="377810" y="120383"/>
                  </a:lnTo>
                  <a:lnTo>
                    <a:pt x="376072" y="118530"/>
                  </a:lnTo>
                  <a:lnTo>
                    <a:pt x="65306" y="513"/>
                  </a:lnTo>
                  <a:lnTo>
                    <a:pt x="6344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" name="object 485" descr=""/>
            <p:cNvSpPr/>
            <p:nvPr/>
          </p:nvSpPr>
          <p:spPr>
            <a:xfrm>
              <a:off x="12952118" y="3532230"/>
              <a:ext cx="396240" cy="409575"/>
            </a:xfrm>
            <a:custGeom>
              <a:avLst/>
              <a:gdLst/>
              <a:ahLst/>
              <a:cxnLst/>
              <a:rect l="l" t="t" r="r" b="b"/>
              <a:pathLst>
                <a:path w="396240" h="409575">
                  <a:moveTo>
                    <a:pt x="72678" y="0"/>
                  </a:moveTo>
                  <a:lnTo>
                    <a:pt x="64573" y="0"/>
                  </a:lnTo>
                  <a:lnTo>
                    <a:pt x="58678" y="3759"/>
                  </a:lnTo>
                  <a:lnTo>
                    <a:pt x="0" y="151230"/>
                  </a:lnTo>
                  <a:lnTo>
                    <a:pt x="774" y="157000"/>
                  </a:lnTo>
                  <a:lnTo>
                    <a:pt x="188402" y="407097"/>
                  </a:lnTo>
                  <a:lnTo>
                    <a:pt x="193062" y="409422"/>
                  </a:lnTo>
                  <a:lnTo>
                    <a:pt x="198287" y="409422"/>
                  </a:lnTo>
                  <a:lnTo>
                    <a:pt x="203323" y="409327"/>
                  </a:lnTo>
                  <a:lnTo>
                    <a:pt x="208014" y="406814"/>
                  </a:lnTo>
                  <a:lnTo>
                    <a:pt x="217120" y="393715"/>
                  </a:lnTo>
                  <a:lnTo>
                    <a:pt x="198004" y="393715"/>
                  </a:lnTo>
                  <a:lnTo>
                    <a:pt x="16617" y="151953"/>
                  </a:lnTo>
                  <a:lnTo>
                    <a:pt x="70825" y="15706"/>
                  </a:lnTo>
                  <a:lnTo>
                    <a:pt x="115040" y="15706"/>
                  </a:lnTo>
                  <a:lnTo>
                    <a:pt x="74563" y="335"/>
                  </a:lnTo>
                  <a:lnTo>
                    <a:pt x="72678" y="0"/>
                  </a:lnTo>
                  <a:close/>
                </a:path>
                <a:path w="396240" h="409575">
                  <a:moveTo>
                    <a:pt x="115040" y="15706"/>
                  </a:moveTo>
                  <a:lnTo>
                    <a:pt x="70825" y="15706"/>
                  </a:lnTo>
                  <a:lnTo>
                    <a:pt x="379318" y="132865"/>
                  </a:lnTo>
                  <a:lnTo>
                    <a:pt x="198004" y="393715"/>
                  </a:lnTo>
                  <a:lnTo>
                    <a:pt x="217120" y="393715"/>
                  </a:lnTo>
                  <a:lnTo>
                    <a:pt x="394972" y="137859"/>
                  </a:lnTo>
                  <a:lnTo>
                    <a:pt x="395757" y="132844"/>
                  </a:lnTo>
                  <a:lnTo>
                    <a:pt x="392899" y="123608"/>
                  </a:lnTo>
                  <a:lnTo>
                    <a:pt x="389422" y="119902"/>
                  </a:lnTo>
                  <a:lnTo>
                    <a:pt x="115040" y="1570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" name="object 486" descr=""/>
            <p:cNvSpPr/>
            <p:nvPr/>
          </p:nvSpPr>
          <p:spPr>
            <a:xfrm>
              <a:off x="13375875" y="3489755"/>
              <a:ext cx="299720" cy="419100"/>
            </a:xfrm>
            <a:custGeom>
              <a:avLst/>
              <a:gdLst/>
              <a:ahLst/>
              <a:cxnLst/>
              <a:rect l="l" t="t" r="r" b="b"/>
              <a:pathLst>
                <a:path w="299719" h="419100">
                  <a:moveTo>
                    <a:pt x="210286" y="0"/>
                  </a:moveTo>
                  <a:lnTo>
                    <a:pt x="206548" y="0"/>
                  </a:lnTo>
                  <a:lnTo>
                    <a:pt x="204758" y="617"/>
                  </a:lnTo>
                  <a:lnTo>
                    <a:pt x="1350" y="170654"/>
                  </a:lnTo>
                  <a:lnTo>
                    <a:pt x="356" y="172591"/>
                  </a:lnTo>
                  <a:lnTo>
                    <a:pt x="0" y="176759"/>
                  </a:lnTo>
                  <a:lnTo>
                    <a:pt x="659" y="178832"/>
                  </a:lnTo>
                  <a:lnTo>
                    <a:pt x="203868" y="417610"/>
                  </a:lnTo>
                  <a:lnTo>
                    <a:pt x="206067" y="418594"/>
                  </a:lnTo>
                  <a:lnTo>
                    <a:pt x="208339" y="418594"/>
                  </a:lnTo>
                  <a:lnTo>
                    <a:pt x="208936" y="418594"/>
                  </a:lnTo>
                  <a:lnTo>
                    <a:pt x="212967" y="417725"/>
                  </a:lnTo>
                  <a:lnTo>
                    <a:pt x="215218" y="415526"/>
                  </a:lnTo>
                  <a:lnTo>
                    <a:pt x="299425" y="85452"/>
                  </a:lnTo>
                  <a:lnTo>
                    <a:pt x="298577" y="82531"/>
                  </a:lnTo>
                  <a:lnTo>
                    <a:pt x="212234" y="722"/>
                  </a:lnTo>
                  <a:lnTo>
                    <a:pt x="2102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" name="object 487" descr=""/>
            <p:cNvSpPr/>
            <p:nvPr/>
          </p:nvSpPr>
          <p:spPr>
            <a:xfrm>
              <a:off x="13367863" y="3481904"/>
              <a:ext cx="316230" cy="434340"/>
            </a:xfrm>
            <a:custGeom>
              <a:avLst/>
              <a:gdLst/>
              <a:ahLst/>
              <a:cxnLst/>
              <a:rect l="l" t="t" r="r" b="b"/>
              <a:pathLst>
                <a:path w="316230" h="434339">
                  <a:moveTo>
                    <a:pt x="220244" y="0"/>
                  </a:moveTo>
                  <a:lnTo>
                    <a:pt x="212778" y="0"/>
                  </a:lnTo>
                  <a:lnTo>
                    <a:pt x="209197" y="1214"/>
                  </a:lnTo>
                  <a:lnTo>
                    <a:pt x="2722" y="173827"/>
                  </a:lnTo>
                  <a:lnTo>
                    <a:pt x="712" y="177690"/>
                  </a:lnTo>
                  <a:lnTo>
                    <a:pt x="0" y="186036"/>
                  </a:lnTo>
                  <a:lnTo>
                    <a:pt x="1329" y="190182"/>
                  </a:lnTo>
                  <a:lnTo>
                    <a:pt x="207407" y="432321"/>
                  </a:lnTo>
                  <a:lnTo>
                    <a:pt x="211805" y="434300"/>
                  </a:lnTo>
                  <a:lnTo>
                    <a:pt x="217532" y="434300"/>
                  </a:lnTo>
                  <a:lnTo>
                    <a:pt x="218715" y="434164"/>
                  </a:lnTo>
                  <a:lnTo>
                    <a:pt x="225616" y="432562"/>
                  </a:lnTo>
                  <a:lnTo>
                    <a:pt x="230118" y="428164"/>
                  </a:lnTo>
                  <a:lnTo>
                    <a:pt x="232560" y="418594"/>
                  </a:lnTo>
                  <a:lnTo>
                    <a:pt x="216349" y="418594"/>
                  </a:lnTo>
                  <a:lnTo>
                    <a:pt x="16009" y="183188"/>
                  </a:lnTo>
                  <a:lnTo>
                    <a:pt x="216349" y="15706"/>
                  </a:lnTo>
                  <a:lnTo>
                    <a:pt x="239184" y="15706"/>
                  </a:lnTo>
                  <a:lnTo>
                    <a:pt x="224129" y="1444"/>
                  </a:lnTo>
                  <a:lnTo>
                    <a:pt x="220244" y="0"/>
                  </a:lnTo>
                  <a:close/>
                </a:path>
                <a:path w="316230" h="434339">
                  <a:moveTo>
                    <a:pt x="239184" y="15706"/>
                  </a:moveTo>
                  <a:lnTo>
                    <a:pt x="216349" y="15706"/>
                  </a:lnTo>
                  <a:lnTo>
                    <a:pt x="299121" y="94122"/>
                  </a:lnTo>
                  <a:lnTo>
                    <a:pt x="216349" y="418594"/>
                  </a:lnTo>
                  <a:lnTo>
                    <a:pt x="232560" y="418594"/>
                  </a:lnTo>
                  <a:lnTo>
                    <a:pt x="315749" y="92489"/>
                  </a:lnTo>
                  <a:lnTo>
                    <a:pt x="314063" y="86636"/>
                  </a:lnTo>
                  <a:lnTo>
                    <a:pt x="239184" y="1570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88" name="object 488" descr=""/>
          <p:cNvSpPr txBox="1"/>
          <p:nvPr/>
        </p:nvSpPr>
        <p:spPr>
          <a:xfrm>
            <a:off x="624158" y="728636"/>
            <a:ext cx="2834640" cy="2895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700">
                <a:latin typeface="Open Sans"/>
                <a:cs typeface="Open Sans"/>
              </a:rPr>
              <a:t>Example</a:t>
            </a:r>
            <a:r>
              <a:rPr dirty="0" sz="1700" spc="70">
                <a:latin typeface="Open Sans"/>
                <a:cs typeface="Open Sans"/>
              </a:rPr>
              <a:t> </a:t>
            </a:r>
            <a:r>
              <a:rPr dirty="0" sz="1700">
                <a:latin typeface="Open Sans"/>
                <a:cs typeface="Open Sans"/>
              </a:rPr>
              <a:t>background</a:t>
            </a:r>
            <a:r>
              <a:rPr dirty="0" sz="1700" spc="70">
                <a:latin typeface="Open Sans"/>
                <a:cs typeface="Open Sans"/>
              </a:rPr>
              <a:t> </a:t>
            </a:r>
            <a:r>
              <a:rPr dirty="0" sz="1700" spc="-10">
                <a:latin typeface="Open Sans"/>
                <a:cs typeface="Open Sans"/>
              </a:rPr>
              <a:t>scene</a:t>
            </a:r>
            <a:endParaRPr sz="1700">
              <a:latin typeface="Open Sans"/>
              <a:cs typeface="Open Sans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-6282" y="4638412"/>
            <a:ext cx="20116800" cy="6677025"/>
            <a:chOff x="-6282" y="4638412"/>
            <a:chExt cx="20116800" cy="6677025"/>
          </a:xfrm>
        </p:grpSpPr>
        <p:sp>
          <p:nvSpPr>
            <p:cNvPr id="3" name="object 3" descr=""/>
            <p:cNvSpPr/>
            <p:nvPr/>
          </p:nvSpPr>
          <p:spPr>
            <a:xfrm>
              <a:off x="837666" y="4989112"/>
              <a:ext cx="6177915" cy="945515"/>
            </a:xfrm>
            <a:custGeom>
              <a:avLst/>
              <a:gdLst/>
              <a:ahLst/>
              <a:cxnLst/>
              <a:rect l="l" t="t" r="r" b="b"/>
              <a:pathLst>
                <a:path w="6177915" h="945514">
                  <a:moveTo>
                    <a:pt x="6177648" y="445770"/>
                  </a:moveTo>
                  <a:lnTo>
                    <a:pt x="5625274" y="445770"/>
                  </a:lnTo>
                  <a:lnTo>
                    <a:pt x="5625274" y="435610"/>
                  </a:lnTo>
                  <a:lnTo>
                    <a:pt x="5625274" y="347980"/>
                  </a:lnTo>
                  <a:lnTo>
                    <a:pt x="5625274" y="273050"/>
                  </a:lnTo>
                  <a:lnTo>
                    <a:pt x="4972812" y="273050"/>
                  </a:lnTo>
                  <a:lnTo>
                    <a:pt x="4972812" y="347980"/>
                  </a:lnTo>
                  <a:lnTo>
                    <a:pt x="4972812" y="435610"/>
                  </a:lnTo>
                  <a:lnTo>
                    <a:pt x="4972812" y="445770"/>
                  </a:lnTo>
                  <a:lnTo>
                    <a:pt x="4972812" y="570230"/>
                  </a:lnTo>
                  <a:lnTo>
                    <a:pt x="4972812" y="574040"/>
                  </a:lnTo>
                  <a:lnTo>
                    <a:pt x="4972812" y="580390"/>
                  </a:lnTo>
                  <a:lnTo>
                    <a:pt x="4793932" y="580390"/>
                  </a:lnTo>
                  <a:lnTo>
                    <a:pt x="4793932" y="707390"/>
                  </a:lnTo>
                  <a:lnTo>
                    <a:pt x="4754562" y="707390"/>
                  </a:lnTo>
                  <a:lnTo>
                    <a:pt x="4754562" y="580390"/>
                  </a:lnTo>
                  <a:lnTo>
                    <a:pt x="4754562" y="574040"/>
                  </a:lnTo>
                  <a:lnTo>
                    <a:pt x="4754562" y="570230"/>
                  </a:lnTo>
                  <a:lnTo>
                    <a:pt x="4754562" y="445770"/>
                  </a:lnTo>
                  <a:lnTo>
                    <a:pt x="4754562" y="435610"/>
                  </a:lnTo>
                  <a:lnTo>
                    <a:pt x="4115384" y="435610"/>
                  </a:lnTo>
                  <a:lnTo>
                    <a:pt x="4115384" y="707390"/>
                  </a:lnTo>
                  <a:lnTo>
                    <a:pt x="3972547" y="707390"/>
                  </a:lnTo>
                  <a:lnTo>
                    <a:pt x="3972547" y="220980"/>
                  </a:lnTo>
                  <a:lnTo>
                    <a:pt x="3336125" y="220980"/>
                  </a:lnTo>
                  <a:lnTo>
                    <a:pt x="3336125" y="0"/>
                  </a:lnTo>
                  <a:lnTo>
                    <a:pt x="2518727" y="0"/>
                  </a:lnTo>
                  <a:lnTo>
                    <a:pt x="2518727" y="220980"/>
                  </a:lnTo>
                  <a:lnTo>
                    <a:pt x="2518727" y="273050"/>
                  </a:lnTo>
                  <a:lnTo>
                    <a:pt x="2518727" y="347980"/>
                  </a:lnTo>
                  <a:lnTo>
                    <a:pt x="1633766" y="347980"/>
                  </a:lnTo>
                  <a:lnTo>
                    <a:pt x="1633766" y="435610"/>
                  </a:lnTo>
                  <a:lnTo>
                    <a:pt x="1141133" y="435610"/>
                  </a:lnTo>
                  <a:lnTo>
                    <a:pt x="1141133" y="445770"/>
                  </a:lnTo>
                  <a:lnTo>
                    <a:pt x="1141133" y="570230"/>
                  </a:lnTo>
                  <a:lnTo>
                    <a:pt x="1141133" y="574040"/>
                  </a:lnTo>
                  <a:lnTo>
                    <a:pt x="719099" y="574040"/>
                  </a:lnTo>
                  <a:lnTo>
                    <a:pt x="719099" y="580390"/>
                  </a:lnTo>
                  <a:lnTo>
                    <a:pt x="719099" y="707390"/>
                  </a:lnTo>
                  <a:lnTo>
                    <a:pt x="286296" y="707390"/>
                  </a:lnTo>
                  <a:lnTo>
                    <a:pt x="286296" y="580390"/>
                  </a:lnTo>
                  <a:lnTo>
                    <a:pt x="286296" y="574040"/>
                  </a:lnTo>
                  <a:lnTo>
                    <a:pt x="286296" y="570230"/>
                  </a:lnTo>
                  <a:lnTo>
                    <a:pt x="0" y="570230"/>
                  </a:lnTo>
                  <a:lnTo>
                    <a:pt x="0" y="574040"/>
                  </a:lnTo>
                  <a:lnTo>
                    <a:pt x="0" y="580390"/>
                  </a:lnTo>
                  <a:lnTo>
                    <a:pt x="0" y="707390"/>
                  </a:lnTo>
                  <a:lnTo>
                    <a:pt x="0" y="945451"/>
                  </a:lnTo>
                  <a:lnTo>
                    <a:pt x="6177648" y="945451"/>
                  </a:lnTo>
                  <a:lnTo>
                    <a:pt x="6177648" y="707390"/>
                  </a:lnTo>
                  <a:lnTo>
                    <a:pt x="6177648" y="580390"/>
                  </a:lnTo>
                  <a:lnTo>
                    <a:pt x="6177648" y="574040"/>
                  </a:lnTo>
                  <a:lnTo>
                    <a:pt x="6177648" y="570230"/>
                  </a:lnTo>
                  <a:lnTo>
                    <a:pt x="6177648" y="445770"/>
                  </a:lnTo>
                  <a:close/>
                </a:path>
              </a:pathLst>
            </a:custGeom>
            <a:solidFill>
              <a:srgbClr val="CDEB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837668" y="4989248"/>
              <a:ext cx="6177915" cy="1224915"/>
            </a:xfrm>
            <a:custGeom>
              <a:avLst/>
              <a:gdLst/>
              <a:ahLst/>
              <a:cxnLst/>
              <a:rect l="l" t="t" r="r" b="b"/>
              <a:pathLst>
                <a:path w="6177915" h="1224914">
                  <a:moveTo>
                    <a:pt x="5625284" y="445630"/>
                  </a:moveTo>
                  <a:lnTo>
                    <a:pt x="5625284" y="273373"/>
                  </a:lnTo>
                  <a:lnTo>
                    <a:pt x="4972811" y="273373"/>
                  </a:lnTo>
                  <a:lnTo>
                    <a:pt x="4972811" y="580254"/>
                  </a:lnTo>
                  <a:lnTo>
                    <a:pt x="4793937" y="580254"/>
                  </a:lnTo>
                  <a:lnTo>
                    <a:pt x="4793937" y="706952"/>
                  </a:lnTo>
                  <a:lnTo>
                    <a:pt x="4754567" y="706952"/>
                  </a:lnTo>
                  <a:lnTo>
                    <a:pt x="4754567" y="435651"/>
                  </a:lnTo>
                  <a:lnTo>
                    <a:pt x="4115382" y="435651"/>
                  </a:lnTo>
                  <a:lnTo>
                    <a:pt x="4115382" y="706952"/>
                  </a:lnTo>
                  <a:lnTo>
                    <a:pt x="3972549" y="706952"/>
                  </a:lnTo>
                  <a:lnTo>
                    <a:pt x="3972549" y="221134"/>
                  </a:lnTo>
                  <a:lnTo>
                    <a:pt x="3336128" y="221134"/>
                  </a:lnTo>
                  <a:lnTo>
                    <a:pt x="3336128" y="0"/>
                  </a:lnTo>
                  <a:lnTo>
                    <a:pt x="2518729" y="0"/>
                  </a:lnTo>
                  <a:lnTo>
                    <a:pt x="2518729" y="348355"/>
                  </a:lnTo>
                  <a:lnTo>
                    <a:pt x="1633772" y="348355"/>
                  </a:lnTo>
                  <a:lnTo>
                    <a:pt x="1633772" y="435651"/>
                  </a:lnTo>
                  <a:lnTo>
                    <a:pt x="1141138" y="435651"/>
                  </a:lnTo>
                  <a:lnTo>
                    <a:pt x="1141138" y="574485"/>
                  </a:lnTo>
                  <a:lnTo>
                    <a:pt x="719108" y="574485"/>
                  </a:lnTo>
                  <a:lnTo>
                    <a:pt x="719108" y="706952"/>
                  </a:lnTo>
                  <a:lnTo>
                    <a:pt x="286294" y="706952"/>
                  </a:lnTo>
                  <a:lnTo>
                    <a:pt x="286294" y="570024"/>
                  </a:lnTo>
                  <a:lnTo>
                    <a:pt x="0" y="570024"/>
                  </a:lnTo>
                  <a:lnTo>
                    <a:pt x="0" y="706952"/>
                  </a:lnTo>
                  <a:lnTo>
                    <a:pt x="0" y="824163"/>
                  </a:lnTo>
                  <a:lnTo>
                    <a:pt x="0" y="1224852"/>
                  </a:lnTo>
                  <a:lnTo>
                    <a:pt x="6177654" y="1224852"/>
                  </a:lnTo>
                  <a:lnTo>
                    <a:pt x="6177654" y="445630"/>
                  </a:lnTo>
                  <a:lnTo>
                    <a:pt x="5625284" y="445630"/>
                  </a:lnTo>
                  <a:close/>
                </a:path>
              </a:pathLst>
            </a:custGeom>
            <a:ln w="12565">
              <a:solidFill>
                <a:srgbClr val="046A38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6246266" y="5279294"/>
              <a:ext cx="3138805" cy="655320"/>
            </a:xfrm>
            <a:custGeom>
              <a:avLst/>
              <a:gdLst/>
              <a:ahLst/>
              <a:cxnLst/>
              <a:rect l="l" t="t" r="r" b="b"/>
              <a:pathLst>
                <a:path w="3138804" h="655320">
                  <a:moveTo>
                    <a:pt x="579094" y="412750"/>
                  </a:moveTo>
                  <a:lnTo>
                    <a:pt x="0" y="412750"/>
                  </a:lnTo>
                  <a:lnTo>
                    <a:pt x="0" y="415290"/>
                  </a:lnTo>
                  <a:lnTo>
                    <a:pt x="0" y="420370"/>
                  </a:lnTo>
                  <a:lnTo>
                    <a:pt x="579094" y="420370"/>
                  </a:lnTo>
                  <a:lnTo>
                    <a:pt x="579094" y="415290"/>
                  </a:lnTo>
                  <a:lnTo>
                    <a:pt x="579094" y="412750"/>
                  </a:lnTo>
                  <a:close/>
                </a:path>
                <a:path w="3138804" h="655320">
                  <a:moveTo>
                    <a:pt x="579094" y="252730"/>
                  </a:moveTo>
                  <a:lnTo>
                    <a:pt x="265480" y="252730"/>
                  </a:lnTo>
                  <a:lnTo>
                    <a:pt x="265480" y="314960"/>
                  </a:lnTo>
                  <a:lnTo>
                    <a:pt x="265480" y="322580"/>
                  </a:lnTo>
                  <a:lnTo>
                    <a:pt x="579094" y="322580"/>
                  </a:lnTo>
                  <a:lnTo>
                    <a:pt x="579094" y="314960"/>
                  </a:lnTo>
                  <a:lnTo>
                    <a:pt x="579094" y="252730"/>
                  </a:lnTo>
                  <a:close/>
                </a:path>
                <a:path w="3138804" h="655320">
                  <a:moveTo>
                    <a:pt x="3138195" y="412750"/>
                  </a:moveTo>
                  <a:lnTo>
                    <a:pt x="2831630" y="412750"/>
                  </a:lnTo>
                  <a:lnTo>
                    <a:pt x="2831630" y="415290"/>
                  </a:lnTo>
                  <a:lnTo>
                    <a:pt x="2831630" y="420370"/>
                  </a:lnTo>
                  <a:lnTo>
                    <a:pt x="2831630" y="511810"/>
                  </a:lnTo>
                  <a:lnTo>
                    <a:pt x="2623591" y="511810"/>
                  </a:lnTo>
                  <a:lnTo>
                    <a:pt x="2623591" y="420370"/>
                  </a:lnTo>
                  <a:lnTo>
                    <a:pt x="2623591" y="415290"/>
                  </a:lnTo>
                  <a:lnTo>
                    <a:pt x="2420747" y="415290"/>
                  </a:lnTo>
                  <a:lnTo>
                    <a:pt x="2420747" y="412750"/>
                  </a:lnTo>
                  <a:lnTo>
                    <a:pt x="2420747" y="322580"/>
                  </a:lnTo>
                  <a:lnTo>
                    <a:pt x="2420747" y="314960"/>
                  </a:lnTo>
                  <a:lnTo>
                    <a:pt x="2183968" y="314960"/>
                  </a:lnTo>
                  <a:lnTo>
                    <a:pt x="2183968" y="252730"/>
                  </a:lnTo>
                  <a:lnTo>
                    <a:pt x="1758619" y="252730"/>
                  </a:lnTo>
                  <a:lnTo>
                    <a:pt x="1758619" y="198120"/>
                  </a:lnTo>
                  <a:lnTo>
                    <a:pt x="1758619" y="160020"/>
                  </a:lnTo>
                  <a:lnTo>
                    <a:pt x="1758619" y="0"/>
                  </a:lnTo>
                  <a:lnTo>
                    <a:pt x="1365745" y="0"/>
                  </a:lnTo>
                  <a:lnTo>
                    <a:pt x="1365745" y="160020"/>
                  </a:lnTo>
                  <a:lnTo>
                    <a:pt x="1059865" y="160020"/>
                  </a:lnTo>
                  <a:lnTo>
                    <a:pt x="1059865" y="511810"/>
                  </a:lnTo>
                  <a:lnTo>
                    <a:pt x="991209" y="511810"/>
                  </a:lnTo>
                  <a:lnTo>
                    <a:pt x="991209" y="314960"/>
                  </a:lnTo>
                  <a:lnTo>
                    <a:pt x="683983" y="314960"/>
                  </a:lnTo>
                  <a:lnTo>
                    <a:pt x="683983" y="511810"/>
                  </a:lnTo>
                  <a:lnTo>
                    <a:pt x="0" y="511810"/>
                  </a:lnTo>
                  <a:lnTo>
                    <a:pt x="0" y="655269"/>
                  </a:lnTo>
                  <a:lnTo>
                    <a:pt x="3138195" y="655269"/>
                  </a:lnTo>
                  <a:lnTo>
                    <a:pt x="3138195" y="511810"/>
                  </a:lnTo>
                  <a:lnTo>
                    <a:pt x="3138195" y="420370"/>
                  </a:lnTo>
                  <a:lnTo>
                    <a:pt x="3138195" y="415290"/>
                  </a:lnTo>
                  <a:lnTo>
                    <a:pt x="3138195" y="412750"/>
                  </a:lnTo>
                  <a:close/>
                </a:path>
              </a:pathLst>
            </a:custGeom>
            <a:solidFill>
              <a:srgbClr val="CDEB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6246270" y="5279492"/>
              <a:ext cx="3138805" cy="886460"/>
            </a:xfrm>
            <a:custGeom>
              <a:avLst/>
              <a:gdLst/>
              <a:ahLst/>
              <a:cxnLst/>
              <a:rect l="l" t="t" r="r" b="b"/>
              <a:pathLst>
                <a:path w="3138804" h="886460">
                  <a:moveTo>
                    <a:pt x="265489" y="322377"/>
                  </a:moveTo>
                  <a:lnTo>
                    <a:pt x="265489" y="197763"/>
                  </a:lnTo>
                  <a:lnTo>
                    <a:pt x="579092" y="197763"/>
                  </a:lnTo>
                  <a:lnTo>
                    <a:pt x="579092" y="419767"/>
                  </a:lnTo>
                  <a:lnTo>
                    <a:pt x="665068" y="419767"/>
                  </a:lnTo>
                  <a:lnTo>
                    <a:pt x="665068" y="511429"/>
                  </a:lnTo>
                  <a:lnTo>
                    <a:pt x="683989" y="511429"/>
                  </a:lnTo>
                  <a:lnTo>
                    <a:pt x="683989" y="315163"/>
                  </a:lnTo>
                  <a:lnTo>
                    <a:pt x="991205" y="315163"/>
                  </a:lnTo>
                  <a:lnTo>
                    <a:pt x="991205" y="511429"/>
                  </a:lnTo>
                  <a:lnTo>
                    <a:pt x="1059863" y="511429"/>
                  </a:lnTo>
                  <a:lnTo>
                    <a:pt x="1059863" y="159974"/>
                  </a:lnTo>
                  <a:lnTo>
                    <a:pt x="1365748" y="159974"/>
                  </a:lnTo>
                  <a:lnTo>
                    <a:pt x="1365748" y="0"/>
                  </a:lnTo>
                  <a:lnTo>
                    <a:pt x="1758627" y="0"/>
                  </a:lnTo>
                  <a:lnTo>
                    <a:pt x="1758627" y="252002"/>
                  </a:lnTo>
                  <a:lnTo>
                    <a:pt x="2183975" y="252002"/>
                  </a:lnTo>
                  <a:lnTo>
                    <a:pt x="2183975" y="315163"/>
                  </a:lnTo>
                  <a:lnTo>
                    <a:pt x="2420753" y="315163"/>
                  </a:lnTo>
                  <a:lnTo>
                    <a:pt x="2420753" y="415589"/>
                  </a:lnTo>
                  <a:lnTo>
                    <a:pt x="2623595" y="415589"/>
                  </a:lnTo>
                  <a:lnTo>
                    <a:pt x="2623595" y="511429"/>
                  </a:lnTo>
                  <a:lnTo>
                    <a:pt x="2831631" y="511429"/>
                  </a:lnTo>
                  <a:lnTo>
                    <a:pt x="2831631" y="412364"/>
                  </a:lnTo>
                  <a:lnTo>
                    <a:pt x="3138197" y="412364"/>
                  </a:lnTo>
                  <a:lnTo>
                    <a:pt x="3138197" y="511429"/>
                  </a:lnTo>
                  <a:lnTo>
                    <a:pt x="3138197" y="596212"/>
                  </a:lnTo>
                  <a:lnTo>
                    <a:pt x="3138197" y="886077"/>
                  </a:lnTo>
                  <a:lnTo>
                    <a:pt x="0" y="886077"/>
                  </a:lnTo>
                  <a:lnTo>
                    <a:pt x="0" y="322377"/>
                  </a:lnTo>
                  <a:lnTo>
                    <a:pt x="265489" y="322377"/>
                  </a:lnTo>
                  <a:close/>
                </a:path>
              </a:pathLst>
            </a:custGeom>
            <a:ln w="12565">
              <a:solidFill>
                <a:srgbClr val="046A38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0" y="5934562"/>
              <a:ext cx="20104100" cy="5374005"/>
            </a:xfrm>
            <a:custGeom>
              <a:avLst/>
              <a:gdLst/>
              <a:ahLst/>
              <a:cxnLst/>
              <a:rect l="l" t="t" r="r" b="b"/>
              <a:pathLst>
                <a:path w="20104100" h="5374005">
                  <a:moveTo>
                    <a:pt x="20104099" y="0"/>
                  </a:moveTo>
                  <a:lnTo>
                    <a:pt x="0" y="0"/>
                  </a:lnTo>
                  <a:lnTo>
                    <a:pt x="0" y="5373993"/>
                  </a:lnTo>
                  <a:lnTo>
                    <a:pt x="20104099" y="5373993"/>
                  </a:lnTo>
                  <a:lnTo>
                    <a:pt x="201040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0" y="5934562"/>
              <a:ext cx="20104100" cy="5374005"/>
            </a:xfrm>
            <a:custGeom>
              <a:avLst/>
              <a:gdLst/>
              <a:ahLst/>
              <a:cxnLst/>
              <a:rect l="l" t="t" r="r" b="b"/>
              <a:pathLst>
                <a:path w="20104100" h="5374005">
                  <a:moveTo>
                    <a:pt x="0" y="0"/>
                  </a:moveTo>
                  <a:lnTo>
                    <a:pt x="20104099" y="0"/>
                  </a:lnTo>
                  <a:lnTo>
                    <a:pt x="20104099" y="5373993"/>
                  </a:lnTo>
                  <a:lnTo>
                    <a:pt x="0" y="5373993"/>
                  </a:lnTo>
                  <a:lnTo>
                    <a:pt x="0" y="0"/>
                  </a:lnTo>
                  <a:close/>
                </a:path>
              </a:pathLst>
            </a:custGeom>
            <a:ln w="12565">
              <a:solidFill>
                <a:srgbClr val="046A38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0" y="6194403"/>
              <a:ext cx="20104100" cy="5114290"/>
            </a:xfrm>
            <a:custGeom>
              <a:avLst/>
              <a:gdLst/>
              <a:ahLst/>
              <a:cxnLst/>
              <a:rect l="l" t="t" r="r" b="b"/>
              <a:pathLst>
                <a:path w="20104100" h="5114290">
                  <a:moveTo>
                    <a:pt x="3112817" y="0"/>
                  </a:moveTo>
                  <a:lnTo>
                    <a:pt x="1633082" y="232071"/>
                  </a:lnTo>
                  <a:lnTo>
                    <a:pt x="0" y="857913"/>
                  </a:lnTo>
                  <a:lnTo>
                    <a:pt x="0" y="5114150"/>
                  </a:lnTo>
                  <a:lnTo>
                    <a:pt x="20104099" y="5114150"/>
                  </a:lnTo>
                  <a:lnTo>
                    <a:pt x="20104099" y="1394902"/>
                  </a:lnTo>
                  <a:lnTo>
                    <a:pt x="19273805" y="1402284"/>
                  </a:lnTo>
                  <a:lnTo>
                    <a:pt x="16962940" y="1351072"/>
                  </a:lnTo>
                  <a:lnTo>
                    <a:pt x="13441527" y="1131232"/>
                  </a:lnTo>
                  <a:lnTo>
                    <a:pt x="8979590" y="632726"/>
                  </a:lnTo>
                  <a:lnTo>
                    <a:pt x="5281041" y="140588"/>
                  </a:lnTo>
                  <a:lnTo>
                    <a:pt x="3112817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0" y="6194403"/>
              <a:ext cx="20104100" cy="5114290"/>
            </a:xfrm>
            <a:custGeom>
              <a:avLst/>
              <a:gdLst/>
              <a:ahLst/>
              <a:cxnLst/>
              <a:rect l="l" t="t" r="r" b="b"/>
              <a:pathLst>
                <a:path w="20104100" h="5114290">
                  <a:moveTo>
                    <a:pt x="0" y="857913"/>
                  </a:moveTo>
                  <a:lnTo>
                    <a:pt x="1633082" y="232071"/>
                  </a:lnTo>
                  <a:lnTo>
                    <a:pt x="3112817" y="0"/>
                  </a:lnTo>
                  <a:lnTo>
                    <a:pt x="5281041" y="140588"/>
                  </a:lnTo>
                  <a:lnTo>
                    <a:pt x="8979590" y="632726"/>
                  </a:lnTo>
                  <a:lnTo>
                    <a:pt x="13441527" y="1131232"/>
                  </a:lnTo>
                  <a:lnTo>
                    <a:pt x="16962940" y="1351072"/>
                  </a:lnTo>
                  <a:lnTo>
                    <a:pt x="19273805" y="1402284"/>
                  </a:lnTo>
                  <a:lnTo>
                    <a:pt x="20104099" y="1394902"/>
                  </a:lnTo>
                  <a:lnTo>
                    <a:pt x="20104099" y="5114150"/>
                  </a:lnTo>
                  <a:lnTo>
                    <a:pt x="0" y="5114150"/>
                  </a:lnTo>
                  <a:lnTo>
                    <a:pt x="0" y="857913"/>
                  </a:lnTo>
                  <a:close/>
                </a:path>
              </a:pathLst>
            </a:custGeom>
            <a:ln w="12565">
              <a:solidFill>
                <a:srgbClr val="046A38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0" y="8251049"/>
              <a:ext cx="20104100" cy="3057525"/>
            </a:xfrm>
            <a:custGeom>
              <a:avLst/>
              <a:gdLst/>
              <a:ahLst/>
              <a:cxnLst/>
              <a:rect l="l" t="t" r="r" b="b"/>
              <a:pathLst>
                <a:path w="20104100" h="3057525">
                  <a:moveTo>
                    <a:pt x="16776027" y="0"/>
                  </a:moveTo>
                  <a:lnTo>
                    <a:pt x="14822348" y="159935"/>
                  </a:lnTo>
                  <a:lnTo>
                    <a:pt x="11614358" y="694501"/>
                  </a:lnTo>
                  <a:lnTo>
                    <a:pt x="7131745" y="1297457"/>
                  </a:lnTo>
                  <a:lnTo>
                    <a:pt x="3435739" y="1546725"/>
                  </a:lnTo>
                  <a:lnTo>
                    <a:pt x="925453" y="1588832"/>
                  </a:lnTo>
                  <a:lnTo>
                    <a:pt x="0" y="1570306"/>
                  </a:lnTo>
                  <a:lnTo>
                    <a:pt x="0" y="3057507"/>
                  </a:lnTo>
                  <a:lnTo>
                    <a:pt x="20104099" y="3057507"/>
                  </a:lnTo>
                  <a:lnTo>
                    <a:pt x="20104099" y="869731"/>
                  </a:lnTo>
                  <a:lnTo>
                    <a:pt x="18271306" y="231122"/>
                  </a:lnTo>
                  <a:lnTo>
                    <a:pt x="16776027" y="0"/>
                  </a:lnTo>
                  <a:close/>
                </a:path>
              </a:pathLst>
            </a:custGeom>
            <a:solidFill>
              <a:srgbClr val="E0E0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0" y="8251049"/>
              <a:ext cx="20104100" cy="3057525"/>
            </a:xfrm>
            <a:custGeom>
              <a:avLst/>
              <a:gdLst/>
              <a:ahLst/>
              <a:cxnLst/>
              <a:rect l="l" t="t" r="r" b="b"/>
              <a:pathLst>
                <a:path w="20104100" h="3057525">
                  <a:moveTo>
                    <a:pt x="20104099" y="869731"/>
                  </a:moveTo>
                  <a:lnTo>
                    <a:pt x="18271306" y="231122"/>
                  </a:lnTo>
                  <a:lnTo>
                    <a:pt x="16776027" y="0"/>
                  </a:lnTo>
                  <a:lnTo>
                    <a:pt x="14822348" y="159935"/>
                  </a:lnTo>
                  <a:lnTo>
                    <a:pt x="11614358" y="694501"/>
                  </a:lnTo>
                  <a:lnTo>
                    <a:pt x="7131745" y="1297457"/>
                  </a:lnTo>
                  <a:lnTo>
                    <a:pt x="3435739" y="1546725"/>
                  </a:lnTo>
                  <a:lnTo>
                    <a:pt x="925453" y="1588832"/>
                  </a:lnTo>
                  <a:lnTo>
                    <a:pt x="0" y="1570306"/>
                  </a:lnTo>
                  <a:lnTo>
                    <a:pt x="0" y="3057507"/>
                  </a:lnTo>
                  <a:lnTo>
                    <a:pt x="20104099" y="3057507"/>
                  </a:lnTo>
                  <a:lnTo>
                    <a:pt x="20104099" y="869731"/>
                  </a:lnTo>
                  <a:close/>
                </a:path>
              </a:pathLst>
            </a:custGeom>
            <a:ln w="12565">
              <a:solidFill>
                <a:srgbClr val="046A38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" name="object 13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521951" y="4746811"/>
              <a:ext cx="2011498" cy="1185990"/>
            </a:xfrm>
            <a:prstGeom prst="rect">
              <a:avLst/>
            </a:prstGeom>
          </p:spPr>
        </p:pic>
        <p:sp>
          <p:nvSpPr>
            <p:cNvPr id="14" name="object 14" descr=""/>
            <p:cNvSpPr/>
            <p:nvPr/>
          </p:nvSpPr>
          <p:spPr>
            <a:xfrm>
              <a:off x="12668018" y="5702588"/>
              <a:ext cx="1703070" cy="224154"/>
            </a:xfrm>
            <a:custGeom>
              <a:avLst/>
              <a:gdLst/>
              <a:ahLst/>
              <a:cxnLst/>
              <a:rect l="l" t="t" r="r" b="b"/>
              <a:pathLst>
                <a:path w="1703069" h="224154">
                  <a:moveTo>
                    <a:pt x="1246946" y="0"/>
                  </a:moveTo>
                  <a:lnTo>
                    <a:pt x="1202205" y="6101"/>
                  </a:lnTo>
                  <a:lnTo>
                    <a:pt x="1161206" y="23469"/>
                  </a:lnTo>
                  <a:lnTo>
                    <a:pt x="1125143" y="50697"/>
                  </a:lnTo>
                  <a:lnTo>
                    <a:pt x="1095213" y="86380"/>
                  </a:lnTo>
                  <a:lnTo>
                    <a:pt x="1072611" y="129114"/>
                  </a:lnTo>
                  <a:lnTo>
                    <a:pt x="1058533" y="177491"/>
                  </a:lnTo>
                  <a:lnTo>
                    <a:pt x="1031819" y="155743"/>
                  </a:lnTo>
                  <a:lnTo>
                    <a:pt x="1002089" y="139431"/>
                  </a:lnTo>
                  <a:lnTo>
                    <a:pt x="969855" y="129184"/>
                  </a:lnTo>
                  <a:lnTo>
                    <a:pt x="935625" y="125629"/>
                  </a:lnTo>
                  <a:lnTo>
                    <a:pt x="920948" y="126283"/>
                  </a:lnTo>
                  <a:lnTo>
                    <a:pt x="906577" y="128205"/>
                  </a:lnTo>
                  <a:lnTo>
                    <a:pt x="892547" y="131336"/>
                  </a:lnTo>
                  <a:lnTo>
                    <a:pt x="878894" y="135618"/>
                  </a:lnTo>
                  <a:lnTo>
                    <a:pt x="852429" y="90613"/>
                  </a:lnTo>
                  <a:lnTo>
                    <a:pt x="818605" y="53195"/>
                  </a:lnTo>
                  <a:lnTo>
                    <a:pt x="778603" y="24752"/>
                  </a:lnTo>
                  <a:lnTo>
                    <a:pt x="733606" y="6670"/>
                  </a:lnTo>
                  <a:lnTo>
                    <a:pt x="684795" y="335"/>
                  </a:lnTo>
                  <a:lnTo>
                    <a:pt x="641455" y="5320"/>
                  </a:lnTo>
                  <a:lnTo>
                    <a:pt x="601009" y="19634"/>
                  </a:lnTo>
                  <a:lnTo>
                    <a:pt x="564266" y="42311"/>
                  </a:lnTo>
                  <a:lnTo>
                    <a:pt x="532038" y="72387"/>
                  </a:lnTo>
                  <a:lnTo>
                    <a:pt x="505133" y="108896"/>
                  </a:lnTo>
                  <a:lnTo>
                    <a:pt x="484362" y="150874"/>
                  </a:lnTo>
                  <a:lnTo>
                    <a:pt x="477856" y="148712"/>
                  </a:lnTo>
                  <a:lnTo>
                    <a:pt x="471162" y="147118"/>
                  </a:lnTo>
                  <a:lnTo>
                    <a:pt x="464293" y="146133"/>
                  </a:lnTo>
                  <a:lnTo>
                    <a:pt x="457263" y="145796"/>
                  </a:lnTo>
                  <a:lnTo>
                    <a:pt x="443522" y="147058"/>
                  </a:lnTo>
                  <a:lnTo>
                    <a:pt x="430468" y="150711"/>
                  </a:lnTo>
                  <a:lnTo>
                    <a:pt x="418254" y="156552"/>
                  </a:lnTo>
                  <a:lnTo>
                    <a:pt x="407034" y="164382"/>
                  </a:lnTo>
                  <a:lnTo>
                    <a:pt x="378465" y="121108"/>
                  </a:lnTo>
                  <a:lnTo>
                    <a:pt x="341526" y="87651"/>
                  </a:lnTo>
                  <a:lnTo>
                    <a:pt x="297915" y="66068"/>
                  </a:lnTo>
                  <a:lnTo>
                    <a:pt x="249332" y="58417"/>
                  </a:lnTo>
                  <a:lnTo>
                    <a:pt x="204479" y="64920"/>
                  </a:lnTo>
                  <a:lnTo>
                    <a:pt x="163718" y="83358"/>
                  </a:lnTo>
                  <a:lnTo>
                    <a:pt x="128370" y="112123"/>
                  </a:lnTo>
                  <a:lnTo>
                    <a:pt x="99756" y="149608"/>
                  </a:lnTo>
                  <a:lnTo>
                    <a:pt x="91882" y="147157"/>
                  </a:lnTo>
                  <a:lnTo>
                    <a:pt x="52964" y="152530"/>
                  </a:lnTo>
                  <a:lnTo>
                    <a:pt x="14842" y="195298"/>
                  </a:lnTo>
                  <a:lnTo>
                    <a:pt x="0" y="223930"/>
                  </a:lnTo>
                  <a:lnTo>
                    <a:pt x="1703005" y="223930"/>
                  </a:lnTo>
                  <a:lnTo>
                    <a:pt x="1677741" y="194460"/>
                  </a:lnTo>
                  <a:lnTo>
                    <a:pt x="1650079" y="168922"/>
                  </a:lnTo>
                  <a:lnTo>
                    <a:pt x="1620404" y="150941"/>
                  </a:lnTo>
                  <a:lnTo>
                    <a:pt x="1589103" y="144142"/>
                  </a:lnTo>
                  <a:lnTo>
                    <a:pt x="1568094" y="145477"/>
                  </a:lnTo>
                  <a:lnTo>
                    <a:pt x="1547753" y="149384"/>
                  </a:lnTo>
                  <a:lnTo>
                    <a:pt x="1528190" y="155711"/>
                  </a:lnTo>
                  <a:lnTo>
                    <a:pt x="1509514" y="164309"/>
                  </a:lnTo>
                  <a:lnTo>
                    <a:pt x="1486642" y="136484"/>
                  </a:lnTo>
                  <a:lnTo>
                    <a:pt x="1460010" y="113582"/>
                  </a:lnTo>
                  <a:lnTo>
                    <a:pt x="1430162" y="96233"/>
                  </a:lnTo>
                  <a:lnTo>
                    <a:pt x="1397643" y="85065"/>
                  </a:lnTo>
                  <a:lnTo>
                    <a:pt x="1367780" y="49929"/>
                  </a:lnTo>
                  <a:lnTo>
                    <a:pt x="1331946" y="23115"/>
                  </a:lnTo>
                  <a:lnTo>
                    <a:pt x="1291286" y="6010"/>
                  </a:lnTo>
                  <a:lnTo>
                    <a:pt x="1246946" y="0"/>
                  </a:lnTo>
                  <a:close/>
                </a:path>
              </a:pathLst>
            </a:custGeom>
            <a:solidFill>
              <a:srgbClr val="CDEBE6">
                <a:alpha val="48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12668018" y="5702588"/>
              <a:ext cx="1703070" cy="224154"/>
            </a:xfrm>
            <a:custGeom>
              <a:avLst/>
              <a:gdLst/>
              <a:ahLst/>
              <a:cxnLst/>
              <a:rect l="l" t="t" r="r" b="b"/>
              <a:pathLst>
                <a:path w="1703069" h="224154">
                  <a:moveTo>
                    <a:pt x="1589103" y="144142"/>
                  </a:moveTo>
                  <a:lnTo>
                    <a:pt x="1568094" y="145477"/>
                  </a:lnTo>
                  <a:lnTo>
                    <a:pt x="1547753" y="149384"/>
                  </a:lnTo>
                  <a:lnTo>
                    <a:pt x="1528190" y="155711"/>
                  </a:lnTo>
                  <a:lnTo>
                    <a:pt x="1509514" y="164309"/>
                  </a:lnTo>
                  <a:lnTo>
                    <a:pt x="1486642" y="136484"/>
                  </a:lnTo>
                  <a:lnTo>
                    <a:pt x="1460010" y="113582"/>
                  </a:lnTo>
                  <a:lnTo>
                    <a:pt x="1430162" y="96233"/>
                  </a:lnTo>
                  <a:lnTo>
                    <a:pt x="1397643" y="85065"/>
                  </a:lnTo>
                  <a:lnTo>
                    <a:pt x="1367780" y="49929"/>
                  </a:lnTo>
                  <a:lnTo>
                    <a:pt x="1331946" y="23115"/>
                  </a:lnTo>
                  <a:lnTo>
                    <a:pt x="1291286" y="6010"/>
                  </a:lnTo>
                  <a:lnTo>
                    <a:pt x="1246946" y="0"/>
                  </a:lnTo>
                  <a:lnTo>
                    <a:pt x="1202205" y="6101"/>
                  </a:lnTo>
                  <a:lnTo>
                    <a:pt x="1161206" y="23469"/>
                  </a:lnTo>
                  <a:lnTo>
                    <a:pt x="1125143" y="50697"/>
                  </a:lnTo>
                  <a:lnTo>
                    <a:pt x="1095213" y="86380"/>
                  </a:lnTo>
                  <a:lnTo>
                    <a:pt x="1072611" y="129114"/>
                  </a:lnTo>
                  <a:lnTo>
                    <a:pt x="1058533" y="177491"/>
                  </a:lnTo>
                  <a:lnTo>
                    <a:pt x="1031819" y="155743"/>
                  </a:lnTo>
                  <a:lnTo>
                    <a:pt x="1002089" y="139431"/>
                  </a:lnTo>
                  <a:lnTo>
                    <a:pt x="969855" y="129184"/>
                  </a:lnTo>
                  <a:lnTo>
                    <a:pt x="935625" y="125629"/>
                  </a:lnTo>
                  <a:lnTo>
                    <a:pt x="920948" y="126283"/>
                  </a:lnTo>
                  <a:lnTo>
                    <a:pt x="906577" y="128205"/>
                  </a:lnTo>
                  <a:lnTo>
                    <a:pt x="892547" y="131336"/>
                  </a:lnTo>
                  <a:lnTo>
                    <a:pt x="878894" y="135618"/>
                  </a:lnTo>
                  <a:lnTo>
                    <a:pt x="852429" y="90613"/>
                  </a:lnTo>
                  <a:lnTo>
                    <a:pt x="818605" y="53195"/>
                  </a:lnTo>
                  <a:lnTo>
                    <a:pt x="778603" y="24752"/>
                  </a:lnTo>
                  <a:lnTo>
                    <a:pt x="733606" y="6670"/>
                  </a:lnTo>
                  <a:lnTo>
                    <a:pt x="684795" y="335"/>
                  </a:lnTo>
                  <a:lnTo>
                    <a:pt x="641455" y="5320"/>
                  </a:lnTo>
                  <a:lnTo>
                    <a:pt x="601009" y="19634"/>
                  </a:lnTo>
                  <a:lnTo>
                    <a:pt x="564266" y="42311"/>
                  </a:lnTo>
                  <a:lnTo>
                    <a:pt x="532038" y="72387"/>
                  </a:lnTo>
                  <a:lnTo>
                    <a:pt x="505133" y="108896"/>
                  </a:lnTo>
                  <a:lnTo>
                    <a:pt x="484362" y="150874"/>
                  </a:lnTo>
                  <a:lnTo>
                    <a:pt x="477856" y="148712"/>
                  </a:lnTo>
                  <a:lnTo>
                    <a:pt x="471162" y="147118"/>
                  </a:lnTo>
                  <a:lnTo>
                    <a:pt x="464293" y="146133"/>
                  </a:lnTo>
                  <a:lnTo>
                    <a:pt x="457263" y="145796"/>
                  </a:lnTo>
                  <a:lnTo>
                    <a:pt x="443522" y="147058"/>
                  </a:lnTo>
                  <a:lnTo>
                    <a:pt x="430468" y="150711"/>
                  </a:lnTo>
                  <a:lnTo>
                    <a:pt x="418254" y="156552"/>
                  </a:lnTo>
                  <a:lnTo>
                    <a:pt x="407034" y="164382"/>
                  </a:lnTo>
                  <a:lnTo>
                    <a:pt x="378465" y="121108"/>
                  </a:lnTo>
                  <a:lnTo>
                    <a:pt x="341526" y="87651"/>
                  </a:lnTo>
                  <a:lnTo>
                    <a:pt x="297915" y="66068"/>
                  </a:lnTo>
                  <a:lnTo>
                    <a:pt x="249332" y="58417"/>
                  </a:lnTo>
                  <a:lnTo>
                    <a:pt x="204479" y="64920"/>
                  </a:lnTo>
                  <a:lnTo>
                    <a:pt x="163718" y="83358"/>
                  </a:lnTo>
                  <a:lnTo>
                    <a:pt x="128370" y="112123"/>
                  </a:lnTo>
                  <a:lnTo>
                    <a:pt x="99756" y="149608"/>
                  </a:lnTo>
                  <a:lnTo>
                    <a:pt x="91882" y="147157"/>
                  </a:lnTo>
                  <a:lnTo>
                    <a:pt x="83620" y="145796"/>
                  </a:lnTo>
                  <a:lnTo>
                    <a:pt x="75086" y="145796"/>
                  </a:lnTo>
                  <a:lnTo>
                    <a:pt x="52964" y="152530"/>
                  </a:lnTo>
                  <a:lnTo>
                    <a:pt x="32690" y="170264"/>
                  </a:lnTo>
                  <a:lnTo>
                    <a:pt x="14842" y="195298"/>
                  </a:lnTo>
                  <a:lnTo>
                    <a:pt x="0" y="223930"/>
                  </a:lnTo>
                  <a:lnTo>
                    <a:pt x="1703005" y="223930"/>
                  </a:lnTo>
                  <a:lnTo>
                    <a:pt x="1677741" y="194460"/>
                  </a:lnTo>
                  <a:lnTo>
                    <a:pt x="1650079" y="168922"/>
                  </a:lnTo>
                  <a:lnTo>
                    <a:pt x="1620404" y="150941"/>
                  </a:lnTo>
                  <a:lnTo>
                    <a:pt x="1589103" y="144142"/>
                  </a:lnTo>
                  <a:close/>
                </a:path>
              </a:pathLst>
            </a:custGeom>
            <a:ln w="12565">
              <a:solidFill>
                <a:srgbClr val="046A38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6" name="object 1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720700" y="4638412"/>
              <a:ext cx="4593898" cy="1294391"/>
            </a:xfrm>
            <a:prstGeom prst="rect">
              <a:avLst/>
            </a:prstGeom>
          </p:spPr>
        </p:pic>
      </p:grpSp>
      <p:sp>
        <p:nvSpPr>
          <p:cNvPr id="17" name="object 17" descr=""/>
          <p:cNvSpPr txBox="1"/>
          <p:nvPr/>
        </p:nvSpPr>
        <p:spPr>
          <a:xfrm>
            <a:off x="624158" y="728636"/>
            <a:ext cx="2834640" cy="2895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700">
                <a:latin typeface="Open Sans"/>
                <a:cs typeface="Open Sans"/>
              </a:rPr>
              <a:t>Example</a:t>
            </a:r>
            <a:r>
              <a:rPr dirty="0" sz="1700" spc="70">
                <a:latin typeface="Open Sans"/>
                <a:cs typeface="Open Sans"/>
              </a:rPr>
              <a:t> </a:t>
            </a:r>
            <a:r>
              <a:rPr dirty="0" sz="1700">
                <a:latin typeface="Open Sans"/>
                <a:cs typeface="Open Sans"/>
              </a:rPr>
              <a:t>background</a:t>
            </a:r>
            <a:r>
              <a:rPr dirty="0" sz="1700" spc="70">
                <a:latin typeface="Open Sans"/>
                <a:cs typeface="Open Sans"/>
              </a:rPr>
              <a:t> </a:t>
            </a:r>
            <a:r>
              <a:rPr dirty="0" sz="1700" spc="-10">
                <a:latin typeface="Open Sans"/>
                <a:cs typeface="Open Sans"/>
              </a:rPr>
              <a:t>scene</a:t>
            </a:r>
            <a:endParaRPr sz="1700">
              <a:latin typeface="Open Sans"/>
              <a:cs typeface="Open Sans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944547" y="8431859"/>
            <a:ext cx="2368550" cy="295910"/>
          </a:xfrm>
          <a:custGeom>
            <a:avLst/>
            <a:gdLst/>
            <a:ahLst/>
            <a:cxnLst/>
            <a:rect l="l" t="t" r="r" b="b"/>
            <a:pathLst>
              <a:path w="2368550" h="295909">
                <a:moveTo>
                  <a:pt x="229429" y="0"/>
                </a:moveTo>
                <a:lnTo>
                  <a:pt x="159983" y="505"/>
                </a:lnTo>
                <a:lnTo>
                  <a:pt x="101022" y="1951"/>
                </a:lnTo>
                <a:lnTo>
                  <a:pt x="54122" y="4404"/>
                </a:lnTo>
                <a:lnTo>
                  <a:pt x="9841" y="10119"/>
                </a:lnTo>
                <a:lnTo>
                  <a:pt x="0" y="15385"/>
                </a:lnTo>
                <a:lnTo>
                  <a:pt x="1574" y="18480"/>
                </a:lnTo>
                <a:lnTo>
                  <a:pt x="55779" y="34138"/>
                </a:lnTo>
                <a:lnTo>
                  <a:pt x="114386" y="44052"/>
                </a:lnTo>
                <a:lnTo>
                  <a:pt x="152255" y="49560"/>
                </a:lnTo>
                <a:lnTo>
                  <a:pt x="257409" y="63640"/>
                </a:lnTo>
                <a:lnTo>
                  <a:pt x="318621" y="72285"/>
                </a:lnTo>
                <a:lnTo>
                  <a:pt x="379638" y="81318"/>
                </a:lnTo>
                <a:lnTo>
                  <a:pt x="440363" y="90676"/>
                </a:lnTo>
                <a:lnTo>
                  <a:pt x="500699" y="100295"/>
                </a:lnTo>
                <a:lnTo>
                  <a:pt x="560549" y="110114"/>
                </a:lnTo>
                <a:lnTo>
                  <a:pt x="678405" y="130094"/>
                </a:lnTo>
                <a:lnTo>
                  <a:pt x="1010245" y="188249"/>
                </a:lnTo>
                <a:lnTo>
                  <a:pt x="1111034" y="205356"/>
                </a:lnTo>
                <a:lnTo>
                  <a:pt x="1159150" y="213199"/>
                </a:lnTo>
                <a:lnTo>
                  <a:pt x="1205619" y="220485"/>
                </a:lnTo>
                <a:lnTo>
                  <a:pt x="1250342" y="227149"/>
                </a:lnTo>
                <a:lnTo>
                  <a:pt x="1293225" y="233129"/>
                </a:lnTo>
                <a:lnTo>
                  <a:pt x="1334169" y="238362"/>
                </a:lnTo>
                <a:lnTo>
                  <a:pt x="1373078" y="242785"/>
                </a:lnTo>
                <a:lnTo>
                  <a:pt x="1444403" y="248949"/>
                </a:lnTo>
                <a:lnTo>
                  <a:pt x="1546564" y="251697"/>
                </a:lnTo>
                <a:lnTo>
                  <a:pt x="1592154" y="253331"/>
                </a:lnTo>
                <a:lnTo>
                  <a:pt x="1642338" y="255852"/>
                </a:lnTo>
                <a:lnTo>
                  <a:pt x="1696254" y="259097"/>
                </a:lnTo>
                <a:lnTo>
                  <a:pt x="1753043" y="262900"/>
                </a:lnTo>
                <a:lnTo>
                  <a:pt x="1991728" y="280395"/>
                </a:lnTo>
                <a:lnTo>
                  <a:pt x="2049981" y="284515"/>
                </a:lnTo>
                <a:lnTo>
                  <a:pt x="2105947" y="288205"/>
                </a:lnTo>
                <a:lnTo>
                  <a:pt x="2158766" y="291300"/>
                </a:lnTo>
                <a:lnTo>
                  <a:pt x="2207579" y="293634"/>
                </a:lnTo>
                <a:lnTo>
                  <a:pt x="2251524" y="295042"/>
                </a:lnTo>
                <a:lnTo>
                  <a:pt x="2289742" y="295361"/>
                </a:lnTo>
                <a:lnTo>
                  <a:pt x="2321373" y="294424"/>
                </a:lnTo>
                <a:lnTo>
                  <a:pt x="2345557" y="292068"/>
                </a:lnTo>
                <a:lnTo>
                  <a:pt x="2361435" y="288127"/>
                </a:lnTo>
                <a:lnTo>
                  <a:pt x="2368145" y="282437"/>
                </a:lnTo>
                <a:lnTo>
                  <a:pt x="2364829" y="274832"/>
                </a:lnTo>
                <a:lnTo>
                  <a:pt x="2283376" y="235723"/>
                </a:lnTo>
                <a:lnTo>
                  <a:pt x="2160188" y="205691"/>
                </a:lnTo>
                <a:lnTo>
                  <a:pt x="2047771" y="186428"/>
                </a:lnTo>
                <a:lnTo>
                  <a:pt x="1998631" y="179631"/>
                </a:lnTo>
                <a:lnTo>
                  <a:pt x="1965496" y="167777"/>
                </a:lnTo>
                <a:lnTo>
                  <a:pt x="1895576" y="145513"/>
                </a:lnTo>
                <a:lnTo>
                  <a:pt x="1858637" y="135086"/>
                </a:lnTo>
                <a:lnTo>
                  <a:pt x="1820276" y="125117"/>
                </a:lnTo>
                <a:lnTo>
                  <a:pt x="1780417" y="115597"/>
                </a:lnTo>
                <a:lnTo>
                  <a:pt x="1738984" y="106517"/>
                </a:lnTo>
                <a:lnTo>
                  <a:pt x="1695900" y="97868"/>
                </a:lnTo>
                <a:lnTo>
                  <a:pt x="1651089" y="89642"/>
                </a:lnTo>
                <a:lnTo>
                  <a:pt x="1604474" y="81829"/>
                </a:lnTo>
                <a:lnTo>
                  <a:pt x="1555979" y="74421"/>
                </a:lnTo>
                <a:lnTo>
                  <a:pt x="1505527" y="67409"/>
                </a:lnTo>
                <a:lnTo>
                  <a:pt x="1453042" y="60783"/>
                </a:lnTo>
                <a:lnTo>
                  <a:pt x="1398448" y="54535"/>
                </a:lnTo>
                <a:lnTo>
                  <a:pt x="1341667" y="48656"/>
                </a:lnTo>
                <a:lnTo>
                  <a:pt x="1282624" y="43138"/>
                </a:lnTo>
                <a:lnTo>
                  <a:pt x="1221242" y="37971"/>
                </a:lnTo>
                <a:lnTo>
                  <a:pt x="1157445" y="33146"/>
                </a:lnTo>
                <a:lnTo>
                  <a:pt x="1091155" y="28654"/>
                </a:lnTo>
                <a:lnTo>
                  <a:pt x="1022297" y="24487"/>
                </a:lnTo>
                <a:lnTo>
                  <a:pt x="950795" y="20636"/>
                </a:lnTo>
                <a:lnTo>
                  <a:pt x="876570" y="17092"/>
                </a:lnTo>
                <a:lnTo>
                  <a:pt x="777914" y="12912"/>
                </a:lnTo>
                <a:lnTo>
                  <a:pt x="678697" y="9199"/>
                </a:lnTo>
                <a:lnTo>
                  <a:pt x="580497" y="6021"/>
                </a:lnTo>
                <a:lnTo>
                  <a:pt x="484893" y="3444"/>
                </a:lnTo>
                <a:lnTo>
                  <a:pt x="393461" y="1536"/>
                </a:lnTo>
                <a:lnTo>
                  <a:pt x="307781" y="366"/>
                </a:lnTo>
                <a:lnTo>
                  <a:pt x="229429" y="0"/>
                </a:lnTo>
                <a:close/>
              </a:path>
            </a:pathLst>
          </a:custGeom>
          <a:solidFill>
            <a:srgbClr val="FAD48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8215717" y="8390977"/>
            <a:ext cx="2383155" cy="192405"/>
          </a:xfrm>
          <a:custGeom>
            <a:avLst/>
            <a:gdLst/>
            <a:ahLst/>
            <a:cxnLst/>
            <a:rect l="l" t="t" r="r" b="b"/>
            <a:pathLst>
              <a:path w="2383154" h="192404">
                <a:moveTo>
                  <a:pt x="1499428" y="0"/>
                </a:moveTo>
                <a:lnTo>
                  <a:pt x="1446527" y="284"/>
                </a:lnTo>
                <a:lnTo>
                  <a:pt x="1391584" y="1219"/>
                </a:lnTo>
                <a:lnTo>
                  <a:pt x="1334521" y="2806"/>
                </a:lnTo>
                <a:lnTo>
                  <a:pt x="1275262" y="5045"/>
                </a:lnTo>
                <a:lnTo>
                  <a:pt x="1213731" y="7937"/>
                </a:lnTo>
                <a:lnTo>
                  <a:pt x="1149848" y="11485"/>
                </a:lnTo>
                <a:lnTo>
                  <a:pt x="1083539" y="15688"/>
                </a:lnTo>
                <a:lnTo>
                  <a:pt x="1014726" y="20548"/>
                </a:lnTo>
                <a:lnTo>
                  <a:pt x="943331" y="26067"/>
                </a:lnTo>
                <a:lnTo>
                  <a:pt x="869278" y="32245"/>
                </a:lnTo>
                <a:lnTo>
                  <a:pt x="770922" y="40982"/>
                </a:lnTo>
                <a:lnTo>
                  <a:pt x="672071" y="50254"/>
                </a:lnTo>
                <a:lnTo>
                  <a:pt x="574298" y="59924"/>
                </a:lnTo>
                <a:lnTo>
                  <a:pt x="479177" y="69852"/>
                </a:lnTo>
                <a:lnTo>
                  <a:pt x="388280" y="79899"/>
                </a:lnTo>
                <a:lnTo>
                  <a:pt x="303181" y="89926"/>
                </a:lnTo>
                <a:lnTo>
                  <a:pt x="225452" y="99794"/>
                </a:lnTo>
                <a:lnTo>
                  <a:pt x="156668" y="109363"/>
                </a:lnTo>
                <a:lnTo>
                  <a:pt x="98401" y="118495"/>
                </a:lnTo>
                <a:lnTo>
                  <a:pt x="52224" y="127051"/>
                </a:lnTo>
                <a:lnTo>
                  <a:pt x="9068" y="138499"/>
                </a:lnTo>
                <a:lnTo>
                  <a:pt x="0" y="145006"/>
                </a:lnTo>
                <a:lnTo>
                  <a:pt x="1965" y="147869"/>
                </a:lnTo>
                <a:lnTo>
                  <a:pt x="57752" y="156316"/>
                </a:lnTo>
                <a:lnTo>
                  <a:pt x="117152" y="158493"/>
                </a:lnTo>
                <a:lnTo>
                  <a:pt x="155417" y="159009"/>
                </a:lnTo>
                <a:lnTo>
                  <a:pt x="261508" y="159239"/>
                </a:lnTo>
                <a:lnTo>
                  <a:pt x="323324" y="159817"/>
                </a:lnTo>
                <a:lnTo>
                  <a:pt x="384996" y="160806"/>
                </a:lnTo>
                <a:lnTo>
                  <a:pt x="446422" y="162154"/>
                </a:lnTo>
                <a:lnTo>
                  <a:pt x="507496" y="163813"/>
                </a:lnTo>
                <a:lnTo>
                  <a:pt x="568115" y="165733"/>
                </a:lnTo>
                <a:lnTo>
                  <a:pt x="687570" y="170153"/>
                </a:lnTo>
                <a:lnTo>
                  <a:pt x="1024161" y="184479"/>
                </a:lnTo>
                <a:lnTo>
                  <a:pt x="1126320" y="188280"/>
                </a:lnTo>
                <a:lnTo>
                  <a:pt x="1175049" y="189773"/>
                </a:lnTo>
                <a:lnTo>
                  <a:pt x="1222071" y="190928"/>
                </a:lnTo>
                <a:lnTo>
                  <a:pt x="1267282" y="191696"/>
                </a:lnTo>
                <a:lnTo>
                  <a:pt x="1310579" y="192025"/>
                </a:lnTo>
                <a:lnTo>
                  <a:pt x="1351856" y="191868"/>
                </a:lnTo>
                <a:lnTo>
                  <a:pt x="1391010" y="191172"/>
                </a:lnTo>
                <a:lnTo>
                  <a:pt x="1462530" y="187970"/>
                </a:lnTo>
                <a:lnTo>
                  <a:pt x="1564175" y="177355"/>
                </a:lnTo>
                <a:lnTo>
                  <a:pt x="1609588" y="173021"/>
                </a:lnTo>
                <a:lnTo>
                  <a:pt x="1659670" y="168968"/>
                </a:lnTo>
                <a:lnTo>
                  <a:pt x="1713548" y="165144"/>
                </a:lnTo>
                <a:lnTo>
                  <a:pt x="1770347" y="161499"/>
                </a:lnTo>
                <a:lnTo>
                  <a:pt x="2009272" y="147678"/>
                </a:lnTo>
                <a:lnTo>
                  <a:pt x="2067565" y="144158"/>
                </a:lnTo>
                <a:lnTo>
                  <a:pt x="2123534" y="140509"/>
                </a:lnTo>
                <a:lnTo>
                  <a:pt x="2176305" y="136680"/>
                </a:lnTo>
                <a:lnTo>
                  <a:pt x="2225005" y="132620"/>
                </a:lnTo>
                <a:lnTo>
                  <a:pt x="2268758" y="128279"/>
                </a:lnTo>
                <a:lnTo>
                  <a:pt x="2306691" y="123605"/>
                </a:lnTo>
                <a:lnTo>
                  <a:pt x="2361600" y="113052"/>
                </a:lnTo>
                <a:lnTo>
                  <a:pt x="2382738" y="100554"/>
                </a:lnTo>
                <a:lnTo>
                  <a:pt x="2378457" y="93447"/>
                </a:lnTo>
                <a:lnTo>
                  <a:pt x="2292592" y="65306"/>
                </a:lnTo>
                <a:lnTo>
                  <a:pt x="2166537" y="51615"/>
                </a:lnTo>
                <a:lnTo>
                  <a:pt x="2052568" y="47195"/>
                </a:lnTo>
                <a:lnTo>
                  <a:pt x="2002961" y="46873"/>
                </a:lnTo>
                <a:lnTo>
                  <a:pt x="1968563" y="39446"/>
                </a:lnTo>
                <a:lnTo>
                  <a:pt x="1896335" y="26502"/>
                </a:lnTo>
                <a:lnTo>
                  <a:pt x="1858350" y="20987"/>
                </a:lnTo>
                <a:lnTo>
                  <a:pt x="1819016" y="16113"/>
                </a:lnTo>
                <a:lnTo>
                  <a:pt x="1778256" y="11879"/>
                </a:lnTo>
                <a:lnTo>
                  <a:pt x="1735992" y="8287"/>
                </a:lnTo>
                <a:lnTo>
                  <a:pt x="1692148" y="5338"/>
                </a:lnTo>
                <a:lnTo>
                  <a:pt x="1646647" y="3034"/>
                </a:lnTo>
                <a:lnTo>
                  <a:pt x="1599411" y="1376"/>
                </a:lnTo>
                <a:lnTo>
                  <a:pt x="1550363" y="364"/>
                </a:lnTo>
                <a:lnTo>
                  <a:pt x="1499428" y="0"/>
                </a:lnTo>
                <a:close/>
              </a:path>
            </a:pathLst>
          </a:custGeom>
          <a:solidFill>
            <a:srgbClr val="FAD48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1519119" y="4871088"/>
            <a:ext cx="2192020" cy="2590165"/>
            <a:chOff x="1519119" y="4871088"/>
            <a:chExt cx="2192020" cy="2590165"/>
          </a:xfrm>
        </p:grpSpPr>
        <p:pic>
          <p:nvPicPr>
            <p:cNvPr id="5" name="object 5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562323" y="4871088"/>
              <a:ext cx="102300" cy="313455"/>
            </a:xfrm>
            <a:prstGeom prst="rect">
              <a:avLst/>
            </a:prstGeom>
          </p:spPr>
        </p:pic>
        <p:sp>
          <p:nvSpPr>
            <p:cNvPr id="6" name="object 6" descr=""/>
            <p:cNvSpPr/>
            <p:nvPr/>
          </p:nvSpPr>
          <p:spPr>
            <a:xfrm>
              <a:off x="1519119" y="5163611"/>
              <a:ext cx="2192020" cy="2297430"/>
            </a:xfrm>
            <a:custGeom>
              <a:avLst/>
              <a:gdLst/>
              <a:ahLst/>
              <a:cxnLst/>
              <a:rect l="l" t="t" r="r" b="b"/>
              <a:pathLst>
                <a:path w="2192020" h="2297429">
                  <a:moveTo>
                    <a:pt x="1095170" y="0"/>
                  </a:moveTo>
                  <a:lnTo>
                    <a:pt x="1051968" y="4737"/>
                  </a:lnTo>
                  <a:lnTo>
                    <a:pt x="1015611" y="17538"/>
                  </a:lnTo>
                  <a:lnTo>
                    <a:pt x="980964" y="36072"/>
                  </a:lnTo>
                  <a:lnTo>
                    <a:pt x="903035" y="81003"/>
                  </a:lnTo>
                  <a:lnTo>
                    <a:pt x="864105" y="105538"/>
                  </a:lnTo>
                  <a:lnTo>
                    <a:pt x="826159" y="131570"/>
                  </a:lnTo>
                  <a:lnTo>
                    <a:pt x="789253" y="159052"/>
                  </a:lnTo>
                  <a:lnTo>
                    <a:pt x="751816" y="189128"/>
                  </a:lnTo>
                  <a:lnTo>
                    <a:pt x="715098" y="220958"/>
                  </a:lnTo>
                  <a:lnTo>
                    <a:pt x="679490" y="254533"/>
                  </a:lnTo>
                  <a:lnTo>
                    <a:pt x="645384" y="289846"/>
                  </a:lnTo>
                  <a:lnTo>
                    <a:pt x="613172" y="326890"/>
                  </a:lnTo>
                  <a:lnTo>
                    <a:pt x="583243" y="365656"/>
                  </a:lnTo>
                  <a:lnTo>
                    <a:pt x="555990" y="406138"/>
                  </a:lnTo>
                  <a:lnTo>
                    <a:pt x="531804" y="448327"/>
                  </a:lnTo>
                  <a:lnTo>
                    <a:pt x="511075" y="492215"/>
                  </a:lnTo>
                  <a:lnTo>
                    <a:pt x="494195" y="537796"/>
                  </a:lnTo>
                  <a:lnTo>
                    <a:pt x="481556" y="585060"/>
                  </a:lnTo>
                  <a:lnTo>
                    <a:pt x="474927" y="621122"/>
                  </a:lnTo>
                  <a:lnTo>
                    <a:pt x="405468" y="616630"/>
                  </a:lnTo>
                  <a:lnTo>
                    <a:pt x="365710" y="616693"/>
                  </a:lnTo>
                  <a:lnTo>
                    <a:pt x="341434" y="623258"/>
                  </a:lnTo>
                  <a:lnTo>
                    <a:pt x="336552" y="635509"/>
                  </a:lnTo>
                  <a:lnTo>
                    <a:pt x="336009" y="654393"/>
                  </a:lnTo>
                  <a:lnTo>
                    <a:pt x="337428" y="675139"/>
                  </a:lnTo>
                  <a:lnTo>
                    <a:pt x="338429" y="692973"/>
                  </a:lnTo>
                  <a:lnTo>
                    <a:pt x="386312" y="692973"/>
                  </a:lnTo>
                  <a:lnTo>
                    <a:pt x="386312" y="894014"/>
                  </a:lnTo>
                  <a:lnTo>
                    <a:pt x="189219" y="894014"/>
                  </a:lnTo>
                  <a:lnTo>
                    <a:pt x="189219" y="1004388"/>
                  </a:lnTo>
                  <a:lnTo>
                    <a:pt x="311414" y="1004388"/>
                  </a:lnTo>
                  <a:lnTo>
                    <a:pt x="311414" y="1595679"/>
                  </a:lnTo>
                  <a:lnTo>
                    <a:pt x="290273" y="1595679"/>
                  </a:lnTo>
                  <a:lnTo>
                    <a:pt x="275895" y="1598667"/>
                  </a:lnTo>
                  <a:lnTo>
                    <a:pt x="264118" y="1606769"/>
                  </a:lnTo>
                  <a:lnTo>
                    <a:pt x="256161" y="1618689"/>
                  </a:lnTo>
                  <a:lnTo>
                    <a:pt x="253238" y="1633133"/>
                  </a:lnTo>
                  <a:lnTo>
                    <a:pt x="256161" y="1647575"/>
                  </a:lnTo>
                  <a:lnTo>
                    <a:pt x="264118" y="1659492"/>
                  </a:lnTo>
                  <a:lnTo>
                    <a:pt x="275895" y="1667590"/>
                  </a:lnTo>
                  <a:lnTo>
                    <a:pt x="290273" y="1670577"/>
                  </a:lnTo>
                  <a:lnTo>
                    <a:pt x="311414" y="1670577"/>
                  </a:lnTo>
                  <a:lnTo>
                    <a:pt x="311414" y="2049005"/>
                  </a:lnTo>
                  <a:lnTo>
                    <a:pt x="137974" y="2049005"/>
                  </a:lnTo>
                  <a:lnTo>
                    <a:pt x="137974" y="2171211"/>
                  </a:lnTo>
                  <a:lnTo>
                    <a:pt x="0" y="2171211"/>
                  </a:lnTo>
                  <a:lnTo>
                    <a:pt x="0" y="2297354"/>
                  </a:lnTo>
                  <a:lnTo>
                    <a:pt x="2191744" y="2297354"/>
                  </a:lnTo>
                  <a:lnTo>
                    <a:pt x="2191744" y="2171211"/>
                  </a:lnTo>
                  <a:lnTo>
                    <a:pt x="2061654" y="2171211"/>
                  </a:lnTo>
                  <a:lnTo>
                    <a:pt x="2061654" y="2049005"/>
                  </a:lnTo>
                  <a:lnTo>
                    <a:pt x="1876382" y="2049005"/>
                  </a:lnTo>
                  <a:lnTo>
                    <a:pt x="1876382" y="1670577"/>
                  </a:lnTo>
                  <a:lnTo>
                    <a:pt x="1902832" y="1670577"/>
                  </a:lnTo>
                  <a:lnTo>
                    <a:pt x="1917210" y="1667590"/>
                  </a:lnTo>
                  <a:lnTo>
                    <a:pt x="1928987" y="1659492"/>
                  </a:lnTo>
                  <a:lnTo>
                    <a:pt x="1936944" y="1647575"/>
                  </a:lnTo>
                  <a:lnTo>
                    <a:pt x="1939867" y="1633133"/>
                  </a:lnTo>
                  <a:lnTo>
                    <a:pt x="1936944" y="1618689"/>
                  </a:lnTo>
                  <a:lnTo>
                    <a:pt x="1928987" y="1606769"/>
                  </a:lnTo>
                  <a:lnTo>
                    <a:pt x="1917210" y="1598667"/>
                  </a:lnTo>
                  <a:lnTo>
                    <a:pt x="1902832" y="1595679"/>
                  </a:lnTo>
                  <a:lnTo>
                    <a:pt x="1876382" y="1595679"/>
                  </a:lnTo>
                  <a:lnTo>
                    <a:pt x="1876382" y="1004388"/>
                  </a:lnTo>
                  <a:lnTo>
                    <a:pt x="1986756" y="1004388"/>
                  </a:lnTo>
                  <a:lnTo>
                    <a:pt x="1986756" y="894014"/>
                  </a:lnTo>
                  <a:lnTo>
                    <a:pt x="1789662" y="894014"/>
                  </a:lnTo>
                  <a:lnTo>
                    <a:pt x="1789662" y="692973"/>
                  </a:lnTo>
                  <a:lnTo>
                    <a:pt x="1833022" y="692973"/>
                  </a:lnTo>
                  <a:lnTo>
                    <a:pt x="1833022" y="622012"/>
                  </a:lnTo>
                  <a:lnTo>
                    <a:pt x="1695623" y="622012"/>
                  </a:lnTo>
                  <a:lnTo>
                    <a:pt x="1692082" y="604516"/>
                  </a:lnTo>
                  <a:lnTo>
                    <a:pt x="1682241" y="565277"/>
                  </a:lnTo>
                  <a:lnTo>
                    <a:pt x="1671372" y="524171"/>
                  </a:lnTo>
                  <a:lnTo>
                    <a:pt x="1645016" y="455369"/>
                  </a:lnTo>
                  <a:lnTo>
                    <a:pt x="1620953" y="412296"/>
                  </a:lnTo>
                  <a:lnTo>
                    <a:pt x="1593244" y="371518"/>
                  </a:lnTo>
                  <a:lnTo>
                    <a:pt x="1562579" y="332698"/>
                  </a:lnTo>
                  <a:lnTo>
                    <a:pt x="1529648" y="295500"/>
                  </a:lnTo>
                  <a:lnTo>
                    <a:pt x="1495140" y="259586"/>
                  </a:lnTo>
                  <a:lnTo>
                    <a:pt x="1459746" y="224621"/>
                  </a:lnTo>
                  <a:lnTo>
                    <a:pt x="1424686" y="191556"/>
                  </a:lnTo>
                  <a:lnTo>
                    <a:pt x="1388659" y="159550"/>
                  </a:lnTo>
                  <a:lnTo>
                    <a:pt x="1351694" y="128632"/>
                  </a:lnTo>
                  <a:lnTo>
                    <a:pt x="1313823" y="98828"/>
                  </a:lnTo>
                  <a:lnTo>
                    <a:pt x="1275078" y="70168"/>
                  </a:lnTo>
                  <a:lnTo>
                    <a:pt x="1235491" y="42679"/>
                  </a:lnTo>
                  <a:lnTo>
                    <a:pt x="1168809" y="11181"/>
                  </a:lnTo>
                  <a:lnTo>
                    <a:pt x="1132371" y="2879"/>
                  </a:lnTo>
                  <a:lnTo>
                    <a:pt x="1095170" y="0"/>
                  </a:lnTo>
                  <a:close/>
                </a:path>
              </a:pathLst>
            </a:custGeom>
            <a:solidFill>
              <a:srgbClr val="B9E4F8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9340" y="4886852"/>
            <a:ext cx="2948940" cy="2921635"/>
            <a:chOff x="9340" y="4886852"/>
            <a:chExt cx="2948940" cy="2921635"/>
          </a:xfrm>
        </p:grpSpPr>
        <p:sp>
          <p:nvSpPr>
            <p:cNvPr id="8" name="object 8" descr=""/>
            <p:cNvSpPr/>
            <p:nvPr/>
          </p:nvSpPr>
          <p:spPr>
            <a:xfrm>
              <a:off x="9334" y="4886864"/>
              <a:ext cx="2948940" cy="2921000"/>
            </a:xfrm>
            <a:custGeom>
              <a:avLst/>
              <a:gdLst/>
              <a:ahLst/>
              <a:cxnLst/>
              <a:rect l="l" t="t" r="r" b="b"/>
              <a:pathLst>
                <a:path w="2948940" h="2921000">
                  <a:moveTo>
                    <a:pt x="512470" y="1105268"/>
                  </a:moveTo>
                  <a:lnTo>
                    <a:pt x="410794" y="1105268"/>
                  </a:lnTo>
                  <a:lnTo>
                    <a:pt x="410794" y="1243558"/>
                  </a:lnTo>
                  <a:lnTo>
                    <a:pt x="512470" y="1243558"/>
                  </a:lnTo>
                  <a:lnTo>
                    <a:pt x="512470" y="1105268"/>
                  </a:lnTo>
                  <a:close/>
                </a:path>
                <a:path w="2948940" h="2921000">
                  <a:moveTo>
                    <a:pt x="2948597" y="1825129"/>
                  </a:moveTo>
                  <a:lnTo>
                    <a:pt x="2779103" y="1825129"/>
                  </a:lnTo>
                  <a:lnTo>
                    <a:pt x="2779103" y="1931568"/>
                  </a:lnTo>
                  <a:lnTo>
                    <a:pt x="2641130" y="1931568"/>
                  </a:lnTo>
                  <a:lnTo>
                    <a:pt x="2641130" y="1825129"/>
                  </a:lnTo>
                  <a:lnTo>
                    <a:pt x="2459799" y="1825129"/>
                  </a:lnTo>
                  <a:lnTo>
                    <a:pt x="2459799" y="1931568"/>
                  </a:lnTo>
                  <a:lnTo>
                    <a:pt x="2321826" y="1931568"/>
                  </a:lnTo>
                  <a:lnTo>
                    <a:pt x="2321826" y="1825129"/>
                  </a:lnTo>
                  <a:lnTo>
                    <a:pt x="2136559" y="1825129"/>
                  </a:lnTo>
                  <a:lnTo>
                    <a:pt x="2136559" y="1931568"/>
                  </a:lnTo>
                  <a:lnTo>
                    <a:pt x="1994636" y="1931568"/>
                  </a:lnTo>
                  <a:lnTo>
                    <a:pt x="1994636" y="1825129"/>
                  </a:lnTo>
                  <a:lnTo>
                    <a:pt x="1821205" y="1825129"/>
                  </a:lnTo>
                  <a:lnTo>
                    <a:pt x="1821205" y="1931568"/>
                  </a:lnTo>
                  <a:lnTo>
                    <a:pt x="1683232" y="1931568"/>
                  </a:lnTo>
                  <a:lnTo>
                    <a:pt x="1683232" y="1825129"/>
                  </a:lnTo>
                  <a:lnTo>
                    <a:pt x="1501889" y="1825129"/>
                  </a:lnTo>
                  <a:lnTo>
                    <a:pt x="1501889" y="1957019"/>
                  </a:lnTo>
                  <a:lnTo>
                    <a:pt x="1492681" y="1994636"/>
                  </a:lnTo>
                  <a:lnTo>
                    <a:pt x="1477708" y="1994636"/>
                  </a:lnTo>
                  <a:lnTo>
                    <a:pt x="1471129" y="1706880"/>
                  </a:lnTo>
                  <a:lnTo>
                    <a:pt x="1537373" y="1706880"/>
                  </a:lnTo>
                  <a:lnTo>
                    <a:pt x="1537373" y="1612265"/>
                  </a:lnTo>
                  <a:lnTo>
                    <a:pt x="1468856" y="1612265"/>
                  </a:lnTo>
                  <a:lnTo>
                    <a:pt x="1466443" y="1501889"/>
                  </a:lnTo>
                  <a:lnTo>
                    <a:pt x="1513725" y="1501889"/>
                  </a:lnTo>
                  <a:lnTo>
                    <a:pt x="1513725" y="1415161"/>
                  </a:lnTo>
                  <a:lnTo>
                    <a:pt x="1464627" y="1415161"/>
                  </a:lnTo>
                  <a:lnTo>
                    <a:pt x="1455635" y="1024915"/>
                  </a:lnTo>
                  <a:lnTo>
                    <a:pt x="1455991" y="1024915"/>
                  </a:lnTo>
                  <a:lnTo>
                    <a:pt x="1453807" y="926363"/>
                  </a:lnTo>
                  <a:lnTo>
                    <a:pt x="1453591" y="926363"/>
                  </a:lnTo>
                  <a:lnTo>
                    <a:pt x="1447952" y="685901"/>
                  </a:lnTo>
                  <a:lnTo>
                    <a:pt x="1448396" y="685901"/>
                  </a:lnTo>
                  <a:lnTo>
                    <a:pt x="1447228" y="630720"/>
                  </a:lnTo>
                  <a:lnTo>
                    <a:pt x="1533436" y="630720"/>
                  </a:lnTo>
                  <a:lnTo>
                    <a:pt x="1533436" y="551878"/>
                  </a:lnTo>
                  <a:lnTo>
                    <a:pt x="1445031" y="551878"/>
                  </a:lnTo>
                  <a:lnTo>
                    <a:pt x="1442758" y="523074"/>
                  </a:lnTo>
                  <a:lnTo>
                    <a:pt x="1442186" y="394195"/>
                  </a:lnTo>
                  <a:lnTo>
                    <a:pt x="1442402" y="394195"/>
                  </a:lnTo>
                  <a:lnTo>
                    <a:pt x="1441818" y="364947"/>
                  </a:lnTo>
                  <a:lnTo>
                    <a:pt x="1442034" y="361276"/>
                  </a:lnTo>
                  <a:lnTo>
                    <a:pt x="1440878" y="295656"/>
                  </a:lnTo>
                  <a:lnTo>
                    <a:pt x="1509039" y="295656"/>
                  </a:lnTo>
                  <a:lnTo>
                    <a:pt x="1537373" y="93345"/>
                  </a:lnTo>
                  <a:lnTo>
                    <a:pt x="1537373" y="38468"/>
                  </a:lnTo>
                  <a:lnTo>
                    <a:pt x="1533512" y="22339"/>
                  </a:lnTo>
                  <a:lnTo>
                    <a:pt x="1523060" y="10236"/>
                  </a:lnTo>
                  <a:lnTo>
                    <a:pt x="1507705" y="2628"/>
                  </a:lnTo>
                  <a:lnTo>
                    <a:pt x="1489163" y="0"/>
                  </a:lnTo>
                  <a:lnTo>
                    <a:pt x="1467180" y="0"/>
                  </a:lnTo>
                  <a:lnTo>
                    <a:pt x="1449285" y="2628"/>
                  </a:lnTo>
                  <a:lnTo>
                    <a:pt x="1435341" y="10236"/>
                  </a:lnTo>
                  <a:lnTo>
                    <a:pt x="1426286" y="22339"/>
                  </a:lnTo>
                  <a:lnTo>
                    <a:pt x="1423060" y="38468"/>
                  </a:lnTo>
                  <a:lnTo>
                    <a:pt x="1423060" y="98552"/>
                  </a:lnTo>
                  <a:lnTo>
                    <a:pt x="1344218" y="98552"/>
                  </a:lnTo>
                  <a:lnTo>
                    <a:pt x="1344218" y="38468"/>
                  </a:lnTo>
                  <a:lnTo>
                    <a:pt x="1341208" y="22339"/>
                  </a:lnTo>
                  <a:lnTo>
                    <a:pt x="1332623" y="10236"/>
                  </a:lnTo>
                  <a:lnTo>
                    <a:pt x="1319149" y="2628"/>
                  </a:lnTo>
                  <a:lnTo>
                    <a:pt x="1301457" y="0"/>
                  </a:lnTo>
                  <a:lnTo>
                    <a:pt x="1279461" y="0"/>
                  </a:lnTo>
                  <a:lnTo>
                    <a:pt x="1260716" y="2628"/>
                  </a:lnTo>
                  <a:lnTo>
                    <a:pt x="1244892" y="10236"/>
                  </a:lnTo>
                  <a:lnTo>
                    <a:pt x="1233970" y="22339"/>
                  </a:lnTo>
                  <a:lnTo>
                    <a:pt x="1229906" y="38468"/>
                  </a:lnTo>
                  <a:lnTo>
                    <a:pt x="1229906" y="98552"/>
                  </a:lnTo>
                  <a:lnTo>
                    <a:pt x="1155001" y="98552"/>
                  </a:lnTo>
                  <a:lnTo>
                    <a:pt x="1155001" y="38468"/>
                  </a:lnTo>
                  <a:lnTo>
                    <a:pt x="1152220" y="22339"/>
                  </a:lnTo>
                  <a:lnTo>
                    <a:pt x="1144155" y="10236"/>
                  </a:lnTo>
                  <a:lnTo>
                    <a:pt x="1131189" y="2628"/>
                  </a:lnTo>
                  <a:lnTo>
                    <a:pt x="1113739" y="0"/>
                  </a:lnTo>
                  <a:lnTo>
                    <a:pt x="1091742" y="0"/>
                  </a:lnTo>
                  <a:lnTo>
                    <a:pt x="1074013" y="2628"/>
                  </a:lnTo>
                  <a:lnTo>
                    <a:pt x="1060399" y="10236"/>
                  </a:lnTo>
                  <a:lnTo>
                    <a:pt x="1051648" y="22339"/>
                  </a:lnTo>
                  <a:lnTo>
                    <a:pt x="1048562" y="38468"/>
                  </a:lnTo>
                  <a:lnTo>
                    <a:pt x="1048562" y="98552"/>
                  </a:lnTo>
                  <a:lnTo>
                    <a:pt x="973683" y="98552"/>
                  </a:lnTo>
                  <a:lnTo>
                    <a:pt x="973683" y="38468"/>
                  </a:lnTo>
                  <a:lnTo>
                    <a:pt x="969899" y="22339"/>
                  </a:lnTo>
                  <a:lnTo>
                    <a:pt x="959637" y="10236"/>
                  </a:lnTo>
                  <a:lnTo>
                    <a:pt x="944499" y="2628"/>
                  </a:lnTo>
                  <a:lnTo>
                    <a:pt x="926084" y="0"/>
                  </a:lnTo>
                  <a:lnTo>
                    <a:pt x="904100" y="0"/>
                  </a:lnTo>
                  <a:lnTo>
                    <a:pt x="886104" y="2628"/>
                  </a:lnTo>
                  <a:lnTo>
                    <a:pt x="871943" y="10236"/>
                  </a:lnTo>
                  <a:lnTo>
                    <a:pt x="862672" y="22339"/>
                  </a:lnTo>
                  <a:lnTo>
                    <a:pt x="859358" y="38468"/>
                  </a:lnTo>
                  <a:lnTo>
                    <a:pt x="859358" y="98552"/>
                  </a:lnTo>
                  <a:lnTo>
                    <a:pt x="788390" y="98552"/>
                  </a:lnTo>
                  <a:lnTo>
                    <a:pt x="788390" y="38468"/>
                  </a:lnTo>
                  <a:lnTo>
                    <a:pt x="785215" y="22339"/>
                  </a:lnTo>
                  <a:lnTo>
                    <a:pt x="776274" y="10236"/>
                  </a:lnTo>
                  <a:lnTo>
                    <a:pt x="762457" y="2628"/>
                  </a:lnTo>
                  <a:lnTo>
                    <a:pt x="744651" y="0"/>
                  </a:lnTo>
                  <a:lnTo>
                    <a:pt x="722579" y="0"/>
                  </a:lnTo>
                  <a:lnTo>
                    <a:pt x="704037" y="2628"/>
                  </a:lnTo>
                  <a:lnTo>
                    <a:pt x="688581" y="10236"/>
                  </a:lnTo>
                  <a:lnTo>
                    <a:pt x="678002" y="22339"/>
                  </a:lnTo>
                  <a:lnTo>
                    <a:pt x="674090" y="38468"/>
                  </a:lnTo>
                  <a:lnTo>
                    <a:pt x="674090" y="93345"/>
                  </a:lnTo>
                  <a:lnTo>
                    <a:pt x="704456" y="295656"/>
                  </a:lnTo>
                  <a:lnTo>
                    <a:pt x="763282" y="295656"/>
                  </a:lnTo>
                  <a:lnTo>
                    <a:pt x="752919" y="368096"/>
                  </a:lnTo>
                  <a:lnTo>
                    <a:pt x="752919" y="524027"/>
                  </a:lnTo>
                  <a:lnTo>
                    <a:pt x="754951" y="551878"/>
                  </a:lnTo>
                  <a:lnTo>
                    <a:pt x="685901" y="551878"/>
                  </a:lnTo>
                  <a:lnTo>
                    <a:pt x="685901" y="630720"/>
                  </a:lnTo>
                  <a:lnTo>
                    <a:pt x="753567" y="630720"/>
                  </a:lnTo>
                  <a:lnTo>
                    <a:pt x="742480" y="1257084"/>
                  </a:lnTo>
                  <a:lnTo>
                    <a:pt x="0" y="1257084"/>
                  </a:lnTo>
                  <a:lnTo>
                    <a:pt x="0" y="2039531"/>
                  </a:lnTo>
                  <a:lnTo>
                    <a:pt x="662254" y="2039531"/>
                  </a:lnTo>
                  <a:lnTo>
                    <a:pt x="662254" y="2921000"/>
                  </a:lnTo>
                  <a:lnTo>
                    <a:pt x="2948597" y="2921000"/>
                  </a:lnTo>
                  <a:lnTo>
                    <a:pt x="2948597" y="1825129"/>
                  </a:lnTo>
                  <a:close/>
                </a:path>
              </a:pathLst>
            </a:custGeom>
            <a:solidFill>
              <a:srgbClr val="B9E4F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" name="object 9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73516" y="5205801"/>
              <a:ext cx="91546" cy="177743"/>
            </a:xfrm>
            <a:prstGeom prst="rect">
              <a:avLst/>
            </a:prstGeom>
          </p:spPr>
        </p:pic>
        <p:pic>
          <p:nvPicPr>
            <p:cNvPr id="10" name="object 10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63501" y="5205801"/>
              <a:ext cx="91546" cy="177743"/>
            </a:xfrm>
            <a:prstGeom prst="rect">
              <a:avLst/>
            </a:prstGeom>
          </p:spPr>
        </p:pic>
        <p:pic>
          <p:nvPicPr>
            <p:cNvPr id="11" name="object 11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63501" y="5804982"/>
              <a:ext cx="91546" cy="177743"/>
            </a:xfrm>
            <a:prstGeom prst="rect">
              <a:avLst/>
            </a:prstGeom>
          </p:spPr>
        </p:pic>
        <p:pic>
          <p:nvPicPr>
            <p:cNvPr id="12" name="object 12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253486" y="5205801"/>
              <a:ext cx="91546" cy="177743"/>
            </a:xfrm>
            <a:prstGeom prst="rect">
              <a:avLst/>
            </a:prstGeom>
          </p:spPr>
        </p:pic>
        <p:sp>
          <p:nvSpPr>
            <p:cNvPr id="13" name="object 13" descr=""/>
            <p:cNvSpPr/>
            <p:nvPr/>
          </p:nvSpPr>
          <p:spPr>
            <a:xfrm>
              <a:off x="647582" y="5992131"/>
              <a:ext cx="102235" cy="138430"/>
            </a:xfrm>
            <a:custGeom>
              <a:avLst/>
              <a:gdLst/>
              <a:ahLst/>
              <a:cxnLst/>
              <a:rect l="l" t="t" r="r" b="b"/>
              <a:pathLst>
                <a:path w="102234" h="138429">
                  <a:moveTo>
                    <a:pt x="101672" y="0"/>
                  </a:moveTo>
                  <a:lnTo>
                    <a:pt x="0" y="0"/>
                  </a:lnTo>
                  <a:lnTo>
                    <a:pt x="0" y="138288"/>
                  </a:lnTo>
                  <a:lnTo>
                    <a:pt x="101672" y="138288"/>
                  </a:lnTo>
                  <a:lnTo>
                    <a:pt x="101672" y="0"/>
                  </a:lnTo>
                  <a:close/>
                </a:path>
              </a:pathLst>
            </a:custGeom>
            <a:solidFill>
              <a:srgbClr val="B9E4F8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 descr=""/>
          <p:cNvGrpSpPr/>
          <p:nvPr/>
        </p:nvGrpSpPr>
        <p:grpSpPr>
          <a:xfrm>
            <a:off x="10076046" y="4259718"/>
            <a:ext cx="2910840" cy="3565525"/>
            <a:chOff x="10076046" y="4259718"/>
            <a:chExt cx="2910840" cy="3565525"/>
          </a:xfrm>
        </p:grpSpPr>
        <p:pic>
          <p:nvPicPr>
            <p:cNvPr id="15" name="object 15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1837790" y="4646395"/>
              <a:ext cx="102300" cy="313453"/>
            </a:xfrm>
            <a:prstGeom prst="rect">
              <a:avLst/>
            </a:prstGeom>
          </p:spPr>
        </p:pic>
        <p:sp>
          <p:nvSpPr>
            <p:cNvPr id="16" name="object 16" descr=""/>
            <p:cNvSpPr/>
            <p:nvPr/>
          </p:nvSpPr>
          <p:spPr>
            <a:xfrm>
              <a:off x="10076040" y="4259725"/>
              <a:ext cx="2910840" cy="3565525"/>
            </a:xfrm>
            <a:custGeom>
              <a:avLst/>
              <a:gdLst/>
              <a:ahLst/>
              <a:cxnLst/>
              <a:rect l="l" t="t" r="r" b="b"/>
              <a:pathLst>
                <a:path w="2910840" h="3565525">
                  <a:moveTo>
                    <a:pt x="663346" y="363029"/>
                  </a:moveTo>
                  <a:lnTo>
                    <a:pt x="570484" y="363029"/>
                  </a:lnTo>
                  <a:lnTo>
                    <a:pt x="570636" y="355930"/>
                  </a:lnTo>
                  <a:lnTo>
                    <a:pt x="570750" y="354952"/>
                  </a:lnTo>
                  <a:lnTo>
                    <a:pt x="571195" y="349427"/>
                  </a:lnTo>
                  <a:lnTo>
                    <a:pt x="571639" y="340271"/>
                  </a:lnTo>
                  <a:lnTo>
                    <a:pt x="571639" y="334467"/>
                  </a:lnTo>
                  <a:lnTo>
                    <a:pt x="565810" y="293471"/>
                  </a:lnTo>
                  <a:lnTo>
                    <a:pt x="549236" y="255905"/>
                  </a:lnTo>
                  <a:lnTo>
                    <a:pt x="523290" y="222986"/>
                  </a:lnTo>
                  <a:lnTo>
                    <a:pt x="489343" y="195922"/>
                  </a:lnTo>
                  <a:lnTo>
                    <a:pt x="448792" y="175907"/>
                  </a:lnTo>
                  <a:lnTo>
                    <a:pt x="402996" y="164160"/>
                  </a:lnTo>
                  <a:lnTo>
                    <a:pt x="360095" y="0"/>
                  </a:lnTo>
                  <a:lnTo>
                    <a:pt x="325640" y="163664"/>
                  </a:lnTo>
                  <a:lnTo>
                    <a:pt x="272491" y="179273"/>
                  </a:lnTo>
                  <a:lnTo>
                    <a:pt x="227190" y="205828"/>
                  </a:lnTo>
                  <a:lnTo>
                    <a:pt x="192011" y="241439"/>
                  </a:lnTo>
                  <a:lnTo>
                    <a:pt x="169240" y="284226"/>
                  </a:lnTo>
                  <a:lnTo>
                    <a:pt x="161150" y="332270"/>
                  </a:lnTo>
                  <a:lnTo>
                    <a:pt x="161226" y="340271"/>
                  </a:lnTo>
                  <a:lnTo>
                    <a:pt x="161594" y="349504"/>
                  </a:lnTo>
                  <a:lnTo>
                    <a:pt x="162039" y="354952"/>
                  </a:lnTo>
                  <a:lnTo>
                    <a:pt x="162140" y="355930"/>
                  </a:lnTo>
                  <a:lnTo>
                    <a:pt x="162293" y="363029"/>
                  </a:lnTo>
                  <a:lnTo>
                    <a:pt x="95707" y="363029"/>
                  </a:lnTo>
                  <a:lnTo>
                    <a:pt x="95707" y="402450"/>
                  </a:lnTo>
                  <a:lnTo>
                    <a:pt x="663346" y="402450"/>
                  </a:lnTo>
                  <a:lnTo>
                    <a:pt x="663346" y="363029"/>
                  </a:lnTo>
                  <a:close/>
                </a:path>
                <a:path w="2910840" h="3565525">
                  <a:moveTo>
                    <a:pt x="2910281" y="2850413"/>
                  </a:moveTo>
                  <a:lnTo>
                    <a:pt x="2780195" y="2850413"/>
                  </a:lnTo>
                  <a:lnTo>
                    <a:pt x="2780195" y="2728201"/>
                  </a:lnTo>
                  <a:lnTo>
                    <a:pt x="2594927" y="2728201"/>
                  </a:lnTo>
                  <a:lnTo>
                    <a:pt x="2594927" y="2349779"/>
                  </a:lnTo>
                  <a:lnTo>
                    <a:pt x="2621369" y="2349779"/>
                  </a:lnTo>
                  <a:lnTo>
                    <a:pt x="2635745" y="2346795"/>
                  </a:lnTo>
                  <a:lnTo>
                    <a:pt x="2647531" y="2338692"/>
                  </a:lnTo>
                  <a:lnTo>
                    <a:pt x="2655481" y="2326779"/>
                  </a:lnTo>
                  <a:lnTo>
                    <a:pt x="2658402" y="2312327"/>
                  </a:lnTo>
                  <a:lnTo>
                    <a:pt x="2655481" y="2297887"/>
                  </a:lnTo>
                  <a:lnTo>
                    <a:pt x="2647531" y="2285962"/>
                  </a:lnTo>
                  <a:lnTo>
                    <a:pt x="2635745" y="2277872"/>
                  </a:lnTo>
                  <a:lnTo>
                    <a:pt x="2621369" y="2274874"/>
                  </a:lnTo>
                  <a:lnTo>
                    <a:pt x="2594927" y="2274874"/>
                  </a:lnTo>
                  <a:lnTo>
                    <a:pt x="2594927" y="1683588"/>
                  </a:lnTo>
                  <a:lnTo>
                    <a:pt x="2705290" y="1683588"/>
                  </a:lnTo>
                  <a:lnTo>
                    <a:pt x="2705290" y="1573212"/>
                  </a:lnTo>
                  <a:lnTo>
                    <a:pt x="2508199" y="1573212"/>
                  </a:lnTo>
                  <a:lnTo>
                    <a:pt x="2508199" y="1372171"/>
                  </a:lnTo>
                  <a:lnTo>
                    <a:pt x="2551557" y="1372171"/>
                  </a:lnTo>
                  <a:lnTo>
                    <a:pt x="2551557" y="1301216"/>
                  </a:lnTo>
                  <a:lnTo>
                    <a:pt x="2414168" y="1301216"/>
                  </a:lnTo>
                  <a:lnTo>
                    <a:pt x="2410625" y="1283716"/>
                  </a:lnTo>
                  <a:lnTo>
                    <a:pt x="2400782" y="1244473"/>
                  </a:lnTo>
                  <a:lnTo>
                    <a:pt x="2389911" y="1203375"/>
                  </a:lnTo>
                  <a:lnTo>
                    <a:pt x="2363559" y="1134567"/>
                  </a:lnTo>
                  <a:lnTo>
                    <a:pt x="2339492" y="1091501"/>
                  </a:lnTo>
                  <a:lnTo>
                    <a:pt x="2311781" y="1050721"/>
                  </a:lnTo>
                  <a:lnTo>
                    <a:pt x="2281123" y="1011897"/>
                  </a:lnTo>
                  <a:lnTo>
                    <a:pt x="2248192" y="974699"/>
                  </a:lnTo>
                  <a:lnTo>
                    <a:pt x="2213673" y="938784"/>
                  </a:lnTo>
                  <a:lnTo>
                    <a:pt x="2178291" y="903820"/>
                  </a:lnTo>
                  <a:lnTo>
                    <a:pt x="2143226" y="870750"/>
                  </a:lnTo>
                  <a:lnTo>
                    <a:pt x="2107196" y="838746"/>
                  </a:lnTo>
                  <a:lnTo>
                    <a:pt x="2070227" y="807834"/>
                  </a:lnTo>
                  <a:lnTo>
                    <a:pt x="2032368" y="778027"/>
                  </a:lnTo>
                  <a:lnTo>
                    <a:pt x="1993620" y="749363"/>
                  </a:lnTo>
                  <a:lnTo>
                    <a:pt x="1954034" y="721880"/>
                  </a:lnTo>
                  <a:lnTo>
                    <a:pt x="1887347" y="690384"/>
                  </a:lnTo>
                  <a:lnTo>
                    <a:pt x="1813712" y="679196"/>
                  </a:lnTo>
                  <a:lnTo>
                    <a:pt x="1770507" y="683933"/>
                  </a:lnTo>
                  <a:lnTo>
                    <a:pt x="1734146" y="696734"/>
                  </a:lnTo>
                  <a:lnTo>
                    <a:pt x="1699501" y="715276"/>
                  </a:lnTo>
                  <a:lnTo>
                    <a:pt x="1621574" y="760196"/>
                  </a:lnTo>
                  <a:lnTo>
                    <a:pt x="1582648" y="784733"/>
                  </a:lnTo>
                  <a:lnTo>
                    <a:pt x="1544701" y="810768"/>
                  </a:lnTo>
                  <a:lnTo>
                    <a:pt x="1507794" y="838250"/>
                  </a:lnTo>
                  <a:lnTo>
                    <a:pt x="1470355" y="868324"/>
                  </a:lnTo>
                  <a:lnTo>
                    <a:pt x="1433639" y="900163"/>
                  </a:lnTo>
                  <a:lnTo>
                    <a:pt x="1398028" y="933729"/>
                  </a:lnTo>
                  <a:lnTo>
                    <a:pt x="1363929" y="969048"/>
                  </a:lnTo>
                  <a:lnTo>
                    <a:pt x="1331709" y="1006094"/>
                  </a:lnTo>
                  <a:lnTo>
                    <a:pt x="1301788" y="1044854"/>
                  </a:lnTo>
                  <a:lnTo>
                    <a:pt x="1274533" y="1085342"/>
                  </a:lnTo>
                  <a:lnTo>
                    <a:pt x="1250340" y="1127531"/>
                  </a:lnTo>
                  <a:lnTo>
                    <a:pt x="1229614" y="1171409"/>
                  </a:lnTo>
                  <a:lnTo>
                    <a:pt x="1212735" y="1216990"/>
                  </a:lnTo>
                  <a:lnTo>
                    <a:pt x="1200099" y="1264259"/>
                  </a:lnTo>
                  <a:lnTo>
                    <a:pt x="1193469" y="1300327"/>
                  </a:lnTo>
                  <a:lnTo>
                    <a:pt x="1124000" y="1295831"/>
                  </a:lnTo>
                  <a:lnTo>
                    <a:pt x="1084249" y="1295895"/>
                  </a:lnTo>
                  <a:lnTo>
                    <a:pt x="1059967" y="1302461"/>
                  </a:lnTo>
                  <a:lnTo>
                    <a:pt x="1055090" y="1314704"/>
                  </a:lnTo>
                  <a:lnTo>
                    <a:pt x="1054544" y="1333588"/>
                  </a:lnTo>
                  <a:lnTo>
                    <a:pt x="1055966" y="1354340"/>
                  </a:lnTo>
                  <a:lnTo>
                    <a:pt x="1056970" y="1372171"/>
                  </a:lnTo>
                  <a:lnTo>
                    <a:pt x="1104849" y="1372171"/>
                  </a:lnTo>
                  <a:lnTo>
                    <a:pt x="1104849" y="1573212"/>
                  </a:lnTo>
                  <a:lnTo>
                    <a:pt x="907757" y="1573212"/>
                  </a:lnTo>
                  <a:lnTo>
                    <a:pt x="907757" y="1683588"/>
                  </a:lnTo>
                  <a:lnTo>
                    <a:pt x="1029957" y="1683588"/>
                  </a:lnTo>
                  <a:lnTo>
                    <a:pt x="1029957" y="2274874"/>
                  </a:lnTo>
                  <a:lnTo>
                    <a:pt x="1008811" y="2274874"/>
                  </a:lnTo>
                  <a:lnTo>
                    <a:pt x="994435" y="2277872"/>
                  </a:lnTo>
                  <a:lnTo>
                    <a:pt x="982662" y="2285962"/>
                  </a:lnTo>
                  <a:lnTo>
                    <a:pt x="974712" y="2297887"/>
                  </a:lnTo>
                  <a:lnTo>
                    <a:pt x="971791" y="2312327"/>
                  </a:lnTo>
                  <a:lnTo>
                    <a:pt x="974712" y="2326779"/>
                  </a:lnTo>
                  <a:lnTo>
                    <a:pt x="982662" y="2338692"/>
                  </a:lnTo>
                  <a:lnTo>
                    <a:pt x="994435" y="2346795"/>
                  </a:lnTo>
                  <a:lnTo>
                    <a:pt x="1008811" y="2349779"/>
                  </a:lnTo>
                  <a:lnTo>
                    <a:pt x="1029957" y="2349779"/>
                  </a:lnTo>
                  <a:lnTo>
                    <a:pt x="1029957" y="2728201"/>
                  </a:lnTo>
                  <a:lnTo>
                    <a:pt x="856513" y="2728201"/>
                  </a:lnTo>
                  <a:lnTo>
                    <a:pt x="856513" y="2850413"/>
                  </a:lnTo>
                  <a:lnTo>
                    <a:pt x="724027" y="2850413"/>
                  </a:lnTo>
                  <a:lnTo>
                    <a:pt x="651014" y="1582381"/>
                  </a:lnTo>
                  <a:lnTo>
                    <a:pt x="693432" y="1582381"/>
                  </a:lnTo>
                  <a:lnTo>
                    <a:pt x="703821" y="1580273"/>
                  </a:lnTo>
                  <a:lnTo>
                    <a:pt x="712330" y="1574520"/>
                  </a:lnTo>
                  <a:lnTo>
                    <a:pt x="718070" y="1566011"/>
                  </a:lnTo>
                  <a:lnTo>
                    <a:pt x="720178" y="1555623"/>
                  </a:lnTo>
                  <a:lnTo>
                    <a:pt x="720178" y="1549222"/>
                  </a:lnTo>
                  <a:lnTo>
                    <a:pt x="718070" y="1538833"/>
                  </a:lnTo>
                  <a:lnTo>
                    <a:pt x="712330" y="1530324"/>
                  </a:lnTo>
                  <a:lnTo>
                    <a:pt x="703821" y="1524584"/>
                  </a:lnTo>
                  <a:lnTo>
                    <a:pt x="693432" y="1522463"/>
                  </a:lnTo>
                  <a:lnTo>
                    <a:pt x="647560" y="1522463"/>
                  </a:lnTo>
                  <a:lnTo>
                    <a:pt x="618375" y="1015517"/>
                  </a:lnTo>
                  <a:lnTo>
                    <a:pt x="693432" y="1015517"/>
                  </a:lnTo>
                  <a:lnTo>
                    <a:pt x="703821" y="1013409"/>
                  </a:lnTo>
                  <a:lnTo>
                    <a:pt x="712330" y="1007656"/>
                  </a:lnTo>
                  <a:lnTo>
                    <a:pt x="718070" y="999147"/>
                  </a:lnTo>
                  <a:lnTo>
                    <a:pt x="720178" y="988758"/>
                  </a:lnTo>
                  <a:lnTo>
                    <a:pt x="720178" y="982357"/>
                  </a:lnTo>
                  <a:lnTo>
                    <a:pt x="718070" y="971969"/>
                  </a:lnTo>
                  <a:lnTo>
                    <a:pt x="712330" y="963460"/>
                  </a:lnTo>
                  <a:lnTo>
                    <a:pt x="703821" y="957707"/>
                  </a:lnTo>
                  <a:lnTo>
                    <a:pt x="693432" y="955598"/>
                  </a:lnTo>
                  <a:lnTo>
                    <a:pt x="614934" y="955598"/>
                  </a:lnTo>
                  <a:lnTo>
                    <a:pt x="596404" y="633679"/>
                  </a:lnTo>
                  <a:lnTo>
                    <a:pt x="596404" y="405549"/>
                  </a:lnTo>
                  <a:lnTo>
                    <a:pt x="495134" y="405549"/>
                  </a:lnTo>
                  <a:lnTo>
                    <a:pt x="495134" y="633679"/>
                  </a:lnTo>
                  <a:lnTo>
                    <a:pt x="416356" y="633679"/>
                  </a:lnTo>
                  <a:lnTo>
                    <a:pt x="416356" y="405549"/>
                  </a:lnTo>
                  <a:lnTo>
                    <a:pt x="315087" y="405549"/>
                  </a:lnTo>
                  <a:lnTo>
                    <a:pt x="315087" y="633679"/>
                  </a:lnTo>
                  <a:lnTo>
                    <a:pt x="236308" y="633679"/>
                  </a:lnTo>
                  <a:lnTo>
                    <a:pt x="236308" y="405549"/>
                  </a:lnTo>
                  <a:lnTo>
                    <a:pt x="135039" y="405549"/>
                  </a:lnTo>
                  <a:lnTo>
                    <a:pt x="135039" y="633679"/>
                  </a:lnTo>
                  <a:lnTo>
                    <a:pt x="120205" y="955598"/>
                  </a:lnTo>
                  <a:lnTo>
                    <a:pt x="26746" y="955598"/>
                  </a:lnTo>
                  <a:lnTo>
                    <a:pt x="16370" y="957707"/>
                  </a:lnTo>
                  <a:lnTo>
                    <a:pt x="7861" y="963460"/>
                  </a:lnTo>
                  <a:lnTo>
                    <a:pt x="2120" y="971969"/>
                  </a:lnTo>
                  <a:lnTo>
                    <a:pt x="12" y="982357"/>
                  </a:lnTo>
                  <a:lnTo>
                    <a:pt x="12" y="988758"/>
                  </a:lnTo>
                  <a:lnTo>
                    <a:pt x="2120" y="999147"/>
                  </a:lnTo>
                  <a:lnTo>
                    <a:pt x="7861" y="1007656"/>
                  </a:lnTo>
                  <a:lnTo>
                    <a:pt x="16370" y="1013409"/>
                  </a:lnTo>
                  <a:lnTo>
                    <a:pt x="26746" y="1015517"/>
                  </a:lnTo>
                  <a:lnTo>
                    <a:pt x="117436" y="1015517"/>
                  </a:lnTo>
                  <a:lnTo>
                    <a:pt x="94081" y="1522463"/>
                  </a:lnTo>
                  <a:lnTo>
                    <a:pt x="26746" y="1522463"/>
                  </a:lnTo>
                  <a:lnTo>
                    <a:pt x="16370" y="1524584"/>
                  </a:lnTo>
                  <a:lnTo>
                    <a:pt x="7861" y="1530324"/>
                  </a:lnTo>
                  <a:lnTo>
                    <a:pt x="2120" y="1538833"/>
                  </a:lnTo>
                  <a:lnTo>
                    <a:pt x="12" y="1549222"/>
                  </a:lnTo>
                  <a:lnTo>
                    <a:pt x="12" y="1555623"/>
                  </a:lnTo>
                  <a:lnTo>
                    <a:pt x="2120" y="1566011"/>
                  </a:lnTo>
                  <a:lnTo>
                    <a:pt x="7861" y="1574520"/>
                  </a:lnTo>
                  <a:lnTo>
                    <a:pt x="16370" y="1580273"/>
                  </a:lnTo>
                  <a:lnTo>
                    <a:pt x="26746" y="1582381"/>
                  </a:lnTo>
                  <a:lnTo>
                    <a:pt x="91325" y="1582381"/>
                  </a:lnTo>
                  <a:lnTo>
                    <a:pt x="0" y="3565144"/>
                  </a:lnTo>
                  <a:lnTo>
                    <a:pt x="765187" y="3565144"/>
                  </a:lnTo>
                  <a:lnTo>
                    <a:pt x="731291" y="2976549"/>
                  </a:lnTo>
                  <a:lnTo>
                    <a:pt x="2910281" y="2976549"/>
                  </a:lnTo>
                  <a:lnTo>
                    <a:pt x="2910281" y="2850413"/>
                  </a:lnTo>
                  <a:close/>
                </a:path>
              </a:pathLst>
            </a:custGeom>
            <a:solidFill>
              <a:srgbClr val="B9E4F8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/>
          <p:nvPr/>
        </p:nvSpPr>
        <p:spPr>
          <a:xfrm>
            <a:off x="16465987" y="4893400"/>
            <a:ext cx="765810" cy="2931795"/>
          </a:xfrm>
          <a:custGeom>
            <a:avLst/>
            <a:gdLst/>
            <a:ahLst/>
            <a:cxnLst/>
            <a:rect l="l" t="t" r="r" b="b"/>
            <a:pathLst>
              <a:path w="765809" h="2931795">
                <a:moveTo>
                  <a:pt x="596400" y="0"/>
                </a:moveTo>
                <a:lnTo>
                  <a:pt x="135032" y="0"/>
                </a:lnTo>
                <a:lnTo>
                  <a:pt x="0" y="2931460"/>
                </a:lnTo>
                <a:lnTo>
                  <a:pt x="765191" y="2931460"/>
                </a:lnTo>
                <a:lnTo>
                  <a:pt x="596400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/>
          <p:nvPr/>
        </p:nvSpPr>
        <p:spPr>
          <a:xfrm>
            <a:off x="7312238" y="5528068"/>
            <a:ext cx="1078865" cy="2324100"/>
          </a:xfrm>
          <a:custGeom>
            <a:avLst/>
            <a:gdLst/>
            <a:ahLst/>
            <a:cxnLst/>
            <a:rect l="l" t="t" r="r" b="b"/>
            <a:pathLst>
              <a:path w="1078865" h="2324100">
                <a:moveTo>
                  <a:pt x="667725" y="800100"/>
                </a:moveTo>
                <a:lnTo>
                  <a:pt x="488047" y="800100"/>
                </a:lnTo>
                <a:lnTo>
                  <a:pt x="482470" y="850900"/>
                </a:lnTo>
                <a:lnTo>
                  <a:pt x="482188" y="914400"/>
                </a:lnTo>
                <a:lnTo>
                  <a:pt x="487241" y="965200"/>
                </a:lnTo>
                <a:lnTo>
                  <a:pt x="497671" y="1016000"/>
                </a:lnTo>
                <a:lnTo>
                  <a:pt x="513516" y="1066800"/>
                </a:lnTo>
                <a:lnTo>
                  <a:pt x="534818" y="1104900"/>
                </a:lnTo>
                <a:lnTo>
                  <a:pt x="561616" y="1130300"/>
                </a:lnTo>
                <a:lnTo>
                  <a:pt x="563847" y="1168400"/>
                </a:lnTo>
                <a:lnTo>
                  <a:pt x="565660" y="1219200"/>
                </a:lnTo>
                <a:lnTo>
                  <a:pt x="566896" y="1257300"/>
                </a:lnTo>
                <a:lnTo>
                  <a:pt x="567396" y="1308100"/>
                </a:lnTo>
                <a:lnTo>
                  <a:pt x="567843" y="1371600"/>
                </a:lnTo>
                <a:lnTo>
                  <a:pt x="568941" y="1435100"/>
                </a:lnTo>
                <a:lnTo>
                  <a:pt x="570640" y="1511300"/>
                </a:lnTo>
                <a:lnTo>
                  <a:pt x="572888" y="1574800"/>
                </a:lnTo>
                <a:lnTo>
                  <a:pt x="575632" y="1638300"/>
                </a:lnTo>
                <a:lnTo>
                  <a:pt x="578822" y="1714500"/>
                </a:lnTo>
                <a:lnTo>
                  <a:pt x="582406" y="1778000"/>
                </a:lnTo>
                <a:lnTo>
                  <a:pt x="586331" y="1841500"/>
                </a:lnTo>
                <a:lnTo>
                  <a:pt x="590547" y="1905000"/>
                </a:lnTo>
                <a:lnTo>
                  <a:pt x="595002" y="1968500"/>
                </a:lnTo>
                <a:lnTo>
                  <a:pt x="599645" y="2019300"/>
                </a:lnTo>
                <a:lnTo>
                  <a:pt x="604422" y="2082800"/>
                </a:lnTo>
                <a:lnTo>
                  <a:pt x="609284" y="2133600"/>
                </a:lnTo>
                <a:lnTo>
                  <a:pt x="619053" y="2209800"/>
                </a:lnTo>
                <a:lnTo>
                  <a:pt x="623857" y="2247900"/>
                </a:lnTo>
                <a:lnTo>
                  <a:pt x="628538" y="2273300"/>
                </a:lnTo>
                <a:lnTo>
                  <a:pt x="633045" y="2298700"/>
                </a:lnTo>
                <a:lnTo>
                  <a:pt x="637327" y="2311400"/>
                </a:lnTo>
                <a:lnTo>
                  <a:pt x="641331" y="2324100"/>
                </a:lnTo>
                <a:lnTo>
                  <a:pt x="695597" y="2324100"/>
                </a:lnTo>
                <a:lnTo>
                  <a:pt x="715480" y="2311400"/>
                </a:lnTo>
                <a:lnTo>
                  <a:pt x="729014" y="2298700"/>
                </a:lnTo>
                <a:lnTo>
                  <a:pt x="729834" y="2286000"/>
                </a:lnTo>
                <a:lnTo>
                  <a:pt x="729877" y="2273300"/>
                </a:lnTo>
                <a:lnTo>
                  <a:pt x="727854" y="2235200"/>
                </a:lnTo>
                <a:lnTo>
                  <a:pt x="725900" y="2197100"/>
                </a:lnTo>
                <a:lnTo>
                  <a:pt x="723391" y="2159000"/>
                </a:lnTo>
                <a:lnTo>
                  <a:pt x="720383" y="2108200"/>
                </a:lnTo>
                <a:lnTo>
                  <a:pt x="716931" y="2070100"/>
                </a:lnTo>
                <a:lnTo>
                  <a:pt x="713091" y="2019300"/>
                </a:lnTo>
                <a:lnTo>
                  <a:pt x="708918" y="1955800"/>
                </a:lnTo>
                <a:lnTo>
                  <a:pt x="694958" y="1765300"/>
                </a:lnTo>
                <a:lnTo>
                  <a:pt x="690009" y="1701800"/>
                </a:lnTo>
                <a:lnTo>
                  <a:pt x="685005" y="1638300"/>
                </a:lnTo>
                <a:lnTo>
                  <a:pt x="680001" y="1562100"/>
                </a:lnTo>
                <a:lnTo>
                  <a:pt x="675053" y="1498600"/>
                </a:lnTo>
                <a:lnTo>
                  <a:pt x="670217" y="1422400"/>
                </a:lnTo>
                <a:lnTo>
                  <a:pt x="665547" y="1358900"/>
                </a:lnTo>
                <a:lnTo>
                  <a:pt x="661100" y="1282700"/>
                </a:lnTo>
                <a:lnTo>
                  <a:pt x="658775" y="1231900"/>
                </a:lnTo>
                <a:lnTo>
                  <a:pt x="657949" y="1181100"/>
                </a:lnTo>
                <a:lnTo>
                  <a:pt x="657996" y="1079500"/>
                </a:lnTo>
                <a:lnTo>
                  <a:pt x="657466" y="1028700"/>
                </a:lnTo>
                <a:lnTo>
                  <a:pt x="656092" y="990600"/>
                </a:lnTo>
                <a:lnTo>
                  <a:pt x="552433" y="990600"/>
                </a:lnTo>
                <a:lnTo>
                  <a:pt x="545748" y="952500"/>
                </a:lnTo>
                <a:lnTo>
                  <a:pt x="539365" y="914400"/>
                </a:lnTo>
                <a:lnTo>
                  <a:pt x="533627" y="876300"/>
                </a:lnTo>
                <a:lnTo>
                  <a:pt x="528873" y="838200"/>
                </a:lnTo>
                <a:lnTo>
                  <a:pt x="530727" y="812800"/>
                </a:lnTo>
                <a:lnTo>
                  <a:pt x="671627" y="812800"/>
                </a:lnTo>
                <a:lnTo>
                  <a:pt x="667725" y="800100"/>
                </a:lnTo>
                <a:close/>
              </a:path>
              <a:path w="1078865" h="2324100">
                <a:moveTo>
                  <a:pt x="788652" y="901700"/>
                </a:moveTo>
                <a:lnTo>
                  <a:pt x="739035" y="901700"/>
                </a:lnTo>
                <a:lnTo>
                  <a:pt x="759217" y="990600"/>
                </a:lnTo>
                <a:lnTo>
                  <a:pt x="771767" y="1066800"/>
                </a:lnTo>
                <a:lnTo>
                  <a:pt x="778190" y="1130300"/>
                </a:lnTo>
                <a:lnTo>
                  <a:pt x="779997" y="1143000"/>
                </a:lnTo>
                <a:lnTo>
                  <a:pt x="798499" y="1016000"/>
                </a:lnTo>
                <a:lnTo>
                  <a:pt x="800785" y="965200"/>
                </a:lnTo>
                <a:lnTo>
                  <a:pt x="794978" y="927100"/>
                </a:lnTo>
                <a:lnTo>
                  <a:pt x="788652" y="901700"/>
                </a:lnTo>
                <a:close/>
              </a:path>
              <a:path w="1078865" h="2324100">
                <a:moveTo>
                  <a:pt x="696679" y="901700"/>
                </a:moveTo>
                <a:lnTo>
                  <a:pt x="650451" y="901700"/>
                </a:lnTo>
                <a:lnTo>
                  <a:pt x="668840" y="952500"/>
                </a:lnTo>
                <a:lnTo>
                  <a:pt x="687030" y="1003300"/>
                </a:lnTo>
                <a:lnTo>
                  <a:pt x="700937" y="1041400"/>
                </a:lnTo>
                <a:lnTo>
                  <a:pt x="706481" y="1054100"/>
                </a:lnTo>
                <a:lnTo>
                  <a:pt x="712748" y="1016000"/>
                </a:lnTo>
                <a:lnTo>
                  <a:pt x="710933" y="977900"/>
                </a:lnTo>
                <a:lnTo>
                  <a:pt x="702889" y="927100"/>
                </a:lnTo>
                <a:lnTo>
                  <a:pt x="696679" y="901700"/>
                </a:lnTo>
                <a:close/>
              </a:path>
              <a:path w="1078865" h="2324100">
                <a:moveTo>
                  <a:pt x="669523" y="685800"/>
                </a:moveTo>
                <a:lnTo>
                  <a:pt x="653152" y="685800"/>
                </a:lnTo>
                <a:lnTo>
                  <a:pt x="653749" y="698500"/>
                </a:lnTo>
                <a:lnTo>
                  <a:pt x="655058" y="698500"/>
                </a:lnTo>
                <a:lnTo>
                  <a:pt x="657613" y="711200"/>
                </a:lnTo>
                <a:lnTo>
                  <a:pt x="485901" y="711200"/>
                </a:lnTo>
                <a:lnTo>
                  <a:pt x="452741" y="762000"/>
                </a:lnTo>
                <a:lnTo>
                  <a:pt x="427666" y="800100"/>
                </a:lnTo>
                <a:lnTo>
                  <a:pt x="410904" y="850900"/>
                </a:lnTo>
                <a:lnTo>
                  <a:pt x="402685" y="889000"/>
                </a:lnTo>
                <a:lnTo>
                  <a:pt x="403240" y="939800"/>
                </a:lnTo>
                <a:lnTo>
                  <a:pt x="412798" y="965200"/>
                </a:lnTo>
                <a:lnTo>
                  <a:pt x="431588" y="1003300"/>
                </a:lnTo>
                <a:lnTo>
                  <a:pt x="447926" y="927100"/>
                </a:lnTo>
                <a:lnTo>
                  <a:pt x="459253" y="889000"/>
                </a:lnTo>
                <a:lnTo>
                  <a:pt x="470862" y="850900"/>
                </a:lnTo>
                <a:lnTo>
                  <a:pt x="488047" y="800100"/>
                </a:lnTo>
                <a:lnTo>
                  <a:pt x="667725" y="800100"/>
                </a:lnTo>
                <a:lnTo>
                  <a:pt x="659920" y="774700"/>
                </a:lnTo>
                <a:lnTo>
                  <a:pt x="645498" y="736600"/>
                </a:lnTo>
                <a:lnTo>
                  <a:pt x="715805" y="736600"/>
                </a:lnTo>
                <a:lnTo>
                  <a:pt x="688274" y="711200"/>
                </a:lnTo>
                <a:lnTo>
                  <a:pt x="669523" y="685800"/>
                </a:lnTo>
                <a:close/>
              </a:path>
              <a:path w="1078865" h="2324100">
                <a:moveTo>
                  <a:pt x="671627" y="812800"/>
                </a:moveTo>
                <a:lnTo>
                  <a:pt x="530727" y="812800"/>
                </a:lnTo>
                <a:lnTo>
                  <a:pt x="531879" y="825500"/>
                </a:lnTo>
                <a:lnTo>
                  <a:pt x="537543" y="863600"/>
                </a:lnTo>
                <a:lnTo>
                  <a:pt x="542996" y="901700"/>
                </a:lnTo>
                <a:lnTo>
                  <a:pt x="548029" y="952500"/>
                </a:lnTo>
                <a:lnTo>
                  <a:pt x="552433" y="990600"/>
                </a:lnTo>
                <a:lnTo>
                  <a:pt x="656092" y="990600"/>
                </a:lnTo>
                <a:lnTo>
                  <a:pt x="655634" y="977900"/>
                </a:lnTo>
                <a:lnTo>
                  <a:pt x="650451" y="901700"/>
                </a:lnTo>
                <a:lnTo>
                  <a:pt x="696679" y="901700"/>
                </a:lnTo>
                <a:lnTo>
                  <a:pt x="690470" y="876300"/>
                </a:lnTo>
                <a:lnTo>
                  <a:pt x="675529" y="825500"/>
                </a:lnTo>
                <a:lnTo>
                  <a:pt x="671627" y="812800"/>
                </a:lnTo>
                <a:close/>
              </a:path>
              <a:path w="1078865" h="2324100">
                <a:moveTo>
                  <a:pt x="715805" y="736600"/>
                </a:moveTo>
                <a:lnTo>
                  <a:pt x="645498" y="736600"/>
                </a:lnTo>
                <a:lnTo>
                  <a:pt x="673038" y="787400"/>
                </a:lnTo>
                <a:lnTo>
                  <a:pt x="702783" y="850900"/>
                </a:lnTo>
                <a:lnTo>
                  <a:pt x="726597" y="914400"/>
                </a:lnTo>
                <a:lnTo>
                  <a:pt x="736344" y="939800"/>
                </a:lnTo>
                <a:lnTo>
                  <a:pt x="737668" y="927100"/>
                </a:lnTo>
                <a:lnTo>
                  <a:pt x="738553" y="914400"/>
                </a:lnTo>
                <a:lnTo>
                  <a:pt x="739006" y="914400"/>
                </a:lnTo>
                <a:lnTo>
                  <a:pt x="739035" y="901700"/>
                </a:lnTo>
                <a:lnTo>
                  <a:pt x="788652" y="901700"/>
                </a:lnTo>
                <a:lnTo>
                  <a:pt x="782327" y="876300"/>
                </a:lnTo>
                <a:lnTo>
                  <a:pt x="764081" y="825500"/>
                </a:lnTo>
                <a:lnTo>
                  <a:pt x="741491" y="787400"/>
                </a:lnTo>
                <a:lnTo>
                  <a:pt x="715805" y="736600"/>
                </a:lnTo>
                <a:close/>
              </a:path>
              <a:path w="1078865" h="2324100">
                <a:moveTo>
                  <a:pt x="758385" y="609600"/>
                </a:moveTo>
                <a:lnTo>
                  <a:pt x="309676" y="609600"/>
                </a:lnTo>
                <a:lnTo>
                  <a:pt x="287040" y="622300"/>
                </a:lnTo>
                <a:lnTo>
                  <a:pt x="339874" y="622300"/>
                </a:lnTo>
                <a:lnTo>
                  <a:pt x="321481" y="635000"/>
                </a:lnTo>
                <a:lnTo>
                  <a:pt x="355371" y="635000"/>
                </a:lnTo>
                <a:lnTo>
                  <a:pt x="388758" y="647700"/>
                </a:lnTo>
                <a:lnTo>
                  <a:pt x="420234" y="660400"/>
                </a:lnTo>
                <a:lnTo>
                  <a:pt x="449278" y="673100"/>
                </a:lnTo>
                <a:lnTo>
                  <a:pt x="475367" y="698500"/>
                </a:lnTo>
                <a:lnTo>
                  <a:pt x="479022" y="698500"/>
                </a:lnTo>
                <a:lnTo>
                  <a:pt x="482529" y="711200"/>
                </a:lnTo>
                <a:lnTo>
                  <a:pt x="645414" y="711200"/>
                </a:lnTo>
                <a:lnTo>
                  <a:pt x="647896" y="698500"/>
                </a:lnTo>
                <a:lnTo>
                  <a:pt x="653152" y="685800"/>
                </a:lnTo>
                <a:lnTo>
                  <a:pt x="669523" y="685800"/>
                </a:lnTo>
                <a:lnTo>
                  <a:pt x="660147" y="673100"/>
                </a:lnTo>
                <a:lnTo>
                  <a:pt x="664262" y="673100"/>
                </a:lnTo>
                <a:lnTo>
                  <a:pt x="685592" y="660400"/>
                </a:lnTo>
                <a:lnTo>
                  <a:pt x="708543" y="647700"/>
                </a:lnTo>
                <a:lnTo>
                  <a:pt x="732885" y="635000"/>
                </a:lnTo>
                <a:lnTo>
                  <a:pt x="758385" y="609600"/>
                </a:lnTo>
                <a:close/>
              </a:path>
              <a:path w="1078865" h="2324100">
                <a:moveTo>
                  <a:pt x="305812" y="635000"/>
                </a:moveTo>
                <a:lnTo>
                  <a:pt x="292466" y="635000"/>
                </a:lnTo>
                <a:lnTo>
                  <a:pt x="284640" y="647700"/>
                </a:lnTo>
                <a:lnTo>
                  <a:pt x="305812" y="635000"/>
                </a:lnTo>
                <a:close/>
              </a:path>
              <a:path w="1078865" h="2324100">
                <a:moveTo>
                  <a:pt x="286592" y="622300"/>
                </a:moveTo>
                <a:lnTo>
                  <a:pt x="266283" y="622300"/>
                </a:lnTo>
                <a:lnTo>
                  <a:pt x="249766" y="635000"/>
                </a:lnTo>
                <a:lnTo>
                  <a:pt x="268100" y="635000"/>
                </a:lnTo>
                <a:lnTo>
                  <a:pt x="286592" y="622300"/>
                </a:lnTo>
                <a:close/>
              </a:path>
              <a:path w="1078865" h="2324100">
                <a:moveTo>
                  <a:pt x="241952" y="609600"/>
                </a:moveTo>
                <a:lnTo>
                  <a:pt x="227839" y="609600"/>
                </a:lnTo>
                <a:lnTo>
                  <a:pt x="220192" y="622300"/>
                </a:lnTo>
                <a:lnTo>
                  <a:pt x="241952" y="609600"/>
                </a:lnTo>
                <a:close/>
              </a:path>
              <a:path w="1078865" h="2324100">
                <a:moveTo>
                  <a:pt x="808644" y="609600"/>
                </a:moveTo>
                <a:lnTo>
                  <a:pt x="758385" y="609600"/>
                </a:lnTo>
                <a:lnTo>
                  <a:pt x="784544" y="622300"/>
                </a:lnTo>
                <a:lnTo>
                  <a:pt x="821727" y="622300"/>
                </a:lnTo>
                <a:lnTo>
                  <a:pt x="808644" y="609600"/>
                </a:lnTo>
                <a:close/>
              </a:path>
              <a:path w="1078865" h="2324100">
                <a:moveTo>
                  <a:pt x="241909" y="596900"/>
                </a:moveTo>
                <a:lnTo>
                  <a:pt x="202571" y="596900"/>
                </a:lnTo>
                <a:lnTo>
                  <a:pt x="186681" y="609600"/>
                </a:lnTo>
                <a:lnTo>
                  <a:pt x="224825" y="609600"/>
                </a:lnTo>
                <a:lnTo>
                  <a:pt x="241909" y="596900"/>
                </a:lnTo>
                <a:close/>
              </a:path>
              <a:path w="1078865" h="2324100">
                <a:moveTo>
                  <a:pt x="785703" y="596900"/>
                </a:moveTo>
                <a:lnTo>
                  <a:pt x="274148" y="596900"/>
                </a:lnTo>
                <a:lnTo>
                  <a:pt x="256146" y="609600"/>
                </a:lnTo>
                <a:lnTo>
                  <a:pt x="777389" y="609600"/>
                </a:lnTo>
                <a:lnTo>
                  <a:pt x="785703" y="596900"/>
                </a:lnTo>
                <a:close/>
              </a:path>
              <a:path w="1078865" h="2324100">
                <a:moveTo>
                  <a:pt x="846593" y="596900"/>
                </a:moveTo>
                <a:lnTo>
                  <a:pt x="785703" y="596900"/>
                </a:lnTo>
                <a:lnTo>
                  <a:pt x="816320" y="609600"/>
                </a:lnTo>
                <a:lnTo>
                  <a:pt x="863520" y="609600"/>
                </a:lnTo>
                <a:lnTo>
                  <a:pt x="846593" y="596900"/>
                </a:lnTo>
                <a:close/>
              </a:path>
              <a:path w="1078865" h="2324100">
                <a:moveTo>
                  <a:pt x="197483" y="584200"/>
                </a:moveTo>
                <a:lnTo>
                  <a:pt x="158391" y="584200"/>
                </a:lnTo>
                <a:lnTo>
                  <a:pt x="145099" y="596900"/>
                </a:lnTo>
                <a:lnTo>
                  <a:pt x="181121" y="596900"/>
                </a:lnTo>
                <a:lnTo>
                  <a:pt x="197483" y="584200"/>
                </a:lnTo>
                <a:close/>
              </a:path>
              <a:path w="1078865" h="2324100">
                <a:moveTo>
                  <a:pt x="807912" y="584200"/>
                </a:moveTo>
                <a:lnTo>
                  <a:pt x="244589" y="584200"/>
                </a:lnTo>
                <a:lnTo>
                  <a:pt x="222601" y="596900"/>
                </a:lnTo>
                <a:lnTo>
                  <a:pt x="802373" y="596900"/>
                </a:lnTo>
                <a:lnTo>
                  <a:pt x="807912" y="584200"/>
                </a:lnTo>
                <a:close/>
              </a:path>
              <a:path w="1078865" h="2324100">
                <a:moveTo>
                  <a:pt x="761578" y="444500"/>
                </a:moveTo>
                <a:lnTo>
                  <a:pt x="89662" y="444500"/>
                </a:lnTo>
                <a:lnTo>
                  <a:pt x="124867" y="457200"/>
                </a:lnTo>
                <a:lnTo>
                  <a:pt x="201742" y="457200"/>
                </a:lnTo>
                <a:lnTo>
                  <a:pt x="208896" y="469900"/>
                </a:lnTo>
                <a:lnTo>
                  <a:pt x="223149" y="469900"/>
                </a:lnTo>
                <a:lnTo>
                  <a:pt x="230244" y="482600"/>
                </a:lnTo>
                <a:lnTo>
                  <a:pt x="604651" y="482600"/>
                </a:lnTo>
                <a:lnTo>
                  <a:pt x="601069" y="495300"/>
                </a:lnTo>
                <a:lnTo>
                  <a:pt x="597878" y="520700"/>
                </a:lnTo>
                <a:lnTo>
                  <a:pt x="595058" y="533400"/>
                </a:lnTo>
                <a:lnTo>
                  <a:pt x="592589" y="546100"/>
                </a:lnTo>
                <a:lnTo>
                  <a:pt x="151401" y="546100"/>
                </a:lnTo>
                <a:lnTo>
                  <a:pt x="126532" y="558800"/>
                </a:lnTo>
                <a:lnTo>
                  <a:pt x="114649" y="571500"/>
                </a:lnTo>
                <a:lnTo>
                  <a:pt x="111609" y="584200"/>
                </a:lnTo>
                <a:lnTo>
                  <a:pt x="131298" y="571500"/>
                </a:lnTo>
                <a:lnTo>
                  <a:pt x="703046" y="571500"/>
                </a:lnTo>
                <a:lnTo>
                  <a:pt x="703855" y="569858"/>
                </a:lnTo>
                <a:lnTo>
                  <a:pt x="716714" y="533400"/>
                </a:lnTo>
                <a:lnTo>
                  <a:pt x="730916" y="508000"/>
                </a:lnTo>
                <a:lnTo>
                  <a:pt x="745874" y="482600"/>
                </a:lnTo>
                <a:lnTo>
                  <a:pt x="761578" y="444500"/>
                </a:lnTo>
                <a:close/>
              </a:path>
              <a:path w="1078865" h="2324100">
                <a:moveTo>
                  <a:pt x="836759" y="571500"/>
                </a:moveTo>
                <a:lnTo>
                  <a:pt x="172807" y="571500"/>
                </a:lnTo>
                <a:lnTo>
                  <a:pt x="194381" y="584200"/>
                </a:lnTo>
                <a:lnTo>
                  <a:pt x="855107" y="584200"/>
                </a:lnTo>
                <a:lnTo>
                  <a:pt x="836759" y="571500"/>
                </a:lnTo>
                <a:close/>
              </a:path>
              <a:path w="1078865" h="2324100">
                <a:moveTo>
                  <a:pt x="924620" y="571500"/>
                </a:moveTo>
                <a:lnTo>
                  <a:pt x="876046" y="571500"/>
                </a:lnTo>
                <a:lnTo>
                  <a:pt x="904900" y="584200"/>
                </a:lnTo>
                <a:lnTo>
                  <a:pt x="934536" y="584200"/>
                </a:lnTo>
                <a:lnTo>
                  <a:pt x="924620" y="571500"/>
                </a:lnTo>
                <a:close/>
              </a:path>
              <a:path w="1078865" h="2324100">
                <a:moveTo>
                  <a:pt x="703855" y="569858"/>
                </a:moveTo>
                <a:lnTo>
                  <a:pt x="703046" y="571500"/>
                </a:lnTo>
                <a:lnTo>
                  <a:pt x="703277" y="571500"/>
                </a:lnTo>
                <a:lnTo>
                  <a:pt x="703855" y="569858"/>
                </a:lnTo>
                <a:close/>
              </a:path>
              <a:path w="1078865" h="2324100">
                <a:moveTo>
                  <a:pt x="865502" y="558800"/>
                </a:moveTo>
                <a:lnTo>
                  <a:pt x="709308" y="558800"/>
                </a:lnTo>
                <a:lnTo>
                  <a:pt x="703855" y="569858"/>
                </a:lnTo>
                <a:lnTo>
                  <a:pt x="703277" y="571500"/>
                </a:lnTo>
                <a:lnTo>
                  <a:pt x="887887" y="571500"/>
                </a:lnTo>
                <a:lnTo>
                  <a:pt x="865502" y="558800"/>
                </a:lnTo>
                <a:close/>
              </a:path>
              <a:path w="1078865" h="2324100">
                <a:moveTo>
                  <a:pt x="975601" y="520700"/>
                </a:moveTo>
                <a:lnTo>
                  <a:pt x="746605" y="520700"/>
                </a:lnTo>
                <a:lnTo>
                  <a:pt x="740652" y="533400"/>
                </a:lnTo>
                <a:lnTo>
                  <a:pt x="734656" y="533400"/>
                </a:lnTo>
                <a:lnTo>
                  <a:pt x="722574" y="558800"/>
                </a:lnTo>
                <a:lnTo>
                  <a:pt x="934123" y="558800"/>
                </a:lnTo>
                <a:lnTo>
                  <a:pt x="914705" y="546100"/>
                </a:lnTo>
                <a:lnTo>
                  <a:pt x="997247" y="546100"/>
                </a:lnTo>
                <a:lnTo>
                  <a:pt x="987620" y="533400"/>
                </a:lnTo>
                <a:lnTo>
                  <a:pt x="975601" y="520700"/>
                </a:lnTo>
                <a:close/>
              </a:path>
              <a:path w="1078865" h="2324100">
                <a:moveTo>
                  <a:pt x="197679" y="533400"/>
                </a:moveTo>
                <a:lnTo>
                  <a:pt x="186643" y="533400"/>
                </a:lnTo>
                <a:lnTo>
                  <a:pt x="193397" y="546100"/>
                </a:lnTo>
                <a:lnTo>
                  <a:pt x="208904" y="546100"/>
                </a:lnTo>
                <a:lnTo>
                  <a:pt x="197679" y="533400"/>
                </a:lnTo>
                <a:close/>
              </a:path>
              <a:path w="1078865" h="2324100">
                <a:moveTo>
                  <a:pt x="594034" y="495300"/>
                </a:moveTo>
                <a:lnTo>
                  <a:pt x="199957" y="495300"/>
                </a:lnTo>
                <a:lnTo>
                  <a:pt x="188727" y="508000"/>
                </a:lnTo>
                <a:lnTo>
                  <a:pt x="256817" y="508000"/>
                </a:lnTo>
                <a:lnTo>
                  <a:pt x="285415" y="520700"/>
                </a:lnTo>
                <a:lnTo>
                  <a:pt x="298514" y="520700"/>
                </a:lnTo>
                <a:lnTo>
                  <a:pt x="304975" y="533400"/>
                </a:lnTo>
                <a:lnTo>
                  <a:pt x="221094" y="533400"/>
                </a:lnTo>
                <a:lnTo>
                  <a:pt x="208904" y="546100"/>
                </a:lnTo>
                <a:lnTo>
                  <a:pt x="592589" y="546100"/>
                </a:lnTo>
                <a:lnTo>
                  <a:pt x="592999" y="533400"/>
                </a:lnTo>
                <a:lnTo>
                  <a:pt x="593378" y="520700"/>
                </a:lnTo>
                <a:lnTo>
                  <a:pt x="593724" y="508000"/>
                </a:lnTo>
                <a:lnTo>
                  <a:pt x="594034" y="495300"/>
                </a:lnTo>
                <a:close/>
              </a:path>
              <a:path w="1078865" h="2324100">
                <a:moveTo>
                  <a:pt x="257688" y="520700"/>
                </a:moveTo>
                <a:lnTo>
                  <a:pt x="254913" y="520700"/>
                </a:lnTo>
                <a:lnTo>
                  <a:pt x="256756" y="533400"/>
                </a:lnTo>
                <a:lnTo>
                  <a:pt x="263656" y="533400"/>
                </a:lnTo>
                <a:lnTo>
                  <a:pt x="257688" y="520700"/>
                </a:lnTo>
                <a:close/>
              </a:path>
              <a:path w="1078865" h="2324100">
                <a:moveTo>
                  <a:pt x="973866" y="304800"/>
                </a:moveTo>
                <a:lnTo>
                  <a:pt x="964223" y="304800"/>
                </a:lnTo>
                <a:lnTo>
                  <a:pt x="948079" y="317500"/>
                </a:lnTo>
                <a:lnTo>
                  <a:pt x="929397" y="342900"/>
                </a:lnTo>
                <a:lnTo>
                  <a:pt x="909940" y="368300"/>
                </a:lnTo>
                <a:lnTo>
                  <a:pt x="895218" y="368300"/>
                </a:lnTo>
                <a:lnTo>
                  <a:pt x="887803" y="381000"/>
                </a:lnTo>
                <a:lnTo>
                  <a:pt x="858979" y="381000"/>
                </a:lnTo>
                <a:lnTo>
                  <a:pt x="851565" y="393700"/>
                </a:lnTo>
                <a:lnTo>
                  <a:pt x="821912" y="393700"/>
                </a:lnTo>
                <a:lnTo>
                  <a:pt x="811199" y="406400"/>
                </a:lnTo>
                <a:lnTo>
                  <a:pt x="840210" y="406400"/>
                </a:lnTo>
                <a:lnTo>
                  <a:pt x="831325" y="419100"/>
                </a:lnTo>
                <a:lnTo>
                  <a:pt x="822581" y="431800"/>
                </a:lnTo>
                <a:lnTo>
                  <a:pt x="802991" y="431800"/>
                </a:lnTo>
                <a:lnTo>
                  <a:pt x="785617" y="457200"/>
                </a:lnTo>
                <a:lnTo>
                  <a:pt x="777211" y="469900"/>
                </a:lnTo>
                <a:lnTo>
                  <a:pt x="769453" y="495300"/>
                </a:lnTo>
                <a:lnTo>
                  <a:pt x="764563" y="495300"/>
                </a:lnTo>
                <a:lnTo>
                  <a:pt x="759619" y="508000"/>
                </a:lnTo>
                <a:lnTo>
                  <a:pt x="754626" y="508000"/>
                </a:lnTo>
                <a:lnTo>
                  <a:pt x="749589" y="520700"/>
                </a:lnTo>
                <a:lnTo>
                  <a:pt x="798750" y="520700"/>
                </a:lnTo>
                <a:lnTo>
                  <a:pt x="842773" y="482600"/>
                </a:lnTo>
                <a:lnTo>
                  <a:pt x="886472" y="431800"/>
                </a:lnTo>
                <a:lnTo>
                  <a:pt x="928849" y="393700"/>
                </a:lnTo>
                <a:lnTo>
                  <a:pt x="968909" y="355600"/>
                </a:lnTo>
                <a:lnTo>
                  <a:pt x="987281" y="342900"/>
                </a:lnTo>
                <a:lnTo>
                  <a:pt x="946285" y="342900"/>
                </a:lnTo>
                <a:lnTo>
                  <a:pt x="958302" y="330200"/>
                </a:lnTo>
                <a:lnTo>
                  <a:pt x="967720" y="317500"/>
                </a:lnTo>
                <a:lnTo>
                  <a:pt x="973866" y="304800"/>
                </a:lnTo>
                <a:close/>
              </a:path>
              <a:path w="1078865" h="2324100">
                <a:moveTo>
                  <a:pt x="850811" y="495300"/>
                </a:moveTo>
                <a:lnTo>
                  <a:pt x="844984" y="495300"/>
                </a:lnTo>
                <a:lnTo>
                  <a:pt x="840908" y="508000"/>
                </a:lnTo>
                <a:lnTo>
                  <a:pt x="836460" y="508000"/>
                </a:lnTo>
                <a:lnTo>
                  <a:pt x="829671" y="520700"/>
                </a:lnTo>
                <a:lnTo>
                  <a:pt x="842560" y="520700"/>
                </a:lnTo>
                <a:lnTo>
                  <a:pt x="847586" y="508000"/>
                </a:lnTo>
                <a:lnTo>
                  <a:pt x="850811" y="495300"/>
                </a:lnTo>
                <a:close/>
              </a:path>
              <a:path w="1078865" h="2324100">
                <a:moveTo>
                  <a:pt x="912663" y="508000"/>
                </a:moveTo>
                <a:lnTo>
                  <a:pt x="857615" y="508000"/>
                </a:lnTo>
                <a:lnTo>
                  <a:pt x="842560" y="520700"/>
                </a:lnTo>
                <a:lnTo>
                  <a:pt x="953258" y="520700"/>
                </a:lnTo>
                <a:lnTo>
                  <a:pt x="912663" y="508000"/>
                </a:lnTo>
                <a:close/>
              </a:path>
              <a:path w="1078865" h="2324100">
                <a:moveTo>
                  <a:pt x="599950" y="482600"/>
                </a:moveTo>
                <a:lnTo>
                  <a:pt x="174081" y="482600"/>
                </a:lnTo>
                <a:lnTo>
                  <a:pt x="199198" y="495300"/>
                </a:lnTo>
                <a:lnTo>
                  <a:pt x="597039" y="495300"/>
                </a:lnTo>
                <a:lnTo>
                  <a:pt x="599950" y="482600"/>
                </a:lnTo>
                <a:close/>
              </a:path>
              <a:path w="1078865" h="2324100">
                <a:moveTo>
                  <a:pt x="200007" y="469900"/>
                </a:moveTo>
                <a:lnTo>
                  <a:pt x="172209" y="469900"/>
                </a:lnTo>
                <a:lnTo>
                  <a:pt x="149829" y="482600"/>
                </a:lnTo>
                <a:lnTo>
                  <a:pt x="230244" y="482600"/>
                </a:lnTo>
                <a:lnTo>
                  <a:pt x="200007" y="469900"/>
                </a:lnTo>
                <a:close/>
              </a:path>
              <a:path w="1078865" h="2324100">
                <a:moveTo>
                  <a:pt x="306664" y="419100"/>
                </a:moveTo>
                <a:lnTo>
                  <a:pt x="117120" y="419100"/>
                </a:lnTo>
                <a:lnTo>
                  <a:pt x="170256" y="444500"/>
                </a:lnTo>
                <a:lnTo>
                  <a:pt x="772154" y="444500"/>
                </a:lnTo>
                <a:lnTo>
                  <a:pt x="782622" y="431800"/>
                </a:lnTo>
                <a:lnTo>
                  <a:pt x="317154" y="431800"/>
                </a:lnTo>
                <a:lnTo>
                  <a:pt x="306664" y="419100"/>
                </a:lnTo>
                <a:close/>
              </a:path>
              <a:path w="1078865" h="2324100">
                <a:moveTo>
                  <a:pt x="593481" y="330200"/>
                </a:moveTo>
                <a:lnTo>
                  <a:pt x="454478" y="330200"/>
                </a:lnTo>
                <a:lnTo>
                  <a:pt x="458196" y="342900"/>
                </a:lnTo>
                <a:lnTo>
                  <a:pt x="462039" y="368300"/>
                </a:lnTo>
                <a:lnTo>
                  <a:pt x="465994" y="381000"/>
                </a:lnTo>
                <a:lnTo>
                  <a:pt x="470048" y="406400"/>
                </a:lnTo>
                <a:lnTo>
                  <a:pt x="312472" y="406400"/>
                </a:lnTo>
                <a:lnTo>
                  <a:pt x="316344" y="419100"/>
                </a:lnTo>
                <a:lnTo>
                  <a:pt x="320186" y="419100"/>
                </a:lnTo>
                <a:lnTo>
                  <a:pt x="324001" y="431800"/>
                </a:lnTo>
                <a:lnTo>
                  <a:pt x="620494" y="431800"/>
                </a:lnTo>
                <a:lnTo>
                  <a:pt x="628549" y="393700"/>
                </a:lnTo>
                <a:lnTo>
                  <a:pt x="610567" y="393700"/>
                </a:lnTo>
                <a:lnTo>
                  <a:pt x="606447" y="381000"/>
                </a:lnTo>
                <a:lnTo>
                  <a:pt x="598132" y="355600"/>
                </a:lnTo>
                <a:lnTo>
                  <a:pt x="594065" y="342900"/>
                </a:lnTo>
                <a:lnTo>
                  <a:pt x="593481" y="330200"/>
                </a:lnTo>
                <a:close/>
              </a:path>
              <a:path w="1078865" h="2324100">
                <a:moveTo>
                  <a:pt x="930608" y="317500"/>
                </a:moveTo>
                <a:lnTo>
                  <a:pt x="923325" y="317500"/>
                </a:lnTo>
                <a:lnTo>
                  <a:pt x="890852" y="330200"/>
                </a:lnTo>
                <a:lnTo>
                  <a:pt x="851366" y="342900"/>
                </a:lnTo>
                <a:lnTo>
                  <a:pt x="809200" y="368300"/>
                </a:lnTo>
                <a:lnTo>
                  <a:pt x="646168" y="368300"/>
                </a:lnTo>
                <a:lnTo>
                  <a:pt x="639192" y="381000"/>
                </a:lnTo>
                <a:lnTo>
                  <a:pt x="632717" y="406400"/>
                </a:lnTo>
                <a:lnTo>
                  <a:pt x="626727" y="419100"/>
                </a:lnTo>
                <a:lnTo>
                  <a:pt x="621206" y="431800"/>
                </a:lnTo>
                <a:lnTo>
                  <a:pt x="816362" y="431800"/>
                </a:lnTo>
                <a:lnTo>
                  <a:pt x="818446" y="419100"/>
                </a:lnTo>
                <a:lnTo>
                  <a:pt x="777316" y="419100"/>
                </a:lnTo>
                <a:lnTo>
                  <a:pt x="780628" y="406400"/>
                </a:lnTo>
                <a:lnTo>
                  <a:pt x="783969" y="406400"/>
                </a:lnTo>
                <a:lnTo>
                  <a:pt x="787339" y="393700"/>
                </a:lnTo>
                <a:lnTo>
                  <a:pt x="790740" y="393700"/>
                </a:lnTo>
                <a:lnTo>
                  <a:pt x="845277" y="368300"/>
                </a:lnTo>
                <a:lnTo>
                  <a:pt x="894725" y="342900"/>
                </a:lnTo>
                <a:lnTo>
                  <a:pt x="930608" y="317500"/>
                </a:lnTo>
                <a:close/>
              </a:path>
              <a:path w="1078865" h="2324100">
                <a:moveTo>
                  <a:pt x="180325" y="381000"/>
                </a:moveTo>
                <a:lnTo>
                  <a:pt x="171586" y="381000"/>
                </a:lnTo>
                <a:lnTo>
                  <a:pt x="176256" y="393700"/>
                </a:lnTo>
                <a:lnTo>
                  <a:pt x="89416" y="393700"/>
                </a:lnTo>
                <a:lnTo>
                  <a:pt x="70180" y="406400"/>
                </a:lnTo>
                <a:lnTo>
                  <a:pt x="64573" y="419100"/>
                </a:lnTo>
                <a:lnTo>
                  <a:pt x="272389" y="419100"/>
                </a:lnTo>
                <a:lnTo>
                  <a:pt x="255345" y="406400"/>
                </a:lnTo>
                <a:lnTo>
                  <a:pt x="203721" y="406400"/>
                </a:lnTo>
                <a:lnTo>
                  <a:pt x="190766" y="393700"/>
                </a:lnTo>
                <a:lnTo>
                  <a:pt x="180325" y="381000"/>
                </a:lnTo>
                <a:close/>
              </a:path>
              <a:path w="1078865" h="2324100">
                <a:moveTo>
                  <a:pt x="273481" y="393700"/>
                </a:moveTo>
                <a:lnTo>
                  <a:pt x="268274" y="393700"/>
                </a:lnTo>
                <a:lnTo>
                  <a:pt x="269730" y="406400"/>
                </a:lnTo>
                <a:lnTo>
                  <a:pt x="272389" y="419100"/>
                </a:lnTo>
                <a:lnTo>
                  <a:pt x="286378" y="419100"/>
                </a:lnTo>
                <a:lnTo>
                  <a:pt x="281448" y="406400"/>
                </a:lnTo>
                <a:lnTo>
                  <a:pt x="277087" y="406400"/>
                </a:lnTo>
                <a:lnTo>
                  <a:pt x="273481" y="393700"/>
                </a:lnTo>
                <a:close/>
              </a:path>
              <a:path w="1078865" h="2324100">
                <a:moveTo>
                  <a:pt x="836521" y="406400"/>
                </a:moveTo>
                <a:lnTo>
                  <a:pt x="800136" y="406400"/>
                </a:lnTo>
                <a:lnTo>
                  <a:pt x="788812" y="419100"/>
                </a:lnTo>
                <a:lnTo>
                  <a:pt x="828564" y="419100"/>
                </a:lnTo>
                <a:lnTo>
                  <a:pt x="836521" y="406400"/>
                </a:lnTo>
                <a:close/>
              </a:path>
              <a:path w="1078865" h="2324100">
                <a:moveTo>
                  <a:pt x="466385" y="393700"/>
                </a:moveTo>
                <a:lnTo>
                  <a:pt x="281235" y="393700"/>
                </a:lnTo>
                <a:lnTo>
                  <a:pt x="291684" y="406400"/>
                </a:lnTo>
                <a:lnTo>
                  <a:pt x="470048" y="406400"/>
                </a:lnTo>
                <a:lnTo>
                  <a:pt x="466385" y="393700"/>
                </a:lnTo>
                <a:close/>
              </a:path>
              <a:path w="1078865" h="2324100">
                <a:moveTo>
                  <a:pt x="174187" y="342900"/>
                </a:moveTo>
                <a:lnTo>
                  <a:pt x="152770" y="342900"/>
                </a:lnTo>
                <a:lnTo>
                  <a:pt x="185679" y="355600"/>
                </a:lnTo>
                <a:lnTo>
                  <a:pt x="208720" y="368300"/>
                </a:lnTo>
                <a:lnTo>
                  <a:pt x="232756" y="381000"/>
                </a:lnTo>
                <a:lnTo>
                  <a:pt x="268651" y="393700"/>
                </a:lnTo>
                <a:lnTo>
                  <a:pt x="462606" y="393700"/>
                </a:lnTo>
                <a:lnTo>
                  <a:pt x="458713" y="381000"/>
                </a:lnTo>
                <a:lnTo>
                  <a:pt x="291519" y="381000"/>
                </a:lnTo>
                <a:lnTo>
                  <a:pt x="248038" y="368300"/>
                </a:lnTo>
                <a:lnTo>
                  <a:pt x="207436" y="355600"/>
                </a:lnTo>
                <a:lnTo>
                  <a:pt x="174187" y="342900"/>
                </a:lnTo>
                <a:close/>
              </a:path>
              <a:path w="1078865" h="2324100">
                <a:moveTo>
                  <a:pt x="641655" y="292100"/>
                </a:moveTo>
                <a:lnTo>
                  <a:pt x="641798" y="304800"/>
                </a:lnTo>
                <a:lnTo>
                  <a:pt x="642007" y="317500"/>
                </a:lnTo>
                <a:lnTo>
                  <a:pt x="642431" y="317500"/>
                </a:lnTo>
                <a:lnTo>
                  <a:pt x="643216" y="330200"/>
                </a:lnTo>
                <a:lnTo>
                  <a:pt x="636184" y="342900"/>
                </a:lnTo>
                <a:lnTo>
                  <a:pt x="628191" y="355600"/>
                </a:lnTo>
                <a:lnTo>
                  <a:pt x="619549" y="368300"/>
                </a:lnTo>
                <a:lnTo>
                  <a:pt x="610567" y="393700"/>
                </a:lnTo>
                <a:lnTo>
                  <a:pt x="628549" y="393700"/>
                </a:lnTo>
                <a:lnTo>
                  <a:pt x="635174" y="381000"/>
                </a:lnTo>
                <a:lnTo>
                  <a:pt x="640228" y="355600"/>
                </a:lnTo>
                <a:lnTo>
                  <a:pt x="643572" y="342900"/>
                </a:lnTo>
                <a:lnTo>
                  <a:pt x="661990" y="342900"/>
                </a:lnTo>
                <a:lnTo>
                  <a:pt x="656829" y="330200"/>
                </a:lnTo>
                <a:lnTo>
                  <a:pt x="651638" y="317500"/>
                </a:lnTo>
                <a:lnTo>
                  <a:pt x="646539" y="304800"/>
                </a:lnTo>
                <a:lnTo>
                  <a:pt x="641655" y="292100"/>
                </a:lnTo>
                <a:close/>
              </a:path>
              <a:path w="1078865" h="2324100">
                <a:moveTo>
                  <a:pt x="454708" y="368300"/>
                </a:moveTo>
                <a:lnTo>
                  <a:pt x="286219" y="368300"/>
                </a:lnTo>
                <a:lnTo>
                  <a:pt x="291519" y="381000"/>
                </a:lnTo>
                <a:lnTo>
                  <a:pt x="458713" y="381000"/>
                </a:lnTo>
                <a:lnTo>
                  <a:pt x="454708" y="368300"/>
                </a:lnTo>
                <a:close/>
              </a:path>
              <a:path w="1078865" h="2324100">
                <a:moveTo>
                  <a:pt x="882357" y="355600"/>
                </a:moveTo>
                <a:lnTo>
                  <a:pt x="879603" y="355600"/>
                </a:lnTo>
                <a:lnTo>
                  <a:pt x="873380" y="368300"/>
                </a:lnTo>
                <a:lnTo>
                  <a:pt x="866424" y="381000"/>
                </a:lnTo>
                <a:lnTo>
                  <a:pt x="875418" y="381000"/>
                </a:lnTo>
                <a:lnTo>
                  <a:pt x="879392" y="368300"/>
                </a:lnTo>
                <a:lnTo>
                  <a:pt x="882357" y="355600"/>
                </a:lnTo>
                <a:close/>
              </a:path>
              <a:path w="1078865" h="2324100">
                <a:moveTo>
                  <a:pt x="94110" y="241300"/>
                </a:moveTo>
                <a:lnTo>
                  <a:pt x="73400" y="241300"/>
                </a:lnTo>
                <a:lnTo>
                  <a:pt x="124809" y="266700"/>
                </a:lnTo>
                <a:lnTo>
                  <a:pt x="158840" y="279400"/>
                </a:lnTo>
                <a:lnTo>
                  <a:pt x="190700" y="292100"/>
                </a:lnTo>
                <a:lnTo>
                  <a:pt x="235594" y="304800"/>
                </a:lnTo>
                <a:lnTo>
                  <a:pt x="239353" y="304800"/>
                </a:lnTo>
                <a:lnTo>
                  <a:pt x="242648" y="315991"/>
                </a:lnTo>
                <a:lnTo>
                  <a:pt x="246798" y="317500"/>
                </a:lnTo>
                <a:lnTo>
                  <a:pt x="203807" y="317500"/>
                </a:lnTo>
                <a:lnTo>
                  <a:pt x="230650" y="330200"/>
                </a:lnTo>
                <a:lnTo>
                  <a:pt x="270054" y="355600"/>
                </a:lnTo>
                <a:lnTo>
                  <a:pt x="275484" y="355600"/>
                </a:lnTo>
                <a:lnTo>
                  <a:pt x="280873" y="368300"/>
                </a:lnTo>
                <a:lnTo>
                  <a:pt x="454827" y="368300"/>
                </a:lnTo>
                <a:lnTo>
                  <a:pt x="454809" y="355600"/>
                </a:lnTo>
                <a:lnTo>
                  <a:pt x="454683" y="342900"/>
                </a:lnTo>
                <a:lnTo>
                  <a:pt x="436573" y="342900"/>
                </a:lnTo>
                <a:lnTo>
                  <a:pt x="424081" y="330200"/>
                </a:lnTo>
                <a:lnTo>
                  <a:pt x="410692" y="317500"/>
                </a:lnTo>
                <a:lnTo>
                  <a:pt x="396376" y="292100"/>
                </a:lnTo>
                <a:lnTo>
                  <a:pt x="381098" y="279400"/>
                </a:lnTo>
                <a:lnTo>
                  <a:pt x="207721" y="279400"/>
                </a:lnTo>
                <a:lnTo>
                  <a:pt x="165413" y="254000"/>
                </a:lnTo>
                <a:lnTo>
                  <a:pt x="126162" y="254000"/>
                </a:lnTo>
                <a:lnTo>
                  <a:pt x="94110" y="241300"/>
                </a:lnTo>
                <a:close/>
              </a:path>
              <a:path w="1078865" h="2324100">
                <a:moveTo>
                  <a:pt x="818629" y="342900"/>
                </a:moveTo>
                <a:lnTo>
                  <a:pt x="644089" y="342900"/>
                </a:lnTo>
                <a:lnTo>
                  <a:pt x="644689" y="355600"/>
                </a:lnTo>
                <a:lnTo>
                  <a:pt x="645380" y="368300"/>
                </a:lnTo>
                <a:lnTo>
                  <a:pt x="809200" y="368300"/>
                </a:lnTo>
                <a:lnTo>
                  <a:pt x="813890" y="355600"/>
                </a:lnTo>
                <a:lnTo>
                  <a:pt x="818629" y="342900"/>
                </a:lnTo>
                <a:close/>
              </a:path>
              <a:path w="1078865" h="2324100">
                <a:moveTo>
                  <a:pt x="418700" y="241300"/>
                </a:moveTo>
                <a:lnTo>
                  <a:pt x="412940" y="241300"/>
                </a:lnTo>
                <a:lnTo>
                  <a:pt x="421095" y="254000"/>
                </a:lnTo>
                <a:lnTo>
                  <a:pt x="427255" y="266700"/>
                </a:lnTo>
                <a:lnTo>
                  <a:pt x="434516" y="292100"/>
                </a:lnTo>
                <a:lnTo>
                  <a:pt x="445975" y="317500"/>
                </a:lnTo>
                <a:lnTo>
                  <a:pt x="443518" y="317500"/>
                </a:lnTo>
                <a:lnTo>
                  <a:pt x="441121" y="330200"/>
                </a:lnTo>
                <a:lnTo>
                  <a:pt x="438800" y="342900"/>
                </a:lnTo>
                <a:lnTo>
                  <a:pt x="454683" y="342900"/>
                </a:lnTo>
                <a:lnTo>
                  <a:pt x="454478" y="330200"/>
                </a:lnTo>
                <a:lnTo>
                  <a:pt x="593481" y="330200"/>
                </a:lnTo>
                <a:lnTo>
                  <a:pt x="592742" y="304800"/>
                </a:lnTo>
                <a:lnTo>
                  <a:pt x="591840" y="292100"/>
                </a:lnTo>
                <a:lnTo>
                  <a:pt x="590767" y="279400"/>
                </a:lnTo>
                <a:lnTo>
                  <a:pt x="594511" y="266700"/>
                </a:lnTo>
                <a:lnTo>
                  <a:pt x="441892" y="266700"/>
                </a:lnTo>
                <a:lnTo>
                  <a:pt x="433375" y="254000"/>
                </a:lnTo>
                <a:lnTo>
                  <a:pt x="425578" y="254000"/>
                </a:lnTo>
                <a:lnTo>
                  <a:pt x="418700" y="241300"/>
                </a:lnTo>
                <a:close/>
              </a:path>
              <a:path w="1078865" h="2324100">
                <a:moveTo>
                  <a:pt x="1015194" y="203200"/>
                </a:moveTo>
                <a:lnTo>
                  <a:pt x="994767" y="203200"/>
                </a:lnTo>
                <a:lnTo>
                  <a:pt x="963458" y="215900"/>
                </a:lnTo>
                <a:lnTo>
                  <a:pt x="925280" y="228600"/>
                </a:lnTo>
                <a:lnTo>
                  <a:pt x="884245" y="254000"/>
                </a:lnTo>
                <a:lnTo>
                  <a:pt x="712771" y="254000"/>
                </a:lnTo>
                <a:lnTo>
                  <a:pt x="711988" y="266700"/>
                </a:lnTo>
                <a:lnTo>
                  <a:pt x="698026" y="292100"/>
                </a:lnTo>
                <a:lnTo>
                  <a:pt x="685061" y="304800"/>
                </a:lnTo>
                <a:lnTo>
                  <a:pt x="673061" y="330200"/>
                </a:lnTo>
                <a:lnTo>
                  <a:pt x="661990" y="342900"/>
                </a:lnTo>
                <a:lnTo>
                  <a:pt x="823415" y="342900"/>
                </a:lnTo>
                <a:lnTo>
                  <a:pt x="828247" y="330200"/>
                </a:lnTo>
                <a:lnTo>
                  <a:pt x="875066" y="304800"/>
                </a:lnTo>
                <a:lnTo>
                  <a:pt x="849010" y="304800"/>
                </a:lnTo>
                <a:lnTo>
                  <a:pt x="852340" y="292100"/>
                </a:lnTo>
                <a:lnTo>
                  <a:pt x="859073" y="292100"/>
                </a:lnTo>
                <a:lnTo>
                  <a:pt x="914234" y="254000"/>
                </a:lnTo>
                <a:lnTo>
                  <a:pt x="964482" y="228600"/>
                </a:lnTo>
                <a:lnTo>
                  <a:pt x="1001056" y="215900"/>
                </a:lnTo>
                <a:lnTo>
                  <a:pt x="1015194" y="203200"/>
                </a:lnTo>
                <a:close/>
              </a:path>
              <a:path w="1078865" h="2324100">
                <a:moveTo>
                  <a:pt x="1038083" y="317500"/>
                </a:moveTo>
                <a:lnTo>
                  <a:pt x="1014108" y="317500"/>
                </a:lnTo>
                <a:lnTo>
                  <a:pt x="996554" y="330200"/>
                </a:lnTo>
                <a:lnTo>
                  <a:pt x="976815" y="330200"/>
                </a:lnTo>
                <a:lnTo>
                  <a:pt x="946285" y="342900"/>
                </a:lnTo>
                <a:lnTo>
                  <a:pt x="987281" y="342900"/>
                </a:lnTo>
                <a:lnTo>
                  <a:pt x="1005653" y="330200"/>
                </a:lnTo>
                <a:lnTo>
                  <a:pt x="1038083" y="317500"/>
                </a:lnTo>
                <a:close/>
              </a:path>
              <a:path w="1078865" h="2324100">
                <a:moveTo>
                  <a:pt x="155164" y="292100"/>
                </a:moveTo>
                <a:lnTo>
                  <a:pt x="138456" y="292100"/>
                </a:lnTo>
                <a:lnTo>
                  <a:pt x="177188" y="317500"/>
                </a:lnTo>
                <a:lnTo>
                  <a:pt x="243092" y="317500"/>
                </a:lnTo>
                <a:lnTo>
                  <a:pt x="242648" y="315991"/>
                </a:lnTo>
                <a:lnTo>
                  <a:pt x="211856" y="304800"/>
                </a:lnTo>
                <a:lnTo>
                  <a:pt x="180470" y="304800"/>
                </a:lnTo>
                <a:lnTo>
                  <a:pt x="155164" y="292100"/>
                </a:lnTo>
                <a:close/>
              </a:path>
              <a:path w="1078865" h="2324100">
                <a:moveTo>
                  <a:pt x="242648" y="315991"/>
                </a:moveTo>
                <a:lnTo>
                  <a:pt x="243092" y="317500"/>
                </a:lnTo>
                <a:lnTo>
                  <a:pt x="246798" y="317500"/>
                </a:lnTo>
                <a:lnTo>
                  <a:pt x="242648" y="315991"/>
                </a:lnTo>
                <a:close/>
              </a:path>
              <a:path w="1078865" h="2324100">
                <a:moveTo>
                  <a:pt x="944031" y="266700"/>
                </a:moveTo>
                <a:lnTo>
                  <a:pt x="938280" y="266700"/>
                </a:lnTo>
                <a:lnTo>
                  <a:pt x="913521" y="279400"/>
                </a:lnTo>
                <a:lnTo>
                  <a:pt x="882951" y="292100"/>
                </a:lnTo>
                <a:lnTo>
                  <a:pt x="849010" y="304800"/>
                </a:lnTo>
                <a:lnTo>
                  <a:pt x="875066" y="304800"/>
                </a:lnTo>
                <a:lnTo>
                  <a:pt x="915559" y="292100"/>
                </a:lnTo>
                <a:lnTo>
                  <a:pt x="944031" y="266700"/>
                </a:lnTo>
                <a:close/>
              </a:path>
              <a:path w="1078865" h="2324100">
                <a:moveTo>
                  <a:pt x="337304" y="241300"/>
                </a:moveTo>
                <a:lnTo>
                  <a:pt x="182770" y="241300"/>
                </a:lnTo>
                <a:lnTo>
                  <a:pt x="191160" y="254000"/>
                </a:lnTo>
                <a:lnTo>
                  <a:pt x="199477" y="266700"/>
                </a:lnTo>
                <a:lnTo>
                  <a:pt x="207721" y="279400"/>
                </a:lnTo>
                <a:lnTo>
                  <a:pt x="381098" y="279400"/>
                </a:lnTo>
                <a:lnTo>
                  <a:pt x="378753" y="266700"/>
                </a:lnTo>
                <a:lnTo>
                  <a:pt x="361554" y="266700"/>
                </a:lnTo>
                <a:lnTo>
                  <a:pt x="356274" y="254000"/>
                </a:lnTo>
                <a:lnTo>
                  <a:pt x="345413" y="254000"/>
                </a:lnTo>
                <a:lnTo>
                  <a:pt x="337304" y="241300"/>
                </a:lnTo>
                <a:close/>
              </a:path>
              <a:path w="1078865" h="2324100">
                <a:moveTo>
                  <a:pt x="375351" y="241300"/>
                </a:moveTo>
                <a:lnTo>
                  <a:pt x="372461" y="241300"/>
                </a:lnTo>
                <a:lnTo>
                  <a:pt x="370329" y="254000"/>
                </a:lnTo>
                <a:lnTo>
                  <a:pt x="368423" y="254000"/>
                </a:lnTo>
                <a:lnTo>
                  <a:pt x="366742" y="266700"/>
                </a:lnTo>
                <a:lnTo>
                  <a:pt x="378753" y="266700"/>
                </a:lnTo>
                <a:lnTo>
                  <a:pt x="376748" y="254000"/>
                </a:lnTo>
                <a:lnTo>
                  <a:pt x="375351" y="241300"/>
                </a:lnTo>
                <a:close/>
              </a:path>
              <a:path w="1078865" h="2324100">
                <a:moveTo>
                  <a:pt x="412933" y="139700"/>
                </a:moveTo>
                <a:lnTo>
                  <a:pt x="403129" y="139700"/>
                </a:lnTo>
                <a:lnTo>
                  <a:pt x="409616" y="152400"/>
                </a:lnTo>
                <a:lnTo>
                  <a:pt x="414581" y="165100"/>
                </a:lnTo>
                <a:lnTo>
                  <a:pt x="420548" y="177800"/>
                </a:lnTo>
                <a:lnTo>
                  <a:pt x="430039" y="190500"/>
                </a:lnTo>
                <a:lnTo>
                  <a:pt x="432574" y="215900"/>
                </a:lnTo>
                <a:lnTo>
                  <a:pt x="435408" y="228600"/>
                </a:lnTo>
                <a:lnTo>
                  <a:pt x="438520" y="254000"/>
                </a:lnTo>
                <a:lnTo>
                  <a:pt x="441892" y="266700"/>
                </a:lnTo>
                <a:lnTo>
                  <a:pt x="594511" y="266700"/>
                </a:lnTo>
                <a:lnTo>
                  <a:pt x="598255" y="254000"/>
                </a:lnTo>
                <a:lnTo>
                  <a:pt x="603836" y="228600"/>
                </a:lnTo>
                <a:lnTo>
                  <a:pt x="587092" y="228600"/>
                </a:lnTo>
                <a:lnTo>
                  <a:pt x="585280" y="215900"/>
                </a:lnTo>
                <a:lnTo>
                  <a:pt x="583249" y="203200"/>
                </a:lnTo>
                <a:lnTo>
                  <a:pt x="580990" y="190500"/>
                </a:lnTo>
                <a:lnTo>
                  <a:pt x="578495" y="177800"/>
                </a:lnTo>
                <a:lnTo>
                  <a:pt x="584112" y="152400"/>
                </a:lnTo>
                <a:lnTo>
                  <a:pt x="418850" y="152400"/>
                </a:lnTo>
                <a:lnTo>
                  <a:pt x="412933" y="139700"/>
                </a:lnTo>
                <a:close/>
              </a:path>
              <a:path w="1078865" h="2324100">
                <a:moveTo>
                  <a:pt x="714993" y="228600"/>
                </a:moveTo>
                <a:lnTo>
                  <a:pt x="713992" y="241300"/>
                </a:lnTo>
                <a:lnTo>
                  <a:pt x="713346" y="254000"/>
                </a:lnTo>
                <a:lnTo>
                  <a:pt x="722818" y="254000"/>
                </a:lnTo>
                <a:lnTo>
                  <a:pt x="720307" y="241300"/>
                </a:lnTo>
                <a:lnTo>
                  <a:pt x="717695" y="241300"/>
                </a:lnTo>
                <a:lnTo>
                  <a:pt x="714993" y="228600"/>
                </a:lnTo>
                <a:close/>
              </a:path>
              <a:path w="1078865" h="2324100">
                <a:moveTo>
                  <a:pt x="899297" y="228600"/>
                </a:moveTo>
                <a:lnTo>
                  <a:pt x="752609" y="228600"/>
                </a:lnTo>
                <a:lnTo>
                  <a:pt x="745034" y="241300"/>
                </a:lnTo>
                <a:lnTo>
                  <a:pt x="739923" y="241300"/>
                </a:lnTo>
                <a:lnTo>
                  <a:pt x="734920" y="254000"/>
                </a:lnTo>
                <a:lnTo>
                  <a:pt x="884245" y="254000"/>
                </a:lnTo>
                <a:lnTo>
                  <a:pt x="891727" y="241300"/>
                </a:lnTo>
                <a:lnTo>
                  <a:pt x="899297" y="228600"/>
                </a:lnTo>
                <a:close/>
              </a:path>
              <a:path w="1078865" h="2324100">
                <a:moveTo>
                  <a:pt x="66132" y="177800"/>
                </a:moveTo>
                <a:lnTo>
                  <a:pt x="21433" y="177800"/>
                </a:lnTo>
                <a:lnTo>
                  <a:pt x="68768" y="190500"/>
                </a:lnTo>
                <a:lnTo>
                  <a:pt x="100470" y="215900"/>
                </a:lnTo>
                <a:lnTo>
                  <a:pt x="130873" y="228600"/>
                </a:lnTo>
                <a:lnTo>
                  <a:pt x="174308" y="241300"/>
                </a:lnTo>
                <a:lnTo>
                  <a:pt x="329308" y="241300"/>
                </a:lnTo>
                <a:lnTo>
                  <a:pt x="321419" y="228600"/>
                </a:lnTo>
                <a:lnTo>
                  <a:pt x="313634" y="228600"/>
                </a:lnTo>
                <a:lnTo>
                  <a:pt x="310795" y="215900"/>
                </a:lnTo>
                <a:lnTo>
                  <a:pt x="292954" y="215900"/>
                </a:lnTo>
                <a:lnTo>
                  <a:pt x="280699" y="203200"/>
                </a:lnTo>
                <a:lnTo>
                  <a:pt x="136425" y="203200"/>
                </a:lnTo>
                <a:lnTo>
                  <a:pt x="99523" y="190500"/>
                </a:lnTo>
                <a:lnTo>
                  <a:pt x="66132" y="177800"/>
                </a:lnTo>
                <a:close/>
              </a:path>
              <a:path w="1078865" h="2324100">
                <a:moveTo>
                  <a:pt x="607322" y="203200"/>
                </a:moveTo>
                <a:lnTo>
                  <a:pt x="603925" y="203200"/>
                </a:lnTo>
                <a:lnTo>
                  <a:pt x="598743" y="215900"/>
                </a:lnTo>
                <a:lnTo>
                  <a:pt x="593094" y="228600"/>
                </a:lnTo>
                <a:lnTo>
                  <a:pt x="603836" y="228600"/>
                </a:lnTo>
                <a:lnTo>
                  <a:pt x="607322" y="203200"/>
                </a:lnTo>
                <a:close/>
              </a:path>
              <a:path w="1078865" h="2324100">
                <a:moveTo>
                  <a:pt x="785410" y="152400"/>
                </a:moveTo>
                <a:lnTo>
                  <a:pt x="782104" y="165100"/>
                </a:lnTo>
                <a:lnTo>
                  <a:pt x="779893" y="177800"/>
                </a:lnTo>
                <a:lnTo>
                  <a:pt x="777778" y="190500"/>
                </a:lnTo>
                <a:lnTo>
                  <a:pt x="774761" y="215900"/>
                </a:lnTo>
                <a:lnTo>
                  <a:pt x="767469" y="215900"/>
                </a:lnTo>
                <a:lnTo>
                  <a:pt x="760086" y="228600"/>
                </a:lnTo>
                <a:lnTo>
                  <a:pt x="906953" y="228600"/>
                </a:lnTo>
                <a:lnTo>
                  <a:pt x="914694" y="215900"/>
                </a:lnTo>
                <a:lnTo>
                  <a:pt x="967462" y="190500"/>
                </a:lnTo>
                <a:lnTo>
                  <a:pt x="794174" y="190500"/>
                </a:lnTo>
                <a:lnTo>
                  <a:pt x="792761" y="177800"/>
                </a:lnTo>
                <a:lnTo>
                  <a:pt x="790845" y="165100"/>
                </a:lnTo>
                <a:lnTo>
                  <a:pt x="788402" y="165100"/>
                </a:lnTo>
                <a:lnTo>
                  <a:pt x="785410" y="152400"/>
                </a:lnTo>
                <a:close/>
              </a:path>
              <a:path w="1078865" h="2324100">
                <a:moveTo>
                  <a:pt x="298242" y="165100"/>
                </a:moveTo>
                <a:lnTo>
                  <a:pt x="295775" y="177800"/>
                </a:lnTo>
                <a:lnTo>
                  <a:pt x="294114" y="190500"/>
                </a:lnTo>
                <a:lnTo>
                  <a:pt x="293194" y="190500"/>
                </a:lnTo>
                <a:lnTo>
                  <a:pt x="292954" y="215900"/>
                </a:lnTo>
                <a:lnTo>
                  <a:pt x="310795" y="215900"/>
                </a:lnTo>
                <a:lnTo>
                  <a:pt x="307956" y="203200"/>
                </a:lnTo>
                <a:lnTo>
                  <a:pt x="303028" y="190500"/>
                </a:lnTo>
                <a:lnTo>
                  <a:pt x="299556" y="177800"/>
                </a:lnTo>
                <a:lnTo>
                  <a:pt x="298242" y="165100"/>
                </a:lnTo>
                <a:close/>
              </a:path>
              <a:path w="1078865" h="2324100">
                <a:moveTo>
                  <a:pt x="40771" y="101600"/>
                </a:moveTo>
                <a:lnTo>
                  <a:pt x="9830" y="114300"/>
                </a:lnTo>
                <a:lnTo>
                  <a:pt x="0" y="114300"/>
                </a:lnTo>
                <a:lnTo>
                  <a:pt x="35275" y="127000"/>
                </a:lnTo>
                <a:lnTo>
                  <a:pt x="69806" y="152400"/>
                </a:lnTo>
                <a:lnTo>
                  <a:pt x="103541" y="177800"/>
                </a:lnTo>
                <a:lnTo>
                  <a:pt x="136425" y="203200"/>
                </a:lnTo>
                <a:lnTo>
                  <a:pt x="280699" y="203200"/>
                </a:lnTo>
                <a:lnTo>
                  <a:pt x="268444" y="190500"/>
                </a:lnTo>
                <a:lnTo>
                  <a:pt x="245132" y="177800"/>
                </a:lnTo>
                <a:lnTo>
                  <a:pt x="223004" y="165100"/>
                </a:lnTo>
                <a:lnTo>
                  <a:pt x="202046" y="152400"/>
                </a:lnTo>
                <a:lnTo>
                  <a:pt x="187392" y="139700"/>
                </a:lnTo>
                <a:lnTo>
                  <a:pt x="174664" y="139700"/>
                </a:lnTo>
                <a:lnTo>
                  <a:pt x="94991" y="114300"/>
                </a:lnTo>
                <a:lnTo>
                  <a:pt x="40771" y="101600"/>
                </a:lnTo>
                <a:close/>
              </a:path>
              <a:path w="1078865" h="2324100">
                <a:moveTo>
                  <a:pt x="910048" y="101600"/>
                </a:moveTo>
                <a:lnTo>
                  <a:pt x="898468" y="101600"/>
                </a:lnTo>
                <a:lnTo>
                  <a:pt x="891271" y="114300"/>
                </a:lnTo>
                <a:lnTo>
                  <a:pt x="880224" y="127000"/>
                </a:lnTo>
                <a:lnTo>
                  <a:pt x="860272" y="139700"/>
                </a:lnTo>
                <a:lnTo>
                  <a:pt x="839284" y="165100"/>
                </a:lnTo>
                <a:lnTo>
                  <a:pt x="817254" y="177800"/>
                </a:lnTo>
                <a:lnTo>
                  <a:pt x="794174" y="190500"/>
                </a:lnTo>
                <a:lnTo>
                  <a:pt x="967462" y="190500"/>
                </a:lnTo>
                <a:lnTo>
                  <a:pt x="991091" y="177800"/>
                </a:lnTo>
                <a:lnTo>
                  <a:pt x="949573" y="177800"/>
                </a:lnTo>
                <a:lnTo>
                  <a:pt x="980168" y="139700"/>
                </a:lnTo>
                <a:lnTo>
                  <a:pt x="1011863" y="114300"/>
                </a:lnTo>
                <a:lnTo>
                  <a:pt x="906422" y="114300"/>
                </a:lnTo>
                <a:lnTo>
                  <a:pt x="910048" y="101600"/>
                </a:lnTo>
                <a:close/>
              </a:path>
              <a:path w="1078865" h="2324100">
                <a:moveTo>
                  <a:pt x="1048742" y="139700"/>
                </a:moveTo>
                <a:lnTo>
                  <a:pt x="1044311" y="139700"/>
                </a:lnTo>
                <a:lnTo>
                  <a:pt x="1017914" y="152400"/>
                </a:lnTo>
                <a:lnTo>
                  <a:pt x="985402" y="165100"/>
                </a:lnTo>
                <a:lnTo>
                  <a:pt x="949573" y="177800"/>
                </a:lnTo>
                <a:lnTo>
                  <a:pt x="991091" y="177800"/>
                </a:lnTo>
                <a:lnTo>
                  <a:pt x="1014720" y="165100"/>
                </a:lnTo>
                <a:lnTo>
                  <a:pt x="1048742" y="139700"/>
                </a:lnTo>
                <a:close/>
              </a:path>
              <a:path w="1078865" h="2324100">
                <a:moveTo>
                  <a:pt x="478204" y="0"/>
                </a:moveTo>
                <a:lnTo>
                  <a:pt x="474812" y="0"/>
                </a:lnTo>
                <a:lnTo>
                  <a:pt x="438939" y="25400"/>
                </a:lnTo>
                <a:lnTo>
                  <a:pt x="433934" y="25400"/>
                </a:lnTo>
                <a:lnTo>
                  <a:pt x="430164" y="38100"/>
                </a:lnTo>
                <a:lnTo>
                  <a:pt x="427463" y="50800"/>
                </a:lnTo>
                <a:lnTo>
                  <a:pt x="421104" y="50800"/>
                </a:lnTo>
                <a:lnTo>
                  <a:pt x="424814" y="63500"/>
                </a:lnTo>
                <a:lnTo>
                  <a:pt x="422700" y="76200"/>
                </a:lnTo>
                <a:lnTo>
                  <a:pt x="422154" y="101600"/>
                </a:lnTo>
                <a:lnTo>
                  <a:pt x="423062" y="127000"/>
                </a:lnTo>
                <a:lnTo>
                  <a:pt x="425306" y="152400"/>
                </a:lnTo>
                <a:lnTo>
                  <a:pt x="571595" y="152400"/>
                </a:lnTo>
                <a:lnTo>
                  <a:pt x="569091" y="139700"/>
                </a:lnTo>
                <a:lnTo>
                  <a:pt x="566431" y="139700"/>
                </a:lnTo>
                <a:lnTo>
                  <a:pt x="563612" y="127000"/>
                </a:lnTo>
                <a:lnTo>
                  <a:pt x="560632" y="127000"/>
                </a:lnTo>
                <a:lnTo>
                  <a:pt x="556328" y="114300"/>
                </a:lnTo>
                <a:lnTo>
                  <a:pt x="554244" y="114300"/>
                </a:lnTo>
                <a:lnTo>
                  <a:pt x="562038" y="88900"/>
                </a:lnTo>
                <a:lnTo>
                  <a:pt x="542622" y="88900"/>
                </a:lnTo>
                <a:lnTo>
                  <a:pt x="510417" y="38100"/>
                </a:lnTo>
                <a:lnTo>
                  <a:pt x="489508" y="12700"/>
                </a:lnTo>
                <a:lnTo>
                  <a:pt x="478204" y="0"/>
                </a:lnTo>
                <a:close/>
              </a:path>
              <a:path w="1078865" h="2324100">
                <a:moveTo>
                  <a:pt x="590853" y="127000"/>
                </a:moveTo>
                <a:lnTo>
                  <a:pt x="582528" y="127000"/>
                </a:lnTo>
                <a:lnTo>
                  <a:pt x="577229" y="139700"/>
                </a:lnTo>
                <a:lnTo>
                  <a:pt x="571595" y="152400"/>
                </a:lnTo>
                <a:lnTo>
                  <a:pt x="584112" y="152400"/>
                </a:lnTo>
                <a:lnTo>
                  <a:pt x="588271" y="139700"/>
                </a:lnTo>
                <a:lnTo>
                  <a:pt x="590853" y="127000"/>
                </a:lnTo>
                <a:close/>
              </a:path>
              <a:path w="1078865" h="2324100">
                <a:moveTo>
                  <a:pt x="167502" y="114300"/>
                </a:moveTo>
                <a:lnTo>
                  <a:pt x="165023" y="114300"/>
                </a:lnTo>
                <a:lnTo>
                  <a:pt x="166953" y="127000"/>
                </a:lnTo>
                <a:lnTo>
                  <a:pt x="170217" y="127000"/>
                </a:lnTo>
                <a:lnTo>
                  <a:pt x="174664" y="139700"/>
                </a:lnTo>
                <a:lnTo>
                  <a:pt x="187392" y="139700"/>
                </a:lnTo>
                <a:lnTo>
                  <a:pt x="175492" y="127000"/>
                </a:lnTo>
                <a:lnTo>
                  <a:pt x="167502" y="114300"/>
                </a:lnTo>
                <a:close/>
              </a:path>
              <a:path w="1078865" h="2324100">
                <a:moveTo>
                  <a:pt x="1045969" y="63500"/>
                </a:moveTo>
                <a:lnTo>
                  <a:pt x="1017224" y="63500"/>
                </a:lnTo>
                <a:lnTo>
                  <a:pt x="976084" y="76200"/>
                </a:lnTo>
                <a:lnTo>
                  <a:pt x="906422" y="114300"/>
                </a:lnTo>
                <a:lnTo>
                  <a:pt x="1011863" y="114300"/>
                </a:lnTo>
                <a:lnTo>
                  <a:pt x="1044631" y="101600"/>
                </a:lnTo>
                <a:lnTo>
                  <a:pt x="1078448" y="76200"/>
                </a:lnTo>
                <a:lnTo>
                  <a:pt x="1045969" y="63500"/>
                </a:lnTo>
                <a:close/>
              </a:path>
              <a:path w="1078865" h="2324100">
                <a:moveTo>
                  <a:pt x="913954" y="88924"/>
                </a:moveTo>
                <a:lnTo>
                  <a:pt x="904981" y="101600"/>
                </a:lnTo>
                <a:lnTo>
                  <a:pt x="912604" y="101600"/>
                </a:lnTo>
                <a:lnTo>
                  <a:pt x="913954" y="88924"/>
                </a:lnTo>
                <a:close/>
              </a:path>
              <a:path w="1078865" h="2324100">
                <a:moveTo>
                  <a:pt x="572883" y="38100"/>
                </a:moveTo>
                <a:lnTo>
                  <a:pt x="566567" y="50800"/>
                </a:lnTo>
                <a:lnTo>
                  <a:pt x="559134" y="63500"/>
                </a:lnTo>
                <a:lnTo>
                  <a:pt x="551011" y="76200"/>
                </a:lnTo>
                <a:lnTo>
                  <a:pt x="542622" y="88900"/>
                </a:lnTo>
                <a:lnTo>
                  <a:pt x="562038" y="88900"/>
                </a:lnTo>
                <a:lnTo>
                  <a:pt x="567902" y="63500"/>
                </a:lnTo>
                <a:lnTo>
                  <a:pt x="571597" y="50800"/>
                </a:lnTo>
                <a:lnTo>
                  <a:pt x="572883" y="38100"/>
                </a:lnTo>
                <a:close/>
              </a:path>
              <a:path w="1078865" h="2324100">
                <a:moveTo>
                  <a:pt x="422405" y="38100"/>
                </a:moveTo>
                <a:lnTo>
                  <a:pt x="416991" y="38100"/>
                </a:lnTo>
                <a:lnTo>
                  <a:pt x="418813" y="50800"/>
                </a:lnTo>
                <a:lnTo>
                  <a:pt x="427463" y="50800"/>
                </a:lnTo>
                <a:lnTo>
                  <a:pt x="422405" y="38100"/>
                </a:lnTo>
                <a:close/>
              </a:path>
            </a:pathLst>
          </a:custGeom>
          <a:solidFill>
            <a:srgbClr val="96C8D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/>
          <p:nvPr/>
        </p:nvSpPr>
        <p:spPr>
          <a:xfrm>
            <a:off x="2658365" y="5568189"/>
            <a:ext cx="1078865" cy="2324100"/>
          </a:xfrm>
          <a:custGeom>
            <a:avLst/>
            <a:gdLst/>
            <a:ahLst/>
            <a:cxnLst/>
            <a:rect l="l" t="t" r="r" b="b"/>
            <a:pathLst>
              <a:path w="1078864" h="2324100">
                <a:moveTo>
                  <a:pt x="667725" y="800100"/>
                </a:moveTo>
                <a:lnTo>
                  <a:pt x="488047" y="800100"/>
                </a:lnTo>
                <a:lnTo>
                  <a:pt x="482470" y="850900"/>
                </a:lnTo>
                <a:lnTo>
                  <a:pt x="482188" y="914400"/>
                </a:lnTo>
                <a:lnTo>
                  <a:pt x="487241" y="965200"/>
                </a:lnTo>
                <a:lnTo>
                  <a:pt x="497671" y="1016000"/>
                </a:lnTo>
                <a:lnTo>
                  <a:pt x="513516" y="1066800"/>
                </a:lnTo>
                <a:lnTo>
                  <a:pt x="534818" y="1104900"/>
                </a:lnTo>
                <a:lnTo>
                  <a:pt x="561616" y="1130300"/>
                </a:lnTo>
                <a:lnTo>
                  <a:pt x="563847" y="1168400"/>
                </a:lnTo>
                <a:lnTo>
                  <a:pt x="565660" y="1219200"/>
                </a:lnTo>
                <a:lnTo>
                  <a:pt x="566896" y="1257300"/>
                </a:lnTo>
                <a:lnTo>
                  <a:pt x="567396" y="1308100"/>
                </a:lnTo>
                <a:lnTo>
                  <a:pt x="567843" y="1371600"/>
                </a:lnTo>
                <a:lnTo>
                  <a:pt x="568941" y="1435100"/>
                </a:lnTo>
                <a:lnTo>
                  <a:pt x="570640" y="1511300"/>
                </a:lnTo>
                <a:lnTo>
                  <a:pt x="572888" y="1574800"/>
                </a:lnTo>
                <a:lnTo>
                  <a:pt x="575632" y="1638300"/>
                </a:lnTo>
                <a:lnTo>
                  <a:pt x="578822" y="1714500"/>
                </a:lnTo>
                <a:lnTo>
                  <a:pt x="582406" y="1778000"/>
                </a:lnTo>
                <a:lnTo>
                  <a:pt x="586331" y="1841500"/>
                </a:lnTo>
                <a:lnTo>
                  <a:pt x="590547" y="1905000"/>
                </a:lnTo>
                <a:lnTo>
                  <a:pt x="595002" y="1968500"/>
                </a:lnTo>
                <a:lnTo>
                  <a:pt x="599645" y="2019300"/>
                </a:lnTo>
                <a:lnTo>
                  <a:pt x="604422" y="2082800"/>
                </a:lnTo>
                <a:lnTo>
                  <a:pt x="609284" y="2133600"/>
                </a:lnTo>
                <a:lnTo>
                  <a:pt x="619053" y="2209800"/>
                </a:lnTo>
                <a:lnTo>
                  <a:pt x="623857" y="2247900"/>
                </a:lnTo>
                <a:lnTo>
                  <a:pt x="628538" y="2273300"/>
                </a:lnTo>
                <a:lnTo>
                  <a:pt x="633045" y="2298700"/>
                </a:lnTo>
                <a:lnTo>
                  <a:pt x="637327" y="2311400"/>
                </a:lnTo>
                <a:lnTo>
                  <a:pt x="641331" y="2324100"/>
                </a:lnTo>
                <a:lnTo>
                  <a:pt x="695597" y="2324100"/>
                </a:lnTo>
                <a:lnTo>
                  <a:pt x="715480" y="2311400"/>
                </a:lnTo>
                <a:lnTo>
                  <a:pt x="729014" y="2298700"/>
                </a:lnTo>
                <a:lnTo>
                  <a:pt x="729834" y="2286000"/>
                </a:lnTo>
                <a:lnTo>
                  <a:pt x="729877" y="2273300"/>
                </a:lnTo>
                <a:lnTo>
                  <a:pt x="727854" y="2235200"/>
                </a:lnTo>
                <a:lnTo>
                  <a:pt x="725900" y="2197100"/>
                </a:lnTo>
                <a:lnTo>
                  <a:pt x="723391" y="2159000"/>
                </a:lnTo>
                <a:lnTo>
                  <a:pt x="720383" y="2108200"/>
                </a:lnTo>
                <a:lnTo>
                  <a:pt x="716931" y="2070100"/>
                </a:lnTo>
                <a:lnTo>
                  <a:pt x="713091" y="2019300"/>
                </a:lnTo>
                <a:lnTo>
                  <a:pt x="708918" y="1955800"/>
                </a:lnTo>
                <a:lnTo>
                  <a:pt x="694958" y="1765300"/>
                </a:lnTo>
                <a:lnTo>
                  <a:pt x="690009" y="1701800"/>
                </a:lnTo>
                <a:lnTo>
                  <a:pt x="685005" y="1638300"/>
                </a:lnTo>
                <a:lnTo>
                  <a:pt x="680001" y="1562100"/>
                </a:lnTo>
                <a:lnTo>
                  <a:pt x="675053" y="1498600"/>
                </a:lnTo>
                <a:lnTo>
                  <a:pt x="670217" y="1422400"/>
                </a:lnTo>
                <a:lnTo>
                  <a:pt x="665547" y="1358900"/>
                </a:lnTo>
                <a:lnTo>
                  <a:pt x="661100" y="1282700"/>
                </a:lnTo>
                <a:lnTo>
                  <a:pt x="658775" y="1231900"/>
                </a:lnTo>
                <a:lnTo>
                  <a:pt x="657949" y="1181100"/>
                </a:lnTo>
                <a:lnTo>
                  <a:pt x="657996" y="1079500"/>
                </a:lnTo>
                <a:lnTo>
                  <a:pt x="657466" y="1028700"/>
                </a:lnTo>
                <a:lnTo>
                  <a:pt x="656092" y="990600"/>
                </a:lnTo>
                <a:lnTo>
                  <a:pt x="552433" y="990600"/>
                </a:lnTo>
                <a:lnTo>
                  <a:pt x="545748" y="952500"/>
                </a:lnTo>
                <a:lnTo>
                  <a:pt x="539365" y="914400"/>
                </a:lnTo>
                <a:lnTo>
                  <a:pt x="533627" y="876300"/>
                </a:lnTo>
                <a:lnTo>
                  <a:pt x="528873" y="838200"/>
                </a:lnTo>
                <a:lnTo>
                  <a:pt x="530727" y="812800"/>
                </a:lnTo>
                <a:lnTo>
                  <a:pt x="671627" y="812800"/>
                </a:lnTo>
                <a:lnTo>
                  <a:pt x="667725" y="800100"/>
                </a:lnTo>
                <a:close/>
              </a:path>
              <a:path w="1078864" h="2324100">
                <a:moveTo>
                  <a:pt x="788652" y="901700"/>
                </a:moveTo>
                <a:lnTo>
                  <a:pt x="739035" y="901700"/>
                </a:lnTo>
                <a:lnTo>
                  <a:pt x="759217" y="990600"/>
                </a:lnTo>
                <a:lnTo>
                  <a:pt x="771767" y="1066800"/>
                </a:lnTo>
                <a:lnTo>
                  <a:pt x="778190" y="1130300"/>
                </a:lnTo>
                <a:lnTo>
                  <a:pt x="779997" y="1143000"/>
                </a:lnTo>
                <a:lnTo>
                  <a:pt x="798499" y="1016000"/>
                </a:lnTo>
                <a:lnTo>
                  <a:pt x="800785" y="965200"/>
                </a:lnTo>
                <a:lnTo>
                  <a:pt x="794978" y="927100"/>
                </a:lnTo>
                <a:lnTo>
                  <a:pt x="788652" y="901700"/>
                </a:lnTo>
                <a:close/>
              </a:path>
              <a:path w="1078864" h="2324100">
                <a:moveTo>
                  <a:pt x="696679" y="901700"/>
                </a:moveTo>
                <a:lnTo>
                  <a:pt x="650451" y="901700"/>
                </a:lnTo>
                <a:lnTo>
                  <a:pt x="668840" y="952500"/>
                </a:lnTo>
                <a:lnTo>
                  <a:pt x="687030" y="1003300"/>
                </a:lnTo>
                <a:lnTo>
                  <a:pt x="700937" y="1041400"/>
                </a:lnTo>
                <a:lnTo>
                  <a:pt x="706481" y="1054100"/>
                </a:lnTo>
                <a:lnTo>
                  <a:pt x="712748" y="1016000"/>
                </a:lnTo>
                <a:lnTo>
                  <a:pt x="710933" y="977900"/>
                </a:lnTo>
                <a:lnTo>
                  <a:pt x="702889" y="927100"/>
                </a:lnTo>
                <a:lnTo>
                  <a:pt x="696679" y="901700"/>
                </a:lnTo>
                <a:close/>
              </a:path>
              <a:path w="1078864" h="2324100">
                <a:moveTo>
                  <a:pt x="669523" y="685800"/>
                </a:moveTo>
                <a:lnTo>
                  <a:pt x="653163" y="685800"/>
                </a:lnTo>
                <a:lnTo>
                  <a:pt x="653749" y="698500"/>
                </a:lnTo>
                <a:lnTo>
                  <a:pt x="655058" y="698500"/>
                </a:lnTo>
                <a:lnTo>
                  <a:pt x="657613" y="711200"/>
                </a:lnTo>
                <a:lnTo>
                  <a:pt x="485901" y="711200"/>
                </a:lnTo>
                <a:lnTo>
                  <a:pt x="452741" y="762000"/>
                </a:lnTo>
                <a:lnTo>
                  <a:pt x="427666" y="800100"/>
                </a:lnTo>
                <a:lnTo>
                  <a:pt x="410904" y="850900"/>
                </a:lnTo>
                <a:lnTo>
                  <a:pt x="402685" y="889000"/>
                </a:lnTo>
                <a:lnTo>
                  <a:pt x="403240" y="939800"/>
                </a:lnTo>
                <a:lnTo>
                  <a:pt x="412798" y="965200"/>
                </a:lnTo>
                <a:lnTo>
                  <a:pt x="431588" y="1003300"/>
                </a:lnTo>
                <a:lnTo>
                  <a:pt x="447926" y="927100"/>
                </a:lnTo>
                <a:lnTo>
                  <a:pt x="459253" y="889000"/>
                </a:lnTo>
                <a:lnTo>
                  <a:pt x="470862" y="850900"/>
                </a:lnTo>
                <a:lnTo>
                  <a:pt x="488047" y="800100"/>
                </a:lnTo>
                <a:lnTo>
                  <a:pt x="667725" y="800100"/>
                </a:lnTo>
                <a:lnTo>
                  <a:pt x="659920" y="774700"/>
                </a:lnTo>
                <a:lnTo>
                  <a:pt x="645498" y="736600"/>
                </a:lnTo>
                <a:lnTo>
                  <a:pt x="715805" y="736600"/>
                </a:lnTo>
                <a:lnTo>
                  <a:pt x="688274" y="711200"/>
                </a:lnTo>
                <a:lnTo>
                  <a:pt x="669523" y="685800"/>
                </a:lnTo>
                <a:close/>
              </a:path>
              <a:path w="1078864" h="2324100">
                <a:moveTo>
                  <a:pt x="671627" y="812800"/>
                </a:moveTo>
                <a:lnTo>
                  <a:pt x="530727" y="812800"/>
                </a:lnTo>
                <a:lnTo>
                  <a:pt x="531879" y="825500"/>
                </a:lnTo>
                <a:lnTo>
                  <a:pt x="537543" y="863600"/>
                </a:lnTo>
                <a:lnTo>
                  <a:pt x="542996" y="901700"/>
                </a:lnTo>
                <a:lnTo>
                  <a:pt x="548029" y="952500"/>
                </a:lnTo>
                <a:lnTo>
                  <a:pt x="552433" y="990600"/>
                </a:lnTo>
                <a:lnTo>
                  <a:pt x="656092" y="990600"/>
                </a:lnTo>
                <a:lnTo>
                  <a:pt x="655634" y="977900"/>
                </a:lnTo>
                <a:lnTo>
                  <a:pt x="650451" y="901700"/>
                </a:lnTo>
                <a:lnTo>
                  <a:pt x="696679" y="901700"/>
                </a:lnTo>
                <a:lnTo>
                  <a:pt x="690470" y="876300"/>
                </a:lnTo>
                <a:lnTo>
                  <a:pt x="675529" y="825500"/>
                </a:lnTo>
                <a:lnTo>
                  <a:pt x="671627" y="812800"/>
                </a:lnTo>
                <a:close/>
              </a:path>
              <a:path w="1078864" h="2324100">
                <a:moveTo>
                  <a:pt x="715805" y="736600"/>
                </a:moveTo>
                <a:lnTo>
                  <a:pt x="645498" y="736600"/>
                </a:lnTo>
                <a:lnTo>
                  <a:pt x="673038" y="787400"/>
                </a:lnTo>
                <a:lnTo>
                  <a:pt x="702783" y="850900"/>
                </a:lnTo>
                <a:lnTo>
                  <a:pt x="726597" y="914400"/>
                </a:lnTo>
                <a:lnTo>
                  <a:pt x="736344" y="939800"/>
                </a:lnTo>
                <a:lnTo>
                  <a:pt x="737668" y="927100"/>
                </a:lnTo>
                <a:lnTo>
                  <a:pt x="738553" y="914400"/>
                </a:lnTo>
                <a:lnTo>
                  <a:pt x="739006" y="914400"/>
                </a:lnTo>
                <a:lnTo>
                  <a:pt x="739035" y="901700"/>
                </a:lnTo>
                <a:lnTo>
                  <a:pt x="788652" y="901700"/>
                </a:lnTo>
                <a:lnTo>
                  <a:pt x="782327" y="876300"/>
                </a:lnTo>
                <a:lnTo>
                  <a:pt x="764081" y="825500"/>
                </a:lnTo>
                <a:lnTo>
                  <a:pt x="741491" y="787400"/>
                </a:lnTo>
                <a:lnTo>
                  <a:pt x="715805" y="736600"/>
                </a:lnTo>
                <a:close/>
              </a:path>
              <a:path w="1078864" h="2324100">
                <a:moveTo>
                  <a:pt x="758385" y="609600"/>
                </a:moveTo>
                <a:lnTo>
                  <a:pt x="309676" y="609600"/>
                </a:lnTo>
                <a:lnTo>
                  <a:pt x="287040" y="622300"/>
                </a:lnTo>
                <a:lnTo>
                  <a:pt x="339874" y="622300"/>
                </a:lnTo>
                <a:lnTo>
                  <a:pt x="321481" y="635000"/>
                </a:lnTo>
                <a:lnTo>
                  <a:pt x="355371" y="635000"/>
                </a:lnTo>
                <a:lnTo>
                  <a:pt x="388758" y="647700"/>
                </a:lnTo>
                <a:lnTo>
                  <a:pt x="420234" y="660400"/>
                </a:lnTo>
                <a:lnTo>
                  <a:pt x="449278" y="673100"/>
                </a:lnTo>
                <a:lnTo>
                  <a:pt x="475367" y="698500"/>
                </a:lnTo>
                <a:lnTo>
                  <a:pt x="479022" y="698500"/>
                </a:lnTo>
                <a:lnTo>
                  <a:pt x="482529" y="711200"/>
                </a:lnTo>
                <a:lnTo>
                  <a:pt x="645414" y="711200"/>
                </a:lnTo>
                <a:lnTo>
                  <a:pt x="647896" y="698500"/>
                </a:lnTo>
                <a:lnTo>
                  <a:pt x="653163" y="685800"/>
                </a:lnTo>
                <a:lnTo>
                  <a:pt x="669523" y="685800"/>
                </a:lnTo>
                <a:lnTo>
                  <a:pt x="660147" y="673100"/>
                </a:lnTo>
                <a:lnTo>
                  <a:pt x="664262" y="673100"/>
                </a:lnTo>
                <a:lnTo>
                  <a:pt x="685592" y="660400"/>
                </a:lnTo>
                <a:lnTo>
                  <a:pt x="708543" y="647700"/>
                </a:lnTo>
                <a:lnTo>
                  <a:pt x="732885" y="635000"/>
                </a:lnTo>
                <a:lnTo>
                  <a:pt x="758385" y="609600"/>
                </a:lnTo>
                <a:close/>
              </a:path>
              <a:path w="1078864" h="2324100">
                <a:moveTo>
                  <a:pt x="305812" y="635000"/>
                </a:moveTo>
                <a:lnTo>
                  <a:pt x="292466" y="635000"/>
                </a:lnTo>
                <a:lnTo>
                  <a:pt x="284640" y="647700"/>
                </a:lnTo>
                <a:lnTo>
                  <a:pt x="305812" y="635000"/>
                </a:lnTo>
                <a:close/>
              </a:path>
              <a:path w="1078864" h="2324100">
                <a:moveTo>
                  <a:pt x="286592" y="622300"/>
                </a:moveTo>
                <a:lnTo>
                  <a:pt x="266283" y="622300"/>
                </a:lnTo>
                <a:lnTo>
                  <a:pt x="249766" y="635000"/>
                </a:lnTo>
                <a:lnTo>
                  <a:pt x="268100" y="635000"/>
                </a:lnTo>
                <a:lnTo>
                  <a:pt x="286592" y="622300"/>
                </a:lnTo>
                <a:close/>
              </a:path>
              <a:path w="1078864" h="2324100">
                <a:moveTo>
                  <a:pt x="241952" y="609600"/>
                </a:moveTo>
                <a:lnTo>
                  <a:pt x="227839" y="609600"/>
                </a:lnTo>
                <a:lnTo>
                  <a:pt x="220192" y="622300"/>
                </a:lnTo>
                <a:lnTo>
                  <a:pt x="241952" y="609600"/>
                </a:lnTo>
                <a:close/>
              </a:path>
              <a:path w="1078864" h="2324100">
                <a:moveTo>
                  <a:pt x="808644" y="609600"/>
                </a:moveTo>
                <a:lnTo>
                  <a:pt x="758385" y="609600"/>
                </a:lnTo>
                <a:lnTo>
                  <a:pt x="784544" y="622300"/>
                </a:lnTo>
                <a:lnTo>
                  <a:pt x="821727" y="622300"/>
                </a:lnTo>
                <a:lnTo>
                  <a:pt x="808644" y="609600"/>
                </a:lnTo>
                <a:close/>
              </a:path>
              <a:path w="1078864" h="2324100">
                <a:moveTo>
                  <a:pt x="241909" y="596900"/>
                </a:moveTo>
                <a:lnTo>
                  <a:pt x="202574" y="596900"/>
                </a:lnTo>
                <a:lnTo>
                  <a:pt x="186683" y="609600"/>
                </a:lnTo>
                <a:lnTo>
                  <a:pt x="224825" y="609600"/>
                </a:lnTo>
                <a:lnTo>
                  <a:pt x="241909" y="596900"/>
                </a:lnTo>
                <a:close/>
              </a:path>
              <a:path w="1078864" h="2324100">
                <a:moveTo>
                  <a:pt x="785703" y="596900"/>
                </a:moveTo>
                <a:lnTo>
                  <a:pt x="274148" y="596900"/>
                </a:lnTo>
                <a:lnTo>
                  <a:pt x="256146" y="609600"/>
                </a:lnTo>
                <a:lnTo>
                  <a:pt x="777389" y="609600"/>
                </a:lnTo>
                <a:lnTo>
                  <a:pt x="785703" y="596900"/>
                </a:lnTo>
                <a:close/>
              </a:path>
              <a:path w="1078864" h="2324100">
                <a:moveTo>
                  <a:pt x="846593" y="596900"/>
                </a:moveTo>
                <a:lnTo>
                  <a:pt x="785703" y="596900"/>
                </a:lnTo>
                <a:lnTo>
                  <a:pt x="816320" y="609600"/>
                </a:lnTo>
                <a:lnTo>
                  <a:pt x="863520" y="609600"/>
                </a:lnTo>
                <a:lnTo>
                  <a:pt x="846593" y="596900"/>
                </a:lnTo>
                <a:close/>
              </a:path>
              <a:path w="1078864" h="2324100">
                <a:moveTo>
                  <a:pt x="197483" y="584200"/>
                </a:moveTo>
                <a:lnTo>
                  <a:pt x="158391" y="584200"/>
                </a:lnTo>
                <a:lnTo>
                  <a:pt x="145099" y="596900"/>
                </a:lnTo>
                <a:lnTo>
                  <a:pt x="181121" y="596900"/>
                </a:lnTo>
                <a:lnTo>
                  <a:pt x="197483" y="584200"/>
                </a:lnTo>
                <a:close/>
              </a:path>
              <a:path w="1078864" h="2324100">
                <a:moveTo>
                  <a:pt x="807912" y="584200"/>
                </a:moveTo>
                <a:lnTo>
                  <a:pt x="244589" y="584200"/>
                </a:lnTo>
                <a:lnTo>
                  <a:pt x="222605" y="596900"/>
                </a:lnTo>
                <a:lnTo>
                  <a:pt x="802373" y="596900"/>
                </a:lnTo>
                <a:lnTo>
                  <a:pt x="807912" y="584200"/>
                </a:lnTo>
                <a:close/>
              </a:path>
              <a:path w="1078864" h="2324100">
                <a:moveTo>
                  <a:pt x="761578" y="444500"/>
                </a:moveTo>
                <a:lnTo>
                  <a:pt x="89662" y="444500"/>
                </a:lnTo>
                <a:lnTo>
                  <a:pt x="124867" y="457200"/>
                </a:lnTo>
                <a:lnTo>
                  <a:pt x="201742" y="457200"/>
                </a:lnTo>
                <a:lnTo>
                  <a:pt x="208896" y="469900"/>
                </a:lnTo>
                <a:lnTo>
                  <a:pt x="223149" y="469900"/>
                </a:lnTo>
                <a:lnTo>
                  <a:pt x="230244" y="482600"/>
                </a:lnTo>
                <a:lnTo>
                  <a:pt x="604651" y="482600"/>
                </a:lnTo>
                <a:lnTo>
                  <a:pt x="601069" y="495300"/>
                </a:lnTo>
                <a:lnTo>
                  <a:pt x="597878" y="520700"/>
                </a:lnTo>
                <a:lnTo>
                  <a:pt x="595058" y="533400"/>
                </a:lnTo>
                <a:lnTo>
                  <a:pt x="592589" y="546100"/>
                </a:lnTo>
                <a:lnTo>
                  <a:pt x="151401" y="546100"/>
                </a:lnTo>
                <a:lnTo>
                  <a:pt x="126532" y="558800"/>
                </a:lnTo>
                <a:lnTo>
                  <a:pt x="114649" y="571500"/>
                </a:lnTo>
                <a:lnTo>
                  <a:pt x="111609" y="584200"/>
                </a:lnTo>
                <a:lnTo>
                  <a:pt x="131298" y="571500"/>
                </a:lnTo>
                <a:lnTo>
                  <a:pt x="703046" y="571500"/>
                </a:lnTo>
                <a:lnTo>
                  <a:pt x="703855" y="569858"/>
                </a:lnTo>
                <a:lnTo>
                  <a:pt x="716714" y="533400"/>
                </a:lnTo>
                <a:lnTo>
                  <a:pt x="730916" y="508000"/>
                </a:lnTo>
                <a:lnTo>
                  <a:pt x="745874" y="482600"/>
                </a:lnTo>
                <a:lnTo>
                  <a:pt x="761578" y="444500"/>
                </a:lnTo>
                <a:close/>
              </a:path>
              <a:path w="1078864" h="2324100">
                <a:moveTo>
                  <a:pt x="836759" y="571500"/>
                </a:moveTo>
                <a:lnTo>
                  <a:pt x="172807" y="571500"/>
                </a:lnTo>
                <a:lnTo>
                  <a:pt x="194381" y="584200"/>
                </a:lnTo>
                <a:lnTo>
                  <a:pt x="855107" y="584200"/>
                </a:lnTo>
                <a:lnTo>
                  <a:pt x="836759" y="571500"/>
                </a:lnTo>
                <a:close/>
              </a:path>
              <a:path w="1078864" h="2324100">
                <a:moveTo>
                  <a:pt x="924620" y="571500"/>
                </a:moveTo>
                <a:lnTo>
                  <a:pt x="876046" y="571500"/>
                </a:lnTo>
                <a:lnTo>
                  <a:pt x="904900" y="584200"/>
                </a:lnTo>
                <a:lnTo>
                  <a:pt x="934536" y="584200"/>
                </a:lnTo>
                <a:lnTo>
                  <a:pt x="924620" y="571500"/>
                </a:lnTo>
                <a:close/>
              </a:path>
              <a:path w="1078864" h="2324100">
                <a:moveTo>
                  <a:pt x="703855" y="569858"/>
                </a:moveTo>
                <a:lnTo>
                  <a:pt x="703046" y="571500"/>
                </a:lnTo>
                <a:lnTo>
                  <a:pt x="703277" y="571500"/>
                </a:lnTo>
                <a:lnTo>
                  <a:pt x="703855" y="569858"/>
                </a:lnTo>
                <a:close/>
              </a:path>
              <a:path w="1078864" h="2324100">
                <a:moveTo>
                  <a:pt x="865502" y="558800"/>
                </a:moveTo>
                <a:lnTo>
                  <a:pt x="709308" y="558800"/>
                </a:lnTo>
                <a:lnTo>
                  <a:pt x="703855" y="569858"/>
                </a:lnTo>
                <a:lnTo>
                  <a:pt x="703277" y="571500"/>
                </a:lnTo>
                <a:lnTo>
                  <a:pt x="887887" y="571500"/>
                </a:lnTo>
                <a:lnTo>
                  <a:pt x="865502" y="558800"/>
                </a:lnTo>
                <a:close/>
              </a:path>
              <a:path w="1078864" h="2324100">
                <a:moveTo>
                  <a:pt x="975601" y="520700"/>
                </a:moveTo>
                <a:lnTo>
                  <a:pt x="746605" y="520700"/>
                </a:lnTo>
                <a:lnTo>
                  <a:pt x="740652" y="533400"/>
                </a:lnTo>
                <a:lnTo>
                  <a:pt x="734656" y="533400"/>
                </a:lnTo>
                <a:lnTo>
                  <a:pt x="722574" y="558800"/>
                </a:lnTo>
                <a:lnTo>
                  <a:pt x="934123" y="558800"/>
                </a:lnTo>
                <a:lnTo>
                  <a:pt x="914705" y="546100"/>
                </a:lnTo>
                <a:lnTo>
                  <a:pt x="997247" y="546100"/>
                </a:lnTo>
                <a:lnTo>
                  <a:pt x="987620" y="533400"/>
                </a:lnTo>
                <a:lnTo>
                  <a:pt x="975601" y="520700"/>
                </a:lnTo>
                <a:close/>
              </a:path>
              <a:path w="1078864" h="2324100">
                <a:moveTo>
                  <a:pt x="197679" y="533400"/>
                </a:moveTo>
                <a:lnTo>
                  <a:pt x="186643" y="533400"/>
                </a:lnTo>
                <a:lnTo>
                  <a:pt x="193397" y="546100"/>
                </a:lnTo>
                <a:lnTo>
                  <a:pt x="208904" y="546100"/>
                </a:lnTo>
                <a:lnTo>
                  <a:pt x="197679" y="533400"/>
                </a:lnTo>
                <a:close/>
              </a:path>
              <a:path w="1078864" h="2324100">
                <a:moveTo>
                  <a:pt x="594034" y="495300"/>
                </a:moveTo>
                <a:lnTo>
                  <a:pt x="199957" y="495300"/>
                </a:lnTo>
                <a:lnTo>
                  <a:pt x="188727" y="508000"/>
                </a:lnTo>
                <a:lnTo>
                  <a:pt x="256817" y="508000"/>
                </a:lnTo>
                <a:lnTo>
                  <a:pt x="285415" y="520700"/>
                </a:lnTo>
                <a:lnTo>
                  <a:pt x="298514" y="520700"/>
                </a:lnTo>
                <a:lnTo>
                  <a:pt x="304975" y="533400"/>
                </a:lnTo>
                <a:lnTo>
                  <a:pt x="221094" y="533400"/>
                </a:lnTo>
                <a:lnTo>
                  <a:pt x="208904" y="546100"/>
                </a:lnTo>
                <a:lnTo>
                  <a:pt x="592589" y="546100"/>
                </a:lnTo>
                <a:lnTo>
                  <a:pt x="592999" y="533400"/>
                </a:lnTo>
                <a:lnTo>
                  <a:pt x="593378" y="520700"/>
                </a:lnTo>
                <a:lnTo>
                  <a:pt x="593724" y="508000"/>
                </a:lnTo>
                <a:lnTo>
                  <a:pt x="594034" y="495300"/>
                </a:lnTo>
                <a:close/>
              </a:path>
              <a:path w="1078864" h="2324100">
                <a:moveTo>
                  <a:pt x="257688" y="520700"/>
                </a:moveTo>
                <a:lnTo>
                  <a:pt x="254913" y="520700"/>
                </a:lnTo>
                <a:lnTo>
                  <a:pt x="256756" y="533400"/>
                </a:lnTo>
                <a:lnTo>
                  <a:pt x="263656" y="533400"/>
                </a:lnTo>
                <a:lnTo>
                  <a:pt x="257688" y="520700"/>
                </a:lnTo>
                <a:close/>
              </a:path>
              <a:path w="1078864" h="2324100">
                <a:moveTo>
                  <a:pt x="973866" y="304800"/>
                </a:moveTo>
                <a:lnTo>
                  <a:pt x="964223" y="304800"/>
                </a:lnTo>
                <a:lnTo>
                  <a:pt x="948079" y="317500"/>
                </a:lnTo>
                <a:lnTo>
                  <a:pt x="929397" y="342900"/>
                </a:lnTo>
                <a:lnTo>
                  <a:pt x="909940" y="368300"/>
                </a:lnTo>
                <a:lnTo>
                  <a:pt x="895218" y="368300"/>
                </a:lnTo>
                <a:lnTo>
                  <a:pt x="887803" y="381000"/>
                </a:lnTo>
                <a:lnTo>
                  <a:pt x="858979" y="381000"/>
                </a:lnTo>
                <a:lnTo>
                  <a:pt x="851565" y="393700"/>
                </a:lnTo>
                <a:lnTo>
                  <a:pt x="821912" y="393700"/>
                </a:lnTo>
                <a:lnTo>
                  <a:pt x="811199" y="406400"/>
                </a:lnTo>
                <a:lnTo>
                  <a:pt x="840210" y="406400"/>
                </a:lnTo>
                <a:lnTo>
                  <a:pt x="831325" y="419100"/>
                </a:lnTo>
                <a:lnTo>
                  <a:pt x="822581" y="431800"/>
                </a:lnTo>
                <a:lnTo>
                  <a:pt x="802991" y="431800"/>
                </a:lnTo>
                <a:lnTo>
                  <a:pt x="785617" y="457200"/>
                </a:lnTo>
                <a:lnTo>
                  <a:pt x="777211" y="469900"/>
                </a:lnTo>
                <a:lnTo>
                  <a:pt x="769453" y="495300"/>
                </a:lnTo>
                <a:lnTo>
                  <a:pt x="764563" y="495300"/>
                </a:lnTo>
                <a:lnTo>
                  <a:pt x="759619" y="508000"/>
                </a:lnTo>
                <a:lnTo>
                  <a:pt x="754626" y="508000"/>
                </a:lnTo>
                <a:lnTo>
                  <a:pt x="749589" y="520700"/>
                </a:lnTo>
                <a:lnTo>
                  <a:pt x="798750" y="520700"/>
                </a:lnTo>
                <a:lnTo>
                  <a:pt x="842773" y="482600"/>
                </a:lnTo>
                <a:lnTo>
                  <a:pt x="886472" y="431800"/>
                </a:lnTo>
                <a:lnTo>
                  <a:pt x="928849" y="393700"/>
                </a:lnTo>
                <a:lnTo>
                  <a:pt x="968909" y="355600"/>
                </a:lnTo>
                <a:lnTo>
                  <a:pt x="987281" y="342900"/>
                </a:lnTo>
                <a:lnTo>
                  <a:pt x="946285" y="342900"/>
                </a:lnTo>
                <a:lnTo>
                  <a:pt x="958302" y="330200"/>
                </a:lnTo>
                <a:lnTo>
                  <a:pt x="967720" y="317500"/>
                </a:lnTo>
                <a:lnTo>
                  <a:pt x="973866" y="304800"/>
                </a:lnTo>
                <a:close/>
              </a:path>
              <a:path w="1078864" h="2324100">
                <a:moveTo>
                  <a:pt x="850811" y="495300"/>
                </a:moveTo>
                <a:lnTo>
                  <a:pt x="844984" y="495300"/>
                </a:lnTo>
                <a:lnTo>
                  <a:pt x="840908" y="508000"/>
                </a:lnTo>
                <a:lnTo>
                  <a:pt x="836460" y="508000"/>
                </a:lnTo>
                <a:lnTo>
                  <a:pt x="829671" y="520700"/>
                </a:lnTo>
                <a:lnTo>
                  <a:pt x="842560" y="520700"/>
                </a:lnTo>
                <a:lnTo>
                  <a:pt x="847586" y="508000"/>
                </a:lnTo>
                <a:lnTo>
                  <a:pt x="850811" y="495300"/>
                </a:lnTo>
                <a:close/>
              </a:path>
              <a:path w="1078864" h="2324100">
                <a:moveTo>
                  <a:pt x="912663" y="508000"/>
                </a:moveTo>
                <a:lnTo>
                  <a:pt x="857615" y="508000"/>
                </a:lnTo>
                <a:lnTo>
                  <a:pt x="842560" y="520700"/>
                </a:lnTo>
                <a:lnTo>
                  <a:pt x="953258" y="520700"/>
                </a:lnTo>
                <a:lnTo>
                  <a:pt x="912663" y="508000"/>
                </a:lnTo>
                <a:close/>
              </a:path>
              <a:path w="1078864" h="2324100">
                <a:moveTo>
                  <a:pt x="599950" y="482600"/>
                </a:moveTo>
                <a:lnTo>
                  <a:pt x="174081" y="482600"/>
                </a:lnTo>
                <a:lnTo>
                  <a:pt x="199198" y="495300"/>
                </a:lnTo>
                <a:lnTo>
                  <a:pt x="597039" y="495300"/>
                </a:lnTo>
                <a:lnTo>
                  <a:pt x="599950" y="482600"/>
                </a:lnTo>
                <a:close/>
              </a:path>
              <a:path w="1078864" h="2324100">
                <a:moveTo>
                  <a:pt x="200007" y="469900"/>
                </a:moveTo>
                <a:lnTo>
                  <a:pt x="172209" y="469900"/>
                </a:lnTo>
                <a:lnTo>
                  <a:pt x="149829" y="482600"/>
                </a:lnTo>
                <a:lnTo>
                  <a:pt x="230244" y="482600"/>
                </a:lnTo>
                <a:lnTo>
                  <a:pt x="200007" y="469900"/>
                </a:lnTo>
                <a:close/>
              </a:path>
              <a:path w="1078864" h="2324100">
                <a:moveTo>
                  <a:pt x="306664" y="419100"/>
                </a:moveTo>
                <a:lnTo>
                  <a:pt x="117120" y="419100"/>
                </a:lnTo>
                <a:lnTo>
                  <a:pt x="170256" y="444500"/>
                </a:lnTo>
                <a:lnTo>
                  <a:pt x="772154" y="444500"/>
                </a:lnTo>
                <a:lnTo>
                  <a:pt x="782622" y="431800"/>
                </a:lnTo>
                <a:lnTo>
                  <a:pt x="317154" y="431800"/>
                </a:lnTo>
                <a:lnTo>
                  <a:pt x="306664" y="419100"/>
                </a:lnTo>
                <a:close/>
              </a:path>
              <a:path w="1078864" h="2324100">
                <a:moveTo>
                  <a:pt x="593481" y="330200"/>
                </a:moveTo>
                <a:lnTo>
                  <a:pt x="454478" y="330200"/>
                </a:lnTo>
                <a:lnTo>
                  <a:pt x="458196" y="342900"/>
                </a:lnTo>
                <a:lnTo>
                  <a:pt x="462039" y="368300"/>
                </a:lnTo>
                <a:lnTo>
                  <a:pt x="465994" y="381000"/>
                </a:lnTo>
                <a:lnTo>
                  <a:pt x="470048" y="406400"/>
                </a:lnTo>
                <a:lnTo>
                  <a:pt x="312472" y="406400"/>
                </a:lnTo>
                <a:lnTo>
                  <a:pt x="316344" y="419100"/>
                </a:lnTo>
                <a:lnTo>
                  <a:pt x="320186" y="419100"/>
                </a:lnTo>
                <a:lnTo>
                  <a:pt x="324001" y="431800"/>
                </a:lnTo>
                <a:lnTo>
                  <a:pt x="620494" y="431800"/>
                </a:lnTo>
                <a:lnTo>
                  <a:pt x="628549" y="393700"/>
                </a:lnTo>
                <a:lnTo>
                  <a:pt x="610567" y="393700"/>
                </a:lnTo>
                <a:lnTo>
                  <a:pt x="606447" y="381000"/>
                </a:lnTo>
                <a:lnTo>
                  <a:pt x="598132" y="355600"/>
                </a:lnTo>
                <a:lnTo>
                  <a:pt x="594065" y="342900"/>
                </a:lnTo>
                <a:lnTo>
                  <a:pt x="593481" y="330200"/>
                </a:lnTo>
                <a:close/>
              </a:path>
              <a:path w="1078864" h="2324100">
                <a:moveTo>
                  <a:pt x="930608" y="317500"/>
                </a:moveTo>
                <a:lnTo>
                  <a:pt x="923325" y="317500"/>
                </a:lnTo>
                <a:lnTo>
                  <a:pt x="890852" y="330200"/>
                </a:lnTo>
                <a:lnTo>
                  <a:pt x="851366" y="342900"/>
                </a:lnTo>
                <a:lnTo>
                  <a:pt x="809200" y="368300"/>
                </a:lnTo>
                <a:lnTo>
                  <a:pt x="646168" y="368300"/>
                </a:lnTo>
                <a:lnTo>
                  <a:pt x="639192" y="381000"/>
                </a:lnTo>
                <a:lnTo>
                  <a:pt x="632717" y="406400"/>
                </a:lnTo>
                <a:lnTo>
                  <a:pt x="626727" y="419100"/>
                </a:lnTo>
                <a:lnTo>
                  <a:pt x="621206" y="431800"/>
                </a:lnTo>
                <a:lnTo>
                  <a:pt x="816362" y="431800"/>
                </a:lnTo>
                <a:lnTo>
                  <a:pt x="818446" y="419100"/>
                </a:lnTo>
                <a:lnTo>
                  <a:pt x="777316" y="419100"/>
                </a:lnTo>
                <a:lnTo>
                  <a:pt x="780628" y="406400"/>
                </a:lnTo>
                <a:lnTo>
                  <a:pt x="783969" y="406400"/>
                </a:lnTo>
                <a:lnTo>
                  <a:pt x="787339" y="393700"/>
                </a:lnTo>
                <a:lnTo>
                  <a:pt x="790740" y="393700"/>
                </a:lnTo>
                <a:lnTo>
                  <a:pt x="845277" y="368300"/>
                </a:lnTo>
                <a:lnTo>
                  <a:pt x="894725" y="342900"/>
                </a:lnTo>
                <a:lnTo>
                  <a:pt x="930608" y="317500"/>
                </a:lnTo>
                <a:close/>
              </a:path>
              <a:path w="1078864" h="2324100">
                <a:moveTo>
                  <a:pt x="180325" y="381000"/>
                </a:moveTo>
                <a:lnTo>
                  <a:pt x="171586" y="381000"/>
                </a:lnTo>
                <a:lnTo>
                  <a:pt x="176256" y="393700"/>
                </a:lnTo>
                <a:lnTo>
                  <a:pt x="89416" y="393700"/>
                </a:lnTo>
                <a:lnTo>
                  <a:pt x="70180" y="406400"/>
                </a:lnTo>
                <a:lnTo>
                  <a:pt x="64573" y="419100"/>
                </a:lnTo>
                <a:lnTo>
                  <a:pt x="272389" y="419100"/>
                </a:lnTo>
                <a:lnTo>
                  <a:pt x="255345" y="406400"/>
                </a:lnTo>
                <a:lnTo>
                  <a:pt x="203721" y="406400"/>
                </a:lnTo>
                <a:lnTo>
                  <a:pt x="190766" y="393700"/>
                </a:lnTo>
                <a:lnTo>
                  <a:pt x="180325" y="381000"/>
                </a:lnTo>
                <a:close/>
              </a:path>
              <a:path w="1078864" h="2324100">
                <a:moveTo>
                  <a:pt x="273481" y="393700"/>
                </a:moveTo>
                <a:lnTo>
                  <a:pt x="268274" y="393700"/>
                </a:lnTo>
                <a:lnTo>
                  <a:pt x="269730" y="406400"/>
                </a:lnTo>
                <a:lnTo>
                  <a:pt x="272389" y="419100"/>
                </a:lnTo>
                <a:lnTo>
                  <a:pt x="286378" y="419100"/>
                </a:lnTo>
                <a:lnTo>
                  <a:pt x="281448" y="406400"/>
                </a:lnTo>
                <a:lnTo>
                  <a:pt x="277087" y="406400"/>
                </a:lnTo>
                <a:lnTo>
                  <a:pt x="273481" y="393700"/>
                </a:lnTo>
                <a:close/>
              </a:path>
              <a:path w="1078864" h="2324100">
                <a:moveTo>
                  <a:pt x="836521" y="406400"/>
                </a:moveTo>
                <a:lnTo>
                  <a:pt x="800136" y="406400"/>
                </a:lnTo>
                <a:lnTo>
                  <a:pt x="788812" y="419100"/>
                </a:lnTo>
                <a:lnTo>
                  <a:pt x="828564" y="419100"/>
                </a:lnTo>
                <a:lnTo>
                  <a:pt x="836521" y="406400"/>
                </a:lnTo>
                <a:close/>
              </a:path>
              <a:path w="1078864" h="2324100">
                <a:moveTo>
                  <a:pt x="466385" y="393700"/>
                </a:moveTo>
                <a:lnTo>
                  <a:pt x="281235" y="393700"/>
                </a:lnTo>
                <a:lnTo>
                  <a:pt x="291684" y="406400"/>
                </a:lnTo>
                <a:lnTo>
                  <a:pt x="470048" y="406400"/>
                </a:lnTo>
                <a:lnTo>
                  <a:pt x="466385" y="393700"/>
                </a:lnTo>
                <a:close/>
              </a:path>
              <a:path w="1078864" h="2324100">
                <a:moveTo>
                  <a:pt x="174187" y="342900"/>
                </a:moveTo>
                <a:lnTo>
                  <a:pt x="152770" y="342900"/>
                </a:lnTo>
                <a:lnTo>
                  <a:pt x="185679" y="355600"/>
                </a:lnTo>
                <a:lnTo>
                  <a:pt x="208720" y="368300"/>
                </a:lnTo>
                <a:lnTo>
                  <a:pt x="232756" y="381000"/>
                </a:lnTo>
                <a:lnTo>
                  <a:pt x="268651" y="393700"/>
                </a:lnTo>
                <a:lnTo>
                  <a:pt x="462606" y="393700"/>
                </a:lnTo>
                <a:lnTo>
                  <a:pt x="458713" y="381000"/>
                </a:lnTo>
                <a:lnTo>
                  <a:pt x="291519" y="381000"/>
                </a:lnTo>
                <a:lnTo>
                  <a:pt x="248038" y="368300"/>
                </a:lnTo>
                <a:lnTo>
                  <a:pt x="207436" y="355600"/>
                </a:lnTo>
                <a:lnTo>
                  <a:pt x="174187" y="342900"/>
                </a:lnTo>
                <a:close/>
              </a:path>
              <a:path w="1078864" h="2324100">
                <a:moveTo>
                  <a:pt x="641655" y="292100"/>
                </a:moveTo>
                <a:lnTo>
                  <a:pt x="641798" y="304800"/>
                </a:lnTo>
                <a:lnTo>
                  <a:pt x="642007" y="317500"/>
                </a:lnTo>
                <a:lnTo>
                  <a:pt x="642431" y="317500"/>
                </a:lnTo>
                <a:lnTo>
                  <a:pt x="643216" y="330200"/>
                </a:lnTo>
                <a:lnTo>
                  <a:pt x="636184" y="342900"/>
                </a:lnTo>
                <a:lnTo>
                  <a:pt x="628191" y="355600"/>
                </a:lnTo>
                <a:lnTo>
                  <a:pt x="619549" y="368300"/>
                </a:lnTo>
                <a:lnTo>
                  <a:pt x="610567" y="393700"/>
                </a:lnTo>
                <a:lnTo>
                  <a:pt x="628549" y="393700"/>
                </a:lnTo>
                <a:lnTo>
                  <a:pt x="635174" y="381000"/>
                </a:lnTo>
                <a:lnTo>
                  <a:pt x="640228" y="355600"/>
                </a:lnTo>
                <a:lnTo>
                  <a:pt x="643572" y="342900"/>
                </a:lnTo>
                <a:lnTo>
                  <a:pt x="661990" y="342900"/>
                </a:lnTo>
                <a:lnTo>
                  <a:pt x="656829" y="330200"/>
                </a:lnTo>
                <a:lnTo>
                  <a:pt x="651638" y="317500"/>
                </a:lnTo>
                <a:lnTo>
                  <a:pt x="646539" y="304800"/>
                </a:lnTo>
                <a:lnTo>
                  <a:pt x="641655" y="292100"/>
                </a:lnTo>
                <a:close/>
              </a:path>
              <a:path w="1078864" h="2324100">
                <a:moveTo>
                  <a:pt x="454708" y="368300"/>
                </a:moveTo>
                <a:lnTo>
                  <a:pt x="286219" y="368300"/>
                </a:lnTo>
                <a:lnTo>
                  <a:pt x="291519" y="381000"/>
                </a:lnTo>
                <a:lnTo>
                  <a:pt x="458713" y="381000"/>
                </a:lnTo>
                <a:lnTo>
                  <a:pt x="454708" y="368300"/>
                </a:lnTo>
                <a:close/>
              </a:path>
              <a:path w="1078864" h="2324100">
                <a:moveTo>
                  <a:pt x="882357" y="355600"/>
                </a:moveTo>
                <a:lnTo>
                  <a:pt x="879603" y="355600"/>
                </a:lnTo>
                <a:lnTo>
                  <a:pt x="873380" y="368300"/>
                </a:lnTo>
                <a:lnTo>
                  <a:pt x="866424" y="381000"/>
                </a:lnTo>
                <a:lnTo>
                  <a:pt x="875418" y="381000"/>
                </a:lnTo>
                <a:lnTo>
                  <a:pt x="879392" y="368300"/>
                </a:lnTo>
                <a:lnTo>
                  <a:pt x="882357" y="355600"/>
                </a:lnTo>
                <a:close/>
              </a:path>
              <a:path w="1078864" h="2324100">
                <a:moveTo>
                  <a:pt x="94110" y="241300"/>
                </a:moveTo>
                <a:lnTo>
                  <a:pt x="73400" y="241300"/>
                </a:lnTo>
                <a:lnTo>
                  <a:pt x="124809" y="266700"/>
                </a:lnTo>
                <a:lnTo>
                  <a:pt x="158840" y="279400"/>
                </a:lnTo>
                <a:lnTo>
                  <a:pt x="190700" y="292100"/>
                </a:lnTo>
                <a:lnTo>
                  <a:pt x="235594" y="304800"/>
                </a:lnTo>
                <a:lnTo>
                  <a:pt x="239353" y="304800"/>
                </a:lnTo>
                <a:lnTo>
                  <a:pt x="242648" y="315991"/>
                </a:lnTo>
                <a:lnTo>
                  <a:pt x="246798" y="317500"/>
                </a:lnTo>
                <a:lnTo>
                  <a:pt x="203807" y="317500"/>
                </a:lnTo>
                <a:lnTo>
                  <a:pt x="230650" y="330200"/>
                </a:lnTo>
                <a:lnTo>
                  <a:pt x="270054" y="355600"/>
                </a:lnTo>
                <a:lnTo>
                  <a:pt x="275484" y="355600"/>
                </a:lnTo>
                <a:lnTo>
                  <a:pt x="280873" y="368300"/>
                </a:lnTo>
                <a:lnTo>
                  <a:pt x="454827" y="368300"/>
                </a:lnTo>
                <a:lnTo>
                  <a:pt x="454809" y="355600"/>
                </a:lnTo>
                <a:lnTo>
                  <a:pt x="454683" y="342900"/>
                </a:lnTo>
                <a:lnTo>
                  <a:pt x="436573" y="342900"/>
                </a:lnTo>
                <a:lnTo>
                  <a:pt x="424081" y="330200"/>
                </a:lnTo>
                <a:lnTo>
                  <a:pt x="410692" y="317500"/>
                </a:lnTo>
                <a:lnTo>
                  <a:pt x="396376" y="292100"/>
                </a:lnTo>
                <a:lnTo>
                  <a:pt x="381098" y="279400"/>
                </a:lnTo>
                <a:lnTo>
                  <a:pt x="207721" y="279400"/>
                </a:lnTo>
                <a:lnTo>
                  <a:pt x="165413" y="254000"/>
                </a:lnTo>
                <a:lnTo>
                  <a:pt x="126162" y="254000"/>
                </a:lnTo>
                <a:lnTo>
                  <a:pt x="94110" y="241300"/>
                </a:lnTo>
                <a:close/>
              </a:path>
              <a:path w="1078864" h="2324100">
                <a:moveTo>
                  <a:pt x="818629" y="342900"/>
                </a:moveTo>
                <a:lnTo>
                  <a:pt x="644089" y="342900"/>
                </a:lnTo>
                <a:lnTo>
                  <a:pt x="644689" y="355600"/>
                </a:lnTo>
                <a:lnTo>
                  <a:pt x="645380" y="368300"/>
                </a:lnTo>
                <a:lnTo>
                  <a:pt x="809200" y="368300"/>
                </a:lnTo>
                <a:lnTo>
                  <a:pt x="813890" y="355600"/>
                </a:lnTo>
                <a:lnTo>
                  <a:pt x="818629" y="342900"/>
                </a:lnTo>
                <a:close/>
              </a:path>
              <a:path w="1078864" h="2324100">
                <a:moveTo>
                  <a:pt x="418700" y="241300"/>
                </a:moveTo>
                <a:lnTo>
                  <a:pt x="412940" y="241300"/>
                </a:lnTo>
                <a:lnTo>
                  <a:pt x="421095" y="254000"/>
                </a:lnTo>
                <a:lnTo>
                  <a:pt x="427255" y="266700"/>
                </a:lnTo>
                <a:lnTo>
                  <a:pt x="434516" y="292100"/>
                </a:lnTo>
                <a:lnTo>
                  <a:pt x="445975" y="317500"/>
                </a:lnTo>
                <a:lnTo>
                  <a:pt x="443518" y="317500"/>
                </a:lnTo>
                <a:lnTo>
                  <a:pt x="441121" y="330200"/>
                </a:lnTo>
                <a:lnTo>
                  <a:pt x="438800" y="342900"/>
                </a:lnTo>
                <a:lnTo>
                  <a:pt x="454683" y="342900"/>
                </a:lnTo>
                <a:lnTo>
                  <a:pt x="454478" y="330200"/>
                </a:lnTo>
                <a:lnTo>
                  <a:pt x="593481" y="330200"/>
                </a:lnTo>
                <a:lnTo>
                  <a:pt x="592742" y="304800"/>
                </a:lnTo>
                <a:lnTo>
                  <a:pt x="591840" y="292100"/>
                </a:lnTo>
                <a:lnTo>
                  <a:pt x="590767" y="279400"/>
                </a:lnTo>
                <a:lnTo>
                  <a:pt x="594511" y="266700"/>
                </a:lnTo>
                <a:lnTo>
                  <a:pt x="441892" y="266700"/>
                </a:lnTo>
                <a:lnTo>
                  <a:pt x="433375" y="254000"/>
                </a:lnTo>
                <a:lnTo>
                  <a:pt x="425578" y="254000"/>
                </a:lnTo>
                <a:lnTo>
                  <a:pt x="418700" y="241300"/>
                </a:lnTo>
                <a:close/>
              </a:path>
              <a:path w="1078864" h="2324100">
                <a:moveTo>
                  <a:pt x="1015194" y="203200"/>
                </a:moveTo>
                <a:lnTo>
                  <a:pt x="994767" y="203200"/>
                </a:lnTo>
                <a:lnTo>
                  <a:pt x="963458" y="215900"/>
                </a:lnTo>
                <a:lnTo>
                  <a:pt x="925280" y="228600"/>
                </a:lnTo>
                <a:lnTo>
                  <a:pt x="884245" y="254000"/>
                </a:lnTo>
                <a:lnTo>
                  <a:pt x="712771" y="254000"/>
                </a:lnTo>
                <a:lnTo>
                  <a:pt x="711988" y="266700"/>
                </a:lnTo>
                <a:lnTo>
                  <a:pt x="698026" y="292100"/>
                </a:lnTo>
                <a:lnTo>
                  <a:pt x="685061" y="304800"/>
                </a:lnTo>
                <a:lnTo>
                  <a:pt x="673061" y="330200"/>
                </a:lnTo>
                <a:lnTo>
                  <a:pt x="661990" y="342900"/>
                </a:lnTo>
                <a:lnTo>
                  <a:pt x="823415" y="342900"/>
                </a:lnTo>
                <a:lnTo>
                  <a:pt x="828247" y="330200"/>
                </a:lnTo>
                <a:lnTo>
                  <a:pt x="875066" y="304800"/>
                </a:lnTo>
                <a:lnTo>
                  <a:pt x="849010" y="304800"/>
                </a:lnTo>
                <a:lnTo>
                  <a:pt x="852340" y="292100"/>
                </a:lnTo>
                <a:lnTo>
                  <a:pt x="859073" y="292100"/>
                </a:lnTo>
                <a:lnTo>
                  <a:pt x="914234" y="254000"/>
                </a:lnTo>
                <a:lnTo>
                  <a:pt x="964482" y="228600"/>
                </a:lnTo>
                <a:lnTo>
                  <a:pt x="1001056" y="215900"/>
                </a:lnTo>
                <a:lnTo>
                  <a:pt x="1015194" y="203200"/>
                </a:lnTo>
                <a:close/>
              </a:path>
              <a:path w="1078864" h="2324100">
                <a:moveTo>
                  <a:pt x="1038083" y="317500"/>
                </a:moveTo>
                <a:lnTo>
                  <a:pt x="1014108" y="317500"/>
                </a:lnTo>
                <a:lnTo>
                  <a:pt x="996554" y="330200"/>
                </a:lnTo>
                <a:lnTo>
                  <a:pt x="976815" y="330200"/>
                </a:lnTo>
                <a:lnTo>
                  <a:pt x="946285" y="342900"/>
                </a:lnTo>
                <a:lnTo>
                  <a:pt x="987281" y="342900"/>
                </a:lnTo>
                <a:lnTo>
                  <a:pt x="1005653" y="330200"/>
                </a:lnTo>
                <a:lnTo>
                  <a:pt x="1038083" y="317500"/>
                </a:lnTo>
                <a:close/>
              </a:path>
              <a:path w="1078864" h="2324100">
                <a:moveTo>
                  <a:pt x="155164" y="292100"/>
                </a:moveTo>
                <a:lnTo>
                  <a:pt x="138456" y="292100"/>
                </a:lnTo>
                <a:lnTo>
                  <a:pt x="177188" y="317500"/>
                </a:lnTo>
                <a:lnTo>
                  <a:pt x="243092" y="317500"/>
                </a:lnTo>
                <a:lnTo>
                  <a:pt x="242648" y="315991"/>
                </a:lnTo>
                <a:lnTo>
                  <a:pt x="211856" y="304800"/>
                </a:lnTo>
                <a:lnTo>
                  <a:pt x="180470" y="304800"/>
                </a:lnTo>
                <a:lnTo>
                  <a:pt x="155164" y="292100"/>
                </a:lnTo>
                <a:close/>
              </a:path>
              <a:path w="1078864" h="2324100">
                <a:moveTo>
                  <a:pt x="242648" y="315991"/>
                </a:moveTo>
                <a:lnTo>
                  <a:pt x="243092" y="317500"/>
                </a:lnTo>
                <a:lnTo>
                  <a:pt x="246798" y="317500"/>
                </a:lnTo>
                <a:lnTo>
                  <a:pt x="242648" y="315991"/>
                </a:lnTo>
                <a:close/>
              </a:path>
              <a:path w="1078864" h="2324100">
                <a:moveTo>
                  <a:pt x="944031" y="266700"/>
                </a:moveTo>
                <a:lnTo>
                  <a:pt x="938280" y="266700"/>
                </a:lnTo>
                <a:lnTo>
                  <a:pt x="913521" y="279400"/>
                </a:lnTo>
                <a:lnTo>
                  <a:pt x="882951" y="292100"/>
                </a:lnTo>
                <a:lnTo>
                  <a:pt x="849010" y="304800"/>
                </a:lnTo>
                <a:lnTo>
                  <a:pt x="875066" y="304800"/>
                </a:lnTo>
                <a:lnTo>
                  <a:pt x="915559" y="292100"/>
                </a:lnTo>
                <a:lnTo>
                  <a:pt x="944031" y="266700"/>
                </a:lnTo>
                <a:close/>
              </a:path>
              <a:path w="1078864" h="2324100">
                <a:moveTo>
                  <a:pt x="337304" y="241300"/>
                </a:moveTo>
                <a:lnTo>
                  <a:pt x="182770" y="241300"/>
                </a:lnTo>
                <a:lnTo>
                  <a:pt x="191160" y="254000"/>
                </a:lnTo>
                <a:lnTo>
                  <a:pt x="199477" y="266700"/>
                </a:lnTo>
                <a:lnTo>
                  <a:pt x="207721" y="279400"/>
                </a:lnTo>
                <a:lnTo>
                  <a:pt x="381098" y="279400"/>
                </a:lnTo>
                <a:lnTo>
                  <a:pt x="378753" y="266700"/>
                </a:lnTo>
                <a:lnTo>
                  <a:pt x="361554" y="266700"/>
                </a:lnTo>
                <a:lnTo>
                  <a:pt x="356274" y="254000"/>
                </a:lnTo>
                <a:lnTo>
                  <a:pt x="345413" y="254000"/>
                </a:lnTo>
                <a:lnTo>
                  <a:pt x="337304" y="241300"/>
                </a:lnTo>
                <a:close/>
              </a:path>
              <a:path w="1078864" h="2324100">
                <a:moveTo>
                  <a:pt x="375351" y="241300"/>
                </a:moveTo>
                <a:lnTo>
                  <a:pt x="372461" y="241300"/>
                </a:lnTo>
                <a:lnTo>
                  <a:pt x="370329" y="254000"/>
                </a:lnTo>
                <a:lnTo>
                  <a:pt x="368423" y="254000"/>
                </a:lnTo>
                <a:lnTo>
                  <a:pt x="366742" y="266700"/>
                </a:lnTo>
                <a:lnTo>
                  <a:pt x="378753" y="266700"/>
                </a:lnTo>
                <a:lnTo>
                  <a:pt x="376748" y="254000"/>
                </a:lnTo>
                <a:lnTo>
                  <a:pt x="375351" y="241300"/>
                </a:lnTo>
                <a:close/>
              </a:path>
              <a:path w="1078864" h="2324100">
                <a:moveTo>
                  <a:pt x="412933" y="139700"/>
                </a:moveTo>
                <a:lnTo>
                  <a:pt x="403129" y="139700"/>
                </a:lnTo>
                <a:lnTo>
                  <a:pt x="409616" y="152400"/>
                </a:lnTo>
                <a:lnTo>
                  <a:pt x="414581" y="165100"/>
                </a:lnTo>
                <a:lnTo>
                  <a:pt x="420548" y="177800"/>
                </a:lnTo>
                <a:lnTo>
                  <a:pt x="430039" y="190500"/>
                </a:lnTo>
                <a:lnTo>
                  <a:pt x="432574" y="215900"/>
                </a:lnTo>
                <a:lnTo>
                  <a:pt x="435408" y="228600"/>
                </a:lnTo>
                <a:lnTo>
                  <a:pt x="438520" y="254000"/>
                </a:lnTo>
                <a:lnTo>
                  <a:pt x="441892" y="266700"/>
                </a:lnTo>
                <a:lnTo>
                  <a:pt x="594511" y="266700"/>
                </a:lnTo>
                <a:lnTo>
                  <a:pt x="598255" y="254000"/>
                </a:lnTo>
                <a:lnTo>
                  <a:pt x="603836" y="228600"/>
                </a:lnTo>
                <a:lnTo>
                  <a:pt x="587092" y="228600"/>
                </a:lnTo>
                <a:lnTo>
                  <a:pt x="585280" y="215900"/>
                </a:lnTo>
                <a:lnTo>
                  <a:pt x="583249" y="203200"/>
                </a:lnTo>
                <a:lnTo>
                  <a:pt x="580990" y="190500"/>
                </a:lnTo>
                <a:lnTo>
                  <a:pt x="578495" y="177800"/>
                </a:lnTo>
                <a:lnTo>
                  <a:pt x="584112" y="152400"/>
                </a:lnTo>
                <a:lnTo>
                  <a:pt x="418850" y="152400"/>
                </a:lnTo>
                <a:lnTo>
                  <a:pt x="412933" y="139700"/>
                </a:lnTo>
                <a:close/>
              </a:path>
              <a:path w="1078864" h="2324100">
                <a:moveTo>
                  <a:pt x="714993" y="228600"/>
                </a:moveTo>
                <a:lnTo>
                  <a:pt x="713992" y="241300"/>
                </a:lnTo>
                <a:lnTo>
                  <a:pt x="713346" y="254000"/>
                </a:lnTo>
                <a:lnTo>
                  <a:pt x="722820" y="254000"/>
                </a:lnTo>
                <a:lnTo>
                  <a:pt x="720311" y="241300"/>
                </a:lnTo>
                <a:lnTo>
                  <a:pt x="717699" y="241300"/>
                </a:lnTo>
                <a:lnTo>
                  <a:pt x="714993" y="228600"/>
                </a:lnTo>
                <a:close/>
              </a:path>
              <a:path w="1078864" h="2324100">
                <a:moveTo>
                  <a:pt x="899297" y="228600"/>
                </a:moveTo>
                <a:lnTo>
                  <a:pt x="752609" y="228600"/>
                </a:lnTo>
                <a:lnTo>
                  <a:pt x="745034" y="241300"/>
                </a:lnTo>
                <a:lnTo>
                  <a:pt x="739923" y="241300"/>
                </a:lnTo>
                <a:lnTo>
                  <a:pt x="734920" y="254000"/>
                </a:lnTo>
                <a:lnTo>
                  <a:pt x="884245" y="254000"/>
                </a:lnTo>
                <a:lnTo>
                  <a:pt x="891727" y="241300"/>
                </a:lnTo>
                <a:lnTo>
                  <a:pt x="899297" y="228600"/>
                </a:lnTo>
                <a:close/>
              </a:path>
              <a:path w="1078864" h="2324100">
                <a:moveTo>
                  <a:pt x="66132" y="177800"/>
                </a:moveTo>
                <a:lnTo>
                  <a:pt x="21433" y="177800"/>
                </a:lnTo>
                <a:lnTo>
                  <a:pt x="68768" y="190500"/>
                </a:lnTo>
                <a:lnTo>
                  <a:pt x="100470" y="215900"/>
                </a:lnTo>
                <a:lnTo>
                  <a:pt x="130873" y="228600"/>
                </a:lnTo>
                <a:lnTo>
                  <a:pt x="174308" y="241300"/>
                </a:lnTo>
                <a:lnTo>
                  <a:pt x="329308" y="241300"/>
                </a:lnTo>
                <a:lnTo>
                  <a:pt x="321419" y="228600"/>
                </a:lnTo>
                <a:lnTo>
                  <a:pt x="313634" y="228600"/>
                </a:lnTo>
                <a:lnTo>
                  <a:pt x="310795" y="215900"/>
                </a:lnTo>
                <a:lnTo>
                  <a:pt x="292954" y="215900"/>
                </a:lnTo>
                <a:lnTo>
                  <a:pt x="280699" y="203200"/>
                </a:lnTo>
                <a:lnTo>
                  <a:pt x="136425" y="203200"/>
                </a:lnTo>
                <a:lnTo>
                  <a:pt x="99523" y="190500"/>
                </a:lnTo>
                <a:lnTo>
                  <a:pt x="66132" y="177800"/>
                </a:lnTo>
                <a:close/>
              </a:path>
              <a:path w="1078864" h="2324100">
                <a:moveTo>
                  <a:pt x="607322" y="203200"/>
                </a:moveTo>
                <a:lnTo>
                  <a:pt x="603925" y="203200"/>
                </a:lnTo>
                <a:lnTo>
                  <a:pt x="598743" y="215900"/>
                </a:lnTo>
                <a:lnTo>
                  <a:pt x="593094" y="228600"/>
                </a:lnTo>
                <a:lnTo>
                  <a:pt x="603836" y="228600"/>
                </a:lnTo>
                <a:lnTo>
                  <a:pt x="607322" y="203200"/>
                </a:lnTo>
                <a:close/>
              </a:path>
              <a:path w="1078864" h="2324100">
                <a:moveTo>
                  <a:pt x="785410" y="152400"/>
                </a:moveTo>
                <a:lnTo>
                  <a:pt x="782110" y="165100"/>
                </a:lnTo>
                <a:lnTo>
                  <a:pt x="779901" y="177800"/>
                </a:lnTo>
                <a:lnTo>
                  <a:pt x="777784" y="190500"/>
                </a:lnTo>
                <a:lnTo>
                  <a:pt x="774761" y="215900"/>
                </a:lnTo>
                <a:lnTo>
                  <a:pt x="767469" y="215900"/>
                </a:lnTo>
                <a:lnTo>
                  <a:pt x="760086" y="228600"/>
                </a:lnTo>
                <a:lnTo>
                  <a:pt x="906953" y="228600"/>
                </a:lnTo>
                <a:lnTo>
                  <a:pt x="914694" y="215900"/>
                </a:lnTo>
                <a:lnTo>
                  <a:pt x="967462" y="190500"/>
                </a:lnTo>
                <a:lnTo>
                  <a:pt x="794174" y="190500"/>
                </a:lnTo>
                <a:lnTo>
                  <a:pt x="792761" y="177800"/>
                </a:lnTo>
                <a:lnTo>
                  <a:pt x="790845" y="165100"/>
                </a:lnTo>
                <a:lnTo>
                  <a:pt x="788402" y="165100"/>
                </a:lnTo>
                <a:lnTo>
                  <a:pt x="785410" y="152400"/>
                </a:lnTo>
                <a:close/>
              </a:path>
              <a:path w="1078864" h="2324100">
                <a:moveTo>
                  <a:pt x="298242" y="165100"/>
                </a:moveTo>
                <a:lnTo>
                  <a:pt x="295775" y="177800"/>
                </a:lnTo>
                <a:lnTo>
                  <a:pt x="294114" y="190500"/>
                </a:lnTo>
                <a:lnTo>
                  <a:pt x="293194" y="190500"/>
                </a:lnTo>
                <a:lnTo>
                  <a:pt x="292954" y="215900"/>
                </a:lnTo>
                <a:lnTo>
                  <a:pt x="310795" y="215900"/>
                </a:lnTo>
                <a:lnTo>
                  <a:pt x="307956" y="203200"/>
                </a:lnTo>
                <a:lnTo>
                  <a:pt x="303028" y="190500"/>
                </a:lnTo>
                <a:lnTo>
                  <a:pt x="299556" y="177800"/>
                </a:lnTo>
                <a:lnTo>
                  <a:pt x="298242" y="165100"/>
                </a:lnTo>
                <a:close/>
              </a:path>
              <a:path w="1078864" h="2324100">
                <a:moveTo>
                  <a:pt x="40771" y="101600"/>
                </a:moveTo>
                <a:lnTo>
                  <a:pt x="9830" y="114300"/>
                </a:lnTo>
                <a:lnTo>
                  <a:pt x="0" y="114300"/>
                </a:lnTo>
                <a:lnTo>
                  <a:pt x="35275" y="127000"/>
                </a:lnTo>
                <a:lnTo>
                  <a:pt x="69806" y="152400"/>
                </a:lnTo>
                <a:lnTo>
                  <a:pt x="103541" y="177800"/>
                </a:lnTo>
                <a:lnTo>
                  <a:pt x="136425" y="203200"/>
                </a:lnTo>
                <a:lnTo>
                  <a:pt x="280699" y="203200"/>
                </a:lnTo>
                <a:lnTo>
                  <a:pt x="268444" y="190500"/>
                </a:lnTo>
                <a:lnTo>
                  <a:pt x="245132" y="177800"/>
                </a:lnTo>
                <a:lnTo>
                  <a:pt x="223004" y="165100"/>
                </a:lnTo>
                <a:lnTo>
                  <a:pt x="202046" y="152400"/>
                </a:lnTo>
                <a:lnTo>
                  <a:pt x="187392" y="139700"/>
                </a:lnTo>
                <a:lnTo>
                  <a:pt x="174664" y="139700"/>
                </a:lnTo>
                <a:lnTo>
                  <a:pt x="94991" y="114300"/>
                </a:lnTo>
                <a:lnTo>
                  <a:pt x="40771" y="101600"/>
                </a:lnTo>
                <a:close/>
              </a:path>
              <a:path w="1078864" h="2324100">
                <a:moveTo>
                  <a:pt x="910048" y="101600"/>
                </a:moveTo>
                <a:lnTo>
                  <a:pt x="898468" y="101600"/>
                </a:lnTo>
                <a:lnTo>
                  <a:pt x="891271" y="114300"/>
                </a:lnTo>
                <a:lnTo>
                  <a:pt x="880224" y="127000"/>
                </a:lnTo>
                <a:lnTo>
                  <a:pt x="860272" y="139700"/>
                </a:lnTo>
                <a:lnTo>
                  <a:pt x="839284" y="165100"/>
                </a:lnTo>
                <a:lnTo>
                  <a:pt x="817254" y="177800"/>
                </a:lnTo>
                <a:lnTo>
                  <a:pt x="794174" y="190500"/>
                </a:lnTo>
                <a:lnTo>
                  <a:pt x="967462" y="190500"/>
                </a:lnTo>
                <a:lnTo>
                  <a:pt x="991091" y="177800"/>
                </a:lnTo>
                <a:lnTo>
                  <a:pt x="949573" y="177800"/>
                </a:lnTo>
                <a:lnTo>
                  <a:pt x="980168" y="139700"/>
                </a:lnTo>
                <a:lnTo>
                  <a:pt x="1011863" y="114300"/>
                </a:lnTo>
                <a:lnTo>
                  <a:pt x="906422" y="114300"/>
                </a:lnTo>
                <a:lnTo>
                  <a:pt x="910048" y="101600"/>
                </a:lnTo>
                <a:close/>
              </a:path>
              <a:path w="1078864" h="2324100">
                <a:moveTo>
                  <a:pt x="1048742" y="139700"/>
                </a:moveTo>
                <a:lnTo>
                  <a:pt x="1044311" y="139700"/>
                </a:lnTo>
                <a:lnTo>
                  <a:pt x="1017914" y="152400"/>
                </a:lnTo>
                <a:lnTo>
                  <a:pt x="985402" y="165100"/>
                </a:lnTo>
                <a:lnTo>
                  <a:pt x="949573" y="177800"/>
                </a:lnTo>
                <a:lnTo>
                  <a:pt x="991091" y="177800"/>
                </a:lnTo>
                <a:lnTo>
                  <a:pt x="1014720" y="165100"/>
                </a:lnTo>
                <a:lnTo>
                  <a:pt x="1048742" y="139700"/>
                </a:lnTo>
                <a:close/>
              </a:path>
              <a:path w="1078864" h="2324100">
                <a:moveTo>
                  <a:pt x="478204" y="0"/>
                </a:moveTo>
                <a:lnTo>
                  <a:pt x="474812" y="0"/>
                </a:lnTo>
                <a:lnTo>
                  <a:pt x="438939" y="25400"/>
                </a:lnTo>
                <a:lnTo>
                  <a:pt x="433934" y="25400"/>
                </a:lnTo>
                <a:lnTo>
                  <a:pt x="430164" y="38100"/>
                </a:lnTo>
                <a:lnTo>
                  <a:pt x="427463" y="50800"/>
                </a:lnTo>
                <a:lnTo>
                  <a:pt x="421104" y="50800"/>
                </a:lnTo>
                <a:lnTo>
                  <a:pt x="424814" y="63500"/>
                </a:lnTo>
                <a:lnTo>
                  <a:pt x="422700" y="76200"/>
                </a:lnTo>
                <a:lnTo>
                  <a:pt x="422154" y="101600"/>
                </a:lnTo>
                <a:lnTo>
                  <a:pt x="423062" y="127000"/>
                </a:lnTo>
                <a:lnTo>
                  <a:pt x="425306" y="152400"/>
                </a:lnTo>
                <a:lnTo>
                  <a:pt x="571595" y="152400"/>
                </a:lnTo>
                <a:lnTo>
                  <a:pt x="569091" y="139700"/>
                </a:lnTo>
                <a:lnTo>
                  <a:pt x="566431" y="139700"/>
                </a:lnTo>
                <a:lnTo>
                  <a:pt x="563612" y="127000"/>
                </a:lnTo>
                <a:lnTo>
                  <a:pt x="560632" y="127000"/>
                </a:lnTo>
                <a:lnTo>
                  <a:pt x="556328" y="114300"/>
                </a:lnTo>
                <a:lnTo>
                  <a:pt x="554244" y="114300"/>
                </a:lnTo>
                <a:lnTo>
                  <a:pt x="562038" y="88900"/>
                </a:lnTo>
                <a:lnTo>
                  <a:pt x="542622" y="88900"/>
                </a:lnTo>
                <a:lnTo>
                  <a:pt x="510417" y="38100"/>
                </a:lnTo>
                <a:lnTo>
                  <a:pt x="489508" y="12700"/>
                </a:lnTo>
                <a:lnTo>
                  <a:pt x="478204" y="0"/>
                </a:lnTo>
                <a:close/>
              </a:path>
              <a:path w="1078864" h="2324100">
                <a:moveTo>
                  <a:pt x="590853" y="127000"/>
                </a:moveTo>
                <a:lnTo>
                  <a:pt x="582528" y="127000"/>
                </a:lnTo>
                <a:lnTo>
                  <a:pt x="577229" y="139700"/>
                </a:lnTo>
                <a:lnTo>
                  <a:pt x="571595" y="152400"/>
                </a:lnTo>
                <a:lnTo>
                  <a:pt x="584112" y="152400"/>
                </a:lnTo>
                <a:lnTo>
                  <a:pt x="588271" y="139700"/>
                </a:lnTo>
                <a:lnTo>
                  <a:pt x="590853" y="127000"/>
                </a:lnTo>
                <a:close/>
              </a:path>
              <a:path w="1078864" h="2324100">
                <a:moveTo>
                  <a:pt x="167502" y="114300"/>
                </a:moveTo>
                <a:lnTo>
                  <a:pt x="165023" y="114300"/>
                </a:lnTo>
                <a:lnTo>
                  <a:pt x="166953" y="127000"/>
                </a:lnTo>
                <a:lnTo>
                  <a:pt x="170217" y="127000"/>
                </a:lnTo>
                <a:lnTo>
                  <a:pt x="174664" y="139700"/>
                </a:lnTo>
                <a:lnTo>
                  <a:pt x="187392" y="139700"/>
                </a:lnTo>
                <a:lnTo>
                  <a:pt x="175492" y="127000"/>
                </a:lnTo>
                <a:lnTo>
                  <a:pt x="167502" y="114300"/>
                </a:lnTo>
                <a:close/>
              </a:path>
              <a:path w="1078864" h="2324100">
                <a:moveTo>
                  <a:pt x="1045969" y="63500"/>
                </a:moveTo>
                <a:lnTo>
                  <a:pt x="1017224" y="63500"/>
                </a:lnTo>
                <a:lnTo>
                  <a:pt x="976084" y="76200"/>
                </a:lnTo>
                <a:lnTo>
                  <a:pt x="906422" y="114300"/>
                </a:lnTo>
                <a:lnTo>
                  <a:pt x="1011863" y="114300"/>
                </a:lnTo>
                <a:lnTo>
                  <a:pt x="1044631" y="101600"/>
                </a:lnTo>
                <a:lnTo>
                  <a:pt x="1078448" y="76200"/>
                </a:lnTo>
                <a:lnTo>
                  <a:pt x="1045969" y="63500"/>
                </a:lnTo>
                <a:close/>
              </a:path>
              <a:path w="1078864" h="2324100">
                <a:moveTo>
                  <a:pt x="913954" y="88924"/>
                </a:moveTo>
                <a:lnTo>
                  <a:pt x="904981" y="101600"/>
                </a:lnTo>
                <a:lnTo>
                  <a:pt x="912604" y="101600"/>
                </a:lnTo>
                <a:lnTo>
                  <a:pt x="913954" y="88924"/>
                </a:lnTo>
                <a:close/>
              </a:path>
              <a:path w="1078864" h="2324100">
                <a:moveTo>
                  <a:pt x="572883" y="38100"/>
                </a:moveTo>
                <a:lnTo>
                  <a:pt x="566567" y="50800"/>
                </a:lnTo>
                <a:lnTo>
                  <a:pt x="559134" y="63500"/>
                </a:lnTo>
                <a:lnTo>
                  <a:pt x="551011" y="76200"/>
                </a:lnTo>
                <a:lnTo>
                  <a:pt x="542622" y="88900"/>
                </a:lnTo>
                <a:lnTo>
                  <a:pt x="562038" y="88900"/>
                </a:lnTo>
                <a:lnTo>
                  <a:pt x="567902" y="63500"/>
                </a:lnTo>
                <a:lnTo>
                  <a:pt x="571597" y="50800"/>
                </a:lnTo>
                <a:lnTo>
                  <a:pt x="572883" y="38100"/>
                </a:lnTo>
                <a:close/>
              </a:path>
              <a:path w="1078864" h="2324100">
                <a:moveTo>
                  <a:pt x="422405" y="38100"/>
                </a:moveTo>
                <a:lnTo>
                  <a:pt x="416991" y="38100"/>
                </a:lnTo>
                <a:lnTo>
                  <a:pt x="418813" y="50800"/>
                </a:lnTo>
                <a:lnTo>
                  <a:pt x="427463" y="50800"/>
                </a:lnTo>
                <a:lnTo>
                  <a:pt x="422405" y="38100"/>
                </a:lnTo>
                <a:close/>
              </a:path>
            </a:pathLst>
          </a:custGeom>
          <a:solidFill>
            <a:srgbClr val="96C8DF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20" name="object 20" descr="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9028584" y="4023312"/>
            <a:ext cx="11075514" cy="4127500"/>
          </a:xfrm>
          <a:prstGeom prst="rect">
            <a:avLst/>
          </a:prstGeom>
        </p:spPr>
      </p:pic>
      <p:sp>
        <p:nvSpPr>
          <p:cNvPr id="21" name="object 21" descr=""/>
          <p:cNvSpPr/>
          <p:nvPr/>
        </p:nvSpPr>
        <p:spPr>
          <a:xfrm>
            <a:off x="3295711" y="7916282"/>
            <a:ext cx="1083310" cy="71120"/>
          </a:xfrm>
          <a:custGeom>
            <a:avLst/>
            <a:gdLst/>
            <a:ahLst/>
            <a:cxnLst/>
            <a:rect l="l" t="t" r="r" b="b"/>
            <a:pathLst>
              <a:path w="1083310" h="71120">
                <a:moveTo>
                  <a:pt x="1083118" y="0"/>
                </a:moveTo>
                <a:lnTo>
                  <a:pt x="0" y="0"/>
                </a:lnTo>
                <a:lnTo>
                  <a:pt x="0" y="70846"/>
                </a:lnTo>
                <a:lnTo>
                  <a:pt x="1083118" y="70846"/>
                </a:lnTo>
                <a:lnTo>
                  <a:pt x="1083118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/>
          <p:nvPr/>
        </p:nvSpPr>
        <p:spPr>
          <a:xfrm>
            <a:off x="3562959" y="5002815"/>
            <a:ext cx="543560" cy="103505"/>
          </a:xfrm>
          <a:custGeom>
            <a:avLst/>
            <a:gdLst/>
            <a:ahLst/>
            <a:cxnLst/>
            <a:rect l="l" t="t" r="r" b="b"/>
            <a:pathLst>
              <a:path w="543560" h="103504">
                <a:moveTo>
                  <a:pt x="543331" y="0"/>
                </a:moveTo>
                <a:lnTo>
                  <a:pt x="0" y="0"/>
                </a:lnTo>
                <a:lnTo>
                  <a:pt x="0" y="55765"/>
                </a:lnTo>
                <a:lnTo>
                  <a:pt x="24841" y="55765"/>
                </a:lnTo>
                <a:lnTo>
                  <a:pt x="24841" y="103339"/>
                </a:lnTo>
                <a:lnTo>
                  <a:pt x="518515" y="103339"/>
                </a:lnTo>
                <a:lnTo>
                  <a:pt x="518515" y="55765"/>
                </a:lnTo>
                <a:lnTo>
                  <a:pt x="543331" y="55765"/>
                </a:lnTo>
                <a:lnTo>
                  <a:pt x="543331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/>
          <p:nvPr/>
        </p:nvSpPr>
        <p:spPr>
          <a:xfrm>
            <a:off x="3562970" y="5152010"/>
            <a:ext cx="543560" cy="55880"/>
          </a:xfrm>
          <a:custGeom>
            <a:avLst/>
            <a:gdLst/>
            <a:ahLst/>
            <a:cxnLst/>
            <a:rect l="l" t="t" r="r" b="b"/>
            <a:pathLst>
              <a:path w="543560" h="55879">
                <a:moveTo>
                  <a:pt x="543323" y="0"/>
                </a:moveTo>
                <a:lnTo>
                  <a:pt x="0" y="0"/>
                </a:lnTo>
                <a:lnTo>
                  <a:pt x="0" y="55767"/>
                </a:lnTo>
                <a:lnTo>
                  <a:pt x="543323" y="55767"/>
                </a:lnTo>
                <a:lnTo>
                  <a:pt x="543323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/>
          <p:nvPr/>
        </p:nvSpPr>
        <p:spPr>
          <a:xfrm>
            <a:off x="3612099" y="5002570"/>
            <a:ext cx="24130" cy="56515"/>
          </a:xfrm>
          <a:custGeom>
            <a:avLst/>
            <a:gdLst/>
            <a:ahLst/>
            <a:cxnLst/>
            <a:rect l="l" t="t" r="r" b="b"/>
            <a:pathLst>
              <a:path w="24129" h="56514">
                <a:moveTo>
                  <a:pt x="23863" y="0"/>
                </a:moveTo>
                <a:lnTo>
                  <a:pt x="0" y="0"/>
                </a:lnTo>
                <a:lnTo>
                  <a:pt x="0" y="56249"/>
                </a:lnTo>
                <a:lnTo>
                  <a:pt x="23863" y="56249"/>
                </a:lnTo>
                <a:lnTo>
                  <a:pt x="23863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" name="object 25" descr=""/>
          <p:cNvSpPr/>
          <p:nvPr/>
        </p:nvSpPr>
        <p:spPr>
          <a:xfrm>
            <a:off x="3719143" y="5002570"/>
            <a:ext cx="24130" cy="56515"/>
          </a:xfrm>
          <a:custGeom>
            <a:avLst/>
            <a:gdLst/>
            <a:ahLst/>
            <a:cxnLst/>
            <a:rect l="l" t="t" r="r" b="b"/>
            <a:pathLst>
              <a:path w="24129" h="56514">
                <a:moveTo>
                  <a:pt x="23863" y="0"/>
                </a:moveTo>
                <a:lnTo>
                  <a:pt x="0" y="0"/>
                </a:lnTo>
                <a:lnTo>
                  <a:pt x="0" y="56249"/>
                </a:lnTo>
                <a:lnTo>
                  <a:pt x="23863" y="56249"/>
                </a:lnTo>
                <a:lnTo>
                  <a:pt x="23863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/>
          <p:nvPr/>
        </p:nvSpPr>
        <p:spPr>
          <a:xfrm>
            <a:off x="3826176" y="5002570"/>
            <a:ext cx="24130" cy="56515"/>
          </a:xfrm>
          <a:custGeom>
            <a:avLst/>
            <a:gdLst/>
            <a:ahLst/>
            <a:cxnLst/>
            <a:rect l="l" t="t" r="r" b="b"/>
            <a:pathLst>
              <a:path w="24129" h="56514">
                <a:moveTo>
                  <a:pt x="23863" y="0"/>
                </a:moveTo>
                <a:lnTo>
                  <a:pt x="0" y="0"/>
                </a:lnTo>
                <a:lnTo>
                  <a:pt x="0" y="56249"/>
                </a:lnTo>
                <a:lnTo>
                  <a:pt x="23863" y="56249"/>
                </a:lnTo>
                <a:lnTo>
                  <a:pt x="23863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/>
          <p:nvPr/>
        </p:nvSpPr>
        <p:spPr>
          <a:xfrm>
            <a:off x="3933220" y="5002570"/>
            <a:ext cx="24130" cy="56515"/>
          </a:xfrm>
          <a:custGeom>
            <a:avLst/>
            <a:gdLst/>
            <a:ahLst/>
            <a:cxnLst/>
            <a:rect l="l" t="t" r="r" b="b"/>
            <a:pathLst>
              <a:path w="24129" h="56514">
                <a:moveTo>
                  <a:pt x="23863" y="0"/>
                </a:moveTo>
                <a:lnTo>
                  <a:pt x="0" y="0"/>
                </a:lnTo>
                <a:lnTo>
                  <a:pt x="0" y="56249"/>
                </a:lnTo>
                <a:lnTo>
                  <a:pt x="23863" y="56249"/>
                </a:lnTo>
                <a:lnTo>
                  <a:pt x="23863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" name="object 28" descr=""/>
          <p:cNvSpPr/>
          <p:nvPr/>
        </p:nvSpPr>
        <p:spPr>
          <a:xfrm>
            <a:off x="4033667" y="5002570"/>
            <a:ext cx="24130" cy="56515"/>
          </a:xfrm>
          <a:custGeom>
            <a:avLst/>
            <a:gdLst/>
            <a:ahLst/>
            <a:cxnLst/>
            <a:rect l="l" t="t" r="r" b="b"/>
            <a:pathLst>
              <a:path w="24129" h="56514">
                <a:moveTo>
                  <a:pt x="23863" y="0"/>
                </a:moveTo>
                <a:lnTo>
                  <a:pt x="0" y="0"/>
                </a:lnTo>
                <a:lnTo>
                  <a:pt x="0" y="56249"/>
                </a:lnTo>
                <a:lnTo>
                  <a:pt x="23863" y="56249"/>
                </a:lnTo>
                <a:lnTo>
                  <a:pt x="23863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" name="object 29" descr=""/>
          <p:cNvSpPr/>
          <p:nvPr/>
        </p:nvSpPr>
        <p:spPr>
          <a:xfrm>
            <a:off x="3813337" y="3756509"/>
            <a:ext cx="43180" cy="90805"/>
          </a:xfrm>
          <a:custGeom>
            <a:avLst/>
            <a:gdLst/>
            <a:ahLst/>
            <a:cxnLst/>
            <a:rect l="l" t="t" r="r" b="b"/>
            <a:pathLst>
              <a:path w="43179" h="90804">
                <a:moveTo>
                  <a:pt x="34930" y="0"/>
                </a:moveTo>
                <a:lnTo>
                  <a:pt x="9371" y="0"/>
                </a:lnTo>
                <a:lnTo>
                  <a:pt x="0" y="90332"/>
                </a:lnTo>
                <a:lnTo>
                  <a:pt x="42606" y="90332"/>
                </a:lnTo>
                <a:lnTo>
                  <a:pt x="34930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" name="object 30" descr=""/>
          <p:cNvSpPr/>
          <p:nvPr/>
        </p:nvSpPr>
        <p:spPr>
          <a:xfrm>
            <a:off x="3546005" y="4334109"/>
            <a:ext cx="577850" cy="182245"/>
          </a:xfrm>
          <a:custGeom>
            <a:avLst/>
            <a:gdLst/>
            <a:ahLst/>
            <a:cxnLst/>
            <a:rect l="l" t="t" r="r" b="b"/>
            <a:pathLst>
              <a:path w="577850" h="182245">
                <a:moveTo>
                  <a:pt x="577240" y="127825"/>
                </a:moveTo>
                <a:lnTo>
                  <a:pt x="544195" y="127825"/>
                </a:lnTo>
                <a:lnTo>
                  <a:pt x="544195" y="85217"/>
                </a:lnTo>
                <a:lnTo>
                  <a:pt x="560285" y="85217"/>
                </a:lnTo>
                <a:lnTo>
                  <a:pt x="560285" y="0"/>
                </a:lnTo>
                <a:lnTo>
                  <a:pt x="16954" y="0"/>
                </a:lnTo>
                <a:lnTo>
                  <a:pt x="16954" y="85217"/>
                </a:lnTo>
                <a:lnTo>
                  <a:pt x="33058" y="85217"/>
                </a:lnTo>
                <a:lnTo>
                  <a:pt x="33058" y="127825"/>
                </a:lnTo>
                <a:lnTo>
                  <a:pt x="0" y="127825"/>
                </a:lnTo>
                <a:lnTo>
                  <a:pt x="0" y="181952"/>
                </a:lnTo>
                <a:lnTo>
                  <a:pt x="577240" y="181952"/>
                </a:lnTo>
                <a:lnTo>
                  <a:pt x="577240" y="127825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" name="object 31" descr=""/>
          <p:cNvSpPr/>
          <p:nvPr/>
        </p:nvSpPr>
        <p:spPr>
          <a:xfrm>
            <a:off x="3546017" y="5106148"/>
            <a:ext cx="577850" cy="55880"/>
          </a:xfrm>
          <a:custGeom>
            <a:avLst/>
            <a:gdLst/>
            <a:ahLst/>
            <a:cxnLst/>
            <a:rect l="l" t="t" r="r" b="b"/>
            <a:pathLst>
              <a:path w="577850" h="55879">
                <a:moveTo>
                  <a:pt x="577238" y="0"/>
                </a:moveTo>
                <a:lnTo>
                  <a:pt x="0" y="0"/>
                </a:lnTo>
                <a:lnTo>
                  <a:pt x="0" y="55767"/>
                </a:lnTo>
                <a:lnTo>
                  <a:pt x="577238" y="55767"/>
                </a:lnTo>
                <a:lnTo>
                  <a:pt x="577238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" name="object 32" descr=""/>
          <p:cNvSpPr/>
          <p:nvPr/>
        </p:nvSpPr>
        <p:spPr>
          <a:xfrm>
            <a:off x="3447612" y="5896385"/>
            <a:ext cx="774065" cy="55880"/>
          </a:xfrm>
          <a:custGeom>
            <a:avLst/>
            <a:gdLst/>
            <a:ahLst/>
            <a:cxnLst/>
            <a:rect l="l" t="t" r="r" b="b"/>
            <a:pathLst>
              <a:path w="774064" h="55879">
                <a:moveTo>
                  <a:pt x="774049" y="0"/>
                </a:moveTo>
                <a:lnTo>
                  <a:pt x="0" y="0"/>
                </a:lnTo>
                <a:lnTo>
                  <a:pt x="0" y="55767"/>
                </a:lnTo>
                <a:lnTo>
                  <a:pt x="774049" y="55767"/>
                </a:lnTo>
                <a:lnTo>
                  <a:pt x="774049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" name="object 33" descr=""/>
          <p:cNvSpPr/>
          <p:nvPr/>
        </p:nvSpPr>
        <p:spPr>
          <a:xfrm>
            <a:off x="3422319" y="5952165"/>
            <a:ext cx="824865" cy="1588135"/>
          </a:xfrm>
          <a:custGeom>
            <a:avLst/>
            <a:gdLst/>
            <a:ahLst/>
            <a:cxnLst/>
            <a:rect l="l" t="t" r="r" b="b"/>
            <a:pathLst>
              <a:path w="824864" h="1588134">
                <a:moveTo>
                  <a:pt x="824623" y="0"/>
                </a:moveTo>
                <a:lnTo>
                  <a:pt x="12" y="0"/>
                </a:lnTo>
                <a:lnTo>
                  <a:pt x="12" y="55765"/>
                </a:lnTo>
                <a:lnTo>
                  <a:pt x="36550" y="55765"/>
                </a:lnTo>
                <a:lnTo>
                  <a:pt x="31838" y="106819"/>
                </a:lnTo>
                <a:lnTo>
                  <a:pt x="27457" y="157886"/>
                </a:lnTo>
                <a:lnTo>
                  <a:pt x="23393" y="208940"/>
                </a:lnTo>
                <a:lnTo>
                  <a:pt x="19659" y="260007"/>
                </a:lnTo>
                <a:lnTo>
                  <a:pt x="16243" y="311073"/>
                </a:lnTo>
                <a:lnTo>
                  <a:pt x="13157" y="362127"/>
                </a:lnTo>
                <a:lnTo>
                  <a:pt x="10401" y="413194"/>
                </a:lnTo>
                <a:lnTo>
                  <a:pt x="7962" y="464248"/>
                </a:lnTo>
                <a:lnTo>
                  <a:pt x="5854" y="515315"/>
                </a:lnTo>
                <a:lnTo>
                  <a:pt x="4064" y="566369"/>
                </a:lnTo>
                <a:lnTo>
                  <a:pt x="2603" y="617435"/>
                </a:lnTo>
                <a:lnTo>
                  <a:pt x="1460" y="668502"/>
                </a:lnTo>
                <a:lnTo>
                  <a:pt x="647" y="719556"/>
                </a:lnTo>
                <a:lnTo>
                  <a:pt x="165" y="770623"/>
                </a:lnTo>
                <a:lnTo>
                  <a:pt x="0" y="821677"/>
                </a:lnTo>
                <a:lnTo>
                  <a:pt x="165" y="872744"/>
                </a:lnTo>
                <a:lnTo>
                  <a:pt x="647" y="923798"/>
                </a:lnTo>
                <a:lnTo>
                  <a:pt x="1460" y="974864"/>
                </a:lnTo>
                <a:lnTo>
                  <a:pt x="2603" y="1025931"/>
                </a:lnTo>
                <a:lnTo>
                  <a:pt x="4064" y="1076985"/>
                </a:lnTo>
                <a:lnTo>
                  <a:pt x="5854" y="1128052"/>
                </a:lnTo>
                <a:lnTo>
                  <a:pt x="7962" y="1179106"/>
                </a:lnTo>
                <a:lnTo>
                  <a:pt x="10401" y="1230172"/>
                </a:lnTo>
                <a:lnTo>
                  <a:pt x="13157" y="1281226"/>
                </a:lnTo>
                <a:lnTo>
                  <a:pt x="16243" y="1332293"/>
                </a:lnTo>
                <a:lnTo>
                  <a:pt x="19659" y="1383360"/>
                </a:lnTo>
                <a:lnTo>
                  <a:pt x="23393" y="1434414"/>
                </a:lnTo>
                <a:lnTo>
                  <a:pt x="27457" y="1485480"/>
                </a:lnTo>
                <a:lnTo>
                  <a:pt x="31838" y="1536534"/>
                </a:lnTo>
                <a:lnTo>
                  <a:pt x="36550" y="1587601"/>
                </a:lnTo>
                <a:lnTo>
                  <a:pt x="788073" y="1587601"/>
                </a:lnTo>
                <a:lnTo>
                  <a:pt x="792784" y="1536534"/>
                </a:lnTo>
                <a:lnTo>
                  <a:pt x="797166" y="1485480"/>
                </a:lnTo>
                <a:lnTo>
                  <a:pt x="801230" y="1434414"/>
                </a:lnTo>
                <a:lnTo>
                  <a:pt x="804964" y="1383360"/>
                </a:lnTo>
                <a:lnTo>
                  <a:pt x="808367" y="1332293"/>
                </a:lnTo>
                <a:lnTo>
                  <a:pt x="811453" y="1281226"/>
                </a:lnTo>
                <a:lnTo>
                  <a:pt x="814222" y="1230172"/>
                </a:lnTo>
                <a:lnTo>
                  <a:pt x="816660" y="1179106"/>
                </a:lnTo>
                <a:lnTo>
                  <a:pt x="818769" y="1128052"/>
                </a:lnTo>
                <a:lnTo>
                  <a:pt x="820559" y="1076985"/>
                </a:lnTo>
                <a:lnTo>
                  <a:pt x="822020" y="1025931"/>
                </a:lnTo>
                <a:lnTo>
                  <a:pt x="823150" y="974864"/>
                </a:lnTo>
                <a:lnTo>
                  <a:pt x="823963" y="923798"/>
                </a:lnTo>
                <a:lnTo>
                  <a:pt x="824458" y="872744"/>
                </a:lnTo>
                <a:lnTo>
                  <a:pt x="824611" y="821677"/>
                </a:lnTo>
                <a:lnTo>
                  <a:pt x="824458" y="770623"/>
                </a:lnTo>
                <a:lnTo>
                  <a:pt x="823963" y="719556"/>
                </a:lnTo>
                <a:lnTo>
                  <a:pt x="823150" y="668502"/>
                </a:lnTo>
                <a:lnTo>
                  <a:pt x="822020" y="617435"/>
                </a:lnTo>
                <a:lnTo>
                  <a:pt x="820559" y="566369"/>
                </a:lnTo>
                <a:lnTo>
                  <a:pt x="818769" y="515315"/>
                </a:lnTo>
                <a:lnTo>
                  <a:pt x="816660" y="464248"/>
                </a:lnTo>
                <a:lnTo>
                  <a:pt x="814222" y="413194"/>
                </a:lnTo>
                <a:lnTo>
                  <a:pt x="811453" y="362127"/>
                </a:lnTo>
                <a:lnTo>
                  <a:pt x="808367" y="311073"/>
                </a:lnTo>
                <a:lnTo>
                  <a:pt x="804964" y="260007"/>
                </a:lnTo>
                <a:lnTo>
                  <a:pt x="801230" y="208940"/>
                </a:lnTo>
                <a:lnTo>
                  <a:pt x="797166" y="157886"/>
                </a:lnTo>
                <a:lnTo>
                  <a:pt x="792784" y="106819"/>
                </a:lnTo>
                <a:lnTo>
                  <a:pt x="788073" y="55765"/>
                </a:lnTo>
                <a:lnTo>
                  <a:pt x="824623" y="55765"/>
                </a:lnTo>
                <a:lnTo>
                  <a:pt x="824623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4" name="object 34" descr=""/>
          <p:cNvGrpSpPr/>
          <p:nvPr/>
        </p:nvGrpSpPr>
        <p:grpSpPr>
          <a:xfrm>
            <a:off x="3548875" y="3537002"/>
            <a:ext cx="572135" cy="821690"/>
            <a:chOff x="3548875" y="3537002"/>
            <a:chExt cx="572135" cy="821690"/>
          </a:xfrm>
        </p:grpSpPr>
        <p:sp>
          <p:nvSpPr>
            <p:cNvPr id="35" name="object 35" descr=""/>
            <p:cNvSpPr/>
            <p:nvPr/>
          </p:nvSpPr>
          <p:spPr>
            <a:xfrm>
              <a:off x="3548875" y="3808640"/>
              <a:ext cx="572135" cy="550545"/>
            </a:xfrm>
            <a:custGeom>
              <a:avLst/>
              <a:gdLst/>
              <a:ahLst/>
              <a:cxnLst/>
              <a:rect l="l" t="t" r="r" b="b"/>
              <a:pathLst>
                <a:path w="572135" h="550545">
                  <a:moveTo>
                    <a:pt x="285760" y="0"/>
                  </a:moveTo>
                  <a:lnTo>
                    <a:pt x="238264" y="4958"/>
                  </a:lnTo>
                  <a:lnTo>
                    <a:pt x="193256" y="18926"/>
                  </a:lnTo>
                  <a:lnTo>
                    <a:pt x="151355" y="40537"/>
                  </a:lnTo>
                  <a:lnTo>
                    <a:pt x="113184" y="68429"/>
                  </a:lnTo>
                  <a:lnTo>
                    <a:pt x="79362" y="101236"/>
                  </a:lnTo>
                  <a:lnTo>
                    <a:pt x="50512" y="137596"/>
                  </a:lnTo>
                  <a:lnTo>
                    <a:pt x="27254" y="176144"/>
                  </a:lnTo>
                  <a:lnTo>
                    <a:pt x="10210" y="215516"/>
                  </a:lnTo>
                  <a:lnTo>
                    <a:pt x="0" y="254348"/>
                  </a:lnTo>
                  <a:lnTo>
                    <a:pt x="366" y="254348"/>
                  </a:lnTo>
                  <a:lnTo>
                    <a:pt x="366" y="549993"/>
                  </a:lnTo>
                  <a:lnTo>
                    <a:pt x="570139" y="549993"/>
                  </a:lnTo>
                  <a:lnTo>
                    <a:pt x="571521" y="256505"/>
                  </a:lnTo>
                  <a:lnTo>
                    <a:pt x="561311" y="216805"/>
                  </a:lnTo>
                  <a:lnTo>
                    <a:pt x="544268" y="176813"/>
                  </a:lnTo>
                  <a:lnTo>
                    <a:pt x="521011" y="137854"/>
                  </a:lnTo>
                  <a:lnTo>
                    <a:pt x="492162" y="101253"/>
                  </a:lnTo>
                  <a:lnTo>
                    <a:pt x="458342" y="68335"/>
                  </a:lnTo>
                  <a:lnTo>
                    <a:pt x="420171" y="40426"/>
                  </a:lnTo>
                  <a:lnTo>
                    <a:pt x="378269" y="18850"/>
                  </a:lnTo>
                  <a:lnTo>
                    <a:pt x="333259" y="4933"/>
                  </a:lnTo>
                  <a:lnTo>
                    <a:pt x="285760" y="0"/>
                  </a:lnTo>
                  <a:close/>
                </a:path>
              </a:pathLst>
            </a:custGeom>
            <a:solidFill>
              <a:srgbClr val="B9E4F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6" name="object 36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786919" y="3537002"/>
              <a:ext cx="95442" cy="228883"/>
            </a:xfrm>
            <a:prstGeom prst="rect">
              <a:avLst/>
            </a:prstGeom>
          </p:spPr>
        </p:pic>
      </p:grpSp>
      <p:sp>
        <p:nvSpPr>
          <p:cNvPr id="37" name="object 37" descr=""/>
          <p:cNvSpPr/>
          <p:nvPr/>
        </p:nvSpPr>
        <p:spPr>
          <a:xfrm>
            <a:off x="3562959" y="4514868"/>
            <a:ext cx="543560" cy="452120"/>
          </a:xfrm>
          <a:custGeom>
            <a:avLst/>
            <a:gdLst/>
            <a:ahLst/>
            <a:cxnLst/>
            <a:rect l="l" t="t" r="r" b="b"/>
            <a:pathLst>
              <a:path w="543560" h="452120">
                <a:moveTo>
                  <a:pt x="543331" y="1193"/>
                </a:moveTo>
                <a:lnTo>
                  <a:pt x="482638" y="1193"/>
                </a:lnTo>
                <a:lnTo>
                  <a:pt x="482638" y="0"/>
                </a:lnTo>
                <a:lnTo>
                  <a:pt x="445808" y="0"/>
                </a:lnTo>
                <a:lnTo>
                  <a:pt x="445808" y="1193"/>
                </a:lnTo>
                <a:lnTo>
                  <a:pt x="83807" y="1193"/>
                </a:lnTo>
                <a:lnTo>
                  <a:pt x="83807" y="0"/>
                </a:lnTo>
                <a:lnTo>
                  <a:pt x="46964" y="0"/>
                </a:lnTo>
                <a:lnTo>
                  <a:pt x="46964" y="1193"/>
                </a:lnTo>
                <a:lnTo>
                  <a:pt x="0" y="1193"/>
                </a:lnTo>
                <a:lnTo>
                  <a:pt x="0" y="451777"/>
                </a:lnTo>
                <a:lnTo>
                  <a:pt x="543331" y="451777"/>
                </a:lnTo>
                <a:lnTo>
                  <a:pt x="543331" y="372249"/>
                </a:lnTo>
                <a:lnTo>
                  <a:pt x="543331" y="86588"/>
                </a:lnTo>
                <a:lnTo>
                  <a:pt x="543331" y="1193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" name="object 38" descr=""/>
          <p:cNvSpPr/>
          <p:nvPr/>
        </p:nvSpPr>
        <p:spPr>
          <a:xfrm>
            <a:off x="3548875" y="3807567"/>
            <a:ext cx="572135" cy="612140"/>
          </a:xfrm>
          <a:custGeom>
            <a:avLst/>
            <a:gdLst/>
            <a:ahLst/>
            <a:cxnLst/>
            <a:rect l="l" t="t" r="r" b="b"/>
            <a:pathLst>
              <a:path w="572135" h="612139">
                <a:moveTo>
                  <a:pt x="91846" y="555510"/>
                </a:moveTo>
                <a:lnTo>
                  <a:pt x="67983" y="555510"/>
                </a:lnTo>
                <a:lnTo>
                  <a:pt x="67983" y="611759"/>
                </a:lnTo>
                <a:lnTo>
                  <a:pt x="91846" y="611759"/>
                </a:lnTo>
                <a:lnTo>
                  <a:pt x="91846" y="555510"/>
                </a:lnTo>
                <a:close/>
              </a:path>
              <a:path w="572135" h="612139">
                <a:moveTo>
                  <a:pt x="198882" y="555510"/>
                </a:moveTo>
                <a:lnTo>
                  <a:pt x="175018" y="555510"/>
                </a:lnTo>
                <a:lnTo>
                  <a:pt x="175018" y="611759"/>
                </a:lnTo>
                <a:lnTo>
                  <a:pt x="198882" y="611759"/>
                </a:lnTo>
                <a:lnTo>
                  <a:pt x="198882" y="555510"/>
                </a:lnTo>
                <a:close/>
              </a:path>
              <a:path w="572135" h="612139">
                <a:moveTo>
                  <a:pt x="305917" y="555510"/>
                </a:moveTo>
                <a:lnTo>
                  <a:pt x="282054" y="555510"/>
                </a:lnTo>
                <a:lnTo>
                  <a:pt x="282054" y="611759"/>
                </a:lnTo>
                <a:lnTo>
                  <a:pt x="305917" y="611759"/>
                </a:lnTo>
                <a:lnTo>
                  <a:pt x="305917" y="555510"/>
                </a:lnTo>
                <a:close/>
              </a:path>
              <a:path w="572135" h="612139">
                <a:moveTo>
                  <a:pt x="412953" y="555510"/>
                </a:moveTo>
                <a:lnTo>
                  <a:pt x="389089" y="555510"/>
                </a:lnTo>
                <a:lnTo>
                  <a:pt x="389089" y="611759"/>
                </a:lnTo>
                <a:lnTo>
                  <a:pt x="412953" y="611759"/>
                </a:lnTo>
                <a:lnTo>
                  <a:pt x="412953" y="555510"/>
                </a:lnTo>
                <a:close/>
              </a:path>
              <a:path w="572135" h="612139">
                <a:moveTo>
                  <a:pt x="502170" y="555510"/>
                </a:moveTo>
                <a:lnTo>
                  <a:pt x="478307" y="555510"/>
                </a:lnTo>
                <a:lnTo>
                  <a:pt x="478307" y="611759"/>
                </a:lnTo>
                <a:lnTo>
                  <a:pt x="502170" y="611759"/>
                </a:lnTo>
                <a:lnTo>
                  <a:pt x="502170" y="555510"/>
                </a:lnTo>
                <a:close/>
              </a:path>
              <a:path w="572135" h="612139">
                <a:moveTo>
                  <a:pt x="571944" y="255422"/>
                </a:moveTo>
                <a:lnTo>
                  <a:pt x="571512" y="255422"/>
                </a:lnTo>
                <a:lnTo>
                  <a:pt x="561301" y="216547"/>
                </a:lnTo>
                <a:lnTo>
                  <a:pt x="544258" y="177076"/>
                </a:lnTo>
                <a:lnTo>
                  <a:pt x="532765" y="157962"/>
                </a:lnTo>
                <a:lnTo>
                  <a:pt x="521004" y="138391"/>
                </a:lnTo>
                <a:lnTo>
                  <a:pt x="517677" y="134188"/>
                </a:lnTo>
                <a:lnTo>
                  <a:pt x="492163" y="101866"/>
                </a:lnTo>
                <a:lnTo>
                  <a:pt x="458343" y="68872"/>
                </a:lnTo>
                <a:lnTo>
                  <a:pt x="420166" y="40817"/>
                </a:lnTo>
                <a:lnTo>
                  <a:pt x="378256" y="19062"/>
                </a:lnTo>
                <a:lnTo>
                  <a:pt x="333248" y="4991"/>
                </a:lnTo>
                <a:lnTo>
                  <a:pt x="285750" y="0"/>
                </a:lnTo>
                <a:lnTo>
                  <a:pt x="238252" y="4991"/>
                </a:lnTo>
                <a:lnTo>
                  <a:pt x="193243" y="19062"/>
                </a:lnTo>
                <a:lnTo>
                  <a:pt x="191503" y="19964"/>
                </a:lnTo>
                <a:lnTo>
                  <a:pt x="178828" y="26543"/>
                </a:lnTo>
                <a:lnTo>
                  <a:pt x="151345" y="40817"/>
                </a:lnTo>
                <a:lnTo>
                  <a:pt x="134404" y="53263"/>
                </a:lnTo>
                <a:lnTo>
                  <a:pt x="127698" y="58191"/>
                </a:lnTo>
                <a:lnTo>
                  <a:pt x="113182" y="68872"/>
                </a:lnTo>
                <a:lnTo>
                  <a:pt x="79362" y="101866"/>
                </a:lnTo>
                <a:lnTo>
                  <a:pt x="50507" y="138391"/>
                </a:lnTo>
                <a:lnTo>
                  <a:pt x="27254" y="177076"/>
                </a:lnTo>
                <a:lnTo>
                  <a:pt x="10210" y="216547"/>
                </a:lnTo>
                <a:lnTo>
                  <a:pt x="0" y="255422"/>
                </a:lnTo>
                <a:lnTo>
                  <a:pt x="355" y="255422"/>
                </a:lnTo>
                <a:lnTo>
                  <a:pt x="355" y="271246"/>
                </a:lnTo>
                <a:lnTo>
                  <a:pt x="355" y="280758"/>
                </a:lnTo>
                <a:lnTo>
                  <a:pt x="355" y="304546"/>
                </a:lnTo>
                <a:lnTo>
                  <a:pt x="355" y="551065"/>
                </a:lnTo>
                <a:lnTo>
                  <a:pt x="571944" y="551065"/>
                </a:lnTo>
                <a:lnTo>
                  <a:pt x="571944" y="407860"/>
                </a:lnTo>
                <a:lnTo>
                  <a:pt x="571944" y="384086"/>
                </a:lnTo>
                <a:lnTo>
                  <a:pt x="571944" y="331355"/>
                </a:lnTo>
                <a:lnTo>
                  <a:pt x="571944" y="307581"/>
                </a:lnTo>
                <a:lnTo>
                  <a:pt x="571944" y="255422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" name="object 39" descr=""/>
          <p:cNvSpPr/>
          <p:nvPr/>
        </p:nvSpPr>
        <p:spPr>
          <a:xfrm>
            <a:off x="3823982" y="3394600"/>
            <a:ext cx="21590" cy="168275"/>
          </a:xfrm>
          <a:custGeom>
            <a:avLst/>
            <a:gdLst/>
            <a:ahLst/>
            <a:cxnLst/>
            <a:rect l="l" t="t" r="r" b="b"/>
            <a:pathLst>
              <a:path w="21589" h="168275">
                <a:moveTo>
                  <a:pt x="10659" y="0"/>
                </a:moveTo>
                <a:lnTo>
                  <a:pt x="0" y="168172"/>
                </a:lnTo>
                <a:lnTo>
                  <a:pt x="21308" y="168172"/>
                </a:lnTo>
                <a:lnTo>
                  <a:pt x="10659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" name="object 40" descr=""/>
          <p:cNvSpPr/>
          <p:nvPr/>
        </p:nvSpPr>
        <p:spPr>
          <a:xfrm>
            <a:off x="3474605" y="5207907"/>
            <a:ext cx="720090" cy="688975"/>
          </a:xfrm>
          <a:custGeom>
            <a:avLst/>
            <a:gdLst/>
            <a:ahLst/>
            <a:cxnLst/>
            <a:rect l="l" t="t" r="r" b="b"/>
            <a:pathLst>
              <a:path w="720089" h="688975">
                <a:moveTo>
                  <a:pt x="720051" y="632218"/>
                </a:moveTo>
                <a:lnTo>
                  <a:pt x="694905" y="632218"/>
                </a:lnTo>
                <a:lnTo>
                  <a:pt x="651103" y="56273"/>
                </a:lnTo>
                <a:lnTo>
                  <a:pt x="666838" y="56273"/>
                </a:lnTo>
                <a:lnTo>
                  <a:pt x="666838" y="0"/>
                </a:lnTo>
                <a:lnTo>
                  <a:pt x="53213" y="0"/>
                </a:lnTo>
                <a:lnTo>
                  <a:pt x="53213" y="56273"/>
                </a:lnTo>
                <a:lnTo>
                  <a:pt x="71399" y="56273"/>
                </a:lnTo>
                <a:lnTo>
                  <a:pt x="28016" y="632218"/>
                </a:lnTo>
                <a:lnTo>
                  <a:pt x="0" y="632218"/>
                </a:lnTo>
                <a:lnTo>
                  <a:pt x="0" y="688479"/>
                </a:lnTo>
                <a:lnTo>
                  <a:pt x="720051" y="688479"/>
                </a:lnTo>
                <a:lnTo>
                  <a:pt x="720051" y="632218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1" name="object 41" descr=""/>
          <p:cNvGrpSpPr/>
          <p:nvPr/>
        </p:nvGrpSpPr>
        <p:grpSpPr>
          <a:xfrm>
            <a:off x="3426851" y="6007911"/>
            <a:ext cx="820419" cy="1532255"/>
            <a:chOff x="3426851" y="6007911"/>
            <a:chExt cx="820419" cy="1532255"/>
          </a:xfrm>
        </p:grpSpPr>
        <p:sp>
          <p:nvSpPr>
            <p:cNvPr id="42" name="object 42" descr=""/>
            <p:cNvSpPr/>
            <p:nvPr/>
          </p:nvSpPr>
          <p:spPr>
            <a:xfrm>
              <a:off x="3426841" y="6007931"/>
              <a:ext cx="820419" cy="1532255"/>
            </a:xfrm>
            <a:custGeom>
              <a:avLst/>
              <a:gdLst/>
              <a:ahLst/>
              <a:cxnLst/>
              <a:rect l="l" t="t" r="r" b="b"/>
              <a:pathLst>
                <a:path w="820420" h="1532254">
                  <a:moveTo>
                    <a:pt x="820102" y="765911"/>
                  </a:moveTo>
                  <a:lnTo>
                    <a:pt x="819937" y="714857"/>
                  </a:lnTo>
                  <a:lnTo>
                    <a:pt x="819454" y="663790"/>
                  </a:lnTo>
                  <a:lnTo>
                    <a:pt x="818642" y="612736"/>
                  </a:lnTo>
                  <a:lnTo>
                    <a:pt x="817511" y="561670"/>
                  </a:lnTo>
                  <a:lnTo>
                    <a:pt x="816063" y="510603"/>
                  </a:lnTo>
                  <a:lnTo>
                    <a:pt x="814285" y="459549"/>
                  </a:lnTo>
                  <a:lnTo>
                    <a:pt x="812177" y="408482"/>
                  </a:lnTo>
                  <a:lnTo>
                    <a:pt x="809764" y="357428"/>
                  </a:lnTo>
                  <a:lnTo>
                    <a:pt x="807008" y="306362"/>
                  </a:lnTo>
                  <a:lnTo>
                    <a:pt x="803948" y="255308"/>
                  </a:lnTo>
                  <a:lnTo>
                    <a:pt x="800544" y="204241"/>
                  </a:lnTo>
                  <a:lnTo>
                    <a:pt x="796836" y="153174"/>
                  </a:lnTo>
                  <a:lnTo>
                    <a:pt x="792797" y="102120"/>
                  </a:lnTo>
                  <a:lnTo>
                    <a:pt x="788428" y="51054"/>
                  </a:lnTo>
                  <a:lnTo>
                    <a:pt x="783742" y="0"/>
                  </a:lnTo>
                  <a:lnTo>
                    <a:pt x="36360" y="0"/>
                  </a:lnTo>
                  <a:lnTo>
                    <a:pt x="31673" y="51054"/>
                  </a:lnTo>
                  <a:lnTo>
                    <a:pt x="27305" y="102120"/>
                  </a:lnTo>
                  <a:lnTo>
                    <a:pt x="23266" y="153174"/>
                  </a:lnTo>
                  <a:lnTo>
                    <a:pt x="20434" y="192125"/>
                  </a:lnTo>
                  <a:lnTo>
                    <a:pt x="19545" y="204228"/>
                  </a:lnTo>
                  <a:lnTo>
                    <a:pt x="18770" y="215900"/>
                  </a:lnTo>
                  <a:lnTo>
                    <a:pt x="16154" y="255308"/>
                  </a:lnTo>
                  <a:lnTo>
                    <a:pt x="13500" y="299440"/>
                  </a:lnTo>
                  <a:lnTo>
                    <a:pt x="13081" y="306362"/>
                  </a:lnTo>
                  <a:lnTo>
                    <a:pt x="12179" y="323227"/>
                  </a:lnTo>
                  <a:lnTo>
                    <a:pt x="11506" y="335648"/>
                  </a:lnTo>
                  <a:lnTo>
                    <a:pt x="11264" y="340042"/>
                  </a:lnTo>
                  <a:lnTo>
                    <a:pt x="10337" y="357428"/>
                  </a:lnTo>
                  <a:lnTo>
                    <a:pt x="7924" y="408482"/>
                  </a:lnTo>
                  <a:lnTo>
                    <a:pt x="5905" y="457327"/>
                  </a:lnTo>
                  <a:lnTo>
                    <a:pt x="4038" y="510603"/>
                  </a:lnTo>
                  <a:lnTo>
                    <a:pt x="2590" y="561670"/>
                  </a:lnTo>
                  <a:lnTo>
                    <a:pt x="1460" y="612736"/>
                  </a:lnTo>
                  <a:lnTo>
                    <a:pt x="647" y="663790"/>
                  </a:lnTo>
                  <a:lnTo>
                    <a:pt x="165" y="714857"/>
                  </a:lnTo>
                  <a:lnTo>
                    <a:pt x="101" y="733094"/>
                  </a:lnTo>
                  <a:lnTo>
                    <a:pt x="63" y="746277"/>
                  </a:lnTo>
                  <a:lnTo>
                    <a:pt x="0" y="765911"/>
                  </a:lnTo>
                  <a:lnTo>
                    <a:pt x="165" y="816978"/>
                  </a:lnTo>
                  <a:lnTo>
                    <a:pt x="215" y="823556"/>
                  </a:lnTo>
                  <a:lnTo>
                    <a:pt x="228" y="823836"/>
                  </a:lnTo>
                  <a:lnTo>
                    <a:pt x="647" y="868032"/>
                  </a:lnTo>
                  <a:lnTo>
                    <a:pt x="1460" y="919099"/>
                  </a:lnTo>
                  <a:lnTo>
                    <a:pt x="1574" y="924636"/>
                  </a:lnTo>
                  <a:lnTo>
                    <a:pt x="2108" y="948423"/>
                  </a:lnTo>
                  <a:lnTo>
                    <a:pt x="2590" y="970165"/>
                  </a:lnTo>
                  <a:lnTo>
                    <a:pt x="3111" y="988847"/>
                  </a:lnTo>
                  <a:lnTo>
                    <a:pt x="3644" y="1007465"/>
                  </a:lnTo>
                  <a:lnTo>
                    <a:pt x="4038" y="1021219"/>
                  </a:lnTo>
                  <a:lnTo>
                    <a:pt x="5816" y="1072286"/>
                  </a:lnTo>
                  <a:lnTo>
                    <a:pt x="7924" y="1123340"/>
                  </a:lnTo>
                  <a:lnTo>
                    <a:pt x="10337" y="1174407"/>
                  </a:lnTo>
                  <a:lnTo>
                    <a:pt x="13093" y="1225461"/>
                  </a:lnTo>
                  <a:lnTo>
                    <a:pt x="16154" y="1276527"/>
                  </a:lnTo>
                  <a:lnTo>
                    <a:pt x="19558" y="1327594"/>
                  </a:lnTo>
                  <a:lnTo>
                    <a:pt x="23266" y="1378648"/>
                  </a:lnTo>
                  <a:lnTo>
                    <a:pt x="27305" y="1429715"/>
                  </a:lnTo>
                  <a:lnTo>
                    <a:pt x="31673" y="1480769"/>
                  </a:lnTo>
                  <a:lnTo>
                    <a:pt x="36360" y="1531835"/>
                  </a:lnTo>
                  <a:lnTo>
                    <a:pt x="783742" y="1531835"/>
                  </a:lnTo>
                  <a:lnTo>
                    <a:pt x="788428" y="1480769"/>
                  </a:lnTo>
                  <a:lnTo>
                    <a:pt x="792797" y="1429715"/>
                  </a:lnTo>
                  <a:lnTo>
                    <a:pt x="796836" y="1378648"/>
                  </a:lnTo>
                  <a:lnTo>
                    <a:pt x="800544" y="1327594"/>
                  </a:lnTo>
                  <a:lnTo>
                    <a:pt x="803948" y="1276527"/>
                  </a:lnTo>
                  <a:lnTo>
                    <a:pt x="807008" y="1225461"/>
                  </a:lnTo>
                  <a:lnTo>
                    <a:pt x="809764" y="1174407"/>
                  </a:lnTo>
                  <a:lnTo>
                    <a:pt x="812177" y="1123340"/>
                  </a:lnTo>
                  <a:lnTo>
                    <a:pt x="814285" y="1072286"/>
                  </a:lnTo>
                  <a:lnTo>
                    <a:pt x="816063" y="1021219"/>
                  </a:lnTo>
                  <a:lnTo>
                    <a:pt x="817511" y="970165"/>
                  </a:lnTo>
                  <a:lnTo>
                    <a:pt x="818642" y="919099"/>
                  </a:lnTo>
                  <a:lnTo>
                    <a:pt x="819454" y="868032"/>
                  </a:lnTo>
                  <a:lnTo>
                    <a:pt x="819937" y="816978"/>
                  </a:lnTo>
                  <a:lnTo>
                    <a:pt x="820102" y="765911"/>
                  </a:lnTo>
                  <a:close/>
                </a:path>
              </a:pathLst>
            </a:custGeom>
            <a:solidFill>
              <a:srgbClr val="B9E4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3438131" y="6007918"/>
              <a:ext cx="808990" cy="1532255"/>
            </a:xfrm>
            <a:custGeom>
              <a:avLst/>
              <a:gdLst/>
              <a:ahLst/>
              <a:cxnLst/>
              <a:rect l="l" t="t" r="r" b="b"/>
              <a:pathLst>
                <a:path w="808989" h="1532254">
                  <a:moveTo>
                    <a:pt x="17945" y="1332776"/>
                  </a:moveTo>
                  <a:lnTo>
                    <a:pt x="8636" y="1332776"/>
                  </a:lnTo>
                  <a:lnTo>
                    <a:pt x="10363" y="1356550"/>
                  </a:lnTo>
                  <a:lnTo>
                    <a:pt x="17945" y="1356550"/>
                  </a:lnTo>
                  <a:lnTo>
                    <a:pt x="17945" y="1332776"/>
                  </a:lnTo>
                  <a:close/>
                </a:path>
                <a:path w="808989" h="1532254">
                  <a:moveTo>
                    <a:pt x="24561" y="1192149"/>
                  </a:moveTo>
                  <a:lnTo>
                    <a:pt x="0" y="1192149"/>
                  </a:lnTo>
                  <a:lnTo>
                    <a:pt x="1282" y="1215936"/>
                  </a:lnTo>
                  <a:lnTo>
                    <a:pt x="24561" y="1215936"/>
                  </a:lnTo>
                  <a:lnTo>
                    <a:pt x="24561" y="1192149"/>
                  </a:lnTo>
                  <a:close/>
                </a:path>
                <a:path w="808989" h="1532254">
                  <a:moveTo>
                    <a:pt x="29819" y="1457363"/>
                  </a:moveTo>
                  <a:lnTo>
                    <a:pt x="18364" y="1457363"/>
                  </a:lnTo>
                  <a:lnTo>
                    <a:pt x="20408" y="1481137"/>
                  </a:lnTo>
                  <a:lnTo>
                    <a:pt x="29819" y="1481137"/>
                  </a:lnTo>
                  <a:lnTo>
                    <a:pt x="29819" y="1457363"/>
                  </a:lnTo>
                  <a:close/>
                </a:path>
                <a:path w="808989" h="1532254">
                  <a:moveTo>
                    <a:pt x="55206" y="1256372"/>
                  </a:moveTo>
                  <a:lnTo>
                    <a:pt x="3657" y="1256372"/>
                  </a:lnTo>
                  <a:lnTo>
                    <a:pt x="4864" y="1276540"/>
                  </a:lnTo>
                  <a:lnTo>
                    <a:pt x="5105" y="1280147"/>
                  </a:lnTo>
                  <a:lnTo>
                    <a:pt x="55206" y="1280147"/>
                  </a:lnTo>
                  <a:lnTo>
                    <a:pt x="55206" y="1256372"/>
                  </a:lnTo>
                  <a:close/>
                </a:path>
                <a:path w="808989" h="1532254">
                  <a:moveTo>
                    <a:pt x="60452" y="1521561"/>
                  </a:moveTo>
                  <a:lnTo>
                    <a:pt x="24117" y="1521561"/>
                  </a:lnTo>
                  <a:lnTo>
                    <a:pt x="25057" y="1531848"/>
                  </a:lnTo>
                  <a:lnTo>
                    <a:pt x="60452" y="1531848"/>
                  </a:lnTo>
                  <a:lnTo>
                    <a:pt x="60452" y="1521561"/>
                  </a:lnTo>
                  <a:close/>
                </a:path>
                <a:path w="808989" h="1532254">
                  <a:moveTo>
                    <a:pt x="79540" y="1402270"/>
                  </a:moveTo>
                  <a:lnTo>
                    <a:pt x="13843" y="1402270"/>
                  </a:lnTo>
                  <a:lnTo>
                    <a:pt x="15722" y="1426044"/>
                  </a:lnTo>
                  <a:lnTo>
                    <a:pt x="79540" y="1426044"/>
                  </a:lnTo>
                  <a:lnTo>
                    <a:pt x="79540" y="1402270"/>
                  </a:lnTo>
                  <a:close/>
                </a:path>
                <a:path w="808989" h="1532254">
                  <a:moveTo>
                    <a:pt x="118364" y="1220165"/>
                  </a:moveTo>
                  <a:lnTo>
                    <a:pt x="36995" y="1220165"/>
                  </a:lnTo>
                  <a:lnTo>
                    <a:pt x="36995" y="1243939"/>
                  </a:lnTo>
                  <a:lnTo>
                    <a:pt x="118364" y="1243939"/>
                  </a:lnTo>
                  <a:lnTo>
                    <a:pt x="118364" y="1220165"/>
                  </a:lnTo>
                  <a:close/>
                </a:path>
                <a:path w="808989" h="1532254">
                  <a:moveTo>
                    <a:pt x="123621" y="1485366"/>
                  </a:moveTo>
                  <a:lnTo>
                    <a:pt x="42252" y="1485366"/>
                  </a:lnTo>
                  <a:lnTo>
                    <a:pt x="42252" y="1509141"/>
                  </a:lnTo>
                  <a:lnTo>
                    <a:pt x="123621" y="1509141"/>
                  </a:lnTo>
                  <a:lnTo>
                    <a:pt x="123621" y="1485366"/>
                  </a:lnTo>
                  <a:close/>
                </a:path>
                <a:path w="808989" h="1532254">
                  <a:moveTo>
                    <a:pt x="130390" y="1368971"/>
                  </a:moveTo>
                  <a:lnTo>
                    <a:pt x="49034" y="1368971"/>
                  </a:lnTo>
                  <a:lnTo>
                    <a:pt x="49034" y="1392758"/>
                  </a:lnTo>
                  <a:lnTo>
                    <a:pt x="130390" y="1392758"/>
                  </a:lnTo>
                  <a:lnTo>
                    <a:pt x="130390" y="1368971"/>
                  </a:lnTo>
                  <a:close/>
                </a:path>
                <a:path w="808989" h="1532254">
                  <a:moveTo>
                    <a:pt x="148628" y="1301546"/>
                  </a:moveTo>
                  <a:lnTo>
                    <a:pt x="67271" y="1301546"/>
                  </a:lnTo>
                  <a:lnTo>
                    <a:pt x="67271" y="1325333"/>
                  </a:lnTo>
                  <a:lnTo>
                    <a:pt x="148628" y="1325333"/>
                  </a:lnTo>
                  <a:lnTo>
                    <a:pt x="148628" y="1301546"/>
                  </a:lnTo>
                  <a:close/>
                </a:path>
                <a:path w="808989" h="1532254">
                  <a:moveTo>
                    <a:pt x="161023" y="1433182"/>
                  </a:moveTo>
                  <a:lnTo>
                    <a:pt x="79667" y="1433182"/>
                  </a:lnTo>
                  <a:lnTo>
                    <a:pt x="79667" y="1456956"/>
                  </a:lnTo>
                  <a:lnTo>
                    <a:pt x="161023" y="1456956"/>
                  </a:lnTo>
                  <a:lnTo>
                    <a:pt x="161023" y="1433182"/>
                  </a:lnTo>
                  <a:close/>
                </a:path>
                <a:path w="808989" h="1532254">
                  <a:moveTo>
                    <a:pt x="199478" y="1268247"/>
                  </a:moveTo>
                  <a:lnTo>
                    <a:pt x="118122" y="1268247"/>
                  </a:lnTo>
                  <a:lnTo>
                    <a:pt x="118122" y="1292034"/>
                  </a:lnTo>
                  <a:lnTo>
                    <a:pt x="199478" y="1292034"/>
                  </a:lnTo>
                  <a:lnTo>
                    <a:pt x="199478" y="1268247"/>
                  </a:lnTo>
                  <a:close/>
                </a:path>
                <a:path w="808989" h="1532254">
                  <a:moveTo>
                    <a:pt x="224193" y="1396987"/>
                  </a:moveTo>
                  <a:lnTo>
                    <a:pt x="142836" y="1396987"/>
                  </a:lnTo>
                  <a:lnTo>
                    <a:pt x="142836" y="1420761"/>
                  </a:lnTo>
                  <a:lnTo>
                    <a:pt x="224193" y="1420761"/>
                  </a:lnTo>
                  <a:lnTo>
                    <a:pt x="224193" y="1396987"/>
                  </a:lnTo>
                  <a:close/>
                </a:path>
                <a:path w="808989" h="1532254">
                  <a:moveTo>
                    <a:pt x="230111" y="1332458"/>
                  </a:moveTo>
                  <a:lnTo>
                    <a:pt x="148755" y="1332458"/>
                  </a:lnTo>
                  <a:lnTo>
                    <a:pt x="148755" y="1356245"/>
                  </a:lnTo>
                  <a:lnTo>
                    <a:pt x="230111" y="1356245"/>
                  </a:lnTo>
                  <a:lnTo>
                    <a:pt x="230111" y="1332458"/>
                  </a:lnTo>
                  <a:close/>
                </a:path>
                <a:path w="808989" h="1532254">
                  <a:moveTo>
                    <a:pt x="231127" y="1503235"/>
                  </a:moveTo>
                  <a:lnTo>
                    <a:pt x="149758" y="1503235"/>
                  </a:lnTo>
                  <a:lnTo>
                    <a:pt x="149758" y="1527022"/>
                  </a:lnTo>
                  <a:lnTo>
                    <a:pt x="231127" y="1527022"/>
                  </a:lnTo>
                  <a:lnTo>
                    <a:pt x="231127" y="1503235"/>
                  </a:lnTo>
                  <a:close/>
                </a:path>
                <a:path w="808989" h="1532254">
                  <a:moveTo>
                    <a:pt x="293293" y="1296263"/>
                  </a:moveTo>
                  <a:lnTo>
                    <a:pt x="211924" y="1296263"/>
                  </a:lnTo>
                  <a:lnTo>
                    <a:pt x="211924" y="1320038"/>
                  </a:lnTo>
                  <a:lnTo>
                    <a:pt x="293293" y="1320038"/>
                  </a:lnTo>
                  <a:lnTo>
                    <a:pt x="293293" y="1296263"/>
                  </a:lnTo>
                  <a:close/>
                </a:path>
                <a:path w="808989" h="1532254">
                  <a:moveTo>
                    <a:pt x="302958" y="1446657"/>
                  </a:moveTo>
                  <a:lnTo>
                    <a:pt x="221589" y="1446657"/>
                  </a:lnTo>
                  <a:lnTo>
                    <a:pt x="221589" y="1470431"/>
                  </a:lnTo>
                  <a:lnTo>
                    <a:pt x="302958" y="1470431"/>
                  </a:lnTo>
                  <a:lnTo>
                    <a:pt x="302958" y="1446657"/>
                  </a:lnTo>
                  <a:close/>
                </a:path>
                <a:path w="808989" h="1532254">
                  <a:moveTo>
                    <a:pt x="324916" y="1531251"/>
                  </a:moveTo>
                  <a:lnTo>
                    <a:pt x="243560" y="1531251"/>
                  </a:lnTo>
                  <a:lnTo>
                    <a:pt x="243560" y="1531848"/>
                  </a:lnTo>
                  <a:lnTo>
                    <a:pt x="324916" y="1531848"/>
                  </a:lnTo>
                  <a:lnTo>
                    <a:pt x="324916" y="1531251"/>
                  </a:lnTo>
                  <a:close/>
                </a:path>
                <a:path w="808989" h="1532254">
                  <a:moveTo>
                    <a:pt x="353796" y="1413357"/>
                  </a:moveTo>
                  <a:lnTo>
                    <a:pt x="272440" y="1413357"/>
                  </a:lnTo>
                  <a:lnTo>
                    <a:pt x="272440" y="1437132"/>
                  </a:lnTo>
                  <a:lnTo>
                    <a:pt x="353796" y="1437132"/>
                  </a:lnTo>
                  <a:lnTo>
                    <a:pt x="353796" y="1413357"/>
                  </a:lnTo>
                  <a:close/>
                </a:path>
                <a:path w="808989" h="1532254">
                  <a:moveTo>
                    <a:pt x="363867" y="596455"/>
                  </a:moveTo>
                  <a:lnTo>
                    <a:pt x="349592" y="596455"/>
                  </a:lnTo>
                  <a:lnTo>
                    <a:pt x="349592" y="620229"/>
                  </a:lnTo>
                  <a:lnTo>
                    <a:pt x="363867" y="620229"/>
                  </a:lnTo>
                  <a:lnTo>
                    <a:pt x="363867" y="596455"/>
                  </a:lnTo>
                  <a:close/>
                </a:path>
                <a:path w="808989" h="1532254">
                  <a:moveTo>
                    <a:pt x="366522" y="1333957"/>
                  </a:moveTo>
                  <a:lnTo>
                    <a:pt x="285165" y="1333957"/>
                  </a:lnTo>
                  <a:lnTo>
                    <a:pt x="285165" y="1357731"/>
                  </a:lnTo>
                  <a:lnTo>
                    <a:pt x="366522" y="1357731"/>
                  </a:lnTo>
                  <a:lnTo>
                    <a:pt x="366522" y="1333957"/>
                  </a:lnTo>
                  <a:close/>
                </a:path>
                <a:path w="808989" h="1532254">
                  <a:moveTo>
                    <a:pt x="384441" y="1477568"/>
                  </a:moveTo>
                  <a:lnTo>
                    <a:pt x="303072" y="1477568"/>
                  </a:lnTo>
                  <a:lnTo>
                    <a:pt x="303072" y="1501343"/>
                  </a:lnTo>
                  <a:lnTo>
                    <a:pt x="384441" y="1501343"/>
                  </a:lnTo>
                  <a:lnTo>
                    <a:pt x="384441" y="1477568"/>
                  </a:lnTo>
                  <a:close/>
                </a:path>
                <a:path w="808989" h="1532254">
                  <a:moveTo>
                    <a:pt x="417372" y="1300670"/>
                  </a:moveTo>
                  <a:lnTo>
                    <a:pt x="336003" y="1300670"/>
                  </a:lnTo>
                  <a:lnTo>
                    <a:pt x="336003" y="1324444"/>
                  </a:lnTo>
                  <a:lnTo>
                    <a:pt x="417372" y="1324444"/>
                  </a:lnTo>
                  <a:lnTo>
                    <a:pt x="417372" y="1300670"/>
                  </a:lnTo>
                  <a:close/>
                </a:path>
                <a:path w="808989" h="1532254">
                  <a:moveTo>
                    <a:pt x="447611" y="1441373"/>
                  </a:moveTo>
                  <a:lnTo>
                    <a:pt x="366255" y="1441373"/>
                  </a:lnTo>
                  <a:lnTo>
                    <a:pt x="366255" y="1465148"/>
                  </a:lnTo>
                  <a:lnTo>
                    <a:pt x="447611" y="1465148"/>
                  </a:lnTo>
                  <a:lnTo>
                    <a:pt x="447611" y="1441373"/>
                  </a:lnTo>
                  <a:close/>
                </a:path>
                <a:path w="808989" h="1532254">
                  <a:moveTo>
                    <a:pt x="447992" y="1364881"/>
                  </a:moveTo>
                  <a:lnTo>
                    <a:pt x="366636" y="1364881"/>
                  </a:lnTo>
                  <a:lnTo>
                    <a:pt x="366636" y="1388656"/>
                  </a:lnTo>
                  <a:lnTo>
                    <a:pt x="447992" y="1388656"/>
                  </a:lnTo>
                  <a:lnTo>
                    <a:pt x="447992" y="1364881"/>
                  </a:lnTo>
                  <a:close/>
                </a:path>
                <a:path w="808989" h="1532254">
                  <a:moveTo>
                    <a:pt x="449160" y="71551"/>
                  </a:moveTo>
                  <a:lnTo>
                    <a:pt x="367804" y="71551"/>
                  </a:lnTo>
                  <a:lnTo>
                    <a:pt x="367804" y="95326"/>
                  </a:lnTo>
                  <a:lnTo>
                    <a:pt x="449160" y="95326"/>
                  </a:lnTo>
                  <a:lnTo>
                    <a:pt x="449160" y="71551"/>
                  </a:lnTo>
                  <a:close/>
                </a:path>
                <a:path w="808989" h="1532254">
                  <a:moveTo>
                    <a:pt x="499999" y="38252"/>
                  </a:moveTo>
                  <a:lnTo>
                    <a:pt x="418642" y="38252"/>
                  </a:lnTo>
                  <a:lnTo>
                    <a:pt x="418642" y="62026"/>
                  </a:lnTo>
                  <a:lnTo>
                    <a:pt x="499999" y="62026"/>
                  </a:lnTo>
                  <a:lnTo>
                    <a:pt x="499999" y="38252"/>
                  </a:lnTo>
                  <a:close/>
                </a:path>
                <a:path w="808989" h="1532254">
                  <a:moveTo>
                    <a:pt x="511162" y="1328686"/>
                  </a:moveTo>
                  <a:lnTo>
                    <a:pt x="429806" y="1328686"/>
                  </a:lnTo>
                  <a:lnTo>
                    <a:pt x="429806" y="1352461"/>
                  </a:lnTo>
                  <a:lnTo>
                    <a:pt x="511162" y="1352461"/>
                  </a:lnTo>
                  <a:lnTo>
                    <a:pt x="511162" y="1328686"/>
                  </a:lnTo>
                  <a:close/>
                </a:path>
                <a:path w="808989" h="1532254">
                  <a:moveTo>
                    <a:pt x="530631" y="102450"/>
                  </a:moveTo>
                  <a:lnTo>
                    <a:pt x="449275" y="102450"/>
                  </a:lnTo>
                  <a:lnTo>
                    <a:pt x="449275" y="126238"/>
                  </a:lnTo>
                  <a:lnTo>
                    <a:pt x="530631" y="126238"/>
                  </a:lnTo>
                  <a:lnTo>
                    <a:pt x="530631" y="102450"/>
                  </a:lnTo>
                  <a:close/>
                </a:path>
                <a:path w="808989" h="1532254">
                  <a:moveTo>
                    <a:pt x="531368" y="483844"/>
                  </a:moveTo>
                  <a:lnTo>
                    <a:pt x="450011" y="483844"/>
                  </a:lnTo>
                  <a:lnTo>
                    <a:pt x="450011" y="507631"/>
                  </a:lnTo>
                  <a:lnTo>
                    <a:pt x="531368" y="507631"/>
                  </a:lnTo>
                  <a:lnTo>
                    <a:pt x="531368" y="483844"/>
                  </a:lnTo>
                  <a:close/>
                </a:path>
                <a:path w="808989" h="1532254">
                  <a:moveTo>
                    <a:pt x="536625" y="749046"/>
                  </a:moveTo>
                  <a:lnTo>
                    <a:pt x="455256" y="749046"/>
                  </a:lnTo>
                  <a:lnTo>
                    <a:pt x="455256" y="772820"/>
                  </a:lnTo>
                  <a:lnTo>
                    <a:pt x="536625" y="772820"/>
                  </a:lnTo>
                  <a:lnTo>
                    <a:pt x="536625" y="749046"/>
                  </a:lnTo>
                  <a:close/>
                </a:path>
                <a:path w="808989" h="1532254">
                  <a:moveTo>
                    <a:pt x="554824" y="224142"/>
                  </a:moveTo>
                  <a:lnTo>
                    <a:pt x="473468" y="224142"/>
                  </a:lnTo>
                  <a:lnTo>
                    <a:pt x="473468" y="247916"/>
                  </a:lnTo>
                  <a:lnTo>
                    <a:pt x="554824" y="247916"/>
                  </a:lnTo>
                  <a:lnTo>
                    <a:pt x="554824" y="224142"/>
                  </a:lnTo>
                  <a:close/>
                </a:path>
                <a:path w="808989" h="1532254">
                  <a:moveTo>
                    <a:pt x="582206" y="450545"/>
                  </a:moveTo>
                  <a:lnTo>
                    <a:pt x="500849" y="450545"/>
                  </a:lnTo>
                  <a:lnTo>
                    <a:pt x="500849" y="474332"/>
                  </a:lnTo>
                  <a:lnTo>
                    <a:pt x="582206" y="474332"/>
                  </a:lnTo>
                  <a:lnTo>
                    <a:pt x="582206" y="450545"/>
                  </a:lnTo>
                  <a:close/>
                </a:path>
                <a:path w="808989" h="1532254">
                  <a:moveTo>
                    <a:pt x="587463" y="733107"/>
                  </a:moveTo>
                  <a:lnTo>
                    <a:pt x="506107" y="733107"/>
                  </a:lnTo>
                  <a:lnTo>
                    <a:pt x="506107" y="739533"/>
                  </a:lnTo>
                  <a:lnTo>
                    <a:pt x="587463" y="739533"/>
                  </a:lnTo>
                  <a:lnTo>
                    <a:pt x="587463" y="733107"/>
                  </a:lnTo>
                  <a:close/>
                </a:path>
                <a:path w="808989" h="1532254">
                  <a:moveTo>
                    <a:pt x="593801" y="66255"/>
                  </a:moveTo>
                  <a:lnTo>
                    <a:pt x="512445" y="66255"/>
                  </a:lnTo>
                  <a:lnTo>
                    <a:pt x="512445" y="90043"/>
                  </a:lnTo>
                  <a:lnTo>
                    <a:pt x="593801" y="90043"/>
                  </a:lnTo>
                  <a:lnTo>
                    <a:pt x="593801" y="66255"/>
                  </a:lnTo>
                  <a:close/>
                </a:path>
                <a:path w="808989" h="1532254">
                  <a:moveTo>
                    <a:pt x="605663" y="190842"/>
                  </a:moveTo>
                  <a:lnTo>
                    <a:pt x="524306" y="190842"/>
                  </a:lnTo>
                  <a:lnTo>
                    <a:pt x="524306" y="214617"/>
                  </a:lnTo>
                  <a:lnTo>
                    <a:pt x="605663" y="214617"/>
                  </a:lnTo>
                  <a:lnTo>
                    <a:pt x="605663" y="190842"/>
                  </a:lnTo>
                  <a:close/>
                </a:path>
                <a:path w="808989" h="1532254">
                  <a:moveTo>
                    <a:pt x="612838" y="514756"/>
                  </a:moveTo>
                  <a:lnTo>
                    <a:pt x="531482" y="514756"/>
                  </a:lnTo>
                  <a:lnTo>
                    <a:pt x="531482" y="538530"/>
                  </a:lnTo>
                  <a:lnTo>
                    <a:pt x="612838" y="538530"/>
                  </a:lnTo>
                  <a:lnTo>
                    <a:pt x="612838" y="514756"/>
                  </a:lnTo>
                  <a:close/>
                </a:path>
                <a:path w="808989" h="1532254">
                  <a:moveTo>
                    <a:pt x="618096" y="779970"/>
                  </a:moveTo>
                  <a:lnTo>
                    <a:pt x="536740" y="779970"/>
                  </a:lnTo>
                  <a:lnTo>
                    <a:pt x="536740" y="803744"/>
                  </a:lnTo>
                  <a:lnTo>
                    <a:pt x="618096" y="803744"/>
                  </a:lnTo>
                  <a:lnTo>
                    <a:pt x="618096" y="779970"/>
                  </a:lnTo>
                  <a:close/>
                </a:path>
                <a:path w="808989" h="1532254">
                  <a:moveTo>
                    <a:pt x="624916" y="368947"/>
                  </a:moveTo>
                  <a:lnTo>
                    <a:pt x="543560" y="368947"/>
                  </a:lnTo>
                  <a:lnTo>
                    <a:pt x="543560" y="392734"/>
                  </a:lnTo>
                  <a:lnTo>
                    <a:pt x="624916" y="392734"/>
                  </a:lnTo>
                  <a:lnTo>
                    <a:pt x="624916" y="368947"/>
                  </a:lnTo>
                  <a:close/>
                </a:path>
                <a:path w="808989" h="1532254">
                  <a:moveTo>
                    <a:pt x="631050" y="0"/>
                  </a:moveTo>
                  <a:lnTo>
                    <a:pt x="549694" y="0"/>
                  </a:lnTo>
                  <a:lnTo>
                    <a:pt x="549694" y="13627"/>
                  </a:lnTo>
                  <a:lnTo>
                    <a:pt x="631050" y="13627"/>
                  </a:lnTo>
                  <a:lnTo>
                    <a:pt x="631050" y="0"/>
                  </a:lnTo>
                  <a:close/>
                </a:path>
                <a:path w="808989" h="1532254">
                  <a:moveTo>
                    <a:pt x="636308" y="255054"/>
                  </a:moveTo>
                  <a:lnTo>
                    <a:pt x="554939" y="255054"/>
                  </a:lnTo>
                  <a:lnTo>
                    <a:pt x="554939" y="278828"/>
                  </a:lnTo>
                  <a:lnTo>
                    <a:pt x="636308" y="278828"/>
                  </a:lnTo>
                  <a:lnTo>
                    <a:pt x="636308" y="255054"/>
                  </a:lnTo>
                  <a:close/>
                </a:path>
                <a:path w="808989" h="1532254">
                  <a:moveTo>
                    <a:pt x="637197" y="660654"/>
                  </a:moveTo>
                  <a:lnTo>
                    <a:pt x="602475" y="660654"/>
                  </a:lnTo>
                  <a:lnTo>
                    <a:pt x="602475" y="684441"/>
                  </a:lnTo>
                  <a:lnTo>
                    <a:pt x="637197" y="684441"/>
                  </a:lnTo>
                  <a:lnTo>
                    <a:pt x="637197" y="660654"/>
                  </a:lnTo>
                  <a:close/>
                </a:path>
                <a:path w="808989" h="1532254">
                  <a:moveTo>
                    <a:pt x="655408" y="135750"/>
                  </a:moveTo>
                  <a:lnTo>
                    <a:pt x="574040" y="135750"/>
                  </a:lnTo>
                  <a:lnTo>
                    <a:pt x="574040" y="159537"/>
                  </a:lnTo>
                  <a:lnTo>
                    <a:pt x="655408" y="159537"/>
                  </a:lnTo>
                  <a:lnTo>
                    <a:pt x="655408" y="135750"/>
                  </a:lnTo>
                  <a:close/>
                </a:path>
                <a:path w="808989" h="1532254">
                  <a:moveTo>
                    <a:pt x="675767" y="335661"/>
                  </a:moveTo>
                  <a:lnTo>
                    <a:pt x="594410" y="335661"/>
                  </a:lnTo>
                  <a:lnTo>
                    <a:pt x="594410" y="359448"/>
                  </a:lnTo>
                  <a:lnTo>
                    <a:pt x="675767" y="359448"/>
                  </a:lnTo>
                  <a:lnTo>
                    <a:pt x="675767" y="335661"/>
                  </a:lnTo>
                  <a:close/>
                </a:path>
                <a:path w="808989" h="1532254">
                  <a:moveTo>
                    <a:pt x="676008" y="478561"/>
                  </a:moveTo>
                  <a:lnTo>
                    <a:pt x="594652" y="478561"/>
                  </a:lnTo>
                  <a:lnTo>
                    <a:pt x="594652" y="502335"/>
                  </a:lnTo>
                  <a:lnTo>
                    <a:pt x="676008" y="502335"/>
                  </a:lnTo>
                  <a:lnTo>
                    <a:pt x="676008" y="478561"/>
                  </a:lnTo>
                  <a:close/>
                </a:path>
                <a:path w="808989" h="1532254">
                  <a:moveTo>
                    <a:pt x="681266" y="743762"/>
                  </a:moveTo>
                  <a:lnTo>
                    <a:pt x="599909" y="743762"/>
                  </a:lnTo>
                  <a:lnTo>
                    <a:pt x="599909" y="767549"/>
                  </a:lnTo>
                  <a:lnTo>
                    <a:pt x="681266" y="767549"/>
                  </a:lnTo>
                  <a:lnTo>
                    <a:pt x="681266" y="743762"/>
                  </a:lnTo>
                  <a:close/>
                </a:path>
                <a:path w="808989" h="1532254">
                  <a:moveTo>
                    <a:pt x="688035" y="627367"/>
                  </a:moveTo>
                  <a:lnTo>
                    <a:pt x="606679" y="627367"/>
                  </a:lnTo>
                  <a:lnTo>
                    <a:pt x="606679" y="651154"/>
                  </a:lnTo>
                  <a:lnTo>
                    <a:pt x="688035" y="651154"/>
                  </a:lnTo>
                  <a:lnTo>
                    <a:pt x="688035" y="627367"/>
                  </a:lnTo>
                  <a:close/>
                </a:path>
                <a:path w="808989" h="1532254">
                  <a:moveTo>
                    <a:pt x="699477" y="218846"/>
                  </a:moveTo>
                  <a:lnTo>
                    <a:pt x="618121" y="218846"/>
                  </a:lnTo>
                  <a:lnTo>
                    <a:pt x="618121" y="242633"/>
                  </a:lnTo>
                  <a:lnTo>
                    <a:pt x="699477" y="242633"/>
                  </a:lnTo>
                  <a:lnTo>
                    <a:pt x="699477" y="218846"/>
                  </a:lnTo>
                  <a:close/>
                </a:path>
                <a:path w="808989" h="1532254">
                  <a:moveTo>
                    <a:pt x="706247" y="102450"/>
                  </a:moveTo>
                  <a:lnTo>
                    <a:pt x="624890" y="102450"/>
                  </a:lnTo>
                  <a:lnTo>
                    <a:pt x="624890" y="126238"/>
                  </a:lnTo>
                  <a:lnTo>
                    <a:pt x="706247" y="126238"/>
                  </a:lnTo>
                  <a:lnTo>
                    <a:pt x="706247" y="102450"/>
                  </a:lnTo>
                  <a:close/>
                </a:path>
                <a:path w="808989" h="1532254">
                  <a:moveTo>
                    <a:pt x="706285" y="559943"/>
                  </a:moveTo>
                  <a:lnTo>
                    <a:pt x="624916" y="559943"/>
                  </a:lnTo>
                  <a:lnTo>
                    <a:pt x="624916" y="583717"/>
                  </a:lnTo>
                  <a:lnTo>
                    <a:pt x="706285" y="583717"/>
                  </a:lnTo>
                  <a:lnTo>
                    <a:pt x="706285" y="559943"/>
                  </a:lnTo>
                  <a:close/>
                </a:path>
                <a:path w="808989" h="1532254">
                  <a:moveTo>
                    <a:pt x="706399" y="399872"/>
                  </a:moveTo>
                  <a:lnTo>
                    <a:pt x="625043" y="399872"/>
                  </a:lnTo>
                  <a:lnTo>
                    <a:pt x="625043" y="423646"/>
                  </a:lnTo>
                  <a:lnTo>
                    <a:pt x="706399" y="423646"/>
                  </a:lnTo>
                  <a:lnTo>
                    <a:pt x="706399" y="399872"/>
                  </a:lnTo>
                  <a:close/>
                </a:path>
                <a:path w="808989" h="1532254">
                  <a:moveTo>
                    <a:pt x="718667" y="691578"/>
                  </a:moveTo>
                  <a:lnTo>
                    <a:pt x="637311" y="691578"/>
                  </a:lnTo>
                  <a:lnTo>
                    <a:pt x="637311" y="715352"/>
                  </a:lnTo>
                  <a:lnTo>
                    <a:pt x="718667" y="715352"/>
                  </a:lnTo>
                  <a:lnTo>
                    <a:pt x="718667" y="691578"/>
                  </a:lnTo>
                  <a:close/>
                </a:path>
                <a:path w="808989" h="1532254">
                  <a:moveTo>
                    <a:pt x="724484" y="35039"/>
                  </a:moveTo>
                  <a:lnTo>
                    <a:pt x="643128" y="35039"/>
                  </a:lnTo>
                  <a:lnTo>
                    <a:pt x="643128" y="58813"/>
                  </a:lnTo>
                  <a:lnTo>
                    <a:pt x="724484" y="58813"/>
                  </a:lnTo>
                  <a:lnTo>
                    <a:pt x="724484" y="35039"/>
                  </a:lnTo>
                  <a:close/>
                </a:path>
                <a:path w="808989" h="1532254">
                  <a:moveTo>
                    <a:pt x="736879" y="166662"/>
                  </a:moveTo>
                  <a:lnTo>
                    <a:pt x="655523" y="166662"/>
                  </a:lnTo>
                  <a:lnTo>
                    <a:pt x="655523" y="190449"/>
                  </a:lnTo>
                  <a:lnTo>
                    <a:pt x="736879" y="190449"/>
                  </a:lnTo>
                  <a:lnTo>
                    <a:pt x="736879" y="166662"/>
                  </a:lnTo>
                  <a:close/>
                </a:path>
                <a:path w="808989" h="1532254">
                  <a:moveTo>
                    <a:pt x="737920" y="794931"/>
                  </a:moveTo>
                  <a:lnTo>
                    <a:pt x="656564" y="794931"/>
                  </a:lnTo>
                  <a:lnTo>
                    <a:pt x="656564" y="818705"/>
                  </a:lnTo>
                  <a:lnTo>
                    <a:pt x="737920" y="818705"/>
                  </a:lnTo>
                  <a:lnTo>
                    <a:pt x="737920" y="794931"/>
                  </a:lnTo>
                  <a:close/>
                </a:path>
                <a:path w="808989" h="1532254">
                  <a:moveTo>
                    <a:pt x="756132" y="270027"/>
                  </a:moveTo>
                  <a:lnTo>
                    <a:pt x="674776" y="270027"/>
                  </a:lnTo>
                  <a:lnTo>
                    <a:pt x="674776" y="293801"/>
                  </a:lnTo>
                  <a:lnTo>
                    <a:pt x="756132" y="293801"/>
                  </a:lnTo>
                  <a:lnTo>
                    <a:pt x="756132" y="270027"/>
                  </a:lnTo>
                  <a:close/>
                </a:path>
                <a:path w="808989" h="1532254">
                  <a:moveTo>
                    <a:pt x="757123" y="526656"/>
                  </a:moveTo>
                  <a:lnTo>
                    <a:pt x="675767" y="526656"/>
                  </a:lnTo>
                  <a:lnTo>
                    <a:pt x="675767" y="550430"/>
                  </a:lnTo>
                  <a:lnTo>
                    <a:pt x="757123" y="550430"/>
                  </a:lnTo>
                  <a:lnTo>
                    <a:pt x="757123" y="526656"/>
                  </a:lnTo>
                  <a:close/>
                </a:path>
                <a:path w="808989" h="1532254">
                  <a:moveTo>
                    <a:pt x="769569" y="363664"/>
                  </a:moveTo>
                  <a:lnTo>
                    <a:pt x="688213" y="363664"/>
                  </a:lnTo>
                  <a:lnTo>
                    <a:pt x="688213" y="387438"/>
                  </a:lnTo>
                  <a:lnTo>
                    <a:pt x="769569" y="387438"/>
                  </a:lnTo>
                  <a:lnTo>
                    <a:pt x="769569" y="363664"/>
                  </a:lnTo>
                  <a:close/>
                </a:path>
                <a:path w="808989" h="1532254">
                  <a:moveTo>
                    <a:pt x="774801" y="25514"/>
                  </a:moveTo>
                  <a:lnTo>
                    <a:pt x="772617" y="1739"/>
                  </a:lnTo>
                  <a:lnTo>
                    <a:pt x="693978" y="1739"/>
                  </a:lnTo>
                  <a:lnTo>
                    <a:pt x="693978" y="25514"/>
                  </a:lnTo>
                  <a:lnTo>
                    <a:pt x="774801" y="25514"/>
                  </a:lnTo>
                  <a:close/>
                </a:path>
                <a:path w="808989" h="1532254">
                  <a:moveTo>
                    <a:pt x="780440" y="89725"/>
                  </a:moveTo>
                  <a:lnTo>
                    <a:pt x="778408" y="65938"/>
                  </a:lnTo>
                  <a:lnTo>
                    <a:pt x="724611" y="65938"/>
                  </a:lnTo>
                  <a:lnTo>
                    <a:pt x="724611" y="89725"/>
                  </a:lnTo>
                  <a:lnTo>
                    <a:pt x="780440" y="89725"/>
                  </a:lnTo>
                  <a:close/>
                </a:path>
                <a:path w="808989" h="1532254">
                  <a:moveTo>
                    <a:pt x="781837" y="655383"/>
                  </a:moveTo>
                  <a:lnTo>
                    <a:pt x="700481" y="655383"/>
                  </a:lnTo>
                  <a:lnTo>
                    <a:pt x="700481" y="679157"/>
                  </a:lnTo>
                  <a:lnTo>
                    <a:pt x="781837" y="679157"/>
                  </a:lnTo>
                  <a:lnTo>
                    <a:pt x="781837" y="655383"/>
                  </a:lnTo>
                  <a:close/>
                </a:path>
                <a:path w="808989" h="1532254">
                  <a:moveTo>
                    <a:pt x="785622" y="154241"/>
                  </a:moveTo>
                  <a:lnTo>
                    <a:pt x="783742" y="130467"/>
                  </a:lnTo>
                  <a:lnTo>
                    <a:pt x="718693" y="130467"/>
                  </a:lnTo>
                  <a:lnTo>
                    <a:pt x="718693" y="154241"/>
                  </a:lnTo>
                  <a:lnTo>
                    <a:pt x="785622" y="154241"/>
                  </a:lnTo>
                  <a:close/>
                </a:path>
                <a:path w="808989" h="1532254">
                  <a:moveTo>
                    <a:pt x="787768" y="590854"/>
                  </a:moveTo>
                  <a:lnTo>
                    <a:pt x="706412" y="590854"/>
                  </a:lnTo>
                  <a:lnTo>
                    <a:pt x="706412" y="614641"/>
                  </a:lnTo>
                  <a:lnTo>
                    <a:pt x="787768" y="614641"/>
                  </a:lnTo>
                  <a:lnTo>
                    <a:pt x="787768" y="590854"/>
                  </a:lnTo>
                  <a:close/>
                </a:path>
                <a:path w="808989" h="1532254">
                  <a:moveTo>
                    <a:pt x="788771" y="761644"/>
                  </a:moveTo>
                  <a:lnTo>
                    <a:pt x="707415" y="761644"/>
                  </a:lnTo>
                  <a:lnTo>
                    <a:pt x="707415" y="785418"/>
                  </a:lnTo>
                  <a:lnTo>
                    <a:pt x="788771" y="785418"/>
                  </a:lnTo>
                  <a:lnTo>
                    <a:pt x="788771" y="761644"/>
                  </a:lnTo>
                  <a:close/>
                </a:path>
                <a:path w="808989" h="1532254">
                  <a:moveTo>
                    <a:pt x="792962" y="260502"/>
                  </a:moveTo>
                  <a:lnTo>
                    <a:pt x="792657" y="255308"/>
                  </a:lnTo>
                  <a:lnTo>
                    <a:pt x="791413" y="236728"/>
                  </a:lnTo>
                  <a:lnTo>
                    <a:pt x="725614" y="236728"/>
                  </a:lnTo>
                  <a:lnTo>
                    <a:pt x="725614" y="260502"/>
                  </a:lnTo>
                  <a:lnTo>
                    <a:pt x="792962" y="260502"/>
                  </a:lnTo>
                  <a:close/>
                </a:path>
                <a:path w="808989" h="1532254">
                  <a:moveTo>
                    <a:pt x="796709" y="324713"/>
                  </a:moveTo>
                  <a:lnTo>
                    <a:pt x="795718" y="306374"/>
                  </a:lnTo>
                  <a:lnTo>
                    <a:pt x="795401" y="300926"/>
                  </a:lnTo>
                  <a:lnTo>
                    <a:pt x="756246" y="300926"/>
                  </a:lnTo>
                  <a:lnTo>
                    <a:pt x="756246" y="324713"/>
                  </a:lnTo>
                  <a:lnTo>
                    <a:pt x="796709" y="324713"/>
                  </a:lnTo>
                  <a:close/>
                </a:path>
                <a:path w="808989" h="1532254">
                  <a:moveTo>
                    <a:pt x="802424" y="445643"/>
                  </a:moveTo>
                  <a:lnTo>
                    <a:pt x="801446" y="421855"/>
                  </a:lnTo>
                  <a:lnTo>
                    <a:pt x="778167" y="421855"/>
                  </a:lnTo>
                  <a:lnTo>
                    <a:pt x="778167" y="445643"/>
                  </a:lnTo>
                  <a:lnTo>
                    <a:pt x="802424" y="445643"/>
                  </a:lnTo>
                  <a:close/>
                </a:path>
                <a:path w="808989" h="1532254">
                  <a:moveTo>
                    <a:pt x="803668" y="478942"/>
                  </a:moveTo>
                  <a:lnTo>
                    <a:pt x="802995" y="459562"/>
                  </a:lnTo>
                  <a:lnTo>
                    <a:pt x="802817" y="455155"/>
                  </a:lnTo>
                  <a:lnTo>
                    <a:pt x="727316" y="455155"/>
                  </a:lnTo>
                  <a:lnTo>
                    <a:pt x="727316" y="478942"/>
                  </a:lnTo>
                  <a:lnTo>
                    <a:pt x="803668" y="478942"/>
                  </a:lnTo>
                  <a:close/>
                </a:path>
                <a:path w="808989" h="1532254">
                  <a:moveTo>
                    <a:pt x="806589" y="578446"/>
                  </a:moveTo>
                  <a:lnTo>
                    <a:pt x="806221" y="561682"/>
                  </a:lnTo>
                  <a:lnTo>
                    <a:pt x="806018" y="554659"/>
                  </a:lnTo>
                  <a:lnTo>
                    <a:pt x="769569" y="554659"/>
                  </a:lnTo>
                  <a:lnTo>
                    <a:pt x="769569" y="578446"/>
                  </a:lnTo>
                  <a:lnTo>
                    <a:pt x="806589" y="578446"/>
                  </a:lnTo>
                  <a:close/>
                </a:path>
                <a:path w="808989" h="1532254">
                  <a:moveTo>
                    <a:pt x="808558" y="825842"/>
                  </a:moveTo>
                  <a:lnTo>
                    <a:pt x="738047" y="825842"/>
                  </a:lnTo>
                  <a:lnTo>
                    <a:pt x="738047" y="849630"/>
                  </a:lnTo>
                  <a:lnTo>
                    <a:pt x="808342" y="849630"/>
                  </a:lnTo>
                  <a:lnTo>
                    <a:pt x="808558" y="825842"/>
                  </a:lnTo>
                  <a:close/>
                </a:path>
                <a:path w="808989" h="1532254">
                  <a:moveTo>
                    <a:pt x="808697" y="728840"/>
                  </a:moveTo>
                  <a:lnTo>
                    <a:pt x="808647" y="714870"/>
                  </a:lnTo>
                  <a:lnTo>
                    <a:pt x="808558" y="705053"/>
                  </a:lnTo>
                  <a:lnTo>
                    <a:pt x="779246" y="705053"/>
                  </a:lnTo>
                  <a:lnTo>
                    <a:pt x="779246" y="728840"/>
                  </a:lnTo>
                  <a:lnTo>
                    <a:pt x="808697" y="728840"/>
                  </a:lnTo>
                  <a:close/>
                </a:path>
              </a:pathLst>
            </a:custGeom>
            <a:solidFill>
              <a:srgbClr val="B9E4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3434232" y="6851973"/>
              <a:ext cx="811530" cy="688340"/>
            </a:xfrm>
            <a:custGeom>
              <a:avLst/>
              <a:gdLst/>
              <a:ahLst/>
              <a:cxnLst/>
              <a:rect l="l" t="t" r="r" b="b"/>
              <a:pathLst>
                <a:path w="811529" h="688340">
                  <a:moveTo>
                    <a:pt x="59105" y="412318"/>
                  </a:moveTo>
                  <a:lnTo>
                    <a:pt x="7556" y="412318"/>
                  </a:lnTo>
                  <a:lnTo>
                    <a:pt x="8763" y="432485"/>
                  </a:lnTo>
                  <a:lnTo>
                    <a:pt x="9004" y="436092"/>
                  </a:lnTo>
                  <a:lnTo>
                    <a:pt x="59105" y="436092"/>
                  </a:lnTo>
                  <a:lnTo>
                    <a:pt x="59105" y="412318"/>
                  </a:lnTo>
                  <a:close/>
                </a:path>
                <a:path w="811529" h="688340">
                  <a:moveTo>
                    <a:pt x="71170" y="266496"/>
                  </a:moveTo>
                  <a:lnTo>
                    <a:pt x="0" y="266496"/>
                  </a:lnTo>
                  <a:lnTo>
                    <a:pt x="520" y="279298"/>
                  </a:lnTo>
                  <a:lnTo>
                    <a:pt x="1041" y="290271"/>
                  </a:lnTo>
                  <a:lnTo>
                    <a:pt x="71170" y="290271"/>
                  </a:lnTo>
                  <a:lnTo>
                    <a:pt x="71170" y="266496"/>
                  </a:lnTo>
                  <a:close/>
                </a:path>
                <a:path w="811529" h="688340">
                  <a:moveTo>
                    <a:pt x="122021" y="233210"/>
                  </a:moveTo>
                  <a:lnTo>
                    <a:pt x="40665" y="233210"/>
                  </a:lnTo>
                  <a:lnTo>
                    <a:pt x="40665" y="256984"/>
                  </a:lnTo>
                  <a:lnTo>
                    <a:pt x="122021" y="256984"/>
                  </a:lnTo>
                  <a:lnTo>
                    <a:pt x="122021" y="233210"/>
                  </a:lnTo>
                  <a:close/>
                </a:path>
                <a:path w="811529" h="688340">
                  <a:moveTo>
                    <a:pt x="152641" y="297421"/>
                  </a:moveTo>
                  <a:lnTo>
                    <a:pt x="71285" y="297421"/>
                  </a:lnTo>
                  <a:lnTo>
                    <a:pt x="71285" y="321195"/>
                  </a:lnTo>
                  <a:lnTo>
                    <a:pt x="152641" y="321195"/>
                  </a:lnTo>
                  <a:lnTo>
                    <a:pt x="152641" y="297421"/>
                  </a:lnTo>
                  <a:close/>
                </a:path>
                <a:path w="811529" h="688340">
                  <a:moveTo>
                    <a:pt x="215823" y="261213"/>
                  </a:moveTo>
                  <a:lnTo>
                    <a:pt x="134454" y="261213"/>
                  </a:lnTo>
                  <a:lnTo>
                    <a:pt x="134454" y="285000"/>
                  </a:lnTo>
                  <a:lnTo>
                    <a:pt x="215823" y="285000"/>
                  </a:lnTo>
                  <a:lnTo>
                    <a:pt x="215823" y="261213"/>
                  </a:lnTo>
                  <a:close/>
                </a:path>
                <a:path w="811529" h="688340">
                  <a:moveTo>
                    <a:pt x="254927" y="352704"/>
                  </a:moveTo>
                  <a:lnTo>
                    <a:pt x="173570" y="352704"/>
                  </a:lnTo>
                  <a:lnTo>
                    <a:pt x="173570" y="376478"/>
                  </a:lnTo>
                  <a:lnTo>
                    <a:pt x="254927" y="376478"/>
                  </a:lnTo>
                  <a:lnTo>
                    <a:pt x="254927" y="352704"/>
                  </a:lnTo>
                  <a:close/>
                </a:path>
                <a:path w="811529" h="688340">
                  <a:moveTo>
                    <a:pt x="305777" y="319417"/>
                  </a:moveTo>
                  <a:lnTo>
                    <a:pt x="224409" y="319417"/>
                  </a:lnTo>
                  <a:lnTo>
                    <a:pt x="224409" y="343192"/>
                  </a:lnTo>
                  <a:lnTo>
                    <a:pt x="305777" y="343192"/>
                  </a:lnTo>
                  <a:lnTo>
                    <a:pt x="305777" y="319417"/>
                  </a:lnTo>
                  <a:close/>
                </a:path>
                <a:path w="811529" h="688340">
                  <a:moveTo>
                    <a:pt x="336397" y="383628"/>
                  </a:moveTo>
                  <a:lnTo>
                    <a:pt x="255041" y="383628"/>
                  </a:lnTo>
                  <a:lnTo>
                    <a:pt x="255041" y="407403"/>
                  </a:lnTo>
                  <a:lnTo>
                    <a:pt x="336397" y="407403"/>
                  </a:lnTo>
                  <a:lnTo>
                    <a:pt x="336397" y="383628"/>
                  </a:lnTo>
                  <a:close/>
                </a:path>
                <a:path w="811529" h="688340">
                  <a:moveTo>
                    <a:pt x="390309" y="260794"/>
                  </a:moveTo>
                  <a:lnTo>
                    <a:pt x="308940" y="260794"/>
                  </a:lnTo>
                  <a:lnTo>
                    <a:pt x="308940" y="284581"/>
                  </a:lnTo>
                  <a:lnTo>
                    <a:pt x="390309" y="284581"/>
                  </a:lnTo>
                  <a:lnTo>
                    <a:pt x="390309" y="260794"/>
                  </a:lnTo>
                  <a:close/>
                </a:path>
                <a:path w="811529" h="688340">
                  <a:moveTo>
                    <a:pt x="399567" y="347421"/>
                  </a:moveTo>
                  <a:lnTo>
                    <a:pt x="318211" y="347421"/>
                  </a:lnTo>
                  <a:lnTo>
                    <a:pt x="318211" y="371208"/>
                  </a:lnTo>
                  <a:lnTo>
                    <a:pt x="399567" y="371208"/>
                  </a:lnTo>
                  <a:lnTo>
                    <a:pt x="399567" y="347421"/>
                  </a:lnTo>
                  <a:close/>
                </a:path>
                <a:path w="811529" h="688340">
                  <a:moveTo>
                    <a:pt x="441147" y="227507"/>
                  </a:moveTo>
                  <a:lnTo>
                    <a:pt x="359791" y="227507"/>
                  </a:lnTo>
                  <a:lnTo>
                    <a:pt x="359791" y="251282"/>
                  </a:lnTo>
                  <a:lnTo>
                    <a:pt x="441147" y="251282"/>
                  </a:lnTo>
                  <a:lnTo>
                    <a:pt x="441147" y="227507"/>
                  </a:lnTo>
                  <a:close/>
                </a:path>
                <a:path w="811529" h="688340">
                  <a:moveTo>
                    <a:pt x="471779" y="291706"/>
                  </a:moveTo>
                  <a:lnTo>
                    <a:pt x="390423" y="291706"/>
                  </a:lnTo>
                  <a:lnTo>
                    <a:pt x="390423" y="315493"/>
                  </a:lnTo>
                  <a:lnTo>
                    <a:pt x="471779" y="315493"/>
                  </a:lnTo>
                  <a:lnTo>
                    <a:pt x="471779" y="291706"/>
                  </a:lnTo>
                  <a:close/>
                </a:path>
                <a:path w="811529" h="688340">
                  <a:moveTo>
                    <a:pt x="472516" y="673100"/>
                  </a:moveTo>
                  <a:lnTo>
                    <a:pt x="391147" y="673100"/>
                  </a:lnTo>
                  <a:lnTo>
                    <a:pt x="391147" y="687793"/>
                  </a:lnTo>
                  <a:lnTo>
                    <a:pt x="472516" y="687793"/>
                  </a:lnTo>
                  <a:lnTo>
                    <a:pt x="472516" y="673100"/>
                  </a:lnTo>
                  <a:close/>
                </a:path>
                <a:path w="811529" h="688340">
                  <a:moveTo>
                    <a:pt x="490715" y="148183"/>
                  </a:moveTo>
                  <a:lnTo>
                    <a:pt x="409346" y="148183"/>
                  </a:lnTo>
                  <a:lnTo>
                    <a:pt x="409346" y="171970"/>
                  </a:lnTo>
                  <a:lnTo>
                    <a:pt x="490715" y="171970"/>
                  </a:lnTo>
                  <a:lnTo>
                    <a:pt x="490715" y="148183"/>
                  </a:lnTo>
                  <a:close/>
                </a:path>
                <a:path w="811529" h="688340">
                  <a:moveTo>
                    <a:pt x="495960" y="413397"/>
                  </a:moveTo>
                  <a:lnTo>
                    <a:pt x="414604" y="413397"/>
                  </a:lnTo>
                  <a:lnTo>
                    <a:pt x="414604" y="437172"/>
                  </a:lnTo>
                  <a:lnTo>
                    <a:pt x="495960" y="437172"/>
                  </a:lnTo>
                  <a:lnTo>
                    <a:pt x="495960" y="413397"/>
                  </a:lnTo>
                  <a:close/>
                </a:path>
                <a:path w="811529" h="688340">
                  <a:moveTo>
                    <a:pt x="523354" y="639813"/>
                  </a:moveTo>
                  <a:lnTo>
                    <a:pt x="441998" y="639813"/>
                  </a:lnTo>
                  <a:lnTo>
                    <a:pt x="441998" y="663600"/>
                  </a:lnTo>
                  <a:lnTo>
                    <a:pt x="523354" y="663600"/>
                  </a:lnTo>
                  <a:lnTo>
                    <a:pt x="523354" y="639813"/>
                  </a:lnTo>
                  <a:close/>
                </a:path>
                <a:path w="811529" h="688340">
                  <a:moveTo>
                    <a:pt x="534949" y="255511"/>
                  </a:moveTo>
                  <a:lnTo>
                    <a:pt x="453580" y="255511"/>
                  </a:lnTo>
                  <a:lnTo>
                    <a:pt x="453580" y="279285"/>
                  </a:lnTo>
                  <a:lnTo>
                    <a:pt x="534949" y="279285"/>
                  </a:lnTo>
                  <a:lnTo>
                    <a:pt x="534949" y="255511"/>
                  </a:lnTo>
                  <a:close/>
                </a:path>
                <a:path w="811529" h="688340">
                  <a:moveTo>
                    <a:pt x="541553" y="114896"/>
                  </a:moveTo>
                  <a:lnTo>
                    <a:pt x="460197" y="114896"/>
                  </a:lnTo>
                  <a:lnTo>
                    <a:pt x="460197" y="138684"/>
                  </a:lnTo>
                  <a:lnTo>
                    <a:pt x="541553" y="138684"/>
                  </a:lnTo>
                  <a:lnTo>
                    <a:pt x="541553" y="114896"/>
                  </a:lnTo>
                  <a:close/>
                </a:path>
                <a:path w="811529" h="688340">
                  <a:moveTo>
                    <a:pt x="546811" y="380098"/>
                  </a:moveTo>
                  <a:lnTo>
                    <a:pt x="465455" y="380098"/>
                  </a:lnTo>
                  <a:lnTo>
                    <a:pt x="465455" y="403872"/>
                  </a:lnTo>
                  <a:lnTo>
                    <a:pt x="546811" y="403872"/>
                  </a:lnTo>
                  <a:lnTo>
                    <a:pt x="546811" y="380098"/>
                  </a:lnTo>
                  <a:close/>
                </a:path>
                <a:path w="811529" h="688340">
                  <a:moveTo>
                    <a:pt x="566064" y="558215"/>
                  </a:moveTo>
                  <a:lnTo>
                    <a:pt x="484695" y="558215"/>
                  </a:lnTo>
                  <a:lnTo>
                    <a:pt x="484695" y="581990"/>
                  </a:lnTo>
                  <a:lnTo>
                    <a:pt x="566064" y="581990"/>
                  </a:lnTo>
                  <a:lnTo>
                    <a:pt x="566064" y="558215"/>
                  </a:lnTo>
                  <a:close/>
                </a:path>
                <a:path w="811529" h="688340">
                  <a:moveTo>
                    <a:pt x="572198" y="179108"/>
                  </a:moveTo>
                  <a:lnTo>
                    <a:pt x="490829" y="179108"/>
                  </a:lnTo>
                  <a:lnTo>
                    <a:pt x="490829" y="202882"/>
                  </a:lnTo>
                  <a:lnTo>
                    <a:pt x="572198" y="202882"/>
                  </a:lnTo>
                  <a:lnTo>
                    <a:pt x="572198" y="179108"/>
                  </a:lnTo>
                  <a:close/>
                </a:path>
                <a:path w="811529" h="688340">
                  <a:moveTo>
                    <a:pt x="577456" y="444309"/>
                  </a:moveTo>
                  <a:lnTo>
                    <a:pt x="496087" y="444309"/>
                  </a:lnTo>
                  <a:lnTo>
                    <a:pt x="496087" y="468096"/>
                  </a:lnTo>
                  <a:lnTo>
                    <a:pt x="577456" y="468096"/>
                  </a:lnTo>
                  <a:lnTo>
                    <a:pt x="577456" y="444309"/>
                  </a:lnTo>
                  <a:close/>
                </a:path>
                <a:path w="811529" h="688340">
                  <a:moveTo>
                    <a:pt x="584263" y="33299"/>
                  </a:moveTo>
                  <a:lnTo>
                    <a:pt x="502907" y="33299"/>
                  </a:lnTo>
                  <a:lnTo>
                    <a:pt x="502907" y="57073"/>
                  </a:lnTo>
                  <a:lnTo>
                    <a:pt x="584263" y="57073"/>
                  </a:lnTo>
                  <a:lnTo>
                    <a:pt x="584263" y="33299"/>
                  </a:lnTo>
                  <a:close/>
                </a:path>
                <a:path w="811529" h="688340">
                  <a:moveTo>
                    <a:pt x="596544" y="325005"/>
                  </a:moveTo>
                  <a:lnTo>
                    <a:pt x="515175" y="325005"/>
                  </a:lnTo>
                  <a:lnTo>
                    <a:pt x="515175" y="348792"/>
                  </a:lnTo>
                  <a:lnTo>
                    <a:pt x="596544" y="348792"/>
                  </a:lnTo>
                  <a:lnTo>
                    <a:pt x="596544" y="325005"/>
                  </a:lnTo>
                  <a:close/>
                </a:path>
                <a:path w="811529" h="688340">
                  <a:moveTo>
                    <a:pt x="616902" y="524916"/>
                  </a:moveTo>
                  <a:lnTo>
                    <a:pt x="535533" y="524916"/>
                  </a:lnTo>
                  <a:lnTo>
                    <a:pt x="535533" y="548703"/>
                  </a:lnTo>
                  <a:lnTo>
                    <a:pt x="616902" y="548703"/>
                  </a:lnTo>
                  <a:lnTo>
                    <a:pt x="616902" y="524916"/>
                  </a:lnTo>
                  <a:close/>
                </a:path>
                <a:path w="811529" h="688340">
                  <a:moveTo>
                    <a:pt x="617156" y="667829"/>
                  </a:moveTo>
                  <a:lnTo>
                    <a:pt x="535800" y="667829"/>
                  </a:lnTo>
                  <a:lnTo>
                    <a:pt x="535800" y="687793"/>
                  </a:lnTo>
                  <a:lnTo>
                    <a:pt x="617156" y="687793"/>
                  </a:lnTo>
                  <a:lnTo>
                    <a:pt x="617156" y="667829"/>
                  </a:lnTo>
                  <a:close/>
                </a:path>
                <a:path w="811529" h="688340">
                  <a:moveTo>
                    <a:pt x="635114" y="0"/>
                  </a:moveTo>
                  <a:lnTo>
                    <a:pt x="553758" y="0"/>
                  </a:lnTo>
                  <a:lnTo>
                    <a:pt x="553758" y="23787"/>
                  </a:lnTo>
                  <a:lnTo>
                    <a:pt x="635114" y="23787"/>
                  </a:lnTo>
                  <a:lnTo>
                    <a:pt x="635114" y="0"/>
                  </a:lnTo>
                  <a:close/>
                </a:path>
                <a:path w="811529" h="688340">
                  <a:moveTo>
                    <a:pt x="635368" y="142913"/>
                  </a:moveTo>
                  <a:lnTo>
                    <a:pt x="554012" y="142913"/>
                  </a:lnTo>
                  <a:lnTo>
                    <a:pt x="554012" y="166687"/>
                  </a:lnTo>
                  <a:lnTo>
                    <a:pt x="635368" y="166687"/>
                  </a:lnTo>
                  <a:lnTo>
                    <a:pt x="635368" y="142913"/>
                  </a:lnTo>
                  <a:close/>
                </a:path>
                <a:path w="811529" h="688340">
                  <a:moveTo>
                    <a:pt x="640613" y="408101"/>
                  </a:moveTo>
                  <a:lnTo>
                    <a:pt x="559257" y="408101"/>
                  </a:lnTo>
                  <a:lnTo>
                    <a:pt x="559257" y="431888"/>
                  </a:lnTo>
                  <a:lnTo>
                    <a:pt x="640613" y="431888"/>
                  </a:lnTo>
                  <a:lnTo>
                    <a:pt x="640613" y="408101"/>
                  </a:lnTo>
                  <a:close/>
                </a:path>
                <a:path w="811529" h="688340">
                  <a:moveTo>
                    <a:pt x="647382" y="291706"/>
                  </a:moveTo>
                  <a:lnTo>
                    <a:pt x="566026" y="291706"/>
                  </a:lnTo>
                  <a:lnTo>
                    <a:pt x="566026" y="315493"/>
                  </a:lnTo>
                  <a:lnTo>
                    <a:pt x="647382" y="315493"/>
                  </a:lnTo>
                  <a:lnTo>
                    <a:pt x="647382" y="291706"/>
                  </a:lnTo>
                  <a:close/>
                </a:path>
                <a:path w="811529" h="688340">
                  <a:moveTo>
                    <a:pt x="647547" y="589127"/>
                  </a:moveTo>
                  <a:lnTo>
                    <a:pt x="566178" y="589127"/>
                  </a:lnTo>
                  <a:lnTo>
                    <a:pt x="566178" y="612902"/>
                  </a:lnTo>
                  <a:lnTo>
                    <a:pt x="647547" y="612902"/>
                  </a:lnTo>
                  <a:lnTo>
                    <a:pt x="647547" y="589127"/>
                  </a:lnTo>
                  <a:close/>
                </a:path>
                <a:path w="811529" h="688340">
                  <a:moveTo>
                    <a:pt x="665632" y="224282"/>
                  </a:moveTo>
                  <a:lnTo>
                    <a:pt x="584276" y="224282"/>
                  </a:lnTo>
                  <a:lnTo>
                    <a:pt x="584276" y="248069"/>
                  </a:lnTo>
                  <a:lnTo>
                    <a:pt x="665632" y="248069"/>
                  </a:lnTo>
                  <a:lnTo>
                    <a:pt x="665632" y="224282"/>
                  </a:lnTo>
                  <a:close/>
                </a:path>
                <a:path w="811529" h="688340">
                  <a:moveTo>
                    <a:pt x="665746" y="64211"/>
                  </a:moveTo>
                  <a:lnTo>
                    <a:pt x="584390" y="64211"/>
                  </a:lnTo>
                  <a:lnTo>
                    <a:pt x="584390" y="87985"/>
                  </a:lnTo>
                  <a:lnTo>
                    <a:pt x="665746" y="87985"/>
                  </a:lnTo>
                  <a:lnTo>
                    <a:pt x="665746" y="64211"/>
                  </a:lnTo>
                  <a:close/>
                </a:path>
                <a:path w="811529" h="688340">
                  <a:moveTo>
                    <a:pt x="678027" y="355930"/>
                  </a:moveTo>
                  <a:lnTo>
                    <a:pt x="596658" y="355930"/>
                  </a:lnTo>
                  <a:lnTo>
                    <a:pt x="596658" y="379704"/>
                  </a:lnTo>
                  <a:lnTo>
                    <a:pt x="678027" y="379704"/>
                  </a:lnTo>
                  <a:lnTo>
                    <a:pt x="678027" y="355930"/>
                  </a:lnTo>
                  <a:close/>
                </a:path>
                <a:path w="811529" h="688340">
                  <a:moveTo>
                    <a:pt x="697280" y="459270"/>
                  </a:moveTo>
                  <a:lnTo>
                    <a:pt x="615924" y="459270"/>
                  </a:lnTo>
                  <a:lnTo>
                    <a:pt x="615924" y="483057"/>
                  </a:lnTo>
                  <a:lnTo>
                    <a:pt x="697280" y="483057"/>
                  </a:lnTo>
                  <a:lnTo>
                    <a:pt x="697280" y="459270"/>
                  </a:lnTo>
                  <a:close/>
                </a:path>
                <a:path w="811529" h="688340">
                  <a:moveTo>
                    <a:pt x="710717" y="552932"/>
                  </a:moveTo>
                  <a:lnTo>
                    <a:pt x="629361" y="552932"/>
                  </a:lnTo>
                  <a:lnTo>
                    <a:pt x="629361" y="576707"/>
                  </a:lnTo>
                  <a:lnTo>
                    <a:pt x="710717" y="576707"/>
                  </a:lnTo>
                  <a:lnTo>
                    <a:pt x="710717" y="552932"/>
                  </a:lnTo>
                  <a:close/>
                </a:path>
                <a:path w="811529" h="688340">
                  <a:moveTo>
                    <a:pt x="716483" y="190995"/>
                  </a:moveTo>
                  <a:lnTo>
                    <a:pt x="635127" y="190995"/>
                  </a:lnTo>
                  <a:lnTo>
                    <a:pt x="635127" y="214782"/>
                  </a:lnTo>
                  <a:lnTo>
                    <a:pt x="716483" y="214782"/>
                  </a:lnTo>
                  <a:lnTo>
                    <a:pt x="716483" y="190995"/>
                  </a:lnTo>
                  <a:close/>
                </a:path>
                <a:path w="811529" h="688340">
                  <a:moveTo>
                    <a:pt x="728916" y="28016"/>
                  </a:moveTo>
                  <a:lnTo>
                    <a:pt x="647560" y="28016"/>
                  </a:lnTo>
                  <a:lnTo>
                    <a:pt x="647560" y="51790"/>
                  </a:lnTo>
                  <a:lnTo>
                    <a:pt x="728916" y="51790"/>
                  </a:lnTo>
                  <a:lnTo>
                    <a:pt x="728916" y="28016"/>
                  </a:lnTo>
                  <a:close/>
                </a:path>
                <a:path w="811529" h="688340">
                  <a:moveTo>
                    <a:pt x="741184" y="319722"/>
                  </a:moveTo>
                  <a:lnTo>
                    <a:pt x="659828" y="319722"/>
                  </a:lnTo>
                  <a:lnTo>
                    <a:pt x="659828" y="343496"/>
                  </a:lnTo>
                  <a:lnTo>
                    <a:pt x="741184" y="343496"/>
                  </a:lnTo>
                  <a:lnTo>
                    <a:pt x="741184" y="319722"/>
                  </a:lnTo>
                  <a:close/>
                </a:path>
                <a:path w="811529" h="688340">
                  <a:moveTo>
                    <a:pt x="747115" y="255206"/>
                  </a:moveTo>
                  <a:lnTo>
                    <a:pt x="665746" y="255206"/>
                  </a:lnTo>
                  <a:lnTo>
                    <a:pt x="665746" y="278993"/>
                  </a:lnTo>
                  <a:lnTo>
                    <a:pt x="747115" y="278993"/>
                  </a:lnTo>
                  <a:lnTo>
                    <a:pt x="747115" y="255206"/>
                  </a:lnTo>
                  <a:close/>
                </a:path>
                <a:path w="811529" h="688340">
                  <a:moveTo>
                    <a:pt x="748131" y="425983"/>
                  </a:moveTo>
                  <a:lnTo>
                    <a:pt x="666762" y="425983"/>
                  </a:lnTo>
                  <a:lnTo>
                    <a:pt x="666762" y="449757"/>
                  </a:lnTo>
                  <a:lnTo>
                    <a:pt x="748131" y="449757"/>
                  </a:lnTo>
                  <a:lnTo>
                    <a:pt x="748131" y="425983"/>
                  </a:lnTo>
                  <a:close/>
                </a:path>
                <a:path w="811529" h="688340">
                  <a:moveTo>
                    <a:pt x="749820" y="644410"/>
                  </a:moveTo>
                  <a:lnTo>
                    <a:pt x="668464" y="644410"/>
                  </a:lnTo>
                  <a:lnTo>
                    <a:pt x="668464" y="668185"/>
                  </a:lnTo>
                  <a:lnTo>
                    <a:pt x="749820" y="668185"/>
                  </a:lnTo>
                  <a:lnTo>
                    <a:pt x="749820" y="644410"/>
                  </a:lnTo>
                  <a:close/>
                </a:path>
                <a:path w="811529" h="688340">
                  <a:moveTo>
                    <a:pt x="768019" y="119507"/>
                  </a:moveTo>
                  <a:lnTo>
                    <a:pt x="686663" y="119507"/>
                  </a:lnTo>
                  <a:lnTo>
                    <a:pt x="686663" y="143281"/>
                  </a:lnTo>
                  <a:lnTo>
                    <a:pt x="768019" y="143281"/>
                  </a:lnTo>
                  <a:lnTo>
                    <a:pt x="768019" y="119507"/>
                  </a:lnTo>
                  <a:close/>
                </a:path>
                <a:path w="811529" h="688340">
                  <a:moveTo>
                    <a:pt x="777494" y="675335"/>
                  </a:moveTo>
                  <a:lnTo>
                    <a:pt x="749935" y="675335"/>
                  </a:lnTo>
                  <a:lnTo>
                    <a:pt x="749935" y="687793"/>
                  </a:lnTo>
                  <a:lnTo>
                    <a:pt x="776351" y="687793"/>
                  </a:lnTo>
                  <a:lnTo>
                    <a:pt x="777494" y="675335"/>
                  </a:lnTo>
                  <a:close/>
                </a:path>
                <a:path w="811529" h="688340">
                  <a:moveTo>
                    <a:pt x="778751" y="490181"/>
                  </a:moveTo>
                  <a:lnTo>
                    <a:pt x="697395" y="490181"/>
                  </a:lnTo>
                  <a:lnTo>
                    <a:pt x="697395" y="513969"/>
                  </a:lnTo>
                  <a:lnTo>
                    <a:pt x="778751" y="513969"/>
                  </a:lnTo>
                  <a:lnTo>
                    <a:pt x="778751" y="490181"/>
                  </a:lnTo>
                  <a:close/>
                </a:path>
                <a:path w="811529" h="688340">
                  <a:moveTo>
                    <a:pt x="783234" y="611124"/>
                  </a:moveTo>
                  <a:lnTo>
                    <a:pt x="719315" y="611124"/>
                  </a:lnTo>
                  <a:lnTo>
                    <a:pt x="719315" y="634898"/>
                  </a:lnTo>
                  <a:lnTo>
                    <a:pt x="781202" y="634898"/>
                  </a:lnTo>
                  <a:lnTo>
                    <a:pt x="783234" y="611124"/>
                  </a:lnTo>
                  <a:close/>
                </a:path>
                <a:path w="811529" h="688340">
                  <a:moveTo>
                    <a:pt x="795121" y="453986"/>
                  </a:moveTo>
                  <a:lnTo>
                    <a:pt x="760564" y="453986"/>
                  </a:lnTo>
                  <a:lnTo>
                    <a:pt x="760564" y="477761"/>
                  </a:lnTo>
                  <a:lnTo>
                    <a:pt x="793546" y="477761"/>
                  </a:lnTo>
                  <a:lnTo>
                    <a:pt x="795121" y="453986"/>
                  </a:lnTo>
                  <a:close/>
                </a:path>
                <a:path w="811529" h="688340">
                  <a:moveTo>
                    <a:pt x="800265" y="369392"/>
                  </a:moveTo>
                  <a:lnTo>
                    <a:pt x="738593" y="369392"/>
                  </a:lnTo>
                  <a:lnTo>
                    <a:pt x="738593" y="393179"/>
                  </a:lnTo>
                  <a:lnTo>
                    <a:pt x="798918" y="393179"/>
                  </a:lnTo>
                  <a:lnTo>
                    <a:pt x="799617" y="381419"/>
                  </a:lnTo>
                  <a:lnTo>
                    <a:pt x="800265" y="369392"/>
                  </a:lnTo>
                  <a:close/>
                </a:path>
                <a:path w="811529" h="688340">
                  <a:moveTo>
                    <a:pt x="802055" y="336105"/>
                  </a:moveTo>
                  <a:lnTo>
                    <a:pt x="789444" y="336105"/>
                  </a:lnTo>
                  <a:lnTo>
                    <a:pt x="789444" y="359879"/>
                  </a:lnTo>
                  <a:lnTo>
                    <a:pt x="800785" y="359879"/>
                  </a:lnTo>
                  <a:lnTo>
                    <a:pt x="802055" y="336105"/>
                  </a:lnTo>
                  <a:close/>
                </a:path>
                <a:path w="811529" h="688340">
                  <a:moveTo>
                    <a:pt x="807212" y="218998"/>
                  </a:moveTo>
                  <a:lnTo>
                    <a:pt x="728916" y="218998"/>
                  </a:lnTo>
                  <a:lnTo>
                    <a:pt x="728916" y="242785"/>
                  </a:lnTo>
                  <a:lnTo>
                    <a:pt x="806297" y="242785"/>
                  </a:lnTo>
                  <a:lnTo>
                    <a:pt x="806894" y="228244"/>
                  </a:lnTo>
                  <a:lnTo>
                    <a:pt x="807212" y="218998"/>
                  </a:lnTo>
                  <a:close/>
                </a:path>
                <a:path w="811529" h="688340">
                  <a:moveTo>
                    <a:pt x="809434" y="150418"/>
                  </a:moveTo>
                  <a:lnTo>
                    <a:pt x="768146" y="150418"/>
                  </a:lnTo>
                  <a:lnTo>
                    <a:pt x="768146" y="174193"/>
                  </a:lnTo>
                  <a:lnTo>
                    <a:pt x="808748" y="174193"/>
                  </a:lnTo>
                  <a:lnTo>
                    <a:pt x="809434" y="150418"/>
                  </a:lnTo>
                  <a:close/>
                </a:path>
                <a:path w="811529" h="688340">
                  <a:moveTo>
                    <a:pt x="811009" y="86207"/>
                  </a:moveTo>
                  <a:lnTo>
                    <a:pt x="737514" y="86207"/>
                  </a:lnTo>
                  <a:lnTo>
                    <a:pt x="737514" y="109982"/>
                  </a:lnTo>
                  <a:lnTo>
                    <a:pt x="810475" y="109982"/>
                  </a:lnTo>
                  <a:lnTo>
                    <a:pt x="811009" y="86207"/>
                  </a:lnTo>
                  <a:close/>
                </a:path>
              </a:pathLst>
            </a:custGeom>
            <a:solidFill>
              <a:srgbClr val="B9E4F8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5" name="object 45" descr=""/>
          <p:cNvSpPr/>
          <p:nvPr/>
        </p:nvSpPr>
        <p:spPr>
          <a:xfrm>
            <a:off x="3546005" y="4960321"/>
            <a:ext cx="582930" cy="54610"/>
          </a:xfrm>
          <a:custGeom>
            <a:avLst/>
            <a:gdLst/>
            <a:ahLst/>
            <a:cxnLst/>
            <a:rect l="l" t="t" r="r" b="b"/>
            <a:pathLst>
              <a:path w="582929" h="54610">
                <a:moveTo>
                  <a:pt x="582904" y="0"/>
                </a:moveTo>
                <a:lnTo>
                  <a:pt x="577240" y="0"/>
                </a:lnTo>
                <a:lnTo>
                  <a:pt x="536079" y="0"/>
                </a:lnTo>
                <a:lnTo>
                  <a:pt x="0" y="0"/>
                </a:lnTo>
                <a:lnTo>
                  <a:pt x="0" y="54114"/>
                </a:lnTo>
                <a:lnTo>
                  <a:pt x="536079" y="54114"/>
                </a:lnTo>
                <a:lnTo>
                  <a:pt x="577240" y="54114"/>
                </a:lnTo>
                <a:lnTo>
                  <a:pt x="582904" y="54114"/>
                </a:lnTo>
                <a:lnTo>
                  <a:pt x="582904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" name="object 46" descr=""/>
          <p:cNvSpPr/>
          <p:nvPr/>
        </p:nvSpPr>
        <p:spPr>
          <a:xfrm>
            <a:off x="4082095" y="5106965"/>
            <a:ext cx="46990" cy="54610"/>
          </a:xfrm>
          <a:custGeom>
            <a:avLst/>
            <a:gdLst/>
            <a:ahLst/>
            <a:cxnLst/>
            <a:rect l="l" t="t" r="r" b="b"/>
            <a:pathLst>
              <a:path w="46989" h="54610">
                <a:moveTo>
                  <a:pt x="46825" y="0"/>
                </a:moveTo>
                <a:lnTo>
                  <a:pt x="0" y="0"/>
                </a:lnTo>
                <a:lnTo>
                  <a:pt x="0" y="54134"/>
                </a:lnTo>
                <a:lnTo>
                  <a:pt x="46825" y="54134"/>
                </a:lnTo>
                <a:lnTo>
                  <a:pt x="46825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" name="object 47" descr=""/>
          <p:cNvSpPr/>
          <p:nvPr/>
        </p:nvSpPr>
        <p:spPr>
          <a:xfrm>
            <a:off x="3807747" y="6741020"/>
            <a:ext cx="88265" cy="67945"/>
          </a:xfrm>
          <a:custGeom>
            <a:avLst/>
            <a:gdLst/>
            <a:ahLst/>
            <a:cxnLst/>
            <a:rect l="l" t="t" r="r" b="b"/>
            <a:pathLst>
              <a:path w="88264" h="67945">
                <a:moveTo>
                  <a:pt x="0" y="67715"/>
                </a:moveTo>
                <a:lnTo>
                  <a:pt x="87756" y="67715"/>
                </a:lnTo>
                <a:lnTo>
                  <a:pt x="87756" y="0"/>
                </a:lnTo>
                <a:lnTo>
                  <a:pt x="0" y="0"/>
                </a:lnTo>
                <a:lnTo>
                  <a:pt x="0" y="67715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" name="object 48" descr=""/>
          <p:cNvSpPr/>
          <p:nvPr/>
        </p:nvSpPr>
        <p:spPr>
          <a:xfrm>
            <a:off x="3967365" y="6265086"/>
            <a:ext cx="88265" cy="200660"/>
          </a:xfrm>
          <a:custGeom>
            <a:avLst/>
            <a:gdLst/>
            <a:ahLst/>
            <a:cxnLst/>
            <a:rect l="l" t="t" r="r" b="b"/>
            <a:pathLst>
              <a:path w="88264" h="200660">
                <a:moveTo>
                  <a:pt x="87756" y="0"/>
                </a:moveTo>
                <a:lnTo>
                  <a:pt x="0" y="0"/>
                </a:lnTo>
                <a:lnTo>
                  <a:pt x="0" y="200234"/>
                </a:lnTo>
                <a:lnTo>
                  <a:pt x="87756" y="200234"/>
                </a:lnTo>
                <a:lnTo>
                  <a:pt x="87756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" name="object 49" descr=""/>
          <p:cNvSpPr/>
          <p:nvPr/>
        </p:nvSpPr>
        <p:spPr>
          <a:xfrm>
            <a:off x="3634936" y="6265086"/>
            <a:ext cx="88265" cy="200660"/>
          </a:xfrm>
          <a:custGeom>
            <a:avLst/>
            <a:gdLst/>
            <a:ahLst/>
            <a:cxnLst/>
            <a:rect l="l" t="t" r="r" b="b"/>
            <a:pathLst>
              <a:path w="88264" h="200660">
                <a:moveTo>
                  <a:pt x="87756" y="0"/>
                </a:moveTo>
                <a:lnTo>
                  <a:pt x="0" y="0"/>
                </a:lnTo>
                <a:lnTo>
                  <a:pt x="0" y="200234"/>
                </a:lnTo>
                <a:lnTo>
                  <a:pt x="87756" y="200234"/>
                </a:lnTo>
                <a:lnTo>
                  <a:pt x="87756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" name="object 50" descr=""/>
          <p:cNvSpPr/>
          <p:nvPr/>
        </p:nvSpPr>
        <p:spPr>
          <a:xfrm>
            <a:off x="3962005" y="6463551"/>
            <a:ext cx="102235" cy="34925"/>
          </a:xfrm>
          <a:custGeom>
            <a:avLst/>
            <a:gdLst/>
            <a:ahLst/>
            <a:cxnLst/>
            <a:rect l="l" t="t" r="r" b="b"/>
            <a:pathLst>
              <a:path w="102235" h="34925">
                <a:moveTo>
                  <a:pt x="101787" y="0"/>
                </a:moveTo>
                <a:lnTo>
                  <a:pt x="0" y="0"/>
                </a:lnTo>
                <a:lnTo>
                  <a:pt x="0" y="34334"/>
                </a:lnTo>
                <a:lnTo>
                  <a:pt x="101787" y="34334"/>
                </a:lnTo>
                <a:lnTo>
                  <a:pt x="101787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" name="object 51" descr=""/>
          <p:cNvSpPr/>
          <p:nvPr/>
        </p:nvSpPr>
        <p:spPr>
          <a:xfrm>
            <a:off x="3623052" y="6463551"/>
            <a:ext cx="102235" cy="34925"/>
          </a:xfrm>
          <a:custGeom>
            <a:avLst/>
            <a:gdLst/>
            <a:ahLst/>
            <a:cxnLst/>
            <a:rect l="l" t="t" r="r" b="b"/>
            <a:pathLst>
              <a:path w="102235" h="34925">
                <a:moveTo>
                  <a:pt x="101787" y="0"/>
                </a:moveTo>
                <a:lnTo>
                  <a:pt x="0" y="0"/>
                </a:lnTo>
                <a:lnTo>
                  <a:pt x="0" y="34334"/>
                </a:lnTo>
                <a:lnTo>
                  <a:pt x="101787" y="34334"/>
                </a:lnTo>
                <a:lnTo>
                  <a:pt x="101787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" name="object 52" descr=""/>
          <p:cNvSpPr/>
          <p:nvPr/>
        </p:nvSpPr>
        <p:spPr>
          <a:xfrm>
            <a:off x="3967365" y="6900439"/>
            <a:ext cx="88265" cy="200660"/>
          </a:xfrm>
          <a:custGeom>
            <a:avLst/>
            <a:gdLst/>
            <a:ahLst/>
            <a:cxnLst/>
            <a:rect l="l" t="t" r="r" b="b"/>
            <a:pathLst>
              <a:path w="88264" h="200659">
                <a:moveTo>
                  <a:pt x="87756" y="0"/>
                </a:moveTo>
                <a:lnTo>
                  <a:pt x="0" y="0"/>
                </a:lnTo>
                <a:lnTo>
                  <a:pt x="0" y="200234"/>
                </a:lnTo>
                <a:lnTo>
                  <a:pt x="87756" y="200234"/>
                </a:lnTo>
                <a:lnTo>
                  <a:pt x="87756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" name="object 53" descr=""/>
          <p:cNvSpPr/>
          <p:nvPr/>
        </p:nvSpPr>
        <p:spPr>
          <a:xfrm>
            <a:off x="3634936" y="6900439"/>
            <a:ext cx="88265" cy="200660"/>
          </a:xfrm>
          <a:custGeom>
            <a:avLst/>
            <a:gdLst/>
            <a:ahLst/>
            <a:cxnLst/>
            <a:rect l="l" t="t" r="r" b="b"/>
            <a:pathLst>
              <a:path w="88264" h="200659">
                <a:moveTo>
                  <a:pt x="87756" y="0"/>
                </a:moveTo>
                <a:lnTo>
                  <a:pt x="0" y="0"/>
                </a:lnTo>
                <a:lnTo>
                  <a:pt x="0" y="200234"/>
                </a:lnTo>
                <a:lnTo>
                  <a:pt x="87756" y="200234"/>
                </a:lnTo>
                <a:lnTo>
                  <a:pt x="87756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" name="object 54" descr=""/>
          <p:cNvSpPr/>
          <p:nvPr/>
        </p:nvSpPr>
        <p:spPr>
          <a:xfrm>
            <a:off x="3962005" y="7098914"/>
            <a:ext cx="102235" cy="34925"/>
          </a:xfrm>
          <a:custGeom>
            <a:avLst/>
            <a:gdLst/>
            <a:ahLst/>
            <a:cxnLst/>
            <a:rect l="l" t="t" r="r" b="b"/>
            <a:pathLst>
              <a:path w="102235" h="34925">
                <a:moveTo>
                  <a:pt x="101787" y="0"/>
                </a:moveTo>
                <a:lnTo>
                  <a:pt x="0" y="0"/>
                </a:lnTo>
                <a:lnTo>
                  <a:pt x="0" y="34334"/>
                </a:lnTo>
                <a:lnTo>
                  <a:pt x="101787" y="34334"/>
                </a:lnTo>
                <a:lnTo>
                  <a:pt x="101787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" name="object 55" descr=""/>
          <p:cNvSpPr/>
          <p:nvPr/>
        </p:nvSpPr>
        <p:spPr>
          <a:xfrm>
            <a:off x="3623052" y="7098914"/>
            <a:ext cx="102235" cy="34925"/>
          </a:xfrm>
          <a:custGeom>
            <a:avLst/>
            <a:gdLst/>
            <a:ahLst/>
            <a:cxnLst/>
            <a:rect l="l" t="t" r="r" b="b"/>
            <a:pathLst>
              <a:path w="102235" h="34925">
                <a:moveTo>
                  <a:pt x="101787" y="0"/>
                </a:moveTo>
                <a:lnTo>
                  <a:pt x="0" y="0"/>
                </a:lnTo>
                <a:lnTo>
                  <a:pt x="0" y="34334"/>
                </a:lnTo>
                <a:lnTo>
                  <a:pt x="101787" y="34334"/>
                </a:lnTo>
                <a:lnTo>
                  <a:pt x="101787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" name="object 56" descr=""/>
          <p:cNvSpPr/>
          <p:nvPr/>
        </p:nvSpPr>
        <p:spPr>
          <a:xfrm>
            <a:off x="3800732" y="6807709"/>
            <a:ext cx="102235" cy="34925"/>
          </a:xfrm>
          <a:custGeom>
            <a:avLst/>
            <a:gdLst/>
            <a:ahLst/>
            <a:cxnLst/>
            <a:rect l="l" t="t" r="r" b="b"/>
            <a:pathLst>
              <a:path w="102235" h="34925">
                <a:moveTo>
                  <a:pt x="101787" y="0"/>
                </a:moveTo>
                <a:lnTo>
                  <a:pt x="0" y="0"/>
                </a:lnTo>
                <a:lnTo>
                  <a:pt x="0" y="34334"/>
                </a:lnTo>
                <a:lnTo>
                  <a:pt x="101787" y="34334"/>
                </a:lnTo>
                <a:lnTo>
                  <a:pt x="101787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" name="object 57" descr=""/>
          <p:cNvSpPr/>
          <p:nvPr/>
        </p:nvSpPr>
        <p:spPr>
          <a:xfrm>
            <a:off x="3295700" y="7539767"/>
            <a:ext cx="1082675" cy="447675"/>
          </a:xfrm>
          <a:custGeom>
            <a:avLst/>
            <a:gdLst/>
            <a:ahLst/>
            <a:cxnLst/>
            <a:rect l="l" t="t" r="r" b="b"/>
            <a:pathLst>
              <a:path w="1082675" h="447675">
                <a:moveTo>
                  <a:pt x="1082675" y="376186"/>
                </a:moveTo>
                <a:lnTo>
                  <a:pt x="1074204" y="327228"/>
                </a:lnTo>
                <a:lnTo>
                  <a:pt x="1074635" y="327228"/>
                </a:lnTo>
                <a:lnTo>
                  <a:pt x="1074635" y="275983"/>
                </a:lnTo>
                <a:lnTo>
                  <a:pt x="1003274" y="275983"/>
                </a:lnTo>
                <a:lnTo>
                  <a:pt x="1011555" y="274332"/>
                </a:lnTo>
                <a:lnTo>
                  <a:pt x="1025105" y="265036"/>
                </a:lnTo>
                <a:lnTo>
                  <a:pt x="1033348" y="251561"/>
                </a:lnTo>
                <a:lnTo>
                  <a:pt x="1034694" y="235559"/>
                </a:lnTo>
                <a:lnTo>
                  <a:pt x="1026261" y="182067"/>
                </a:lnTo>
                <a:lnTo>
                  <a:pt x="1027379" y="181521"/>
                </a:lnTo>
                <a:lnTo>
                  <a:pt x="1011580" y="143700"/>
                </a:lnTo>
                <a:lnTo>
                  <a:pt x="984758" y="134073"/>
                </a:lnTo>
                <a:lnTo>
                  <a:pt x="969073" y="134073"/>
                </a:lnTo>
                <a:lnTo>
                  <a:pt x="979563" y="126136"/>
                </a:lnTo>
                <a:lnTo>
                  <a:pt x="987018" y="112674"/>
                </a:lnTo>
                <a:lnTo>
                  <a:pt x="988237" y="96659"/>
                </a:lnTo>
                <a:lnTo>
                  <a:pt x="980465" y="42202"/>
                </a:lnTo>
                <a:lnTo>
                  <a:pt x="980884" y="41973"/>
                </a:lnTo>
                <a:lnTo>
                  <a:pt x="955484" y="2197"/>
                </a:lnTo>
                <a:lnTo>
                  <a:pt x="944968" y="482"/>
                </a:lnTo>
                <a:lnTo>
                  <a:pt x="942352" y="0"/>
                </a:lnTo>
                <a:lnTo>
                  <a:pt x="139763" y="0"/>
                </a:lnTo>
                <a:lnTo>
                  <a:pt x="126555" y="2425"/>
                </a:lnTo>
                <a:lnTo>
                  <a:pt x="101384" y="41744"/>
                </a:lnTo>
                <a:lnTo>
                  <a:pt x="101765" y="41960"/>
                </a:lnTo>
                <a:lnTo>
                  <a:pt x="94437" y="97002"/>
                </a:lnTo>
                <a:lnTo>
                  <a:pt x="95783" y="112903"/>
                </a:lnTo>
                <a:lnTo>
                  <a:pt x="103276" y="126263"/>
                </a:lnTo>
                <a:lnTo>
                  <a:pt x="113665" y="134073"/>
                </a:lnTo>
                <a:lnTo>
                  <a:pt x="97332" y="134073"/>
                </a:lnTo>
                <a:lnTo>
                  <a:pt x="61379" y="154724"/>
                </a:lnTo>
                <a:lnTo>
                  <a:pt x="54902" y="180505"/>
                </a:lnTo>
                <a:lnTo>
                  <a:pt x="56045" y="181089"/>
                </a:lnTo>
                <a:lnTo>
                  <a:pt x="47980" y="235902"/>
                </a:lnTo>
                <a:lnTo>
                  <a:pt x="49466" y="251802"/>
                </a:lnTo>
                <a:lnTo>
                  <a:pt x="57746" y="265163"/>
                </a:lnTo>
                <a:lnTo>
                  <a:pt x="71272" y="274370"/>
                </a:lnTo>
                <a:lnTo>
                  <a:pt x="88480" y="277787"/>
                </a:lnTo>
                <a:lnTo>
                  <a:pt x="131140" y="277787"/>
                </a:lnTo>
                <a:lnTo>
                  <a:pt x="167144" y="277787"/>
                </a:lnTo>
                <a:lnTo>
                  <a:pt x="744905" y="277787"/>
                </a:lnTo>
                <a:lnTo>
                  <a:pt x="744905" y="279514"/>
                </a:lnTo>
                <a:lnTo>
                  <a:pt x="54914" y="279514"/>
                </a:lnTo>
                <a:lnTo>
                  <a:pt x="38900" y="281952"/>
                </a:lnTo>
                <a:lnTo>
                  <a:pt x="25387" y="288671"/>
                </a:lnTo>
                <a:lnTo>
                  <a:pt x="15519" y="298856"/>
                </a:lnTo>
                <a:lnTo>
                  <a:pt x="10477" y="311632"/>
                </a:lnTo>
                <a:lnTo>
                  <a:pt x="0" y="376516"/>
                </a:lnTo>
                <a:lnTo>
                  <a:pt x="1625" y="392417"/>
                </a:lnTo>
                <a:lnTo>
                  <a:pt x="10718" y="405790"/>
                </a:lnTo>
                <a:lnTo>
                  <a:pt x="25552" y="414985"/>
                </a:lnTo>
                <a:lnTo>
                  <a:pt x="44424" y="418414"/>
                </a:lnTo>
                <a:lnTo>
                  <a:pt x="802487" y="418414"/>
                </a:lnTo>
                <a:lnTo>
                  <a:pt x="802487" y="447370"/>
                </a:lnTo>
                <a:lnTo>
                  <a:pt x="841997" y="447370"/>
                </a:lnTo>
                <a:lnTo>
                  <a:pt x="841997" y="418414"/>
                </a:lnTo>
                <a:lnTo>
                  <a:pt x="1038288" y="418414"/>
                </a:lnTo>
                <a:lnTo>
                  <a:pt x="1057275" y="414947"/>
                </a:lnTo>
                <a:lnTo>
                  <a:pt x="1072146" y="405650"/>
                </a:lnTo>
                <a:lnTo>
                  <a:pt x="1081189" y="392188"/>
                </a:lnTo>
                <a:lnTo>
                  <a:pt x="1082675" y="376186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" name="object 58" descr=""/>
          <p:cNvSpPr/>
          <p:nvPr/>
        </p:nvSpPr>
        <p:spPr>
          <a:xfrm>
            <a:off x="6679493" y="7916282"/>
            <a:ext cx="1083310" cy="71120"/>
          </a:xfrm>
          <a:custGeom>
            <a:avLst/>
            <a:gdLst/>
            <a:ahLst/>
            <a:cxnLst/>
            <a:rect l="l" t="t" r="r" b="b"/>
            <a:pathLst>
              <a:path w="1083309" h="71120">
                <a:moveTo>
                  <a:pt x="1083118" y="0"/>
                </a:moveTo>
                <a:lnTo>
                  <a:pt x="0" y="0"/>
                </a:lnTo>
                <a:lnTo>
                  <a:pt x="0" y="70846"/>
                </a:lnTo>
                <a:lnTo>
                  <a:pt x="1083118" y="70846"/>
                </a:lnTo>
                <a:lnTo>
                  <a:pt x="1083118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" name="object 59" descr=""/>
          <p:cNvSpPr/>
          <p:nvPr/>
        </p:nvSpPr>
        <p:spPr>
          <a:xfrm>
            <a:off x="6946748" y="5002815"/>
            <a:ext cx="543560" cy="103505"/>
          </a:xfrm>
          <a:custGeom>
            <a:avLst/>
            <a:gdLst/>
            <a:ahLst/>
            <a:cxnLst/>
            <a:rect l="l" t="t" r="r" b="b"/>
            <a:pathLst>
              <a:path w="543559" h="103504">
                <a:moveTo>
                  <a:pt x="543318" y="0"/>
                </a:moveTo>
                <a:lnTo>
                  <a:pt x="0" y="0"/>
                </a:lnTo>
                <a:lnTo>
                  <a:pt x="0" y="55765"/>
                </a:lnTo>
                <a:lnTo>
                  <a:pt x="24841" y="55765"/>
                </a:lnTo>
                <a:lnTo>
                  <a:pt x="24841" y="103339"/>
                </a:lnTo>
                <a:lnTo>
                  <a:pt x="518502" y="103339"/>
                </a:lnTo>
                <a:lnTo>
                  <a:pt x="518502" y="55765"/>
                </a:lnTo>
                <a:lnTo>
                  <a:pt x="543318" y="55765"/>
                </a:lnTo>
                <a:lnTo>
                  <a:pt x="543318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" name="object 60" descr=""/>
          <p:cNvSpPr/>
          <p:nvPr/>
        </p:nvSpPr>
        <p:spPr>
          <a:xfrm>
            <a:off x="6946751" y="5152010"/>
            <a:ext cx="543560" cy="55880"/>
          </a:xfrm>
          <a:custGeom>
            <a:avLst/>
            <a:gdLst/>
            <a:ahLst/>
            <a:cxnLst/>
            <a:rect l="l" t="t" r="r" b="b"/>
            <a:pathLst>
              <a:path w="543559" h="55879">
                <a:moveTo>
                  <a:pt x="543323" y="0"/>
                </a:moveTo>
                <a:lnTo>
                  <a:pt x="0" y="0"/>
                </a:lnTo>
                <a:lnTo>
                  <a:pt x="0" y="55767"/>
                </a:lnTo>
                <a:lnTo>
                  <a:pt x="543323" y="55767"/>
                </a:lnTo>
                <a:lnTo>
                  <a:pt x="543323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" name="object 61" descr=""/>
          <p:cNvSpPr/>
          <p:nvPr/>
        </p:nvSpPr>
        <p:spPr>
          <a:xfrm>
            <a:off x="6995881" y="5002570"/>
            <a:ext cx="24130" cy="56515"/>
          </a:xfrm>
          <a:custGeom>
            <a:avLst/>
            <a:gdLst/>
            <a:ahLst/>
            <a:cxnLst/>
            <a:rect l="l" t="t" r="r" b="b"/>
            <a:pathLst>
              <a:path w="24129" h="56514">
                <a:moveTo>
                  <a:pt x="23863" y="0"/>
                </a:moveTo>
                <a:lnTo>
                  <a:pt x="0" y="0"/>
                </a:lnTo>
                <a:lnTo>
                  <a:pt x="0" y="56249"/>
                </a:lnTo>
                <a:lnTo>
                  <a:pt x="23863" y="56249"/>
                </a:lnTo>
                <a:lnTo>
                  <a:pt x="23863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" name="object 62" descr=""/>
          <p:cNvSpPr/>
          <p:nvPr/>
        </p:nvSpPr>
        <p:spPr>
          <a:xfrm>
            <a:off x="7102914" y="5002570"/>
            <a:ext cx="24130" cy="56515"/>
          </a:xfrm>
          <a:custGeom>
            <a:avLst/>
            <a:gdLst/>
            <a:ahLst/>
            <a:cxnLst/>
            <a:rect l="l" t="t" r="r" b="b"/>
            <a:pathLst>
              <a:path w="24129" h="56514">
                <a:moveTo>
                  <a:pt x="23863" y="0"/>
                </a:moveTo>
                <a:lnTo>
                  <a:pt x="0" y="0"/>
                </a:lnTo>
                <a:lnTo>
                  <a:pt x="0" y="56249"/>
                </a:lnTo>
                <a:lnTo>
                  <a:pt x="23863" y="56249"/>
                </a:lnTo>
                <a:lnTo>
                  <a:pt x="23863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" name="object 63" descr=""/>
          <p:cNvSpPr/>
          <p:nvPr/>
        </p:nvSpPr>
        <p:spPr>
          <a:xfrm>
            <a:off x="7209958" y="5002570"/>
            <a:ext cx="24130" cy="56515"/>
          </a:xfrm>
          <a:custGeom>
            <a:avLst/>
            <a:gdLst/>
            <a:ahLst/>
            <a:cxnLst/>
            <a:rect l="l" t="t" r="r" b="b"/>
            <a:pathLst>
              <a:path w="24129" h="56514">
                <a:moveTo>
                  <a:pt x="23863" y="0"/>
                </a:moveTo>
                <a:lnTo>
                  <a:pt x="0" y="0"/>
                </a:lnTo>
                <a:lnTo>
                  <a:pt x="0" y="56249"/>
                </a:lnTo>
                <a:lnTo>
                  <a:pt x="23863" y="56249"/>
                </a:lnTo>
                <a:lnTo>
                  <a:pt x="23863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" name="object 64" descr=""/>
          <p:cNvSpPr/>
          <p:nvPr/>
        </p:nvSpPr>
        <p:spPr>
          <a:xfrm>
            <a:off x="7316992" y="5002570"/>
            <a:ext cx="24130" cy="56515"/>
          </a:xfrm>
          <a:custGeom>
            <a:avLst/>
            <a:gdLst/>
            <a:ahLst/>
            <a:cxnLst/>
            <a:rect l="l" t="t" r="r" b="b"/>
            <a:pathLst>
              <a:path w="24129" h="56514">
                <a:moveTo>
                  <a:pt x="23863" y="0"/>
                </a:moveTo>
                <a:lnTo>
                  <a:pt x="0" y="0"/>
                </a:lnTo>
                <a:lnTo>
                  <a:pt x="0" y="56249"/>
                </a:lnTo>
                <a:lnTo>
                  <a:pt x="23863" y="56249"/>
                </a:lnTo>
                <a:lnTo>
                  <a:pt x="23863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" name="object 65" descr=""/>
          <p:cNvSpPr/>
          <p:nvPr/>
        </p:nvSpPr>
        <p:spPr>
          <a:xfrm>
            <a:off x="7417449" y="5002570"/>
            <a:ext cx="24130" cy="56515"/>
          </a:xfrm>
          <a:custGeom>
            <a:avLst/>
            <a:gdLst/>
            <a:ahLst/>
            <a:cxnLst/>
            <a:rect l="l" t="t" r="r" b="b"/>
            <a:pathLst>
              <a:path w="24129" h="56514">
                <a:moveTo>
                  <a:pt x="23863" y="0"/>
                </a:moveTo>
                <a:lnTo>
                  <a:pt x="0" y="0"/>
                </a:lnTo>
                <a:lnTo>
                  <a:pt x="0" y="56249"/>
                </a:lnTo>
                <a:lnTo>
                  <a:pt x="23863" y="56249"/>
                </a:lnTo>
                <a:lnTo>
                  <a:pt x="23863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" name="object 66" descr=""/>
          <p:cNvSpPr/>
          <p:nvPr/>
        </p:nvSpPr>
        <p:spPr>
          <a:xfrm>
            <a:off x="7197118" y="3756509"/>
            <a:ext cx="43180" cy="90805"/>
          </a:xfrm>
          <a:custGeom>
            <a:avLst/>
            <a:gdLst/>
            <a:ahLst/>
            <a:cxnLst/>
            <a:rect l="l" t="t" r="r" b="b"/>
            <a:pathLst>
              <a:path w="43179" h="90804">
                <a:moveTo>
                  <a:pt x="34941" y="0"/>
                </a:moveTo>
                <a:lnTo>
                  <a:pt x="9371" y="0"/>
                </a:lnTo>
                <a:lnTo>
                  <a:pt x="0" y="90332"/>
                </a:lnTo>
                <a:lnTo>
                  <a:pt x="42606" y="90332"/>
                </a:lnTo>
                <a:lnTo>
                  <a:pt x="34941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" name="object 67" descr=""/>
          <p:cNvSpPr/>
          <p:nvPr/>
        </p:nvSpPr>
        <p:spPr>
          <a:xfrm>
            <a:off x="6929793" y="4334109"/>
            <a:ext cx="577850" cy="182245"/>
          </a:xfrm>
          <a:custGeom>
            <a:avLst/>
            <a:gdLst/>
            <a:ahLst/>
            <a:cxnLst/>
            <a:rect l="l" t="t" r="r" b="b"/>
            <a:pathLst>
              <a:path w="577850" h="182245">
                <a:moveTo>
                  <a:pt x="577240" y="127825"/>
                </a:moveTo>
                <a:lnTo>
                  <a:pt x="544182" y="127825"/>
                </a:lnTo>
                <a:lnTo>
                  <a:pt x="544182" y="85217"/>
                </a:lnTo>
                <a:lnTo>
                  <a:pt x="560273" y="85217"/>
                </a:lnTo>
                <a:lnTo>
                  <a:pt x="560273" y="0"/>
                </a:lnTo>
                <a:lnTo>
                  <a:pt x="16954" y="0"/>
                </a:lnTo>
                <a:lnTo>
                  <a:pt x="16954" y="85217"/>
                </a:lnTo>
                <a:lnTo>
                  <a:pt x="33045" y="85217"/>
                </a:lnTo>
                <a:lnTo>
                  <a:pt x="33045" y="127825"/>
                </a:lnTo>
                <a:lnTo>
                  <a:pt x="0" y="127825"/>
                </a:lnTo>
                <a:lnTo>
                  <a:pt x="0" y="181952"/>
                </a:lnTo>
                <a:lnTo>
                  <a:pt x="577240" y="181952"/>
                </a:lnTo>
                <a:lnTo>
                  <a:pt x="577240" y="127825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" name="object 68" descr=""/>
          <p:cNvSpPr/>
          <p:nvPr/>
        </p:nvSpPr>
        <p:spPr>
          <a:xfrm>
            <a:off x="6929799" y="5106148"/>
            <a:ext cx="577850" cy="55880"/>
          </a:xfrm>
          <a:custGeom>
            <a:avLst/>
            <a:gdLst/>
            <a:ahLst/>
            <a:cxnLst/>
            <a:rect l="l" t="t" r="r" b="b"/>
            <a:pathLst>
              <a:path w="577850" h="55879">
                <a:moveTo>
                  <a:pt x="577238" y="0"/>
                </a:moveTo>
                <a:lnTo>
                  <a:pt x="0" y="0"/>
                </a:lnTo>
                <a:lnTo>
                  <a:pt x="0" y="55767"/>
                </a:lnTo>
                <a:lnTo>
                  <a:pt x="577238" y="55767"/>
                </a:lnTo>
                <a:lnTo>
                  <a:pt x="577238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" name="object 69" descr=""/>
          <p:cNvSpPr/>
          <p:nvPr/>
        </p:nvSpPr>
        <p:spPr>
          <a:xfrm>
            <a:off x="6831393" y="5896385"/>
            <a:ext cx="774065" cy="55880"/>
          </a:xfrm>
          <a:custGeom>
            <a:avLst/>
            <a:gdLst/>
            <a:ahLst/>
            <a:cxnLst/>
            <a:rect l="l" t="t" r="r" b="b"/>
            <a:pathLst>
              <a:path w="774065" h="55879">
                <a:moveTo>
                  <a:pt x="774049" y="0"/>
                </a:moveTo>
                <a:lnTo>
                  <a:pt x="0" y="0"/>
                </a:lnTo>
                <a:lnTo>
                  <a:pt x="0" y="55767"/>
                </a:lnTo>
                <a:lnTo>
                  <a:pt x="774049" y="55767"/>
                </a:lnTo>
                <a:lnTo>
                  <a:pt x="774049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" name="object 70" descr=""/>
          <p:cNvSpPr/>
          <p:nvPr/>
        </p:nvSpPr>
        <p:spPr>
          <a:xfrm>
            <a:off x="6806107" y="5952165"/>
            <a:ext cx="824865" cy="1588135"/>
          </a:xfrm>
          <a:custGeom>
            <a:avLst/>
            <a:gdLst/>
            <a:ahLst/>
            <a:cxnLst/>
            <a:rect l="l" t="t" r="r" b="b"/>
            <a:pathLst>
              <a:path w="824865" h="1588134">
                <a:moveTo>
                  <a:pt x="824611" y="0"/>
                </a:moveTo>
                <a:lnTo>
                  <a:pt x="0" y="0"/>
                </a:lnTo>
                <a:lnTo>
                  <a:pt x="0" y="55765"/>
                </a:lnTo>
                <a:lnTo>
                  <a:pt x="36537" y="55765"/>
                </a:lnTo>
                <a:lnTo>
                  <a:pt x="31838" y="106819"/>
                </a:lnTo>
                <a:lnTo>
                  <a:pt x="27444" y="157886"/>
                </a:lnTo>
                <a:lnTo>
                  <a:pt x="23380" y="208940"/>
                </a:lnTo>
                <a:lnTo>
                  <a:pt x="19646" y="260007"/>
                </a:lnTo>
                <a:lnTo>
                  <a:pt x="16243" y="311073"/>
                </a:lnTo>
                <a:lnTo>
                  <a:pt x="13157" y="362127"/>
                </a:lnTo>
                <a:lnTo>
                  <a:pt x="10388" y="413194"/>
                </a:lnTo>
                <a:lnTo>
                  <a:pt x="7950" y="464248"/>
                </a:lnTo>
                <a:lnTo>
                  <a:pt x="5842" y="515315"/>
                </a:lnTo>
                <a:lnTo>
                  <a:pt x="4051" y="566369"/>
                </a:lnTo>
                <a:lnTo>
                  <a:pt x="2590" y="617435"/>
                </a:lnTo>
                <a:lnTo>
                  <a:pt x="1460" y="668502"/>
                </a:lnTo>
                <a:lnTo>
                  <a:pt x="647" y="719556"/>
                </a:lnTo>
                <a:lnTo>
                  <a:pt x="152" y="770623"/>
                </a:lnTo>
                <a:lnTo>
                  <a:pt x="0" y="821677"/>
                </a:lnTo>
                <a:lnTo>
                  <a:pt x="152" y="872744"/>
                </a:lnTo>
                <a:lnTo>
                  <a:pt x="647" y="923798"/>
                </a:lnTo>
                <a:lnTo>
                  <a:pt x="1460" y="974864"/>
                </a:lnTo>
                <a:lnTo>
                  <a:pt x="2590" y="1025931"/>
                </a:lnTo>
                <a:lnTo>
                  <a:pt x="4051" y="1076985"/>
                </a:lnTo>
                <a:lnTo>
                  <a:pt x="5842" y="1128052"/>
                </a:lnTo>
                <a:lnTo>
                  <a:pt x="7950" y="1179106"/>
                </a:lnTo>
                <a:lnTo>
                  <a:pt x="10388" y="1230172"/>
                </a:lnTo>
                <a:lnTo>
                  <a:pt x="13157" y="1281226"/>
                </a:lnTo>
                <a:lnTo>
                  <a:pt x="16243" y="1332293"/>
                </a:lnTo>
                <a:lnTo>
                  <a:pt x="19646" y="1383360"/>
                </a:lnTo>
                <a:lnTo>
                  <a:pt x="23380" y="1434414"/>
                </a:lnTo>
                <a:lnTo>
                  <a:pt x="27444" y="1485480"/>
                </a:lnTo>
                <a:lnTo>
                  <a:pt x="31838" y="1536534"/>
                </a:lnTo>
                <a:lnTo>
                  <a:pt x="36537" y="1587601"/>
                </a:lnTo>
                <a:lnTo>
                  <a:pt x="788060" y="1587601"/>
                </a:lnTo>
                <a:lnTo>
                  <a:pt x="792772" y="1536534"/>
                </a:lnTo>
                <a:lnTo>
                  <a:pt x="797153" y="1485480"/>
                </a:lnTo>
                <a:lnTo>
                  <a:pt x="801217" y="1434414"/>
                </a:lnTo>
                <a:lnTo>
                  <a:pt x="804951" y="1383360"/>
                </a:lnTo>
                <a:lnTo>
                  <a:pt x="808367" y="1332293"/>
                </a:lnTo>
                <a:lnTo>
                  <a:pt x="811453" y="1281226"/>
                </a:lnTo>
                <a:lnTo>
                  <a:pt x="814209" y="1230172"/>
                </a:lnTo>
                <a:lnTo>
                  <a:pt x="816648" y="1179106"/>
                </a:lnTo>
                <a:lnTo>
                  <a:pt x="818756" y="1128052"/>
                </a:lnTo>
                <a:lnTo>
                  <a:pt x="820547" y="1076985"/>
                </a:lnTo>
                <a:lnTo>
                  <a:pt x="822007" y="1025931"/>
                </a:lnTo>
                <a:lnTo>
                  <a:pt x="823150" y="974864"/>
                </a:lnTo>
                <a:lnTo>
                  <a:pt x="823963" y="923798"/>
                </a:lnTo>
                <a:lnTo>
                  <a:pt x="824445" y="872744"/>
                </a:lnTo>
                <a:lnTo>
                  <a:pt x="824611" y="821677"/>
                </a:lnTo>
                <a:lnTo>
                  <a:pt x="824445" y="770623"/>
                </a:lnTo>
                <a:lnTo>
                  <a:pt x="823963" y="719556"/>
                </a:lnTo>
                <a:lnTo>
                  <a:pt x="823150" y="668502"/>
                </a:lnTo>
                <a:lnTo>
                  <a:pt x="822007" y="617435"/>
                </a:lnTo>
                <a:lnTo>
                  <a:pt x="820547" y="566369"/>
                </a:lnTo>
                <a:lnTo>
                  <a:pt x="818756" y="515315"/>
                </a:lnTo>
                <a:lnTo>
                  <a:pt x="816648" y="464248"/>
                </a:lnTo>
                <a:lnTo>
                  <a:pt x="814209" y="413194"/>
                </a:lnTo>
                <a:lnTo>
                  <a:pt x="811453" y="362127"/>
                </a:lnTo>
                <a:lnTo>
                  <a:pt x="808367" y="311073"/>
                </a:lnTo>
                <a:lnTo>
                  <a:pt x="804951" y="260007"/>
                </a:lnTo>
                <a:lnTo>
                  <a:pt x="801217" y="208940"/>
                </a:lnTo>
                <a:lnTo>
                  <a:pt x="797153" y="157886"/>
                </a:lnTo>
                <a:lnTo>
                  <a:pt x="792772" y="106819"/>
                </a:lnTo>
                <a:lnTo>
                  <a:pt x="788060" y="55765"/>
                </a:lnTo>
                <a:lnTo>
                  <a:pt x="824611" y="55765"/>
                </a:lnTo>
                <a:lnTo>
                  <a:pt x="824611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71" name="object 71" descr=""/>
          <p:cNvGrpSpPr/>
          <p:nvPr/>
        </p:nvGrpSpPr>
        <p:grpSpPr>
          <a:xfrm>
            <a:off x="6931452" y="3537002"/>
            <a:ext cx="572770" cy="821690"/>
            <a:chOff x="6931452" y="3537002"/>
            <a:chExt cx="572770" cy="821690"/>
          </a:xfrm>
        </p:grpSpPr>
        <p:sp>
          <p:nvSpPr>
            <p:cNvPr id="72" name="object 72" descr=""/>
            <p:cNvSpPr/>
            <p:nvPr/>
          </p:nvSpPr>
          <p:spPr>
            <a:xfrm>
              <a:off x="6931452" y="3808640"/>
              <a:ext cx="572770" cy="550545"/>
            </a:xfrm>
            <a:custGeom>
              <a:avLst/>
              <a:gdLst/>
              <a:ahLst/>
              <a:cxnLst/>
              <a:rect l="l" t="t" r="r" b="b"/>
              <a:pathLst>
                <a:path w="572770" h="550545">
                  <a:moveTo>
                    <a:pt x="286965" y="0"/>
                  </a:moveTo>
                  <a:lnTo>
                    <a:pt x="239469" y="4958"/>
                  </a:lnTo>
                  <a:lnTo>
                    <a:pt x="194460" y="18926"/>
                  </a:lnTo>
                  <a:lnTo>
                    <a:pt x="152559" y="40537"/>
                  </a:lnTo>
                  <a:lnTo>
                    <a:pt x="114388" y="68429"/>
                  </a:lnTo>
                  <a:lnTo>
                    <a:pt x="80566" y="101236"/>
                  </a:lnTo>
                  <a:lnTo>
                    <a:pt x="51716" y="137596"/>
                  </a:lnTo>
                  <a:lnTo>
                    <a:pt x="28459" y="176144"/>
                  </a:lnTo>
                  <a:lnTo>
                    <a:pt x="11414" y="215516"/>
                  </a:lnTo>
                  <a:lnTo>
                    <a:pt x="1204" y="254348"/>
                  </a:lnTo>
                  <a:lnTo>
                    <a:pt x="0" y="254348"/>
                  </a:lnTo>
                  <a:lnTo>
                    <a:pt x="0" y="549993"/>
                  </a:lnTo>
                  <a:lnTo>
                    <a:pt x="571343" y="549993"/>
                  </a:lnTo>
                  <a:lnTo>
                    <a:pt x="572726" y="256505"/>
                  </a:lnTo>
                  <a:lnTo>
                    <a:pt x="562516" y="216805"/>
                  </a:lnTo>
                  <a:lnTo>
                    <a:pt x="545472" y="176813"/>
                  </a:lnTo>
                  <a:lnTo>
                    <a:pt x="522215" y="137854"/>
                  </a:lnTo>
                  <a:lnTo>
                    <a:pt x="493366" y="101253"/>
                  </a:lnTo>
                  <a:lnTo>
                    <a:pt x="459546" y="68335"/>
                  </a:lnTo>
                  <a:lnTo>
                    <a:pt x="421375" y="40426"/>
                  </a:lnTo>
                  <a:lnTo>
                    <a:pt x="379474" y="18850"/>
                  </a:lnTo>
                  <a:lnTo>
                    <a:pt x="334463" y="4933"/>
                  </a:lnTo>
                  <a:lnTo>
                    <a:pt x="286965" y="0"/>
                  </a:lnTo>
                  <a:close/>
                </a:path>
              </a:pathLst>
            </a:custGeom>
            <a:solidFill>
              <a:srgbClr val="B9E4F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3" name="object 73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170700" y="3537002"/>
              <a:ext cx="95442" cy="228883"/>
            </a:xfrm>
            <a:prstGeom prst="rect">
              <a:avLst/>
            </a:prstGeom>
          </p:spPr>
        </p:pic>
      </p:grpSp>
      <p:sp>
        <p:nvSpPr>
          <p:cNvPr id="74" name="object 74" descr=""/>
          <p:cNvSpPr/>
          <p:nvPr/>
        </p:nvSpPr>
        <p:spPr>
          <a:xfrm>
            <a:off x="6946748" y="4514868"/>
            <a:ext cx="543560" cy="452120"/>
          </a:xfrm>
          <a:custGeom>
            <a:avLst/>
            <a:gdLst/>
            <a:ahLst/>
            <a:cxnLst/>
            <a:rect l="l" t="t" r="r" b="b"/>
            <a:pathLst>
              <a:path w="543559" h="452120">
                <a:moveTo>
                  <a:pt x="543318" y="1193"/>
                </a:moveTo>
                <a:lnTo>
                  <a:pt x="482638" y="1193"/>
                </a:lnTo>
                <a:lnTo>
                  <a:pt x="482638" y="0"/>
                </a:lnTo>
                <a:lnTo>
                  <a:pt x="445795" y="0"/>
                </a:lnTo>
                <a:lnTo>
                  <a:pt x="445795" y="1193"/>
                </a:lnTo>
                <a:lnTo>
                  <a:pt x="83794" y="1193"/>
                </a:lnTo>
                <a:lnTo>
                  <a:pt x="83794" y="0"/>
                </a:lnTo>
                <a:lnTo>
                  <a:pt x="46964" y="0"/>
                </a:lnTo>
                <a:lnTo>
                  <a:pt x="46964" y="1193"/>
                </a:lnTo>
                <a:lnTo>
                  <a:pt x="0" y="1193"/>
                </a:lnTo>
                <a:lnTo>
                  <a:pt x="0" y="86588"/>
                </a:lnTo>
                <a:lnTo>
                  <a:pt x="0" y="372249"/>
                </a:lnTo>
                <a:lnTo>
                  <a:pt x="0" y="451777"/>
                </a:lnTo>
                <a:lnTo>
                  <a:pt x="46964" y="451777"/>
                </a:lnTo>
                <a:lnTo>
                  <a:pt x="83794" y="451777"/>
                </a:lnTo>
                <a:lnTo>
                  <a:pt x="445795" y="451777"/>
                </a:lnTo>
                <a:lnTo>
                  <a:pt x="482638" y="451777"/>
                </a:lnTo>
                <a:lnTo>
                  <a:pt x="543318" y="451777"/>
                </a:lnTo>
                <a:lnTo>
                  <a:pt x="543318" y="372249"/>
                </a:lnTo>
                <a:lnTo>
                  <a:pt x="543318" y="86588"/>
                </a:lnTo>
                <a:lnTo>
                  <a:pt x="543318" y="1193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" name="object 75" descr=""/>
          <p:cNvSpPr/>
          <p:nvPr/>
        </p:nvSpPr>
        <p:spPr>
          <a:xfrm>
            <a:off x="6931444" y="3807567"/>
            <a:ext cx="575945" cy="612140"/>
          </a:xfrm>
          <a:custGeom>
            <a:avLst/>
            <a:gdLst/>
            <a:ahLst/>
            <a:cxnLst/>
            <a:rect l="l" t="t" r="r" b="b"/>
            <a:pathLst>
              <a:path w="575945" h="612139">
                <a:moveTo>
                  <a:pt x="93052" y="555510"/>
                </a:moveTo>
                <a:lnTo>
                  <a:pt x="69189" y="555510"/>
                </a:lnTo>
                <a:lnTo>
                  <a:pt x="69189" y="611759"/>
                </a:lnTo>
                <a:lnTo>
                  <a:pt x="93052" y="611759"/>
                </a:lnTo>
                <a:lnTo>
                  <a:pt x="93052" y="555510"/>
                </a:lnTo>
                <a:close/>
              </a:path>
              <a:path w="575945" h="612139">
                <a:moveTo>
                  <a:pt x="200088" y="555510"/>
                </a:moveTo>
                <a:lnTo>
                  <a:pt x="176225" y="555510"/>
                </a:lnTo>
                <a:lnTo>
                  <a:pt x="176225" y="611759"/>
                </a:lnTo>
                <a:lnTo>
                  <a:pt x="200088" y="611759"/>
                </a:lnTo>
                <a:lnTo>
                  <a:pt x="200088" y="555510"/>
                </a:lnTo>
                <a:close/>
              </a:path>
              <a:path w="575945" h="612139">
                <a:moveTo>
                  <a:pt x="307124" y="555510"/>
                </a:moveTo>
                <a:lnTo>
                  <a:pt x="283260" y="555510"/>
                </a:lnTo>
                <a:lnTo>
                  <a:pt x="283260" y="611759"/>
                </a:lnTo>
                <a:lnTo>
                  <a:pt x="307124" y="611759"/>
                </a:lnTo>
                <a:lnTo>
                  <a:pt x="307124" y="555510"/>
                </a:lnTo>
                <a:close/>
              </a:path>
              <a:path w="575945" h="612139">
                <a:moveTo>
                  <a:pt x="414172" y="555510"/>
                </a:moveTo>
                <a:lnTo>
                  <a:pt x="390309" y="555510"/>
                </a:lnTo>
                <a:lnTo>
                  <a:pt x="390309" y="611759"/>
                </a:lnTo>
                <a:lnTo>
                  <a:pt x="414172" y="611759"/>
                </a:lnTo>
                <a:lnTo>
                  <a:pt x="414172" y="555510"/>
                </a:lnTo>
                <a:close/>
              </a:path>
              <a:path w="575945" h="612139">
                <a:moveTo>
                  <a:pt x="503377" y="555510"/>
                </a:moveTo>
                <a:lnTo>
                  <a:pt x="479513" y="555510"/>
                </a:lnTo>
                <a:lnTo>
                  <a:pt x="479513" y="611759"/>
                </a:lnTo>
                <a:lnTo>
                  <a:pt x="503377" y="611759"/>
                </a:lnTo>
                <a:lnTo>
                  <a:pt x="503377" y="555510"/>
                </a:lnTo>
                <a:close/>
              </a:path>
              <a:path w="575945" h="612139">
                <a:moveTo>
                  <a:pt x="575525" y="255422"/>
                </a:moveTo>
                <a:lnTo>
                  <a:pt x="572719" y="255422"/>
                </a:lnTo>
                <a:lnTo>
                  <a:pt x="562521" y="216547"/>
                </a:lnTo>
                <a:lnTo>
                  <a:pt x="545477" y="177076"/>
                </a:lnTo>
                <a:lnTo>
                  <a:pt x="533984" y="157962"/>
                </a:lnTo>
                <a:lnTo>
                  <a:pt x="522224" y="138391"/>
                </a:lnTo>
                <a:lnTo>
                  <a:pt x="493369" y="101866"/>
                </a:lnTo>
                <a:lnTo>
                  <a:pt x="459549" y="68872"/>
                </a:lnTo>
                <a:lnTo>
                  <a:pt x="421373" y="40817"/>
                </a:lnTo>
                <a:lnTo>
                  <a:pt x="379476" y="19062"/>
                </a:lnTo>
                <a:lnTo>
                  <a:pt x="334467" y="4991"/>
                </a:lnTo>
                <a:lnTo>
                  <a:pt x="286969" y="0"/>
                </a:lnTo>
                <a:lnTo>
                  <a:pt x="239471" y="4991"/>
                </a:lnTo>
                <a:lnTo>
                  <a:pt x="194462" y="19062"/>
                </a:lnTo>
                <a:lnTo>
                  <a:pt x="192722" y="19964"/>
                </a:lnTo>
                <a:lnTo>
                  <a:pt x="180035" y="26543"/>
                </a:lnTo>
                <a:lnTo>
                  <a:pt x="152552" y="40817"/>
                </a:lnTo>
                <a:lnTo>
                  <a:pt x="135610" y="53263"/>
                </a:lnTo>
                <a:lnTo>
                  <a:pt x="128905" y="58191"/>
                </a:lnTo>
                <a:lnTo>
                  <a:pt x="114388" y="68872"/>
                </a:lnTo>
                <a:lnTo>
                  <a:pt x="80568" y="101866"/>
                </a:lnTo>
                <a:lnTo>
                  <a:pt x="51714" y="138391"/>
                </a:lnTo>
                <a:lnTo>
                  <a:pt x="28460" y="177076"/>
                </a:lnTo>
                <a:lnTo>
                  <a:pt x="11417" y="216547"/>
                </a:lnTo>
                <a:lnTo>
                  <a:pt x="1206" y="255422"/>
                </a:lnTo>
                <a:lnTo>
                  <a:pt x="0" y="255422"/>
                </a:lnTo>
                <a:lnTo>
                  <a:pt x="0" y="271246"/>
                </a:lnTo>
                <a:lnTo>
                  <a:pt x="0" y="280758"/>
                </a:lnTo>
                <a:lnTo>
                  <a:pt x="0" y="304546"/>
                </a:lnTo>
                <a:lnTo>
                  <a:pt x="0" y="551065"/>
                </a:lnTo>
                <a:lnTo>
                  <a:pt x="575525" y="551065"/>
                </a:lnTo>
                <a:lnTo>
                  <a:pt x="575525" y="271386"/>
                </a:lnTo>
                <a:lnTo>
                  <a:pt x="575525" y="255422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" name="object 76" descr=""/>
          <p:cNvSpPr/>
          <p:nvPr/>
        </p:nvSpPr>
        <p:spPr>
          <a:xfrm>
            <a:off x="7207763" y="3394600"/>
            <a:ext cx="21590" cy="168275"/>
          </a:xfrm>
          <a:custGeom>
            <a:avLst/>
            <a:gdLst/>
            <a:ahLst/>
            <a:cxnLst/>
            <a:rect l="l" t="t" r="r" b="b"/>
            <a:pathLst>
              <a:path w="21590" h="168275">
                <a:moveTo>
                  <a:pt x="10659" y="0"/>
                </a:moveTo>
                <a:lnTo>
                  <a:pt x="0" y="168172"/>
                </a:lnTo>
                <a:lnTo>
                  <a:pt x="21308" y="168172"/>
                </a:lnTo>
                <a:lnTo>
                  <a:pt x="10659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" name="object 77" descr=""/>
          <p:cNvSpPr/>
          <p:nvPr/>
        </p:nvSpPr>
        <p:spPr>
          <a:xfrm>
            <a:off x="6858393" y="5207907"/>
            <a:ext cx="720090" cy="688975"/>
          </a:xfrm>
          <a:custGeom>
            <a:avLst/>
            <a:gdLst/>
            <a:ahLst/>
            <a:cxnLst/>
            <a:rect l="l" t="t" r="r" b="b"/>
            <a:pathLst>
              <a:path w="720090" h="688975">
                <a:moveTo>
                  <a:pt x="720039" y="632218"/>
                </a:moveTo>
                <a:lnTo>
                  <a:pt x="694893" y="632218"/>
                </a:lnTo>
                <a:lnTo>
                  <a:pt x="651103" y="56273"/>
                </a:lnTo>
                <a:lnTo>
                  <a:pt x="666826" y="56273"/>
                </a:lnTo>
                <a:lnTo>
                  <a:pt x="666826" y="0"/>
                </a:lnTo>
                <a:lnTo>
                  <a:pt x="53213" y="0"/>
                </a:lnTo>
                <a:lnTo>
                  <a:pt x="53213" y="56273"/>
                </a:lnTo>
                <a:lnTo>
                  <a:pt x="71386" y="56273"/>
                </a:lnTo>
                <a:lnTo>
                  <a:pt x="28003" y="632218"/>
                </a:lnTo>
                <a:lnTo>
                  <a:pt x="0" y="632218"/>
                </a:lnTo>
                <a:lnTo>
                  <a:pt x="0" y="688479"/>
                </a:lnTo>
                <a:lnTo>
                  <a:pt x="720039" y="688479"/>
                </a:lnTo>
                <a:lnTo>
                  <a:pt x="720039" y="632218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78" name="object 78" descr=""/>
          <p:cNvGrpSpPr/>
          <p:nvPr/>
        </p:nvGrpSpPr>
        <p:grpSpPr>
          <a:xfrm>
            <a:off x="6810631" y="6007911"/>
            <a:ext cx="820419" cy="1532255"/>
            <a:chOff x="6810631" y="6007911"/>
            <a:chExt cx="820419" cy="1532255"/>
          </a:xfrm>
        </p:grpSpPr>
        <p:sp>
          <p:nvSpPr>
            <p:cNvPr id="79" name="object 79" descr=""/>
            <p:cNvSpPr/>
            <p:nvPr/>
          </p:nvSpPr>
          <p:spPr>
            <a:xfrm>
              <a:off x="6810628" y="6007931"/>
              <a:ext cx="820419" cy="1532255"/>
            </a:xfrm>
            <a:custGeom>
              <a:avLst/>
              <a:gdLst/>
              <a:ahLst/>
              <a:cxnLst/>
              <a:rect l="l" t="t" r="r" b="b"/>
              <a:pathLst>
                <a:path w="820420" h="1532254">
                  <a:moveTo>
                    <a:pt x="820089" y="765911"/>
                  </a:moveTo>
                  <a:lnTo>
                    <a:pt x="819924" y="714857"/>
                  </a:lnTo>
                  <a:lnTo>
                    <a:pt x="819442" y="663790"/>
                  </a:lnTo>
                  <a:lnTo>
                    <a:pt x="818642" y="612736"/>
                  </a:lnTo>
                  <a:lnTo>
                    <a:pt x="817511" y="561670"/>
                  </a:lnTo>
                  <a:lnTo>
                    <a:pt x="816051" y="510603"/>
                  </a:lnTo>
                  <a:lnTo>
                    <a:pt x="814273" y="459549"/>
                  </a:lnTo>
                  <a:lnTo>
                    <a:pt x="812177" y="408482"/>
                  </a:lnTo>
                  <a:lnTo>
                    <a:pt x="809752" y="357428"/>
                  </a:lnTo>
                  <a:lnTo>
                    <a:pt x="807008" y="306362"/>
                  </a:lnTo>
                  <a:lnTo>
                    <a:pt x="803935" y="255308"/>
                  </a:lnTo>
                  <a:lnTo>
                    <a:pt x="800544" y="204241"/>
                  </a:lnTo>
                  <a:lnTo>
                    <a:pt x="796823" y="153174"/>
                  </a:lnTo>
                  <a:lnTo>
                    <a:pt x="792784" y="102120"/>
                  </a:lnTo>
                  <a:lnTo>
                    <a:pt x="788428" y="51054"/>
                  </a:lnTo>
                  <a:lnTo>
                    <a:pt x="783742" y="0"/>
                  </a:lnTo>
                  <a:lnTo>
                    <a:pt x="36347" y="0"/>
                  </a:lnTo>
                  <a:lnTo>
                    <a:pt x="31661" y="51054"/>
                  </a:lnTo>
                  <a:lnTo>
                    <a:pt x="27305" y="102120"/>
                  </a:lnTo>
                  <a:lnTo>
                    <a:pt x="23266" y="153174"/>
                  </a:lnTo>
                  <a:lnTo>
                    <a:pt x="21120" y="182613"/>
                  </a:lnTo>
                  <a:lnTo>
                    <a:pt x="19659" y="202653"/>
                  </a:lnTo>
                  <a:lnTo>
                    <a:pt x="19545" y="204228"/>
                  </a:lnTo>
                  <a:lnTo>
                    <a:pt x="18770" y="215900"/>
                  </a:lnTo>
                  <a:lnTo>
                    <a:pt x="16154" y="255308"/>
                  </a:lnTo>
                  <a:lnTo>
                    <a:pt x="13081" y="306362"/>
                  </a:lnTo>
                  <a:lnTo>
                    <a:pt x="11506" y="335648"/>
                  </a:lnTo>
                  <a:lnTo>
                    <a:pt x="11404" y="337515"/>
                  </a:lnTo>
                  <a:lnTo>
                    <a:pt x="7912" y="408482"/>
                  </a:lnTo>
                  <a:lnTo>
                    <a:pt x="5905" y="457327"/>
                  </a:lnTo>
                  <a:lnTo>
                    <a:pt x="4038" y="510603"/>
                  </a:lnTo>
                  <a:lnTo>
                    <a:pt x="2578" y="561670"/>
                  </a:lnTo>
                  <a:lnTo>
                    <a:pt x="1447" y="612736"/>
                  </a:lnTo>
                  <a:lnTo>
                    <a:pt x="711" y="659434"/>
                  </a:lnTo>
                  <a:lnTo>
                    <a:pt x="152" y="714857"/>
                  </a:lnTo>
                  <a:lnTo>
                    <a:pt x="114" y="727290"/>
                  </a:lnTo>
                  <a:lnTo>
                    <a:pt x="50" y="747420"/>
                  </a:lnTo>
                  <a:lnTo>
                    <a:pt x="0" y="765911"/>
                  </a:lnTo>
                  <a:lnTo>
                    <a:pt x="101" y="800061"/>
                  </a:lnTo>
                  <a:lnTo>
                    <a:pt x="101" y="800201"/>
                  </a:lnTo>
                  <a:lnTo>
                    <a:pt x="647" y="868032"/>
                  </a:lnTo>
                  <a:lnTo>
                    <a:pt x="1447" y="919099"/>
                  </a:lnTo>
                  <a:lnTo>
                    <a:pt x="2095" y="948423"/>
                  </a:lnTo>
                  <a:lnTo>
                    <a:pt x="2578" y="970165"/>
                  </a:lnTo>
                  <a:lnTo>
                    <a:pt x="3111" y="988847"/>
                  </a:lnTo>
                  <a:lnTo>
                    <a:pt x="3225" y="993140"/>
                  </a:lnTo>
                  <a:lnTo>
                    <a:pt x="4038" y="1021219"/>
                  </a:lnTo>
                  <a:lnTo>
                    <a:pt x="5816" y="1072286"/>
                  </a:lnTo>
                  <a:lnTo>
                    <a:pt x="7912" y="1123340"/>
                  </a:lnTo>
                  <a:lnTo>
                    <a:pt x="10337" y="1174407"/>
                  </a:lnTo>
                  <a:lnTo>
                    <a:pt x="13081" y="1225461"/>
                  </a:lnTo>
                  <a:lnTo>
                    <a:pt x="16154" y="1276527"/>
                  </a:lnTo>
                  <a:lnTo>
                    <a:pt x="19545" y="1327594"/>
                  </a:lnTo>
                  <a:lnTo>
                    <a:pt x="23266" y="1378648"/>
                  </a:lnTo>
                  <a:lnTo>
                    <a:pt x="27305" y="1429715"/>
                  </a:lnTo>
                  <a:lnTo>
                    <a:pt x="31661" y="1480769"/>
                  </a:lnTo>
                  <a:lnTo>
                    <a:pt x="36347" y="1531835"/>
                  </a:lnTo>
                  <a:lnTo>
                    <a:pt x="783742" y="1531835"/>
                  </a:lnTo>
                  <a:lnTo>
                    <a:pt x="788428" y="1480769"/>
                  </a:lnTo>
                  <a:lnTo>
                    <a:pt x="792784" y="1429715"/>
                  </a:lnTo>
                  <a:lnTo>
                    <a:pt x="796823" y="1378648"/>
                  </a:lnTo>
                  <a:lnTo>
                    <a:pt x="800544" y="1327594"/>
                  </a:lnTo>
                  <a:lnTo>
                    <a:pt x="803935" y="1276527"/>
                  </a:lnTo>
                  <a:lnTo>
                    <a:pt x="807008" y="1225461"/>
                  </a:lnTo>
                  <a:lnTo>
                    <a:pt x="809752" y="1174407"/>
                  </a:lnTo>
                  <a:lnTo>
                    <a:pt x="812177" y="1123340"/>
                  </a:lnTo>
                  <a:lnTo>
                    <a:pt x="814273" y="1072286"/>
                  </a:lnTo>
                  <a:lnTo>
                    <a:pt x="816051" y="1021219"/>
                  </a:lnTo>
                  <a:lnTo>
                    <a:pt x="817511" y="970165"/>
                  </a:lnTo>
                  <a:lnTo>
                    <a:pt x="818642" y="919099"/>
                  </a:lnTo>
                  <a:lnTo>
                    <a:pt x="819442" y="868032"/>
                  </a:lnTo>
                  <a:lnTo>
                    <a:pt x="819924" y="816978"/>
                  </a:lnTo>
                  <a:lnTo>
                    <a:pt x="820089" y="765911"/>
                  </a:lnTo>
                  <a:close/>
                </a:path>
              </a:pathLst>
            </a:custGeom>
            <a:solidFill>
              <a:srgbClr val="B9E4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 descr=""/>
            <p:cNvSpPr/>
            <p:nvPr/>
          </p:nvSpPr>
          <p:spPr>
            <a:xfrm>
              <a:off x="6817944" y="6007918"/>
              <a:ext cx="812800" cy="1532255"/>
            </a:xfrm>
            <a:custGeom>
              <a:avLst/>
              <a:gdLst/>
              <a:ahLst/>
              <a:cxnLst/>
              <a:rect l="l" t="t" r="r" b="b"/>
              <a:pathLst>
                <a:path w="812800" h="1532254">
                  <a:moveTo>
                    <a:pt x="21920" y="1332776"/>
                  </a:moveTo>
                  <a:lnTo>
                    <a:pt x="12611" y="1332776"/>
                  </a:lnTo>
                  <a:lnTo>
                    <a:pt x="14338" y="1356550"/>
                  </a:lnTo>
                  <a:lnTo>
                    <a:pt x="21920" y="1356550"/>
                  </a:lnTo>
                  <a:lnTo>
                    <a:pt x="21920" y="1332776"/>
                  </a:lnTo>
                  <a:close/>
                </a:path>
                <a:path w="812800" h="1532254">
                  <a:moveTo>
                    <a:pt x="28536" y="1192149"/>
                  </a:moveTo>
                  <a:lnTo>
                    <a:pt x="3975" y="1192149"/>
                  </a:lnTo>
                  <a:lnTo>
                    <a:pt x="5257" y="1215936"/>
                  </a:lnTo>
                  <a:lnTo>
                    <a:pt x="28536" y="1215936"/>
                  </a:lnTo>
                  <a:lnTo>
                    <a:pt x="28536" y="1192149"/>
                  </a:lnTo>
                  <a:close/>
                </a:path>
                <a:path w="812800" h="1532254">
                  <a:moveTo>
                    <a:pt x="33782" y="1457363"/>
                  </a:moveTo>
                  <a:lnTo>
                    <a:pt x="22352" y="1457363"/>
                  </a:lnTo>
                  <a:lnTo>
                    <a:pt x="24384" y="1481137"/>
                  </a:lnTo>
                  <a:lnTo>
                    <a:pt x="33782" y="1481137"/>
                  </a:lnTo>
                  <a:lnTo>
                    <a:pt x="33782" y="1457363"/>
                  </a:lnTo>
                  <a:close/>
                </a:path>
                <a:path w="812800" h="1532254">
                  <a:moveTo>
                    <a:pt x="64414" y="1521561"/>
                  </a:moveTo>
                  <a:lnTo>
                    <a:pt x="28092" y="1521561"/>
                  </a:lnTo>
                  <a:lnTo>
                    <a:pt x="29032" y="1531848"/>
                  </a:lnTo>
                  <a:lnTo>
                    <a:pt x="64414" y="1531848"/>
                  </a:lnTo>
                  <a:lnTo>
                    <a:pt x="64414" y="1521561"/>
                  </a:lnTo>
                  <a:close/>
                </a:path>
                <a:path w="812800" h="1532254">
                  <a:moveTo>
                    <a:pt x="81356" y="577850"/>
                  </a:moveTo>
                  <a:lnTo>
                    <a:pt x="0" y="577850"/>
                  </a:lnTo>
                  <a:lnTo>
                    <a:pt x="0" y="601624"/>
                  </a:lnTo>
                  <a:lnTo>
                    <a:pt x="81356" y="601624"/>
                  </a:lnTo>
                  <a:lnTo>
                    <a:pt x="81356" y="577850"/>
                  </a:lnTo>
                  <a:close/>
                </a:path>
                <a:path w="812800" h="1532254">
                  <a:moveTo>
                    <a:pt x="83515" y="1402270"/>
                  </a:moveTo>
                  <a:lnTo>
                    <a:pt x="17818" y="1402270"/>
                  </a:lnTo>
                  <a:lnTo>
                    <a:pt x="19697" y="1426044"/>
                  </a:lnTo>
                  <a:lnTo>
                    <a:pt x="83515" y="1426044"/>
                  </a:lnTo>
                  <a:lnTo>
                    <a:pt x="83515" y="1402270"/>
                  </a:lnTo>
                  <a:close/>
                </a:path>
                <a:path w="812800" h="1532254">
                  <a:moveTo>
                    <a:pt x="122326" y="1220165"/>
                  </a:moveTo>
                  <a:lnTo>
                    <a:pt x="40970" y="1220165"/>
                  </a:lnTo>
                  <a:lnTo>
                    <a:pt x="40970" y="1243939"/>
                  </a:lnTo>
                  <a:lnTo>
                    <a:pt x="122326" y="1243939"/>
                  </a:lnTo>
                  <a:lnTo>
                    <a:pt x="122326" y="1220165"/>
                  </a:lnTo>
                  <a:close/>
                </a:path>
                <a:path w="812800" h="1532254">
                  <a:moveTo>
                    <a:pt x="127584" y="1485366"/>
                  </a:moveTo>
                  <a:lnTo>
                    <a:pt x="46228" y="1485366"/>
                  </a:lnTo>
                  <a:lnTo>
                    <a:pt x="46228" y="1509141"/>
                  </a:lnTo>
                  <a:lnTo>
                    <a:pt x="127584" y="1509141"/>
                  </a:lnTo>
                  <a:lnTo>
                    <a:pt x="127584" y="1485366"/>
                  </a:lnTo>
                  <a:close/>
                </a:path>
                <a:path w="812800" h="1532254">
                  <a:moveTo>
                    <a:pt x="132207" y="544563"/>
                  </a:moveTo>
                  <a:lnTo>
                    <a:pt x="50850" y="544563"/>
                  </a:lnTo>
                  <a:lnTo>
                    <a:pt x="50850" y="568337"/>
                  </a:lnTo>
                  <a:lnTo>
                    <a:pt x="132207" y="568337"/>
                  </a:lnTo>
                  <a:lnTo>
                    <a:pt x="132207" y="544563"/>
                  </a:lnTo>
                  <a:close/>
                </a:path>
                <a:path w="812800" h="1532254">
                  <a:moveTo>
                    <a:pt x="134366" y="1368971"/>
                  </a:moveTo>
                  <a:lnTo>
                    <a:pt x="52997" y="1368971"/>
                  </a:lnTo>
                  <a:lnTo>
                    <a:pt x="52997" y="1392758"/>
                  </a:lnTo>
                  <a:lnTo>
                    <a:pt x="134366" y="1392758"/>
                  </a:lnTo>
                  <a:lnTo>
                    <a:pt x="134366" y="1368971"/>
                  </a:lnTo>
                  <a:close/>
                </a:path>
                <a:path w="812800" h="1532254">
                  <a:moveTo>
                    <a:pt x="152603" y="1301546"/>
                  </a:moveTo>
                  <a:lnTo>
                    <a:pt x="71247" y="1301546"/>
                  </a:lnTo>
                  <a:lnTo>
                    <a:pt x="71247" y="1325333"/>
                  </a:lnTo>
                  <a:lnTo>
                    <a:pt x="152603" y="1325333"/>
                  </a:lnTo>
                  <a:lnTo>
                    <a:pt x="152603" y="1301546"/>
                  </a:lnTo>
                  <a:close/>
                </a:path>
                <a:path w="812800" h="1532254">
                  <a:moveTo>
                    <a:pt x="162826" y="608761"/>
                  </a:moveTo>
                  <a:lnTo>
                    <a:pt x="81470" y="608761"/>
                  </a:lnTo>
                  <a:lnTo>
                    <a:pt x="81470" y="632548"/>
                  </a:lnTo>
                  <a:lnTo>
                    <a:pt x="162826" y="632548"/>
                  </a:lnTo>
                  <a:lnTo>
                    <a:pt x="162826" y="608761"/>
                  </a:lnTo>
                  <a:close/>
                </a:path>
                <a:path w="812800" h="1532254">
                  <a:moveTo>
                    <a:pt x="164985" y="1433182"/>
                  </a:moveTo>
                  <a:lnTo>
                    <a:pt x="83616" y="1433182"/>
                  </a:lnTo>
                  <a:lnTo>
                    <a:pt x="83616" y="1456956"/>
                  </a:lnTo>
                  <a:lnTo>
                    <a:pt x="164985" y="1456956"/>
                  </a:lnTo>
                  <a:lnTo>
                    <a:pt x="164985" y="1433182"/>
                  </a:lnTo>
                  <a:close/>
                </a:path>
                <a:path w="812800" h="1532254">
                  <a:moveTo>
                    <a:pt x="203454" y="1268247"/>
                  </a:moveTo>
                  <a:lnTo>
                    <a:pt x="122085" y="1268247"/>
                  </a:lnTo>
                  <a:lnTo>
                    <a:pt x="122085" y="1292034"/>
                  </a:lnTo>
                  <a:lnTo>
                    <a:pt x="203454" y="1292034"/>
                  </a:lnTo>
                  <a:lnTo>
                    <a:pt x="203454" y="1268247"/>
                  </a:lnTo>
                  <a:close/>
                </a:path>
                <a:path w="812800" h="1532254">
                  <a:moveTo>
                    <a:pt x="225996" y="572554"/>
                  </a:moveTo>
                  <a:lnTo>
                    <a:pt x="144627" y="572554"/>
                  </a:lnTo>
                  <a:lnTo>
                    <a:pt x="144627" y="596341"/>
                  </a:lnTo>
                  <a:lnTo>
                    <a:pt x="225996" y="596341"/>
                  </a:lnTo>
                  <a:lnTo>
                    <a:pt x="225996" y="572554"/>
                  </a:lnTo>
                  <a:close/>
                </a:path>
                <a:path w="812800" h="1532254">
                  <a:moveTo>
                    <a:pt x="228155" y="1396987"/>
                  </a:moveTo>
                  <a:lnTo>
                    <a:pt x="146799" y="1396987"/>
                  </a:lnTo>
                  <a:lnTo>
                    <a:pt x="146799" y="1420761"/>
                  </a:lnTo>
                  <a:lnTo>
                    <a:pt x="228155" y="1420761"/>
                  </a:lnTo>
                  <a:lnTo>
                    <a:pt x="228155" y="1396987"/>
                  </a:lnTo>
                  <a:close/>
                </a:path>
                <a:path w="812800" h="1532254">
                  <a:moveTo>
                    <a:pt x="234086" y="1332458"/>
                  </a:moveTo>
                  <a:lnTo>
                    <a:pt x="152730" y="1332458"/>
                  </a:lnTo>
                  <a:lnTo>
                    <a:pt x="152730" y="1356245"/>
                  </a:lnTo>
                  <a:lnTo>
                    <a:pt x="234086" y="1356245"/>
                  </a:lnTo>
                  <a:lnTo>
                    <a:pt x="234086" y="1332458"/>
                  </a:lnTo>
                  <a:close/>
                </a:path>
                <a:path w="812800" h="1532254">
                  <a:moveTo>
                    <a:pt x="235089" y="1503235"/>
                  </a:moveTo>
                  <a:lnTo>
                    <a:pt x="153733" y="1503235"/>
                  </a:lnTo>
                  <a:lnTo>
                    <a:pt x="153733" y="1527022"/>
                  </a:lnTo>
                  <a:lnTo>
                    <a:pt x="235089" y="1527022"/>
                  </a:lnTo>
                  <a:lnTo>
                    <a:pt x="235089" y="1503235"/>
                  </a:lnTo>
                  <a:close/>
                </a:path>
                <a:path w="812800" h="1532254">
                  <a:moveTo>
                    <a:pt x="297243" y="1296263"/>
                  </a:moveTo>
                  <a:lnTo>
                    <a:pt x="215887" y="1296263"/>
                  </a:lnTo>
                  <a:lnTo>
                    <a:pt x="215887" y="1320038"/>
                  </a:lnTo>
                  <a:lnTo>
                    <a:pt x="297243" y="1320038"/>
                  </a:lnTo>
                  <a:lnTo>
                    <a:pt x="297243" y="1296263"/>
                  </a:lnTo>
                  <a:close/>
                </a:path>
                <a:path w="812800" h="1532254">
                  <a:moveTo>
                    <a:pt x="306920" y="1446657"/>
                  </a:moveTo>
                  <a:lnTo>
                    <a:pt x="225564" y="1446657"/>
                  </a:lnTo>
                  <a:lnTo>
                    <a:pt x="225564" y="1470431"/>
                  </a:lnTo>
                  <a:lnTo>
                    <a:pt x="306920" y="1470431"/>
                  </a:lnTo>
                  <a:lnTo>
                    <a:pt x="306920" y="1446657"/>
                  </a:lnTo>
                  <a:close/>
                </a:path>
                <a:path w="812800" h="1532254">
                  <a:moveTo>
                    <a:pt x="328891" y="1531251"/>
                  </a:moveTo>
                  <a:lnTo>
                    <a:pt x="247523" y="1531251"/>
                  </a:lnTo>
                  <a:lnTo>
                    <a:pt x="247523" y="1531848"/>
                  </a:lnTo>
                  <a:lnTo>
                    <a:pt x="328891" y="1531848"/>
                  </a:lnTo>
                  <a:lnTo>
                    <a:pt x="328891" y="1531251"/>
                  </a:lnTo>
                  <a:close/>
                </a:path>
                <a:path w="812800" h="1532254">
                  <a:moveTo>
                    <a:pt x="357771" y="1413357"/>
                  </a:moveTo>
                  <a:lnTo>
                    <a:pt x="276415" y="1413357"/>
                  </a:lnTo>
                  <a:lnTo>
                    <a:pt x="276415" y="1437132"/>
                  </a:lnTo>
                  <a:lnTo>
                    <a:pt x="357771" y="1437132"/>
                  </a:lnTo>
                  <a:lnTo>
                    <a:pt x="357771" y="1413357"/>
                  </a:lnTo>
                  <a:close/>
                </a:path>
                <a:path w="812800" h="1532254">
                  <a:moveTo>
                    <a:pt x="370484" y="1333957"/>
                  </a:moveTo>
                  <a:lnTo>
                    <a:pt x="289115" y="1333957"/>
                  </a:lnTo>
                  <a:lnTo>
                    <a:pt x="289115" y="1357731"/>
                  </a:lnTo>
                  <a:lnTo>
                    <a:pt x="370484" y="1357731"/>
                  </a:lnTo>
                  <a:lnTo>
                    <a:pt x="370484" y="1333957"/>
                  </a:lnTo>
                  <a:close/>
                </a:path>
                <a:path w="812800" h="1532254">
                  <a:moveTo>
                    <a:pt x="388404" y="1477568"/>
                  </a:moveTo>
                  <a:lnTo>
                    <a:pt x="307047" y="1477568"/>
                  </a:lnTo>
                  <a:lnTo>
                    <a:pt x="307047" y="1501343"/>
                  </a:lnTo>
                  <a:lnTo>
                    <a:pt x="388404" y="1501343"/>
                  </a:lnTo>
                  <a:lnTo>
                    <a:pt x="388404" y="1477568"/>
                  </a:lnTo>
                  <a:close/>
                </a:path>
                <a:path w="812800" h="1532254">
                  <a:moveTo>
                    <a:pt x="421335" y="1300670"/>
                  </a:moveTo>
                  <a:lnTo>
                    <a:pt x="339979" y="1300670"/>
                  </a:lnTo>
                  <a:lnTo>
                    <a:pt x="339979" y="1324444"/>
                  </a:lnTo>
                  <a:lnTo>
                    <a:pt x="421335" y="1324444"/>
                  </a:lnTo>
                  <a:lnTo>
                    <a:pt x="421335" y="1300670"/>
                  </a:lnTo>
                  <a:close/>
                </a:path>
                <a:path w="812800" h="1532254">
                  <a:moveTo>
                    <a:pt x="434911" y="596455"/>
                  </a:moveTo>
                  <a:lnTo>
                    <a:pt x="353542" y="596455"/>
                  </a:lnTo>
                  <a:lnTo>
                    <a:pt x="353542" y="620229"/>
                  </a:lnTo>
                  <a:lnTo>
                    <a:pt x="434911" y="620229"/>
                  </a:lnTo>
                  <a:lnTo>
                    <a:pt x="434911" y="596455"/>
                  </a:lnTo>
                  <a:close/>
                </a:path>
                <a:path w="812800" h="1532254">
                  <a:moveTo>
                    <a:pt x="451561" y="1441373"/>
                  </a:moveTo>
                  <a:lnTo>
                    <a:pt x="370192" y="1441373"/>
                  </a:lnTo>
                  <a:lnTo>
                    <a:pt x="370192" y="1465148"/>
                  </a:lnTo>
                  <a:lnTo>
                    <a:pt x="451561" y="1465148"/>
                  </a:lnTo>
                  <a:lnTo>
                    <a:pt x="451561" y="1441373"/>
                  </a:lnTo>
                  <a:close/>
                </a:path>
                <a:path w="812800" h="1532254">
                  <a:moveTo>
                    <a:pt x="451967" y="1364881"/>
                  </a:moveTo>
                  <a:lnTo>
                    <a:pt x="370611" y="1364881"/>
                  </a:lnTo>
                  <a:lnTo>
                    <a:pt x="370611" y="1388656"/>
                  </a:lnTo>
                  <a:lnTo>
                    <a:pt x="451967" y="1388656"/>
                  </a:lnTo>
                  <a:lnTo>
                    <a:pt x="451967" y="1364881"/>
                  </a:lnTo>
                  <a:close/>
                </a:path>
                <a:path w="812800" h="1532254">
                  <a:moveTo>
                    <a:pt x="453123" y="71551"/>
                  </a:moveTo>
                  <a:lnTo>
                    <a:pt x="371767" y="71551"/>
                  </a:lnTo>
                  <a:lnTo>
                    <a:pt x="371767" y="95326"/>
                  </a:lnTo>
                  <a:lnTo>
                    <a:pt x="453123" y="95326"/>
                  </a:lnTo>
                  <a:lnTo>
                    <a:pt x="453123" y="71551"/>
                  </a:lnTo>
                  <a:close/>
                </a:path>
                <a:path w="812800" h="1532254">
                  <a:moveTo>
                    <a:pt x="485762" y="563168"/>
                  </a:moveTo>
                  <a:lnTo>
                    <a:pt x="404393" y="563168"/>
                  </a:lnTo>
                  <a:lnTo>
                    <a:pt x="404393" y="586943"/>
                  </a:lnTo>
                  <a:lnTo>
                    <a:pt x="485762" y="586943"/>
                  </a:lnTo>
                  <a:lnTo>
                    <a:pt x="485762" y="563168"/>
                  </a:lnTo>
                  <a:close/>
                </a:path>
                <a:path w="812800" h="1532254">
                  <a:moveTo>
                    <a:pt x="503974" y="38252"/>
                  </a:moveTo>
                  <a:lnTo>
                    <a:pt x="422617" y="38252"/>
                  </a:lnTo>
                  <a:lnTo>
                    <a:pt x="422617" y="62026"/>
                  </a:lnTo>
                  <a:lnTo>
                    <a:pt x="503974" y="62026"/>
                  </a:lnTo>
                  <a:lnTo>
                    <a:pt x="503974" y="38252"/>
                  </a:lnTo>
                  <a:close/>
                </a:path>
                <a:path w="812800" h="1532254">
                  <a:moveTo>
                    <a:pt x="515137" y="1328686"/>
                  </a:moveTo>
                  <a:lnTo>
                    <a:pt x="433768" y="1328686"/>
                  </a:lnTo>
                  <a:lnTo>
                    <a:pt x="433768" y="1352461"/>
                  </a:lnTo>
                  <a:lnTo>
                    <a:pt x="515137" y="1352461"/>
                  </a:lnTo>
                  <a:lnTo>
                    <a:pt x="515137" y="1328686"/>
                  </a:lnTo>
                  <a:close/>
                </a:path>
                <a:path w="812800" h="1532254">
                  <a:moveTo>
                    <a:pt x="516394" y="627367"/>
                  </a:moveTo>
                  <a:lnTo>
                    <a:pt x="435038" y="627367"/>
                  </a:lnTo>
                  <a:lnTo>
                    <a:pt x="435038" y="651154"/>
                  </a:lnTo>
                  <a:lnTo>
                    <a:pt x="516394" y="651154"/>
                  </a:lnTo>
                  <a:lnTo>
                    <a:pt x="516394" y="627367"/>
                  </a:lnTo>
                  <a:close/>
                </a:path>
                <a:path w="812800" h="1532254">
                  <a:moveTo>
                    <a:pt x="534606" y="102450"/>
                  </a:moveTo>
                  <a:lnTo>
                    <a:pt x="453237" y="102450"/>
                  </a:lnTo>
                  <a:lnTo>
                    <a:pt x="453237" y="126238"/>
                  </a:lnTo>
                  <a:lnTo>
                    <a:pt x="534606" y="126238"/>
                  </a:lnTo>
                  <a:lnTo>
                    <a:pt x="534606" y="102450"/>
                  </a:lnTo>
                  <a:close/>
                </a:path>
                <a:path w="812800" h="1532254">
                  <a:moveTo>
                    <a:pt x="535330" y="483844"/>
                  </a:moveTo>
                  <a:lnTo>
                    <a:pt x="453974" y="483844"/>
                  </a:lnTo>
                  <a:lnTo>
                    <a:pt x="453974" y="507631"/>
                  </a:lnTo>
                  <a:lnTo>
                    <a:pt x="535330" y="507631"/>
                  </a:lnTo>
                  <a:lnTo>
                    <a:pt x="535330" y="483844"/>
                  </a:lnTo>
                  <a:close/>
                </a:path>
                <a:path w="812800" h="1532254">
                  <a:moveTo>
                    <a:pt x="540588" y="749046"/>
                  </a:moveTo>
                  <a:lnTo>
                    <a:pt x="459232" y="749046"/>
                  </a:lnTo>
                  <a:lnTo>
                    <a:pt x="459232" y="772820"/>
                  </a:lnTo>
                  <a:lnTo>
                    <a:pt x="540588" y="772820"/>
                  </a:lnTo>
                  <a:lnTo>
                    <a:pt x="540588" y="749046"/>
                  </a:lnTo>
                  <a:close/>
                </a:path>
                <a:path w="812800" h="1532254">
                  <a:moveTo>
                    <a:pt x="558787" y="224142"/>
                  </a:moveTo>
                  <a:lnTo>
                    <a:pt x="477431" y="224142"/>
                  </a:lnTo>
                  <a:lnTo>
                    <a:pt x="477431" y="247916"/>
                  </a:lnTo>
                  <a:lnTo>
                    <a:pt x="558787" y="247916"/>
                  </a:lnTo>
                  <a:lnTo>
                    <a:pt x="558787" y="224142"/>
                  </a:lnTo>
                  <a:close/>
                </a:path>
                <a:path w="812800" h="1532254">
                  <a:moveTo>
                    <a:pt x="579564" y="591172"/>
                  </a:moveTo>
                  <a:lnTo>
                    <a:pt x="498195" y="591172"/>
                  </a:lnTo>
                  <a:lnTo>
                    <a:pt x="498195" y="614959"/>
                  </a:lnTo>
                  <a:lnTo>
                    <a:pt x="579564" y="614959"/>
                  </a:lnTo>
                  <a:lnTo>
                    <a:pt x="579564" y="591172"/>
                  </a:lnTo>
                  <a:close/>
                </a:path>
                <a:path w="812800" h="1532254">
                  <a:moveTo>
                    <a:pt x="586181" y="450545"/>
                  </a:moveTo>
                  <a:lnTo>
                    <a:pt x="504825" y="450545"/>
                  </a:lnTo>
                  <a:lnTo>
                    <a:pt x="504825" y="474332"/>
                  </a:lnTo>
                  <a:lnTo>
                    <a:pt x="586181" y="474332"/>
                  </a:lnTo>
                  <a:lnTo>
                    <a:pt x="586181" y="450545"/>
                  </a:lnTo>
                  <a:close/>
                </a:path>
                <a:path w="812800" h="1532254">
                  <a:moveTo>
                    <a:pt x="591426" y="715759"/>
                  </a:moveTo>
                  <a:lnTo>
                    <a:pt x="510070" y="715759"/>
                  </a:lnTo>
                  <a:lnTo>
                    <a:pt x="510070" y="739533"/>
                  </a:lnTo>
                  <a:lnTo>
                    <a:pt x="591426" y="739533"/>
                  </a:lnTo>
                  <a:lnTo>
                    <a:pt x="591426" y="715759"/>
                  </a:lnTo>
                  <a:close/>
                </a:path>
                <a:path w="812800" h="1532254">
                  <a:moveTo>
                    <a:pt x="596633" y="660654"/>
                  </a:moveTo>
                  <a:lnTo>
                    <a:pt x="559803" y="660654"/>
                  </a:lnTo>
                  <a:lnTo>
                    <a:pt x="559803" y="684441"/>
                  </a:lnTo>
                  <a:lnTo>
                    <a:pt x="596633" y="684441"/>
                  </a:lnTo>
                  <a:lnTo>
                    <a:pt x="596633" y="660654"/>
                  </a:lnTo>
                  <a:close/>
                </a:path>
                <a:path w="812800" h="1532254">
                  <a:moveTo>
                    <a:pt x="597776" y="66255"/>
                  </a:moveTo>
                  <a:lnTo>
                    <a:pt x="516407" y="66255"/>
                  </a:lnTo>
                  <a:lnTo>
                    <a:pt x="516407" y="90043"/>
                  </a:lnTo>
                  <a:lnTo>
                    <a:pt x="597776" y="90043"/>
                  </a:lnTo>
                  <a:lnTo>
                    <a:pt x="597776" y="66255"/>
                  </a:lnTo>
                  <a:close/>
                </a:path>
                <a:path w="812800" h="1532254">
                  <a:moveTo>
                    <a:pt x="609638" y="190842"/>
                  </a:moveTo>
                  <a:lnTo>
                    <a:pt x="528281" y="190842"/>
                  </a:lnTo>
                  <a:lnTo>
                    <a:pt x="528281" y="214617"/>
                  </a:lnTo>
                  <a:lnTo>
                    <a:pt x="609638" y="214617"/>
                  </a:lnTo>
                  <a:lnTo>
                    <a:pt x="609638" y="190842"/>
                  </a:lnTo>
                  <a:close/>
                </a:path>
                <a:path w="812800" h="1532254">
                  <a:moveTo>
                    <a:pt x="616813" y="514756"/>
                  </a:moveTo>
                  <a:lnTo>
                    <a:pt x="535432" y="514756"/>
                  </a:lnTo>
                  <a:lnTo>
                    <a:pt x="535432" y="538530"/>
                  </a:lnTo>
                  <a:lnTo>
                    <a:pt x="616813" y="538530"/>
                  </a:lnTo>
                  <a:lnTo>
                    <a:pt x="616813" y="514756"/>
                  </a:lnTo>
                  <a:close/>
                </a:path>
                <a:path w="812800" h="1532254">
                  <a:moveTo>
                    <a:pt x="622058" y="779970"/>
                  </a:moveTo>
                  <a:lnTo>
                    <a:pt x="540702" y="779970"/>
                  </a:lnTo>
                  <a:lnTo>
                    <a:pt x="540702" y="803744"/>
                  </a:lnTo>
                  <a:lnTo>
                    <a:pt x="622058" y="803744"/>
                  </a:lnTo>
                  <a:lnTo>
                    <a:pt x="622058" y="779970"/>
                  </a:lnTo>
                  <a:close/>
                </a:path>
                <a:path w="812800" h="1532254">
                  <a:moveTo>
                    <a:pt x="628891" y="368947"/>
                  </a:moveTo>
                  <a:lnTo>
                    <a:pt x="547535" y="368947"/>
                  </a:lnTo>
                  <a:lnTo>
                    <a:pt x="547535" y="392734"/>
                  </a:lnTo>
                  <a:lnTo>
                    <a:pt x="628891" y="392734"/>
                  </a:lnTo>
                  <a:lnTo>
                    <a:pt x="628891" y="368947"/>
                  </a:lnTo>
                  <a:close/>
                </a:path>
                <a:path w="812800" h="1532254">
                  <a:moveTo>
                    <a:pt x="635012" y="0"/>
                  </a:moveTo>
                  <a:lnTo>
                    <a:pt x="553656" y="0"/>
                  </a:lnTo>
                  <a:lnTo>
                    <a:pt x="553656" y="13627"/>
                  </a:lnTo>
                  <a:lnTo>
                    <a:pt x="635012" y="13627"/>
                  </a:lnTo>
                  <a:lnTo>
                    <a:pt x="635012" y="0"/>
                  </a:lnTo>
                  <a:close/>
                </a:path>
                <a:path w="812800" h="1532254">
                  <a:moveTo>
                    <a:pt x="640270" y="255054"/>
                  </a:moveTo>
                  <a:lnTo>
                    <a:pt x="558914" y="255054"/>
                  </a:lnTo>
                  <a:lnTo>
                    <a:pt x="558914" y="278828"/>
                  </a:lnTo>
                  <a:lnTo>
                    <a:pt x="640270" y="278828"/>
                  </a:lnTo>
                  <a:lnTo>
                    <a:pt x="640270" y="255054"/>
                  </a:lnTo>
                  <a:close/>
                </a:path>
                <a:path w="812800" h="1532254">
                  <a:moveTo>
                    <a:pt x="659371" y="135750"/>
                  </a:moveTo>
                  <a:lnTo>
                    <a:pt x="578015" y="135750"/>
                  </a:lnTo>
                  <a:lnTo>
                    <a:pt x="578015" y="159537"/>
                  </a:lnTo>
                  <a:lnTo>
                    <a:pt x="659371" y="159537"/>
                  </a:lnTo>
                  <a:lnTo>
                    <a:pt x="659371" y="135750"/>
                  </a:lnTo>
                  <a:close/>
                </a:path>
                <a:path w="812800" h="1532254">
                  <a:moveTo>
                    <a:pt x="679742" y="335661"/>
                  </a:moveTo>
                  <a:lnTo>
                    <a:pt x="598373" y="335661"/>
                  </a:lnTo>
                  <a:lnTo>
                    <a:pt x="598373" y="359448"/>
                  </a:lnTo>
                  <a:lnTo>
                    <a:pt x="679742" y="359448"/>
                  </a:lnTo>
                  <a:lnTo>
                    <a:pt x="679742" y="335661"/>
                  </a:lnTo>
                  <a:close/>
                </a:path>
                <a:path w="812800" h="1532254">
                  <a:moveTo>
                    <a:pt x="679983" y="478561"/>
                  </a:moveTo>
                  <a:lnTo>
                    <a:pt x="598614" y="478561"/>
                  </a:lnTo>
                  <a:lnTo>
                    <a:pt x="598614" y="502335"/>
                  </a:lnTo>
                  <a:lnTo>
                    <a:pt x="679983" y="502335"/>
                  </a:lnTo>
                  <a:lnTo>
                    <a:pt x="679983" y="478561"/>
                  </a:lnTo>
                  <a:close/>
                </a:path>
                <a:path w="812800" h="1532254">
                  <a:moveTo>
                    <a:pt x="685228" y="743762"/>
                  </a:moveTo>
                  <a:lnTo>
                    <a:pt x="603872" y="743762"/>
                  </a:lnTo>
                  <a:lnTo>
                    <a:pt x="603872" y="767549"/>
                  </a:lnTo>
                  <a:lnTo>
                    <a:pt x="685228" y="767549"/>
                  </a:lnTo>
                  <a:lnTo>
                    <a:pt x="685228" y="743762"/>
                  </a:lnTo>
                  <a:close/>
                </a:path>
                <a:path w="812800" h="1532254">
                  <a:moveTo>
                    <a:pt x="703440" y="218846"/>
                  </a:moveTo>
                  <a:lnTo>
                    <a:pt x="622084" y="218846"/>
                  </a:lnTo>
                  <a:lnTo>
                    <a:pt x="622084" y="242633"/>
                  </a:lnTo>
                  <a:lnTo>
                    <a:pt x="703440" y="242633"/>
                  </a:lnTo>
                  <a:lnTo>
                    <a:pt x="703440" y="218846"/>
                  </a:lnTo>
                  <a:close/>
                </a:path>
                <a:path w="812800" h="1532254">
                  <a:moveTo>
                    <a:pt x="710209" y="102450"/>
                  </a:moveTo>
                  <a:lnTo>
                    <a:pt x="628853" y="102450"/>
                  </a:lnTo>
                  <a:lnTo>
                    <a:pt x="628853" y="126238"/>
                  </a:lnTo>
                  <a:lnTo>
                    <a:pt x="710209" y="126238"/>
                  </a:lnTo>
                  <a:lnTo>
                    <a:pt x="710209" y="102450"/>
                  </a:lnTo>
                  <a:close/>
                </a:path>
                <a:path w="812800" h="1532254">
                  <a:moveTo>
                    <a:pt x="710361" y="399872"/>
                  </a:moveTo>
                  <a:lnTo>
                    <a:pt x="629005" y="399872"/>
                  </a:lnTo>
                  <a:lnTo>
                    <a:pt x="629005" y="423646"/>
                  </a:lnTo>
                  <a:lnTo>
                    <a:pt x="710361" y="423646"/>
                  </a:lnTo>
                  <a:lnTo>
                    <a:pt x="710361" y="399872"/>
                  </a:lnTo>
                  <a:close/>
                </a:path>
                <a:path w="812800" h="1532254">
                  <a:moveTo>
                    <a:pt x="728459" y="35039"/>
                  </a:moveTo>
                  <a:lnTo>
                    <a:pt x="647103" y="35039"/>
                  </a:lnTo>
                  <a:lnTo>
                    <a:pt x="647103" y="58813"/>
                  </a:lnTo>
                  <a:lnTo>
                    <a:pt x="728459" y="58813"/>
                  </a:lnTo>
                  <a:lnTo>
                    <a:pt x="728459" y="35039"/>
                  </a:lnTo>
                  <a:close/>
                </a:path>
                <a:path w="812800" h="1532254">
                  <a:moveTo>
                    <a:pt x="740841" y="166662"/>
                  </a:moveTo>
                  <a:lnTo>
                    <a:pt x="659485" y="166662"/>
                  </a:lnTo>
                  <a:lnTo>
                    <a:pt x="659485" y="190449"/>
                  </a:lnTo>
                  <a:lnTo>
                    <a:pt x="740841" y="190449"/>
                  </a:lnTo>
                  <a:lnTo>
                    <a:pt x="740841" y="166662"/>
                  </a:lnTo>
                  <a:close/>
                </a:path>
                <a:path w="812800" h="1532254">
                  <a:moveTo>
                    <a:pt x="741895" y="794931"/>
                  </a:moveTo>
                  <a:lnTo>
                    <a:pt x="660539" y="794931"/>
                  </a:lnTo>
                  <a:lnTo>
                    <a:pt x="660539" y="818705"/>
                  </a:lnTo>
                  <a:lnTo>
                    <a:pt x="741895" y="818705"/>
                  </a:lnTo>
                  <a:lnTo>
                    <a:pt x="741895" y="794931"/>
                  </a:lnTo>
                  <a:close/>
                </a:path>
                <a:path w="812800" h="1532254">
                  <a:moveTo>
                    <a:pt x="760107" y="270027"/>
                  </a:moveTo>
                  <a:lnTo>
                    <a:pt x="678738" y="270027"/>
                  </a:lnTo>
                  <a:lnTo>
                    <a:pt x="678738" y="293801"/>
                  </a:lnTo>
                  <a:lnTo>
                    <a:pt x="760107" y="293801"/>
                  </a:lnTo>
                  <a:lnTo>
                    <a:pt x="760107" y="270027"/>
                  </a:lnTo>
                  <a:close/>
                </a:path>
                <a:path w="812800" h="1532254">
                  <a:moveTo>
                    <a:pt x="761098" y="526656"/>
                  </a:moveTo>
                  <a:lnTo>
                    <a:pt x="679729" y="526656"/>
                  </a:lnTo>
                  <a:lnTo>
                    <a:pt x="679729" y="549275"/>
                  </a:lnTo>
                  <a:lnTo>
                    <a:pt x="761098" y="549275"/>
                  </a:lnTo>
                  <a:lnTo>
                    <a:pt x="761098" y="526656"/>
                  </a:lnTo>
                  <a:close/>
                </a:path>
                <a:path w="812800" h="1532254">
                  <a:moveTo>
                    <a:pt x="773531" y="363664"/>
                  </a:moveTo>
                  <a:lnTo>
                    <a:pt x="692175" y="363664"/>
                  </a:lnTo>
                  <a:lnTo>
                    <a:pt x="692175" y="387438"/>
                  </a:lnTo>
                  <a:lnTo>
                    <a:pt x="773531" y="387438"/>
                  </a:lnTo>
                  <a:lnTo>
                    <a:pt x="773531" y="363664"/>
                  </a:lnTo>
                  <a:close/>
                </a:path>
                <a:path w="812800" h="1532254">
                  <a:moveTo>
                    <a:pt x="778764" y="25514"/>
                  </a:moveTo>
                  <a:lnTo>
                    <a:pt x="776579" y="1739"/>
                  </a:lnTo>
                  <a:lnTo>
                    <a:pt x="697941" y="1739"/>
                  </a:lnTo>
                  <a:lnTo>
                    <a:pt x="697941" y="25514"/>
                  </a:lnTo>
                  <a:lnTo>
                    <a:pt x="778764" y="25514"/>
                  </a:lnTo>
                  <a:close/>
                </a:path>
                <a:path w="812800" h="1532254">
                  <a:moveTo>
                    <a:pt x="784415" y="89725"/>
                  </a:moveTo>
                  <a:lnTo>
                    <a:pt x="782383" y="65938"/>
                  </a:lnTo>
                  <a:lnTo>
                    <a:pt x="728586" y="65938"/>
                  </a:lnTo>
                  <a:lnTo>
                    <a:pt x="728586" y="89725"/>
                  </a:lnTo>
                  <a:lnTo>
                    <a:pt x="784415" y="89725"/>
                  </a:lnTo>
                  <a:close/>
                </a:path>
                <a:path w="812800" h="1532254">
                  <a:moveTo>
                    <a:pt x="789584" y="154241"/>
                  </a:moveTo>
                  <a:lnTo>
                    <a:pt x="787717" y="130467"/>
                  </a:lnTo>
                  <a:lnTo>
                    <a:pt x="722642" y="130467"/>
                  </a:lnTo>
                  <a:lnTo>
                    <a:pt x="722642" y="154241"/>
                  </a:lnTo>
                  <a:lnTo>
                    <a:pt x="789584" y="154241"/>
                  </a:lnTo>
                  <a:close/>
                </a:path>
                <a:path w="812800" h="1532254">
                  <a:moveTo>
                    <a:pt x="792734" y="761644"/>
                  </a:moveTo>
                  <a:lnTo>
                    <a:pt x="711365" y="761644"/>
                  </a:lnTo>
                  <a:lnTo>
                    <a:pt x="711365" y="785418"/>
                  </a:lnTo>
                  <a:lnTo>
                    <a:pt x="792734" y="785418"/>
                  </a:lnTo>
                  <a:lnTo>
                    <a:pt x="792734" y="761644"/>
                  </a:lnTo>
                  <a:close/>
                </a:path>
                <a:path w="812800" h="1532254">
                  <a:moveTo>
                    <a:pt x="796937" y="260502"/>
                  </a:moveTo>
                  <a:lnTo>
                    <a:pt x="796620" y="255308"/>
                  </a:lnTo>
                  <a:lnTo>
                    <a:pt x="795388" y="236728"/>
                  </a:lnTo>
                  <a:lnTo>
                    <a:pt x="729589" y="236728"/>
                  </a:lnTo>
                  <a:lnTo>
                    <a:pt x="729589" y="260502"/>
                  </a:lnTo>
                  <a:lnTo>
                    <a:pt x="796937" y="260502"/>
                  </a:lnTo>
                  <a:close/>
                </a:path>
                <a:path w="812800" h="1532254">
                  <a:moveTo>
                    <a:pt x="800671" y="324713"/>
                  </a:moveTo>
                  <a:lnTo>
                    <a:pt x="799693" y="306374"/>
                  </a:lnTo>
                  <a:lnTo>
                    <a:pt x="799363" y="300926"/>
                  </a:lnTo>
                  <a:lnTo>
                    <a:pt x="760222" y="300926"/>
                  </a:lnTo>
                  <a:lnTo>
                    <a:pt x="760222" y="324713"/>
                  </a:lnTo>
                  <a:lnTo>
                    <a:pt x="800671" y="324713"/>
                  </a:lnTo>
                  <a:close/>
                </a:path>
                <a:path w="812800" h="1532254">
                  <a:moveTo>
                    <a:pt x="806386" y="445643"/>
                  </a:moveTo>
                  <a:lnTo>
                    <a:pt x="805408" y="421855"/>
                  </a:lnTo>
                  <a:lnTo>
                    <a:pt x="782116" y="421855"/>
                  </a:lnTo>
                  <a:lnTo>
                    <a:pt x="782116" y="445643"/>
                  </a:lnTo>
                  <a:lnTo>
                    <a:pt x="806386" y="445643"/>
                  </a:lnTo>
                  <a:close/>
                </a:path>
                <a:path w="812800" h="1532254">
                  <a:moveTo>
                    <a:pt x="807631" y="478942"/>
                  </a:moveTo>
                  <a:lnTo>
                    <a:pt x="806958" y="459562"/>
                  </a:lnTo>
                  <a:lnTo>
                    <a:pt x="806780" y="455155"/>
                  </a:lnTo>
                  <a:lnTo>
                    <a:pt x="731291" y="455155"/>
                  </a:lnTo>
                  <a:lnTo>
                    <a:pt x="731291" y="478942"/>
                  </a:lnTo>
                  <a:lnTo>
                    <a:pt x="807631" y="478942"/>
                  </a:lnTo>
                  <a:close/>
                </a:path>
                <a:path w="812800" h="1532254">
                  <a:moveTo>
                    <a:pt x="812533" y="825842"/>
                  </a:moveTo>
                  <a:lnTo>
                    <a:pt x="742010" y="825842"/>
                  </a:lnTo>
                  <a:lnTo>
                    <a:pt x="742010" y="849630"/>
                  </a:lnTo>
                  <a:lnTo>
                    <a:pt x="812304" y="849630"/>
                  </a:lnTo>
                  <a:lnTo>
                    <a:pt x="812533" y="825842"/>
                  </a:lnTo>
                  <a:close/>
                </a:path>
                <a:path w="812800" h="1532254">
                  <a:moveTo>
                    <a:pt x="812698" y="789647"/>
                  </a:moveTo>
                  <a:lnTo>
                    <a:pt x="805180" y="789647"/>
                  </a:lnTo>
                  <a:lnTo>
                    <a:pt x="805180" y="813435"/>
                  </a:lnTo>
                  <a:lnTo>
                    <a:pt x="812622" y="813435"/>
                  </a:lnTo>
                  <a:lnTo>
                    <a:pt x="812698" y="789647"/>
                  </a:lnTo>
                  <a:close/>
                </a:path>
              </a:pathLst>
            </a:custGeom>
            <a:solidFill>
              <a:srgbClr val="B9E4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6818020" y="6851973"/>
              <a:ext cx="811530" cy="688340"/>
            </a:xfrm>
            <a:custGeom>
              <a:avLst/>
              <a:gdLst/>
              <a:ahLst/>
              <a:cxnLst/>
              <a:rect l="l" t="t" r="r" b="b"/>
              <a:pathLst>
                <a:path w="811529" h="688340">
                  <a:moveTo>
                    <a:pt x="28460" y="348094"/>
                  </a:moveTo>
                  <a:lnTo>
                    <a:pt x="3898" y="348094"/>
                  </a:lnTo>
                  <a:lnTo>
                    <a:pt x="5181" y="371881"/>
                  </a:lnTo>
                  <a:lnTo>
                    <a:pt x="28460" y="371881"/>
                  </a:lnTo>
                  <a:lnTo>
                    <a:pt x="28460" y="348094"/>
                  </a:lnTo>
                  <a:close/>
                </a:path>
                <a:path w="811529" h="688340">
                  <a:moveTo>
                    <a:pt x="59080" y="412318"/>
                  </a:moveTo>
                  <a:lnTo>
                    <a:pt x="7556" y="412318"/>
                  </a:lnTo>
                  <a:lnTo>
                    <a:pt x="8763" y="432485"/>
                  </a:lnTo>
                  <a:lnTo>
                    <a:pt x="9004" y="436092"/>
                  </a:lnTo>
                  <a:lnTo>
                    <a:pt x="59080" y="436092"/>
                  </a:lnTo>
                  <a:lnTo>
                    <a:pt x="59080" y="412318"/>
                  </a:lnTo>
                  <a:close/>
                </a:path>
                <a:path w="811529" h="688340">
                  <a:moveTo>
                    <a:pt x="71170" y="266496"/>
                  </a:moveTo>
                  <a:lnTo>
                    <a:pt x="0" y="266496"/>
                  </a:lnTo>
                  <a:lnTo>
                    <a:pt x="520" y="279298"/>
                  </a:lnTo>
                  <a:lnTo>
                    <a:pt x="1041" y="290271"/>
                  </a:lnTo>
                  <a:lnTo>
                    <a:pt x="71170" y="290271"/>
                  </a:lnTo>
                  <a:lnTo>
                    <a:pt x="71170" y="266496"/>
                  </a:lnTo>
                  <a:close/>
                </a:path>
                <a:path w="811529" h="688340">
                  <a:moveTo>
                    <a:pt x="122008" y="233210"/>
                  </a:moveTo>
                  <a:lnTo>
                    <a:pt x="40652" y="233210"/>
                  </a:lnTo>
                  <a:lnTo>
                    <a:pt x="40652" y="256984"/>
                  </a:lnTo>
                  <a:lnTo>
                    <a:pt x="122008" y="256984"/>
                  </a:lnTo>
                  <a:lnTo>
                    <a:pt x="122008" y="233210"/>
                  </a:lnTo>
                  <a:close/>
                </a:path>
                <a:path w="811529" h="688340">
                  <a:moveTo>
                    <a:pt x="152641" y="297421"/>
                  </a:moveTo>
                  <a:lnTo>
                    <a:pt x="71285" y="297421"/>
                  </a:lnTo>
                  <a:lnTo>
                    <a:pt x="71285" y="321195"/>
                  </a:lnTo>
                  <a:lnTo>
                    <a:pt x="152641" y="321195"/>
                  </a:lnTo>
                  <a:lnTo>
                    <a:pt x="152641" y="297421"/>
                  </a:lnTo>
                  <a:close/>
                </a:path>
                <a:path w="811529" h="688340">
                  <a:moveTo>
                    <a:pt x="215811" y="261213"/>
                  </a:moveTo>
                  <a:lnTo>
                    <a:pt x="134442" y="261213"/>
                  </a:lnTo>
                  <a:lnTo>
                    <a:pt x="134442" y="285000"/>
                  </a:lnTo>
                  <a:lnTo>
                    <a:pt x="215811" y="285000"/>
                  </a:lnTo>
                  <a:lnTo>
                    <a:pt x="215811" y="261213"/>
                  </a:lnTo>
                  <a:close/>
                </a:path>
                <a:path w="811529" h="688340">
                  <a:moveTo>
                    <a:pt x="254914" y="352704"/>
                  </a:moveTo>
                  <a:lnTo>
                    <a:pt x="173558" y="352704"/>
                  </a:lnTo>
                  <a:lnTo>
                    <a:pt x="173558" y="376478"/>
                  </a:lnTo>
                  <a:lnTo>
                    <a:pt x="254914" y="376478"/>
                  </a:lnTo>
                  <a:lnTo>
                    <a:pt x="254914" y="352704"/>
                  </a:lnTo>
                  <a:close/>
                </a:path>
                <a:path w="811529" h="688340">
                  <a:moveTo>
                    <a:pt x="305765" y="319417"/>
                  </a:moveTo>
                  <a:lnTo>
                    <a:pt x="224409" y="319417"/>
                  </a:lnTo>
                  <a:lnTo>
                    <a:pt x="224409" y="343192"/>
                  </a:lnTo>
                  <a:lnTo>
                    <a:pt x="305765" y="343192"/>
                  </a:lnTo>
                  <a:lnTo>
                    <a:pt x="305765" y="319417"/>
                  </a:lnTo>
                  <a:close/>
                </a:path>
                <a:path w="811529" h="688340">
                  <a:moveTo>
                    <a:pt x="336397" y="383628"/>
                  </a:moveTo>
                  <a:lnTo>
                    <a:pt x="255028" y="383628"/>
                  </a:lnTo>
                  <a:lnTo>
                    <a:pt x="255028" y="407403"/>
                  </a:lnTo>
                  <a:lnTo>
                    <a:pt x="336397" y="407403"/>
                  </a:lnTo>
                  <a:lnTo>
                    <a:pt x="336397" y="383628"/>
                  </a:lnTo>
                  <a:close/>
                </a:path>
                <a:path w="811529" h="688340">
                  <a:moveTo>
                    <a:pt x="390283" y="260794"/>
                  </a:moveTo>
                  <a:lnTo>
                    <a:pt x="308927" y="260794"/>
                  </a:lnTo>
                  <a:lnTo>
                    <a:pt x="308927" y="284581"/>
                  </a:lnTo>
                  <a:lnTo>
                    <a:pt x="390283" y="284581"/>
                  </a:lnTo>
                  <a:lnTo>
                    <a:pt x="390283" y="260794"/>
                  </a:lnTo>
                  <a:close/>
                </a:path>
                <a:path w="811529" h="688340">
                  <a:moveTo>
                    <a:pt x="399567" y="347421"/>
                  </a:moveTo>
                  <a:lnTo>
                    <a:pt x="318211" y="347421"/>
                  </a:lnTo>
                  <a:lnTo>
                    <a:pt x="318211" y="371208"/>
                  </a:lnTo>
                  <a:lnTo>
                    <a:pt x="399567" y="371208"/>
                  </a:lnTo>
                  <a:lnTo>
                    <a:pt x="399567" y="347421"/>
                  </a:lnTo>
                  <a:close/>
                </a:path>
                <a:path w="811529" h="688340">
                  <a:moveTo>
                    <a:pt x="441134" y="227507"/>
                  </a:moveTo>
                  <a:lnTo>
                    <a:pt x="359778" y="227507"/>
                  </a:lnTo>
                  <a:lnTo>
                    <a:pt x="359778" y="251282"/>
                  </a:lnTo>
                  <a:lnTo>
                    <a:pt x="441134" y="251282"/>
                  </a:lnTo>
                  <a:lnTo>
                    <a:pt x="441134" y="227507"/>
                  </a:lnTo>
                  <a:close/>
                </a:path>
                <a:path w="811529" h="688340">
                  <a:moveTo>
                    <a:pt x="471766" y="291706"/>
                  </a:moveTo>
                  <a:lnTo>
                    <a:pt x="390398" y="291706"/>
                  </a:lnTo>
                  <a:lnTo>
                    <a:pt x="390398" y="315493"/>
                  </a:lnTo>
                  <a:lnTo>
                    <a:pt x="471766" y="315493"/>
                  </a:lnTo>
                  <a:lnTo>
                    <a:pt x="471766" y="291706"/>
                  </a:lnTo>
                  <a:close/>
                </a:path>
                <a:path w="811529" h="688340">
                  <a:moveTo>
                    <a:pt x="472503" y="673100"/>
                  </a:moveTo>
                  <a:lnTo>
                    <a:pt x="391134" y="673100"/>
                  </a:lnTo>
                  <a:lnTo>
                    <a:pt x="391134" y="687793"/>
                  </a:lnTo>
                  <a:lnTo>
                    <a:pt x="472503" y="687793"/>
                  </a:lnTo>
                  <a:lnTo>
                    <a:pt x="472503" y="673100"/>
                  </a:lnTo>
                  <a:close/>
                </a:path>
                <a:path w="811529" h="688340">
                  <a:moveTo>
                    <a:pt x="490702" y="148183"/>
                  </a:moveTo>
                  <a:lnTo>
                    <a:pt x="409346" y="148183"/>
                  </a:lnTo>
                  <a:lnTo>
                    <a:pt x="409346" y="171970"/>
                  </a:lnTo>
                  <a:lnTo>
                    <a:pt x="490702" y="171970"/>
                  </a:lnTo>
                  <a:lnTo>
                    <a:pt x="490702" y="148183"/>
                  </a:lnTo>
                  <a:close/>
                </a:path>
                <a:path w="811529" h="688340">
                  <a:moveTo>
                    <a:pt x="495960" y="413397"/>
                  </a:moveTo>
                  <a:lnTo>
                    <a:pt x="414591" y="413397"/>
                  </a:lnTo>
                  <a:lnTo>
                    <a:pt x="414591" y="437172"/>
                  </a:lnTo>
                  <a:lnTo>
                    <a:pt x="495960" y="437172"/>
                  </a:lnTo>
                  <a:lnTo>
                    <a:pt x="495960" y="413397"/>
                  </a:lnTo>
                  <a:close/>
                </a:path>
                <a:path w="811529" h="688340">
                  <a:moveTo>
                    <a:pt x="523341" y="639813"/>
                  </a:moveTo>
                  <a:lnTo>
                    <a:pt x="441985" y="639813"/>
                  </a:lnTo>
                  <a:lnTo>
                    <a:pt x="441985" y="663600"/>
                  </a:lnTo>
                  <a:lnTo>
                    <a:pt x="523341" y="663600"/>
                  </a:lnTo>
                  <a:lnTo>
                    <a:pt x="523341" y="639813"/>
                  </a:lnTo>
                  <a:close/>
                </a:path>
                <a:path w="811529" h="688340">
                  <a:moveTo>
                    <a:pt x="534949" y="255511"/>
                  </a:moveTo>
                  <a:lnTo>
                    <a:pt x="453580" y="255511"/>
                  </a:lnTo>
                  <a:lnTo>
                    <a:pt x="453580" y="279285"/>
                  </a:lnTo>
                  <a:lnTo>
                    <a:pt x="534949" y="279285"/>
                  </a:lnTo>
                  <a:lnTo>
                    <a:pt x="534949" y="255511"/>
                  </a:lnTo>
                  <a:close/>
                </a:path>
                <a:path w="811529" h="688340">
                  <a:moveTo>
                    <a:pt x="541553" y="114896"/>
                  </a:moveTo>
                  <a:lnTo>
                    <a:pt x="460197" y="114896"/>
                  </a:lnTo>
                  <a:lnTo>
                    <a:pt x="460197" y="138684"/>
                  </a:lnTo>
                  <a:lnTo>
                    <a:pt x="541553" y="138684"/>
                  </a:lnTo>
                  <a:lnTo>
                    <a:pt x="541553" y="114896"/>
                  </a:lnTo>
                  <a:close/>
                </a:path>
                <a:path w="811529" h="688340">
                  <a:moveTo>
                    <a:pt x="546811" y="380098"/>
                  </a:moveTo>
                  <a:lnTo>
                    <a:pt x="465442" y="380098"/>
                  </a:lnTo>
                  <a:lnTo>
                    <a:pt x="465442" y="403872"/>
                  </a:lnTo>
                  <a:lnTo>
                    <a:pt x="546811" y="403872"/>
                  </a:lnTo>
                  <a:lnTo>
                    <a:pt x="546811" y="380098"/>
                  </a:lnTo>
                  <a:close/>
                </a:path>
                <a:path w="811529" h="688340">
                  <a:moveTo>
                    <a:pt x="566051" y="558215"/>
                  </a:moveTo>
                  <a:lnTo>
                    <a:pt x="484695" y="558215"/>
                  </a:lnTo>
                  <a:lnTo>
                    <a:pt x="484695" y="581990"/>
                  </a:lnTo>
                  <a:lnTo>
                    <a:pt x="566051" y="581990"/>
                  </a:lnTo>
                  <a:lnTo>
                    <a:pt x="566051" y="558215"/>
                  </a:lnTo>
                  <a:close/>
                </a:path>
                <a:path w="811529" h="688340">
                  <a:moveTo>
                    <a:pt x="572185" y="179108"/>
                  </a:moveTo>
                  <a:lnTo>
                    <a:pt x="490829" y="179108"/>
                  </a:lnTo>
                  <a:lnTo>
                    <a:pt x="490829" y="202882"/>
                  </a:lnTo>
                  <a:lnTo>
                    <a:pt x="572185" y="202882"/>
                  </a:lnTo>
                  <a:lnTo>
                    <a:pt x="572185" y="179108"/>
                  </a:lnTo>
                  <a:close/>
                </a:path>
                <a:path w="811529" h="688340">
                  <a:moveTo>
                    <a:pt x="577430" y="444309"/>
                  </a:moveTo>
                  <a:lnTo>
                    <a:pt x="496074" y="444309"/>
                  </a:lnTo>
                  <a:lnTo>
                    <a:pt x="496074" y="468096"/>
                  </a:lnTo>
                  <a:lnTo>
                    <a:pt x="577430" y="468096"/>
                  </a:lnTo>
                  <a:lnTo>
                    <a:pt x="577430" y="444309"/>
                  </a:lnTo>
                  <a:close/>
                </a:path>
                <a:path w="811529" h="688340">
                  <a:moveTo>
                    <a:pt x="584263" y="33299"/>
                  </a:moveTo>
                  <a:lnTo>
                    <a:pt x="502894" y="33299"/>
                  </a:lnTo>
                  <a:lnTo>
                    <a:pt x="502894" y="57073"/>
                  </a:lnTo>
                  <a:lnTo>
                    <a:pt x="584263" y="57073"/>
                  </a:lnTo>
                  <a:lnTo>
                    <a:pt x="584263" y="33299"/>
                  </a:lnTo>
                  <a:close/>
                </a:path>
                <a:path w="811529" h="688340">
                  <a:moveTo>
                    <a:pt x="596531" y="325005"/>
                  </a:moveTo>
                  <a:lnTo>
                    <a:pt x="515175" y="325005"/>
                  </a:lnTo>
                  <a:lnTo>
                    <a:pt x="515175" y="348792"/>
                  </a:lnTo>
                  <a:lnTo>
                    <a:pt x="596531" y="348792"/>
                  </a:lnTo>
                  <a:lnTo>
                    <a:pt x="596531" y="325005"/>
                  </a:lnTo>
                  <a:close/>
                </a:path>
                <a:path w="811529" h="688340">
                  <a:moveTo>
                    <a:pt x="616902" y="524916"/>
                  </a:moveTo>
                  <a:lnTo>
                    <a:pt x="535546" y="524916"/>
                  </a:lnTo>
                  <a:lnTo>
                    <a:pt x="535546" y="548703"/>
                  </a:lnTo>
                  <a:lnTo>
                    <a:pt x="616902" y="548703"/>
                  </a:lnTo>
                  <a:lnTo>
                    <a:pt x="616902" y="524916"/>
                  </a:lnTo>
                  <a:close/>
                </a:path>
                <a:path w="811529" h="688340">
                  <a:moveTo>
                    <a:pt x="617156" y="667829"/>
                  </a:moveTo>
                  <a:lnTo>
                    <a:pt x="535774" y="667829"/>
                  </a:lnTo>
                  <a:lnTo>
                    <a:pt x="535774" y="687793"/>
                  </a:lnTo>
                  <a:lnTo>
                    <a:pt x="617156" y="687793"/>
                  </a:lnTo>
                  <a:lnTo>
                    <a:pt x="617156" y="667829"/>
                  </a:lnTo>
                  <a:close/>
                </a:path>
                <a:path w="811529" h="688340">
                  <a:moveTo>
                    <a:pt x="635101" y="0"/>
                  </a:moveTo>
                  <a:lnTo>
                    <a:pt x="553745" y="0"/>
                  </a:lnTo>
                  <a:lnTo>
                    <a:pt x="553745" y="23787"/>
                  </a:lnTo>
                  <a:lnTo>
                    <a:pt x="635101" y="23787"/>
                  </a:lnTo>
                  <a:lnTo>
                    <a:pt x="635101" y="0"/>
                  </a:lnTo>
                  <a:close/>
                </a:path>
                <a:path w="811529" h="688340">
                  <a:moveTo>
                    <a:pt x="635355" y="142913"/>
                  </a:moveTo>
                  <a:lnTo>
                    <a:pt x="553999" y="142913"/>
                  </a:lnTo>
                  <a:lnTo>
                    <a:pt x="553999" y="166687"/>
                  </a:lnTo>
                  <a:lnTo>
                    <a:pt x="635355" y="166687"/>
                  </a:lnTo>
                  <a:lnTo>
                    <a:pt x="635355" y="142913"/>
                  </a:lnTo>
                  <a:close/>
                </a:path>
                <a:path w="811529" h="688340">
                  <a:moveTo>
                    <a:pt x="640600" y="408101"/>
                  </a:moveTo>
                  <a:lnTo>
                    <a:pt x="559244" y="408101"/>
                  </a:lnTo>
                  <a:lnTo>
                    <a:pt x="559244" y="431888"/>
                  </a:lnTo>
                  <a:lnTo>
                    <a:pt x="640600" y="431888"/>
                  </a:lnTo>
                  <a:lnTo>
                    <a:pt x="640600" y="408101"/>
                  </a:lnTo>
                  <a:close/>
                </a:path>
                <a:path w="811529" h="688340">
                  <a:moveTo>
                    <a:pt x="647382" y="291706"/>
                  </a:moveTo>
                  <a:lnTo>
                    <a:pt x="566013" y="291706"/>
                  </a:lnTo>
                  <a:lnTo>
                    <a:pt x="566013" y="315493"/>
                  </a:lnTo>
                  <a:lnTo>
                    <a:pt x="647382" y="315493"/>
                  </a:lnTo>
                  <a:lnTo>
                    <a:pt x="647382" y="291706"/>
                  </a:lnTo>
                  <a:close/>
                </a:path>
                <a:path w="811529" h="688340">
                  <a:moveTo>
                    <a:pt x="647534" y="589127"/>
                  </a:moveTo>
                  <a:lnTo>
                    <a:pt x="566178" y="589127"/>
                  </a:lnTo>
                  <a:lnTo>
                    <a:pt x="566178" y="612902"/>
                  </a:lnTo>
                  <a:lnTo>
                    <a:pt x="647534" y="612902"/>
                  </a:lnTo>
                  <a:lnTo>
                    <a:pt x="647534" y="589127"/>
                  </a:lnTo>
                  <a:close/>
                </a:path>
                <a:path w="811529" h="688340">
                  <a:moveTo>
                    <a:pt x="665632" y="224282"/>
                  </a:moveTo>
                  <a:lnTo>
                    <a:pt x="584276" y="224282"/>
                  </a:lnTo>
                  <a:lnTo>
                    <a:pt x="584276" y="248069"/>
                  </a:lnTo>
                  <a:lnTo>
                    <a:pt x="665632" y="248069"/>
                  </a:lnTo>
                  <a:lnTo>
                    <a:pt x="665632" y="224282"/>
                  </a:lnTo>
                  <a:close/>
                </a:path>
                <a:path w="811529" h="688340">
                  <a:moveTo>
                    <a:pt x="665746" y="64211"/>
                  </a:moveTo>
                  <a:lnTo>
                    <a:pt x="584390" y="64211"/>
                  </a:lnTo>
                  <a:lnTo>
                    <a:pt x="584390" y="87985"/>
                  </a:lnTo>
                  <a:lnTo>
                    <a:pt x="665746" y="87985"/>
                  </a:lnTo>
                  <a:lnTo>
                    <a:pt x="665746" y="64211"/>
                  </a:lnTo>
                  <a:close/>
                </a:path>
                <a:path w="811529" h="688340">
                  <a:moveTo>
                    <a:pt x="678014" y="355930"/>
                  </a:moveTo>
                  <a:lnTo>
                    <a:pt x="596658" y="355930"/>
                  </a:lnTo>
                  <a:lnTo>
                    <a:pt x="596658" y="379704"/>
                  </a:lnTo>
                  <a:lnTo>
                    <a:pt x="678014" y="379704"/>
                  </a:lnTo>
                  <a:lnTo>
                    <a:pt x="678014" y="355930"/>
                  </a:lnTo>
                  <a:close/>
                </a:path>
                <a:path w="811529" h="688340">
                  <a:moveTo>
                    <a:pt x="697268" y="459270"/>
                  </a:moveTo>
                  <a:lnTo>
                    <a:pt x="615911" y="459270"/>
                  </a:lnTo>
                  <a:lnTo>
                    <a:pt x="615911" y="483057"/>
                  </a:lnTo>
                  <a:lnTo>
                    <a:pt x="697268" y="483057"/>
                  </a:lnTo>
                  <a:lnTo>
                    <a:pt x="697268" y="459270"/>
                  </a:lnTo>
                  <a:close/>
                </a:path>
                <a:path w="811529" h="688340">
                  <a:moveTo>
                    <a:pt x="710704" y="552932"/>
                  </a:moveTo>
                  <a:lnTo>
                    <a:pt x="629335" y="552932"/>
                  </a:lnTo>
                  <a:lnTo>
                    <a:pt x="629335" y="576707"/>
                  </a:lnTo>
                  <a:lnTo>
                    <a:pt x="710704" y="576707"/>
                  </a:lnTo>
                  <a:lnTo>
                    <a:pt x="710704" y="552932"/>
                  </a:lnTo>
                  <a:close/>
                </a:path>
                <a:path w="811529" h="688340">
                  <a:moveTo>
                    <a:pt x="716483" y="190995"/>
                  </a:moveTo>
                  <a:lnTo>
                    <a:pt x="635114" y="190995"/>
                  </a:lnTo>
                  <a:lnTo>
                    <a:pt x="635114" y="214782"/>
                  </a:lnTo>
                  <a:lnTo>
                    <a:pt x="716483" y="214782"/>
                  </a:lnTo>
                  <a:lnTo>
                    <a:pt x="716483" y="190995"/>
                  </a:lnTo>
                  <a:close/>
                </a:path>
                <a:path w="811529" h="688340">
                  <a:moveTo>
                    <a:pt x="728903" y="28016"/>
                  </a:moveTo>
                  <a:lnTo>
                    <a:pt x="647547" y="28016"/>
                  </a:lnTo>
                  <a:lnTo>
                    <a:pt x="647547" y="51790"/>
                  </a:lnTo>
                  <a:lnTo>
                    <a:pt x="728903" y="51790"/>
                  </a:lnTo>
                  <a:lnTo>
                    <a:pt x="728903" y="28016"/>
                  </a:lnTo>
                  <a:close/>
                </a:path>
                <a:path w="811529" h="688340">
                  <a:moveTo>
                    <a:pt x="741172" y="319722"/>
                  </a:moveTo>
                  <a:lnTo>
                    <a:pt x="659815" y="319722"/>
                  </a:lnTo>
                  <a:lnTo>
                    <a:pt x="659815" y="343496"/>
                  </a:lnTo>
                  <a:lnTo>
                    <a:pt x="741172" y="343496"/>
                  </a:lnTo>
                  <a:lnTo>
                    <a:pt x="741172" y="319722"/>
                  </a:lnTo>
                  <a:close/>
                </a:path>
                <a:path w="811529" h="688340">
                  <a:moveTo>
                    <a:pt x="747102" y="255206"/>
                  </a:moveTo>
                  <a:lnTo>
                    <a:pt x="665734" y="255206"/>
                  </a:lnTo>
                  <a:lnTo>
                    <a:pt x="665734" y="278993"/>
                  </a:lnTo>
                  <a:lnTo>
                    <a:pt x="747102" y="278993"/>
                  </a:lnTo>
                  <a:lnTo>
                    <a:pt x="747102" y="255206"/>
                  </a:lnTo>
                  <a:close/>
                </a:path>
                <a:path w="811529" h="688340">
                  <a:moveTo>
                    <a:pt x="748118" y="425983"/>
                  </a:moveTo>
                  <a:lnTo>
                    <a:pt x="666762" y="425983"/>
                  </a:lnTo>
                  <a:lnTo>
                    <a:pt x="666762" y="449757"/>
                  </a:lnTo>
                  <a:lnTo>
                    <a:pt x="748118" y="449757"/>
                  </a:lnTo>
                  <a:lnTo>
                    <a:pt x="748118" y="425983"/>
                  </a:lnTo>
                  <a:close/>
                </a:path>
                <a:path w="811529" h="688340">
                  <a:moveTo>
                    <a:pt x="749808" y="644410"/>
                  </a:moveTo>
                  <a:lnTo>
                    <a:pt x="668439" y="644410"/>
                  </a:lnTo>
                  <a:lnTo>
                    <a:pt x="668439" y="668185"/>
                  </a:lnTo>
                  <a:lnTo>
                    <a:pt x="749808" y="668185"/>
                  </a:lnTo>
                  <a:lnTo>
                    <a:pt x="749808" y="644410"/>
                  </a:lnTo>
                  <a:close/>
                </a:path>
                <a:path w="811529" h="688340">
                  <a:moveTo>
                    <a:pt x="768019" y="119507"/>
                  </a:moveTo>
                  <a:lnTo>
                    <a:pt x="686650" y="119507"/>
                  </a:lnTo>
                  <a:lnTo>
                    <a:pt x="686650" y="143281"/>
                  </a:lnTo>
                  <a:lnTo>
                    <a:pt x="768019" y="143281"/>
                  </a:lnTo>
                  <a:lnTo>
                    <a:pt x="768019" y="119507"/>
                  </a:lnTo>
                  <a:close/>
                </a:path>
                <a:path w="811529" h="688340">
                  <a:moveTo>
                    <a:pt x="777494" y="675335"/>
                  </a:moveTo>
                  <a:lnTo>
                    <a:pt x="749935" y="675335"/>
                  </a:lnTo>
                  <a:lnTo>
                    <a:pt x="749935" y="687793"/>
                  </a:lnTo>
                  <a:lnTo>
                    <a:pt x="776351" y="687793"/>
                  </a:lnTo>
                  <a:lnTo>
                    <a:pt x="777494" y="675335"/>
                  </a:lnTo>
                  <a:close/>
                </a:path>
                <a:path w="811529" h="688340">
                  <a:moveTo>
                    <a:pt x="778751" y="490181"/>
                  </a:moveTo>
                  <a:lnTo>
                    <a:pt x="697382" y="490181"/>
                  </a:lnTo>
                  <a:lnTo>
                    <a:pt x="697382" y="513969"/>
                  </a:lnTo>
                  <a:lnTo>
                    <a:pt x="778751" y="513969"/>
                  </a:lnTo>
                  <a:lnTo>
                    <a:pt x="778751" y="490181"/>
                  </a:lnTo>
                  <a:close/>
                </a:path>
                <a:path w="811529" h="688340">
                  <a:moveTo>
                    <a:pt x="783221" y="611124"/>
                  </a:moveTo>
                  <a:lnTo>
                    <a:pt x="719289" y="611124"/>
                  </a:lnTo>
                  <a:lnTo>
                    <a:pt x="719289" y="634898"/>
                  </a:lnTo>
                  <a:lnTo>
                    <a:pt x="781189" y="634898"/>
                  </a:lnTo>
                  <a:lnTo>
                    <a:pt x="783221" y="611124"/>
                  </a:lnTo>
                  <a:close/>
                </a:path>
                <a:path w="811529" h="688340">
                  <a:moveTo>
                    <a:pt x="795121" y="453986"/>
                  </a:moveTo>
                  <a:lnTo>
                    <a:pt x="760564" y="453986"/>
                  </a:lnTo>
                  <a:lnTo>
                    <a:pt x="760564" y="477761"/>
                  </a:lnTo>
                  <a:lnTo>
                    <a:pt x="793534" y="477761"/>
                  </a:lnTo>
                  <a:lnTo>
                    <a:pt x="795121" y="453986"/>
                  </a:lnTo>
                  <a:close/>
                </a:path>
                <a:path w="811529" h="688340">
                  <a:moveTo>
                    <a:pt x="800265" y="369392"/>
                  </a:moveTo>
                  <a:lnTo>
                    <a:pt x="738593" y="369392"/>
                  </a:lnTo>
                  <a:lnTo>
                    <a:pt x="738593" y="393179"/>
                  </a:lnTo>
                  <a:lnTo>
                    <a:pt x="798906" y="393179"/>
                  </a:lnTo>
                  <a:lnTo>
                    <a:pt x="799617" y="381419"/>
                  </a:lnTo>
                  <a:lnTo>
                    <a:pt x="800265" y="369392"/>
                  </a:lnTo>
                  <a:close/>
                </a:path>
                <a:path w="811529" h="688340">
                  <a:moveTo>
                    <a:pt x="802055" y="336105"/>
                  </a:moveTo>
                  <a:lnTo>
                    <a:pt x="789432" y="336105"/>
                  </a:lnTo>
                  <a:lnTo>
                    <a:pt x="789432" y="359879"/>
                  </a:lnTo>
                  <a:lnTo>
                    <a:pt x="800773" y="359879"/>
                  </a:lnTo>
                  <a:lnTo>
                    <a:pt x="802055" y="336105"/>
                  </a:lnTo>
                  <a:close/>
                </a:path>
                <a:path w="811529" h="688340">
                  <a:moveTo>
                    <a:pt x="805713" y="256705"/>
                  </a:moveTo>
                  <a:lnTo>
                    <a:pt x="802144" y="256705"/>
                  </a:lnTo>
                  <a:lnTo>
                    <a:pt x="802144" y="280479"/>
                  </a:lnTo>
                  <a:lnTo>
                    <a:pt x="804722" y="280479"/>
                  </a:lnTo>
                  <a:lnTo>
                    <a:pt x="805713" y="256705"/>
                  </a:lnTo>
                  <a:close/>
                </a:path>
                <a:path w="811529" h="688340">
                  <a:moveTo>
                    <a:pt x="807212" y="218998"/>
                  </a:moveTo>
                  <a:lnTo>
                    <a:pt x="728916" y="218998"/>
                  </a:lnTo>
                  <a:lnTo>
                    <a:pt x="728916" y="242785"/>
                  </a:lnTo>
                  <a:lnTo>
                    <a:pt x="806284" y="242785"/>
                  </a:lnTo>
                  <a:lnTo>
                    <a:pt x="806881" y="228244"/>
                  </a:lnTo>
                  <a:lnTo>
                    <a:pt x="807212" y="218998"/>
                  </a:lnTo>
                  <a:close/>
                </a:path>
                <a:path w="811529" h="688340">
                  <a:moveTo>
                    <a:pt x="809421" y="150418"/>
                  </a:moveTo>
                  <a:lnTo>
                    <a:pt x="768134" y="150418"/>
                  </a:lnTo>
                  <a:lnTo>
                    <a:pt x="768134" y="174193"/>
                  </a:lnTo>
                  <a:lnTo>
                    <a:pt x="808748" y="174193"/>
                  </a:lnTo>
                  <a:lnTo>
                    <a:pt x="809421" y="150418"/>
                  </a:lnTo>
                  <a:close/>
                </a:path>
                <a:path w="811529" h="688340">
                  <a:moveTo>
                    <a:pt x="810996" y="86207"/>
                  </a:moveTo>
                  <a:lnTo>
                    <a:pt x="737501" y="86207"/>
                  </a:lnTo>
                  <a:lnTo>
                    <a:pt x="737501" y="109982"/>
                  </a:lnTo>
                  <a:lnTo>
                    <a:pt x="810475" y="109982"/>
                  </a:lnTo>
                  <a:lnTo>
                    <a:pt x="810996" y="86207"/>
                  </a:lnTo>
                  <a:close/>
                </a:path>
              </a:pathLst>
            </a:custGeom>
            <a:solidFill>
              <a:srgbClr val="B9E4F8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2" name="object 82" descr=""/>
          <p:cNvSpPr/>
          <p:nvPr/>
        </p:nvSpPr>
        <p:spPr>
          <a:xfrm>
            <a:off x="6929793" y="4960321"/>
            <a:ext cx="582930" cy="54610"/>
          </a:xfrm>
          <a:custGeom>
            <a:avLst/>
            <a:gdLst/>
            <a:ahLst/>
            <a:cxnLst/>
            <a:rect l="l" t="t" r="r" b="b"/>
            <a:pathLst>
              <a:path w="582929" h="54610">
                <a:moveTo>
                  <a:pt x="582904" y="0"/>
                </a:moveTo>
                <a:lnTo>
                  <a:pt x="577240" y="0"/>
                </a:lnTo>
                <a:lnTo>
                  <a:pt x="536079" y="0"/>
                </a:lnTo>
                <a:lnTo>
                  <a:pt x="0" y="0"/>
                </a:lnTo>
                <a:lnTo>
                  <a:pt x="0" y="54114"/>
                </a:lnTo>
                <a:lnTo>
                  <a:pt x="536079" y="54114"/>
                </a:lnTo>
                <a:lnTo>
                  <a:pt x="577240" y="54114"/>
                </a:lnTo>
                <a:lnTo>
                  <a:pt x="582904" y="54114"/>
                </a:lnTo>
                <a:lnTo>
                  <a:pt x="582904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" name="object 83" descr=""/>
          <p:cNvSpPr/>
          <p:nvPr/>
        </p:nvSpPr>
        <p:spPr>
          <a:xfrm>
            <a:off x="7465877" y="5106965"/>
            <a:ext cx="46990" cy="54610"/>
          </a:xfrm>
          <a:custGeom>
            <a:avLst/>
            <a:gdLst/>
            <a:ahLst/>
            <a:cxnLst/>
            <a:rect l="l" t="t" r="r" b="b"/>
            <a:pathLst>
              <a:path w="46990" h="54610">
                <a:moveTo>
                  <a:pt x="46825" y="0"/>
                </a:moveTo>
                <a:lnTo>
                  <a:pt x="0" y="0"/>
                </a:lnTo>
                <a:lnTo>
                  <a:pt x="0" y="54134"/>
                </a:lnTo>
                <a:lnTo>
                  <a:pt x="46825" y="54134"/>
                </a:lnTo>
                <a:lnTo>
                  <a:pt x="46825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" name="object 84" descr=""/>
          <p:cNvSpPr/>
          <p:nvPr/>
        </p:nvSpPr>
        <p:spPr>
          <a:xfrm>
            <a:off x="7191530" y="6580731"/>
            <a:ext cx="88265" cy="228600"/>
          </a:xfrm>
          <a:custGeom>
            <a:avLst/>
            <a:gdLst/>
            <a:ahLst/>
            <a:cxnLst/>
            <a:rect l="l" t="t" r="r" b="b"/>
            <a:pathLst>
              <a:path w="88265" h="228600">
                <a:moveTo>
                  <a:pt x="87756" y="0"/>
                </a:moveTo>
                <a:lnTo>
                  <a:pt x="0" y="0"/>
                </a:lnTo>
                <a:lnTo>
                  <a:pt x="0" y="228003"/>
                </a:lnTo>
                <a:lnTo>
                  <a:pt x="87756" y="228003"/>
                </a:lnTo>
                <a:lnTo>
                  <a:pt x="87756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" name="object 85" descr=""/>
          <p:cNvSpPr/>
          <p:nvPr/>
        </p:nvSpPr>
        <p:spPr>
          <a:xfrm>
            <a:off x="7351148" y="6265086"/>
            <a:ext cx="88265" cy="200660"/>
          </a:xfrm>
          <a:custGeom>
            <a:avLst/>
            <a:gdLst/>
            <a:ahLst/>
            <a:cxnLst/>
            <a:rect l="l" t="t" r="r" b="b"/>
            <a:pathLst>
              <a:path w="88265" h="200660">
                <a:moveTo>
                  <a:pt x="87756" y="0"/>
                </a:moveTo>
                <a:lnTo>
                  <a:pt x="0" y="0"/>
                </a:lnTo>
                <a:lnTo>
                  <a:pt x="0" y="200234"/>
                </a:lnTo>
                <a:lnTo>
                  <a:pt x="87756" y="200234"/>
                </a:lnTo>
                <a:lnTo>
                  <a:pt x="87756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" name="object 86" descr=""/>
          <p:cNvSpPr/>
          <p:nvPr/>
        </p:nvSpPr>
        <p:spPr>
          <a:xfrm>
            <a:off x="7018718" y="6265086"/>
            <a:ext cx="88265" cy="200660"/>
          </a:xfrm>
          <a:custGeom>
            <a:avLst/>
            <a:gdLst/>
            <a:ahLst/>
            <a:cxnLst/>
            <a:rect l="l" t="t" r="r" b="b"/>
            <a:pathLst>
              <a:path w="88265" h="200660">
                <a:moveTo>
                  <a:pt x="87756" y="0"/>
                </a:moveTo>
                <a:lnTo>
                  <a:pt x="0" y="0"/>
                </a:lnTo>
                <a:lnTo>
                  <a:pt x="0" y="200234"/>
                </a:lnTo>
                <a:lnTo>
                  <a:pt x="87756" y="200234"/>
                </a:lnTo>
                <a:lnTo>
                  <a:pt x="87756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" name="object 87" descr=""/>
          <p:cNvSpPr/>
          <p:nvPr/>
        </p:nvSpPr>
        <p:spPr>
          <a:xfrm>
            <a:off x="7345786" y="6463551"/>
            <a:ext cx="102235" cy="34925"/>
          </a:xfrm>
          <a:custGeom>
            <a:avLst/>
            <a:gdLst/>
            <a:ahLst/>
            <a:cxnLst/>
            <a:rect l="l" t="t" r="r" b="b"/>
            <a:pathLst>
              <a:path w="102234" h="34925">
                <a:moveTo>
                  <a:pt x="101787" y="0"/>
                </a:moveTo>
                <a:lnTo>
                  <a:pt x="0" y="0"/>
                </a:lnTo>
                <a:lnTo>
                  <a:pt x="0" y="34334"/>
                </a:lnTo>
                <a:lnTo>
                  <a:pt x="101787" y="34334"/>
                </a:lnTo>
                <a:lnTo>
                  <a:pt x="101787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" name="object 88" descr=""/>
          <p:cNvSpPr/>
          <p:nvPr/>
        </p:nvSpPr>
        <p:spPr>
          <a:xfrm>
            <a:off x="7006833" y="6463551"/>
            <a:ext cx="102235" cy="34925"/>
          </a:xfrm>
          <a:custGeom>
            <a:avLst/>
            <a:gdLst/>
            <a:ahLst/>
            <a:cxnLst/>
            <a:rect l="l" t="t" r="r" b="b"/>
            <a:pathLst>
              <a:path w="102234" h="34925">
                <a:moveTo>
                  <a:pt x="101787" y="0"/>
                </a:moveTo>
                <a:lnTo>
                  <a:pt x="0" y="0"/>
                </a:lnTo>
                <a:lnTo>
                  <a:pt x="0" y="34334"/>
                </a:lnTo>
                <a:lnTo>
                  <a:pt x="101787" y="34334"/>
                </a:lnTo>
                <a:lnTo>
                  <a:pt x="101787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" name="object 89" descr=""/>
          <p:cNvSpPr/>
          <p:nvPr/>
        </p:nvSpPr>
        <p:spPr>
          <a:xfrm>
            <a:off x="7351148" y="6900439"/>
            <a:ext cx="88265" cy="200660"/>
          </a:xfrm>
          <a:custGeom>
            <a:avLst/>
            <a:gdLst/>
            <a:ahLst/>
            <a:cxnLst/>
            <a:rect l="l" t="t" r="r" b="b"/>
            <a:pathLst>
              <a:path w="88265" h="200659">
                <a:moveTo>
                  <a:pt x="87756" y="0"/>
                </a:moveTo>
                <a:lnTo>
                  <a:pt x="0" y="0"/>
                </a:lnTo>
                <a:lnTo>
                  <a:pt x="0" y="200234"/>
                </a:lnTo>
                <a:lnTo>
                  <a:pt x="87756" y="200234"/>
                </a:lnTo>
                <a:lnTo>
                  <a:pt x="87756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" name="object 90" descr=""/>
          <p:cNvSpPr/>
          <p:nvPr/>
        </p:nvSpPr>
        <p:spPr>
          <a:xfrm>
            <a:off x="7018718" y="6900439"/>
            <a:ext cx="88265" cy="200660"/>
          </a:xfrm>
          <a:custGeom>
            <a:avLst/>
            <a:gdLst/>
            <a:ahLst/>
            <a:cxnLst/>
            <a:rect l="l" t="t" r="r" b="b"/>
            <a:pathLst>
              <a:path w="88265" h="200659">
                <a:moveTo>
                  <a:pt x="87756" y="0"/>
                </a:moveTo>
                <a:lnTo>
                  <a:pt x="0" y="0"/>
                </a:lnTo>
                <a:lnTo>
                  <a:pt x="0" y="200234"/>
                </a:lnTo>
                <a:lnTo>
                  <a:pt x="87756" y="200234"/>
                </a:lnTo>
                <a:lnTo>
                  <a:pt x="87756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" name="object 91" descr=""/>
          <p:cNvSpPr/>
          <p:nvPr/>
        </p:nvSpPr>
        <p:spPr>
          <a:xfrm>
            <a:off x="7345786" y="7098914"/>
            <a:ext cx="102235" cy="34925"/>
          </a:xfrm>
          <a:custGeom>
            <a:avLst/>
            <a:gdLst/>
            <a:ahLst/>
            <a:cxnLst/>
            <a:rect l="l" t="t" r="r" b="b"/>
            <a:pathLst>
              <a:path w="102234" h="34925">
                <a:moveTo>
                  <a:pt x="101787" y="0"/>
                </a:moveTo>
                <a:lnTo>
                  <a:pt x="0" y="0"/>
                </a:lnTo>
                <a:lnTo>
                  <a:pt x="0" y="34334"/>
                </a:lnTo>
                <a:lnTo>
                  <a:pt x="101787" y="34334"/>
                </a:lnTo>
                <a:lnTo>
                  <a:pt x="101787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" name="object 92" descr=""/>
          <p:cNvSpPr/>
          <p:nvPr/>
        </p:nvSpPr>
        <p:spPr>
          <a:xfrm>
            <a:off x="7006833" y="7098914"/>
            <a:ext cx="102235" cy="34925"/>
          </a:xfrm>
          <a:custGeom>
            <a:avLst/>
            <a:gdLst/>
            <a:ahLst/>
            <a:cxnLst/>
            <a:rect l="l" t="t" r="r" b="b"/>
            <a:pathLst>
              <a:path w="102234" h="34925">
                <a:moveTo>
                  <a:pt x="101787" y="0"/>
                </a:moveTo>
                <a:lnTo>
                  <a:pt x="0" y="0"/>
                </a:lnTo>
                <a:lnTo>
                  <a:pt x="0" y="34334"/>
                </a:lnTo>
                <a:lnTo>
                  <a:pt x="101787" y="34334"/>
                </a:lnTo>
                <a:lnTo>
                  <a:pt x="101787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" name="object 93" descr=""/>
          <p:cNvSpPr/>
          <p:nvPr/>
        </p:nvSpPr>
        <p:spPr>
          <a:xfrm>
            <a:off x="7184514" y="6807709"/>
            <a:ext cx="102235" cy="34925"/>
          </a:xfrm>
          <a:custGeom>
            <a:avLst/>
            <a:gdLst/>
            <a:ahLst/>
            <a:cxnLst/>
            <a:rect l="l" t="t" r="r" b="b"/>
            <a:pathLst>
              <a:path w="102234" h="34925">
                <a:moveTo>
                  <a:pt x="101787" y="0"/>
                </a:moveTo>
                <a:lnTo>
                  <a:pt x="0" y="0"/>
                </a:lnTo>
                <a:lnTo>
                  <a:pt x="0" y="34334"/>
                </a:lnTo>
                <a:lnTo>
                  <a:pt x="101787" y="34334"/>
                </a:lnTo>
                <a:lnTo>
                  <a:pt x="101787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94" name="object 94" descr=""/>
          <p:cNvGrpSpPr/>
          <p:nvPr/>
        </p:nvGrpSpPr>
        <p:grpSpPr>
          <a:xfrm>
            <a:off x="4198292" y="5895171"/>
            <a:ext cx="3564254" cy="2096770"/>
            <a:chOff x="4198292" y="5895171"/>
            <a:chExt cx="3564254" cy="2096770"/>
          </a:xfrm>
        </p:grpSpPr>
        <p:sp>
          <p:nvSpPr>
            <p:cNvPr id="95" name="object 95" descr=""/>
            <p:cNvSpPr/>
            <p:nvPr/>
          </p:nvSpPr>
          <p:spPr>
            <a:xfrm>
              <a:off x="4223969" y="5895180"/>
              <a:ext cx="3538220" cy="2094230"/>
            </a:xfrm>
            <a:custGeom>
              <a:avLst/>
              <a:gdLst/>
              <a:ahLst/>
              <a:cxnLst/>
              <a:rect l="l" t="t" r="r" b="b"/>
              <a:pathLst>
                <a:path w="3538220" h="2094229">
                  <a:moveTo>
                    <a:pt x="3538182" y="2020773"/>
                  </a:moveTo>
                  <a:lnTo>
                    <a:pt x="3529038" y="1967865"/>
                  </a:lnTo>
                  <a:lnTo>
                    <a:pt x="3530142" y="1967369"/>
                  </a:lnTo>
                  <a:lnTo>
                    <a:pt x="3527844" y="1953183"/>
                  </a:lnTo>
                  <a:lnTo>
                    <a:pt x="3522713" y="1940394"/>
                  </a:lnTo>
                  <a:lnTo>
                    <a:pt x="3512820" y="1930031"/>
                  </a:lnTo>
                  <a:lnTo>
                    <a:pt x="3499320" y="1923097"/>
                  </a:lnTo>
                  <a:lnTo>
                    <a:pt x="3483394" y="1920570"/>
                  </a:lnTo>
                  <a:lnTo>
                    <a:pt x="3458794" y="1920570"/>
                  </a:lnTo>
                  <a:lnTo>
                    <a:pt x="3467062" y="1918919"/>
                  </a:lnTo>
                  <a:lnTo>
                    <a:pt x="3480612" y="1909622"/>
                  </a:lnTo>
                  <a:lnTo>
                    <a:pt x="3488855" y="1896148"/>
                  </a:lnTo>
                  <a:lnTo>
                    <a:pt x="3490201" y="1880146"/>
                  </a:lnTo>
                  <a:lnTo>
                    <a:pt x="3481768" y="1826653"/>
                  </a:lnTo>
                  <a:lnTo>
                    <a:pt x="3482898" y="1826107"/>
                  </a:lnTo>
                  <a:lnTo>
                    <a:pt x="3467087" y="1788287"/>
                  </a:lnTo>
                  <a:lnTo>
                    <a:pt x="3440277" y="1778660"/>
                  </a:lnTo>
                  <a:lnTo>
                    <a:pt x="3424580" y="1778660"/>
                  </a:lnTo>
                  <a:lnTo>
                    <a:pt x="3435070" y="1770722"/>
                  </a:lnTo>
                  <a:lnTo>
                    <a:pt x="3442538" y="1757260"/>
                  </a:lnTo>
                  <a:lnTo>
                    <a:pt x="3443744" y="1741246"/>
                  </a:lnTo>
                  <a:lnTo>
                    <a:pt x="3435972" y="1686801"/>
                  </a:lnTo>
                  <a:lnTo>
                    <a:pt x="3436404" y="1686560"/>
                  </a:lnTo>
                  <a:lnTo>
                    <a:pt x="3410991" y="1646783"/>
                  </a:lnTo>
                  <a:lnTo>
                    <a:pt x="3400387" y="1645056"/>
                  </a:lnTo>
                  <a:lnTo>
                    <a:pt x="3397859" y="1644586"/>
                  </a:lnTo>
                  <a:lnTo>
                    <a:pt x="2598648" y="1644586"/>
                  </a:lnTo>
                  <a:lnTo>
                    <a:pt x="2598648" y="0"/>
                  </a:lnTo>
                  <a:lnTo>
                    <a:pt x="0" y="0"/>
                  </a:lnTo>
                  <a:lnTo>
                    <a:pt x="0" y="131381"/>
                  </a:lnTo>
                  <a:lnTo>
                    <a:pt x="0" y="163995"/>
                  </a:lnTo>
                  <a:lnTo>
                    <a:pt x="0" y="300951"/>
                  </a:lnTo>
                  <a:lnTo>
                    <a:pt x="0" y="333552"/>
                  </a:lnTo>
                  <a:lnTo>
                    <a:pt x="0" y="2094026"/>
                  </a:lnTo>
                  <a:lnTo>
                    <a:pt x="2598648" y="2094026"/>
                  </a:lnTo>
                  <a:lnTo>
                    <a:pt x="2598648" y="2063000"/>
                  </a:lnTo>
                  <a:lnTo>
                    <a:pt x="2730195" y="2063000"/>
                  </a:lnTo>
                  <a:lnTo>
                    <a:pt x="2730195" y="2091956"/>
                  </a:lnTo>
                  <a:lnTo>
                    <a:pt x="2769705" y="2091956"/>
                  </a:lnTo>
                  <a:lnTo>
                    <a:pt x="2769705" y="2063000"/>
                  </a:lnTo>
                  <a:lnTo>
                    <a:pt x="3006560" y="2063000"/>
                  </a:lnTo>
                  <a:lnTo>
                    <a:pt x="3006560" y="2091956"/>
                  </a:lnTo>
                  <a:lnTo>
                    <a:pt x="3046069" y="2091956"/>
                  </a:lnTo>
                  <a:lnTo>
                    <a:pt x="3046069" y="2063000"/>
                  </a:lnTo>
                  <a:lnTo>
                    <a:pt x="3257994" y="2063000"/>
                  </a:lnTo>
                  <a:lnTo>
                    <a:pt x="3257994" y="2091956"/>
                  </a:lnTo>
                  <a:lnTo>
                    <a:pt x="3297517" y="2091956"/>
                  </a:lnTo>
                  <a:lnTo>
                    <a:pt x="3297517" y="2063000"/>
                  </a:lnTo>
                  <a:lnTo>
                    <a:pt x="3451098" y="2063000"/>
                  </a:lnTo>
                  <a:lnTo>
                    <a:pt x="3451098" y="2091956"/>
                  </a:lnTo>
                  <a:lnTo>
                    <a:pt x="3490620" y="2091956"/>
                  </a:lnTo>
                  <a:lnTo>
                    <a:pt x="3490620" y="2063000"/>
                  </a:lnTo>
                  <a:lnTo>
                    <a:pt x="3493808" y="2063000"/>
                  </a:lnTo>
                  <a:lnTo>
                    <a:pt x="3512782" y="2059533"/>
                  </a:lnTo>
                  <a:lnTo>
                    <a:pt x="3527666" y="2050237"/>
                  </a:lnTo>
                  <a:lnTo>
                    <a:pt x="3536708" y="2036775"/>
                  </a:lnTo>
                  <a:lnTo>
                    <a:pt x="3538182" y="2020773"/>
                  </a:lnTo>
                  <a:close/>
                </a:path>
              </a:pathLst>
            </a:custGeom>
            <a:solidFill>
              <a:srgbClr val="B9E4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 descr=""/>
            <p:cNvSpPr/>
            <p:nvPr/>
          </p:nvSpPr>
          <p:spPr>
            <a:xfrm>
              <a:off x="4223969" y="6009493"/>
              <a:ext cx="2599055" cy="695960"/>
            </a:xfrm>
            <a:custGeom>
              <a:avLst/>
              <a:gdLst/>
              <a:ahLst/>
              <a:cxnLst/>
              <a:rect l="l" t="t" r="r" b="b"/>
              <a:pathLst>
                <a:path w="2599054" h="695959">
                  <a:moveTo>
                    <a:pt x="78308" y="553605"/>
                  </a:moveTo>
                  <a:lnTo>
                    <a:pt x="0" y="553605"/>
                  </a:lnTo>
                  <a:lnTo>
                    <a:pt x="0" y="586219"/>
                  </a:lnTo>
                  <a:lnTo>
                    <a:pt x="78308" y="586219"/>
                  </a:lnTo>
                  <a:lnTo>
                    <a:pt x="78308" y="553605"/>
                  </a:lnTo>
                  <a:close/>
                </a:path>
                <a:path w="2599054" h="695959">
                  <a:moveTo>
                    <a:pt x="78308" y="384048"/>
                  </a:moveTo>
                  <a:lnTo>
                    <a:pt x="0" y="384048"/>
                  </a:lnTo>
                  <a:lnTo>
                    <a:pt x="0" y="416648"/>
                  </a:lnTo>
                  <a:lnTo>
                    <a:pt x="78308" y="416648"/>
                  </a:lnTo>
                  <a:lnTo>
                    <a:pt x="78308" y="384048"/>
                  </a:lnTo>
                  <a:close/>
                </a:path>
                <a:path w="2599054" h="695959">
                  <a:moveTo>
                    <a:pt x="126250" y="662800"/>
                  </a:moveTo>
                  <a:lnTo>
                    <a:pt x="30378" y="662800"/>
                  </a:lnTo>
                  <a:lnTo>
                    <a:pt x="30378" y="695413"/>
                  </a:lnTo>
                  <a:lnTo>
                    <a:pt x="126250" y="695413"/>
                  </a:lnTo>
                  <a:lnTo>
                    <a:pt x="126250" y="662800"/>
                  </a:lnTo>
                  <a:close/>
                </a:path>
                <a:path w="2599054" h="695959">
                  <a:moveTo>
                    <a:pt x="126250" y="493229"/>
                  </a:moveTo>
                  <a:lnTo>
                    <a:pt x="30378" y="493229"/>
                  </a:lnTo>
                  <a:lnTo>
                    <a:pt x="30378" y="525843"/>
                  </a:lnTo>
                  <a:lnTo>
                    <a:pt x="126250" y="525843"/>
                  </a:lnTo>
                  <a:lnTo>
                    <a:pt x="126250" y="493229"/>
                  </a:lnTo>
                  <a:close/>
                </a:path>
                <a:path w="2599054" h="695959">
                  <a:moveTo>
                    <a:pt x="147015" y="607428"/>
                  </a:moveTo>
                  <a:lnTo>
                    <a:pt x="51142" y="607428"/>
                  </a:lnTo>
                  <a:lnTo>
                    <a:pt x="51142" y="640041"/>
                  </a:lnTo>
                  <a:lnTo>
                    <a:pt x="147015" y="640041"/>
                  </a:lnTo>
                  <a:lnTo>
                    <a:pt x="147015" y="607428"/>
                  </a:lnTo>
                  <a:close/>
                </a:path>
                <a:path w="2599054" h="695959">
                  <a:moveTo>
                    <a:pt x="147015" y="437870"/>
                  </a:moveTo>
                  <a:lnTo>
                    <a:pt x="51142" y="437870"/>
                  </a:lnTo>
                  <a:lnTo>
                    <a:pt x="51142" y="470471"/>
                  </a:lnTo>
                  <a:lnTo>
                    <a:pt x="147015" y="470471"/>
                  </a:lnTo>
                  <a:lnTo>
                    <a:pt x="147015" y="437870"/>
                  </a:lnTo>
                  <a:close/>
                </a:path>
                <a:path w="2599054" h="695959">
                  <a:moveTo>
                    <a:pt x="209296" y="557466"/>
                  </a:moveTo>
                  <a:lnTo>
                    <a:pt x="113423" y="557466"/>
                  </a:lnTo>
                  <a:lnTo>
                    <a:pt x="113423" y="590067"/>
                  </a:lnTo>
                  <a:lnTo>
                    <a:pt x="209296" y="590067"/>
                  </a:lnTo>
                  <a:lnTo>
                    <a:pt x="209296" y="557466"/>
                  </a:lnTo>
                  <a:close/>
                </a:path>
                <a:path w="2599054" h="695959">
                  <a:moveTo>
                    <a:pt x="209296" y="387896"/>
                  </a:moveTo>
                  <a:lnTo>
                    <a:pt x="113423" y="387896"/>
                  </a:lnTo>
                  <a:lnTo>
                    <a:pt x="113423" y="420509"/>
                  </a:lnTo>
                  <a:lnTo>
                    <a:pt x="209296" y="420509"/>
                  </a:lnTo>
                  <a:lnTo>
                    <a:pt x="209296" y="387896"/>
                  </a:lnTo>
                  <a:close/>
                </a:path>
                <a:path w="2599054" h="695959">
                  <a:moveTo>
                    <a:pt x="250812" y="652030"/>
                  </a:moveTo>
                  <a:lnTo>
                    <a:pt x="154940" y="652030"/>
                  </a:lnTo>
                  <a:lnTo>
                    <a:pt x="154940" y="684631"/>
                  </a:lnTo>
                  <a:lnTo>
                    <a:pt x="250812" y="684631"/>
                  </a:lnTo>
                  <a:lnTo>
                    <a:pt x="250812" y="652030"/>
                  </a:lnTo>
                  <a:close/>
                </a:path>
                <a:path w="2599054" h="695959">
                  <a:moveTo>
                    <a:pt x="250812" y="482460"/>
                  </a:moveTo>
                  <a:lnTo>
                    <a:pt x="154940" y="482460"/>
                  </a:lnTo>
                  <a:lnTo>
                    <a:pt x="154940" y="515073"/>
                  </a:lnTo>
                  <a:lnTo>
                    <a:pt x="250812" y="515073"/>
                  </a:lnTo>
                  <a:lnTo>
                    <a:pt x="250812" y="482460"/>
                  </a:lnTo>
                  <a:close/>
                </a:path>
                <a:path w="2599054" h="695959">
                  <a:moveTo>
                    <a:pt x="327355" y="427850"/>
                  </a:moveTo>
                  <a:lnTo>
                    <a:pt x="231482" y="427850"/>
                  </a:lnTo>
                  <a:lnTo>
                    <a:pt x="231482" y="460463"/>
                  </a:lnTo>
                  <a:lnTo>
                    <a:pt x="327355" y="460463"/>
                  </a:lnTo>
                  <a:lnTo>
                    <a:pt x="327355" y="427850"/>
                  </a:lnTo>
                  <a:close/>
                </a:path>
                <a:path w="2599054" h="695959">
                  <a:moveTo>
                    <a:pt x="375285" y="537057"/>
                  </a:moveTo>
                  <a:lnTo>
                    <a:pt x="279412" y="537057"/>
                  </a:lnTo>
                  <a:lnTo>
                    <a:pt x="279412" y="569658"/>
                  </a:lnTo>
                  <a:lnTo>
                    <a:pt x="375285" y="569658"/>
                  </a:lnTo>
                  <a:lnTo>
                    <a:pt x="375285" y="537057"/>
                  </a:lnTo>
                  <a:close/>
                </a:path>
                <a:path w="2599054" h="695959">
                  <a:moveTo>
                    <a:pt x="396049" y="481685"/>
                  </a:moveTo>
                  <a:lnTo>
                    <a:pt x="300177" y="481685"/>
                  </a:lnTo>
                  <a:lnTo>
                    <a:pt x="300177" y="514286"/>
                  </a:lnTo>
                  <a:lnTo>
                    <a:pt x="396049" y="514286"/>
                  </a:lnTo>
                  <a:lnTo>
                    <a:pt x="396049" y="481685"/>
                  </a:lnTo>
                  <a:close/>
                </a:path>
                <a:path w="2599054" h="695959">
                  <a:moveTo>
                    <a:pt x="458317" y="431723"/>
                  </a:moveTo>
                  <a:lnTo>
                    <a:pt x="362445" y="431723"/>
                  </a:lnTo>
                  <a:lnTo>
                    <a:pt x="362445" y="464324"/>
                  </a:lnTo>
                  <a:lnTo>
                    <a:pt x="458317" y="464324"/>
                  </a:lnTo>
                  <a:lnTo>
                    <a:pt x="458317" y="431723"/>
                  </a:lnTo>
                  <a:close/>
                </a:path>
                <a:path w="2599054" h="695959">
                  <a:moveTo>
                    <a:pt x="499846" y="526275"/>
                  </a:moveTo>
                  <a:lnTo>
                    <a:pt x="403974" y="526275"/>
                  </a:lnTo>
                  <a:lnTo>
                    <a:pt x="403974" y="558876"/>
                  </a:lnTo>
                  <a:lnTo>
                    <a:pt x="499846" y="558876"/>
                  </a:lnTo>
                  <a:lnTo>
                    <a:pt x="499846" y="526275"/>
                  </a:lnTo>
                  <a:close/>
                </a:path>
                <a:path w="2599054" h="695959">
                  <a:moveTo>
                    <a:pt x="523722" y="366966"/>
                  </a:moveTo>
                  <a:lnTo>
                    <a:pt x="427850" y="366966"/>
                  </a:lnTo>
                  <a:lnTo>
                    <a:pt x="427850" y="399567"/>
                  </a:lnTo>
                  <a:lnTo>
                    <a:pt x="523722" y="399567"/>
                  </a:lnTo>
                  <a:lnTo>
                    <a:pt x="523722" y="366966"/>
                  </a:lnTo>
                  <a:close/>
                </a:path>
                <a:path w="2599054" h="695959">
                  <a:moveTo>
                    <a:pt x="571652" y="476161"/>
                  </a:moveTo>
                  <a:lnTo>
                    <a:pt x="475792" y="476161"/>
                  </a:lnTo>
                  <a:lnTo>
                    <a:pt x="475792" y="508762"/>
                  </a:lnTo>
                  <a:lnTo>
                    <a:pt x="571652" y="508762"/>
                  </a:lnTo>
                  <a:lnTo>
                    <a:pt x="571652" y="476161"/>
                  </a:lnTo>
                  <a:close/>
                </a:path>
                <a:path w="2599054" h="695959">
                  <a:moveTo>
                    <a:pt x="588365" y="585838"/>
                  </a:moveTo>
                  <a:lnTo>
                    <a:pt x="492493" y="585838"/>
                  </a:lnTo>
                  <a:lnTo>
                    <a:pt x="492493" y="618451"/>
                  </a:lnTo>
                  <a:lnTo>
                    <a:pt x="588365" y="618451"/>
                  </a:lnTo>
                  <a:lnTo>
                    <a:pt x="588365" y="585838"/>
                  </a:lnTo>
                  <a:close/>
                </a:path>
                <a:path w="2599054" h="695959">
                  <a:moveTo>
                    <a:pt x="592416" y="420789"/>
                  </a:moveTo>
                  <a:lnTo>
                    <a:pt x="496544" y="420789"/>
                  </a:lnTo>
                  <a:lnTo>
                    <a:pt x="496544" y="453390"/>
                  </a:lnTo>
                  <a:lnTo>
                    <a:pt x="592416" y="453390"/>
                  </a:lnTo>
                  <a:lnTo>
                    <a:pt x="592416" y="420789"/>
                  </a:lnTo>
                  <a:close/>
                </a:path>
                <a:path w="2599054" h="695959">
                  <a:moveTo>
                    <a:pt x="654697" y="370814"/>
                  </a:moveTo>
                  <a:lnTo>
                    <a:pt x="558825" y="370814"/>
                  </a:lnTo>
                  <a:lnTo>
                    <a:pt x="558825" y="403428"/>
                  </a:lnTo>
                  <a:lnTo>
                    <a:pt x="654697" y="403428"/>
                  </a:lnTo>
                  <a:lnTo>
                    <a:pt x="654697" y="370814"/>
                  </a:lnTo>
                  <a:close/>
                </a:path>
                <a:path w="2599054" h="695959">
                  <a:moveTo>
                    <a:pt x="657059" y="639660"/>
                  </a:moveTo>
                  <a:lnTo>
                    <a:pt x="561187" y="639660"/>
                  </a:lnTo>
                  <a:lnTo>
                    <a:pt x="561187" y="672261"/>
                  </a:lnTo>
                  <a:lnTo>
                    <a:pt x="657059" y="672261"/>
                  </a:lnTo>
                  <a:lnTo>
                    <a:pt x="657059" y="639660"/>
                  </a:lnTo>
                  <a:close/>
                </a:path>
                <a:path w="2599054" h="695959">
                  <a:moveTo>
                    <a:pt x="696214" y="465378"/>
                  </a:moveTo>
                  <a:lnTo>
                    <a:pt x="600341" y="465378"/>
                  </a:lnTo>
                  <a:lnTo>
                    <a:pt x="600341" y="497992"/>
                  </a:lnTo>
                  <a:lnTo>
                    <a:pt x="696214" y="497992"/>
                  </a:lnTo>
                  <a:lnTo>
                    <a:pt x="696214" y="465378"/>
                  </a:lnTo>
                  <a:close/>
                </a:path>
                <a:path w="2599054" h="695959">
                  <a:moveTo>
                    <a:pt x="1081646" y="235940"/>
                  </a:moveTo>
                  <a:lnTo>
                    <a:pt x="985774" y="235940"/>
                  </a:lnTo>
                  <a:lnTo>
                    <a:pt x="985774" y="268554"/>
                  </a:lnTo>
                  <a:lnTo>
                    <a:pt x="1081646" y="268554"/>
                  </a:lnTo>
                  <a:lnTo>
                    <a:pt x="1081646" y="235940"/>
                  </a:lnTo>
                  <a:close/>
                </a:path>
                <a:path w="2599054" h="695959">
                  <a:moveTo>
                    <a:pt x="1129576" y="345135"/>
                  </a:moveTo>
                  <a:lnTo>
                    <a:pt x="1033703" y="345135"/>
                  </a:lnTo>
                  <a:lnTo>
                    <a:pt x="1033703" y="377736"/>
                  </a:lnTo>
                  <a:lnTo>
                    <a:pt x="1129576" y="377736"/>
                  </a:lnTo>
                  <a:lnTo>
                    <a:pt x="1129576" y="345135"/>
                  </a:lnTo>
                  <a:close/>
                </a:path>
                <a:path w="2599054" h="695959">
                  <a:moveTo>
                    <a:pt x="1150340" y="289763"/>
                  </a:moveTo>
                  <a:lnTo>
                    <a:pt x="1054468" y="289763"/>
                  </a:lnTo>
                  <a:lnTo>
                    <a:pt x="1054468" y="322376"/>
                  </a:lnTo>
                  <a:lnTo>
                    <a:pt x="1150340" y="322376"/>
                  </a:lnTo>
                  <a:lnTo>
                    <a:pt x="1150340" y="289763"/>
                  </a:lnTo>
                  <a:close/>
                </a:path>
                <a:path w="2599054" h="695959">
                  <a:moveTo>
                    <a:pt x="1212621" y="239801"/>
                  </a:moveTo>
                  <a:lnTo>
                    <a:pt x="1116749" y="239801"/>
                  </a:lnTo>
                  <a:lnTo>
                    <a:pt x="1116749" y="272402"/>
                  </a:lnTo>
                  <a:lnTo>
                    <a:pt x="1212621" y="272402"/>
                  </a:lnTo>
                  <a:lnTo>
                    <a:pt x="1212621" y="239801"/>
                  </a:lnTo>
                  <a:close/>
                </a:path>
                <a:path w="2599054" h="695959">
                  <a:moveTo>
                    <a:pt x="1254137" y="334365"/>
                  </a:moveTo>
                  <a:lnTo>
                    <a:pt x="1158265" y="334365"/>
                  </a:lnTo>
                  <a:lnTo>
                    <a:pt x="1158265" y="366966"/>
                  </a:lnTo>
                  <a:lnTo>
                    <a:pt x="1254137" y="366966"/>
                  </a:lnTo>
                  <a:lnTo>
                    <a:pt x="1254137" y="334365"/>
                  </a:lnTo>
                  <a:close/>
                </a:path>
                <a:path w="2599054" h="695959">
                  <a:moveTo>
                    <a:pt x="1325956" y="109181"/>
                  </a:moveTo>
                  <a:lnTo>
                    <a:pt x="1230083" y="109181"/>
                  </a:lnTo>
                  <a:lnTo>
                    <a:pt x="1230083" y="141795"/>
                  </a:lnTo>
                  <a:lnTo>
                    <a:pt x="1325956" y="141795"/>
                  </a:lnTo>
                  <a:lnTo>
                    <a:pt x="1325956" y="109181"/>
                  </a:lnTo>
                  <a:close/>
                </a:path>
                <a:path w="2599054" h="695959">
                  <a:moveTo>
                    <a:pt x="1408988" y="3848"/>
                  </a:moveTo>
                  <a:lnTo>
                    <a:pt x="1313116" y="3848"/>
                  </a:lnTo>
                  <a:lnTo>
                    <a:pt x="1313116" y="36449"/>
                  </a:lnTo>
                  <a:lnTo>
                    <a:pt x="1408988" y="36449"/>
                  </a:lnTo>
                  <a:lnTo>
                    <a:pt x="1408988" y="3848"/>
                  </a:lnTo>
                  <a:close/>
                </a:path>
                <a:path w="2599054" h="695959">
                  <a:moveTo>
                    <a:pt x="1450517" y="98412"/>
                  </a:moveTo>
                  <a:lnTo>
                    <a:pt x="1354645" y="98412"/>
                  </a:lnTo>
                  <a:lnTo>
                    <a:pt x="1354645" y="131013"/>
                  </a:lnTo>
                  <a:lnTo>
                    <a:pt x="1450517" y="131013"/>
                  </a:lnTo>
                  <a:lnTo>
                    <a:pt x="1450517" y="98412"/>
                  </a:lnTo>
                  <a:close/>
                </a:path>
                <a:path w="2599054" h="695959">
                  <a:moveTo>
                    <a:pt x="1586903" y="186639"/>
                  </a:moveTo>
                  <a:lnTo>
                    <a:pt x="1491030" y="186639"/>
                  </a:lnTo>
                  <a:lnTo>
                    <a:pt x="1491030" y="219240"/>
                  </a:lnTo>
                  <a:lnTo>
                    <a:pt x="1586903" y="219240"/>
                  </a:lnTo>
                  <a:lnTo>
                    <a:pt x="1586903" y="186639"/>
                  </a:lnTo>
                  <a:close/>
                </a:path>
                <a:path w="2599054" h="695959">
                  <a:moveTo>
                    <a:pt x="1586903" y="17068"/>
                  </a:moveTo>
                  <a:lnTo>
                    <a:pt x="1491030" y="17068"/>
                  </a:lnTo>
                  <a:lnTo>
                    <a:pt x="1491030" y="49682"/>
                  </a:lnTo>
                  <a:lnTo>
                    <a:pt x="1586903" y="49682"/>
                  </a:lnTo>
                  <a:lnTo>
                    <a:pt x="1586903" y="17068"/>
                  </a:lnTo>
                  <a:close/>
                </a:path>
                <a:path w="2599054" h="695959">
                  <a:moveTo>
                    <a:pt x="1634845" y="295833"/>
                  </a:moveTo>
                  <a:lnTo>
                    <a:pt x="1538973" y="295833"/>
                  </a:lnTo>
                  <a:lnTo>
                    <a:pt x="1538973" y="328434"/>
                  </a:lnTo>
                  <a:lnTo>
                    <a:pt x="1634845" y="328434"/>
                  </a:lnTo>
                  <a:lnTo>
                    <a:pt x="1634845" y="295833"/>
                  </a:lnTo>
                  <a:close/>
                </a:path>
                <a:path w="2599054" h="695959">
                  <a:moveTo>
                    <a:pt x="1634845" y="126263"/>
                  </a:moveTo>
                  <a:lnTo>
                    <a:pt x="1538973" y="126263"/>
                  </a:lnTo>
                  <a:lnTo>
                    <a:pt x="1538973" y="158864"/>
                  </a:lnTo>
                  <a:lnTo>
                    <a:pt x="1634845" y="158864"/>
                  </a:lnTo>
                  <a:lnTo>
                    <a:pt x="1634845" y="126263"/>
                  </a:lnTo>
                  <a:close/>
                </a:path>
                <a:path w="2599054" h="695959">
                  <a:moveTo>
                    <a:pt x="1655610" y="240461"/>
                  </a:moveTo>
                  <a:lnTo>
                    <a:pt x="1559737" y="240461"/>
                  </a:lnTo>
                  <a:lnTo>
                    <a:pt x="1559737" y="273062"/>
                  </a:lnTo>
                  <a:lnTo>
                    <a:pt x="1655610" y="273062"/>
                  </a:lnTo>
                  <a:lnTo>
                    <a:pt x="1655610" y="240461"/>
                  </a:lnTo>
                  <a:close/>
                </a:path>
                <a:path w="2599054" h="695959">
                  <a:moveTo>
                    <a:pt x="1655610" y="70891"/>
                  </a:moveTo>
                  <a:lnTo>
                    <a:pt x="1559737" y="70891"/>
                  </a:lnTo>
                  <a:lnTo>
                    <a:pt x="1559737" y="103505"/>
                  </a:lnTo>
                  <a:lnTo>
                    <a:pt x="1655610" y="103505"/>
                  </a:lnTo>
                  <a:lnTo>
                    <a:pt x="1655610" y="70891"/>
                  </a:lnTo>
                  <a:close/>
                </a:path>
                <a:path w="2599054" h="695959">
                  <a:moveTo>
                    <a:pt x="1717890" y="190487"/>
                  </a:moveTo>
                  <a:lnTo>
                    <a:pt x="1622018" y="190487"/>
                  </a:lnTo>
                  <a:lnTo>
                    <a:pt x="1622018" y="223100"/>
                  </a:lnTo>
                  <a:lnTo>
                    <a:pt x="1717890" y="223100"/>
                  </a:lnTo>
                  <a:lnTo>
                    <a:pt x="1717890" y="190487"/>
                  </a:lnTo>
                  <a:close/>
                </a:path>
                <a:path w="2599054" h="695959">
                  <a:moveTo>
                    <a:pt x="1717890" y="20929"/>
                  </a:moveTo>
                  <a:lnTo>
                    <a:pt x="1622018" y="20929"/>
                  </a:lnTo>
                  <a:lnTo>
                    <a:pt x="1622018" y="53530"/>
                  </a:lnTo>
                  <a:lnTo>
                    <a:pt x="1717890" y="53530"/>
                  </a:lnTo>
                  <a:lnTo>
                    <a:pt x="1717890" y="20929"/>
                  </a:lnTo>
                  <a:close/>
                </a:path>
                <a:path w="2599054" h="695959">
                  <a:moveTo>
                    <a:pt x="1759407" y="285051"/>
                  </a:moveTo>
                  <a:lnTo>
                    <a:pt x="1663534" y="285051"/>
                  </a:lnTo>
                  <a:lnTo>
                    <a:pt x="1663534" y="317665"/>
                  </a:lnTo>
                  <a:lnTo>
                    <a:pt x="1759407" y="317665"/>
                  </a:lnTo>
                  <a:lnTo>
                    <a:pt x="1759407" y="285051"/>
                  </a:lnTo>
                  <a:close/>
                </a:path>
                <a:path w="2599054" h="695959">
                  <a:moveTo>
                    <a:pt x="1759407" y="115493"/>
                  </a:moveTo>
                  <a:lnTo>
                    <a:pt x="1663534" y="115493"/>
                  </a:lnTo>
                  <a:lnTo>
                    <a:pt x="1663534" y="148094"/>
                  </a:lnTo>
                  <a:lnTo>
                    <a:pt x="1759407" y="148094"/>
                  </a:lnTo>
                  <a:lnTo>
                    <a:pt x="1759407" y="115493"/>
                  </a:lnTo>
                  <a:close/>
                </a:path>
                <a:path w="2599054" h="695959">
                  <a:moveTo>
                    <a:pt x="1835950" y="235940"/>
                  </a:moveTo>
                  <a:lnTo>
                    <a:pt x="1740077" y="235940"/>
                  </a:lnTo>
                  <a:lnTo>
                    <a:pt x="1740077" y="268554"/>
                  </a:lnTo>
                  <a:lnTo>
                    <a:pt x="1835950" y="268554"/>
                  </a:lnTo>
                  <a:lnTo>
                    <a:pt x="1835950" y="235940"/>
                  </a:lnTo>
                  <a:close/>
                </a:path>
                <a:path w="2599054" h="695959">
                  <a:moveTo>
                    <a:pt x="1835950" y="60896"/>
                  </a:moveTo>
                  <a:lnTo>
                    <a:pt x="1740077" y="60896"/>
                  </a:lnTo>
                  <a:lnTo>
                    <a:pt x="1740077" y="93497"/>
                  </a:lnTo>
                  <a:lnTo>
                    <a:pt x="1835950" y="93497"/>
                  </a:lnTo>
                  <a:lnTo>
                    <a:pt x="1835950" y="60896"/>
                  </a:lnTo>
                  <a:close/>
                </a:path>
                <a:path w="2599054" h="695959">
                  <a:moveTo>
                    <a:pt x="1883879" y="345135"/>
                  </a:moveTo>
                  <a:lnTo>
                    <a:pt x="1788007" y="345135"/>
                  </a:lnTo>
                  <a:lnTo>
                    <a:pt x="1788007" y="377736"/>
                  </a:lnTo>
                  <a:lnTo>
                    <a:pt x="1883879" y="377736"/>
                  </a:lnTo>
                  <a:lnTo>
                    <a:pt x="1883879" y="345135"/>
                  </a:lnTo>
                  <a:close/>
                </a:path>
                <a:path w="2599054" h="695959">
                  <a:moveTo>
                    <a:pt x="1883879" y="170078"/>
                  </a:moveTo>
                  <a:lnTo>
                    <a:pt x="1788007" y="170078"/>
                  </a:lnTo>
                  <a:lnTo>
                    <a:pt x="1788007" y="202692"/>
                  </a:lnTo>
                  <a:lnTo>
                    <a:pt x="1883879" y="202692"/>
                  </a:lnTo>
                  <a:lnTo>
                    <a:pt x="1883879" y="170078"/>
                  </a:lnTo>
                  <a:close/>
                </a:path>
                <a:path w="2599054" h="695959">
                  <a:moveTo>
                    <a:pt x="1904631" y="289763"/>
                  </a:moveTo>
                  <a:lnTo>
                    <a:pt x="1808759" y="289763"/>
                  </a:lnTo>
                  <a:lnTo>
                    <a:pt x="1808759" y="322376"/>
                  </a:lnTo>
                  <a:lnTo>
                    <a:pt x="1904631" y="322376"/>
                  </a:lnTo>
                  <a:lnTo>
                    <a:pt x="1904631" y="289763"/>
                  </a:lnTo>
                  <a:close/>
                </a:path>
                <a:path w="2599054" h="695959">
                  <a:moveTo>
                    <a:pt x="1904631" y="114719"/>
                  </a:moveTo>
                  <a:lnTo>
                    <a:pt x="1808759" y="114719"/>
                  </a:lnTo>
                  <a:lnTo>
                    <a:pt x="1808759" y="147320"/>
                  </a:lnTo>
                  <a:lnTo>
                    <a:pt x="1904631" y="147320"/>
                  </a:lnTo>
                  <a:lnTo>
                    <a:pt x="1904631" y="114719"/>
                  </a:lnTo>
                  <a:close/>
                </a:path>
                <a:path w="2599054" h="695959">
                  <a:moveTo>
                    <a:pt x="1966912" y="239801"/>
                  </a:moveTo>
                  <a:lnTo>
                    <a:pt x="1871040" y="239801"/>
                  </a:lnTo>
                  <a:lnTo>
                    <a:pt x="1871040" y="272402"/>
                  </a:lnTo>
                  <a:lnTo>
                    <a:pt x="1966912" y="272402"/>
                  </a:lnTo>
                  <a:lnTo>
                    <a:pt x="1966912" y="239801"/>
                  </a:lnTo>
                  <a:close/>
                </a:path>
                <a:path w="2599054" h="695959">
                  <a:moveTo>
                    <a:pt x="1966912" y="64744"/>
                  </a:moveTo>
                  <a:lnTo>
                    <a:pt x="1871040" y="64744"/>
                  </a:lnTo>
                  <a:lnTo>
                    <a:pt x="1871040" y="97358"/>
                  </a:lnTo>
                  <a:lnTo>
                    <a:pt x="1966912" y="97358"/>
                  </a:lnTo>
                  <a:lnTo>
                    <a:pt x="1966912" y="64744"/>
                  </a:lnTo>
                  <a:close/>
                </a:path>
                <a:path w="2599054" h="695959">
                  <a:moveTo>
                    <a:pt x="2008428" y="334365"/>
                  </a:moveTo>
                  <a:lnTo>
                    <a:pt x="1912556" y="334365"/>
                  </a:lnTo>
                  <a:lnTo>
                    <a:pt x="1912556" y="366966"/>
                  </a:lnTo>
                  <a:lnTo>
                    <a:pt x="2008428" y="366966"/>
                  </a:lnTo>
                  <a:lnTo>
                    <a:pt x="2008428" y="334365"/>
                  </a:lnTo>
                  <a:close/>
                </a:path>
                <a:path w="2599054" h="695959">
                  <a:moveTo>
                    <a:pt x="2008428" y="159308"/>
                  </a:moveTo>
                  <a:lnTo>
                    <a:pt x="1912556" y="159308"/>
                  </a:lnTo>
                  <a:lnTo>
                    <a:pt x="1912556" y="191909"/>
                  </a:lnTo>
                  <a:lnTo>
                    <a:pt x="2008428" y="191909"/>
                  </a:lnTo>
                  <a:lnTo>
                    <a:pt x="2008428" y="159308"/>
                  </a:lnTo>
                  <a:close/>
                </a:path>
                <a:path w="2599054" h="695959">
                  <a:moveTo>
                    <a:pt x="2032304" y="0"/>
                  </a:moveTo>
                  <a:lnTo>
                    <a:pt x="1936432" y="0"/>
                  </a:lnTo>
                  <a:lnTo>
                    <a:pt x="1936432" y="32600"/>
                  </a:lnTo>
                  <a:lnTo>
                    <a:pt x="2032304" y="32600"/>
                  </a:lnTo>
                  <a:lnTo>
                    <a:pt x="2032304" y="0"/>
                  </a:lnTo>
                  <a:close/>
                </a:path>
                <a:path w="2599054" h="695959">
                  <a:moveTo>
                    <a:pt x="2080247" y="109181"/>
                  </a:moveTo>
                  <a:lnTo>
                    <a:pt x="1984375" y="109181"/>
                  </a:lnTo>
                  <a:lnTo>
                    <a:pt x="1984375" y="141795"/>
                  </a:lnTo>
                  <a:lnTo>
                    <a:pt x="2080247" y="141795"/>
                  </a:lnTo>
                  <a:lnTo>
                    <a:pt x="2080247" y="109181"/>
                  </a:lnTo>
                  <a:close/>
                </a:path>
                <a:path w="2599054" h="695959">
                  <a:moveTo>
                    <a:pt x="2100999" y="53809"/>
                  </a:moveTo>
                  <a:lnTo>
                    <a:pt x="2005139" y="53809"/>
                  </a:lnTo>
                  <a:lnTo>
                    <a:pt x="2005139" y="86423"/>
                  </a:lnTo>
                  <a:lnTo>
                    <a:pt x="2100999" y="86423"/>
                  </a:lnTo>
                  <a:lnTo>
                    <a:pt x="2100999" y="53809"/>
                  </a:lnTo>
                  <a:close/>
                </a:path>
                <a:path w="2599054" h="695959">
                  <a:moveTo>
                    <a:pt x="2163280" y="3848"/>
                  </a:moveTo>
                  <a:lnTo>
                    <a:pt x="2067420" y="3848"/>
                  </a:lnTo>
                  <a:lnTo>
                    <a:pt x="2067420" y="36449"/>
                  </a:lnTo>
                  <a:lnTo>
                    <a:pt x="2163280" y="36449"/>
                  </a:lnTo>
                  <a:lnTo>
                    <a:pt x="2163280" y="3848"/>
                  </a:lnTo>
                  <a:close/>
                </a:path>
                <a:path w="2599054" h="695959">
                  <a:moveTo>
                    <a:pt x="2204809" y="98412"/>
                  </a:moveTo>
                  <a:lnTo>
                    <a:pt x="2108936" y="98412"/>
                  </a:lnTo>
                  <a:lnTo>
                    <a:pt x="2108936" y="131013"/>
                  </a:lnTo>
                  <a:lnTo>
                    <a:pt x="2204809" y="131013"/>
                  </a:lnTo>
                  <a:lnTo>
                    <a:pt x="2204809" y="98412"/>
                  </a:lnTo>
                  <a:close/>
                </a:path>
                <a:path w="2599054" h="695959">
                  <a:moveTo>
                    <a:pt x="2341207" y="186639"/>
                  </a:moveTo>
                  <a:lnTo>
                    <a:pt x="2245334" y="186639"/>
                  </a:lnTo>
                  <a:lnTo>
                    <a:pt x="2245334" y="219240"/>
                  </a:lnTo>
                  <a:lnTo>
                    <a:pt x="2341207" y="219240"/>
                  </a:lnTo>
                  <a:lnTo>
                    <a:pt x="2341207" y="186639"/>
                  </a:lnTo>
                  <a:close/>
                </a:path>
                <a:path w="2599054" h="695959">
                  <a:moveTo>
                    <a:pt x="2341207" y="17068"/>
                  </a:moveTo>
                  <a:lnTo>
                    <a:pt x="2245334" y="17068"/>
                  </a:lnTo>
                  <a:lnTo>
                    <a:pt x="2245334" y="49682"/>
                  </a:lnTo>
                  <a:lnTo>
                    <a:pt x="2341207" y="49682"/>
                  </a:lnTo>
                  <a:lnTo>
                    <a:pt x="2341207" y="17068"/>
                  </a:lnTo>
                  <a:close/>
                </a:path>
                <a:path w="2599054" h="695959">
                  <a:moveTo>
                    <a:pt x="2389136" y="295833"/>
                  </a:moveTo>
                  <a:lnTo>
                    <a:pt x="2293264" y="295833"/>
                  </a:lnTo>
                  <a:lnTo>
                    <a:pt x="2293264" y="328434"/>
                  </a:lnTo>
                  <a:lnTo>
                    <a:pt x="2389136" y="328434"/>
                  </a:lnTo>
                  <a:lnTo>
                    <a:pt x="2389136" y="295833"/>
                  </a:lnTo>
                  <a:close/>
                </a:path>
                <a:path w="2599054" h="695959">
                  <a:moveTo>
                    <a:pt x="2389136" y="126263"/>
                  </a:moveTo>
                  <a:lnTo>
                    <a:pt x="2293264" y="126263"/>
                  </a:lnTo>
                  <a:lnTo>
                    <a:pt x="2293264" y="158864"/>
                  </a:lnTo>
                  <a:lnTo>
                    <a:pt x="2389136" y="158864"/>
                  </a:lnTo>
                  <a:lnTo>
                    <a:pt x="2389136" y="126263"/>
                  </a:lnTo>
                  <a:close/>
                </a:path>
                <a:path w="2599054" h="695959">
                  <a:moveTo>
                    <a:pt x="2409901" y="240461"/>
                  </a:moveTo>
                  <a:lnTo>
                    <a:pt x="2314029" y="240461"/>
                  </a:lnTo>
                  <a:lnTo>
                    <a:pt x="2314029" y="273062"/>
                  </a:lnTo>
                  <a:lnTo>
                    <a:pt x="2409901" y="273062"/>
                  </a:lnTo>
                  <a:lnTo>
                    <a:pt x="2409901" y="240461"/>
                  </a:lnTo>
                  <a:close/>
                </a:path>
                <a:path w="2599054" h="695959">
                  <a:moveTo>
                    <a:pt x="2409901" y="70891"/>
                  </a:moveTo>
                  <a:lnTo>
                    <a:pt x="2314029" y="70891"/>
                  </a:lnTo>
                  <a:lnTo>
                    <a:pt x="2314029" y="103505"/>
                  </a:lnTo>
                  <a:lnTo>
                    <a:pt x="2409901" y="103505"/>
                  </a:lnTo>
                  <a:lnTo>
                    <a:pt x="2409901" y="70891"/>
                  </a:lnTo>
                  <a:close/>
                </a:path>
                <a:path w="2599054" h="695959">
                  <a:moveTo>
                    <a:pt x="2472182" y="190487"/>
                  </a:moveTo>
                  <a:lnTo>
                    <a:pt x="2376309" y="190487"/>
                  </a:lnTo>
                  <a:lnTo>
                    <a:pt x="2376309" y="223100"/>
                  </a:lnTo>
                  <a:lnTo>
                    <a:pt x="2472182" y="223100"/>
                  </a:lnTo>
                  <a:lnTo>
                    <a:pt x="2472182" y="190487"/>
                  </a:lnTo>
                  <a:close/>
                </a:path>
                <a:path w="2599054" h="695959">
                  <a:moveTo>
                    <a:pt x="2472182" y="20929"/>
                  </a:moveTo>
                  <a:lnTo>
                    <a:pt x="2376309" y="20929"/>
                  </a:lnTo>
                  <a:lnTo>
                    <a:pt x="2376309" y="53530"/>
                  </a:lnTo>
                  <a:lnTo>
                    <a:pt x="2472182" y="53530"/>
                  </a:lnTo>
                  <a:lnTo>
                    <a:pt x="2472182" y="20929"/>
                  </a:lnTo>
                  <a:close/>
                </a:path>
                <a:path w="2599054" h="695959">
                  <a:moveTo>
                    <a:pt x="2513698" y="285051"/>
                  </a:moveTo>
                  <a:lnTo>
                    <a:pt x="2417826" y="285051"/>
                  </a:lnTo>
                  <a:lnTo>
                    <a:pt x="2417826" y="317665"/>
                  </a:lnTo>
                  <a:lnTo>
                    <a:pt x="2513698" y="317665"/>
                  </a:lnTo>
                  <a:lnTo>
                    <a:pt x="2513698" y="285051"/>
                  </a:lnTo>
                  <a:close/>
                </a:path>
                <a:path w="2599054" h="695959">
                  <a:moveTo>
                    <a:pt x="2513698" y="115493"/>
                  </a:moveTo>
                  <a:lnTo>
                    <a:pt x="2417826" y="115493"/>
                  </a:lnTo>
                  <a:lnTo>
                    <a:pt x="2417826" y="148094"/>
                  </a:lnTo>
                  <a:lnTo>
                    <a:pt x="2513698" y="148094"/>
                  </a:lnTo>
                  <a:lnTo>
                    <a:pt x="2513698" y="115493"/>
                  </a:lnTo>
                  <a:close/>
                </a:path>
                <a:path w="2599054" h="695959">
                  <a:moveTo>
                    <a:pt x="2590241" y="235940"/>
                  </a:moveTo>
                  <a:lnTo>
                    <a:pt x="2494369" y="235940"/>
                  </a:lnTo>
                  <a:lnTo>
                    <a:pt x="2494369" y="268554"/>
                  </a:lnTo>
                  <a:lnTo>
                    <a:pt x="2590241" y="268554"/>
                  </a:lnTo>
                  <a:lnTo>
                    <a:pt x="2590241" y="235940"/>
                  </a:lnTo>
                  <a:close/>
                </a:path>
                <a:path w="2599054" h="695959">
                  <a:moveTo>
                    <a:pt x="2590241" y="60896"/>
                  </a:moveTo>
                  <a:lnTo>
                    <a:pt x="2494369" y="60896"/>
                  </a:lnTo>
                  <a:lnTo>
                    <a:pt x="2494369" y="93497"/>
                  </a:lnTo>
                  <a:lnTo>
                    <a:pt x="2590241" y="93497"/>
                  </a:lnTo>
                  <a:lnTo>
                    <a:pt x="2590241" y="60896"/>
                  </a:lnTo>
                  <a:close/>
                </a:path>
                <a:path w="2599054" h="695959">
                  <a:moveTo>
                    <a:pt x="2598661" y="345135"/>
                  </a:moveTo>
                  <a:lnTo>
                    <a:pt x="2542298" y="345135"/>
                  </a:lnTo>
                  <a:lnTo>
                    <a:pt x="2542298" y="377736"/>
                  </a:lnTo>
                  <a:lnTo>
                    <a:pt x="2598661" y="377736"/>
                  </a:lnTo>
                  <a:lnTo>
                    <a:pt x="2598661" y="345135"/>
                  </a:lnTo>
                  <a:close/>
                </a:path>
                <a:path w="2599054" h="695959">
                  <a:moveTo>
                    <a:pt x="2598661" y="289763"/>
                  </a:moveTo>
                  <a:lnTo>
                    <a:pt x="2563063" y="289763"/>
                  </a:lnTo>
                  <a:lnTo>
                    <a:pt x="2563063" y="322376"/>
                  </a:lnTo>
                  <a:lnTo>
                    <a:pt x="2598661" y="322376"/>
                  </a:lnTo>
                  <a:lnTo>
                    <a:pt x="2598661" y="289763"/>
                  </a:lnTo>
                  <a:close/>
                </a:path>
                <a:path w="2599054" h="695959">
                  <a:moveTo>
                    <a:pt x="2598661" y="170078"/>
                  </a:moveTo>
                  <a:lnTo>
                    <a:pt x="2542298" y="170078"/>
                  </a:lnTo>
                  <a:lnTo>
                    <a:pt x="2542298" y="202692"/>
                  </a:lnTo>
                  <a:lnTo>
                    <a:pt x="2598661" y="202692"/>
                  </a:lnTo>
                  <a:lnTo>
                    <a:pt x="2598661" y="170078"/>
                  </a:lnTo>
                  <a:close/>
                </a:path>
                <a:path w="2599054" h="695959">
                  <a:moveTo>
                    <a:pt x="2598661" y="114719"/>
                  </a:moveTo>
                  <a:lnTo>
                    <a:pt x="2563063" y="114719"/>
                  </a:lnTo>
                  <a:lnTo>
                    <a:pt x="2563063" y="147320"/>
                  </a:lnTo>
                  <a:lnTo>
                    <a:pt x="2598661" y="147320"/>
                  </a:lnTo>
                  <a:lnTo>
                    <a:pt x="2598661" y="114719"/>
                  </a:lnTo>
                  <a:close/>
                </a:path>
              </a:pathLst>
            </a:custGeom>
            <a:solidFill>
              <a:srgbClr val="B9E4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 descr=""/>
            <p:cNvSpPr/>
            <p:nvPr/>
          </p:nvSpPr>
          <p:spPr>
            <a:xfrm>
              <a:off x="4455452" y="6376460"/>
              <a:ext cx="2042160" cy="1428750"/>
            </a:xfrm>
            <a:custGeom>
              <a:avLst/>
              <a:gdLst/>
              <a:ahLst/>
              <a:cxnLst/>
              <a:rect l="l" t="t" r="r" b="b"/>
              <a:pathLst>
                <a:path w="2042160" h="1428750">
                  <a:moveTo>
                    <a:pt x="95872" y="235940"/>
                  </a:moveTo>
                  <a:lnTo>
                    <a:pt x="0" y="235940"/>
                  </a:lnTo>
                  <a:lnTo>
                    <a:pt x="0" y="268541"/>
                  </a:lnTo>
                  <a:lnTo>
                    <a:pt x="95872" y="268541"/>
                  </a:lnTo>
                  <a:lnTo>
                    <a:pt x="95872" y="235940"/>
                  </a:lnTo>
                  <a:close/>
                </a:path>
                <a:path w="2042160" h="1428750">
                  <a:moveTo>
                    <a:pt x="143802" y="345147"/>
                  </a:moveTo>
                  <a:lnTo>
                    <a:pt x="47929" y="345147"/>
                  </a:lnTo>
                  <a:lnTo>
                    <a:pt x="47929" y="377748"/>
                  </a:lnTo>
                  <a:lnTo>
                    <a:pt x="143802" y="377748"/>
                  </a:lnTo>
                  <a:lnTo>
                    <a:pt x="143802" y="345147"/>
                  </a:lnTo>
                  <a:close/>
                </a:path>
                <a:path w="2042160" h="1428750">
                  <a:moveTo>
                    <a:pt x="164566" y="289775"/>
                  </a:moveTo>
                  <a:lnTo>
                    <a:pt x="68694" y="289775"/>
                  </a:lnTo>
                  <a:lnTo>
                    <a:pt x="68694" y="322376"/>
                  </a:lnTo>
                  <a:lnTo>
                    <a:pt x="164566" y="322376"/>
                  </a:lnTo>
                  <a:lnTo>
                    <a:pt x="164566" y="289775"/>
                  </a:lnTo>
                  <a:close/>
                </a:path>
                <a:path w="2042160" h="1428750">
                  <a:moveTo>
                    <a:pt x="226834" y="239801"/>
                  </a:moveTo>
                  <a:lnTo>
                    <a:pt x="130962" y="239801"/>
                  </a:lnTo>
                  <a:lnTo>
                    <a:pt x="130962" y="272415"/>
                  </a:lnTo>
                  <a:lnTo>
                    <a:pt x="226834" y="272415"/>
                  </a:lnTo>
                  <a:lnTo>
                    <a:pt x="226834" y="239801"/>
                  </a:lnTo>
                  <a:close/>
                </a:path>
                <a:path w="2042160" h="1428750">
                  <a:moveTo>
                    <a:pt x="268363" y="334365"/>
                  </a:moveTo>
                  <a:lnTo>
                    <a:pt x="172491" y="334365"/>
                  </a:lnTo>
                  <a:lnTo>
                    <a:pt x="172491" y="366979"/>
                  </a:lnTo>
                  <a:lnTo>
                    <a:pt x="268363" y="366979"/>
                  </a:lnTo>
                  <a:lnTo>
                    <a:pt x="268363" y="334365"/>
                  </a:lnTo>
                  <a:close/>
                </a:path>
                <a:path w="2042160" h="1428750">
                  <a:moveTo>
                    <a:pt x="356882" y="218871"/>
                  </a:moveTo>
                  <a:lnTo>
                    <a:pt x="261010" y="218871"/>
                  </a:lnTo>
                  <a:lnTo>
                    <a:pt x="261010" y="251485"/>
                  </a:lnTo>
                  <a:lnTo>
                    <a:pt x="356882" y="251485"/>
                  </a:lnTo>
                  <a:lnTo>
                    <a:pt x="356882" y="218871"/>
                  </a:lnTo>
                  <a:close/>
                </a:path>
                <a:path w="2042160" h="1428750">
                  <a:moveTo>
                    <a:pt x="404812" y="328066"/>
                  </a:moveTo>
                  <a:lnTo>
                    <a:pt x="308940" y="328066"/>
                  </a:lnTo>
                  <a:lnTo>
                    <a:pt x="308940" y="360667"/>
                  </a:lnTo>
                  <a:lnTo>
                    <a:pt x="404812" y="360667"/>
                  </a:lnTo>
                  <a:lnTo>
                    <a:pt x="404812" y="328066"/>
                  </a:lnTo>
                  <a:close/>
                </a:path>
                <a:path w="2042160" h="1428750">
                  <a:moveTo>
                    <a:pt x="487845" y="222732"/>
                  </a:moveTo>
                  <a:lnTo>
                    <a:pt x="391972" y="222732"/>
                  </a:lnTo>
                  <a:lnTo>
                    <a:pt x="391972" y="255333"/>
                  </a:lnTo>
                  <a:lnTo>
                    <a:pt x="487845" y="255333"/>
                  </a:lnTo>
                  <a:lnTo>
                    <a:pt x="487845" y="222732"/>
                  </a:lnTo>
                  <a:close/>
                </a:path>
                <a:path w="2042160" h="1428750">
                  <a:moveTo>
                    <a:pt x="529374" y="317284"/>
                  </a:moveTo>
                  <a:lnTo>
                    <a:pt x="433501" y="317284"/>
                  </a:lnTo>
                  <a:lnTo>
                    <a:pt x="433501" y="349897"/>
                  </a:lnTo>
                  <a:lnTo>
                    <a:pt x="529374" y="349897"/>
                  </a:lnTo>
                  <a:lnTo>
                    <a:pt x="529374" y="317284"/>
                  </a:lnTo>
                  <a:close/>
                </a:path>
                <a:path w="2042160" h="1428750">
                  <a:moveTo>
                    <a:pt x="601129" y="186639"/>
                  </a:moveTo>
                  <a:lnTo>
                    <a:pt x="505256" y="186639"/>
                  </a:lnTo>
                  <a:lnTo>
                    <a:pt x="505256" y="219252"/>
                  </a:lnTo>
                  <a:lnTo>
                    <a:pt x="601129" y="219252"/>
                  </a:lnTo>
                  <a:lnTo>
                    <a:pt x="601129" y="186639"/>
                  </a:lnTo>
                  <a:close/>
                </a:path>
                <a:path w="2042160" h="1428750">
                  <a:moveTo>
                    <a:pt x="601129" y="17081"/>
                  </a:moveTo>
                  <a:lnTo>
                    <a:pt x="505256" y="17081"/>
                  </a:lnTo>
                  <a:lnTo>
                    <a:pt x="505256" y="49682"/>
                  </a:lnTo>
                  <a:lnTo>
                    <a:pt x="601129" y="49682"/>
                  </a:lnTo>
                  <a:lnTo>
                    <a:pt x="601129" y="17081"/>
                  </a:lnTo>
                  <a:close/>
                </a:path>
                <a:path w="2042160" h="1428750">
                  <a:moveTo>
                    <a:pt x="649071" y="295833"/>
                  </a:moveTo>
                  <a:lnTo>
                    <a:pt x="553199" y="295833"/>
                  </a:lnTo>
                  <a:lnTo>
                    <a:pt x="553199" y="328447"/>
                  </a:lnTo>
                  <a:lnTo>
                    <a:pt x="649071" y="328447"/>
                  </a:lnTo>
                  <a:lnTo>
                    <a:pt x="649071" y="295833"/>
                  </a:lnTo>
                  <a:close/>
                </a:path>
                <a:path w="2042160" h="1428750">
                  <a:moveTo>
                    <a:pt x="649071" y="126263"/>
                  </a:moveTo>
                  <a:lnTo>
                    <a:pt x="553199" y="126263"/>
                  </a:lnTo>
                  <a:lnTo>
                    <a:pt x="553199" y="158877"/>
                  </a:lnTo>
                  <a:lnTo>
                    <a:pt x="649071" y="158877"/>
                  </a:lnTo>
                  <a:lnTo>
                    <a:pt x="649071" y="126263"/>
                  </a:lnTo>
                  <a:close/>
                </a:path>
                <a:path w="2042160" h="1428750">
                  <a:moveTo>
                    <a:pt x="669823" y="240461"/>
                  </a:moveTo>
                  <a:lnTo>
                    <a:pt x="573951" y="240461"/>
                  </a:lnTo>
                  <a:lnTo>
                    <a:pt x="573951" y="273075"/>
                  </a:lnTo>
                  <a:lnTo>
                    <a:pt x="669823" y="273075"/>
                  </a:lnTo>
                  <a:lnTo>
                    <a:pt x="669823" y="240461"/>
                  </a:lnTo>
                  <a:close/>
                </a:path>
                <a:path w="2042160" h="1428750">
                  <a:moveTo>
                    <a:pt x="669823" y="70904"/>
                  </a:moveTo>
                  <a:lnTo>
                    <a:pt x="573951" y="70904"/>
                  </a:lnTo>
                  <a:lnTo>
                    <a:pt x="573951" y="103505"/>
                  </a:lnTo>
                  <a:lnTo>
                    <a:pt x="669823" y="103505"/>
                  </a:lnTo>
                  <a:lnTo>
                    <a:pt x="669823" y="70904"/>
                  </a:lnTo>
                  <a:close/>
                </a:path>
                <a:path w="2042160" h="1428750">
                  <a:moveTo>
                    <a:pt x="732104" y="190500"/>
                  </a:moveTo>
                  <a:lnTo>
                    <a:pt x="636231" y="190500"/>
                  </a:lnTo>
                  <a:lnTo>
                    <a:pt x="636231" y="223100"/>
                  </a:lnTo>
                  <a:lnTo>
                    <a:pt x="732104" y="223100"/>
                  </a:lnTo>
                  <a:lnTo>
                    <a:pt x="732104" y="190500"/>
                  </a:lnTo>
                  <a:close/>
                </a:path>
                <a:path w="2042160" h="1428750">
                  <a:moveTo>
                    <a:pt x="732104" y="20929"/>
                  </a:moveTo>
                  <a:lnTo>
                    <a:pt x="636231" y="20929"/>
                  </a:lnTo>
                  <a:lnTo>
                    <a:pt x="636231" y="53543"/>
                  </a:lnTo>
                  <a:lnTo>
                    <a:pt x="732104" y="53543"/>
                  </a:lnTo>
                  <a:lnTo>
                    <a:pt x="732104" y="20929"/>
                  </a:lnTo>
                  <a:close/>
                </a:path>
                <a:path w="2042160" h="1428750">
                  <a:moveTo>
                    <a:pt x="773620" y="285064"/>
                  </a:moveTo>
                  <a:lnTo>
                    <a:pt x="677748" y="285064"/>
                  </a:lnTo>
                  <a:lnTo>
                    <a:pt x="677748" y="317665"/>
                  </a:lnTo>
                  <a:lnTo>
                    <a:pt x="773620" y="317665"/>
                  </a:lnTo>
                  <a:lnTo>
                    <a:pt x="773620" y="285064"/>
                  </a:lnTo>
                  <a:close/>
                </a:path>
                <a:path w="2042160" h="1428750">
                  <a:moveTo>
                    <a:pt x="773620" y="115493"/>
                  </a:moveTo>
                  <a:lnTo>
                    <a:pt x="677748" y="115493"/>
                  </a:lnTo>
                  <a:lnTo>
                    <a:pt x="677748" y="148107"/>
                  </a:lnTo>
                  <a:lnTo>
                    <a:pt x="773620" y="148107"/>
                  </a:lnTo>
                  <a:lnTo>
                    <a:pt x="773620" y="115493"/>
                  </a:lnTo>
                  <a:close/>
                </a:path>
                <a:path w="2042160" h="1428750">
                  <a:moveTo>
                    <a:pt x="850163" y="235940"/>
                  </a:moveTo>
                  <a:lnTo>
                    <a:pt x="754291" y="235940"/>
                  </a:lnTo>
                  <a:lnTo>
                    <a:pt x="754291" y="268541"/>
                  </a:lnTo>
                  <a:lnTo>
                    <a:pt x="850163" y="268541"/>
                  </a:lnTo>
                  <a:lnTo>
                    <a:pt x="850163" y="235940"/>
                  </a:lnTo>
                  <a:close/>
                </a:path>
                <a:path w="2042160" h="1428750">
                  <a:moveTo>
                    <a:pt x="850163" y="60883"/>
                  </a:moveTo>
                  <a:lnTo>
                    <a:pt x="754291" y="60883"/>
                  </a:lnTo>
                  <a:lnTo>
                    <a:pt x="754291" y="93497"/>
                  </a:lnTo>
                  <a:lnTo>
                    <a:pt x="850163" y="93497"/>
                  </a:lnTo>
                  <a:lnTo>
                    <a:pt x="850163" y="60883"/>
                  </a:lnTo>
                  <a:close/>
                </a:path>
                <a:path w="2042160" h="1428750">
                  <a:moveTo>
                    <a:pt x="898093" y="345147"/>
                  </a:moveTo>
                  <a:lnTo>
                    <a:pt x="802220" y="345147"/>
                  </a:lnTo>
                  <a:lnTo>
                    <a:pt x="802220" y="377748"/>
                  </a:lnTo>
                  <a:lnTo>
                    <a:pt x="898093" y="377748"/>
                  </a:lnTo>
                  <a:lnTo>
                    <a:pt x="898093" y="345147"/>
                  </a:lnTo>
                  <a:close/>
                </a:path>
                <a:path w="2042160" h="1428750">
                  <a:moveTo>
                    <a:pt x="898093" y="170091"/>
                  </a:moveTo>
                  <a:lnTo>
                    <a:pt x="802220" y="170091"/>
                  </a:lnTo>
                  <a:lnTo>
                    <a:pt x="802220" y="202692"/>
                  </a:lnTo>
                  <a:lnTo>
                    <a:pt x="898093" y="202692"/>
                  </a:lnTo>
                  <a:lnTo>
                    <a:pt x="898093" y="170091"/>
                  </a:lnTo>
                  <a:close/>
                </a:path>
                <a:path w="2042160" h="1428750">
                  <a:moveTo>
                    <a:pt x="918857" y="289775"/>
                  </a:moveTo>
                  <a:lnTo>
                    <a:pt x="822985" y="289775"/>
                  </a:lnTo>
                  <a:lnTo>
                    <a:pt x="822985" y="322376"/>
                  </a:lnTo>
                  <a:lnTo>
                    <a:pt x="918857" y="322376"/>
                  </a:lnTo>
                  <a:lnTo>
                    <a:pt x="918857" y="289775"/>
                  </a:lnTo>
                  <a:close/>
                </a:path>
                <a:path w="2042160" h="1428750">
                  <a:moveTo>
                    <a:pt x="918857" y="114719"/>
                  </a:moveTo>
                  <a:lnTo>
                    <a:pt x="822985" y="114719"/>
                  </a:lnTo>
                  <a:lnTo>
                    <a:pt x="822985" y="147320"/>
                  </a:lnTo>
                  <a:lnTo>
                    <a:pt x="918857" y="147320"/>
                  </a:lnTo>
                  <a:lnTo>
                    <a:pt x="918857" y="114719"/>
                  </a:lnTo>
                  <a:close/>
                </a:path>
                <a:path w="2042160" h="1428750">
                  <a:moveTo>
                    <a:pt x="981138" y="239801"/>
                  </a:moveTo>
                  <a:lnTo>
                    <a:pt x="885266" y="239801"/>
                  </a:lnTo>
                  <a:lnTo>
                    <a:pt x="885266" y="272415"/>
                  </a:lnTo>
                  <a:lnTo>
                    <a:pt x="981138" y="272415"/>
                  </a:lnTo>
                  <a:lnTo>
                    <a:pt x="981138" y="239801"/>
                  </a:lnTo>
                  <a:close/>
                </a:path>
                <a:path w="2042160" h="1428750">
                  <a:moveTo>
                    <a:pt x="981138" y="64757"/>
                  </a:moveTo>
                  <a:lnTo>
                    <a:pt x="885266" y="64757"/>
                  </a:lnTo>
                  <a:lnTo>
                    <a:pt x="885266" y="97358"/>
                  </a:lnTo>
                  <a:lnTo>
                    <a:pt x="981138" y="97358"/>
                  </a:lnTo>
                  <a:lnTo>
                    <a:pt x="981138" y="64757"/>
                  </a:lnTo>
                  <a:close/>
                </a:path>
                <a:path w="2042160" h="1428750">
                  <a:moveTo>
                    <a:pt x="1022654" y="334365"/>
                  </a:moveTo>
                  <a:lnTo>
                    <a:pt x="926782" y="334365"/>
                  </a:lnTo>
                  <a:lnTo>
                    <a:pt x="926782" y="366979"/>
                  </a:lnTo>
                  <a:lnTo>
                    <a:pt x="1022654" y="366979"/>
                  </a:lnTo>
                  <a:lnTo>
                    <a:pt x="1022654" y="334365"/>
                  </a:lnTo>
                  <a:close/>
                </a:path>
                <a:path w="2042160" h="1428750">
                  <a:moveTo>
                    <a:pt x="1046530" y="0"/>
                  </a:moveTo>
                  <a:lnTo>
                    <a:pt x="950658" y="0"/>
                  </a:lnTo>
                  <a:lnTo>
                    <a:pt x="950658" y="32600"/>
                  </a:lnTo>
                  <a:lnTo>
                    <a:pt x="1046530" y="32600"/>
                  </a:lnTo>
                  <a:lnTo>
                    <a:pt x="1046530" y="0"/>
                  </a:lnTo>
                  <a:close/>
                </a:path>
                <a:path w="2042160" h="1428750">
                  <a:moveTo>
                    <a:pt x="1091260" y="185864"/>
                  </a:moveTo>
                  <a:lnTo>
                    <a:pt x="1022654" y="185864"/>
                  </a:lnTo>
                  <a:lnTo>
                    <a:pt x="1022654" y="159308"/>
                  </a:lnTo>
                  <a:lnTo>
                    <a:pt x="926782" y="159308"/>
                  </a:lnTo>
                  <a:lnTo>
                    <a:pt x="926782" y="191909"/>
                  </a:lnTo>
                  <a:lnTo>
                    <a:pt x="995387" y="191909"/>
                  </a:lnTo>
                  <a:lnTo>
                    <a:pt x="995387" y="218478"/>
                  </a:lnTo>
                  <a:lnTo>
                    <a:pt x="1091260" y="218478"/>
                  </a:lnTo>
                  <a:lnTo>
                    <a:pt x="1091260" y="185864"/>
                  </a:lnTo>
                  <a:close/>
                </a:path>
                <a:path w="2042160" h="1428750">
                  <a:moveTo>
                    <a:pt x="1094473" y="109194"/>
                  </a:moveTo>
                  <a:lnTo>
                    <a:pt x="998601" y="109194"/>
                  </a:lnTo>
                  <a:lnTo>
                    <a:pt x="998601" y="141795"/>
                  </a:lnTo>
                  <a:lnTo>
                    <a:pt x="1094473" y="141795"/>
                  </a:lnTo>
                  <a:lnTo>
                    <a:pt x="1094473" y="109194"/>
                  </a:lnTo>
                  <a:close/>
                </a:path>
                <a:path w="2042160" h="1428750">
                  <a:moveTo>
                    <a:pt x="1115225" y="53822"/>
                  </a:moveTo>
                  <a:lnTo>
                    <a:pt x="1019365" y="53822"/>
                  </a:lnTo>
                  <a:lnTo>
                    <a:pt x="1019365" y="86423"/>
                  </a:lnTo>
                  <a:lnTo>
                    <a:pt x="1115225" y="86423"/>
                  </a:lnTo>
                  <a:lnTo>
                    <a:pt x="1115225" y="53822"/>
                  </a:lnTo>
                  <a:close/>
                </a:path>
                <a:path w="2042160" h="1428750">
                  <a:moveTo>
                    <a:pt x="1115682" y="564616"/>
                  </a:moveTo>
                  <a:lnTo>
                    <a:pt x="1019810" y="564616"/>
                  </a:lnTo>
                  <a:lnTo>
                    <a:pt x="1019810" y="597230"/>
                  </a:lnTo>
                  <a:lnTo>
                    <a:pt x="1115682" y="597230"/>
                  </a:lnTo>
                  <a:lnTo>
                    <a:pt x="1115682" y="564616"/>
                  </a:lnTo>
                  <a:close/>
                </a:path>
                <a:path w="2042160" h="1428750">
                  <a:moveTo>
                    <a:pt x="1121638" y="1286776"/>
                  </a:moveTo>
                  <a:lnTo>
                    <a:pt x="1025766" y="1286776"/>
                  </a:lnTo>
                  <a:lnTo>
                    <a:pt x="1025766" y="1319390"/>
                  </a:lnTo>
                  <a:lnTo>
                    <a:pt x="1121638" y="1319390"/>
                  </a:lnTo>
                  <a:lnTo>
                    <a:pt x="1121638" y="1286776"/>
                  </a:lnTo>
                  <a:close/>
                </a:path>
                <a:path w="2042160" h="1428750">
                  <a:moveTo>
                    <a:pt x="1121638" y="931595"/>
                  </a:moveTo>
                  <a:lnTo>
                    <a:pt x="1025766" y="931595"/>
                  </a:lnTo>
                  <a:lnTo>
                    <a:pt x="1025766" y="964196"/>
                  </a:lnTo>
                  <a:lnTo>
                    <a:pt x="1121638" y="964196"/>
                  </a:lnTo>
                  <a:lnTo>
                    <a:pt x="1121638" y="931595"/>
                  </a:lnTo>
                  <a:close/>
                </a:path>
                <a:path w="2042160" h="1428750">
                  <a:moveTo>
                    <a:pt x="1139202" y="295059"/>
                  </a:moveTo>
                  <a:lnTo>
                    <a:pt x="1043330" y="295059"/>
                  </a:lnTo>
                  <a:lnTo>
                    <a:pt x="1043330" y="327660"/>
                  </a:lnTo>
                  <a:lnTo>
                    <a:pt x="1139202" y="327660"/>
                  </a:lnTo>
                  <a:lnTo>
                    <a:pt x="1139202" y="295059"/>
                  </a:lnTo>
                  <a:close/>
                </a:path>
                <a:path w="2042160" h="1428750">
                  <a:moveTo>
                    <a:pt x="1159954" y="239687"/>
                  </a:moveTo>
                  <a:lnTo>
                    <a:pt x="1064082" y="239687"/>
                  </a:lnTo>
                  <a:lnTo>
                    <a:pt x="1064082" y="272300"/>
                  </a:lnTo>
                  <a:lnTo>
                    <a:pt x="1159954" y="272300"/>
                  </a:lnTo>
                  <a:lnTo>
                    <a:pt x="1159954" y="239687"/>
                  </a:lnTo>
                  <a:close/>
                </a:path>
                <a:path w="2042160" h="1428750">
                  <a:moveTo>
                    <a:pt x="1163612" y="673811"/>
                  </a:moveTo>
                  <a:lnTo>
                    <a:pt x="1067739" y="673811"/>
                  </a:lnTo>
                  <a:lnTo>
                    <a:pt x="1067739" y="706424"/>
                  </a:lnTo>
                  <a:lnTo>
                    <a:pt x="1163612" y="706424"/>
                  </a:lnTo>
                  <a:lnTo>
                    <a:pt x="1163612" y="673811"/>
                  </a:lnTo>
                  <a:close/>
                </a:path>
                <a:path w="2042160" h="1428750">
                  <a:moveTo>
                    <a:pt x="1169568" y="1395984"/>
                  </a:moveTo>
                  <a:lnTo>
                    <a:pt x="1073708" y="1395984"/>
                  </a:lnTo>
                  <a:lnTo>
                    <a:pt x="1073708" y="1428584"/>
                  </a:lnTo>
                  <a:lnTo>
                    <a:pt x="1169568" y="1428584"/>
                  </a:lnTo>
                  <a:lnTo>
                    <a:pt x="1169568" y="1395984"/>
                  </a:lnTo>
                  <a:close/>
                </a:path>
                <a:path w="2042160" h="1428750">
                  <a:moveTo>
                    <a:pt x="1169568" y="1040790"/>
                  </a:moveTo>
                  <a:lnTo>
                    <a:pt x="1073708" y="1040790"/>
                  </a:lnTo>
                  <a:lnTo>
                    <a:pt x="1073708" y="1073391"/>
                  </a:lnTo>
                  <a:lnTo>
                    <a:pt x="1169568" y="1073391"/>
                  </a:lnTo>
                  <a:lnTo>
                    <a:pt x="1169568" y="1040790"/>
                  </a:lnTo>
                  <a:close/>
                </a:path>
                <a:path w="2042160" h="1428750">
                  <a:moveTo>
                    <a:pt x="1177505" y="3848"/>
                  </a:moveTo>
                  <a:lnTo>
                    <a:pt x="1081633" y="3848"/>
                  </a:lnTo>
                  <a:lnTo>
                    <a:pt x="1081633" y="36461"/>
                  </a:lnTo>
                  <a:lnTo>
                    <a:pt x="1177505" y="36461"/>
                  </a:lnTo>
                  <a:lnTo>
                    <a:pt x="1177505" y="3848"/>
                  </a:lnTo>
                  <a:close/>
                </a:path>
                <a:path w="2042160" h="1428750">
                  <a:moveTo>
                    <a:pt x="1184376" y="618439"/>
                  </a:moveTo>
                  <a:lnTo>
                    <a:pt x="1088504" y="618439"/>
                  </a:lnTo>
                  <a:lnTo>
                    <a:pt x="1088504" y="651052"/>
                  </a:lnTo>
                  <a:lnTo>
                    <a:pt x="1184376" y="651052"/>
                  </a:lnTo>
                  <a:lnTo>
                    <a:pt x="1184376" y="618439"/>
                  </a:lnTo>
                  <a:close/>
                </a:path>
                <a:path w="2042160" h="1428750">
                  <a:moveTo>
                    <a:pt x="1190332" y="1340612"/>
                  </a:moveTo>
                  <a:lnTo>
                    <a:pt x="1094473" y="1340612"/>
                  </a:lnTo>
                  <a:lnTo>
                    <a:pt x="1094473" y="1373212"/>
                  </a:lnTo>
                  <a:lnTo>
                    <a:pt x="1190332" y="1373212"/>
                  </a:lnTo>
                  <a:lnTo>
                    <a:pt x="1190332" y="1340612"/>
                  </a:lnTo>
                  <a:close/>
                </a:path>
                <a:path w="2042160" h="1428750">
                  <a:moveTo>
                    <a:pt x="1190332" y="985418"/>
                  </a:moveTo>
                  <a:lnTo>
                    <a:pt x="1094473" y="985418"/>
                  </a:lnTo>
                  <a:lnTo>
                    <a:pt x="1094473" y="1018019"/>
                  </a:lnTo>
                  <a:lnTo>
                    <a:pt x="1190332" y="1018019"/>
                  </a:lnTo>
                  <a:lnTo>
                    <a:pt x="1190332" y="985418"/>
                  </a:lnTo>
                  <a:close/>
                </a:path>
                <a:path w="2042160" h="1428750">
                  <a:moveTo>
                    <a:pt x="1219034" y="98412"/>
                  </a:moveTo>
                  <a:lnTo>
                    <a:pt x="1123162" y="98412"/>
                  </a:lnTo>
                  <a:lnTo>
                    <a:pt x="1123162" y="131025"/>
                  </a:lnTo>
                  <a:lnTo>
                    <a:pt x="1219034" y="131025"/>
                  </a:lnTo>
                  <a:lnTo>
                    <a:pt x="1219034" y="98412"/>
                  </a:lnTo>
                  <a:close/>
                </a:path>
                <a:path w="2042160" h="1428750">
                  <a:moveTo>
                    <a:pt x="1222235" y="189725"/>
                  </a:moveTo>
                  <a:lnTo>
                    <a:pt x="1126363" y="189725"/>
                  </a:lnTo>
                  <a:lnTo>
                    <a:pt x="1126363" y="222326"/>
                  </a:lnTo>
                  <a:lnTo>
                    <a:pt x="1222235" y="222326"/>
                  </a:lnTo>
                  <a:lnTo>
                    <a:pt x="1222235" y="189725"/>
                  </a:lnTo>
                  <a:close/>
                </a:path>
                <a:path w="2042160" h="1428750">
                  <a:moveTo>
                    <a:pt x="1246657" y="568490"/>
                  </a:moveTo>
                  <a:lnTo>
                    <a:pt x="1150785" y="568490"/>
                  </a:lnTo>
                  <a:lnTo>
                    <a:pt x="1150785" y="601091"/>
                  </a:lnTo>
                  <a:lnTo>
                    <a:pt x="1246657" y="601091"/>
                  </a:lnTo>
                  <a:lnTo>
                    <a:pt x="1246657" y="568490"/>
                  </a:lnTo>
                  <a:close/>
                </a:path>
                <a:path w="2042160" h="1428750">
                  <a:moveTo>
                    <a:pt x="1252613" y="1290637"/>
                  </a:moveTo>
                  <a:lnTo>
                    <a:pt x="1156754" y="1290637"/>
                  </a:lnTo>
                  <a:lnTo>
                    <a:pt x="1156754" y="1323251"/>
                  </a:lnTo>
                  <a:lnTo>
                    <a:pt x="1252613" y="1323251"/>
                  </a:lnTo>
                  <a:lnTo>
                    <a:pt x="1252613" y="1290637"/>
                  </a:lnTo>
                  <a:close/>
                </a:path>
                <a:path w="2042160" h="1428750">
                  <a:moveTo>
                    <a:pt x="1252613" y="935443"/>
                  </a:moveTo>
                  <a:lnTo>
                    <a:pt x="1156754" y="935443"/>
                  </a:lnTo>
                  <a:lnTo>
                    <a:pt x="1156754" y="968057"/>
                  </a:lnTo>
                  <a:lnTo>
                    <a:pt x="1252613" y="968057"/>
                  </a:lnTo>
                  <a:lnTo>
                    <a:pt x="1252613" y="935443"/>
                  </a:lnTo>
                  <a:close/>
                </a:path>
                <a:path w="2042160" h="1428750">
                  <a:moveTo>
                    <a:pt x="1263751" y="284289"/>
                  </a:moveTo>
                  <a:lnTo>
                    <a:pt x="1167879" y="284289"/>
                  </a:lnTo>
                  <a:lnTo>
                    <a:pt x="1167879" y="316890"/>
                  </a:lnTo>
                  <a:lnTo>
                    <a:pt x="1263751" y="316890"/>
                  </a:lnTo>
                  <a:lnTo>
                    <a:pt x="1263751" y="284289"/>
                  </a:lnTo>
                  <a:close/>
                </a:path>
                <a:path w="2042160" h="1428750">
                  <a:moveTo>
                    <a:pt x="1288173" y="663041"/>
                  </a:moveTo>
                  <a:lnTo>
                    <a:pt x="1192301" y="663041"/>
                  </a:lnTo>
                  <a:lnTo>
                    <a:pt x="1192301" y="695642"/>
                  </a:lnTo>
                  <a:lnTo>
                    <a:pt x="1288173" y="695642"/>
                  </a:lnTo>
                  <a:lnTo>
                    <a:pt x="1288173" y="663041"/>
                  </a:lnTo>
                  <a:close/>
                </a:path>
                <a:path w="2042160" h="1428750">
                  <a:moveTo>
                    <a:pt x="1294130" y="1385201"/>
                  </a:moveTo>
                  <a:lnTo>
                    <a:pt x="1198270" y="1385201"/>
                  </a:lnTo>
                  <a:lnTo>
                    <a:pt x="1198270" y="1417815"/>
                  </a:lnTo>
                  <a:lnTo>
                    <a:pt x="1294130" y="1417815"/>
                  </a:lnTo>
                  <a:lnTo>
                    <a:pt x="1294130" y="1385201"/>
                  </a:lnTo>
                  <a:close/>
                </a:path>
                <a:path w="2042160" h="1428750">
                  <a:moveTo>
                    <a:pt x="1294130" y="1030008"/>
                  </a:moveTo>
                  <a:lnTo>
                    <a:pt x="1198270" y="1030008"/>
                  </a:lnTo>
                  <a:lnTo>
                    <a:pt x="1198270" y="1062621"/>
                  </a:lnTo>
                  <a:lnTo>
                    <a:pt x="1294130" y="1062621"/>
                  </a:lnTo>
                  <a:lnTo>
                    <a:pt x="1294130" y="1030008"/>
                  </a:lnTo>
                  <a:close/>
                </a:path>
                <a:path w="2042160" h="1428750">
                  <a:moveTo>
                    <a:pt x="1355420" y="186639"/>
                  </a:moveTo>
                  <a:lnTo>
                    <a:pt x="1259547" y="186639"/>
                  </a:lnTo>
                  <a:lnTo>
                    <a:pt x="1259547" y="219252"/>
                  </a:lnTo>
                  <a:lnTo>
                    <a:pt x="1355420" y="219252"/>
                  </a:lnTo>
                  <a:lnTo>
                    <a:pt x="1355420" y="186639"/>
                  </a:lnTo>
                  <a:close/>
                </a:path>
                <a:path w="2042160" h="1428750">
                  <a:moveTo>
                    <a:pt x="1355420" y="17081"/>
                  </a:moveTo>
                  <a:lnTo>
                    <a:pt x="1259547" y="17081"/>
                  </a:lnTo>
                  <a:lnTo>
                    <a:pt x="1259547" y="49682"/>
                  </a:lnTo>
                  <a:lnTo>
                    <a:pt x="1355420" y="49682"/>
                  </a:lnTo>
                  <a:lnTo>
                    <a:pt x="1355420" y="17081"/>
                  </a:lnTo>
                  <a:close/>
                </a:path>
                <a:path w="2042160" h="1428750">
                  <a:moveTo>
                    <a:pt x="1403362" y="295833"/>
                  </a:moveTo>
                  <a:lnTo>
                    <a:pt x="1307490" y="295833"/>
                  </a:lnTo>
                  <a:lnTo>
                    <a:pt x="1307490" y="328447"/>
                  </a:lnTo>
                  <a:lnTo>
                    <a:pt x="1403362" y="328447"/>
                  </a:lnTo>
                  <a:lnTo>
                    <a:pt x="1403362" y="295833"/>
                  </a:lnTo>
                  <a:close/>
                </a:path>
                <a:path w="2042160" h="1428750">
                  <a:moveTo>
                    <a:pt x="1403362" y="126263"/>
                  </a:moveTo>
                  <a:lnTo>
                    <a:pt x="1307490" y="126263"/>
                  </a:lnTo>
                  <a:lnTo>
                    <a:pt x="1307490" y="158877"/>
                  </a:lnTo>
                  <a:lnTo>
                    <a:pt x="1403362" y="158877"/>
                  </a:lnTo>
                  <a:lnTo>
                    <a:pt x="1403362" y="126263"/>
                  </a:lnTo>
                  <a:close/>
                </a:path>
                <a:path w="2042160" h="1428750">
                  <a:moveTo>
                    <a:pt x="1424127" y="240461"/>
                  </a:moveTo>
                  <a:lnTo>
                    <a:pt x="1328254" y="240461"/>
                  </a:lnTo>
                  <a:lnTo>
                    <a:pt x="1328254" y="273075"/>
                  </a:lnTo>
                  <a:lnTo>
                    <a:pt x="1424127" y="273075"/>
                  </a:lnTo>
                  <a:lnTo>
                    <a:pt x="1424127" y="240461"/>
                  </a:lnTo>
                  <a:close/>
                </a:path>
                <a:path w="2042160" h="1428750">
                  <a:moveTo>
                    <a:pt x="1424127" y="70904"/>
                  </a:moveTo>
                  <a:lnTo>
                    <a:pt x="1328254" y="70904"/>
                  </a:lnTo>
                  <a:lnTo>
                    <a:pt x="1328254" y="103505"/>
                  </a:lnTo>
                  <a:lnTo>
                    <a:pt x="1424127" y="103505"/>
                  </a:lnTo>
                  <a:lnTo>
                    <a:pt x="1424127" y="70904"/>
                  </a:lnTo>
                  <a:close/>
                </a:path>
                <a:path w="2042160" h="1428750">
                  <a:moveTo>
                    <a:pt x="1486408" y="190500"/>
                  </a:moveTo>
                  <a:lnTo>
                    <a:pt x="1390535" y="190500"/>
                  </a:lnTo>
                  <a:lnTo>
                    <a:pt x="1390535" y="223100"/>
                  </a:lnTo>
                  <a:lnTo>
                    <a:pt x="1486408" y="223100"/>
                  </a:lnTo>
                  <a:lnTo>
                    <a:pt x="1486408" y="190500"/>
                  </a:lnTo>
                  <a:close/>
                </a:path>
                <a:path w="2042160" h="1428750">
                  <a:moveTo>
                    <a:pt x="1486408" y="20929"/>
                  </a:moveTo>
                  <a:lnTo>
                    <a:pt x="1390535" y="20929"/>
                  </a:lnTo>
                  <a:lnTo>
                    <a:pt x="1390535" y="53543"/>
                  </a:lnTo>
                  <a:lnTo>
                    <a:pt x="1486408" y="53543"/>
                  </a:lnTo>
                  <a:lnTo>
                    <a:pt x="1486408" y="20929"/>
                  </a:lnTo>
                  <a:close/>
                </a:path>
                <a:path w="2042160" h="1428750">
                  <a:moveTo>
                    <a:pt x="1527924" y="285064"/>
                  </a:moveTo>
                  <a:lnTo>
                    <a:pt x="1432052" y="285064"/>
                  </a:lnTo>
                  <a:lnTo>
                    <a:pt x="1432052" y="317665"/>
                  </a:lnTo>
                  <a:lnTo>
                    <a:pt x="1527924" y="317665"/>
                  </a:lnTo>
                  <a:lnTo>
                    <a:pt x="1527924" y="285064"/>
                  </a:lnTo>
                  <a:close/>
                </a:path>
                <a:path w="2042160" h="1428750">
                  <a:moveTo>
                    <a:pt x="1527924" y="115493"/>
                  </a:moveTo>
                  <a:lnTo>
                    <a:pt x="1432052" y="115493"/>
                  </a:lnTo>
                  <a:lnTo>
                    <a:pt x="1432052" y="148107"/>
                  </a:lnTo>
                  <a:lnTo>
                    <a:pt x="1527924" y="148107"/>
                  </a:lnTo>
                  <a:lnTo>
                    <a:pt x="1527924" y="115493"/>
                  </a:lnTo>
                  <a:close/>
                </a:path>
                <a:path w="2042160" h="1428750">
                  <a:moveTo>
                    <a:pt x="1604467" y="60883"/>
                  </a:moveTo>
                  <a:lnTo>
                    <a:pt x="1508594" y="60883"/>
                  </a:lnTo>
                  <a:lnTo>
                    <a:pt x="1508594" y="93497"/>
                  </a:lnTo>
                  <a:lnTo>
                    <a:pt x="1604467" y="93497"/>
                  </a:lnTo>
                  <a:lnTo>
                    <a:pt x="1604467" y="60883"/>
                  </a:lnTo>
                  <a:close/>
                </a:path>
                <a:path w="2042160" h="1428750">
                  <a:moveTo>
                    <a:pt x="1673148" y="114719"/>
                  </a:moveTo>
                  <a:lnTo>
                    <a:pt x="1577276" y="114719"/>
                  </a:lnTo>
                  <a:lnTo>
                    <a:pt x="1577276" y="147320"/>
                  </a:lnTo>
                  <a:lnTo>
                    <a:pt x="1673148" y="147320"/>
                  </a:lnTo>
                  <a:lnTo>
                    <a:pt x="1673148" y="114719"/>
                  </a:lnTo>
                  <a:close/>
                </a:path>
                <a:path w="2042160" h="1428750">
                  <a:moveTo>
                    <a:pt x="1869516" y="218871"/>
                  </a:moveTo>
                  <a:lnTo>
                    <a:pt x="1773656" y="218871"/>
                  </a:lnTo>
                  <a:lnTo>
                    <a:pt x="1773656" y="251485"/>
                  </a:lnTo>
                  <a:lnTo>
                    <a:pt x="1869516" y="251485"/>
                  </a:lnTo>
                  <a:lnTo>
                    <a:pt x="1869516" y="218871"/>
                  </a:lnTo>
                  <a:close/>
                </a:path>
                <a:path w="2042160" h="1428750">
                  <a:moveTo>
                    <a:pt x="1917458" y="328066"/>
                  </a:moveTo>
                  <a:lnTo>
                    <a:pt x="1821586" y="328066"/>
                  </a:lnTo>
                  <a:lnTo>
                    <a:pt x="1821586" y="360667"/>
                  </a:lnTo>
                  <a:lnTo>
                    <a:pt x="1917458" y="360667"/>
                  </a:lnTo>
                  <a:lnTo>
                    <a:pt x="1917458" y="328066"/>
                  </a:lnTo>
                  <a:close/>
                </a:path>
                <a:path w="2042160" h="1428750">
                  <a:moveTo>
                    <a:pt x="1938223" y="272694"/>
                  </a:moveTo>
                  <a:lnTo>
                    <a:pt x="1842350" y="272694"/>
                  </a:lnTo>
                  <a:lnTo>
                    <a:pt x="1842350" y="305295"/>
                  </a:lnTo>
                  <a:lnTo>
                    <a:pt x="1938223" y="305295"/>
                  </a:lnTo>
                  <a:lnTo>
                    <a:pt x="1938223" y="272694"/>
                  </a:lnTo>
                  <a:close/>
                </a:path>
                <a:path w="2042160" h="1428750">
                  <a:moveTo>
                    <a:pt x="2000491" y="222732"/>
                  </a:moveTo>
                  <a:lnTo>
                    <a:pt x="1904619" y="222732"/>
                  </a:lnTo>
                  <a:lnTo>
                    <a:pt x="1904619" y="255333"/>
                  </a:lnTo>
                  <a:lnTo>
                    <a:pt x="2000491" y="255333"/>
                  </a:lnTo>
                  <a:lnTo>
                    <a:pt x="2000491" y="222732"/>
                  </a:lnTo>
                  <a:close/>
                </a:path>
                <a:path w="2042160" h="1428750">
                  <a:moveTo>
                    <a:pt x="2042020" y="317284"/>
                  </a:moveTo>
                  <a:lnTo>
                    <a:pt x="1946148" y="317284"/>
                  </a:lnTo>
                  <a:lnTo>
                    <a:pt x="1946148" y="349897"/>
                  </a:lnTo>
                  <a:lnTo>
                    <a:pt x="2042020" y="349897"/>
                  </a:lnTo>
                  <a:lnTo>
                    <a:pt x="2042020" y="317284"/>
                  </a:lnTo>
                  <a:close/>
                </a:path>
              </a:pathLst>
            </a:custGeom>
            <a:solidFill>
              <a:srgbClr val="B9E4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 descr=""/>
            <p:cNvSpPr/>
            <p:nvPr/>
          </p:nvSpPr>
          <p:spPr>
            <a:xfrm>
              <a:off x="4223969" y="6376460"/>
              <a:ext cx="2599055" cy="744855"/>
            </a:xfrm>
            <a:custGeom>
              <a:avLst/>
              <a:gdLst/>
              <a:ahLst/>
              <a:cxnLst/>
              <a:rect l="l" t="t" r="r" b="b"/>
              <a:pathLst>
                <a:path w="2599054" h="744854">
                  <a:moveTo>
                    <a:pt x="78308" y="553618"/>
                  </a:moveTo>
                  <a:lnTo>
                    <a:pt x="0" y="553618"/>
                  </a:lnTo>
                  <a:lnTo>
                    <a:pt x="0" y="586219"/>
                  </a:lnTo>
                  <a:lnTo>
                    <a:pt x="78308" y="586219"/>
                  </a:lnTo>
                  <a:lnTo>
                    <a:pt x="78308" y="553618"/>
                  </a:lnTo>
                  <a:close/>
                </a:path>
                <a:path w="2599054" h="744854">
                  <a:moveTo>
                    <a:pt x="78308" y="384035"/>
                  </a:moveTo>
                  <a:lnTo>
                    <a:pt x="0" y="384035"/>
                  </a:lnTo>
                  <a:lnTo>
                    <a:pt x="0" y="416648"/>
                  </a:lnTo>
                  <a:lnTo>
                    <a:pt x="78308" y="416648"/>
                  </a:lnTo>
                  <a:lnTo>
                    <a:pt x="78308" y="384035"/>
                  </a:lnTo>
                  <a:close/>
                </a:path>
                <a:path w="2599054" h="744854">
                  <a:moveTo>
                    <a:pt x="126250" y="662813"/>
                  </a:moveTo>
                  <a:lnTo>
                    <a:pt x="30378" y="662813"/>
                  </a:lnTo>
                  <a:lnTo>
                    <a:pt x="30378" y="695413"/>
                  </a:lnTo>
                  <a:lnTo>
                    <a:pt x="126250" y="695413"/>
                  </a:lnTo>
                  <a:lnTo>
                    <a:pt x="126250" y="662813"/>
                  </a:lnTo>
                  <a:close/>
                </a:path>
                <a:path w="2599054" h="744854">
                  <a:moveTo>
                    <a:pt x="126250" y="493242"/>
                  </a:moveTo>
                  <a:lnTo>
                    <a:pt x="30378" y="493242"/>
                  </a:lnTo>
                  <a:lnTo>
                    <a:pt x="30378" y="525843"/>
                  </a:lnTo>
                  <a:lnTo>
                    <a:pt x="126250" y="525843"/>
                  </a:lnTo>
                  <a:lnTo>
                    <a:pt x="126250" y="493242"/>
                  </a:lnTo>
                  <a:close/>
                </a:path>
                <a:path w="2599054" h="744854">
                  <a:moveTo>
                    <a:pt x="147015" y="607441"/>
                  </a:moveTo>
                  <a:lnTo>
                    <a:pt x="51142" y="607441"/>
                  </a:lnTo>
                  <a:lnTo>
                    <a:pt x="51142" y="640041"/>
                  </a:lnTo>
                  <a:lnTo>
                    <a:pt x="147015" y="640041"/>
                  </a:lnTo>
                  <a:lnTo>
                    <a:pt x="147015" y="607441"/>
                  </a:lnTo>
                  <a:close/>
                </a:path>
                <a:path w="2599054" h="744854">
                  <a:moveTo>
                    <a:pt x="147015" y="437870"/>
                  </a:moveTo>
                  <a:lnTo>
                    <a:pt x="51142" y="437870"/>
                  </a:lnTo>
                  <a:lnTo>
                    <a:pt x="51142" y="470484"/>
                  </a:lnTo>
                  <a:lnTo>
                    <a:pt x="147015" y="470484"/>
                  </a:lnTo>
                  <a:lnTo>
                    <a:pt x="147015" y="437870"/>
                  </a:lnTo>
                  <a:close/>
                </a:path>
                <a:path w="2599054" h="744854">
                  <a:moveTo>
                    <a:pt x="209296" y="557466"/>
                  </a:moveTo>
                  <a:lnTo>
                    <a:pt x="113423" y="557466"/>
                  </a:lnTo>
                  <a:lnTo>
                    <a:pt x="113423" y="590080"/>
                  </a:lnTo>
                  <a:lnTo>
                    <a:pt x="209296" y="590080"/>
                  </a:lnTo>
                  <a:lnTo>
                    <a:pt x="209296" y="557466"/>
                  </a:lnTo>
                  <a:close/>
                </a:path>
                <a:path w="2599054" h="744854">
                  <a:moveTo>
                    <a:pt x="209296" y="387908"/>
                  </a:moveTo>
                  <a:lnTo>
                    <a:pt x="113423" y="387908"/>
                  </a:lnTo>
                  <a:lnTo>
                    <a:pt x="113423" y="420509"/>
                  </a:lnTo>
                  <a:lnTo>
                    <a:pt x="209296" y="420509"/>
                  </a:lnTo>
                  <a:lnTo>
                    <a:pt x="209296" y="387908"/>
                  </a:lnTo>
                  <a:close/>
                </a:path>
                <a:path w="2599054" h="744854">
                  <a:moveTo>
                    <a:pt x="250812" y="652030"/>
                  </a:moveTo>
                  <a:lnTo>
                    <a:pt x="154940" y="652030"/>
                  </a:lnTo>
                  <a:lnTo>
                    <a:pt x="154940" y="684644"/>
                  </a:lnTo>
                  <a:lnTo>
                    <a:pt x="250812" y="684644"/>
                  </a:lnTo>
                  <a:lnTo>
                    <a:pt x="250812" y="652030"/>
                  </a:lnTo>
                  <a:close/>
                </a:path>
                <a:path w="2599054" h="744854">
                  <a:moveTo>
                    <a:pt x="250812" y="482460"/>
                  </a:moveTo>
                  <a:lnTo>
                    <a:pt x="154940" y="482460"/>
                  </a:lnTo>
                  <a:lnTo>
                    <a:pt x="154940" y="515061"/>
                  </a:lnTo>
                  <a:lnTo>
                    <a:pt x="250812" y="515061"/>
                  </a:lnTo>
                  <a:lnTo>
                    <a:pt x="250812" y="482460"/>
                  </a:lnTo>
                  <a:close/>
                </a:path>
                <a:path w="2599054" h="744854">
                  <a:moveTo>
                    <a:pt x="327355" y="602919"/>
                  </a:moveTo>
                  <a:lnTo>
                    <a:pt x="231482" y="602919"/>
                  </a:lnTo>
                  <a:lnTo>
                    <a:pt x="231482" y="635520"/>
                  </a:lnTo>
                  <a:lnTo>
                    <a:pt x="327355" y="635520"/>
                  </a:lnTo>
                  <a:lnTo>
                    <a:pt x="327355" y="602919"/>
                  </a:lnTo>
                  <a:close/>
                </a:path>
                <a:path w="2599054" h="744854">
                  <a:moveTo>
                    <a:pt x="327355" y="427863"/>
                  </a:moveTo>
                  <a:lnTo>
                    <a:pt x="231482" y="427863"/>
                  </a:lnTo>
                  <a:lnTo>
                    <a:pt x="231482" y="460463"/>
                  </a:lnTo>
                  <a:lnTo>
                    <a:pt x="327355" y="460463"/>
                  </a:lnTo>
                  <a:lnTo>
                    <a:pt x="327355" y="427863"/>
                  </a:lnTo>
                  <a:close/>
                </a:path>
                <a:path w="2599054" h="744854">
                  <a:moveTo>
                    <a:pt x="375285" y="712114"/>
                  </a:moveTo>
                  <a:lnTo>
                    <a:pt x="279412" y="712114"/>
                  </a:lnTo>
                  <a:lnTo>
                    <a:pt x="279412" y="744728"/>
                  </a:lnTo>
                  <a:lnTo>
                    <a:pt x="375285" y="744728"/>
                  </a:lnTo>
                  <a:lnTo>
                    <a:pt x="375285" y="712114"/>
                  </a:lnTo>
                  <a:close/>
                </a:path>
                <a:path w="2599054" h="744854">
                  <a:moveTo>
                    <a:pt x="375285" y="537057"/>
                  </a:moveTo>
                  <a:lnTo>
                    <a:pt x="279412" y="537057"/>
                  </a:lnTo>
                  <a:lnTo>
                    <a:pt x="279412" y="569671"/>
                  </a:lnTo>
                  <a:lnTo>
                    <a:pt x="375285" y="569671"/>
                  </a:lnTo>
                  <a:lnTo>
                    <a:pt x="375285" y="537057"/>
                  </a:lnTo>
                  <a:close/>
                </a:path>
                <a:path w="2599054" h="744854">
                  <a:moveTo>
                    <a:pt x="396049" y="656742"/>
                  </a:moveTo>
                  <a:lnTo>
                    <a:pt x="300177" y="656742"/>
                  </a:lnTo>
                  <a:lnTo>
                    <a:pt x="300177" y="689356"/>
                  </a:lnTo>
                  <a:lnTo>
                    <a:pt x="396049" y="689356"/>
                  </a:lnTo>
                  <a:lnTo>
                    <a:pt x="396049" y="656742"/>
                  </a:lnTo>
                  <a:close/>
                </a:path>
                <a:path w="2599054" h="744854">
                  <a:moveTo>
                    <a:pt x="396049" y="481685"/>
                  </a:moveTo>
                  <a:lnTo>
                    <a:pt x="300177" y="481685"/>
                  </a:lnTo>
                  <a:lnTo>
                    <a:pt x="300177" y="514286"/>
                  </a:lnTo>
                  <a:lnTo>
                    <a:pt x="396049" y="514286"/>
                  </a:lnTo>
                  <a:lnTo>
                    <a:pt x="396049" y="481685"/>
                  </a:lnTo>
                  <a:close/>
                </a:path>
                <a:path w="2599054" h="744854">
                  <a:moveTo>
                    <a:pt x="458317" y="606780"/>
                  </a:moveTo>
                  <a:lnTo>
                    <a:pt x="362445" y="606780"/>
                  </a:lnTo>
                  <a:lnTo>
                    <a:pt x="362445" y="639381"/>
                  </a:lnTo>
                  <a:lnTo>
                    <a:pt x="458317" y="639381"/>
                  </a:lnTo>
                  <a:lnTo>
                    <a:pt x="458317" y="606780"/>
                  </a:lnTo>
                  <a:close/>
                </a:path>
                <a:path w="2599054" h="744854">
                  <a:moveTo>
                    <a:pt x="458317" y="431723"/>
                  </a:moveTo>
                  <a:lnTo>
                    <a:pt x="362445" y="431723"/>
                  </a:lnTo>
                  <a:lnTo>
                    <a:pt x="362445" y="464337"/>
                  </a:lnTo>
                  <a:lnTo>
                    <a:pt x="458317" y="464337"/>
                  </a:lnTo>
                  <a:lnTo>
                    <a:pt x="458317" y="431723"/>
                  </a:lnTo>
                  <a:close/>
                </a:path>
                <a:path w="2599054" h="744854">
                  <a:moveTo>
                    <a:pt x="499846" y="701332"/>
                  </a:moveTo>
                  <a:lnTo>
                    <a:pt x="403974" y="701332"/>
                  </a:lnTo>
                  <a:lnTo>
                    <a:pt x="403974" y="733933"/>
                  </a:lnTo>
                  <a:lnTo>
                    <a:pt x="499846" y="733933"/>
                  </a:lnTo>
                  <a:lnTo>
                    <a:pt x="499846" y="701332"/>
                  </a:lnTo>
                  <a:close/>
                </a:path>
                <a:path w="2599054" h="744854">
                  <a:moveTo>
                    <a:pt x="499846" y="526275"/>
                  </a:moveTo>
                  <a:lnTo>
                    <a:pt x="403974" y="526275"/>
                  </a:lnTo>
                  <a:lnTo>
                    <a:pt x="403974" y="558888"/>
                  </a:lnTo>
                  <a:lnTo>
                    <a:pt x="499846" y="558888"/>
                  </a:lnTo>
                  <a:lnTo>
                    <a:pt x="499846" y="526275"/>
                  </a:lnTo>
                  <a:close/>
                </a:path>
                <a:path w="2599054" h="744854">
                  <a:moveTo>
                    <a:pt x="523722" y="366966"/>
                  </a:moveTo>
                  <a:lnTo>
                    <a:pt x="427850" y="366966"/>
                  </a:lnTo>
                  <a:lnTo>
                    <a:pt x="427850" y="399567"/>
                  </a:lnTo>
                  <a:lnTo>
                    <a:pt x="523722" y="399567"/>
                  </a:lnTo>
                  <a:lnTo>
                    <a:pt x="523722" y="366966"/>
                  </a:lnTo>
                  <a:close/>
                </a:path>
                <a:path w="2599054" h="744854">
                  <a:moveTo>
                    <a:pt x="571652" y="476161"/>
                  </a:moveTo>
                  <a:lnTo>
                    <a:pt x="475792" y="476161"/>
                  </a:lnTo>
                  <a:lnTo>
                    <a:pt x="475792" y="508774"/>
                  </a:lnTo>
                  <a:lnTo>
                    <a:pt x="571652" y="508774"/>
                  </a:lnTo>
                  <a:lnTo>
                    <a:pt x="571652" y="476161"/>
                  </a:lnTo>
                  <a:close/>
                </a:path>
                <a:path w="2599054" h="744854">
                  <a:moveTo>
                    <a:pt x="588365" y="585838"/>
                  </a:moveTo>
                  <a:lnTo>
                    <a:pt x="492493" y="585838"/>
                  </a:lnTo>
                  <a:lnTo>
                    <a:pt x="492493" y="618439"/>
                  </a:lnTo>
                  <a:lnTo>
                    <a:pt x="588365" y="618439"/>
                  </a:lnTo>
                  <a:lnTo>
                    <a:pt x="588365" y="585838"/>
                  </a:lnTo>
                  <a:close/>
                </a:path>
                <a:path w="2599054" h="744854">
                  <a:moveTo>
                    <a:pt x="592416" y="420789"/>
                  </a:moveTo>
                  <a:lnTo>
                    <a:pt x="496544" y="420789"/>
                  </a:lnTo>
                  <a:lnTo>
                    <a:pt x="496544" y="453402"/>
                  </a:lnTo>
                  <a:lnTo>
                    <a:pt x="592416" y="453402"/>
                  </a:lnTo>
                  <a:lnTo>
                    <a:pt x="592416" y="420789"/>
                  </a:lnTo>
                  <a:close/>
                </a:path>
                <a:path w="2599054" h="744854">
                  <a:moveTo>
                    <a:pt x="636295" y="695032"/>
                  </a:moveTo>
                  <a:lnTo>
                    <a:pt x="540423" y="695032"/>
                  </a:lnTo>
                  <a:lnTo>
                    <a:pt x="540423" y="727646"/>
                  </a:lnTo>
                  <a:lnTo>
                    <a:pt x="636295" y="727646"/>
                  </a:lnTo>
                  <a:lnTo>
                    <a:pt x="636295" y="695032"/>
                  </a:lnTo>
                  <a:close/>
                </a:path>
                <a:path w="2599054" h="744854">
                  <a:moveTo>
                    <a:pt x="654697" y="370827"/>
                  </a:moveTo>
                  <a:lnTo>
                    <a:pt x="558825" y="370827"/>
                  </a:lnTo>
                  <a:lnTo>
                    <a:pt x="558825" y="403428"/>
                  </a:lnTo>
                  <a:lnTo>
                    <a:pt x="654697" y="403428"/>
                  </a:lnTo>
                  <a:lnTo>
                    <a:pt x="654697" y="370827"/>
                  </a:lnTo>
                  <a:close/>
                </a:path>
                <a:path w="2599054" h="744854">
                  <a:moveTo>
                    <a:pt x="657059" y="639660"/>
                  </a:moveTo>
                  <a:lnTo>
                    <a:pt x="561187" y="639660"/>
                  </a:lnTo>
                  <a:lnTo>
                    <a:pt x="561187" y="672261"/>
                  </a:lnTo>
                  <a:lnTo>
                    <a:pt x="657059" y="672261"/>
                  </a:lnTo>
                  <a:lnTo>
                    <a:pt x="657059" y="639660"/>
                  </a:lnTo>
                  <a:close/>
                </a:path>
                <a:path w="2599054" h="744854">
                  <a:moveTo>
                    <a:pt x="696214" y="465378"/>
                  </a:moveTo>
                  <a:lnTo>
                    <a:pt x="600341" y="465378"/>
                  </a:lnTo>
                  <a:lnTo>
                    <a:pt x="600341" y="497979"/>
                  </a:lnTo>
                  <a:lnTo>
                    <a:pt x="696214" y="497979"/>
                  </a:lnTo>
                  <a:lnTo>
                    <a:pt x="696214" y="465378"/>
                  </a:lnTo>
                  <a:close/>
                </a:path>
                <a:path w="2599054" h="744854">
                  <a:moveTo>
                    <a:pt x="719328" y="589699"/>
                  </a:moveTo>
                  <a:lnTo>
                    <a:pt x="623455" y="589699"/>
                  </a:lnTo>
                  <a:lnTo>
                    <a:pt x="623455" y="622312"/>
                  </a:lnTo>
                  <a:lnTo>
                    <a:pt x="719328" y="622312"/>
                  </a:lnTo>
                  <a:lnTo>
                    <a:pt x="719328" y="589699"/>
                  </a:lnTo>
                  <a:close/>
                </a:path>
                <a:path w="2599054" h="744854">
                  <a:moveTo>
                    <a:pt x="760857" y="684250"/>
                  </a:moveTo>
                  <a:lnTo>
                    <a:pt x="664984" y="684250"/>
                  </a:lnTo>
                  <a:lnTo>
                    <a:pt x="664984" y="716864"/>
                  </a:lnTo>
                  <a:lnTo>
                    <a:pt x="760857" y="716864"/>
                  </a:lnTo>
                  <a:lnTo>
                    <a:pt x="760857" y="684250"/>
                  </a:lnTo>
                  <a:close/>
                </a:path>
                <a:path w="2599054" h="744854">
                  <a:moveTo>
                    <a:pt x="832612" y="384035"/>
                  </a:moveTo>
                  <a:lnTo>
                    <a:pt x="736739" y="384035"/>
                  </a:lnTo>
                  <a:lnTo>
                    <a:pt x="736739" y="416648"/>
                  </a:lnTo>
                  <a:lnTo>
                    <a:pt x="832612" y="416648"/>
                  </a:lnTo>
                  <a:lnTo>
                    <a:pt x="832612" y="384035"/>
                  </a:lnTo>
                  <a:close/>
                </a:path>
                <a:path w="2599054" h="744854">
                  <a:moveTo>
                    <a:pt x="880554" y="493242"/>
                  </a:moveTo>
                  <a:lnTo>
                    <a:pt x="784682" y="493242"/>
                  </a:lnTo>
                  <a:lnTo>
                    <a:pt x="784682" y="525843"/>
                  </a:lnTo>
                  <a:lnTo>
                    <a:pt x="880554" y="525843"/>
                  </a:lnTo>
                  <a:lnTo>
                    <a:pt x="880554" y="493242"/>
                  </a:lnTo>
                  <a:close/>
                </a:path>
                <a:path w="2599054" h="744854">
                  <a:moveTo>
                    <a:pt x="901306" y="607441"/>
                  </a:moveTo>
                  <a:lnTo>
                    <a:pt x="805434" y="607441"/>
                  </a:lnTo>
                  <a:lnTo>
                    <a:pt x="805434" y="640041"/>
                  </a:lnTo>
                  <a:lnTo>
                    <a:pt x="901306" y="640041"/>
                  </a:lnTo>
                  <a:lnTo>
                    <a:pt x="901306" y="607441"/>
                  </a:lnTo>
                  <a:close/>
                </a:path>
                <a:path w="2599054" h="744854">
                  <a:moveTo>
                    <a:pt x="901306" y="437870"/>
                  </a:moveTo>
                  <a:lnTo>
                    <a:pt x="805434" y="437870"/>
                  </a:lnTo>
                  <a:lnTo>
                    <a:pt x="805434" y="470484"/>
                  </a:lnTo>
                  <a:lnTo>
                    <a:pt x="901306" y="470484"/>
                  </a:lnTo>
                  <a:lnTo>
                    <a:pt x="901306" y="437870"/>
                  </a:lnTo>
                  <a:close/>
                </a:path>
                <a:path w="2599054" h="744854">
                  <a:moveTo>
                    <a:pt x="963587" y="387908"/>
                  </a:moveTo>
                  <a:lnTo>
                    <a:pt x="867714" y="387908"/>
                  </a:lnTo>
                  <a:lnTo>
                    <a:pt x="867714" y="420509"/>
                  </a:lnTo>
                  <a:lnTo>
                    <a:pt x="963587" y="420509"/>
                  </a:lnTo>
                  <a:lnTo>
                    <a:pt x="963587" y="387908"/>
                  </a:lnTo>
                  <a:close/>
                </a:path>
                <a:path w="2599054" h="744854">
                  <a:moveTo>
                    <a:pt x="1005103" y="482460"/>
                  </a:moveTo>
                  <a:lnTo>
                    <a:pt x="909231" y="482460"/>
                  </a:lnTo>
                  <a:lnTo>
                    <a:pt x="909231" y="515061"/>
                  </a:lnTo>
                  <a:lnTo>
                    <a:pt x="1005103" y="515061"/>
                  </a:lnTo>
                  <a:lnTo>
                    <a:pt x="1005103" y="482460"/>
                  </a:lnTo>
                  <a:close/>
                </a:path>
                <a:path w="2599054" h="744854">
                  <a:moveTo>
                    <a:pt x="1835950" y="235940"/>
                  </a:moveTo>
                  <a:lnTo>
                    <a:pt x="1740077" y="235940"/>
                  </a:lnTo>
                  <a:lnTo>
                    <a:pt x="1740077" y="268541"/>
                  </a:lnTo>
                  <a:lnTo>
                    <a:pt x="1835950" y="268541"/>
                  </a:lnTo>
                  <a:lnTo>
                    <a:pt x="1835950" y="235940"/>
                  </a:lnTo>
                  <a:close/>
                </a:path>
                <a:path w="2599054" h="744854">
                  <a:moveTo>
                    <a:pt x="1835950" y="60883"/>
                  </a:moveTo>
                  <a:lnTo>
                    <a:pt x="1740077" y="60883"/>
                  </a:lnTo>
                  <a:lnTo>
                    <a:pt x="1740077" y="93497"/>
                  </a:lnTo>
                  <a:lnTo>
                    <a:pt x="1835950" y="93497"/>
                  </a:lnTo>
                  <a:lnTo>
                    <a:pt x="1835950" y="60883"/>
                  </a:lnTo>
                  <a:close/>
                </a:path>
                <a:path w="2599054" h="744854">
                  <a:moveTo>
                    <a:pt x="1883879" y="345147"/>
                  </a:moveTo>
                  <a:lnTo>
                    <a:pt x="1788007" y="345147"/>
                  </a:lnTo>
                  <a:lnTo>
                    <a:pt x="1788007" y="377748"/>
                  </a:lnTo>
                  <a:lnTo>
                    <a:pt x="1883879" y="377748"/>
                  </a:lnTo>
                  <a:lnTo>
                    <a:pt x="1883879" y="345147"/>
                  </a:lnTo>
                  <a:close/>
                </a:path>
                <a:path w="2599054" h="744854">
                  <a:moveTo>
                    <a:pt x="1883879" y="170091"/>
                  </a:moveTo>
                  <a:lnTo>
                    <a:pt x="1788007" y="170091"/>
                  </a:lnTo>
                  <a:lnTo>
                    <a:pt x="1788007" y="202692"/>
                  </a:lnTo>
                  <a:lnTo>
                    <a:pt x="1883879" y="202692"/>
                  </a:lnTo>
                  <a:lnTo>
                    <a:pt x="1883879" y="170091"/>
                  </a:lnTo>
                  <a:close/>
                </a:path>
                <a:path w="2599054" h="744854">
                  <a:moveTo>
                    <a:pt x="1904631" y="289775"/>
                  </a:moveTo>
                  <a:lnTo>
                    <a:pt x="1808759" y="289775"/>
                  </a:lnTo>
                  <a:lnTo>
                    <a:pt x="1808759" y="322376"/>
                  </a:lnTo>
                  <a:lnTo>
                    <a:pt x="1904631" y="322376"/>
                  </a:lnTo>
                  <a:lnTo>
                    <a:pt x="1904631" y="289775"/>
                  </a:lnTo>
                  <a:close/>
                </a:path>
                <a:path w="2599054" h="744854">
                  <a:moveTo>
                    <a:pt x="1966912" y="239801"/>
                  </a:moveTo>
                  <a:lnTo>
                    <a:pt x="1871040" y="239801"/>
                  </a:lnTo>
                  <a:lnTo>
                    <a:pt x="1871040" y="272415"/>
                  </a:lnTo>
                  <a:lnTo>
                    <a:pt x="1966912" y="272415"/>
                  </a:lnTo>
                  <a:lnTo>
                    <a:pt x="1966912" y="239801"/>
                  </a:lnTo>
                  <a:close/>
                </a:path>
                <a:path w="2599054" h="744854">
                  <a:moveTo>
                    <a:pt x="1966912" y="64757"/>
                  </a:moveTo>
                  <a:lnTo>
                    <a:pt x="1871040" y="64757"/>
                  </a:lnTo>
                  <a:lnTo>
                    <a:pt x="1871040" y="97358"/>
                  </a:lnTo>
                  <a:lnTo>
                    <a:pt x="1966912" y="97358"/>
                  </a:lnTo>
                  <a:lnTo>
                    <a:pt x="1966912" y="64757"/>
                  </a:lnTo>
                  <a:close/>
                </a:path>
                <a:path w="2599054" h="744854">
                  <a:moveTo>
                    <a:pt x="2008428" y="334365"/>
                  </a:moveTo>
                  <a:lnTo>
                    <a:pt x="1912556" y="334365"/>
                  </a:lnTo>
                  <a:lnTo>
                    <a:pt x="1912556" y="366979"/>
                  </a:lnTo>
                  <a:lnTo>
                    <a:pt x="2008428" y="366979"/>
                  </a:lnTo>
                  <a:lnTo>
                    <a:pt x="2008428" y="334365"/>
                  </a:lnTo>
                  <a:close/>
                </a:path>
                <a:path w="2599054" h="744854">
                  <a:moveTo>
                    <a:pt x="2008428" y="159308"/>
                  </a:moveTo>
                  <a:lnTo>
                    <a:pt x="1912556" y="159308"/>
                  </a:lnTo>
                  <a:lnTo>
                    <a:pt x="1912556" y="191909"/>
                  </a:lnTo>
                  <a:lnTo>
                    <a:pt x="2008428" y="191909"/>
                  </a:lnTo>
                  <a:lnTo>
                    <a:pt x="2008428" y="159308"/>
                  </a:lnTo>
                  <a:close/>
                </a:path>
                <a:path w="2599054" h="744854">
                  <a:moveTo>
                    <a:pt x="2032304" y="0"/>
                  </a:moveTo>
                  <a:lnTo>
                    <a:pt x="1936432" y="0"/>
                  </a:lnTo>
                  <a:lnTo>
                    <a:pt x="1936432" y="32600"/>
                  </a:lnTo>
                  <a:lnTo>
                    <a:pt x="2032304" y="32600"/>
                  </a:lnTo>
                  <a:lnTo>
                    <a:pt x="2032304" y="0"/>
                  </a:lnTo>
                  <a:close/>
                </a:path>
                <a:path w="2599054" h="744854">
                  <a:moveTo>
                    <a:pt x="2080247" y="109194"/>
                  </a:moveTo>
                  <a:lnTo>
                    <a:pt x="1984375" y="109194"/>
                  </a:lnTo>
                  <a:lnTo>
                    <a:pt x="1984375" y="141795"/>
                  </a:lnTo>
                  <a:lnTo>
                    <a:pt x="2080247" y="141795"/>
                  </a:lnTo>
                  <a:lnTo>
                    <a:pt x="2080247" y="109194"/>
                  </a:lnTo>
                  <a:close/>
                </a:path>
                <a:path w="2599054" h="744854">
                  <a:moveTo>
                    <a:pt x="2100999" y="585838"/>
                  </a:moveTo>
                  <a:lnTo>
                    <a:pt x="2005139" y="585838"/>
                  </a:lnTo>
                  <a:lnTo>
                    <a:pt x="2005139" y="618439"/>
                  </a:lnTo>
                  <a:lnTo>
                    <a:pt x="2100999" y="618439"/>
                  </a:lnTo>
                  <a:lnTo>
                    <a:pt x="2100999" y="585838"/>
                  </a:lnTo>
                  <a:close/>
                </a:path>
                <a:path w="2599054" h="744854">
                  <a:moveTo>
                    <a:pt x="2100999" y="53822"/>
                  </a:moveTo>
                  <a:lnTo>
                    <a:pt x="2005139" y="53822"/>
                  </a:lnTo>
                  <a:lnTo>
                    <a:pt x="2005139" y="86423"/>
                  </a:lnTo>
                  <a:lnTo>
                    <a:pt x="2100999" y="86423"/>
                  </a:lnTo>
                  <a:lnTo>
                    <a:pt x="2100999" y="53822"/>
                  </a:lnTo>
                  <a:close/>
                </a:path>
                <a:path w="2599054" h="744854">
                  <a:moveTo>
                    <a:pt x="2148941" y="695032"/>
                  </a:moveTo>
                  <a:lnTo>
                    <a:pt x="2053069" y="695032"/>
                  </a:lnTo>
                  <a:lnTo>
                    <a:pt x="2053069" y="727646"/>
                  </a:lnTo>
                  <a:lnTo>
                    <a:pt x="2148941" y="727646"/>
                  </a:lnTo>
                  <a:lnTo>
                    <a:pt x="2148941" y="695032"/>
                  </a:lnTo>
                  <a:close/>
                </a:path>
                <a:path w="2599054" h="744854">
                  <a:moveTo>
                    <a:pt x="2163280" y="3848"/>
                  </a:moveTo>
                  <a:lnTo>
                    <a:pt x="2067420" y="3848"/>
                  </a:lnTo>
                  <a:lnTo>
                    <a:pt x="2067420" y="36461"/>
                  </a:lnTo>
                  <a:lnTo>
                    <a:pt x="2163280" y="36461"/>
                  </a:lnTo>
                  <a:lnTo>
                    <a:pt x="2163280" y="3848"/>
                  </a:lnTo>
                  <a:close/>
                </a:path>
                <a:path w="2599054" h="744854">
                  <a:moveTo>
                    <a:pt x="2169706" y="639660"/>
                  </a:moveTo>
                  <a:lnTo>
                    <a:pt x="2073833" y="639660"/>
                  </a:lnTo>
                  <a:lnTo>
                    <a:pt x="2073833" y="672261"/>
                  </a:lnTo>
                  <a:lnTo>
                    <a:pt x="2169706" y="672261"/>
                  </a:lnTo>
                  <a:lnTo>
                    <a:pt x="2169706" y="639660"/>
                  </a:lnTo>
                  <a:close/>
                </a:path>
                <a:path w="2599054" h="744854">
                  <a:moveTo>
                    <a:pt x="2204809" y="98412"/>
                  </a:moveTo>
                  <a:lnTo>
                    <a:pt x="2108936" y="98412"/>
                  </a:lnTo>
                  <a:lnTo>
                    <a:pt x="2108936" y="131025"/>
                  </a:lnTo>
                  <a:lnTo>
                    <a:pt x="2204809" y="131025"/>
                  </a:lnTo>
                  <a:lnTo>
                    <a:pt x="2204809" y="98412"/>
                  </a:lnTo>
                  <a:close/>
                </a:path>
                <a:path w="2599054" h="744854">
                  <a:moveTo>
                    <a:pt x="2231974" y="589699"/>
                  </a:moveTo>
                  <a:lnTo>
                    <a:pt x="2136102" y="589699"/>
                  </a:lnTo>
                  <a:lnTo>
                    <a:pt x="2136102" y="622312"/>
                  </a:lnTo>
                  <a:lnTo>
                    <a:pt x="2231974" y="622312"/>
                  </a:lnTo>
                  <a:lnTo>
                    <a:pt x="2231974" y="589699"/>
                  </a:lnTo>
                  <a:close/>
                </a:path>
                <a:path w="2599054" h="744854">
                  <a:moveTo>
                    <a:pt x="2273503" y="684250"/>
                  </a:moveTo>
                  <a:lnTo>
                    <a:pt x="2177631" y="684250"/>
                  </a:lnTo>
                  <a:lnTo>
                    <a:pt x="2177631" y="716864"/>
                  </a:lnTo>
                  <a:lnTo>
                    <a:pt x="2273503" y="716864"/>
                  </a:lnTo>
                  <a:lnTo>
                    <a:pt x="2273503" y="684250"/>
                  </a:lnTo>
                  <a:close/>
                </a:path>
                <a:path w="2599054" h="744854">
                  <a:moveTo>
                    <a:pt x="2341207" y="186639"/>
                  </a:moveTo>
                  <a:lnTo>
                    <a:pt x="2245334" y="186639"/>
                  </a:lnTo>
                  <a:lnTo>
                    <a:pt x="2245334" y="219252"/>
                  </a:lnTo>
                  <a:lnTo>
                    <a:pt x="2341207" y="219252"/>
                  </a:lnTo>
                  <a:lnTo>
                    <a:pt x="2341207" y="186639"/>
                  </a:lnTo>
                  <a:close/>
                </a:path>
                <a:path w="2599054" h="744854">
                  <a:moveTo>
                    <a:pt x="2341207" y="17081"/>
                  </a:moveTo>
                  <a:lnTo>
                    <a:pt x="2245334" y="17081"/>
                  </a:lnTo>
                  <a:lnTo>
                    <a:pt x="2245334" y="49682"/>
                  </a:lnTo>
                  <a:lnTo>
                    <a:pt x="2341207" y="49682"/>
                  </a:lnTo>
                  <a:lnTo>
                    <a:pt x="2341207" y="17081"/>
                  </a:lnTo>
                  <a:close/>
                </a:path>
                <a:path w="2599054" h="744854">
                  <a:moveTo>
                    <a:pt x="2389136" y="295833"/>
                  </a:moveTo>
                  <a:lnTo>
                    <a:pt x="2293264" y="295833"/>
                  </a:lnTo>
                  <a:lnTo>
                    <a:pt x="2293264" y="328447"/>
                  </a:lnTo>
                  <a:lnTo>
                    <a:pt x="2389136" y="328447"/>
                  </a:lnTo>
                  <a:lnTo>
                    <a:pt x="2389136" y="295833"/>
                  </a:lnTo>
                  <a:close/>
                </a:path>
                <a:path w="2599054" h="744854">
                  <a:moveTo>
                    <a:pt x="2389136" y="126263"/>
                  </a:moveTo>
                  <a:lnTo>
                    <a:pt x="2293264" y="126263"/>
                  </a:lnTo>
                  <a:lnTo>
                    <a:pt x="2293264" y="158877"/>
                  </a:lnTo>
                  <a:lnTo>
                    <a:pt x="2389136" y="158877"/>
                  </a:lnTo>
                  <a:lnTo>
                    <a:pt x="2389136" y="126263"/>
                  </a:lnTo>
                  <a:close/>
                </a:path>
                <a:path w="2599054" h="744854">
                  <a:moveTo>
                    <a:pt x="2409901" y="240461"/>
                  </a:moveTo>
                  <a:lnTo>
                    <a:pt x="2314029" y="240461"/>
                  </a:lnTo>
                  <a:lnTo>
                    <a:pt x="2314029" y="273075"/>
                  </a:lnTo>
                  <a:lnTo>
                    <a:pt x="2409901" y="273075"/>
                  </a:lnTo>
                  <a:lnTo>
                    <a:pt x="2409901" y="240461"/>
                  </a:lnTo>
                  <a:close/>
                </a:path>
                <a:path w="2599054" h="744854">
                  <a:moveTo>
                    <a:pt x="2409901" y="70904"/>
                  </a:moveTo>
                  <a:lnTo>
                    <a:pt x="2314029" y="70904"/>
                  </a:lnTo>
                  <a:lnTo>
                    <a:pt x="2314029" y="103505"/>
                  </a:lnTo>
                  <a:lnTo>
                    <a:pt x="2409901" y="103505"/>
                  </a:lnTo>
                  <a:lnTo>
                    <a:pt x="2409901" y="70904"/>
                  </a:lnTo>
                  <a:close/>
                </a:path>
                <a:path w="2599054" h="744854">
                  <a:moveTo>
                    <a:pt x="2472182" y="190500"/>
                  </a:moveTo>
                  <a:lnTo>
                    <a:pt x="2376309" y="190500"/>
                  </a:lnTo>
                  <a:lnTo>
                    <a:pt x="2376309" y="223100"/>
                  </a:lnTo>
                  <a:lnTo>
                    <a:pt x="2472182" y="223100"/>
                  </a:lnTo>
                  <a:lnTo>
                    <a:pt x="2472182" y="190500"/>
                  </a:lnTo>
                  <a:close/>
                </a:path>
                <a:path w="2599054" h="744854">
                  <a:moveTo>
                    <a:pt x="2472182" y="20929"/>
                  </a:moveTo>
                  <a:lnTo>
                    <a:pt x="2376309" y="20929"/>
                  </a:lnTo>
                  <a:lnTo>
                    <a:pt x="2376309" y="53543"/>
                  </a:lnTo>
                  <a:lnTo>
                    <a:pt x="2472182" y="53543"/>
                  </a:lnTo>
                  <a:lnTo>
                    <a:pt x="2472182" y="20929"/>
                  </a:lnTo>
                  <a:close/>
                </a:path>
                <a:path w="2599054" h="744854">
                  <a:moveTo>
                    <a:pt x="2513698" y="285064"/>
                  </a:moveTo>
                  <a:lnTo>
                    <a:pt x="2417826" y="285064"/>
                  </a:lnTo>
                  <a:lnTo>
                    <a:pt x="2417826" y="317665"/>
                  </a:lnTo>
                  <a:lnTo>
                    <a:pt x="2513698" y="317665"/>
                  </a:lnTo>
                  <a:lnTo>
                    <a:pt x="2513698" y="285064"/>
                  </a:lnTo>
                  <a:close/>
                </a:path>
                <a:path w="2599054" h="744854">
                  <a:moveTo>
                    <a:pt x="2513698" y="115493"/>
                  </a:moveTo>
                  <a:lnTo>
                    <a:pt x="2417826" y="115493"/>
                  </a:lnTo>
                  <a:lnTo>
                    <a:pt x="2417826" y="148107"/>
                  </a:lnTo>
                  <a:lnTo>
                    <a:pt x="2513698" y="148107"/>
                  </a:lnTo>
                  <a:lnTo>
                    <a:pt x="2513698" y="115493"/>
                  </a:lnTo>
                  <a:close/>
                </a:path>
                <a:path w="2599054" h="744854">
                  <a:moveTo>
                    <a:pt x="2590241" y="235940"/>
                  </a:moveTo>
                  <a:lnTo>
                    <a:pt x="2494369" y="235940"/>
                  </a:lnTo>
                  <a:lnTo>
                    <a:pt x="2494369" y="268541"/>
                  </a:lnTo>
                  <a:lnTo>
                    <a:pt x="2590241" y="268541"/>
                  </a:lnTo>
                  <a:lnTo>
                    <a:pt x="2590241" y="235940"/>
                  </a:lnTo>
                  <a:close/>
                </a:path>
                <a:path w="2599054" h="744854">
                  <a:moveTo>
                    <a:pt x="2590241" y="60883"/>
                  </a:moveTo>
                  <a:lnTo>
                    <a:pt x="2494369" y="60883"/>
                  </a:lnTo>
                  <a:lnTo>
                    <a:pt x="2494369" y="93497"/>
                  </a:lnTo>
                  <a:lnTo>
                    <a:pt x="2590241" y="93497"/>
                  </a:lnTo>
                  <a:lnTo>
                    <a:pt x="2590241" y="60883"/>
                  </a:lnTo>
                  <a:close/>
                </a:path>
                <a:path w="2599054" h="744854">
                  <a:moveTo>
                    <a:pt x="2598661" y="345147"/>
                  </a:moveTo>
                  <a:lnTo>
                    <a:pt x="2542298" y="345147"/>
                  </a:lnTo>
                  <a:lnTo>
                    <a:pt x="2542298" y="377748"/>
                  </a:lnTo>
                  <a:lnTo>
                    <a:pt x="2598661" y="377748"/>
                  </a:lnTo>
                  <a:lnTo>
                    <a:pt x="2598661" y="345147"/>
                  </a:lnTo>
                  <a:close/>
                </a:path>
                <a:path w="2599054" h="744854">
                  <a:moveTo>
                    <a:pt x="2598661" y="289775"/>
                  </a:moveTo>
                  <a:lnTo>
                    <a:pt x="2563063" y="289775"/>
                  </a:lnTo>
                  <a:lnTo>
                    <a:pt x="2563063" y="322376"/>
                  </a:lnTo>
                  <a:lnTo>
                    <a:pt x="2598661" y="322376"/>
                  </a:lnTo>
                  <a:lnTo>
                    <a:pt x="2598661" y="289775"/>
                  </a:lnTo>
                  <a:close/>
                </a:path>
                <a:path w="2599054" h="744854">
                  <a:moveTo>
                    <a:pt x="2598661" y="170091"/>
                  </a:moveTo>
                  <a:lnTo>
                    <a:pt x="2542298" y="170091"/>
                  </a:lnTo>
                  <a:lnTo>
                    <a:pt x="2542298" y="202692"/>
                  </a:lnTo>
                  <a:lnTo>
                    <a:pt x="2598661" y="202692"/>
                  </a:lnTo>
                  <a:lnTo>
                    <a:pt x="2598661" y="170091"/>
                  </a:lnTo>
                  <a:close/>
                </a:path>
                <a:path w="2599054" h="744854">
                  <a:moveTo>
                    <a:pt x="2598661" y="114719"/>
                  </a:moveTo>
                  <a:lnTo>
                    <a:pt x="2563063" y="114719"/>
                  </a:lnTo>
                  <a:lnTo>
                    <a:pt x="2563063" y="147320"/>
                  </a:lnTo>
                  <a:lnTo>
                    <a:pt x="2598661" y="147320"/>
                  </a:lnTo>
                  <a:lnTo>
                    <a:pt x="2598661" y="114719"/>
                  </a:lnTo>
                  <a:close/>
                </a:path>
              </a:pathLst>
            </a:custGeom>
            <a:solidFill>
              <a:srgbClr val="B9E4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 descr=""/>
            <p:cNvSpPr/>
            <p:nvPr/>
          </p:nvSpPr>
          <p:spPr>
            <a:xfrm>
              <a:off x="4223969" y="6743426"/>
              <a:ext cx="2599055" cy="695960"/>
            </a:xfrm>
            <a:custGeom>
              <a:avLst/>
              <a:gdLst/>
              <a:ahLst/>
              <a:cxnLst/>
              <a:rect l="l" t="t" r="r" b="b"/>
              <a:pathLst>
                <a:path w="2599054" h="695959">
                  <a:moveTo>
                    <a:pt x="78308" y="553618"/>
                  </a:moveTo>
                  <a:lnTo>
                    <a:pt x="0" y="553618"/>
                  </a:lnTo>
                  <a:lnTo>
                    <a:pt x="0" y="586232"/>
                  </a:lnTo>
                  <a:lnTo>
                    <a:pt x="78308" y="586232"/>
                  </a:lnTo>
                  <a:lnTo>
                    <a:pt x="78308" y="553618"/>
                  </a:lnTo>
                  <a:close/>
                </a:path>
                <a:path w="2599054" h="695959">
                  <a:moveTo>
                    <a:pt x="78308" y="384048"/>
                  </a:moveTo>
                  <a:lnTo>
                    <a:pt x="0" y="384048"/>
                  </a:lnTo>
                  <a:lnTo>
                    <a:pt x="0" y="416648"/>
                  </a:lnTo>
                  <a:lnTo>
                    <a:pt x="78308" y="416648"/>
                  </a:lnTo>
                  <a:lnTo>
                    <a:pt x="78308" y="384048"/>
                  </a:lnTo>
                  <a:close/>
                </a:path>
                <a:path w="2599054" h="695959">
                  <a:moveTo>
                    <a:pt x="126250" y="662813"/>
                  </a:moveTo>
                  <a:lnTo>
                    <a:pt x="30378" y="662813"/>
                  </a:lnTo>
                  <a:lnTo>
                    <a:pt x="30378" y="695426"/>
                  </a:lnTo>
                  <a:lnTo>
                    <a:pt x="126250" y="695426"/>
                  </a:lnTo>
                  <a:lnTo>
                    <a:pt x="126250" y="662813"/>
                  </a:lnTo>
                  <a:close/>
                </a:path>
                <a:path w="2599054" h="695959">
                  <a:moveTo>
                    <a:pt x="126250" y="493255"/>
                  </a:moveTo>
                  <a:lnTo>
                    <a:pt x="30378" y="493255"/>
                  </a:lnTo>
                  <a:lnTo>
                    <a:pt x="30378" y="525856"/>
                  </a:lnTo>
                  <a:lnTo>
                    <a:pt x="126250" y="525856"/>
                  </a:lnTo>
                  <a:lnTo>
                    <a:pt x="126250" y="493255"/>
                  </a:lnTo>
                  <a:close/>
                </a:path>
                <a:path w="2599054" h="695959">
                  <a:moveTo>
                    <a:pt x="147015" y="607441"/>
                  </a:moveTo>
                  <a:lnTo>
                    <a:pt x="51142" y="607441"/>
                  </a:lnTo>
                  <a:lnTo>
                    <a:pt x="51142" y="640054"/>
                  </a:lnTo>
                  <a:lnTo>
                    <a:pt x="147015" y="640054"/>
                  </a:lnTo>
                  <a:lnTo>
                    <a:pt x="147015" y="607441"/>
                  </a:lnTo>
                  <a:close/>
                </a:path>
                <a:path w="2599054" h="695959">
                  <a:moveTo>
                    <a:pt x="147015" y="437870"/>
                  </a:moveTo>
                  <a:lnTo>
                    <a:pt x="51142" y="437870"/>
                  </a:lnTo>
                  <a:lnTo>
                    <a:pt x="51142" y="470471"/>
                  </a:lnTo>
                  <a:lnTo>
                    <a:pt x="147015" y="470471"/>
                  </a:lnTo>
                  <a:lnTo>
                    <a:pt x="147015" y="437870"/>
                  </a:lnTo>
                  <a:close/>
                </a:path>
                <a:path w="2599054" h="695959">
                  <a:moveTo>
                    <a:pt x="209296" y="557479"/>
                  </a:moveTo>
                  <a:lnTo>
                    <a:pt x="113423" y="557479"/>
                  </a:lnTo>
                  <a:lnTo>
                    <a:pt x="113423" y="590080"/>
                  </a:lnTo>
                  <a:lnTo>
                    <a:pt x="209296" y="590080"/>
                  </a:lnTo>
                  <a:lnTo>
                    <a:pt x="209296" y="557479"/>
                  </a:lnTo>
                  <a:close/>
                </a:path>
                <a:path w="2599054" h="695959">
                  <a:moveTo>
                    <a:pt x="209296" y="387908"/>
                  </a:moveTo>
                  <a:lnTo>
                    <a:pt x="113423" y="387908"/>
                  </a:lnTo>
                  <a:lnTo>
                    <a:pt x="113423" y="420522"/>
                  </a:lnTo>
                  <a:lnTo>
                    <a:pt x="209296" y="420522"/>
                  </a:lnTo>
                  <a:lnTo>
                    <a:pt x="209296" y="387908"/>
                  </a:lnTo>
                  <a:close/>
                </a:path>
                <a:path w="2599054" h="695959">
                  <a:moveTo>
                    <a:pt x="250812" y="652043"/>
                  </a:moveTo>
                  <a:lnTo>
                    <a:pt x="154940" y="652043"/>
                  </a:lnTo>
                  <a:lnTo>
                    <a:pt x="154940" y="684644"/>
                  </a:lnTo>
                  <a:lnTo>
                    <a:pt x="250812" y="684644"/>
                  </a:lnTo>
                  <a:lnTo>
                    <a:pt x="250812" y="652043"/>
                  </a:lnTo>
                  <a:close/>
                </a:path>
                <a:path w="2599054" h="695959">
                  <a:moveTo>
                    <a:pt x="250812" y="482460"/>
                  </a:moveTo>
                  <a:lnTo>
                    <a:pt x="154940" y="482460"/>
                  </a:lnTo>
                  <a:lnTo>
                    <a:pt x="154940" y="515073"/>
                  </a:lnTo>
                  <a:lnTo>
                    <a:pt x="250812" y="515073"/>
                  </a:lnTo>
                  <a:lnTo>
                    <a:pt x="250812" y="482460"/>
                  </a:lnTo>
                  <a:close/>
                </a:path>
                <a:path w="2599054" h="695959">
                  <a:moveTo>
                    <a:pt x="327355" y="427863"/>
                  </a:moveTo>
                  <a:lnTo>
                    <a:pt x="231482" y="427863"/>
                  </a:lnTo>
                  <a:lnTo>
                    <a:pt x="231482" y="460476"/>
                  </a:lnTo>
                  <a:lnTo>
                    <a:pt x="327355" y="460476"/>
                  </a:lnTo>
                  <a:lnTo>
                    <a:pt x="327355" y="427863"/>
                  </a:lnTo>
                  <a:close/>
                </a:path>
                <a:path w="2599054" h="695959">
                  <a:moveTo>
                    <a:pt x="396049" y="481685"/>
                  </a:moveTo>
                  <a:lnTo>
                    <a:pt x="300177" y="481685"/>
                  </a:lnTo>
                  <a:lnTo>
                    <a:pt x="300177" y="514299"/>
                  </a:lnTo>
                  <a:lnTo>
                    <a:pt x="396049" y="514299"/>
                  </a:lnTo>
                  <a:lnTo>
                    <a:pt x="396049" y="481685"/>
                  </a:lnTo>
                  <a:close/>
                </a:path>
                <a:path w="2599054" h="695959">
                  <a:moveTo>
                    <a:pt x="458317" y="431736"/>
                  </a:moveTo>
                  <a:lnTo>
                    <a:pt x="362445" y="431736"/>
                  </a:lnTo>
                  <a:lnTo>
                    <a:pt x="362445" y="464337"/>
                  </a:lnTo>
                  <a:lnTo>
                    <a:pt x="458317" y="464337"/>
                  </a:lnTo>
                  <a:lnTo>
                    <a:pt x="458317" y="431736"/>
                  </a:lnTo>
                  <a:close/>
                </a:path>
                <a:path w="2599054" h="695959">
                  <a:moveTo>
                    <a:pt x="499846" y="526288"/>
                  </a:moveTo>
                  <a:lnTo>
                    <a:pt x="403974" y="526288"/>
                  </a:lnTo>
                  <a:lnTo>
                    <a:pt x="403974" y="558888"/>
                  </a:lnTo>
                  <a:lnTo>
                    <a:pt x="499846" y="558888"/>
                  </a:lnTo>
                  <a:lnTo>
                    <a:pt x="499846" y="526288"/>
                  </a:lnTo>
                  <a:close/>
                </a:path>
                <a:path w="2599054" h="695959">
                  <a:moveTo>
                    <a:pt x="832612" y="186651"/>
                  </a:moveTo>
                  <a:lnTo>
                    <a:pt x="736739" y="186651"/>
                  </a:lnTo>
                  <a:lnTo>
                    <a:pt x="736739" y="219252"/>
                  </a:lnTo>
                  <a:lnTo>
                    <a:pt x="832612" y="219252"/>
                  </a:lnTo>
                  <a:lnTo>
                    <a:pt x="832612" y="186651"/>
                  </a:lnTo>
                  <a:close/>
                </a:path>
                <a:path w="2599054" h="695959">
                  <a:moveTo>
                    <a:pt x="880554" y="295846"/>
                  </a:moveTo>
                  <a:lnTo>
                    <a:pt x="784682" y="295846"/>
                  </a:lnTo>
                  <a:lnTo>
                    <a:pt x="784682" y="328447"/>
                  </a:lnTo>
                  <a:lnTo>
                    <a:pt x="880554" y="328447"/>
                  </a:lnTo>
                  <a:lnTo>
                    <a:pt x="880554" y="295846"/>
                  </a:lnTo>
                  <a:close/>
                </a:path>
                <a:path w="2599054" h="695959">
                  <a:moveTo>
                    <a:pt x="901306" y="240474"/>
                  </a:moveTo>
                  <a:lnTo>
                    <a:pt x="805434" y="240474"/>
                  </a:lnTo>
                  <a:lnTo>
                    <a:pt x="805434" y="273075"/>
                  </a:lnTo>
                  <a:lnTo>
                    <a:pt x="901306" y="273075"/>
                  </a:lnTo>
                  <a:lnTo>
                    <a:pt x="901306" y="240474"/>
                  </a:lnTo>
                  <a:close/>
                </a:path>
                <a:path w="2599054" h="695959">
                  <a:moveTo>
                    <a:pt x="963587" y="190500"/>
                  </a:moveTo>
                  <a:lnTo>
                    <a:pt x="867714" y="190500"/>
                  </a:lnTo>
                  <a:lnTo>
                    <a:pt x="867714" y="223113"/>
                  </a:lnTo>
                  <a:lnTo>
                    <a:pt x="963587" y="223113"/>
                  </a:lnTo>
                  <a:lnTo>
                    <a:pt x="963587" y="190500"/>
                  </a:lnTo>
                  <a:close/>
                </a:path>
                <a:path w="2599054" h="695959">
                  <a:moveTo>
                    <a:pt x="1005103" y="285064"/>
                  </a:moveTo>
                  <a:lnTo>
                    <a:pt x="909231" y="285064"/>
                  </a:lnTo>
                  <a:lnTo>
                    <a:pt x="909231" y="317677"/>
                  </a:lnTo>
                  <a:lnTo>
                    <a:pt x="1005103" y="317677"/>
                  </a:lnTo>
                  <a:lnTo>
                    <a:pt x="1005103" y="285064"/>
                  </a:lnTo>
                  <a:close/>
                </a:path>
                <a:path w="2599054" h="695959">
                  <a:moveTo>
                    <a:pt x="1081646" y="235953"/>
                  </a:moveTo>
                  <a:lnTo>
                    <a:pt x="985774" y="235953"/>
                  </a:lnTo>
                  <a:lnTo>
                    <a:pt x="985774" y="268554"/>
                  </a:lnTo>
                  <a:lnTo>
                    <a:pt x="1081646" y="268554"/>
                  </a:lnTo>
                  <a:lnTo>
                    <a:pt x="1081646" y="235953"/>
                  </a:lnTo>
                  <a:close/>
                </a:path>
                <a:path w="2599054" h="695959">
                  <a:moveTo>
                    <a:pt x="1081646" y="60896"/>
                  </a:moveTo>
                  <a:lnTo>
                    <a:pt x="985774" y="60896"/>
                  </a:lnTo>
                  <a:lnTo>
                    <a:pt x="985774" y="93497"/>
                  </a:lnTo>
                  <a:lnTo>
                    <a:pt x="1081646" y="93497"/>
                  </a:lnTo>
                  <a:lnTo>
                    <a:pt x="1081646" y="60896"/>
                  </a:lnTo>
                  <a:close/>
                </a:path>
                <a:path w="2599054" h="695959">
                  <a:moveTo>
                    <a:pt x="1129576" y="345147"/>
                  </a:moveTo>
                  <a:lnTo>
                    <a:pt x="1033703" y="345147"/>
                  </a:lnTo>
                  <a:lnTo>
                    <a:pt x="1033703" y="377761"/>
                  </a:lnTo>
                  <a:lnTo>
                    <a:pt x="1129576" y="377761"/>
                  </a:lnTo>
                  <a:lnTo>
                    <a:pt x="1129576" y="345147"/>
                  </a:lnTo>
                  <a:close/>
                </a:path>
                <a:path w="2599054" h="695959">
                  <a:moveTo>
                    <a:pt x="1129576" y="170091"/>
                  </a:moveTo>
                  <a:lnTo>
                    <a:pt x="1033703" y="170091"/>
                  </a:lnTo>
                  <a:lnTo>
                    <a:pt x="1033703" y="202704"/>
                  </a:lnTo>
                  <a:lnTo>
                    <a:pt x="1129576" y="202704"/>
                  </a:lnTo>
                  <a:lnTo>
                    <a:pt x="1129576" y="170091"/>
                  </a:lnTo>
                  <a:close/>
                </a:path>
                <a:path w="2599054" h="695959">
                  <a:moveTo>
                    <a:pt x="1150340" y="289775"/>
                  </a:moveTo>
                  <a:lnTo>
                    <a:pt x="1054468" y="289775"/>
                  </a:lnTo>
                  <a:lnTo>
                    <a:pt x="1054468" y="322389"/>
                  </a:lnTo>
                  <a:lnTo>
                    <a:pt x="1150340" y="322389"/>
                  </a:lnTo>
                  <a:lnTo>
                    <a:pt x="1150340" y="289775"/>
                  </a:lnTo>
                  <a:close/>
                </a:path>
                <a:path w="2599054" h="695959">
                  <a:moveTo>
                    <a:pt x="1150340" y="114719"/>
                  </a:moveTo>
                  <a:lnTo>
                    <a:pt x="1054468" y="114719"/>
                  </a:lnTo>
                  <a:lnTo>
                    <a:pt x="1054468" y="147320"/>
                  </a:lnTo>
                  <a:lnTo>
                    <a:pt x="1150340" y="147320"/>
                  </a:lnTo>
                  <a:lnTo>
                    <a:pt x="1150340" y="114719"/>
                  </a:lnTo>
                  <a:close/>
                </a:path>
                <a:path w="2599054" h="695959">
                  <a:moveTo>
                    <a:pt x="1212621" y="239814"/>
                  </a:moveTo>
                  <a:lnTo>
                    <a:pt x="1116749" y="239814"/>
                  </a:lnTo>
                  <a:lnTo>
                    <a:pt x="1116749" y="272415"/>
                  </a:lnTo>
                  <a:lnTo>
                    <a:pt x="1212621" y="272415"/>
                  </a:lnTo>
                  <a:lnTo>
                    <a:pt x="1212621" y="239814"/>
                  </a:lnTo>
                  <a:close/>
                </a:path>
                <a:path w="2599054" h="695959">
                  <a:moveTo>
                    <a:pt x="1212621" y="64757"/>
                  </a:moveTo>
                  <a:lnTo>
                    <a:pt x="1116749" y="64757"/>
                  </a:lnTo>
                  <a:lnTo>
                    <a:pt x="1116749" y="97370"/>
                  </a:lnTo>
                  <a:lnTo>
                    <a:pt x="1212621" y="97370"/>
                  </a:lnTo>
                  <a:lnTo>
                    <a:pt x="1212621" y="64757"/>
                  </a:lnTo>
                  <a:close/>
                </a:path>
                <a:path w="2599054" h="695959">
                  <a:moveTo>
                    <a:pt x="1254137" y="334365"/>
                  </a:moveTo>
                  <a:lnTo>
                    <a:pt x="1158265" y="334365"/>
                  </a:lnTo>
                  <a:lnTo>
                    <a:pt x="1158265" y="366966"/>
                  </a:lnTo>
                  <a:lnTo>
                    <a:pt x="1254137" y="366966"/>
                  </a:lnTo>
                  <a:lnTo>
                    <a:pt x="1254137" y="334365"/>
                  </a:lnTo>
                  <a:close/>
                </a:path>
                <a:path w="2599054" h="695959">
                  <a:moveTo>
                    <a:pt x="1254137" y="159308"/>
                  </a:moveTo>
                  <a:lnTo>
                    <a:pt x="1158265" y="159308"/>
                  </a:lnTo>
                  <a:lnTo>
                    <a:pt x="1158265" y="191922"/>
                  </a:lnTo>
                  <a:lnTo>
                    <a:pt x="1254137" y="191922"/>
                  </a:lnTo>
                  <a:lnTo>
                    <a:pt x="1254137" y="159308"/>
                  </a:lnTo>
                  <a:close/>
                </a:path>
                <a:path w="2599054" h="695959">
                  <a:moveTo>
                    <a:pt x="1325956" y="109194"/>
                  </a:moveTo>
                  <a:lnTo>
                    <a:pt x="1230083" y="109194"/>
                  </a:lnTo>
                  <a:lnTo>
                    <a:pt x="1230083" y="141808"/>
                  </a:lnTo>
                  <a:lnTo>
                    <a:pt x="1325956" y="141808"/>
                  </a:lnTo>
                  <a:lnTo>
                    <a:pt x="1325956" y="109194"/>
                  </a:lnTo>
                  <a:close/>
                </a:path>
                <a:path w="2599054" h="695959">
                  <a:moveTo>
                    <a:pt x="1346708" y="53822"/>
                  </a:moveTo>
                  <a:lnTo>
                    <a:pt x="1250848" y="53822"/>
                  </a:lnTo>
                  <a:lnTo>
                    <a:pt x="1250848" y="86436"/>
                  </a:lnTo>
                  <a:lnTo>
                    <a:pt x="1346708" y="86436"/>
                  </a:lnTo>
                  <a:lnTo>
                    <a:pt x="1346708" y="53822"/>
                  </a:lnTo>
                  <a:close/>
                </a:path>
                <a:path w="2599054" h="695959">
                  <a:moveTo>
                    <a:pt x="1450517" y="98412"/>
                  </a:moveTo>
                  <a:lnTo>
                    <a:pt x="1354645" y="98412"/>
                  </a:lnTo>
                  <a:lnTo>
                    <a:pt x="1354645" y="131013"/>
                  </a:lnTo>
                  <a:lnTo>
                    <a:pt x="1450517" y="131013"/>
                  </a:lnTo>
                  <a:lnTo>
                    <a:pt x="1450517" y="98412"/>
                  </a:lnTo>
                  <a:close/>
                </a:path>
                <a:path w="2599054" h="695959">
                  <a:moveTo>
                    <a:pt x="1586903" y="186651"/>
                  </a:moveTo>
                  <a:lnTo>
                    <a:pt x="1491030" y="186651"/>
                  </a:lnTo>
                  <a:lnTo>
                    <a:pt x="1491030" y="219252"/>
                  </a:lnTo>
                  <a:lnTo>
                    <a:pt x="1586903" y="219252"/>
                  </a:lnTo>
                  <a:lnTo>
                    <a:pt x="1586903" y="186651"/>
                  </a:lnTo>
                  <a:close/>
                </a:path>
                <a:path w="2599054" h="695959">
                  <a:moveTo>
                    <a:pt x="1634845" y="295846"/>
                  </a:moveTo>
                  <a:lnTo>
                    <a:pt x="1538973" y="295846"/>
                  </a:lnTo>
                  <a:lnTo>
                    <a:pt x="1538973" y="328447"/>
                  </a:lnTo>
                  <a:lnTo>
                    <a:pt x="1634845" y="328447"/>
                  </a:lnTo>
                  <a:lnTo>
                    <a:pt x="1634845" y="295846"/>
                  </a:lnTo>
                  <a:close/>
                </a:path>
                <a:path w="2599054" h="695959">
                  <a:moveTo>
                    <a:pt x="1634845" y="126276"/>
                  </a:moveTo>
                  <a:lnTo>
                    <a:pt x="1538973" y="126276"/>
                  </a:lnTo>
                  <a:lnTo>
                    <a:pt x="1538973" y="158877"/>
                  </a:lnTo>
                  <a:lnTo>
                    <a:pt x="1634845" y="158877"/>
                  </a:lnTo>
                  <a:lnTo>
                    <a:pt x="1634845" y="126276"/>
                  </a:lnTo>
                  <a:close/>
                </a:path>
                <a:path w="2599054" h="695959">
                  <a:moveTo>
                    <a:pt x="1655610" y="240474"/>
                  </a:moveTo>
                  <a:lnTo>
                    <a:pt x="1559737" y="240474"/>
                  </a:lnTo>
                  <a:lnTo>
                    <a:pt x="1559737" y="273075"/>
                  </a:lnTo>
                  <a:lnTo>
                    <a:pt x="1655610" y="273075"/>
                  </a:lnTo>
                  <a:lnTo>
                    <a:pt x="1655610" y="240474"/>
                  </a:lnTo>
                  <a:close/>
                </a:path>
                <a:path w="2599054" h="695959">
                  <a:moveTo>
                    <a:pt x="1655610" y="70904"/>
                  </a:moveTo>
                  <a:lnTo>
                    <a:pt x="1559737" y="70904"/>
                  </a:lnTo>
                  <a:lnTo>
                    <a:pt x="1559737" y="103517"/>
                  </a:lnTo>
                  <a:lnTo>
                    <a:pt x="1655610" y="103517"/>
                  </a:lnTo>
                  <a:lnTo>
                    <a:pt x="1655610" y="70904"/>
                  </a:lnTo>
                  <a:close/>
                </a:path>
                <a:path w="2599054" h="695959">
                  <a:moveTo>
                    <a:pt x="1717890" y="190500"/>
                  </a:moveTo>
                  <a:lnTo>
                    <a:pt x="1622018" y="190500"/>
                  </a:lnTo>
                  <a:lnTo>
                    <a:pt x="1622018" y="223113"/>
                  </a:lnTo>
                  <a:lnTo>
                    <a:pt x="1717890" y="223113"/>
                  </a:lnTo>
                  <a:lnTo>
                    <a:pt x="1717890" y="190500"/>
                  </a:lnTo>
                  <a:close/>
                </a:path>
                <a:path w="2599054" h="695959">
                  <a:moveTo>
                    <a:pt x="1759407" y="285064"/>
                  </a:moveTo>
                  <a:lnTo>
                    <a:pt x="1663534" y="285064"/>
                  </a:lnTo>
                  <a:lnTo>
                    <a:pt x="1663534" y="317677"/>
                  </a:lnTo>
                  <a:lnTo>
                    <a:pt x="1759407" y="317677"/>
                  </a:lnTo>
                  <a:lnTo>
                    <a:pt x="1759407" y="285064"/>
                  </a:lnTo>
                  <a:close/>
                </a:path>
                <a:path w="2599054" h="695959">
                  <a:moveTo>
                    <a:pt x="1759407" y="115493"/>
                  </a:moveTo>
                  <a:lnTo>
                    <a:pt x="1663534" y="115493"/>
                  </a:lnTo>
                  <a:lnTo>
                    <a:pt x="1663534" y="148094"/>
                  </a:lnTo>
                  <a:lnTo>
                    <a:pt x="1759407" y="148094"/>
                  </a:lnTo>
                  <a:lnTo>
                    <a:pt x="1759407" y="115493"/>
                  </a:lnTo>
                  <a:close/>
                </a:path>
                <a:path w="2599054" h="695959">
                  <a:moveTo>
                    <a:pt x="1835950" y="235953"/>
                  </a:moveTo>
                  <a:lnTo>
                    <a:pt x="1740077" y="235953"/>
                  </a:lnTo>
                  <a:lnTo>
                    <a:pt x="1740077" y="268554"/>
                  </a:lnTo>
                  <a:lnTo>
                    <a:pt x="1835950" y="268554"/>
                  </a:lnTo>
                  <a:lnTo>
                    <a:pt x="1835950" y="235953"/>
                  </a:lnTo>
                  <a:close/>
                </a:path>
                <a:path w="2599054" h="695959">
                  <a:moveTo>
                    <a:pt x="1835950" y="60896"/>
                  </a:moveTo>
                  <a:lnTo>
                    <a:pt x="1740077" y="60896"/>
                  </a:lnTo>
                  <a:lnTo>
                    <a:pt x="1740077" y="93497"/>
                  </a:lnTo>
                  <a:lnTo>
                    <a:pt x="1835950" y="93497"/>
                  </a:lnTo>
                  <a:lnTo>
                    <a:pt x="1835950" y="60896"/>
                  </a:lnTo>
                  <a:close/>
                </a:path>
                <a:path w="2599054" h="695959">
                  <a:moveTo>
                    <a:pt x="1883879" y="345147"/>
                  </a:moveTo>
                  <a:lnTo>
                    <a:pt x="1788007" y="345147"/>
                  </a:lnTo>
                  <a:lnTo>
                    <a:pt x="1788007" y="377761"/>
                  </a:lnTo>
                  <a:lnTo>
                    <a:pt x="1883879" y="377761"/>
                  </a:lnTo>
                  <a:lnTo>
                    <a:pt x="1883879" y="345147"/>
                  </a:lnTo>
                  <a:close/>
                </a:path>
                <a:path w="2599054" h="695959">
                  <a:moveTo>
                    <a:pt x="1883879" y="170091"/>
                  </a:moveTo>
                  <a:lnTo>
                    <a:pt x="1788007" y="170091"/>
                  </a:lnTo>
                  <a:lnTo>
                    <a:pt x="1788007" y="202704"/>
                  </a:lnTo>
                  <a:lnTo>
                    <a:pt x="1883879" y="202704"/>
                  </a:lnTo>
                  <a:lnTo>
                    <a:pt x="1883879" y="170091"/>
                  </a:lnTo>
                  <a:close/>
                </a:path>
                <a:path w="2599054" h="695959">
                  <a:moveTo>
                    <a:pt x="1904631" y="289775"/>
                  </a:moveTo>
                  <a:lnTo>
                    <a:pt x="1808759" y="289775"/>
                  </a:lnTo>
                  <a:lnTo>
                    <a:pt x="1808759" y="322389"/>
                  </a:lnTo>
                  <a:lnTo>
                    <a:pt x="1904631" y="322389"/>
                  </a:lnTo>
                  <a:lnTo>
                    <a:pt x="1904631" y="289775"/>
                  </a:lnTo>
                  <a:close/>
                </a:path>
                <a:path w="2599054" h="695959">
                  <a:moveTo>
                    <a:pt x="1904631" y="114719"/>
                  </a:moveTo>
                  <a:lnTo>
                    <a:pt x="1808759" y="114719"/>
                  </a:lnTo>
                  <a:lnTo>
                    <a:pt x="1808759" y="147320"/>
                  </a:lnTo>
                  <a:lnTo>
                    <a:pt x="1904631" y="147320"/>
                  </a:lnTo>
                  <a:lnTo>
                    <a:pt x="1904631" y="114719"/>
                  </a:lnTo>
                  <a:close/>
                </a:path>
                <a:path w="2599054" h="695959">
                  <a:moveTo>
                    <a:pt x="1966912" y="239814"/>
                  </a:moveTo>
                  <a:lnTo>
                    <a:pt x="1871040" y="239814"/>
                  </a:lnTo>
                  <a:lnTo>
                    <a:pt x="1871040" y="272415"/>
                  </a:lnTo>
                  <a:lnTo>
                    <a:pt x="1966912" y="272415"/>
                  </a:lnTo>
                  <a:lnTo>
                    <a:pt x="1966912" y="239814"/>
                  </a:lnTo>
                  <a:close/>
                </a:path>
                <a:path w="2599054" h="695959">
                  <a:moveTo>
                    <a:pt x="1966912" y="64757"/>
                  </a:moveTo>
                  <a:lnTo>
                    <a:pt x="1871040" y="64757"/>
                  </a:lnTo>
                  <a:lnTo>
                    <a:pt x="1871040" y="97370"/>
                  </a:lnTo>
                  <a:lnTo>
                    <a:pt x="1966912" y="97370"/>
                  </a:lnTo>
                  <a:lnTo>
                    <a:pt x="1966912" y="64757"/>
                  </a:lnTo>
                  <a:close/>
                </a:path>
                <a:path w="2599054" h="695959">
                  <a:moveTo>
                    <a:pt x="2008428" y="334365"/>
                  </a:moveTo>
                  <a:lnTo>
                    <a:pt x="1912556" y="334365"/>
                  </a:lnTo>
                  <a:lnTo>
                    <a:pt x="1912556" y="366966"/>
                  </a:lnTo>
                  <a:lnTo>
                    <a:pt x="2008428" y="366966"/>
                  </a:lnTo>
                  <a:lnTo>
                    <a:pt x="2008428" y="334365"/>
                  </a:lnTo>
                  <a:close/>
                </a:path>
                <a:path w="2599054" h="695959">
                  <a:moveTo>
                    <a:pt x="2008428" y="159308"/>
                  </a:moveTo>
                  <a:lnTo>
                    <a:pt x="1912556" y="159308"/>
                  </a:lnTo>
                  <a:lnTo>
                    <a:pt x="1912556" y="191922"/>
                  </a:lnTo>
                  <a:lnTo>
                    <a:pt x="2008428" y="191922"/>
                  </a:lnTo>
                  <a:lnTo>
                    <a:pt x="2008428" y="159308"/>
                  </a:lnTo>
                  <a:close/>
                </a:path>
                <a:path w="2599054" h="695959">
                  <a:moveTo>
                    <a:pt x="2032304" y="0"/>
                  </a:moveTo>
                  <a:lnTo>
                    <a:pt x="1936432" y="0"/>
                  </a:lnTo>
                  <a:lnTo>
                    <a:pt x="1936432" y="32600"/>
                  </a:lnTo>
                  <a:lnTo>
                    <a:pt x="2032304" y="32600"/>
                  </a:lnTo>
                  <a:lnTo>
                    <a:pt x="2032304" y="0"/>
                  </a:lnTo>
                  <a:close/>
                </a:path>
                <a:path w="2599054" h="695959">
                  <a:moveTo>
                    <a:pt x="2080247" y="109194"/>
                  </a:moveTo>
                  <a:lnTo>
                    <a:pt x="1984375" y="109194"/>
                  </a:lnTo>
                  <a:lnTo>
                    <a:pt x="1984375" y="141808"/>
                  </a:lnTo>
                  <a:lnTo>
                    <a:pt x="2080247" y="141808"/>
                  </a:lnTo>
                  <a:lnTo>
                    <a:pt x="2080247" y="109194"/>
                  </a:lnTo>
                  <a:close/>
                </a:path>
                <a:path w="2599054" h="695959">
                  <a:moveTo>
                    <a:pt x="2100999" y="53822"/>
                  </a:moveTo>
                  <a:lnTo>
                    <a:pt x="2005139" y="53822"/>
                  </a:lnTo>
                  <a:lnTo>
                    <a:pt x="2005139" y="86436"/>
                  </a:lnTo>
                  <a:lnTo>
                    <a:pt x="2100999" y="86436"/>
                  </a:lnTo>
                  <a:lnTo>
                    <a:pt x="2100999" y="53822"/>
                  </a:lnTo>
                  <a:close/>
                </a:path>
                <a:path w="2599054" h="695959">
                  <a:moveTo>
                    <a:pt x="2163280" y="3860"/>
                  </a:moveTo>
                  <a:lnTo>
                    <a:pt x="2067420" y="3860"/>
                  </a:lnTo>
                  <a:lnTo>
                    <a:pt x="2067420" y="36461"/>
                  </a:lnTo>
                  <a:lnTo>
                    <a:pt x="2163280" y="36461"/>
                  </a:lnTo>
                  <a:lnTo>
                    <a:pt x="2163280" y="3860"/>
                  </a:lnTo>
                  <a:close/>
                </a:path>
                <a:path w="2599054" h="695959">
                  <a:moveTo>
                    <a:pt x="2204809" y="98412"/>
                  </a:moveTo>
                  <a:lnTo>
                    <a:pt x="2108936" y="98412"/>
                  </a:lnTo>
                  <a:lnTo>
                    <a:pt x="2108936" y="131013"/>
                  </a:lnTo>
                  <a:lnTo>
                    <a:pt x="2204809" y="131013"/>
                  </a:lnTo>
                  <a:lnTo>
                    <a:pt x="2204809" y="98412"/>
                  </a:lnTo>
                  <a:close/>
                </a:path>
                <a:path w="2599054" h="695959">
                  <a:moveTo>
                    <a:pt x="2341207" y="186651"/>
                  </a:moveTo>
                  <a:lnTo>
                    <a:pt x="2245334" y="186651"/>
                  </a:lnTo>
                  <a:lnTo>
                    <a:pt x="2245334" y="219252"/>
                  </a:lnTo>
                  <a:lnTo>
                    <a:pt x="2341207" y="219252"/>
                  </a:lnTo>
                  <a:lnTo>
                    <a:pt x="2341207" y="186651"/>
                  </a:lnTo>
                  <a:close/>
                </a:path>
                <a:path w="2599054" h="695959">
                  <a:moveTo>
                    <a:pt x="2341207" y="17068"/>
                  </a:moveTo>
                  <a:lnTo>
                    <a:pt x="2245334" y="17068"/>
                  </a:lnTo>
                  <a:lnTo>
                    <a:pt x="2245334" y="49682"/>
                  </a:lnTo>
                  <a:lnTo>
                    <a:pt x="2341207" y="49682"/>
                  </a:lnTo>
                  <a:lnTo>
                    <a:pt x="2341207" y="17068"/>
                  </a:lnTo>
                  <a:close/>
                </a:path>
                <a:path w="2599054" h="695959">
                  <a:moveTo>
                    <a:pt x="2389136" y="295846"/>
                  </a:moveTo>
                  <a:lnTo>
                    <a:pt x="2293264" y="295846"/>
                  </a:lnTo>
                  <a:lnTo>
                    <a:pt x="2293264" y="328447"/>
                  </a:lnTo>
                  <a:lnTo>
                    <a:pt x="2389136" y="328447"/>
                  </a:lnTo>
                  <a:lnTo>
                    <a:pt x="2389136" y="295846"/>
                  </a:lnTo>
                  <a:close/>
                </a:path>
                <a:path w="2599054" h="695959">
                  <a:moveTo>
                    <a:pt x="2389136" y="126276"/>
                  </a:moveTo>
                  <a:lnTo>
                    <a:pt x="2293264" y="126276"/>
                  </a:lnTo>
                  <a:lnTo>
                    <a:pt x="2293264" y="158877"/>
                  </a:lnTo>
                  <a:lnTo>
                    <a:pt x="2389136" y="158877"/>
                  </a:lnTo>
                  <a:lnTo>
                    <a:pt x="2389136" y="126276"/>
                  </a:lnTo>
                  <a:close/>
                </a:path>
                <a:path w="2599054" h="695959">
                  <a:moveTo>
                    <a:pt x="2409901" y="240474"/>
                  </a:moveTo>
                  <a:lnTo>
                    <a:pt x="2314029" y="240474"/>
                  </a:lnTo>
                  <a:lnTo>
                    <a:pt x="2314029" y="273075"/>
                  </a:lnTo>
                  <a:lnTo>
                    <a:pt x="2409901" y="273075"/>
                  </a:lnTo>
                  <a:lnTo>
                    <a:pt x="2409901" y="240474"/>
                  </a:lnTo>
                  <a:close/>
                </a:path>
                <a:path w="2599054" h="695959">
                  <a:moveTo>
                    <a:pt x="2409901" y="70904"/>
                  </a:moveTo>
                  <a:lnTo>
                    <a:pt x="2314029" y="70904"/>
                  </a:lnTo>
                  <a:lnTo>
                    <a:pt x="2314029" y="103517"/>
                  </a:lnTo>
                  <a:lnTo>
                    <a:pt x="2409901" y="103517"/>
                  </a:lnTo>
                  <a:lnTo>
                    <a:pt x="2409901" y="70904"/>
                  </a:lnTo>
                  <a:close/>
                </a:path>
                <a:path w="2599054" h="695959">
                  <a:moveTo>
                    <a:pt x="2472182" y="190500"/>
                  </a:moveTo>
                  <a:lnTo>
                    <a:pt x="2376309" y="190500"/>
                  </a:lnTo>
                  <a:lnTo>
                    <a:pt x="2376309" y="223113"/>
                  </a:lnTo>
                  <a:lnTo>
                    <a:pt x="2472182" y="223113"/>
                  </a:lnTo>
                  <a:lnTo>
                    <a:pt x="2472182" y="190500"/>
                  </a:lnTo>
                  <a:close/>
                </a:path>
                <a:path w="2599054" h="695959">
                  <a:moveTo>
                    <a:pt x="2472182" y="20942"/>
                  </a:moveTo>
                  <a:lnTo>
                    <a:pt x="2376309" y="20942"/>
                  </a:lnTo>
                  <a:lnTo>
                    <a:pt x="2376309" y="53543"/>
                  </a:lnTo>
                  <a:lnTo>
                    <a:pt x="2472182" y="53543"/>
                  </a:lnTo>
                  <a:lnTo>
                    <a:pt x="2472182" y="20942"/>
                  </a:lnTo>
                  <a:close/>
                </a:path>
                <a:path w="2599054" h="695959">
                  <a:moveTo>
                    <a:pt x="2513698" y="285064"/>
                  </a:moveTo>
                  <a:lnTo>
                    <a:pt x="2417826" y="285064"/>
                  </a:lnTo>
                  <a:lnTo>
                    <a:pt x="2417826" y="317677"/>
                  </a:lnTo>
                  <a:lnTo>
                    <a:pt x="2513698" y="317677"/>
                  </a:lnTo>
                  <a:lnTo>
                    <a:pt x="2513698" y="285064"/>
                  </a:lnTo>
                  <a:close/>
                </a:path>
                <a:path w="2599054" h="695959">
                  <a:moveTo>
                    <a:pt x="2513698" y="115493"/>
                  </a:moveTo>
                  <a:lnTo>
                    <a:pt x="2417826" y="115493"/>
                  </a:lnTo>
                  <a:lnTo>
                    <a:pt x="2417826" y="148094"/>
                  </a:lnTo>
                  <a:lnTo>
                    <a:pt x="2513698" y="148094"/>
                  </a:lnTo>
                  <a:lnTo>
                    <a:pt x="2513698" y="115493"/>
                  </a:lnTo>
                  <a:close/>
                </a:path>
                <a:path w="2599054" h="695959">
                  <a:moveTo>
                    <a:pt x="2590241" y="235953"/>
                  </a:moveTo>
                  <a:lnTo>
                    <a:pt x="2494369" y="235953"/>
                  </a:lnTo>
                  <a:lnTo>
                    <a:pt x="2494369" y="268554"/>
                  </a:lnTo>
                  <a:lnTo>
                    <a:pt x="2590241" y="268554"/>
                  </a:lnTo>
                  <a:lnTo>
                    <a:pt x="2590241" y="235953"/>
                  </a:lnTo>
                  <a:close/>
                </a:path>
                <a:path w="2599054" h="695959">
                  <a:moveTo>
                    <a:pt x="2590241" y="60896"/>
                  </a:moveTo>
                  <a:lnTo>
                    <a:pt x="2494369" y="60896"/>
                  </a:lnTo>
                  <a:lnTo>
                    <a:pt x="2494369" y="93497"/>
                  </a:lnTo>
                  <a:lnTo>
                    <a:pt x="2590241" y="93497"/>
                  </a:lnTo>
                  <a:lnTo>
                    <a:pt x="2590241" y="60896"/>
                  </a:lnTo>
                  <a:close/>
                </a:path>
                <a:path w="2599054" h="695959">
                  <a:moveTo>
                    <a:pt x="2598661" y="345147"/>
                  </a:moveTo>
                  <a:lnTo>
                    <a:pt x="2542298" y="345147"/>
                  </a:lnTo>
                  <a:lnTo>
                    <a:pt x="2542298" y="377761"/>
                  </a:lnTo>
                  <a:lnTo>
                    <a:pt x="2598661" y="377761"/>
                  </a:lnTo>
                  <a:lnTo>
                    <a:pt x="2598661" y="345147"/>
                  </a:lnTo>
                  <a:close/>
                </a:path>
                <a:path w="2599054" h="695959">
                  <a:moveTo>
                    <a:pt x="2598661" y="289775"/>
                  </a:moveTo>
                  <a:lnTo>
                    <a:pt x="2563063" y="289775"/>
                  </a:lnTo>
                  <a:lnTo>
                    <a:pt x="2563063" y="322389"/>
                  </a:lnTo>
                  <a:lnTo>
                    <a:pt x="2598661" y="322389"/>
                  </a:lnTo>
                  <a:lnTo>
                    <a:pt x="2598661" y="289775"/>
                  </a:lnTo>
                  <a:close/>
                </a:path>
                <a:path w="2599054" h="695959">
                  <a:moveTo>
                    <a:pt x="2598661" y="170091"/>
                  </a:moveTo>
                  <a:lnTo>
                    <a:pt x="2542298" y="170091"/>
                  </a:lnTo>
                  <a:lnTo>
                    <a:pt x="2542298" y="202704"/>
                  </a:lnTo>
                  <a:lnTo>
                    <a:pt x="2598661" y="202704"/>
                  </a:lnTo>
                  <a:lnTo>
                    <a:pt x="2598661" y="170091"/>
                  </a:lnTo>
                  <a:close/>
                </a:path>
                <a:path w="2599054" h="695959">
                  <a:moveTo>
                    <a:pt x="2598661" y="114719"/>
                  </a:moveTo>
                  <a:lnTo>
                    <a:pt x="2563063" y="114719"/>
                  </a:lnTo>
                  <a:lnTo>
                    <a:pt x="2563063" y="147320"/>
                  </a:lnTo>
                  <a:lnTo>
                    <a:pt x="2598661" y="147320"/>
                  </a:lnTo>
                  <a:lnTo>
                    <a:pt x="2598661" y="114719"/>
                  </a:lnTo>
                  <a:close/>
                </a:path>
              </a:pathLst>
            </a:custGeom>
            <a:solidFill>
              <a:srgbClr val="B9E4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 descr=""/>
            <p:cNvSpPr/>
            <p:nvPr/>
          </p:nvSpPr>
          <p:spPr>
            <a:xfrm>
              <a:off x="4455452" y="7110393"/>
              <a:ext cx="2042160" cy="377825"/>
            </a:xfrm>
            <a:custGeom>
              <a:avLst/>
              <a:gdLst/>
              <a:ahLst/>
              <a:cxnLst/>
              <a:rect l="l" t="t" r="r" b="b"/>
              <a:pathLst>
                <a:path w="2042160" h="377825">
                  <a:moveTo>
                    <a:pt x="95872" y="235953"/>
                  </a:moveTo>
                  <a:lnTo>
                    <a:pt x="0" y="235953"/>
                  </a:lnTo>
                  <a:lnTo>
                    <a:pt x="0" y="268566"/>
                  </a:lnTo>
                  <a:lnTo>
                    <a:pt x="95872" y="268566"/>
                  </a:lnTo>
                  <a:lnTo>
                    <a:pt x="95872" y="235953"/>
                  </a:lnTo>
                  <a:close/>
                </a:path>
                <a:path w="2042160" h="377825">
                  <a:moveTo>
                    <a:pt x="143802" y="345160"/>
                  </a:moveTo>
                  <a:lnTo>
                    <a:pt x="47929" y="345160"/>
                  </a:lnTo>
                  <a:lnTo>
                    <a:pt x="47929" y="377761"/>
                  </a:lnTo>
                  <a:lnTo>
                    <a:pt x="143802" y="377761"/>
                  </a:lnTo>
                  <a:lnTo>
                    <a:pt x="143802" y="345160"/>
                  </a:lnTo>
                  <a:close/>
                </a:path>
                <a:path w="2042160" h="377825">
                  <a:moveTo>
                    <a:pt x="143802" y="170091"/>
                  </a:moveTo>
                  <a:lnTo>
                    <a:pt x="47929" y="170091"/>
                  </a:lnTo>
                  <a:lnTo>
                    <a:pt x="47929" y="202704"/>
                  </a:lnTo>
                  <a:lnTo>
                    <a:pt x="143802" y="202704"/>
                  </a:lnTo>
                  <a:lnTo>
                    <a:pt x="143802" y="170091"/>
                  </a:lnTo>
                  <a:close/>
                </a:path>
                <a:path w="2042160" h="377825">
                  <a:moveTo>
                    <a:pt x="164566" y="289775"/>
                  </a:moveTo>
                  <a:lnTo>
                    <a:pt x="68694" y="289775"/>
                  </a:lnTo>
                  <a:lnTo>
                    <a:pt x="68694" y="322376"/>
                  </a:lnTo>
                  <a:lnTo>
                    <a:pt x="164566" y="322376"/>
                  </a:lnTo>
                  <a:lnTo>
                    <a:pt x="164566" y="289775"/>
                  </a:lnTo>
                  <a:close/>
                </a:path>
                <a:path w="2042160" h="377825">
                  <a:moveTo>
                    <a:pt x="226834" y="239814"/>
                  </a:moveTo>
                  <a:lnTo>
                    <a:pt x="130962" y="239814"/>
                  </a:lnTo>
                  <a:lnTo>
                    <a:pt x="130962" y="272427"/>
                  </a:lnTo>
                  <a:lnTo>
                    <a:pt x="226834" y="272427"/>
                  </a:lnTo>
                  <a:lnTo>
                    <a:pt x="226834" y="239814"/>
                  </a:lnTo>
                  <a:close/>
                </a:path>
                <a:path w="2042160" h="377825">
                  <a:moveTo>
                    <a:pt x="226834" y="64770"/>
                  </a:moveTo>
                  <a:lnTo>
                    <a:pt x="130962" y="64770"/>
                  </a:lnTo>
                  <a:lnTo>
                    <a:pt x="130962" y="97370"/>
                  </a:lnTo>
                  <a:lnTo>
                    <a:pt x="226834" y="97370"/>
                  </a:lnTo>
                  <a:lnTo>
                    <a:pt x="226834" y="64770"/>
                  </a:lnTo>
                  <a:close/>
                </a:path>
                <a:path w="2042160" h="377825">
                  <a:moveTo>
                    <a:pt x="268363" y="334365"/>
                  </a:moveTo>
                  <a:lnTo>
                    <a:pt x="172491" y="334365"/>
                  </a:lnTo>
                  <a:lnTo>
                    <a:pt x="172491" y="366979"/>
                  </a:lnTo>
                  <a:lnTo>
                    <a:pt x="268363" y="366979"/>
                  </a:lnTo>
                  <a:lnTo>
                    <a:pt x="268363" y="334365"/>
                  </a:lnTo>
                  <a:close/>
                </a:path>
                <a:path w="2042160" h="377825">
                  <a:moveTo>
                    <a:pt x="292239" y="0"/>
                  </a:moveTo>
                  <a:lnTo>
                    <a:pt x="196367" y="0"/>
                  </a:lnTo>
                  <a:lnTo>
                    <a:pt x="196367" y="32613"/>
                  </a:lnTo>
                  <a:lnTo>
                    <a:pt x="292239" y="32613"/>
                  </a:lnTo>
                  <a:lnTo>
                    <a:pt x="292239" y="0"/>
                  </a:lnTo>
                  <a:close/>
                </a:path>
                <a:path w="2042160" h="377825">
                  <a:moveTo>
                    <a:pt x="340169" y="109207"/>
                  </a:moveTo>
                  <a:lnTo>
                    <a:pt x="244309" y="109207"/>
                  </a:lnTo>
                  <a:lnTo>
                    <a:pt x="244309" y="141808"/>
                  </a:lnTo>
                  <a:lnTo>
                    <a:pt x="340169" y="141808"/>
                  </a:lnTo>
                  <a:lnTo>
                    <a:pt x="340169" y="109207"/>
                  </a:lnTo>
                  <a:close/>
                </a:path>
                <a:path w="2042160" h="377825">
                  <a:moveTo>
                    <a:pt x="356882" y="218871"/>
                  </a:moveTo>
                  <a:lnTo>
                    <a:pt x="261010" y="218871"/>
                  </a:lnTo>
                  <a:lnTo>
                    <a:pt x="261010" y="251485"/>
                  </a:lnTo>
                  <a:lnTo>
                    <a:pt x="356882" y="251485"/>
                  </a:lnTo>
                  <a:lnTo>
                    <a:pt x="356882" y="218871"/>
                  </a:lnTo>
                  <a:close/>
                </a:path>
                <a:path w="2042160" h="377825">
                  <a:moveTo>
                    <a:pt x="360934" y="53822"/>
                  </a:moveTo>
                  <a:lnTo>
                    <a:pt x="265061" y="53822"/>
                  </a:lnTo>
                  <a:lnTo>
                    <a:pt x="265061" y="86436"/>
                  </a:lnTo>
                  <a:lnTo>
                    <a:pt x="360934" y="86436"/>
                  </a:lnTo>
                  <a:lnTo>
                    <a:pt x="360934" y="53822"/>
                  </a:lnTo>
                  <a:close/>
                </a:path>
                <a:path w="2042160" h="377825">
                  <a:moveTo>
                    <a:pt x="404812" y="328079"/>
                  </a:moveTo>
                  <a:lnTo>
                    <a:pt x="308940" y="328079"/>
                  </a:lnTo>
                  <a:lnTo>
                    <a:pt x="308940" y="360680"/>
                  </a:lnTo>
                  <a:lnTo>
                    <a:pt x="404812" y="360680"/>
                  </a:lnTo>
                  <a:lnTo>
                    <a:pt x="404812" y="328079"/>
                  </a:lnTo>
                  <a:close/>
                </a:path>
                <a:path w="2042160" h="377825">
                  <a:moveTo>
                    <a:pt x="423214" y="3873"/>
                  </a:moveTo>
                  <a:lnTo>
                    <a:pt x="327342" y="3873"/>
                  </a:lnTo>
                  <a:lnTo>
                    <a:pt x="327342" y="36474"/>
                  </a:lnTo>
                  <a:lnTo>
                    <a:pt x="423214" y="36474"/>
                  </a:lnTo>
                  <a:lnTo>
                    <a:pt x="423214" y="3873"/>
                  </a:lnTo>
                  <a:close/>
                </a:path>
                <a:path w="2042160" h="377825">
                  <a:moveTo>
                    <a:pt x="425577" y="272694"/>
                  </a:moveTo>
                  <a:lnTo>
                    <a:pt x="329704" y="272694"/>
                  </a:lnTo>
                  <a:lnTo>
                    <a:pt x="329704" y="305308"/>
                  </a:lnTo>
                  <a:lnTo>
                    <a:pt x="425577" y="305308"/>
                  </a:lnTo>
                  <a:lnTo>
                    <a:pt x="425577" y="272694"/>
                  </a:lnTo>
                  <a:close/>
                </a:path>
                <a:path w="2042160" h="377825">
                  <a:moveTo>
                    <a:pt x="464731" y="98425"/>
                  </a:moveTo>
                  <a:lnTo>
                    <a:pt x="368858" y="98425"/>
                  </a:lnTo>
                  <a:lnTo>
                    <a:pt x="368858" y="131025"/>
                  </a:lnTo>
                  <a:lnTo>
                    <a:pt x="464731" y="131025"/>
                  </a:lnTo>
                  <a:lnTo>
                    <a:pt x="464731" y="98425"/>
                  </a:lnTo>
                  <a:close/>
                </a:path>
                <a:path w="2042160" h="377825">
                  <a:moveTo>
                    <a:pt x="487845" y="222745"/>
                  </a:moveTo>
                  <a:lnTo>
                    <a:pt x="391972" y="222745"/>
                  </a:lnTo>
                  <a:lnTo>
                    <a:pt x="391972" y="255346"/>
                  </a:lnTo>
                  <a:lnTo>
                    <a:pt x="487845" y="255346"/>
                  </a:lnTo>
                  <a:lnTo>
                    <a:pt x="487845" y="222745"/>
                  </a:lnTo>
                  <a:close/>
                </a:path>
                <a:path w="2042160" h="377825">
                  <a:moveTo>
                    <a:pt x="529374" y="317296"/>
                  </a:moveTo>
                  <a:lnTo>
                    <a:pt x="433501" y="317296"/>
                  </a:lnTo>
                  <a:lnTo>
                    <a:pt x="433501" y="349897"/>
                  </a:lnTo>
                  <a:lnTo>
                    <a:pt x="529374" y="349897"/>
                  </a:lnTo>
                  <a:lnTo>
                    <a:pt x="529374" y="317296"/>
                  </a:lnTo>
                  <a:close/>
                </a:path>
                <a:path w="2042160" h="377825">
                  <a:moveTo>
                    <a:pt x="601129" y="186651"/>
                  </a:moveTo>
                  <a:lnTo>
                    <a:pt x="505256" y="186651"/>
                  </a:lnTo>
                  <a:lnTo>
                    <a:pt x="505256" y="219265"/>
                  </a:lnTo>
                  <a:lnTo>
                    <a:pt x="601129" y="219265"/>
                  </a:lnTo>
                  <a:lnTo>
                    <a:pt x="601129" y="186651"/>
                  </a:lnTo>
                  <a:close/>
                </a:path>
                <a:path w="2042160" h="377825">
                  <a:moveTo>
                    <a:pt x="601129" y="17081"/>
                  </a:moveTo>
                  <a:lnTo>
                    <a:pt x="505256" y="17081"/>
                  </a:lnTo>
                  <a:lnTo>
                    <a:pt x="505256" y="49682"/>
                  </a:lnTo>
                  <a:lnTo>
                    <a:pt x="601129" y="49682"/>
                  </a:lnTo>
                  <a:lnTo>
                    <a:pt x="601129" y="17081"/>
                  </a:lnTo>
                  <a:close/>
                </a:path>
                <a:path w="2042160" h="377825">
                  <a:moveTo>
                    <a:pt x="649071" y="295846"/>
                  </a:moveTo>
                  <a:lnTo>
                    <a:pt x="553199" y="295846"/>
                  </a:lnTo>
                  <a:lnTo>
                    <a:pt x="553199" y="328460"/>
                  </a:lnTo>
                  <a:lnTo>
                    <a:pt x="649071" y="328460"/>
                  </a:lnTo>
                  <a:lnTo>
                    <a:pt x="649071" y="295846"/>
                  </a:lnTo>
                  <a:close/>
                </a:path>
                <a:path w="2042160" h="377825">
                  <a:moveTo>
                    <a:pt x="649071" y="126288"/>
                  </a:moveTo>
                  <a:lnTo>
                    <a:pt x="553199" y="126288"/>
                  </a:lnTo>
                  <a:lnTo>
                    <a:pt x="553199" y="158889"/>
                  </a:lnTo>
                  <a:lnTo>
                    <a:pt x="649071" y="158889"/>
                  </a:lnTo>
                  <a:lnTo>
                    <a:pt x="649071" y="126288"/>
                  </a:lnTo>
                  <a:close/>
                </a:path>
                <a:path w="2042160" h="377825">
                  <a:moveTo>
                    <a:pt x="669823" y="240474"/>
                  </a:moveTo>
                  <a:lnTo>
                    <a:pt x="573951" y="240474"/>
                  </a:lnTo>
                  <a:lnTo>
                    <a:pt x="573951" y="273088"/>
                  </a:lnTo>
                  <a:lnTo>
                    <a:pt x="669823" y="273088"/>
                  </a:lnTo>
                  <a:lnTo>
                    <a:pt x="669823" y="240474"/>
                  </a:lnTo>
                  <a:close/>
                </a:path>
                <a:path w="2042160" h="377825">
                  <a:moveTo>
                    <a:pt x="669823" y="70904"/>
                  </a:moveTo>
                  <a:lnTo>
                    <a:pt x="573951" y="70904"/>
                  </a:lnTo>
                  <a:lnTo>
                    <a:pt x="573951" y="103505"/>
                  </a:lnTo>
                  <a:lnTo>
                    <a:pt x="669823" y="103505"/>
                  </a:lnTo>
                  <a:lnTo>
                    <a:pt x="669823" y="70904"/>
                  </a:lnTo>
                  <a:close/>
                </a:path>
                <a:path w="2042160" h="377825">
                  <a:moveTo>
                    <a:pt x="732104" y="190512"/>
                  </a:moveTo>
                  <a:lnTo>
                    <a:pt x="636231" y="190512"/>
                  </a:lnTo>
                  <a:lnTo>
                    <a:pt x="636231" y="223113"/>
                  </a:lnTo>
                  <a:lnTo>
                    <a:pt x="732104" y="223113"/>
                  </a:lnTo>
                  <a:lnTo>
                    <a:pt x="732104" y="190512"/>
                  </a:lnTo>
                  <a:close/>
                </a:path>
                <a:path w="2042160" h="377825">
                  <a:moveTo>
                    <a:pt x="732104" y="20942"/>
                  </a:moveTo>
                  <a:lnTo>
                    <a:pt x="636231" y="20942"/>
                  </a:lnTo>
                  <a:lnTo>
                    <a:pt x="636231" y="53555"/>
                  </a:lnTo>
                  <a:lnTo>
                    <a:pt x="732104" y="53555"/>
                  </a:lnTo>
                  <a:lnTo>
                    <a:pt x="732104" y="20942"/>
                  </a:lnTo>
                  <a:close/>
                </a:path>
                <a:path w="2042160" h="377825">
                  <a:moveTo>
                    <a:pt x="773620" y="285076"/>
                  </a:moveTo>
                  <a:lnTo>
                    <a:pt x="677748" y="285076"/>
                  </a:lnTo>
                  <a:lnTo>
                    <a:pt x="677748" y="317677"/>
                  </a:lnTo>
                  <a:lnTo>
                    <a:pt x="773620" y="317677"/>
                  </a:lnTo>
                  <a:lnTo>
                    <a:pt x="773620" y="285076"/>
                  </a:lnTo>
                  <a:close/>
                </a:path>
                <a:path w="2042160" h="377825">
                  <a:moveTo>
                    <a:pt x="773620" y="115493"/>
                  </a:moveTo>
                  <a:lnTo>
                    <a:pt x="677748" y="115493"/>
                  </a:lnTo>
                  <a:lnTo>
                    <a:pt x="677748" y="148107"/>
                  </a:lnTo>
                  <a:lnTo>
                    <a:pt x="773620" y="148107"/>
                  </a:lnTo>
                  <a:lnTo>
                    <a:pt x="773620" y="115493"/>
                  </a:lnTo>
                  <a:close/>
                </a:path>
                <a:path w="2042160" h="377825">
                  <a:moveTo>
                    <a:pt x="850163" y="235953"/>
                  </a:moveTo>
                  <a:lnTo>
                    <a:pt x="754291" y="235953"/>
                  </a:lnTo>
                  <a:lnTo>
                    <a:pt x="754291" y="268566"/>
                  </a:lnTo>
                  <a:lnTo>
                    <a:pt x="850163" y="268566"/>
                  </a:lnTo>
                  <a:lnTo>
                    <a:pt x="850163" y="235953"/>
                  </a:lnTo>
                  <a:close/>
                </a:path>
                <a:path w="2042160" h="377825">
                  <a:moveTo>
                    <a:pt x="850163" y="60896"/>
                  </a:moveTo>
                  <a:lnTo>
                    <a:pt x="754291" y="60896"/>
                  </a:lnTo>
                  <a:lnTo>
                    <a:pt x="754291" y="93510"/>
                  </a:lnTo>
                  <a:lnTo>
                    <a:pt x="850163" y="93510"/>
                  </a:lnTo>
                  <a:lnTo>
                    <a:pt x="850163" y="60896"/>
                  </a:lnTo>
                  <a:close/>
                </a:path>
                <a:path w="2042160" h="377825">
                  <a:moveTo>
                    <a:pt x="898093" y="345160"/>
                  </a:moveTo>
                  <a:lnTo>
                    <a:pt x="802220" y="345160"/>
                  </a:lnTo>
                  <a:lnTo>
                    <a:pt x="802220" y="377761"/>
                  </a:lnTo>
                  <a:lnTo>
                    <a:pt x="898093" y="377761"/>
                  </a:lnTo>
                  <a:lnTo>
                    <a:pt x="898093" y="345160"/>
                  </a:lnTo>
                  <a:close/>
                </a:path>
                <a:path w="2042160" h="377825">
                  <a:moveTo>
                    <a:pt x="898093" y="170091"/>
                  </a:moveTo>
                  <a:lnTo>
                    <a:pt x="802220" y="170091"/>
                  </a:lnTo>
                  <a:lnTo>
                    <a:pt x="802220" y="202704"/>
                  </a:lnTo>
                  <a:lnTo>
                    <a:pt x="898093" y="202704"/>
                  </a:lnTo>
                  <a:lnTo>
                    <a:pt x="898093" y="170091"/>
                  </a:lnTo>
                  <a:close/>
                </a:path>
                <a:path w="2042160" h="377825">
                  <a:moveTo>
                    <a:pt x="918857" y="289775"/>
                  </a:moveTo>
                  <a:lnTo>
                    <a:pt x="822985" y="289775"/>
                  </a:lnTo>
                  <a:lnTo>
                    <a:pt x="822985" y="322376"/>
                  </a:lnTo>
                  <a:lnTo>
                    <a:pt x="918857" y="322376"/>
                  </a:lnTo>
                  <a:lnTo>
                    <a:pt x="918857" y="289775"/>
                  </a:lnTo>
                  <a:close/>
                </a:path>
                <a:path w="2042160" h="377825">
                  <a:moveTo>
                    <a:pt x="918857" y="114719"/>
                  </a:moveTo>
                  <a:lnTo>
                    <a:pt x="822985" y="114719"/>
                  </a:lnTo>
                  <a:lnTo>
                    <a:pt x="822985" y="147332"/>
                  </a:lnTo>
                  <a:lnTo>
                    <a:pt x="918857" y="147332"/>
                  </a:lnTo>
                  <a:lnTo>
                    <a:pt x="918857" y="114719"/>
                  </a:lnTo>
                  <a:close/>
                </a:path>
                <a:path w="2042160" h="377825">
                  <a:moveTo>
                    <a:pt x="981138" y="239814"/>
                  </a:moveTo>
                  <a:lnTo>
                    <a:pt x="885266" y="239814"/>
                  </a:lnTo>
                  <a:lnTo>
                    <a:pt x="885266" y="272427"/>
                  </a:lnTo>
                  <a:lnTo>
                    <a:pt x="981138" y="272427"/>
                  </a:lnTo>
                  <a:lnTo>
                    <a:pt x="981138" y="239814"/>
                  </a:lnTo>
                  <a:close/>
                </a:path>
                <a:path w="2042160" h="377825">
                  <a:moveTo>
                    <a:pt x="981138" y="64770"/>
                  </a:moveTo>
                  <a:lnTo>
                    <a:pt x="885266" y="64770"/>
                  </a:lnTo>
                  <a:lnTo>
                    <a:pt x="885266" y="97370"/>
                  </a:lnTo>
                  <a:lnTo>
                    <a:pt x="981138" y="97370"/>
                  </a:lnTo>
                  <a:lnTo>
                    <a:pt x="981138" y="64770"/>
                  </a:lnTo>
                  <a:close/>
                </a:path>
                <a:path w="2042160" h="377825">
                  <a:moveTo>
                    <a:pt x="1022654" y="334365"/>
                  </a:moveTo>
                  <a:lnTo>
                    <a:pt x="926782" y="334365"/>
                  </a:lnTo>
                  <a:lnTo>
                    <a:pt x="926782" y="366979"/>
                  </a:lnTo>
                  <a:lnTo>
                    <a:pt x="1022654" y="366979"/>
                  </a:lnTo>
                  <a:lnTo>
                    <a:pt x="1022654" y="334365"/>
                  </a:lnTo>
                  <a:close/>
                </a:path>
                <a:path w="2042160" h="377825">
                  <a:moveTo>
                    <a:pt x="1022654" y="159321"/>
                  </a:moveTo>
                  <a:lnTo>
                    <a:pt x="926782" y="159321"/>
                  </a:lnTo>
                  <a:lnTo>
                    <a:pt x="926782" y="191922"/>
                  </a:lnTo>
                  <a:lnTo>
                    <a:pt x="1022654" y="191922"/>
                  </a:lnTo>
                  <a:lnTo>
                    <a:pt x="1022654" y="159321"/>
                  </a:lnTo>
                  <a:close/>
                </a:path>
                <a:path w="2042160" h="377825">
                  <a:moveTo>
                    <a:pt x="1046530" y="0"/>
                  </a:moveTo>
                  <a:lnTo>
                    <a:pt x="950658" y="0"/>
                  </a:lnTo>
                  <a:lnTo>
                    <a:pt x="950658" y="32613"/>
                  </a:lnTo>
                  <a:lnTo>
                    <a:pt x="1046530" y="32613"/>
                  </a:lnTo>
                  <a:lnTo>
                    <a:pt x="1046530" y="0"/>
                  </a:lnTo>
                  <a:close/>
                </a:path>
                <a:path w="2042160" h="377825">
                  <a:moveTo>
                    <a:pt x="1094473" y="109207"/>
                  </a:moveTo>
                  <a:lnTo>
                    <a:pt x="998601" y="109207"/>
                  </a:lnTo>
                  <a:lnTo>
                    <a:pt x="998601" y="141808"/>
                  </a:lnTo>
                  <a:lnTo>
                    <a:pt x="1094473" y="141808"/>
                  </a:lnTo>
                  <a:lnTo>
                    <a:pt x="1094473" y="109207"/>
                  </a:lnTo>
                  <a:close/>
                </a:path>
                <a:path w="2042160" h="377825">
                  <a:moveTo>
                    <a:pt x="1115225" y="53822"/>
                  </a:moveTo>
                  <a:lnTo>
                    <a:pt x="1019365" y="53822"/>
                  </a:lnTo>
                  <a:lnTo>
                    <a:pt x="1019365" y="86436"/>
                  </a:lnTo>
                  <a:lnTo>
                    <a:pt x="1115225" y="86436"/>
                  </a:lnTo>
                  <a:lnTo>
                    <a:pt x="1115225" y="53822"/>
                  </a:lnTo>
                  <a:close/>
                </a:path>
                <a:path w="2042160" h="377825">
                  <a:moveTo>
                    <a:pt x="1177505" y="3873"/>
                  </a:moveTo>
                  <a:lnTo>
                    <a:pt x="1081633" y="3873"/>
                  </a:lnTo>
                  <a:lnTo>
                    <a:pt x="1081633" y="36474"/>
                  </a:lnTo>
                  <a:lnTo>
                    <a:pt x="1177505" y="36474"/>
                  </a:lnTo>
                  <a:lnTo>
                    <a:pt x="1177505" y="3873"/>
                  </a:lnTo>
                  <a:close/>
                </a:path>
                <a:path w="2042160" h="377825">
                  <a:moveTo>
                    <a:pt x="1219034" y="98425"/>
                  </a:moveTo>
                  <a:lnTo>
                    <a:pt x="1123162" y="98425"/>
                  </a:lnTo>
                  <a:lnTo>
                    <a:pt x="1123162" y="131025"/>
                  </a:lnTo>
                  <a:lnTo>
                    <a:pt x="1219034" y="131025"/>
                  </a:lnTo>
                  <a:lnTo>
                    <a:pt x="1219034" y="98425"/>
                  </a:lnTo>
                  <a:close/>
                </a:path>
                <a:path w="2042160" h="377825">
                  <a:moveTo>
                    <a:pt x="1355420" y="186651"/>
                  </a:moveTo>
                  <a:lnTo>
                    <a:pt x="1259547" y="186651"/>
                  </a:lnTo>
                  <a:lnTo>
                    <a:pt x="1259547" y="219265"/>
                  </a:lnTo>
                  <a:lnTo>
                    <a:pt x="1355420" y="219265"/>
                  </a:lnTo>
                  <a:lnTo>
                    <a:pt x="1355420" y="186651"/>
                  </a:lnTo>
                  <a:close/>
                </a:path>
                <a:path w="2042160" h="377825">
                  <a:moveTo>
                    <a:pt x="1355420" y="17081"/>
                  </a:moveTo>
                  <a:lnTo>
                    <a:pt x="1259547" y="17081"/>
                  </a:lnTo>
                  <a:lnTo>
                    <a:pt x="1259547" y="49682"/>
                  </a:lnTo>
                  <a:lnTo>
                    <a:pt x="1355420" y="49682"/>
                  </a:lnTo>
                  <a:lnTo>
                    <a:pt x="1355420" y="17081"/>
                  </a:lnTo>
                  <a:close/>
                </a:path>
                <a:path w="2042160" h="377825">
                  <a:moveTo>
                    <a:pt x="1403362" y="295846"/>
                  </a:moveTo>
                  <a:lnTo>
                    <a:pt x="1307490" y="295846"/>
                  </a:lnTo>
                  <a:lnTo>
                    <a:pt x="1307490" y="328460"/>
                  </a:lnTo>
                  <a:lnTo>
                    <a:pt x="1403362" y="328460"/>
                  </a:lnTo>
                  <a:lnTo>
                    <a:pt x="1403362" y="295846"/>
                  </a:lnTo>
                  <a:close/>
                </a:path>
                <a:path w="2042160" h="377825">
                  <a:moveTo>
                    <a:pt x="1403362" y="126288"/>
                  </a:moveTo>
                  <a:lnTo>
                    <a:pt x="1307490" y="126288"/>
                  </a:lnTo>
                  <a:lnTo>
                    <a:pt x="1307490" y="158889"/>
                  </a:lnTo>
                  <a:lnTo>
                    <a:pt x="1403362" y="158889"/>
                  </a:lnTo>
                  <a:lnTo>
                    <a:pt x="1403362" y="126288"/>
                  </a:lnTo>
                  <a:close/>
                </a:path>
                <a:path w="2042160" h="377825">
                  <a:moveTo>
                    <a:pt x="1424127" y="240474"/>
                  </a:moveTo>
                  <a:lnTo>
                    <a:pt x="1328254" y="240474"/>
                  </a:lnTo>
                  <a:lnTo>
                    <a:pt x="1328254" y="273088"/>
                  </a:lnTo>
                  <a:lnTo>
                    <a:pt x="1424127" y="273088"/>
                  </a:lnTo>
                  <a:lnTo>
                    <a:pt x="1424127" y="240474"/>
                  </a:lnTo>
                  <a:close/>
                </a:path>
                <a:path w="2042160" h="377825">
                  <a:moveTo>
                    <a:pt x="1424127" y="70904"/>
                  </a:moveTo>
                  <a:lnTo>
                    <a:pt x="1328254" y="70904"/>
                  </a:lnTo>
                  <a:lnTo>
                    <a:pt x="1328254" y="103505"/>
                  </a:lnTo>
                  <a:lnTo>
                    <a:pt x="1424127" y="103505"/>
                  </a:lnTo>
                  <a:lnTo>
                    <a:pt x="1424127" y="70904"/>
                  </a:lnTo>
                  <a:close/>
                </a:path>
                <a:path w="2042160" h="377825">
                  <a:moveTo>
                    <a:pt x="1486408" y="190512"/>
                  </a:moveTo>
                  <a:lnTo>
                    <a:pt x="1390535" y="190512"/>
                  </a:lnTo>
                  <a:lnTo>
                    <a:pt x="1390535" y="223113"/>
                  </a:lnTo>
                  <a:lnTo>
                    <a:pt x="1486408" y="223113"/>
                  </a:lnTo>
                  <a:lnTo>
                    <a:pt x="1486408" y="190512"/>
                  </a:lnTo>
                  <a:close/>
                </a:path>
                <a:path w="2042160" h="377825">
                  <a:moveTo>
                    <a:pt x="1486408" y="20942"/>
                  </a:moveTo>
                  <a:lnTo>
                    <a:pt x="1390535" y="20942"/>
                  </a:lnTo>
                  <a:lnTo>
                    <a:pt x="1390535" y="53555"/>
                  </a:lnTo>
                  <a:lnTo>
                    <a:pt x="1486408" y="53555"/>
                  </a:lnTo>
                  <a:lnTo>
                    <a:pt x="1486408" y="20942"/>
                  </a:lnTo>
                  <a:close/>
                </a:path>
                <a:path w="2042160" h="377825">
                  <a:moveTo>
                    <a:pt x="1527924" y="285076"/>
                  </a:moveTo>
                  <a:lnTo>
                    <a:pt x="1432052" y="285076"/>
                  </a:lnTo>
                  <a:lnTo>
                    <a:pt x="1432052" y="317677"/>
                  </a:lnTo>
                  <a:lnTo>
                    <a:pt x="1527924" y="317677"/>
                  </a:lnTo>
                  <a:lnTo>
                    <a:pt x="1527924" y="285076"/>
                  </a:lnTo>
                  <a:close/>
                </a:path>
                <a:path w="2042160" h="377825">
                  <a:moveTo>
                    <a:pt x="1527924" y="115493"/>
                  </a:moveTo>
                  <a:lnTo>
                    <a:pt x="1432052" y="115493"/>
                  </a:lnTo>
                  <a:lnTo>
                    <a:pt x="1432052" y="148107"/>
                  </a:lnTo>
                  <a:lnTo>
                    <a:pt x="1527924" y="148107"/>
                  </a:lnTo>
                  <a:lnTo>
                    <a:pt x="1527924" y="115493"/>
                  </a:lnTo>
                  <a:close/>
                </a:path>
                <a:path w="2042160" h="377825">
                  <a:moveTo>
                    <a:pt x="1604467" y="235953"/>
                  </a:moveTo>
                  <a:lnTo>
                    <a:pt x="1508594" y="235953"/>
                  </a:lnTo>
                  <a:lnTo>
                    <a:pt x="1508594" y="268566"/>
                  </a:lnTo>
                  <a:lnTo>
                    <a:pt x="1604467" y="268566"/>
                  </a:lnTo>
                  <a:lnTo>
                    <a:pt x="1604467" y="235953"/>
                  </a:lnTo>
                  <a:close/>
                </a:path>
                <a:path w="2042160" h="377825">
                  <a:moveTo>
                    <a:pt x="1604467" y="60896"/>
                  </a:moveTo>
                  <a:lnTo>
                    <a:pt x="1508594" y="60896"/>
                  </a:lnTo>
                  <a:lnTo>
                    <a:pt x="1508594" y="93510"/>
                  </a:lnTo>
                  <a:lnTo>
                    <a:pt x="1604467" y="93510"/>
                  </a:lnTo>
                  <a:lnTo>
                    <a:pt x="1604467" y="60896"/>
                  </a:lnTo>
                  <a:close/>
                </a:path>
                <a:path w="2042160" h="377825">
                  <a:moveTo>
                    <a:pt x="1652397" y="170091"/>
                  </a:moveTo>
                  <a:lnTo>
                    <a:pt x="1556524" y="170091"/>
                  </a:lnTo>
                  <a:lnTo>
                    <a:pt x="1556524" y="202704"/>
                  </a:lnTo>
                  <a:lnTo>
                    <a:pt x="1652397" y="202704"/>
                  </a:lnTo>
                  <a:lnTo>
                    <a:pt x="1652397" y="170091"/>
                  </a:lnTo>
                  <a:close/>
                </a:path>
                <a:path w="2042160" h="377825">
                  <a:moveTo>
                    <a:pt x="1673148" y="289775"/>
                  </a:moveTo>
                  <a:lnTo>
                    <a:pt x="1577276" y="289775"/>
                  </a:lnTo>
                  <a:lnTo>
                    <a:pt x="1577276" y="322376"/>
                  </a:lnTo>
                  <a:lnTo>
                    <a:pt x="1673148" y="322376"/>
                  </a:lnTo>
                  <a:lnTo>
                    <a:pt x="1673148" y="289775"/>
                  </a:lnTo>
                  <a:close/>
                </a:path>
                <a:path w="2042160" h="377825">
                  <a:moveTo>
                    <a:pt x="1673148" y="114719"/>
                  </a:moveTo>
                  <a:lnTo>
                    <a:pt x="1577276" y="114719"/>
                  </a:lnTo>
                  <a:lnTo>
                    <a:pt x="1577276" y="147332"/>
                  </a:lnTo>
                  <a:lnTo>
                    <a:pt x="1673148" y="147332"/>
                  </a:lnTo>
                  <a:lnTo>
                    <a:pt x="1673148" y="114719"/>
                  </a:lnTo>
                  <a:close/>
                </a:path>
                <a:path w="2042160" h="377825">
                  <a:moveTo>
                    <a:pt x="1735429" y="239814"/>
                  </a:moveTo>
                  <a:lnTo>
                    <a:pt x="1639557" y="239814"/>
                  </a:lnTo>
                  <a:lnTo>
                    <a:pt x="1639557" y="272427"/>
                  </a:lnTo>
                  <a:lnTo>
                    <a:pt x="1735429" y="272427"/>
                  </a:lnTo>
                  <a:lnTo>
                    <a:pt x="1735429" y="239814"/>
                  </a:lnTo>
                  <a:close/>
                </a:path>
                <a:path w="2042160" h="377825">
                  <a:moveTo>
                    <a:pt x="1735429" y="64770"/>
                  </a:moveTo>
                  <a:lnTo>
                    <a:pt x="1639557" y="64770"/>
                  </a:lnTo>
                  <a:lnTo>
                    <a:pt x="1639557" y="97370"/>
                  </a:lnTo>
                  <a:lnTo>
                    <a:pt x="1735429" y="97370"/>
                  </a:lnTo>
                  <a:lnTo>
                    <a:pt x="1735429" y="64770"/>
                  </a:lnTo>
                  <a:close/>
                </a:path>
                <a:path w="2042160" h="377825">
                  <a:moveTo>
                    <a:pt x="1776945" y="334365"/>
                  </a:moveTo>
                  <a:lnTo>
                    <a:pt x="1681073" y="334365"/>
                  </a:lnTo>
                  <a:lnTo>
                    <a:pt x="1681073" y="366979"/>
                  </a:lnTo>
                  <a:lnTo>
                    <a:pt x="1776945" y="366979"/>
                  </a:lnTo>
                  <a:lnTo>
                    <a:pt x="1776945" y="334365"/>
                  </a:lnTo>
                  <a:close/>
                </a:path>
                <a:path w="2042160" h="377825">
                  <a:moveTo>
                    <a:pt x="1776945" y="159321"/>
                  </a:moveTo>
                  <a:lnTo>
                    <a:pt x="1681073" y="159321"/>
                  </a:lnTo>
                  <a:lnTo>
                    <a:pt x="1681073" y="191922"/>
                  </a:lnTo>
                  <a:lnTo>
                    <a:pt x="1776945" y="191922"/>
                  </a:lnTo>
                  <a:lnTo>
                    <a:pt x="1776945" y="159321"/>
                  </a:lnTo>
                  <a:close/>
                </a:path>
                <a:path w="2042160" h="377825">
                  <a:moveTo>
                    <a:pt x="1800821" y="0"/>
                  </a:moveTo>
                  <a:lnTo>
                    <a:pt x="1704949" y="0"/>
                  </a:lnTo>
                  <a:lnTo>
                    <a:pt x="1704949" y="32613"/>
                  </a:lnTo>
                  <a:lnTo>
                    <a:pt x="1800821" y="32613"/>
                  </a:lnTo>
                  <a:lnTo>
                    <a:pt x="1800821" y="0"/>
                  </a:lnTo>
                  <a:close/>
                </a:path>
                <a:path w="2042160" h="377825">
                  <a:moveTo>
                    <a:pt x="1848764" y="109207"/>
                  </a:moveTo>
                  <a:lnTo>
                    <a:pt x="1752892" y="109207"/>
                  </a:lnTo>
                  <a:lnTo>
                    <a:pt x="1752892" y="141808"/>
                  </a:lnTo>
                  <a:lnTo>
                    <a:pt x="1848764" y="141808"/>
                  </a:lnTo>
                  <a:lnTo>
                    <a:pt x="1848764" y="109207"/>
                  </a:lnTo>
                  <a:close/>
                </a:path>
                <a:path w="2042160" h="377825">
                  <a:moveTo>
                    <a:pt x="1869516" y="218871"/>
                  </a:moveTo>
                  <a:lnTo>
                    <a:pt x="1773656" y="218871"/>
                  </a:lnTo>
                  <a:lnTo>
                    <a:pt x="1773656" y="251485"/>
                  </a:lnTo>
                  <a:lnTo>
                    <a:pt x="1869516" y="251485"/>
                  </a:lnTo>
                  <a:lnTo>
                    <a:pt x="1869516" y="218871"/>
                  </a:lnTo>
                  <a:close/>
                </a:path>
                <a:path w="2042160" h="377825">
                  <a:moveTo>
                    <a:pt x="1869516" y="53822"/>
                  </a:moveTo>
                  <a:lnTo>
                    <a:pt x="1773656" y="53822"/>
                  </a:lnTo>
                  <a:lnTo>
                    <a:pt x="1773656" y="86436"/>
                  </a:lnTo>
                  <a:lnTo>
                    <a:pt x="1869516" y="86436"/>
                  </a:lnTo>
                  <a:lnTo>
                    <a:pt x="1869516" y="53822"/>
                  </a:lnTo>
                  <a:close/>
                </a:path>
                <a:path w="2042160" h="377825">
                  <a:moveTo>
                    <a:pt x="1917458" y="328079"/>
                  </a:moveTo>
                  <a:lnTo>
                    <a:pt x="1821586" y="328079"/>
                  </a:lnTo>
                  <a:lnTo>
                    <a:pt x="1821586" y="360680"/>
                  </a:lnTo>
                  <a:lnTo>
                    <a:pt x="1917458" y="360680"/>
                  </a:lnTo>
                  <a:lnTo>
                    <a:pt x="1917458" y="328079"/>
                  </a:lnTo>
                  <a:close/>
                </a:path>
                <a:path w="2042160" h="377825">
                  <a:moveTo>
                    <a:pt x="1931797" y="3873"/>
                  </a:moveTo>
                  <a:lnTo>
                    <a:pt x="1835937" y="3873"/>
                  </a:lnTo>
                  <a:lnTo>
                    <a:pt x="1835937" y="36474"/>
                  </a:lnTo>
                  <a:lnTo>
                    <a:pt x="1931797" y="36474"/>
                  </a:lnTo>
                  <a:lnTo>
                    <a:pt x="1931797" y="3873"/>
                  </a:lnTo>
                  <a:close/>
                </a:path>
                <a:path w="2042160" h="377825">
                  <a:moveTo>
                    <a:pt x="1938223" y="272694"/>
                  </a:moveTo>
                  <a:lnTo>
                    <a:pt x="1842350" y="272694"/>
                  </a:lnTo>
                  <a:lnTo>
                    <a:pt x="1842350" y="305308"/>
                  </a:lnTo>
                  <a:lnTo>
                    <a:pt x="1938223" y="305308"/>
                  </a:lnTo>
                  <a:lnTo>
                    <a:pt x="1938223" y="272694"/>
                  </a:lnTo>
                  <a:close/>
                </a:path>
                <a:path w="2042160" h="377825">
                  <a:moveTo>
                    <a:pt x="1973326" y="98425"/>
                  </a:moveTo>
                  <a:lnTo>
                    <a:pt x="1877453" y="98425"/>
                  </a:lnTo>
                  <a:lnTo>
                    <a:pt x="1877453" y="131025"/>
                  </a:lnTo>
                  <a:lnTo>
                    <a:pt x="1973326" y="131025"/>
                  </a:lnTo>
                  <a:lnTo>
                    <a:pt x="1973326" y="98425"/>
                  </a:lnTo>
                  <a:close/>
                </a:path>
                <a:path w="2042160" h="377825">
                  <a:moveTo>
                    <a:pt x="2000491" y="222745"/>
                  </a:moveTo>
                  <a:lnTo>
                    <a:pt x="1904619" y="222745"/>
                  </a:lnTo>
                  <a:lnTo>
                    <a:pt x="1904619" y="255346"/>
                  </a:lnTo>
                  <a:lnTo>
                    <a:pt x="2000491" y="255346"/>
                  </a:lnTo>
                  <a:lnTo>
                    <a:pt x="2000491" y="222745"/>
                  </a:lnTo>
                  <a:close/>
                </a:path>
                <a:path w="2042160" h="377825">
                  <a:moveTo>
                    <a:pt x="2042020" y="317296"/>
                  </a:moveTo>
                  <a:lnTo>
                    <a:pt x="1946148" y="317296"/>
                  </a:lnTo>
                  <a:lnTo>
                    <a:pt x="1946148" y="349897"/>
                  </a:lnTo>
                  <a:lnTo>
                    <a:pt x="2042020" y="349897"/>
                  </a:lnTo>
                  <a:lnTo>
                    <a:pt x="2042020" y="317296"/>
                  </a:lnTo>
                  <a:close/>
                </a:path>
              </a:pathLst>
            </a:custGeom>
            <a:solidFill>
              <a:srgbClr val="B9E4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 descr=""/>
            <p:cNvSpPr/>
            <p:nvPr/>
          </p:nvSpPr>
          <p:spPr>
            <a:xfrm>
              <a:off x="4223969" y="7127474"/>
              <a:ext cx="2599055" cy="727710"/>
            </a:xfrm>
            <a:custGeom>
              <a:avLst/>
              <a:gdLst/>
              <a:ahLst/>
              <a:cxnLst/>
              <a:rect l="l" t="t" r="r" b="b"/>
              <a:pathLst>
                <a:path w="2599054" h="727709">
                  <a:moveTo>
                    <a:pt x="78308" y="536536"/>
                  </a:moveTo>
                  <a:lnTo>
                    <a:pt x="0" y="536536"/>
                  </a:lnTo>
                  <a:lnTo>
                    <a:pt x="0" y="569150"/>
                  </a:lnTo>
                  <a:lnTo>
                    <a:pt x="78308" y="569150"/>
                  </a:lnTo>
                  <a:lnTo>
                    <a:pt x="78308" y="536536"/>
                  </a:lnTo>
                  <a:close/>
                </a:path>
                <a:path w="2599054" h="727709">
                  <a:moveTo>
                    <a:pt x="78308" y="366979"/>
                  </a:moveTo>
                  <a:lnTo>
                    <a:pt x="0" y="366979"/>
                  </a:lnTo>
                  <a:lnTo>
                    <a:pt x="0" y="399580"/>
                  </a:lnTo>
                  <a:lnTo>
                    <a:pt x="78308" y="399580"/>
                  </a:lnTo>
                  <a:lnTo>
                    <a:pt x="78308" y="366979"/>
                  </a:lnTo>
                  <a:close/>
                </a:path>
                <a:path w="2599054" h="727709">
                  <a:moveTo>
                    <a:pt x="126250" y="645744"/>
                  </a:moveTo>
                  <a:lnTo>
                    <a:pt x="30378" y="645744"/>
                  </a:lnTo>
                  <a:lnTo>
                    <a:pt x="30378" y="678345"/>
                  </a:lnTo>
                  <a:lnTo>
                    <a:pt x="126250" y="678345"/>
                  </a:lnTo>
                  <a:lnTo>
                    <a:pt x="126250" y="645744"/>
                  </a:lnTo>
                  <a:close/>
                </a:path>
                <a:path w="2599054" h="727709">
                  <a:moveTo>
                    <a:pt x="126250" y="476161"/>
                  </a:moveTo>
                  <a:lnTo>
                    <a:pt x="30378" y="476161"/>
                  </a:lnTo>
                  <a:lnTo>
                    <a:pt x="30378" y="508774"/>
                  </a:lnTo>
                  <a:lnTo>
                    <a:pt x="126250" y="508774"/>
                  </a:lnTo>
                  <a:lnTo>
                    <a:pt x="126250" y="476161"/>
                  </a:lnTo>
                  <a:close/>
                </a:path>
                <a:path w="2599054" h="727709">
                  <a:moveTo>
                    <a:pt x="147015" y="590372"/>
                  </a:moveTo>
                  <a:lnTo>
                    <a:pt x="51142" y="590372"/>
                  </a:lnTo>
                  <a:lnTo>
                    <a:pt x="51142" y="622973"/>
                  </a:lnTo>
                  <a:lnTo>
                    <a:pt x="147015" y="622973"/>
                  </a:lnTo>
                  <a:lnTo>
                    <a:pt x="147015" y="590372"/>
                  </a:lnTo>
                  <a:close/>
                </a:path>
                <a:path w="2599054" h="727709">
                  <a:moveTo>
                    <a:pt x="147015" y="420789"/>
                  </a:moveTo>
                  <a:lnTo>
                    <a:pt x="51142" y="420789"/>
                  </a:lnTo>
                  <a:lnTo>
                    <a:pt x="51142" y="453402"/>
                  </a:lnTo>
                  <a:lnTo>
                    <a:pt x="147015" y="453402"/>
                  </a:lnTo>
                  <a:lnTo>
                    <a:pt x="147015" y="420789"/>
                  </a:lnTo>
                  <a:close/>
                </a:path>
                <a:path w="2599054" h="727709">
                  <a:moveTo>
                    <a:pt x="209296" y="540397"/>
                  </a:moveTo>
                  <a:lnTo>
                    <a:pt x="113423" y="540397"/>
                  </a:lnTo>
                  <a:lnTo>
                    <a:pt x="113423" y="573011"/>
                  </a:lnTo>
                  <a:lnTo>
                    <a:pt x="209296" y="573011"/>
                  </a:lnTo>
                  <a:lnTo>
                    <a:pt x="209296" y="540397"/>
                  </a:lnTo>
                  <a:close/>
                </a:path>
                <a:path w="2599054" h="727709">
                  <a:moveTo>
                    <a:pt x="209296" y="370840"/>
                  </a:moveTo>
                  <a:lnTo>
                    <a:pt x="113423" y="370840"/>
                  </a:lnTo>
                  <a:lnTo>
                    <a:pt x="113423" y="403440"/>
                  </a:lnTo>
                  <a:lnTo>
                    <a:pt x="209296" y="403440"/>
                  </a:lnTo>
                  <a:lnTo>
                    <a:pt x="209296" y="370840"/>
                  </a:lnTo>
                  <a:close/>
                </a:path>
                <a:path w="2599054" h="727709">
                  <a:moveTo>
                    <a:pt x="250812" y="634961"/>
                  </a:moveTo>
                  <a:lnTo>
                    <a:pt x="154940" y="634961"/>
                  </a:lnTo>
                  <a:lnTo>
                    <a:pt x="154940" y="667575"/>
                  </a:lnTo>
                  <a:lnTo>
                    <a:pt x="250812" y="667575"/>
                  </a:lnTo>
                  <a:lnTo>
                    <a:pt x="250812" y="634961"/>
                  </a:lnTo>
                  <a:close/>
                </a:path>
                <a:path w="2599054" h="727709">
                  <a:moveTo>
                    <a:pt x="250812" y="465391"/>
                  </a:moveTo>
                  <a:lnTo>
                    <a:pt x="154940" y="465391"/>
                  </a:lnTo>
                  <a:lnTo>
                    <a:pt x="154940" y="497992"/>
                  </a:lnTo>
                  <a:lnTo>
                    <a:pt x="250812" y="497992"/>
                  </a:lnTo>
                  <a:lnTo>
                    <a:pt x="250812" y="465391"/>
                  </a:lnTo>
                  <a:close/>
                </a:path>
                <a:path w="2599054" h="727709">
                  <a:moveTo>
                    <a:pt x="327355" y="585851"/>
                  </a:moveTo>
                  <a:lnTo>
                    <a:pt x="231482" y="585851"/>
                  </a:lnTo>
                  <a:lnTo>
                    <a:pt x="231482" y="618451"/>
                  </a:lnTo>
                  <a:lnTo>
                    <a:pt x="327355" y="618451"/>
                  </a:lnTo>
                  <a:lnTo>
                    <a:pt x="327355" y="585851"/>
                  </a:lnTo>
                  <a:close/>
                </a:path>
                <a:path w="2599054" h="727709">
                  <a:moveTo>
                    <a:pt x="327355" y="410794"/>
                  </a:moveTo>
                  <a:lnTo>
                    <a:pt x="231482" y="410794"/>
                  </a:lnTo>
                  <a:lnTo>
                    <a:pt x="231482" y="443395"/>
                  </a:lnTo>
                  <a:lnTo>
                    <a:pt x="327355" y="443395"/>
                  </a:lnTo>
                  <a:lnTo>
                    <a:pt x="327355" y="410794"/>
                  </a:lnTo>
                  <a:close/>
                </a:path>
                <a:path w="2599054" h="727709">
                  <a:moveTo>
                    <a:pt x="375285" y="695032"/>
                  </a:moveTo>
                  <a:lnTo>
                    <a:pt x="279412" y="695032"/>
                  </a:lnTo>
                  <a:lnTo>
                    <a:pt x="279412" y="727646"/>
                  </a:lnTo>
                  <a:lnTo>
                    <a:pt x="375285" y="727646"/>
                  </a:lnTo>
                  <a:lnTo>
                    <a:pt x="375285" y="695032"/>
                  </a:lnTo>
                  <a:close/>
                </a:path>
                <a:path w="2599054" h="727709">
                  <a:moveTo>
                    <a:pt x="375285" y="519988"/>
                  </a:moveTo>
                  <a:lnTo>
                    <a:pt x="279412" y="519988"/>
                  </a:lnTo>
                  <a:lnTo>
                    <a:pt x="279412" y="552589"/>
                  </a:lnTo>
                  <a:lnTo>
                    <a:pt x="375285" y="552589"/>
                  </a:lnTo>
                  <a:lnTo>
                    <a:pt x="375285" y="519988"/>
                  </a:lnTo>
                  <a:close/>
                </a:path>
                <a:path w="2599054" h="727709">
                  <a:moveTo>
                    <a:pt x="396049" y="639660"/>
                  </a:moveTo>
                  <a:lnTo>
                    <a:pt x="300177" y="639660"/>
                  </a:lnTo>
                  <a:lnTo>
                    <a:pt x="300177" y="672274"/>
                  </a:lnTo>
                  <a:lnTo>
                    <a:pt x="396049" y="672274"/>
                  </a:lnTo>
                  <a:lnTo>
                    <a:pt x="396049" y="639660"/>
                  </a:lnTo>
                  <a:close/>
                </a:path>
                <a:path w="2599054" h="727709">
                  <a:moveTo>
                    <a:pt x="396049" y="464616"/>
                  </a:moveTo>
                  <a:lnTo>
                    <a:pt x="300177" y="464616"/>
                  </a:lnTo>
                  <a:lnTo>
                    <a:pt x="300177" y="497217"/>
                  </a:lnTo>
                  <a:lnTo>
                    <a:pt x="396049" y="497217"/>
                  </a:lnTo>
                  <a:lnTo>
                    <a:pt x="396049" y="464616"/>
                  </a:lnTo>
                  <a:close/>
                </a:path>
                <a:path w="2599054" h="727709">
                  <a:moveTo>
                    <a:pt x="458317" y="589699"/>
                  </a:moveTo>
                  <a:lnTo>
                    <a:pt x="362445" y="589699"/>
                  </a:lnTo>
                  <a:lnTo>
                    <a:pt x="362445" y="622300"/>
                  </a:lnTo>
                  <a:lnTo>
                    <a:pt x="458317" y="622300"/>
                  </a:lnTo>
                  <a:lnTo>
                    <a:pt x="458317" y="589699"/>
                  </a:lnTo>
                  <a:close/>
                </a:path>
                <a:path w="2599054" h="727709">
                  <a:moveTo>
                    <a:pt x="458317" y="414642"/>
                  </a:moveTo>
                  <a:lnTo>
                    <a:pt x="362445" y="414642"/>
                  </a:lnTo>
                  <a:lnTo>
                    <a:pt x="362445" y="447255"/>
                  </a:lnTo>
                  <a:lnTo>
                    <a:pt x="458317" y="447255"/>
                  </a:lnTo>
                  <a:lnTo>
                    <a:pt x="458317" y="414642"/>
                  </a:lnTo>
                  <a:close/>
                </a:path>
                <a:path w="2599054" h="727709">
                  <a:moveTo>
                    <a:pt x="499846" y="684263"/>
                  </a:moveTo>
                  <a:lnTo>
                    <a:pt x="403974" y="684263"/>
                  </a:lnTo>
                  <a:lnTo>
                    <a:pt x="403974" y="716864"/>
                  </a:lnTo>
                  <a:lnTo>
                    <a:pt x="499846" y="716864"/>
                  </a:lnTo>
                  <a:lnTo>
                    <a:pt x="499846" y="684263"/>
                  </a:lnTo>
                  <a:close/>
                </a:path>
                <a:path w="2599054" h="727709">
                  <a:moveTo>
                    <a:pt x="499846" y="509206"/>
                  </a:moveTo>
                  <a:lnTo>
                    <a:pt x="403974" y="509206"/>
                  </a:lnTo>
                  <a:lnTo>
                    <a:pt x="403974" y="541820"/>
                  </a:lnTo>
                  <a:lnTo>
                    <a:pt x="499846" y="541820"/>
                  </a:lnTo>
                  <a:lnTo>
                    <a:pt x="499846" y="509206"/>
                  </a:lnTo>
                  <a:close/>
                </a:path>
                <a:path w="2599054" h="727709">
                  <a:moveTo>
                    <a:pt x="523722" y="349897"/>
                  </a:moveTo>
                  <a:lnTo>
                    <a:pt x="427850" y="349897"/>
                  </a:lnTo>
                  <a:lnTo>
                    <a:pt x="427850" y="382498"/>
                  </a:lnTo>
                  <a:lnTo>
                    <a:pt x="523722" y="382498"/>
                  </a:lnTo>
                  <a:lnTo>
                    <a:pt x="523722" y="349897"/>
                  </a:lnTo>
                  <a:close/>
                </a:path>
                <a:path w="2599054" h="727709">
                  <a:moveTo>
                    <a:pt x="571652" y="459079"/>
                  </a:moveTo>
                  <a:lnTo>
                    <a:pt x="475792" y="459079"/>
                  </a:lnTo>
                  <a:lnTo>
                    <a:pt x="475792" y="491693"/>
                  </a:lnTo>
                  <a:lnTo>
                    <a:pt x="571652" y="491693"/>
                  </a:lnTo>
                  <a:lnTo>
                    <a:pt x="571652" y="459079"/>
                  </a:lnTo>
                  <a:close/>
                </a:path>
                <a:path w="2599054" h="727709">
                  <a:moveTo>
                    <a:pt x="588365" y="568769"/>
                  </a:moveTo>
                  <a:lnTo>
                    <a:pt x="492493" y="568769"/>
                  </a:lnTo>
                  <a:lnTo>
                    <a:pt x="492493" y="601370"/>
                  </a:lnTo>
                  <a:lnTo>
                    <a:pt x="588365" y="601370"/>
                  </a:lnTo>
                  <a:lnTo>
                    <a:pt x="588365" y="568769"/>
                  </a:lnTo>
                  <a:close/>
                </a:path>
                <a:path w="2599054" h="727709">
                  <a:moveTo>
                    <a:pt x="592416" y="403720"/>
                  </a:moveTo>
                  <a:lnTo>
                    <a:pt x="496544" y="403720"/>
                  </a:lnTo>
                  <a:lnTo>
                    <a:pt x="496544" y="436321"/>
                  </a:lnTo>
                  <a:lnTo>
                    <a:pt x="592416" y="436321"/>
                  </a:lnTo>
                  <a:lnTo>
                    <a:pt x="592416" y="403720"/>
                  </a:lnTo>
                  <a:close/>
                </a:path>
                <a:path w="2599054" h="727709">
                  <a:moveTo>
                    <a:pt x="636295" y="677964"/>
                  </a:moveTo>
                  <a:lnTo>
                    <a:pt x="540423" y="677964"/>
                  </a:lnTo>
                  <a:lnTo>
                    <a:pt x="540423" y="710565"/>
                  </a:lnTo>
                  <a:lnTo>
                    <a:pt x="636295" y="710565"/>
                  </a:lnTo>
                  <a:lnTo>
                    <a:pt x="636295" y="677964"/>
                  </a:lnTo>
                  <a:close/>
                </a:path>
                <a:path w="2599054" h="727709">
                  <a:moveTo>
                    <a:pt x="654697" y="353758"/>
                  </a:moveTo>
                  <a:lnTo>
                    <a:pt x="558825" y="353758"/>
                  </a:lnTo>
                  <a:lnTo>
                    <a:pt x="558825" y="386359"/>
                  </a:lnTo>
                  <a:lnTo>
                    <a:pt x="654697" y="386359"/>
                  </a:lnTo>
                  <a:lnTo>
                    <a:pt x="654697" y="353758"/>
                  </a:lnTo>
                  <a:close/>
                </a:path>
                <a:path w="2599054" h="727709">
                  <a:moveTo>
                    <a:pt x="657059" y="622592"/>
                  </a:moveTo>
                  <a:lnTo>
                    <a:pt x="561187" y="622592"/>
                  </a:lnTo>
                  <a:lnTo>
                    <a:pt x="561187" y="655193"/>
                  </a:lnTo>
                  <a:lnTo>
                    <a:pt x="657059" y="655193"/>
                  </a:lnTo>
                  <a:lnTo>
                    <a:pt x="657059" y="622592"/>
                  </a:lnTo>
                  <a:close/>
                </a:path>
                <a:path w="2599054" h="727709">
                  <a:moveTo>
                    <a:pt x="696214" y="448310"/>
                  </a:moveTo>
                  <a:lnTo>
                    <a:pt x="600341" y="448310"/>
                  </a:lnTo>
                  <a:lnTo>
                    <a:pt x="600341" y="480923"/>
                  </a:lnTo>
                  <a:lnTo>
                    <a:pt x="696214" y="480923"/>
                  </a:lnTo>
                  <a:lnTo>
                    <a:pt x="696214" y="448310"/>
                  </a:lnTo>
                  <a:close/>
                </a:path>
                <a:path w="2599054" h="727709">
                  <a:moveTo>
                    <a:pt x="719328" y="572630"/>
                  </a:moveTo>
                  <a:lnTo>
                    <a:pt x="623455" y="572630"/>
                  </a:lnTo>
                  <a:lnTo>
                    <a:pt x="623455" y="605243"/>
                  </a:lnTo>
                  <a:lnTo>
                    <a:pt x="719328" y="605243"/>
                  </a:lnTo>
                  <a:lnTo>
                    <a:pt x="719328" y="572630"/>
                  </a:lnTo>
                  <a:close/>
                </a:path>
                <a:path w="2599054" h="727709">
                  <a:moveTo>
                    <a:pt x="760857" y="667181"/>
                  </a:moveTo>
                  <a:lnTo>
                    <a:pt x="664984" y="667181"/>
                  </a:lnTo>
                  <a:lnTo>
                    <a:pt x="664984" y="699795"/>
                  </a:lnTo>
                  <a:lnTo>
                    <a:pt x="760857" y="699795"/>
                  </a:lnTo>
                  <a:lnTo>
                    <a:pt x="760857" y="667181"/>
                  </a:lnTo>
                  <a:close/>
                </a:path>
                <a:path w="2599054" h="727709">
                  <a:moveTo>
                    <a:pt x="832612" y="536536"/>
                  </a:moveTo>
                  <a:lnTo>
                    <a:pt x="736739" y="536536"/>
                  </a:lnTo>
                  <a:lnTo>
                    <a:pt x="736739" y="569150"/>
                  </a:lnTo>
                  <a:lnTo>
                    <a:pt x="832612" y="569150"/>
                  </a:lnTo>
                  <a:lnTo>
                    <a:pt x="832612" y="536536"/>
                  </a:lnTo>
                  <a:close/>
                </a:path>
                <a:path w="2599054" h="727709">
                  <a:moveTo>
                    <a:pt x="832612" y="366979"/>
                  </a:moveTo>
                  <a:lnTo>
                    <a:pt x="736739" y="366979"/>
                  </a:lnTo>
                  <a:lnTo>
                    <a:pt x="736739" y="399580"/>
                  </a:lnTo>
                  <a:lnTo>
                    <a:pt x="832612" y="399580"/>
                  </a:lnTo>
                  <a:lnTo>
                    <a:pt x="832612" y="366979"/>
                  </a:lnTo>
                  <a:close/>
                </a:path>
                <a:path w="2599054" h="727709">
                  <a:moveTo>
                    <a:pt x="880554" y="645744"/>
                  </a:moveTo>
                  <a:lnTo>
                    <a:pt x="784682" y="645744"/>
                  </a:lnTo>
                  <a:lnTo>
                    <a:pt x="784682" y="678345"/>
                  </a:lnTo>
                  <a:lnTo>
                    <a:pt x="880554" y="678345"/>
                  </a:lnTo>
                  <a:lnTo>
                    <a:pt x="880554" y="645744"/>
                  </a:lnTo>
                  <a:close/>
                </a:path>
                <a:path w="2599054" h="727709">
                  <a:moveTo>
                    <a:pt x="880554" y="476161"/>
                  </a:moveTo>
                  <a:lnTo>
                    <a:pt x="784682" y="476161"/>
                  </a:lnTo>
                  <a:lnTo>
                    <a:pt x="784682" y="508774"/>
                  </a:lnTo>
                  <a:lnTo>
                    <a:pt x="880554" y="508774"/>
                  </a:lnTo>
                  <a:lnTo>
                    <a:pt x="880554" y="476161"/>
                  </a:lnTo>
                  <a:close/>
                </a:path>
                <a:path w="2599054" h="727709">
                  <a:moveTo>
                    <a:pt x="901306" y="590372"/>
                  </a:moveTo>
                  <a:lnTo>
                    <a:pt x="805434" y="590372"/>
                  </a:lnTo>
                  <a:lnTo>
                    <a:pt x="805434" y="622973"/>
                  </a:lnTo>
                  <a:lnTo>
                    <a:pt x="901306" y="622973"/>
                  </a:lnTo>
                  <a:lnTo>
                    <a:pt x="901306" y="590372"/>
                  </a:lnTo>
                  <a:close/>
                </a:path>
                <a:path w="2599054" h="727709">
                  <a:moveTo>
                    <a:pt x="901306" y="420789"/>
                  </a:moveTo>
                  <a:lnTo>
                    <a:pt x="805434" y="420789"/>
                  </a:lnTo>
                  <a:lnTo>
                    <a:pt x="805434" y="453402"/>
                  </a:lnTo>
                  <a:lnTo>
                    <a:pt x="901306" y="453402"/>
                  </a:lnTo>
                  <a:lnTo>
                    <a:pt x="901306" y="420789"/>
                  </a:lnTo>
                  <a:close/>
                </a:path>
                <a:path w="2599054" h="727709">
                  <a:moveTo>
                    <a:pt x="963587" y="540397"/>
                  </a:moveTo>
                  <a:lnTo>
                    <a:pt x="867714" y="540397"/>
                  </a:lnTo>
                  <a:lnTo>
                    <a:pt x="867714" y="573011"/>
                  </a:lnTo>
                  <a:lnTo>
                    <a:pt x="963587" y="573011"/>
                  </a:lnTo>
                  <a:lnTo>
                    <a:pt x="963587" y="540397"/>
                  </a:lnTo>
                  <a:close/>
                </a:path>
                <a:path w="2599054" h="727709">
                  <a:moveTo>
                    <a:pt x="963587" y="370840"/>
                  </a:moveTo>
                  <a:lnTo>
                    <a:pt x="867714" y="370840"/>
                  </a:lnTo>
                  <a:lnTo>
                    <a:pt x="867714" y="403440"/>
                  </a:lnTo>
                  <a:lnTo>
                    <a:pt x="963587" y="403440"/>
                  </a:lnTo>
                  <a:lnTo>
                    <a:pt x="963587" y="370840"/>
                  </a:lnTo>
                  <a:close/>
                </a:path>
                <a:path w="2599054" h="727709">
                  <a:moveTo>
                    <a:pt x="1005103" y="634961"/>
                  </a:moveTo>
                  <a:lnTo>
                    <a:pt x="909231" y="634961"/>
                  </a:lnTo>
                  <a:lnTo>
                    <a:pt x="909231" y="667575"/>
                  </a:lnTo>
                  <a:lnTo>
                    <a:pt x="1005103" y="667575"/>
                  </a:lnTo>
                  <a:lnTo>
                    <a:pt x="1005103" y="634961"/>
                  </a:lnTo>
                  <a:close/>
                </a:path>
                <a:path w="2599054" h="727709">
                  <a:moveTo>
                    <a:pt x="1005103" y="465391"/>
                  </a:moveTo>
                  <a:lnTo>
                    <a:pt x="909231" y="465391"/>
                  </a:lnTo>
                  <a:lnTo>
                    <a:pt x="909231" y="497992"/>
                  </a:lnTo>
                  <a:lnTo>
                    <a:pt x="1005103" y="497992"/>
                  </a:lnTo>
                  <a:lnTo>
                    <a:pt x="1005103" y="465391"/>
                  </a:lnTo>
                  <a:close/>
                </a:path>
                <a:path w="2599054" h="727709">
                  <a:moveTo>
                    <a:pt x="1081646" y="410794"/>
                  </a:moveTo>
                  <a:lnTo>
                    <a:pt x="985774" y="410794"/>
                  </a:lnTo>
                  <a:lnTo>
                    <a:pt x="985774" y="443395"/>
                  </a:lnTo>
                  <a:lnTo>
                    <a:pt x="1081646" y="443395"/>
                  </a:lnTo>
                  <a:lnTo>
                    <a:pt x="1081646" y="410794"/>
                  </a:lnTo>
                  <a:close/>
                </a:path>
                <a:path w="2599054" h="727709">
                  <a:moveTo>
                    <a:pt x="1129576" y="519988"/>
                  </a:moveTo>
                  <a:lnTo>
                    <a:pt x="1033703" y="519988"/>
                  </a:lnTo>
                  <a:lnTo>
                    <a:pt x="1033703" y="552589"/>
                  </a:lnTo>
                  <a:lnTo>
                    <a:pt x="1129576" y="552589"/>
                  </a:lnTo>
                  <a:lnTo>
                    <a:pt x="1129576" y="519988"/>
                  </a:lnTo>
                  <a:close/>
                </a:path>
                <a:path w="2599054" h="727709">
                  <a:moveTo>
                    <a:pt x="1150340" y="464616"/>
                  </a:moveTo>
                  <a:lnTo>
                    <a:pt x="1054468" y="464616"/>
                  </a:lnTo>
                  <a:lnTo>
                    <a:pt x="1054468" y="497217"/>
                  </a:lnTo>
                  <a:lnTo>
                    <a:pt x="1150340" y="497217"/>
                  </a:lnTo>
                  <a:lnTo>
                    <a:pt x="1150340" y="464616"/>
                  </a:lnTo>
                  <a:close/>
                </a:path>
                <a:path w="2599054" h="727709">
                  <a:moveTo>
                    <a:pt x="1212621" y="414642"/>
                  </a:moveTo>
                  <a:lnTo>
                    <a:pt x="1116749" y="414642"/>
                  </a:lnTo>
                  <a:lnTo>
                    <a:pt x="1116749" y="447255"/>
                  </a:lnTo>
                  <a:lnTo>
                    <a:pt x="1212621" y="447255"/>
                  </a:lnTo>
                  <a:lnTo>
                    <a:pt x="1212621" y="414642"/>
                  </a:lnTo>
                  <a:close/>
                </a:path>
                <a:path w="2599054" h="727709">
                  <a:moveTo>
                    <a:pt x="1254137" y="509206"/>
                  </a:moveTo>
                  <a:lnTo>
                    <a:pt x="1158265" y="509206"/>
                  </a:lnTo>
                  <a:lnTo>
                    <a:pt x="1158265" y="541820"/>
                  </a:lnTo>
                  <a:lnTo>
                    <a:pt x="1254137" y="541820"/>
                  </a:lnTo>
                  <a:lnTo>
                    <a:pt x="1254137" y="509206"/>
                  </a:lnTo>
                  <a:close/>
                </a:path>
                <a:path w="2599054" h="727709">
                  <a:moveTo>
                    <a:pt x="1278013" y="349897"/>
                  </a:moveTo>
                  <a:lnTo>
                    <a:pt x="1182141" y="349897"/>
                  </a:lnTo>
                  <a:lnTo>
                    <a:pt x="1182141" y="382498"/>
                  </a:lnTo>
                  <a:lnTo>
                    <a:pt x="1278013" y="382498"/>
                  </a:lnTo>
                  <a:lnTo>
                    <a:pt x="1278013" y="349897"/>
                  </a:lnTo>
                  <a:close/>
                </a:path>
                <a:path w="2599054" h="727709">
                  <a:moveTo>
                    <a:pt x="1346708" y="403720"/>
                  </a:moveTo>
                  <a:lnTo>
                    <a:pt x="1250848" y="403720"/>
                  </a:lnTo>
                  <a:lnTo>
                    <a:pt x="1250848" y="436321"/>
                  </a:lnTo>
                  <a:lnTo>
                    <a:pt x="1346708" y="436321"/>
                  </a:lnTo>
                  <a:lnTo>
                    <a:pt x="1346708" y="403720"/>
                  </a:lnTo>
                  <a:close/>
                </a:path>
                <a:path w="2599054" h="727709">
                  <a:moveTo>
                    <a:pt x="1450517" y="448310"/>
                  </a:moveTo>
                  <a:lnTo>
                    <a:pt x="1354645" y="448310"/>
                  </a:lnTo>
                  <a:lnTo>
                    <a:pt x="1354645" y="480923"/>
                  </a:lnTo>
                  <a:lnTo>
                    <a:pt x="1450517" y="480923"/>
                  </a:lnTo>
                  <a:lnTo>
                    <a:pt x="1450517" y="448310"/>
                  </a:lnTo>
                  <a:close/>
                </a:path>
                <a:path w="2599054" h="727709">
                  <a:moveTo>
                    <a:pt x="1883879" y="328079"/>
                  </a:moveTo>
                  <a:lnTo>
                    <a:pt x="1788007" y="328079"/>
                  </a:lnTo>
                  <a:lnTo>
                    <a:pt x="1788007" y="360680"/>
                  </a:lnTo>
                  <a:lnTo>
                    <a:pt x="1883879" y="360680"/>
                  </a:lnTo>
                  <a:lnTo>
                    <a:pt x="1883879" y="328079"/>
                  </a:lnTo>
                  <a:close/>
                </a:path>
                <a:path w="2599054" h="727709">
                  <a:moveTo>
                    <a:pt x="1966912" y="222732"/>
                  </a:moveTo>
                  <a:lnTo>
                    <a:pt x="1871040" y="222732"/>
                  </a:lnTo>
                  <a:lnTo>
                    <a:pt x="1871040" y="255346"/>
                  </a:lnTo>
                  <a:lnTo>
                    <a:pt x="1966912" y="255346"/>
                  </a:lnTo>
                  <a:lnTo>
                    <a:pt x="1966912" y="222732"/>
                  </a:lnTo>
                  <a:close/>
                </a:path>
                <a:path w="2599054" h="727709">
                  <a:moveTo>
                    <a:pt x="2100999" y="568769"/>
                  </a:moveTo>
                  <a:lnTo>
                    <a:pt x="2005139" y="568769"/>
                  </a:lnTo>
                  <a:lnTo>
                    <a:pt x="2005139" y="601370"/>
                  </a:lnTo>
                  <a:lnTo>
                    <a:pt x="2100999" y="601370"/>
                  </a:lnTo>
                  <a:lnTo>
                    <a:pt x="2100999" y="568769"/>
                  </a:lnTo>
                  <a:close/>
                </a:path>
                <a:path w="2599054" h="727709">
                  <a:moveTo>
                    <a:pt x="2148941" y="677964"/>
                  </a:moveTo>
                  <a:lnTo>
                    <a:pt x="2053069" y="677964"/>
                  </a:lnTo>
                  <a:lnTo>
                    <a:pt x="2053069" y="710565"/>
                  </a:lnTo>
                  <a:lnTo>
                    <a:pt x="2148941" y="710565"/>
                  </a:lnTo>
                  <a:lnTo>
                    <a:pt x="2148941" y="677964"/>
                  </a:lnTo>
                  <a:close/>
                </a:path>
                <a:path w="2599054" h="727709">
                  <a:moveTo>
                    <a:pt x="2169706" y="622592"/>
                  </a:moveTo>
                  <a:lnTo>
                    <a:pt x="2073833" y="622592"/>
                  </a:lnTo>
                  <a:lnTo>
                    <a:pt x="2073833" y="655193"/>
                  </a:lnTo>
                  <a:lnTo>
                    <a:pt x="2169706" y="655193"/>
                  </a:lnTo>
                  <a:lnTo>
                    <a:pt x="2169706" y="622592"/>
                  </a:lnTo>
                  <a:close/>
                </a:path>
                <a:path w="2599054" h="727709">
                  <a:moveTo>
                    <a:pt x="2231974" y="572630"/>
                  </a:moveTo>
                  <a:lnTo>
                    <a:pt x="2136102" y="572630"/>
                  </a:lnTo>
                  <a:lnTo>
                    <a:pt x="2136102" y="605243"/>
                  </a:lnTo>
                  <a:lnTo>
                    <a:pt x="2231974" y="605243"/>
                  </a:lnTo>
                  <a:lnTo>
                    <a:pt x="2231974" y="572630"/>
                  </a:lnTo>
                  <a:close/>
                </a:path>
                <a:path w="2599054" h="727709">
                  <a:moveTo>
                    <a:pt x="2273503" y="667181"/>
                  </a:moveTo>
                  <a:lnTo>
                    <a:pt x="2177631" y="667181"/>
                  </a:lnTo>
                  <a:lnTo>
                    <a:pt x="2177631" y="699795"/>
                  </a:lnTo>
                  <a:lnTo>
                    <a:pt x="2273503" y="699795"/>
                  </a:lnTo>
                  <a:lnTo>
                    <a:pt x="2273503" y="667181"/>
                  </a:lnTo>
                  <a:close/>
                </a:path>
                <a:path w="2599054" h="727709">
                  <a:moveTo>
                    <a:pt x="2341207" y="169570"/>
                  </a:moveTo>
                  <a:lnTo>
                    <a:pt x="2245334" y="169570"/>
                  </a:lnTo>
                  <a:lnTo>
                    <a:pt x="2245334" y="202184"/>
                  </a:lnTo>
                  <a:lnTo>
                    <a:pt x="2341207" y="202184"/>
                  </a:lnTo>
                  <a:lnTo>
                    <a:pt x="2341207" y="169570"/>
                  </a:lnTo>
                  <a:close/>
                </a:path>
                <a:path w="2599054" h="727709">
                  <a:moveTo>
                    <a:pt x="2341207" y="0"/>
                  </a:moveTo>
                  <a:lnTo>
                    <a:pt x="2245334" y="0"/>
                  </a:lnTo>
                  <a:lnTo>
                    <a:pt x="2245334" y="32600"/>
                  </a:lnTo>
                  <a:lnTo>
                    <a:pt x="2341207" y="32600"/>
                  </a:lnTo>
                  <a:lnTo>
                    <a:pt x="2341207" y="0"/>
                  </a:lnTo>
                  <a:close/>
                </a:path>
                <a:path w="2599054" h="727709">
                  <a:moveTo>
                    <a:pt x="2389136" y="278765"/>
                  </a:moveTo>
                  <a:lnTo>
                    <a:pt x="2293264" y="278765"/>
                  </a:lnTo>
                  <a:lnTo>
                    <a:pt x="2293264" y="311378"/>
                  </a:lnTo>
                  <a:lnTo>
                    <a:pt x="2389136" y="311378"/>
                  </a:lnTo>
                  <a:lnTo>
                    <a:pt x="2389136" y="278765"/>
                  </a:lnTo>
                  <a:close/>
                </a:path>
                <a:path w="2599054" h="727709">
                  <a:moveTo>
                    <a:pt x="2389136" y="109207"/>
                  </a:moveTo>
                  <a:lnTo>
                    <a:pt x="2293264" y="109207"/>
                  </a:lnTo>
                  <a:lnTo>
                    <a:pt x="2293264" y="141808"/>
                  </a:lnTo>
                  <a:lnTo>
                    <a:pt x="2389136" y="141808"/>
                  </a:lnTo>
                  <a:lnTo>
                    <a:pt x="2389136" y="109207"/>
                  </a:lnTo>
                  <a:close/>
                </a:path>
                <a:path w="2599054" h="727709">
                  <a:moveTo>
                    <a:pt x="2409901" y="223393"/>
                  </a:moveTo>
                  <a:lnTo>
                    <a:pt x="2314029" y="223393"/>
                  </a:lnTo>
                  <a:lnTo>
                    <a:pt x="2314029" y="256006"/>
                  </a:lnTo>
                  <a:lnTo>
                    <a:pt x="2409901" y="256006"/>
                  </a:lnTo>
                  <a:lnTo>
                    <a:pt x="2409901" y="223393"/>
                  </a:lnTo>
                  <a:close/>
                </a:path>
                <a:path w="2599054" h="727709">
                  <a:moveTo>
                    <a:pt x="2409901" y="53822"/>
                  </a:moveTo>
                  <a:lnTo>
                    <a:pt x="2314029" y="53822"/>
                  </a:lnTo>
                  <a:lnTo>
                    <a:pt x="2314029" y="86423"/>
                  </a:lnTo>
                  <a:lnTo>
                    <a:pt x="2409901" y="86423"/>
                  </a:lnTo>
                  <a:lnTo>
                    <a:pt x="2409901" y="53822"/>
                  </a:lnTo>
                  <a:close/>
                </a:path>
                <a:path w="2599054" h="727709">
                  <a:moveTo>
                    <a:pt x="2472182" y="173431"/>
                  </a:moveTo>
                  <a:lnTo>
                    <a:pt x="2376309" y="173431"/>
                  </a:lnTo>
                  <a:lnTo>
                    <a:pt x="2376309" y="206032"/>
                  </a:lnTo>
                  <a:lnTo>
                    <a:pt x="2472182" y="206032"/>
                  </a:lnTo>
                  <a:lnTo>
                    <a:pt x="2472182" y="173431"/>
                  </a:lnTo>
                  <a:close/>
                </a:path>
                <a:path w="2599054" h="727709">
                  <a:moveTo>
                    <a:pt x="2472182" y="3860"/>
                  </a:moveTo>
                  <a:lnTo>
                    <a:pt x="2376309" y="3860"/>
                  </a:lnTo>
                  <a:lnTo>
                    <a:pt x="2376309" y="36474"/>
                  </a:lnTo>
                  <a:lnTo>
                    <a:pt x="2472182" y="36474"/>
                  </a:lnTo>
                  <a:lnTo>
                    <a:pt x="2472182" y="3860"/>
                  </a:lnTo>
                  <a:close/>
                </a:path>
                <a:path w="2599054" h="727709">
                  <a:moveTo>
                    <a:pt x="2513698" y="267995"/>
                  </a:moveTo>
                  <a:lnTo>
                    <a:pt x="2417826" y="267995"/>
                  </a:lnTo>
                  <a:lnTo>
                    <a:pt x="2417826" y="300596"/>
                  </a:lnTo>
                  <a:lnTo>
                    <a:pt x="2513698" y="300596"/>
                  </a:lnTo>
                  <a:lnTo>
                    <a:pt x="2513698" y="267995"/>
                  </a:lnTo>
                  <a:close/>
                </a:path>
                <a:path w="2599054" h="727709">
                  <a:moveTo>
                    <a:pt x="2513698" y="98412"/>
                  </a:moveTo>
                  <a:lnTo>
                    <a:pt x="2417826" y="98412"/>
                  </a:lnTo>
                  <a:lnTo>
                    <a:pt x="2417826" y="131025"/>
                  </a:lnTo>
                  <a:lnTo>
                    <a:pt x="2513698" y="131025"/>
                  </a:lnTo>
                  <a:lnTo>
                    <a:pt x="2513698" y="98412"/>
                  </a:lnTo>
                  <a:close/>
                </a:path>
                <a:path w="2599054" h="727709">
                  <a:moveTo>
                    <a:pt x="2590241" y="218871"/>
                  </a:moveTo>
                  <a:lnTo>
                    <a:pt x="2494369" y="218871"/>
                  </a:lnTo>
                  <a:lnTo>
                    <a:pt x="2494369" y="251485"/>
                  </a:lnTo>
                  <a:lnTo>
                    <a:pt x="2590241" y="251485"/>
                  </a:lnTo>
                  <a:lnTo>
                    <a:pt x="2590241" y="218871"/>
                  </a:lnTo>
                  <a:close/>
                </a:path>
                <a:path w="2599054" h="727709">
                  <a:moveTo>
                    <a:pt x="2590241" y="43815"/>
                  </a:moveTo>
                  <a:lnTo>
                    <a:pt x="2494369" y="43815"/>
                  </a:lnTo>
                  <a:lnTo>
                    <a:pt x="2494369" y="76428"/>
                  </a:lnTo>
                  <a:lnTo>
                    <a:pt x="2590241" y="76428"/>
                  </a:lnTo>
                  <a:lnTo>
                    <a:pt x="2590241" y="43815"/>
                  </a:lnTo>
                  <a:close/>
                </a:path>
                <a:path w="2599054" h="727709">
                  <a:moveTo>
                    <a:pt x="2598661" y="328079"/>
                  </a:moveTo>
                  <a:lnTo>
                    <a:pt x="2542298" y="328079"/>
                  </a:lnTo>
                  <a:lnTo>
                    <a:pt x="2542298" y="360680"/>
                  </a:lnTo>
                  <a:lnTo>
                    <a:pt x="2598661" y="360680"/>
                  </a:lnTo>
                  <a:lnTo>
                    <a:pt x="2598661" y="328079"/>
                  </a:lnTo>
                  <a:close/>
                </a:path>
                <a:path w="2599054" h="727709">
                  <a:moveTo>
                    <a:pt x="2598661" y="272694"/>
                  </a:moveTo>
                  <a:lnTo>
                    <a:pt x="2563063" y="272694"/>
                  </a:lnTo>
                  <a:lnTo>
                    <a:pt x="2563063" y="305295"/>
                  </a:lnTo>
                  <a:lnTo>
                    <a:pt x="2598661" y="305295"/>
                  </a:lnTo>
                  <a:lnTo>
                    <a:pt x="2598661" y="272694"/>
                  </a:lnTo>
                  <a:close/>
                </a:path>
                <a:path w="2599054" h="727709">
                  <a:moveTo>
                    <a:pt x="2598661" y="153009"/>
                  </a:moveTo>
                  <a:lnTo>
                    <a:pt x="2542298" y="153009"/>
                  </a:lnTo>
                  <a:lnTo>
                    <a:pt x="2542298" y="185623"/>
                  </a:lnTo>
                  <a:lnTo>
                    <a:pt x="2598661" y="185623"/>
                  </a:lnTo>
                  <a:lnTo>
                    <a:pt x="2598661" y="153009"/>
                  </a:lnTo>
                  <a:close/>
                </a:path>
                <a:path w="2599054" h="727709">
                  <a:moveTo>
                    <a:pt x="2598661" y="97637"/>
                  </a:moveTo>
                  <a:lnTo>
                    <a:pt x="2563063" y="97637"/>
                  </a:lnTo>
                  <a:lnTo>
                    <a:pt x="2563063" y="130251"/>
                  </a:lnTo>
                  <a:lnTo>
                    <a:pt x="2598661" y="130251"/>
                  </a:lnTo>
                  <a:lnTo>
                    <a:pt x="2598661" y="97637"/>
                  </a:lnTo>
                  <a:close/>
                </a:path>
              </a:pathLst>
            </a:custGeom>
            <a:solidFill>
              <a:srgbClr val="B9E4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 descr=""/>
            <p:cNvSpPr/>
            <p:nvPr/>
          </p:nvSpPr>
          <p:spPr>
            <a:xfrm>
              <a:off x="4223969" y="7477372"/>
              <a:ext cx="2599055" cy="514350"/>
            </a:xfrm>
            <a:custGeom>
              <a:avLst/>
              <a:gdLst/>
              <a:ahLst/>
              <a:cxnLst/>
              <a:rect l="l" t="t" r="r" b="b"/>
              <a:pathLst>
                <a:path w="2599054" h="514350">
                  <a:moveTo>
                    <a:pt x="78308" y="384048"/>
                  </a:moveTo>
                  <a:lnTo>
                    <a:pt x="0" y="384048"/>
                  </a:lnTo>
                  <a:lnTo>
                    <a:pt x="0" y="416648"/>
                  </a:lnTo>
                  <a:lnTo>
                    <a:pt x="78308" y="416648"/>
                  </a:lnTo>
                  <a:lnTo>
                    <a:pt x="78308" y="384048"/>
                  </a:lnTo>
                  <a:close/>
                </a:path>
                <a:path w="2599054" h="514350">
                  <a:moveTo>
                    <a:pt x="126250" y="493242"/>
                  </a:moveTo>
                  <a:lnTo>
                    <a:pt x="30378" y="493242"/>
                  </a:lnTo>
                  <a:lnTo>
                    <a:pt x="30378" y="511835"/>
                  </a:lnTo>
                  <a:lnTo>
                    <a:pt x="126250" y="511835"/>
                  </a:lnTo>
                  <a:lnTo>
                    <a:pt x="126250" y="493242"/>
                  </a:lnTo>
                  <a:close/>
                </a:path>
                <a:path w="2599054" h="514350">
                  <a:moveTo>
                    <a:pt x="147015" y="437870"/>
                  </a:moveTo>
                  <a:lnTo>
                    <a:pt x="51142" y="437870"/>
                  </a:lnTo>
                  <a:lnTo>
                    <a:pt x="51142" y="470471"/>
                  </a:lnTo>
                  <a:lnTo>
                    <a:pt x="147015" y="470471"/>
                  </a:lnTo>
                  <a:lnTo>
                    <a:pt x="147015" y="437870"/>
                  </a:lnTo>
                  <a:close/>
                </a:path>
                <a:path w="2599054" h="514350">
                  <a:moveTo>
                    <a:pt x="209296" y="387896"/>
                  </a:moveTo>
                  <a:lnTo>
                    <a:pt x="113423" y="387896"/>
                  </a:lnTo>
                  <a:lnTo>
                    <a:pt x="113423" y="420509"/>
                  </a:lnTo>
                  <a:lnTo>
                    <a:pt x="209296" y="420509"/>
                  </a:lnTo>
                  <a:lnTo>
                    <a:pt x="209296" y="387896"/>
                  </a:lnTo>
                  <a:close/>
                </a:path>
                <a:path w="2599054" h="514350">
                  <a:moveTo>
                    <a:pt x="250812" y="482460"/>
                  </a:moveTo>
                  <a:lnTo>
                    <a:pt x="154940" y="482460"/>
                  </a:lnTo>
                  <a:lnTo>
                    <a:pt x="154940" y="511835"/>
                  </a:lnTo>
                  <a:lnTo>
                    <a:pt x="250812" y="511835"/>
                  </a:lnTo>
                  <a:lnTo>
                    <a:pt x="250812" y="482460"/>
                  </a:lnTo>
                  <a:close/>
                </a:path>
                <a:path w="2599054" h="514350">
                  <a:moveTo>
                    <a:pt x="327355" y="427875"/>
                  </a:moveTo>
                  <a:lnTo>
                    <a:pt x="231482" y="427875"/>
                  </a:lnTo>
                  <a:lnTo>
                    <a:pt x="231482" y="460476"/>
                  </a:lnTo>
                  <a:lnTo>
                    <a:pt x="327355" y="460476"/>
                  </a:lnTo>
                  <a:lnTo>
                    <a:pt x="327355" y="427875"/>
                  </a:lnTo>
                  <a:close/>
                </a:path>
                <a:path w="2599054" h="514350">
                  <a:moveTo>
                    <a:pt x="396049" y="481685"/>
                  </a:moveTo>
                  <a:lnTo>
                    <a:pt x="300177" y="481685"/>
                  </a:lnTo>
                  <a:lnTo>
                    <a:pt x="300177" y="514299"/>
                  </a:lnTo>
                  <a:lnTo>
                    <a:pt x="396049" y="514299"/>
                  </a:lnTo>
                  <a:lnTo>
                    <a:pt x="396049" y="481685"/>
                  </a:lnTo>
                  <a:close/>
                </a:path>
                <a:path w="2599054" h="514350">
                  <a:moveTo>
                    <a:pt x="458317" y="431723"/>
                  </a:moveTo>
                  <a:lnTo>
                    <a:pt x="362445" y="431723"/>
                  </a:lnTo>
                  <a:lnTo>
                    <a:pt x="362445" y="464324"/>
                  </a:lnTo>
                  <a:lnTo>
                    <a:pt x="458317" y="464324"/>
                  </a:lnTo>
                  <a:lnTo>
                    <a:pt x="458317" y="431723"/>
                  </a:lnTo>
                  <a:close/>
                </a:path>
                <a:path w="2599054" h="514350">
                  <a:moveTo>
                    <a:pt x="523722" y="366966"/>
                  </a:moveTo>
                  <a:lnTo>
                    <a:pt x="427850" y="366966"/>
                  </a:lnTo>
                  <a:lnTo>
                    <a:pt x="427850" y="399580"/>
                  </a:lnTo>
                  <a:lnTo>
                    <a:pt x="523722" y="399580"/>
                  </a:lnTo>
                  <a:lnTo>
                    <a:pt x="523722" y="366966"/>
                  </a:lnTo>
                  <a:close/>
                </a:path>
                <a:path w="2599054" h="514350">
                  <a:moveTo>
                    <a:pt x="571652" y="476161"/>
                  </a:moveTo>
                  <a:lnTo>
                    <a:pt x="475792" y="476161"/>
                  </a:lnTo>
                  <a:lnTo>
                    <a:pt x="475792" y="508762"/>
                  </a:lnTo>
                  <a:lnTo>
                    <a:pt x="571652" y="508762"/>
                  </a:lnTo>
                  <a:lnTo>
                    <a:pt x="571652" y="476161"/>
                  </a:lnTo>
                  <a:close/>
                </a:path>
                <a:path w="2599054" h="514350">
                  <a:moveTo>
                    <a:pt x="592416" y="420789"/>
                  </a:moveTo>
                  <a:lnTo>
                    <a:pt x="496544" y="420789"/>
                  </a:lnTo>
                  <a:lnTo>
                    <a:pt x="496544" y="453402"/>
                  </a:lnTo>
                  <a:lnTo>
                    <a:pt x="592416" y="453402"/>
                  </a:lnTo>
                  <a:lnTo>
                    <a:pt x="592416" y="420789"/>
                  </a:lnTo>
                  <a:close/>
                </a:path>
                <a:path w="2599054" h="514350">
                  <a:moveTo>
                    <a:pt x="654697" y="370827"/>
                  </a:moveTo>
                  <a:lnTo>
                    <a:pt x="558825" y="370827"/>
                  </a:lnTo>
                  <a:lnTo>
                    <a:pt x="558825" y="403428"/>
                  </a:lnTo>
                  <a:lnTo>
                    <a:pt x="654697" y="403428"/>
                  </a:lnTo>
                  <a:lnTo>
                    <a:pt x="654697" y="370827"/>
                  </a:lnTo>
                  <a:close/>
                </a:path>
                <a:path w="2599054" h="514350">
                  <a:moveTo>
                    <a:pt x="696214" y="465391"/>
                  </a:moveTo>
                  <a:lnTo>
                    <a:pt x="600341" y="465391"/>
                  </a:lnTo>
                  <a:lnTo>
                    <a:pt x="600341" y="497992"/>
                  </a:lnTo>
                  <a:lnTo>
                    <a:pt x="696214" y="497992"/>
                  </a:lnTo>
                  <a:lnTo>
                    <a:pt x="696214" y="465391"/>
                  </a:lnTo>
                  <a:close/>
                </a:path>
                <a:path w="2599054" h="514350">
                  <a:moveTo>
                    <a:pt x="832612" y="384048"/>
                  </a:moveTo>
                  <a:lnTo>
                    <a:pt x="736739" y="384048"/>
                  </a:lnTo>
                  <a:lnTo>
                    <a:pt x="736739" y="416648"/>
                  </a:lnTo>
                  <a:lnTo>
                    <a:pt x="832612" y="416648"/>
                  </a:lnTo>
                  <a:lnTo>
                    <a:pt x="832612" y="384048"/>
                  </a:lnTo>
                  <a:close/>
                </a:path>
                <a:path w="2599054" h="514350">
                  <a:moveTo>
                    <a:pt x="880554" y="493242"/>
                  </a:moveTo>
                  <a:lnTo>
                    <a:pt x="784682" y="493242"/>
                  </a:lnTo>
                  <a:lnTo>
                    <a:pt x="784682" y="511835"/>
                  </a:lnTo>
                  <a:lnTo>
                    <a:pt x="880554" y="511835"/>
                  </a:lnTo>
                  <a:lnTo>
                    <a:pt x="880554" y="493242"/>
                  </a:lnTo>
                  <a:close/>
                </a:path>
                <a:path w="2599054" h="514350">
                  <a:moveTo>
                    <a:pt x="901306" y="437870"/>
                  </a:moveTo>
                  <a:lnTo>
                    <a:pt x="805434" y="437870"/>
                  </a:lnTo>
                  <a:lnTo>
                    <a:pt x="805434" y="470471"/>
                  </a:lnTo>
                  <a:lnTo>
                    <a:pt x="901306" y="470471"/>
                  </a:lnTo>
                  <a:lnTo>
                    <a:pt x="901306" y="437870"/>
                  </a:lnTo>
                  <a:close/>
                </a:path>
                <a:path w="2599054" h="514350">
                  <a:moveTo>
                    <a:pt x="963587" y="387896"/>
                  </a:moveTo>
                  <a:lnTo>
                    <a:pt x="867714" y="387896"/>
                  </a:lnTo>
                  <a:lnTo>
                    <a:pt x="867714" y="420509"/>
                  </a:lnTo>
                  <a:lnTo>
                    <a:pt x="963587" y="420509"/>
                  </a:lnTo>
                  <a:lnTo>
                    <a:pt x="963587" y="387896"/>
                  </a:lnTo>
                  <a:close/>
                </a:path>
                <a:path w="2599054" h="514350">
                  <a:moveTo>
                    <a:pt x="1005103" y="482460"/>
                  </a:moveTo>
                  <a:lnTo>
                    <a:pt x="909231" y="482460"/>
                  </a:lnTo>
                  <a:lnTo>
                    <a:pt x="909231" y="511835"/>
                  </a:lnTo>
                  <a:lnTo>
                    <a:pt x="1005103" y="511835"/>
                  </a:lnTo>
                  <a:lnTo>
                    <a:pt x="1005103" y="482460"/>
                  </a:lnTo>
                  <a:close/>
                </a:path>
                <a:path w="2599054" h="514350">
                  <a:moveTo>
                    <a:pt x="1081646" y="427875"/>
                  </a:moveTo>
                  <a:lnTo>
                    <a:pt x="985774" y="427875"/>
                  </a:lnTo>
                  <a:lnTo>
                    <a:pt x="985774" y="460476"/>
                  </a:lnTo>
                  <a:lnTo>
                    <a:pt x="1081646" y="460476"/>
                  </a:lnTo>
                  <a:lnTo>
                    <a:pt x="1081646" y="427875"/>
                  </a:lnTo>
                  <a:close/>
                </a:path>
                <a:path w="2599054" h="514350">
                  <a:moveTo>
                    <a:pt x="1081646" y="235953"/>
                  </a:moveTo>
                  <a:lnTo>
                    <a:pt x="985774" y="235953"/>
                  </a:lnTo>
                  <a:lnTo>
                    <a:pt x="985774" y="268554"/>
                  </a:lnTo>
                  <a:lnTo>
                    <a:pt x="1081646" y="268554"/>
                  </a:lnTo>
                  <a:lnTo>
                    <a:pt x="1081646" y="235953"/>
                  </a:lnTo>
                  <a:close/>
                </a:path>
                <a:path w="2599054" h="514350">
                  <a:moveTo>
                    <a:pt x="1129576" y="345135"/>
                  </a:moveTo>
                  <a:lnTo>
                    <a:pt x="1033703" y="345135"/>
                  </a:lnTo>
                  <a:lnTo>
                    <a:pt x="1033703" y="377748"/>
                  </a:lnTo>
                  <a:lnTo>
                    <a:pt x="1129576" y="377748"/>
                  </a:lnTo>
                  <a:lnTo>
                    <a:pt x="1129576" y="345135"/>
                  </a:lnTo>
                  <a:close/>
                </a:path>
                <a:path w="2599054" h="514350">
                  <a:moveTo>
                    <a:pt x="1150340" y="481685"/>
                  </a:moveTo>
                  <a:lnTo>
                    <a:pt x="1054468" y="481685"/>
                  </a:lnTo>
                  <a:lnTo>
                    <a:pt x="1054468" y="514299"/>
                  </a:lnTo>
                  <a:lnTo>
                    <a:pt x="1150340" y="514299"/>
                  </a:lnTo>
                  <a:lnTo>
                    <a:pt x="1150340" y="481685"/>
                  </a:lnTo>
                  <a:close/>
                </a:path>
                <a:path w="2599054" h="514350">
                  <a:moveTo>
                    <a:pt x="1150340" y="289763"/>
                  </a:moveTo>
                  <a:lnTo>
                    <a:pt x="1054468" y="289763"/>
                  </a:lnTo>
                  <a:lnTo>
                    <a:pt x="1054468" y="322376"/>
                  </a:lnTo>
                  <a:lnTo>
                    <a:pt x="1150340" y="322376"/>
                  </a:lnTo>
                  <a:lnTo>
                    <a:pt x="1150340" y="289763"/>
                  </a:lnTo>
                  <a:close/>
                </a:path>
                <a:path w="2599054" h="514350">
                  <a:moveTo>
                    <a:pt x="1212621" y="431723"/>
                  </a:moveTo>
                  <a:lnTo>
                    <a:pt x="1116749" y="431723"/>
                  </a:lnTo>
                  <a:lnTo>
                    <a:pt x="1116749" y="464324"/>
                  </a:lnTo>
                  <a:lnTo>
                    <a:pt x="1212621" y="464324"/>
                  </a:lnTo>
                  <a:lnTo>
                    <a:pt x="1212621" y="431723"/>
                  </a:lnTo>
                  <a:close/>
                </a:path>
                <a:path w="2599054" h="514350">
                  <a:moveTo>
                    <a:pt x="1212621" y="239801"/>
                  </a:moveTo>
                  <a:lnTo>
                    <a:pt x="1116749" y="239801"/>
                  </a:lnTo>
                  <a:lnTo>
                    <a:pt x="1116749" y="272402"/>
                  </a:lnTo>
                  <a:lnTo>
                    <a:pt x="1212621" y="272402"/>
                  </a:lnTo>
                  <a:lnTo>
                    <a:pt x="1212621" y="239801"/>
                  </a:lnTo>
                  <a:close/>
                </a:path>
                <a:path w="2599054" h="514350">
                  <a:moveTo>
                    <a:pt x="1254137" y="334365"/>
                  </a:moveTo>
                  <a:lnTo>
                    <a:pt x="1158265" y="334365"/>
                  </a:lnTo>
                  <a:lnTo>
                    <a:pt x="1158265" y="366966"/>
                  </a:lnTo>
                  <a:lnTo>
                    <a:pt x="1254137" y="366966"/>
                  </a:lnTo>
                  <a:lnTo>
                    <a:pt x="1254137" y="334365"/>
                  </a:lnTo>
                  <a:close/>
                </a:path>
                <a:path w="2599054" h="514350">
                  <a:moveTo>
                    <a:pt x="1325956" y="109181"/>
                  </a:moveTo>
                  <a:lnTo>
                    <a:pt x="1230083" y="109181"/>
                  </a:lnTo>
                  <a:lnTo>
                    <a:pt x="1230083" y="141795"/>
                  </a:lnTo>
                  <a:lnTo>
                    <a:pt x="1325956" y="141795"/>
                  </a:lnTo>
                  <a:lnTo>
                    <a:pt x="1325956" y="109181"/>
                  </a:lnTo>
                  <a:close/>
                </a:path>
                <a:path w="2599054" h="514350">
                  <a:moveTo>
                    <a:pt x="1346708" y="420789"/>
                  </a:moveTo>
                  <a:lnTo>
                    <a:pt x="1250848" y="420789"/>
                  </a:lnTo>
                  <a:lnTo>
                    <a:pt x="1250848" y="453402"/>
                  </a:lnTo>
                  <a:lnTo>
                    <a:pt x="1346708" y="453402"/>
                  </a:lnTo>
                  <a:lnTo>
                    <a:pt x="1346708" y="420789"/>
                  </a:lnTo>
                  <a:close/>
                </a:path>
                <a:path w="2599054" h="514350">
                  <a:moveTo>
                    <a:pt x="1408988" y="3860"/>
                  </a:moveTo>
                  <a:lnTo>
                    <a:pt x="1313116" y="3860"/>
                  </a:lnTo>
                  <a:lnTo>
                    <a:pt x="1313116" y="36461"/>
                  </a:lnTo>
                  <a:lnTo>
                    <a:pt x="1408988" y="36461"/>
                  </a:lnTo>
                  <a:lnTo>
                    <a:pt x="1408988" y="3860"/>
                  </a:lnTo>
                  <a:close/>
                </a:path>
                <a:path w="2599054" h="514350">
                  <a:moveTo>
                    <a:pt x="1450517" y="98412"/>
                  </a:moveTo>
                  <a:lnTo>
                    <a:pt x="1354645" y="98412"/>
                  </a:lnTo>
                  <a:lnTo>
                    <a:pt x="1354645" y="131025"/>
                  </a:lnTo>
                  <a:lnTo>
                    <a:pt x="1450517" y="131025"/>
                  </a:lnTo>
                  <a:lnTo>
                    <a:pt x="1450517" y="98412"/>
                  </a:lnTo>
                  <a:close/>
                </a:path>
                <a:path w="2599054" h="514350">
                  <a:moveTo>
                    <a:pt x="1586903" y="186639"/>
                  </a:moveTo>
                  <a:lnTo>
                    <a:pt x="1491030" y="186639"/>
                  </a:lnTo>
                  <a:lnTo>
                    <a:pt x="1491030" y="219252"/>
                  </a:lnTo>
                  <a:lnTo>
                    <a:pt x="1586903" y="219252"/>
                  </a:lnTo>
                  <a:lnTo>
                    <a:pt x="1586903" y="186639"/>
                  </a:lnTo>
                  <a:close/>
                </a:path>
                <a:path w="2599054" h="514350">
                  <a:moveTo>
                    <a:pt x="1586903" y="17081"/>
                  </a:moveTo>
                  <a:lnTo>
                    <a:pt x="1491030" y="17081"/>
                  </a:lnTo>
                  <a:lnTo>
                    <a:pt x="1491030" y="49682"/>
                  </a:lnTo>
                  <a:lnTo>
                    <a:pt x="1586903" y="49682"/>
                  </a:lnTo>
                  <a:lnTo>
                    <a:pt x="1586903" y="17081"/>
                  </a:lnTo>
                  <a:close/>
                </a:path>
                <a:path w="2599054" h="514350">
                  <a:moveTo>
                    <a:pt x="1634845" y="295846"/>
                  </a:moveTo>
                  <a:lnTo>
                    <a:pt x="1538973" y="295846"/>
                  </a:lnTo>
                  <a:lnTo>
                    <a:pt x="1538973" y="328447"/>
                  </a:lnTo>
                  <a:lnTo>
                    <a:pt x="1634845" y="328447"/>
                  </a:lnTo>
                  <a:lnTo>
                    <a:pt x="1634845" y="295846"/>
                  </a:lnTo>
                  <a:close/>
                </a:path>
                <a:path w="2599054" h="514350">
                  <a:moveTo>
                    <a:pt x="1634845" y="126263"/>
                  </a:moveTo>
                  <a:lnTo>
                    <a:pt x="1538973" y="126263"/>
                  </a:lnTo>
                  <a:lnTo>
                    <a:pt x="1538973" y="158877"/>
                  </a:lnTo>
                  <a:lnTo>
                    <a:pt x="1634845" y="158877"/>
                  </a:lnTo>
                  <a:lnTo>
                    <a:pt x="1634845" y="126263"/>
                  </a:lnTo>
                  <a:close/>
                </a:path>
                <a:path w="2599054" h="514350">
                  <a:moveTo>
                    <a:pt x="1655610" y="240474"/>
                  </a:moveTo>
                  <a:lnTo>
                    <a:pt x="1559737" y="240474"/>
                  </a:lnTo>
                  <a:lnTo>
                    <a:pt x="1559737" y="273075"/>
                  </a:lnTo>
                  <a:lnTo>
                    <a:pt x="1655610" y="273075"/>
                  </a:lnTo>
                  <a:lnTo>
                    <a:pt x="1655610" y="240474"/>
                  </a:lnTo>
                  <a:close/>
                </a:path>
                <a:path w="2599054" h="514350">
                  <a:moveTo>
                    <a:pt x="1655610" y="70891"/>
                  </a:moveTo>
                  <a:lnTo>
                    <a:pt x="1559737" y="70891"/>
                  </a:lnTo>
                  <a:lnTo>
                    <a:pt x="1559737" y="103505"/>
                  </a:lnTo>
                  <a:lnTo>
                    <a:pt x="1655610" y="103505"/>
                  </a:lnTo>
                  <a:lnTo>
                    <a:pt x="1655610" y="70891"/>
                  </a:lnTo>
                  <a:close/>
                </a:path>
                <a:path w="2599054" h="514350">
                  <a:moveTo>
                    <a:pt x="1717890" y="190500"/>
                  </a:moveTo>
                  <a:lnTo>
                    <a:pt x="1622018" y="190500"/>
                  </a:lnTo>
                  <a:lnTo>
                    <a:pt x="1622018" y="223113"/>
                  </a:lnTo>
                  <a:lnTo>
                    <a:pt x="1717890" y="223113"/>
                  </a:lnTo>
                  <a:lnTo>
                    <a:pt x="1717890" y="190500"/>
                  </a:lnTo>
                  <a:close/>
                </a:path>
                <a:path w="2599054" h="514350">
                  <a:moveTo>
                    <a:pt x="1717890" y="20942"/>
                  </a:moveTo>
                  <a:lnTo>
                    <a:pt x="1622018" y="20942"/>
                  </a:lnTo>
                  <a:lnTo>
                    <a:pt x="1622018" y="53543"/>
                  </a:lnTo>
                  <a:lnTo>
                    <a:pt x="1717890" y="53543"/>
                  </a:lnTo>
                  <a:lnTo>
                    <a:pt x="1717890" y="20942"/>
                  </a:lnTo>
                  <a:close/>
                </a:path>
                <a:path w="2599054" h="514350">
                  <a:moveTo>
                    <a:pt x="1759407" y="285064"/>
                  </a:moveTo>
                  <a:lnTo>
                    <a:pt x="1663534" y="285064"/>
                  </a:lnTo>
                  <a:lnTo>
                    <a:pt x="1663534" y="317677"/>
                  </a:lnTo>
                  <a:lnTo>
                    <a:pt x="1759407" y="317677"/>
                  </a:lnTo>
                  <a:lnTo>
                    <a:pt x="1759407" y="285064"/>
                  </a:lnTo>
                  <a:close/>
                </a:path>
                <a:path w="2599054" h="514350">
                  <a:moveTo>
                    <a:pt x="1759407" y="115493"/>
                  </a:moveTo>
                  <a:lnTo>
                    <a:pt x="1663534" y="115493"/>
                  </a:lnTo>
                  <a:lnTo>
                    <a:pt x="1663534" y="148094"/>
                  </a:lnTo>
                  <a:lnTo>
                    <a:pt x="1759407" y="148094"/>
                  </a:lnTo>
                  <a:lnTo>
                    <a:pt x="1759407" y="115493"/>
                  </a:lnTo>
                  <a:close/>
                </a:path>
                <a:path w="2599054" h="514350">
                  <a:moveTo>
                    <a:pt x="1835950" y="235953"/>
                  </a:moveTo>
                  <a:lnTo>
                    <a:pt x="1740077" y="235953"/>
                  </a:lnTo>
                  <a:lnTo>
                    <a:pt x="1740077" y="268554"/>
                  </a:lnTo>
                  <a:lnTo>
                    <a:pt x="1835950" y="268554"/>
                  </a:lnTo>
                  <a:lnTo>
                    <a:pt x="1835950" y="235953"/>
                  </a:lnTo>
                  <a:close/>
                </a:path>
                <a:path w="2599054" h="514350">
                  <a:moveTo>
                    <a:pt x="1835950" y="60896"/>
                  </a:moveTo>
                  <a:lnTo>
                    <a:pt x="1740077" y="60896"/>
                  </a:lnTo>
                  <a:lnTo>
                    <a:pt x="1740077" y="93497"/>
                  </a:lnTo>
                  <a:lnTo>
                    <a:pt x="1835950" y="93497"/>
                  </a:lnTo>
                  <a:lnTo>
                    <a:pt x="1835950" y="60896"/>
                  </a:lnTo>
                  <a:close/>
                </a:path>
                <a:path w="2599054" h="514350">
                  <a:moveTo>
                    <a:pt x="1883879" y="345135"/>
                  </a:moveTo>
                  <a:lnTo>
                    <a:pt x="1788007" y="345135"/>
                  </a:lnTo>
                  <a:lnTo>
                    <a:pt x="1788007" y="377748"/>
                  </a:lnTo>
                  <a:lnTo>
                    <a:pt x="1883879" y="377748"/>
                  </a:lnTo>
                  <a:lnTo>
                    <a:pt x="1883879" y="345135"/>
                  </a:lnTo>
                  <a:close/>
                </a:path>
                <a:path w="2599054" h="514350">
                  <a:moveTo>
                    <a:pt x="1883879" y="170091"/>
                  </a:moveTo>
                  <a:lnTo>
                    <a:pt x="1788007" y="170091"/>
                  </a:lnTo>
                  <a:lnTo>
                    <a:pt x="1788007" y="202692"/>
                  </a:lnTo>
                  <a:lnTo>
                    <a:pt x="1883879" y="202692"/>
                  </a:lnTo>
                  <a:lnTo>
                    <a:pt x="1883879" y="170091"/>
                  </a:lnTo>
                  <a:close/>
                </a:path>
                <a:path w="2599054" h="514350">
                  <a:moveTo>
                    <a:pt x="1904631" y="289763"/>
                  </a:moveTo>
                  <a:lnTo>
                    <a:pt x="1808759" y="289763"/>
                  </a:lnTo>
                  <a:lnTo>
                    <a:pt x="1808759" y="322376"/>
                  </a:lnTo>
                  <a:lnTo>
                    <a:pt x="1904631" y="322376"/>
                  </a:lnTo>
                  <a:lnTo>
                    <a:pt x="1904631" y="289763"/>
                  </a:lnTo>
                  <a:close/>
                </a:path>
                <a:path w="2599054" h="514350">
                  <a:moveTo>
                    <a:pt x="1904631" y="114719"/>
                  </a:moveTo>
                  <a:lnTo>
                    <a:pt x="1808759" y="114719"/>
                  </a:lnTo>
                  <a:lnTo>
                    <a:pt x="1808759" y="147320"/>
                  </a:lnTo>
                  <a:lnTo>
                    <a:pt x="1904631" y="147320"/>
                  </a:lnTo>
                  <a:lnTo>
                    <a:pt x="1904631" y="114719"/>
                  </a:lnTo>
                  <a:close/>
                </a:path>
                <a:path w="2599054" h="514350">
                  <a:moveTo>
                    <a:pt x="1966912" y="239801"/>
                  </a:moveTo>
                  <a:lnTo>
                    <a:pt x="1871040" y="239801"/>
                  </a:lnTo>
                  <a:lnTo>
                    <a:pt x="1871040" y="272402"/>
                  </a:lnTo>
                  <a:lnTo>
                    <a:pt x="1966912" y="272402"/>
                  </a:lnTo>
                  <a:lnTo>
                    <a:pt x="1966912" y="239801"/>
                  </a:lnTo>
                  <a:close/>
                </a:path>
                <a:path w="2599054" h="514350">
                  <a:moveTo>
                    <a:pt x="1966912" y="64744"/>
                  </a:moveTo>
                  <a:lnTo>
                    <a:pt x="1871040" y="64744"/>
                  </a:lnTo>
                  <a:lnTo>
                    <a:pt x="1871040" y="97358"/>
                  </a:lnTo>
                  <a:lnTo>
                    <a:pt x="1966912" y="97358"/>
                  </a:lnTo>
                  <a:lnTo>
                    <a:pt x="1966912" y="64744"/>
                  </a:lnTo>
                  <a:close/>
                </a:path>
                <a:path w="2599054" h="514350">
                  <a:moveTo>
                    <a:pt x="2008428" y="334365"/>
                  </a:moveTo>
                  <a:lnTo>
                    <a:pt x="1912556" y="334365"/>
                  </a:lnTo>
                  <a:lnTo>
                    <a:pt x="1912556" y="366966"/>
                  </a:lnTo>
                  <a:lnTo>
                    <a:pt x="2008428" y="366966"/>
                  </a:lnTo>
                  <a:lnTo>
                    <a:pt x="2008428" y="334365"/>
                  </a:lnTo>
                  <a:close/>
                </a:path>
                <a:path w="2599054" h="514350">
                  <a:moveTo>
                    <a:pt x="2008428" y="159308"/>
                  </a:moveTo>
                  <a:lnTo>
                    <a:pt x="1912556" y="159308"/>
                  </a:lnTo>
                  <a:lnTo>
                    <a:pt x="1912556" y="191922"/>
                  </a:lnTo>
                  <a:lnTo>
                    <a:pt x="2008428" y="191922"/>
                  </a:lnTo>
                  <a:lnTo>
                    <a:pt x="2008428" y="159308"/>
                  </a:lnTo>
                  <a:close/>
                </a:path>
                <a:path w="2599054" h="514350">
                  <a:moveTo>
                    <a:pt x="2032304" y="0"/>
                  </a:moveTo>
                  <a:lnTo>
                    <a:pt x="1936432" y="0"/>
                  </a:lnTo>
                  <a:lnTo>
                    <a:pt x="1936432" y="32600"/>
                  </a:lnTo>
                  <a:lnTo>
                    <a:pt x="2032304" y="32600"/>
                  </a:lnTo>
                  <a:lnTo>
                    <a:pt x="2032304" y="0"/>
                  </a:lnTo>
                  <a:close/>
                </a:path>
                <a:path w="2599054" h="514350">
                  <a:moveTo>
                    <a:pt x="2080247" y="109181"/>
                  </a:moveTo>
                  <a:lnTo>
                    <a:pt x="1984375" y="109181"/>
                  </a:lnTo>
                  <a:lnTo>
                    <a:pt x="1984375" y="141795"/>
                  </a:lnTo>
                  <a:lnTo>
                    <a:pt x="2080247" y="141795"/>
                  </a:lnTo>
                  <a:lnTo>
                    <a:pt x="2080247" y="109181"/>
                  </a:lnTo>
                  <a:close/>
                </a:path>
                <a:path w="2599054" h="514350">
                  <a:moveTo>
                    <a:pt x="2100999" y="53822"/>
                  </a:moveTo>
                  <a:lnTo>
                    <a:pt x="2005139" y="53822"/>
                  </a:lnTo>
                  <a:lnTo>
                    <a:pt x="2005139" y="86423"/>
                  </a:lnTo>
                  <a:lnTo>
                    <a:pt x="2100999" y="86423"/>
                  </a:lnTo>
                  <a:lnTo>
                    <a:pt x="2100999" y="53822"/>
                  </a:lnTo>
                  <a:close/>
                </a:path>
                <a:path w="2599054" h="514350">
                  <a:moveTo>
                    <a:pt x="2163280" y="3860"/>
                  </a:moveTo>
                  <a:lnTo>
                    <a:pt x="2067420" y="3860"/>
                  </a:lnTo>
                  <a:lnTo>
                    <a:pt x="2067420" y="36461"/>
                  </a:lnTo>
                  <a:lnTo>
                    <a:pt x="2163280" y="36461"/>
                  </a:lnTo>
                  <a:lnTo>
                    <a:pt x="2163280" y="3860"/>
                  </a:lnTo>
                  <a:close/>
                </a:path>
                <a:path w="2599054" h="514350">
                  <a:moveTo>
                    <a:pt x="2204809" y="98412"/>
                  </a:moveTo>
                  <a:lnTo>
                    <a:pt x="2108936" y="98412"/>
                  </a:lnTo>
                  <a:lnTo>
                    <a:pt x="2108936" y="131025"/>
                  </a:lnTo>
                  <a:lnTo>
                    <a:pt x="2204809" y="131025"/>
                  </a:lnTo>
                  <a:lnTo>
                    <a:pt x="2204809" y="98412"/>
                  </a:lnTo>
                  <a:close/>
                </a:path>
                <a:path w="2599054" h="514350">
                  <a:moveTo>
                    <a:pt x="2341207" y="186639"/>
                  </a:moveTo>
                  <a:lnTo>
                    <a:pt x="2245334" y="186639"/>
                  </a:lnTo>
                  <a:lnTo>
                    <a:pt x="2245334" y="219252"/>
                  </a:lnTo>
                  <a:lnTo>
                    <a:pt x="2341207" y="219252"/>
                  </a:lnTo>
                  <a:lnTo>
                    <a:pt x="2341207" y="186639"/>
                  </a:lnTo>
                  <a:close/>
                </a:path>
                <a:path w="2599054" h="514350">
                  <a:moveTo>
                    <a:pt x="2341207" y="17081"/>
                  </a:moveTo>
                  <a:lnTo>
                    <a:pt x="2245334" y="17081"/>
                  </a:lnTo>
                  <a:lnTo>
                    <a:pt x="2245334" y="49682"/>
                  </a:lnTo>
                  <a:lnTo>
                    <a:pt x="2341207" y="49682"/>
                  </a:lnTo>
                  <a:lnTo>
                    <a:pt x="2341207" y="17081"/>
                  </a:lnTo>
                  <a:close/>
                </a:path>
                <a:path w="2599054" h="514350">
                  <a:moveTo>
                    <a:pt x="2389136" y="295846"/>
                  </a:moveTo>
                  <a:lnTo>
                    <a:pt x="2293264" y="295846"/>
                  </a:lnTo>
                  <a:lnTo>
                    <a:pt x="2293264" y="328447"/>
                  </a:lnTo>
                  <a:lnTo>
                    <a:pt x="2389136" y="328447"/>
                  </a:lnTo>
                  <a:lnTo>
                    <a:pt x="2389136" y="295846"/>
                  </a:lnTo>
                  <a:close/>
                </a:path>
                <a:path w="2599054" h="514350">
                  <a:moveTo>
                    <a:pt x="2389136" y="126263"/>
                  </a:moveTo>
                  <a:lnTo>
                    <a:pt x="2293264" y="126263"/>
                  </a:lnTo>
                  <a:lnTo>
                    <a:pt x="2293264" y="158877"/>
                  </a:lnTo>
                  <a:lnTo>
                    <a:pt x="2389136" y="158877"/>
                  </a:lnTo>
                  <a:lnTo>
                    <a:pt x="2389136" y="126263"/>
                  </a:lnTo>
                  <a:close/>
                </a:path>
                <a:path w="2599054" h="514350">
                  <a:moveTo>
                    <a:pt x="2409901" y="240474"/>
                  </a:moveTo>
                  <a:lnTo>
                    <a:pt x="2314029" y="240474"/>
                  </a:lnTo>
                  <a:lnTo>
                    <a:pt x="2314029" y="273075"/>
                  </a:lnTo>
                  <a:lnTo>
                    <a:pt x="2409901" y="273075"/>
                  </a:lnTo>
                  <a:lnTo>
                    <a:pt x="2409901" y="240474"/>
                  </a:lnTo>
                  <a:close/>
                </a:path>
                <a:path w="2599054" h="514350">
                  <a:moveTo>
                    <a:pt x="2409901" y="70891"/>
                  </a:moveTo>
                  <a:lnTo>
                    <a:pt x="2314029" y="70891"/>
                  </a:lnTo>
                  <a:lnTo>
                    <a:pt x="2314029" y="103505"/>
                  </a:lnTo>
                  <a:lnTo>
                    <a:pt x="2409901" y="103505"/>
                  </a:lnTo>
                  <a:lnTo>
                    <a:pt x="2409901" y="70891"/>
                  </a:lnTo>
                  <a:close/>
                </a:path>
                <a:path w="2599054" h="514350">
                  <a:moveTo>
                    <a:pt x="2472182" y="190500"/>
                  </a:moveTo>
                  <a:lnTo>
                    <a:pt x="2376309" y="190500"/>
                  </a:lnTo>
                  <a:lnTo>
                    <a:pt x="2376309" y="223113"/>
                  </a:lnTo>
                  <a:lnTo>
                    <a:pt x="2472182" y="223113"/>
                  </a:lnTo>
                  <a:lnTo>
                    <a:pt x="2472182" y="190500"/>
                  </a:lnTo>
                  <a:close/>
                </a:path>
                <a:path w="2599054" h="514350">
                  <a:moveTo>
                    <a:pt x="2472182" y="20942"/>
                  </a:moveTo>
                  <a:lnTo>
                    <a:pt x="2376309" y="20942"/>
                  </a:lnTo>
                  <a:lnTo>
                    <a:pt x="2376309" y="53543"/>
                  </a:lnTo>
                  <a:lnTo>
                    <a:pt x="2472182" y="53543"/>
                  </a:lnTo>
                  <a:lnTo>
                    <a:pt x="2472182" y="20942"/>
                  </a:lnTo>
                  <a:close/>
                </a:path>
                <a:path w="2599054" h="514350">
                  <a:moveTo>
                    <a:pt x="2513698" y="285064"/>
                  </a:moveTo>
                  <a:lnTo>
                    <a:pt x="2417826" y="285064"/>
                  </a:lnTo>
                  <a:lnTo>
                    <a:pt x="2417826" y="317677"/>
                  </a:lnTo>
                  <a:lnTo>
                    <a:pt x="2513698" y="317677"/>
                  </a:lnTo>
                  <a:lnTo>
                    <a:pt x="2513698" y="285064"/>
                  </a:lnTo>
                  <a:close/>
                </a:path>
                <a:path w="2599054" h="514350">
                  <a:moveTo>
                    <a:pt x="2513698" y="115493"/>
                  </a:moveTo>
                  <a:lnTo>
                    <a:pt x="2417826" y="115493"/>
                  </a:lnTo>
                  <a:lnTo>
                    <a:pt x="2417826" y="148094"/>
                  </a:lnTo>
                  <a:lnTo>
                    <a:pt x="2513698" y="148094"/>
                  </a:lnTo>
                  <a:lnTo>
                    <a:pt x="2513698" y="115493"/>
                  </a:lnTo>
                  <a:close/>
                </a:path>
                <a:path w="2599054" h="514350">
                  <a:moveTo>
                    <a:pt x="2590241" y="235953"/>
                  </a:moveTo>
                  <a:lnTo>
                    <a:pt x="2494369" y="235953"/>
                  </a:lnTo>
                  <a:lnTo>
                    <a:pt x="2494369" y="268554"/>
                  </a:lnTo>
                  <a:lnTo>
                    <a:pt x="2590241" y="268554"/>
                  </a:lnTo>
                  <a:lnTo>
                    <a:pt x="2590241" y="235953"/>
                  </a:lnTo>
                  <a:close/>
                </a:path>
                <a:path w="2599054" h="514350">
                  <a:moveTo>
                    <a:pt x="2590241" y="60896"/>
                  </a:moveTo>
                  <a:lnTo>
                    <a:pt x="2494369" y="60896"/>
                  </a:lnTo>
                  <a:lnTo>
                    <a:pt x="2494369" y="93497"/>
                  </a:lnTo>
                  <a:lnTo>
                    <a:pt x="2590241" y="93497"/>
                  </a:lnTo>
                  <a:lnTo>
                    <a:pt x="2590241" y="60896"/>
                  </a:lnTo>
                  <a:close/>
                </a:path>
                <a:path w="2599054" h="514350">
                  <a:moveTo>
                    <a:pt x="2598661" y="345135"/>
                  </a:moveTo>
                  <a:lnTo>
                    <a:pt x="2542298" y="345135"/>
                  </a:lnTo>
                  <a:lnTo>
                    <a:pt x="2542298" y="377748"/>
                  </a:lnTo>
                  <a:lnTo>
                    <a:pt x="2598661" y="377748"/>
                  </a:lnTo>
                  <a:lnTo>
                    <a:pt x="2598661" y="345135"/>
                  </a:lnTo>
                  <a:close/>
                </a:path>
                <a:path w="2599054" h="514350">
                  <a:moveTo>
                    <a:pt x="2598661" y="289763"/>
                  </a:moveTo>
                  <a:lnTo>
                    <a:pt x="2563063" y="289763"/>
                  </a:lnTo>
                  <a:lnTo>
                    <a:pt x="2563063" y="322376"/>
                  </a:lnTo>
                  <a:lnTo>
                    <a:pt x="2598661" y="322376"/>
                  </a:lnTo>
                  <a:lnTo>
                    <a:pt x="2598661" y="289763"/>
                  </a:lnTo>
                  <a:close/>
                </a:path>
                <a:path w="2599054" h="514350">
                  <a:moveTo>
                    <a:pt x="2598661" y="170091"/>
                  </a:moveTo>
                  <a:lnTo>
                    <a:pt x="2542298" y="170091"/>
                  </a:lnTo>
                  <a:lnTo>
                    <a:pt x="2542298" y="202692"/>
                  </a:lnTo>
                  <a:lnTo>
                    <a:pt x="2598661" y="202692"/>
                  </a:lnTo>
                  <a:lnTo>
                    <a:pt x="2598661" y="170091"/>
                  </a:lnTo>
                  <a:close/>
                </a:path>
                <a:path w="2599054" h="514350">
                  <a:moveTo>
                    <a:pt x="2598661" y="114719"/>
                  </a:moveTo>
                  <a:lnTo>
                    <a:pt x="2563063" y="114719"/>
                  </a:lnTo>
                  <a:lnTo>
                    <a:pt x="2563063" y="147320"/>
                  </a:lnTo>
                  <a:lnTo>
                    <a:pt x="2598661" y="147320"/>
                  </a:lnTo>
                  <a:lnTo>
                    <a:pt x="2598661" y="114719"/>
                  </a:lnTo>
                  <a:close/>
                </a:path>
              </a:pathLst>
            </a:custGeom>
            <a:solidFill>
              <a:srgbClr val="B9E4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 descr=""/>
            <p:cNvSpPr/>
            <p:nvPr/>
          </p:nvSpPr>
          <p:spPr>
            <a:xfrm>
              <a:off x="4198289" y="7844338"/>
              <a:ext cx="2677795" cy="147955"/>
            </a:xfrm>
            <a:custGeom>
              <a:avLst/>
              <a:gdLst/>
              <a:ahLst/>
              <a:cxnLst/>
              <a:rect l="l" t="t" r="r" b="b"/>
              <a:pathLst>
                <a:path w="2677795" h="147954">
                  <a:moveTo>
                    <a:pt x="687273" y="2946"/>
                  </a:moveTo>
                  <a:lnTo>
                    <a:pt x="52793" y="2946"/>
                  </a:lnTo>
                  <a:lnTo>
                    <a:pt x="32461" y="7353"/>
                  </a:lnTo>
                  <a:lnTo>
                    <a:pt x="16141" y="19227"/>
                  </a:lnTo>
                  <a:lnTo>
                    <a:pt x="5308" y="36576"/>
                  </a:lnTo>
                  <a:lnTo>
                    <a:pt x="1371" y="57378"/>
                  </a:lnTo>
                  <a:lnTo>
                    <a:pt x="1371" y="94869"/>
                  </a:lnTo>
                  <a:lnTo>
                    <a:pt x="5308" y="73748"/>
                  </a:lnTo>
                  <a:lnTo>
                    <a:pt x="16141" y="55714"/>
                  </a:lnTo>
                  <a:lnTo>
                    <a:pt x="32461" y="43141"/>
                  </a:lnTo>
                  <a:lnTo>
                    <a:pt x="35979" y="42329"/>
                  </a:lnTo>
                  <a:lnTo>
                    <a:pt x="9842" y="81089"/>
                  </a:lnTo>
                  <a:lnTo>
                    <a:pt x="0" y="129844"/>
                  </a:lnTo>
                  <a:lnTo>
                    <a:pt x="0" y="144868"/>
                  </a:lnTo>
                  <a:lnTo>
                    <a:pt x="83045" y="144868"/>
                  </a:lnTo>
                  <a:lnTo>
                    <a:pt x="110058" y="144868"/>
                  </a:lnTo>
                  <a:lnTo>
                    <a:pt x="681151" y="144868"/>
                  </a:lnTo>
                  <a:lnTo>
                    <a:pt x="681151" y="38417"/>
                  </a:lnTo>
                  <a:lnTo>
                    <a:pt x="687273" y="38417"/>
                  </a:lnTo>
                  <a:lnTo>
                    <a:pt x="687273" y="2946"/>
                  </a:lnTo>
                  <a:close/>
                </a:path>
                <a:path w="2677795" h="147954">
                  <a:moveTo>
                    <a:pt x="1303693" y="0"/>
                  </a:moveTo>
                  <a:lnTo>
                    <a:pt x="1207820" y="0"/>
                  </a:lnTo>
                  <a:lnTo>
                    <a:pt x="1207820" y="32613"/>
                  </a:lnTo>
                  <a:lnTo>
                    <a:pt x="1303693" y="32613"/>
                  </a:lnTo>
                  <a:lnTo>
                    <a:pt x="1303693" y="0"/>
                  </a:lnTo>
                  <a:close/>
                </a:path>
                <a:path w="2677795" h="147954">
                  <a:moveTo>
                    <a:pt x="1351635" y="109194"/>
                  </a:moveTo>
                  <a:lnTo>
                    <a:pt x="1255763" y="109194"/>
                  </a:lnTo>
                  <a:lnTo>
                    <a:pt x="1255763" y="141795"/>
                  </a:lnTo>
                  <a:lnTo>
                    <a:pt x="1351635" y="141795"/>
                  </a:lnTo>
                  <a:lnTo>
                    <a:pt x="1351635" y="109194"/>
                  </a:lnTo>
                  <a:close/>
                </a:path>
                <a:path w="2677795" h="147954">
                  <a:moveTo>
                    <a:pt x="1372387" y="53822"/>
                  </a:moveTo>
                  <a:lnTo>
                    <a:pt x="1276527" y="53822"/>
                  </a:lnTo>
                  <a:lnTo>
                    <a:pt x="1276527" y="86436"/>
                  </a:lnTo>
                  <a:lnTo>
                    <a:pt x="1372387" y="86436"/>
                  </a:lnTo>
                  <a:lnTo>
                    <a:pt x="1372387" y="53822"/>
                  </a:lnTo>
                  <a:close/>
                </a:path>
                <a:path w="2677795" h="147954">
                  <a:moveTo>
                    <a:pt x="1434668" y="3860"/>
                  </a:moveTo>
                  <a:lnTo>
                    <a:pt x="1338795" y="3860"/>
                  </a:lnTo>
                  <a:lnTo>
                    <a:pt x="1338795" y="36461"/>
                  </a:lnTo>
                  <a:lnTo>
                    <a:pt x="1434668" y="36461"/>
                  </a:lnTo>
                  <a:lnTo>
                    <a:pt x="1434668" y="3860"/>
                  </a:lnTo>
                  <a:close/>
                </a:path>
                <a:path w="2677795" h="147954">
                  <a:moveTo>
                    <a:pt x="1476197" y="98425"/>
                  </a:moveTo>
                  <a:lnTo>
                    <a:pt x="1380324" y="98425"/>
                  </a:lnTo>
                  <a:lnTo>
                    <a:pt x="1380324" y="131025"/>
                  </a:lnTo>
                  <a:lnTo>
                    <a:pt x="1476197" y="131025"/>
                  </a:lnTo>
                  <a:lnTo>
                    <a:pt x="1476197" y="98425"/>
                  </a:lnTo>
                  <a:close/>
                </a:path>
                <a:path w="2677795" h="147954">
                  <a:moveTo>
                    <a:pt x="1612582" y="17081"/>
                  </a:moveTo>
                  <a:lnTo>
                    <a:pt x="1516710" y="17081"/>
                  </a:lnTo>
                  <a:lnTo>
                    <a:pt x="1516710" y="49682"/>
                  </a:lnTo>
                  <a:lnTo>
                    <a:pt x="1612582" y="49682"/>
                  </a:lnTo>
                  <a:lnTo>
                    <a:pt x="1612582" y="17081"/>
                  </a:lnTo>
                  <a:close/>
                </a:path>
                <a:path w="2677795" h="147954">
                  <a:moveTo>
                    <a:pt x="1660525" y="126276"/>
                  </a:moveTo>
                  <a:lnTo>
                    <a:pt x="1564652" y="126276"/>
                  </a:lnTo>
                  <a:lnTo>
                    <a:pt x="1564652" y="144868"/>
                  </a:lnTo>
                  <a:lnTo>
                    <a:pt x="1660525" y="144868"/>
                  </a:lnTo>
                  <a:lnTo>
                    <a:pt x="1660525" y="126276"/>
                  </a:lnTo>
                  <a:close/>
                </a:path>
                <a:path w="2677795" h="147954">
                  <a:moveTo>
                    <a:pt x="1681289" y="70904"/>
                  </a:moveTo>
                  <a:lnTo>
                    <a:pt x="1585417" y="70904"/>
                  </a:lnTo>
                  <a:lnTo>
                    <a:pt x="1585417" y="103505"/>
                  </a:lnTo>
                  <a:lnTo>
                    <a:pt x="1681289" y="103505"/>
                  </a:lnTo>
                  <a:lnTo>
                    <a:pt x="1681289" y="70904"/>
                  </a:lnTo>
                  <a:close/>
                </a:path>
                <a:path w="2677795" h="147954">
                  <a:moveTo>
                    <a:pt x="1743570" y="20929"/>
                  </a:moveTo>
                  <a:lnTo>
                    <a:pt x="1647698" y="20929"/>
                  </a:lnTo>
                  <a:lnTo>
                    <a:pt x="1647698" y="53543"/>
                  </a:lnTo>
                  <a:lnTo>
                    <a:pt x="1743570" y="53543"/>
                  </a:lnTo>
                  <a:lnTo>
                    <a:pt x="1743570" y="20929"/>
                  </a:lnTo>
                  <a:close/>
                </a:path>
                <a:path w="2677795" h="147954">
                  <a:moveTo>
                    <a:pt x="1785086" y="115493"/>
                  </a:moveTo>
                  <a:lnTo>
                    <a:pt x="1689214" y="115493"/>
                  </a:lnTo>
                  <a:lnTo>
                    <a:pt x="1689214" y="144868"/>
                  </a:lnTo>
                  <a:lnTo>
                    <a:pt x="1785086" y="144868"/>
                  </a:lnTo>
                  <a:lnTo>
                    <a:pt x="1785086" y="115493"/>
                  </a:lnTo>
                  <a:close/>
                </a:path>
                <a:path w="2677795" h="147954">
                  <a:moveTo>
                    <a:pt x="1861629" y="60909"/>
                  </a:moveTo>
                  <a:lnTo>
                    <a:pt x="1765757" y="60909"/>
                  </a:lnTo>
                  <a:lnTo>
                    <a:pt x="1765757" y="93510"/>
                  </a:lnTo>
                  <a:lnTo>
                    <a:pt x="1861629" y="93510"/>
                  </a:lnTo>
                  <a:lnTo>
                    <a:pt x="1861629" y="60909"/>
                  </a:lnTo>
                  <a:close/>
                </a:path>
                <a:path w="2677795" h="147954">
                  <a:moveTo>
                    <a:pt x="1930311" y="114719"/>
                  </a:moveTo>
                  <a:lnTo>
                    <a:pt x="1834438" y="114719"/>
                  </a:lnTo>
                  <a:lnTo>
                    <a:pt x="1834438" y="147332"/>
                  </a:lnTo>
                  <a:lnTo>
                    <a:pt x="1930311" y="147332"/>
                  </a:lnTo>
                  <a:lnTo>
                    <a:pt x="1930311" y="114719"/>
                  </a:lnTo>
                  <a:close/>
                </a:path>
                <a:path w="2677795" h="147954">
                  <a:moveTo>
                    <a:pt x="1992591" y="64757"/>
                  </a:moveTo>
                  <a:lnTo>
                    <a:pt x="1896719" y="64757"/>
                  </a:lnTo>
                  <a:lnTo>
                    <a:pt x="1896719" y="97358"/>
                  </a:lnTo>
                  <a:lnTo>
                    <a:pt x="1992591" y="97358"/>
                  </a:lnTo>
                  <a:lnTo>
                    <a:pt x="1992591" y="64757"/>
                  </a:lnTo>
                  <a:close/>
                </a:path>
                <a:path w="2677795" h="147954">
                  <a:moveTo>
                    <a:pt x="2677604" y="129844"/>
                  </a:moveTo>
                  <a:lnTo>
                    <a:pt x="2667749" y="81089"/>
                  </a:lnTo>
                  <a:lnTo>
                    <a:pt x="2641663" y="42405"/>
                  </a:lnTo>
                  <a:lnTo>
                    <a:pt x="2644800" y="43141"/>
                  </a:lnTo>
                  <a:lnTo>
                    <a:pt x="2660345" y="55714"/>
                  </a:lnTo>
                  <a:lnTo>
                    <a:pt x="2670441" y="73748"/>
                  </a:lnTo>
                  <a:lnTo>
                    <a:pt x="2674023" y="94869"/>
                  </a:lnTo>
                  <a:lnTo>
                    <a:pt x="2674023" y="57378"/>
                  </a:lnTo>
                  <a:lnTo>
                    <a:pt x="2670441" y="36576"/>
                  </a:lnTo>
                  <a:lnTo>
                    <a:pt x="2660345" y="19227"/>
                  </a:lnTo>
                  <a:lnTo>
                    <a:pt x="2644800" y="7353"/>
                  </a:lnTo>
                  <a:lnTo>
                    <a:pt x="2624798" y="2946"/>
                  </a:lnTo>
                  <a:lnTo>
                    <a:pt x="2057984" y="2946"/>
                  </a:lnTo>
                  <a:lnTo>
                    <a:pt x="2057984" y="0"/>
                  </a:lnTo>
                  <a:lnTo>
                    <a:pt x="1962111" y="0"/>
                  </a:lnTo>
                  <a:lnTo>
                    <a:pt x="1962111" y="32613"/>
                  </a:lnTo>
                  <a:lnTo>
                    <a:pt x="1992071" y="32613"/>
                  </a:lnTo>
                  <a:lnTo>
                    <a:pt x="1992071" y="38417"/>
                  </a:lnTo>
                  <a:lnTo>
                    <a:pt x="1996452" y="38417"/>
                  </a:lnTo>
                  <a:lnTo>
                    <a:pt x="1996452" y="144868"/>
                  </a:lnTo>
                  <a:lnTo>
                    <a:pt x="2117521" y="144868"/>
                  </a:lnTo>
                  <a:lnTo>
                    <a:pt x="2677604" y="144868"/>
                  </a:lnTo>
                  <a:lnTo>
                    <a:pt x="2677604" y="129844"/>
                  </a:lnTo>
                  <a:close/>
                </a:path>
              </a:pathLst>
            </a:custGeom>
            <a:solidFill>
              <a:srgbClr val="B9E4F8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4" name="object 104" descr=""/>
          <p:cNvGrpSpPr/>
          <p:nvPr/>
        </p:nvGrpSpPr>
        <p:grpSpPr>
          <a:xfrm>
            <a:off x="4485881" y="4201383"/>
            <a:ext cx="2075180" cy="1540510"/>
            <a:chOff x="4485881" y="4201383"/>
            <a:chExt cx="2075180" cy="1540510"/>
          </a:xfrm>
        </p:grpSpPr>
        <p:sp>
          <p:nvSpPr>
            <p:cNvPr id="105" name="object 105" descr=""/>
            <p:cNvSpPr/>
            <p:nvPr/>
          </p:nvSpPr>
          <p:spPr>
            <a:xfrm>
              <a:off x="4485868" y="4700530"/>
              <a:ext cx="2075180" cy="1041400"/>
            </a:xfrm>
            <a:custGeom>
              <a:avLst/>
              <a:gdLst/>
              <a:ahLst/>
              <a:cxnLst/>
              <a:rect l="l" t="t" r="r" b="b"/>
              <a:pathLst>
                <a:path w="2075179" h="1041400">
                  <a:moveTo>
                    <a:pt x="2074837" y="1022032"/>
                  </a:moveTo>
                  <a:lnTo>
                    <a:pt x="2073224" y="974699"/>
                  </a:lnTo>
                  <a:lnTo>
                    <a:pt x="2069414" y="928039"/>
                  </a:lnTo>
                  <a:lnTo>
                    <a:pt x="2066620" y="906538"/>
                  </a:lnTo>
                  <a:lnTo>
                    <a:pt x="2055431" y="836853"/>
                  </a:lnTo>
                  <a:lnTo>
                    <a:pt x="2045360" y="792429"/>
                  </a:lnTo>
                  <a:lnTo>
                    <a:pt x="2033295" y="748817"/>
                  </a:lnTo>
                  <a:lnTo>
                    <a:pt x="2019300" y="706094"/>
                  </a:lnTo>
                  <a:lnTo>
                    <a:pt x="2003399" y="664273"/>
                  </a:lnTo>
                  <a:lnTo>
                    <a:pt x="1988540" y="630072"/>
                  </a:lnTo>
                  <a:lnTo>
                    <a:pt x="1985657" y="623430"/>
                  </a:lnTo>
                  <a:lnTo>
                    <a:pt x="1966125" y="583565"/>
                  </a:lnTo>
                  <a:lnTo>
                    <a:pt x="1948497" y="551395"/>
                  </a:lnTo>
                  <a:lnTo>
                    <a:pt x="1944852" y="544753"/>
                  </a:lnTo>
                  <a:lnTo>
                    <a:pt x="1921878" y="507022"/>
                  </a:lnTo>
                  <a:lnTo>
                    <a:pt x="1900453" y="475208"/>
                  </a:lnTo>
                  <a:lnTo>
                    <a:pt x="1871027" y="434987"/>
                  </a:lnTo>
                  <a:lnTo>
                    <a:pt x="1843252" y="400761"/>
                  </a:lnTo>
                  <a:lnTo>
                    <a:pt x="1813979" y="367792"/>
                  </a:lnTo>
                  <a:lnTo>
                    <a:pt x="1799297" y="352653"/>
                  </a:lnTo>
                  <a:lnTo>
                    <a:pt x="1783257" y="336130"/>
                  </a:lnTo>
                  <a:lnTo>
                    <a:pt x="1751126" y="305803"/>
                  </a:lnTo>
                  <a:lnTo>
                    <a:pt x="1743811" y="299491"/>
                  </a:lnTo>
                  <a:lnTo>
                    <a:pt x="1717636" y="276847"/>
                  </a:lnTo>
                  <a:lnTo>
                    <a:pt x="1682851" y="249326"/>
                  </a:lnTo>
                  <a:lnTo>
                    <a:pt x="1646796" y="223278"/>
                  </a:lnTo>
                  <a:lnTo>
                    <a:pt x="1615719" y="202793"/>
                  </a:lnTo>
                  <a:lnTo>
                    <a:pt x="1609534" y="198729"/>
                  </a:lnTo>
                  <a:lnTo>
                    <a:pt x="1571117" y="175742"/>
                  </a:lnTo>
                  <a:lnTo>
                    <a:pt x="1531594" y="154343"/>
                  </a:lnTo>
                  <a:lnTo>
                    <a:pt x="1491005" y="134581"/>
                  </a:lnTo>
                  <a:lnTo>
                    <a:pt x="1449400" y="116509"/>
                  </a:lnTo>
                  <a:lnTo>
                    <a:pt x="1406829" y="100152"/>
                  </a:lnTo>
                  <a:lnTo>
                    <a:pt x="1363345" y="85559"/>
                  </a:lnTo>
                  <a:lnTo>
                    <a:pt x="1318996" y="72783"/>
                  </a:lnTo>
                  <a:lnTo>
                    <a:pt x="1297508" y="67589"/>
                  </a:lnTo>
                  <a:lnTo>
                    <a:pt x="1273835" y="61849"/>
                  </a:lnTo>
                  <a:lnTo>
                    <a:pt x="1227899" y="52793"/>
                  </a:lnTo>
                  <a:lnTo>
                    <a:pt x="1220025" y="51600"/>
                  </a:lnTo>
                  <a:lnTo>
                    <a:pt x="1204442" y="44069"/>
                  </a:lnTo>
                  <a:lnTo>
                    <a:pt x="1156068" y="25196"/>
                  </a:lnTo>
                  <a:lnTo>
                    <a:pt x="1106119" y="10058"/>
                  </a:lnTo>
                  <a:lnTo>
                    <a:pt x="1096632" y="9525"/>
                  </a:lnTo>
                  <a:lnTo>
                    <a:pt x="1095794" y="9829"/>
                  </a:lnTo>
                  <a:lnTo>
                    <a:pt x="1087729" y="4381"/>
                  </a:lnTo>
                  <a:lnTo>
                    <a:pt x="1066012" y="0"/>
                  </a:lnTo>
                  <a:lnTo>
                    <a:pt x="1008837" y="0"/>
                  </a:lnTo>
                  <a:lnTo>
                    <a:pt x="987132" y="4381"/>
                  </a:lnTo>
                  <a:lnTo>
                    <a:pt x="979373" y="9613"/>
                  </a:lnTo>
                  <a:lnTo>
                    <a:pt x="971283" y="10058"/>
                  </a:lnTo>
                  <a:lnTo>
                    <a:pt x="921334" y="25196"/>
                  </a:lnTo>
                  <a:lnTo>
                    <a:pt x="872959" y="44069"/>
                  </a:lnTo>
                  <a:lnTo>
                    <a:pt x="858532" y="51041"/>
                  </a:lnTo>
                  <a:lnTo>
                    <a:pt x="846963" y="52793"/>
                  </a:lnTo>
                  <a:lnTo>
                    <a:pt x="807910" y="60490"/>
                  </a:lnTo>
                  <a:lnTo>
                    <a:pt x="801027" y="61849"/>
                  </a:lnTo>
                  <a:lnTo>
                    <a:pt x="755853" y="72783"/>
                  </a:lnTo>
                  <a:lnTo>
                    <a:pt x="711504" y="85559"/>
                  </a:lnTo>
                  <a:lnTo>
                    <a:pt x="668020" y="100152"/>
                  </a:lnTo>
                  <a:lnTo>
                    <a:pt x="625449" y="116509"/>
                  </a:lnTo>
                  <a:lnTo>
                    <a:pt x="583844" y="134581"/>
                  </a:lnTo>
                  <a:lnTo>
                    <a:pt x="543255" y="154343"/>
                  </a:lnTo>
                  <a:lnTo>
                    <a:pt x="503732" y="175742"/>
                  </a:lnTo>
                  <a:lnTo>
                    <a:pt x="465315" y="198729"/>
                  </a:lnTo>
                  <a:lnTo>
                    <a:pt x="428053" y="223278"/>
                  </a:lnTo>
                  <a:lnTo>
                    <a:pt x="392010" y="249326"/>
                  </a:lnTo>
                  <a:lnTo>
                    <a:pt x="357212" y="276847"/>
                  </a:lnTo>
                  <a:lnTo>
                    <a:pt x="351015" y="282206"/>
                  </a:lnTo>
                  <a:lnTo>
                    <a:pt x="323723" y="305803"/>
                  </a:lnTo>
                  <a:lnTo>
                    <a:pt x="293979" y="333883"/>
                  </a:lnTo>
                  <a:lnTo>
                    <a:pt x="291592" y="336130"/>
                  </a:lnTo>
                  <a:lnTo>
                    <a:pt x="260870" y="367792"/>
                  </a:lnTo>
                  <a:lnTo>
                    <a:pt x="231597" y="400761"/>
                  </a:lnTo>
                  <a:lnTo>
                    <a:pt x="203822" y="434987"/>
                  </a:lnTo>
                  <a:lnTo>
                    <a:pt x="189966" y="453707"/>
                  </a:lnTo>
                  <a:lnTo>
                    <a:pt x="177596" y="470420"/>
                  </a:lnTo>
                  <a:lnTo>
                    <a:pt x="152971" y="507022"/>
                  </a:lnTo>
                  <a:lnTo>
                    <a:pt x="129997" y="544753"/>
                  </a:lnTo>
                  <a:lnTo>
                    <a:pt x="108724" y="583565"/>
                  </a:lnTo>
                  <a:lnTo>
                    <a:pt x="89192" y="623417"/>
                  </a:lnTo>
                  <a:lnTo>
                    <a:pt x="72974" y="660768"/>
                  </a:lnTo>
                  <a:lnTo>
                    <a:pt x="71450" y="664273"/>
                  </a:lnTo>
                  <a:lnTo>
                    <a:pt x="55549" y="706094"/>
                  </a:lnTo>
                  <a:lnTo>
                    <a:pt x="41554" y="748817"/>
                  </a:lnTo>
                  <a:lnTo>
                    <a:pt x="29489" y="792429"/>
                  </a:lnTo>
                  <a:lnTo>
                    <a:pt x="19418" y="836853"/>
                  </a:lnTo>
                  <a:lnTo>
                    <a:pt x="11379" y="882078"/>
                  </a:lnTo>
                  <a:lnTo>
                    <a:pt x="5435" y="928039"/>
                  </a:lnTo>
                  <a:lnTo>
                    <a:pt x="1625" y="974699"/>
                  </a:lnTo>
                  <a:lnTo>
                    <a:pt x="0" y="1022032"/>
                  </a:lnTo>
                  <a:lnTo>
                    <a:pt x="13525" y="1022032"/>
                  </a:lnTo>
                  <a:lnTo>
                    <a:pt x="181216" y="1022032"/>
                  </a:lnTo>
                  <a:lnTo>
                    <a:pt x="313931" y="1022032"/>
                  </a:lnTo>
                  <a:lnTo>
                    <a:pt x="314248" y="1024623"/>
                  </a:lnTo>
                  <a:lnTo>
                    <a:pt x="318731" y="1032624"/>
                  </a:lnTo>
                  <a:lnTo>
                    <a:pt x="325894" y="1038339"/>
                  </a:lnTo>
                  <a:lnTo>
                    <a:pt x="335013" y="1040968"/>
                  </a:lnTo>
                  <a:lnTo>
                    <a:pt x="336981" y="1041057"/>
                  </a:lnTo>
                  <a:lnTo>
                    <a:pt x="345757" y="1039380"/>
                  </a:lnTo>
                  <a:lnTo>
                    <a:pt x="353123" y="1034757"/>
                  </a:lnTo>
                  <a:lnTo>
                    <a:pt x="358368" y="1027798"/>
                  </a:lnTo>
                  <a:lnTo>
                    <a:pt x="359956" y="1022032"/>
                  </a:lnTo>
                  <a:lnTo>
                    <a:pt x="509727" y="1022032"/>
                  </a:lnTo>
                  <a:lnTo>
                    <a:pt x="1717433" y="1022032"/>
                  </a:lnTo>
                  <a:lnTo>
                    <a:pt x="1719033" y="1027798"/>
                  </a:lnTo>
                  <a:lnTo>
                    <a:pt x="1724279" y="1034757"/>
                  </a:lnTo>
                  <a:lnTo>
                    <a:pt x="1731645" y="1039380"/>
                  </a:lnTo>
                  <a:lnTo>
                    <a:pt x="1740420" y="1041057"/>
                  </a:lnTo>
                  <a:lnTo>
                    <a:pt x="1742389" y="1040968"/>
                  </a:lnTo>
                  <a:lnTo>
                    <a:pt x="1751507" y="1038339"/>
                  </a:lnTo>
                  <a:lnTo>
                    <a:pt x="1758670" y="1032624"/>
                  </a:lnTo>
                  <a:lnTo>
                    <a:pt x="1763153" y="1024623"/>
                  </a:lnTo>
                  <a:lnTo>
                    <a:pt x="1763458" y="1022032"/>
                  </a:lnTo>
                  <a:lnTo>
                    <a:pt x="1823783" y="1022032"/>
                  </a:lnTo>
                  <a:lnTo>
                    <a:pt x="1958111" y="1022032"/>
                  </a:lnTo>
                  <a:lnTo>
                    <a:pt x="2074837" y="1022032"/>
                  </a:lnTo>
                  <a:close/>
                </a:path>
              </a:pathLst>
            </a:custGeom>
            <a:solidFill>
              <a:srgbClr val="B9E4F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6" name="object 106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421783" y="4560733"/>
              <a:ext cx="203040" cy="118090"/>
            </a:xfrm>
            <a:prstGeom prst="rect">
              <a:avLst/>
            </a:prstGeom>
          </p:spPr>
        </p:pic>
        <p:pic>
          <p:nvPicPr>
            <p:cNvPr id="107" name="object 107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456852" y="4449842"/>
              <a:ext cx="132896" cy="77296"/>
            </a:xfrm>
            <a:prstGeom prst="rect">
              <a:avLst/>
            </a:prstGeom>
          </p:spPr>
        </p:pic>
        <p:pic>
          <p:nvPicPr>
            <p:cNvPr id="108" name="object 108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470523" y="4201383"/>
              <a:ext cx="105556" cy="220407"/>
            </a:xfrm>
            <a:prstGeom prst="rect">
              <a:avLst/>
            </a:prstGeom>
          </p:spPr>
        </p:pic>
      </p:grpSp>
      <p:sp>
        <p:nvSpPr>
          <p:cNvPr id="109" name="object 109" descr=""/>
          <p:cNvSpPr/>
          <p:nvPr/>
        </p:nvSpPr>
        <p:spPr>
          <a:xfrm>
            <a:off x="5496683" y="4090573"/>
            <a:ext cx="55880" cy="642620"/>
          </a:xfrm>
          <a:custGeom>
            <a:avLst/>
            <a:gdLst/>
            <a:ahLst/>
            <a:cxnLst/>
            <a:rect l="l" t="t" r="r" b="b"/>
            <a:pathLst>
              <a:path w="55879" h="642620">
                <a:moveTo>
                  <a:pt x="29224" y="0"/>
                </a:moveTo>
                <a:lnTo>
                  <a:pt x="26564" y="0"/>
                </a:lnTo>
                <a:lnTo>
                  <a:pt x="0" y="642545"/>
                </a:lnTo>
                <a:lnTo>
                  <a:pt x="55788" y="642545"/>
                </a:lnTo>
                <a:lnTo>
                  <a:pt x="29224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" name="object 110" descr=""/>
          <p:cNvSpPr/>
          <p:nvPr/>
        </p:nvSpPr>
        <p:spPr>
          <a:xfrm>
            <a:off x="4170705" y="5709125"/>
            <a:ext cx="2705735" cy="270510"/>
          </a:xfrm>
          <a:custGeom>
            <a:avLst/>
            <a:gdLst/>
            <a:ahLst/>
            <a:cxnLst/>
            <a:rect l="l" t="t" r="r" b="b"/>
            <a:pathLst>
              <a:path w="2705734" h="270510">
                <a:moveTo>
                  <a:pt x="2705189" y="96418"/>
                </a:moveTo>
                <a:lnTo>
                  <a:pt x="2441219" y="96418"/>
                </a:lnTo>
                <a:lnTo>
                  <a:pt x="2441219" y="0"/>
                </a:lnTo>
                <a:lnTo>
                  <a:pt x="263944" y="0"/>
                </a:lnTo>
                <a:lnTo>
                  <a:pt x="263944" y="96418"/>
                </a:lnTo>
                <a:lnTo>
                  <a:pt x="0" y="96418"/>
                </a:lnTo>
                <a:lnTo>
                  <a:pt x="0" y="270421"/>
                </a:lnTo>
                <a:lnTo>
                  <a:pt x="2705189" y="270421"/>
                </a:lnTo>
                <a:lnTo>
                  <a:pt x="2705189" y="96418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" name="object 111" descr=""/>
          <p:cNvSpPr/>
          <p:nvPr/>
        </p:nvSpPr>
        <p:spPr>
          <a:xfrm>
            <a:off x="4363573" y="6657189"/>
            <a:ext cx="91440" cy="28575"/>
          </a:xfrm>
          <a:custGeom>
            <a:avLst/>
            <a:gdLst/>
            <a:ahLst/>
            <a:cxnLst/>
            <a:rect l="l" t="t" r="r" b="b"/>
            <a:pathLst>
              <a:path w="91439" h="28575">
                <a:moveTo>
                  <a:pt x="91358" y="0"/>
                </a:moveTo>
                <a:lnTo>
                  <a:pt x="0" y="0"/>
                </a:lnTo>
                <a:lnTo>
                  <a:pt x="0" y="28365"/>
                </a:lnTo>
                <a:lnTo>
                  <a:pt x="91358" y="28365"/>
                </a:lnTo>
                <a:lnTo>
                  <a:pt x="91358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" name="object 112" descr=""/>
          <p:cNvSpPr/>
          <p:nvPr/>
        </p:nvSpPr>
        <p:spPr>
          <a:xfrm>
            <a:off x="4365409" y="6098304"/>
            <a:ext cx="310515" cy="587375"/>
          </a:xfrm>
          <a:custGeom>
            <a:avLst/>
            <a:gdLst/>
            <a:ahLst/>
            <a:cxnLst/>
            <a:rect l="l" t="t" r="r" b="b"/>
            <a:pathLst>
              <a:path w="310514" h="587375">
                <a:moveTo>
                  <a:pt x="29222" y="491350"/>
                </a:moveTo>
                <a:lnTo>
                  <a:pt x="0" y="491350"/>
                </a:lnTo>
                <a:lnTo>
                  <a:pt x="0" y="549211"/>
                </a:lnTo>
                <a:lnTo>
                  <a:pt x="29222" y="549211"/>
                </a:lnTo>
                <a:lnTo>
                  <a:pt x="29222" y="491350"/>
                </a:lnTo>
                <a:close/>
              </a:path>
              <a:path w="310514" h="587375">
                <a:moveTo>
                  <a:pt x="29222" y="396621"/>
                </a:moveTo>
                <a:lnTo>
                  <a:pt x="0" y="396621"/>
                </a:lnTo>
                <a:lnTo>
                  <a:pt x="0" y="485305"/>
                </a:lnTo>
                <a:lnTo>
                  <a:pt x="29222" y="485305"/>
                </a:lnTo>
                <a:lnTo>
                  <a:pt x="29222" y="396621"/>
                </a:lnTo>
                <a:close/>
              </a:path>
              <a:path w="310514" h="587375">
                <a:moveTo>
                  <a:pt x="29222" y="300812"/>
                </a:moveTo>
                <a:lnTo>
                  <a:pt x="0" y="300812"/>
                </a:lnTo>
                <a:lnTo>
                  <a:pt x="0" y="389496"/>
                </a:lnTo>
                <a:lnTo>
                  <a:pt x="29222" y="389496"/>
                </a:lnTo>
                <a:lnTo>
                  <a:pt x="29222" y="300812"/>
                </a:lnTo>
                <a:close/>
              </a:path>
              <a:path w="310514" h="587375">
                <a:moveTo>
                  <a:pt x="29222" y="200787"/>
                </a:moveTo>
                <a:lnTo>
                  <a:pt x="0" y="200787"/>
                </a:lnTo>
                <a:lnTo>
                  <a:pt x="0" y="289471"/>
                </a:lnTo>
                <a:lnTo>
                  <a:pt x="29222" y="289471"/>
                </a:lnTo>
                <a:lnTo>
                  <a:pt x="29222" y="200787"/>
                </a:lnTo>
                <a:close/>
              </a:path>
              <a:path w="310514" h="587375">
                <a:moveTo>
                  <a:pt x="29222" y="99225"/>
                </a:moveTo>
                <a:lnTo>
                  <a:pt x="0" y="99225"/>
                </a:lnTo>
                <a:lnTo>
                  <a:pt x="0" y="187896"/>
                </a:lnTo>
                <a:lnTo>
                  <a:pt x="29222" y="187896"/>
                </a:lnTo>
                <a:lnTo>
                  <a:pt x="29222" y="99225"/>
                </a:lnTo>
                <a:close/>
              </a:path>
              <a:path w="310514" h="587375">
                <a:moveTo>
                  <a:pt x="112369" y="431977"/>
                </a:moveTo>
                <a:lnTo>
                  <a:pt x="66675" y="431977"/>
                </a:lnTo>
                <a:lnTo>
                  <a:pt x="66675" y="477659"/>
                </a:lnTo>
                <a:lnTo>
                  <a:pt x="112369" y="477659"/>
                </a:lnTo>
                <a:lnTo>
                  <a:pt x="112369" y="431977"/>
                </a:lnTo>
                <a:close/>
              </a:path>
              <a:path w="310514" h="587375">
                <a:moveTo>
                  <a:pt x="112369" y="375018"/>
                </a:moveTo>
                <a:lnTo>
                  <a:pt x="66675" y="375018"/>
                </a:lnTo>
                <a:lnTo>
                  <a:pt x="66675" y="420687"/>
                </a:lnTo>
                <a:lnTo>
                  <a:pt x="112369" y="420687"/>
                </a:lnTo>
                <a:lnTo>
                  <a:pt x="112369" y="375018"/>
                </a:lnTo>
                <a:close/>
              </a:path>
              <a:path w="310514" h="587375">
                <a:moveTo>
                  <a:pt x="112369" y="209384"/>
                </a:moveTo>
                <a:lnTo>
                  <a:pt x="66675" y="209384"/>
                </a:lnTo>
                <a:lnTo>
                  <a:pt x="66675" y="255054"/>
                </a:lnTo>
                <a:lnTo>
                  <a:pt x="112369" y="255054"/>
                </a:lnTo>
                <a:lnTo>
                  <a:pt x="112369" y="209384"/>
                </a:lnTo>
                <a:close/>
              </a:path>
              <a:path w="310514" h="587375">
                <a:moveTo>
                  <a:pt x="112369" y="152400"/>
                </a:moveTo>
                <a:lnTo>
                  <a:pt x="66675" y="152400"/>
                </a:lnTo>
                <a:lnTo>
                  <a:pt x="66675" y="198069"/>
                </a:lnTo>
                <a:lnTo>
                  <a:pt x="112369" y="198069"/>
                </a:lnTo>
                <a:lnTo>
                  <a:pt x="112369" y="152400"/>
                </a:lnTo>
                <a:close/>
              </a:path>
              <a:path w="310514" h="587375">
                <a:moveTo>
                  <a:pt x="144919" y="24561"/>
                </a:moveTo>
                <a:lnTo>
                  <a:pt x="130302" y="0"/>
                </a:lnTo>
                <a:lnTo>
                  <a:pt x="14617" y="64833"/>
                </a:lnTo>
                <a:lnTo>
                  <a:pt x="29235" y="89408"/>
                </a:lnTo>
                <a:lnTo>
                  <a:pt x="144919" y="24561"/>
                </a:lnTo>
                <a:close/>
              </a:path>
              <a:path w="310514" h="587375">
                <a:moveTo>
                  <a:pt x="154317" y="482041"/>
                </a:moveTo>
                <a:lnTo>
                  <a:pt x="108648" y="482041"/>
                </a:lnTo>
                <a:lnTo>
                  <a:pt x="108648" y="527710"/>
                </a:lnTo>
                <a:lnTo>
                  <a:pt x="154317" y="527710"/>
                </a:lnTo>
                <a:lnTo>
                  <a:pt x="154317" y="482041"/>
                </a:lnTo>
                <a:close/>
              </a:path>
              <a:path w="310514" h="587375">
                <a:moveTo>
                  <a:pt x="154317" y="319074"/>
                </a:moveTo>
                <a:lnTo>
                  <a:pt x="108648" y="319074"/>
                </a:lnTo>
                <a:lnTo>
                  <a:pt x="108648" y="364756"/>
                </a:lnTo>
                <a:lnTo>
                  <a:pt x="154317" y="364756"/>
                </a:lnTo>
                <a:lnTo>
                  <a:pt x="154317" y="319074"/>
                </a:lnTo>
                <a:close/>
              </a:path>
              <a:path w="310514" h="587375">
                <a:moveTo>
                  <a:pt x="154317" y="259422"/>
                </a:moveTo>
                <a:lnTo>
                  <a:pt x="108648" y="259422"/>
                </a:lnTo>
                <a:lnTo>
                  <a:pt x="108648" y="305092"/>
                </a:lnTo>
                <a:lnTo>
                  <a:pt x="154317" y="305092"/>
                </a:lnTo>
                <a:lnTo>
                  <a:pt x="154317" y="259422"/>
                </a:lnTo>
                <a:close/>
              </a:path>
              <a:path w="310514" h="587375">
                <a:moveTo>
                  <a:pt x="154317" y="96951"/>
                </a:moveTo>
                <a:lnTo>
                  <a:pt x="108648" y="96951"/>
                </a:lnTo>
                <a:lnTo>
                  <a:pt x="108648" y="142163"/>
                </a:lnTo>
                <a:lnTo>
                  <a:pt x="154317" y="142163"/>
                </a:lnTo>
                <a:lnTo>
                  <a:pt x="154317" y="96951"/>
                </a:lnTo>
                <a:close/>
              </a:path>
              <a:path w="310514" h="587375">
                <a:moveTo>
                  <a:pt x="187591" y="437134"/>
                </a:moveTo>
                <a:lnTo>
                  <a:pt x="131470" y="437134"/>
                </a:lnTo>
                <a:lnTo>
                  <a:pt x="131470" y="472490"/>
                </a:lnTo>
                <a:lnTo>
                  <a:pt x="187591" y="472490"/>
                </a:lnTo>
                <a:lnTo>
                  <a:pt x="187591" y="437134"/>
                </a:lnTo>
                <a:close/>
              </a:path>
              <a:path w="310514" h="587375">
                <a:moveTo>
                  <a:pt x="187591" y="379399"/>
                </a:moveTo>
                <a:lnTo>
                  <a:pt x="131470" y="379399"/>
                </a:lnTo>
                <a:lnTo>
                  <a:pt x="131470" y="414756"/>
                </a:lnTo>
                <a:lnTo>
                  <a:pt x="187591" y="414756"/>
                </a:lnTo>
                <a:lnTo>
                  <a:pt x="187591" y="379399"/>
                </a:lnTo>
                <a:close/>
              </a:path>
              <a:path w="310514" h="587375">
                <a:moveTo>
                  <a:pt x="187591" y="214541"/>
                </a:moveTo>
                <a:lnTo>
                  <a:pt x="131470" y="214541"/>
                </a:lnTo>
                <a:lnTo>
                  <a:pt x="131470" y="249897"/>
                </a:lnTo>
                <a:lnTo>
                  <a:pt x="187591" y="249897"/>
                </a:lnTo>
                <a:lnTo>
                  <a:pt x="187591" y="214541"/>
                </a:lnTo>
                <a:close/>
              </a:path>
              <a:path w="310514" h="587375">
                <a:moveTo>
                  <a:pt x="187591" y="156794"/>
                </a:moveTo>
                <a:lnTo>
                  <a:pt x="131470" y="156794"/>
                </a:lnTo>
                <a:lnTo>
                  <a:pt x="131470" y="192163"/>
                </a:lnTo>
                <a:lnTo>
                  <a:pt x="187591" y="192163"/>
                </a:lnTo>
                <a:lnTo>
                  <a:pt x="187591" y="156794"/>
                </a:lnTo>
                <a:close/>
              </a:path>
              <a:path w="310514" h="587375">
                <a:moveTo>
                  <a:pt x="199999" y="558888"/>
                </a:moveTo>
                <a:lnTo>
                  <a:pt x="108635" y="558888"/>
                </a:lnTo>
                <a:lnTo>
                  <a:pt x="108635" y="587260"/>
                </a:lnTo>
                <a:lnTo>
                  <a:pt x="199999" y="587260"/>
                </a:lnTo>
                <a:lnTo>
                  <a:pt x="199999" y="558888"/>
                </a:lnTo>
                <a:close/>
              </a:path>
              <a:path w="310514" h="587375">
                <a:moveTo>
                  <a:pt x="210439" y="482041"/>
                </a:moveTo>
                <a:lnTo>
                  <a:pt x="164757" y="482041"/>
                </a:lnTo>
                <a:lnTo>
                  <a:pt x="164757" y="527710"/>
                </a:lnTo>
                <a:lnTo>
                  <a:pt x="210439" y="527710"/>
                </a:lnTo>
                <a:lnTo>
                  <a:pt x="210439" y="482041"/>
                </a:lnTo>
                <a:close/>
              </a:path>
              <a:path w="310514" h="587375">
                <a:moveTo>
                  <a:pt x="210439" y="319074"/>
                </a:moveTo>
                <a:lnTo>
                  <a:pt x="164757" y="319074"/>
                </a:lnTo>
                <a:lnTo>
                  <a:pt x="164757" y="364756"/>
                </a:lnTo>
                <a:lnTo>
                  <a:pt x="210439" y="364756"/>
                </a:lnTo>
                <a:lnTo>
                  <a:pt x="210439" y="319074"/>
                </a:lnTo>
                <a:close/>
              </a:path>
              <a:path w="310514" h="587375">
                <a:moveTo>
                  <a:pt x="210439" y="259422"/>
                </a:moveTo>
                <a:lnTo>
                  <a:pt x="164757" y="259422"/>
                </a:lnTo>
                <a:lnTo>
                  <a:pt x="164757" y="305092"/>
                </a:lnTo>
                <a:lnTo>
                  <a:pt x="210439" y="305092"/>
                </a:lnTo>
                <a:lnTo>
                  <a:pt x="210439" y="259422"/>
                </a:lnTo>
                <a:close/>
              </a:path>
              <a:path w="310514" h="587375">
                <a:moveTo>
                  <a:pt x="210439" y="96951"/>
                </a:moveTo>
                <a:lnTo>
                  <a:pt x="164757" y="96951"/>
                </a:lnTo>
                <a:lnTo>
                  <a:pt x="164757" y="142163"/>
                </a:lnTo>
                <a:lnTo>
                  <a:pt x="210439" y="142163"/>
                </a:lnTo>
                <a:lnTo>
                  <a:pt x="210439" y="96951"/>
                </a:lnTo>
                <a:close/>
              </a:path>
              <a:path w="310514" h="587375">
                <a:moveTo>
                  <a:pt x="253428" y="431977"/>
                </a:moveTo>
                <a:lnTo>
                  <a:pt x="207759" y="431977"/>
                </a:lnTo>
                <a:lnTo>
                  <a:pt x="207759" y="477659"/>
                </a:lnTo>
                <a:lnTo>
                  <a:pt x="253428" y="477659"/>
                </a:lnTo>
                <a:lnTo>
                  <a:pt x="253428" y="431977"/>
                </a:lnTo>
                <a:close/>
              </a:path>
              <a:path w="310514" h="587375">
                <a:moveTo>
                  <a:pt x="253428" y="375018"/>
                </a:moveTo>
                <a:lnTo>
                  <a:pt x="207759" y="375018"/>
                </a:lnTo>
                <a:lnTo>
                  <a:pt x="207759" y="420687"/>
                </a:lnTo>
                <a:lnTo>
                  <a:pt x="253428" y="420687"/>
                </a:lnTo>
                <a:lnTo>
                  <a:pt x="253428" y="375018"/>
                </a:lnTo>
                <a:close/>
              </a:path>
              <a:path w="310514" h="587375">
                <a:moveTo>
                  <a:pt x="253428" y="209384"/>
                </a:moveTo>
                <a:lnTo>
                  <a:pt x="207759" y="209384"/>
                </a:lnTo>
                <a:lnTo>
                  <a:pt x="207759" y="255054"/>
                </a:lnTo>
                <a:lnTo>
                  <a:pt x="253428" y="255054"/>
                </a:lnTo>
                <a:lnTo>
                  <a:pt x="253428" y="209384"/>
                </a:lnTo>
                <a:close/>
              </a:path>
              <a:path w="310514" h="587375">
                <a:moveTo>
                  <a:pt x="253428" y="152400"/>
                </a:moveTo>
                <a:lnTo>
                  <a:pt x="207759" y="152400"/>
                </a:lnTo>
                <a:lnTo>
                  <a:pt x="207759" y="198069"/>
                </a:lnTo>
                <a:lnTo>
                  <a:pt x="253428" y="198069"/>
                </a:lnTo>
                <a:lnTo>
                  <a:pt x="253428" y="152400"/>
                </a:lnTo>
                <a:close/>
              </a:path>
              <a:path w="310514" h="587375">
                <a:moveTo>
                  <a:pt x="295744" y="64833"/>
                </a:moveTo>
                <a:lnTo>
                  <a:pt x="180060" y="0"/>
                </a:lnTo>
                <a:lnTo>
                  <a:pt x="165442" y="24561"/>
                </a:lnTo>
                <a:lnTo>
                  <a:pt x="281127" y="89408"/>
                </a:lnTo>
                <a:lnTo>
                  <a:pt x="295744" y="64833"/>
                </a:lnTo>
                <a:close/>
              </a:path>
              <a:path w="310514" h="587375">
                <a:moveTo>
                  <a:pt x="310476" y="558888"/>
                </a:moveTo>
                <a:lnTo>
                  <a:pt x="219113" y="558888"/>
                </a:lnTo>
                <a:lnTo>
                  <a:pt x="219113" y="587260"/>
                </a:lnTo>
                <a:lnTo>
                  <a:pt x="310476" y="587260"/>
                </a:lnTo>
                <a:lnTo>
                  <a:pt x="310476" y="558888"/>
                </a:lnTo>
                <a:close/>
              </a:path>
              <a:path w="310514" h="587375">
                <a:moveTo>
                  <a:pt x="310476" y="491350"/>
                </a:moveTo>
                <a:lnTo>
                  <a:pt x="281254" y="491350"/>
                </a:lnTo>
                <a:lnTo>
                  <a:pt x="281254" y="549211"/>
                </a:lnTo>
                <a:lnTo>
                  <a:pt x="310476" y="549211"/>
                </a:lnTo>
                <a:lnTo>
                  <a:pt x="310476" y="491350"/>
                </a:lnTo>
                <a:close/>
              </a:path>
              <a:path w="310514" h="587375">
                <a:moveTo>
                  <a:pt x="310476" y="396621"/>
                </a:moveTo>
                <a:lnTo>
                  <a:pt x="281254" y="396621"/>
                </a:lnTo>
                <a:lnTo>
                  <a:pt x="281254" y="485305"/>
                </a:lnTo>
                <a:lnTo>
                  <a:pt x="310476" y="485305"/>
                </a:lnTo>
                <a:lnTo>
                  <a:pt x="310476" y="396621"/>
                </a:lnTo>
                <a:close/>
              </a:path>
              <a:path w="310514" h="587375">
                <a:moveTo>
                  <a:pt x="310476" y="300812"/>
                </a:moveTo>
                <a:lnTo>
                  <a:pt x="281254" y="300812"/>
                </a:lnTo>
                <a:lnTo>
                  <a:pt x="281254" y="389496"/>
                </a:lnTo>
                <a:lnTo>
                  <a:pt x="310476" y="389496"/>
                </a:lnTo>
                <a:lnTo>
                  <a:pt x="310476" y="300812"/>
                </a:lnTo>
                <a:close/>
              </a:path>
              <a:path w="310514" h="587375">
                <a:moveTo>
                  <a:pt x="310476" y="200787"/>
                </a:moveTo>
                <a:lnTo>
                  <a:pt x="281254" y="200787"/>
                </a:lnTo>
                <a:lnTo>
                  <a:pt x="281254" y="289471"/>
                </a:lnTo>
                <a:lnTo>
                  <a:pt x="310476" y="289471"/>
                </a:lnTo>
                <a:lnTo>
                  <a:pt x="310476" y="200787"/>
                </a:lnTo>
                <a:close/>
              </a:path>
              <a:path w="310514" h="587375">
                <a:moveTo>
                  <a:pt x="310476" y="99225"/>
                </a:moveTo>
                <a:lnTo>
                  <a:pt x="281254" y="99225"/>
                </a:lnTo>
                <a:lnTo>
                  <a:pt x="281254" y="187896"/>
                </a:lnTo>
                <a:lnTo>
                  <a:pt x="310476" y="187896"/>
                </a:lnTo>
                <a:lnTo>
                  <a:pt x="310476" y="99225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" name="object 113" descr=""/>
          <p:cNvSpPr/>
          <p:nvPr/>
        </p:nvSpPr>
        <p:spPr>
          <a:xfrm>
            <a:off x="4363573" y="7781825"/>
            <a:ext cx="91440" cy="28575"/>
          </a:xfrm>
          <a:custGeom>
            <a:avLst/>
            <a:gdLst/>
            <a:ahLst/>
            <a:cxnLst/>
            <a:rect l="l" t="t" r="r" b="b"/>
            <a:pathLst>
              <a:path w="91439" h="28575">
                <a:moveTo>
                  <a:pt x="91358" y="0"/>
                </a:moveTo>
                <a:lnTo>
                  <a:pt x="0" y="0"/>
                </a:lnTo>
                <a:lnTo>
                  <a:pt x="0" y="28365"/>
                </a:lnTo>
                <a:lnTo>
                  <a:pt x="91358" y="28365"/>
                </a:lnTo>
                <a:lnTo>
                  <a:pt x="91358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" name="object 114" descr=""/>
          <p:cNvSpPr/>
          <p:nvPr/>
        </p:nvSpPr>
        <p:spPr>
          <a:xfrm>
            <a:off x="4365409" y="7322165"/>
            <a:ext cx="29845" cy="190500"/>
          </a:xfrm>
          <a:custGeom>
            <a:avLst/>
            <a:gdLst/>
            <a:ahLst/>
            <a:cxnLst/>
            <a:rect l="l" t="t" r="r" b="b"/>
            <a:pathLst>
              <a:path w="29845" h="190500">
                <a:moveTo>
                  <a:pt x="29222" y="101561"/>
                </a:moveTo>
                <a:lnTo>
                  <a:pt x="0" y="101561"/>
                </a:lnTo>
                <a:lnTo>
                  <a:pt x="0" y="190246"/>
                </a:lnTo>
                <a:lnTo>
                  <a:pt x="29222" y="190246"/>
                </a:lnTo>
                <a:lnTo>
                  <a:pt x="29222" y="101561"/>
                </a:lnTo>
                <a:close/>
              </a:path>
              <a:path w="29845" h="190500">
                <a:moveTo>
                  <a:pt x="29222" y="0"/>
                </a:moveTo>
                <a:lnTo>
                  <a:pt x="0" y="0"/>
                </a:lnTo>
                <a:lnTo>
                  <a:pt x="0" y="88671"/>
                </a:lnTo>
                <a:lnTo>
                  <a:pt x="29222" y="88671"/>
                </a:lnTo>
                <a:lnTo>
                  <a:pt x="29222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" name="object 115" descr=""/>
          <p:cNvSpPr/>
          <p:nvPr/>
        </p:nvSpPr>
        <p:spPr>
          <a:xfrm>
            <a:off x="4646664" y="7423721"/>
            <a:ext cx="29845" cy="88900"/>
          </a:xfrm>
          <a:custGeom>
            <a:avLst/>
            <a:gdLst/>
            <a:ahLst/>
            <a:cxnLst/>
            <a:rect l="l" t="t" r="r" b="b"/>
            <a:pathLst>
              <a:path w="29845" h="88900">
                <a:moveTo>
                  <a:pt x="29224" y="0"/>
                </a:moveTo>
                <a:lnTo>
                  <a:pt x="0" y="0"/>
                </a:lnTo>
                <a:lnTo>
                  <a:pt x="0" y="88677"/>
                </a:lnTo>
                <a:lnTo>
                  <a:pt x="29224" y="88677"/>
                </a:lnTo>
                <a:lnTo>
                  <a:pt x="29224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" name="object 116" descr=""/>
          <p:cNvSpPr/>
          <p:nvPr/>
        </p:nvSpPr>
        <p:spPr>
          <a:xfrm>
            <a:off x="4365416" y="7523760"/>
            <a:ext cx="29845" cy="88900"/>
          </a:xfrm>
          <a:custGeom>
            <a:avLst/>
            <a:gdLst/>
            <a:ahLst/>
            <a:cxnLst/>
            <a:rect l="l" t="t" r="r" b="b"/>
            <a:pathLst>
              <a:path w="29845" h="88900">
                <a:moveTo>
                  <a:pt x="29224" y="0"/>
                </a:moveTo>
                <a:lnTo>
                  <a:pt x="0" y="0"/>
                </a:lnTo>
                <a:lnTo>
                  <a:pt x="0" y="88677"/>
                </a:lnTo>
                <a:lnTo>
                  <a:pt x="29224" y="88677"/>
                </a:lnTo>
                <a:lnTo>
                  <a:pt x="29224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" name="object 117" descr=""/>
          <p:cNvSpPr/>
          <p:nvPr/>
        </p:nvSpPr>
        <p:spPr>
          <a:xfrm>
            <a:off x="4646664" y="7523760"/>
            <a:ext cx="29845" cy="88900"/>
          </a:xfrm>
          <a:custGeom>
            <a:avLst/>
            <a:gdLst/>
            <a:ahLst/>
            <a:cxnLst/>
            <a:rect l="l" t="t" r="r" b="b"/>
            <a:pathLst>
              <a:path w="29845" h="88900">
                <a:moveTo>
                  <a:pt x="29224" y="0"/>
                </a:moveTo>
                <a:lnTo>
                  <a:pt x="0" y="0"/>
                </a:lnTo>
                <a:lnTo>
                  <a:pt x="0" y="88677"/>
                </a:lnTo>
                <a:lnTo>
                  <a:pt x="29224" y="88677"/>
                </a:lnTo>
                <a:lnTo>
                  <a:pt x="29224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" name="object 118" descr=""/>
          <p:cNvSpPr/>
          <p:nvPr/>
        </p:nvSpPr>
        <p:spPr>
          <a:xfrm>
            <a:off x="4365416" y="7619558"/>
            <a:ext cx="29845" cy="88900"/>
          </a:xfrm>
          <a:custGeom>
            <a:avLst/>
            <a:gdLst/>
            <a:ahLst/>
            <a:cxnLst/>
            <a:rect l="l" t="t" r="r" b="b"/>
            <a:pathLst>
              <a:path w="29845" h="88900">
                <a:moveTo>
                  <a:pt x="29224" y="0"/>
                </a:moveTo>
                <a:lnTo>
                  <a:pt x="0" y="0"/>
                </a:lnTo>
                <a:lnTo>
                  <a:pt x="0" y="88677"/>
                </a:lnTo>
                <a:lnTo>
                  <a:pt x="29224" y="88677"/>
                </a:lnTo>
                <a:lnTo>
                  <a:pt x="29224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" name="object 119" descr=""/>
          <p:cNvSpPr/>
          <p:nvPr/>
        </p:nvSpPr>
        <p:spPr>
          <a:xfrm>
            <a:off x="4646664" y="7619558"/>
            <a:ext cx="29845" cy="88900"/>
          </a:xfrm>
          <a:custGeom>
            <a:avLst/>
            <a:gdLst/>
            <a:ahLst/>
            <a:cxnLst/>
            <a:rect l="l" t="t" r="r" b="b"/>
            <a:pathLst>
              <a:path w="29845" h="88900">
                <a:moveTo>
                  <a:pt x="29224" y="0"/>
                </a:moveTo>
                <a:lnTo>
                  <a:pt x="0" y="0"/>
                </a:lnTo>
                <a:lnTo>
                  <a:pt x="0" y="88677"/>
                </a:lnTo>
                <a:lnTo>
                  <a:pt x="29224" y="88677"/>
                </a:lnTo>
                <a:lnTo>
                  <a:pt x="29224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" name="object 120" descr=""/>
          <p:cNvSpPr/>
          <p:nvPr/>
        </p:nvSpPr>
        <p:spPr>
          <a:xfrm>
            <a:off x="4365416" y="7714288"/>
            <a:ext cx="29845" cy="58419"/>
          </a:xfrm>
          <a:custGeom>
            <a:avLst/>
            <a:gdLst/>
            <a:ahLst/>
            <a:cxnLst/>
            <a:rect l="l" t="t" r="r" b="b"/>
            <a:pathLst>
              <a:path w="29845" h="58420">
                <a:moveTo>
                  <a:pt x="29224" y="0"/>
                </a:moveTo>
                <a:lnTo>
                  <a:pt x="0" y="0"/>
                </a:lnTo>
                <a:lnTo>
                  <a:pt x="0" y="57851"/>
                </a:lnTo>
                <a:lnTo>
                  <a:pt x="29224" y="57851"/>
                </a:lnTo>
                <a:lnTo>
                  <a:pt x="29224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" name="object 121" descr=""/>
          <p:cNvSpPr/>
          <p:nvPr/>
        </p:nvSpPr>
        <p:spPr>
          <a:xfrm>
            <a:off x="4646664" y="7714288"/>
            <a:ext cx="29845" cy="58419"/>
          </a:xfrm>
          <a:custGeom>
            <a:avLst/>
            <a:gdLst/>
            <a:ahLst/>
            <a:cxnLst/>
            <a:rect l="l" t="t" r="r" b="b"/>
            <a:pathLst>
              <a:path w="29845" h="58420">
                <a:moveTo>
                  <a:pt x="29224" y="0"/>
                </a:moveTo>
                <a:lnTo>
                  <a:pt x="0" y="0"/>
                </a:lnTo>
                <a:lnTo>
                  <a:pt x="0" y="57851"/>
                </a:lnTo>
                <a:lnTo>
                  <a:pt x="29224" y="57851"/>
                </a:lnTo>
                <a:lnTo>
                  <a:pt x="29224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" name="object 122" descr=""/>
          <p:cNvSpPr/>
          <p:nvPr/>
        </p:nvSpPr>
        <p:spPr>
          <a:xfrm>
            <a:off x="4646664" y="7322153"/>
            <a:ext cx="29845" cy="88900"/>
          </a:xfrm>
          <a:custGeom>
            <a:avLst/>
            <a:gdLst/>
            <a:ahLst/>
            <a:cxnLst/>
            <a:rect l="l" t="t" r="r" b="b"/>
            <a:pathLst>
              <a:path w="29845" h="88900">
                <a:moveTo>
                  <a:pt x="29224" y="0"/>
                </a:moveTo>
                <a:lnTo>
                  <a:pt x="0" y="0"/>
                </a:lnTo>
                <a:lnTo>
                  <a:pt x="0" y="88677"/>
                </a:lnTo>
                <a:lnTo>
                  <a:pt x="29224" y="88677"/>
                </a:lnTo>
                <a:lnTo>
                  <a:pt x="29224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" name="object 123" descr=""/>
          <p:cNvSpPr/>
          <p:nvPr/>
        </p:nvSpPr>
        <p:spPr>
          <a:xfrm>
            <a:off x="4474045" y="7781829"/>
            <a:ext cx="201930" cy="28575"/>
          </a:xfrm>
          <a:custGeom>
            <a:avLst/>
            <a:gdLst/>
            <a:ahLst/>
            <a:cxnLst/>
            <a:rect l="l" t="t" r="r" b="b"/>
            <a:pathLst>
              <a:path w="201929" h="28575">
                <a:moveTo>
                  <a:pt x="91363" y="0"/>
                </a:moveTo>
                <a:lnTo>
                  <a:pt x="0" y="0"/>
                </a:lnTo>
                <a:lnTo>
                  <a:pt x="0" y="28371"/>
                </a:lnTo>
                <a:lnTo>
                  <a:pt x="91363" y="28371"/>
                </a:lnTo>
                <a:lnTo>
                  <a:pt x="91363" y="0"/>
                </a:lnTo>
                <a:close/>
              </a:path>
              <a:path w="201929" h="28575">
                <a:moveTo>
                  <a:pt x="201841" y="0"/>
                </a:moveTo>
                <a:lnTo>
                  <a:pt x="110477" y="0"/>
                </a:lnTo>
                <a:lnTo>
                  <a:pt x="110477" y="28371"/>
                </a:lnTo>
                <a:lnTo>
                  <a:pt x="201841" y="28371"/>
                </a:lnTo>
                <a:lnTo>
                  <a:pt x="201841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" name="object 124" descr=""/>
          <p:cNvSpPr/>
          <p:nvPr/>
        </p:nvSpPr>
        <p:spPr>
          <a:xfrm>
            <a:off x="4363567" y="7267111"/>
            <a:ext cx="312420" cy="98425"/>
          </a:xfrm>
          <a:custGeom>
            <a:avLst/>
            <a:gdLst/>
            <a:ahLst/>
            <a:cxnLst/>
            <a:rect l="l" t="t" r="r" b="b"/>
            <a:pathLst>
              <a:path w="312420" h="98425">
                <a:moveTo>
                  <a:pt x="91363" y="0"/>
                </a:moveTo>
                <a:lnTo>
                  <a:pt x="0" y="0"/>
                </a:lnTo>
                <a:lnTo>
                  <a:pt x="0" y="28371"/>
                </a:lnTo>
                <a:lnTo>
                  <a:pt x="91363" y="28371"/>
                </a:lnTo>
                <a:lnTo>
                  <a:pt x="91363" y="0"/>
                </a:lnTo>
                <a:close/>
              </a:path>
              <a:path w="312420" h="98425">
                <a:moveTo>
                  <a:pt x="156159" y="52311"/>
                </a:moveTo>
                <a:lnTo>
                  <a:pt x="110490" y="52311"/>
                </a:lnTo>
                <a:lnTo>
                  <a:pt x="110490" y="97993"/>
                </a:lnTo>
                <a:lnTo>
                  <a:pt x="156159" y="97993"/>
                </a:lnTo>
                <a:lnTo>
                  <a:pt x="156159" y="52311"/>
                </a:lnTo>
                <a:close/>
              </a:path>
              <a:path w="312420" h="98425">
                <a:moveTo>
                  <a:pt x="201841" y="0"/>
                </a:moveTo>
                <a:lnTo>
                  <a:pt x="110477" y="0"/>
                </a:lnTo>
                <a:lnTo>
                  <a:pt x="110477" y="28371"/>
                </a:lnTo>
                <a:lnTo>
                  <a:pt x="201841" y="28371"/>
                </a:lnTo>
                <a:lnTo>
                  <a:pt x="201841" y="0"/>
                </a:lnTo>
                <a:close/>
              </a:path>
              <a:path w="312420" h="98425">
                <a:moveTo>
                  <a:pt x="312318" y="0"/>
                </a:moveTo>
                <a:lnTo>
                  <a:pt x="220954" y="0"/>
                </a:lnTo>
                <a:lnTo>
                  <a:pt x="220954" y="28371"/>
                </a:lnTo>
                <a:lnTo>
                  <a:pt x="312318" y="28371"/>
                </a:lnTo>
                <a:lnTo>
                  <a:pt x="312318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" name="object 125" descr=""/>
          <p:cNvSpPr/>
          <p:nvPr/>
        </p:nvSpPr>
        <p:spPr>
          <a:xfrm>
            <a:off x="4432084" y="7375340"/>
            <a:ext cx="45720" cy="102870"/>
          </a:xfrm>
          <a:custGeom>
            <a:avLst/>
            <a:gdLst/>
            <a:ahLst/>
            <a:cxnLst/>
            <a:rect l="l" t="t" r="r" b="b"/>
            <a:pathLst>
              <a:path w="45720" h="102870">
                <a:moveTo>
                  <a:pt x="45694" y="56984"/>
                </a:moveTo>
                <a:lnTo>
                  <a:pt x="0" y="56984"/>
                </a:lnTo>
                <a:lnTo>
                  <a:pt x="0" y="102654"/>
                </a:lnTo>
                <a:lnTo>
                  <a:pt x="45694" y="102654"/>
                </a:lnTo>
                <a:lnTo>
                  <a:pt x="45694" y="56984"/>
                </a:lnTo>
                <a:close/>
              </a:path>
              <a:path w="45720" h="102870">
                <a:moveTo>
                  <a:pt x="45694" y="0"/>
                </a:moveTo>
                <a:lnTo>
                  <a:pt x="0" y="0"/>
                </a:lnTo>
                <a:lnTo>
                  <a:pt x="0" y="45669"/>
                </a:lnTo>
                <a:lnTo>
                  <a:pt x="45694" y="45669"/>
                </a:lnTo>
                <a:lnTo>
                  <a:pt x="45694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" name="object 126" descr=""/>
          <p:cNvSpPr/>
          <p:nvPr/>
        </p:nvSpPr>
        <p:spPr>
          <a:xfrm>
            <a:off x="4474057" y="7319422"/>
            <a:ext cx="144780" cy="268605"/>
          </a:xfrm>
          <a:custGeom>
            <a:avLst/>
            <a:gdLst/>
            <a:ahLst/>
            <a:cxnLst/>
            <a:rect l="l" t="t" r="r" b="b"/>
            <a:pathLst>
              <a:path w="144779" h="268604">
                <a:moveTo>
                  <a:pt x="45669" y="222605"/>
                </a:moveTo>
                <a:lnTo>
                  <a:pt x="0" y="222605"/>
                </a:lnTo>
                <a:lnTo>
                  <a:pt x="0" y="268274"/>
                </a:lnTo>
                <a:lnTo>
                  <a:pt x="45669" y="268274"/>
                </a:lnTo>
                <a:lnTo>
                  <a:pt x="45669" y="222605"/>
                </a:lnTo>
                <a:close/>
              </a:path>
              <a:path w="144779" h="268604">
                <a:moveTo>
                  <a:pt x="45669" y="162941"/>
                </a:moveTo>
                <a:lnTo>
                  <a:pt x="0" y="162941"/>
                </a:lnTo>
                <a:lnTo>
                  <a:pt x="0" y="208610"/>
                </a:lnTo>
                <a:lnTo>
                  <a:pt x="45669" y="208610"/>
                </a:lnTo>
                <a:lnTo>
                  <a:pt x="45669" y="162941"/>
                </a:lnTo>
                <a:close/>
              </a:path>
              <a:path w="144779" h="268604">
                <a:moveTo>
                  <a:pt x="78943" y="118059"/>
                </a:moveTo>
                <a:lnTo>
                  <a:pt x="22821" y="118059"/>
                </a:lnTo>
                <a:lnTo>
                  <a:pt x="22821" y="153416"/>
                </a:lnTo>
                <a:lnTo>
                  <a:pt x="78943" y="153416"/>
                </a:lnTo>
                <a:lnTo>
                  <a:pt x="78943" y="118059"/>
                </a:lnTo>
                <a:close/>
              </a:path>
              <a:path w="144779" h="268604">
                <a:moveTo>
                  <a:pt x="78943" y="60312"/>
                </a:moveTo>
                <a:lnTo>
                  <a:pt x="22821" y="60312"/>
                </a:lnTo>
                <a:lnTo>
                  <a:pt x="22821" y="95681"/>
                </a:lnTo>
                <a:lnTo>
                  <a:pt x="78943" y="95681"/>
                </a:lnTo>
                <a:lnTo>
                  <a:pt x="78943" y="60312"/>
                </a:lnTo>
                <a:close/>
              </a:path>
              <a:path w="144779" h="268604">
                <a:moveTo>
                  <a:pt x="101790" y="162941"/>
                </a:moveTo>
                <a:lnTo>
                  <a:pt x="56108" y="162941"/>
                </a:lnTo>
                <a:lnTo>
                  <a:pt x="56108" y="208610"/>
                </a:lnTo>
                <a:lnTo>
                  <a:pt x="101790" y="208610"/>
                </a:lnTo>
                <a:lnTo>
                  <a:pt x="101790" y="162941"/>
                </a:lnTo>
                <a:close/>
              </a:path>
              <a:path w="144779" h="268604">
                <a:moveTo>
                  <a:pt x="101790" y="0"/>
                </a:moveTo>
                <a:lnTo>
                  <a:pt x="56108" y="0"/>
                </a:lnTo>
                <a:lnTo>
                  <a:pt x="56108" y="45681"/>
                </a:lnTo>
                <a:lnTo>
                  <a:pt x="101790" y="45681"/>
                </a:lnTo>
                <a:lnTo>
                  <a:pt x="101790" y="0"/>
                </a:lnTo>
                <a:close/>
              </a:path>
              <a:path w="144779" h="268604">
                <a:moveTo>
                  <a:pt x="144780" y="112903"/>
                </a:moveTo>
                <a:lnTo>
                  <a:pt x="99110" y="112903"/>
                </a:lnTo>
                <a:lnTo>
                  <a:pt x="99110" y="158572"/>
                </a:lnTo>
                <a:lnTo>
                  <a:pt x="144780" y="158572"/>
                </a:lnTo>
                <a:lnTo>
                  <a:pt x="144780" y="112903"/>
                </a:lnTo>
                <a:close/>
              </a:path>
              <a:path w="144779" h="268604">
                <a:moveTo>
                  <a:pt x="144780" y="55918"/>
                </a:moveTo>
                <a:lnTo>
                  <a:pt x="99110" y="55918"/>
                </a:lnTo>
                <a:lnTo>
                  <a:pt x="99110" y="101587"/>
                </a:lnTo>
                <a:lnTo>
                  <a:pt x="144780" y="101587"/>
                </a:lnTo>
                <a:lnTo>
                  <a:pt x="144780" y="55918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" name="object 127" descr=""/>
          <p:cNvSpPr/>
          <p:nvPr/>
        </p:nvSpPr>
        <p:spPr>
          <a:xfrm>
            <a:off x="4432084" y="7597958"/>
            <a:ext cx="45720" cy="102870"/>
          </a:xfrm>
          <a:custGeom>
            <a:avLst/>
            <a:gdLst/>
            <a:ahLst/>
            <a:cxnLst/>
            <a:rect l="l" t="t" r="r" b="b"/>
            <a:pathLst>
              <a:path w="45720" h="102870">
                <a:moveTo>
                  <a:pt x="45694" y="56959"/>
                </a:moveTo>
                <a:lnTo>
                  <a:pt x="0" y="56959"/>
                </a:lnTo>
                <a:lnTo>
                  <a:pt x="0" y="102641"/>
                </a:lnTo>
                <a:lnTo>
                  <a:pt x="45694" y="102641"/>
                </a:lnTo>
                <a:lnTo>
                  <a:pt x="45694" y="56959"/>
                </a:lnTo>
                <a:close/>
              </a:path>
              <a:path w="45720" h="102870">
                <a:moveTo>
                  <a:pt x="45694" y="0"/>
                </a:moveTo>
                <a:lnTo>
                  <a:pt x="0" y="0"/>
                </a:lnTo>
                <a:lnTo>
                  <a:pt x="0" y="45669"/>
                </a:lnTo>
                <a:lnTo>
                  <a:pt x="45694" y="45669"/>
                </a:lnTo>
                <a:lnTo>
                  <a:pt x="45694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" name="object 128" descr=""/>
          <p:cNvSpPr/>
          <p:nvPr/>
        </p:nvSpPr>
        <p:spPr>
          <a:xfrm>
            <a:off x="4474057" y="7542028"/>
            <a:ext cx="144780" cy="208915"/>
          </a:xfrm>
          <a:custGeom>
            <a:avLst/>
            <a:gdLst/>
            <a:ahLst/>
            <a:cxnLst/>
            <a:rect l="l" t="t" r="r" b="b"/>
            <a:pathLst>
              <a:path w="144779" h="208915">
                <a:moveTo>
                  <a:pt x="45669" y="162941"/>
                </a:moveTo>
                <a:lnTo>
                  <a:pt x="0" y="162941"/>
                </a:lnTo>
                <a:lnTo>
                  <a:pt x="0" y="208622"/>
                </a:lnTo>
                <a:lnTo>
                  <a:pt x="45669" y="208622"/>
                </a:lnTo>
                <a:lnTo>
                  <a:pt x="45669" y="162941"/>
                </a:lnTo>
                <a:close/>
              </a:path>
              <a:path w="144779" h="208915">
                <a:moveTo>
                  <a:pt x="78943" y="118059"/>
                </a:moveTo>
                <a:lnTo>
                  <a:pt x="22821" y="118059"/>
                </a:lnTo>
                <a:lnTo>
                  <a:pt x="22821" y="153416"/>
                </a:lnTo>
                <a:lnTo>
                  <a:pt x="78943" y="153416"/>
                </a:lnTo>
                <a:lnTo>
                  <a:pt x="78943" y="118059"/>
                </a:lnTo>
                <a:close/>
              </a:path>
              <a:path w="144779" h="208915">
                <a:moveTo>
                  <a:pt x="78943" y="60312"/>
                </a:moveTo>
                <a:lnTo>
                  <a:pt x="22821" y="60312"/>
                </a:lnTo>
                <a:lnTo>
                  <a:pt x="22821" y="95669"/>
                </a:lnTo>
                <a:lnTo>
                  <a:pt x="78943" y="95669"/>
                </a:lnTo>
                <a:lnTo>
                  <a:pt x="78943" y="60312"/>
                </a:lnTo>
                <a:close/>
              </a:path>
              <a:path w="144779" h="208915">
                <a:moveTo>
                  <a:pt x="101790" y="162941"/>
                </a:moveTo>
                <a:lnTo>
                  <a:pt x="56108" y="162941"/>
                </a:lnTo>
                <a:lnTo>
                  <a:pt x="56108" y="208622"/>
                </a:lnTo>
                <a:lnTo>
                  <a:pt x="101790" y="208622"/>
                </a:lnTo>
                <a:lnTo>
                  <a:pt x="101790" y="162941"/>
                </a:lnTo>
                <a:close/>
              </a:path>
              <a:path w="144779" h="208915">
                <a:moveTo>
                  <a:pt x="101790" y="0"/>
                </a:moveTo>
                <a:lnTo>
                  <a:pt x="56108" y="0"/>
                </a:lnTo>
                <a:lnTo>
                  <a:pt x="56108" y="45669"/>
                </a:lnTo>
                <a:lnTo>
                  <a:pt x="101790" y="45669"/>
                </a:lnTo>
                <a:lnTo>
                  <a:pt x="101790" y="0"/>
                </a:lnTo>
                <a:close/>
              </a:path>
              <a:path w="144779" h="208915">
                <a:moveTo>
                  <a:pt x="144780" y="112890"/>
                </a:moveTo>
                <a:lnTo>
                  <a:pt x="99110" y="112890"/>
                </a:lnTo>
                <a:lnTo>
                  <a:pt x="99110" y="158572"/>
                </a:lnTo>
                <a:lnTo>
                  <a:pt x="144780" y="158572"/>
                </a:lnTo>
                <a:lnTo>
                  <a:pt x="144780" y="112890"/>
                </a:lnTo>
                <a:close/>
              </a:path>
              <a:path w="144779" h="208915">
                <a:moveTo>
                  <a:pt x="144780" y="55930"/>
                </a:moveTo>
                <a:lnTo>
                  <a:pt x="99110" y="55930"/>
                </a:lnTo>
                <a:lnTo>
                  <a:pt x="99110" y="101600"/>
                </a:lnTo>
                <a:lnTo>
                  <a:pt x="144780" y="101600"/>
                </a:lnTo>
                <a:lnTo>
                  <a:pt x="144780" y="5593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" name="object 129" descr=""/>
          <p:cNvSpPr/>
          <p:nvPr/>
        </p:nvSpPr>
        <p:spPr>
          <a:xfrm>
            <a:off x="6387742" y="7781825"/>
            <a:ext cx="91440" cy="28575"/>
          </a:xfrm>
          <a:custGeom>
            <a:avLst/>
            <a:gdLst/>
            <a:ahLst/>
            <a:cxnLst/>
            <a:rect l="l" t="t" r="r" b="b"/>
            <a:pathLst>
              <a:path w="91439" h="28575">
                <a:moveTo>
                  <a:pt x="91358" y="0"/>
                </a:moveTo>
                <a:lnTo>
                  <a:pt x="0" y="0"/>
                </a:lnTo>
                <a:lnTo>
                  <a:pt x="0" y="28365"/>
                </a:lnTo>
                <a:lnTo>
                  <a:pt x="91358" y="28365"/>
                </a:lnTo>
                <a:lnTo>
                  <a:pt x="91358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" name="object 130" descr=""/>
          <p:cNvSpPr/>
          <p:nvPr/>
        </p:nvSpPr>
        <p:spPr>
          <a:xfrm>
            <a:off x="6389573" y="7322165"/>
            <a:ext cx="29845" cy="190500"/>
          </a:xfrm>
          <a:custGeom>
            <a:avLst/>
            <a:gdLst/>
            <a:ahLst/>
            <a:cxnLst/>
            <a:rect l="l" t="t" r="r" b="b"/>
            <a:pathLst>
              <a:path w="29845" h="190500">
                <a:moveTo>
                  <a:pt x="29235" y="101561"/>
                </a:moveTo>
                <a:lnTo>
                  <a:pt x="0" y="101561"/>
                </a:lnTo>
                <a:lnTo>
                  <a:pt x="0" y="190246"/>
                </a:lnTo>
                <a:lnTo>
                  <a:pt x="29235" y="190246"/>
                </a:lnTo>
                <a:lnTo>
                  <a:pt x="29235" y="101561"/>
                </a:lnTo>
                <a:close/>
              </a:path>
              <a:path w="29845" h="190500">
                <a:moveTo>
                  <a:pt x="29235" y="0"/>
                </a:moveTo>
                <a:lnTo>
                  <a:pt x="0" y="0"/>
                </a:lnTo>
                <a:lnTo>
                  <a:pt x="0" y="88671"/>
                </a:lnTo>
                <a:lnTo>
                  <a:pt x="29235" y="88671"/>
                </a:lnTo>
                <a:lnTo>
                  <a:pt x="29235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" name="object 131" descr=""/>
          <p:cNvSpPr/>
          <p:nvPr/>
        </p:nvSpPr>
        <p:spPr>
          <a:xfrm>
            <a:off x="6670823" y="7423721"/>
            <a:ext cx="29845" cy="88900"/>
          </a:xfrm>
          <a:custGeom>
            <a:avLst/>
            <a:gdLst/>
            <a:ahLst/>
            <a:cxnLst/>
            <a:rect l="l" t="t" r="r" b="b"/>
            <a:pathLst>
              <a:path w="29845" h="88900">
                <a:moveTo>
                  <a:pt x="29224" y="0"/>
                </a:moveTo>
                <a:lnTo>
                  <a:pt x="0" y="0"/>
                </a:lnTo>
                <a:lnTo>
                  <a:pt x="0" y="88677"/>
                </a:lnTo>
                <a:lnTo>
                  <a:pt x="29224" y="88677"/>
                </a:lnTo>
                <a:lnTo>
                  <a:pt x="29224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" name="object 132" descr=""/>
          <p:cNvSpPr/>
          <p:nvPr/>
        </p:nvSpPr>
        <p:spPr>
          <a:xfrm>
            <a:off x="6389585" y="7523760"/>
            <a:ext cx="29845" cy="88900"/>
          </a:xfrm>
          <a:custGeom>
            <a:avLst/>
            <a:gdLst/>
            <a:ahLst/>
            <a:cxnLst/>
            <a:rect l="l" t="t" r="r" b="b"/>
            <a:pathLst>
              <a:path w="29845" h="88900">
                <a:moveTo>
                  <a:pt x="29224" y="0"/>
                </a:moveTo>
                <a:lnTo>
                  <a:pt x="0" y="0"/>
                </a:lnTo>
                <a:lnTo>
                  <a:pt x="0" y="88677"/>
                </a:lnTo>
                <a:lnTo>
                  <a:pt x="29224" y="88677"/>
                </a:lnTo>
                <a:lnTo>
                  <a:pt x="29224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" name="object 133" descr=""/>
          <p:cNvSpPr/>
          <p:nvPr/>
        </p:nvSpPr>
        <p:spPr>
          <a:xfrm>
            <a:off x="6670823" y="7523760"/>
            <a:ext cx="29845" cy="88900"/>
          </a:xfrm>
          <a:custGeom>
            <a:avLst/>
            <a:gdLst/>
            <a:ahLst/>
            <a:cxnLst/>
            <a:rect l="l" t="t" r="r" b="b"/>
            <a:pathLst>
              <a:path w="29845" h="88900">
                <a:moveTo>
                  <a:pt x="29224" y="0"/>
                </a:moveTo>
                <a:lnTo>
                  <a:pt x="0" y="0"/>
                </a:lnTo>
                <a:lnTo>
                  <a:pt x="0" y="88677"/>
                </a:lnTo>
                <a:lnTo>
                  <a:pt x="29224" y="88677"/>
                </a:lnTo>
                <a:lnTo>
                  <a:pt x="29224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" name="object 134" descr=""/>
          <p:cNvSpPr/>
          <p:nvPr/>
        </p:nvSpPr>
        <p:spPr>
          <a:xfrm>
            <a:off x="6389585" y="7619558"/>
            <a:ext cx="29845" cy="88900"/>
          </a:xfrm>
          <a:custGeom>
            <a:avLst/>
            <a:gdLst/>
            <a:ahLst/>
            <a:cxnLst/>
            <a:rect l="l" t="t" r="r" b="b"/>
            <a:pathLst>
              <a:path w="29845" h="88900">
                <a:moveTo>
                  <a:pt x="29224" y="0"/>
                </a:moveTo>
                <a:lnTo>
                  <a:pt x="0" y="0"/>
                </a:lnTo>
                <a:lnTo>
                  <a:pt x="0" y="88677"/>
                </a:lnTo>
                <a:lnTo>
                  <a:pt x="29224" y="88677"/>
                </a:lnTo>
                <a:lnTo>
                  <a:pt x="29224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" name="object 135" descr=""/>
          <p:cNvSpPr/>
          <p:nvPr/>
        </p:nvSpPr>
        <p:spPr>
          <a:xfrm>
            <a:off x="6670823" y="7619558"/>
            <a:ext cx="29845" cy="88900"/>
          </a:xfrm>
          <a:custGeom>
            <a:avLst/>
            <a:gdLst/>
            <a:ahLst/>
            <a:cxnLst/>
            <a:rect l="l" t="t" r="r" b="b"/>
            <a:pathLst>
              <a:path w="29845" h="88900">
                <a:moveTo>
                  <a:pt x="29224" y="0"/>
                </a:moveTo>
                <a:lnTo>
                  <a:pt x="0" y="0"/>
                </a:lnTo>
                <a:lnTo>
                  <a:pt x="0" y="88677"/>
                </a:lnTo>
                <a:lnTo>
                  <a:pt x="29224" y="88677"/>
                </a:lnTo>
                <a:lnTo>
                  <a:pt x="29224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" name="object 136" descr=""/>
          <p:cNvSpPr/>
          <p:nvPr/>
        </p:nvSpPr>
        <p:spPr>
          <a:xfrm>
            <a:off x="6389585" y="7714288"/>
            <a:ext cx="29845" cy="58419"/>
          </a:xfrm>
          <a:custGeom>
            <a:avLst/>
            <a:gdLst/>
            <a:ahLst/>
            <a:cxnLst/>
            <a:rect l="l" t="t" r="r" b="b"/>
            <a:pathLst>
              <a:path w="29845" h="58420">
                <a:moveTo>
                  <a:pt x="29224" y="0"/>
                </a:moveTo>
                <a:lnTo>
                  <a:pt x="0" y="0"/>
                </a:lnTo>
                <a:lnTo>
                  <a:pt x="0" y="57851"/>
                </a:lnTo>
                <a:lnTo>
                  <a:pt x="29224" y="57851"/>
                </a:lnTo>
                <a:lnTo>
                  <a:pt x="29224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" name="object 137" descr=""/>
          <p:cNvSpPr/>
          <p:nvPr/>
        </p:nvSpPr>
        <p:spPr>
          <a:xfrm>
            <a:off x="6670823" y="7714288"/>
            <a:ext cx="29845" cy="58419"/>
          </a:xfrm>
          <a:custGeom>
            <a:avLst/>
            <a:gdLst/>
            <a:ahLst/>
            <a:cxnLst/>
            <a:rect l="l" t="t" r="r" b="b"/>
            <a:pathLst>
              <a:path w="29845" h="58420">
                <a:moveTo>
                  <a:pt x="29224" y="0"/>
                </a:moveTo>
                <a:lnTo>
                  <a:pt x="0" y="0"/>
                </a:lnTo>
                <a:lnTo>
                  <a:pt x="0" y="57851"/>
                </a:lnTo>
                <a:lnTo>
                  <a:pt x="29224" y="57851"/>
                </a:lnTo>
                <a:lnTo>
                  <a:pt x="29224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" name="object 138" descr=""/>
          <p:cNvSpPr/>
          <p:nvPr/>
        </p:nvSpPr>
        <p:spPr>
          <a:xfrm>
            <a:off x="6670823" y="7322153"/>
            <a:ext cx="29845" cy="88900"/>
          </a:xfrm>
          <a:custGeom>
            <a:avLst/>
            <a:gdLst/>
            <a:ahLst/>
            <a:cxnLst/>
            <a:rect l="l" t="t" r="r" b="b"/>
            <a:pathLst>
              <a:path w="29845" h="88900">
                <a:moveTo>
                  <a:pt x="29224" y="0"/>
                </a:moveTo>
                <a:lnTo>
                  <a:pt x="0" y="0"/>
                </a:lnTo>
                <a:lnTo>
                  <a:pt x="0" y="88677"/>
                </a:lnTo>
                <a:lnTo>
                  <a:pt x="29224" y="88677"/>
                </a:lnTo>
                <a:lnTo>
                  <a:pt x="29224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" name="object 139" descr=""/>
          <p:cNvSpPr/>
          <p:nvPr/>
        </p:nvSpPr>
        <p:spPr>
          <a:xfrm>
            <a:off x="6498209" y="7781829"/>
            <a:ext cx="201930" cy="28575"/>
          </a:xfrm>
          <a:custGeom>
            <a:avLst/>
            <a:gdLst/>
            <a:ahLst/>
            <a:cxnLst/>
            <a:rect l="l" t="t" r="r" b="b"/>
            <a:pathLst>
              <a:path w="201929" h="28575">
                <a:moveTo>
                  <a:pt x="91351" y="0"/>
                </a:moveTo>
                <a:lnTo>
                  <a:pt x="0" y="0"/>
                </a:lnTo>
                <a:lnTo>
                  <a:pt x="0" y="28371"/>
                </a:lnTo>
                <a:lnTo>
                  <a:pt x="91351" y="28371"/>
                </a:lnTo>
                <a:lnTo>
                  <a:pt x="91351" y="0"/>
                </a:lnTo>
                <a:close/>
              </a:path>
              <a:path w="201929" h="28575">
                <a:moveTo>
                  <a:pt x="201828" y="0"/>
                </a:moveTo>
                <a:lnTo>
                  <a:pt x="110477" y="0"/>
                </a:lnTo>
                <a:lnTo>
                  <a:pt x="110477" y="28371"/>
                </a:lnTo>
                <a:lnTo>
                  <a:pt x="201828" y="28371"/>
                </a:lnTo>
                <a:lnTo>
                  <a:pt x="201828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" name="object 140" descr=""/>
          <p:cNvSpPr/>
          <p:nvPr/>
        </p:nvSpPr>
        <p:spPr>
          <a:xfrm>
            <a:off x="6387732" y="7267111"/>
            <a:ext cx="312420" cy="98425"/>
          </a:xfrm>
          <a:custGeom>
            <a:avLst/>
            <a:gdLst/>
            <a:ahLst/>
            <a:cxnLst/>
            <a:rect l="l" t="t" r="r" b="b"/>
            <a:pathLst>
              <a:path w="312420" h="98425">
                <a:moveTo>
                  <a:pt x="91363" y="0"/>
                </a:moveTo>
                <a:lnTo>
                  <a:pt x="0" y="0"/>
                </a:lnTo>
                <a:lnTo>
                  <a:pt x="0" y="28371"/>
                </a:lnTo>
                <a:lnTo>
                  <a:pt x="91363" y="28371"/>
                </a:lnTo>
                <a:lnTo>
                  <a:pt x="91363" y="0"/>
                </a:lnTo>
                <a:close/>
              </a:path>
              <a:path w="312420" h="98425">
                <a:moveTo>
                  <a:pt x="156159" y="52311"/>
                </a:moveTo>
                <a:lnTo>
                  <a:pt x="110477" y="52311"/>
                </a:lnTo>
                <a:lnTo>
                  <a:pt x="110477" y="97993"/>
                </a:lnTo>
                <a:lnTo>
                  <a:pt x="156159" y="97993"/>
                </a:lnTo>
                <a:lnTo>
                  <a:pt x="156159" y="52311"/>
                </a:lnTo>
                <a:close/>
              </a:path>
              <a:path w="312420" h="98425">
                <a:moveTo>
                  <a:pt x="201828" y="0"/>
                </a:moveTo>
                <a:lnTo>
                  <a:pt x="110477" y="0"/>
                </a:lnTo>
                <a:lnTo>
                  <a:pt x="110477" y="28371"/>
                </a:lnTo>
                <a:lnTo>
                  <a:pt x="201828" y="28371"/>
                </a:lnTo>
                <a:lnTo>
                  <a:pt x="201828" y="0"/>
                </a:lnTo>
                <a:close/>
              </a:path>
              <a:path w="312420" h="98425">
                <a:moveTo>
                  <a:pt x="312305" y="0"/>
                </a:moveTo>
                <a:lnTo>
                  <a:pt x="220954" y="0"/>
                </a:lnTo>
                <a:lnTo>
                  <a:pt x="220954" y="28371"/>
                </a:lnTo>
                <a:lnTo>
                  <a:pt x="312305" y="28371"/>
                </a:lnTo>
                <a:lnTo>
                  <a:pt x="312305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" name="object 141" descr=""/>
          <p:cNvSpPr/>
          <p:nvPr/>
        </p:nvSpPr>
        <p:spPr>
          <a:xfrm>
            <a:off x="6456261" y="7375340"/>
            <a:ext cx="45720" cy="102870"/>
          </a:xfrm>
          <a:custGeom>
            <a:avLst/>
            <a:gdLst/>
            <a:ahLst/>
            <a:cxnLst/>
            <a:rect l="l" t="t" r="r" b="b"/>
            <a:pathLst>
              <a:path w="45720" h="102870">
                <a:moveTo>
                  <a:pt x="45669" y="56984"/>
                </a:moveTo>
                <a:lnTo>
                  <a:pt x="0" y="56984"/>
                </a:lnTo>
                <a:lnTo>
                  <a:pt x="0" y="102654"/>
                </a:lnTo>
                <a:lnTo>
                  <a:pt x="45669" y="102654"/>
                </a:lnTo>
                <a:lnTo>
                  <a:pt x="45669" y="56984"/>
                </a:lnTo>
                <a:close/>
              </a:path>
              <a:path w="45720" h="102870">
                <a:moveTo>
                  <a:pt x="45669" y="0"/>
                </a:moveTo>
                <a:lnTo>
                  <a:pt x="0" y="0"/>
                </a:lnTo>
                <a:lnTo>
                  <a:pt x="0" y="45669"/>
                </a:lnTo>
                <a:lnTo>
                  <a:pt x="45669" y="45669"/>
                </a:lnTo>
                <a:lnTo>
                  <a:pt x="45669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" name="object 142" descr=""/>
          <p:cNvSpPr/>
          <p:nvPr/>
        </p:nvSpPr>
        <p:spPr>
          <a:xfrm>
            <a:off x="6498209" y="7319422"/>
            <a:ext cx="145415" cy="208915"/>
          </a:xfrm>
          <a:custGeom>
            <a:avLst/>
            <a:gdLst/>
            <a:ahLst/>
            <a:cxnLst/>
            <a:rect l="l" t="t" r="r" b="b"/>
            <a:pathLst>
              <a:path w="145415" h="208915">
                <a:moveTo>
                  <a:pt x="45681" y="162941"/>
                </a:moveTo>
                <a:lnTo>
                  <a:pt x="0" y="162941"/>
                </a:lnTo>
                <a:lnTo>
                  <a:pt x="0" y="208610"/>
                </a:lnTo>
                <a:lnTo>
                  <a:pt x="45681" y="208610"/>
                </a:lnTo>
                <a:lnTo>
                  <a:pt x="45681" y="162941"/>
                </a:lnTo>
                <a:close/>
              </a:path>
              <a:path w="145415" h="208915">
                <a:moveTo>
                  <a:pt x="101790" y="0"/>
                </a:moveTo>
                <a:lnTo>
                  <a:pt x="56121" y="0"/>
                </a:lnTo>
                <a:lnTo>
                  <a:pt x="56121" y="45681"/>
                </a:lnTo>
                <a:lnTo>
                  <a:pt x="101790" y="45681"/>
                </a:lnTo>
                <a:lnTo>
                  <a:pt x="101790" y="0"/>
                </a:lnTo>
                <a:close/>
              </a:path>
              <a:path w="145415" h="208915">
                <a:moveTo>
                  <a:pt x="144792" y="112903"/>
                </a:moveTo>
                <a:lnTo>
                  <a:pt x="99110" y="112903"/>
                </a:lnTo>
                <a:lnTo>
                  <a:pt x="99110" y="158572"/>
                </a:lnTo>
                <a:lnTo>
                  <a:pt x="144792" y="158572"/>
                </a:lnTo>
                <a:lnTo>
                  <a:pt x="144792" y="112903"/>
                </a:lnTo>
                <a:close/>
              </a:path>
              <a:path w="145415" h="208915">
                <a:moveTo>
                  <a:pt x="144792" y="55918"/>
                </a:moveTo>
                <a:lnTo>
                  <a:pt x="99110" y="55918"/>
                </a:lnTo>
                <a:lnTo>
                  <a:pt x="99110" y="101587"/>
                </a:lnTo>
                <a:lnTo>
                  <a:pt x="144792" y="101587"/>
                </a:lnTo>
                <a:lnTo>
                  <a:pt x="144792" y="55918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143" name="object 143" descr="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4795056" y="6043093"/>
            <a:ext cx="1456502" cy="1946110"/>
          </a:xfrm>
          <a:prstGeom prst="rect">
            <a:avLst/>
          </a:prstGeom>
        </p:spPr>
      </p:pic>
      <p:sp>
        <p:nvSpPr>
          <p:cNvPr id="144" name="object 144" descr=""/>
          <p:cNvSpPr/>
          <p:nvPr/>
        </p:nvSpPr>
        <p:spPr>
          <a:xfrm>
            <a:off x="6554334" y="7482358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20" h="45720">
                <a:moveTo>
                  <a:pt x="45674" y="0"/>
                </a:moveTo>
                <a:lnTo>
                  <a:pt x="0" y="0"/>
                </a:lnTo>
                <a:lnTo>
                  <a:pt x="0" y="45674"/>
                </a:lnTo>
                <a:lnTo>
                  <a:pt x="45674" y="45674"/>
                </a:lnTo>
                <a:lnTo>
                  <a:pt x="45674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" name="object 145" descr=""/>
          <p:cNvSpPr/>
          <p:nvPr/>
        </p:nvSpPr>
        <p:spPr>
          <a:xfrm>
            <a:off x="6521056" y="7379734"/>
            <a:ext cx="56515" cy="93345"/>
          </a:xfrm>
          <a:custGeom>
            <a:avLst/>
            <a:gdLst/>
            <a:ahLst/>
            <a:cxnLst/>
            <a:rect l="l" t="t" r="r" b="b"/>
            <a:pathLst>
              <a:path w="56515" h="93345">
                <a:moveTo>
                  <a:pt x="56108" y="57746"/>
                </a:moveTo>
                <a:lnTo>
                  <a:pt x="0" y="57746"/>
                </a:lnTo>
                <a:lnTo>
                  <a:pt x="0" y="93103"/>
                </a:lnTo>
                <a:lnTo>
                  <a:pt x="56108" y="93103"/>
                </a:lnTo>
                <a:lnTo>
                  <a:pt x="56108" y="57746"/>
                </a:lnTo>
                <a:close/>
              </a:path>
              <a:path w="56515" h="93345">
                <a:moveTo>
                  <a:pt x="56108" y="0"/>
                </a:moveTo>
                <a:lnTo>
                  <a:pt x="0" y="0"/>
                </a:lnTo>
                <a:lnTo>
                  <a:pt x="0" y="35369"/>
                </a:lnTo>
                <a:lnTo>
                  <a:pt x="56108" y="35369"/>
                </a:lnTo>
                <a:lnTo>
                  <a:pt x="56108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" name="object 146" descr=""/>
          <p:cNvSpPr/>
          <p:nvPr/>
        </p:nvSpPr>
        <p:spPr>
          <a:xfrm>
            <a:off x="6498220" y="7542021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20" h="45720">
                <a:moveTo>
                  <a:pt x="45674" y="0"/>
                </a:moveTo>
                <a:lnTo>
                  <a:pt x="0" y="0"/>
                </a:lnTo>
                <a:lnTo>
                  <a:pt x="0" y="45674"/>
                </a:lnTo>
                <a:lnTo>
                  <a:pt x="45674" y="45674"/>
                </a:lnTo>
                <a:lnTo>
                  <a:pt x="45674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" name="object 147" descr=""/>
          <p:cNvSpPr/>
          <p:nvPr/>
        </p:nvSpPr>
        <p:spPr>
          <a:xfrm>
            <a:off x="6456261" y="7597958"/>
            <a:ext cx="45720" cy="102870"/>
          </a:xfrm>
          <a:custGeom>
            <a:avLst/>
            <a:gdLst/>
            <a:ahLst/>
            <a:cxnLst/>
            <a:rect l="l" t="t" r="r" b="b"/>
            <a:pathLst>
              <a:path w="45720" h="102870">
                <a:moveTo>
                  <a:pt x="45669" y="56959"/>
                </a:moveTo>
                <a:lnTo>
                  <a:pt x="0" y="56959"/>
                </a:lnTo>
                <a:lnTo>
                  <a:pt x="0" y="102641"/>
                </a:lnTo>
                <a:lnTo>
                  <a:pt x="45669" y="102641"/>
                </a:lnTo>
                <a:lnTo>
                  <a:pt x="45669" y="56959"/>
                </a:lnTo>
                <a:close/>
              </a:path>
              <a:path w="45720" h="102870">
                <a:moveTo>
                  <a:pt x="45669" y="0"/>
                </a:moveTo>
                <a:lnTo>
                  <a:pt x="0" y="0"/>
                </a:lnTo>
                <a:lnTo>
                  <a:pt x="0" y="45669"/>
                </a:lnTo>
                <a:lnTo>
                  <a:pt x="45669" y="45669"/>
                </a:lnTo>
                <a:lnTo>
                  <a:pt x="45669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" name="object 148" descr=""/>
          <p:cNvSpPr/>
          <p:nvPr/>
        </p:nvSpPr>
        <p:spPr>
          <a:xfrm>
            <a:off x="6498209" y="7542028"/>
            <a:ext cx="145415" cy="208915"/>
          </a:xfrm>
          <a:custGeom>
            <a:avLst/>
            <a:gdLst/>
            <a:ahLst/>
            <a:cxnLst/>
            <a:rect l="l" t="t" r="r" b="b"/>
            <a:pathLst>
              <a:path w="145415" h="208915">
                <a:moveTo>
                  <a:pt x="45681" y="162941"/>
                </a:moveTo>
                <a:lnTo>
                  <a:pt x="0" y="162941"/>
                </a:lnTo>
                <a:lnTo>
                  <a:pt x="0" y="208622"/>
                </a:lnTo>
                <a:lnTo>
                  <a:pt x="45681" y="208622"/>
                </a:lnTo>
                <a:lnTo>
                  <a:pt x="45681" y="162941"/>
                </a:lnTo>
                <a:close/>
              </a:path>
              <a:path w="145415" h="208915">
                <a:moveTo>
                  <a:pt x="78955" y="118059"/>
                </a:moveTo>
                <a:lnTo>
                  <a:pt x="22847" y="118059"/>
                </a:lnTo>
                <a:lnTo>
                  <a:pt x="22847" y="153416"/>
                </a:lnTo>
                <a:lnTo>
                  <a:pt x="78955" y="153416"/>
                </a:lnTo>
                <a:lnTo>
                  <a:pt x="78955" y="118059"/>
                </a:lnTo>
                <a:close/>
              </a:path>
              <a:path w="145415" h="208915">
                <a:moveTo>
                  <a:pt x="78955" y="60312"/>
                </a:moveTo>
                <a:lnTo>
                  <a:pt x="22847" y="60312"/>
                </a:lnTo>
                <a:lnTo>
                  <a:pt x="22847" y="95669"/>
                </a:lnTo>
                <a:lnTo>
                  <a:pt x="78955" y="95669"/>
                </a:lnTo>
                <a:lnTo>
                  <a:pt x="78955" y="60312"/>
                </a:lnTo>
                <a:close/>
              </a:path>
              <a:path w="145415" h="208915">
                <a:moveTo>
                  <a:pt x="101790" y="162941"/>
                </a:moveTo>
                <a:lnTo>
                  <a:pt x="56121" y="162941"/>
                </a:lnTo>
                <a:lnTo>
                  <a:pt x="56121" y="208622"/>
                </a:lnTo>
                <a:lnTo>
                  <a:pt x="101790" y="208622"/>
                </a:lnTo>
                <a:lnTo>
                  <a:pt x="101790" y="162941"/>
                </a:lnTo>
                <a:close/>
              </a:path>
              <a:path w="145415" h="208915">
                <a:moveTo>
                  <a:pt x="101790" y="0"/>
                </a:moveTo>
                <a:lnTo>
                  <a:pt x="56121" y="0"/>
                </a:lnTo>
                <a:lnTo>
                  <a:pt x="56121" y="45669"/>
                </a:lnTo>
                <a:lnTo>
                  <a:pt x="101790" y="45669"/>
                </a:lnTo>
                <a:lnTo>
                  <a:pt x="101790" y="0"/>
                </a:lnTo>
                <a:close/>
              </a:path>
              <a:path w="145415" h="208915">
                <a:moveTo>
                  <a:pt x="144792" y="112890"/>
                </a:moveTo>
                <a:lnTo>
                  <a:pt x="99110" y="112890"/>
                </a:lnTo>
                <a:lnTo>
                  <a:pt x="99110" y="158572"/>
                </a:lnTo>
                <a:lnTo>
                  <a:pt x="144792" y="158572"/>
                </a:lnTo>
                <a:lnTo>
                  <a:pt x="144792" y="112890"/>
                </a:lnTo>
                <a:close/>
              </a:path>
              <a:path w="145415" h="208915">
                <a:moveTo>
                  <a:pt x="144792" y="55930"/>
                </a:moveTo>
                <a:lnTo>
                  <a:pt x="99110" y="55930"/>
                </a:lnTo>
                <a:lnTo>
                  <a:pt x="99110" y="101600"/>
                </a:lnTo>
                <a:lnTo>
                  <a:pt x="144792" y="101600"/>
                </a:lnTo>
                <a:lnTo>
                  <a:pt x="144792" y="5593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" name="object 149" descr=""/>
          <p:cNvSpPr/>
          <p:nvPr/>
        </p:nvSpPr>
        <p:spPr>
          <a:xfrm>
            <a:off x="4363573" y="7073459"/>
            <a:ext cx="91440" cy="28575"/>
          </a:xfrm>
          <a:custGeom>
            <a:avLst/>
            <a:gdLst/>
            <a:ahLst/>
            <a:cxnLst/>
            <a:rect l="l" t="t" r="r" b="b"/>
            <a:pathLst>
              <a:path w="91439" h="28575">
                <a:moveTo>
                  <a:pt x="91358" y="0"/>
                </a:moveTo>
                <a:lnTo>
                  <a:pt x="0" y="0"/>
                </a:lnTo>
                <a:lnTo>
                  <a:pt x="0" y="28365"/>
                </a:lnTo>
                <a:lnTo>
                  <a:pt x="91358" y="28365"/>
                </a:lnTo>
                <a:lnTo>
                  <a:pt x="91358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" name="object 150" descr=""/>
          <p:cNvSpPr/>
          <p:nvPr/>
        </p:nvSpPr>
        <p:spPr>
          <a:xfrm>
            <a:off x="4365416" y="6815394"/>
            <a:ext cx="29845" cy="88900"/>
          </a:xfrm>
          <a:custGeom>
            <a:avLst/>
            <a:gdLst/>
            <a:ahLst/>
            <a:cxnLst/>
            <a:rect l="l" t="t" r="r" b="b"/>
            <a:pathLst>
              <a:path w="29845" h="88900">
                <a:moveTo>
                  <a:pt x="29224" y="0"/>
                </a:moveTo>
                <a:lnTo>
                  <a:pt x="0" y="0"/>
                </a:lnTo>
                <a:lnTo>
                  <a:pt x="0" y="88677"/>
                </a:lnTo>
                <a:lnTo>
                  <a:pt x="29224" y="88677"/>
                </a:lnTo>
                <a:lnTo>
                  <a:pt x="29224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" name="object 151" descr=""/>
          <p:cNvSpPr/>
          <p:nvPr/>
        </p:nvSpPr>
        <p:spPr>
          <a:xfrm>
            <a:off x="4646664" y="6815394"/>
            <a:ext cx="29845" cy="88900"/>
          </a:xfrm>
          <a:custGeom>
            <a:avLst/>
            <a:gdLst/>
            <a:ahLst/>
            <a:cxnLst/>
            <a:rect l="l" t="t" r="r" b="b"/>
            <a:pathLst>
              <a:path w="29845" h="88900">
                <a:moveTo>
                  <a:pt x="29224" y="0"/>
                </a:moveTo>
                <a:lnTo>
                  <a:pt x="0" y="0"/>
                </a:lnTo>
                <a:lnTo>
                  <a:pt x="0" y="88677"/>
                </a:lnTo>
                <a:lnTo>
                  <a:pt x="29224" y="88677"/>
                </a:lnTo>
                <a:lnTo>
                  <a:pt x="29224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" name="object 152" descr=""/>
          <p:cNvSpPr/>
          <p:nvPr/>
        </p:nvSpPr>
        <p:spPr>
          <a:xfrm>
            <a:off x="4365416" y="6911202"/>
            <a:ext cx="29845" cy="88900"/>
          </a:xfrm>
          <a:custGeom>
            <a:avLst/>
            <a:gdLst/>
            <a:ahLst/>
            <a:cxnLst/>
            <a:rect l="l" t="t" r="r" b="b"/>
            <a:pathLst>
              <a:path w="29845" h="88900">
                <a:moveTo>
                  <a:pt x="29224" y="0"/>
                </a:moveTo>
                <a:lnTo>
                  <a:pt x="0" y="0"/>
                </a:lnTo>
                <a:lnTo>
                  <a:pt x="0" y="88677"/>
                </a:lnTo>
                <a:lnTo>
                  <a:pt x="29224" y="88677"/>
                </a:lnTo>
                <a:lnTo>
                  <a:pt x="29224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" name="object 153" descr=""/>
          <p:cNvSpPr/>
          <p:nvPr/>
        </p:nvSpPr>
        <p:spPr>
          <a:xfrm>
            <a:off x="4646664" y="6911202"/>
            <a:ext cx="29845" cy="88900"/>
          </a:xfrm>
          <a:custGeom>
            <a:avLst/>
            <a:gdLst/>
            <a:ahLst/>
            <a:cxnLst/>
            <a:rect l="l" t="t" r="r" b="b"/>
            <a:pathLst>
              <a:path w="29845" h="88900">
                <a:moveTo>
                  <a:pt x="29224" y="0"/>
                </a:moveTo>
                <a:lnTo>
                  <a:pt x="0" y="0"/>
                </a:lnTo>
                <a:lnTo>
                  <a:pt x="0" y="88677"/>
                </a:lnTo>
                <a:lnTo>
                  <a:pt x="29224" y="88677"/>
                </a:lnTo>
                <a:lnTo>
                  <a:pt x="29224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" name="object 154" descr=""/>
          <p:cNvSpPr/>
          <p:nvPr/>
        </p:nvSpPr>
        <p:spPr>
          <a:xfrm>
            <a:off x="4365416" y="7005922"/>
            <a:ext cx="29845" cy="58419"/>
          </a:xfrm>
          <a:custGeom>
            <a:avLst/>
            <a:gdLst/>
            <a:ahLst/>
            <a:cxnLst/>
            <a:rect l="l" t="t" r="r" b="b"/>
            <a:pathLst>
              <a:path w="29845" h="58420">
                <a:moveTo>
                  <a:pt x="29224" y="0"/>
                </a:moveTo>
                <a:lnTo>
                  <a:pt x="0" y="0"/>
                </a:lnTo>
                <a:lnTo>
                  <a:pt x="0" y="57851"/>
                </a:lnTo>
                <a:lnTo>
                  <a:pt x="29224" y="57851"/>
                </a:lnTo>
                <a:lnTo>
                  <a:pt x="29224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" name="object 155" descr=""/>
          <p:cNvSpPr/>
          <p:nvPr/>
        </p:nvSpPr>
        <p:spPr>
          <a:xfrm>
            <a:off x="4646664" y="7005922"/>
            <a:ext cx="29845" cy="58419"/>
          </a:xfrm>
          <a:custGeom>
            <a:avLst/>
            <a:gdLst/>
            <a:ahLst/>
            <a:cxnLst/>
            <a:rect l="l" t="t" r="r" b="b"/>
            <a:pathLst>
              <a:path w="29845" h="58420">
                <a:moveTo>
                  <a:pt x="29224" y="0"/>
                </a:moveTo>
                <a:lnTo>
                  <a:pt x="0" y="0"/>
                </a:lnTo>
                <a:lnTo>
                  <a:pt x="0" y="57851"/>
                </a:lnTo>
                <a:lnTo>
                  <a:pt x="29224" y="57851"/>
                </a:lnTo>
                <a:lnTo>
                  <a:pt x="29224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" name="object 156" descr=""/>
          <p:cNvSpPr/>
          <p:nvPr/>
        </p:nvSpPr>
        <p:spPr>
          <a:xfrm>
            <a:off x="4474045" y="7073461"/>
            <a:ext cx="201930" cy="28575"/>
          </a:xfrm>
          <a:custGeom>
            <a:avLst/>
            <a:gdLst/>
            <a:ahLst/>
            <a:cxnLst/>
            <a:rect l="l" t="t" r="r" b="b"/>
            <a:pathLst>
              <a:path w="201929" h="28575">
                <a:moveTo>
                  <a:pt x="91363" y="0"/>
                </a:moveTo>
                <a:lnTo>
                  <a:pt x="0" y="0"/>
                </a:lnTo>
                <a:lnTo>
                  <a:pt x="0" y="28371"/>
                </a:lnTo>
                <a:lnTo>
                  <a:pt x="91363" y="28371"/>
                </a:lnTo>
                <a:lnTo>
                  <a:pt x="91363" y="0"/>
                </a:lnTo>
                <a:close/>
              </a:path>
              <a:path w="201929" h="28575">
                <a:moveTo>
                  <a:pt x="201841" y="0"/>
                </a:moveTo>
                <a:lnTo>
                  <a:pt x="110477" y="0"/>
                </a:lnTo>
                <a:lnTo>
                  <a:pt x="110477" y="28371"/>
                </a:lnTo>
                <a:lnTo>
                  <a:pt x="201841" y="28371"/>
                </a:lnTo>
                <a:lnTo>
                  <a:pt x="201841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" name="object 157" descr=""/>
          <p:cNvSpPr/>
          <p:nvPr/>
        </p:nvSpPr>
        <p:spPr>
          <a:xfrm>
            <a:off x="4363567" y="6775684"/>
            <a:ext cx="312420" cy="104139"/>
          </a:xfrm>
          <a:custGeom>
            <a:avLst/>
            <a:gdLst/>
            <a:ahLst/>
            <a:cxnLst/>
            <a:rect l="l" t="t" r="r" b="b"/>
            <a:pathLst>
              <a:path w="312420" h="104140">
                <a:moveTo>
                  <a:pt x="91363" y="0"/>
                </a:moveTo>
                <a:lnTo>
                  <a:pt x="0" y="0"/>
                </a:lnTo>
                <a:lnTo>
                  <a:pt x="0" y="28371"/>
                </a:lnTo>
                <a:lnTo>
                  <a:pt x="91363" y="28371"/>
                </a:lnTo>
                <a:lnTo>
                  <a:pt x="91363" y="0"/>
                </a:lnTo>
                <a:close/>
              </a:path>
              <a:path w="312420" h="104140">
                <a:moveTo>
                  <a:pt x="156159" y="57988"/>
                </a:moveTo>
                <a:lnTo>
                  <a:pt x="110490" y="57988"/>
                </a:lnTo>
                <a:lnTo>
                  <a:pt x="110490" y="103657"/>
                </a:lnTo>
                <a:lnTo>
                  <a:pt x="156159" y="103657"/>
                </a:lnTo>
                <a:lnTo>
                  <a:pt x="156159" y="57988"/>
                </a:lnTo>
                <a:close/>
              </a:path>
              <a:path w="312420" h="104140">
                <a:moveTo>
                  <a:pt x="201841" y="0"/>
                </a:moveTo>
                <a:lnTo>
                  <a:pt x="110477" y="0"/>
                </a:lnTo>
                <a:lnTo>
                  <a:pt x="110477" y="28371"/>
                </a:lnTo>
                <a:lnTo>
                  <a:pt x="201841" y="28371"/>
                </a:lnTo>
                <a:lnTo>
                  <a:pt x="201841" y="0"/>
                </a:lnTo>
                <a:close/>
              </a:path>
              <a:path w="312420" h="104140">
                <a:moveTo>
                  <a:pt x="312318" y="0"/>
                </a:moveTo>
                <a:lnTo>
                  <a:pt x="220954" y="0"/>
                </a:lnTo>
                <a:lnTo>
                  <a:pt x="220954" y="28371"/>
                </a:lnTo>
                <a:lnTo>
                  <a:pt x="312318" y="28371"/>
                </a:lnTo>
                <a:lnTo>
                  <a:pt x="312318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" name="object 158" descr=""/>
          <p:cNvSpPr/>
          <p:nvPr/>
        </p:nvSpPr>
        <p:spPr>
          <a:xfrm>
            <a:off x="4432084" y="6889591"/>
            <a:ext cx="45720" cy="102870"/>
          </a:xfrm>
          <a:custGeom>
            <a:avLst/>
            <a:gdLst/>
            <a:ahLst/>
            <a:cxnLst/>
            <a:rect l="l" t="t" r="r" b="b"/>
            <a:pathLst>
              <a:path w="45720" h="102870">
                <a:moveTo>
                  <a:pt x="45694" y="56972"/>
                </a:moveTo>
                <a:lnTo>
                  <a:pt x="0" y="56972"/>
                </a:lnTo>
                <a:lnTo>
                  <a:pt x="0" y="102654"/>
                </a:lnTo>
                <a:lnTo>
                  <a:pt x="45694" y="102654"/>
                </a:lnTo>
                <a:lnTo>
                  <a:pt x="45694" y="56972"/>
                </a:lnTo>
                <a:close/>
              </a:path>
              <a:path w="45720" h="102870">
                <a:moveTo>
                  <a:pt x="45694" y="0"/>
                </a:moveTo>
                <a:lnTo>
                  <a:pt x="0" y="0"/>
                </a:lnTo>
                <a:lnTo>
                  <a:pt x="0" y="45669"/>
                </a:lnTo>
                <a:lnTo>
                  <a:pt x="45694" y="45669"/>
                </a:lnTo>
                <a:lnTo>
                  <a:pt x="45694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" name="object 159" descr=""/>
          <p:cNvSpPr/>
          <p:nvPr/>
        </p:nvSpPr>
        <p:spPr>
          <a:xfrm>
            <a:off x="4474057" y="6833672"/>
            <a:ext cx="144780" cy="208915"/>
          </a:xfrm>
          <a:custGeom>
            <a:avLst/>
            <a:gdLst/>
            <a:ahLst/>
            <a:cxnLst/>
            <a:rect l="l" t="t" r="r" b="b"/>
            <a:pathLst>
              <a:path w="144779" h="208915">
                <a:moveTo>
                  <a:pt x="45669" y="162941"/>
                </a:moveTo>
                <a:lnTo>
                  <a:pt x="0" y="162941"/>
                </a:lnTo>
                <a:lnTo>
                  <a:pt x="0" y="208610"/>
                </a:lnTo>
                <a:lnTo>
                  <a:pt x="45669" y="208610"/>
                </a:lnTo>
                <a:lnTo>
                  <a:pt x="45669" y="162941"/>
                </a:lnTo>
                <a:close/>
              </a:path>
              <a:path w="144779" h="208915">
                <a:moveTo>
                  <a:pt x="78943" y="118046"/>
                </a:moveTo>
                <a:lnTo>
                  <a:pt x="22821" y="118046"/>
                </a:lnTo>
                <a:lnTo>
                  <a:pt x="22821" y="153403"/>
                </a:lnTo>
                <a:lnTo>
                  <a:pt x="78943" y="153403"/>
                </a:lnTo>
                <a:lnTo>
                  <a:pt x="78943" y="118046"/>
                </a:lnTo>
                <a:close/>
              </a:path>
              <a:path w="144779" h="208915">
                <a:moveTo>
                  <a:pt x="78943" y="60312"/>
                </a:moveTo>
                <a:lnTo>
                  <a:pt x="22821" y="60312"/>
                </a:lnTo>
                <a:lnTo>
                  <a:pt x="22821" y="95669"/>
                </a:lnTo>
                <a:lnTo>
                  <a:pt x="78943" y="95669"/>
                </a:lnTo>
                <a:lnTo>
                  <a:pt x="78943" y="60312"/>
                </a:lnTo>
                <a:close/>
              </a:path>
              <a:path w="144779" h="208915">
                <a:moveTo>
                  <a:pt x="101790" y="162941"/>
                </a:moveTo>
                <a:lnTo>
                  <a:pt x="56108" y="162941"/>
                </a:lnTo>
                <a:lnTo>
                  <a:pt x="56108" y="208610"/>
                </a:lnTo>
                <a:lnTo>
                  <a:pt x="101790" y="208610"/>
                </a:lnTo>
                <a:lnTo>
                  <a:pt x="101790" y="162941"/>
                </a:lnTo>
                <a:close/>
              </a:path>
              <a:path w="144779" h="208915">
                <a:moveTo>
                  <a:pt x="101790" y="0"/>
                </a:moveTo>
                <a:lnTo>
                  <a:pt x="56108" y="0"/>
                </a:lnTo>
                <a:lnTo>
                  <a:pt x="56108" y="45669"/>
                </a:lnTo>
                <a:lnTo>
                  <a:pt x="101790" y="45669"/>
                </a:lnTo>
                <a:lnTo>
                  <a:pt x="101790" y="0"/>
                </a:lnTo>
                <a:close/>
              </a:path>
              <a:path w="144779" h="208915">
                <a:moveTo>
                  <a:pt x="144780" y="112890"/>
                </a:moveTo>
                <a:lnTo>
                  <a:pt x="99110" y="112890"/>
                </a:lnTo>
                <a:lnTo>
                  <a:pt x="99110" y="158572"/>
                </a:lnTo>
                <a:lnTo>
                  <a:pt x="144780" y="158572"/>
                </a:lnTo>
                <a:lnTo>
                  <a:pt x="144780" y="112890"/>
                </a:lnTo>
                <a:close/>
              </a:path>
              <a:path w="144779" h="208915">
                <a:moveTo>
                  <a:pt x="144780" y="55918"/>
                </a:moveTo>
                <a:lnTo>
                  <a:pt x="99110" y="55918"/>
                </a:lnTo>
                <a:lnTo>
                  <a:pt x="99110" y="101587"/>
                </a:lnTo>
                <a:lnTo>
                  <a:pt x="144780" y="101587"/>
                </a:lnTo>
                <a:lnTo>
                  <a:pt x="144780" y="55918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" name="object 160" descr=""/>
          <p:cNvSpPr/>
          <p:nvPr/>
        </p:nvSpPr>
        <p:spPr>
          <a:xfrm>
            <a:off x="6382517" y="7073459"/>
            <a:ext cx="91440" cy="28575"/>
          </a:xfrm>
          <a:custGeom>
            <a:avLst/>
            <a:gdLst/>
            <a:ahLst/>
            <a:cxnLst/>
            <a:rect l="l" t="t" r="r" b="b"/>
            <a:pathLst>
              <a:path w="91439" h="28575">
                <a:moveTo>
                  <a:pt x="91358" y="0"/>
                </a:moveTo>
                <a:lnTo>
                  <a:pt x="0" y="0"/>
                </a:lnTo>
                <a:lnTo>
                  <a:pt x="0" y="28365"/>
                </a:lnTo>
                <a:lnTo>
                  <a:pt x="91358" y="28365"/>
                </a:lnTo>
                <a:lnTo>
                  <a:pt x="91358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" name="object 161" descr=""/>
          <p:cNvSpPr/>
          <p:nvPr/>
        </p:nvSpPr>
        <p:spPr>
          <a:xfrm>
            <a:off x="6384360" y="6815394"/>
            <a:ext cx="29845" cy="88900"/>
          </a:xfrm>
          <a:custGeom>
            <a:avLst/>
            <a:gdLst/>
            <a:ahLst/>
            <a:cxnLst/>
            <a:rect l="l" t="t" r="r" b="b"/>
            <a:pathLst>
              <a:path w="29845" h="88900">
                <a:moveTo>
                  <a:pt x="29224" y="0"/>
                </a:moveTo>
                <a:lnTo>
                  <a:pt x="0" y="0"/>
                </a:lnTo>
                <a:lnTo>
                  <a:pt x="0" y="88677"/>
                </a:lnTo>
                <a:lnTo>
                  <a:pt x="29224" y="88677"/>
                </a:lnTo>
                <a:lnTo>
                  <a:pt x="29224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" name="object 162" descr=""/>
          <p:cNvSpPr/>
          <p:nvPr/>
        </p:nvSpPr>
        <p:spPr>
          <a:xfrm>
            <a:off x="6665608" y="6815394"/>
            <a:ext cx="29845" cy="88900"/>
          </a:xfrm>
          <a:custGeom>
            <a:avLst/>
            <a:gdLst/>
            <a:ahLst/>
            <a:cxnLst/>
            <a:rect l="l" t="t" r="r" b="b"/>
            <a:pathLst>
              <a:path w="29845" h="88900">
                <a:moveTo>
                  <a:pt x="29224" y="0"/>
                </a:moveTo>
                <a:lnTo>
                  <a:pt x="0" y="0"/>
                </a:lnTo>
                <a:lnTo>
                  <a:pt x="0" y="88677"/>
                </a:lnTo>
                <a:lnTo>
                  <a:pt x="29224" y="88677"/>
                </a:lnTo>
                <a:lnTo>
                  <a:pt x="29224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" name="object 163" descr=""/>
          <p:cNvSpPr/>
          <p:nvPr/>
        </p:nvSpPr>
        <p:spPr>
          <a:xfrm>
            <a:off x="6384360" y="6911202"/>
            <a:ext cx="29845" cy="88900"/>
          </a:xfrm>
          <a:custGeom>
            <a:avLst/>
            <a:gdLst/>
            <a:ahLst/>
            <a:cxnLst/>
            <a:rect l="l" t="t" r="r" b="b"/>
            <a:pathLst>
              <a:path w="29845" h="88900">
                <a:moveTo>
                  <a:pt x="29224" y="0"/>
                </a:moveTo>
                <a:lnTo>
                  <a:pt x="0" y="0"/>
                </a:lnTo>
                <a:lnTo>
                  <a:pt x="0" y="88677"/>
                </a:lnTo>
                <a:lnTo>
                  <a:pt x="29224" y="88677"/>
                </a:lnTo>
                <a:lnTo>
                  <a:pt x="29224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" name="object 164" descr=""/>
          <p:cNvSpPr/>
          <p:nvPr/>
        </p:nvSpPr>
        <p:spPr>
          <a:xfrm>
            <a:off x="6665608" y="6911202"/>
            <a:ext cx="29845" cy="88900"/>
          </a:xfrm>
          <a:custGeom>
            <a:avLst/>
            <a:gdLst/>
            <a:ahLst/>
            <a:cxnLst/>
            <a:rect l="l" t="t" r="r" b="b"/>
            <a:pathLst>
              <a:path w="29845" h="88900">
                <a:moveTo>
                  <a:pt x="29224" y="0"/>
                </a:moveTo>
                <a:lnTo>
                  <a:pt x="0" y="0"/>
                </a:lnTo>
                <a:lnTo>
                  <a:pt x="0" y="88677"/>
                </a:lnTo>
                <a:lnTo>
                  <a:pt x="29224" y="88677"/>
                </a:lnTo>
                <a:lnTo>
                  <a:pt x="29224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" name="object 165" descr=""/>
          <p:cNvSpPr/>
          <p:nvPr/>
        </p:nvSpPr>
        <p:spPr>
          <a:xfrm>
            <a:off x="6384360" y="7005922"/>
            <a:ext cx="29845" cy="58419"/>
          </a:xfrm>
          <a:custGeom>
            <a:avLst/>
            <a:gdLst/>
            <a:ahLst/>
            <a:cxnLst/>
            <a:rect l="l" t="t" r="r" b="b"/>
            <a:pathLst>
              <a:path w="29845" h="58420">
                <a:moveTo>
                  <a:pt x="29224" y="0"/>
                </a:moveTo>
                <a:lnTo>
                  <a:pt x="0" y="0"/>
                </a:lnTo>
                <a:lnTo>
                  <a:pt x="0" y="57851"/>
                </a:lnTo>
                <a:lnTo>
                  <a:pt x="29224" y="57851"/>
                </a:lnTo>
                <a:lnTo>
                  <a:pt x="29224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" name="object 166" descr=""/>
          <p:cNvSpPr/>
          <p:nvPr/>
        </p:nvSpPr>
        <p:spPr>
          <a:xfrm>
            <a:off x="6665608" y="7005922"/>
            <a:ext cx="29845" cy="58419"/>
          </a:xfrm>
          <a:custGeom>
            <a:avLst/>
            <a:gdLst/>
            <a:ahLst/>
            <a:cxnLst/>
            <a:rect l="l" t="t" r="r" b="b"/>
            <a:pathLst>
              <a:path w="29845" h="58420">
                <a:moveTo>
                  <a:pt x="29224" y="0"/>
                </a:moveTo>
                <a:lnTo>
                  <a:pt x="0" y="0"/>
                </a:lnTo>
                <a:lnTo>
                  <a:pt x="0" y="57851"/>
                </a:lnTo>
                <a:lnTo>
                  <a:pt x="29224" y="57851"/>
                </a:lnTo>
                <a:lnTo>
                  <a:pt x="29224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" name="object 167" descr=""/>
          <p:cNvSpPr/>
          <p:nvPr/>
        </p:nvSpPr>
        <p:spPr>
          <a:xfrm>
            <a:off x="6492989" y="7073461"/>
            <a:ext cx="201930" cy="28575"/>
          </a:xfrm>
          <a:custGeom>
            <a:avLst/>
            <a:gdLst/>
            <a:ahLst/>
            <a:cxnLst/>
            <a:rect l="l" t="t" r="r" b="b"/>
            <a:pathLst>
              <a:path w="201929" h="28575">
                <a:moveTo>
                  <a:pt x="91363" y="0"/>
                </a:moveTo>
                <a:lnTo>
                  <a:pt x="0" y="0"/>
                </a:lnTo>
                <a:lnTo>
                  <a:pt x="0" y="28371"/>
                </a:lnTo>
                <a:lnTo>
                  <a:pt x="91363" y="28371"/>
                </a:lnTo>
                <a:lnTo>
                  <a:pt x="91363" y="0"/>
                </a:lnTo>
                <a:close/>
              </a:path>
              <a:path w="201929" h="28575">
                <a:moveTo>
                  <a:pt x="201841" y="0"/>
                </a:moveTo>
                <a:lnTo>
                  <a:pt x="110477" y="0"/>
                </a:lnTo>
                <a:lnTo>
                  <a:pt x="110477" y="28371"/>
                </a:lnTo>
                <a:lnTo>
                  <a:pt x="201841" y="28371"/>
                </a:lnTo>
                <a:lnTo>
                  <a:pt x="201841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" name="object 168" descr=""/>
          <p:cNvSpPr/>
          <p:nvPr/>
        </p:nvSpPr>
        <p:spPr>
          <a:xfrm>
            <a:off x="6382512" y="6775684"/>
            <a:ext cx="312420" cy="104139"/>
          </a:xfrm>
          <a:custGeom>
            <a:avLst/>
            <a:gdLst/>
            <a:ahLst/>
            <a:cxnLst/>
            <a:rect l="l" t="t" r="r" b="b"/>
            <a:pathLst>
              <a:path w="312420" h="104140">
                <a:moveTo>
                  <a:pt x="91363" y="0"/>
                </a:moveTo>
                <a:lnTo>
                  <a:pt x="0" y="0"/>
                </a:lnTo>
                <a:lnTo>
                  <a:pt x="0" y="28371"/>
                </a:lnTo>
                <a:lnTo>
                  <a:pt x="91363" y="28371"/>
                </a:lnTo>
                <a:lnTo>
                  <a:pt x="91363" y="0"/>
                </a:lnTo>
                <a:close/>
              </a:path>
              <a:path w="312420" h="104140">
                <a:moveTo>
                  <a:pt x="156159" y="57988"/>
                </a:moveTo>
                <a:lnTo>
                  <a:pt x="110490" y="57988"/>
                </a:lnTo>
                <a:lnTo>
                  <a:pt x="110490" y="103657"/>
                </a:lnTo>
                <a:lnTo>
                  <a:pt x="156159" y="103657"/>
                </a:lnTo>
                <a:lnTo>
                  <a:pt x="156159" y="57988"/>
                </a:lnTo>
                <a:close/>
              </a:path>
              <a:path w="312420" h="104140">
                <a:moveTo>
                  <a:pt x="201841" y="0"/>
                </a:moveTo>
                <a:lnTo>
                  <a:pt x="110477" y="0"/>
                </a:lnTo>
                <a:lnTo>
                  <a:pt x="110477" y="28371"/>
                </a:lnTo>
                <a:lnTo>
                  <a:pt x="201841" y="28371"/>
                </a:lnTo>
                <a:lnTo>
                  <a:pt x="201841" y="0"/>
                </a:lnTo>
                <a:close/>
              </a:path>
              <a:path w="312420" h="104140">
                <a:moveTo>
                  <a:pt x="312318" y="0"/>
                </a:moveTo>
                <a:lnTo>
                  <a:pt x="220954" y="0"/>
                </a:lnTo>
                <a:lnTo>
                  <a:pt x="220954" y="28371"/>
                </a:lnTo>
                <a:lnTo>
                  <a:pt x="312318" y="28371"/>
                </a:lnTo>
                <a:lnTo>
                  <a:pt x="312318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" name="object 169" descr=""/>
          <p:cNvSpPr/>
          <p:nvPr/>
        </p:nvSpPr>
        <p:spPr>
          <a:xfrm>
            <a:off x="6451041" y="6889591"/>
            <a:ext cx="45720" cy="102870"/>
          </a:xfrm>
          <a:custGeom>
            <a:avLst/>
            <a:gdLst/>
            <a:ahLst/>
            <a:cxnLst/>
            <a:rect l="l" t="t" r="r" b="b"/>
            <a:pathLst>
              <a:path w="45720" h="102870">
                <a:moveTo>
                  <a:pt x="45681" y="56972"/>
                </a:moveTo>
                <a:lnTo>
                  <a:pt x="0" y="56972"/>
                </a:lnTo>
                <a:lnTo>
                  <a:pt x="0" y="102654"/>
                </a:lnTo>
                <a:lnTo>
                  <a:pt x="45681" y="102654"/>
                </a:lnTo>
                <a:lnTo>
                  <a:pt x="45681" y="56972"/>
                </a:lnTo>
                <a:close/>
              </a:path>
              <a:path w="45720" h="102870">
                <a:moveTo>
                  <a:pt x="45681" y="0"/>
                </a:moveTo>
                <a:lnTo>
                  <a:pt x="0" y="0"/>
                </a:lnTo>
                <a:lnTo>
                  <a:pt x="0" y="45669"/>
                </a:lnTo>
                <a:lnTo>
                  <a:pt x="45681" y="45669"/>
                </a:lnTo>
                <a:lnTo>
                  <a:pt x="45681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" name="object 170" descr=""/>
          <p:cNvSpPr/>
          <p:nvPr/>
        </p:nvSpPr>
        <p:spPr>
          <a:xfrm>
            <a:off x="6493002" y="6833672"/>
            <a:ext cx="144780" cy="208915"/>
          </a:xfrm>
          <a:custGeom>
            <a:avLst/>
            <a:gdLst/>
            <a:ahLst/>
            <a:cxnLst/>
            <a:rect l="l" t="t" r="r" b="b"/>
            <a:pathLst>
              <a:path w="144779" h="208915">
                <a:moveTo>
                  <a:pt x="45669" y="162941"/>
                </a:moveTo>
                <a:lnTo>
                  <a:pt x="0" y="162941"/>
                </a:lnTo>
                <a:lnTo>
                  <a:pt x="0" y="208610"/>
                </a:lnTo>
                <a:lnTo>
                  <a:pt x="45669" y="208610"/>
                </a:lnTo>
                <a:lnTo>
                  <a:pt x="45669" y="162941"/>
                </a:lnTo>
                <a:close/>
              </a:path>
              <a:path w="144779" h="208915">
                <a:moveTo>
                  <a:pt x="78943" y="118046"/>
                </a:moveTo>
                <a:lnTo>
                  <a:pt x="22834" y="118046"/>
                </a:lnTo>
                <a:lnTo>
                  <a:pt x="22834" y="153403"/>
                </a:lnTo>
                <a:lnTo>
                  <a:pt x="78943" y="153403"/>
                </a:lnTo>
                <a:lnTo>
                  <a:pt x="78943" y="118046"/>
                </a:lnTo>
                <a:close/>
              </a:path>
              <a:path w="144779" h="208915">
                <a:moveTo>
                  <a:pt x="78943" y="60312"/>
                </a:moveTo>
                <a:lnTo>
                  <a:pt x="22834" y="60312"/>
                </a:lnTo>
                <a:lnTo>
                  <a:pt x="22834" y="95669"/>
                </a:lnTo>
                <a:lnTo>
                  <a:pt x="78943" y="95669"/>
                </a:lnTo>
                <a:lnTo>
                  <a:pt x="78943" y="60312"/>
                </a:lnTo>
                <a:close/>
              </a:path>
              <a:path w="144779" h="208915">
                <a:moveTo>
                  <a:pt x="101790" y="162941"/>
                </a:moveTo>
                <a:lnTo>
                  <a:pt x="56108" y="162941"/>
                </a:lnTo>
                <a:lnTo>
                  <a:pt x="56108" y="208610"/>
                </a:lnTo>
                <a:lnTo>
                  <a:pt x="101790" y="208610"/>
                </a:lnTo>
                <a:lnTo>
                  <a:pt x="101790" y="162941"/>
                </a:lnTo>
                <a:close/>
              </a:path>
              <a:path w="144779" h="208915">
                <a:moveTo>
                  <a:pt x="101790" y="0"/>
                </a:moveTo>
                <a:lnTo>
                  <a:pt x="56108" y="0"/>
                </a:lnTo>
                <a:lnTo>
                  <a:pt x="56108" y="45669"/>
                </a:lnTo>
                <a:lnTo>
                  <a:pt x="101790" y="45669"/>
                </a:lnTo>
                <a:lnTo>
                  <a:pt x="101790" y="0"/>
                </a:lnTo>
                <a:close/>
              </a:path>
              <a:path w="144779" h="208915">
                <a:moveTo>
                  <a:pt x="144780" y="112890"/>
                </a:moveTo>
                <a:lnTo>
                  <a:pt x="99110" y="112890"/>
                </a:lnTo>
                <a:lnTo>
                  <a:pt x="99110" y="158572"/>
                </a:lnTo>
                <a:lnTo>
                  <a:pt x="144780" y="158572"/>
                </a:lnTo>
                <a:lnTo>
                  <a:pt x="144780" y="112890"/>
                </a:lnTo>
                <a:close/>
              </a:path>
              <a:path w="144779" h="208915">
                <a:moveTo>
                  <a:pt x="144780" y="55918"/>
                </a:moveTo>
                <a:lnTo>
                  <a:pt x="99110" y="55918"/>
                </a:lnTo>
                <a:lnTo>
                  <a:pt x="99110" y="101587"/>
                </a:lnTo>
                <a:lnTo>
                  <a:pt x="144780" y="101587"/>
                </a:lnTo>
                <a:lnTo>
                  <a:pt x="144780" y="55918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" name="object 171" descr=""/>
          <p:cNvSpPr/>
          <p:nvPr/>
        </p:nvSpPr>
        <p:spPr>
          <a:xfrm>
            <a:off x="6380496" y="6673367"/>
            <a:ext cx="91440" cy="28575"/>
          </a:xfrm>
          <a:custGeom>
            <a:avLst/>
            <a:gdLst/>
            <a:ahLst/>
            <a:cxnLst/>
            <a:rect l="l" t="t" r="r" b="b"/>
            <a:pathLst>
              <a:path w="91439" h="28575">
                <a:moveTo>
                  <a:pt x="91358" y="0"/>
                </a:moveTo>
                <a:lnTo>
                  <a:pt x="0" y="0"/>
                </a:lnTo>
                <a:lnTo>
                  <a:pt x="0" y="28365"/>
                </a:lnTo>
                <a:lnTo>
                  <a:pt x="91358" y="28365"/>
                </a:lnTo>
                <a:lnTo>
                  <a:pt x="91358" y="0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" name="object 172" descr=""/>
          <p:cNvSpPr/>
          <p:nvPr/>
        </p:nvSpPr>
        <p:spPr>
          <a:xfrm>
            <a:off x="6382334" y="6114484"/>
            <a:ext cx="310515" cy="587375"/>
          </a:xfrm>
          <a:custGeom>
            <a:avLst/>
            <a:gdLst/>
            <a:ahLst/>
            <a:cxnLst/>
            <a:rect l="l" t="t" r="r" b="b"/>
            <a:pathLst>
              <a:path w="310515" h="587375">
                <a:moveTo>
                  <a:pt x="29222" y="491350"/>
                </a:moveTo>
                <a:lnTo>
                  <a:pt x="0" y="491350"/>
                </a:lnTo>
                <a:lnTo>
                  <a:pt x="0" y="549198"/>
                </a:lnTo>
                <a:lnTo>
                  <a:pt x="29222" y="549198"/>
                </a:lnTo>
                <a:lnTo>
                  <a:pt x="29222" y="491350"/>
                </a:lnTo>
                <a:close/>
              </a:path>
              <a:path w="310515" h="587375">
                <a:moveTo>
                  <a:pt x="29222" y="396633"/>
                </a:moveTo>
                <a:lnTo>
                  <a:pt x="0" y="396633"/>
                </a:lnTo>
                <a:lnTo>
                  <a:pt x="0" y="485305"/>
                </a:lnTo>
                <a:lnTo>
                  <a:pt x="29222" y="485305"/>
                </a:lnTo>
                <a:lnTo>
                  <a:pt x="29222" y="396633"/>
                </a:lnTo>
                <a:close/>
              </a:path>
              <a:path w="310515" h="587375">
                <a:moveTo>
                  <a:pt x="29222" y="300824"/>
                </a:moveTo>
                <a:lnTo>
                  <a:pt x="0" y="300824"/>
                </a:lnTo>
                <a:lnTo>
                  <a:pt x="0" y="389496"/>
                </a:lnTo>
                <a:lnTo>
                  <a:pt x="29222" y="389496"/>
                </a:lnTo>
                <a:lnTo>
                  <a:pt x="29222" y="300824"/>
                </a:lnTo>
                <a:close/>
              </a:path>
              <a:path w="310515" h="587375">
                <a:moveTo>
                  <a:pt x="29222" y="200799"/>
                </a:moveTo>
                <a:lnTo>
                  <a:pt x="0" y="200799"/>
                </a:lnTo>
                <a:lnTo>
                  <a:pt x="0" y="289471"/>
                </a:lnTo>
                <a:lnTo>
                  <a:pt x="29222" y="289471"/>
                </a:lnTo>
                <a:lnTo>
                  <a:pt x="29222" y="200799"/>
                </a:lnTo>
                <a:close/>
              </a:path>
              <a:path w="310515" h="587375">
                <a:moveTo>
                  <a:pt x="29222" y="99225"/>
                </a:moveTo>
                <a:lnTo>
                  <a:pt x="0" y="99225"/>
                </a:lnTo>
                <a:lnTo>
                  <a:pt x="0" y="187909"/>
                </a:lnTo>
                <a:lnTo>
                  <a:pt x="29222" y="187909"/>
                </a:lnTo>
                <a:lnTo>
                  <a:pt x="29222" y="99225"/>
                </a:lnTo>
                <a:close/>
              </a:path>
              <a:path w="310515" h="587375">
                <a:moveTo>
                  <a:pt x="112356" y="431990"/>
                </a:moveTo>
                <a:lnTo>
                  <a:pt x="66675" y="431990"/>
                </a:lnTo>
                <a:lnTo>
                  <a:pt x="66675" y="477672"/>
                </a:lnTo>
                <a:lnTo>
                  <a:pt x="112356" y="477672"/>
                </a:lnTo>
                <a:lnTo>
                  <a:pt x="112356" y="431990"/>
                </a:lnTo>
                <a:close/>
              </a:path>
              <a:path w="310515" h="587375">
                <a:moveTo>
                  <a:pt x="112356" y="374992"/>
                </a:moveTo>
                <a:lnTo>
                  <a:pt x="66675" y="374992"/>
                </a:lnTo>
                <a:lnTo>
                  <a:pt x="66675" y="420687"/>
                </a:lnTo>
                <a:lnTo>
                  <a:pt x="112356" y="420687"/>
                </a:lnTo>
                <a:lnTo>
                  <a:pt x="112356" y="374992"/>
                </a:lnTo>
                <a:close/>
              </a:path>
              <a:path w="310515" h="587375">
                <a:moveTo>
                  <a:pt x="112356" y="209372"/>
                </a:moveTo>
                <a:lnTo>
                  <a:pt x="66675" y="209372"/>
                </a:lnTo>
                <a:lnTo>
                  <a:pt x="66675" y="255054"/>
                </a:lnTo>
                <a:lnTo>
                  <a:pt x="112356" y="255054"/>
                </a:lnTo>
                <a:lnTo>
                  <a:pt x="112356" y="209372"/>
                </a:lnTo>
                <a:close/>
              </a:path>
              <a:path w="310515" h="587375">
                <a:moveTo>
                  <a:pt x="112356" y="152412"/>
                </a:moveTo>
                <a:lnTo>
                  <a:pt x="66675" y="152412"/>
                </a:lnTo>
                <a:lnTo>
                  <a:pt x="66675" y="198081"/>
                </a:lnTo>
                <a:lnTo>
                  <a:pt x="112356" y="198081"/>
                </a:lnTo>
                <a:lnTo>
                  <a:pt x="112356" y="152412"/>
                </a:lnTo>
                <a:close/>
              </a:path>
              <a:path w="310515" h="587375">
                <a:moveTo>
                  <a:pt x="144919" y="24574"/>
                </a:moveTo>
                <a:lnTo>
                  <a:pt x="130302" y="0"/>
                </a:lnTo>
                <a:lnTo>
                  <a:pt x="14605" y="64846"/>
                </a:lnTo>
                <a:lnTo>
                  <a:pt x="29222" y="89408"/>
                </a:lnTo>
                <a:lnTo>
                  <a:pt x="144919" y="24574"/>
                </a:lnTo>
                <a:close/>
              </a:path>
              <a:path w="310515" h="587375">
                <a:moveTo>
                  <a:pt x="154305" y="482015"/>
                </a:moveTo>
                <a:lnTo>
                  <a:pt x="108635" y="482015"/>
                </a:lnTo>
                <a:lnTo>
                  <a:pt x="108635" y="527710"/>
                </a:lnTo>
                <a:lnTo>
                  <a:pt x="154305" y="527710"/>
                </a:lnTo>
                <a:lnTo>
                  <a:pt x="154305" y="482015"/>
                </a:lnTo>
                <a:close/>
              </a:path>
              <a:path w="310515" h="587375">
                <a:moveTo>
                  <a:pt x="154305" y="319100"/>
                </a:moveTo>
                <a:lnTo>
                  <a:pt x="108635" y="319100"/>
                </a:lnTo>
                <a:lnTo>
                  <a:pt x="108635" y="364769"/>
                </a:lnTo>
                <a:lnTo>
                  <a:pt x="154305" y="364769"/>
                </a:lnTo>
                <a:lnTo>
                  <a:pt x="154305" y="319100"/>
                </a:lnTo>
                <a:close/>
              </a:path>
              <a:path w="310515" h="587375">
                <a:moveTo>
                  <a:pt x="154305" y="259422"/>
                </a:moveTo>
                <a:lnTo>
                  <a:pt x="108635" y="259422"/>
                </a:lnTo>
                <a:lnTo>
                  <a:pt x="108635" y="305104"/>
                </a:lnTo>
                <a:lnTo>
                  <a:pt x="154305" y="305104"/>
                </a:lnTo>
                <a:lnTo>
                  <a:pt x="154305" y="259422"/>
                </a:lnTo>
                <a:close/>
              </a:path>
              <a:path w="310515" h="587375">
                <a:moveTo>
                  <a:pt x="154305" y="96481"/>
                </a:moveTo>
                <a:lnTo>
                  <a:pt x="108635" y="96481"/>
                </a:lnTo>
                <a:lnTo>
                  <a:pt x="108635" y="142163"/>
                </a:lnTo>
                <a:lnTo>
                  <a:pt x="154305" y="142163"/>
                </a:lnTo>
                <a:lnTo>
                  <a:pt x="154305" y="96481"/>
                </a:lnTo>
                <a:close/>
              </a:path>
              <a:path w="310515" h="587375">
                <a:moveTo>
                  <a:pt x="187579" y="437146"/>
                </a:moveTo>
                <a:lnTo>
                  <a:pt x="131470" y="437146"/>
                </a:lnTo>
                <a:lnTo>
                  <a:pt x="131470" y="472503"/>
                </a:lnTo>
                <a:lnTo>
                  <a:pt x="187579" y="472503"/>
                </a:lnTo>
                <a:lnTo>
                  <a:pt x="187579" y="437146"/>
                </a:lnTo>
                <a:close/>
              </a:path>
              <a:path w="310515" h="587375">
                <a:moveTo>
                  <a:pt x="187579" y="379412"/>
                </a:moveTo>
                <a:lnTo>
                  <a:pt x="131470" y="379412"/>
                </a:lnTo>
                <a:lnTo>
                  <a:pt x="131470" y="414769"/>
                </a:lnTo>
                <a:lnTo>
                  <a:pt x="187579" y="414769"/>
                </a:lnTo>
                <a:lnTo>
                  <a:pt x="187579" y="379412"/>
                </a:lnTo>
                <a:close/>
              </a:path>
              <a:path w="310515" h="587375">
                <a:moveTo>
                  <a:pt x="187579" y="214528"/>
                </a:moveTo>
                <a:lnTo>
                  <a:pt x="131470" y="214528"/>
                </a:lnTo>
                <a:lnTo>
                  <a:pt x="131470" y="249897"/>
                </a:lnTo>
                <a:lnTo>
                  <a:pt x="187579" y="249897"/>
                </a:lnTo>
                <a:lnTo>
                  <a:pt x="187579" y="214528"/>
                </a:lnTo>
                <a:close/>
              </a:path>
              <a:path w="310515" h="587375">
                <a:moveTo>
                  <a:pt x="187579" y="156794"/>
                </a:moveTo>
                <a:lnTo>
                  <a:pt x="131470" y="156794"/>
                </a:lnTo>
                <a:lnTo>
                  <a:pt x="131470" y="192151"/>
                </a:lnTo>
                <a:lnTo>
                  <a:pt x="187579" y="192151"/>
                </a:lnTo>
                <a:lnTo>
                  <a:pt x="187579" y="156794"/>
                </a:lnTo>
                <a:close/>
              </a:path>
              <a:path w="310515" h="587375">
                <a:moveTo>
                  <a:pt x="199986" y="558888"/>
                </a:moveTo>
                <a:lnTo>
                  <a:pt x="108623" y="558888"/>
                </a:lnTo>
                <a:lnTo>
                  <a:pt x="108623" y="587260"/>
                </a:lnTo>
                <a:lnTo>
                  <a:pt x="199986" y="587260"/>
                </a:lnTo>
                <a:lnTo>
                  <a:pt x="199986" y="558888"/>
                </a:lnTo>
                <a:close/>
              </a:path>
              <a:path w="310515" h="587375">
                <a:moveTo>
                  <a:pt x="210426" y="482015"/>
                </a:moveTo>
                <a:lnTo>
                  <a:pt x="164731" y="482015"/>
                </a:lnTo>
                <a:lnTo>
                  <a:pt x="164731" y="527710"/>
                </a:lnTo>
                <a:lnTo>
                  <a:pt x="210426" y="527710"/>
                </a:lnTo>
                <a:lnTo>
                  <a:pt x="210426" y="482015"/>
                </a:lnTo>
                <a:close/>
              </a:path>
              <a:path w="310515" h="587375">
                <a:moveTo>
                  <a:pt x="210426" y="319100"/>
                </a:moveTo>
                <a:lnTo>
                  <a:pt x="164731" y="319100"/>
                </a:lnTo>
                <a:lnTo>
                  <a:pt x="164731" y="364769"/>
                </a:lnTo>
                <a:lnTo>
                  <a:pt x="210426" y="364769"/>
                </a:lnTo>
                <a:lnTo>
                  <a:pt x="210426" y="319100"/>
                </a:lnTo>
                <a:close/>
              </a:path>
              <a:path w="310515" h="587375">
                <a:moveTo>
                  <a:pt x="210426" y="259422"/>
                </a:moveTo>
                <a:lnTo>
                  <a:pt x="164731" y="259422"/>
                </a:lnTo>
                <a:lnTo>
                  <a:pt x="164731" y="305104"/>
                </a:lnTo>
                <a:lnTo>
                  <a:pt x="210426" y="305104"/>
                </a:lnTo>
                <a:lnTo>
                  <a:pt x="210426" y="259422"/>
                </a:lnTo>
                <a:close/>
              </a:path>
              <a:path w="310515" h="587375">
                <a:moveTo>
                  <a:pt x="210426" y="96481"/>
                </a:moveTo>
                <a:lnTo>
                  <a:pt x="164731" y="96481"/>
                </a:lnTo>
                <a:lnTo>
                  <a:pt x="164731" y="142163"/>
                </a:lnTo>
                <a:lnTo>
                  <a:pt x="210426" y="142163"/>
                </a:lnTo>
                <a:lnTo>
                  <a:pt x="210426" y="96481"/>
                </a:lnTo>
                <a:close/>
              </a:path>
              <a:path w="310515" h="587375">
                <a:moveTo>
                  <a:pt x="253415" y="431990"/>
                </a:moveTo>
                <a:lnTo>
                  <a:pt x="207746" y="431990"/>
                </a:lnTo>
                <a:lnTo>
                  <a:pt x="207746" y="477672"/>
                </a:lnTo>
                <a:lnTo>
                  <a:pt x="253415" y="477672"/>
                </a:lnTo>
                <a:lnTo>
                  <a:pt x="253415" y="431990"/>
                </a:lnTo>
                <a:close/>
              </a:path>
              <a:path w="310515" h="587375">
                <a:moveTo>
                  <a:pt x="253415" y="374992"/>
                </a:moveTo>
                <a:lnTo>
                  <a:pt x="207746" y="374992"/>
                </a:lnTo>
                <a:lnTo>
                  <a:pt x="207746" y="420687"/>
                </a:lnTo>
                <a:lnTo>
                  <a:pt x="253415" y="420687"/>
                </a:lnTo>
                <a:lnTo>
                  <a:pt x="253415" y="374992"/>
                </a:lnTo>
                <a:close/>
              </a:path>
              <a:path w="310515" h="587375">
                <a:moveTo>
                  <a:pt x="253415" y="209372"/>
                </a:moveTo>
                <a:lnTo>
                  <a:pt x="207746" y="209372"/>
                </a:lnTo>
                <a:lnTo>
                  <a:pt x="207746" y="255054"/>
                </a:lnTo>
                <a:lnTo>
                  <a:pt x="253415" y="255054"/>
                </a:lnTo>
                <a:lnTo>
                  <a:pt x="253415" y="209372"/>
                </a:lnTo>
                <a:close/>
              </a:path>
              <a:path w="310515" h="587375">
                <a:moveTo>
                  <a:pt x="253415" y="152412"/>
                </a:moveTo>
                <a:lnTo>
                  <a:pt x="207746" y="152412"/>
                </a:lnTo>
                <a:lnTo>
                  <a:pt x="207746" y="198081"/>
                </a:lnTo>
                <a:lnTo>
                  <a:pt x="253415" y="198081"/>
                </a:lnTo>
                <a:lnTo>
                  <a:pt x="253415" y="152412"/>
                </a:lnTo>
                <a:close/>
              </a:path>
              <a:path w="310515" h="587375">
                <a:moveTo>
                  <a:pt x="295732" y="64846"/>
                </a:moveTo>
                <a:lnTo>
                  <a:pt x="180035" y="0"/>
                </a:lnTo>
                <a:lnTo>
                  <a:pt x="165430" y="24574"/>
                </a:lnTo>
                <a:lnTo>
                  <a:pt x="281114" y="89408"/>
                </a:lnTo>
                <a:lnTo>
                  <a:pt x="295732" y="64846"/>
                </a:lnTo>
                <a:close/>
              </a:path>
              <a:path w="310515" h="587375">
                <a:moveTo>
                  <a:pt x="310464" y="558888"/>
                </a:moveTo>
                <a:lnTo>
                  <a:pt x="219100" y="558888"/>
                </a:lnTo>
                <a:lnTo>
                  <a:pt x="219100" y="587260"/>
                </a:lnTo>
                <a:lnTo>
                  <a:pt x="310464" y="587260"/>
                </a:lnTo>
                <a:lnTo>
                  <a:pt x="310464" y="558888"/>
                </a:lnTo>
                <a:close/>
              </a:path>
              <a:path w="310515" h="587375">
                <a:moveTo>
                  <a:pt x="310464" y="491350"/>
                </a:moveTo>
                <a:lnTo>
                  <a:pt x="281241" y="491350"/>
                </a:lnTo>
                <a:lnTo>
                  <a:pt x="281241" y="549198"/>
                </a:lnTo>
                <a:lnTo>
                  <a:pt x="310464" y="549198"/>
                </a:lnTo>
                <a:lnTo>
                  <a:pt x="310464" y="491350"/>
                </a:lnTo>
                <a:close/>
              </a:path>
              <a:path w="310515" h="587375">
                <a:moveTo>
                  <a:pt x="310464" y="396633"/>
                </a:moveTo>
                <a:lnTo>
                  <a:pt x="281241" y="396633"/>
                </a:lnTo>
                <a:lnTo>
                  <a:pt x="281241" y="485305"/>
                </a:lnTo>
                <a:lnTo>
                  <a:pt x="310464" y="485305"/>
                </a:lnTo>
                <a:lnTo>
                  <a:pt x="310464" y="396633"/>
                </a:lnTo>
                <a:close/>
              </a:path>
              <a:path w="310515" h="587375">
                <a:moveTo>
                  <a:pt x="310464" y="300824"/>
                </a:moveTo>
                <a:lnTo>
                  <a:pt x="281241" y="300824"/>
                </a:lnTo>
                <a:lnTo>
                  <a:pt x="281241" y="389496"/>
                </a:lnTo>
                <a:lnTo>
                  <a:pt x="310464" y="389496"/>
                </a:lnTo>
                <a:lnTo>
                  <a:pt x="310464" y="300824"/>
                </a:lnTo>
                <a:close/>
              </a:path>
              <a:path w="310515" h="587375">
                <a:moveTo>
                  <a:pt x="310464" y="200799"/>
                </a:moveTo>
                <a:lnTo>
                  <a:pt x="281241" y="200799"/>
                </a:lnTo>
                <a:lnTo>
                  <a:pt x="281241" y="289471"/>
                </a:lnTo>
                <a:lnTo>
                  <a:pt x="310464" y="289471"/>
                </a:lnTo>
                <a:lnTo>
                  <a:pt x="310464" y="200799"/>
                </a:lnTo>
                <a:close/>
              </a:path>
              <a:path w="310515" h="587375">
                <a:moveTo>
                  <a:pt x="310464" y="99225"/>
                </a:moveTo>
                <a:lnTo>
                  <a:pt x="281241" y="99225"/>
                </a:lnTo>
                <a:lnTo>
                  <a:pt x="281241" y="187909"/>
                </a:lnTo>
                <a:lnTo>
                  <a:pt x="310464" y="187909"/>
                </a:lnTo>
                <a:lnTo>
                  <a:pt x="310464" y="99225"/>
                </a:lnTo>
                <a:close/>
              </a:path>
            </a:pathLst>
          </a:custGeom>
          <a:solidFill>
            <a:srgbClr val="B9E4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" name="object 173" descr=""/>
          <p:cNvSpPr/>
          <p:nvPr/>
        </p:nvSpPr>
        <p:spPr>
          <a:xfrm>
            <a:off x="4748160" y="4860907"/>
            <a:ext cx="540385" cy="649605"/>
          </a:xfrm>
          <a:custGeom>
            <a:avLst/>
            <a:gdLst/>
            <a:ahLst/>
            <a:cxnLst/>
            <a:rect l="l" t="t" r="r" b="b"/>
            <a:pathLst>
              <a:path w="540385" h="649604">
                <a:moveTo>
                  <a:pt x="518727" y="0"/>
                </a:moveTo>
                <a:lnTo>
                  <a:pt x="440559" y="12553"/>
                </a:lnTo>
                <a:lnTo>
                  <a:pt x="383951" y="30264"/>
                </a:lnTo>
                <a:lnTo>
                  <a:pt x="331877" y="52717"/>
                </a:lnTo>
                <a:lnTo>
                  <a:pt x="284197" y="79353"/>
                </a:lnTo>
                <a:lnTo>
                  <a:pt x="240772" y="109617"/>
                </a:lnTo>
                <a:lnTo>
                  <a:pt x="201463" y="142952"/>
                </a:lnTo>
                <a:lnTo>
                  <a:pt x="166130" y="178800"/>
                </a:lnTo>
                <a:lnTo>
                  <a:pt x="134634" y="216605"/>
                </a:lnTo>
                <a:lnTo>
                  <a:pt x="106834" y="255810"/>
                </a:lnTo>
                <a:lnTo>
                  <a:pt x="82593" y="295859"/>
                </a:lnTo>
                <a:lnTo>
                  <a:pt x="61770" y="336194"/>
                </a:lnTo>
                <a:lnTo>
                  <a:pt x="44225" y="376259"/>
                </a:lnTo>
                <a:lnTo>
                  <a:pt x="29820" y="415496"/>
                </a:lnTo>
                <a:lnTo>
                  <a:pt x="18414" y="453350"/>
                </a:lnTo>
                <a:lnTo>
                  <a:pt x="4044" y="522679"/>
                </a:lnTo>
                <a:lnTo>
                  <a:pt x="0" y="579790"/>
                </a:lnTo>
                <a:lnTo>
                  <a:pt x="1500" y="602372"/>
                </a:lnTo>
                <a:lnTo>
                  <a:pt x="6625" y="623719"/>
                </a:lnTo>
                <a:lnTo>
                  <a:pt x="15420" y="638326"/>
                </a:lnTo>
                <a:lnTo>
                  <a:pt x="27581" y="646607"/>
                </a:lnTo>
                <a:lnTo>
                  <a:pt x="42806" y="648980"/>
                </a:lnTo>
                <a:lnTo>
                  <a:pt x="60790" y="645860"/>
                </a:lnTo>
                <a:lnTo>
                  <a:pt x="103820" y="624808"/>
                </a:lnTo>
                <a:lnTo>
                  <a:pt x="154243" y="586779"/>
                </a:lnTo>
                <a:lnTo>
                  <a:pt x="209628" y="535102"/>
                </a:lnTo>
                <a:lnTo>
                  <a:pt x="238422" y="505186"/>
                </a:lnTo>
                <a:lnTo>
                  <a:pt x="267546" y="473107"/>
                </a:lnTo>
                <a:lnTo>
                  <a:pt x="296695" y="439281"/>
                </a:lnTo>
                <a:lnTo>
                  <a:pt x="325567" y="404123"/>
                </a:lnTo>
                <a:lnTo>
                  <a:pt x="353856" y="368051"/>
                </a:lnTo>
                <a:lnTo>
                  <a:pt x="381260" y="331480"/>
                </a:lnTo>
                <a:lnTo>
                  <a:pt x="407474" y="294825"/>
                </a:lnTo>
                <a:lnTo>
                  <a:pt x="432196" y="258505"/>
                </a:lnTo>
                <a:lnTo>
                  <a:pt x="455121" y="222934"/>
                </a:lnTo>
                <a:lnTo>
                  <a:pt x="475945" y="188528"/>
                </a:lnTo>
                <a:lnTo>
                  <a:pt x="510077" y="124879"/>
                </a:lnTo>
                <a:lnTo>
                  <a:pt x="532163" y="70886"/>
                </a:lnTo>
                <a:lnTo>
                  <a:pt x="539772" y="29879"/>
                </a:lnTo>
                <a:lnTo>
                  <a:pt x="537389" y="15286"/>
                </a:lnTo>
                <a:lnTo>
                  <a:pt x="530475" y="5187"/>
                </a:lnTo>
                <a:lnTo>
                  <a:pt x="518727" y="0"/>
                </a:lnTo>
                <a:close/>
              </a:path>
            </a:pathLst>
          </a:custGeom>
          <a:solidFill>
            <a:srgbClr val="B9E4F8">
              <a:alpha val="38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" name="object 174" descr=""/>
          <p:cNvSpPr/>
          <p:nvPr/>
        </p:nvSpPr>
        <p:spPr>
          <a:xfrm>
            <a:off x="5450767" y="4579755"/>
            <a:ext cx="41910" cy="64135"/>
          </a:xfrm>
          <a:custGeom>
            <a:avLst/>
            <a:gdLst/>
            <a:ahLst/>
            <a:cxnLst/>
            <a:rect l="l" t="t" r="r" b="b"/>
            <a:pathLst>
              <a:path w="41910" h="64135">
                <a:moveTo>
                  <a:pt x="36810" y="0"/>
                </a:moveTo>
                <a:lnTo>
                  <a:pt x="12456" y="4487"/>
                </a:lnTo>
                <a:lnTo>
                  <a:pt x="969" y="24881"/>
                </a:lnTo>
                <a:lnTo>
                  <a:pt x="0" y="48844"/>
                </a:lnTo>
                <a:lnTo>
                  <a:pt x="7198" y="64039"/>
                </a:lnTo>
                <a:lnTo>
                  <a:pt x="20713" y="58744"/>
                </a:lnTo>
                <a:lnTo>
                  <a:pt x="34208" y="37238"/>
                </a:lnTo>
                <a:lnTo>
                  <a:pt x="41601" y="13123"/>
                </a:lnTo>
                <a:lnTo>
                  <a:pt x="36810" y="0"/>
                </a:lnTo>
                <a:close/>
              </a:path>
            </a:pathLst>
          </a:custGeom>
          <a:solidFill>
            <a:srgbClr val="B9E4F8">
              <a:alpha val="38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" name="object 175" descr=""/>
          <p:cNvSpPr/>
          <p:nvPr/>
        </p:nvSpPr>
        <p:spPr>
          <a:xfrm>
            <a:off x="5472429" y="4464805"/>
            <a:ext cx="27940" cy="34925"/>
          </a:xfrm>
          <a:custGeom>
            <a:avLst/>
            <a:gdLst/>
            <a:ahLst/>
            <a:cxnLst/>
            <a:rect l="l" t="t" r="r" b="b"/>
            <a:pathLst>
              <a:path w="27939" h="34925">
                <a:moveTo>
                  <a:pt x="21627" y="0"/>
                </a:moveTo>
                <a:lnTo>
                  <a:pt x="9919" y="1263"/>
                </a:lnTo>
                <a:lnTo>
                  <a:pt x="2358" y="11965"/>
                </a:lnTo>
                <a:lnTo>
                  <a:pt x="0" y="25279"/>
                </a:lnTo>
                <a:lnTo>
                  <a:pt x="3900" y="34375"/>
                </a:lnTo>
                <a:lnTo>
                  <a:pt x="13601" y="32928"/>
                </a:lnTo>
                <a:lnTo>
                  <a:pt x="23157" y="22484"/>
                </a:lnTo>
                <a:lnTo>
                  <a:pt x="27517" y="9392"/>
                </a:lnTo>
                <a:lnTo>
                  <a:pt x="21627" y="0"/>
                </a:lnTo>
                <a:close/>
              </a:path>
            </a:pathLst>
          </a:custGeom>
          <a:solidFill>
            <a:srgbClr val="B9E4F8">
              <a:alpha val="38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" name="object 176" descr=""/>
          <p:cNvSpPr/>
          <p:nvPr/>
        </p:nvSpPr>
        <p:spPr>
          <a:xfrm>
            <a:off x="5479406" y="4323460"/>
            <a:ext cx="34925" cy="69850"/>
          </a:xfrm>
          <a:custGeom>
            <a:avLst/>
            <a:gdLst/>
            <a:ahLst/>
            <a:cxnLst/>
            <a:rect l="l" t="t" r="r" b="b"/>
            <a:pathLst>
              <a:path w="34925" h="69850">
                <a:moveTo>
                  <a:pt x="33480" y="0"/>
                </a:moveTo>
                <a:lnTo>
                  <a:pt x="18858" y="4663"/>
                </a:lnTo>
                <a:lnTo>
                  <a:pt x="5738" y="25874"/>
                </a:lnTo>
                <a:lnTo>
                  <a:pt x="0" y="51517"/>
                </a:lnTo>
                <a:lnTo>
                  <a:pt x="7523" y="69474"/>
                </a:lnTo>
                <a:lnTo>
                  <a:pt x="20487" y="64139"/>
                </a:lnTo>
                <a:lnTo>
                  <a:pt x="30083" y="40591"/>
                </a:lnTo>
                <a:lnTo>
                  <a:pt x="34888" y="14116"/>
                </a:lnTo>
                <a:lnTo>
                  <a:pt x="33480" y="0"/>
                </a:lnTo>
                <a:close/>
              </a:path>
            </a:pathLst>
          </a:custGeom>
          <a:solidFill>
            <a:srgbClr val="B9E4F8">
              <a:alpha val="38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" name="object 177" descr=""/>
          <p:cNvSpPr/>
          <p:nvPr/>
        </p:nvSpPr>
        <p:spPr>
          <a:xfrm>
            <a:off x="5497682" y="4212444"/>
            <a:ext cx="22860" cy="46355"/>
          </a:xfrm>
          <a:custGeom>
            <a:avLst/>
            <a:gdLst/>
            <a:ahLst/>
            <a:cxnLst/>
            <a:rect l="l" t="t" r="r" b="b"/>
            <a:pathLst>
              <a:path w="22860" h="46354">
                <a:moveTo>
                  <a:pt x="20252" y="0"/>
                </a:moveTo>
                <a:lnTo>
                  <a:pt x="10006" y="5161"/>
                </a:lnTo>
                <a:lnTo>
                  <a:pt x="2150" y="19971"/>
                </a:lnTo>
                <a:lnTo>
                  <a:pt x="0" y="36233"/>
                </a:lnTo>
                <a:lnTo>
                  <a:pt x="6870" y="45747"/>
                </a:lnTo>
                <a:lnTo>
                  <a:pt x="15857" y="40450"/>
                </a:lnTo>
                <a:lnTo>
                  <a:pt x="20970" y="24817"/>
                </a:lnTo>
                <a:lnTo>
                  <a:pt x="22380" y="8212"/>
                </a:lnTo>
                <a:lnTo>
                  <a:pt x="20252" y="0"/>
                </a:lnTo>
                <a:close/>
              </a:path>
            </a:pathLst>
          </a:custGeom>
          <a:solidFill>
            <a:srgbClr val="B9E4F8">
              <a:alpha val="38998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78" name="object 178" descr=""/>
          <p:cNvGrpSpPr/>
          <p:nvPr/>
        </p:nvGrpSpPr>
        <p:grpSpPr>
          <a:xfrm>
            <a:off x="2115966" y="5686226"/>
            <a:ext cx="5647055" cy="2435225"/>
            <a:chOff x="2115966" y="5686226"/>
            <a:chExt cx="5647055" cy="2435225"/>
          </a:xfrm>
        </p:grpSpPr>
        <p:sp>
          <p:nvSpPr>
            <p:cNvPr id="179" name="object 179" descr=""/>
            <p:cNvSpPr/>
            <p:nvPr/>
          </p:nvSpPr>
          <p:spPr>
            <a:xfrm>
              <a:off x="3295700" y="7987137"/>
              <a:ext cx="4467225" cy="134620"/>
            </a:xfrm>
            <a:custGeom>
              <a:avLst/>
              <a:gdLst/>
              <a:ahLst/>
              <a:cxnLst/>
              <a:rect l="l" t="t" r="r" b="b"/>
              <a:pathLst>
                <a:path w="4467225" h="134620">
                  <a:moveTo>
                    <a:pt x="4466907" y="0"/>
                  </a:moveTo>
                  <a:lnTo>
                    <a:pt x="0" y="0"/>
                  </a:lnTo>
                  <a:lnTo>
                    <a:pt x="0" y="128714"/>
                  </a:lnTo>
                  <a:lnTo>
                    <a:pt x="0" y="130721"/>
                  </a:lnTo>
                  <a:lnTo>
                    <a:pt x="0" y="134200"/>
                  </a:lnTo>
                  <a:lnTo>
                    <a:pt x="4466907" y="134200"/>
                  </a:lnTo>
                  <a:lnTo>
                    <a:pt x="4466907" y="130721"/>
                  </a:lnTo>
                  <a:lnTo>
                    <a:pt x="4466907" y="128714"/>
                  </a:lnTo>
                  <a:lnTo>
                    <a:pt x="4466907" y="0"/>
                  </a:lnTo>
                  <a:close/>
                </a:path>
              </a:pathLst>
            </a:custGeom>
            <a:solidFill>
              <a:srgbClr val="B9E4F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80" name="object 180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197187" y="5686226"/>
              <a:ext cx="1077621" cy="2336800"/>
            </a:xfrm>
            <a:prstGeom prst="rect">
              <a:avLst/>
            </a:prstGeom>
          </p:spPr>
        </p:pic>
        <p:sp>
          <p:nvSpPr>
            <p:cNvPr id="181" name="object 181" descr=""/>
            <p:cNvSpPr/>
            <p:nvPr/>
          </p:nvSpPr>
          <p:spPr>
            <a:xfrm>
              <a:off x="4516886" y="6873182"/>
              <a:ext cx="1148080" cy="933450"/>
            </a:xfrm>
            <a:custGeom>
              <a:avLst/>
              <a:gdLst/>
              <a:ahLst/>
              <a:cxnLst/>
              <a:rect l="l" t="t" r="r" b="b"/>
              <a:pathLst>
                <a:path w="1148079" h="933450">
                  <a:moveTo>
                    <a:pt x="569103" y="0"/>
                  </a:moveTo>
                  <a:lnTo>
                    <a:pt x="502328" y="7395"/>
                  </a:lnTo>
                  <a:lnTo>
                    <a:pt x="437728" y="29048"/>
                  </a:lnTo>
                  <a:lnTo>
                    <a:pt x="375707" y="64163"/>
                  </a:lnTo>
                  <a:lnTo>
                    <a:pt x="316667" y="111940"/>
                  </a:lnTo>
                  <a:lnTo>
                    <a:pt x="288391" y="140328"/>
                  </a:lnTo>
                  <a:lnTo>
                    <a:pt x="261011" y="171583"/>
                  </a:lnTo>
                  <a:lnTo>
                    <a:pt x="234577" y="205604"/>
                  </a:lnTo>
                  <a:lnTo>
                    <a:pt x="209141" y="242293"/>
                  </a:lnTo>
                  <a:lnTo>
                    <a:pt x="184752" y="281549"/>
                  </a:lnTo>
                  <a:lnTo>
                    <a:pt x="161461" y="323273"/>
                  </a:lnTo>
                  <a:lnTo>
                    <a:pt x="139318" y="367365"/>
                  </a:lnTo>
                  <a:lnTo>
                    <a:pt x="118373" y="413725"/>
                  </a:lnTo>
                  <a:lnTo>
                    <a:pt x="98677" y="462254"/>
                  </a:lnTo>
                  <a:lnTo>
                    <a:pt x="80280" y="512851"/>
                  </a:lnTo>
                  <a:lnTo>
                    <a:pt x="63233" y="565418"/>
                  </a:lnTo>
                  <a:lnTo>
                    <a:pt x="47585" y="619854"/>
                  </a:lnTo>
                  <a:lnTo>
                    <a:pt x="33387" y="676060"/>
                  </a:lnTo>
                  <a:lnTo>
                    <a:pt x="20690" y="733936"/>
                  </a:lnTo>
                  <a:lnTo>
                    <a:pt x="9544" y="793382"/>
                  </a:lnTo>
                  <a:lnTo>
                    <a:pt x="0" y="854298"/>
                  </a:lnTo>
                  <a:lnTo>
                    <a:pt x="17186" y="797579"/>
                  </a:lnTo>
                  <a:lnTo>
                    <a:pt x="36502" y="742945"/>
                  </a:lnTo>
                  <a:lnTo>
                    <a:pt x="57860" y="690537"/>
                  </a:lnTo>
                  <a:lnTo>
                    <a:pt x="81175" y="640495"/>
                  </a:lnTo>
                  <a:lnTo>
                    <a:pt x="106358" y="592960"/>
                  </a:lnTo>
                  <a:lnTo>
                    <a:pt x="133323" y="548070"/>
                  </a:lnTo>
                  <a:lnTo>
                    <a:pt x="161983" y="505966"/>
                  </a:lnTo>
                  <a:lnTo>
                    <a:pt x="192249" y="466789"/>
                  </a:lnTo>
                  <a:lnTo>
                    <a:pt x="224036" y="430677"/>
                  </a:lnTo>
                  <a:lnTo>
                    <a:pt x="257256" y="397773"/>
                  </a:lnTo>
                  <a:lnTo>
                    <a:pt x="291821" y="368215"/>
                  </a:lnTo>
                  <a:lnTo>
                    <a:pt x="327646" y="342143"/>
                  </a:lnTo>
                  <a:lnTo>
                    <a:pt x="364642" y="319698"/>
                  </a:lnTo>
                  <a:lnTo>
                    <a:pt x="402723" y="301020"/>
                  </a:lnTo>
                  <a:lnTo>
                    <a:pt x="441801" y="286249"/>
                  </a:lnTo>
                  <a:lnTo>
                    <a:pt x="481790" y="275524"/>
                  </a:lnTo>
                  <a:lnTo>
                    <a:pt x="522602" y="268987"/>
                  </a:lnTo>
                  <a:lnTo>
                    <a:pt x="564150" y="266777"/>
                  </a:lnTo>
                  <a:lnTo>
                    <a:pt x="604336" y="268844"/>
                  </a:lnTo>
                  <a:lnTo>
                    <a:pt x="643836" y="274960"/>
                  </a:lnTo>
                  <a:lnTo>
                    <a:pt x="682573" y="284999"/>
                  </a:lnTo>
                  <a:lnTo>
                    <a:pt x="720468" y="298834"/>
                  </a:lnTo>
                  <a:lnTo>
                    <a:pt x="757441" y="316340"/>
                  </a:lnTo>
                  <a:lnTo>
                    <a:pt x="793414" y="337388"/>
                  </a:lnTo>
                  <a:lnTo>
                    <a:pt x="828308" y="361852"/>
                  </a:lnTo>
                  <a:lnTo>
                    <a:pt x="862045" y="389607"/>
                  </a:lnTo>
                  <a:lnTo>
                    <a:pt x="894545" y="420525"/>
                  </a:lnTo>
                  <a:lnTo>
                    <a:pt x="925729" y="454479"/>
                  </a:lnTo>
                  <a:lnTo>
                    <a:pt x="955519" y="491344"/>
                  </a:lnTo>
                  <a:lnTo>
                    <a:pt x="983837" y="530992"/>
                  </a:lnTo>
                  <a:lnTo>
                    <a:pt x="1010602" y="573297"/>
                  </a:lnTo>
                  <a:lnTo>
                    <a:pt x="1035737" y="618133"/>
                  </a:lnTo>
                  <a:lnTo>
                    <a:pt x="1059163" y="665372"/>
                  </a:lnTo>
                  <a:lnTo>
                    <a:pt x="1080800" y="714889"/>
                  </a:lnTo>
                  <a:lnTo>
                    <a:pt x="1100570" y="766556"/>
                  </a:lnTo>
                  <a:lnTo>
                    <a:pt x="1118395" y="820248"/>
                  </a:lnTo>
                  <a:lnTo>
                    <a:pt x="1134195" y="875837"/>
                  </a:lnTo>
                  <a:lnTo>
                    <a:pt x="1147891" y="933196"/>
                  </a:lnTo>
                  <a:lnTo>
                    <a:pt x="1140361" y="869912"/>
                  </a:lnTo>
                  <a:lnTo>
                    <a:pt x="1131131" y="808001"/>
                  </a:lnTo>
                  <a:lnTo>
                    <a:pt x="1120253" y="747568"/>
                  </a:lnTo>
                  <a:lnTo>
                    <a:pt x="1107779" y="688715"/>
                  </a:lnTo>
                  <a:lnTo>
                    <a:pt x="1093761" y="631544"/>
                  </a:lnTo>
                  <a:lnTo>
                    <a:pt x="1078251" y="576160"/>
                  </a:lnTo>
                  <a:lnTo>
                    <a:pt x="1061300" y="522664"/>
                  </a:lnTo>
                  <a:lnTo>
                    <a:pt x="1042962" y="471159"/>
                  </a:lnTo>
                  <a:lnTo>
                    <a:pt x="1023287" y="421749"/>
                  </a:lnTo>
                  <a:lnTo>
                    <a:pt x="1002327" y="374537"/>
                  </a:lnTo>
                  <a:lnTo>
                    <a:pt x="980135" y="329624"/>
                  </a:lnTo>
                  <a:lnTo>
                    <a:pt x="956763" y="287115"/>
                  </a:lnTo>
                  <a:lnTo>
                    <a:pt x="932262" y="247112"/>
                  </a:lnTo>
                  <a:lnTo>
                    <a:pt x="906683" y="209718"/>
                  </a:lnTo>
                  <a:lnTo>
                    <a:pt x="880081" y="175035"/>
                  </a:lnTo>
                  <a:lnTo>
                    <a:pt x="852505" y="143168"/>
                  </a:lnTo>
                  <a:lnTo>
                    <a:pt x="824008" y="114217"/>
                  </a:lnTo>
                  <a:lnTo>
                    <a:pt x="794641" y="88288"/>
                  </a:lnTo>
                  <a:lnTo>
                    <a:pt x="733509" y="45902"/>
                  </a:lnTo>
                  <a:lnTo>
                    <a:pt x="669523" y="16833"/>
                  </a:lnTo>
                  <a:lnTo>
                    <a:pt x="603099" y="1904"/>
                  </a:lnTo>
                  <a:lnTo>
                    <a:pt x="569103" y="0"/>
                  </a:lnTo>
                  <a:close/>
                </a:path>
              </a:pathLst>
            </a:custGeom>
            <a:solidFill>
              <a:srgbClr val="92794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 descr=""/>
            <p:cNvSpPr/>
            <p:nvPr/>
          </p:nvSpPr>
          <p:spPr>
            <a:xfrm>
              <a:off x="4489196" y="6873576"/>
              <a:ext cx="1188085" cy="1238250"/>
            </a:xfrm>
            <a:custGeom>
              <a:avLst/>
              <a:gdLst/>
              <a:ahLst/>
              <a:cxnLst/>
              <a:rect l="l" t="t" r="r" b="b"/>
              <a:pathLst>
                <a:path w="1188085" h="1238250">
                  <a:moveTo>
                    <a:pt x="593458" y="25"/>
                  </a:moveTo>
                  <a:lnTo>
                    <a:pt x="524408" y="7556"/>
                  </a:lnTo>
                  <a:lnTo>
                    <a:pt x="459105" y="29679"/>
                  </a:lnTo>
                  <a:lnTo>
                    <a:pt x="396430" y="65532"/>
                  </a:lnTo>
                  <a:lnTo>
                    <a:pt x="336791" y="114312"/>
                  </a:lnTo>
                  <a:lnTo>
                    <a:pt x="308241" y="143281"/>
                  </a:lnTo>
                  <a:lnTo>
                    <a:pt x="280619" y="175171"/>
                  </a:lnTo>
                  <a:lnTo>
                    <a:pt x="253961" y="209880"/>
                  </a:lnTo>
                  <a:lnTo>
                    <a:pt x="251104" y="214058"/>
                  </a:lnTo>
                  <a:lnTo>
                    <a:pt x="246570" y="219519"/>
                  </a:lnTo>
                  <a:lnTo>
                    <a:pt x="221932" y="255143"/>
                  </a:lnTo>
                  <a:lnTo>
                    <a:pt x="198780" y="293052"/>
                  </a:lnTo>
                  <a:lnTo>
                    <a:pt x="175615" y="333209"/>
                  </a:lnTo>
                  <a:lnTo>
                    <a:pt x="175615" y="339432"/>
                  </a:lnTo>
                  <a:lnTo>
                    <a:pt x="158115" y="374789"/>
                  </a:lnTo>
                  <a:lnTo>
                    <a:pt x="137096" y="422033"/>
                  </a:lnTo>
                  <a:lnTo>
                    <a:pt x="117373" y="471462"/>
                  </a:lnTo>
                  <a:lnTo>
                    <a:pt x="98996" y="522986"/>
                  </a:lnTo>
                  <a:lnTo>
                    <a:pt x="82003" y="576503"/>
                  </a:lnTo>
                  <a:lnTo>
                    <a:pt x="66459" y="631901"/>
                  </a:lnTo>
                  <a:lnTo>
                    <a:pt x="52400" y="689089"/>
                  </a:lnTo>
                  <a:lnTo>
                    <a:pt x="39903" y="747953"/>
                  </a:lnTo>
                  <a:lnTo>
                    <a:pt x="29006" y="808393"/>
                  </a:lnTo>
                  <a:lnTo>
                    <a:pt x="19761" y="870305"/>
                  </a:lnTo>
                  <a:lnTo>
                    <a:pt x="12230" y="933589"/>
                  </a:lnTo>
                  <a:lnTo>
                    <a:pt x="7874" y="979678"/>
                  </a:lnTo>
                  <a:lnTo>
                    <a:pt x="4457" y="1025867"/>
                  </a:lnTo>
                  <a:lnTo>
                    <a:pt x="1993" y="1072464"/>
                  </a:lnTo>
                  <a:lnTo>
                    <a:pt x="508" y="1119797"/>
                  </a:lnTo>
                  <a:lnTo>
                    <a:pt x="0" y="1168158"/>
                  </a:lnTo>
                  <a:lnTo>
                    <a:pt x="76" y="1187157"/>
                  </a:lnTo>
                  <a:lnTo>
                    <a:pt x="304" y="1206258"/>
                  </a:lnTo>
                  <a:lnTo>
                    <a:pt x="660" y="1223721"/>
                  </a:lnTo>
                  <a:lnTo>
                    <a:pt x="1168" y="1237818"/>
                  </a:lnTo>
                  <a:lnTo>
                    <a:pt x="175615" y="1237818"/>
                  </a:lnTo>
                  <a:lnTo>
                    <a:pt x="274167" y="1237818"/>
                  </a:lnTo>
                  <a:lnTo>
                    <a:pt x="400304" y="1237818"/>
                  </a:lnTo>
                  <a:lnTo>
                    <a:pt x="494906" y="1237818"/>
                  </a:lnTo>
                  <a:lnTo>
                    <a:pt x="593458" y="1237818"/>
                  </a:lnTo>
                  <a:lnTo>
                    <a:pt x="593458" y="25"/>
                  </a:lnTo>
                  <a:close/>
                </a:path>
                <a:path w="1188085" h="1238250">
                  <a:moveTo>
                    <a:pt x="1187805" y="1168158"/>
                  </a:moveTo>
                  <a:lnTo>
                    <a:pt x="1187310" y="1119797"/>
                  </a:lnTo>
                  <a:lnTo>
                    <a:pt x="1185811" y="1072464"/>
                  </a:lnTo>
                  <a:lnTo>
                    <a:pt x="1183360" y="1025867"/>
                  </a:lnTo>
                  <a:lnTo>
                    <a:pt x="1179931" y="979678"/>
                  </a:lnTo>
                  <a:lnTo>
                    <a:pt x="1175575" y="933589"/>
                  </a:lnTo>
                  <a:lnTo>
                    <a:pt x="1168044" y="870305"/>
                  </a:lnTo>
                  <a:lnTo>
                    <a:pt x="1158786" y="808393"/>
                  </a:lnTo>
                  <a:lnTo>
                    <a:pt x="1147889" y="747953"/>
                  </a:lnTo>
                  <a:lnTo>
                    <a:pt x="1135367" y="689089"/>
                  </a:lnTo>
                  <a:lnTo>
                    <a:pt x="1121308" y="631901"/>
                  </a:lnTo>
                  <a:lnTo>
                    <a:pt x="1105738" y="576503"/>
                  </a:lnTo>
                  <a:lnTo>
                    <a:pt x="1088732" y="522986"/>
                  </a:lnTo>
                  <a:lnTo>
                    <a:pt x="1070330" y="471462"/>
                  </a:lnTo>
                  <a:lnTo>
                    <a:pt x="1050582" y="422033"/>
                  </a:lnTo>
                  <a:lnTo>
                    <a:pt x="1029538" y="374789"/>
                  </a:lnTo>
                  <a:lnTo>
                    <a:pt x="1015250" y="345960"/>
                  </a:lnTo>
                  <a:lnTo>
                    <a:pt x="1015250" y="333209"/>
                  </a:lnTo>
                  <a:lnTo>
                    <a:pt x="989939" y="293052"/>
                  </a:lnTo>
                  <a:lnTo>
                    <a:pt x="966482" y="255143"/>
                  </a:lnTo>
                  <a:lnTo>
                    <a:pt x="943749" y="219519"/>
                  </a:lnTo>
                  <a:lnTo>
                    <a:pt x="920648" y="186232"/>
                  </a:lnTo>
                  <a:lnTo>
                    <a:pt x="920648" y="193052"/>
                  </a:lnTo>
                  <a:lnTo>
                    <a:pt x="906907" y="175171"/>
                  </a:lnTo>
                  <a:lnTo>
                    <a:pt x="879246" y="143281"/>
                  </a:lnTo>
                  <a:lnTo>
                    <a:pt x="850684" y="114312"/>
                  </a:lnTo>
                  <a:lnTo>
                    <a:pt x="821245" y="88366"/>
                  </a:lnTo>
                  <a:lnTo>
                    <a:pt x="760006" y="45935"/>
                  </a:lnTo>
                  <a:lnTo>
                    <a:pt x="695934" y="16852"/>
                  </a:lnTo>
                  <a:lnTo>
                    <a:pt x="629462" y="1905"/>
                  </a:lnTo>
                  <a:lnTo>
                    <a:pt x="595452" y="0"/>
                  </a:lnTo>
                  <a:lnTo>
                    <a:pt x="593471" y="25"/>
                  </a:lnTo>
                  <a:lnTo>
                    <a:pt x="593471" y="1237818"/>
                  </a:lnTo>
                  <a:lnTo>
                    <a:pt x="692010" y="1237818"/>
                  </a:lnTo>
                  <a:lnTo>
                    <a:pt x="786625" y="1237818"/>
                  </a:lnTo>
                  <a:lnTo>
                    <a:pt x="920648" y="1237818"/>
                  </a:lnTo>
                  <a:lnTo>
                    <a:pt x="1015250" y="1237818"/>
                  </a:lnTo>
                  <a:lnTo>
                    <a:pt x="1186649" y="1237818"/>
                  </a:lnTo>
                  <a:lnTo>
                    <a:pt x="1187145" y="1223721"/>
                  </a:lnTo>
                  <a:lnTo>
                    <a:pt x="1187513" y="1206258"/>
                  </a:lnTo>
                  <a:lnTo>
                    <a:pt x="1187729" y="1187157"/>
                  </a:lnTo>
                  <a:lnTo>
                    <a:pt x="1187805" y="116815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 descr=""/>
            <p:cNvSpPr/>
            <p:nvPr/>
          </p:nvSpPr>
          <p:spPr>
            <a:xfrm>
              <a:off x="4034106" y="6057622"/>
              <a:ext cx="2109470" cy="2054225"/>
            </a:xfrm>
            <a:custGeom>
              <a:avLst/>
              <a:gdLst/>
              <a:ahLst/>
              <a:cxnLst/>
              <a:rect l="l" t="t" r="r" b="b"/>
              <a:pathLst>
                <a:path w="2109470" h="2054225">
                  <a:moveTo>
                    <a:pt x="2108951" y="0"/>
                  </a:moveTo>
                  <a:lnTo>
                    <a:pt x="0" y="0"/>
                  </a:lnTo>
                  <a:lnTo>
                    <a:pt x="0" y="2053769"/>
                  </a:lnTo>
                  <a:lnTo>
                    <a:pt x="462027" y="2053769"/>
                  </a:lnTo>
                  <a:lnTo>
                    <a:pt x="461182" y="2022143"/>
                  </a:lnTo>
                  <a:lnTo>
                    <a:pt x="460855" y="1983991"/>
                  </a:lnTo>
                  <a:lnTo>
                    <a:pt x="461486" y="1929523"/>
                  </a:lnTo>
                  <a:lnTo>
                    <a:pt x="463363" y="1876007"/>
                  </a:lnTo>
                  <a:lnTo>
                    <a:pt x="466458" y="1823345"/>
                  </a:lnTo>
                  <a:lnTo>
                    <a:pt x="470744" y="1771438"/>
                  </a:lnTo>
                  <a:lnTo>
                    <a:pt x="476194" y="1720189"/>
                  </a:lnTo>
                  <a:lnTo>
                    <a:pt x="482781" y="1669498"/>
                  </a:lnTo>
                  <a:lnTo>
                    <a:pt x="492325" y="1608579"/>
                  </a:lnTo>
                  <a:lnTo>
                    <a:pt x="503472" y="1549126"/>
                  </a:lnTo>
                  <a:lnTo>
                    <a:pt x="516169" y="1491241"/>
                  </a:lnTo>
                  <a:lnTo>
                    <a:pt x="530366" y="1435023"/>
                  </a:lnTo>
                  <a:lnTo>
                    <a:pt x="546014" y="1380572"/>
                  </a:lnTo>
                  <a:lnTo>
                    <a:pt x="563061" y="1327988"/>
                  </a:lnTo>
                  <a:lnTo>
                    <a:pt x="581458" y="1277372"/>
                  </a:lnTo>
                  <a:lnTo>
                    <a:pt x="601154" y="1228823"/>
                  </a:lnTo>
                  <a:lnTo>
                    <a:pt x="622099" y="1182441"/>
                  </a:lnTo>
                  <a:lnTo>
                    <a:pt x="644242" y="1138327"/>
                  </a:lnTo>
                  <a:lnTo>
                    <a:pt x="667533" y="1096580"/>
                  </a:lnTo>
                  <a:lnTo>
                    <a:pt x="691922" y="1057301"/>
                  </a:lnTo>
                  <a:lnTo>
                    <a:pt x="717358" y="1020589"/>
                  </a:lnTo>
                  <a:lnTo>
                    <a:pt x="743792" y="986545"/>
                  </a:lnTo>
                  <a:lnTo>
                    <a:pt x="771172" y="955268"/>
                  </a:lnTo>
                  <a:lnTo>
                    <a:pt x="799448" y="926859"/>
                  </a:lnTo>
                  <a:lnTo>
                    <a:pt x="828570" y="901417"/>
                  </a:lnTo>
                  <a:lnTo>
                    <a:pt x="889151" y="859837"/>
                  </a:lnTo>
                  <a:lnTo>
                    <a:pt x="952512" y="831328"/>
                  </a:lnTo>
                  <a:lnTo>
                    <a:pt x="1018250" y="816690"/>
                  </a:lnTo>
                  <a:lnTo>
                    <a:pt x="1051884" y="814823"/>
                  </a:lnTo>
                  <a:lnTo>
                    <a:pt x="1085880" y="816724"/>
                  </a:lnTo>
                  <a:lnTo>
                    <a:pt x="1152305" y="831628"/>
                  </a:lnTo>
                  <a:lnTo>
                    <a:pt x="1216290" y="860650"/>
                  </a:lnTo>
                  <a:lnTo>
                    <a:pt x="1277422" y="902973"/>
                  </a:lnTo>
                  <a:lnTo>
                    <a:pt x="1306789" y="928866"/>
                  </a:lnTo>
                  <a:lnTo>
                    <a:pt x="1335286" y="957777"/>
                  </a:lnTo>
                  <a:lnTo>
                    <a:pt x="1362862" y="989604"/>
                  </a:lnTo>
                  <a:lnTo>
                    <a:pt x="1389465" y="1024244"/>
                  </a:lnTo>
                  <a:lnTo>
                    <a:pt x="1415043" y="1061596"/>
                  </a:lnTo>
                  <a:lnTo>
                    <a:pt x="1439544" y="1101555"/>
                  </a:lnTo>
                  <a:lnTo>
                    <a:pt x="1462917" y="1144022"/>
                  </a:lnTo>
                  <a:lnTo>
                    <a:pt x="1485108" y="1188892"/>
                  </a:lnTo>
                  <a:lnTo>
                    <a:pt x="1506068" y="1236064"/>
                  </a:lnTo>
                  <a:lnTo>
                    <a:pt x="1525743" y="1285435"/>
                  </a:lnTo>
                  <a:lnTo>
                    <a:pt x="1544081" y="1336903"/>
                  </a:lnTo>
                  <a:lnTo>
                    <a:pt x="1561032" y="1390365"/>
                  </a:lnTo>
                  <a:lnTo>
                    <a:pt x="1576542" y="1445720"/>
                  </a:lnTo>
                  <a:lnTo>
                    <a:pt x="1590560" y="1502865"/>
                  </a:lnTo>
                  <a:lnTo>
                    <a:pt x="1603034" y="1561698"/>
                  </a:lnTo>
                  <a:lnTo>
                    <a:pt x="1613912" y="1622115"/>
                  </a:lnTo>
                  <a:lnTo>
                    <a:pt x="1623142" y="1684016"/>
                  </a:lnTo>
                  <a:lnTo>
                    <a:pt x="1630672" y="1747297"/>
                  </a:lnTo>
                  <a:lnTo>
                    <a:pt x="1635032" y="1793621"/>
                  </a:lnTo>
                  <a:lnTo>
                    <a:pt x="1638451" y="1840366"/>
                  </a:lnTo>
                  <a:lnTo>
                    <a:pt x="1640913" y="1887630"/>
                  </a:lnTo>
                  <a:lnTo>
                    <a:pt x="1642402" y="1935511"/>
                  </a:lnTo>
                  <a:lnTo>
                    <a:pt x="1642902" y="1984107"/>
                  </a:lnTo>
                  <a:lnTo>
                    <a:pt x="1642827" y="2003097"/>
                  </a:lnTo>
                  <a:lnTo>
                    <a:pt x="1642240" y="2039673"/>
                  </a:lnTo>
                  <a:lnTo>
                    <a:pt x="1641740" y="2053769"/>
                  </a:lnTo>
                  <a:lnTo>
                    <a:pt x="2108951" y="2053769"/>
                  </a:lnTo>
                  <a:lnTo>
                    <a:pt x="2108951" y="0"/>
                  </a:lnTo>
                  <a:close/>
                </a:path>
              </a:pathLst>
            </a:custGeom>
            <a:solidFill>
              <a:srgbClr val="89C2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 descr=""/>
            <p:cNvSpPr/>
            <p:nvPr/>
          </p:nvSpPr>
          <p:spPr>
            <a:xfrm>
              <a:off x="4182636" y="6309776"/>
              <a:ext cx="321310" cy="137795"/>
            </a:xfrm>
            <a:custGeom>
              <a:avLst/>
              <a:gdLst/>
              <a:ahLst/>
              <a:cxnLst/>
              <a:rect l="l" t="t" r="r" b="b"/>
              <a:pathLst>
                <a:path w="321310" h="137795">
                  <a:moveTo>
                    <a:pt x="320712" y="0"/>
                  </a:moveTo>
                  <a:lnTo>
                    <a:pt x="0" y="0"/>
                  </a:lnTo>
                  <a:lnTo>
                    <a:pt x="0" y="137451"/>
                  </a:lnTo>
                  <a:lnTo>
                    <a:pt x="320712" y="137451"/>
                  </a:lnTo>
                  <a:lnTo>
                    <a:pt x="320712" y="0"/>
                  </a:lnTo>
                  <a:close/>
                </a:path>
              </a:pathLst>
            </a:custGeom>
            <a:solidFill>
              <a:srgbClr val="97C8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 descr=""/>
            <p:cNvSpPr/>
            <p:nvPr/>
          </p:nvSpPr>
          <p:spPr>
            <a:xfrm>
              <a:off x="2115959" y="6557193"/>
              <a:ext cx="1924685" cy="1560830"/>
            </a:xfrm>
            <a:custGeom>
              <a:avLst/>
              <a:gdLst/>
              <a:ahLst/>
              <a:cxnLst/>
              <a:rect l="l" t="t" r="r" b="b"/>
              <a:pathLst>
                <a:path w="1924685" h="1560829">
                  <a:moveTo>
                    <a:pt x="1924646" y="0"/>
                  </a:moveTo>
                  <a:lnTo>
                    <a:pt x="1686039" y="0"/>
                  </a:lnTo>
                  <a:lnTo>
                    <a:pt x="1686039" y="149504"/>
                  </a:lnTo>
                  <a:lnTo>
                    <a:pt x="1503133" y="149504"/>
                  </a:lnTo>
                  <a:lnTo>
                    <a:pt x="1503133" y="0"/>
                  </a:lnTo>
                  <a:lnTo>
                    <a:pt x="1264513" y="0"/>
                  </a:lnTo>
                  <a:lnTo>
                    <a:pt x="1264513" y="149504"/>
                  </a:lnTo>
                  <a:lnTo>
                    <a:pt x="1081620" y="149504"/>
                  </a:lnTo>
                  <a:lnTo>
                    <a:pt x="1081620" y="0"/>
                  </a:lnTo>
                  <a:lnTo>
                    <a:pt x="843013" y="0"/>
                  </a:lnTo>
                  <a:lnTo>
                    <a:pt x="843013" y="149504"/>
                  </a:lnTo>
                  <a:lnTo>
                    <a:pt x="660120" y="149504"/>
                  </a:lnTo>
                  <a:lnTo>
                    <a:pt x="660120" y="0"/>
                  </a:lnTo>
                  <a:lnTo>
                    <a:pt x="421500" y="0"/>
                  </a:lnTo>
                  <a:lnTo>
                    <a:pt x="421500" y="149504"/>
                  </a:lnTo>
                  <a:lnTo>
                    <a:pt x="238607" y="149504"/>
                  </a:lnTo>
                  <a:lnTo>
                    <a:pt x="238607" y="0"/>
                  </a:lnTo>
                  <a:lnTo>
                    <a:pt x="0" y="0"/>
                  </a:lnTo>
                  <a:lnTo>
                    <a:pt x="0" y="183832"/>
                  </a:lnTo>
                  <a:lnTo>
                    <a:pt x="12" y="1560664"/>
                  </a:lnTo>
                  <a:lnTo>
                    <a:pt x="1924646" y="1560664"/>
                  </a:lnTo>
                  <a:lnTo>
                    <a:pt x="1924646" y="183832"/>
                  </a:lnTo>
                  <a:lnTo>
                    <a:pt x="1924646" y="149504"/>
                  </a:lnTo>
                  <a:lnTo>
                    <a:pt x="1924646" y="0"/>
                  </a:lnTo>
                  <a:close/>
                </a:path>
              </a:pathLst>
            </a:custGeom>
            <a:solidFill>
              <a:srgbClr val="89C2D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86" name="object 186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372547" y="7052321"/>
              <a:ext cx="106091" cy="243081"/>
            </a:xfrm>
            <a:prstGeom prst="rect">
              <a:avLst/>
            </a:prstGeom>
          </p:spPr>
        </p:pic>
        <p:pic>
          <p:nvPicPr>
            <p:cNvPr id="187" name="object 187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643938" y="7052321"/>
              <a:ext cx="106091" cy="243081"/>
            </a:xfrm>
            <a:prstGeom prst="rect">
              <a:avLst/>
            </a:prstGeom>
          </p:spPr>
        </p:pic>
        <p:pic>
          <p:nvPicPr>
            <p:cNvPr id="188" name="object 188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025238" y="7052321"/>
              <a:ext cx="106091" cy="243081"/>
            </a:xfrm>
            <a:prstGeom prst="rect">
              <a:avLst/>
            </a:prstGeom>
          </p:spPr>
        </p:pic>
        <p:sp>
          <p:nvSpPr>
            <p:cNvPr id="189" name="object 189" descr=""/>
            <p:cNvSpPr/>
            <p:nvPr/>
          </p:nvSpPr>
          <p:spPr>
            <a:xfrm>
              <a:off x="2285847" y="6241065"/>
              <a:ext cx="3678554" cy="1640839"/>
            </a:xfrm>
            <a:custGeom>
              <a:avLst/>
              <a:gdLst/>
              <a:ahLst/>
              <a:cxnLst/>
              <a:rect l="l" t="t" r="r" b="b"/>
              <a:pathLst>
                <a:path w="3678554" h="1640840">
                  <a:moveTo>
                    <a:pt x="320713" y="1219085"/>
                  </a:moveTo>
                  <a:lnTo>
                    <a:pt x="0" y="1219085"/>
                  </a:lnTo>
                  <a:lnTo>
                    <a:pt x="0" y="1381302"/>
                  </a:lnTo>
                  <a:lnTo>
                    <a:pt x="320713" y="1381302"/>
                  </a:lnTo>
                  <a:lnTo>
                    <a:pt x="320713" y="1219085"/>
                  </a:lnTo>
                  <a:close/>
                </a:path>
                <a:path w="3678554" h="1640840">
                  <a:moveTo>
                    <a:pt x="771448" y="1478622"/>
                  </a:moveTo>
                  <a:lnTo>
                    <a:pt x="673125" y="1478622"/>
                  </a:lnTo>
                  <a:lnTo>
                    <a:pt x="673125" y="1640840"/>
                  </a:lnTo>
                  <a:lnTo>
                    <a:pt x="771448" y="1640840"/>
                  </a:lnTo>
                  <a:lnTo>
                    <a:pt x="771448" y="1478622"/>
                  </a:lnTo>
                  <a:close/>
                </a:path>
                <a:path w="3678554" h="1640840">
                  <a:moveTo>
                    <a:pt x="1197737" y="659714"/>
                  </a:moveTo>
                  <a:lnTo>
                    <a:pt x="877023" y="659714"/>
                  </a:lnTo>
                  <a:lnTo>
                    <a:pt x="877023" y="821918"/>
                  </a:lnTo>
                  <a:lnTo>
                    <a:pt x="1197737" y="821918"/>
                  </a:lnTo>
                  <a:lnTo>
                    <a:pt x="1197737" y="659714"/>
                  </a:lnTo>
                  <a:close/>
                </a:path>
                <a:path w="3678554" h="1640840">
                  <a:moveTo>
                    <a:pt x="1518450" y="1137996"/>
                  </a:moveTo>
                  <a:lnTo>
                    <a:pt x="1197737" y="1137996"/>
                  </a:lnTo>
                  <a:lnTo>
                    <a:pt x="1197737" y="1300200"/>
                  </a:lnTo>
                  <a:lnTo>
                    <a:pt x="1518450" y="1300200"/>
                  </a:lnTo>
                  <a:lnTo>
                    <a:pt x="1518450" y="1137996"/>
                  </a:lnTo>
                  <a:close/>
                </a:path>
                <a:path w="3678554" h="1640840">
                  <a:moveTo>
                    <a:pt x="3623487" y="0"/>
                  </a:moveTo>
                  <a:lnTo>
                    <a:pt x="3302774" y="0"/>
                  </a:lnTo>
                  <a:lnTo>
                    <a:pt x="3302774" y="137452"/>
                  </a:lnTo>
                  <a:lnTo>
                    <a:pt x="3623487" y="137452"/>
                  </a:lnTo>
                  <a:lnTo>
                    <a:pt x="3623487" y="0"/>
                  </a:lnTo>
                  <a:close/>
                </a:path>
                <a:path w="3678554" h="1640840">
                  <a:moveTo>
                    <a:pt x="3678453" y="780008"/>
                  </a:moveTo>
                  <a:lnTo>
                    <a:pt x="3357740" y="780008"/>
                  </a:lnTo>
                  <a:lnTo>
                    <a:pt x="3357740" y="917460"/>
                  </a:lnTo>
                  <a:lnTo>
                    <a:pt x="3678453" y="917460"/>
                  </a:lnTo>
                  <a:lnTo>
                    <a:pt x="3678453" y="780008"/>
                  </a:lnTo>
                  <a:close/>
                </a:path>
              </a:pathLst>
            </a:custGeom>
            <a:solidFill>
              <a:srgbClr val="97C8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 descr=""/>
            <p:cNvSpPr/>
            <p:nvPr/>
          </p:nvSpPr>
          <p:spPr>
            <a:xfrm>
              <a:off x="6150064" y="6706696"/>
              <a:ext cx="1532890" cy="67945"/>
            </a:xfrm>
            <a:custGeom>
              <a:avLst/>
              <a:gdLst/>
              <a:ahLst/>
              <a:cxnLst/>
              <a:rect l="l" t="t" r="r" b="b"/>
              <a:pathLst>
                <a:path w="1532890" h="67945">
                  <a:moveTo>
                    <a:pt x="0" y="67647"/>
                  </a:moveTo>
                  <a:lnTo>
                    <a:pt x="1532736" y="67647"/>
                  </a:lnTo>
                  <a:lnTo>
                    <a:pt x="1532736" y="0"/>
                  </a:lnTo>
                  <a:lnTo>
                    <a:pt x="0" y="0"/>
                  </a:lnTo>
                  <a:lnTo>
                    <a:pt x="0" y="67647"/>
                  </a:lnTo>
                  <a:close/>
                </a:path>
              </a:pathLst>
            </a:custGeom>
            <a:solidFill>
              <a:srgbClr val="89C2DB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1" name="object 191" descr=""/>
          <p:cNvGrpSpPr/>
          <p:nvPr/>
        </p:nvGrpSpPr>
        <p:grpSpPr>
          <a:xfrm>
            <a:off x="6150053" y="6557182"/>
            <a:ext cx="1924685" cy="1560830"/>
            <a:chOff x="6150053" y="6557182"/>
            <a:chExt cx="1924685" cy="1560830"/>
          </a:xfrm>
        </p:grpSpPr>
        <p:sp>
          <p:nvSpPr>
            <p:cNvPr id="192" name="object 192" descr=""/>
            <p:cNvSpPr/>
            <p:nvPr/>
          </p:nvSpPr>
          <p:spPr>
            <a:xfrm>
              <a:off x="6150051" y="6557194"/>
              <a:ext cx="1924685" cy="1560830"/>
            </a:xfrm>
            <a:custGeom>
              <a:avLst/>
              <a:gdLst/>
              <a:ahLst/>
              <a:cxnLst/>
              <a:rect l="l" t="t" r="r" b="b"/>
              <a:pathLst>
                <a:path w="1924684" h="1560829">
                  <a:moveTo>
                    <a:pt x="238607" y="0"/>
                  </a:moveTo>
                  <a:lnTo>
                    <a:pt x="0" y="0"/>
                  </a:lnTo>
                  <a:lnTo>
                    <a:pt x="0" y="183832"/>
                  </a:lnTo>
                  <a:lnTo>
                    <a:pt x="238607" y="183832"/>
                  </a:lnTo>
                  <a:lnTo>
                    <a:pt x="238607" y="0"/>
                  </a:lnTo>
                  <a:close/>
                </a:path>
                <a:path w="1924684" h="1560829">
                  <a:moveTo>
                    <a:pt x="660120" y="0"/>
                  </a:moveTo>
                  <a:lnTo>
                    <a:pt x="421513" y="0"/>
                  </a:lnTo>
                  <a:lnTo>
                    <a:pt x="421513" y="33286"/>
                  </a:lnTo>
                  <a:lnTo>
                    <a:pt x="421513" y="183832"/>
                  </a:lnTo>
                  <a:lnTo>
                    <a:pt x="660120" y="183832"/>
                  </a:lnTo>
                  <a:lnTo>
                    <a:pt x="660120" y="33286"/>
                  </a:lnTo>
                  <a:lnTo>
                    <a:pt x="660120" y="0"/>
                  </a:lnTo>
                  <a:close/>
                </a:path>
                <a:path w="1924684" h="1560829">
                  <a:moveTo>
                    <a:pt x="1081633" y="0"/>
                  </a:moveTo>
                  <a:lnTo>
                    <a:pt x="843013" y="0"/>
                  </a:lnTo>
                  <a:lnTo>
                    <a:pt x="843013" y="183832"/>
                  </a:lnTo>
                  <a:lnTo>
                    <a:pt x="1081633" y="183832"/>
                  </a:lnTo>
                  <a:lnTo>
                    <a:pt x="1081633" y="0"/>
                  </a:lnTo>
                  <a:close/>
                </a:path>
                <a:path w="1924684" h="1560829">
                  <a:moveTo>
                    <a:pt x="1503133" y="0"/>
                  </a:moveTo>
                  <a:lnTo>
                    <a:pt x="1264526" y="0"/>
                  </a:lnTo>
                  <a:lnTo>
                    <a:pt x="1264526" y="183832"/>
                  </a:lnTo>
                  <a:lnTo>
                    <a:pt x="1503133" y="183832"/>
                  </a:lnTo>
                  <a:lnTo>
                    <a:pt x="1503133" y="0"/>
                  </a:lnTo>
                  <a:close/>
                </a:path>
                <a:path w="1924684" h="1560829">
                  <a:moveTo>
                    <a:pt x="1924634" y="0"/>
                  </a:moveTo>
                  <a:lnTo>
                    <a:pt x="1686026" y="0"/>
                  </a:lnTo>
                  <a:lnTo>
                    <a:pt x="1686026" y="31737"/>
                  </a:lnTo>
                  <a:lnTo>
                    <a:pt x="1726488" y="31737"/>
                  </a:lnTo>
                  <a:lnTo>
                    <a:pt x="1726488" y="149504"/>
                  </a:lnTo>
                  <a:lnTo>
                    <a:pt x="1726488" y="183832"/>
                  </a:lnTo>
                  <a:lnTo>
                    <a:pt x="1726488" y="217157"/>
                  </a:lnTo>
                  <a:lnTo>
                    <a:pt x="12" y="217157"/>
                  </a:lnTo>
                  <a:lnTo>
                    <a:pt x="12" y="279133"/>
                  </a:lnTo>
                  <a:lnTo>
                    <a:pt x="12" y="1560664"/>
                  </a:lnTo>
                  <a:lnTo>
                    <a:pt x="1924634" y="1560664"/>
                  </a:lnTo>
                  <a:lnTo>
                    <a:pt x="1924634" y="31737"/>
                  </a:lnTo>
                  <a:lnTo>
                    <a:pt x="1924634" y="0"/>
                  </a:lnTo>
                  <a:close/>
                </a:path>
              </a:pathLst>
            </a:custGeom>
            <a:solidFill>
              <a:srgbClr val="89C2D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93" name="object 193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6406636" y="7052321"/>
              <a:ext cx="106091" cy="243081"/>
            </a:xfrm>
            <a:prstGeom prst="rect">
              <a:avLst/>
            </a:prstGeom>
          </p:spPr>
        </p:pic>
        <p:pic>
          <p:nvPicPr>
            <p:cNvPr id="194" name="object 194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7059327" y="7052321"/>
              <a:ext cx="106091" cy="243081"/>
            </a:xfrm>
            <a:prstGeom prst="rect">
              <a:avLst/>
            </a:prstGeom>
          </p:spPr>
        </p:pic>
        <p:pic>
          <p:nvPicPr>
            <p:cNvPr id="195" name="object 195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7678027" y="7052321"/>
              <a:ext cx="106091" cy="243081"/>
            </a:xfrm>
            <a:prstGeom prst="rect">
              <a:avLst/>
            </a:prstGeom>
          </p:spPr>
        </p:pic>
        <p:sp>
          <p:nvSpPr>
            <p:cNvPr id="196" name="object 196" descr=""/>
            <p:cNvSpPr/>
            <p:nvPr/>
          </p:nvSpPr>
          <p:spPr>
            <a:xfrm>
              <a:off x="6411201" y="6823487"/>
              <a:ext cx="1585595" cy="914400"/>
            </a:xfrm>
            <a:custGeom>
              <a:avLst/>
              <a:gdLst/>
              <a:ahLst/>
              <a:cxnLst/>
              <a:rect l="l" t="t" r="r" b="b"/>
              <a:pathLst>
                <a:path w="1585595" h="914400">
                  <a:moveTo>
                    <a:pt x="320713" y="751560"/>
                  </a:moveTo>
                  <a:lnTo>
                    <a:pt x="0" y="751560"/>
                  </a:lnTo>
                  <a:lnTo>
                    <a:pt x="0" y="913777"/>
                  </a:lnTo>
                  <a:lnTo>
                    <a:pt x="320713" y="913777"/>
                  </a:lnTo>
                  <a:lnTo>
                    <a:pt x="320713" y="751560"/>
                  </a:lnTo>
                  <a:close/>
                </a:path>
                <a:path w="1585595" h="914400">
                  <a:moveTo>
                    <a:pt x="481063" y="47307"/>
                  </a:moveTo>
                  <a:lnTo>
                    <a:pt x="160350" y="47307"/>
                  </a:lnTo>
                  <a:lnTo>
                    <a:pt x="160350" y="209524"/>
                  </a:lnTo>
                  <a:lnTo>
                    <a:pt x="481063" y="209524"/>
                  </a:lnTo>
                  <a:lnTo>
                    <a:pt x="481063" y="47307"/>
                  </a:lnTo>
                  <a:close/>
                </a:path>
                <a:path w="1585595" h="914400">
                  <a:moveTo>
                    <a:pt x="1090422" y="670458"/>
                  </a:moveTo>
                  <a:lnTo>
                    <a:pt x="769708" y="670458"/>
                  </a:lnTo>
                  <a:lnTo>
                    <a:pt x="769708" y="832675"/>
                  </a:lnTo>
                  <a:lnTo>
                    <a:pt x="1090422" y="832675"/>
                  </a:lnTo>
                  <a:lnTo>
                    <a:pt x="1090422" y="670458"/>
                  </a:lnTo>
                  <a:close/>
                </a:path>
                <a:path w="1585595" h="914400">
                  <a:moveTo>
                    <a:pt x="1585226" y="0"/>
                  </a:moveTo>
                  <a:lnTo>
                    <a:pt x="1264513" y="0"/>
                  </a:lnTo>
                  <a:lnTo>
                    <a:pt x="1264513" y="162217"/>
                  </a:lnTo>
                  <a:lnTo>
                    <a:pt x="1585226" y="162217"/>
                  </a:lnTo>
                  <a:lnTo>
                    <a:pt x="1585226" y="0"/>
                  </a:lnTo>
                  <a:close/>
                </a:path>
              </a:pathLst>
            </a:custGeom>
            <a:solidFill>
              <a:srgbClr val="97C8D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7" name="object 197" descr=""/>
          <p:cNvSpPr/>
          <p:nvPr/>
        </p:nvSpPr>
        <p:spPr>
          <a:xfrm>
            <a:off x="4622466" y="6488462"/>
            <a:ext cx="321310" cy="137795"/>
          </a:xfrm>
          <a:custGeom>
            <a:avLst/>
            <a:gdLst/>
            <a:ahLst/>
            <a:cxnLst/>
            <a:rect l="l" t="t" r="r" b="b"/>
            <a:pathLst>
              <a:path w="321310" h="137795">
                <a:moveTo>
                  <a:pt x="320712" y="0"/>
                </a:moveTo>
                <a:lnTo>
                  <a:pt x="0" y="0"/>
                </a:lnTo>
                <a:lnTo>
                  <a:pt x="0" y="137451"/>
                </a:lnTo>
                <a:lnTo>
                  <a:pt x="320712" y="137451"/>
                </a:lnTo>
                <a:lnTo>
                  <a:pt x="320712" y="0"/>
                </a:lnTo>
                <a:close/>
              </a:path>
            </a:pathLst>
          </a:custGeom>
          <a:solidFill>
            <a:srgbClr val="97C8D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" name="object 198" descr=""/>
          <p:cNvSpPr/>
          <p:nvPr/>
        </p:nvSpPr>
        <p:spPr>
          <a:xfrm>
            <a:off x="4182636" y="7021063"/>
            <a:ext cx="321310" cy="137795"/>
          </a:xfrm>
          <a:custGeom>
            <a:avLst/>
            <a:gdLst/>
            <a:ahLst/>
            <a:cxnLst/>
            <a:rect l="l" t="t" r="r" b="b"/>
            <a:pathLst>
              <a:path w="321310" h="137795">
                <a:moveTo>
                  <a:pt x="320712" y="0"/>
                </a:moveTo>
                <a:lnTo>
                  <a:pt x="0" y="0"/>
                </a:lnTo>
                <a:lnTo>
                  <a:pt x="0" y="137451"/>
                </a:lnTo>
                <a:lnTo>
                  <a:pt x="320712" y="137451"/>
                </a:lnTo>
                <a:lnTo>
                  <a:pt x="320712" y="0"/>
                </a:lnTo>
                <a:close/>
              </a:path>
            </a:pathLst>
          </a:custGeom>
          <a:solidFill>
            <a:srgbClr val="97C8D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" name="object 199" descr=""/>
          <p:cNvSpPr/>
          <p:nvPr/>
        </p:nvSpPr>
        <p:spPr>
          <a:xfrm>
            <a:off x="4022285" y="5860784"/>
            <a:ext cx="605155" cy="334645"/>
          </a:xfrm>
          <a:custGeom>
            <a:avLst/>
            <a:gdLst/>
            <a:ahLst/>
            <a:cxnLst/>
            <a:rect l="l" t="t" r="r" b="b"/>
            <a:pathLst>
              <a:path w="605154" h="334645">
                <a:moveTo>
                  <a:pt x="604766" y="0"/>
                </a:moveTo>
                <a:lnTo>
                  <a:pt x="0" y="0"/>
                </a:lnTo>
                <a:lnTo>
                  <a:pt x="0" y="334461"/>
                </a:lnTo>
                <a:lnTo>
                  <a:pt x="604766" y="334461"/>
                </a:lnTo>
                <a:lnTo>
                  <a:pt x="604766" y="0"/>
                </a:lnTo>
                <a:close/>
              </a:path>
            </a:pathLst>
          </a:custGeom>
          <a:solidFill>
            <a:srgbClr val="89C2D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" name="object 200" descr=""/>
          <p:cNvSpPr/>
          <p:nvPr/>
        </p:nvSpPr>
        <p:spPr>
          <a:xfrm>
            <a:off x="5545286" y="5860784"/>
            <a:ext cx="605155" cy="334645"/>
          </a:xfrm>
          <a:custGeom>
            <a:avLst/>
            <a:gdLst/>
            <a:ahLst/>
            <a:cxnLst/>
            <a:rect l="l" t="t" r="r" b="b"/>
            <a:pathLst>
              <a:path w="605154" h="334645">
                <a:moveTo>
                  <a:pt x="604766" y="0"/>
                </a:moveTo>
                <a:lnTo>
                  <a:pt x="0" y="0"/>
                </a:lnTo>
                <a:lnTo>
                  <a:pt x="0" y="334461"/>
                </a:lnTo>
                <a:lnTo>
                  <a:pt x="604766" y="334461"/>
                </a:lnTo>
                <a:lnTo>
                  <a:pt x="604766" y="0"/>
                </a:lnTo>
                <a:close/>
              </a:path>
            </a:pathLst>
          </a:custGeom>
          <a:solidFill>
            <a:srgbClr val="89C2DB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201" name="object 201" descr="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4271615" y="5973851"/>
            <a:ext cx="106091" cy="205972"/>
          </a:xfrm>
          <a:prstGeom prst="rect">
            <a:avLst/>
          </a:prstGeom>
        </p:spPr>
      </p:pic>
      <p:pic>
        <p:nvPicPr>
          <p:cNvPr id="202" name="object 202" descr="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5804157" y="5973851"/>
            <a:ext cx="106091" cy="205972"/>
          </a:xfrm>
          <a:prstGeom prst="rect">
            <a:avLst/>
          </a:prstGeom>
        </p:spPr>
      </p:pic>
      <p:pic>
        <p:nvPicPr>
          <p:cNvPr id="203" name="object 203" descr="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8020649" y="3932902"/>
            <a:ext cx="153189" cy="140697"/>
          </a:xfrm>
          <a:prstGeom prst="rect">
            <a:avLst/>
          </a:prstGeom>
        </p:spPr>
      </p:pic>
      <p:pic>
        <p:nvPicPr>
          <p:cNvPr id="204" name="object 204" descr="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4022273" y="5720087"/>
            <a:ext cx="153199" cy="140697"/>
          </a:xfrm>
          <a:prstGeom prst="rect">
            <a:avLst/>
          </a:prstGeom>
        </p:spPr>
      </p:pic>
      <p:pic>
        <p:nvPicPr>
          <p:cNvPr id="205" name="object 205" descr="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4248061" y="5720087"/>
            <a:ext cx="153199" cy="140697"/>
          </a:xfrm>
          <a:prstGeom prst="rect">
            <a:avLst/>
          </a:prstGeom>
        </p:spPr>
      </p:pic>
      <p:pic>
        <p:nvPicPr>
          <p:cNvPr id="206" name="object 206" descr=""/>
          <p:cNvPicPr/>
          <p:nvPr/>
        </p:nvPicPr>
        <p:blipFill>
          <a:blip r:embed="rId19" cstate="print"/>
          <a:stretch>
            <a:fillRect/>
          </a:stretch>
        </p:blipFill>
        <p:spPr>
          <a:xfrm>
            <a:off x="4473849" y="5720087"/>
            <a:ext cx="153199" cy="140697"/>
          </a:xfrm>
          <a:prstGeom prst="rect">
            <a:avLst/>
          </a:prstGeom>
        </p:spPr>
      </p:pic>
      <p:pic>
        <p:nvPicPr>
          <p:cNvPr id="207" name="object 207" descr=""/>
          <p:cNvPicPr/>
          <p:nvPr/>
        </p:nvPicPr>
        <p:blipFill>
          <a:blip r:embed="rId20" cstate="print"/>
          <a:stretch>
            <a:fillRect/>
          </a:stretch>
        </p:blipFill>
        <p:spPr>
          <a:xfrm>
            <a:off x="5545292" y="5720087"/>
            <a:ext cx="153189" cy="140697"/>
          </a:xfrm>
          <a:prstGeom prst="rect">
            <a:avLst/>
          </a:prstGeom>
        </p:spPr>
      </p:pic>
      <p:pic>
        <p:nvPicPr>
          <p:cNvPr id="208" name="object 208" descr="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5771070" y="5720087"/>
            <a:ext cx="153199" cy="140697"/>
          </a:xfrm>
          <a:prstGeom prst="rect">
            <a:avLst/>
          </a:prstGeom>
        </p:spPr>
      </p:pic>
      <p:pic>
        <p:nvPicPr>
          <p:cNvPr id="209" name="object 209" descr="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5996857" y="5720087"/>
            <a:ext cx="153199" cy="140697"/>
          </a:xfrm>
          <a:prstGeom prst="rect">
            <a:avLst/>
          </a:prstGeom>
        </p:spPr>
      </p:pic>
      <p:sp>
        <p:nvSpPr>
          <p:cNvPr id="210" name="object 210" descr=""/>
          <p:cNvSpPr/>
          <p:nvPr/>
        </p:nvSpPr>
        <p:spPr>
          <a:xfrm>
            <a:off x="4432982" y="6810985"/>
            <a:ext cx="1308100" cy="1313180"/>
          </a:xfrm>
          <a:custGeom>
            <a:avLst/>
            <a:gdLst/>
            <a:ahLst/>
            <a:cxnLst/>
            <a:rect l="l" t="t" r="r" b="b"/>
            <a:pathLst>
              <a:path w="1308100" h="1313179">
                <a:moveTo>
                  <a:pt x="652103" y="0"/>
                </a:moveTo>
                <a:lnTo>
                  <a:pt x="601061" y="3154"/>
                </a:lnTo>
                <a:lnTo>
                  <a:pt x="551811" y="11098"/>
                </a:lnTo>
                <a:lnTo>
                  <a:pt x="504392" y="23815"/>
                </a:lnTo>
                <a:lnTo>
                  <a:pt x="458842" y="41288"/>
                </a:lnTo>
                <a:lnTo>
                  <a:pt x="415201" y="63498"/>
                </a:lnTo>
                <a:lnTo>
                  <a:pt x="373506" y="90428"/>
                </a:lnTo>
                <a:lnTo>
                  <a:pt x="333798" y="122062"/>
                </a:lnTo>
                <a:lnTo>
                  <a:pt x="296114" y="158382"/>
                </a:lnTo>
                <a:lnTo>
                  <a:pt x="259042" y="201255"/>
                </a:lnTo>
                <a:lnTo>
                  <a:pt x="225177" y="247893"/>
                </a:lnTo>
                <a:lnTo>
                  <a:pt x="194375" y="297841"/>
                </a:lnTo>
                <a:lnTo>
                  <a:pt x="166493" y="350643"/>
                </a:lnTo>
                <a:lnTo>
                  <a:pt x="141386" y="405844"/>
                </a:lnTo>
                <a:lnTo>
                  <a:pt x="118912" y="462987"/>
                </a:lnTo>
                <a:lnTo>
                  <a:pt x="98926" y="521618"/>
                </a:lnTo>
                <a:lnTo>
                  <a:pt x="81285" y="581281"/>
                </a:lnTo>
                <a:lnTo>
                  <a:pt x="65846" y="641519"/>
                </a:lnTo>
                <a:lnTo>
                  <a:pt x="52464" y="701877"/>
                </a:lnTo>
                <a:lnTo>
                  <a:pt x="40997" y="761899"/>
                </a:lnTo>
                <a:lnTo>
                  <a:pt x="31299" y="821130"/>
                </a:lnTo>
                <a:lnTo>
                  <a:pt x="23229" y="879114"/>
                </a:lnTo>
                <a:lnTo>
                  <a:pt x="16642" y="935395"/>
                </a:lnTo>
                <a:lnTo>
                  <a:pt x="11395" y="989517"/>
                </a:lnTo>
                <a:lnTo>
                  <a:pt x="7343" y="1041026"/>
                </a:lnTo>
                <a:lnTo>
                  <a:pt x="4344" y="1089464"/>
                </a:lnTo>
                <a:lnTo>
                  <a:pt x="2254" y="1134377"/>
                </a:lnTo>
                <a:lnTo>
                  <a:pt x="929" y="1175309"/>
                </a:lnTo>
                <a:lnTo>
                  <a:pt x="0" y="1243405"/>
                </a:lnTo>
                <a:lnTo>
                  <a:pt x="108" y="1269658"/>
                </a:lnTo>
                <a:lnTo>
                  <a:pt x="407" y="1290108"/>
                </a:lnTo>
                <a:lnTo>
                  <a:pt x="1003" y="1311771"/>
                </a:lnTo>
                <a:lnTo>
                  <a:pt x="125292" y="1306954"/>
                </a:lnTo>
                <a:lnTo>
                  <a:pt x="124633" y="1268615"/>
                </a:lnTo>
                <a:lnTo>
                  <a:pt x="124616" y="1241682"/>
                </a:lnTo>
                <a:lnTo>
                  <a:pt x="125886" y="1170123"/>
                </a:lnTo>
                <a:lnTo>
                  <a:pt x="127507" y="1126676"/>
                </a:lnTo>
                <a:lnTo>
                  <a:pt x="130007" y="1078902"/>
                </a:lnTo>
                <a:lnTo>
                  <a:pt x="133553" y="1027392"/>
                </a:lnTo>
                <a:lnTo>
                  <a:pt x="138311" y="972734"/>
                </a:lnTo>
                <a:lnTo>
                  <a:pt x="144449" y="915519"/>
                </a:lnTo>
                <a:lnTo>
                  <a:pt x="152133" y="856335"/>
                </a:lnTo>
                <a:lnTo>
                  <a:pt x="161530" y="795772"/>
                </a:lnTo>
                <a:lnTo>
                  <a:pt x="172806" y="734419"/>
                </a:lnTo>
                <a:lnTo>
                  <a:pt x="186128" y="672867"/>
                </a:lnTo>
                <a:lnTo>
                  <a:pt x="201663" y="611703"/>
                </a:lnTo>
                <a:lnTo>
                  <a:pt x="219578" y="551517"/>
                </a:lnTo>
                <a:lnTo>
                  <a:pt x="240039" y="492900"/>
                </a:lnTo>
                <a:lnTo>
                  <a:pt x="263213" y="436440"/>
                </a:lnTo>
                <a:lnTo>
                  <a:pt x="289267" y="382727"/>
                </a:lnTo>
                <a:lnTo>
                  <a:pt x="318367" y="332349"/>
                </a:lnTo>
                <a:lnTo>
                  <a:pt x="350680" y="285898"/>
                </a:lnTo>
                <a:lnTo>
                  <a:pt x="386373" y="243961"/>
                </a:lnTo>
                <a:lnTo>
                  <a:pt x="424884" y="207794"/>
                </a:lnTo>
                <a:lnTo>
                  <a:pt x="465641" y="178205"/>
                </a:lnTo>
                <a:lnTo>
                  <a:pt x="508783" y="155130"/>
                </a:lnTo>
                <a:lnTo>
                  <a:pt x="554449" y="138507"/>
                </a:lnTo>
                <a:lnTo>
                  <a:pt x="602776" y="128276"/>
                </a:lnTo>
                <a:lnTo>
                  <a:pt x="653904" y="124373"/>
                </a:lnTo>
                <a:lnTo>
                  <a:pt x="707944" y="126874"/>
                </a:lnTo>
                <a:lnTo>
                  <a:pt x="758873" y="136099"/>
                </a:lnTo>
                <a:lnTo>
                  <a:pt x="806816" y="152104"/>
                </a:lnTo>
                <a:lnTo>
                  <a:pt x="851896" y="174941"/>
                </a:lnTo>
                <a:lnTo>
                  <a:pt x="894239" y="204666"/>
                </a:lnTo>
                <a:lnTo>
                  <a:pt x="933969" y="241332"/>
                </a:lnTo>
                <a:lnTo>
                  <a:pt x="969620" y="282953"/>
                </a:lnTo>
                <a:lnTo>
                  <a:pt x="1001739" y="329161"/>
                </a:lnTo>
                <a:lnTo>
                  <a:pt x="1030506" y="379361"/>
                </a:lnTo>
                <a:lnTo>
                  <a:pt x="1056102" y="432959"/>
                </a:lnTo>
                <a:lnTo>
                  <a:pt x="1078709" y="489359"/>
                </a:lnTo>
                <a:lnTo>
                  <a:pt x="1098507" y="547967"/>
                </a:lnTo>
                <a:lnTo>
                  <a:pt x="1115678" y="608188"/>
                </a:lnTo>
                <a:lnTo>
                  <a:pt x="1130402" y="669428"/>
                </a:lnTo>
                <a:lnTo>
                  <a:pt x="1142861" y="731091"/>
                </a:lnTo>
                <a:lnTo>
                  <a:pt x="1153235" y="792582"/>
                </a:lnTo>
                <a:lnTo>
                  <a:pt x="1161706" y="853308"/>
                </a:lnTo>
                <a:lnTo>
                  <a:pt x="1168454" y="912673"/>
                </a:lnTo>
                <a:lnTo>
                  <a:pt x="1173661" y="970082"/>
                </a:lnTo>
                <a:lnTo>
                  <a:pt x="1177507" y="1024941"/>
                </a:lnTo>
                <a:lnTo>
                  <a:pt x="1180175" y="1076655"/>
                </a:lnTo>
                <a:lnTo>
                  <a:pt x="1181843" y="1124630"/>
                </a:lnTo>
                <a:lnTo>
                  <a:pt x="1182695" y="1168269"/>
                </a:lnTo>
                <a:lnTo>
                  <a:pt x="1182910" y="1206979"/>
                </a:lnTo>
                <a:lnTo>
                  <a:pt x="1182670" y="1240165"/>
                </a:lnTo>
                <a:lnTo>
                  <a:pt x="1182156" y="1267232"/>
                </a:lnTo>
                <a:lnTo>
                  <a:pt x="1181549" y="1287585"/>
                </a:lnTo>
                <a:lnTo>
                  <a:pt x="1180778" y="1305771"/>
                </a:lnTo>
                <a:lnTo>
                  <a:pt x="1304942" y="1312986"/>
                </a:lnTo>
                <a:lnTo>
                  <a:pt x="1306656" y="1270601"/>
                </a:lnTo>
                <a:lnTo>
                  <a:pt x="1307264" y="1244183"/>
                </a:lnTo>
                <a:lnTo>
                  <a:pt x="1307629" y="1212388"/>
                </a:lnTo>
                <a:lnTo>
                  <a:pt x="1307597" y="1175675"/>
                </a:lnTo>
                <a:lnTo>
                  <a:pt x="1307010" y="1134504"/>
                </a:lnTo>
                <a:lnTo>
                  <a:pt x="1305714" y="1089335"/>
                </a:lnTo>
                <a:lnTo>
                  <a:pt x="1303552" y="1040628"/>
                </a:lnTo>
                <a:lnTo>
                  <a:pt x="1300367" y="988842"/>
                </a:lnTo>
                <a:lnTo>
                  <a:pt x="1296005" y="934438"/>
                </a:lnTo>
                <a:lnTo>
                  <a:pt x="1290309" y="877876"/>
                </a:lnTo>
                <a:lnTo>
                  <a:pt x="1283124" y="819615"/>
                </a:lnTo>
                <a:lnTo>
                  <a:pt x="1274292" y="760116"/>
                </a:lnTo>
                <a:lnTo>
                  <a:pt x="1263658" y="699838"/>
                </a:lnTo>
                <a:lnTo>
                  <a:pt x="1251067" y="639241"/>
                </a:lnTo>
                <a:lnTo>
                  <a:pt x="1236362" y="578786"/>
                </a:lnTo>
                <a:lnTo>
                  <a:pt x="1219387" y="518932"/>
                </a:lnTo>
                <a:lnTo>
                  <a:pt x="1199986" y="460139"/>
                </a:lnTo>
                <a:lnTo>
                  <a:pt x="1178003" y="402867"/>
                </a:lnTo>
                <a:lnTo>
                  <a:pt x="1153283" y="347576"/>
                </a:lnTo>
                <a:lnTo>
                  <a:pt x="1125668" y="294725"/>
                </a:lnTo>
                <a:lnTo>
                  <a:pt x="1095005" y="244776"/>
                </a:lnTo>
                <a:lnTo>
                  <a:pt x="1061135" y="198187"/>
                </a:lnTo>
                <a:lnTo>
                  <a:pt x="1023903" y="155419"/>
                </a:lnTo>
                <a:lnTo>
                  <a:pt x="984989" y="118433"/>
                </a:lnTo>
                <a:lnTo>
                  <a:pt x="943823" y="86420"/>
                </a:lnTo>
                <a:lnTo>
                  <a:pt x="900451" y="59403"/>
                </a:lnTo>
                <a:lnTo>
                  <a:pt x="854919" y="37403"/>
                </a:lnTo>
                <a:lnTo>
                  <a:pt x="807273" y="20441"/>
                </a:lnTo>
                <a:lnTo>
                  <a:pt x="757557" y="8539"/>
                </a:lnTo>
                <a:lnTo>
                  <a:pt x="705819" y="1718"/>
                </a:lnTo>
                <a:lnTo>
                  <a:pt x="652103" y="0"/>
                </a:lnTo>
                <a:close/>
              </a:path>
            </a:pathLst>
          </a:custGeom>
          <a:solidFill>
            <a:srgbClr val="97C8D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11" name="object 211" descr=""/>
          <p:cNvGrpSpPr/>
          <p:nvPr/>
        </p:nvGrpSpPr>
        <p:grpSpPr>
          <a:xfrm>
            <a:off x="7955391" y="3932902"/>
            <a:ext cx="1223010" cy="4185285"/>
            <a:chOff x="7955391" y="3932902"/>
            <a:chExt cx="1223010" cy="4185285"/>
          </a:xfrm>
        </p:grpSpPr>
        <p:sp>
          <p:nvSpPr>
            <p:cNvPr id="212" name="object 212" descr=""/>
            <p:cNvSpPr/>
            <p:nvPr/>
          </p:nvSpPr>
          <p:spPr>
            <a:xfrm>
              <a:off x="8070293" y="4350752"/>
              <a:ext cx="1034415" cy="3761104"/>
            </a:xfrm>
            <a:custGeom>
              <a:avLst/>
              <a:gdLst/>
              <a:ahLst/>
              <a:cxnLst/>
              <a:rect l="l" t="t" r="r" b="b"/>
              <a:pathLst>
                <a:path w="1034415" h="3761104">
                  <a:moveTo>
                    <a:pt x="967467" y="0"/>
                  </a:moveTo>
                  <a:lnTo>
                    <a:pt x="76081" y="0"/>
                  </a:lnTo>
                  <a:lnTo>
                    <a:pt x="74605" y="102845"/>
                  </a:lnTo>
                  <a:lnTo>
                    <a:pt x="75002" y="111378"/>
                  </a:lnTo>
                  <a:lnTo>
                    <a:pt x="71348" y="336492"/>
                  </a:lnTo>
                  <a:lnTo>
                    <a:pt x="0" y="3760639"/>
                  </a:lnTo>
                  <a:lnTo>
                    <a:pt x="1033800" y="3760639"/>
                  </a:lnTo>
                  <a:lnTo>
                    <a:pt x="978001" y="339193"/>
                  </a:lnTo>
                  <a:lnTo>
                    <a:pt x="978001" y="116101"/>
                  </a:lnTo>
                  <a:lnTo>
                    <a:pt x="967467" y="0"/>
                  </a:lnTo>
                  <a:close/>
                </a:path>
              </a:pathLst>
            </a:custGeom>
            <a:solidFill>
              <a:srgbClr val="89C2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 descr=""/>
            <p:cNvSpPr/>
            <p:nvPr/>
          </p:nvSpPr>
          <p:spPr>
            <a:xfrm>
              <a:off x="8014919" y="4732267"/>
              <a:ext cx="1144905" cy="1647189"/>
            </a:xfrm>
            <a:custGeom>
              <a:avLst/>
              <a:gdLst/>
              <a:ahLst/>
              <a:cxnLst/>
              <a:rect l="l" t="t" r="r" b="b"/>
              <a:pathLst>
                <a:path w="1144904" h="1647189">
                  <a:moveTo>
                    <a:pt x="1116114" y="1234770"/>
                  </a:moveTo>
                  <a:lnTo>
                    <a:pt x="28511" y="1234770"/>
                  </a:lnTo>
                  <a:lnTo>
                    <a:pt x="28511" y="1354162"/>
                  </a:lnTo>
                  <a:lnTo>
                    <a:pt x="1116114" y="1354162"/>
                  </a:lnTo>
                  <a:lnTo>
                    <a:pt x="1116114" y="1234770"/>
                  </a:lnTo>
                  <a:close/>
                </a:path>
                <a:path w="1144904" h="1647189">
                  <a:moveTo>
                    <a:pt x="1131531" y="0"/>
                  </a:moveTo>
                  <a:lnTo>
                    <a:pt x="13106" y="0"/>
                  </a:lnTo>
                  <a:lnTo>
                    <a:pt x="13106" y="107264"/>
                  </a:lnTo>
                  <a:lnTo>
                    <a:pt x="13106" y="108813"/>
                  </a:lnTo>
                  <a:lnTo>
                    <a:pt x="1131531" y="108813"/>
                  </a:lnTo>
                  <a:lnTo>
                    <a:pt x="1131531" y="107264"/>
                  </a:lnTo>
                  <a:lnTo>
                    <a:pt x="1131531" y="0"/>
                  </a:lnTo>
                  <a:close/>
                </a:path>
                <a:path w="1144904" h="1647189">
                  <a:moveTo>
                    <a:pt x="1144612" y="1506842"/>
                  </a:moveTo>
                  <a:lnTo>
                    <a:pt x="0" y="1506842"/>
                  </a:lnTo>
                  <a:lnTo>
                    <a:pt x="0" y="1646986"/>
                  </a:lnTo>
                  <a:lnTo>
                    <a:pt x="1144612" y="1646986"/>
                  </a:lnTo>
                  <a:lnTo>
                    <a:pt x="1144612" y="1506842"/>
                  </a:lnTo>
                  <a:close/>
                </a:path>
              </a:pathLst>
            </a:custGeom>
            <a:solidFill>
              <a:srgbClr val="97C8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 descr=""/>
            <p:cNvSpPr/>
            <p:nvPr/>
          </p:nvSpPr>
          <p:spPr>
            <a:xfrm>
              <a:off x="8020638" y="4073596"/>
              <a:ext cx="1133475" cy="287655"/>
            </a:xfrm>
            <a:custGeom>
              <a:avLst/>
              <a:gdLst/>
              <a:ahLst/>
              <a:cxnLst/>
              <a:rect l="l" t="t" r="r" b="b"/>
              <a:pathLst>
                <a:path w="1133475" h="287654">
                  <a:moveTo>
                    <a:pt x="1133106" y="0"/>
                  </a:moveTo>
                  <a:lnTo>
                    <a:pt x="0" y="0"/>
                  </a:lnTo>
                  <a:lnTo>
                    <a:pt x="35904" y="287226"/>
                  </a:lnTo>
                  <a:lnTo>
                    <a:pt x="1094856" y="287226"/>
                  </a:lnTo>
                  <a:lnTo>
                    <a:pt x="1133106" y="0"/>
                  </a:lnTo>
                  <a:close/>
                </a:path>
              </a:pathLst>
            </a:custGeom>
            <a:solidFill>
              <a:srgbClr val="89C2D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15" name="object 215" descr="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8366950" y="4449094"/>
              <a:ext cx="164057" cy="240662"/>
            </a:xfrm>
            <a:prstGeom prst="rect">
              <a:avLst/>
            </a:prstGeom>
          </p:spPr>
        </p:pic>
        <p:pic>
          <p:nvPicPr>
            <p:cNvPr id="216" name="object 216" descr="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8645745" y="4449094"/>
              <a:ext cx="164057" cy="240662"/>
            </a:xfrm>
            <a:prstGeom prst="rect">
              <a:avLst/>
            </a:prstGeom>
          </p:spPr>
        </p:pic>
        <p:pic>
          <p:nvPicPr>
            <p:cNvPr id="217" name="object 217" descr="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8924571" y="4447848"/>
              <a:ext cx="123723" cy="241908"/>
            </a:xfrm>
            <a:prstGeom prst="rect">
              <a:avLst/>
            </a:prstGeom>
          </p:spPr>
        </p:pic>
        <p:pic>
          <p:nvPicPr>
            <p:cNvPr id="218" name="object 218" descr="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8141643" y="4447848"/>
              <a:ext cx="123095" cy="241908"/>
            </a:xfrm>
            <a:prstGeom prst="rect">
              <a:avLst/>
            </a:prstGeom>
          </p:spPr>
        </p:pic>
        <p:pic>
          <p:nvPicPr>
            <p:cNvPr id="219" name="object 219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8267681" y="3932902"/>
              <a:ext cx="153189" cy="140697"/>
            </a:xfrm>
            <a:prstGeom prst="rect">
              <a:avLst/>
            </a:prstGeom>
          </p:spPr>
        </p:pic>
        <p:pic>
          <p:nvPicPr>
            <p:cNvPr id="220" name="object 220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8514713" y="3932902"/>
              <a:ext cx="153189" cy="140697"/>
            </a:xfrm>
            <a:prstGeom prst="rect">
              <a:avLst/>
            </a:prstGeom>
          </p:spPr>
        </p:pic>
        <p:pic>
          <p:nvPicPr>
            <p:cNvPr id="221" name="object 221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8761745" y="3932902"/>
              <a:ext cx="153189" cy="140697"/>
            </a:xfrm>
            <a:prstGeom prst="rect">
              <a:avLst/>
            </a:prstGeom>
          </p:spPr>
        </p:pic>
        <p:pic>
          <p:nvPicPr>
            <p:cNvPr id="222" name="object 222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9000552" y="3932902"/>
              <a:ext cx="153189" cy="140697"/>
            </a:xfrm>
            <a:prstGeom prst="rect">
              <a:avLst/>
            </a:prstGeom>
          </p:spPr>
        </p:pic>
        <p:sp>
          <p:nvSpPr>
            <p:cNvPr id="223" name="object 223" descr=""/>
            <p:cNvSpPr/>
            <p:nvPr/>
          </p:nvSpPr>
          <p:spPr>
            <a:xfrm>
              <a:off x="8074696" y="6795426"/>
              <a:ext cx="1103630" cy="1322705"/>
            </a:xfrm>
            <a:custGeom>
              <a:avLst/>
              <a:gdLst/>
              <a:ahLst/>
              <a:cxnLst/>
              <a:rect l="l" t="t" r="r" b="b"/>
              <a:pathLst>
                <a:path w="1103629" h="1322704">
                  <a:moveTo>
                    <a:pt x="1103348" y="0"/>
                  </a:moveTo>
                  <a:lnTo>
                    <a:pt x="0" y="0"/>
                  </a:lnTo>
                  <a:lnTo>
                    <a:pt x="0" y="1322420"/>
                  </a:lnTo>
                  <a:lnTo>
                    <a:pt x="1103348" y="1322420"/>
                  </a:lnTo>
                  <a:lnTo>
                    <a:pt x="1103348" y="0"/>
                  </a:lnTo>
                  <a:close/>
                </a:path>
              </a:pathLst>
            </a:custGeom>
            <a:solidFill>
              <a:srgbClr val="89C2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 descr=""/>
            <p:cNvSpPr/>
            <p:nvPr/>
          </p:nvSpPr>
          <p:spPr>
            <a:xfrm>
              <a:off x="7955381" y="5031479"/>
              <a:ext cx="1219200" cy="2929890"/>
            </a:xfrm>
            <a:custGeom>
              <a:avLst/>
              <a:gdLst/>
              <a:ahLst/>
              <a:cxnLst/>
              <a:rect l="l" t="t" r="r" b="b"/>
              <a:pathLst>
                <a:path w="1219200" h="2929890">
                  <a:moveTo>
                    <a:pt x="320713" y="2792272"/>
                  </a:moveTo>
                  <a:lnTo>
                    <a:pt x="0" y="2792272"/>
                  </a:lnTo>
                  <a:lnTo>
                    <a:pt x="0" y="2929725"/>
                  </a:lnTo>
                  <a:lnTo>
                    <a:pt x="320713" y="2929725"/>
                  </a:lnTo>
                  <a:lnTo>
                    <a:pt x="320713" y="2792272"/>
                  </a:lnTo>
                  <a:close/>
                </a:path>
                <a:path w="1219200" h="2929890">
                  <a:moveTo>
                    <a:pt x="359702" y="237756"/>
                  </a:moveTo>
                  <a:lnTo>
                    <a:pt x="173850" y="237756"/>
                  </a:lnTo>
                  <a:lnTo>
                    <a:pt x="171018" y="363893"/>
                  </a:lnTo>
                  <a:lnTo>
                    <a:pt x="359702" y="363893"/>
                  </a:lnTo>
                  <a:lnTo>
                    <a:pt x="359702" y="237756"/>
                  </a:lnTo>
                  <a:close/>
                </a:path>
                <a:path w="1219200" h="2929890">
                  <a:moveTo>
                    <a:pt x="576872" y="2325700"/>
                  </a:moveTo>
                  <a:lnTo>
                    <a:pt x="256159" y="2325700"/>
                  </a:lnTo>
                  <a:lnTo>
                    <a:pt x="256159" y="2463152"/>
                  </a:lnTo>
                  <a:lnTo>
                    <a:pt x="576872" y="2463152"/>
                  </a:lnTo>
                  <a:lnTo>
                    <a:pt x="576872" y="2325700"/>
                  </a:lnTo>
                  <a:close/>
                </a:path>
                <a:path w="1219200" h="2929890">
                  <a:moveTo>
                    <a:pt x="598462" y="1548904"/>
                  </a:moveTo>
                  <a:lnTo>
                    <a:pt x="277749" y="1548904"/>
                  </a:lnTo>
                  <a:lnTo>
                    <a:pt x="277749" y="1686356"/>
                  </a:lnTo>
                  <a:lnTo>
                    <a:pt x="598462" y="1686356"/>
                  </a:lnTo>
                  <a:lnTo>
                    <a:pt x="598462" y="1548904"/>
                  </a:lnTo>
                  <a:close/>
                </a:path>
                <a:path w="1219200" h="2929890">
                  <a:moveTo>
                    <a:pt x="681088" y="763879"/>
                  </a:moveTo>
                  <a:lnTo>
                    <a:pt x="360375" y="763879"/>
                  </a:lnTo>
                  <a:lnTo>
                    <a:pt x="360375" y="901331"/>
                  </a:lnTo>
                  <a:lnTo>
                    <a:pt x="681088" y="901331"/>
                  </a:lnTo>
                  <a:lnTo>
                    <a:pt x="681088" y="763879"/>
                  </a:lnTo>
                  <a:close/>
                </a:path>
                <a:path w="1219200" h="2929890">
                  <a:moveTo>
                    <a:pt x="932738" y="1881670"/>
                  </a:moveTo>
                  <a:lnTo>
                    <a:pt x="612025" y="1881670"/>
                  </a:lnTo>
                  <a:lnTo>
                    <a:pt x="612025" y="2019122"/>
                  </a:lnTo>
                  <a:lnTo>
                    <a:pt x="932738" y="2019122"/>
                  </a:lnTo>
                  <a:lnTo>
                    <a:pt x="932738" y="1881670"/>
                  </a:lnTo>
                  <a:close/>
                </a:path>
                <a:path w="1219200" h="2929890">
                  <a:moveTo>
                    <a:pt x="1001801" y="0"/>
                  </a:moveTo>
                  <a:lnTo>
                    <a:pt x="681088" y="0"/>
                  </a:lnTo>
                  <a:lnTo>
                    <a:pt x="681088" y="137452"/>
                  </a:lnTo>
                  <a:lnTo>
                    <a:pt x="1001801" y="137452"/>
                  </a:lnTo>
                  <a:lnTo>
                    <a:pt x="1001801" y="0"/>
                  </a:lnTo>
                  <a:close/>
                </a:path>
                <a:path w="1219200" h="2929890">
                  <a:moveTo>
                    <a:pt x="1047369" y="2626436"/>
                  </a:moveTo>
                  <a:lnTo>
                    <a:pt x="726655" y="2626436"/>
                  </a:lnTo>
                  <a:lnTo>
                    <a:pt x="726655" y="2763888"/>
                  </a:lnTo>
                  <a:lnTo>
                    <a:pt x="1047369" y="2763888"/>
                  </a:lnTo>
                  <a:lnTo>
                    <a:pt x="1047369" y="2626436"/>
                  </a:lnTo>
                  <a:close/>
                </a:path>
                <a:path w="1219200" h="2929890">
                  <a:moveTo>
                    <a:pt x="1080439" y="1388262"/>
                  </a:moveTo>
                  <a:lnTo>
                    <a:pt x="759726" y="1388262"/>
                  </a:lnTo>
                  <a:lnTo>
                    <a:pt x="759726" y="1525714"/>
                  </a:lnTo>
                  <a:lnTo>
                    <a:pt x="1080439" y="1525714"/>
                  </a:lnTo>
                  <a:lnTo>
                    <a:pt x="1080439" y="1388262"/>
                  </a:lnTo>
                  <a:close/>
                </a:path>
                <a:path w="1219200" h="2929890">
                  <a:moveTo>
                    <a:pt x="1107262" y="765975"/>
                  </a:moveTo>
                  <a:lnTo>
                    <a:pt x="1104811" y="616178"/>
                  </a:lnTo>
                  <a:lnTo>
                    <a:pt x="899744" y="616178"/>
                  </a:lnTo>
                  <a:lnTo>
                    <a:pt x="899744" y="765975"/>
                  </a:lnTo>
                  <a:lnTo>
                    <a:pt x="1107262" y="765975"/>
                  </a:lnTo>
                  <a:close/>
                </a:path>
                <a:path w="1219200" h="2929890">
                  <a:moveTo>
                    <a:pt x="1219047" y="2054999"/>
                  </a:moveTo>
                  <a:lnTo>
                    <a:pt x="1037704" y="2054999"/>
                  </a:lnTo>
                  <a:lnTo>
                    <a:pt x="1037704" y="2196909"/>
                  </a:lnTo>
                  <a:lnTo>
                    <a:pt x="1219047" y="2196909"/>
                  </a:lnTo>
                  <a:lnTo>
                    <a:pt x="1219047" y="2054999"/>
                  </a:lnTo>
                  <a:close/>
                </a:path>
              </a:pathLst>
            </a:custGeom>
            <a:solidFill>
              <a:srgbClr val="97C8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 descr=""/>
            <p:cNvSpPr/>
            <p:nvPr/>
          </p:nvSpPr>
          <p:spPr>
            <a:xfrm>
              <a:off x="8136420" y="4350759"/>
              <a:ext cx="911860" cy="563880"/>
            </a:xfrm>
            <a:custGeom>
              <a:avLst/>
              <a:gdLst/>
              <a:ahLst/>
              <a:cxnLst/>
              <a:rect l="l" t="t" r="r" b="b"/>
              <a:pathLst>
                <a:path w="911859" h="563879">
                  <a:moveTo>
                    <a:pt x="910577" y="563702"/>
                  </a:moveTo>
                  <a:lnTo>
                    <a:pt x="908977" y="491921"/>
                  </a:lnTo>
                  <a:lnTo>
                    <a:pt x="1562" y="488772"/>
                  </a:lnTo>
                  <a:lnTo>
                    <a:pt x="0" y="563702"/>
                  </a:lnTo>
                  <a:lnTo>
                    <a:pt x="910577" y="563702"/>
                  </a:lnTo>
                  <a:close/>
                </a:path>
                <a:path w="911859" h="563879">
                  <a:moveTo>
                    <a:pt x="911860" y="116103"/>
                  </a:moveTo>
                  <a:lnTo>
                    <a:pt x="901331" y="0"/>
                  </a:lnTo>
                  <a:lnTo>
                    <a:pt x="9944" y="0"/>
                  </a:lnTo>
                  <a:lnTo>
                    <a:pt x="8356" y="102844"/>
                  </a:lnTo>
                  <a:lnTo>
                    <a:pt x="8648" y="107073"/>
                  </a:lnTo>
                  <a:lnTo>
                    <a:pt x="7899" y="149796"/>
                  </a:lnTo>
                  <a:lnTo>
                    <a:pt x="911860" y="149796"/>
                  </a:lnTo>
                  <a:lnTo>
                    <a:pt x="911860" y="116103"/>
                  </a:lnTo>
                  <a:close/>
                </a:path>
              </a:pathLst>
            </a:custGeom>
            <a:solidFill>
              <a:srgbClr val="89C2DB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6" name="object 226" descr=""/>
          <p:cNvGrpSpPr/>
          <p:nvPr/>
        </p:nvGrpSpPr>
        <p:grpSpPr>
          <a:xfrm>
            <a:off x="25810" y="3932902"/>
            <a:ext cx="2149475" cy="4185285"/>
            <a:chOff x="25810" y="3932902"/>
            <a:chExt cx="2149475" cy="4185285"/>
          </a:xfrm>
        </p:grpSpPr>
        <p:sp>
          <p:nvSpPr>
            <p:cNvPr id="227" name="object 227" descr=""/>
            <p:cNvSpPr/>
            <p:nvPr/>
          </p:nvSpPr>
          <p:spPr>
            <a:xfrm>
              <a:off x="1085602" y="4350752"/>
              <a:ext cx="1034415" cy="3761104"/>
            </a:xfrm>
            <a:custGeom>
              <a:avLst/>
              <a:gdLst/>
              <a:ahLst/>
              <a:cxnLst/>
              <a:rect l="l" t="t" r="r" b="b"/>
              <a:pathLst>
                <a:path w="1034414" h="3761104">
                  <a:moveTo>
                    <a:pt x="957719" y="0"/>
                  </a:moveTo>
                  <a:lnTo>
                    <a:pt x="66333" y="0"/>
                  </a:lnTo>
                  <a:lnTo>
                    <a:pt x="55087" y="116101"/>
                  </a:lnTo>
                  <a:lnTo>
                    <a:pt x="55087" y="339193"/>
                  </a:lnTo>
                  <a:lnTo>
                    <a:pt x="0" y="3760639"/>
                  </a:lnTo>
                  <a:lnTo>
                    <a:pt x="1033800" y="3760639"/>
                  </a:lnTo>
                  <a:lnTo>
                    <a:pt x="961740" y="336492"/>
                  </a:lnTo>
                  <a:lnTo>
                    <a:pt x="958442" y="111378"/>
                  </a:lnTo>
                  <a:lnTo>
                    <a:pt x="959017" y="102845"/>
                  </a:lnTo>
                  <a:lnTo>
                    <a:pt x="957719" y="0"/>
                  </a:lnTo>
                  <a:close/>
                </a:path>
              </a:pathLst>
            </a:custGeom>
            <a:solidFill>
              <a:srgbClr val="89C2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 descr=""/>
            <p:cNvSpPr/>
            <p:nvPr/>
          </p:nvSpPr>
          <p:spPr>
            <a:xfrm>
              <a:off x="1030135" y="4732267"/>
              <a:ext cx="1144905" cy="1647189"/>
            </a:xfrm>
            <a:custGeom>
              <a:avLst/>
              <a:gdLst/>
              <a:ahLst/>
              <a:cxnLst/>
              <a:rect l="l" t="t" r="r" b="b"/>
              <a:pathLst>
                <a:path w="1144905" h="1647189">
                  <a:moveTo>
                    <a:pt x="1116114" y="1234770"/>
                  </a:moveTo>
                  <a:lnTo>
                    <a:pt x="28511" y="1234770"/>
                  </a:lnTo>
                  <a:lnTo>
                    <a:pt x="28511" y="1354162"/>
                  </a:lnTo>
                  <a:lnTo>
                    <a:pt x="1116114" y="1354162"/>
                  </a:lnTo>
                  <a:lnTo>
                    <a:pt x="1116114" y="1234770"/>
                  </a:lnTo>
                  <a:close/>
                </a:path>
                <a:path w="1144905" h="1647189">
                  <a:moveTo>
                    <a:pt x="1131519" y="0"/>
                  </a:moveTo>
                  <a:lnTo>
                    <a:pt x="13106" y="0"/>
                  </a:lnTo>
                  <a:lnTo>
                    <a:pt x="13106" y="107264"/>
                  </a:lnTo>
                  <a:lnTo>
                    <a:pt x="13106" y="108813"/>
                  </a:lnTo>
                  <a:lnTo>
                    <a:pt x="1131519" y="108813"/>
                  </a:lnTo>
                  <a:lnTo>
                    <a:pt x="1131519" y="107264"/>
                  </a:lnTo>
                  <a:lnTo>
                    <a:pt x="1131519" y="0"/>
                  </a:lnTo>
                  <a:close/>
                </a:path>
                <a:path w="1144905" h="1647189">
                  <a:moveTo>
                    <a:pt x="1144625" y="1506842"/>
                  </a:moveTo>
                  <a:lnTo>
                    <a:pt x="0" y="1506842"/>
                  </a:lnTo>
                  <a:lnTo>
                    <a:pt x="0" y="1646986"/>
                  </a:lnTo>
                  <a:lnTo>
                    <a:pt x="1144625" y="1646986"/>
                  </a:lnTo>
                  <a:lnTo>
                    <a:pt x="1144625" y="1506842"/>
                  </a:lnTo>
                  <a:close/>
                </a:path>
              </a:pathLst>
            </a:custGeom>
            <a:solidFill>
              <a:srgbClr val="97C8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 descr=""/>
            <p:cNvSpPr/>
            <p:nvPr/>
          </p:nvSpPr>
          <p:spPr>
            <a:xfrm>
              <a:off x="1035951" y="4073596"/>
              <a:ext cx="1133475" cy="287655"/>
            </a:xfrm>
            <a:custGeom>
              <a:avLst/>
              <a:gdLst/>
              <a:ahLst/>
              <a:cxnLst/>
              <a:rect l="l" t="t" r="r" b="b"/>
              <a:pathLst>
                <a:path w="1133475" h="287654">
                  <a:moveTo>
                    <a:pt x="1133106" y="0"/>
                  </a:moveTo>
                  <a:lnTo>
                    <a:pt x="0" y="0"/>
                  </a:lnTo>
                  <a:lnTo>
                    <a:pt x="38250" y="287226"/>
                  </a:lnTo>
                  <a:lnTo>
                    <a:pt x="1097202" y="287226"/>
                  </a:lnTo>
                  <a:lnTo>
                    <a:pt x="1133106" y="0"/>
                  </a:lnTo>
                  <a:close/>
                </a:path>
              </a:pathLst>
            </a:custGeom>
            <a:solidFill>
              <a:srgbClr val="89C2D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30" name="object 230" descr="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379895" y="4449094"/>
              <a:ext cx="164057" cy="240662"/>
            </a:xfrm>
            <a:prstGeom prst="rect">
              <a:avLst/>
            </a:prstGeom>
          </p:spPr>
        </p:pic>
        <p:pic>
          <p:nvPicPr>
            <p:cNvPr id="231" name="object 231" descr="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658687" y="4449094"/>
              <a:ext cx="164057" cy="240662"/>
            </a:xfrm>
            <a:prstGeom prst="rect">
              <a:avLst/>
            </a:prstGeom>
          </p:spPr>
        </p:pic>
        <p:pic>
          <p:nvPicPr>
            <p:cNvPr id="232" name="object 232" descr="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1140689" y="4447848"/>
              <a:ext cx="124436" cy="241908"/>
            </a:xfrm>
            <a:prstGeom prst="rect">
              <a:avLst/>
            </a:prstGeom>
          </p:spPr>
        </p:pic>
        <p:pic>
          <p:nvPicPr>
            <p:cNvPr id="233" name="object 233" descr="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921093" y="4447848"/>
              <a:ext cx="118991" cy="241908"/>
            </a:xfrm>
            <a:prstGeom prst="rect">
              <a:avLst/>
            </a:prstGeom>
          </p:spPr>
        </p:pic>
        <p:pic>
          <p:nvPicPr>
            <p:cNvPr id="234" name="object 234" descr="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1768826" y="3932902"/>
              <a:ext cx="153189" cy="140697"/>
            </a:xfrm>
            <a:prstGeom prst="rect">
              <a:avLst/>
            </a:prstGeom>
          </p:spPr>
        </p:pic>
        <p:pic>
          <p:nvPicPr>
            <p:cNvPr id="235" name="object 235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2015859" y="3932902"/>
              <a:ext cx="153199" cy="140697"/>
            </a:xfrm>
            <a:prstGeom prst="rect">
              <a:avLst/>
            </a:prstGeom>
          </p:spPr>
        </p:pic>
        <p:pic>
          <p:nvPicPr>
            <p:cNvPr id="236" name="object 236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521794" y="3932902"/>
              <a:ext cx="153189" cy="140697"/>
            </a:xfrm>
            <a:prstGeom prst="rect">
              <a:avLst/>
            </a:prstGeom>
          </p:spPr>
        </p:pic>
        <p:pic>
          <p:nvPicPr>
            <p:cNvPr id="237" name="object 237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274763" y="3932902"/>
              <a:ext cx="153189" cy="140697"/>
            </a:xfrm>
            <a:prstGeom prst="rect">
              <a:avLst/>
            </a:prstGeom>
          </p:spPr>
        </p:pic>
        <p:pic>
          <p:nvPicPr>
            <p:cNvPr id="238" name="object 238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035956" y="3932902"/>
              <a:ext cx="153199" cy="140697"/>
            </a:xfrm>
            <a:prstGeom prst="rect">
              <a:avLst/>
            </a:prstGeom>
          </p:spPr>
        </p:pic>
        <p:sp>
          <p:nvSpPr>
            <p:cNvPr id="239" name="object 239" descr=""/>
            <p:cNvSpPr/>
            <p:nvPr/>
          </p:nvSpPr>
          <p:spPr>
            <a:xfrm>
              <a:off x="25810" y="6795426"/>
              <a:ext cx="2089785" cy="1322705"/>
            </a:xfrm>
            <a:custGeom>
              <a:avLst/>
              <a:gdLst/>
              <a:ahLst/>
              <a:cxnLst/>
              <a:rect l="l" t="t" r="r" b="b"/>
              <a:pathLst>
                <a:path w="2089785" h="1322704">
                  <a:moveTo>
                    <a:pt x="2089192" y="0"/>
                  </a:moveTo>
                  <a:lnTo>
                    <a:pt x="0" y="0"/>
                  </a:lnTo>
                  <a:lnTo>
                    <a:pt x="0" y="1322420"/>
                  </a:lnTo>
                  <a:lnTo>
                    <a:pt x="2089192" y="1322420"/>
                  </a:lnTo>
                  <a:lnTo>
                    <a:pt x="2089192" y="0"/>
                  </a:lnTo>
                  <a:close/>
                </a:path>
              </a:pathLst>
            </a:custGeom>
            <a:solidFill>
              <a:srgbClr val="89C2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 descr=""/>
            <p:cNvSpPr/>
            <p:nvPr/>
          </p:nvSpPr>
          <p:spPr>
            <a:xfrm>
              <a:off x="1127048" y="5031479"/>
              <a:ext cx="936625" cy="901700"/>
            </a:xfrm>
            <a:custGeom>
              <a:avLst/>
              <a:gdLst/>
              <a:ahLst/>
              <a:cxnLst/>
              <a:rect l="l" t="t" r="r" b="b"/>
              <a:pathLst>
                <a:path w="936625" h="901700">
                  <a:moveTo>
                    <a:pt x="202844" y="616178"/>
                  </a:moveTo>
                  <a:lnTo>
                    <a:pt x="2451" y="616178"/>
                  </a:lnTo>
                  <a:lnTo>
                    <a:pt x="0" y="765975"/>
                  </a:lnTo>
                  <a:lnTo>
                    <a:pt x="202844" y="765975"/>
                  </a:lnTo>
                  <a:lnTo>
                    <a:pt x="202844" y="616178"/>
                  </a:lnTo>
                  <a:close/>
                </a:path>
                <a:path w="936625" h="901700">
                  <a:moveTo>
                    <a:pt x="426161" y="0"/>
                  </a:moveTo>
                  <a:lnTo>
                    <a:pt x="105448" y="0"/>
                  </a:lnTo>
                  <a:lnTo>
                    <a:pt x="105448" y="137452"/>
                  </a:lnTo>
                  <a:lnTo>
                    <a:pt x="426161" y="137452"/>
                  </a:lnTo>
                  <a:lnTo>
                    <a:pt x="426161" y="0"/>
                  </a:lnTo>
                  <a:close/>
                </a:path>
                <a:path w="936625" h="901700">
                  <a:moveTo>
                    <a:pt x="746874" y="763879"/>
                  </a:moveTo>
                  <a:lnTo>
                    <a:pt x="426161" y="763879"/>
                  </a:lnTo>
                  <a:lnTo>
                    <a:pt x="426161" y="901331"/>
                  </a:lnTo>
                  <a:lnTo>
                    <a:pt x="746874" y="901331"/>
                  </a:lnTo>
                  <a:lnTo>
                    <a:pt x="746874" y="763879"/>
                  </a:lnTo>
                  <a:close/>
                </a:path>
                <a:path w="936625" h="901700">
                  <a:moveTo>
                    <a:pt x="936244" y="363893"/>
                  </a:moveTo>
                  <a:lnTo>
                    <a:pt x="933399" y="237756"/>
                  </a:lnTo>
                  <a:lnTo>
                    <a:pt x="746836" y="237756"/>
                  </a:lnTo>
                  <a:lnTo>
                    <a:pt x="746836" y="363893"/>
                  </a:lnTo>
                  <a:lnTo>
                    <a:pt x="936244" y="363893"/>
                  </a:lnTo>
                  <a:close/>
                </a:path>
              </a:pathLst>
            </a:custGeom>
            <a:solidFill>
              <a:srgbClr val="97C8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 descr=""/>
            <p:cNvSpPr/>
            <p:nvPr/>
          </p:nvSpPr>
          <p:spPr>
            <a:xfrm>
              <a:off x="1140688" y="4350759"/>
              <a:ext cx="913130" cy="563880"/>
            </a:xfrm>
            <a:custGeom>
              <a:avLst/>
              <a:gdLst/>
              <a:ahLst/>
              <a:cxnLst/>
              <a:rect l="l" t="t" r="r" b="b"/>
              <a:pathLst>
                <a:path w="913130" h="563879">
                  <a:moveTo>
                    <a:pt x="904671" y="149796"/>
                  </a:moveTo>
                  <a:lnTo>
                    <a:pt x="903935" y="107073"/>
                  </a:lnTo>
                  <a:lnTo>
                    <a:pt x="904214" y="102844"/>
                  </a:lnTo>
                  <a:lnTo>
                    <a:pt x="902627" y="0"/>
                  </a:lnTo>
                  <a:lnTo>
                    <a:pt x="11252" y="0"/>
                  </a:lnTo>
                  <a:lnTo>
                    <a:pt x="0" y="116103"/>
                  </a:lnTo>
                  <a:lnTo>
                    <a:pt x="0" y="149796"/>
                  </a:lnTo>
                  <a:lnTo>
                    <a:pt x="904671" y="149796"/>
                  </a:lnTo>
                  <a:close/>
                </a:path>
                <a:path w="913130" h="563879">
                  <a:moveTo>
                    <a:pt x="912583" y="563702"/>
                  </a:moveTo>
                  <a:lnTo>
                    <a:pt x="911009" y="488772"/>
                  </a:lnTo>
                  <a:lnTo>
                    <a:pt x="3606" y="491921"/>
                  </a:lnTo>
                  <a:lnTo>
                    <a:pt x="2006" y="563702"/>
                  </a:lnTo>
                  <a:lnTo>
                    <a:pt x="912583" y="563702"/>
                  </a:lnTo>
                  <a:close/>
                </a:path>
              </a:pathLst>
            </a:custGeom>
            <a:solidFill>
              <a:srgbClr val="89C2DB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2" name="object 242" descr=""/>
          <p:cNvSpPr/>
          <p:nvPr/>
        </p:nvSpPr>
        <p:spPr>
          <a:xfrm>
            <a:off x="6150064" y="6557182"/>
            <a:ext cx="144780" cy="1558925"/>
          </a:xfrm>
          <a:custGeom>
            <a:avLst/>
            <a:gdLst/>
            <a:ahLst/>
            <a:cxnLst/>
            <a:rect l="l" t="t" r="r" b="b"/>
            <a:pathLst>
              <a:path w="144779" h="1558925">
                <a:moveTo>
                  <a:pt x="144581" y="0"/>
                </a:moveTo>
                <a:lnTo>
                  <a:pt x="0" y="0"/>
                </a:lnTo>
                <a:lnTo>
                  <a:pt x="0" y="1558664"/>
                </a:lnTo>
                <a:lnTo>
                  <a:pt x="144581" y="1558664"/>
                </a:lnTo>
                <a:lnTo>
                  <a:pt x="144581" y="0"/>
                </a:lnTo>
                <a:close/>
              </a:path>
            </a:pathLst>
          </a:custGeom>
          <a:solidFill>
            <a:srgbClr val="89C2DB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243" name="object 243" descr=""/>
          <p:cNvPicPr/>
          <p:nvPr/>
        </p:nvPicPr>
        <p:blipFill>
          <a:blip r:embed="rId29" cstate="print"/>
          <a:stretch>
            <a:fillRect/>
          </a:stretch>
        </p:blipFill>
        <p:spPr>
          <a:xfrm>
            <a:off x="6718586" y="6182862"/>
            <a:ext cx="13385514" cy="2420253"/>
          </a:xfrm>
          <a:prstGeom prst="rect">
            <a:avLst/>
          </a:prstGeom>
        </p:spPr>
      </p:pic>
      <p:grpSp>
        <p:nvGrpSpPr>
          <p:cNvPr id="244" name="object 244" descr=""/>
          <p:cNvGrpSpPr/>
          <p:nvPr/>
        </p:nvGrpSpPr>
        <p:grpSpPr>
          <a:xfrm>
            <a:off x="19901" y="3794184"/>
            <a:ext cx="20084415" cy="7500620"/>
            <a:chOff x="19901" y="3794184"/>
            <a:chExt cx="20084415" cy="7500620"/>
          </a:xfrm>
        </p:grpSpPr>
        <p:pic>
          <p:nvPicPr>
            <p:cNvPr id="245" name="object 245" descr="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25112" y="6182863"/>
              <a:ext cx="4708747" cy="2248107"/>
            </a:xfrm>
            <a:prstGeom prst="rect">
              <a:avLst/>
            </a:prstGeom>
          </p:spPr>
        </p:pic>
        <p:sp>
          <p:nvSpPr>
            <p:cNvPr id="246" name="object 246" descr=""/>
            <p:cNvSpPr/>
            <p:nvPr/>
          </p:nvSpPr>
          <p:spPr>
            <a:xfrm>
              <a:off x="24564" y="8092874"/>
              <a:ext cx="20079970" cy="3201670"/>
            </a:xfrm>
            <a:custGeom>
              <a:avLst/>
              <a:gdLst/>
              <a:ahLst/>
              <a:cxnLst/>
              <a:rect l="l" t="t" r="r" b="b"/>
              <a:pathLst>
                <a:path w="20079970" h="3201670">
                  <a:moveTo>
                    <a:pt x="20079535" y="0"/>
                  </a:moveTo>
                  <a:lnTo>
                    <a:pt x="0" y="0"/>
                  </a:lnTo>
                  <a:lnTo>
                    <a:pt x="0" y="3201368"/>
                  </a:lnTo>
                  <a:lnTo>
                    <a:pt x="20079535" y="3201368"/>
                  </a:lnTo>
                  <a:lnTo>
                    <a:pt x="20079535" y="0"/>
                  </a:lnTo>
                  <a:close/>
                </a:path>
              </a:pathLst>
            </a:custGeom>
            <a:solidFill>
              <a:srgbClr val="F0CE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 descr=""/>
            <p:cNvSpPr/>
            <p:nvPr/>
          </p:nvSpPr>
          <p:spPr>
            <a:xfrm>
              <a:off x="12802505" y="8929449"/>
              <a:ext cx="2390140" cy="193040"/>
            </a:xfrm>
            <a:custGeom>
              <a:avLst/>
              <a:gdLst/>
              <a:ahLst/>
              <a:cxnLst/>
              <a:rect l="l" t="t" r="r" b="b"/>
              <a:pathLst>
                <a:path w="2390140" h="193040">
                  <a:moveTo>
                    <a:pt x="1530834" y="65"/>
                  </a:moveTo>
                  <a:lnTo>
                    <a:pt x="1481113" y="0"/>
                  </a:lnTo>
                  <a:lnTo>
                    <a:pt x="1429557" y="531"/>
                  </a:lnTo>
                  <a:lnTo>
                    <a:pt x="1376100" y="1659"/>
                  </a:lnTo>
                  <a:lnTo>
                    <a:pt x="1320673" y="3385"/>
                  </a:lnTo>
                  <a:lnTo>
                    <a:pt x="1263210" y="5711"/>
                  </a:lnTo>
                  <a:lnTo>
                    <a:pt x="1203642" y="8637"/>
                  </a:lnTo>
                  <a:lnTo>
                    <a:pt x="1141902" y="12164"/>
                  </a:lnTo>
                  <a:lnTo>
                    <a:pt x="1077922" y="16294"/>
                  </a:lnTo>
                  <a:lnTo>
                    <a:pt x="1011635" y="21027"/>
                  </a:lnTo>
                  <a:lnTo>
                    <a:pt x="942973" y="26364"/>
                  </a:lnTo>
                  <a:lnTo>
                    <a:pt x="871870" y="32306"/>
                  </a:lnTo>
                  <a:lnTo>
                    <a:pt x="776045" y="40811"/>
                  </a:lnTo>
                  <a:lnTo>
                    <a:pt x="679709" y="49828"/>
                  </a:lnTo>
                  <a:lnTo>
                    <a:pt x="584309" y="59228"/>
                  </a:lnTo>
                  <a:lnTo>
                    <a:pt x="491291" y="68883"/>
                  </a:lnTo>
                  <a:lnTo>
                    <a:pt x="402102" y="78666"/>
                  </a:lnTo>
                  <a:lnTo>
                    <a:pt x="318188" y="88449"/>
                  </a:lnTo>
                  <a:lnTo>
                    <a:pt x="240995" y="98103"/>
                  </a:lnTo>
                  <a:lnTo>
                    <a:pt x="171971" y="107501"/>
                  </a:lnTo>
                  <a:lnTo>
                    <a:pt x="112561" y="116516"/>
                  </a:lnTo>
                  <a:lnTo>
                    <a:pt x="64212" y="125018"/>
                  </a:lnTo>
                  <a:lnTo>
                    <a:pt x="15594" y="136532"/>
                  </a:lnTo>
                  <a:lnTo>
                    <a:pt x="0" y="146175"/>
                  </a:lnTo>
                  <a:lnTo>
                    <a:pt x="2984" y="148899"/>
                  </a:lnTo>
                  <a:lnTo>
                    <a:pt x="60656" y="156916"/>
                  </a:lnTo>
                  <a:lnTo>
                    <a:pt x="119465" y="158973"/>
                  </a:lnTo>
                  <a:lnTo>
                    <a:pt x="262227" y="159678"/>
                  </a:lnTo>
                  <a:lnTo>
                    <a:pt x="324232" y="160259"/>
                  </a:lnTo>
                  <a:lnTo>
                    <a:pt x="386093" y="161251"/>
                  </a:lnTo>
                  <a:lnTo>
                    <a:pt x="447707" y="162604"/>
                  </a:lnTo>
                  <a:lnTo>
                    <a:pt x="508969" y="164268"/>
                  </a:lnTo>
                  <a:lnTo>
                    <a:pt x="569774" y="166194"/>
                  </a:lnTo>
                  <a:lnTo>
                    <a:pt x="689595" y="170629"/>
                  </a:lnTo>
                  <a:lnTo>
                    <a:pt x="1027218" y="185001"/>
                  </a:lnTo>
                  <a:lnTo>
                    <a:pt x="1129691" y="188813"/>
                  </a:lnTo>
                  <a:lnTo>
                    <a:pt x="1178569" y="190311"/>
                  </a:lnTo>
                  <a:lnTo>
                    <a:pt x="1225735" y="191470"/>
                  </a:lnTo>
                  <a:lnTo>
                    <a:pt x="1271085" y="192240"/>
                  </a:lnTo>
                  <a:lnTo>
                    <a:pt x="1314514" y="192570"/>
                  </a:lnTo>
                  <a:lnTo>
                    <a:pt x="1355918" y="192412"/>
                  </a:lnTo>
                  <a:lnTo>
                    <a:pt x="1395192" y="191714"/>
                  </a:lnTo>
                  <a:lnTo>
                    <a:pt x="1466932" y="188502"/>
                  </a:lnTo>
                  <a:lnTo>
                    <a:pt x="1568887" y="177853"/>
                  </a:lnTo>
                  <a:lnTo>
                    <a:pt x="1614438" y="173506"/>
                  </a:lnTo>
                  <a:lnTo>
                    <a:pt x="1664673" y="169441"/>
                  </a:lnTo>
                  <a:lnTo>
                    <a:pt x="1718714" y="165607"/>
                  </a:lnTo>
                  <a:lnTo>
                    <a:pt x="1775686" y="161951"/>
                  </a:lnTo>
                  <a:lnTo>
                    <a:pt x="2015338" y="148089"/>
                  </a:lnTo>
                  <a:lnTo>
                    <a:pt x="2073808" y="144558"/>
                  </a:lnTo>
                  <a:lnTo>
                    <a:pt x="2129948" y="140898"/>
                  </a:lnTo>
                  <a:lnTo>
                    <a:pt x="2182880" y="137058"/>
                  </a:lnTo>
                  <a:lnTo>
                    <a:pt x="2231727" y="132987"/>
                  </a:lnTo>
                  <a:lnTo>
                    <a:pt x="2275614" y="128632"/>
                  </a:lnTo>
                  <a:lnTo>
                    <a:pt x="2313662" y="123944"/>
                  </a:lnTo>
                  <a:lnTo>
                    <a:pt x="2368738" y="113360"/>
                  </a:lnTo>
                  <a:lnTo>
                    <a:pt x="2389939" y="100825"/>
                  </a:lnTo>
                  <a:lnTo>
                    <a:pt x="2385646" y="93697"/>
                  </a:lnTo>
                  <a:lnTo>
                    <a:pt x="2299523" y="65467"/>
                  </a:lnTo>
                  <a:lnTo>
                    <a:pt x="2173084" y="51733"/>
                  </a:lnTo>
                  <a:lnTo>
                    <a:pt x="2058766" y="47300"/>
                  </a:lnTo>
                  <a:lnTo>
                    <a:pt x="2009008" y="46976"/>
                  </a:lnTo>
                  <a:lnTo>
                    <a:pt x="1976028" y="39837"/>
                  </a:lnTo>
                  <a:lnTo>
                    <a:pt x="1906931" y="27310"/>
                  </a:lnTo>
                  <a:lnTo>
                    <a:pt x="1833199" y="17128"/>
                  </a:lnTo>
                  <a:lnTo>
                    <a:pt x="1794426" y="12918"/>
                  </a:lnTo>
                  <a:lnTo>
                    <a:pt x="1754291" y="9297"/>
                  </a:lnTo>
                  <a:lnTo>
                    <a:pt x="1712728" y="6267"/>
                  </a:lnTo>
                  <a:lnTo>
                    <a:pt x="1669668" y="3827"/>
                  </a:lnTo>
                  <a:lnTo>
                    <a:pt x="1625044" y="1979"/>
                  </a:lnTo>
                  <a:lnTo>
                    <a:pt x="1578789" y="725"/>
                  </a:lnTo>
                  <a:lnTo>
                    <a:pt x="1530834" y="65"/>
                  </a:lnTo>
                  <a:close/>
                </a:path>
              </a:pathLst>
            </a:custGeom>
            <a:solidFill>
              <a:srgbClr val="FAD4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 descr=""/>
            <p:cNvSpPr/>
            <p:nvPr/>
          </p:nvSpPr>
          <p:spPr>
            <a:xfrm>
              <a:off x="19901" y="9216117"/>
              <a:ext cx="20084415" cy="1018540"/>
            </a:xfrm>
            <a:custGeom>
              <a:avLst/>
              <a:gdLst/>
              <a:ahLst/>
              <a:cxnLst/>
              <a:rect l="l" t="t" r="r" b="b"/>
              <a:pathLst>
                <a:path w="20084415" h="1018540">
                  <a:moveTo>
                    <a:pt x="8774767" y="1017270"/>
                  </a:moveTo>
                  <a:lnTo>
                    <a:pt x="8163544" y="1017270"/>
                  </a:lnTo>
                  <a:lnTo>
                    <a:pt x="8213339" y="1018540"/>
                  </a:lnTo>
                  <a:lnTo>
                    <a:pt x="8722758" y="1018540"/>
                  </a:lnTo>
                  <a:lnTo>
                    <a:pt x="8774767" y="1017270"/>
                  </a:lnTo>
                  <a:close/>
                </a:path>
                <a:path w="20084415" h="1018540">
                  <a:moveTo>
                    <a:pt x="8879322" y="1016000"/>
                  </a:moveTo>
                  <a:lnTo>
                    <a:pt x="8064628" y="1016000"/>
                  </a:lnTo>
                  <a:lnTo>
                    <a:pt x="8113973" y="1017270"/>
                  </a:lnTo>
                  <a:lnTo>
                    <a:pt x="8826956" y="1017270"/>
                  </a:lnTo>
                  <a:lnTo>
                    <a:pt x="8879322" y="1016000"/>
                  </a:lnTo>
                  <a:close/>
                </a:path>
                <a:path w="20084415" h="1018540">
                  <a:moveTo>
                    <a:pt x="0" y="39370"/>
                  </a:moveTo>
                  <a:lnTo>
                    <a:pt x="0" y="472440"/>
                  </a:lnTo>
                  <a:lnTo>
                    <a:pt x="64145" y="477520"/>
                  </a:lnTo>
                  <a:lnTo>
                    <a:pt x="96990" y="478790"/>
                  </a:lnTo>
                  <a:lnTo>
                    <a:pt x="164202" y="483870"/>
                  </a:lnTo>
                  <a:lnTo>
                    <a:pt x="198557" y="485140"/>
                  </a:lnTo>
                  <a:lnTo>
                    <a:pt x="568283" y="510540"/>
                  </a:lnTo>
                  <a:lnTo>
                    <a:pt x="647658" y="516890"/>
                  </a:lnTo>
                  <a:lnTo>
                    <a:pt x="728743" y="521970"/>
                  </a:lnTo>
                  <a:lnTo>
                    <a:pt x="4421558" y="808990"/>
                  </a:lnTo>
                  <a:lnTo>
                    <a:pt x="4535500" y="816610"/>
                  </a:lnTo>
                  <a:lnTo>
                    <a:pt x="4649509" y="825500"/>
                  </a:lnTo>
                  <a:lnTo>
                    <a:pt x="4763542" y="833120"/>
                  </a:lnTo>
                  <a:lnTo>
                    <a:pt x="4877555" y="842010"/>
                  </a:lnTo>
                  <a:lnTo>
                    <a:pt x="5105348" y="857250"/>
                  </a:lnTo>
                  <a:lnTo>
                    <a:pt x="5219043" y="866140"/>
                  </a:lnTo>
                  <a:lnTo>
                    <a:pt x="5895652" y="911860"/>
                  </a:lnTo>
                  <a:lnTo>
                    <a:pt x="5951430" y="914400"/>
                  </a:lnTo>
                  <a:lnTo>
                    <a:pt x="6118034" y="925830"/>
                  </a:lnTo>
                  <a:lnTo>
                    <a:pt x="6173306" y="928370"/>
                  </a:lnTo>
                  <a:lnTo>
                    <a:pt x="6283425" y="935990"/>
                  </a:lnTo>
                  <a:lnTo>
                    <a:pt x="6338262" y="938530"/>
                  </a:lnTo>
                  <a:lnTo>
                    <a:pt x="6447460" y="946150"/>
                  </a:lnTo>
                  <a:lnTo>
                    <a:pt x="6501812" y="948690"/>
                  </a:lnTo>
                  <a:lnTo>
                    <a:pt x="6555991" y="952500"/>
                  </a:lnTo>
                  <a:lnTo>
                    <a:pt x="6663810" y="957580"/>
                  </a:lnTo>
                  <a:lnTo>
                    <a:pt x="6717439" y="961390"/>
                  </a:lnTo>
                  <a:lnTo>
                    <a:pt x="6824110" y="966470"/>
                  </a:lnTo>
                  <a:lnTo>
                    <a:pt x="6877141" y="970280"/>
                  </a:lnTo>
                  <a:lnTo>
                    <a:pt x="7491486" y="1000760"/>
                  </a:lnTo>
                  <a:lnTo>
                    <a:pt x="7584441" y="1003300"/>
                  </a:lnTo>
                  <a:lnTo>
                    <a:pt x="7631321" y="1005840"/>
                  </a:lnTo>
                  <a:lnTo>
                    <a:pt x="8015513" y="1016000"/>
                  </a:lnTo>
                  <a:lnTo>
                    <a:pt x="8931859" y="1016000"/>
                  </a:lnTo>
                  <a:lnTo>
                    <a:pt x="9037437" y="1013460"/>
                  </a:lnTo>
                  <a:lnTo>
                    <a:pt x="9090471" y="1013460"/>
                  </a:lnTo>
                  <a:lnTo>
                    <a:pt x="9465923" y="1004570"/>
                  </a:lnTo>
                  <a:lnTo>
                    <a:pt x="9520119" y="1002030"/>
                  </a:lnTo>
                  <a:lnTo>
                    <a:pt x="9628893" y="999490"/>
                  </a:lnTo>
                  <a:lnTo>
                    <a:pt x="9683465" y="996950"/>
                  </a:lnTo>
                  <a:lnTo>
                    <a:pt x="9738155" y="995680"/>
                  </a:lnTo>
                  <a:lnTo>
                    <a:pt x="9792960" y="993140"/>
                  </a:lnTo>
                  <a:lnTo>
                    <a:pt x="9847875" y="991870"/>
                  </a:lnTo>
                  <a:lnTo>
                    <a:pt x="9958024" y="986790"/>
                  </a:lnTo>
                  <a:lnTo>
                    <a:pt x="10013251" y="985520"/>
                  </a:lnTo>
                  <a:lnTo>
                    <a:pt x="10570224" y="960120"/>
                  </a:lnTo>
                  <a:lnTo>
                    <a:pt x="10626313" y="956310"/>
                  </a:lnTo>
                  <a:lnTo>
                    <a:pt x="10738656" y="951230"/>
                  </a:lnTo>
                  <a:lnTo>
                    <a:pt x="10794904" y="947420"/>
                  </a:lnTo>
                  <a:lnTo>
                    <a:pt x="10907534" y="942340"/>
                  </a:lnTo>
                  <a:lnTo>
                    <a:pt x="11020318" y="934720"/>
                  </a:lnTo>
                  <a:lnTo>
                    <a:pt x="11076758" y="932180"/>
                  </a:lnTo>
                  <a:lnTo>
                    <a:pt x="11133227" y="928370"/>
                  </a:lnTo>
                  <a:lnTo>
                    <a:pt x="11189720" y="925830"/>
                  </a:lnTo>
                  <a:lnTo>
                    <a:pt x="11359306" y="914400"/>
                  </a:lnTo>
                  <a:lnTo>
                    <a:pt x="11415859" y="911860"/>
                  </a:lnTo>
                  <a:lnTo>
                    <a:pt x="12093931" y="866140"/>
                  </a:lnTo>
                  <a:lnTo>
                    <a:pt x="12150281" y="861060"/>
                  </a:lnTo>
                  <a:lnTo>
                    <a:pt x="12319068" y="849630"/>
                  </a:lnTo>
                  <a:lnTo>
                    <a:pt x="12375232" y="844550"/>
                  </a:lnTo>
                  <a:lnTo>
                    <a:pt x="12487389" y="836930"/>
                  </a:lnTo>
                  <a:lnTo>
                    <a:pt x="12543376" y="831850"/>
                  </a:lnTo>
                  <a:lnTo>
                    <a:pt x="12655146" y="824230"/>
                  </a:lnTo>
                  <a:lnTo>
                    <a:pt x="12710923" y="819150"/>
                  </a:lnTo>
                  <a:lnTo>
                    <a:pt x="12766623" y="815340"/>
                  </a:lnTo>
                  <a:lnTo>
                    <a:pt x="12822242" y="810260"/>
                  </a:lnTo>
                  <a:lnTo>
                    <a:pt x="12933222" y="802640"/>
                  </a:lnTo>
                  <a:lnTo>
                    <a:pt x="12988577" y="797560"/>
                  </a:lnTo>
                  <a:lnTo>
                    <a:pt x="13043837" y="793750"/>
                  </a:lnTo>
                  <a:lnTo>
                    <a:pt x="13098998" y="788670"/>
                  </a:lnTo>
                  <a:lnTo>
                    <a:pt x="13427684" y="762000"/>
                  </a:lnTo>
                  <a:lnTo>
                    <a:pt x="13536291" y="751840"/>
                  </a:lnTo>
                  <a:lnTo>
                    <a:pt x="13858843" y="725170"/>
                  </a:lnTo>
                  <a:lnTo>
                    <a:pt x="13965174" y="715010"/>
                  </a:lnTo>
                  <a:lnTo>
                    <a:pt x="14175883" y="697230"/>
                  </a:lnTo>
                  <a:lnTo>
                    <a:pt x="14280203" y="687070"/>
                  </a:lnTo>
                  <a:lnTo>
                    <a:pt x="16652299" y="468630"/>
                  </a:lnTo>
                  <a:lnTo>
                    <a:pt x="16726802" y="461010"/>
                  </a:lnTo>
                  <a:lnTo>
                    <a:pt x="16941138" y="441960"/>
                  </a:lnTo>
                  <a:lnTo>
                    <a:pt x="17009429" y="436880"/>
                  </a:lnTo>
                  <a:lnTo>
                    <a:pt x="17096540" y="429260"/>
                  </a:lnTo>
                  <a:lnTo>
                    <a:pt x="17140739" y="426720"/>
                  </a:lnTo>
                  <a:lnTo>
                    <a:pt x="17185356" y="422910"/>
                  </a:lnTo>
                  <a:lnTo>
                    <a:pt x="17230381" y="420370"/>
                  </a:lnTo>
                  <a:lnTo>
                    <a:pt x="17275805" y="416560"/>
                  </a:lnTo>
                  <a:lnTo>
                    <a:pt x="17508594" y="403860"/>
                  </a:lnTo>
                  <a:lnTo>
                    <a:pt x="17556221" y="402590"/>
                  </a:lnTo>
                  <a:lnTo>
                    <a:pt x="17604183" y="400050"/>
                  </a:lnTo>
                  <a:lnTo>
                    <a:pt x="17652472" y="398780"/>
                  </a:lnTo>
                  <a:lnTo>
                    <a:pt x="17701078" y="396240"/>
                  </a:lnTo>
                  <a:lnTo>
                    <a:pt x="18049430" y="387350"/>
                  </a:lnTo>
                  <a:lnTo>
                    <a:pt x="18100244" y="387350"/>
                  </a:lnTo>
                  <a:lnTo>
                    <a:pt x="18151294" y="386080"/>
                  </a:lnTo>
                  <a:lnTo>
                    <a:pt x="18254060" y="386080"/>
                  </a:lnTo>
                  <a:lnTo>
                    <a:pt x="18305760" y="384810"/>
                  </a:lnTo>
                  <a:lnTo>
                    <a:pt x="20084198" y="384810"/>
                  </a:lnTo>
                  <a:lnTo>
                    <a:pt x="20084198" y="323850"/>
                  </a:lnTo>
                  <a:lnTo>
                    <a:pt x="6960562" y="323850"/>
                  </a:lnTo>
                  <a:lnTo>
                    <a:pt x="6883276" y="322580"/>
                  </a:lnTo>
                  <a:lnTo>
                    <a:pt x="6728700" y="322580"/>
                  </a:lnTo>
                  <a:lnTo>
                    <a:pt x="6651413" y="321310"/>
                  </a:lnTo>
                  <a:lnTo>
                    <a:pt x="6574128" y="321310"/>
                  </a:lnTo>
                  <a:lnTo>
                    <a:pt x="6496847" y="320040"/>
                  </a:lnTo>
                  <a:lnTo>
                    <a:pt x="6419571" y="320040"/>
                  </a:lnTo>
                  <a:lnTo>
                    <a:pt x="5801739" y="309880"/>
                  </a:lnTo>
                  <a:lnTo>
                    <a:pt x="5724579" y="307340"/>
                  </a:lnTo>
                  <a:lnTo>
                    <a:pt x="5647440" y="306070"/>
                  </a:lnTo>
                  <a:lnTo>
                    <a:pt x="5570322" y="303530"/>
                  </a:lnTo>
                  <a:lnTo>
                    <a:pt x="5493227" y="302260"/>
                  </a:lnTo>
                  <a:lnTo>
                    <a:pt x="3508323" y="227330"/>
                  </a:lnTo>
                  <a:lnTo>
                    <a:pt x="2647182" y="189230"/>
                  </a:lnTo>
                  <a:lnTo>
                    <a:pt x="2533623" y="182880"/>
                  </a:lnTo>
                  <a:lnTo>
                    <a:pt x="1169895" y="113030"/>
                  </a:lnTo>
                  <a:lnTo>
                    <a:pt x="1006905" y="102870"/>
                  </a:lnTo>
                  <a:lnTo>
                    <a:pt x="928149" y="99060"/>
                  </a:lnTo>
                  <a:lnTo>
                    <a:pt x="775966" y="88900"/>
                  </a:lnTo>
                  <a:lnTo>
                    <a:pt x="114160" y="46990"/>
                  </a:lnTo>
                  <a:lnTo>
                    <a:pt x="28012" y="40640"/>
                  </a:lnTo>
                  <a:lnTo>
                    <a:pt x="0" y="39370"/>
                  </a:lnTo>
                  <a:close/>
                </a:path>
                <a:path w="20084415" h="1018540">
                  <a:moveTo>
                    <a:pt x="20084198" y="384810"/>
                  </a:moveTo>
                  <a:lnTo>
                    <a:pt x="18672705" y="384810"/>
                  </a:lnTo>
                  <a:lnTo>
                    <a:pt x="18725737" y="386080"/>
                  </a:lnTo>
                  <a:lnTo>
                    <a:pt x="18778895" y="386080"/>
                  </a:lnTo>
                  <a:lnTo>
                    <a:pt x="18832170" y="387350"/>
                  </a:lnTo>
                  <a:lnTo>
                    <a:pt x="18885552" y="387350"/>
                  </a:lnTo>
                  <a:lnTo>
                    <a:pt x="18939033" y="388620"/>
                  </a:lnTo>
                  <a:lnTo>
                    <a:pt x="18992602" y="388620"/>
                  </a:lnTo>
                  <a:lnTo>
                    <a:pt x="19531196" y="401320"/>
                  </a:lnTo>
                  <a:lnTo>
                    <a:pt x="19585145" y="403860"/>
                  </a:lnTo>
                  <a:lnTo>
                    <a:pt x="19692972" y="406400"/>
                  </a:lnTo>
                  <a:lnTo>
                    <a:pt x="19746833" y="408940"/>
                  </a:lnTo>
                  <a:lnTo>
                    <a:pt x="19800646" y="410210"/>
                  </a:lnTo>
                  <a:lnTo>
                    <a:pt x="19854402" y="412750"/>
                  </a:lnTo>
                  <a:lnTo>
                    <a:pt x="19908093" y="414020"/>
                  </a:lnTo>
                  <a:lnTo>
                    <a:pt x="20015240" y="419100"/>
                  </a:lnTo>
                  <a:lnTo>
                    <a:pt x="20084198" y="421640"/>
                  </a:lnTo>
                  <a:lnTo>
                    <a:pt x="20084198" y="384810"/>
                  </a:lnTo>
                  <a:close/>
                </a:path>
                <a:path w="20084415" h="1018540">
                  <a:moveTo>
                    <a:pt x="18495368" y="2540"/>
                  </a:moveTo>
                  <a:lnTo>
                    <a:pt x="17496601" y="2540"/>
                  </a:lnTo>
                  <a:lnTo>
                    <a:pt x="17435781" y="3810"/>
                  </a:lnTo>
                  <a:lnTo>
                    <a:pt x="17374740" y="3810"/>
                  </a:lnTo>
                  <a:lnTo>
                    <a:pt x="17252003" y="6350"/>
                  </a:lnTo>
                  <a:lnTo>
                    <a:pt x="17190309" y="6350"/>
                  </a:lnTo>
                  <a:lnTo>
                    <a:pt x="16689161" y="16510"/>
                  </a:lnTo>
                  <a:lnTo>
                    <a:pt x="16625589" y="19050"/>
                  </a:lnTo>
                  <a:lnTo>
                    <a:pt x="16497845" y="21590"/>
                  </a:lnTo>
                  <a:lnTo>
                    <a:pt x="16433674" y="24130"/>
                  </a:lnTo>
                  <a:lnTo>
                    <a:pt x="16369307" y="25400"/>
                  </a:lnTo>
                  <a:lnTo>
                    <a:pt x="16304745" y="27940"/>
                  </a:lnTo>
                  <a:lnTo>
                    <a:pt x="16239989" y="29210"/>
                  </a:lnTo>
                  <a:lnTo>
                    <a:pt x="16175040" y="31750"/>
                  </a:lnTo>
                  <a:lnTo>
                    <a:pt x="16109901" y="33020"/>
                  </a:lnTo>
                  <a:lnTo>
                    <a:pt x="16044573" y="35560"/>
                  </a:lnTo>
                  <a:lnTo>
                    <a:pt x="15979056" y="36830"/>
                  </a:lnTo>
                  <a:lnTo>
                    <a:pt x="15781395" y="44450"/>
                  </a:lnTo>
                  <a:lnTo>
                    <a:pt x="15715143" y="45720"/>
                  </a:lnTo>
                  <a:lnTo>
                    <a:pt x="11537813" y="220980"/>
                  </a:lnTo>
                  <a:lnTo>
                    <a:pt x="11463368" y="224790"/>
                  </a:lnTo>
                  <a:lnTo>
                    <a:pt x="11314207" y="229870"/>
                  </a:lnTo>
                  <a:lnTo>
                    <a:pt x="11239492" y="233680"/>
                  </a:lnTo>
                  <a:lnTo>
                    <a:pt x="10939784" y="243840"/>
                  </a:lnTo>
                  <a:lnTo>
                    <a:pt x="10864651" y="247650"/>
                  </a:lnTo>
                  <a:lnTo>
                    <a:pt x="9957295" y="278130"/>
                  </a:lnTo>
                  <a:lnTo>
                    <a:pt x="9881247" y="279400"/>
                  </a:lnTo>
                  <a:lnTo>
                    <a:pt x="9652750" y="287020"/>
                  </a:lnTo>
                  <a:lnTo>
                    <a:pt x="9576471" y="288290"/>
                  </a:lnTo>
                  <a:lnTo>
                    <a:pt x="9500138" y="290830"/>
                  </a:lnTo>
                  <a:lnTo>
                    <a:pt x="9423752" y="292100"/>
                  </a:lnTo>
                  <a:lnTo>
                    <a:pt x="9347315" y="294640"/>
                  </a:lnTo>
                  <a:lnTo>
                    <a:pt x="9270829" y="295910"/>
                  </a:lnTo>
                  <a:lnTo>
                    <a:pt x="9194295" y="298450"/>
                  </a:lnTo>
                  <a:lnTo>
                    <a:pt x="9117714" y="299720"/>
                  </a:lnTo>
                  <a:lnTo>
                    <a:pt x="9041088" y="302260"/>
                  </a:lnTo>
                  <a:lnTo>
                    <a:pt x="8810954" y="306070"/>
                  </a:lnTo>
                  <a:lnTo>
                    <a:pt x="8734163" y="308610"/>
                  </a:lnTo>
                  <a:lnTo>
                    <a:pt x="8272673" y="316230"/>
                  </a:lnTo>
                  <a:lnTo>
                    <a:pt x="8195649" y="316230"/>
                  </a:lnTo>
                  <a:lnTo>
                    <a:pt x="7964419" y="320040"/>
                  </a:lnTo>
                  <a:lnTo>
                    <a:pt x="7887294" y="320040"/>
                  </a:lnTo>
                  <a:lnTo>
                    <a:pt x="7810149" y="321310"/>
                  </a:lnTo>
                  <a:lnTo>
                    <a:pt x="7732983" y="321310"/>
                  </a:lnTo>
                  <a:lnTo>
                    <a:pt x="7655799" y="322580"/>
                  </a:lnTo>
                  <a:lnTo>
                    <a:pt x="7501382" y="322580"/>
                  </a:lnTo>
                  <a:lnTo>
                    <a:pt x="7424152" y="323850"/>
                  </a:lnTo>
                  <a:lnTo>
                    <a:pt x="20084198" y="323850"/>
                  </a:lnTo>
                  <a:lnTo>
                    <a:pt x="20084198" y="48260"/>
                  </a:lnTo>
                  <a:lnTo>
                    <a:pt x="18995660" y="13970"/>
                  </a:lnTo>
                  <a:lnTo>
                    <a:pt x="18941094" y="11430"/>
                  </a:lnTo>
                  <a:lnTo>
                    <a:pt x="18664411" y="5080"/>
                  </a:lnTo>
                  <a:lnTo>
                    <a:pt x="18608313" y="5080"/>
                  </a:lnTo>
                  <a:lnTo>
                    <a:pt x="18495368" y="2540"/>
                  </a:lnTo>
                  <a:close/>
                </a:path>
                <a:path w="20084415" h="1018540">
                  <a:moveTo>
                    <a:pt x="18381434" y="1270"/>
                  </a:moveTo>
                  <a:lnTo>
                    <a:pt x="17617575" y="1270"/>
                  </a:lnTo>
                  <a:lnTo>
                    <a:pt x="17557200" y="2540"/>
                  </a:lnTo>
                  <a:lnTo>
                    <a:pt x="18438524" y="2540"/>
                  </a:lnTo>
                  <a:lnTo>
                    <a:pt x="18381434" y="1270"/>
                  </a:lnTo>
                  <a:close/>
                </a:path>
                <a:path w="20084415" h="1018540">
                  <a:moveTo>
                    <a:pt x="18266523" y="0"/>
                  </a:moveTo>
                  <a:lnTo>
                    <a:pt x="17737648" y="0"/>
                  </a:lnTo>
                  <a:lnTo>
                    <a:pt x="17677725" y="1270"/>
                  </a:lnTo>
                  <a:lnTo>
                    <a:pt x="18324100" y="1270"/>
                  </a:lnTo>
                  <a:lnTo>
                    <a:pt x="18266523" y="0"/>
                  </a:lnTo>
                  <a:close/>
                </a:path>
              </a:pathLst>
            </a:custGeom>
            <a:solidFill>
              <a:srgbClr val="F8D7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 descr=""/>
            <p:cNvSpPr/>
            <p:nvPr/>
          </p:nvSpPr>
          <p:spPr>
            <a:xfrm>
              <a:off x="19901" y="10275704"/>
              <a:ext cx="20084415" cy="1018540"/>
            </a:xfrm>
            <a:custGeom>
              <a:avLst/>
              <a:gdLst/>
              <a:ahLst/>
              <a:cxnLst/>
              <a:rect l="l" t="t" r="r" b="b"/>
              <a:pathLst>
                <a:path w="20084415" h="1018540">
                  <a:moveTo>
                    <a:pt x="8774767" y="1017270"/>
                  </a:moveTo>
                  <a:lnTo>
                    <a:pt x="8163544" y="1017270"/>
                  </a:lnTo>
                  <a:lnTo>
                    <a:pt x="8213339" y="1018540"/>
                  </a:lnTo>
                  <a:lnTo>
                    <a:pt x="8722758" y="1018540"/>
                  </a:lnTo>
                  <a:lnTo>
                    <a:pt x="8774767" y="1017270"/>
                  </a:lnTo>
                  <a:close/>
                </a:path>
                <a:path w="20084415" h="1018540">
                  <a:moveTo>
                    <a:pt x="8879322" y="1016000"/>
                  </a:moveTo>
                  <a:lnTo>
                    <a:pt x="8064628" y="1016000"/>
                  </a:lnTo>
                  <a:lnTo>
                    <a:pt x="8113973" y="1017270"/>
                  </a:lnTo>
                  <a:lnTo>
                    <a:pt x="8826956" y="1017270"/>
                  </a:lnTo>
                  <a:lnTo>
                    <a:pt x="8879322" y="1016000"/>
                  </a:lnTo>
                  <a:close/>
                </a:path>
                <a:path w="20084415" h="1018540">
                  <a:moveTo>
                    <a:pt x="0" y="39370"/>
                  </a:moveTo>
                  <a:lnTo>
                    <a:pt x="0" y="472440"/>
                  </a:lnTo>
                  <a:lnTo>
                    <a:pt x="64145" y="477520"/>
                  </a:lnTo>
                  <a:lnTo>
                    <a:pt x="96990" y="478790"/>
                  </a:lnTo>
                  <a:lnTo>
                    <a:pt x="164202" y="483870"/>
                  </a:lnTo>
                  <a:lnTo>
                    <a:pt x="198557" y="485140"/>
                  </a:lnTo>
                  <a:lnTo>
                    <a:pt x="568283" y="510540"/>
                  </a:lnTo>
                  <a:lnTo>
                    <a:pt x="647658" y="516890"/>
                  </a:lnTo>
                  <a:lnTo>
                    <a:pt x="728743" y="521970"/>
                  </a:lnTo>
                  <a:lnTo>
                    <a:pt x="4421558" y="808990"/>
                  </a:lnTo>
                  <a:lnTo>
                    <a:pt x="4535500" y="816610"/>
                  </a:lnTo>
                  <a:lnTo>
                    <a:pt x="4649509" y="825500"/>
                  </a:lnTo>
                  <a:lnTo>
                    <a:pt x="4763542" y="833120"/>
                  </a:lnTo>
                  <a:lnTo>
                    <a:pt x="4877555" y="842010"/>
                  </a:lnTo>
                  <a:lnTo>
                    <a:pt x="5105348" y="857250"/>
                  </a:lnTo>
                  <a:lnTo>
                    <a:pt x="5219043" y="866140"/>
                  </a:lnTo>
                  <a:lnTo>
                    <a:pt x="5895652" y="911860"/>
                  </a:lnTo>
                  <a:lnTo>
                    <a:pt x="5951430" y="914400"/>
                  </a:lnTo>
                  <a:lnTo>
                    <a:pt x="6118034" y="925830"/>
                  </a:lnTo>
                  <a:lnTo>
                    <a:pt x="6173306" y="928370"/>
                  </a:lnTo>
                  <a:lnTo>
                    <a:pt x="6283425" y="935990"/>
                  </a:lnTo>
                  <a:lnTo>
                    <a:pt x="6338262" y="938530"/>
                  </a:lnTo>
                  <a:lnTo>
                    <a:pt x="6447460" y="946150"/>
                  </a:lnTo>
                  <a:lnTo>
                    <a:pt x="6501812" y="948690"/>
                  </a:lnTo>
                  <a:lnTo>
                    <a:pt x="6555991" y="952500"/>
                  </a:lnTo>
                  <a:lnTo>
                    <a:pt x="6663810" y="957580"/>
                  </a:lnTo>
                  <a:lnTo>
                    <a:pt x="6717439" y="961390"/>
                  </a:lnTo>
                  <a:lnTo>
                    <a:pt x="6824110" y="966470"/>
                  </a:lnTo>
                  <a:lnTo>
                    <a:pt x="6877141" y="970280"/>
                  </a:lnTo>
                  <a:lnTo>
                    <a:pt x="7491486" y="1000760"/>
                  </a:lnTo>
                  <a:lnTo>
                    <a:pt x="7584441" y="1003300"/>
                  </a:lnTo>
                  <a:lnTo>
                    <a:pt x="7631321" y="1005840"/>
                  </a:lnTo>
                  <a:lnTo>
                    <a:pt x="8015513" y="1016000"/>
                  </a:lnTo>
                  <a:lnTo>
                    <a:pt x="8931859" y="1016000"/>
                  </a:lnTo>
                  <a:lnTo>
                    <a:pt x="9037437" y="1013460"/>
                  </a:lnTo>
                  <a:lnTo>
                    <a:pt x="9090471" y="1013460"/>
                  </a:lnTo>
                  <a:lnTo>
                    <a:pt x="9465923" y="1004570"/>
                  </a:lnTo>
                  <a:lnTo>
                    <a:pt x="9520119" y="1002030"/>
                  </a:lnTo>
                  <a:lnTo>
                    <a:pt x="9628893" y="999490"/>
                  </a:lnTo>
                  <a:lnTo>
                    <a:pt x="9683465" y="996950"/>
                  </a:lnTo>
                  <a:lnTo>
                    <a:pt x="9738155" y="995680"/>
                  </a:lnTo>
                  <a:lnTo>
                    <a:pt x="9792960" y="993140"/>
                  </a:lnTo>
                  <a:lnTo>
                    <a:pt x="9847875" y="991870"/>
                  </a:lnTo>
                  <a:lnTo>
                    <a:pt x="9958024" y="986790"/>
                  </a:lnTo>
                  <a:lnTo>
                    <a:pt x="10013251" y="985520"/>
                  </a:lnTo>
                  <a:lnTo>
                    <a:pt x="10570224" y="960120"/>
                  </a:lnTo>
                  <a:lnTo>
                    <a:pt x="10626313" y="956310"/>
                  </a:lnTo>
                  <a:lnTo>
                    <a:pt x="10738656" y="951230"/>
                  </a:lnTo>
                  <a:lnTo>
                    <a:pt x="10794904" y="947420"/>
                  </a:lnTo>
                  <a:lnTo>
                    <a:pt x="10907534" y="942340"/>
                  </a:lnTo>
                  <a:lnTo>
                    <a:pt x="11020318" y="934720"/>
                  </a:lnTo>
                  <a:lnTo>
                    <a:pt x="11076758" y="932180"/>
                  </a:lnTo>
                  <a:lnTo>
                    <a:pt x="11133227" y="928370"/>
                  </a:lnTo>
                  <a:lnTo>
                    <a:pt x="11189720" y="925830"/>
                  </a:lnTo>
                  <a:lnTo>
                    <a:pt x="11359306" y="914400"/>
                  </a:lnTo>
                  <a:lnTo>
                    <a:pt x="11415859" y="911860"/>
                  </a:lnTo>
                  <a:lnTo>
                    <a:pt x="12093931" y="866140"/>
                  </a:lnTo>
                  <a:lnTo>
                    <a:pt x="12150281" y="861060"/>
                  </a:lnTo>
                  <a:lnTo>
                    <a:pt x="12319068" y="849630"/>
                  </a:lnTo>
                  <a:lnTo>
                    <a:pt x="12375232" y="844550"/>
                  </a:lnTo>
                  <a:lnTo>
                    <a:pt x="12487389" y="836930"/>
                  </a:lnTo>
                  <a:lnTo>
                    <a:pt x="12543376" y="831850"/>
                  </a:lnTo>
                  <a:lnTo>
                    <a:pt x="12655146" y="824230"/>
                  </a:lnTo>
                  <a:lnTo>
                    <a:pt x="12710923" y="819150"/>
                  </a:lnTo>
                  <a:lnTo>
                    <a:pt x="12766623" y="815340"/>
                  </a:lnTo>
                  <a:lnTo>
                    <a:pt x="12822242" y="810260"/>
                  </a:lnTo>
                  <a:lnTo>
                    <a:pt x="12933222" y="802640"/>
                  </a:lnTo>
                  <a:lnTo>
                    <a:pt x="12988577" y="797560"/>
                  </a:lnTo>
                  <a:lnTo>
                    <a:pt x="13043837" y="793750"/>
                  </a:lnTo>
                  <a:lnTo>
                    <a:pt x="13098998" y="788670"/>
                  </a:lnTo>
                  <a:lnTo>
                    <a:pt x="13427684" y="762000"/>
                  </a:lnTo>
                  <a:lnTo>
                    <a:pt x="13536291" y="751840"/>
                  </a:lnTo>
                  <a:lnTo>
                    <a:pt x="13858843" y="725170"/>
                  </a:lnTo>
                  <a:lnTo>
                    <a:pt x="13965174" y="715010"/>
                  </a:lnTo>
                  <a:lnTo>
                    <a:pt x="14175883" y="697230"/>
                  </a:lnTo>
                  <a:lnTo>
                    <a:pt x="14280203" y="687070"/>
                  </a:lnTo>
                  <a:lnTo>
                    <a:pt x="16652299" y="468630"/>
                  </a:lnTo>
                  <a:lnTo>
                    <a:pt x="16726802" y="461010"/>
                  </a:lnTo>
                  <a:lnTo>
                    <a:pt x="16941138" y="441960"/>
                  </a:lnTo>
                  <a:lnTo>
                    <a:pt x="17009429" y="436880"/>
                  </a:lnTo>
                  <a:lnTo>
                    <a:pt x="17096540" y="429260"/>
                  </a:lnTo>
                  <a:lnTo>
                    <a:pt x="17140739" y="426720"/>
                  </a:lnTo>
                  <a:lnTo>
                    <a:pt x="17185356" y="422910"/>
                  </a:lnTo>
                  <a:lnTo>
                    <a:pt x="17230381" y="420370"/>
                  </a:lnTo>
                  <a:lnTo>
                    <a:pt x="17275805" y="416560"/>
                  </a:lnTo>
                  <a:lnTo>
                    <a:pt x="17508594" y="403860"/>
                  </a:lnTo>
                  <a:lnTo>
                    <a:pt x="17556221" y="402590"/>
                  </a:lnTo>
                  <a:lnTo>
                    <a:pt x="17604183" y="400050"/>
                  </a:lnTo>
                  <a:lnTo>
                    <a:pt x="17652472" y="398780"/>
                  </a:lnTo>
                  <a:lnTo>
                    <a:pt x="17701078" y="396240"/>
                  </a:lnTo>
                  <a:lnTo>
                    <a:pt x="18049430" y="387350"/>
                  </a:lnTo>
                  <a:lnTo>
                    <a:pt x="18100244" y="387350"/>
                  </a:lnTo>
                  <a:lnTo>
                    <a:pt x="18151294" y="386080"/>
                  </a:lnTo>
                  <a:lnTo>
                    <a:pt x="18254060" y="386080"/>
                  </a:lnTo>
                  <a:lnTo>
                    <a:pt x="18305760" y="384810"/>
                  </a:lnTo>
                  <a:lnTo>
                    <a:pt x="20084198" y="384810"/>
                  </a:lnTo>
                  <a:lnTo>
                    <a:pt x="20084198" y="323850"/>
                  </a:lnTo>
                  <a:lnTo>
                    <a:pt x="6960562" y="323850"/>
                  </a:lnTo>
                  <a:lnTo>
                    <a:pt x="6883276" y="322580"/>
                  </a:lnTo>
                  <a:lnTo>
                    <a:pt x="6728700" y="322580"/>
                  </a:lnTo>
                  <a:lnTo>
                    <a:pt x="6651413" y="321310"/>
                  </a:lnTo>
                  <a:lnTo>
                    <a:pt x="6574128" y="321310"/>
                  </a:lnTo>
                  <a:lnTo>
                    <a:pt x="6496847" y="320040"/>
                  </a:lnTo>
                  <a:lnTo>
                    <a:pt x="6419571" y="320040"/>
                  </a:lnTo>
                  <a:lnTo>
                    <a:pt x="5801739" y="309880"/>
                  </a:lnTo>
                  <a:lnTo>
                    <a:pt x="5724579" y="307340"/>
                  </a:lnTo>
                  <a:lnTo>
                    <a:pt x="5647440" y="306070"/>
                  </a:lnTo>
                  <a:lnTo>
                    <a:pt x="5570322" y="303530"/>
                  </a:lnTo>
                  <a:lnTo>
                    <a:pt x="5493227" y="302260"/>
                  </a:lnTo>
                  <a:lnTo>
                    <a:pt x="3508323" y="227330"/>
                  </a:lnTo>
                  <a:lnTo>
                    <a:pt x="2647182" y="189230"/>
                  </a:lnTo>
                  <a:lnTo>
                    <a:pt x="2533623" y="182880"/>
                  </a:lnTo>
                  <a:lnTo>
                    <a:pt x="1169895" y="113030"/>
                  </a:lnTo>
                  <a:lnTo>
                    <a:pt x="1006905" y="102870"/>
                  </a:lnTo>
                  <a:lnTo>
                    <a:pt x="928149" y="99060"/>
                  </a:lnTo>
                  <a:lnTo>
                    <a:pt x="775966" y="88900"/>
                  </a:lnTo>
                  <a:lnTo>
                    <a:pt x="114160" y="46990"/>
                  </a:lnTo>
                  <a:lnTo>
                    <a:pt x="28012" y="40640"/>
                  </a:lnTo>
                  <a:lnTo>
                    <a:pt x="0" y="39370"/>
                  </a:lnTo>
                  <a:close/>
                </a:path>
                <a:path w="20084415" h="1018540">
                  <a:moveTo>
                    <a:pt x="20084198" y="384810"/>
                  </a:moveTo>
                  <a:lnTo>
                    <a:pt x="18672705" y="384810"/>
                  </a:lnTo>
                  <a:lnTo>
                    <a:pt x="18725737" y="386080"/>
                  </a:lnTo>
                  <a:lnTo>
                    <a:pt x="18778895" y="386080"/>
                  </a:lnTo>
                  <a:lnTo>
                    <a:pt x="18832170" y="387350"/>
                  </a:lnTo>
                  <a:lnTo>
                    <a:pt x="18885552" y="387350"/>
                  </a:lnTo>
                  <a:lnTo>
                    <a:pt x="18939033" y="388620"/>
                  </a:lnTo>
                  <a:lnTo>
                    <a:pt x="18992602" y="388620"/>
                  </a:lnTo>
                  <a:lnTo>
                    <a:pt x="19531196" y="401320"/>
                  </a:lnTo>
                  <a:lnTo>
                    <a:pt x="19585145" y="403860"/>
                  </a:lnTo>
                  <a:lnTo>
                    <a:pt x="19692972" y="406400"/>
                  </a:lnTo>
                  <a:lnTo>
                    <a:pt x="19746833" y="408940"/>
                  </a:lnTo>
                  <a:lnTo>
                    <a:pt x="19800646" y="410210"/>
                  </a:lnTo>
                  <a:lnTo>
                    <a:pt x="19854402" y="412750"/>
                  </a:lnTo>
                  <a:lnTo>
                    <a:pt x="19908093" y="414020"/>
                  </a:lnTo>
                  <a:lnTo>
                    <a:pt x="20015240" y="419100"/>
                  </a:lnTo>
                  <a:lnTo>
                    <a:pt x="20084198" y="421640"/>
                  </a:lnTo>
                  <a:lnTo>
                    <a:pt x="20084198" y="384810"/>
                  </a:lnTo>
                  <a:close/>
                </a:path>
                <a:path w="20084415" h="1018540">
                  <a:moveTo>
                    <a:pt x="18495368" y="2540"/>
                  </a:moveTo>
                  <a:lnTo>
                    <a:pt x="17496601" y="2540"/>
                  </a:lnTo>
                  <a:lnTo>
                    <a:pt x="17435781" y="3810"/>
                  </a:lnTo>
                  <a:lnTo>
                    <a:pt x="17374740" y="3810"/>
                  </a:lnTo>
                  <a:lnTo>
                    <a:pt x="17252003" y="6350"/>
                  </a:lnTo>
                  <a:lnTo>
                    <a:pt x="17190309" y="6350"/>
                  </a:lnTo>
                  <a:lnTo>
                    <a:pt x="16689161" y="16510"/>
                  </a:lnTo>
                  <a:lnTo>
                    <a:pt x="16625589" y="19050"/>
                  </a:lnTo>
                  <a:lnTo>
                    <a:pt x="16497845" y="21590"/>
                  </a:lnTo>
                  <a:lnTo>
                    <a:pt x="16433674" y="24130"/>
                  </a:lnTo>
                  <a:lnTo>
                    <a:pt x="16369307" y="25400"/>
                  </a:lnTo>
                  <a:lnTo>
                    <a:pt x="16304745" y="27940"/>
                  </a:lnTo>
                  <a:lnTo>
                    <a:pt x="16239989" y="29210"/>
                  </a:lnTo>
                  <a:lnTo>
                    <a:pt x="16175040" y="31750"/>
                  </a:lnTo>
                  <a:lnTo>
                    <a:pt x="16109901" y="33020"/>
                  </a:lnTo>
                  <a:lnTo>
                    <a:pt x="16044573" y="35560"/>
                  </a:lnTo>
                  <a:lnTo>
                    <a:pt x="15979056" y="36830"/>
                  </a:lnTo>
                  <a:lnTo>
                    <a:pt x="15781395" y="44450"/>
                  </a:lnTo>
                  <a:lnTo>
                    <a:pt x="15715143" y="45720"/>
                  </a:lnTo>
                  <a:lnTo>
                    <a:pt x="11537813" y="220980"/>
                  </a:lnTo>
                  <a:lnTo>
                    <a:pt x="11463368" y="224790"/>
                  </a:lnTo>
                  <a:lnTo>
                    <a:pt x="11314207" y="229870"/>
                  </a:lnTo>
                  <a:lnTo>
                    <a:pt x="11239492" y="233680"/>
                  </a:lnTo>
                  <a:lnTo>
                    <a:pt x="10939784" y="243840"/>
                  </a:lnTo>
                  <a:lnTo>
                    <a:pt x="10864651" y="247650"/>
                  </a:lnTo>
                  <a:lnTo>
                    <a:pt x="9957295" y="278130"/>
                  </a:lnTo>
                  <a:lnTo>
                    <a:pt x="9881247" y="279400"/>
                  </a:lnTo>
                  <a:lnTo>
                    <a:pt x="9652750" y="287020"/>
                  </a:lnTo>
                  <a:lnTo>
                    <a:pt x="9576471" y="288290"/>
                  </a:lnTo>
                  <a:lnTo>
                    <a:pt x="9500138" y="290830"/>
                  </a:lnTo>
                  <a:lnTo>
                    <a:pt x="9423752" y="292100"/>
                  </a:lnTo>
                  <a:lnTo>
                    <a:pt x="9347315" y="294640"/>
                  </a:lnTo>
                  <a:lnTo>
                    <a:pt x="9270829" y="295910"/>
                  </a:lnTo>
                  <a:lnTo>
                    <a:pt x="9194295" y="298450"/>
                  </a:lnTo>
                  <a:lnTo>
                    <a:pt x="9117714" y="299720"/>
                  </a:lnTo>
                  <a:lnTo>
                    <a:pt x="9041088" y="302260"/>
                  </a:lnTo>
                  <a:lnTo>
                    <a:pt x="8810954" y="306070"/>
                  </a:lnTo>
                  <a:lnTo>
                    <a:pt x="8734163" y="308610"/>
                  </a:lnTo>
                  <a:lnTo>
                    <a:pt x="8272673" y="316230"/>
                  </a:lnTo>
                  <a:lnTo>
                    <a:pt x="8195649" y="316230"/>
                  </a:lnTo>
                  <a:lnTo>
                    <a:pt x="7964419" y="320040"/>
                  </a:lnTo>
                  <a:lnTo>
                    <a:pt x="7887294" y="320040"/>
                  </a:lnTo>
                  <a:lnTo>
                    <a:pt x="7810149" y="321310"/>
                  </a:lnTo>
                  <a:lnTo>
                    <a:pt x="7732983" y="321310"/>
                  </a:lnTo>
                  <a:lnTo>
                    <a:pt x="7655799" y="322580"/>
                  </a:lnTo>
                  <a:lnTo>
                    <a:pt x="7501382" y="322580"/>
                  </a:lnTo>
                  <a:lnTo>
                    <a:pt x="7424152" y="323850"/>
                  </a:lnTo>
                  <a:lnTo>
                    <a:pt x="20084198" y="323850"/>
                  </a:lnTo>
                  <a:lnTo>
                    <a:pt x="20084198" y="48260"/>
                  </a:lnTo>
                  <a:lnTo>
                    <a:pt x="18995660" y="13970"/>
                  </a:lnTo>
                  <a:lnTo>
                    <a:pt x="18941094" y="11430"/>
                  </a:lnTo>
                  <a:lnTo>
                    <a:pt x="18664411" y="5080"/>
                  </a:lnTo>
                  <a:lnTo>
                    <a:pt x="18608313" y="5080"/>
                  </a:lnTo>
                  <a:lnTo>
                    <a:pt x="18495368" y="2540"/>
                  </a:lnTo>
                  <a:close/>
                </a:path>
                <a:path w="20084415" h="1018540">
                  <a:moveTo>
                    <a:pt x="18381434" y="1270"/>
                  </a:moveTo>
                  <a:lnTo>
                    <a:pt x="17617575" y="1270"/>
                  </a:lnTo>
                  <a:lnTo>
                    <a:pt x="17557200" y="2540"/>
                  </a:lnTo>
                  <a:lnTo>
                    <a:pt x="18438524" y="2540"/>
                  </a:lnTo>
                  <a:lnTo>
                    <a:pt x="18381434" y="1270"/>
                  </a:lnTo>
                  <a:close/>
                </a:path>
                <a:path w="20084415" h="1018540">
                  <a:moveTo>
                    <a:pt x="18266523" y="0"/>
                  </a:moveTo>
                  <a:lnTo>
                    <a:pt x="17737648" y="0"/>
                  </a:lnTo>
                  <a:lnTo>
                    <a:pt x="17677725" y="1270"/>
                  </a:lnTo>
                  <a:lnTo>
                    <a:pt x="18324100" y="1270"/>
                  </a:lnTo>
                  <a:lnTo>
                    <a:pt x="18266523" y="0"/>
                  </a:lnTo>
                  <a:close/>
                </a:path>
              </a:pathLst>
            </a:custGeom>
            <a:solidFill>
              <a:srgbClr val="FAD4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 descr=""/>
            <p:cNvSpPr/>
            <p:nvPr/>
          </p:nvSpPr>
          <p:spPr>
            <a:xfrm>
              <a:off x="5087311" y="7417983"/>
              <a:ext cx="72390" cy="575310"/>
            </a:xfrm>
            <a:custGeom>
              <a:avLst/>
              <a:gdLst/>
              <a:ahLst/>
              <a:cxnLst/>
              <a:rect l="l" t="t" r="r" b="b"/>
              <a:pathLst>
                <a:path w="72389" h="575309">
                  <a:moveTo>
                    <a:pt x="71914" y="0"/>
                  </a:moveTo>
                  <a:lnTo>
                    <a:pt x="0" y="0"/>
                  </a:lnTo>
                  <a:lnTo>
                    <a:pt x="0" y="575050"/>
                  </a:lnTo>
                  <a:lnTo>
                    <a:pt x="71914" y="575050"/>
                  </a:lnTo>
                  <a:lnTo>
                    <a:pt x="71914" y="0"/>
                  </a:lnTo>
                  <a:close/>
                </a:path>
              </a:pathLst>
            </a:custGeom>
            <a:solidFill>
              <a:srgbClr val="715D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 descr=""/>
            <p:cNvSpPr/>
            <p:nvPr/>
          </p:nvSpPr>
          <p:spPr>
            <a:xfrm>
              <a:off x="6743072" y="6590480"/>
              <a:ext cx="109855" cy="246379"/>
            </a:xfrm>
            <a:custGeom>
              <a:avLst/>
              <a:gdLst/>
              <a:ahLst/>
              <a:cxnLst/>
              <a:rect l="l" t="t" r="r" b="b"/>
              <a:pathLst>
                <a:path w="109854" h="246379">
                  <a:moveTo>
                    <a:pt x="0" y="245835"/>
                  </a:moveTo>
                  <a:lnTo>
                    <a:pt x="109462" y="245835"/>
                  </a:lnTo>
                  <a:lnTo>
                    <a:pt x="109462" y="0"/>
                  </a:lnTo>
                  <a:lnTo>
                    <a:pt x="0" y="0"/>
                  </a:lnTo>
                  <a:lnTo>
                    <a:pt x="0" y="245835"/>
                  </a:lnTo>
                  <a:close/>
                </a:path>
              </a:pathLst>
            </a:custGeom>
            <a:solidFill>
              <a:srgbClr val="F4CF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 descr=""/>
            <p:cNvSpPr/>
            <p:nvPr/>
          </p:nvSpPr>
          <p:spPr>
            <a:xfrm>
              <a:off x="6852535" y="6590480"/>
              <a:ext cx="122555" cy="184150"/>
            </a:xfrm>
            <a:custGeom>
              <a:avLst/>
              <a:gdLst/>
              <a:ahLst/>
              <a:cxnLst/>
              <a:rect l="l" t="t" r="r" b="b"/>
              <a:pathLst>
                <a:path w="122554" h="184150">
                  <a:moveTo>
                    <a:pt x="0" y="183864"/>
                  </a:moveTo>
                  <a:lnTo>
                    <a:pt x="122341" y="183864"/>
                  </a:lnTo>
                  <a:lnTo>
                    <a:pt x="122341" y="0"/>
                  </a:lnTo>
                  <a:lnTo>
                    <a:pt x="0" y="0"/>
                  </a:lnTo>
                  <a:lnTo>
                    <a:pt x="0" y="183864"/>
                  </a:lnTo>
                  <a:close/>
                </a:path>
              </a:pathLst>
            </a:custGeom>
            <a:solidFill>
              <a:srgbClr val="CAA6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 descr=""/>
            <p:cNvSpPr/>
            <p:nvPr/>
          </p:nvSpPr>
          <p:spPr>
            <a:xfrm>
              <a:off x="5780900" y="6588931"/>
              <a:ext cx="2096135" cy="2052320"/>
            </a:xfrm>
            <a:custGeom>
              <a:avLst/>
              <a:gdLst/>
              <a:ahLst/>
              <a:cxnLst/>
              <a:rect l="l" t="t" r="r" b="b"/>
              <a:pathLst>
                <a:path w="2096134" h="2052320">
                  <a:moveTo>
                    <a:pt x="2095639" y="185420"/>
                  </a:moveTo>
                  <a:lnTo>
                    <a:pt x="225386" y="185420"/>
                  </a:lnTo>
                  <a:lnTo>
                    <a:pt x="225386" y="0"/>
                  </a:lnTo>
                  <a:lnTo>
                    <a:pt x="0" y="0"/>
                  </a:lnTo>
                  <a:lnTo>
                    <a:pt x="0" y="185420"/>
                  </a:lnTo>
                  <a:lnTo>
                    <a:pt x="0" y="2052320"/>
                  </a:lnTo>
                  <a:lnTo>
                    <a:pt x="2095639" y="2052320"/>
                  </a:lnTo>
                  <a:lnTo>
                    <a:pt x="2095639" y="185420"/>
                  </a:lnTo>
                  <a:close/>
                </a:path>
              </a:pathLst>
            </a:custGeom>
            <a:solidFill>
              <a:srgbClr val="F4CF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 descr=""/>
            <p:cNvSpPr/>
            <p:nvPr/>
          </p:nvSpPr>
          <p:spPr>
            <a:xfrm>
              <a:off x="5780912" y="6588924"/>
              <a:ext cx="1243330" cy="1562735"/>
            </a:xfrm>
            <a:custGeom>
              <a:avLst/>
              <a:gdLst/>
              <a:ahLst/>
              <a:cxnLst/>
              <a:rect l="l" t="t" r="r" b="b"/>
              <a:pathLst>
                <a:path w="1243329" h="1562734">
                  <a:moveTo>
                    <a:pt x="225375" y="0"/>
                  </a:moveTo>
                  <a:lnTo>
                    <a:pt x="0" y="0"/>
                  </a:lnTo>
                  <a:lnTo>
                    <a:pt x="0" y="517900"/>
                  </a:lnTo>
                  <a:lnTo>
                    <a:pt x="36852" y="547022"/>
                  </a:lnTo>
                  <a:lnTo>
                    <a:pt x="76268" y="575555"/>
                  </a:lnTo>
                  <a:lnTo>
                    <a:pt x="118281" y="603927"/>
                  </a:lnTo>
                  <a:lnTo>
                    <a:pt x="162926" y="632567"/>
                  </a:lnTo>
                  <a:lnTo>
                    <a:pt x="200018" y="658247"/>
                  </a:lnTo>
                  <a:lnTo>
                    <a:pt x="244159" y="702469"/>
                  </a:lnTo>
                  <a:lnTo>
                    <a:pt x="263674" y="741686"/>
                  </a:lnTo>
                  <a:lnTo>
                    <a:pt x="269983" y="761110"/>
                  </a:lnTo>
                  <a:lnTo>
                    <a:pt x="277079" y="781313"/>
                  </a:lnTo>
                  <a:lnTo>
                    <a:pt x="302888" y="826768"/>
                  </a:lnTo>
                  <a:lnTo>
                    <a:pt x="359615" y="883464"/>
                  </a:lnTo>
                  <a:lnTo>
                    <a:pt x="473834" y="969043"/>
                  </a:lnTo>
                  <a:lnTo>
                    <a:pt x="523227" y="1014232"/>
                  </a:lnTo>
                  <a:lnTo>
                    <a:pt x="556606" y="1054665"/>
                  </a:lnTo>
                  <a:lnTo>
                    <a:pt x="577038" y="1091723"/>
                  </a:lnTo>
                  <a:lnTo>
                    <a:pt x="587590" y="1126785"/>
                  </a:lnTo>
                  <a:lnTo>
                    <a:pt x="591330" y="1161231"/>
                  </a:lnTo>
                  <a:lnTo>
                    <a:pt x="591325" y="1196441"/>
                  </a:lnTo>
                  <a:lnTo>
                    <a:pt x="590641" y="1233794"/>
                  </a:lnTo>
                  <a:lnTo>
                    <a:pt x="597236" y="1254090"/>
                  </a:lnTo>
                  <a:lnTo>
                    <a:pt x="615470" y="1264492"/>
                  </a:lnTo>
                  <a:lnTo>
                    <a:pt x="643015" y="1267046"/>
                  </a:lnTo>
                  <a:lnTo>
                    <a:pt x="677543" y="1263795"/>
                  </a:lnTo>
                  <a:lnTo>
                    <a:pt x="716727" y="1256784"/>
                  </a:lnTo>
                  <a:lnTo>
                    <a:pt x="758238" y="1248057"/>
                  </a:lnTo>
                  <a:lnTo>
                    <a:pt x="799749" y="1239658"/>
                  </a:lnTo>
                  <a:lnTo>
                    <a:pt x="838933" y="1233632"/>
                  </a:lnTo>
                  <a:lnTo>
                    <a:pt x="873461" y="1232023"/>
                  </a:lnTo>
                  <a:lnTo>
                    <a:pt x="901006" y="1236875"/>
                  </a:lnTo>
                  <a:lnTo>
                    <a:pt x="919240" y="1250232"/>
                  </a:lnTo>
                  <a:lnTo>
                    <a:pt x="925835" y="1274139"/>
                  </a:lnTo>
                  <a:lnTo>
                    <a:pt x="922489" y="1330796"/>
                  </a:lnTo>
                  <a:lnTo>
                    <a:pt x="909024" y="1427181"/>
                  </a:lnTo>
                  <a:lnTo>
                    <a:pt x="907776" y="1467897"/>
                  </a:lnTo>
                  <a:lnTo>
                    <a:pt x="916096" y="1504286"/>
                  </a:lnTo>
                  <a:lnTo>
                    <a:pt x="938421" y="1536843"/>
                  </a:lnTo>
                  <a:lnTo>
                    <a:pt x="998075" y="1562714"/>
                  </a:lnTo>
                  <a:lnTo>
                    <a:pt x="1069244" y="1559559"/>
                  </a:lnTo>
                  <a:lnTo>
                    <a:pt x="1128861" y="1544853"/>
                  </a:lnTo>
                  <a:lnTo>
                    <a:pt x="1153860" y="1536068"/>
                  </a:lnTo>
                  <a:lnTo>
                    <a:pt x="1243333" y="185837"/>
                  </a:lnTo>
                  <a:lnTo>
                    <a:pt x="225375" y="185837"/>
                  </a:lnTo>
                  <a:lnTo>
                    <a:pt x="225375" y="0"/>
                  </a:lnTo>
                  <a:close/>
                </a:path>
              </a:pathLst>
            </a:custGeom>
            <a:solidFill>
              <a:srgbClr val="E0BC6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 descr=""/>
            <p:cNvSpPr/>
            <p:nvPr/>
          </p:nvSpPr>
          <p:spPr>
            <a:xfrm>
              <a:off x="6852437" y="6588931"/>
              <a:ext cx="1024255" cy="2052320"/>
            </a:xfrm>
            <a:custGeom>
              <a:avLst/>
              <a:gdLst/>
              <a:ahLst/>
              <a:cxnLst/>
              <a:rect l="l" t="t" r="r" b="b"/>
              <a:pathLst>
                <a:path w="1024254" h="2052320">
                  <a:moveTo>
                    <a:pt x="1024102" y="0"/>
                  </a:moveTo>
                  <a:lnTo>
                    <a:pt x="830351" y="0"/>
                  </a:lnTo>
                  <a:lnTo>
                    <a:pt x="830351" y="185420"/>
                  </a:lnTo>
                  <a:lnTo>
                    <a:pt x="0" y="185420"/>
                  </a:lnTo>
                  <a:lnTo>
                    <a:pt x="0" y="2052320"/>
                  </a:lnTo>
                  <a:lnTo>
                    <a:pt x="1024102" y="2052320"/>
                  </a:lnTo>
                  <a:lnTo>
                    <a:pt x="1024102" y="185420"/>
                  </a:lnTo>
                  <a:lnTo>
                    <a:pt x="1024102" y="0"/>
                  </a:lnTo>
                  <a:close/>
                </a:path>
              </a:pathLst>
            </a:custGeom>
            <a:solidFill>
              <a:srgbClr val="CAA6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 descr=""/>
            <p:cNvSpPr/>
            <p:nvPr/>
          </p:nvSpPr>
          <p:spPr>
            <a:xfrm>
              <a:off x="5262070" y="7793166"/>
              <a:ext cx="377825" cy="107950"/>
            </a:xfrm>
            <a:custGeom>
              <a:avLst/>
              <a:gdLst/>
              <a:ahLst/>
              <a:cxnLst/>
              <a:rect l="l" t="t" r="r" b="b"/>
              <a:pathLst>
                <a:path w="377825" h="107950">
                  <a:moveTo>
                    <a:pt x="0" y="107871"/>
                  </a:moveTo>
                  <a:lnTo>
                    <a:pt x="377569" y="107871"/>
                  </a:lnTo>
                  <a:lnTo>
                    <a:pt x="377569" y="0"/>
                  </a:lnTo>
                  <a:lnTo>
                    <a:pt x="0" y="0"/>
                  </a:lnTo>
                  <a:lnTo>
                    <a:pt x="0" y="107871"/>
                  </a:lnTo>
                  <a:close/>
                </a:path>
              </a:pathLst>
            </a:custGeom>
            <a:solidFill>
              <a:srgbClr val="5F462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 descr=""/>
            <p:cNvSpPr/>
            <p:nvPr/>
          </p:nvSpPr>
          <p:spPr>
            <a:xfrm>
              <a:off x="5165696" y="7793166"/>
              <a:ext cx="96520" cy="107950"/>
            </a:xfrm>
            <a:custGeom>
              <a:avLst/>
              <a:gdLst/>
              <a:ahLst/>
              <a:cxnLst/>
              <a:rect l="l" t="t" r="r" b="b"/>
              <a:pathLst>
                <a:path w="96520" h="107950">
                  <a:moveTo>
                    <a:pt x="0" y="107871"/>
                  </a:moveTo>
                  <a:lnTo>
                    <a:pt x="96374" y="107871"/>
                  </a:lnTo>
                  <a:lnTo>
                    <a:pt x="96374" y="0"/>
                  </a:lnTo>
                  <a:lnTo>
                    <a:pt x="0" y="0"/>
                  </a:lnTo>
                  <a:lnTo>
                    <a:pt x="0" y="107871"/>
                  </a:lnTo>
                  <a:close/>
                </a:path>
              </a:pathLst>
            </a:custGeom>
            <a:solidFill>
              <a:srgbClr val="6B4D2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 descr=""/>
            <p:cNvSpPr/>
            <p:nvPr/>
          </p:nvSpPr>
          <p:spPr>
            <a:xfrm>
              <a:off x="6850754" y="7901037"/>
              <a:ext cx="1028700" cy="1750695"/>
            </a:xfrm>
            <a:custGeom>
              <a:avLst/>
              <a:gdLst/>
              <a:ahLst/>
              <a:cxnLst/>
              <a:rect l="l" t="t" r="r" b="b"/>
              <a:pathLst>
                <a:path w="1028700" h="1750695">
                  <a:moveTo>
                    <a:pt x="0" y="1750124"/>
                  </a:moveTo>
                  <a:lnTo>
                    <a:pt x="1028178" y="1750124"/>
                  </a:lnTo>
                  <a:lnTo>
                    <a:pt x="1028178" y="0"/>
                  </a:lnTo>
                  <a:lnTo>
                    <a:pt x="0" y="0"/>
                  </a:lnTo>
                  <a:lnTo>
                    <a:pt x="0" y="1750124"/>
                  </a:lnTo>
                  <a:close/>
                </a:path>
              </a:pathLst>
            </a:custGeom>
            <a:solidFill>
              <a:srgbClr val="CAA6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 descr=""/>
            <p:cNvSpPr/>
            <p:nvPr/>
          </p:nvSpPr>
          <p:spPr>
            <a:xfrm>
              <a:off x="7244405" y="9139894"/>
              <a:ext cx="632460" cy="501650"/>
            </a:xfrm>
            <a:custGeom>
              <a:avLst/>
              <a:gdLst/>
              <a:ahLst/>
              <a:cxnLst/>
              <a:rect l="l" t="t" r="r" b="b"/>
              <a:pathLst>
                <a:path w="632459" h="501650">
                  <a:moveTo>
                    <a:pt x="456235" y="0"/>
                  </a:moveTo>
                  <a:lnTo>
                    <a:pt x="397624" y="128"/>
                  </a:lnTo>
                  <a:lnTo>
                    <a:pt x="342428" y="1726"/>
                  </a:lnTo>
                  <a:lnTo>
                    <a:pt x="292688" y="5265"/>
                  </a:lnTo>
                  <a:lnTo>
                    <a:pt x="250446" y="11220"/>
                  </a:lnTo>
                  <a:lnTo>
                    <a:pt x="196628" y="32268"/>
                  </a:lnTo>
                  <a:lnTo>
                    <a:pt x="184226" y="109116"/>
                  </a:lnTo>
                  <a:lnTo>
                    <a:pt x="168183" y="157606"/>
                  </a:lnTo>
                  <a:lnTo>
                    <a:pt x="139033" y="189694"/>
                  </a:lnTo>
                  <a:lnTo>
                    <a:pt x="94803" y="201298"/>
                  </a:lnTo>
                  <a:lnTo>
                    <a:pt x="73006" y="213157"/>
                  </a:lnTo>
                  <a:lnTo>
                    <a:pt x="35163" y="290831"/>
                  </a:lnTo>
                  <a:lnTo>
                    <a:pt x="20368" y="345184"/>
                  </a:lnTo>
                  <a:lnTo>
                    <a:pt x="9158" y="402239"/>
                  </a:lnTo>
                  <a:lnTo>
                    <a:pt x="2160" y="456265"/>
                  </a:lnTo>
                  <a:lnTo>
                    <a:pt x="0" y="501530"/>
                  </a:lnTo>
                  <a:lnTo>
                    <a:pt x="632137" y="501530"/>
                  </a:lnTo>
                  <a:lnTo>
                    <a:pt x="632137" y="3692"/>
                  </a:lnTo>
                  <a:lnTo>
                    <a:pt x="516219" y="866"/>
                  </a:lnTo>
                  <a:lnTo>
                    <a:pt x="456235" y="0"/>
                  </a:lnTo>
                  <a:close/>
                </a:path>
              </a:pathLst>
            </a:custGeom>
            <a:solidFill>
              <a:srgbClr val="C7AC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 descr=""/>
            <p:cNvSpPr/>
            <p:nvPr/>
          </p:nvSpPr>
          <p:spPr>
            <a:xfrm>
              <a:off x="7098150" y="8374268"/>
              <a:ext cx="610235" cy="39370"/>
            </a:xfrm>
            <a:custGeom>
              <a:avLst/>
              <a:gdLst/>
              <a:ahLst/>
              <a:cxnLst/>
              <a:rect l="l" t="t" r="r" b="b"/>
              <a:pathLst>
                <a:path w="610234" h="39370">
                  <a:moveTo>
                    <a:pt x="609876" y="0"/>
                  </a:moveTo>
                  <a:lnTo>
                    <a:pt x="0" y="0"/>
                  </a:lnTo>
                  <a:lnTo>
                    <a:pt x="0" y="38836"/>
                  </a:lnTo>
                  <a:lnTo>
                    <a:pt x="609876" y="38836"/>
                  </a:lnTo>
                  <a:lnTo>
                    <a:pt x="609876" y="0"/>
                  </a:lnTo>
                  <a:close/>
                </a:path>
              </a:pathLst>
            </a:custGeom>
            <a:solidFill>
              <a:srgbClr val="5B432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 descr=""/>
            <p:cNvSpPr/>
            <p:nvPr/>
          </p:nvSpPr>
          <p:spPr>
            <a:xfrm>
              <a:off x="4980340" y="7901037"/>
              <a:ext cx="1870710" cy="1750695"/>
            </a:xfrm>
            <a:custGeom>
              <a:avLst/>
              <a:gdLst/>
              <a:ahLst/>
              <a:cxnLst/>
              <a:rect l="l" t="t" r="r" b="b"/>
              <a:pathLst>
                <a:path w="1870709" h="1750695">
                  <a:moveTo>
                    <a:pt x="1870414" y="0"/>
                  </a:moveTo>
                  <a:lnTo>
                    <a:pt x="0" y="0"/>
                  </a:lnTo>
                  <a:lnTo>
                    <a:pt x="0" y="1750124"/>
                  </a:lnTo>
                  <a:lnTo>
                    <a:pt x="1870414" y="1750124"/>
                  </a:lnTo>
                  <a:lnTo>
                    <a:pt x="1870414" y="0"/>
                  </a:lnTo>
                  <a:close/>
                </a:path>
              </a:pathLst>
            </a:custGeom>
            <a:solidFill>
              <a:srgbClr val="F4CF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 descr=""/>
            <p:cNvSpPr/>
            <p:nvPr/>
          </p:nvSpPr>
          <p:spPr>
            <a:xfrm>
              <a:off x="6064768" y="8536420"/>
              <a:ext cx="494665" cy="994410"/>
            </a:xfrm>
            <a:custGeom>
              <a:avLst/>
              <a:gdLst/>
              <a:ahLst/>
              <a:cxnLst/>
              <a:rect l="l" t="t" r="r" b="b"/>
              <a:pathLst>
                <a:path w="494665" h="994409">
                  <a:moveTo>
                    <a:pt x="494309" y="0"/>
                  </a:moveTo>
                  <a:lnTo>
                    <a:pt x="0" y="0"/>
                  </a:lnTo>
                  <a:lnTo>
                    <a:pt x="0" y="994210"/>
                  </a:lnTo>
                  <a:lnTo>
                    <a:pt x="494309" y="994210"/>
                  </a:lnTo>
                  <a:lnTo>
                    <a:pt x="494309" y="0"/>
                  </a:lnTo>
                  <a:close/>
                </a:path>
              </a:pathLst>
            </a:custGeom>
            <a:solidFill>
              <a:srgbClr val="C2A05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 descr=""/>
            <p:cNvSpPr/>
            <p:nvPr/>
          </p:nvSpPr>
          <p:spPr>
            <a:xfrm>
              <a:off x="6133446" y="8600502"/>
              <a:ext cx="403225" cy="920750"/>
            </a:xfrm>
            <a:custGeom>
              <a:avLst/>
              <a:gdLst/>
              <a:ahLst/>
              <a:cxnLst/>
              <a:rect l="l" t="t" r="r" b="b"/>
              <a:pathLst>
                <a:path w="403225" h="920750">
                  <a:moveTo>
                    <a:pt x="0" y="920746"/>
                  </a:moveTo>
                  <a:lnTo>
                    <a:pt x="403076" y="920746"/>
                  </a:lnTo>
                  <a:lnTo>
                    <a:pt x="403076" y="0"/>
                  </a:lnTo>
                  <a:lnTo>
                    <a:pt x="0" y="0"/>
                  </a:lnTo>
                  <a:lnTo>
                    <a:pt x="0" y="920746"/>
                  </a:lnTo>
                  <a:close/>
                </a:path>
              </a:pathLst>
            </a:custGeom>
            <a:solidFill>
              <a:srgbClr val="6B4D2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 descr=""/>
            <p:cNvSpPr/>
            <p:nvPr/>
          </p:nvSpPr>
          <p:spPr>
            <a:xfrm>
              <a:off x="6182626" y="8636247"/>
              <a:ext cx="325120" cy="859155"/>
            </a:xfrm>
            <a:custGeom>
              <a:avLst/>
              <a:gdLst/>
              <a:ahLst/>
              <a:cxnLst/>
              <a:rect l="l" t="t" r="r" b="b"/>
              <a:pathLst>
                <a:path w="325120" h="859154">
                  <a:moveTo>
                    <a:pt x="41516" y="0"/>
                  </a:moveTo>
                  <a:lnTo>
                    <a:pt x="0" y="0"/>
                  </a:lnTo>
                  <a:lnTo>
                    <a:pt x="0" y="858647"/>
                  </a:lnTo>
                  <a:lnTo>
                    <a:pt x="41516" y="858647"/>
                  </a:lnTo>
                  <a:lnTo>
                    <a:pt x="41516" y="0"/>
                  </a:lnTo>
                  <a:close/>
                </a:path>
                <a:path w="325120" h="859154">
                  <a:moveTo>
                    <a:pt x="135890" y="0"/>
                  </a:moveTo>
                  <a:lnTo>
                    <a:pt x="94386" y="0"/>
                  </a:lnTo>
                  <a:lnTo>
                    <a:pt x="94386" y="858647"/>
                  </a:lnTo>
                  <a:lnTo>
                    <a:pt x="135890" y="858647"/>
                  </a:lnTo>
                  <a:lnTo>
                    <a:pt x="135890" y="0"/>
                  </a:lnTo>
                  <a:close/>
                </a:path>
                <a:path w="325120" h="859154">
                  <a:moveTo>
                    <a:pt x="230276" y="0"/>
                  </a:moveTo>
                  <a:lnTo>
                    <a:pt x="188760" y="0"/>
                  </a:lnTo>
                  <a:lnTo>
                    <a:pt x="188760" y="858647"/>
                  </a:lnTo>
                  <a:lnTo>
                    <a:pt x="230276" y="858647"/>
                  </a:lnTo>
                  <a:lnTo>
                    <a:pt x="230276" y="0"/>
                  </a:lnTo>
                  <a:close/>
                </a:path>
                <a:path w="325120" h="859154">
                  <a:moveTo>
                    <a:pt x="324650" y="0"/>
                  </a:moveTo>
                  <a:lnTo>
                    <a:pt x="283133" y="0"/>
                  </a:lnTo>
                  <a:lnTo>
                    <a:pt x="283133" y="858647"/>
                  </a:lnTo>
                  <a:lnTo>
                    <a:pt x="324650" y="858647"/>
                  </a:lnTo>
                  <a:lnTo>
                    <a:pt x="324650" y="0"/>
                  </a:lnTo>
                  <a:close/>
                </a:path>
              </a:pathLst>
            </a:custGeom>
            <a:solidFill>
              <a:srgbClr val="7A573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 descr=""/>
            <p:cNvSpPr/>
            <p:nvPr/>
          </p:nvSpPr>
          <p:spPr>
            <a:xfrm>
              <a:off x="5159230" y="8662307"/>
              <a:ext cx="327025" cy="341630"/>
            </a:xfrm>
            <a:custGeom>
              <a:avLst/>
              <a:gdLst/>
              <a:ahLst/>
              <a:cxnLst/>
              <a:rect l="l" t="t" r="r" b="b"/>
              <a:pathLst>
                <a:path w="327025" h="341629">
                  <a:moveTo>
                    <a:pt x="288891" y="0"/>
                  </a:moveTo>
                  <a:lnTo>
                    <a:pt x="37611" y="0"/>
                  </a:lnTo>
                  <a:lnTo>
                    <a:pt x="22970" y="2955"/>
                  </a:lnTo>
                  <a:lnTo>
                    <a:pt x="11015" y="11015"/>
                  </a:lnTo>
                  <a:lnTo>
                    <a:pt x="2955" y="22970"/>
                  </a:lnTo>
                  <a:lnTo>
                    <a:pt x="0" y="37611"/>
                  </a:lnTo>
                  <a:lnTo>
                    <a:pt x="0" y="304001"/>
                  </a:lnTo>
                  <a:lnTo>
                    <a:pt x="2955" y="318642"/>
                  </a:lnTo>
                  <a:lnTo>
                    <a:pt x="11015" y="330597"/>
                  </a:lnTo>
                  <a:lnTo>
                    <a:pt x="22970" y="338657"/>
                  </a:lnTo>
                  <a:lnTo>
                    <a:pt x="37611" y="341612"/>
                  </a:lnTo>
                  <a:lnTo>
                    <a:pt x="288891" y="341612"/>
                  </a:lnTo>
                  <a:lnTo>
                    <a:pt x="303532" y="338657"/>
                  </a:lnTo>
                  <a:lnTo>
                    <a:pt x="315487" y="330597"/>
                  </a:lnTo>
                  <a:lnTo>
                    <a:pt x="323547" y="318642"/>
                  </a:lnTo>
                  <a:lnTo>
                    <a:pt x="326503" y="304001"/>
                  </a:lnTo>
                  <a:lnTo>
                    <a:pt x="326503" y="37611"/>
                  </a:lnTo>
                  <a:lnTo>
                    <a:pt x="323547" y="22970"/>
                  </a:lnTo>
                  <a:lnTo>
                    <a:pt x="315487" y="11015"/>
                  </a:lnTo>
                  <a:lnTo>
                    <a:pt x="303532" y="2955"/>
                  </a:lnTo>
                  <a:lnTo>
                    <a:pt x="288891" y="0"/>
                  </a:lnTo>
                  <a:close/>
                </a:path>
              </a:pathLst>
            </a:custGeom>
            <a:solidFill>
              <a:srgbClr val="EED0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 descr=""/>
            <p:cNvSpPr/>
            <p:nvPr/>
          </p:nvSpPr>
          <p:spPr>
            <a:xfrm>
              <a:off x="5183685" y="8692154"/>
              <a:ext cx="266700" cy="281940"/>
            </a:xfrm>
            <a:custGeom>
              <a:avLst/>
              <a:gdLst/>
              <a:ahLst/>
              <a:cxnLst/>
              <a:rect l="l" t="t" r="r" b="b"/>
              <a:pathLst>
                <a:path w="266700" h="281940">
                  <a:moveTo>
                    <a:pt x="266096" y="0"/>
                  </a:moveTo>
                  <a:lnTo>
                    <a:pt x="0" y="0"/>
                  </a:lnTo>
                  <a:lnTo>
                    <a:pt x="0" y="281918"/>
                  </a:lnTo>
                  <a:lnTo>
                    <a:pt x="266096" y="281918"/>
                  </a:lnTo>
                  <a:lnTo>
                    <a:pt x="266096" y="0"/>
                  </a:lnTo>
                  <a:close/>
                </a:path>
              </a:pathLst>
            </a:custGeom>
            <a:solidFill>
              <a:srgbClr val="BCA3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 descr=""/>
            <p:cNvSpPr/>
            <p:nvPr/>
          </p:nvSpPr>
          <p:spPr>
            <a:xfrm>
              <a:off x="5234741" y="8718760"/>
              <a:ext cx="215265" cy="225425"/>
            </a:xfrm>
            <a:custGeom>
              <a:avLst/>
              <a:gdLst/>
              <a:ahLst/>
              <a:cxnLst/>
              <a:rect l="l" t="t" r="r" b="b"/>
              <a:pathLst>
                <a:path w="215264" h="225425">
                  <a:moveTo>
                    <a:pt x="215040" y="0"/>
                  </a:moveTo>
                  <a:lnTo>
                    <a:pt x="0" y="0"/>
                  </a:lnTo>
                  <a:lnTo>
                    <a:pt x="0" y="225103"/>
                  </a:lnTo>
                  <a:lnTo>
                    <a:pt x="215040" y="225103"/>
                  </a:lnTo>
                  <a:lnTo>
                    <a:pt x="215040" y="0"/>
                  </a:lnTo>
                  <a:close/>
                </a:path>
              </a:pathLst>
            </a:custGeom>
            <a:solidFill>
              <a:srgbClr val="6B4D2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 descr=""/>
            <p:cNvSpPr/>
            <p:nvPr/>
          </p:nvSpPr>
          <p:spPr>
            <a:xfrm>
              <a:off x="5038401" y="8335432"/>
              <a:ext cx="722630" cy="541655"/>
            </a:xfrm>
            <a:custGeom>
              <a:avLst/>
              <a:gdLst/>
              <a:ahLst/>
              <a:cxnLst/>
              <a:rect l="l" t="t" r="r" b="b"/>
              <a:pathLst>
                <a:path w="722629" h="541654">
                  <a:moveTo>
                    <a:pt x="722061" y="0"/>
                  </a:moveTo>
                  <a:lnTo>
                    <a:pt x="0" y="0"/>
                  </a:lnTo>
                  <a:lnTo>
                    <a:pt x="0" y="541355"/>
                  </a:lnTo>
                  <a:lnTo>
                    <a:pt x="722061" y="541355"/>
                  </a:lnTo>
                  <a:lnTo>
                    <a:pt x="722061" y="0"/>
                  </a:lnTo>
                  <a:close/>
                </a:path>
              </a:pathLst>
            </a:custGeom>
            <a:solidFill>
              <a:srgbClr val="CAA652">
                <a:alpha val="619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 descr=""/>
            <p:cNvSpPr/>
            <p:nvPr/>
          </p:nvSpPr>
          <p:spPr>
            <a:xfrm>
              <a:off x="7157311" y="8650438"/>
              <a:ext cx="503555" cy="346075"/>
            </a:xfrm>
            <a:custGeom>
              <a:avLst/>
              <a:gdLst/>
              <a:ahLst/>
              <a:cxnLst/>
              <a:rect l="l" t="t" r="r" b="b"/>
              <a:pathLst>
                <a:path w="503554" h="346075">
                  <a:moveTo>
                    <a:pt x="503063" y="0"/>
                  </a:moveTo>
                  <a:lnTo>
                    <a:pt x="0" y="0"/>
                  </a:lnTo>
                  <a:lnTo>
                    <a:pt x="0" y="345926"/>
                  </a:lnTo>
                  <a:lnTo>
                    <a:pt x="503063" y="345926"/>
                  </a:lnTo>
                  <a:lnTo>
                    <a:pt x="503063" y="0"/>
                  </a:lnTo>
                  <a:close/>
                </a:path>
              </a:pathLst>
            </a:custGeom>
            <a:solidFill>
              <a:srgbClr val="E2C5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 descr=""/>
            <p:cNvSpPr/>
            <p:nvPr/>
          </p:nvSpPr>
          <p:spPr>
            <a:xfrm>
              <a:off x="7191665" y="8692154"/>
              <a:ext cx="434975" cy="281940"/>
            </a:xfrm>
            <a:custGeom>
              <a:avLst/>
              <a:gdLst/>
              <a:ahLst/>
              <a:cxnLst/>
              <a:rect l="l" t="t" r="r" b="b"/>
              <a:pathLst>
                <a:path w="434975" h="281940">
                  <a:moveTo>
                    <a:pt x="434363" y="0"/>
                  </a:moveTo>
                  <a:lnTo>
                    <a:pt x="0" y="0"/>
                  </a:lnTo>
                  <a:lnTo>
                    <a:pt x="0" y="281918"/>
                  </a:lnTo>
                  <a:lnTo>
                    <a:pt x="434363" y="281918"/>
                  </a:lnTo>
                  <a:lnTo>
                    <a:pt x="434363" y="0"/>
                  </a:lnTo>
                  <a:close/>
                </a:path>
              </a:pathLst>
            </a:custGeom>
            <a:solidFill>
              <a:srgbClr val="A18E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 descr=""/>
            <p:cNvSpPr/>
            <p:nvPr/>
          </p:nvSpPr>
          <p:spPr>
            <a:xfrm>
              <a:off x="7191665" y="8735294"/>
              <a:ext cx="363220" cy="215265"/>
            </a:xfrm>
            <a:custGeom>
              <a:avLst/>
              <a:gdLst/>
              <a:ahLst/>
              <a:cxnLst/>
              <a:rect l="l" t="t" r="r" b="b"/>
              <a:pathLst>
                <a:path w="363220" h="215265">
                  <a:moveTo>
                    <a:pt x="362816" y="0"/>
                  </a:moveTo>
                  <a:lnTo>
                    <a:pt x="0" y="0"/>
                  </a:lnTo>
                  <a:lnTo>
                    <a:pt x="0" y="215040"/>
                  </a:lnTo>
                  <a:lnTo>
                    <a:pt x="362816" y="215040"/>
                  </a:lnTo>
                  <a:lnTo>
                    <a:pt x="362816" y="0"/>
                  </a:lnTo>
                  <a:close/>
                </a:path>
              </a:pathLst>
            </a:custGeom>
            <a:solidFill>
              <a:srgbClr val="5B432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 descr=""/>
            <p:cNvSpPr/>
            <p:nvPr/>
          </p:nvSpPr>
          <p:spPr>
            <a:xfrm>
              <a:off x="7098157" y="8407279"/>
              <a:ext cx="567690" cy="431165"/>
            </a:xfrm>
            <a:custGeom>
              <a:avLst/>
              <a:gdLst/>
              <a:ahLst/>
              <a:cxnLst/>
              <a:rect l="l" t="t" r="r" b="b"/>
              <a:pathLst>
                <a:path w="567690" h="431165">
                  <a:moveTo>
                    <a:pt x="0" y="0"/>
                  </a:moveTo>
                  <a:lnTo>
                    <a:pt x="0" y="430866"/>
                  </a:lnTo>
                  <a:lnTo>
                    <a:pt x="567647" y="429903"/>
                  </a:lnTo>
                  <a:lnTo>
                    <a:pt x="567647" y="58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AA652">
                <a:alpha val="619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 descr=""/>
            <p:cNvSpPr/>
            <p:nvPr/>
          </p:nvSpPr>
          <p:spPr>
            <a:xfrm>
              <a:off x="5469194" y="8568451"/>
              <a:ext cx="224790" cy="187960"/>
            </a:xfrm>
            <a:custGeom>
              <a:avLst/>
              <a:gdLst/>
              <a:ahLst/>
              <a:cxnLst/>
              <a:rect l="l" t="t" r="r" b="b"/>
              <a:pathLst>
                <a:path w="224789" h="187959">
                  <a:moveTo>
                    <a:pt x="0" y="0"/>
                  </a:moveTo>
                  <a:lnTo>
                    <a:pt x="224391" y="187711"/>
                  </a:lnTo>
                </a:path>
              </a:pathLst>
            </a:custGeom>
            <a:ln w="68563">
              <a:solidFill>
                <a:srgbClr val="563A1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 descr=""/>
            <p:cNvSpPr/>
            <p:nvPr/>
          </p:nvSpPr>
          <p:spPr>
            <a:xfrm>
              <a:off x="4839185" y="8568451"/>
              <a:ext cx="224790" cy="187960"/>
            </a:xfrm>
            <a:custGeom>
              <a:avLst/>
              <a:gdLst/>
              <a:ahLst/>
              <a:cxnLst/>
              <a:rect l="l" t="t" r="r" b="b"/>
              <a:pathLst>
                <a:path w="224789" h="187959">
                  <a:moveTo>
                    <a:pt x="0" y="0"/>
                  </a:moveTo>
                  <a:lnTo>
                    <a:pt x="224391" y="187711"/>
                  </a:lnTo>
                </a:path>
              </a:pathLst>
            </a:custGeom>
            <a:ln w="68563">
              <a:solidFill>
                <a:srgbClr val="563A1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 descr=""/>
            <p:cNvSpPr/>
            <p:nvPr/>
          </p:nvSpPr>
          <p:spPr>
            <a:xfrm>
              <a:off x="4793877" y="8332647"/>
              <a:ext cx="967105" cy="241300"/>
            </a:xfrm>
            <a:custGeom>
              <a:avLst/>
              <a:gdLst/>
              <a:ahLst/>
              <a:cxnLst/>
              <a:rect l="l" t="t" r="r" b="b"/>
              <a:pathLst>
                <a:path w="967104" h="241300">
                  <a:moveTo>
                    <a:pt x="966588" y="0"/>
                  </a:moveTo>
                  <a:lnTo>
                    <a:pt x="247427" y="0"/>
                  </a:lnTo>
                  <a:lnTo>
                    <a:pt x="216763" y="46353"/>
                  </a:lnTo>
                  <a:lnTo>
                    <a:pt x="184389" y="87588"/>
                  </a:lnTo>
                  <a:lnTo>
                    <a:pt x="150395" y="124397"/>
                  </a:lnTo>
                  <a:lnTo>
                    <a:pt x="114870" y="157471"/>
                  </a:lnTo>
                  <a:lnTo>
                    <a:pt x="77903" y="187501"/>
                  </a:lnTo>
                  <a:lnTo>
                    <a:pt x="39583" y="215179"/>
                  </a:lnTo>
                  <a:lnTo>
                    <a:pt x="0" y="241196"/>
                  </a:lnTo>
                  <a:lnTo>
                    <a:pt x="737883" y="241196"/>
                  </a:lnTo>
                  <a:lnTo>
                    <a:pt x="772651" y="215800"/>
                  </a:lnTo>
                  <a:lnTo>
                    <a:pt x="806635" y="187152"/>
                  </a:lnTo>
                  <a:lnTo>
                    <a:pt x="839886" y="155393"/>
                  </a:lnTo>
                  <a:lnTo>
                    <a:pt x="872455" y="120660"/>
                  </a:lnTo>
                  <a:lnTo>
                    <a:pt x="904394" y="83091"/>
                  </a:lnTo>
                  <a:lnTo>
                    <a:pt x="935755" y="42825"/>
                  </a:lnTo>
                  <a:lnTo>
                    <a:pt x="966588" y="0"/>
                  </a:lnTo>
                  <a:close/>
                </a:path>
              </a:pathLst>
            </a:custGeom>
            <a:solidFill>
              <a:srgbClr val="AD3C2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 descr=""/>
            <p:cNvSpPr/>
            <p:nvPr/>
          </p:nvSpPr>
          <p:spPr>
            <a:xfrm>
              <a:off x="4925479" y="8332654"/>
              <a:ext cx="739775" cy="241300"/>
            </a:xfrm>
            <a:custGeom>
              <a:avLst/>
              <a:gdLst/>
              <a:ahLst/>
              <a:cxnLst/>
              <a:rect l="l" t="t" r="r" b="b"/>
              <a:pathLst>
                <a:path w="739775" h="241300">
                  <a:moveTo>
                    <a:pt x="299732" y="0"/>
                  </a:moveTo>
                  <a:lnTo>
                    <a:pt x="210578" y="0"/>
                  </a:lnTo>
                  <a:lnTo>
                    <a:pt x="190119" y="39839"/>
                  </a:lnTo>
                  <a:lnTo>
                    <a:pt x="161188" y="82740"/>
                  </a:lnTo>
                  <a:lnTo>
                    <a:pt x="125755" y="126530"/>
                  </a:lnTo>
                  <a:lnTo>
                    <a:pt x="85775" y="168998"/>
                  </a:lnTo>
                  <a:lnTo>
                    <a:pt x="43205" y="207949"/>
                  </a:lnTo>
                  <a:lnTo>
                    <a:pt x="0" y="241198"/>
                  </a:lnTo>
                  <a:lnTo>
                    <a:pt x="113271" y="241198"/>
                  </a:lnTo>
                  <a:lnTo>
                    <a:pt x="144995" y="206857"/>
                  </a:lnTo>
                  <a:lnTo>
                    <a:pt x="182206" y="165481"/>
                  </a:lnTo>
                  <a:lnTo>
                    <a:pt x="220599" y="120599"/>
                  </a:lnTo>
                  <a:lnTo>
                    <a:pt x="255854" y="75717"/>
                  </a:lnTo>
                  <a:lnTo>
                    <a:pt x="283667" y="34340"/>
                  </a:lnTo>
                  <a:lnTo>
                    <a:pt x="299732" y="0"/>
                  </a:lnTo>
                  <a:close/>
                </a:path>
                <a:path w="739775" h="241300">
                  <a:moveTo>
                    <a:pt x="524294" y="0"/>
                  </a:moveTo>
                  <a:lnTo>
                    <a:pt x="437984" y="0"/>
                  </a:lnTo>
                  <a:lnTo>
                    <a:pt x="416267" y="31318"/>
                  </a:lnTo>
                  <a:lnTo>
                    <a:pt x="386499" y="68681"/>
                  </a:lnTo>
                  <a:lnTo>
                    <a:pt x="351015" y="110223"/>
                  </a:lnTo>
                  <a:lnTo>
                    <a:pt x="312166" y="154063"/>
                  </a:lnTo>
                  <a:lnTo>
                    <a:pt x="233730" y="241198"/>
                  </a:lnTo>
                  <a:lnTo>
                    <a:pt x="336575" y="241198"/>
                  </a:lnTo>
                  <a:lnTo>
                    <a:pt x="405650" y="169875"/>
                  </a:lnTo>
                  <a:lnTo>
                    <a:pt x="445185" y="126530"/>
                  </a:lnTo>
                  <a:lnTo>
                    <a:pt x="481457" y="81864"/>
                  </a:lnTo>
                  <a:lnTo>
                    <a:pt x="509473" y="38735"/>
                  </a:lnTo>
                  <a:lnTo>
                    <a:pt x="524294" y="0"/>
                  </a:lnTo>
                  <a:close/>
                </a:path>
                <a:path w="739775" h="241300">
                  <a:moveTo>
                    <a:pt x="739330" y="0"/>
                  </a:moveTo>
                  <a:lnTo>
                    <a:pt x="651954" y="0"/>
                  </a:lnTo>
                  <a:lnTo>
                    <a:pt x="627989" y="37528"/>
                  </a:lnTo>
                  <a:lnTo>
                    <a:pt x="596963" y="77787"/>
                  </a:lnTo>
                  <a:lnTo>
                    <a:pt x="560654" y="119049"/>
                  </a:lnTo>
                  <a:lnTo>
                    <a:pt x="520865" y="159588"/>
                  </a:lnTo>
                  <a:lnTo>
                    <a:pt x="479386" y="197662"/>
                  </a:lnTo>
                  <a:lnTo>
                    <a:pt x="437984" y="231559"/>
                  </a:lnTo>
                  <a:lnTo>
                    <a:pt x="557695" y="234416"/>
                  </a:lnTo>
                  <a:lnTo>
                    <a:pt x="591845" y="199923"/>
                  </a:lnTo>
                  <a:lnTo>
                    <a:pt x="631380" y="153822"/>
                  </a:lnTo>
                  <a:lnTo>
                    <a:pt x="671093" y="103454"/>
                  </a:lnTo>
                  <a:lnTo>
                    <a:pt x="705789" y="56134"/>
                  </a:lnTo>
                  <a:lnTo>
                    <a:pt x="730262" y="19215"/>
                  </a:lnTo>
                  <a:lnTo>
                    <a:pt x="739330" y="0"/>
                  </a:lnTo>
                  <a:close/>
                </a:path>
              </a:pathLst>
            </a:custGeom>
            <a:solidFill>
              <a:srgbClr val="B99D4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 descr=""/>
            <p:cNvSpPr/>
            <p:nvPr/>
          </p:nvSpPr>
          <p:spPr>
            <a:xfrm>
              <a:off x="4793877" y="8568454"/>
              <a:ext cx="736600" cy="86995"/>
            </a:xfrm>
            <a:custGeom>
              <a:avLst/>
              <a:gdLst/>
              <a:ahLst/>
              <a:cxnLst/>
              <a:rect l="l" t="t" r="r" b="b"/>
              <a:pathLst>
                <a:path w="736600" h="86995">
                  <a:moveTo>
                    <a:pt x="736448" y="0"/>
                  </a:moveTo>
                  <a:lnTo>
                    <a:pt x="0" y="0"/>
                  </a:lnTo>
                  <a:lnTo>
                    <a:pt x="0" y="79107"/>
                  </a:lnTo>
                  <a:lnTo>
                    <a:pt x="76722" y="82999"/>
                  </a:lnTo>
                  <a:lnTo>
                    <a:pt x="118335" y="84355"/>
                  </a:lnTo>
                  <a:lnTo>
                    <a:pt x="161945" y="85350"/>
                  </a:lnTo>
                  <a:lnTo>
                    <a:pt x="207421" y="86006"/>
                  </a:lnTo>
                  <a:lnTo>
                    <a:pt x="254635" y="86348"/>
                  </a:lnTo>
                  <a:lnTo>
                    <a:pt x="303458" y="86397"/>
                  </a:lnTo>
                  <a:lnTo>
                    <a:pt x="353760" y="86179"/>
                  </a:lnTo>
                  <a:lnTo>
                    <a:pt x="458285" y="85031"/>
                  </a:lnTo>
                  <a:lnTo>
                    <a:pt x="567179" y="83092"/>
                  </a:lnTo>
                  <a:lnTo>
                    <a:pt x="736448" y="79107"/>
                  </a:lnTo>
                  <a:lnTo>
                    <a:pt x="736448" y="0"/>
                  </a:lnTo>
                  <a:close/>
                </a:path>
              </a:pathLst>
            </a:custGeom>
            <a:solidFill>
              <a:srgbClr val="A4271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 descr=""/>
            <p:cNvSpPr/>
            <p:nvPr/>
          </p:nvSpPr>
          <p:spPr>
            <a:xfrm>
              <a:off x="5087302" y="7210672"/>
              <a:ext cx="1764030" cy="2373630"/>
            </a:xfrm>
            <a:custGeom>
              <a:avLst/>
              <a:gdLst/>
              <a:ahLst/>
              <a:cxnLst/>
              <a:rect l="l" t="t" r="r" b="b"/>
              <a:pathLst>
                <a:path w="1764029" h="2373629">
                  <a:moveTo>
                    <a:pt x="261785" y="2232317"/>
                  </a:moveTo>
                  <a:lnTo>
                    <a:pt x="0" y="2232317"/>
                  </a:lnTo>
                  <a:lnTo>
                    <a:pt x="0" y="2373084"/>
                  </a:lnTo>
                  <a:lnTo>
                    <a:pt x="261785" y="2373084"/>
                  </a:lnTo>
                  <a:lnTo>
                    <a:pt x="261785" y="2232317"/>
                  </a:lnTo>
                  <a:close/>
                </a:path>
                <a:path w="1764029" h="2373629">
                  <a:moveTo>
                    <a:pt x="606272" y="1994623"/>
                  </a:moveTo>
                  <a:lnTo>
                    <a:pt x="344500" y="1994623"/>
                  </a:lnTo>
                  <a:lnTo>
                    <a:pt x="344500" y="2135390"/>
                  </a:lnTo>
                  <a:lnTo>
                    <a:pt x="606272" y="2135390"/>
                  </a:lnTo>
                  <a:lnTo>
                    <a:pt x="606272" y="1994623"/>
                  </a:lnTo>
                  <a:close/>
                </a:path>
                <a:path w="1764029" h="2373629">
                  <a:moveTo>
                    <a:pt x="1151585" y="421043"/>
                  </a:moveTo>
                  <a:lnTo>
                    <a:pt x="953084" y="421043"/>
                  </a:lnTo>
                  <a:lnTo>
                    <a:pt x="953084" y="561822"/>
                  </a:lnTo>
                  <a:lnTo>
                    <a:pt x="1151585" y="561822"/>
                  </a:lnTo>
                  <a:lnTo>
                    <a:pt x="1151585" y="421043"/>
                  </a:lnTo>
                  <a:close/>
                </a:path>
                <a:path w="1764029" h="2373629">
                  <a:moveTo>
                    <a:pt x="1645500" y="2232317"/>
                  </a:moveTo>
                  <a:lnTo>
                    <a:pt x="1475765" y="2232317"/>
                  </a:lnTo>
                  <a:lnTo>
                    <a:pt x="1475765" y="2373084"/>
                  </a:lnTo>
                  <a:lnTo>
                    <a:pt x="1645500" y="2373084"/>
                  </a:lnTo>
                  <a:lnTo>
                    <a:pt x="1645500" y="2232317"/>
                  </a:lnTo>
                  <a:close/>
                </a:path>
                <a:path w="1764029" h="2373629">
                  <a:moveTo>
                    <a:pt x="1763445" y="1353477"/>
                  </a:moveTo>
                  <a:lnTo>
                    <a:pt x="1564944" y="1353477"/>
                  </a:lnTo>
                  <a:lnTo>
                    <a:pt x="1564944" y="1494243"/>
                  </a:lnTo>
                  <a:lnTo>
                    <a:pt x="1763445" y="1494243"/>
                  </a:lnTo>
                  <a:lnTo>
                    <a:pt x="1763445" y="1353477"/>
                  </a:lnTo>
                  <a:close/>
                </a:path>
                <a:path w="1764029" h="2373629">
                  <a:moveTo>
                    <a:pt x="1763445" y="0"/>
                  </a:moveTo>
                  <a:lnTo>
                    <a:pt x="1564944" y="0"/>
                  </a:lnTo>
                  <a:lnTo>
                    <a:pt x="1564944" y="140779"/>
                  </a:lnTo>
                  <a:lnTo>
                    <a:pt x="1763445" y="140779"/>
                  </a:lnTo>
                  <a:lnTo>
                    <a:pt x="1763445" y="0"/>
                  </a:lnTo>
                  <a:close/>
                </a:path>
              </a:pathLst>
            </a:custGeom>
            <a:solidFill>
              <a:srgbClr val="EED0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 descr=""/>
            <p:cNvSpPr/>
            <p:nvPr/>
          </p:nvSpPr>
          <p:spPr>
            <a:xfrm>
              <a:off x="6005868" y="7938535"/>
              <a:ext cx="1870710" cy="1625600"/>
            </a:xfrm>
            <a:custGeom>
              <a:avLst/>
              <a:gdLst/>
              <a:ahLst/>
              <a:cxnLst/>
              <a:rect l="l" t="t" r="r" b="b"/>
              <a:pathLst>
                <a:path w="1870709" h="1625600">
                  <a:moveTo>
                    <a:pt x="267538" y="317703"/>
                  </a:moveTo>
                  <a:lnTo>
                    <a:pt x="0" y="317703"/>
                  </a:lnTo>
                  <a:lnTo>
                    <a:pt x="0" y="458470"/>
                  </a:lnTo>
                  <a:lnTo>
                    <a:pt x="267538" y="458470"/>
                  </a:lnTo>
                  <a:lnTo>
                    <a:pt x="267538" y="317703"/>
                  </a:lnTo>
                  <a:close/>
                </a:path>
                <a:path w="1870709" h="1625600">
                  <a:moveTo>
                    <a:pt x="561124" y="0"/>
                  </a:moveTo>
                  <a:lnTo>
                    <a:pt x="427367" y="0"/>
                  </a:lnTo>
                  <a:lnTo>
                    <a:pt x="427367" y="140779"/>
                  </a:lnTo>
                  <a:lnTo>
                    <a:pt x="561124" y="140779"/>
                  </a:lnTo>
                  <a:lnTo>
                    <a:pt x="561124" y="0"/>
                  </a:lnTo>
                  <a:close/>
                </a:path>
                <a:path w="1870709" h="1625600">
                  <a:moveTo>
                    <a:pt x="1109548" y="924610"/>
                  </a:moveTo>
                  <a:lnTo>
                    <a:pt x="864298" y="924610"/>
                  </a:lnTo>
                  <a:lnTo>
                    <a:pt x="864298" y="1065390"/>
                  </a:lnTo>
                  <a:lnTo>
                    <a:pt x="1109548" y="1065390"/>
                  </a:lnTo>
                  <a:lnTo>
                    <a:pt x="1109548" y="924610"/>
                  </a:lnTo>
                  <a:close/>
                </a:path>
                <a:path w="1870709" h="1625600">
                  <a:moveTo>
                    <a:pt x="1226058" y="247319"/>
                  </a:moveTo>
                  <a:lnTo>
                    <a:pt x="958507" y="247319"/>
                  </a:lnTo>
                  <a:lnTo>
                    <a:pt x="958507" y="388086"/>
                  </a:lnTo>
                  <a:lnTo>
                    <a:pt x="1226058" y="388086"/>
                  </a:lnTo>
                  <a:lnTo>
                    <a:pt x="1226058" y="247319"/>
                  </a:lnTo>
                  <a:close/>
                </a:path>
                <a:path w="1870709" h="1625600">
                  <a:moveTo>
                    <a:pt x="1477759" y="1337144"/>
                  </a:moveTo>
                  <a:lnTo>
                    <a:pt x="1210221" y="1337144"/>
                  </a:lnTo>
                  <a:lnTo>
                    <a:pt x="1210221" y="1477911"/>
                  </a:lnTo>
                  <a:lnTo>
                    <a:pt x="1477759" y="1477911"/>
                  </a:lnTo>
                  <a:lnTo>
                    <a:pt x="1477759" y="1337144"/>
                  </a:lnTo>
                  <a:close/>
                </a:path>
                <a:path w="1870709" h="1625600">
                  <a:moveTo>
                    <a:pt x="1601470" y="12954"/>
                  </a:moveTo>
                  <a:lnTo>
                    <a:pt x="1333919" y="12954"/>
                  </a:lnTo>
                  <a:lnTo>
                    <a:pt x="1333919" y="153733"/>
                  </a:lnTo>
                  <a:lnTo>
                    <a:pt x="1601470" y="153733"/>
                  </a:lnTo>
                  <a:lnTo>
                    <a:pt x="1601470" y="12954"/>
                  </a:lnTo>
                  <a:close/>
                </a:path>
                <a:path w="1870709" h="1625600">
                  <a:moveTo>
                    <a:pt x="1834134" y="1130477"/>
                  </a:moveTo>
                  <a:lnTo>
                    <a:pt x="1566583" y="1130477"/>
                  </a:lnTo>
                  <a:lnTo>
                    <a:pt x="1566583" y="1271244"/>
                  </a:lnTo>
                  <a:lnTo>
                    <a:pt x="1834134" y="1271244"/>
                  </a:lnTo>
                  <a:lnTo>
                    <a:pt x="1834134" y="1130477"/>
                  </a:lnTo>
                  <a:close/>
                </a:path>
                <a:path w="1870709" h="1625600">
                  <a:moveTo>
                    <a:pt x="1869008" y="83337"/>
                  </a:moveTo>
                  <a:lnTo>
                    <a:pt x="1735239" y="83337"/>
                  </a:lnTo>
                  <a:lnTo>
                    <a:pt x="1735239" y="224116"/>
                  </a:lnTo>
                  <a:lnTo>
                    <a:pt x="1869008" y="224116"/>
                  </a:lnTo>
                  <a:lnTo>
                    <a:pt x="1869008" y="83337"/>
                  </a:lnTo>
                  <a:close/>
                </a:path>
                <a:path w="1870709" h="1625600">
                  <a:moveTo>
                    <a:pt x="1870087" y="1484401"/>
                  </a:moveTo>
                  <a:lnTo>
                    <a:pt x="1700352" y="1484401"/>
                  </a:lnTo>
                  <a:lnTo>
                    <a:pt x="1700352" y="1625168"/>
                  </a:lnTo>
                  <a:lnTo>
                    <a:pt x="1870087" y="1625168"/>
                  </a:lnTo>
                  <a:lnTo>
                    <a:pt x="1870087" y="1484401"/>
                  </a:lnTo>
                  <a:close/>
                </a:path>
              </a:pathLst>
            </a:custGeom>
            <a:solidFill>
              <a:srgbClr val="DEC0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 descr=""/>
            <p:cNvSpPr/>
            <p:nvPr/>
          </p:nvSpPr>
          <p:spPr>
            <a:xfrm>
              <a:off x="4990109" y="6648240"/>
              <a:ext cx="1854835" cy="2578100"/>
            </a:xfrm>
            <a:custGeom>
              <a:avLst/>
              <a:gdLst/>
              <a:ahLst/>
              <a:cxnLst/>
              <a:rect l="l" t="t" r="r" b="b"/>
              <a:pathLst>
                <a:path w="1854834" h="2578100">
                  <a:moveTo>
                    <a:pt x="122567" y="2447544"/>
                  </a:moveTo>
                  <a:lnTo>
                    <a:pt x="0" y="2447544"/>
                  </a:lnTo>
                  <a:lnTo>
                    <a:pt x="0" y="2578023"/>
                  </a:lnTo>
                  <a:lnTo>
                    <a:pt x="122567" y="2578023"/>
                  </a:lnTo>
                  <a:lnTo>
                    <a:pt x="122567" y="2447544"/>
                  </a:lnTo>
                  <a:close/>
                </a:path>
                <a:path w="1854834" h="2578100">
                  <a:moveTo>
                    <a:pt x="138391" y="1490675"/>
                  </a:moveTo>
                  <a:lnTo>
                    <a:pt x="0" y="1490675"/>
                  </a:lnTo>
                  <a:lnTo>
                    <a:pt x="0" y="1633016"/>
                  </a:lnTo>
                  <a:lnTo>
                    <a:pt x="138391" y="1633016"/>
                  </a:lnTo>
                  <a:lnTo>
                    <a:pt x="138391" y="1490675"/>
                  </a:lnTo>
                  <a:close/>
                </a:path>
                <a:path w="1854834" h="2578100">
                  <a:moveTo>
                    <a:pt x="703465" y="1399616"/>
                  </a:moveTo>
                  <a:lnTo>
                    <a:pt x="441693" y="1399616"/>
                  </a:lnTo>
                  <a:lnTo>
                    <a:pt x="441693" y="1540383"/>
                  </a:lnTo>
                  <a:lnTo>
                    <a:pt x="703465" y="1540383"/>
                  </a:lnTo>
                  <a:lnTo>
                    <a:pt x="703465" y="1399616"/>
                  </a:lnTo>
                  <a:close/>
                </a:path>
                <a:path w="1854834" h="2578100">
                  <a:moveTo>
                    <a:pt x="917333" y="814527"/>
                  </a:moveTo>
                  <a:lnTo>
                    <a:pt x="790803" y="814527"/>
                  </a:lnTo>
                  <a:lnTo>
                    <a:pt x="790803" y="945007"/>
                  </a:lnTo>
                  <a:lnTo>
                    <a:pt x="917333" y="945007"/>
                  </a:lnTo>
                  <a:lnTo>
                    <a:pt x="917333" y="814527"/>
                  </a:lnTo>
                  <a:close/>
                </a:path>
                <a:path w="1854834" h="2578100">
                  <a:moveTo>
                    <a:pt x="917333" y="0"/>
                  </a:moveTo>
                  <a:lnTo>
                    <a:pt x="790803" y="0"/>
                  </a:lnTo>
                  <a:lnTo>
                    <a:pt x="790803" y="134442"/>
                  </a:lnTo>
                  <a:lnTo>
                    <a:pt x="917333" y="134442"/>
                  </a:lnTo>
                  <a:lnTo>
                    <a:pt x="917333" y="0"/>
                  </a:lnTo>
                  <a:close/>
                </a:path>
                <a:path w="1854834" h="2578100">
                  <a:moveTo>
                    <a:pt x="1677301" y="1616811"/>
                  </a:moveTo>
                  <a:lnTo>
                    <a:pt x="1415516" y="1616811"/>
                  </a:lnTo>
                  <a:lnTo>
                    <a:pt x="1415516" y="1757578"/>
                  </a:lnTo>
                  <a:lnTo>
                    <a:pt x="1677301" y="1757578"/>
                  </a:lnTo>
                  <a:lnTo>
                    <a:pt x="1677301" y="1616811"/>
                  </a:lnTo>
                  <a:close/>
                </a:path>
                <a:path w="1854834" h="2578100">
                  <a:moveTo>
                    <a:pt x="1771777" y="209588"/>
                  </a:moveTo>
                  <a:lnTo>
                    <a:pt x="1510004" y="209588"/>
                  </a:lnTo>
                  <a:lnTo>
                    <a:pt x="1510004" y="350354"/>
                  </a:lnTo>
                  <a:lnTo>
                    <a:pt x="1771777" y="350354"/>
                  </a:lnTo>
                  <a:lnTo>
                    <a:pt x="1771777" y="209588"/>
                  </a:lnTo>
                  <a:close/>
                </a:path>
                <a:path w="1854834" h="2578100">
                  <a:moveTo>
                    <a:pt x="1854428" y="2423820"/>
                  </a:moveTo>
                  <a:lnTo>
                    <a:pt x="1727898" y="2423820"/>
                  </a:lnTo>
                  <a:lnTo>
                    <a:pt x="1727898" y="2562212"/>
                  </a:lnTo>
                  <a:lnTo>
                    <a:pt x="1854428" y="2562212"/>
                  </a:lnTo>
                  <a:lnTo>
                    <a:pt x="1854428" y="2423820"/>
                  </a:lnTo>
                  <a:close/>
                </a:path>
              </a:pathLst>
            </a:custGeom>
            <a:solidFill>
              <a:srgbClr val="EED0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 descr=""/>
            <p:cNvSpPr/>
            <p:nvPr/>
          </p:nvSpPr>
          <p:spPr>
            <a:xfrm>
              <a:off x="5009629" y="8197259"/>
              <a:ext cx="758190" cy="115570"/>
            </a:xfrm>
            <a:custGeom>
              <a:avLst/>
              <a:gdLst/>
              <a:ahLst/>
              <a:cxnLst/>
              <a:rect l="l" t="t" r="r" b="b"/>
              <a:pathLst>
                <a:path w="758189" h="115570">
                  <a:moveTo>
                    <a:pt x="127838" y="99885"/>
                  </a:moveTo>
                  <a:lnTo>
                    <a:pt x="38023" y="0"/>
                  </a:lnTo>
                  <a:lnTo>
                    <a:pt x="0" y="20015"/>
                  </a:lnTo>
                  <a:lnTo>
                    <a:pt x="12090" y="37007"/>
                  </a:lnTo>
                  <a:lnTo>
                    <a:pt x="40043" y="69608"/>
                  </a:lnTo>
                  <a:lnTo>
                    <a:pt x="71450" y="101295"/>
                  </a:lnTo>
                  <a:lnTo>
                    <a:pt x="93853" y="115519"/>
                  </a:lnTo>
                  <a:lnTo>
                    <a:pt x="106895" y="113080"/>
                  </a:lnTo>
                  <a:lnTo>
                    <a:pt x="117716" y="107708"/>
                  </a:lnTo>
                  <a:lnTo>
                    <a:pt x="125107" y="102323"/>
                  </a:lnTo>
                  <a:lnTo>
                    <a:pt x="127838" y="99885"/>
                  </a:lnTo>
                  <a:close/>
                </a:path>
                <a:path w="758189" h="115570">
                  <a:moveTo>
                    <a:pt x="757847" y="99885"/>
                  </a:moveTo>
                  <a:lnTo>
                    <a:pt x="668032" y="0"/>
                  </a:lnTo>
                  <a:lnTo>
                    <a:pt x="630008" y="20015"/>
                  </a:lnTo>
                  <a:lnTo>
                    <a:pt x="642099" y="37007"/>
                  </a:lnTo>
                  <a:lnTo>
                    <a:pt x="670052" y="69608"/>
                  </a:lnTo>
                  <a:lnTo>
                    <a:pt x="701459" y="101295"/>
                  </a:lnTo>
                  <a:lnTo>
                    <a:pt x="723861" y="115519"/>
                  </a:lnTo>
                  <a:lnTo>
                    <a:pt x="736904" y="113080"/>
                  </a:lnTo>
                  <a:lnTo>
                    <a:pt x="747725" y="107708"/>
                  </a:lnTo>
                  <a:lnTo>
                    <a:pt x="755116" y="102323"/>
                  </a:lnTo>
                  <a:lnTo>
                    <a:pt x="757847" y="99885"/>
                  </a:lnTo>
                  <a:close/>
                </a:path>
              </a:pathLst>
            </a:custGeom>
            <a:solidFill>
              <a:srgbClr val="CAA652">
                <a:alpha val="619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 descr=""/>
            <p:cNvSpPr/>
            <p:nvPr/>
          </p:nvSpPr>
          <p:spPr>
            <a:xfrm>
              <a:off x="4811141" y="8194033"/>
              <a:ext cx="882650" cy="46990"/>
            </a:xfrm>
            <a:custGeom>
              <a:avLst/>
              <a:gdLst/>
              <a:ahLst/>
              <a:cxnLst/>
              <a:rect l="l" t="t" r="r" b="b"/>
              <a:pathLst>
                <a:path w="882650" h="46990">
                  <a:moveTo>
                    <a:pt x="243700" y="40551"/>
                  </a:moveTo>
                  <a:lnTo>
                    <a:pt x="210362" y="0"/>
                  </a:lnTo>
                  <a:lnTo>
                    <a:pt x="153555" y="2324"/>
                  </a:lnTo>
                  <a:lnTo>
                    <a:pt x="86245" y="7416"/>
                  </a:lnTo>
                  <a:lnTo>
                    <a:pt x="838" y="14833"/>
                  </a:lnTo>
                  <a:lnTo>
                    <a:pt x="0" y="46469"/>
                  </a:lnTo>
                  <a:lnTo>
                    <a:pt x="238201" y="46469"/>
                  </a:lnTo>
                  <a:lnTo>
                    <a:pt x="243700" y="40551"/>
                  </a:lnTo>
                  <a:close/>
                </a:path>
                <a:path w="882650" h="46990">
                  <a:moveTo>
                    <a:pt x="882319" y="39357"/>
                  </a:moveTo>
                  <a:lnTo>
                    <a:pt x="849007" y="0"/>
                  </a:lnTo>
                  <a:lnTo>
                    <a:pt x="792187" y="2324"/>
                  </a:lnTo>
                  <a:lnTo>
                    <a:pt x="724890" y="7416"/>
                  </a:lnTo>
                  <a:lnTo>
                    <a:pt x="639483" y="14833"/>
                  </a:lnTo>
                  <a:lnTo>
                    <a:pt x="638632" y="46469"/>
                  </a:lnTo>
                  <a:lnTo>
                    <a:pt x="875842" y="46469"/>
                  </a:lnTo>
                  <a:lnTo>
                    <a:pt x="882319" y="39357"/>
                  </a:lnTo>
                  <a:close/>
                </a:path>
              </a:pathLst>
            </a:custGeom>
            <a:solidFill>
              <a:srgbClr val="6B4D2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 descr=""/>
            <p:cNvSpPr/>
            <p:nvPr/>
          </p:nvSpPr>
          <p:spPr>
            <a:xfrm>
              <a:off x="6559077" y="9442979"/>
              <a:ext cx="1347470" cy="37465"/>
            </a:xfrm>
            <a:custGeom>
              <a:avLst/>
              <a:gdLst/>
              <a:ahLst/>
              <a:cxnLst/>
              <a:rect l="l" t="t" r="r" b="b"/>
              <a:pathLst>
                <a:path w="1347470" h="37465">
                  <a:moveTo>
                    <a:pt x="1347445" y="0"/>
                  </a:moveTo>
                  <a:lnTo>
                    <a:pt x="0" y="0"/>
                  </a:lnTo>
                  <a:lnTo>
                    <a:pt x="0" y="37402"/>
                  </a:lnTo>
                  <a:lnTo>
                    <a:pt x="1347445" y="37402"/>
                  </a:lnTo>
                  <a:lnTo>
                    <a:pt x="1347445" y="0"/>
                  </a:lnTo>
                  <a:close/>
                </a:path>
              </a:pathLst>
            </a:custGeom>
            <a:solidFill>
              <a:srgbClr val="75542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 descr=""/>
            <p:cNvSpPr/>
            <p:nvPr/>
          </p:nvSpPr>
          <p:spPr>
            <a:xfrm>
              <a:off x="6847874" y="9442979"/>
              <a:ext cx="1059180" cy="37465"/>
            </a:xfrm>
            <a:custGeom>
              <a:avLst/>
              <a:gdLst/>
              <a:ahLst/>
              <a:cxnLst/>
              <a:rect l="l" t="t" r="r" b="b"/>
              <a:pathLst>
                <a:path w="1059179" h="37465">
                  <a:moveTo>
                    <a:pt x="1058648" y="0"/>
                  </a:moveTo>
                  <a:lnTo>
                    <a:pt x="0" y="0"/>
                  </a:lnTo>
                  <a:lnTo>
                    <a:pt x="0" y="37402"/>
                  </a:lnTo>
                  <a:lnTo>
                    <a:pt x="1058648" y="37402"/>
                  </a:lnTo>
                  <a:lnTo>
                    <a:pt x="1058648" y="0"/>
                  </a:lnTo>
                  <a:close/>
                </a:path>
              </a:pathLst>
            </a:custGeom>
            <a:solidFill>
              <a:srgbClr val="513A2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 descr=""/>
            <p:cNvSpPr/>
            <p:nvPr/>
          </p:nvSpPr>
          <p:spPr>
            <a:xfrm>
              <a:off x="4933032" y="9442979"/>
              <a:ext cx="847725" cy="37465"/>
            </a:xfrm>
            <a:custGeom>
              <a:avLst/>
              <a:gdLst/>
              <a:ahLst/>
              <a:cxnLst/>
              <a:rect l="l" t="t" r="r" b="b"/>
              <a:pathLst>
                <a:path w="847725" h="37465">
                  <a:moveTo>
                    <a:pt x="847565" y="0"/>
                  </a:moveTo>
                  <a:lnTo>
                    <a:pt x="0" y="0"/>
                  </a:lnTo>
                  <a:lnTo>
                    <a:pt x="0" y="37402"/>
                  </a:lnTo>
                  <a:lnTo>
                    <a:pt x="847565" y="37402"/>
                  </a:lnTo>
                  <a:lnTo>
                    <a:pt x="847565" y="0"/>
                  </a:lnTo>
                  <a:close/>
                </a:path>
              </a:pathLst>
            </a:custGeom>
            <a:solidFill>
              <a:srgbClr val="75542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 descr=""/>
            <p:cNvSpPr/>
            <p:nvPr/>
          </p:nvSpPr>
          <p:spPr>
            <a:xfrm>
              <a:off x="5780609" y="9442979"/>
              <a:ext cx="247650" cy="37465"/>
            </a:xfrm>
            <a:custGeom>
              <a:avLst/>
              <a:gdLst/>
              <a:ahLst/>
              <a:cxnLst/>
              <a:rect l="l" t="t" r="r" b="b"/>
              <a:pathLst>
                <a:path w="247650" h="37465">
                  <a:moveTo>
                    <a:pt x="247395" y="0"/>
                  </a:moveTo>
                  <a:lnTo>
                    <a:pt x="0" y="0"/>
                  </a:lnTo>
                  <a:lnTo>
                    <a:pt x="0" y="37402"/>
                  </a:lnTo>
                  <a:lnTo>
                    <a:pt x="247395" y="37402"/>
                  </a:lnTo>
                  <a:lnTo>
                    <a:pt x="247395" y="0"/>
                  </a:lnTo>
                  <a:close/>
                </a:path>
              </a:pathLst>
            </a:custGeom>
            <a:solidFill>
              <a:srgbClr val="5B432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 descr=""/>
            <p:cNvSpPr/>
            <p:nvPr/>
          </p:nvSpPr>
          <p:spPr>
            <a:xfrm>
              <a:off x="7245684" y="7144526"/>
              <a:ext cx="238125" cy="382905"/>
            </a:xfrm>
            <a:custGeom>
              <a:avLst/>
              <a:gdLst/>
              <a:ahLst/>
              <a:cxnLst/>
              <a:rect l="l" t="t" r="r" b="b"/>
              <a:pathLst>
                <a:path w="238125" h="382904">
                  <a:moveTo>
                    <a:pt x="237563" y="0"/>
                  </a:moveTo>
                  <a:lnTo>
                    <a:pt x="0" y="0"/>
                  </a:lnTo>
                  <a:lnTo>
                    <a:pt x="0" y="382627"/>
                  </a:lnTo>
                  <a:lnTo>
                    <a:pt x="237563" y="382627"/>
                  </a:lnTo>
                  <a:lnTo>
                    <a:pt x="237563" y="0"/>
                  </a:lnTo>
                  <a:close/>
                </a:path>
              </a:pathLst>
            </a:custGeom>
            <a:solidFill>
              <a:srgbClr val="C2A8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 descr=""/>
            <p:cNvSpPr/>
            <p:nvPr/>
          </p:nvSpPr>
          <p:spPr>
            <a:xfrm>
              <a:off x="7245684" y="7173959"/>
              <a:ext cx="185420" cy="353695"/>
            </a:xfrm>
            <a:custGeom>
              <a:avLst/>
              <a:gdLst/>
              <a:ahLst/>
              <a:cxnLst/>
              <a:rect l="l" t="t" r="r" b="b"/>
              <a:pathLst>
                <a:path w="185420" h="353695">
                  <a:moveTo>
                    <a:pt x="185010" y="0"/>
                  </a:moveTo>
                  <a:lnTo>
                    <a:pt x="0" y="0"/>
                  </a:lnTo>
                  <a:lnTo>
                    <a:pt x="0" y="353193"/>
                  </a:lnTo>
                  <a:lnTo>
                    <a:pt x="185010" y="353193"/>
                  </a:lnTo>
                  <a:lnTo>
                    <a:pt x="185010" y="0"/>
                  </a:lnTo>
                  <a:close/>
                </a:path>
              </a:pathLst>
            </a:custGeom>
            <a:solidFill>
              <a:srgbClr val="715D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 descr=""/>
            <p:cNvSpPr/>
            <p:nvPr/>
          </p:nvSpPr>
          <p:spPr>
            <a:xfrm>
              <a:off x="6171725" y="7165037"/>
              <a:ext cx="327025" cy="341630"/>
            </a:xfrm>
            <a:custGeom>
              <a:avLst/>
              <a:gdLst/>
              <a:ahLst/>
              <a:cxnLst/>
              <a:rect l="l" t="t" r="r" b="b"/>
              <a:pathLst>
                <a:path w="327025" h="341629">
                  <a:moveTo>
                    <a:pt x="288902" y="0"/>
                  </a:moveTo>
                  <a:lnTo>
                    <a:pt x="37621" y="0"/>
                  </a:lnTo>
                  <a:lnTo>
                    <a:pt x="22979" y="2955"/>
                  </a:lnTo>
                  <a:lnTo>
                    <a:pt x="11020" y="11015"/>
                  </a:lnTo>
                  <a:lnTo>
                    <a:pt x="2957" y="22970"/>
                  </a:lnTo>
                  <a:lnTo>
                    <a:pt x="0" y="37611"/>
                  </a:lnTo>
                  <a:lnTo>
                    <a:pt x="0" y="304001"/>
                  </a:lnTo>
                  <a:lnTo>
                    <a:pt x="2957" y="318642"/>
                  </a:lnTo>
                  <a:lnTo>
                    <a:pt x="11020" y="330597"/>
                  </a:lnTo>
                  <a:lnTo>
                    <a:pt x="22979" y="338657"/>
                  </a:lnTo>
                  <a:lnTo>
                    <a:pt x="37621" y="341612"/>
                  </a:lnTo>
                  <a:lnTo>
                    <a:pt x="288902" y="341612"/>
                  </a:lnTo>
                  <a:lnTo>
                    <a:pt x="303543" y="338657"/>
                  </a:lnTo>
                  <a:lnTo>
                    <a:pt x="315498" y="330597"/>
                  </a:lnTo>
                  <a:lnTo>
                    <a:pt x="323558" y="318642"/>
                  </a:lnTo>
                  <a:lnTo>
                    <a:pt x="326513" y="304001"/>
                  </a:lnTo>
                  <a:lnTo>
                    <a:pt x="326513" y="37611"/>
                  </a:lnTo>
                  <a:lnTo>
                    <a:pt x="323558" y="22970"/>
                  </a:lnTo>
                  <a:lnTo>
                    <a:pt x="315498" y="11015"/>
                  </a:lnTo>
                  <a:lnTo>
                    <a:pt x="303543" y="2955"/>
                  </a:lnTo>
                  <a:lnTo>
                    <a:pt x="288902" y="0"/>
                  </a:lnTo>
                  <a:close/>
                </a:path>
              </a:pathLst>
            </a:custGeom>
            <a:solidFill>
              <a:srgbClr val="EED0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 descr=""/>
            <p:cNvSpPr/>
            <p:nvPr/>
          </p:nvSpPr>
          <p:spPr>
            <a:xfrm>
              <a:off x="6196188" y="7194880"/>
              <a:ext cx="266700" cy="281940"/>
            </a:xfrm>
            <a:custGeom>
              <a:avLst/>
              <a:gdLst/>
              <a:ahLst/>
              <a:cxnLst/>
              <a:rect l="l" t="t" r="r" b="b"/>
              <a:pathLst>
                <a:path w="266700" h="281940">
                  <a:moveTo>
                    <a:pt x="266096" y="0"/>
                  </a:moveTo>
                  <a:lnTo>
                    <a:pt x="0" y="0"/>
                  </a:lnTo>
                  <a:lnTo>
                    <a:pt x="0" y="281918"/>
                  </a:lnTo>
                  <a:lnTo>
                    <a:pt x="266096" y="281918"/>
                  </a:lnTo>
                  <a:lnTo>
                    <a:pt x="266096" y="0"/>
                  </a:lnTo>
                  <a:close/>
                </a:path>
              </a:pathLst>
            </a:custGeom>
            <a:solidFill>
              <a:srgbClr val="BCA3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 descr=""/>
            <p:cNvSpPr/>
            <p:nvPr/>
          </p:nvSpPr>
          <p:spPr>
            <a:xfrm>
              <a:off x="6247244" y="7221497"/>
              <a:ext cx="215265" cy="225425"/>
            </a:xfrm>
            <a:custGeom>
              <a:avLst/>
              <a:gdLst/>
              <a:ahLst/>
              <a:cxnLst/>
              <a:rect l="l" t="t" r="r" b="b"/>
              <a:pathLst>
                <a:path w="215264" h="225425">
                  <a:moveTo>
                    <a:pt x="215040" y="0"/>
                  </a:moveTo>
                  <a:lnTo>
                    <a:pt x="0" y="0"/>
                  </a:lnTo>
                  <a:lnTo>
                    <a:pt x="0" y="225103"/>
                  </a:lnTo>
                  <a:lnTo>
                    <a:pt x="215040" y="225103"/>
                  </a:lnTo>
                  <a:lnTo>
                    <a:pt x="215040" y="0"/>
                  </a:lnTo>
                  <a:close/>
                </a:path>
              </a:pathLst>
            </a:custGeom>
            <a:solidFill>
              <a:srgbClr val="6B4D2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 descr=""/>
            <p:cNvSpPr/>
            <p:nvPr/>
          </p:nvSpPr>
          <p:spPr>
            <a:xfrm>
              <a:off x="5943168" y="9521259"/>
              <a:ext cx="593725" cy="130175"/>
            </a:xfrm>
            <a:custGeom>
              <a:avLst/>
              <a:gdLst/>
              <a:ahLst/>
              <a:cxnLst/>
              <a:rect l="l" t="t" r="r" b="b"/>
              <a:pathLst>
                <a:path w="593725" h="130175">
                  <a:moveTo>
                    <a:pt x="593344" y="0"/>
                  </a:moveTo>
                  <a:lnTo>
                    <a:pt x="84836" y="0"/>
                  </a:lnTo>
                  <a:lnTo>
                    <a:pt x="84836" y="64947"/>
                  </a:lnTo>
                  <a:lnTo>
                    <a:pt x="0" y="64947"/>
                  </a:lnTo>
                  <a:lnTo>
                    <a:pt x="0" y="129908"/>
                  </a:lnTo>
                  <a:lnTo>
                    <a:pt x="531075" y="129908"/>
                  </a:lnTo>
                  <a:lnTo>
                    <a:pt x="531075" y="64960"/>
                  </a:lnTo>
                  <a:lnTo>
                    <a:pt x="593344" y="64960"/>
                  </a:lnTo>
                  <a:lnTo>
                    <a:pt x="593344" y="0"/>
                  </a:lnTo>
                  <a:close/>
                </a:path>
              </a:pathLst>
            </a:custGeom>
            <a:solidFill>
              <a:srgbClr val="FFD6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 descr=""/>
            <p:cNvSpPr/>
            <p:nvPr/>
          </p:nvSpPr>
          <p:spPr>
            <a:xfrm>
              <a:off x="1014953" y="7650301"/>
              <a:ext cx="407034" cy="116205"/>
            </a:xfrm>
            <a:custGeom>
              <a:avLst/>
              <a:gdLst/>
              <a:ahLst/>
              <a:cxnLst/>
              <a:rect l="l" t="t" r="r" b="b"/>
              <a:pathLst>
                <a:path w="407034" h="116204">
                  <a:moveTo>
                    <a:pt x="0" y="116143"/>
                  </a:moveTo>
                  <a:lnTo>
                    <a:pt x="406458" y="116143"/>
                  </a:lnTo>
                  <a:lnTo>
                    <a:pt x="406458" y="0"/>
                  </a:lnTo>
                  <a:lnTo>
                    <a:pt x="0" y="0"/>
                  </a:lnTo>
                  <a:lnTo>
                    <a:pt x="0" y="116143"/>
                  </a:lnTo>
                  <a:close/>
                </a:path>
              </a:pathLst>
            </a:custGeom>
            <a:solidFill>
              <a:srgbClr val="5F462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 descr=""/>
            <p:cNvSpPr/>
            <p:nvPr/>
          </p:nvSpPr>
          <p:spPr>
            <a:xfrm>
              <a:off x="911199" y="7650308"/>
              <a:ext cx="2656840" cy="116205"/>
            </a:xfrm>
            <a:custGeom>
              <a:avLst/>
              <a:gdLst/>
              <a:ahLst/>
              <a:cxnLst/>
              <a:rect l="l" t="t" r="r" b="b"/>
              <a:pathLst>
                <a:path w="2656840" h="116204">
                  <a:moveTo>
                    <a:pt x="103746" y="0"/>
                  </a:moveTo>
                  <a:lnTo>
                    <a:pt x="0" y="0"/>
                  </a:lnTo>
                  <a:lnTo>
                    <a:pt x="0" y="116141"/>
                  </a:lnTo>
                  <a:lnTo>
                    <a:pt x="103746" y="116141"/>
                  </a:lnTo>
                  <a:lnTo>
                    <a:pt x="103746" y="0"/>
                  </a:lnTo>
                  <a:close/>
                </a:path>
                <a:path w="2656840" h="116204">
                  <a:moveTo>
                    <a:pt x="2656294" y="0"/>
                  </a:moveTo>
                  <a:lnTo>
                    <a:pt x="2146096" y="0"/>
                  </a:lnTo>
                  <a:lnTo>
                    <a:pt x="2146096" y="116141"/>
                  </a:lnTo>
                  <a:lnTo>
                    <a:pt x="2656294" y="116141"/>
                  </a:lnTo>
                  <a:lnTo>
                    <a:pt x="2656294" y="0"/>
                  </a:lnTo>
                  <a:close/>
                </a:path>
              </a:pathLst>
            </a:custGeom>
            <a:solidFill>
              <a:srgbClr val="6B4D2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 descr=""/>
            <p:cNvSpPr/>
            <p:nvPr/>
          </p:nvSpPr>
          <p:spPr>
            <a:xfrm>
              <a:off x="2725173" y="7766444"/>
              <a:ext cx="1107440" cy="1884045"/>
            </a:xfrm>
            <a:custGeom>
              <a:avLst/>
              <a:gdLst/>
              <a:ahLst/>
              <a:cxnLst/>
              <a:rect l="l" t="t" r="r" b="b"/>
              <a:pathLst>
                <a:path w="1107439" h="1884045">
                  <a:moveTo>
                    <a:pt x="0" y="1883994"/>
                  </a:moveTo>
                  <a:lnTo>
                    <a:pt x="1106824" y="1883994"/>
                  </a:lnTo>
                  <a:lnTo>
                    <a:pt x="1106824" y="0"/>
                  </a:lnTo>
                  <a:lnTo>
                    <a:pt x="0" y="0"/>
                  </a:lnTo>
                  <a:lnTo>
                    <a:pt x="0" y="1883994"/>
                  </a:lnTo>
                  <a:close/>
                </a:path>
              </a:pathLst>
            </a:custGeom>
            <a:solidFill>
              <a:srgbClr val="CAA6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 descr=""/>
            <p:cNvSpPr/>
            <p:nvPr/>
          </p:nvSpPr>
          <p:spPr>
            <a:xfrm>
              <a:off x="3148935" y="9099982"/>
              <a:ext cx="678815" cy="541655"/>
            </a:xfrm>
            <a:custGeom>
              <a:avLst/>
              <a:gdLst/>
              <a:ahLst/>
              <a:cxnLst/>
              <a:rect l="l" t="t" r="r" b="b"/>
              <a:pathLst>
                <a:path w="678814" h="541654">
                  <a:moveTo>
                    <a:pt x="448306" y="0"/>
                  </a:moveTo>
                  <a:lnTo>
                    <a:pt x="392853" y="915"/>
                  </a:lnTo>
                  <a:lnTo>
                    <a:pt x="341493" y="3367"/>
                  </a:lnTo>
                  <a:lnTo>
                    <a:pt x="295843" y="7738"/>
                  </a:lnTo>
                  <a:lnTo>
                    <a:pt x="257522" y="14412"/>
                  </a:lnTo>
                  <a:lnTo>
                    <a:pt x="209335" y="36197"/>
                  </a:lnTo>
                  <a:lnTo>
                    <a:pt x="199415" y="105439"/>
                  </a:lnTo>
                  <a:lnTo>
                    <a:pt x="188789" y="150985"/>
                  </a:lnTo>
                  <a:lnTo>
                    <a:pt x="169698" y="186393"/>
                  </a:lnTo>
                  <a:lnTo>
                    <a:pt x="141011" y="209340"/>
                  </a:lnTo>
                  <a:lnTo>
                    <a:pt x="101599" y="217505"/>
                  </a:lnTo>
                  <a:lnTo>
                    <a:pt x="81002" y="227532"/>
                  </a:lnTo>
                  <a:lnTo>
                    <a:pt x="44373" y="294979"/>
                  </a:lnTo>
                  <a:lnTo>
                    <a:pt x="29222" y="343887"/>
                  </a:lnTo>
                  <a:lnTo>
                    <a:pt x="16769" y="397243"/>
                  </a:lnTo>
                  <a:lnTo>
                    <a:pt x="7453" y="450792"/>
                  </a:lnTo>
                  <a:lnTo>
                    <a:pt x="1717" y="500277"/>
                  </a:lnTo>
                  <a:lnTo>
                    <a:pt x="0" y="541442"/>
                  </a:lnTo>
                  <a:lnTo>
                    <a:pt x="678691" y="541442"/>
                  </a:lnTo>
                  <a:lnTo>
                    <a:pt x="678691" y="4045"/>
                  </a:lnTo>
                  <a:lnTo>
                    <a:pt x="565019" y="1247"/>
                  </a:lnTo>
                  <a:lnTo>
                    <a:pt x="506234" y="238"/>
                  </a:lnTo>
                  <a:lnTo>
                    <a:pt x="448306" y="0"/>
                  </a:lnTo>
                  <a:close/>
                </a:path>
              </a:pathLst>
            </a:custGeom>
            <a:solidFill>
              <a:srgbClr val="C7AC7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 descr=""/>
            <p:cNvSpPr/>
            <p:nvPr/>
          </p:nvSpPr>
          <p:spPr>
            <a:xfrm>
              <a:off x="2991500" y="8275863"/>
              <a:ext cx="656590" cy="41910"/>
            </a:xfrm>
            <a:custGeom>
              <a:avLst/>
              <a:gdLst/>
              <a:ahLst/>
              <a:cxnLst/>
              <a:rect l="l" t="t" r="r" b="b"/>
              <a:pathLst>
                <a:path w="656589" h="41909">
                  <a:moveTo>
                    <a:pt x="656524" y="0"/>
                  </a:moveTo>
                  <a:lnTo>
                    <a:pt x="0" y="0"/>
                  </a:lnTo>
                  <a:lnTo>
                    <a:pt x="0" y="41810"/>
                  </a:lnTo>
                  <a:lnTo>
                    <a:pt x="656524" y="41810"/>
                  </a:lnTo>
                  <a:lnTo>
                    <a:pt x="656524" y="0"/>
                  </a:lnTo>
                  <a:close/>
                </a:path>
              </a:pathLst>
            </a:custGeom>
            <a:solidFill>
              <a:srgbClr val="5B432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 descr=""/>
            <p:cNvSpPr/>
            <p:nvPr/>
          </p:nvSpPr>
          <p:spPr>
            <a:xfrm>
              <a:off x="711682" y="7766449"/>
              <a:ext cx="2013585" cy="1884045"/>
            </a:xfrm>
            <a:custGeom>
              <a:avLst/>
              <a:gdLst/>
              <a:ahLst/>
              <a:cxnLst/>
              <a:rect l="l" t="t" r="r" b="b"/>
              <a:pathLst>
                <a:path w="2013585" h="1884045">
                  <a:moveTo>
                    <a:pt x="861466" y="0"/>
                  </a:moveTo>
                  <a:lnTo>
                    <a:pt x="0" y="0"/>
                  </a:lnTo>
                  <a:lnTo>
                    <a:pt x="0" y="1883994"/>
                  </a:lnTo>
                  <a:lnTo>
                    <a:pt x="861466" y="1883994"/>
                  </a:lnTo>
                  <a:lnTo>
                    <a:pt x="861466" y="0"/>
                  </a:lnTo>
                  <a:close/>
                </a:path>
                <a:path w="2013585" h="1884045">
                  <a:moveTo>
                    <a:pt x="2013483" y="0"/>
                  </a:moveTo>
                  <a:lnTo>
                    <a:pt x="1703793" y="0"/>
                  </a:lnTo>
                  <a:lnTo>
                    <a:pt x="1703793" y="1883994"/>
                  </a:lnTo>
                  <a:lnTo>
                    <a:pt x="2013483" y="1883994"/>
                  </a:lnTo>
                  <a:lnTo>
                    <a:pt x="2013483" y="0"/>
                  </a:lnTo>
                  <a:close/>
                </a:path>
              </a:pathLst>
            </a:custGeom>
            <a:solidFill>
              <a:srgbClr val="F4CF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 descr=""/>
            <p:cNvSpPr/>
            <p:nvPr/>
          </p:nvSpPr>
          <p:spPr>
            <a:xfrm>
              <a:off x="1573156" y="7766444"/>
              <a:ext cx="842644" cy="1884045"/>
            </a:xfrm>
            <a:custGeom>
              <a:avLst/>
              <a:gdLst/>
              <a:ahLst/>
              <a:cxnLst/>
              <a:rect l="l" t="t" r="r" b="b"/>
              <a:pathLst>
                <a:path w="842644" h="1884045">
                  <a:moveTo>
                    <a:pt x="842330" y="0"/>
                  </a:moveTo>
                  <a:lnTo>
                    <a:pt x="0" y="0"/>
                  </a:lnTo>
                  <a:lnTo>
                    <a:pt x="0" y="1883994"/>
                  </a:lnTo>
                  <a:lnTo>
                    <a:pt x="842330" y="1883994"/>
                  </a:lnTo>
                  <a:lnTo>
                    <a:pt x="842330" y="0"/>
                  </a:lnTo>
                  <a:close/>
                </a:path>
              </a:pathLst>
            </a:custGeom>
            <a:solidFill>
              <a:srgbClr val="CAA65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 descr=""/>
            <p:cNvSpPr/>
            <p:nvPr/>
          </p:nvSpPr>
          <p:spPr>
            <a:xfrm>
              <a:off x="1952998" y="8678343"/>
              <a:ext cx="434340" cy="842644"/>
            </a:xfrm>
            <a:custGeom>
              <a:avLst/>
              <a:gdLst/>
              <a:ahLst/>
              <a:cxnLst/>
              <a:rect l="l" t="t" r="r" b="b"/>
              <a:pathLst>
                <a:path w="434339" h="842645">
                  <a:moveTo>
                    <a:pt x="433903" y="0"/>
                  </a:moveTo>
                  <a:lnTo>
                    <a:pt x="0" y="0"/>
                  </a:lnTo>
                  <a:lnTo>
                    <a:pt x="0" y="842330"/>
                  </a:lnTo>
                  <a:lnTo>
                    <a:pt x="433903" y="842330"/>
                  </a:lnTo>
                  <a:lnTo>
                    <a:pt x="433903" y="0"/>
                  </a:lnTo>
                  <a:close/>
                </a:path>
              </a:pathLst>
            </a:custGeom>
            <a:solidFill>
              <a:srgbClr val="6B4D2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 descr=""/>
            <p:cNvSpPr/>
            <p:nvPr/>
          </p:nvSpPr>
          <p:spPr>
            <a:xfrm>
              <a:off x="2005926" y="8710720"/>
              <a:ext cx="349885" cy="777875"/>
            </a:xfrm>
            <a:custGeom>
              <a:avLst/>
              <a:gdLst/>
              <a:ahLst/>
              <a:cxnLst/>
              <a:rect l="l" t="t" r="r" b="b"/>
              <a:pathLst>
                <a:path w="349885" h="777875">
                  <a:moveTo>
                    <a:pt x="44691" y="0"/>
                  </a:moveTo>
                  <a:lnTo>
                    <a:pt x="0" y="0"/>
                  </a:lnTo>
                  <a:lnTo>
                    <a:pt x="0" y="777595"/>
                  </a:lnTo>
                  <a:lnTo>
                    <a:pt x="44691" y="777595"/>
                  </a:lnTo>
                  <a:lnTo>
                    <a:pt x="44691" y="0"/>
                  </a:lnTo>
                  <a:close/>
                </a:path>
                <a:path w="349885" h="777875">
                  <a:moveTo>
                    <a:pt x="146291" y="0"/>
                  </a:moveTo>
                  <a:lnTo>
                    <a:pt x="101600" y="0"/>
                  </a:lnTo>
                  <a:lnTo>
                    <a:pt x="101600" y="777595"/>
                  </a:lnTo>
                  <a:lnTo>
                    <a:pt x="146291" y="777595"/>
                  </a:lnTo>
                  <a:lnTo>
                    <a:pt x="146291" y="0"/>
                  </a:lnTo>
                  <a:close/>
                </a:path>
                <a:path w="349885" h="777875">
                  <a:moveTo>
                    <a:pt x="247891" y="0"/>
                  </a:moveTo>
                  <a:lnTo>
                    <a:pt x="203200" y="0"/>
                  </a:lnTo>
                  <a:lnTo>
                    <a:pt x="203200" y="777595"/>
                  </a:lnTo>
                  <a:lnTo>
                    <a:pt x="247891" y="777595"/>
                  </a:lnTo>
                  <a:lnTo>
                    <a:pt x="247891" y="0"/>
                  </a:lnTo>
                  <a:close/>
                </a:path>
                <a:path w="349885" h="777875">
                  <a:moveTo>
                    <a:pt x="349478" y="0"/>
                  </a:moveTo>
                  <a:lnTo>
                    <a:pt x="304787" y="0"/>
                  </a:lnTo>
                  <a:lnTo>
                    <a:pt x="304787" y="777595"/>
                  </a:lnTo>
                  <a:lnTo>
                    <a:pt x="349478" y="777595"/>
                  </a:lnTo>
                  <a:lnTo>
                    <a:pt x="349478" y="0"/>
                  </a:lnTo>
                  <a:close/>
                </a:path>
              </a:pathLst>
            </a:custGeom>
            <a:solidFill>
              <a:srgbClr val="7A573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 descr=""/>
            <p:cNvSpPr/>
            <p:nvPr/>
          </p:nvSpPr>
          <p:spPr>
            <a:xfrm>
              <a:off x="904245" y="8585929"/>
              <a:ext cx="351790" cy="368300"/>
            </a:xfrm>
            <a:custGeom>
              <a:avLst/>
              <a:gdLst/>
              <a:ahLst/>
              <a:cxnLst/>
              <a:rect l="l" t="t" r="r" b="b"/>
              <a:pathLst>
                <a:path w="351790" h="368300">
                  <a:moveTo>
                    <a:pt x="310995" y="0"/>
                  </a:moveTo>
                  <a:lnTo>
                    <a:pt x="40490" y="0"/>
                  </a:lnTo>
                  <a:lnTo>
                    <a:pt x="24728" y="3181"/>
                  </a:lnTo>
                  <a:lnTo>
                    <a:pt x="11858" y="11858"/>
                  </a:lnTo>
                  <a:lnTo>
                    <a:pt x="3181" y="24728"/>
                  </a:lnTo>
                  <a:lnTo>
                    <a:pt x="0" y="40490"/>
                  </a:lnTo>
                  <a:lnTo>
                    <a:pt x="0" y="327257"/>
                  </a:lnTo>
                  <a:lnTo>
                    <a:pt x="3181" y="343019"/>
                  </a:lnTo>
                  <a:lnTo>
                    <a:pt x="11858" y="355889"/>
                  </a:lnTo>
                  <a:lnTo>
                    <a:pt x="24728" y="364566"/>
                  </a:lnTo>
                  <a:lnTo>
                    <a:pt x="40490" y="367747"/>
                  </a:lnTo>
                  <a:lnTo>
                    <a:pt x="310995" y="367747"/>
                  </a:lnTo>
                  <a:lnTo>
                    <a:pt x="326758" y="364566"/>
                  </a:lnTo>
                  <a:lnTo>
                    <a:pt x="339628" y="355889"/>
                  </a:lnTo>
                  <a:lnTo>
                    <a:pt x="348305" y="343019"/>
                  </a:lnTo>
                  <a:lnTo>
                    <a:pt x="351486" y="327257"/>
                  </a:lnTo>
                  <a:lnTo>
                    <a:pt x="351486" y="40490"/>
                  </a:lnTo>
                  <a:lnTo>
                    <a:pt x="348305" y="24728"/>
                  </a:lnTo>
                  <a:lnTo>
                    <a:pt x="339628" y="11858"/>
                  </a:lnTo>
                  <a:lnTo>
                    <a:pt x="326758" y="3181"/>
                  </a:lnTo>
                  <a:lnTo>
                    <a:pt x="310995" y="0"/>
                  </a:lnTo>
                  <a:close/>
                </a:path>
              </a:pathLst>
            </a:custGeom>
            <a:solidFill>
              <a:srgbClr val="EED0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 descr=""/>
            <p:cNvSpPr/>
            <p:nvPr/>
          </p:nvSpPr>
          <p:spPr>
            <a:xfrm>
              <a:off x="930568" y="8618062"/>
              <a:ext cx="287020" cy="303530"/>
            </a:xfrm>
            <a:custGeom>
              <a:avLst/>
              <a:gdLst/>
              <a:ahLst/>
              <a:cxnLst/>
              <a:rect l="l" t="t" r="r" b="b"/>
              <a:pathLst>
                <a:path w="287019" h="303529">
                  <a:moveTo>
                    <a:pt x="286452" y="0"/>
                  </a:moveTo>
                  <a:lnTo>
                    <a:pt x="0" y="0"/>
                  </a:lnTo>
                  <a:lnTo>
                    <a:pt x="0" y="303488"/>
                  </a:lnTo>
                  <a:lnTo>
                    <a:pt x="286452" y="303488"/>
                  </a:lnTo>
                  <a:lnTo>
                    <a:pt x="286452" y="0"/>
                  </a:lnTo>
                  <a:close/>
                </a:path>
              </a:pathLst>
            </a:custGeom>
            <a:solidFill>
              <a:srgbClr val="BCA3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 descr=""/>
            <p:cNvSpPr/>
            <p:nvPr/>
          </p:nvSpPr>
          <p:spPr>
            <a:xfrm>
              <a:off x="985530" y="8646700"/>
              <a:ext cx="231775" cy="242570"/>
            </a:xfrm>
            <a:custGeom>
              <a:avLst/>
              <a:gdLst/>
              <a:ahLst/>
              <a:cxnLst/>
              <a:rect l="l" t="t" r="r" b="b"/>
              <a:pathLst>
                <a:path w="231775" h="242570">
                  <a:moveTo>
                    <a:pt x="231490" y="0"/>
                  </a:moveTo>
                  <a:lnTo>
                    <a:pt x="0" y="0"/>
                  </a:lnTo>
                  <a:lnTo>
                    <a:pt x="0" y="242327"/>
                  </a:lnTo>
                  <a:lnTo>
                    <a:pt x="231490" y="242327"/>
                  </a:lnTo>
                  <a:lnTo>
                    <a:pt x="231490" y="0"/>
                  </a:lnTo>
                  <a:close/>
                </a:path>
              </a:pathLst>
            </a:custGeom>
            <a:solidFill>
              <a:srgbClr val="6B4D2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 descr=""/>
            <p:cNvSpPr/>
            <p:nvPr/>
          </p:nvSpPr>
          <p:spPr>
            <a:xfrm>
              <a:off x="774185" y="8234053"/>
              <a:ext cx="777875" cy="582930"/>
            </a:xfrm>
            <a:custGeom>
              <a:avLst/>
              <a:gdLst/>
              <a:ahLst/>
              <a:cxnLst/>
              <a:rect l="l" t="t" r="r" b="b"/>
              <a:pathLst>
                <a:path w="777875" h="582929">
                  <a:moveTo>
                    <a:pt x="777295" y="0"/>
                  </a:moveTo>
                  <a:lnTo>
                    <a:pt x="0" y="0"/>
                  </a:lnTo>
                  <a:lnTo>
                    <a:pt x="0" y="582767"/>
                  </a:lnTo>
                  <a:lnTo>
                    <a:pt x="777295" y="582767"/>
                  </a:lnTo>
                  <a:lnTo>
                    <a:pt x="777295" y="0"/>
                  </a:lnTo>
                  <a:close/>
                </a:path>
              </a:pathLst>
            </a:custGeom>
            <a:solidFill>
              <a:srgbClr val="CAA652">
                <a:alpha val="619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 descr=""/>
            <p:cNvSpPr/>
            <p:nvPr/>
          </p:nvSpPr>
          <p:spPr>
            <a:xfrm>
              <a:off x="3055173" y="8573152"/>
              <a:ext cx="541655" cy="372745"/>
            </a:xfrm>
            <a:custGeom>
              <a:avLst/>
              <a:gdLst/>
              <a:ahLst/>
              <a:cxnLst/>
              <a:rect l="l" t="t" r="r" b="b"/>
              <a:pathLst>
                <a:path w="541654" h="372745">
                  <a:moveTo>
                    <a:pt x="541554" y="0"/>
                  </a:moveTo>
                  <a:lnTo>
                    <a:pt x="0" y="0"/>
                  </a:lnTo>
                  <a:lnTo>
                    <a:pt x="0" y="372397"/>
                  </a:lnTo>
                  <a:lnTo>
                    <a:pt x="541554" y="372397"/>
                  </a:lnTo>
                  <a:lnTo>
                    <a:pt x="541554" y="0"/>
                  </a:lnTo>
                  <a:close/>
                </a:path>
              </a:pathLst>
            </a:custGeom>
            <a:solidFill>
              <a:srgbClr val="E2C5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 descr=""/>
            <p:cNvSpPr/>
            <p:nvPr/>
          </p:nvSpPr>
          <p:spPr>
            <a:xfrm>
              <a:off x="3092146" y="8618062"/>
              <a:ext cx="467995" cy="303530"/>
            </a:xfrm>
            <a:custGeom>
              <a:avLst/>
              <a:gdLst/>
              <a:ahLst/>
              <a:cxnLst/>
              <a:rect l="l" t="t" r="r" b="b"/>
              <a:pathLst>
                <a:path w="467995" h="303529">
                  <a:moveTo>
                    <a:pt x="467598" y="0"/>
                  </a:moveTo>
                  <a:lnTo>
                    <a:pt x="0" y="0"/>
                  </a:lnTo>
                  <a:lnTo>
                    <a:pt x="0" y="303488"/>
                  </a:lnTo>
                  <a:lnTo>
                    <a:pt x="467598" y="303488"/>
                  </a:lnTo>
                  <a:lnTo>
                    <a:pt x="467598" y="0"/>
                  </a:lnTo>
                  <a:close/>
                </a:path>
              </a:pathLst>
            </a:custGeom>
            <a:solidFill>
              <a:srgbClr val="A18E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 descr=""/>
            <p:cNvSpPr/>
            <p:nvPr/>
          </p:nvSpPr>
          <p:spPr>
            <a:xfrm>
              <a:off x="3092157" y="8664511"/>
              <a:ext cx="391160" cy="231775"/>
            </a:xfrm>
            <a:custGeom>
              <a:avLst/>
              <a:gdLst/>
              <a:ahLst/>
              <a:cxnLst/>
              <a:rect l="l" t="t" r="r" b="b"/>
              <a:pathLst>
                <a:path w="391160" h="231775">
                  <a:moveTo>
                    <a:pt x="390574" y="0"/>
                  </a:moveTo>
                  <a:lnTo>
                    <a:pt x="0" y="0"/>
                  </a:lnTo>
                  <a:lnTo>
                    <a:pt x="0" y="231490"/>
                  </a:lnTo>
                  <a:lnTo>
                    <a:pt x="390574" y="231490"/>
                  </a:lnTo>
                  <a:lnTo>
                    <a:pt x="390574" y="0"/>
                  </a:lnTo>
                  <a:close/>
                </a:path>
              </a:pathLst>
            </a:custGeom>
            <a:solidFill>
              <a:srgbClr val="5B432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 descr=""/>
            <p:cNvSpPr/>
            <p:nvPr/>
          </p:nvSpPr>
          <p:spPr>
            <a:xfrm>
              <a:off x="2991499" y="8311393"/>
              <a:ext cx="611505" cy="464184"/>
            </a:xfrm>
            <a:custGeom>
              <a:avLst/>
              <a:gdLst/>
              <a:ahLst/>
              <a:cxnLst/>
              <a:rect l="l" t="t" r="r" b="b"/>
              <a:pathLst>
                <a:path w="611504" h="464184">
                  <a:moveTo>
                    <a:pt x="0" y="0"/>
                  </a:moveTo>
                  <a:lnTo>
                    <a:pt x="0" y="463828"/>
                  </a:lnTo>
                  <a:lnTo>
                    <a:pt x="611070" y="462792"/>
                  </a:lnTo>
                  <a:lnTo>
                    <a:pt x="611070" y="62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AA652">
                <a:alpha val="619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 descr=""/>
            <p:cNvSpPr/>
            <p:nvPr/>
          </p:nvSpPr>
          <p:spPr>
            <a:xfrm>
              <a:off x="1237926" y="8484896"/>
              <a:ext cx="241935" cy="202565"/>
            </a:xfrm>
            <a:custGeom>
              <a:avLst/>
              <a:gdLst/>
              <a:ahLst/>
              <a:cxnLst/>
              <a:rect l="l" t="t" r="r" b="b"/>
              <a:pathLst>
                <a:path w="241934" h="202565">
                  <a:moveTo>
                    <a:pt x="0" y="0"/>
                  </a:moveTo>
                  <a:lnTo>
                    <a:pt x="241552" y="202067"/>
                  </a:lnTo>
                </a:path>
              </a:pathLst>
            </a:custGeom>
            <a:ln w="73809">
              <a:solidFill>
                <a:srgbClr val="563A1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 descr=""/>
            <p:cNvSpPr/>
            <p:nvPr/>
          </p:nvSpPr>
          <p:spPr>
            <a:xfrm>
              <a:off x="559725" y="8484896"/>
              <a:ext cx="241935" cy="202565"/>
            </a:xfrm>
            <a:custGeom>
              <a:avLst/>
              <a:gdLst/>
              <a:ahLst/>
              <a:cxnLst/>
              <a:rect l="l" t="t" r="r" b="b"/>
              <a:pathLst>
                <a:path w="241934" h="202565">
                  <a:moveTo>
                    <a:pt x="0" y="0"/>
                  </a:moveTo>
                  <a:lnTo>
                    <a:pt x="241552" y="202067"/>
                  </a:lnTo>
                </a:path>
              </a:pathLst>
            </a:custGeom>
            <a:ln w="73809">
              <a:solidFill>
                <a:srgbClr val="563A1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 descr=""/>
            <p:cNvSpPr/>
            <p:nvPr/>
          </p:nvSpPr>
          <p:spPr>
            <a:xfrm>
              <a:off x="510945" y="8229843"/>
              <a:ext cx="1040765" cy="257175"/>
            </a:xfrm>
            <a:custGeom>
              <a:avLst/>
              <a:gdLst/>
              <a:ahLst/>
              <a:cxnLst/>
              <a:rect l="l" t="t" r="r" b="b"/>
              <a:pathLst>
                <a:path w="1040765" h="257175">
                  <a:moveTo>
                    <a:pt x="1040533" y="0"/>
                  </a:moveTo>
                  <a:lnTo>
                    <a:pt x="266358" y="0"/>
                  </a:lnTo>
                  <a:lnTo>
                    <a:pt x="233348" y="48267"/>
                  </a:lnTo>
                  <a:lnTo>
                    <a:pt x="198498" y="91761"/>
                  </a:lnTo>
                  <a:lnTo>
                    <a:pt x="161904" y="131036"/>
                  </a:lnTo>
                  <a:lnTo>
                    <a:pt x="123662" y="166644"/>
                  </a:lnTo>
                  <a:lnTo>
                    <a:pt x="83867" y="199139"/>
                  </a:lnTo>
                  <a:lnTo>
                    <a:pt x="42614" y="229076"/>
                  </a:lnTo>
                  <a:lnTo>
                    <a:pt x="0" y="257007"/>
                  </a:lnTo>
                  <a:lnTo>
                    <a:pt x="794342" y="257007"/>
                  </a:lnTo>
                  <a:lnTo>
                    <a:pt x="831763" y="232604"/>
                  </a:lnTo>
                  <a:lnTo>
                    <a:pt x="868343" y="203635"/>
                  </a:lnTo>
                  <a:lnTo>
                    <a:pt x="904135" y="170378"/>
                  </a:lnTo>
                  <a:lnTo>
                    <a:pt x="939195" y="133109"/>
                  </a:lnTo>
                  <a:lnTo>
                    <a:pt x="973578" y="92106"/>
                  </a:lnTo>
                  <a:lnTo>
                    <a:pt x="1007339" y="47644"/>
                  </a:lnTo>
                  <a:lnTo>
                    <a:pt x="1040533" y="0"/>
                  </a:lnTo>
                  <a:close/>
                </a:path>
              </a:pathLst>
            </a:custGeom>
            <a:solidFill>
              <a:srgbClr val="AD3C2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 descr=""/>
            <p:cNvSpPr/>
            <p:nvPr/>
          </p:nvSpPr>
          <p:spPr>
            <a:xfrm>
              <a:off x="652614" y="8229847"/>
              <a:ext cx="796290" cy="257175"/>
            </a:xfrm>
            <a:custGeom>
              <a:avLst/>
              <a:gdLst/>
              <a:ahLst/>
              <a:cxnLst/>
              <a:rect l="l" t="t" r="r" b="b"/>
              <a:pathLst>
                <a:path w="796290" h="257175">
                  <a:moveTo>
                    <a:pt x="322668" y="0"/>
                  </a:moveTo>
                  <a:lnTo>
                    <a:pt x="226695" y="0"/>
                  </a:lnTo>
                  <a:lnTo>
                    <a:pt x="208419" y="38303"/>
                  </a:lnTo>
                  <a:lnTo>
                    <a:pt x="183222" y="77927"/>
                  </a:lnTo>
                  <a:lnTo>
                    <a:pt x="152450" y="117754"/>
                  </a:lnTo>
                  <a:lnTo>
                    <a:pt x="117411" y="156679"/>
                  </a:lnTo>
                  <a:lnTo>
                    <a:pt x="79438" y="193611"/>
                  </a:lnTo>
                  <a:lnTo>
                    <a:pt x="39865" y="227418"/>
                  </a:lnTo>
                  <a:lnTo>
                    <a:pt x="0" y="257009"/>
                  </a:lnTo>
                  <a:lnTo>
                    <a:pt x="121932" y="257009"/>
                  </a:lnTo>
                  <a:lnTo>
                    <a:pt x="184378" y="190842"/>
                  </a:lnTo>
                  <a:lnTo>
                    <a:pt x="219913" y="151701"/>
                  </a:lnTo>
                  <a:lnTo>
                    <a:pt x="254431" y="111112"/>
                  </a:lnTo>
                  <a:lnTo>
                    <a:pt x="285000" y="71005"/>
                  </a:lnTo>
                  <a:lnTo>
                    <a:pt x="308724" y="33324"/>
                  </a:lnTo>
                  <a:lnTo>
                    <a:pt x="322668" y="0"/>
                  </a:lnTo>
                  <a:close/>
                </a:path>
                <a:path w="796290" h="257175">
                  <a:moveTo>
                    <a:pt x="564400" y="0"/>
                  </a:moveTo>
                  <a:lnTo>
                    <a:pt x="471500" y="0"/>
                  </a:lnTo>
                  <a:lnTo>
                    <a:pt x="452043" y="28765"/>
                  </a:lnTo>
                  <a:lnTo>
                    <a:pt x="425958" y="63055"/>
                  </a:lnTo>
                  <a:lnTo>
                    <a:pt x="394830" y="101155"/>
                  </a:lnTo>
                  <a:lnTo>
                    <a:pt x="360235" y="141325"/>
                  </a:lnTo>
                  <a:lnTo>
                    <a:pt x="323786" y="181851"/>
                  </a:lnTo>
                  <a:lnTo>
                    <a:pt x="287045" y="220992"/>
                  </a:lnTo>
                  <a:lnTo>
                    <a:pt x="251625" y="257009"/>
                  </a:lnTo>
                  <a:lnTo>
                    <a:pt x="362331" y="257009"/>
                  </a:lnTo>
                  <a:lnTo>
                    <a:pt x="390575" y="230733"/>
                  </a:lnTo>
                  <a:lnTo>
                    <a:pt x="424624" y="197408"/>
                  </a:lnTo>
                  <a:lnTo>
                    <a:pt x="461124" y="159169"/>
                  </a:lnTo>
                  <a:lnTo>
                    <a:pt x="496722" y="118173"/>
                  </a:lnTo>
                  <a:lnTo>
                    <a:pt x="528040" y="76542"/>
                  </a:lnTo>
                  <a:lnTo>
                    <a:pt x="551726" y="36436"/>
                  </a:lnTo>
                  <a:lnTo>
                    <a:pt x="564400" y="0"/>
                  </a:lnTo>
                  <a:close/>
                </a:path>
                <a:path w="796290" h="257175">
                  <a:moveTo>
                    <a:pt x="795883" y="0"/>
                  </a:moveTo>
                  <a:lnTo>
                    <a:pt x="701814" y="0"/>
                  </a:lnTo>
                  <a:lnTo>
                    <a:pt x="680224" y="35191"/>
                  </a:lnTo>
                  <a:lnTo>
                    <a:pt x="652830" y="72301"/>
                  </a:lnTo>
                  <a:lnTo>
                    <a:pt x="620864" y="110261"/>
                  </a:lnTo>
                  <a:lnTo>
                    <a:pt x="585546" y="148031"/>
                  </a:lnTo>
                  <a:lnTo>
                    <a:pt x="548068" y="184531"/>
                  </a:lnTo>
                  <a:lnTo>
                    <a:pt x="509651" y="218732"/>
                  </a:lnTo>
                  <a:lnTo>
                    <a:pt x="471500" y="249580"/>
                  </a:lnTo>
                  <a:lnTo>
                    <a:pt x="600354" y="252945"/>
                  </a:lnTo>
                  <a:lnTo>
                    <a:pt x="637120" y="216242"/>
                  </a:lnTo>
                  <a:lnTo>
                    <a:pt x="679678" y="167538"/>
                  </a:lnTo>
                  <a:lnTo>
                    <a:pt x="722426" y="114185"/>
                  </a:lnTo>
                  <a:lnTo>
                    <a:pt x="759790" y="63576"/>
                  </a:lnTo>
                  <a:lnTo>
                    <a:pt x="786130" y="23050"/>
                  </a:lnTo>
                  <a:lnTo>
                    <a:pt x="795883" y="0"/>
                  </a:lnTo>
                  <a:close/>
                </a:path>
              </a:pathLst>
            </a:custGeom>
            <a:solidFill>
              <a:srgbClr val="B99D4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 descr=""/>
            <p:cNvSpPr/>
            <p:nvPr/>
          </p:nvSpPr>
          <p:spPr>
            <a:xfrm>
              <a:off x="510951" y="8484899"/>
              <a:ext cx="793115" cy="93345"/>
            </a:xfrm>
            <a:custGeom>
              <a:avLst/>
              <a:gdLst/>
              <a:ahLst/>
              <a:cxnLst/>
              <a:rect l="l" t="t" r="r" b="b"/>
              <a:pathLst>
                <a:path w="793115" h="93345">
                  <a:moveTo>
                    <a:pt x="792782" y="0"/>
                  </a:moveTo>
                  <a:lnTo>
                    <a:pt x="0" y="0"/>
                  </a:lnTo>
                  <a:lnTo>
                    <a:pt x="0" y="85159"/>
                  </a:lnTo>
                  <a:lnTo>
                    <a:pt x="77151" y="89137"/>
                  </a:lnTo>
                  <a:lnTo>
                    <a:pt x="118822" y="90564"/>
                  </a:lnTo>
                  <a:lnTo>
                    <a:pt x="162405" y="91645"/>
                  </a:lnTo>
                  <a:lnTo>
                    <a:pt x="207784" y="92401"/>
                  </a:lnTo>
                  <a:lnTo>
                    <a:pt x="254845" y="92852"/>
                  </a:lnTo>
                  <a:lnTo>
                    <a:pt x="303474" y="93019"/>
                  </a:lnTo>
                  <a:lnTo>
                    <a:pt x="353555" y="92922"/>
                  </a:lnTo>
                  <a:lnTo>
                    <a:pt x="404976" y="92583"/>
                  </a:lnTo>
                  <a:lnTo>
                    <a:pt x="511375" y="91260"/>
                  </a:lnTo>
                  <a:lnTo>
                    <a:pt x="621754" y="89215"/>
                  </a:lnTo>
                  <a:lnTo>
                    <a:pt x="792782" y="85159"/>
                  </a:lnTo>
                  <a:lnTo>
                    <a:pt x="792782" y="0"/>
                  </a:lnTo>
                  <a:close/>
                </a:path>
              </a:pathLst>
            </a:custGeom>
            <a:solidFill>
              <a:srgbClr val="A4271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 descr=""/>
            <p:cNvSpPr/>
            <p:nvPr/>
          </p:nvSpPr>
          <p:spPr>
            <a:xfrm>
              <a:off x="826820" y="8480266"/>
              <a:ext cx="1898650" cy="1097915"/>
            </a:xfrm>
            <a:custGeom>
              <a:avLst/>
              <a:gdLst/>
              <a:ahLst/>
              <a:cxnLst/>
              <a:rect l="l" t="t" r="r" b="b"/>
              <a:pathLst>
                <a:path w="1898650" h="1097915">
                  <a:moveTo>
                    <a:pt x="281813" y="946073"/>
                  </a:moveTo>
                  <a:lnTo>
                    <a:pt x="0" y="946073"/>
                  </a:lnTo>
                  <a:lnTo>
                    <a:pt x="0" y="1097610"/>
                  </a:lnTo>
                  <a:lnTo>
                    <a:pt x="281813" y="1097610"/>
                  </a:lnTo>
                  <a:lnTo>
                    <a:pt x="281813" y="946073"/>
                  </a:lnTo>
                  <a:close/>
                </a:path>
                <a:path w="1898650" h="1097915">
                  <a:moveTo>
                    <a:pt x="652640" y="690206"/>
                  </a:moveTo>
                  <a:lnTo>
                    <a:pt x="370827" y="690206"/>
                  </a:lnTo>
                  <a:lnTo>
                    <a:pt x="370827" y="841743"/>
                  </a:lnTo>
                  <a:lnTo>
                    <a:pt x="652640" y="841743"/>
                  </a:lnTo>
                  <a:lnTo>
                    <a:pt x="652640" y="690206"/>
                  </a:lnTo>
                  <a:close/>
                </a:path>
                <a:path w="1898650" h="1097915">
                  <a:moveTo>
                    <a:pt x="1771370" y="946073"/>
                  </a:moveTo>
                  <a:lnTo>
                    <a:pt x="1588668" y="946073"/>
                  </a:lnTo>
                  <a:lnTo>
                    <a:pt x="1588668" y="1097610"/>
                  </a:lnTo>
                  <a:lnTo>
                    <a:pt x="1771370" y="1097610"/>
                  </a:lnTo>
                  <a:lnTo>
                    <a:pt x="1771370" y="946073"/>
                  </a:lnTo>
                  <a:close/>
                </a:path>
                <a:path w="1898650" h="1097915">
                  <a:moveTo>
                    <a:pt x="1898345" y="0"/>
                  </a:moveTo>
                  <a:lnTo>
                    <a:pt x="1684667" y="0"/>
                  </a:lnTo>
                  <a:lnTo>
                    <a:pt x="1684667" y="151523"/>
                  </a:lnTo>
                  <a:lnTo>
                    <a:pt x="1898345" y="151523"/>
                  </a:lnTo>
                  <a:lnTo>
                    <a:pt x="1898345" y="0"/>
                  </a:lnTo>
                  <a:close/>
                </a:path>
              </a:pathLst>
            </a:custGeom>
            <a:solidFill>
              <a:srgbClr val="EED0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 descr=""/>
            <p:cNvSpPr/>
            <p:nvPr/>
          </p:nvSpPr>
          <p:spPr>
            <a:xfrm>
              <a:off x="1836382" y="7806810"/>
              <a:ext cx="1992630" cy="1750060"/>
            </a:xfrm>
            <a:custGeom>
              <a:avLst/>
              <a:gdLst/>
              <a:ahLst/>
              <a:cxnLst/>
              <a:rect l="l" t="t" r="r" b="b"/>
              <a:pathLst>
                <a:path w="1992629" h="1750059">
                  <a:moveTo>
                    <a:pt x="267271" y="341985"/>
                  </a:moveTo>
                  <a:lnTo>
                    <a:pt x="0" y="341985"/>
                  </a:lnTo>
                  <a:lnTo>
                    <a:pt x="0" y="493522"/>
                  </a:lnTo>
                  <a:lnTo>
                    <a:pt x="267271" y="493522"/>
                  </a:lnTo>
                  <a:lnTo>
                    <a:pt x="267271" y="341985"/>
                  </a:lnTo>
                  <a:close/>
                </a:path>
                <a:path w="1992629" h="1750059">
                  <a:moveTo>
                    <a:pt x="583323" y="0"/>
                  </a:moveTo>
                  <a:lnTo>
                    <a:pt x="439318" y="0"/>
                  </a:lnTo>
                  <a:lnTo>
                    <a:pt x="439318" y="151523"/>
                  </a:lnTo>
                  <a:lnTo>
                    <a:pt x="583323" y="151523"/>
                  </a:lnTo>
                  <a:lnTo>
                    <a:pt x="583323" y="0"/>
                  </a:lnTo>
                  <a:close/>
                </a:path>
                <a:path w="1992629" h="1750059">
                  <a:moveTo>
                    <a:pt x="1173683" y="995337"/>
                  </a:moveTo>
                  <a:lnTo>
                    <a:pt x="909701" y="995337"/>
                  </a:lnTo>
                  <a:lnTo>
                    <a:pt x="909701" y="1146873"/>
                  </a:lnTo>
                  <a:lnTo>
                    <a:pt x="1173683" y="1146873"/>
                  </a:lnTo>
                  <a:lnTo>
                    <a:pt x="1173683" y="995337"/>
                  </a:lnTo>
                  <a:close/>
                </a:path>
                <a:path w="1992629" h="1750059">
                  <a:moveTo>
                    <a:pt x="1299108" y="266217"/>
                  </a:moveTo>
                  <a:lnTo>
                    <a:pt x="1011110" y="266217"/>
                  </a:lnTo>
                  <a:lnTo>
                    <a:pt x="1011110" y="417753"/>
                  </a:lnTo>
                  <a:lnTo>
                    <a:pt x="1299108" y="417753"/>
                  </a:lnTo>
                  <a:lnTo>
                    <a:pt x="1299108" y="266217"/>
                  </a:lnTo>
                  <a:close/>
                </a:path>
                <a:path w="1992629" h="1750059">
                  <a:moveTo>
                    <a:pt x="1570088" y="1439430"/>
                  </a:moveTo>
                  <a:lnTo>
                    <a:pt x="1282077" y="1439430"/>
                  </a:lnTo>
                  <a:lnTo>
                    <a:pt x="1282077" y="1590967"/>
                  </a:lnTo>
                  <a:lnTo>
                    <a:pt x="1570088" y="1590967"/>
                  </a:lnTo>
                  <a:lnTo>
                    <a:pt x="1570088" y="1439430"/>
                  </a:lnTo>
                  <a:close/>
                </a:path>
                <a:path w="1992629" h="1750059">
                  <a:moveTo>
                    <a:pt x="1703247" y="13931"/>
                  </a:moveTo>
                  <a:lnTo>
                    <a:pt x="1415237" y="13931"/>
                  </a:lnTo>
                  <a:lnTo>
                    <a:pt x="1415237" y="165468"/>
                  </a:lnTo>
                  <a:lnTo>
                    <a:pt x="1703247" y="165468"/>
                  </a:lnTo>
                  <a:lnTo>
                    <a:pt x="1703247" y="13931"/>
                  </a:lnTo>
                  <a:close/>
                </a:path>
                <a:path w="1992629" h="1750059">
                  <a:moveTo>
                    <a:pt x="1953691" y="1216939"/>
                  </a:moveTo>
                  <a:lnTo>
                    <a:pt x="1665693" y="1216939"/>
                  </a:lnTo>
                  <a:lnTo>
                    <a:pt x="1665693" y="1368475"/>
                  </a:lnTo>
                  <a:lnTo>
                    <a:pt x="1953691" y="1368475"/>
                  </a:lnTo>
                  <a:lnTo>
                    <a:pt x="1953691" y="1216939"/>
                  </a:lnTo>
                  <a:close/>
                </a:path>
                <a:path w="1992629" h="1750059">
                  <a:moveTo>
                    <a:pt x="1991245" y="89700"/>
                  </a:moveTo>
                  <a:lnTo>
                    <a:pt x="1847240" y="89700"/>
                  </a:lnTo>
                  <a:lnTo>
                    <a:pt x="1847240" y="241236"/>
                  </a:lnTo>
                  <a:lnTo>
                    <a:pt x="1991245" y="241236"/>
                  </a:lnTo>
                  <a:lnTo>
                    <a:pt x="1991245" y="89700"/>
                  </a:lnTo>
                  <a:close/>
                </a:path>
                <a:path w="1992629" h="1750059">
                  <a:moveTo>
                    <a:pt x="1992401" y="1597939"/>
                  </a:moveTo>
                  <a:lnTo>
                    <a:pt x="1809686" y="1597939"/>
                  </a:lnTo>
                  <a:lnTo>
                    <a:pt x="1809686" y="1749475"/>
                  </a:lnTo>
                  <a:lnTo>
                    <a:pt x="1992401" y="1749475"/>
                  </a:lnTo>
                  <a:lnTo>
                    <a:pt x="1992401" y="1597939"/>
                  </a:lnTo>
                  <a:close/>
                </a:path>
              </a:pathLst>
            </a:custGeom>
            <a:solidFill>
              <a:srgbClr val="DEC0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 descr=""/>
            <p:cNvSpPr/>
            <p:nvPr/>
          </p:nvSpPr>
          <p:spPr>
            <a:xfrm>
              <a:off x="715810" y="7924488"/>
              <a:ext cx="2004695" cy="1274445"/>
            </a:xfrm>
            <a:custGeom>
              <a:avLst/>
              <a:gdLst/>
              <a:ahLst/>
              <a:cxnLst/>
              <a:rect l="l" t="t" r="r" b="b"/>
              <a:pathLst>
                <a:path w="2004695" h="1274445">
                  <a:moveTo>
                    <a:pt x="138391" y="1131760"/>
                  </a:moveTo>
                  <a:lnTo>
                    <a:pt x="0" y="1131760"/>
                  </a:lnTo>
                  <a:lnTo>
                    <a:pt x="0" y="1274102"/>
                  </a:lnTo>
                  <a:lnTo>
                    <a:pt x="138391" y="1274102"/>
                  </a:lnTo>
                  <a:lnTo>
                    <a:pt x="138391" y="1131760"/>
                  </a:lnTo>
                  <a:close/>
                </a:path>
                <a:path w="2004695" h="1274445">
                  <a:moveTo>
                    <a:pt x="150253" y="107657"/>
                  </a:moveTo>
                  <a:lnTo>
                    <a:pt x="0" y="107657"/>
                  </a:lnTo>
                  <a:lnTo>
                    <a:pt x="0" y="253961"/>
                  </a:lnTo>
                  <a:lnTo>
                    <a:pt x="150253" y="253961"/>
                  </a:lnTo>
                  <a:lnTo>
                    <a:pt x="150253" y="107657"/>
                  </a:lnTo>
                  <a:close/>
                </a:path>
                <a:path w="2004695" h="1274445">
                  <a:moveTo>
                    <a:pt x="763651" y="0"/>
                  </a:moveTo>
                  <a:lnTo>
                    <a:pt x="481838" y="0"/>
                  </a:lnTo>
                  <a:lnTo>
                    <a:pt x="481838" y="151536"/>
                  </a:lnTo>
                  <a:lnTo>
                    <a:pt x="763651" y="151536"/>
                  </a:lnTo>
                  <a:lnTo>
                    <a:pt x="763651" y="0"/>
                  </a:lnTo>
                  <a:close/>
                </a:path>
                <a:path w="2004695" h="1274445">
                  <a:moveTo>
                    <a:pt x="1834654" y="246049"/>
                  </a:moveTo>
                  <a:lnTo>
                    <a:pt x="1700225" y="246049"/>
                  </a:lnTo>
                  <a:lnTo>
                    <a:pt x="1700225" y="392353"/>
                  </a:lnTo>
                  <a:lnTo>
                    <a:pt x="1834654" y="392353"/>
                  </a:lnTo>
                  <a:lnTo>
                    <a:pt x="1834654" y="246049"/>
                  </a:lnTo>
                  <a:close/>
                </a:path>
                <a:path w="2004695" h="1274445">
                  <a:moveTo>
                    <a:pt x="2004682" y="1096162"/>
                  </a:moveTo>
                  <a:lnTo>
                    <a:pt x="1866290" y="1096162"/>
                  </a:lnTo>
                  <a:lnTo>
                    <a:pt x="1866290" y="1250365"/>
                  </a:lnTo>
                  <a:lnTo>
                    <a:pt x="2004682" y="1250365"/>
                  </a:lnTo>
                  <a:lnTo>
                    <a:pt x="2004682" y="1096162"/>
                  </a:lnTo>
                  <a:close/>
                </a:path>
              </a:pathLst>
            </a:custGeom>
            <a:solidFill>
              <a:srgbClr val="EED0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 descr=""/>
            <p:cNvSpPr/>
            <p:nvPr/>
          </p:nvSpPr>
          <p:spPr>
            <a:xfrm>
              <a:off x="3692872" y="8171638"/>
              <a:ext cx="267335" cy="50800"/>
            </a:xfrm>
            <a:custGeom>
              <a:avLst/>
              <a:gdLst/>
              <a:ahLst/>
              <a:cxnLst/>
              <a:rect l="l" t="t" r="r" b="b"/>
              <a:pathLst>
                <a:path w="267335" h="50800">
                  <a:moveTo>
                    <a:pt x="231166" y="0"/>
                  </a:moveTo>
                  <a:lnTo>
                    <a:pt x="170008" y="179"/>
                  </a:lnTo>
                  <a:lnTo>
                    <a:pt x="97557" y="2897"/>
                  </a:lnTo>
                  <a:lnTo>
                    <a:pt x="5616" y="7581"/>
                  </a:lnTo>
                  <a:lnTo>
                    <a:pt x="0" y="27841"/>
                  </a:lnTo>
                  <a:lnTo>
                    <a:pt x="1274" y="38761"/>
                  </a:lnTo>
                  <a:lnTo>
                    <a:pt x="4694" y="50292"/>
                  </a:lnTo>
                  <a:lnTo>
                    <a:pt x="267158" y="50292"/>
                  </a:lnTo>
                  <a:lnTo>
                    <a:pt x="259325" y="4451"/>
                  </a:lnTo>
                  <a:lnTo>
                    <a:pt x="231166" y="0"/>
                  </a:lnTo>
                  <a:close/>
                </a:path>
              </a:pathLst>
            </a:custGeom>
            <a:solidFill>
              <a:srgbClr val="6B4D2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9" name="object 319" descr="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743210" y="8085304"/>
              <a:ext cx="137618" cy="124362"/>
            </a:xfrm>
            <a:prstGeom prst="rect">
              <a:avLst/>
            </a:prstGeom>
          </p:spPr>
        </p:pic>
        <p:pic>
          <p:nvPicPr>
            <p:cNvPr id="320" name="object 320" descr="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421413" y="8085304"/>
              <a:ext cx="137618" cy="124362"/>
            </a:xfrm>
            <a:prstGeom prst="rect">
              <a:avLst/>
            </a:prstGeom>
          </p:spPr>
        </p:pic>
        <p:sp>
          <p:nvSpPr>
            <p:cNvPr id="321" name="object 321" descr=""/>
            <p:cNvSpPr/>
            <p:nvPr/>
          </p:nvSpPr>
          <p:spPr>
            <a:xfrm>
              <a:off x="529526" y="8081829"/>
              <a:ext cx="949960" cy="50165"/>
            </a:xfrm>
            <a:custGeom>
              <a:avLst/>
              <a:gdLst/>
              <a:ahLst/>
              <a:cxnLst/>
              <a:rect l="l" t="t" r="r" b="b"/>
              <a:pathLst>
                <a:path w="949960" h="50165">
                  <a:moveTo>
                    <a:pt x="262343" y="43662"/>
                  </a:moveTo>
                  <a:lnTo>
                    <a:pt x="254622" y="3479"/>
                  </a:lnTo>
                  <a:lnTo>
                    <a:pt x="226466" y="0"/>
                  </a:lnTo>
                  <a:lnTo>
                    <a:pt x="165303" y="2501"/>
                  </a:lnTo>
                  <a:lnTo>
                    <a:pt x="92862" y="7988"/>
                  </a:lnTo>
                  <a:lnTo>
                    <a:pt x="914" y="15976"/>
                  </a:lnTo>
                  <a:lnTo>
                    <a:pt x="0" y="50038"/>
                  </a:lnTo>
                  <a:lnTo>
                    <a:pt x="256425" y="50038"/>
                  </a:lnTo>
                  <a:lnTo>
                    <a:pt x="262343" y="43662"/>
                  </a:lnTo>
                  <a:close/>
                </a:path>
                <a:path w="949960" h="50165">
                  <a:moveTo>
                    <a:pt x="949820" y="42379"/>
                  </a:moveTo>
                  <a:lnTo>
                    <a:pt x="942111" y="3479"/>
                  </a:lnTo>
                  <a:lnTo>
                    <a:pt x="913955" y="0"/>
                  </a:lnTo>
                  <a:lnTo>
                    <a:pt x="852805" y="2501"/>
                  </a:lnTo>
                  <a:lnTo>
                    <a:pt x="780351" y="7988"/>
                  </a:lnTo>
                  <a:lnTo>
                    <a:pt x="688403" y="15976"/>
                  </a:lnTo>
                  <a:lnTo>
                    <a:pt x="687489" y="50038"/>
                  </a:lnTo>
                  <a:lnTo>
                    <a:pt x="942848" y="50038"/>
                  </a:lnTo>
                  <a:lnTo>
                    <a:pt x="949820" y="42379"/>
                  </a:lnTo>
                  <a:close/>
                </a:path>
              </a:pathLst>
            </a:custGeom>
            <a:solidFill>
              <a:srgbClr val="6B4D2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 descr=""/>
            <p:cNvSpPr/>
            <p:nvPr/>
          </p:nvSpPr>
          <p:spPr>
            <a:xfrm>
              <a:off x="2411183" y="9426331"/>
              <a:ext cx="1450975" cy="40640"/>
            </a:xfrm>
            <a:custGeom>
              <a:avLst/>
              <a:gdLst/>
              <a:ahLst/>
              <a:cxnLst/>
              <a:rect l="l" t="t" r="r" b="b"/>
              <a:pathLst>
                <a:path w="1450975" h="40640">
                  <a:moveTo>
                    <a:pt x="1450521" y="0"/>
                  </a:moveTo>
                  <a:lnTo>
                    <a:pt x="0" y="0"/>
                  </a:lnTo>
                  <a:lnTo>
                    <a:pt x="0" y="40260"/>
                  </a:lnTo>
                  <a:lnTo>
                    <a:pt x="1450521" y="40260"/>
                  </a:lnTo>
                  <a:lnTo>
                    <a:pt x="1450521" y="0"/>
                  </a:lnTo>
                  <a:close/>
                </a:path>
              </a:pathLst>
            </a:custGeom>
            <a:solidFill>
              <a:srgbClr val="75542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 descr=""/>
            <p:cNvSpPr/>
            <p:nvPr/>
          </p:nvSpPr>
          <p:spPr>
            <a:xfrm>
              <a:off x="2722074" y="9426331"/>
              <a:ext cx="1139825" cy="40640"/>
            </a:xfrm>
            <a:custGeom>
              <a:avLst/>
              <a:gdLst/>
              <a:ahLst/>
              <a:cxnLst/>
              <a:rect l="l" t="t" r="r" b="b"/>
              <a:pathLst>
                <a:path w="1139825" h="40640">
                  <a:moveTo>
                    <a:pt x="1139630" y="0"/>
                  </a:moveTo>
                  <a:lnTo>
                    <a:pt x="0" y="0"/>
                  </a:lnTo>
                  <a:lnTo>
                    <a:pt x="0" y="40260"/>
                  </a:lnTo>
                  <a:lnTo>
                    <a:pt x="1139630" y="40260"/>
                  </a:lnTo>
                  <a:lnTo>
                    <a:pt x="1139630" y="0"/>
                  </a:lnTo>
                  <a:close/>
                </a:path>
              </a:pathLst>
            </a:custGeom>
            <a:solidFill>
              <a:srgbClr val="513A2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 descr=""/>
            <p:cNvSpPr/>
            <p:nvPr/>
          </p:nvSpPr>
          <p:spPr>
            <a:xfrm>
              <a:off x="3118467" y="8438445"/>
              <a:ext cx="213995" cy="1212215"/>
            </a:xfrm>
            <a:custGeom>
              <a:avLst/>
              <a:gdLst/>
              <a:ahLst/>
              <a:cxnLst/>
              <a:rect l="l" t="t" r="r" b="b"/>
              <a:pathLst>
                <a:path w="213995" h="1212215">
                  <a:moveTo>
                    <a:pt x="213679" y="0"/>
                  </a:moveTo>
                  <a:lnTo>
                    <a:pt x="0" y="1211994"/>
                  </a:lnTo>
                </a:path>
              </a:pathLst>
            </a:custGeom>
            <a:ln w="73809">
              <a:solidFill>
                <a:srgbClr val="563A1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 descr=""/>
            <p:cNvSpPr/>
            <p:nvPr/>
          </p:nvSpPr>
          <p:spPr>
            <a:xfrm>
              <a:off x="3669696" y="8438445"/>
              <a:ext cx="192405" cy="1212215"/>
            </a:xfrm>
            <a:custGeom>
              <a:avLst/>
              <a:gdLst/>
              <a:ahLst/>
              <a:cxnLst/>
              <a:rect l="l" t="t" r="r" b="b"/>
              <a:pathLst>
                <a:path w="192404" h="1212215">
                  <a:moveTo>
                    <a:pt x="192004" y="0"/>
                  </a:moveTo>
                  <a:lnTo>
                    <a:pt x="0" y="1211994"/>
                  </a:lnTo>
                </a:path>
              </a:pathLst>
            </a:custGeom>
            <a:ln w="73809">
              <a:solidFill>
                <a:srgbClr val="563A1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 descr=""/>
            <p:cNvSpPr/>
            <p:nvPr/>
          </p:nvSpPr>
          <p:spPr>
            <a:xfrm>
              <a:off x="2989948" y="8311407"/>
              <a:ext cx="952500" cy="212725"/>
            </a:xfrm>
            <a:custGeom>
              <a:avLst/>
              <a:gdLst/>
              <a:ahLst/>
              <a:cxnLst/>
              <a:rect l="l" t="t" r="r" b="b"/>
              <a:pathLst>
                <a:path w="952500" h="212725">
                  <a:moveTo>
                    <a:pt x="952347" y="124053"/>
                  </a:moveTo>
                  <a:lnTo>
                    <a:pt x="937018" y="124053"/>
                  </a:lnTo>
                  <a:lnTo>
                    <a:pt x="885647" y="111429"/>
                  </a:lnTo>
                  <a:lnTo>
                    <a:pt x="826541" y="94488"/>
                  </a:lnTo>
                  <a:lnTo>
                    <a:pt x="773036" y="75869"/>
                  </a:lnTo>
                  <a:lnTo>
                    <a:pt x="726325" y="55194"/>
                  </a:lnTo>
                  <a:lnTo>
                    <a:pt x="687603" y="32118"/>
                  </a:lnTo>
                  <a:lnTo>
                    <a:pt x="658063" y="6273"/>
                  </a:lnTo>
                  <a:lnTo>
                    <a:pt x="0" y="0"/>
                  </a:lnTo>
                  <a:lnTo>
                    <a:pt x="51625" y="27254"/>
                  </a:lnTo>
                  <a:lnTo>
                    <a:pt x="102565" y="53149"/>
                  </a:lnTo>
                  <a:lnTo>
                    <a:pt x="152374" y="76758"/>
                  </a:lnTo>
                  <a:lnTo>
                    <a:pt x="200583" y="97193"/>
                  </a:lnTo>
                  <a:lnTo>
                    <a:pt x="246761" y="113563"/>
                  </a:lnTo>
                  <a:lnTo>
                    <a:pt x="290449" y="124955"/>
                  </a:lnTo>
                  <a:lnTo>
                    <a:pt x="323646" y="129476"/>
                  </a:lnTo>
                  <a:lnTo>
                    <a:pt x="323646" y="204673"/>
                  </a:lnTo>
                  <a:lnTo>
                    <a:pt x="373392" y="207606"/>
                  </a:lnTo>
                  <a:lnTo>
                    <a:pt x="423760" y="209829"/>
                  </a:lnTo>
                  <a:lnTo>
                    <a:pt x="474700" y="211366"/>
                  </a:lnTo>
                  <a:lnTo>
                    <a:pt x="526186" y="212217"/>
                  </a:lnTo>
                  <a:lnTo>
                    <a:pt x="578154" y="212432"/>
                  </a:lnTo>
                  <a:lnTo>
                    <a:pt x="630580" y="211988"/>
                  </a:lnTo>
                  <a:lnTo>
                    <a:pt x="683425" y="210934"/>
                  </a:lnTo>
                  <a:lnTo>
                    <a:pt x="736625" y="209270"/>
                  </a:lnTo>
                  <a:lnTo>
                    <a:pt x="790168" y="207022"/>
                  </a:lnTo>
                  <a:lnTo>
                    <a:pt x="843991" y="204203"/>
                  </a:lnTo>
                  <a:lnTo>
                    <a:pt x="898067" y="200825"/>
                  </a:lnTo>
                  <a:lnTo>
                    <a:pt x="952347" y="196913"/>
                  </a:lnTo>
                  <a:lnTo>
                    <a:pt x="952347" y="124053"/>
                  </a:lnTo>
                  <a:close/>
                </a:path>
              </a:pathLst>
            </a:custGeom>
            <a:solidFill>
              <a:srgbClr val="233A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 descr=""/>
            <p:cNvSpPr/>
            <p:nvPr/>
          </p:nvSpPr>
          <p:spPr>
            <a:xfrm>
              <a:off x="660754" y="9426331"/>
              <a:ext cx="912494" cy="40640"/>
            </a:xfrm>
            <a:custGeom>
              <a:avLst/>
              <a:gdLst/>
              <a:ahLst/>
              <a:cxnLst/>
              <a:rect l="l" t="t" r="r" b="b"/>
              <a:pathLst>
                <a:path w="912494" h="40640">
                  <a:moveTo>
                    <a:pt x="912401" y="0"/>
                  </a:moveTo>
                  <a:lnTo>
                    <a:pt x="0" y="0"/>
                  </a:lnTo>
                  <a:lnTo>
                    <a:pt x="0" y="40260"/>
                  </a:lnTo>
                  <a:lnTo>
                    <a:pt x="912401" y="40260"/>
                  </a:lnTo>
                  <a:lnTo>
                    <a:pt x="912401" y="0"/>
                  </a:lnTo>
                  <a:close/>
                </a:path>
              </a:pathLst>
            </a:custGeom>
            <a:solidFill>
              <a:srgbClr val="75542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 descr=""/>
            <p:cNvSpPr/>
            <p:nvPr/>
          </p:nvSpPr>
          <p:spPr>
            <a:xfrm>
              <a:off x="1573156" y="9426331"/>
              <a:ext cx="266700" cy="40640"/>
            </a:xfrm>
            <a:custGeom>
              <a:avLst/>
              <a:gdLst/>
              <a:ahLst/>
              <a:cxnLst/>
              <a:rect l="l" t="t" r="r" b="b"/>
              <a:pathLst>
                <a:path w="266700" h="40640">
                  <a:moveTo>
                    <a:pt x="266326" y="0"/>
                  </a:moveTo>
                  <a:lnTo>
                    <a:pt x="0" y="0"/>
                  </a:lnTo>
                  <a:lnTo>
                    <a:pt x="0" y="40260"/>
                  </a:lnTo>
                  <a:lnTo>
                    <a:pt x="266326" y="40260"/>
                  </a:lnTo>
                  <a:lnTo>
                    <a:pt x="266326" y="0"/>
                  </a:lnTo>
                  <a:close/>
                </a:path>
              </a:pathLst>
            </a:custGeom>
            <a:solidFill>
              <a:srgbClr val="5B432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 descr=""/>
            <p:cNvSpPr/>
            <p:nvPr/>
          </p:nvSpPr>
          <p:spPr>
            <a:xfrm>
              <a:off x="814628" y="10123684"/>
              <a:ext cx="12431395" cy="415925"/>
            </a:xfrm>
            <a:custGeom>
              <a:avLst/>
              <a:gdLst/>
              <a:ahLst/>
              <a:cxnLst/>
              <a:rect l="l" t="t" r="r" b="b"/>
              <a:pathLst>
                <a:path w="12431394" h="415925">
                  <a:moveTo>
                    <a:pt x="97510" y="121335"/>
                  </a:moveTo>
                  <a:lnTo>
                    <a:pt x="79984" y="114985"/>
                  </a:lnTo>
                  <a:lnTo>
                    <a:pt x="54317" y="112471"/>
                  </a:lnTo>
                  <a:lnTo>
                    <a:pt x="35991" y="106921"/>
                  </a:lnTo>
                  <a:lnTo>
                    <a:pt x="24993" y="101371"/>
                  </a:lnTo>
                  <a:lnTo>
                    <a:pt x="21336" y="98856"/>
                  </a:lnTo>
                  <a:lnTo>
                    <a:pt x="9004" y="105117"/>
                  </a:lnTo>
                  <a:lnTo>
                    <a:pt x="2667" y="118910"/>
                  </a:lnTo>
                  <a:lnTo>
                    <a:pt x="330" y="132702"/>
                  </a:lnTo>
                  <a:lnTo>
                    <a:pt x="0" y="138976"/>
                  </a:lnTo>
                  <a:lnTo>
                    <a:pt x="25019" y="148615"/>
                  </a:lnTo>
                  <a:lnTo>
                    <a:pt x="40220" y="153568"/>
                  </a:lnTo>
                  <a:lnTo>
                    <a:pt x="51739" y="155384"/>
                  </a:lnTo>
                  <a:lnTo>
                    <a:pt x="65773" y="155651"/>
                  </a:lnTo>
                  <a:lnTo>
                    <a:pt x="83235" y="149288"/>
                  </a:lnTo>
                  <a:lnTo>
                    <a:pt x="96215" y="135318"/>
                  </a:lnTo>
                  <a:lnTo>
                    <a:pt x="97510" y="121335"/>
                  </a:lnTo>
                  <a:close/>
                </a:path>
                <a:path w="12431394" h="415925">
                  <a:moveTo>
                    <a:pt x="296786" y="185572"/>
                  </a:moveTo>
                  <a:lnTo>
                    <a:pt x="291947" y="172389"/>
                  </a:lnTo>
                  <a:lnTo>
                    <a:pt x="273392" y="174205"/>
                  </a:lnTo>
                  <a:lnTo>
                    <a:pt x="249135" y="182968"/>
                  </a:lnTo>
                  <a:lnTo>
                    <a:pt x="230200" y="185851"/>
                  </a:lnTo>
                  <a:lnTo>
                    <a:pt x="217893" y="185585"/>
                  </a:lnTo>
                  <a:lnTo>
                    <a:pt x="213499" y="184886"/>
                  </a:lnTo>
                  <a:lnTo>
                    <a:pt x="205066" y="195846"/>
                  </a:lnTo>
                  <a:lnTo>
                    <a:pt x="205282" y="211023"/>
                  </a:lnTo>
                  <a:lnTo>
                    <a:pt x="209118" y="224472"/>
                  </a:lnTo>
                  <a:lnTo>
                    <a:pt x="211518" y="230276"/>
                  </a:lnTo>
                  <a:lnTo>
                    <a:pt x="238252" y="228206"/>
                  </a:lnTo>
                  <a:lnTo>
                    <a:pt x="254101" y="226136"/>
                  </a:lnTo>
                  <a:lnTo>
                    <a:pt x="265290" y="222821"/>
                  </a:lnTo>
                  <a:lnTo>
                    <a:pt x="278053" y="217017"/>
                  </a:lnTo>
                  <a:lnTo>
                    <a:pt x="291096" y="203758"/>
                  </a:lnTo>
                  <a:lnTo>
                    <a:pt x="296786" y="185572"/>
                  </a:lnTo>
                  <a:close/>
                </a:path>
                <a:path w="12431394" h="415925">
                  <a:moveTo>
                    <a:pt x="382981" y="22491"/>
                  </a:moveTo>
                  <a:lnTo>
                    <a:pt x="343992" y="16141"/>
                  </a:lnTo>
                  <a:lnTo>
                    <a:pt x="286905" y="13614"/>
                  </a:lnTo>
                  <a:lnTo>
                    <a:pt x="246138" y="8064"/>
                  </a:lnTo>
                  <a:lnTo>
                    <a:pt x="221665" y="2527"/>
                  </a:lnTo>
                  <a:lnTo>
                    <a:pt x="213512" y="0"/>
                  </a:lnTo>
                  <a:lnTo>
                    <a:pt x="186093" y="6273"/>
                  </a:lnTo>
                  <a:lnTo>
                    <a:pt x="172008" y="20066"/>
                  </a:lnTo>
                  <a:lnTo>
                    <a:pt x="166814" y="33858"/>
                  </a:lnTo>
                  <a:lnTo>
                    <a:pt x="166077" y="40132"/>
                  </a:lnTo>
                  <a:lnTo>
                    <a:pt x="221729" y="49758"/>
                  </a:lnTo>
                  <a:lnTo>
                    <a:pt x="255524" y="54711"/>
                  </a:lnTo>
                  <a:lnTo>
                    <a:pt x="281165" y="56540"/>
                  </a:lnTo>
                  <a:lnTo>
                    <a:pt x="312369" y="56794"/>
                  </a:lnTo>
                  <a:lnTo>
                    <a:pt x="351231" y="50444"/>
                  </a:lnTo>
                  <a:lnTo>
                    <a:pt x="380085" y="36461"/>
                  </a:lnTo>
                  <a:lnTo>
                    <a:pt x="382981" y="22491"/>
                  </a:lnTo>
                  <a:close/>
                </a:path>
                <a:path w="12431394" h="415925">
                  <a:moveTo>
                    <a:pt x="10975175" y="379717"/>
                  </a:moveTo>
                  <a:lnTo>
                    <a:pt x="10933773" y="284784"/>
                  </a:lnTo>
                  <a:lnTo>
                    <a:pt x="10898188" y="212394"/>
                  </a:lnTo>
                  <a:lnTo>
                    <a:pt x="10867073" y="164553"/>
                  </a:lnTo>
                  <a:lnTo>
                    <a:pt x="10839641" y="157403"/>
                  </a:lnTo>
                  <a:lnTo>
                    <a:pt x="10809084" y="174548"/>
                  </a:lnTo>
                  <a:lnTo>
                    <a:pt x="10777207" y="198018"/>
                  </a:lnTo>
                  <a:lnTo>
                    <a:pt x="10745800" y="209829"/>
                  </a:lnTo>
                  <a:lnTo>
                    <a:pt x="10721404" y="210705"/>
                  </a:lnTo>
                  <a:lnTo>
                    <a:pt x="10703458" y="216852"/>
                  </a:lnTo>
                  <a:lnTo>
                    <a:pt x="10683151" y="233540"/>
                  </a:lnTo>
                  <a:lnTo>
                    <a:pt x="10651642" y="266026"/>
                  </a:lnTo>
                  <a:lnTo>
                    <a:pt x="10513111" y="234391"/>
                  </a:lnTo>
                  <a:lnTo>
                    <a:pt x="10489095" y="258749"/>
                  </a:lnTo>
                  <a:lnTo>
                    <a:pt x="10429634" y="314401"/>
                  </a:lnTo>
                  <a:lnTo>
                    <a:pt x="10353662" y="375285"/>
                  </a:lnTo>
                  <a:lnTo>
                    <a:pt x="10280091" y="415315"/>
                  </a:lnTo>
                  <a:lnTo>
                    <a:pt x="10975175" y="379717"/>
                  </a:lnTo>
                  <a:close/>
                </a:path>
                <a:path w="12431394" h="415925">
                  <a:moveTo>
                    <a:pt x="12145416" y="133197"/>
                  </a:moveTo>
                  <a:lnTo>
                    <a:pt x="12127890" y="126847"/>
                  </a:lnTo>
                  <a:lnTo>
                    <a:pt x="12102224" y="124333"/>
                  </a:lnTo>
                  <a:lnTo>
                    <a:pt x="12083898" y="118783"/>
                  </a:lnTo>
                  <a:lnTo>
                    <a:pt x="12072899" y="113233"/>
                  </a:lnTo>
                  <a:lnTo>
                    <a:pt x="12069229" y="110718"/>
                  </a:lnTo>
                  <a:lnTo>
                    <a:pt x="12056897" y="116979"/>
                  </a:lnTo>
                  <a:lnTo>
                    <a:pt x="12050573" y="130771"/>
                  </a:lnTo>
                  <a:lnTo>
                    <a:pt x="12048236" y="144564"/>
                  </a:lnTo>
                  <a:lnTo>
                    <a:pt x="12047906" y="150837"/>
                  </a:lnTo>
                  <a:lnTo>
                    <a:pt x="12072925" y="160477"/>
                  </a:lnTo>
                  <a:lnTo>
                    <a:pt x="12088114" y="165430"/>
                  </a:lnTo>
                  <a:lnTo>
                    <a:pt x="12099646" y="167246"/>
                  </a:lnTo>
                  <a:lnTo>
                    <a:pt x="12113666" y="167513"/>
                  </a:lnTo>
                  <a:lnTo>
                    <a:pt x="12131142" y="161150"/>
                  </a:lnTo>
                  <a:lnTo>
                    <a:pt x="12144108" y="147180"/>
                  </a:lnTo>
                  <a:lnTo>
                    <a:pt x="12145416" y="133197"/>
                  </a:lnTo>
                  <a:close/>
                </a:path>
                <a:path w="12431394" h="415925">
                  <a:moveTo>
                    <a:pt x="12344679" y="197434"/>
                  </a:moveTo>
                  <a:lnTo>
                    <a:pt x="12339841" y="184251"/>
                  </a:lnTo>
                  <a:lnTo>
                    <a:pt x="12321286" y="186067"/>
                  </a:lnTo>
                  <a:lnTo>
                    <a:pt x="12297042" y="194830"/>
                  </a:lnTo>
                  <a:lnTo>
                    <a:pt x="12278106" y="197713"/>
                  </a:lnTo>
                  <a:lnTo>
                    <a:pt x="12265787" y="197446"/>
                  </a:lnTo>
                  <a:lnTo>
                    <a:pt x="12261393" y="196748"/>
                  </a:lnTo>
                  <a:lnTo>
                    <a:pt x="12252960" y="207708"/>
                  </a:lnTo>
                  <a:lnTo>
                    <a:pt x="12253189" y="222885"/>
                  </a:lnTo>
                  <a:lnTo>
                    <a:pt x="12257024" y="236334"/>
                  </a:lnTo>
                  <a:lnTo>
                    <a:pt x="12259424" y="242138"/>
                  </a:lnTo>
                  <a:lnTo>
                    <a:pt x="12286158" y="240068"/>
                  </a:lnTo>
                  <a:lnTo>
                    <a:pt x="12301995" y="237998"/>
                  </a:lnTo>
                  <a:lnTo>
                    <a:pt x="12313183" y="234683"/>
                  </a:lnTo>
                  <a:lnTo>
                    <a:pt x="12325960" y="228879"/>
                  </a:lnTo>
                  <a:lnTo>
                    <a:pt x="12338990" y="215633"/>
                  </a:lnTo>
                  <a:lnTo>
                    <a:pt x="12344679" y="197434"/>
                  </a:lnTo>
                  <a:close/>
                </a:path>
                <a:path w="12431394" h="415925">
                  <a:moveTo>
                    <a:pt x="12430887" y="34353"/>
                  </a:moveTo>
                  <a:lnTo>
                    <a:pt x="12391898" y="28003"/>
                  </a:lnTo>
                  <a:lnTo>
                    <a:pt x="12334812" y="25476"/>
                  </a:lnTo>
                  <a:lnTo>
                    <a:pt x="12294032" y="19926"/>
                  </a:lnTo>
                  <a:lnTo>
                    <a:pt x="12269572" y="14389"/>
                  </a:lnTo>
                  <a:lnTo>
                    <a:pt x="12261418" y="11861"/>
                  </a:lnTo>
                  <a:lnTo>
                    <a:pt x="12233986" y="18135"/>
                  </a:lnTo>
                  <a:lnTo>
                    <a:pt x="12219902" y="31927"/>
                  </a:lnTo>
                  <a:lnTo>
                    <a:pt x="12214720" y="45720"/>
                  </a:lnTo>
                  <a:lnTo>
                    <a:pt x="12213971" y="51993"/>
                  </a:lnTo>
                  <a:lnTo>
                    <a:pt x="12269635" y="61620"/>
                  </a:lnTo>
                  <a:lnTo>
                    <a:pt x="12303430" y="66573"/>
                  </a:lnTo>
                  <a:lnTo>
                    <a:pt x="12329071" y="68402"/>
                  </a:lnTo>
                  <a:lnTo>
                    <a:pt x="12360275" y="68656"/>
                  </a:lnTo>
                  <a:lnTo>
                    <a:pt x="12399137" y="62306"/>
                  </a:lnTo>
                  <a:lnTo>
                    <a:pt x="12427979" y="48323"/>
                  </a:lnTo>
                  <a:lnTo>
                    <a:pt x="12430887" y="34353"/>
                  </a:lnTo>
                  <a:close/>
                </a:path>
              </a:pathLst>
            </a:custGeom>
            <a:solidFill>
              <a:srgbClr val="FAD4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 descr=""/>
            <p:cNvSpPr/>
            <p:nvPr/>
          </p:nvSpPr>
          <p:spPr>
            <a:xfrm>
              <a:off x="7263637" y="9906209"/>
              <a:ext cx="383540" cy="230504"/>
            </a:xfrm>
            <a:custGeom>
              <a:avLst/>
              <a:gdLst/>
              <a:ahLst/>
              <a:cxnLst/>
              <a:rect l="l" t="t" r="r" b="b"/>
              <a:pathLst>
                <a:path w="383540" h="230504">
                  <a:moveTo>
                    <a:pt x="97510" y="121348"/>
                  </a:moveTo>
                  <a:lnTo>
                    <a:pt x="79984" y="114985"/>
                  </a:lnTo>
                  <a:lnTo>
                    <a:pt x="54317" y="112471"/>
                  </a:lnTo>
                  <a:lnTo>
                    <a:pt x="35991" y="106921"/>
                  </a:lnTo>
                  <a:lnTo>
                    <a:pt x="24993" y="101371"/>
                  </a:lnTo>
                  <a:lnTo>
                    <a:pt x="21323" y="98856"/>
                  </a:lnTo>
                  <a:lnTo>
                    <a:pt x="8991" y="105130"/>
                  </a:lnTo>
                  <a:lnTo>
                    <a:pt x="2667" y="118922"/>
                  </a:lnTo>
                  <a:lnTo>
                    <a:pt x="330" y="132715"/>
                  </a:lnTo>
                  <a:lnTo>
                    <a:pt x="0" y="138976"/>
                  </a:lnTo>
                  <a:lnTo>
                    <a:pt x="25019" y="148615"/>
                  </a:lnTo>
                  <a:lnTo>
                    <a:pt x="40208" y="153568"/>
                  </a:lnTo>
                  <a:lnTo>
                    <a:pt x="51739" y="155384"/>
                  </a:lnTo>
                  <a:lnTo>
                    <a:pt x="65760" y="155651"/>
                  </a:lnTo>
                  <a:lnTo>
                    <a:pt x="83235" y="149301"/>
                  </a:lnTo>
                  <a:lnTo>
                    <a:pt x="96202" y="135318"/>
                  </a:lnTo>
                  <a:lnTo>
                    <a:pt x="97510" y="121348"/>
                  </a:lnTo>
                  <a:close/>
                </a:path>
                <a:path w="383540" h="230504">
                  <a:moveTo>
                    <a:pt x="296786" y="185572"/>
                  </a:moveTo>
                  <a:lnTo>
                    <a:pt x="291947" y="172389"/>
                  </a:lnTo>
                  <a:lnTo>
                    <a:pt x="273392" y="174205"/>
                  </a:lnTo>
                  <a:lnTo>
                    <a:pt x="249135" y="182968"/>
                  </a:lnTo>
                  <a:lnTo>
                    <a:pt x="230200" y="185851"/>
                  </a:lnTo>
                  <a:lnTo>
                    <a:pt x="217893" y="185585"/>
                  </a:lnTo>
                  <a:lnTo>
                    <a:pt x="213499" y="184886"/>
                  </a:lnTo>
                  <a:lnTo>
                    <a:pt x="205066" y="195859"/>
                  </a:lnTo>
                  <a:lnTo>
                    <a:pt x="205282" y="211023"/>
                  </a:lnTo>
                  <a:lnTo>
                    <a:pt x="209118" y="224472"/>
                  </a:lnTo>
                  <a:lnTo>
                    <a:pt x="211518" y="230276"/>
                  </a:lnTo>
                  <a:lnTo>
                    <a:pt x="238252" y="228206"/>
                  </a:lnTo>
                  <a:lnTo>
                    <a:pt x="254101" y="226136"/>
                  </a:lnTo>
                  <a:lnTo>
                    <a:pt x="265290" y="222821"/>
                  </a:lnTo>
                  <a:lnTo>
                    <a:pt x="278053" y="217017"/>
                  </a:lnTo>
                  <a:lnTo>
                    <a:pt x="291096" y="203771"/>
                  </a:lnTo>
                  <a:lnTo>
                    <a:pt x="296786" y="185572"/>
                  </a:lnTo>
                  <a:close/>
                </a:path>
                <a:path w="383540" h="230504">
                  <a:moveTo>
                    <a:pt x="382981" y="22491"/>
                  </a:moveTo>
                  <a:lnTo>
                    <a:pt x="343992" y="16141"/>
                  </a:lnTo>
                  <a:lnTo>
                    <a:pt x="286905" y="13614"/>
                  </a:lnTo>
                  <a:lnTo>
                    <a:pt x="246138" y="8077"/>
                  </a:lnTo>
                  <a:lnTo>
                    <a:pt x="221665" y="2527"/>
                  </a:lnTo>
                  <a:lnTo>
                    <a:pt x="213512" y="0"/>
                  </a:lnTo>
                  <a:lnTo>
                    <a:pt x="186093" y="6273"/>
                  </a:lnTo>
                  <a:lnTo>
                    <a:pt x="171996" y="20066"/>
                  </a:lnTo>
                  <a:lnTo>
                    <a:pt x="166814" y="33858"/>
                  </a:lnTo>
                  <a:lnTo>
                    <a:pt x="166077" y="40132"/>
                  </a:lnTo>
                  <a:lnTo>
                    <a:pt x="221729" y="49771"/>
                  </a:lnTo>
                  <a:lnTo>
                    <a:pt x="255524" y="54711"/>
                  </a:lnTo>
                  <a:lnTo>
                    <a:pt x="281165" y="56540"/>
                  </a:lnTo>
                  <a:lnTo>
                    <a:pt x="312356" y="56794"/>
                  </a:lnTo>
                  <a:lnTo>
                    <a:pt x="351231" y="50444"/>
                  </a:lnTo>
                  <a:lnTo>
                    <a:pt x="380072" y="36474"/>
                  </a:lnTo>
                  <a:lnTo>
                    <a:pt x="382981" y="22491"/>
                  </a:lnTo>
                  <a:close/>
                </a:path>
              </a:pathLst>
            </a:custGeom>
            <a:solidFill>
              <a:srgbClr val="F0CE97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31" name="object 331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10562008" y="10014436"/>
              <a:ext cx="217629" cy="64249"/>
            </a:xfrm>
            <a:prstGeom prst="rect">
              <a:avLst/>
            </a:prstGeom>
          </p:spPr>
        </p:pic>
        <p:sp>
          <p:nvSpPr>
            <p:cNvPr id="332" name="object 332" descr=""/>
            <p:cNvSpPr/>
            <p:nvPr/>
          </p:nvSpPr>
          <p:spPr>
            <a:xfrm>
              <a:off x="10660532" y="9849250"/>
              <a:ext cx="3174365" cy="194310"/>
            </a:xfrm>
            <a:custGeom>
              <a:avLst/>
              <a:gdLst/>
              <a:ahLst/>
              <a:cxnLst/>
              <a:rect l="l" t="t" r="r" b="b"/>
              <a:pathLst>
                <a:path w="3174365" h="194309">
                  <a:moveTo>
                    <a:pt x="93179" y="19685"/>
                  </a:moveTo>
                  <a:lnTo>
                    <a:pt x="90398" y="5969"/>
                  </a:lnTo>
                  <a:lnTo>
                    <a:pt x="88455" y="0"/>
                  </a:lnTo>
                  <a:lnTo>
                    <a:pt x="61645" y="0"/>
                  </a:lnTo>
                  <a:lnTo>
                    <a:pt x="21082" y="8089"/>
                  </a:lnTo>
                  <a:lnTo>
                    <a:pt x="0" y="38011"/>
                  </a:lnTo>
                  <a:lnTo>
                    <a:pt x="3810" y="51511"/>
                  </a:lnTo>
                  <a:lnTo>
                    <a:pt x="22440" y="51142"/>
                  </a:lnTo>
                  <a:lnTo>
                    <a:pt x="47294" y="44272"/>
                  </a:lnTo>
                  <a:lnTo>
                    <a:pt x="66395" y="42862"/>
                  </a:lnTo>
                  <a:lnTo>
                    <a:pt x="78651" y="44081"/>
                  </a:lnTo>
                  <a:lnTo>
                    <a:pt x="82981" y="45110"/>
                  </a:lnTo>
                  <a:lnTo>
                    <a:pt x="92227" y="34836"/>
                  </a:lnTo>
                  <a:lnTo>
                    <a:pt x="93179" y="19685"/>
                  </a:lnTo>
                  <a:close/>
                </a:path>
                <a:path w="3174365" h="194309">
                  <a:moveTo>
                    <a:pt x="292303" y="107353"/>
                  </a:moveTo>
                  <a:lnTo>
                    <a:pt x="268097" y="95808"/>
                  </a:lnTo>
                  <a:lnTo>
                    <a:pt x="253326" y="89700"/>
                  </a:lnTo>
                  <a:lnTo>
                    <a:pt x="241973" y="86995"/>
                  </a:lnTo>
                  <a:lnTo>
                    <a:pt x="228015" y="85648"/>
                  </a:lnTo>
                  <a:lnTo>
                    <a:pt x="210108" y="90639"/>
                  </a:lnTo>
                  <a:lnTo>
                    <a:pt x="196100" y="103568"/>
                  </a:lnTo>
                  <a:lnTo>
                    <a:pt x="193713" y="117411"/>
                  </a:lnTo>
                  <a:lnTo>
                    <a:pt x="210693" y="125095"/>
                  </a:lnTo>
                  <a:lnTo>
                    <a:pt x="236093" y="129590"/>
                  </a:lnTo>
                  <a:lnTo>
                    <a:pt x="253936" y="136525"/>
                  </a:lnTo>
                  <a:lnTo>
                    <a:pt x="264477" y="142913"/>
                  </a:lnTo>
                  <a:lnTo>
                    <a:pt x="267944" y="145707"/>
                  </a:lnTo>
                  <a:lnTo>
                    <a:pt x="280720" y="140398"/>
                  </a:lnTo>
                  <a:lnTo>
                    <a:pt x="288099" y="127139"/>
                  </a:lnTo>
                  <a:lnTo>
                    <a:pt x="291490" y="113576"/>
                  </a:lnTo>
                  <a:lnTo>
                    <a:pt x="292303" y="107353"/>
                  </a:lnTo>
                  <a:close/>
                </a:path>
                <a:path w="3174365" h="194309">
                  <a:moveTo>
                    <a:pt x="3018091" y="149301"/>
                  </a:moveTo>
                  <a:lnTo>
                    <a:pt x="2961767" y="145034"/>
                  </a:lnTo>
                  <a:lnTo>
                    <a:pt x="2927642" y="143344"/>
                  </a:lnTo>
                  <a:lnTo>
                    <a:pt x="2901950" y="143979"/>
                  </a:lnTo>
                  <a:lnTo>
                    <a:pt x="2870860" y="146723"/>
                  </a:lnTo>
                  <a:lnTo>
                    <a:pt x="2832798" y="156768"/>
                  </a:lnTo>
                  <a:lnTo>
                    <a:pt x="2805417" y="173431"/>
                  </a:lnTo>
                  <a:lnTo>
                    <a:pt x="2803868" y="187629"/>
                  </a:lnTo>
                  <a:lnTo>
                    <a:pt x="2843276" y="190207"/>
                  </a:lnTo>
                  <a:lnTo>
                    <a:pt x="2900337" y="187261"/>
                  </a:lnTo>
                  <a:lnTo>
                    <a:pt x="2941459" y="188874"/>
                  </a:lnTo>
                  <a:lnTo>
                    <a:pt x="2966351" y="192062"/>
                  </a:lnTo>
                  <a:lnTo>
                    <a:pt x="2974708" y="193789"/>
                  </a:lnTo>
                  <a:lnTo>
                    <a:pt x="3001416" y="184912"/>
                  </a:lnTo>
                  <a:lnTo>
                    <a:pt x="3014116" y="169837"/>
                  </a:lnTo>
                  <a:lnTo>
                    <a:pt x="3017964" y="155613"/>
                  </a:lnTo>
                  <a:lnTo>
                    <a:pt x="3018091" y="149301"/>
                  </a:lnTo>
                  <a:close/>
                </a:path>
                <a:path w="3174365" h="194309">
                  <a:moveTo>
                    <a:pt x="3174200" y="41275"/>
                  </a:moveTo>
                  <a:lnTo>
                    <a:pt x="3173933" y="35001"/>
                  </a:lnTo>
                  <a:lnTo>
                    <a:pt x="3148101" y="27813"/>
                  </a:lnTo>
                  <a:lnTo>
                    <a:pt x="3132505" y="24333"/>
                  </a:lnTo>
                  <a:lnTo>
                    <a:pt x="3120860" y="23622"/>
                  </a:lnTo>
                  <a:lnTo>
                    <a:pt x="3106864" y="24701"/>
                  </a:lnTo>
                  <a:lnTo>
                    <a:pt x="3090087" y="32702"/>
                  </a:lnTo>
                  <a:lnTo>
                    <a:pt x="3078518" y="47853"/>
                  </a:lnTo>
                  <a:lnTo>
                    <a:pt x="3078556" y="61899"/>
                  </a:lnTo>
                  <a:lnTo>
                    <a:pt x="3096603" y="66548"/>
                  </a:lnTo>
                  <a:lnTo>
                    <a:pt x="3122396" y="66598"/>
                  </a:lnTo>
                  <a:lnTo>
                    <a:pt x="3141167" y="70358"/>
                  </a:lnTo>
                  <a:lnTo>
                    <a:pt x="3152648" y="74828"/>
                  </a:lnTo>
                  <a:lnTo>
                    <a:pt x="3156547" y="76987"/>
                  </a:lnTo>
                  <a:lnTo>
                    <a:pt x="3168218" y="69557"/>
                  </a:lnTo>
                  <a:lnTo>
                    <a:pt x="3173196" y="55232"/>
                  </a:lnTo>
                  <a:lnTo>
                    <a:pt x="3174200" y="41275"/>
                  </a:lnTo>
                  <a:close/>
                </a:path>
              </a:pathLst>
            </a:custGeom>
            <a:solidFill>
              <a:srgbClr val="F0CE97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33" name="object 333" descr="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13534593" y="9813613"/>
              <a:ext cx="90306" cy="65334"/>
            </a:xfrm>
            <a:prstGeom prst="rect">
              <a:avLst/>
            </a:prstGeom>
          </p:spPr>
        </p:pic>
        <p:sp>
          <p:nvSpPr>
            <p:cNvPr id="334" name="object 334" descr=""/>
            <p:cNvSpPr/>
            <p:nvPr/>
          </p:nvSpPr>
          <p:spPr>
            <a:xfrm>
              <a:off x="4125113" y="9934604"/>
              <a:ext cx="651510" cy="177165"/>
            </a:xfrm>
            <a:custGeom>
              <a:avLst/>
              <a:gdLst/>
              <a:ahLst/>
              <a:cxnLst/>
              <a:rect l="l" t="t" r="r" b="b"/>
              <a:pathLst>
                <a:path w="651510" h="177165">
                  <a:moveTo>
                    <a:pt x="177973" y="0"/>
                  </a:moveTo>
                  <a:lnTo>
                    <a:pt x="44752" y="23622"/>
                  </a:lnTo>
                  <a:lnTo>
                    <a:pt x="0" y="127252"/>
                  </a:lnTo>
                  <a:lnTo>
                    <a:pt x="651446" y="176800"/>
                  </a:lnTo>
                  <a:lnTo>
                    <a:pt x="549072" y="63631"/>
                  </a:lnTo>
                  <a:lnTo>
                    <a:pt x="319194" y="28397"/>
                  </a:lnTo>
                  <a:lnTo>
                    <a:pt x="177973" y="0"/>
                  </a:lnTo>
                  <a:close/>
                </a:path>
              </a:pathLst>
            </a:custGeom>
            <a:solidFill>
              <a:srgbClr val="F0CE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 descr=""/>
            <p:cNvSpPr/>
            <p:nvPr/>
          </p:nvSpPr>
          <p:spPr>
            <a:xfrm>
              <a:off x="8672741" y="9133096"/>
              <a:ext cx="347980" cy="527050"/>
            </a:xfrm>
            <a:custGeom>
              <a:avLst/>
              <a:gdLst/>
              <a:ahLst/>
              <a:cxnLst/>
              <a:rect l="l" t="t" r="r" b="b"/>
              <a:pathLst>
                <a:path w="347979" h="527050">
                  <a:moveTo>
                    <a:pt x="107989" y="0"/>
                  </a:moveTo>
                  <a:lnTo>
                    <a:pt x="111762" y="40808"/>
                  </a:lnTo>
                  <a:lnTo>
                    <a:pt x="134248" y="193577"/>
                  </a:lnTo>
                  <a:lnTo>
                    <a:pt x="181505" y="502978"/>
                  </a:lnTo>
                  <a:lnTo>
                    <a:pt x="160473" y="457323"/>
                  </a:lnTo>
                  <a:lnTo>
                    <a:pt x="111680" y="352720"/>
                  </a:lnTo>
                  <a:lnTo>
                    <a:pt x="56581" y="237718"/>
                  </a:lnTo>
                  <a:lnTo>
                    <a:pt x="16630" y="160863"/>
                  </a:lnTo>
                  <a:lnTo>
                    <a:pt x="0" y="135224"/>
                  </a:lnTo>
                  <a:lnTo>
                    <a:pt x="9706" y="163740"/>
                  </a:lnTo>
                  <a:lnTo>
                    <a:pt x="59476" y="279768"/>
                  </a:lnTo>
                  <a:lnTo>
                    <a:pt x="163034" y="516664"/>
                  </a:lnTo>
                  <a:lnTo>
                    <a:pt x="178118" y="524850"/>
                  </a:lnTo>
                  <a:lnTo>
                    <a:pt x="202685" y="526435"/>
                  </a:lnTo>
                  <a:lnTo>
                    <a:pt x="234355" y="523074"/>
                  </a:lnTo>
                  <a:lnTo>
                    <a:pt x="279522" y="501727"/>
                  </a:lnTo>
                  <a:lnTo>
                    <a:pt x="299957" y="466277"/>
                  </a:lnTo>
                  <a:lnTo>
                    <a:pt x="323218" y="423026"/>
                  </a:lnTo>
                  <a:lnTo>
                    <a:pt x="340474" y="384930"/>
                  </a:lnTo>
                  <a:lnTo>
                    <a:pt x="347812" y="362977"/>
                  </a:lnTo>
                  <a:lnTo>
                    <a:pt x="342597" y="365315"/>
                  </a:lnTo>
                  <a:lnTo>
                    <a:pt x="317933" y="400632"/>
                  </a:lnTo>
                  <a:lnTo>
                    <a:pt x="266926" y="477618"/>
                  </a:lnTo>
                  <a:lnTo>
                    <a:pt x="276198" y="443130"/>
                  </a:lnTo>
                  <a:lnTo>
                    <a:pt x="296596" y="362925"/>
                  </a:lnTo>
                  <a:lnTo>
                    <a:pt x="316993" y="271891"/>
                  </a:lnTo>
                  <a:lnTo>
                    <a:pt x="326265" y="204914"/>
                  </a:lnTo>
                  <a:lnTo>
                    <a:pt x="324913" y="176479"/>
                  </a:lnTo>
                  <a:lnTo>
                    <a:pt x="315447" y="194025"/>
                  </a:lnTo>
                  <a:lnTo>
                    <a:pt x="289755" y="281871"/>
                  </a:lnTo>
                  <a:lnTo>
                    <a:pt x="239723" y="464341"/>
                  </a:lnTo>
                  <a:lnTo>
                    <a:pt x="247089" y="302003"/>
                  </a:lnTo>
                  <a:lnTo>
                    <a:pt x="252153" y="180213"/>
                  </a:lnTo>
                  <a:lnTo>
                    <a:pt x="254455" y="103462"/>
                  </a:lnTo>
                  <a:lnTo>
                    <a:pt x="253046" y="102257"/>
                  </a:lnTo>
                  <a:lnTo>
                    <a:pt x="249222" y="123952"/>
                  </a:lnTo>
                  <a:lnTo>
                    <a:pt x="243586" y="163067"/>
                  </a:lnTo>
                  <a:lnTo>
                    <a:pt x="236742" y="214122"/>
                  </a:lnTo>
                  <a:lnTo>
                    <a:pt x="215002" y="384131"/>
                  </a:lnTo>
                  <a:lnTo>
                    <a:pt x="205541" y="456709"/>
                  </a:lnTo>
                  <a:lnTo>
                    <a:pt x="204132" y="464330"/>
                  </a:lnTo>
                  <a:lnTo>
                    <a:pt x="201334" y="445878"/>
                  </a:lnTo>
                  <a:lnTo>
                    <a:pt x="193799" y="405125"/>
                  </a:lnTo>
                  <a:lnTo>
                    <a:pt x="182818" y="348391"/>
                  </a:lnTo>
                  <a:lnTo>
                    <a:pt x="155684" y="212276"/>
                  </a:lnTo>
                  <a:lnTo>
                    <a:pt x="130258" y="88113"/>
                  </a:lnTo>
                  <a:lnTo>
                    <a:pt x="121413" y="46319"/>
                  </a:lnTo>
                  <a:lnTo>
                    <a:pt x="116868" y="26480"/>
                  </a:lnTo>
                  <a:lnTo>
                    <a:pt x="107989" y="0"/>
                  </a:lnTo>
                  <a:close/>
                </a:path>
              </a:pathLst>
            </a:custGeom>
            <a:solidFill>
              <a:srgbClr val="849C5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36" name="object 336" descr="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8712427" y="9552443"/>
              <a:ext cx="143817" cy="98620"/>
            </a:xfrm>
            <a:prstGeom prst="rect">
              <a:avLst/>
            </a:prstGeom>
          </p:spPr>
        </p:pic>
        <p:pic>
          <p:nvPicPr>
            <p:cNvPr id="337" name="object 337" descr="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8924938" y="9579154"/>
              <a:ext cx="142591" cy="65550"/>
            </a:xfrm>
            <a:prstGeom prst="rect">
              <a:avLst/>
            </a:prstGeom>
          </p:spPr>
        </p:pic>
        <p:pic>
          <p:nvPicPr>
            <p:cNvPr id="338" name="object 338" descr="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17151805" y="3794184"/>
              <a:ext cx="2768972" cy="4214432"/>
            </a:xfrm>
            <a:prstGeom prst="rect">
              <a:avLst/>
            </a:prstGeom>
          </p:spPr>
        </p:pic>
        <p:sp>
          <p:nvSpPr>
            <p:cNvPr id="339" name="object 339" descr=""/>
            <p:cNvSpPr/>
            <p:nvPr/>
          </p:nvSpPr>
          <p:spPr>
            <a:xfrm>
              <a:off x="12597251" y="8355736"/>
              <a:ext cx="151130" cy="139065"/>
            </a:xfrm>
            <a:custGeom>
              <a:avLst/>
              <a:gdLst/>
              <a:ahLst/>
              <a:cxnLst/>
              <a:rect l="l" t="t" r="r" b="b"/>
              <a:pathLst>
                <a:path w="151129" h="139065">
                  <a:moveTo>
                    <a:pt x="110834" y="0"/>
                  </a:moveTo>
                  <a:lnTo>
                    <a:pt x="0" y="0"/>
                  </a:lnTo>
                  <a:lnTo>
                    <a:pt x="0" y="138843"/>
                  </a:lnTo>
                  <a:lnTo>
                    <a:pt x="150738" y="138843"/>
                  </a:lnTo>
                  <a:lnTo>
                    <a:pt x="110834" y="0"/>
                  </a:lnTo>
                  <a:close/>
                </a:path>
              </a:pathLst>
            </a:custGeom>
            <a:solidFill>
              <a:srgbClr val="EFC77E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40" name="object 340" descr="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12773914" y="6527664"/>
              <a:ext cx="2451087" cy="3179584"/>
            </a:xfrm>
            <a:prstGeom prst="rect">
              <a:avLst/>
            </a:prstGeom>
          </p:spPr>
        </p:pic>
        <p:sp>
          <p:nvSpPr>
            <p:cNvPr id="341" name="object 341" descr=""/>
            <p:cNvSpPr/>
            <p:nvPr/>
          </p:nvSpPr>
          <p:spPr>
            <a:xfrm>
              <a:off x="16464877" y="5947172"/>
              <a:ext cx="136525" cy="209550"/>
            </a:xfrm>
            <a:custGeom>
              <a:avLst/>
              <a:gdLst/>
              <a:ahLst/>
              <a:cxnLst/>
              <a:rect l="l" t="t" r="r" b="b"/>
              <a:pathLst>
                <a:path w="136525" h="209550">
                  <a:moveTo>
                    <a:pt x="46857" y="0"/>
                  </a:moveTo>
                  <a:lnTo>
                    <a:pt x="0" y="0"/>
                  </a:lnTo>
                  <a:lnTo>
                    <a:pt x="0" y="209040"/>
                  </a:lnTo>
                  <a:lnTo>
                    <a:pt x="136362" y="209040"/>
                  </a:lnTo>
                  <a:lnTo>
                    <a:pt x="46857" y="0"/>
                  </a:lnTo>
                  <a:close/>
                </a:path>
              </a:pathLst>
            </a:custGeom>
            <a:solidFill>
              <a:srgbClr val="B3493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 descr=""/>
            <p:cNvSpPr/>
            <p:nvPr/>
          </p:nvSpPr>
          <p:spPr>
            <a:xfrm>
              <a:off x="16464880" y="6366267"/>
              <a:ext cx="675005" cy="634365"/>
            </a:xfrm>
            <a:custGeom>
              <a:avLst/>
              <a:gdLst/>
              <a:ahLst/>
              <a:cxnLst/>
              <a:rect l="l" t="t" r="r" b="b"/>
              <a:pathLst>
                <a:path w="675005" h="634365">
                  <a:moveTo>
                    <a:pt x="0" y="634012"/>
                  </a:moveTo>
                  <a:lnTo>
                    <a:pt x="674869" y="634012"/>
                  </a:lnTo>
                  <a:lnTo>
                    <a:pt x="674869" y="0"/>
                  </a:lnTo>
                  <a:lnTo>
                    <a:pt x="0" y="0"/>
                  </a:lnTo>
                  <a:lnTo>
                    <a:pt x="0" y="634012"/>
                  </a:lnTo>
                  <a:close/>
                </a:path>
              </a:pathLst>
            </a:custGeom>
            <a:solidFill>
              <a:srgbClr val="DFBA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 descr=""/>
            <p:cNvSpPr/>
            <p:nvPr/>
          </p:nvSpPr>
          <p:spPr>
            <a:xfrm>
              <a:off x="16733756" y="6439771"/>
              <a:ext cx="279400" cy="357505"/>
            </a:xfrm>
            <a:custGeom>
              <a:avLst/>
              <a:gdLst/>
              <a:ahLst/>
              <a:cxnLst/>
              <a:rect l="l" t="t" r="r" b="b"/>
              <a:pathLst>
                <a:path w="279400" h="357504">
                  <a:moveTo>
                    <a:pt x="139587" y="0"/>
                  </a:moveTo>
                  <a:lnTo>
                    <a:pt x="65867" y="13618"/>
                  </a:lnTo>
                  <a:lnTo>
                    <a:pt x="9053" y="62158"/>
                  </a:lnTo>
                  <a:lnTo>
                    <a:pt x="0" y="116624"/>
                  </a:lnTo>
                  <a:lnTo>
                    <a:pt x="0" y="357120"/>
                  </a:lnTo>
                  <a:lnTo>
                    <a:pt x="279174" y="357120"/>
                  </a:lnTo>
                  <a:lnTo>
                    <a:pt x="279174" y="116624"/>
                  </a:lnTo>
                  <a:lnTo>
                    <a:pt x="270120" y="65632"/>
                  </a:lnTo>
                  <a:lnTo>
                    <a:pt x="246429" y="34011"/>
                  </a:lnTo>
                  <a:lnTo>
                    <a:pt x="175957" y="6733"/>
                  </a:lnTo>
                  <a:lnTo>
                    <a:pt x="139587" y="0"/>
                  </a:lnTo>
                  <a:close/>
                </a:path>
              </a:pathLst>
            </a:custGeom>
            <a:solidFill>
              <a:srgbClr val="6F542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 descr=""/>
            <p:cNvSpPr/>
            <p:nvPr/>
          </p:nvSpPr>
          <p:spPr>
            <a:xfrm>
              <a:off x="16844033" y="6439771"/>
              <a:ext cx="168910" cy="357505"/>
            </a:xfrm>
            <a:custGeom>
              <a:avLst/>
              <a:gdLst/>
              <a:ahLst/>
              <a:cxnLst/>
              <a:rect l="l" t="t" r="r" b="b"/>
              <a:pathLst>
                <a:path w="168909" h="357504">
                  <a:moveTo>
                    <a:pt x="29308" y="0"/>
                  </a:moveTo>
                  <a:lnTo>
                    <a:pt x="14987" y="2590"/>
                  </a:lnTo>
                  <a:lnTo>
                    <a:pt x="0" y="4827"/>
                  </a:lnTo>
                  <a:lnTo>
                    <a:pt x="40165" y="13747"/>
                  </a:lnTo>
                  <a:lnTo>
                    <a:pt x="76739" y="30840"/>
                  </a:lnTo>
                  <a:lnTo>
                    <a:pt x="103354" y="62876"/>
                  </a:lnTo>
                  <a:lnTo>
                    <a:pt x="113640" y="116624"/>
                  </a:lnTo>
                  <a:lnTo>
                    <a:pt x="113640" y="357120"/>
                  </a:lnTo>
                  <a:lnTo>
                    <a:pt x="168895" y="357120"/>
                  </a:lnTo>
                  <a:lnTo>
                    <a:pt x="168895" y="116624"/>
                  </a:lnTo>
                  <a:lnTo>
                    <a:pt x="159841" y="65631"/>
                  </a:lnTo>
                  <a:lnTo>
                    <a:pt x="136150" y="34008"/>
                  </a:lnTo>
                  <a:lnTo>
                    <a:pt x="103027" y="16219"/>
                  </a:lnTo>
                  <a:lnTo>
                    <a:pt x="65678" y="6729"/>
                  </a:lnTo>
                  <a:lnTo>
                    <a:pt x="29308" y="0"/>
                  </a:lnTo>
                  <a:close/>
                </a:path>
              </a:pathLst>
            </a:custGeom>
            <a:solidFill>
              <a:srgbClr val="B99C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 descr=""/>
            <p:cNvSpPr/>
            <p:nvPr/>
          </p:nvSpPr>
          <p:spPr>
            <a:xfrm>
              <a:off x="16736212" y="6795091"/>
              <a:ext cx="326390" cy="52705"/>
            </a:xfrm>
            <a:custGeom>
              <a:avLst/>
              <a:gdLst/>
              <a:ahLst/>
              <a:cxnLst/>
              <a:rect l="l" t="t" r="r" b="b"/>
              <a:pathLst>
                <a:path w="326390" h="52704">
                  <a:moveTo>
                    <a:pt x="326178" y="0"/>
                  </a:moveTo>
                  <a:lnTo>
                    <a:pt x="0" y="0"/>
                  </a:lnTo>
                  <a:lnTo>
                    <a:pt x="0" y="52260"/>
                  </a:lnTo>
                  <a:lnTo>
                    <a:pt x="326178" y="52260"/>
                  </a:lnTo>
                  <a:lnTo>
                    <a:pt x="326178" y="0"/>
                  </a:lnTo>
                  <a:close/>
                </a:path>
              </a:pathLst>
            </a:custGeom>
            <a:solidFill>
              <a:srgbClr val="ECC5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 descr=""/>
            <p:cNvSpPr/>
            <p:nvPr/>
          </p:nvSpPr>
          <p:spPr>
            <a:xfrm>
              <a:off x="16703512" y="6795091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52260" y="0"/>
                  </a:moveTo>
                  <a:lnTo>
                    <a:pt x="0" y="0"/>
                  </a:lnTo>
                  <a:lnTo>
                    <a:pt x="0" y="52260"/>
                  </a:lnTo>
                  <a:lnTo>
                    <a:pt x="52260" y="52260"/>
                  </a:lnTo>
                  <a:lnTo>
                    <a:pt x="52260" y="0"/>
                  </a:lnTo>
                  <a:close/>
                </a:path>
              </a:pathLst>
            </a:custGeom>
            <a:solidFill>
              <a:srgbClr val="F5CC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 descr=""/>
            <p:cNvSpPr/>
            <p:nvPr/>
          </p:nvSpPr>
          <p:spPr>
            <a:xfrm>
              <a:off x="16733749" y="6582441"/>
              <a:ext cx="224154" cy="115570"/>
            </a:xfrm>
            <a:custGeom>
              <a:avLst/>
              <a:gdLst/>
              <a:ahLst/>
              <a:cxnLst/>
              <a:rect l="l" t="t" r="r" b="b"/>
              <a:pathLst>
                <a:path w="224155" h="115570">
                  <a:moveTo>
                    <a:pt x="223913" y="102717"/>
                  </a:moveTo>
                  <a:lnTo>
                    <a:pt x="0" y="102717"/>
                  </a:lnTo>
                  <a:lnTo>
                    <a:pt x="0" y="115341"/>
                  </a:lnTo>
                  <a:lnTo>
                    <a:pt x="223913" y="115341"/>
                  </a:lnTo>
                  <a:lnTo>
                    <a:pt x="223913" y="102717"/>
                  </a:lnTo>
                  <a:close/>
                </a:path>
                <a:path w="224155" h="115570">
                  <a:moveTo>
                    <a:pt x="223913" y="0"/>
                  </a:moveTo>
                  <a:lnTo>
                    <a:pt x="0" y="0"/>
                  </a:lnTo>
                  <a:lnTo>
                    <a:pt x="0" y="12623"/>
                  </a:lnTo>
                  <a:lnTo>
                    <a:pt x="223913" y="12623"/>
                  </a:lnTo>
                  <a:lnTo>
                    <a:pt x="223913" y="0"/>
                  </a:lnTo>
                  <a:close/>
                </a:path>
              </a:pathLst>
            </a:custGeom>
            <a:solidFill>
              <a:srgbClr val="5E46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 descr=""/>
            <p:cNvSpPr/>
            <p:nvPr/>
          </p:nvSpPr>
          <p:spPr>
            <a:xfrm>
              <a:off x="16464880" y="6111667"/>
              <a:ext cx="675005" cy="254635"/>
            </a:xfrm>
            <a:custGeom>
              <a:avLst/>
              <a:gdLst/>
              <a:ahLst/>
              <a:cxnLst/>
              <a:rect l="l" t="t" r="r" b="b"/>
              <a:pathLst>
                <a:path w="675005" h="254635">
                  <a:moveTo>
                    <a:pt x="674848" y="0"/>
                  </a:moveTo>
                  <a:lnTo>
                    <a:pt x="0" y="0"/>
                  </a:lnTo>
                  <a:lnTo>
                    <a:pt x="0" y="254599"/>
                  </a:lnTo>
                  <a:lnTo>
                    <a:pt x="674848" y="254599"/>
                  </a:lnTo>
                  <a:lnTo>
                    <a:pt x="674848" y="0"/>
                  </a:lnTo>
                  <a:close/>
                </a:path>
              </a:pathLst>
            </a:custGeom>
            <a:solidFill>
              <a:srgbClr val="B3493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 descr=""/>
            <p:cNvSpPr/>
            <p:nvPr/>
          </p:nvSpPr>
          <p:spPr>
            <a:xfrm>
              <a:off x="18019252" y="6994614"/>
              <a:ext cx="942340" cy="2705735"/>
            </a:xfrm>
            <a:custGeom>
              <a:avLst/>
              <a:gdLst/>
              <a:ahLst/>
              <a:cxnLst/>
              <a:rect l="l" t="t" r="r" b="b"/>
              <a:pathLst>
                <a:path w="942340" h="2705734">
                  <a:moveTo>
                    <a:pt x="0" y="2705666"/>
                  </a:moveTo>
                  <a:lnTo>
                    <a:pt x="941887" y="2705666"/>
                  </a:lnTo>
                  <a:lnTo>
                    <a:pt x="941887" y="0"/>
                  </a:lnTo>
                  <a:lnTo>
                    <a:pt x="0" y="0"/>
                  </a:lnTo>
                  <a:lnTo>
                    <a:pt x="0" y="2705666"/>
                  </a:lnTo>
                  <a:close/>
                </a:path>
              </a:pathLst>
            </a:custGeom>
            <a:solidFill>
              <a:srgbClr val="DFBA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 descr=""/>
            <p:cNvSpPr/>
            <p:nvPr/>
          </p:nvSpPr>
          <p:spPr>
            <a:xfrm>
              <a:off x="15470302" y="6362528"/>
              <a:ext cx="2549525" cy="3338195"/>
            </a:xfrm>
            <a:custGeom>
              <a:avLst/>
              <a:gdLst/>
              <a:ahLst/>
              <a:cxnLst/>
              <a:rect l="l" t="t" r="r" b="b"/>
              <a:pathLst>
                <a:path w="2549525" h="3338195">
                  <a:moveTo>
                    <a:pt x="2548940" y="2328583"/>
                  </a:moveTo>
                  <a:lnTo>
                    <a:pt x="994575" y="2328583"/>
                  </a:lnTo>
                  <a:lnTo>
                    <a:pt x="638644" y="2328583"/>
                  </a:lnTo>
                  <a:lnTo>
                    <a:pt x="0" y="2328583"/>
                  </a:lnTo>
                  <a:lnTo>
                    <a:pt x="0" y="3337763"/>
                  </a:lnTo>
                  <a:lnTo>
                    <a:pt x="638644" y="3337763"/>
                  </a:lnTo>
                  <a:lnTo>
                    <a:pt x="994575" y="3337763"/>
                  </a:lnTo>
                  <a:lnTo>
                    <a:pt x="2548940" y="3337763"/>
                  </a:lnTo>
                  <a:lnTo>
                    <a:pt x="2548940" y="2328583"/>
                  </a:lnTo>
                  <a:close/>
                </a:path>
                <a:path w="2549525" h="3338195">
                  <a:moveTo>
                    <a:pt x="2548940" y="637755"/>
                  </a:moveTo>
                  <a:lnTo>
                    <a:pt x="994575" y="637755"/>
                  </a:lnTo>
                  <a:lnTo>
                    <a:pt x="994575" y="0"/>
                  </a:lnTo>
                  <a:lnTo>
                    <a:pt x="0" y="0"/>
                  </a:lnTo>
                  <a:lnTo>
                    <a:pt x="0" y="2073948"/>
                  </a:lnTo>
                  <a:lnTo>
                    <a:pt x="638644" y="2073948"/>
                  </a:lnTo>
                  <a:lnTo>
                    <a:pt x="994575" y="2073948"/>
                  </a:lnTo>
                  <a:lnTo>
                    <a:pt x="2548940" y="2073948"/>
                  </a:lnTo>
                  <a:lnTo>
                    <a:pt x="2548940" y="637755"/>
                  </a:lnTo>
                  <a:close/>
                </a:path>
              </a:pathLst>
            </a:custGeom>
            <a:solidFill>
              <a:srgbClr val="F5CC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 descr=""/>
            <p:cNvSpPr/>
            <p:nvPr/>
          </p:nvSpPr>
          <p:spPr>
            <a:xfrm>
              <a:off x="15897669" y="7539780"/>
              <a:ext cx="2101215" cy="1776730"/>
            </a:xfrm>
            <a:custGeom>
              <a:avLst/>
              <a:gdLst/>
              <a:ahLst/>
              <a:cxnLst/>
              <a:rect l="l" t="t" r="r" b="b"/>
              <a:pathLst>
                <a:path w="2101215" h="1776729">
                  <a:moveTo>
                    <a:pt x="820420" y="32943"/>
                  </a:moveTo>
                  <a:lnTo>
                    <a:pt x="768946" y="13119"/>
                  </a:lnTo>
                  <a:lnTo>
                    <a:pt x="705040" y="6819"/>
                  </a:lnTo>
                  <a:lnTo>
                    <a:pt x="666076" y="4495"/>
                  </a:lnTo>
                  <a:lnTo>
                    <a:pt x="623417" y="2679"/>
                  </a:lnTo>
                  <a:lnTo>
                    <a:pt x="577761" y="1346"/>
                  </a:lnTo>
                  <a:lnTo>
                    <a:pt x="529844" y="469"/>
                  </a:lnTo>
                  <a:lnTo>
                    <a:pt x="480390" y="25"/>
                  </a:lnTo>
                  <a:lnTo>
                    <a:pt x="430123" y="0"/>
                  </a:lnTo>
                  <a:lnTo>
                    <a:pt x="379768" y="355"/>
                  </a:lnTo>
                  <a:lnTo>
                    <a:pt x="330034" y="1054"/>
                  </a:lnTo>
                  <a:lnTo>
                    <a:pt x="281660" y="2095"/>
                  </a:lnTo>
                  <a:lnTo>
                    <a:pt x="235369" y="3441"/>
                  </a:lnTo>
                  <a:lnTo>
                    <a:pt x="191871" y="5067"/>
                  </a:lnTo>
                  <a:lnTo>
                    <a:pt x="140944" y="9321"/>
                  </a:lnTo>
                  <a:lnTo>
                    <a:pt x="98539" y="17183"/>
                  </a:lnTo>
                  <a:lnTo>
                    <a:pt x="37668" y="42138"/>
                  </a:lnTo>
                  <a:lnTo>
                    <a:pt x="5956" y="76835"/>
                  </a:lnTo>
                  <a:lnTo>
                    <a:pt x="0" y="96850"/>
                  </a:lnTo>
                  <a:lnTo>
                    <a:pt x="88" y="118110"/>
                  </a:lnTo>
                  <a:lnTo>
                    <a:pt x="16751" y="162864"/>
                  </a:lnTo>
                  <a:lnTo>
                    <a:pt x="52628" y="207962"/>
                  </a:lnTo>
                  <a:lnTo>
                    <a:pt x="104406" y="250266"/>
                  </a:lnTo>
                  <a:lnTo>
                    <a:pt x="168770" y="286651"/>
                  </a:lnTo>
                  <a:lnTo>
                    <a:pt x="204647" y="301650"/>
                  </a:lnTo>
                  <a:lnTo>
                    <a:pt x="242417" y="313994"/>
                  </a:lnTo>
                  <a:lnTo>
                    <a:pt x="281673" y="323291"/>
                  </a:lnTo>
                  <a:lnTo>
                    <a:pt x="322008" y="329158"/>
                  </a:lnTo>
                  <a:lnTo>
                    <a:pt x="363016" y="331203"/>
                  </a:lnTo>
                  <a:lnTo>
                    <a:pt x="428967" y="329692"/>
                  </a:lnTo>
                  <a:lnTo>
                    <a:pt x="482854" y="325424"/>
                  </a:lnTo>
                  <a:lnTo>
                    <a:pt x="524865" y="318782"/>
                  </a:lnTo>
                  <a:lnTo>
                    <a:pt x="574255" y="299961"/>
                  </a:lnTo>
                  <a:lnTo>
                    <a:pt x="540766" y="251193"/>
                  </a:lnTo>
                  <a:lnTo>
                    <a:pt x="461543" y="227507"/>
                  </a:lnTo>
                  <a:lnTo>
                    <a:pt x="407111" y="217220"/>
                  </a:lnTo>
                  <a:lnTo>
                    <a:pt x="371576" y="210159"/>
                  </a:lnTo>
                  <a:lnTo>
                    <a:pt x="347954" y="202552"/>
                  </a:lnTo>
                  <a:lnTo>
                    <a:pt x="335305" y="194424"/>
                  </a:lnTo>
                  <a:lnTo>
                    <a:pt x="332651" y="185851"/>
                  </a:lnTo>
                  <a:lnTo>
                    <a:pt x="339039" y="176860"/>
                  </a:lnTo>
                  <a:lnTo>
                    <a:pt x="375056" y="157848"/>
                  </a:lnTo>
                  <a:lnTo>
                    <a:pt x="435648" y="137782"/>
                  </a:lnTo>
                  <a:lnTo>
                    <a:pt x="472744" y="127482"/>
                  </a:lnTo>
                  <a:lnTo>
                    <a:pt x="513092" y="117068"/>
                  </a:lnTo>
                  <a:lnTo>
                    <a:pt x="555726" y="106603"/>
                  </a:lnTo>
                  <a:lnTo>
                    <a:pt x="687717" y="75272"/>
                  </a:lnTo>
                  <a:lnTo>
                    <a:pt x="729856" y="65036"/>
                  </a:lnTo>
                  <a:lnTo>
                    <a:pt x="769454" y="54978"/>
                  </a:lnTo>
                  <a:lnTo>
                    <a:pt x="796429" y="46901"/>
                  </a:lnTo>
                  <a:lnTo>
                    <a:pt x="813168" y="39573"/>
                  </a:lnTo>
                  <a:lnTo>
                    <a:pt x="820420" y="32943"/>
                  </a:lnTo>
                  <a:close/>
                </a:path>
                <a:path w="2101215" h="1776729">
                  <a:moveTo>
                    <a:pt x="1949881" y="561746"/>
                  </a:moveTo>
                  <a:lnTo>
                    <a:pt x="1925980" y="529983"/>
                  </a:lnTo>
                  <a:lnTo>
                    <a:pt x="1880628" y="499567"/>
                  </a:lnTo>
                  <a:lnTo>
                    <a:pt x="1833232" y="474624"/>
                  </a:lnTo>
                  <a:lnTo>
                    <a:pt x="1745119" y="434594"/>
                  </a:lnTo>
                  <a:lnTo>
                    <a:pt x="1710804" y="416242"/>
                  </a:lnTo>
                  <a:lnTo>
                    <a:pt x="1687258" y="396849"/>
                  </a:lnTo>
                  <a:lnTo>
                    <a:pt x="1677695" y="374764"/>
                  </a:lnTo>
                  <a:lnTo>
                    <a:pt x="1685302" y="348361"/>
                  </a:lnTo>
                  <a:lnTo>
                    <a:pt x="1682267" y="314198"/>
                  </a:lnTo>
                  <a:lnTo>
                    <a:pt x="1630705" y="314693"/>
                  </a:lnTo>
                  <a:lnTo>
                    <a:pt x="1570494" y="329742"/>
                  </a:lnTo>
                  <a:lnTo>
                    <a:pt x="1541564" y="339229"/>
                  </a:lnTo>
                  <a:lnTo>
                    <a:pt x="1506283" y="339471"/>
                  </a:lnTo>
                  <a:lnTo>
                    <a:pt x="1467319" y="340169"/>
                  </a:lnTo>
                  <a:lnTo>
                    <a:pt x="1425486" y="341350"/>
                  </a:lnTo>
                  <a:lnTo>
                    <a:pt x="1381569" y="343027"/>
                  </a:lnTo>
                  <a:lnTo>
                    <a:pt x="1336421" y="345198"/>
                  </a:lnTo>
                  <a:lnTo>
                    <a:pt x="1290815" y="347865"/>
                  </a:lnTo>
                  <a:lnTo>
                    <a:pt x="1245577" y="351053"/>
                  </a:lnTo>
                  <a:lnTo>
                    <a:pt x="1201521" y="354761"/>
                  </a:lnTo>
                  <a:lnTo>
                    <a:pt x="1159459" y="359003"/>
                  </a:lnTo>
                  <a:lnTo>
                    <a:pt x="1120190" y="363778"/>
                  </a:lnTo>
                  <a:lnTo>
                    <a:pt x="1053299" y="374980"/>
                  </a:lnTo>
                  <a:lnTo>
                    <a:pt x="1007351" y="388442"/>
                  </a:lnTo>
                  <a:lnTo>
                    <a:pt x="988822" y="404215"/>
                  </a:lnTo>
                  <a:lnTo>
                    <a:pt x="991870" y="412991"/>
                  </a:lnTo>
                  <a:lnTo>
                    <a:pt x="1026642" y="432358"/>
                  </a:lnTo>
                  <a:lnTo>
                    <a:pt x="1112596" y="456476"/>
                  </a:lnTo>
                  <a:lnTo>
                    <a:pt x="1165567" y="468007"/>
                  </a:lnTo>
                  <a:lnTo>
                    <a:pt x="1217955" y="477824"/>
                  </a:lnTo>
                  <a:lnTo>
                    <a:pt x="1268844" y="486181"/>
                  </a:lnTo>
                  <a:lnTo>
                    <a:pt x="1317244" y="493369"/>
                  </a:lnTo>
                  <a:lnTo>
                    <a:pt x="1402880" y="505206"/>
                  </a:lnTo>
                  <a:lnTo>
                    <a:pt x="1438211" y="510387"/>
                  </a:lnTo>
                  <a:lnTo>
                    <a:pt x="1467294" y="515429"/>
                  </a:lnTo>
                  <a:lnTo>
                    <a:pt x="1489163" y="520573"/>
                  </a:lnTo>
                  <a:lnTo>
                    <a:pt x="1502905" y="526110"/>
                  </a:lnTo>
                  <a:lnTo>
                    <a:pt x="1507540" y="532282"/>
                  </a:lnTo>
                  <a:lnTo>
                    <a:pt x="1502143" y="539356"/>
                  </a:lnTo>
                  <a:lnTo>
                    <a:pt x="1485760" y="547598"/>
                  </a:lnTo>
                  <a:lnTo>
                    <a:pt x="1457439" y="557250"/>
                  </a:lnTo>
                  <a:lnTo>
                    <a:pt x="1427492" y="566851"/>
                  </a:lnTo>
                  <a:lnTo>
                    <a:pt x="1395895" y="578027"/>
                  </a:lnTo>
                  <a:lnTo>
                    <a:pt x="1331112" y="603935"/>
                  </a:lnTo>
                  <a:lnTo>
                    <a:pt x="1269898" y="632726"/>
                  </a:lnTo>
                  <a:lnTo>
                    <a:pt x="1219022" y="662114"/>
                  </a:lnTo>
                  <a:lnTo>
                    <a:pt x="1185278" y="689800"/>
                  </a:lnTo>
                  <a:lnTo>
                    <a:pt x="1175448" y="713524"/>
                  </a:lnTo>
                  <a:lnTo>
                    <a:pt x="1181633" y="723188"/>
                  </a:lnTo>
                  <a:lnTo>
                    <a:pt x="1196327" y="731012"/>
                  </a:lnTo>
                  <a:lnTo>
                    <a:pt x="1220406" y="736688"/>
                  </a:lnTo>
                  <a:lnTo>
                    <a:pt x="1254709" y="739965"/>
                  </a:lnTo>
                  <a:lnTo>
                    <a:pt x="1300073" y="740524"/>
                  </a:lnTo>
                  <a:lnTo>
                    <a:pt x="1357363" y="738111"/>
                  </a:lnTo>
                  <a:lnTo>
                    <a:pt x="1423746" y="733158"/>
                  </a:lnTo>
                  <a:lnTo>
                    <a:pt x="1488097" y="726833"/>
                  </a:lnTo>
                  <a:lnTo>
                    <a:pt x="1549984" y="719226"/>
                  </a:lnTo>
                  <a:lnTo>
                    <a:pt x="1608988" y="710450"/>
                  </a:lnTo>
                  <a:lnTo>
                    <a:pt x="1664716" y="700570"/>
                  </a:lnTo>
                  <a:lnTo>
                    <a:pt x="1716735" y="689698"/>
                  </a:lnTo>
                  <a:lnTo>
                    <a:pt x="1764639" y="677913"/>
                  </a:lnTo>
                  <a:lnTo>
                    <a:pt x="1808010" y="665302"/>
                  </a:lnTo>
                  <a:lnTo>
                    <a:pt x="1846440" y="651967"/>
                  </a:lnTo>
                  <a:lnTo>
                    <a:pt x="1906790" y="623468"/>
                  </a:lnTo>
                  <a:lnTo>
                    <a:pt x="1942376" y="593153"/>
                  </a:lnTo>
                  <a:lnTo>
                    <a:pt x="1949843" y="577545"/>
                  </a:lnTo>
                  <a:lnTo>
                    <a:pt x="1949881" y="561746"/>
                  </a:lnTo>
                  <a:close/>
                </a:path>
                <a:path w="2101215" h="1776729">
                  <a:moveTo>
                    <a:pt x="2101202" y="1317701"/>
                  </a:moveTo>
                  <a:lnTo>
                    <a:pt x="2093912" y="1294371"/>
                  </a:lnTo>
                  <a:lnTo>
                    <a:pt x="2072703" y="1279080"/>
                  </a:lnTo>
                  <a:lnTo>
                    <a:pt x="2035289" y="1273594"/>
                  </a:lnTo>
                  <a:lnTo>
                    <a:pt x="1880095" y="1274584"/>
                  </a:lnTo>
                  <a:lnTo>
                    <a:pt x="1719046" y="1276756"/>
                  </a:lnTo>
                  <a:lnTo>
                    <a:pt x="1541564" y="1279918"/>
                  </a:lnTo>
                  <a:lnTo>
                    <a:pt x="1506855" y="1276235"/>
                  </a:lnTo>
                  <a:lnTo>
                    <a:pt x="1466202" y="1274152"/>
                  </a:lnTo>
                  <a:lnTo>
                    <a:pt x="1421955" y="1273619"/>
                  </a:lnTo>
                  <a:lnTo>
                    <a:pt x="1376476" y="1274584"/>
                  </a:lnTo>
                  <a:lnTo>
                    <a:pt x="1332103" y="1276997"/>
                  </a:lnTo>
                  <a:lnTo>
                    <a:pt x="1291209" y="1280820"/>
                  </a:lnTo>
                  <a:lnTo>
                    <a:pt x="1229283" y="1292466"/>
                  </a:lnTo>
                  <a:lnTo>
                    <a:pt x="1209535" y="1309116"/>
                  </a:lnTo>
                  <a:lnTo>
                    <a:pt x="1221371" y="1319199"/>
                  </a:lnTo>
                  <a:lnTo>
                    <a:pt x="1293063" y="1340954"/>
                  </a:lnTo>
                  <a:lnTo>
                    <a:pt x="1340358" y="1349514"/>
                  </a:lnTo>
                  <a:lnTo>
                    <a:pt x="1390586" y="1356398"/>
                  </a:lnTo>
                  <a:lnTo>
                    <a:pt x="1441678" y="1361973"/>
                  </a:lnTo>
                  <a:lnTo>
                    <a:pt x="1491513" y="1366596"/>
                  </a:lnTo>
                  <a:lnTo>
                    <a:pt x="1538033" y="1370634"/>
                  </a:lnTo>
                  <a:lnTo>
                    <a:pt x="1579118" y="1374432"/>
                  </a:lnTo>
                  <a:lnTo>
                    <a:pt x="1612696" y="1378369"/>
                  </a:lnTo>
                  <a:lnTo>
                    <a:pt x="1636661" y="1382801"/>
                  </a:lnTo>
                  <a:lnTo>
                    <a:pt x="1648942" y="1388084"/>
                  </a:lnTo>
                  <a:lnTo>
                    <a:pt x="1647431" y="1394574"/>
                  </a:lnTo>
                  <a:lnTo>
                    <a:pt x="1630045" y="1402626"/>
                  </a:lnTo>
                  <a:lnTo>
                    <a:pt x="1585607" y="1416240"/>
                  </a:lnTo>
                  <a:lnTo>
                    <a:pt x="1544485" y="1427302"/>
                  </a:lnTo>
                  <a:lnTo>
                    <a:pt x="1511033" y="1437220"/>
                  </a:lnTo>
                  <a:lnTo>
                    <a:pt x="1489646" y="1447431"/>
                  </a:lnTo>
                  <a:lnTo>
                    <a:pt x="1484680" y="1459382"/>
                  </a:lnTo>
                  <a:lnTo>
                    <a:pt x="1500530" y="1474482"/>
                  </a:lnTo>
                  <a:lnTo>
                    <a:pt x="1595640" y="1520063"/>
                  </a:lnTo>
                  <a:lnTo>
                    <a:pt x="1632115" y="1546910"/>
                  </a:lnTo>
                  <a:lnTo>
                    <a:pt x="1655165" y="1577238"/>
                  </a:lnTo>
                  <a:lnTo>
                    <a:pt x="1668945" y="1613560"/>
                  </a:lnTo>
                  <a:lnTo>
                    <a:pt x="1677606" y="1658391"/>
                  </a:lnTo>
                  <a:lnTo>
                    <a:pt x="1685302" y="1714220"/>
                  </a:lnTo>
                  <a:lnTo>
                    <a:pt x="1697545" y="1740954"/>
                  </a:lnTo>
                  <a:lnTo>
                    <a:pt x="1723631" y="1759610"/>
                  </a:lnTo>
                  <a:lnTo>
                    <a:pt x="1760550" y="1771103"/>
                  </a:lnTo>
                  <a:lnTo>
                    <a:pt x="1805279" y="1776349"/>
                  </a:lnTo>
                  <a:lnTo>
                    <a:pt x="1854784" y="1776272"/>
                  </a:lnTo>
                  <a:lnTo>
                    <a:pt x="1906079" y="1771789"/>
                  </a:lnTo>
                  <a:lnTo>
                    <a:pt x="1956104" y="1763826"/>
                  </a:lnTo>
                  <a:lnTo>
                    <a:pt x="2001862" y="1753298"/>
                  </a:lnTo>
                  <a:lnTo>
                    <a:pt x="2040318" y="1741119"/>
                  </a:lnTo>
                  <a:lnTo>
                    <a:pt x="2083269" y="1715490"/>
                  </a:lnTo>
                  <a:lnTo>
                    <a:pt x="2081707" y="1703882"/>
                  </a:lnTo>
                  <a:lnTo>
                    <a:pt x="2050745" y="1684858"/>
                  </a:lnTo>
                  <a:lnTo>
                    <a:pt x="2007501" y="1669351"/>
                  </a:lnTo>
                  <a:lnTo>
                    <a:pt x="1961997" y="1655292"/>
                  </a:lnTo>
                  <a:lnTo>
                    <a:pt x="1924265" y="1640624"/>
                  </a:lnTo>
                  <a:lnTo>
                    <a:pt x="1904352" y="1623275"/>
                  </a:lnTo>
                  <a:lnTo>
                    <a:pt x="1912264" y="1601165"/>
                  </a:lnTo>
                  <a:lnTo>
                    <a:pt x="1928787" y="1584147"/>
                  </a:lnTo>
                  <a:lnTo>
                    <a:pt x="1951697" y="1559420"/>
                  </a:lnTo>
                  <a:lnTo>
                    <a:pt x="1978736" y="1528749"/>
                  </a:lnTo>
                  <a:lnTo>
                    <a:pt x="2007641" y="1493862"/>
                  </a:lnTo>
                  <a:lnTo>
                    <a:pt x="2036165" y="1456537"/>
                  </a:lnTo>
                  <a:lnTo>
                    <a:pt x="2062035" y="1418501"/>
                  </a:lnTo>
                  <a:lnTo>
                    <a:pt x="2083003" y="1381518"/>
                  </a:lnTo>
                  <a:lnTo>
                    <a:pt x="2096808" y="1347330"/>
                  </a:lnTo>
                  <a:lnTo>
                    <a:pt x="2101202" y="1317701"/>
                  </a:lnTo>
                  <a:close/>
                </a:path>
              </a:pathLst>
            </a:custGeom>
            <a:solidFill>
              <a:srgbClr val="DFBA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 descr=""/>
            <p:cNvSpPr/>
            <p:nvPr/>
          </p:nvSpPr>
          <p:spPr>
            <a:xfrm>
              <a:off x="16548735" y="6785387"/>
              <a:ext cx="1470660" cy="392430"/>
            </a:xfrm>
            <a:custGeom>
              <a:avLst/>
              <a:gdLst/>
              <a:ahLst/>
              <a:cxnLst/>
              <a:rect l="l" t="t" r="r" b="b"/>
              <a:pathLst>
                <a:path w="1470659" h="392429">
                  <a:moveTo>
                    <a:pt x="367626" y="195973"/>
                  </a:moveTo>
                  <a:lnTo>
                    <a:pt x="361061" y="143878"/>
                  </a:lnTo>
                  <a:lnTo>
                    <a:pt x="342531" y="97066"/>
                  </a:lnTo>
                  <a:lnTo>
                    <a:pt x="313791" y="57404"/>
                  </a:lnTo>
                  <a:lnTo>
                    <a:pt x="276593" y="26758"/>
                  </a:lnTo>
                  <a:lnTo>
                    <a:pt x="232676" y="6997"/>
                  </a:lnTo>
                  <a:lnTo>
                    <a:pt x="183807" y="0"/>
                  </a:lnTo>
                  <a:lnTo>
                    <a:pt x="134950" y="6997"/>
                  </a:lnTo>
                  <a:lnTo>
                    <a:pt x="91046" y="26758"/>
                  </a:lnTo>
                  <a:lnTo>
                    <a:pt x="53835" y="57404"/>
                  </a:lnTo>
                  <a:lnTo>
                    <a:pt x="25095" y="97066"/>
                  </a:lnTo>
                  <a:lnTo>
                    <a:pt x="6565" y="143878"/>
                  </a:lnTo>
                  <a:lnTo>
                    <a:pt x="0" y="195973"/>
                  </a:lnTo>
                  <a:lnTo>
                    <a:pt x="6565" y="248069"/>
                  </a:lnTo>
                  <a:lnTo>
                    <a:pt x="25095" y="294894"/>
                  </a:lnTo>
                  <a:lnTo>
                    <a:pt x="53835" y="334556"/>
                  </a:lnTo>
                  <a:lnTo>
                    <a:pt x="91046" y="365188"/>
                  </a:lnTo>
                  <a:lnTo>
                    <a:pt x="134950" y="384949"/>
                  </a:lnTo>
                  <a:lnTo>
                    <a:pt x="183807" y="391947"/>
                  </a:lnTo>
                  <a:lnTo>
                    <a:pt x="232676" y="384949"/>
                  </a:lnTo>
                  <a:lnTo>
                    <a:pt x="276593" y="365188"/>
                  </a:lnTo>
                  <a:lnTo>
                    <a:pt x="313791" y="334556"/>
                  </a:lnTo>
                  <a:lnTo>
                    <a:pt x="342531" y="294894"/>
                  </a:lnTo>
                  <a:lnTo>
                    <a:pt x="361061" y="248069"/>
                  </a:lnTo>
                  <a:lnTo>
                    <a:pt x="367626" y="195973"/>
                  </a:lnTo>
                  <a:close/>
                </a:path>
                <a:path w="1470659" h="392429">
                  <a:moveTo>
                    <a:pt x="735253" y="195973"/>
                  </a:moveTo>
                  <a:lnTo>
                    <a:pt x="728687" y="143878"/>
                  </a:lnTo>
                  <a:lnTo>
                    <a:pt x="710158" y="97066"/>
                  </a:lnTo>
                  <a:lnTo>
                    <a:pt x="681418" y="57404"/>
                  </a:lnTo>
                  <a:lnTo>
                    <a:pt x="644220" y="26758"/>
                  </a:lnTo>
                  <a:lnTo>
                    <a:pt x="600303" y="6997"/>
                  </a:lnTo>
                  <a:lnTo>
                    <a:pt x="551434" y="0"/>
                  </a:lnTo>
                  <a:lnTo>
                    <a:pt x="502577" y="6997"/>
                  </a:lnTo>
                  <a:lnTo>
                    <a:pt x="458673" y="26758"/>
                  </a:lnTo>
                  <a:lnTo>
                    <a:pt x="421462" y="57404"/>
                  </a:lnTo>
                  <a:lnTo>
                    <a:pt x="392722" y="97066"/>
                  </a:lnTo>
                  <a:lnTo>
                    <a:pt x="374192" y="143878"/>
                  </a:lnTo>
                  <a:lnTo>
                    <a:pt x="367626" y="195973"/>
                  </a:lnTo>
                  <a:lnTo>
                    <a:pt x="374192" y="248069"/>
                  </a:lnTo>
                  <a:lnTo>
                    <a:pt x="392722" y="294894"/>
                  </a:lnTo>
                  <a:lnTo>
                    <a:pt x="421462" y="334556"/>
                  </a:lnTo>
                  <a:lnTo>
                    <a:pt x="458673" y="365188"/>
                  </a:lnTo>
                  <a:lnTo>
                    <a:pt x="502577" y="384949"/>
                  </a:lnTo>
                  <a:lnTo>
                    <a:pt x="551434" y="391947"/>
                  </a:lnTo>
                  <a:lnTo>
                    <a:pt x="600303" y="384949"/>
                  </a:lnTo>
                  <a:lnTo>
                    <a:pt x="644220" y="365188"/>
                  </a:lnTo>
                  <a:lnTo>
                    <a:pt x="681418" y="334556"/>
                  </a:lnTo>
                  <a:lnTo>
                    <a:pt x="710158" y="294894"/>
                  </a:lnTo>
                  <a:lnTo>
                    <a:pt x="728687" y="248069"/>
                  </a:lnTo>
                  <a:lnTo>
                    <a:pt x="735253" y="195973"/>
                  </a:lnTo>
                  <a:close/>
                </a:path>
                <a:path w="1470659" h="392429">
                  <a:moveTo>
                    <a:pt x="1102880" y="195973"/>
                  </a:moveTo>
                  <a:lnTo>
                    <a:pt x="1096314" y="143878"/>
                  </a:lnTo>
                  <a:lnTo>
                    <a:pt x="1077785" y="97066"/>
                  </a:lnTo>
                  <a:lnTo>
                    <a:pt x="1049045" y="57404"/>
                  </a:lnTo>
                  <a:lnTo>
                    <a:pt x="1011847" y="26758"/>
                  </a:lnTo>
                  <a:lnTo>
                    <a:pt x="967930" y="6997"/>
                  </a:lnTo>
                  <a:lnTo>
                    <a:pt x="919060" y="0"/>
                  </a:lnTo>
                  <a:lnTo>
                    <a:pt x="870204" y="6997"/>
                  </a:lnTo>
                  <a:lnTo>
                    <a:pt x="826287" y="26758"/>
                  </a:lnTo>
                  <a:lnTo>
                    <a:pt x="789089" y="57404"/>
                  </a:lnTo>
                  <a:lnTo>
                    <a:pt x="760349" y="97066"/>
                  </a:lnTo>
                  <a:lnTo>
                    <a:pt x="741819" y="143878"/>
                  </a:lnTo>
                  <a:lnTo>
                    <a:pt x="735253" y="195973"/>
                  </a:lnTo>
                  <a:lnTo>
                    <a:pt x="741819" y="248069"/>
                  </a:lnTo>
                  <a:lnTo>
                    <a:pt x="760349" y="294894"/>
                  </a:lnTo>
                  <a:lnTo>
                    <a:pt x="789089" y="334556"/>
                  </a:lnTo>
                  <a:lnTo>
                    <a:pt x="826287" y="365188"/>
                  </a:lnTo>
                  <a:lnTo>
                    <a:pt x="870204" y="384949"/>
                  </a:lnTo>
                  <a:lnTo>
                    <a:pt x="919060" y="391947"/>
                  </a:lnTo>
                  <a:lnTo>
                    <a:pt x="967930" y="384949"/>
                  </a:lnTo>
                  <a:lnTo>
                    <a:pt x="1011847" y="365188"/>
                  </a:lnTo>
                  <a:lnTo>
                    <a:pt x="1049045" y="334556"/>
                  </a:lnTo>
                  <a:lnTo>
                    <a:pt x="1077785" y="294894"/>
                  </a:lnTo>
                  <a:lnTo>
                    <a:pt x="1096314" y="248069"/>
                  </a:lnTo>
                  <a:lnTo>
                    <a:pt x="1102880" y="195973"/>
                  </a:lnTo>
                  <a:close/>
                </a:path>
                <a:path w="1470659" h="392429">
                  <a:moveTo>
                    <a:pt x="1470507" y="195973"/>
                  </a:moveTo>
                  <a:lnTo>
                    <a:pt x="1463941" y="143878"/>
                  </a:lnTo>
                  <a:lnTo>
                    <a:pt x="1445412" y="97066"/>
                  </a:lnTo>
                  <a:lnTo>
                    <a:pt x="1416672" y="57404"/>
                  </a:lnTo>
                  <a:lnTo>
                    <a:pt x="1379474" y="26758"/>
                  </a:lnTo>
                  <a:lnTo>
                    <a:pt x="1335557" y="6997"/>
                  </a:lnTo>
                  <a:lnTo>
                    <a:pt x="1286687" y="0"/>
                  </a:lnTo>
                  <a:lnTo>
                    <a:pt x="1237830" y="6997"/>
                  </a:lnTo>
                  <a:lnTo>
                    <a:pt x="1193914" y="26758"/>
                  </a:lnTo>
                  <a:lnTo>
                    <a:pt x="1156716" y="57404"/>
                  </a:lnTo>
                  <a:lnTo>
                    <a:pt x="1127975" y="97066"/>
                  </a:lnTo>
                  <a:lnTo>
                    <a:pt x="1109446" y="143878"/>
                  </a:lnTo>
                  <a:lnTo>
                    <a:pt x="1102880" y="195973"/>
                  </a:lnTo>
                  <a:lnTo>
                    <a:pt x="1109446" y="248069"/>
                  </a:lnTo>
                  <a:lnTo>
                    <a:pt x="1127975" y="294894"/>
                  </a:lnTo>
                  <a:lnTo>
                    <a:pt x="1156716" y="334556"/>
                  </a:lnTo>
                  <a:lnTo>
                    <a:pt x="1193914" y="365188"/>
                  </a:lnTo>
                  <a:lnTo>
                    <a:pt x="1237830" y="384949"/>
                  </a:lnTo>
                  <a:lnTo>
                    <a:pt x="1286687" y="391947"/>
                  </a:lnTo>
                  <a:lnTo>
                    <a:pt x="1335557" y="384949"/>
                  </a:lnTo>
                  <a:lnTo>
                    <a:pt x="1379474" y="365188"/>
                  </a:lnTo>
                  <a:lnTo>
                    <a:pt x="1416672" y="334556"/>
                  </a:lnTo>
                  <a:lnTo>
                    <a:pt x="1445412" y="294894"/>
                  </a:lnTo>
                  <a:lnTo>
                    <a:pt x="1463941" y="248069"/>
                  </a:lnTo>
                  <a:lnTo>
                    <a:pt x="1470507" y="195973"/>
                  </a:lnTo>
                  <a:close/>
                </a:path>
              </a:pathLst>
            </a:custGeom>
            <a:solidFill>
              <a:srgbClr val="F5CC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 descr=""/>
            <p:cNvSpPr/>
            <p:nvPr/>
          </p:nvSpPr>
          <p:spPr>
            <a:xfrm>
              <a:off x="18019242" y="6785387"/>
              <a:ext cx="942340" cy="392430"/>
            </a:xfrm>
            <a:custGeom>
              <a:avLst/>
              <a:gdLst/>
              <a:ahLst/>
              <a:cxnLst/>
              <a:rect l="l" t="t" r="r" b="b"/>
              <a:pathLst>
                <a:path w="942340" h="392429">
                  <a:moveTo>
                    <a:pt x="367626" y="195973"/>
                  </a:moveTo>
                  <a:lnTo>
                    <a:pt x="361061" y="143878"/>
                  </a:lnTo>
                  <a:lnTo>
                    <a:pt x="342531" y="97066"/>
                  </a:lnTo>
                  <a:lnTo>
                    <a:pt x="313791" y="57404"/>
                  </a:lnTo>
                  <a:lnTo>
                    <a:pt x="276580" y="26758"/>
                  </a:lnTo>
                  <a:lnTo>
                    <a:pt x="232676" y="6997"/>
                  </a:lnTo>
                  <a:lnTo>
                    <a:pt x="183807" y="0"/>
                  </a:lnTo>
                  <a:lnTo>
                    <a:pt x="134937" y="6997"/>
                  </a:lnTo>
                  <a:lnTo>
                    <a:pt x="91033" y="26758"/>
                  </a:lnTo>
                  <a:lnTo>
                    <a:pt x="53835" y="57404"/>
                  </a:lnTo>
                  <a:lnTo>
                    <a:pt x="25095" y="97066"/>
                  </a:lnTo>
                  <a:lnTo>
                    <a:pt x="6565" y="143878"/>
                  </a:lnTo>
                  <a:lnTo>
                    <a:pt x="0" y="195973"/>
                  </a:lnTo>
                  <a:lnTo>
                    <a:pt x="6565" y="248069"/>
                  </a:lnTo>
                  <a:lnTo>
                    <a:pt x="25095" y="294894"/>
                  </a:lnTo>
                  <a:lnTo>
                    <a:pt x="53835" y="334556"/>
                  </a:lnTo>
                  <a:lnTo>
                    <a:pt x="91033" y="365188"/>
                  </a:lnTo>
                  <a:lnTo>
                    <a:pt x="134937" y="384949"/>
                  </a:lnTo>
                  <a:lnTo>
                    <a:pt x="183807" y="391947"/>
                  </a:lnTo>
                  <a:lnTo>
                    <a:pt x="232676" y="384949"/>
                  </a:lnTo>
                  <a:lnTo>
                    <a:pt x="276580" y="365188"/>
                  </a:lnTo>
                  <a:lnTo>
                    <a:pt x="313791" y="334556"/>
                  </a:lnTo>
                  <a:lnTo>
                    <a:pt x="342531" y="294894"/>
                  </a:lnTo>
                  <a:lnTo>
                    <a:pt x="361061" y="248069"/>
                  </a:lnTo>
                  <a:lnTo>
                    <a:pt x="367626" y="195973"/>
                  </a:lnTo>
                  <a:close/>
                </a:path>
                <a:path w="942340" h="392429">
                  <a:moveTo>
                    <a:pt x="941882" y="195973"/>
                  </a:moveTo>
                  <a:lnTo>
                    <a:pt x="935329" y="143878"/>
                  </a:lnTo>
                  <a:lnTo>
                    <a:pt x="916800" y="97066"/>
                  </a:lnTo>
                  <a:lnTo>
                    <a:pt x="888047" y="57404"/>
                  </a:lnTo>
                  <a:lnTo>
                    <a:pt x="850849" y="26758"/>
                  </a:lnTo>
                  <a:lnTo>
                    <a:pt x="806945" y="6997"/>
                  </a:lnTo>
                  <a:lnTo>
                    <a:pt x="758075" y="0"/>
                  </a:lnTo>
                  <a:lnTo>
                    <a:pt x="709206" y="6997"/>
                  </a:lnTo>
                  <a:lnTo>
                    <a:pt x="665302" y="26758"/>
                  </a:lnTo>
                  <a:lnTo>
                    <a:pt x="654748" y="35458"/>
                  </a:lnTo>
                  <a:lnTo>
                    <a:pt x="644207" y="26758"/>
                  </a:lnTo>
                  <a:lnTo>
                    <a:pt x="600303" y="6997"/>
                  </a:lnTo>
                  <a:lnTo>
                    <a:pt x="551434" y="0"/>
                  </a:lnTo>
                  <a:lnTo>
                    <a:pt x="502564" y="6997"/>
                  </a:lnTo>
                  <a:lnTo>
                    <a:pt x="458660" y="26758"/>
                  </a:lnTo>
                  <a:lnTo>
                    <a:pt x="421462" y="57404"/>
                  </a:lnTo>
                  <a:lnTo>
                    <a:pt x="392722" y="97066"/>
                  </a:lnTo>
                  <a:lnTo>
                    <a:pt x="374192" y="143878"/>
                  </a:lnTo>
                  <a:lnTo>
                    <a:pt x="367626" y="195973"/>
                  </a:lnTo>
                  <a:lnTo>
                    <a:pt x="374192" y="248069"/>
                  </a:lnTo>
                  <a:lnTo>
                    <a:pt x="392722" y="294894"/>
                  </a:lnTo>
                  <a:lnTo>
                    <a:pt x="421462" y="334556"/>
                  </a:lnTo>
                  <a:lnTo>
                    <a:pt x="458660" y="365188"/>
                  </a:lnTo>
                  <a:lnTo>
                    <a:pt x="502564" y="384949"/>
                  </a:lnTo>
                  <a:lnTo>
                    <a:pt x="551434" y="391947"/>
                  </a:lnTo>
                  <a:lnTo>
                    <a:pt x="600303" y="384949"/>
                  </a:lnTo>
                  <a:lnTo>
                    <a:pt x="644207" y="365188"/>
                  </a:lnTo>
                  <a:lnTo>
                    <a:pt x="654748" y="356514"/>
                  </a:lnTo>
                  <a:lnTo>
                    <a:pt x="665302" y="365188"/>
                  </a:lnTo>
                  <a:lnTo>
                    <a:pt x="709206" y="384949"/>
                  </a:lnTo>
                  <a:lnTo>
                    <a:pt x="758075" y="391947"/>
                  </a:lnTo>
                  <a:lnTo>
                    <a:pt x="806945" y="384949"/>
                  </a:lnTo>
                  <a:lnTo>
                    <a:pt x="850849" y="365188"/>
                  </a:lnTo>
                  <a:lnTo>
                    <a:pt x="888047" y="334556"/>
                  </a:lnTo>
                  <a:lnTo>
                    <a:pt x="916800" y="294894"/>
                  </a:lnTo>
                  <a:lnTo>
                    <a:pt x="935329" y="248069"/>
                  </a:lnTo>
                  <a:lnTo>
                    <a:pt x="941882" y="195973"/>
                  </a:lnTo>
                  <a:close/>
                </a:path>
              </a:pathLst>
            </a:custGeom>
            <a:solidFill>
              <a:srgbClr val="DFBA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 descr=""/>
            <p:cNvSpPr/>
            <p:nvPr/>
          </p:nvSpPr>
          <p:spPr>
            <a:xfrm>
              <a:off x="15462910" y="5947174"/>
              <a:ext cx="2556510" cy="2744470"/>
            </a:xfrm>
            <a:custGeom>
              <a:avLst/>
              <a:gdLst/>
              <a:ahLst/>
              <a:cxnLst/>
              <a:rect l="l" t="t" r="r" b="b"/>
              <a:pathLst>
                <a:path w="2556509" h="2744470">
                  <a:moveTo>
                    <a:pt x="1001966" y="160705"/>
                  </a:moveTo>
                  <a:lnTo>
                    <a:pt x="1001953" y="0"/>
                  </a:lnTo>
                  <a:lnTo>
                    <a:pt x="870407" y="0"/>
                  </a:lnTo>
                  <a:lnTo>
                    <a:pt x="801598" y="160705"/>
                  </a:lnTo>
                  <a:lnTo>
                    <a:pt x="200355" y="160705"/>
                  </a:lnTo>
                  <a:lnTo>
                    <a:pt x="131559" y="0"/>
                  </a:lnTo>
                  <a:lnTo>
                    <a:pt x="12" y="0"/>
                  </a:lnTo>
                  <a:lnTo>
                    <a:pt x="12" y="160705"/>
                  </a:lnTo>
                  <a:lnTo>
                    <a:pt x="0" y="415353"/>
                  </a:lnTo>
                  <a:lnTo>
                    <a:pt x="1001966" y="415353"/>
                  </a:lnTo>
                  <a:lnTo>
                    <a:pt x="1001966" y="160705"/>
                  </a:lnTo>
                  <a:close/>
                </a:path>
                <a:path w="2556509" h="2744470">
                  <a:moveTo>
                    <a:pt x="2556332" y="2489301"/>
                  </a:moveTo>
                  <a:lnTo>
                    <a:pt x="0" y="2489301"/>
                  </a:lnTo>
                  <a:lnTo>
                    <a:pt x="0" y="2743936"/>
                  </a:lnTo>
                  <a:lnTo>
                    <a:pt x="2556332" y="2743936"/>
                  </a:lnTo>
                  <a:lnTo>
                    <a:pt x="2556332" y="2489301"/>
                  </a:lnTo>
                  <a:close/>
                </a:path>
              </a:pathLst>
            </a:custGeom>
            <a:solidFill>
              <a:srgbClr val="BA5B4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 descr=""/>
            <p:cNvSpPr/>
            <p:nvPr/>
          </p:nvSpPr>
          <p:spPr>
            <a:xfrm>
              <a:off x="16971233" y="5950945"/>
              <a:ext cx="168910" cy="209550"/>
            </a:xfrm>
            <a:custGeom>
              <a:avLst/>
              <a:gdLst/>
              <a:ahLst/>
              <a:cxnLst/>
              <a:rect l="l" t="t" r="r" b="b"/>
              <a:pathLst>
                <a:path w="168909" h="209550">
                  <a:moveTo>
                    <a:pt x="168518" y="0"/>
                  </a:moveTo>
                  <a:lnTo>
                    <a:pt x="89505" y="0"/>
                  </a:lnTo>
                  <a:lnTo>
                    <a:pt x="0" y="209040"/>
                  </a:lnTo>
                  <a:lnTo>
                    <a:pt x="168518" y="209040"/>
                  </a:lnTo>
                  <a:lnTo>
                    <a:pt x="168518" y="0"/>
                  </a:lnTo>
                  <a:close/>
                </a:path>
              </a:pathLst>
            </a:custGeom>
            <a:solidFill>
              <a:srgbClr val="B3493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 descr=""/>
            <p:cNvSpPr/>
            <p:nvPr/>
          </p:nvSpPr>
          <p:spPr>
            <a:xfrm>
              <a:off x="15462921" y="6195465"/>
              <a:ext cx="819785" cy="106680"/>
            </a:xfrm>
            <a:custGeom>
              <a:avLst/>
              <a:gdLst/>
              <a:ahLst/>
              <a:cxnLst/>
              <a:rect l="l" t="t" r="r" b="b"/>
              <a:pathLst>
                <a:path w="819784" h="106679">
                  <a:moveTo>
                    <a:pt x="0" y="0"/>
                  </a:moveTo>
                  <a:lnTo>
                    <a:pt x="104" y="45977"/>
                  </a:lnTo>
                  <a:lnTo>
                    <a:pt x="168371" y="106258"/>
                  </a:lnTo>
                  <a:lnTo>
                    <a:pt x="329351" y="48595"/>
                  </a:lnTo>
                  <a:lnTo>
                    <a:pt x="490330" y="106258"/>
                  </a:lnTo>
                  <a:lnTo>
                    <a:pt x="651330" y="48595"/>
                  </a:lnTo>
                  <a:lnTo>
                    <a:pt x="805033" y="103651"/>
                  </a:lnTo>
                  <a:lnTo>
                    <a:pt x="819619" y="62930"/>
                  </a:lnTo>
                  <a:lnTo>
                    <a:pt x="651330" y="2649"/>
                  </a:lnTo>
                  <a:lnTo>
                    <a:pt x="490330" y="60322"/>
                  </a:lnTo>
                  <a:lnTo>
                    <a:pt x="329351" y="2649"/>
                  </a:lnTo>
                  <a:lnTo>
                    <a:pt x="168371" y="603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CC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 descr=""/>
            <p:cNvSpPr/>
            <p:nvPr/>
          </p:nvSpPr>
          <p:spPr>
            <a:xfrm>
              <a:off x="16104959" y="6198101"/>
              <a:ext cx="819785" cy="104139"/>
            </a:xfrm>
            <a:custGeom>
              <a:avLst/>
              <a:gdLst/>
              <a:ahLst/>
              <a:cxnLst/>
              <a:rect l="l" t="t" r="r" b="b"/>
              <a:pathLst>
                <a:path w="819784" h="104139">
                  <a:moveTo>
                    <a:pt x="359918" y="10947"/>
                  </a:moveTo>
                  <a:lnTo>
                    <a:pt x="329285" y="0"/>
                  </a:lnTo>
                  <a:lnTo>
                    <a:pt x="168325" y="57658"/>
                  </a:lnTo>
                  <a:lnTo>
                    <a:pt x="14643" y="2667"/>
                  </a:lnTo>
                  <a:lnTo>
                    <a:pt x="0" y="43319"/>
                  </a:lnTo>
                  <a:lnTo>
                    <a:pt x="168325" y="103644"/>
                  </a:lnTo>
                  <a:lnTo>
                    <a:pt x="329285" y="45986"/>
                  </a:lnTo>
                  <a:lnTo>
                    <a:pt x="359918" y="56946"/>
                  </a:lnTo>
                  <a:lnTo>
                    <a:pt x="359918" y="10947"/>
                  </a:lnTo>
                  <a:close/>
                </a:path>
                <a:path w="819784" h="104139">
                  <a:moveTo>
                    <a:pt x="819518" y="60325"/>
                  </a:moveTo>
                  <a:lnTo>
                    <a:pt x="770788" y="42887"/>
                  </a:lnTo>
                  <a:lnTo>
                    <a:pt x="770788" y="88722"/>
                  </a:lnTo>
                  <a:lnTo>
                    <a:pt x="804951" y="100990"/>
                  </a:lnTo>
                  <a:lnTo>
                    <a:pt x="819518" y="60325"/>
                  </a:lnTo>
                  <a:close/>
                </a:path>
              </a:pathLst>
            </a:custGeom>
            <a:solidFill>
              <a:srgbClr val="F5CC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 descr=""/>
            <p:cNvSpPr/>
            <p:nvPr/>
          </p:nvSpPr>
          <p:spPr>
            <a:xfrm>
              <a:off x="16464877" y="6198101"/>
              <a:ext cx="2818765" cy="3502660"/>
            </a:xfrm>
            <a:custGeom>
              <a:avLst/>
              <a:gdLst/>
              <a:ahLst/>
              <a:cxnLst/>
              <a:rect l="l" t="t" r="r" b="b"/>
              <a:pathLst>
                <a:path w="2818765" h="3502659">
                  <a:moveTo>
                    <a:pt x="674839" y="29121"/>
                  </a:moveTo>
                  <a:lnTo>
                    <a:pt x="599160" y="2019"/>
                  </a:lnTo>
                  <a:lnTo>
                    <a:pt x="599160" y="2946"/>
                  </a:lnTo>
                  <a:lnTo>
                    <a:pt x="446201" y="57658"/>
                  </a:lnTo>
                  <a:lnTo>
                    <a:pt x="410870" y="45021"/>
                  </a:lnTo>
                  <a:lnTo>
                    <a:pt x="410870" y="42887"/>
                  </a:lnTo>
                  <a:lnTo>
                    <a:pt x="291287" y="0"/>
                  </a:lnTo>
                  <a:lnTo>
                    <a:pt x="130327" y="57658"/>
                  </a:lnTo>
                  <a:lnTo>
                    <a:pt x="0" y="10947"/>
                  </a:lnTo>
                  <a:lnTo>
                    <a:pt x="0" y="56934"/>
                  </a:lnTo>
                  <a:lnTo>
                    <a:pt x="130327" y="103644"/>
                  </a:lnTo>
                  <a:lnTo>
                    <a:pt x="288290" y="47066"/>
                  </a:lnTo>
                  <a:lnTo>
                    <a:pt x="446201" y="103657"/>
                  </a:lnTo>
                  <a:lnTo>
                    <a:pt x="599160" y="48793"/>
                  </a:lnTo>
                  <a:lnTo>
                    <a:pt x="599160" y="48006"/>
                  </a:lnTo>
                  <a:lnTo>
                    <a:pt x="674839" y="75107"/>
                  </a:lnTo>
                  <a:lnTo>
                    <a:pt x="674839" y="29121"/>
                  </a:lnTo>
                  <a:close/>
                </a:path>
                <a:path w="2818765" h="3502659">
                  <a:moveTo>
                    <a:pt x="2818460" y="3172396"/>
                  </a:moveTo>
                  <a:lnTo>
                    <a:pt x="1934006" y="3172396"/>
                  </a:lnTo>
                  <a:lnTo>
                    <a:pt x="1934006" y="3195142"/>
                  </a:lnTo>
                  <a:lnTo>
                    <a:pt x="1934006" y="3502596"/>
                  </a:lnTo>
                  <a:lnTo>
                    <a:pt x="2818460" y="3502596"/>
                  </a:lnTo>
                  <a:lnTo>
                    <a:pt x="2818460" y="3195142"/>
                  </a:lnTo>
                  <a:lnTo>
                    <a:pt x="2818460" y="3172396"/>
                  </a:lnTo>
                  <a:close/>
                </a:path>
              </a:pathLst>
            </a:custGeom>
            <a:solidFill>
              <a:srgbClr val="DFBA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 descr=""/>
            <p:cNvSpPr/>
            <p:nvPr/>
          </p:nvSpPr>
          <p:spPr>
            <a:xfrm>
              <a:off x="15873390" y="9040711"/>
              <a:ext cx="591820" cy="659765"/>
            </a:xfrm>
            <a:custGeom>
              <a:avLst/>
              <a:gdLst/>
              <a:ahLst/>
              <a:cxnLst/>
              <a:rect l="l" t="t" r="r" b="b"/>
              <a:pathLst>
                <a:path w="591819" h="659765">
                  <a:moveTo>
                    <a:pt x="328220" y="0"/>
                  </a:moveTo>
                  <a:lnTo>
                    <a:pt x="263279" y="0"/>
                  </a:lnTo>
                  <a:lnTo>
                    <a:pt x="215954" y="4241"/>
                  </a:lnTo>
                  <a:lnTo>
                    <a:pt x="171411" y="16470"/>
                  </a:lnTo>
                  <a:lnTo>
                    <a:pt x="130395" y="35944"/>
                  </a:lnTo>
                  <a:lnTo>
                    <a:pt x="93650" y="61918"/>
                  </a:lnTo>
                  <a:lnTo>
                    <a:pt x="61918" y="93648"/>
                  </a:lnTo>
                  <a:lnTo>
                    <a:pt x="35944" y="130392"/>
                  </a:lnTo>
                  <a:lnTo>
                    <a:pt x="16471" y="171406"/>
                  </a:lnTo>
                  <a:lnTo>
                    <a:pt x="4241" y="215946"/>
                  </a:lnTo>
                  <a:lnTo>
                    <a:pt x="0" y="263269"/>
                  </a:lnTo>
                  <a:lnTo>
                    <a:pt x="0" y="659571"/>
                  </a:lnTo>
                  <a:lnTo>
                    <a:pt x="591489" y="659571"/>
                  </a:lnTo>
                  <a:lnTo>
                    <a:pt x="591489" y="263269"/>
                  </a:lnTo>
                  <a:lnTo>
                    <a:pt x="587248" y="215946"/>
                  </a:lnTo>
                  <a:lnTo>
                    <a:pt x="575018" y="171406"/>
                  </a:lnTo>
                  <a:lnTo>
                    <a:pt x="555545" y="130392"/>
                  </a:lnTo>
                  <a:lnTo>
                    <a:pt x="529571" y="93648"/>
                  </a:lnTo>
                  <a:lnTo>
                    <a:pt x="497841" y="61918"/>
                  </a:lnTo>
                  <a:lnTo>
                    <a:pt x="461097" y="35944"/>
                  </a:lnTo>
                  <a:lnTo>
                    <a:pt x="420083" y="16470"/>
                  </a:lnTo>
                  <a:lnTo>
                    <a:pt x="375543" y="4241"/>
                  </a:lnTo>
                  <a:lnTo>
                    <a:pt x="328220" y="0"/>
                  </a:lnTo>
                  <a:close/>
                </a:path>
              </a:pathLst>
            </a:custGeom>
            <a:solidFill>
              <a:srgbClr val="82612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 descr=""/>
            <p:cNvSpPr/>
            <p:nvPr/>
          </p:nvSpPr>
          <p:spPr>
            <a:xfrm>
              <a:off x="15873392" y="9040708"/>
              <a:ext cx="242570" cy="659765"/>
            </a:xfrm>
            <a:custGeom>
              <a:avLst/>
              <a:gdLst/>
              <a:ahLst/>
              <a:cxnLst/>
              <a:rect l="l" t="t" r="r" b="b"/>
              <a:pathLst>
                <a:path w="242569" h="659765">
                  <a:moveTo>
                    <a:pt x="242306" y="0"/>
                  </a:moveTo>
                  <a:lnTo>
                    <a:pt x="129378" y="0"/>
                  </a:lnTo>
                  <a:lnTo>
                    <a:pt x="79018" y="10167"/>
                  </a:lnTo>
                  <a:lnTo>
                    <a:pt x="37894" y="37892"/>
                  </a:lnTo>
                  <a:lnTo>
                    <a:pt x="10167" y="79014"/>
                  </a:lnTo>
                  <a:lnTo>
                    <a:pt x="0" y="129367"/>
                  </a:lnTo>
                  <a:lnTo>
                    <a:pt x="0" y="659571"/>
                  </a:lnTo>
                  <a:lnTo>
                    <a:pt x="112938" y="659571"/>
                  </a:lnTo>
                  <a:lnTo>
                    <a:pt x="112938" y="129367"/>
                  </a:lnTo>
                  <a:lnTo>
                    <a:pt x="123104" y="79014"/>
                  </a:lnTo>
                  <a:lnTo>
                    <a:pt x="150827" y="37892"/>
                  </a:lnTo>
                  <a:lnTo>
                    <a:pt x="191948" y="10167"/>
                  </a:lnTo>
                  <a:lnTo>
                    <a:pt x="242306" y="0"/>
                  </a:lnTo>
                  <a:close/>
                </a:path>
              </a:pathLst>
            </a:custGeom>
            <a:solidFill>
              <a:srgbClr val="BE9F6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 descr=""/>
            <p:cNvSpPr/>
            <p:nvPr/>
          </p:nvSpPr>
          <p:spPr>
            <a:xfrm>
              <a:off x="15986329" y="9040717"/>
              <a:ext cx="478790" cy="659765"/>
            </a:xfrm>
            <a:custGeom>
              <a:avLst/>
              <a:gdLst/>
              <a:ahLst/>
              <a:cxnLst/>
              <a:rect l="l" t="t" r="r" b="b"/>
              <a:pathLst>
                <a:path w="478790" h="659765">
                  <a:moveTo>
                    <a:pt x="478548" y="213283"/>
                  </a:moveTo>
                  <a:lnTo>
                    <a:pt x="246684" y="213283"/>
                  </a:lnTo>
                  <a:lnTo>
                    <a:pt x="246684" y="0"/>
                  </a:lnTo>
                  <a:lnTo>
                    <a:pt x="231863" y="0"/>
                  </a:lnTo>
                  <a:lnTo>
                    <a:pt x="231863" y="213283"/>
                  </a:lnTo>
                  <a:lnTo>
                    <a:pt x="0" y="213283"/>
                  </a:lnTo>
                  <a:lnTo>
                    <a:pt x="0" y="227711"/>
                  </a:lnTo>
                  <a:lnTo>
                    <a:pt x="231863" y="227711"/>
                  </a:lnTo>
                  <a:lnTo>
                    <a:pt x="231863" y="373672"/>
                  </a:lnTo>
                  <a:lnTo>
                    <a:pt x="0" y="373672"/>
                  </a:lnTo>
                  <a:lnTo>
                    <a:pt x="0" y="388086"/>
                  </a:lnTo>
                  <a:lnTo>
                    <a:pt x="231863" y="388086"/>
                  </a:lnTo>
                  <a:lnTo>
                    <a:pt x="231863" y="552081"/>
                  </a:lnTo>
                  <a:lnTo>
                    <a:pt x="0" y="552081"/>
                  </a:lnTo>
                  <a:lnTo>
                    <a:pt x="0" y="566496"/>
                  </a:lnTo>
                  <a:lnTo>
                    <a:pt x="231863" y="566496"/>
                  </a:lnTo>
                  <a:lnTo>
                    <a:pt x="231863" y="659574"/>
                  </a:lnTo>
                  <a:lnTo>
                    <a:pt x="246684" y="659574"/>
                  </a:lnTo>
                  <a:lnTo>
                    <a:pt x="246684" y="566496"/>
                  </a:lnTo>
                  <a:lnTo>
                    <a:pt x="478548" y="566496"/>
                  </a:lnTo>
                  <a:lnTo>
                    <a:pt x="478548" y="552081"/>
                  </a:lnTo>
                  <a:lnTo>
                    <a:pt x="246684" y="552081"/>
                  </a:lnTo>
                  <a:lnTo>
                    <a:pt x="246684" y="388086"/>
                  </a:lnTo>
                  <a:lnTo>
                    <a:pt x="478548" y="388086"/>
                  </a:lnTo>
                  <a:lnTo>
                    <a:pt x="478548" y="373672"/>
                  </a:lnTo>
                  <a:lnTo>
                    <a:pt x="246684" y="373672"/>
                  </a:lnTo>
                  <a:lnTo>
                    <a:pt x="246684" y="227711"/>
                  </a:lnTo>
                  <a:lnTo>
                    <a:pt x="478548" y="227711"/>
                  </a:lnTo>
                  <a:lnTo>
                    <a:pt x="478548" y="213283"/>
                  </a:lnTo>
                  <a:close/>
                </a:path>
              </a:pathLst>
            </a:custGeom>
            <a:solidFill>
              <a:srgbClr val="664D2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 descr=""/>
            <p:cNvSpPr/>
            <p:nvPr/>
          </p:nvSpPr>
          <p:spPr>
            <a:xfrm>
              <a:off x="17033935" y="9040711"/>
              <a:ext cx="591820" cy="659765"/>
            </a:xfrm>
            <a:custGeom>
              <a:avLst/>
              <a:gdLst/>
              <a:ahLst/>
              <a:cxnLst/>
              <a:rect l="l" t="t" r="r" b="b"/>
              <a:pathLst>
                <a:path w="591819" h="659765">
                  <a:moveTo>
                    <a:pt x="328220" y="0"/>
                  </a:moveTo>
                  <a:lnTo>
                    <a:pt x="263279" y="0"/>
                  </a:lnTo>
                  <a:lnTo>
                    <a:pt x="215954" y="4241"/>
                  </a:lnTo>
                  <a:lnTo>
                    <a:pt x="171411" y="16470"/>
                  </a:lnTo>
                  <a:lnTo>
                    <a:pt x="130395" y="35944"/>
                  </a:lnTo>
                  <a:lnTo>
                    <a:pt x="93650" y="61918"/>
                  </a:lnTo>
                  <a:lnTo>
                    <a:pt x="61918" y="93648"/>
                  </a:lnTo>
                  <a:lnTo>
                    <a:pt x="35944" y="130392"/>
                  </a:lnTo>
                  <a:lnTo>
                    <a:pt x="16471" y="171406"/>
                  </a:lnTo>
                  <a:lnTo>
                    <a:pt x="4241" y="215946"/>
                  </a:lnTo>
                  <a:lnTo>
                    <a:pt x="0" y="263269"/>
                  </a:lnTo>
                  <a:lnTo>
                    <a:pt x="0" y="659571"/>
                  </a:lnTo>
                  <a:lnTo>
                    <a:pt x="591489" y="659571"/>
                  </a:lnTo>
                  <a:lnTo>
                    <a:pt x="591489" y="263269"/>
                  </a:lnTo>
                  <a:lnTo>
                    <a:pt x="587248" y="215946"/>
                  </a:lnTo>
                  <a:lnTo>
                    <a:pt x="575018" y="171406"/>
                  </a:lnTo>
                  <a:lnTo>
                    <a:pt x="555545" y="130392"/>
                  </a:lnTo>
                  <a:lnTo>
                    <a:pt x="529571" y="93648"/>
                  </a:lnTo>
                  <a:lnTo>
                    <a:pt x="497841" y="61918"/>
                  </a:lnTo>
                  <a:lnTo>
                    <a:pt x="461097" y="35944"/>
                  </a:lnTo>
                  <a:lnTo>
                    <a:pt x="420083" y="16470"/>
                  </a:lnTo>
                  <a:lnTo>
                    <a:pt x="375543" y="4241"/>
                  </a:lnTo>
                  <a:lnTo>
                    <a:pt x="328220" y="0"/>
                  </a:lnTo>
                  <a:close/>
                </a:path>
              </a:pathLst>
            </a:custGeom>
            <a:solidFill>
              <a:srgbClr val="58441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 descr=""/>
            <p:cNvSpPr/>
            <p:nvPr/>
          </p:nvSpPr>
          <p:spPr>
            <a:xfrm>
              <a:off x="17033935" y="9040708"/>
              <a:ext cx="242570" cy="659765"/>
            </a:xfrm>
            <a:custGeom>
              <a:avLst/>
              <a:gdLst/>
              <a:ahLst/>
              <a:cxnLst/>
              <a:rect l="l" t="t" r="r" b="b"/>
              <a:pathLst>
                <a:path w="242569" h="659765">
                  <a:moveTo>
                    <a:pt x="242306" y="0"/>
                  </a:moveTo>
                  <a:lnTo>
                    <a:pt x="129378" y="0"/>
                  </a:lnTo>
                  <a:lnTo>
                    <a:pt x="79018" y="10167"/>
                  </a:lnTo>
                  <a:lnTo>
                    <a:pt x="37894" y="37892"/>
                  </a:lnTo>
                  <a:lnTo>
                    <a:pt x="10167" y="79014"/>
                  </a:lnTo>
                  <a:lnTo>
                    <a:pt x="0" y="129367"/>
                  </a:lnTo>
                  <a:lnTo>
                    <a:pt x="0" y="659571"/>
                  </a:lnTo>
                  <a:lnTo>
                    <a:pt x="112938" y="659571"/>
                  </a:lnTo>
                  <a:lnTo>
                    <a:pt x="112938" y="129367"/>
                  </a:lnTo>
                  <a:lnTo>
                    <a:pt x="123104" y="79014"/>
                  </a:lnTo>
                  <a:lnTo>
                    <a:pt x="150827" y="37892"/>
                  </a:lnTo>
                  <a:lnTo>
                    <a:pt x="191948" y="10167"/>
                  </a:lnTo>
                  <a:lnTo>
                    <a:pt x="242306" y="0"/>
                  </a:lnTo>
                  <a:close/>
                </a:path>
              </a:pathLst>
            </a:custGeom>
            <a:solidFill>
              <a:srgbClr val="DFBA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 descr=""/>
            <p:cNvSpPr/>
            <p:nvPr/>
          </p:nvSpPr>
          <p:spPr>
            <a:xfrm>
              <a:off x="17146868" y="9040717"/>
              <a:ext cx="478790" cy="659765"/>
            </a:xfrm>
            <a:custGeom>
              <a:avLst/>
              <a:gdLst/>
              <a:ahLst/>
              <a:cxnLst/>
              <a:rect l="l" t="t" r="r" b="b"/>
              <a:pathLst>
                <a:path w="478790" h="659765">
                  <a:moveTo>
                    <a:pt x="478548" y="213283"/>
                  </a:moveTo>
                  <a:lnTo>
                    <a:pt x="246684" y="213283"/>
                  </a:lnTo>
                  <a:lnTo>
                    <a:pt x="246684" y="0"/>
                  </a:lnTo>
                  <a:lnTo>
                    <a:pt x="231863" y="0"/>
                  </a:lnTo>
                  <a:lnTo>
                    <a:pt x="231863" y="213283"/>
                  </a:lnTo>
                  <a:lnTo>
                    <a:pt x="0" y="213283"/>
                  </a:lnTo>
                  <a:lnTo>
                    <a:pt x="0" y="227711"/>
                  </a:lnTo>
                  <a:lnTo>
                    <a:pt x="231863" y="227711"/>
                  </a:lnTo>
                  <a:lnTo>
                    <a:pt x="231863" y="373672"/>
                  </a:lnTo>
                  <a:lnTo>
                    <a:pt x="0" y="373672"/>
                  </a:lnTo>
                  <a:lnTo>
                    <a:pt x="0" y="388086"/>
                  </a:lnTo>
                  <a:lnTo>
                    <a:pt x="231863" y="388086"/>
                  </a:lnTo>
                  <a:lnTo>
                    <a:pt x="231863" y="552081"/>
                  </a:lnTo>
                  <a:lnTo>
                    <a:pt x="0" y="552081"/>
                  </a:lnTo>
                  <a:lnTo>
                    <a:pt x="0" y="566496"/>
                  </a:lnTo>
                  <a:lnTo>
                    <a:pt x="231863" y="566496"/>
                  </a:lnTo>
                  <a:lnTo>
                    <a:pt x="231863" y="659574"/>
                  </a:lnTo>
                  <a:lnTo>
                    <a:pt x="246684" y="659574"/>
                  </a:lnTo>
                  <a:lnTo>
                    <a:pt x="246684" y="566496"/>
                  </a:lnTo>
                  <a:lnTo>
                    <a:pt x="478548" y="566496"/>
                  </a:lnTo>
                  <a:lnTo>
                    <a:pt x="478548" y="552081"/>
                  </a:lnTo>
                  <a:lnTo>
                    <a:pt x="246684" y="552081"/>
                  </a:lnTo>
                  <a:lnTo>
                    <a:pt x="246684" y="388086"/>
                  </a:lnTo>
                  <a:lnTo>
                    <a:pt x="478548" y="388086"/>
                  </a:lnTo>
                  <a:lnTo>
                    <a:pt x="478548" y="373672"/>
                  </a:lnTo>
                  <a:lnTo>
                    <a:pt x="246684" y="373672"/>
                  </a:lnTo>
                  <a:lnTo>
                    <a:pt x="246684" y="227711"/>
                  </a:lnTo>
                  <a:lnTo>
                    <a:pt x="478548" y="227711"/>
                  </a:lnTo>
                  <a:lnTo>
                    <a:pt x="478548" y="213283"/>
                  </a:lnTo>
                  <a:close/>
                </a:path>
              </a:pathLst>
            </a:custGeom>
            <a:solidFill>
              <a:srgbClr val="82673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 descr=""/>
            <p:cNvSpPr/>
            <p:nvPr/>
          </p:nvSpPr>
          <p:spPr>
            <a:xfrm>
              <a:off x="18782360" y="9189459"/>
              <a:ext cx="378460" cy="225425"/>
            </a:xfrm>
            <a:custGeom>
              <a:avLst/>
              <a:gdLst/>
              <a:ahLst/>
              <a:cxnLst/>
              <a:rect l="l" t="t" r="r" b="b"/>
              <a:pathLst>
                <a:path w="378459" h="225425">
                  <a:moveTo>
                    <a:pt x="378434" y="81407"/>
                  </a:moveTo>
                  <a:lnTo>
                    <a:pt x="252285" y="81407"/>
                  </a:lnTo>
                  <a:lnTo>
                    <a:pt x="252285" y="0"/>
                  </a:lnTo>
                  <a:lnTo>
                    <a:pt x="0" y="0"/>
                  </a:lnTo>
                  <a:lnTo>
                    <a:pt x="0" y="143522"/>
                  </a:lnTo>
                  <a:lnTo>
                    <a:pt x="126136" y="143522"/>
                  </a:lnTo>
                  <a:lnTo>
                    <a:pt x="126136" y="203542"/>
                  </a:lnTo>
                  <a:lnTo>
                    <a:pt x="126136" y="224929"/>
                  </a:lnTo>
                  <a:lnTo>
                    <a:pt x="378434" y="224929"/>
                  </a:lnTo>
                  <a:lnTo>
                    <a:pt x="378434" y="203542"/>
                  </a:lnTo>
                  <a:lnTo>
                    <a:pt x="378434" y="81407"/>
                  </a:lnTo>
                  <a:close/>
                </a:path>
              </a:pathLst>
            </a:custGeom>
            <a:solidFill>
              <a:srgbClr val="DFBA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 descr=""/>
            <p:cNvSpPr/>
            <p:nvPr/>
          </p:nvSpPr>
          <p:spPr>
            <a:xfrm>
              <a:off x="15745921" y="8840239"/>
              <a:ext cx="1000125" cy="860425"/>
            </a:xfrm>
            <a:custGeom>
              <a:avLst/>
              <a:gdLst/>
              <a:ahLst/>
              <a:cxnLst/>
              <a:rect l="l" t="t" r="r" b="b"/>
              <a:pathLst>
                <a:path w="1000125" h="860425">
                  <a:moveTo>
                    <a:pt x="993718" y="31"/>
                  </a:moveTo>
                  <a:lnTo>
                    <a:pt x="456111" y="52720"/>
                  </a:lnTo>
                  <a:lnTo>
                    <a:pt x="0" y="0"/>
                  </a:lnTo>
                  <a:lnTo>
                    <a:pt x="127472" y="860047"/>
                  </a:lnTo>
                  <a:lnTo>
                    <a:pt x="1000105" y="860047"/>
                  </a:lnTo>
                  <a:lnTo>
                    <a:pt x="993718" y="31"/>
                  </a:lnTo>
                  <a:close/>
                </a:path>
              </a:pathLst>
            </a:custGeom>
            <a:solidFill>
              <a:srgbClr val="82612B">
                <a:alpha val="56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 descr=""/>
            <p:cNvSpPr/>
            <p:nvPr/>
          </p:nvSpPr>
          <p:spPr>
            <a:xfrm>
              <a:off x="15691248" y="9059810"/>
              <a:ext cx="118745" cy="646430"/>
            </a:xfrm>
            <a:custGeom>
              <a:avLst/>
              <a:gdLst/>
              <a:ahLst/>
              <a:cxnLst/>
              <a:rect l="l" t="t" r="r" b="b"/>
              <a:pathLst>
                <a:path w="118744" h="646429">
                  <a:moveTo>
                    <a:pt x="118132" y="646367"/>
                  </a:moveTo>
                  <a:lnTo>
                    <a:pt x="0" y="0"/>
                  </a:lnTo>
                </a:path>
              </a:pathLst>
            </a:custGeom>
            <a:ln w="57265">
              <a:solidFill>
                <a:srgbClr val="8F703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 descr=""/>
            <p:cNvSpPr/>
            <p:nvPr/>
          </p:nvSpPr>
          <p:spPr>
            <a:xfrm>
              <a:off x="16584897" y="9033964"/>
              <a:ext cx="111760" cy="672465"/>
            </a:xfrm>
            <a:custGeom>
              <a:avLst/>
              <a:gdLst/>
              <a:ahLst/>
              <a:cxnLst/>
              <a:rect l="l" t="t" r="r" b="b"/>
              <a:pathLst>
                <a:path w="111759" h="672465">
                  <a:moveTo>
                    <a:pt x="0" y="0"/>
                  </a:moveTo>
                  <a:lnTo>
                    <a:pt x="111483" y="672209"/>
                  </a:lnTo>
                </a:path>
              </a:pathLst>
            </a:custGeom>
            <a:ln w="57265">
              <a:solidFill>
                <a:srgbClr val="8F703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 descr=""/>
            <p:cNvSpPr/>
            <p:nvPr/>
          </p:nvSpPr>
          <p:spPr>
            <a:xfrm>
              <a:off x="15524691" y="8840234"/>
              <a:ext cx="1216660" cy="238125"/>
            </a:xfrm>
            <a:custGeom>
              <a:avLst/>
              <a:gdLst/>
              <a:ahLst/>
              <a:cxnLst/>
              <a:rect l="l" t="t" r="r" b="b"/>
              <a:pathLst>
                <a:path w="1216659" h="238125">
                  <a:moveTo>
                    <a:pt x="221228" y="0"/>
                  </a:moveTo>
                  <a:lnTo>
                    <a:pt x="205311" y="49652"/>
                  </a:lnTo>
                  <a:lnTo>
                    <a:pt x="180966" y="97722"/>
                  </a:lnTo>
                  <a:lnTo>
                    <a:pt x="134732" y="157528"/>
                  </a:lnTo>
                  <a:lnTo>
                    <a:pt x="98514" y="189144"/>
                  </a:lnTo>
                  <a:lnTo>
                    <a:pt x="53875" y="216690"/>
                  </a:lnTo>
                  <a:lnTo>
                    <a:pt x="0" y="238024"/>
                  </a:lnTo>
                  <a:lnTo>
                    <a:pt x="359292" y="235146"/>
                  </a:lnTo>
                  <a:lnTo>
                    <a:pt x="564349" y="234422"/>
                  </a:lnTo>
                  <a:lnTo>
                    <a:pt x="726734" y="234799"/>
                  </a:lnTo>
                  <a:lnTo>
                    <a:pt x="1109589" y="237092"/>
                  </a:lnTo>
                  <a:lnTo>
                    <a:pt x="1121194" y="231748"/>
                  </a:lnTo>
                  <a:lnTo>
                    <a:pt x="1155210" y="193481"/>
                  </a:lnTo>
                  <a:lnTo>
                    <a:pt x="1174412" y="156478"/>
                  </a:lnTo>
                  <a:lnTo>
                    <a:pt x="1191764" y="111661"/>
                  </a:lnTo>
                  <a:lnTo>
                    <a:pt x="1207626" y="54942"/>
                  </a:lnTo>
                  <a:lnTo>
                    <a:pt x="1216413" y="2816"/>
                  </a:lnTo>
                  <a:lnTo>
                    <a:pt x="1161007" y="5903"/>
                  </a:lnTo>
                  <a:lnTo>
                    <a:pt x="1107105" y="8574"/>
                  </a:lnTo>
                  <a:lnTo>
                    <a:pt x="1053060" y="10899"/>
                  </a:lnTo>
                  <a:lnTo>
                    <a:pt x="998954" y="12881"/>
                  </a:lnTo>
                  <a:lnTo>
                    <a:pt x="944867" y="14517"/>
                  </a:lnTo>
                  <a:lnTo>
                    <a:pt x="890883" y="15809"/>
                  </a:lnTo>
                  <a:lnTo>
                    <a:pt x="837081" y="16755"/>
                  </a:lnTo>
                  <a:lnTo>
                    <a:pt x="783543" y="17356"/>
                  </a:lnTo>
                  <a:lnTo>
                    <a:pt x="730351" y="17611"/>
                  </a:lnTo>
                  <a:lnTo>
                    <a:pt x="677586" y="17520"/>
                  </a:lnTo>
                  <a:lnTo>
                    <a:pt x="625330" y="17083"/>
                  </a:lnTo>
                  <a:lnTo>
                    <a:pt x="573663" y="16299"/>
                  </a:lnTo>
                  <a:lnTo>
                    <a:pt x="522668" y="15169"/>
                  </a:lnTo>
                  <a:lnTo>
                    <a:pt x="472425" y="13691"/>
                  </a:lnTo>
                  <a:lnTo>
                    <a:pt x="423017" y="11866"/>
                  </a:lnTo>
                  <a:lnTo>
                    <a:pt x="374524" y="9694"/>
                  </a:lnTo>
                  <a:lnTo>
                    <a:pt x="327029" y="7173"/>
                  </a:lnTo>
                  <a:lnTo>
                    <a:pt x="280611" y="4305"/>
                  </a:lnTo>
                  <a:lnTo>
                    <a:pt x="221228" y="0"/>
                  </a:lnTo>
                  <a:close/>
                </a:path>
              </a:pathLst>
            </a:custGeom>
            <a:solidFill>
              <a:srgbClr val="C2B5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 descr=""/>
            <p:cNvSpPr/>
            <p:nvPr/>
          </p:nvSpPr>
          <p:spPr>
            <a:xfrm>
              <a:off x="15759709" y="8840266"/>
              <a:ext cx="980440" cy="42545"/>
            </a:xfrm>
            <a:custGeom>
              <a:avLst/>
              <a:gdLst/>
              <a:ahLst/>
              <a:cxnLst/>
              <a:rect l="l" t="t" r="r" b="b"/>
              <a:pathLst>
                <a:path w="980440" h="42545">
                  <a:moveTo>
                    <a:pt x="979928" y="0"/>
                  </a:moveTo>
                  <a:lnTo>
                    <a:pt x="926149" y="3053"/>
                  </a:lnTo>
                  <a:lnTo>
                    <a:pt x="872146" y="5801"/>
                  </a:lnTo>
                  <a:lnTo>
                    <a:pt x="818000" y="8237"/>
                  </a:lnTo>
                  <a:lnTo>
                    <a:pt x="763794" y="10357"/>
                  </a:lnTo>
                  <a:lnTo>
                    <a:pt x="709612" y="12155"/>
                  </a:lnTo>
                  <a:lnTo>
                    <a:pt x="655536" y="13629"/>
                  </a:lnTo>
                  <a:lnTo>
                    <a:pt x="601650" y="14772"/>
                  </a:lnTo>
                  <a:lnTo>
                    <a:pt x="548037" y="15580"/>
                  </a:lnTo>
                  <a:lnTo>
                    <a:pt x="494778" y="16048"/>
                  </a:lnTo>
                  <a:lnTo>
                    <a:pt x="441959" y="16172"/>
                  </a:lnTo>
                  <a:lnTo>
                    <a:pt x="389660" y="15947"/>
                  </a:lnTo>
                  <a:lnTo>
                    <a:pt x="337966" y="15367"/>
                  </a:lnTo>
                  <a:lnTo>
                    <a:pt x="286959" y="14429"/>
                  </a:lnTo>
                  <a:lnTo>
                    <a:pt x="236723" y="13128"/>
                  </a:lnTo>
                  <a:lnTo>
                    <a:pt x="187340" y="11458"/>
                  </a:lnTo>
                  <a:lnTo>
                    <a:pt x="138893" y="9416"/>
                  </a:lnTo>
                  <a:lnTo>
                    <a:pt x="91465" y="6996"/>
                  </a:lnTo>
                  <a:lnTo>
                    <a:pt x="45140" y="4194"/>
                  </a:lnTo>
                  <a:lnTo>
                    <a:pt x="0" y="1005"/>
                  </a:lnTo>
                  <a:lnTo>
                    <a:pt x="25983" y="6273"/>
                  </a:lnTo>
                  <a:lnTo>
                    <a:pt x="93548" y="17976"/>
                  </a:lnTo>
                  <a:lnTo>
                    <a:pt x="134573" y="23851"/>
                  </a:lnTo>
                  <a:lnTo>
                    <a:pt x="180055" y="29368"/>
                  </a:lnTo>
                  <a:lnTo>
                    <a:pt x="229717" y="34249"/>
                  </a:lnTo>
                  <a:lnTo>
                    <a:pt x="283280" y="38214"/>
                  </a:lnTo>
                  <a:lnTo>
                    <a:pt x="340467" y="40982"/>
                  </a:lnTo>
                  <a:lnTo>
                    <a:pt x="400999" y="42276"/>
                  </a:lnTo>
                  <a:lnTo>
                    <a:pt x="464599" y="41814"/>
                  </a:lnTo>
                  <a:lnTo>
                    <a:pt x="530989" y="39318"/>
                  </a:lnTo>
                  <a:lnTo>
                    <a:pt x="604015" y="35249"/>
                  </a:lnTo>
                  <a:lnTo>
                    <a:pt x="672212" y="31121"/>
                  </a:lnTo>
                  <a:lnTo>
                    <a:pt x="735160" y="26998"/>
                  </a:lnTo>
                  <a:lnTo>
                    <a:pt x="792444" y="22942"/>
                  </a:lnTo>
                  <a:lnTo>
                    <a:pt x="843645" y="19018"/>
                  </a:lnTo>
                  <a:lnTo>
                    <a:pt x="888346" y="15290"/>
                  </a:lnTo>
                  <a:lnTo>
                    <a:pt x="956580" y="8675"/>
                  </a:lnTo>
                  <a:lnTo>
                    <a:pt x="979279" y="5916"/>
                  </a:lnTo>
                  <a:lnTo>
                    <a:pt x="979928" y="0"/>
                  </a:lnTo>
                  <a:close/>
                </a:path>
              </a:pathLst>
            </a:custGeom>
            <a:solidFill>
              <a:srgbClr val="CFC1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 descr=""/>
            <p:cNvSpPr/>
            <p:nvPr/>
          </p:nvSpPr>
          <p:spPr>
            <a:xfrm>
              <a:off x="15478239" y="6516477"/>
              <a:ext cx="2547620" cy="2779395"/>
            </a:xfrm>
            <a:custGeom>
              <a:avLst/>
              <a:gdLst/>
              <a:ahLst/>
              <a:cxnLst/>
              <a:rect l="l" t="t" r="r" b="b"/>
              <a:pathLst>
                <a:path w="2547619" h="2779395">
                  <a:moveTo>
                    <a:pt x="92824" y="993394"/>
                  </a:moveTo>
                  <a:lnTo>
                    <a:pt x="0" y="993394"/>
                  </a:lnTo>
                  <a:lnTo>
                    <a:pt x="0" y="1043305"/>
                  </a:lnTo>
                  <a:lnTo>
                    <a:pt x="92824" y="1043305"/>
                  </a:lnTo>
                  <a:lnTo>
                    <a:pt x="92824" y="993394"/>
                  </a:lnTo>
                  <a:close/>
                </a:path>
                <a:path w="2547619" h="2779395">
                  <a:moveTo>
                    <a:pt x="161798" y="2265413"/>
                  </a:moveTo>
                  <a:lnTo>
                    <a:pt x="68973" y="2265413"/>
                  </a:lnTo>
                  <a:lnTo>
                    <a:pt x="68973" y="2315337"/>
                  </a:lnTo>
                  <a:lnTo>
                    <a:pt x="161798" y="2315337"/>
                  </a:lnTo>
                  <a:lnTo>
                    <a:pt x="161798" y="2265413"/>
                  </a:lnTo>
                  <a:close/>
                </a:path>
                <a:path w="2547619" h="2779395">
                  <a:moveTo>
                    <a:pt x="200190" y="47980"/>
                  </a:moveTo>
                  <a:lnTo>
                    <a:pt x="107365" y="47980"/>
                  </a:lnTo>
                  <a:lnTo>
                    <a:pt x="107365" y="97891"/>
                  </a:lnTo>
                  <a:lnTo>
                    <a:pt x="200190" y="97891"/>
                  </a:lnTo>
                  <a:lnTo>
                    <a:pt x="200190" y="47980"/>
                  </a:lnTo>
                  <a:close/>
                </a:path>
                <a:path w="2547619" h="2779395">
                  <a:moveTo>
                    <a:pt x="252145" y="391655"/>
                  </a:moveTo>
                  <a:lnTo>
                    <a:pt x="159321" y="391655"/>
                  </a:lnTo>
                  <a:lnTo>
                    <a:pt x="159321" y="441566"/>
                  </a:lnTo>
                  <a:lnTo>
                    <a:pt x="252145" y="441566"/>
                  </a:lnTo>
                  <a:lnTo>
                    <a:pt x="252145" y="391655"/>
                  </a:lnTo>
                  <a:close/>
                </a:path>
                <a:path w="2547619" h="2779395">
                  <a:moveTo>
                    <a:pt x="470471" y="163830"/>
                  </a:moveTo>
                  <a:lnTo>
                    <a:pt x="377647" y="163830"/>
                  </a:lnTo>
                  <a:lnTo>
                    <a:pt x="377647" y="213741"/>
                  </a:lnTo>
                  <a:lnTo>
                    <a:pt x="470471" y="213741"/>
                  </a:lnTo>
                  <a:lnTo>
                    <a:pt x="470471" y="163830"/>
                  </a:lnTo>
                  <a:close/>
                </a:path>
                <a:path w="2547619" h="2779395">
                  <a:moveTo>
                    <a:pt x="647001" y="234696"/>
                  </a:moveTo>
                  <a:lnTo>
                    <a:pt x="554177" y="234696"/>
                  </a:lnTo>
                  <a:lnTo>
                    <a:pt x="554177" y="284607"/>
                  </a:lnTo>
                  <a:lnTo>
                    <a:pt x="647001" y="284607"/>
                  </a:lnTo>
                  <a:lnTo>
                    <a:pt x="647001" y="234696"/>
                  </a:lnTo>
                  <a:close/>
                </a:path>
                <a:path w="2547619" h="2779395">
                  <a:moveTo>
                    <a:pt x="770204" y="0"/>
                  </a:moveTo>
                  <a:lnTo>
                    <a:pt x="677379" y="0"/>
                  </a:lnTo>
                  <a:lnTo>
                    <a:pt x="677379" y="49911"/>
                  </a:lnTo>
                  <a:lnTo>
                    <a:pt x="770204" y="49911"/>
                  </a:lnTo>
                  <a:lnTo>
                    <a:pt x="770204" y="0"/>
                  </a:lnTo>
                  <a:close/>
                </a:path>
                <a:path w="2547619" h="2779395">
                  <a:moveTo>
                    <a:pt x="871397" y="209727"/>
                  </a:moveTo>
                  <a:lnTo>
                    <a:pt x="807148" y="209727"/>
                  </a:lnTo>
                  <a:lnTo>
                    <a:pt x="807148" y="259651"/>
                  </a:lnTo>
                  <a:lnTo>
                    <a:pt x="871397" y="259651"/>
                  </a:lnTo>
                  <a:lnTo>
                    <a:pt x="871397" y="209727"/>
                  </a:lnTo>
                  <a:close/>
                </a:path>
                <a:path w="2547619" h="2779395">
                  <a:moveTo>
                    <a:pt x="1035913" y="685076"/>
                  </a:moveTo>
                  <a:lnTo>
                    <a:pt x="943089" y="685076"/>
                  </a:lnTo>
                  <a:lnTo>
                    <a:pt x="943089" y="734987"/>
                  </a:lnTo>
                  <a:lnTo>
                    <a:pt x="1035913" y="734987"/>
                  </a:lnTo>
                  <a:lnTo>
                    <a:pt x="1035913" y="685076"/>
                  </a:lnTo>
                  <a:close/>
                </a:path>
                <a:path w="2547619" h="2779395">
                  <a:moveTo>
                    <a:pt x="1351495" y="2729420"/>
                  </a:moveTo>
                  <a:lnTo>
                    <a:pt x="1258671" y="2729420"/>
                  </a:lnTo>
                  <a:lnTo>
                    <a:pt x="1258671" y="2779344"/>
                  </a:lnTo>
                  <a:lnTo>
                    <a:pt x="1351495" y="2779344"/>
                  </a:lnTo>
                  <a:lnTo>
                    <a:pt x="1351495" y="2729420"/>
                  </a:lnTo>
                  <a:close/>
                </a:path>
                <a:path w="2547619" h="2779395">
                  <a:moveTo>
                    <a:pt x="1492656" y="2326576"/>
                  </a:moveTo>
                  <a:lnTo>
                    <a:pt x="1399832" y="2326576"/>
                  </a:lnTo>
                  <a:lnTo>
                    <a:pt x="1399832" y="2376487"/>
                  </a:lnTo>
                  <a:lnTo>
                    <a:pt x="1492656" y="2376487"/>
                  </a:lnTo>
                  <a:lnTo>
                    <a:pt x="1492656" y="2326576"/>
                  </a:lnTo>
                  <a:close/>
                </a:path>
                <a:path w="2547619" h="2779395">
                  <a:moveTo>
                    <a:pt x="1783524" y="1287056"/>
                  </a:moveTo>
                  <a:lnTo>
                    <a:pt x="1690700" y="1287056"/>
                  </a:lnTo>
                  <a:lnTo>
                    <a:pt x="1690700" y="1336979"/>
                  </a:lnTo>
                  <a:lnTo>
                    <a:pt x="1783524" y="1336979"/>
                  </a:lnTo>
                  <a:lnTo>
                    <a:pt x="1783524" y="1287056"/>
                  </a:lnTo>
                  <a:close/>
                </a:path>
                <a:path w="2547619" h="2779395">
                  <a:moveTo>
                    <a:pt x="1783524" y="576656"/>
                  </a:moveTo>
                  <a:lnTo>
                    <a:pt x="1690700" y="576656"/>
                  </a:lnTo>
                  <a:lnTo>
                    <a:pt x="1690700" y="626567"/>
                  </a:lnTo>
                  <a:lnTo>
                    <a:pt x="1783524" y="626567"/>
                  </a:lnTo>
                  <a:lnTo>
                    <a:pt x="1783524" y="576656"/>
                  </a:lnTo>
                  <a:close/>
                </a:path>
                <a:path w="2547619" h="2779395">
                  <a:moveTo>
                    <a:pt x="1897849" y="1093419"/>
                  </a:moveTo>
                  <a:lnTo>
                    <a:pt x="1805025" y="1093419"/>
                  </a:lnTo>
                  <a:lnTo>
                    <a:pt x="1805025" y="1143342"/>
                  </a:lnTo>
                  <a:lnTo>
                    <a:pt x="1897849" y="1143342"/>
                  </a:lnTo>
                  <a:lnTo>
                    <a:pt x="1897849" y="1093419"/>
                  </a:lnTo>
                  <a:close/>
                </a:path>
                <a:path w="2547619" h="2779395">
                  <a:moveTo>
                    <a:pt x="2285885" y="2341168"/>
                  </a:moveTo>
                  <a:lnTo>
                    <a:pt x="2193061" y="2341168"/>
                  </a:lnTo>
                  <a:lnTo>
                    <a:pt x="2193061" y="2391092"/>
                  </a:lnTo>
                  <a:lnTo>
                    <a:pt x="2285885" y="2391092"/>
                  </a:lnTo>
                  <a:lnTo>
                    <a:pt x="2285885" y="2341168"/>
                  </a:lnTo>
                  <a:close/>
                </a:path>
                <a:path w="2547619" h="2779395">
                  <a:moveTo>
                    <a:pt x="2424519" y="2648013"/>
                  </a:moveTo>
                  <a:lnTo>
                    <a:pt x="2331694" y="2648013"/>
                  </a:lnTo>
                  <a:lnTo>
                    <a:pt x="2331694" y="2697924"/>
                  </a:lnTo>
                  <a:lnTo>
                    <a:pt x="2424519" y="2697924"/>
                  </a:lnTo>
                  <a:lnTo>
                    <a:pt x="2424519" y="2648013"/>
                  </a:lnTo>
                  <a:close/>
                </a:path>
                <a:path w="2547619" h="2779395">
                  <a:moveTo>
                    <a:pt x="2454732" y="738403"/>
                  </a:moveTo>
                  <a:lnTo>
                    <a:pt x="2390483" y="738403"/>
                  </a:lnTo>
                  <a:lnTo>
                    <a:pt x="2390483" y="788327"/>
                  </a:lnTo>
                  <a:lnTo>
                    <a:pt x="2454732" y="788327"/>
                  </a:lnTo>
                  <a:lnTo>
                    <a:pt x="2454732" y="738403"/>
                  </a:lnTo>
                  <a:close/>
                </a:path>
                <a:path w="2547619" h="2779395">
                  <a:moveTo>
                    <a:pt x="2547556" y="1371663"/>
                  </a:moveTo>
                  <a:lnTo>
                    <a:pt x="2454732" y="1371663"/>
                  </a:lnTo>
                  <a:lnTo>
                    <a:pt x="2454732" y="1421574"/>
                  </a:lnTo>
                  <a:lnTo>
                    <a:pt x="2547556" y="1421574"/>
                  </a:lnTo>
                  <a:lnTo>
                    <a:pt x="2547556" y="1371663"/>
                  </a:lnTo>
                  <a:close/>
                </a:path>
              </a:pathLst>
            </a:custGeom>
            <a:solidFill>
              <a:srgbClr val="FFD58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 descr=""/>
            <p:cNvSpPr/>
            <p:nvPr/>
          </p:nvSpPr>
          <p:spPr>
            <a:xfrm>
              <a:off x="15873400" y="6447227"/>
              <a:ext cx="279400" cy="357505"/>
            </a:xfrm>
            <a:custGeom>
              <a:avLst/>
              <a:gdLst/>
              <a:ahLst/>
              <a:cxnLst/>
              <a:rect l="l" t="t" r="r" b="b"/>
              <a:pathLst>
                <a:path w="279400" h="357504">
                  <a:moveTo>
                    <a:pt x="139587" y="0"/>
                  </a:moveTo>
                  <a:lnTo>
                    <a:pt x="65867" y="13614"/>
                  </a:lnTo>
                  <a:lnTo>
                    <a:pt x="9053" y="62157"/>
                  </a:lnTo>
                  <a:lnTo>
                    <a:pt x="0" y="116624"/>
                  </a:lnTo>
                  <a:lnTo>
                    <a:pt x="0" y="357120"/>
                  </a:lnTo>
                  <a:lnTo>
                    <a:pt x="279174" y="357120"/>
                  </a:lnTo>
                  <a:lnTo>
                    <a:pt x="279174" y="116624"/>
                  </a:lnTo>
                  <a:lnTo>
                    <a:pt x="270120" y="65631"/>
                  </a:lnTo>
                  <a:lnTo>
                    <a:pt x="246429" y="34008"/>
                  </a:lnTo>
                  <a:lnTo>
                    <a:pt x="175957" y="6729"/>
                  </a:lnTo>
                  <a:lnTo>
                    <a:pt x="139587" y="0"/>
                  </a:lnTo>
                  <a:close/>
                </a:path>
              </a:pathLst>
            </a:custGeom>
            <a:solidFill>
              <a:srgbClr val="82612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 descr=""/>
            <p:cNvSpPr/>
            <p:nvPr/>
          </p:nvSpPr>
          <p:spPr>
            <a:xfrm>
              <a:off x="15873387" y="6447224"/>
              <a:ext cx="328930" cy="407670"/>
            </a:xfrm>
            <a:custGeom>
              <a:avLst/>
              <a:gdLst/>
              <a:ahLst/>
              <a:cxnLst/>
              <a:rect l="l" t="t" r="r" b="b"/>
              <a:pathLst>
                <a:path w="328930" h="407670">
                  <a:moveTo>
                    <a:pt x="165544" y="4838"/>
                  </a:moveTo>
                  <a:lnTo>
                    <a:pt x="103225" y="5867"/>
                  </a:lnTo>
                  <a:lnTo>
                    <a:pt x="65874" y="13627"/>
                  </a:lnTo>
                  <a:lnTo>
                    <a:pt x="9055" y="62166"/>
                  </a:lnTo>
                  <a:lnTo>
                    <a:pt x="0" y="116636"/>
                  </a:lnTo>
                  <a:lnTo>
                    <a:pt x="0" y="357124"/>
                  </a:lnTo>
                  <a:lnTo>
                    <a:pt x="55270" y="357124"/>
                  </a:lnTo>
                  <a:lnTo>
                    <a:pt x="55270" y="116636"/>
                  </a:lnTo>
                  <a:lnTo>
                    <a:pt x="65151" y="60210"/>
                  </a:lnTo>
                  <a:lnTo>
                    <a:pt x="90805" y="28003"/>
                  </a:lnTo>
                  <a:lnTo>
                    <a:pt x="126263" y="12166"/>
                  </a:lnTo>
                  <a:lnTo>
                    <a:pt x="165544" y="4838"/>
                  </a:lnTo>
                  <a:close/>
                </a:path>
                <a:path w="328930" h="407670">
                  <a:moveTo>
                    <a:pt x="328637" y="355333"/>
                  </a:moveTo>
                  <a:lnTo>
                    <a:pt x="295948" y="355333"/>
                  </a:lnTo>
                  <a:lnTo>
                    <a:pt x="295948" y="407593"/>
                  </a:lnTo>
                  <a:lnTo>
                    <a:pt x="328637" y="407593"/>
                  </a:lnTo>
                  <a:lnTo>
                    <a:pt x="328637" y="355333"/>
                  </a:lnTo>
                  <a:close/>
                </a:path>
              </a:pathLst>
            </a:custGeom>
            <a:solidFill>
              <a:srgbClr val="DFBA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 descr=""/>
            <p:cNvSpPr/>
            <p:nvPr/>
          </p:nvSpPr>
          <p:spPr>
            <a:xfrm>
              <a:off x="15843161" y="6802546"/>
              <a:ext cx="326390" cy="52705"/>
            </a:xfrm>
            <a:custGeom>
              <a:avLst/>
              <a:gdLst/>
              <a:ahLst/>
              <a:cxnLst/>
              <a:rect l="l" t="t" r="r" b="b"/>
              <a:pathLst>
                <a:path w="326390" h="52704">
                  <a:moveTo>
                    <a:pt x="326178" y="0"/>
                  </a:moveTo>
                  <a:lnTo>
                    <a:pt x="0" y="0"/>
                  </a:lnTo>
                  <a:lnTo>
                    <a:pt x="0" y="52260"/>
                  </a:lnTo>
                  <a:lnTo>
                    <a:pt x="326178" y="52260"/>
                  </a:lnTo>
                  <a:lnTo>
                    <a:pt x="326178" y="0"/>
                  </a:lnTo>
                  <a:close/>
                </a:path>
              </a:pathLst>
            </a:custGeom>
            <a:solidFill>
              <a:srgbClr val="FFD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 descr=""/>
            <p:cNvSpPr/>
            <p:nvPr/>
          </p:nvSpPr>
          <p:spPr>
            <a:xfrm>
              <a:off x="15928646" y="6589896"/>
              <a:ext cx="224154" cy="115570"/>
            </a:xfrm>
            <a:custGeom>
              <a:avLst/>
              <a:gdLst/>
              <a:ahLst/>
              <a:cxnLst/>
              <a:rect l="l" t="t" r="r" b="b"/>
              <a:pathLst>
                <a:path w="224155" h="115570">
                  <a:moveTo>
                    <a:pt x="223926" y="102717"/>
                  </a:moveTo>
                  <a:lnTo>
                    <a:pt x="0" y="102717"/>
                  </a:lnTo>
                  <a:lnTo>
                    <a:pt x="0" y="115341"/>
                  </a:lnTo>
                  <a:lnTo>
                    <a:pt x="223926" y="115341"/>
                  </a:lnTo>
                  <a:lnTo>
                    <a:pt x="223926" y="102717"/>
                  </a:lnTo>
                  <a:close/>
                </a:path>
                <a:path w="224155" h="115570">
                  <a:moveTo>
                    <a:pt x="223926" y="0"/>
                  </a:moveTo>
                  <a:lnTo>
                    <a:pt x="0" y="0"/>
                  </a:lnTo>
                  <a:lnTo>
                    <a:pt x="0" y="12623"/>
                  </a:lnTo>
                  <a:lnTo>
                    <a:pt x="223926" y="12623"/>
                  </a:lnTo>
                  <a:lnTo>
                    <a:pt x="223926" y="0"/>
                  </a:lnTo>
                  <a:close/>
                </a:path>
              </a:pathLst>
            </a:custGeom>
            <a:solidFill>
              <a:srgbClr val="6F5424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76" name="object 376" descr="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5462921" y="7034403"/>
              <a:ext cx="3498219" cy="1663002"/>
            </a:xfrm>
            <a:prstGeom prst="rect">
              <a:avLst/>
            </a:prstGeom>
          </p:spPr>
        </p:pic>
        <p:sp>
          <p:nvSpPr>
            <p:cNvPr id="377" name="object 377" descr=""/>
            <p:cNvSpPr/>
            <p:nvPr/>
          </p:nvSpPr>
          <p:spPr>
            <a:xfrm>
              <a:off x="18570906" y="9513601"/>
              <a:ext cx="589915" cy="185420"/>
            </a:xfrm>
            <a:custGeom>
              <a:avLst/>
              <a:gdLst/>
              <a:ahLst/>
              <a:cxnLst/>
              <a:rect l="l" t="t" r="r" b="b"/>
              <a:pathLst>
                <a:path w="589915" h="185420">
                  <a:moveTo>
                    <a:pt x="589889" y="0"/>
                  </a:moveTo>
                  <a:lnTo>
                    <a:pt x="0" y="0"/>
                  </a:lnTo>
                  <a:lnTo>
                    <a:pt x="0" y="37744"/>
                  </a:lnTo>
                  <a:lnTo>
                    <a:pt x="112598" y="37744"/>
                  </a:lnTo>
                  <a:lnTo>
                    <a:pt x="112598" y="185051"/>
                  </a:lnTo>
                  <a:lnTo>
                    <a:pt x="145376" y="185051"/>
                  </a:lnTo>
                  <a:lnTo>
                    <a:pt x="145376" y="37744"/>
                  </a:lnTo>
                  <a:lnTo>
                    <a:pt x="492239" y="37744"/>
                  </a:lnTo>
                  <a:lnTo>
                    <a:pt x="492239" y="185051"/>
                  </a:lnTo>
                  <a:lnTo>
                    <a:pt x="525018" y="185051"/>
                  </a:lnTo>
                  <a:lnTo>
                    <a:pt x="525018" y="37744"/>
                  </a:lnTo>
                  <a:lnTo>
                    <a:pt x="589889" y="37744"/>
                  </a:lnTo>
                  <a:lnTo>
                    <a:pt x="589889" y="0"/>
                  </a:lnTo>
                  <a:close/>
                </a:path>
              </a:pathLst>
            </a:custGeom>
            <a:solidFill>
              <a:srgbClr val="B5822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 descr=""/>
            <p:cNvSpPr/>
            <p:nvPr/>
          </p:nvSpPr>
          <p:spPr>
            <a:xfrm>
              <a:off x="18570922" y="9513595"/>
              <a:ext cx="134620" cy="38100"/>
            </a:xfrm>
            <a:custGeom>
              <a:avLst/>
              <a:gdLst/>
              <a:ahLst/>
              <a:cxnLst/>
              <a:rect l="l" t="t" r="r" b="b"/>
              <a:pathLst>
                <a:path w="134619" h="38100">
                  <a:moveTo>
                    <a:pt x="134550" y="0"/>
                  </a:moveTo>
                  <a:lnTo>
                    <a:pt x="0" y="0"/>
                  </a:lnTo>
                  <a:lnTo>
                    <a:pt x="0" y="37747"/>
                  </a:lnTo>
                  <a:lnTo>
                    <a:pt x="134550" y="37747"/>
                  </a:lnTo>
                  <a:lnTo>
                    <a:pt x="134550" y="0"/>
                  </a:lnTo>
                  <a:close/>
                </a:path>
              </a:pathLst>
            </a:custGeom>
            <a:solidFill>
              <a:srgbClr val="CC922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 descr=""/>
            <p:cNvSpPr/>
            <p:nvPr/>
          </p:nvSpPr>
          <p:spPr>
            <a:xfrm>
              <a:off x="18371218" y="8985653"/>
              <a:ext cx="279400" cy="357505"/>
            </a:xfrm>
            <a:custGeom>
              <a:avLst/>
              <a:gdLst/>
              <a:ahLst/>
              <a:cxnLst/>
              <a:rect l="l" t="t" r="r" b="b"/>
              <a:pathLst>
                <a:path w="279400" h="357504">
                  <a:moveTo>
                    <a:pt x="139587" y="0"/>
                  </a:moveTo>
                  <a:lnTo>
                    <a:pt x="65867" y="13618"/>
                  </a:lnTo>
                  <a:lnTo>
                    <a:pt x="9053" y="62158"/>
                  </a:lnTo>
                  <a:lnTo>
                    <a:pt x="0" y="116624"/>
                  </a:lnTo>
                  <a:lnTo>
                    <a:pt x="0" y="357120"/>
                  </a:lnTo>
                  <a:lnTo>
                    <a:pt x="279174" y="357120"/>
                  </a:lnTo>
                  <a:lnTo>
                    <a:pt x="279174" y="116624"/>
                  </a:lnTo>
                  <a:lnTo>
                    <a:pt x="270120" y="65632"/>
                  </a:lnTo>
                  <a:lnTo>
                    <a:pt x="246429" y="34011"/>
                  </a:lnTo>
                  <a:lnTo>
                    <a:pt x="175957" y="6733"/>
                  </a:lnTo>
                  <a:lnTo>
                    <a:pt x="139587" y="0"/>
                  </a:lnTo>
                  <a:close/>
                </a:path>
              </a:pathLst>
            </a:custGeom>
            <a:solidFill>
              <a:srgbClr val="58441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 descr=""/>
            <p:cNvSpPr/>
            <p:nvPr/>
          </p:nvSpPr>
          <p:spPr>
            <a:xfrm>
              <a:off x="18481498" y="8985654"/>
              <a:ext cx="168910" cy="357505"/>
            </a:xfrm>
            <a:custGeom>
              <a:avLst/>
              <a:gdLst/>
              <a:ahLst/>
              <a:cxnLst/>
              <a:rect l="l" t="t" r="r" b="b"/>
              <a:pathLst>
                <a:path w="168909" h="357504">
                  <a:moveTo>
                    <a:pt x="29308" y="0"/>
                  </a:moveTo>
                  <a:lnTo>
                    <a:pt x="14987" y="2590"/>
                  </a:lnTo>
                  <a:lnTo>
                    <a:pt x="0" y="4827"/>
                  </a:lnTo>
                  <a:lnTo>
                    <a:pt x="40164" y="13747"/>
                  </a:lnTo>
                  <a:lnTo>
                    <a:pt x="76734" y="30840"/>
                  </a:lnTo>
                  <a:lnTo>
                    <a:pt x="103345" y="62876"/>
                  </a:lnTo>
                  <a:lnTo>
                    <a:pt x="113630" y="116624"/>
                  </a:lnTo>
                  <a:lnTo>
                    <a:pt x="113630" y="357120"/>
                  </a:lnTo>
                  <a:lnTo>
                    <a:pt x="168895" y="357120"/>
                  </a:lnTo>
                  <a:lnTo>
                    <a:pt x="168895" y="116624"/>
                  </a:lnTo>
                  <a:lnTo>
                    <a:pt x="159841" y="65631"/>
                  </a:lnTo>
                  <a:lnTo>
                    <a:pt x="136150" y="34008"/>
                  </a:lnTo>
                  <a:lnTo>
                    <a:pt x="103027" y="16219"/>
                  </a:lnTo>
                  <a:lnTo>
                    <a:pt x="65678" y="6729"/>
                  </a:lnTo>
                  <a:lnTo>
                    <a:pt x="29308" y="0"/>
                  </a:lnTo>
                  <a:close/>
                </a:path>
              </a:pathLst>
            </a:custGeom>
            <a:solidFill>
              <a:srgbClr val="B99C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" name="object 381" descr=""/>
            <p:cNvSpPr/>
            <p:nvPr/>
          </p:nvSpPr>
          <p:spPr>
            <a:xfrm>
              <a:off x="18373670" y="9340972"/>
              <a:ext cx="326390" cy="52705"/>
            </a:xfrm>
            <a:custGeom>
              <a:avLst/>
              <a:gdLst/>
              <a:ahLst/>
              <a:cxnLst/>
              <a:rect l="l" t="t" r="r" b="b"/>
              <a:pathLst>
                <a:path w="326390" h="52704">
                  <a:moveTo>
                    <a:pt x="326178" y="0"/>
                  </a:moveTo>
                  <a:lnTo>
                    <a:pt x="0" y="0"/>
                  </a:lnTo>
                  <a:lnTo>
                    <a:pt x="0" y="52260"/>
                  </a:lnTo>
                  <a:lnTo>
                    <a:pt x="326178" y="52260"/>
                  </a:lnTo>
                  <a:lnTo>
                    <a:pt x="326178" y="0"/>
                  </a:lnTo>
                  <a:close/>
                </a:path>
              </a:pathLst>
            </a:custGeom>
            <a:solidFill>
              <a:srgbClr val="ECC5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" name="object 382" descr=""/>
            <p:cNvSpPr/>
            <p:nvPr/>
          </p:nvSpPr>
          <p:spPr>
            <a:xfrm>
              <a:off x="18340981" y="9340972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52260" y="0"/>
                  </a:moveTo>
                  <a:lnTo>
                    <a:pt x="0" y="0"/>
                  </a:lnTo>
                  <a:lnTo>
                    <a:pt x="0" y="52260"/>
                  </a:lnTo>
                  <a:lnTo>
                    <a:pt x="52260" y="52260"/>
                  </a:lnTo>
                  <a:lnTo>
                    <a:pt x="52260" y="0"/>
                  </a:lnTo>
                  <a:close/>
                </a:path>
              </a:pathLst>
            </a:custGeom>
            <a:solidFill>
              <a:srgbClr val="F5CC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" name="object 383" descr=""/>
            <p:cNvSpPr/>
            <p:nvPr/>
          </p:nvSpPr>
          <p:spPr>
            <a:xfrm>
              <a:off x="18371211" y="9128321"/>
              <a:ext cx="224154" cy="115570"/>
            </a:xfrm>
            <a:custGeom>
              <a:avLst/>
              <a:gdLst/>
              <a:ahLst/>
              <a:cxnLst/>
              <a:rect l="l" t="t" r="r" b="b"/>
              <a:pathLst>
                <a:path w="224155" h="115570">
                  <a:moveTo>
                    <a:pt x="223913" y="102717"/>
                  </a:moveTo>
                  <a:lnTo>
                    <a:pt x="0" y="102717"/>
                  </a:lnTo>
                  <a:lnTo>
                    <a:pt x="0" y="115341"/>
                  </a:lnTo>
                  <a:lnTo>
                    <a:pt x="223913" y="115341"/>
                  </a:lnTo>
                  <a:lnTo>
                    <a:pt x="223913" y="102717"/>
                  </a:lnTo>
                  <a:close/>
                </a:path>
                <a:path w="224155" h="115570">
                  <a:moveTo>
                    <a:pt x="223913" y="0"/>
                  </a:moveTo>
                  <a:lnTo>
                    <a:pt x="0" y="0"/>
                  </a:lnTo>
                  <a:lnTo>
                    <a:pt x="0" y="12623"/>
                  </a:lnTo>
                  <a:lnTo>
                    <a:pt x="223913" y="12623"/>
                  </a:lnTo>
                  <a:lnTo>
                    <a:pt x="223913" y="0"/>
                  </a:lnTo>
                  <a:close/>
                </a:path>
              </a:pathLst>
            </a:custGeom>
            <a:solidFill>
              <a:srgbClr val="5E46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 descr=""/>
            <p:cNvSpPr/>
            <p:nvPr/>
          </p:nvSpPr>
          <p:spPr>
            <a:xfrm>
              <a:off x="15838450" y="6365255"/>
              <a:ext cx="400685" cy="306070"/>
            </a:xfrm>
            <a:custGeom>
              <a:avLst/>
              <a:gdLst/>
              <a:ahLst/>
              <a:cxnLst/>
              <a:rect l="l" t="t" r="r" b="b"/>
              <a:pathLst>
                <a:path w="400684" h="306070">
                  <a:moveTo>
                    <a:pt x="400605" y="0"/>
                  </a:moveTo>
                  <a:lnTo>
                    <a:pt x="0" y="5717"/>
                  </a:lnTo>
                  <a:lnTo>
                    <a:pt x="0" y="306063"/>
                  </a:lnTo>
                  <a:lnTo>
                    <a:pt x="400605" y="306063"/>
                  </a:lnTo>
                  <a:lnTo>
                    <a:pt x="400605" y="0"/>
                  </a:lnTo>
                  <a:close/>
                </a:path>
              </a:pathLst>
            </a:custGeom>
            <a:solidFill>
              <a:srgbClr val="DFBA77">
                <a:alpha val="619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" name="object 385" descr=""/>
            <p:cNvSpPr/>
            <p:nvPr/>
          </p:nvSpPr>
          <p:spPr>
            <a:xfrm>
              <a:off x="16077458" y="6500252"/>
              <a:ext cx="125095" cy="104139"/>
            </a:xfrm>
            <a:custGeom>
              <a:avLst/>
              <a:gdLst/>
              <a:ahLst/>
              <a:cxnLst/>
              <a:rect l="l" t="t" r="r" b="b"/>
              <a:pathLst>
                <a:path w="125094" h="104140">
                  <a:moveTo>
                    <a:pt x="0" y="0"/>
                  </a:moveTo>
                  <a:lnTo>
                    <a:pt x="124488" y="104143"/>
                  </a:lnTo>
                </a:path>
              </a:pathLst>
            </a:custGeom>
            <a:ln w="38040">
              <a:solidFill>
                <a:srgbClr val="5F381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6" name="object 386" descr=""/>
            <p:cNvSpPr/>
            <p:nvPr/>
          </p:nvSpPr>
          <p:spPr>
            <a:xfrm>
              <a:off x="15723771" y="6511674"/>
              <a:ext cx="128905" cy="93345"/>
            </a:xfrm>
            <a:custGeom>
              <a:avLst/>
              <a:gdLst/>
              <a:ahLst/>
              <a:cxnLst/>
              <a:rect l="l" t="t" r="r" b="b"/>
              <a:pathLst>
                <a:path w="128905" h="93345">
                  <a:moveTo>
                    <a:pt x="0" y="0"/>
                  </a:moveTo>
                  <a:lnTo>
                    <a:pt x="128645" y="92719"/>
                  </a:lnTo>
                </a:path>
              </a:pathLst>
            </a:custGeom>
            <a:ln w="38040">
              <a:solidFill>
                <a:srgbClr val="5F381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7" name="object 387" descr=""/>
            <p:cNvSpPr/>
            <p:nvPr/>
          </p:nvSpPr>
          <p:spPr>
            <a:xfrm>
              <a:off x="15702790" y="6367499"/>
              <a:ext cx="536575" cy="150495"/>
            </a:xfrm>
            <a:custGeom>
              <a:avLst/>
              <a:gdLst/>
              <a:ahLst/>
              <a:cxnLst/>
              <a:rect l="l" t="t" r="r" b="b"/>
              <a:pathLst>
                <a:path w="536575" h="150495">
                  <a:moveTo>
                    <a:pt x="536266" y="0"/>
                  </a:moveTo>
                  <a:lnTo>
                    <a:pt x="137273" y="0"/>
                  </a:lnTo>
                  <a:lnTo>
                    <a:pt x="108744" y="44052"/>
                  </a:lnTo>
                  <a:lnTo>
                    <a:pt x="78665" y="79577"/>
                  </a:lnTo>
                  <a:lnTo>
                    <a:pt x="43571" y="112877"/>
                  </a:lnTo>
                  <a:lnTo>
                    <a:pt x="0" y="150257"/>
                  </a:lnTo>
                  <a:lnTo>
                    <a:pt x="409380" y="150257"/>
                  </a:lnTo>
                  <a:lnTo>
                    <a:pt x="450035" y="116214"/>
                  </a:lnTo>
                  <a:lnTo>
                    <a:pt x="481438" y="79577"/>
                  </a:lnTo>
                  <a:lnTo>
                    <a:pt x="508533" y="40715"/>
                  </a:lnTo>
                  <a:lnTo>
                    <a:pt x="536266" y="0"/>
                  </a:lnTo>
                  <a:close/>
                </a:path>
              </a:pathLst>
            </a:custGeom>
            <a:solidFill>
              <a:srgbClr val="BA5B4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88" name="object 388" descr="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15775812" y="6367499"/>
              <a:ext cx="410175" cy="150257"/>
            </a:xfrm>
            <a:prstGeom prst="rect">
              <a:avLst/>
            </a:prstGeom>
          </p:spPr>
        </p:pic>
        <p:sp>
          <p:nvSpPr>
            <p:cNvPr id="389" name="object 389" descr=""/>
            <p:cNvSpPr/>
            <p:nvPr/>
          </p:nvSpPr>
          <p:spPr>
            <a:xfrm>
              <a:off x="15702790" y="6509425"/>
              <a:ext cx="408940" cy="63500"/>
            </a:xfrm>
            <a:custGeom>
              <a:avLst/>
              <a:gdLst/>
              <a:ahLst/>
              <a:cxnLst/>
              <a:rect l="l" t="t" r="r" b="b"/>
              <a:pathLst>
                <a:path w="408940" h="63500">
                  <a:moveTo>
                    <a:pt x="408584" y="0"/>
                  </a:moveTo>
                  <a:lnTo>
                    <a:pt x="0" y="0"/>
                  </a:lnTo>
                  <a:lnTo>
                    <a:pt x="0" y="43883"/>
                  </a:lnTo>
                  <a:lnTo>
                    <a:pt x="32367" y="54424"/>
                  </a:lnTo>
                  <a:lnTo>
                    <a:pt x="72835" y="60538"/>
                  </a:lnTo>
                  <a:lnTo>
                    <a:pt x="120024" y="63093"/>
                  </a:lnTo>
                  <a:lnTo>
                    <a:pt x="172557" y="62957"/>
                  </a:lnTo>
                  <a:lnTo>
                    <a:pt x="229057" y="60997"/>
                  </a:lnTo>
                  <a:lnTo>
                    <a:pt x="348448" y="55079"/>
                  </a:lnTo>
                  <a:lnTo>
                    <a:pt x="408584" y="52857"/>
                  </a:lnTo>
                  <a:lnTo>
                    <a:pt x="408584" y="0"/>
                  </a:lnTo>
                  <a:close/>
                </a:path>
              </a:pathLst>
            </a:custGeom>
            <a:solidFill>
              <a:srgbClr val="B3493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 descr=""/>
            <p:cNvSpPr/>
            <p:nvPr/>
          </p:nvSpPr>
          <p:spPr>
            <a:xfrm>
              <a:off x="15654794" y="6861322"/>
              <a:ext cx="53975" cy="47625"/>
            </a:xfrm>
            <a:custGeom>
              <a:avLst/>
              <a:gdLst/>
              <a:ahLst/>
              <a:cxnLst/>
              <a:rect l="l" t="t" r="r" b="b"/>
              <a:pathLst>
                <a:path w="53975" h="47625">
                  <a:moveTo>
                    <a:pt x="15224" y="0"/>
                  </a:moveTo>
                  <a:lnTo>
                    <a:pt x="0" y="8010"/>
                  </a:lnTo>
                  <a:lnTo>
                    <a:pt x="4838" y="14809"/>
                  </a:lnTo>
                  <a:lnTo>
                    <a:pt x="16032" y="27859"/>
                  </a:lnTo>
                  <a:lnTo>
                    <a:pt x="28602" y="40541"/>
                  </a:lnTo>
                  <a:lnTo>
                    <a:pt x="37569" y="46239"/>
                  </a:lnTo>
                  <a:lnTo>
                    <a:pt x="44909" y="46239"/>
                  </a:lnTo>
                  <a:lnTo>
                    <a:pt x="53935" y="47569"/>
                  </a:lnTo>
                  <a:lnTo>
                    <a:pt x="51171" y="39977"/>
                  </a:lnTo>
                  <a:lnTo>
                    <a:pt x="44388" y="30533"/>
                  </a:lnTo>
                  <a:lnTo>
                    <a:pt x="32161" y="17146"/>
                  </a:lnTo>
                  <a:lnTo>
                    <a:pt x="20452" y="5180"/>
                  </a:lnTo>
                  <a:lnTo>
                    <a:pt x="15224" y="0"/>
                  </a:lnTo>
                  <a:close/>
                </a:path>
              </a:pathLst>
            </a:custGeom>
            <a:solidFill>
              <a:srgbClr val="DFBA77">
                <a:alpha val="619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" name="object 391" descr=""/>
            <p:cNvSpPr/>
            <p:nvPr/>
          </p:nvSpPr>
          <p:spPr>
            <a:xfrm>
              <a:off x="15567547" y="6860141"/>
              <a:ext cx="107314" cy="19050"/>
            </a:xfrm>
            <a:custGeom>
              <a:avLst/>
              <a:gdLst/>
              <a:ahLst/>
              <a:cxnLst/>
              <a:rect l="l" t="t" r="r" b="b"/>
              <a:pathLst>
                <a:path w="107315" h="19050">
                  <a:moveTo>
                    <a:pt x="87213" y="0"/>
                  </a:moveTo>
                  <a:lnTo>
                    <a:pt x="57477" y="134"/>
                  </a:lnTo>
                  <a:lnTo>
                    <a:pt x="26653" y="1402"/>
                  </a:lnTo>
                  <a:lnTo>
                    <a:pt x="8135" y="3614"/>
                  </a:lnTo>
                  <a:lnTo>
                    <a:pt x="0" y="6316"/>
                  </a:lnTo>
                  <a:lnTo>
                    <a:pt x="3560" y="17960"/>
                  </a:lnTo>
                  <a:lnTo>
                    <a:pt x="11616" y="18794"/>
                  </a:lnTo>
                  <a:lnTo>
                    <a:pt x="22533" y="18894"/>
                  </a:lnTo>
                  <a:lnTo>
                    <a:pt x="103138" y="18494"/>
                  </a:lnTo>
                  <a:lnTo>
                    <a:pt x="105337" y="16127"/>
                  </a:lnTo>
                  <a:lnTo>
                    <a:pt x="104792" y="9279"/>
                  </a:lnTo>
                  <a:lnTo>
                    <a:pt x="107001" y="3614"/>
                  </a:lnTo>
                  <a:lnTo>
                    <a:pt x="102468" y="1185"/>
                  </a:lnTo>
                  <a:lnTo>
                    <a:pt x="87213" y="0"/>
                  </a:lnTo>
                  <a:close/>
                </a:path>
              </a:pathLst>
            </a:custGeom>
            <a:solidFill>
              <a:srgbClr val="754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" name="object 392" descr=""/>
            <p:cNvSpPr/>
            <p:nvPr/>
          </p:nvSpPr>
          <p:spPr>
            <a:xfrm>
              <a:off x="15621861" y="6861324"/>
              <a:ext cx="635000" cy="67310"/>
            </a:xfrm>
            <a:custGeom>
              <a:avLst/>
              <a:gdLst/>
              <a:ahLst/>
              <a:cxnLst/>
              <a:rect l="l" t="t" r="r" b="b"/>
              <a:pathLst>
                <a:path w="635000" h="67309">
                  <a:moveTo>
                    <a:pt x="0" y="0"/>
                  </a:moveTo>
                  <a:lnTo>
                    <a:pt x="84560" y="38784"/>
                  </a:lnTo>
                  <a:lnTo>
                    <a:pt x="144705" y="58701"/>
                  </a:lnTo>
                  <a:lnTo>
                    <a:pt x="209196" y="66038"/>
                  </a:lnTo>
                  <a:lnTo>
                    <a:pt x="306796" y="67086"/>
                  </a:lnTo>
                  <a:lnTo>
                    <a:pt x="427665" y="57875"/>
                  </a:lnTo>
                  <a:lnTo>
                    <a:pt x="532710" y="37611"/>
                  </a:lnTo>
                  <a:lnTo>
                    <a:pt x="606819" y="17346"/>
                  </a:lnTo>
                  <a:lnTo>
                    <a:pt x="634881" y="8135"/>
                  </a:lnTo>
                </a:path>
              </a:pathLst>
            </a:custGeom>
            <a:ln w="19088">
              <a:solidFill>
                <a:srgbClr val="E6E7E8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 descr=""/>
            <p:cNvSpPr/>
            <p:nvPr/>
          </p:nvSpPr>
          <p:spPr>
            <a:xfrm>
              <a:off x="16281919" y="6861322"/>
              <a:ext cx="53975" cy="47625"/>
            </a:xfrm>
            <a:custGeom>
              <a:avLst/>
              <a:gdLst/>
              <a:ahLst/>
              <a:cxnLst/>
              <a:rect l="l" t="t" r="r" b="b"/>
              <a:pathLst>
                <a:path w="53975" h="47625">
                  <a:moveTo>
                    <a:pt x="15224" y="0"/>
                  </a:moveTo>
                  <a:lnTo>
                    <a:pt x="0" y="8010"/>
                  </a:lnTo>
                  <a:lnTo>
                    <a:pt x="4838" y="14809"/>
                  </a:lnTo>
                  <a:lnTo>
                    <a:pt x="16032" y="27859"/>
                  </a:lnTo>
                  <a:lnTo>
                    <a:pt x="28602" y="40541"/>
                  </a:lnTo>
                  <a:lnTo>
                    <a:pt x="37569" y="46239"/>
                  </a:lnTo>
                  <a:lnTo>
                    <a:pt x="44909" y="46239"/>
                  </a:lnTo>
                  <a:lnTo>
                    <a:pt x="53935" y="47569"/>
                  </a:lnTo>
                  <a:lnTo>
                    <a:pt x="51171" y="39977"/>
                  </a:lnTo>
                  <a:lnTo>
                    <a:pt x="44388" y="30533"/>
                  </a:lnTo>
                  <a:lnTo>
                    <a:pt x="32161" y="17146"/>
                  </a:lnTo>
                  <a:lnTo>
                    <a:pt x="20452" y="5180"/>
                  </a:lnTo>
                  <a:lnTo>
                    <a:pt x="15224" y="0"/>
                  </a:lnTo>
                  <a:close/>
                </a:path>
              </a:pathLst>
            </a:custGeom>
            <a:solidFill>
              <a:srgbClr val="DFBA77">
                <a:alpha val="619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" name="object 394" descr=""/>
            <p:cNvSpPr/>
            <p:nvPr/>
          </p:nvSpPr>
          <p:spPr>
            <a:xfrm>
              <a:off x="16194673" y="6860141"/>
              <a:ext cx="107314" cy="19050"/>
            </a:xfrm>
            <a:custGeom>
              <a:avLst/>
              <a:gdLst/>
              <a:ahLst/>
              <a:cxnLst/>
              <a:rect l="l" t="t" r="r" b="b"/>
              <a:pathLst>
                <a:path w="107315" h="19050">
                  <a:moveTo>
                    <a:pt x="87213" y="0"/>
                  </a:moveTo>
                  <a:lnTo>
                    <a:pt x="57477" y="134"/>
                  </a:lnTo>
                  <a:lnTo>
                    <a:pt x="26653" y="1402"/>
                  </a:lnTo>
                  <a:lnTo>
                    <a:pt x="8135" y="3614"/>
                  </a:lnTo>
                  <a:lnTo>
                    <a:pt x="0" y="6316"/>
                  </a:lnTo>
                  <a:lnTo>
                    <a:pt x="3560" y="17960"/>
                  </a:lnTo>
                  <a:lnTo>
                    <a:pt x="11616" y="18794"/>
                  </a:lnTo>
                  <a:lnTo>
                    <a:pt x="22533" y="18894"/>
                  </a:lnTo>
                  <a:lnTo>
                    <a:pt x="103138" y="18494"/>
                  </a:lnTo>
                  <a:lnTo>
                    <a:pt x="105337" y="16127"/>
                  </a:lnTo>
                  <a:lnTo>
                    <a:pt x="104792" y="9279"/>
                  </a:lnTo>
                  <a:lnTo>
                    <a:pt x="107001" y="3614"/>
                  </a:lnTo>
                  <a:lnTo>
                    <a:pt x="102468" y="1185"/>
                  </a:lnTo>
                  <a:lnTo>
                    <a:pt x="87213" y="0"/>
                  </a:lnTo>
                  <a:close/>
                </a:path>
              </a:pathLst>
            </a:custGeom>
            <a:solidFill>
              <a:srgbClr val="754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" name="object 395" descr=""/>
            <p:cNvSpPr/>
            <p:nvPr/>
          </p:nvSpPr>
          <p:spPr>
            <a:xfrm>
              <a:off x="16267107" y="6860053"/>
              <a:ext cx="8255" cy="19050"/>
            </a:xfrm>
            <a:custGeom>
              <a:avLst/>
              <a:gdLst/>
              <a:ahLst/>
              <a:cxnLst/>
              <a:rect l="l" t="t" r="r" b="b"/>
              <a:pathLst>
                <a:path w="8255" h="19050">
                  <a:moveTo>
                    <a:pt x="1570" y="0"/>
                  </a:moveTo>
                  <a:lnTo>
                    <a:pt x="7654" y="3706"/>
                  </a:lnTo>
                  <a:lnTo>
                    <a:pt x="8104" y="7978"/>
                  </a:lnTo>
                  <a:lnTo>
                    <a:pt x="6973" y="12261"/>
                  </a:lnTo>
                  <a:lnTo>
                    <a:pt x="5853" y="16543"/>
                  </a:lnTo>
                  <a:lnTo>
                    <a:pt x="0" y="18721"/>
                  </a:lnTo>
                </a:path>
              </a:pathLst>
            </a:custGeom>
            <a:ln w="19088">
              <a:solidFill>
                <a:srgbClr val="E6E7E8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6" name="object 396" descr=""/>
            <p:cNvSpPr/>
            <p:nvPr/>
          </p:nvSpPr>
          <p:spPr>
            <a:xfrm>
              <a:off x="16258181" y="6860053"/>
              <a:ext cx="8255" cy="19050"/>
            </a:xfrm>
            <a:custGeom>
              <a:avLst/>
              <a:gdLst/>
              <a:ahLst/>
              <a:cxnLst/>
              <a:rect l="l" t="t" r="r" b="b"/>
              <a:pathLst>
                <a:path w="8255" h="19050">
                  <a:moveTo>
                    <a:pt x="1581" y="0"/>
                  </a:moveTo>
                  <a:lnTo>
                    <a:pt x="7664" y="3706"/>
                  </a:lnTo>
                  <a:lnTo>
                    <a:pt x="8114" y="7978"/>
                  </a:lnTo>
                  <a:lnTo>
                    <a:pt x="6984" y="12261"/>
                  </a:lnTo>
                  <a:lnTo>
                    <a:pt x="5863" y="16543"/>
                  </a:lnTo>
                  <a:lnTo>
                    <a:pt x="0" y="18721"/>
                  </a:lnTo>
                </a:path>
              </a:pathLst>
            </a:custGeom>
            <a:ln w="19088">
              <a:solidFill>
                <a:srgbClr val="E6E7E8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7" name="object 397" descr=""/>
            <p:cNvSpPr/>
            <p:nvPr/>
          </p:nvSpPr>
          <p:spPr>
            <a:xfrm>
              <a:off x="15624542" y="6860053"/>
              <a:ext cx="8255" cy="19050"/>
            </a:xfrm>
            <a:custGeom>
              <a:avLst/>
              <a:gdLst/>
              <a:ahLst/>
              <a:cxnLst/>
              <a:rect l="l" t="t" r="r" b="b"/>
              <a:pathLst>
                <a:path w="8255" h="19050">
                  <a:moveTo>
                    <a:pt x="1581" y="0"/>
                  </a:moveTo>
                  <a:lnTo>
                    <a:pt x="7664" y="3706"/>
                  </a:lnTo>
                  <a:lnTo>
                    <a:pt x="8114" y="7978"/>
                  </a:lnTo>
                  <a:lnTo>
                    <a:pt x="6984" y="12261"/>
                  </a:lnTo>
                  <a:lnTo>
                    <a:pt x="5863" y="16543"/>
                  </a:lnTo>
                  <a:lnTo>
                    <a:pt x="0" y="18721"/>
                  </a:lnTo>
                </a:path>
              </a:pathLst>
            </a:custGeom>
            <a:ln w="19088">
              <a:solidFill>
                <a:srgbClr val="E6E7E8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8" name="object 398" descr=""/>
            <p:cNvSpPr/>
            <p:nvPr/>
          </p:nvSpPr>
          <p:spPr>
            <a:xfrm>
              <a:off x="15615625" y="6860053"/>
              <a:ext cx="8255" cy="19050"/>
            </a:xfrm>
            <a:custGeom>
              <a:avLst/>
              <a:gdLst/>
              <a:ahLst/>
              <a:cxnLst/>
              <a:rect l="l" t="t" r="r" b="b"/>
              <a:pathLst>
                <a:path w="8255" h="19050">
                  <a:moveTo>
                    <a:pt x="1581" y="0"/>
                  </a:moveTo>
                  <a:lnTo>
                    <a:pt x="7664" y="3706"/>
                  </a:lnTo>
                  <a:lnTo>
                    <a:pt x="8114" y="7978"/>
                  </a:lnTo>
                  <a:lnTo>
                    <a:pt x="6984" y="12261"/>
                  </a:lnTo>
                  <a:lnTo>
                    <a:pt x="5863" y="16543"/>
                  </a:lnTo>
                  <a:lnTo>
                    <a:pt x="0" y="18721"/>
                  </a:lnTo>
                </a:path>
              </a:pathLst>
            </a:custGeom>
            <a:ln w="19088">
              <a:solidFill>
                <a:srgbClr val="E6E7E8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 descr=""/>
            <p:cNvSpPr/>
            <p:nvPr/>
          </p:nvSpPr>
          <p:spPr>
            <a:xfrm>
              <a:off x="18110784" y="8782462"/>
              <a:ext cx="1012825" cy="799465"/>
            </a:xfrm>
            <a:custGeom>
              <a:avLst/>
              <a:gdLst/>
              <a:ahLst/>
              <a:cxnLst/>
              <a:rect l="l" t="t" r="r" b="b"/>
              <a:pathLst>
                <a:path w="1012825" h="799465">
                  <a:moveTo>
                    <a:pt x="107784" y="0"/>
                  </a:moveTo>
                  <a:lnTo>
                    <a:pt x="0" y="0"/>
                  </a:lnTo>
                  <a:lnTo>
                    <a:pt x="0" y="60591"/>
                  </a:lnTo>
                  <a:lnTo>
                    <a:pt x="107784" y="60591"/>
                  </a:lnTo>
                  <a:lnTo>
                    <a:pt x="107784" y="0"/>
                  </a:lnTo>
                  <a:close/>
                </a:path>
                <a:path w="1012825" h="799465">
                  <a:moveTo>
                    <a:pt x="373888" y="738593"/>
                  </a:moveTo>
                  <a:lnTo>
                    <a:pt x="266103" y="738593"/>
                  </a:lnTo>
                  <a:lnTo>
                    <a:pt x="266103" y="799185"/>
                  </a:lnTo>
                  <a:lnTo>
                    <a:pt x="373888" y="799185"/>
                  </a:lnTo>
                  <a:lnTo>
                    <a:pt x="373888" y="738593"/>
                  </a:lnTo>
                  <a:close/>
                </a:path>
                <a:path w="1012825" h="799465">
                  <a:moveTo>
                    <a:pt x="792556" y="227952"/>
                  </a:moveTo>
                  <a:lnTo>
                    <a:pt x="684771" y="227952"/>
                  </a:lnTo>
                  <a:lnTo>
                    <a:pt x="684771" y="288544"/>
                  </a:lnTo>
                  <a:lnTo>
                    <a:pt x="792556" y="288544"/>
                  </a:lnTo>
                  <a:lnTo>
                    <a:pt x="792556" y="227952"/>
                  </a:lnTo>
                  <a:close/>
                </a:path>
                <a:path w="1012825" h="799465">
                  <a:moveTo>
                    <a:pt x="1012202" y="610539"/>
                  </a:moveTo>
                  <a:lnTo>
                    <a:pt x="904405" y="610539"/>
                  </a:lnTo>
                  <a:lnTo>
                    <a:pt x="904405" y="671131"/>
                  </a:lnTo>
                  <a:lnTo>
                    <a:pt x="1012202" y="671131"/>
                  </a:lnTo>
                  <a:lnTo>
                    <a:pt x="1012202" y="610539"/>
                  </a:lnTo>
                  <a:close/>
                </a:path>
              </a:pathLst>
            </a:custGeom>
            <a:solidFill>
              <a:srgbClr val="F5CC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 descr=""/>
            <p:cNvSpPr/>
            <p:nvPr/>
          </p:nvSpPr>
          <p:spPr>
            <a:xfrm>
              <a:off x="10841291" y="6592330"/>
              <a:ext cx="1141095" cy="3068955"/>
            </a:xfrm>
            <a:custGeom>
              <a:avLst/>
              <a:gdLst/>
              <a:ahLst/>
              <a:cxnLst/>
              <a:rect l="l" t="t" r="r" b="b"/>
              <a:pathLst>
                <a:path w="1141095" h="3068954">
                  <a:moveTo>
                    <a:pt x="762783" y="0"/>
                  </a:moveTo>
                  <a:lnTo>
                    <a:pt x="0" y="0"/>
                  </a:lnTo>
                  <a:lnTo>
                    <a:pt x="0" y="1569941"/>
                  </a:lnTo>
                  <a:lnTo>
                    <a:pt x="769966" y="3068388"/>
                  </a:lnTo>
                  <a:lnTo>
                    <a:pt x="1140593" y="3068388"/>
                  </a:lnTo>
                  <a:lnTo>
                    <a:pt x="1140593" y="1662451"/>
                  </a:lnTo>
                  <a:lnTo>
                    <a:pt x="762783" y="1566664"/>
                  </a:lnTo>
                  <a:lnTo>
                    <a:pt x="762783" y="0"/>
                  </a:lnTo>
                  <a:close/>
                </a:path>
              </a:pathLst>
            </a:custGeom>
            <a:solidFill>
              <a:srgbClr val="DFB4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" name="object 401" descr=""/>
            <p:cNvSpPr/>
            <p:nvPr/>
          </p:nvSpPr>
          <p:spPr>
            <a:xfrm>
              <a:off x="11604079" y="8208413"/>
              <a:ext cx="320040" cy="154940"/>
            </a:xfrm>
            <a:custGeom>
              <a:avLst/>
              <a:gdLst/>
              <a:ahLst/>
              <a:cxnLst/>
              <a:rect l="l" t="t" r="r" b="b"/>
              <a:pathLst>
                <a:path w="320040" h="154940">
                  <a:moveTo>
                    <a:pt x="0" y="0"/>
                  </a:moveTo>
                  <a:lnTo>
                    <a:pt x="0" y="154435"/>
                  </a:lnTo>
                  <a:lnTo>
                    <a:pt x="319424" y="154435"/>
                  </a:lnTo>
                  <a:lnTo>
                    <a:pt x="319424" y="733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A4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" name="object 402" descr=""/>
            <p:cNvSpPr/>
            <p:nvPr/>
          </p:nvSpPr>
          <p:spPr>
            <a:xfrm>
              <a:off x="9459240" y="6592333"/>
              <a:ext cx="247015" cy="181610"/>
            </a:xfrm>
            <a:custGeom>
              <a:avLst/>
              <a:gdLst/>
              <a:ahLst/>
              <a:cxnLst/>
              <a:rect l="l" t="t" r="r" b="b"/>
              <a:pathLst>
                <a:path w="247015" h="181609">
                  <a:moveTo>
                    <a:pt x="246997" y="0"/>
                  </a:moveTo>
                  <a:lnTo>
                    <a:pt x="0" y="0"/>
                  </a:lnTo>
                  <a:lnTo>
                    <a:pt x="0" y="180999"/>
                  </a:lnTo>
                  <a:lnTo>
                    <a:pt x="246997" y="180999"/>
                  </a:lnTo>
                  <a:lnTo>
                    <a:pt x="246997" y="0"/>
                  </a:lnTo>
                  <a:close/>
                </a:path>
              </a:pathLst>
            </a:custGeom>
            <a:solidFill>
              <a:srgbClr val="DFBA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" name="object 403" descr=""/>
            <p:cNvSpPr/>
            <p:nvPr/>
          </p:nvSpPr>
          <p:spPr>
            <a:xfrm>
              <a:off x="11122834" y="8058016"/>
              <a:ext cx="259715" cy="259715"/>
            </a:xfrm>
            <a:custGeom>
              <a:avLst/>
              <a:gdLst/>
              <a:ahLst/>
              <a:cxnLst/>
              <a:rect l="l" t="t" r="r" b="b"/>
              <a:pathLst>
                <a:path w="259715" h="259715">
                  <a:moveTo>
                    <a:pt x="259688" y="0"/>
                  </a:moveTo>
                  <a:lnTo>
                    <a:pt x="0" y="0"/>
                  </a:lnTo>
                  <a:lnTo>
                    <a:pt x="0" y="259688"/>
                  </a:lnTo>
                  <a:lnTo>
                    <a:pt x="259688" y="259688"/>
                  </a:lnTo>
                  <a:lnTo>
                    <a:pt x="259688" y="0"/>
                  </a:lnTo>
                  <a:close/>
                </a:path>
              </a:pathLst>
            </a:custGeom>
            <a:solidFill>
              <a:srgbClr val="6C582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" name="object 404" descr=""/>
            <p:cNvSpPr/>
            <p:nvPr/>
          </p:nvSpPr>
          <p:spPr>
            <a:xfrm>
              <a:off x="11238244" y="8058016"/>
              <a:ext cx="29209" cy="259715"/>
            </a:xfrm>
            <a:custGeom>
              <a:avLst/>
              <a:gdLst/>
              <a:ahLst/>
              <a:cxnLst/>
              <a:rect l="l" t="t" r="r" b="b"/>
              <a:pathLst>
                <a:path w="29209" h="259715">
                  <a:moveTo>
                    <a:pt x="28857" y="0"/>
                  </a:moveTo>
                  <a:lnTo>
                    <a:pt x="0" y="0"/>
                  </a:lnTo>
                  <a:lnTo>
                    <a:pt x="0" y="259688"/>
                  </a:lnTo>
                  <a:lnTo>
                    <a:pt x="28857" y="259688"/>
                  </a:lnTo>
                  <a:lnTo>
                    <a:pt x="28857" y="0"/>
                  </a:lnTo>
                  <a:close/>
                </a:path>
              </a:pathLst>
            </a:custGeom>
            <a:solidFill>
              <a:srgbClr val="614F2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" name="object 405" descr=""/>
            <p:cNvSpPr/>
            <p:nvPr/>
          </p:nvSpPr>
          <p:spPr>
            <a:xfrm>
              <a:off x="11032983" y="8001212"/>
              <a:ext cx="382905" cy="24765"/>
            </a:xfrm>
            <a:custGeom>
              <a:avLst/>
              <a:gdLst/>
              <a:ahLst/>
              <a:cxnLst/>
              <a:rect l="l" t="t" r="r" b="b"/>
              <a:pathLst>
                <a:path w="382904" h="24765">
                  <a:moveTo>
                    <a:pt x="382323" y="0"/>
                  </a:moveTo>
                  <a:lnTo>
                    <a:pt x="0" y="0"/>
                  </a:lnTo>
                  <a:lnTo>
                    <a:pt x="0" y="24344"/>
                  </a:lnTo>
                  <a:lnTo>
                    <a:pt x="382323" y="24344"/>
                  </a:lnTo>
                  <a:lnTo>
                    <a:pt x="382323" y="0"/>
                  </a:lnTo>
                  <a:close/>
                </a:path>
              </a:pathLst>
            </a:custGeom>
            <a:solidFill>
              <a:srgbClr val="5B432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" name="object 406" descr=""/>
            <p:cNvSpPr/>
            <p:nvPr/>
          </p:nvSpPr>
          <p:spPr>
            <a:xfrm>
              <a:off x="11051926" y="8097694"/>
              <a:ext cx="185420" cy="55244"/>
            </a:xfrm>
            <a:custGeom>
              <a:avLst/>
              <a:gdLst/>
              <a:ahLst/>
              <a:cxnLst/>
              <a:rect l="l" t="t" r="r" b="b"/>
              <a:pathLst>
                <a:path w="185420" h="55245">
                  <a:moveTo>
                    <a:pt x="0" y="55003"/>
                  </a:moveTo>
                  <a:lnTo>
                    <a:pt x="184842" y="0"/>
                  </a:lnTo>
                </a:path>
              </a:pathLst>
            </a:custGeom>
            <a:ln w="42982">
              <a:solidFill>
                <a:srgbClr val="563A1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7" name="object 407" descr=""/>
            <p:cNvSpPr/>
            <p:nvPr/>
          </p:nvSpPr>
          <p:spPr>
            <a:xfrm>
              <a:off x="11407192" y="8097694"/>
              <a:ext cx="160020" cy="63500"/>
            </a:xfrm>
            <a:custGeom>
              <a:avLst/>
              <a:gdLst/>
              <a:ahLst/>
              <a:cxnLst/>
              <a:rect l="l" t="t" r="r" b="b"/>
              <a:pathLst>
                <a:path w="160020" h="63500">
                  <a:moveTo>
                    <a:pt x="0" y="63118"/>
                  </a:moveTo>
                  <a:lnTo>
                    <a:pt x="159597" y="0"/>
                  </a:lnTo>
                </a:path>
              </a:pathLst>
            </a:custGeom>
            <a:ln w="42982">
              <a:solidFill>
                <a:srgbClr val="563A1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8" name="object 408" descr=""/>
            <p:cNvSpPr/>
            <p:nvPr/>
          </p:nvSpPr>
          <p:spPr>
            <a:xfrm>
              <a:off x="11032083" y="8021910"/>
              <a:ext cx="561340" cy="123825"/>
            </a:xfrm>
            <a:custGeom>
              <a:avLst/>
              <a:gdLst/>
              <a:ahLst/>
              <a:cxnLst/>
              <a:rect l="l" t="t" r="r" b="b"/>
              <a:pathLst>
                <a:path w="561340" h="123825">
                  <a:moveTo>
                    <a:pt x="561225" y="73507"/>
                  </a:moveTo>
                  <a:lnTo>
                    <a:pt x="550849" y="73507"/>
                  </a:lnTo>
                  <a:lnTo>
                    <a:pt x="498170" y="60071"/>
                  </a:lnTo>
                  <a:lnTo>
                    <a:pt x="450164" y="44183"/>
                  </a:lnTo>
                  <a:lnTo>
                    <a:pt x="411073" y="25615"/>
                  </a:lnTo>
                  <a:lnTo>
                    <a:pt x="383222" y="3657"/>
                  </a:lnTo>
                  <a:lnTo>
                    <a:pt x="0" y="0"/>
                  </a:lnTo>
                  <a:lnTo>
                    <a:pt x="52374" y="27292"/>
                  </a:lnTo>
                  <a:lnTo>
                    <a:pt x="102908" y="50914"/>
                  </a:lnTo>
                  <a:lnTo>
                    <a:pt x="150215" y="68084"/>
                  </a:lnTo>
                  <a:lnTo>
                    <a:pt x="189560" y="75387"/>
                  </a:lnTo>
                  <a:lnTo>
                    <a:pt x="189560" y="119202"/>
                  </a:lnTo>
                  <a:lnTo>
                    <a:pt x="235458" y="121869"/>
                  </a:lnTo>
                  <a:lnTo>
                    <a:pt x="284683" y="123355"/>
                  </a:lnTo>
                  <a:lnTo>
                    <a:pt x="336664" y="123698"/>
                  </a:lnTo>
                  <a:lnTo>
                    <a:pt x="390867" y="122948"/>
                  </a:lnTo>
                  <a:lnTo>
                    <a:pt x="446735" y="121170"/>
                  </a:lnTo>
                  <a:lnTo>
                    <a:pt x="503707" y="118389"/>
                  </a:lnTo>
                  <a:lnTo>
                    <a:pt x="561225" y="114668"/>
                  </a:lnTo>
                  <a:lnTo>
                    <a:pt x="561225" y="73507"/>
                  </a:lnTo>
                  <a:close/>
                </a:path>
              </a:pathLst>
            </a:custGeom>
            <a:solidFill>
              <a:srgbClr val="233A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" name="object 409" descr=""/>
            <p:cNvSpPr/>
            <p:nvPr/>
          </p:nvSpPr>
          <p:spPr>
            <a:xfrm>
              <a:off x="11122834" y="7188566"/>
              <a:ext cx="259715" cy="259715"/>
            </a:xfrm>
            <a:custGeom>
              <a:avLst/>
              <a:gdLst/>
              <a:ahLst/>
              <a:cxnLst/>
              <a:rect l="l" t="t" r="r" b="b"/>
              <a:pathLst>
                <a:path w="259715" h="259715">
                  <a:moveTo>
                    <a:pt x="259688" y="0"/>
                  </a:moveTo>
                  <a:lnTo>
                    <a:pt x="0" y="0"/>
                  </a:lnTo>
                  <a:lnTo>
                    <a:pt x="0" y="259688"/>
                  </a:lnTo>
                  <a:lnTo>
                    <a:pt x="259688" y="259688"/>
                  </a:lnTo>
                  <a:lnTo>
                    <a:pt x="259688" y="0"/>
                  </a:lnTo>
                  <a:close/>
                </a:path>
              </a:pathLst>
            </a:custGeom>
            <a:solidFill>
              <a:srgbClr val="6C582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" name="object 410" descr=""/>
            <p:cNvSpPr/>
            <p:nvPr/>
          </p:nvSpPr>
          <p:spPr>
            <a:xfrm>
              <a:off x="11238244" y="7188566"/>
              <a:ext cx="29209" cy="259715"/>
            </a:xfrm>
            <a:custGeom>
              <a:avLst/>
              <a:gdLst/>
              <a:ahLst/>
              <a:cxnLst/>
              <a:rect l="l" t="t" r="r" b="b"/>
              <a:pathLst>
                <a:path w="29209" h="259715">
                  <a:moveTo>
                    <a:pt x="28857" y="0"/>
                  </a:moveTo>
                  <a:lnTo>
                    <a:pt x="0" y="0"/>
                  </a:lnTo>
                  <a:lnTo>
                    <a:pt x="0" y="259688"/>
                  </a:lnTo>
                  <a:lnTo>
                    <a:pt x="28857" y="259688"/>
                  </a:lnTo>
                  <a:lnTo>
                    <a:pt x="28857" y="0"/>
                  </a:lnTo>
                  <a:close/>
                </a:path>
              </a:pathLst>
            </a:custGeom>
            <a:solidFill>
              <a:srgbClr val="614F2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 descr=""/>
            <p:cNvSpPr/>
            <p:nvPr/>
          </p:nvSpPr>
          <p:spPr>
            <a:xfrm>
              <a:off x="11032983" y="7131761"/>
              <a:ext cx="382905" cy="24765"/>
            </a:xfrm>
            <a:custGeom>
              <a:avLst/>
              <a:gdLst/>
              <a:ahLst/>
              <a:cxnLst/>
              <a:rect l="l" t="t" r="r" b="b"/>
              <a:pathLst>
                <a:path w="382904" h="24765">
                  <a:moveTo>
                    <a:pt x="382323" y="0"/>
                  </a:moveTo>
                  <a:lnTo>
                    <a:pt x="0" y="0"/>
                  </a:lnTo>
                  <a:lnTo>
                    <a:pt x="0" y="24344"/>
                  </a:lnTo>
                  <a:lnTo>
                    <a:pt x="382323" y="24344"/>
                  </a:lnTo>
                  <a:lnTo>
                    <a:pt x="382323" y="0"/>
                  </a:lnTo>
                  <a:close/>
                </a:path>
              </a:pathLst>
            </a:custGeom>
            <a:solidFill>
              <a:srgbClr val="5B432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 descr=""/>
            <p:cNvSpPr/>
            <p:nvPr/>
          </p:nvSpPr>
          <p:spPr>
            <a:xfrm>
              <a:off x="11051926" y="7228246"/>
              <a:ext cx="185420" cy="55244"/>
            </a:xfrm>
            <a:custGeom>
              <a:avLst/>
              <a:gdLst/>
              <a:ahLst/>
              <a:cxnLst/>
              <a:rect l="l" t="t" r="r" b="b"/>
              <a:pathLst>
                <a:path w="185420" h="55245">
                  <a:moveTo>
                    <a:pt x="0" y="55003"/>
                  </a:moveTo>
                  <a:lnTo>
                    <a:pt x="184842" y="0"/>
                  </a:lnTo>
                </a:path>
              </a:pathLst>
            </a:custGeom>
            <a:ln w="42982">
              <a:solidFill>
                <a:srgbClr val="563A1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 descr=""/>
            <p:cNvSpPr/>
            <p:nvPr/>
          </p:nvSpPr>
          <p:spPr>
            <a:xfrm>
              <a:off x="11407192" y="7228246"/>
              <a:ext cx="160020" cy="63500"/>
            </a:xfrm>
            <a:custGeom>
              <a:avLst/>
              <a:gdLst/>
              <a:ahLst/>
              <a:cxnLst/>
              <a:rect l="l" t="t" r="r" b="b"/>
              <a:pathLst>
                <a:path w="160020" h="63500">
                  <a:moveTo>
                    <a:pt x="0" y="63118"/>
                  </a:moveTo>
                  <a:lnTo>
                    <a:pt x="159597" y="0"/>
                  </a:lnTo>
                </a:path>
              </a:pathLst>
            </a:custGeom>
            <a:ln w="42982">
              <a:solidFill>
                <a:srgbClr val="563A1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 descr=""/>
            <p:cNvSpPr/>
            <p:nvPr/>
          </p:nvSpPr>
          <p:spPr>
            <a:xfrm>
              <a:off x="11032083" y="7152468"/>
              <a:ext cx="561340" cy="123825"/>
            </a:xfrm>
            <a:custGeom>
              <a:avLst/>
              <a:gdLst/>
              <a:ahLst/>
              <a:cxnLst/>
              <a:rect l="l" t="t" r="r" b="b"/>
              <a:pathLst>
                <a:path w="561340" h="123825">
                  <a:moveTo>
                    <a:pt x="561225" y="73063"/>
                  </a:moveTo>
                  <a:lnTo>
                    <a:pt x="549148" y="73063"/>
                  </a:lnTo>
                  <a:lnTo>
                    <a:pt x="498170" y="60071"/>
                  </a:lnTo>
                  <a:lnTo>
                    <a:pt x="450164" y="44183"/>
                  </a:lnTo>
                  <a:lnTo>
                    <a:pt x="411073" y="25603"/>
                  </a:lnTo>
                  <a:lnTo>
                    <a:pt x="383222" y="3644"/>
                  </a:lnTo>
                  <a:lnTo>
                    <a:pt x="0" y="0"/>
                  </a:lnTo>
                  <a:lnTo>
                    <a:pt x="52374" y="27279"/>
                  </a:lnTo>
                  <a:lnTo>
                    <a:pt x="102908" y="50914"/>
                  </a:lnTo>
                  <a:lnTo>
                    <a:pt x="150215" y="68084"/>
                  </a:lnTo>
                  <a:lnTo>
                    <a:pt x="189560" y="75387"/>
                  </a:lnTo>
                  <a:lnTo>
                    <a:pt x="189560" y="119189"/>
                  </a:lnTo>
                  <a:lnTo>
                    <a:pt x="235458" y="121869"/>
                  </a:lnTo>
                  <a:lnTo>
                    <a:pt x="284683" y="123342"/>
                  </a:lnTo>
                  <a:lnTo>
                    <a:pt x="336664" y="123685"/>
                  </a:lnTo>
                  <a:lnTo>
                    <a:pt x="390867" y="122948"/>
                  </a:lnTo>
                  <a:lnTo>
                    <a:pt x="446735" y="121158"/>
                  </a:lnTo>
                  <a:lnTo>
                    <a:pt x="503707" y="118389"/>
                  </a:lnTo>
                  <a:lnTo>
                    <a:pt x="561225" y="114668"/>
                  </a:lnTo>
                  <a:lnTo>
                    <a:pt x="561225" y="73063"/>
                  </a:lnTo>
                  <a:close/>
                </a:path>
              </a:pathLst>
            </a:custGeom>
            <a:solidFill>
              <a:srgbClr val="233A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 descr=""/>
            <p:cNvSpPr/>
            <p:nvPr/>
          </p:nvSpPr>
          <p:spPr>
            <a:xfrm>
              <a:off x="10841291" y="8145621"/>
              <a:ext cx="743585" cy="321945"/>
            </a:xfrm>
            <a:custGeom>
              <a:avLst/>
              <a:gdLst/>
              <a:ahLst/>
              <a:cxnLst/>
              <a:rect l="l" t="t" r="r" b="b"/>
              <a:pathLst>
                <a:path w="743584" h="321945">
                  <a:moveTo>
                    <a:pt x="346608" y="112852"/>
                  </a:moveTo>
                  <a:lnTo>
                    <a:pt x="324967" y="81000"/>
                  </a:lnTo>
                  <a:lnTo>
                    <a:pt x="272923" y="42240"/>
                  </a:lnTo>
                  <a:lnTo>
                    <a:pt x="208419" y="30073"/>
                  </a:lnTo>
                  <a:lnTo>
                    <a:pt x="134988" y="19253"/>
                  </a:lnTo>
                  <a:lnTo>
                    <a:pt x="0" y="0"/>
                  </a:lnTo>
                  <a:lnTo>
                    <a:pt x="0" y="16649"/>
                  </a:lnTo>
                  <a:lnTo>
                    <a:pt x="346608" y="112852"/>
                  </a:lnTo>
                  <a:close/>
                </a:path>
                <a:path w="743584" h="321945">
                  <a:moveTo>
                    <a:pt x="743521" y="181622"/>
                  </a:moveTo>
                  <a:lnTo>
                    <a:pt x="695642" y="212191"/>
                  </a:lnTo>
                  <a:lnTo>
                    <a:pt x="643128" y="230479"/>
                  </a:lnTo>
                  <a:lnTo>
                    <a:pt x="604659" y="220941"/>
                  </a:lnTo>
                  <a:lnTo>
                    <a:pt x="525881" y="185623"/>
                  </a:lnTo>
                  <a:lnTo>
                    <a:pt x="379768" y="114198"/>
                  </a:lnTo>
                  <a:lnTo>
                    <a:pt x="356438" y="128816"/>
                  </a:lnTo>
                  <a:lnTo>
                    <a:pt x="592226" y="321614"/>
                  </a:lnTo>
                  <a:lnTo>
                    <a:pt x="733437" y="277406"/>
                  </a:lnTo>
                  <a:lnTo>
                    <a:pt x="743521" y="181622"/>
                  </a:lnTo>
                  <a:close/>
                </a:path>
              </a:pathLst>
            </a:custGeom>
            <a:solidFill>
              <a:srgbClr val="F5D3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 descr=""/>
            <p:cNvSpPr/>
            <p:nvPr/>
          </p:nvSpPr>
          <p:spPr>
            <a:xfrm>
              <a:off x="11599901" y="8294445"/>
              <a:ext cx="382270" cy="107950"/>
            </a:xfrm>
            <a:custGeom>
              <a:avLst/>
              <a:gdLst/>
              <a:ahLst/>
              <a:cxnLst/>
              <a:rect l="l" t="t" r="r" b="b"/>
              <a:pathLst>
                <a:path w="382270" h="107950">
                  <a:moveTo>
                    <a:pt x="144177" y="0"/>
                  </a:moveTo>
                  <a:lnTo>
                    <a:pt x="59338" y="1376"/>
                  </a:lnTo>
                  <a:lnTo>
                    <a:pt x="0" y="9097"/>
                  </a:lnTo>
                  <a:lnTo>
                    <a:pt x="9224" y="107702"/>
                  </a:lnTo>
                  <a:lnTo>
                    <a:pt x="381977" y="107702"/>
                  </a:lnTo>
                  <a:lnTo>
                    <a:pt x="381977" y="7820"/>
                  </a:lnTo>
                  <a:lnTo>
                    <a:pt x="335057" y="3726"/>
                  </a:lnTo>
                  <a:lnTo>
                    <a:pt x="335057" y="22563"/>
                  </a:lnTo>
                  <a:lnTo>
                    <a:pt x="328547" y="29816"/>
                  </a:lnTo>
                  <a:lnTo>
                    <a:pt x="313057" y="36992"/>
                  </a:lnTo>
                  <a:lnTo>
                    <a:pt x="294651" y="42480"/>
                  </a:lnTo>
                  <a:lnTo>
                    <a:pt x="279394" y="44667"/>
                  </a:lnTo>
                  <a:lnTo>
                    <a:pt x="270232" y="44015"/>
                  </a:lnTo>
                  <a:lnTo>
                    <a:pt x="264450" y="39447"/>
                  </a:lnTo>
                  <a:lnTo>
                    <a:pt x="259589" y="27050"/>
                  </a:lnTo>
                  <a:lnTo>
                    <a:pt x="253196" y="2909"/>
                  </a:lnTo>
                  <a:lnTo>
                    <a:pt x="220226" y="1625"/>
                  </a:lnTo>
                  <a:lnTo>
                    <a:pt x="144177" y="0"/>
                  </a:lnTo>
                  <a:close/>
                </a:path>
              </a:pathLst>
            </a:custGeom>
            <a:solidFill>
              <a:srgbClr val="DFB4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" name="object 417" descr=""/>
            <p:cNvSpPr/>
            <p:nvPr/>
          </p:nvSpPr>
          <p:spPr>
            <a:xfrm>
              <a:off x="8436572" y="6592329"/>
              <a:ext cx="3187700" cy="3068955"/>
            </a:xfrm>
            <a:custGeom>
              <a:avLst/>
              <a:gdLst/>
              <a:ahLst/>
              <a:cxnLst/>
              <a:rect l="l" t="t" r="r" b="b"/>
              <a:pathLst>
                <a:path w="3187700" h="3068954">
                  <a:moveTo>
                    <a:pt x="2404722" y="0"/>
                  </a:moveTo>
                  <a:lnTo>
                    <a:pt x="1947909" y="0"/>
                  </a:lnTo>
                  <a:lnTo>
                    <a:pt x="1947909" y="180999"/>
                  </a:lnTo>
                  <a:lnTo>
                    <a:pt x="1057276" y="180999"/>
                  </a:lnTo>
                  <a:lnTo>
                    <a:pt x="1057276" y="0"/>
                  </a:lnTo>
                  <a:lnTo>
                    <a:pt x="0" y="0"/>
                  </a:lnTo>
                  <a:lnTo>
                    <a:pt x="0" y="3068388"/>
                  </a:lnTo>
                  <a:lnTo>
                    <a:pt x="3174688" y="3068388"/>
                  </a:lnTo>
                  <a:lnTo>
                    <a:pt x="3179627" y="2856279"/>
                  </a:lnTo>
                  <a:lnTo>
                    <a:pt x="3187258" y="2389639"/>
                  </a:lnTo>
                  <a:lnTo>
                    <a:pt x="3186810" y="1922999"/>
                  </a:lnTo>
                  <a:lnTo>
                    <a:pt x="3167505" y="1710890"/>
                  </a:lnTo>
                  <a:lnTo>
                    <a:pt x="3140367" y="1726377"/>
                  </a:lnTo>
                  <a:lnTo>
                    <a:pt x="3118483" y="1760449"/>
                  </a:lnTo>
                  <a:lnTo>
                    <a:pt x="3094176" y="1794520"/>
                  </a:lnTo>
                  <a:lnTo>
                    <a:pt x="3059770" y="1810007"/>
                  </a:lnTo>
                  <a:lnTo>
                    <a:pt x="3029703" y="1802045"/>
                  </a:lnTo>
                  <a:lnTo>
                    <a:pt x="2984889" y="1781052"/>
                  </a:lnTo>
                  <a:lnTo>
                    <a:pt x="2930380" y="1751373"/>
                  </a:lnTo>
                  <a:lnTo>
                    <a:pt x="2812474" y="1683328"/>
                  </a:lnTo>
                  <a:lnTo>
                    <a:pt x="2759176" y="1653649"/>
                  </a:lnTo>
                  <a:lnTo>
                    <a:pt x="2716383" y="1632656"/>
                  </a:lnTo>
                  <a:lnTo>
                    <a:pt x="2689143" y="1624693"/>
                  </a:lnTo>
                  <a:lnTo>
                    <a:pt x="2658035" y="1623684"/>
                  </a:lnTo>
                  <a:lnTo>
                    <a:pt x="2618039" y="1616614"/>
                  </a:lnTo>
                  <a:lnTo>
                    <a:pt x="2542489" y="1597425"/>
                  </a:lnTo>
                  <a:lnTo>
                    <a:pt x="2404722" y="1560057"/>
                  </a:lnTo>
                  <a:lnTo>
                    <a:pt x="2404722" y="0"/>
                  </a:lnTo>
                  <a:close/>
                </a:path>
              </a:pathLst>
            </a:custGeom>
            <a:solidFill>
              <a:srgbClr val="F7C7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" name="object 418" descr=""/>
            <p:cNvSpPr/>
            <p:nvPr/>
          </p:nvSpPr>
          <p:spPr>
            <a:xfrm>
              <a:off x="8445996" y="7776355"/>
              <a:ext cx="1829435" cy="1162050"/>
            </a:xfrm>
            <a:custGeom>
              <a:avLst/>
              <a:gdLst/>
              <a:ahLst/>
              <a:cxnLst/>
              <a:rect l="l" t="t" r="r" b="b"/>
              <a:pathLst>
                <a:path w="1829434" h="1162050">
                  <a:moveTo>
                    <a:pt x="971575" y="402894"/>
                  </a:moveTo>
                  <a:lnTo>
                    <a:pt x="272326" y="402894"/>
                  </a:lnTo>
                  <a:lnTo>
                    <a:pt x="0" y="1156893"/>
                  </a:lnTo>
                  <a:lnTo>
                    <a:pt x="862596" y="1161719"/>
                  </a:lnTo>
                  <a:lnTo>
                    <a:pt x="971575" y="402894"/>
                  </a:lnTo>
                  <a:close/>
                </a:path>
                <a:path w="1829434" h="1162050">
                  <a:moveTo>
                    <a:pt x="1829371" y="24917"/>
                  </a:moveTo>
                  <a:lnTo>
                    <a:pt x="1816252" y="6705"/>
                  </a:lnTo>
                  <a:lnTo>
                    <a:pt x="1783880" y="0"/>
                  </a:lnTo>
                  <a:lnTo>
                    <a:pt x="1675053" y="685"/>
                  </a:lnTo>
                  <a:lnTo>
                    <a:pt x="1562138" y="2209"/>
                  </a:lnTo>
                  <a:lnTo>
                    <a:pt x="1437690" y="4432"/>
                  </a:lnTo>
                  <a:lnTo>
                    <a:pt x="1399527" y="965"/>
                  </a:lnTo>
                  <a:lnTo>
                    <a:pt x="1353832" y="0"/>
                  </a:lnTo>
                  <a:lnTo>
                    <a:pt x="1306182" y="1397"/>
                  </a:lnTo>
                  <a:lnTo>
                    <a:pt x="1262151" y="5054"/>
                  </a:lnTo>
                  <a:lnTo>
                    <a:pt x="1207287" y="18643"/>
                  </a:lnTo>
                  <a:lnTo>
                    <a:pt x="1207592" y="28333"/>
                  </a:lnTo>
                  <a:lnTo>
                    <a:pt x="1279690" y="50380"/>
                  </a:lnTo>
                  <a:lnTo>
                    <a:pt x="1331836" y="58039"/>
                  </a:lnTo>
                  <a:lnTo>
                    <a:pt x="1385328" y="63639"/>
                  </a:lnTo>
                  <a:lnTo>
                    <a:pt x="1435214" y="68021"/>
                  </a:lnTo>
                  <a:lnTo>
                    <a:pt x="1476552" y="72047"/>
                  </a:lnTo>
                  <a:lnTo>
                    <a:pt x="1504378" y="76555"/>
                  </a:lnTo>
                  <a:lnTo>
                    <a:pt x="1513751" y="82410"/>
                  </a:lnTo>
                  <a:lnTo>
                    <a:pt x="1499730" y="90462"/>
                  </a:lnTo>
                  <a:lnTo>
                    <a:pt x="1456588" y="103263"/>
                  </a:lnTo>
                  <a:lnTo>
                    <a:pt x="1420393" y="113334"/>
                  </a:lnTo>
                  <a:lnTo>
                    <a:pt x="1399565" y="123418"/>
                  </a:lnTo>
                  <a:lnTo>
                    <a:pt x="1402524" y="136283"/>
                  </a:lnTo>
                  <a:lnTo>
                    <a:pt x="1489760" y="182016"/>
                  </a:lnTo>
                  <a:lnTo>
                    <a:pt x="1517345" y="212902"/>
                  </a:lnTo>
                  <a:lnTo>
                    <a:pt x="1530299" y="253225"/>
                  </a:lnTo>
                  <a:lnTo>
                    <a:pt x="1538478" y="308940"/>
                  </a:lnTo>
                  <a:lnTo>
                    <a:pt x="1552181" y="332638"/>
                  </a:lnTo>
                  <a:lnTo>
                    <a:pt x="1581886" y="346659"/>
                  </a:lnTo>
                  <a:lnTo>
                    <a:pt x="1622590" y="352501"/>
                  </a:lnTo>
                  <a:lnTo>
                    <a:pt x="1669262" y="351713"/>
                  </a:lnTo>
                  <a:lnTo>
                    <a:pt x="1716887" y="345808"/>
                  </a:lnTo>
                  <a:lnTo>
                    <a:pt x="1760435" y="336334"/>
                  </a:lnTo>
                  <a:lnTo>
                    <a:pt x="1815223" y="312750"/>
                  </a:lnTo>
                  <a:lnTo>
                    <a:pt x="1816417" y="301688"/>
                  </a:lnTo>
                  <a:lnTo>
                    <a:pt x="1780184" y="282702"/>
                  </a:lnTo>
                  <a:lnTo>
                    <a:pt x="1732483" y="267627"/>
                  </a:lnTo>
                  <a:lnTo>
                    <a:pt x="1697050" y="251574"/>
                  </a:lnTo>
                  <a:lnTo>
                    <a:pt x="1697609" y="229666"/>
                  </a:lnTo>
                  <a:lnTo>
                    <a:pt x="1714131" y="212496"/>
                  </a:lnTo>
                  <a:lnTo>
                    <a:pt x="1737677" y="186448"/>
                  </a:lnTo>
                  <a:lnTo>
                    <a:pt x="1764487" y="154432"/>
                  </a:lnTo>
                  <a:lnTo>
                    <a:pt x="1790814" y="119367"/>
                  </a:lnTo>
                  <a:lnTo>
                    <a:pt x="1812912" y="84150"/>
                  </a:lnTo>
                  <a:lnTo>
                    <a:pt x="1827009" y="51701"/>
                  </a:lnTo>
                  <a:lnTo>
                    <a:pt x="1829371" y="24917"/>
                  </a:lnTo>
                  <a:close/>
                </a:path>
              </a:pathLst>
            </a:custGeom>
            <a:solidFill>
              <a:srgbClr val="DFBA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" name="object 419" descr=""/>
            <p:cNvSpPr/>
            <p:nvPr/>
          </p:nvSpPr>
          <p:spPr>
            <a:xfrm>
              <a:off x="8879984" y="8351470"/>
              <a:ext cx="93345" cy="586740"/>
            </a:xfrm>
            <a:custGeom>
              <a:avLst/>
              <a:gdLst/>
              <a:ahLst/>
              <a:cxnLst/>
              <a:rect l="l" t="t" r="r" b="b"/>
              <a:pathLst>
                <a:path w="93345" h="586740">
                  <a:moveTo>
                    <a:pt x="0" y="586610"/>
                  </a:moveTo>
                  <a:lnTo>
                    <a:pt x="93337" y="586610"/>
                  </a:lnTo>
                  <a:lnTo>
                    <a:pt x="93337" y="0"/>
                  </a:lnTo>
                  <a:lnTo>
                    <a:pt x="0" y="0"/>
                  </a:lnTo>
                  <a:lnTo>
                    <a:pt x="0" y="586610"/>
                  </a:lnTo>
                  <a:close/>
                </a:path>
              </a:pathLst>
            </a:custGeom>
            <a:solidFill>
              <a:srgbClr val="A079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" name="object 420" descr=""/>
            <p:cNvSpPr/>
            <p:nvPr/>
          </p:nvSpPr>
          <p:spPr>
            <a:xfrm>
              <a:off x="8973321" y="8351470"/>
              <a:ext cx="297815" cy="586105"/>
            </a:xfrm>
            <a:custGeom>
              <a:avLst/>
              <a:gdLst/>
              <a:ahLst/>
              <a:cxnLst/>
              <a:rect l="l" t="t" r="r" b="b"/>
              <a:pathLst>
                <a:path w="297815" h="586104">
                  <a:moveTo>
                    <a:pt x="297624" y="0"/>
                  </a:moveTo>
                  <a:lnTo>
                    <a:pt x="0" y="0"/>
                  </a:lnTo>
                  <a:lnTo>
                    <a:pt x="0" y="581793"/>
                  </a:lnTo>
                  <a:lnTo>
                    <a:pt x="297624" y="585479"/>
                  </a:lnTo>
                  <a:lnTo>
                    <a:pt x="297624" y="0"/>
                  </a:lnTo>
                  <a:close/>
                </a:path>
              </a:pathLst>
            </a:custGeom>
            <a:solidFill>
              <a:srgbClr val="89682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" name="object 421" descr=""/>
            <p:cNvSpPr/>
            <p:nvPr/>
          </p:nvSpPr>
          <p:spPr>
            <a:xfrm>
              <a:off x="10893807" y="9065703"/>
              <a:ext cx="563245" cy="504190"/>
            </a:xfrm>
            <a:custGeom>
              <a:avLst/>
              <a:gdLst/>
              <a:ahLst/>
              <a:cxnLst/>
              <a:rect l="l" t="t" r="r" b="b"/>
              <a:pathLst>
                <a:path w="563245" h="504190">
                  <a:moveTo>
                    <a:pt x="281530" y="0"/>
                  </a:moveTo>
                  <a:lnTo>
                    <a:pt x="241648" y="4841"/>
                  </a:lnTo>
                  <a:lnTo>
                    <a:pt x="199715" y="9182"/>
                  </a:lnTo>
                  <a:lnTo>
                    <a:pt x="157531" y="14679"/>
                  </a:lnTo>
                  <a:lnTo>
                    <a:pt x="116898" y="22987"/>
                  </a:lnTo>
                  <a:lnTo>
                    <a:pt x="79616" y="35761"/>
                  </a:lnTo>
                  <a:lnTo>
                    <a:pt x="22304" y="81334"/>
                  </a:lnTo>
                  <a:lnTo>
                    <a:pt x="5876" y="117444"/>
                  </a:lnTo>
                  <a:lnTo>
                    <a:pt x="0" y="164644"/>
                  </a:lnTo>
                  <a:lnTo>
                    <a:pt x="0" y="504152"/>
                  </a:lnTo>
                  <a:lnTo>
                    <a:pt x="563061" y="504152"/>
                  </a:lnTo>
                  <a:lnTo>
                    <a:pt x="563061" y="164644"/>
                  </a:lnTo>
                  <a:lnTo>
                    <a:pt x="555671" y="116025"/>
                  </a:lnTo>
                  <a:lnTo>
                    <a:pt x="535211" y="79234"/>
                  </a:lnTo>
                  <a:lnTo>
                    <a:pt x="504245" y="52363"/>
                  </a:lnTo>
                  <a:lnTo>
                    <a:pt x="465335" y="33502"/>
                  </a:lnTo>
                  <a:lnTo>
                    <a:pt x="421045" y="20744"/>
                  </a:lnTo>
                  <a:lnTo>
                    <a:pt x="373939" y="12180"/>
                  </a:lnTo>
                  <a:lnTo>
                    <a:pt x="281530" y="0"/>
                  </a:lnTo>
                  <a:close/>
                </a:path>
              </a:pathLst>
            </a:custGeom>
            <a:solidFill>
              <a:srgbClr val="82612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" name="object 422" descr=""/>
            <p:cNvSpPr/>
            <p:nvPr/>
          </p:nvSpPr>
          <p:spPr>
            <a:xfrm>
              <a:off x="10893793" y="9065710"/>
              <a:ext cx="622300" cy="595630"/>
            </a:xfrm>
            <a:custGeom>
              <a:avLst/>
              <a:gdLst/>
              <a:ahLst/>
              <a:cxnLst/>
              <a:rect l="l" t="t" r="r" b="b"/>
              <a:pathLst>
                <a:path w="622300" h="595629">
                  <a:moveTo>
                    <a:pt x="333883" y="6807"/>
                  </a:moveTo>
                  <a:lnTo>
                    <a:pt x="294170" y="1778"/>
                  </a:lnTo>
                  <a:lnTo>
                    <a:pt x="281533" y="0"/>
                  </a:lnTo>
                  <a:lnTo>
                    <a:pt x="241655" y="4851"/>
                  </a:lnTo>
                  <a:lnTo>
                    <a:pt x="199720" y="9182"/>
                  </a:lnTo>
                  <a:lnTo>
                    <a:pt x="157530" y="14681"/>
                  </a:lnTo>
                  <a:lnTo>
                    <a:pt x="116903" y="22987"/>
                  </a:lnTo>
                  <a:lnTo>
                    <a:pt x="79616" y="35763"/>
                  </a:lnTo>
                  <a:lnTo>
                    <a:pt x="22313" y="81343"/>
                  </a:lnTo>
                  <a:lnTo>
                    <a:pt x="5880" y="117449"/>
                  </a:lnTo>
                  <a:lnTo>
                    <a:pt x="0" y="164642"/>
                  </a:lnTo>
                  <a:lnTo>
                    <a:pt x="0" y="504151"/>
                  </a:lnTo>
                  <a:lnTo>
                    <a:pt x="111467" y="504151"/>
                  </a:lnTo>
                  <a:lnTo>
                    <a:pt x="111467" y="164642"/>
                  </a:lnTo>
                  <a:lnTo>
                    <a:pt x="118249" y="114300"/>
                  </a:lnTo>
                  <a:lnTo>
                    <a:pt x="137121" y="76657"/>
                  </a:lnTo>
                  <a:lnTo>
                    <a:pt x="165811" y="49669"/>
                  </a:lnTo>
                  <a:lnTo>
                    <a:pt x="202082" y="31267"/>
                  </a:lnTo>
                  <a:lnTo>
                    <a:pt x="243687" y="19354"/>
                  </a:lnTo>
                  <a:lnTo>
                    <a:pt x="288366" y="11899"/>
                  </a:lnTo>
                  <a:lnTo>
                    <a:pt x="333883" y="6807"/>
                  </a:lnTo>
                  <a:close/>
                </a:path>
                <a:path w="622300" h="595629">
                  <a:moveTo>
                    <a:pt x="621944" y="500913"/>
                  </a:moveTo>
                  <a:lnTo>
                    <a:pt x="563079" y="500913"/>
                  </a:lnTo>
                  <a:lnTo>
                    <a:pt x="563079" y="595020"/>
                  </a:lnTo>
                  <a:lnTo>
                    <a:pt x="621944" y="595020"/>
                  </a:lnTo>
                  <a:lnTo>
                    <a:pt x="621944" y="500913"/>
                  </a:lnTo>
                  <a:close/>
                </a:path>
              </a:pathLst>
            </a:custGeom>
            <a:solidFill>
              <a:srgbClr val="DFBA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" name="object 423" descr=""/>
            <p:cNvSpPr/>
            <p:nvPr/>
          </p:nvSpPr>
          <p:spPr>
            <a:xfrm>
              <a:off x="10829450" y="9566619"/>
              <a:ext cx="628015" cy="94615"/>
            </a:xfrm>
            <a:custGeom>
              <a:avLst/>
              <a:gdLst/>
              <a:ahLst/>
              <a:cxnLst/>
              <a:rect l="l" t="t" r="r" b="b"/>
              <a:pathLst>
                <a:path w="628015" h="94615">
                  <a:moveTo>
                    <a:pt x="627425" y="0"/>
                  </a:moveTo>
                  <a:lnTo>
                    <a:pt x="0" y="0"/>
                  </a:lnTo>
                  <a:lnTo>
                    <a:pt x="0" y="94101"/>
                  </a:lnTo>
                  <a:lnTo>
                    <a:pt x="627425" y="94101"/>
                  </a:lnTo>
                  <a:lnTo>
                    <a:pt x="627425" y="0"/>
                  </a:lnTo>
                  <a:close/>
                </a:path>
              </a:pathLst>
            </a:custGeom>
            <a:solidFill>
              <a:srgbClr val="FFD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" name="object 424" descr=""/>
            <p:cNvSpPr/>
            <p:nvPr/>
          </p:nvSpPr>
          <p:spPr>
            <a:xfrm>
              <a:off x="11005261" y="9230353"/>
              <a:ext cx="452120" cy="260985"/>
            </a:xfrm>
            <a:custGeom>
              <a:avLst/>
              <a:gdLst/>
              <a:ahLst/>
              <a:cxnLst/>
              <a:rect l="l" t="t" r="r" b="b"/>
              <a:pathLst>
                <a:path w="452120" h="260984">
                  <a:moveTo>
                    <a:pt x="451612" y="238112"/>
                  </a:moveTo>
                  <a:lnTo>
                    <a:pt x="0" y="238112"/>
                  </a:lnTo>
                  <a:lnTo>
                    <a:pt x="0" y="260604"/>
                  </a:lnTo>
                  <a:lnTo>
                    <a:pt x="451612" y="260604"/>
                  </a:lnTo>
                  <a:lnTo>
                    <a:pt x="451612" y="238112"/>
                  </a:lnTo>
                  <a:close/>
                </a:path>
                <a:path w="452120" h="260984">
                  <a:moveTo>
                    <a:pt x="451612" y="0"/>
                  </a:moveTo>
                  <a:lnTo>
                    <a:pt x="0" y="0"/>
                  </a:lnTo>
                  <a:lnTo>
                    <a:pt x="0" y="22479"/>
                  </a:lnTo>
                  <a:lnTo>
                    <a:pt x="451612" y="22479"/>
                  </a:lnTo>
                  <a:lnTo>
                    <a:pt x="451612" y="0"/>
                  </a:lnTo>
                  <a:close/>
                </a:path>
              </a:pathLst>
            </a:custGeom>
            <a:solidFill>
              <a:srgbClr val="CF99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" name="object 425" descr=""/>
            <p:cNvSpPr/>
            <p:nvPr/>
          </p:nvSpPr>
          <p:spPr>
            <a:xfrm>
              <a:off x="8634382" y="8255234"/>
              <a:ext cx="123825" cy="638175"/>
            </a:xfrm>
            <a:custGeom>
              <a:avLst/>
              <a:gdLst/>
              <a:ahLst/>
              <a:cxnLst/>
              <a:rect l="l" t="t" r="r" b="b"/>
              <a:pathLst>
                <a:path w="123825" h="638175">
                  <a:moveTo>
                    <a:pt x="0" y="0"/>
                  </a:moveTo>
                  <a:lnTo>
                    <a:pt x="123545" y="637750"/>
                  </a:lnTo>
                </a:path>
              </a:pathLst>
            </a:custGeom>
            <a:ln w="62710">
              <a:solidFill>
                <a:srgbClr val="A07B3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6" name="object 426" descr=""/>
            <p:cNvSpPr/>
            <p:nvPr/>
          </p:nvSpPr>
          <p:spPr>
            <a:xfrm>
              <a:off x="9348340" y="8245063"/>
              <a:ext cx="32384" cy="668020"/>
            </a:xfrm>
            <a:custGeom>
              <a:avLst/>
              <a:gdLst/>
              <a:ahLst/>
              <a:cxnLst/>
              <a:rect l="l" t="t" r="r" b="b"/>
              <a:pathLst>
                <a:path w="32384" h="668020">
                  <a:moveTo>
                    <a:pt x="0" y="0"/>
                  </a:moveTo>
                  <a:lnTo>
                    <a:pt x="31999" y="667979"/>
                  </a:lnTo>
                </a:path>
              </a:pathLst>
            </a:custGeom>
            <a:ln w="62710">
              <a:solidFill>
                <a:srgbClr val="A07B3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7" name="object 427" descr=""/>
            <p:cNvSpPr/>
            <p:nvPr/>
          </p:nvSpPr>
          <p:spPr>
            <a:xfrm>
              <a:off x="8587899" y="8179251"/>
              <a:ext cx="829944" cy="83820"/>
            </a:xfrm>
            <a:custGeom>
              <a:avLst/>
              <a:gdLst/>
              <a:ahLst/>
              <a:cxnLst/>
              <a:rect l="l" t="t" r="r" b="b"/>
              <a:pathLst>
                <a:path w="829945" h="83820">
                  <a:moveTo>
                    <a:pt x="829681" y="0"/>
                  </a:moveTo>
                  <a:lnTo>
                    <a:pt x="130435" y="0"/>
                  </a:lnTo>
                  <a:lnTo>
                    <a:pt x="0" y="83505"/>
                  </a:lnTo>
                  <a:lnTo>
                    <a:pt x="763495" y="83505"/>
                  </a:lnTo>
                  <a:lnTo>
                    <a:pt x="829681" y="0"/>
                  </a:lnTo>
                  <a:close/>
                </a:path>
              </a:pathLst>
            </a:custGeom>
            <a:solidFill>
              <a:srgbClr val="BA5B4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" name="object 428" descr=""/>
            <p:cNvSpPr/>
            <p:nvPr/>
          </p:nvSpPr>
          <p:spPr>
            <a:xfrm>
              <a:off x="8787144" y="7163361"/>
              <a:ext cx="269875" cy="345440"/>
            </a:xfrm>
            <a:custGeom>
              <a:avLst/>
              <a:gdLst/>
              <a:ahLst/>
              <a:cxnLst/>
              <a:rect l="l" t="t" r="r" b="b"/>
              <a:pathLst>
                <a:path w="269875" h="345440">
                  <a:moveTo>
                    <a:pt x="134875" y="0"/>
                  </a:moveTo>
                  <a:lnTo>
                    <a:pt x="63646" y="13157"/>
                  </a:lnTo>
                  <a:lnTo>
                    <a:pt x="8748" y="60059"/>
                  </a:lnTo>
                  <a:lnTo>
                    <a:pt x="0" y="112687"/>
                  </a:lnTo>
                  <a:lnTo>
                    <a:pt x="0" y="345057"/>
                  </a:lnTo>
                  <a:lnTo>
                    <a:pt x="269750" y="345057"/>
                  </a:lnTo>
                  <a:lnTo>
                    <a:pt x="269750" y="112687"/>
                  </a:lnTo>
                  <a:lnTo>
                    <a:pt x="261002" y="63416"/>
                  </a:lnTo>
                  <a:lnTo>
                    <a:pt x="238109" y="32862"/>
                  </a:lnTo>
                  <a:lnTo>
                    <a:pt x="170015" y="6504"/>
                  </a:lnTo>
                  <a:lnTo>
                    <a:pt x="134875" y="0"/>
                  </a:lnTo>
                  <a:close/>
                </a:path>
              </a:pathLst>
            </a:custGeom>
            <a:solidFill>
              <a:srgbClr val="82612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" name="object 429" descr=""/>
            <p:cNvSpPr/>
            <p:nvPr/>
          </p:nvSpPr>
          <p:spPr>
            <a:xfrm>
              <a:off x="8789512" y="7506682"/>
              <a:ext cx="315595" cy="50800"/>
            </a:xfrm>
            <a:custGeom>
              <a:avLst/>
              <a:gdLst/>
              <a:ahLst/>
              <a:cxnLst/>
              <a:rect l="l" t="t" r="r" b="b"/>
              <a:pathLst>
                <a:path w="315595" h="50800">
                  <a:moveTo>
                    <a:pt x="315163" y="0"/>
                  </a:moveTo>
                  <a:lnTo>
                    <a:pt x="0" y="0"/>
                  </a:lnTo>
                  <a:lnTo>
                    <a:pt x="0" y="50490"/>
                  </a:lnTo>
                  <a:lnTo>
                    <a:pt x="315163" y="50490"/>
                  </a:lnTo>
                  <a:lnTo>
                    <a:pt x="315163" y="0"/>
                  </a:lnTo>
                  <a:close/>
                </a:path>
              </a:pathLst>
            </a:custGeom>
            <a:solidFill>
              <a:srgbClr val="DFBA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" name="object 430" descr=""/>
            <p:cNvSpPr/>
            <p:nvPr/>
          </p:nvSpPr>
          <p:spPr>
            <a:xfrm>
              <a:off x="8840533" y="7301223"/>
              <a:ext cx="216535" cy="111760"/>
            </a:xfrm>
            <a:custGeom>
              <a:avLst/>
              <a:gdLst/>
              <a:ahLst/>
              <a:cxnLst/>
              <a:rect l="l" t="t" r="r" b="b"/>
              <a:pathLst>
                <a:path w="216534" h="111759">
                  <a:moveTo>
                    <a:pt x="216357" y="99250"/>
                  </a:moveTo>
                  <a:lnTo>
                    <a:pt x="0" y="99250"/>
                  </a:lnTo>
                  <a:lnTo>
                    <a:pt x="0" y="111442"/>
                  </a:lnTo>
                  <a:lnTo>
                    <a:pt x="216357" y="111442"/>
                  </a:lnTo>
                  <a:lnTo>
                    <a:pt x="216357" y="99250"/>
                  </a:lnTo>
                  <a:close/>
                </a:path>
                <a:path w="216534" h="111759">
                  <a:moveTo>
                    <a:pt x="216357" y="0"/>
                  </a:moveTo>
                  <a:lnTo>
                    <a:pt x="0" y="0"/>
                  </a:lnTo>
                  <a:lnTo>
                    <a:pt x="0" y="12179"/>
                  </a:lnTo>
                  <a:lnTo>
                    <a:pt x="216357" y="12179"/>
                  </a:lnTo>
                  <a:lnTo>
                    <a:pt x="216357" y="0"/>
                  </a:lnTo>
                  <a:close/>
                </a:path>
              </a:pathLst>
            </a:custGeom>
            <a:solidFill>
              <a:srgbClr val="6F542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" name="object 431" descr=""/>
            <p:cNvSpPr/>
            <p:nvPr/>
          </p:nvSpPr>
          <p:spPr>
            <a:xfrm>
              <a:off x="8813266" y="7164774"/>
              <a:ext cx="243840" cy="344170"/>
            </a:xfrm>
            <a:custGeom>
              <a:avLst/>
              <a:gdLst/>
              <a:ahLst/>
              <a:cxnLst/>
              <a:rect l="l" t="t" r="r" b="b"/>
              <a:pathLst>
                <a:path w="243840" h="344170">
                  <a:moveTo>
                    <a:pt x="243624" y="111277"/>
                  </a:moveTo>
                  <a:lnTo>
                    <a:pt x="233502" y="58966"/>
                  </a:lnTo>
                  <a:lnTo>
                    <a:pt x="207378" y="27965"/>
                  </a:lnTo>
                  <a:lnTo>
                    <a:pt x="171564" y="11557"/>
                  </a:lnTo>
                  <a:lnTo>
                    <a:pt x="133832" y="3314"/>
                  </a:lnTo>
                  <a:lnTo>
                    <a:pt x="133299" y="3200"/>
                  </a:lnTo>
                  <a:lnTo>
                    <a:pt x="132384" y="2997"/>
                  </a:lnTo>
                  <a:lnTo>
                    <a:pt x="131838" y="3060"/>
                  </a:lnTo>
                  <a:lnTo>
                    <a:pt x="78574" y="3517"/>
                  </a:lnTo>
                  <a:lnTo>
                    <a:pt x="32232" y="13487"/>
                  </a:lnTo>
                  <a:lnTo>
                    <a:pt x="0" y="343649"/>
                  </a:lnTo>
                  <a:lnTo>
                    <a:pt x="24218" y="343649"/>
                  </a:lnTo>
                  <a:lnTo>
                    <a:pt x="37160" y="337413"/>
                  </a:lnTo>
                  <a:lnTo>
                    <a:pt x="53187" y="330085"/>
                  </a:lnTo>
                  <a:lnTo>
                    <a:pt x="70523" y="319532"/>
                  </a:lnTo>
                  <a:lnTo>
                    <a:pt x="87439" y="303606"/>
                  </a:lnTo>
                  <a:lnTo>
                    <a:pt x="125298" y="219951"/>
                  </a:lnTo>
                  <a:lnTo>
                    <a:pt x="130492" y="178879"/>
                  </a:lnTo>
                  <a:lnTo>
                    <a:pt x="134213" y="205473"/>
                  </a:lnTo>
                  <a:lnTo>
                    <a:pt x="150253" y="259880"/>
                  </a:lnTo>
                  <a:lnTo>
                    <a:pt x="176225" y="303606"/>
                  </a:lnTo>
                  <a:lnTo>
                    <a:pt x="210718" y="329882"/>
                  </a:lnTo>
                  <a:lnTo>
                    <a:pt x="226593" y="337337"/>
                  </a:lnTo>
                  <a:lnTo>
                    <a:pt x="239458" y="343649"/>
                  </a:lnTo>
                  <a:lnTo>
                    <a:pt x="243624" y="343649"/>
                  </a:lnTo>
                  <a:lnTo>
                    <a:pt x="243624" y="111277"/>
                  </a:lnTo>
                  <a:close/>
                </a:path>
              </a:pathLst>
            </a:custGeom>
            <a:solidFill>
              <a:srgbClr val="BA5B4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" name="object 432" descr=""/>
            <p:cNvSpPr/>
            <p:nvPr/>
          </p:nvSpPr>
          <p:spPr>
            <a:xfrm>
              <a:off x="8787147" y="7163363"/>
              <a:ext cx="160020" cy="345440"/>
            </a:xfrm>
            <a:custGeom>
              <a:avLst/>
              <a:gdLst/>
              <a:ahLst/>
              <a:cxnLst/>
              <a:rect l="l" t="t" r="r" b="b"/>
              <a:pathLst>
                <a:path w="160020" h="345440">
                  <a:moveTo>
                    <a:pt x="134875" y="0"/>
                  </a:moveTo>
                  <a:lnTo>
                    <a:pt x="63646" y="13157"/>
                  </a:lnTo>
                  <a:lnTo>
                    <a:pt x="8748" y="60059"/>
                  </a:lnTo>
                  <a:lnTo>
                    <a:pt x="0" y="112687"/>
                  </a:lnTo>
                  <a:lnTo>
                    <a:pt x="0" y="345057"/>
                  </a:lnTo>
                  <a:lnTo>
                    <a:pt x="53391" y="345057"/>
                  </a:lnTo>
                  <a:lnTo>
                    <a:pt x="53391" y="112687"/>
                  </a:lnTo>
                  <a:lnTo>
                    <a:pt x="62938" y="58169"/>
                  </a:lnTo>
                  <a:lnTo>
                    <a:pt x="87730" y="27048"/>
                  </a:lnTo>
                  <a:lnTo>
                    <a:pt x="121993" y="11741"/>
                  </a:lnTo>
                  <a:lnTo>
                    <a:pt x="159953" y="4659"/>
                  </a:lnTo>
                  <a:lnTo>
                    <a:pt x="134875" y="0"/>
                  </a:lnTo>
                  <a:close/>
                </a:path>
              </a:pathLst>
            </a:custGeom>
            <a:solidFill>
              <a:srgbClr val="DFBA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" name="object 433" descr=""/>
            <p:cNvSpPr/>
            <p:nvPr/>
          </p:nvSpPr>
          <p:spPr>
            <a:xfrm>
              <a:off x="8757932" y="7506682"/>
              <a:ext cx="315595" cy="50800"/>
            </a:xfrm>
            <a:custGeom>
              <a:avLst/>
              <a:gdLst/>
              <a:ahLst/>
              <a:cxnLst/>
              <a:rect l="l" t="t" r="r" b="b"/>
              <a:pathLst>
                <a:path w="315595" h="50800">
                  <a:moveTo>
                    <a:pt x="315163" y="0"/>
                  </a:moveTo>
                  <a:lnTo>
                    <a:pt x="0" y="0"/>
                  </a:lnTo>
                  <a:lnTo>
                    <a:pt x="0" y="50490"/>
                  </a:lnTo>
                  <a:lnTo>
                    <a:pt x="315163" y="50490"/>
                  </a:lnTo>
                  <a:lnTo>
                    <a:pt x="315163" y="0"/>
                  </a:lnTo>
                  <a:close/>
                </a:path>
              </a:pathLst>
            </a:custGeom>
            <a:solidFill>
              <a:srgbClr val="FFD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" name="object 434" descr=""/>
            <p:cNvSpPr/>
            <p:nvPr/>
          </p:nvSpPr>
          <p:spPr>
            <a:xfrm>
              <a:off x="10243179" y="7163361"/>
              <a:ext cx="269875" cy="345440"/>
            </a:xfrm>
            <a:custGeom>
              <a:avLst/>
              <a:gdLst/>
              <a:ahLst/>
              <a:cxnLst/>
              <a:rect l="l" t="t" r="r" b="b"/>
              <a:pathLst>
                <a:path w="269875" h="345440">
                  <a:moveTo>
                    <a:pt x="134875" y="0"/>
                  </a:moveTo>
                  <a:lnTo>
                    <a:pt x="63646" y="13157"/>
                  </a:lnTo>
                  <a:lnTo>
                    <a:pt x="8748" y="60059"/>
                  </a:lnTo>
                  <a:lnTo>
                    <a:pt x="0" y="112687"/>
                  </a:lnTo>
                  <a:lnTo>
                    <a:pt x="0" y="345057"/>
                  </a:lnTo>
                  <a:lnTo>
                    <a:pt x="269750" y="345057"/>
                  </a:lnTo>
                  <a:lnTo>
                    <a:pt x="269750" y="112687"/>
                  </a:lnTo>
                  <a:lnTo>
                    <a:pt x="261002" y="63416"/>
                  </a:lnTo>
                  <a:lnTo>
                    <a:pt x="238109" y="32862"/>
                  </a:lnTo>
                  <a:lnTo>
                    <a:pt x="170015" y="6504"/>
                  </a:lnTo>
                  <a:lnTo>
                    <a:pt x="134875" y="0"/>
                  </a:lnTo>
                  <a:close/>
                </a:path>
              </a:pathLst>
            </a:custGeom>
            <a:solidFill>
              <a:srgbClr val="6B512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" name="object 435" descr=""/>
            <p:cNvSpPr/>
            <p:nvPr/>
          </p:nvSpPr>
          <p:spPr>
            <a:xfrm>
              <a:off x="10243173" y="7163365"/>
              <a:ext cx="318135" cy="394335"/>
            </a:xfrm>
            <a:custGeom>
              <a:avLst/>
              <a:gdLst/>
              <a:ahLst/>
              <a:cxnLst/>
              <a:rect l="l" t="t" r="r" b="b"/>
              <a:pathLst>
                <a:path w="318134" h="394334">
                  <a:moveTo>
                    <a:pt x="317538" y="343319"/>
                  </a:moveTo>
                  <a:lnTo>
                    <a:pt x="53390" y="343319"/>
                  </a:lnTo>
                  <a:lnTo>
                    <a:pt x="53390" y="112687"/>
                  </a:lnTo>
                  <a:lnTo>
                    <a:pt x="62941" y="58178"/>
                  </a:lnTo>
                  <a:lnTo>
                    <a:pt x="87731" y="27051"/>
                  </a:lnTo>
                  <a:lnTo>
                    <a:pt x="121996" y="11747"/>
                  </a:lnTo>
                  <a:lnTo>
                    <a:pt x="159956" y="4660"/>
                  </a:lnTo>
                  <a:lnTo>
                    <a:pt x="134874" y="0"/>
                  </a:lnTo>
                  <a:lnTo>
                    <a:pt x="63652" y="13157"/>
                  </a:lnTo>
                  <a:lnTo>
                    <a:pt x="8750" y="60058"/>
                  </a:lnTo>
                  <a:lnTo>
                    <a:pt x="0" y="112687"/>
                  </a:lnTo>
                  <a:lnTo>
                    <a:pt x="0" y="345059"/>
                  </a:lnTo>
                  <a:lnTo>
                    <a:pt x="2374" y="345059"/>
                  </a:lnTo>
                  <a:lnTo>
                    <a:pt x="2374" y="393814"/>
                  </a:lnTo>
                  <a:lnTo>
                    <a:pt x="317538" y="393814"/>
                  </a:lnTo>
                  <a:lnTo>
                    <a:pt x="317538" y="343319"/>
                  </a:lnTo>
                  <a:close/>
                </a:path>
              </a:pathLst>
            </a:custGeom>
            <a:solidFill>
              <a:srgbClr val="DFBA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" name="object 436" descr=""/>
            <p:cNvSpPr/>
            <p:nvPr/>
          </p:nvSpPr>
          <p:spPr>
            <a:xfrm>
              <a:off x="10213960" y="7506682"/>
              <a:ext cx="315595" cy="50800"/>
            </a:xfrm>
            <a:custGeom>
              <a:avLst/>
              <a:gdLst/>
              <a:ahLst/>
              <a:cxnLst/>
              <a:rect l="l" t="t" r="r" b="b"/>
              <a:pathLst>
                <a:path w="315595" h="50800">
                  <a:moveTo>
                    <a:pt x="315163" y="0"/>
                  </a:moveTo>
                  <a:lnTo>
                    <a:pt x="0" y="0"/>
                  </a:lnTo>
                  <a:lnTo>
                    <a:pt x="0" y="50490"/>
                  </a:lnTo>
                  <a:lnTo>
                    <a:pt x="315163" y="50490"/>
                  </a:lnTo>
                  <a:lnTo>
                    <a:pt x="315163" y="0"/>
                  </a:lnTo>
                  <a:close/>
                </a:path>
              </a:pathLst>
            </a:custGeom>
            <a:solidFill>
              <a:srgbClr val="FFD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" name="object 437" descr=""/>
            <p:cNvSpPr/>
            <p:nvPr/>
          </p:nvSpPr>
          <p:spPr>
            <a:xfrm>
              <a:off x="9499445" y="7163361"/>
              <a:ext cx="269875" cy="345440"/>
            </a:xfrm>
            <a:custGeom>
              <a:avLst/>
              <a:gdLst/>
              <a:ahLst/>
              <a:cxnLst/>
              <a:rect l="l" t="t" r="r" b="b"/>
              <a:pathLst>
                <a:path w="269875" h="345440">
                  <a:moveTo>
                    <a:pt x="134875" y="0"/>
                  </a:moveTo>
                  <a:lnTo>
                    <a:pt x="63646" y="13157"/>
                  </a:lnTo>
                  <a:lnTo>
                    <a:pt x="8748" y="60059"/>
                  </a:lnTo>
                  <a:lnTo>
                    <a:pt x="0" y="112687"/>
                  </a:lnTo>
                  <a:lnTo>
                    <a:pt x="0" y="345057"/>
                  </a:lnTo>
                  <a:lnTo>
                    <a:pt x="269750" y="345057"/>
                  </a:lnTo>
                  <a:lnTo>
                    <a:pt x="269750" y="112687"/>
                  </a:lnTo>
                  <a:lnTo>
                    <a:pt x="261002" y="63416"/>
                  </a:lnTo>
                  <a:lnTo>
                    <a:pt x="238109" y="32862"/>
                  </a:lnTo>
                  <a:lnTo>
                    <a:pt x="170015" y="6504"/>
                  </a:lnTo>
                  <a:lnTo>
                    <a:pt x="134875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" name="object 438" descr=""/>
            <p:cNvSpPr/>
            <p:nvPr/>
          </p:nvSpPr>
          <p:spPr>
            <a:xfrm>
              <a:off x="9499448" y="7307306"/>
              <a:ext cx="269875" cy="201295"/>
            </a:xfrm>
            <a:custGeom>
              <a:avLst/>
              <a:gdLst/>
              <a:ahLst/>
              <a:cxnLst/>
              <a:rect l="l" t="t" r="r" b="b"/>
              <a:pathLst>
                <a:path w="269875" h="201295">
                  <a:moveTo>
                    <a:pt x="269750" y="0"/>
                  </a:moveTo>
                  <a:lnTo>
                    <a:pt x="0" y="0"/>
                  </a:lnTo>
                  <a:lnTo>
                    <a:pt x="0" y="201114"/>
                  </a:lnTo>
                  <a:lnTo>
                    <a:pt x="269750" y="201114"/>
                  </a:lnTo>
                  <a:lnTo>
                    <a:pt x="269750" y="0"/>
                  </a:lnTo>
                  <a:close/>
                </a:path>
              </a:pathLst>
            </a:custGeom>
            <a:solidFill>
              <a:srgbClr val="6B512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" name="object 439" descr=""/>
            <p:cNvSpPr/>
            <p:nvPr/>
          </p:nvSpPr>
          <p:spPr>
            <a:xfrm>
              <a:off x="9499448" y="7163365"/>
              <a:ext cx="318135" cy="394335"/>
            </a:xfrm>
            <a:custGeom>
              <a:avLst/>
              <a:gdLst/>
              <a:ahLst/>
              <a:cxnLst/>
              <a:rect l="l" t="t" r="r" b="b"/>
              <a:pathLst>
                <a:path w="318134" h="394334">
                  <a:moveTo>
                    <a:pt x="317525" y="343319"/>
                  </a:moveTo>
                  <a:lnTo>
                    <a:pt x="53390" y="343319"/>
                  </a:lnTo>
                  <a:lnTo>
                    <a:pt x="53390" y="112687"/>
                  </a:lnTo>
                  <a:lnTo>
                    <a:pt x="62928" y="58178"/>
                  </a:lnTo>
                  <a:lnTo>
                    <a:pt x="87718" y="27051"/>
                  </a:lnTo>
                  <a:lnTo>
                    <a:pt x="121983" y="11747"/>
                  </a:lnTo>
                  <a:lnTo>
                    <a:pt x="159943" y="4660"/>
                  </a:lnTo>
                  <a:lnTo>
                    <a:pt x="134874" y="0"/>
                  </a:lnTo>
                  <a:lnTo>
                    <a:pt x="63639" y="13157"/>
                  </a:lnTo>
                  <a:lnTo>
                    <a:pt x="8737" y="60058"/>
                  </a:lnTo>
                  <a:lnTo>
                    <a:pt x="0" y="112687"/>
                  </a:lnTo>
                  <a:lnTo>
                    <a:pt x="0" y="345059"/>
                  </a:lnTo>
                  <a:lnTo>
                    <a:pt x="2362" y="345059"/>
                  </a:lnTo>
                  <a:lnTo>
                    <a:pt x="2362" y="393814"/>
                  </a:lnTo>
                  <a:lnTo>
                    <a:pt x="317525" y="393814"/>
                  </a:lnTo>
                  <a:lnTo>
                    <a:pt x="317525" y="343319"/>
                  </a:lnTo>
                  <a:close/>
                </a:path>
              </a:pathLst>
            </a:custGeom>
            <a:solidFill>
              <a:srgbClr val="DFBA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" name="object 440" descr=""/>
            <p:cNvSpPr/>
            <p:nvPr/>
          </p:nvSpPr>
          <p:spPr>
            <a:xfrm>
              <a:off x="9470224" y="7506682"/>
              <a:ext cx="315595" cy="50800"/>
            </a:xfrm>
            <a:custGeom>
              <a:avLst/>
              <a:gdLst/>
              <a:ahLst/>
              <a:cxnLst/>
              <a:rect l="l" t="t" r="r" b="b"/>
              <a:pathLst>
                <a:path w="315595" h="50800">
                  <a:moveTo>
                    <a:pt x="315163" y="0"/>
                  </a:moveTo>
                  <a:lnTo>
                    <a:pt x="0" y="0"/>
                  </a:lnTo>
                  <a:lnTo>
                    <a:pt x="0" y="50490"/>
                  </a:lnTo>
                  <a:lnTo>
                    <a:pt x="315163" y="50490"/>
                  </a:lnTo>
                  <a:lnTo>
                    <a:pt x="315163" y="0"/>
                  </a:lnTo>
                  <a:close/>
                </a:path>
              </a:pathLst>
            </a:custGeom>
            <a:solidFill>
              <a:srgbClr val="FFD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" name="object 441" descr=""/>
            <p:cNvSpPr/>
            <p:nvPr/>
          </p:nvSpPr>
          <p:spPr>
            <a:xfrm>
              <a:off x="10258973" y="8364902"/>
              <a:ext cx="269875" cy="345440"/>
            </a:xfrm>
            <a:custGeom>
              <a:avLst/>
              <a:gdLst/>
              <a:ahLst/>
              <a:cxnLst/>
              <a:rect l="l" t="t" r="r" b="b"/>
              <a:pathLst>
                <a:path w="269875" h="345440">
                  <a:moveTo>
                    <a:pt x="134875" y="0"/>
                  </a:moveTo>
                  <a:lnTo>
                    <a:pt x="63646" y="13157"/>
                  </a:lnTo>
                  <a:lnTo>
                    <a:pt x="8748" y="60059"/>
                  </a:lnTo>
                  <a:lnTo>
                    <a:pt x="0" y="112687"/>
                  </a:lnTo>
                  <a:lnTo>
                    <a:pt x="0" y="345057"/>
                  </a:lnTo>
                  <a:lnTo>
                    <a:pt x="269750" y="345057"/>
                  </a:lnTo>
                  <a:lnTo>
                    <a:pt x="269750" y="112687"/>
                  </a:lnTo>
                  <a:lnTo>
                    <a:pt x="261002" y="63416"/>
                  </a:lnTo>
                  <a:lnTo>
                    <a:pt x="238109" y="32862"/>
                  </a:lnTo>
                  <a:lnTo>
                    <a:pt x="170015" y="6504"/>
                  </a:lnTo>
                  <a:lnTo>
                    <a:pt x="134875" y="0"/>
                  </a:lnTo>
                  <a:close/>
                </a:path>
              </a:pathLst>
            </a:custGeom>
            <a:solidFill>
              <a:srgbClr val="6B512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" name="object 442" descr=""/>
            <p:cNvSpPr/>
            <p:nvPr/>
          </p:nvSpPr>
          <p:spPr>
            <a:xfrm>
              <a:off x="10258971" y="8364912"/>
              <a:ext cx="318135" cy="394335"/>
            </a:xfrm>
            <a:custGeom>
              <a:avLst/>
              <a:gdLst/>
              <a:ahLst/>
              <a:cxnLst/>
              <a:rect l="l" t="t" r="r" b="b"/>
              <a:pathLst>
                <a:path w="318134" h="394334">
                  <a:moveTo>
                    <a:pt x="317525" y="343319"/>
                  </a:moveTo>
                  <a:lnTo>
                    <a:pt x="53390" y="343319"/>
                  </a:lnTo>
                  <a:lnTo>
                    <a:pt x="53390" y="112687"/>
                  </a:lnTo>
                  <a:lnTo>
                    <a:pt x="62941" y="58166"/>
                  </a:lnTo>
                  <a:lnTo>
                    <a:pt x="87731" y="27051"/>
                  </a:lnTo>
                  <a:lnTo>
                    <a:pt x="121996" y="11734"/>
                  </a:lnTo>
                  <a:lnTo>
                    <a:pt x="159956" y="4660"/>
                  </a:lnTo>
                  <a:lnTo>
                    <a:pt x="134874" y="0"/>
                  </a:lnTo>
                  <a:lnTo>
                    <a:pt x="63639" y="13157"/>
                  </a:lnTo>
                  <a:lnTo>
                    <a:pt x="8750" y="60058"/>
                  </a:lnTo>
                  <a:lnTo>
                    <a:pt x="0" y="112687"/>
                  </a:lnTo>
                  <a:lnTo>
                    <a:pt x="0" y="345059"/>
                  </a:lnTo>
                  <a:lnTo>
                    <a:pt x="2362" y="345059"/>
                  </a:lnTo>
                  <a:lnTo>
                    <a:pt x="2362" y="393814"/>
                  </a:lnTo>
                  <a:lnTo>
                    <a:pt x="317525" y="393814"/>
                  </a:lnTo>
                  <a:lnTo>
                    <a:pt x="317525" y="343319"/>
                  </a:lnTo>
                  <a:close/>
                </a:path>
              </a:pathLst>
            </a:custGeom>
            <a:solidFill>
              <a:srgbClr val="DFBA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" name="object 443" descr=""/>
            <p:cNvSpPr/>
            <p:nvPr/>
          </p:nvSpPr>
          <p:spPr>
            <a:xfrm>
              <a:off x="10229751" y="8708227"/>
              <a:ext cx="315595" cy="50800"/>
            </a:xfrm>
            <a:custGeom>
              <a:avLst/>
              <a:gdLst/>
              <a:ahLst/>
              <a:cxnLst/>
              <a:rect l="l" t="t" r="r" b="b"/>
              <a:pathLst>
                <a:path w="315595" h="50800">
                  <a:moveTo>
                    <a:pt x="315163" y="0"/>
                  </a:moveTo>
                  <a:lnTo>
                    <a:pt x="0" y="0"/>
                  </a:lnTo>
                  <a:lnTo>
                    <a:pt x="0" y="50490"/>
                  </a:lnTo>
                  <a:lnTo>
                    <a:pt x="315163" y="50490"/>
                  </a:lnTo>
                  <a:lnTo>
                    <a:pt x="315163" y="0"/>
                  </a:lnTo>
                  <a:close/>
                </a:path>
              </a:pathLst>
            </a:custGeom>
            <a:solidFill>
              <a:srgbClr val="FFD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" name="object 444" descr=""/>
            <p:cNvSpPr/>
            <p:nvPr/>
          </p:nvSpPr>
          <p:spPr>
            <a:xfrm>
              <a:off x="9351391" y="8893103"/>
              <a:ext cx="1218565" cy="767715"/>
            </a:xfrm>
            <a:custGeom>
              <a:avLst/>
              <a:gdLst/>
              <a:ahLst/>
              <a:cxnLst/>
              <a:rect l="l" t="t" r="r" b="b"/>
              <a:pathLst>
                <a:path w="1218565" h="767715">
                  <a:moveTo>
                    <a:pt x="293258" y="0"/>
                  </a:moveTo>
                  <a:lnTo>
                    <a:pt x="34229" y="0"/>
                  </a:lnTo>
                  <a:lnTo>
                    <a:pt x="0" y="766625"/>
                  </a:lnTo>
                  <a:lnTo>
                    <a:pt x="1218266" y="767610"/>
                  </a:lnTo>
                  <a:lnTo>
                    <a:pt x="1202476" y="608546"/>
                  </a:lnTo>
                  <a:lnTo>
                    <a:pt x="845942" y="608546"/>
                  </a:lnTo>
                  <a:lnTo>
                    <a:pt x="830152" y="359831"/>
                  </a:lnTo>
                  <a:lnTo>
                    <a:pt x="643341" y="348492"/>
                  </a:lnTo>
                  <a:lnTo>
                    <a:pt x="643341" y="185711"/>
                  </a:lnTo>
                  <a:lnTo>
                    <a:pt x="347329" y="185711"/>
                  </a:lnTo>
                  <a:lnTo>
                    <a:pt x="339267" y="43464"/>
                  </a:lnTo>
                  <a:lnTo>
                    <a:pt x="334931" y="26385"/>
                  </a:lnTo>
                  <a:lnTo>
                    <a:pt x="324908" y="12587"/>
                  </a:lnTo>
                  <a:lnTo>
                    <a:pt x="310562" y="3361"/>
                  </a:lnTo>
                  <a:lnTo>
                    <a:pt x="293258" y="0"/>
                  </a:lnTo>
                  <a:close/>
                </a:path>
              </a:pathLst>
            </a:custGeom>
            <a:solidFill>
              <a:srgbClr val="DFB4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" name="object 445" descr=""/>
            <p:cNvSpPr/>
            <p:nvPr/>
          </p:nvSpPr>
          <p:spPr>
            <a:xfrm>
              <a:off x="8436657" y="8892985"/>
              <a:ext cx="1955164" cy="768350"/>
            </a:xfrm>
            <a:custGeom>
              <a:avLst/>
              <a:gdLst/>
              <a:ahLst/>
              <a:cxnLst/>
              <a:rect l="l" t="t" r="r" b="b"/>
              <a:pathLst>
                <a:path w="1955165" h="768350">
                  <a:moveTo>
                    <a:pt x="957415" y="41"/>
                  </a:moveTo>
                  <a:lnTo>
                    <a:pt x="726492" y="2242"/>
                  </a:lnTo>
                  <a:lnTo>
                    <a:pt x="384949" y="4688"/>
                  </a:lnTo>
                  <a:lnTo>
                    <a:pt x="252177" y="5062"/>
                  </a:lnTo>
                  <a:lnTo>
                    <a:pt x="137539" y="4792"/>
                  </a:lnTo>
                  <a:lnTo>
                    <a:pt x="90340" y="4353"/>
                  </a:lnTo>
                  <a:lnTo>
                    <a:pt x="51659" y="3680"/>
                  </a:lnTo>
                  <a:lnTo>
                    <a:pt x="5160" y="1528"/>
                  </a:lnTo>
                  <a:lnTo>
                    <a:pt x="0" y="0"/>
                  </a:lnTo>
                  <a:lnTo>
                    <a:pt x="9308" y="767735"/>
                  </a:lnTo>
                  <a:lnTo>
                    <a:pt x="1955029" y="767735"/>
                  </a:lnTo>
                  <a:lnTo>
                    <a:pt x="1955029" y="650859"/>
                  </a:lnTo>
                  <a:lnTo>
                    <a:pt x="1930883" y="607121"/>
                  </a:lnTo>
                  <a:lnTo>
                    <a:pt x="1800384" y="588756"/>
                  </a:lnTo>
                  <a:lnTo>
                    <a:pt x="1793821" y="586634"/>
                  </a:lnTo>
                  <a:lnTo>
                    <a:pt x="1774155" y="438740"/>
                  </a:lnTo>
                  <a:lnTo>
                    <a:pt x="1773904" y="430185"/>
                  </a:lnTo>
                  <a:lnTo>
                    <a:pt x="1767904" y="423191"/>
                  </a:lnTo>
                  <a:lnTo>
                    <a:pt x="1614589" y="408008"/>
                  </a:lnTo>
                  <a:lnTo>
                    <a:pt x="1598739" y="356000"/>
                  </a:lnTo>
                  <a:lnTo>
                    <a:pt x="1594535" y="299836"/>
                  </a:lnTo>
                  <a:lnTo>
                    <a:pt x="1592998" y="265573"/>
                  </a:lnTo>
                  <a:lnTo>
                    <a:pt x="1578542" y="250588"/>
                  </a:lnTo>
                  <a:lnTo>
                    <a:pt x="1543767" y="240000"/>
                  </a:lnTo>
                  <a:lnTo>
                    <a:pt x="1501558" y="234465"/>
                  </a:lnTo>
                  <a:lnTo>
                    <a:pt x="1464803" y="234642"/>
                  </a:lnTo>
                  <a:lnTo>
                    <a:pt x="1457315" y="233867"/>
                  </a:lnTo>
                  <a:lnTo>
                    <a:pt x="1450855" y="230194"/>
                  </a:lnTo>
                  <a:lnTo>
                    <a:pt x="1446057" y="224169"/>
                  </a:lnTo>
                  <a:lnTo>
                    <a:pt x="1443558" y="216338"/>
                  </a:lnTo>
                  <a:lnTo>
                    <a:pt x="1440790" y="197557"/>
                  </a:lnTo>
                  <a:lnTo>
                    <a:pt x="1437143" y="177942"/>
                  </a:lnTo>
                  <a:lnTo>
                    <a:pt x="1432725" y="161130"/>
                  </a:lnTo>
                  <a:lnTo>
                    <a:pt x="1427642" y="150759"/>
                  </a:lnTo>
                  <a:lnTo>
                    <a:pt x="1418042" y="144249"/>
                  </a:lnTo>
                  <a:lnTo>
                    <a:pt x="1391756" y="143795"/>
                  </a:lnTo>
                  <a:lnTo>
                    <a:pt x="1328006" y="150940"/>
                  </a:lnTo>
                  <a:lnTo>
                    <a:pt x="1206015" y="167230"/>
                  </a:lnTo>
                  <a:lnTo>
                    <a:pt x="1194340" y="114792"/>
                  </a:lnTo>
                  <a:lnTo>
                    <a:pt x="1010806" y="76008"/>
                  </a:lnTo>
                  <a:lnTo>
                    <a:pt x="965342" y="4565"/>
                  </a:lnTo>
                  <a:lnTo>
                    <a:pt x="957415" y="41"/>
                  </a:lnTo>
                  <a:close/>
                </a:path>
              </a:pathLst>
            </a:custGeom>
            <a:solidFill>
              <a:srgbClr val="FFD58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" name="object 446" descr=""/>
            <p:cNvSpPr/>
            <p:nvPr/>
          </p:nvSpPr>
          <p:spPr>
            <a:xfrm>
              <a:off x="8438150" y="9207618"/>
              <a:ext cx="854710" cy="453390"/>
            </a:xfrm>
            <a:custGeom>
              <a:avLst/>
              <a:gdLst/>
              <a:ahLst/>
              <a:cxnLst/>
              <a:rect l="l" t="t" r="r" b="b"/>
              <a:pathLst>
                <a:path w="854709" h="453390">
                  <a:moveTo>
                    <a:pt x="326226" y="0"/>
                  </a:moveTo>
                  <a:lnTo>
                    <a:pt x="264300" y="64"/>
                  </a:lnTo>
                  <a:lnTo>
                    <a:pt x="202483" y="1062"/>
                  </a:lnTo>
                  <a:lnTo>
                    <a:pt x="39535" y="5438"/>
                  </a:lnTo>
                  <a:lnTo>
                    <a:pt x="0" y="5955"/>
                  </a:lnTo>
                  <a:lnTo>
                    <a:pt x="0" y="453104"/>
                  </a:lnTo>
                  <a:lnTo>
                    <a:pt x="719821" y="453104"/>
                  </a:lnTo>
                  <a:lnTo>
                    <a:pt x="828278" y="394592"/>
                  </a:lnTo>
                  <a:lnTo>
                    <a:pt x="843882" y="382016"/>
                  </a:lnTo>
                  <a:lnTo>
                    <a:pt x="852798" y="365787"/>
                  </a:lnTo>
                  <a:lnTo>
                    <a:pt x="854447" y="347806"/>
                  </a:lnTo>
                  <a:lnTo>
                    <a:pt x="848246" y="329976"/>
                  </a:lnTo>
                  <a:lnTo>
                    <a:pt x="835846" y="308925"/>
                  </a:lnTo>
                  <a:lnTo>
                    <a:pt x="822088" y="284410"/>
                  </a:lnTo>
                  <a:lnTo>
                    <a:pt x="807504" y="256907"/>
                  </a:lnTo>
                  <a:lnTo>
                    <a:pt x="792625" y="226890"/>
                  </a:lnTo>
                  <a:lnTo>
                    <a:pt x="764978" y="191505"/>
                  </a:lnTo>
                  <a:lnTo>
                    <a:pt x="730611" y="177746"/>
                  </a:lnTo>
                  <a:lnTo>
                    <a:pt x="691646" y="176049"/>
                  </a:lnTo>
                  <a:lnTo>
                    <a:pt x="650205" y="176848"/>
                  </a:lnTo>
                  <a:lnTo>
                    <a:pt x="608410" y="170578"/>
                  </a:lnTo>
                  <a:lnTo>
                    <a:pt x="582468" y="155206"/>
                  </a:lnTo>
                  <a:lnTo>
                    <a:pt x="578868" y="134949"/>
                  </a:lnTo>
                  <a:lnTo>
                    <a:pt x="585178" y="109599"/>
                  </a:lnTo>
                  <a:lnTo>
                    <a:pt x="588964" y="78945"/>
                  </a:lnTo>
                  <a:lnTo>
                    <a:pt x="561071" y="28406"/>
                  </a:lnTo>
                  <a:lnTo>
                    <a:pt x="490828" y="9612"/>
                  </a:lnTo>
                  <a:lnTo>
                    <a:pt x="441675" y="4352"/>
                  </a:lnTo>
                  <a:lnTo>
                    <a:pt x="386080" y="1288"/>
                  </a:lnTo>
                  <a:lnTo>
                    <a:pt x="326226" y="0"/>
                  </a:lnTo>
                  <a:close/>
                </a:path>
              </a:pathLst>
            </a:custGeom>
            <a:solidFill>
              <a:srgbClr val="FFE2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" name="object 447" descr=""/>
            <p:cNvSpPr/>
            <p:nvPr/>
          </p:nvSpPr>
          <p:spPr>
            <a:xfrm>
              <a:off x="8433676" y="6887597"/>
              <a:ext cx="2411730" cy="816610"/>
            </a:xfrm>
            <a:custGeom>
              <a:avLst/>
              <a:gdLst/>
              <a:ahLst/>
              <a:cxnLst/>
              <a:rect l="l" t="t" r="r" b="b"/>
              <a:pathLst>
                <a:path w="2411729" h="816609">
                  <a:moveTo>
                    <a:pt x="2411247" y="737882"/>
                  </a:moveTo>
                  <a:lnTo>
                    <a:pt x="0" y="737882"/>
                  </a:lnTo>
                  <a:lnTo>
                    <a:pt x="0" y="816013"/>
                  </a:lnTo>
                  <a:lnTo>
                    <a:pt x="2411247" y="816013"/>
                  </a:lnTo>
                  <a:lnTo>
                    <a:pt x="2411247" y="737882"/>
                  </a:lnTo>
                  <a:close/>
                </a:path>
                <a:path w="2411729" h="816609">
                  <a:moveTo>
                    <a:pt x="2411247" y="0"/>
                  </a:moveTo>
                  <a:lnTo>
                    <a:pt x="0" y="0"/>
                  </a:lnTo>
                  <a:lnTo>
                    <a:pt x="0" y="39065"/>
                  </a:lnTo>
                  <a:lnTo>
                    <a:pt x="2411247" y="39065"/>
                  </a:lnTo>
                  <a:lnTo>
                    <a:pt x="2411247" y="0"/>
                  </a:lnTo>
                  <a:close/>
                </a:path>
              </a:pathLst>
            </a:custGeom>
            <a:solidFill>
              <a:srgbClr val="3E9BC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8" name="object 448" descr="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3696222" y="5821810"/>
              <a:ext cx="1687313" cy="3665171"/>
            </a:xfrm>
            <a:prstGeom prst="rect">
              <a:avLst/>
            </a:prstGeom>
          </p:spPr>
        </p:pic>
        <p:pic>
          <p:nvPicPr>
            <p:cNvPr id="449" name="object 449" descr="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774843" y="4893598"/>
              <a:ext cx="2514279" cy="5263100"/>
            </a:xfrm>
            <a:prstGeom prst="rect">
              <a:avLst/>
            </a:prstGeom>
          </p:spPr>
        </p:pic>
      </p:grpSp>
      <p:sp>
        <p:nvSpPr>
          <p:cNvPr id="450" name="object 450" descr=""/>
          <p:cNvSpPr txBox="1"/>
          <p:nvPr/>
        </p:nvSpPr>
        <p:spPr>
          <a:xfrm>
            <a:off x="624158" y="728636"/>
            <a:ext cx="2834640" cy="2895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700">
                <a:latin typeface="Open Sans"/>
                <a:cs typeface="Open Sans"/>
              </a:rPr>
              <a:t>Example</a:t>
            </a:r>
            <a:r>
              <a:rPr dirty="0" sz="1700" spc="70">
                <a:latin typeface="Open Sans"/>
                <a:cs typeface="Open Sans"/>
              </a:rPr>
              <a:t> </a:t>
            </a:r>
            <a:r>
              <a:rPr dirty="0" sz="1700">
                <a:latin typeface="Open Sans"/>
                <a:cs typeface="Open Sans"/>
              </a:rPr>
              <a:t>background</a:t>
            </a:r>
            <a:r>
              <a:rPr dirty="0" sz="1700" spc="70">
                <a:latin typeface="Open Sans"/>
                <a:cs typeface="Open Sans"/>
              </a:rPr>
              <a:t> </a:t>
            </a:r>
            <a:r>
              <a:rPr dirty="0" sz="1700" spc="-10">
                <a:latin typeface="Open Sans"/>
                <a:cs typeface="Open Sans"/>
              </a:rPr>
              <a:t>scene</a:t>
            </a:r>
            <a:endParaRPr sz="1700">
              <a:latin typeface="Open Sans"/>
              <a:cs typeface="Open Sans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0" y="0"/>
            <a:ext cx="20104100" cy="9312275"/>
            <a:chOff x="0" y="0"/>
            <a:chExt cx="20104100" cy="9312275"/>
          </a:xfrm>
        </p:grpSpPr>
        <p:pic>
          <p:nvPicPr>
            <p:cNvPr id="3" name="object 3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0" y="0"/>
              <a:ext cx="20104100" cy="9311727"/>
            </a:xfrm>
            <a:prstGeom prst="rect">
              <a:avLst/>
            </a:prstGeom>
          </p:spPr>
        </p:pic>
        <p:sp>
          <p:nvSpPr>
            <p:cNvPr id="4" name="object 4" descr=""/>
            <p:cNvSpPr/>
            <p:nvPr/>
          </p:nvSpPr>
          <p:spPr>
            <a:xfrm>
              <a:off x="4005212" y="5715958"/>
              <a:ext cx="514984" cy="240029"/>
            </a:xfrm>
            <a:custGeom>
              <a:avLst/>
              <a:gdLst/>
              <a:ahLst/>
              <a:cxnLst/>
              <a:rect l="l" t="t" r="r" b="b"/>
              <a:pathLst>
                <a:path w="514985" h="240029">
                  <a:moveTo>
                    <a:pt x="312762" y="35445"/>
                  </a:moveTo>
                  <a:lnTo>
                    <a:pt x="309968" y="21653"/>
                  </a:lnTo>
                  <a:lnTo>
                    <a:pt x="302374" y="10388"/>
                  </a:lnTo>
                  <a:lnTo>
                    <a:pt x="291109" y="2794"/>
                  </a:lnTo>
                  <a:lnTo>
                    <a:pt x="277317" y="0"/>
                  </a:lnTo>
                  <a:lnTo>
                    <a:pt x="35433" y="0"/>
                  </a:lnTo>
                  <a:lnTo>
                    <a:pt x="21640" y="2794"/>
                  </a:lnTo>
                  <a:lnTo>
                    <a:pt x="10375" y="10388"/>
                  </a:lnTo>
                  <a:lnTo>
                    <a:pt x="2781" y="21653"/>
                  </a:lnTo>
                  <a:lnTo>
                    <a:pt x="0" y="35445"/>
                  </a:lnTo>
                  <a:lnTo>
                    <a:pt x="2781" y="49237"/>
                  </a:lnTo>
                  <a:lnTo>
                    <a:pt x="10375" y="60502"/>
                  </a:lnTo>
                  <a:lnTo>
                    <a:pt x="21640" y="68097"/>
                  </a:lnTo>
                  <a:lnTo>
                    <a:pt x="35433" y="70878"/>
                  </a:lnTo>
                  <a:lnTo>
                    <a:pt x="277317" y="70878"/>
                  </a:lnTo>
                  <a:lnTo>
                    <a:pt x="291109" y="68097"/>
                  </a:lnTo>
                  <a:lnTo>
                    <a:pt x="302374" y="60502"/>
                  </a:lnTo>
                  <a:lnTo>
                    <a:pt x="309968" y="49237"/>
                  </a:lnTo>
                  <a:lnTo>
                    <a:pt x="312762" y="35445"/>
                  </a:lnTo>
                  <a:close/>
                </a:path>
                <a:path w="514985" h="240029">
                  <a:moveTo>
                    <a:pt x="514388" y="204228"/>
                  </a:moveTo>
                  <a:lnTo>
                    <a:pt x="511606" y="190423"/>
                  </a:lnTo>
                  <a:lnTo>
                    <a:pt x="504012" y="179158"/>
                  </a:lnTo>
                  <a:lnTo>
                    <a:pt x="492747" y="171564"/>
                  </a:lnTo>
                  <a:lnTo>
                    <a:pt x="478942" y="168783"/>
                  </a:lnTo>
                  <a:lnTo>
                    <a:pt x="155867" y="168783"/>
                  </a:lnTo>
                  <a:lnTo>
                    <a:pt x="142074" y="171564"/>
                  </a:lnTo>
                  <a:lnTo>
                    <a:pt x="130810" y="179158"/>
                  </a:lnTo>
                  <a:lnTo>
                    <a:pt x="123215" y="190423"/>
                  </a:lnTo>
                  <a:lnTo>
                    <a:pt x="120421" y="204228"/>
                  </a:lnTo>
                  <a:lnTo>
                    <a:pt x="123215" y="218020"/>
                  </a:lnTo>
                  <a:lnTo>
                    <a:pt x="130810" y="229273"/>
                  </a:lnTo>
                  <a:lnTo>
                    <a:pt x="142074" y="236867"/>
                  </a:lnTo>
                  <a:lnTo>
                    <a:pt x="155867" y="239661"/>
                  </a:lnTo>
                  <a:lnTo>
                    <a:pt x="478942" y="239661"/>
                  </a:lnTo>
                  <a:lnTo>
                    <a:pt x="492747" y="236867"/>
                  </a:lnTo>
                  <a:lnTo>
                    <a:pt x="504012" y="229273"/>
                  </a:lnTo>
                  <a:lnTo>
                    <a:pt x="511606" y="218020"/>
                  </a:lnTo>
                  <a:lnTo>
                    <a:pt x="514388" y="20422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" name="object 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742001" y="5715957"/>
              <a:ext cx="155796" cy="70877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002882" y="5884731"/>
              <a:ext cx="70887" cy="70877"/>
            </a:xfrm>
            <a:prstGeom prst="rect">
              <a:avLst/>
            </a:prstGeom>
          </p:spPr>
        </p:pic>
        <p:pic>
          <p:nvPicPr>
            <p:cNvPr id="7" name="object 7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363373" y="5715957"/>
              <a:ext cx="70887" cy="70877"/>
            </a:xfrm>
            <a:prstGeom prst="rect">
              <a:avLst/>
            </a:prstGeom>
          </p:spPr>
        </p:pic>
        <p:sp>
          <p:nvSpPr>
            <p:cNvPr id="8" name="object 8" descr=""/>
            <p:cNvSpPr/>
            <p:nvPr/>
          </p:nvSpPr>
          <p:spPr>
            <a:xfrm>
              <a:off x="16387559" y="5444127"/>
              <a:ext cx="641350" cy="197485"/>
            </a:xfrm>
            <a:custGeom>
              <a:avLst/>
              <a:gdLst/>
              <a:ahLst/>
              <a:cxnLst/>
              <a:rect l="l" t="t" r="r" b="b"/>
              <a:pathLst>
                <a:path w="641350" h="197485">
                  <a:moveTo>
                    <a:pt x="128384" y="29197"/>
                  </a:moveTo>
                  <a:lnTo>
                    <a:pt x="126098" y="17830"/>
                  </a:lnTo>
                  <a:lnTo>
                    <a:pt x="119837" y="8547"/>
                  </a:lnTo>
                  <a:lnTo>
                    <a:pt x="110553" y="2298"/>
                  </a:lnTo>
                  <a:lnTo>
                    <a:pt x="99187" y="0"/>
                  </a:lnTo>
                  <a:lnTo>
                    <a:pt x="29222" y="0"/>
                  </a:lnTo>
                  <a:lnTo>
                    <a:pt x="17843" y="2298"/>
                  </a:lnTo>
                  <a:lnTo>
                    <a:pt x="8559" y="8547"/>
                  </a:lnTo>
                  <a:lnTo>
                    <a:pt x="2298" y="17830"/>
                  </a:lnTo>
                  <a:lnTo>
                    <a:pt x="0" y="29197"/>
                  </a:lnTo>
                  <a:lnTo>
                    <a:pt x="2298" y="40563"/>
                  </a:lnTo>
                  <a:lnTo>
                    <a:pt x="8559" y="49847"/>
                  </a:lnTo>
                  <a:lnTo>
                    <a:pt x="17843" y="56108"/>
                  </a:lnTo>
                  <a:lnTo>
                    <a:pt x="29222" y="58407"/>
                  </a:lnTo>
                  <a:lnTo>
                    <a:pt x="99187" y="58407"/>
                  </a:lnTo>
                  <a:lnTo>
                    <a:pt x="110553" y="56108"/>
                  </a:lnTo>
                  <a:lnTo>
                    <a:pt x="119837" y="49847"/>
                  </a:lnTo>
                  <a:lnTo>
                    <a:pt x="126098" y="40563"/>
                  </a:lnTo>
                  <a:lnTo>
                    <a:pt x="128384" y="29197"/>
                  </a:lnTo>
                  <a:close/>
                </a:path>
                <a:path w="641350" h="197485">
                  <a:moveTo>
                    <a:pt x="273392" y="168275"/>
                  </a:moveTo>
                  <a:lnTo>
                    <a:pt x="271106" y="156908"/>
                  </a:lnTo>
                  <a:lnTo>
                    <a:pt x="264845" y="147624"/>
                  </a:lnTo>
                  <a:lnTo>
                    <a:pt x="255562" y="141363"/>
                  </a:lnTo>
                  <a:lnTo>
                    <a:pt x="244195" y="139077"/>
                  </a:lnTo>
                  <a:lnTo>
                    <a:pt x="232829" y="141363"/>
                  </a:lnTo>
                  <a:lnTo>
                    <a:pt x="223545" y="147624"/>
                  </a:lnTo>
                  <a:lnTo>
                    <a:pt x="217284" y="156908"/>
                  </a:lnTo>
                  <a:lnTo>
                    <a:pt x="214985" y="168275"/>
                  </a:lnTo>
                  <a:lnTo>
                    <a:pt x="217284" y="179641"/>
                  </a:lnTo>
                  <a:lnTo>
                    <a:pt x="223545" y="188925"/>
                  </a:lnTo>
                  <a:lnTo>
                    <a:pt x="232829" y="195186"/>
                  </a:lnTo>
                  <a:lnTo>
                    <a:pt x="244195" y="197485"/>
                  </a:lnTo>
                  <a:lnTo>
                    <a:pt x="255562" y="195186"/>
                  </a:lnTo>
                  <a:lnTo>
                    <a:pt x="264845" y="188925"/>
                  </a:lnTo>
                  <a:lnTo>
                    <a:pt x="271106" y="179641"/>
                  </a:lnTo>
                  <a:lnTo>
                    <a:pt x="273392" y="168275"/>
                  </a:lnTo>
                  <a:close/>
                </a:path>
                <a:path w="641350" h="197485">
                  <a:moveTo>
                    <a:pt x="474637" y="29197"/>
                  </a:moveTo>
                  <a:lnTo>
                    <a:pt x="472338" y="17830"/>
                  </a:lnTo>
                  <a:lnTo>
                    <a:pt x="466077" y="8547"/>
                  </a:lnTo>
                  <a:lnTo>
                    <a:pt x="456793" y="2298"/>
                  </a:lnTo>
                  <a:lnTo>
                    <a:pt x="445427" y="0"/>
                  </a:lnTo>
                  <a:lnTo>
                    <a:pt x="246113" y="0"/>
                  </a:lnTo>
                  <a:lnTo>
                    <a:pt x="234734" y="2298"/>
                  </a:lnTo>
                  <a:lnTo>
                    <a:pt x="225450" y="8547"/>
                  </a:lnTo>
                  <a:lnTo>
                    <a:pt x="219202" y="17830"/>
                  </a:lnTo>
                  <a:lnTo>
                    <a:pt x="216903" y="29197"/>
                  </a:lnTo>
                  <a:lnTo>
                    <a:pt x="219202" y="40563"/>
                  </a:lnTo>
                  <a:lnTo>
                    <a:pt x="225450" y="49847"/>
                  </a:lnTo>
                  <a:lnTo>
                    <a:pt x="234734" y="56108"/>
                  </a:lnTo>
                  <a:lnTo>
                    <a:pt x="246113" y="58407"/>
                  </a:lnTo>
                  <a:lnTo>
                    <a:pt x="445427" y="58407"/>
                  </a:lnTo>
                  <a:lnTo>
                    <a:pt x="456793" y="56108"/>
                  </a:lnTo>
                  <a:lnTo>
                    <a:pt x="466077" y="49847"/>
                  </a:lnTo>
                  <a:lnTo>
                    <a:pt x="472338" y="40563"/>
                  </a:lnTo>
                  <a:lnTo>
                    <a:pt x="474637" y="29197"/>
                  </a:lnTo>
                  <a:close/>
                </a:path>
                <a:path w="641350" h="197485">
                  <a:moveTo>
                    <a:pt x="570458" y="29197"/>
                  </a:moveTo>
                  <a:lnTo>
                    <a:pt x="568159" y="17830"/>
                  </a:lnTo>
                  <a:lnTo>
                    <a:pt x="561898" y="8547"/>
                  </a:lnTo>
                  <a:lnTo>
                    <a:pt x="552615" y="2298"/>
                  </a:lnTo>
                  <a:lnTo>
                    <a:pt x="541261" y="0"/>
                  </a:lnTo>
                  <a:lnTo>
                    <a:pt x="529894" y="2298"/>
                  </a:lnTo>
                  <a:lnTo>
                    <a:pt x="520611" y="8547"/>
                  </a:lnTo>
                  <a:lnTo>
                    <a:pt x="514350" y="17830"/>
                  </a:lnTo>
                  <a:lnTo>
                    <a:pt x="512051" y="29197"/>
                  </a:lnTo>
                  <a:lnTo>
                    <a:pt x="514350" y="40563"/>
                  </a:lnTo>
                  <a:lnTo>
                    <a:pt x="520611" y="49847"/>
                  </a:lnTo>
                  <a:lnTo>
                    <a:pt x="529894" y="56108"/>
                  </a:lnTo>
                  <a:lnTo>
                    <a:pt x="541261" y="58407"/>
                  </a:lnTo>
                  <a:lnTo>
                    <a:pt x="552615" y="56108"/>
                  </a:lnTo>
                  <a:lnTo>
                    <a:pt x="561898" y="49847"/>
                  </a:lnTo>
                  <a:lnTo>
                    <a:pt x="568159" y="40563"/>
                  </a:lnTo>
                  <a:lnTo>
                    <a:pt x="570458" y="29197"/>
                  </a:lnTo>
                  <a:close/>
                </a:path>
                <a:path w="641350" h="197485">
                  <a:moveTo>
                    <a:pt x="640791" y="168275"/>
                  </a:moveTo>
                  <a:lnTo>
                    <a:pt x="638492" y="156908"/>
                  </a:lnTo>
                  <a:lnTo>
                    <a:pt x="632231" y="147624"/>
                  </a:lnTo>
                  <a:lnTo>
                    <a:pt x="622947" y="141363"/>
                  </a:lnTo>
                  <a:lnTo>
                    <a:pt x="611581" y="139077"/>
                  </a:lnTo>
                  <a:lnTo>
                    <a:pt x="345351" y="139077"/>
                  </a:lnTo>
                  <a:lnTo>
                    <a:pt x="333984" y="141363"/>
                  </a:lnTo>
                  <a:lnTo>
                    <a:pt x="324700" y="147624"/>
                  </a:lnTo>
                  <a:lnTo>
                    <a:pt x="318439" y="156908"/>
                  </a:lnTo>
                  <a:lnTo>
                    <a:pt x="316153" y="168275"/>
                  </a:lnTo>
                  <a:lnTo>
                    <a:pt x="318439" y="179641"/>
                  </a:lnTo>
                  <a:lnTo>
                    <a:pt x="324700" y="188925"/>
                  </a:lnTo>
                  <a:lnTo>
                    <a:pt x="333984" y="195186"/>
                  </a:lnTo>
                  <a:lnTo>
                    <a:pt x="345351" y="197485"/>
                  </a:lnTo>
                  <a:lnTo>
                    <a:pt x="611581" y="197485"/>
                  </a:lnTo>
                  <a:lnTo>
                    <a:pt x="622947" y="195186"/>
                  </a:lnTo>
                  <a:lnTo>
                    <a:pt x="632231" y="188925"/>
                  </a:lnTo>
                  <a:lnTo>
                    <a:pt x="638492" y="179641"/>
                  </a:lnTo>
                  <a:lnTo>
                    <a:pt x="640791" y="16827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" name="object 9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0595089" y="6305327"/>
              <a:ext cx="75264" cy="75264"/>
            </a:xfrm>
            <a:prstGeom prst="rect">
              <a:avLst/>
            </a:prstGeom>
          </p:spPr>
        </p:pic>
        <p:sp>
          <p:nvSpPr>
            <p:cNvPr id="10" name="object 10" descr=""/>
            <p:cNvSpPr/>
            <p:nvPr/>
          </p:nvSpPr>
          <p:spPr>
            <a:xfrm>
              <a:off x="0" y="3834059"/>
              <a:ext cx="20104100" cy="5478145"/>
            </a:xfrm>
            <a:custGeom>
              <a:avLst/>
              <a:gdLst/>
              <a:ahLst/>
              <a:cxnLst/>
              <a:rect l="l" t="t" r="r" b="b"/>
              <a:pathLst>
                <a:path w="20104100" h="5478145">
                  <a:moveTo>
                    <a:pt x="3579812" y="1388960"/>
                  </a:moveTo>
                  <a:lnTo>
                    <a:pt x="3571392" y="1347254"/>
                  </a:lnTo>
                  <a:lnTo>
                    <a:pt x="3548430" y="1313192"/>
                  </a:lnTo>
                  <a:lnTo>
                    <a:pt x="3514382" y="1290243"/>
                  </a:lnTo>
                  <a:lnTo>
                    <a:pt x="3472675" y="1281823"/>
                  </a:lnTo>
                  <a:lnTo>
                    <a:pt x="3465715" y="1282103"/>
                  </a:lnTo>
                  <a:lnTo>
                    <a:pt x="3458908" y="1282903"/>
                  </a:lnTo>
                  <a:lnTo>
                    <a:pt x="3452228" y="1284109"/>
                  </a:lnTo>
                  <a:lnTo>
                    <a:pt x="3445675" y="1285671"/>
                  </a:lnTo>
                  <a:lnTo>
                    <a:pt x="3418509" y="1240701"/>
                  </a:lnTo>
                  <a:lnTo>
                    <a:pt x="3379901" y="1205496"/>
                  </a:lnTo>
                  <a:lnTo>
                    <a:pt x="3332315" y="1182560"/>
                  </a:lnTo>
                  <a:lnTo>
                    <a:pt x="3278213" y="1174369"/>
                  </a:lnTo>
                  <a:lnTo>
                    <a:pt x="3239452" y="1178534"/>
                  </a:lnTo>
                  <a:lnTo>
                    <a:pt x="3203613" y="1190459"/>
                  </a:lnTo>
                  <a:lnTo>
                    <a:pt x="3171520" y="1209230"/>
                  </a:lnTo>
                  <a:lnTo>
                    <a:pt x="3144024" y="1233932"/>
                  </a:lnTo>
                  <a:lnTo>
                    <a:pt x="3117634" y="1213802"/>
                  </a:lnTo>
                  <a:lnTo>
                    <a:pt x="3087827" y="1198613"/>
                  </a:lnTo>
                  <a:lnTo>
                    <a:pt x="3055188" y="1189037"/>
                  </a:lnTo>
                  <a:lnTo>
                    <a:pt x="3020314" y="1185697"/>
                  </a:lnTo>
                  <a:lnTo>
                    <a:pt x="3005556" y="1186294"/>
                  </a:lnTo>
                  <a:lnTo>
                    <a:pt x="2991129" y="1188059"/>
                  </a:lnTo>
                  <a:lnTo>
                    <a:pt x="2977070" y="1190904"/>
                  </a:lnTo>
                  <a:lnTo>
                    <a:pt x="2963405" y="1194790"/>
                  </a:lnTo>
                  <a:lnTo>
                    <a:pt x="2947225" y="1152639"/>
                  </a:lnTo>
                  <a:lnTo>
                    <a:pt x="2923895" y="1114666"/>
                  </a:lnTo>
                  <a:lnTo>
                    <a:pt x="2894228" y="1081722"/>
                  </a:lnTo>
                  <a:lnTo>
                    <a:pt x="2859074" y="1054620"/>
                  </a:lnTo>
                  <a:lnTo>
                    <a:pt x="2819247" y="1034224"/>
                  </a:lnTo>
                  <a:lnTo>
                    <a:pt x="2775585" y="1021372"/>
                  </a:lnTo>
                  <a:lnTo>
                    <a:pt x="2728925" y="1016901"/>
                  </a:lnTo>
                  <a:lnTo>
                    <a:pt x="2692120" y="1019670"/>
                  </a:lnTo>
                  <a:lnTo>
                    <a:pt x="2657056" y="1027696"/>
                  </a:lnTo>
                  <a:lnTo>
                    <a:pt x="2624112" y="1040574"/>
                  </a:lnTo>
                  <a:lnTo>
                    <a:pt x="2593695" y="1057884"/>
                  </a:lnTo>
                  <a:lnTo>
                    <a:pt x="2574391" y="1015466"/>
                  </a:lnTo>
                  <a:lnTo>
                    <a:pt x="2551138" y="975423"/>
                  </a:lnTo>
                  <a:lnTo>
                    <a:pt x="2524188" y="937996"/>
                  </a:lnTo>
                  <a:lnTo>
                    <a:pt x="2493784" y="903439"/>
                  </a:lnTo>
                  <a:lnTo>
                    <a:pt x="2460167" y="872020"/>
                  </a:lnTo>
                  <a:lnTo>
                    <a:pt x="2423617" y="843965"/>
                  </a:lnTo>
                  <a:lnTo>
                    <a:pt x="2384361" y="819543"/>
                  </a:lnTo>
                  <a:lnTo>
                    <a:pt x="2342654" y="799007"/>
                  </a:lnTo>
                  <a:lnTo>
                    <a:pt x="2298738" y="782586"/>
                  </a:lnTo>
                  <a:lnTo>
                    <a:pt x="2252878" y="770547"/>
                  </a:lnTo>
                  <a:lnTo>
                    <a:pt x="2205317" y="763143"/>
                  </a:lnTo>
                  <a:lnTo>
                    <a:pt x="2156295" y="760615"/>
                  </a:lnTo>
                  <a:lnTo>
                    <a:pt x="2108009" y="763066"/>
                  </a:lnTo>
                  <a:lnTo>
                    <a:pt x="2061121" y="770255"/>
                  </a:lnTo>
                  <a:lnTo>
                    <a:pt x="2015871" y="781939"/>
                  </a:lnTo>
                  <a:lnTo>
                    <a:pt x="1972513" y="797877"/>
                  </a:lnTo>
                  <a:lnTo>
                    <a:pt x="1931263" y="817841"/>
                  </a:lnTo>
                  <a:lnTo>
                    <a:pt x="1892388" y="841578"/>
                  </a:lnTo>
                  <a:lnTo>
                    <a:pt x="1856092" y="868857"/>
                  </a:lnTo>
                  <a:lnTo>
                    <a:pt x="1822640" y="899439"/>
                  </a:lnTo>
                  <a:lnTo>
                    <a:pt x="1792274" y="933081"/>
                  </a:lnTo>
                  <a:lnTo>
                    <a:pt x="1765211" y="969543"/>
                  </a:lnTo>
                  <a:lnTo>
                    <a:pt x="1741703" y="1008595"/>
                  </a:lnTo>
                  <a:lnTo>
                    <a:pt x="1721993" y="1049985"/>
                  </a:lnTo>
                  <a:lnTo>
                    <a:pt x="1694002" y="1036002"/>
                  </a:lnTo>
                  <a:lnTo>
                    <a:pt x="1664131" y="1025601"/>
                  </a:lnTo>
                  <a:lnTo>
                    <a:pt x="1632648" y="1019136"/>
                  </a:lnTo>
                  <a:lnTo>
                    <a:pt x="1599793" y="1016901"/>
                  </a:lnTo>
                  <a:lnTo>
                    <a:pt x="1551457" y="1021702"/>
                  </a:lnTo>
                  <a:lnTo>
                    <a:pt x="1506385" y="1035481"/>
                  </a:lnTo>
                  <a:lnTo>
                    <a:pt x="1465491" y="1057300"/>
                  </a:lnTo>
                  <a:lnTo>
                    <a:pt x="1429727" y="1086218"/>
                  </a:lnTo>
                  <a:lnTo>
                    <a:pt x="1399997" y="1121295"/>
                  </a:lnTo>
                  <a:lnTo>
                    <a:pt x="1377238" y="1161618"/>
                  </a:lnTo>
                  <a:lnTo>
                    <a:pt x="1362367" y="1206233"/>
                  </a:lnTo>
                  <a:lnTo>
                    <a:pt x="1342847" y="1197521"/>
                  </a:lnTo>
                  <a:lnTo>
                    <a:pt x="1322235" y="1191069"/>
                  </a:lnTo>
                  <a:lnTo>
                    <a:pt x="1300645" y="1187069"/>
                  </a:lnTo>
                  <a:lnTo>
                    <a:pt x="1278242" y="1185697"/>
                  </a:lnTo>
                  <a:lnTo>
                    <a:pt x="1252499" y="1187513"/>
                  </a:lnTo>
                  <a:lnTo>
                    <a:pt x="1227886" y="1192796"/>
                  </a:lnTo>
                  <a:lnTo>
                    <a:pt x="1204607" y="1201254"/>
                  </a:lnTo>
                  <a:lnTo>
                    <a:pt x="1182878" y="1212621"/>
                  </a:lnTo>
                  <a:lnTo>
                    <a:pt x="1151255" y="1183779"/>
                  </a:lnTo>
                  <a:lnTo>
                    <a:pt x="1114221" y="1161846"/>
                  </a:lnTo>
                  <a:lnTo>
                    <a:pt x="1072756" y="1147914"/>
                  </a:lnTo>
                  <a:lnTo>
                    <a:pt x="1027887" y="1143038"/>
                  </a:lnTo>
                  <a:lnTo>
                    <a:pt x="980173" y="1148537"/>
                  </a:lnTo>
                  <a:lnTo>
                    <a:pt x="936371" y="1164183"/>
                  </a:lnTo>
                  <a:lnTo>
                    <a:pt x="897737" y="1188745"/>
                  </a:lnTo>
                  <a:lnTo>
                    <a:pt x="865517" y="1220978"/>
                  </a:lnTo>
                  <a:lnTo>
                    <a:pt x="840955" y="1259611"/>
                  </a:lnTo>
                  <a:lnTo>
                    <a:pt x="825296" y="1303401"/>
                  </a:lnTo>
                  <a:lnTo>
                    <a:pt x="819810" y="1351114"/>
                  </a:lnTo>
                  <a:lnTo>
                    <a:pt x="820051" y="1360754"/>
                  </a:lnTo>
                  <a:lnTo>
                    <a:pt x="820762" y="1370266"/>
                  </a:lnTo>
                  <a:lnTo>
                    <a:pt x="821893" y="1379664"/>
                  </a:lnTo>
                  <a:lnTo>
                    <a:pt x="823404" y="1388948"/>
                  </a:lnTo>
                  <a:lnTo>
                    <a:pt x="3579812" y="1388960"/>
                  </a:lnTo>
                  <a:close/>
                </a:path>
                <a:path w="20104100" h="5478145">
                  <a:moveTo>
                    <a:pt x="6497942" y="4814925"/>
                  </a:moveTo>
                  <a:lnTo>
                    <a:pt x="6496494" y="4766284"/>
                  </a:lnTo>
                  <a:lnTo>
                    <a:pt x="6492176" y="4718418"/>
                  </a:lnTo>
                  <a:lnTo>
                    <a:pt x="6485077" y="4671403"/>
                  </a:lnTo>
                  <a:lnTo>
                    <a:pt x="6475298" y="4625340"/>
                  </a:lnTo>
                  <a:lnTo>
                    <a:pt x="6462916" y="4580280"/>
                  </a:lnTo>
                  <a:lnTo>
                    <a:pt x="6447993" y="4536338"/>
                  </a:lnTo>
                  <a:lnTo>
                    <a:pt x="6430645" y="4493577"/>
                  </a:lnTo>
                  <a:lnTo>
                    <a:pt x="6410934" y="4452086"/>
                  </a:lnTo>
                  <a:lnTo>
                    <a:pt x="6388938" y="4411954"/>
                  </a:lnTo>
                  <a:lnTo>
                    <a:pt x="6364770" y="4373257"/>
                  </a:lnTo>
                  <a:lnTo>
                    <a:pt x="6338481" y="4336085"/>
                  </a:lnTo>
                  <a:lnTo>
                    <a:pt x="6310173" y="4300525"/>
                  </a:lnTo>
                  <a:lnTo>
                    <a:pt x="6279921" y="4266654"/>
                  </a:lnTo>
                  <a:lnTo>
                    <a:pt x="6247828" y="4234548"/>
                  </a:lnTo>
                  <a:lnTo>
                    <a:pt x="6213945" y="4204297"/>
                  </a:lnTo>
                  <a:lnTo>
                    <a:pt x="6178385" y="4175988"/>
                  </a:lnTo>
                  <a:lnTo>
                    <a:pt x="6141212" y="4149712"/>
                  </a:lnTo>
                  <a:lnTo>
                    <a:pt x="6102515" y="4125531"/>
                  </a:lnTo>
                  <a:lnTo>
                    <a:pt x="6062383" y="4103547"/>
                  </a:lnTo>
                  <a:lnTo>
                    <a:pt x="6020892" y="4083824"/>
                  </a:lnTo>
                  <a:lnTo>
                    <a:pt x="5978131" y="4066476"/>
                  </a:lnTo>
                  <a:lnTo>
                    <a:pt x="5934189" y="4051554"/>
                  </a:lnTo>
                  <a:lnTo>
                    <a:pt x="5889142" y="4039171"/>
                  </a:lnTo>
                  <a:lnTo>
                    <a:pt x="5843067" y="4029392"/>
                  </a:lnTo>
                  <a:lnTo>
                    <a:pt x="5796051" y="4022293"/>
                  </a:lnTo>
                  <a:lnTo>
                    <a:pt x="5748185" y="4017988"/>
                  </a:lnTo>
                  <a:lnTo>
                    <a:pt x="5699557" y="4016527"/>
                  </a:lnTo>
                  <a:lnTo>
                    <a:pt x="5650916" y="4017988"/>
                  </a:lnTo>
                  <a:lnTo>
                    <a:pt x="5603049" y="4022293"/>
                  </a:lnTo>
                  <a:lnTo>
                    <a:pt x="5556034" y="4029392"/>
                  </a:lnTo>
                  <a:lnTo>
                    <a:pt x="5509971" y="4039171"/>
                  </a:lnTo>
                  <a:lnTo>
                    <a:pt x="5464911" y="4051554"/>
                  </a:lnTo>
                  <a:lnTo>
                    <a:pt x="5420969" y="4066476"/>
                  </a:lnTo>
                  <a:lnTo>
                    <a:pt x="5378208" y="4083824"/>
                  </a:lnTo>
                  <a:lnTo>
                    <a:pt x="5336718" y="4103547"/>
                  </a:lnTo>
                  <a:lnTo>
                    <a:pt x="5296586" y="4125531"/>
                  </a:lnTo>
                  <a:lnTo>
                    <a:pt x="5288572" y="4130535"/>
                  </a:lnTo>
                  <a:lnTo>
                    <a:pt x="5278463" y="4098010"/>
                  </a:lnTo>
                  <a:lnTo>
                    <a:pt x="5263045" y="4054564"/>
                  </a:lnTo>
                  <a:lnTo>
                    <a:pt x="5245989" y="4011917"/>
                  </a:lnTo>
                  <a:lnTo>
                    <a:pt x="5227332" y="3970109"/>
                  </a:lnTo>
                  <a:lnTo>
                    <a:pt x="5207114" y="3929189"/>
                  </a:lnTo>
                  <a:lnTo>
                    <a:pt x="5185384" y="3889171"/>
                  </a:lnTo>
                  <a:lnTo>
                    <a:pt x="5162156" y="3850119"/>
                  </a:lnTo>
                  <a:lnTo>
                    <a:pt x="5137493" y="3812044"/>
                  </a:lnTo>
                  <a:lnTo>
                    <a:pt x="5111420" y="3775011"/>
                  </a:lnTo>
                  <a:lnTo>
                    <a:pt x="5083988" y="3739032"/>
                  </a:lnTo>
                  <a:lnTo>
                    <a:pt x="5055209" y="3704171"/>
                  </a:lnTo>
                  <a:lnTo>
                    <a:pt x="5025136" y="3670439"/>
                  </a:lnTo>
                  <a:lnTo>
                    <a:pt x="4993818" y="3637902"/>
                  </a:lnTo>
                  <a:lnTo>
                    <a:pt x="4961267" y="3606584"/>
                  </a:lnTo>
                  <a:lnTo>
                    <a:pt x="4927549" y="3576510"/>
                  </a:lnTo>
                  <a:lnTo>
                    <a:pt x="4892675" y="3547732"/>
                  </a:lnTo>
                  <a:lnTo>
                    <a:pt x="4856708" y="3520287"/>
                  </a:lnTo>
                  <a:lnTo>
                    <a:pt x="4819675" y="3494227"/>
                  </a:lnTo>
                  <a:lnTo>
                    <a:pt x="4781601" y="3469551"/>
                  </a:lnTo>
                  <a:lnTo>
                    <a:pt x="4742548" y="3446335"/>
                  </a:lnTo>
                  <a:lnTo>
                    <a:pt x="4702530" y="3424605"/>
                  </a:lnTo>
                  <a:lnTo>
                    <a:pt x="4661598" y="3404387"/>
                  </a:lnTo>
                  <a:lnTo>
                    <a:pt x="4619803" y="3385731"/>
                  </a:lnTo>
                  <a:lnTo>
                    <a:pt x="4577156" y="3368675"/>
                  </a:lnTo>
                  <a:lnTo>
                    <a:pt x="4533709" y="3353257"/>
                  </a:lnTo>
                  <a:lnTo>
                    <a:pt x="4489488" y="3339503"/>
                  </a:lnTo>
                  <a:lnTo>
                    <a:pt x="4444555" y="3327463"/>
                  </a:lnTo>
                  <a:lnTo>
                    <a:pt x="4398924" y="3317176"/>
                  </a:lnTo>
                  <a:lnTo>
                    <a:pt x="4352645" y="3308667"/>
                  </a:lnTo>
                  <a:lnTo>
                    <a:pt x="4305757" y="3301987"/>
                  </a:lnTo>
                  <a:lnTo>
                    <a:pt x="4258297" y="3297161"/>
                  </a:lnTo>
                  <a:lnTo>
                    <a:pt x="4210291" y="3294253"/>
                  </a:lnTo>
                  <a:lnTo>
                    <a:pt x="4161790" y="3293262"/>
                  </a:lnTo>
                  <a:lnTo>
                    <a:pt x="4113288" y="3294253"/>
                  </a:lnTo>
                  <a:lnTo>
                    <a:pt x="4065282" y="3297161"/>
                  </a:lnTo>
                  <a:lnTo>
                    <a:pt x="4017810" y="3301987"/>
                  </a:lnTo>
                  <a:lnTo>
                    <a:pt x="3970921" y="3308667"/>
                  </a:lnTo>
                  <a:lnTo>
                    <a:pt x="3924643" y="3317176"/>
                  </a:lnTo>
                  <a:lnTo>
                    <a:pt x="3879024" y="3327463"/>
                  </a:lnTo>
                  <a:lnTo>
                    <a:pt x="3834079" y="3339503"/>
                  </a:lnTo>
                  <a:lnTo>
                    <a:pt x="3789870" y="3353257"/>
                  </a:lnTo>
                  <a:lnTo>
                    <a:pt x="3746423" y="3368675"/>
                  </a:lnTo>
                  <a:lnTo>
                    <a:pt x="3703777" y="3385731"/>
                  </a:lnTo>
                  <a:lnTo>
                    <a:pt x="3661968" y="3404387"/>
                  </a:lnTo>
                  <a:lnTo>
                    <a:pt x="3621036" y="3424605"/>
                  </a:lnTo>
                  <a:lnTo>
                    <a:pt x="3581031" y="3446335"/>
                  </a:lnTo>
                  <a:lnTo>
                    <a:pt x="3541966" y="3469551"/>
                  </a:lnTo>
                  <a:lnTo>
                    <a:pt x="3503904" y="3494227"/>
                  </a:lnTo>
                  <a:lnTo>
                    <a:pt x="3466858" y="3520287"/>
                  </a:lnTo>
                  <a:lnTo>
                    <a:pt x="3430892" y="3547732"/>
                  </a:lnTo>
                  <a:lnTo>
                    <a:pt x="3396030" y="3576510"/>
                  </a:lnTo>
                  <a:lnTo>
                    <a:pt x="3362299" y="3606584"/>
                  </a:lnTo>
                  <a:lnTo>
                    <a:pt x="3329762" y="3637902"/>
                  </a:lnTo>
                  <a:lnTo>
                    <a:pt x="3298431" y="3670439"/>
                  </a:lnTo>
                  <a:lnTo>
                    <a:pt x="3279051" y="3692182"/>
                  </a:lnTo>
                  <a:lnTo>
                    <a:pt x="3264865" y="3689870"/>
                  </a:lnTo>
                  <a:lnTo>
                    <a:pt x="3217392" y="3684359"/>
                  </a:lnTo>
                  <a:lnTo>
                    <a:pt x="3169297" y="3681006"/>
                  </a:lnTo>
                  <a:lnTo>
                    <a:pt x="3120618" y="3679888"/>
                  </a:lnTo>
                  <a:lnTo>
                    <a:pt x="3071952" y="3681006"/>
                  </a:lnTo>
                  <a:lnTo>
                    <a:pt x="3023857" y="3684359"/>
                  </a:lnTo>
                  <a:lnTo>
                    <a:pt x="2976384" y="3689870"/>
                  </a:lnTo>
                  <a:lnTo>
                    <a:pt x="2929598" y="3697490"/>
                  </a:lnTo>
                  <a:lnTo>
                    <a:pt x="2883547" y="3707193"/>
                  </a:lnTo>
                  <a:lnTo>
                    <a:pt x="2838259" y="3718915"/>
                  </a:lnTo>
                  <a:lnTo>
                    <a:pt x="2793809" y="3732606"/>
                  </a:lnTo>
                  <a:lnTo>
                    <a:pt x="2750223" y="3748201"/>
                  </a:lnTo>
                  <a:lnTo>
                    <a:pt x="2707576" y="3765689"/>
                  </a:lnTo>
                  <a:lnTo>
                    <a:pt x="2665907" y="3784981"/>
                  </a:lnTo>
                  <a:lnTo>
                    <a:pt x="2625255" y="3806050"/>
                  </a:lnTo>
                  <a:lnTo>
                    <a:pt x="2585682" y="3828846"/>
                  </a:lnTo>
                  <a:lnTo>
                    <a:pt x="2547239" y="3853307"/>
                  </a:lnTo>
                  <a:lnTo>
                    <a:pt x="2509964" y="3879392"/>
                  </a:lnTo>
                  <a:lnTo>
                    <a:pt x="2473922" y="3907040"/>
                  </a:lnTo>
                  <a:lnTo>
                    <a:pt x="2439149" y="3936225"/>
                  </a:lnTo>
                  <a:lnTo>
                    <a:pt x="2406408" y="3966222"/>
                  </a:lnTo>
                  <a:lnTo>
                    <a:pt x="2401976" y="3937393"/>
                  </a:lnTo>
                  <a:lnTo>
                    <a:pt x="2392908" y="3891826"/>
                  </a:lnTo>
                  <a:lnTo>
                    <a:pt x="2381948" y="3846969"/>
                  </a:lnTo>
                  <a:lnTo>
                    <a:pt x="2369134" y="3802875"/>
                  </a:lnTo>
                  <a:lnTo>
                    <a:pt x="2354516" y="3759581"/>
                  </a:lnTo>
                  <a:lnTo>
                    <a:pt x="2338133" y="3717137"/>
                  </a:lnTo>
                  <a:lnTo>
                    <a:pt x="2320036" y="3675570"/>
                  </a:lnTo>
                  <a:lnTo>
                    <a:pt x="2300262" y="3634943"/>
                  </a:lnTo>
                  <a:lnTo>
                    <a:pt x="2278862" y="3595281"/>
                  </a:lnTo>
                  <a:lnTo>
                    <a:pt x="2255863" y="3556647"/>
                  </a:lnTo>
                  <a:lnTo>
                    <a:pt x="2231326" y="3519068"/>
                  </a:lnTo>
                  <a:lnTo>
                    <a:pt x="2205278" y="3482606"/>
                  </a:lnTo>
                  <a:lnTo>
                    <a:pt x="2177783" y="3447288"/>
                  </a:lnTo>
                  <a:lnTo>
                    <a:pt x="2148878" y="3413163"/>
                  </a:lnTo>
                  <a:lnTo>
                    <a:pt x="2118601" y="3380282"/>
                  </a:lnTo>
                  <a:lnTo>
                    <a:pt x="2086991" y="3348672"/>
                  </a:lnTo>
                  <a:lnTo>
                    <a:pt x="2054110" y="3318395"/>
                  </a:lnTo>
                  <a:lnTo>
                    <a:pt x="2019985" y="3289490"/>
                  </a:lnTo>
                  <a:lnTo>
                    <a:pt x="1984667" y="3261995"/>
                  </a:lnTo>
                  <a:lnTo>
                    <a:pt x="1948192" y="3235947"/>
                  </a:lnTo>
                  <a:lnTo>
                    <a:pt x="1910626" y="3211411"/>
                  </a:lnTo>
                  <a:lnTo>
                    <a:pt x="1871980" y="3188424"/>
                  </a:lnTo>
                  <a:lnTo>
                    <a:pt x="1832330" y="3167011"/>
                  </a:lnTo>
                  <a:lnTo>
                    <a:pt x="1791703" y="3147237"/>
                  </a:lnTo>
                  <a:lnTo>
                    <a:pt x="1750136" y="3129140"/>
                  </a:lnTo>
                  <a:lnTo>
                    <a:pt x="1707692" y="3112757"/>
                  </a:lnTo>
                  <a:lnTo>
                    <a:pt x="1664398" y="3098139"/>
                  </a:lnTo>
                  <a:lnTo>
                    <a:pt x="1635277" y="3089681"/>
                  </a:lnTo>
                  <a:lnTo>
                    <a:pt x="1633118" y="3070466"/>
                  </a:lnTo>
                  <a:lnTo>
                    <a:pt x="1626489" y="3022523"/>
                  </a:lnTo>
                  <a:lnTo>
                    <a:pt x="1618703" y="2974975"/>
                  </a:lnTo>
                  <a:lnTo>
                    <a:pt x="1609763" y="2927807"/>
                  </a:lnTo>
                  <a:lnTo>
                    <a:pt x="1599717" y="2881058"/>
                  </a:lnTo>
                  <a:lnTo>
                    <a:pt x="1588541" y="2834729"/>
                  </a:lnTo>
                  <a:lnTo>
                    <a:pt x="1576273" y="2788843"/>
                  </a:lnTo>
                  <a:lnTo>
                    <a:pt x="1562925" y="2743416"/>
                  </a:lnTo>
                  <a:lnTo>
                    <a:pt x="1548498" y="2698445"/>
                  </a:lnTo>
                  <a:lnTo>
                    <a:pt x="1533017" y="2653957"/>
                  </a:lnTo>
                  <a:lnTo>
                    <a:pt x="1516507" y="2609977"/>
                  </a:lnTo>
                  <a:lnTo>
                    <a:pt x="1498968" y="2566492"/>
                  </a:lnTo>
                  <a:lnTo>
                    <a:pt x="1480413" y="2523553"/>
                  </a:lnTo>
                  <a:lnTo>
                    <a:pt x="1460868" y="2481148"/>
                  </a:lnTo>
                  <a:lnTo>
                    <a:pt x="1440345" y="2439289"/>
                  </a:lnTo>
                  <a:lnTo>
                    <a:pt x="1418856" y="2398014"/>
                  </a:lnTo>
                  <a:lnTo>
                    <a:pt x="1396403" y="2357323"/>
                  </a:lnTo>
                  <a:lnTo>
                    <a:pt x="1373035" y="2317229"/>
                  </a:lnTo>
                  <a:lnTo>
                    <a:pt x="1348727" y="2277757"/>
                  </a:lnTo>
                  <a:lnTo>
                    <a:pt x="1323517" y="2238908"/>
                  </a:lnTo>
                  <a:lnTo>
                    <a:pt x="1297419" y="2200706"/>
                  </a:lnTo>
                  <a:lnTo>
                    <a:pt x="1270444" y="2163165"/>
                  </a:lnTo>
                  <a:lnTo>
                    <a:pt x="1242606" y="2126297"/>
                  </a:lnTo>
                  <a:lnTo>
                    <a:pt x="1213916" y="2090127"/>
                  </a:lnTo>
                  <a:lnTo>
                    <a:pt x="1184402" y="2054656"/>
                  </a:lnTo>
                  <a:lnTo>
                    <a:pt x="1154061" y="2019896"/>
                  </a:lnTo>
                  <a:lnTo>
                    <a:pt x="1122921" y="1985873"/>
                  </a:lnTo>
                  <a:lnTo>
                    <a:pt x="1090993" y="1952599"/>
                  </a:lnTo>
                  <a:lnTo>
                    <a:pt x="1058291" y="1920100"/>
                  </a:lnTo>
                  <a:lnTo>
                    <a:pt x="1024826" y="1888363"/>
                  </a:lnTo>
                  <a:lnTo>
                    <a:pt x="990612" y="1857425"/>
                  </a:lnTo>
                  <a:lnTo>
                    <a:pt x="955675" y="1827288"/>
                  </a:lnTo>
                  <a:lnTo>
                    <a:pt x="920026" y="1797977"/>
                  </a:lnTo>
                  <a:lnTo>
                    <a:pt x="883666" y="1769503"/>
                  </a:lnTo>
                  <a:lnTo>
                    <a:pt x="846632" y="1741881"/>
                  </a:lnTo>
                  <a:lnTo>
                    <a:pt x="808926" y="1715122"/>
                  </a:lnTo>
                  <a:lnTo>
                    <a:pt x="770559" y="1689252"/>
                  </a:lnTo>
                  <a:lnTo>
                    <a:pt x="731545" y="1664271"/>
                  </a:lnTo>
                  <a:lnTo>
                    <a:pt x="691921" y="1640192"/>
                  </a:lnTo>
                  <a:lnTo>
                    <a:pt x="651675" y="1617052"/>
                  </a:lnTo>
                  <a:lnTo>
                    <a:pt x="610831" y="1594840"/>
                  </a:lnTo>
                  <a:lnTo>
                    <a:pt x="569404" y="1573593"/>
                  </a:lnTo>
                  <a:lnTo>
                    <a:pt x="527418" y="1553311"/>
                  </a:lnTo>
                  <a:lnTo>
                    <a:pt x="484873" y="1534007"/>
                  </a:lnTo>
                  <a:lnTo>
                    <a:pt x="441794" y="1515706"/>
                  </a:lnTo>
                  <a:lnTo>
                    <a:pt x="398183" y="1498422"/>
                  </a:lnTo>
                  <a:lnTo>
                    <a:pt x="354076" y="1482166"/>
                  </a:lnTo>
                  <a:lnTo>
                    <a:pt x="309460" y="1466951"/>
                  </a:lnTo>
                  <a:lnTo>
                    <a:pt x="264375" y="1452791"/>
                  </a:lnTo>
                  <a:lnTo>
                    <a:pt x="218821" y="1439710"/>
                  </a:lnTo>
                  <a:lnTo>
                    <a:pt x="172821" y="1427708"/>
                  </a:lnTo>
                  <a:lnTo>
                    <a:pt x="126390" y="1416824"/>
                  </a:lnTo>
                  <a:lnTo>
                    <a:pt x="79527" y="1407045"/>
                  </a:lnTo>
                  <a:lnTo>
                    <a:pt x="32270" y="1398397"/>
                  </a:lnTo>
                  <a:lnTo>
                    <a:pt x="0" y="1393317"/>
                  </a:lnTo>
                  <a:lnTo>
                    <a:pt x="0" y="5237315"/>
                  </a:lnTo>
                  <a:lnTo>
                    <a:pt x="79527" y="5223586"/>
                  </a:lnTo>
                  <a:lnTo>
                    <a:pt x="126390" y="5213807"/>
                  </a:lnTo>
                  <a:lnTo>
                    <a:pt x="172821" y="5202910"/>
                  </a:lnTo>
                  <a:lnTo>
                    <a:pt x="218821" y="5190922"/>
                  </a:lnTo>
                  <a:lnTo>
                    <a:pt x="264375" y="5177828"/>
                  </a:lnTo>
                  <a:lnTo>
                    <a:pt x="309460" y="5163667"/>
                  </a:lnTo>
                  <a:lnTo>
                    <a:pt x="354076" y="5148453"/>
                  </a:lnTo>
                  <a:lnTo>
                    <a:pt x="398183" y="5132197"/>
                  </a:lnTo>
                  <a:lnTo>
                    <a:pt x="441794" y="5114912"/>
                  </a:lnTo>
                  <a:lnTo>
                    <a:pt x="484873" y="5096611"/>
                  </a:lnTo>
                  <a:lnTo>
                    <a:pt x="527418" y="5077320"/>
                  </a:lnTo>
                  <a:lnTo>
                    <a:pt x="569404" y="5057038"/>
                  </a:lnTo>
                  <a:lnTo>
                    <a:pt x="610831" y="5035778"/>
                  </a:lnTo>
                  <a:lnTo>
                    <a:pt x="651675" y="5013579"/>
                  </a:lnTo>
                  <a:lnTo>
                    <a:pt x="691921" y="4990427"/>
                  </a:lnTo>
                  <a:lnTo>
                    <a:pt x="695858" y="4988039"/>
                  </a:lnTo>
                  <a:lnTo>
                    <a:pt x="698106" y="4989779"/>
                  </a:lnTo>
                  <a:lnTo>
                    <a:pt x="734580" y="5015814"/>
                  </a:lnTo>
                  <a:lnTo>
                    <a:pt x="772147" y="5040350"/>
                  </a:lnTo>
                  <a:lnTo>
                    <a:pt x="810793" y="5063350"/>
                  </a:lnTo>
                  <a:lnTo>
                    <a:pt x="850442" y="5084762"/>
                  </a:lnTo>
                  <a:lnTo>
                    <a:pt x="891070" y="5104536"/>
                  </a:lnTo>
                  <a:lnTo>
                    <a:pt x="932637" y="5122634"/>
                  </a:lnTo>
                  <a:lnTo>
                    <a:pt x="975093" y="5139017"/>
                  </a:lnTo>
                  <a:lnTo>
                    <a:pt x="1018387" y="5153634"/>
                  </a:lnTo>
                  <a:lnTo>
                    <a:pt x="1062482" y="5166436"/>
                  </a:lnTo>
                  <a:lnTo>
                    <a:pt x="1107325" y="5177396"/>
                  </a:lnTo>
                  <a:lnTo>
                    <a:pt x="1152893" y="5186464"/>
                  </a:lnTo>
                  <a:lnTo>
                    <a:pt x="1199121" y="5193589"/>
                  </a:lnTo>
                  <a:lnTo>
                    <a:pt x="1245971" y="5198732"/>
                  </a:lnTo>
                  <a:lnTo>
                    <a:pt x="1293418" y="5201856"/>
                  </a:lnTo>
                  <a:lnTo>
                    <a:pt x="1341386" y="5202898"/>
                  </a:lnTo>
                  <a:lnTo>
                    <a:pt x="1389367" y="5201856"/>
                  </a:lnTo>
                  <a:lnTo>
                    <a:pt x="1436801" y="5198732"/>
                  </a:lnTo>
                  <a:lnTo>
                    <a:pt x="1483652" y="5193589"/>
                  </a:lnTo>
                  <a:lnTo>
                    <a:pt x="1529880" y="5186464"/>
                  </a:lnTo>
                  <a:lnTo>
                    <a:pt x="1575447" y="5177396"/>
                  </a:lnTo>
                  <a:lnTo>
                    <a:pt x="1620304" y="5166436"/>
                  </a:lnTo>
                  <a:lnTo>
                    <a:pt x="1664398" y="5153634"/>
                  </a:lnTo>
                  <a:lnTo>
                    <a:pt x="1707692" y="5139017"/>
                  </a:lnTo>
                  <a:lnTo>
                    <a:pt x="1750136" y="5122634"/>
                  </a:lnTo>
                  <a:lnTo>
                    <a:pt x="1791703" y="5104536"/>
                  </a:lnTo>
                  <a:lnTo>
                    <a:pt x="1832330" y="5084762"/>
                  </a:lnTo>
                  <a:lnTo>
                    <a:pt x="1871980" y="5063350"/>
                  </a:lnTo>
                  <a:lnTo>
                    <a:pt x="1910626" y="5040350"/>
                  </a:lnTo>
                  <a:lnTo>
                    <a:pt x="1948192" y="5015814"/>
                  </a:lnTo>
                  <a:lnTo>
                    <a:pt x="1984667" y="4989779"/>
                  </a:lnTo>
                  <a:lnTo>
                    <a:pt x="2019985" y="4962283"/>
                  </a:lnTo>
                  <a:lnTo>
                    <a:pt x="2054110" y="4933366"/>
                  </a:lnTo>
                  <a:lnTo>
                    <a:pt x="2086991" y="4903089"/>
                  </a:lnTo>
                  <a:lnTo>
                    <a:pt x="2101608" y="4888471"/>
                  </a:lnTo>
                  <a:lnTo>
                    <a:pt x="2107539" y="4921707"/>
                  </a:lnTo>
                  <a:lnTo>
                    <a:pt x="2119020" y="4971605"/>
                  </a:lnTo>
                  <a:lnTo>
                    <a:pt x="2132888" y="5020551"/>
                  </a:lnTo>
                  <a:lnTo>
                    <a:pt x="2149056" y="5068481"/>
                  </a:lnTo>
                  <a:lnTo>
                    <a:pt x="2167483" y="5115331"/>
                  </a:lnTo>
                  <a:lnTo>
                    <a:pt x="2188083" y="5161026"/>
                  </a:lnTo>
                  <a:lnTo>
                    <a:pt x="2210790" y="5205514"/>
                  </a:lnTo>
                  <a:lnTo>
                    <a:pt x="2235568" y="5248732"/>
                  </a:lnTo>
                  <a:lnTo>
                    <a:pt x="2262327" y="5290617"/>
                  </a:lnTo>
                  <a:lnTo>
                    <a:pt x="2291016" y="5331091"/>
                  </a:lnTo>
                  <a:lnTo>
                    <a:pt x="2321560" y="5370093"/>
                  </a:lnTo>
                  <a:lnTo>
                    <a:pt x="2353894" y="5407571"/>
                  </a:lnTo>
                  <a:lnTo>
                    <a:pt x="2387968" y="5443448"/>
                  </a:lnTo>
                  <a:lnTo>
                    <a:pt x="2423706" y="5477675"/>
                  </a:lnTo>
                  <a:lnTo>
                    <a:pt x="2532875" y="5477675"/>
                  </a:lnTo>
                  <a:lnTo>
                    <a:pt x="3817543" y="5477675"/>
                  </a:lnTo>
                  <a:lnTo>
                    <a:pt x="5224005" y="5477675"/>
                  </a:lnTo>
                  <a:lnTo>
                    <a:pt x="5224005" y="5455983"/>
                  </a:lnTo>
                  <a:lnTo>
                    <a:pt x="5253939" y="5477484"/>
                  </a:lnTo>
                  <a:lnTo>
                    <a:pt x="5474716" y="5477484"/>
                  </a:lnTo>
                  <a:lnTo>
                    <a:pt x="5474716" y="5477675"/>
                  </a:lnTo>
                  <a:lnTo>
                    <a:pt x="6457937" y="5477675"/>
                  </a:lnTo>
                  <a:lnTo>
                    <a:pt x="6457937" y="5238737"/>
                  </a:lnTo>
                  <a:lnTo>
                    <a:pt x="6376238" y="5238737"/>
                  </a:lnTo>
                  <a:lnTo>
                    <a:pt x="6377025" y="5237569"/>
                  </a:lnTo>
                  <a:lnTo>
                    <a:pt x="6401359" y="5195900"/>
                  </a:lnTo>
                  <a:lnTo>
                    <a:pt x="6423190" y="5152682"/>
                  </a:lnTo>
                  <a:lnTo>
                    <a:pt x="6442430" y="5108003"/>
                  </a:lnTo>
                  <a:lnTo>
                    <a:pt x="6458991" y="5061978"/>
                  </a:lnTo>
                  <a:lnTo>
                    <a:pt x="6472745" y="5014684"/>
                  </a:lnTo>
                  <a:lnTo>
                    <a:pt x="6483629" y="4966233"/>
                  </a:lnTo>
                  <a:lnTo>
                    <a:pt x="6491516" y="4916729"/>
                  </a:lnTo>
                  <a:lnTo>
                    <a:pt x="6496317" y="4866259"/>
                  </a:lnTo>
                  <a:lnTo>
                    <a:pt x="6497942" y="4814925"/>
                  </a:lnTo>
                  <a:close/>
                </a:path>
                <a:path w="20104100" h="5478145">
                  <a:moveTo>
                    <a:pt x="10865117" y="2758859"/>
                  </a:moveTo>
                  <a:lnTo>
                    <a:pt x="10862107" y="2743898"/>
                  </a:lnTo>
                  <a:lnTo>
                    <a:pt x="10853865" y="2731681"/>
                  </a:lnTo>
                  <a:lnTo>
                    <a:pt x="10841660" y="2723451"/>
                  </a:lnTo>
                  <a:lnTo>
                    <a:pt x="10826712" y="2720441"/>
                  </a:lnTo>
                  <a:lnTo>
                    <a:pt x="10363454" y="2720441"/>
                  </a:lnTo>
                  <a:lnTo>
                    <a:pt x="10348493" y="2723451"/>
                  </a:lnTo>
                  <a:lnTo>
                    <a:pt x="10336289" y="2731681"/>
                  </a:lnTo>
                  <a:lnTo>
                    <a:pt x="10328059" y="2743898"/>
                  </a:lnTo>
                  <a:lnTo>
                    <a:pt x="10325036" y="2758859"/>
                  </a:lnTo>
                  <a:lnTo>
                    <a:pt x="10328059" y="2773807"/>
                  </a:lnTo>
                  <a:lnTo>
                    <a:pt x="10336289" y="2786011"/>
                  </a:lnTo>
                  <a:lnTo>
                    <a:pt x="10348493" y="2794241"/>
                  </a:lnTo>
                  <a:lnTo>
                    <a:pt x="10363454" y="2797264"/>
                  </a:lnTo>
                  <a:lnTo>
                    <a:pt x="10826712" y="2797264"/>
                  </a:lnTo>
                  <a:lnTo>
                    <a:pt x="10841660" y="2794241"/>
                  </a:lnTo>
                  <a:lnTo>
                    <a:pt x="10853865" y="2786011"/>
                  </a:lnTo>
                  <a:lnTo>
                    <a:pt x="10862107" y="2773807"/>
                  </a:lnTo>
                  <a:lnTo>
                    <a:pt x="10865117" y="2758859"/>
                  </a:lnTo>
                  <a:close/>
                </a:path>
                <a:path w="20104100" h="5478145">
                  <a:moveTo>
                    <a:pt x="11054613" y="2508910"/>
                  </a:moveTo>
                  <a:lnTo>
                    <a:pt x="11051654" y="2494254"/>
                  </a:lnTo>
                  <a:lnTo>
                    <a:pt x="11043590" y="2482291"/>
                  </a:lnTo>
                  <a:lnTo>
                    <a:pt x="11031626" y="2474226"/>
                  </a:lnTo>
                  <a:lnTo>
                    <a:pt x="11016983" y="2471267"/>
                  </a:lnTo>
                  <a:lnTo>
                    <a:pt x="10797908" y="2471267"/>
                  </a:lnTo>
                  <a:lnTo>
                    <a:pt x="10783253" y="2474226"/>
                  </a:lnTo>
                  <a:lnTo>
                    <a:pt x="10771289" y="2482291"/>
                  </a:lnTo>
                  <a:lnTo>
                    <a:pt x="10763225" y="2494254"/>
                  </a:lnTo>
                  <a:lnTo>
                    <a:pt x="10760266" y="2508910"/>
                  </a:lnTo>
                  <a:lnTo>
                    <a:pt x="10763225" y="2523553"/>
                  </a:lnTo>
                  <a:lnTo>
                    <a:pt x="10771289" y="2535517"/>
                  </a:lnTo>
                  <a:lnTo>
                    <a:pt x="10783253" y="2543581"/>
                  </a:lnTo>
                  <a:lnTo>
                    <a:pt x="10797908" y="2546540"/>
                  </a:lnTo>
                  <a:lnTo>
                    <a:pt x="11016983" y="2546540"/>
                  </a:lnTo>
                  <a:lnTo>
                    <a:pt x="11031626" y="2543581"/>
                  </a:lnTo>
                  <a:lnTo>
                    <a:pt x="11043590" y="2535517"/>
                  </a:lnTo>
                  <a:lnTo>
                    <a:pt x="11051654" y="2523553"/>
                  </a:lnTo>
                  <a:lnTo>
                    <a:pt x="11054613" y="2508910"/>
                  </a:lnTo>
                  <a:close/>
                </a:path>
                <a:path w="20104100" h="5478145">
                  <a:moveTo>
                    <a:pt x="13003683" y="1666074"/>
                  </a:moveTo>
                  <a:lnTo>
                    <a:pt x="12999809" y="1646885"/>
                  </a:lnTo>
                  <a:lnTo>
                    <a:pt x="12989243" y="1631213"/>
                  </a:lnTo>
                  <a:lnTo>
                    <a:pt x="12973571" y="1620647"/>
                  </a:lnTo>
                  <a:lnTo>
                    <a:pt x="12954381" y="1616760"/>
                  </a:lnTo>
                  <a:lnTo>
                    <a:pt x="12946177" y="1617459"/>
                  </a:lnTo>
                  <a:lnTo>
                    <a:pt x="12938405" y="1619440"/>
                  </a:lnTo>
                  <a:lnTo>
                    <a:pt x="12931191" y="1622602"/>
                  </a:lnTo>
                  <a:lnTo>
                    <a:pt x="12924625" y="1626819"/>
                  </a:lnTo>
                  <a:lnTo>
                    <a:pt x="12913982" y="1615008"/>
                  </a:lnTo>
                  <a:lnTo>
                    <a:pt x="12900876" y="1605953"/>
                  </a:lnTo>
                  <a:lnTo>
                    <a:pt x="12885788" y="1600149"/>
                  </a:lnTo>
                  <a:lnTo>
                    <a:pt x="12869202" y="1598104"/>
                  </a:lnTo>
                  <a:lnTo>
                    <a:pt x="12858522" y="1598942"/>
                  </a:lnTo>
                  <a:lnTo>
                    <a:pt x="12848387" y="1601381"/>
                  </a:lnTo>
                  <a:lnTo>
                    <a:pt x="12838900" y="1605254"/>
                  </a:lnTo>
                  <a:lnTo>
                    <a:pt x="12830188" y="1610461"/>
                  </a:lnTo>
                  <a:lnTo>
                    <a:pt x="12816662" y="1591538"/>
                  </a:lnTo>
                  <a:lnTo>
                    <a:pt x="12798666" y="1576857"/>
                  </a:lnTo>
                  <a:lnTo>
                    <a:pt x="12777153" y="1567357"/>
                  </a:lnTo>
                  <a:lnTo>
                    <a:pt x="12753048" y="1563979"/>
                  </a:lnTo>
                  <a:lnTo>
                    <a:pt x="12725045" y="1568577"/>
                  </a:lnTo>
                  <a:lnTo>
                    <a:pt x="12700800" y="1581340"/>
                  </a:lnTo>
                  <a:lnTo>
                    <a:pt x="12681852" y="1600771"/>
                  </a:lnTo>
                  <a:lnTo>
                    <a:pt x="12669673" y="1625358"/>
                  </a:lnTo>
                  <a:lnTo>
                    <a:pt x="12663437" y="1621739"/>
                  </a:lnTo>
                  <a:lnTo>
                    <a:pt x="12656668" y="1619034"/>
                  </a:lnTo>
                  <a:lnTo>
                    <a:pt x="12649454" y="1617345"/>
                  </a:lnTo>
                  <a:lnTo>
                    <a:pt x="12641860" y="1616760"/>
                  </a:lnTo>
                  <a:lnTo>
                    <a:pt x="12635598" y="1616760"/>
                  </a:lnTo>
                  <a:lnTo>
                    <a:pt x="12629629" y="1617980"/>
                  </a:lnTo>
                  <a:lnTo>
                    <a:pt x="12624118" y="1620113"/>
                  </a:lnTo>
                  <a:lnTo>
                    <a:pt x="12613907" y="1604340"/>
                  </a:lnTo>
                  <a:lnTo>
                    <a:pt x="12599822" y="1592033"/>
                  </a:lnTo>
                  <a:lnTo>
                    <a:pt x="12582665" y="1584032"/>
                  </a:lnTo>
                  <a:lnTo>
                    <a:pt x="12563272" y="1581175"/>
                  </a:lnTo>
                  <a:lnTo>
                    <a:pt x="12556973" y="1581175"/>
                  </a:lnTo>
                  <a:lnTo>
                    <a:pt x="12550889" y="1582102"/>
                  </a:lnTo>
                  <a:lnTo>
                    <a:pt x="12545111" y="1583728"/>
                  </a:lnTo>
                  <a:lnTo>
                    <a:pt x="12531623" y="1547901"/>
                  </a:lnTo>
                  <a:lnTo>
                    <a:pt x="12507290" y="1519237"/>
                  </a:lnTo>
                  <a:lnTo>
                    <a:pt x="12474613" y="1500238"/>
                  </a:lnTo>
                  <a:lnTo>
                    <a:pt x="12436043" y="1493342"/>
                  </a:lnTo>
                  <a:lnTo>
                    <a:pt x="12431624" y="1493342"/>
                  </a:lnTo>
                  <a:lnTo>
                    <a:pt x="12423000" y="1494129"/>
                  </a:lnTo>
                  <a:lnTo>
                    <a:pt x="12399175" y="1455559"/>
                  </a:lnTo>
                  <a:lnTo>
                    <a:pt x="12365634" y="1425409"/>
                  </a:lnTo>
                  <a:lnTo>
                    <a:pt x="12324448" y="1405788"/>
                  </a:lnTo>
                  <a:lnTo>
                    <a:pt x="12277725" y="1398778"/>
                  </a:lnTo>
                  <a:lnTo>
                    <a:pt x="12231002" y="1405788"/>
                  </a:lnTo>
                  <a:lnTo>
                    <a:pt x="12189816" y="1425409"/>
                  </a:lnTo>
                  <a:lnTo>
                    <a:pt x="12156275" y="1455559"/>
                  </a:lnTo>
                  <a:lnTo>
                    <a:pt x="12132450" y="1494129"/>
                  </a:lnTo>
                  <a:lnTo>
                    <a:pt x="12123826" y="1493342"/>
                  </a:lnTo>
                  <a:lnTo>
                    <a:pt x="12119420" y="1493342"/>
                  </a:lnTo>
                  <a:lnTo>
                    <a:pt x="12080278" y="1500441"/>
                  </a:lnTo>
                  <a:lnTo>
                    <a:pt x="12047245" y="1520012"/>
                  </a:lnTo>
                  <a:lnTo>
                    <a:pt x="12022938" y="1549450"/>
                  </a:lnTo>
                  <a:lnTo>
                    <a:pt x="12009907" y="1586166"/>
                  </a:lnTo>
                  <a:lnTo>
                    <a:pt x="12003900" y="1584032"/>
                  </a:lnTo>
                  <a:lnTo>
                    <a:pt x="11997652" y="1582470"/>
                  </a:lnTo>
                  <a:lnTo>
                    <a:pt x="11991188" y="1581505"/>
                  </a:lnTo>
                  <a:lnTo>
                    <a:pt x="11984533" y="1581175"/>
                  </a:lnTo>
                  <a:lnTo>
                    <a:pt x="11963527" y="1584528"/>
                  </a:lnTo>
                  <a:lnTo>
                    <a:pt x="11945264" y="1593888"/>
                  </a:lnTo>
                  <a:lnTo>
                    <a:pt x="11930799" y="1608175"/>
                  </a:lnTo>
                  <a:lnTo>
                    <a:pt x="11921185" y="1626298"/>
                  </a:lnTo>
                  <a:lnTo>
                    <a:pt x="11915394" y="1623822"/>
                  </a:lnTo>
                  <a:lnTo>
                    <a:pt x="11909031" y="1622437"/>
                  </a:lnTo>
                  <a:lnTo>
                    <a:pt x="11902338" y="1622437"/>
                  </a:lnTo>
                  <a:lnTo>
                    <a:pt x="11883669" y="1626209"/>
                  </a:lnTo>
                  <a:lnTo>
                    <a:pt x="11868417" y="1636496"/>
                  </a:lnTo>
                  <a:lnTo>
                    <a:pt x="11858142" y="1651736"/>
                  </a:lnTo>
                  <a:lnTo>
                    <a:pt x="11854371" y="1670405"/>
                  </a:lnTo>
                  <a:lnTo>
                    <a:pt x="13003467" y="1670405"/>
                  </a:lnTo>
                  <a:lnTo>
                    <a:pt x="13003683" y="1666074"/>
                  </a:lnTo>
                  <a:close/>
                </a:path>
                <a:path w="20104100" h="5478145">
                  <a:moveTo>
                    <a:pt x="15070011" y="2292629"/>
                  </a:moveTo>
                  <a:lnTo>
                    <a:pt x="15063165" y="2250173"/>
                  </a:lnTo>
                  <a:lnTo>
                    <a:pt x="15063127" y="2249957"/>
                  </a:lnTo>
                  <a:lnTo>
                    <a:pt x="15045868" y="2216594"/>
                  </a:lnTo>
                  <a:lnTo>
                    <a:pt x="15043963" y="2212898"/>
                  </a:lnTo>
                  <a:lnTo>
                    <a:pt x="15033841" y="2202777"/>
                  </a:lnTo>
                  <a:lnTo>
                    <a:pt x="15014740" y="2183676"/>
                  </a:lnTo>
                  <a:lnTo>
                    <a:pt x="14977682" y="2164511"/>
                  </a:lnTo>
                  <a:lnTo>
                    <a:pt x="14935010" y="2157628"/>
                  </a:lnTo>
                  <a:lnTo>
                    <a:pt x="14905889" y="2160790"/>
                  </a:lnTo>
                  <a:lnTo>
                    <a:pt x="14878990" y="2169833"/>
                  </a:lnTo>
                  <a:lnTo>
                    <a:pt x="14854962" y="2184057"/>
                  </a:lnTo>
                  <a:lnTo>
                    <a:pt x="14834451" y="2202777"/>
                  </a:lnTo>
                  <a:lnTo>
                    <a:pt x="14826526" y="2198636"/>
                  </a:lnTo>
                  <a:lnTo>
                    <a:pt x="14820354" y="2195411"/>
                  </a:lnTo>
                  <a:lnTo>
                    <a:pt x="14805254" y="2189924"/>
                  </a:lnTo>
                  <a:lnTo>
                    <a:pt x="14789277" y="2186495"/>
                  </a:lnTo>
                  <a:lnTo>
                    <a:pt x="14772577" y="2185314"/>
                  </a:lnTo>
                  <a:lnTo>
                    <a:pt x="14758048" y="2186203"/>
                  </a:lnTo>
                  <a:lnTo>
                    <a:pt x="14744040" y="2188794"/>
                  </a:lnTo>
                  <a:lnTo>
                    <a:pt x="14730654" y="2192985"/>
                  </a:lnTo>
                  <a:lnTo>
                    <a:pt x="14718005" y="2198636"/>
                  </a:lnTo>
                  <a:lnTo>
                    <a:pt x="14715211" y="2191220"/>
                  </a:lnTo>
                  <a:lnTo>
                    <a:pt x="14703031" y="2158860"/>
                  </a:lnTo>
                  <a:lnTo>
                    <a:pt x="14678482" y="2125014"/>
                  </a:lnTo>
                  <a:lnTo>
                    <a:pt x="14650479" y="2102383"/>
                  </a:lnTo>
                  <a:lnTo>
                    <a:pt x="14646034" y="2098789"/>
                  </a:lnTo>
                  <a:lnTo>
                    <a:pt x="14642554" y="2097265"/>
                  </a:lnTo>
                  <a:lnTo>
                    <a:pt x="14607299" y="2081822"/>
                  </a:lnTo>
                  <a:lnTo>
                    <a:pt x="14563954" y="2075802"/>
                  </a:lnTo>
                  <a:lnTo>
                    <a:pt x="14542643" y="2077250"/>
                  </a:lnTo>
                  <a:lnTo>
                    <a:pt x="14522209" y="2081441"/>
                  </a:lnTo>
                  <a:lnTo>
                    <a:pt x="14502829" y="2088184"/>
                  </a:lnTo>
                  <a:lnTo>
                    <a:pt x="14484668" y="2097265"/>
                  </a:lnTo>
                  <a:lnTo>
                    <a:pt x="14461223" y="2052154"/>
                  </a:lnTo>
                  <a:lnTo>
                    <a:pt x="14430883" y="2011832"/>
                  </a:lnTo>
                  <a:lnTo>
                    <a:pt x="14394409" y="1977085"/>
                  </a:lnTo>
                  <a:lnTo>
                    <a:pt x="14352600" y="1948700"/>
                  </a:lnTo>
                  <a:lnTo>
                    <a:pt x="14306220" y="1927453"/>
                  </a:lnTo>
                  <a:lnTo>
                    <a:pt x="14256055" y="1914131"/>
                  </a:lnTo>
                  <a:lnTo>
                    <a:pt x="14202893" y="1909521"/>
                  </a:lnTo>
                  <a:lnTo>
                    <a:pt x="14155534" y="1913178"/>
                  </a:lnTo>
                  <a:lnTo>
                    <a:pt x="14110475" y="1923770"/>
                  </a:lnTo>
                  <a:lnTo>
                    <a:pt x="14068273" y="1940763"/>
                  </a:lnTo>
                  <a:lnTo>
                    <a:pt x="14029462" y="1963597"/>
                  </a:lnTo>
                  <a:lnTo>
                    <a:pt x="13994600" y="1991728"/>
                  </a:lnTo>
                  <a:lnTo>
                    <a:pt x="13964222" y="2024595"/>
                  </a:lnTo>
                  <a:lnTo>
                    <a:pt x="13938872" y="2061667"/>
                  </a:lnTo>
                  <a:lnTo>
                    <a:pt x="13919111" y="2102383"/>
                  </a:lnTo>
                  <a:lnTo>
                    <a:pt x="13899375" y="2091156"/>
                  </a:lnTo>
                  <a:lnTo>
                    <a:pt x="13878001" y="2082800"/>
                  </a:lnTo>
                  <a:lnTo>
                    <a:pt x="13855256" y="2077593"/>
                  </a:lnTo>
                  <a:lnTo>
                    <a:pt x="13831380" y="2075802"/>
                  </a:lnTo>
                  <a:lnTo>
                    <a:pt x="13779640" y="2084476"/>
                  </a:lnTo>
                  <a:lnTo>
                    <a:pt x="13735114" y="2108555"/>
                  </a:lnTo>
                  <a:lnTo>
                    <a:pt x="13700697" y="2145106"/>
                  </a:lnTo>
                  <a:lnTo>
                    <a:pt x="13679246" y="2191220"/>
                  </a:lnTo>
                  <a:lnTo>
                    <a:pt x="13670382" y="2188692"/>
                  </a:lnTo>
                  <a:lnTo>
                    <a:pt x="13661250" y="2186838"/>
                  </a:lnTo>
                  <a:lnTo>
                    <a:pt x="13651891" y="2185708"/>
                  </a:lnTo>
                  <a:lnTo>
                    <a:pt x="13642315" y="2185314"/>
                  </a:lnTo>
                  <a:lnTo>
                    <a:pt x="13619696" y="2187473"/>
                  </a:lnTo>
                  <a:lnTo>
                    <a:pt x="13598525" y="2193696"/>
                  </a:lnTo>
                  <a:lnTo>
                    <a:pt x="13579183" y="2203539"/>
                  </a:lnTo>
                  <a:lnTo>
                    <a:pt x="13562063" y="2216594"/>
                  </a:lnTo>
                  <a:lnTo>
                    <a:pt x="13544233" y="2200567"/>
                  </a:lnTo>
                  <a:lnTo>
                    <a:pt x="13523405" y="2188400"/>
                  </a:lnTo>
                  <a:lnTo>
                    <a:pt x="13500151" y="2180666"/>
                  </a:lnTo>
                  <a:lnTo>
                    <a:pt x="13475005" y="2177948"/>
                  </a:lnTo>
                  <a:lnTo>
                    <a:pt x="13439902" y="2183269"/>
                  </a:lnTo>
                  <a:lnTo>
                    <a:pt x="13409028" y="2198154"/>
                  </a:lnTo>
                  <a:lnTo>
                    <a:pt x="13383971" y="2220988"/>
                  </a:lnTo>
                  <a:lnTo>
                    <a:pt x="13366356" y="2250173"/>
                  </a:lnTo>
                  <a:lnTo>
                    <a:pt x="13360718" y="2248700"/>
                  </a:lnTo>
                  <a:lnTo>
                    <a:pt x="13354926" y="2247671"/>
                  </a:lnTo>
                  <a:lnTo>
                    <a:pt x="13348830" y="2247671"/>
                  </a:lnTo>
                  <a:lnTo>
                    <a:pt x="13321767" y="2253132"/>
                  </a:lnTo>
                  <a:lnTo>
                    <a:pt x="13299681" y="2268029"/>
                  </a:lnTo>
                  <a:lnTo>
                    <a:pt x="13284784" y="2290127"/>
                  </a:lnTo>
                  <a:lnTo>
                    <a:pt x="13279323" y="2317178"/>
                  </a:lnTo>
                  <a:lnTo>
                    <a:pt x="15067674" y="2317178"/>
                  </a:lnTo>
                  <a:lnTo>
                    <a:pt x="15069147" y="2309203"/>
                  </a:lnTo>
                  <a:lnTo>
                    <a:pt x="15070011" y="2301024"/>
                  </a:lnTo>
                  <a:lnTo>
                    <a:pt x="15070011" y="2292629"/>
                  </a:lnTo>
                  <a:close/>
                </a:path>
                <a:path w="20104100" h="5478145">
                  <a:moveTo>
                    <a:pt x="18657735" y="545820"/>
                  </a:moveTo>
                  <a:lnTo>
                    <a:pt x="18637657" y="541007"/>
                  </a:lnTo>
                  <a:lnTo>
                    <a:pt x="18587009" y="532663"/>
                  </a:lnTo>
                  <a:lnTo>
                    <a:pt x="18455056" y="512419"/>
                  </a:lnTo>
                  <a:lnTo>
                    <a:pt x="18404269" y="504037"/>
                  </a:lnTo>
                  <a:lnTo>
                    <a:pt x="18383962" y="499160"/>
                  </a:lnTo>
                  <a:lnTo>
                    <a:pt x="18374030" y="453491"/>
                  </a:lnTo>
                  <a:lnTo>
                    <a:pt x="18346878" y="422668"/>
                  </a:lnTo>
                  <a:lnTo>
                    <a:pt x="18306441" y="404634"/>
                  </a:lnTo>
                  <a:lnTo>
                    <a:pt x="18256657" y="397370"/>
                  </a:lnTo>
                  <a:lnTo>
                    <a:pt x="18259908" y="380326"/>
                  </a:lnTo>
                  <a:lnTo>
                    <a:pt x="18262283" y="362991"/>
                  </a:lnTo>
                  <a:lnTo>
                    <a:pt x="18263743" y="345376"/>
                  </a:lnTo>
                  <a:lnTo>
                    <a:pt x="18264226" y="327494"/>
                  </a:lnTo>
                  <a:lnTo>
                    <a:pt x="18260683" y="279107"/>
                  </a:lnTo>
                  <a:lnTo>
                    <a:pt x="18250370" y="232918"/>
                  </a:lnTo>
                  <a:lnTo>
                    <a:pt x="18233797" y="189433"/>
                  </a:lnTo>
                  <a:lnTo>
                    <a:pt x="18211470" y="149174"/>
                  </a:lnTo>
                  <a:lnTo>
                    <a:pt x="18183898" y="112636"/>
                  </a:lnTo>
                  <a:lnTo>
                    <a:pt x="18151602" y="80327"/>
                  </a:lnTo>
                  <a:lnTo>
                    <a:pt x="18115064" y="52768"/>
                  </a:lnTo>
                  <a:lnTo>
                    <a:pt x="18074805" y="30441"/>
                  </a:lnTo>
                  <a:lnTo>
                    <a:pt x="18031321" y="13868"/>
                  </a:lnTo>
                  <a:lnTo>
                    <a:pt x="17985143" y="3556"/>
                  </a:lnTo>
                  <a:lnTo>
                    <a:pt x="17936744" y="0"/>
                  </a:lnTo>
                  <a:lnTo>
                    <a:pt x="17885283" y="4025"/>
                  </a:lnTo>
                  <a:lnTo>
                    <a:pt x="17836350" y="15684"/>
                  </a:lnTo>
                  <a:lnTo>
                    <a:pt x="17790579" y="34366"/>
                  </a:lnTo>
                  <a:lnTo>
                    <a:pt x="17748581" y="59461"/>
                  </a:lnTo>
                  <a:lnTo>
                    <a:pt x="17710938" y="90360"/>
                  </a:lnTo>
                  <a:lnTo>
                    <a:pt x="17678286" y="126441"/>
                  </a:lnTo>
                  <a:lnTo>
                    <a:pt x="17651235" y="167093"/>
                  </a:lnTo>
                  <a:lnTo>
                    <a:pt x="17630382" y="211709"/>
                  </a:lnTo>
                  <a:lnTo>
                    <a:pt x="17615853" y="208483"/>
                  </a:lnTo>
                  <a:lnTo>
                    <a:pt x="17601007" y="206159"/>
                  </a:lnTo>
                  <a:lnTo>
                    <a:pt x="17585894" y="204724"/>
                  </a:lnTo>
                  <a:lnTo>
                    <a:pt x="17570514" y="204254"/>
                  </a:lnTo>
                  <a:lnTo>
                    <a:pt x="17518126" y="209918"/>
                  </a:lnTo>
                  <a:lnTo>
                    <a:pt x="17469689" y="226098"/>
                  </a:lnTo>
                  <a:lnTo>
                    <a:pt x="17426407" y="251612"/>
                  </a:lnTo>
                  <a:lnTo>
                    <a:pt x="17389463" y="285229"/>
                  </a:lnTo>
                  <a:lnTo>
                    <a:pt x="17360088" y="325767"/>
                  </a:lnTo>
                  <a:lnTo>
                    <a:pt x="17339475" y="371995"/>
                  </a:lnTo>
                  <a:lnTo>
                    <a:pt x="17329785" y="369544"/>
                  </a:lnTo>
                  <a:lnTo>
                    <a:pt x="17319867" y="367728"/>
                  </a:lnTo>
                  <a:lnTo>
                    <a:pt x="17309719" y="366610"/>
                  </a:lnTo>
                  <a:lnTo>
                    <a:pt x="17299369" y="366229"/>
                  </a:lnTo>
                  <a:lnTo>
                    <a:pt x="17272305" y="368782"/>
                  </a:lnTo>
                  <a:lnTo>
                    <a:pt x="17246943" y="376123"/>
                  </a:lnTo>
                  <a:lnTo>
                    <a:pt x="17223728" y="387769"/>
                  </a:lnTo>
                  <a:lnTo>
                    <a:pt x="17203116" y="403212"/>
                  </a:lnTo>
                  <a:lnTo>
                    <a:pt x="17177449" y="372198"/>
                  </a:lnTo>
                  <a:lnTo>
                    <a:pt x="17144988" y="348297"/>
                  </a:lnTo>
                  <a:lnTo>
                    <a:pt x="17107116" y="332930"/>
                  </a:lnTo>
                  <a:lnTo>
                    <a:pt x="17065206" y="327494"/>
                  </a:lnTo>
                  <a:lnTo>
                    <a:pt x="17013505" y="335838"/>
                  </a:lnTo>
                  <a:lnTo>
                    <a:pt x="16968623" y="359067"/>
                  </a:lnTo>
                  <a:lnTo>
                    <a:pt x="16933215" y="394474"/>
                  </a:lnTo>
                  <a:lnTo>
                    <a:pt x="16909974" y="439369"/>
                  </a:lnTo>
                  <a:lnTo>
                    <a:pt x="16897211" y="432650"/>
                  </a:lnTo>
                  <a:lnTo>
                    <a:pt x="16883533" y="427647"/>
                  </a:lnTo>
                  <a:lnTo>
                    <a:pt x="16869055" y="424535"/>
                  </a:lnTo>
                  <a:lnTo>
                    <a:pt x="16853904" y="423456"/>
                  </a:lnTo>
                  <a:lnTo>
                    <a:pt x="16812108" y="428599"/>
                  </a:lnTo>
                  <a:lnTo>
                    <a:pt x="16777970" y="444347"/>
                  </a:lnTo>
                  <a:lnTo>
                    <a:pt x="16754945" y="471220"/>
                  </a:lnTo>
                  <a:lnTo>
                    <a:pt x="16746512" y="509727"/>
                  </a:lnTo>
                  <a:lnTo>
                    <a:pt x="16713581" y="516826"/>
                  </a:lnTo>
                  <a:lnTo>
                    <a:pt x="16568928" y="538835"/>
                  </a:lnTo>
                  <a:lnTo>
                    <a:pt x="16536391" y="545820"/>
                  </a:lnTo>
                  <a:lnTo>
                    <a:pt x="18657735" y="545820"/>
                  </a:lnTo>
                  <a:close/>
                </a:path>
                <a:path w="20104100" h="5478145">
                  <a:moveTo>
                    <a:pt x="18935103" y="1603629"/>
                  </a:moveTo>
                  <a:lnTo>
                    <a:pt x="18906173" y="1559953"/>
                  </a:lnTo>
                  <a:lnTo>
                    <a:pt x="18887720" y="1556232"/>
                  </a:lnTo>
                  <a:lnTo>
                    <a:pt x="18883567" y="1556232"/>
                  </a:lnTo>
                  <a:lnTo>
                    <a:pt x="18879617" y="1556931"/>
                  </a:lnTo>
                  <a:lnTo>
                    <a:pt x="18875769" y="1557934"/>
                  </a:lnTo>
                  <a:lnTo>
                    <a:pt x="18863768" y="1538046"/>
                  </a:lnTo>
                  <a:lnTo>
                    <a:pt x="18860478" y="1535049"/>
                  </a:lnTo>
                  <a:lnTo>
                    <a:pt x="18846686" y="1522476"/>
                  </a:lnTo>
                  <a:lnTo>
                    <a:pt x="18825629" y="1512328"/>
                  </a:lnTo>
                  <a:lnTo>
                    <a:pt x="18801703" y="1508709"/>
                  </a:lnTo>
                  <a:lnTo>
                    <a:pt x="18784558" y="1510550"/>
                  </a:lnTo>
                  <a:lnTo>
                    <a:pt x="18768695" y="1515821"/>
                  </a:lnTo>
                  <a:lnTo>
                    <a:pt x="18754497" y="1524127"/>
                  </a:lnTo>
                  <a:lnTo>
                    <a:pt x="18742343" y="1535049"/>
                  </a:lnTo>
                  <a:lnTo>
                    <a:pt x="18730672" y="1526146"/>
                  </a:lnTo>
                  <a:lnTo>
                    <a:pt x="18729643" y="1525625"/>
                  </a:lnTo>
                  <a:lnTo>
                    <a:pt x="18724093" y="1522793"/>
                  </a:lnTo>
                  <a:lnTo>
                    <a:pt x="18717476" y="1519428"/>
                  </a:lnTo>
                  <a:lnTo>
                    <a:pt x="18711736" y="1517738"/>
                  </a:lnTo>
                  <a:lnTo>
                    <a:pt x="18703049" y="1515186"/>
                  </a:lnTo>
                  <a:lnTo>
                    <a:pt x="18687619" y="1513713"/>
                  </a:lnTo>
                  <a:lnTo>
                    <a:pt x="18681091" y="1513979"/>
                  </a:lnTo>
                  <a:lnTo>
                    <a:pt x="18674715" y="1514754"/>
                  </a:lnTo>
                  <a:lnTo>
                    <a:pt x="18668492" y="1516024"/>
                  </a:lnTo>
                  <a:lnTo>
                    <a:pt x="18662447" y="1517738"/>
                  </a:lnTo>
                  <a:lnTo>
                    <a:pt x="18647829" y="1486306"/>
                  </a:lnTo>
                  <a:lnTo>
                    <a:pt x="18624360" y="1461389"/>
                  </a:lnTo>
                  <a:lnTo>
                    <a:pt x="18616575" y="1457172"/>
                  </a:lnTo>
                  <a:lnTo>
                    <a:pt x="18593994" y="1444967"/>
                  </a:lnTo>
                  <a:lnTo>
                    <a:pt x="18558726" y="1439049"/>
                  </a:lnTo>
                  <a:lnTo>
                    <a:pt x="18542445" y="1440281"/>
                  </a:lnTo>
                  <a:lnTo>
                    <a:pt x="18526938" y="1443824"/>
                  </a:lnTo>
                  <a:lnTo>
                    <a:pt x="18512371" y="1449527"/>
                  </a:lnTo>
                  <a:lnTo>
                    <a:pt x="18498909" y="1457172"/>
                  </a:lnTo>
                  <a:lnTo>
                    <a:pt x="18497017" y="1453680"/>
                  </a:lnTo>
                  <a:lnTo>
                    <a:pt x="18475503" y="1413929"/>
                  </a:lnTo>
                  <a:lnTo>
                    <a:pt x="18442928" y="1377632"/>
                  </a:lnTo>
                  <a:lnTo>
                    <a:pt x="18402707" y="1349794"/>
                  </a:lnTo>
                  <a:lnTo>
                    <a:pt x="18356364" y="1331963"/>
                  </a:lnTo>
                  <a:lnTo>
                    <a:pt x="18305437" y="1325689"/>
                  </a:lnTo>
                  <a:lnTo>
                    <a:pt x="18255234" y="1331785"/>
                  </a:lnTo>
                  <a:lnTo>
                    <a:pt x="18209464" y="1349095"/>
                  </a:lnTo>
                  <a:lnTo>
                    <a:pt x="18169573" y="1376159"/>
                  </a:lnTo>
                  <a:lnTo>
                    <a:pt x="18137048" y="1411503"/>
                  </a:lnTo>
                  <a:lnTo>
                    <a:pt x="18113325" y="1453680"/>
                  </a:lnTo>
                  <a:lnTo>
                    <a:pt x="18100942" y="1447495"/>
                  </a:lnTo>
                  <a:lnTo>
                    <a:pt x="18087721" y="1442897"/>
                  </a:lnTo>
                  <a:lnTo>
                    <a:pt x="18073802" y="1440040"/>
                  </a:lnTo>
                  <a:lnTo>
                    <a:pt x="18059273" y="1439049"/>
                  </a:lnTo>
                  <a:lnTo>
                    <a:pt x="18022774" y="1445399"/>
                  </a:lnTo>
                  <a:lnTo>
                    <a:pt x="17991646" y="1462951"/>
                  </a:lnTo>
                  <a:lnTo>
                    <a:pt x="17968075" y="1489481"/>
                  </a:lnTo>
                  <a:lnTo>
                    <a:pt x="17954244" y="1522793"/>
                  </a:lnTo>
                  <a:lnTo>
                    <a:pt x="17945621" y="1518945"/>
                  </a:lnTo>
                  <a:lnTo>
                    <a:pt x="17936490" y="1516087"/>
                  </a:lnTo>
                  <a:lnTo>
                    <a:pt x="17926939" y="1514322"/>
                  </a:lnTo>
                  <a:lnTo>
                    <a:pt x="17917033" y="1513713"/>
                  </a:lnTo>
                  <a:lnTo>
                    <a:pt x="17905654" y="1514513"/>
                  </a:lnTo>
                  <a:lnTo>
                    <a:pt x="17894758" y="1516849"/>
                  </a:lnTo>
                  <a:lnTo>
                    <a:pt x="17884471" y="1520596"/>
                  </a:lnTo>
                  <a:lnTo>
                    <a:pt x="17874857" y="1525625"/>
                  </a:lnTo>
                  <a:lnTo>
                    <a:pt x="17860874" y="1512862"/>
                  </a:lnTo>
                  <a:lnTo>
                    <a:pt x="17844478" y="1503172"/>
                  </a:lnTo>
                  <a:lnTo>
                    <a:pt x="17826139" y="1496999"/>
                  </a:lnTo>
                  <a:lnTo>
                    <a:pt x="17806302" y="1494840"/>
                  </a:lnTo>
                  <a:lnTo>
                    <a:pt x="17770463" y="1502079"/>
                  </a:lnTo>
                  <a:lnTo>
                    <a:pt x="17741215" y="1521802"/>
                  </a:lnTo>
                  <a:lnTo>
                    <a:pt x="17721491" y="1551063"/>
                  </a:lnTo>
                  <a:lnTo>
                    <a:pt x="17714252" y="1586877"/>
                  </a:lnTo>
                  <a:lnTo>
                    <a:pt x="17714252" y="1592605"/>
                  </a:lnTo>
                  <a:lnTo>
                    <a:pt x="17714849" y="1598180"/>
                  </a:lnTo>
                  <a:lnTo>
                    <a:pt x="17715853" y="1603629"/>
                  </a:lnTo>
                  <a:lnTo>
                    <a:pt x="18935103" y="1603629"/>
                  </a:lnTo>
                  <a:close/>
                </a:path>
                <a:path w="20104100" h="5478145">
                  <a:moveTo>
                    <a:pt x="20104088" y="2665323"/>
                  </a:moveTo>
                  <a:lnTo>
                    <a:pt x="20070141" y="2635110"/>
                  </a:lnTo>
                  <a:lnTo>
                    <a:pt x="20033285" y="2603919"/>
                  </a:lnTo>
                  <a:lnTo>
                    <a:pt x="19995655" y="2573629"/>
                  </a:lnTo>
                  <a:lnTo>
                    <a:pt x="19957263" y="2544267"/>
                  </a:lnTo>
                  <a:lnTo>
                    <a:pt x="19918122" y="2515857"/>
                  </a:lnTo>
                  <a:lnTo>
                    <a:pt x="19878256" y="2488400"/>
                  </a:lnTo>
                  <a:lnTo>
                    <a:pt x="19837693" y="2461907"/>
                  </a:lnTo>
                  <a:lnTo>
                    <a:pt x="19796418" y="2436418"/>
                  </a:lnTo>
                  <a:lnTo>
                    <a:pt x="19754482" y="2411946"/>
                  </a:lnTo>
                  <a:lnTo>
                    <a:pt x="19711886" y="2388501"/>
                  </a:lnTo>
                  <a:lnTo>
                    <a:pt x="19668643" y="2366086"/>
                  </a:lnTo>
                  <a:lnTo>
                    <a:pt x="19624764" y="2344750"/>
                  </a:lnTo>
                  <a:lnTo>
                    <a:pt x="19580289" y="2324481"/>
                  </a:lnTo>
                  <a:lnTo>
                    <a:pt x="19535229" y="2305316"/>
                  </a:lnTo>
                  <a:lnTo>
                    <a:pt x="19489586" y="2287257"/>
                  </a:lnTo>
                  <a:lnTo>
                    <a:pt x="19443383" y="2270341"/>
                  </a:lnTo>
                  <a:lnTo>
                    <a:pt x="19396647" y="2254554"/>
                  </a:lnTo>
                  <a:lnTo>
                    <a:pt x="19349378" y="2239949"/>
                  </a:lnTo>
                  <a:lnTo>
                    <a:pt x="19301613" y="2226513"/>
                  </a:lnTo>
                  <a:lnTo>
                    <a:pt x="19253353" y="2214283"/>
                  </a:lnTo>
                  <a:lnTo>
                    <a:pt x="19204623" y="2203259"/>
                  </a:lnTo>
                  <a:lnTo>
                    <a:pt x="19155436" y="2193467"/>
                  </a:lnTo>
                  <a:lnTo>
                    <a:pt x="19105804" y="2184933"/>
                  </a:lnTo>
                  <a:lnTo>
                    <a:pt x="19055754" y="2177669"/>
                  </a:lnTo>
                  <a:lnTo>
                    <a:pt x="19005296" y="2171687"/>
                  </a:lnTo>
                  <a:lnTo>
                    <a:pt x="18954458" y="2167001"/>
                  </a:lnTo>
                  <a:lnTo>
                    <a:pt x="18903239" y="2163622"/>
                  </a:lnTo>
                  <a:lnTo>
                    <a:pt x="18851677" y="2161590"/>
                  </a:lnTo>
                  <a:lnTo>
                    <a:pt x="18799772" y="2160917"/>
                  </a:lnTo>
                  <a:lnTo>
                    <a:pt x="18751220" y="2161502"/>
                  </a:lnTo>
                  <a:lnTo>
                    <a:pt x="18702973" y="2163280"/>
                  </a:lnTo>
                  <a:lnTo>
                    <a:pt x="18655018" y="2166226"/>
                  </a:lnTo>
                  <a:lnTo>
                    <a:pt x="18607393" y="2170328"/>
                  </a:lnTo>
                  <a:lnTo>
                    <a:pt x="18560111" y="2175573"/>
                  </a:lnTo>
                  <a:lnTo>
                    <a:pt x="18513159" y="2181936"/>
                  </a:lnTo>
                  <a:lnTo>
                    <a:pt x="18466588" y="2189416"/>
                  </a:lnTo>
                  <a:lnTo>
                    <a:pt x="18420385" y="2198001"/>
                  </a:lnTo>
                  <a:lnTo>
                    <a:pt x="18374564" y="2207666"/>
                  </a:lnTo>
                  <a:lnTo>
                    <a:pt x="18329161" y="2218398"/>
                  </a:lnTo>
                  <a:lnTo>
                    <a:pt x="18284165" y="2230196"/>
                  </a:lnTo>
                  <a:lnTo>
                    <a:pt x="18239613" y="2243036"/>
                  </a:lnTo>
                  <a:lnTo>
                    <a:pt x="18195506" y="2256891"/>
                  </a:lnTo>
                  <a:lnTo>
                    <a:pt x="18151856" y="2271776"/>
                  </a:lnTo>
                  <a:lnTo>
                    <a:pt x="18108676" y="2287663"/>
                  </a:lnTo>
                  <a:lnTo>
                    <a:pt x="18065979" y="2304529"/>
                  </a:lnTo>
                  <a:lnTo>
                    <a:pt x="18023790" y="2322372"/>
                  </a:lnTo>
                  <a:lnTo>
                    <a:pt x="17982121" y="2341181"/>
                  </a:lnTo>
                  <a:lnTo>
                    <a:pt x="17940973" y="2360930"/>
                  </a:lnTo>
                  <a:lnTo>
                    <a:pt x="17900371" y="2381605"/>
                  </a:lnTo>
                  <a:lnTo>
                    <a:pt x="17860328" y="2403208"/>
                  </a:lnTo>
                  <a:lnTo>
                    <a:pt x="17820856" y="2425712"/>
                  </a:lnTo>
                  <a:lnTo>
                    <a:pt x="17781969" y="2449106"/>
                  </a:lnTo>
                  <a:lnTo>
                    <a:pt x="17743691" y="2473388"/>
                  </a:lnTo>
                  <a:lnTo>
                    <a:pt x="17706010" y="2498521"/>
                  </a:lnTo>
                  <a:lnTo>
                    <a:pt x="17668964" y="2524506"/>
                  </a:lnTo>
                  <a:lnTo>
                    <a:pt x="17632553" y="2551315"/>
                  </a:lnTo>
                  <a:lnTo>
                    <a:pt x="17596803" y="2578963"/>
                  </a:lnTo>
                  <a:lnTo>
                    <a:pt x="17561713" y="2607411"/>
                  </a:lnTo>
                  <a:lnTo>
                    <a:pt x="17527308" y="2636647"/>
                  </a:lnTo>
                  <a:lnTo>
                    <a:pt x="17493603" y="2666669"/>
                  </a:lnTo>
                  <a:lnTo>
                    <a:pt x="17460608" y="2697454"/>
                  </a:lnTo>
                  <a:lnTo>
                    <a:pt x="17428325" y="2728988"/>
                  </a:lnTo>
                  <a:lnTo>
                    <a:pt x="17396791" y="2761259"/>
                  </a:lnTo>
                  <a:lnTo>
                    <a:pt x="17366006" y="2794266"/>
                  </a:lnTo>
                  <a:lnTo>
                    <a:pt x="17335983" y="2827972"/>
                  </a:lnTo>
                  <a:lnTo>
                    <a:pt x="17306748" y="2862376"/>
                  </a:lnTo>
                  <a:lnTo>
                    <a:pt x="17278300" y="2897454"/>
                  </a:lnTo>
                  <a:lnTo>
                    <a:pt x="17250664" y="2933217"/>
                  </a:lnTo>
                  <a:lnTo>
                    <a:pt x="17223842" y="2969628"/>
                  </a:lnTo>
                  <a:lnTo>
                    <a:pt x="17197858" y="3006674"/>
                  </a:lnTo>
                  <a:lnTo>
                    <a:pt x="17172724" y="3044342"/>
                  </a:lnTo>
                  <a:lnTo>
                    <a:pt x="17148455" y="3082633"/>
                  </a:lnTo>
                  <a:lnTo>
                    <a:pt x="17125061" y="3121520"/>
                  </a:lnTo>
                  <a:lnTo>
                    <a:pt x="17102557" y="3160992"/>
                  </a:lnTo>
                  <a:lnTo>
                    <a:pt x="17080954" y="3201035"/>
                  </a:lnTo>
                  <a:lnTo>
                    <a:pt x="17070769" y="3221024"/>
                  </a:lnTo>
                  <a:lnTo>
                    <a:pt x="17067848" y="3219475"/>
                  </a:lnTo>
                  <a:lnTo>
                    <a:pt x="17027449" y="3199777"/>
                  </a:lnTo>
                  <a:lnTo>
                    <a:pt x="16986365" y="3181273"/>
                  </a:lnTo>
                  <a:lnTo>
                    <a:pt x="16944632" y="3164001"/>
                  </a:lnTo>
                  <a:lnTo>
                    <a:pt x="16902265" y="3147974"/>
                  </a:lnTo>
                  <a:lnTo>
                    <a:pt x="16859301" y="3133217"/>
                  </a:lnTo>
                  <a:lnTo>
                    <a:pt x="16815740" y="3119767"/>
                  </a:lnTo>
                  <a:lnTo>
                    <a:pt x="16771620" y="3107639"/>
                  </a:lnTo>
                  <a:lnTo>
                    <a:pt x="16726954" y="3096844"/>
                  </a:lnTo>
                  <a:lnTo>
                    <a:pt x="16681780" y="3087408"/>
                  </a:lnTo>
                  <a:lnTo>
                    <a:pt x="16636111" y="3079369"/>
                  </a:lnTo>
                  <a:lnTo>
                    <a:pt x="16589972" y="3072739"/>
                  </a:lnTo>
                  <a:lnTo>
                    <a:pt x="16543376" y="3067545"/>
                  </a:lnTo>
                  <a:lnTo>
                    <a:pt x="16496360" y="3063798"/>
                  </a:lnTo>
                  <a:lnTo>
                    <a:pt x="16448951" y="3061538"/>
                  </a:lnTo>
                  <a:lnTo>
                    <a:pt x="16401149" y="3060776"/>
                  </a:lnTo>
                  <a:lnTo>
                    <a:pt x="16353358" y="3061538"/>
                  </a:lnTo>
                  <a:lnTo>
                    <a:pt x="16305937" y="3063798"/>
                  </a:lnTo>
                  <a:lnTo>
                    <a:pt x="16258921" y="3067545"/>
                  </a:lnTo>
                  <a:lnTo>
                    <a:pt x="16212338" y="3072739"/>
                  </a:lnTo>
                  <a:lnTo>
                    <a:pt x="16166199" y="3079369"/>
                  </a:lnTo>
                  <a:lnTo>
                    <a:pt x="16120529" y="3087408"/>
                  </a:lnTo>
                  <a:lnTo>
                    <a:pt x="16075343" y="3096844"/>
                  </a:lnTo>
                  <a:lnTo>
                    <a:pt x="16030690" y="3107639"/>
                  </a:lnTo>
                  <a:lnTo>
                    <a:pt x="15986570" y="3119767"/>
                  </a:lnTo>
                  <a:lnTo>
                    <a:pt x="15943009" y="3133217"/>
                  </a:lnTo>
                  <a:lnTo>
                    <a:pt x="15900032" y="3147974"/>
                  </a:lnTo>
                  <a:lnTo>
                    <a:pt x="15857677" y="3164001"/>
                  </a:lnTo>
                  <a:lnTo>
                    <a:pt x="15815945" y="3181273"/>
                  </a:lnTo>
                  <a:lnTo>
                    <a:pt x="15774861" y="3199777"/>
                  </a:lnTo>
                  <a:lnTo>
                    <a:pt x="15734462" y="3219475"/>
                  </a:lnTo>
                  <a:lnTo>
                    <a:pt x="15694762" y="3240367"/>
                  </a:lnTo>
                  <a:lnTo>
                    <a:pt x="15655786" y="3262414"/>
                  </a:lnTo>
                  <a:lnTo>
                    <a:pt x="15617546" y="3285591"/>
                  </a:lnTo>
                  <a:lnTo>
                    <a:pt x="15580081" y="3309886"/>
                  </a:lnTo>
                  <a:lnTo>
                    <a:pt x="15543416" y="3335261"/>
                  </a:lnTo>
                  <a:lnTo>
                    <a:pt x="15507551" y="3361715"/>
                  </a:lnTo>
                  <a:lnTo>
                    <a:pt x="15472537" y="3389211"/>
                  </a:lnTo>
                  <a:lnTo>
                    <a:pt x="15438374" y="3417722"/>
                  </a:lnTo>
                  <a:lnTo>
                    <a:pt x="15405100" y="3447237"/>
                  </a:lnTo>
                  <a:lnTo>
                    <a:pt x="15372728" y="3477730"/>
                  </a:lnTo>
                  <a:lnTo>
                    <a:pt x="15341295" y="3509162"/>
                  </a:lnTo>
                  <a:lnTo>
                    <a:pt x="15310803" y="3541534"/>
                  </a:lnTo>
                  <a:lnTo>
                    <a:pt x="15281288" y="3574808"/>
                  </a:lnTo>
                  <a:lnTo>
                    <a:pt x="15252776" y="3608971"/>
                  </a:lnTo>
                  <a:lnTo>
                    <a:pt x="15225281" y="3643985"/>
                  </a:lnTo>
                  <a:lnTo>
                    <a:pt x="15198827" y="3679850"/>
                  </a:lnTo>
                  <a:lnTo>
                    <a:pt x="15173452" y="3716515"/>
                  </a:lnTo>
                  <a:lnTo>
                    <a:pt x="15149157" y="3753980"/>
                  </a:lnTo>
                  <a:lnTo>
                    <a:pt x="15125980" y="3792207"/>
                  </a:lnTo>
                  <a:lnTo>
                    <a:pt x="15103932" y="3831196"/>
                  </a:lnTo>
                  <a:lnTo>
                    <a:pt x="15083041" y="3870896"/>
                  </a:lnTo>
                  <a:lnTo>
                    <a:pt x="15063343" y="3911295"/>
                  </a:lnTo>
                  <a:lnTo>
                    <a:pt x="15044839" y="3952367"/>
                  </a:lnTo>
                  <a:lnTo>
                    <a:pt x="15027567" y="3994112"/>
                  </a:lnTo>
                  <a:lnTo>
                    <a:pt x="15011540" y="4036466"/>
                  </a:lnTo>
                  <a:lnTo>
                    <a:pt x="14996795" y="4079443"/>
                  </a:lnTo>
                  <a:lnTo>
                    <a:pt x="14983333" y="4123004"/>
                  </a:lnTo>
                  <a:lnTo>
                    <a:pt x="14971205" y="4167124"/>
                  </a:lnTo>
                  <a:lnTo>
                    <a:pt x="14960410" y="4211777"/>
                  </a:lnTo>
                  <a:lnTo>
                    <a:pt x="14956409" y="4230941"/>
                  </a:lnTo>
                  <a:lnTo>
                    <a:pt x="14913712" y="4215777"/>
                  </a:lnTo>
                  <a:lnTo>
                    <a:pt x="14869503" y="4202023"/>
                  </a:lnTo>
                  <a:lnTo>
                    <a:pt x="14824571" y="4189984"/>
                  </a:lnTo>
                  <a:lnTo>
                    <a:pt x="14778939" y="4179697"/>
                  </a:lnTo>
                  <a:lnTo>
                    <a:pt x="14732661" y="4171188"/>
                  </a:lnTo>
                  <a:lnTo>
                    <a:pt x="14685772" y="4164507"/>
                  </a:lnTo>
                  <a:lnTo>
                    <a:pt x="14638300" y="4159694"/>
                  </a:lnTo>
                  <a:lnTo>
                    <a:pt x="14590306" y="4156773"/>
                  </a:lnTo>
                  <a:lnTo>
                    <a:pt x="14541805" y="4155795"/>
                  </a:lnTo>
                  <a:lnTo>
                    <a:pt x="14493291" y="4156773"/>
                  </a:lnTo>
                  <a:lnTo>
                    <a:pt x="14445298" y="4159694"/>
                  </a:lnTo>
                  <a:lnTo>
                    <a:pt x="14397825" y="4164507"/>
                  </a:lnTo>
                  <a:lnTo>
                    <a:pt x="14350937" y="4171188"/>
                  </a:lnTo>
                  <a:lnTo>
                    <a:pt x="14304658" y="4179697"/>
                  </a:lnTo>
                  <a:lnTo>
                    <a:pt x="14259027" y="4189984"/>
                  </a:lnTo>
                  <a:lnTo>
                    <a:pt x="14214094" y="4202023"/>
                  </a:lnTo>
                  <a:lnTo>
                    <a:pt x="14169885" y="4215777"/>
                  </a:lnTo>
                  <a:lnTo>
                    <a:pt x="14169517" y="4215917"/>
                  </a:lnTo>
                  <a:lnTo>
                    <a:pt x="14146162" y="4179849"/>
                  </a:lnTo>
                  <a:lnTo>
                    <a:pt x="14120089" y="4142803"/>
                  </a:lnTo>
                  <a:lnTo>
                    <a:pt x="14092657" y="4106837"/>
                  </a:lnTo>
                  <a:lnTo>
                    <a:pt x="14063879" y="4071975"/>
                  </a:lnTo>
                  <a:lnTo>
                    <a:pt x="14033805" y="4038244"/>
                  </a:lnTo>
                  <a:lnTo>
                    <a:pt x="14002487" y="4005707"/>
                  </a:lnTo>
                  <a:lnTo>
                    <a:pt x="13969937" y="3974376"/>
                  </a:lnTo>
                  <a:lnTo>
                    <a:pt x="13936218" y="3944315"/>
                  </a:lnTo>
                  <a:lnTo>
                    <a:pt x="13901357" y="3915537"/>
                  </a:lnTo>
                  <a:lnTo>
                    <a:pt x="13865378" y="3888092"/>
                  </a:lnTo>
                  <a:lnTo>
                    <a:pt x="13828344" y="3862019"/>
                  </a:lnTo>
                  <a:lnTo>
                    <a:pt x="13790270" y="3837355"/>
                  </a:lnTo>
                  <a:lnTo>
                    <a:pt x="13751217" y="3814140"/>
                  </a:lnTo>
                  <a:lnTo>
                    <a:pt x="13711200" y="3792397"/>
                  </a:lnTo>
                  <a:lnTo>
                    <a:pt x="13670280" y="3772192"/>
                  </a:lnTo>
                  <a:lnTo>
                    <a:pt x="13628472" y="3753535"/>
                  </a:lnTo>
                  <a:lnTo>
                    <a:pt x="13585825" y="3736479"/>
                  </a:lnTo>
                  <a:lnTo>
                    <a:pt x="13542378" y="3721049"/>
                  </a:lnTo>
                  <a:lnTo>
                    <a:pt x="13498157" y="3707307"/>
                  </a:lnTo>
                  <a:lnTo>
                    <a:pt x="13453224" y="3695268"/>
                  </a:lnTo>
                  <a:lnTo>
                    <a:pt x="13407593" y="3684968"/>
                  </a:lnTo>
                  <a:lnTo>
                    <a:pt x="13361315" y="3676472"/>
                  </a:lnTo>
                  <a:lnTo>
                    <a:pt x="13314426" y="3669779"/>
                  </a:lnTo>
                  <a:lnTo>
                    <a:pt x="13266966" y="3664966"/>
                  </a:lnTo>
                  <a:lnTo>
                    <a:pt x="13218960" y="3662045"/>
                  </a:lnTo>
                  <a:lnTo>
                    <a:pt x="13170459" y="3661067"/>
                  </a:lnTo>
                  <a:lnTo>
                    <a:pt x="13121958" y="3662045"/>
                  </a:lnTo>
                  <a:lnTo>
                    <a:pt x="13073952" y="3664966"/>
                  </a:lnTo>
                  <a:lnTo>
                    <a:pt x="13026492" y="3669779"/>
                  </a:lnTo>
                  <a:lnTo>
                    <a:pt x="12979591" y="3676472"/>
                  </a:lnTo>
                  <a:lnTo>
                    <a:pt x="12933312" y="3684968"/>
                  </a:lnTo>
                  <a:lnTo>
                    <a:pt x="12887693" y="3695268"/>
                  </a:lnTo>
                  <a:lnTo>
                    <a:pt x="12842748" y="3707307"/>
                  </a:lnTo>
                  <a:lnTo>
                    <a:pt x="12798539" y="3721049"/>
                  </a:lnTo>
                  <a:lnTo>
                    <a:pt x="12755093" y="3736479"/>
                  </a:lnTo>
                  <a:lnTo>
                    <a:pt x="12712446" y="3753535"/>
                  </a:lnTo>
                  <a:lnTo>
                    <a:pt x="12670638" y="3772192"/>
                  </a:lnTo>
                  <a:lnTo>
                    <a:pt x="12629706" y="3792397"/>
                  </a:lnTo>
                  <a:lnTo>
                    <a:pt x="12589701" y="3814140"/>
                  </a:lnTo>
                  <a:lnTo>
                    <a:pt x="12550635" y="3837355"/>
                  </a:lnTo>
                  <a:lnTo>
                    <a:pt x="12512573" y="3862019"/>
                  </a:lnTo>
                  <a:lnTo>
                    <a:pt x="12475528" y="3888092"/>
                  </a:lnTo>
                  <a:lnTo>
                    <a:pt x="12439561" y="3915537"/>
                  </a:lnTo>
                  <a:lnTo>
                    <a:pt x="12404700" y="3944315"/>
                  </a:lnTo>
                  <a:lnTo>
                    <a:pt x="12370968" y="3974376"/>
                  </a:lnTo>
                  <a:lnTo>
                    <a:pt x="12348655" y="3995864"/>
                  </a:lnTo>
                  <a:lnTo>
                    <a:pt x="12343346" y="3993375"/>
                  </a:lnTo>
                  <a:lnTo>
                    <a:pt x="12301842" y="3975824"/>
                  </a:lnTo>
                  <a:lnTo>
                    <a:pt x="12259589" y="3959783"/>
                  </a:lnTo>
                  <a:lnTo>
                    <a:pt x="12216587" y="3945293"/>
                  </a:lnTo>
                  <a:lnTo>
                    <a:pt x="12172887" y="3932377"/>
                  </a:lnTo>
                  <a:lnTo>
                    <a:pt x="12128513" y="3921074"/>
                  </a:lnTo>
                  <a:lnTo>
                    <a:pt x="12083517" y="3911422"/>
                  </a:lnTo>
                  <a:lnTo>
                    <a:pt x="12037911" y="3903446"/>
                  </a:lnTo>
                  <a:lnTo>
                    <a:pt x="11991746" y="3897172"/>
                  </a:lnTo>
                  <a:lnTo>
                    <a:pt x="11945036" y="3892664"/>
                  </a:lnTo>
                  <a:lnTo>
                    <a:pt x="11897843" y="3889933"/>
                  </a:lnTo>
                  <a:lnTo>
                    <a:pt x="11850180" y="3889006"/>
                  </a:lnTo>
                  <a:lnTo>
                    <a:pt x="11802504" y="3889933"/>
                  </a:lnTo>
                  <a:lnTo>
                    <a:pt x="11755311" y="3892664"/>
                  </a:lnTo>
                  <a:lnTo>
                    <a:pt x="11708600" y="3897172"/>
                  </a:lnTo>
                  <a:lnTo>
                    <a:pt x="11662435" y="3903446"/>
                  </a:lnTo>
                  <a:lnTo>
                    <a:pt x="11616830" y="3911422"/>
                  </a:lnTo>
                  <a:lnTo>
                    <a:pt x="11571834" y="3921074"/>
                  </a:lnTo>
                  <a:lnTo>
                    <a:pt x="11527460" y="3932377"/>
                  </a:lnTo>
                  <a:lnTo>
                    <a:pt x="11483759" y="3945293"/>
                  </a:lnTo>
                  <a:lnTo>
                    <a:pt x="11440757" y="3959783"/>
                  </a:lnTo>
                  <a:lnTo>
                    <a:pt x="11398504" y="3975824"/>
                  </a:lnTo>
                  <a:lnTo>
                    <a:pt x="11357000" y="3993375"/>
                  </a:lnTo>
                  <a:lnTo>
                    <a:pt x="11316310" y="4012400"/>
                  </a:lnTo>
                  <a:lnTo>
                    <a:pt x="11276457" y="4032872"/>
                  </a:lnTo>
                  <a:lnTo>
                    <a:pt x="11237468" y="4054754"/>
                  </a:lnTo>
                  <a:lnTo>
                    <a:pt x="11199393" y="4078008"/>
                  </a:lnTo>
                  <a:lnTo>
                    <a:pt x="11162246" y="4102608"/>
                  </a:lnTo>
                  <a:lnTo>
                    <a:pt x="11126076" y="4128516"/>
                  </a:lnTo>
                  <a:lnTo>
                    <a:pt x="11112183" y="4139260"/>
                  </a:lnTo>
                  <a:lnTo>
                    <a:pt x="11113084" y="4125798"/>
                  </a:lnTo>
                  <a:lnTo>
                    <a:pt x="11114164" y="4077170"/>
                  </a:lnTo>
                  <a:lnTo>
                    <a:pt x="11113110" y="4029202"/>
                  </a:lnTo>
                  <a:lnTo>
                    <a:pt x="11109985" y="3981754"/>
                  </a:lnTo>
                  <a:lnTo>
                    <a:pt x="11104842" y="3934904"/>
                  </a:lnTo>
                  <a:lnTo>
                    <a:pt x="11097717" y="3888663"/>
                  </a:lnTo>
                  <a:lnTo>
                    <a:pt x="11088649" y="3843109"/>
                  </a:lnTo>
                  <a:lnTo>
                    <a:pt x="11077689" y="3798252"/>
                  </a:lnTo>
                  <a:lnTo>
                    <a:pt x="11064888" y="3754158"/>
                  </a:lnTo>
                  <a:lnTo>
                    <a:pt x="11050270" y="3710863"/>
                  </a:lnTo>
                  <a:lnTo>
                    <a:pt x="11033887" y="3668420"/>
                  </a:lnTo>
                  <a:lnTo>
                    <a:pt x="11015790" y="3626853"/>
                  </a:lnTo>
                  <a:lnTo>
                    <a:pt x="10996016" y="3586226"/>
                  </a:lnTo>
                  <a:lnTo>
                    <a:pt x="10974603" y="3546564"/>
                  </a:lnTo>
                  <a:lnTo>
                    <a:pt x="10951604" y="3507930"/>
                  </a:lnTo>
                  <a:lnTo>
                    <a:pt x="10927067" y="3470351"/>
                  </a:lnTo>
                  <a:lnTo>
                    <a:pt x="10901032" y="3433889"/>
                  </a:lnTo>
                  <a:lnTo>
                    <a:pt x="10873537" y="3398570"/>
                  </a:lnTo>
                  <a:lnTo>
                    <a:pt x="10844619" y="3364446"/>
                  </a:lnTo>
                  <a:lnTo>
                    <a:pt x="10814342" y="3331565"/>
                  </a:lnTo>
                  <a:lnTo>
                    <a:pt x="10782745" y="3299955"/>
                  </a:lnTo>
                  <a:lnTo>
                    <a:pt x="10749852" y="3269678"/>
                  </a:lnTo>
                  <a:lnTo>
                    <a:pt x="10715727" y="3240773"/>
                  </a:lnTo>
                  <a:lnTo>
                    <a:pt x="10680408" y="3213277"/>
                  </a:lnTo>
                  <a:lnTo>
                    <a:pt x="10643946" y="3187230"/>
                  </a:lnTo>
                  <a:lnTo>
                    <a:pt x="10606367" y="3162693"/>
                  </a:lnTo>
                  <a:lnTo>
                    <a:pt x="10567734" y="3139694"/>
                  </a:lnTo>
                  <a:lnTo>
                    <a:pt x="10528084" y="3118294"/>
                  </a:lnTo>
                  <a:lnTo>
                    <a:pt x="10487444" y="3098520"/>
                  </a:lnTo>
                  <a:lnTo>
                    <a:pt x="10445890" y="3080423"/>
                  </a:lnTo>
                  <a:lnTo>
                    <a:pt x="10403434" y="3064040"/>
                  </a:lnTo>
                  <a:lnTo>
                    <a:pt x="10360139" y="3049422"/>
                  </a:lnTo>
                  <a:lnTo>
                    <a:pt x="10316045" y="3036608"/>
                  </a:lnTo>
                  <a:lnTo>
                    <a:pt x="10271201" y="3025648"/>
                  </a:lnTo>
                  <a:lnTo>
                    <a:pt x="10225634" y="3016580"/>
                  </a:lnTo>
                  <a:lnTo>
                    <a:pt x="10179406" y="3009455"/>
                  </a:lnTo>
                  <a:lnTo>
                    <a:pt x="10132543" y="3004312"/>
                  </a:lnTo>
                  <a:lnTo>
                    <a:pt x="10085108" y="3001200"/>
                  </a:lnTo>
                  <a:lnTo>
                    <a:pt x="10037140" y="3000146"/>
                  </a:lnTo>
                  <a:lnTo>
                    <a:pt x="9989160" y="3001200"/>
                  </a:lnTo>
                  <a:lnTo>
                    <a:pt x="9941725" y="3004312"/>
                  </a:lnTo>
                  <a:lnTo>
                    <a:pt x="9894862" y="3009455"/>
                  </a:lnTo>
                  <a:lnTo>
                    <a:pt x="9848634" y="3016580"/>
                  </a:lnTo>
                  <a:lnTo>
                    <a:pt x="9803079" y="3025648"/>
                  </a:lnTo>
                  <a:lnTo>
                    <a:pt x="9758223" y="3036608"/>
                  </a:lnTo>
                  <a:lnTo>
                    <a:pt x="9714128" y="3049422"/>
                  </a:lnTo>
                  <a:lnTo>
                    <a:pt x="9670834" y="3064040"/>
                  </a:lnTo>
                  <a:lnTo>
                    <a:pt x="9628391" y="3080423"/>
                  </a:lnTo>
                  <a:lnTo>
                    <a:pt x="9586824" y="3098520"/>
                  </a:lnTo>
                  <a:lnTo>
                    <a:pt x="9546196" y="3118294"/>
                  </a:lnTo>
                  <a:lnTo>
                    <a:pt x="9506534" y="3139694"/>
                  </a:lnTo>
                  <a:lnTo>
                    <a:pt x="9467901" y="3162693"/>
                  </a:lnTo>
                  <a:lnTo>
                    <a:pt x="9430321" y="3187230"/>
                  </a:lnTo>
                  <a:lnTo>
                    <a:pt x="9393860" y="3213277"/>
                  </a:lnTo>
                  <a:lnTo>
                    <a:pt x="9358541" y="3240773"/>
                  </a:lnTo>
                  <a:lnTo>
                    <a:pt x="9324416" y="3269678"/>
                  </a:lnTo>
                  <a:lnTo>
                    <a:pt x="9291536" y="3299955"/>
                  </a:lnTo>
                  <a:lnTo>
                    <a:pt x="9259926" y="3331565"/>
                  </a:lnTo>
                  <a:lnTo>
                    <a:pt x="9229649" y="3364446"/>
                  </a:lnTo>
                  <a:lnTo>
                    <a:pt x="9200744" y="3398570"/>
                  </a:lnTo>
                  <a:lnTo>
                    <a:pt x="9173235" y="3433889"/>
                  </a:lnTo>
                  <a:lnTo>
                    <a:pt x="9147200" y="3470351"/>
                  </a:lnTo>
                  <a:lnTo>
                    <a:pt x="9122664" y="3507930"/>
                  </a:lnTo>
                  <a:lnTo>
                    <a:pt x="9099664" y="3546564"/>
                  </a:lnTo>
                  <a:lnTo>
                    <a:pt x="9078265" y="3586226"/>
                  </a:lnTo>
                  <a:lnTo>
                    <a:pt x="9058478" y="3626853"/>
                  </a:lnTo>
                  <a:lnTo>
                    <a:pt x="9040381" y="3668420"/>
                  </a:lnTo>
                  <a:lnTo>
                    <a:pt x="9023998" y="3710863"/>
                  </a:lnTo>
                  <a:lnTo>
                    <a:pt x="9009380" y="3754158"/>
                  </a:lnTo>
                  <a:lnTo>
                    <a:pt x="8998179" y="3792728"/>
                  </a:lnTo>
                  <a:lnTo>
                    <a:pt x="8957831" y="3786632"/>
                  </a:lnTo>
                  <a:lnTo>
                    <a:pt x="8909964" y="3782326"/>
                  </a:lnTo>
                  <a:lnTo>
                    <a:pt x="8861323" y="3780866"/>
                  </a:lnTo>
                  <a:lnTo>
                    <a:pt x="8812682" y="3782326"/>
                  </a:lnTo>
                  <a:lnTo>
                    <a:pt x="8764829" y="3786632"/>
                  </a:lnTo>
                  <a:lnTo>
                    <a:pt x="8717813" y="3793731"/>
                  </a:lnTo>
                  <a:lnTo>
                    <a:pt x="8671738" y="3803510"/>
                  </a:lnTo>
                  <a:lnTo>
                    <a:pt x="8626691" y="3815905"/>
                  </a:lnTo>
                  <a:lnTo>
                    <a:pt x="8582736" y="3830815"/>
                  </a:lnTo>
                  <a:lnTo>
                    <a:pt x="8539975" y="3848176"/>
                  </a:lnTo>
                  <a:lnTo>
                    <a:pt x="8498497" y="3867886"/>
                  </a:lnTo>
                  <a:lnTo>
                    <a:pt x="8458365" y="3889870"/>
                  </a:lnTo>
                  <a:lnTo>
                    <a:pt x="8419668" y="3914051"/>
                  </a:lnTo>
                  <a:lnTo>
                    <a:pt x="8382495" y="3940327"/>
                  </a:lnTo>
                  <a:lnTo>
                    <a:pt x="8346935" y="3968635"/>
                  </a:lnTo>
                  <a:lnTo>
                    <a:pt x="8313052" y="3998887"/>
                  </a:lnTo>
                  <a:lnTo>
                    <a:pt x="8280946" y="4030992"/>
                  </a:lnTo>
                  <a:lnTo>
                    <a:pt x="8250707" y="4064863"/>
                  </a:lnTo>
                  <a:lnTo>
                    <a:pt x="8222399" y="4100436"/>
                  </a:lnTo>
                  <a:lnTo>
                    <a:pt x="8196110" y="4137596"/>
                  </a:lnTo>
                  <a:lnTo>
                    <a:pt x="8171929" y="4176293"/>
                  </a:lnTo>
                  <a:lnTo>
                    <a:pt x="8149945" y="4216425"/>
                  </a:lnTo>
                  <a:lnTo>
                    <a:pt x="8130235" y="4257916"/>
                  </a:lnTo>
                  <a:lnTo>
                    <a:pt x="8112874" y="4300677"/>
                  </a:lnTo>
                  <a:lnTo>
                    <a:pt x="8097964" y="4344619"/>
                  </a:lnTo>
                  <a:lnTo>
                    <a:pt x="8085569" y="4389679"/>
                  </a:lnTo>
                  <a:lnTo>
                    <a:pt x="8075790" y="4435741"/>
                  </a:lnTo>
                  <a:lnTo>
                    <a:pt x="8068704" y="4482757"/>
                  </a:lnTo>
                  <a:lnTo>
                    <a:pt x="8064386" y="4530623"/>
                  </a:lnTo>
                  <a:lnTo>
                    <a:pt x="8062925" y="4579264"/>
                  </a:lnTo>
                  <a:lnTo>
                    <a:pt x="8064551" y="4630598"/>
                  </a:lnTo>
                  <a:lnTo>
                    <a:pt x="8069364" y="4681067"/>
                  </a:lnTo>
                  <a:lnTo>
                    <a:pt x="8077251" y="4730572"/>
                  </a:lnTo>
                  <a:lnTo>
                    <a:pt x="8088122" y="4779022"/>
                  </a:lnTo>
                  <a:lnTo>
                    <a:pt x="8101889" y="4826317"/>
                  </a:lnTo>
                  <a:lnTo>
                    <a:pt x="8118437" y="4872342"/>
                  </a:lnTo>
                  <a:lnTo>
                    <a:pt x="8137677" y="4917021"/>
                  </a:lnTo>
                  <a:lnTo>
                    <a:pt x="8159521" y="4960239"/>
                  </a:lnTo>
                  <a:lnTo>
                    <a:pt x="8183842" y="5001895"/>
                  </a:lnTo>
                  <a:lnTo>
                    <a:pt x="8210575" y="5041912"/>
                  </a:lnTo>
                  <a:lnTo>
                    <a:pt x="8239595" y="5080178"/>
                  </a:lnTo>
                  <a:lnTo>
                    <a:pt x="8270811" y="5116601"/>
                  </a:lnTo>
                  <a:lnTo>
                    <a:pt x="8304136" y="5151069"/>
                  </a:lnTo>
                  <a:lnTo>
                    <a:pt x="8339455" y="5183492"/>
                  </a:lnTo>
                  <a:lnTo>
                    <a:pt x="8376679" y="5213782"/>
                  </a:lnTo>
                  <a:lnTo>
                    <a:pt x="8411413" y="5238737"/>
                  </a:lnTo>
                  <a:lnTo>
                    <a:pt x="7309637" y="5238737"/>
                  </a:lnTo>
                  <a:lnTo>
                    <a:pt x="7309637" y="5477675"/>
                  </a:lnTo>
                  <a:lnTo>
                    <a:pt x="8690572" y="5477675"/>
                  </a:lnTo>
                  <a:lnTo>
                    <a:pt x="8690572" y="5241823"/>
                  </a:lnTo>
                  <a:lnTo>
                    <a:pt x="8907488" y="5241823"/>
                  </a:lnTo>
                  <a:lnTo>
                    <a:pt x="8907488" y="5477675"/>
                  </a:lnTo>
                  <a:lnTo>
                    <a:pt x="9267355" y="5477675"/>
                  </a:lnTo>
                  <a:lnTo>
                    <a:pt x="9267355" y="5241823"/>
                  </a:lnTo>
                  <a:lnTo>
                    <a:pt x="9306928" y="5241823"/>
                  </a:lnTo>
                  <a:lnTo>
                    <a:pt x="9345968" y="5213782"/>
                  </a:lnTo>
                  <a:lnTo>
                    <a:pt x="9383192" y="5183492"/>
                  </a:lnTo>
                  <a:lnTo>
                    <a:pt x="9418510" y="5151069"/>
                  </a:lnTo>
                  <a:lnTo>
                    <a:pt x="9451835" y="5116601"/>
                  </a:lnTo>
                  <a:lnTo>
                    <a:pt x="9483052" y="5080178"/>
                  </a:lnTo>
                  <a:lnTo>
                    <a:pt x="9512071" y="5041912"/>
                  </a:lnTo>
                  <a:lnTo>
                    <a:pt x="9523933" y="5024158"/>
                  </a:lnTo>
                  <a:lnTo>
                    <a:pt x="9560471" y="5043195"/>
                  </a:lnTo>
                  <a:lnTo>
                    <a:pt x="9602000" y="5062626"/>
                  </a:lnTo>
                  <a:lnTo>
                    <a:pt x="9644482" y="5080330"/>
                  </a:lnTo>
                  <a:lnTo>
                    <a:pt x="9687839" y="5096243"/>
                  </a:lnTo>
                  <a:lnTo>
                    <a:pt x="9732061" y="5110327"/>
                  </a:lnTo>
                  <a:lnTo>
                    <a:pt x="9777070" y="5122532"/>
                  </a:lnTo>
                  <a:lnTo>
                    <a:pt x="9822853" y="5132819"/>
                  </a:lnTo>
                  <a:lnTo>
                    <a:pt x="9869335" y="5141150"/>
                  </a:lnTo>
                  <a:lnTo>
                    <a:pt x="10204933" y="5141150"/>
                  </a:lnTo>
                  <a:lnTo>
                    <a:pt x="10251415" y="5132819"/>
                  </a:lnTo>
                  <a:lnTo>
                    <a:pt x="10297198" y="5122532"/>
                  </a:lnTo>
                  <a:lnTo>
                    <a:pt x="10342220" y="5110327"/>
                  </a:lnTo>
                  <a:lnTo>
                    <a:pt x="10386428" y="5096243"/>
                  </a:lnTo>
                  <a:lnTo>
                    <a:pt x="10429799" y="5080330"/>
                  </a:lnTo>
                  <a:lnTo>
                    <a:pt x="10472268" y="5062626"/>
                  </a:lnTo>
                  <a:lnTo>
                    <a:pt x="10513797" y="5043195"/>
                  </a:lnTo>
                  <a:lnTo>
                    <a:pt x="10554335" y="5022062"/>
                  </a:lnTo>
                  <a:lnTo>
                    <a:pt x="10593857" y="4999291"/>
                  </a:lnTo>
                  <a:lnTo>
                    <a:pt x="10632288" y="4974920"/>
                  </a:lnTo>
                  <a:lnTo>
                    <a:pt x="10643870" y="4966881"/>
                  </a:lnTo>
                  <a:lnTo>
                    <a:pt x="10639882" y="5008080"/>
                  </a:lnTo>
                  <a:lnTo>
                    <a:pt x="10637152" y="5055286"/>
                  </a:lnTo>
                  <a:lnTo>
                    <a:pt x="10636237" y="5102949"/>
                  </a:lnTo>
                  <a:lnTo>
                    <a:pt x="10637203" y="5151767"/>
                  </a:lnTo>
                  <a:lnTo>
                    <a:pt x="10640073" y="5200078"/>
                  </a:lnTo>
                  <a:lnTo>
                    <a:pt x="10643908" y="5238737"/>
                  </a:lnTo>
                  <a:lnTo>
                    <a:pt x="9919437" y="5238737"/>
                  </a:lnTo>
                  <a:lnTo>
                    <a:pt x="9919437" y="5477675"/>
                  </a:lnTo>
                  <a:lnTo>
                    <a:pt x="10695267" y="5477675"/>
                  </a:lnTo>
                  <a:lnTo>
                    <a:pt x="11332858" y="5477675"/>
                  </a:lnTo>
                  <a:lnTo>
                    <a:pt x="20104088" y="5477675"/>
                  </a:lnTo>
                  <a:lnTo>
                    <a:pt x="20104088" y="266532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9351683" y="8122265"/>
              <a:ext cx="490855" cy="285750"/>
            </a:xfrm>
            <a:custGeom>
              <a:avLst/>
              <a:gdLst/>
              <a:ahLst/>
              <a:cxnLst/>
              <a:rect l="l" t="t" r="r" b="b"/>
              <a:pathLst>
                <a:path w="490854" h="285750">
                  <a:moveTo>
                    <a:pt x="490855" y="0"/>
                  </a:moveTo>
                  <a:lnTo>
                    <a:pt x="236689" y="0"/>
                  </a:lnTo>
                  <a:lnTo>
                    <a:pt x="236689" y="203555"/>
                  </a:lnTo>
                  <a:lnTo>
                    <a:pt x="0" y="203555"/>
                  </a:lnTo>
                  <a:lnTo>
                    <a:pt x="0" y="285356"/>
                  </a:lnTo>
                  <a:lnTo>
                    <a:pt x="275907" y="285356"/>
                  </a:lnTo>
                  <a:lnTo>
                    <a:pt x="275907" y="204343"/>
                  </a:lnTo>
                  <a:lnTo>
                    <a:pt x="490855" y="204343"/>
                  </a:lnTo>
                  <a:lnTo>
                    <a:pt x="490855" y="0"/>
                  </a:lnTo>
                  <a:close/>
                </a:path>
              </a:pathLst>
            </a:custGeom>
            <a:solidFill>
              <a:srgbClr val="FFEC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627591" y="8325821"/>
              <a:ext cx="215265" cy="183515"/>
            </a:xfrm>
            <a:custGeom>
              <a:avLst/>
              <a:gdLst/>
              <a:ahLst/>
              <a:cxnLst/>
              <a:rect l="l" t="t" r="r" b="b"/>
              <a:pathLst>
                <a:path w="215265" h="183515">
                  <a:moveTo>
                    <a:pt x="214934" y="0"/>
                  </a:moveTo>
                  <a:lnTo>
                    <a:pt x="0" y="0"/>
                  </a:lnTo>
                  <a:lnTo>
                    <a:pt x="0" y="100634"/>
                  </a:lnTo>
                  <a:lnTo>
                    <a:pt x="0" y="183083"/>
                  </a:lnTo>
                  <a:lnTo>
                    <a:pt x="214934" y="183083"/>
                  </a:lnTo>
                  <a:lnTo>
                    <a:pt x="214934" y="100634"/>
                  </a:lnTo>
                  <a:lnTo>
                    <a:pt x="214934" y="0"/>
                  </a:lnTo>
                  <a:close/>
                </a:path>
              </a:pathLst>
            </a:custGeom>
            <a:solidFill>
              <a:srgbClr val="9DDC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9267362" y="8753524"/>
              <a:ext cx="287655" cy="558800"/>
            </a:xfrm>
            <a:custGeom>
              <a:avLst/>
              <a:gdLst/>
              <a:ahLst/>
              <a:cxnLst/>
              <a:rect l="l" t="t" r="r" b="b"/>
              <a:pathLst>
                <a:path w="287654" h="558800">
                  <a:moveTo>
                    <a:pt x="287205" y="0"/>
                  </a:moveTo>
                  <a:lnTo>
                    <a:pt x="0" y="0"/>
                  </a:lnTo>
                  <a:lnTo>
                    <a:pt x="0" y="558192"/>
                  </a:lnTo>
                  <a:lnTo>
                    <a:pt x="287205" y="558192"/>
                  </a:lnTo>
                  <a:lnTo>
                    <a:pt x="287205" y="0"/>
                  </a:lnTo>
                  <a:close/>
                </a:path>
              </a:pathLst>
            </a:custGeom>
            <a:solidFill>
              <a:srgbClr val="FFEC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9314663" y="8800153"/>
              <a:ext cx="154940" cy="511809"/>
            </a:xfrm>
            <a:custGeom>
              <a:avLst/>
              <a:gdLst/>
              <a:ahLst/>
              <a:cxnLst/>
              <a:rect l="l" t="t" r="r" b="b"/>
              <a:pathLst>
                <a:path w="154940" h="511809">
                  <a:moveTo>
                    <a:pt x="48450" y="96304"/>
                  </a:moveTo>
                  <a:lnTo>
                    <a:pt x="38900" y="42138"/>
                  </a:lnTo>
                  <a:lnTo>
                    <a:pt x="30480" y="16294"/>
                  </a:lnTo>
                  <a:lnTo>
                    <a:pt x="29121" y="12509"/>
                  </a:lnTo>
                  <a:lnTo>
                    <a:pt x="26289" y="4813"/>
                  </a:lnTo>
                  <a:lnTo>
                    <a:pt x="24269" y="0"/>
                  </a:lnTo>
                  <a:lnTo>
                    <a:pt x="10236" y="34010"/>
                  </a:lnTo>
                  <a:lnTo>
                    <a:pt x="3035" y="55384"/>
                  </a:lnTo>
                  <a:lnTo>
                    <a:pt x="381" y="73139"/>
                  </a:lnTo>
                  <a:lnTo>
                    <a:pt x="0" y="96304"/>
                  </a:lnTo>
                  <a:lnTo>
                    <a:pt x="0" y="511581"/>
                  </a:lnTo>
                  <a:lnTo>
                    <a:pt x="48450" y="511581"/>
                  </a:lnTo>
                  <a:lnTo>
                    <a:pt x="48450" y="96304"/>
                  </a:lnTo>
                  <a:close/>
                </a:path>
                <a:path w="154940" h="511809">
                  <a:moveTo>
                    <a:pt x="154622" y="96316"/>
                  </a:moveTo>
                  <a:lnTo>
                    <a:pt x="148247" y="57670"/>
                  </a:lnTo>
                  <a:lnTo>
                    <a:pt x="135623" y="21501"/>
                  </a:lnTo>
                  <a:lnTo>
                    <a:pt x="126161" y="12"/>
                  </a:lnTo>
                  <a:lnTo>
                    <a:pt x="109639" y="34023"/>
                  </a:lnTo>
                  <a:lnTo>
                    <a:pt x="101155" y="55384"/>
                  </a:lnTo>
                  <a:lnTo>
                    <a:pt x="98018" y="73139"/>
                  </a:lnTo>
                  <a:lnTo>
                    <a:pt x="97574" y="96316"/>
                  </a:lnTo>
                  <a:lnTo>
                    <a:pt x="97574" y="511581"/>
                  </a:lnTo>
                  <a:lnTo>
                    <a:pt x="154622" y="511581"/>
                  </a:lnTo>
                  <a:lnTo>
                    <a:pt x="154622" y="96316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333649" y="8821655"/>
              <a:ext cx="135890" cy="283845"/>
            </a:xfrm>
            <a:custGeom>
              <a:avLst/>
              <a:gdLst/>
              <a:ahLst/>
              <a:cxnLst/>
              <a:rect l="l" t="t" r="r" b="b"/>
              <a:pathLst>
                <a:path w="135890" h="283845">
                  <a:moveTo>
                    <a:pt x="29464" y="4191"/>
                  </a:moveTo>
                  <a:lnTo>
                    <a:pt x="0" y="4191"/>
                  </a:lnTo>
                  <a:lnTo>
                    <a:pt x="0" y="283845"/>
                  </a:lnTo>
                  <a:lnTo>
                    <a:pt x="29464" y="283845"/>
                  </a:lnTo>
                  <a:lnTo>
                    <a:pt x="29464" y="4191"/>
                  </a:lnTo>
                  <a:close/>
                </a:path>
                <a:path w="135890" h="283845">
                  <a:moveTo>
                    <a:pt x="135636" y="0"/>
                  </a:moveTo>
                  <a:lnTo>
                    <a:pt x="97586" y="0"/>
                  </a:lnTo>
                  <a:lnTo>
                    <a:pt x="97586" y="283845"/>
                  </a:lnTo>
                  <a:lnTo>
                    <a:pt x="135636" y="283845"/>
                  </a:lnTo>
                  <a:lnTo>
                    <a:pt x="135636" y="0"/>
                  </a:lnTo>
                  <a:close/>
                </a:path>
              </a:pathLst>
            </a:custGeom>
            <a:solidFill>
              <a:srgbClr val="82CF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9274147" y="8426329"/>
              <a:ext cx="263525" cy="315595"/>
            </a:xfrm>
            <a:custGeom>
              <a:avLst/>
              <a:gdLst/>
              <a:ahLst/>
              <a:cxnLst/>
              <a:rect l="l" t="t" r="r" b="b"/>
              <a:pathLst>
                <a:path w="263525" h="315595">
                  <a:moveTo>
                    <a:pt x="263531" y="0"/>
                  </a:moveTo>
                  <a:lnTo>
                    <a:pt x="0" y="0"/>
                  </a:lnTo>
                  <a:lnTo>
                    <a:pt x="0" y="315142"/>
                  </a:lnTo>
                  <a:lnTo>
                    <a:pt x="263531" y="315142"/>
                  </a:lnTo>
                  <a:lnTo>
                    <a:pt x="263531" y="0"/>
                  </a:lnTo>
                  <a:close/>
                </a:path>
              </a:pathLst>
            </a:custGeom>
            <a:solidFill>
              <a:srgbClr val="FFEC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9322511" y="8965381"/>
              <a:ext cx="147320" cy="44450"/>
            </a:xfrm>
            <a:custGeom>
              <a:avLst/>
              <a:gdLst/>
              <a:ahLst/>
              <a:cxnLst/>
              <a:rect l="l" t="t" r="r" b="b"/>
              <a:pathLst>
                <a:path w="147320" h="44450">
                  <a:moveTo>
                    <a:pt x="40589" y="0"/>
                  </a:moveTo>
                  <a:lnTo>
                    <a:pt x="0" y="0"/>
                  </a:lnTo>
                  <a:lnTo>
                    <a:pt x="0" y="43916"/>
                  </a:lnTo>
                  <a:lnTo>
                    <a:pt x="40589" y="43916"/>
                  </a:lnTo>
                  <a:lnTo>
                    <a:pt x="40589" y="0"/>
                  </a:lnTo>
                  <a:close/>
                </a:path>
                <a:path w="147320" h="44450">
                  <a:moveTo>
                    <a:pt x="146761" y="0"/>
                  </a:moveTo>
                  <a:lnTo>
                    <a:pt x="97739" y="0"/>
                  </a:lnTo>
                  <a:lnTo>
                    <a:pt x="97739" y="43916"/>
                  </a:lnTo>
                  <a:lnTo>
                    <a:pt x="146761" y="43916"/>
                  </a:lnTo>
                  <a:lnTo>
                    <a:pt x="14676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9314679" y="8504819"/>
              <a:ext cx="48895" cy="66040"/>
            </a:xfrm>
            <a:custGeom>
              <a:avLst/>
              <a:gdLst/>
              <a:ahLst/>
              <a:cxnLst/>
              <a:rect l="l" t="t" r="r" b="b"/>
              <a:pathLst>
                <a:path w="48895" h="66040">
                  <a:moveTo>
                    <a:pt x="48469" y="0"/>
                  </a:moveTo>
                  <a:lnTo>
                    <a:pt x="0" y="0"/>
                  </a:lnTo>
                  <a:lnTo>
                    <a:pt x="0" y="65757"/>
                  </a:lnTo>
                  <a:lnTo>
                    <a:pt x="48469" y="65757"/>
                  </a:lnTo>
                  <a:lnTo>
                    <a:pt x="48469" y="0"/>
                  </a:lnTo>
                  <a:close/>
                </a:path>
              </a:pathLst>
            </a:custGeom>
            <a:solidFill>
              <a:srgbClr val="FFEC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9412245" y="8521600"/>
              <a:ext cx="58419" cy="122555"/>
            </a:xfrm>
            <a:custGeom>
              <a:avLst/>
              <a:gdLst/>
              <a:ahLst/>
              <a:cxnLst/>
              <a:rect l="l" t="t" r="r" b="b"/>
              <a:pathLst>
                <a:path w="58420" h="122554">
                  <a:moveTo>
                    <a:pt x="31590" y="0"/>
                  </a:moveTo>
                  <a:lnTo>
                    <a:pt x="27234" y="0"/>
                  </a:lnTo>
                  <a:lnTo>
                    <a:pt x="20215" y="2015"/>
                  </a:lnTo>
                  <a:lnTo>
                    <a:pt x="14491" y="7508"/>
                  </a:lnTo>
                  <a:lnTo>
                    <a:pt x="10637" y="15650"/>
                  </a:lnTo>
                  <a:lnTo>
                    <a:pt x="9224" y="25611"/>
                  </a:lnTo>
                  <a:lnTo>
                    <a:pt x="9224" y="47642"/>
                  </a:lnTo>
                  <a:lnTo>
                    <a:pt x="0" y="47642"/>
                  </a:lnTo>
                  <a:lnTo>
                    <a:pt x="0" y="122320"/>
                  </a:lnTo>
                  <a:lnTo>
                    <a:pt x="57851" y="122320"/>
                  </a:lnTo>
                  <a:lnTo>
                    <a:pt x="57851" y="47642"/>
                  </a:lnTo>
                  <a:lnTo>
                    <a:pt x="48626" y="47642"/>
                  </a:lnTo>
                  <a:lnTo>
                    <a:pt x="48626" y="25611"/>
                  </a:lnTo>
                  <a:lnTo>
                    <a:pt x="47476" y="16626"/>
                  </a:lnTo>
                  <a:lnTo>
                    <a:pt x="44308" y="9028"/>
                  </a:lnTo>
                  <a:lnTo>
                    <a:pt x="39549" y="3421"/>
                  </a:lnTo>
                  <a:lnTo>
                    <a:pt x="33622" y="408"/>
                  </a:lnTo>
                  <a:lnTo>
                    <a:pt x="31590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9421648" y="8522008"/>
              <a:ext cx="48895" cy="121920"/>
            </a:xfrm>
            <a:custGeom>
              <a:avLst/>
              <a:gdLst/>
              <a:ahLst/>
              <a:cxnLst/>
              <a:rect l="l" t="t" r="r" b="b"/>
              <a:pathLst>
                <a:path w="48895" h="121920">
                  <a:moveTo>
                    <a:pt x="24219" y="0"/>
                  </a:moveTo>
                  <a:lnTo>
                    <a:pt x="18306" y="3013"/>
                  </a:lnTo>
                  <a:lnTo>
                    <a:pt x="13567" y="8620"/>
                  </a:lnTo>
                  <a:lnTo>
                    <a:pt x="10419" y="16217"/>
                  </a:lnTo>
                  <a:lnTo>
                    <a:pt x="9277" y="25203"/>
                  </a:lnTo>
                  <a:lnTo>
                    <a:pt x="9277" y="47234"/>
                  </a:lnTo>
                  <a:lnTo>
                    <a:pt x="0" y="47234"/>
                  </a:lnTo>
                  <a:lnTo>
                    <a:pt x="0" y="121912"/>
                  </a:lnTo>
                  <a:lnTo>
                    <a:pt x="48448" y="121912"/>
                  </a:lnTo>
                  <a:lnTo>
                    <a:pt x="48448" y="47234"/>
                  </a:lnTo>
                  <a:lnTo>
                    <a:pt x="39223" y="47234"/>
                  </a:lnTo>
                  <a:lnTo>
                    <a:pt x="39223" y="25203"/>
                  </a:lnTo>
                  <a:lnTo>
                    <a:pt x="38073" y="16217"/>
                  </a:lnTo>
                  <a:lnTo>
                    <a:pt x="34906" y="8620"/>
                  </a:lnTo>
                  <a:lnTo>
                    <a:pt x="30146" y="3013"/>
                  </a:lnTo>
                  <a:lnTo>
                    <a:pt x="24219" y="0"/>
                  </a:lnTo>
                  <a:close/>
                </a:path>
              </a:pathLst>
            </a:custGeom>
            <a:solidFill>
              <a:srgbClr val="82CF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9412250" y="8690454"/>
              <a:ext cx="58419" cy="46355"/>
            </a:xfrm>
            <a:custGeom>
              <a:avLst/>
              <a:gdLst/>
              <a:ahLst/>
              <a:cxnLst/>
              <a:rect l="l" t="t" r="r" b="b"/>
              <a:pathLst>
                <a:path w="58420" h="46354">
                  <a:moveTo>
                    <a:pt x="57851" y="0"/>
                  </a:moveTo>
                  <a:lnTo>
                    <a:pt x="9224" y="0"/>
                  </a:lnTo>
                  <a:lnTo>
                    <a:pt x="0" y="0"/>
                  </a:lnTo>
                  <a:lnTo>
                    <a:pt x="0" y="45820"/>
                  </a:lnTo>
                  <a:lnTo>
                    <a:pt x="57851" y="45820"/>
                  </a:lnTo>
                  <a:lnTo>
                    <a:pt x="57851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9421641" y="8690454"/>
              <a:ext cx="48895" cy="46355"/>
            </a:xfrm>
            <a:custGeom>
              <a:avLst/>
              <a:gdLst/>
              <a:ahLst/>
              <a:cxnLst/>
              <a:rect l="l" t="t" r="r" b="b"/>
              <a:pathLst>
                <a:path w="48895" h="46354">
                  <a:moveTo>
                    <a:pt x="48459" y="0"/>
                  </a:moveTo>
                  <a:lnTo>
                    <a:pt x="9287" y="0"/>
                  </a:lnTo>
                  <a:lnTo>
                    <a:pt x="0" y="0"/>
                  </a:lnTo>
                  <a:lnTo>
                    <a:pt x="0" y="45820"/>
                  </a:lnTo>
                  <a:lnTo>
                    <a:pt x="48459" y="45820"/>
                  </a:lnTo>
                  <a:lnTo>
                    <a:pt x="48459" y="0"/>
                  </a:lnTo>
                  <a:close/>
                </a:path>
              </a:pathLst>
            </a:custGeom>
            <a:solidFill>
              <a:srgbClr val="82CF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9314649" y="8522917"/>
              <a:ext cx="48895" cy="122555"/>
            </a:xfrm>
            <a:custGeom>
              <a:avLst/>
              <a:gdLst/>
              <a:ahLst/>
              <a:cxnLst/>
              <a:rect l="l" t="t" r="r" b="b"/>
              <a:pathLst>
                <a:path w="48895" h="122554">
                  <a:moveTo>
                    <a:pt x="26449" y="0"/>
                  </a:moveTo>
                  <a:lnTo>
                    <a:pt x="22805" y="0"/>
                  </a:lnTo>
                  <a:lnTo>
                    <a:pt x="16928" y="2015"/>
                  </a:lnTo>
                  <a:lnTo>
                    <a:pt x="12137" y="7508"/>
                  </a:lnTo>
                  <a:lnTo>
                    <a:pt x="8909" y="15650"/>
                  </a:lnTo>
                  <a:lnTo>
                    <a:pt x="7727" y="25611"/>
                  </a:lnTo>
                  <a:lnTo>
                    <a:pt x="7727" y="47642"/>
                  </a:lnTo>
                  <a:lnTo>
                    <a:pt x="0" y="47642"/>
                  </a:lnTo>
                  <a:lnTo>
                    <a:pt x="0" y="122320"/>
                  </a:lnTo>
                  <a:lnTo>
                    <a:pt x="48448" y="122320"/>
                  </a:lnTo>
                  <a:lnTo>
                    <a:pt x="48448" y="47642"/>
                  </a:lnTo>
                  <a:lnTo>
                    <a:pt x="40721" y="47642"/>
                  </a:lnTo>
                  <a:lnTo>
                    <a:pt x="40721" y="25611"/>
                  </a:lnTo>
                  <a:lnTo>
                    <a:pt x="39757" y="16626"/>
                  </a:lnTo>
                  <a:lnTo>
                    <a:pt x="37104" y="9028"/>
                  </a:lnTo>
                  <a:lnTo>
                    <a:pt x="33118" y="3421"/>
                  </a:lnTo>
                  <a:lnTo>
                    <a:pt x="28156" y="408"/>
                  </a:lnTo>
                  <a:lnTo>
                    <a:pt x="26449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9322513" y="8523325"/>
              <a:ext cx="40640" cy="121920"/>
            </a:xfrm>
            <a:custGeom>
              <a:avLst/>
              <a:gdLst/>
              <a:ahLst/>
              <a:cxnLst/>
              <a:rect l="l" t="t" r="r" b="b"/>
              <a:pathLst>
                <a:path w="40640" h="121920">
                  <a:moveTo>
                    <a:pt x="20292" y="0"/>
                  </a:moveTo>
                  <a:lnTo>
                    <a:pt x="15338" y="3013"/>
                  </a:lnTo>
                  <a:lnTo>
                    <a:pt x="11370" y="8620"/>
                  </a:lnTo>
                  <a:lnTo>
                    <a:pt x="8735" y="16217"/>
                  </a:lnTo>
                  <a:lnTo>
                    <a:pt x="7779" y="25203"/>
                  </a:lnTo>
                  <a:lnTo>
                    <a:pt x="7779" y="47234"/>
                  </a:lnTo>
                  <a:lnTo>
                    <a:pt x="0" y="47234"/>
                  </a:lnTo>
                  <a:lnTo>
                    <a:pt x="0" y="121912"/>
                  </a:lnTo>
                  <a:lnTo>
                    <a:pt x="40585" y="121912"/>
                  </a:lnTo>
                  <a:lnTo>
                    <a:pt x="40585" y="47234"/>
                  </a:lnTo>
                  <a:lnTo>
                    <a:pt x="32857" y="47234"/>
                  </a:lnTo>
                  <a:lnTo>
                    <a:pt x="32857" y="25203"/>
                  </a:lnTo>
                  <a:lnTo>
                    <a:pt x="31894" y="16217"/>
                  </a:lnTo>
                  <a:lnTo>
                    <a:pt x="29241" y="8620"/>
                  </a:lnTo>
                  <a:lnTo>
                    <a:pt x="25255" y="3013"/>
                  </a:lnTo>
                  <a:lnTo>
                    <a:pt x="20292" y="0"/>
                  </a:lnTo>
                  <a:close/>
                </a:path>
              </a:pathLst>
            </a:custGeom>
            <a:solidFill>
              <a:srgbClr val="82CF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9314646" y="8691772"/>
              <a:ext cx="48895" cy="46355"/>
            </a:xfrm>
            <a:custGeom>
              <a:avLst/>
              <a:gdLst/>
              <a:ahLst/>
              <a:cxnLst/>
              <a:rect l="l" t="t" r="r" b="b"/>
              <a:pathLst>
                <a:path w="48895" h="46354">
                  <a:moveTo>
                    <a:pt x="48448" y="0"/>
                  </a:moveTo>
                  <a:lnTo>
                    <a:pt x="7727" y="0"/>
                  </a:lnTo>
                  <a:lnTo>
                    <a:pt x="0" y="0"/>
                  </a:lnTo>
                  <a:lnTo>
                    <a:pt x="0" y="45820"/>
                  </a:lnTo>
                  <a:lnTo>
                    <a:pt x="48448" y="45820"/>
                  </a:lnTo>
                  <a:lnTo>
                    <a:pt x="48448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9322521" y="8691772"/>
              <a:ext cx="40640" cy="46355"/>
            </a:xfrm>
            <a:custGeom>
              <a:avLst/>
              <a:gdLst/>
              <a:ahLst/>
              <a:cxnLst/>
              <a:rect l="l" t="t" r="r" b="b"/>
              <a:pathLst>
                <a:path w="40640" h="46354">
                  <a:moveTo>
                    <a:pt x="40574" y="0"/>
                  </a:moveTo>
                  <a:lnTo>
                    <a:pt x="7769" y="0"/>
                  </a:lnTo>
                  <a:lnTo>
                    <a:pt x="0" y="0"/>
                  </a:lnTo>
                  <a:lnTo>
                    <a:pt x="0" y="45820"/>
                  </a:lnTo>
                  <a:lnTo>
                    <a:pt x="40574" y="45820"/>
                  </a:lnTo>
                  <a:lnTo>
                    <a:pt x="40574" y="0"/>
                  </a:lnTo>
                  <a:close/>
                </a:path>
              </a:pathLst>
            </a:custGeom>
            <a:solidFill>
              <a:srgbClr val="82CF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9252712" y="8407622"/>
              <a:ext cx="302260" cy="346075"/>
            </a:xfrm>
            <a:custGeom>
              <a:avLst/>
              <a:gdLst/>
              <a:ahLst/>
              <a:cxnLst/>
              <a:rect l="l" t="t" r="r" b="b"/>
              <a:pathLst>
                <a:path w="302259" h="346075">
                  <a:moveTo>
                    <a:pt x="296786" y="0"/>
                  </a:moveTo>
                  <a:lnTo>
                    <a:pt x="9588" y="0"/>
                  </a:lnTo>
                  <a:lnTo>
                    <a:pt x="9588" y="18719"/>
                  </a:lnTo>
                  <a:lnTo>
                    <a:pt x="296786" y="18719"/>
                  </a:lnTo>
                  <a:lnTo>
                    <a:pt x="296786" y="0"/>
                  </a:lnTo>
                  <a:close/>
                </a:path>
                <a:path w="302259" h="346075">
                  <a:moveTo>
                    <a:pt x="301866" y="325069"/>
                  </a:moveTo>
                  <a:lnTo>
                    <a:pt x="0" y="325069"/>
                  </a:lnTo>
                  <a:lnTo>
                    <a:pt x="0" y="345909"/>
                  </a:lnTo>
                  <a:lnTo>
                    <a:pt x="301866" y="345909"/>
                  </a:lnTo>
                  <a:lnTo>
                    <a:pt x="301866" y="325069"/>
                  </a:lnTo>
                  <a:close/>
                </a:path>
              </a:pathLst>
            </a:custGeom>
            <a:solidFill>
              <a:srgbClr val="FFEC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9549520" y="8407618"/>
              <a:ext cx="293370" cy="19050"/>
            </a:xfrm>
            <a:custGeom>
              <a:avLst/>
              <a:gdLst/>
              <a:ahLst/>
              <a:cxnLst/>
              <a:rect l="l" t="t" r="r" b="b"/>
              <a:pathLst>
                <a:path w="293370" h="19050">
                  <a:moveTo>
                    <a:pt x="0" y="18721"/>
                  </a:moveTo>
                  <a:lnTo>
                    <a:pt x="293017" y="18721"/>
                  </a:lnTo>
                  <a:lnTo>
                    <a:pt x="293017" y="0"/>
                  </a:lnTo>
                  <a:lnTo>
                    <a:pt x="0" y="0"/>
                  </a:lnTo>
                  <a:lnTo>
                    <a:pt x="0" y="18721"/>
                  </a:lnTo>
                  <a:close/>
                </a:path>
              </a:pathLst>
            </a:custGeom>
            <a:solidFill>
              <a:srgbClr val="81D3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9909518" y="8592915"/>
              <a:ext cx="119380" cy="519430"/>
            </a:xfrm>
            <a:custGeom>
              <a:avLst/>
              <a:gdLst/>
              <a:ahLst/>
              <a:cxnLst/>
              <a:rect l="l" t="t" r="r" b="b"/>
              <a:pathLst>
                <a:path w="119379" h="519429">
                  <a:moveTo>
                    <a:pt x="119176" y="0"/>
                  </a:moveTo>
                  <a:lnTo>
                    <a:pt x="0" y="0"/>
                  </a:lnTo>
                  <a:lnTo>
                    <a:pt x="0" y="160705"/>
                  </a:lnTo>
                  <a:lnTo>
                    <a:pt x="0" y="518972"/>
                  </a:lnTo>
                  <a:lnTo>
                    <a:pt x="119176" y="518972"/>
                  </a:lnTo>
                  <a:lnTo>
                    <a:pt x="119176" y="160705"/>
                  </a:lnTo>
                  <a:lnTo>
                    <a:pt x="119176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9554515" y="8753618"/>
              <a:ext cx="365125" cy="558165"/>
            </a:xfrm>
            <a:custGeom>
              <a:avLst/>
              <a:gdLst/>
              <a:ahLst/>
              <a:cxnLst/>
              <a:rect l="l" t="t" r="r" b="b"/>
              <a:pathLst>
                <a:path w="365125" h="558165">
                  <a:moveTo>
                    <a:pt x="364931" y="0"/>
                  </a:moveTo>
                  <a:lnTo>
                    <a:pt x="0" y="0"/>
                  </a:lnTo>
                  <a:lnTo>
                    <a:pt x="0" y="558098"/>
                  </a:lnTo>
                  <a:lnTo>
                    <a:pt x="364931" y="558098"/>
                  </a:lnTo>
                  <a:lnTo>
                    <a:pt x="364931" y="0"/>
                  </a:lnTo>
                  <a:close/>
                </a:path>
              </a:pathLst>
            </a:custGeom>
            <a:solidFill>
              <a:srgbClr val="9DDC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9554567" y="8732686"/>
              <a:ext cx="365125" cy="20955"/>
            </a:xfrm>
            <a:custGeom>
              <a:avLst/>
              <a:gdLst/>
              <a:ahLst/>
              <a:cxnLst/>
              <a:rect l="l" t="t" r="r" b="b"/>
              <a:pathLst>
                <a:path w="365125" h="20954">
                  <a:moveTo>
                    <a:pt x="364868" y="0"/>
                  </a:moveTo>
                  <a:lnTo>
                    <a:pt x="0" y="0"/>
                  </a:lnTo>
                  <a:lnTo>
                    <a:pt x="0" y="20837"/>
                  </a:lnTo>
                  <a:lnTo>
                    <a:pt x="364868" y="20837"/>
                  </a:lnTo>
                  <a:lnTo>
                    <a:pt x="364868" y="0"/>
                  </a:lnTo>
                  <a:close/>
                </a:path>
              </a:pathLst>
            </a:custGeom>
            <a:solidFill>
              <a:srgbClr val="81D3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9537675" y="8426341"/>
              <a:ext cx="382270" cy="306705"/>
            </a:xfrm>
            <a:custGeom>
              <a:avLst/>
              <a:gdLst/>
              <a:ahLst/>
              <a:cxnLst/>
              <a:rect l="l" t="t" r="r" b="b"/>
              <a:pathLst>
                <a:path w="382270" h="306704">
                  <a:moveTo>
                    <a:pt x="381762" y="0"/>
                  </a:moveTo>
                  <a:lnTo>
                    <a:pt x="0" y="0"/>
                  </a:lnTo>
                  <a:lnTo>
                    <a:pt x="0" y="166573"/>
                  </a:lnTo>
                  <a:lnTo>
                    <a:pt x="0" y="306349"/>
                  </a:lnTo>
                  <a:lnTo>
                    <a:pt x="381762" y="306349"/>
                  </a:lnTo>
                  <a:lnTo>
                    <a:pt x="381762" y="166573"/>
                  </a:lnTo>
                  <a:lnTo>
                    <a:pt x="381762" y="0"/>
                  </a:lnTo>
                  <a:close/>
                </a:path>
              </a:pathLst>
            </a:custGeom>
            <a:solidFill>
              <a:srgbClr val="9DDC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9609214" y="8504827"/>
              <a:ext cx="233679" cy="65405"/>
            </a:xfrm>
            <a:custGeom>
              <a:avLst/>
              <a:gdLst/>
              <a:ahLst/>
              <a:cxnLst/>
              <a:rect l="l" t="t" r="r" b="b"/>
              <a:pathLst>
                <a:path w="233679" h="65404">
                  <a:moveTo>
                    <a:pt x="93421" y="0"/>
                  </a:moveTo>
                  <a:lnTo>
                    <a:pt x="0" y="0"/>
                  </a:lnTo>
                  <a:lnTo>
                    <a:pt x="0" y="63893"/>
                  </a:lnTo>
                  <a:lnTo>
                    <a:pt x="93421" y="63893"/>
                  </a:lnTo>
                  <a:lnTo>
                    <a:pt x="93421" y="0"/>
                  </a:lnTo>
                  <a:close/>
                </a:path>
                <a:path w="233679" h="65404">
                  <a:moveTo>
                    <a:pt x="233311" y="927"/>
                  </a:moveTo>
                  <a:lnTo>
                    <a:pt x="148666" y="927"/>
                  </a:lnTo>
                  <a:lnTo>
                    <a:pt x="148666" y="64820"/>
                  </a:lnTo>
                  <a:lnTo>
                    <a:pt x="233311" y="64820"/>
                  </a:lnTo>
                  <a:lnTo>
                    <a:pt x="233311" y="927"/>
                  </a:lnTo>
                  <a:close/>
                </a:path>
              </a:pathLst>
            </a:custGeom>
            <a:solidFill>
              <a:srgbClr val="81D3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9609201" y="8521109"/>
              <a:ext cx="242570" cy="791210"/>
            </a:xfrm>
            <a:custGeom>
              <a:avLst/>
              <a:gdLst/>
              <a:ahLst/>
              <a:cxnLst/>
              <a:rect l="l" t="t" r="r" b="b"/>
              <a:pathLst>
                <a:path w="242570" h="791209">
                  <a:moveTo>
                    <a:pt x="93421" y="47612"/>
                  </a:moveTo>
                  <a:lnTo>
                    <a:pt x="78511" y="47612"/>
                  </a:lnTo>
                  <a:lnTo>
                    <a:pt x="78511" y="25615"/>
                  </a:lnTo>
                  <a:lnTo>
                    <a:pt x="76225" y="15646"/>
                  </a:lnTo>
                  <a:lnTo>
                    <a:pt x="69989" y="7505"/>
                  </a:lnTo>
                  <a:lnTo>
                    <a:pt x="60744" y="2006"/>
                  </a:lnTo>
                  <a:lnTo>
                    <a:pt x="49403" y="0"/>
                  </a:lnTo>
                  <a:lnTo>
                    <a:pt x="44018" y="0"/>
                  </a:lnTo>
                  <a:lnTo>
                    <a:pt x="32689" y="2006"/>
                  </a:lnTo>
                  <a:lnTo>
                    <a:pt x="23431" y="7505"/>
                  </a:lnTo>
                  <a:lnTo>
                    <a:pt x="17195" y="15646"/>
                  </a:lnTo>
                  <a:lnTo>
                    <a:pt x="14909" y="25615"/>
                  </a:lnTo>
                  <a:lnTo>
                    <a:pt x="14909" y="47612"/>
                  </a:lnTo>
                  <a:lnTo>
                    <a:pt x="0" y="47612"/>
                  </a:lnTo>
                  <a:lnTo>
                    <a:pt x="0" y="122288"/>
                  </a:lnTo>
                  <a:lnTo>
                    <a:pt x="93421" y="122288"/>
                  </a:lnTo>
                  <a:lnTo>
                    <a:pt x="93421" y="47612"/>
                  </a:lnTo>
                  <a:close/>
                </a:path>
                <a:path w="242570" h="791209">
                  <a:moveTo>
                    <a:pt x="93433" y="169011"/>
                  </a:moveTo>
                  <a:lnTo>
                    <a:pt x="12" y="169011"/>
                  </a:lnTo>
                  <a:lnTo>
                    <a:pt x="12" y="211582"/>
                  </a:lnTo>
                  <a:lnTo>
                    <a:pt x="93433" y="211582"/>
                  </a:lnTo>
                  <a:lnTo>
                    <a:pt x="93433" y="169011"/>
                  </a:lnTo>
                  <a:close/>
                </a:path>
                <a:path w="242570" h="791209">
                  <a:moveTo>
                    <a:pt x="242100" y="410781"/>
                  </a:moveTo>
                  <a:lnTo>
                    <a:pt x="234797" y="361848"/>
                  </a:lnTo>
                  <a:lnTo>
                    <a:pt x="218744" y="319443"/>
                  </a:lnTo>
                  <a:lnTo>
                    <a:pt x="202692" y="289598"/>
                  </a:lnTo>
                  <a:lnTo>
                    <a:pt x="195389" y="278307"/>
                  </a:lnTo>
                  <a:lnTo>
                    <a:pt x="168389" y="315264"/>
                  </a:lnTo>
                  <a:lnTo>
                    <a:pt x="154520" y="341388"/>
                  </a:lnTo>
                  <a:lnTo>
                    <a:pt x="149402" y="369087"/>
                  </a:lnTo>
                  <a:lnTo>
                    <a:pt x="148678" y="410781"/>
                  </a:lnTo>
                  <a:lnTo>
                    <a:pt x="148678" y="790613"/>
                  </a:lnTo>
                  <a:lnTo>
                    <a:pt x="242100" y="790613"/>
                  </a:lnTo>
                  <a:lnTo>
                    <a:pt x="242100" y="410781"/>
                  </a:lnTo>
                  <a:close/>
                </a:path>
                <a:path w="242570" h="791209">
                  <a:moveTo>
                    <a:pt x="242100" y="169011"/>
                  </a:moveTo>
                  <a:lnTo>
                    <a:pt x="148678" y="169011"/>
                  </a:lnTo>
                  <a:lnTo>
                    <a:pt x="148678" y="211582"/>
                  </a:lnTo>
                  <a:lnTo>
                    <a:pt x="242100" y="211582"/>
                  </a:lnTo>
                  <a:lnTo>
                    <a:pt x="242100" y="169011"/>
                  </a:lnTo>
                  <a:close/>
                </a:path>
                <a:path w="242570" h="791209">
                  <a:moveTo>
                    <a:pt x="242100" y="47612"/>
                  </a:moveTo>
                  <a:lnTo>
                    <a:pt x="227190" y="47612"/>
                  </a:lnTo>
                  <a:lnTo>
                    <a:pt x="227190" y="25615"/>
                  </a:lnTo>
                  <a:lnTo>
                    <a:pt x="224904" y="15646"/>
                  </a:lnTo>
                  <a:lnTo>
                    <a:pt x="218668" y="7505"/>
                  </a:lnTo>
                  <a:lnTo>
                    <a:pt x="209410" y="2006"/>
                  </a:lnTo>
                  <a:lnTo>
                    <a:pt x="198081" y="0"/>
                  </a:lnTo>
                  <a:lnTo>
                    <a:pt x="192684" y="0"/>
                  </a:lnTo>
                  <a:lnTo>
                    <a:pt x="181356" y="2006"/>
                  </a:lnTo>
                  <a:lnTo>
                    <a:pt x="172110" y="7505"/>
                  </a:lnTo>
                  <a:lnTo>
                    <a:pt x="165874" y="15646"/>
                  </a:lnTo>
                  <a:lnTo>
                    <a:pt x="163588" y="25615"/>
                  </a:lnTo>
                  <a:lnTo>
                    <a:pt x="163588" y="47612"/>
                  </a:lnTo>
                  <a:lnTo>
                    <a:pt x="148678" y="47612"/>
                  </a:lnTo>
                  <a:lnTo>
                    <a:pt x="148678" y="122288"/>
                  </a:lnTo>
                  <a:lnTo>
                    <a:pt x="242100" y="122288"/>
                  </a:lnTo>
                  <a:lnTo>
                    <a:pt x="242100" y="47612"/>
                  </a:lnTo>
                  <a:close/>
                </a:path>
              </a:pathLst>
            </a:custGeom>
            <a:solidFill>
              <a:srgbClr val="F4C7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9609214" y="8965342"/>
              <a:ext cx="242570" cy="44450"/>
            </a:xfrm>
            <a:custGeom>
              <a:avLst/>
              <a:gdLst/>
              <a:ahLst/>
              <a:cxnLst/>
              <a:rect l="l" t="t" r="r" b="b"/>
              <a:pathLst>
                <a:path w="242570" h="44450">
                  <a:moveTo>
                    <a:pt x="93421" y="0"/>
                  </a:moveTo>
                  <a:lnTo>
                    <a:pt x="0" y="0"/>
                  </a:lnTo>
                  <a:lnTo>
                    <a:pt x="0" y="43954"/>
                  </a:lnTo>
                  <a:lnTo>
                    <a:pt x="93421" y="43954"/>
                  </a:lnTo>
                  <a:lnTo>
                    <a:pt x="93421" y="0"/>
                  </a:lnTo>
                  <a:close/>
                </a:path>
                <a:path w="242570" h="44450">
                  <a:moveTo>
                    <a:pt x="242087" y="0"/>
                  </a:moveTo>
                  <a:lnTo>
                    <a:pt x="148666" y="0"/>
                  </a:lnTo>
                  <a:lnTo>
                    <a:pt x="148666" y="43954"/>
                  </a:lnTo>
                  <a:lnTo>
                    <a:pt x="242087" y="43954"/>
                  </a:lnTo>
                  <a:lnTo>
                    <a:pt x="242087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9609211" y="8799407"/>
              <a:ext cx="93980" cy="512445"/>
            </a:xfrm>
            <a:custGeom>
              <a:avLst/>
              <a:gdLst/>
              <a:ahLst/>
              <a:cxnLst/>
              <a:rect l="l" t="t" r="r" b="b"/>
              <a:pathLst>
                <a:path w="93979" h="512445">
                  <a:moveTo>
                    <a:pt x="46710" y="0"/>
                  </a:moveTo>
                  <a:lnTo>
                    <a:pt x="19706" y="36961"/>
                  </a:lnTo>
                  <a:lnTo>
                    <a:pt x="5838" y="63081"/>
                  </a:lnTo>
                  <a:lnTo>
                    <a:pt x="729" y="90780"/>
                  </a:lnTo>
                  <a:lnTo>
                    <a:pt x="0" y="132477"/>
                  </a:lnTo>
                  <a:lnTo>
                    <a:pt x="0" y="512309"/>
                  </a:lnTo>
                  <a:lnTo>
                    <a:pt x="93421" y="512309"/>
                  </a:lnTo>
                  <a:lnTo>
                    <a:pt x="93421" y="132477"/>
                  </a:lnTo>
                  <a:lnTo>
                    <a:pt x="86122" y="83541"/>
                  </a:lnTo>
                  <a:lnTo>
                    <a:pt x="70065" y="41140"/>
                  </a:lnTo>
                  <a:lnTo>
                    <a:pt x="54009" y="11287"/>
                  </a:lnTo>
                  <a:lnTo>
                    <a:pt x="46710" y="0"/>
                  </a:lnTo>
                  <a:close/>
                </a:path>
              </a:pathLst>
            </a:custGeom>
            <a:solidFill>
              <a:srgbClr val="F4C7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9609214" y="8965339"/>
              <a:ext cx="93980" cy="44450"/>
            </a:xfrm>
            <a:custGeom>
              <a:avLst/>
              <a:gdLst/>
              <a:ahLst/>
              <a:cxnLst/>
              <a:rect l="l" t="t" r="r" b="b"/>
              <a:pathLst>
                <a:path w="93979" h="44450">
                  <a:moveTo>
                    <a:pt x="93421" y="0"/>
                  </a:moveTo>
                  <a:lnTo>
                    <a:pt x="0" y="0"/>
                  </a:lnTo>
                  <a:lnTo>
                    <a:pt x="0" y="43956"/>
                  </a:lnTo>
                  <a:lnTo>
                    <a:pt x="93421" y="43956"/>
                  </a:lnTo>
                  <a:lnTo>
                    <a:pt x="93421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9486988" y="9105492"/>
              <a:ext cx="542290" cy="206375"/>
            </a:xfrm>
            <a:custGeom>
              <a:avLst/>
              <a:gdLst/>
              <a:ahLst/>
              <a:cxnLst/>
              <a:rect l="l" t="t" r="r" b="b"/>
              <a:pathLst>
                <a:path w="542290" h="206375">
                  <a:moveTo>
                    <a:pt x="541700" y="0"/>
                  </a:moveTo>
                  <a:lnTo>
                    <a:pt x="0" y="0"/>
                  </a:lnTo>
                  <a:lnTo>
                    <a:pt x="0" y="206224"/>
                  </a:lnTo>
                  <a:lnTo>
                    <a:pt x="541700" y="206224"/>
                  </a:lnTo>
                  <a:lnTo>
                    <a:pt x="541700" y="0"/>
                  </a:lnTo>
                  <a:close/>
                </a:path>
              </a:pathLst>
            </a:custGeom>
            <a:solidFill>
              <a:srgbClr val="9DDC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9152171" y="9105492"/>
              <a:ext cx="335280" cy="206375"/>
            </a:xfrm>
            <a:custGeom>
              <a:avLst/>
              <a:gdLst/>
              <a:ahLst/>
              <a:cxnLst/>
              <a:rect l="l" t="t" r="r" b="b"/>
              <a:pathLst>
                <a:path w="335279" h="206375">
                  <a:moveTo>
                    <a:pt x="334817" y="0"/>
                  </a:moveTo>
                  <a:lnTo>
                    <a:pt x="0" y="0"/>
                  </a:lnTo>
                  <a:lnTo>
                    <a:pt x="0" y="206224"/>
                  </a:lnTo>
                  <a:lnTo>
                    <a:pt x="334817" y="206224"/>
                  </a:lnTo>
                  <a:lnTo>
                    <a:pt x="334817" y="0"/>
                  </a:lnTo>
                  <a:close/>
                </a:path>
              </a:pathLst>
            </a:custGeom>
            <a:solidFill>
              <a:srgbClr val="FFEC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9214561" y="9165507"/>
              <a:ext cx="236220" cy="146685"/>
            </a:xfrm>
            <a:custGeom>
              <a:avLst/>
              <a:gdLst/>
              <a:ahLst/>
              <a:cxnLst/>
              <a:rect l="l" t="t" r="r" b="b"/>
              <a:pathLst>
                <a:path w="236220" h="146684">
                  <a:moveTo>
                    <a:pt x="235699" y="101244"/>
                  </a:moveTo>
                  <a:lnTo>
                    <a:pt x="185648" y="101244"/>
                  </a:lnTo>
                  <a:lnTo>
                    <a:pt x="185648" y="58496"/>
                  </a:lnTo>
                  <a:lnTo>
                    <a:pt x="160616" y="58496"/>
                  </a:lnTo>
                  <a:lnTo>
                    <a:pt x="160616" y="29248"/>
                  </a:lnTo>
                  <a:lnTo>
                    <a:pt x="135585" y="29248"/>
                  </a:lnTo>
                  <a:lnTo>
                    <a:pt x="135585" y="0"/>
                  </a:lnTo>
                  <a:lnTo>
                    <a:pt x="0" y="0"/>
                  </a:lnTo>
                  <a:lnTo>
                    <a:pt x="0" y="29248"/>
                  </a:lnTo>
                  <a:lnTo>
                    <a:pt x="25031" y="29248"/>
                  </a:lnTo>
                  <a:lnTo>
                    <a:pt x="25031" y="58496"/>
                  </a:lnTo>
                  <a:lnTo>
                    <a:pt x="50063" y="58496"/>
                  </a:lnTo>
                  <a:lnTo>
                    <a:pt x="50063" y="101257"/>
                  </a:lnTo>
                  <a:lnTo>
                    <a:pt x="100114" y="101257"/>
                  </a:lnTo>
                  <a:lnTo>
                    <a:pt x="100114" y="146215"/>
                  </a:lnTo>
                  <a:lnTo>
                    <a:pt x="235699" y="146215"/>
                  </a:lnTo>
                  <a:lnTo>
                    <a:pt x="235699" y="101244"/>
                  </a:lnTo>
                  <a:close/>
                </a:path>
              </a:pathLst>
            </a:custGeom>
            <a:solidFill>
              <a:srgbClr val="9DDC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9842537" y="8122244"/>
              <a:ext cx="1286510" cy="471170"/>
            </a:xfrm>
            <a:custGeom>
              <a:avLst/>
              <a:gdLst/>
              <a:ahLst/>
              <a:cxnLst/>
              <a:rect l="l" t="t" r="r" b="b"/>
              <a:pathLst>
                <a:path w="1286509" h="471170">
                  <a:moveTo>
                    <a:pt x="1286243" y="0"/>
                  </a:moveTo>
                  <a:lnTo>
                    <a:pt x="0" y="0"/>
                  </a:lnTo>
                  <a:lnTo>
                    <a:pt x="0" y="470666"/>
                  </a:lnTo>
                  <a:lnTo>
                    <a:pt x="1286243" y="470666"/>
                  </a:lnTo>
                  <a:lnTo>
                    <a:pt x="128624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10864761" y="8225948"/>
              <a:ext cx="158115" cy="231140"/>
            </a:xfrm>
            <a:custGeom>
              <a:avLst/>
              <a:gdLst/>
              <a:ahLst/>
              <a:cxnLst/>
              <a:rect l="l" t="t" r="r" b="b"/>
              <a:pathLst>
                <a:path w="158115" h="231140">
                  <a:moveTo>
                    <a:pt x="46850" y="141147"/>
                  </a:moveTo>
                  <a:lnTo>
                    <a:pt x="0" y="141147"/>
                  </a:lnTo>
                  <a:lnTo>
                    <a:pt x="0" y="230873"/>
                  </a:lnTo>
                  <a:lnTo>
                    <a:pt x="46850" y="230873"/>
                  </a:lnTo>
                  <a:lnTo>
                    <a:pt x="46850" y="141147"/>
                  </a:lnTo>
                  <a:close/>
                </a:path>
                <a:path w="158115" h="231140">
                  <a:moveTo>
                    <a:pt x="47409" y="0"/>
                  </a:moveTo>
                  <a:lnTo>
                    <a:pt x="558" y="0"/>
                  </a:lnTo>
                  <a:lnTo>
                    <a:pt x="558" y="89725"/>
                  </a:lnTo>
                  <a:lnTo>
                    <a:pt x="47409" y="89725"/>
                  </a:lnTo>
                  <a:lnTo>
                    <a:pt x="47409" y="0"/>
                  </a:lnTo>
                  <a:close/>
                </a:path>
                <a:path w="158115" h="231140">
                  <a:moveTo>
                    <a:pt x="156972" y="141147"/>
                  </a:moveTo>
                  <a:lnTo>
                    <a:pt x="110121" y="141147"/>
                  </a:lnTo>
                  <a:lnTo>
                    <a:pt x="110121" y="230873"/>
                  </a:lnTo>
                  <a:lnTo>
                    <a:pt x="156972" y="230873"/>
                  </a:lnTo>
                  <a:lnTo>
                    <a:pt x="156972" y="141147"/>
                  </a:lnTo>
                  <a:close/>
                </a:path>
                <a:path w="158115" h="231140">
                  <a:moveTo>
                    <a:pt x="157530" y="0"/>
                  </a:moveTo>
                  <a:lnTo>
                    <a:pt x="110680" y="0"/>
                  </a:lnTo>
                  <a:lnTo>
                    <a:pt x="110680" y="89725"/>
                  </a:lnTo>
                  <a:lnTo>
                    <a:pt x="157530" y="89725"/>
                  </a:lnTo>
                  <a:lnTo>
                    <a:pt x="157530" y="0"/>
                  </a:lnTo>
                  <a:close/>
                </a:path>
              </a:pathLst>
            </a:custGeom>
            <a:solidFill>
              <a:srgbClr val="F4C7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9842537" y="8320710"/>
              <a:ext cx="232410" cy="272415"/>
            </a:xfrm>
            <a:custGeom>
              <a:avLst/>
              <a:gdLst/>
              <a:ahLst/>
              <a:cxnLst/>
              <a:rect l="l" t="t" r="r" b="b"/>
              <a:pathLst>
                <a:path w="232409" h="272415">
                  <a:moveTo>
                    <a:pt x="232024" y="0"/>
                  </a:moveTo>
                  <a:lnTo>
                    <a:pt x="0" y="0"/>
                  </a:lnTo>
                  <a:lnTo>
                    <a:pt x="0" y="272201"/>
                  </a:lnTo>
                  <a:lnTo>
                    <a:pt x="232024" y="272201"/>
                  </a:lnTo>
                  <a:lnTo>
                    <a:pt x="232024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9976561" y="8225948"/>
              <a:ext cx="725170" cy="95250"/>
            </a:xfrm>
            <a:custGeom>
              <a:avLst/>
              <a:gdLst/>
              <a:ahLst/>
              <a:cxnLst/>
              <a:rect l="l" t="t" r="r" b="b"/>
              <a:pathLst>
                <a:path w="725170" h="95250">
                  <a:moveTo>
                    <a:pt x="167106" y="0"/>
                  </a:moveTo>
                  <a:lnTo>
                    <a:pt x="0" y="0"/>
                  </a:lnTo>
                  <a:lnTo>
                    <a:pt x="0" y="94780"/>
                  </a:lnTo>
                  <a:lnTo>
                    <a:pt x="167106" y="94780"/>
                  </a:lnTo>
                  <a:lnTo>
                    <a:pt x="167106" y="0"/>
                  </a:lnTo>
                  <a:close/>
                </a:path>
                <a:path w="725170" h="95250">
                  <a:moveTo>
                    <a:pt x="453504" y="0"/>
                  </a:moveTo>
                  <a:lnTo>
                    <a:pt x="286397" y="0"/>
                  </a:lnTo>
                  <a:lnTo>
                    <a:pt x="286397" y="94780"/>
                  </a:lnTo>
                  <a:lnTo>
                    <a:pt x="453504" y="94780"/>
                  </a:lnTo>
                  <a:lnTo>
                    <a:pt x="453504" y="0"/>
                  </a:lnTo>
                  <a:close/>
                </a:path>
                <a:path w="725170" h="95250">
                  <a:moveTo>
                    <a:pt x="724725" y="0"/>
                  </a:moveTo>
                  <a:lnTo>
                    <a:pt x="557618" y="0"/>
                  </a:lnTo>
                  <a:lnTo>
                    <a:pt x="557618" y="94780"/>
                  </a:lnTo>
                  <a:lnTo>
                    <a:pt x="724725" y="94780"/>
                  </a:lnTo>
                  <a:lnTo>
                    <a:pt x="724725" y="0"/>
                  </a:lnTo>
                  <a:close/>
                </a:path>
              </a:pathLst>
            </a:custGeom>
            <a:solidFill>
              <a:srgbClr val="F4C78E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" name="object 45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0187644" y="8381483"/>
              <a:ext cx="112009" cy="211906"/>
            </a:xfrm>
            <a:prstGeom prst="rect">
              <a:avLst/>
            </a:prstGeom>
          </p:spPr>
        </p:pic>
        <p:pic>
          <p:nvPicPr>
            <p:cNvPr id="46" name="object 46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0374751" y="8381483"/>
              <a:ext cx="112010" cy="211906"/>
            </a:xfrm>
            <a:prstGeom prst="rect">
              <a:avLst/>
            </a:prstGeom>
          </p:spPr>
        </p:pic>
        <p:pic>
          <p:nvPicPr>
            <p:cNvPr id="47" name="object 47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0561861" y="8381483"/>
              <a:ext cx="112008" cy="211906"/>
            </a:xfrm>
            <a:prstGeom prst="rect">
              <a:avLst/>
            </a:prstGeom>
          </p:spPr>
        </p:pic>
        <p:sp>
          <p:nvSpPr>
            <p:cNvPr id="48" name="object 48" descr=""/>
            <p:cNvSpPr/>
            <p:nvPr/>
          </p:nvSpPr>
          <p:spPr>
            <a:xfrm>
              <a:off x="10047871" y="8187696"/>
              <a:ext cx="699770" cy="133350"/>
            </a:xfrm>
            <a:custGeom>
              <a:avLst/>
              <a:gdLst/>
              <a:ahLst/>
              <a:cxnLst/>
              <a:rect l="l" t="t" r="r" b="b"/>
              <a:pathLst>
                <a:path w="699770" h="133350">
                  <a:moveTo>
                    <a:pt x="10198" y="0"/>
                  </a:moveTo>
                  <a:lnTo>
                    <a:pt x="0" y="0"/>
                  </a:lnTo>
                  <a:lnTo>
                    <a:pt x="0" y="133032"/>
                  </a:lnTo>
                  <a:lnTo>
                    <a:pt x="10198" y="133032"/>
                  </a:lnTo>
                  <a:lnTo>
                    <a:pt x="10198" y="0"/>
                  </a:lnTo>
                  <a:close/>
                </a:path>
                <a:path w="699770" h="133350">
                  <a:moveTo>
                    <a:pt x="699160" y="0"/>
                  </a:moveTo>
                  <a:lnTo>
                    <a:pt x="688949" y="0"/>
                  </a:lnTo>
                  <a:lnTo>
                    <a:pt x="688949" y="133032"/>
                  </a:lnTo>
                  <a:lnTo>
                    <a:pt x="699160" y="133032"/>
                  </a:lnTo>
                  <a:lnTo>
                    <a:pt x="699160" y="0"/>
                  </a:lnTo>
                  <a:close/>
                </a:path>
              </a:pathLst>
            </a:custGeom>
            <a:solidFill>
              <a:srgbClr val="FADF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9842537" y="8178400"/>
              <a:ext cx="923925" cy="19685"/>
            </a:xfrm>
            <a:custGeom>
              <a:avLst/>
              <a:gdLst/>
              <a:ahLst/>
              <a:cxnLst/>
              <a:rect l="l" t="t" r="r" b="b"/>
              <a:pathLst>
                <a:path w="923925" h="19684">
                  <a:moveTo>
                    <a:pt x="923856" y="0"/>
                  </a:moveTo>
                  <a:lnTo>
                    <a:pt x="0" y="0"/>
                  </a:lnTo>
                  <a:lnTo>
                    <a:pt x="0" y="19423"/>
                  </a:lnTo>
                  <a:lnTo>
                    <a:pt x="923856" y="19423"/>
                  </a:lnTo>
                  <a:lnTo>
                    <a:pt x="923856" y="0"/>
                  </a:lnTo>
                  <a:close/>
                </a:path>
              </a:pathLst>
            </a:custGeom>
            <a:solidFill>
              <a:srgbClr val="9DDC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9842254" y="8178400"/>
              <a:ext cx="278765" cy="19685"/>
            </a:xfrm>
            <a:custGeom>
              <a:avLst/>
              <a:gdLst/>
              <a:ahLst/>
              <a:cxnLst/>
              <a:rect l="l" t="t" r="r" b="b"/>
              <a:pathLst>
                <a:path w="278765" h="19684">
                  <a:moveTo>
                    <a:pt x="278755" y="0"/>
                  </a:moveTo>
                  <a:lnTo>
                    <a:pt x="0" y="0"/>
                  </a:lnTo>
                  <a:lnTo>
                    <a:pt x="0" y="19423"/>
                  </a:lnTo>
                  <a:lnTo>
                    <a:pt x="278755" y="19423"/>
                  </a:lnTo>
                  <a:lnTo>
                    <a:pt x="278755" y="0"/>
                  </a:lnTo>
                  <a:close/>
                </a:path>
              </a:pathLst>
            </a:custGeom>
            <a:solidFill>
              <a:srgbClr val="FADF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9842539" y="8122251"/>
              <a:ext cx="923925" cy="56515"/>
            </a:xfrm>
            <a:custGeom>
              <a:avLst/>
              <a:gdLst/>
              <a:ahLst/>
              <a:cxnLst/>
              <a:rect l="l" t="t" r="r" b="b"/>
              <a:pathLst>
                <a:path w="923925" h="56515">
                  <a:moveTo>
                    <a:pt x="646786" y="0"/>
                  </a:moveTo>
                  <a:lnTo>
                    <a:pt x="0" y="0"/>
                  </a:lnTo>
                  <a:lnTo>
                    <a:pt x="278483" y="56144"/>
                  </a:lnTo>
                  <a:lnTo>
                    <a:pt x="923856" y="56144"/>
                  </a:lnTo>
                  <a:lnTo>
                    <a:pt x="646786" y="0"/>
                  </a:lnTo>
                  <a:close/>
                </a:path>
              </a:pathLst>
            </a:custGeom>
            <a:solidFill>
              <a:srgbClr val="9DDC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9842257" y="8122247"/>
              <a:ext cx="278765" cy="56515"/>
            </a:xfrm>
            <a:custGeom>
              <a:avLst/>
              <a:gdLst/>
              <a:ahLst/>
              <a:cxnLst/>
              <a:rect l="l" t="t" r="r" b="b"/>
              <a:pathLst>
                <a:path w="278765" h="56515">
                  <a:moveTo>
                    <a:pt x="282" y="0"/>
                  </a:moveTo>
                  <a:lnTo>
                    <a:pt x="0" y="56144"/>
                  </a:lnTo>
                  <a:lnTo>
                    <a:pt x="278755" y="56144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FFEC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10773232" y="8320710"/>
              <a:ext cx="73660" cy="217170"/>
            </a:xfrm>
            <a:custGeom>
              <a:avLst/>
              <a:gdLst/>
              <a:ahLst/>
              <a:cxnLst/>
              <a:rect l="l" t="t" r="r" b="b"/>
              <a:pathLst>
                <a:path w="73659" h="217170">
                  <a:moveTo>
                    <a:pt x="0" y="216925"/>
                  </a:moveTo>
                  <a:lnTo>
                    <a:pt x="73537" y="216925"/>
                  </a:lnTo>
                  <a:lnTo>
                    <a:pt x="73537" y="0"/>
                  </a:lnTo>
                  <a:lnTo>
                    <a:pt x="0" y="0"/>
                  </a:lnTo>
                  <a:lnTo>
                    <a:pt x="0" y="216925"/>
                  </a:lnTo>
                  <a:close/>
                </a:path>
              </a:pathLst>
            </a:custGeom>
            <a:solidFill>
              <a:srgbClr val="F4C78E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5224005" y="8957773"/>
              <a:ext cx="407034" cy="354330"/>
            </a:xfrm>
            <a:custGeom>
              <a:avLst/>
              <a:gdLst/>
              <a:ahLst/>
              <a:cxnLst/>
              <a:rect l="l" t="t" r="r" b="b"/>
              <a:pathLst>
                <a:path w="407035" h="354329">
                  <a:moveTo>
                    <a:pt x="406463" y="208064"/>
                  </a:moveTo>
                  <a:lnTo>
                    <a:pt x="250710" y="208064"/>
                  </a:lnTo>
                  <a:lnTo>
                    <a:pt x="250710" y="0"/>
                  </a:lnTo>
                  <a:lnTo>
                    <a:pt x="0" y="0"/>
                  </a:lnTo>
                  <a:lnTo>
                    <a:pt x="0" y="208064"/>
                  </a:lnTo>
                  <a:lnTo>
                    <a:pt x="0" y="353961"/>
                  </a:lnTo>
                  <a:lnTo>
                    <a:pt x="250710" y="353961"/>
                  </a:lnTo>
                  <a:lnTo>
                    <a:pt x="406463" y="353961"/>
                  </a:lnTo>
                  <a:lnTo>
                    <a:pt x="406463" y="208064"/>
                  </a:lnTo>
                  <a:close/>
                </a:path>
              </a:pathLst>
            </a:custGeom>
            <a:solidFill>
              <a:srgbClr val="F4C7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9131493" y="8895279"/>
              <a:ext cx="508000" cy="416559"/>
            </a:xfrm>
            <a:custGeom>
              <a:avLst/>
              <a:gdLst/>
              <a:ahLst/>
              <a:cxnLst/>
              <a:rect l="l" t="t" r="r" b="b"/>
              <a:pathLst>
                <a:path w="508000" h="416559">
                  <a:moveTo>
                    <a:pt x="507408" y="0"/>
                  </a:moveTo>
                  <a:lnTo>
                    <a:pt x="0" y="0"/>
                  </a:lnTo>
                  <a:lnTo>
                    <a:pt x="0" y="416448"/>
                  </a:lnTo>
                  <a:lnTo>
                    <a:pt x="39559" y="416448"/>
                  </a:lnTo>
                  <a:lnTo>
                    <a:pt x="39559" y="257845"/>
                  </a:lnTo>
                  <a:lnTo>
                    <a:pt x="42365" y="252411"/>
                  </a:lnTo>
                  <a:lnTo>
                    <a:pt x="46710" y="248767"/>
                  </a:lnTo>
                  <a:lnTo>
                    <a:pt x="43849" y="240583"/>
                  </a:lnTo>
                  <a:lnTo>
                    <a:pt x="41709" y="230449"/>
                  </a:lnTo>
                  <a:lnTo>
                    <a:pt x="40368" y="219870"/>
                  </a:lnTo>
                  <a:lnTo>
                    <a:pt x="39904" y="210349"/>
                  </a:lnTo>
                  <a:lnTo>
                    <a:pt x="42149" y="197894"/>
                  </a:lnTo>
                  <a:lnTo>
                    <a:pt x="47993" y="186851"/>
                  </a:lnTo>
                  <a:lnTo>
                    <a:pt x="56098" y="177338"/>
                  </a:lnTo>
                  <a:lnTo>
                    <a:pt x="65128" y="169471"/>
                  </a:lnTo>
                  <a:lnTo>
                    <a:pt x="74214" y="177303"/>
                  </a:lnTo>
                  <a:lnTo>
                    <a:pt x="82358" y="186820"/>
                  </a:lnTo>
                  <a:lnTo>
                    <a:pt x="88226" y="197882"/>
                  </a:lnTo>
                  <a:lnTo>
                    <a:pt x="90478" y="210349"/>
                  </a:lnTo>
                  <a:lnTo>
                    <a:pt x="90020" y="219870"/>
                  </a:lnTo>
                  <a:lnTo>
                    <a:pt x="88684" y="230449"/>
                  </a:lnTo>
                  <a:lnTo>
                    <a:pt x="86534" y="240583"/>
                  </a:lnTo>
                  <a:lnTo>
                    <a:pt x="83630" y="248767"/>
                  </a:lnTo>
                  <a:lnTo>
                    <a:pt x="88060" y="252411"/>
                  </a:lnTo>
                  <a:lnTo>
                    <a:pt x="90866" y="257845"/>
                  </a:lnTo>
                  <a:lnTo>
                    <a:pt x="90866" y="416448"/>
                  </a:lnTo>
                  <a:lnTo>
                    <a:pt x="156518" y="416448"/>
                  </a:lnTo>
                  <a:lnTo>
                    <a:pt x="156518" y="257845"/>
                  </a:lnTo>
                  <a:lnTo>
                    <a:pt x="159324" y="252411"/>
                  </a:lnTo>
                  <a:lnTo>
                    <a:pt x="163712" y="248767"/>
                  </a:lnTo>
                  <a:lnTo>
                    <a:pt x="160839" y="240583"/>
                  </a:lnTo>
                  <a:lnTo>
                    <a:pt x="158704" y="230449"/>
                  </a:lnTo>
                  <a:lnTo>
                    <a:pt x="157374" y="219870"/>
                  </a:lnTo>
                  <a:lnTo>
                    <a:pt x="156916" y="210349"/>
                  </a:lnTo>
                  <a:lnTo>
                    <a:pt x="159153" y="197894"/>
                  </a:lnTo>
                  <a:lnTo>
                    <a:pt x="164979" y="186851"/>
                  </a:lnTo>
                  <a:lnTo>
                    <a:pt x="173066" y="177338"/>
                  </a:lnTo>
                  <a:lnTo>
                    <a:pt x="182088" y="169471"/>
                  </a:lnTo>
                  <a:lnTo>
                    <a:pt x="191173" y="177303"/>
                  </a:lnTo>
                  <a:lnTo>
                    <a:pt x="199318" y="186820"/>
                  </a:lnTo>
                  <a:lnTo>
                    <a:pt x="205185" y="197882"/>
                  </a:lnTo>
                  <a:lnTo>
                    <a:pt x="207438" y="210349"/>
                  </a:lnTo>
                  <a:lnTo>
                    <a:pt x="206979" y="219870"/>
                  </a:lnTo>
                  <a:lnTo>
                    <a:pt x="205645" y="230449"/>
                  </a:lnTo>
                  <a:lnTo>
                    <a:pt x="203498" y="240583"/>
                  </a:lnTo>
                  <a:lnTo>
                    <a:pt x="200601" y="248767"/>
                  </a:lnTo>
                  <a:lnTo>
                    <a:pt x="205030" y="252411"/>
                  </a:lnTo>
                  <a:lnTo>
                    <a:pt x="207836" y="257845"/>
                  </a:lnTo>
                  <a:lnTo>
                    <a:pt x="207836" y="416448"/>
                  </a:lnTo>
                  <a:lnTo>
                    <a:pt x="273489" y="416448"/>
                  </a:lnTo>
                  <a:lnTo>
                    <a:pt x="273489" y="257845"/>
                  </a:lnTo>
                  <a:lnTo>
                    <a:pt x="276295" y="252411"/>
                  </a:lnTo>
                  <a:lnTo>
                    <a:pt x="280672" y="248767"/>
                  </a:lnTo>
                  <a:lnTo>
                    <a:pt x="277799" y="240583"/>
                  </a:lnTo>
                  <a:lnTo>
                    <a:pt x="275664" y="230449"/>
                  </a:lnTo>
                  <a:lnTo>
                    <a:pt x="274334" y="219870"/>
                  </a:lnTo>
                  <a:lnTo>
                    <a:pt x="273876" y="210349"/>
                  </a:lnTo>
                  <a:lnTo>
                    <a:pt x="276114" y="197894"/>
                  </a:lnTo>
                  <a:lnTo>
                    <a:pt x="281942" y="186851"/>
                  </a:lnTo>
                  <a:lnTo>
                    <a:pt x="290030" y="177338"/>
                  </a:lnTo>
                  <a:lnTo>
                    <a:pt x="299048" y="169471"/>
                  </a:lnTo>
                  <a:lnTo>
                    <a:pt x="308138" y="177303"/>
                  </a:lnTo>
                  <a:lnTo>
                    <a:pt x="316282" y="186820"/>
                  </a:lnTo>
                  <a:lnTo>
                    <a:pt x="322147" y="197882"/>
                  </a:lnTo>
                  <a:lnTo>
                    <a:pt x="324398" y="210349"/>
                  </a:lnTo>
                  <a:lnTo>
                    <a:pt x="323939" y="219870"/>
                  </a:lnTo>
                  <a:lnTo>
                    <a:pt x="322605" y="230449"/>
                  </a:lnTo>
                  <a:lnTo>
                    <a:pt x="320458" y="240583"/>
                  </a:lnTo>
                  <a:lnTo>
                    <a:pt x="317561" y="248767"/>
                  </a:lnTo>
                  <a:lnTo>
                    <a:pt x="321990" y="252411"/>
                  </a:lnTo>
                  <a:lnTo>
                    <a:pt x="324796" y="257845"/>
                  </a:lnTo>
                  <a:lnTo>
                    <a:pt x="324796" y="416448"/>
                  </a:lnTo>
                  <a:lnTo>
                    <a:pt x="390448" y="416448"/>
                  </a:lnTo>
                  <a:lnTo>
                    <a:pt x="390448" y="257845"/>
                  </a:lnTo>
                  <a:lnTo>
                    <a:pt x="393255" y="252411"/>
                  </a:lnTo>
                  <a:lnTo>
                    <a:pt x="397642" y="248767"/>
                  </a:lnTo>
                  <a:lnTo>
                    <a:pt x="394764" y="240583"/>
                  </a:lnTo>
                  <a:lnTo>
                    <a:pt x="392630" y="230449"/>
                  </a:lnTo>
                  <a:lnTo>
                    <a:pt x="391303" y="219870"/>
                  </a:lnTo>
                  <a:lnTo>
                    <a:pt x="390846" y="210349"/>
                  </a:lnTo>
                  <a:lnTo>
                    <a:pt x="393083" y="197894"/>
                  </a:lnTo>
                  <a:lnTo>
                    <a:pt x="398909" y="186851"/>
                  </a:lnTo>
                  <a:lnTo>
                    <a:pt x="406996" y="177338"/>
                  </a:lnTo>
                  <a:lnTo>
                    <a:pt x="416018" y="169471"/>
                  </a:lnTo>
                  <a:lnTo>
                    <a:pt x="425103" y="177303"/>
                  </a:lnTo>
                  <a:lnTo>
                    <a:pt x="433248" y="186820"/>
                  </a:lnTo>
                  <a:lnTo>
                    <a:pt x="439115" y="197882"/>
                  </a:lnTo>
                  <a:lnTo>
                    <a:pt x="441368" y="210349"/>
                  </a:lnTo>
                  <a:lnTo>
                    <a:pt x="440909" y="219870"/>
                  </a:lnTo>
                  <a:lnTo>
                    <a:pt x="439574" y="230449"/>
                  </a:lnTo>
                  <a:lnTo>
                    <a:pt x="437424" y="240583"/>
                  </a:lnTo>
                  <a:lnTo>
                    <a:pt x="434520" y="248767"/>
                  </a:lnTo>
                  <a:lnTo>
                    <a:pt x="438949" y="252411"/>
                  </a:lnTo>
                  <a:lnTo>
                    <a:pt x="441756" y="257845"/>
                  </a:lnTo>
                  <a:lnTo>
                    <a:pt x="441756" y="416448"/>
                  </a:lnTo>
                  <a:lnTo>
                    <a:pt x="507408" y="416448"/>
                  </a:lnTo>
                  <a:lnTo>
                    <a:pt x="507408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9131512" y="8895268"/>
              <a:ext cx="508000" cy="24765"/>
            </a:xfrm>
            <a:custGeom>
              <a:avLst/>
              <a:gdLst/>
              <a:ahLst/>
              <a:cxnLst/>
              <a:rect l="l" t="t" r="r" b="b"/>
              <a:pathLst>
                <a:path w="508000" h="24765">
                  <a:moveTo>
                    <a:pt x="507398" y="0"/>
                  </a:moveTo>
                  <a:lnTo>
                    <a:pt x="0" y="0"/>
                  </a:lnTo>
                  <a:lnTo>
                    <a:pt x="0" y="24512"/>
                  </a:lnTo>
                  <a:lnTo>
                    <a:pt x="507398" y="24512"/>
                  </a:lnTo>
                  <a:lnTo>
                    <a:pt x="50739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9139847" y="8919787"/>
              <a:ext cx="499109" cy="392430"/>
            </a:xfrm>
            <a:custGeom>
              <a:avLst/>
              <a:gdLst/>
              <a:ahLst/>
              <a:cxnLst/>
              <a:rect l="l" t="t" r="r" b="b"/>
              <a:pathLst>
                <a:path w="499109" h="392429">
                  <a:moveTo>
                    <a:pt x="31191" y="244970"/>
                  </a:moveTo>
                  <a:lnTo>
                    <a:pt x="0" y="244970"/>
                  </a:lnTo>
                  <a:lnTo>
                    <a:pt x="0" y="391947"/>
                  </a:lnTo>
                  <a:lnTo>
                    <a:pt x="31191" y="391947"/>
                  </a:lnTo>
                  <a:lnTo>
                    <a:pt x="31191" y="244970"/>
                  </a:lnTo>
                  <a:close/>
                </a:path>
                <a:path w="499109" h="392429">
                  <a:moveTo>
                    <a:pt x="148158" y="244970"/>
                  </a:moveTo>
                  <a:lnTo>
                    <a:pt x="82499" y="244970"/>
                  </a:lnTo>
                  <a:lnTo>
                    <a:pt x="82499" y="391947"/>
                  </a:lnTo>
                  <a:lnTo>
                    <a:pt x="148158" y="391947"/>
                  </a:lnTo>
                  <a:lnTo>
                    <a:pt x="148158" y="244970"/>
                  </a:lnTo>
                  <a:close/>
                </a:path>
                <a:path w="499109" h="392429">
                  <a:moveTo>
                    <a:pt x="265125" y="244970"/>
                  </a:moveTo>
                  <a:lnTo>
                    <a:pt x="199478" y="244970"/>
                  </a:lnTo>
                  <a:lnTo>
                    <a:pt x="199478" y="391947"/>
                  </a:lnTo>
                  <a:lnTo>
                    <a:pt x="265125" y="391947"/>
                  </a:lnTo>
                  <a:lnTo>
                    <a:pt x="265125" y="244970"/>
                  </a:lnTo>
                  <a:close/>
                </a:path>
                <a:path w="499109" h="392429">
                  <a:moveTo>
                    <a:pt x="382092" y="244970"/>
                  </a:moveTo>
                  <a:lnTo>
                    <a:pt x="316433" y="244970"/>
                  </a:lnTo>
                  <a:lnTo>
                    <a:pt x="316433" y="391947"/>
                  </a:lnTo>
                  <a:lnTo>
                    <a:pt x="382092" y="391947"/>
                  </a:lnTo>
                  <a:lnTo>
                    <a:pt x="382092" y="244970"/>
                  </a:lnTo>
                  <a:close/>
                </a:path>
                <a:path w="499109" h="392429">
                  <a:moveTo>
                    <a:pt x="499046" y="244970"/>
                  </a:moveTo>
                  <a:lnTo>
                    <a:pt x="433400" y="244970"/>
                  </a:lnTo>
                  <a:lnTo>
                    <a:pt x="433400" y="391947"/>
                  </a:lnTo>
                  <a:lnTo>
                    <a:pt x="499046" y="391947"/>
                  </a:lnTo>
                  <a:lnTo>
                    <a:pt x="499046" y="244970"/>
                  </a:lnTo>
                  <a:close/>
                </a:path>
                <a:path w="499109" h="392429">
                  <a:moveTo>
                    <a:pt x="499059" y="0"/>
                  </a:moveTo>
                  <a:lnTo>
                    <a:pt x="0" y="0"/>
                  </a:lnTo>
                  <a:lnTo>
                    <a:pt x="0" y="6642"/>
                  </a:lnTo>
                  <a:lnTo>
                    <a:pt x="499059" y="6642"/>
                  </a:lnTo>
                  <a:lnTo>
                    <a:pt x="499059" y="0"/>
                  </a:lnTo>
                  <a:close/>
                </a:path>
              </a:pathLst>
            </a:custGeom>
            <a:solidFill>
              <a:srgbClr val="81D3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9131490" y="9159703"/>
              <a:ext cx="508000" cy="24765"/>
            </a:xfrm>
            <a:custGeom>
              <a:avLst/>
              <a:gdLst/>
              <a:ahLst/>
              <a:cxnLst/>
              <a:rect l="l" t="t" r="r" b="b"/>
              <a:pathLst>
                <a:path w="508000" h="24765">
                  <a:moveTo>
                    <a:pt x="39547" y="0"/>
                  </a:moveTo>
                  <a:lnTo>
                    <a:pt x="0" y="0"/>
                  </a:lnTo>
                  <a:lnTo>
                    <a:pt x="0" y="24168"/>
                  </a:lnTo>
                  <a:lnTo>
                    <a:pt x="39547" y="24168"/>
                  </a:lnTo>
                  <a:lnTo>
                    <a:pt x="39547" y="0"/>
                  </a:lnTo>
                  <a:close/>
                </a:path>
                <a:path w="508000" h="24765">
                  <a:moveTo>
                    <a:pt x="156514" y="0"/>
                  </a:moveTo>
                  <a:lnTo>
                    <a:pt x="90855" y="0"/>
                  </a:lnTo>
                  <a:lnTo>
                    <a:pt x="90855" y="24168"/>
                  </a:lnTo>
                  <a:lnTo>
                    <a:pt x="156514" y="24168"/>
                  </a:lnTo>
                  <a:lnTo>
                    <a:pt x="156514" y="0"/>
                  </a:lnTo>
                  <a:close/>
                </a:path>
                <a:path w="508000" h="24765">
                  <a:moveTo>
                    <a:pt x="273481" y="0"/>
                  </a:moveTo>
                  <a:lnTo>
                    <a:pt x="207835" y="0"/>
                  </a:lnTo>
                  <a:lnTo>
                    <a:pt x="207835" y="24168"/>
                  </a:lnTo>
                  <a:lnTo>
                    <a:pt x="273481" y="24168"/>
                  </a:lnTo>
                  <a:lnTo>
                    <a:pt x="273481" y="0"/>
                  </a:lnTo>
                  <a:close/>
                </a:path>
                <a:path w="508000" h="24765">
                  <a:moveTo>
                    <a:pt x="390448" y="0"/>
                  </a:moveTo>
                  <a:lnTo>
                    <a:pt x="324789" y="0"/>
                  </a:lnTo>
                  <a:lnTo>
                    <a:pt x="324789" y="24168"/>
                  </a:lnTo>
                  <a:lnTo>
                    <a:pt x="390448" y="24168"/>
                  </a:lnTo>
                  <a:lnTo>
                    <a:pt x="390448" y="0"/>
                  </a:lnTo>
                  <a:close/>
                </a:path>
                <a:path w="508000" h="24765">
                  <a:moveTo>
                    <a:pt x="507403" y="0"/>
                  </a:moveTo>
                  <a:lnTo>
                    <a:pt x="441756" y="0"/>
                  </a:lnTo>
                  <a:lnTo>
                    <a:pt x="441756" y="24168"/>
                  </a:lnTo>
                  <a:lnTo>
                    <a:pt x="507403" y="24168"/>
                  </a:lnTo>
                  <a:lnTo>
                    <a:pt x="5074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9196616" y="9052566"/>
              <a:ext cx="416559" cy="259715"/>
            </a:xfrm>
            <a:custGeom>
              <a:avLst/>
              <a:gdLst/>
              <a:ahLst/>
              <a:cxnLst/>
              <a:rect l="l" t="t" r="r" b="b"/>
              <a:pathLst>
                <a:path w="416559" h="259715">
                  <a:moveTo>
                    <a:pt x="65163" y="100558"/>
                  </a:moveTo>
                  <a:lnTo>
                    <a:pt x="62318" y="95135"/>
                  </a:lnTo>
                  <a:lnTo>
                    <a:pt x="57975" y="91490"/>
                  </a:lnTo>
                  <a:lnTo>
                    <a:pt x="60833" y="83299"/>
                  </a:lnTo>
                  <a:lnTo>
                    <a:pt x="62966" y="73164"/>
                  </a:lnTo>
                  <a:lnTo>
                    <a:pt x="64300" y="62585"/>
                  </a:lnTo>
                  <a:lnTo>
                    <a:pt x="64770" y="53073"/>
                  </a:lnTo>
                  <a:lnTo>
                    <a:pt x="57734" y="31140"/>
                  </a:lnTo>
                  <a:lnTo>
                    <a:pt x="42278" y="14414"/>
                  </a:lnTo>
                  <a:lnTo>
                    <a:pt x="26809" y="3746"/>
                  </a:lnTo>
                  <a:lnTo>
                    <a:pt x="19773" y="0"/>
                  </a:lnTo>
                  <a:lnTo>
                    <a:pt x="10299" y="4343"/>
                  </a:lnTo>
                  <a:lnTo>
                    <a:pt x="0" y="12192"/>
                  </a:lnTo>
                  <a:lnTo>
                    <a:pt x="9080" y="20027"/>
                  </a:lnTo>
                  <a:lnTo>
                    <a:pt x="17221" y="29540"/>
                  </a:lnTo>
                  <a:lnTo>
                    <a:pt x="23088" y="40601"/>
                  </a:lnTo>
                  <a:lnTo>
                    <a:pt x="25349" y="53073"/>
                  </a:lnTo>
                  <a:lnTo>
                    <a:pt x="24892" y="62585"/>
                  </a:lnTo>
                  <a:lnTo>
                    <a:pt x="23558" y="73164"/>
                  </a:lnTo>
                  <a:lnTo>
                    <a:pt x="21399" y="83299"/>
                  </a:lnTo>
                  <a:lnTo>
                    <a:pt x="18503" y="91490"/>
                  </a:lnTo>
                  <a:lnTo>
                    <a:pt x="22936" y="95135"/>
                  </a:lnTo>
                  <a:lnTo>
                    <a:pt x="25742" y="100558"/>
                  </a:lnTo>
                  <a:lnTo>
                    <a:pt x="25742" y="259168"/>
                  </a:lnTo>
                  <a:lnTo>
                    <a:pt x="65163" y="259168"/>
                  </a:lnTo>
                  <a:lnTo>
                    <a:pt x="65163" y="100558"/>
                  </a:lnTo>
                  <a:close/>
                </a:path>
                <a:path w="416559" h="259715">
                  <a:moveTo>
                    <a:pt x="182130" y="100558"/>
                  </a:moveTo>
                  <a:lnTo>
                    <a:pt x="179285" y="95135"/>
                  </a:lnTo>
                  <a:lnTo>
                    <a:pt x="174942" y="91490"/>
                  </a:lnTo>
                  <a:lnTo>
                    <a:pt x="177787" y="83299"/>
                  </a:lnTo>
                  <a:lnTo>
                    <a:pt x="179933" y="73164"/>
                  </a:lnTo>
                  <a:lnTo>
                    <a:pt x="181267" y="62585"/>
                  </a:lnTo>
                  <a:lnTo>
                    <a:pt x="181737" y="53073"/>
                  </a:lnTo>
                  <a:lnTo>
                    <a:pt x="174701" y="31140"/>
                  </a:lnTo>
                  <a:lnTo>
                    <a:pt x="159232" y="14414"/>
                  </a:lnTo>
                  <a:lnTo>
                    <a:pt x="143764" y="3746"/>
                  </a:lnTo>
                  <a:lnTo>
                    <a:pt x="136740" y="0"/>
                  </a:lnTo>
                  <a:lnTo>
                    <a:pt x="127266" y="4343"/>
                  </a:lnTo>
                  <a:lnTo>
                    <a:pt x="116954" y="12192"/>
                  </a:lnTo>
                  <a:lnTo>
                    <a:pt x="126047" y="20027"/>
                  </a:lnTo>
                  <a:lnTo>
                    <a:pt x="134188" y="29540"/>
                  </a:lnTo>
                  <a:lnTo>
                    <a:pt x="140055" y="40601"/>
                  </a:lnTo>
                  <a:lnTo>
                    <a:pt x="142316" y="53073"/>
                  </a:lnTo>
                  <a:lnTo>
                    <a:pt x="141846" y="62585"/>
                  </a:lnTo>
                  <a:lnTo>
                    <a:pt x="140512" y="73164"/>
                  </a:lnTo>
                  <a:lnTo>
                    <a:pt x="138366" y="83299"/>
                  </a:lnTo>
                  <a:lnTo>
                    <a:pt x="135458" y="91490"/>
                  </a:lnTo>
                  <a:lnTo>
                    <a:pt x="139903" y="95135"/>
                  </a:lnTo>
                  <a:lnTo>
                    <a:pt x="142709" y="100558"/>
                  </a:lnTo>
                  <a:lnTo>
                    <a:pt x="142709" y="259168"/>
                  </a:lnTo>
                  <a:lnTo>
                    <a:pt x="182130" y="259168"/>
                  </a:lnTo>
                  <a:lnTo>
                    <a:pt x="182130" y="100558"/>
                  </a:lnTo>
                  <a:close/>
                </a:path>
                <a:path w="416559" h="259715">
                  <a:moveTo>
                    <a:pt x="299097" y="100558"/>
                  </a:moveTo>
                  <a:lnTo>
                    <a:pt x="296240" y="95135"/>
                  </a:lnTo>
                  <a:lnTo>
                    <a:pt x="291896" y="91490"/>
                  </a:lnTo>
                  <a:lnTo>
                    <a:pt x="294767" y="83299"/>
                  </a:lnTo>
                  <a:lnTo>
                    <a:pt x="296913" y="73164"/>
                  </a:lnTo>
                  <a:lnTo>
                    <a:pt x="298234" y="62585"/>
                  </a:lnTo>
                  <a:lnTo>
                    <a:pt x="298691" y="53073"/>
                  </a:lnTo>
                  <a:lnTo>
                    <a:pt x="291668" y="31140"/>
                  </a:lnTo>
                  <a:lnTo>
                    <a:pt x="276199" y="14414"/>
                  </a:lnTo>
                  <a:lnTo>
                    <a:pt x="260731" y="3746"/>
                  </a:lnTo>
                  <a:lnTo>
                    <a:pt x="253707" y="0"/>
                  </a:lnTo>
                  <a:lnTo>
                    <a:pt x="244221" y="4343"/>
                  </a:lnTo>
                  <a:lnTo>
                    <a:pt x="233921" y="12192"/>
                  </a:lnTo>
                  <a:lnTo>
                    <a:pt x="243001" y="20027"/>
                  </a:lnTo>
                  <a:lnTo>
                    <a:pt x="251155" y="29540"/>
                  </a:lnTo>
                  <a:lnTo>
                    <a:pt x="257022" y="40601"/>
                  </a:lnTo>
                  <a:lnTo>
                    <a:pt x="259270" y="53073"/>
                  </a:lnTo>
                  <a:lnTo>
                    <a:pt x="258813" y="62585"/>
                  </a:lnTo>
                  <a:lnTo>
                    <a:pt x="257479" y="73164"/>
                  </a:lnTo>
                  <a:lnTo>
                    <a:pt x="255333" y="83299"/>
                  </a:lnTo>
                  <a:lnTo>
                    <a:pt x="252425" y="91490"/>
                  </a:lnTo>
                  <a:lnTo>
                    <a:pt x="256870" y="95135"/>
                  </a:lnTo>
                  <a:lnTo>
                    <a:pt x="259676" y="100558"/>
                  </a:lnTo>
                  <a:lnTo>
                    <a:pt x="259676" y="259168"/>
                  </a:lnTo>
                  <a:lnTo>
                    <a:pt x="299097" y="259168"/>
                  </a:lnTo>
                  <a:lnTo>
                    <a:pt x="299097" y="100558"/>
                  </a:lnTo>
                  <a:close/>
                </a:path>
                <a:path w="416559" h="259715">
                  <a:moveTo>
                    <a:pt x="416052" y="100558"/>
                  </a:moveTo>
                  <a:lnTo>
                    <a:pt x="413207" y="95135"/>
                  </a:lnTo>
                  <a:lnTo>
                    <a:pt x="408863" y="91490"/>
                  </a:lnTo>
                  <a:lnTo>
                    <a:pt x="411734" y="83299"/>
                  </a:lnTo>
                  <a:lnTo>
                    <a:pt x="413867" y="73164"/>
                  </a:lnTo>
                  <a:lnTo>
                    <a:pt x="415201" y="62585"/>
                  </a:lnTo>
                  <a:lnTo>
                    <a:pt x="415658" y="53073"/>
                  </a:lnTo>
                  <a:lnTo>
                    <a:pt x="408635" y="31140"/>
                  </a:lnTo>
                  <a:lnTo>
                    <a:pt x="393166" y="14414"/>
                  </a:lnTo>
                  <a:lnTo>
                    <a:pt x="377698" y="3746"/>
                  </a:lnTo>
                  <a:lnTo>
                    <a:pt x="370662" y="0"/>
                  </a:lnTo>
                  <a:lnTo>
                    <a:pt x="361188" y="4343"/>
                  </a:lnTo>
                  <a:lnTo>
                    <a:pt x="350888" y="12192"/>
                  </a:lnTo>
                  <a:lnTo>
                    <a:pt x="359968" y="20027"/>
                  </a:lnTo>
                  <a:lnTo>
                    <a:pt x="368122" y="29540"/>
                  </a:lnTo>
                  <a:lnTo>
                    <a:pt x="373989" y="40601"/>
                  </a:lnTo>
                  <a:lnTo>
                    <a:pt x="376237" y="53073"/>
                  </a:lnTo>
                  <a:lnTo>
                    <a:pt x="375780" y="62585"/>
                  </a:lnTo>
                  <a:lnTo>
                    <a:pt x="374446" y="73164"/>
                  </a:lnTo>
                  <a:lnTo>
                    <a:pt x="372287" y="83299"/>
                  </a:lnTo>
                  <a:lnTo>
                    <a:pt x="369392" y="91490"/>
                  </a:lnTo>
                  <a:lnTo>
                    <a:pt x="373824" y="95135"/>
                  </a:lnTo>
                  <a:lnTo>
                    <a:pt x="376631" y="100558"/>
                  </a:lnTo>
                  <a:lnTo>
                    <a:pt x="376631" y="259168"/>
                  </a:lnTo>
                  <a:lnTo>
                    <a:pt x="416052" y="259168"/>
                  </a:lnTo>
                  <a:lnTo>
                    <a:pt x="416052" y="100558"/>
                  </a:lnTo>
                  <a:close/>
                </a:path>
              </a:pathLst>
            </a:custGeom>
            <a:solidFill>
              <a:srgbClr val="F4C7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9131512" y="8873751"/>
              <a:ext cx="508000" cy="21590"/>
            </a:xfrm>
            <a:custGeom>
              <a:avLst/>
              <a:gdLst/>
              <a:ahLst/>
              <a:cxnLst/>
              <a:rect l="l" t="t" r="r" b="b"/>
              <a:pathLst>
                <a:path w="508000" h="21590">
                  <a:moveTo>
                    <a:pt x="0" y="21517"/>
                  </a:moveTo>
                  <a:lnTo>
                    <a:pt x="507387" y="21517"/>
                  </a:lnTo>
                  <a:lnTo>
                    <a:pt x="507387" y="0"/>
                  </a:lnTo>
                  <a:lnTo>
                    <a:pt x="0" y="0"/>
                  </a:lnTo>
                  <a:lnTo>
                    <a:pt x="0" y="215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8726896" y="8203886"/>
              <a:ext cx="208915" cy="225425"/>
            </a:xfrm>
            <a:custGeom>
              <a:avLst/>
              <a:gdLst/>
              <a:ahLst/>
              <a:cxnLst/>
              <a:rect l="l" t="t" r="r" b="b"/>
              <a:pathLst>
                <a:path w="208915" h="225425">
                  <a:moveTo>
                    <a:pt x="208611" y="0"/>
                  </a:moveTo>
                  <a:lnTo>
                    <a:pt x="0" y="0"/>
                  </a:lnTo>
                  <a:lnTo>
                    <a:pt x="0" y="224904"/>
                  </a:lnTo>
                  <a:lnTo>
                    <a:pt x="208611" y="224904"/>
                  </a:lnTo>
                  <a:lnTo>
                    <a:pt x="208611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8935507" y="8203875"/>
              <a:ext cx="170815" cy="223520"/>
            </a:xfrm>
            <a:custGeom>
              <a:avLst/>
              <a:gdLst/>
              <a:ahLst/>
              <a:cxnLst/>
              <a:rect l="l" t="t" r="r" b="b"/>
              <a:pathLst>
                <a:path w="170815" h="223520">
                  <a:moveTo>
                    <a:pt x="170727" y="0"/>
                  </a:moveTo>
                  <a:lnTo>
                    <a:pt x="0" y="0"/>
                  </a:lnTo>
                  <a:lnTo>
                    <a:pt x="0" y="223050"/>
                  </a:lnTo>
                  <a:lnTo>
                    <a:pt x="170727" y="223050"/>
                  </a:lnTo>
                  <a:lnTo>
                    <a:pt x="1707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8726896" y="8203886"/>
              <a:ext cx="379730" cy="25400"/>
            </a:xfrm>
            <a:custGeom>
              <a:avLst/>
              <a:gdLst/>
              <a:ahLst/>
              <a:cxnLst/>
              <a:rect l="l" t="t" r="r" b="b"/>
              <a:pathLst>
                <a:path w="379729" h="25400">
                  <a:moveTo>
                    <a:pt x="379339" y="0"/>
                  </a:moveTo>
                  <a:lnTo>
                    <a:pt x="0" y="0"/>
                  </a:lnTo>
                  <a:lnTo>
                    <a:pt x="0" y="25245"/>
                  </a:lnTo>
                  <a:lnTo>
                    <a:pt x="379339" y="25245"/>
                  </a:lnTo>
                  <a:lnTo>
                    <a:pt x="379339" y="0"/>
                  </a:lnTo>
                  <a:close/>
                </a:path>
              </a:pathLst>
            </a:custGeom>
            <a:solidFill>
              <a:srgbClr val="271E1F">
                <a:alpha val="16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8688743" y="8183962"/>
              <a:ext cx="466090" cy="20320"/>
            </a:xfrm>
            <a:custGeom>
              <a:avLst/>
              <a:gdLst/>
              <a:ahLst/>
              <a:cxnLst/>
              <a:rect l="l" t="t" r="r" b="b"/>
              <a:pathLst>
                <a:path w="466090" h="20320">
                  <a:moveTo>
                    <a:pt x="466026" y="0"/>
                  </a:moveTo>
                  <a:lnTo>
                    <a:pt x="223405" y="0"/>
                  </a:lnTo>
                  <a:lnTo>
                    <a:pt x="0" y="0"/>
                  </a:lnTo>
                  <a:lnTo>
                    <a:pt x="0" y="19926"/>
                  </a:lnTo>
                  <a:lnTo>
                    <a:pt x="223405" y="19926"/>
                  </a:lnTo>
                  <a:lnTo>
                    <a:pt x="466026" y="19926"/>
                  </a:lnTo>
                  <a:lnTo>
                    <a:pt x="46602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8688804" y="8136604"/>
              <a:ext cx="466090" cy="47625"/>
            </a:xfrm>
            <a:custGeom>
              <a:avLst/>
              <a:gdLst/>
              <a:ahLst/>
              <a:cxnLst/>
              <a:rect l="l" t="t" r="r" b="b"/>
              <a:pathLst>
                <a:path w="466090" h="47625">
                  <a:moveTo>
                    <a:pt x="222611" y="0"/>
                  </a:moveTo>
                  <a:lnTo>
                    <a:pt x="0" y="47349"/>
                  </a:lnTo>
                  <a:lnTo>
                    <a:pt x="465954" y="47349"/>
                  </a:lnTo>
                  <a:lnTo>
                    <a:pt x="222611" y="0"/>
                  </a:lnTo>
                  <a:close/>
                </a:path>
              </a:pathLst>
            </a:custGeom>
            <a:solidFill>
              <a:srgbClr val="CDEB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8911414" y="8136604"/>
              <a:ext cx="243840" cy="47625"/>
            </a:xfrm>
            <a:custGeom>
              <a:avLst/>
              <a:gdLst/>
              <a:ahLst/>
              <a:cxnLst/>
              <a:rect l="l" t="t" r="r" b="b"/>
              <a:pathLst>
                <a:path w="243840" h="47625">
                  <a:moveTo>
                    <a:pt x="0" y="0"/>
                  </a:moveTo>
                  <a:lnTo>
                    <a:pt x="732" y="47349"/>
                  </a:lnTo>
                  <a:lnTo>
                    <a:pt x="243343" y="473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3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8907437" y="8442699"/>
              <a:ext cx="232410" cy="869315"/>
            </a:xfrm>
            <a:custGeom>
              <a:avLst/>
              <a:gdLst/>
              <a:ahLst/>
              <a:cxnLst/>
              <a:rect l="l" t="t" r="r" b="b"/>
              <a:pathLst>
                <a:path w="232409" h="869315">
                  <a:moveTo>
                    <a:pt x="213791" y="0"/>
                  </a:moveTo>
                  <a:lnTo>
                    <a:pt x="15494" y="0"/>
                  </a:lnTo>
                  <a:lnTo>
                    <a:pt x="15494" y="309321"/>
                  </a:lnTo>
                  <a:lnTo>
                    <a:pt x="213791" y="309321"/>
                  </a:lnTo>
                  <a:lnTo>
                    <a:pt x="213791" y="0"/>
                  </a:lnTo>
                  <a:close/>
                </a:path>
                <a:path w="232409" h="869315">
                  <a:moveTo>
                    <a:pt x="232410" y="321144"/>
                  </a:moveTo>
                  <a:lnTo>
                    <a:pt x="0" y="321144"/>
                  </a:lnTo>
                  <a:lnTo>
                    <a:pt x="0" y="869022"/>
                  </a:lnTo>
                  <a:lnTo>
                    <a:pt x="232410" y="869022"/>
                  </a:lnTo>
                  <a:lnTo>
                    <a:pt x="232410" y="32114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8985659" y="8809609"/>
              <a:ext cx="108585" cy="502284"/>
            </a:xfrm>
            <a:custGeom>
              <a:avLst/>
              <a:gdLst/>
              <a:ahLst/>
              <a:cxnLst/>
              <a:rect l="l" t="t" r="r" b="b"/>
              <a:pathLst>
                <a:path w="108584" h="502284">
                  <a:moveTo>
                    <a:pt x="53883" y="0"/>
                  </a:moveTo>
                  <a:lnTo>
                    <a:pt x="49401" y="4711"/>
                  </a:lnTo>
                  <a:lnTo>
                    <a:pt x="43129" y="12271"/>
                  </a:lnTo>
                  <a:lnTo>
                    <a:pt x="40951" y="14858"/>
                  </a:lnTo>
                  <a:lnTo>
                    <a:pt x="12078" y="56587"/>
                  </a:lnTo>
                  <a:lnTo>
                    <a:pt x="0" y="94520"/>
                  </a:lnTo>
                  <a:lnTo>
                    <a:pt x="0" y="502120"/>
                  </a:lnTo>
                  <a:lnTo>
                    <a:pt x="108028" y="502120"/>
                  </a:lnTo>
                  <a:lnTo>
                    <a:pt x="108028" y="94520"/>
                  </a:lnTo>
                  <a:lnTo>
                    <a:pt x="99567" y="63800"/>
                  </a:lnTo>
                  <a:lnTo>
                    <a:pt x="80955" y="33081"/>
                  </a:lnTo>
                  <a:lnTo>
                    <a:pt x="62343" y="9451"/>
                  </a:lnTo>
                  <a:lnTo>
                    <a:pt x="53883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8985654" y="8830704"/>
              <a:ext cx="72390" cy="481330"/>
            </a:xfrm>
            <a:custGeom>
              <a:avLst/>
              <a:gdLst/>
              <a:ahLst/>
              <a:cxnLst/>
              <a:rect l="l" t="t" r="r" b="b"/>
              <a:pathLst>
                <a:path w="72390" h="481329">
                  <a:moveTo>
                    <a:pt x="35967" y="0"/>
                  </a:moveTo>
                  <a:lnTo>
                    <a:pt x="23703" y="16631"/>
                  </a:lnTo>
                  <a:lnTo>
                    <a:pt x="12078" y="35493"/>
                  </a:lnTo>
                  <a:lnTo>
                    <a:pt x="3405" y="54964"/>
                  </a:lnTo>
                  <a:lnTo>
                    <a:pt x="0" y="73421"/>
                  </a:lnTo>
                  <a:lnTo>
                    <a:pt x="0" y="481022"/>
                  </a:lnTo>
                  <a:lnTo>
                    <a:pt x="72060" y="481022"/>
                  </a:lnTo>
                  <a:lnTo>
                    <a:pt x="72060" y="73421"/>
                  </a:lnTo>
                  <a:lnTo>
                    <a:pt x="68635" y="54953"/>
                  </a:lnTo>
                  <a:lnTo>
                    <a:pt x="59919" y="35466"/>
                  </a:lnTo>
                  <a:lnTo>
                    <a:pt x="48250" y="16600"/>
                  </a:lnTo>
                  <a:lnTo>
                    <a:pt x="35967" y="0"/>
                  </a:lnTo>
                  <a:close/>
                </a:path>
              </a:pathLst>
            </a:custGeom>
            <a:solidFill>
              <a:srgbClr val="B3B3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8985652" y="8971769"/>
              <a:ext cx="57150" cy="43180"/>
            </a:xfrm>
            <a:custGeom>
              <a:avLst/>
              <a:gdLst/>
              <a:ahLst/>
              <a:cxnLst/>
              <a:rect l="l" t="t" r="r" b="b"/>
              <a:pathLst>
                <a:path w="57150" h="43179">
                  <a:moveTo>
                    <a:pt x="0" y="43108"/>
                  </a:moveTo>
                  <a:lnTo>
                    <a:pt x="56689" y="43108"/>
                  </a:lnTo>
                  <a:lnTo>
                    <a:pt x="56689" y="0"/>
                  </a:lnTo>
                  <a:lnTo>
                    <a:pt x="0" y="0"/>
                  </a:lnTo>
                  <a:lnTo>
                    <a:pt x="0" y="4310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1" name="object 71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8907446" y="8494050"/>
              <a:ext cx="245835" cy="269787"/>
            </a:xfrm>
            <a:prstGeom prst="rect">
              <a:avLst/>
            </a:prstGeom>
          </p:spPr>
        </p:pic>
        <p:sp>
          <p:nvSpPr>
            <p:cNvPr id="72" name="object 72" descr=""/>
            <p:cNvSpPr/>
            <p:nvPr/>
          </p:nvSpPr>
          <p:spPr>
            <a:xfrm>
              <a:off x="8912084" y="8424319"/>
              <a:ext cx="226695" cy="18415"/>
            </a:xfrm>
            <a:custGeom>
              <a:avLst/>
              <a:gdLst/>
              <a:ahLst/>
              <a:cxnLst/>
              <a:rect l="l" t="t" r="r" b="b"/>
              <a:pathLst>
                <a:path w="226695" h="18415">
                  <a:moveTo>
                    <a:pt x="226213" y="0"/>
                  </a:moveTo>
                  <a:lnTo>
                    <a:pt x="0" y="0"/>
                  </a:lnTo>
                  <a:lnTo>
                    <a:pt x="0" y="18376"/>
                  </a:lnTo>
                  <a:lnTo>
                    <a:pt x="226213" y="18376"/>
                  </a:lnTo>
                  <a:lnTo>
                    <a:pt x="2262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8730864" y="8424319"/>
              <a:ext cx="181610" cy="18415"/>
            </a:xfrm>
            <a:custGeom>
              <a:avLst/>
              <a:gdLst/>
              <a:ahLst/>
              <a:cxnLst/>
              <a:rect l="l" t="t" r="r" b="b"/>
              <a:pathLst>
                <a:path w="181609" h="18415">
                  <a:moveTo>
                    <a:pt x="0" y="18376"/>
                  </a:moveTo>
                  <a:lnTo>
                    <a:pt x="181219" y="18376"/>
                  </a:lnTo>
                  <a:lnTo>
                    <a:pt x="181219" y="0"/>
                  </a:lnTo>
                  <a:lnTo>
                    <a:pt x="0" y="0"/>
                  </a:lnTo>
                  <a:lnTo>
                    <a:pt x="0" y="18376"/>
                  </a:lnTo>
                  <a:close/>
                </a:path>
              </a:pathLst>
            </a:custGeom>
            <a:solidFill>
              <a:srgbClr val="C5D34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8730864" y="8763932"/>
              <a:ext cx="177165" cy="548005"/>
            </a:xfrm>
            <a:custGeom>
              <a:avLst/>
              <a:gdLst/>
              <a:ahLst/>
              <a:cxnLst/>
              <a:rect l="l" t="t" r="r" b="b"/>
              <a:pathLst>
                <a:path w="177165" h="548004">
                  <a:moveTo>
                    <a:pt x="0" y="547784"/>
                  </a:moveTo>
                  <a:lnTo>
                    <a:pt x="176633" y="547784"/>
                  </a:lnTo>
                  <a:lnTo>
                    <a:pt x="176633" y="0"/>
                  </a:lnTo>
                  <a:lnTo>
                    <a:pt x="0" y="0"/>
                  </a:lnTo>
                  <a:lnTo>
                    <a:pt x="0" y="547784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8730864" y="8743388"/>
              <a:ext cx="177165" cy="20955"/>
            </a:xfrm>
            <a:custGeom>
              <a:avLst/>
              <a:gdLst/>
              <a:ahLst/>
              <a:cxnLst/>
              <a:rect l="l" t="t" r="r" b="b"/>
              <a:pathLst>
                <a:path w="177165" h="20954">
                  <a:moveTo>
                    <a:pt x="0" y="20449"/>
                  </a:moveTo>
                  <a:lnTo>
                    <a:pt x="176581" y="20449"/>
                  </a:lnTo>
                  <a:lnTo>
                    <a:pt x="176581" y="0"/>
                  </a:lnTo>
                  <a:lnTo>
                    <a:pt x="0" y="0"/>
                  </a:lnTo>
                  <a:lnTo>
                    <a:pt x="0" y="20449"/>
                  </a:lnTo>
                  <a:close/>
                </a:path>
              </a:pathLst>
            </a:custGeom>
            <a:solidFill>
              <a:srgbClr val="C5D34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8730864" y="8442695"/>
              <a:ext cx="192405" cy="300990"/>
            </a:xfrm>
            <a:custGeom>
              <a:avLst/>
              <a:gdLst/>
              <a:ahLst/>
              <a:cxnLst/>
              <a:rect l="l" t="t" r="r" b="b"/>
              <a:pathLst>
                <a:path w="192404" h="300990">
                  <a:moveTo>
                    <a:pt x="0" y="300692"/>
                  </a:moveTo>
                  <a:lnTo>
                    <a:pt x="192077" y="300692"/>
                  </a:lnTo>
                  <a:lnTo>
                    <a:pt x="192077" y="0"/>
                  </a:lnTo>
                  <a:lnTo>
                    <a:pt x="0" y="0"/>
                  </a:lnTo>
                  <a:lnTo>
                    <a:pt x="0" y="300692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7" name="object 77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8970765" y="8346730"/>
              <a:ext cx="117410" cy="77589"/>
            </a:xfrm>
            <a:prstGeom prst="rect">
              <a:avLst/>
            </a:prstGeom>
          </p:spPr>
        </p:pic>
        <p:sp>
          <p:nvSpPr>
            <p:cNvPr id="78" name="object 78" descr=""/>
            <p:cNvSpPr/>
            <p:nvPr/>
          </p:nvSpPr>
          <p:spPr>
            <a:xfrm>
              <a:off x="0" y="5938475"/>
              <a:ext cx="7740650" cy="2781935"/>
            </a:xfrm>
            <a:custGeom>
              <a:avLst/>
              <a:gdLst/>
              <a:ahLst/>
              <a:cxnLst/>
              <a:rect l="l" t="t" r="r" b="b"/>
              <a:pathLst>
                <a:path w="7740650" h="2781934">
                  <a:moveTo>
                    <a:pt x="939457" y="1792871"/>
                  </a:moveTo>
                  <a:lnTo>
                    <a:pt x="492264" y="1792871"/>
                  </a:lnTo>
                  <a:lnTo>
                    <a:pt x="492264" y="1983092"/>
                  </a:lnTo>
                  <a:lnTo>
                    <a:pt x="453872" y="1983092"/>
                  </a:lnTo>
                  <a:lnTo>
                    <a:pt x="453872" y="1792871"/>
                  </a:lnTo>
                  <a:lnTo>
                    <a:pt x="276440" y="1792871"/>
                  </a:lnTo>
                  <a:lnTo>
                    <a:pt x="276440" y="1538490"/>
                  </a:lnTo>
                  <a:lnTo>
                    <a:pt x="0" y="1538490"/>
                  </a:lnTo>
                  <a:lnTo>
                    <a:pt x="0" y="2422969"/>
                  </a:lnTo>
                  <a:lnTo>
                    <a:pt x="130517" y="2422969"/>
                  </a:lnTo>
                  <a:lnTo>
                    <a:pt x="276440" y="2422969"/>
                  </a:lnTo>
                  <a:lnTo>
                    <a:pt x="411505" y="2422969"/>
                  </a:lnTo>
                  <a:lnTo>
                    <a:pt x="411505" y="2781528"/>
                  </a:lnTo>
                  <a:lnTo>
                    <a:pt x="939457" y="2781528"/>
                  </a:lnTo>
                  <a:lnTo>
                    <a:pt x="939457" y="2422969"/>
                  </a:lnTo>
                  <a:lnTo>
                    <a:pt x="939457" y="2008530"/>
                  </a:lnTo>
                  <a:lnTo>
                    <a:pt x="939457" y="1983092"/>
                  </a:lnTo>
                  <a:lnTo>
                    <a:pt x="939457" y="1792871"/>
                  </a:lnTo>
                  <a:close/>
                </a:path>
                <a:path w="7740650" h="2781934">
                  <a:moveTo>
                    <a:pt x="6135052" y="252755"/>
                  </a:moveTo>
                  <a:lnTo>
                    <a:pt x="6057062" y="252755"/>
                  </a:lnTo>
                  <a:lnTo>
                    <a:pt x="6057062" y="268566"/>
                  </a:lnTo>
                  <a:lnTo>
                    <a:pt x="6070003" y="283845"/>
                  </a:lnTo>
                  <a:lnTo>
                    <a:pt x="6070219" y="283845"/>
                  </a:lnTo>
                  <a:lnTo>
                    <a:pt x="6070219" y="511365"/>
                  </a:lnTo>
                  <a:lnTo>
                    <a:pt x="6096673" y="511365"/>
                  </a:lnTo>
                  <a:lnTo>
                    <a:pt x="6121590" y="511365"/>
                  </a:lnTo>
                  <a:lnTo>
                    <a:pt x="6121590" y="283845"/>
                  </a:lnTo>
                  <a:lnTo>
                    <a:pt x="6121438" y="283845"/>
                  </a:lnTo>
                  <a:lnTo>
                    <a:pt x="6135040" y="268579"/>
                  </a:lnTo>
                  <a:lnTo>
                    <a:pt x="6135052" y="252755"/>
                  </a:lnTo>
                  <a:close/>
                </a:path>
                <a:path w="7740650" h="2781934">
                  <a:moveTo>
                    <a:pt x="6135052" y="243738"/>
                  </a:moveTo>
                  <a:lnTo>
                    <a:pt x="6116078" y="243738"/>
                  </a:lnTo>
                  <a:lnTo>
                    <a:pt x="6116078" y="86220"/>
                  </a:lnTo>
                  <a:lnTo>
                    <a:pt x="6115151" y="86220"/>
                  </a:lnTo>
                  <a:lnTo>
                    <a:pt x="6118453" y="83769"/>
                  </a:lnTo>
                  <a:lnTo>
                    <a:pt x="6124880" y="72682"/>
                  </a:lnTo>
                  <a:lnTo>
                    <a:pt x="6127229" y="58115"/>
                  </a:lnTo>
                  <a:lnTo>
                    <a:pt x="6127229" y="50634"/>
                  </a:lnTo>
                  <a:lnTo>
                    <a:pt x="6103493" y="20561"/>
                  </a:lnTo>
                  <a:lnTo>
                    <a:pt x="6100978" y="20027"/>
                  </a:lnTo>
                  <a:lnTo>
                    <a:pt x="6100978" y="18376"/>
                  </a:lnTo>
                  <a:lnTo>
                    <a:pt x="6100546" y="17945"/>
                  </a:lnTo>
                  <a:lnTo>
                    <a:pt x="6098857" y="17945"/>
                  </a:lnTo>
                  <a:lnTo>
                    <a:pt x="6098857" y="12128"/>
                  </a:lnTo>
                  <a:lnTo>
                    <a:pt x="6098438" y="11709"/>
                  </a:lnTo>
                  <a:lnTo>
                    <a:pt x="6098197" y="11709"/>
                  </a:lnTo>
                  <a:lnTo>
                    <a:pt x="6098197" y="6134"/>
                  </a:lnTo>
                  <a:lnTo>
                    <a:pt x="6097879" y="5816"/>
                  </a:lnTo>
                  <a:lnTo>
                    <a:pt x="6097879" y="266"/>
                  </a:lnTo>
                  <a:lnTo>
                    <a:pt x="6097625" y="0"/>
                  </a:lnTo>
                  <a:lnTo>
                    <a:pt x="6097295" y="0"/>
                  </a:lnTo>
                  <a:lnTo>
                    <a:pt x="6096940" y="0"/>
                  </a:lnTo>
                  <a:lnTo>
                    <a:pt x="6096673" y="266"/>
                  </a:lnTo>
                  <a:lnTo>
                    <a:pt x="6096673" y="5829"/>
                  </a:lnTo>
                  <a:lnTo>
                    <a:pt x="6096355" y="6134"/>
                  </a:lnTo>
                  <a:lnTo>
                    <a:pt x="6096355" y="11709"/>
                  </a:lnTo>
                  <a:lnTo>
                    <a:pt x="6096127" y="11709"/>
                  </a:lnTo>
                  <a:lnTo>
                    <a:pt x="6095708" y="12128"/>
                  </a:lnTo>
                  <a:lnTo>
                    <a:pt x="6095708" y="17945"/>
                  </a:lnTo>
                  <a:lnTo>
                    <a:pt x="6094539" y="17945"/>
                  </a:lnTo>
                  <a:lnTo>
                    <a:pt x="6094019" y="17945"/>
                  </a:lnTo>
                  <a:lnTo>
                    <a:pt x="6093587" y="18376"/>
                  </a:lnTo>
                  <a:lnTo>
                    <a:pt x="6093587" y="20396"/>
                  </a:lnTo>
                  <a:lnTo>
                    <a:pt x="6087542" y="22288"/>
                  </a:lnTo>
                  <a:lnTo>
                    <a:pt x="6077813" y="30619"/>
                  </a:lnTo>
                  <a:lnTo>
                    <a:pt x="6070333" y="42989"/>
                  </a:lnTo>
                  <a:lnTo>
                    <a:pt x="6067336" y="58115"/>
                  </a:lnTo>
                  <a:lnTo>
                    <a:pt x="6067412" y="60896"/>
                  </a:lnTo>
                  <a:lnTo>
                    <a:pt x="6070320" y="74472"/>
                  </a:lnTo>
                  <a:lnTo>
                    <a:pt x="6076810" y="84670"/>
                  </a:lnTo>
                  <a:lnTo>
                    <a:pt x="6079045" y="86220"/>
                  </a:lnTo>
                  <a:lnTo>
                    <a:pt x="6078474" y="86220"/>
                  </a:lnTo>
                  <a:lnTo>
                    <a:pt x="6078474" y="243738"/>
                  </a:lnTo>
                  <a:lnTo>
                    <a:pt x="6057062" y="243738"/>
                  </a:lnTo>
                  <a:lnTo>
                    <a:pt x="6057062" y="252742"/>
                  </a:lnTo>
                  <a:lnTo>
                    <a:pt x="6078474" y="252742"/>
                  </a:lnTo>
                  <a:lnTo>
                    <a:pt x="6097841" y="252742"/>
                  </a:lnTo>
                  <a:lnTo>
                    <a:pt x="6116078" y="252742"/>
                  </a:lnTo>
                  <a:lnTo>
                    <a:pt x="6135052" y="252742"/>
                  </a:lnTo>
                  <a:lnTo>
                    <a:pt x="6135052" y="243738"/>
                  </a:lnTo>
                  <a:close/>
                </a:path>
                <a:path w="7740650" h="2781934">
                  <a:moveTo>
                    <a:pt x="6198235" y="1670900"/>
                  </a:moveTo>
                  <a:lnTo>
                    <a:pt x="5992088" y="1670900"/>
                  </a:lnTo>
                  <a:lnTo>
                    <a:pt x="5992088" y="1689239"/>
                  </a:lnTo>
                  <a:lnTo>
                    <a:pt x="6198235" y="1689239"/>
                  </a:lnTo>
                  <a:lnTo>
                    <a:pt x="6198235" y="1670900"/>
                  </a:lnTo>
                  <a:close/>
                </a:path>
                <a:path w="7740650" h="2781934">
                  <a:moveTo>
                    <a:pt x="6416599" y="2230209"/>
                  </a:moveTo>
                  <a:lnTo>
                    <a:pt x="6180290" y="2230209"/>
                  </a:lnTo>
                  <a:lnTo>
                    <a:pt x="6180290" y="1689252"/>
                  </a:lnTo>
                  <a:lnTo>
                    <a:pt x="6010046" y="1689252"/>
                  </a:lnTo>
                  <a:lnTo>
                    <a:pt x="6010046" y="2329637"/>
                  </a:lnTo>
                  <a:lnTo>
                    <a:pt x="6010046" y="2672435"/>
                  </a:lnTo>
                  <a:lnTo>
                    <a:pt x="6140996" y="2672435"/>
                  </a:lnTo>
                  <a:lnTo>
                    <a:pt x="6140996" y="2719387"/>
                  </a:lnTo>
                  <a:lnTo>
                    <a:pt x="6416599" y="2719387"/>
                  </a:lnTo>
                  <a:lnTo>
                    <a:pt x="6416599" y="2329637"/>
                  </a:lnTo>
                  <a:lnTo>
                    <a:pt x="6416599" y="2230209"/>
                  </a:lnTo>
                  <a:close/>
                </a:path>
                <a:path w="7740650" h="2781934">
                  <a:moveTo>
                    <a:pt x="7740256" y="2007755"/>
                  </a:moveTo>
                  <a:lnTo>
                    <a:pt x="7288009" y="2007755"/>
                  </a:lnTo>
                  <a:lnTo>
                    <a:pt x="7288009" y="2204961"/>
                  </a:lnTo>
                  <a:lnTo>
                    <a:pt x="6993369" y="2204961"/>
                  </a:lnTo>
                  <a:lnTo>
                    <a:pt x="6993369" y="2329637"/>
                  </a:lnTo>
                  <a:lnTo>
                    <a:pt x="6993369" y="2425535"/>
                  </a:lnTo>
                  <a:lnTo>
                    <a:pt x="6993369" y="2642590"/>
                  </a:lnTo>
                  <a:lnTo>
                    <a:pt x="7460818" y="2642590"/>
                  </a:lnTo>
                  <a:lnTo>
                    <a:pt x="7460818" y="2425535"/>
                  </a:lnTo>
                  <a:lnTo>
                    <a:pt x="7740256" y="2425535"/>
                  </a:lnTo>
                  <a:lnTo>
                    <a:pt x="7740256" y="2337765"/>
                  </a:lnTo>
                  <a:lnTo>
                    <a:pt x="7740256" y="2329637"/>
                  </a:lnTo>
                  <a:lnTo>
                    <a:pt x="7740256" y="2007755"/>
                  </a:lnTo>
                  <a:close/>
                </a:path>
              </a:pathLst>
            </a:custGeom>
            <a:solidFill>
              <a:srgbClr val="FFEC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6010057" y="7627715"/>
              <a:ext cx="170815" cy="20320"/>
            </a:xfrm>
            <a:custGeom>
              <a:avLst/>
              <a:gdLst/>
              <a:ahLst/>
              <a:cxnLst/>
              <a:rect l="l" t="t" r="r" b="b"/>
              <a:pathLst>
                <a:path w="170814" h="20320">
                  <a:moveTo>
                    <a:pt x="170235" y="0"/>
                  </a:moveTo>
                  <a:lnTo>
                    <a:pt x="0" y="0"/>
                  </a:lnTo>
                  <a:lnTo>
                    <a:pt x="0" y="20072"/>
                  </a:lnTo>
                  <a:lnTo>
                    <a:pt x="170235" y="20072"/>
                  </a:lnTo>
                  <a:lnTo>
                    <a:pt x="170235" y="0"/>
                  </a:lnTo>
                  <a:close/>
                </a:path>
              </a:pathLst>
            </a:custGeom>
            <a:solidFill>
              <a:srgbClr val="FFECAE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 descr=""/>
            <p:cNvSpPr/>
            <p:nvPr/>
          </p:nvSpPr>
          <p:spPr>
            <a:xfrm>
              <a:off x="6030811" y="6494608"/>
              <a:ext cx="129539" cy="1356360"/>
            </a:xfrm>
            <a:custGeom>
              <a:avLst/>
              <a:gdLst/>
              <a:ahLst/>
              <a:cxnLst/>
              <a:rect l="l" t="t" r="r" b="b"/>
              <a:pathLst>
                <a:path w="129539" h="1356359">
                  <a:moveTo>
                    <a:pt x="33680" y="483082"/>
                  </a:moveTo>
                  <a:lnTo>
                    <a:pt x="0" y="483082"/>
                  </a:lnTo>
                  <a:lnTo>
                    <a:pt x="0" y="1114780"/>
                  </a:lnTo>
                  <a:lnTo>
                    <a:pt x="33680" y="1114780"/>
                  </a:lnTo>
                  <a:lnTo>
                    <a:pt x="33680" y="483082"/>
                  </a:lnTo>
                  <a:close/>
                </a:path>
                <a:path w="129539" h="1356359">
                  <a:moveTo>
                    <a:pt x="98755" y="1308633"/>
                  </a:moveTo>
                  <a:lnTo>
                    <a:pt x="29959" y="1308633"/>
                  </a:lnTo>
                  <a:lnTo>
                    <a:pt x="32664" y="1326984"/>
                  </a:lnTo>
                  <a:lnTo>
                    <a:pt x="40043" y="1341970"/>
                  </a:lnTo>
                  <a:lnTo>
                    <a:pt x="50977" y="1352067"/>
                  </a:lnTo>
                  <a:lnTo>
                    <a:pt x="64363" y="1355775"/>
                  </a:lnTo>
                  <a:lnTo>
                    <a:pt x="77749" y="1352067"/>
                  </a:lnTo>
                  <a:lnTo>
                    <a:pt x="88684" y="1341970"/>
                  </a:lnTo>
                  <a:lnTo>
                    <a:pt x="96050" y="1326984"/>
                  </a:lnTo>
                  <a:lnTo>
                    <a:pt x="98755" y="1308633"/>
                  </a:lnTo>
                  <a:close/>
                </a:path>
                <a:path w="129539" h="1356359">
                  <a:moveTo>
                    <a:pt x="110185" y="0"/>
                  </a:moveTo>
                  <a:lnTo>
                    <a:pt x="66573" y="0"/>
                  </a:lnTo>
                  <a:lnTo>
                    <a:pt x="20307" y="0"/>
                  </a:lnTo>
                  <a:lnTo>
                    <a:pt x="20307" y="457415"/>
                  </a:lnTo>
                  <a:lnTo>
                    <a:pt x="66573" y="457415"/>
                  </a:lnTo>
                  <a:lnTo>
                    <a:pt x="110185" y="457415"/>
                  </a:lnTo>
                  <a:lnTo>
                    <a:pt x="110185" y="0"/>
                  </a:lnTo>
                  <a:close/>
                </a:path>
                <a:path w="129539" h="1356359">
                  <a:moveTo>
                    <a:pt x="129222" y="483082"/>
                  </a:moveTo>
                  <a:lnTo>
                    <a:pt x="95758" y="483082"/>
                  </a:lnTo>
                  <a:lnTo>
                    <a:pt x="95554" y="483082"/>
                  </a:lnTo>
                  <a:lnTo>
                    <a:pt x="33693" y="483082"/>
                  </a:lnTo>
                  <a:lnTo>
                    <a:pt x="33693" y="1114780"/>
                  </a:lnTo>
                  <a:lnTo>
                    <a:pt x="95554" y="1114780"/>
                  </a:lnTo>
                  <a:lnTo>
                    <a:pt x="95758" y="1114780"/>
                  </a:lnTo>
                  <a:lnTo>
                    <a:pt x="129222" y="1114780"/>
                  </a:lnTo>
                  <a:lnTo>
                    <a:pt x="129222" y="483082"/>
                  </a:lnTo>
                  <a:close/>
                </a:path>
              </a:pathLst>
            </a:custGeom>
            <a:solidFill>
              <a:srgbClr val="FFEC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6030811" y="7144899"/>
              <a:ext cx="129539" cy="360045"/>
            </a:xfrm>
            <a:custGeom>
              <a:avLst/>
              <a:gdLst/>
              <a:ahLst/>
              <a:cxnLst/>
              <a:rect l="l" t="t" r="r" b="b"/>
              <a:pathLst>
                <a:path w="129539" h="360045">
                  <a:moveTo>
                    <a:pt x="129222" y="290639"/>
                  </a:moveTo>
                  <a:lnTo>
                    <a:pt x="0" y="290639"/>
                  </a:lnTo>
                  <a:lnTo>
                    <a:pt x="0" y="309219"/>
                  </a:lnTo>
                  <a:lnTo>
                    <a:pt x="129222" y="309219"/>
                  </a:lnTo>
                  <a:lnTo>
                    <a:pt x="129222" y="290639"/>
                  </a:lnTo>
                  <a:close/>
                </a:path>
                <a:path w="129539" h="360045">
                  <a:moveTo>
                    <a:pt x="129324" y="341071"/>
                  </a:moveTo>
                  <a:lnTo>
                    <a:pt x="114" y="341071"/>
                  </a:lnTo>
                  <a:lnTo>
                    <a:pt x="114" y="359638"/>
                  </a:lnTo>
                  <a:lnTo>
                    <a:pt x="129324" y="359638"/>
                  </a:lnTo>
                  <a:lnTo>
                    <a:pt x="129324" y="341071"/>
                  </a:lnTo>
                  <a:close/>
                </a:path>
                <a:path w="129539" h="360045">
                  <a:moveTo>
                    <a:pt x="129324" y="50431"/>
                  </a:moveTo>
                  <a:lnTo>
                    <a:pt x="114" y="50431"/>
                  </a:lnTo>
                  <a:lnTo>
                    <a:pt x="114" y="68999"/>
                  </a:lnTo>
                  <a:lnTo>
                    <a:pt x="129324" y="68999"/>
                  </a:lnTo>
                  <a:lnTo>
                    <a:pt x="129324" y="50431"/>
                  </a:lnTo>
                  <a:close/>
                </a:path>
                <a:path w="129539" h="360045">
                  <a:moveTo>
                    <a:pt x="129324" y="0"/>
                  </a:moveTo>
                  <a:lnTo>
                    <a:pt x="114" y="0"/>
                  </a:lnTo>
                  <a:lnTo>
                    <a:pt x="114" y="18580"/>
                  </a:lnTo>
                  <a:lnTo>
                    <a:pt x="129324" y="18580"/>
                  </a:lnTo>
                  <a:lnTo>
                    <a:pt x="129324" y="0"/>
                  </a:lnTo>
                  <a:close/>
                </a:path>
              </a:pathLst>
            </a:custGeom>
            <a:solidFill>
              <a:srgbClr val="FFECAE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2" name="object 82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998288" y="6937421"/>
              <a:ext cx="196079" cy="65025"/>
            </a:xfrm>
            <a:prstGeom prst="rect">
              <a:avLst/>
            </a:prstGeom>
          </p:spPr>
        </p:pic>
        <p:sp>
          <p:nvSpPr>
            <p:cNvPr id="83" name="object 83" descr=""/>
            <p:cNvSpPr/>
            <p:nvPr/>
          </p:nvSpPr>
          <p:spPr>
            <a:xfrm>
              <a:off x="6028105" y="6436874"/>
              <a:ext cx="311785" cy="1763395"/>
            </a:xfrm>
            <a:custGeom>
              <a:avLst/>
              <a:gdLst/>
              <a:ahLst/>
              <a:cxnLst/>
              <a:rect l="l" t="t" r="r" b="b"/>
              <a:pathLst>
                <a:path w="311785" h="1763395">
                  <a:moveTo>
                    <a:pt x="136436" y="12979"/>
                  </a:moveTo>
                  <a:lnTo>
                    <a:pt x="12" y="12979"/>
                  </a:lnTo>
                  <a:lnTo>
                    <a:pt x="12" y="35750"/>
                  </a:lnTo>
                  <a:lnTo>
                    <a:pt x="22644" y="57746"/>
                  </a:lnTo>
                  <a:lnTo>
                    <a:pt x="112623" y="57746"/>
                  </a:lnTo>
                  <a:lnTo>
                    <a:pt x="136423" y="35750"/>
                  </a:lnTo>
                  <a:lnTo>
                    <a:pt x="136436" y="12979"/>
                  </a:lnTo>
                  <a:close/>
                </a:path>
                <a:path w="311785" h="1763395">
                  <a:moveTo>
                    <a:pt x="136436" y="0"/>
                  </a:moveTo>
                  <a:lnTo>
                    <a:pt x="12" y="0"/>
                  </a:lnTo>
                  <a:lnTo>
                    <a:pt x="12" y="12966"/>
                  </a:lnTo>
                  <a:lnTo>
                    <a:pt x="136436" y="12966"/>
                  </a:lnTo>
                  <a:lnTo>
                    <a:pt x="136436" y="0"/>
                  </a:lnTo>
                  <a:close/>
                </a:path>
                <a:path w="311785" h="1763395">
                  <a:moveTo>
                    <a:pt x="311772" y="1583994"/>
                  </a:moveTo>
                  <a:lnTo>
                    <a:pt x="181825" y="1583994"/>
                  </a:lnTo>
                  <a:lnTo>
                    <a:pt x="181825" y="1762963"/>
                  </a:lnTo>
                  <a:lnTo>
                    <a:pt x="311772" y="1762963"/>
                  </a:lnTo>
                  <a:lnTo>
                    <a:pt x="311772" y="1583994"/>
                  </a:lnTo>
                  <a:close/>
                </a:path>
              </a:pathLst>
            </a:custGeom>
            <a:solidFill>
              <a:srgbClr val="FFECAE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4" name="object 84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6310" y="6737632"/>
              <a:ext cx="165282" cy="261334"/>
            </a:xfrm>
            <a:prstGeom prst="rect">
              <a:avLst/>
            </a:prstGeom>
          </p:spPr>
        </p:pic>
        <p:sp>
          <p:nvSpPr>
            <p:cNvPr id="85" name="object 85" descr=""/>
            <p:cNvSpPr/>
            <p:nvPr/>
          </p:nvSpPr>
          <p:spPr>
            <a:xfrm>
              <a:off x="762584" y="7988636"/>
              <a:ext cx="488950" cy="374015"/>
            </a:xfrm>
            <a:custGeom>
              <a:avLst/>
              <a:gdLst/>
              <a:ahLst/>
              <a:cxnLst/>
              <a:rect l="l" t="t" r="r" b="b"/>
              <a:pathLst>
                <a:path w="488950" h="374015">
                  <a:moveTo>
                    <a:pt x="0" y="373873"/>
                  </a:moveTo>
                  <a:lnTo>
                    <a:pt x="488718" y="373873"/>
                  </a:lnTo>
                  <a:lnTo>
                    <a:pt x="488718" y="0"/>
                  </a:lnTo>
                  <a:lnTo>
                    <a:pt x="0" y="0"/>
                  </a:lnTo>
                  <a:lnTo>
                    <a:pt x="0" y="373873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6" name="object 86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759240" y="5665118"/>
              <a:ext cx="140561" cy="399903"/>
            </a:xfrm>
            <a:prstGeom prst="rect">
              <a:avLst/>
            </a:prstGeom>
          </p:spPr>
        </p:pic>
        <p:sp>
          <p:nvSpPr>
            <p:cNvPr id="87" name="object 87" descr=""/>
            <p:cNvSpPr/>
            <p:nvPr/>
          </p:nvSpPr>
          <p:spPr>
            <a:xfrm>
              <a:off x="2259656" y="6031010"/>
              <a:ext cx="1139825" cy="1308100"/>
            </a:xfrm>
            <a:custGeom>
              <a:avLst/>
              <a:gdLst/>
              <a:ahLst/>
              <a:cxnLst/>
              <a:rect l="l" t="t" r="r" b="b"/>
              <a:pathLst>
                <a:path w="1139825" h="1308100">
                  <a:moveTo>
                    <a:pt x="569511" y="0"/>
                  </a:moveTo>
                  <a:lnTo>
                    <a:pt x="504964" y="8026"/>
                  </a:lnTo>
                  <a:lnTo>
                    <a:pt x="436799" y="31343"/>
                  </a:lnTo>
                  <a:lnTo>
                    <a:pt x="402003" y="48377"/>
                  </a:lnTo>
                  <a:lnTo>
                    <a:pt x="367074" y="68804"/>
                  </a:lnTo>
                  <a:lnTo>
                    <a:pt x="332269" y="92480"/>
                  </a:lnTo>
                  <a:lnTo>
                    <a:pt x="297845" y="119263"/>
                  </a:lnTo>
                  <a:lnTo>
                    <a:pt x="264060" y="149008"/>
                  </a:lnTo>
                  <a:lnTo>
                    <a:pt x="231171" y="181573"/>
                  </a:lnTo>
                  <a:lnTo>
                    <a:pt x="199435" y="216815"/>
                  </a:lnTo>
                  <a:lnTo>
                    <a:pt x="169109" y="254590"/>
                  </a:lnTo>
                  <a:lnTo>
                    <a:pt x="140450" y="294755"/>
                  </a:lnTo>
                  <a:lnTo>
                    <a:pt x="113716" y="337167"/>
                  </a:lnTo>
                  <a:lnTo>
                    <a:pt x="89165" y="381682"/>
                  </a:lnTo>
                  <a:lnTo>
                    <a:pt x="67052" y="428157"/>
                  </a:lnTo>
                  <a:lnTo>
                    <a:pt x="47635" y="476450"/>
                  </a:lnTo>
                  <a:lnTo>
                    <a:pt x="31172" y="526416"/>
                  </a:lnTo>
                  <a:lnTo>
                    <a:pt x="17920" y="577913"/>
                  </a:lnTo>
                  <a:lnTo>
                    <a:pt x="8136" y="630798"/>
                  </a:lnTo>
                  <a:lnTo>
                    <a:pt x="2076" y="684926"/>
                  </a:lnTo>
                  <a:lnTo>
                    <a:pt x="0" y="740155"/>
                  </a:lnTo>
                  <a:lnTo>
                    <a:pt x="438" y="766489"/>
                  </a:lnTo>
                  <a:lnTo>
                    <a:pt x="6572" y="851388"/>
                  </a:lnTo>
                  <a:lnTo>
                    <a:pt x="15328" y="905854"/>
                  </a:lnTo>
                  <a:lnTo>
                    <a:pt x="27523" y="956327"/>
                  </a:lnTo>
                  <a:lnTo>
                    <a:pt x="43008" y="1002915"/>
                  </a:lnTo>
                  <a:lnTo>
                    <a:pt x="61637" y="1045724"/>
                  </a:lnTo>
                  <a:lnTo>
                    <a:pt x="83260" y="1084860"/>
                  </a:lnTo>
                  <a:lnTo>
                    <a:pt x="107729" y="1120431"/>
                  </a:lnTo>
                  <a:lnTo>
                    <a:pt x="134897" y="1152544"/>
                  </a:lnTo>
                  <a:lnTo>
                    <a:pt x="164616" y="1181304"/>
                  </a:lnTo>
                  <a:lnTo>
                    <a:pt x="196737" y="1206819"/>
                  </a:lnTo>
                  <a:lnTo>
                    <a:pt x="231113" y="1229195"/>
                  </a:lnTo>
                  <a:lnTo>
                    <a:pt x="267594" y="1248539"/>
                  </a:lnTo>
                  <a:lnTo>
                    <a:pt x="306035" y="1264958"/>
                  </a:lnTo>
                  <a:lnTo>
                    <a:pt x="346285" y="1278558"/>
                  </a:lnTo>
                  <a:lnTo>
                    <a:pt x="388198" y="1289446"/>
                  </a:lnTo>
                  <a:lnTo>
                    <a:pt x="431625" y="1297729"/>
                  </a:lnTo>
                  <a:lnTo>
                    <a:pt x="476418" y="1303513"/>
                  </a:lnTo>
                  <a:lnTo>
                    <a:pt x="522430" y="1306905"/>
                  </a:lnTo>
                  <a:lnTo>
                    <a:pt x="569511" y="1308012"/>
                  </a:lnTo>
                  <a:lnTo>
                    <a:pt x="616329" y="1306807"/>
                  </a:lnTo>
                  <a:lnTo>
                    <a:pt x="662095" y="1303147"/>
                  </a:lnTo>
                  <a:lnTo>
                    <a:pt x="706663" y="1296964"/>
                  </a:lnTo>
                  <a:lnTo>
                    <a:pt x="749888" y="1288190"/>
                  </a:lnTo>
                  <a:lnTo>
                    <a:pt x="791624" y="1276758"/>
                  </a:lnTo>
                  <a:lnTo>
                    <a:pt x="831724" y="1262599"/>
                  </a:lnTo>
                  <a:lnTo>
                    <a:pt x="870043" y="1245646"/>
                  </a:lnTo>
                  <a:lnTo>
                    <a:pt x="906435" y="1225832"/>
                  </a:lnTo>
                  <a:lnTo>
                    <a:pt x="940754" y="1203088"/>
                  </a:lnTo>
                  <a:lnTo>
                    <a:pt x="972855" y="1177346"/>
                  </a:lnTo>
                  <a:lnTo>
                    <a:pt x="1002590" y="1148539"/>
                  </a:lnTo>
                  <a:lnTo>
                    <a:pt x="1029815" y="1116599"/>
                  </a:lnTo>
                  <a:lnTo>
                    <a:pt x="1054384" y="1081458"/>
                  </a:lnTo>
                  <a:lnTo>
                    <a:pt x="1076150" y="1043049"/>
                  </a:lnTo>
                  <a:lnTo>
                    <a:pt x="1094967" y="1001303"/>
                  </a:lnTo>
                  <a:lnTo>
                    <a:pt x="1110691" y="956153"/>
                  </a:lnTo>
                  <a:lnTo>
                    <a:pt x="1123174" y="907531"/>
                  </a:lnTo>
                  <a:lnTo>
                    <a:pt x="1132271" y="855369"/>
                  </a:lnTo>
                  <a:lnTo>
                    <a:pt x="1137836" y="799600"/>
                  </a:lnTo>
                  <a:lnTo>
                    <a:pt x="1139724" y="740155"/>
                  </a:lnTo>
                  <a:lnTo>
                    <a:pt x="1137819" y="687178"/>
                  </a:lnTo>
                  <a:lnTo>
                    <a:pt x="1132252" y="635238"/>
                  </a:lnTo>
                  <a:lnTo>
                    <a:pt x="1123244" y="584449"/>
                  </a:lnTo>
                  <a:lnTo>
                    <a:pt x="1111019" y="534927"/>
                  </a:lnTo>
                  <a:lnTo>
                    <a:pt x="1095799" y="486788"/>
                  </a:lnTo>
                  <a:lnTo>
                    <a:pt x="1077805" y="440147"/>
                  </a:lnTo>
                  <a:lnTo>
                    <a:pt x="1057260" y="395120"/>
                  </a:lnTo>
                  <a:lnTo>
                    <a:pt x="1034387" y="351821"/>
                  </a:lnTo>
                  <a:lnTo>
                    <a:pt x="1003005" y="300495"/>
                  </a:lnTo>
                  <a:lnTo>
                    <a:pt x="968839" y="252366"/>
                  </a:lnTo>
                  <a:lnTo>
                    <a:pt x="932323" y="207675"/>
                  </a:lnTo>
                  <a:lnTo>
                    <a:pt x="893890" y="166663"/>
                  </a:lnTo>
                  <a:lnTo>
                    <a:pt x="853974" y="129573"/>
                  </a:lnTo>
                  <a:lnTo>
                    <a:pt x="813010" y="96644"/>
                  </a:lnTo>
                  <a:lnTo>
                    <a:pt x="771432" y="68120"/>
                  </a:lnTo>
                  <a:lnTo>
                    <a:pt x="729672" y="44240"/>
                  </a:lnTo>
                  <a:lnTo>
                    <a:pt x="688167" y="25247"/>
                  </a:lnTo>
                  <a:lnTo>
                    <a:pt x="647349" y="11381"/>
                  </a:lnTo>
                  <a:lnTo>
                    <a:pt x="607652" y="2885"/>
                  </a:lnTo>
                  <a:lnTo>
                    <a:pt x="56951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 descr=""/>
            <p:cNvSpPr/>
            <p:nvPr/>
          </p:nvSpPr>
          <p:spPr>
            <a:xfrm>
              <a:off x="2235712" y="6992771"/>
              <a:ext cx="1188085" cy="63500"/>
            </a:xfrm>
            <a:custGeom>
              <a:avLst/>
              <a:gdLst/>
              <a:ahLst/>
              <a:cxnLst/>
              <a:rect l="l" t="t" r="r" b="b"/>
              <a:pathLst>
                <a:path w="1188085" h="63500">
                  <a:moveTo>
                    <a:pt x="1187524" y="0"/>
                  </a:moveTo>
                  <a:lnTo>
                    <a:pt x="0" y="0"/>
                  </a:lnTo>
                  <a:lnTo>
                    <a:pt x="0" y="63369"/>
                  </a:lnTo>
                  <a:lnTo>
                    <a:pt x="1187524" y="63369"/>
                  </a:lnTo>
                  <a:lnTo>
                    <a:pt x="1187524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 descr=""/>
            <p:cNvSpPr/>
            <p:nvPr/>
          </p:nvSpPr>
          <p:spPr>
            <a:xfrm>
              <a:off x="2331227" y="6031010"/>
              <a:ext cx="862330" cy="838835"/>
            </a:xfrm>
            <a:custGeom>
              <a:avLst/>
              <a:gdLst/>
              <a:ahLst/>
              <a:cxnLst/>
              <a:rect l="l" t="t" r="r" b="b"/>
              <a:pathLst>
                <a:path w="862330" h="838834">
                  <a:moveTo>
                    <a:pt x="474498" y="0"/>
                  </a:moveTo>
                  <a:lnTo>
                    <a:pt x="415148" y="9689"/>
                  </a:lnTo>
                  <a:lnTo>
                    <a:pt x="352357" y="37741"/>
                  </a:lnTo>
                  <a:lnTo>
                    <a:pt x="288408" y="82629"/>
                  </a:lnTo>
                  <a:lnTo>
                    <a:pt x="256712" y="110910"/>
                  </a:lnTo>
                  <a:lnTo>
                    <a:pt x="225583" y="142829"/>
                  </a:lnTo>
                  <a:lnTo>
                    <a:pt x="195304" y="178194"/>
                  </a:lnTo>
                  <a:lnTo>
                    <a:pt x="166162" y="216815"/>
                  </a:lnTo>
                  <a:lnTo>
                    <a:pt x="138442" y="258501"/>
                  </a:lnTo>
                  <a:lnTo>
                    <a:pt x="112428" y="303062"/>
                  </a:lnTo>
                  <a:lnTo>
                    <a:pt x="88407" y="350307"/>
                  </a:lnTo>
                  <a:lnTo>
                    <a:pt x="66663" y="400045"/>
                  </a:lnTo>
                  <a:lnTo>
                    <a:pt x="47482" y="452086"/>
                  </a:lnTo>
                  <a:lnTo>
                    <a:pt x="31149" y="506238"/>
                  </a:lnTo>
                  <a:lnTo>
                    <a:pt x="17949" y="562312"/>
                  </a:lnTo>
                  <a:lnTo>
                    <a:pt x="8167" y="620117"/>
                  </a:lnTo>
                  <a:lnTo>
                    <a:pt x="2089" y="679461"/>
                  </a:lnTo>
                  <a:lnTo>
                    <a:pt x="0" y="740155"/>
                  </a:lnTo>
                  <a:lnTo>
                    <a:pt x="361" y="766489"/>
                  </a:lnTo>
                  <a:lnTo>
                    <a:pt x="44261" y="808897"/>
                  </a:lnTo>
                  <a:lnTo>
                    <a:pt x="88538" y="821632"/>
                  </a:lnTo>
                  <a:lnTo>
                    <a:pt x="133908" y="830895"/>
                  </a:lnTo>
                  <a:lnTo>
                    <a:pt x="180289" y="836551"/>
                  </a:lnTo>
                  <a:lnTo>
                    <a:pt x="227595" y="838466"/>
                  </a:lnTo>
                  <a:lnTo>
                    <a:pt x="274028" y="836639"/>
                  </a:lnTo>
                  <a:lnTo>
                    <a:pt x="319651" y="831233"/>
                  </a:lnTo>
                  <a:lnTo>
                    <a:pt x="364368" y="822364"/>
                  </a:lnTo>
                  <a:lnTo>
                    <a:pt x="408086" y="810146"/>
                  </a:lnTo>
                  <a:lnTo>
                    <a:pt x="450707" y="794695"/>
                  </a:lnTo>
                  <a:lnTo>
                    <a:pt x="492138" y="776125"/>
                  </a:lnTo>
                  <a:lnTo>
                    <a:pt x="532283" y="754551"/>
                  </a:lnTo>
                  <a:lnTo>
                    <a:pt x="571047" y="730087"/>
                  </a:lnTo>
                  <a:lnTo>
                    <a:pt x="608336" y="702850"/>
                  </a:lnTo>
                  <a:lnTo>
                    <a:pt x="644053" y="672953"/>
                  </a:lnTo>
                  <a:lnTo>
                    <a:pt x="678104" y="640511"/>
                  </a:lnTo>
                  <a:lnTo>
                    <a:pt x="710393" y="605640"/>
                  </a:lnTo>
                  <a:lnTo>
                    <a:pt x="740826" y="568454"/>
                  </a:lnTo>
                  <a:lnTo>
                    <a:pt x="769308" y="529068"/>
                  </a:lnTo>
                  <a:lnTo>
                    <a:pt x="795743" y="487597"/>
                  </a:lnTo>
                  <a:lnTo>
                    <a:pt x="820036" y="444155"/>
                  </a:lnTo>
                  <a:lnTo>
                    <a:pt x="842092" y="398859"/>
                  </a:lnTo>
                  <a:lnTo>
                    <a:pt x="861816" y="351821"/>
                  </a:lnTo>
                  <a:lnTo>
                    <a:pt x="833173" y="295984"/>
                  </a:lnTo>
                  <a:lnTo>
                    <a:pt x="801807" y="243978"/>
                  </a:lnTo>
                  <a:lnTo>
                    <a:pt x="768190" y="196115"/>
                  </a:lnTo>
                  <a:lnTo>
                    <a:pt x="732789" y="152710"/>
                  </a:lnTo>
                  <a:lnTo>
                    <a:pt x="696076" y="114075"/>
                  </a:lnTo>
                  <a:lnTo>
                    <a:pt x="658518" y="80524"/>
                  </a:lnTo>
                  <a:lnTo>
                    <a:pt x="620585" y="52371"/>
                  </a:lnTo>
                  <a:lnTo>
                    <a:pt x="582748" y="29929"/>
                  </a:lnTo>
                  <a:lnTo>
                    <a:pt x="545474" y="13510"/>
                  </a:lnTo>
                  <a:lnTo>
                    <a:pt x="47449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 descr=""/>
            <p:cNvSpPr/>
            <p:nvPr/>
          </p:nvSpPr>
          <p:spPr>
            <a:xfrm>
              <a:off x="2826290" y="7153991"/>
              <a:ext cx="587375" cy="323850"/>
            </a:xfrm>
            <a:custGeom>
              <a:avLst/>
              <a:gdLst/>
              <a:ahLst/>
              <a:cxnLst/>
              <a:rect l="l" t="t" r="r" b="b"/>
              <a:pathLst>
                <a:path w="587375" h="323850">
                  <a:moveTo>
                    <a:pt x="0" y="323676"/>
                  </a:moveTo>
                  <a:lnTo>
                    <a:pt x="586840" y="323676"/>
                  </a:lnTo>
                  <a:lnTo>
                    <a:pt x="586840" y="0"/>
                  </a:lnTo>
                  <a:lnTo>
                    <a:pt x="0" y="0"/>
                  </a:lnTo>
                  <a:lnTo>
                    <a:pt x="0" y="323676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 descr=""/>
            <p:cNvSpPr/>
            <p:nvPr/>
          </p:nvSpPr>
          <p:spPr>
            <a:xfrm>
              <a:off x="2239460" y="7153991"/>
              <a:ext cx="587375" cy="391795"/>
            </a:xfrm>
            <a:custGeom>
              <a:avLst/>
              <a:gdLst/>
              <a:ahLst/>
              <a:cxnLst/>
              <a:rect l="l" t="t" r="r" b="b"/>
              <a:pathLst>
                <a:path w="587375" h="391795">
                  <a:moveTo>
                    <a:pt x="586830" y="0"/>
                  </a:moveTo>
                  <a:lnTo>
                    <a:pt x="0" y="0"/>
                  </a:lnTo>
                  <a:lnTo>
                    <a:pt x="0" y="391652"/>
                  </a:lnTo>
                  <a:lnTo>
                    <a:pt x="586830" y="391652"/>
                  </a:lnTo>
                  <a:lnTo>
                    <a:pt x="586830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 descr=""/>
            <p:cNvSpPr/>
            <p:nvPr/>
          </p:nvSpPr>
          <p:spPr>
            <a:xfrm>
              <a:off x="2199817" y="7055973"/>
              <a:ext cx="1253490" cy="98425"/>
            </a:xfrm>
            <a:custGeom>
              <a:avLst/>
              <a:gdLst/>
              <a:ahLst/>
              <a:cxnLst/>
              <a:rect l="l" t="t" r="r" b="b"/>
              <a:pathLst>
                <a:path w="1253489" h="98425">
                  <a:moveTo>
                    <a:pt x="1252946" y="0"/>
                  </a:moveTo>
                  <a:lnTo>
                    <a:pt x="0" y="0"/>
                  </a:lnTo>
                  <a:lnTo>
                    <a:pt x="0" y="98017"/>
                  </a:lnTo>
                  <a:lnTo>
                    <a:pt x="1252946" y="98017"/>
                  </a:lnTo>
                  <a:lnTo>
                    <a:pt x="1252946" y="0"/>
                  </a:lnTo>
                  <a:close/>
                </a:path>
              </a:pathLst>
            </a:custGeom>
            <a:solidFill>
              <a:srgbClr val="81D3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3" name="object 93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273486" y="7201175"/>
              <a:ext cx="79683" cy="205260"/>
            </a:xfrm>
            <a:prstGeom prst="rect">
              <a:avLst/>
            </a:prstGeom>
          </p:spPr>
        </p:pic>
        <p:pic>
          <p:nvPicPr>
            <p:cNvPr id="94" name="object 94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388308" y="7201175"/>
              <a:ext cx="79683" cy="205260"/>
            </a:xfrm>
            <a:prstGeom prst="rect">
              <a:avLst/>
            </a:prstGeom>
          </p:spPr>
        </p:pic>
        <p:pic>
          <p:nvPicPr>
            <p:cNvPr id="95" name="object 95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503131" y="7201175"/>
              <a:ext cx="79683" cy="205260"/>
            </a:xfrm>
            <a:prstGeom prst="rect">
              <a:avLst/>
            </a:prstGeom>
          </p:spPr>
        </p:pic>
        <p:pic>
          <p:nvPicPr>
            <p:cNvPr id="96" name="object 96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617953" y="7201175"/>
              <a:ext cx="79683" cy="205260"/>
            </a:xfrm>
            <a:prstGeom prst="rect">
              <a:avLst/>
            </a:prstGeom>
          </p:spPr>
        </p:pic>
        <p:pic>
          <p:nvPicPr>
            <p:cNvPr id="97" name="object 97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847599" y="7201175"/>
              <a:ext cx="79683" cy="205260"/>
            </a:xfrm>
            <a:prstGeom prst="rect">
              <a:avLst/>
            </a:prstGeom>
          </p:spPr>
        </p:pic>
        <p:pic>
          <p:nvPicPr>
            <p:cNvPr id="98" name="object 98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732776" y="7201175"/>
              <a:ext cx="79683" cy="205260"/>
            </a:xfrm>
            <a:prstGeom prst="rect">
              <a:avLst/>
            </a:prstGeom>
          </p:spPr>
        </p:pic>
        <p:pic>
          <p:nvPicPr>
            <p:cNvPr id="99" name="object 99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962422" y="7201175"/>
              <a:ext cx="79683" cy="205260"/>
            </a:xfrm>
            <a:prstGeom prst="rect">
              <a:avLst/>
            </a:prstGeom>
          </p:spPr>
        </p:pic>
        <p:pic>
          <p:nvPicPr>
            <p:cNvPr id="100" name="object 100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077245" y="7201175"/>
              <a:ext cx="79683" cy="205260"/>
            </a:xfrm>
            <a:prstGeom prst="rect">
              <a:avLst/>
            </a:prstGeom>
          </p:spPr>
        </p:pic>
        <p:pic>
          <p:nvPicPr>
            <p:cNvPr id="101" name="object 101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305870" y="7201175"/>
              <a:ext cx="79683" cy="205260"/>
            </a:xfrm>
            <a:prstGeom prst="rect">
              <a:avLst/>
            </a:prstGeom>
          </p:spPr>
        </p:pic>
        <p:pic>
          <p:nvPicPr>
            <p:cNvPr id="102" name="object 102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192068" y="7201175"/>
              <a:ext cx="79683" cy="205260"/>
            </a:xfrm>
            <a:prstGeom prst="rect">
              <a:avLst/>
            </a:prstGeom>
          </p:spPr>
        </p:pic>
        <p:sp>
          <p:nvSpPr>
            <p:cNvPr id="103" name="object 103" descr=""/>
            <p:cNvSpPr/>
            <p:nvPr/>
          </p:nvSpPr>
          <p:spPr>
            <a:xfrm>
              <a:off x="2199817" y="7055973"/>
              <a:ext cx="816610" cy="44450"/>
            </a:xfrm>
            <a:custGeom>
              <a:avLst/>
              <a:gdLst/>
              <a:ahLst/>
              <a:cxnLst/>
              <a:rect l="l" t="t" r="r" b="b"/>
              <a:pathLst>
                <a:path w="816610" h="44450">
                  <a:moveTo>
                    <a:pt x="816278" y="0"/>
                  </a:moveTo>
                  <a:lnTo>
                    <a:pt x="0" y="0"/>
                  </a:lnTo>
                  <a:lnTo>
                    <a:pt x="0" y="44092"/>
                  </a:lnTo>
                  <a:lnTo>
                    <a:pt x="816278" y="44092"/>
                  </a:lnTo>
                  <a:lnTo>
                    <a:pt x="81627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 descr=""/>
            <p:cNvSpPr/>
            <p:nvPr/>
          </p:nvSpPr>
          <p:spPr>
            <a:xfrm>
              <a:off x="2239460" y="7153991"/>
              <a:ext cx="1180465" cy="26034"/>
            </a:xfrm>
            <a:custGeom>
              <a:avLst/>
              <a:gdLst/>
              <a:ahLst/>
              <a:cxnLst/>
              <a:rect l="l" t="t" r="r" b="b"/>
              <a:pathLst>
                <a:path w="1180464" h="26034">
                  <a:moveTo>
                    <a:pt x="1180037" y="0"/>
                  </a:moveTo>
                  <a:lnTo>
                    <a:pt x="0" y="0"/>
                  </a:lnTo>
                  <a:lnTo>
                    <a:pt x="0" y="26030"/>
                  </a:lnTo>
                  <a:lnTo>
                    <a:pt x="1180037" y="26030"/>
                  </a:lnTo>
                  <a:lnTo>
                    <a:pt x="1180037" y="0"/>
                  </a:lnTo>
                  <a:close/>
                </a:path>
              </a:pathLst>
            </a:custGeom>
            <a:solidFill>
              <a:srgbClr val="9DDCF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5" name="object 105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6678636" y="6832230"/>
              <a:ext cx="111242" cy="267864"/>
            </a:xfrm>
            <a:prstGeom prst="rect">
              <a:avLst/>
            </a:prstGeom>
          </p:spPr>
        </p:pic>
        <p:sp>
          <p:nvSpPr>
            <p:cNvPr id="106" name="object 106" descr=""/>
            <p:cNvSpPr/>
            <p:nvPr/>
          </p:nvSpPr>
          <p:spPr>
            <a:xfrm>
              <a:off x="6283240" y="7073180"/>
              <a:ext cx="902335" cy="1035685"/>
            </a:xfrm>
            <a:custGeom>
              <a:avLst/>
              <a:gdLst/>
              <a:ahLst/>
              <a:cxnLst/>
              <a:rect l="l" t="t" r="r" b="b"/>
              <a:pathLst>
                <a:path w="902334" h="1035684">
                  <a:moveTo>
                    <a:pt x="450740" y="0"/>
                  </a:moveTo>
                  <a:lnTo>
                    <a:pt x="384013" y="10564"/>
                  </a:lnTo>
                  <a:lnTo>
                    <a:pt x="313291" y="40949"/>
                  </a:lnTo>
                  <a:lnTo>
                    <a:pt x="277535" y="62959"/>
                  </a:lnTo>
                  <a:lnTo>
                    <a:pt x="242104" y="89187"/>
                  </a:lnTo>
                  <a:lnTo>
                    <a:pt x="207439" y="119386"/>
                  </a:lnTo>
                  <a:lnTo>
                    <a:pt x="173982" y="153313"/>
                  </a:lnTo>
                  <a:lnTo>
                    <a:pt x="142174" y="190720"/>
                  </a:lnTo>
                  <a:lnTo>
                    <a:pt x="112455" y="231361"/>
                  </a:lnTo>
                  <a:lnTo>
                    <a:pt x="85267" y="274992"/>
                  </a:lnTo>
                  <a:lnTo>
                    <a:pt x="61051" y="321367"/>
                  </a:lnTo>
                  <a:lnTo>
                    <a:pt x="40249" y="370239"/>
                  </a:lnTo>
                  <a:lnTo>
                    <a:pt x="23302" y="421364"/>
                  </a:lnTo>
                  <a:lnTo>
                    <a:pt x="10650" y="474495"/>
                  </a:lnTo>
                  <a:lnTo>
                    <a:pt x="2736" y="529386"/>
                  </a:lnTo>
                  <a:lnTo>
                    <a:pt x="0" y="585793"/>
                  </a:lnTo>
                  <a:lnTo>
                    <a:pt x="346" y="606635"/>
                  </a:lnTo>
                  <a:lnTo>
                    <a:pt x="6775" y="685638"/>
                  </a:lnTo>
                  <a:lnTo>
                    <a:pt x="16946" y="738630"/>
                  </a:lnTo>
                  <a:lnTo>
                    <a:pt x="31383" y="786624"/>
                  </a:lnTo>
                  <a:lnTo>
                    <a:pt x="49848" y="829792"/>
                  </a:lnTo>
                  <a:lnTo>
                    <a:pt x="72104" y="868306"/>
                  </a:lnTo>
                  <a:lnTo>
                    <a:pt x="97912" y="902338"/>
                  </a:lnTo>
                  <a:lnTo>
                    <a:pt x="127034" y="932058"/>
                  </a:lnTo>
                  <a:lnTo>
                    <a:pt x="159232" y="957639"/>
                  </a:lnTo>
                  <a:lnTo>
                    <a:pt x="194268" y="979253"/>
                  </a:lnTo>
                  <a:lnTo>
                    <a:pt x="231903" y="997071"/>
                  </a:lnTo>
                  <a:lnTo>
                    <a:pt x="271900" y="1011264"/>
                  </a:lnTo>
                  <a:lnTo>
                    <a:pt x="314020" y="1022004"/>
                  </a:lnTo>
                  <a:lnTo>
                    <a:pt x="358026" y="1029463"/>
                  </a:lnTo>
                  <a:lnTo>
                    <a:pt x="403678" y="1033813"/>
                  </a:lnTo>
                  <a:lnTo>
                    <a:pt x="450740" y="1035225"/>
                  </a:lnTo>
                  <a:lnTo>
                    <a:pt x="496931" y="1033731"/>
                  </a:lnTo>
                  <a:lnTo>
                    <a:pt x="541777" y="1029180"/>
                  </a:lnTo>
                  <a:lnTo>
                    <a:pt x="585052" y="1021468"/>
                  </a:lnTo>
                  <a:lnTo>
                    <a:pt x="626530" y="1010488"/>
                  </a:lnTo>
                  <a:lnTo>
                    <a:pt x="665986" y="996138"/>
                  </a:lnTo>
                  <a:lnTo>
                    <a:pt x="703194" y="978311"/>
                  </a:lnTo>
                  <a:lnTo>
                    <a:pt x="737929" y="956903"/>
                  </a:lnTo>
                  <a:lnTo>
                    <a:pt x="769966" y="931809"/>
                  </a:lnTo>
                  <a:lnTo>
                    <a:pt x="799077" y="902924"/>
                  </a:lnTo>
                  <a:lnTo>
                    <a:pt x="825039" y="870144"/>
                  </a:lnTo>
                  <a:lnTo>
                    <a:pt x="847626" y="833364"/>
                  </a:lnTo>
                  <a:lnTo>
                    <a:pt x="866612" y="792479"/>
                  </a:lnTo>
                  <a:lnTo>
                    <a:pt x="881771" y="747384"/>
                  </a:lnTo>
                  <a:lnTo>
                    <a:pt x="892878" y="697975"/>
                  </a:lnTo>
                  <a:lnTo>
                    <a:pt x="899708" y="644146"/>
                  </a:lnTo>
                  <a:lnTo>
                    <a:pt x="902035" y="585793"/>
                  </a:lnTo>
                  <a:lnTo>
                    <a:pt x="899371" y="530066"/>
                  </a:lnTo>
                  <a:lnTo>
                    <a:pt x="891659" y="475851"/>
                  </a:lnTo>
                  <a:lnTo>
                    <a:pt x="879316" y="423366"/>
                  </a:lnTo>
                  <a:lnTo>
                    <a:pt x="862757" y="372827"/>
                  </a:lnTo>
                  <a:lnTo>
                    <a:pt x="842402" y="324450"/>
                  </a:lnTo>
                  <a:lnTo>
                    <a:pt x="818666" y="278452"/>
                  </a:lnTo>
                  <a:lnTo>
                    <a:pt x="788587" y="230003"/>
                  </a:lnTo>
                  <a:lnTo>
                    <a:pt x="755433" y="185252"/>
                  </a:lnTo>
                  <a:lnTo>
                    <a:pt x="719798" y="144530"/>
                  </a:lnTo>
                  <a:lnTo>
                    <a:pt x="682276" y="108166"/>
                  </a:lnTo>
                  <a:lnTo>
                    <a:pt x="643459" y="76491"/>
                  </a:lnTo>
                  <a:lnTo>
                    <a:pt x="603942" y="49834"/>
                  </a:lnTo>
                  <a:lnTo>
                    <a:pt x="564318" y="28527"/>
                  </a:lnTo>
                  <a:lnTo>
                    <a:pt x="525180" y="12898"/>
                  </a:lnTo>
                  <a:lnTo>
                    <a:pt x="487123" y="3279"/>
                  </a:lnTo>
                  <a:lnTo>
                    <a:pt x="4507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 descr=""/>
            <p:cNvSpPr/>
            <p:nvPr/>
          </p:nvSpPr>
          <p:spPr>
            <a:xfrm>
              <a:off x="6264290" y="7834368"/>
              <a:ext cx="940435" cy="50165"/>
            </a:xfrm>
            <a:custGeom>
              <a:avLst/>
              <a:gdLst/>
              <a:ahLst/>
              <a:cxnLst/>
              <a:rect l="l" t="t" r="r" b="b"/>
              <a:pathLst>
                <a:path w="940434" h="50165">
                  <a:moveTo>
                    <a:pt x="939866" y="0"/>
                  </a:moveTo>
                  <a:lnTo>
                    <a:pt x="0" y="0"/>
                  </a:lnTo>
                  <a:lnTo>
                    <a:pt x="0" y="50155"/>
                  </a:lnTo>
                  <a:lnTo>
                    <a:pt x="939866" y="50155"/>
                  </a:lnTo>
                  <a:lnTo>
                    <a:pt x="939866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 descr=""/>
            <p:cNvSpPr/>
            <p:nvPr/>
          </p:nvSpPr>
          <p:spPr>
            <a:xfrm>
              <a:off x="6339878" y="7073180"/>
              <a:ext cx="682625" cy="664210"/>
            </a:xfrm>
            <a:custGeom>
              <a:avLst/>
              <a:gdLst/>
              <a:ahLst/>
              <a:cxnLst/>
              <a:rect l="l" t="t" r="r" b="b"/>
              <a:pathLst>
                <a:path w="682625" h="664209">
                  <a:moveTo>
                    <a:pt x="375548" y="0"/>
                  </a:moveTo>
                  <a:lnTo>
                    <a:pt x="316337" y="11903"/>
                  </a:lnTo>
                  <a:lnTo>
                    <a:pt x="253576" y="46042"/>
                  </a:lnTo>
                  <a:lnTo>
                    <a:pt x="221967" y="70713"/>
                  </a:lnTo>
                  <a:lnTo>
                    <a:pt x="190793" y="100059"/>
                  </a:lnTo>
                  <a:lnTo>
                    <a:pt x="160495" y="133785"/>
                  </a:lnTo>
                  <a:lnTo>
                    <a:pt x="131514" y="171596"/>
                  </a:lnTo>
                  <a:lnTo>
                    <a:pt x="104291" y="213198"/>
                  </a:lnTo>
                  <a:lnTo>
                    <a:pt x="79268" y="258296"/>
                  </a:lnTo>
                  <a:lnTo>
                    <a:pt x="56884" y="306595"/>
                  </a:lnTo>
                  <a:lnTo>
                    <a:pt x="37581" y="357800"/>
                  </a:lnTo>
                  <a:lnTo>
                    <a:pt x="21801" y="411618"/>
                  </a:lnTo>
                  <a:lnTo>
                    <a:pt x="9983" y="467752"/>
                  </a:lnTo>
                  <a:lnTo>
                    <a:pt x="2569" y="525909"/>
                  </a:lnTo>
                  <a:lnTo>
                    <a:pt x="0" y="585793"/>
                  </a:lnTo>
                  <a:lnTo>
                    <a:pt x="587" y="617057"/>
                  </a:lnTo>
                  <a:lnTo>
                    <a:pt x="43713" y="642969"/>
                  </a:lnTo>
                  <a:lnTo>
                    <a:pt x="87927" y="654292"/>
                  </a:lnTo>
                  <a:lnTo>
                    <a:pt x="133443" y="661240"/>
                  </a:lnTo>
                  <a:lnTo>
                    <a:pt x="180130" y="663602"/>
                  </a:lnTo>
                  <a:lnTo>
                    <a:pt x="227266" y="661219"/>
                  </a:lnTo>
                  <a:lnTo>
                    <a:pt x="273307" y="654196"/>
                  </a:lnTo>
                  <a:lnTo>
                    <a:pt x="318091" y="642729"/>
                  </a:lnTo>
                  <a:lnTo>
                    <a:pt x="361461" y="627009"/>
                  </a:lnTo>
                  <a:lnTo>
                    <a:pt x="403254" y="607230"/>
                  </a:lnTo>
                  <a:lnTo>
                    <a:pt x="443312" y="583586"/>
                  </a:lnTo>
                  <a:lnTo>
                    <a:pt x="481474" y="556269"/>
                  </a:lnTo>
                  <a:lnTo>
                    <a:pt x="517581" y="525473"/>
                  </a:lnTo>
                  <a:lnTo>
                    <a:pt x="551472" y="491391"/>
                  </a:lnTo>
                  <a:lnTo>
                    <a:pt x="582988" y="454216"/>
                  </a:lnTo>
                  <a:lnTo>
                    <a:pt x="611968" y="414141"/>
                  </a:lnTo>
                  <a:lnTo>
                    <a:pt x="638252" y="371360"/>
                  </a:lnTo>
                  <a:lnTo>
                    <a:pt x="661681" y="326066"/>
                  </a:lnTo>
                  <a:lnTo>
                    <a:pt x="682094" y="278452"/>
                  </a:lnTo>
                  <a:lnTo>
                    <a:pt x="654080" y="224842"/>
                  </a:lnTo>
                  <a:lnTo>
                    <a:pt x="622972" y="175843"/>
                  </a:lnTo>
                  <a:lnTo>
                    <a:pt x="589447" y="131908"/>
                  </a:lnTo>
                  <a:lnTo>
                    <a:pt x="554184" y="93489"/>
                  </a:lnTo>
                  <a:lnTo>
                    <a:pt x="517862" y="61041"/>
                  </a:lnTo>
                  <a:lnTo>
                    <a:pt x="481158" y="35015"/>
                  </a:lnTo>
                  <a:lnTo>
                    <a:pt x="444753" y="15864"/>
                  </a:lnTo>
                  <a:lnTo>
                    <a:pt x="37554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 descr=""/>
            <p:cNvSpPr/>
            <p:nvPr/>
          </p:nvSpPr>
          <p:spPr>
            <a:xfrm>
              <a:off x="6731700" y="7961967"/>
              <a:ext cx="464820" cy="306705"/>
            </a:xfrm>
            <a:custGeom>
              <a:avLst/>
              <a:gdLst/>
              <a:ahLst/>
              <a:cxnLst/>
              <a:rect l="l" t="t" r="r" b="b"/>
              <a:pathLst>
                <a:path w="464820" h="306704">
                  <a:moveTo>
                    <a:pt x="0" y="306137"/>
                  </a:moveTo>
                  <a:lnTo>
                    <a:pt x="464457" y="306137"/>
                  </a:lnTo>
                  <a:lnTo>
                    <a:pt x="464457" y="0"/>
                  </a:lnTo>
                  <a:lnTo>
                    <a:pt x="0" y="0"/>
                  </a:lnTo>
                  <a:lnTo>
                    <a:pt x="0" y="306137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 descr=""/>
            <p:cNvSpPr/>
            <p:nvPr/>
          </p:nvSpPr>
          <p:spPr>
            <a:xfrm>
              <a:off x="6267247" y="7961978"/>
              <a:ext cx="464820" cy="310515"/>
            </a:xfrm>
            <a:custGeom>
              <a:avLst/>
              <a:gdLst/>
              <a:ahLst/>
              <a:cxnLst/>
              <a:rect l="l" t="t" r="r" b="b"/>
              <a:pathLst>
                <a:path w="464820" h="310515">
                  <a:moveTo>
                    <a:pt x="464451" y="0"/>
                  </a:moveTo>
                  <a:lnTo>
                    <a:pt x="0" y="0"/>
                  </a:lnTo>
                  <a:lnTo>
                    <a:pt x="0" y="306133"/>
                  </a:lnTo>
                  <a:lnTo>
                    <a:pt x="0" y="309968"/>
                  </a:lnTo>
                  <a:lnTo>
                    <a:pt x="464451" y="309968"/>
                  </a:lnTo>
                  <a:lnTo>
                    <a:pt x="464451" y="306133"/>
                  </a:lnTo>
                  <a:lnTo>
                    <a:pt x="464451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 descr=""/>
            <p:cNvSpPr/>
            <p:nvPr/>
          </p:nvSpPr>
          <p:spPr>
            <a:xfrm>
              <a:off x="6235883" y="7884388"/>
              <a:ext cx="991869" cy="78105"/>
            </a:xfrm>
            <a:custGeom>
              <a:avLst/>
              <a:gdLst/>
              <a:ahLst/>
              <a:cxnLst/>
              <a:rect l="l" t="t" r="r" b="b"/>
              <a:pathLst>
                <a:path w="991870" h="78104">
                  <a:moveTo>
                    <a:pt x="991645" y="0"/>
                  </a:moveTo>
                  <a:lnTo>
                    <a:pt x="0" y="0"/>
                  </a:lnTo>
                  <a:lnTo>
                    <a:pt x="0" y="77578"/>
                  </a:lnTo>
                  <a:lnTo>
                    <a:pt x="991645" y="77578"/>
                  </a:lnTo>
                  <a:lnTo>
                    <a:pt x="991645" y="0"/>
                  </a:lnTo>
                  <a:close/>
                </a:path>
              </a:pathLst>
            </a:custGeom>
            <a:solidFill>
              <a:srgbClr val="81D3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 descr=""/>
            <p:cNvSpPr/>
            <p:nvPr/>
          </p:nvSpPr>
          <p:spPr>
            <a:xfrm>
              <a:off x="6294183" y="7999316"/>
              <a:ext cx="880744" cy="162560"/>
            </a:xfrm>
            <a:custGeom>
              <a:avLst/>
              <a:gdLst/>
              <a:ahLst/>
              <a:cxnLst/>
              <a:rect l="l" t="t" r="r" b="b"/>
              <a:pathLst>
                <a:path w="880745" h="162559">
                  <a:moveTo>
                    <a:pt x="63055" y="31521"/>
                  </a:moveTo>
                  <a:lnTo>
                    <a:pt x="60579" y="19253"/>
                  </a:lnTo>
                  <a:lnTo>
                    <a:pt x="53822" y="9232"/>
                  </a:lnTo>
                  <a:lnTo>
                    <a:pt x="43802" y="2476"/>
                  </a:lnTo>
                  <a:lnTo>
                    <a:pt x="31534" y="0"/>
                  </a:lnTo>
                  <a:lnTo>
                    <a:pt x="19253" y="2476"/>
                  </a:lnTo>
                  <a:lnTo>
                    <a:pt x="9232" y="9232"/>
                  </a:lnTo>
                  <a:lnTo>
                    <a:pt x="2476" y="19253"/>
                  </a:lnTo>
                  <a:lnTo>
                    <a:pt x="0" y="31521"/>
                  </a:lnTo>
                  <a:lnTo>
                    <a:pt x="0" y="162458"/>
                  </a:lnTo>
                  <a:lnTo>
                    <a:pt x="63055" y="162458"/>
                  </a:lnTo>
                  <a:lnTo>
                    <a:pt x="63055" y="31521"/>
                  </a:lnTo>
                  <a:close/>
                </a:path>
                <a:path w="880745" h="162559">
                  <a:moveTo>
                    <a:pt x="153936" y="31521"/>
                  </a:moveTo>
                  <a:lnTo>
                    <a:pt x="151460" y="19253"/>
                  </a:lnTo>
                  <a:lnTo>
                    <a:pt x="144703" y="9232"/>
                  </a:lnTo>
                  <a:lnTo>
                    <a:pt x="134683" y="2476"/>
                  </a:lnTo>
                  <a:lnTo>
                    <a:pt x="122402" y="0"/>
                  </a:lnTo>
                  <a:lnTo>
                    <a:pt x="110134" y="2476"/>
                  </a:lnTo>
                  <a:lnTo>
                    <a:pt x="100114" y="9232"/>
                  </a:lnTo>
                  <a:lnTo>
                    <a:pt x="93357" y="19253"/>
                  </a:lnTo>
                  <a:lnTo>
                    <a:pt x="90881" y="31521"/>
                  </a:lnTo>
                  <a:lnTo>
                    <a:pt x="90881" y="162458"/>
                  </a:lnTo>
                  <a:lnTo>
                    <a:pt x="153936" y="162458"/>
                  </a:lnTo>
                  <a:lnTo>
                    <a:pt x="153936" y="31521"/>
                  </a:lnTo>
                  <a:close/>
                </a:path>
                <a:path w="880745" h="162559">
                  <a:moveTo>
                    <a:pt x="244805" y="31521"/>
                  </a:moveTo>
                  <a:lnTo>
                    <a:pt x="242328" y="19253"/>
                  </a:lnTo>
                  <a:lnTo>
                    <a:pt x="235572" y="9232"/>
                  </a:lnTo>
                  <a:lnTo>
                    <a:pt x="225552" y="2476"/>
                  </a:lnTo>
                  <a:lnTo>
                    <a:pt x="213283" y="0"/>
                  </a:lnTo>
                  <a:lnTo>
                    <a:pt x="201002" y="2476"/>
                  </a:lnTo>
                  <a:lnTo>
                    <a:pt x="190982" y="9232"/>
                  </a:lnTo>
                  <a:lnTo>
                    <a:pt x="184226" y="19253"/>
                  </a:lnTo>
                  <a:lnTo>
                    <a:pt x="181749" y="31521"/>
                  </a:lnTo>
                  <a:lnTo>
                    <a:pt x="181749" y="162458"/>
                  </a:lnTo>
                  <a:lnTo>
                    <a:pt x="244805" y="162458"/>
                  </a:lnTo>
                  <a:lnTo>
                    <a:pt x="244805" y="31521"/>
                  </a:lnTo>
                  <a:close/>
                </a:path>
                <a:path w="880745" h="162559">
                  <a:moveTo>
                    <a:pt x="335686" y="31521"/>
                  </a:moveTo>
                  <a:lnTo>
                    <a:pt x="333209" y="19253"/>
                  </a:lnTo>
                  <a:lnTo>
                    <a:pt x="326453" y="9232"/>
                  </a:lnTo>
                  <a:lnTo>
                    <a:pt x="316433" y="2476"/>
                  </a:lnTo>
                  <a:lnTo>
                    <a:pt x="304152" y="0"/>
                  </a:lnTo>
                  <a:lnTo>
                    <a:pt x="291884" y="2476"/>
                  </a:lnTo>
                  <a:lnTo>
                    <a:pt x="281863" y="9232"/>
                  </a:lnTo>
                  <a:lnTo>
                    <a:pt x="275107" y="19253"/>
                  </a:lnTo>
                  <a:lnTo>
                    <a:pt x="272630" y="31521"/>
                  </a:lnTo>
                  <a:lnTo>
                    <a:pt x="272630" y="162458"/>
                  </a:lnTo>
                  <a:lnTo>
                    <a:pt x="335686" y="162458"/>
                  </a:lnTo>
                  <a:lnTo>
                    <a:pt x="335686" y="31521"/>
                  </a:lnTo>
                  <a:close/>
                </a:path>
                <a:path w="880745" h="162559">
                  <a:moveTo>
                    <a:pt x="426567" y="31521"/>
                  </a:moveTo>
                  <a:lnTo>
                    <a:pt x="424078" y="19253"/>
                  </a:lnTo>
                  <a:lnTo>
                    <a:pt x="417322" y="9232"/>
                  </a:lnTo>
                  <a:lnTo>
                    <a:pt x="407301" y="2476"/>
                  </a:lnTo>
                  <a:lnTo>
                    <a:pt x="395033" y="0"/>
                  </a:lnTo>
                  <a:lnTo>
                    <a:pt x="382765" y="2476"/>
                  </a:lnTo>
                  <a:lnTo>
                    <a:pt x="372745" y="9232"/>
                  </a:lnTo>
                  <a:lnTo>
                    <a:pt x="365988" y="19253"/>
                  </a:lnTo>
                  <a:lnTo>
                    <a:pt x="363512" y="31521"/>
                  </a:lnTo>
                  <a:lnTo>
                    <a:pt x="363512" y="162458"/>
                  </a:lnTo>
                  <a:lnTo>
                    <a:pt x="426567" y="162458"/>
                  </a:lnTo>
                  <a:lnTo>
                    <a:pt x="426567" y="31521"/>
                  </a:lnTo>
                  <a:close/>
                </a:path>
                <a:path w="880745" h="162559">
                  <a:moveTo>
                    <a:pt x="517436" y="31521"/>
                  </a:moveTo>
                  <a:lnTo>
                    <a:pt x="514959" y="19253"/>
                  </a:lnTo>
                  <a:lnTo>
                    <a:pt x="508203" y="9232"/>
                  </a:lnTo>
                  <a:lnTo>
                    <a:pt x="498182" y="2476"/>
                  </a:lnTo>
                  <a:lnTo>
                    <a:pt x="485914" y="0"/>
                  </a:lnTo>
                  <a:lnTo>
                    <a:pt x="473633" y="2476"/>
                  </a:lnTo>
                  <a:lnTo>
                    <a:pt x="463613" y="9232"/>
                  </a:lnTo>
                  <a:lnTo>
                    <a:pt x="456857" y="19253"/>
                  </a:lnTo>
                  <a:lnTo>
                    <a:pt x="454380" y="31521"/>
                  </a:lnTo>
                  <a:lnTo>
                    <a:pt x="454380" y="162458"/>
                  </a:lnTo>
                  <a:lnTo>
                    <a:pt x="517436" y="162458"/>
                  </a:lnTo>
                  <a:lnTo>
                    <a:pt x="517436" y="31521"/>
                  </a:lnTo>
                  <a:close/>
                </a:path>
                <a:path w="880745" h="162559">
                  <a:moveTo>
                    <a:pt x="608317" y="31521"/>
                  </a:moveTo>
                  <a:lnTo>
                    <a:pt x="605840" y="19253"/>
                  </a:lnTo>
                  <a:lnTo>
                    <a:pt x="599084" y="9232"/>
                  </a:lnTo>
                  <a:lnTo>
                    <a:pt x="589064" y="2476"/>
                  </a:lnTo>
                  <a:lnTo>
                    <a:pt x="576783" y="0"/>
                  </a:lnTo>
                  <a:lnTo>
                    <a:pt x="564515" y="2476"/>
                  </a:lnTo>
                  <a:lnTo>
                    <a:pt x="554494" y="9232"/>
                  </a:lnTo>
                  <a:lnTo>
                    <a:pt x="547738" y="19253"/>
                  </a:lnTo>
                  <a:lnTo>
                    <a:pt x="545261" y="31521"/>
                  </a:lnTo>
                  <a:lnTo>
                    <a:pt x="545261" y="162458"/>
                  </a:lnTo>
                  <a:lnTo>
                    <a:pt x="608317" y="162458"/>
                  </a:lnTo>
                  <a:lnTo>
                    <a:pt x="608317" y="31521"/>
                  </a:lnTo>
                  <a:close/>
                </a:path>
                <a:path w="880745" h="162559">
                  <a:moveTo>
                    <a:pt x="699185" y="31521"/>
                  </a:moveTo>
                  <a:lnTo>
                    <a:pt x="696709" y="19253"/>
                  </a:lnTo>
                  <a:lnTo>
                    <a:pt x="689952" y="9232"/>
                  </a:lnTo>
                  <a:lnTo>
                    <a:pt x="679932" y="2476"/>
                  </a:lnTo>
                  <a:lnTo>
                    <a:pt x="667664" y="0"/>
                  </a:lnTo>
                  <a:lnTo>
                    <a:pt x="655396" y="2476"/>
                  </a:lnTo>
                  <a:lnTo>
                    <a:pt x="645375" y="9232"/>
                  </a:lnTo>
                  <a:lnTo>
                    <a:pt x="638619" y="19253"/>
                  </a:lnTo>
                  <a:lnTo>
                    <a:pt x="636130" y="31521"/>
                  </a:lnTo>
                  <a:lnTo>
                    <a:pt x="636130" y="162458"/>
                  </a:lnTo>
                  <a:lnTo>
                    <a:pt x="699185" y="162458"/>
                  </a:lnTo>
                  <a:lnTo>
                    <a:pt x="699185" y="31521"/>
                  </a:lnTo>
                  <a:close/>
                </a:path>
                <a:path w="880745" h="162559">
                  <a:moveTo>
                    <a:pt x="790067" y="31521"/>
                  </a:moveTo>
                  <a:lnTo>
                    <a:pt x="787590" y="19253"/>
                  </a:lnTo>
                  <a:lnTo>
                    <a:pt x="780834" y="9232"/>
                  </a:lnTo>
                  <a:lnTo>
                    <a:pt x="770813" y="2476"/>
                  </a:lnTo>
                  <a:lnTo>
                    <a:pt x="758545" y="0"/>
                  </a:lnTo>
                  <a:lnTo>
                    <a:pt x="746264" y="2476"/>
                  </a:lnTo>
                  <a:lnTo>
                    <a:pt x="736244" y="9232"/>
                  </a:lnTo>
                  <a:lnTo>
                    <a:pt x="729488" y="19253"/>
                  </a:lnTo>
                  <a:lnTo>
                    <a:pt x="727011" y="31521"/>
                  </a:lnTo>
                  <a:lnTo>
                    <a:pt x="727011" y="162458"/>
                  </a:lnTo>
                  <a:lnTo>
                    <a:pt x="790067" y="162458"/>
                  </a:lnTo>
                  <a:lnTo>
                    <a:pt x="790067" y="31521"/>
                  </a:lnTo>
                  <a:close/>
                </a:path>
                <a:path w="880745" h="162559">
                  <a:moveTo>
                    <a:pt x="880135" y="31521"/>
                  </a:moveTo>
                  <a:lnTo>
                    <a:pt x="877658" y="19253"/>
                  </a:lnTo>
                  <a:lnTo>
                    <a:pt x="870902" y="9232"/>
                  </a:lnTo>
                  <a:lnTo>
                    <a:pt x="860882" y="2476"/>
                  </a:lnTo>
                  <a:lnTo>
                    <a:pt x="848614" y="0"/>
                  </a:lnTo>
                  <a:lnTo>
                    <a:pt x="836333" y="2476"/>
                  </a:lnTo>
                  <a:lnTo>
                    <a:pt x="826312" y="9232"/>
                  </a:lnTo>
                  <a:lnTo>
                    <a:pt x="819556" y="19253"/>
                  </a:lnTo>
                  <a:lnTo>
                    <a:pt x="817079" y="31521"/>
                  </a:lnTo>
                  <a:lnTo>
                    <a:pt x="817079" y="162445"/>
                  </a:lnTo>
                  <a:lnTo>
                    <a:pt x="880135" y="162445"/>
                  </a:lnTo>
                  <a:lnTo>
                    <a:pt x="880135" y="31521"/>
                  </a:lnTo>
                  <a:close/>
                </a:path>
              </a:pathLst>
            </a:custGeom>
            <a:solidFill>
              <a:srgbClr val="F4C7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 descr=""/>
            <p:cNvSpPr/>
            <p:nvPr/>
          </p:nvSpPr>
          <p:spPr>
            <a:xfrm>
              <a:off x="6235883" y="7884388"/>
              <a:ext cx="646430" cy="34925"/>
            </a:xfrm>
            <a:custGeom>
              <a:avLst/>
              <a:gdLst/>
              <a:ahLst/>
              <a:cxnLst/>
              <a:rect l="l" t="t" r="r" b="b"/>
              <a:pathLst>
                <a:path w="646429" h="34925">
                  <a:moveTo>
                    <a:pt x="646043" y="0"/>
                  </a:moveTo>
                  <a:lnTo>
                    <a:pt x="0" y="0"/>
                  </a:lnTo>
                  <a:lnTo>
                    <a:pt x="0" y="34899"/>
                  </a:lnTo>
                  <a:lnTo>
                    <a:pt x="646043" y="34899"/>
                  </a:lnTo>
                  <a:lnTo>
                    <a:pt x="64604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 descr=""/>
            <p:cNvSpPr/>
            <p:nvPr/>
          </p:nvSpPr>
          <p:spPr>
            <a:xfrm>
              <a:off x="6267254" y="7961967"/>
              <a:ext cx="934085" cy="20955"/>
            </a:xfrm>
            <a:custGeom>
              <a:avLst/>
              <a:gdLst/>
              <a:ahLst/>
              <a:cxnLst/>
              <a:rect l="l" t="t" r="r" b="b"/>
              <a:pathLst>
                <a:path w="934084" h="20954">
                  <a:moveTo>
                    <a:pt x="933940" y="0"/>
                  </a:moveTo>
                  <a:lnTo>
                    <a:pt x="0" y="0"/>
                  </a:lnTo>
                  <a:lnTo>
                    <a:pt x="0" y="20606"/>
                  </a:lnTo>
                  <a:lnTo>
                    <a:pt x="933940" y="20606"/>
                  </a:lnTo>
                  <a:lnTo>
                    <a:pt x="933940" y="0"/>
                  </a:lnTo>
                  <a:close/>
                </a:path>
              </a:pathLst>
            </a:custGeom>
            <a:solidFill>
              <a:srgbClr val="9DDC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 descr=""/>
            <p:cNvSpPr/>
            <p:nvPr/>
          </p:nvSpPr>
          <p:spPr>
            <a:xfrm>
              <a:off x="7938351" y="6381756"/>
              <a:ext cx="90170" cy="217170"/>
            </a:xfrm>
            <a:custGeom>
              <a:avLst/>
              <a:gdLst/>
              <a:ahLst/>
              <a:cxnLst/>
              <a:rect l="l" t="t" r="r" b="b"/>
              <a:pathLst>
                <a:path w="90170" h="217170">
                  <a:moveTo>
                    <a:pt x="90043" y="184581"/>
                  </a:moveTo>
                  <a:lnTo>
                    <a:pt x="84874" y="179412"/>
                  </a:lnTo>
                  <a:lnTo>
                    <a:pt x="78486" y="179412"/>
                  </a:lnTo>
                  <a:lnTo>
                    <a:pt x="64274" y="179412"/>
                  </a:lnTo>
                  <a:lnTo>
                    <a:pt x="64274" y="108458"/>
                  </a:lnTo>
                  <a:lnTo>
                    <a:pt x="59118" y="103301"/>
                  </a:lnTo>
                  <a:lnTo>
                    <a:pt x="56286" y="103301"/>
                  </a:lnTo>
                  <a:lnTo>
                    <a:pt x="56286" y="35433"/>
                  </a:lnTo>
                  <a:lnTo>
                    <a:pt x="52336" y="31483"/>
                  </a:lnTo>
                  <a:lnTo>
                    <a:pt x="52336" y="3175"/>
                  </a:lnTo>
                  <a:lnTo>
                    <a:pt x="49161" y="0"/>
                  </a:lnTo>
                  <a:lnTo>
                    <a:pt x="45237" y="0"/>
                  </a:lnTo>
                  <a:lnTo>
                    <a:pt x="40906" y="0"/>
                  </a:lnTo>
                  <a:lnTo>
                    <a:pt x="37719" y="3175"/>
                  </a:lnTo>
                  <a:lnTo>
                    <a:pt x="37719" y="31496"/>
                  </a:lnTo>
                  <a:lnTo>
                    <a:pt x="33782" y="35433"/>
                  </a:lnTo>
                  <a:lnTo>
                    <a:pt x="33782" y="103301"/>
                  </a:lnTo>
                  <a:lnTo>
                    <a:pt x="30937" y="103301"/>
                  </a:lnTo>
                  <a:lnTo>
                    <a:pt x="25781" y="108458"/>
                  </a:lnTo>
                  <a:lnTo>
                    <a:pt x="25781" y="179412"/>
                  </a:lnTo>
                  <a:lnTo>
                    <a:pt x="5194" y="179412"/>
                  </a:lnTo>
                  <a:lnTo>
                    <a:pt x="0" y="184581"/>
                  </a:lnTo>
                  <a:lnTo>
                    <a:pt x="0" y="216801"/>
                  </a:lnTo>
                  <a:lnTo>
                    <a:pt x="90043" y="216801"/>
                  </a:lnTo>
                  <a:lnTo>
                    <a:pt x="90043" y="184581"/>
                  </a:lnTo>
                  <a:close/>
                </a:path>
              </a:pathLst>
            </a:custGeom>
            <a:solidFill>
              <a:srgbClr val="82CF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 descr=""/>
            <p:cNvSpPr/>
            <p:nvPr/>
          </p:nvSpPr>
          <p:spPr>
            <a:xfrm>
              <a:off x="7618333" y="6576766"/>
              <a:ext cx="730250" cy="838200"/>
            </a:xfrm>
            <a:custGeom>
              <a:avLst/>
              <a:gdLst/>
              <a:ahLst/>
              <a:cxnLst/>
              <a:rect l="l" t="t" r="r" b="b"/>
              <a:pathLst>
                <a:path w="730250" h="838200">
                  <a:moveTo>
                    <a:pt x="364826" y="0"/>
                  </a:moveTo>
                  <a:lnTo>
                    <a:pt x="298727" y="12524"/>
                  </a:lnTo>
                  <a:lnTo>
                    <a:pt x="228762" y="48200"/>
                  </a:lnTo>
                  <a:lnTo>
                    <a:pt x="193929" y="73829"/>
                  </a:lnTo>
                  <a:lnTo>
                    <a:pt x="160048" y="104178"/>
                  </a:lnTo>
                  <a:lnTo>
                    <a:pt x="127759" y="138889"/>
                  </a:lnTo>
                  <a:lnTo>
                    <a:pt x="97700" y="177608"/>
                  </a:lnTo>
                  <a:lnTo>
                    <a:pt x="70511" y="219978"/>
                  </a:lnTo>
                  <a:lnTo>
                    <a:pt x="46832" y="265643"/>
                  </a:lnTo>
                  <a:lnTo>
                    <a:pt x="27302" y="314247"/>
                  </a:lnTo>
                  <a:lnTo>
                    <a:pt x="12560" y="365434"/>
                  </a:lnTo>
                  <a:lnTo>
                    <a:pt x="3246" y="418848"/>
                  </a:lnTo>
                  <a:lnTo>
                    <a:pt x="0" y="474132"/>
                  </a:lnTo>
                  <a:lnTo>
                    <a:pt x="569" y="499445"/>
                  </a:lnTo>
                  <a:lnTo>
                    <a:pt x="7210" y="566062"/>
                  </a:lnTo>
                  <a:lnTo>
                    <a:pt x="19142" y="617761"/>
                  </a:lnTo>
                  <a:lnTo>
                    <a:pt x="36318" y="663250"/>
                  </a:lnTo>
                  <a:lnTo>
                    <a:pt x="58363" y="702798"/>
                  </a:lnTo>
                  <a:lnTo>
                    <a:pt x="84901" y="736678"/>
                  </a:lnTo>
                  <a:lnTo>
                    <a:pt x="115554" y="765161"/>
                  </a:lnTo>
                  <a:lnTo>
                    <a:pt x="149946" y="788517"/>
                  </a:lnTo>
                  <a:lnTo>
                    <a:pt x="187701" y="807019"/>
                  </a:lnTo>
                  <a:lnTo>
                    <a:pt x="228443" y="820936"/>
                  </a:lnTo>
                  <a:lnTo>
                    <a:pt x="271796" y="830542"/>
                  </a:lnTo>
                  <a:lnTo>
                    <a:pt x="317382" y="836106"/>
                  </a:lnTo>
                  <a:lnTo>
                    <a:pt x="364826" y="837901"/>
                  </a:lnTo>
                  <a:lnTo>
                    <a:pt x="410694" y="836064"/>
                  </a:lnTo>
                  <a:lnTo>
                    <a:pt x="454848" y="830450"/>
                  </a:lnTo>
                  <a:lnTo>
                    <a:pt x="496948" y="820900"/>
                  </a:lnTo>
                  <a:lnTo>
                    <a:pt x="536654" y="807256"/>
                  </a:lnTo>
                  <a:lnTo>
                    <a:pt x="573624" y="789360"/>
                  </a:lnTo>
                  <a:lnTo>
                    <a:pt x="607520" y="767053"/>
                  </a:lnTo>
                  <a:lnTo>
                    <a:pt x="638000" y="740178"/>
                  </a:lnTo>
                  <a:lnTo>
                    <a:pt x="664725" y="708576"/>
                  </a:lnTo>
                  <a:lnTo>
                    <a:pt x="687353" y="672089"/>
                  </a:lnTo>
                  <a:lnTo>
                    <a:pt x="705546" y="630560"/>
                  </a:lnTo>
                  <a:lnTo>
                    <a:pt x="718962" y="583829"/>
                  </a:lnTo>
                  <a:lnTo>
                    <a:pt x="727261" y="531739"/>
                  </a:lnTo>
                  <a:lnTo>
                    <a:pt x="730103" y="474132"/>
                  </a:lnTo>
                  <a:lnTo>
                    <a:pt x="727015" y="420147"/>
                  </a:lnTo>
                  <a:lnTo>
                    <a:pt x="718139" y="367976"/>
                  </a:lnTo>
                  <a:lnTo>
                    <a:pt x="704059" y="317922"/>
                  </a:lnTo>
                  <a:lnTo>
                    <a:pt x="685358" y="270287"/>
                  </a:lnTo>
                  <a:lnTo>
                    <a:pt x="662618" y="225375"/>
                  </a:lnTo>
                  <a:lnTo>
                    <a:pt x="631779" y="176813"/>
                  </a:lnTo>
                  <a:lnTo>
                    <a:pt x="597239" y="133034"/>
                  </a:lnTo>
                  <a:lnTo>
                    <a:pt x="559936" y="94559"/>
                  </a:lnTo>
                  <a:lnTo>
                    <a:pt x="520810" y="61909"/>
                  </a:lnTo>
                  <a:lnTo>
                    <a:pt x="480797" y="35606"/>
                  </a:lnTo>
                  <a:lnTo>
                    <a:pt x="440836" y="16172"/>
                  </a:lnTo>
                  <a:lnTo>
                    <a:pt x="401867" y="4130"/>
                  </a:lnTo>
                  <a:lnTo>
                    <a:pt x="36482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 descr=""/>
            <p:cNvSpPr/>
            <p:nvPr/>
          </p:nvSpPr>
          <p:spPr>
            <a:xfrm>
              <a:off x="7603004" y="7192859"/>
              <a:ext cx="760730" cy="40640"/>
            </a:xfrm>
            <a:custGeom>
              <a:avLst/>
              <a:gdLst/>
              <a:ahLst/>
              <a:cxnLst/>
              <a:rect l="l" t="t" r="r" b="b"/>
              <a:pathLst>
                <a:path w="760729" h="40640">
                  <a:moveTo>
                    <a:pt x="760720" y="0"/>
                  </a:moveTo>
                  <a:lnTo>
                    <a:pt x="0" y="0"/>
                  </a:lnTo>
                  <a:lnTo>
                    <a:pt x="0" y="40595"/>
                  </a:lnTo>
                  <a:lnTo>
                    <a:pt x="760720" y="40595"/>
                  </a:lnTo>
                  <a:lnTo>
                    <a:pt x="760720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 descr=""/>
            <p:cNvSpPr/>
            <p:nvPr/>
          </p:nvSpPr>
          <p:spPr>
            <a:xfrm>
              <a:off x="7664183" y="6576766"/>
              <a:ext cx="552450" cy="537210"/>
            </a:xfrm>
            <a:custGeom>
              <a:avLst/>
              <a:gdLst/>
              <a:ahLst/>
              <a:cxnLst/>
              <a:rect l="l" t="t" r="r" b="b"/>
              <a:pathLst>
                <a:path w="552450" h="537209">
                  <a:moveTo>
                    <a:pt x="303959" y="0"/>
                  </a:moveTo>
                  <a:lnTo>
                    <a:pt x="244463" y="14483"/>
                  </a:lnTo>
                  <a:lnTo>
                    <a:pt x="181613" y="55562"/>
                  </a:lnTo>
                  <a:lnTo>
                    <a:pt x="150593" y="84962"/>
                  </a:lnTo>
                  <a:lnTo>
                    <a:pt x="120731" y="119678"/>
                  </a:lnTo>
                  <a:lnTo>
                    <a:pt x="92693" y="159263"/>
                  </a:lnTo>
                  <a:lnTo>
                    <a:pt x="67142" y="203273"/>
                  </a:lnTo>
                  <a:lnTo>
                    <a:pt x="44745" y="251263"/>
                  </a:lnTo>
                  <a:lnTo>
                    <a:pt x="26167" y="302789"/>
                  </a:lnTo>
                  <a:lnTo>
                    <a:pt x="12073" y="357405"/>
                  </a:lnTo>
                  <a:lnTo>
                    <a:pt x="3129" y="414668"/>
                  </a:lnTo>
                  <a:lnTo>
                    <a:pt x="0" y="474132"/>
                  </a:lnTo>
                  <a:lnTo>
                    <a:pt x="743" y="507879"/>
                  </a:lnTo>
                  <a:lnTo>
                    <a:pt x="35376" y="520416"/>
                  </a:lnTo>
                  <a:lnTo>
                    <a:pt x="71165" y="529580"/>
                  </a:lnTo>
                  <a:lnTo>
                    <a:pt x="108006" y="535202"/>
                  </a:lnTo>
                  <a:lnTo>
                    <a:pt x="145796" y="537114"/>
                  </a:lnTo>
                  <a:lnTo>
                    <a:pt x="194202" y="534000"/>
                  </a:lnTo>
                  <a:lnTo>
                    <a:pt x="241115" y="524874"/>
                  </a:lnTo>
                  <a:lnTo>
                    <a:pt x="286267" y="510058"/>
                  </a:lnTo>
                  <a:lnTo>
                    <a:pt x="329392" y="489874"/>
                  </a:lnTo>
                  <a:lnTo>
                    <a:pt x="370223" y="464644"/>
                  </a:lnTo>
                  <a:lnTo>
                    <a:pt x="408492" y="434692"/>
                  </a:lnTo>
                  <a:lnTo>
                    <a:pt x="443934" y="400340"/>
                  </a:lnTo>
                  <a:lnTo>
                    <a:pt x="476280" y="361909"/>
                  </a:lnTo>
                  <a:lnTo>
                    <a:pt x="505264" y="319723"/>
                  </a:lnTo>
                  <a:lnTo>
                    <a:pt x="530618" y="274104"/>
                  </a:lnTo>
                  <a:lnTo>
                    <a:pt x="552077" y="225375"/>
                  </a:lnTo>
                  <a:lnTo>
                    <a:pt x="522440" y="170254"/>
                  </a:lnTo>
                  <a:lnTo>
                    <a:pt x="488922" y="121477"/>
                  </a:lnTo>
                  <a:lnTo>
                    <a:pt x="452689" y="79822"/>
                  </a:lnTo>
                  <a:lnTo>
                    <a:pt x="414909" y="46068"/>
                  </a:lnTo>
                  <a:lnTo>
                    <a:pt x="376749" y="20994"/>
                  </a:lnTo>
                  <a:lnTo>
                    <a:pt x="339377" y="5378"/>
                  </a:lnTo>
                  <a:lnTo>
                    <a:pt x="3039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 descr=""/>
            <p:cNvSpPr/>
            <p:nvPr/>
          </p:nvSpPr>
          <p:spPr>
            <a:xfrm>
              <a:off x="7981306" y="7296134"/>
              <a:ext cx="375920" cy="251460"/>
            </a:xfrm>
            <a:custGeom>
              <a:avLst/>
              <a:gdLst/>
              <a:ahLst/>
              <a:cxnLst/>
              <a:rect l="l" t="t" r="r" b="b"/>
              <a:pathLst>
                <a:path w="375920" h="251459">
                  <a:moveTo>
                    <a:pt x="0" y="250892"/>
                  </a:moveTo>
                  <a:lnTo>
                    <a:pt x="375925" y="250892"/>
                  </a:lnTo>
                  <a:lnTo>
                    <a:pt x="375925" y="0"/>
                  </a:lnTo>
                  <a:lnTo>
                    <a:pt x="0" y="0"/>
                  </a:lnTo>
                  <a:lnTo>
                    <a:pt x="0" y="250892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 descr=""/>
            <p:cNvSpPr/>
            <p:nvPr/>
          </p:nvSpPr>
          <p:spPr>
            <a:xfrm>
              <a:off x="7605391" y="7296134"/>
              <a:ext cx="375920" cy="251460"/>
            </a:xfrm>
            <a:custGeom>
              <a:avLst/>
              <a:gdLst/>
              <a:ahLst/>
              <a:cxnLst/>
              <a:rect l="l" t="t" r="r" b="b"/>
              <a:pathLst>
                <a:path w="375920" h="251459">
                  <a:moveTo>
                    <a:pt x="375915" y="0"/>
                  </a:moveTo>
                  <a:lnTo>
                    <a:pt x="0" y="0"/>
                  </a:lnTo>
                  <a:lnTo>
                    <a:pt x="0" y="250892"/>
                  </a:lnTo>
                  <a:lnTo>
                    <a:pt x="375915" y="250892"/>
                  </a:lnTo>
                  <a:lnTo>
                    <a:pt x="375915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 descr=""/>
            <p:cNvSpPr/>
            <p:nvPr/>
          </p:nvSpPr>
          <p:spPr>
            <a:xfrm>
              <a:off x="7579999" y="7233340"/>
              <a:ext cx="802640" cy="62865"/>
            </a:xfrm>
            <a:custGeom>
              <a:avLst/>
              <a:gdLst/>
              <a:ahLst/>
              <a:cxnLst/>
              <a:rect l="l" t="t" r="r" b="b"/>
              <a:pathLst>
                <a:path w="802640" h="62865">
                  <a:moveTo>
                    <a:pt x="802624" y="0"/>
                  </a:moveTo>
                  <a:lnTo>
                    <a:pt x="0" y="0"/>
                  </a:lnTo>
                  <a:lnTo>
                    <a:pt x="0" y="62793"/>
                  </a:lnTo>
                  <a:lnTo>
                    <a:pt x="802624" y="62793"/>
                  </a:lnTo>
                  <a:lnTo>
                    <a:pt x="802624" y="0"/>
                  </a:lnTo>
                  <a:close/>
                </a:path>
              </a:pathLst>
            </a:custGeom>
            <a:solidFill>
              <a:srgbClr val="81D3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 descr=""/>
            <p:cNvSpPr/>
            <p:nvPr/>
          </p:nvSpPr>
          <p:spPr>
            <a:xfrm>
              <a:off x="7627188" y="7326369"/>
              <a:ext cx="712470" cy="132080"/>
            </a:xfrm>
            <a:custGeom>
              <a:avLst/>
              <a:gdLst/>
              <a:ahLst/>
              <a:cxnLst/>
              <a:rect l="l" t="t" r="r" b="b"/>
              <a:pathLst>
                <a:path w="712470" h="132079">
                  <a:moveTo>
                    <a:pt x="51041" y="25514"/>
                  </a:moveTo>
                  <a:lnTo>
                    <a:pt x="49034" y="15582"/>
                  </a:lnTo>
                  <a:lnTo>
                    <a:pt x="43561" y="7467"/>
                  </a:lnTo>
                  <a:lnTo>
                    <a:pt x="35458" y="2006"/>
                  </a:lnTo>
                  <a:lnTo>
                    <a:pt x="25527" y="0"/>
                  </a:lnTo>
                  <a:lnTo>
                    <a:pt x="15595" y="2006"/>
                  </a:lnTo>
                  <a:lnTo>
                    <a:pt x="7480" y="7467"/>
                  </a:lnTo>
                  <a:lnTo>
                    <a:pt x="2006" y="15582"/>
                  </a:lnTo>
                  <a:lnTo>
                    <a:pt x="0" y="25514"/>
                  </a:lnTo>
                  <a:lnTo>
                    <a:pt x="0" y="131483"/>
                  </a:lnTo>
                  <a:lnTo>
                    <a:pt x="51041" y="131483"/>
                  </a:lnTo>
                  <a:lnTo>
                    <a:pt x="51041" y="25514"/>
                  </a:lnTo>
                  <a:close/>
                </a:path>
                <a:path w="712470" h="132079">
                  <a:moveTo>
                    <a:pt x="124599" y="25514"/>
                  </a:moveTo>
                  <a:lnTo>
                    <a:pt x="122593" y="15582"/>
                  </a:lnTo>
                  <a:lnTo>
                    <a:pt x="117119" y="7467"/>
                  </a:lnTo>
                  <a:lnTo>
                    <a:pt x="109004" y="2006"/>
                  </a:lnTo>
                  <a:lnTo>
                    <a:pt x="99072" y="0"/>
                  </a:lnTo>
                  <a:lnTo>
                    <a:pt x="89141" y="2006"/>
                  </a:lnTo>
                  <a:lnTo>
                    <a:pt x="81038" y="7467"/>
                  </a:lnTo>
                  <a:lnTo>
                    <a:pt x="75565" y="15582"/>
                  </a:lnTo>
                  <a:lnTo>
                    <a:pt x="73558" y="25514"/>
                  </a:lnTo>
                  <a:lnTo>
                    <a:pt x="73558" y="131483"/>
                  </a:lnTo>
                  <a:lnTo>
                    <a:pt x="124599" y="131483"/>
                  </a:lnTo>
                  <a:lnTo>
                    <a:pt x="124599" y="25514"/>
                  </a:lnTo>
                  <a:close/>
                </a:path>
                <a:path w="712470" h="132079">
                  <a:moveTo>
                    <a:pt x="198145" y="25514"/>
                  </a:moveTo>
                  <a:lnTo>
                    <a:pt x="196138" y="15582"/>
                  </a:lnTo>
                  <a:lnTo>
                    <a:pt x="190677" y="7467"/>
                  </a:lnTo>
                  <a:lnTo>
                    <a:pt x="182562" y="2006"/>
                  </a:lnTo>
                  <a:lnTo>
                    <a:pt x="172631" y="0"/>
                  </a:lnTo>
                  <a:lnTo>
                    <a:pt x="162699" y="2006"/>
                  </a:lnTo>
                  <a:lnTo>
                    <a:pt x="154584" y="7467"/>
                  </a:lnTo>
                  <a:lnTo>
                    <a:pt x="149123" y="15582"/>
                  </a:lnTo>
                  <a:lnTo>
                    <a:pt x="147116" y="25514"/>
                  </a:lnTo>
                  <a:lnTo>
                    <a:pt x="147116" y="131483"/>
                  </a:lnTo>
                  <a:lnTo>
                    <a:pt x="198145" y="131483"/>
                  </a:lnTo>
                  <a:lnTo>
                    <a:pt x="198145" y="25514"/>
                  </a:lnTo>
                  <a:close/>
                </a:path>
                <a:path w="712470" h="132079">
                  <a:moveTo>
                    <a:pt x="271703" y="25514"/>
                  </a:moveTo>
                  <a:lnTo>
                    <a:pt x="269697" y="15582"/>
                  </a:lnTo>
                  <a:lnTo>
                    <a:pt x="264223" y="7467"/>
                  </a:lnTo>
                  <a:lnTo>
                    <a:pt x="256120" y="2006"/>
                  </a:lnTo>
                  <a:lnTo>
                    <a:pt x="246189" y="0"/>
                  </a:lnTo>
                  <a:lnTo>
                    <a:pt x="236258" y="2006"/>
                  </a:lnTo>
                  <a:lnTo>
                    <a:pt x="228142" y="7467"/>
                  </a:lnTo>
                  <a:lnTo>
                    <a:pt x="222669" y="15582"/>
                  </a:lnTo>
                  <a:lnTo>
                    <a:pt x="220662" y="25514"/>
                  </a:lnTo>
                  <a:lnTo>
                    <a:pt x="220662" y="131483"/>
                  </a:lnTo>
                  <a:lnTo>
                    <a:pt x="271703" y="131483"/>
                  </a:lnTo>
                  <a:lnTo>
                    <a:pt x="271703" y="25514"/>
                  </a:lnTo>
                  <a:close/>
                </a:path>
                <a:path w="712470" h="132079">
                  <a:moveTo>
                    <a:pt x="345262" y="25514"/>
                  </a:moveTo>
                  <a:lnTo>
                    <a:pt x="343255" y="15582"/>
                  </a:lnTo>
                  <a:lnTo>
                    <a:pt x="337781" y="7467"/>
                  </a:lnTo>
                  <a:lnTo>
                    <a:pt x="329679" y="2006"/>
                  </a:lnTo>
                  <a:lnTo>
                    <a:pt x="319735" y="0"/>
                  </a:lnTo>
                  <a:lnTo>
                    <a:pt x="309803" y="2006"/>
                  </a:lnTo>
                  <a:lnTo>
                    <a:pt x="301701" y="7467"/>
                  </a:lnTo>
                  <a:lnTo>
                    <a:pt x="296227" y="15582"/>
                  </a:lnTo>
                  <a:lnTo>
                    <a:pt x="294220" y="25514"/>
                  </a:lnTo>
                  <a:lnTo>
                    <a:pt x="294220" y="131483"/>
                  </a:lnTo>
                  <a:lnTo>
                    <a:pt x="345262" y="131483"/>
                  </a:lnTo>
                  <a:lnTo>
                    <a:pt x="345262" y="25514"/>
                  </a:lnTo>
                  <a:close/>
                </a:path>
                <a:path w="712470" h="132079">
                  <a:moveTo>
                    <a:pt x="418807" y="25514"/>
                  </a:moveTo>
                  <a:lnTo>
                    <a:pt x="416801" y="15582"/>
                  </a:lnTo>
                  <a:lnTo>
                    <a:pt x="411340" y="7467"/>
                  </a:lnTo>
                  <a:lnTo>
                    <a:pt x="403225" y="2006"/>
                  </a:lnTo>
                  <a:lnTo>
                    <a:pt x="393293" y="0"/>
                  </a:lnTo>
                  <a:lnTo>
                    <a:pt x="383362" y="2006"/>
                  </a:lnTo>
                  <a:lnTo>
                    <a:pt x="375246" y="7467"/>
                  </a:lnTo>
                  <a:lnTo>
                    <a:pt x="369785" y="15582"/>
                  </a:lnTo>
                  <a:lnTo>
                    <a:pt x="367779" y="25514"/>
                  </a:lnTo>
                  <a:lnTo>
                    <a:pt x="367779" y="131483"/>
                  </a:lnTo>
                  <a:lnTo>
                    <a:pt x="418807" y="131483"/>
                  </a:lnTo>
                  <a:lnTo>
                    <a:pt x="418807" y="25514"/>
                  </a:lnTo>
                  <a:close/>
                </a:path>
                <a:path w="712470" h="132079">
                  <a:moveTo>
                    <a:pt x="492366" y="25514"/>
                  </a:moveTo>
                  <a:lnTo>
                    <a:pt x="490359" y="15582"/>
                  </a:lnTo>
                  <a:lnTo>
                    <a:pt x="484886" y="7467"/>
                  </a:lnTo>
                  <a:lnTo>
                    <a:pt x="476783" y="2006"/>
                  </a:lnTo>
                  <a:lnTo>
                    <a:pt x="466852" y="0"/>
                  </a:lnTo>
                  <a:lnTo>
                    <a:pt x="456920" y="2006"/>
                  </a:lnTo>
                  <a:lnTo>
                    <a:pt x="448805" y="7467"/>
                  </a:lnTo>
                  <a:lnTo>
                    <a:pt x="443331" y="15582"/>
                  </a:lnTo>
                  <a:lnTo>
                    <a:pt x="441325" y="25514"/>
                  </a:lnTo>
                  <a:lnTo>
                    <a:pt x="441325" y="131483"/>
                  </a:lnTo>
                  <a:lnTo>
                    <a:pt x="492366" y="131483"/>
                  </a:lnTo>
                  <a:lnTo>
                    <a:pt x="492366" y="25514"/>
                  </a:lnTo>
                  <a:close/>
                </a:path>
                <a:path w="712470" h="132079">
                  <a:moveTo>
                    <a:pt x="565924" y="25514"/>
                  </a:moveTo>
                  <a:lnTo>
                    <a:pt x="563918" y="15582"/>
                  </a:lnTo>
                  <a:lnTo>
                    <a:pt x="558444" y="7467"/>
                  </a:lnTo>
                  <a:lnTo>
                    <a:pt x="550341" y="2006"/>
                  </a:lnTo>
                  <a:lnTo>
                    <a:pt x="540397" y="0"/>
                  </a:lnTo>
                  <a:lnTo>
                    <a:pt x="530466" y="2006"/>
                  </a:lnTo>
                  <a:lnTo>
                    <a:pt x="522363" y="7467"/>
                  </a:lnTo>
                  <a:lnTo>
                    <a:pt x="516890" y="15582"/>
                  </a:lnTo>
                  <a:lnTo>
                    <a:pt x="514883" y="25514"/>
                  </a:lnTo>
                  <a:lnTo>
                    <a:pt x="514883" y="131483"/>
                  </a:lnTo>
                  <a:lnTo>
                    <a:pt x="565924" y="131483"/>
                  </a:lnTo>
                  <a:lnTo>
                    <a:pt x="565924" y="25514"/>
                  </a:lnTo>
                  <a:close/>
                </a:path>
                <a:path w="712470" h="132079">
                  <a:moveTo>
                    <a:pt x="639470" y="25514"/>
                  </a:moveTo>
                  <a:lnTo>
                    <a:pt x="637463" y="15582"/>
                  </a:lnTo>
                  <a:lnTo>
                    <a:pt x="632002" y="7467"/>
                  </a:lnTo>
                  <a:lnTo>
                    <a:pt x="623887" y="2006"/>
                  </a:lnTo>
                  <a:lnTo>
                    <a:pt x="613956" y="0"/>
                  </a:lnTo>
                  <a:lnTo>
                    <a:pt x="604024" y="2006"/>
                  </a:lnTo>
                  <a:lnTo>
                    <a:pt x="595909" y="7467"/>
                  </a:lnTo>
                  <a:lnTo>
                    <a:pt x="590448" y="15582"/>
                  </a:lnTo>
                  <a:lnTo>
                    <a:pt x="588441" y="25514"/>
                  </a:lnTo>
                  <a:lnTo>
                    <a:pt x="588441" y="131483"/>
                  </a:lnTo>
                  <a:lnTo>
                    <a:pt x="639470" y="131483"/>
                  </a:lnTo>
                  <a:lnTo>
                    <a:pt x="639470" y="25514"/>
                  </a:lnTo>
                  <a:close/>
                </a:path>
                <a:path w="712470" h="132079">
                  <a:moveTo>
                    <a:pt x="712381" y="25514"/>
                  </a:moveTo>
                  <a:lnTo>
                    <a:pt x="710374" y="15582"/>
                  </a:lnTo>
                  <a:lnTo>
                    <a:pt x="704900" y="7480"/>
                  </a:lnTo>
                  <a:lnTo>
                    <a:pt x="696785" y="2006"/>
                  </a:lnTo>
                  <a:lnTo>
                    <a:pt x="686854" y="0"/>
                  </a:lnTo>
                  <a:lnTo>
                    <a:pt x="676922" y="2006"/>
                  </a:lnTo>
                  <a:lnTo>
                    <a:pt x="668820" y="7480"/>
                  </a:lnTo>
                  <a:lnTo>
                    <a:pt x="663346" y="15582"/>
                  </a:lnTo>
                  <a:lnTo>
                    <a:pt x="661339" y="25514"/>
                  </a:lnTo>
                  <a:lnTo>
                    <a:pt x="661339" y="131483"/>
                  </a:lnTo>
                  <a:lnTo>
                    <a:pt x="712381" y="131483"/>
                  </a:lnTo>
                  <a:lnTo>
                    <a:pt x="712381" y="25514"/>
                  </a:lnTo>
                  <a:close/>
                </a:path>
              </a:pathLst>
            </a:custGeom>
            <a:solidFill>
              <a:srgbClr val="F4C7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 descr=""/>
            <p:cNvSpPr/>
            <p:nvPr/>
          </p:nvSpPr>
          <p:spPr>
            <a:xfrm>
              <a:off x="7579999" y="7233340"/>
              <a:ext cx="523240" cy="28575"/>
            </a:xfrm>
            <a:custGeom>
              <a:avLst/>
              <a:gdLst/>
              <a:ahLst/>
              <a:cxnLst/>
              <a:rect l="l" t="t" r="r" b="b"/>
              <a:pathLst>
                <a:path w="523240" h="28575">
                  <a:moveTo>
                    <a:pt x="522895" y="0"/>
                  </a:moveTo>
                  <a:lnTo>
                    <a:pt x="0" y="0"/>
                  </a:lnTo>
                  <a:lnTo>
                    <a:pt x="0" y="28250"/>
                  </a:lnTo>
                  <a:lnTo>
                    <a:pt x="522895" y="28250"/>
                  </a:lnTo>
                  <a:lnTo>
                    <a:pt x="5228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 descr=""/>
            <p:cNvSpPr/>
            <p:nvPr/>
          </p:nvSpPr>
          <p:spPr>
            <a:xfrm>
              <a:off x="7605391" y="7296134"/>
              <a:ext cx="756285" cy="17145"/>
            </a:xfrm>
            <a:custGeom>
              <a:avLst/>
              <a:gdLst/>
              <a:ahLst/>
              <a:cxnLst/>
              <a:rect l="l" t="t" r="r" b="b"/>
              <a:pathLst>
                <a:path w="756284" h="17145">
                  <a:moveTo>
                    <a:pt x="755924" y="0"/>
                  </a:moveTo>
                  <a:lnTo>
                    <a:pt x="0" y="0"/>
                  </a:lnTo>
                  <a:lnTo>
                    <a:pt x="0" y="16680"/>
                  </a:lnTo>
                  <a:lnTo>
                    <a:pt x="755924" y="16680"/>
                  </a:lnTo>
                  <a:lnTo>
                    <a:pt x="755924" y="0"/>
                  </a:lnTo>
                  <a:close/>
                </a:path>
              </a:pathLst>
            </a:custGeom>
            <a:solidFill>
              <a:srgbClr val="9DDC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 descr=""/>
            <p:cNvSpPr/>
            <p:nvPr/>
          </p:nvSpPr>
          <p:spPr>
            <a:xfrm>
              <a:off x="2077948" y="7477677"/>
              <a:ext cx="1496695" cy="634365"/>
            </a:xfrm>
            <a:custGeom>
              <a:avLst/>
              <a:gdLst/>
              <a:ahLst/>
              <a:cxnLst/>
              <a:rect l="l" t="t" r="r" b="b"/>
              <a:pathLst>
                <a:path w="1496695" h="634365">
                  <a:moveTo>
                    <a:pt x="1496669" y="0"/>
                  </a:moveTo>
                  <a:lnTo>
                    <a:pt x="0" y="0"/>
                  </a:lnTo>
                  <a:lnTo>
                    <a:pt x="0" y="147485"/>
                  </a:lnTo>
                  <a:lnTo>
                    <a:pt x="0" y="233426"/>
                  </a:lnTo>
                  <a:lnTo>
                    <a:pt x="0" y="633895"/>
                  </a:lnTo>
                  <a:lnTo>
                    <a:pt x="427355" y="633895"/>
                  </a:lnTo>
                  <a:lnTo>
                    <a:pt x="427355" y="233426"/>
                  </a:lnTo>
                  <a:lnTo>
                    <a:pt x="1496669" y="233426"/>
                  </a:lnTo>
                  <a:lnTo>
                    <a:pt x="1496669" y="147485"/>
                  </a:lnTo>
                  <a:lnTo>
                    <a:pt x="1496669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 descr=""/>
            <p:cNvSpPr/>
            <p:nvPr/>
          </p:nvSpPr>
          <p:spPr>
            <a:xfrm>
              <a:off x="1597427" y="7711094"/>
              <a:ext cx="908050" cy="1600835"/>
            </a:xfrm>
            <a:custGeom>
              <a:avLst/>
              <a:gdLst/>
              <a:ahLst/>
              <a:cxnLst/>
              <a:rect l="l" t="t" r="r" b="b"/>
              <a:pathLst>
                <a:path w="908050" h="1600834">
                  <a:moveTo>
                    <a:pt x="0" y="1600631"/>
                  </a:moveTo>
                  <a:lnTo>
                    <a:pt x="907878" y="1600631"/>
                  </a:lnTo>
                  <a:lnTo>
                    <a:pt x="907878" y="0"/>
                  </a:lnTo>
                  <a:lnTo>
                    <a:pt x="0" y="0"/>
                  </a:lnTo>
                  <a:lnTo>
                    <a:pt x="0" y="1600631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 descr=""/>
            <p:cNvSpPr/>
            <p:nvPr/>
          </p:nvSpPr>
          <p:spPr>
            <a:xfrm>
              <a:off x="1598789" y="7711084"/>
              <a:ext cx="147955" cy="650875"/>
            </a:xfrm>
            <a:custGeom>
              <a:avLst/>
              <a:gdLst/>
              <a:ahLst/>
              <a:cxnLst/>
              <a:rect l="l" t="t" r="r" b="b"/>
              <a:pathLst>
                <a:path w="147955" h="650875">
                  <a:moveTo>
                    <a:pt x="0" y="650378"/>
                  </a:moveTo>
                  <a:lnTo>
                    <a:pt x="147922" y="650378"/>
                  </a:lnTo>
                  <a:lnTo>
                    <a:pt x="147922" y="0"/>
                  </a:lnTo>
                  <a:lnTo>
                    <a:pt x="0" y="0"/>
                  </a:lnTo>
                  <a:lnTo>
                    <a:pt x="0" y="650378"/>
                  </a:lnTo>
                  <a:close/>
                </a:path>
              </a:pathLst>
            </a:custGeom>
            <a:solidFill>
              <a:srgbClr val="F4C78E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8" name="object 128" descr="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368229" y="3773647"/>
              <a:ext cx="122247" cy="190486"/>
            </a:xfrm>
            <a:prstGeom prst="rect">
              <a:avLst/>
            </a:prstGeom>
          </p:spPr>
        </p:pic>
        <p:sp>
          <p:nvSpPr>
            <p:cNvPr id="129" name="object 129" descr=""/>
            <p:cNvSpPr/>
            <p:nvPr/>
          </p:nvSpPr>
          <p:spPr>
            <a:xfrm>
              <a:off x="1390973" y="3949638"/>
              <a:ext cx="76835" cy="340360"/>
            </a:xfrm>
            <a:custGeom>
              <a:avLst/>
              <a:gdLst/>
              <a:ahLst/>
              <a:cxnLst/>
              <a:rect l="l" t="t" r="r" b="b"/>
              <a:pathLst>
                <a:path w="76834" h="340360">
                  <a:moveTo>
                    <a:pt x="76751" y="0"/>
                  </a:moveTo>
                  <a:lnTo>
                    <a:pt x="0" y="0"/>
                  </a:lnTo>
                  <a:lnTo>
                    <a:pt x="0" y="339916"/>
                  </a:lnTo>
                  <a:lnTo>
                    <a:pt x="76751" y="339916"/>
                  </a:lnTo>
                  <a:lnTo>
                    <a:pt x="76751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 descr=""/>
            <p:cNvSpPr/>
            <p:nvPr/>
          </p:nvSpPr>
          <p:spPr>
            <a:xfrm>
              <a:off x="1390973" y="3949638"/>
              <a:ext cx="40005" cy="340360"/>
            </a:xfrm>
            <a:custGeom>
              <a:avLst/>
              <a:gdLst/>
              <a:ahLst/>
              <a:cxnLst/>
              <a:rect l="l" t="t" r="r" b="b"/>
              <a:pathLst>
                <a:path w="40005" h="340360">
                  <a:moveTo>
                    <a:pt x="39517" y="0"/>
                  </a:moveTo>
                  <a:lnTo>
                    <a:pt x="0" y="0"/>
                  </a:lnTo>
                  <a:lnTo>
                    <a:pt x="0" y="339916"/>
                  </a:lnTo>
                  <a:lnTo>
                    <a:pt x="39517" y="339916"/>
                  </a:lnTo>
                  <a:lnTo>
                    <a:pt x="3951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 descr=""/>
            <p:cNvSpPr/>
            <p:nvPr/>
          </p:nvSpPr>
          <p:spPr>
            <a:xfrm>
              <a:off x="1428113" y="4353040"/>
              <a:ext cx="51435" cy="464820"/>
            </a:xfrm>
            <a:custGeom>
              <a:avLst/>
              <a:gdLst/>
              <a:ahLst/>
              <a:cxnLst/>
              <a:rect l="l" t="t" r="r" b="b"/>
              <a:pathLst>
                <a:path w="51434" h="464820">
                  <a:moveTo>
                    <a:pt x="0" y="464415"/>
                  </a:moveTo>
                  <a:lnTo>
                    <a:pt x="50878" y="464415"/>
                  </a:lnTo>
                  <a:lnTo>
                    <a:pt x="50878" y="0"/>
                  </a:lnTo>
                  <a:lnTo>
                    <a:pt x="0" y="0"/>
                  </a:lnTo>
                  <a:lnTo>
                    <a:pt x="0" y="464415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 descr=""/>
            <p:cNvSpPr/>
            <p:nvPr/>
          </p:nvSpPr>
          <p:spPr>
            <a:xfrm>
              <a:off x="1374125" y="4353040"/>
              <a:ext cx="54610" cy="464820"/>
            </a:xfrm>
            <a:custGeom>
              <a:avLst/>
              <a:gdLst/>
              <a:ahLst/>
              <a:cxnLst/>
              <a:rect l="l" t="t" r="r" b="b"/>
              <a:pathLst>
                <a:path w="54609" h="464820">
                  <a:moveTo>
                    <a:pt x="53987" y="0"/>
                  </a:moveTo>
                  <a:lnTo>
                    <a:pt x="0" y="0"/>
                  </a:lnTo>
                  <a:lnTo>
                    <a:pt x="0" y="464415"/>
                  </a:lnTo>
                  <a:lnTo>
                    <a:pt x="53987" y="464415"/>
                  </a:lnTo>
                  <a:lnTo>
                    <a:pt x="539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33" name="object 133" descr="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347267" y="4271178"/>
              <a:ext cx="159185" cy="81862"/>
            </a:xfrm>
            <a:prstGeom prst="rect">
              <a:avLst/>
            </a:prstGeom>
          </p:spPr>
        </p:pic>
        <p:sp>
          <p:nvSpPr>
            <p:cNvPr id="134" name="object 134" descr=""/>
            <p:cNvSpPr/>
            <p:nvPr/>
          </p:nvSpPr>
          <p:spPr>
            <a:xfrm>
              <a:off x="1251302" y="7221748"/>
              <a:ext cx="347980" cy="1139825"/>
            </a:xfrm>
            <a:custGeom>
              <a:avLst/>
              <a:gdLst/>
              <a:ahLst/>
              <a:cxnLst/>
              <a:rect l="l" t="t" r="r" b="b"/>
              <a:pathLst>
                <a:path w="347980" h="1139825">
                  <a:moveTo>
                    <a:pt x="0" y="1139693"/>
                  </a:moveTo>
                  <a:lnTo>
                    <a:pt x="347486" y="1139693"/>
                  </a:lnTo>
                  <a:lnTo>
                    <a:pt x="347486" y="0"/>
                  </a:lnTo>
                  <a:lnTo>
                    <a:pt x="0" y="0"/>
                  </a:lnTo>
                  <a:lnTo>
                    <a:pt x="0" y="1139693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 descr=""/>
            <p:cNvSpPr/>
            <p:nvPr/>
          </p:nvSpPr>
          <p:spPr>
            <a:xfrm>
              <a:off x="1214654" y="7184336"/>
              <a:ext cx="421005" cy="37465"/>
            </a:xfrm>
            <a:custGeom>
              <a:avLst/>
              <a:gdLst/>
              <a:ahLst/>
              <a:cxnLst/>
              <a:rect l="l" t="t" r="r" b="b"/>
              <a:pathLst>
                <a:path w="421005" h="37465">
                  <a:moveTo>
                    <a:pt x="420782" y="0"/>
                  </a:moveTo>
                  <a:lnTo>
                    <a:pt x="0" y="0"/>
                  </a:lnTo>
                  <a:lnTo>
                    <a:pt x="0" y="37422"/>
                  </a:lnTo>
                  <a:lnTo>
                    <a:pt x="420782" y="37422"/>
                  </a:lnTo>
                  <a:lnTo>
                    <a:pt x="42078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 descr=""/>
            <p:cNvSpPr/>
            <p:nvPr/>
          </p:nvSpPr>
          <p:spPr>
            <a:xfrm>
              <a:off x="1251302" y="7221758"/>
              <a:ext cx="347980" cy="41275"/>
            </a:xfrm>
            <a:custGeom>
              <a:avLst/>
              <a:gdLst/>
              <a:ahLst/>
              <a:cxnLst/>
              <a:rect l="l" t="t" r="r" b="b"/>
              <a:pathLst>
                <a:path w="347980" h="41275">
                  <a:moveTo>
                    <a:pt x="347486" y="0"/>
                  </a:moveTo>
                  <a:lnTo>
                    <a:pt x="0" y="0"/>
                  </a:lnTo>
                  <a:lnTo>
                    <a:pt x="0" y="40972"/>
                  </a:lnTo>
                  <a:lnTo>
                    <a:pt x="347486" y="40972"/>
                  </a:lnTo>
                  <a:lnTo>
                    <a:pt x="347486" y="0"/>
                  </a:lnTo>
                  <a:close/>
                </a:path>
              </a:pathLst>
            </a:custGeom>
            <a:solidFill>
              <a:srgbClr val="F4C78E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37" name="object 137" descr="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354838" y="7580048"/>
              <a:ext cx="140414" cy="96216"/>
            </a:xfrm>
            <a:prstGeom prst="rect">
              <a:avLst/>
            </a:prstGeom>
          </p:spPr>
        </p:pic>
        <p:sp>
          <p:nvSpPr>
            <p:cNvPr id="138" name="object 138" descr=""/>
            <p:cNvSpPr/>
            <p:nvPr/>
          </p:nvSpPr>
          <p:spPr>
            <a:xfrm>
              <a:off x="1429579" y="4908834"/>
              <a:ext cx="89535" cy="934085"/>
            </a:xfrm>
            <a:custGeom>
              <a:avLst/>
              <a:gdLst/>
              <a:ahLst/>
              <a:cxnLst/>
              <a:rect l="l" t="t" r="r" b="b"/>
              <a:pathLst>
                <a:path w="89534" h="934085">
                  <a:moveTo>
                    <a:pt x="0" y="933678"/>
                  </a:moveTo>
                  <a:lnTo>
                    <a:pt x="89002" y="933678"/>
                  </a:lnTo>
                  <a:lnTo>
                    <a:pt x="89002" y="0"/>
                  </a:lnTo>
                  <a:lnTo>
                    <a:pt x="0" y="0"/>
                  </a:lnTo>
                  <a:lnTo>
                    <a:pt x="0" y="933678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 descr=""/>
            <p:cNvSpPr/>
            <p:nvPr/>
          </p:nvSpPr>
          <p:spPr>
            <a:xfrm>
              <a:off x="1335132" y="4908834"/>
              <a:ext cx="94615" cy="934085"/>
            </a:xfrm>
            <a:custGeom>
              <a:avLst/>
              <a:gdLst/>
              <a:ahLst/>
              <a:cxnLst/>
              <a:rect l="l" t="t" r="r" b="b"/>
              <a:pathLst>
                <a:path w="94615" h="934085">
                  <a:moveTo>
                    <a:pt x="94447" y="0"/>
                  </a:moveTo>
                  <a:lnTo>
                    <a:pt x="0" y="0"/>
                  </a:lnTo>
                  <a:lnTo>
                    <a:pt x="0" y="933678"/>
                  </a:lnTo>
                  <a:lnTo>
                    <a:pt x="94447" y="933678"/>
                  </a:lnTo>
                  <a:lnTo>
                    <a:pt x="944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 descr=""/>
            <p:cNvSpPr/>
            <p:nvPr/>
          </p:nvSpPr>
          <p:spPr>
            <a:xfrm>
              <a:off x="1362418" y="5894889"/>
              <a:ext cx="195580" cy="1289685"/>
            </a:xfrm>
            <a:custGeom>
              <a:avLst/>
              <a:gdLst/>
              <a:ahLst/>
              <a:cxnLst/>
              <a:rect l="l" t="t" r="r" b="b"/>
              <a:pathLst>
                <a:path w="195580" h="1289684">
                  <a:moveTo>
                    <a:pt x="195046" y="0"/>
                  </a:moveTo>
                  <a:lnTo>
                    <a:pt x="126707" y="0"/>
                  </a:lnTo>
                  <a:lnTo>
                    <a:pt x="126288" y="0"/>
                  </a:lnTo>
                  <a:lnTo>
                    <a:pt x="0" y="0"/>
                  </a:lnTo>
                  <a:lnTo>
                    <a:pt x="0" y="1289456"/>
                  </a:lnTo>
                  <a:lnTo>
                    <a:pt x="126288" y="1289456"/>
                  </a:lnTo>
                  <a:lnTo>
                    <a:pt x="126707" y="1289456"/>
                  </a:lnTo>
                  <a:lnTo>
                    <a:pt x="195046" y="1289456"/>
                  </a:lnTo>
                  <a:lnTo>
                    <a:pt x="195046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 descr=""/>
            <p:cNvSpPr/>
            <p:nvPr/>
          </p:nvSpPr>
          <p:spPr>
            <a:xfrm>
              <a:off x="1293688" y="5894888"/>
              <a:ext cx="69215" cy="1289685"/>
            </a:xfrm>
            <a:custGeom>
              <a:avLst/>
              <a:gdLst/>
              <a:ahLst/>
              <a:cxnLst/>
              <a:rect l="l" t="t" r="r" b="b"/>
              <a:pathLst>
                <a:path w="69215" h="1289684">
                  <a:moveTo>
                    <a:pt x="68751" y="0"/>
                  </a:moveTo>
                  <a:lnTo>
                    <a:pt x="0" y="0"/>
                  </a:lnTo>
                  <a:lnTo>
                    <a:pt x="0" y="1289447"/>
                  </a:lnTo>
                  <a:lnTo>
                    <a:pt x="68751" y="1289447"/>
                  </a:lnTo>
                  <a:lnTo>
                    <a:pt x="6875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 descr=""/>
            <p:cNvSpPr/>
            <p:nvPr/>
          </p:nvSpPr>
          <p:spPr>
            <a:xfrm>
              <a:off x="1293685" y="6236213"/>
              <a:ext cx="264160" cy="734695"/>
            </a:xfrm>
            <a:custGeom>
              <a:avLst/>
              <a:gdLst/>
              <a:ahLst/>
              <a:cxnLst/>
              <a:rect l="l" t="t" r="r" b="b"/>
              <a:pathLst>
                <a:path w="264159" h="734695">
                  <a:moveTo>
                    <a:pt x="263779" y="593255"/>
                  </a:moveTo>
                  <a:lnTo>
                    <a:pt x="0" y="593255"/>
                  </a:lnTo>
                  <a:lnTo>
                    <a:pt x="0" y="631190"/>
                  </a:lnTo>
                  <a:lnTo>
                    <a:pt x="263779" y="631190"/>
                  </a:lnTo>
                  <a:lnTo>
                    <a:pt x="263779" y="593255"/>
                  </a:lnTo>
                  <a:close/>
                </a:path>
                <a:path w="264159" h="734695">
                  <a:moveTo>
                    <a:pt x="263982" y="696201"/>
                  </a:moveTo>
                  <a:lnTo>
                    <a:pt x="203" y="696201"/>
                  </a:lnTo>
                  <a:lnTo>
                    <a:pt x="203" y="734123"/>
                  </a:lnTo>
                  <a:lnTo>
                    <a:pt x="263982" y="734123"/>
                  </a:lnTo>
                  <a:lnTo>
                    <a:pt x="263982" y="696201"/>
                  </a:lnTo>
                  <a:close/>
                </a:path>
                <a:path w="264159" h="734695">
                  <a:moveTo>
                    <a:pt x="263982" y="102933"/>
                  </a:moveTo>
                  <a:lnTo>
                    <a:pt x="203" y="102933"/>
                  </a:lnTo>
                  <a:lnTo>
                    <a:pt x="203" y="140868"/>
                  </a:lnTo>
                  <a:lnTo>
                    <a:pt x="263982" y="140868"/>
                  </a:lnTo>
                  <a:lnTo>
                    <a:pt x="263982" y="102933"/>
                  </a:lnTo>
                  <a:close/>
                </a:path>
                <a:path w="264159" h="734695">
                  <a:moveTo>
                    <a:pt x="263982" y="0"/>
                  </a:moveTo>
                  <a:lnTo>
                    <a:pt x="203" y="0"/>
                  </a:lnTo>
                  <a:lnTo>
                    <a:pt x="203" y="37922"/>
                  </a:lnTo>
                  <a:lnTo>
                    <a:pt x="263982" y="37922"/>
                  </a:lnTo>
                  <a:lnTo>
                    <a:pt x="263982" y="0"/>
                  </a:lnTo>
                  <a:close/>
                </a:path>
              </a:pathLst>
            </a:custGeom>
            <a:solidFill>
              <a:srgbClr val="F4C78E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 descr=""/>
            <p:cNvSpPr/>
            <p:nvPr/>
          </p:nvSpPr>
          <p:spPr>
            <a:xfrm>
              <a:off x="1227281" y="5842513"/>
              <a:ext cx="400685" cy="52705"/>
            </a:xfrm>
            <a:custGeom>
              <a:avLst/>
              <a:gdLst/>
              <a:ahLst/>
              <a:cxnLst/>
              <a:rect l="l" t="t" r="r" b="b"/>
              <a:pathLst>
                <a:path w="400685" h="52704">
                  <a:moveTo>
                    <a:pt x="400239" y="0"/>
                  </a:moveTo>
                  <a:lnTo>
                    <a:pt x="0" y="0"/>
                  </a:lnTo>
                  <a:lnTo>
                    <a:pt x="0" y="52375"/>
                  </a:lnTo>
                  <a:lnTo>
                    <a:pt x="400239" y="52375"/>
                  </a:lnTo>
                  <a:lnTo>
                    <a:pt x="4002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 descr=""/>
            <p:cNvSpPr/>
            <p:nvPr/>
          </p:nvSpPr>
          <p:spPr>
            <a:xfrm>
              <a:off x="1227279" y="5894891"/>
              <a:ext cx="400685" cy="50800"/>
            </a:xfrm>
            <a:custGeom>
              <a:avLst/>
              <a:gdLst/>
              <a:ahLst/>
              <a:cxnLst/>
              <a:rect l="l" t="t" r="r" b="b"/>
              <a:pathLst>
                <a:path w="400685" h="50800">
                  <a:moveTo>
                    <a:pt x="400239" y="0"/>
                  </a:moveTo>
                  <a:lnTo>
                    <a:pt x="0" y="0"/>
                  </a:lnTo>
                  <a:lnTo>
                    <a:pt x="66406" y="50563"/>
                  </a:lnTo>
                  <a:lnTo>
                    <a:pt x="330398" y="50563"/>
                  </a:lnTo>
                  <a:lnTo>
                    <a:pt x="400239" y="0"/>
                  </a:lnTo>
                  <a:close/>
                </a:path>
              </a:pathLst>
            </a:custGeom>
            <a:solidFill>
              <a:srgbClr val="81D3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 descr=""/>
            <p:cNvSpPr/>
            <p:nvPr/>
          </p:nvSpPr>
          <p:spPr>
            <a:xfrm>
              <a:off x="1227281" y="5812713"/>
              <a:ext cx="400685" cy="29845"/>
            </a:xfrm>
            <a:custGeom>
              <a:avLst/>
              <a:gdLst/>
              <a:ahLst/>
              <a:cxnLst/>
              <a:rect l="l" t="t" r="r" b="b"/>
              <a:pathLst>
                <a:path w="400685" h="29845">
                  <a:moveTo>
                    <a:pt x="400239" y="0"/>
                  </a:moveTo>
                  <a:lnTo>
                    <a:pt x="0" y="0"/>
                  </a:lnTo>
                  <a:lnTo>
                    <a:pt x="0" y="29800"/>
                  </a:lnTo>
                  <a:lnTo>
                    <a:pt x="400239" y="29800"/>
                  </a:lnTo>
                  <a:lnTo>
                    <a:pt x="400239" y="0"/>
                  </a:lnTo>
                  <a:close/>
                </a:path>
              </a:pathLst>
            </a:custGeom>
            <a:solidFill>
              <a:srgbClr val="82CF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 descr=""/>
            <p:cNvSpPr/>
            <p:nvPr/>
          </p:nvSpPr>
          <p:spPr>
            <a:xfrm>
              <a:off x="1288159" y="4817466"/>
              <a:ext cx="278765" cy="46990"/>
            </a:xfrm>
            <a:custGeom>
              <a:avLst/>
              <a:gdLst/>
              <a:ahLst/>
              <a:cxnLst/>
              <a:rect l="l" t="t" r="r" b="b"/>
              <a:pathLst>
                <a:path w="278765" h="46989">
                  <a:moveTo>
                    <a:pt x="278473" y="0"/>
                  </a:moveTo>
                  <a:lnTo>
                    <a:pt x="0" y="0"/>
                  </a:lnTo>
                  <a:lnTo>
                    <a:pt x="0" y="46490"/>
                  </a:lnTo>
                  <a:lnTo>
                    <a:pt x="278473" y="46490"/>
                  </a:lnTo>
                  <a:lnTo>
                    <a:pt x="2784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 descr=""/>
            <p:cNvSpPr/>
            <p:nvPr/>
          </p:nvSpPr>
          <p:spPr>
            <a:xfrm>
              <a:off x="1288157" y="4863955"/>
              <a:ext cx="278765" cy="45085"/>
            </a:xfrm>
            <a:custGeom>
              <a:avLst/>
              <a:gdLst/>
              <a:ahLst/>
              <a:cxnLst/>
              <a:rect l="l" t="t" r="r" b="b"/>
              <a:pathLst>
                <a:path w="278765" h="45085">
                  <a:moveTo>
                    <a:pt x="278473" y="0"/>
                  </a:moveTo>
                  <a:lnTo>
                    <a:pt x="0" y="0"/>
                  </a:lnTo>
                  <a:lnTo>
                    <a:pt x="46208" y="44888"/>
                  </a:lnTo>
                  <a:lnTo>
                    <a:pt x="229888" y="44888"/>
                  </a:lnTo>
                  <a:lnTo>
                    <a:pt x="278473" y="0"/>
                  </a:lnTo>
                  <a:close/>
                </a:path>
              </a:pathLst>
            </a:custGeom>
            <a:solidFill>
              <a:srgbClr val="81D3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 descr=""/>
            <p:cNvSpPr/>
            <p:nvPr/>
          </p:nvSpPr>
          <p:spPr>
            <a:xfrm>
              <a:off x="1288159" y="4791006"/>
              <a:ext cx="278765" cy="26670"/>
            </a:xfrm>
            <a:custGeom>
              <a:avLst/>
              <a:gdLst/>
              <a:ahLst/>
              <a:cxnLst/>
              <a:rect l="l" t="t" r="r" b="b"/>
              <a:pathLst>
                <a:path w="278765" h="26670">
                  <a:moveTo>
                    <a:pt x="278473" y="0"/>
                  </a:moveTo>
                  <a:lnTo>
                    <a:pt x="0" y="0"/>
                  </a:lnTo>
                  <a:lnTo>
                    <a:pt x="0" y="26449"/>
                  </a:lnTo>
                  <a:lnTo>
                    <a:pt x="278473" y="26449"/>
                  </a:lnTo>
                  <a:lnTo>
                    <a:pt x="278473" y="0"/>
                  </a:lnTo>
                  <a:close/>
                </a:path>
              </a:pathLst>
            </a:custGeom>
            <a:solidFill>
              <a:srgbClr val="82CF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 descr=""/>
            <p:cNvSpPr/>
            <p:nvPr/>
          </p:nvSpPr>
          <p:spPr>
            <a:xfrm>
              <a:off x="411516" y="7947004"/>
              <a:ext cx="236854" cy="735330"/>
            </a:xfrm>
            <a:custGeom>
              <a:avLst/>
              <a:gdLst/>
              <a:ahLst/>
              <a:cxnLst/>
              <a:rect l="l" t="t" r="r" b="b"/>
              <a:pathLst>
                <a:path w="236854" h="735329">
                  <a:moveTo>
                    <a:pt x="0" y="734794"/>
                  </a:moveTo>
                  <a:lnTo>
                    <a:pt x="236296" y="734794"/>
                  </a:lnTo>
                  <a:lnTo>
                    <a:pt x="236296" y="0"/>
                  </a:lnTo>
                  <a:lnTo>
                    <a:pt x="0" y="0"/>
                  </a:lnTo>
                  <a:lnTo>
                    <a:pt x="0" y="734794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 descr=""/>
            <p:cNvSpPr/>
            <p:nvPr/>
          </p:nvSpPr>
          <p:spPr>
            <a:xfrm>
              <a:off x="386585" y="7921559"/>
              <a:ext cx="286385" cy="26034"/>
            </a:xfrm>
            <a:custGeom>
              <a:avLst/>
              <a:gdLst/>
              <a:ahLst/>
              <a:cxnLst/>
              <a:rect l="l" t="t" r="r" b="b"/>
              <a:pathLst>
                <a:path w="286384" h="26034">
                  <a:moveTo>
                    <a:pt x="286137" y="0"/>
                  </a:moveTo>
                  <a:lnTo>
                    <a:pt x="0" y="0"/>
                  </a:lnTo>
                  <a:lnTo>
                    <a:pt x="0" y="25444"/>
                  </a:lnTo>
                  <a:lnTo>
                    <a:pt x="286137" y="25444"/>
                  </a:lnTo>
                  <a:lnTo>
                    <a:pt x="2861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 descr=""/>
            <p:cNvSpPr/>
            <p:nvPr/>
          </p:nvSpPr>
          <p:spPr>
            <a:xfrm>
              <a:off x="411516" y="7947004"/>
              <a:ext cx="236854" cy="27940"/>
            </a:xfrm>
            <a:custGeom>
              <a:avLst/>
              <a:gdLst/>
              <a:ahLst/>
              <a:cxnLst/>
              <a:rect l="l" t="t" r="r" b="b"/>
              <a:pathLst>
                <a:path w="236854" h="27940">
                  <a:moveTo>
                    <a:pt x="236296" y="0"/>
                  </a:moveTo>
                  <a:lnTo>
                    <a:pt x="0" y="0"/>
                  </a:lnTo>
                  <a:lnTo>
                    <a:pt x="0" y="27863"/>
                  </a:lnTo>
                  <a:lnTo>
                    <a:pt x="236296" y="27863"/>
                  </a:lnTo>
                  <a:lnTo>
                    <a:pt x="236296" y="0"/>
                  </a:lnTo>
                  <a:close/>
                </a:path>
              </a:pathLst>
            </a:custGeom>
            <a:solidFill>
              <a:srgbClr val="F4C78E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 descr=""/>
            <p:cNvSpPr/>
            <p:nvPr/>
          </p:nvSpPr>
          <p:spPr>
            <a:xfrm>
              <a:off x="492264" y="7044721"/>
              <a:ext cx="109220" cy="876935"/>
            </a:xfrm>
            <a:custGeom>
              <a:avLst/>
              <a:gdLst/>
              <a:ahLst/>
              <a:cxnLst/>
              <a:rect l="l" t="t" r="r" b="b"/>
              <a:pathLst>
                <a:path w="109220" h="876934">
                  <a:moveTo>
                    <a:pt x="108877" y="0"/>
                  </a:moveTo>
                  <a:lnTo>
                    <a:pt x="70739" y="0"/>
                  </a:lnTo>
                  <a:lnTo>
                    <a:pt x="70497" y="0"/>
                  </a:lnTo>
                  <a:lnTo>
                    <a:pt x="0" y="0"/>
                  </a:lnTo>
                  <a:lnTo>
                    <a:pt x="0" y="876846"/>
                  </a:lnTo>
                  <a:lnTo>
                    <a:pt x="70497" y="876846"/>
                  </a:lnTo>
                  <a:lnTo>
                    <a:pt x="70739" y="876846"/>
                  </a:lnTo>
                  <a:lnTo>
                    <a:pt x="108877" y="876846"/>
                  </a:lnTo>
                  <a:lnTo>
                    <a:pt x="108877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 descr=""/>
            <p:cNvSpPr/>
            <p:nvPr/>
          </p:nvSpPr>
          <p:spPr>
            <a:xfrm>
              <a:off x="453881" y="7044717"/>
              <a:ext cx="38735" cy="876935"/>
            </a:xfrm>
            <a:custGeom>
              <a:avLst/>
              <a:gdLst/>
              <a:ahLst/>
              <a:cxnLst/>
              <a:rect l="l" t="t" r="r" b="b"/>
              <a:pathLst>
                <a:path w="38734" h="876934">
                  <a:moveTo>
                    <a:pt x="38386" y="0"/>
                  </a:moveTo>
                  <a:lnTo>
                    <a:pt x="0" y="0"/>
                  </a:lnTo>
                  <a:lnTo>
                    <a:pt x="0" y="876842"/>
                  </a:lnTo>
                  <a:lnTo>
                    <a:pt x="38386" y="876842"/>
                  </a:lnTo>
                  <a:lnTo>
                    <a:pt x="383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54" name="object 154" descr="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16803" y="6988834"/>
              <a:ext cx="223460" cy="90265"/>
            </a:xfrm>
            <a:prstGeom prst="rect">
              <a:avLst/>
            </a:prstGeom>
          </p:spPr>
        </p:pic>
        <p:sp>
          <p:nvSpPr>
            <p:cNvPr id="155" name="object 155" descr=""/>
            <p:cNvSpPr/>
            <p:nvPr/>
          </p:nvSpPr>
          <p:spPr>
            <a:xfrm>
              <a:off x="647781" y="8361442"/>
              <a:ext cx="1333500" cy="950594"/>
            </a:xfrm>
            <a:custGeom>
              <a:avLst/>
              <a:gdLst/>
              <a:ahLst/>
              <a:cxnLst/>
              <a:rect l="l" t="t" r="r" b="b"/>
              <a:pathLst>
                <a:path w="1333500" h="950595">
                  <a:moveTo>
                    <a:pt x="1333310" y="0"/>
                  </a:moveTo>
                  <a:lnTo>
                    <a:pt x="0" y="0"/>
                  </a:lnTo>
                  <a:lnTo>
                    <a:pt x="0" y="950285"/>
                  </a:lnTo>
                  <a:lnTo>
                    <a:pt x="1333310" y="950285"/>
                  </a:lnTo>
                  <a:lnTo>
                    <a:pt x="13333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 descr=""/>
            <p:cNvSpPr/>
            <p:nvPr/>
          </p:nvSpPr>
          <p:spPr>
            <a:xfrm>
              <a:off x="5100731" y="8585657"/>
              <a:ext cx="875665" cy="726440"/>
            </a:xfrm>
            <a:custGeom>
              <a:avLst/>
              <a:gdLst/>
              <a:ahLst/>
              <a:cxnLst/>
              <a:rect l="l" t="t" r="r" b="b"/>
              <a:pathLst>
                <a:path w="875664" h="726440">
                  <a:moveTo>
                    <a:pt x="875282" y="0"/>
                  </a:moveTo>
                  <a:lnTo>
                    <a:pt x="0" y="0"/>
                  </a:lnTo>
                  <a:lnTo>
                    <a:pt x="0" y="726072"/>
                  </a:lnTo>
                  <a:lnTo>
                    <a:pt x="224359" y="726072"/>
                  </a:lnTo>
                  <a:lnTo>
                    <a:pt x="224359" y="455326"/>
                  </a:lnTo>
                  <a:lnTo>
                    <a:pt x="229457" y="405031"/>
                  </a:lnTo>
                  <a:lnTo>
                    <a:pt x="243979" y="358859"/>
                  </a:lnTo>
                  <a:lnTo>
                    <a:pt x="266766" y="318126"/>
                  </a:lnTo>
                  <a:lnTo>
                    <a:pt x="296659" y="284151"/>
                  </a:lnTo>
                  <a:lnTo>
                    <a:pt x="332498" y="258252"/>
                  </a:lnTo>
                  <a:lnTo>
                    <a:pt x="373124" y="241745"/>
                  </a:lnTo>
                  <a:lnTo>
                    <a:pt x="417379" y="235950"/>
                  </a:lnTo>
                  <a:lnTo>
                    <a:pt x="461631" y="241745"/>
                  </a:lnTo>
                  <a:lnTo>
                    <a:pt x="502257" y="258252"/>
                  </a:lnTo>
                  <a:lnTo>
                    <a:pt x="538096" y="284151"/>
                  </a:lnTo>
                  <a:lnTo>
                    <a:pt x="567989" y="318126"/>
                  </a:lnTo>
                  <a:lnTo>
                    <a:pt x="590778" y="358859"/>
                  </a:lnTo>
                  <a:lnTo>
                    <a:pt x="605301" y="405031"/>
                  </a:lnTo>
                  <a:lnTo>
                    <a:pt x="610400" y="455326"/>
                  </a:lnTo>
                  <a:lnTo>
                    <a:pt x="610400" y="726072"/>
                  </a:lnTo>
                  <a:lnTo>
                    <a:pt x="875282" y="726072"/>
                  </a:lnTo>
                  <a:lnTo>
                    <a:pt x="875282" y="0"/>
                  </a:lnTo>
                  <a:close/>
                </a:path>
              </a:pathLst>
            </a:custGeom>
            <a:solidFill>
              <a:srgbClr val="F4C7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 descr=""/>
            <p:cNvSpPr/>
            <p:nvPr/>
          </p:nvSpPr>
          <p:spPr>
            <a:xfrm>
              <a:off x="4991612" y="8168684"/>
              <a:ext cx="508000" cy="416559"/>
            </a:xfrm>
            <a:custGeom>
              <a:avLst/>
              <a:gdLst/>
              <a:ahLst/>
              <a:cxnLst/>
              <a:rect l="l" t="t" r="r" b="b"/>
              <a:pathLst>
                <a:path w="508000" h="416559">
                  <a:moveTo>
                    <a:pt x="507408" y="0"/>
                  </a:moveTo>
                  <a:lnTo>
                    <a:pt x="0" y="0"/>
                  </a:lnTo>
                  <a:lnTo>
                    <a:pt x="0" y="416468"/>
                  </a:lnTo>
                  <a:lnTo>
                    <a:pt x="39559" y="416468"/>
                  </a:lnTo>
                  <a:lnTo>
                    <a:pt x="39559" y="257845"/>
                  </a:lnTo>
                  <a:lnTo>
                    <a:pt x="42365" y="252400"/>
                  </a:lnTo>
                  <a:lnTo>
                    <a:pt x="46710" y="248767"/>
                  </a:lnTo>
                  <a:lnTo>
                    <a:pt x="43849" y="240577"/>
                  </a:lnTo>
                  <a:lnTo>
                    <a:pt x="41709" y="230441"/>
                  </a:lnTo>
                  <a:lnTo>
                    <a:pt x="40368" y="219864"/>
                  </a:lnTo>
                  <a:lnTo>
                    <a:pt x="39904" y="210349"/>
                  </a:lnTo>
                  <a:lnTo>
                    <a:pt x="42149" y="197894"/>
                  </a:lnTo>
                  <a:lnTo>
                    <a:pt x="47993" y="186851"/>
                  </a:lnTo>
                  <a:lnTo>
                    <a:pt x="56098" y="177338"/>
                  </a:lnTo>
                  <a:lnTo>
                    <a:pt x="65128" y="169471"/>
                  </a:lnTo>
                  <a:lnTo>
                    <a:pt x="74214" y="177303"/>
                  </a:lnTo>
                  <a:lnTo>
                    <a:pt x="82358" y="186820"/>
                  </a:lnTo>
                  <a:lnTo>
                    <a:pt x="88226" y="197882"/>
                  </a:lnTo>
                  <a:lnTo>
                    <a:pt x="90478" y="210349"/>
                  </a:lnTo>
                  <a:lnTo>
                    <a:pt x="90020" y="219864"/>
                  </a:lnTo>
                  <a:lnTo>
                    <a:pt x="88684" y="230441"/>
                  </a:lnTo>
                  <a:lnTo>
                    <a:pt x="86534" y="240577"/>
                  </a:lnTo>
                  <a:lnTo>
                    <a:pt x="83630" y="248767"/>
                  </a:lnTo>
                  <a:lnTo>
                    <a:pt x="88060" y="252400"/>
                  </a:lnTo>
                  <a:lnTo>
                    <a:pt x="90866" y="257845"/>
                  </a:lnTo>
                  <a:lnTo>
                    <a:pt x="90866" y="416468"/>
                  </a:lnTo>
                  <a:lnTo>
                    <a:pt x="156518" y="416468"/>
                  </a:lnTo>
                  <a:lnTo>
                    <a:pt x="156518" y="257845"/>
                  </a:lnTo>
                  <a:lnTo>
                    <a:pt x="159324" y="252400"/>
                  </a:lnTo>
                  <a:lnTo>
                    <a:pt x="163712" y="248767"/>
                  </a:lnTo>
                  <a:lnTo>
                    <a:pt x="160839" y="240577"/>
                  </a:lnTo>
                  <a:lnTo>
                    <a:pt x="158704" y="230441"/>
                  </a:lnTo>
                  <a:lnTo>
                    <a:pt x="157374" y="219864"/>
                  </a:lnTo>
                  <a:lnTo>
                    <a:pt x="156916" y="210349"/>
                  </a:lnTo>
                  <a:lnTo>
                    <a:pt x="159153" y="197894"/>
                  </a:lnTo>
                  <a:lnTo>
                    <a:pt x="164979" y="186851"/>
                  </a:lnTo>
                  <a:lnTo>
                    <a:pt x="173066" y="177338"/>
                  </a:lnTo>
                  <a:lnTo>
                    <a:pt x="182088" y="169471"/>
                  </a:lnTo>
                  <a:lnTo>
                    <a:pt x="191173" y="177303"/>
                  </a:lnTo>
                  <a:lnTo>
                    <a:pt x="199318" y="186820"/>
                  </a:lnTo>
                  <a:lnTo>
                    <a:pt x="205185" y="197882"/>
                  </a:lnTo>
                  <a:lnTo>
                    <a:pt x="207438" y="210349"/>
                  </a:lnTo>
                  <a:lnTo>
                    <a:pt x="206979" y="219864"/>
                  </a:lnTo>
                  <a:lnTo>
                    <a:pt x="205645" y="230441"/>
                  </a:lnTo>
                  <a:lnTo>
                    <a:pt x="203498" y="240577"/>
                  </a:lnTo>
                  <a:lnTo>
                    <a:pt x="200601" y="248767"/>
                  </a:lnTo>
                  <a:lnTo>
                    <a:pt x="205030" y="252400"/>
                  </a:lnTo>
                  <a:lnTo>
                    <a:pt x="207836" y="257845"/>
                  </a:lnTo>
                  <a:lnTo>
                    <a:pt x="207836" y="416468"/>
                  </a:lnTo>
                  <a:lnTo>
                    <a:pt x="273489" y="416468"/>
                  </a:lnTo>
                  <a:lnTo>
                    <a:pt x="273489" y="257845"/>
                  </a:lnTo>
                  <a:lnTo>
                    <a:pt x="276295" y="252400"/>
                  </a:lnTo>
                  <a:lnTo>
                    <a:pt x="280672" y="248767"/>
                  </a:lnTo>
                  <a:lnTo>
                    <a:pt x="277799" y="240577"/>
                  </a:lnTo>
                  <a:lnTo>
                    <a:pt x="275664" y="230441"/>
                  </a:lnTo>
                  <a:lnTo>
                    <a:pt x="274334" y="219864"/>
                  </a:lnTo>
                  <a:lnTo>
                    <a:pt x="273876" y="210349"/>
                  </a:lnTo>
                  <a:lnTo>
                    <a:pt x="276114" y="197894"/>
                  </a:lnTo>
                  <a:lnTo>
                    <a:pt x="281942" y="186851"/>
                  </a:lnTo>
                  <a:lnTo>
                    <a:pt x="290030" y="177338"/>
                  </a:lnTo>
                  <a:lnTo>
                    <a:pt x="299048" y="169471"/>
                  </a:lnTo>
                  <a:lnTo>
                    <a:pt x="308138" y="177303"/>
                  </a:lnTo>
                  <a:lnTo>
                    <a:pt x="316282" y="186820"/>
                  </a:lnTo>
                  <a:lnTo>
                    <a:pt x="322147" y="197882"/>
                  </a:lnTo>
                  <a:lnTo>
                    <a:pt x="324398" y="210349"/>
                  </a:lnTo>
                  <a:lnTo>
                    <a:pt x="323941" y="219864"/>
                  </a:lnTo>
                  <a:lnTo>
                    <a:pt x="322609" y="230441"/>
                  </a:lnTo>
                  <a:lnTo>
                    <a:pt x="320462" y="240577"/>
                  </a:lnTo>
                  <a:lnTo>
                    <a:pt x="317561" y="248767"/>
                  </a:lnTo>
                  <a:lnTo>
                    <a:pt x="321990" y="252400"/>
                  </a:lnTo>
                  <a:lnTo>
                    <a:pt x="324796" y="257845"/>
                  </a:lnTo>
                  <a:lnTo>
                    <a:pt x="324796" y="416468"/>
                  </a:lnTo>
                  <a:lnTo>
                    <a:pt x="390448" y="416468"/>
                  </a:lnTo>
                  <a:lnTo>
                    <a:pt x="390448" y="257845"/>
                  </a:lnTo>
                  <a:lnTo>
                    <a:pt x="393255" y="252400"/>
                  </a:lnTo>
                  <a:lnTo>
                    <a:pt x="397642" y="248767"/>
                  </a:lnTo>
                  <a:lnTo>
                    <a:pt x="394764" y="240577"/>
                  </a:lnTo>
                  <a:lnTo>
                    <a:pt x="392630" y="230441"/>
                  </a:lnTo>
                  <a:lnTo>
                    <a:pt x="391303" y="219864"/>
                  </a:lnTo>
                  <a:lnTo>
                    <a:pt x="390846" y="210349"/>
                  </a:lnTo>
                  <a:lnTo>
                    <a:pt x="393083" y="197894"/>
                  </a:lnTo>
                  <a:lnTo>
                    <a:pt x="398909" y="186851"/>
                  </a:lnTo>
                  <a:lnTo>
                    <a:pt x="406996" y="177338"/>
                  </a:lnTo>
                  <a:lnTo>
                    <a:pt x="416018" y="169471"/>
                  </a:lnTo>
                  <a:lnTo>
                    <a:pt x="425103" y="177303"/>
                  </a:lnTo>
                  <a:lnTo>
                    <a:pt x="433248" y="186820"/>
                  </a:lnTo>
                  <a:lnTo>
                    <a:pt x="439115" y="197882"/>
                  </a:lnTo>
                  <a:lnTo>
                    <a:pt x="441368" y="210349"/>
                  </a:lnTo>
                  <a:lnTo>
                    <a:pt x="440909" y="219864"/>
                  </a:lnTo>
                  <a:lnTo>
                    <a:pt x="439574" y="230441"/>
                  </a:lnTo>
                  <a:lnTo>
                    <a:pt x="437424" y="240577"/>
                  </a:lnTo>
                  <a:lnTo>
                    <a:pt x="434520" y="248767"/>
                  </a:lnTo>
                  <a:lnTo>
                    <a:pt x="438949" y="252400"/>
                  </a:lnTo>
                  <a:lnTo>
                    <a:pt x="441756" y="257845"/>
                  </a:lnTo>
                  <a:lnTo>
                    <a:pt x="441756" y="416468"/>
                  </a:lnTo>
                  <a:lnTo>
                    <a:pt x="507408" y="416468"/>
                  </a:lnTo>
                  <a:lnTo>
                    <a:pt x="507408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 descr=""/>
            <p:cNvSpPr/>
            <p:nvPr/>
          </p:nvSpPr>
          <p:spPr>
            <a:xfrm>
              <a:off x="4991628" y="8168673"/>
              <a:ext cx="508000" cy="24765"/>
            </a:xfrm>
            <a:custGeom>
              <a:avLst/>
              <a:gdLst/>
              <a:ahLst/>
              <a:cxnLst/>
              <a:rect l="l" t="t" r="r" b="b"/>
              <a:pathLst>
                <a:path w="508000" h="24765">
                  <a:moveTo>
                    <a:pt x="507398" y="0"/>
                  </a:moveTo>
                  <a:lnTo>
                    <a:pt x="0" y="0"/>
                  </a:lnTo>
                  <a:lnTo>
                    <a:pt x="0" y="24512"/>
                  </a:lnTo>
                  <a:lnTo>
                    <a:pt x="507398" y="24512"/>
                  </a:lnTo>
                  <a:lnTo>
                    <a:pt x="50739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 descr=""/>
            <p:cNvSpPr/>
            <p:nvPr/>
          </p:nvSpPr>
          <p:spPr>
            <a:xfrm>
              <a:off x="4991628" y="8193184"/>
              <a:ext cx="508000" cy="6985"/>
            </a:xfrm>
            <a:custGeom>
              <a:avLst/>
              <a:gdLst/>
              <a:ahLst/>
              <a:cxnLst/>
              <a:rect l="l" t="t" r="r" b="b"/>
              <a:pathLst>
                <a:path w="508000" h="6984">
                  <a:moveTo>
                    <a:pt x="507398" y="0"/>
                  </a:moveTo>
                  <a:lnTo>
                    <a:pt x="0" y="0"/>
                  </a:lnTo>
                  <a:lnTo>
                    <a:pt x="0" y="6649"/>
                  </a:lnTo>
                  <a:lnTo>
                    <a:pt x="507398" y="6649"/>
                  </a:lnTo>
                  <a:lnTo>
                    <a:pt x="507398" y="0"/>
                  </a:lnTo>
                  <a:close/>
                </a:path>
              </a:pathLst>
            </a:custGeom>
            <a:solidFill>
              <a:srgbClr val="81D3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 descr=""/>
            <p:cNvSpPr/>
            <p:nvPr/>
          </p:nvSpPr>
          <p:spPr>
            <a:xfrm>
              <a:off x="4991607" y="8438151"/>
              <a:ext cx="40005" cy="147320"/>
            </a:xfrm>
            <a:custGeom>
              <a:avLst/>
              <a:gdLst/>
              <a:ahLst/>
              <a:cxnLst/>
              <a:rect l="l" t="t" r="r" b="b"/>
              <a:pathLst>
                <a:path w="40004" h="147320">
                  <a:moveTo>
                    <a:pt x="39559" y="0"/>
                  </a:moveTo>
                  <a:lnTo>
                    <a:pt x="0" y="0"/>
                  </a:lnTo>
                  <a:lnTo>
                    <a:pt x="0" y="147000"/>
                  </a:lnTo>
                  <a:lnTo>
                    <a:pt x="39559" y="147000"/>
                  </a:lnTo>
                  <a:lnTo>
                    <a:pt x="395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 descr=""/>
            <p:cNvSpPr/>
            <p:nvPr/>
          </p:nvSpPr>
          <p:spPr>
            <a:xfrm>
              <a:off x="5082476" y="8438152"/>
              <a:ext cx="416559" cy="147320"/>
            </a:xfrm>
            <a:custGeom>
              <a:avLst/>
              <a:gdLst/>
              <a:ahLst/>
              <a:cxnLst/>
              <a:rect l="l" t="t" r="r" b="b"/>
              <a:pathLst>
                <a:path w="416560" h="147320">
                  <a:moveTo>
                    <a:pt x="65659" y="0"/>
                  </a:moveTo>
                  <a:lnTo>
                    <a:pt x="0" y="0"/>
                  </a:lnTo>
                  <a:lnTo>
                    <a:pt x="0" y="147002"/>
                  </a:lnTo>
                  <a:lnTo>
                    <a:pt x="65659" y="147002"/>
                  </a:lnTo>
                  <a:lnTo>
                    <a:pt x="65659" y="0"/>
                  </a:lnTo>
                  <a:close/>
                </a:path>
                <a:path w="416560" h="147320">
                  <a:moveTo>
                    <a:pt x="182613" y="0"/>
                  </a:moveTo>
                  <a:lnTo>
                    <a:pt x="116967" y="0"/>
                  </a:lnTo>
                  <a:lnTo>
                    <a:pt x="116967" y="147002"/>
                  </a:lnTo>
                  <a:lnTo>
                    <a:pt x="182613" y="147002"/>
                  </a:lnTo>
                  <a:lnTo>
                    <a:pt x="182613" y="0"/>
                  </a:lnTo>
                  <a:close/>
                </a:path>
                <a:path w="416560" h="147320">
                  <a:moveTo>
                    <a:pt x="299567" y="0"/>
                  </a:moveTo>
                  <a:lnTo>
                    <a:pt x="233921" y="0"/>
                  </a:lnTo>
                  <a:lnTo>
                    <a:pt x="233921" y="147002"/>
                  </a:lnTo>
                  <a:lnTo>
                    <a:pt x="299567" y="147002"/>
                  </a:lnTo>
                  <a:lnTo>
                    <a:pt x="299567" y="0"/>
                  </a:lnTo>
                  <a:close/>
                </a:path>
                <a:path w="416560" h="147320">
                  <a:moveTo>
                    <a:pt x="416547" y="0"/>
                  </a:moveTo>
                  <a:lnTo>
                    <a:pt x="350888" y="0"/>
                  </a:lnTo>
                  <a:lnTo>
                    <a:pt x="350888" y="147002"/>
                  </a:lnTo>
                  <a:lnTo>
                    <a:pt x="416547" y="147002"/>
                  </a:lnTo>
                  <a:lnTo>
                    <a:pt x="416547" y="0"/>
                  </a:lnTo>
                  <a:close/>
                </a:path>
              </a:pathLst>
            </a:custGeom>
            <a:solidFill>
              <a:srgbClr val="81D3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 descr=""/>
            <p:cNvSpPr/>
            <p:nvPr/>
          </p:nvSpPr>
          <p:spPr>
            <a:xfrm>
              <a:off x="4991595" y="8433111"/>
              <a:ext cx="508000" cy="24765"/>
            </a:xfrm>
            <a:custGeom>
              <a:avLst/>
              <a:gdLst/>
              <a:ahLst/>
              <a:cxnLst/>
              <a:rect l="l" t="t" r="r" b="b"/>
              <a:pathLst>
                <a:path w="508000" h="24765">
                  <a:moveTo>
                    <a:pt x="39560" y="0"/>
                  </a:moveTo>
                  <a:lnTo>
                    <a:pt x="0" y="0"/>
                  </a:lnTo>
                  <a:lnTo>
                    <a:pt x="0" y="24168"/>
                  </a:lnTo>
                  <a:lnTo>
                    <a:pt x="39560" y="24168"/>
                  </a:lnTo>
                  <a:lnTo>
                    <a:pt x="39560" y="0"/>
                  </a:lnTo>
                  <a:close/>
                </a:path>
                <a:path w="508000" h="24765">
                  <a:moveTo>
                    <a:pt x="156540" y="0"/>
                  </a:moveTo>
                  <a:lnTo>
                    <a:pt x="90881" y="0"/>
                  </a:lnTo>
                  <a:lnTo>
                    <a:pt x="90881" y="24168"/>
                  </a:lnTo>
                  <a:lnTo>
                    <a:pt x="156540" y="24168"/>
                  </a:lnTo>
                  <a:lnTo>
                    <a:pt x="156540" y="0"/>
                  </a:lnTo>
                  <a:close/>
                </a:path>
                <a:path w="508000" h="24765">
                  <a:moveTo>
                    <a:pt x="273494" y="0"/>
                  </a:moveTo>
                  <a:lnTo>
                    <a:pt x="207848" y="0"/>
                  </a:lnTo>
                  <a:lnTo>
                    <a:pt x="207848" y="24168"/>
                  </a:lnTo>
                  <a:lnTo>
                    <a:pt x="273494" y="24168"/>
                  </a:lnTo>
                  <a:lnTo>
                    <a:pt x="273494" y="0"/>
                  </a:lnTo>
                  <a:close/>
                </a:path>
                <a:path w="508000" h="24765">
                  <a:moveTo>
                    <a:pt x="390448" y="0"/>
                  </a:moveTo>
                  <a:lnTo>
                    <a:pt x="324802" y="0"/>
                  </a:lnTo>
                  <a:lnTo>
                    <a:pt x="324802" y="24168"/>
                  </a:lnTo>
                  <a:lnTo>
                    <a:pt x="390448" y="24168"/>
                  </a:lnTo>
                  <a:lnTo>
                    <a:pt x="390448" y="0"/>
                  </a:lnTo>
                  <a:close/>
                </a:path>
                <a:path w="508000" h="24765">
                  <a:moveTo>
                    <a:pt x="507428" y="0"/>
                  </a:moveTo>
                  <a:lnTo>
                    <a:pt x="441769" y="0"/>
                  </a:lnTo>
                  <a:lnTo>
                    <a:pt x="441769" y="24168"/>
                  </a:lnTo>
                  <a:lnTo>
                    <a:pt x="507428" y="24168"/>
                  </a:lnTo>
                  <a:lnTo>
                    <a:pt x="5074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 descr=""/>
            <p:cNvSpPr/>
            <p:nvPr/>
          </p:nvSpPr>
          <p:spPr>
            <a:xfrm>
              <a:off x="5056733" y="8325973"/>
              <a:ext cx="416559" cy="259715"/>
            </a:xfrm>
            <a:custGeom>
              <a:avLst/>
              <a:gdLst/>
              <a:ahLst/>
              <a:cxnLst/>
              <a:rect l="l" t="t" r="r" b="b"/>
              <a:pathLst>
                <a:path w="416560" h="259715">
                  <a:moveTo>
                    <a:pt x="65176" y="100558"/>
                  </a:moveTo>
                  <a:lnTo>
                    <a:pt x="62318" y="95123"/>
                  </a:lnTo>
                  <a:lnTo>
                    <a:pt x="57975" y="91478"/>
                  </a:lnTo>
                  <a:lnTo>
                    <a:pt x="60833" y="83299"/>
                  </a:lnTo>
                  <a:lnTo>
                    <a:pt x="62966" y="73164"/>
                  </a:lnTo>
                  <a:lnTo>
                    <a:pt x="64312" y="62585"/>
                  </a:lnTo>
                  <a:lnTo>
                    <a:pt x="64770" y="53060"/>
                  </a:lnTo>
                  <a:lnTo>
                    <a:pt x="57746" y="31140"/>
                  </a:lnTo>
                  <a:lnTo>
                    <a:pt x="42278" y="14414"/>
                  </a:lnTo>
                  <a:lnTo>
                    <a:pt x="26809" y="3746"/>
                  </a:lnTo>
                  <a:lnTo>
                    <a:pt x="19773" y="0"/>
                  </a:lnTo>
                  <a:lnTo>
                    <a:pt x="10299" y="4343"/>
                  </a:lnTo>
                  <a:lnTo>
                    <a:pt x="0" y="12192"/>
                  </a:lnTo>
                  <a:lnTo>
                    <a:pt x="9080" y="20015"/>
                  </a:lnTo>
                  <a:lnTo>
                    <a:pt x="17233" y="29540"/>
                  </a:lnTo>
                  <a:lnTo>
                    <a:pt x="23101" y="40601"/>
                  </a:lnTo>
                  <a:lnTo>
                    <a:pt x="25349" y="53060"/>
                  </a:lnTo>
                  <a:lnTo>
                    <a:pt x="24892" y="62585"/>
                  </a:lnTo>
                  <a:lnTo>
                    <a:pt x="23558" y="73164"/>
                  </a:lnTo>
                  <a:lnTo>
                    <a:pt x="21399" y="83299"/>
                  </a:lnTo>
                  <a:lnTo>
                    <a:pt x="18503" y="91478"/>
                  </a:lnTo>
                  <a:lnTo>
                    <a:pt x="22936" y="95123"/>
                  </a:lnTo>
                  <a:lnTo>
                    <a:pt x="25742" y="100558"/>
                  </a:lnTo>
                  <a:lnTo>
                    <a:pt x="25742" y="259181"/>
                  </a:lnTo>
                  <a:lnTo>
                    <a:pt x="65176" y="259181"/>
                  </a:lnTo>
                  <a:lnTo>
                    <a:pt x="65176" y="100558"/>
                  </a:lnTo>
                  <a:close/>
                </a:path>
                <a:path w="416560" h="259715">
                  <a:moveTo>
                    <a:pt x="182130" y="100558"/>
                  </a:moveTo>
                  <a:lnTo>
                    <a:pt x="179285" y="95123"/>
                  </a:lnTo>
                  <a:lnTo>
                    <a:pt x="174942" y="91478"/>
                  </a:lnTo>
                  <a:lnTo>
                    <a:pt x="177800" y="83299"/>
                  </a:lnTo>
                  <a:lnTo>
                    <a:pt x="179933" y="73164"/>
                  </a:lnTo>
                  <a:lnTo>
                    <a:pt x="181267" y="62585"/>
                  </a:lnTo>
                  <a:lnTo>
                    <a:pt x="181737" y="53060"/>
                  </a:lnTo>
                  <a:lnTo>
                    <a:pt x="174701" y="31140"/>
                  </a:lnTo>
                  <a:lnTo>
                    <a:pt x="159245" y="14414"/>
                  </a:lnTo>
                  <a:lnTo>
                    <a:pt x="143776" y="3746"/>
                  </a:lnTo>
                  <a:lnTo>
                    <a:pt x="136740" y="0"/>
                  </a:lnTo>
                  <a:lnTo>
                    <a:pt x="127266" y="4343"/>
                  </a:lnTo>
                  <a:lnTo>
                    <a:pt x="116967" y="12192"/>
                  </a:lnTo>
                  <a:lnTo>
                    <a:pt x="126047" y="20015"/>
                  </a:lnTo>
                  <a:lnTo>
                    <a:pt x="134188" y="29540"/>
                  </a:lnTo>
                  <a:lnTo>
                    <a:pt x="140055" y="40601"/>
                  </a:lnTo>
                  <a:lnTo>
                    <a:pt x="142316" y="53060"/>
                  </a:lnTo>
                  <a:lnTo>
                    <a:pt x="141859" y="62585"/>
                  </a:lnTo>
                  <a:lnTo>
                    <a:pt x="140512" y="73164"/>
                  </a:lnTo>
                  <a:lnTo>
                    <a:pt x="138366" y="83299"/>
                  </a:lnTo>
                  <a:lnTo>
                    <a:pt x="135470" y="91478"/>
                  </a:lnTo>
                  <a:lnTo>
                    <a:pt x="139890" y="95123"/>
                  </a:lnTo>
                  <a:lnTo>
                    <a:pt x="142697" y="100558"/>
                  </a:lnTo>
                  <a:lnTo>
                    <a:pt x="142697" y="259181"/>
                  </a:lnTo>
                  <a:lnTo>
                    <a:pt x="182130" y="259181"/>
                  </a:lnTo>
                  <a:lnTo>
                    <a:pt x="182130" y="100558"/>
                  </a:lnTo>
                  <a:close/>
                </a:path>
                <a:path w="416560" h="259715">
                  <a:moveTo>
                    <a:pt x="299097" y="100558"/>
                  </a:moveTo>
                  <a:lnTo>
                    <a:pt x="296252" y="95123"/>
                  </a:lnTo>
                  <a:lnTo>
                    <a:pt x="291909" y="91478"/>
                  </a:lnTo>
                  <a:lnTo>
                    <a:pt x="294779" y="83299"/>
                  </a:lnTo>
                  <a:lnTo>
                    <a:pt x="296913" y="73164"/>
                  </a:lnTo>
                  <a:lnTo>
                    <a:pt x="298246" y="62585"/>
                  </a:lnTo>
                  <a:lnTo>
                    <a:pt x="298704" y="53060"/>
                  </a:lnTo>
                  <a:lnTo>
                    <a:pt x="291668" y="31140"/>
                  </a:lnTo>
                  <a:lnTo>
                    <a:pt x="276199" y="14414"/>
                  </a:lnTo>
                  <a:lnTo>
                    <a:pt x="260731" y="3746"/>
                  </a:lnTo>
                  <a:lnTo>
                    <a:pt x="253707" y="0"/>
                  </a:lnTo>
                  <a:lnTo>
                    <a:pt x="244233" y="4343"/>
                  </a:lnTo>
                  <a:lnTo>
                    <a:pt x="233921" y="12192"/>
                  </a:lnTo>
                  <a:lnTo>
                    <a:pt x="243014" y="20015"/>
                  </a:lnTo>
                  <a:lnTo>
                    <a:pt x="251155" y="29540"/>
                  </a:lnTo>
                  <a:lnTo>
                    <a:pt x="257022" y="40601"/>
                  </a:lnTo>
                  <a:lnTo>
                    <a:pt x="259270" y="53060"/>
                  </a:lnTo>
                  <a:lnTo>
                    <a:pt x="258813" y="62585"/>
                  </a:lnTo>
                  <a:lnTo>
                    <a:pt x="257479" y="73164"/>
                  </a:lnTo>
                  <a:lnTo>
                    <a:pt x="255333" y="83299"/>
                  </a:lnTo>
                  <a:lnTo>
                    <a:pt x="252425" y="91478"/>
                  </a:lnTo>
                  <a:lnTo>
                    <a:pt x="256857" y="95123"/>
                  </a:lnTo>
                  <a:lnTo>
                    <a:pt x="259664" y="100558"/>
                  </a:lnTo>
                  <a:lnTo>
                    <a:pt x="259664" y="259181"/>
                  </a:lnTo>
                  <a:lnTo>
                    <a:pt x="299097" y="259181"/>
                  </a:lnTo>
                  <a:lnTo>
                    <a:pt x="299097" y="100558"/>
                  </a:lnTo>
                  <a:close/>
                </a:path>
                <a:path w="416560" h="259715">
                  <a:moveTo>
                    <a:pt x="416064" y="100558"/>
                  </a:moveTo>
                  <a:lnTo>
                    <a:pt x="413207" y="95123"/>
                  </a:lnTo>
                  <a:lnTo>
                    <a:pt x="408863" y="91478"/>
                  </a:lnTo>
                  <a:lnTo>
                    <a:pt x="411746" y="83299"/>
                  </a:lnTo>
                  <a:lnTo>
                    <a:pt x="413880" y="73164"/>
                  </a:lnTo>
                  <a:lnTo>
                    <a:pt x="415201" y="62585"/>
                  </a:lnTo>
                  <a:lnTo>
                    <a:pt x="415658" y="53060"/>
                  </a:lnTo>
                  <a:lnTo>
                    <a:pt x="408635" y="31140"/>
                  </a:lnTo>
                  <a:lnTo>
                    <a:pt x="393166" y="14414"/>
                  </a:lnTo>
                  <a:lnTo>
                    <a:pt x="377698" y="3746"/>
                  </a:lnTo>
                  <a:lnTo>
                    <a:pt x="370674" y="0"/>
                  </a:lnTo>
                  <a:lnTo>
                    <a:pt x="361188" y="4343"/>
                  </a:lnTo>
                  <a:lnTo>
                    <a:pt x="350888" y="12192"/>
                  </a:lnTo>
                  <a:lnTo>
                    <a:pt x="359981" y="20015"/>
                  </a:lnTo>
                  <a:lnTo>
                    <a:pt x="368122" y="29540"/>
                  </a:lnTo>
                  <a:lnTo>
                    <a:pt x="373989" y="40601"/>
                  </a:lnTo>
                  <a:lnTo>
                    <a:pt x="376237" y="53060"/>
                  </a:lnTo>
                  <a:lnTo>
                    <a:pt x="375780" y="62585"/>
                  </a:lnTo>
                  <a:lnTo>
                    <a:pt x="374446" y="73164"/>
                  </a:lnTo>
                  <a:lnTo>
                    <a:pt x="372300" y="83299"/>
                  </a:lnTo>
                  <a:lnTo>
                    <a:pt x="369392" y="91478"/>
                  </a:lnTo>
                  <a:lnTo>
                    <a:pt x="373824" y="95123"/>
                  </a:lnTo>
                  <a:lnTo>
                    <a:pt x="376631" y="100558"/>
                  </a:lnTo>
                  <a:lnTo>
                    <a:pt x="376631" y="259181"/>
                  </a:lnTo>
                  <a:lnTo>
                    <a:pt x="416064" y="259181"/>
                  </a:lnTo>
                  <a:lnTo>
                    <a:pt x="416064" y="100558"/>
                  </a:lnTo>
                  <a:close/>
                </a:path>
              </a:pathLst>
            </a:custGeom>
            <a:solidFill>
              <a:srgbClr val="F4C7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 descr=""/>
            <p:cNvSpPr/>
            <p:nvPr/>
          </p:nvSpPr>
          <p:spPr>
            <a:xfrm>
              <a:off x="4991628" y="8147149"/>
              <a:ext cx="508000" cy="21590"/>
            </a:xfrm>
            <a:custGeom>
              <a:avLst/>
              <a:gdLst/>
              <a:ahLst/>
              <a:cxnLst/>
              <a:rect l="l" t="t" r="r" b="b"/>
              <a:pathLst>
                <a:path w="508000" h="21590">
                  <a:moveTo>
                    <a:pt x="0" y="21517"/>
                  </a:moveTo>
                  <a:lnTo>
                    <a:pt x="507387" y="21517"/>
                  </a:lnTo>
                  <a:lnTo>
                    <a:pt x="507387" y="0"/>
                  </a:lnTo>
                  <a:lnTo>
                    <a:pt x="0" y="0"/>
                  </a:lnTo>
                  <a:lnTo>
                    <a:pt x="0" y="215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 descr=""/>
            <p:cNvSpPr/>
            <p:nvPr/>
          </p:nvSpPr>
          <p:spPr>
            <a:xfrm>
              <a:off x="4421936" y="6392474"/>
              <a:ext cx="95250" cy="269875"/>
            </a:xfrm>
            <a:custGeom>
              <a:avLst/>
              <a:gdLst/>
              <a:ahLst/>
              <a:cxnLst/>
              <a:rect l="l" t="t" r="r" b="b"/>
              <a:pathLst>
                <a:path w="95250" h="269875">
                  <a:moveTo>
                    <a:pt x="94653" y="235458"/>
                  </a:moveTo>
                  <a:lnTo>
                    <a:pt x="89217" y="230009"/>
                  </a:lnTo>
                  <a:lnTo>
                    <a:pt x="82499" y="230009"/>
                  </a:lnTo>
                  <a:lnTo>
                    <a:pt x="67564" y="230009"/>
                  </a:lnTo>
                  <a:lnTo>
                    <a:pt x="67564" y="155409"/>
                  </a:lnTo>
                  <a:lnTo>
                    <a:pt x="62141" y="149987"/>
                  </a:lnTo>
                  <a:lnTo>
                    <a:pt x="59156" y="149987"/>
                  </a:lnTo>
                  <a:lnTo>
                    <a:pt x="59156" y="78638"/>
                  </a:lnTo>
                  <a:lnTo>
                    <a:pt x="55003" y="74485"/>
                  </a:lnTo>
                  <a:lnTo>
                    <a:pt x="55003" y="3340"/>
                  </a:lnTo>
                  <a:lnTo>
                    <a:pt x="51663" y="0"/>
                  </a:lnTo>
                  <a:lnTo>
                    <a:pt x="47536" y="0"/>
                  </a:lnTo>
                  <a:lnTo>
                    <a:pt x="42976" y="0"/>
                  </a:lnTo>
                  <a:lnTo>
                    <a:pt x="39636" y="3340"/>
                  </a:lnTo>
                  <a:lnTo>
                    <a:pt x="39636" y="74498"/>
                  </a:lnTo>
                  <a:lnTo>
                    <a:pt x="35496" y="78638"/>
                  </a:lnTo>
                  <a:lnTo>
                    <a:pt x="35496" y="149987"/>
                  </a:lnTo>
                  <a:lnTo>
                    <a:pt x="32512" y="149987"/>
                  </a:lnTo>
                  <a:lnTo>
                    <a:pt x="27089" y="155409"/>
                  </a:lnTo>
                  <a:lnTo>
                    <a:pt x="27089" y="230009"/>
                  </a:lnTo>
                  <a:lnTo>
                    <a:pt x="5435" y="230009"/>
                  </a:lnTo>
                  <a:lnTo>
                    <a:pt x="0" y="235458"/>
                  </a:lnTo>
                  <a:lnTo>
                    <a:pt x="0" y="269316"/>
                  </a:lnTo>
                  <a:lnTo>
                    <a:pt x="94653" y="269316"/>
                  </a:lnTo>
                  <a:lnTo>
                    <a:pt x="94653" y="235458"/>
                  </a:lnTo>
                  <a:close/>
                </a:path>
              </a:pathLst>
            </a:custGeom>
            <a:solidFill>
              <a:srgbClr val="82CF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 descr=""/>
            <p:cNvSpPr/>
            <p:nvPr/>
          </p:nvSpPr>
          <p:spPr>
            <a:xfrm>
              <a:off x="4085483" y="6638883"/>
              <a:ext cx="767715" cy="881380"/>
            </a:xfrm>
            <a:custGeom>
              <a:avLst/>
              <a:gdLst/>
              <a:ahLst/>
              <a:cxnLst/>
              <a:rect l="l" t="t" r="r" b="b"/>
              <a:pathLst>
                <a:path w="767714" h="881379">
                  <a:moveTo>
                    <a:pt x="383548" y="0"/>
                  </a:moveTo>
                  <a:lnTo>
                    <a:pt x="318873" y="11499"/>
                  </a:lnTo>
                  <a:lnTo>
                    <a:pt x="250347" y="44375"/>
                  </a:lnTo>
                  <a:lnTo>
                    <a:pt x="216007" y="68068"/>
                  </a:lnTo>
                  <a:lnTo>
                    <a:pt x="182343" y="96191"/>
                  </a:lnTo>
                  <a:lnTo>
                    <a:pt x="149903" y="128441"/>
                  </a:lnTo>
                  <a:lnTo>
                    <a:pt x="119232" y="164513"/>
                  </a:lnTo>
                  <a:lnTo>
                    <a:pt x="90878" y="204103"/>
                  </a:lnTo>
                  <a:lnTo>
                    <a:pt x="65387" y="246906"/>
                  </a:lnTo>
                  <a:lnTo>
                    <a:pt x="43305" y="292618"/>
                  </a:lnTo>
                  <a:lnTo>
                    <a:pt x="25178" y="340934"/>
                  </a:lnTo>
                  <a:lnTo>
                    <a:pt x="11554" y="391551"/>
                  </a:lnTo>
                  <a:lnTo>
                    <a:pt x="2979" y="444163"/>
                  </a:lnTo>
                  <a:lnTo>
                    <a:pt x="0" y="498466"/>
                  </a:lnTo>
                  <a:lnTo>
                    <a:pt x="596" y="525075"/>
                  </a:lnTo>
                  <a:lnTo>
                    <a:pt x="6851" y="590652"/>
                  </a:lnTo>
                  <a:lnTo>
                    <a:pt x="17821" y="641536"/>
                  </a:lnTo>
                  <a:lnTo>
                    <a:pt x="33542" y="686818"/>
                  </a:lnTo>
                  <a:lnTo>
                    <a:pt x="53702" y="726722"/>
                  </a:lnTo>
                  <a:lnTo>
                    <a:pt x="77989" y="761473"/>
                  </a:lnTo>
                  <a:lnTo>
                    <a:pt x="106094" y="791295"/>
                  </a:lnTo>
                  <a:lnTo>
                    <a:pt x="137704" y="816413"/>
                  </a:lnTo>
                  <a:lnTo>
                    <a:pt x="172508" y="837050"/>
                  </a:lnTo>
                  <a:lnTo>
                    <a:pt x="210195" y="853433"/>
                  </a:lnTo>
                  <a:lnTo>
                    <a:pt x="250454" y="865784"/>
                  </a:lnTo>
                  <a:lnTo>
                    <a:pt x="292973" y="874328"/>
                  </a:lnTo>
                  <a:lnTo>
                    <a:pt x="337442" y="879290"/>
                  </a:lnTo>
                  <a:lnTo>
                    <a:pt x="383548" y="880894"/>
                  </a:lnTo>
                  <a:lnTo>
                    <a:pt x="428381" y="879231"/>
                  </a:lnTo>
                  <a:lnTo>
                    <a:pt x="471683" y="874155"/>
                  </a:lnTo>
                  <a:lnTo>
                    <a:pt x="513166" y="865530"/>
                  </a:lnTo>
                  <a:lnTo>
                    <a:pt x="552544" y="853226"/>
                  </a:lnTo>
                  <a:lnTo>
                    <a:pt x="589532" y="837108"/>
                  </a:lnTo>
                  <a:lnTo>
                    <a:pt x="623842" y="817043"/>
                  </a:lnTo>
                  <a:lnTo>
                    <a:pt x="655189" y="792898"/>
                  </a:lnTo>
                  <a:lnTo>
                    <a:pt x="683285" y="764540"/>
                  </a:lnTo>
                  <a:lnTo>
                    <a:pt x="707845" y="731837"/>
                  </a:lnTo>
                  <a:lnTo>
                    <a:pt x="728581" y="694654"/>
                  </a:lnTo>
                  <a:lnTo>
                    <a:pt x="745208" y="652858"/>
                  </a:lnTo>
                  <a:lnTo>
                    <a:pt x="757439" y="606317"/>
                  </a:lnTo>
                  <a:lnTo>
                    <a:pt x="764988" y="554897"/>
                  </a:lnTo>
                  <a:lnTo>
                    <a:pt x="767568" y="498466"/>
                  </a:lnTo>
                  <a:lnTo>
                    <a:pt x="764321" y="441710"/>
                  </a:lnTo>
                  <a:lnTo>
                    <a:pt x="754991" y="386861"/>
                  </a:lnTo>
                  <a:lnTo>
                    <a:pt x="740190" y="334238"/>
                  </a:lnTo>
                  <a:lnTo>
                    <a:pt x="720531" y="284157"/>
                  </a:lnTo>
                  <a:lnTo>
                    <a:pt x="696628" y="236935"/>
                  </a:lnTo>
                  <a:lnTo>
                    <a:pt x="664205" y="185883"/>
                  </a:lnTo>
                  <a:lnTo>
                    <a:pt x="627891" y="139859"/>
                  </a:lnTo>
                  <a:lnTo>
                    <a:pt x="588673" y="99410"/>
                  </a:lnTo>
                  <a:lnTo>
                    <a:pt x="547536" y="65085"/>
                  </a:lnTo>
                  <a:lnTo>
                    <a:pt x="505469" y="37433"/>
                  </a:lnTo>
                  <a:lnTo>
                    <a:pt x="463458" y="17002"/>
                  </a:lnTo>
                  <a:lnTo>
                    <a:pt x="422488" y="4342"/>
                  </a:lnTo>
                  <a:lnTo>
                    <a:pt x="383548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 descr=""/>
            <p:cNvSpPr/>
            <p:nvPr/>
          </p:nvSpPr>
          <p:spPr>
            <a:xfrm>
              <a:off x="4069363" y="7286595"/>
              <a:ext cx="800100" cy="43180"/>
            </a:xfrm>
            <a:custGeom>
              <a:avLst/>
              <a:gdLst/>
              <a:ahLst/>
              <a:cxnLst/>
              <a:rect l="l" t="t" r="r" b="b"/>
              <a:pathLst>
                <a:path w="800100" h="43179">
                  <a:moveTo>
                    <a:pt x="799755" y="0"/>
                  </a:moveTo>
                  <a:lnTo>
                    <a:pt x="0" y="0"/>
                  </a:lnTo>
                  <a:lnTo>
                    <a:pt x="0" y="42679"/>
                  </a:lnTo>
                  <a:lnTo>
                    <a:pt x="799755" y="42679"/>
                  </a:lnTo>
                  <a:lnTo>
                    <a:pt x="799755" y="0"/>
                  </a:lnTo>
                  <a:close/>
                </a:path>
              </a:pathLst>
            </a:custGeom>
            <a:solidFill>
              <a:srgbClr val="81D3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 descr=""/>
            <p:cNvSpPr/>
            <p:nvPr/>
          </p:nvSpPr>
          <p:spPr>
            <a:xfrm>
              <a:off x="4122279" y="6638883"/>
              <a:ext cx="631190" cy="565150"/>
            </a:xfrm>
            <a:custGeom>
              <a:avLst/>
              <a:gdLst/>
              <a:ahLst/>
              <a:cxnLst/>
              <a:rect l="l" t="t" r="r" b="b"/>
              <a:pathLst>
                <a:path w="631189" h="565150">
                  <a:moveTo>
                    <a:pt x="347507" y="0"/>
                  </a:moveTo>
                  <a:lnTo>
                    <a:pt x="284543" y="13167"/>
                  </a:lnTo>
                  <a:lnTo>
                    <a:pt x="217899" y="50674"/>
                  </a:lnTo>
                  <a:lnTo>
                    <a:pt x="184720" y="77619"/>
                  </a:lnTo>
                  <a:lnTo>
                    <a:pt x="152447" y="109525"/>
                  </a:lnTo>
                  <a:lnTo>
                    <a:pt x="121691" y="146019"/>
                  </a:lnTo>
                  <a:lnTo>
                    <a:pt x="93059" y="186725"/>
                  </a:lnTo>
                  <a:lnTo>
                    <a:pt x="67162" y="231270"/>
                  </a:lnTo>
                  <a:lnTo>
                    <a:pt x="44607" y="279278"/>
                  </a:lnTo>
                  <a:lnTo>
                    <a:pt x="26005" y="330377"/>
                  </a:lnTo>
                  <a:lnTo>
                    <a:pt x="11963" y="384190"/>
                  </a:lnTo>
                  <a:lnTo>
                    <a:pt x="3092" y="440345"/>
                  </a:lnTo>
                  <a:lnTo>
                    <a:pt x="0" y="498466"/>
                  </a:lnTo>
                  <a:lnTo>
                    <a:pt x="858" y="533941"/>
                  </a:lnTo>
                  <a:lnTo>
                    <a:pt x="40449" y="547123"/>
                  </a:lnTo>
                  <a:lnTo>
                    <a:pt x="81365" y="556756"/>
                  </a:lnTo>
                  <a:lnTo>
                    <a:pt x="123484" y="562665"/>
                  </a:lnTo>
                  <a:lnTo>
                    <a:pt x="166686" y="564673"/>
                  </a:lnTo>
                  <a:lnTo>
                    <a:pt x="213615" y="562323"/>
                  </a:lnTo>
                  <a:lnTo>
                    <a:pt x="259356" y="555410"/>
                  </a:lnTo>
                  <a:lnTo>
                    <a:pt x="303723" y="544140"/>
                  </a:lnTo>
                  <a:lnTo>
                    <a:pt x="346532" y="528717"/>
                  </a:lnTo>
                  <a:lnTo>
                    <a:pt x="387597" y="509346"/>
                  </a:lnTo>
                  <a:lnTo>
                    <a:pt x="426734" y="486235"/>
                  </a:lnTo>
                  <a:lnTo>
                    <a:pt x="463757" y="459587"/>
                  </a:lnTo>
                  <a:lnTo>
                    <a:pt x="498483" y="429607"/>
                  </a:lnTo>
                  <a:lnTo>
                    <a:pt x="530725" y="396503"/>
                  </a:lnTo>
                  <a:lnTo>
                    <a:pt x="560299" y="360478"/>
                  </a:lnTo>
                  <a:lnTo>
                    <a:pt x="587020" y="321738"/>
                  </a:lnTo>
                  <a:lnTo>
                    <a:pt x="610703" y="280488"/>
                  </a:lnTo>
                  <a:lnTo>
                    <a:pt x="631164" y="236935"/>
                  </a:lnTo>
                  <a:lnTo>
                    <a:pt x="601786" y="185883"/>
                  </a:lnTo>
                  <a:lnTo>
                    <a:pt x="568884" y="139859"/>
                  </a:lnTo>
                  <a:lnTo>
                    <a:pt x="533351" y="99410"/>
                  </a:lnTo>
                  <a:lnTo>
                    <a:pt x="496081" y="65085"/>
                  </a:lnTo>
                  <a:lnTo>
                    <a:pt x="457968" y="37433"/>
                  </a:lnTo>
                  <a:lnTo>
                    <a:pt x="419906" y="17002"/>
                  </a:lnTo>
                  <a:lnTo>
                    <a:pt x="382787" y="4342"/>
                  </a:lnTo>
                  <a:lnTo>
                    <a:pt x="347507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 descr=""/>
            <p:cNvSpPr/>
            <p:nvPr/>
          </p:nvSpPr>
          <p:spPr>
            <a:xfrm>
              <a:off x="4467089" y="7395177"/>
              <a:ext cx="395605" cy="247015"/>
            </a:xfrm>
            <a:custGeom>
              <a:avLst/>
              <a:gdLst/>
              <a:ahLst/>
              <a:cxnLst/>
              <a:rect l="l" t="t" r="r" b="b"/>
              <a:pathLst>
                <a:path w="395604" h="247015">
                  <a:moveTo>
                    <a:pt x="0" y="246453"/>
                  </a:moveTo>
                  <a:lnTo>
                    <a:pt x="395213" y="246453"/>
                  </a:lnTo>
                  <a:lnTo>
                    <a:pt x="395213" y="0"/>
                  </a:lnTo>
                  <a:lnTo>
                    <a:pt x="0" y="0"/>
                  </a:lnTo>
                  <a:lnTo>
                    <a:pt x="0" y="246453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 descr=""/>
            <p:cNvSpPr/>
            <p:nvPr/>
          </p:nvSpPr>
          <p:spPr>
            <a:xfrm>
              <a:off x="4071876" y="7395177"/>
              <a:ext cx="395605" cy="264160"/>
            </a:xfrm>
            <a:custGeom>
              <a:avLst/>
              <a:gdLst/>
              <a:ahLst/>
              <a:cxnLst/>
              <a:rect l="l" t="t" r="r" b="b"/>
              <a:pathLst>
                <a:path w="395604" h="264159">
                  <a:moveTo>
                    <a:pt x="395213" y="0"/>
                  </a:moveTo>
                  <a:lnTo>
                    <a:pt x="0" y="0"/>
                  </a:lnTo>
                  <a:lnTo>
                    <a:pt x="0" y="263761"/>
                  </a:lnTo>
                  <a:lnTo>
                    <a:pt x="395213" y="263761"/>
                  </a:lnTo>
                  <a:lnTo>
                    <a:pt x="395213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 descr=""/>
            <p:cNvSpPr/>
            <p:nvPr/>
          </p:nvSpPr>
          <p:spPr>
            <a:xfrm>
              <a:off x="4045185" y="7329169"/>
              <a:ext cx="843915" cy="66040"/>
            </a:xfrm>
            <a:custGeom>
              <a:avLst/>
              <a:gdLst/>
              <a:ahLst/>
              <a:cxnLst/>
              <a:rect l="l" t="t" r="r" b="b"/>
              <a:pathLst>
                <a:path w="843914" h="66040">
                  <a:moveTo>
                    <a:pt x="843817" y="0"/>
                  </a:moveTo>
                  <a:lnTo>
                    <a:pt x="0" y="0"/>
                  </a:lnTo>
                  <a:lnTo>
                    <a:pt x="0" y="66008"/>
                  </a:lnTo>
                  <a:lnTo>
                    <a:pt x="843817" y="66008"/>
                  </a:lnTo>
                  <a:lnTo>
                    <a:pt x="843817" y="0"/>
                  </a:lnTo>
                  <a:close/>
                </a:path>
              </a:pathLst>
            </a:custGeom>
            <a:solidFill>
              <a:srgbClr val="81D3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 descr=""/>
            <p:cNvSpPr/>
            <p:nvPr/>
          </p:nvSpPr>
          <p:spPr>
            <a:xfrm>
              <a:off x="4094797" y="7426953"/>
              <a:ext cx="749300" cy="138430"/>
            </a:xfrm>
            <a:custGeom>
              <a:avLst/>
              <a:gdLst/>
              <a:ahLst/>
              <a:cxnLst/>
              <a:rect l="l" t="t" r="r" b="b"/>
              <a:pathLst>
                <a:path w="749300" h="138429">
                  <a:moveTo>
                    <a:pt x="53657" y="26835"/>
                  </a:moveTo>
                  <a:lnTo>
                    <a:pt x="51549" y="16383"/>
                  </a:lnTo>
                  <a:lnTo>
                    <a:pt x="45796" y="7861"/>
                  </a:lnTo>
                  <a:lnTo>
                    <a:pt x="37274" y="2108"/>
                  </a:lnTo>
                  <a:lnTo>
                    <a:pt x="26822" y="0"/>
                  </a:lnTo>
                  <a:lnTo>
                    <a:pt x="16383" y="2108"/>
                  </a:lnTo>
                  <a:lnTo>
                    <a:pt x="7861" y="7861"/>
                  </a:lnTo>
                  <a:lnTo>
                    <a:pt x="2108" y="16383"/>
                  </a:lnTo>
                  <a:lnTo>
                    <a:pt x="0" y="26835"/>
                  </a:lnTo>
                  <a:lnTo>
                    <a:pt x="0" y="138239"/>
                  </a:lnTo>
                  <a:lnTo>
                    <a:pt x="53657" y="138239"/>
                  </a:lnTo>
                  <a:lnTo>
                    <a:pt x="53657" y="26835"/>
                  </a:lnTo>
                  <a:close/>
                </a:path>
                <a:path w="749300" h="138429">
                  <a:moveTo>
                    <a:pt x="130987" y="26835"/>
                  </a:moveTo>
                  <a:lnTo>
                    <a:pt x="128879" y="16383"/>
                  </a:lnTo>
                  <a:lnTo>
                    <a:pt x="123126" y="7861"/>
                  </a:lnTo>
                  <a:lnTo>
                    <a:pt x="114604" y="2108"/>
                  </a:lnTo>
                  <a:lnTo>
                    <a:pt x="104152" y="0"/>
                  </a:lnTo>
                  <a:lnTo>
                    <a:pt x="93713" y="2108"/>
                  </a:lnTo>
                  <a:lnTo>
                    <a:pt x="85191" y="7861"/>
                  </a:lnTo>
                  <a:lnTo>
                    <a:pt x="79438" y="16383"/>
                  </a:lnTo>
                  <a:lnTo>
                    <a:pt x="77330" y="26835"/>
                  </a:lnTo>
                  <a:lnTo>
                    <a:pt x="77330" y="138239"/>
                  </a:lnTo>
                  <a:lnTo>
                    <a:pt x="130987" y="138239"/>
                  </a:lnTo>
                  <a:lnTo>
                    <a:pt x="130987" y="26835"/>
                  </a:lnTo>
                  <a:close/>
                </a:path>
                <a:path w="749300" h="138429">
                  <a:moveTo>
                    <a:pt x="208318" y="26835"/>
                  </a:moveTo>
                  <a:lnTo>
                    <a:pt x="206209" y="16383"/>
                  </a:lnTo>
                  <a:lnTo>
                    <a:pt x="200456" y="7861"/>
                  </a:lnTo>
                  <a:lnTo>
                    <a:pt x="191922" y="2108"/>
                  </a:lnTo>
                  <a:lnTo>
                    <a:pt x="181483" y="0"/>
                  </a:lnTo>
                  <a:lnTo>
                    <a:pt x="171043" y="2108"/>
                  </a:lnTo>
                  <a:lnTo>
                    <a:pt x="162521" y="7861"/>
                  </a:lnTo>
                  <a:lnTo>
                    <a:pt x="156768" y="16383"/>
                  </a:lnTo>
                  <a:lnTo>
                    <a:pt x="154660" y="26835"/>
                  </a:lnTo>
                  <a:lnTo>
                    <a:pt x="154660" y="138239"/>
                  </a:lnTo>
                  <a:lnTo>
                    <a:pt x="208318" y="138239"/>
                  </a:lnTo>
                  <a:lnTo>
                    <a:pt x="208318" y="26835"/>
                  </a:lnTo>
                  <a:close/>
                </a:path>
                <a:path w="749300" h="138429">
                  <a:moveTo>
                    <a:pt x="285635" y="26835"/>
                  </a:moveTo>
                  <a:lnTo>
                    <a:pt x="283527" y="16383"/>
                  </a:lnTo>
                  <a:lnTo>
                    <a:pt x="277787" y="7861"/>
                  </a:lnTo>
                  <a:lnTo>
                    <a:pt x="269252" y="2108"/>
                  </a:lnTo>
                  <a:lnTo>
                    <a:pt x="258813" y="0"/>
                  </a:lnTo>
                  <a:lnTo>
                    <a:pt x="248373" y="2108"/>
                  </a:lnTo>
                  <a:lnTo>
                    <a:pt x="239839" y="7861"/>
                  </a:lnTo>
                  <a:lnTo>
                    <a:pt x="234099" y="16383"/>
                  </a:lnTo>
                  <a:lnTo>
                    <a:pt x="231990" y="26835"/>
                  </a:lnTo>
                  <a:lnTo>
                    <a:pt x="231990" y="138239"/>
                  </a:lnTo>
                  <a:lnTo>
                    <a:pt x="285635" y="138239"/>
                  </a:lnTo>
                  <a:lnTo>
                    <a:pt x="285635" y="26835"/>
                  </a:lnTo>
                  <a:close/>
                </a:path>
                <a:path w="749300" h="138429">
                  <a:moveTo>
                    <a:pt x="362966" y="26835"/>
                  </a:moveTo>
                  <a:lnTo>
                    <a:pt x="360857" y="16383"/>
                  </a:lnTo>
                  <a:lnTo>
                    <a:pt x="355117" y="7861"/>
                  </a:lnTo>
                  <a:lnTo>
                    <a:pt x="346583" y="2108"/>
                  </a:lnTo>
                  <a:lnTo>
                    <a:pt x="336143" y="0"/>
                  </a:lnTo>
                  <a:lnTo>
                    <a:pt x="325704" y="2108"/>
                  </a:lnTo>
                  <a:lnTo>
                    <a:pt x="317169" y="7861"/>
                  </a:lnTo>
                  <a:lnTo>
                    <a:pt x="311429" y="16383"/>
                  </a:lnTo>
                  <a:lnTo>
                    <a:pt x="309321" y="26835"/>
                  </a:lnTo>
                  <a:lnTo>
                    <a:pt x="309321" y="138239"/>
                  </a:lnTo>
                  <a:lnTo>
                    <a:pt x="362966" y="138239"/>
                  </a:lnTo>
                  <a:lnTo>
                    <a:pt x="362966" y="26835"/>
                  </a:lnTo>
                  <a:close/>
                </a:path>
                <a:path w="749300" h="138429">
                  <a:moveTo>
                    <a:pt x="440296" y="26835"/>
                  </a:moveTo>
                  <a:lnTo>
                    <a:pt x="438188" y="16383"/>
                  </a:lnTo>
                  <a:lnTo>
                    <a:pt x="432447" y="7861"/>
                  </a:lnTo>
                  <a:lnTo>
                    <a:pt x="423913" y="2108"/>
                  </a:lnTo>
                  <a:lnTo>
                    <a:pt x="413473" y="0"/>
                  </a:lnTo>
                  <a:lnTo>
                    <a:pt x="403034" y="2108"/>
                  </a:lnTo>
                  <a:lnTo>
                    <a:pt x="394500" y="7861"/>
                  </a:lnTo>
                  <a:lnTo>
                    <a:pt x="388759" y="16383"/>
                  </a:lnTo>
                  <a:lnTo>
                    <a:pt x="386651" y="26835"/>
                  </a:lnTo>
                  <a:lnTo>
                    <a:pt x="386651" y="138239"/>
                  </a:lnTo>
                  <a:lnTo>
                    <a:pt x="440296" y="138239"/>
                  </a:lnTo>
                  <a:lnTo>
                    <a:pt x="440296" y="26835"/>
                  </a:lnTo>
                  <a:close/>
                </a:path>
                <a:path w="749300" h="138429">
                  <a:moveTo>
                    <a:pt x="517626" y="26835"/>
                  </a:moveTo>
                  <a:lnTo>
                    <a:pt x="515518" y="16383"/>
                  </a:lnTo>
                  <a:lnTo>
                    <a:pt x="509765" y="7861"/>
                  </a:lnTo>
                  <a:lnTo>
                    <a:pt x="501243" y="2108"/>
                  </a:lnTo>
                  <a:lnTo>
                    <a:pt x="490804" y="0"/>
                  </a:lnTo>
                  <a:lnTo>
                    <a:pt x="480364" y="2108"/>
                  </a:lnTo>
                  <a:lnTo>
                    <a:pt x="471830" y="7861"/>
                  </a:lnTo>
                  <a:lnTo>
                    <a:pt x="466090" y="16383"/>
                  </a:lnTo>
                  <a:lnTo>
                    <a:pt x="463981" y="26835"/>
                  </a:lnTo>
                  <a:lnTo>
                    <a:pt x="463981" y="138239"/>
                  </a:lnTo>
                  <a:lnTo>
                    <a:pt x="517626" y="138239"/>
                  </a:lnTo>
                  <a:lnTo>
                    <a:pt x="517626" y="26835"/>
                  </a:lnTo>
                  <a:close/>
                </a:path>
                <a:path w="749300" h="138429">
                  <a:moveTo>
                    <a:pt x="594956" y="26835"/>
                  </a:moveTo>
                  <a:lnTo>
                    <a:pt x="592848" y="16383"/>
                  </a:lnTo>
                  <a:lnTo>
                    <a:pt x="587095" y="7861"/>
                  </a:lnTo>
                  <a:lnTo>
                    <a:pt x="578573" y="2108"/>
                  </a:lnTo>
                  <a:lnTo>
                    <a:pt x="568134" y="0"/>
                  </a:lnTo>
                  <a:lnTo>
                    <a:pt x="557682" y="2108"/>
                  </a:lnTo>
                  <a:lnTo>
                    <a:pt x="549160" y="7861"/>
                  </a:lnTo>
                  <a:lnTo>
                    <a:pt x="543407" y="16383"/>
                  </a:lnTo>
                  <a:lnTo>
                    <a:pt x="541299" y="26835"/>
                  </a:lnTo>
                  <a:lnTo>
                    <a:pt x="541299" y="138239"/>
                  </a:lnTo>
                  <a:lnTo>
                    <a:pt x="594956" y="138239"/>
                  </a:lnTo>
                  <a:lnTo>
                    <a:pt x="594956" y="26835"/>
                  </a:lnTo>
                  <a:close/>
                </a:path>
                <a:path w="749300" h="138429">
                  <a:moveTo>
                    <a:pt x="672287" y="26835"/>
                  </a:moveTo>
                  <a:lnTo>
                    <a:pt x="670179" y="16383"/>
                  </a:lnTo>
                  <a:lnTo>
                    <a:pt x="664425" y="7861"/>
                  </a:lnTo>
                  <a:lnTo>
                    <a:pt x="655904" y="2108"/>
                  </a:lnTo>
                  <a:lnTo>
                    <a:pt x="645464" y="0"/>
                  </a:lnTo>
                  <a:lnTo>
                    <a:pt x="635012" y="2108"/>
                  </a:lnTo>
                  <a:lnTo>
                    <a:pt x="626491" y="7861"/>
                  </a:lnTo>
                  <a:lnTo>
                    <a:pt x="620737" y="16383"/>
                  </a:lnTo>
                  <a:lnTo>
                    <a:pt x="618629" y="26835"/>
                  </a:lnTo>
                  <a:lnTo>
                    <a:pt x="618629" y="138239"/>
                  </a:lnTo>
                  <a:lnTo>
                    <a:pt x="672287" y="138239"/>
                  </a:lnTo>
                  <a:lnTo>
                    <a:pt x="672287" y="26835"/>
                  </a:lnTo>
                  <a:close/>
                </a:path>
                <a:path w="749300" h="138429">
                  <a:moveTo>
                    <a:pt x="748931" y="26835"/>
                  </a:moveTo>
                  <a:lnTo>
                    <a:pt x="746823" y="16383"/>
                  </a:lnTo>
                  <a:lnTo>
                    <a:pt x="741070" y="7861"/>
                  </a:lnTo>
                  <a:lnTo>
                    <a:pt x="732548" y="2108"/>
                  </a:lnTo>
                  <a:lnTo>
                    <a:pt x="722096" y="0"/>
                  </a:lnTo>
                  <a:lnTo>
                    <a:pt x="711657" y="2108"/>
                  </a:lnTo>
                  <a:lnTo>
                    <a:pt x="703135" y="7861"/>
                  </a:lnTo>
                  <a:lnTo>
                    <a:pt x="697382" y="16383"/>
                  </a:lnTo>
                  <a:lnTo>
                    <a:pt x="695274" y="26835"/>
                  </a:lnTo>
                  <a:lnTo>
                    <a:pt x="695274" y="138239"/>
                  </a:lnTo>
                  <a:lnTo>
                    <a:pt x="748931" y="138239"/>
                  </a:lnTo>
                  <a:lnTo>
                    <a:pt x="748931" y="26835"/>
                  </a:lnTo>
                  <a:close/>
                </a:path>
              </a:pathLst>
            </a:custGeom>
            <a:solidFill>
              <a:srgbClr val="F4C7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 descr=""/>
            <p:cNvSpPr/>
            <p:nvPr/>
          </p:nvSpPr>
          <p:spPr>
            <a:xfrm>
              <a:off x="4045185" y="7329159"/>
              <a:ext cx="549910" cy="29845"/>
            </a:xfrm>
            <a:custGeom>
              <a:avLst/>
              <a:gdLst/>
              <a:ahLst/>
              <a:cxnLst/>
              <a:rect l="l" t="t" r="r" b="b"/>
              <a:pathLst>
                <a:path w="549910" h="29845">
                  <a:moveTo>
                    <a:pt x="549731" y="0"/>
                  </a:moveTo>
                  <a:lnTo>
                    <a:pt x="0" y="0"/>
                  </a:lnTo>
                  <a:lnTo>
                    <a:pt x="0" y="29695"/>
                  </a:lnTo>
                  <a:lnTo>
                    <a:pt x="549731" y="29695"/>
                  </a:lnTo>
                  <a:lnTo>
                    <a:pt x="549731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 descr=""/>
            <p:cNvSpPr/>
            <p:nvPr/>
          </p:nvSpPr>
          <p:spPr>
            <a:xfrm>
              <a:off x="4071876" y="7395167"/>
              <a:ext cx="795020" cy="17780"/>
            </a:xfrm>
            <a:custGeom>
              <a:avLst/>
              <a:gdLst/>
              <a:ahLst/>
              <a:cxnLst/>
              <a:rect l="l" t="t" r="r" b="b"/>
              <a:pathLst>
                <a:path w="795020" h="17779">
                  <a:moveTo>
                    <a:pt x="794719" y="0"/>
                  </a:moveTo>
                  <a:lnTo>
                    <a:pt x="0" y="0"/>
                  </a:lnTo>
                  <a:lnTo>
                    <a:pt x="0" y="17538"/>
                  </a:lnTo>
                  <a:lnTo>
                    <a:pt x="794719" y="17538"/>
                  </a:lnTo>
                  <a:lnTo>
                    <a:pt x="794719" y="0"/>
                  </a:lnTo>
                  <a:close/>
                </a:path>
              </a:pathLst>
            </a:custGeom>
            <a:solidFill>
              <a:srgbClr val="9DDC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 descr=""/>
            <p:cNvSpPr/>
            <p:nvPr/>
          </p:nvSpPr>
          <p:spPr>
            <a:xfrm>
              <a:off x="4062829" y="7641630"/>
              <a:ext cx="815975" cy="139700"/>
            </a:xfrm>
            <a:custGeom>
              <a:avLst/>
              <a:gdLst/>
              <a:ahLst/>
              <a:cxnLst/>
              <a:rect l="l" t="t" r="r" b="b"/>
              <a:pathLst>
                <a:path w="815975" h="139700">
                  <a:moveTo>
                    <a:pt x="815483" y="0"/>
                  </a:moveTo>
                  <a:lnTo>
                    <a:pt x="0" y="0"/>
                  </a:lnTo>
                  <a:lnTo>
                    <a:pt x="0" y="139503"/>
                  </a:lnTo>
                  <a:lnTo>
                    <a:pt x="815483" y="139503"/>
                  </a:lnTo>
                  <a:lnTo>
                    <a:pt x="815483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76" name="object 176" descr="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3948665" y="7488013"/>
              <a:ext cx="114164" cy="293314"/>
            </a:xfrm>
            <a:prstGeom prst="rect">
              <a:avLst/>
            </a:prstGeom>
          </p:spPr>
        </p:pic>
        <p:pic>
          <p:nvPicPr>
            <p:cNvPr id="177" name="object 177" descr="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4877453" y="7488474"/>
              <a:ext cx="114164" cy="293314"/>
            </a:xfrm>
            <a:prstGeom prst="rect">
              <a:avLst/>
            </a:prstGeom>
          </p:spPr>
        </p:pic>
        <p:sp>
          <p:nvSpPr>
            <p:cNvPr id="178" name="object 178" descr=""/>
            <p:cNvSpPr/>
            <p:nvPr/>
          </p:nvSpPr>
          <p:spPr>
            <a:xfrm>
              <a:off x="4130802" y="7681842"/>
              <a:ext cx="675005" cy="99695"/>
            </a:xfrm>
            <a:custGeom>
              <a:avLst/>
              <a:gdLst/>
              <a:ahLst/>
              <a:cxnLst/>
              <a:rect l="l" t="t" r="r" b="b"/>
              <a:pathLst>
                <a:path w="675004" h="99695">
                  <a:moveTo>
                    <a:pt x="35306" y="8369"/>
                  </a:moveTo>
                  <a:lnTo>
                    <a:pt x="27393" y="469"/>
                  </a:lnTo>
                  <a:lnTo>
                    <a:pt x="17653" y="469"/>
                  </a:lnTo>
                  <a:lnTo>
                    <a:pt x="7899" y="469"/>
                  </a:lnTo>
                  <a:lnTo>
                    <a:pt x="0" y="8369"/>
                  </a:lnTo>
                  <a:lnTo>
                    <a:pt x="0" y="99491"/>
                  </a:lnTo>
                  <a:lnTo>
                    <a:pt x="35306" y="99491"/>
                  </a:lnTo>
                  <a:lnTo>
                    <a:pt x="35306" y="8369"/>
                  </a:lnTo>
                  <a:close/>
                </a:path>
                <a:path w="675004" h="99695">
                  <a:moveTo>
                    <a:pt x="130530" y="8369"/>
                  </a:moveTo>
                  <a:lnTo>
                    <a:pt x="122631" y="469"/>
                  </a:lnTo>
                  <a:lnTo>
                    <a:pt x="112877" y="469"/>
                  </a:lnTo>
                  <a:lnTo>
                    <a:pt x="103136" y="469"/>
                  </a:lnTo>
                  <a:lnTo>
                    <a:pt x="95224" y="8369"/>
                  </a:lnTo>
                  <a:lnTo>
                    <a:pt x="95224" y="99491"/>
                  </a:lnTo>
                  <a:lnTo>
                    <a:pt x="130530" y="99491"/>
                  </a:lnTo>
                  <a:lnTo>
                    <a:pt x="130530" y="8369"/>
                  </a:lnTo>
                  <a:close/>
                </a:path>
                <a:path w="675004" h="99695">
                  <a:moveTo>
                    <a:pt x="225767" y="8369"/>
                  </a:moveTo>
                  <a:lnTo>
                    <a:pt x="217855" y="469"/>
                  </a:lnTo>
                  <a:lnTo>
                    <a:pt x="208114" y="469"/>
                  </a:lnTo>
                  <a:lnTo>
                    <a:pt x="198361" y="469"/>
                  </a:lnTo>
                  <a:lnTo>
                    <a:pt x="190461" y="8369"/>
                  </a:lnTo>
                  <a:lnTo>
                    <a:pt x="190461" y="99491"/>
                  </a:lnTo>
                  <a:lnTo>
                    <a:pt x="225767" y="99491"/>
                  </a:lnTo>
                  <a:lnTo>
                    <a:pt x="225767" y="8369"/>
                  </a:lnTo>
                  <a:close/>
                </a:path>
                <a:path w="675004" h="99695">
                  <a:moveTo>
                    <a:pt x="483793" y="7912"/>
                  </a:moveTo>
                  <a:lnTo>
                    <a:pt x="475894" y="0"/>
                  </a:lnTo>
                  <a:lnTo>
                    <a:pt x="466140" y="0"/>
                  </a:lnTo>
                  <a:lnTo>
                    <a:pt x="456387" y="0"/>
                  </a:lnTo>
                  <a:lnTo>
                    <a:pt x="448487" y="7912"/>
                  </a:lnTo>
                  <a:lnTo>
                    <a:pt x="448487" y="99021"/>
                  </a:lnTo>
                  <a:lnTo>
                    <a:pt x="483793" y="99021"/>
                  </a:lnTo>
                  <a:lnTo>
                    <a:pt x="483793" y="7912"/>
                  </a:lnTo>
                  <a:close/>
                </a:path>
                <a:path w="675004" h="99695">
                  <a:moveTo>
                    <a:pt x="579018" y="7912"/>
                  </a:moveTo>
                  <a:lnTo>
                    <a:pt x="571119" y="0"/>
                  </a:lnTo>
                  <a:lnTo>
                    <a:pt x="561365" y="0"/>
                  </a:lnTo>
                  <a:lnTo>
                    <a:pt x="551624" y="0"/>
                  </a:lnTo>
                  <a:lnTo>
                    <a:pt x="543712" y="7912"/>
                  </a:lnTo>
                  <a:lnTo>
                    <a:pt x="543712" y="99021"/>
                  </a:lnTo>
                  <a:lnTo>
                    <a:pt x="579018" y="99021"/>
                  </a:lnTo>
                  <a:lnTo>
                    <a:pt x="579018" y="7912"/>
                  </a:lnTo>
                  <a:close/>
                </a:path>
                <a:path w="675004" h="99695">
                  <a:moveTo>
                    <a:pt x="674598" y="8369"/>
                  </a:moveTo>
                  <a:lnTo>
                    <a:pt x="674255" y="8026"/>
                  </a:lnTo>
                  <a:lnTo>
                    <a:pt x="666343" y="0"/>
                  </a:lnTo>
                  <a:lnTo>
                    <a:pt x="656602" y="0"/>
                  </a:lnTo>
                  <a:lnTo>
                    <a:pt x="646849" y="0"/>
                  </a:lnTo>
                  <a:lnTo>
                    <a:pt x="638949" y="7912"/>
                  </a:lnTo>
                  <a:lnTo>
                    <a:pt x="638949" y="99021"/>
                  </a:lnTo>
                  <a:lnTo>
                    <a:pt x="639292" y="99021"/>
                  </a:lnTo>
                  <a:lnTo>
                    <a:pt x="639292" y="99491"/>
                  </a:lnTo>
                  <a:lnTo>
                    <a:pt x="674598" y="99491"/>
                  </a:lnTo>
                  <a:lnTo>
                    <a:pt x="674598" y="8369"/>
                  </a:lnTo>
                  <a:close/>
                </a:path>
              </a:pathLst>
            </a:custGeom>
            <a:solidFill>
              <a:srgbClr val="F4C7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 descr=""/>
            <p:cNvSpPr/>
            <p:nvPr/>
          </p:nvSpPr>
          <p:spPr>
            <a:xfrm>
              <a:off x="3948658" y="7813198"/>
              <a:ext cx="1043305" cy="500380"/>
            </a:xfrm>
            <a:custGeom>
              <a:avLst/>
              <a:gdLst/>
              <a:ahLst/>
              <a:cxnLst/>
              <a:rect l="l" t="t" r="r" b="b"/>
              <a:pathLst>
                <a:path w="1043304" h="500379">
                  <a:moveTo>
                    <a:pt x="1042949" y="0"/>
                  </a:moveTo>
                  <a:lnTo>
                    <a:pt x="0" y="0"/>
                  </a:lnTo>
                  <a:lnTo>
                    <a:pt x="0" y="96862"/>
                  </a:lnTo>
                  <a:lnTo>
                    <a:pt x="0" y="499884"/>
                  </a:lnTo>
                  <a:lnTo>
                    <a:pt x="1042949" y="499884"/>
                  </a:lnTo>
                  <a:lnTo>
                    <a:pt x="1042949" y="96862"/>
                  </a:lnTo>
                  <a:lnTo>
                    <a:pt x="1042949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 descr=""/>
            <p:cNvSpPr/>
            <p:nvPr/>
          </p:nvSpPr>
          <p:spPr>
            <a:xfrm>
              <a:off x="4288768" y="7910047"/>
              <a:ext cx="424815" cy="403225"/>
            </a:xfrm>
            <a:custGeom>
              <a:avLst/>
              <a:gdLst/>
              <a:ahLst/>
              <a:cxnLst/>
              <a:rect l="l" t="t" r="r" b="b"/>
              <a:pathLst>
                <a:path w="424814" h="403225">
                  <a:moveTo>
                    <a:pt x="151555" y="0"/>
                  </a:moveTo>
                  <a:lnTo>
                    <a:pt x="0" y="0"/>
                  </a:lnTo>
                  <a:lnTo>
                    <a:pt x="0" y="403024"/>
                  </a:lnTo>
                  <a:lnTo>
                    <a:pt x="424667" y="403024"/>
                  </a:lnTo>
                  <a:lnTo>
                    <a:pt x="424667" y="273112"/>
                  </a:lnTo>
                  <a:lnTo>
                    <a:pt x="420267" y="224020"/>
                  </a:lnTo>
                  <a:lnTo>
                    <a:pt x="407580" y="177815"/>
                  </a:lnTo>
                  <a:lnTo>
                    <a:pt x="387379" y="135268"/>
                  </a:lnTo>
                  <a:lnTo>
                    <a:pt x="360434" y="97150"/>
                  </a:lnTo>
                  <a:lnTo>
                    <a:pt x="327517" y="64233"/>
                  </a:lnTo>
                  <a:lnTo>
                    <a:pt x="289399" y="37288"/>
                  </a:lnTo>
                  <a:lnTo>
                    <a:pt x="246852" y="17086"/>
                  </a:lnTo>
                  <a:lnTo>
                    <a:pt x="200647" y="4400"/>
                  </a:lnTo>
                  <a:lnTo>
                    <a:pt x="151555" y="0"/>
                  </a:lnTo>
                  <a:close/>
                </a:path>
              </a:pathLst>
            </a:custGeom>
            <a:solidFill>
              <a:srgbClr val="F4C78E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 descr=""/>
            <p:cNvSpPr/>
            <p:nvPr/>
          </p:nvSpPr>
          <p:spPr>
            <a:xfrm>
              <a:off x="2505305" y="7625149"/>
              <a:ext cx="1259840" cy="1687195"/>
            </a:xfrm>
            <a:custGeom>
              <a:avLst/>
              <a:gdLst/>
              <a:ahLst/>
              <a:cxnLst/>
              <a:rect l="l" t="t" r="r" b="b"/>
              <a:pathLst>
                <a:path w="1259839" h="1687195">
                  <a:moveTo>
                    <a:pt x="1259249" y="0"/>
                  </a:moveTo>
                  <a:lnTo>
                    <a:pt x="0" y="0"/>
                  </a:lnTo>
                  <a:lnTo>
                    <a:pt x="0" y="1686576"/>
                  </a:lnTo>
                  <a:lnTo>
                    <a:pt x="1259249" y="1686576"/>
                  </a:lnTo>
                  <a:lnTo>
                    <a:pt x="12592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 descr=""/>
            <p:cNvSpPr/>
            <p:nvPr/>
          </p:nvSpPr>
          <p:spPr>
            <a:xfrm>
              <a:off x="2877711" y="8112325"/>
              <a:ext cx="514984" cy="1199515"/>
            </a:xfrm>
            <a:custGeom>
              <a:avLst/>
              <a:gdLst/>
              <a:ahLst/>
              <a:cxnLst/>
              <a:rect l="l" t="t" r="r" b="b"/>
              <a:pathLst>
                <a:path w="514985" h="1199515">
                  <a:moveTo>
                    <a:pt x="257217" y="0"/>
                  </a:moveTo>
                  <a:lnTo>
                    <a:pt x="216458" y="18446"/>
                  </a:lnTo>
                  <a:lnTo>
                    <a:pt x="181386" y="40413"/>
                  </a:lnTo>
                  <a:lnTo>
                    <a:pt x="141488" y="69907"/>
                  </a:lnTo>
                  <a:lnTo>
                    <a:pt x="100488" y="106201"/>
                  </a:lnTo>
                  <a:lnTo>
                    <a:pt x="62113" y="148568"/>
                  </a:lnTo>
                  <a:lnTo>
                    <a:pt x="30090" y="196281"/>
                  </a:lnTo>
                  <a:lnTo>
                    <a:pt x="8143" y="248614"/>
                  </a:lnTo>
                  <a:lnTo>
                    <a:pt x="0" y="304838"/>
                  </a:lnTo>
                  <a:lnTo>
                    <a:pt x="0" y="1199398"/>
                  </a:lnTo>
                  <a:lnTo>
                    <a:pt x="514434" y="1199398"/>
                  </a:lnTo>
                  <a:lnTo>
                    <a:pt x="514434" y="304838"/>
                  </a:lnTo>
                  <a:lnTo>
                    <a:pt x="506291" y="248614"/>
                  </a:lnTo>
                  <a:lnTo>
                    <a:pt x="484344" y="196281"/>
                  </a:lnTo>
                  <a:lnTo>
                    <a:pt x="452320" y="148568"/>
                  </a:lnTo>
                  <a:lnTo>
                    <a:pt x="413946" y="106201"/>
                  </a:lnTo>
                  <a:lnTo>
                    <a:pt x="372946" y="69907"/>
                  </a:lnTo>
                  <a:lnTo>
                    <a:pt x="333047" y="40413"/>
                  </a:lnTo>
                  <a:lnTo>
                    <a:pt x="297976" y="18446"/>
                  </a:lnTo>
                  <a:lnTo>
                    <a:pt x="257217" y="0"/>
                  </a:lnTo>
                  <a:close/>
                </a:path>
              </a:pathLst>
            </a:custGeom>
            <a:solidFill>
              <a:srgbClr val="FFEC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 descr=""/>
            <p:cNvSpPr/>
            <p:nvPr/>
          </p:nvSpPr>
          <p:spPr>
            <a:xfrm>
              <a:off x="2944265" y="8441749"/>
              <a:ext cx="381635" cy="870585"/>
            </a:xfrm>
            <a:custGeom>
              <a:avLst/>
              <a:gdLst/>
              <a:ahLst/>
              <a:cxnLst/>
              <a:rect l="l" t="t" r="r" b="b"/>
              <a:pathLst>
                <a:path w="381635" h="870584">
                  <a:moveTo>
                    <a:pt x="190664" y="0"/>
                  </a:moveTo>
                  <a:lnTo>
                    <a:pt x="146193" y="26720"/>
                  </a:lnTo>
                  <a:lnTo>
                    <a:pt x="109216" y="57000"/>
                  </a:lnTo>
                  <a:lnTo>
                    <a:pt x="70239" y="95785"/>
                  </a:lnTo>
                  <a:lnTo>
                    <a:pt x="35130" y="140995"/>
                  </a:lnTo>
                  <a:lnTo>
                    <a:pt x="9760" y="190550"/>
                  </a:lnTo>
                  <a:lnTo>
                    <a:pt x="0" y="242369"/>
                  </a:lnTo>
                  <a:lnTo>
                    <a:pt x="0" y="869973"/>
                  </a:lnTo>
                  <a:lnTo>
                    <a:pt x="381318" y="869973"/>
                  </a:lnTo>
                  <a:lnTo>
                    <a:pt x="381318" y="242369"/>
                  </a:lnTo>
                  <a:lnTo>
                    <a:pt x="371557" y="190550"/>
                  </a:lnTo>
                  <a:lnTo>
                    <a:pt x="346189" y="140995"/>
                  </a:lnTo>
                  <a:lnTo>
                    <a:pt x="311083" y="95785"/>
                  </a:lnTo>
                  <a:lnTo>
                    <a:pt x="272107" y="57000"/>
                  </a:lnTo>
                  <a:lnTo>
                    <a:pt x="235133" y="26720"/>
                  </a:lnTo>
                  <a:lnTo>
                    <a:pt x="190664" y="0"/>
                  </a:lnTo>
                  <a:close/>
                </a:path>
              </a:pathLst>
            </a:custGeom>
            <a:solidFill>
              <a:srgbClr val="9DDC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 descr=""/>
            <p:cNvSpPr/>
            <p:nvPr/>
          </p:nvSpPr>
          <p:spPr>
            <a:xfrm>
              <a:off x="3075800" y="8808675"/>
              <a:ext cx="118745" cy="503555"/>
            </a:xfrm>
            <a:custGeom>
              <a:avLst/>
              <a:gdLst/>
              <a:ahLst/>
              <a:cxnLst/>
              <a:rect l="l" t="t" r="r" b="b"/>
              <a:pathLst>
                <a:path w="118744" h="503554">
                  <a:moveTo>
                    <a:pt x="80137" y="27838"/>
                  </a:moveTo>
                  <a:lnTo>
                    <a:pt x="76949" y="17932"/>
                  </a:lnTo>
                  <a:lnTo>
                    <a:pt x="69634" y="8978"/>
                  </a:lnTo>
                  <a:lnTo>
                    <a:pt x="61607" y="2489"/>
                  </a:lnTo>
                  <a:lnTo>
                    <a:pt x="56273" y="0"/>
                  </a:lnTo>
                  <a:lnTo>
                    <a:pt x="50546" y="2489"/>
                  </a:lnTo>
                  <a:lnTo>
                    <a:pt x="42557" y="8978"/>
                  </a:lnTo>
                  <a:lnTo>
                    <a:pt x="35471" y="17932"/>
                  </a:lnTo>
                  <a:lnTo>
                    <a:pt x="32410" y="27838"/>
                  </a:lnTo>
                  <a:lnTo>
                    <a:pt x="32410" y="113665"/>
                  </a:lnTo>
                  <a:lnTo>
                    <a:pt x="80137" y="113665"/>
                  </a:lnTo>
                  <a:lnTo>
                    <a:pt x="80137" y="27838"/>
                  </a:lnTo>
                  <a:close/>
                </a:path>
                <a:path w="118744" h="503554">
                  <a:moveTo>
                    <a:pt x="118237" y="306501"/>
                  </a:moveTo>
                  <a:lnTo>
                    <a:pt x="0" y="306501"/>
                  </a:lnTo>
                  <a:lnTo>
                    <a:pt x="0" y="503059"/>
                  </a:lnTo>
                  <a:lnTo>
                    <a:pt x="118237" y="503059"/>
                  </a:lnTo>
                  <a:lnTo>
                    <a:pt x="118237" y="306501"/>
                  </a:lnTo>
                  <a:close/>
                </a:path>
              </a:pathLst>
            </a:custGeom>
            <a:solidFill>
              <a:srgbClr val="F4C7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 descr=""/>
            <p:cNvSpPr/>
            <p:nvPr/>
          </p:nvSpPr>
          <p:spPr>
            <a:xfrm>
              <a:off x="1981091" y="7910052"/>
              <a:ext cx="524510" cy="1402080"/>
            </a:xfrm>
            <a:custGeom>
              <a:avLst/>
              <a:gdLst/>
              <a:ahLst/>
              <a:cxnLst/>
              <a:rect l="l" t="t" r="r" b="b"/>
              <a:pathLst>
                <a:path w="524510" h="1402079">
                  <a:moveTo>
                    <a:pt x="524214" y="0"/>
                  </a:moveTo>
                  <a:lnTo>
                    <a:pt x="0" y="0"/>
                  </a:lnTo>
                  <a:lnTo>
                    <a:pt x="0" y="1401674"/>
                  </a:lnTo>
                  <a:lnTo>
                    <a:pt x="524214" y="1401674"/>
                  </a:lnTo>
                  <a:lnTo>
                    <a:pt x="524214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 descr=""/>
            <p:cNvSpPr/>
            <p:nvPr/>
          </p:nvSpPr>
          <p:spPr>
            <a:xfrm>
              <a:off x="3764555" y="7910052"/>
              <a:ext cx="524510" cy="1402080"/>
            </a:xfrm>
            <a:custGeom>
              <a:avLst/>
              <a:gdLst/>
              <a:ahLst/>
              <a:cxnLst/>
              <a:rect l="l" t="t" r="r" b="b"/>
              <a:pathLst>
                <a:path w="524510" h="1402079">
                  <a:moveTo>
                    <a:pt x="524214" y="0"/>
                  </a:moveTo>
                  <a:lnTo>
                    <a:pt x="0" y="0"/>
                  </a:lnTo>
                  <a:lnTo>
                    <a:pt x="0" y="1401674"/>
                  </a:lnTo>
                  <a:lnTo>
                    <a:pt x="524214" y="1401674"/>
                  </a:lnTo>
                  <a:lnTo>
                    <a:pt x="5242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 descr=""/>
            <p:cNvSpPr/>
            <p:nvPr/>
          </p:nvSpPr>
          <p:spPr>
            <a:xfrm>
              <a:off x="1825510" y="8013477"/>
              <a:ext cx="2222500" cy="975994"/>
            </a:xfrm>
            <a:custGeom>
              <a:avLst/>
              <a:gdLst/>
              <a:ahLst/>
              <a:cxnLst/>
              <a:rect l="l" t="t" r="r" b="b"/>
              <a:pathLst>
                <a:path w="2222500" h="975995">
                  <a:moveTo>
                    <a:pt x="42379" y="0"/>
                  </a:moveTo>
                  <a:lnTo>
                    <a:pt x="0" y="0"/>
                  </a:lnTo>
                  <a:lnTo>
                    <a:pt x="0" y="98856"/>
                  </a:lnTo>
                  <a:lnTo>
                    <a:pt x="42379" y="98856"/>
                  </a:lnTo>
                  <a:lnTo>
                    <a:pt x="42379" y="0"/>
                  </a:lnTo>
                  <a:close/>
                </a:path>
                <a:path w="2222500" h="975995">
                  <a:moveTo>
                    <a:pt x="438861" y="876947"/>
                  </a:moveTo>
                  <a:lnTo>
                    <a:pt x="396494" y="876947"/>
                  </a:lnTo>
                  <a:lnTo>
                    <a:pt x="396494" y="975817"/>
                  </a:lnTo>
                  <a:lnTo>
                    <a:pt x="438861" y="975817"/>
                  </a:lnTo>
                  <a:lnTo>
                    <a:pt x="438861" y="876947"/>
                  </a:lnTo>
                  <a:close/>
                </a:path>
                <a:path w="2222500" h="975995">
                  <a:moveTo>
                    <a:pt x="438861" y="250177"/>
                  </a:moveTo>
                  <a:lnTo>
                    <a:pt x="396494" y="250177"/>
                  </a:lnTo>
                  <a:lnTo>
                    <a:pt x="396494" y="349034"/>
                  </a:lnTo>
                  <a:lnTo>
                    <a:pt x="438861" y="349034"/>
                  </a:lnTo>
                  <a:lnTo>
                    <a:pt x="438861" y="250177"/>
                  </a:lnTo>
                  <a:close/>
                </a:path>
                <a:path w="2222500" h="975995">
                  <a:moveTo>
                    <a:pt x="2222322" y="876947"/>
                  </a:moveTo>
                  <a:lnTo>
                    <a:pt x="2179955" y="876947"/>
                  </a:lnTo>
                  <a:lnTo>
                    <a:pt x="2179955" y="975817"/>
                  </a:lnTo>
                  <a:lnTo>
                    <a:pt x="2222322" y="975817"/>
                  </a:lnTo>
                  <a:lnTo>
                    <a:pt x="2222322" y="876947"/>
                  </a:lnTo>
                  <a:close/>
                </a:path>
                <a:path w="2222500" h="975995">
                  <a:moveTo>
                    <a:pt x="2222322" y="250177"/>
                  </a:moveTo>
                  <a:lnTo>
                    <a:pt x="2179955" y="250177"/>
                  </a:lnTo>
                  <a:lnTo>
                    <a:pt x="2179955" y="349034"/>
                  </a:lnTo>
                  <a:lnTo>
                    <a:pt x="2222322" y="349034"/>
                  </a:lnTo>
                  <a:lnTo>
                    <a:pt x="2222322" y="250177"/>
                  </a:lnTo>
                  <a:close/>
                </a:path>
              </a:pathLst>
            </a:custGeom>
            <a:solidFill>
              <a:srgbClr val="F4C7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 descr=""/>
            <p:cNvSpPr/>
            <p:nvPr/>
          </p:nvSpPr>
          <p:spPr>
            <a:xfrm>
              <a:off x="3764555" y="7910052"/>
              <a:ext cx="91440" cy="1402080"/>
            </a:xfrm>
            <a:custGeom>
              <a:avLst/>
              <a:gdLst/>
              <a:ahLst/>
              <a:cxnLst/>
              <a:rect l="l" t="t" r="r" b="b"/>
              <a:pathLst>
                <a:path w="91439" h="1402079">
                  <a:moveTo>
                    <a:pt x="91169" y="0"/>
                  </a:moveTo>
                  <a:lnTo>
                    <a:pt x="0" y="0"/>
                  </a:lnTo>
                  <a:lnTo>
                    <a:pt x="0" y="1401674"/>
                  </a:lnTo>
                  <a:lnTo>
                    <a:pt x="91169" y="1401674"/>
                  </a:lnTo>
                  <a:lnTo>
                    <a:pt x="91169" y="0"/>
                  </a:lnTo>
                  <a:close/>
                </a:path>
              </a:pathLst>
            </a:custGeom>
            <a:solidFill>
              <a:srgbClr val="F4C78E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 descr=""/>
            <p:cNvSpPr/>
            <p:nvPr/>
          </p:nvSpPr>
          <p:spPr>
            <a:xfrm>
              <a:off x="4288769" y="8123721"/>
              <a:ext cx="342265" cy="1188085"/>
            </a:xfrm>
            <a:custGeom>
              <a:avLst/>
              <a:gdLst/>
              <a:ahLst/>
              <a:cxnLst/>
              <a:rect l="l" t="t" r="r" b="b"/>
              <a:pathLst>
                <a:path w="342264" h="1188084">
                  <a:moveTo>
                    <a:pt x="341874" y="0"/>
                  </a:moveTo>
                  <a:lnTo>
                    <a:pt x="0" y="0"/>
                  </a:lnTo>
                  <a:lnTo>
                    <a:pt x="0" y="1188005"/>
                  </a:lnTo>
                  <a:lnTo>
                    <a:pt x="341874" y="1188005"/>
                  </a:lnTo>
                  <a:lnTo>
                    <a:pt x="341874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 descr=""/>
            <p:cNvSpPr/>
            <p:nvPr/>
          </p:nvSpPr>
          <p:spPr>
            <a:xfrm>
              <a:off x="4630636" y="8313082"/>
              <a:ext cx="6702425" cy="998855"/>
            </a:xfrm>
            <a:custGeom>
              <a:avLst/>
              <a:gdLst/>
              <a:ahLst/>
              <a:cxnLst/>
              <a:rect l="l" t="t" r="r" b="b"/>
              <a:pathLst>
                <a:path w="6702425" h="998854">
                  <a:moveTo>
                    <a:pt x="470077" y="0"/>
                  </a:moveTo>
                  <a:lnTo>
                    <a:pt x="0" y="0"/>
                  </a:lnTo>
                  <a:lnTo>
                    <a:pt x="0" y="998651"/>
                  </a:lnTo>
                  <a:lnTo>
                    <a:pt x="470077" y="998651"/>
                  </a:lnTo>
                  <a:lnTo>
                    <a:pt x="470077" y="0"/>
                  </a:lnTo>
                  <a:close/>
                </a:path>
                <a:path w="6702425" h="998854">
                  <a:moveTo>
                    <a:pt x="6702222" y="224561"/>
                  </a:moveTo>
                  <a:lnTo>
                    <a:pt x="5008257" y="224561"/>
                  </a:lnTo>
                  <a:lnTo>
                    <a:pt x="5008257" y="998651"/>
                  </a:lnTo>
                  <a:lnTo>
                    <a:pt x="6702222" y="998651"/>
                  </a:lnTo>
                  <a:lnTo>
                    <a:pt x="6702222" y="22456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 descr=""/>
            <p:cNvSpPr/>
            <p:nvPr/>
          </p:nvSpPr>
          <p:spPr>
            <a:xfrm>
              <a:off x="11332858" y="8714682"/>
              <a:ext cx="805815" cy="597535"/>
            </a:xfrm>
            <a:custGeom>
              <a:avLst/>
              <a:gdLst/>
              <a:ahLst/>
              <a:cxnLst/>
              <a:rect l="l" t="t" r="r" b="b"/>
              <a:pathLst>
                <a:path w="805815" h="597534">
                  <a:moveTo>
                    <a:pt x="805776" y="20904"/>
                  </a:moveTo>
                  <a:lnTo>
                    <a:pt x="280631" y="20904"/>
                  </a:lnTo>
                  <a:lnTo>
                    <a:pt x="280631" y="0"/>
                  </a:lnTo>
                  <a:lnTo>
                    <a:pt x="0" y="0"/>
                  </a:lnTo>
                  <a:lnTo>
                    <a:pt x="0" y="20904"/>
                  </a:lnTo>
                  <a:lnTo>
                    <a:pt x="0" y="31330"/>
                  </a:lnTo>
                  <a:lnTo>
                    <a:pt x="0" y="553504"/>
                  </a:lnTo>
                  <a:lnTo>
                    <a:pt x="0" y="597052"/>
                  </a:lnTo>
                  <a:lnTo>
                    <a:pt x="280631" y="597052"/>
                  </a:lnTo>
                  <a:lnTo>
                    <a:pt x="280631" y="553504"/>
                  </a:lnTo>
                  <a:lnTo>
                    <a:pt x="805776" y="553504"/>
                  </a:lnTo>
                  <a:lnTo>
                    <a:pt x="805776" y="31330"/>
                  </a:lnTo>
                  <a:lnTo>
                    <a:pt x="805776" y="20904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 descr=""/>
            <p:cNvSpPr/>
            <p:nvPr/>
          </p:nvSpPr>
          <p:spPr>
            <a:xfrm>
              <a:off x="5703125" y="8211851"/>
              <a:ext cx="314325" cy="377825"/>
            </a:xfrm>
            <a:custGeom>
              <a:avLst/>
              <a:gdLst/>
              <a:ahLst/>
              <a:cxnLst/>
              <a:rect l="l" t="t" r="r" b="b"/>
              <a:pathLst>
                <a:path w="314325" h="377825">
                  <a:moveTo>
                    <a:pt x="158635" y="66967"/>
                  </a:moveTo>
                  <a:lnTo>
                    <a:pt x="157073" y="0"/>
                  </a:lnTo>
                  <a:lnTo>
                    <a:pt x="155511" y="66967"/>
                  </a:lnTo>
                  <a:lnTo>
                    <a:pt x="158635" y="66967"/>
                  </a:lnTo>
                  <a:close/>
                </a:path>
                <a:path w="314325" h="377825">
                  <a:moveTo>
                    <a:pt x="313982" y="174891"/>
                  </a:moveTo>
                  <a:lnTo>
                    <a:pt x="284187" y="164109"/>
                  </a:lnTo>
                  <a:lnTo>
                    <a:pt x="284187" y="174891"/>
                  </a:lnTo>
                  <a:lnTo>
                    <a:pt x="284187" y="209550"/>
                  </a:lnTo>
                  <a:lnTo>
                    <a:pt x="253822" y="209550"/>
                  </a:lnTo>
                  <a:lnTo>
                    <a:pt x="253822" y="174891"/>
                  </a:lnTo>
                  <a:lnTo>
                    <a:pt x="284187" y="174891"/>
                  </a:lnTo>
                  <a:lnTo>
                    <a:pt x="284187" y="164109"/>
                  </a:lnTo>
                  <a:lnTo>
                    <a:pt x="262331" y="156197"/>
                  </a:lnTo>
                  <a:lnTo>
                    <a:pt x="246773" y="156197"/>
                  </a:lnTo>
                  <a:lnTo>
                    <a:pt x="246773" y="174891"/>
                  </a:lnTo>
                  <a:lnTo>
                    <a:pt x="246773" y="209550"/>
                  </a:lnTo>
                  <a:lnTo>
                    <a:pt x="216395" y="209550"/>
                  </a:lnTo>
                  <a:lnTo>
                    <a:pt x="216395" y="174891"/>
                  </a:lnTo>
                  <a:lnTo>
                    <a:pt x="246773" y="174891"/>
                  </a:lnTo>
                  <a:lnTo>
                    <a:pt x="246773" y="156197"/>
                  </a:lnTo>
                  <a:lnTo>
                    <a:pt x="209346" y="156197"/>
                  </a:lnTo>
                  <a:lnTo>
                    <a:pt x="209346" y="174891"/>
                  </a:lnTo>
                  <a:lnTo>
                    <a:pt x="209346" y="209550"/>
                  </a:lnTo>
                  <a:lnTo>
                    <a:pt x="178968" y="209550"/>
                  </a:lnTo>
                  <a:lnTo>
                    <a:pt x="178968" y="174891"/>
                  </a:lnTo>
                  <a:lnTo>
                    <a:pt x="209346" y="174891"/>
                  </a:lnTo>
                  <a:lnTo>
                    <a:pt x="209346" y="156197"/>
                  </a:lnTo>
                  <a:lnTo>
                    <a:pt x="171919" y="156197"/>
                  </a:lnTo>
                  <a:lnTo>
                    <a:pt x="171919" y="174891"/>
                  </a:lnTo>
                  <a:lnTo>
                    <a:pt x="171919" y="209550"/>
                  </a:lnTo>
                  <a:lnTo>
                    <a:pt x="141554" y="209550"/>
                  </a:lnTo>
                  <a:lnTo>
                    <a:pt x="141554" y="174891"/>
                  </a:lnTo>
                  <a:lnTo>
                    <a:pt x="171919" y="174891"/>
                  </a:lnTo>
                  <a:lnTo>
                    <a:pt x="171919" y="156197"/>
                  </a:lnTo>
                  <a:lnTo>
                    <a:pt x="134505" y="156197"/>
                  </a:lnTo>
                  <a:lnTo>
                    <a:pt x="134505" y="174891"/>
                  </a:lnTo>
                  <a:lnTo>
                    <a:pt x="134505" y="209550"/>
                  </a:lnTo>
                  <a:lnTo>
                    <a:pt x="104127" y="209550"/>
                  </a:lnTo>
                  <a:lnTo>
                    <a:pt x="104127" y="174891"/>
                  </a:lnTo>
                  <a:lnTo>
                    <a:pt x="134505" y="174891"/>
                  </a:lnTo>
                  <a:lnTo>
                    <a:pt x="134505" y="156197"/>
                  </a:lnTo>
                  <a:lnTo>
                    <a:pt x="97078" y="156197"/>
                  </a:lnTo>
                  <a:lnTo>
                    <a:pt x="97078" y="174891"/>
                  </a:lnTo>
                  <a:lnTo>
                    <a:pt x="97078" y="209550"/>
                  </a:lnTo>
                  <a:lnTo>
                    <a:pt x="66700" y="209550"/>
                  </a:lnTo>
                  <a:lnTo>
                    <a:pt x="66700" y="174891"/>
                  </a:lnTo>
                  <a:lnTo>
                    <a:pt x="97078" y="174891"/>
                  </a:lnTo>
                  <a:lnTo>
                    <a:pt x="97078" y="156197"/>
                  </a:lnTo>
                  <a:lnTo>
                    <a:pt x="59651" y="156197"/>
                  </a:lnTo>
                  <a:lnTo>
                    <a:pt x="59651" y="174891"/>
                  </a:lnTo>
                  <a:lnTo>
                    <a:pt x="59651" y="209550"/>
                  </a:lnTo>
                  <a:lnTo>
                    <a:pt x="29286" y="209550"/>
                  </a:lnTo>
                  <a:lnTo>
                    <a:pt x="29286" y="174891"/>
                  </a:lnTo>
                  <a:lnTo>
                    <a:pt x="59651" y="174891"/>
                  </a:lnTo>
                  <a:lnTo>
                    <a:pt x="59651" y="156197"/>
                  </a:lnTo>
                  <a:lnTo>
                    <a:pt x="51638" y="156197"/>
                  </a:lnTo>
                  <a:lnTo>
                    <a:pt x="0" y="174891"/>
                  </a:lnTo>
                  <a:lnTo>
                    <a:pt x="22237" y="174891"/>
                  </a:lnTo>
                  <a:lnTo>
                    <a:pt x="22237" y="209550"/>
                  </a:lnTo>
                  <a:lnTo>
                    <a:pt x="165" y="209550"/>
                  </a:lnTo>
                  <a:lnTo>
                    <a:pt x="165" y="377355"/>
                  </a:lnTo>
                  <a:lnTo>
                    <a:pt x="313982" y="377355"/>
                  </a:lnTo>
                  <a:lnTo>
                    <a:pt x="313982" y="209550"/>
                  </a:lnTo>
                  <a:lnTo>
                    <a:pt x="291236" y="209550"/>
                  </a:lnTo>
                  <a:lnTo>
                    <a:pt x="291236" y="174891"/>
                  </a:lnTo>
                  <a:lnTo>
                    <a:pt x="313982" y="174891"/>
                  </a:lnTo>
                  <a:close/>
                </a:path>
              </a:pathLst>
            </a:custGeom>
            <a:solidFill>
              <a:srgbClr val="FFECAE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93" name="object 193" descr="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5754787" y="8273302"/>
              <a:ext cx="210600" cy="94740"/>
            </a:xfrm>
            <a:prstGeom prst="rect">
              <a:avLst/>
            </a:prstGeom>
          </p:spPr>
        </p:pic>
        <p:sp>
          <p:nvSpPr>
            <p:cNvPr id="194" name="object 194" descr=""/>
            <p:cNvSpPr/>
            <p:nvPr/>
          </p:nvSpPr>
          <p:spPr>
            <a:xfrm>
              <a:off x="5557956" y="8494631"/>
              <a:ext cx="283210" cy="155575"/>
            </a:xfrm>
            <a:custGeom>
              <a:avLst/>
              <a:gdLst/>
              <a:ahLst/>
              <a:cxnLst/>
              <a:rect l="l" t="t" r="r" b="b"/>
              <a:pathLst>
                <a:path w="283210" h="155575">
                  <a:moveTo>
                    <a:pt x="283195" y="0"/>
                  </a:moveTo>
                  <a:lnTo>
                    <a:pt x="0" y="0"/>
                  </a:lnTo>
                  <a:lnTo>
                    <a:pt x="0" y="155366"/>
                  </a:lnTo>
                  <a:lnTo>
                    <a:pt x="283195" y="155366"/>
                  </a:lnTo>
                  <a:lnTo>
                    <a:pt x="283195" y="0"/>
                  </a:lnTo>
                  <a:close/>
                </a:path>
              </a:pathLst>
            </a:custGeom>
            <a:solidFill>
              <a:srgbClr val="FFEC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 descr=""/>
            <p:cNvSpPr/>
            <p:nvPr/>
          </p:nvSpPr>
          <p:spPr>
            <a:xfrm>
              <a:off x="7460831" y="7499267"/>
              <a:ext cx="1002030" cy="48260"/>
            </a:xfrm>
            <a:custGeom>
              <a:avLst/>
              <a:gdLst/>
              <a:ahLst/>
              <a:cxnLst/>
              <a:rect l="l" t="t" r="r" b="b"/>
              <a:pathLst>
                <a:path w="1002029" h="48259">
                  <a:moveTo>
                    <a:pt x="11798" y="0"/>
                  </a:moveTo>
                  <a:lnTo>
                    <a:pt x="0" y="0"/>
                  </a:lnTo>
                  <a:lnTo>
                    <a:pt x="0" y="47764"/>
                  </a:lnTo>
                  <a:lnTo>
                    <a:pt x="11798" y="47764"/>
                  </a:lnTo>
                  <a:lnTo>
                    <a:pt x="11798" y="0"/>
                  </a:lnTo>
                  <a:close/>
                </a:path>
                <a:path w="1002029" h="48259">
                  <a:moveTo>
                    <a:pt x="119418" y="0"/>
                  </a:moveTo>
                  <a:lnTo>
                    <a:pt x="107632" y="0"/>
                  </a:lnTo>
                  <a:lnTo>
                    <a:pt x="107632" y="47764"/>
                  </a:lnTo>
                  <a:lnTo>
                    <a:pt x="119418" y="47764"/>
                  </a:lnTo>
                  <a:lnTo>
                    <a:pt x="119418" y="0"/>
                  </a:lnTo>
                  <a:close/>
                </a:path>
                <a:path w="1002029" h="48259">
                  <a:moveTo>
                    <a:pt x="227037" y="0"/>
                  </a:moveTo>
                  <a:lnTo>
                    <a:pt x="215252" y="0"/>
                  </a:lnTo>
                  <a:lnTo>
                    <a:pt x="215252" y="47764"/>
                  </a:lnTo>
                  <a:lnTo>
                    <a:pt x="227037" y="47764"/>
                  </a:lnTo>
                  <a:lnTo>
                    <a:pt x="227037" y="0"/>
                  </a:lnTo>
                  <a:close/>
                </a:path>
                <a:path w="1002029" h="48259">
                  <a:moveTo>
                    <a:pt x="334670" y="0"/>
                  </a:moveTo>
                  <a:lnTo>
                    <a:pt x="322884" y="0"/>
                  </a:lnTo>
                  <a:lnTo>
                    <a:pt x="322884" y="47764"/>
                  </a:lnTo>
                  <a:lnTo>
                    <a:pt x="334670" y="47764"/>
                  </a:lnTo>
                  <a:lnTo>
                    <a:pt x="334670" y="0"/>
                  </a:lnTo>
                  <a:close/>
                </a:path>
                <a:path w="1002029" h="48259">
                  <a:moveTo>
                    <a:pt x="442302" y="0"/>
                  </a:moveTo>
                  <a:lnTo>
                    <a:pt x="430517" y="0"/>
                  </a:lnTo>
                  <a:lnTo>
                    <a:pt x="430517" y="47764"/>
                  </a:lnTo>
                  <a:lnTo>
                    <a:pt x="442302" y="47764"/>
                  </a:lnTo>
                  <a:lnTo>
                    <a:pt x="442302" y="0"/>
                  </a:lnTo>
                  <a:close/>
                </a:path>
                <a:path w="1002029" h="48259">
                  <a:moveTo>
                    <a:pt x="549922" y="0"/>
                  </a:moveTo>
                  <a:lnTo>
                    <a:pt x="538137" y="0"/>
                  </a:lnTo>
                  <a:lnTo>
                    <a:pt x="538137" y="47764"/>
                  </a:lnTo>
                  <a:lnTo>
                    <a:pt x="549922" y="47764"/>
                  </a:lnTo>
                  <a:lnTo>
                    <a:pt x="549922" y="0"/>
                  </a:lnTo>
                  <a:close/>
                </a:path>
                <a:path w="1002029" h="48259">
                  <a:moveTo>
                    <a:pt x="662825" y="0"/>
                  </a:moveTo>
                  <a:lnTo>
                    <a:pt x="651027" y="0"/>
                  </a:lnTo>
                  <a:lnTo>
                    <a:pt x="651027" y="47764"/>
                  </a:lnTo>
                  <a:lnTo>
                    <a:pt x="662825" y="47764"/>
                  </a:lnTo>
                  <a:lnTo>
                    <a:pt x="662825" y="0"/>
                  </a:lnTo>
                  <a:close/>
                </a:path>
                <a:path w="1002029" h="48259">
                  <a:moveTo>
                    <a:pt x="775703" y="0"/>
                  </a:moveTo>
                  <a:lnTo>
                    <a:pt x="763917" y="0"/>
                  </a:lnTo>
                  <a:lnTo>
                    <a:pt x="763917" y="47764"/>
                  </a:lnTo>
                  <a:lnTo>
                    <a:pt x="775703" y="47764"/>
                  </a:lnTo>
                  <a:lnTo>
                    <a:pt x="775703" y="0"/>
                  </a:lnTo>
                  <a:close/>
                </a:path>
                <a:path w="1002029" h="48259">
                  <a:moveTo>
                    <a:pt x="888593" y="0"/>
                  </a:moveTo>
                  <a:lnTo>
                    <a:pt x="876808" y="0"/>
                  </a:lnTo>
                  <a:lnTo>
                    <a:pt x="876808" y="47764"/>
                  </a:lnTo>
                  <a:lnTo>
                    <a:pt x="888593" y="47764"/>
                  </a:lnTo>
                  <a:lnTo>
                    <a:pt x="888593" y="0"/>
                  </a:lnTo>
                  <a:close/>
                </a:path>
                <a:path w="1002029" h="48259">
                  <a:moveTo>
                    <a:pt x="1001483" y="0"/>
                  </a:moveTo>
                  <a:lnTo>
                    <a:pt x="989685" y="0"/>
                  </a:lnTo>
                  <a:lnTo>
                    <a:pt x="989685" y="47764"/>
                  </a:lnTo>
                  <a:lnTo>
                    <a:pt x="1001483" y="47764"/>
                  </a:lnTo>
                  <a:lnTo>
                    <a:pt x="100148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 descr=""/>
            <p:cNvSpPr/>
            <p:nvPr/>
          </p:nvSpPr>
          <p:spPr>
            <a:xfrm>
              <a:off x="7806411" y="7572418"/>
              <a:ext cx="649605" cy="374650"/>
            </a:xfrm>
            <a:custGeom>
              <a:avLst/>
              <a:gdLst/>
              <a:ahLst/>
              <a:cxnLst/>
              <a:rect l="l" t="t" r="r" b="b"/>
              <a:pathLst>
                <a:path w="649604" h="374650">
                  <a:moveTo>
                    <a:pt x="0" y="374585"/>
                  </a:moveTo>
                  <a:lnTo>
                    <a:pt x="649320" y="374585"/>
                  </a:lnTo>
                  <a:lnTo>
                    <a:pt x="649320" y="0"/>
                  </a:lnTo>
                  <a:lnTo>
                    <a:pt x="0" y="0"/>
                  </a:lnTo>
                  <a:lnTo>
                    <a:pt x="0" y="374585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 descr=""/>
            <p:cNvSpPr/>
            <p:nvPr/>
          </p:nvSpPr>
          <p:spPr>
            <a:xfrm>
              <a:off x="7770130" y="8276229"/>
              <a:ext cx="36830" cy="88265"/>
            </a:xfrm>
            <a:custGeom>
              <a:avLst/>
              <a:gdLst/>
              <a:ahLst/>
              <a:cxnLst/>
              <a:rect l="l" t="t" r="r" b="b"/>
              <a:pathLst>
                <a:path w="36829" h="88265">
                  <a:moveTo>
                    <a:pt x="0" y="87777"/>
                  </a:moveTo>
                  <a:lnTo>
                    <a:pt x="36669" y="87777"/>
                  </a:lnTo>
                  <a:lnTo>
                    <a:pt x="36669" y="0"/>
                  </a:lnTo>
                  <a:lnTo>
                    <a:pt x="0" y="0"/>
                  </a:lnTo>
                  <a:lnTo>
                    <a:pt x="0" y="87777"/>
                  </a:lnTo>
                  <a:close/>
                </a:path>
              </a:pathLst>
            </a:custGeom>
            <a:solidFill>
              <a:srgbClr val="81D3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 descr=""/>
            <p:cNvSpPr/>
            <p:nvPr/>
          </p:nvSpPr>
          <p:spPr>
            <a:xfrm>
              <a:off x="7461762" y="7572418"/>
              <a:ext cx="344805" cy="704215"/>
            </a:xfrm>
            <a:custGeom>
              <a:avLst/>
              <a:gdLst/>
              <a:ahLst/>
              <a:cxnLst/>
              <a:rect l="l" t="t" r="r" b="b"/>
              <a:pathLst>
                <a:path w="344804" h="704215">
                  <a:moveTo>
                    <a:pt x="344649" y="0"/>
                  </a:moveTo>
                  <a:lnTo>
                    <a:pt x="0" y="0"/>
                  </a:lnTo>
                  <a:lnTo>
                    <a:pt x="0" y="703811"/>
                  </a:lnTo>
                  <a:lnTo>
                    <a:pt x="344649" y="703811"/>
                  </a:lnTo>
                  <a:lnTo>
                    <a:pt x="3446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 descr=""/>
            <p:cNvSpPr/>
            <p:nvPr/>
          </p:nvSpPr>
          <p:spPr>
            <a:xfrm>
              <a:off x="7392832" y="8276229"/>
              <a:ext cx="377825" cy="88265"/>
            </a:xfrm>
            <a:custGeom>
              <a:avLst/>
              <a:gdLst/>
              <a:ahLst/>
              <a:cxnLst/>
              <a:rect l="l" t="t" r="r" b="b"/>
              <a:pathLst>
                <a:path w="377825" h="88265">
                  <a:moveTo>
                    <a:pt x="377297" y="0"/>
                  </a:moveTo>
                  <a:lnTo>
                    <a:pt x="0" y="0"/>
                  </a:lnTo>
                  <a:lnTo>
                    <a:pt x="0" y="87777"/>
                  </a:lnTo>
                  <a:lnTo>
                    <a:pt x="377297" y="87777"/>
                  </a:lnTo>
                  <a:lnTo>
                    <a:pt x="377297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 descr=""/>
            <p:cNvSpPr/>
            <p:nvPr/>
          </p:nvSpPr>
          <p:spPr>
            <a:xfrm>
              <a:off x="7678223" y="7646818"/>
              <a:ext cx="81915" cy="629920"/>
            </a:xfrm>
            <a:custGeom>
              <a:avLst/>
              <a:gdLst/>
              <a:ahLst/>
              <a:cxnLst/>
              <a:rect l="l" t="t" r="r" b="b"/>
              <a:pathLst>
                <a:path w="81915" h="629920">
                  <a:moveTo>
                    <a:pt x="40983" y="0"/>
                  </a:moveTo>
                  <a:lnTo>
                    <a:pt x="17289" y="41819"/>
                  </a:lnTo>
                  <a:lnTo>
                    <a:pt x="5122" y="68101"/>
                  </a:lnTo>
                  <a:lnTo>
                    <a:pt x="640" y="89951"/>
                  </a:lnTo>
                  <a:lnTo>
                    <a:pt x="0" y="118478"/>
                  </a:lnTo>
                  <a:lnTo>
                    <a:pt x="0" y="629436"/>
                  </a:lnTo>
                  <a:lnTo>
                    <a:pt x="81892" y="629436"/>
                  </a:lnTo>
                  <a:lnTo>
                    <a:pt x="81892" y="118478"/>
                  </a:lnTo>
                  <a:lnTo>
                    <a:pt x="70012" y="63088"/>
                  </a:lnTo>
                  <a:lnTo>
                    <a:pt x="49202" y="15402"/>
                  </a:lnTo>
                  <a:lnTo>
                    <a:pt x="4098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 descr=""/>
            <p:cNvSpPr/>
            <p:nvPr/>
          </p:nvSpPr>
          <p:spPr>
            <a:xfrm>
              <a:off x="7694675" y="7662218"/>
              <a:ext cx="66040" cy="614045"/>
            </a:xfrm>
            <a:custGeom>
              <a:avLst/>
              <a:gdLst/>
              <a:ahLst/>
              <a:cxnLst/>
              <a:rect l="l" t="t" r="r" b="b"/>
              <a:pathLst>
                <a:path w="66040" h="614045">
                  <a:moveTo>
                    <a:pt x="32721" y="0"/>
                  </a:moveTo>
                  <a:lnTo>
                    <a:pt x="22559" y="21284"/>
                  </a:lnTo>
                  <a:lnTo>
                    <a:pt x="11872" y="47685"/>
                  </a:lnTo>
                  <a:lnTo>
                    <a:pt x="3429" y="76013"/>
                  </a:lnTo>
                  <a:lnTo>
                    <a:pt x="0" y="103075"/>
                  </a:lnTo>
                  <a:lnTo>
                    <a:pt x="0" y="614033"/>
                  </a:lnTo>
                  <a:lnTo>
                    <a:pt x="65443" y="614033"/>
                  </a:lnTo>
                  <a:lnTo>
                    <a:pt x="65443" y="103075"/>
                  </a:lnTo>
                  <a:lnTo>
                    <a:pt x="59295" y="65369"/>
                  </a:lnTo>
                  <a:lnTo>
                    <a:pt x="45632" y="27538"/>
                  </a:lnTo>
                  <a:lnTo>
                    <a:pt x="32721" y="0"/>
                  </a:lnTo>
                  <a:close/>
                </a:path>
              </a:pathLst>
            </a:custGeom>
            <a:solidFill>
              <a:srgbClr val="9DDC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 descr=""/>
            <p:cNvSpPr/>
            <p:nvPr/>
          </p:nvSpPr>
          <p:spPr>
            <a:xfrm>
              <a:off x="7573953" y="7646818"/>
              <a:ext cx="74930" cy="629920"/>
            </a:xfrm>
            <a:custGeom>
              <a:avLst/>
              <a:gdLst/>
              <a:ahLst/>
              <a:cxnLst/>
              <a:rect l="l" t="t" r="r" b="b"/>
              <a:pathLst>
                <a:path w="74929" h="629920">
                  <a:moveTo>
                    <a:pt x="37203" y="0"/>
                  </a:moveTo>
                  <a:lnTo>
                    <a:pt x="15695" y="41819"/>
                  </a:lnTo>
                  <a:lnTo>
                    <a:pt x="4650" y="68101"/>
                  </a:lnTo>
                  <a:lnTo>
                    <a:pt x="581" y="89951"/>
                  </a:lnTo>
                  <a:lnTo>
                    <a:pt x="0" y="118478"/>
                  </a:lnTo>
                  <a:lnTo>
                    <a:pt x="0" y="629436"/>
                  </a:lnTo>
                  <a:lnTo>
                    <a:pt x="74343" y="629436"/>
                  </a:lnTo>
                  <a:lnTo>
                    <a:pt x="74343" y="118478"/>
                  </a:lnTo>
                  <a:lnTo>
                    <a:pt x="63558" y="63088"/>
                  </a:lnTo>
                  <a:lnTo>
                    <a:pt x="44668" y="15402"/>
                  </a:lnTo>
                  <a:lnTo>
                    <a:pt x="372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 descr=""/>
            <p:cNvSpPr/>
            <p:nvPr/>
          </p:nvSpPr>
          <p:spPr>
            <a:xfrm>
              <a:off x="7588885" y="7662218"/>
              <a:ext cx="59690" cy="614045"/>
            </a:xfrm>
            <a:custGeom>
              <a:avLst/>
              <a:gdLst/>
              <a:ahLst/>
              <a:cxnLst/>
              <a:rect l="l" t="t" r="r" b="b"/>
              <a:pathLst>
                <a:path w="59690" h="614045">
                  <a:moveTo>
                    <a:pt x="29747" y="0"/>
                  </a:moveTo>
                  <a:lnTo>
                    <a:pt x="20510" y="21284"/>
                  </a:lnTo>
                  <a:lnTo>
                    <a:pt x="10794" y="47685"/>
                  </a:lnTo>
                  <a:lnTo>
                    <a:pt x="3118" y="76013"/>
                  </a:lnTo>
                  <a:lnTo>
                    <a:pt x="0" y="103075"/>
                  </a:lnTo>
                  <a:lnTo>
                    <a:pt x="0" y="614033"/>
                  </a:lnTo>
                  <a:lnTo>
                    <a:pt x="59422" y="614033"/>
                  </a:lnTo>
                  <a:lnTo>
                    <a:pt x="59422" y="103075"/>
                  </a:lnTo>
                  <a:lnTo>
                    <a:pt x="48895" y="48523"/>
                  </a:lnTo>
                  <a:lnTo>
                    <a:pt x="29747" y="0"/>
                  </a:lnTo>
                  <a:close/>
                </a:path>
              </a:pathLst>
            </a:custGeom>
            <a:solidFill>
              <a:srgbClr val="9DDC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 descr=""/>
            <p:cNvSpPr/>
            <p:nvPr/>
          </p:nvSpPr>
          <p:spPr>
            <a:xfrm>
              <a:off x="7489647" y="7646818"/>
              <a:ext cx="64769" cy="629920"/>
            </a:xfrm>
            <a:custGeom>
              <a:avLst/>
              <a:gdLst/>
              <a:ahLst/>
              <a:cxnLst/>
              <a:rect l="l" t="t" r="r" b="b"/>
              <a:pathLst>
                <a:path w="64770" h="629920">
                  <a:moveTo>
                    <a:pt x="32260" y="0"/>
                  </a:moveTo>
                  <a:lnTo>
                    <a:pt x="13610" y="41819"/>
                  </a:lnTo>
                  <a:lnTo>
                    <a:pt x="4032" y="68101"/>
                  </a:lnTo>
                  <a:lnTo>
                    <a:pt x="504" y="89951"/>
                  </a:lnTo>
                  <a:lnTo>
                    <a:pt x="0" y="118478"/>
                  </a:lnTo>
                  <a:lnTo>
                    <a:pt x="0" y="629436"/>
                  </a:lnTo>
                  <a:lnTo>
                    <a:pt x="64469" y="629436"/>
                  </a:lnTo>
                  <a:lnTo>
                    <a:pt x="64469" y="118478"/>
                  </a:lnTo>
                  <a:lnTo>
                    <a:pt x="55114" y="63088"/>
                  </a:lnTo>
                  <a:lnTo>
                    <a:pt x="38731" y="15402"/>
                  </a:lnTo>
                  <a:lnTo>
                    <a:pt x="3226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 descr=""/>
            <p:cNvSpPr/>
            <p:nvPr/>
          </p:nvSpPr>
          <p:spPr>
            <a:xfrm>
              <a:off x="7502601" y="7662221"/>
              <a:ext cx="52069" cy="614045"/>
            </a:xfrm>
            <a:custGeom>
              <a:avLst/>
              <a:gdLst/>
              <a:ahLst/>
              <a:cxnLst/>
              <a:rect l="l" t="t" r="r" b="b"/>
              <a:pathLst>
                <a:path w="52070" h="614045">
                  <a:moveTo>
                    <a:pt x="51523" y="257530"/>
                  </a:moveTo>
                  <a:lnTo>
                    <a:pt x="0" y="257530"/>
                  </a:lnTo>
                  <a:lnTo>
                    <a:pt x="0" y="614032"/>
                  </a:lnTo>
                  <a:lnTo>
                    <a:pt x="51523" y="614032"/>
                  </a:lnTo>
                  <a:lnTo>
                    <a:pt x="51523" y="257530"/>
                  </a:lnTo>
                  <a:close/>
                </a:path>
                <a:path w="52070" h="614045">
                  <a:moveTo>
                    <a:pt x="51523" y="0"/>
                  </a:moveTo>
                  <a:lnTo>
                    <a:pt x="0" y="0"/>
                  </a:lnTo>
                  <a:lnTo>
                    <a:pt x="0" y="220179"/>
                  </a:lnTo>
                  <a:lnTo>
                    <a:pt x="51523" y="220179"/>
                  </a:lnTo>
                  <a:lnTo>
                    <a:pt x="51523" y="0"/>
                  </a:lnTo>
                  <a:close/>
                </a:path>
              </a:pathLst>
            </a:custGeom>
            <a:solidFill>
              <a:srgbClr val="9DDC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 descr=""/>
            <p:cNvSpPr/>
            <p:nvPr/>
          </p:nvSpPr>
          <p:spPr>
            <a:xfrm>
              <a:off x="7528369" y="7689754"/>
              <a:ext cx="231775" cy="586740"/>
            </a:xfrm>
            <a:custGeom>
              <a:avLst/>
              <a:gdLst/>
              <a:ahLst/>
              <a:cxnLst/>
              <a:rect l="l" t="t" r="r" b="b"/>
              <a:pathLst>
                <a:path w="231775" h="586740">
                  <a:moveTo>
                    <a:pt x="25755" y="229997"/>
                  </a:moveTo>
                  <a:lnTo>
                    <a:pt x="0" y="229997"/>
                  </a:lnTo>
                  <a:lnTo>
                    <a:pt x="0" y="586511"/>
                  </a:lnTo>
                  <a:lnTo>
                    <a:pt x="25755" y="586511"/>
                  </a:lnTo>
                  <a:lnTo>
                    <a:pt x="25755" y="229997"/>
                  </a:lnTo>
                  <a:close/>
                </a:path>
                <a:path w="231775" h="586740">
                  <a:moveTo>
                    <a:pt x="25755" y="8483"/>
                  </a:moveTo>
                  <a:lnTo>
                    <a:pt x="0" y="8483"/>
                  </a:lnTo>
                  <a:lnTo>
                    <a:pt x="0" y="192646"/>
                  </a:lnTo>
                  <a:lnTo>
                    <a:pt x="25755" y="192646"/>
                  </a:lnTo>
                  <a:lnTo>
                    <a:pt x="25755" y="8483"/>
                  </a:lnTo>
                  <a:close/>
                </a:path>
                <a:path w="231775" h="586740">
                  <a:moveTo>
                    <a:pt x="119926" y="229997"/>
                  </a:moveTo>
                  <a:lnTo>
                    <a:pt x="86271" y="229997"/>
                  </a:lnTo>
                  <a:lnTo>
                    <a:pt x="86271" y="586511"/>
                  </a:lnTo>
                  <a:lnTo>
                    <a:pt x="119926" y="586511"/>
                  </a:lnTo>
                  <a:lnTo>
                    <a:pt x="119926" y="229997"/>
                  </a:lnTo>
                  <a:close/>
                </a:path>
                <a:path w="231775" h="586740">
                  <a:moveTo>
                    <a:pt x="119926" y="3187"/>
                  </a:moveTo>
                  <a:lnTo>
                    <a:pt x="86271" y="3187"/>
                  </a:lnTo>
                  <a:lnTo>
                    <a:pt x="86271" y="192646"/>
                  </a:lnTo>
                  <a:lnTo>
                    <a:pt x="119926" y="192646"/>
                  </a:lnTo>
                  <a:lnTo>
                    <a:pt x="119926" y="3187"/>
                  </a:lnTo>
                  <a:close/>
                </a:path>
                <a:path w="231775" h="586740">
                  <a:moveTo>
                    <a:pt x="231736" y="422427"/>
                  </a:moveTo>
                  <a:lnTo>
                    <a:pt x="192062" y="422427"/>
                  </a:lnTo>
                  <a:lnTo>
                    <a:pt x="192062" y="586511"/>
                  </a:lnTo>
                  <a:lnTo>
                    <a:pt x="231736" y="586511"/>
                  </a:lnTo>
                  <a:lnTo>
                    <a:pt x="231736" y="422427"/>
                  </a:lnTo>
                  <a:close/>
                </a:path>
                <a:path w="231775" h="586740">
                  <a:moveTo>
                    <a:pt x="231736" y="229997"/>
                  </a:moveTo>
                  <a:lnTo>
                    <a:pt x="192062" y="229997"/>
                  </a:lnTo>
                  <a:lnTo>
                    <a:pt x="192062" y="385076"/>
                  </a:lnTo>
                  <a:lnTo>
                    <a:pt x="231736" y="385076"/>
                  </a:lnTo>
                  <a:lnTo>
                    <a:pt x="231736" y="229997"/>
                  </a:lnTo>
                  <a:close/>
                </a:path>
                <a:path w="231775" h="586740">
                  <a:moveTo>
                    <a:pt x="231736" y="0"/>
                  </a:moveTo>
                  <a:lnTo>
                    <a:pt x="192062" y="0"/>
                  </a:lnTo>
                  <a:lnTo>
                    <a:pt x="192062" y="192646"/>
                  </a:lnTo>
                  <a:lnTo>
                    <a:pt x="231736" y="192646"/>
                  </a:lnTo>
                  <a:lnTo>
                    <a:pt x="231736" y="0"/>
                  </a:lnTo>
                  <a:close/>
                </a:path>
              </a:pathLst>
            </a:custGeom>
            <a:solidFill>
              <a:srgbClr val="F4C7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 descr=""/>
            <p:cNvSpPr/>
            <p:nvPr/>
          </p:nvSpPr>
          <p:spPr>
            <a:xfrm>
              <a:off x="7414590" y="7547032"/>
              <a:ext cx="355600" cy="565150"/>
            </a:xfrm>
            <a:custGeom>
              <a:avLst/>
              <a:gdLst/>
              <a:ahLst/>
              <a:cxnLst/>
              <a:rect l="l" t="t" r="r" b="b"/>
              <a:pathLst>
                <a:path w="355600" h="565150">
                  <a:moveTo>
                    <a:pt x="139534" y="527799"/>
                  </a:moveTo>
                  <a:lnTo>
                    <a:pt x="75018" y="527799"/>
                  </a:lnTo>
                  <a:lnTo>
                    <a:pt x="75018" y="565150"/>
                  </a:lnTo>
                  <a:lnTo>
                    <a:pt x="139534" y="565150"/>
                  </a:lnTo>
                  <a:lnTo>
                    <a:pt x="139534" y="527799"/>
                  </a:lnTo>
                  <a:close/>
                </a:path>
                <a:path w="355600" h="565150">
                  <a:moveTo>
                    <a:pt x="139534" y="335368"/>
                  </a:moveTo>
                  <a:lnTo>
                    <a:pt x="75018" y="335368"/>
                  </a:lnTo>
                  <a:lnTo>
                    <a:pt x="75018" y="372719"/>
                  </a:lnTo>
                  <a:lnTo>
                    <a:pt x="139534" y="372719"/>
                  </a:lnTo>
                  <a:lnTo>
                    <a:pt x="139534" y="335368"/>
                  </a:lnTo>
                  <a:close/>
                </a:path>
                <a:path w="355600" h="565150">
                  <a:moveTo>
                    <a:pt x="233705" y="527799"/>
                  </a:moveTo>
                  <a:lnTo>
                    <a:pt x="159461" y="527799"/>
                  </a:lnTo>
                  <a:lnTo>
                    <a:pt x="159461" y="565150"/>
                  </a:lnTo>
                  <a:lnTo>
                    <a:pt x="233705" y="565150"/>
                  </a:lnTo>
                  <a:lnTo>
                    <a:pt x="233705" y="527799"/>
                  </a:lnTo>
                  <a:close/>
                </a:path>
                <a:path w="355600" h="565150">
                  <a:moveTo>
                    <a:pt x="233705" y="335368"/>
                  </a:moveTo>
                  <a:lnTo>
                    <a:pt x="159461" y="335368"/>
                  </a:lnTo>
                  <a:lnTo>
                    <a:pt x="159461" y="372719"/>
                  </a:lnTo>
                  <a:lnTo>
                    <a:pt x="233705" y="372719"/>
                  </a:lnTo>
                  <a:lnTo>
                    <a:pt x="233705" y="335368"/>
                  </a:lnTo>
                  <a:close/>
                </a:path>
                <a:path w="355600" h="565150">
                  <a:moveTo>
                    <a:pt x="345528" y="527799"/>
                  </a:moveTo>
                  <a:lnTo>
                    <a:pt x="263626" y="527799"/>
                  </a:lnTo>
                  <a:lnTo>
                    <a:pt x="263626" y="565150"/>
                  </a:lnTo>
                  <a:lnTo>
                    <a:pt x="345528" y="565150"/>
                  </a:lnTo>
                  <a:lnTo>
                    <a:pt x="345528" y="527799"/>
                  </a:lnTo>
                  <a:close/>
                </a:path>
                <a:path w="355600" h="565150">
                  <a:moveTo>
                    <a:pt x="345528" y="335368"/>
                  </a:moveTo>
                  <a:lnTo>
                    <a:pt x="263626" y="335368"/>
                  </a:lnTo>
                  <a:lnTo>
                    <a:pt x="263626" y="372719"/>
                  </a:lnTo>
                  <a:lnTo>
                    <a:pt x="345528" y="372719"/>
                  </a:lnTo>
                  <a:lnTo>
                    <a:pt x="345528" y="335368"/>
                  </a:lnTo>
                  <a:close/>
                </a:path>
                <a:path w="355600" h="565150">
                  <a:moveTo>
                    <a:pt x="355536" y="0"/>
                  </a:moveTo>
                  <a:lnTo>
                    <a:pt x="0" y="0"/>
                  </a:lnTo>
                  <a:lnTo>
                    <a:pt x="0" y="25387"/>
                  </a:lnTo>
                  <a:lnTo>
                    <a:pt x="355536" y="25387"/>
                  </a:lnTo>
                  <a:lnTo>
                    <a:pt x="3555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 descr=""/>
            <p:cNvSpPr/>
            <p:nvPr/>
          </p:nvSpPr>
          <p:spPr>
            <a:xfrm>
              <a:off x="7770130" y="7547026"/>
              <a:ext cx="749300" cy="25400"/>
            </a:xfrm>
            <a:custGeom>
              <a:avLst/>
              <a:gdLst/>
              <a:ahLst/>
              <a:cxnLst/>
              <a:rect l="l" t="t" r="r" b="b"/>
              <a:pathLst>
                <a:path w="749300" h="25400">
                  <a:moveTo>
                    <a:pt x="748940" y="0"/>
                  </a:moveTo>
                  <a:lnTo>
                    <a:pt x="0" y="0"/>
                  </a:lnTo>
                  <a:lnTo>
                    <a:pt x="0" y="25391"/>
                  </a:lnTo>
                  <a:lnTo>
                    <a:pt x="748940" y="25391"/>
                  </a:lnTo>
                  <a:lnTo>
                    <a:pt x="748940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 descr=""/>
            <p:cNvSpPr/>
            <p:nvPr/>
          </p:nvSpPr>
          <p:spPr>
            <a:xfrm>
              <a:off x="7461731" y="7572449"/>
              <a:ext cx="994410" cy="14604"/>
            </a:xfrm>
            <a:custGeom>
              <a:avLst/>
              <a:gdLst/>
              <a:ahLst/>
              <a:cxnLst/>
              <a:rect l="l" t="t" r="r" b="b"/>
              <a:pathLst>
                <a:path w="994409" h="14604">
                  <a:moveTo>
                    <a:pt x="994022" y="0"/>
                  </a:moveTo>
                  <a:lnTo>
                    <a:pt x="0" y="0"/>
                  </a:lnTo>
                  <a:lnTo>
                    <a:pt x="0" y="14512"/>
                  </a:lnTo>
                  <a:lnTo>
                    <a:pt x="994022" y="14512"/>
                  </a:lnTo>
                  <a:lnTo>
                    <a:pt x="994022" y="0"/>
                  </a:lnTo>
                  <a:close/>
                </a:path>
              </a:pathLst>
            </a:custGeom>
            <a:solidFill>
              <a:srgbClr val="271E1F">
                <a:alpha val="16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 descr=""/>
            <p:cNvSpPr/>
            <p:nvPr/>
          </p:nvSpPr>
          <p:spPr>
            <a:xfrm>
              <a:off x="7460840" y="7491792"/>
              <a:ext cx="1002030" cy="13335"/>
            </a:xfrm>
            <a:custGeom>
              <a:avLst/>
              <a:gdLst/>
              <a:ahLst/>
              <a:cxnLst/>
              <a:rect l="l" t="t" r="r" b="b"/>
              <a:pathLst>
                <a:path w="1002029" h="13334">
                  <a:moveTo>
                    <a:pt x="1001477" y="0"/>
                  </a:moveTo>
                  <a:lnTo>
                    <a:pt x="0" y="0"/>
                  </a:lnTo>
                  <a:lnTo>
                    <a:pt x="0" y="13130"/>
                  </a:lnTo>
                  <a:lnTo>
                    <a:pt x="1001477" y="13130"/>
                  </a:lnTo>
                  <a:lnTo>
                    <a:pt x="10014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 descr=""/>
            <p:cNvSpPr/>
            <p:nvPr/>
          </p:nvSpPr>
          <p:spPr>
            <a:xfrm>
              <a:off x="5100731" y="8585657"/>
              <a:ext cx="1054100" cy="726440"/>
            </a:xfrm>
            <a:custGeom>
              <a:avLst/>
              <a:gdLst/>
              <a:ahLst/>
              <a:cxnLst/>
              <a:rect l="l" t="t" r="r" b="b"/>
              <a:pathLst>
                <a:path w="1054100" h="726440">
                  <a:moveTo>
                    <a:pt x="1054093" y="0"/>
                  </a:moveTo>
                  <a:lnTo>
                    <a:pt x="0" y="0"/>
                  </a:lnTo>
                  <a:lnTo>
                    <a:pt x="0" y="726072"/>
                  </a:lnTo>
                  <a:lnTo>
                    <a:pt x="254987" y="726072"/>
                  </a:lnTo>
                  <a:lnTo>
                    <a:pt x="254987" y="455326"/>
                  </a:lnTo>
                  <a:lnTo>
                    <a:pt x="259444" y="411120"/>
                  </a:lnTo>
                  <a:lnTo>
                    <a:pt x="272227" y="369944"/>
                  </a:lnTo>
                  <a:lnTo>
                    <a:pt x="292454" y="332680"/>
                  </a:lnTo>
                  <a:lnTo>
                    <a:pt x="319242" y="300212"/>
                  </a:lnTo>
                  <a:lnTo>
                    <a:pt x="351709" y="273422"/>
                  </a:lnTo>
                  <a:lnTo>
                    <a:pt x="388971" y="253193"/>
                  </a:lnTo>
                  <a:lnTo>
                    <a:pt x="430146" y="240408"/>
                  </a:lnTo>
                  <a:lnTo>
                    <a:pt x="474352" y="235950"/>
                  </a:lnTo>
                  <a:lnTo>
                    <a:pt x="518561" y="240408"/>
                  </a:lnTo>
                  <a:lnTo>
                    <a:pt x="559738" y="253193"/>
                  </a:lnTo>
                  <a:lnTo>
                    <a:pt x="597002" y="273422"/>
                  </a:lnTo>
                  <a:lnTo>
                    <a:pt x="629470" y="300212"/>
                  </a:lnTo>
                  <a:lnTo>
                    <a:pt x="656259" y="332680"/>
                  </a:lnTo>
                  <a:lnTo>
                    <a:pt x="676486" y="369944"/>
                  </a:lnTo>
                  <a:lnTo>
                    <a:pt x="689270" y="411120"/>
                  </a:lnTo>
                  <a:lnTo>
                    <a:pt x="693727" y="455326"/>
                  </a:lnTo>
                  <a:lnTo>
                    <a:pt x="693727" y="726072"/>
                  </a:lnTo>
                  <a:lnTo>
                    <a:pt x="1054093" y="726072"/>
                  </a:lnTo>
                  <a:lnTo>
                    <a:pt x="1054093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 descr=""/>
            <p:cNvSpPr/>
            <p:nvPr/>
          </p:nvSpPr>
          <p:spPr>
            <a:xfrm>
              <a:off x="4288764" y="8123726"/>
              <a:ext cx="889000" cy="1188085"/>
            </a:xfrm>
            <a:custGeom>
              <a:avLst/>
              <a:gdLst/>
              <a:ahLst/>
              <a:cxnLst/>
              <a:rect l="l" t="t" r="r" b="b"/>
              <a:pathLst>
                <a:path w="889000" h="1188084">
                  <a:moveTo>
                    <a:pt x="91681" y="0"/>
                  </a:moveTo>
                  <a:lnTo>
                    <a:pt x="0" y="0"/>
                  </a:lnTo>
                  <a:lnTo>
                    <a:pt x="0" y="1182890"/>
                  </a:lnTo>
                  <a:lnTo>
                    <a:pt x="91681" y="1182890"/>
                  </a:lnTo>
                  <a:lnTo>
                    <a:pt x="91681" y="0"/>
                  </a:lnTo>
                  <a:close/>
                </a:path>
                <a:path w="889000" h="1188084">
                  <a:moveTo>
                    <a:pt x="424662" y="189357"/>
                  </a:moveTo>
                  <a:lnTo>
                    <a:pt x="341871" y="189357"/>
                  </a:lnTo>
                  <a:lnTo>
                    <a:pt x="341871" y="1188008"/>
                  </a:lnTo>
                  <a:lnTo>
                    <a:pt x="424662" y="1188008"/>
                  </a:lnTo>
                  <a:lnTo>
                    <a:pt x="424662" y="189357"/>
                  </a:lnTo>
                  <a:close/>
                </a:path>
                <a:path w="889000" h="1188084">
                  <a:moveTo>
                    <a:pt x="888885" y="461937"/>
                  </a:moveTo>
                  <a:lnTo>
                    <a:pt x="811961" y="461937"/>
                  </a:lnTo>
                  <a:lnTo>
                    <a:pt x="811961" y="1188008"/>
                  </a:lnTo>
                  <a:lnTo>
                    <a:pt x="888885" y="1188008"/>
                  </a:lnTo>
                  <a:lnTo>
                    <a:pt x="888885" y="461937"/>
                  </a:lnTo>
                  <a:close/>
                </a:path>
              </a:pathLst>
            </a:custGeom>
            <a:solidFill>
              <a:srgbClr val="F4C78E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 descr=""/>
            <p:cNvSpPr/>
            <p:nvPr/>
          </p:nvSpPr>
          <p:spPr>
            <a:xfrm>
              <a:off x="0" y="7780864"/>
              <a:ext cx="5017135" cy="901065"/>
            </a:xfrm>
            <a:custGeom>
              <a:avLst/>
              <a:gdLst/>
              <a:ahLst/>
              <a:cxnLst/>
              <a:rect l="l" t="t" r="r" b="b"/>
              <a:pathLst>
                <a:path w="5017135" h="901065">
                  <a:moveTo>
                    <a:pt x="411505" y="580580"/>
                  </a:moveTo>
                  <a:lnTo>
                    <a:pt x="0" y="580580"/>
                  </a:lnTo>
                  <a:lnTo>
                    <a:pt x="0" y="900938"/>
                  </a:lnTo>
                  <a:lnTo>
                    <a:pt x="411505" y="900938"/>
                  </a:lnTo>
                  <a:lnTo>
                    <a:pt x="411505" y="580580"/>
                  </a:lnTo>
                  <a:close/>
                </a:path>
                <a:path w="5017135" h="901065">
                  <a:moveTo>
                    <a:pt x="1251292" y="170548"/>
                  </a:moveTo>
                  <a:lnTo>
                    <a:pt x="735939" y="170548"/>
                  </a:lnTo>
                  <a:lnTo>
                    <a:pt x="735939" y="207772"/>
                  </a:lnTo>
                  <a:lnTo>
                    <a:pt x="1251292" y="207772"/>
                  </a:lnTo>
                  <a:lnTo>
                    <a:pt x="1251292" y="170548"/>
                  </a:lnTo>
                  <a:close/>
                </a:path>
                <a:path w="5017135" h="901065">
                  <a:moveTo>
                    <a:pt x="5016982" y="0"/>
                  </a:moveTo>
                  <a:lnTo>
                    <a:pt x="3924135" y="0"/>
                  </a:lnTo>
                  <a:lnTo>
                    <a:pt x="3924135" y="32334"/>
                  </a:lnTo>
                  <a:lnTo>
                    <a:pt x="5016982" y="32334"/>
                  </a:lnTo>
                  <a:lnTo>
                    <a:pt x="501698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 descr=""/>
            <p:cNvSpPr/>
            <p:nvPr/>
          </p:nvSpPr>
          <p:spPr>
            <a:xfrm>
              <a:off x="647802" y="8362510"/>
              <a:ext cx="114935" cy="319405"/>
            </a:xfrm>
            <a:custGeom>
              <a:avLst/>
              <a:gdLst/>
              <a:ahLst/>
              <a:cxnLst/>
              <a:rect l="l" t="t" r="r" b="b"/>
              <a:pathLst>
                <a:path w="114934" h="319404">
                  <a:moveTo>
                    <a:pt x="0" y="319288"/>
                  </a:moveTo>
                  <a:lnTo>
                    <a:pt x="114771" y="319288"/>
                  </a:lnTo>
                  <a:lnTo>
                    <a:pt x="114771" y="0"/>
                  </a:lnTo>
                  <a:lnTo>
                    <a:pt x="0" y="0"/>
                  </a:lnTo>
                  <a:lnTo>
                    <a:pt x="0" y="319288"/>
                  </a:lnTo>
                  <a:close/>
                </a:path>
              </a:pathLst>
            </a:custGeom>
            <a:solidFill>
              <a:srgbClr val="F4C78E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 descr=""/>
            <p:cNvSpPr/>
            <p:nvPr/>
          </p:nvSpPr>
          <p:spPr>
            <a:xfrm>
              <a:off x="6154817" y="8268104"/>
              <a:ext cx="303530" cy="1043940"/>
            </a:xfrm>
            <a:custGeom>
              <a:avLst/>
              <a:gdLst/>
              <a:ahLst/>
              <a:cxnLst/>
              <a:rect l="l" t="t" r="r" b="b"/>
              <a:pathLst>
                <a:path w="303529" h="1043940">
                  <a:moveTo>
                    <a:pt x="303121" y="0"/>
                  </a:moveTo>
                  <a:lnTo>
                    <a:pt x="0" y="0"/>
                  </a:lnTo>
                  <a:lnTo>
                    <a:pt x="0" y="1043622"/>
                  </a:lnTo>
                  <a:lnTo>
                    <a:pt x="303121" y="1043622"/>
                  </a:lnTo>
                  <a:lnTo>
                    <a:pt x="30312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 descr=""/>
            <p:cNvSpPr/>
            <p:nvPr/>
          </p:nvSpPr>
          <p:spPr>
            <a:xfrm>
              <a:off x="6457939" y="8268104"/>
              <a:ext cx="852169" cy="1043940"/>
            </a:xfrm>
            <a:custGeom>
              <a:avLst/>
              <a:gdLst/>
              <a:ahLst/>
              <a:cxnLst/>
              <a:rect l="l" t="t" r="r" b="b"/>
              <a:pathLst>
                <a:path w="852170" h="1043940">
                  <a:moveTo>
                    <a:pt x="851701" y="0"/>
                  </a:moveTo>
                  <a:lnTo>
                    <a:pt x="0" y="0"/>
                  </a:lnTo>
                  <a:lnTo>
                    <a:pt x="0" y="1043622"/>
                  </a:lnTo>
                  <a:lnTo>
                    <a:pt x="851701" y="1043622"/>
                  </a:lnTo>
                  <a:lnTo>
                    <a:pt x="851701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 descr=""/>
            <p:cNvSpPr/>
            <p:nvPr/>
          </p:nvSpPr>
          <p:spPr>
            <a:xfrm>
              <a:off x="6660820" y="8535726"/>
              <a:ext cx="469265" cy="99695"/>
            </a:xfrm>
            <a:custGeom>
              <a:avLst/>
              <a:gdLst/>
              <a:ahLst/>
              <a:cxnLst/>
              <a:rect l="l" t="t" r="r" b="b"/>
              <a:pathLst>
                <a:path w="469265" h="99695">
                  <a:moveTo>
                    <a:pt x="42367" y="495"/>
                  </a:moveTo>
                  <a:lnTo>
                    <a:pt x="0" y="495"/>
                  </a:lnTo>
                  <a:lnTo>
                    <a:pt x="0" y="99364"/>
                  </a:lnTo>
                  <a:lnTo>
                    <a:pt x="42367" y="99364"/>
                  </a:lnTo>
                  <a:lnTo>
                    <a:pt x="42367" y="495"/>
                  </a:lnTo>
                  <a:close/>
                </a:path>
                <a:path w="469265" h="99695">
                  <a:moveTo>
                    <a:pt x="468934" y="0"/>
                  </a:moveTo>
                  <a:lnTo>
                    <a:pt x="426554" y="0"/>
                  </a:lnTo>
                  <a:lnTo>
                    <a:pt x="426554" y="98869"/>
                  </a:lnTo>
                  <a:lnTo>
                    <a:pt x="468934" y="98869"/>
                  </a:lnTo>
                  <a:lnTo>
                    <a:pt x="468934" y="0"/>
                  </a:lnTo>
                  <a:close/>
                </a:path>
              </a:pathLst>
            </a:custGeom>
            <a:solidFill>
              <a:srgbClr val="F4C7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 descr=""/>
            <p:cNvSpPr/>
            <p:nvPr/>
          </p:nvSpPr>
          <p:spPr>
            <a:xfrm>
              <a:off x="7309637" y="7947006"/>
              <a:ext cx="1421765" cy="1365250"/>
            </a:xfrm>
            <a:custGeom>
              <a:avLst/>
              <a:gdLst/>
              <a:ahLst/>
              <a:cxnLst/>
              <a:rect l="l" t="t" r="r" b="b"/>
              <a:pathLst>
                <a:path w="1421765" h="1365250">
                  <a:moveTo>
                    <a:pt x="1421218" y="0"/>
                  </a:moveTo>
                  <a:lnTo>
                    <a:pt x="603669" y="0"/>
                  </a:lnTo>
                  <a:lnTo>
                    <a:pt x="603669" y="417004"/>
                  </a:lnTo>
                  <a:lnTo>
                    <a:pt x="0" y="417004"/>
                  </a:lnTo>
                  <a:lnTo>
                    <a:pt x="0" y="1364729"/>
                  </a:lnTo>
                  <a:lnTo>
                    <a:pt x="603669" y="1364729"/>
                  </a:lnTo>
                  <a:lnTo>
                    <a:pt x="659282" y="1364729"/>
                  </a:lnTo>
                  <a:lnTo>
                    <a:pt x="1421218" y="1364729"/>
                  </a:lnTo>
                  <a:lnTo>
                    <a:pt x="14212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 descr=""/>
            <p:cNvSpPr/>
            <p:nvPr/>
          </p:nvSpPr>
          <p:spPr>
            <a:xfrm>
              <a:off x="7806798" y="7947004"/>
              <a:ext cx="106680" cy="1365250"/>
            </a:xfrm>
            <a:custGeom>
              <a:avLst/>
              <a:gdLst/>
              <a:ahLst/>
              <a:cxnLst/>
              <a:rect l="l" t="t" r="r" b="b"/>
              <a:pathLst>
                <a:path w="106679" h="1365250">
                  <a:moveTo>
                    <a:pt x="106509" y="0"/>
                  </a:moveTo>
                  <a:lnTo>
                    <a:pt x="0" y="0"/>
                  </a:lnTo>
                  <a:lnTo>
                    <a:pt x="0" y="1364722"/>
                  </a:lnTo>
                  <a:lnTo>
                    <a:pt x="106509" y="1364722"/>
                  </a:lnTo>
                  <a:lnTo>
                    <a:pt x="106509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 descr=""/>
            <p:cNvSpPr/>
            <p:nvPr/>
          </p:nvSpPr>
          <p:spPr>
            <a:xfrm>
              <a:off x="7309637" y="8183949"/>
              <a:ext cx="1489710" cy="1128395"/>
            </a:xfrm>
            <a:custGeom>
              <a:avLst/>
              <a:gdLst/>
              <a:ahLst/>
              <a:cxnLst/>
              <a:rect l="l" t="t" r="r" b="b"/>
              <a:pathLst>
                <a:path w="1489709" h="1128395">
                  <a:moveTo>
                    <a:pt x="151193" y="177495"/>
                  </a:moveTo>
                  <a:lnTo>
                    <a:pt x="0" y="177495"/>
                  </a:lnTo>
                  <a:lnTo>
                    <a:pt x="0" y="1127785"/>
                  </a:lnTo>
                  <a:lnTo>
                    <a:pt x="151193" y="1127785"/>
                  </a:lnTo>
                  <a:lnTo>
                    <a:pt x="151193" y="177495"/>
                  </a:lnTo>
                  <a:close/>
                </a:path>
                <a:path w="1489709" h="1128395">
                  <a:moveTo>
                    <a:pt x="1489367" y="0"/>
                  </a:moveTo>
                  <a:lnTo>
                    <a:pt x="1421218" y="0"/>
                  </a:lnTo>
                  <a:lnTo>
                    <a:pt x="1421218" y="1127785"/>
                  </a:lnTo>
                  <a:lnTo>
                    <a:pt x="1489367" y="1127785"/>
                  </a:lnTo>
                  <a:lnTo>
                    <a:pt x="1489367" y="0"/>
                  </a:lnTo>
                  <a:close/>
                </a:path>
              </a:pathLst>
            </a:custGeom>
            <a:solidFill>
              <a:srgbClr val="F4C78E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 descr=""/>
            <p:cNvSpPr/>
            <p:nvPr/>
          </p:nvSpPr>
          <p:spPr>
            <a:xfrm>
              <a:off x="4991607" y="8168662"/>
              <a:ext cx="25400" cy="144780"/>
            </a:xfrm>
            <a:custGeom>
              <a:avLst/>
              <a:gdLst/>
              <a:ahLst/>
              <a:cxnLst/>
              <a:rect l="l" t="t" r="r" b="b"/>
              <a:pathLst>
                <a:path w="25400" h="144779">
                  <a:moveTo>
                    <a:pt x="25339" y="0"/>
                  </a:moveTo>
                  <a:lnTo>
                    <a:pt x="0" y="0"/>
                  </a:lnTo>
                  <a:lnTo>
                    <a:pt x="0" y="144414"/>
                  </a:lnTo>
                  <a:lnTo>
                    <a:pt x="25339" y="144414"/>
                  </a:lnTo>
                  <a:lnTo>
                    <a:pt x="25339" y="0"/>
                  </a:lnTo>
                  <a:close/>
                </a:path>
              </a:pathLst>
            </a:custGeom>
            <a:solidFill>
              <a:srgbClr val="F4C78E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 descr=""/>
            <p:cNvSpPr/>
            <p:nvPr/>
          </p:nvSpPr>
          <p:spPr>
            <a:xfrm>
              <a:off x="11332858" y="8714682"/>
              <a:ext cx="144145" cy="597535"/>
            </a:xfrm>
            <a:custGeom>
              <a:avLst/>
              <a:gdLst/>
              <a:ahLst/>
              <a:cxnLst/>
              <a:rect l="l" t="t" r="r" b="b"/>
              <a:pathLst>
                <a:path w="144145" h="597534">
                  <a:moveTo>
                    <a:pt x="143954" y="0"/>
                  </a:moveTo>
                  <a:lnTo>
                    <a:pt x="0" y="0"/>
                  </a:lnTo>
                  <a:lnTo>
                    <a:pt x="0" y="553504"/>
                  </a:lnTo>
                  <a:lnTo>
                    <a:pt x="0" y="597052"/>
                  </a:lnTo>
                  <a:lnTo>
                    <a:pt x="143954" y="597052"/>
                  </a:lnTo>
                  <a:lnTo>
                    <a:pt x="143954" y="553504"/>
                  </a:lnTo>
                  <a:lnTo>
                    <a:pt x="143954" y="0"/>
                  </a:lnTo>
                  <a:close/>
                </a:path>
              </a:pathLst>
            </a:custGeom>
            <a:solidFill>
              <a:srgbClr val="F4C78E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 descr=""/>
            <p:cNvSpPr/>
            <p:nvPr/>
          </p:nvSpPr>
          <p:spPr>
            <a:xfrm>
              <a:off x="12138635" y="8877122"/>
              <a:ext cx="1155700" cy="291465"/>
            </a:xfrm>
            <a:custGeom>
              <a:avLst/>
              <a:gdLst/>
              <a:ahLst/>
              <a:cxnLst/>
              <a:rect l="l" t="t" r="r" b="b"/>
              <a:pathLst>
                <a:path w="1155700" h="291465">
                  <a:moveTo>
                    <a:pt x="0" y="291017"/>
                  </a:moveTo>
                  <a:lnTo>
                    <a:pt x="1155483" y="291017"/>
                  </a:lnTo>
                  <a:lnTo>
                    <a:pt x="1155483" y="0"/>
                  </a:lnTo>
                  <a:lnTo>
                    <a:pt x="0" y="0"/>
                  </a:lnTo>
                  <a:lnTo>
                    <a:pt x="0" y="291017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 descr=""/>
            <p:cNvSpPr/>
            <p:nvPr/>
          </p:nvSpPr>
          <p:spPr>
            <a:xfrm>
              <a:off x="12138635" y="8877133"/>
              <a:ext cx="1155700" cy="24130"/>
            </a:xfrm>
            <a:custGeom>
              <a:avLst/>
              <a:gdLst/>
              <a:ahLst/>
              <a:cxnLst/>
              <a:rect l="l" t="t" r="r" b="b"/>
              <a:pathLst>
                <a:path w="1155700" h="24129">
                  <a:moveTo>
                    <a:pt x="1155483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1155483" y="23936"/>
                  </a:lnTo>
                  <a:lnTo>
                    <a:pt x="115548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 descr=""/>
            <p:cNvSpPr/>
            <p:nvPr/>
          </p:nvSpPr>
          <p:spPr>
            <a:xfrm>
              <a:off x="12138634" y="8901080"/>
              <a:ext cx="1155700" cy="410845"/>
            </a:xfrm>
            <a:custGeom>
              <a:avLst/>
              <a:gdLst/>
              <a:ahLst/>
              <a:cxnLst/>
              <a:rect l="l" t="t" r="r" b="b"/>
              <a:pathLst>
                <a:path w="1155700" h="410845">
                  <a:moveTo>
                    <a:pt x="1155484" y="267068"/>
                  </a:moveTo>
                  <a:lnTo>
                    <a:pt x="0" y="267068"/>
                  </a:lnTo>
                  <a:lnTo>
                    <a:pt x="0" y="410654"/>
                  </a:lnTo>
                  <a:lnTo>
                    <a:pt x="1155484" y="410654"/>
                  </a:lnTo>
                  <a:lnTo>
                    <a:pt x="1155484" y="267068"/>
                  </a:lnTo>
                  <a:close/>
                </a:path>
                <a:path w="1155700" h="410845">
                  <a:moveTo>
                    <a:pt x="1155484" y="0"/>
                  </a:moveTo>
                  <a:lnTo>
                    <a:pt x="0" y="0"/>
                  </a:lnTo>
                  <a:lnTo>
                    <a:pt x="0" y="6489"/>
                  </a:lnTo>
                  <a:lnTo>
                    <a:pt x="1155484" y="6489"/>
                  </a:lnTo>
                  <a:lnTo>
                    <a:pt x="1155484" y="0"/>
                  </a:lnTo>
                  <a:close/>
                </a:path>
              </a:pathLst>
            </a:custGeom>
            <a:solidFill>
              <a:srgbClr val="81D3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 descr=""/>
            <p:cNvSpPr/>
            <p:nvPr/>
          </p:nvSpPr>
          <p:spPr>
            <a:xfrm>
              <a:off x="12138635" y="9163249"/>
              <a:ext cx="1155700" cy="24130"/>
            </a:xfrm>
            <a:custGeom>
              <a:avLst/>
              <a:gdLst/>
              <a:ahLst/>
              <a:cxnLst/>
              <a:rect l="l" t="t" r="r" b="b"/>
              <a:pathLst>
                <a:path w="1155700" h="24129">
                  <a:moveTo>
                    <a:pt x="1155483" y="0"/>
                  </a:moveTo>
                  <a:lnTo>
                    <a:pt x="0" y="0"/>
                  </a:lnTo>
                  <a:lnTo>
                    <a:pt x="0" y="23580"/>
                  </a:lnTo>
                  <a:lnTo>
                    <a:pt x="1155483" y="23580"/>
                  </a:lnTo>
                  <a:lnTo>
                    <a:pt x="115548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27" name="object 227" descr="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2177251" y="9058568"/>
              <a:ext cx="88615" cy="253165"/>
            </a:xfrm>
            <a:prstGeom prst="rect">
              <a:avLst/>
            </a:prstGeom>
          </p:spPr>
        </p:pic>
        <p:pic>
          <p:nvPicPr>
            <p:cNvPr id="228" name="object 228" descr="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12291490" y="9058568"/>
              <a:ext cx="88615" cy="253165"/>
            </a:xfrm>
            <a:prstGeom prst="rect">
              <a:avLst/>
            </a:prstGeom>
          </p:spPr>
        </p:pic>
        <p:pic>
          <p:nvPicPr>
            <p:cNvPr id="229" name="object 229" descr="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2405732" y="9058568"/>
              <a:ext cx="88615" cy="253165"/>
            </a:xfrm>
            <a:prstGeom prst="rect">
              <a:avLst/>
            </a:prstGeom>
          </p:spPr>
        </p:pic>
        <p:pic>
          <p:nvPicPr>
            <p:cNvPr id="230" name="object 230" descr="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12519971" y="9058568"/>
              <a:ext cx="88615" cy="253165"/>
            </a:xfrm>
            <a:prstGeom prst="rect">
              <a:avLst/>
            </a:prstGeom>
          </p:spPr>
        </p:pic>
        <p:pic>
          <p:nvPicPr>
            <p:cNvPr id="231" name="object 231" descr="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12634213" y="9058568"/>
              <a:ext cx="88615" cy="253165"/>
            </a:xfrm>
            <a:prstGeom prst="rect">
              <a:avLst/>
            </a:prstGeom>
          </p:spPr>
        </p:pic>
        <p:pic>
          <p:nvPicPr>
            <p:cNvPr id="232" name="object 232" descr="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12748452" y="9058568"/>
              <a:ext cx="88615" cy="253165"/>
            </a:xfrm>
            <a:prstGeom prst="rect">
              <a:avLst/>
            </a:prstGeom>
          </p:spPr>
        </p:pic>
        <p:pic>
          <p:nvPicPr>
            <p:cNvPr id="233" name="object 233" descr="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12862694" y="9058568"/>
              <a:ext cx="88615" cy="253165"/>
            </a:xfrm>
            <a:prstGeom prst="rect">
              <a:avLst/>
            </a:prstGeom>
          </p:spPr>
        </p:pic>
        <p:pic>
          <p:nvPicPr>
            <p:cNvPr id="234" name="object 234" descr="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2976932" y="9058568"/>
              <a:ext cx="88615" cy="253165"/>
            </a:xfrm>
            <a:prstGeom prst="rect">
              <a:avLst/>
            </a:prstGeom>
          </p:spPr>
        </p:pic>
        <p:pic>
          <p:nvPicPr>
            <p:cNvPr id="235" name="object 235" descr="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13091174" y="9058568"/>
              <a:ext cx="88615" cy="253165"/>
            </a:xfrm>
            <a:prstGeom prst="rect">
              <a:avLst/>
            </a:prstGeom>
          </p:spPr>
        </p:pic>
        <p:sp>
          <p:nvSpPr>
            <p:cNvPr id="236" name="object 236" descr=""/>
            <p:cNvSpPr/>
            <p:nvPr/>
          </p:nvSpPr>
          <p:spPr>
            <a:xfrm>
              <a:off x="12144007" y="8856107"/>
              <a:ext cx="1149985" cy="21590"/>
            </a:xfrm>
            <a:custGeom>
              <a:avLst/>
              <a:gdLst/>
              <a:ahLst/>
              <a:cxnLst/>
              <a:rect l="l" t="t" r="r" b="b"/>
              <a:pathLst>
                <a:path w="1149984" h="21590">
                  <a:moveTo>
                    <a:pt x="0" y="21015"/>
                  </a:moveTo>
                  <a:lnTo>
                    <a:pt x="1149923" y="21015"/>
                  </a:lnTo>
                  <a:lnTo>
                    <a:pt x="1149923" y="0"/>
                  </a:lnTo>
                  <a:lnTo>
                    <a:pt x="0" y="0"/>
                  </a:lnTo>
                  <a:lnTo>
                    <a:pt x="0" y="2101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 descr=""/>
            <p:cNvSpPr/>
            <p:nvPr/>
          </p:nvSpPr>
          <p:spPr>
            <a:xfrm>
              <a:off x="12143557" y="8876840"/>
              <a:ext cx="21590" cy="434975"/>
            </a:xfrm>
            <a:custGeom>
              <a:avLst/>
              <a:gdLst/>
              <a:ahLst/>
              <a:cxnLst/>
              <a:rect l="l" t="t" r="r" b="b"/>
              <a:pathLst>
                <a:path w="21590" h="434975">
                  <a:moveTo>
                    <a:pt x="0" y="434887"/>
                  </a:moveTo>
                  <a:lnTo>
                    <a:pt x="21559" y="434887"/>
                  </a:lnTo>
                  <a:lnTo>
                    <a:pt x="21559" y="0"/>
                  </a:lnTo>
                  <a:lnTo>
                    <a:pt x="0" y="0"/>
                  </a:lnTo>
                  <a:lnTo>
                    <a:pt x="0" y="434887"/>
                  </a:lnTo>
                  <a:close/>
                </a:path>
              </a:pathLst>
            </a:custGeom>
            <a:solidFill>
              <a:srgbClr val="F4C78E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 descr=""/>
            <p:cNvSpPr/>
            <p:nvPr/>
          </p:nvSpPr>
          <p:spPr>
            <a:xfrm>
              <a:off x="1095144" y="8915956"/>
              <a:ext cx="578485" cy="396240"/>
            </a:xfrm>
            <a:custGeom>
              <a:avLst/>
              <a:gdLst/>
              <a:ahLst/>
              <a:cxnLst/>
              <a:rect l="l" t="t" r="r" b="b"/>
              <a:pathLst>
                <a:path w="578485" h="396240">
                  <a:moveTo>
                    <a:pt x="578432" y="0"/>
                  </a:moveTo>
                  <a:lnTo>
                    <a:pt x="0" y="0"/>
                  </a:lnTo>
                  <a:lnTo>
                    <a:pt x="0" y="395768"/>
                  </a:lnTo>
                  <a:lnTo>
                    <a:pt x="139922" y="395768"/>
                  </a:lnTo>
                  <a:lnTo>
                    <a:pt x="139922" y="249856"/>
                  </a:lnTo>
                  <a:lnTo>
                    <a:pt x="149383" y="203006"/>
                  </a:lnTo>
                  <a:lnTo>
                    <a:pt x="175184" y="164743"/>
                  </a:lnTo>
                  <a:lnTo>
                    <a:pt x="213450" y="138944"/>
                  </a:lnTo>
                  <a:lnTo>
                    <a:pt x="260306" y="129482"/>
                  </a:lnTo>
                  <a:lnTo>
                    <a:pt x="307156" y="138944"/>
                  </a:lnTo>
                  <a:lnTo>
                    <a:pt x="345418" y="164743"/>
                  </a:lnTo>
                  <a:lnTo>
                    <a:pt x="371218" y="203006"/>
                  </a:lnTo>
                  <a:lnTo>
                    <a:pt x="380679" y="249856"/>
                  </a:lnTo>
                  <a:lnTo>
                    <a:pt x="380679" y="395768"/>
                  </a:lnTo>
                  <a:lnTo>
                    <a:pt x="578432" y="395768"/>
                  </a:lnTo>
                  <a:lnTo>
                    <a:pt x="578432" y="0"/>
                  </a:lnTo>
                  <a:close/>
                </a:path>
              </a:pathLst>
            </a:custGeom>
            <a:solidFill>
              <a:srgbClr val="FFECAE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39" name="object 239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15733436" y="5432033"/>
              <a:ext cx="79076" cy="333717"/>
            </a:xfrm>
            <a:prstGeom prst="rect">
              <a:avLst/>
            </a:prstGeom>
          </p:spPr>
        </p:pic>
        <p:sp>
          <p:nvSpPr>
            <p:cNvPr id="240" name="object 240" descr=""/>
            <p:cNvSpPr/>
            <p:nvPr/>
          </p:nvSpPr>
          <p:spPr>
            <a:xfrm>
              <a:off x="15737248" y="5806818"/>
              <a:ext cx="67945" cy="300990"/>
            </a:xfrm>
            <a:custGeom>
              <a:avLst/>
              <a:gdLst/>
              <a:ahLst/>
              <a:cxnLst/>
              <a:rect l="l" t="t" r="r" b="b"/>
              <a:pathLst>
                <a:path w="67944" h="300989">
                  <a:moveTo>
                    <a:pt x="67830" y="0"/>
                  </a:moveTo>
                  <a:lnTo>
                    <a:pt x="0" y="0"/>
                  </a:lnTo>
                  <a:lnTo>
                    <a:pt x="0" y="300409"/>
                  </a:lnTo>
                  <a:lnTo>
                    <a:pt x="67830" y="300409"/>
                  </a:lnTo>
                  <a:lnTo>
                    <a:pt x="6783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 descr=""/>
            <p:cNvSpPr/>
            <p:nvPr/>
          </p:nvSpPr>
          <p:spPr>
            <a:xfrm>
              <a:off x="15719869" y="5765767"/>
              <a:ext cx="103505" cy="341630"/>
            </a:xfrm>
            <a:custGeom>
              <a:avLst/>
              <a:gdLst/>
              <a:ahLst/>
              <a:cxnLst/>
              <a:rect l="l" t="t" r="r" b="b"/>
              <a:pathLst>
                <a:path w="103505" h="341629">
                  <a:moveTo>
                    <a:pt x="52298" y="41059"/>
                  </a:moveTo>
                  <a:lnTo>
                    <a:pt x="17373" y="41059"/>
                  </a:lnTo>
                  <a:lnTo>
                    <a:pt x="17373" y="341464"/>
                  </a:lnTo>
                  <a:lnTo>
                    <a:pt x="52298" y="341464"/>
                  </a:lnTo>
                  <a:lnTo>
                    <a:pt x="52298" y="41059"/>
                  </a:lnTo>
                  <a:close/>
                </a:path>
                <a:path w="103505" h="341629">
                  <a:moveTo>
                    <a:pt x="102971" y="0"/>
                  </a:moveTo>
                  <a:lnTo>
                    <a:pt x="0" y="0"/>
                  </a:lnTo>
                  <a:lnTo>
                    <a:pt x="0" y="20891"/>
                  </a:lnTo>
                  <a:lnTo>
                    <a:pt x="102971" y="20891"/>
                  </a:lnTo>
                  <a:lnTo>
                    <a:pt x="102971" y="0"/>
                  </a:lnTo>
                  <a:close/>
                </a:path>
              </a:pathLst>
            </a:custGeom>
            <a:solidFill>
              <a:srgbClr val="82CF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 descr=""/>
            <p:cNvSpPr/>
            <p:nvPr/>
          </p:nvSpPr>
          <p:spPr>
            <a:xfrm>
              <a:off x="15719876" y="5786641"/>
              <a:ext cx="103505" cy="20320"/>
            </a:xfrm>
            <a:custGeom>
              <a:avLst/>
              <a:gdLst/>
              <a:ahLst/>
              <a:cxnLst/>
              <a:rect l="l" t="t" r="r" b="b"/>
              <a:pathLst>
                <a:path w="103505" h="20320">
                  <a:moveTo>
                    <a:pt x="102970" y="0"/>
                  </a:moveTo>
                  <a:lnTo>
                    <a:pt x="0" y="0"/>
                  </a:lnTo>
                  <a:lnTo>
                    <a:pt x="17088" y="20177"/>
                  </a:lnTo>
                  <a:lnTo>
                    <a:pt x="85002" y="20177"/>
                  </a:lnTo>
                  <a:lnTo>
                    <a:pt x="102970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 descr=""/>
            <p:cNvSpPr/>
            <p:nvPr/>
          </p:nvSpPr>
          <p:spPr>
            <a:xfrm>
              <a:off x="15719877" y="5753866"/>
              <a:ext cx="103505" cy="12065"/>
            </a:xfrm>
            <a:custGeom>
              <a:avLst/>
              <a:gdLst/>
              <a:ahLst/>
              <a:cxnLst/>
              <a:rect l="l" t="t" r="r" b="b"/>
              <a:pathLst>
                <a:path w="103505" h="12064">
                  <a:moveTo>
                    <a:pt x="102970" y="0"/>
                  </a:moveTo>
                  <a:lnTo>
                    <a:pt x="0" y="0"/>
                  </a:lnTo>
                  <a:lnTo>
                    <a:pt x="0" y="11884"/>
                  </a:lnTo>
                  <a:lnTo>
                    <a:pt x="102970" y="11884"/>
                  </a:lnTo>
                  <a:lnTo>
                    <a:pt x="102970" y="0"/>
                  </a:lnTo>
                  <a:close/>
                </a:path>
              </a:pathLst>
            </a:custGeom>
            <a:solidFill>
              <a:srgbClr val="82CF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 descr=""/>
            <p:cNvSpPr/>
            <p:nvPr/>
          </p:nvSpPr>
          <p:spPr>
            <a:xfrm>
              <a:off x="15657805" y="7662468"/>
              <a:ext cx="224790" cy="1298575"/>
            </a:xfrm>
            <a:custGeom>
              <a:avLst/>
              <a:gdLst/>
              <a:ahLst/>
              <a:cxnLst/>
              <a:rect l="l" t="t" r="r" b="b"/>
              <a:pathLst>
                <a:path w="224790" h="1298575">
                  <a:moveTo>
                    <a:pt x="224768" y="0"/>
                  </a:moveTo>
                  <a:lnTo>
                    <a:pt x="0" y="0"/>
                  </a:lnTo>
                  <a:lnTo>
                    <a:pt x="0" y="1298180"/>
                  </a:lnTo>
                  <a:lnTo>
                    <a:pt x="224768" y="1298180"/>
                  </a:lnTo>
                  <a:lnTo>
                    <a:pt x="22476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 descr=""/>
            <p:cNvSpPr/>
            <p:nvPr/>
          </p:nvSpPr>
          <p:spPr>
            <a:xfrm>
              <a:off x="15634089" y="7638259"/>
              <a:ext cx="272415" cy="24765"/>
            </a:xfrm>
            <a:custGeom>
              <a:avLst/>
              <a:gdLst/>
              <a:ahLst/>
              <a:cxnLst/>
              <a:rect l="l" t="t" r="r" b="b"/>
              <a:pathLst>
                <a:path w="272415" h="24765">
                  <a:moveTo>
                    <a:pt x="272190" y="0"/>
                  </a:moveTo>
                  <a:lnTo>
                    <a:pt x="0" y="0"/>
                  </a:lnTo>
                  <a:lnTo>
                    <a:pt x="0" y="24208"/>
                  </a:lnTo>
                  <a:lnTo>
                    <a:pt x="272190" y="24208"/>
                  </a:lnTo>
                  <a:lnTo>
                    <a:pt x="272190" y="0"/>
                  </a:lnTo>
                  <a:close/>
                </a:path>
              </a:pathLst>
            </a:custGeom>
            <a:solidFill>
              <a:srgbClr val="82CF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 descr=""/>
            <p:cNvSpPr/>
            <p:nvPr/>
          </p:nvSpPr>
          <p:spPr>
            <a:xfrm>
              <a:off x="15657805" y="7662468"/>
              <a:ext cx="224790" cy="26670"/>
            </a:xfrm>
            <a:custGeom>
              <a:avLst/>
              <a:gdLst/>
              <a:ahLst/>
              <a:cxnLst/>
              <a:rect l="l" t="t" r="r" b="b"/>
              <a:pathLst>
                <a:path w="224790" h="26670">
                  <a:moveTo>
                    <a:pt x="224768" y="0"/>
                  </a:moveTo>
                  <a:lnTo>
                    <a:pt x="0" y="0"/>
                  </a:lnTo>
                  <a:lnTo>
                    <a:pt x="0" y="26501"/>
                  </a:lnTo>
                  <a:lnTo>
                    <a:pt x="224768" y="26501"/>
                  </a:lnTo>
                  <a:lnTo>
                    <a:pt x="224768" y="0"/>
                  </a:lnTo>
                  <a:close/>
                </a:path>
              </a:pathLst>
            </a:custGeom>
            <a:solidFill>
              <a:srgbClr val="CCCCCC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 descr=""/>
            <p:cNvSpPr/>
            <p:nvPr/>
          </p:nvSpPr>
          <p:spPr>
            <a:xfrm>
              <a:off x="15773122" y="6166346"/>
              <a:ext cx="57785" cy="604520"/>
            </a:xfrm>
            <a:custGeom>
              <a:avLst/>
              <a:gdLst/>
              <a:ahLst/>
              <a:cxnLst/>
              <a:rect l="l" t="t" r="r" b="b"/>
              <a:pathLst>
                <a:path w="57784" h="604520">
                  <a:moveTo>
                    <a:pt x="0" y="603950"/>
                  </a:moveTo>
                  <a:lnTo>
                    <a:pt x="57579" y="603950"/>
                  </a:lnTo>
                  <a:lnTo>
                    <a:pt x="57579" y="0"/>
                  </a:lnTo>
                  <a:lnTo>
                    <a:pt x="0" y="0"/>
                  </a:lnTo>
                  <a:lnTo>
                    <a:pt x="0" y="6039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 descr=""/>
            <p:cNvSpPr/>
            <p:nvPr/>
          </p:nvSpPr>
          <p:spPr>
            <a:xfrm>
              <a:off x="15712034" y="6166346"/>
              <a:ext cx="61594" cy="604520"/>
            </a:xfrm>
            <a:custGeom>
              <a:avLst/>
              <a:gdLst/>
              <a:ahLst/>
              <a:cxnLst/>
              <a:rect l="l" t="t" r="r" b="b"/>
              <a:pathLst>
                <a:path w="61594" h="604520">
                  <a:moveTo>
                    <a:pt x="61087" y="0"/>
                  </a:moveTo>
                  <a:lnTo>
                    <a:pt x="0" y="0"/>
                  </a:lnTo>
                  <a:lnTo>
                    <a:pt x="0" y="603950"/>
                  </a:lnTo>
                  <a:lnTo>
                    <a:pt x="61087" y="603950"/>
                  </a:lnTo>
                  <a:lnTo>
                    <a:pt x="61087" y="0"/>
                  </a:lnTo>
                  <a:close/>
                </a:path>
              </a:pathLst>
            </a:custGeom>
            <a:solidFill>
              <a:srgbClr val="82CF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 descr=""/>
            <p:cNvSpPr/>
            <p:nvPr/>
          </p:nvSpPr>
          <p:spPr>
            <a:xfrm>
              <a:off x="15729687" y="6804169"/>
              <a:ext cx="82550" cy="834390"/>
            </a:xfrm>
            <a:custGeom>
              <a:avLst/>
              <a:gdLst/>
              <a:ahLst/>
              <a:cxnLst/>
              <a:rect l="l" t="t" r="r" b="b"/>
              <a:pathLst>
                <a:path w="82550" h="834390">
                  <a:moveTo>
                    <a:pt x="81966" y="0"/>
                  </a:moveTo>
                  <a:lnTo>
                    <a:pt x="0" y="0"/>
                  </a:lnTo>
                  <a:lnTo>
                    <a:pt x="0" y="834089"/>
                  </a:lnTo>
                  <a:lnTo>
                    <a:pt x="81966" y="834089"/>
                  </a:lnTo>
                  <a:lnTo>
                    <a:pt x="8196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 descr=""/>
            <p:cNvSpPr/>
            <p:nvPr/>
          </p:nvSpPr>
          <p:spPr>
            <a:xfrm>
              <a:off x="15811371" y="6804169"/>
              <a:ext cx="45085" cy="834390"/>
            </a:xfrm>
            <a:custGeom>
              <a:avLst/>
              <a:gdLst/>
              <a:ahLst/>
              <a:cxnLst/>
              <a:rect l="l" t="t" r="r" b="b"/>
              <a:pathLst>
                <a:path w="45084" h="834390">
                  <a:moveTo>
                    <a:pt x="44469" y="0"/>
                  </a:moveTo>
                  <a:lnTo>
                    <a:pt x="0" y="0"/>
                  </a:lnTo>
                  <a:lnTo>
                    <a:pt x="0" y="834089"/>
                  </a:lnTo>
                  <a:lnTo>
                    <a:pt x="44469" y="834089"/>
                  </a:lnTo>
                  <a:lnTo>
                    <a:pt x="44469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 descr=""/>
            <p:cNvSpPr/>
            <p:nvPr/>
          </p:nvSpPr>
          <p:spPr>
            <a:xfrm>
              <a:off x="15685219" y="6804169"/>
              <a:ext cx="45085" cy="834390"/>
            </a:xfrm>
            <a:custGeom>
              <a:avLst/>
              <a:gdLst/>
              <a:ahLst/>
              <a:cxnLst/>
              <a:rect l="l" t="t" r="r" b="b"/>
              <a:pathLst>
                <a:path w="45084" h="834390">
                  <a:moveTo>
                    <a:pt x="44469" y="0"/>
                  </a:moveTo>
                  <a:lnTo>
                    <a:pt x="0" y="0"/>
                  </a:lnTo>
                  <a:lnTo>
                    <a:pt x="0" y="834089"/>
                  </a:lnTo>
                  <a:lnTo>
                    <a:pt x="44469" y="834089"/>
                  </a:lnTo>
                  <a:lnTo>
                    <a:pt x="44469" y="0"/>
                  </a:lnTo>
                  <a:close/>
                </a:path>
              </a:pathLst>
            </a:custGeom>
            <a:solidFill>
              <a:srgbClr val="82CF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 descr=""/>
            <p:cNvSpPr/>
            <p:nvPr/>
          </p:nvSpPr>
          <p:spPr>
            <a:xfrm>
              <a:off x="15685211" y="7024960"/>
              <a:ext cx="170815" cy="474980"/>
            </a:xfrm>
            <a:custGeom>
              <a:avLst/>
              <a:gdLst/>
              <a:ahLst/>
              <a:cxnLst/>
              <a:rect l="l" t="t" r="r" b="b"/>
              <a:pathLst>
                <a:path w="170815" h="474979">
                  <a:moveTo>
                    <a:pt x="170637" y="383768"/>
                  </a:moveTo>
                  <a:lnTo>
                    <a:pt x="0" y="383768"/>
                  </a:lnTo>
                  <a:lnTo>
                    <a:pt x="0" y="408292"/>
                  </a:lnTo>
                  <a:lnTo>
                    <a:pt x="170637" y="408292"/>
                  </a:lnTo>
                  <a:lnTo>
                    <a:pt x="170637" y="383768"/>
                  </a:lnTo>
                  <a:close/>
                </a:path>
                <a:path w="170815" h="474979">
                  <a:moveTo>
                    <a:pt x="170764" y="450342"/>
                  </a:moveTo>
                  <a:lnTo>
                    <a:pt x="139" y="450342"/>
                  </a:lnTo>
                  <a:lnTo>
                    <a:pt x="139" y="474878"/>
                  </a:lnTo>
                  <a:lnTo>
                    <a:pt x="170764" y="474878"/>
                  </a:lnTo>
                  <a:lnTo>
                    <a:pt x="170764" y="450342"/>
                  </a:lnTo>
                  <a:close/>
                </a:path>
                <a:path w="170815" h="474979">
                  <a:moveTo>
                    <a:pt x="170764" y="66598"/>
                  </a:moveTo>
                  <a:lnTo>
                    <a:pt x="139" y="66598"/>
                  </a:lnTo>
                  <a:lnTo>
                    <a:pt x="139" y="91135"/>
                  </a:lnTo>
                  <a:lnTo>
                    <a:pt x="170764" y="91135"/>
                  </a:lnTo>
                  <a:lnTo>
                    <a:pt x="170764" y="66598"/>
                  </a:lnTo>
                  <a:close/>
                </a:path>
                <a:path w="170815" h="474979">
                  <a:moveTo>
                    <a:pt x="170764" y="0"/>
                  </a:moveTo>
                  <a:lnTo>
                    <a:pt x="139" y="0"/>
                  </a:lnTo>
                  <a:lnTo>
                    <a:pt x="139" y="24536"/>
                  </a:lnTo>
                  <a:lnTo>
                    <a:pt x="170764" y="24536"/>
                  </a:lnTo>
                  <a:lnTo>
                    <a:pt x="170764" y="0"/>
                  </a:lnTo>
                  <a:close/>
                </a:path>
              </a:pathLst>
            </a:custGeom>
            <a:solidFill>
              <a:srgbClr val="CCCCCC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 descr=""/>
            <p:cNvSpPr/>
            <p:nvPr/>
          </p:nvSpPr>
          <p:spPr>
            <a:xfrm>
              <a:off x="15642255" y="6770307"/>
              <a:ext cx="259079" cy="34290"/>
            </a:xfrm>
            <a:custGeom>
              <a:avLst/>
              <a:gdLst/>
              <a:ahLst/>
              <a:cxnLst/>
              <a:rect l="l" t="t" r="r" b="b"/>
              <a:pathLst>
                <a:path w="259080" h="34290">
                  <a:moveTo>
                    <a:pt x="258903" y="0"/>
                  </a:moveTo>
                  <a:lnTo>
                    <a:pt x="0" y="0"/>
                  </a:lnTo>
                  <a:lnTo>
                    <a:pt x="0" y="33873"/>
                  </a:lnTo>
                  <a:lnTo>
                    <a:pt x="258903" y="33873"/>
                  </a:lnTo>
                  <a:lnTo>
                    <a:pt x="258903" y="0"/>
                  </a:lnTo>
                  <a:close/>
                </a:path>
              </a:pathLst>
            </a:custGeom>
            <a:solidFill>
              <a:srgbClr val="82CF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 descr=""/>
            <p:cNvSpPr/>
            <p:nvPr/>
          </p:nvSpPr>
          <p:spPr>
            <a:xfrm>
              <a:off x="15642266" y="6804174"/>
              <a:ext cx="259079" cy="33020"/>
            </a:xfrm>
            <a:custGeom>
              <a:avLst/>
              <a:gdLst/>
              <a:ahLst/>
              <a:cxnLst/>
              <a:rect l="l" t="t" r="r" b="b"/>
              <a:pathLst>
                <a:path w="259080" h="33020">
                  <a:moveTo>
                    <a:pt x="258892" y="0"/>
                  </a:moveTo>
                  <a:lnTo>
                    <a:pt x="0" y="0"/>
                  </a:lnTo>
                  <a:lnTo>
                    <a:pt x="42951" y="32711"/>
                  </a:lnTo>
                  <a:lnTo>
                    <a:pt x="213721" y="32711"/>
                  </a:lnTo>
                  <a:lnTo>
                    <a:pt x="258892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 descr=""/>
            <p:cNvSpPr/>
            <p:nvPr/>
          </p:nvSpPr>
          <p:spPr>
            <a:xfrm>
              <a:off x="15642255" y="6751019"/>
              <a:ext cx="259079" cy="19685"/>
            </a:xfrm>
            <a:custGeom>
              <a:avLst/>
              <a:gdLst/>
              <a:ahLst/>
              <a:cxnLst/>
              <a:rect l="l" t="t" r="r" b="b"/>
              <a:pathLst>
                <a:path w="259080" h="19684">
                  <a:moveTo>
                    <a:pt x="258903" y="0"/>
                  </a:moveTo>
                  <a:lnTo>
                    <a:pt x="0" y="0"/>
                  </a:lnTo>
                  <a:lnTo>
                    <a:pt x="0" y="19276"/>
                  </a:lnTo>
                  <a:lnTo>
                    <a:pt x="258903" y="19276"/>
                  </a:lnTo>
                  <a:lnTo>
                    <a:pt x="258903" y="0"/>
                  </a:lnTo>
                  <a:close/>
                </a:path>
              </a:pathLst>
            </a:custGeom>
            <a:solidFill>
              <a:srgbClr val="82CFC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56" name="object 256" descr="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15681648" y="6090118"/>
              <a:ext cx="180131" cy="76225"/>
            </a:xfrm>
            <a:prstGeom prst="rect">
              <a:avLst/>
            </a:prstGeom>
          </p:spPr>
        </p:pic>
        <p:sp>
          <p:nvSpPr>
            <p:cNvPr id="257" name="object 257" descr=""/>
            <p:cNvSpPr/>
            <p:nvPr/>
          </p:nvSpPr>
          <p:spPr>
            <a:xfrm>
              <a:off x="9042342" y="8813333"/>
              <a:ext cx="869950" cy="498475"/>
            </a:xfrm>
            <a:custGeom>
              <a:avLst/>
              <a:gdLst/>
              <a:ahLst/>
              <a:cxnLst/>
              <a:rect l="l" t="t" r="r" b="b"/>
              <a:pathLst>
                <a:path w="869950" h="498475">
                  <a:moveTo>
                    <a:pt x="869826" y="0"/>
                  </a:moveTo>
                  <a:lnTo>
                    <a:pt x="0" y="0"/>
                  </a:lnTo>
                  <a:lnTo>
                    <a:pt x="0" y="498173"/>
                  </a:lnTo>
                  <a:lnTo>
                    <a:pt x="869826" y="498173"/>
                  </a:lnTo>
                  <a:lnTo>
                    <a:pt x="869826" y="0"/>
                  </a:lnTo>
                  <a:close/>
                </a:path>
              </a:pathLst>
            </a:custGeom>
            <a:solidFill>
              <a:srgbClr val="CFE2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 descr=""/>
            <p:cNvSpPr/>
            <p:nvPr/>
          </p:nvSpPr>
          <p:spPr>
            <a:xfrm>
              <a:off x="8499109" y="8668229"/>
              <a:ext cx="1631950" cy="643890"/>
            </a:xfrm>
            <a:custGeom>
              <a:avLst/>
              <a:gdLst/>
              <a:ahLst/>
              <a:cxnLst/>
              <a:rect l="l" t="t" r="r" b="b"/>
              <a:pathLst>
                <a:path w="1631950" h="643890">
                  <a:moveTo>
                    <a:pt x="1624306" y="0"/>
                  </a:moveTo>
                  <a:lnTo>
                    <a:pt x="1610443" y="0"/>
                  </a:lnTo>
                  <a:lnTo>
                    <a:pt x="1610443" y="29611"/>
                  </a:lnTo>
                  <a:lnTo>
                    <a:pt x="1593344" y="29611"/>
                  </a:lnTo>
                  <a:lnTo>
                    <a:pt x="1593344" y="0"/>
                  </a:lnTo>
                  <a:lnTo>
                    <a:pt x="1579480" y="0"/>
                  </a:lnTo>
                  <a:lnTo>
                    <a:pt x="1579480" y="29611"/>
                  </a:lnTo>
                  <a:lnTo>
                    <a:pt x="1562381" y="29611"/>
                  </a:lnTo>
                  <a:lnTo>
                    <a:pt x="1562381" y="0"/>
                  </a:lnTo>
                  <a:lnTo>
                    <a:pt x="1548518" y="0"/>
                  </a:lnTo>
                  <a:lnTo>
                    <a:pt x="1548518" y="29611"/>
                  </a:lnTo>
                  <a:lnTo>
                    <a:pt x="1531419" y="29611"/>
                  </a:lnTo>
                  <a:lnTo>
                    <a:pt x="1531419" y="0"/>
                  </a:lnTo>
                  <a:lnTo>
                    <a:pt x="1517555" y="0"/>
                  </a:lnTo>
                  <a:lnTo>
                    <a:pt x="1517555" y="29611"/>
                  </a:lnTo>
                  <a:lnTo>
                    <a:pt x="1500446" y="29611"/>
                  </a:lnTo>
                  <a:lnTo>
                    <a:pt x="1500446" y="0"/>
                  </a:lnTo>
                  <a:lnTo>
                    <a:pt x="1486583" y="0"/>
                  </a:lnTo>
                  <a:lnTo>
                    <a:pt x="1486583" y="29611"/>
                  </a:lnTo>
                  <a:lnTo>
                    <a:pt x="1469484" y="29611"/>
                  </a:lnTo>
                  <a:lnTo>
                    <a:pt x="1469484" y="0"/>
                  </a:lnTo>
                  <a:lnTo>
                    <a:pt x="1455620" y="0"/>
                  </a:lnTo>
                  <a:lnTo>
                    <a:pt x="1455620" y="29611"/>
                  </a:lnTo>
                  <a:lnTo>
                    <a:pt x="1438521" y="29611"/>
                  </a:lnTo>
                  <a:lnTo>
                    <a:pt x="1438521" y="0"/>
                  </a:lnTo>
                  <a:lnTo>
                    <a:pt x="1424658" y="0"/>
                  </a:lnTo>
                  <a:lnTo>
                    <a:pt x="1424658" y="29611"/>
                  </a:lnTo>
                  <a:lnTo>
                    <a:pt x="1407559" y="29611"/>
                  </a:lnTo>
                  <a:lnTo>
                    <a:pt x="1407559" y="0"/>
                  </a:lnTo>
                  <a:lnTo>
                    <a:pt x="1393695" y="0"/>
                  </a:lnTo>
                  <a:lnTo>
                    <a:pt x="1393695" y="29611"/>
                  </a:lnTo>
                  <a:lnTo>
                    <a:pt x="1376586" y="29611"/>
                  </a:lnTo>
                  <a:lnTo>
                    <a:pt x="1376586" y="0"/>
                  </a:lnTo>
                  <a:lnTo>
                    <a:pt x="1362733" y="0"/>
                  </a:lnTo>
                  <a:lnTo>
                    <a:pt x="1362733" y="29611"/>
                  </a:lnTo>
                  <a:lnTo>
                    <a:pt x="1345623" y="29611"/>
                  </a:lnTo>
                  <a:lnTo>
                    <a:pt x="1345623" y="0"/>
                  </a:lnTo>
                  <a:lnTo>
                    <a:pt x="1331760" y="0"/>
                  </a:lnTo>
                  <a:lnTo>
                    <a:pt x="1331760" y="29611"/>
                  </a:lnTo>
                  <a:lnTo>
                    <a:pt x="1314661" y="29611"/>
                  </a:lnTo>
                  <a:lnTo>
                    <a:pt x="1314661" y="0"/>
                  </a:lnTo>
                  <a:lnTo>
                    <a:pt x="1300798" y="0"/>
                  </a:lnTo>
                  <a:lnTo>
                    <a:pt x="1300798" y="29611"/>
                  </a:lnTo>
                  <a:lnTo>
                    <a:pt x="1283699" y="29611"/>
                  </a:lnTo>
                  <a:lnTo>
                    <a:pt x="1283699" y="0"/>
                  </a:lnTo>
                  <a:lnTo>
                    <a:pt x="1269835" y="0"/>
                  </a:lnTo>
                  <a:lnTo>
                    <a:pt x="1269835" y="29611"/>
                  </a:lnTo>
                  <a:lnTo>
                    <a:pt x="1252726" y="29611"/>
                  </a:lnTo>
                  <a:lnTo>
                    <a:pt x="1252726" y="0"/>
                  </a:lnTo>
                  <a:lnTo>
                    <a:pt x="1238873" y="0"/>
                  </a:lnTo>
                  <a:lnTo>
                    <a:pt x="1238873" y="29611"/>
                  </a:lnTo>
                  <a:lnTo>
                    <a:pt x="1221763" y="29611"/>
                  </a:lnTo>
                  <a:lnTo>
                    <a:pt x="1221763" y="0"/>
                  </a:lnTo>
                  <a:lnTo>
                    <a:pt x="1207900" y="0"/>
                  </a:lnTo>
                  <a:lnTo>
                    <a:pt x="1207900" y="29611"/>
                  </a:lnTo>
                  <a:lnTo>
                    <a:pt x="1190801" y="29611"/>
                  </a:lnTo>
                  <a:lnTo>
                    <a:pt x="1190801" y="0"/>
                  </a:lnTo>
                  <a:lnTo>
                    <a:pt x="1176937" y="0"/>
                  </a:lnTo>
                  <a:lnTo>
                    <a:pt x="1176937" y="29611"/>
                  </a:lnTo>
                  <a:lnTo>
                    <a:pt x="1159839" y="29611"/>
                  </a:lnTo>
                  <a:lnTo>
                    <a:pt x="1159839" y="0"/>
                  </a:lnTo>
                  <a:lnTo>
                    <a:pt x="1145975" y="0"/>
                  </a:lnTo>
                  <a:lnTo>
                    <a:pt x="1145975" y="29611"/>
                  </a:lnTo>
                  <a:lnTo>
                    <a:pt x="1128876" y="29611"/>
                  </a:lnTo>
                  <a:lnTo>
                    <a:pt x="1128876" y="0"/>
                  </a:lnTo>
                  <a:lnTo>
                    <a:pt x="1115013" y="0"/>
                  </a:lnTo>
                  <a:lnTo>
                    <a:pt x="1115013" y="29611"/>
                  </a:lnTo>
                  <a:lnTo>
                    <a:pt x="1097903" y="29611"/>
                  </a:lnTo>
                  <a:lnTo>
                    <a:pt x="1097903" y="0"/>
                  </a:lnTo>
                  <a:lnTo>
                    <a:pt x="1084040" y="0"/>
                  </a:lnTo>
                  <a:lnTo>
                    <a:pt x="1084040" y="29611"/>
                  </a:lnTo>
                  <a:lnTo>
                    <a:pt x="1066941" y="29611"/>
                  </a:lnTo>
                  <a:lnTo>
                    <a:pt x="1066941" y="0"/>
                  </a:lnTo>
                  <a:lnTo>
                    <a:pt x="1053077" y="0"/>
                  </a:lnTo>
                  <a:lnTo>
                    <a:pt x="1053077" y="29611"/>
                  </a:lnTo>
                  <a:lnTo>
                    <a:pt x="1035978" y="29611"/>
                  </a:lnTo>
                  <a:lnTo>
                    <a:pt x="1035978" y="0"/>
                  </a:lnTo>
                  <a:lnTo>
                    <a:pt x="1022115" y="0"/>
                  </a:lnTo>
                  <a:lnTo>
                    <a:pt x="1022115" y="29611"/>
                  </a:lnTo>
                  <a:lnTo>
                    <a:pt x="1005016" y="29611"/>
                  </a:lnTo>
                  <a:lnTo>
                    <a:pt x="1005016" y="0"/>
                  </a:lnTo>
                  <a:lnTo>
                    <a:pt x="991153" y="0"/>
                  </a:lnTo>
                  <a:lnTo>
                    <a:pt x="991153" y="29611"/>
                  </a:lnTo>
                  <a:lnTo>
                    <a:pt x="974043" y="29611"/>
                  </a:lnTo>
                  <a:lnTo>
                    <a:pt x="974043" y="0"/>
                  </a:lnTo>
                  <a:lnTo>
                    <a:pt x="960190" y="0"/>
                  </a:lnTo>
                  <a:lnTo>
                    <a:pt x="960190" y="29611"/>
                  </a:lnTo>
                  <a:lnTo>
                    <a:pt x="943081" y="29611"/>
                  </a:lnTo>
                  <a:lnTo>
                    <a:pt x="943081" y="0"/>
                  </a:lnTo>
                  <a:lnTo>
                    <a:pt x="929217" y="0"/>
                  </a:lnTo>
                  <a:lnTo>
                    <a:pt x="929217" y="29611"/>
                  </a:lnTo>
                  <a:lnTo>
                    <a:pt x="912118" y="29611"/>
                  </a:lnTo>
                  <a:lnTo>
                    <a:pt x="912118" y="0"/>
                  </a:lnTo>
                  <a:lnTo>
                    <a:pt x="898255" y="0"/>
                  </a:lnTo>
                  <a:lnTo>
                    <a:pt x="898255" y="29611"/>
                  </a:lnTo>
                  <a:lnTo>
                    <a:pt x="881156" y="29611"/>
                  </a:lnTo>
                  <a:lnTo>
                    <a:pt x="881156" y="0"/>
                  </a:lnTo>
                  <a:lnTo>
                    <a:pt x="867292" y="0"/>
                  </a:lnTo>
                  <a:lnTo>
                    <a:pt x="867292" y="29611"/>
                  </a:lnTo>
                  <a:lnTo>
                    <a:pt x="850183" y="29611"/>
                  </a:lnTo>
                  <a:lnTo>
                    <a:pt x="850183" y="0"/>
                  </a:lnTo>
                  <a:lnTo>
                    <a:pt x="836330" y="0"/>
                  </a:lnTo>
                  <a:lnTo>
                    <a:pt x="836330" y="29611"/>
                  </a:lnTo>
                  <a:lnTo>
                    <a:pt x="819221" y="29611"/>
                  </a:lnTo>
                  <a:lnTo>
                    <a:pt x="819221" y="0"/>
                  </a:lnTo>
                  <a:lnTo>
                    <a:pt x="805357" y="0"/>
                  </a:lnTo>
                  <a:lnTo>
                    <a:pt x="805357" y="29611"/>
                  </a:lnTo>
                  <a:lnTo>
                    <a:pt x="788258" y="29611"/>
                  </a:lnTo>
                  <a:lnTo>
                    <a:pt x="788258" y="0"/>
                  </a:lnTo>
                  <a:lnTo>
                    <a:pt x="774395" y="0"/>
                  </a:lnTo>
                  <a:lnTo>
                    <a:pt x="774395" y="29611"/>
                  </a:lnTo>
                  <a:lnTo>
                    <a:pt x="757296" y="29611"/>
                  </a:lnTo>
                  <a:lnTo>
                    <a:pt x="757296" y="0"/>
                  </a:lnTo>
                  <a:lnTo>
                    <a:pt x="743432" y="0"/>
                  </a:lnTo>
                  <a:lnTo>
                    <a:pt x="743432" y="29611"/>
                  </a:lnTo>
                  <a:lnTo>
                    <a:pt x="726333" y="29611"/>
                  </a:lnTo>
                  <a:lnTo>
                    <a:pt x="726333" y="0"/>
                  </a:lnTo>
                  <a:lnTo>
                    <a:pt x="712470" y="0"/>
                  </a:lnTo>
                  <a:lnTo>
                    <a:pt x="712470" y="29611"/>
                  </a:lnTo>
                  <a:lnTo>
                    <a:pt x="695361" y="29611"/>
                  </a:lnTo>
                  <a:lnTo>
                    <a:pt x="695361" y="0"/>
                  </a:lnTo>
                  <a:lnTo>
                    <a:pt x="681508" y="0"/>
                  </a:lnTo>
                  <a:lnTo>
                    <a:pt x="681508" y="29611"/>
                  </a:lnTo>
                  <a:lnTo>
                    <a:pt x="664398" y="29611"/>
                  </a:lnTo>
                  <a:lnTo>
                    <a:pt x="664398" y="0"/>
                  </a:lnTo>
                  <a:lnTo>
                    <a:pt x="650535" y="0"/>
                  </a:lnTo>
                  <a:lnTo>
                    <a:pt x="650535" y="29611"/>
                  </a:lnTo>
                  <a:lnTo>
                    <a:pt x="633436" y="29611"/>
                  </a:lnTo>
                  <a:lnTo>
                    <a:pt x="633436" y="0"/>
                  </a:lnTo>
                  <a:lnTo>
                    <a:pt x="619572" y="0"/>
                  </a:lnTo>
                  <a:lnTo>
                    <a:pt x="619572" y="29611"/>
                  </a:lnTo>
                  <a:lnTo>
                    <a:pt x="602473" y="29611"/>
                  </a:lnTo>
                  <a:lnTo>
                    <a:pt x="602473" y="0"/>
                  </a:lnTo>
                  <a:lnTo>
                    <a:pt x="588610" y="0"/>
                  </a:lnTo>
                  <a:lnTo>
                    <a:pt x="588610" y="29611"/>
                  </a:lnTo>
                  <a:lnTo>
                    <a:pt x="571500" y="29611"/>
                  </a:lnTo>
                  <a:lnTo>
                    <a:pt x="571500" y="0"/>
                  </a:lnTo>
                  <a:lnTo>
                    <a:pt x="557647" y="0"/>
                  </a:lnTo>
                  <a:lnTo>
                    <a:pt x="557647" y="29611"/>
                  </a:lnTo>
                  <a:lnTo>
                    <a:pt x="540538" y="29611"/>
                  </a:lnTo>
                  <a:lnTo>
                    <a:pt x="540538" y="0"/>
                  </a:lnTo>
                  <a:lnTo>
                    <a:pt x="526675" y="0"/>
                  </a:lnTo>
                  <a:lnTo>
                    <a:pt x="526675" y="29611"/>
                  </a:lnTo>
                  <a:lnTo>
                    <a:pt x="509576" y="29611"/>
                  </a:lnTo>
                  <a:lnTo>
                    <a:pt x="509576" y="0"/>
                  </a:lnTo>
                  <a:lnTo>
                    <a:pt x="495712" y="0"/>
                  </a:lnTo>
                  <a:lnTo>
                    <a:pt x="495712" y="29611"/>
                  </a:lnTo>
                  <a:lnTo>
                    <a:pt x="478613" y="29611"/>
                  </a:lnTo>
                  <a:lnTo>
                    <a:pt x="478613" y="0"/>
                  </a:lnTo>
                  <a:lnTo>
                    <a:pt x="464750" y="0"/>
                  </a:lnTo>
                  <a:lnTo>
                    <a:pt x="464750" y="29611"/>
                  </a:lnTo>
                  <a:lnTo>
                    <a:pt x="447640" y="29611"/>
                  </a:lnTo>
                  <a:lnTo>
                    <a:pt x="447640" y="0"/>
                  </a:lnTo>
                  <a:lnTo>
                    <a:pt x="433787" y="0"/>
                  </a:lnTo>
                  <a:lnTo>
                    <a:pt x="433787" y="29611"/>
                  </a:lnTo>
                  <a:lnTo>
                    <a:pt x="416678" y="29611"/>
                  </a:lnTo>
                  <a:lnTo>
                    <a:pt x="416678" y="0"/>
                  </a:lnTo>
                  <a:lnTo>
                    <a:pt x="402814" y="0"/>
                  </a:lnTo>
                  <a:lnTo>
                    <a:pt x="402814" y="29611"/>
                  </a:lnTo>
                  <a:lnTo>
                    <a:pt x="385716" y="29611"/>
                  </a:lnTo>
                  <a:lnTo>
                    <a:pt x="385716" y="0"/>
                  </a:lnTo>
                  <a:lnTo>
                    <a:pt x="371852" y="0"/>
                  </a:lnTo>
                  <a:lnTo>
                    <a:pt x="371852" y="29611"/>
                  </a:lnTo>
                  <a:lnTo>
                    <a:pt x="354753" y="29611"/>
                  </a:lnTo>
                  <a:lnTo>
                    <a:pt x="354753" y="0"/>
                  </a:lnTo>
                  <a:lnTo>
                    <a:pt x="340890" y="0"/>
                  </a:lnTo>
                  <a:lnTo>
                    <a:pt x="340890" y="29611"/>
                  </a:lnTo>
                  <a:lnTo>
                    <a:pt x="323791" y="29611"/>
                  </a:lnTo>
                  <a:lnTo>
                    <a:pt x="323791" y="0"/>
                  </a:lnTo>
                  <a:lnTo>
                    <a:pt x="309927" y="0"/>
                  </a:lnTo>
                  <a:lnTo>
                    <a:pt x="309927" y="29611"/>
                  </a:lnTo>
                  <a:lnTo>
                    <a:pt x="292818" y="29611"/>
                  </a:lnTo>
                  <a:lnTo>
                    <a:pt x="292818" y="0"/>
                  </a:lnTo>
                  <a:lnTo>
                    <a:pt x="278965" y="0"/>
                  </a:lnTo>
                  <a:lnTo>
                    <a:pt x="278965" y="29611"/>
                  </a:lnTo>
                  <a:lnTo>
                    <a:pt x="261855" y="29611"/>
                  </a:lnTo>
                  <a:lnTo>
                    <a:pt x="261855" y="0"/>
                  </a:lnTo>
                  <a:lnTo>
                    <a:pt x="247992" y="0"/>
                  </a:lnTo>
                  <a:lnTo>
                    <a:pt x="247992" y="29611"/>
                  </a:lnTo>
                  <a:lnTo>
                    <a:pt x="230893" y="29611"/>
                  </a:lnTo>
                  <a:lnTo>
                    <a:pt x="230893" y="0"/>
                  </a:lnTo>
                  <a:lnTo>
                    <a:pt x="217030" y="0"/>
                  </a:lnTo>
                  <a:lnTo>
                    <a:pt x="217030" y="29611"/>
                  </a:lnTo>
                  <a:lnTo>
                    <a:pt x="199931" y="29611"/>
                  </a:lnTo>
                  <a:lnTo>
                    <a:pt x="199931" y="0"/>
                  </a:lnTo>
                  <a:lnTo>
                    <a:pt x="186067" y="0"/>
                  </a:lnTo>
                  <a:lnTo>
                    <a:pt x="186067" y="29611"/>
                  </a:lnTo>
                  <a:lnTo>
                    <a:pt x="168958" y="29611"/>
                  </a:lnTo>
                  <a:lnTo>
                    <a:pt x="168958" y="0"/>
                  </a:lnTo>
                  <a:lnTo>
                    <a:pt x="155105" y="0"/>
                  </a:lnTo>
                  <a:lnTo>
                    <a:pt x="155105" y="29611"/>
                  </a:lnTo>
                  <a:lnTo>
                    <a:pt x="137995" y="29611"/>
                  </a:lnTo>
                  <a:lnTo>
                    <a:pt x="137995" y="0"/>
                  </a:lnTo>
                  <a:lnTo>
                    <a:pt x="124132" y="0"/>
                  </a:lnTo>
                  <a:lnTo>
                    <a:pt x="124132" y="29611"/>
                  </a:lnTo>
                  <a:lnTo>
                    <a:pt x="107033" y="29611"/>
                  </a:lnTo>
                  <a:lnTo>
                    <a:pt x="107033" y="0"/>
                  </a:lnTo>
                  <a:lnTo>
                    <a:pt x="93169" y="0"/>
                  </a:lnTo>
                  <a:lnTo>
                    <a:pt x="93169" y="29611"/>
                  </a:lnTo>
                  <a:lnTo>
                    <a:pt x="76070" y="29611"/>
                  </a:lnTo>
                  <a:lnTo>
                    <a:pt x="76070" y="0"/>
                  </a:lnTo>
                  <a:lnTo>
                    <a:pt x="62207" y="0"/>
                  </a:lnTo>
                  <a:lnTo>
                    <a:pt x="62207" y="29611"/>
                  </a:lnTo>
                  <a:lnTo>
                    <a:pt x="45108" y="29611"/>
                  </a:lnTo>
                  <a:lnTo>
                    <a:pt x="45108" y="0"/>
                  </a:lnTo>
                  <a:lnTo>
                    <a:pt x="31245" y="0"/>
                  </a:lnTo>
                  <a:lnTo>
                    <a:pt x="31245" y="29611"/>
                  </a:lnTo>
                  <a:lnTo>
                    <a:pt x="14135" y="29611"/>
                  </a:lnTo>
                  <a:lnTo>
                    <a:pt x="14135" y="0"/>
                  </a:lnTo>
                  <a:lnTo>
                    <a:pt x="272" y="0"/>
                  </a:lnTo>
                  <a:lnTo>
                    <a:pt x="272" y="29611"/>
                  </a:lnTo>
                  <a:lnTo>
                    <a:pt x="0" y="29611"/>
                  </a:lnTo>
                  <a:lnTo>
                    <a:pt x="0" y="643498"/>
                  </a:lnTo>
                  <a:lnTo>
                    <a:pt x="161429" y="643498"/>
                  </a:lnTo>
                  <a:lnTo>
                    <a:pt x="161429" y="424720"/>
                  </a:lnTo>
                  <a:lnTo>
                    <a:pt x="165387" y="417118"/>
                  </a:lnTo>
                  <a:lnTo>
                    <a:pt x="171408" y="412207"/>
                  </a:lnTo>
                  <a:lnTo>
                    <a:pt x="167479" y="400907"/>
                  </a:lnTo>
                  <a:lnTo>
                    <a:pt x="164543" y="386917"/>
                  </a:lnTo>
                  <a:lnTo>
                    <a:pt x="162704" y="372303"/>
                  </a:lnTo>
                  <a:lnTo>
                    <a:pt x="162068" y="359130"/>
                  </a:lnTo>
                  <a:lnTo>
                    <a:pt x="171745" y="328915"/>
                  </a:lnTo>
                  <a:lnTo>
                    <a:pt x="193036" y="305842"/>
                  </a:lnTo>
                  <a:lnTo>
                    <a:pt x="214326" y="291115"/>
                  </a:lnTo>
                  <a:lnTo>
                    <a:pt x="224003" y="285938"/>
                  </a:lnTo>
                  <a:lnTo>
                    <a:pt x="231829" y="289588"/>
                  </a:lnTo>
                  <a:lnTo>
                    <a:pt x="263856" y="313576"/>
                  </a:lnTo>
                  <a:lnTo>
                    <a:pt x="286106" y="359130"/>
                  </a:lnTo>
                  <a:lnTo>
                    <a:pt x="285470" y="372303"/>
                  </a:lnTo>
                  <a:lnTo>
                    <a:pt x="283631" y="386917"/>
                  </a:lnTo>
                  <a:lnTo>
                    <a:pt x="280695" y="400907"/>
                  </a:lnTo>
                  <a:lnTo>
                    <a:pt x="276766" y="412207"/>
                  </a:lnTo>
                  <a:lnTo>
                    <a:pt x="282787" y="417118"/>
                  </a:lnTo>
                  <a:lnTo>
                    <a:pt x="286588" y="424720"/>
                  </a:lnTo>
                  <a:lnTo>
                    <a:pt x="286588" y="643498"/>
                  </a:lnTo>
                  <a:lnTo>
                    <a:pt x="322859" y="643498"/>
                  </a:lnTo>
                  <a:lnTo>
                    <a:pt x="322859" y="424720"/>
                  </a:lnTo>
                  <a:lnTo>
                    <a:pt x="326670" y="417118"/>
                  </a:lnTo>
                  <a:lnTo>
                    <a:pt x="332680" y="412207"/>
                  </a:lnTo>
                  <a:lnTo>
                    <a:pt x="328752" y="400907"/>
                  </a:lnTo>
                  <a:lnTo>
                    <a:pt x="325815" y="386917"/>
                  </a:lnTo>
                  <a:lnTo>
                    <a:pt x="323977" y="372303"/>
                  </a:lnTo>
                  <a:lnTo>
                    <a:pt x="323340" y="359130"/>
                  </a:lnTo>
                  <a:lnTo>
                    <a:pt x="333044" y="328915"/>
                  </a:lnTo>
                  <a:lnTo>
                    <a:pt x="354392" y="305842"/>
                  </a:lnTo>
                  <a:lnTo>
                    <a:pt x="375740" y="291115"/>
                  </a:lnTo>
                  <a:lnTo>
                    <a:pt x="385443" y="285938"/>
                  </a:lnTo>
                  <a:lnTo>
                    <a:pt x="393172" y="289588"/>
                  </a:lnTo>
                  <a:lnTo>
                    <a:pt x="425128" y="313576"/>
                  </a:lnTo>
                  <a:lnTo>
                    <a:pt x="447379" y="359130"/>
                  </a:lnTo>
                  <a:lnTo>
                    <a:pt x="446766" y="372303"/>
                  </a:lnTo>
                  <a:lnTo>
                    <a:pt x="444966" y="386917"/>
                  </a:lnTo>
                  <a:lnTo>
                    <a:pt x="442038" y="400907"/>
                  </a:lnTo>
                  <a:lnTo>
                    <a:pt x="438039" y="412207"/>
                  </a:lnTo>
                  <a:lnTo>
                    <a:pt x="444059" y="417118"/>
                  </a:lnTo>
                  <a:lnTo>
                    <a:pt x="448017" y="424720"/>
                  </a:lnTo>
                  <a:lnTo>
                    <a:pt x="448017" y="643498"/>
                  </a:lnTo>
                  <a:lnTo>
                    <a:pt x="484131" y="643498"/>
                  </a:lnTo>
                  <a:lnTo>
                    <a:pt x="484131" y="424720"/>
                  </a:lnTo>
                  <a:lnTo>
                    <a:pt x="488100" y="417118"/>
                  </a:lnTo>
                  <a:lnTo>
                    <a:pt x="494121" y="412207"/>
                  </a:lnTo>
                  <a:lnTo>
                    <a:pt x="490120" y="400907"/>
                  </a:lnTo>
                  <a:lnTo>
                    <a:pt x="487188" y="386917"/>
                  </a:lnTo>
                  <a:lnTo>
                    <a:pt x="485384" y="372303"/>
                  </a:lnTo>
                  <a:lnTo>
                    <a:pt x="484770" y="359130"/>
                  </a:lnTo>
                  <a:lnTo>
                    <a:pt x="494449" y="328915"/>
                  </a:lnTo>
                  <a:lnTo>
                    <a:pt x="515743" y="305842"/>
                  </a:lnTo>
                  <a:lnTo>
                    <a:pt x="537037" y="291115"/>
                  </a:lnTo>
                  <a:lnTo>
                    <a:pt x="546716" y="285938"/>
                  </a:lnTo>
                  <a:lnTo>
                    <a:pt x="554533" y="289588"/>
                  </a:lnTo>
                  <a:lnTo>
                    <a:pt x="586493" y="313576"/>
                  </a:lnTo>
                  <a:lnTo>
                    <a:pt x="608819" y="359130"/>
                  </a:lnTo>
                  <a:lnTo>
                    <a:pt x="608182" y="372303"/>
                  </a:lnTo>
                  <a:lnTo>
                    <a:pt x="606342" y="386917"/>
                  </a:lnTo>
                  <a:lnTo>
                    <a:pt x="603403" y="400907"/>
                  </a:lnTo>
                  <a:lnTo>
                    <a:pt x="599468" y="412207"/>
                  </a:lnTo>
                  <a:lnTo>
                    <a:pt x="605489" y="417118"/>
                  </a:lnTo>
                  <a:lnTo>
                    <a:pt x="609290" y="424720"/>
                  </a:lnTo>
                  <a:lnTo>
                    <a:pt x="609290" y="643498"/>
                  </a:lnTo>
                  <a:lnTo>
                    <a:pt x="645571" y="643498"/>
                  </a:lnTo>
                  <a:lnTo>
                    <a:pt x="645571" y="424720"/>
                  </a:lnTo>
                  <a:lnTo>
                    <a:pt x="649372" y="417118"/>
                  </a:lnTo>
                  <a:lnTo>
                    <a:pt x="655393" y="412207"/>
                  </a:lnTo>
                  <a:lnTo>
                    <a:pt x="651458" y="400907"/>
                  </a:lnTo>
                  <a:lnTo>
                    <a:pt x="648519" y="386917"/>
                  </a:lnTo>
                  <a:lnTo>
                    <a:pt x="646679" y="372303"/>
                  </a:lnTo>
                  <a:lnTo>
                    <a:pt x="646043" y="359130"/>
                  </a:lnTo>
                  <a:lnTo>
                    <a:pt x="655746" y="328915"/>
                  </a:lnTo>
                  <a:lnTo>
                    <a:pt x="677094" y="305842"/>
                  </a:lnTo>
                  <a:lnTo>
                    <a:pt x="698442" y="291115"/>
                  </a:lnTo>
                  <a:lnTo>
                    <a:pt x="708145" y="285938"/>
                  </a:lnTo>
                  <a:lnTo>
                    <a:pt x="715875" y="289588"/>
                  </a:lnTo>
                  <a:lnTo>
                    <a:pt x="747832" y="313576"/>
                  </a:lnTo>
                  <a:lnTo>
                    <a:pt x="770091" y="359130"/>
                  </a:lnTo>
                  <a:lnTo>
                    <a:pt x="769455" y="372303"/>
                  </a:lnTo>
                  <a:lnTo>
                    <a:pt x="767615" y="386917"/>
                  </a:lnTo>
                  <a:lnTo>
                    <a:pt x="764675" y="400907"/>
                  </a:lnTo>
                  <a:lnTo>
                    <a:pt x="760741" y="412207"/>
                  </a:lnTo>
                  <a:lnTo>
                    <a:pt x="766761" y="417118"/>
                  </a:lnTo>
                  <a:lnTo>
                    <a:pt x="770719" y="424720"/>
                  </a:lnTo>
                  <a:lnTo>
                    <a:pt x="770719" y="643498"/>
                  </a:lnTo>
                  <a:lnTo>
                    <a:pt x="806844" y="643498"/>
                  </a:lnTo>
                  <a:lnTo>
                    <a:pt x="806844" y="424720"/>
                  </a:lnTo>
                  <a:lnTo>
                    <a:pt x="810802" y="417118"/>
                  </a:lnTo>
                  <a:lnTo>
                    <a:pt x="816823" y="412207"/>
                  </a:lnTo>
                  <a:lnTo>
                    <a:pt x="812797" y="400907"/>
                  </a:lnTo>
                  <a:lnTo>
                    <a:pt x="809811" y="386917"/>
                  </a:lnTo>
                  <a:lnTo>
                    <a:pt x="807954" y="372303"/>
                  </a:lnTo>
                  <a:lnTo>
                    <a:pt x="807315" y="359130"/>
                  </a:lnTo>
                  <a:lnTo>
                    <a:pt x="817019" y="328915"/>
                  </a:lnTo>
                  <a:lnTo>
                    <a:pt x="838367" y="305842"/>
                  </a:lnTo>
                  <a:lnTo>
                    <a:pt x="859714" y="291115"/>
                  </a:lnTo>
                  <a:lnTo>
                    <a:pt x="869418" y="285938"/>
                  </a:lnTo>
                  <a:lnTo>
                    <a:pt x="877241" y="289588"/>
                  </a:lnTo>
                  <a:lnTo>
                    <a:pt x="909129" y="313576"/>
                  </a:lnTo>
                  <a:lnTo>
                    <a:pt x="931521" y="359130"/>
                  </a:lnTo>
                  <a:lnTo>
                    <a:pt x="930884" y="372303"/>
                  </a:lnTo>
                  <a:lnTo>
                    <a:pt x="929045" y="386917"/>
                  </a:lnTo>
                  <a:lnTo>
                    <a:pt x="926105" y="400907"/>
                  </a:lnTo>
                  <a:lnTo>
                    <a:pt x="922170" y="412207"/>
                  </a:lnTo>
                  <a:lnTo>
                    <a:pt x="928034" y="417118"/>
                  </a:lnTo>
                  <a:lnTo>
                    <a:pt x="931992" y="424720"/>
                  </a:lnTo>
                  <a:lnTo>
                    <a:pt x="931992" y="643498"/>
                  </a:lnTo>
                  <a:lnTo>
                    <a:pt x="968274" y="643498"/>
                  </a:lnTo>
                  <a:lnTo>
                    <a:pt x="968274" y="424720"/>
                  </a:lnTo>
                  <a:lnTo>
                    <a:pt x="972075" y="417118"/>
                  </a:lnTo>
                  <a:lnTo>
                    <a:pt x="978095" y="412207"/>
                  </a:lnTo>
                  <a:lnTo>
                    <a:pt x="974161" y="400907"/>
                  </a:lnTo>
                  <a:lnTo>
                    <a:pt x="971221" y="386917"/>
                  </a:lnTo>
                  <a:lnTo>
                    <a:pt x="969381" y="372303"/>
                  </a:lnTo>
                  <a:lnTo>
                    <a:pt x="968745" y="359130"/>
                  </a:lnTo>
                  <a:lnTo>
                    <a:pt x="978424" y="328915"/>
                  </a:lnTo>
                  <a:lnTo>
                    <a:pt x="999718" y="305842"/>
                  </a:lnTo>
                  <a:lnTo>
                    <a:pt x="1021012" y="291115"/>
                  </a:lnTo>
                  <a:lnTo>
                    <a:pt x="1030691" y="285938"/>
                  </a:lnTo>
                  <a:lnTo>
                    <a:pt x="1038516" y="289588"/>
                  </a:lnTo>
                  <a:lnTo>
                    <a:pt x="1070534" y="313576"/>
                  </a:lnTo>
                  <a:lnTo>
                    <a:pt x="1092793" y="359130"/>
                  </a:lnTo>
                  <a:lnTo>
                    <a:pt x="1092157" y="372303"/>
                  </a:lnTo>
                  <a:lnTo>
                    <a:pt x="1090317" y="386917"/>
                  </a:lnTo>
                  <a:lnTo>
                    <a:pt x="1087378" y="400907"/>
                  </a:lnTo>
                  <a:lnTo>
                    <a:pt x="1083443" y="412207"/>
                  </a:lnTo>
                  <a:lnTo>
                    <a:pt x="1089464" y="417118"/>
                  </a:lnTo>
                  <a:lnTo>
                    <a:pt x="1093265" y="424720"/>
                  </a:lnTo>
                  <a:lnTo>
                    <a:pt x="1093265" y="643498"/>
                  </a:lnTo>
                  <a:lnTo>
                    <a:pt x="1129546" y="643498"/>
                  </a:lnTo>
                  <a:lnTo>
                    <a:pt x="1129546" y="424720"/>
                  </a:lnTo>
                  <a:lnTo>
                    <a:pt x="1133504" y="417118"/>
                  </a:lnTo>
                  <a:lnTo>
                    <a:pt x="1139368" y="412207"/>
                  </a:lnTo>
                  <a:lnTo>
                    <a:pt x="1135433" y="400907"/>
                  </a:lnTo>
                  <a:lnTo>
                    <a:pt x="1132494" y="386917"/>
                  </a:lnTo>
                  <a:lnTo>
                    <a:pt x="1130654" y="372303"/>
                  </a:lnTo>
                  <a:lnTo>
                    <a:pt x="1130017" y="359130"/>
                  </a:lnTo>
                  <a:lnTo>
                    <a:pt x="1139721" y="328915"/>
                  </a:lnTo>
                  <a:lnTo>
                    <a:pt x="1161069" y="305842"/>
                  </a:lnTo>
                  <a:lnTo>
                    <a:pt x="1182417" y="291115"/>
                  </a:lnTo>
                  <a:lnTo>
                    <a:pt x="1192120" y="285938"/>
                  </a:lnTo>
                  <a:lnTo>
                    <a:pt x="1199855" y="289588"/>
                  </a:lnTo>
                  <a:lnTo>
                    <a:pt x="1231831" y="313576"/>
                  </a:lnTo>
                  <a:lnTo>
                    <a:pt x="1254223" y="359130"/>
                  </a:lnTo>
                  <a:lnTo>
                    <a:pt x="1253584" y="372303"/>
                  </a:lnTo>
                  <a:lnTo>
                    <a:pt x="1251727" y="386917"/>
                  </a:lnTo>
                  <a:lnTo>
                    <a:pt x="1248741" y="400907"/>
                  </a:lnTo>
                  <a:lnTo>
                    <a:pt x="1244716" y="412207"/>
                  </a:lnTo>
                  <a:lnTo>
                    <a:pt x="1250736" y="417118"/>
                  </a:lnTo>
                  <a:lnTo>
                    <a:pt x="1254694" y="424720"/>
                  </a:lnTo>
                  <a:lnTo>
                    <a:pt x="1254694" y="643498"/>
                  </a:lnTo>
                  <a:lnTo>
                    <a:pt x="1290819" y="643498"/>
                  </a:lnTo>
                  <a:lnTo>
                    <a:pt x="1290819" y="424720"/>
                  </a:lnTo>
                  <a:lnTo>
                    <a:pt x="1294777" y="417118"/>
                  </a:lnTo>
                  <a:lnTo>
                    <a:pt x="1300798" y="412207"/>
                  </a:lnTo>
                  <a:lnTo>
                    <a:pt x="1296863" y="400907"/>
                  </a:lnTo>
                  <a:lnTo>
                    <a:pt x="1293923" y="386917"/>
                  </a:lnTo>
                  <a:lnTo>
                    <a:pt x="1292084" y="372303"/>
                  </a:lnTo>
                  <a:lnTo>
                    <a:pt x="1291447" y="359130"/>
                  </a:lnTo>
                  <a:lnTo>
                    <a:pt x="1301126" y="328915"/>
                  </a:lnTo>
                  <a:lnTo>
                    <a:pt x="1322420" y="305842"/>
                  </a:lnTo>
                  <a:lnTo>
                    <a:pt x="1343714" y="291115"/>
                  </a:lnTo>
                  <a:lnTo>
                    <a:pt x="1353393" y="285938"/>
                  </a:lnTo>
                  <a:lnTo>
                    <a:pt x="1361219" y="289588"/>
                  </a:lnTo>
                  <a:lnTo>
                    <a:pt x="1393241" y="313576"/>
                  </a:lnTo>
                  <a:lnTo>
                    <a:pt x="1415496" y="359130"/>
                  </a:lnTo>
                  <a:lnTo>
                    <a:pt x="1414859" y="372303"/>
                  </a:lnTo>
                  <a:lnTo>
                    <a:pt x="1413019" y="386917"/>
                  </a:lnTo>
                  <a:lnTo>
                    <a:pt x="1410080" y="400907"/>
                  </a:lnTo>
                  <a:lnTo>
                    <a:pt x="1406145" y="412207"/>
                  </a:lnTo>
                  <a:lnTo>
                    <a:pt x="1412166" y="417118"/>
                  </a:lnTo>
                  <a:lnTo>
                    <a:pt x="1415967" y="424720"/>
                  </a:lnTo>
                  <a:lnTo>
                    <a:pt x="1415967" y="643498"/>
                  </a:lnTo>
                  <a:lnTo>
                    <a:pt x="1452248" y="643498"/>
                  </a:lnTo>
                  <a:lnTo>
                    <a:pt x="1452248" y="424720"/>
                  </a:lnTo>
                  <a:lnTo>
                    <a:pt x="1456049" y="417118"/>
                  </a:lnTo>
                  <a:lnTo>
                    <a:pt x="1462070" y="412207"/>
                  </a:lnTo>
                  <a:lnTo>
                    <a:pt x="1458135" y="400907"/>
                  </a:lnTo>
                  <a:lnTo>
                    <a:pt x="1455196" y="386917"/>
                  </a:lnTo>
                  <a:lnTo>
                    <a:pt x="1453356" y="372303"/>
                  </a:lnTo>
                  <a:lnTo>
                    <a:pt x="1452720" y="359130"/>
                  </a:lnTo>
                  <a:lnTo>
                    <a:pt x="1462423" y="328915"/>
                  </a:lnTo>
                  <a:lnTo>
                    <a:pt x="1483771" y="305842"/>
                  </a:lnTo>
                  <a:lnTo>
                    <a:pt x="1505119" y="291115"/>
                  </a:lnTo>
                  <a:lnTo>
                    <a:pt x="1514822" y="285938"/>
                  </a:lnTo>
                  <a:lnTo>
                    <a:pt x="1522558" y="289588"/>
                  </a:lnTo>
                  <a:lnTo>
                    <a:pt x="1554513" y="313576"/>
                  </a:lnTo>
                  <a:lnTo>
                    <a:pt x="1576768" y="359130"/>
                  </a:lnTo>
                  <a:lnTo>
                    <a:pt x="1576132" y="372303"/>
                  </a:lnTo>
                  <a:lnTo>
                    <a:pt x="1574292" y="386917"/>
                  </a:lnTo>
                  <a:lnTo>
                    <a:pt x="1571353" y="400907"/>
                  </a:lnTo>
                  <a:lnTo>
                    <a:pt x="1567418" y="412207"/>
                  </a:lnTo>
                  <a:lnTo>
                    <a:pt x="1573439" y="417118"/>
                  </a:lnTo>
                  <a:lnTo>
                    <a:pt x="1577396" y="424720"/>
                  </a:lnTo>
                  <a:lnTo>
                    <a:pt x="1577396" y="643498"/>
                  </a:lnTo>
                  <a:lnTo>
                    <a:pt x="1631897" y="643498"/>
                  </a:lnTo>
                  <a:lnTo>
                    <a:pt x="1631897" y="440719"/>
                  </a:lnTo>
                  <a:lnTo>
                    <a:pt x="1631897" y="29611"/>
                  </a:lnTo>
                  <a:lnTo>
                    <a:pt x="1624306" y="29611"/>
                  </a:lnTo>
                  <a:lnTo>
                    <a:pt x="1624306" y="0"/>
                  </a:lnTo>
                  <a:close/>
                </a:path>
              </a:pathLst>
            </a:custGeom>
            <a:solidFill>
              <a:srgbClr val="FADFE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59" name="object 259" descr="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11416627" y="6019243"/>
              <a:ext cx="72814" cy="307266"/>
            </a:xfrm>
            <a:prstGeom prst="rect">
              <a:avLst/>
            </a:prstGeom>
          </p:spPr>
        </p:pic>
        <p:sp>
          <p:nvSpPr>
            <p:cNvPr id="260" name="object 260" descr=""/>
            <p:cNvSpPr/>
            <p:nvPr/>
          </p:nvSpPr>
          <p:spPr>
            <a:xfrm>
              <a:off x="11325162" y="6315576"/>
              <a:ext cx="250825" cy="2040889"/>
            </a:xfrm>
            <a:custGeom>
              <a:avLst/>
              <a:gdLst/>
              <a:ahLst/>
              <a:cxnLst/>
              <a:rect l="l" t="t" r="r" b="b"/>
              <a:pathLst>
                <a:path w="250825" h="2040890">
                  <a:moveTo>
                    <a:pt x="173786" y="0"/>
                  </a:moveTo>
                  <a:lnTo>
                    <a:pt x="78981" y="0"/>
                  </a:lnTo>
                  <a:lnTo>
                    <a:pt x="78981" y="10934"/>
                  </a:lnTo>
                  <a:lnTo>
                    <a:pt x="78981" y="30175"/>
                  </a:lnTo>
                  <a:lnTo>
                    <a:pt x="94716" y="48755"/>
                  </a:lnTo>
                  <a:lnTo>
                    <a:pt x="94970" y="48755"/>
                  </a:lnTo>
                  <a:lnTo>
                    <a:pt x="94970" y="325361"/>
                  </a:lnTo>
                  <a:lnTo>
                    <a:pt x="127127" y="325361"/>
                  </a:lnTo>
                  <a:lnTo>
                    <a:pt x="157441" y="325361"/>
                  </a:lnTo>
                  <a:lnTo>
                    <a:pt x="157441" y="48755"/>
                  </a:lnTo>
                  <a:lnTo>
                    <a:pt x="157238" y="48755"/>
                  </a:lnTo>
                  <a:lnTo>
                    <a:pt x="173786" y="30175"/>
                  </a:lnTo>
                  <a:lnTo>
                    <a:pt x="173786" y="10934"/>
                  </a:lnTo>
                  <a:lnTo>
                    <a:pt x="173786" y="0"/>
                  </a:lnTo>
                  <a:close/>
                </a:path>
                <a:path w="250825" h="2040890">
                  <a:moveTo>
                    <a:pt x="250609" y="1735035"/>
                  </a:moveTo>
                  <a:lnTo>
                    <a:pt x="0" y="1735035"/>
                  </a:lnTo>
                  <a:lnTo>
                    <a:pt x="0" y="1757324"/>
                  </a:lnTo>
                  <a:lnTo>
                    <a:pt x="21831" y="1757324"/>
                  </a:lnTo>
                  <a:lnTo>
                    <a:pt x="21831" y="2040318"/>
                  </a:lnTo>
                  <a:lnTo>
                    <a:pt x="228777" y="2040318"/>
                  </a:lnTo>
                  <a:lnTo>
                    <a:pt x="228777" y="1757324"/>
                  </a:lnTo>
                  <a:lnTo>
                    <a:pt x="250609" y="1757324"/>
                  </a:lnTo>
                  <a:lnTo>
                    <a:pt x="250609" y="1735035"/>
                  </a:lnTo>
                  <a:close/>
                </a:path>
              </a:pathLst>
            </a:custGeom>
            <a:solidFill>
              <a:srgbClr val="CFE2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 descr=""/>
            <p:cNvSpPr/>
            <p:nvPr/>
          </p:nvSpPr>
          <p:spPr>
            <a:xfrm>
              <a:off x="11346994" y="8072885"/>
              <a:ext cx="207010" cy="24765"/>
            </a:xfrm>
            <a:custGeom>
              <a:avLst/>
              <a:gdLst/>
              <a:ahLst/>
              <a:cxnLst/>
              <a:rect l="l" t="t" r="r" b="b"/>
              <a:pathLst>
                <a:path w="207009" h="24765">
                  <a:moveTo>
                    <a:pt x="206957" y="0"/>
                  </a:moveTo>
                  <a:lnTo>
                    <a:pt x="0" y="0"/>
                  </a:lnTo>
                  <a:lnTo>
                    <a:pt x="0" y="24407"/>
                  </a:lnTo>
                  <a:lnTo>
                    <a:pt x="206957" y="24407"/>
                  </a:lnTo>
                  <a:lnTo>
                    <a:pt x="206957" y="0"/>
                  </a:lnTo>
                  <a:close/>
                </a:path>
              </a:pathLst>
            </a:custGeom>
            <a:solidFill>
              <a:srgbClr val="CFE2AD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 descr=""/>
            <p:cNvSpPr/>
            <p:nvPr/>
          </p:nvSpPr>
          <p:spPr>
            <a:xfrm>
              <a:off x="11372228" y="6695356"/>
              <a:ext cx="157480" cy="1648460"/>
            </a:xfrm>
            <a:custGeom>
              <a:avLst/>
              <a:gdLst/>
              <a:ahLst/>
              <a:cxnLst/>
              <a:rect l="l" t="t" r="r" b="b"/>
              <a:pathLst>
                <a:path w="157479" h="1648459">
                  <a:moveTo>
                    <a:pt x="40932" y="587273"/>
                  </a:moveTo>
                  <a:lnTo>
                    <a:pt x="0" y="587273"/>
                  </a:lnTo>
                  <a:lnTo>
                    <a:pt x="0" y="1355255"/>
                  </a:lnTo>
                  <a:lnTo>
                    <a:pt x="40932" y="1355255"/>
                  </a:lnTo>
                  <a:lnTo>
                    <a:pt x="40932" y="587273"/>
                  </a:lnTo>
                  <a:close/>
                </a:path>
                <a:path w="157479" h="1648459">
                  <a:moveTo>
                    <a:pt x="120053" y="1590929"/>
                  </a:moveTo>
                  <a:lnTo>
                    <a:pt x="36410" y="1590929"/>
                  </a:lnTo>
                  <a:lnTo>
                    <a:pt x="39700" y="1613242"/>
                  </a:lnTo>
                  <a:lnTo>
                    <a:pt x="48666" y="1631454"/>
                  </a:lnTo>
                  <a:lnTo>
                    <a:pt x="61950" y="1643735"/>
                  </a:lnTo>
                  <a:lnTo>
                    <a:pt x="78232" y="1648244"/>
                  </a:lnTo>
                  <a:lnTo>
                    <a:pt x="94513" y="1643735"/>
                  </a:lnTo>
                  <a:lnTo>
                    <a:pt x="107810" y="1631454"/>
                  </a:lnTo>
                  <a:lnTo>
                    <a:pt x="116763" y="1613242"/>
                  </a:lnTo>
                  <a:lnTo>
                    <a:pt x="120053" y="1590929"/>
                  </a:lnTo>
                  <a:close/>
                </a:path>
                <a:path w="157479" h="1648459">
                  <a:moveTo>
                    <a:pt x="133946" y="0"/>
                  </a:moveTo>
                  <a:lnTo>
                    <a:pt x="24688" y="0"/>
                  </a:lnTo>
                  <a:lnTo>
                    <a:pt x="24688" y="556082"/>
                  </a:lnTo>
                  <a:lnTo>
                    <a:pt x="133946" y="556082"/>
                  </a:lnTo>
                  <a:lnTo>
                    <a:pt x="133946" y="0"/>
                  </a:lnTo>
                  <a:close/>
                </a:path>
                <a:path w="157479" h="1648459">
                  <a:moveTo>
                    <a:pt x="157099" y="587273"/>
                  </a:moveTo>
                  <a:lnTo>
                    <a:pt x="116408" y="587273"/>
                  </a:lnTo>
                  <a:lnTo>
                    <a:pt x="116154" y="587273"/>
                  </a:lnTo>
                  <a:lnTo>
                    <a:pt x="40944" y="587273"/>
                  </a:lnTo>
                  <a:lnTo>
                    <a:pt x="40944" y="1355255"/>
                  </a:lnTo>
                  <a:lnTo>
                    <a:pt x="116154" y="1355255"/>
                  </a:lnTo>
                  <a:lnTo>
                    <a:pt x="116408" y="1355255"/>
                  </a:lnTo>
                  <a:lnTo>
                    <a:pt x="157099" y="1355255"/>
                  </a:lnTo>
                  <a:lnTo>
                    <a:pt x="157099" y="587273"/>
                  </a:lnTo>
                  <a:close/>
                </a:path>
              </a:pathLst>
            </a:custGeom>
            <a:solidFill>
              <a:srgbClr val="CFE2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 descr=""/>
            <p:cNvSpPr/>
            <p:nvPr/>
          </p:nvSpPr>
          <p:spPr>
            <a:xfrm>
              <a:off x="11372228" y="7485919"/>
              <a:ext cx="157480" cy="437515"/>
            </a:xfrm>
            <a:custGeom>
              <a:avLst/>
              <a:gdLst/>
              <a:ahLst/>
              <a:cxnLst/>
              <a:rect l="l" t="t" r="r" b="b"/>
              <a:pathLst>
                <a:path w="157479" h="437515">
                  <a:moveTo>
                    <a:pt x="157099" y="353339"/>
                  </a:moveTo>
                  <a:lnTo>
                    <a:pt x="0" y="353339"/>
                  </a:lnTo>
                  <a:lnTo>
                    <a:pt x="0" y="375920"/>
                  </a:lnTo>
                  <a:lnTo>
                    <a:pt x="157099" y="375920"/>
                  </a:lnTo>
                  <a:lnTo>
                    <a:pt x="157099" y="353339"/>
                  </a:lnTo>
                  <a:close/>
                </a:path>
                <a:path w="157479" h="437515">
                  <a:moveTo>
                    <a:pt x="157226" y="414655"/>
                  </a:moveTo>
                  <a:lnTo>
                    <a:pt x="127" y="414655"/>
                  </a:lnTo>
                  <a:lnTo>
                    <a:pt x="127" y="437235"/>
                  </a:lnTo>
                  <a:lnTo>
                    <a:pt x="157226" y="437235"/>
                  </a:lnTo>
                  <a:lnTo>
                    <a:pt x="157226" y="414655"/>
                  </a:lnTo>
                  <a:close/>
                </a:path>
                <a:path w="157479" h="437515">
                  <a:moveTo>
                    <a:pt x="157226" y="61315"/>
                  </a:moveTo>
                  <a:lnTo>
                    <a:pt x="127" y="61315"/>
                  </a:lnTo>
                  <a:lnTo>
                    <a:pt x="127" y="83896"/>
                  </a:lnTo>
                  <a:lnTo>
                    <a:pt x="157226" y="83896"/>
                  </a:lnTo>
                  <a:lnTo>
                    <a:pt x="157226" y="61315"/>
                  </a:lnTo>
                  <a:close/>
                </a:path>
                <a:path w="157479" h="437515">
                  <a:moveTo>
                    <a:pt x="157226" y="0"/>
                  </a:moveTo>
                  <a:lnTo>
                    <a:pt x="127" y="0"/>
                  </a:lnTo>
                  <a:lnTo>
                    <a:pt x="127" y="22593"/>
                  </a:lnTo>
                  <a:lnTo>
                    <a:pt x="157226" y="22593"/>
                  </a:lnTo>
                  <a:lnTo>
                    <a:pt x="157226" y="0"/>
                  </a:lnTo>
                  <a:close/>
                </a:path>
              </a:pathLst>
            </a:custGeom>
            <a:solidFill>
              <a:srgbClr val="CFE2AD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64" name="object 264" descr="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11332681" y="7233685"/>
              <a:ext cx="238380" cy="79058"/>
            </a:xfrm>
            <a:prstGeom prst="rect">
              <a:avLst/>
            </a:prstGeom>
          </p:spPr>
        </p:pic>
        <p:pic>
          <p:nvPicPr>
            <p:cNvPr id="265" name="object 265" descr="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11368941" y="6625169"/>
              <a:ext cx="165858" cy="70181"/>
            </a:xfrm>
            <a:prstGeom prst="rect">
              <a:avLst/>
            </a:prstGeom>
          </p:spPr>
        </p:pic>
        <p:sp>
          <p:nvSpPr>
            <p:cNvPr id="266" name="object 266" descr=""/>
            <p:cNvSpPr/>
            <p:nvPr/>
          </p:nvSpPr>
          <p:spPr>
            <a:xfrm>
              <a:off x="10111092" y="7088511"/>
              <a:ext cx="9189720" cy="1276350"/>
            </a:xfrm>
            <a:custGeom>
              <a:avLst/>
              <a:gdLst/>
              <a:ahLst/>
              <a:cxnLst/>
              <a:rect l="l" t="t" r="r" b="b"/>
              <a:pathLst>
                <a:path w="9189719" h="1276350">
                  <a:moveTo>
                    <a:pt x="635609" y="1276197"/>
                  </a:moveTo>
                  <a:lnTo>
                    <a:pt x="593318" y="1163040"/>
                  </a:lnTo>
                  <a:lnTo>
                    <a:pt x="548360" y="1103757"/>
                  </a:lnTo>
                  <a:lnTo>
                    <a:pt x="472973" y="1078928"/>
                  </a:lnTo>
                  <a:lnTo>
                    <a:pt x="339369" y="1069136"/>
                  </a:lnTo>
                  <a:lnTo>
                    <a:pt x="339369" y="1056220"/>
                  </a:lnTo>
                  <a:lnTo>
                    <a:pt x="336892" y="1053744"/>
                  </a:lnTo>
                  <a:lnTo>
                    <a:pt x="327025" y="1053744"/>
                  </a:lnTo>
                  <a:lnTo>
                    <a:pt x="327025" y="1020356"/>
                  </a:lnTo>
                  <a:lnTo>
                    <a:pt x="325412" y="1018336"/>
                  </a:lnTo>
                  <a:lnTo>
                    <a:pt x="323202" y="1017612"/>
                  </a:lnTo>
                  <a:lnTo>
                    <a:pt x="323202" y="985647"/>
                  </a:lnTo>
                  <a:lnTo>
                    <a:pt x="322427" y="984427"/>
                  </a:lnTo>
                  <a:lnTo>
                    <a:pt x="321297" y="983665"/>
                  </a:lnTo>
                  <a:lnTo>
                    <a:pt x="321297" y="950442"/>
                  </a:lnTo>
                  <a:lnTo>
                    <a:pt x="319786" y="948918"/>
                  </a:lnTo>
                  <a:lnTo>
                    <a:pt x="315823" y="948918"/>
                  </a:lnTo>
                  <a:lnTo>
                    <a:pt x="314312" y="950442"/>
                  </a:lnTo>
                  <a:lnTo>
                    <a:pt x="314312" y="983665"/>
                  </a:lnTo>
                  <a:lnTo>
                    <a:pt x="313194" y="984427"/>
                  </a:lnTo>
                  <a:lnTo>
                    <a:pt x="312407" y="985647"/>
                  </a:lnTo>
                  <a:lnTo>
                    <a:pt x="312407" y="1017612"/>
                  </a:lnTo>
                  <a:lnTo>
                    <a:pt x="310197" y="1018336"/>
                  </a:lnTo>
                  <a:lnTo>
                    <a:pt x="308584" y="1020356"/>
                  </a:lnTo>
                  <a:lnTo>
                    <a:pt x="308584" y="1053744"/>
                  </a:lnTo>
                  <a:lnTo>
                    <a:pt x="298716" y="1053744"/>
                  </a:lnTo>
                  <a:lnTo>
                    <a:pt x="296240" y="1056220"/>
                  </a:lnTo>
                  <a:lnTo>
                    <a:pt x="296240" y="1069136"/>
                  </a:lnTo>
                  <a:lnTo>
                    <a:pt x="153225" y="1106411"/>
                  </a:lnTo>
                  <a:lnTo>
                    <a:pt x="62141" y="1177036"/>
                  </a:lnTo>
                  <a:lnTo>
                    <a:pt x="14046" y="1245489"/>
                  </a:lnTo>
                  <a:lnTo>
                    <a:pt x="0" y="1276197"/>
                  </a:lnTo>
                  <a:lnTo>
                    <a:pt x="635609" y="1276197"/>
                  </a:lnTo>
                  <a:close/>
                </a:path>
                <a:path w="9189719" h="1276350">
                  <a:moveTo>
                    <a:pt x="9189606" y="673608"/>
                  </a:moveTo>
                  <a:lnTo>
                    <a:pt x="9102560" y="440702"/>
                  </a:lnTo>
                  <a:lnTo>
                    <a:pt x="9010028" y="318668"/>
                  </a:lnTo>
                  <a:lnTo>
                    <a:pt x="8854859" y="267563"/>
                  </a:lnTo>
                  <a:lnTo>
                    <a:pt x="8579891" y="247421"/>
                  </a:lnTo>
                  <a:lnTo>
                    <a:pt x="8579891" y="220827"/>
                  </a:lnTo>
                  <a:lnTo>
                    <a:pt x="8574786" y="215734"/>
                  </a:lnTo>
                  <a:lnTo>
                    <a:pt x="8554479" y="215734"/>
                  </a:lnTo>
                  <a:lnTo>
                    <a:pt x="8554479" y="147002"/>
                  </a:lnTo>
                  <a:lnTo>
                    <a:pt x="8551139" y="142862"/>
                  </a:lnTo>
                  <a:lnTo>
                    <a:pt x="8546592" y="141376"/>
                  </a:lnTo>
                  <a:lnTo>
                    <a:pt x="8546592" y="75565"/>
                  </a:lnTo>
                  <a:lnTo>
                    <a:pt x="8544992" y="73063"/>
                  </a:lnTo>
                  <a:lnTo>
                    <a:pt x="8542706" y="71501"/>
                  </a:lnTo>
                  <a:lnTo>
                    <a:pt x="8542706" y="3124"/>
                  </a:lnTo>
                  <a:lnTo>
                    <a:pt x="8539569" y="0"/>
                  </a:lnTo>
                  <a:lnTo>
                    <a:pt x="8531428" y="0"/>
                  </a:lnTo>
                  <a:lnTo>
                    <a:pt x="8528304" y="3124"/>
                  </a:lnTo>
                  <a:lnTo>
                    <a:pt x="8528304" y="71501"/>
                  </a:lnTo>
                  <a:lnTo>
                    <a:pt x="8526005" y="73063"/>
                  </a:lnTo>
                  <a:lnTo>
                    <a:pt x="8524405" y="75565"/>
                  </a:lnTo>
                  <a:lnTo>
                    <a:pt x="8524405" y="141376"/>
                  </a:lnTo>
                  <a:lnTo>
                    <a:pt x="8519858" y="142862"/>
                  </a:lnTo>
                  <a:lnTo>
                    <a:pt x="8516518" y="147002"/>
                  </a:lnTo>
                  <a:lnTo>
                    <a:pt x="8516518" y="215734"/>
                  </a:lnTo>
                  <a:lnTo>
                    <a:pt x="8496211" y="215734"/>
                  </a:lnTo>
                  <a:lnTo>
                    <a:pt x="8491106" y="220827"/>
                  </a:lnTo>
                  <a:lnTo>
                    <a:pt x="8491106" y="247421"/>
                  </a:lnTo>
                  <a:lnTo>
                    <a:pt x="8196758" y="324129"/>
                  </a:lnTo>
                  <a:lnTo>
                    <a:pt x="8009293" y="469506"/>
                  </a:lnTo>
                  <a:lnTo>
                    <a:pt x="7910309" y="610387"/>
                  </a:lnTo>
                  <a:lnTo>
                    <a:pt x="7881404" y="673608"/>
                  </a:lnTo>
                  <a:lnTo>
                    <a:pt x="9189606" y="673608"/>
                  </a:lnTo>
                  <a:close/>
                </a:path>
              </a:pathLst>
            </a:custGeom>
            <a:solidFill>
              <a:srgbClr val="CFE2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 descr=""/>
            <p:cNvSpPr/>
            <p:nvPr/>
          </p:nvSpPr>
          <p:spPr>
            <a:xfrm>
              <a:off x="10641800" y="7795215"/>
              <a:ext cx="1089025" cy="560705"/>
            </a:xfrm>
            <a:custGeom>
              <a:avLst/>
              <a:gdLst/>
              <a:ahLst/>
              <a:cxnLst/>
              <a:rect l="l" t="t" r="r" b="b"/>
              <a:pathLst>
                <a:path w="1089025" h="560704">
                  <a:moveTo>
                    <a:pt x="1088910" y="560692"/>
                  </a:moveTo>
                  <a:lnTo>
                    <a:pt x="1011872" y="355041"/>
                  </a:lnTo>
                  <a:lnTo>
                    <a:pt x="929474" y="249440"/>
                  </a:lnTo>
                  <a:lnTo>
                    <a:pt x="790689" y="210527"/>
                  </a:lnTo>
                  <a:lnTo>
                    <a:pt x="581406" y="205816"/>
                  </a:lnTo>
                  <a:lnTo>
                    <a:pt x="581406" y="183819"/>
                  </a:lnTo>
                  <a:lnTo>
                    <a:pt x="577151" y="179565"/>
                  </a:lnTo>
                  <a:lnTo>
                    <a:pt x="571919" y="179565"/>
                  </a:lnTo>
                  <a:lnTo>
                    <a:pt x="560260" y="179565"/>
                  </a:lnTo>
                  <a:lnTo>
                    <a:pt x="560260" y="121335"/>
                  </a:lnTo>
                  <a:lnTo>
                    <a:pt x="556018" y="117094"/>
                  </a:lnTo>
                  <a:lnTo>
                    <a:pt x="553694" y="117094"/>
                  </a:lnTo>
                  <a:lnTo>
                    <a:pt x="553694" y="61391"/>
                  </a:lnTo>
                  <a:lnTo>
                    <a:pt x="550456" y="58153"/>
                  </a:lnTo>
                  <a:lnTo>
                    <a:pt x="550456" y="2603"/>
                  </a:lnTo>
                  <a:lnTo>
                    <a:pt x="547839" y="0"/>
                  </a:lnTo>
                  <a:lnTo>
                    <a:pt x="544626" y="0"/>
                  </a:lnTo>
                  <a:lnTo>
                    <a:pt x="541070" y="0"/>
                  </a:lnTo>
                  <a:lnTo>
                    <a:pt x="538454" y="2603"/>
                  </a:lnTo>
                  <a:lnTo>
                    <a:pt x="538454" y="58166"/>
                  </a:lnTo>
                  <a:lnTo>
                    <a:pt x="535216" y="61391"/>
                  </a:lnTo>
                  <a:lnTo>
                    <a:pt x="535216" y="117094"/>
                  </a:lnTo>
                  <a:lnTo>
                    <a:pt x="532892" y="117094"/>
                  </a:lnTo>
                  <a:lnTo>
                    <a:pt x="528662" y="121335"/>
                  </a:lnTo>
                  <a:lnTo>
                    <a:pt x="528662" y="179565"/>
                  </a:lnTo>
                  <a:lnTo>
                    <a:pt x="511746" y="179565"/>
                  </a:lnTo>
                  <a:lnTo>
                    <a:pt x="507504" y="183819"/>
                  </a:lnTo>
                  <a:lnTo>
                    <a:pt x="507504" y="210261"/>
                  </a:lnTo>
                  <a:lnTo>
                    <a:pt x="519404" y="210261"/>
                  </a:lnTo>
                  <a:lnTo>
                    <a:pt x="281089" y="260553"/>
                  </a:lnTo>
                  <a:lnTo>
                    <a:pt x="113741" y="382828"/>
                  </a:lnTo>
                  <a:lnTo>
                    <a:pt x="25641" y="505104"/>
                  </a:lnTo>
                  <a:lnTo>
                    <a:pt x="0" y="560692"/>
                  </a:lnTo>
                  <a:lnTo>
                    <a:pt x="1088910" y="560692"/>
                  </a:lnTo>
                  <a:close/>
                </a:path>
              </a:pathLst>
            </a:custGeom>
            <a:solidFill>
              <a:srgbClr val="FADF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 descr=""/>
            <p:cNvSpPr/>
            <p:nvPr/>
          </p:nvSpPr>
          <p:spPr>
            <a:xfrm>
              <a:off x="10995679" y="8137782"/>
              <a:ext cx="668020" cy="218440"/>
            </a:xfrm>
            <a:custGeom>
              <a:avLst/>
              <a:gdLst/>
              <a:ahLst/>
              <a:cxnLst/>
              <a:rect l="l" t="t" r="r" b="b"/>
              <a:pathLst>
                <a:path w="668020" h="218440">
                  <a:moveTo>
                    <a:pt x="333843" y="0"/>
                  </a:moveTo>
                  <a:lnTo>
                    <a:pt x="172353" y="34081"/>
                  </a:lnTo>
                  <a:lnTo>
                    <a:pt x="69742" y="109059"/>
                  </a:lnTo>
                  <a:lnTo>
                    <a:pt x="15720" y="184037"/>
                  </a:lnTo>
                  <a:lnTo>
                    <a:pt x="0" y="218119"/>
                  </a:lnTo>
                  <a:lnTo>
                    <a:pt x="667686" y="218119"/>
                  </a:lnTo>
                  <a:lnTo>
                    <a:pt x="620451" y="92018"/>
                  </a:lnTo>
                  <a:lnTo>
                    <a:pt x="569931" y="27264"/>
                  </a:lnTo>
                  <a:lnTo>
                    <a:pt x="484828" y="3408"/>
                  </a:lnTo>
                  <a:lnTo>
                    <a:pt x="333843" y="0"/>
                  </a:lnTo>
                  <a:close/>
                </a:path>
              </a:pathLst>
            </a:custGeom>
            <a:solidFill>
              <a:srgbClr val="FADFE1">
                <a:alpha val="369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 descr=""/>
            <p:cNvSpPr/>
            <p:nvPr/>
          </p:nvSpPr>
          <p:spPr>
            <a:xfrm>
              <a:off x="18156849" y="7493258"/>
              <a:ext cx="622935" cy="693420"/>
            </a:xfrm>
            <a:custGeom>
              <a:avLst/>
              <a:gdLst/>
              <a:ahLst/>
              <a:cxnLst/>
              <a:rect l="l" t="t" r="r" b="b"/>
              <a:pathLst>
                <a:path w="622934" h="693420">
                  <a:moveTo>
                    <a:pt x="0" y="692868"/>
                  </a:moveTo>
                  <a:lnTo>
                    <a:pt x="622588" y="692868"/>
                  </a:lnTo>
                  <a:lnTo>
                    <a:pt x="622588" y="0"/>
                  </a:lnTo>
                  <a:lnTo>
                    <a:pt x="0" y="0"/>
                  </a:lnTo>
                  <a:lnTo>
                    <a:pt x="0" y="692868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 descr=""/>
            <p:cNvSpPr/>
            <p:nvPr/>
          </p:nvSpPr>
          <p:spPr>
            <a:xfrm>
              <a:off x="17569840" y="7076497"/>
              <a:ext cx="590550" cy="1578610"/>
            </a:xfrm>
            <a:custGeom>
              <a:avLst/>
              <a:gdLst/>
              <a:ahLst/>
              <a:cxnLst/>
              <a:rect l="l" t="t" r="r" b="b"/>
              <a:pathLst>
                <a:path w="590550" h="1578609">
                  <a:moveTo>
                    <a:pt x="590308" y="0"/>
                  </a:moveTo>
                  <a:lnTo>
                    <a:pt x="0" y="0"/>
                  </a:lnTo>
                  <a:lnTo>
                    <a:pt x="0" y="299707"/>
                  </a:lnTo>
                  <a:lnTo>
                    <a:pt x="0" y="685622"/>
                  </a:lnTo>
                  <a:lnTo>
                    <a:pt x="170916" y="685622"/>
                  </a:lnTo>
                  <a:lnTo>
                    <a:pt x="170916" y="1578419"/>
                  </a:lnTo>
                  <a:lnTo>
                    <a:pt x="590308" y="1578419"/>
                  </a:lnTo>
                  <a:lnTo>
                    <a:pt x="590308" y="685622"/>
                  </a:lnTo>
                  <a:lnTo>
                    <a:pt x="590308" y="299707"/>
                  </a:lnTo>
                  <a:lnTo>
                    <a:pt x="590308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 descr=""/>
            <p:cNvSpPr/>
            <p:nvPr/>
          </p:nvSpPr>
          <p:spPr>
            <a:xfrm>
              <a:off x="17841141" y="7474683"/>
              <a:ext cx="48260" cy="111760"/>
            </a:xfrm>
            <a:custGeom>
              <a:avLst/>
              <a:gdLst/>
              <a:ahLst/>
              <a:cxnLst/>
              <a:rect l="l" t="t" r="r" b="b"/>
              <a:pathLst>
                <a:path w="48259" h="111759">
                  <a:moveTo>
                    <a:pt x="47726" y="0"/>
                  </a:moveTo>
                  <a:lnTo>
                    <a:pt x="0" y="0"/>
                  </a:lnTo>
                  <a:lnTo>
                    <a:pt x="0" y="111326"/>
                  </a:lnTo>
                  <a:lnTo>
                    <a:pt x="47726" y="111326"/>
                  </a:lnTo>
                  <a:lnTo>
                    <a:pt x="47726" y="0"/>
                  </a:lnTo>
                  <a:close/>
                </a:path>
              </a:pathLst>
            </a:custGeom>
            <a:solidFill>
              <a:srgbClr val="CCCC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 descr=""/>
            <p:cNvSpPr/>
            <p:nvPr/>
          </p:nvSpPr>
          <p:spPr>
            <a:xfrm>
              <a:off x="16757270" y="6105404"/>
              <a:ext cx="102870" cy="211454"/>
            </a:xfrm>
            <a:custGeom>
              <a:avLst/>
              <a:gdLst/>
              <a:ahLst/>
              <a:cxnLst/>
              <a:rect l="l" t="t" r="r" b="b"/>
              <a:pathLst>
                <a:path w="102869" h="211454">
                  <a:moveTo>
                    <a:pt x="102641" y="174561"/>
                  </a:moveTo>
                  <a:lnTo>
                    <a:pt x="96735" y="168656"/>
                  </a:lnTo>
                  <a:lnTo>
                    <a:pt x="89458" y="168656"/>
                  </a:lnTo>
                  <a:lnTo>
                    <a:pt x="73266" y="168656"/>
                  </a:lnTo>
                  <a:lnTo>
                    <a:pt x="73266" y="87769"/>
                  </a:lnTo>
                  <a:lnTo>
                    <a:pt x="67373" y="81889"/>
                  </a:lnTo>
                  <a:lnTo>
                    <a:pt x="64135" y="81889"/>
                  </a:lnTo>
                  <a:lnTo>
                    <a:pt x="64135" y="4508"/>
                  </a:lnTo>
                  <a:lnTo>
                    <a:pt x="59651" y="0"/>
                  </a:lnTo>
                  <a:lnTo>
                    <a:pt x="54102" y="0"/>
                  </a:lnTo>
                  <a:lnTo>
                    <a:pt x="42989" y="0"/>
                  </a:lnTo>
                  <a:lnTo>
                    <a:pt x="38493" y="4508"/>
                  </a:lnTo>
                  <a:lnTo>
                    <a:pt x="38493" y="81889"/>
                  </a:lnTo>
                  <a:lnTo>
                    <a:pt x="35255" y="81889"/>
                  </a:lnTo>
                  <a:lnTo>
                    <a:pt x="29362" y="87769"/>
                  </a:lnTo>
                  <a:lnTo>
                    <a:pt x="29362" y="168656"/>
                  </a:lnTo>
                  <a:lnTo>
                    <a:pt x="5892" y="168656"/>
                  </a:lnTo>
                  <a:lnTo>
                    <a:pt x="0" y="174561"/>
                  </a:lnTo>
                  <a:lnTo>
                    <a:pt x="0" y="211277"/>
                  </a:lnTo>
                  <a:lnTo>
                    <a:pt x="102641" y="211277"/>
                  </a:lnTo>
                  <a:lnTo>
                    <a:pt x="102641" y="174561"/>
                  </a:lnTo>
                  <a:close/>
                </a:path>
              </a:pathLst>
            </a:custGeom>
            <a:solidFill>
              <a:srgbClr val="82CFC1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3" name="object 273" descr=""/>
          <p:cNvSpPr/>
          <p:nvPr/>
        </p:nvSpPr>
        <p:spPr>
          <a:xfrm>
            <a:off x="16800269" y="6024631"/>
            <a:ext cx="17145" cy="86995"/>
          </a:xfrm>
          <a:custGeom>
            <a:avLst/>
            <a:gdLst/>
            <a:ahLst/>
            <a:cxnLst/>
            <a:rect l="l" t="t" r="r" b="b"/>
            <a:pathLst>
              <a:path w="17144" h="86995">
                <a:moveTo>
                  <a:pt x="13025" y="0"/>
                </a:moveTo>
                <a:lnTo>
                  <a:pt x="8554" y="0"/>
                </a:lnTo>
                <a:lnTo>
                  <a:pt x="3622" y="0"/>
                </a:lnTo>
                <a:lnTo>
                  <a:pt x="0" y="3622"/>
                </a:lnTo>
                <a:lnTo>
                  <a:pt x="0" y="86772"/>
                </a:lnTo>
                <a:lnTo>
                  <a:pt x="16648" y="86772"/>
                </a:lnTo>
                <a:lnTo>
                  <a:pt x="16648" y="3622"/>
                </a:lnTo>
                <a:lnTo>
                  <a:pt x="13025" y="0"/>
                </a:lnTo>
                <a:close/>
              </a:path>
            </a:pathLst>
          </a:custGeom>
          <a:solidFill>
            <a:srgbClr val="82CFC1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74" name="object 274" descr=""/>
          <p:cNvGrpSpPr/>
          <p:nvPr/>
        </p:nvGrpSpPr>
        <p:grpSpPr>
          <a:xfrm>
            <a:off x="15955712" y="6309338"/>
            <a:ext cx="1689100" cy="1458595"/>
            <a:chOff x="15955712" y="6309338"/>
            <a:chExt cx="1689100" cy="1458595"/>
          </a:xfrm>
        </p:grpSpPr>
        <p:sp>
          <p:nvSpPr>
            <p:cNvPr id="275" name="object 275" descr=""/>
            <p:cNvSpPr/>
            <p:nvPr/>
          </p:nvSpPr>
          <p:spPr>
            <a:xfrm>
              <a:off x="16052342" y="6309338"/>
              <a:ext cx="1512570" cy="494665"/>
            </a:xfrm>
            <a:custGeom>
              <a:avLst/>
              <a:gdLst/>
              <a:ahLst/>
              <a:cxnLst/>
              <a:rect l="l" t="t" r="r" b="b"/>
              <a:pathLst>
                <a:path w="1512569" h="494665">
                  <a:moveTo>
                    <a:pt x="756249" y="0"/>
                  </a:moveTo>
                  <a:lnTo>
                    <a:pt x="390432" y="77203"/>
                  </a:lnTo>
                  <a:lnTo>
                    <a:pt x="157988" y="247050"/>
                  </a:lnTo>
                  <a:lnTo>
                    <a:pt x="35612" y="416896"/>
                  </a:lnTo>
                  <a:lnTo>
                    <a:pt x="0" y="494100"/>
                  </a:lnTo>
                  <a:lnTo>
                    <a:pt x="1512498" y="494100"/>
                  </a:lnTo>
                  <a:lnTo>
                    <a:pt x="1405501" y="208448"/>
                  </a:lnTo>
                  <a:lnTo>
                    <a:pt x="1291060" y="61762"/>
                  </a:lnTo>
                  <a:lnTo>
                    <a:pt x="1098275" y="7720"/>
                  </a:lnTo>
                  <a:lnTo>
                    <a:pt x="756249" y="0"/>
                  </a:lnTo>
                  <a:close/>
                </a:path>
              </a:pathLst>
            </a:custGeom>
            <a:solidFill>
              <a:srgbClr val="FADF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 descr=""/>
            <p:cNvSpPr/>
            <p:nvPr/>
          </p:nvSpPr>
          <p:spPr>
            <a:xfrm>
              <a:off x="16543873" y="6500469"/>
              <a:ext cx="927735" cy="303530"/>
            </a:xfrm>
            <a:custGeom>
              <a:avLst/>
              <a:gdLst/>
              <a:ahLst/>
              <a:cxnLst/>
              <a:rect l="l" t="t" r="r" b="b"/>
              <a:pathLst>
                <a:path w="927734" h="303529">
                  <a:moveTo>
                    <a:pt x="463713" y="0"/>
                  </a:moveTo>
                  <a:lnTo>
                    <a:pt x="239401" y="47338"/>
                  </a:lnTo>
                  <a:lnTo>
                    <a:pt x="96872" y="151482"/>
                  </a:lnTo>
                  <a:lnTo>
                    <a:pt x="21836" y="255626"/>
                  </a:lnTo>
                  <a:lnTo>
                    <a:pt x="0" y="302964"/>
                  </a:lnTo>
                  <a:lnTo>
                    <a:pt x="927427" y="302964"/>
                  </a:lnTo>
                  <a:lnTo>
                    <a:pt x="861813" y="127813"/>
                  </a:lnTo>
                  <a:lnTo>
                    <a:pt x="791638" y="37870"/>
                  </a:lnTo>
                  <a:lnTo>
                    <a:pt x="673429" y="4733"/>
                  </a:lnTo>
                  <a:lnTo>
                    <a:pt x="463713" y="0"/>
                  </a:lnTo>
                  <a:close/>
                </a:path>
              </a:pathLst>
            </a:custGeom>
            <a:solidFill>
              <a:srgbClr val="9DDCF8">
                <a:alpha val="369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 descr=""/>
            <p:cNvSpPr/>
            <p:nvPr/>
          </p:nvSpPr>
          <p:spPr>
            <a:xfrm>
              <a:off x="15955712" y="6803437"/>
              <a:ext cx="1689100" cy="116205"/>
            </a:xfrm>
            <a:custGeom>
              <a:avLst/>
              <a:gdLst/>
              <a:ahLst/>
              <a:cxnLst/>
              <a:rect l="l" t="t" r="r" b="b"/>
              <a:pathLst>
                <a:path w="1689100" h="116204">
                  <a:moveTo>
                    <a:pt x="1689100" y="0"/>
                  </a:moveTo>
                  <a:lnTo>
                    <a:pt x="0" y="0"/>
                  </a:lnTo>
                  <a:lnTo>
                    <a:pt x="0" y="116122"/>
                  </a:lnTo>
                  <a:lnTo>
                    <a:pt x="1689100" y="116122"/>
                  </a:lnTo>
                  <a:lnTo>
                    <a:pt x="1689100" y="0"/>
                  </a:lnTo>
                  <a:close/>
                </a:path>
              </a:pathLst>
            </a:custGeom>
            <a:solidFill>
              <a:srgbClr val="82CF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 descr=""/>
            <p:cNvSpPr/>
            <p:nvPr/>
          </p:nvSpPr>
          <p:spPr>
            <a:xfrm>
              <a:off x="16047326" y="6919563"/>
              <a:ext cx="1522730" cy="848360"/>
            </a:xfrm>
            <a:custGeom>
              <a:avLst/>
              <a:gdLst/>
              <a:ahLst/>
              <a:cxnLst/>
              <a:rect l="l" t="t" r="r" b="b"/>
              <a:pathLst>
                <a:path w="1522730" h="848359">
                  <a:moveTo>
                    <a:pt x="1522526" y="0"/>
                  </a:moveTo>
                  <a:lnTo>
                    <a:pt x="761263" y="0"/>
                  </a:lnTo>
                  <a:lnTo>
                    <a:pt x="0" y="0"/>
                  </a:lnTo>
                  <a:lnTo>
                    <a:pt x="0" y="663752"/>
                  </a:lnTo>
                  <a:lnTo>
                    <a:pt x="0" y="848004"/>
                  </a:lnTo>
                  <a:lnTo>
                    <a:pt x="1522526" y="848004"/>
                  </a:lnTo>
                  <a:lnTo>
                    <a:pt x="1522526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 descr=""/>
            <p:cNvSpPr/>
            <p:nvPr/>
          </p:nvSpPr>
          <p:spPr>
            <a:xfrm>
              <a:off x="16663444" y="6989125"/>
              <a:ext cx="290830" cy="317500"/>
            </a:xfrm>
            <a:custGeom>
              <a:avLst/>
              <a:gdLst/>
              <a:ahLst/>
              <a:cxnLst/>
              <a:rect l="l" t="t" r="r" b="b"/>
              <a:pathLst>
                <a:path w="290830" h="317500">
                  <a:moveTo>
                    <a:pt x="145147" y="0"/>
                  </a:moveTo>
                  <a:lnTo>
                    <a:pt x="89039" y="36633"/>
                  </a:lnTo>
                  <a:lnTo>
                    <a:pt x="47747" y="76174"/>
                  </a:lnTo>
                  <a:lnTo>
                    <a:pt x="13980" y="124310"/>
                  </a:lnTo>
                  <a:lnTo>
                    <a:pt x="0" y="176874"/>
                  </a:lnTo>
                  <a:lnTo>
                    <a:pt x="0" y="317456"/>
                  </a:lnTo>
                  <a:lnTo>
                    <a:pt x="290294" y="317456"/>
                  </a:lnTo>
                  <a:lnTo>
                    <a:pt x="290294" y="176874"/>
                  </a:lnTo>
                  <a:lnTo>
                    <a:pt x="276314" y="124310"/>
                  </a:lnTo>
                  <a:lnTo>
                    <a:pt x="242547" y="76174"/>
                  </a:lnTo>
                  <a:lnTo>
                    <a:pt x="201255" y="36633"/>
                  </a:lnTo>
                  <a:lnTo>
                    <a:pt x="164701" y="9852"/>
                  </a:lnTo>
                  <a:lnTo>
                    <a:pt x="145147" y="0"/>
                  </a:lnTo>
                  <a:close/>
                </a:path>
              </a:pathLst>
            </a:custGeom>
            <a:solidFill>
              <a:srgbClr val="CCCC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 descr=""/>
            <p:cNvSpPr/>
            <p:nvPr/>
          </p:nvSpPr>
          <p:spPr>
            <a:xfrm>
              <a:off x="17155025" y="6989119"/>
              <a:ext cx="290830" cy="317500"/>
            </a:xfrm>
            <a:custGeom>
              <a:avLst/>
              <a:gdLst/>
              <a:ahLst/>
              <a:cxnLst/>
              <a:rect l="l" t="t" r="r" b="b"/>
              <a:pathLst>
                <a:path w="290830" h="317500">
                  <a:moveTo>
                    <a:pt x="145053" y="0"/>
                  </a:moveTo>
                  <a:lnTo>
                    <a:pt x="76933" y="47087"/>
                  </a:lnTo>
                  <a:lnTo>
                    <a:pt x="40218" y="85040"/>
                  </a:lnTo>
                  <a:lnTo>
                    <a:pt x="11561" y="129341"/>
                  </a:lnTo>
                  <a:lnTo>
                    <a:pt x="0" y="176916"/>
                  </a:lnTo>
                  <a:lnTo>
                    <a:pt x="0" y="317477"/>
                  </a:lnTo>
                  <a:lnTo>
                    <a:pt x="290221" y="317477"/>
                  </a:lnTo>
                  <a:lnTo>
                    <a:pt x="290221" y="176916"/>
                  </a:lnTo>
                  <a:lnTo>
                    <a:pt x="276240" y="124347"/>
                  </a:lnTo>
                  <a:lnTo>
                    <a:pt x="242472" y="76201"/>
                  </a:lnTo>
                  <a:lnTo>
                    <a:pt x="201177" y="36647"/>
                  </a:lnTo>
                  <a:lnTo>
                    <a:pt x="164617" y="9857"/>
                  </a:lnTo>
                  <a:lnTo>
                    <a:pt x="145053" y="0"/>
                  </a:lnTo>
                  <a:close/>
                </a:path>
              </a:pathLst>
            </a:custGeom>
            <a:solidFill>
              <a:srgbClr val="FADF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 descr=""/>
            <p:cNvSpPr/>
            <p:nvPr/>
          </p:nvSpPr>
          <p:spPr>
            <a:xfrm>
              <a:off x="17155026" y="7007670"/>
              <a:ext cx="225425" cy="299085"/>
            </a:xfrm>
            <a:custGeom>
              <a:avLst/>
              <a:gdLst/>
              <a:ahLst/>
              <a:cxnLst/>
              <a:rect l="l" t="t" r="r" b="b"/>
              <a:pathLst>
                <a:path w="225425" h="299084">
                  <a:moveTo>
                    <a:pt x="112666" y="0"/>
                  </a:moveTo>
                  <a:lnTo>
                    <a:pt x="76933" y="28534"/>
                  </a:lnTo>
                  <a:lnTo>
                    <a:pt x="40218" y="66491"/>
                  </a:lnTo>
                  <a:lnTo>
                    <a:pt x="11561" y="110795"/>
                  </a:lnTo>
                  <a:lnTo>
                    <a:pt x="0" y="158372"/>
                  </a:lnTo>
                  <a:lnTo>
                    <a:pt x="0" y="298922"/>
                  </a:lnTo>
                  <a:lnTo>
                    <a:pt x="225333" y="298922"/>
                  </a:lnTo>
                  <a:lnTo>
                    <a:pt x="225333" y="158372"/>
                  </a:lnTo>
                  <a:lnTo>
                    <a:pt x="213787" y="110810"/>
                  </a:lnTo>
                  <a:lnTo>
                    <a:pt x="185154" y="66530"/>
                  </a:lnTo>
                  <a:lnTo>
                    <a:pt x="148444" y="28578"/>
                  </a:lnTo>
                  <a:lnTo>
                    <a:pt x="112666" y="0"/>
                  </a:lnTo>
                  <a:close/>
                </a:path>
              </a:pathLst>
            </a:custGeom>
            <a:solidFill>
              <a:srgbClr val="CCCC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 descr=""/>
            <p:cNvSpPr/>
            <p:nvPr/>
          </p:nvSpPr>
          <p:spPr>
            <a:xfrm>
              <a:off x="16180068" y="6989119"/>
              <a:ext cx="290830" cy="317500"/>
            </a:xfrm>
            <a:custGeom>
              <a:avLst/>
              <a:gdLst/>
              <a:ahLst/>
              <a:cxnLst/>
              <a:rect l="l" t="t" r="r" b="b"/>
              <a:pathLst>
                <a:path w="290830" h="317500">
                  <a:moveTo>
                    <a:pt x="145168" y="0"/>
                  </a:moveTo>
                  <a:lnTo>
                    <a:pt x="89039" y="36647"/>
                  </a:lnTo>
                  <a:lnTo>
                    <a:pt x="47745" y="76201"/>
                  </a:lnTo>
                  <a:lnTo>
                    <a:pt x="13979" y="124347"/>
                  </a:lnTo>
                  <a:lnTo>
                    <a:pt x="0" y="176916"/>
                  </a:lnTo>
                  <a:lnTo>
                    <a:pt x="0" y="317477"/>
                  </a:lnTo>
                  <a:lnTo>
                    <a:pt x="290326" y="317477"/>
                  </a:lnTo>
                  <a:lnTo>
                    <a:pt x="290326" y="176916"/>
                  </a:lnTo>
                  <a:lnTo>
                    <a:pt x="279463" y="130851"/>
                  </a:lnTo>
                  <a:lnTo>
                    <a:pt x="252319" y="87740"/>
                  </a:lnTo>
                  <a:lnTo>
                    <a:pt x="217059" y="50386"/>
                  </a:lnTo>
                  <a:lnTo>
                    <a:pt x="181847" y="21590"/>
                  </a:lnTo>
                  <a:lnTo>
                    <a:pt x="145168" y="0"/>
                  </a:lnTo>
                  <a:close/>
                </a:path>
              </a:pathLst>
            </a:custGeom>
            <a:solidFill>
              <a:srgbClr val="FADF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 descr=""/>
            <p:cNvSpPr/>
            <p:nvPr/>
          </p:nvSpPr>
          <p:spPr>
            <a:xfrm>
              <a:off x="16253542" y="7010710"/>
              <a:ext cx="217170" cy="295910"/>
            </a:xfrm>
            <a:custGeom>
              <a:avLst/>
              <a:gdLst/>
              <a:ahLst/>
              <a:cxnLst/>
              <a:rect l="l" t="t" r="r" b="b"/>
              <a:pathLst>
                <a:path w="217169" h="295909">
                  <a:moveTo>
                    <a:pt x="108373" y="0"/>
                  </a:moveTo>
                  <a:lnTo>
                    <a:pt x="73222" y="28840"/>
                  </a:lnTo>
                  <a:lnTo>
                    <a:pt x="37993" y="66189"/>
                  </a:lnTo>
                  <a:lnTo>
                    <a:pt x="10860" y="109274"/>
                  </a:lnTo>
                  <a:lnTo>
                    <a:pt x="0" y="155325"/>
                  </a:lnTo>
                  <a:lnTo>
                    <a:pt x="0" y="295886"/>
                  </a:lnTo>
                  <a:lnTo>
                    <a:pt x="216852" y="295886"/>
                  </a:lnTo>
                  <a:lnTo>
                    <a:pt x="216852" y="155325"/>
                  </a:lnTo>
                  <a:lnTo>
                    <a:pt x="205989" y="109260"/>
                  </a:lnTo>
                  <a:lnTo>
                    <a:pt x="178845" y="66149"/>
                  </a:lnTo>
                  <a:lnTo>
                    <a:pt x="143584" y="28795"/>
                  </a:lnTo>
                  <a:lnTo>
                    <a:pt x="108373" y="0"/>
                  </a:lnTo>
                  <a:close/>
                </a:path>
              </a:pathLst>
            </a:custGeom>
            <a:solidFill>
              <a:srgbClr val="CCCCCC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84" name="object 284" descr=""/>
          <p:cNvGrpSpPr/>
          <p:nvPr/>
        </p:nvGrpSpPr>
        <p:grpSpPr>
          <a:xfrm>
            <a:off x="9912169" y="7762203"/>
            <a:ext cx="3367404" cy="1550035"/>
            <a:chOff x="9912169" y="7762203"/>
            <a:chExt cx="3367404" cy="1550035"/>
          </a:xfrm>
        </p:grpSpPr>
        <p:sp>
          <p:nvSpPr>
            <p:cNvPr id="285" name="object 285" descr=""/>
            <p:cNvSpPr/>
            <p:nvPr/>
          </p:nvSpPr>
          <p:spPr>
            <a:xfrm>
              <a:off x="9912169" y="8355892"/>
              <a:ext cx="1701800" cy="955675"/>
            </a:xfrm>
            <a:custGeom>
              <a:avLst/>
              <a:gdLst/>
              <a:ahLst/>
              <a:cxnLst/>
              <a:rect l="l" t="t" r="r" b="b"/>
              <a:pathLst>
                <a:path w="1701800" h="955675">
                  <a:moveTo>
                    <a:pt x="1701330" y="0"/>
                  </a:moveTo>
                  <a:lnTo>
                    <a:pt x="0" y="0"/>
                  </a:lnTo>
                  <a:lnTo>
                    <a:pt x="0" y="955614"/>
                  </a:lnTo>
                  <a:lnTo>
                    <a:pt x="1701330" y="955614"/>
                  </a:lnTo>
                  <a:lnTo>
                    <a:pt x="170133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 descr=""/>
            <p:cNvSpPr/>
            <p:nvPr/>
          </p:nvSpPr>
          <p:spPr>
            <a:xfrm>
              <a:off x="10001949" y="8842088"/>
              <a:ext cx="200660" cy="469900"/>
            </a:xfrm>
            <a:custGeom>
              <a:avLst/>
              <a:gdLst/>
              <a:ahLst/>
              <a:cxnLst/>
              <a:rect l="l" t="t" r="r" b="b"/>
              <a:pathLst>
                <a:path w="200659" h="469900">
                  <a:moveTo>
                    <a:pt x="107860" y="0"/>
                  </a:moveTo>
                  <a:lnTo>
                    <a:pt x="100237" y="0"/>
                  </a:lnTo>
                  <a:lnTo>
                    <a:pt x="61203" y="5720"/>
                  </a:lnTo>
                  <a:lnTo>
                    <a:pt x="29343" y="21318"/>
                  </a:lnTo>
                  <a:lnTo>
                    <a:pt x="7871" y="44447"/>
                  </a:lnTo>
                  <a:lnTo>
                    <a:pt x="0" y="72762"/>
                  </a:lnTo>
                  <a:lnTo>
                    <a:pt x="0" y="469462"/>
                  </a:lnTo>
                  <a:lnTo>
                    <a:pt x="200328" y="469462"/>
                  </a:lnTo>
                  <a:lnTo>
                    <a:pt x="200328" y="72762"/>
                  </a:lnTo>
                  <a:lnTo>
                    <a:pt x="178099" y="27059"/>
                  </a:lnTo>
                  <a:lnTo>
                    <a:pt x="122446" y="1853"/>
                  </a:lnTo>
                  <a:lnTo>
                    <a:pt x="107860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 descr=""/>
            <p:cNvSpPr/>
            <p:nvPr/>
          </p:nvSpPr>
          <p:spPr>
            <a:xfrm>
              <a:off x="10046514" y="8843941"/>
              <a:ext cx="156210" cy="467995"/>
            </a:xfrm>
            <a:custGeom>
              <a:avLst/>
              <a:gdLst/>
              <a:ahLst/>
              <a:cxnLst/>
              <a:rect l="l" t="t" r="r" b="b"/>
              <a:pathLst>
                <a:path w="156209" h="467995">
                  <a:moveTo>
                    <a:pt x="77882" y="0"/>
                  </a:moveTo>
                  <a:lnTo>
                    <a:pt x="46859" y="9328"/>
                  </a:lnTo>
                  <a:lnTo>
                    <a:pt x="22182" y="25241"/>
                  </a:lnTo>
                  <a:lnTo>
                    <a:pt x="5884" y="46260"/>
                  </a:lnTo>
                  <a:lnTo>
                    <a:pt x="0" y="70908"/>
                  </a:lnTo>
                  <a:lnTo>
                    <a:pt x="0" y="467608"/>
                  </a:lnTo>
                  <a:lnTo>
                    <a:pt x="155764" y="467608"/>
                  </a:lnTo>
                  <a:lnTo>
                    <a:pt x="155764" y="70908"/>
                  </a:lnTo>
                  <a:lnTo>
                    <a:pt x="149862" y="46247"/>
                  </a:lnTo>
                  <a:lnTo>
                    <a:pt x="133535" y="25206"/>
                  </a:lnTo>
                  <a:lnTo>
                    <a:pt x="108852" y="9288"/>
                  </a:lnTo>
                  <a:lnTo>
                    <a:pt x="77882" y="0"/>
                  </a:lnTo>
                  <a:close/>
                </a:path>
              </a:pathLst>
            </a:custGeom>
            <a:solidFill>
              <a:srgbClr val="CCCC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 descr=""/>
            <p:cNvSpPr/>
            <p:nvPr/>
          </p:nvSpPr>
          <p:spPr>
            <a:xfrm>
              <a:off x="10259550" y="8842088"/>
              <a:ext cx="200660" cy="469900"/>
            </a:xfrm>
            <a:custGeom>
              <a:avLst/>
              <a:gdLst/>
              <a:ahLst/>
              <a:cxnLst/>
              <a:rect l="l" t="t" r="r" b="b"/>
              <a:pathLst>
                <a:path w="200659" h="469900">
                  <a:moveTo>
                    <a:pt x="107860" y="0"/>
                  </a:moveTo>
                  <a:lnTo>
                    <a:pt x="100237" y="0"/>
                  </a:lnTo>
                  <a:lnTo>
                    <a:pt x="61203" y="5720"/>
                  </a:lnTo>
                  <a:lnTo>
                    <a:pt x="29343" y="21318"/>
                  </a:lnTo>
                  <a:lnTo>
                    <a:pt x="7871" y="44447"/>
                  </a:lnTo>
                  <a:lnTo>
                    <a:pt x="0" y="72762"/>
                  </a:lnTo>
                  <a:lnTo>
                    <a:pt x="0" y="469462"/>
                  </a:lnTo>
                  <a:lnTo>
                    <a:pt x="200328" y="469462"/>
                  </a:lnTo>
                  <a:lnTo>
                    <a:pt x="200328" y="72762"/>
                  </a:lnTo>
                  <a:lnTo>
                    <a:pt x="178099" y="27059"/>
                  </a:lnTo>
                  <a:lnTo>
                    <a:pt x="122446" y="1853"/>
                  </a:lnTo>
                  <a:lnTo>
                    <a:pt x="107860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 descr=""/>
            <p:cNvSpPr/>
            <p:nvPr/>
          </p:nvSpPr>
          <p:spPr>
            <a:xfrm>
              <a:off x="10304114" y="8843941"/>
              <a:ext cx="156210" cy="467995"/>
            </a:xfrm>
            <a:custGeom>
              <a:avLst/>
              <a:gdLst/>
              <a:ahLst/>
              <a:cxnLst/>
              <a:rect l="l" t="t" r="r" b="b"/>
              <a:pathLst>
                <a:path w="156209" h="467995">
                  <a:moveTo>
                    <a:pt x="77882" y="0"/>
                  </a:moveTo>
                  <a:lnTo>
                    <a:pt x="46859" y="9328"/>
                  </a:lnTo>
                  <a:lnTo>
                    <a:pt x="22182" y="25241"/>
                  </a:lnTo>
                  <a:lnTo>
                    <a:pt x="5884" y="46260"/>
                  </a:lnTo>
                  <a:lnTo>
                    <a:pt x="0" y="70908"/>
                  </a:lnTo>
                  <a:lnTo>
                    <a:pt x="0" y="467608"/>
                  </a:lnTo>
                  <a:lnTo>
                    <a:pt x="155764" y="467608"/>
                  </a:lnTo>
                  <a:lnTo>
                    <a:pt x="155764" y="70908"/>
                  </a:lnTo>
                  <a:lnTo>
                    <a:pt x="149862" y="46247"/>
                  </a:lnTo>
                  <a:lnTo>
                    <a:pt x="133535" y="25206"/>
                  </a:lnTo>
                  <a:lnTo>
                    <a:pt x="108852" y="9288"/>
                  </a:lnTo>
                  <a:lnTo>
                    <a:pt x="77882" y="0"/>
                  </a:lnTo>
                  <a:close/>
                </a:path>
              </a:pathLst>
            </a:custGeom>
            <a:solidFill>
              <a:srgbClr val="CCCC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 descr=""/>
            <p:cNvSpPr/>
            <p:nvPr/>
          </p:nvSpPr>
          <p:spPr>
            <a:xfrm>
              <a:off x="10517151" y="8842088"/>
              <a:ext cx="200660" cy="469900"/>
            </a:xfrm>
            <a:custGeom>
              <a:avLst/>
              <a:gdLst/>
              <a:ahLst/>
              <a:cxnLst/>
              <a:rect l="l" t="t" r="r" b="b"/>
              <a:pathLst>
                <a:path w="200659" h="469900">
                  <a:moveTo>
                    <a:pt x="107860" y="0"/>
                  </a:moveTo>
                  <a:lnTo>
                    <a:pt x="100237" y="0"/>
                  </a:lnTo>
                  <a:lnTo>
                    <a:pt x="61203" y="5720"/>
                  </a:lnTo>
                  <a:lnTo>
                    <a:pt x="29343" y="21318"/>
                  </a:lnTo>
                  <a:lnTo>
                    <a:pt x="7871" y="44447"/>
                  </a:lnTo>
                  <a:lnTo>
                    <a:pt x="0" y="72762"/>
                  </a:lnTo>
                  <a:lnTo>
                    <a:pt x="0" y="469462"/>
                  </a:lnTo>
                  <a:lnTo>
                    <a:pt x="200328" y="469462"/>
                  </a:lnTo>
                  <a:lnTo>
                    <a:pt x="200328" y="72762"/>
                  </a:lnTo>
                  <a:lnTo>
                    <a:pt x="178099" y="27059"/>
                  </a:lnTo>
                  <a:lnTo>
                    <a:pt x="122446" y="1853"/>
                  </a:lnTo>
                  <a:lnTo>
                    <a:pt x="107860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 descr=""/>
            <p:cNvSpPr/>
            <p:nvPr/>
          </p:nvSpPr>
          <p:spPr>
            <a:xfrm>
              <a:off x="10561715" y="8843941"/>
              <a:ext cx="156210" cy="467995"/>
            </a:xfrm>
            <a:custGeom>
              <a:avLst/>
              <a:gdLst/>
              <a:ahLst/>
              <a:cxnLst/>
              <a:rect l="l" t="t" r="r" b="b"/>
              <a:pathLst>
                <a:path w="156209" h="467995">
                  <a:moveTo>
                    <a:pt x="77882" y="0"/>
                  </a:moveTo>
                  <a:lnTo>
                    <a:pt x="46859" y="9328"/>
                  </a:lnTo>
                  <a:lnTo>
                    <a:pt x="22182" y="25241"/>
                  </a:lnTo>
                  <a:lnTo>
                    <a:pt x="5884" y="46260"/>
                  </a:lnTo>
                  <a:lnTo>
                    <a:pt x="0" y="70908"/>
                  </a:lnTo>
                  <a:lnTo>
                    <a:pt x="0" y="467608"/>
                  </a:lnTo>
                  <a:lnTo>
                    <a:pt x="155764" y="467608"/>
                  </a:lnTo>
                  <a:lnTo>
                    <a:pt x="155764" y="70908"/>
                  </a:lnTo>
                  <a:lnTo>
                    <a:pt x="149862" y="46247"/>
                  </a:lnTo>
                  <a:lnTo>
                    <a:pt x="133535" y="25206"/>
                  </a:lnTo>
                  <a:lnTo>
                    <a:pt x="108852" y="9288"/>
                  </a:lnTo>
                  <a:lnTo>
                    <a:pt x="77882" y="0"/>
                  </a:lnTo>
                  <a:close/>
                </a:path>
              </a:pathLst>
            </a:custGeom>
            <a:solidFill>
              <a:srgbClr val="CCCC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 descr=""/>
            <p:cNvSpPr/>
            <p:nvPr/>
          </p:nvSpPr>
          <p:spPr>
            <a:xfrm>
              <a:off x="10774751" y="8842088"/>
              <a:ext cx="200660" cy="469900"/>
            </a:xfrm>
            <a:custGeom>
              <a:avLst/>
              <a:gdLst/>
              <a:ahLst/>
              <a:cxnLst/>
              <a:rect l="l" t="t" r="r" b="b"/>
              <a:pathLst>
                <a:path w="200659" h="469900">
                  <a:moveTo>
                    <a:pt x="107860" y="0"/>
                  </a:moveTo>
                  <a:lnTo>
                    <a:pt x="100237" y="0"/>
                  </a:lnTo>
                  <a:lnTo>
                    <a:pt x="61203" y="5720"/>
                  </a:lnTo>
                  <a:lnTo>
                    <a:pt x="29343" y="21318"/>
                  </a:lnTo>
                  <a:lnTo>
                    <a:pt x="7871" y="44447"/>
                  </a:lnTo>
                  <a:lnTo>
                    <a:pt x="0" y="72762"/>
                  </a:lnTo>
                  <a:lnTo>
                    <a:pt x="0" y="469462"/>
                  </a:lnTo>
                  <a:lnTo>
                    <a:pt x="200328" y="469462"/>
                  </a:lnTo>
                  <a:lnTo>
                    <a:pt x="200328" y="72762"/>
                  </a:lnTo>
                  <a:lnTo>
                    <a:pt x="178099" y="27059"/>
                  </a:lnTo>
                  <a:lnTo>
                    <a:pt x="122446" y="1853"/>
                  </a:lnTo>
                  <a:lnTo>
                    <a:pt x="107860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 descr=""/>
            <p:cNvSpPr/>
            <p:nvPr/>
          </p:nvSpPr>
          <p:spPr>
            <a:xfrm>
              <a:off x="10819315" y="8843941"/>
              <a:ext cx="156210" cy="467995"/>
            </a:xfrm>
            <a:custGeom>
              <a:avLst/>
              <a:gdLst/>
              <a:ahLst/>
              <a:cxnLst/>
              <a:rect l="l" t="t" r="r" b="b"/>
              <a:pathLst>
                <a:path w="156209" h="467995">
                  <a:moveTo>
                    <a:pt x="77882" y="0"/>
                  </a:moveTo>
                  <a:lnTo>
                    <a:pt x="46859" y="9328"/>
                  </a:lnTo>
                  <a:lnTo>
                    <a:pt x="22182" y="25241"/>
                  </a:lnTo>
                  <a:lnTo>
                    <a:pt x="5884" y="46260"/>
                  </a:lnTo>
                  <a:lnTo>
                    <a:pt x="0" y="70908"/>
                  </a:lnTo>
                  <a:lnTo>
                    <a:pt x="0" y="467608"/>
                  </a:lnTo>
                  <a:lnTo>
                    <a:pt x="155764" y="467608"/>
                  </a:lnTo>
                  <a:lnTo>
                    <a:pt x="155764" y="70908"/>
                  </a:lnTo>
                  <a:lnTo>
                    <a:pt x="149862" y="46247"/>
                  </a:lnTo>
                  <a:lnTo>
                    <a:pt x="133535" y="25206"/>
                  </a:lnTo>
                  <a:lnTo>
                    <a:pt x="108852" y="9288"/>
                  </a:lnTo>
                  <a:lnTo>
                    <a:pt x="77882" y="0"/>
                  </a:lnTo>
                  <a:close/>
                </a:path>
              </a:pathLst>
            </a:custGeom>
            <a:solidFill>
              <a:srgbClr val="CCCC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 descr=""/>
            <p:cNvSpPr/>
            <p:nvPr/>
          </p:nvSpPr>
          <p:spPr>
            <a:xfrm>
              <a:off x="11032353" y="8842088"/>
              <a:ext cx="200660" cy="469900"/>
            </a:xfrm>
            <a:custGeom>
              <a:avLst/>
              <a:gdLst/>
              <a:ahLst/>
              <a:cxnLst/>
              <a:rect l="l" t="t" r="r" b="b"/>
              <a:pathLst>
                <a:path w="200659" h="469900">
                  <a:moveTo>
                    <a:pt x="107860" y="0"/>
                  </a:moveTo>
                  <a:lnTo>
                    <a:pt x="100237" y="0"/>
                  </a:lnTo>
                  <a:lnTo>
                    <a:pt x="61203" y="5720"/>
                  </a:lnTo>
                  <a:lnTo>
                    <a:pt x="29343" y="21318"/>
                  </a:lnTo>
                  <a:lnTo>
                    <a:pt x="7871" y="44447"/>
                  </a:lnTo>
                  <a:lnTo>
                    <a:pt x="0" y="72762"/>
                  </a:lnTo>
                  <a:lnTo>
                    <a:pt x="0" y="469462"/>
                  </a:lnTo>
                  <a:lnTo>
                    <a:pt x="200328" y="469462"/>
                  </a:lnTo>
                  <a:lnTo>
                    <a:pt x="200328" y="72762"/>
                  </a:lnTo>
                  <a:lnTo>
                    <a:pt x="178099" y="27059"/>
                  </a:lnTo>
                  <a:lnTo>
                    <a:pt x="122446" y="1853"/>
                  </a:lnTo>
                  <a:lnTo>
                    <a:pt x="107860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 descr=""/>
            <p:cNvSpPr/>
            <p:nvPr/>
          </p:nvSpPr>
          <p:spPr>
            <a:xfrm>
              <a:off x="11076917" y="8843941"/>
              <a:ext cx="156210" cy="467995"/>
            </a:xfrm>
            <a:custGeom>
              <a:avLst/>
              <a:gdLst/>
              <a:ahLst/>
              <a:cxnLst/>
              <a:rect l="l" t="t" r="r" b="b"/>
              <a:pathLst>
                <a:path w="156209" h="467995">
                  <a:moveTo>
                    <a:pt x="77882" y="0"/>
                  </a:moveTo>
                  <a:lnTo>
                    <a:pt x="46859" y="9328"/>
                  </a:lnTo>
                  <a:lnTo>
                    <a:pt x="22182" y="25241"/>
                  </a:lnTo>
                  <a:lnTo>
                    <a:pt x="5884" y="46260"/>
                  </a:lnTo>
                  <a:lnTo>
                    <a:pt x="0" y="70908"/>
                  </a:lnTo>
                  <a:lnTo>
                    <a:pt x="0" y="467608"/>
                  </a:lnTo>
                  <a:lnTo>
                    <a:pt x="155764" y="467608"/>
                  </a:lnTo>
                  <a:lnTo>
                    <a:pt x="155764" y="70908"/>
                  </a:lnTo>
                  <a:lnTo>
                    <a:pt x="149862" y="46247"/>
                  </a:lnTo>
                  <a:lnTo>
                    <a:pt x="133535" y="25206"/>
                  </a:lnTo>
                  <a:lnTo>
                    <a:pt x="108852" y="9288"/>
                  </a:lnTo>
                  <a:lnTo>
                    <a:pt x="77882" y="0"/>
                  </a:lnTo>
                  <a:close/>
                </a:path>
              </a:pathLst>
            </a:custGeom>
            <a:solidFill>
              <a:srgbClr val="CCCC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 descr=""/>
            <p:cNvSpPr/>
            <p:nvPr/>
          </p:nvSpPr>
          <p:spPr>
            <a:xfrm>
              <a:off x="11289954" y="8842088"/>
              <a:ext cx="200660" cy="469900"/>
            </a:xfrm>
            <a:custGeom>
              <a:avLst/>
              <a:gdLst/>
              <a:ahLst/>
              <a:cxnLst/>
              <a:rect l="l" t="t" r="r" b="b"/>
              <a:pathLst>
                <a:path w="200659" h="469900">
                  <a:moveTo>
                    <a:pt x="107860" y="0"/>
                  </a:moveTo>
                  <a:lnTo>
                    <a:pt x="100237" y="0"/>
                  </a:lnTo>
                  <a:lnTo>
                    <a:pt x="61203" y="5720"/>
                  </a:lnTo>
                  <a:lnTo>
                    <a:pt x="29343" y="21318"/>
                  </a:lnTo>
                  <a:lnTo>
                    <a:pt x="7871" y="44447"/>
                  </a:lnTo>
                  <a:lnTo>
                    <a:pt x="0" y="72762"/>
                  </a:lnTo>
                  <a:lnTo>
                    <a:pt x="0" y="469462"/>
                  </a:lnTo>
                  <a:lnTo>
                    <a:pt x="200328" y="469462"/>
                  </a:lnTo>
                  <a:lnTo>
                    <a:pt x="200328" y="72762"/>
                  </a:lnTo>
                  <a:lnTo>
                    <a:pt x="178099" y="27059"/>
                  </a:lnTo>
                  <a:lnTo>
                    <a:pt x="122446" y="1853"/>
                  </a:lnTo>
                  <a:lnTo>
                    <a:pt x="107860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 descr=""/>
            <p:cNvSpPr/>
            <p:nvPr/>
          </p:nvSpPr>
          <p:spPr>
            <a:xfrm>
              <a:off x="10081222" y="8595798"/>
              <a:ext cx="1409065" cy="716280"/>
            </a:xfrm>
            <a:custGeom>
              <a:avLst/>
              <a:gdLst/>
              <a:ahLst/>
              <a:cxnLst/>
              <a:rect l="l" t="t" r="r" b="b"/>
              <a:pathLst>
                <a:path w="1409065" h="716279">
                  <a:moveTo>
                    <a:pt x="86334" y="0"/>
                  </a:moveTo>
                  <a:lnTo>
                    <a:pt x="0" y="0"/>
                  </a:lnTo>
                  <a:lnTo>
                    <a:pt x="0" y="150215"/>
                  </a:lnTo>
                  <a:lnTo>
                    <a:pt x="86334" y="150215"/>
                  </a:lnTo>
                  <a:lnTo>
                    <a:pt x="86334" y="0"/>
                  </a:lnTo>
                  <a:close/>
                </a:path>
                <a:path w="1409065" h="716279">
                  <a:moveTo>
                    <a:pt x="343928" y="0"/>
                  </a:moveTo>
                  <a:lnTo>
                    <a:pt x="257594" y="0"/>
                  </a:lnTo>
                  <a:lnTo>
                    <a:pt x="257594" y="150215"/>
                  </a:lnTo>
                  <a:lnTo>
                    <a:pt x="343928" y="150215"/>
                  </a:lnTo>
                  <a:lnTo>
                    <a:pt x="343928" y="0"/>
                  </a:lnTo>
                  <a:close/>
                </a:path>
                <a:path w="1409065" h="716279">
                  <a:moveTo>
                    <a:pt x="601535" y="0"/>
                  </a:moveTo>
                  <a:lnTo>
                    <a:pt x="515200" y="0"/>
                  </a:lnTo>
                  <a:lnTo>
                    <a:pt x="515200" y="150215"/>
                  </a:lnTo>
                  <a:lnTo>
                    <a:pt x="601535" y="150215"/>
                  </a:lnTo>
                  <a:lnTo>
                    <a:pt x="601535" y="0"/>
                  </a:lnTo>
                  <a:close/>
                </a:path>
                <a:path w="1409065" h="716279">
                  <a:moveTo>
                    <a:pt x="859142" y="0"/>
                  </a:moveTo>
                  <a:lnTo>
                    <a:pt x="772807" y="0"/>
                  </a:lnTo>
                  <a:lnTo>
                    <a:pt x="772807" y="150215"/>
                  </a:lnTo>
                  <a:lnTo>
                    <a:pt x="859142" y="150215"/>
                  </a:lnTo>
                  <a:lnTo>
                    <a:pt x="859142" y="0"/>
                  </a:lnTo>
                  <a:close/>
                </a:path>
                <a:path w="1409065" h="716279">
                  <a:moveTo>
                    <a:pt x="1116736" y="0"/>
                  </a:moveTo>
                  <a:lnTo>
                    <a:pt x="1030401" y="0"/>
                  </a:lnTo>
                  <a:lnTo>
                    <a:pt x="1030401" y="150215"/>
                  </a:lnTo>
                  <a:lnTo>
                    <a:pt x="1116736" y="150215"/>
                  </a:lnTo>
                  <a:lnTo>
                    <a:pt x="1116736" y="0"/>
                  </a:lnTo>
                  <a:close/>
                </a:path>
                <a:path w="1409065" h="716279">
                  <a:moveTo>
                    <a:pt x="1374343" y="0"/>
                  </a:moveTo>
                  <a:lnTo>
                    <a:pt x="1288008" y="0"/>
                  </a:lnTo>
                  <a:lnTo>
                    <a:pt x="1288008" y="150215"/>
                  </a:lnTo>
                  <a:lnTo>
                    <a:pt x="1374343" y="150215"/>
                  </a:lnTo>
                  <a:lnTo>
                    <a:pt x="1374343" y="0"/>
                  </a:lnTo>
                  <a:close/>
                </a:path>
                <a:path w="1409065" h="716279">
                  <a:moveTo>
                    <a:pt x="1409052" y="319062"/>
                  </a:moveTo>
                  <a:lnTo>
                    <a:pt x="1403146" y="294398"/>
                  </a:lnTo>
                  <a:lnTo>
                    <a:pt x="1386827" y="273354"/>
                  </a:lnTo>
                  <a:lnTo>
                    <a:pt x="1362138" y="257441"/>
                  </a:lnTo>
                  <a:lnTo>
                    <a:pt x="1331175" y="248145"/>
                  </a:lnTo>
                  <a:lnTo>
                    <a:pt x="1300149" y="257479"/>
                  </a:lnTo>
                  <a:lnTo>
                    <a:pt x="1275473" y="273392"/>
                  </a:lnTo>
                  <a:lnTo>
                    <a:pt x="1259179" y="294411"/>
                  </a:lnTo>
                  <a:lnTo>
                    <a:pt x="1253286" y="319062"/>
                  </a:lnTo>
                  <a:lnTo>
                    <a:pt x="1253286" y="715759"/>
                  </a:lnTo>
                  <a:lnTo>
                    <a:pt x="1409052" y="715759"/>
                  </a:lnTo>
                  <a:lnTo>
                    <a:pt x="1409052" y="319062"/>
                  </a:lnTo>
                  <a:close/>
                </a:path>
              </a:pathLst>
            </a:custGeom>
            <a:solidFill>
              <a:srgbClr val="CCCC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 descr=""/>
            <p:cNvSpPr/>
            <p:nvPr/>
          </p:nvSpPr>
          <p:spPr>
            <a:xfrm>
              <a:off x="9912159" y="7910760"/>
              <a:ext cx="3367404" cy="1400810"/>
            </a:xfrm>
            <a:custGeom>
              <a:avLst/>
              <a:gdLst/>
              <a:ahLst/>
              <a:cxnLst/>
              <a:rect l="l" t="t" r="r" b="b"/>
              <a:pathLst>
                <a:path w="3367405" h="1400809">
                  <a:moveTo>
                    <a:pt x="3367163" y="0"/>
                  </a:moveTo>
                  <a:lnTo>
                    <a:pt x="1701380" y="0"/>
                  </a:lnTo>
                  <a:lnTo>
                    <a:pt x="1701380" y="445147"/>
                  </a:lnTo>
                  <a:lnTo>
                    <a:pt x="0" y="445147"/>
                  </a:lnTo>
                  <a:lnTo>
                    <a:pt x="0" y="481431"/>
                  </a:lnTo>
                  <a:lnTo>
                    <a:pt x="1701380" y="481431"/>
                  </a:lnTo>
                  <a:lnTo>
                    <a:pt x="1701380" y="1400797"/>
                  </a:lnTo>
                  <a:lnTo>
                    <a:pt x="3367163" y="1400797"/>
                  </a:lnTo>
                  <a:lnTo>
                    <a:pt x="3367163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 descr=""/>
            <p:cNvSpPr/>
            <p:nvPr/>
          </p:nvSpPr>
          <p:spPr>
            <a:xfrm>
              <a:off x="12703264" y="8271846"/>
              <a:ext cx="320040" cy="1040130"/>
            </a:xfrm>
            <a:custGeom>
              <a:avLst/>
              <a:gdLst/>
              <a:ahLst/>
              <a:cxnLst/>
              <a:rect l="l" t="t" r="r" b="b"/>
              <a:pathLst>
                <a:path w="320040" h="1040129">
                  <a:moveTo>
                    <a:pt x="159984" y="0"/>
                  </a:moveTo>
                  <a:lnTo>
                    <a:pt x="68274" y="44136"/>
                  </a:lnTo>
                  <a:lnTo>
                    <a:pt x="21179" y="78347"/>
                  </a:lnTo>
                  <a:lnTo>
                    <a:pt x="3829" y="120181"/>
                  </a:lnTo>
                  <a:lnTo>
                    <a:pt x="1350" y="187188"/>
                  </a:lnTo>
                  <a:lnTo>
                    <a:pt x="2975" y="220741"/>
                  </a:lnTo>
                  <a:lnTo>
                    <a:pt x="7680" y="258057"/>
                  </a:lnTo>
                  <a:lnTo>
                    <a:pt x="15212" y="293806"/>
                  </a:lnTo>
                  <a:lnTo>
                    <a:pt x="25318" y="322660"/>
                  </a:lnTo>
                  <a:lnTo>
                    <a:pt x="14886" y="333464"/>
                  </a:lnTo>
                  <a:lnTo>
                    <a:pt x="6902" y="346261"/>
                  </a:lnTo>
                  <a:lnTo>
                    <a:pt x="1797" y="360723"/>
                  </a:lnTo>
                  <a:lnTo>
                    <a:pt x="0" y="376522"/>
                  </a:lnTo>
                  <a:lnTo>
                    <a:pt x="0" y="1039884"/>
                  </a:lnTo>
                  <a:lnTo>
                    <a:pt x="319969" y="1039884"/>
                  </a:lnTo>
                  <a:lnTo>
                    <a:pt x="319969" y="376522"/>
                  </a:lnTo>
                  <a:lnTo>
                    <a:pt x="318171" y="360723"/>
                  </a:lnTo>
                  <a:lnTo>
                    <a:pt x="313066" y="346261"/>
                  </a:lnTo>
                  <a:lnTo>
                    <a:pt x="305082" y="333464"/>
                  </a:lnTo>
                  <a:lnTo>
                    <a:pt x="294650" y="322660"/>
                  </a:lnTo>
                  <a:lnTo>
                    <a:pt x="304756" y="293806"/>
                  </a:lnTo>
                  <a:lnTo>
                    <a:pt x="312288" y="258057"/>
                  </a:lnTo>
                  <a:lnTo>
                    <a:pt x="316993" y="220741"/>
                  </a:lnTo>
                  <a:lnTo>
                    <a:pt x="318618" y="187188"/>
                  </a:lnTo>
                  <a:lnTo>
                    <a:pt x="310715" y="143276"/>
                  </a:lnTo>
                  <a:lnTo>
                    <a:pt x="290137" y="104337"/>
                  </a:lnTo>
                  <a:lnTo>
                    <a:pt x="261581" y="70801"/>
                  </a:lnTo>
                  <a:lnTo>
                    <a:pt x="229741" y="43098"/>
                  </a:lnTo>
                  <a:lnTo>
                    <a:pt x="181226" y="11147"/>
                  </a:lnTo>
                  <a:lnTo>
                    <a:pt x="165770" y="2833"/>
                  </a:lnTo>
                  <a:lnTo>
                    <a:pt x="159984" y="0"/>
                  </a:lnTo>
                  <a:close/>
                </a:path>
              </a:pathLst>
            </a:custGeom>
            <a:solidFill>
              <a:srgbClr val="FADF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 descr=""/>
            <p:cNvSpPr/>
            <p:nvPr/>
          </p:nvSpPr>
          <p:spPr>
            <a:xfrm>
              <a:off x="12842244" y="8314944"/>
              <a:ext cx="181610" cy="996950"/>
            </a:xfrm>
            <a:custGeom>
              <a:avLst/>
              <a:gdLst/>
              <a:ahLst/>
              <a:cxnLst/>
              <a:rect l="l" t="t" r="r" b="b"/>
              <a:pathLst>
                <a:path w="181609" h="996950">
                  <a:moveTo>
                    <a:pt x="90761" y="0"/>
                  </a:moveTo>
                  <a:lnTo>
                    <a:pt x="58722" y="27588"/>
                  </a:lnTo>
                  <a:lnTo>
                    <a:pt x="29991" y="61136"/>
                  </a:lnTo>
                  <a:lnTo>
                    <a:pt x="9289" y="100139"/>
                  </a:lnTo>
                  <a:lnTo>
                    <a:pt x="1340" y="144089"/>
                  </a:lnTo>
                  <a:lnTo>
                    <a:pt x="2969" y="177643"/>
                  </a:lnTo>
                  <a:lnTo>
                    <a:pt x="7703" y="214959"/>
                  </a:lnTo>
                  <a:lnTo>
                    <a:pt x="15316" y="250708"/>
                  </a:lnTo>
                  <a:lnTo>
                    <a:pt x="25580" y="279562"/>
                  </a:lnTo>
                  <a:lnTo>
                    <a:pt x="14997" y="290366"/>
                  </a:lnTo>
                  <a:lnTo>
                    <a:pt x="6935" y="303163"/>
                  </a:lnTo>
                  <a:lnTo>
                    <a:pt x="1801" y="317625"/>
                  </a:lnTo>
                  <a:lnTo>
                    <a:pt x="0" y="333424"/>
                  </a:lnTo>
                  <a:lnTo>
                    <a:pt x="0" y="996786"/>
                  </a:lnTo>
                  <a:lnTo>
                    <a:pt x="180989" y="996786"/>
                  </a:lnTo>
                  <a:lnTo>
                    <a:pt x="180989" y="333424"/>
                  </a:lnTo>
                  <a:lnTo>
                    <a:pt x="179191" y="317625"/>
                  </a:lnTo>
                  <a:lnTo>
                    <a:pt x="174086" y="303163"/>
                  </a:lnTo>
                  <a:lnTo>
                    <a:pt x="166102" y="290366"/>
                  </a:lnTo>
                  <a:lnTo>
                    <a:pt x="155670" y="279562"/>
                  </a:lnTo>
                  <a:lnTo>
                    <a:pt x="165776" y="250708"/>
                  </a:lnTo>
                  <a:lnTo>
                    <a:pt x="173308" y="214959"/>
                  </a:lnTo>
                  <a:lnTo>
                    <a:pt x="178013" y="177643"/>
                  </a:lnTo>
                  <a:lnTo>
                    <a:pt x="179638" y="144089"/>
                  </a:lnTo>
                  <a:lnTo>
                    <a:pt x="171735" y="100177"/>
                  </a:lnTo>
                  <a:lnTo>
                    <a:pt x="151157" y="61238"/>
                  </a:lnTo>
                  <a:lnTo>
                    <a:pt x="122600" y="27703"/>
                  </a:lnTo>
                  <a:lnTo>
                    <a:pt x="90761" y="0"/>
                  </a:lnTo>
                  <a:close/>
                </a:path>
              </a:pathLst>
            </a:custGeom>
            <a:solidFill>
              <a:srgbClr val="CCCC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 descr=""/>
            <p:cNvSpPr/>
            <p:nvPr/>
          </p:nvSpPr>
          <p:spPr>
            <a:xfrm>
              <a:off x="12290768" y="8271846"/>
              <a:ext cx="320040" cy="1040130"/>
            </a:xfrm>
            <a:custGeom>
              <a:avLst/>
              <a:gdLst/>
              <a:ahLst/>
              <a:cxnLst/>
              <a:rect l="l" t="t" r="r" b="b"/>
              <a:pathLst>
                <a:path w="320040" h="1040129">
                  <a:moveTo>
                    <a:pt x="159984" y="0"/>
                  </a:moveTo>
                  <a:lnTo>
                    <a:pt x="68274" y="44136"/>
                  </a:lnTo>
                  <a:lnTo>
                    <a:pt x="21179" y="78347"/>
                  </a:lnTo>
                  <a:lnTo>
                    <a:pt x="3829" y="120181"/>
                  </a:lnTo>
                  <a:lnTo>
                    <a:pt x="1350" y="187188"/>
                  </a:lnTo>
                  <a:lnTo>
                    <a:pt x="2975" y="220741"/>
                  </a:lnTo>
                  <a:lnTo>
                    <a:pt x="7680" y="258057"/>
                  </a:lnTo>
                  <a:lnTo>
                    <a:pt x="15212" y="293806"/>
                  </a:lnTo>
                  <a:lnTo>
                    <a:pt x="25318" y="322660"/>
                  </a:lnTo>
                  <a:lnTo>
                    <a:pt x="14886" y="333464"/>
                  </a:lnTo>
                  <a:lnTo>
                    <a:pt x="6902" y="346261"/>
                  </a:lnTo>
                  <a:lnTo>
                    <a:pt x="1797" y="360723"/>
                  </a:lnTo>
                  <a:lnTo>
                    <a:pt x="0" y="376522"/>
                  </a:lnTo>
                  <a:lnTo>
                    <a:pt x="0" y="1039884"/>
                  </a:lnTo>
                  <a:lnTo>
                    <a:pt x="319969" y="1039884"/>
                  </a:lnTo>
                  <a:lnTo>
                    <a:pt x="319969" y="376522"/>
                  </a:lnTo>
                  <a:lnTo>
                    <a:pt x="318171" y="360723"/>
                  </a:lnTo>
                  <a:lnTo>
                    <a:pt x="313066" y="346261"/>
                  </a:lnTo>
                  <a:lnTo>
                    <a:pt x="305082" y="333464"/>
                  </a:lnTo>
                  <a:lnTo>
                    <a:pt x="294650" y="322660"/>
                  </a:lnTo>
                  <a:lnTo>
                    <a:pt x="304756" y="293806"/>
                  </a:lnTo>
                  <a:lnTo>
                    <a:pt x="312288" y="258057"/>
                  </a:lnTo>
                  <a:lnTo>
                    <a:pt x="316993" y="220741"/>
                  </a:lnTo>
                  <a:lnTo>
                    <a:pt x="318618" y="187188"/>
                  </a:lnTo>
                  <a:lnTo>
                    <a:pt x="310715" y="143276"/>
                  </a:lnTo>
                  <a:lnTo>
                    <a:pt x="290137" y="104337"/>
                  </a:lnTo>
                  <a:lnTo>
                    <a:pt x="261581" y="70801"/>
                  </a:lnTo>
                  <a:lnTo>
                    <a:pt x="229741" y="43098"/>
                  </a:lnTo>
                  <a:lnTo>
                    <a:pt x="181230" y="11147"/>
                  </a:lnTo>
                  <a:lnTo>
                    <a:pt x="165771" y="2833"/>
                  </a:lnTo>
                  <a:lnTo>
                    <a:pt x="159984" y="0"/>
                  </a:lnTo>
                  <a:close/>
                </a:path>
              </a:pathLst>
            </a:custGeom>
            <a:solidFill>
              <a:srgbClr val="FADF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 descr=""/>
            <p:cNvSpPr/>
            <p:nvPr/>
          </p:nvSpPr>
          <p:spPr>
            <a:xfrm>
              <a:off x="12429748" y="8314944"/>
              <a:ext cx="181610" cy="996950"/>
            </a:xfrm>
            <a:custGeom>
              <a:avLst/>
              <a:gdLst/>
              <a:ahLst/>
              <a:cxnLst/>
              <a:rect l="l" t="t" r="r" b="b"/>
              <a:pathLst>
                <a:path w="181609" h="996950">
                  <a:moveTo>
                    <a:pt x="90761" y="0"/>
                  </a:moveTo>
                  <a:lnTo>
                    <a:pt x="58723" y="27588"/>
                  </a:lnTo>
                  <a:lnTo>
                    <a:pt x="29996" y="61136"/>
                  </a:lnTo>
                  <a:lnTo>
                    <a:pt x="9298" y="100139"/>
                  </a:lnTo>
                  <a:lnTo>
                    <a:pt x="1350" y="144089"/>
                  </a:lnTo>
                  <a:lnTo>
                    <a:pt x="2978" y="177643"/>
                  </a:lnTo>
                  <a:lnTo>
                    <a:pt x="7710" y="214959"/>
                  </a:lnTo>
                  <a:lnTo>
                    <a:pt x="15322" y="250708"/>
                  </a:lnTo>
                  <a:lnTo>
                    <a:pt x="25590" y="279562"/>
                  </a:lnTo>
                  <a:lnTo>
                    <a:pt x="15001" y="290366"/>
                  </a:lnTo>
                  <a:lnTo>
                    <a:pt x="6936" y="303163"/>
                  </a:lnTo>
                  <a:lnTo>
                    <a:pt x="1801" y="317625"/>
                  </a:lnTo>
                  <a:lnTo>
                    <a:pt x="0" y="333424"/>
                  </a:lnTo>
                  <a:lnTo>
                    <a:pt x="0" y="996786"/>
                  </a:lnTo>
                  <a:lnTo>
                    <a:pt x="180989" y="996786"/>
                  </a:lnTo>
                  <a:lnTo>
                    <a:pt x="180989" y="333424"/>
                  </a:lnTo>
                  <a:lnTo>
                    <a:pt x="179191" y="317625"/>
                  </a:lnTo>
                  <a:lnTo>
                    <a:pt x="174086" y="303163"/>
                  </a:lnTo>
                  <a:lnTo>
                    <a:pt x="166102" y="290366"/>
                  </a:lnTo>
                  <a:lnTo>
                    <a:pt x="155670" y="279562"/>
                  </a:lnTo>
                  <a:lnTo>
                    <a:pt x="165776" y="250708"/>
                  </a:lnTo>
                  <a:lnTo>
                    <a:pt x="173308" y="214959"/>
                  </a:lnTo>
                  <a:lnTo>
                    <a:pt x="178013" y="177643"/>
                  </a:lnTo>
                  <a:lnTo>
                    <a:pt x="179638" y="144089"/>
                  </a:lnTo>
                  <a:lnTo>
                    <a:pt x="171735" y="100177"/>
                  </a:lnTo>
                  <a:lnTo>
                    <a:pt x="151157" y="61238"/>
                  </a:lnTo>
                  <a:lnTo>
                    <a:pt x="122600" y="27703"/>
                  </a:lnTo>
                  <a:lnTo>
                    <a:pt x="90761" y="0"/>
                  </a:lnTo>
                  <a:close/>
                </a:path>
              </a:pathLst>
            </a:custGeom>
            <a:solidFill>
              <a:srgbClr val="CCCC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 descr=""/>
            <p:cNvSpPr/>
            <p:nvPr/>
          </p:nvSpPr>
          <p:spPr>
            <a:xfrm>
              <a:off x="11878273" y="8271846"/>
              <a:ext cx="320040" cy="1040130"/>
            </a:xfrm>
            <a:custGeom>
              <a:avLst/>
              <a:gdLst/>
              <a:ahLst/>
              <a:cxnLst/>
              <a:rect l="l" t="t" r="r" b="b"/>
              <a:pathLst>
                <a:path w="320040" h="1040129">
                  <a:moveTo>
                    <a:pt x="159984" y="0"/>
                  </a:moveTo>
                  <a:lnTo>
                    <a:pt x="68274" y="44136"/>
                  </a:lnTo>
                  <a:lnTo>
                    <a:pt x="21179" y="78347"/>
                  </a:lnTo>
                  <a:lnTo>
                    <a:pt x="3829" y="120181"/>
                  </a:lnTo>
                  <a:lnTo>
                    <a:pt x="1350" y="187188"/>
                  </a:lnTo>
                  <a:lnTo>
                    <a:pt x="2975" y="220741"/>
                  </a:lnTo>
                  <a:lnTo>
                    <a:pt x="7680" y="258057"/>
                  </a:lnTo>
                  <a:lnTo>
                    <a:pt x="15212" y="293806"/>
                  </a:lnTo>
                  <a:lnTo>
                    <a:pt x="25318" y="322660"/>
                  </a:lnTo>
                  <a:lnTo>
                    <a:pt x="14886" y="333464"/>
                  </a:lnTo>
                  <a:lnTo>
                    <a:pt x="6902" y="346261"/>
                  </a:lnTo>
                  <a:lnTo>
                    <a:pt x="1797" y="360723"/>
                  </a:lnTo>
                  <a:lnTo>
                    <a:pt x="0" y="376522"/>
                  </a:lnTo>
                  <a:lnTo>
                    <a:pt x="0" y="1039884"/>
                  </a:lnTo>
                  <a:lnTo>
                    <a:pt x="319969" y="1039884"/>
                  </a:lnTo>
                  <a:lnTo>
                    <a:pt x="319969" y="376522"/>
                  </a:lnTo>
                  <a:lnTo>
                    <a:pt x="318171" y="360723"/>
                  </a:lnTo>
                  <a:lnTo>
                    <a:pt x="313066" y="346261"/>
                  </a:lnTo>
                  <a:lnTo>
                    <a:pt x="305082" y="333464"/>
                  </a:lnTo>
                  <a:lnTo>
                    <a:pt x="294650" y="322660"/>
                  </a:lnTo>
                  <a:lnTo>
                    <a:pt x="304761" y="293806"/>
                  </a:lnTo>
                  <a:lnTo>
                    <a:pt x="312292" y="258057"/>
                  </a:lnTo>
                  <a:lnTo>
                    <a:pt x="316995" y="220741"/>
                  </a:lnTo>
                  <a:lnTo>
                    <a:pt x="318618" y="187188"/>
                  </a:lnTo>
                  <a:lnTo>
                    <a:pt x="310715" y="143276"/>
                  </a:lnTo>
                  <a:lnTo>
                    <a:pt x="290137" y="104337"/>
                  </a:lnTo>
                  <a:lnTo>
                    <a:pt x="261581" y="70801"/>
                  </a:lnTo>
                  <a:lnTo>
                    <a:pt x="229741" y="43098"/>
                  </a:lnTo>
                  <a:lnTo>
                    <a:pt x="181230" y="11147"/>
                  </a:lnTo>
                  <a:lnTo>
                    <a:pt x="165771" y="2833"/>
                  </a:lnTo>
                  <a:lnTo>
                    <a:pt x="159984" y="0"/>
                  </a:lnTo>
                  <a:close/>
                </a:path>
              </a:pathLst>
            </a:custGeom>
            <a:solidFill>
              <a:srgbClr val="FADF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 descr=""/>
            <p:cNvSpPr/>
            <p:nvPr/>
          </p:nvSpPr>
          <p:spPr>
            <a:xfrm>
              <a:off x="12017252" y="8314944"/>
              <a:ext cx="181610" cy="996950"/>
            </a:xfrm>
            <a:custGeom>
              <a:avLst/>
              <a:gdLst/>
              <a:ahLst/>
              <a:cxnLst/>
              <a:rect l="l" t="t" r="r" b="b"/>
              <a:pathLst>
                <a:path w="181609" h="996950">
                  <a:moveTo>
                    <a:pt x="90761" y="0"/>
                  </a:moveTo>
                  <a:lnTo>
                    <a:pt x="58723" y="27588"/>
                  </a:lnTo>
                  <a:lnTo>
                    <a:pt x="29996" y="61136"/>
                  </a:lnTo>
                  <a:lnTo>
                    <a:pt x="9298" y="100139"/>
                  </a:lnTo>
                  <a:lnTo>
                    <a:pt x="1350" y="144089"/>
                  </a:lnTo>
                  <a:lnTo>
                    <a:pt x="2978" y="177643"/>
                  </a:lnTo>
                  <a:lnTo>
                    <a:pt x="7710" y="214959"/>
                  </a:lnTo>
                  <a:lnTo>
                    <a:pt x="15322" y="250708"/>
                  </a:lnTo>
                  <a:lnTo>
                    <a:pt x="25590" y="279562"/>
                  </a:lnTo>
                  <a:lnTo>
                    <a:pt x="15001" y="290366"/>
                  </a:lnTo>
                  <a:lnTo>
                    <a:pt x="6936" y="303163"/>
                  </a:lnTo>
                  <a:lnTo>
                    <a:pt x="1801" y="317625"/>
                  </a:lnTo>
                  <a:lnTo>
                    <a:pt x="0" y="333424"/>
                  </a:lnTo>
                  <a:lnTo>
                    <a:pt x="0" y="996786"/>
                  </a:lnTo>
                  <a:lnTo>
                    <a:pt x="180989" y="996786"/>
                  </a:lnTo>
                  <a:lnTo>
                    <a:pt x="180989" y="333424"/>
                  </a:lnTo>
                  <a:lnTo>
                    <a:pt x="179191" y="317625"/>
                  </a:lnTo>
                  <a:lnTo>
                    <a:pt x="174086" y="303163"/>
                  </a:lnTo>
                  <a:lnTo>
                    <a:pt x="166102" y="290366"/>
                  </a:lnTo>
                  <a:lnTo>
                    <a:pt x="155670" y="279562"/>
                  </a:lnTo>
                  <a:lnTo>
                    <a:pt x="165781" y="250708"/>
                  </a:lnTo>
                  <a:lnTo>
                    <a:pt x="173312" y="214959"/>
                  </a:lnTo>
                  <a:lnTo>
                    <a:pt x="178015" y="177643"/>
                  </a:lnTo>
                  <a:lnTo>
                    <a:pt x="179638" y="144089"/>
                  </a:lnTo>
                  <a:lnTo>
                    <a:pt x="171735" y="100177"/>
                  </a:lnTo>
                  <a:lnTo>
                    <a:pt x="151157" y="61238"/>
                  </a:lnTo>
                  <a:lnTo>
                    <a:pt x="122600" y="27703"/>
                  </a:lnTo>
                  <a:lnTo>
                    <a:pt x="90761" y="0"/>
                  </a:lnTo>
                  <a:close/>
                </a:path>
              </a:pathLst>
            </a:custGeom>
            <a:solidFill>
              <a:srgbClr val="CCCC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 descr=""/>
            <p:cNvSpPr/>
            <p:nvPr/>
          </p:nvSpPr>
          <p:spPr>
            <a:xfrm>
              <a:off x="11613541" y="7762203"/>
              <a:ext cx="1666239" cy="148590"/>
            </a:xfrm>
            <a:custGeom>
              <a:avLst/>
              <a:gdLst/>
              <a:ahLst/>
              <a:cxnLst/>
              <a:rect l="l" t="t" r="r" b="b"/>
              <a:pathLst>
                <a:path w="1666240" h="148590">
                  <a:moveTo>
                    <a:pt x="1665781" y="0"/>
                  </a:moveTo>
                  <a:lnTo>
                    <a:pt x="0" y="0"/>
                  </a:lnTo>
                  <a:lnTo>
                    <a:pt x="0" y="148550"/>
                  </a:lnTo>
                  <a:lnTo>
                    <a:pt x="1665781" y="148550"/>
                  </a:lnTo>
                  <a:lnTo>
                    <a:pt x="1665781" y="0"/>
                  </a:lnTo>
                  <a:close/>
                </a:path>
              </a:pathLst>
            </a:custGeom>
            <a:solidFill>
              <a:srgbClr val="82CFC1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306" name="object 306" descr=""/>
          <p:cNvPicPr/>
          <p:nvPr/>
        </p:nvPicPr>
        <p:blipFill>
          <a:blip r:embed="rId37" cstate="print"/>
          <a:stretch>
            <a:fillRect/>
          </a:stretch>
        </p:blipFill>
        <p:spPr>
          <a:xfrm>
            <a:off x="15436592" y="6765707"/>
            <a:ext cx="131325" cy="373654"/>
          </a:xfrm>
          <a:prstGeom prst="rect">
            <a:avLst/>
          </a:prstGeom>
        </p:spPr>
      </p:pic>
      <p:grpSp>
        <p:nvGrpSpPr>
          <p:cNvPr id="307" name="object 307" descr=""/>
          <p:cNvGrpSpPr/>
          <p:nvPr/>
        </p:nvGrpSpPr>
        <p:grpSpPr>
          <a:xfrm>
            <a:off x="18888696" y="4028283"/>
            <a:ext cx="114300" cy="482600"/>
            <a:chOff x="18888696" y="4028283"/>
            <a:chExt cx="114300" cy="482600"/>
          </a:xfrm>
        </p:grpSpPr>
        <p:pic>
          <p:nvPicPr>
            <p:cNvPr id="308" name="object 308" descr="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8888696" y="4028283"/>
              <a:ext cx="114226" cy="177985"/>
            </a:xfrm>
            <a:prstGeom prst="rect">
              <a:avLst/>
            </a:prstGeom>
          </p:spPr>
        </p:pic>
        <p:sp>
          <p:nvSpPr>
            <p:cNvPr id="309" name="object 309" descr=""/>
            <p:cNvSpPr/>
            <p:nvPr/>
          </p:nvSpPr>
          <p:spPr>
            <a:xfrm>
              <a:off x="18909947" y="4192730"/>
              <a:ext cx="71755" cy="318135"/>
            </a:xfrm>
            <a:custGeom>
              <a:avLst/>
              <a:gdLst/>
              <a:ahLst/>
              <a:cxnLst/>
              <a:rect l="l" t="t" r="r" b="b"/>
              <a:pathLst>
                <a:path w="71755" h="318135">
                  <a:moveTo>
                    <a:pt x="71715" y="0"/>
                  </a:moveTo>
                  <a:lnTo>
                    <a:pt x="0" y="0"/>
                  </a:lnTo>
                  <a:lnTo>
                    <a:pt x="0" y="317602"/>
                  </a:lnTo>
                  <a:lnTo>
                    <a:pt x="71715" y="317602"/>
                  </a:lnTo>
                  <a:lnTo>
                    <a:pt x="7171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0" name="object 310" descr=""/>
          <p:cNvSpPr/>
          <p:nvPr/>
        </p:nvSpPr>
        <p:spPr>
          <a:xfrm>
            <a:off x="18909948" y="4192730"/>
            <a:ext cx="37465" cy="318135"/>
          </a:xfrm>
          <a:custGeom>
            <a:avLst/>
            <a:gdLst/>
            <a:ahLst/>
            <a:cxnLst/>
            <a:rect l="l" t="t" r="r" b="b"/>
            <a:pathLst>
              <a:path w="37465" h="318135">
                <a:moveTo>
                  <a:pt x="36920" y="0"/>
                </a:moveTo>
                <a:lnTo>
                  <a:pt x="0" y="0"/>
                </a:lnTo>
                <a:lnTo>
                  <a:pt x="0" y="317602"/>
                </a:lnTo>
                <a:lnTo>
                  <a:pt x="36920" y="317602"/>
                </a:lnTo>
                <a:lnTo>
                  <a:pt x="36920" y="0"/>
                </a:lnTo>
                <a:close/>
              </a:path>
            </a:pathLst>
          </a:custGeom>
          <a:solidFill>
            <a:srgbClr val="82CFC1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11" name="object 311" descr=""/>
          <p:cNvGrpSpPr/>
          <p:nvPr/>
        </p:nvGrpSpPr>
        <p:grpSpPr>
          <a:xfrm>
            <a:off x="18869110" y="4493161"/>
            <a:ext cx="149225" cy="510540"/>
            <a:chOff x="18869110" y="4493161"/>
            <a:chExt cx="149225" cy="510540"/>
          </a:xfrm>
        </p:grpSpPr>
        <p:sp>
          <p:nvSpPr>
            <p:cNvPr id="312" name="object 312" descr=""/>
            <p:cNvSpPr/>
            <p:nvPr/>
          </p:nvSpPr>
          <p:spPr>
            <a:xfrm>
              <a:off x="18894199" y="4569651"/>
              <a:ext cx="98425" cy="434340"/>
            </a:xfrm>
            <a:custGeom>
              <a:avLst/>
              <a:gdLst/>
              <a:ahLst/>
              <a:cxnLst/>
              <a:rect l="l" t="t" r="r" b="b"/>
              <a:pathLst>
                <a:path w="98425" h="434339">
                  <a:moveTo>
                    <a:pt x="97976" y="0"/>
                  </a:moveTo>
                  <a:lnTo>
                    <a:pt x="0" y="0"/>
                  </a:lnTo>
                  <a:lnTo>
                    <a:pt x="0" y="433934"/>
                  </a:lnTo>
                  <a:lnTo>
                    <a:pt x="97976" y="433934"/>
                  </a:lnTo>
                  <a:lnTo>
                    <a:pt x="979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 descr=""/>
            <p:cNvSpPr/>
            <p:nvPr/>
          </p:nvSpPr>
          <p:spPr>
            <a:xfrm>
              <a:off x="18894199" y="4569651"/>
              <a:ext cx="50800" cy="434340"/>
            </a:xfrm>
            <a:custGeom>
              <a:avLst/>
              <a:gdLst/>
              <a:ahLst/>
              <a:cxnLst/>
              <a:rect l="l" t="t" r="r" b="b"/>
              <a:pathLst>
                <a:path w="50800" h="434339">
                  <a:moveTo>
                    <a:pt x="50438" y="0"/>
                  </a:moveTo>
                  <a:lnTo>
                    <a:pt x="0" y="0"/>
                  </a:lnTo>
                  <a:lnTo>
                    <a:pt x="0" y="433934"/>
                  </a:lnTo>
                  <a:lnTo>
                    <a:pt x="50438" y="433934"/>
                  </a:lnTo>
                  <a:lnTo>
                    <a:pt x="50438" y="0"/>
                  </a:lnTo>
                  <a:close/>
                </a:path>
              </a:pathLst>
            </a:custGeom>
            <a:solidFill>
              <a:srgbClr val="82CFC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4" name="object 314" descr="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18869110" y="4493161"/>
              <a:ext cx="148738" cy="76485"/>
            </a:xfrm>
            <a:prstGeom prst="rect">
              <a:avLst/>
            </a:prstGeom>
          </p:spPr>
        </p:pic>
      </p:grpSp>
      <p:grpSp>
        <p:nvGrpSpPr>
          <p:cNvPr id="315" name="object 315" descr=""/>
          <p:cNvGrpSpPr/>
          <p:nvPr/>
        </p:nvGrpSpPr>
        <p:grpSpPr>
          <a:xfrm>
            <a:off x="18745198" y="7215109"/>
            <a:ext cx="393700" cy="547370"/>
            <a:chOff x="18745198" y="7215109"/>
            <a:chExt cx="393700" cy="547370"/>
          </a:xfrm>
        </p:grpSpPr>
        <p:sp>
          <p:nvSpPr>
            <p:cNvPr id="316" name="object 316" descr=""/>
            <p:cNvSpPr/>
            <p:nvPr/>
          </p:nvSpPr>
          <p:spPr>
            <a:xfrm>
              <a:off x="18779438" y="7250072"/>
              <a:ext cx="325120" cy="512445"/>
            </a:xfrm>
            <a:custGeom>
              <a:avLst/>
              <a:gdLst/>
              <a:ahLst/>
              <a:cxnLst/>
              <a:rect l="l" t="t" r="r" b="b"/>
              <a:pathLst>
                <a:path w="325119" h="512445">
                  <a:moveTo>
                    <a:pt x="0" y="512036"/>
                  </a:moveTo>
                  <a:lnTo>
                    <a:pt x="324670" y="512036"/>
                  </a:lnTo>
                  <a:lnTo>
                    <a:pt x="324670" y="0"/>
                  </a:lnTo>
                  <a:lnTo>
                    <a:pt x="0" y="0"/>
                  </a:lnTo>
                  <a:lnTo>
                    <a:pt x="0" y="51203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 descr=""/>
            <p:cNvSpPr/>
            <p:nvPr/>
          </p:nvSpPr>
          <p:spPr>
            <a:xfrm>
              <a:off x="18745198" y="7215109"/>
              <a:ext cx="393700" cy="35560"/>
            </a:xfrm>
            <a:custGeom>
              <a:avLst/>
              <a:gdLst/>
              <a:ahLst/>
              <a:cxnLst/>
              <a:rect l="l" t="t" r="r" b="b"/>
              <a:pathLst>
                <a:path w="393700" h="35559">
                  <a:moveTo>
                    <a:pt x="393160" y="0"/>
                  </a:moveTo>
                  <a:lnTo>
                    <a:pt x="0" y="0"/>
                  </a:lnTo>
                  <a:lnTo>
                    <a:pt x="0" y="34962"/>
                  </a:lnTo>
                  <a:lnTo>
                    <a:pt x="393160" y="34962"/>
                  </a:lnTo>
                  <a:lnTo>
                    <a:pt x="393160" y="0"/>
                  </a:lnTo>
                  <a:close/>
                </a:path>
              </a:pathLst>
            </a:custGeom>
            <a:solidFill>
              <a:srgbClr val="82CF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 descr=""/>
            <p:cNvSpPr/>
            <p:nvPr/>
          </p:nvSpPr>
          <p:spPr>
            <a:xfrm>
              <a:off x="18779438" y="7250072"/>
              <a:ext cx="325120" cy="38735"/>
            </a:xfrm>
            <a:custGeom>
              <a:avLst/>
              <a:gdLst/>
              <a:ahLst/>
              <a:cxnLst/>
              <a:rect l="l" t="t" r="r" b="b"/>
              <a:pathLst>
                <a:path w="325119" h="38734">
                  <a:moveTo>
                    <a:pt x="324670" y="0"/>
                  </a:moveTo>
                  <a:lnTo>
                    <a:pt x="0" y="0"/>
                  </a:lnTo>
                  <a:lnTo>
                    <a:pt x="0" y="38281"/>
                  </a:lnTo>
                  <a:lnTo>
                    <a:pt x="324670" y="38281"/>
                  </a:lnTo>
                  <a:lnTo>
                    <a:pt x="324670" y="0"/>
                  </a:lnTo>
                  <a:close/>
                </a:path>
              </a:pathLst>
            </a:custGeom>
            <a:solidFill>
              <a:srgbClr val="CCCCCC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9" name="object 319" descr="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18876179" y="7584841"/>
              <a:ext cx="131200" cy="89903"/>
            </a:xfrm>
            <a:prstGeom prst="rect">
              <a:avLst/>
            </a:prstGeom>
          </p:spPr>
        </p:pic>
      </p:grpSp>
      <p:grpSp>
        <p:nvGrpSpPr>
          <p:cNvPr id="320" name="object 320" descr=""/>
          <p:cNvGrpSpPr/>
          <p:nvPr/>
        </p:nvGrpSpPr>
        <p:grpSpPr>
          <a:xfrm>
            <a:off x="18857771" y="5088965"/>
            <a:ext cx="171450" cy="872490"/>
            <a:chOff x="18857771" y="5088965"/>
            <a:chExt cx="171450" cy="872490"/>
          </a:xfrm>
        </p:grpSpPr>
        <p:sp>
          <p:nvSpPr>
            <p:cNvPr id="321" name="object 321" descr=""/>
            <p:cNvSpPr/>
            <p:nvPr/>
          </p:nvSpPr>
          <p:spPr>
            <a:xfrm>
              <a:off x="18946020" y="5088965"/>
              <a:ext cx="83185" cy="872490"/>
            </a:xfrm>
            <a:custGeom>
              <a:avLst/>
              <a:gdLst/>
              <a:ahLst/>
              <a:cxnLst/>
              <a:rect l="l" t="t" r="r" b="b"/>
              <a:pathLst>
                <a:path w="83184" h="872489">
                  <a:moveTo>
                    <a:pt x="0" y="872392"/>
                  </a:moveTo>
                  <a:lnTo>
                    <a:pt x="83159" y="872392"/>
                  </a:lnTo>
                  <a:lnTo>
                    <a:pt x="83159" y="0"/>
                  </a:lnTo>
                  <a:lnTo>
                    <a:pt x="0" y="0"/>
                  </a:lnTo>
                  <a:lnTo>
                    <a:pt x="0" y="87239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 descr=""/>
            <p:cNvSpPr/>
            <p:nvPr/>
          </p:nvSpPr>
          <p:spPr>
            <a:xfrm>
              <a:off x="18857771" y="5088965"/>
              <a:ext cx="88265" cy="872490"/>
            </a:xfrm>
            <a:custGeom>
              <a:avLst/>
              <a:gdLst/>
              <a:ahLst/>
              <a:cxnLst/>
              <a:rect l="l" t="t" r="r" b="b"/>
              <a:pathLst>
                <a:path w="88265" h="872489">
                  <a:moveTo>
                    <a:pt x="88248" y="0"/>
                  </a:moveTo>
                  <a:lnTo>
                    <a:pt x="0" y="0"/>
                  </a:lnTo>
                  <a:lnTo>
                    <a:pt x="0" y="872392"/>
                  </a:lnTo>
                  <a:lnTo>
                    <a:pt x="88248" y="872392"/>
                  </a:lnTo>
                  <a:lnTo>
                    <a:pt x="88248" y="0"/>
                  </a:lnTo>
                  <a:close/>
                </a:path>
              </a:pathLst>
            </a:custGeom>
            <a:solidFill>
              <a:srgbClr val="82CFC1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23" name="object 323" descr=""/>
          <p:cNvGrpSpPr/>
          <p:nvPr/>
        </p:nvGrpSpPr>
        <p:grpSpPr>
          <a:xfrm>
            <a:off x="18756993" y="5933515"/>
            <a:ext cx="374015" cy="1282065"/>
            <a:chOff x="18756993" y="5933515"/>
            <a:chExt cx="374015" cy="1282065"/>
          </a:xfrm>
        </p:grpSpPr>
        <p:sp>
          <p:nvSpPr>
            <p:cNvPr id="324" name="object 324" descr=""/>
            <p:cNvSpPr/>
            <p:nvPr/>
          </p:nvSpPr>
          <p:spPr>
            <a:xfrm>
              <a:off x="18883278" y="6010288"/>
              <a:ext cx="118745" cy="1205230"/>
            </a:xfrm>
            <a:custGeom>
              <a:avLst/>
              <a:gdLst/>
              <a:ahLst/>
              <a:cxnLst/>
              <a:rect l="l" t="t" r="r" b="b"/>
              <a:pathLst>
                <a:path w="118744" h="1205229">
                  <a:moveTo>
                    <a:pt x="118383" y="0"/>
                  </a:moveTo>
                  <a:lnTo>
                    <a:pt x="0" y="0"/>
                  </a:lnTo>
                  <a:lnTo>
                    <a:pt x="0" y="1204811"/>
                  </a:lnTo>
                  <a:lnTo>
                    <a:pt x="118383" y="1204811"/>
                  </a:lnTo>
                  <a:lnTo>
                    <a:pt x="11838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 descr=""/>
            <p:cNvSpPr/>
            <p:nvPr/>
          </p:nvSpPr>
          <p:spPr>
            <a:xfrm>
              <a:off x="19001274" y="6010288"/>
              <a:ext cx="64769" cy="1205230"/>
            </a:xfrm>
            <a:custGeom>
              <a:avLst/>
              <a:gdLst/>
              <a:ahLst/>
              <a:cxnLst/>
              <a:rect l="l" t="t" r="r" b="b"/>
              <a:pathLst>
                <a:path w="64769" h="1205229">
                  <a:moveTo>
                    <a:pt x="64238" y="0"/>
                  </a:moveTo>
                  <a:lnTo>
                    <a:pt x="0" y="0"/>
                  </a:lnTo>
                  <a:lnTo>
                    <a:pt x="0" y="1204811"/>
                  </a:lnTo>
                  <a:lnTo>
                    <a:pt x="64238" y="1204811"/>
                  </a:lnTo>
                  <a:lnTo>
                    <a:pt x="64238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 descr=""/>
            <p:cNvSpPr/>
            <p:nvPr/>
          </p:nvSpPr>
          <p:spPr>
            <a:xfrm>
              <a:off x="18819039" y="6010288"/>
              <a:ext cx="64769" cy="1205230"/>
            </a:xfrm>
            <a:custGeom>
              <a:avLst/>
              <a:gdLst/>
              <a:ahLst/>
              <a:cxnLst/>
              <a:rect l="l" t="t" r="r" b="b"/>
              <a:pathLst>
                <a:path w="64769" h="1205229">
                  <a:moveTo>
                    <a:pt x="64238" y="0"/>
                  </a:moveTo>
                  <a:lnTo>
                    <a:pt x="0" y="0"/>
                  </a:lnTo>
                  <a:lnTo>
                    <a:pt x="0" y="1204811"/>
                  </a:lnTo>
                  <a:lnTo>
                    <a:pt x="64238" y="1204811"/>
                  </a:lnTo>
                  <a:lnTo>
                    <a:pt x="64238" y="0"/>
                  </a:lnTo>
                  <a:close/>
                </a:path>
              </a:pathLst>
            </a:custGeom>
            <a:solidFill>
              <a:srgbClr val="82CF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 descr=""/>
            <p:cNvSpPr/>
            <p:nvPr/>
          </p:nvSpPr>
          <p:spPr>
            <a:xfrm>
              <a:off x="18819038" y="6329228"/>
              <a:ext cx="247015" cy="686435"/>
            </a:xfrm>
            <a:custGeom>
              <a:avLst/>
              <a:gdLst/>
              <a:ahLst/>
              <a:cxnLst/>
              <a:rect l="l" t="t" r="r" b="b"/>
              <a:pathLst>
                <a:path w="247015" h="686434">
                  <a:moveTo>
                    <a:pt x="246456" y="554304"/>
                  </a:moveTo>
                  <a:lnTo>
                    <a:pt x="0" y="554304"/>
                  </a:lnTo>
                  <a:lnTo>
                    <a:pt x="0" y="589737"/>
                  </a:lnTo>
                  <a:lnTo>
                    <a:pt x="246456" y="589737"/>
                  </a:lnTo>
                  <a:lnTo>
                    <a:pt x="246456" y="554304"/>
                  </a:lnTo>
                  <a:close/>
                </a:path>
                <a:path w="247015" h="686434">
                  <a:moveTo>
                    <a:pt x="246659" y="650494"/>
                  </a:moveTo>
                  <a:lnTo>
                    <a:pt x="190" y="650494"/>
                  </a:lnTo>
                  <a:lnTo>
                    <a:pt x="190" y="685927"/>
                  </a:lnTo>
                  <a:lnTo>
                    <a:pt x="246659" y="685927"/>
                  </a:lnTo>
                  <a:lnTo>
                    <a:pt x="246659" y="650494"/>
                  </a:lnTo>
                  <a:close/>
                </a:path>
                <a:path w="247015" h="686434">
                  <a:moveTo>
                    <a:pt x="246659" y="96177"/>
                  </a:moveTo>
                  <a:lnTo>
                    <a:pt x="190" y="96177"/>
                  </a:lnTo>
                  <a:lnTo>
                    <a:pt x="190" y="131610"/>
                  </a:lnTo>
                  <a:lnTo>
                    <a:pt x="246659" y="131610"/>
                  </a:lnTo>
                  <a:lnTo>
                    <a:pt x="246659" y="96177"/>
                  </a:lnTo>
                  <a:close/>
                </a:path>
                <a:path w="247015" h="686434">
                  <a:moveTo>
                    <a:pt x="246659" y="0"/>
                  </a:moveTo>
                  <a:lnTo>
                    <a:pt x="190" y="0"/>
                  </a:lnTo>
                  <a:lnTo>
                    <a:pt x="190" y="35433"/>
                  </a:lnTo>
                  <a:lnTo>
                    <a:pt x="246659" y="35433"/>
                  </a:lnTo>
                  <a:lnTo>
                    <a:pt x="246659" y="0"/>
                  </a:lnTo>
                  <a:close/>
                </a:path>
              </a:pathLst>
            </a:custGeom>
            <a:solidFill>
              <a:srgbClr val="CCCCCC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 descr=""/>
            <p:cNvSpPr/>
            <p:nvPr/>
          </p:nvSpPr>
          <p:spPr>
            <a:xfrm>
              <a:off x="18756999" y="5961368"/>
              <a:ext cx="374015" cy="49530"/>
            </a:xfrm>
            <a:custGeom>
              <a:avLst/>
              <a:gdLst/>
              <a:ahLst/>
              <a:cxnLst/>
              <a:rect l="l" t="t" r="r" b="b"/>
              <a:pathLst>
                <a:path w="374015" h="49529">
                  <a:moveTo>
                    <a:pt x="373967" y="0"/>
                  </a:moveTo>
                  <a:lnTo>
                    <a:pt x="0" y="0"/>
                  </a:lnTo>
                  <a:lnTo>
                    <a:pt x="0" y="48930"/>
                  </a:lnTo>
                  <a:lnTo>
                    <a:pt x="373967" y="48930"/>
                  </a:lnTo>
                  <a:lnTo>
                    <a:pt x="373967" y="0"/>
                  </a:lnTo>
                  <a:close/>
                </a:path>
              </a:pathLst>
            </a:custGeom>
            <a:solidFill>
              <a:srgbClr val="82CF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 descr=""/>
            <p:cNvSpPr/>
            <p:nvPr/>
          </p:nvSpPr>
          <p:spPr>
            <a:xfrm>
              <a:off x="18756993" y="6010297"/>
              <a:ext cx="374015" cy="47625"/>
            </a:xfrm>
            <a:custGeom>
              <a:avLst/>
              <a:gdLst/>
              <a:ahLst/>
              <a:cxnLst/>
              <a:rect l="l" t="t" r="r" b="b"/>
              <a:pathLst>
                <a:path w="374015" h="47625">
                  <a:moveTo>
                    <a:pt x="373967" y="0"/>
                  </a:moveTo>
                  <a:lnTo>
                    <a:pt x="0" y="0"/>
                  </a:lnTo>
                  <a:lnTo>
                    <a:pt x="62050" y="47244"/>
                  </a:lnTo>
                  <a:lnTo>
                    <a:pt x="308713" y="47244"/>
                  </a:lnTo>
                  <a:lnTo>
                    <a:pt x="373967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 descr=""/>
            <p:cNvSpPr/>
            <p:nvPr/>
          </p:nvSpPr>
          <p:spPr>
            <a:xfrm>
              <a:off x="18756999" y="5933515"/>
              <a:ext cx="374015" cy="27940"/>
            </a:xfrm>
            <a:custGeom>
              <a:avLst/>
              <a:gdLst/>
              <a:ahLst/>
              <a:cxnLst/>
              <a:rect l="l" t="t" r="r" b="b"/>
              <a:pathLst>
                <a:path w="374015" h="27939">
                  <a:moveTo>
                    <a:pt x="373967" y="0"/>
                  </a:moveTo>
                  <a:lnTo>
                    <a:pt x="0" y="0"/>
                  </a:lnTo>
                  <a:lnTo>
                    <a:pt x="0" y="27842"/>
                  </a:lnTo>
                  <a:lnTo>
                    <a:pt x="373967" y="27842"/>
                  </a:lnTo>
                  <a:lnTo>
                    <a:pt x="373967" y="0"/>
                  </a:lnTo>
                  <a:close/>
                </a:path>
              </a:pathLst>
            </a:custGeom>
            <a:solidFill>
              <a:srgbClr val="82CFC1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31" name="object 331" descr=""/>
          <p:cNvGrpSpPr/>
          <p:nvPr/>
        </p:nvGrpSpPr>
        <p:grpSpPr>
          <a:xfrm>
            <a:off x="18813877" y="4978864"/>
            <a:ext cx="260350" cy="110489"/>
            <a:chOff x="18813877" y="4978864"/>
            <a:chExt cx="260350" cy="110489"/>
          </a:xfrm>
        </p:grpSpPr>
        <p:sp>
          <p:nvSpPr>
            <p:cNvPr id="332" name="object 332" descr=""/>
            <p:cNvSpPr/>
            <p:nvPr/>
          </p:nvSpPr>
          <p:spPr>
            <a:xfrm>
              <a:off x="18813877" y="5003586"/>
              <a:ext cx="260350" cy="43815"/>
            </a:xfrm>
            <a:custGeom>
              <a:avLst/>
              <a:gdLst/>
              <a:ahLst/>
              <a:cxnLst/>
              <a:rect l="l" t="t" r="r" b="b"/>
              <a:pathLst>
                <a:path w="260350" h="43814">
                  <a:moveTo>
                    <a:pt x="260191" y="0"/>
                  </a:moveTo>
                  <a:lnTo>
                    <a:pt x="0" y="0"/>
                  </a:lnTo>
                  <a:lnTo>
                    <a:pt x="0" y="43443"/>
                  </a:lnTo>
                  <a:lnTo>
                    <a:pt x="260191" y="43443"/>
                  </a:lnTo>
                  <a:lnTo>
                    <a:pt x="260191" y="0"/>
                  </a:lnTo>
                  <a:close/>
                </a:path>
              </a:pathLst>
            </a:custGeom>
            <a:solidFill>
              <a:srgbClr val="82CF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 descr=""/>
            <p:cNvSpPr/>
            <p:nvPr/>
          </p:nvSpPr>
          <p:spPr>
            <a:xfrm>
              <a:off x="18813882" y="5047024"/>
              <a:ext cx="260350" cy="42545"/>
            </a:xfrm>
            <a:custGeom>
              <a:avLst/>
              <a:gdLst/>
              <a:ahLst/>
              <a:cxnLst/>
              <a:rect l="l" t="t" r="r" b="b"/>
              <a:pathLst>
                <a:path w="260350" h="42545">
                  <a:moveTo>
                    <a:pt x="260191" y="0"/>
                  </a:moveTo>
                  <a:lnTo>
                    <a:pt x="0" y="0"/>
                  </a:lnTo>
                  <a:lnTo>
                    <a:pt x="43171" y="41946"/>
                  </a:lnTo>
                  <a:lnTo>
                    <a:pt x="214789" y="41946"/>
                  </a:lnTo>
                  <a:lnTo>
                    <a:pt x="260191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 descr=""/>
            <p:cNvSpPr/>
            <p:nvPr/>
          </p:nvSpPr>
          <p:spPr>
            <a:xfrm>
              <a:off x="18813877" y="4978864"/>
              <a:ext cx="260350" cy="24765"/>
            </a:xfrm>
            <a:custGeom>
              <a:avLst/>
              <a:gdLst/>
              <a:ahLst/>
              <a:cxnLst/>
              <a:rect l="l" t="t" r="r" b="b"/>
              <a:pathLst>
                <a:path w="260350" h="24764">
                  <a:moveTo>
                    <a:pt x="260191" y="0"/>
                  </a:moveTo>
                  <a:lnTo>
                    <a:pt x="0" y="0"/>
                  </a:lnTo>
                  <a:lnTo>
                    <a:pt x="0" y="24721"/>
                  </a:lnTo>
                  <a:lnTo>
                    <a:pt x="260191" y="24721"/>
                  </a:lnTo>
                  <a:lnTo>
                    <a:pt x="260191" y="0"/>
                  </a:lnTo>
                  <a:close/>
                </a:path>
              </a:pathLst>
            </a:custGeom>
            <a:solidFill>
              <a:srgbClr val="82CFC1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35" name="object 335" descr=""/>
          <p:cNvGrpSpPr/>
          <p:nvPr/>
        </p:nvGrpSpPr>
        <p:grpSpPr>
          <a:xfrm>
            <a:off x="14534715" y="7129964"/>
            <a:ext cx="1935480" cy="632460"/>
            <a:chOff x="14534715" y="7129964"/>
            <a:chExt cx="1935480" cy="632460"/>
          </a:xfrm>
        </p:grpSpPr>
        <p:sp>
          <p:nvSpPr>
            <p:cNvPr id="336" name="object 336" descr=""/>
            <p:cNvSpPr/>
            <p:nvPr/>
          </p:nvSpPr>
          <p:spPr>
            <a:xfrm>
              <a:off x="14534715" y="7129964"/>
              <a:ext cx="1935480" cy="632460"/>
            </a:xfrm>
            <a:custGeom>
              <a:avLst/>
              <a:gdLst/>
              <a:ahLst/>
              <a:cxnLst/>
              <a:rect l="l" t="t" r="r" b="b"/>
              <a:pathLst>
                <a:path w="1935480" h="632459">
                  <a:moveTo>
                    <a:pt x="967541" y="0"/>
                  </a:moveTo>
                  <a:lnTo>
                    <a:pt x="499511" y="98773"/>
                  </a:lnTo>
                  <a:lnTo>
                    <a:pt x="202124" y="316074"/>
                  </a:lnTo>
                  <a:lnTo>
                    <a:pt x="45561" y="533375"/>
                  </a:lnTo>
                  <a:lnTo>
                    <a:pt x="0" y="632148"/>
                  </a:lnTo>
                  <a:lnTo>
                    <a:pt x="1935082" y="632148"/>
                  </a:lnTo>
                  <a:lnTo>
                    <a:pt x="1798191" y="266687"/>
                  </a:lnTo>
                  <a:lnTo>
                    <a:pt x="1651775" y="79018"/>
                  </a:lnTo>
                  <a:lnTo>
                    <a:pt x="1405127" y="9877"/>
                  </a:lnTo>
                  <a:lnTo>
                    <a:pt x="967541" y="0"/>
                  </a:lnTo>
                  <a:close/>
                </a:path>
              </a:pathLst>
            </a:custGeom>
            <a:solidFill>
              <a:srgbClr val="FADF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 descr=""/>
            <p:cNvSpPr/>
            <p:nvPr/>
          </p:nvSpPr>
          <p:spPr>
            <a:xfrm>
              <a:off x="15163580" y="7374495"/>
              <a:ext cx="1186815" cy="387985"/>
            </a:xfrm>
            <a:custGeom>
              <a:avLst/>
              <a:gdLst/>
              <a:ahLst/>
              <a:cxnLst/>
              <a:rect l="l" t="t" r="r" b="b"/>
              <a:pathLst>
                <a:path w="1186815" h="387984">
                  <a:moveTo>
                    <a:pt x="593269" y="0"/>
                  </a:moveTo>
                  <a:lnTo>
                    <a:pt x="306289" y="60564"/>
                  </a:lnTo>
                  <a:lnTo>
                    <a:pt x="123939" y="193805"/>
                  </a:lnTo>
                  <a:lnTo>
                    <a:pt x="27937" y="327046"/>
                  </a:lnTo>
                  <a:lnTo>
                    <a:pt x="0" y="387611"/>
                  </a:lnTo>
                  <a:lnTo>
                    <a:pt x="1186539" y="387611"/>
                  </a:lnTo>
                  <a:lnTo>
                    <a:pt x="1102598" y="163523"/>
                  </a:lnTo>
                  <a:lnTo>
                    <a:pt x="1012818" y="48451"/>
                  </a:lnTo>
                  <a:lnTo>
                    <a:pt x="861582" y="6056"/>
                  </a:lnTo>
                  <a:lnTo>
                    <a:pt x="593269" y="0"/>
                  </a:lnTo>
                  <a:close/>
                </a:path>
              </a:pathLst>
            </a:custGeom>
            <a:solidFill>
              <a:srgbClr val="9DDCF8">
                <a:alpha val="369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38" name="object 338" descr=""/>
          <p:cNvGrpSpPr/>
          <p:nvPr/>
        </p:nvGrpSpPr>
        <p:grpSpPr>
          <a:xfrm>
            <a:off x="11845620" y="6700623"/>
            <a:ext cx="4861560" cy="2611120"/>
            <a:chOff x="11845620" y="6700623"/>
            <a:chExt cx="4861560" cy="2611120"/>
          </a:xfrm>
        </p:grpSpPr>
        <p:sp>
          <p:nvSpPr>
            <p:cNvPr id="339" name="object 339" descr=""/>
            <p:cNvSpPr/>
            <p:nvPr/>
          </p:nvSpPr>
          <p:spPr>
            <a:xfrm>
              <a:off x="12506236" y="7032555"/>
              <a:ext cx="96520" cy="273685"/>
            </a:xfrm>
            <a:custGeom>
              <a:avLst/>
              <a:gdLst/>
              <a:ahLst/>
              <a:cxnLst/>
              <a:rect l="l" t="t" r="r" b="b"/>
              <a:pathLst>
                <a:path w="96520" h="273684">
                  <a:moveTo>
                    <a:pt x="96202" y="239268"/>
                  </a:moveTo>
                  <a:lnTo>
                    <a:pt x="90665" y="233743"/>
                  </a:lnTo>
                  <a:lnTo>
                    <a:pt x="83845" y="233743"/>
                  </a:lnTo>
                  <a:lnTo>
                    <a:pt x="68668" y="233743"/>
                  </a:lnTo>
                  <a:lnTo>
                    <a:pt x="68668" y="157949"/>
                  </a:lnTo>
                  <a:lnTo>
                    <a:pt x="63157" y="152425"/>
                  </a:lnTo>
                  <a:lnTo>
                    <a:pt x="60121" y="152425"/>
                  </a:lnTo>
                  <a:lnTo>
                    <a:pt x="60121" y="79908"/>
                  </a:lnTo>
                  <a:lnTo>
                    <a:pt x="55905" y="75692"/>
                  </a:lnTo>
                  <a:lnTo>
                    <a:pt x="55905" y="3390"/>
                  </a:lnTo>
                  <a:lnTo>
                    <a:pt x="52501" y="0"/>
                  </a:lnTo>
                  <a:lnTo>
                    <a:pt x="48323" y="0"/>
                  </a:lnTo>
                  <a:lnTo>
                    <a:pt x="43688" y="0"/>
                  </a:lnTo>
                  <a:lnTo>
                    <a:pt x="40297" y="3390"/>
                  </a:lnTo>
                  <a:lnTo>
                    <a:pt x="40297" y="75692"/>
                  </a:lnTo>
                  <a:lnTo>
                    <a:pt x="36080" y="79908"/>
                  </a:lnTo>
                  <a:lnTo>
                    <a:pt x="36080" y="152425"/>
                  </a:lnTo>
                  <a:lnTo>
                    <a:pt x="33045" y="152425"/>
                  </a:lnTo>
                  <a:lnTo>
                    <a:pt x="27533" y="157949"/>
                  </a:lnTo>
                  <a:lnTo>
                    <a:pt x="27533" y="233743"/>
                  </a:lnTo>
                  <a:lnTo>
                    <a:pt x="5537" y="233743"/>
                  </a:lnTo>
                  <a:lnTo>
                    <a:pt x="0" y="239268"/>
                  </a:lnTo>
                  <a:lnTo>
                    <a:pt x="0" y="273685"/>
                  </a:lnTo>
                  <a:lnTo>
                    <a:pt x="96202" y="273685"/>
                  </a:lnTo>
                  <a:lnTo>
                    <a:pt x="96202" y="239268"/>
                  </a:lnTo>
                  <a:close/>
                </a:path>
              </a:pathLst>
            </a:custGeom>
            <a:solidFill>
              <a:srgbClr val="82CF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 descr=""/>
            <p:cNvSpPr/>
            <p:nvPr/>
          </p:nvSpPr>
          <p:spPr>
            <a:xfrm>
              <a:off x="11845620" y="7299361"/>
              <a:ext cx="1417955" cy="463550"/>
            </a:xfrm>
            <a:custGeom>
              <a:avLst/>
              <a:gdLst/>
              <a:ahLst/>
              <a:cxnLst/>
              <a:rect l="l" t="t" r="r" b="b"/>
              <a:pathLst>
                <a:path w="1417955" h="463550">
                  <a:moveTo>
                    <a:pt x="708721" y="0"/>
                  </a:moveTo>
                  <a:lnTo>
                    <a:pt x="365889" y="72350"/>
                  </a:lnTo>
                  <a:lnTo>
                    <a:pt x="148054" y="231521"/>
                  </a:lnTo>
                  <a:lnTo>
                    <a:pt x="33372" y="390692"/>
                  </a:lnTo>
                  <a:lnTo>
                    <a:pt x="0" y="463043"/>
                  </a:lnTo>
                  <a:lnTo>
                    <a:pt x="1417443" y="463043"/>
                  </a:lnTo>
                  <a:lnTo>
                    <a:pt x="1317173" y="195346"/>
                  </a:lnTo>
                  <a:lnTo>
                    <a:pt x="1209925" y="57880"/>
                  </a:lnTo>
                  <a:lnTo>
                    <a:pt x="1029255" y="7235"/>
                  </a:lnTo>
                  <a:lnTo>
                    <a:pt x="708721" y="0"/>
                  </a:lnTo>
                  <a:close/>
                </a:path>
              </a:pathLst>
            </a:custGeom>
            <a:solidFill>
              <a:srgbClr val="FADF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 descr=""/>
            <p:cNvSpPr/>
            <p:nvPr/>
          </p:nvSpPr>
          <p:spPr>
            <a:xfrm>
              <a:off x="12306259" y="7478481"/>
              <a:ext cx="869315" cy="284480"/>
            </a:xfrm>
            <a:custGeom>
              <a:avLst/>
              <a:gdLst/>
              <a:ahLst/>
              <a:cxnLst/>
              <a:rect l="l" t="t" r="r" b="b"/>
              <a:pathLst>
                <a:path w="869315" h="284479">
                  <a:moveTo>
                    <a:pt x="434573" y="0"/>
                  </a:moveTo>
                  <a:lnTo>
                    <a:pt x="224359" y="44363"/>
                  </a:lnTo>
                  <a:lnTo>
                    <a:pt x="90787" y="141964"/>
                  </a:lnTo>
                  <a:lnTo>
                    <a:pt x="20465" y="239564"/>
                  </a:lnTo>
                  <a:lnTo>
                    <a:pt x="0" y="283928"/>
                  </a:lnTo>
                  <a:lnTo>
                    <a:pt x="869146" y="283928"/>
                  </a:lnTo>
                  <a:lnTo>
                    <a:pt x="807656" y="119782"/>
                  </a:lnTo>
                  <a:lnTo>
                    <a:pt x="741892" y="35491"/>
                  </a:lnTo>
                  <a:lnTo>
                    <a:pt x="631111" y="4436"/>
                  </a:lnTo>
                  <a:lnTo>
                    <a:pt x="434573" y="0"/>
                  </a:lnTo>
                  <a:close/>
                </a:path>
              </a:pathLst>
            </a:custGeom>
            <a:solidFill>
              <a:srgbClr val="9DDCF8">
                <a:alpha val="369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 descr=""/>
            <p:cNvSpPr/>
            <p:nvPr/>
          </p:nvSpPr>
          <p:spPr>
            <a:xfrm>
              <a:off x="12700094" y="6700623"/>
              <a:ext cx="1914525" cy="2611120"/>
            </a:xfrm>
            <a:custGeom>
              <a:avLst/>
              <a:gdLst/>
              <a:ahLst/>
              <a:cxnLst/>
              <a:rect l="l" t="t" r="r" b="b"/>
              <a:pathLst>
                <a:path w="1914525" h="2611120">
                  <a:moveTo>
                    <a:pt x="1914391" y="0"/>
                  </a:moveTo>
                  <a:lnTo>
                    <a:pt x="0" y="0"/>
                  </a:lnTo>
                  <a:lnTo>
                    <a:pt x="0" y="2611103"/>
                  </a:lnTo>
                  <a:lnTo>
                    <a:pt x="1914391" y="2611103"/>
                  </a:lnTo>
                  <a:lnTo>
                    <a:pt x="191439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 descr=""/>
            <p:cNvSpPr/>
            <p:nvPr/>
          </p:nvSpPr>
          <p:spPr>
            <a:xfrm>
              <a:off x="13101258" y="7575144"/>
              <a:ext cx="1115060" cy="1736725"/>
            </a:xfrm>
            <a:custGeom>
              <a:avLst/>
              <a:gdLst/>
              <a:ahLst/>
              <a:cxnLst/>
              <a:rect l="l" t="t" r="r" b="b"/>
              <a:pathLst>
                <a:path w="1115059" h="1736725">
                  <a:moveTo>
                    <a:pt x="557281" y="0"/>
                  </a:moveTo>
                  <a:lnTo>
                    <a:pt x="495334" y="17023"/>
                  </a:lnTo>
                  <a:lnTo>
                    <a:pt x="421413" y="45985"/>
                  </a:lnTo>
                  <a:lnTo>
                    <a:pt x="378260" y="65281"/>
                  </a:lnTo>
                  <a:lnTo>
                    <a:pt x="332575" y="87580"/>
                  </a:lnTo>
                  <a:lnTo>
                    <a:pt x="285556" y="112724"/>
                  </a:lnTo>
                  <a:lnTo>
                    <a:pt x="238401" y="140559"/>
                  </a:lnTo>
                  <a:lnTo>
                    <a:pt x="192308" y="170927"/>
                  </a:lnTo>
                  <a:lnTo>
                    <a:pt x="148474" y="203672"/>
                  </a:lnTo>
                  <a:lnTo>
                    <a:pt x="108098" y="238639"/>
                  </a:lnTo>
                  <a:lnTo>
                    <a:pt x="72377" y="275671"/>
                  </a:lnTo>
                  <a:lnTo>
                    <a:pt x="42508" y="314612"/>
                  </a:lnTo>
                  <a:lnTo>
                    <a:pt x="19691" y="355305"/>
                  </a:lnTo>
                  <a:lnTo>
                    <a:pt x="5122" y="397596"/>
                  </a:lnTo>
                  <a:lnTo>
                    <a:pt x="0" y="441326"/>
                  </a:lnTo>
                  <a:lnTo>
                    <a:pt x="0" y="1736407"/>
                  </a:lnTo>
                  <a:lnTo>
                    <a:pt x="1114562" y="1736407"/>
                  </a:lnTo>
                  <a:lnTo>
                    <a:pt x="1114562" y="441326"/>
                  </a:lnTo>
                  <a:lnTo>
                    <a:pt x="1109440" y="397596"/>
                  </a:lnTo>
                  <a:lnTo>
                    <a:pt x="1094871" y="355305"/>
                  </a:lnTo>
                  <a:lnTo>
                    <a:pt x="1072054" y="314612"/>
                  </a:lnTo>
                  <a:lnTo>
                    <a:pt x="1042185" y="275671"/>
                  </a:lnTo>
                  <a:lnTo>
                    <a:pt x="1006464" y="238639"/>
                  </a:lnTo>
                  <a:lnTo>
                    <a:pt x="966088" y="203672"/>
                  </a:lnTo>
                  <a:lnTo>
                    <a:pt x="922254" y="170927"/>
                  </a:lnTo>
                  <a:lnTo>
                    <a:pt x="876161" y="140559"/>
                  </a:lnTo>
                  <a:lnTo>
                    <a:pt x="829006" y="112724"/>
                  </a:lnTo>
                  <a:lnTo>
                    <a:pt x="781987" y="87580"/>
                  </a:lnTo>
                  <a:lnTo>
                    <a:pt x="736302" y="65281"/>
                  </a:lnTo>
                  <a:lnTo>
                    <a:pt x="693148" y="45985"/>
                  </a:lnTo>
                  <a:lnTo>
                    <a:pt x="653725" y="29846"/>
                  </a:lnTo>
                  <a:lnTo>
                    <a:pt x="590857" y="7669"/>
                  </a:lnTo>
                  <a:lnTo>
                    <a:pt x="557281" y="0"/>
                  </a:lnTo>
                  <a:close/>
                </a:path>
              </a:pathLst>
            </a:custGeom>
            <a:solidFill>
              <a:srgbClr val="FADF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 descr=""/>
            <p:cNvSpPr/>
            <p:nvPr/>
          </p:nvSpPr>
          <p:spPr>
            <a:xfrm>
              <a:off x="13318829" y="8052059"/>
              <a:ext cx="826769" cy="1259840"/>
            </a:xfrm>
            <a:custGeom>
              <a:avLst/>
              <a:gdLst/>
              <a:ahLst/>
              <a:cxnLst/>
              <a:rect l="l" t="t" r="r" b="b"/>
              <a:pathLst>
                <a:path w="826769" h="1259840">
                  <a:moveTo>
                    <a:pt x="413076" y="0"/>
                  </a:moveTo>
                  <a:lnTo>
                    <a:pt x="371003" y="13732"/>
                  </a:lnTo>
                  <a:lnTo>
                    <a:pt x="334591" y="30002"/>
                  </a:lnTo>
                  <a:lnTo>
                    <a:pt x="291295" y="51742"/>
                  </a:lnTo>
                  <a:lnTo>
                    <a:pt x="243638" y="78356"/>
                  </a:lnTo>
                  <a:lnTo>
                    <a:pt x="194145" y="109245"/>
                  </a:lnTo>
                  <a:lnTo>
                    <a:pt x="145341" y="143811"/>
                  </a:lnTo>
                  <a:lnTo>
                    <a:pt x="99750" y="181458"/>
                  </a:lnTo>
                  <a:lnTo>
                    <a:pt x="59896" y="221585"/>
                  </a:lnTo>
                  <a:lnTo>
                    <a:pt x="28303" y="263597"/>
                  </a:lnTo>
                  <a:lnTo>
                    <a:pt x="7496" y="306894"/>
                  </a:lnTo>
                  <a:lnTo>
                    <a:pt x="0" y="350879"/>
                  </a:lnTo>
                  <a:lnTo>
                    <a:pt x="0" y="1259490"/>
                  </a:lnTo>
                  <a:lnTo>
                    <a:pt x="826152" y="1259490"/>
                  </a:lnTo>
                  <a:lnTo>
                    <a:pt x="826152" y="350879"/>
                  </a:lnTo>
                  <a:lnTo>
                    <a:pt x="818656" y="306894"/>
                  </a:lnTo>
                  <a:lnTo>
                    <a:pt x="797849" y="263597"/>
                  </a:lnTo>
                  <a:lnTo>
                    <a:pt x="766256" y="221585"/>
                  </a:lnTo>
                  <a:lnTo>
                    <a:pt x="726402" y="181458"/>
                  </a:lnTo>
                  <a:lnTo>
                    <a:pt x="680811" y="143811"/>
                  </a:lnTo>
                  <a:lnTo>
                    <a:pt x="632006" y="109245"/>
                  </a:lnTo>
                  <a:lnTo>
                    <a:pt x="582514" y="78356"/>
                  </a:lnTo>
                  <a:lnTo>
                    <a:pt x="534857" y="51742"/>
                  </a:lnTo>
                  <a:lnTo>
                    <a:pt x="491560" y="30002"/>
                  </a:lnTo>
                  <a:lnTo>
                    <a:pt x="455149" y="13732"/>
                  </a:lnTo>
                  <a:lnTo>
                    <a:pt x="413076" y="0"/>
                  </a:lnTo>
                  <a:close/>
                </a:path>
              </a:pathLst>
            </a:custGeom>
            <a:solidFill>
              <a:srgbClr val="9DDC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 descr=""/>
            <p:cNvSpPr/>
            <p:nvPr/>
          </p:nvSpPr>
          <p:spPr>
            <a:xfrm>
              <a:off x="13424726" y="8802503"/>
              <a:ext cx="654050" cy="509270"/>
            </a:xfrm>
            <a:custGeom>
              <a:avLst/>
              <a:gdLst/>
              <a:ahLst/>
              <a:cxnLst/>
              <a:rect l="l" t="t" r="r" b="b"/>
              <a:pathLst>
                <a:path w="654050" h="509270">
                  <a:moveTo>
                    <a:pt x="150685" y="124726"/>
                  </a:moveTo>
                  <a:lnTo>
                    <a:pt x="141020" y="80327"/>
                  </a:lnTo>
                  <a:lnTo>
                    <a:pt x="118643" y="40220"/>
                  </a:lnTo>
                  <a:lnTo>
                    <a:pt x="93446" y="11188"/>
                  </a:lnTo>
                  <a:lnTo>
                    <a:pt x="75349" y="0"/>
                  </a:lnTo>
                  <a:lnTo>
                    <a:pt x="58508" y="11188"/>
                  </a:lnTo>
                  <a:lnTo>
                    <a:pt x="33172" y="40220"/>
                  </a:lnTo>
                  <a:lnTo>
                    <a:pt x="10083" y="80327"/>
                  </a:lnTo>
                  <a:lnTo>
                    <a:pt x="0" y="124726"/>
                  </a:lnTo>
                  <a:lnTo>
                    <a:pt x="0" y="509231"/>
                  </a:lnTo>
                  <a:lnTo>
                    <a:pt x="150685" y="509231"/>
                  </a:lnTo>
                  <a:lnTo>
                    <a:pt x="150685" y="124726"/>
                  </a:lnTo>
                  <a:close/>
                </a:path>
                <a:path w="654050" h="509270">
                  <a:moveTo>
                    <a:pt x="402247" y="124726"/>
                  </a:moveTo>
                  <a:lnTo>
                    <a:pt x="392582" y="80327"/>
                  </a:lnTo>
                  <a:lnTo>
                    <a:pt x="370192" y="40220"/>
                  </a:lnTo>
                  <a:lnTo>
                    <a:pt x="344995" y="11188"/>
                  </a:lnTo>
                  <a:lnTo>
                    <a:pt x="326898" y="0"/>
                  </a:lnTo>
                  <a:lnTo>
                    <a:pt x="310057" y="11188"/>
                  </a:lnTo>
                  <a:lnTo>
                    <a:pt x="284721" y="40220"/>
                  </a:lnTo>
                  <a:lnTo>
                    <a:pt x="261632" y="80327"/>
                  </a:lnTo>
                  <a:lnTo>
                    <a:pt x="251548" y="124726"/>
                  </a:lnTo>
                  <a:lnTo>
                    <a:pt x="251548" y="509231"/>
                  </a:lnTo>
                  <a:lnTo>
                    <a:pt x="402247" y="509231"/>
                  </a:lnTo>
                  <a:lnTo>
                    <a:pt x="402247" y="124726"/>
                  </a:lnTo>
                  <a:close/>
                </a:path>
                <a:path w="654050" h="509270">
                  <a:moveTo>
                    <a:pt x="653783" y="124726"/>
                  </a:moveTo>
                  <a:lnTo>
                    <a:pt x="644118" y="80327"/>
                  </a:lnTo>
                  <a:lnTo>
                    <a:pt x="621728" y="40220"/>
                  </a:lnTo>
                  <a:lnTo>
                    <a:pt x="596531" y="11188"/>
                  </a:lnTo>
                  <a:lnTo>
                    <a:pt x="578434" y="0"/>
                  </a:lnTo>
                  <a:lnTo>
                    <a:pt x="561606" y="11188"/>
                  </a:lnTo>
                  <a:lnTo>
                    <a:pt x="536270" y="40220"/>
                  </a:lnTo>
                  <a:lnTo>
                    <a:pt x="513181" y="80327"/>
                  </a:lnTo>
                  <a:lnTo>
                    <a:pt x="503085" y="124726"/>
                  </a:lnTo>
                  <a:lnTo>
                    <a:pt x="503085" y="509231"/>
                  </a:lnTo>
                  <a:lnTo>
                    <a:pt x="653783" y="509231"/>
                  </a:lnTo>
                  <a:lnTo>
                    <a:pt x="653783" y="124726"/>
                  </a:lnTo>
                  <a:close/>
                </a:path>
              </a:pathLst>
            </a:custGeom>
            <a:solidFill>
              <a:srgbClr val="CCCC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 descr=""/>
            <p:cNvSpPr/>
            <p:nvPr/>
          </p:nvSpPr>
          <p:spPr>
            <a:xfrm>
              <a:off x="14614497" y="6700623"/>
              <a:ext cx="426720" cy="2611120"/>
            </a:xfrm>
            <a:custGeom>
              <a:avLst/>
              <a:gdLst/>
              <a:ahLst/>
              <a:cxnLst/>
              <a:rect l="l" t="t" r="r" b="b"/>
              <a:pathLst>
                <a:path w="426719" h="2611120">
                  <a:moveTo>
                    <a:pt x="426363" y="0"/>
                  </a:moveTo>
                  <a:lnTo>
                    <a:pt x="0" y="0"/>
                  </a:lnTo>
                  <a:lnTo>
                    <a:pt x="0" y="2610925"/>
                  </a:lnTo>
                  <a:lnTo>
                    <a:pt x="426363" y="2610925"/>
                  </a:lnTo>
                  <a:lnTo>
                    <a:pt x="426363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 descr=""/>
            <p:cNvSpPr/>
            <p:nvPr/>
          </p:nvSpPr>
          <p:spPr>
            <a:xfrm>
              <a:off x="15040861" y="7910754"/>
              <a:ext cx="1666239" cy="1400810"/>
            </a:xfrm>
            <a:custGeom>
              <a:avLst/>
              <a:gdLst/>
              <a:ahLst/>
              <a:cxnLst/>
              <a:rect l="l" t="t" r="r" b="b"/>
              <a:pathLst>
                <a:path w="1666240" h="1400809">
                  <a:moveTo>
                    <a:pt x="0" y="1400795"/>
                  </a:moveTo>
                  <a:lnTo>
                    <a:pt x="1665781" y="1400795"/>
                  </a:lnTo>
                  <a:lnTo>
                    <a:pt x="1665781" y="0"/>
                  </a:lnTo>
                  <a:lnTo>
                    <a:pt x="0" y="0"/>
                  </a:lnTo>
                  <a:lnTo>
                    <a:pt x="0" y="140079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 descr=""/>
            <p:cNvSpPr/>
            <p:nvPr/>
          </p:nvSpPr>
          <p:spPr>
            <a:xfrm>
              <a:off x="16130578" y="8271846"/>
              <a:ext cx="320040" cy="1040130"/>
            </a:xfrm>
            <a:custGeom>
              <a:avLst/>
              <a:gdLst/>
              <a:ahLst/>
              <a:cxnLst/>
              <a:rect l="l" t="t" r="r" b="b"/>
              <a:pathLst>
                <a:path w="320040" h="1040129">
                  <a:moveTo>
                    <a:pt x="159984" y="0"/>
                  </a:moveTo>
                  <a:lnTo>
                    <a:pt x="68274" y="44136"/>
                  </a:lnTo>
                  <a:lnTo>
                    <a:pt x="21179" y="78347"/>
                  </a:lnTo>
                  <a:lnTo>
                    <a:pt x="3829" y="120181"/>
                  </a:lnTo>
                  <a:lnTo>
                    <a:pt x="1350" y="187188"/>
                  </a:lnTo>
                  <a:lnTo>
                    <a:pt x="2975" y="220741"/>
                  </a:lnTo>
                  <a:lnTo>
                    <a:pt x="7680" y="258057"/>
                  </a:lnTo>
                  <a:lnTo>
                    <a:pt x="15212" y="293806"/>
                  </a:lnTo>
                  <a:lnTo>
                    <a:pt x="25318" y="322660"/>
                  </a:lnTo>
                  <a:lnTo>
                    <a:pt x="14886" y="333464"/>
                  </a:lnTo>
                  <a:lnTo>
                    <a:pt x="6902" y="346261"/>
                  </a:lnTo>
                  <a:lnTo>
                    <a:pt x="1797" y="360723"/>
                  </a:lnTo>
                  <a:lnTo>
                    <a:pt x="0" y="376522"/>
                  </a:lnTo>
                  <a:lnTo>
                    <a:pt x="0" y="1039884"/>
                  </a:lnTo>
                  <a:lnTo>
                    <a:pt x="319969" y="1039884"/>
                  </a:lnTo>
                  <a:lnTo>
                    <a:pt x="319969" y="376522"/>
                  </a:lnTo>
                  <a:lnTo>
                    <a:pt x="318171" y="360723"/>
                  </a:lnTo>
                  <a:lnTo>
                    <a:pt x="313066" y="346261"/>
                  </a:lnTo>
                  <a:lnTo>
                    <a:pt x="305082" y="333464"/>
                  </a:lnTo>
                  <a:lnTo>
                    <a:pt x="294650" y="322660"/>
                  </a:lnTo>
                  <a:lnTo>
                    <a:pt x="304761" y="293806"/>
                  </a:lnTo>
                  <a:lnTo>
                    <a:pt x="312292" y="258057"/>
                  </a:lnTo>
                  <a:lnTo>
                    <a:pt x="316995" y="220741"/>
                  </a:lnTo>
                  <a:lnTo>
                    <a:pt x="318618" y="187188"/>
                  </a:lnTo>
                  <a:lnTo>
                    <a:pt x="310715" y="143276"/>
                  </a:lnTo>
                  <a:lnTo>
                    <a:pt x="290137" y="104337"/>
                  </a:lnTo>
                  <a:lnTo>
                    <a:pt x="261581" y="70801"/>
                  </a:lnTo>
                  <a:lnTo>
                    <a:pt x="229741" y="43098"/>
                  </a:lnTo>
                  <a:lnTo>
                    <a:pt x="181230" y="11147"/>
                  </a:lnTo>
                  <a:lnTo>
                    <a:pt x="165771" y="2833"/>
                  </a:lnTo>
                  <a:lnTo>
                    <a:pt x="159984" y="0"/>
                  </a:lnTo>
                  <a:close/>
                </a:path>
              </a:pathLst>
            </a:custGeom>
            <a:solidFill>
              <a:srgbClr val="FADF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 descr=""/>
            <p:cNvSpPr/>
            <p:nvPr/>
          </p:nvSpPr>
          <p:spPr>
            <a:xfrm>
              <a:off x="16269558" y="8314945"/>
              <a:ext cx="181610" cy="996950"/>
            </a:xfrm>
            <a:custGeom>
              <a:avLst/>
              <a:gdLst/>
              <a:ahLst/>
              <a:cxnLst/>
              <a:rect l="l" t="t" r="r" b="b"/>
              <a:pathLst>
                <a:path w="181609" h="996950">
                  <a:moveTo>
                    <a:pt x="90761" y="0"/>
                  </a:moveTo>
                  <a:lnTo>
                    <a:pt x="58722" y="27588"/>
                  </a:lnTo>
                  <a:lnTo>
                    <a:pt x="29991" y="61136"/>
                  </a:lnTo>
                  <a:lnTo>
                    <a:pt x="9289" y="100139"/>
                  </a:lnTo>
                  <a:lnTo>
                    <a:pt x="1340" y="144089"/>
                  </a:lnTo>
                  <a:lnTo>
                    <a:pt x="2969" y="177643"/>
                  </a:lnTo>
                  <a:lnTo>
                    <a:pt x="7705" y="214959"/>
                  </a:lnTo>
                  <a:lnTo>
                    <a:pt x="15321" y="250708"/>
                  </a:lnTo>
                  <a:lnTo>
                    <a:pt x="25590" y="279562"/>
                  </a:lnTo>
                  <a:lnTo>
                    <a:pt x="15001" y="290366"/>
                  </a:lnTo>
                  <a:lnTo>
                    <a:pt x="6936" y="303163"/>
                  </a:lnTo>
                  <a:lnTo>
                    <a:pt x="1801" y="317625"/>
                  </a:lnTo>
                  <a:lnTo>
                    <a:pt x="0" y="333424"/>
                  </a:lnTo>
                  <a:lnTo>
                    <a:pt x="0" y="996786"/>
                  </a:lnTo>
                  <a:lnTo>
                    <a:pt x="180989" y="996786"/>
                  </a:lnTo>
                  <a:lnTo>
                    <a:pt x="180989" y="333424"/>
                  </a:lnTo>
                  <a:lnTo>
                    <a:pt x="179191" y="317625"/>
                  </a:lnTo>
                  <a:lnTo>
                    <a:pt x="174086" y="303163"/>
                  </a:lnTo>
                  <a:lnTo>
                    <a:pt x="166102" y="290366"/>
                  </a:lnTo>
                  <a:lnTo>
                    <a:pt x="155670" y="279562"/>
                  </a:lnTo>
                  <a:lnTo>
                    <a:pt x="165781" y="250708"/>
                  </a:lnTo>
                  <a:lnTo>
                    <a:pt x="173312" y="214959"/>
                  </a:lnTo>
                  <a:lnTo>
                    <a:pt x="178015" y="177643"/>
                  </a:lnTo>
                  <a:lnTo>
                    <a:pt x="179638" y="144089"/>
                  </a:lnTo>
                  <a:lnTo>
                    <a:pt x="171735" y="100177"/>
                  </a:lnTo>
                  <a:lnTo>
                    <a:pt x="151157" y="61238"/>
                  </a:lnTo>
                  <a:lnTo>
                    <a:pt x="122600" y="27703"/>
                  </a:lnTo>
                  <a:lnTo>
                    <a:pt x="90761" y="0"/>
                  </a:lnTo>
                  <a:close/>
                </a:path>
              </a:pathLst>
            </a:custGeom>
            <a:solidFill>
              <a:srgbClr val="CCCC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 descr=""/>
            <p:cNvSpPr/>
            <p:nvPr/>
          </p:nvSpPr>
          <p:spPr>
            <a:xfrm>
              <a:off x="15718083" y="8271846"/>
              <a:ext cx="320040" cy="1040130"/>
            </a:xfrm>
            <a:custGeom>
              <a:avLst/>
              <a:gdLst/>
              <a:ahLst/>
              <a:cxnLst/>
              <a:rect l="l" t="t" r="r" b="b"/>
              <a:pathLst>
                <a:path w="320040" h="1040129">
                  <a:moveTo>
                    <a:pt x="159984" y="0"/>
                  </a:moveTo>
                  <a:lnTo>
                    <a:pt x="68274" y="44136"/>
                  </a:lnTo>
                  <a:lnTo>
                    <a:pt x="21179" y="78347"/>
                  </a:lnTo>
                  <a:lnTo>
                    <a:pt x="3829" y="120181"/>
                  </a:lnTo>
                  <a:lnTo>
                    <a:pt x="1350" y="187188"/>
                  </a:lnTo>
                  <a:lnTo>
                    <a:pt x="2975" y="220741"/>
                  </a:lnTo>
                  <a:lnTo>
                    <a:pt x="7680" y="258057"/>
                  </a:lnTo>
                  <a:lnTo>
                    <a:pt x="15212" y="293806"/>
                  </a:lnTo>
                  <a:lnTo>
                    <a:pt x="25318" y="322660"/>
                  </a:lnTo>
                  <a:lnTo>
                    <a:pt x="14886" y="333464"/>
                  </a:lnTo>
                  <a:lnTo>
                    <a:pt x="6902" y="346261"/>
                  </a:lnTo>
                  <a:lnTo>
                    <a:pt x="1797" y="360723"/>
                  </a:lnTo>
                  <a:lnTo>
                    <a:pt x="0" y="376522"/>
                  </a:lnTo>
                  <a:lnTo>
                    <a:pt x="0" y="1039884"/>
                  </a:lnTo>
                  <a:lnTo>
                    <a:pt x="319969" y="1039884"/>
                  </a:lnTo>
                  <a:lnTo>
                    <a:pt x="319969" y="376522"/>
                  </a:lnTo>
                  <a:lnTo>
                    <a:pt x="318171" y="360723"/>
                  </a:lnTo>
                  <a:lnTo>
                    <a:pt x="313066" y="346261"/>
                  </a:lnTo>
                  <a:lnTo>
                    <a:pt x="305082" y="333464"/>
                  </a:lnTo>
                  <a:lnTo>
                    <a:pt x="294650" y="322660"/>
                  </a:lnTo>
                  <a:lnTo>
                    <a:pt x="304756" y="293806"/>
                  </a:lnTo>
                  <a:lnTo>
                    <a:pt x="312288" y="258057"/>
                  </a:lnTo>
                  <a:lnTo>
                    <a:pt x="316993" y="220741"/>
                  </a:lnTo>
                  <a:lnTo>
                    <a:pt x="318618" y="187188"/>
                  </a:lnTo>
                  <a:lnTo>
                    <a:pt x="310715" y="143276"/>
                  </a:lnTo>
                  <a:lnTo>
                    <a:pt x="290137" y="104337"/>
                  </a:lnTo>
                  <a:lnTo>
                    <a:pt x="261581" y="70801"/>
                  </a:lnTo>
                  <a:lnTo>
                    <a:pt x="229741" y="43098"/>
                  </a:lnTo>
                  <a:lnTo>
                    <a:pt x="181230" y="11147"/>
                  </a:lnTo>
                  <a:lnTo>
                    <a:pt x="165771" y="2833"/>
                  </a:lnTo>
                  <a:lnTo>
                    <a:pt x="159984" y="0"/>
                  </a:lnTo>
                  <a:close/>
                </a:path>
              </a:pathLst>
            </a:custGeom>
            <a:solidFill>
              <a:srgbClr val="FADF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 descr=""/>
            <p:cNvSpPr/>
            <p:nvPr/>
          </p:nvSpPr>
          <p:spPr>
            <a:xfrm>
              <a:off x="15857063" y="8314945"/>
              <a:ext cx="181610" cy="996950"/>
            </a:xfrm>
            <a:custGeom>
              <a:avLst/>
              <a:gdLst/>
              <a:ahLst/>
              <a:cxnLst/>
              <a:rect l="l" t="t" r="r" b="b"/>
              <a:pathLst>
                <a:path w="181609" h="996950">
                  <a:moveTo>
                    <a:pt x="90761" y="0"/>
                  </a:moveTo>
                  <a:lnTo>
                    <a:pt x="58722" y="27588"/>
                  </a:lnTo>
                  <a:lnTo>
                    <a:pt x="29991" y="61136"/>
                  </a:lnTo>
                  <a:lnTo>
                    <a:pt x="9289" y="100139"/>
                  </a:lnTo>
                  <a:lnTo>
                    <a:pt x="1340" y="144089"/>
                  </a:lnTo>
                  <a:lnTo>
                    <a:pt x="2969" y="177643"/>
                  </a:lnTo>
                  <a:lnTo>
                    <a:pt x="7705" y="214959"/>
                  </a:lnTo>
                  <a:lnTo>
                    <a:pt x="15321" y="250708"/>
                  </a:lnTo>
                  <a:lnTo>
                    <a:pt x="25590" y="279562"/>
                  </a:lnTo>
                  <a:lnTo>
                    <a:pt x="15001" y="290366"/>
                  </a:lnTo>
                  <a:lnTo>
                    <a:pt x="6936" y="303163"/>
                  </a:lnTo>
                  <a:lnTo>
                    <a:pt x="1801" y="317625"/>
                  </a:lnTo>
                  <a:lnTo>
                    <a:pt x="0" y="333424"/>
                  </a:lnTo>
                  <a:lnTo>
                    <a:pt x="0" y="996786"/>
                  </a:lnTo>
                  <a:lnTo>
                    <a:pt x="180989" y="996786"/>
                  </a:lnTo>
                  <a:lnTo>
                    <a:pt x="180989" y="333424"/>
                  </a:lnTo>
                  <a:lnTo>
                    <a:pt x="179191" y="317625"/>
                  </a:lnTo>
                  <a:lnTo>
                    <a:pt x="174086" y="303163"/>
                  </a:lnTo>
                  <a:lnTo>
                    <a:pt x="166102" y="290366"/>
                  </a:lnTo>
                  <a:lnTo>
                    <a:pt x="155670" y="279562"/>
                  </a:lnTo>
                  <a:lnTo>
                    <a:pt x="165776" y="250708"/>
                  </a:lnTo>
                  <a:lnTo>
                    <a:pt x="173308" y="214959"/>
                  </a:lnTo>
                  <a:lnTo>
                    <a:pt x="178013" y="177643"/>
                  </a:lnTo>
                  <a:lnTo>
                    <a:pt x="179638" y="144089"/>
                  </a:lnTo>
                  <a:lnTo>
                    <a:pt x="171735" y="100177"/>
                  </a:lnTo>
                  <a:lnTo>
                    <a:pt x="151157" y="61238"/>
                  </a:lnTo>
                  <a:lnTo>
                    <a:pt x="122600" y="27703"/>
                  </a:lnTo>
                  <a:lnTo>
                    <a:pt x="90761" y="0"/>
                  </a:lnTo>
                  <a:close/>
                </a:path>
              </a:pathLst>
            </a:custGeom>
            <a:solidFill>
              <a:srgbClr val="CCCC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 descr=""/>
            <p:cNvSpPr/>
            <p:nvPr/>
          </p:nvSpPr>
          <p:spPr>
            <a:xfrm>
              <a:off x="15305588" y="8271846"/>
              <a:ext cx="320040" cy="1040130"/>
            </a:xfrm>
            <a:custGeom>
              <a:avLst/>
              <a:gdLst/>
              <a:ahLst/>
              <a:cxnLst/>
              <a:rect l="l" t="t" r="r" b="b"/>
              <a:pathLst>
                <a:path w="320040" h="1040129">
                  <a:moveTo>
                    <a:pt x="159984" y="0"/>
                  </a:moveTo>
                  <a:lnTo>
                    <a:pt x="68274" y="44136"/>
                  </a:lnTo>
                  <a:lnTo>
                    <a:pt x="21179" y="78347"/>
                  </a:lnTo>
                  <a:lnTo>
                    <a:pt x="3829" y="120181"/>
                  </a:lnTo>
                  <a:lnTo>
                    <a:pt x="1350" y="187188"/>
                  </a:lnTo>
                  <a:lnTo>
                    <a:pt x="2975" y="220741"/>
                  </a:lnTo>
                  <a:lnTo>
                    <a:pt x="7680" y="258057"/>
                  </a:lnTo>
                  <a:lnTo>
                    <a:pt x="15212" y="293806"/>
                  </a:lnTo>
                  <a:lnTo>
                    <a:pt x="25318" y="322660"/>
                  </a:lnTo>
                  <a:lnTo>
                    <a:pt x="14886" y="333464"/>
                  </a:lnTo>
                  <a:lnTo>
                    <a:pt x="6902" y="346261"/>
                  </a:lnTo>
                  <a:lnTo>
                    <a:pt x="1797" y="360723"/>
                  </a:lnTo>
                  <a:lnTo>
                    <a:pt x="0" y="376522"/>
                  </a:lnTo>
                  <a:lnTo>
                    <a:pt x="0" y="1039884"/>
                  </a:lnTo>
                  <a:lnTo>
                    <a:pt x="319969" y="1039884"/>
                  </a:lnTo>
                  <a:lnTo>
                    <a:pt x="319969" y="376522"/>
                  </a:lnTo>
                  <a:lnTo>
                    <a:pt x="318171" y="360723"/>
                  </a:lnTo>
                  <a:lnTo>
                    <a:pt x="313066" y="346261"/>
                  </a:lnTo>
                  <a:lnTo>
                    <a:pt x="305082" y="333464"/>
                  </a:lnTo>
                  <a:lnTo>
                    <a:pt x="294650" y="322660"/>
                  </a:lnTo>
                  <a:lnTo>
                    <a:pt x="304756" y="293806"/>
                  </a:lnTo>
                  <a:lnTo>
                    <a:pt x="312288" y="258057"/>
                  </a:lnTo>
                  <a:lnTo>
                    <a:pt x="316993" y="220741"/>
                  </a:lnTo>
                  <a:lnTo>
                    <a:pt x="318618" y="187188"/>
                  </a:lnTo>
                  <a:lnTo>
                    <a:pt x="310715" y="143276"/>
                  </a:lnTo>
                  <a:lnTo>
                    <a:pt x="290137" y="104337"/>
                  </a:lnTo>
                  <a:lnTo>
                    <a:pt x="261581" y="70801"/>
                  </a:lnTo>
                  <a:lnTo>
                    <a:pt x="229741" y="43098"/>
                  </a:lnTo>
                  <a:lnTo>
                    <a:pt x="181230" y="11147"/>
                  </a:lnTo>
                  <a:lnTo>
                    <a:pt x="165771" y="2833"/>
                  </a:lnTo>
                  <a:lnTo>
                    <a:pt x="159984" y="0"/>
                  </a:lnTo>
                  <a:close/>
                </a:path>
              </a:pathLst>
            </a:custGeom>
            <a:solidFill>
              <a:srgbClr val="FADF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 descr=""/>
            <p:cNvSpPr/>
            <p:nvPr/>
          </p:nvSpPr>
          <p:spPr>
            <a:xfrm>
              <a:off x="15444568" y="8314945"/>
              <a:ext cx="181610" cy="996950"/>
            </a:xfrm>
            <a:custGeom>
              <a:avLst/>
              <a:gdLst/>
              <a:ahLst/>
              <a:cxnLst/>
              <a:rect l="l" t="t" r="r" b="b"/>
              <a:pathLst>
                <a:path w="181609" h="996950">
                  <a:moveTo>
                    <a:pt x="90761" y="0"/>
                  </a:moveTo>
                  <a:lnTo>
                    <a:pt x="58723" y="27588"/>
                  </a:lnTo>
                  <a:lnTo>
                    <a:pt x="29996" y="61136"/>
                  </a:lnTo>
                  <a:lnTo>
                    <a:pt x="9298" y="100139"/>
                  </a:lnTo>
                  <a:lnTo>
                    <a:pt x="1350" y="144089"/>
                  </a:lnTo>
                  <a:lnTo>
                    <a:pt x="2978" y="177643"/>
                  </a:lnTo>
                  <a:lnTo>
                    <a:pt x="7710" y="214959"/>
                  </a:lnTo>
                  <a:lnTo>
                    <a:pt x="15322" y="250708"/>
                  </a:lnTo>
                  <a:lnTo>
                    <a:pt x="25590" y="279562"/>
                  </a:lnTo>
                  <a:lnTo>
                    <a:pt x="15001" y="290366"/>
                  </a:lnTo>
                  <a:lnTo>
                    <a:pt x="6936" y="303163"/>
                  </a:lnTo>
                  <a:lnTo>
                    <a:pt x="1801" y="317625"/>
                  </a:lnTo>
                  <a:lnTo>
                    <a:pt x="0" y="333424"/>
                  </a:lnTo>
                  <a:lnTo>
                    <a:pt x="0" y="996786"/>
                  </a:lnTo>
                  <a:lnTo>
                    <a:pt x="180989" y="996786"/>
                  </a:lnTo>
                  <a:lnTo>
                    <a:pt x="180989" y="333424"/>
                  </a:lnTo>
                  <a:lnTo>
                    <a:pt x="179191" y="317625"/>
                  </a:lnTo>
                  <a:lnTo>
                    <a:pt x="174086" y="303163"/>
                  </a:lnTo>
                  <a:lnTo>
                    <a:pt x="166102" y="290366"/>
                  </a:lnTo>
                  <a:lnTo>
                    <a:pt x="155670" y="279562"/>
                  </a:lnTo>
                  <a:lnTo>
                    <a:pt x="165776" y="250708"/>
                  </a:lnTo>
                  <a:lnTo>
                    <a:pt x="173308" y="214959"/>
                  </a:lnTo>
                  <a:lnTo>
                    <a:pt x="178013" y="177643"/>
                  </a:lnTo>
                  <a:lnTo>
                    <a:pt x="179638" y="144089"/>
                  </a:lnTo>
                  <a:lnTo>
                    <a:pt x="171735" y="100177"/>
                  </a:lnTo>
                  <a:lnTo>
                    <a:pt x="151157" y="61238"/>
                  </a:lnTo>
                  <a:lnTo>
                    <a:pt x="122600" y="27703"/>
                  </a:lnTo>
                  <a:lnTo>
                    <a:pt x="90761" y="0"/>
                  </a:lnTo>
                  <a:close/>
                </a:path>
              </a:pathLst>
            </a:custGeom>
            <a:solidFill>
              <a:srgbClr val="CCCCCC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4" name="object 354" descr=""/>
          <p:cNvGrpSpPr/>
          <p:nvPr/>
        </p:nvGrpSpPr>
        <p:grpSpPr>
          <a:xfrm>
            <a:off x="17740779" y="7910753"/>
            <a:ext cx="1666239" cy="1401445"/>
            <a:chOff x="17740779" y="7910753"/>
            <a:chExt cx="1666239" cy="1401445"/>
          </a:xfrm>
        </p:grpSpPr>
        <p:sp>
          <p:nvSpPr>
            <p:cNvPr id="355" name="object 355" descr=""/>
            <p:cNvSpPr/>
            <p:nvPr/>
          </p:nvSpPr>
          <p:spPr>
            <a:xfrm>
              <a:off x="17740779" y="7910753"/>
              <a:ext cx="1666239" cy="1400810"/>
            </a:xfrm>
            <a:custGeom>
              <a:avLst/>
              <a:gdLst/>
              <a:ahLst/>
              <a:cxnLst/>
              <a:rect l="l" t="t" r="r" b="b"/>
              <a:pathLst>
                <a:path w="1666240" h="1400809">
                  <a:moveTo>
                    <a:pt x="0" y="1400700"/>
                  </a:moveTo>
                  <a:lnTo>
                    <a:pt x="1665781" y="1400700"/>
                  </a:lnTo>
                  <a:lnTo>
                    <a:pt x="1665781" y="0"/>
                  </a:lnTo>
                  <a:lnTo>
                    <a:pt x="0" y="0"/>
                  </a:lnTo>
                  <a:lnTo>
                    <a:pt x="0" y="140070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 descr=""/>
            <p:cNvSpPr/>
            <p:nvPr/>
          </p:nvSpPr>
          <p:spPr>
            <a:xfrm>
              <a:off x="17996862" y="8271756"/>
              <a:ext cx="320040" cy="1040130"/>
            </a:xfrm>
            <a:custGeom>
              <a:avLst/>
              <a:gdLst/>
              <a:ahLst/>
              <a:cxnLst/>
              <a:rect l="l" t="t" r="r" b="b"/>
              <a:pathLst>
                <a:path w="320040" h="1040129">
                  <a:moveTo>
                    <a:pt x="159984" y="0"/>
                  </a:moveTo>
                  <a:lnTo>
                    <a:pt x="111773" y="26822"/>
                  </a:lnTo>
                  <a:lnTo>
                    <a:pt x="58388" y="70801"/>
                  </a:lnTo>
                  <a:lnTo>
                    <a:pt x="29831" y="104337"/>
                  </a:lnTo>
                  <a:lnTo>
                    <a:pt x="9253" y="143276"/>
                  </a:lnTo>
                  <a:lnTo>
                    <a:pt x="1350" y="187188"/>
                  </a:lnTo>
                  <a:lnTo>
                    <a:pt x="2975" y="220741"/>
                  </a:lnTo>
                  <a:lnTo>
                    <a:pt x="7680" y="258057"/>
                  </a:lnTo>
                  <a:lnTo>
                    <a:pt x="15212" y="293806"/>
                  </a:lnTo>
                  <a:lnTo>
                    <a:pt x="25318" y="322660"/>
                  </a:lnTo>
                  <a:lnTo>
                    <a:pt x="14886" y="333464"/>
                  </a:lnTo>
                  <a:lnTo>
                    <a:pt x="6902" y="346261"/>
                  </a:lnTo>
                  <a:lnTo>
                    <a:pt x="1797" y="360723"/>
                  </a:lnTo>
                  <a:lnTo>
                    <a:pt x="0" y="376522"/>
                  </a:lnTo>
                  <a:lnTo>
                    <a:pt x="0" y="1039884"/>
                  </a:lnTo>
                  <a:lnTo>
                    <a:pt x="319969" y="1039884"/>
                  </a:lnTo>
                  <a:lnTo>
                    <a:pt x="319969" y="376522"/>
                  </a:lnTo>
                  <a:lnTo>
                    <a:pt x="318171" y="360723"/>
                  </a:lnTo>
                  <a:lnTo>
                    <a:pt x="313066" y="346261"/>
                  </a:lnTo>
                  <a:lnTo>
                    <a:pt x="305082" y="333464"/>
                  </a:lnTo>
                  <a:lnTo>
                    <a:pt x="294650" y="322660"/>
                  </a:lnTo>
                  <a:lnTo>
                    <a:pt x="304756" y="293806"/>
                  </a:lnTo>
                  <a:lnTo>
                    <a:pt x="312288" y="258057"/>
                  </a:lnTo>
                  <a:lnTo>
                    <a:pt x="316993" y="220741"/>
                  </a:lnTo>
                  <a:lnTo>
                    <a:pt x="318618" y="187188"/>
                  </a:lnTo>
                  <a:lnTo>
                    <a:pt x="293832" y="109878"/>
                  </a:lnTo>
                  <a:lnTo>
                    <a:pt x="239301" y="50872"/>
                  </a:lnTo>
                  <a:lnTo>
                    <a:pt x="184771" y="13227"/>
                  </a:lnTo>
                  <a:lnTo>
                    <a:pt x="159984" y="0"/>
                  </a:lnTo>
                  <a:close/>
                </a:path>
              </a:pathLst>
            </a:custGeom>
            <a:solidFill>
              <a:srgbClr val="FADF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 descr=""/>
            <p:cNvSpPr/>
            <p:nvPr/>
          </p:nvSpPr>
          <p:spPr>
            <a:xfrm>
              <a:off x="17996867" y="8314854"/>
              <a:ext cx="181610" cy="996950"/>
            </a:xfrm>
            <a:custGeom>
              <a:avLst/>
              <a:gdLst/>
              <a:ahLst/>
              <a:cxnLst/>
              <a:rect l="l" t="t" r="r" b="b"/>
              <a:pathLst>
                <a:path w="181609" h="996950">
                  <a:moveTo>
                    <a:pt x="90227" y="0"/>
                  </a:moveTo>
                  <a:lnTo>
                    <a:pt x="58382" y="27703"/>
                  </a:lnTo>
                  <a:lnTo>
                    <a:pt x="29822" y="61238"/>
                  </a:lnTo>
                  <a:lnTo>
                    <a:pt x="9243" y="100177"/>
                  </a:lnTo>
                  <a:lnTo>
                    <a:pt x="1340" y="144089"/>
                  </a:lnTo>
                  <a:lnTo>
                    <a:pt x="2965" y="177643"/>
                  </a:lnTo>
                  <a:lnTo>
                    <a:pt x="7671" y="214959"/>
                  </a:lnTo>
                  <a:lnTo>
                    <a:pt x="15206" y="250708"/>
                  </a:lnTo>
                  <a:lnTo>
                    <a:pt x="25318" y="279562"/>
                  </a:lnTo>
                  <a:lnTo>
                    <a:pt x="14882" y="290366"/>
                  </a:lnTo>
                  <a:lnTo>
                    <a:pt x="6899" y="303163"/>
                  </a:lnTo>
                  <a:lnTo>
                    <a:pt x="1795" y="317625"/>
                  </a:lnTo>
                  <a:lnTo>
                    <a:pt x="0" y="333424"/>
                  </a:lnTo>
                  <a:lnTo>
                    <a:pt x="0" y="996786"/>
                  </a:lnTo>
                  <a:lnTo>
                    <a:pt x="180989" y="996786"/>
                  </a:lnTo>
                  <a:lnTo>
                    <a:pt x="180989" y="333424"/>
                  </a:lnTo>
                  <a:lnTo>
                    <a:pt x="179187" y="317625"/>
                  </a:lnTo>
                  <a:lnTo>
                    <a:pt x="174052" y="303163"/>
                  </a:lnTo>
                  <a:lnTo>
                    <a:pt x="165987" y="290366"/>
                  </a:lnTo>
                  <a:lnTo>
                    <a:pt x="155398" y="279562"/>
                  </a:lnTo>
                  <a:lnTo>
                    <a:pt x="165661" y="250708"/>
                  </a:lnTo>
                  <a:lnTo>
                    <a:pt x="173274" y="214959"/>
                  </a:lnTo>
                  <a:lnTo>
                    <a:pt x="178009" y="177643"/>
                  </a:lnTo>
                  <a:lnTo>
                    <a:pt x="179638" y="144089"/>
                  </a:lnTo>
                  <a:lnTo>
                    <a:pt x="171688" y="100139"/>
                  </a:lnTo>
                  <a:lnTo>
                    <a:pt x="150988" y="61136"/>
                  </a:lnTo>
                  <a:lnTo>
                    <a:pt x="122260" y="27588"/>
                  </a:lnTo>
                  <a:lnTo>
                    <a:pt x="90227" y="0"/>
                  </a:lnTo>
                  <a:close/>
                </a:path>
              </a:pathLst>
            </a:custGeom>
            <a:solidFill>
              <a:srgbClr val="CCCC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 descr=""/>
            <p:cNvSpPr/>
            <p:nvPr/>
          </p:nvSpPr>
          <p:spPr>
            <a:xfrm>
              <a:off x="18409357" y="8271756"/>
              <a:ext cx="320040" cy="1040130"/>
            </a:xfrm>
            <a:custGeom>
              <a:avLst/>
              <a:gdLst/>
              <a:ahLst/>
              <a:cxnLst/>
              <a:rect l="l" t="t" r="r" b="b"/>
              <a:pathLst>
                <a:path w="320040" h="1040129">
                  <a:moveTo>
                    <a:pt x="159984" y="0"/>
                  </a:moveTo>
                  <a:lnTo>
                    <a:pt x="111767" y="26822"/>
                  </a:lnTo>
                  <a:lnTo>
                    <a:pt x="58388" y="70801"/>
                  </a:lnTo>
                  <a:lnTo>
                    <a:pt x="29831" y="104337"/>
                  </a:lnTo>
                  <a:lnTo>
                    <a:pt x="9253" y="143276"/>
                  </a:lnTo>
                  <a:lnTo>
                    <a:pt x="1350" y="187188"/>
                  </a:lnTo>
                  <a:lnTo>
                    <a:pt x="2975" y="220741"/>
                  </a:lnTo>
                  <a:lnTo>
                    <a:pt x="7680" y="258057"/>
                  </a:lnTo>
                  <a:lnTo>
                    <a:pt x="15212" y="293806"/>
                  </a:lnTo>
                  <a:lnTo>
                    <a:pt x="25318" y="322660"/>
                  </a:lnTo>
                  <a:lnTo>
                    <a:pt x="14886" y="333464"/>
                  </a:lnTo>
                  <a:lnTo>
                    <a:pt x="6902" y="346261"/>
                  </a:lnTo>
                  <a:lnTo>
                    <a:pt x="1797" y="360723"/>
                  </a:lnTo>
                  <a:lnTo>
                    <a:pt x="0" y="376522"/>
                  </a:lnTo>
                  <a:lnTo>
                    <a:pt x="0" y="1039884"/>
                  </a:lnTo>
                  <a:lnTo>
                    <a:pt x="319969" y="1039884"/>
                  </a:lnTo>
                  <a:lnTo>
                    <a:pt x="319969" y="376522"/>
                  </a:lnTo>
                  <a:lnTo>
                    <a:pt x="318171" y="360723"/>
                  </a:lnTo>
                  <a:lnTo>
                    <a:pt x="313066" y="346261"/>
                  </a:lnTo>
                  <a:lnTo>
                    <a:pt x="305082" y="333464"/>
                  </a:lnTo>
                  <a:lnTo>
                    <a:pt x="294650" y="322660"/>
                  </a:lnTo>
                  <a:lnTo>
                    <a:pt x="304756" y="293806"/>
                  </a:lnTo>
                  <a:lnTo>
                    <a:pt x="312288" y="258057"/>
                  </a:lnTo>
                  <a:lnTo>
                    <a:pt x="316993" y="220741"/>
                  </a:lnTo>
                  <a:lnTo>
                    <a:pt x="318618" y="187188"/>
                  </a:lnTo>
                  <a:lnTo>
                    <a:pt x="293832" y="109878"/>
                  </a:lnTo>
                  <a:lnTo>
                    <a:pt x="239301" y="50872"/>
                  </a:lnTo>
                  <a:lnTo>
                    <a:pt x="184771" y="13227"/>
                  </a:lnTo>
                  <a:lnTo>
                    <a:pt x="159984" y="0"/>
                  </a:lnTo>
                  <a:close/>
                </a:path>
              </a:pathLst>
            </a:custGeom>
            <a:solidFill>
              <a:srgbClr val="FADF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 descr=""/>
            <p:cNvSpPr/>
            <p:nvPr/>
          </p:nvSpPr>
          <p:spPr>
            <a:xfrm>
              <a:off x="18409365" y="8314854"/>
              <a:ext cx="181610" cy="996950"/>
            </a:xfrm>
            <a:custGeom>
              <a:avLst/>
              <a:gdLst/>
              <a:ahLst/>
              <a:cxnLst/>
              <a:rect l="l" t="t" r="r" b="b"/>
              <a:pathLst>
                <a:path w="181609" h="996950">
                  <a:moveTo>
                    <a:pt x="90217" y="0"/>
                  </a:moveTo>
                  <a:lnTo>
                    <a:pt x="58377" y="27703"/>
                  </a:lnTo>
                  <a:lnTo>
                    <a:pt x="29821" y="61238"/>
                  </a:lnTo>
                  <a:lnTo>
                    <a:pt x="9243" y="100177"/>
                  </a:lnTo>
                  <a:lnTo>
                    <a:pt x="1340" y="144089"/>
                  </a:lnTo>
                  <a:lnTo>
                    <a:pt x="2964" y="177643"/>
                  </a:lnTo>
                  <a:lnTo>
                    <a:pt x="7669" y="214959"/>
                  </a:lnTo>
                  <a:lnTo>
                    <a:pt x="15202" y="250708"/>
                  </a:lnTo>
                  <a:lnTo>
                    <a:pt x="25308" y="279562"/>
                  </a:lnTo>
                  <a:lnTo>
                    <a:pt x="14877" y="290366"/>
                  </a:lnTo>
                  <a:lnTo>
                    <a:pt x="6897" y="303163"/>
                  </a:lnTo>
                  <a:lnTo>
                    <a:pt x="1795" y="317625"/>
                  </a:lnTo>
                  <a:lnTo>
                    <a:pt x="0" y="333424"/>
                  </a:lnTo>
                  <a:lnTo>
                    <a:pt x="0" y="996786"/>
                  </a:lnTo>
                  <a:lnTo>
                    <a:pt x="180989" y="996786"/>
                  </a:lnTo>
                  <a:lnTo>
                    <a:pt x="180989" y="333424"/>
                  </a:lnTo>
                  <a:lnTo>
                    <a:pt x="179187" y="317625"/>
                  </a:lnTo>
                  <a:lnTo>
                    <a:pt x="174052" y="303163"/>
                  </a:lnTo>
                  <a:lnTo>
                    <a:pt x="165987" y="290366"/>
                  </a:lnTo>
                  <a:lnTo>
                    <a:pt x="155398" y="279562"/>
                  </a:lnTo>
                  <a:lnTo>
                    <a:pt x="165661" y="250708"/>
                  </a:lnTo>
                  <a:lnTo>
                    <a:pt x="173274" y="214959"/>
                  </a:lnTo>
                  <a:lnTo>
                    <a:pt x="178009" y="177643"/>
                  </a:lnTo>
                  <a:lnTo>
                    <a:pt x="179638" y="144089"/>
                  </a:lnTo>
                  <a:lnTo>
                    <a:pt x="171688" y="100139"/>
                  </a:lnTo>
                  <a:lnTo>
                    <a:pt x="150987" y="61136"/>
                  </a:lnTo>
                  <a:lnTo>
                    <a:pt x="122256" y="27588"/>
                  </a:lnTo>
                  <a:lnTo>
                    <a:pt x="90217" y="0"/>
                  </a:lnTo>
                  <a:close/>
                </a:path>
              </a:pathLst>
            </a:custGeom>
            <a:solidFill>
              <a:srgbClr val="CCCC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 descr=""/>
            <p:cNvSpPr/>
            <p:nvPr/>
          </p:nvSpPr>
          <p:spPr>
            <a:xfrm>
              <a:off x="18821854" y="8271756"/>
              <a:ext cx="320040" cy="1040130"/>
            </a:xfrm>
            <a:custGeom>
              <a:avLst/>
              <a:gdLst/>
              <a:ahLst/>
              <a:cxnLst/>
              <a:rect l="l" t="t" r="r" b="b"/>
              <a:pathLst>
                <a:path w="320040" h="1040129">
                  <a:moveTo>
                    <a:pt x="159984" y="0"/>
                  </a:moveTo>
                  <a:lnTo>
                    <a:pt x="111773" y="26822"/>
                  </a:lnTo>
                  <a:lnTo>
                    <a:pt x="58388" y="70801"/>
                  </a:lnTo>
                  <a:lnTo>
                    <a:pt x="29831" y="104337"/>
                  </a:lnTo>
                  <a:lnTo>
                    <a:pt x="9253" y="143276"/>
                  </a:lnTo>
                  <a:lnTo>
                    <a:pt x="1350" y="187188"/>
                  </a:lnTo>
                  <a:lnTo>
                    <a:pt x="2975" y="220741"/>
                  </a:lnTo>
                  <a:lnTo>
                    <a:pt x="7680" y="258057"/>
                  </a:lnTo>
                  <a:lnTo>
                    <a:pt x="15212" y="293806"/>
                  </a:lnTo>
                  <a:lnTo>
                    <a:pt x="25318" y="322660"/>
                  </a:lnTo>
                  <a:lnTo>
                    <a:pt x="14886" y="333464"/>
                  </a:lnTo>
                  <a:lnTo>
                    <a:pt x="6902" y="346261"/>
                  </a:lnTo>
                  <a:lnTo>
                    <a:pt x="1797" y="360723"/>
                  </a:lnTo>
                  <a:lnTo>
                    <a:pt x="0" y="376522"/>
                  </a:lnTo>
                  <a:lnTo>
                    <a:pt x="0" y="1039884"/>
                  </a:lnTo>
                  <a:lnTo>
                    <a:pt x="319969" y="1039884"/>
                  </a:lnTo>
                  <a:lnTo>
                    <a:pt x="319969" y="376522"/>
                  </a:lnTo>
                  <a:lnTo>
                    <a:pt x="318171" y="360723"/>
                  </a:lnTo>
                  <a:lnTo>
                    <a:pt x="313066" y="346261"/>
                  </a:lnTo>
                  <a:lnTo>
                    <a:pt x="305082" y="333464"/>
                  </a:lnTo>
                  <a:lnTo>
                    <a:pt x="294650" y="322660"/>
                  </a:lnTo>
                  <a:lnTo>
                    <a:pt x="304756" y="293806"/>
                  </a:lnTo>
                  <a:lnTo>
                    <a:pt x="312288" y="258057"/>
                  </a:lnTo>
                  <a:lnTo>
                    <a:pt x="316993" y="220741"/>
                  </a:lnTo>
                  <a:lnTo>
                    <a:pt x="318618" y="187188"/>
                  </a:lnTo>
                  <a:lnTo>
                    <a:pt x="293832" y="109878"/>
                  </a:lnTo>
                  <a:lnTo>
                    <a:pt x="239301" y="50872"/>
                  </a:lnTo>
                  <a:lnTo>
                    <a:pt x="184771" y="13227"/>
                  </a:lnTo>
                  <a:lnTo>
                    <a:pt x="159984" y="0"/>
                  </a:lnTo>
                  <a:close/>
                </a:path>
              </a:pathLst>
            </a:custGeom>
            <a:solidFill>
              <a:srgbClr val="FADF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 descr=""/>
            <p:cNvSpPr/>
            <p:nvPr/>
          </p:nvSpPr>
          <p:spPr>
            <a:xfrm>
              <a:off x="18821860" y="8314854"/>
              <a:ext cx="180975" cy="996950"/>
            </a:xfrm>
            <a:custGeom>
              <a:avLst/>
              <a:gdLst/>
              <a:ahLst/>
              <a:cxnLst/>
              <a:rect l="l" t="t" r="r" b="b"/>
              <a:pathLst>
                <a:path w="180975" h="996950">
                  <a:moveTo>
                    <a:pt x="90227" y="0"/>
                  </a:moveTo>
                  <a:lnTo>
                    <a:pt x="58382" y="27703"/>
                  </a:lnTo>
                  <a:lnTo>
                    <a:pt x="29822" y="61238"/>
                  </a:lnTo>
                  <a:lnTo>
                    <a:pt x="9243" y="100177"/>
                  </a:lnTo>
                  <a:lnTo>
                    <a:pt x="1340" y="144089"/>
                  </a:lnTo>
                  <a:lnTo>
                    <a:pt x="2964" y="177643"/>
                  </a:lnTo>
                  <a:lnTo>
                    <a:pt x="7669" y="214959"/>
                  </a:lnTo>
                  <a:lnTo>
                    <a:pt x="15202" y="250708"/>
                  </a:lnTo>
                  <a:lnTo>
                    <a:pt x="25308" y="279562"/>
                  </a:lnTo>
                  <a:lnTo>
                    <a:pt x="14877" y="290366"/>
                  </a:lnTo>
                  <a:lnTo>
                    <a:pt x="6897" y="303163"/>
                  </a:lnTo>
                  <a:lnTo>
                    <a:pt x="1795" y="317625"/>
                  </a:lnTo>
                  <a:lnTo>
                    <a:pt x="0" y="333424"/>
                  </a:lnTo>
                  <a:lnTo>
                    <a:pt x="0" y="996786"/>
                  </a:lnTo>
                  <a:lnTo>
                    <a:pt x="180978" y="996786"/>
                  </a:lnTo>
                  <a:lnTo>
                    <a:pt x="180978" y="333424"/>
                  </a:lnTo>
                  <a:lnTo>
                    <a:pt x="179178" y="317625"/>
                  </a:lnTo>
                  <a:lnTo>
                    <a:pt x="174047" y="303163"/>
                  </a:lnTo>
                  <a:lnTo>
                    <a:pt x="165986" y="290366"/>
                  </a:lnTo>
                  <a:lnTo>
                    <a:pt x="155398" y="279562"/>
                  </a:lnTo>
                  <a:lnTo>
                    <a:pt x="165661" y="250708"/>
                  </a:lnTo>
                  <a:lnTo>
                    <a:pt x="173274" y="214959"/>
                  </a:lnTo>
                  <a:lnTo>
                    <a:pt x="178009" y="177643"/>
                  </a:lnTo>
                  <a:lnTo>
                    <a:pt x="179638" y="144089"/>
                  </a:lnTo>
                  <a:lnTo>
                    <a:pt x="171688" y="100139"/>
                  </a:lnTo>
                  <a:lnTo>
                    <a:pt x="150988" y="61136"/>
                  </a:lnTo>
                  <a:lnTo>
                    <a:pt x="122260" y="27588"/>
                  </a:lnTo>
                  <a:lnTo>
                    <a:pt x="90227" y="0"/>
                  </a:lnTo>
                  <a:close/>
                </a:path>
              </a:pathLst>
            </a:custGeom>
            <a:solidFill>
              <a:srgbClr val="CCCCCC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62" name="object 362" descr=""/>
          <p:cNvGrpSpPr/>
          <p:nvPr/>
        </p:nvGrpSpPr>
        <p:grpSpPr>
          <a:xfrm>
            <a:off x="16622791" y="7376193"/>
            <a:ext cx="1177925" cy="1935480"/>
            <a:chOff x="16622791" y="7376193"/>
            <a:chExt cx="1177925" cy="1935480"/>
          </a:xfrm>
        </p:grpSpPr>
        <p:sp>
          <p:nvSpPr>
            <p:cNvPr id="363" name="object 363" descr=""/>
            <p:cNvSpPr/>
            <p:nvPr/>
          </p:nvSpPr>
          <p:spPr>
            <a:xfrm>
              <a:off x="16706631" y="7376193"/>
              <a:ext cx="598170" cy="1935480"/>
            </a:xfrm>
            <a:custGeom>
              <a:avLst/>
              <a:gdLst/>
              <a:ahLst/>
              <a:cxnLst/>
              <a:rect l="l" t="t" r="r" b="b"/>
              <a:pathLst>
                <a:path w="598169" h="1935479">
                  <a:moveTo>
                    <a:pt x="598023" y="0"/>
                  </a:moveTo>
                  <a:lnTo>
                    <a:pt x="0" y="0"/>
                  </a:lnTo>
                  <a:lnTo>
                    <a:pt x="0" y="1935354"/>
                  </a:lnTo>
                  <a:lnTo>
                    <a:pt x="598023" y="1935354"/>
                  </a:lnTo>
                  <a:lnTo>
                    <a:pt x="5980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 descr=""/>
            <p:cNvSpPr/>
            <p:nvPr/>
          </p:nvSpPr>
          <p:spPr>
            <a:xfrm>
              <a:off x="17304655" y="7453950"/>
              <a:ext cx="436245" cy="1858010"/>
            </a:xfrm>
            <a:custGeom>
              <a:avLst/>
              <a:gdLst/>
              <a:ahLst/>
              <a:cxnLst/>
              <a:rect l="l" t="t" r="r" b="b"/>
              <a:pathLst>
                <a:path w="436244" h="1858009">
                  <a:moveTo>
                    <a:pt x="0" y="1857597"/>
                  </a:moveTo>
                  <a:lnTo>
                    <a:pt x="436112" y="1857597"/>
                  </a:lnTo>
                  <a:lnTo>
                    <a:pt x="436112" y="0"/>
                  </a:lnTo>
                  <a:lnTo>
                    <a:pt x="0" y="0"/>
                  </a:lnTo>
                  <a:lnTo>
                    <a:pt x="0" y="1857597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 descr=""/>
            <p:cNvSpPr/>
            <p:nvPr/>
          </p:nvSpPr>
          <p:spPr>
            <a:xfrm>
              <a:off x="16622788" y="7376203"/>
              <a:ext cx="1177925" cy="78105"/>
            </a:xfrm>
            <a:custGeom>
              <a:avLst/>
              <a:gdLst/>
              <a:ahLst/>
              <a:cxnLst/>
              <a:rect l="l" t="t" r="r" b="b"/>
              <a:pathLst>
                <a:path w="1177925" h="78104">
                  <a:moveTo>
                    <a:pt x="1177683" y="0"/>
                  </a:moveTo>
                  <a:lnTo>
                    <a:pt x="681875" y="0"/>
                  </a:lnTo>
                  <a:lnTo>
                    <a:pt x="0" y="0"/>
                  </a:lnTo>
                  <a:lnTo>
                    <a:pt x="0" y="77749"/>
                  </a:lnTo>
                  <a:lnTo>
                    <a:pt x="681863" y="77749"/>
                  </a:lnTo>
                  <a:lnTo>
                    <a:pt x="1177683" y="77749"/>
                  </a:lnTo>
                  <a:lnTo>
                    <a:pt x="117768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66" name="object 366" descr=""/>
          <p:cNvGrpSpPr/>
          <p:nvPr/>
        </p:nvGrpSpPr>
        <p:grpSpPr>
          <a:xfrm>
            <a:off x="19358353" y="7376193"/>
            <a:ext cx="627380" cy="1935480"/>
            <a:chOff x="19358353" y="7376193"/>
            <a:chExt cx="627380" cy="1935480"/>
          </a:xfrm>
        </p:grpSpPr>
        <p:sp>
          <p:nvSpPr>
            <p:cNvPr id="367" name="object 367" descr=""/>
            <p:cNvSpPr/>
            <p:nvPr/>
          </p:nvSpPr>
          <p:spPr>
            <a:xfrm>
              <a:off x="19403001" y="7376193"/>
              <a:ext cx="318770" cy="1935480"/>
            </a:xfrm>
            <a:custGeom>
              <a:avLst/>
              <a:gdLst/>
              <a:ahLst/>
              <a:cxnLst/>
              <a:rect l="l" t="t" r="r" b="b"/>
              <a:pathLst>
                <a:path w="318769" h="1935479">
                  <a:moveTo>
                    <a:pt x="318409" y="0"/>
                  </a:moveTo>
                  <a:lnTo>
                    <a:pt x="0" y="0"/>
                  </a:lnTo>
                  <a:lnTo>
                    <a:pt x="0" y="1935354"/>
                  </a:lnTo>
                  <a:lnTo>
                    <a:pt x="318409" y="1935354"/>
                  </a:lnTo>
                  <a:lnTo>
                    <a:pt x="3184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 descr=""/>
            <p:cNvSpPr/>
            <p:nvPr/>
          </p:nvSpPr>
          <p:spPr>
            <a:xfrm>
              <a:off x="19721410" y="7453950"/>
              <a:ext cx="232410" cy="1858010"/>
            </a:xfrm>
            <a:custGeom>
              <a:avLst/>
              <a:gdLst/>
              <a:ahLst/>
              <a:cxnLst/>
              <a:rect l="l" t="t" r="r" b="b"/>
              <a:pathLst>
                <a:path w="232409" h="1858009">
                  <a:moveTo>
                    <a:pt x="0" y="1857597"/>
                  </a:moveTo>
                  <a:lnTo>
                    <a:pt x="232202" y="1857597"/>
                  </a:lnTo>
                  <a:lnTo>
                    <a:pt x="232202" y="0"/>
                  </a:lnTo>
                  <a:lnTo>
                    <a:pt x="0" y="0"/>
                  </a:lnTo>
                  <a:lnTo>
                    <a:pt x="0" y="1857597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 descr=""/>
            <p:cNvSpPr/>
            <p:nvPr/>
          </p:nvSpPr>
          <p:spPr>
            <a:xfrm>
              <a:off x="19358344" y="7376203"/>
              <a:ext cx="627380" cy="78105"/>
            </a:xfrm>
            <a:custGeom>
              <a:avLst/>
              <a:gdLst/>
              <a:ahLst/>
              <a:cxnLst/>
              <a:rect l="l" t="t" r="r" b="b"/>
              <a:pathLst>
                <a:path w="627380" h="78104">
                  <a:moveTo>
                    <a:pt x="627062" y="0"/>
                  </a:moveTo>
                  <a:lnTo>
                    <a:pt x="363054" y="0"/>
                  </a:lnTo>
                  <a:lnTo>
                    <a:pt x="0" y="0"/>
                  </a:lnTo>
                  <a:lnTo>
                    <a:pt x="0" y="77749"/>
                  </a:lnTo>
                  <a:lnTo>
                    <a:pt x="363054" y="77749"/>
                  </a:lnTo>
                  <a:lnTo>
                    <a:pt x="627062" y="77749"/>
                  </a:lnTo>
                  <a:lnTo>
                    <a:pt x="6270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70" name="object 370" descr=""/>
          <p:cNvSpPr/>
          <p:nvPr/>
        </p:nvSpPr>
        <p:spPr>
          <a:xfrm>
            <a:off x="15040861" y="7762203"/>
            <a:ext cx="1666239" cy="148590"/>
          </a:xfrm>
          <a:custGeom>
            <a:avLst/>
            <a:gdLst/>
            <a:ahLst/>
            <a:cxnLst/>
            <a:rect l="l" t="t" r="r" b="b"/>
            <a:pathLst>
              <a:path w="1666240" h="148590">
                <a:moveTo>
                  <a:pt x="1665781" y="0"/>
                </a:moveTo>
                <a:lnTo>
                  <a:pt x="0" y="0"/>
                </a:lnTo>
                <a:lnTo>
                  <a:pt x="0" y="148550"/>
                </a:lnTo>
                <a:lnTo>
                  <a:pt x="1665781" y="148550"/>
                </a:lnTo>
                <a:lnTo>
                  <a:pt x="1665781" y="0"/>
                </a:lnTo>
                <a:close/>
              </a:path>
            </a:pathLst>
          </a:custGeom>
          <a:solidFill>
            <a:srgbClr val="82CFC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1" name="object 371" descr=""/>
          <p:cNvSpPr/>
          <p:nvPr/>
        </p:nvSpPr>
        <p:spPr>
          <a:xfrm>
            <a:off x="17740779" y="7762109"/>
            <a:ext cx="1666239" cy="149225"/>
          </a:xfrm>
          <a:custGeom>
            <a:avLst/>
            <a:gdLst/>
            <a:ahLst/>
            <a:cxnLst/>
            <a:rect l="l" t="t" r="r" b="b"/>
            <a:pathLst>
              <a:path w="1666240" h="149225">
                <a:moveTo>
                  <a:pt x="1665781" y="0"/>
                </a:moveTo>
                <a:lnTo>
                  <a:pt x="0" y="0"/>
                </a:lnTo>
                <a:lnTo>
                  <a:pt x="0" y="148644"/>
                </a:lnTo>
                <a:lnTo>
                  <a:pt x="1665781" y="148644"/>
                </a:lnTo>
                <a:lnTo>
                  <a:pt x="166578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2" name="object 372" descr=""/>
          <p:cNvSpPr/>
          <p:nvPr/>
        </p:nvSpPr>
        <p:spPr>
          <a:xfrm>
            <a:off x="19953613" y="8129982"/>
            <a:ext cx="150495" cy="1181735"/>
          </a:xfrm>
          <a:custGeom>
            <a:avLst/>
            <a:gdLst/>
            <a:ahLst/>
            <a:cxnLst/>
            <a:rect l="l" t="t" r="r" b="b"/>
            <a:pathLst>
              <a:path w="150494" h="1181734">
                <a:moveTo>
                  <a:pt x="0" y="1181566"/>
                </a:moveTo>
                <a:lnTo>
                  <a:pt x="150487" y="1181566"/>
                </a:lnTo>
                <a:lnTo>
                  <a:pt x="150487" y="0"/>
                </a:lnTo>
                <a:lnTo>
                  <a:pt x="0" y="0"/>
                </a:lnTo>
                <a:lnTo>
                  <a:pt x="0" y="1181566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73" name="object 373" descr=""/>
          <p:cNvGrpSpPr/>
          <p:nvPr/>
        </p:nvGrpSpPr>
        <p:grpSpPr>
          <a:xfrm>
            <a:off x="0" y="0"/>
            <a:ext cx="20104100" cy="11308715"/>
            <a:chOff x="0" y="0"/>
            <a:chExt cx="20104100" cy="11308715"/>
          </a:xfrm>
        </p:grpSpPr>
        <p:sp>
          <p:nvSpPr>
            <p:cNvPr id="374" name="object 374" descr=""/>
            <p:cNvSpPr/>
            <p:nvPr/>
          </p:nvSpPr>
          <p:spPr>
            <a:xfrm>
              <a:off x="0" y="8681798"/>
              <a:ext cx="1095375" cy="630555"/>
            </a:xfrm>
            <a:custGeom>
              <a:avLst/>
              <a:gdLst/>
              <a:ahLst/>
              <a:cxnLst/>
              <a:rect l="l" t="t" r="r" b="b"/>
              <a:pathLst>
                <a:path w="1095375" h="630554">
                  <a:moveTo>
                    <a:pt x="0" y="0"/>
                  </a:moveTo>
                  <a:lnTo>
                    <a:pt x="0" y="629928"/>
                  </a:lnTo>
                  <a:lnTo>
                    <a:pt x="1095149" y="629928"/>
                  </a:lnTo>
                  <a:lnTo>
                    <a:pt x="109514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ECAE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75" name="object 375" descr="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0" y="0"/>
              <a:ext cx="20104099" cy="9311726"/>
            </a:xfrm>
            <a:prstGeom prst="rect">
              <a:avLst/>
            </a:prstGeom>
          </p:spPr>
        </p:pic>
        <p:sp>
          <p:nvSpPr>
            <p:cNvPr id="376" name="object 376" descr=""/>
            <p:cNvSpPr/>
            <p:nvPr/>
          </p:nvSpPr>
          <p:spPr>
            <a:xfrm>
              <a:off x="4438180" y="8462511"/>
              <a:ext cx="11005185" cy="849630"/>
            </a:xfrm>
            <a:custGeom>
              <a:avLst/>
              <a:gdLst/>
              <a:ahLst/>
              <a:cxnLst/>
              <a:rect l="l" t="t" r="r" b="b"/>
              <a:pathLst>
                <a:path w="11005185" h="849629">
                  <a:moveTo>
                    <a:pt x="2642793" y="849223"/>
                  </a:moveTo>
                  <a:lnTo>
                    <a:pt x="2641054" y="801014"/>
                  </a:lnTo>
                  <a:lnTo>
                    <a:pt x="2635948" y="753757"/>
                  </a:lnTo>
                  <a:lnTo>
                    <a:pt x="2627579" y="707605"/>
                  </a:lnTo>
                  <a:lnTo>
                    <a:pt x="2616060" y="662647"/>
                  </a:lnTo>
                  <a:lnTo>
                    <a:pt x="2601544" y="619036"/>
                  </a:lnTo>
                  <a:lnTo>
                    <a:pt x="2584119" y="576884"/>
                  </a:lnTo>
                  <a:lnTo>
                    <a:pt x="2563939" y="536321"/>
                  </a:lnTo>
                  <a:lnTo>
                    <a:pt x="2541105" y="497471"/>
                  </a:lnTo>
                  <a:lnTo>
                    <a:pt x="2515730" y="460463"/>
                  </a:lnTo>
                  <a:lnTo>
                    <a:pt x="2487968" y="425399"/>
                  </a:lnTo>
                  <a:lnTo>
                    <a:pt x="2457920" y="392442"/>
                  </a:lnTo>
                  <a:lnTo>
                    <a:pt x="2425700" y="361683"/>
                  </a:lnTo>
                  <a:lnTo>
                    <a:pt x="2391448" y="333260"/>
                  </a:lnTo>
                  <a:lnTo>
                    <a:pt x="2355291" y="307301"/>
                  </a:lnTo>
                  <a:lnTo>
                    <a:pt x="2317318" y="283933"/>
                  </a:lnTo>
                  <a:lnTo>
                    <a:pt x="2277694" y="263271"/>
                  </a:lnTo>
                  <a:lnTo>
                    <a:pt x="2236508" y="245440"/>
                  </a:lnTo>
                  <a:lnTo>
                    <a:pt x="2193887" y="230581"/>
                  </a:lnTo>
                  <a:lnTo>
                    <a:pt x="2149970" y="218795"/>
                  </a:lnTo>
                  <a:lnTo>
                    <a:pt x="2104872" y="210235"/>
                  </a:lnTo>
                  <a:lnTo>
                    <a:pt x="2058695" y="205003"/>
                  </a:lnTo>
                  <a:lnTo>
                    <a:pt x="2011591" y="203225"/>
                  </a:lnTo>
                  <a:lnTo>
                    <a:pt x="1964486" y="205003"/>
                  </a:lnTo>
                  <a:lnTo>
                    <a:pt x="1918322" y="210235"/>
                  </a:lnTo>
                  <a:lnTo>
                    <a:pt x="1873211" y="218795"/>
                  </a:lnTo>
                  <a:lnTo>
                    <a:pt x="1829295" y="230581"/>
                  </a:lnTo>
                  <a:lnTo>
                    <a:pt x="1786686" y="245440"/>
                  </a:lnTo>
                  <a:lnTo>
                    <a:pt x="1754949" y="259181"/>
                  </a:lnTo>
                  <a:lnTo>
                    <a:pt x="1742986" y="248729"/>
                  </a:lnTo>
                  <a:lnTo>
                    <a:pt x="1707527" y="220611"/>
                  </a:lnTo>
                  <a:lnTo>
                    <a:pt x="1670481" y="193916"/>
                  </a:lnTo>
                  <a:lnTo>
                    <a:pt x="1631911" y="168706"/>
                  </a:lnTo>
                  <a:lnTo>
                    <a:pt x="1591881" y="145034"/>
                  </a:lnTo>
                  <a:lnTo>
                    <a:pt x="1550454" y="122948"/>
                  </a:lnTo>
                  <a:lnTo>
                    <a:pt x="1507693" y="102501"/>
                  </a:lnTo>
                  <a:lnTo>
                    <a:pt x="1463675" y="83743"/>
                  </a:lnTo>
                  <a:lnTo>
                    <a:pt x="1418437" y="66738"/>
                  </a:lnTo>
                  <a:lnTo>
                    <a:pt x="1372082" y="51536"/>
                  </a:lnTo>
                  <a:lnTo>
                    <a:pt x="1324635" y="38176"/>
                  </a:lnTo>
                  <a:lnTo>
                    <a:pt x="1276184" y="26733"/>
                  </a:lnTo>
                  <a:lnTo>
                    <a:pt x="1226781" y="17259"/>
                  </a:lnTo>
                  <a:lnTo>
                    <a:pt x="1176502" y="9791"/>
                  </a:lnTo>
                  <a:lnTo>
                    <a:pt x="1125410" y="4381"/>
                  </a:lnTo>
                  <a:lnTo>
                    <a:pt x="1073556" y="1104"/>
                  </a:lnTo>
                  <a:lnTo>
                    <a:pt x="1021016" y="0"/>
                  </a:lnTo>
                  <a:lnTo>
                    <a:pt x="968476" y="1104"/>
                  </a:lnTo>
                  <a:lnTo>
                    <a:pt x="916622" y="4381"/>
                  </a:lnTo>
                  <a:lnTo>
                    <a:pt x="865530" y="9791"/>
                  </a:lnTo>
                  <a:lnTo>
                    <a:pt x="815251" y="17259"/>
                  </a:lnTo>
                  <a:lnTo>
                    <a:pt x="765848" y="26733"/>
                  </a:lnTo>
                  <a:lnTo>
                    <a:pt x="717397" y="38176"/>
                  </a:lnTo>
                  <a:lnTo>
                    <a:pt x="669963" y="51536"/>
                  </a:lnTo>
                  <a:lnTo>
                    <a:pt x="623595" y="66738"/>
                  </a:lnTo>
                  <a:lnTo>
                    <a:pt x="578370" y="83743"/>
                  </a:lnTo>
                  <a:lnTo>
                    <a:pt x="534339" y="102501"/>
                  </a:lnTo>
                  <a:lnTo>
                    <a:pt x="491591" y="122948"/>
                  </a:lnTo>
                  <a:lnTo>
                    <a:pt x="450164" y="145034"/>
                  </a:lnTo>
                  <a:lnTo>
                    <a:pt x="410133" y="168706"/>
                  </a:lnTo>
                  <a:lnTo>
                    <a:pt x="371563" y="193916"/>
                  </a:lnTo>
                  <a:lnTo>
                    <a:pt x="334505" y="220611"/>
                  </a:lnTo>
                  <a:lnTo>
                    <a:pt x="299046" y="248729"/>
                  </a:lnTo>
                  <a:lnTo>
                    <a:pt x="265239" y="278218"/>
                  </a:lnTo>
                  <a:lnTo>
                    <a:pt x="233159" y="309041"/>
                  </a:lnTo>
                  <a:lnTo>
                    <a:pt x="202844" y="341122"/>
                  </a:lnTo>
                  <a:lnTo>
                    <a:pt x="174371" y="374408"/>
                  </a:lnTo>
                  <a:lnTo>
                    <a:pt x="147815" y="408863"/>
                  </a:lnTo>
                  <a:lnTo>
                    <a:pt x="123228" y="444436"/>
                  </a:lnTo>
                  <a:lnTo>
                    <a:pt x="100685" y="481050"/>
                  </a:lnTo>
                  <a:lnTo>
                    <a:pt x="80238" y="518668"/>
                  </a:lnTo>
                  <a:lnTo>
                    <a:pt x="61963" y="557225"/>
                  </a:lnTo>
                  <a:lnTo>
                    <a:pt x="45910" y="596684"/>
                  </a:lnTo>
                  <a:lnTo>
                    <a:pt x="32143" y="636993"/>
                  </a:lnTo>
                  <a:lnTo>
                    <a:pt x="20751" y="678078"/>
                  </a:lnTo>
                  <a:lnTo>
                    <a:pt x="11760" y="719899"/>
                  </a:lnTo>
                  <a:lnTo>
                    <a:pt x="5270" y="762393"/>
                  </a:lnTo>
                  <a:lnTo>
                    <a:pt x="1333" y="805522"/>
                  </a:lnTo>
                  <a:lnTo>
                    <a:pt x="0" y="849223"/>
                  </a:lnTo>
                  <a:lnTo>
                    <a:pt x="1380401" y="849223"/>
                  </a:lnTo>
                  <a:lnTo>
                    <a:pt x="2042033" y="849223"/>
                  </a:lnTo>
                  <a:lnTo>
                    <a:pt x="2642793" y="849223"/>
                  </a:lnTo>
                  <a:close/>
                </a:path>
                <a:path w="11005185" h="849629">
                  <a:moveTo>
                    <a:pt x="11004855" y="849223"/>
                  </a:moveTo>
                  <a:lnTo>
                    <a:pt x="11003382" y="805014"/>
                  </a:lnTo>
                  <a:lnTo>
                    <a:pt x="10999038" y="761466"/>
                  </a:lnTo>
                  <a:lnTo>
                    <a:pt x="10991888" y="718629"/>
                  </a:lnTo>
                  <a:lnTo>
                    <a:pt x="10982020" y="676567"/>
                  </a:lnTo>
                  <a:lnTo>
                    <a:pt x="10969511" y="635355"/>
                  </a:lnTo>
                  <a:lnTo>
                    <a:pt x="10954423" y="595045"/>
                  </a:lnTo>
                  <a:lnTo>
                    <a:pt x="10936846" y="555713"/>
                  </a:lnTo>
                  <a:lnTo>
                    <a:pt x="10916869" y="517423"/>
                  </a:lnTo>
                  <a:lnTo>
                    <a:pt x="10894555" y="480237"/>
                  </a:lnTo>
                  <a:lnTo>
                    <a:pt x="10869981" y="444233"/>
                  </a:lnTo>
                  <a:lnTo>
                    <a:pt x="10843235" y="409460"/>
                  </a:lnTo>
                  <a:lnTo>
                    <a:pt x="10814393" y="375996"/>
                  </a:lnTo>
                  <a:lnTo>
                    <a:pt x="10783532" y="343903"/>
                  </a:lnTo>
                  <a:lnTo>
                    <a:pt x="10750728" y="313245"/>
                  </a:lnTo>
                  <a:lnTo>
                    <a:pt x="10716057" y="284086"/>
                  </a:lnTo>
                  <a:lnTo>
                    <a:pt x="10679608" y="256489"/>
                  </a:lnTo>
                  <a:lnTo>
                    <a:pt x="10641444" y="230530"/>
                  </a:lnTo>
                  <a:lnTo>
                    <a:pt x="10601655" y="206273"/>
                  </a:lnTo>
                  <a:lnTo>
                    <a:pt x="10560317" y="183781"/>
                  </a:lnTo>
                  <a:lnTo>
                    <a:pt x="10517505" y="163106"/>
                  </a:lnTo>
                  <a:lnTo>
                    <a:pt x="10473296" y="144348"/>
                  </a:lnTo>
                  <a:lnTo>
                    <a:pt x="10427767" y="127533"/>
                  </a:lnTo>
                  <a:lnTo>
                    <a:pt x="10381005" y="112750"/>
                  </a:lnTo>
                  <a:lnTo>
                    <a:pt x="10333088" y="100076"/>
                  </a:lnTo>
                  <a:lnTo>
                    <a:pt x="10284079" y="89547"/>
                  </a:lnTo>
                  <a:lnTo>
                    <a:pt x="10234079" y="81241"/>
                  </a:lnTo>
                  <a:lnTo>
                    <a:pt x="10183139" y="75234"/>
                  </a:lnTo>
                  <a:lnTo>
                    <a:pt x="10131361" y="71577"/>
                  </a:lnTo>
                  <a:lnTo>
                    <a:pt x="10078822" y="70345"/>
                  </a:lnTo>
                  <a:lnTo>
                    <a:pt x="10026269" y="71577"/>
                  </a:lnTo>
                  <a:lnTo>
                    <a:pt x="9974491" y="75234"/>
                  </a:lnTo>
                  <a:lnTo>
                    <a:pt x="9923551" y="81241"/>
                  </a:lnTo>
                  <a:lnTo>
                    <a:pt x="9873551" y="89547"/>
                  </a:lnTo>
                  <a:lnTo>
                    <a:pt x="9824542" y="100076"/>
                  </a:lnTo>
                  <a:lnTo>
                    <a:pt x="9776625" y="112750"/>
                  </a:lnTo>
                  <a:lnTo>
                    <a:pt x="9729864" y="127533"/>
                  </a:lnTo>
                  <a:lnTo>
                    <a:pt x="9684334" y="144348"/>
                  </a:lnTo>
                  <a:lnTo>
                    <a:pt x="9640125" y="163106"/>
                  </a:lnTo>
                  <a:lnTo>
                    <a:pt x="9597314" y="183781"/>
                  </a:lnTo>
                  <a:lnTo>
                    <a:pt x="9555975" y="206273"/>
                  </a:lnTo>
                  <a:lnTo>
                    <a:pt x="9516186" y="230530"/>
                  </a:lnTo>
                  <a:lnTo>
                    <a:pt x="9478023" y="256489"/>
                  </a:lnTo>
                  <a:lnTo>
                    <a:pt x="9441574" y="284086"/>
                  </a:lnTo>
                  <a:lnTo>
                    <a:pt x="9406903" y="313245"/>
                  </a:lnTo>
                  <a:lnTo>
                    <a:pt x="9374099" y="343903"/>
                  </a:lnTo>
                  <a:lnTo>
                    <a:pt x="9343238" y="375996"/>
                  </a:lnTo>
                  <a:lnTo>
                    <a:pt x="9314396" y="409460"/>
                  </a:lnTo>
                  <a:lnTo>
                    <a:pt x="9287650" y="444233"/>
                  </a:lnTo>
                  <a:lnTo>
                    <a:pt x="9263075" y="480237"/>
                  </a:lnTo>
                  <a:lnTo>
                    <a:pt x="9240761" y="517423"/>
                  </a:lnTo>
                  <a:lnTo>
                    <a:pt x="9220784" y="555713"/>
                  </a:lnTo>
                  <a:lnTo>
                    <a:pt x="9203207" y="595045"/>
                  </a:lnTo>
                  <a:lnTo>
                    <a:pt x="9188120" y="635355"/>
                  </a:lnTo>
                  <a:lnTo>
                    <a:pt x="9175610" y="676567"/>
                  </a:lnTo>
                  <a:lnTo>
                    <a:pt x="9165742" y="718629"/>
                  </a:lnTo>
                  <a:lnTo>
                    <a:pt x="9158592" y="761466"/>
                  </a:lnTo>
                  <a:lnTo>
                    <a:pt x="9154249" y="805014"/>
                  </a:lnTo>
                  <a:lnTo>
                    <a:pt x="9152776" y="849223"/>
                  </a:lnTo>
                  <a:lnTo>
                    <a:pt x="11004855" y="849223"/>
                  </a:lnTo>
                  <a:close/>
                </a:path>
              </a:pathLst>
            </a:custGeom>
            <a:solidFill>
              <a:srgbClr val="9FD3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 descr=""/>
            <p:cNvSpPr/>
            <p:nvPr/>
          </p:nvSpPr>
          <p:spPr>
            <a:xfrm>
              <a:off x="7966443" y="8715203"/>
              <a:ext cx="1856739" cy="596900"/>
            </a:xfrm>
            <a:custGeom>
              <a:avLst/>
              <a:gdLst/>
              <a:ahLst/>
              <a:cxnLst/>
              <a:rect l="l" t="t" r="r" b="b"/>
              <a:pathLst>
                <a:path w="1856740" h="596900">
                  <a:moveTo>
                    <a:pt x="1856409" y="596531"/>
                  </a:moveTo>
                  <a:lnTo>
                    <a:pt x="1854606" y="553923"/>
                  </a:lnTo>
                  <a:lnTo>
                    <a:pt x="1849285" y="512127"/>
                  </a:lnTo>
                  <a:lnTo>
                    <a:pt x="1840560" y="471246"/>
                  </a:lnTo>
                  <a:lnTo>
                    <a:pt x="1828558" y="431380"/>
                  </a:lnTo>
                  <a:lnTo>
                    <a:pt x="1813407" y="392607"/>
                  </a:lnTo>
                  <a:lnTo>
                    <a:pt x="1795221" y="355066"/>
                  </a:lnTo>
                  <a:lnTo>
                    <a:pt x="1774113" y="318820"/>
                  </a:lnTo>
                  <a:lnTo>
                    <a:pt x="1750212" y="283997"/>
                  </a:lnTo>
                  <a:lnTo>
                    <a:pt x="1723644" y="250698"/>
                  </a:lnTo>
                  <a:lnTo>
                    <a:pt x="1694535" y="218998"/>
                  </a:lnTo>
                  <a:lnTo>
                    <a:pt x="1662988" y="189026"/>
                  </a:lnTo>
                  <a:lnTo>
                    <a:pt x="1629130" y="160870"/>
                  </a:lnTo>
                  <a:lnTo>
                    <a:pt x="1593100" y="134632"/>
                  </a:lnTo>
                  <a:lnTo>
                    <a:pt x="1554988" y="110413"/>
                  </a:lnTo>
                  <a:lnTo>
                    <a:pt x="1514944" y="88315"/>
                  </a:lnTo>
                  <a:lnTo>
                    <a:pt x="1473085" y="68440"/>
                  </a:lnTo>
                  <a:lnTo>
                    <a:pt x="1429512" y="50888"/>
                  </a:lnTo>
                  <a:lnTo>
                    <a:pt x="1384363" y="35763"/>
                  </a:lnTo>
                  <a:lnTo>
                    <a:pt x="1337767" y="23152"/>
                  </a:lnTo>
                  <a:lnTo>
                    <a:pt x="1289824" y="13182"/>
                  </a:lnTo>
                  <a:lnTo>
                    <a:pt x="1240663" y="5930"/>
                  </a:lnTo>
                  <a:lnTo>
                    <a:pt x="1190421" y="1498"/>
                  </a:lnTo>
                  <a:lnTo>
                    <a:pt x="1139202" y="0"/>
                  </a:lnTo>
                  <a:lnTo>
                    <a:pt x="1087983" y="1498"/>
                  </a:lnTo>
                  <a:lnTo>
                    <a:pt x="1037729" y="5930"/>
                  </a:lnTo>
                  <a:lnTo>
                    <a:pt x="988580" y="13182"/>
                  </a:lnTo>
                  <a:lnTo>
                    <a:pt x="940638" y="23152"/>
                  </a:lnTo>
                  <a:lnTo>
                    <a:pt x="894029" y="35763"/>
                  </a:lnTo>
                  <a:lnTo>
                    <a:pt x="848880" y="50888"/>
                  </a:lnTo>
                  <a:lnTo>
                    <a:pt x="805319" y="68440"/>
                  </a:lnTo>
                  <a:lnTo>
                    <a:pt x="763447" y="88315"/>
                  </a:lnTo>
                  <a:lnTo>
                    <a:pt x="723404" y="110413"/>
                  </a:lnTo>
                  <a:lnTo>
                    <a:pt x="685304" y="134632"/>
                  </a:lnTo>
                  <a:lnTo>
                    <a:pt x="649262" y="160870"/>
                  </a:lnTo>
                  <a:lnTo>
                    <a:pt x="623785" y="182067"/>
                  </a:lnTo>
                  <a:lnTo>
                    <a:pt x="583514" y="165887"/>
                  </a:lnTo>
                  <a:lnTo>
                    <a:pt x="538492" y="153225"/>
                  </a:lnTo>
                  <a:lnTo>
                    <a:pt x="491693" y="145415"/>
                  </a:lnTo>
                  <a:lnTo>
                    <a:pt x="443382" y="142760"/>
                  </a:lnTo>
                  <a:lnTo>
                    <a:pt x="395071" y="145415"/>
                  </a:lnTo>
                  <a:lnTo>
                    <a:pt x="348259" y="153225"/>
                  </a:lnTo>
                  <a:lnTo>
                    <a:pt x="303237" y="165887"/>
                  </a:lnTo>
                  <a:lnTo>
                    <a:pt x="260261" y="183146"/>
                  </a:lnTo>
                  <a:lnTo>
                    <a:pt x="219595" y="204711"/>
                  </a:lnTo>
                  <a:lnTo>
                    <a:pt x="181521" y="230314"/>
                  </a:lnTo>
                  <a:lnTo>
                    <a:pt x="146316" y="259664"/>
                  </a:lnTo>
                  <a:lnTo>
                    <a:pt x="114223" y="292506"/>
                  </a:lnTo>
                  <a:lnTo>
                    <a:pt x="85547" y="328536"/>
                  </a:lnTo>
                  <a:lnTo>
                    <a:pt x="60528" y="367499"/>
                  </a:lnTo>
                  <a:lnTo>
                    <a:pt x="39458" y="409117"/>
                  </a:lnTo>
                  <a:lnTo>
                    <a:pt x="22606" y="453110"/>
                  </a:lnTo>
                  <a:lnTo>
                    <a:pt x="10223" y="499186"/>
                  </a:lnTo>
                  <a:lnTo>
                    <a:pt x="2603" y="547090"/>
                  </a:lnTo>
                  <a:lnTo>
                    <a:pt x="0" y="596531"/>
                  </a:lnTo>
                  <a:lnTo>
                    <a:pt x="421982" y="596531"/>
                  </a:lnTo>
                  <a:lnTo>
                    <a:pt x="886752" y="596531"/>
                  </a:lnTo>
                  <a:lnTo>
                    <a:pt x="1856409" y="596531"/>
                  </a:lnTo>
                  <a:close/>
                </a:path>
              </a:pathLst>
            </a:custGeom>
            <a:solidFill>
              <a:srgbClr val="CFE2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 descr=""/>
            <p:cNvSpPr/>
            <p:nvPr/>
          </p:nvSpPr>
          <p:spPr>
            <a:xfrm>
              <a:off x="606666" y="8347080"/>
              <a:ext cx="15578455" cy="965200"/>
            </a:xfrm>
            <a:custGeom>
              <a:avLst/>
              <a:gdLst/>
              <a:ahLst/>
              <a:cxnLst/>
              <a:rect l="l" t="t" r="r" b="b"/>
              <a:pathLst>
                <a:path w="15578455" h="965200">
                  <a:moveTo>
                    <a:pt x="2076500" y="964526"/>
                  </a:moveTo>
                  <a:lnTo>
                    <a:pt x="2074849" y="911974"/>
                  </a:lnTo>
                  <a:lnTo>
                    <a:pt x="2069934" y="860475"/>
                  </a:lnTo>
                  <a:lnTo>
                    <a:pt x="2061895" y="810171"/>
                  </a:lnTo>
                  <a:lnTo>
                    <a:pt x="2050846" y="761174"/>
                  </a:lnTo>
                  <a:lnTo>
                    <a:pt x="2036902" y="713651"/>
                  </a:lnTo>
                  <a:lnTo>
                    <a:pt x="2020176" y="667702"/>
                  </a:lnTo>
                  <a:lnTo>
                    <a:pt x="2000796" y="623493"/>
                  </a:lnTo>
                  <a:lnTo>
                    <a:pt x="1978875" y="581152"/>
                  </a:lnTo>
                  <a:lnTo>
                    <a:pt x="1954517" y="540804"/>
                  </a:lnTo>
                  <a:lnTo>
                    <a:pt x="1927860" y="502602"/>
                  </a:lnTo>
                  <a:lnTo>
                    <a:pt x="1899005" y="466674"/>
                  </a:lnTo>
                  <a:lnTo>
                    <a:pt x="1868081" y="433146"/>
                  </a:lnTo>
                  <a:lnTo>
                    <a:pt x="1835200" y="402170"/>
                  </a:lnTo>
                  <a:lnTo>
                    <a:pt x="1800479" y="373888"/>
                  </a:lnTo>
                  <a:lnTo>
                    <a:pt x="1764030" y="348411"/>
                  </a:lnTo>
                  <a:lnTo>
                    <a:pt x="1725980" y="325894"/>
                  </a:lnTo>
                  <a:lnTo>
                    <a:pt x="1686433" y="306463"/>
                  </a:lnTo>
                  <a:lnTo>
                    <a:pt x="1645526" y="290258"/>
                  </a:lnTo>
                  <a:lnTo>
                    <a:pt x="1603362" y="277418"/>
                  </a:lnTo>
                  <a:lnTo>
                    <a:pt x="1560055" y="268084"/>
                  </a:lnTo>
                  <a:lnTo>
                    <a:pt x="1515732" y="262382"/>
                  </a:lnTo>
                  <a:lnTo>
                    <a:pt x="1470507" y="260451"/>
                  </a:lnTo>
                  <a:lnTo>
                    <a:pt x="1425282" y="262382"/>
                  </a:lnTo>
                  <a:lnTo>
                    <a:pt x="1402181" y="265366"/>
                  </a:lnTo>
                  <a:lnTo>
                    <a:pt x="1372171" y="233768"/>
                  </a:lnTo>
                  <a:lnTo>
                    <a:pt x="1340345" y="203441"/>
                  </a:lnTo>
                  <a:lnTo>
                    <a:pt x="1307236" y="174955"/>
                  </a:lnTo>
                  <a:lnTo>
                    <a:pt x="1272895" y="148348"/>
                  </a:lnTo>
                  <a:lnTo>
                    <a:pt x="1237373" y="123710"/>
                  </a:lnTo>
                  <a:lnTo>
                    <a:pt x="1200734" y="101104"/>
                  </a:lnTo>
                  <a:lnTo>
                    <a:pt x="1163040" y="80594"/>
                  </a:lnTo>
                  <a:lnTo>
                    <a:pt x="1124356" y="62255"/>
                  </a:lnTo>
                  <a:lnTo>
                    <a:pt x="1084707" y="46139"/>
                  </a:lnTo>
                  <a:lnTo>
                    <a:pt x="1044194" y="32321"/>
                  </a:lnTo>
                  <a:lnTo>
                    <a:pt x="1002830" y="20866"/>
                  </a:lnTo>
                  <a:lnTo>
                    <a:pt x="960716" y="11836"/>
                  </a:lnTo>
                  <a:lnTo>
                    <a:pt x="917867" y="5308"/>
                  </a:lnTo>
                  <a:lnTo>
                    <a:pt x="874369" y="1333"/>
                  </a:lnTo>
                  <a:lnTo>
                    <a:pt x="830275" y="0"/>
                  </a:lnTo>
                  <a:lnTo>
                    <a:pt x="786180" y="1333"/>
                  </a:lnTo>
                  <a:lnTo>
                    <a:pt x="742683" y="5308"/>
                  </a:lnTo>
                  <a:lnTo>
                    <a:pt x="699846" y="11836"/>
                  </a:lnTo>
                  <a:lnTo>
                    <a:pt x="657720" y="20866"/>
                  </a:lnTo>
                  <a:lnTo>
                    <a:pt x="616369" y="32321"/>
                  </a:lnTo>
                  <a:lnTo>
                    <a:pt x="575843" y="46139"/>
                  </a:lnTo>
                  <a:lnTo>
                    <a:pt x="536206" y="62255"/>
                  </a:lnTo>
                  <a:lnTo>
                    <a:pt x="497509" y="80594"/>
                  </a:lnTo>
                  <a:lnTo>
                    <a:pt x="459828" y="101104"/>
                  </a:lnTo>
                  <a:lnTo>
                    <a:pt x="423189" y="123710"/>
                  </a:lnTo>
                  <a:lnTo>
                    <a:pt x="387667" y="148348"/>
                  </a:lnTo>
                  <a:lnTo>
                    <a:pt x="353326" y="174955"/>
                  </a:lnTo>
                  <a:lnTo>
                    <a:pt x="320205" y="203441"/>
                  </a:lnTo>
                  <a:lnTo>
                    <a:pt x="288378" y="233768"/>
                  </a:lnTo>
                  <a:lnTo>
                    <a:pt x="257898" y="265861"/>
                  </a:lnTo>
                  <a:lnTo>
                    <a:pt x="228828" y="299643"/>
                  </a:lnTo>
                  <a:lnTo>
                    <a:pt x="201206" y="335051"/>
                  </a:lnTo>
                  <a:lnTo>
                    <a:pt x="175107" y="372033"/>
                  </a:lnTo>
                  <a:lnTo>
                    <a:pt x="150583" y="410502"/>
                  </a:lnTo>
                  <a:lnTo>
                    <a:pt x="127685" y="450405"/>
                  </a:lnTo>
                  <a:lnTo>
                    <a:pt x="106476" y="491680"/>
                  </a:lnTo>
                  <a:lnTo>
                    <a:pt x="87020" y="534238"/>
                  </a:lnTo>
                  <a:lnTo>
                    <a:pt x="69367" y="578040"/>
                  </a:lnTo>
                  <a:lnTo>
                    <a:pt x="53581" y="622985"/>
                  </a:lnTo>
                  <a:lnTo>
                    <a:pt x="39712" y="669048"/>
                  </a:lnTo>
                  <a:lnTo>
                    <a:pt x="27813" y="716127"/>
                  </a:lnTo>
                  <a:lnTo>
                    <a:pt x="17957" y="764171"/>
                  </a:lnTo>
                  <a:lnTo>
                    <a:pt x="10185" y="813117"/>
                  </a:lnTo>
                  <a:lnTo>
                    <a:pt x="4572" y="862888"/>
                  </a:lnTo>
                  <a:lnTo>
                    <a:pt x="1155" y="913422"/>
                  </a:lnTo>
                  <a:lnTo>
                    <a:pt x="0" y="964653"/>
                  </a:lnTo>
                  <a:lnTo>
                    <a:pt x="1660563" y="964653"/>
                  </a:lnTo>
                  <a:lnTo>
                    <a:pt x="1660550" y="964526"/>
                  </a:lnTo>
                  <a:lnTo>
                    <a:pt x="2076500" y="964526"/>
                  </a:lnTo>
                  <a:close/>
                </a:path>
                <a:path w="15578455" h="965200">
                  <a:moveTo>
                    <a:pt x="15578150" y="964653"/>
                  </a:moveTo>
                  <a:lnTo>
                    <a:pt x="15576792" y="916368"/>
                  </a:lnTo>
                  <a:lnTo>
                    <a:pt x="15572728" y="868819"/>
                  </a:lnTo>
                  <a:lnTo>
                    <a:pt x="15566060" y="822083"/>
                  </a:lnTo>
                  <a:lnTo>
                    <a:pt x="15556840" y="776236"/>
                  </a:lnTo>
                  <a:lnTo>
                    <a:pt x="15545169" y="731354"/>
                  </a:lnTo>
                  <a:lnTo>
                    <a:pt x="15531110" y="687514"/>
                  </a:lnTo>
                  <a:lnTo>
                    <a:pt x="15514752" y="644791"/>
                  </a:lnTo>
                  <a:lnTo>
                    <a:pt x="15496147" y="603275"/>
                  </a:lnTo>
                  <a:lnTo>
                    <a:pt x="15475382" y="563029"/>
                  </a:lnTo>
                  <a:lnTo>
                    <a:pt x="15452535" y="524129"/>
                  </a:lnTo>
                  <a:lnTo>
                    <a:pt x="15427681" y="486664"/>
                  </a:lnTo>
                  <a:lnTo>
                    <a:pt x="15400897" y="450697"/>
                  </a:lnTo>
                  <a:lnTo>
                    <a:pt x="15372245" y="416318"/>
                  </a:lnTo>
                  <a:lnTo>
                    <a:pt x="15341829" y="383603"/>
                  </a:lnTo>
                  <a:lnTo>
                    <a:pt x="15309698" y="352615"/>
                  </a:lnTo>
                  <a:lnTo>
                    <a:pt x="15275941" y="323443"/>
                  </a:lnTo>
                  <a:lnTo>
                    <a:pt x="15240623" y="296164"/>
                  </a:lnTo>
                  <a:lnTo>
                    <a:pt x="15203831" y="270852"/>
                  </a:lnTo>
                  <a:lnTo>
                    <a:pt x="15165642" y="247586"/>
                  </a:lnTo>
                  <a:lnTo>
                    <a:pt x="15126119" y="226441"/>
                  </a:lnTo>
                  <a:lnTo>
                    <a:pt x="15085340" y="207492"/>
                  </a:lnTo>
                  <a:lnTo>
                    <a:pt x="15043404" y="190830"/>
                  </a:lnTo>
                  <a:lnTo>
                    <a:pt x="15000351" y="176504"/>
                  </a:lnTo>
                  <a:lnTo>
                    <a:pt x="14956282" y="164617"/>
                  </a:lnTo>
                  <a:lnTo>
                    <a:pt x="14911261" y="155244"/>
                  </a:lnTo>
                  <a:lnTo>
                    <a:pt x="14865363" y="148450"/>
                  </a:lnTo>
                  <a:lnTo>
                    <a:pt x="14818678" y="144310"/>
                  </a:lnTo>
                  <a:lnTo>
                    <a:pt x="14771269" y="142913"/>
                  </a:lnTo>
                  <a:lnTo>
                    <a:pt x="14723859" y="144310"/>
                  </a:lnTo>
                  <a:lnTo>
                    <a:pt x="14677174" y="148450"/>
                  </a:lnTo>
                  <a:lnTo>
                    <a:pt x="14631276" y="155244"/>
                  </a:lnTo>
                  <a:lnTo>
                    <a:pt x="14586255" y="164617"/>
                  </a:lnTo>
                  <a:lnTo>
                    <a:pt x="14542186" y="176504"/>
                  </a:lnTo>
                  <a:lnTo>
                    <a:pt x="14499146" y="190830"/>
                  </a:lnTo>
                  <a:lnTo>
                    <a:pt x="14457198" y="207492"/>
                  </a:lnTo>
                  <a:lnTo>
                    <a:pt x="14416418" y="226441"/>
                  </a:lnTo>
                  <a:lnTo>
                    <a:pt x="14376895" y="247586"/>
                  </a:lnTo>
                  <a:lnTo>
                    <a:pt x="14338707" y="270852"/>
                  </a:lnTo>
                  <a:lnTo>
                    <a:pt x="14301915" y="296164"/>
                  </a:lnTo>
                  <a:lnTo>
                    <a:pt x="14266609" y="323443"/>
                  </a:lnTo>
                  <a:lnTo>
                    <a:pt x="14232839" y="352615"/>
                  </a:lnTo>
                  <a:lnTo>
                    <a:pt x="14200708" y="383603"/>
                  </a:lnTo>
                  <a:lnTo>
                    <a:pt x="14170292" y="416318"/>
                  </a:lnTo>
                  <a:lnTo>
                    <a:pt x="14141641" y="450697"/>
                  </a:lnTo>
                  <a:lnTo>
                    <a:pt x="14114856" y="486664"/>
                  </a:lnTo>
                  <a:lnTo>
                    <a:pt x="14090002" y="524129"/>
                  </a:lnTo>
                  <a:lnTo>
                    <a:pt x="14067155" y="563029"/>
                  </a:lnTo>
                  <a:lnTo>
                    <a:pt x="14046391" y="603275"/>
                  </a:lnTo>
                  <a:lnTo>
                    <a:pt x="14027798" y="644791"/>
                  </a:lnTo>
                  <a:lnTo>
                    <a:pt x="14011428" y="687514"/>
                  </a:lnTo>
                  <a:lnTo>
                    <a:pt x="13997369" y="731354"/>
                  </a:lnTo>
                  <a:lnTo>
                    <a:pt x="13985697" y="776236"/>
                  </a:lnTo>
                  <a:lnTo>
                    <a:pt x="13976477" y="822083"/>
                  </a:lnTo>
                  <a:lnTo>
                    <a:pt x="13969810" y="868819"/>
                  </a:lnTo>
                  <a:lnTo>
                    <a:pt x="13965758" y="916368"/>
                  </a:lnTo>
                  <a:lnTo>
                    <a:pt x="13964387" y="964653"/>
                  </a:lnTo>
                  <a:lnTo>
                    <a:pt x="15578150" y="964653"/>
                  </a:lnTo>
                  <a:close/>
                </a:path>
              </a:pathLst>
            </a:custGeom>
            <a:solidFill>
              <a:srgbClr val="9FD3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 descr=""/>
            <p:cNvSpPr/>
            <p:nvPr/>
          </p:nvSpPr>
          <p:spPr>
            <a:xfrm>
              <a:off x="0" y="8358358"/>
              <a:ext cx="20104100" cy="953769"/>
            </a:xfrm>
            <a:custGeom>
              <a:avLst/>
              <a:gdLst/>
              <a:ahLst/>
              <a:cxnLst/>
              <a:rect l="l" t="t" r="r" b="b"/>
              <a:pathLst>
                <a:path w="20104100" h="953770">
                  <a:moveTo>
                    <a:pt x="6477546" y="953363"/>
                  </a:moveTo>
                  <a:lnTo>
                    <a:pt x="6447574" y="913714"/>
                  </a:lnTo>
                  <a:lnTo>
                    <a:pt x="6419482" y="877862"/>
                  </a:lnTo>
                  <a:lnTo>
                    <a:pt x="6408826" y="867257"/>
                  </a:lnTo>
                  <a:lnTo>
                    <a:pt x="6388989" y="847496"/>
                  </a:lnTo>
                  <a:lnTo>
                    <a:pt x="6351829" y="824318"/>
                  </a:lnTo>
                  <a:lnTo>
                    <a:pt x="6303759" y="810006"/>
                  </a:lnTo>
                  <a:lnTo>
                    <a:pt x="6256198" y="807262"/>
                  </a:lnTo>
                  <a:lnTo>
                    <a:pt x="6209652" y="813828"/>
                  </a:lnTo>
                  <a:lnTo>
                    <a:pt x="6164542" y="827481"/>
                  </a:lnTo>
                  <a:lnTo>
                    <a:pt x="6121197" y="846061"/>
                  </a:lnTo>
                  <a:lnTo>
                    <a:pt x="6080214" y="867257"/>
                  </a:lnTo>
                  <a:lnTo>
                    <a:pt x="6066599" y="848804"/>
                  </a:lnTo>
                  <a:lnTo>
                    <a:pt x="6064580" y="846061"/>
                  </a:lnTo>
                  <a:lnTo>
                    <a:pt x="6050305" y="826693"/>
                  </a:lnTo>
                  <a:lnTo>
                    <a:pt x="6016307" y="789647"/>
                  </a:lnTo>
                  <a:lnTo>
                    <a:pt x="6000331" y="775614"/>
                  </a:lnTo>
                  <a:lnTo>
                    <a:pt x="5978537" y="756450"/>
                  </a:lnTo>
                  <a:lnTo>
                    <a:pt x="5937313" y="727430"/>
                  </a:lnTo>
                  <a:lnTo>
                    <a:pt x="5892990" y="702945"/>
                  </a:lnTo>
                  <a:lnTo>
                    <a:pt x="5845873" y="683310"/>
                  </a:lnTo>
                  <a:lnTo>
                    <a:pt x="5796318" y="668870"/>
                  </a:lnTo>
                  <a:lnTo>
                    <a:pt x="5744642" y="659955"/>
                  </a:lnTo>
                  <a:lnTo>
                    <a:pt x="5691175" y="656907"/>
                  </a:lnTo>
                  <a:lnTo>
                    <a:pt x="5640832" y="659625"/>
                  </a:lnTo>
                  <a:lnTo>
                    <a:pt x="5592076" y="667575"/>
                  </a:lnTo>
                  <a:lnTo>
                    <a:pt x="5545188" y="680466"/>
                  </a:lnTo>
                  <a:lnTo>
                    <a:pt x="5500408" y="698017"/>
                  </a:lnTo>
                  <a:lnTo>
                    <a:pt x="5458028" y="719912"/>
                  </a:lnTo>
                  <a:lnTo>
                    <a:pt x="5418290" y="745871"/>
                  </a:lnTo>
                  <a:lnTo>
                    <a:pt x="5381460" y="775614"/>
                  </a:lnTo>
                  <a:lnTo>
                    <a:pt x="5372532" y="758736"/>
                  </a:lnTo>
                  <a:lnTo>
                    <a:pt x="5353659" y="725208"/>
                  </a:lnTo>
                  <a:lnTo>
                    <a:pt x="5302783" y="657542"/>
                  </a:lnTo>
                  <a:lnTo>
                    <a:pt x="5269217" y="624306"/>
                  </a:lnTo>
                  <a:lnTo>
                    <a:pt x="5232438" y="594588"/>
                  </a:lnTo>
                  <a:lnTo>
                    <a:pt x="5192738" y="568680"/>
                  </a:lnTo>
                  <a:lnTo>
                    <a:pt x="5150358" y="546849"/>
                  </a:lnTo>
                  <a:lnTo>
                    <a:pt x="5105590" y="529386"/>
                  </a:lnTo>
                  <a:lnTo>
                    <a:pt x="5058702" y="516572"/>
                  </a:lnTo>
                  <a:lnTo>
                    <a:pt x="5009972" y="508673"/>
                  </a:lnTo>
                  <a:lnTo>
                    <a:pt x="4959667" y="505980"/>
                  </a:lnTo>
                  <a:lnTo>
                    <a:pt x="4910379" y="508571"/>
                  </a:lnTo>
                  <a:lnTo>
                    <a:pt x="4862601" y="516166"/>
                  </a:lnTo>
                  <a:lnTo>
                    <a:pt x="4816589" y="528485"/>
                  </a:lnTo>
                  <a:lnTo>
                    <a:pt x="4772584" y="545287"/>
                  </a:lnTo>
                  <a:lnTo>
                    <a:pt x="4730864" y="566293"/>
                  </a:lnTo>
                  <a:lnTo>
                    <a:pt x="4691659" y="591248"/>
                  </a:lnTo>
                  <a:lnTo>
                    <a:pt x="4655236" y="619874"/>
                  </a:lnTo>
                  <a:lnTo>
                    <a:pt x="4621847" y="651916"/>
                  </a:lnTo>
                  <a:lnTo>
                    <a:pt x="4591761" y="687120"/>
                  </a:lnTo>
                  <a:lnTo>
                    <a:pt x="4565218" y="725208"/>
                  </a:lnTo>
                  <a:lnTo>
                    <a:pt x="4540174" y="713384"/>
                  </a:lnTo>
                  <a:lnTo>
                    <a:pt x="4522000" y="704799"/>
                  </a:lnTo>
                  <a:lnTo>
                    <a:pt x="4476102" y="689724"/>
                  </a:lnTo>
                  <a:lnTo>
                    <a:pt x="4427880" y="680377"/>
                  </a:lnTo>
                  <a:lnTo>
                    <a:pt x="4377728" y="677176"/>
                  </a:lnTo>
                  <a:lnTo>
                    <a:pt x="4334561" y="679589"/>
                  </a:lnTo>
                  <a:lnTo>
                    <a:pt x="4292828" y="686650"/>
                  </a:lnTo>
                  <a:lnTo>
                    <a:pt x="4252722" y="698017"/>
                  </a:lnTo>
                  <a:lnTo>
                    <a:pt x="4214469" y="713384"/>
                  </a:lnTo>
                  <a:lnTo>
                    <a:pt x="4190758" y="671944"/>
                  </a:lnTo>
                  <a:lnTo>
                    <a:pt x="4162361" y="633882"/>
                  </a:lnTo>
                  <a:lnTo>
                    <a:pt x="4129646" y="599592"/>
                  </a:lnTo>
                  <a:lnTo>
                    <a:pt x="4093032" y="569468"/>
                  </a:lnTo>
                  <a:lnTo>
                    <a:pt x="4052887" y="543928"/>
                  </a:lnTo>
                  <a:lnTo>
                    <a:pt x="4009618" y="523354"/>
                  </a:lnTo>
                  <a:lnTo>
                    <a:pt x="3963606" y="508165"/>
                  </a:lnTo>
                  <a:lnTo>
                    <a:pt x="3915257" y="498754"/>
                  </a:lnTo>
                  <a:lnTo>
                    <a:pt x="3864953" y="495528"/>
                  </a:lnTo>
                  <a:lnTo>
                    <a:pt x="3814508" y="498754"/>
                  </a:lnTo>
                  <a:lnTo>
                    <a:pt x="3766020" y="508203"/>
                  </a:lnTo>
                  <a:lnTo>
                    <a:pt x="3719906" y="523443"/>
                  </a:lnTo>
                  <a:lnTo>
                    <a:pt x="3676535" y="544080"/>
                  </a:lnTo>
                  <a:lnTo>
                    <a:pt x="3636327" y="569722"/>
                  </a:lnTo>
                  <a:lnTo>
                    <a:pt x="3599662" y="599948"/>
                  </a:lnTo>
                  <a:lnTo>
                    <a:pt x="3566947" y="634365"/>
                  </a:lnTo>
                  <a:lnTo>
                    <a:pt x="3538575" y="672566"/>
                  </a:lnTo>
                  <a:lnTo>
                    <a:pt x="3514953" y="714159"/>
                  </a:lnTo>
                  <a:lnTo>
                    <a:pt x="3496462" y="758736"/>
                  </a:lnTo>
                  <a:lnTo>
                    <a:pt x="3459861" y="742543"/>
                  </a:lnTo>
                  <a:lnTo>
                    <a:pt x="3421215" y="730567"/>
                  </a:lnTo>
                  <a:lnTo>
                    <a:pt x="3380803" y="723138"/>
                  </a:lnTo>
                  <a:lnTo>
                    <a:pt x="3338893" y="720585"/>
                  </a:lnTo>
                  <a:lnTo>
                    <a:pt x="3286252" y="724560"/>
                  </a:lnTo>
                  <a:lnTo>
                    <a:pt x="3236112" y="736079"/>
                  </a:lnTo>
                  <a:lnTo>
                    <a:pt x="3189033" y="754583"/>
                  </a:lnTo>
                  <a:lnTo>
                    <a:pt x="3145599" y="779462"/>
                  </a:lnTo>
                  <a:lnTo>
                    <a:pt x="3106407" y="810145"/>
                  </a:lnTo>
                  <a:lnTo>
                    <a:pt x="3072003" y="846061"/>
                  </a:lnTo>
                  <a:lnTo>
                    <a:pt x="3031871" y="827074"/>
                  </a:lnTo>
                  <a:lnTo>
                    <a:pt x="2989732" y="811885"/>
                  </a:lnTo>
                  <a:lnTo>
                    <a:pt x="2945815" y="800747"/>
                  </a:lnTo>
                  <a:lnTo>
                    <a:pt x="2900362" y="793889"/>
                  </a:lnTo>
                  <a:lnTo>
                    <a:pt x="2853575" y="791540"/>
                  </a:lnTo>
                  <a:lnTo>
                    <a:pt x="2805569" y="793991"/>
                  </a:lnTo>
                  <a:lnTo>
                    <a:pt x="2758986" y="801192"/>
                  </a:lnTo>
                  <a:lnTo>
                    <a:pt x="2714040" y="812888"/>
                  </a:lnTo>
                  <a:lnTo>
                    <a:pt x="2670975" y="828827"/>
                  </a:lnTo>
                  <a:lnTo>
                    <a:pt x="2630030" y="848804"/>
                  </a:lnTo>
                  <a:lnTo>
                    <a:pt x="2600134" y="808240"/>
                  </a:lnTo>
                  <a:lnTo>
                    <a:pt x="2566136" y="771182"/>
                  </a:lnTo>
                  <a:lnTo>
                    <a:pt x="2550071" y="757072"/>
                  </a:lnTo>
                  <a:lnTo>
                    <a:pt x="2528354" y="737984"/>
                  </a:lnTo>
                  <a:lnTo>
                    <a:pt x="2487142" y="708977"/>
                  </a:lnTo>
                  <a:lnTo>
                    <a:pt x="2442807" y="684479"/>
                  </a:lnTo>
                  <a:lnTo>
                    <a:pt x="2395702" y="664845"/>
                  </a:lnTo>
                  <a:lnTo>
                    <a:pt x="2346134" y="650405"/>
                  </a:lnTo>
                  <a:lnTo>
                    <a:pt x="2294458" y="641489"/>
                  </a:lnTo>
                  <a:lnTo>
                    <a:pt x="2240991" y="638454"/>
                  </a:lnTo>
                  <a:lnTo>
                    <a:pt x="2190648" y="641159"/>
                  </a:lnTo>
                  <a:lnTo>
                    <a:pt x="2141893" y="649097"/>
                  </a:lnTo>
                  <a:lnTo>
                    <a:pt x="2095004" y="661974"/>
                  </a:lnTo>
                  <a:lnTo>
                    <a:pt x="2050237" y="679500"/>
                  </a:lnTo>
                  <a:lnTo>
                    <a:pt x="2007844" y="701395"/>
                  </a:lnTo>
                  <a:lnTo>
                    <a:pt x="1968106" y="727341"/>
                  </a:lnTo>
                  <a:lnTo>
                    <a:pt x="1931263" y="757072"/>
                  </a:lnTo>
                  <a:lnTo>
                    <a:pt x="1922373" y="740270"/>
                  </a:lnTo>
                  <a:lnTo>
                    <a:pt x="1908987" y="714959"/>
                  </a:lnTo>
                  <a:lnTo>
                    <a:pt x="1903501" y="706742"/>
                  </a:lnTo>
                  <a:lnTo>
                    <a:pt x="1882660" y="675525"/>
                  </a:lnTo>
                  <a:lnTo>
                    <a:pt x="1852587" y="639051"/>
                  </a:lnTo>
                  <a:lnTo>
                    <a:pt x="1819033" y="605815"/>
                  </a:lnTo>
                  <a:lnTo>
                    <a:pt x="1782254" y="576110"/>
                  </a:lnTo>
                  <a:lnTo>
                    <a:pt x="1742554" y="550214"/>
                  </a:lnTo>
                  <a:lnTo>
                    <a:pt x="1700174" y="528396"/>
                  </a:lnTo>
                  <a:lnTo>
                    <a:pt x="1655406" y="510933"/>
                  </a:lnTo>
                  <a:lnTo>
                    <a:pt x="1608518" y="498119"/>
                  </a:lnTo>
                  <a:lnTo>
                    <a:pt x="1559788" y="490220"/>
                  </a:lnTo>
                  <a:lnTo>
                    <a:pt x="1509496" y="487527"/>
                  </a:lnTo>
                  <a:lnTo>
                    <a:pt x="1460207" y="490118"/>
                  </a:lnTo>
                  <a:lnTo>
                    <a:pt x="1412430" y="497700"/>
                  </a:lnTo>
                  <a:lnTo>
                    <a:pt x="1366405" y="510032"/>
                  </a:lnTo>
                  <a:lnTo>
                    <a:pt x="1322412" y="526821"/>
                  </a:lnTo>
                  <a:lnTo>
                    <a:pt x="1280680" y="547839"/>
                  </a:lnTo>
                  <a:lnTo>
                    <a:pt x="1241475" y="572782"/>
                  </a:lnTo>
                  <a:lnTo>
                    <a:pt x="1205064" y="601421"/>
                  </a:lnTo>
                  <a:lnTo>
                    <a:pt x="1171676" y="633463"/>
                  </a:lnTo>
                  <a:lnTo>
                    <a:pt x="1141590" y="668655"/>
                  </a:lnTo>
                  <a:lnTo>
                    <a:pt x="1115047" y="706742"/>
                  </a:lnTo>
                  <a:lnTo>
                    <a:pt x="1089850" y="694842"/>
                  </a:lnTo>
                  <a:lnTo>
                    <a:pt x="1071816" y="686333"/>
                  </a:lnTo>
                  <a:lnTo>
                    <a:pt x="1025918" y="671258"/>
                  </a:lnTo>
                  <a:lnTo>
                    <a:pt x="977709" y="661911"/>
                  </a:lnTo>
                  <a:lnTo>
                    <a:pt x="927544" y="658710"/>
                  </a:lnTo>
                  <a:lnTo>
                    <a:pt x="884389" y="661123"/>
                  </a:lnTo>
                  <a:lnTo>
                    <a:pt x="842645" y="668147"/>
                  </a:lnTo>
                  <a:lnTo>
                    <a:pt x="802525" y="679500"/>
                  </a:lnTo>
                  <a:lnTo>
                    <a:pt x="764286" y="694842"/>
                  </a:lnTo>
                  <a:lnTo>
                    <a:pt x="740587" y="653415"/>
                  </a:lnTo>
                  <a:lnTo>
                    <a:pt x="712177" y="615353"/>
                  </a:lnTo>
                  <a:lnTo>
                    <a:pt x="679475" y="581063"/>
                  </a:lnTo>
                  <a:lnTo>
                    <a:pt x="642848" y="550938"/>
                  </a:lnTo>
                  <a:lnTo>
                    <a:pt x="602703" y="525386"/>
                  </a:lnTo>
                  <a:lnTo>
                    <a:pt x="559435" y="504812"/>
                  </a:lnTo>
                  <a:lnTo>
                    <a:pt x="513422" y="489623"/>
                  </a:lnTo>
                  <a:lnTo>
                    <a:pt x="465074" y="480212"/>
                  </a:lnTo>
                  <a:lnTo>
                    <a:pt x="414756" y="476986"/>
                  </a:lnTo>
                  <a:lnTo>
                    <a:pt x="364312" y="480225"/>
                  </a:lnTo>
                  <a:lnTo>
                    <a:pt x="315836" y="489673"/>
                  </a:lnTo>
                  <a:lnTo>
                    <a:pt x="269722" y="504926"/>
                  </a:lnTo>
                  <a:lnTo>
                    <a:pt x="226352" y="525576"/>
                  </a:lnTo>
                  <a:lnTo>
                    <a:pt x="186143" y="551218"/>
                  </a:lnTo>
                  <a:lnTo>
                    <a:pt x="149479" y="581456"/>
                  </a:lnTo>
                  <a:lnTo>
                    <a:pt x="116763" y="615886"/>
                  </a:lnTo>
                  <a:lnTo>
                    <a:pt x="88392" y="654100"/>
                  </a:lnTo>
                  <a:lnTo>
                    <a:pt x="64757" y="695693"/>
                  </a:lnTo>
                  <a:lnTo>
                    <a:pt x="46266" y="740270"/>
                  </a:lnTo>
                  <a:lnTo>
                    <a:pt x="31407" y="733107"/>
                  </a:lnTo>
                  <a:lnTo>
                    <a:pt x="16154" y="726655"/>
                  </a:lnTo>
                  <a:lnTo>
                    <a:pt x="533" y="720915"/>
                  </a:lnTo>
                  <a:lnTo>
                    <a:pt x="0" y="720737"/>
                  </a:lnTo>
                  <a:lnTo>
                    <a:pt x="0" y="953363"/>
                  </a:lnTo>
                  <a:lnTo>
                    <a:pt x="6477546" y="953363"/>
                  </a:lnTo>
                  <a:close/>
                </a:path>
                <a:path w="20104100" h="953770">
                  <a:moveTo>
                    <a:pt x="20104088" y="0"/>
                  </a:moveTo>
                  <a:lnTo>
                    <a:pt x="20048855" y="14452"/>
                  </a:lnTo>
                  <a:lnTo>
                    <a:pt x="20008139" y="28638"/>
                  </a:lnTo>
                  <a:lnTo>
                    <a:pt x="19968350" y="45364"/>
                  </a:lnTo>
                  <a:lnTo>
                    <a:pt x="19929552" y="64541"/>
                  </a:lnTo>
                  <a:lnTo>
                    <a:pt x="19891795" y="86106"/>
                  </a:lnTo>
                  <a:lnTo>
                    <a:pt x="19855155" y="109982"/>
                  </a:lnTo>
                  <a:lnTo>
                    <a:pt x="19819684" y="136080"/>
                  </a:lnTo>
                  <a:lnTo>
                    <a:pt x="19785457" y="164338"/>
                  </a:lnTo>
                  <a:lnTo>
                    <a:pt x="19752526" y="194652"/>
                  </a:lnTo>
                  <a:lnTo>
                    <a:pt x="19720954" y="226987"/>
                  </a:lnTo>
                  <a:lnTo>
                    <a:pt x="19690804" y="261226"/>
                  </a:lnTo>
                  <a:lnTo>
                    <a:pt x="19662153" y="297319"/>
                  </a:lnTo>
                  <a:lnTo>
                    <a:pt x="19635039" y="335191"/>
                  </a:lnTo>
                  <a:lnTo>
                    <a:pt x="19609550" y="374738"/>
                  </a:lnTo>
                  <a:lnTo>
                    <a:pt x="19585737" y="415899"/>
                  </a:lnTo>
                  <a:lnTo>
                    <a:pt x="19581064" y="424942"/>
                  </a:lnTo>
                  <a:lnTo>
                    <a:pt x="19577165" y="423557"/>
                  </a:lnTo>
                  <a:lnTo>
                    <a:pt x="19533921" y="412775"/>
                  </a:lnTo>
                  <a:lnTo>
                    <a:pt x="19489344" y="406171"/>
                  </a:lnTo>
                  <a:lnTo>
                    <a:pt x="19443612" y="403923"/>
                  </a:lnTo>
                  <a:lnTo>
                    <a:pt x="19397892" y="406171"/>
                  </a:lnTo>
                  <a:lnTo>
                    <a:pt x="19353315" y="412775"/>
                  </a:lnTo>
                  <a:lnTo>
                    <a:pt x="19310058" y="423557"/>
                  </a:lnTo>
                  <a:lnTo>
                    <a:pt x="19268313" y="438302"/>
                  </a:lnTo>
                  <a:lnTo>
                    <a:pt x="19228258" y="456831"/>
                  </a:lnTo>
                  <a:lnTo>
                    <a:pt x="19190056" y="478942"/>
                  </a:lnTo>
                  <a:lnTo>
                    <a:pt x="19153886" y="504444"/>
                  </a:lnTo>
                  <a:lnTo>
                    <a:pt x="19119939" y="533146"/>
                  </a:lnTo>
                  <a:lnTo>
                    <a:pt x="19088380" y="564857"/>
                  </a:lnTo>
                  <a:lnTo>
                    <a:pt x="19059386" y="599363"/>
                  </a:lnTo>
                  <a:lnTo>
                    <a:pt x="19033135" y="636498"/>
                  </a:lnTo>
                  <a:lnTo>
                    <a:pt x="19009818" y="676059"/>
                  </a:lnTo>
                  <a:lnTo>
                    <a:pt x="18989599" y="717842"/>
                  </a:lnTo>
                  <a:lnTo>
                    <a:pt x="18972657" y="761657"/>
                  </a:lnTo>
                  <a:lnTo>
                    <a:pt x="18959170" y="807313"/>
                  </a:lnTo>
                  <a:lnTo>
                    <a:pt x="18949328" y="854608"/>
                  </a:lnTo>
                  <a:lnTo>
                    <a:pt x="18943282" y="903363"/>
                  </a:lnTo>
                  <a:lnTo>
                    <a:pt x="18941225" y="953376"/>
                  </a:lnTo>
                  <a:lnTo>
                    <a:pt x="19452514" y="953376"/>
                  </a:lnTo>
                  <a:lnTo>
                    <a:pt x="19945998" y="953376"/>
                  </a:lnTo>
                  <a:lnTo>
                    <a:pt x="20104088" y="953376"/>
                  </a:lnTo>
                  <a:lnTo>
                    <a:pt x="20104088" y="0"/>
                  </a:lnTo>
                  <a:close/>
                </a:path>
              </a:pathLst>
            </a:custGeom>
            <a:solidFill>
              <a:srgbClr val="CFE2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 descr=""/>
            <p:cNvSpPr/>
            <p:nvPr/>
          </p:nvSpPr>
          <p:spPr>
            <a:xfrm>
              <a:off x="17924541" y="8618046"/>
              <a:ext cx="1256030" cy="694055"/>
            </a:xfrm>
            <a:custGeom>
              <a:avLst/>
              <a:gdLst/>
              <a:ahLst/>
              <a:cxnLst/>
              <a:rect l="l" t="t" r="r" b="b"/>
              <a:pathLst>
                <a:path w="1256030" h="694054">
                  <a:moveTo>
                    <a:pt x="627760" y="0"/>
                  </a:moveTo>
                  <a:lnTo>
                    <a:pt x="582929" y="1741"/>
                  </a:lnTo>
                  <a:lnTo>
                    <a:pt x="538947" y="6888"/>
                  </a:lnTo>
                  <a:lnTo>
                    <a:pt x="495923" y="15323"/>
                  </a:lnTo>
                  <a:lnTo>
                    <a:pt x="453962" y="26928"/>
                  </a:lnTo>
                  <a:lnTo>
                    <a:pt x="413170" y="41587"/>
                  </a:lnTo>
                  <a:lnTo>
                    <a:pt x="373655" y="59181"/>
                  </a:lnTo>
                  <a:lnTo>
                    <a:pt x="335521" y="79593"/>
                  </a:lnTo>
                  <a:lnTo>
                    <a:pt x="298875" y="102706"/>
                  </a:lnTo>
                  <a:lnTo>
                    <a:pt x="263823" y="128403"/>
                  </a:lnTo>
                  <a:lnTo>
                    <a:pt x="230472" y="156565"/>
                  </a:lnTo>
                  <a:lnTo>
                    <a:pt x="198928" y="187077"/>
                  </a:lnTo>
                  <a:lnTo>
                    <a:pt x="169297" y="219820"/>
                  </a:lnTo>
                  <a:lnTo>
                    <a:pt x="141685" y="254676"/>
                  </a:lnTo>
                  <a:lnTo>
                    <a:pt x="116199" y="291530"/>
                  </a:lnTo>
                  <a:lnTo>
                    <a:pt x="92945" y="330262"/>
                  </a:lnTo>
                  <a:lnTo>
                    <a:pt x="72028" y="370756"/>
                  </a:lnTo>
                  <a:lnTo>
                    <a:pt x="53556" y="412895"/>
                  </a:lnTo>
                  <a:lnTo>
                    <a:pt x="37634" y="456561"/>
                  </a:lnTo>
                  <a:lnTo>
                    <a:pt x="24369" y="501636"/>
                  </a:lnTo>
                  <a:lnTo>
                    <a:pt x="13867" y="548003"/>
                  </a:lnTo>
                  <a:lnTo>
                    <a:pt x="6234" y="595546"/>
                  </a:lnTo>
                  <a:lnTo>
                    <a:pt x="1576" y="644145"/>
                  </a:lnTo>
                  <a:lnTo>
                    <a:pt x="0" y="693685"/>
                  </a:lnTo>
                  <a:lnTo>
                    <a:pt x="1255521" y="693685"/>
                  </a:lnTo>
                  <a:lnTo>
                    <a:pt x="1253945" y="644145"/>
                  </a:lnTo>
                  <a:lnTo>
                    <a:pt x="1249287" y="595546"/>
                  </a:lnTo>
                  <a:lnTo>
                    <a:pt x="1241654" y="548003"/>
                  </a:lnTo>
                  <a:lnTo>
                    <a:pt x="1231152" y="501636"/>
                  </a:lnTo>
                  <a:lnTo>
                    <a:pt x="1217887" y="456561"/>
                  </a:lnTo>
                  <a:lnTo>
                    <a:pt x="1201965" y="412895"/>
                  </a:lnTo>
                  <a:lnTo>
                    <a:pt x="1183493" y="370756"/>
                  </a:lnTo>
                  <a:lnTo>
                    <a:pt x="1162576" y="330262"/>
                  </a:lnTo>
                  <a:lnTo>
                    <a:pt x="1139322" y="291530"/>
                  </a:lnTo>
                  <a:lnTo>
                    <a:pt x="1113836" y="254676"/>
                  </a:lnTo>
                  <a:lnTo>
                    <a:pt x="1086224" y="219820"/>
                  </a:lnTo>
                  <a:lnTo>
                    <a:pt x="1056593" y="187077"/>
                  </a:lnTo>
                  <a:lnTo>
                    <a:pt x="1025049" y="156565"/>
                  </a:lnTo>
                  <a:lnTo>
                    <a:pt x="991698" y="128403"/>
                  </a:lnTo>
                  <a:lnTo>
                    <a:pt x="956646" y="102706"/>
                  </a:lnTo>
                  <a:lnTo>
                    <a:pt x="920000" y="79593"/>
                  </a:lnTo>
                  <a:lnTo>
                    <a:pt x="881866" y="59181"/>
                  </a:lnTo>
                  <a:lnTo>
                    <a:pt x="842351" y="41587"/>
                  </a:lnTo>
                  <a:lnTo>
                    <a:pt x="801559" y="26928"/>
                  </a:lnTo>
                  <a:lnTo>
                    <a:pt x="759598" y="15323"/>
                  </a:lnTo>
                  <a:lnTo>
                    <a:pt x="716574" y="6888"/>
                  </a:lnTo>
                  <a:lnTo>
                    <a:pt x="672592" y="1741"/>
                  </a:lnTo>
                  <a:lnTo>
                    <a:pt x="627760" y="0"/>
                  </a:lnTo>
                  <a:close/>
                </a:path>
              </a:pathLst>
            </a:custGeom>
            <a:solidFill>
              <a:srgbClr val="ACCC7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" name="object 381" descr=""/>
            <p:cNvSpPr/>
            <p:nvPr/>
          </p:nvSpPr>
          <p:spPr>
            <a:xfrm>
              <a:off x="0" y="9251550"/>
              <a:ext cx="20104100" cy="2057400"/>
            </a:xfrm>
            <a:custGeom>
              <a:avLst/>
              <a:gdLst/>
              <a:ahLst/>
              <a:cxnLst/>
              <a:rect l="l" t="t" r="r" b="b"/>
              <a:pathLst>
                <a:path w="20104100" h="2057400">
                  <a:moveTo>
                    <a:pt x="20104099" y="0"/>
                  </a:moveTo>
                  <a:lnTo>
                    <a:pt x="0" y="0"/>
                  </a:lnTo>
                  <a:lnTo>
                    <a:pt x="0" y="2057005"/>
                  </a:lnTo>
                  <a:lnTo>
                    <a:pt x="20104099" y="2057005"/>
                  </a:lnTo>
                  <a:lnTo>
                    <a:pt x="20104099" y="0"/>
                  </a:lnTo>
                  <a:close/>
                </a:path>
              </a:pathLst>
            </a:custGeom>
            <a:solidFill>
              <a:srgbClr val="F4D4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" name="object 382" descr=""/>
            <p:cNvSpPr/>
            <p:nvPr/>
          </p:nvSpPr>
          <p:spPr>
            <a:xfrm>
              <a:off x="0" y="9251562"/>
              <a:ext cx="20104100" cy="669925"/>
            </a:xfrm>
            <a:custGeom>
              <a:avLst/>
              <a:gdLst/>
              <a:ahLst/>
              <a:cxnLst/>
              <a:rect l="l" t="t" r="r" b="b"/>
              <a:pathLst>
                <a:path w="20104100" h="669925">
                  <a:moveTo>
                    <a:pt x="20104100" y="0"/>
                  </a:moveTo>
                  <a:lnTo>
                    <a:pt x="0" y="0"/>
                  </a:lnTo>
                  <a:lnTo>
                    <a:pt x="0" y="342404"/>
                  </a:lnTo>
                  <a:lnTo>
                    <a:pt x="0" y="669785"/>
                  </a:lnTo>
                  <a:lnTo>
                    <a:pt x="20104100" y="669785"/>
                  </a:lnTo>
                  <a:lnTo>
                    <a:pt x="20104100" y="342404"/>
                  </a:lnTo>
                  <a:lnTo>
                    <a:pt x="20104100" y="0"/>
                  </a:lnTo>
                  <a:close/>
                </a:path>
              </a:pathLst>
            </a:custGeom>
            <a:solidFill>
              <a:srgbClr val="532701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83" name="object 383" descr="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13331817" y="3911917"/>
              <a:ext cx="2181361" cy="6155175"/>
            </a:xfrm>
            <a:prstGeom prst="rect">
              <a:avLst/>
            </a:prstGeom>
          </p:spPr>
        </p:pic>
        <p:pic>
          <p:nvPicPr>
            <p:cNvPr id="384" name="object 384" descr="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13415284" y="4929430"/>
              <a:ext cx="2075178" cy="1414134"/>
            </a:xfrm>
            <a:prstGeom prst="rect">
              <a:avLst/>
            </a:prstGeom>
          </p:spPr>
        </p:pic>
        <p:sp>
          <p:nvSpPr>
            <p:cNvPr id="385" name="object 385" descr=""/>
            <p:cNvSpPr/>
            <p:nvPr/>
          </p:nvSpPr>
          <p:spPr>
            <a:xfrm>
              <a:off x="13777151" y="5534847"/>
              <a:ext cx="53340" cy="614045"/>
            </a:xfrm>
            <a:custGeom>
              <a:avLst/>
              <a:gdLst/>
              <a:ahLst/>
              <a:cxnLst/>
              <a:rect l="l" t="t" r="r" b="b"/>
              <a:pathLst>
                <a:path w="53340" h="614045">
                  <a:moveTo>
                    <a:pt x="24160" y="613688"/>
                  </a:moveTo>
                  <a:lnTo>
                    <a:pt x="3779" y="433575"/>
                  </a:lnTo>
                  <a:lnTo>
                    <a:pt x="0" y="309612"/>
                  </a:lnTo>
                  <a:lnTo>
                    <a:pt x="15533" y="184264"/>
                  </a:lnTo>
                  <a:lnTo>
                    <a:pt x="53091" y="0"/>
                  </a:lnTo>
                </a:path>
              </a:pathLst>
            </a:custGeom>
            <a:ln w="1256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86" name="object 386" descr="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12802505" y="5008700"/>
              <a:ext cx="862011" cy="1263781"/>
            </a:xfrm>
            <a:prstGeom prst="rect">
              <a:avLst/>
            </a:prstGeom>
          </p:spPr>
        </p:pic>
        <p:pic>
          <p:nvPicPr>
            <p:cNvPr id="387" name="object 387" descr="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5312013" y="5081031"/>
              <a:ext cx="2927562" cy="4766505"/>
            </a:xfrm>
            <a:prstGeom prst="rect">
              <a:avLst/>
            </a:prstGeom>
          </p:spPr>
        </p:pic>
        <p:pic>
          <p:nvPicPr>
            <p:cNvPr id="388" name="object 388" descr="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5729983" y="6807148"/>
              <a:ext cx="1842959" cy="1545774"/>
            </a:xfrm>
            <a:prstGeom prst="rect">
              <a:avLst/>
            </a:prstGeom>
          </p:spPr>
        </p:pic>
        <p:sp>
          <p:nvSpPr>
            <p:cNvPr id="389" name="object 389" descr=""/>
            <p:cNvSpPr/>
            <p:nvPr/>
          </p:nvSpPr>
          <p:spPr>
            <a:xfrm>
              <a:off x="4911416" y="6591525"/>
              <a:ext cx="525780" cy="161290"/>
            </a:xfrm>
            <a:custGeom>
              <a:avLst/>
              <a:gdLst/>
              <a:ahLst/>
              <a:cxnLst/>
              <a:rect l="l" t="t" r="r" b="b"/>
              <a:pathLst>
                <a:path w="525779" h="161290">
                  <a:moveTo>
                    <a:pt x="465744" y="0"/>
                  </a:moveTo>
                  <a:lnTo>
                    <a:pt x="59621" y="0"/>
                  </a:lnTo>
                  <a:lnTo>
                    <a:pt x="36434" y="4693"/>
                  </a:lnTo>
                  <a:lnTo>
                    <a:pt x="17481" y="17485"/>
                  </a:lnTo>
                  <a:lnTo>
                    <a:pt x="4692" y="36439"/>
                  </a:lnTo>
                  <a:lnTo>
                    <a:pt x="0" y="59621"/>
                  </a:lnTo>
                  <a:lnTo>
                    <a:pt x="0" y="101368"/>
                  </a:lnTo>
                  <a:lnTo>
                    <a:pt x="4692" y="124549"/>
                  </a:lnTo>
                  <a:lnTo>
                    <a:pt x="17481" y="143499"/>
                  </a:lnTo>
                  <a:lnTo>
                    <a:pt x="36434" y="156287"/>
                  </a:lnTo>
                  <a:lnTo>
                    <a:pt x="59621" y="160979"/>
                  </a:lnTo>
                  <a:lnTo>
                    <a:pt x="465744" y="160979"/>
                  </a:lnTo>
                  <a:lnTo>
                    <a:pt x="488925" y="156287"/>
                  </a:lnTo>
                  <a:lnTo>
                    <a:pt x="507875" y="143499"/>
                  </a:lnTo>
                  <a:lnTo>
                    <a:pt x="520663" y="124549"/>
                  </a:lnTo>
                  <a:lnTo>
                    <a:pt x="525355" y="101368"/>
                  </a:lnTo>
                  <a:lnTo>
                    <a:pt x="525355" y="59621"/>
                  </a:lnTo>
                  <a:lnTo>
                    <a:pt x="520663" y="36439"/>
                  </a:lnTo>
                  <a:lnTo>
                    <a:pt x="507875" y="17485"/>
                  </a:lnTo>
                  <a:lnTo>
                    <a:pt x="488925" y="4693"/>
                  </a:lnTo>
                  <a:lnTo>
                    <a:pt x="465744" y="0"/>
                  </a:lnTo>
                  <a:close/>
                </a:path>
              </a:pathLst>
            </a:custGeom>
            <a:solidFill>
              <a:srgbClr val="95D9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 descr=""/>
            <p:cNvSpPr/>
            <p:nvPr/>
          </p:nvSpPr>
          <p:spPr>
            <a:xfrm>
              <a:off x="4905139" y="6585241"/>
              <a:ext cx="538480" cy="173990"/>
            </a:xfrm>
            <a:custGeom>
              <a:avLst/>
              <a:gdLst/>
              <a:ahLst/>
              <a:cxnLst/>
              <a:rect l="l" t="t" r="r" b="b"/>
              <a:pathLst>
                <a:path w="538479" h="173990">
                  <a:moveTo>
                    <a:pt x="472017" y="0"/>
                  </a:moveTo>
                  <a:lnTo>
                    <a:pt x="65903" y="0"/>
                  </a:lnTo>
                  <a:lnTo>
                    <a:pt x="40273" y="5186"/>
                  </a:lnTo>
                  <a:lnTo>
                    <a:pt x="19322" y="19322"/>
                  </a:lnTo>
                  <a:lnTo>
                    <a:pt x="5186" y="40273"/>
                  </a:lnTo>
                  <a:lnTo>
                    <a:pt x="0" y="65903"/>
                  </a:lnTo>
                  <a:lnTo>
                    <a:pt x="0" y="107651"/>
                  </a:lnTo>
                  <a:lnTo>
                    <a:pt x="5186" y="133275"/>
                  </a:lnTo>
                  <a:lnTo>
                    <a:pt x="19322" y="154223"/>
                  </a:lnTo>
                  <a:lnTo>
                    <a:pt x="40273" y="168358"/>
                  </a:lnTo>
                  <a:lnTo>
                    <a:pt x="65903" y="173544"/>
                  </a:lnTo>
                  <a:lnTo>
                    <a:pt x="472017" y="173544"/>
                  </a:lnTo>
                  <a:lnTo>
                    <a:pt x="497642" y="168358"/>
                  </a:lnTo>
                  <a:lnTo>
                    <a:pt x="508564" y="160989"/>
                  </a:lnTo>
                  <a:lnTo>
                    <a:pt x="65903" y="160989"/>
                  </a:lnTo>
                  <a:lnTo>
                    <a:pt x="45139" y="156797"/>
                  </a:lnTo>
                  <a:lnTo>
                    <a:pt x="28185" y="145365"/>
                  </a:lnTo>
                  <a:lnTo>
                    <a:pt x="16755" y="128411"/>
                  </a:lnTo>
                  <a:lnTo>
                    <a:pt x="12565" y="107651"/>
                  </a:lnTo>
                  <a:lnTo>
                    <a:pt x="12565" y="65903"/>
                  </a:lnTo>
                  <a:lnTo>
                    <a:pt x="16755" y="45143"/>
                  </a:lnTo>
                  <a:lnTo>
                    <a:pt x="28185" y="28188"/>
                  </a:lnTo>
                  <a:lnTo>
                    <a:pt x="45139" y="16757"/>
                  </a:lnTo>
                  <a:lnTo>
                    <a:pt x="65903" y="12565"/>
                  </a:lnTo>
                  <a:lnTo>
                    <a:pt x="508578" y="12565"/>
                  </a:lnTo>
                  <a:lnTo>
                    <a:pt x="497642" y="5186"/>
                  </a:lnTo>
                  <a:lnTo>
                    <a:pt x="472017" y="0"/>
                  </a:lnTo>
                  <a:close/>
                </a:path>
                <a:path w="538479" h="173990">
                  <a:moveTo>
                    <a:pt x="508578" y="12565"/>
                  </a:moveTo>
                  <a:lnTo>
                    <a:pt x="472017" y="12565"/>
                  </a:lnTo>
                  <a:lnTo>
                    <a:pt x="492777" y="16757"/>
                  </a:lnTo>
                  <a:lnTo>
                    <a:pt x="509731" y="28188"/>
                  </a:lnTo>
                  <a:lnTo>
                    <a:pt x="521163" y="45143"/>
                  </a:lnTo>
                  <a:lnTo>
                    <a:pt x="525355" y="65903"/>
                  </a:lnTo>
                  <a:lnTo>
                    <a:pt x="525355" y="107651"/>
                  </a:lnTo>
                  <a:lnTo>
                    <a:pt x="521163" y="128411"/>
                  </a:lnTo>
                  <a:lnTo>
                    <a:pt x="509731" y="145365"/>
                  </a:lnTo>
                  <a:lnTo>
                    <a:pt x="492777" y="156797"/>
                  </a:lnTo>
                  <a:lnTo>
                    <a:pt x="472017" y="160989"/>
                  </a:lnTo>
                  <a:lnTo>
                    <a:pt x="508564" y="160989"/>
                  </a:lnTo>
                  <a:lnTo>
                    <a:pt x="518594" y="154223"/>
                  </a:lnTo>
                  <a:lnTo>
                    <a:pt x="532732" y="133275"/>
                  </a:lnTo>
                  <a:lnTo>
                    <a:pt x="537920" y="107651"/>
                  </a:lnTo>
                  <a:lnTo>
                    <a:pt x="537920" y="65903"/>
                  </a:lnTo>
                  <a:lnTo>
                    <a:pt x="532732" y="40273"/>
                  </a:lnTo>
                  <a:lnTo>
                    <a:pt x="518594" y="19322"/>
                  </a:lnTo>
                  <a:lnTo>
                    <a:pt x="508578" y="1256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91" name="object 391" descr="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4944054" y="5966955"/>
              <a:ext cx="3156052" cy="4145296"/>
            </a:xfrm>
            <a:prstGeom prst="rect">
              <a:avLst/>
            </a:prstGeom>
          </p:spPr>
        </p:pic>
      </p:grpSp>
      <p:sp>
        <p:nvSpPr>
          <p:cNvPr id="392" name="object 392" descr=""/>
          <p:cNvSpPr txBox="1"/>
          <p:nvPr/>
        </p:nvSpPr>
        <p:spPr>
          <a:xfrm>
            <a:off x="624158" y="728636"/>
            <a:ext cx="2834640" cy="2895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700">
                <a:latin typeface="Open Sans"/>
                <a:cs typeface="Open Sans"/>
              </a:rPr>
              <a:t>Example</a:t>
            </a:r>
            <a:r>
              <a:rPr dirty="0" sz="1700" spc="70">
                <a:latin typeface="Open Sans"/>
                <a:cs typeface="Open Sans"/>
              </a:rPr>
              <a:t> </a:t>
            </a:r>
            <a:r>
              <a:rPr dirty="0" sz="1700">
                <a:latin typeface="Open Sans"/>
                <a:cs typeface="Open Sans"/>
              </a:rPr>
              <a:t>background</a:t>
            </a:r>
            <a:r>
              <a:rPr dirty="0" sz="1700" spc="70">
                <a:latin typeface="Open Sans"/>
                <a:cs typeface="Open Sans"/>
              </a:rPr>
              <a:t> </a:t>
            </a:r>
            <a:r>
              <a:rPr dirty="0" sz="1700" spc="-10">
                <a:latin typeface="Open Sans"/>
                <a:cs typeface="Open Sans"/>
              </a:rPr>
              <a:t>scene</a:t>
            </a:r>
            <a:endParaRPr sz="1700">
              <a:latin typeface="Open Sans"/>
              <a:cs typeface="Open Sans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704748" y="2596419"/>
            <a:ext cx="565785" cy="2596515"/>
          </a:xfrm>
          <a:custGeom>
            <a:avLst/>
            <a:gdLst/>
            <a:ahLst/>
            <a:cxnLst/>
            <a:rect l="l" t="t" r="r" b="b"/>
            <a:pathLst>
              <a:path w="565785" h="2596515">
                <a:moveTo>
                  <a:pt x="473684" y="250634"/>
                </a:moveTo>
                <a:lnTo>
                  <a:pt x="421919" y="250634"/>
                </a:lnTo>
                <a:lnTo>
                  <a:pt x="422135" y="247967"/>
                </a:lnTo>
                <a:lnTo>
                  <a:pt x="422465" y="244995"/>
                </a:lnTo>
                <a:lnTo>
                  <a:pt x="422465" y="240753"/>
                </a:lnTo>
                <a:lnTo>
                  <a:pt x="412965" y="197154"/>
                </a:lnTo>
                <a:lnTo>
                  <a:pt x="386727" y="160515"/>
                </a:lnTo>
                <a:lnTo>
                  <a:pt x="347205" y="133451"/>
                </a:lnTo>
                <a:lnTo>
                  <a:pt x="297840" y="118592"/>
                </a:lnTo>
                <a:lnTo>
                  <a:pt x="266128" y="0"/>
                </a:lnTo>
                <a:lnTo>
                  <a:pt x="240665" y="119595"/>
                </a:lnTo>
                <a:lnTo>
                  <a:pt x="192405" y="135128"/>
                </a:lnTo>
                <a:lnTo>
                  <a:pt x="153873" y="162636"/>
                </a:lnTo>
                <a:lnTo>
                  <a:pt x="128333" y="199351"/>
                </a:lnTo>
                <a:lnTo>
                  <a:pt x="119100" y="242570"/>
                </a:lnTo>
                <a:lnTo>
                  <a:pt x="119100" y="246799"/>
                </a:lnTo>
                <a:lnTo>
                  <a:pt x="119430" y="248018"/>
                </a:lnTo>
                <a:lnTo>
                  <a:pt x="119646" y="250634"/>
                </a:lnTo>
                <a:lnTo>
                  <a:pt x="62077" y="250634"/>
                </a:lnTo>
                <a:lnTo>
                  <a:pt x="62077" y="290093"/>
                </a:lnTo>
                <a:lnTo>
                  <a:pt x="473684" y="290093"/>
                </a:lnTo>
                <a:lnTo>
                  <a:pt x="473684" y="252679"/>
                </a:lnTo>
                <a:lnTo>
                  <a:pt x="473684" y="250634"/>
                </a:lnTo>
                <a:close/>
              </a:path>
              <a:path w="565785" h="2596515">
                <a:moveTo>
                  <a:pt x="565518" y="2596324"/>
                </a:moveTo>
                <a:lnTo>
                  <a:pt x="481126" y="1152880"/>
                </a:lnTo>
                <a:lnTo>
                  <a:pt x="512419" y="1152880"/>
                </a:lnTo>
                <a:lnTo>
                  <a:pt x="520128" y="1151318"/>
                </a:lnTo>
                <a:lnTo>
                  <a:pt x="526427" y="1147064"/>
                </a:lnTo>
                <a:lnTo>
                  <a:pt x="530682" y="1140752"/>
                </a:lnTo>
                <a:lnTo>
                  <a:pt x="532257" y="1133055"/>
                </a:lnTo>
                <a:lnTo>
                  <a:pt x="532257" y="1129093"/>
                </a:lnTo>
                <a:lnTo>
                  <a:pt x="530682" y="1121397"/>
                </a:lnTo>
                <a:lnTo>
                  <a:pt x="526427" y="1115098"/>
                </a:lnTo>
                <a:lnTo>
                  <a:pt x="520128" y="1110830"/>
                </a:lnTo>
                <a:lnTo>
                  <a:pt x="512419" y="1109268"/>
                </a:lnTo>
                <a:lnTo>
                  <a:pt x="478574" y="1109268"/>
                </a:lnTo>
                <a:lnTo>
                  <a:pt x="457009" y="740206"/>
                </a:lnTo>
                <a:lnTo>
                  <a:pt x="512419" y="740206"/>
                </a:lnTo>
                <a:lnTo>
                  <a:pt x="520128" y="738644"/>
                </a:lnTo>
                <a:lnTo>
                  <a:pt x="526427" y="734377"/>
                </a:lnTo>
                <a:lnTo>
                  <a:pt x="530682" y="728078"/>
                </a:lnTo>
                <a:lnTo>
                  <a:pt x="532257" y="720369"/>
                </a:lnTo>
                <a:lnTo>
                  <a:pt x="532257" y="716419"/>
                </a:lnTo>
                <a:lnTo>
                  <a:pt x="530682" y="708710"/>
                </a:lnTo>
                <a:lnTo>
                  <a:pt x="526427" y="702411"/>
                </a:lnTo>
                <a:lnTo>
                  <a:pt x="520128" y="698144"/>
                </a:lnTo>
                <a:lnTo>
                  <a:pt x="512419" y="696582"/>
                </a:lnTo>
                <a:lnTo>
                  <a:pt x="454456" y="696582"/>
                </a:lnTo>
                <a:lnTo>
                  <a:pt x="440766" y="462229"/>
                </a:lnTo>
                <a:lnTo>
                  <a:pt x="440766" y="296151"/>
                </a:lnTo>
                <a:lnTo>
                  <a:pt x="365925" y="296151"/>
                </a:lnTo>
                <a:lnTo>
                  <a:pt x="365925" y="462229"/>
                </a:lnTo>
                <a:lnTo>
                  <a:pt x="307708" y="462229"/>
                </a:lnTo>
                <a:lnTo>
                  <a:pt x="307708" y="296151"/>
                </a:lnTo>
                <a:lnTo>
                  <a:pt x="232854" y="296151"/>
                </a:lnTo>
                <a:lnTo>
                  <a:pt x="232854" y="462229"/>
                </a:lnTo>
                <a:lnTo>
                  <a:pt x="174637" y="462229"/>
                </a:lnTo>
                <a:lnTo>
                  <a:pt x="174637" y="296151"/>
                </a:lnTo>
                <a:lnTo>
                  <a:pt x="99796" y="296151"/>
                </a:lnTo>
                <a:lnTo>
                  <a:pt x="99796" y="462229"/>
                </a:lnTo>
                <a:lnTo>
                  <a:pt x="88836" y="696582"/>
                </a:lnTo>
                <a:lnTo>
                  <a:pt x="19824" y="696582"/>
                </a:lnTo>
                <a:lnTo>
                  <a:pt x="12128" y="698144"/>
                </a:lnTo>
                <a:lnTo>
                  <a:pt x="5829" y="702411"/>
                </a:lnTo>
                <a:lnTo>
                  <a:pt x="1562" y="708710"/>
                </a:lnTo>
                <a:lnTo>
                  <a:pt x="0" y="716419"/>
                </a:lnTo>
                <a:lnTo>
                  <a:pt x="0" y="720369"/>
                </a:lnTo>
                <a:lnTo>
                  <a:pt x="1562" y="728078"/>
                </a:lnTo>
                <a:lnTo>
                  <a:pt x="5829" y="734377"/>
                </a:lnTo>
                <a:lnTo>
                  <a:pt x="12128" y="738644"/>
                </a:lnTo>
                <a:lnTo>
                  <a:pt x="19824" y="740206"/>
                </a:lnTo>
                <a:lnTo>
                  <a:pt x="86791" y="740206"/>
                </a:lnTo>
                <a:lnTo>
                  <a:pt x="69532" y="1109268"/>
                </a:lnTo>
                <a:lnTo>
                  <a:pt x="19824" y="1109268"/>
                </a:lnTo>
                <a:lnTo>
                  <a:pt x="12128" y="1110830"/>
                </a:lnTo>
                <a:lnTo>
                  <a:pt x="5829" y="1115098"/>
                </a:lnTo>
                <a:lnTo>
                  <a:pt x="1562" y="1121397"/>
                </a:lnTo>
                <a:lnTo>
                  <a:pt x="0" y="1129093"/>
                </a:lnTo>
                <a:lnTo>
                  <a:pt x="0" y="1133055"/>
                </a:lnTo>
                <a:lnTo>
                  <a:pt x="1562" y="1140752"/>
                </a:lnTo>
                <a:lnTo>
                  <a:pt x="5829" y="1147064"/>
                </a:lnTo>
                <a:lnTo>
                  <a:pt x="12128" y="1151318"/>
                </a:lnTo>
                <a:lnTo>
                  <a:pt x="19824" y="1152880"/>
                </a:lnTo>
                <a:lnTo>
                  <a:pt x="67487" y="1152880"/>
                </a:lnTo>
                <a:lnTo>
                  <a:pt x="0" y="2596324"/>
                </a:lnTo>
                <a:lnTo>
                  <a:pt x="565518" y="2596324"/>
                </a:lnTo>
                <a:close/>
              </a:path>
            </a:pathLst>
          </a:custGeom>
          <a:solidFill>
            <a:srgbClr val="9DDC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16893325" y="2792494"/>
            <a:ext cx="565785" cy="2596515"/>
          </a:xfrm>
          <a:custGeom>
            <a:avLst/>
            <a:gdLst/>
            <a:ahLst/>
            <a:cxnLst/>
            <a:rect l="l" t="t" r="r" b="b"/>
            <a:pathLst>
              <a:path w="565784" h="2596515">
                <a:moveTo>
                  <a:pt x="473163" y="251904"/>
                </a:moveTo>
                <a:lnTo>
                  <a:pt x="421868" y="251904"/>
                </a:lnTo>
                <a:lnTo>
                  <a:pt x="422148" y="248564"/>
                </a:lnTo>
                <a:lnTo>
                  <a:pt x="422478" y="245249"/>
                </a:lnTo>
                <a:lnTo>
                  <a:pt x="422478" y="241020"/>
                </a:lnTo>
                <a:lnTo>
                  <a:pt x="412965" y="197383"/>
                </a:lnTo>
                <a:lnTo>
                  <a:pt x="386740" y="160680"/>
                </a:lnTo>
                <a:lnTo>
                  <a:pt x="347218" y="133553"/>
                </a:lnTo>
                <a:lnTo>
                  <a:pt x="297840" y="118668"/>
                </a:lnTo>
                <a:lnTo>
                  <a:pt x="266128" y="0"/>
                </a:lnTo>
                <a:lnTo>
                  <a:pt x="240665" y="119557"/>
                </a:lnTo>
                <a:lnTo>
                  <a:pt x="192405" y="135089"/>
                </a:lnTo>
                <a:lnTo>
                  <a:pt x="153873" y="162585"/>
                </a:lnTo>
                <a:lnTo>
                  <a:pt x="128346" y="199288"/>
                </a:lnTo>
                <a:lnTo>
                  <a:pt x="119100" y="242506"/>
                </a:lnTo>
                <a:lnTo>
                  <a:pt x="119100" y="246735"/>
                </a:lnTo>
                <a:lnTo>
                  <a:pt x="119430" y="248602"/>
                </a:lnTo>
                <a:lnTo>
                  <a:pt x="119697" y="251904"/>
                </a:lnTo>
                <a:lnTo>
                  <a:pt x="61556" y="251904"/>
                </a:lnTo>
                <a:lnTo>
                  <a:pt x="61556" y="291376"/>
                </a:lnTo>
                <a:lnTo>
                  <a:pt x="473163" y="291376"/>
                </a:lnTo>
                <a:lnTo>
                  <a:pt x="473163" y="253263"/>
                </a:lnTo>
                <a:lnTo>
                  <a:pt x="473163" y="251904"/>
                </a:lnTo>
                <a:close/>
              </a:path>
              <a:path w="565784" h="2596515">
                <a:moveTo>
                  <a:pt x="565518" y="2596235"/>
                </a:moveTo>
                <a:lnTo>
                  <a:pt x="481126" y="1152791"/>
                </a:lnTo>
                <a:lnTo>
                  <a:pt x="512419" y="1152791"/>
                </a:lnTo>
                <a:lnTo>
                  <a:pt x="520128" y="1151229"/>
                </a:lnTo>
                <a:lnTo>
                  <a:pt x="526427" y="1146975"/>
                </a:lnTo>
                <a:lnTo>
                  <a:pt x="530694" y="1140663"/>
                </a:lnTo>
                <a:lnTo>
                  <a:pt x="532257" y="1132967"/>
                </a:lnTo>
                <a:lnTo>
                  <a:pt x="532257" y="1129004"/>
                </a:lnTo>
                <a:lnTo>
                  <a:pt x="530694" y="1121308"/>
                </a:lnTo>
                <a:lnTo>
                  <a:pt x="526427" y="1115009"/>
                </a:lnTo>
                <a:lnTo>
                  <a:pt x="520128" y="1110754"/>
                </a:lnTo>
                <a:lnTo>
                  <a:pt x="512419" y="1109179"/>
                </a:lnTo>
                <a:lnTo>
                  <a:pt x="478574" y="1109179"/>
                </a:lnTo>
                <a:lnTo>
                  <a:pt x="457009" y="740117"/>
                </a:lnTo>
                <a:lnTo>
                  <a:pt x="512419" y="740117"/>
                </a:lnTo>
                <a:lnTo>
                  <a:pt x="520128" y="738555"/>
                </a:lnTo>
                <a:lnTo>
                  <a:pt x="526427" y="734288"/>
                </a:lnTo>
                <a:lnTo>
                  <a:pt x="530694" y="727989"/>
                </a:lnTo>
                <a:lnTo>
                  <a:pt x="532257" y="720280"/>
                </a:lnTo>
                <a:lnTo>
                  <a:pt x="532257" y="716330"/>
                </a:lnTo>
                <a:lnTo>
                  <a:pt x="530694" y="708634"/>
                </a:lnTo>
                <a:lnTo>
                  <a:pt x="526427" y="702322"/>
                </a:lnTo>
                <a:lnTo>
                  <a:pt x="520128" y="698055"/>
                </a:lnTo>
                <a:lnTo>
                  <a:pt x="512419" y="696493"/>
                </a:lnTo>
                <a:lnTo>
                  <a:pt x="454456" y="696493"/>
                </a:lnTo>
                <a:lnTo>
                  <a:pt x="440766" y="462140"/>
                </a:lnTo>
                <a:lnTo>
                  <a:pt x="440778" y="296062"/>
                </a:lnTo>
                <a:lnTo>
                  <a:pt x="365937" y="296062"/>
                </a:lnTo>
                <a:lnTo>
                  <a:pt x="365937" y="462140"/>
                </a:lnTo>
                <a:lnTo>
                  <a:pt x="307721" y="462140"/>
                </a:lnTo>
                <a:lnTo>
                  <a:pt x="307721" y="296062"/>
                </a:lnTo>
                <a:lnTo>
                  <a:pt x="232867" y="296062"/>
                </a:lnTo>
                <a:lnTo>
                  <a:pt x="232867" y="462140"/>
                </a:lnTo>
                <a:lnTo>
                  <a:pt x="174650" y="462140"/>
                </a:lnTo>
                <a:lnTo>
                  <a:pt x="174650" y="296062"/>
                </a:lnTo>
                <a:lnTo>
                  <a:pt x="99809" y="296062"/>
                </a:lnTo>
                <a:lnTo>
                  <a:pt x="99809" y="462140"/>
                </a:lnTo>
                <a:lnTo>
                  <a:pt x="88836" y="696493"/>
                </a:lnTo>
                <a:lnTo>
                  <a:pt x="19837" y="696493"/>
                </a:lnTo>
                <a:lnTo>
                  <a:pt x="12141" y="698055"/>
                </a:lnTo>
                <a:lnTo>
                  <a:pt x="5829" y="702322"/>
                </a:lnTo>
                <a:lnTo>
                  <a:pt x="1562" y="708634"/>
                </a:lnTo>
                <a:lnTo>
                  <a:pt x="0" y="716330"/>
                </a:lnTo>
                <a:lnTo>
                  <a:pt x="0" y="720280"/>
                </a:lnTo>
                <a:lnTo>
                  <a:pt x="1562" y="727989"/>
                </a:lnTo>
                <a:lnTo>
                  <a:pt x="5829" y="734288"/>
                </a:lnTo>
                <a:lnTo>
                  <a:pt x="12141" y="738555"/>
                </a:lnTo>
                <a:lnTo>
                  <a:pt x="19837" y="740117"/>
                </a:lnTo>
                <a:lnTo>
                  <a:pt x="86791" y="740117"/>
                </a:lnTo>
                <a:lnTo>
                  <a:pt x="69532" y="1109179"/>
                </a:lnTo>
                <a:lnTo>
                  <a:pt x="19837" y="1109179"/>
                </a:lnTo>
                <a:lnTo>
                  <a:pt x="12141" y="1110754"/>
                </a:lnTo>
                <a:lnTo>
                  <a:pt x="5829" y="1115009"/>
                </a:lnTo>
                <a:lnTo>
                  <a:pt x="1562" y="1121308"/>
                </a:lnTo>
                <a:lnTo>
                  <a:pt x="0" y="1129004"/>
                </a:lnTo>
                <a:lnTo>
                  <a:pt x="0" y="1132967"/>
                </a:lnTo>
                <a:lnTo>
                  <a:pt x="1562" y="1140663"/>
                </a:lnTo>
                <a:lnTo>
                  <a:pt x="5829" y="1146975"/>
                </a:lnTo>
                <a:lnTo>
                  <a:pt x="12141" y="1151229"/>
                </a:lnTo>
                <a:lnTo>
                  <a:pt x="19837" y="1152791"/>
                </a:lnTo>
                <a:lnTo>
                  <a:pt x="67487" y="1152791"/>
                </a:lnTo>
                <a:lnTo>
                  <a:pt x="12" y="2596235"/>
                </a:lnTo>
                <a:lnTo>
                  <a:pt x="565518" y="2596235"/>
                </a:lnTo>
                <a:close/>
              </a:path>
            </a:pathLst>
          </a:custGeom>
          <a:solidFill>
            <a:srgbClr val="9DDC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4160699" y="3839089"/>
            <a:ext cx="462915" cy="1513840"/>
          </a:xfrm>
          <a:custGeom>
            <a:avLst/>
            <a:gdLst/>
            <a:ahLst/>
            <a:cxnLst/>
            <a:rect l="l" t="t" r="r" b="b"/>
            <a:pathLst>
              <a:path w="462914" h="1513839">
                <a:moveTo>
                  <a:pt x="0" y="0"/>
                </a:moveTo>
                <a:lnTo>
                  <a:pt x="0" y="1513252"/>
                </a:lnTo>
                <a:lnTo>
                  <a:pt x="462855" y="1513252"/>
                </a:lnTo>
                <a:lnTo>
                  <a:pt x="462855" y="89306"/>
                </a:lnTo>
                <a:lnTo>
                  <a:pt x="0" y="0"/>
                </a:lnTo>
                <a:close/>
              </a:path>
            </a:pathLst>
          </a:custGeom>
          <a:solidFill>
            <a:srgbClr val="9DDCF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0" y="3936421"/>
            <a:ext cx="5233035" cy="4143375"/>
          </a:xfrm>
          <a:custGeom>
            <a:avLst/>
            <a:gdLst/>
            <a:ahLst/>
            <a:cxnLst/>
            <a:rect l="l" t="t" r="r" b="b"/>
            <a:pathLst>
              <a:path w="5233035" h="4143375">
                <a:moveTo>
                  <a:pt x="5232501" y="872820"/>
                </a:moveTo>
                <a:lnTo>
                  <a:pt x="3958209" y="872820"/>
                </a:lnTo>
                <a:lnTo>
                  <a:pt x="3958209" y="1261872"/>
                </a:lnTo>
                <a:lnTo>
                  <a:pt x="3839794" y="1261872"/>
                </a:lnTo>
                <a:lnTo>
                  <a:pt x="3839794" y="872820"/>
                </a:lnTo>
                <a:lnTo>
                  <a:pt x="3309772" y="872820"/>
                </a:lnTo>
                <a:lnTo>
                  <a:pt x="3309772" y="1577632"/>
                </a:lnTo>
                <a:lnTo>
                  <a:pt x="2846260" y="1577632"/>
                </a:lnTo>
                <a:lnTo>
                  <a:pt x="2697086" y="872820"/>
                </a:lnTo>
                <a:lnTo>
                  <a:pt x="2682443" y="872820"/>
                </a:lnTo>
                <a:lnTo>
                  <a:pt x="2682443" y="0"/>
                </a:lnTo>
                <a:lnTo>
                  <a:pt x="2219591" y="310553"/>
                </a:lnTo>
                <a:lnTo>
                  <a:pt x="2219591" y="872820"/>
                </a:lnTo>
                <a:lnTo>
                  <a:pt x="1633435" y="872820"/>
                </a:lnTo>
                <a:lnTo>
                  <a:pt x="1632546" y="872820"/>
                </a:lnTo>
                <a:lnTo>
                  <a:pt x="1632546" y="635977"/>
                </a:lnTo>
                <a:lnTo>
                  <a:pt x="541159" y="635977"/>
                </a:lnTo>
                <a:lnTo>
                  <a:pt x="541159" y="872820"/>
                </a:lnTo>
                <a:lnTo>
                  <a:pt x="331038" y="872820"/>
                </a:lnTo>
                <a:lnTo>
                  <a:pt x="331038" y="163715"/>
                </a:lnTo>
                <a:lnTo>
                  <a:pt x="5524" y="163715"/>
                </a:lnTo>
                <a:lnTo>
                  <a:pt x="5524" y="872820"/>
                </a:lnTo>
                <a:lnTo>
                  <a:pt x="0" y="872820"/>
                </a:lnTo>
                <a:lnTo>
                  <a:pt x="0" y="4143133"/>
                </a:lnTo>
                <a:lnTo>
                  <a:pt x="5232501" y="4143133"/>
                </a:lnTo>
                <a:lnTo>
                  <a:pt x="5232501" y="872820"/>
                </a:lnTo>
                <a:close/>
              </a:path>
            </a:pathLst>
          </a:custGeom>
          <a:solidFill>
            <a:srgbClr val="9DDCF8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-1" y="3311025"/>
            <a:ext cx="20104100" cy="7997825"/>
            <a:chOff x="-1" y="3311025"/>
            <a:chExt cx="20104100" cy="7997825"/>
          </a:xfrm>
        </p:grpSpPr>
        <p:sp>
          <p:nvSpPr>
            <p:cNvPr id="7" name="object 7" descr=""/>
            <p:cNvSpPr/>
            <p:nvPr/>
          </p:nvSpPr>
          <p:spPr>
            <a:xfrm>
              <a:off x="5232501" y="3311035"/>
              <a:ext cx="14871700" cy="4768850"/>
            </a:xfrm>
            <a:custGeom>
              <a:avLst/>
              <a:gdLst/>
              <a:ahLst/>
              <a:cxnLst/>
              <a:rect l="l" t="t" r="r" b="b"/>
              <a:pathLst>
                <a:path w="14871700" h="4768850">
                  <a:moveTo>
                    <a:pt x="14871599" y="842314"/>
                  </a:moveTo>
                  <a:lnTo>
                    <a:pt x="13809612" y="842314"/>
                  </a:lnTo>
                  <a:lnTo>
                    <a:pt x="13809612" y="1498206"/>
                  </a:lnTo>
                  <a:lnTo>
                    <a:pt x="13141871" y="1498206"/>
                  </a:lnTo>
                  <a:lnTo>
                    <a:pt x="13141871" y="998169"/>
                  </a:lnTo>
                  <a:lnTo>
                    <a:pt x="12962585" y="998169"/>
                  </a:lnTo>
                  <a:lnTo>
                    <a:pt x="12962585" y="789089"/>
                  </a:lnTo>
                  <a:lnTo>
                    <a:pt x="12684366" y="789089"/>
                  </a:lnTo>
                  <a:lnTo>
                    <a:pt x="12684366" y="998169"/>
                  </a:lnTo>
                  <a:lnTo>
                    <a:pt x="12349061" y="998169"/>
                  </a:lnTo>
                  <a:lnTo>
                    <a:pt x="12140438" y="1498206"/>
                  </a:lnTo>
                  <a:lnTo>
                    <a:pt x="11327689" y="1498206"/>
                  </a:lnTo>
                  <a:lnTo>
                    <a:pt x="11327689" y="1887258"/>
                  </a:lnTo>
                  <a:lnTo>
                    <a:pt x="10978109" y="1887258"/>
                  </a:lnTo>
                  <a:lnTo>
                    <a:pt x="10978109" y="1498206"/>
                  </a:lnTo>
                  <a:lnTo>
                    <a:pt x="10849331" y="1498206"/>
                  </a:lnTo>
                  <a:lnTo>
                    <a:pt x="10832770" y="1451914"/>
                  </a:lnTo>
                  <a:lnTo>
                    <a:pt x="10814202" y="1410411"/>
                  </a:lnTo>
                  <a:lnTo>
                    <a:pt x="10792689" y="1370063"/>
                  </a:lnTo>
                  <a:lnTo>
                    <a:pt x="10768368" y="1331048"/>
                  </a:lnTo>
                  <a:lnTo>
                    <a:pt x="10741355" y="1293533"/>
                  </a:lnTo>
                  <a:lnTo>
                    <a:pt x="10711777" y="1257693"/>
                  </a:lnTo>
                  <a:lnTo>
                    <a:pt x="10679786" y="1223721"/>
                  </a:lnTo>
                  <a:lnTo>
                    <a:pt x="10645483" y="1191780"/>
                  </a:lnTo>
                  <a:lnTo>
                    <a:pt x="10609021" y="1162037"/>
                  </a:lnTo>
                  <a:lnTo>
                    <a:pt x="10570528" y="1134694"/>
                  </a:lnTo>
                  <a:lnTo>
                    <a:pt x="10530116" y="1109891"/>
                  </a:lnTo>
                  <a:lnTo>
                    <a:pt x="10487939" y="1087843"/>
                  </a:lnTo>
                  <a:lnTo>
                    <a:pt x="10444112" y="1068692"/>
                  </a:lnTo>
                  <a:lnTo>
                    <a:pt x="10398760" y="1052626"/>
                  </a:lnTo>
                  <a:lnTo>
                    <a:pt x="10352024" y="1039837"/>
                  </a:lnTo>
                  <a:lnTo>
                    <a:pt x="10304031" y="1030478"/>
                  </a:lnTo>
                  <a:lnTo>
                    <a:pt x="10255796" y="1024851"/>
                  </a:lnTo>
                  <a:lnTo>
                    <a:pt x="10254336" y="992962"/>
                  </a:lnTo>
                  <a:lnTo>
                    <a:pt x="10244887" y="931545"/>
                  </a:lnTo>
                  <a:lnTo>
                    <a:pt x="10230891" y="890143"/>
                  </a:lnTo>
                  <a:lnTo>
                    <a:pt x="10213746" y="874966"/>
                  </a:lnTo>
                  <a:lnTo>
                    <a:pt x="10196601" y="890143"/>
                  </a:lnTo>
                  <a:lnTo>
                    <a:pt x="10182593" y="931545"/>
                  </a:lnTo>
                  <a:lnTo>
                    <a:pt x="10173157" y="992962"/>
                  </a:lnTo>
                  <a:lnTo>
                    <a:pt x="10171722" y="1024077"/>
                  </a:lnTo>
                  <a:lnTo>
                    <a:pt x="10154653" y="1024737"/>
                  </a:lnTo>
                  <a:lnTo>
                    <a:pt x="10105517" y="1030478"/>
                  </a:lnTo>
                  <a:lnTo>
                    <a:pt x="10057511" y="1039837"/>
                  </a:lnTo>
                  <a:lnTo>
                    <a:pt x="10010762" y="1052626"/>
                  </a:lnTo>
                  <a:lnTo>
                    <a:pt x="9965411" y="1068692"/>
                  </a:lnTo>
                  <a:lnTo>
                    <a:pt x="9921570" y="1087843"/>
                  </a:lnTo>
                  <a:lnTo>
                    <a:pt x="9879393" y="1109891"/>
                  </a:lnTo>
                  <a:lnTo>
                    <a:pt x="9838982" y="1134694"/>
                  </a:lnTo>
                  <a:lnTo>
                    <a:pt x="9800488" y="1162037"/>
                  </a:lnTo>
                  <a:lnTo>
                    <a:pt x="9764039" y="1191780"/>
                  </a:lnTo>
                  <a:lnTo>
                    <a:pt x="9729749" y="1223721"/>
                  </a:lnTo>
                  <a:lnTo>
                    <a:pt x="9697758" y="1257693"/>
                  </a:lnTo>
                  <a:lnTo>
                    <a:pt x="9668192" y="1293533"/>
                  </a:lnTo>
                  <a:lnTo>
                    <a:pt x="9641192" y="1331048"/>
                  </a:lnTo>
                  <a:lnTo>
                    <a:pt x="9616872" y="1370063"/>
                  </a:lnTo>
                  <a:lnTo>
                    <a:pt x="9595371" y="1410411"/>
                  </a:lnTo>
                  <a:lnTo>
                    <a:pt x="9576803" y="1451914"/>
                  </a:lnTo>
                  <a:lnTo>
                    <a:pt x="9561322" y="1494396"/>
                  </a:lnTo>
                  <a:lnTo>
                    <a:pt x="9560230" y="1498206"/>
                  </a:lnTo>
                  <a:lnTo>
                    <a:pt x="9427527" y="1498206"/>
                  </a:lnTo>
                  <a:lnTo>
                    <a:pt x="9427527" y="2203018"/>
                  </a:lnTo>
                  <a:lnTo>
                    <a:pt x="8134147" y="2203018"/>
                  </a:lnTo>
                  <a:lnTo>
                    <a:pt x="7840192" y="1498206"/>
                  </a:lnTo>
                  <a:lnTo>
                    <a:pt x="7707566" y="1498206"/>
                  </a:lnTo>
                  <a:lnTo>
                    <a:pt x="7707566" y="1196962"/>
                  </a:lnTo>
                  <a:lnTo>
                    <a:pt x="7555090" y="1196962"/>
                  </a:lnTo>
                  <a:lnTo>
                    <a:pt x="7554061" y="1189748"/>
                  </a:lnTo>
                  <a:lnTo>
                    <a:pt x="7544016" y="1128141"/>
                  </a:lnTo>
                  <a:lnTo>
                    <a:pt x="7532903" y="1067536"/>
                  </a:lnTo>
                  <a:lnTo>
                    <a:pt x="7520787" y="1008037"/>
                  </a:lnTo>
                  <a:lnTo>
                    <a:pt x="7507668" y="949718"/>
                  </a:lnTo>
                  <a:lnTo>
                    <a:pt x="7493584" y="892657"/>
                  </a:lnTo>
                  <a:lnTo>
                    <a:pt x="7478560" y="836930"/>
                  </a:lnTo>
                  <a:lnTo>
                    <a:pt x="7462621" y="782650"/>
                  </a:lnTo>
                  <a:lnTo>
                    <a:pt x="7445807" y="729869"/>
                  </a:lnTo>
                  <a:lnTo>
                    <a:pt x="7428116" y="678700"/>
                  </a:lnTo>
                  <a:lnTo>
                    <a:pt x="7409612" y="629196"/>
                  </a:lnTo>
                  <a:lnTo>
                    <a:pt x="7390282" y="581469"/>
                  </a:lnTo>
                  <a:lnTo>
                    <a:pt x="7370178" y="535584"/>
                  </a:lnTo>
                  <a:lnTo>
                    <a:pt x="7349325" y="491629"/>
                  </a:lnTo>
                  <a:lnTo>
                    <a:pt x="7327747" y="449694"/>
                  </a:lnTo>
                  <a:lnTo>
                    <a:pt x="7305472" y="409854"/>
                  </a:lnTo>
                  <a:lnTo>
                    <a:pt x="7282523" y="372198"/>
                  </a:lnTo>
                  <a:lnTo>
                    <a:pt x="7258913" y="336804"/>
                  </a:lnTo>
                  <a:lnTo>
                    <a:pt x="7234695" y="303758"/>
                  </a:lnTo>
                  <a:lnTo>
                    <a:pt x="7209891" y="273151"/>
                  </a:lnTo>
                  <a:lnTo>
                    <a:pt x="7158596" y="219583"/>
                  </a:lnTo>
                  <a:lnTo>
                    <a:pt x="7105243" y="176745"/>
                  </a:lnTo>
                  <a:lnTo>
                    <a:pt x="7050049" y="145326"/>
                  </a:lnTo>
                  <a:lnTo>
                    <a:pt x="6993242" y="125971"/>
                  </a:lnTo>
                  <a:lnTo>
                    <a:pt x="6962026" y="120916"/>
                  </a:lnTo>
                  <a:lnTo>
                    <a:pt x="6960971" y="88239"/>
                  </a:lnTo>
                  <a:lnTo>
                    <a:pt x="6955993" y="42316"/>
                  </a:lnTo>
                  <a:lnTo>
                    <a:pt x="6948627" y="11353"/>
                  </a:lnTo>
                  <a:lnTo>
                    <a:pt x="6939585" y="0"/>
                  </a:lnTo>
                  <a:lnTo>
                    <a:pt x="6930555" y="11353"/>
                  </a:lnTo>
                  <a:lnTo>
                    <a:pt x="6923176" y="42316"/>
                  </a:lnTo>
                  <a:lnTo>
                    <a:pt x="6918198" y="88239"/>
                  </a:lnTo>
                  <a:lnTo>
                    <a:pt x="6917156" y="120396"/>
                  </a:lnTo>
                  <a:lnTo>
                    <a:pt x="6905726" y="121043"/>
                  </a:lnTo>
                  <a:lnTo>
                    <a:pt x="6848157" y="134099"/>
                  </a:lnTo>
                  <a:lnTo>
                    <a:pt x="6792112" y="159562"/>
                  </a:lnTo>
                  <a:lnTo>
                    <a:pt x="6737807" y="196773"/>
                  </a:lnTo>
                  <a:lnTo>
                    <a:pt x="6685458" y="245071"/>
                  </a:lnTo>
                  <a:lnTo>
                    <a:pt x="6635267" y="303758"/>
                  </a:lnTo>
                  <a:lnTo>
                    <a:pt x="6611048" y="336804"/>
                  </a:lnTo>
                  <a:lnTo>
                    <a:pt x="6587452" y="372198"/>
                  </a:lnTo>
                  <a:lnTo>
                    <a:pt x="6564503" y="409854"/>
                  </a:lnTo>
                  <a:lnTo>
                    <a:pt x="6542227" y="449694"/>
                  </a:lnTo>
                  <a:lnTo>
                    <a:pt x="6520650" y="491629"/>
                  </a:lnTo>
                  <a:lnTo>
                    <a:pt x="6499796" y="535584"/>
                  </a:lnTo>
                  <a:lnTo>
                    <a:pt x="6479705" y="581469"/>
                  </a:lnTo>
                  <a:lnTo>
                    <a:pt x="6460388" y="629196"/>
                  </a:lnTo>
                  <a:lnTo>
                    <a:pt x="6441884" y="678700"/>
                  </a:lnTo>
                  <a:lnTo>
                    <a:pt x="6424206" y="729869"/>
                  </a:lnTo>
                  <a:lnTo>
                    <a:pt x="6407391" y="782650"/>
                  </a:lnTo>
                  <a:lnTo>
                    <a:pt x="6391453" y="836930"/>
                  </a:lnTo>
                  <a:lnTo>
                    <a:pt x="6376441" y="892657"/>
                  </a:lnTo>
                  <a:lnTo>
                    <a:pt x="6362357" y="949718"/>
                  </a:lnTo>
                  <a:lnTo>
                    <a:pt x="6349251" y="1008037"/>
                  </a:lnTo>
                  <a:lnTo>
                    <a:pt x="6337122" y="1067536"/>
                  </a:lnTo>
                  <a:lnTo>
                    <a:pt x="6326022" y="1128141"/>
                  </a:lnTo>
                  <a:lnTo>
                    <a:pt x="6315976" y="1189748"/>
                  </a:lnTo>
                  <a:lnTo>
                    <a:pt x="6314935" y="1196962"/>
                  </a:lnTo>
                  <a:lnTo>
                    <a:pt x="6140335" y="1196962"/>
                  </a:lnTo>
                  <a:lnTo>
                    <a:pt x="6140335" y="1498206"/>
                  </a:lnTo>
                  <a:lnTo>
                    <a:pt x="4375416" y="1498206"/>
                  </a:lnTo>
                  <a:lnTo>
                    <a:pt x="4375416" y="1318602"/>
                  </a:lnTo>
                  <a:lnTo>
                    <a:pt x="3856101" y="1318602"/>
                  </a:lnTo>
                  <a:lnTo>
                    <a:pt x="3856101" y="1498206"/>
                  </a:lnTo>
                  <a:lnTo>
                    <a:pt x="3580727" y="1498206"/>
                  </a:lnTo>
                  <a:lnTo>
                    <a:pt x="3460280" y="1037818"/>
                  </a:lnTo>
                  <a:lnTo>
                    <a:pt x="2960535" y="1037818"/>
                  </a:lnTo>
                  <a:lnTo>
                    <a:pt x="2864523" y="1498206"/>
                  </a:lnTo>
                  <a:lnTo>
                    <a:pt x="0" y="1498206"/>
                  </a:lnTo>
                  <a:lnTo>
                    <a:pt x="0" y="4768520"/>
                  </a:lnTo>
                  <a:lnTo>
                    <a:pt x="14871599" y="4768520"/>
                  </a:lnTo>
                  <a:lnTo>
                    <a:pt x="14871599" y="2742552"/>
                  </a:lnTo>
                  <a:lnTo>
                    <a:pt x="14871599" y="1498206"/>
                  </a:lnTo>
                  <a:lnTo>
                    <a:pt x="14871599" y="842314"/>
                  </a:lnTo>
                  <a:close/>
                </a:path>
              </a:pathLst>
            </a:custGeom>
            <a:solidFill>
              <a:srgbClr val="9DDCF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" name="object 8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803074" y="4969199"/>
              <a:ext cx="80301" cy="150152"/>
            </a:xfrm>
            <a:prstGeom prst="rect">
              <a:avLst/>
            </a:prstGeom>
          </p:spPr>
        </p:pic>
        <p:pic>
          <p:nvPicPr>
            <p:cNvPr id="9" name="object 9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179482" y="4969199"/>
              <a:ext cx="80301" cy="150152"/>
            </a:xfrm>
            <a:prstGeom prst="rect">
              <a:avLst/>
            </a:prstGeom>
          </p:spPr>
        </p:pic>
        <p:pic>
          <p:nvPicPr>
            <p:cNvPr id="10" name="object 10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555890" y="4969199"/>
              <a:ext cx="80301" cy="150152"/>
            </a:xfrm>
            <a:prstGeom prst="rect">
              <a:avLst/>
            </a:prstGeom>
          </p:spPr>
        </p:pic>
        <p:pic>
          <p:nvPicPr>
            <p:cNvPr id="11" name="object 11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917670" y="4969199"/>
              <a:ext cx="80301" cy="150152"/>
            </a:xfrm>
            <a:prstGeom prst="rect">
              <a:avLst/>
            </a:prstGeom>
          </p:spPr>
        </p:pic>
        <p:sp>
          <p:nvSpPr>
            <p:cNvPr id="12" name="object 12" descr=""/>
            <p:cNvSpPr/>
            <p:nvPr/>
          </p:nvSpPr>
          <p:spPr>
            <a:xfrm>
              <a:off x="13573328" y="5663939"/>
              <a:ext cx="951230" cy="158115"/>
            </a:xfrm>
            <a:custGeom>
              <a:avLst/>
              <a:gdLst/>
              <a:ahLst/>
              <a:cxnLst/>
              <a:rect l="l" t="t" r="r" b="b"/>
              <a:pathLst>
                <a:path w="951230" h="158114">
                  <a:moveTo>
                    <a:pt x="172974" y="157657"/>
                  </a:moveTo>
                  <a:lnTo>
                    <a:pt x="79794" y="0"/>
                  </a:lnTo>
                  <a:lnTo>
                    <a:pt x="0" y="0"/>
                  </a:lnTo>
                  <a:lnTo>
                    <a:pt x="93167" y="157657"/>
                  </a:lnTo>
                  <a:lnTo>
                    <a:pt x="172974" y="157657"/>
                  </a:lnTo>
                  <a:close/>
                </a:path>
                <a:path w="951230" h="158114">
                  <a:moveTo>
                    <a:pt x="367423" y="157657"/>
                  </a:moveTo>
                  <a:lnTo>
                    <a:pt x="274256" y="0"/>
                  </a:lnTo>
                  <a:lnTo>
                    <a:pt x="194449" y="0"/>
                  </a:lnTo>
                  <a:lnTo>
                    <a:pt x="287616" y="157657"/>
                  </a:lnTo>
                  <a:lnTo>
                    <a:pt x="367423" y="157657"/>
                  </a:lnTo>
                  <a:close/>
                </a:path>
                <a:path w="951230" h="158114">
                  <a:moveTo>
                    <a:pt x="561873" y="157657"/>
                  </a:moveTo>
                  <a:lnTo>
                    <a:pt x="468706" y="0"/>
                  </a:lnTo>
                  <a:lnTo>
                    <a:pt x="388899" y="0"/>
                  </a:lnTo>
                  <a:lnTo>
                    <a:pt x="482079" y="157657"/>
                  </a:lnTo>
                  <a:lnTo>
                    <a:pt x="561873" y="157657"/>
                  </a:lnTo>
                  <a:close/>
                </a:path>
                <a:path w="951230" h="158114">
                  <a:moveTo>
                    <a:pt x="756323" y="157657"/>
                  </a:moveTo>
                  <a:lnTo>
                    <a:pt x="663155" y="0"/>
                  </a:lnTo>
                  <a:lnTo>
                    <a:pt x="583361" y="0"/>
                  </a:lnTo>
                  <a:lnTo>
                    <a:pt x="676529" y="157657"/>
                  </a:lnTo>
                  <a:lnTo>
                    <a:pt x="756323" y="157657"/>
                  </a:lnTo>
                  <a:close/>
                </a:path>
                <a:path w="951230" h="158114">
                  <a:moveTo>
                    <a:pt x="950772" y="157657"/>
                  </a:moveTo>
                  <a:lnTo>
                    <a:pt x="857605" y="0"/>
                  </a:lnTo>
                  <a:lnTo>
                    <a:pt x="777811" y="0"/>
                  </a:lnTo>
                  <a:lnTo>
                    <a:pt x="870978" y="157657"/>
                  </a:lnTo>
                  <a:lnTo>
                    <a:pt x="950772" y="157657"/>
                  </a:lnTo>
                  <a:close/>
                </a:path>
              </a:pathLst>
            </a:custGeom>
            <a:solidFill>
              <a:srgbClr val="C9F0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3" name="object 13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1566566" y="4597060"/>
              <a:ext cx="80301" cy="150152"/>
            </a:xfrm>
            <a:prstGeom prst="rect">
              <a:avLst/>
            </a:prstGeom>
          </p:spPr>
        </p:pic>
        <p:pic>
          <p:nvPicPr>
            <p:cNvPr id="14" name="object 1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1942974" y="4597060"/>
              <a:ext cx="80301" cy="150152"/>
            </a:xfrm>
            <a:prstGeom prst="rect">
              <a:avLst/>
            </a:prstGeom>
          </p:spPr>
        </p:pic>
        <p:pic>
          <p:nvPicPr>
            <p:cNvPr id="15" name="object 15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319382" y="4597060"/>
              <a:ext cx="80301" cy="150152"/>
            </a:xfrm>
            <a:prstGeom prst="rect">
              <a:avLst/>
            </a:prstGeom>
          </p:spPr>
        </p:pic>
        <p:pic>
          <p:nvPicPr>
            <p:cNvPr id="16" name="object 1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681163" y="4597060"/>
              <a:ext cx="80301" cy="150152"/>
            </a:xfrm>
            <a:prstGeom prst="rect">
              <a:avLst/>
            </a:prstGeom>
          </p:spPr>
        </p:pic>
        <p:sp>
          <p:nvSpPr>
            <p:cNvPr id="17" name="object 17" descr=""/>
            <p:cNvSpPr/>
            <p:nvPr/>
          </p:nvSpPr>
          <p:spPr>
            <a:xfrm>
              <a:off x="3675" y="7679651"/>
              <a:ext cx="20100925" cy="875665"/>
            </a:xfrm>
            <a:custGeom>
              <a:avLst/>
              <a:gdLst/>
              <a:ahLst/>
              <a:cxnLst/>
              <a:rect l="l" t="t" r="r" b="b"/>
              <a:pathLst>
                <a:path w="20100925" h="875665">
                  <a:moveTo>
                    <a:pt x="20100424" y="0"/>
                  </a:moveTo>
                  <a:lnTo>
                    <a:pt x="0" y="0"/>
                  </a:lnTo>
                  <a:lnTo>
                    <a:pt x="0" y="875156"/>
                  </a:lnTo>
                  <a:lnTo>
                    <a:pt x="20100424" y="875156"/>
                  </a:lnTo>
                  <a:lnTo>
                    <a:pt x="20100424" y="0"/>
                  </a:lnTo>
                  <a:close/>
                </a:path>
              </a:pathLst>
            </a:custGeom>
            <a:solidFill>
              <a:srgbClr val="81D3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15143416" y="5192833"/>
              <a:ext cx="3909695" cy="1003935"/>
            </a:xfrm>
            <a:custGeom>
              <a:avLst/>
              <a:gdLst/>
              <a:ahLst/>
              <a:cxnLst/>
              <a:rect l="l" t="t" r="r" b="b"/>
              <a:pathLst>
                <a:path w="3909694" h="1003935">
                  <a:moveTo>
                    <a:pt x="615950" y="848982"/>
                  </a:moveTo>
                  <a:lnTo>
                    <a:pt x="614146" y="785444"/>
                  </a:lnTo>
                  <a:lnTo>
                    <a:pt x="608850" y="723887"/>
                  </a:lnTo>
                  <a:lnTo>
                    <a:pt x="600252" y="664667"/>
                  </a:lnTo>
                  <a:lnTo>
                    <a:pt x="588543" y="608139"/>
                  </a:lnTo>
                  <a:lnTo>
                    <a:pt x="573913" y="554672"/>
                  </a:lnTo>
                  <a:lnTo>
                    <a:pt x="556539" y="504596"/>
                  </a:lnTo>
                  <a:lnTo>
                    <a:pt x="536625" y="458292"/>
                  </a:lnTo>
                  <a:lnTo>
                    <a:pt x="514337" y="416090"/>
                  </a:lnTo>
                  <a:lnTo>
                    <a:pt x="489877" y="378371"/>
                  </a:lnTo>
                  <a:lnTo>
                    <a:pt x="463435" y="345478"/>
                  </a:lnTo>
                  <a:lnTo>
                    <a:pt x="435190" y="317766"/>
                  </a:lnTo>
                  <a:lnTo>
                    <a:pt x="374065" y="279323"/>
                  </a:lnTo>
                  <a:lnTo>
                    <a:pt x="307987" y="265874"/>
                  </a:lnTo>
                  <a:lnTo>
                    <a:pt x="274421" y="269290"/>
                  </a:lnTo>
                  <a:lnTo>
                    <a:pt x="210629" y="295605"/>
                  </a:lnTo>
                  <a:lnTo>
                    <a:pt x="152527" y="345478"/>
                  </a:lnTo>
                  <a:lnTo>
                    <a:pt x="126085" y="378371"/>
                  </a:lnTo>
                  <a:lnTo>
                    <a:pt x="101625" y="416090"/>
                  </a:lnTo>
                  <a:lnTo>
                    <a:pt x="79336" y="458292"/>
                  </a:lnTo>
                  <a:lnTo>
                    <a:pt x="59410" y="504596"/>
                  </a:lnTo>
                  <a:lnTo>
                    <a:pt x="42049" y="554672"/>
                  </a:lnTo>
                  <a:lnTo>
                    <a:pt x="27406" y="608139"/>
                  </a:lnTo>
                  <a:lnTo>
                    <a:pt x="15697" y="664667"/>
                  </a:lnTo>
                  <a:lnTo>
                    <a:pt x="7112" y="723887"/>
                  </a:lnTo>
                  <a:lnTo>
                    <a:pt x="1816" y="785444"/>
                  </a:lnTo>
                  <a:lnTo>
                    <a:pt x="0" y="848982"/>
                  </a:lnTo>
                  <a:lnTo>
                    <a:pt x="660" y="884834"/>
                  </a:lnTo>
                  <a:lnTo>
                    <a:pt x="2641" y="918311"/>
                  </a:lnTo>
                  <a:lnTo>
                    <a:pt x="5943" y="955751"/>
                  </a:lnTo>
                  <a:lnTo>
                    <a:pt x="10553" y="1003477"/>
                  </a:lnTo>
                  <a:lnTo>
                    <a:pt x="605396" y="1003477"/>
                  </a:lnTo>
                  <a:lnTo>
                    <a:pt x="610019" y="955751"/>
                  </a:lnTo>
                  <a:lnTo>
                    <a:pt x="613321" y="918311"/>
                  </a:lnTo>
                  <a:lnTo>
                    <a:pt x="615289" y="884834"/>
                  </a:lnTo>
                  <a:lnTo>
                    <a:pt x="615950" y="848982"/>
                  </a:lnTo>
                  <a:close/>
                </a:path>
                <a:path w="3909694" h="1003935">
                  <a:moveTo>
                    <a:pt x="2145360" y="287591"/>
                  </a:moveTo>
                  <a:lnTo>
                    <a:pt x="2142274" y="229628"/>
                  </a:lnTo>
                  <a:lnTo>
                    <a:pt x="2133435" y="175641"/>
                  </a:lnTo>
                  <a:lnTo>
                    <a:pt x="2119426" y="126796"/>
                  </a:lnTo>
                  <a:lnTo>
                    <a:pt x="2100884" y="84239"/>
                  </a:lnTo>
                  <a:lnTo>
                    <a:pt x="2078405" y="49123"/>
                  </a:lnTo>
                  <a:lnTo>
                    <a:pt x="2024087" y="5842"/>
                  </a:lnTo>
                  <a:lnTo>
                    <a:pt x="1993468" y="0"/>
                  </a:lnTo>
                  <a:lnTo>
                    <a:pt x="1962861" y="5842"/>
                  </a:lnTo>
                  <a:lnTo>
                    <a:pt x="1908543" y="49123"/>
                  </a:lnTo>
                  <a:lnTo>
                    <a:pt x="1886064" y="84239"/>
                  </a:lnTo>
                  <a:lnTo>
                    <a:pt x="1867522" y="126796"/>
                  </a:lnTo>
                  <a:lnTo>
                    <a:pt x="1853514" y="175641"/>
                  </a:lnTo>
                  <a:lnTo>
                    <a:pt x="1844662" y="229628"/>
                  </a:lnTo>
                  <a:lnTo>
                    <a:pt x="1841588" y="287591"/>
                  </a:lnTo>
                  <a:lnTo>
                    <a:pt x="1841906" y="304317"/>
                  </a:lnTo>
                  <a:lnTo>
                    <a:pt x="1842884" y="318998"/>
                  </a:lnTo>
                  <a:lnTo>
                    <a:pt x="1846783" y="360680"/>
                  </a:lnTo>
                  <a:lnTo>
                    <a:pt x="2140166" y="360680"/>
                  </a:lnTo>
                  <a:lnTo>
                    <a:pt x="2144064" y="318998"/>
                  </a:lnTo>
                  <a:lnTo>
                    <a:pt x="2145042" y="304317"/>
                  </a:lnTo>
                  <a:lnTo>
                    <a:pt x="2145360" y="287591"/>
                  </a:lnTo>
                  <a:close/>
                </a:path>
                <a:path w="3909694" h="1003935">
                  <a:moveTo>
                    <a:pt x="2733332" y="287591"/>
                  </a:moveTo>
                  <a:lnTo>
                    <a:pt x="2730246" y="229628"/>
                  </a:lnTo>
                  <a:lnTo>
                    <a:pt x="2721394" y="175641"/>
                  </a:lnTo>
                  <a:lnTo>
                    <a:pt x="2707386" y="126796"/>
                  </a:lnTo>
                  <a:lnTo>
                    <a:pt x="2688844" y="84239"/>
                  </a:lnTo>
                  <a:lnTo>
                    <a:pt x="2666365" y="49123"/>
                  </a:lnTo>
                  <a:lnTo>
                    <a:pt x="2612047" y="5842"/>
                  </a:lnTo>
                  <a:lnTo>
                    <a:pt x="2581440" y="0"/>
                  </a:lnTo>
                  <a:lnTo>
                    <a:pt x="2550820" y="5842"/>
                  </a:lnTo>
                  <a:lnTo>
                    <a:pt x="2496502" y="49123"/>
                  </a:lnTo>
                  <a:lnTo>
                    <a:pt x="2474023" y="84239"/>
                  </a:lnTo>
                  <a:lnTo>
                    <a:pt x="2455481" y="126796"/>
                  </a:lnTo>
                  <a:lnTo>
                    <a:pt x="2441486" y="175641"/>
                  </a:lnTo>
                  <a:lnTo>
                    <a:pt x="2432634" y="229628"/>
                  </a:lnTo>
                  <a:lnTo>
                    <a:pt x="2429548" y="287591"/>
                  </a:lnTo>
                  <a:lnTo>
                    <a:pt x="2429865" y="304317"/>
                  </a:lnTo>
                  <a:lnTo>
                    <a:pt x="2430843" y="318998"/>
                  </a:lnTo>
                  <a:lnTo>
                    <a:pt x="2434755" y="360680"/>
                  </a:lnTo>
                  <a:lnTo>
                    <a:pt x="2728125" y="360680"/>
                  </a:lnTo>
                  <a:lnTo>
                    <a:pt x="2732024" y="318998"/>
                  </a:lnTo>
                  <a:lnTo>
                    <a:pt x="2733002" y="304317"/>
                  </a:lnTo>
                  <a:lnTo>
                    <a:pt x="2733332" y="287591"/>
                  </a:lnTo>
                  <a:close/>
                </a:path>
                <a:path w="3909694" h="1003935">
                  <a:moveTo>
                    <a:pt x="3321291" y="287591"/>
                  </a:moveTo>
                  <a:lnTo>
                    <a:pt x="3318205" y="229628"/>
                  </a:lnTo>
                  <a:lnTo>
                    <a:pt x="3309353" y="175641"/>
                  </a:lnTo>
                  <a:lnTo>
                    <a:pt x="3295358" y="126796"/>
                  </a:lnTo>
                  <a:lnTo>
                    <a:pt x="3276803" y="84239"/>
                  </a:lnTo>
                  <a:lnTo>
                    <a:pt x="3254324" y="49123"/>
                  </a:lnTo>
                  <a:lnTo>
                    <a:pt x="3200019" y="5842"/>
                  </a:lnTo>
                  <a:lnTo>
                    <a:pt x="3169399" y="0"/>
                  </a:lnTo>
                  <a:lnTo>
                    <a:pt x="3138779" y="5842"/>
                  </a:lnTo>
                  <a:lnTo>
                    <a:pt x="3084461" y="49123"/>
                  </a:lnTo>
                  <a:lnTo>
                    <a:pt x="3061995" y="84239"/>
                  </a:lnTo>
                  <a:lnTo>
                    <a:pt x="3043440" y="126796"/>
                  </a:lnTo>
                  <a:lnTo>
                    <a:pt x="3029445" y="175641"/>
                  </a:lnTo>
                  <a:lnTo>
                    <a:pt x="3020593" y="229628"/>
                  </a:lnTo>
                  <a:lnTo>
                    <a:pt x="3017507" y="287591"/>
                  </a:lnTo>
                  <a:lnTo>
                    <a:pt x="3017837" y="304317"/>
                  </a:lnTo>
                  <a:lnTo>
                    <a:pt x="3018815" y="318998"/>
                  </a:lnTo>
                  <a:lnTo>
                    <a:pt x="3022714" y="360680"/>
                  </a:lnTo>
                  <a:lnTo>
                    <a:pt x="3316084" y="360680"/>
                  </a:lnTo>
                  <a:lnTo>
                    <a:pt x="3319983" y="318998"/>
                  </a:lnTo>
                  <a:lnTo>
                    <a:pt x="3320961" y="304317"/>
                  </a:lnTo>
                  <a:lnTo>
                    <a:pt x="3321291" y="287591"/>
                  </a:lnTo>
                  <a:close/>
                </a:path>
                <a:path w="3909694" h="1003935">
                  <a:moveTo>
                    <a:pt x="3909250" y="287591"/>
                  </a:moveTo>
                  <a:lnTo>
                    <a:pt x="3906164" y="229628"/>
                  </a:lnTo>
                  <a:lnTo>
                    <a:pt x="3897312" y="175641"/>
                  </a:lnTo>
                  <a:lnTo>
                    <a:pt x="3883317" y="126796"/>
                  </a:lnTo>
                  <a:lnTo>
                    <a:pt x="3864775" y="84239"/>
                  </a:lnTo>
                  <a:lnTo>
                    <a:pt x="3842296" y="49123"/>
                  </a:lnTo>
                  <a:lnTo>
                    <a:pt x="3787978" y="5842"/>
                  </a:lnTo>
                  <a:lnTo>
                    <a:pt x="3757358" y="0"/>
                  </a:lnTo>
                  <a:lnTo>
                    <a:pt x="3726751" y="5842"/>
                  </a:lnTo>
                  <a:lnTo>
                    <a:pt x="3672433" y="49123"/>
                  </a:lnTo>
                  <a:lnTo>
                    <a:pt x="3649954" y="84239"/>
                  </a:lnTo>
                  <a:lnTo>
                    <a:pt x="3631412" y="126796"/>
                  </a:lnTo>
                  <a:lnTo>
                    <a:pt x="3617404" y="175641"/>
                  </a:lnTo>
                  <a:lnTo>
                    <a:pt x="3608552" y="229628"/>
                  </a:lnTo>
                  <a:lnTo>
                    <a:pt x="3605466" y="287591"/>
                  </a:lnTo>
                  <a:lnTo>
                    <a:pt x="3605796" y="304317"/>
                  </a:lnTo>
                  <a:lnTo>
                    <a:pt x="3606774" y="318998"/>
                  </a:lnTo>
                  <a:lnTo>
                    <a:pt x="3610673" y="360680"/>
                  </a:lnTo>
                  <a:lnTo>
                    <a:pt x="3904043" y="360680"/>
                  </a:lnTo>
                  <a:lnTo>
                    <a:pt x="3907955" y="318998"/>
                  </a:lnTo>
                  <a:lnTo>
                    <a:pt x="3908933" y="304317"/>
                  </a:lnTo>
                  <a:lnTo>
                    <a:pt x="3909250" y="287591"/>
                  </a:lnTo>
                  <a:close/>
                </a:path>
              </a:pathLst>
            </a:custGeom>
            <a:solidFill>
              <a:srgbClr val="C9F0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9" name="object 19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-1" y="4841998"/>
              <a:ext cx="20104101" cy="4348088"/>
            </a:xfrm>
            <a:prstGeom prst="rect">
              <a:avLst/>
            </a:prstGeom>
          </p:spPr>
        </p:pic>
        <p:sp>
          <p:nvSpPr>
            <p:cNvPr id="20" name="object 20" descr=""/>
            <p:cNvSpPr/>
            <p:nvPr/>
          </p:nvSpPr>
          <p:spPr>
            <a:xfrm>
              <a:off x="1721315" y="5078370"/>
              <a:ext cx="13979525" cy="2903220"/>
            </a:xfrm>
            <a:custGeom>
              <a:avLst/>
              <a:gdLst/>
              <a:ahLst/>
              <a:cxnLst/>
              <a:rect l="l" t="t" r="r" b="b"/>
              <a:pathLst>
                <a:path w="13979525" h="2903220">
                  <a:moveTo>
                    <a:pt x="150679" y="0"/>
                  </a:moveTo>
                  <a:lnTo>
                    <a:pt x="195410" y="32492"/>
                  </a:lnTo>
                  <a:lnTo>
                    <a:pt x="228114" y="65336"/>
                  </a:lnTo>
                  <a:lnTo>
                    <a:pt x="249531" y="98290"/>
                  </a:lnTo>
                  <a:lnTo>
                    <a:pt x="261447" y="163572"/>
                  </a:lnTo>
                  <a:lnTo>
                    <a:pt x="253422" y="195420"/>
                  </a:lnTo>
                  <a:lnTo>
                    <a:pt x="213087" y="256336"/>
                  </a:lnTo>
                  <a:lnTo>
                    <a:pt x="182252" y="284924"/>
                  </a:lnTo>
                  <a:lnTo>
                    <a:pt x="145288" y="311946"/>
                  </a:lnTo>
                  <a:lnTo>
                    <a:pt x="102932" y="337162"/>
                  </a:lnTo>
                  <a:lnTo>
                    <a:pt x="68249" y="358878"/>
                  </a:lnTo>
                  <a:lnTo>
                    <a:pt x="20798" y="406801"/>
                  </a:lnTo>
                  <a:lnTo>
                    <a:pt x="607" y="458796"/>
                  </a:lnTo>
                  <a:lnTo>
                    <a:pt x="0" y="485603"/>
                  </a:lnTo>
                  <a:lnTo>
                    <a:pt x="5326" y="512565"/>
                  </a:lnTo>
                  <a:lnTo>
                    <a:pt x="32605" y="565808"/>
                  </a:lnTo>
                  <a:lnTo>
                    <a:pt x="80094" y="616226"/>
                  </a:lnTo>
                  <a:lnTo>
                    <a:pt x="110683" y="639658"/>
                  </a:lnTo>
                  <a:lnTo>
                    <a:pt x="145443" y="661520"/>
                  </a:lnTo>
                  <a:lnTo>
                    <a:pt x="184081" y="681527"/>
                  </a:lnTo>
                  <a:lnTo>
                    <a:pt x="226302" y="699391"/>
                  </a:lnTo>
                  <a:lnTo>
                    <a:pt x="271812" y="714824"/>
                  </a:lnTo>
                  <a:lnTo>
                    <a:pt x="320319" y="727538"/>
                  </a:lnTo>
                  <a:lnTo>
                    <a:pt x="371529" y="737248"/>
                  </a:lnTo>
                  <a:lnTo>
                    <a:pt x="425146" y="743664"/>
                  </a:lnTo>
                  <a:lnTo>
                    <a:pt x="480879" y="746500"/>
                  </a:lnTo>
                  <a:lnTo>
                    <a:pt x="515817" y="748223"/>
                  </a:lnTo>
                  <a:lnTo>
                    <a:pt x="553933" y="752044"/>
                  </a:lnTo>
                  <a:lnTo>
                    <a:pt x="595003" y="757834"/>
                  </a:lnTo>
                  <a:lnTo>
                    <a:pt x="638808" y="765464"/>
                  </a:lnTo>
                  <a:lnTo>
                    <a:pt x="685126" y="774806"/>
                  </a:lnTo>
                  <a:lnTo>
                    <a:pt x="733735" y="785730"/>
                  </a:lnTo>
                  <a:lnTo>
                    <a:pt x="784413" y="798107"/>
                  </a:lnTo>
                  <a:lnTo>
                    <a:pt x="836941" y="811807"/>
                  </a:lnTo>
                  <a:lnTo>
                    <a:pt x="891095" y="826703"/>
                  </a:lnTo>
                  <a:lnTo>
                    <a:pt x="946655" y="842664"/>
                  </a:lnTo>
                  <a:lnTo>
                    <a:pt x="1003400" y="859562"/>
                  </a:lnTo>
                  <a:lnTo>
                    <a:pt x="1061107" y="877267"/>
                  </a:lnTo>
                  <a:lnTo>
                    <a:pt x="1119556" y="895651"/>
                  </a:lnTo>
                  <a:lnTo>
                    <a:pt x="1178525" y="914584"/>
                  </a:lnTo>
                  <a:lnTo>
                    <a:pt x="1237793" y="933938"/>
                  </a:lnTo>
                  <a:lnTo>
                    <a:pt x="1356339" y="973389"/>
                  </a:lnTo>
                  <a:lnTo>
                    <a:pt x="1696123" y="1088401"/>
                  </a:lnTo>
                  <a:lnTo>
                    <a:pt x="1748117" y="1105727"/>
                  </a:lnTo>
                  <a:lnTo>
                    <a:pt x="1798196" y="1122182"/>
                  </a:lnTo>
                  <a:lnTo>
                    <a:pt x="1846138" y="1137638"/>
                  </a:lnTo>
                  <a:lnTo>
                    <a:pt x="1891722" y="1151964"/>
                  </a:lnTo>
                  <a:lnTo>
                    <a:pt x="1934727" y="1165033"/>
                  </a:lnTo>
                  <a:lnTo>
                    <a:pt x="1974931" y="1176714"/>
                  </a:lnTo>
                  <a:lnTo>
                    <a:pt x="2012112" y="1186879"/>
                  </a:lnTo>
                  <a:lnTo>
                    <a:pt x="2076524" y="1202144"/>
                  </a:lnTo>
                  <a:lnTo>
                    <a:pt x="2126190" y="1209795"/>
                  </a:lnTo>
                  <a:lnTo>
                    <a:pt x="2142075" y="1211548"/>
                  </a:lnTo>
                  <a:lnTo>
                    <a:pt x="2160736" y="1214352"/>
                  </a:lnTo>
                  <a:lnTo>
                    <a:pt x="2206033" y="1222957"/>
                  </a:lnTo>
                  <a:lnTo>
                    <a:pt x="2261377" y="1235298"/>
                  </a:lnTo>
                  <a:lnTo>
                    <a:pt x="2326064" y="1251061"/>
                  </a:lnTo>
                  <a:lnTo>
                    <a:pt x="2399390" y="1269934"/>
                  </a:lnTo>
                  <a:lnTo>
                    <a:pt x="2480652" y="1291603"/>
                  </a:lnTo>
                  <a:lnTo>
                    <a:pt x="2615883" y="1328666"/>
                  </a:lnTo>
                  <a:lnTo>
                    <a:pt x="3153655" y="1479002"/>
                  </a:lnTo>
                  <a:lnTo>
                    <a:pt x="3331935" y="1528072"/>
                  </a:lnTo>
                  <a:lnTo>
                    <a:pt x="3452935" y="1560825"/>
                  </a:lnTo>
                  <a:lnTo>
                    <a:pt x="3574830" y="1593245"/>
                  </a:lnTo>
                  <a:lnTo>
                    <a:pt x="3696917" y="1625019"/>
                  </a:lnTo>
                  <a:lnTo>
                    <a:pt x="3757812" y="1640566"/>
                  </a:lnTo>
                  <a:lnTo>
                    <a:pt x="3818491" y="1655833"/>
                  </a:lnTo>
                  <a:lnTo>
                    <a:pt x="3878866" y="1670783"/>
                  </a:lnTo>
                  <a:lnTo>
                    <a:pt x="3938849" y="1685375"/>
                  </a:lnTo>
                  <a:lnTo>
                    <a:pt x="3998352" y="1699571"/>
                  </a:lnTo>
                  <a:lnTo>
                    <a:pt x="4057286" y="1713332"/>
                  </a:lnTo>
                  <a:lnTo>
                    <a:pt x="4115565" y="1726618"/>
                  </a:lnTo>
                  <a:lnTo>
                    <a:pt x="4173099" y="1739391"/>
                  </a:lnTo>
                  <a:lnTo>
                    <a:pt x="4229801" y="1751610"/>
                  </a:lnTo>
                  <a:lnTo>
                    <a:pt x="4285584" y="1763238"/>
                  </a:lnTo>
                  <a:lnTo>
                    <a:pt x="4340358" y="1774234"/>
                  </a:lnTo>
                  <a:lnTo>
                    <a:pt x="4394036" y="1784561"/>
                  </a:lnTo>
                  <a:lnTo>
                    <a:pt x="4446530" y="1794178"/>
                  </a:lnTo>
                  <a:lnTo>
                    <a:pt x="4497752" y="1803046"/>
                  </a:lnTo>
                  <a:lnTo>
                    <a:pt x="4547614" y="1811128"/>
                  </a:lnTo>
                  <a:lnTo>
                    <a:pt x="4612833" y="1820758"/>
                  </a:lnTo>
                  <a:lnTo>
                    <a:pt x="4678368" y="1829355"/>
                  </a:lnTo>
                  <a:lnTo>
                    <a:pt x="4744118" y="1836960"/>
                  </a:lnTo>
                  <a:lnTo>
                    <a:pt x="4809986" y="1843618"/>
                  </a:lnTo>
                  <a:lnTo>
                    <a:pt x="4875870" y="1849372"/>
                  </a:lnTo>
                  <a:lnTo>
                    <a:pt x="4941671" y="1854264"/>
                  </a:lnTo>
                  <a:lnTo>
                    <a:pt x="5007291" y="1858340"/>
                  </a:lnTo>
                  <a:lnTo>
                    <a:pt x="5072629" y="1861642"/>
                  </a:lnTo>
                  <a:lnTo>
                    <a:pt x="5137585" y="1864213"/>
                  </a:lnTo>
                  <a:lnTo>
                    <a:pt x="5202062" y="1866097"/>
                  </a:lnTo>
                  <a:lnTo>
                    <a:pt x="5265958" y="1867338"/>
                  </a:lnTo>
                  <a:lnTo>
                    <a:pt x="5329174" y="1867978"/>
                  </a:lnTo>
                  <a:lnTo>
                    <a:pt x="5391612" y="1868061"/>
                  </a:lnTo>
                  <a:lnTo>
                    <a:pt x="5453171" y="1867631"/>
                  </a:lnTo>
                  <a:lnTo>
                    <a:pt x="5513751" y="1866731"/>
                  </a:lnTo>
                  <a:lnTo>
                    <a:pt x="5573254" y="1865404"/>
                  </a:lnTo>
                  <a:lnTo>
                    <a:pt x="5631581" y="1863694"/>
                  </a:lnTo>
                  <a:lnTo>
                    <a:pt x="5688630" y="1861644"/>
                  </a:lnTo>
                  <a:lnTo>
                    <a:pt x="5744303" y="1859298"/>
                  </a:lnTo>
                  <a:lnTo>
                    <a:pt x="5798501" y="1856699"/>
                  </a:lnTo>
                  <a:lnTo>
                    <a:pt x="5851123" y="1853891"/>
                  </a:lnTo>
                  <a:lnTo>
                    <a:pt x="5902071" y="1850916"/>
                  </a:lnTo>
                  <a:lnTo>
                    <a:pt x="5998545" y="1844642"/>
                  </a:lnTo>
                  <a:lnTo>
                    <a:pt x="6087127" y="1838224"/>
                  </a:lnTo>
                  <a:lnTo>
                    <a:pt x="6323515" y="1819646"/>
                  </a:lnTo>
                  <a:lnTo>
                    <a:pt x="6366729" y="1816880"/>
                  </a:lnTo>
                  <a:lnTo>
                    <a:pt x="6383784" y="1816138"/>
                  </a:lnTo>
                  <a:lnTo>
                    <a:pt x="6423869" y="1815119"/>
                  </a:lnTo>
                  <a:lnTo>
                    <a:pt x="6457201" y="1812923"/>
                  </a:lnTo>
                  <a:lnTo>
                    <a:pt x="6496866" y="1809426"/>
                  </a:lnTo>
                  <a:lnTo>
                    <a:pt x="6542062" y="1804765"/>
                  </a:lnTo>
                  <a:lnTo>
                    <a:pt x="6591990" y="1799073"/>
                  </a:lnTo>
                  <a:lnTo>
                    <a:pt x="6645846" y="1792485"/>
                  </a:lnTo>
                  <a:lnTo>
                    <a:pt x="6702830" y="1785136"/>
                  </a:lnTo>
                  <a:lnTo>
                    <a:pt x="6762140" y="1777160"/>
                  </a:lnTo>
                  <a:lnTo>
                    <a:pt x="6822975" y="1768692"/>
                  </a:lnTo>
                  <a:lnTo>
                    <a:pt x="6884533" y="1759867"/>
                  </a:lnTo>
                  <a:lnTo>
                    <a:pt x="6946014" y="1750820"/>
                  </a:lnTo>
                  <a:lnTo>
                    <a:pt x="7065536" y="1732595"/>
                  </a:lnTo>
                  <a:lnTo>
                    <a:pt x="7175130" y="1715094"/>
                  </a:lnTo>
                  <a:lnTo>
                    <a:pt x="7224201" y="1706952"/>
                  </a:lnTo>
                  <a:lnTo>
                    <a:pt x="7268385" y="1699396"/>
                  </a:lnTo>
                  <a:lnTo>
                    <a:pt x="7306882" y="1692559"/>
                  </a:lnTo>
                  <a:lnTo>
                    <a:pt x="7338890" y="1686576"/>
                  </a:lnTo>
                  <a:lnTo>
                    <a:pt x="7339696" y="1686576"/>
                  </a:lnTo>
                  <a:lnTo>
                    <a:pt x="7341319" y="1685781"/>
                  </a:lnTo>
                  <a:lnTo>
                    <a:pt x="7342125" y="1685781"/>
                  </a:lnTo>
                  <a:lnTo>
                    <a:pt x="7371255" y="1679435"/>
                  </a:lnTo>
                  <a:lnTo>
                    <a:pt x="7501871" y="1688633"/>
                  </a:lnTo>
                  <a:lnTo>
                    <a:pt x="7673228" y="1735167"/>
                  </a:lnTo>
                  <a:lnTo>
                    <a:pt x="7822278" y="1786758"/>
                  </a:lnTo>
                  <a:lnTo>
                    <a:pt x="7885973" y="1811128"/>
                  </a:lnTo>
                  <a:lnTo>
                    <a:pt x="7937639" y="1829735"/>
                  </a:lnTo>
                  <a:lnTo>
                    <a:pt x="7989908" y="1848167"/>
                  </a:lnTo>
                  <a:lnTo>
                    <a:pt x="8042759" y="1866421"/>
                  </a:lnTo>
                  <a:lnTo>
                    <a:pt x="8096174" y="1884500"/>
                  </a:lnTo>
                  <a:lnTo>
                    <a:pt x="8150134" y="1902402"/>
                  </a:lnTo>
                  <a:lnTo>
                    <a:pt x="8204620" y="1920127"/>
                  </a:lnTo>
                  <a:lnTo>
                    <a:pt x="8259613" y="1937676"/>
                  </a:lnTo>
                  <a:lnTo>
                    <a:pt x="8315093" y="1955048"/>
                  </a:lnTo>
                  <a:lnTo>
                    <a:pt x="8371042" y="1972244"/>
                  </a:lnTo>
                  <a:lnTo>
                    <a:pt x="8427440" y="1989264"/>
                  </a:lnTo>
                  <a:lnTo>
                    <a:pt x="8484269" y="2006107"/>
                  </a:lnTo>
                  <a:lnTo>
                    <a:pt x="8541510" y="2022773"/>
                  </a:lnTo>
                  <a:lnTo>
                    <a:pt x="8599143" y="2039264"/>
                  </a:lnTo>
                  <a:lnTo>
                    <a:pt x="8657149" y="2055577"/>
                  </a:lnTo>
                  <a:lnTo>
                    <a:pt x="8715511" y="2071714"/>
                  </a:lnTo>
                  <a:lnTo>
                    <a:pt x="8774207" y="2087675"/>
                  </a:lnTo>
                  <a:lnTo>
                    <a:pt x="8833220" y="2103459"/>
                  </a:lnTo>
                  <a:lnTo>
                    <a:pt x="8892531" y="2119067"/>
                  </a:lnTo>
                  <a:lnTo>
                    <a:pt x="8952120" y="2134498"/>
                  </a:lnTo>
                  <a:lnTo>
                    <a:pt x="9011968" y="2149753"/>
                  </a:lnTo>
                  <a:lnTo>
                    <a:pt x="9072057" y="2164831"/>
                  </a:lnTo>
                  <a:lnTo>
                    <a:pt x="9132366" y="2179733"/>
                  </a:lnTo>
                  <a:lnTo>
                    <a:pt x="9192879" y="2194459"/>
                  </a:lnTo>
                  <a:lnTo>
                    <a:pt x="9253574" y="2209008"/>
                  </a:lnTo>
                  <a:lnTo>
                    <a:pt x="9375438" y="2237576"/>
                  </a:lnTo>
                  <a:lnTo>
                    <a:pt x="9497807" y="2265439"/>
                  </a:lnTo>
                  <a:lnTo>
                    <a:pt x="9620529" y="2292596"/>
                  </a:lnTo>
                  <a:lnTo>
                    <a:pt x="9743450" y="2319046"/>
                  </a:lnTo>
                  <a:lnTo>
                    <a:pt x="9866420" y="2344791"/>
                  </a:lnTo>
                  <a:lnTo>
                    <a:pt x="9989285" y="2369831"/>
                  </a:lnTo>
                  <a:lnTo>
                    <a:pt x="10111894" y="2394164"/>
                  </a:lnTo>
                  <a:lnTo>
                    <a:pt x="10234093" y="2417791"/>
                  </a:lnTo>
                  <a:lnTo>
                    <a:pt x="10355732" y="2440713"/>
                  </a:lnTo>
                  <a:lnTo>
                    <a:pt x="10476658" y="2462928"/>
                  </a:lnTo>
                  <a:lnTo>
                    <a:pt x="10596718" y="2484438"/>
                  </a:lnTo>
                  <a:lnTo>
                    <a:pt x="10715761" y="2505242"/>
                  </a:lnTo>
                  <a:lnTo>
                    <a:pt x="10833634" y="2525340"/>
                  </a:lnTo>
                  <a:lnTo>
                    <a:pt x="10950184" y="2544732"/>
                  </a:lnTo>
                  <a:lnTo>
                    <a:pt x="11065261" y="2563419"/>
                  </a:lnTo>
                  <a:lnTo>
                    <a:pt x="11178710" y="2581399"/>
                  </a:lnTo>
                  <a:lnTo>
                    <a:pt x="11345502" y="2607046"/>
                  </a:lnTo>
                  <a:lnTo>
                    <a:pt x="11507778" y="2631105"/>
                  </a:lnTo>
                  <a:lnTo>
                    <a:pt x="11665024" y="2653576"/>
                  </a:lnTo>
                  <a:lnTo>
                    <a:pt x="11816726" y="2674458"/>
                  </a:lnTo>
                  <a:lnTo>
                    <a:pt x="11962371" y="2693753"/>
                  </a:lnTo>
                  <a:lnTo>
                    <a:pt x="12101445" y="2711459"/>
                  </a:lnTo>
                  <a:lnTo>
                    <a:pt x="12233434" y="2727577"/>
                  </a:lnTo>
                  <a:lnTo>
                    <a:pt x="12357824" y="2742107"/>
                  </a:lnTo>
                  <a:lnTo>
                    <a:pt x="12474102" y="2755048"/>
                  </a:lnTo>
                  <a:lnTo>
                    <a:pt x="12581754" y="2766402"/>
                  </a:lnTo>
                  <a:lnTo>
                    <a:pt x="12680266" y="2776167"/>
                  </a:lnTo>
                  <a:lnTo>
                    <a:pt x="12769124" y="2784344"/>
                  </a:lnTo>
                  <a:lnTo>
                    <a:pt x="12847814" y="2790933"/>
                  </a:lnTo>
                  <a:lnTo>
                    <a:pt x="12915824" y="2795934"/>
                  </a:lnTo>
                  <a:lnTo>
                    <a:pt x="12972638" y="2799346"/>
                  </a:lnTo>
                  <a:lnTo>
                    <a:pt x="13059521" y="2802486"/>
                  </a:lnTo>
                  <a:lnTo>
                    <a:pt x="13097226" y="2804167"/>
                  </a:lnTo>
                  <a:lnTo>
                    <a:pt x="13163244" y="2808615"/>
                  </a:lnTo>
                  <a:lnTo>
                    <a:pt x="13221447" y="2814499"/>
                  </a:lnTo>
                  <a:lnTo>
                    <a:pt x="13277485" y="2821801"/>
                  </a:lnTo>
                  <a:lnTo>
                    <a:pt x="13405669" y="2840598"/>
                  </a:lnTo>
                  <a:lnTo>
                    <a:pt x="13445190" y="2846158"/>
                  </a:lnTo>
                  <a:lnTo>
                    <a:pt x="13489115" y="2852058"/>
                  </a:lnTo>
                  <a:lnTo>
                    <a:pt x="13538148" y="2858297"/>
                  </a:lnTo>
                  <a:lnTo>
                    <a:pt x="13592997" y="2864872"/>
                  </a:lnTo>
                  <a:lnTo>
                    <a:pt x="13654367" y="2871781"/>
                  </a:lnTo>
                  <a:lnTo>
                    <a:pt x="13722965" y="2879022"/>
                  </a:lnTo>
                  <a:lnTo>
                    <a:pt x="13799498" y="2886593"/>
                  </a:lnTo>
                  <a:lnTo>
                    <a:pt x="13884671" y="2894492"/>
                  </a:lnTo>
                  <a:lnTo>
                    <a:pt x="13979190" y="2902717"/>
                  </a:lnTo>
                  <a:lnTo>
                    <a:pt x="13650967" y="2845057"/>
                  </a:lnTo>
                  <a:lnTo>
                    <a:pt x="13309356" y="2783523"/>
                  </a:lnTo>
                  <a:lnTo>
                    <a:pt x="13016718" y="2729638"/>
                  </a:lnTo>
                  <a:lnTo>
                    <a:pt x="12718781" y="2673684"/>
                  </a:lnTo>
                  <a:lnTo>
                    <a:pt x="12417359" y="2615945"/>
                  </a:lnTo>
                  <a:lnTo>
                    <a:pt x="12114272" y="2556702"/>
                  </a:lnTo>
                  <a:lnTo>
                    <a:pt x="11811335" y="2496238"/>
                  </a:lnTo>
                  <a:lnTo>
                    <a:pt x="11570314" y="2447178"/>
                  </a:lnTo>
                  <a:lnTo>
                    <a:pt x="11331482" y="2397662"/>
                  </a:lnTo>
                  <a:lnTo>
                    <a:pt x="11095770" y="2347835"/>
                  </a:lnTo>
                  <a:lnTo>
                    <a:pt x="10864108" y="2297841"/>
                  </a:lnTo>
                  <a:lnTo>
                    <a:pt x="10693578" y="2260323"/>
                  </a:lnTo>
                  <a:lnTo>
                    <a:pt x="10526242" y="2222854"/>
                  </a:lnTo>
                  <a:lnTo>
                    <a:pt x="10362492" y="2185495"/>
                  </a:lnTo>
                  <a:lnTo>
                    <a:pt x="10202720" y="2148307"/>
                  </a:lnTo>
                  <a:lnTo>
                    <a:pt x="10047319" y="2111350"/>
                  </a:lnTo>
                  <a:lnTo>
                    <a:pt x="9896682" y="2074686"/>
                  </a:lnTo>
                  <a:lnTo>
                    <a:pt x="9751200" y="2038375"/>
                  </a:lnTo>
                  <a:lnTo>
                    <a:pt x="9657270" y="2014395"/>
                  </a:lnTo>
                  <a:lnTo>
                    <a:pt x="9565923" y="1990618"/>
                  </a:lnTo>
                  <a:lnTo>
                    <a:pt x="9477274" y="1967061"/>
                  </a:lnTo>
                  <a:lnTo>
                    <a:pt x="9391439" y="1943742"/>
                  </a:lnTo>
                  <a:lnTo>
                    <a:pt x="9308536" y="1920680"/>
                  </a:lnTo>
                  <a:lnTo>
                    <a:pt x="9228679" y="1897893"/>
                  </a:lnTo>
                  <a:lnTo>
                    <a:pt x="9151987" y="1875399"/>
                  </a:lnTo>
                  <a:lnTo>
                    <a:pt x="9078574" y="1853216"/>
                  </a:lnTo>
                  <a:lnTo>
                    <a:pt x="9008557" y="1831361"/>
                  </a:lnTo>
                  <a:lnTo>
                    <a:pt x="8942052" y="1809854"/>
                  </a:lnTo>
                  <a:lnTo>
                    <a:pt x="8879176" y="1788712"/>
                  </a:lnTo>
                  <a:lnTo>
                    <a:pt x="8820045" y="1767954"/>
                  </a:lnTo>
                  <a:lnTo>
                    <a:pt x="8764775" y="1747596"/>
                  </a:lnTo>
                  <a:lnTo>
                    <a:pt x="8713483" y="1727658"/>
                  </a:lnTo>
                  <a:lnTo>
                    <a:pt x="8666284" y="1708158"/>
                  </a:lnTo>
                  <a:lnTo>
                    <a:pt x="8623295" y="1689113"/>
                  </a:lnTo>
                  <a:lnTo>
                    <a:pt x="8584633" y="1670542"/>
                  </a:lnTo>
                  <a:lnTo>
                    <a:pt x="8509356" y="1630075"/>
                  </a:lnTo>
                  <a:lnTo>
                    <a:pt x="8467150" y="1608044"/>
                  </a:lnTo>
                  <a:lnTo>
                    <a:pt x="8423845" y="1586377"/>
                  </a:lnTo>
                  <a:lnTo>
                    <a:pt x="8379492" y="1565076"/>
                  </a:lnTo>
                  <a:lnTo>
                    <a:pt x="8334144" y="1544148"/>
                  </a:lnTo>
                  <a:lnTo>
                    <a:pt x="8287851" y="1523597"/>
                  </a:lnTo>
                  <a:lnTo>
                    <a:pt x="8240664" y="1503428"/>
                  </a:lnTo>
                  <a:lnTo>
                    <a:pt x="8192634" y="1483646"/>
                  </a:lnTo>
                  <a:lnTo>
                    <a:pt x="8143812" y="1464256"/>
                  </a:lnTo>
                  <a:lnTo>
                    <a:pt x="8094251" y="1445263"/>
                  </a:lnTo>
                  <a:lnTo>
                    <a:pt x="8043999" y="1426672"/>
                  </a:lnTo>
                  <a:lnTo>
                    <a:pt x="7993110" y="1408488"/>
                  </a:lnTo>
                  <a:lnTo>
                    <a:pt x="7941633" y="1390715"/>
                  </a:lnTo>
                  <a:lnTo>
                    <a:pt x="7889621" y="1373359"/>
                  </a:lnTo>
                  <a:lnTo>
                    <a:pt x="7837124" y="1356424"/>
                  </a:lnTo>
                  <a:lnTo>
                    <a:pt x="7784193" y="1339916"/>
                  </a:lnTo>
                  <a:lnTo>
                    <a:pt x="7730879" y="1323839"/>
                  </a:lnTo>
                  <a:lnTo>
                    <a:pt x="7677234" y="1308199"/>
                  </a:lnTo>
                  <a:lnTo>
                    <a:pt x="7623309" y="1293000"/>
                  </a:lnTo>
                  <a:lnTo>
                    <a:pt x="7569155" y="1278247"/>
                  </a:lnTo>
                  <a:lnTo>
                    <a:pt x="7514822" y="1263945"/>
                  </a:lnTo>
                  <a:lnTo>
                    <a:pt x="7460363" y="1250099"/>
                  </a:lnTo>
                  <a:lnTo>
                    <a:pt x="7405828" y="1236714"/>
                  </a:lnTo>
                  <a:lnTo>
                    <a:pt x="7351268" y="1223796"/>
                  </a:lnTo>
                  <a:lnTo>
                    <a:pt x="7296735" y="1211347"/>
                  </a:lnTo>
                  <a:lnTo>
                    <a:pt x="7242279" y="1199375"/>
                  </a:lnTo>
                  <a:lnTo>
                    <a:pt x="7187952" y="1187883"/>
                  </a:lnTo>
                  <a:lnTo>
                    <a:pt x="7133805" y="1176877"/>
                  </a:lnTo>
                  <a:lnTo>
                    <a:pt x="7079889" y="1166362"/>
                  </a:lnTo>
                  <a:lnTo>
                    <a:pt x="7026255" y="1156342"/>
                  </a:lnTo>
                  <a:lnTo>
                    <a:pt x="6972954" y="1146822"/>
                  </a:lnTo>
                  <a:lnTo>
                    <a:pt x="6920038" y="1137808"/>
                  </a:lnTo>
                  <a:lnTo>
                    <a:pt x="6867557" y="1129304"/>
                  </a:lnTo>
                  <a:lnTo>
                    <a:pt x="6815562" y="1121315"/>
                  </a:lnTo>
                  <a:lnTo>
                    <a:pt x="6764106" y="1113846"/>
                  </a:lnTo>
                  <a:lnTo>
                    <a:pt x="6713238" y="1106903"/>
                  </a:lnTo>
                  <a:lnTo>
                    <a:pt x="6663011" y="1100489"/>
                  </a:lnTo>
                  <a:lnTo>
                    <a:pt x="6613474" y="1094610"/>
                  </a:lnTo>
                  <a:lnTo>
                    <a:pt x="6564680" y="1089271"/>
                  </a:lnTo>
                  <a:lnTo>
                    <a:pt x="6516679" y="1084477"/>
                  </a:lnTo>
                  <a:lnTo>
                    <a:pt x="6469523" y="1080233"/>
                  </a:lnTo>
                  <a:lnTo>
                    <a:pt x="6423262" y="1076543"/>
                  </a:lnTo>
                  <a:lnTo>
                    <a:pt x="6377948" y="1073412"/>
                  </a:lnTo>
                  <a:lnTo>
                    <a:pt x="6333633" y="1070846"/>
                  </a:lnTo>
                  <a:lnTo>
                    <a:pt x="6290366" y="1068850"/>
                  </a:lnTo>
                  <a:lnTo>
                    <a:pt x="6248199" y="1067428"/>
                  </a:lnTo>
                  <a:lnTo>
                    <a:pt x="6207184" y="1066585"/>
                  </a:lnTo>
                  <a:lnTo>
                    <a:pt x="6167371" y="1066326"/>
                  </a:lnTo>
                  <a:lnTo>
                    <a:pt x="6128811" y="1066656"/>
                  </a:lnTo>
                  <a:lnTo>
                    <a:pt x="6055658" y="1069104"/>
                  </a:lnTo>
                  <a:lnTo>
                    <a:pt x="5988132" y="1073968"/>
                  </a:lnTo>
                  <a:lnTo>
                    <a:pt x="5923067" y="1080900"/>
                  </a:lnTo>
                  <a:lnTo>
                    <a:pt x="5887530" y="1083910"/>
                  </a:lnTo>
                  <a:lnTo>
                    <a:pt x="5810795" y="1088269"/>
                  </a:lnTo>
                  <a:lnTo>
                    <a:pt x="5769759" y="1089644"/>
                  </a:lnTo>
                  <a:lnTo>
                    <a:pt x="5727054" y="1090500"/>
                  </a:lnTo>
                  <a:lnTo>
                    <a:pt x="5682760" y="1090853"/>
                  </a:lnTo>
                  <a:lnTo>
                    <a:pt x="5636961" y="1090714"/>
                  </a:lnTo>
                  <a:lnTo>
                    <a:pt x="5589736" y="1090097"/>
                  </a:lnTo>
                  <a:lnTo>
                    <a:pt x="5541168" y="1089016"/>
                  </a:lnTo>
                  <a:lnTo>
                    <a:pt x="5491339" y="1087485"/>
                  </a:lnTo>
                  <a:lnTo>
                    <a:pt x="5440330" y="1085516"/>
                  </a:lnTo>
                  <a:lnTo>
                    <a:pt x="5388222" y="1083124"/>
                  </a:lnTo>
                  <a:lnTo>
                    <a:pt x="5335098" y="1080321"/>
                  </a:lnTo>
                  <a:lnTo>
                    <a:pt x="5281039" y="1077122"/>
                  </a:lnTo>
                  <a:lnTo>
                    <a:pt x="5226127" y="1073539"/>
                  </a:lnTo>
                  <a:lnTo>
                    <a:pt x="5170442" y="1069587"/>
                  </a:lnTo>
                  <a:lnTo>
                    <a:pt x="5114068" y="1065279"/>
                  </a:lnTo>
                  <a:lnTo>
                    <a:pt x="5057085" y="1060628"/>
                  </a:lnTo>
                  <a:lnTo>
                    <a:pt x="4999576" y="1055647"/>
                  </a:lnTo>
                  <a:lnTo>
                    <a:pt x="4941621" y="1050351"/>
                  </a:lnTo>
                  <a:lnTo>
                    <a:pt x="4883302" y="1044753"/>
                  </a:lnTo>
                  <a:lnTo>
                    <a:pt x="4824702" y="1038865"/>
                  </a:lnTo>
                  <a:lnTo>
                    <a:pt x="4765901" y="1032703"/>
                  </a:lnTo>
                  <a:lnTo>
                    <a:pt x="4706981" y="1026278"/>
                  </a:lnTo>
                  <a:lnTo>
                    <a:pt x="4648025" y="1019606"/>
                  </a:lnTo>
                  <a:lnTo>
                    <a:pt x="4589112" y="1012698"/>
                  </a:lnTo>
                  <a:lnTo>
                    <a:pt x="4530327" y="1005570"/>
                  </a:lnTo>
                  <a:lnTo>
                    <a:pt x="4471749" y="998233"/>
                  </a:lnTo>
                  <a:lnTo>
                    <a:pt x="4413460" y="990702"/>
                  </a:lnTo>
                  <a:lnTo>
                    <a:pt x="4355542" y="982990"/>
                  </a:lnTo>
                  <a:lnTo>
                    <a:pt x="4298078" y="975111"/>
                  </a:lnTo>
                  <a:lnTo>
                    <a:pt x="4241147" y="967078"/>
                  </a:lnTo>
                  <a:lnTo>
                    <a:pt x="4184833" y="958905"/>
                  </a:lnTo>
                  <a:lnTo>
                    <a:pt x="4129216" y="950605"/>
                  </a:lnTo>
                  <a:lnTo>
                    <a:pt x="4074378" y="942191"/>
                  </a:lnTo>
                  <a:lnTo>
                    <a:pt x="4020402" y="933678"/>
                  </a:lnTo>
                  <a:lnTo>
                    <a:pt x="3967367" y="925078"/>
                  </a:lnTo>
                  <a:lnTo>
                    <a:pt x="3915357" y="916405"/>
                  </a:lnTo>
                  <a:lnTo>
                    <a:pt x="3864453" y="907673"/>
                  </a:lnTo>
                  <a:lnTo>
                    <a:pt x="3814736" y="898895"/>
                  </a:lnTo>
                  <a:lnTo>
                    <a:pt x="3766288" y="890084"/>
                  </a:lnTo>
                  <a:lnTo>
                    <a:pt x="3719191" y="881255"/>
                  </a:lnTo>
                  <a:lnTo>
                    <a:pt x="3673526" y="872420"/>
                  </a:lnTo>
                  <a:lnTo>
                    <a:pt x="3629375" y="863593"/>
                  </a:lnTo>
                  <a:lnTo>
                    <a:pt x="3586819" y="854787"/>
                  </a:lnTo>
                  <a:lnTo>
                    <a:pt x="3545941" y="846017"/>
                  </a:lnTo>
                  <a:lnTo>
                    <a:pt x="3506821" y="837295"/>
                  </a:lnTo>
                  <a:lnTo>
                    <a:pt x="3469542" y="828636"/>
                  </a:lnTo>
                  <a:lnTo>
                    <a:pt x="3369322" y="803638"/>
                  </a:lnTo>
                  <a:lnTo>
                    <a:pt x="3337008" y="796207"/>
                  </a:lnTo>
                  <a:lnTo>
                    <a:pt x="3270005" y="782675"/>
                  </a:lnTo>
                  <a:lnTo>
                    <a:pt x="3199902" y="770696"/>
                  </a:lnTo>
                  <a:lnTo>
                    <a:pt x="3126777" y="760006"/>
                  </a:lnTo>
                  <a:lnTo>
                    <a:pt x="3050708" y="750341"/>
                  </a:lnTo>
                  <a:lnTo>
                    <a:pt x="3011594" y="745810"/>
                  </a:lnTo>
                  <a:lnTo>
                    <a:pt x="2931257" y="737188"/>
                  </a:lnTo>
                  <a:lnTo>
                    <a:pt x="2805622" y="724856"/>
                  </a:lnTo>
                  <a:lnTo>
                    <a:pt x="2583210" y="703709"/>
                  </a:lnTo>
                  <a:lnTo>
                    <a:pt x="2489915" y="694272"/>
                  </a:lnTo>
                  <a:lnTo>
                    <a:pt x="2394264" y="683881"/>
                  </a:lnTo>
                  <a:lnTo>
                    <a:pt x="2345579" y="678245"/>
                  </a:lnTo>
                  <a:lnTo>
                    <a:pt x="2296334" y="672271"/>
                  </a:lnTo>
                  <a:lnTo>
                    <a:pt x="2246539" y="665927"/>
                  </a:lnTo>
                  <a:lnTo>
                    <a:pt x="2196204" y="659179"/>
                  </a:lnTo>
                  <a:lnTo>
                    <a:pt x="2145339" y="651994"/>
                  </a:lnTo>
                  <a:lnTo>
                    <a:pt x="2093953" y="644340"/>
                  </a:lnTo>
                  <a:lnTo>
                    <a:pt x="2042056" y="636183"/>
                  </a:lnTo>
                  <a:lnTo>
                    <a:pt x="1989658" y="627490"/>
                  </a:lnTo>
                  <a:lnTo>
                    <a:pt x="1936769" y="618229"/>
                  </a:lnTo>
                  <a:lnTo>
                    <a:pt x="1883398" y="608366"/>
                  </a:lnTo>
                  <a:lnTo>
                    <a:pt x="1829555" y="597869"/>
                  </a:lnTo>
                  <a:lnTo>
                    <a:pt x="1775251" y="586704"/>
                  </a:lnTo>
                  <a:lnTo>
                    <a:pt x="1720494" y="574838"/>
                  </a:lnTo>
                  <a:lnTo>
                    <a:pt x="1665295" y="562239"/>
                  </a:lnTo>
                  <a:lnTo>
                    <a:pt x="1609663" y="548873"/>
                  </a:lnTo>
                  <a:lnTo>
                    <a:pt x="1553609" y="534708"/>
                  </a:lnTo>
                  <a:lnTo>
                    <a:pt x="1497141" y="519710"/>
                  </a:lnTo>
                  <a:lnTo>
                    <a:pt x="1440271" y="503846"/>
                  </a:lnTo>
                  <a:lnTo>
                    <a:pt x="1383006" y="487084"/>
                  </a:lnTo>
                  <a:lnTo>
                    <a:pt x="1325359" y="469391"/>
                  </a:lnTo>
                  <a:lnTo>
                    <a:pt x="1267337" y="450733"/>
                  </a:lnTo>
                  <a:lnTo>
                    <a:pt x="1208951" y="431077"/>
                  </a:lnTo>
                  <a:lnTo>
                    <a:pt x="1150211" y="410391"/>
                  </a:lnTo>
                  <a:lnTo>
                    <a:pt x="1091126" y="388641"/>
                  </a:lnTo>
                  <a:lnTo>
                    <a:pt x="1031707" y="365795"/>
                  </a:lnTo>
                  <a:lnTo>
                    <a:pt x="971962" y="341819"/>
                  </a:lnTo>
                  <a:lnTo>
                    <a:pt x="911903" y="316681"/>
                  </a:lnTo>
                  <a:lnTo>
                    <a:pt x="851538" y="290347"/>
                  </a:lnTo>
                  <a:lnTo>
                    <a:pt x="800702" y="267705"/>
                  </a:lnTo>
                  <a:lnTo>
                    <a:pt x="657303" y="204684"/>
                  </a:lnTo>
                  <a:lnTo>
                    <a:pt x="601214" y="180624"/>
                  </a:lnTo>
                  <a:lnTo>
                    <a:pt x="547253" y="157750"/>
                  </a:lnTo>
                  <a:lnTo>
                    <a:pt x="495378" y="136032"/>
                  </a:lnTo>
                  <a:lnTo>
                    <a:pt x="445550" y="115436"/>
                  </a:lnTo>
                  <a:lnTo>
                    <a:pt x="397729" y="95930"/>
                  </a:lnTo>
                  <a:lnTo>
                    <a:pt x="351873" y="77484"/>
                  </a:lnTo>
                  <a:lnTo>
                    <a:pt x="307943" y="60063"/>
                  </a:lnTo>
                  <a:lnTo>
                    <a:pt x="265899" y="43636"/>
                  </a:lnTo>
                  <a:lnTo>
                    <a:pt x="225701" y="28171"/>
                  </a:lnTo>
                  <a:lnTo>
                    <a:pt x="187308" y="13637"/>
                  </a:lnTo>
                  <a:lnTo>
                    <a:pt x="150679" y="0"/>
                  </a:lnTo>
                  <a:close/>
                </a:path>
              </a:pathLst>
            </a:custGeom>
            <a:solidFill>
              <a:srgbClr val="D38F2E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1" name="object 21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0" y="9050405"/>
              <a:ext cx="20104100" cy="2258150"/>
            </a:xfrm>
            <a:prstGeom prst="rect">
              <a:avLst/>
            </a:prstGeom>
          </p:spPr>
        </p:pic>
      </p:grpSp>
      <p:sp>
        <p:nvSpPr>
          <p:cNvPr id="22" name="object 22" descr=""/>
          <p:cNvSpPr txBox="1"/>
          <p:nvPr/>
        </p:nvSpPr>
        <p:spPr>
          <a:xfrm>
            <a:off x="624158" y="728636"/>
            <a:ext cx="2834640" cy="2895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700">
                <a:latin typeface="Open Sans"/>
                <a:cs typeface="Open Sans"/>
              </a:rPr>
              <a:t>Example</a:t>
            </a:r>
            <a:r>
              <a:rPr dirty="0" sz="1700" spc="70">
                <a:latin typeface="Open Sans"/>
                <a:cs typeface="Open Sans"/>
              </a:rPr>
              <a:t> </a:t>
            </a:r>
            <a:r>
              <a:rPr dirty="0" sz="1700">
                <a:latin typeface="Open Sans"/>
                <a:cs typeface="Open Sans"/>
              </a:rPr>
              <a:t>background</a:t>
            </a:r>
            <a:r>
              <a:rPr dirty="0" sz="1700" spc="70">
                <a:latin typeface="Open Sans"/>
                <a:cs typeface="Open Sans"/>
              </a:rPr>
              <a:t> </a:t>
            </a:r>
            <a:r>
              <a:rPr dirty="0" sz="1700" spc="-10">
                <a:latin typeface="Open Sans"/>
                <a:cs typeface="Open Sans"/>
              </a:rPr>
              <a:t>scene</a:t>
            </a:r>
            <a:endParaRPr sz="1700">
              <a:latin typeface="Open Sans"/>
              <a:cs typeface="Open Sans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0" y="0"/>
            <a:ext cx="20104100" cy="8248015"/>
            <a:chOff x="0" y="0"/>
            <a:chExt cx="20104100" cy="8248015"/>
          </a:xfrm>
        </p:grpSpPr>
        <p:pic>
          <p:nvPicPr>
            <p:cNvPr id="3" name="object 3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0" y="0"/>
              <a:ext cx="20104100" cy="8247843"/>
            </a:xfrm>
            <a:prstGeom prst="rect">
              <a:avLst/>
            </a:prstGeom>
          </p:spPr>
        </p:pic>
        <p:sp>
          <p:nvSpPr>
            <p:cNvPr id="4" name="object 4" descr=""/>
            <p:cNvSpPr/>
            <p:nvPr/>
          </p:nvSpPr>
          <p:spPr>
            <a:xfrm>
              <a:off x="91516" y="2282957"/>
              <a:ext cx="20012660" cy="5938520"/>
            </a:xfrm>
            <a:custGeom>
              <a:avLst/>
              <a:gdLst/>
              <a:ahLst/>
              <a:cxnLst/>
              <a:rect l="l" t="t" r="r" b="b"/>
              <a:pathLst>
                <a:path w="20012660" h="5938520">
                  <a:moveTo>
                    <a:pt x="10699636" y="532739"/>
                  </a:moveTo>
                  <a:lnTo>
                    <a:pt x="10676255" y="478739"/>
                  </a:lnTo>
                  <a:lnTo>
                    <a:pt x="10604818" y="359956"/>
                  </a:lnTo>
                  <a:lnTo>
                    <a:pt x="10483431" y="241173"/>
                  </a:lnTo>
                  <a:lnTo>
                    <a:pt x="10310190" y="187185"/>
                  </a:lnTo>
                  <a:lnTo>
                    <a:pt x="10259339" y="191096"/>
                  </a:lnTo>
                  <a:lnTo>
                    <a:pt x="10214064" y="202082"/>
                  </a:lnTo>
                  <a:lnTo>
                    <a:pt x="10173741" y="219062"/>
                  </a:lnTo>
                  <a:lnTo>
                    <a:pt x="10137711" y="240944"/>
                  </a:lnTo>
                  <a:lnTo>
                    <a:pt x="10105365" y="266636"/>
                  </a:lnTo>
                  <a:lnTo>
                    <a:pt x="10076040" y="295059"/>
                  </a:lnTo>
                  <a:lnTo>
                    <a:pt x="10049091" y="325120"/>
                  </a:lnTo>
                  <a:lnTo>
                    <a:pt x="10023907" y="355714"/>
                  </a:lnTo>
                  <a:lnTo>
                    <a:pt x="9999828" y="385775"/>
                  </a:lnTo>
                  <a:lnTo>
                    <a:pt x="9976206" y="414197"/>
                  </a:lnTo>
                  <a:lnTo>
                    <a:pt x="9927831" y="461772"/>
                  </a:lnTo>
                  <a:lnTo>
                    <a:pt x="9873666" y="489737"/>
                  </a:lnTo>
                  <a:lnTo>
                    <a:pt x="9842805" y="493649"/>
                  </a:lnTo>
                  <a:lnTo>
                    <a:pt x="9789922" y="491223"/>
                  </a:lnTo>
                  <a:lnTo>
                    <a:pt x="9753105" y="484835"/>
                  </a:lnTo>
                  <a:lnTo>
                    <a:pt x="9726981" y="475805"/>
                  </a:lnTo>
                  <a:lnTo>
                    <a:pt x="9685350" y="455091"/>
                  </a:lnTo>
                  <a:lnTo>
                    <a:pt x="9659112" y="446049"/>
                  </a:lnTo>
                  <a:lnTo>
                    <a:pt x="9622091" y="439661"/>
                  </a:lnTo>
                  <a:lnTo>
                    <a:pt x="9568929" y="437235"/>
                  </a:lnTo>
                  <a:lnTo>
                    <a:pt x="9475826" y="438734"/>
                  </a:lnTo>
                  <a:lnTo>
                    <a:pt x="9420288" y="449173"/>
                  </a:lnTo>
                  <a:lnTo>
                    <a:pt x="9380245" y="477532"/>
                  </a:lnTo>
                  <a:lnTo>
                    <a:pt x="9333649" y="532739"/>
                  </a:lnTo>
                  <a:lnTo>
                    <a:pt x="10699636" y="532739"/>
                  </a:lnTo>
                  <a:close/>
                </a:path>
                <a:path w="20012660" h="5938520">
                  <a:moveTo>
                    <a:pt x="13800481" y="1003719"/>
                  </a:moveTo>
                  <a:lnTo>
                    <a:pt x="13746061" y="878078"/>
                  </a:lnTo>
                  <a:lnTo>
                    <a:pt x="13579843" y="601675"/>
                  </a:lnTo>
                  <a:lnTo>
                    <a:pt x="13297395" y="325272"/>
                  </a:lnTo>
                  <a:lnTo>
                    <a:pt x="12894247" y="199631"/>
                  </a:lnTo>
                  <a:lnTo>
                    <a:pt x="12840348" y="201447"/>
                  </a:lnTo>
                  <a:lnTo>
                    <a:pt x="12789129" y="206743"/>
                  </a:lnTo>
                  <a:lnTo>
                    <a:pt x="12740475" y="215303"/>
                  </a:lnTo>
                  <a:lnTo>
                    <a:pt x="12694260" y="226910"/>
                  </a:lnTo>
                  <a:lnTo>
                    <a:pt x="12650356" y="241363"/>
                  </a:lnTo>
                  <a:lnTo>
                    <a:pt x="12608624" y="258419"/>
                  </a:lnTo>
                  <a:lnTo>
                    <a:pt x="12568949" y="277863"/>
                  </a:lnTo>
                  <a:lnTo>
                    <a:pt x="12531204" y="299491"/>
                  </a:lnTo>
                  <a:lnTo>
                    <a:pt x="12495251" y="323075"/>
                  </a:lnTo>
                  <a:lnTo>
                    <a:pt x="12460961" y="348411"/>
                  </a:lnTo>
                  <a:lnTo>
                    <a:pt x="12428220" y="375259"/>
                  </a:lnTo>
                  <a:lnTo>
                    <a:pt x="12396889" y="403415"/>
                  </a:lnTo>
                  <a:lnTo>
                    <a:pt x="12366841" y="432663"/>
                  </a:lnTo>
                  <a:lnTo>
                    <a:pt x="12337961" y="462788"/>
                  </a:lnTo>
                  <a:lnTo>
                    <a:pt x="12310110" y="493560"/>
                  </a:lnTo>
                  <a:lnTo>
                    <a:pt x="12283148" y="524764"/>
                  </a:lnTo>
                  <a:lnTo>
                    <a:pt x="12256973" y="556196"/>
                  </a:lnTo>
                  <a:lnTo>
                    <a:pt x="12231446" y="587616"/>
                  </a:lnTo>
                  <a:lnTo>
                    <a:pt x="12157443" y="679716"/>
                  </a:lnTo>
                  <a:lnTo>
                    <a:pt x="12133224" y="708964"/>
                  </a:lnTo>
                  <a:lnTo>
                    <a:pt x="12084685" y="763981"/>
                  </a:lnTo>
                  <a:lnTo>
                    <a:pt x="12035142" y="812888"/>
                  </a:lnTo>
                  <a:lnTo>
                    <a:pt x="11983593" y="853973"/>
                  </a:lnTo>
                  <a:lnTo>
                    <a:pt x="11929008" y="885469"/>
                  </a:lnTo>
                  <a:lnTo>
                    <a:pt x="11870360" y="905649"/>
                  </a:lnTo>
                  <a:lnTo>
                    <a:pt x="11806644" y="912761"/>
                  </a:lnTo>
                  <a:lnTo>
                    <a:pt x="11749481" y="911707"/>
                  </a:lnTo>
                  <a:lnTo>
                    <a:pt x="11700231" y="908697"/>
                  </a:lnTo>
                  <a:lnTo>
                    <a:pt x="11657940" y="903973"/>
                  </a:lnTo>
                  <a:lnTo>
                    <a:pt x="11590579" y="890270"/>
                  </a:lnTo>
                  <a:lnTo>
                    <a:pt x="11539931" y="872439"/>
                  </a:lnTo>
                  <a:lnTo>
                    <a:pt x="11498529" y="852309"/>
                  </a:lnTo>
                  <a:lnTo>
                    <a:pt x="11478971" y="841959"/>
                  </a:lnTo>
                  <a:lnTo>
                    <a:pt x="11458931" y="831723"/>
                  </a:lnTo>
                  <a:lnTo>
                    <a:pt x="11413681" y="812507"/>
                  </a:lnTo>
                  <a:lnTo>
                    <a:pt x="11355299" y="796505"/>
                  </a:lnTo>
                  <a:lnTo>
                    <a:pt x="11276343" y="785558"/>
                  </a:lnTo>
                  <a:lnTo>
                    <a:pt x="11226825" y="782561"/>
                  </a:lnTo>
                  <a:lnTo>
                    <a:pt x="11169358" y="781507"/>
                  </a:lnTo>
                  <a:lnTo>
                    <a:pt x="10952709" y="784974"/>
                  </a:lnTo>
                  <a:lnTo>
                    <a:pt x="10823461" y="809282"/>
                  </a:lnTo>
                  <a:lnTo>
                    <a:pt x="10730294" y="875245"/>
                  </a:lnTo>
                  <a:lnTo>
                    <a:pt x="10621886" y="1003719"/>
                  </a:lnTo>
                  <a:lnTo>
                    <a:pt x="13800481" y="1003719"/>
                  </a:lnTo>
                  <a:close/>
                </a:path>
                <a:path w="20012660" h="5938520">
                  <a:moveTo>
                    <a:pt x="20012584" y="2755900"/>
                  </a:moveTo>
                  <a:lnTo>
                    <a:pt x="19820725" y="2705100"/>
                  </a:lnTo>
                  <a:lnTo>
                    <a:pt x="19771741" y="2705100"/>
                  </a:lnTo>
                  <a:lnTo>
                    <a:pt x="19775907" y="2654300"/>
                  </a:lnTo>
                  <a:lnTo>
                    <a:pt x="19779171" y="2603500"/>
                  </a:lnTo>
                  <a:lnTo>
                    <a:pt x="19781533" y="2552700"/>
                  </a:lnTo>
                  <a:lnTo>
                    <a:pt x="19782956" y="2514600"/>
                  </a:lnTo>
                  <a:lnTo>
                    <a:pt x="19783324" y="2476500"/>
                  </a:lnTo>
                  <a:lnTo>
                    <a:pt x="19783210" y="2438400"/>
                  </a:lnTo>
                  <a:lnTo>
                    <a:pt x="19782968" y="2413000"/>
                  </a:lnTo>
                  <a:lnTo>
                    <a:pt x="19781584" y="2362200"/>
                  </a:lnTo>
                  <a:lnTo>
                    <a:pt x="19779273" y="2311400"/>
                  </a:lnTo>
                  <a:lnTo>
                    <a:pt x="19777114" y="2286000"/>
                  </a:lnTo>
                  <a:lnTo>
                    <a:pt x="19776047" y="2273300"/>
                  </a:lnTo>
                  <a:lnTo>
                    <a:pt x="19771919" y="2222500"/>
                  </a:lnTo>
                  <a:lnTo>
                    <a:pt x="19766903" y="2171700"/>
                  </a:lnTo>
                  <a:lnTo>
                    <a:pt x="19760997" y="2133600"/>
                  </a:lnTo>
                  <a:lnTo>
                    <a:pt x="19754228" y="2082800"/>
                  </a:lnTo>
                  <a:lnTo>
                    <a:pt x="19746583" y="2032000"/>
                  </a:lnTo>
                  <a:lnTo>
                    <a:pt x="19738074" y="1993900"/>
                  </a:lnTo>
                  <a:lnTo>
                    <a:pt x="19728714" y="1943100"/>
                  </a:lnTo>
                  <a:lnTo>
                    <a:pt x="19718528" y="1892300"/>
                  </a:lnTo>
                  <a:lnTo>
                    <a:pt x="19707492" y="1854200"/>
                  </a:lnTo>
                  <a:lnTo>
                    <a:pt x="19695643" y="1803400"/>
                  </a:lnTo>
                  <a:lnTo>
                    <a:pt x="19682968" y="1765300"/>
                  </a:lnTo>
                  <a:lnTo>
                    <a:pt x="19669494" y="1714500"/>
                  </a:lnTo>
                  <a:lnTo>
                    <a:pt x="19655206" y="1676400"/>
                  </a:lnTo>
                  <a:lnTo>
                    <a:pt x="19640144" y="1638300"/>
                  </a:lnTo>
                  <a:lnTo>
                    <a:pt x="19624294" y="1587500"/>
                  </a:lnTo>
                  <a:lnTo>
                    <a:pt x="19607670" y="1549400"/>
                  </a:lnTo>
                  <a:lnTo>
                    <a:pt x="19590284" y="1498600"/>
                  </a:lnTo>
                  <a:lnTo>
                    <a:pt x="19572136" y="1460500"/>
                  </a:lnTo>
                  <a:lnTo>
                    <a:pt x="19553238" y="1422400"/>
                  </a:lnTo>
                  <a:lnTo>
                    <a:pt x="19533604" y="1384300"/>
                  </a:lnTo>
                  <a:lnTo>
                    <a:pt x="19513246" y="1333500"/>
                  </a:lnTo>
                  <a:lnTo>
                    <a:pt x="19492164" y="1295400"/>
                  </a:lnTo>
                  <a:lnTo>
                    <a:pt x="19470358" y="1257300"/>
                  </a:lnTo>
                  <a:lnTo>
                    <a:pt x="19447853" y="1219200"/>
                  </a:lnTo>
                  <a:lnTo>
                    <a:pt x="19424650" y="1181100"/>
                  </a:lnTo>
                  <a:lnTo>
                    <a:pt x="19400762" y="1143000"/>
                  </a:lnTo>
                  <a:lnTo>
                    <a:pt x="19376200" y="1104900"/>
                  </a:lnTo>
                  <a:lnTo>
                    <a:pt x="19350952" y="1066800"/>
                  </a:lnTo>
                  <a:lnTo>
                    <a:pt x="19325057" y="1028700"/>
                  </a:lnTo>
                  <a:lnTo>
                    <a:pt x="19298489" y="990600"/>
                  </a:lnTo>
                  <a:lnTo>
                    <a:pt x="19271298" y="965200"/>
                  </a:lnTo>
                  <a:lnTo>
                    <a:pt x="19243447" y="927100"/>
                  </a:lnTo>
                  <a:lnTo>
                    <a:pt x="19214986" y="889000"/>
                  </a:lnTo>
                  <a:lnTo>
                    <a:pt x="19185903" y="850900"/>
                  </a:lnTo>
                  <a:lnTo>
                    <a:pt x="19156198" y="825500"/>
                  </a:lnTo>
                  <a:lnTo>
                    <a:pt x="19125896" y="787400"/>
                  </a:lnTo>
                  <a:lnTo>
                    <a:pt x="19094997" y="749300"/>
                  </a:lnTo>
                  <a:lnTo>
                    <a:pt x="19063513" y="723900"/>
                  </a:lnTo>
                  <a:lnTo>
                    <a:pt x="19031458" y="685800"/>
                  </a:lnTo>
                  <a:lnTo>
                    <a:pt x="18998832" y="660400"/>
                  </a:lnTo>
                  <a:lnTo>
                    <a:pt x="18965647" y="635000"/>
                  </a:lnTo>
                  <a:lnTo>
                    <a:pt x="18931903" y="596900"/>
                  </a:lnTo>
                  <a:lnTo>
                    <a:pt x="18897626" y="571500"/>
                  </a:lnTo>
                  <a:lnTo>
                    <a:pt x="18862802" y="546100"/>
                  </a:lnTo>
                  <a:lnTo>
                    <a:pt x="18827471" y="520700"/>
                  </a:lnTo>
                  <a:lnTo>
                    <a:pt x="18791606" y="482600"/>
                  </a:lnTo>
                  <a:lnTo>
                    <a:pt x="18718365" y="431800"/>
                  </a:lnTo>
                  <a:lnTo>
                    <a:pt x="18643169" y="381000"/>
                  </a:lnTo>
                  <a:lnTo>
                    <a:pt x="18604840" y="355600"/>
                  </a:lnTo>
                  <a:lnTo>
                    <a:pt x="18566054" y="342900"/>
                  </a:lnTo>
                  <a:lnTo>
                    <a:pt x="18487124" y="292100"/>
                  </a:lnTo>
                  <a:lnTo>
                    <a:pt x="18446992" y="279400"/>
                  </a:lnTo>
                  <a:lnTo>
                    <a:pt x="18365445" y="228600"/>
                  </a:lnTo>
                  <a:lnTo>
                    <a:pt x="18324043" y="215900"/>
                  </a:lnTo>
                  <a:lnTo>
                    <a:pt x="18282235" y="190500"/>
                  </a:lnTo>
                  <a:lnTo>
                    <a:pt x="18154447" y="152400"/>
                  </a:lnTo>
                  <a:lnTo>
                    <a:pt x="18111102" y="127000"/>
                  </a:lnTo>
                  <a:lnTo>
                    <a:pt x="17889068" y="63500"/>
                  </a:lnTo>
                  <a:lnTo>
                    <a:pt x="17843665" y="63500"/>
                  </a:lnTo>
                  <a:lnTo>
                    <a:pt x="17751933" y="38100"/>
                  </a:lnTo>
                  <a:lnTo>
                    <a:pt x="17705616" y="38100"/>
                  </a:lnTo>
                  <a:lnTo>
                    <a:pt x="17659007" y="25400"/>
                  </a:lnTo>
                  <a:lnTo>
                    <a:pt x="17612132" y="25400"/>
                  </a:lnTo>
                  <a:lnTo>
                    <a:pt x="17564977" y="12700"/>
                  </a:lnTo>
                  <a:lnTo>
                    <a:pt x="17469904" y="12700"/>
                  </a:lnTo>
                  <a:lnTo>
                    <a:pt x="17422000" y="0"/>
                  </a:lnTo>
                  <a:lnTo>
                    <a:pt x="17226014" y="0"/>
                  </a:lnTo>
                  <a:lnTo>
                    <a:pt x="17176649" y="12700"/>
                  </a:lnTo>
                  <a:lnTo>
                    <a:pt x="17078706" y="12700"/>
                  </a:lnTo>
                  <a:lnTo>
                    <a:pt x="17030154" y="25400"/>
                  </a:lnTo>
                  <a:lnTo>
                    <a:pt x="16981882" y="25400"/>
                  </a:lnTo>
                  <a:lnTo>
                    <a:pt x="16933914" y="38100"/>
                  </a:lnTo>
                  <a:lnTo>
                    <a:pt x="16886263" y="38100"/>
                  </a:lnTo>
                  <a:lnTo>
                    <a:pt x="16472675" y="152400"/>
                  </a:lnTo>
                  <a:lnTo>
                    <a:pt x="16428593" y="177800"/>
                  </a:lnTo>
                  <a:lnTo>
                    <a:pt x="16341687" y="203200"/>
                  </a:lnTo>
                  <a:lnTo>
                    <a:pt x="16298875" y="228600"/>
                  </a:lnTo>
                  <a:lnTo>
                    <a:pt x="16256496" y="241300"/>
                  </a:lnTo>
                  <a:lnTo>
                    <a:pt x="16214560" y="266700"/>
                  </a:lnTo>
                  <a:lnTo>
                    <a:pt x="16132074" y="317500"/>
                  </a:lnTo>
                  <a:lnTo>
                    <a:pt x="16091548" y="330200"/>
                  </a:lnTo>
                  <a:lnTo>
                    <a:pt x="16011944" y="381000"/>
                  </a:lnTo>
                  <a:lnTo>
                    <a:pt x="15934347" y="431800"/>
                  </a:lnTo>
                  <a:lnTo>
                    <a:pt x="15858846" y="482600"/>
                  </a:lnTo>
                  <a:lnTo>
                    <a:pt x="15821902" y="520700"/>
                  </a:lnTo>
                  <a:lnTo>
                    <a:pt x="15785516" y="546100"/>
                  </a:lnTo>
                  <a:lnTo>
                    <a:pt x="15749677" y="571500"/>
                  </a:lnTo>
                  <a:lnTo>
                    <a:pt x="15714409" y="609600"/>
                  </a:lnTo>
                  <a:lnTo>
                    <a:pt x="15679725" y="635000"/>
                  </a:lnTo>
                  <a:lnTo>
                    <a:pt x="15645626" y="673100"/>
                  </a:lnTo>
                  <a:lnTo>
                    <a:pt x="15612123" y="698500"/>
                  </a:lnTo>
                  <a:lnTo>
                    <a:pt x="15579230" y="736600"/>
                  </a:lnTo>
                  <a:lnTo>
                    <a:pt x="15546947" y="762000"/>
                  </a:lnTo>
                  <a:lnTo>
                    <a:pt x="15515298" y="800100"/>
                  </a:lnTo>
                  <a:lnTo>
                    <a:pt x="15484272" y="838200"/>
                  </a:lnTo>
                  <a:lnTo>
                    <a:pt x="15453894" y="863600"/>
                  </a:lnTo>
                  <a:lnTo>
                    <a:pt x="15424176" y="901700"/>
                  </a:lnTo>
                  <a:lnTo>
                    <a:pt x="15395105" y="939800"/>
                  </a:lnTo>
                  <a:lnTo>
                    <a:pt x="15366721" y="977900"/>
                  </a:lnTo>
                  <a:lnTo>
                    <a:pt x="15339009" y="1016000"/>
                  </a:lnTo>
                  <a:lnTo>
                    <a:pt x="15311984" y="1054100"/>
                  </a:lnTo>
                  <a:lnTo>
                    <a:pt x="15285669" y="1092200"/>
                  </a:lnTo>
                  <a:lnTo>
                    <a:pt x="15260066" y="1130300"/>
                  </a:lnTo>
                  <a:lnTo>
                    <a:pt x="15235174" y="1168400"/>
                  </a:lnTo>
                  <a:lnTo>
                    <a:pt x="15211006" y="1206500"/>
                  </a:lnTo>
                  <a:lnTo>
                    <a:pt x="15187575" y="1244600"/>
                  </a:lnTo>
                  <a:lnTo>
                    <a:pt x="15164892" y="1282700"/>
                  </a:lnTo>
                  <a:lnTo>
                    <a:pt x="15142972" y="1333500"/>
                  </a:lnTo>
                  <a:lnTo>
                    <a:pt x="15121814" y="1371600"/>
                  </a:lnTo>
                  <a:lnTo>
                    <a:pt x="15101431" y="1409700"/>
                  </a:lnTo>
                  <a:lnTo>
                    <a:pt x="15081822" y="1460500"/>
                  </a:lnTo>
                  <a:lnTo>
                    <a:pt x="15063013" y="1498600"/>
                  </a:lnTo>
                  <a:lnTo>
                    <a:pt x="15045004" y="1536700"/>
                  </a:lnTo>
                  <a:lnTo>
                    <a:pt x="15027821" y="1587500"/>
                  </a:lnTo>
                  <a:lnTo>
                    <a:pt x="15011438" y="1625600"/>
                  </a:lnTo>
                  <a:lnTo>
                    <a:pt x="14995906" y="1676400"/>
                  </a:lnTo>
                  <a:lnTo>
                    <a:pt x="14981200" y="1714500"/>
                  </a:lnTo>
                  <a:lnTo>
                    <a:pt x="14967344" y="1765300"/>
                  </a:lnTo>
                  <a:lnTo>
                    <a:pt x="14954352" y="1816100"/>
                  </a:lnTo>
                  <a:lnTo>
                    <a:pt x="14942223" y="1854200"/>
                  </a:lnTo>
                  <a:lnTo>
                    <a:pt x="14930971" y="1905000"/>
                  </a:lnTo>
                  <a:lnTo>
                    <a:pt x="14920621" y="1955800"/>
                  </a:lnTo>
                  <a:lnTo>
                    <a:pt x="14911146" y="1993900"/>
                  </a:lnTo>
                  <a:lnTo>
                    <a:pt x="14858213" y="1993900"/>
                  </a:lnTo>
                  <a:lnTo>
                    <a:pt x="14805546" y="2006600"/>
                  </a:lnTo>
                  <a:lnTo>
                    <a:pt x="14701101" y="2006600"/>
                  </a:lnTo>
                  <a:lnTo>
                    <a:pt x="14649349" y="2019300"/>
                  </a:lnTo>
                  <a:lnTo>
                    <a:pt x="14597914" y="2019300"/>
                  </a:lnTo>
                  <a:lnTo>
                    <a:pt x="14546821" y="2032000"/>
                  </a:lnTo>
                  <a:lnTo>
                    <a:pt x="14496060" y="2032000"/>
                  </a:lnTo>
                  <a:lnTo>
                    <a:pt x="14151445" y="2120900"/>
                  </a:lnTo>
                  <a:lnTo>
                    <a:pt x="14103858" y="2146300"/>
                  </a:lnTo>
                  <a:lnTo>
                    <a:pt x="14010069" y="2171700"/>
                  </a:lnTo>
                  <a:lnTo>
                    <a:pt x="13918146" y="2222500"/>
                  </a:lnTo>
                  <a:lnTo>
                    <a:pt x="13872909" y="2235200"/>
                  </a:lnTo>
                  <a:lnTo>
                    <a:pt x="13783983" y="2286000"/>
                  </a:lnTo>
                  <a:lnTo>
                    <a:pt x="13750760" y="2247900"/>
                  </a:lnTo>
                  <a:lnTo>
                    <a:pt x="13716838" y="2209800"/>
                  </a:lnTo>
                  <a:lnTo>
                    <a:pt x="13682256" y="2171700"/>
                  </a:lnTo>
                  <a:lnTo>
                    <a:pt x="13647001" y="2146300"/>
                  </a:lnTo>
                  <a:lnTo>
                    <a:pt x="13611085" y="2108200"/>
                  </a:lnTo>
                  <a:lnTo>
                    <a:pt x="13574535" y="2082800"/>
                  </a:lnTo>
                  <a:lnTo>
                    <a:pt x="13537349" y="2044700"/>
                  </a:lnTo>
                  <a:lnTo>
                    <a:pt x="13499529" y="2019300"/>
                  </a:lnTo>
                  <a:lnTo>
                    <a:pt x="13461111" y="1981200"/>
                  </a:lnTo>
                  <a:lnTo>
                    <a:pt x="13382460" y="1930400"/>
                  </a:lnTo>
                  <a:lnTo>
                    <a:pt x="13301498" y="1879600"/>
                  </a:lnTo>
                  <a:lnTo>
                    <a:pt x="13218300" y="1828800"/>
                  </a:lnTo>
                  <a:lnTo>
                    <a:pt x="13132956" y="1778000"/>
                  </a:lnTo>
                  <a:lnTo>
                    <a:pt x="13045554" y="1727200"/>
                  </a:lnTo>
                  <a:lnTo>
                    <a:pt x="13001104" y="1714500"/>
                  </a:lnTo>
                  <a:lnTo>
                    <a:pt x="12956172" y="1689100"/>
                  </a:lnTo>
                  <a:lnTo>
                    <a:pt x="12910769" y="1676400"/>
                  </a:lnTo>
                  <a:lnTo>
                    <a:pt x="12864910" y="1651000"/>
                  </a:lnTo>
                  <a:lnTo>
                    <a:pt x="12818593" y="1638300"/>
                  </a:lnTo>
                  <a:lnTo>
                    <a:pt x="12771831" y="1612900"/>
                  </a:lnTo>
                  <a:lnTo>
                    <a:pt x="12433148" y="1524000"/>
                  </a:lnTo>
                  <a:lnTo>
                    <a:pt x="12383275" y="1524000"/>
                  </a:lnTo>
                  <a:lnTo>
                    <a:pt x="12333046" y="1511300"/>
                  </a:lnTo>
                  <a:lnTo>
                    <a:pt x="12282488" y="1511300"/>
                  </a:lnTo>
                  <a:lnTo>
                    <a:pt x="12231611" y="1498600"/>
                  </a:lnTo>
                  <a:lnTo>
                    <a:pt x="12180418" y="1498600"/>
                  </a:lnTo>
                  <a:lnTo>
                    <a:pt x="12128932" y="1485900"/>
                  </a:lnTo>
                  <a:lnTo>
                    <a:pt x="11825986" y="1485900"/>
                  </a:lnTo>
                  <a:lnTo>
                    <a:pt x="11777536" y="1498600"/>
                  </a:lnTo>
                  <a:lnTo>
                    <a:pt x="11681447" y="1498600"/>
                  </a:lnTo>
                  <a:lnTo>
                    <a:pt x="11633822" y="1511300"/>
                  </a:lnTo>
                  <a:lnTo>
                    <a:pt x="11586477" y="1511300"/>
                  </a:lnTo>
                  <a:lnTo>
                    <a:pt x="11492700" y="1536700"/>
                  </a:lnTo>
                  <a:lnTo>
                    <a:pt x="11446281" y="1536700"/>
                  </a:lnTo>
                  <a:lnTo>
                    <a:pt x="11174895" y="1612900"/>
                  </a:lnTo>
                  <a:lnTo>
                    <a:pt x="11130928" y="1638300"/>
                  </a:lnTo>
                  <a:lnTo>
                    <a:pt x="11044187" y="1663700"/>
                  </a:lnTo>
                  <a:lnTo>
                    <a:pt x="11001413" y="1689100"/>
                  </a:lnTo>
                  <a:lnTo>
                    <a:pt x="10959059" y="1701800"/>
                  </a:lnTo>
                  <a:lnTo>
                    <a:pt x="10917123" y="1727200"/>
                  </a:lnTo>
                  <a:lnTo>
                    <a:pt x="10875620" y="1739900"/>
                  </a:lnTo>
                  <a:lnTo>
                    <a:pt x="10793959" y="1790700"/>
                  </a:lnTo>
                  <a:lnTo>
                    <a:pt x="10753801" y="1803400"/>
                  </a:lnTo>
                  <a:lnTo>
                    <a:pt x="10714126" y="1828800"/>
                  </a:lnTo>
                  <a:lnTo>
                    <a:pt x="10636199" y="1879600"/>
                  </a:lnTo>
                  <a:lnTo>
                    <a:pt x="10560253" y="1930400"/>
                  </a:lnTo>
                  <a:lnTo>
                    <a:pt x="10486365" y="1981200"/>
                  </a:lnTo>
                  <a:lnTo>
                    <a:pt x="10450208" y="2019300"/>
                  </a:lnTo>
                  <a:lnTo>
                    <a:pt x="10414597" y="2044700"/>
                  </a:lnTo>
                  <a:lnTo>
                    <a:pt x="10379532" y="2070100"/>
                  </a:lnTo>
                  <a:lnTo>
                    <a:pt x="10345026" y="2108200"/>
                  </a:lnTo>
                  <a:lnTo>
                    <a:pt x="10311079" y="2133600"/>
                  </a:lnTo>
                  <a:lnTo>
                    <a:pt x="10277716" y="2159000"/>
                  </a:lnTo>
                  <a:lnTo>
                    <a:pt x="10244938" y="2197100"/>
                  </a:lnTo>
                  <a:lnTo>
                    <a:pt x="10212756" y="2222500"/>
                  </a:lnTo>
                  <a:lnTo>
                    <a:pt x="10181171" y="2260600"/>
                  </a:lnTo>
                  <a:lnTo>
                    <a:pt x="10150196" y="2298700"/>
                  </a:lnTo>
                  <a:lnTo>
                    <a:pt x="10119843" y="2324100"/>
                  </a:lnTo>
                  <a:lnTo>
                    <a:pt x="10090125" y="2362200"/>
                  </a:lnTo>
                  <a:lnTo>
                    <a:pt x="10061042" y="2400300"/>
                  </a:lnTo>
                  <a:lnTo>
                    <a:pt x="10032606" y="2438400"/>
                  </a:lnTo>
                  <a:lnTo>
                    <a:pt x="10004819" y="2476500"/>
                  </a:lnTo>
                  <a:lnTo>
                    <a:pt x="9977717" y="2501900"/>
                  </a:lnTo>
                  <a:lnTo>
                    <a:pt x="9951275" y="2540000"/>
                  </a:lnTo>
                  <a:lnTo>
                    <a:pt x="9925520" y="2578100"/>
                  </a:lnTo>
                  <a:lnTo>
                    <a:pt x="9900450" y="2616200"/>
                  </a:lnTo>
                  <a:lnTo>
                    <a:pt x="9876091" y="2654300"/>
                  </a:lnTo>
                  <a:lnTo>
                    <a:pt x="9852431" y="2705100"/>
                  </a:lnTo>
                  <a:lnTo>
                    <a:pt x="9829508" y="2743200"/>
                  </a:lnTo>
                  <a:lnTo>
                    <a:pt x="9807296" y="2781300"/>
                  </a:lnTo>
                  <a:lnTo>
                    <a:pt x="9785833" y="2819400"/>
                  </a:lnTo>
                  <a:lnTo>
                    <a:pt x="9765106" y="2857500"/>
                  </a:lnTo>
                  <a:lnTo>
                    <a:pt x="9745142" y="2908300"/>
                  </a:lnTo>
                  <a:lnTo>
                    <a:pt x="9725939" y="2946400"/>
                  </a:lnTo>
                  <a:lnTo>
                    <a:pt x="9707512" y="2984500"/>
                  </a:lnTo>
                  <a:lnTo>
                    <a:pt x="9689859" y="3035300"/>
                  </a:lnTo>
                  <a:lnTo>
                    <a:pt x="9673006" y="3073400"/>
                  </a:lnTo>
                  <a:lnTo>
                    <a:pt x="9656953" y="3124200"/>
                  </a:lnTo>
                  <a:lnTo>
                    <a:pt x="9641700" y="3162300"/>
                  </a:lnTo>
                  <a:lnTo>
                    <a:pt x="9627273" y="3213100"/>
                  </a:lnTo>
                  <a:lnTo>
                    <a:pt x="9613671" y="3251200"/>
                  </a:lnTo>
                  <a:lnTo>
                    <a:pt x="9600908" y="3302000"/>
                  </a:lnTo>
                  <a:lnTo>
                    <a:pt x="9588983" y="3340100"/>
                  </a:lnTo>
                  <a:lnTo>
                    <a:pt x="9577908" y="3390900"/>
                  </a:lnTo>
                  <a:lnTo>
                    <a:pt x="9567710" y="3429000"/>
                  </a:lnTo>
                  <a:lnTo>
                    <a:pt x="9558376" y="3479800"/>
                  </a:lnTo>
                  <a:lnTo>
                    <a:pt x="9549917" y="3530600"/>
                  </a:lnTo>
                  <a:lnTo>
                    <a:pt x="9542361" y="3568700"/>
                  </a:lnTo>
                  <a:lnTo>
                    <a:pt x="9491193" y="3581400"/>
                  </a:lnTo>
                  <a:lnTo>
                    <a:pt x="9440316" y="3581400"/>
                  </a:lnTo>
                  <a:lnTo>
                    <a:pt x="9389758" y="3594100"/>
                  </a:lnTo>
                  <a:lnTo>
                    <a:pt x="9339516" y="3594100"/>
                  </a:lnTo>
                  <a:lnTo>
                    <a:pt x="9240037" y="3619500"/>
                  </a:lnTo>
                  <a:lnTo>
                    <a:pt x="9190812" y="3619500"/>
                  </a:lnTo>
                  <a:lnTo>
                    <a:pt x="8950350" y="3683000"/>
                  </a:lnTo>
                  <a:lnTo>
                    <a:pt x="8903462" y="3708400"/>
                  </a:lnTo>
                  <a:lnTo>
                    <a:pt x="8810981" y="3733800"/>
                  </a:lnTo>
                  <a:lnTo>
                    <a:pt x="8765400" y="3759200"/>
                  </a:lnTo>
                  <a:lnTo>
                    <a:pt x="8720277" y="3771900"/>
                  </a:lnTo>
                  <a:lnTo>
                    <a:pt x="8631441" y="3822700"/>
                  </a:lnTo>
                  <a:lnTo>
                    <a:pt x="8587753" y="3835400"/>
                  </a:lnTo>
                  <a:lnTo>
                    <a:pt x="8501888" y="3886200"/>
                  </a:lnTo>
                  <a:lnTo>
                    <a:pt x="8465985" y="3848100"/>
                  </a:lnTo>
                  <a:lnTo>
                    <a:pt x="8429447" y="3822700"/>
                  </a:lnTo>
                  <a:lnTo>
                    <a:pt x="8392274" y="3784600"/>
                  </a:lnTo>
                  <a:lnTo>
                    <a:pt x="8354492" y="3759200"/>
                  </a:lnTo>
                  <a:lnTo>
                    <a:pt x="8316087" y="3733800"/>
                  </a:lnTo>
                  <a:lnTo>
                    <a:pt x="8277085" y="3695700"/>
                  </a:lnTo>
                  <a:lnTo>
                    <a:pt x="8197329" y="3644900"/>
                  </a:lnTo>
                  <a:lnTo>
                    <a:pt x="8115300" y="3594100"/>
                  </a:lnTo>
                  <a:lnTo>
                    <a:pt x="8031086" y="3543300"/>
                  </a:lnTo>
                  <a:lnTo>
                    <a:pt x="7944764" y="3492500"/>
                  </a:lnTo>
                  <a:lnTo>
                    <a:pt x="7900860" y="3479800"/>
                  </a:lnTo>
                  <a:lnTo>
                    <a:pt x="7811554" y="3429000"/>
                  </a:lnTo>
                  <a:lnTo>
                    <a:pt x="7766202" y="3416300"/>
                  </a:lnTo>
                  <a:lnTo>
                    <a:pt x="7720381" y="3390900"/>
                  </a:lnTo>
                  <a:lnTo>
                    <a:pt x="7627404" y="3365500"/>
                  </a:lnTo>
                  <a:lnTo>
                    <a:pt x="7580274" y="3340100"/>
                  </a:lnTo>
                  <a:lnTo>
                    <a:pt x="7484758" y="3314700"/>
                  </a:lnTo>
                  <a:lnTo>
                    <a:pt x="7338555" y="3276600"/>
                  </a:lnTo>
                  <a:lnTo>
                    <a:pt x="7289089" y="3276600"/>
                  </a:lnTo>
                  <a:lnTo>
                    <a:pt x="7189089" y="3251200"/>
                  </a:lnTo>
                  <a:lnTo>
                    <a:pt x="7138594" y="3251200"/>
                  </a:lnTo>
                  <a:lnTo>
                    <a:pt x="7087768" y="3238500"/>
                  </a:lnTo>
                  <a:lnTo>
                    <a:pt x="6985203" y="3238500"/>
                  </a:lnTo>
                  <a:lnTo>
                    <a:pt x="6933489" y="3225800"/>
                  </a:lnTo>
                  <a:lnTo>
                    <a:pt x="6724790" y="3225800"/>
                  </a:lnTo>
                  <a:lnTo>
                    <a:pt x="6672986" y="3238500"/>
                  </a:lnTo>
                  <a:lnTo>
                    <a:pt x="6570256" y="3238500"/>
                  </a:lnTo>
                  <a:lnTo>
                    <a:pt x="6519354" y="3251200"/>
                  </a:lnTo>
                  <a:lnTo>
                    <a:pt x="6468770" y="3251200"/>
                  </a:lnTo>
                  <a:lnTo>
                    <a:pt x="6368605" y="3276600"/>
                  </a:lnTo>
                  <a:lnTo>
                    <a:pt x="6319050" y="3276600"/>
                  </a:lnTo>
                  <a:lnTo>
                    <a:pt x="6172593" y="3314700"/>
                  </a:lnTo>
                  <a:lnTo>
                    <a:pt x="6171958" y="3263900"/>
                  </a:lnTo>
                  <a:lnTo>
                    <a:pt x="6170396" y="3225800"/>
                  </a:lnTo>
                  <a:lnTo>
                    <a:pt x="6167920" y="3175000"/>
                  </a:lnTo>
                  <a:lnTo>
                    <a:pt x="6164542" y="3124200"/>
                  </a:lnTo>
                  <a:lnTo>
                    <a:pt x="6160274" y="3073400"/>
                  </a:lnTo>
                  <a:lnTo>
                    <a:pt x="6155106" y="3035300"/>
                  </a:lnTo>
                  <a:lnTo>
                    <a:pt x="6149060" y="2984500"/>
                  </a:lnTo>
                  <a:lnTo>
                    <a:pt x="6142152" y="2933700"/>
                  </a:lnTo>
                  <a:lnTo>
                    <a:pt x="6134379" y="2895600"/>
                  </a:lnTo>
                  <a:lnTo>
                    <a:pt x="6125756" y="2844800"/>
                  </a:lnTo>
                  <a:lnTo>
                    <a:pt x="6116282" y="2806700"/>
                  </a:lnTo>
                  <a:lnTo>
                    <a:pt x="6105969" y="2755900"/>
                  </a:lnTo>
                  <a:lnTo>
                    <a:pt x="6094831" y="2705100"/>
                  </a:lnTo>
                  <a:lnTo>
                    <a:pt x="6082881" y="2667000"/>
                  </a:lnTo>
                  <a:lnTo>
                    <a:pt x="6070117" y="2616200"/>
                  </a:lnTo>
                  <a:lnTo>
                    <a:pt x="6056541" y="2578100"/>
                  </a:lnTo>
                  <a:lnTo>
                    <a:pt x="6042177" y="2540000"/>
                  </a:lnTo>
                  <a:lnTo>
                    <a:pt x="6027026" y="2489200"/>
                  </a:lnTo>
                  <a:lnTo>
                    <a:pt x="6011100" y="2451100"/>
                  </a:lnTo>
                  <a:lnTo>
                    <a:pt x="5994400" y="2400300"/>
                  </a:lnTo>
                  <a:lnTo>
                    <a:pt x="5976950" y="2362200"/>
                  </a:lnTo>
                  <a:lnTo>
                    <a:pt x="5958738" y="2324100"/>
                  </a:lnTo>
                  <a:lnTo>
                    <a:pt x="5939790" y="2286000"/>
                  </a:lnTo>
                  <a:lnTo>
                    <a:pt x="5920105" y="2235200"/>
                  </a:lnTo>
                  <a:lnTo>
                    <a:pt x="5899683" y="2197100"/>
                  </a:lnTo>
                  <a:lnTo>
                    <a:pt x="5878550" y="2159000"/>
                  </a:lnTo>
                  <a:lnTo>
                    <a:pt x="5856719" y="2120900"/>
                  </a:lnTo>
                  <a:lnTo>
                    <a:pt x="5834177" y="2082800"/>
                  </a:lnTo>
                  <a:lnTo>
                    <a:pt x="5826430" y="2070100"/>
                  </a:lnTo>
                  <a:lnTo>
                    <a:pt x="5810936" y="2044700"/>
                  </a:lnTo>
                  <a:lnTo>
                    <a:pt x="5787021" y="2006600"/>
                  </a:lnTo>
                  <a:lnTo>
                    <a:pt x="5762422" y="1968500"/>
                  </a:lnTo>
                  <a:lnTo>
                    <a:pt x="5737161" y="1930400"/>
                  </a:lnTo>
                  <a:lnTo>
                    <a:pt x="5711253" y="1892300"/>
                  </a:lnTo>
                  <a:lnTo>
                    <a:pt x="5684685" y="1854200"/>
                  </a:lnTo>
                  <a:lnTo>
                    <a:pt x="5657469" y="1816100"/>
                  </a:lnTo>
                  <a:lnTo>
                    <a:pt x="5629630" y="1790700"/>
                  </a:lnTo>
                  <a:lnTo>
                    <a:pt x="5601157" y="1752600"/>
                  </a:lnTo>
                  <a:lnTo>
                    <a:pt x="5572074" y="1714500"/>
                  </a:lnTo>
                  <a:lnTo>
                    <a:pt x="5542381" y="1676400"/>
                  </a:lnTo>
                  <a:lnTo>
                    <a:pt x="5512092" y="1651000"/>
                  </a:lnTo>
                  <a:lnTo>
                    <a:pt x="5481205" y="1612900"/>
                  </a:lnTo>
                  <a:lnTo>
                    <a:pt x="5449735" y="1587500"/>
                  </a:lnTo>
                  <a:lnTo>
                    <a:pt x="5417705" y="1549400"/>
                  </a:lnTo>
                  <a:lnTo>
                    <a:pt x="5385105" y="1524000"/>
                  </a:lnTo>
                  <a:lnTo>
                    <a:pt x="5351932" y="1498600"/>
                  </a:lnTo>
                  <a:lnTo>
                    <a:pt x="5318226" y="1460500"/>
                  </a:lnTo>
                  <a:lnTo>
                    <a:pt x="5283974" y="1435100"/>
                  </a:lnTo>
                  <a:lnTo>
                    <a:pt x="5249202" y="1409700"/>
                  </a:lnTo>
                  <a:lnTo>
                    <a:pt x="5213896" y="1384300"/>
                  </a:lnTo>
                  <a:lnTo>
                    <a:pt x="5178082" y="1346200"/>
                  </a:lnTo>
                  <a:lnTo>
                    <a:pt x="5104930" y="1295400"/>
                  </a:lnTo>
                  <a:lnTo>
                    <a:pt x="5029835" y="1244600"/>
                  </a:lnTo>
                  <a:lnTo>
                    <a:pt x="4991570" y="1219200"/>
                  </a:lnTo>
                  <a:lnTo>
                    <a:pt x="4952847" y="1206500"/>
                  </a:lnTo>
                  <a:lnTo>
                    <a:pt x="4874044" y="1155700"/>
                  </a:lnTo>
                  <a:lnTo>
                    <a:pt x="4833975" y="1143000"/>
                  </a:lnTo>
                  <a:lnTo>
                    <a:pt x="4752556" y="1092200"/>
                  </a:lnTo>
                  <a:lnTo>
                    <a:pt x="4669498" y="1066800"/>
                  </a:lnTo>
                  <a:lnTo>
                    <a:pt x="4627372" y="1041400"/>
                  </a:lnTo>
                  <a:lnTo>
                    <a:pt x="4541964" y="1016000"/>
                  </a:lnTo>
                  <a:lnTo>
                    <a:pt x="4498695" y="990600"/>
                  </a:lnTo>
                  <a:lnTo>
                    <a:pt x="4277106" y="927100"/>
                  </a:lnTo>
                  <a:lnTo>
                    <a:pt x="4231805" y="927100"/>
                  </a:lnTo>
                  <a:lnTo>
                    <a:pt x="4140263" y="901700"/>
                  </a:lnTo>
                  <a:lnTo>
                    <a:pt x="4094048" y="901700"/>
                  </a:lnTo>
                  <a:lnTo>
                    <a:pt x="4047540" y="889000"/>
                  </a:lnTo>
                  <a:lnTo>
                    <a:pt x="4000766" y="889000"/>
                  </a:lnTo>
                  <a:lnTo>
                    <a:pt x="3953713" y="876300"/>
                  </a:lnTo>
                  <a:lnTo>
                    <a:pt x="3811041" y="876300"/>
                  </a:lnTo>
                  <a:lnTo>
                    <a:pt x="3763010" y="863600"/>
                  </a:lnTo>
                  <a:lnTo>
                    <a:pt x="3662883" y="863600"/>
                  </a:lnTo>
                  <a:lnTo>
                    <a:pt x="3611295" y="876300"/>
                  </a:lnTo>
                  <a:lnTo>
                    <a:pt x="3458184" y="876300"/>
                  </a:lnTo>
                  <a:lnTo>
                    <a:pt x="3407740" y="889000"/>
                  </a:lnTo>
                  <a:lnTo>
                    <a:pt x="3357613" y="889000"/>
                  </a:lnTo>
                  <a:lnTo>
                    <a:pt x="3258337" y="914400"/>
                  </a:lnTo>
                  <a:lnTo>
                    <a:pt x="3209226" y="914400"/>
                  </a:lnTo>
                  <a:lnTo>
                    <a:pt x="2969183" y="977900"/>
                  </a:lnTo>
                  <a:lnTo>
                    <a:pt x="2922359" y="1003300"/>
                  </a:lnTo>
                  <a:lnTo>
                    <a:pt x="2829991" y="1028700"/>
                  </a:lnTo>
                  <a:lnTo>
                    <a:pt x="2784462" y="1054100"/>
                  </a:lnTo>
                  <a:lnTo>
                    <a:pt x="2739377" y="1066800"/>
                  </a:lnTo>
                  <a:lnTo>
                    <a:pt x="2694762" y="1092200"/>
                  </a:lnTo>
                  <a:lnTo>
                    <a:pt x="2650617" y="1104900"/>
                  </a:lnTo>
                  <a:lnTo>
                    <a:pt x="2563787" y="1155700"/>
                  </a:lnTo>
                  <a:lnTo>
                    <a:pt x="2478963" y="1206500"/>
                  </a:lnTo>
                  <a:lnTo>
                    <a:pt x="2396248" y="1257300"/>
                  </a:lnTo>
                  <a:lnTo>
                    <a:pt x="2315718" y="1308100"/>
                  </a:lnTo>
                  <a:lnTo>
                    <a:pt x="2237460" y="1358900"/>
                  </a:lnTo>
                  <a:lnTo>
                    <a:pt x="2199208" y="1397000"/>
                  </a:lnTo>
                  <a:lnTo>
                    <a:pt x="2161552" y="1422400"/>
                  </a:lnTo>
                  <a:lnTo>
                    <a:pt x="2124494" y="1447800"/>
                  </a:lnTo>
                  <a:lnTo>
                    <a:pt x="2088070" y="1485900"/>
                  </a:lnTo>
                  <a:lnTo>
                    <a:pt x="2052269" y="1511300"/>
                  </a:lnTo>
                  <a:lnTo>
                    <a:pt x="2017115" y="1549400"/>
                  </a:lnTo>
                  <a:lnTo>
                    <a:pt x="1982609" y="1587500"/>
                  </a:lnTo>
                  <a:lnTo>
                    <a:pt x="1948764" y="1612900"/>
                  </a:lnTo>
                  <a:lnTo>
                    <a:pt x="1915591" y="1651000"/>
                  </a:lnTo>
                  <a:lnTo>
                    <a:pt x="1883105" y="1689100"/>
                  </a:lnTo>
                  <a:lnTo>
                    <a:pt x="1851317" y="1727200"/>
                  </a:lnTo>
                  <a:lnTo>
                    <a:pt x="1820214" y="1765300"/>
                  </a:lnTo>
                  <a:lnTo>
                    <a:pt x="1789836" y="1803400"/>
                  </a:lnTo>
                  <a:lnTo>
                    <a:pt x="1760181" y="1841500"/>
                  </a:lnTo>
                  <a:lnTo>
                    <a:pt x="1731264" y="1879600"/>
                  </a:lnTo>
                  <a:lnTo>
                    <a:pt x="1703095" y="1917700"/>
                  </a:lnTo>
                  <a:lnTo>
                    <a:pt x="1675676" y="1955800"/>
                  </a:lnTo>
                  <a:lnTo>
                    <a:pt x="1649031" y="1993900"/>
                  </a:lnTo>
                  <a:lnTo>
                    <a:pt x="1623161" y="2032000"/>
                  </a:lnTo>
                  <a:lnTo>
                    <a:pt x="1598079" y="2070100"/>
                  </a:lnTo>
                  <a:lnTo>
                    <a:pt x="1562823" y="2044700"/>
                  </a:lnTo>
                  <a:lnTo>
                    <a:pt x="1526933" y="2006600"/>
                  </a:lnTo>
                  <a:lnTo>
                    <a:pt x="1490408" y="1981200"/>
                  </a:lnTo>
                  <a:lnTo>
                    <a:pt x="1453261" y="1943100"/>
                  </a:lnTo>
                  <a:lnTo>
                    <a:pt x="1415503" y="1917700"/>
                  </a:lnTo>
                  <a:lnTo>
                    <a:pt x="1377149" y="1892300"/>
                  </a:lnTo>
                  <a:lnTo>
                    <a:pt x="1338199" y="1854200"/>
                  </a:lnTo>
                  <a:lnTo>
                    <a:pt x="1258582" y="1803400"/>
                  </a:lnTo>
                  <a:lnTo>
                    <a:pt x="1176731" y="1752600"/>
                  </a:lnTo>
                  <a:lnTo>
                    <a:pt x="1092746" y="1701800"/>
                  </a:lnTo>
                  <a:lnTo>
                    <a:pt x="1049972" y="1676400"/>
                  </a:lnTo>
                  <a:lnTo>
                    <a:pt x="1006690" y="1663700"/>
                  </a:lnTo>
                  <a:lnTo>
                    <a:pt x="918654" y="1612900"/>
                  </a:lnTo>
                  <a:lnTo>
                    <a:pt x="873925" y="1600200"/>
                  </a:lnTo>
                  <a:lnTo>
                    <a:pt x="828738" y="1574800"/>
                  </a:lnTo>
                  <a:lnTo>
                    <a:pt x="737006" y="1549400"/>
                  </a:lnTo>
                  <a:lnTo>
                    <a:pt x="690499" y="1524000"/>
                  </a:lnTo>
                  <a:lnTo>
                    <a:pt x="353720" y="1435100"/>
                  </a:lnTo>
                  <a:lnTo>
                    <a:pt x="304139" y="1435100"/>
                  </a:lnTo>
                  <a:lnTo>
                    <a:pt x="254228" y="1422400"/>
                  </a:lnTo>
                  <a:lnTo>
                    <a:pt x="203987" y="1422400"/>
                  </a:lnTo>
                  <a:lnTo>
                    <a:pt x="153441" y="1409700"/>
                  </a:lnTo>
                  <a:lnTo>
                    <a:pt x="102577" y="1409700"/>
                  </a:lnTo>
                  <a:lnTo>
                    <a:pt x="51435" y="1397000"/>
                  </a:lnTo>
                  <a:lnTo>
                    <a:pt x="0" y="1397000"/>
                  </a:lnTo>
                  <a:lnTo>
                    <a:pt x="0" y="4787900"/>
                  </a:lnTo>
                  <a:lnTo>
                    <a:pt x="0" y="5938253"/>
                  </a:lnTo>
                  <a:lnTo>
                    <a:pt x="51104" y="5935726"/>
                  </a:lnTo>
                  <a:lnTo>
                    <a:pt x="101930" y="5932170"/>
                  </a:lnTo>
                  <a:lnTo>
                    <a:pt x="152476" y="5927585"/>
                  </a:lnTo>
                  <a:lnTo>
                    <a:pt x="202704" y="5921984"/>
                  </a:lnTo>
                  <a:lnTo>
                    <a:pt x="252641" y="5915380"/>
                  </a:lnTo>
                  <a:lnTo>
                    <a:pt x="302247" y="5907773"/>
                  </a:lnTo>
                  <a:lnTo>
                    <a:pt x="351523" y="5899201"/>
                  </a:lnTo>
                  <a:lnTo>
                    <a:pt x="400456" y="5889637"/>
                  </a:lnTo>
                  <a:lnTo>
                    <a:pt x="449033" y="5879122"/>
                  </a:lnTo>
                  <a:lnTo>
                    <a:pt x="497255" y="5867654"/>
                  </a:lnTo>
                  <a:lnTo>
                    <a:pt x="545109" y="5855233"/>
                  </a:lnTo>
                  <a:lnTo>
                    <a:pt x="592569" y="5841885"/>
                  </a:lnTo>
                  <a:lnTo>
                    <a:pt x="639635" y="5827623"/>
                  </a:lnTo>
                  <a:lnTo>
                    <a:pt x="686308" y="5812447"/>
                  </a:lnTo>
                  <a:lnTo>
                    <a:pt x="732561" y="5796369"/>
                  </a:lnTo>
                  <a:lnTo>
                    <a:pt x="778395" y="5779401"/>
                  </a:lnTo>
                  <a:lnTo>
                    <a:pt x="823785" y="5761545"/>
                  </a:lnTo>
                  <a:lnTo>
                    <a:pt x="868743" y="5742825"/>
                  </a:lnTo>
                  <a:lnTo>
                    <a:pt x="913231" y="5723255"/>
                  </a:lnTo>
                  <a:lnTo>
                    <a:pt x="957262" y="5702820"/>
                  </a:lnTo>
                  <a:lnTo>
                    <a:pt x="1000810" y="5681561"/>
                  </a:lnTo>
                  <a:lnTo>
                    <a:pt x="1043876" y="5659463"/>
                  </a:lnTo>
                  <a:lnTo>
                    <a:pt x="1086446" y="5636552"/>
                  </a:lnTo>
                  <a:lnTo>
                    <a:pt x="1128509" y="5612841"/>
                  </a:lnTo>
                  <a:lnTo>
                    <a:pt x="1170051" y="5588330"/>
                  </a:lnTo>
                  <a:lnTo>
                    <a:pt x="1211072" y="5563019"/>
                  </a:lnTo>
                  <a:lnTo>
                    <a:pt x="1251546" y="5536946"/>
                  </a:lnTo>
                  <a:lnTo>
                    <a:pt x="1291488" y="5510111"/>
                  </a:lnTo>
                  <a:lnTo>
                    <a:pt x="1330858" y="5482501"/>
                  </a:lnTo>
                  <a:lnTo>
                    <a:pt x="1369656" y="5454167"/>
                  </a:lnTo>
                  <a:lnTo>
                    <a:pt x="1407871" y="5425084"/>
                  </a:lnTo>
                  <a:lnTo>
                    <a:pt x="1445514" y="5395277"/>
                  </a:lnTo>
                  <a:lnTo>
                    <a:pt x="1482534" y="5364772"/>
                  </a:lnTo>
                  <a:lnTo>
                    <a:pt x="1518958" y="5333543"/>
                  </a:lnTo>
                  <a:lnTo>
                    <a:pt x="1554759" y="5301640"/>
                  </a:lnTo>
                  <a:lnTo>
                    <a:pt x="1589925" y="5269039"/>
                  </a:lnTo>
                  <a:lnTo>
                    <a:pt x="1624457" y="5235778"/>
                  </a:lnTo>
                  <a:lnTo>
                    <a:pt x="1658327" y="5201844"/>
                  </a:lnTo>
                  <a:lnTo>
                    <a:pt x="1691538" y="5167261"/>
                  </a:lnTo>
                  <a:lnTo>
                    <a:pt x="1724075" y="5132044"/>
                  </a:lnTo>
                  <a:lnTo>
                    <a:pt x="1755940" y="5096192"/>
                  </a:lnTo>
                  <a:lnTo>
                    <a:pt x="1787093" y="5059718"/>
                  </a:lnTo>
                  <a:lnTo>
                    <a:pt x="1817547" y="5022634"/>
                  </a:lnTo>
                  <a:lnTo>
                    <a:pt x="1847291" y="4984953"/>
                  </a:lnTo>
                  <a:lnTo>
                    <a:pt x="1876310" y="4946675"/>
                  </a:lnTo>
                  <a:lnTo>
                    <a:pt x="1904593" y="4907826"/>
                  </a:lnTo>
                  <a:lnTo>
                    <a:pt x="1932139" y="4868405"/>
                  </a:lnTo>
                  <a:lnTo>
                    <a:pt x="1958924" y="4828425"/>
                  </a:lnTo>
                  <a:lnTo>
                    <a:pt x="1984933" y="4787900"/>
                  </a:lnTo>
                  <a:lnTo>
                    <a:pt x="20012584" y="4787900"/>
                  </a:lnTo>
                  <a:lnTo>
                    <a:pt x="20012584" y="3886200"/>
                  </a:lnTo>
                  <a:lnTo>
                    <a:pt x="20012584" y="27559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91518" y="5235782"/>
              <a:ext cx="8436610" cy="1854200"/>
            </a:xfrm>
            <a:custGeom>
              <a:avLst/>
              <a:gdLst/>
              <a:ahLst/>
              <a:cxnLst/>
              <a:rect l="l" t="t" r="r" b="b"/>
              <a:pathLst>
                <a:path w="8436610" h="1854200">
                  <a:moveTo>
                    <a:pt x="168057" y="1308100"/>
                  </a:moveTo>
                  <a:lnTo>
                    <a:pt x="0" y="1308100"/>
                  </a:lnTo>
                  <a:lnTo>
                    <a:pt x="0" y="1854200"/>
                  </a:lnTo>
                  <a:lnTo>
                    <a:pt x="8435994" y="1854200"/>
                  </a:lnTo>
                  <a:lnTo>
                    <a:pt x="8435994" y="1803400"/>
                  </a:lnTo>
                  <a:lnTo>
                    <a:pt x="8092601" y="1803400"/>
                  </a:lnTo>
                  <a:lnTo>
                    <a:pt x="8082922" y="1790700"/>
                  </a:lnTo>
                  <a:lnTo>
                    <a:pt x="8072745" y="1790700"/>
                  </a:lnTo>
                  <a:lnTo>
                    <a:pt x="8062090" y="1778000"/>
                  </a:lnTo>
                  <a:lnTo>
                    <a:pt x="8050979" y="1778000"/>
                  </a:lnTo>
                  <a:lnTo>
                    <a:pt x="8050979" y="1701800"/>
                  </a:lnTo>
                  <a:lnTo>
                    <a:pt x="7872179" y="1701800"/>
                  </a:lnTo>
                  <a:lnTo>
                    <a:pt x="7846088" y="1663700"/>
                  </a:lnTo>
                  <a:lnTo>
                    <a:pt x="7814292" y="1625600"/>
                  </a:lnTo>
                  <a:lnTo>
                    <a:pt x="7795887" y="1612900"/>
                  </a:lnTo>
                  <a:lnTo>
                    <a:pt x="304399" y="1612900"/>
                  </a:lnTo>
                  <a:lnTo>
                    <a:pt x="304399" y="1511300"/>
                  </a:lnTo>
                  <a:lnTo>
                    <a:pt x="247353" y="1511300"/>
                  </a:lnTo>
                  <a:lnTo>
                    <a:pt x="247353" y="1409700"/>
                  </a:lnTo>
                  <a:lnTo>
                    <a:pt x="168057" y="1409700"/>
                  </a:lnTo>
                  <a:lnTo>
                    <a:pt x="168057" y="1308100"/>
                  </a:lnTo>
                  <a:close/>
                </a:path>
                <a:path w="8436610" h="1854200">
                  <a:moveTo>
                    <a:pt x="8435994" y="1092200"/>
                  </a:moveTo>
                  <a:lnTo>
                    <a:pt x="8154222" y="1092200"/>
                  </a:lnTo>
                  <a:lnTo>
                    <a:pt x="8154222" y="1752600"/>
                  </a:lnTo>
                  <a:lnTo>
                    <a:pt x="8136924" y="1765300"/>
                  </a:lnTo>
                  <a:lnTo>
                    <a:pt x="8120809" y="1778000"/>
                  </a:lnTo>
                  <a:lnTo>
                    <a:pt x="8105995" y="1790700"/>
                  </a:lnTo>
                  <a:lnTo>
                    <a:pt x="8092601" y="1803400"/>
                  </a:lnTo>
                  <a:lnTo>
                    <a:pt x="8435994" y="1803400"/>
                  </a:lnTo>
                  <a:lnTo>
                    <a:pt x="8435994" y="1092200"/>
                  </a:lnTo>
                  <a:close/>
                </a:path>
                <a:path w="8436610" h="1854200">
                  <a:moveTo>
                    <a:pt x="8050979" y="1295400"/>
                  </a:moveTo>
                  <a:lnTo>
                    <a:pt x="7872179" y="1295400"/>
                  </a:lnTo>
                  <a:lnTo>
                    <a:pt x="7872179" y="1701800"/>
                  </a:lnTo>
                  <a:lnTo>
                    <a:pt x="8050979" y="1701800"/>
                  </a:lnTo>
                  <a:lnTo>
                    <a:pt x="8050979" y="1295400"/>
                  </a:lnTo>
                  <a:close/>
                </a:path>
                <a:path w="8436610" h="1854200">
                  <a:moveTo>
                    <a:pt x="1393130" y="1155700"/>
                  </a:moveTo>
                  <a:lnTo>
                    <a:pt x="826320" y="1155700"/>
                  </a:lnTo>
                  <a:lnTo>
                    <a:pt x="584516" y="1168400"/>
                  </a:lnTo>
                  <a:lnTo>
                    <a:pt x="584516" y="1257300"/>
                  </a:lnTo>
                  <a:lnTo>
                    <a:pt x="382930" y="1257300"/>
                  </a:lnTo>
                  <a:lnTo>
                    <a:pt x="382930" y="1612900"/>
                  </a:lnTo>
                  <a:lnTo>
                    <a:pt x="7795887" y="1612900"/>
                  </a:lnTo>
                  <a:lnTo>
                    <a:pt x="7777482" y="1600200"/>
                  </a:lnTo>
                  <a:lnTo>
                    <a:pt x="7736349" y="1574800"/>
                  </a:lnTo>
                  <a:lnTo>
                    <a:pt x="5557820" y="1574800"/>
                  </a:lnTo>
                  <a:lnTo>
                    <a:pt x="5557820" y="1562100"/>
                  </a:lnTo>
                  <a:lnTo>
                    <a:pt x="5361595" y="1562100"/>
                  </a:lnTo>
                  <a:lnTo>
                    <a:pt x="5361595" y="1460500"/>
                  </a:lnTo>
                  <a:lnTo>
                    <a:pt x="3062158" y="1460500"/>
                  </a:lnTo>
                  <a:lnTo>
                    <a:pt x="3062158" y="1308100"/>
                  </a:lnTo>
                  <a:lnTo>
                    <a:pt x="2707886" y="1308100"/>
                  </a:lnTo>
                  <a:lnTo>
                    <a:pt x="2707886" y="1295400"/>
                  </a:lnTo>
                  <a:lnTo>
                    <a:pt x="2404230" y="1295400"/>
                  </a:lnTo>
                  <a:lnTo>
                    <a:pt x="2404230" y="1219200"/>
                  </a:lnTo>
                  <a:lnTo>
                    <a:pt x="2225356" y="1219200"/>
                  </a:lnTo>
                  <a:lnTo>
                    <a:pt x="2225356" y="1168400"/>
                  </a:lnTo>
                  <a:lnTo>
                    <a:pt x="1418134" y="1168400"/>
                  </a:lnTo>
                  <a:lnTo>
                    <a:pt x="1393130" y="1155700"/>
                  </a:lnTo>
                  <a:close/>
                </a:path>
                <a:path w="8436610" h="1854200">
                  <a:moveTo>
                    <a:pt x="6022654" y="965200"/>
                  </a:moveTo>
                  <a:lnTo>
                    <a:pt x="5790022" y="1041400"/>
                  </a:lnTo>
                  <a:lnTo>
                    <a:pt x="5790022" y="1460500"/>
                  </a:lnTo>
                  <a:lnTo>
                    <a:pt x="5623242" y="1460500"/>
                  </a:lnTo>
                  <a:lnTo>
                    <a:pt x="5623242" y="1524000"/>
                  </a:lnTo>
                  <a:lnTo>
                    <a:pt x="5570186" y="1524000"/>
                  </a:lnTo>
                  <a:lnTo>
                    <a:pt x="5570186" y="1574800"/>
                  </a:lnTo>
                  <a:lnTo>
                    <a:pt x="7331169" y="1574800"/>
                  </a:lnTo>
                  <a:lnTo>
                    <a:pt x="7331169" y="1536700"/>
                  </a:lnTo>
                  <a:lnTo>
                    <a:pt x="7055544" y="1536700"/>
                  </a:lnTo>
                  <a:lnTo>
                    <a:pt x="7055544" y="1511300"/>
                  </a:lnTo>
                  <a:lnTo>
                    <a:pt x="6284855" y="1511300"/>
                  </a:lnTo>
                  <a:lnTo>
                    <a:pt x="6284855" y="1485900"/>
                  </a:lnTo>
                  <a:lnTo>
                    <a:pt x="6024277" y="1485900"/>
                  </a:lnTo>
                  <a:lnTo>
                    <a:pt x="6024392" y="1435100"/>
                  </a:lnTo>
                  <a:lnTo>
                    <a:pt x="6022654" y="1435100"/>
                  </a:lnTo>
                  <a:lnTo>
                    <a:pt x="6022654" y="965200"/>
                  </a:lnTo>
                  <a:close/>
                </a:path>
                <a:path w="8436610" h="1854200">
                  <a:moveTo>
                    <a:pt x="7691587" y="1358900"/>
                  </a:moveTo>
                  <a:lnTo>
                    <a:pt x="7409879" y="1358900"/>
                  </a:lnTo>
                  <a:lnTo>
                    <a:pt x="7409879" y="1574800"/>
                  </a:lnTo>
                  <a:lnTo>
                    <a:pt x="7736349" y="1574800"/>
                  </a:lnTo>
                  <a:lnTo>
                    <a:pt x="7691587" y="1562100"/>
                  </a:lnTo>
                  <a:lnTo>
                    <a:pt x="7691587" y="1358900"/>
                  </a:lnTo>
                  <a:close/>
                </a:path>
                <a:path w="8436610" h="1854200">
                  <a:moveTo>
                    <a:pt x="5557820" y="1270000"/>
                  </a:moveTo>
                  <a:lnTo>
                    <a:pt x="5379092" y="1270000"/>
                  </a:lnTo>
                  <a:lnTo>
                    <a:pt x="5379092" y="1562100"/>
                  </a:lnTo>
                  <a:lnTo>
                    <a:pt x="5557820" y="1562100"/>
                  </a:lnTo>
                  <a:lnTo>
                    <a:pt x="5557820" y="1270000"/>
                  </a:lnTo>
                  <a:close/>
                </a:path>
                <a:path w="8436610" h="1854200">
                  <a:moveTo>
                    <a:pt x="7331169" y="1270000"/>
                  </a:moveTo>
                  <a:lnTo>
                    <a:pt x="7087805" y="1270000"/>
                  </a:lnTo>
                  <a:lnTo>
                    <a:pt x="7087805" y="1536700"/>
                  </a:lnTo>
                  <a:lnTo>
                    <a:pt x="7331169" y="1536700"/>
                  </a:lnTo>
                  <a:lnTo>
                    <a:pt x="7331169" y="1270000"/>
                  </a:lnTo>
                  <a:close/>
                </a:path>
                <a:path w="8436610" h="1854200">
                  <a:moveTo>
                    <a:pt x="6665022" y="1257300"/>
                  </a:moveTo>
                  <a:lnTo>
                    <a:pt x="6445730" y="1257300"/>
                  </a:lnTo>
                  <a:lnTo>
                    <a:pt x="6445730" y="1409700"/>
                  </a:lnTo>
                  <a:lnTo>
                    <a:pt x="6325346" y="1409700"/>
                  </a:lnTo>
                  <a:lnTo>
                    <a:pt x="6325346" y="1511300"/>
                  </a:lnTo>
                  <a:lnTo>
                    <a:pt x="7055544" y="1511300"/>
                  </a:lnTo>
                  <a:lnTo>
                    <a:pt x="7055544" y="1371600"/>
                  </a:lnTo>
                  <a:lnTo>
                    <a:pt x="6685995" y="1371600"/>
                  </a:lnTo>
                  <a:lnTo>
                    <a:pt x="6685231" y="1270000"/>
                  </a:lnTo>
                  <a:lnTo>
                    <a:pt x="6665022" y="1270000"/>
                  </a:lnTo>
                  <a:lnTo>
                    <a:pt x="6665022" y="1257300"/>
                  </a:lnTo>
                  <a:close/>
                </a:path>
                <a:path w="8436610" h="1854200">
                  <a:moveTo>
                    <a:pt x="6284855" y="1168400"/>
                  </a:moveTo>
                  <a:lnTo>
                    <a:pt x="6112745" y="1168400"/>
                  </a:lnTo>
                  <a:lnTo>
                    <a:pt x="6112745" y="1485900"/>
                  </a:lnTo>
                  <a:lnTo>
                    <a:pt x="6284855" y="1485900"/>
                  </a:lnTo>
                  <a:lnTo>
                    <a:pt x="6284855" y="1168400"/>
                  </a:lnTo>
                  <a:close/>
                </a:path>
                <a:path w="8436610" h="1854200">
                  <a:moveTo>
                    <a:pt x="5295891" y="1435100"/>
                  </a:moveTo>
                  <a:lnTo>
                    <a:pt x="3064336" y="1435100"/>
                  </a:lnTo>
                  <a:lnTo>
                    <a:pt x="3064336" y="1460500"/>
                  </a:lnTo>
                  <a:lnTo>
                    <a:pt x="5361595" y="1460500"/>
                  </a:lnTo>
                  <a:lnTo>
                    <a:pt x="5361595" y="1447800"/>
                  </a:lnTo>
                  <a:lnTo>
                    <a:pt x="5295891" y="1447800"/>
                  </a:lnTo>
                  <a:lnTo>
                    <a:pt x="5295891" y="1435100"/>
                  </a:lnTo>
                  <a:close/>
                </a:path>
                <a:path w="8436610" h="1854200">
                  <a:moveTo>
                    <a:pt x="3172039" y="1244600"/>
                  </a:moveTo>
                  <a:lnTo>
                    <a:pt x="3083057" y="1244600"/>
                  </a:lnTo>
                  <a:lnTo>
                    <a:pt x="3083057" y="1435100"/>
                  </a:lnTo>
                  <a:lnTo>
                    <a:pt x="5217390" y="1435100"/>
                  </a:lnTo>
                  <a:lnTo>
                    <a:pt x="5217390" y="1320800"/>
                  </a:lnTo>
                  <a:lnTo>
                    <a:pt x="3747791" y="1320800"/>
                  </a:lnTo>
                  <a:lnTo>
                    <a:pt x="3747791" y="1308100"/>
                  </a:lnTo>
                  <a:lnTo>
                    <a:pt x="3752262" y="1308100"/>
                  </a:lnTo>
                  <a:lnTo>
                    <a:pt x="3752262" y="1295400"/>
                  </a:lnTo>
                  <a:lnTo>
                    <a:pt x="3746524" y="1295400"/>
                  </a:lnTo>
                  <a:lnTo>
                    <a:pt x="3746524" y="1257300"/>
                  </a:lnTo>
                  <a:lnTo>
                    <a:pt x="3172039" y="1257300"/>
                  </a:lnTo>
                  <a:lnTo>
                    <a:pt x="3172039" y="1244600"/>
                  </a:lnTo>
                  <a:close/>
                </a:path>
                <a:path w="8436610" h="1854200">
                  <a:moveTo>
                    <a:pt x="6987022" y="622300"/>
                  </a:moveTo>
                  <a:lnTo>
                    <a:pt x="6725470" y="622300"/>
                  </a:lnTo>
                  <a:lnTo>
                    <a:pt x="6725470" y="1371600"/>
                  </a:lnTo>
                  <a:lnTo>
                    <a:pt x="7055544" y="1371600"/>
                  </a:lnTo>
                  <a:lnTo>
                    <a:pt x="7055544" y="1346200"/>
                  </a:lnTo>
                  <a:lnTo>
                    <a:pt x="6987022" y="1346200"/>
                  </a:lnTo>
                  <a:lnTo>
                    <a:pt x="6987022" y="622300"/>
                  </a:lnTo>
                  <a:close/>
                </a:path>
                <a:path w="8436610" h="1854200">
                  <a:moveTo>
                    <a:pt x="7645945" y="1231900"/>
                  </a:moveTo>
                  <a:lnTo>
                    <a:pt x="7446087" y="1231900"/>
                  </a:lnTo>
                  <a:lnTo>
                    <a:pt x="7446087" y="1358900"/>
                  </a:lnTo>
                  <a:lnTo>
                    <a:pt x="7645945" y="1358900"/>
                  </a:lnTo>
                  <a:lnTo>
                    <a:pt x="7645945" y="1231900"/>
                  </a:lnTo>
                  <a:close/>
                </a:path>
                <a:path w="8436610" h="1854200">
                  <a:moveTo>
                    <a:pt x="4978748" y="685800"/>
                  </a:moveTo>
                  <a:lnTo>
                    <a:pt x="4538971" y="685800"/>
                  </a:lnTo>
                  <a:lnTo>
                    <a:pt x="4538971" y="1143000"/>
                  </a:lnTo>
                  <a:lnTo>
                    <a:pt x="4439749" y="1143000"/>
                  </a:lnTo>
                  <a:lnTo>
                    <a:pt x="4439749" y="1282700"/>
                  </a:lnTo>
                  <a:lnTo>
                    <a:pt x="4439309" y="1282700"/>
                  </a:lnTo>
                  <a:lnTo>
                    <a:pt x="4439309" y="1295400"/>
                  </a:lnTo>
                  <a:lnTo>
                    <a:pt x="3756545" y="1295400"/>
                  </a:lnTo>
                  <a:lnTo>
                    <a:pt x="3756545" y="1308100"/>
                  </a:lnTo>
                  <a:lnTo>
                    <a:pt x="3752262" y="1308100"/>
                  </a:lnTo>
                  <a:lnTo>
                    <a:pt x="3752262" y="1320800"/>
                  </a:lnTo>
                  <a:lnTo>
                    <a:pt x="5217390" y="1320800"/>
                  </a:lnTo>
                  <a:lnTo>
                    <a:pt x="5217390" y="977900"/>
                  </a:lnTo>
                  <a:lnTo>
                    <a:pt x="4979586" y="977900"/>
                  </a:lnTo>
                  <a:lnTo>
                    <a:pt x="4979586" y="952500"/>
                  </a:lnTo>
                  <a:lnTo>
                    <a:pt x="4978748" y="952500"/>
                  </a:lnTo>
                  <a:lnTo>
                    <a:pt x="4978748" y="927100"/>
                  </a:lnTo>
                  <a:lnTo>
                    <a:pt x="4979586" y="927100"/>
                  </a:lnTo>
                  <a:lnTo>
                    <a:pt x="4979586" y="901700"/>
                  </a:lnTo>
                  <a:lnTo>
                    <a:pt x="4978748" y="901700"/>
                  </a:lnTo>
                  <a:lnTo>
                    <a:pt x="4978748" y="876300"/>
                  </a:lnTo>
                  <a:lnTo>
                    <a:pt x="4979586" y="876300"/>
                  </a:lnTo>
                  <a:lnTo>
                    <a:pt x="4979586" y="850900"/>
                  </a:lnTo>
                  <a:lnTo>
                    <a:pt x="4978748" y="850900"/>
                  </a:lnTo>
                  <a:lnTo>
                    <a:pt x="4978748" y="685800"/>
                  </a:lnTo>
                  <a:close/>
                </a:path>
                <a:path w="8436610" h="1854200">
                  <a:moveTo>
                    <a:pt x="2930371" y="1155700"/>
                  </a:moveTo>
                  <a:lnTo>
                    <a:pt x="2735728" y="1155700"/>
                  </a:lnTo>
                  <a:lnTo>
                    <a:pt x="2735728" y="1308100"/>
                  </a:lnTo>
                  <a:lnTo>
                    <a:pt x="3048116" y="1308100"/>
                  </a:lnTo>
                  <a:lnTo>
                    <a:pt x="3048116" y="1295400"/>
                  </a:lnTo>
                  <a:lnTo>
                    <a:pt x="3040158" y="1295400"/>
                  </a:lnTo>
                  <a:lnTo>
                    <a:pt x="3040158" y="1282700"/>
                  </a:lnTo>
                  <a:lnTo>
                    <a:pt x="3033132" y="1282700"/>
                  </a:lnTo>
                  <a:lnTo>
                    <a:pt x="3033132" y="1257300"/>
                  </a:lnTo>
                  <a:lnTo>
                    <a:pt x="2930371" y="1257300"/>
                  </a:lnTo>
                  <a:lnTo>
                    <a:pt x="2930371" y="1155700"/>
                  </a:lnTo>
                  <a:close/>
                </a:path>
                <a:path w="8436610" h="1854200">
                  <a:moveTo>
                    <a:pt x="2589020" y="1016000"/>
                  </a:moveTo>
                  <a:lnTo>
                    <a:pt x="2477516" y="1016000"/>
                  </a:lnTo>
                  <a:lnTo>
                    <a:pt x="2477516" y="1295400"/>
                  </a:lnTo>
                  <a:lnTo>
                    <a:pt x="2707886" y="1295400"/>
                  </a:lnTo>
                  <a:lnTo>
                    <a:pt x="2707886" y="1257300"/>
                  </a:lnTo>
                  <a:lnTo>
                    <a:pt x="2589020" y="1257300"/>
                  </a:lnTo>
                  <a:lnTo>
                    <a:pt x="2589020" y="1016000"/>
                  </a:lnTo>
                  <a:close/>
                </a:path>
                <a:path w="8436610" h="1854200">
                  <a:moveTo>
                    <a:pt x="4355082" y="774700"/>
                  </a:moveTo>
                  <a:lnTo>
                    <a:pt x="3756608" y="774700"/>
                  </a:lnTo>
                  <a:lnTo>
                    <a:pt x="3756608" y="1193800"/>
                  </a:lnTo>
                  <a:lnTo>
                    <a:pt x="3752262" y="1193800"/>
                  </a:lnTo>
                  <a:lnTo>
                    <a:pt x="3752262" y="1295400"/>
                  </a:lnTo>
                  <a:lnTo>
                    <a:pt x="4355082" y="1295400"/>
                  </a:lnTo>
                  <a:lnTo>
                    <a:pt x="4355082" y="774700"/>
                  </a:lnTo>
                  <a:close/>
                </a:path>
                <a:path w="8436610" h="1854200">
                  <a:moveTo>
                    <a:pt x="4397436" y="1282700"/>
                  </a:moveTo>
                  <a:lnTo>
                    <a:pt x="4391457" y="1282700"/>
                  </a:lnTo>
                  <a:lnTo>
                    <a:pt x="4391457" y="1295400"/>
                  </a:lnTo>
                  <a:lnTo>
                    <a:pt x="4397436" y="1295400"/>
                  </a:lnTo>
                  <a:lnTo>
                    <a:pt x="4397436" y="1282700"/>
                  </a:lnTo>
                  <a:close/>
                </a:path>
                <a:path w="8436610" h="1854200">
                  <a:moveTo>
                    <a:pt x="7912355" y="1282700"/>
                  </a:moveTo>
                  <a:lnTo>
                    <a:pt x="7889089" y="1282700"/>
                  </a:lnTo>
                  <a:lnTo>
                    <a:pt x="7889089" y="1295400"/>
                  </a:lnTo>
                  <a:lnTo>
                    <a:pt x="7912355" y="1295400"/>
                  </a:lnTo>
                  <a:lnTo>
                    <a:pt x="7912355" y="1282700"/>
                  </a:lnTo>
                  <a:close/>
                </a:path>
                <a:path w="8436610" h="1854200">
                  <a:moveTo>
                    <a:pt x="7932952" y="1270000"/>
                  </a:moveTo>
                  <a:lnTo>
                    <a:pt x="7919894" y="1270000"/>
                  </a:lnTo>
                  <a:lnTo>
                    <a:pt x="7919894" y="1295400"/>
                  </a:lnTo>
                  <a:lnTo>
                    <a:pt x="7932952" y="1295400"/>
                  </a:lnTo>
                  <a:lnTo>
                    <a:pt x="7932952" y="1270000"/>
                  </a:lnTo>
                  <a:close/>
                </a:path>
                <a:path w="8436610" h="1854200">
                  <a:moveTo>
                    <a:pt x="8031064" y="1282700"/>
                  </a:moveTo>
                  <a:lnTo>
                    <a:pt x="8007787" y="1282700"/>
                  </a:lnTo>
                  <a:lnTo>
                    <a:pt x="8007787" y="1295400"/>
                  </a:lnTo>
                  <a:lnTo>
                    <a:pt x="8031064" y="1295400"/>
                  </a:lnTo>
                  <a:lnTo>
                    <a:pt x="8031064" y="1282700"/>
                  </a:lnTo>
                  <a:close/>
                </a:path>
                <a:path w="8436610" h="1854200">
                  <a:moveTo>
                    <a:pt x="5536208" y="1066800"/>
                  </a:moveTo>
                  <a:lnTo>
                    <a:pt x="5402254" y="1066800"/>
                  </a:lnTo>
                  <a:lnTo>
                    <a:pt x="5402254" y="1270000"/>
                  </a:lnTo>
                  <a:lnTo>
                    <a:pt x="5536208" y="1270000"/>
                  </a:lnTo>
                  <a:lnTo>
                    <a:pt x="5536208" y="1066800"/>
                  </a:lnTo>
                  <a:close/>
                </a:path>
                <a:path w="8436610" h="1854200">
                  <a:moveTo>
                    <a:pt x="503429" y="1219200"/>
                  </a:moveTo>
                  <a:lnTo>
                    <a:pt x="404144" y="1219200"/>
                  </a:lnTo>
                  <a:lnTo>
                    <a:pt x="404144" y="1257300"/>
                  </a:lnTo>
                  <a:lnTo>
                    <a:pt x="503429" y="1257300"/>
                  </a:lnTo>
                  <a:lnTo>
                    <a:pt x="503429" y="1219200"/>
                  </a:lnTo>
                  <a:close/>
                </a:path>
                <a:path w="8436610" h="1854200">
                  <a:moveTo>
                    <a:pt x="3380127" y="1092200"/>
                  </a:moveTo>
                  <a:lnTo>
                    <a:pt x="3184751" y="1092200"/>
                  </a:lnTo>
                  <a:lnTo>
                    <a:pt x="3184751" y="1257300"/>
                  </a:lnTo>
                  <a:lnTo>
                    <a:pt x="3380127" y="1257300"/>
                  </a:lnTo>
                  <a:lnTo>
                    <a:pt x="3380127" y="1092200"/>
                  </a:lnTo>
                  <a:close/>
                </a:path>
                <a:path w="8436610" h="1854200">
                  <a:moveTo>
                    <a:pt x="3746524" y="1193800"/>
                  </a:moveTo>
                  <a:lnTo>
                    <a:pt x="3385080" y="1193800"/>
                  </a:lnTo>
                  <a:lnTo>
                    <a:pt x="3385080" y="1257300"/>
                  </a:lnTo>
                  <a:lnTo>
                    <a:pt x="3746524" y="1257300"/>
                  </a:lnTo>
                  <a:lnTo>
                    <a:pt x="3746524" y="1193800"/>
                  </a:lnTo>
                  <a:close/>
                </a:path>
                <a:path w="8436610" h="1854200">
                  <a:moveTo>
                    <a:pt x="6594835" y="1003300"/>
                  </a:moveTo>
                  <a:lnTo>
                    <a:pt x="6524659" y="1003300"/>
                  </a:lnTo>
                  <a:lnTo>
                    <a:pt x="6524659" y="1041400"/>
                  </a:lnTo>
                  <a:lnTo>
                    <a:pt x="6499728" y="1041400"/>
                  </a:lnTo>
                  <a:lnTo>
                    <a:pt x="6499728" y="1257300"/>
                  </a:lnTo>
                  <a:lnTo>
                    <a:pt x="6646216" y="1257300"/>
                  </a:lnTo>
                  <a:lnTo>
                    <a:pt x="6646216" y="1219200"/>
                  </a:lnTo>
                  <a:lnTo>
                    <a:pt x="6601401" y="1219200"/>
                  </a:lnTo>
                  <a:lnTo>
                    <a:pt x="6601401" y="1181100"/>
                  </a:lnTo>
                  <a:lnTo>
                    <a:pt x="6594835" y="1181100"/>
                  </a:lnTo>
                  <a:lnTo>
                    <a:pt x="6594835" y="1003300"/>
                  </a:lnTo>
                  <a:close/>
                </a:path>
                <a:path w="8436610" h="1854200">
                  <a:moveTo>
                    <a:pt x="7617181" y="1206500"/>
                  </a:moveTo>
                  <a:lnTo>
                    <a:pt x="7474850" y="1206500"/>
                  </a:lnTo>
                  <a:lnTo>
                    <a:pt x="7474850" y="1231900"/>
                  </a:lnTo>
                  <a:lnTo>
                    <a:pt x="7617181" y="1231900"/>
                  </a:lnTo>
                  <a:lnTo>
                    <a:pt x="7617181" y="1206500"/>
                  </a:lnTo>
                  <a:close/>
                </a:path>
                <a:path w="8436610" h="1854200">
                  <a:moveTo>
                    <a:pt x="6646216" y="1193800"/>
                  </a:moveTo>
                  <a:lnTo>
                    <a:pt x="6616049" y="1193800"/>
                  </a:lnTo>
                  <a:lnTo>
                    <a:pt x="6616049" y="1219200"/>
                  </a:lnTo>
                  <a:lnTo>
                    <a:pt x="6646216" y="1219200"/>
                  </a:lnTo>
                  <a:lnTo>
                    <a:pt x="6646216" y="1193800"/>
                  </a:lnTo>
                  <a:close/>
                </a:path>
                <a:path w="8436610" h="1854200">
                  <a:moveTo>
                    <a:pt x="3700065" y="1092200"/>
                  </a:moveTo>
                  <a:lnTo>
                    <a:pt x="3443643" y="1092200"/>
                  </a:lnTo>
                  <a:lnTo>
                    <a:pt x="3443643" y="1181100"/>
                  </a:lnTo>
                  <a:lnTo>
                    <a:pt x="3415246" y="1181100"/>
                  </a:lnTo>
                  <a:lnTo>
                    <a:pt x="3415246" y="1193800"/>
                  </a:lnTo>
                  <a:lnTo>
                    <a:pt x="3700065" y="1193800"/>
                  </a:lnTo>
                  <a:lnTo>
                    <a:pt x="3700065" y="1092200"/>
                  </a:lnTo>
                  <a:close/>
                </a:path>
                <a:path w="8436610" h="1854200">
                  <a:moveTo>
                    <a:pt x="2225356" y="317500"/>
                  </a:moveTo>
                  <a:lnTo>
                    <a:pt x="1674975" y="317500"/>
                  </a:lnTo>
                  <a:lnTo>
                    <a:pt x="1674975" y="660400"/>
                  </a:lnTo>
                  <a:lnTo>
                    <a:pt x="1418134" y="660400"/>
                  </a:lnTo>
                  <a:lnTo>
                    <a:pt x="1418134" y="1168400"/>
                  </a:lnTo>
                  <a:lnTo>
                    <a:pt x="2225356" y="1168400"/>
                  </a:lnTo>
                  <a:lnTo>
                    <a:pt x="2225356" y="317500"/>
                  </a:lnTo>
                  <a:close/>
                </a:path>
                <a:path w="8436610" h="1854200">
                  <a:moveTo>
                    <a:pt x="1192173" y="914400"/>
                  </a:moveTo>
                  <a:lnTo>
                    <a:pt x="1120206" y="914400"/>
                  </a:lnTo>
                  <a:lnTo>
                    <a:pt x="878433" y="927100"/>
                  </a:lnTo>
                  <a:lnTo>
                    <a:pt x="878433" y="1155700"/>
                  </a:lnTo>
                  <a:lnTo>
                    <a:pt x="1249773" y="1155700"/>
                  </a:lnTo>
                  <a:lnTo>
                    <a:pt x="1249773" y="952500"/>
                  </a:lnTo>
                  <a:lnTo>
                    <a:pt x="1192173" y="914400"/>
                  </a:lnTo>
                  <a:close/>
                </a:path>
                <a:path w="8436610" h="1854200">
                  <a:moveTo>
                    <a:pt x="2806281" y="1143000"/>
                  </a:moveTo>
                  <a:lnTo>
                    <a:pt x="2797998" y="1143000"/>
                  </a:lnTo>
                  <a:lnTo>
                    <a:pt x="2797998" y="1155700"/>
                  </a:lnTo>
                  <a:lnTo>
                    <a:pt x="2806281" y="1155700"/>
                  </a:lnTo>
                  <a:lnTo>
                    <a:pt x="2806281" y="1143000"/>
                  </a:lnTo>
                  <a:close/>
                </a:path>
                <a:path w="8436610" h="1854200">
                  <a:moveTo>
                    <a:pt x="2872540" y="1143000"/>
                  </a:moveTo>
                  <a:lnTo>
                    <a:pt x="2864258" y="1143000"/>
                  </a:lnTo>
                  <a:lnTo>
                    <a:pt x="2864258" y="1155700"/>
                  </a:lnTo>
                  <a:lnTo>
                    <a:pt x="2872540" y="1155700"/>
                  </a:lnTo>
                  <a:lnTo>
                    <a:pt x="2872540" y="1143000"/>
                  </a:lnTo>
                  <a:close/>
                </a:path>
                <a:path w="8436610" h="1854200">
                  <a:moveTo>
                    <a:pt x="3364955" y="990600"/>
                  </a:moveTo>
                  <a:lnTo>
                    <a:pt x="3199923" y="990600"/>
                  </a:lnTo>
                  <a:lnTo>
                    <a:pt x="3199923" y="1092200"/>
                  </a:lnTo>
                  <a:lnTo>
                    <a:pt x="3364955" y="1092200"/>
                  </a:lnTo>
                  <a:lnTo>
                    <a:pt x="3364955" y="990600"/>
                  </a:lnTo>
                  <a:close/>
                </a:path>
                <a:path w="8436610" h="1854200">
                  <a:moveTo>
                    <a:pt x="3663165" y="1079500"/>
                  </a:moveTo>
                  <a:lnTo>
                    <a:pt x="3480543" y="1079500"/>
                  </a:lnTo>
                  <a:lnTo>
                    <a:pt x="3480543" y="1092200"/>
                  </a:lnTo>
                  <a:lnTo>
                    <a:pt x="3663165" y="1092200"/>
                  </a:lnTo>
                  <a:lnTo>
                    <a:pt x="3663165" y="1079500"/>
                  </a:lnTo>
                  <a:close/>
                </a:path>
                <a:path w="8436610" h="1854200">
                  <a:moveTo>
                    <a:pt x="3344934" y="876300"/>
                  </a:moveTo>
                  <a:lnTo>
                    <a:pt x="3219943" y="876300"/>
                  </a:lnTo>
                  <a:lnTo>
                    <a:pt x="3219943" y="990600"/>
                  </a:lnTo>
                  <a:lnTo>
                    <a:pt x="3344934" y="990600"/>
                  </a:lnTo>
                  <a:lnTo>
                    <a:pt x="3344934" y="876300"/>
                  </a:lnTo>
                  <a:close/>
                </a:path>
                <a:path w="8436610" h="1854200">
                  <a:moveTo>
                    <a:pt x="4311879" y="431800"/>
                  </a:moveTo>
                  <a:lnTo>
                    <a:pt x="3796617" y="431800"/>
                  </a:lnTo>
                  <a:lnTo>
                    <a:pt x="3796617" y="774700"/>
                  </a:lnTo>
                  <a:lnTo>
                    <a:pt x="4311879" y="774700"/>
                  </a:lnTo>
                  <a:lnTo>
                    <a:pt x="4311879" y="431800"/>
                  </a:lnTo>
                  <a:close/>
                </a:path>
                <a:path w="8436610" h="1854200">
                  <a:moveTo>
                    <a:pt x="6756317" y="596900"/>
                  </a:moveTo>
                  <a:lnTo>
                    <a:pt x="6751522" y="596900"/>
                  </a:lnTo>
                  <a:lnTo>
                    <a:pt x="6751522" y="622300"/>
                  </a:lnTo>
                  <a:lnTo>
                    <a:pt x="6756317" y="622300"/>
                  </a:lnTo>
                  <a:lnTo>
                    <a:pt x="6756317" y="596900"/>
                  </a:lnTo>
                  <a:close/>
                </a:path>
                <a:path w="8436610" h="1854200">
                  <a:moveTo>
                    <a:pt x="6929987" y="596900"/>
                  </a:moveTo>
                  <a:lnTo>
                    <a:pt x="6924092" y="596900"/>
                  </a:lnTo>
                  <a:lnTo>
                    <a:pt x="6924092" y="622300"/>
                  </a:lnTo>
                  <a:lnTo>
                    <a:pt x="6929987" y="622300"/>
                  </a:lnTo>
                  <a:lnTo>
                    <a:pt x="6929987" y="596900"/>
                  </a:lnTo>
                  <a:close/>
                </a:path>
                <a:path w="8436610" h="1854200">
                  <a:moveTo>
                    <a:pt x="6971285" y="469900"/>
                  </a:moveTo>
                  <a:lnTo>
                    <a:pt x="6725470" y="469900"/>
                  </a:lnTo>
                  <a:lnTo>
                    <a:pt x="6725470" y="596900"/>
                  </a:lnTo>
                  <a:lnTo>
                    <a:pt x="6971285" y="596900"/>
                  </a:lnTo>
                  <a:lnTo>
                    <a:pt x="6971285" y="469900"/>
                  </a:lnTo>
                  <a:close/>
                </a:path>
                <a:path w="8436610" h="1854200">
                  <a:moveTo>
                    <a:pt x="4271880" y="228600"/>
                  </a:moveTo>
                  <a:lnTo>
                    <a:pt x="3836616" y="228600"/>
                  </a:lnTo>
                  <a:lnTo>
                    <a:pt x="3836616" y="431800"/>
                  </a:lnTo>
                  <a:lnTo>
                    <a:pt x="4271880" y="431800"/>
                  </a:lnTo>
                  <a:lnTo>
                    <a:pt x="4271880" y="228600"/>
                  </a:lnTo>
                  <a:close/>
                </a:path>
                <a:path w="8436610" h="1854200">
                  <a:moveTo>
                    <a:pt x="4219065" y="0"/>
                  </a:moveTo>
                  <a:lnTo>
                    <a:pt x="3889420" y="0"/>
                  </a:lnTo>
                  <a:lnTo>
                    <a:pt x="3889420" y="228600"/>
                  </a:lnTo>
                  <a:lnTo>
                    <a:pt x="4219065" y="228600"/>
                  </a:lnTo>
                  <a:lnTo>
                    <a:pt x="4219065" y="0"/>
                  </a:lnTo>
                  <a:close/>
                </a:path>
              </a:pathLst>
            </a:custGeom>
            <a:solidFill>
              <a:srgbClr val="F4D4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10752938" y="5088476"/>
              <a:ext cx="42545" cy="361950"/>
            </a:xfrm>
            <a:custGeom>
              <a:avLst/>
              <a:gdLst/>
              <a:ahLst/>
              <a:cxnLst/>
              <a:rect l="l" t="t" r="r" b="b"/>
              <a:pathLst>
                <a:path w="42545" h="361950">
                  <a:moveTo>
                    <a:pt x="40335" y="200850"/>
                  </a:moveTo>
                  <a:lnTo>
                    <a:pt x="3987" y="200850"/>
                  </a:lnTo>
                  <a:lnTo>
                    <a:pt x="3987" y="361861"/>
                  </a:lnTo>
                  <a:lnTo>
                    <a:pt x="40335" y="361861"/>
                  </a:lnTo>
                  <a:lnTo>
                    <a:pt x="40335" y="200850"/>
                  </a:lnTo>
                  <a:close/>
                </a:path>
                <a:path w="42545" h="361950">
                  <a:moveTo>
                    <a:pt x="42379" y="41122"/>
                  </a:moveTo>
                  <a:lnTo>
                    <a:pt x="40259" y="30416"/>
                  </a:lnTo>
                  <a:lnTo>
                    <a:pt x="34963" y="21666"/>
                  </a:lnTo>
                  <a:lnTo>
                    <a:pt x="28079" y="15760"/>
                  </a:lnTo>
                  <a:lnTo>
                    <a:pt x="23799" y="14427"/>
                  </a:lnTo>
                  <a:lnTo>
                    <a:pt x="23799" y="13004"/>
                  </a:lnTo>
                  <a:lnTo>
                    <a:pt x="23495" y="12700"/>
                  </a:lnTo>
                  <a:lnTo>
                    <a:pt x="23126" y="12700"/>
                  </a:lnTo>
                  <a:lnTo>
                    <a:pt x="22313" y="12700"/>
                  </a:lnTo>
                  <a:lnTo>
                    <a:pt x="22313" y="8585"/>
                  </a:lnTo>
                  <a:lnTo>
                    <a:pt x="22009" y="8280"/>
                  </a:lnTo>
                  <a:lnTo>
                    <a:pt x="21844" y="8280"/>
                  </a:lnTo>
                  <a:lnTo>
                    <a:pt x="21844" y="4343"/>
                  </a:lnTo>
                  <a:lnTo>
                    <a:pt x="21615" y="4114"/>
                  </a:lnTo>
                  <a:lnTo>
                    <a:pt x="21615" y="190"/>
                  </a:lnTo>
                  <a:lnTo>
                    <a:pt x="21437" y="0"/>
                  </a:lnTo>
                  <a:lnTo>
                    <a:pt x="21196" y="0"/>
                  </a:lnTo>
                  <a:lnTo>
                    <a:pt x="20955" y="0"/>
                  </a:lnTo>
                  <a:lnTo>
                    <a:pt x="20764" y="190"/>
                  </a:lnTo>
                  <a:lnTo>
                    <a:pt x="20764" y="4114"/>
                  </a:lnTo>
                  <a:lnTo>
                    <a:pt x="20535" y="4343"/>
                  </a:lnTo>
                  <a:lnTo>
                    <a:pt x="20535" y="8280"/>
                  </a:lnTo>
                  <a:lnTo>
                    <a:pt x="20370" y="8280"/>
                  </a:lnTo>
                  <a:lnTo>
                    <a:pt x="20066" y="8585"/>
                  </a:lnTo>
                  <a:lnTo>
                    <a:pt x="20066" y="12700"/>
                  </a:lnTo>
                  <a:lnTo>
                    <a:pt x="18884" y="12700"/>
                  </a:lnTo>
                  <a:lnTo>
                    <a:pt x="18580" y="13004"/>
                  </a:lnTo>
                  <a:lnTo>
                    <a:pt x="18580" y="13601"/>
                  </a:lnTo>
                  <a:lnTo>
                    <a:pt x="15659" y="13601"/>
                  </a:lnTo>
                  <a:lnTo>
                    <a:pt x="8356" y="18821"/>
                  </a:lnTo>
                  <a:lnTo>
                    <a:pt x="3911" y="26682"/>
                  </a:lnTo>
                  <a:lnTo>
                    <a:pt x="1536" y="30886"/>
                  </a:lnTo>
                  <a:lnTo>
                    <a:pt x="0" y="35826"/>
                  </a:lnTo>
                  <a:lnTo>
                    <a:pt x="0" y="41122"/>
                  </a:lnTo>
                  <a:lnTo>
                    <a:pt x="1663" y="51422"/>
                  </a:lnTo>
                  <a:lnTo>
                    <a:pt x="6197" y="59270"/>
                  </a:lnTo>
                  <a:lnTo>
                    <a:pt x="8534" y="61010"/>
                  </a:lnTo>
                  <a:lnTo>
                    <a:pt x="7886" y="61010"/>
                  </a:lnTo>
                  <a:lnTo>
                    <a:pt x="7886" y="178841"/>
                  </a:lnTo>
                  <a:lnTo>
                    <a:pt x="20802" y="178841"/>
                  </a:lnTo>
                  <a:lnTo>
                    <a:pt x="34493" y="178841"/>
                  </a:lnTo>
                  <a:lnTo>
                    <a:pt x="34493" y="61010"/>
                  </a:lnTo>
                  <a:lnTo>
                    <a:pt x="34086" y="61010"/>
                  </a:lnTo>
                  <a:lnTo>
                    <a:pt x="35674" y="59918"/>
                  </a:lnTo>
                  <a:lnTo>
                    <a:pt x="40271" y="52692"/>
                  </a:lnTo>
                  <a:lnTo>
                    <a:pt x="42329" y="43078"/>
                  </a:lnTo>
                  <a:lnTo>
                    <a:pt x="42379" y="41122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" name="object 7" descr=""/>
          <p:cNvSpPr/>
          <p:nvPr/>
        </p:nvSpPr>
        <p:spPr>
          <a:xfrm>
            <a:off x="10774572" y="5289325"/>
            <a:ext cx="19050" cy="161290"/>
          </a:xfrm>
          <a:custGeom>
            <a:avLst/>
            <a:gdLst/>
            <a:ahLst/>
            <a:cxnLst/>
            <a:rect l="l" t="t" r="r" b="b"/>
            <a:pathLst>
              <a:path w="19050" h="161289">
                <a:moveTo>
                  <a:pt x="18711" y="0"/>
                </a:moveTo>
                <a:lnTo>
                  <a:pt x="0" y="0"/>
                </a:lnTo>
                <a:lnTo>
                  <a:pt x="0" y="161000"/>
                </a:lnTo>
                <a:lnTo>
                  <a:pt x="18711" y="161000"/>
                </a:lnTo>
                <a:lnTo>
                  <a:pt x="18711" y="0"/>
                </a:lnTo>
                <a:close/>
              </a:path>
            </a:pathLst>
          </a:custGeom>
          <a:solidFill>
            <a:srgbClr val="EED9C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10747400" y="5260942"/>
            <a:ext cx="55244" cy="28575"/>
          </a:xfrm>
          <a:custGeom>
            <a:avLst/>
            <a:gdLst/>
            <a:ahLst/>
            <a:cxnLst/>
            <a:rect l="l" t="t" r="r" b="b"/>
            <a:pathLst>
              <a:path w="55245" h="28575">
                <a:moveTo>
                  <a:pt x="55181" y="17589"/>
                </a:moveTo>
                <a:lnTo>
                  <a:pt x="0" y="17589"/>
                </a:lnTo>
                <a:lnTo>
                  <a:pt x="9626" y="28384"/>
                </a:lnTo>
                <a:lnTo>
                  <a:pt x="46024" y="28384"/>
                </a:lnTo>
                <a:lnTo>
                  <a:pt x="55181" y="17589"/>
                </a:lnTo>
                <a:close/>
              </a:path>
              <a:path w="55245" h="28575">
                <a:moveTo>
                  <a:pt x="55181" y="6388"/>
                </a:moveTo>
                <a:lnTo>
                  <a:pt x="0" y="6388"/>
                </a:lnTo>
                <a:lnTo>
                  <a:pt x="0" y="17576"/>
                </a:lnTo>
                <a:lnTo>
                  <a:pt x="55181" y="17576"/>
                </a:lnTo>
                <a:lnTo>
                  <a:pt x="55181" y="6388"/>
                </a:lnTo>
                <a:close/>
              </a:path>
              <a:path w="55245" h="28575">
                <a:moveTo>
                  <a:pt x="55181" y="0"/>
                </a:moveTo>
                <a:lnTo>
                  <a:pt x="0" y="0"/>
                </a:lnTo>
                <a:lnTo>
                  <a:pt x="0" y="6375"/>
                </a:lnTo>
                <a:lnTo>
                  <a:pt x="55181" y="6375"/>
                </a:lnTo>
                <a:lnTo>
                  <a:pt x="55181" y="0"/>
                </a:lnTo>
                <a:close/>
              </a:path>
            </a:pathLst>
          </a:custGeom>
          <a:solidFill>
            <a:srgbClr val="EED9C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10702697" y="6270859"/>
            <a:ext cx="146050" cy="709295"/>
          </a:xfrm>
          <a:custGeom>
            <a:avLst/>
            <a:gdLst/>
            <a:ahLst/>
            <a:cxnLst/>
            <a:rect l="l" t="t" r="r" b="b"/>
            <a:pathLst>
              <a:path w="146050" h="709295">
                <a:moveTo>
                  <a:pt x="145872" y="0"/>
                </a:moveTo>
                <a:lnTo>
                  <a:pt x="0" y="0"/>
                </a:lnTo>
                <a:lnTo>
                  <a:pt x="0" y="12979"/>
                </a:lnTo>
                <a:lnTo>
                  <a:pt x="12687" y="12979"/>
                </a:lnTo>
                <a:lnTo>
                  <a:pt x="12687" y="708710"/>
                </a:lnTo>
                <a:lnTo>
                  <a:pt x="133159" y="708710"/>
                </a:lnTo>
                <a:lnTo>
                  <a:pt x="133159" y="12979"/>
                </a:lnTo>
                <a:lnTo>
                  <a:pt x="145872" y="12979"/>
                </a:lnTo>
                <a:lnTo>
                  <a:pt x="145872" y="0"/>
                </a:lnTo>
                <a:close/>
              </a:path>
            </a:pathLst>
          </a:custGeom>
          <a:solidFill>
            <a:srgbClr val="EED9C5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10421211" y="5441153"/>
            <a:ext cx="490855" cy="846455"/>
            <a:chOff x="10421211" y="5441153"/>
            <a:chExt cx="490855" cy="846455"/>
          </a:xfrm>
        </p:grpSpPr>
        <p:sp>
          <p:nvSpPr>
            <p:cNvPr id="11" name="object 11" descr=""/>
            <p:cNvSpPr/>
            <p:nvPr/>
          </p:nvSpPr>
          <p:spPr>
            <a:xfrm>
              <a:off x="10729722" y="5482012"/>
              <a:ext cx="91440" cy="789305"/>
            </a:xfrm>
            <a:custGeom>
              <a:avLst/>
              <a:gdLst/>
              <a:ahLst/>
              <a:cxnLst/>
              <a:rect l="l" t="t" r="r" b="b"/>
              <a:pathLst>
                <a:path w="91440" h="789304">
                  <a:moveTo>
                    <a:pt x="77076" y="0"/>
                  </a:moveTo>
                  <a:lnTo>
                    <a:pt x="44335" y="0"/>
                  </a:lnTo>
                  <a:lnTo>
                    <a:pt x="13474" y="0"/>
                  </a:lnTo>
                  <a:lnTo>
                    <a:pt x="13474" y="323684"/>
                  </a:lnTo>
                  <a:lnTo>
                    <a:pt x="44335" y="323684"/>
                  </a:lnTo>
                  <a:lnTo>
                    <a:pt x="77076" y="323684"/>
                  </a:lnTo>
                  <a:lnTo>
                    <a:pt x="77076" y="0"/>
                  </a:lnTo>
                  <a:close/>
                </a:path>
                <a:path w="91440" h="789304">
                  <a:moveTo>
                    <a:pt x="91440" y="341833"/>
                  </a:moveTo>
                  <a:lnTo>
                    <a:pt x="67602" y="341833"/>
                  </a:lnTo>
                  <a:lnTo>
                    <a:pt x="23825" y="341833"/>
                  </a:lnTo>
                  <a:lnTo>
                    <a:pt x="23685" y="341833"/>
                  </a:lnTo>
                  <a:lnTo>
                    <a:pt x="0" y="341833"/>
                  </a:lnTo>
                  <a:lnTo>
                    <a:pt x="0" y="788847"/>
                  </a:lnTo>
                  <a:lnTo>
                    <a:pt x="23685" y="788847"/>
                  </a:lnTo>
                  <a:lnTo>
                    <a:pt x="23825" y="788847"/>
                  </a:lnTo>
                  <a:lnTo>
                    <a:pt x="67602" y="788847"/>
                  </a:lnTo>
                  <a:lnTo>
                    <a:pt x="91440" y="788847"/>
                  </a:lnTo>
                  <a:lnTo>
                    <a:pt x="91440" y="341833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10729646" y="5942171"/>
              <a:ext cx="91440" cy="254635"/>
            </a:xfrm>
            <a:custGeom>
              <a:avLst/>
              <a:gdLst/>
              <a:ahLst/>
              <a:cxnLst/>
              <a:rect l="l" t="t" r="r" b="b"/>
              <a:pathLst>
                <a:path w="91440" h="254635">
                  <a:moveTo>
                    <a:pt x="91440" y="244017"/>
                  </a:moveTo>
                  <a:lnTo>
                    <a:pt x="0" y="244017"/>
                  </a:lnTo>
                  <a:lnTo>
                    <a:pt x="0" y="254495"/>
                  </a:lnTo>
                  <a:lnTo>
                    <a:pt x="91440" y="254495"/>
                  </a:lnTo>
                  <a:lnTo>
                    <a:pt x="91440" y="244017"/>
                  </a:lnTo>
                  <a:close/>
                </a:path>
                <a:path w="91440" h="254635">
                  <a:moveTo>
                    <a:pt x="91440" y="35687"/>
                  </a:moveTo>
                  <a:lnTo>
                    <a:pt x="0" y="35687"/>
                  </a:lnTo>
                  <a:lnTo>
                    <a:pt x="0" y="48831"/>
                  </a:lnTo>
                  <a:lnTo>
                    <a:pt x="91440" y="48831"/>
                  </a:lnTo>
                  <a:lnTo>
                    <a:pt x="91440" y="35687"/>
                  </a:lnTo>
                  <a:close/>
                </a:path>
                <a:path w="91440" h="254635">
                  <a:moveTo>
                    <a:pt x="91440" y="0"/>
                  </a:moveTo>
                  <a:lnTo>
                    <a:pt x="0" y="0"/>
                  </a:lnTo>
                  <a:lnTo>
                    <a:pt x="0" y="13157"/>
                  </a:lnTo>
                  <a:lnTo>
                    <a:pt x="91440" y="13157"/>
                  </a:lnTo>
                  <a:lnTo>
                    <a:pt x="91440" y="0"/>
                  </a:lnTo>
                  <a:close/>
                </a:path>
              </a:pathLst>
            </a:custGeom>
            <a:solidFill>
              <a:srgbClr val="EED9C5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10421201" y="5441156"/>
              <a:ext cx="490855" cy="846455"/>
            </a:xfrm>
            <a:custGeom>
              <a:avLst/>
              <a:gdLst/>
              <a:ahLst/>
              <a:cxnLst/>
              <a:rect l="l" t="t" r="r" b="b"/>
              <a:pathLst>
                <a:path w="490854" h="846454">
                  <a:moveTo>
                    <a:pt x="401878" y="25298"/>
                  </a:moveTo>
                  <a:lnTo>
                    <a:pt x="305333" y="25298"/>
                  </a:lnTo>
                  <a:lnTo>
                    <a:pt x="322186" y="40855"/>
                  </a:lnTo>
                  <a:lnTo>
                    <a:pt x="385851" y="40855"/>
                  </a:lnTo>
                  <a:lnTo>
                    <a:pt x="401878" y="25298"/>
                  </a:lnTo>
                  <a:close/>
                </a:path>
                <a:path w="490854" h="846454">
                  <a:moveTo>
                    <a:pt x="401878" y="0"/>
                  </a:moveTo>
                  <a:lnTo>
                    <a:pt x="305333" y="0"/>
                  </a:lnTo>
                  <a:lnTo>
                    <a:pt x="305333" y="9182"/>
                  </a:lnTo>
                  <a:lnTo>
                    <a:pt x="305333" y="25285"/>
                  </a:lnTo>
                  <a:lnTo>
                    <a:pt x="401878" y="25285"/>
                  </a:lnTo>
                  <a:lnTo>
                    <a:pt x="401878" y="9182"/>
                  </a:lnTo>
                  <a:lnTo>
                    <a:pt x="401878" y="0"/>
                  </a:lnTo>
                  <a:close/>
                </a:path>
                <a:path w="490854" h="846454">
                  <a:moveTo>
                    <a:pt x="422986" y="382689"/>
                  </a:moveTo>
                  <a:lnTo>
                    <a:pt x="422973" y="364540"/>
                  </a:lnTo>
                  <a:lnTo>
                    <a:pt x="422973" y="354203"/>
                  </a:lnTo>
                  <a:lnTo>
                    <a:pt x="284226" y="354203"/>
                  </a:lnTo>
                  <a:lnTo>
                    <a:pt x="284226" y="364540"/>
                  </a:lnTo>
                  <a:lnTo>
                    <a:pt x="284226" y="382689"/>
                  </a:lnTo>
                  <a:lnTo>
                    <a:pt x="308444" y="400215"/>
                  </a:lnTo>
                  <a:lnTo>
                    <a:pt x="399961" y="400215"/>
                  </a:lnTo>
                  <a:lnTo>
                    <a:pt x="422986" y="382689"/>
                  </a:lnTo>
                  <a:close/>
                </a:path>
                <a:path w="490854" h="846454">
                  <a:moveTo>
                    <a:pt x="490664" y="663257"/>
                  </a:moveTo>
                  <a:lnTo>
                    <a:pt x="254076" y="663257"/>
                  </a:lnTo>
                  <a:lnTo>
                    <a:pt x="254076" y="459778"/>
                  </a:lnTo>
                  <a:lnTo>
                    <a:pt x="0" y="459778"/>
                  </a:lnTo>
                  <a:lnTo>
                    <a:pt x="0" y="663257"/>
                  </a:lnTo>
                  <a:lnTo>
                    <a:pt x="0" y="664057"/>
                  </a:lnTo>
                  <a:lnTo>
                    <a:pt x="0" y="763866"/>
                  </a:lnTo>
                  <a:lnTo>
                    <a:pt x="0" y="846277"/>
                  </a:lnTo>
                  <a:lnTo>
                    <a:pt x="214871" y="846277"/>
                  </a:lnTo>
                  <a:lnTo>
                    <a:pt x="214871" y="763866"/>
                  </a:lnTo>
                  <a:lnTo>
                    <a:pt x="214871" y="745032"/>
                  </a:lnTo>
                  <a:lnTo>
                    <a:pt x="490664" y="745032"/>
                  </a:lnTo>
                  <a:lnTo>
                    <a:pt x="490664" y="663257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 descr=""/>
          <p:cNvGrpSpPr/>
          <p:nvPr/>
        </p:nvGrpSpPr>
        <p:grpSpPr>
          <a:xfrm>
            <a:off x="9135418" y="5900923"/>
            <a:ext cx="1976120" cy="1189355"/>
            <a:chOff x="9135418" y="5900923"/>
            <a:chExt cx="1976120" cy="1189355"/>
          </a:xfrm>
        </p:grpSpPr>
        <p:sp>
          <p:nvSpPr>
            <p:cNvPr id="15" name="object 15" descr=""/>
            <p:cNvSpPr/>
            <p:nvPr/>
          </p:nvSpPr>
          <p:spPr>
            <a:xfrm>
              <a:off x="10709077" y="6531979"/>
              <a:ext cx="287655" cy="558165"/>
            </a:xfrm>
            <a:custGeom>
              <a:avLst/>
              <a:gdLst/>
              <a:ahLst/>
              <a:cxnLst/>
              <a:rect l="l" t="t" r="r" b="b"/>
              <a:pathLst>
                <a:path w="287654" h="558165">
                  <a:moveTo>
                    <a:pt x="287111" y="0"/>
                  </a:moveTo>
                  <a:lnTo>
                    <a:pt x="0" y="0"/>
                  </a:lnTo>
                  <a:lnTo>
                    <a:pt x="0" y="557993"/>
                  </a:lnTo>
                  <a:lnTo>
                    <a:pt x="287111" y="557993"/>
                  </a:lnTo>
                  <a:lnTo>
                    <a:pt x="287111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10794327" y="6578593"/>
              <a:ext cx="154940" cy="511809"/>
            </a:xfrm>
            <a:custGeom>
              <a:avLst/>
              <a:gdLst/>
              <a:ahLst/>
              <a:cxnLst/>
              <a:rect l="l" t="t" r="r" b="b"/>
              <a:pathLst>
                <a:path w="154940" h="511809">
                  <a:moveTo>
                    <a:pt x="57010" y="96266"/>
                  </a:moveTo>
                  <a:lnTo>
                    <a:pt x="56565" y="73113"/>
                  </a:lnTo>
                  <a:lnTo>
                    <a:pt x="53441" y="55359"/>
                  </a:lnTo>
                  <a:lnTo>
                    <a:pt x="44958" y="33997"/>
                  </a:lnTo>
                  <a:lnTo>
                    <a:pt x="28435" y="0"/>
                  </a:lnTo>
                  <a:lnTo>
                    <a:pt x="26073" y="4813"/>
                  </a:lnTo>
                  <a:lnTo>
                    <a:pt x="6375" y="57645"/>
                  </a:lnTo>
                  <a:lnTo>
                    <a:pt x="0" y="96266"/>
                  </a:lnTo>
                  <a:lnTo>
                    <a:pt x="0" y="511403"/>
                  </a:lnTo>
                  <a:lnTo>
                    <a:pt x="57010" y="511403"/>
                  </a:lnTo>
                  <a:lnTo>
                    <a:pt x="57010" y="96266"/>
                  </a:lnTo>
                  <a:close/>
                </a:path>
                <a:path w="154940" h="511809">
                  <a:moveTo>
                    <a:pt x="154559" y="96266"/>
                  </a:moveTo>
                  <a:lnTo>
                    <a:pt x="154178" y="73113"/>
                  </a:lnTo>
                  <a:lnTo>
                    <a:pt x="151523" y="55359"/>
                  </a:lnTo>
                  <a:lnTo>
                    <a:pt x="144322" y="33997"/>
                  </a:lnTo>
                  <a:lnTo>
                    <a:pt x="130314" y="0"/>
                  </a:lnTo>
                  <a:lnTo>
                    <a:pt x="128282" y="4813"/>
                  </a:lnTo>
                  <a:lnTo>
                    <a:pt x="115671" y="42125"/>
                  </a:lnTo>
                  <a:lnTo>
                    <a:pt x="106133" y="96266"/>
                  </a:lnTo>
                  <a:lnTo>
                    <a:pt x="106133" y="511403"/>
                  </a:lnTo>
                  <a:lnTo>
                    <a:pt x="154559" y="511403"/>
                  </a:lnTo>
                  <a:lnTo>
                    <a:pt x="154559" y="96266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10725963" y="6204921"/>
              <a:ext cx="263525" cy="885190"/>
            </a:xfrm>
            <a:custGeom>
              <a:avLst/>
              <a:gdLst/>
              <a:ahLst/>
              <a:cxnLst/>
              <a:rect l="l" t="t" r="r" b="b"/>
              <a:pathLst>
                <a:path w="263525" h="885190">
                  <a:moveTo>
                    <a:pt x="106387" y="469938"/>
                  </a:moveTo>
                  <a:lnTo>
                    <a:pt x="104584" y="451129"/>
                  </a:lnTo>
                  <a:lnTo>
                    <a:pt x="99987" y="431279"/>
                  </a:lnTo>
                  <a:lnTo>
                    <a:pt x="93827" y="412064"/>
                  </a:lnTo>
                  <a:lnTo>
                    <a:pt x="87350" y="395160"/>
                  </a:lnTo>
                  <a:lnTo>
                    <a:pt x="80873" y="412102"/>
                  </a:lnTo>
                  <a:lnTo>
                    <a:pt x="74739" y="431317"/>
                  </a:lnTo>
                  <a:lnTo>
                    <a:pt x="70154" y="451142"/>
                  </a:lnTo>
                  <a:lnTo>
                    <a:pt x="68364" y="469938"/>
                  </a:lnTo>
                  <a:lnTo>
                    <a:pt x="68364" y="885075"/>
                  </a:lnTo>
                  <a:lnTo>
                    <a:pt x="106387" y="885075"/>
                  </a:lnTo>
                  <a:lnTo>
                    <a:pt x="106387" y="469938"/>
                  </a:lnTo>
                  <a:close/>
                </a:path>
                <a:path w="263525" h="885190">
                  <a:moveTo>
                    <a:pt x="203936" y="469938"/>
                  </a:moveTo>
                  <a:lnTo>
                    <a:pt x="202603" y="452462"/>
                  </a:lnTo>
                  <a:lnTo>
                    <a:pt x="199136" y="433959"/>
                  </a:lnTo>
                  <a:lnTo>
                    <a:pt x="194398" y="415810"/>
                  </a:lnTo>
                  <a:lnTo>
                    <a:pt x="189217" y="399351"/>
                  </a:lnTo>
                  <a:lnTo>
                    <a:pt x="184035" y="415798"/>
                  </a:lnTo>
                  <a:lnTo>
                    <a:pt x="179298" y="433933"/>
                  </a:lnTo>
                  <a:lnTo>
                    <a:pt x="175831" y="452437"/>
                  </a:lnTo>
                  <a:lnTo>
                    <a:pt x="174498" y="469938"/>
                  </a:lnTo>
                  <a:lnTo>
                    <a:pt x="174498" y="885075"/>
                  </a:lnTo>
                  <a:lnTo>
                    <a:pt x="203936" y="885075"/>
                  </a:lnTo>
                  <a:lnTo>
                    <a:pt x="203936" y="469938"/>
                  </a:lnTo>
                  <a:close/>
                </a:path>
                <a:path w="263525" h="885190">
                  <a:moveTo>
                    <a:pt x="263436" y="0"/>
                  </a:moveTo>
                  <a:lnTo>
                    <a:pt x="0" y="0"/>
                  </a:lnTo>
                  <a:lnTo>
                    <a:pt x="0" y="315023"/>
                  </a:lnTo>
                  <a:lnTo>
                    <a:pt x="263436" y="315023"/>
                  </a:lnTo>
                  <a:lnTo>
                    <a:pt x="263436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10794327" y="6743744"/>
              <a:ext cx="147320" cy="44450"/>
            </a:xfrm>
            <a:custGeom>
              <a:avLst/>
              <a:gdLst/>
              <a:ahLst/>
              <a:cxnLst/>
              <a:rect l="l" t="t" r="r" b="b"/>
              <a:pathLst>
                <a:path w="147320" h="44450">
                  <a:moveTo>
                    <a:pt x="49009" y="0"/>
                  </a:moveTo>
                  <a:lnTo>
                    <a:pt x="0" y="0"/>
                  </a:lnTo>
                  <a:lnTo>
                    <a:pt x="0" y="43916"/>
                  </a:lnTo>
                  <a:lnTo>
                    <a:pt x="49009" y="43916"/>
                  </a:lnTo>
                  <a:lnTo>
                    <a:pt x="49009" y="0"/>
                  </a:lnTo>
                  <a:close/>
                </a:path>
                <a:path w="147320" h="44450">
                  <a:moveTo>
                    <a:pt x="146710" y="0"/>
                  </a:moveTo>
                  <a:lnTo>
                    <a:pt x="106146" y="0"/>
                  </a:lnTo>
                  <a:lnTo>
                    <a:pt x="106146" y="43916"/>
                  </a:lnTo>
                  <a:lnTo>
                    <a:pt x="146710" y="43916"/>
                  </a:lnTo>
                  <a:lnTo>
                    <a:pt x="146710" y="0"/>
                  </a:lnTo>
                  <a:close/>
                </a:path>
              </a:pathLst>
            </a:custGeom>
            <a:solidFill>
              <a:srgbClr val="DFBC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10900432" y="6283358"/>
              <a:ext cx="48895" cy="66040"/>
            </a:xfrm>
            <a:custGeom>
              <a:avLst/>
              <a:gdLst/>
              <a:ahLst/>
              <a:cxnLst/>
              <a:rect l="l" t="t" r="r" b="b"/>
              <a:pathLst>
                <a:path w="48895" h="66039">
                  <a:moveTo>
                    <a:pt x="48448" y="0"/>
                  </a:moveTo>
                  <a:lnTo>
                    <a:pt x="0" y="0"/>
                  </a:lnTo>
                  <a:lnTo>
                    <a:pt x="0" y="65736"/>
                  </a:lnTo>
                  <a:lnTo>
                    <a:pt x="48448" y="65736"/>
                  </a:lnTo>
                  <a:lnTo>
                    <a:pt x="48448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10793519" y="6300136"/>
              <a:ext cx="58419" cy="122555"/>
            </a:xfrm>
            <a:custGeom>
              <a:avLst/>
              <a:gdLst/>
              <a:ahLst/>
              <a:cxnLst/>
              <a:rect l="l" t="t" r="r" b="b"/>
              <a:pathLst>
                <a:path w="58420" h="122554">
                  <a:moveTo>
                    <a:pt x="30616" y="0"/>
                  </a:moveTo>
                  <a:lnTo>
                    <a:pt x="26250" y="0"/>
                  </a:lnTo>
                  <a:lnTo>
                    <a:pt x="24219" y="408"/>
                  </a:lnTo>
                  <a:lnTo>
                    <a:pt x="18293" y="3420"/>
                  </a:lnTo>
                  <a:lnTo>
                    <a:pt x="13537" y="9023"/>
                  </a:lnTo>
                  <a:lnTo>
                    <a:pt x="10373" y="16617"/>
                  </a:lnTo>
                  <a:lnTo>
                    <a:pt x="9224" y="25601"/>
                  </a:lnTo>
                  <a:lnTo>
                    <a:pt x="9224" y="47621"/>
                  </a:lnTo>
                  <a:lnTo>
                    <a:pt x="0" y="47621"/>
                  </a:lnTo>
                  <a:lnTo>
                    <a:pt x="0" y="122268"/>
                  </a:lnTo>
                  <a:lnTo>
                    <a:pt x="57830" y="122268"/>
                  </a:lnTo>
                  <a:lnTo>
                    <a:pt x="57830" y="47621"/>
                  </a:lnTo>
                  <a:lnTo>
                    <a:pt x="48605" y="47621"/>
                  </a:lnTo>
                  <a:lnTo>
                    <a:pt x="48605" y="25601"/>
                  </a:lnTo>
                  <a:lnTo>
                    <a:pt x="47195" y="15646"/>
                  </a:lnTo>
                  <a:lnTo>
                    <a:pt x="43345" y="7507"/>
                  </a:lnTo>
                  <a:lnTo>
                    <a:pt x="37628" y="2015"/>
                  </a:lnTo>
                  <a:lnTo>
                    <a:pt x="30616" y="0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10793519" y="6300545"/>
              <a:ext cx="48895" cy="121920"/>
            </a:xfrm>
            <a:custGeom>
              <a:avLst/>
              <a:gdLst/>
              <a:ahLst/>
              <a:cxnLst/>
              <a:rect l="l" t="t" r="r" b="b"/>
              <a:pathLst>
                <a:path w="48895" h="121920">
                  <a:moveTo>
                    <a:pt x="24219" y="0"/>
                  </a:moveTo>
                  <a:lnTo>
                    <a:pt x="18293" y="3011"/>
                  </a:lnTo>
                  <a:lnTo>
                    <a:pt x="13537" y="8614"/>
                  </a:lnTo>
                  <a:lnTo>
                    <a:pt x="10373" y="16208"/>
                  </a:lnTo>
                  <a:lnTo>
                    <a:pt x="9224" y="25192"/>
                  </a:lnTo>
                  <a:lnTo>
                    <a:pt x="9224" y="47213"/>
                  </a:lnTo>
                  <a:lnTo>
                    <a:pt x="0" y="47213"/>
                  </a:lnTo>
                  <a:lnTo>
                    <a:pt x="0" y="121860"/>
                  </a:lnTo>
                  <a:lnTo>
                    <a:pt x="48438" y="121860"/>
                  </a:lnTo>
                  <a:lnTo>
                    <a:pt x="48438" y="47213"/>
                  </a:lnTo>
                  <a:lnTo>
                    <a:pt x="39161" y="47213"/>
                  </a:lnTo>
                  <a:lnTo>
                    <a:pt x="39161" y="25192"/>
                  </a:lnTo>
                  <a:lnTo>
                    <a:pt x="38020" y="16208"/>
                  </a:lnTo>
                  <a:lnTo>
                    <a:pt x="34874" y="8614"/>
                  </a:lnTo>
                  <a:lnTo>
                    <a:pt x="30136" y="3011"/>
                  </a:lnTo>
                  <a:lnTo>
                    <a:pt x="24219" y="0"/>
                  </a:lnTo>
                  <a:close/>
                </a:path>
              </a:pathLst>
            </a:custGeom>
            <a:solidFill>
              <a:srgbClr val="DFB5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10793520" y="6468929"/>
              <a:ext cx="58419" cy="46355"/>
            </a:xfrm>
            <a:custGeom>
              <a:avLst/>
              <a:gdLst/>
              <a:ahLst/>
              <a:cxnLst/>
              <a:rect l="l" t="t" r="r" b="b"/>
              <a:pathLst>
                <a:path w="58420" h="46354">
                  <a:moveTo>
                    <a:pt x="57830" y="0"/>
                  </a:moveTo>
                  <a:lnTo>
                    <a:pt x="48605" y="0"/>
                  </a:lnTo>
                  <a:lnTo>
                    <a:pt x="0" y="0"/>
                  </a:lnTo>
                  <a:lnTo>
                    <a:pt x="0" y="45799"/>
                  </a:lnTo>
                  <a:lnTo>
                    <a:pt x="57830" y="45799"/>
                  </a:lnTo>
                  <a:lnTo>
                    <a:pt x="57830" y="0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10793515" y="6468929"/>
              <a:ext cx="48895" cy="46355"/>
            </a:xfrm>
            <a:custGeom>
              <a:avLst/>
              <a:gdLst/>
              <a:ahLst/>
              <a:cxnLst/>
              <a:rect l="l" t="t" r="r" b="b"/>
              <a:pathLst>
                <a:path w="48895" h="46354">
                  <a:moveTo>
                    <a:pt x="48438" y="0"/>
                  </a:moveTo>
                  <a:lnTo>
                    <a:pt x="39161" y="0"/>
                  </a:lnTo>
                  <a:lnTo>
                    <a:pt x="0" y="0"/>
                  </a:lnTo>
                  <a:lnTo>
                    <a:pt x="0" y="45799"/>
                  </a:lnTo>
                  <a:lnTo>
                    <a:pt x="48438" y="45799"/>
                  </a:lnTo>
                  <a:lnTo>
                    <a:pt x="48438" y="0"/>
                  </a:lnTo>
                  <a:close/>
                </a:path>
              </a:pathLst>
            </a:custGeom>
            <a:solidFill>
              <a:srgbClr val="DFB5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10900479" y="6301453"/>
              <a:ext cx="48895" cy="122555"/>
            </a:xfrm>
            <a:custGeom>
              <a:avLst/>
              <a:gdLst/>
              <a:ahLst/>
              <a:cxnLst/>
              <a:rect l="l" t="t" r="r" b="b"/>
              <a:pathLst>
                <a:path w="48895" h="122554">
                  <a:moveTo>
                    <a:pt x="25643" y="0"/>
                  </a:moveTo>
                  <a:lnTo>
                    <a:pt x="21988" y="0"/>
                  </a:lnTo>
                  <a:lnTo>
                    <a:pt x="20282" y="408"/>
                  </a:lnTo>
                  <a:lnTo>
                    <a:pt x="15325" y="3421"/>
                  </a:lnTo>
                  <a:lnTo>
                    <a:pt x="11342" y="9027"/>
                  </a:lnTo>
                  <a:lnTo>
                    <a:pt x="8690" y="16621"/>
                  </a:lnTo>
                  <a:lnTo>
                    <a:pt x="7727" y="25601"/>
                  </a:lnTo>
                  <a:lnTo>
                    <a:pt x="7727" y="47621"/>
                  </a:lnTo>
                  <a:lnTo>
                    <a:pt x="0" y="47621"/>
                  </a:lnTo>
                  <a:lnTo>
                    <a:pt x="0" y="122268"/>
                  </a:lnTo>
                  <a:lnTo>
                    <a:pt x="48438" y="122268"/>
                  </a:lnTo>
                  <a:lnTo>
                    <a:pt x="48438" y="47621"/>
                  </a:lnTo>
                  <a:lnTo>
                    <a:pt x="40710" y="47621"/>
                  </a:lnTo>
                  <a:lnTo>
                    <a:pt x="40710" y="25601"/>
                  </a:lnTo>
                  <a:lnTo>
                    <a:pt x="39528" y="15646"/>
                  </a:lnTo>
                  <a:lnTo>
                    <a:pt x="36302" y="7507"/>
                  </a:lnTo>
                  <a:lnTo>
                    <a:pt x="31513" y="2015"/>
                  </a:lnTo>
                  <a:lnTo>
                    <a:pt x="25643" y="0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10900479" y="6301861"/>
              <a:ext cx="40640" cy="121920"/>
            </a:xfrm>
            <a:custGeom>
              <a:avLst/>
              <a:gdLst/>
              <a:ahLst/>
              <a:cxnLst/>
              <a:rect l="l" t="t" r="r" b="b"/>
              <a:pathLst>
                <a:path w="40640" h="121920">
                  <a:moveTo>
                    <a:pt x="20282" y="0"/>
                  </a:moveTo>
                  <a:lnTo>
                    <a:pt x="15325" y="3013"/>
                  </a:lnTo>
                  <a:lnTo>
                    <a:pt x="11342" y="8618"/>
                  </a:lnTo>
                  <a:lnTo>
                    <a:pt x="8690" y="16213"/>
                  </a:lnTo>
                  <a:lnTo>
                    <a:pt x="7727" y="25192"/>
                  </a:lnTo>
                  <a:lnTo>
                    <a:pt x="7727" y="47213"/>
                  </a:lnTo>
                  <a:lnTo>
                    <a:pt x="0" y="47213"/>
                  </a:lnTo>
                  <a:lnTo>
                    <a:pt x="0" y="121860"/>
                  </a:lnTo>
                  <a:lnTo>
                    <a:pt x="40574" y="121860"/>
                  </a:lnTo>
                  <a:lnTo>
                    <a:pt x="40574" y="47213"/>
                  </a:lnTo>
                  <a:lnTo>
                    <a:pt x="32794" y="47213"/>
                  </a:lnTo>
                  <a:lnTo>
                    <a:pt x="32794" y="25192"/>
                  </a:lnTo>
                  <a:lnTo>
                    <a:pt x="31839" y="16213"/>
                  </a:lnTo>
                  <a:lnTo>
                    <a:pt x="29204" y="8618"/>
                  </a:lnTo>
                  <a:lnTo>
                    <a:pt x="25236" y="3013"/>
                  </a:lnTo>
                  <a:lnTo>
                    <a:pt x="20282" y="0"/>
                  </a:lnTo>
                  <a:close/>
                </a:path>
              </a:pathLst>
            </a:custGeom>
            <a:solidFill>
              <a:srgbClr val="DFB5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10900480" y="6470246"/>
              <a:ext cx="48895" cy="46355"/>
            </a:xfrm>
            <a:custGeom>
              <a:avLst/>
              <a:gdLst/>
              <a:ahLst/>
              <a:cxnLst/>
              <a:rect l="l" t="t" r="r" b="b"/>
              <a:pathLst>
                <a:path w="48895" h="46354">
                  <a:moveTo>
                    <a:pt x="48438" y="0"/>
                  </a:moveTo>
                  <a:lnTo>
                    <a:pt x="40710" y="0"/>
                  </a:lnTo>
                  <a:lnTo>
                    <a:pt x="0" y="0"/>
                  </a:lnTo>
                  <a:lnTo>
                    <a:pt x="0" y="45799"/>
                  </a:lnTo>
                  <a:lnTo>
                    <a:pt x="48438" y="45799"/>
                  </a:lnTo>
                  <a:lnTo>
                    <a:pt x="48438" y="0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10900484" y="6470246"/>
              <a:ext cx="40640" cy="46355"/>
            </a:xfrm>
            <a:custGeom>
              <a:avLst/>
              <a:gdLst/>
              <a:ahLst/>
              <a:cxnLst/>
              <a:rect l="l" t="t" r="r" b="b"/>
              <a:pathLst>
                <a:path w="40640" h="46354">
                  <a:moveTo>
                    <a:pt x="40564" y="0"/>
                  </a:moveTo>
                  <a:lnTo>
                    <a:pt x="32794" y="0"/>
                  </a:lnTo>
                  <a:lnTo>
                    <a:pt x="0" y="0"/>
                  </a:lnTo>
                  <a:lnTo>
                    <a:pt x="0" y="45799"/>
                  </a:lnTo>
                  <a:lnTo>
                    <a:pt x="40564" y="45799"/>
                  </a:lnTo>
                  <a:lnTo>
                    <a:pt x="40564" y="0"/>
                  </a:lnTo>
                  <a:close/>
                </a:path>
              </a:pathLst>
            </a:custGeom>
            <a:solidFill>
              <a:srgbClr val="DFB5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10709072" y="6186188"/>
              <a:ext cx="302260" cy="346075"/>
            </a:xfrm>
            <a:custGeom>
              <a:avLst/>
              <a:gdLst/>
              <a:ahLst/>
              <a:cxnLst/>
              <a:rect l="l" t="t" r="r" b="b"/>
              <a:pathLst>
                <a:path w="302259" h="346075">
                  <a:moveTo>
                    <a:pt x="292163" y="0"/>
                  </a:moveTo>
                  <a:lnTo>
                    <a:pt x="5041" y="0"/>
                  </a:lnTo>
                  <a:lnTo>
                    <a:pt x="5041" y="18719"/>
                  </a:lnTo>
                  <a:lnTo>
                    <a:pt x="292163" y="18719"/>
                  </a:lnTo>
                  <a:lnTo>
                    <a:pt x="292163" y="0"/>
                  </a:lnTo>
                  <a:close/>
                </a:path>
                <a:path w="302259" h="346075">
                  <a:moveTo>
                    <a:pt x="301739" y="324967"/>
                  </a:moveTo>
                  <a:lnTo>
                    <a:pt x="0" y="324967"/>
                  </a:lnTo>
                  <a:lnTo>
                    <a:pt x="0" y="345795"/>
                  </a:lnTo>
                  <a:lnTo>
                    <a:pt x="301739" y="345795"/>
                  </a:lnTo>
                  <a:lnTo>
                    <a:pt x="301739" y="324967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10235121" y="6186188"/>
              <a:ext cx="479425" cy="704215"/>
            </a:xfrm>
            <a:custGeom>
              <a:avLst/>
              <a:gdLst/>
              <a:ahLst/>
              <a:cxnLst/>
              <a:rect l="l" t="t" r="r" b="b"/>
              <a:pathLst>
                <a:path w="479425" h="704215">
                  <a:moveTo>
                    <a:pt x="119138" y="18834"/>
                  </a:moveTo>
                  <a:lnTo>
                    <a:pt x="0" y="18834"/>
                  </a:lnTo>
                  <a:lnTo>
                    <a:pt x="0" y="345884"/>
                  </a:lnTo>
                  <a:lnTo>
                    <a:pt x="0" y="704024"/>
                  </a:lnTo>
                  <a:lnTo>
                    <a:pt x="119138" y="704024"/>
                  </a:lnTo>
                  <a:lnTo>
                    <a:pt x="119138" y="345884"/>
                  </a:lnTo>
                  <a:lnTo>
                    <a:pt x="119138" y="18834"/>
                  </a:lnTo>
                  <a:close/>
                </a:path>
                <a:path w="479425" h="704215">
                  <a:moveTo>
                    <a:pt x="479005" y="0"/>
                  </a:moveTo>
                  <a:lnTo>
                    <a:pt x="68859" y="0"/>
                  </a:lnTo>
                  <a:lnTo>
                    <a:pt x="68859" y="18719"/>
                  </a:lnTo>
                  <a:lnTo>
                    <a:pt x="479005" y="18719"/>
                  </a:lnTo>
                  <a:lnTo>
                    <a:pt x="479005" y="0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10344334" y="6532073"/>
              <a:ext cx="365125" cy="558165"/>
            </a:xfrm>
            <a:custGeom>
              <a:avLst/>
              <a:gdLst/>
              <a:ahLst/>
              <a:cxnLst/>
              <a:rect l="l" t="t" r="r" b="b"/>
              <a:pathLst>
                <a:path w="365125" h="558165">
                  <a:moveTo>
                    <a:pt x="364795" y="0"/>
                  </a:moveTo>
                  <a:lnTo>
                    <a:pt x="0" y="0"/>
                  </a:lnTo>
                  <a:lnTo>
                    <a:pt x="0" y="557899"/>
                  </a:lnTo>
                  <a:lnTo>
                    <a:pt x="364795" y="557899"/>
                  </a:lnTo>
                  <a:lnTo>
                    <a:pt x="364795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10344334" y="6511152"/>
              <a:ext cx="365125" cy="20955"/>
            </a:xfrm>
            <a:custGeom>
              <a:avLst/>
              <a:gdLst/>
              <a:ahLst/>
              <a:cxnLst/>
              <a:rect l="l" t="t" r="r" b="b"/>
              <a:pathLst>
                <a:path w="365125" h="20954">
                  <a:moveTo>
                    <a:pt x="364742" y="0"/>
                  </a:moveTo>
                  <a:lnTo>
                    <a:pt x="0" y="0"/>
                  </a:lnTo>
                  <a:lnTo>
                    <a:pt x="0" y="20826"/>
                  </a:lnTo>
                  <a:lnTo>
                    <a:pt x="364742" y="20826"/>
                  </a:lnTo>
                  <a:lnTo>
                    <a:pt x="364742" y="0"/>
                  </a:lnTo>
                  <a:close/>
                </a:path>
              </a:pathLst>
            </a:custGeom>
            <a:solidFill>
              <a:srgbClr val="CF9E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10344328" y="6204921"/>
              <a:ext cx="381635" cy="306705"/>
            </a:xfrm>
            <a:custGeom>
              <a:avLst/>
              <a:gdLst/>
              <a:ahLst/>
              <a:cxnLst/>
              <a:rect l="l" t="t" r="r" b="b"/>
              <a:pathLst>
                <a:path w="381634" h="306704">
                  <a:moveTo>
                    <a:pt x="381635" y="0"/>
                  </a:moveTo>
                  <a:lnTo>
                    <a:pt x="0" y="0"/>
                  </a:lnTo>
                  <a:lnTo>
                    <a:pt x="0" y="166509"/>
                  </a:lnTo>
                  <a:lnTo>
                    <a:pt x="0" y="306235"/>
                  </a:lnTo>
                  <a:lnTo>
                    <a:pt x="381635" y="306235"/>
                  </a:lnTo>
                  <a:lnTo>
                    <a:pt x="381635" y="166509"/>
                  </a:lnTo>
                  <a:lnTo>
                    <a:pt x="381635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3" name="object 33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61074" y="6299628"/>
              <a:ext cx="93379" cy="122258"/>
            </a:xfrm>
            <a:prstGeom prst="rect">
              <a:avLst/>
            </a:prstGeom>
          </p:spPr>
        </p:pic>
        <p:pic>
          <p:nvPicPr>
            <p:cNvPr id="34" name="object 34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412454" y="6299628"/>
              <a:ext cx="93379" cy="122258"/>
            </a:xfrm>
            <a:prstGeom prst="rect">
              <a:avLst/>
            </a:prstGeom>
          </p:spPr>
        </p:pic>
        <p:sp>
          <p:nvSpPr>
            <p:cNvPr id="35" name="object 35" descr=""/>
            <p:cNvSpPr/>
            <p:nvPr/>
          </p:nvSpPr>
          <p:spPr>
            <a:xfrm>
              <a:off x="10412438" y="6468598"/>
              <a:ext cx="242570" cy="621665"/>
            </a:xfrm>
            <a:custGeom>
              <a:avLst/>
              <a:gdLst/>
              <a:ahLst/>
              <a:cxnLst/>
              <a:rect l="l" t="t" r="r" b="b"/>
              <a:pathLst>
                <a:path w="242570" h="621665">
                  <a:moveTo>
                    <a:pt x="93395" y="241681"/>
                  </a:moveTo>
                  <a:lnTo>
                    <a:pt x="92659" y="199999"/>
                  </a:lnTo>
                  <a:lnTo>
                    <a:pt x="87553" y="172313"/>
                  </a:lnTo>
                  <a:lnTo>
                    <a:pt x="73698" y="146202"/>
                  </a:lnTo>
                  <a:lnTo>
                    <a:pt x="46697" y="109258"/>
                  </a:lnTo>
                  <a:lnTo>
                    <a:pt x="39408" y="120535"/>
                  </a:lnTo>
                  <a:lnTo>
                    <a:pt x="23355" y="150380"/>
                  </a:lnTo>
                  <a:lnTo>
                    <a:pt x="7302" y="192773"/>
                  </a:lnTo>
                  <a:lnTo>
                    <a:pt x="0" y="241681"/>
                  </a:lnTo>
                  <a:lnTo>
                    <a:pt x="0" y="621385"/>
                  </a:lnTo>
                  <a:lnTo>
                    <a:pt x="93395" y="621385"/>
                  </a:lnTo>
                  <a:lnTo>
                    <a:pt x="93395" y="241681"/>
                  </a:lnTo>
                  <a:close/>
                </a:path>
                <a:path w="242570" h="621665">
                  <a:moveTo>
                    <a:pt x="93395" y="0"/>
                  </a:moveTo>
                  <a:lnTo>
                    <a:pt x="0" y="0"/>
                  </a:lnTo>
                  <a:lnTo>
                    <a:pt x="0" y="42557"/>
                  </a:lnTo>
                  <a:lnTo>
                    <a:pt x="93395" y="42557"/>
                  </a:lnTo>
                  <a:lnTo>
                    <a:pt x="93395" y="0"/>
                  </a:lnTo>
                  <a:close/>
                </a:path>
                <a:path w="242570" h="621665">
                  <a:moveTo>
                    <a:pt x="242011" y="0"/>
                  </a:moveTo>
                  <a:lnTo>
                    <a:pt x="148640" y="0"/>
                  </a:lnTo>
                  <a:lnTo>
                    <a:pt x="148640" y="42557"/>
                  </a:lnTo>
                  <a:lnTo>
                    <a:pt x="242011" y="42557"/>
                  </a:lnTo>
                  <a:lnTo>
                    <a:pt x="242011" y="0"/>
                  </a:lnTo>
                  <a:close/>
                </a:path>
              </a:pathLst>
            </a:custGeom>
            <a:solidFill>
              <a:srgbClr val="DFB5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10412438" y="6743718"/>
              <a:ext cx="242570" cy="44450"/>
            </a:xfrm>
            <a:custGeom>
              <a:avLst/>
              <a:gdLst/>
              <a:ahLst/>
              <a:cxnLst/>
              <a:rect l="l" t="t" r="r" b="b"/>
              <a:pathLst>
                <a:path w="242570" h="44450">
                  <a:moveTo>
                    <a:pt x="93395" y="0"/>
                  </a:moveTo>
                  <a:lnTo>
                    <a:pt x="0" y="0"/>
                  </a:lnTo>
                  <a:lnTo>
                    <a:pt x="0" y="43942"/>
                  </a:lnTo>
                  <a:lnTo>
                    <a:pt x="93395" y="43942"/>
                  </a:lnTo>
                  <a:lnTo>
                    <a:pt x="93395" y="0"/>
                  </a:lnTo>
                  <a:close/>
                </a:path>
                <a:path w="242570" h="44450">
                  <a:moveTo>
                    <a:pt x="242011" y="0"/>
                  </a:moveTo>
                  <a:lnTo>
                    <a:pt x="148640" y="0"/>
                  </a:lnTo>
                  <a:lnTo>
                    <a:pt x="148640" y="43942"/>
                  </a:lnTo>
                  <a:lnTo>
                    <a:pt x="242011" y="43942"/>
                  </a:lnTo>
                  <a:lnTo>
                    <a:pt x="242011" y="0"/>
                  </a:lnTo>
                  <a:close/>
                </a:path>
              </a:pathLst>
            </a:custGeom>
            <a:solidFill>
              <a:srgbClr val="CF9E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10561077" y="6577849"/>
              <a:ext cx="93980" cy="512445"/>
            </a:xfrm>
            <a:custGeom>
              <a:avLst/>
              <a:gdLst/>
              <a:ahLst/>
              <a:cxnLst/>
              <a:rect l="l" t="t" r="r" b="b"/>
              <a:pathLst>
                <a:path w="93979" h="512445">
                  <a:moveTo>
                    <a:pt x="46689" y="0"/>
                  </a:moveTo>
                  <a:lnTo>
                    <a:pt x="39394" y="11283"/>
                  </a:lnTo>
                  <a:lnTo>
                    <a:pt x="23344" y="41125"/>
                  </a:lnTo>
                  <a:lnTo>
                    <a:pt x="7295" y="83511"/>
                  </a:lnTo>
                  <a:lnTo>
                    <a:pt x="0" y="132425"/>
                  </a:lnTo>
                  <a:lnTo>
                    <a:pt x="0" y="512131"/>
                  </a:lnTo>
                  <a:lnTo>
                    <a:pt x="93379" y="512131"/>
                  </a:lnTo>
                  <a:lnTo>
                    <a:pt x="93379" y="132425"/>
                  </a:lnTo>
                  <a:lnTo>
                    <a:pt x="92649" y="90740"/>
                  </a:lnTo>
                  <a:lnTo>
                    <a:pt x="87543" y="63051"/>
                  </a:lnTo>
                  <a:lnTo>
                    <a:pt x="73682" y="36943"/>
                  </a:lnTo>
                  <a:lnTo>
                    <a:pt x="46689" y="0"/>
                  </a:lnTo>
                  <a:close/>
                </a:path>
              </a:pathLst>
            </a:custGeom>
            <a:solidFill>
              <a:srgbClr val="DFB5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10561081" y="6743710"/>
              <a:ext cx="93980" cy="44450"/>
            </a:xfrm>
            <a:custGeom>
              <a:avLst/>
              <a:gdLst/>
              <a:ahLst/>
              <a:cxnLst/>
              <a:rect l="l" t="t" r="r" b="b"/>
              <a:pathLst>
                <a:path w="93979" h="44450">
                  <a:moveTo>
                    <a:pt x="93379" y="0"/>
                  </a:moveTo>
                  <a:lnTo>
                    <a:pt x="0" y="0"/>
                  </a:lnTo>
                  <a:lnTo>
                    <a:pt x="0" y="43946"/>
                  </a:lnTo>
                  <a:lnTo>
                    <a:pt x="93379" y="43946"/>
                  </a:lnTo>
                  <a:lnTo>
                    <a:pt x="93379" y="0"/>
                  </a:lnTo>
                  <a:close/>
                </a:path>
              </a:pathLst>
            </a:custGeom>
            <a:solidFill>
              <a:srgbClr val="CF9E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10235121" y="6883825"/>
              <a:ext cx="876300" cy="206375"/>
            </a:xfrm>
            <a:custGeom>
              <a:avLst/>
              <a:gdLst/>
              <a:ahLst/>
              <a:cxnLst/>
              <a:rect l="l" t="t" r="r" b="b"/>
              <a:pathLst>
                <a:path w="876300" h="206375">
                  <a:moveTo>
                    <a:pt x="876211" y="0"/>
                  </a:moveTo>
                  <a:lnTo>
                    <a:pt x="541502" y="0"/>
                  </a:lnTo>
                  <a:lnTo>
                    <a:pt x="0" y="0"/>
                  </a:lnTo>
                  <a:lnTo>
                    <a:pt x="0" y="206159"/>
                  </a:lnTo>
                  <a:lnTo>
                    <a:pt x="876211" y="206159"/>
                  </a:lnTo>
                  <a:lnTo>
                    <a:pt x="876211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9135418" y="5900930"/>
              <a:ext cx="1285875" cy="470534"/>
            </a:xfrm>
            <a:custGeom>
              <a:avLst/>
              <a:gdLst/>
              <a:ahLst/>
              <a:cxnLst/>
              <a:rect l="l" t="t" r="r" b="b"/>
              <a:pathLst>
                <a:path w="1285875" h="470535">
                  <a:moveTo>
                    <a:pt x="1285793" y="0"/>
                  </a:moveTo>
                  <a:lnTo>
                    <a:pt x="0" y="0"/>
                  </a:lnTo>
                  <a:lnTo>
                    <a:pt x="0" y="470498"/>
                  </a:lnTo>
                  <a:lnTo>
                    <a:pt x="1285793" y="470498"/>
                  </a:lnTo>
                  <a:lnTo>
                    <a:pt x="1285793" y="0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9241854" y="6004591"/>
              <a:ext cx="158115" cy="231140"/>
            </a:xfrm>
            <a:custGeom>
              <a:avLst/>
              <a:gdLst/>
              <a:ahLst/>
              <a:cxnLst/>
              <a:rect l="l" t="t" r="r" b="b"/>
              <a:pathLst>
                <a:path w="158115" h="231139">
                  <a:moveTo>
                    <a:pt x="46837" y="0"/>
                  </a:moveTo>
                  <a:lnTo>
                    <a:pt x="0" y="0"/>
                  </a:lnTo>
                  <a:lnTo>
                    <a:pt x="0" y="89687"/>
                  </a:lnTo>
                  <a:lnTo>
                    <a:pt x="46837" y="89687"/>
                  </a:lnTo>
                  <a:lnTo>
                    <a:pt x="46837" y="0"/>
                  </a:lnTo>
                  <a:close/>
                </a:path>
                <a:path w="158115" h="231139">
                  <a:moveTo>
                    <a:pt x="47396" y="141097"/>
                  </a:moveTo>
                  <a:lnTo>
                    <a:pt x="558" y="141097"/>
                  </a:lnTo>
                  <a:lnTo>
                    <a:pt x="558" y="230784"/>
                  </a:lnTo>
                  <a:lnTo>
                    <a:pt x="47396" y="230784"/>
                  </a:lnTo>
                  <a:lnTo>
                    <a:pt x="47396" y="141097"/>
                  </a:lnTo>
                  <a:close/>
                </a:path>
                <a:path w="158115" h="231139">
                  <a:moveTo>
                    <a:pt x="156933" y="0"/>
                  </a:moveTo>
                  <a:lnTo>
                    <a:pt x="110096" y="0"/>
                  </a:lnTo>
                  <a:lnTo>
                    <a:pt x="110096" y="89687"/>
                  </a:lnTo>
                  <a:lnTo>
                    <a:pt x="156933" y="89687"/>
                  </a:lnTo>
                  <a:lnTo>
                    <a:pt x="156933" y="0"/>
                  </a:lnTo>
                  <a:close/>
                </a:path>
                <a:path w="158115" h="231139">
                  <a:moveTo>
                    <a:pt x="157492" y="141097"/>
                  </a:moveTo>
                  <a:lnTo>
                    <a:pt x="110655" y="141097"/>
                  </a:lnTo>
                  <a:lnTo>
                    <a:pt x="110655" y="230784"/>
                  </a:lnTo>
                  <a:lnTo>
                    <a:pt x="157492" y="230784"/>
                  </a:lnTo>
                  <a:lnTo>
                    <a:pt x="157492" y="141097"/>
                  </a:lnTo>
                  <a:close/>
                </a:path>
              </a:pathLst>
            </a:custGeom>
            <a:solidFill>
              <a:srgbClr val="DFB5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9490842" y="6099322"/>
              <a:ext cx="698500" cy="273050"/>
            </a:xfrm>
            <a:custGeom>
              <a:avLst/>
              <a:gdLst/>
              <a:ahLst/>
              <a:cxnLst/>
              <a:rect l="l" t="t" r="r" b="b"/>
              <a:pathLst>
                <a:path w="698500" h="273050">
                  <a:moveTo>
                    <a:pt x="698428" y="0"/>
                  </a:moveTo>
                  <a:lnTo>
                    <a:pt x="0" y="0"/>
                  </a:lnTo>
                  <a:lnTo>
                    <a:pt x="0" y="272578"/>
                  </a:lnTo>
                  <a:lnTo>
                    <a:pt x="698428" y="272578"/>
                  </a:lnTo>
                  <a:lnTo>
                    <a:pt x="698428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9562757" y="6004591"/>
              <a:ext cx="724535" cy="95250"/>
            </a:xfrm>
            <a:custGeom>
              <a:avLst/>
              <a:gdLst/>
              <a:ahLst/>
              <a:cxnLst/>
              <a:rect l="l" t="t" r="r" b="b"/>
              <a:pathLst>
                <a:path w="724534" h="95250">
                  <a:moveTo>
                    <a:pt x="167055" y="0"/>
                  </a:moveTo>
                  <a:lnTo>
                    <a:pt x="0" y="0"/>
                  </a:lnTo>
                  <a:lnTo>
                    <a:pt x="0" y="94742"/>
                  </a:lnTo>
                  <a:lnTo>
                    <a:pt x="167055" y="94742"/>
                  </a:lnTo>
                  <a:lnTo>
                    <a:pt x="167055" y="0"/>
                  </a:lnTo>
                  <a:close/>
                </a:path>
                <a:path w="724534" h="95250">
                  <a:moveTo>
                    <a:pt x="438162" y="0"/>
                  </a:moveTo>
                  <a:lnTo>
                    <a:pt x="271119" y="0"/>
                  </a:lnTo>
                  <a:lnTo>
                    <a:pt x="271119" y="94742"/>
                  </a:lnTo>
                  <a:lnTo>
                    <a:pt x="438162" y="94742"/>
                  </a:lnTo>
                  <a:lnTo>
                    <a:pt x="438162" y="0"/>
                  </a:lnTo>
                  <a:close/>
                </a:path>
                <a:path w="724534" h="95250">
                  <a:moveTo>
                    <a:pt x="724458" y="0"/>
                  </a:moveTo>
                  <a:lnTo>
                    <a:pt x="557415" y="0"/>
                  </a:lnTo>
                  <a:lnTo>
                    <a:pt x="557415" y="94742"/>
                  </a:lnTo>
                  <a:lnTo>
                    <a:pt x="724458" y="94742"/>
                  </a:lnTo>
                  <a:lnTo>
                    <a:pt x="724458" y="0"/>
                  </a:lnTo>
                  <a:close/>
                </a:path>
              </a:pathLst>
            </a:custGeom>
            <a:solidFill>
              <a:srgbClr val="DFB59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" name="object 44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964260" y="6160066"/>
              <a:ext cx="111967" cy="211833"/>
            </a:xfrm>
            <a:prstGeom prst="rect">
              <a:avLst/>
            </a:prstGeom>
          </p:spPr>
        </p:pic>
        <p:pic>
          <p:nvPicPr>
            <p:cNvPr id="45" name="object 45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9777217" y="6160066"/>
              <a:ext cx="111968" cy="211833"/>
            </a:xfrm>
            <a:prstGeom prst="rect">
              <a:avLst/>
            </a:prstGeom>
          </p:spPr>
        </p:pic>
        <p:pic>
          <p:nvPicPr>
            <p:cNvPr id="46" name="object 46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9590176" y="6160066"/>
              <a:ext cx="111968" cy="211833"/>
            </a:xfrm>
            <a:prstGeom prst="rect">
              <a:avLst/>
            </a:prstGeom>
          </p:spPr>
        </p:pic>
        <p:sp>
          <p:nvSpPr>
            <p:cNvPr id="47" name="object 47" descr=""/>
            <p:cNvSpPr/>
            <p:nvPr/>
          </p:nvSpPr>
          <p:spPr>
            <a:xfrm>
              <a:off x="10205741" y="5966331"/>
              <a:ext cx="10795" cy="133350"/>
            </a:xfrm>
            <a:custGeom>
              <a:avLst/>
              <a:gdLst/>
              <a:ahLst/>
              <a:cxnLst/>
              <a:rect l="l" t="t" r="r" b="b"/>
              <a:pathLst>
                <a:path w="10795" h="133350">
                  <a:moveTo>
                    <a:pt x="10209" y="0"/>
                  </a:moveTo>
                  <a:lnTo>
                    <a:pt x="0" y="0"/>
                  </a:lnTo>
                  <a:lnTo>
                    <a:pt x="0" y="132990"/>
                  </a:lnTo>
                  <a:lnTo>
                    <a:pt x="10209" y="132990"/>
                  </a:lnTo>
                  <a:lnTo>
                    <a:pt x="10209" y="0"/>
                  </a:lnTo>
                  <a:close/>
                </a:path>
              </a:pathLst>
            </a:custGeom>
            <a:solidFill>
              <a:srgbClr val="DFB5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9517029" y="5966331"/>
              <a:ext cx="10795" cy="133350"/>
            </a:xfrm>
            <a:custGeom>
              <a:avLst/>
              <a:gdLst/>
              <a:ahLst/>
              <a:cxnLst/>
              <a:rect l="l" t="t" r="r" b="b"/>
              <a:pathLst>
                <a:path w="10795" h="133350">
                  <a:moveTo>
                    <a:pt x="10209" y="0"/>
                  </a:moveTo>
                  <a:lnTo>
                    <a:pt x="0" y="0"/>
                  </a:lnTo>
                  <a:lnTo>
                    <a:pt x="0" y="132990"/>
                  </a:lnTo>
                  <a:lnTo>
                    <a:pt x="10209" y="132990"/>
                  </a:lnTo>
                  <a:lnTo>
                    <a:pt x="10209" y="0"/>
                  </a:lnTo>
                  <a:close/>
                </a:path>
              </a:pathLst>
            </a:custGeom>
            <a:solidFill>
              <a:srgbClr val="9A470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9497679" y="5957043"/>
              <a:ext cx="923925" cy="19685"/>
            </a:xfrm>
            <a:custGeom>
              <a:avLst/>
              <a:gdLst/>
              <a:ahLst/>
              <a:cxnLst/>
              <a:rect l="l" t="t" r="r" b="b"/>
              <a:pathLst>
                <a:path w="923925" h="19685">
                  <a:moveTo>
                    <a:pt x="923532" y="0"/>
                  </a:moveTo>
                  <a:lnTo>
                    <a:pt x="0" y="0"/>
                  </a:lnTo>
                  <a:lnTo>
                    <a:pt x="0" y="19423"/>
                  </a:lnTo>
                  <a:lnTo>
                    <a:pt x="923532" y="19423"/>
                  </a:lnTo>
                  <a:lnTo>
                    <a:pt x="923532" y="0"/>
                  </a:lnTo>
                  <a:close/>
                </a:path>
              </a:pathLst>
            </a:custGeom>
            <a:solidFill>
              <a:srgbClr val="DFB5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9497670" y="5900933"/>
              <a:ext cx="923925" cy="75565"/>
            </a:xfrm>
            <a:custGeom>
              <a:avLst/>
              <a:gdLst/>
              <a:ahLst/>
              <a:cxnLst/>
              <a:rect l="l" t="t" r="r" b="b"/>
              <a:pathLst>
                <a:path w="923925" h="75564">
                  <a:moveTo>
                    <a:pt x="923531" y="0"/>
                  </a:moveTo>
                  <a:lnTo>
                    <a:pt x="276974" y="0"/>
                  </a:lnTo>
                  <a:lnTo>
                    <a:pt x="0" y="56121"/>
                  </a:lnTo>
                  <a:lnTo>
                    <a:pt x="645160" y="56121"/>
                  </a:lnTo>
                  <a:lnTo>
                    <a:pt x="923531" y="0"/>
                  </a:lnTo>
                  <a:close/>
                </a:path>
                <a:path w="923925" h="75564">
                  <a:moveTo>
                    <a:pt x="923823" y="56121"/>
                  </a:moveTo>
                  <a:lnTo>
                    <a:pt x="645160" y="56121"/>
                  </a:lnTo>
                  <a:lnTo>
                    <a:pt x="645160" y="75539"/>
                  </a:lnTo>
                  <a:lnTo>
                    <a:pt x="923823" y="75539"/>
                  </a:lnTo>
                  <a:lnTo>
                    <a:pt x="923823" y="56121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10142832" y="5900923"/>
              <a:ext cx="278765" cy="56515"/>
            </a:xfrm>
            <a:custGeom>
              <a:avLst/>
              <a:gdLst/>
              <a:ahLst/>
              <a:cxnLst/>
              <a:rect l="l" t="t" r="r" b="b"/>
              <a:pathLst>
                <a:path w="278765" h="56514">
                  <a:moveTo>
                    <a:pt x="278378" y="0"/>
                  </a:moveTo>
                  <a:lnTo>
                    <a:pt x="0" y="56123"/>
                  </a:lnTo>
                  <a:lnTo>
                    <a:pt x="278661" y="56123"/>
                  </a:lnTo>
                  <a:lnTo>
                    <a:pt x="278378" y="0"/>
                  </a:lnTo>
                  <a:close/>
                </a:path>
              </a:pathLst>
            </a:custGeom>
            <a:solidFill>
              <a:srgbClr val="DFB5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9417336" y="6099322"/>
              <a:ext cx="73660" cy="217170"/>
            </a:xfrm>
            <a:custGeom>
              <a:avLst/>
              <a:gdLst/>
              <a:ahLst/>
              <a:cxnLst/>
              <a:rect l="l" t="t" r="r" b="b"/>
              <a:pathLst>
                <a:path w="73659" h="217170">
                  <a:moveTo>
                    <a:pt x="0" y="216841"/>
                  </a:moveTo>
                  <a:lnTo>
                    <a:pt x="73505" y="216841"/>
                  </a:lnTo>
                  <a:lnTo>
                    <a:pt x="73505" y="0"/>
                  </a:lnTo>
                  <a:lnTo>
                    <a:pt x="0" y="0"/>
                  </a:lnTo>
                  <a:lnTo>
                    <a:pt x="0" y="216841"/>
                  </a:lnTo>
                  <a:close/>
                </a:path>
              </a:pathLst>
            </a:custGeom>
            <a:solidFill>
              <a:srgbClr val="DFB593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3" name="object 53" descr=""/>
          <p:cNvSpPr/>
          <p:nvPr/>
        </p:nvSpPr>
        <p:spPr>
          <a:xfrm>
            <a:off x="14631784" y="6736162"/>
            <a:ext cx="406400" cy="354330"/>
          </a:xfrm>
          <a:custGeom>
            <a:avLst/>
            <a:gdLst/>
            <a:ahLst/>
            <a:cxnLst/>
            <a:rect l="l" t="t" r="r" b="b"/>
            <a:pathLst>
              <a:path w="406400" h="354329">
                <a:moveTo>
                  <a:pt x="406311" y="0"/>
                </a:moveTo>
                <a:lnTo>
                  <a:pt x="155689" y="0"/>
                </a:lnTo>
                <a:lnTo>
                  <a:pt x="155689" y="207962"/>
                </a:lnTo>
                <a:lnTo>
                  <a:pt x="0" y="207962"/>
                </a:lnTo>
                <a:lnTo>
                  <a:pt x="0" y="353822"/>
                </a:lnTo>
                <a:lnTo>
                  <a:pt x="155689" y="353822"/>
                </a:lnTo>
                <a:lnTo>
                  <a:pt x="406311" y="353822"/>
                </a:lnTo>
                <a:lnTo>
                  <a:pt x="406311" y="207962"/>
                </a:lnTo>
                <a:lnTo>
                  <a:pt x="406311" y="0"/>
                </a:lnTo>
                <a:close/>
              </a:path>
            </a:pathLst>
          </a:custGeom>
          <a:solidFill>
            <a:srgbClr val="DFB593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4" name="object 54" descr=""/>
          <p:cNvGrpSpPr/>
          <p:nvPr/>
        </p:nvGrpSpPr>
        <p:grpSpPr>
          <a:xfrm>
            <a:off x="10624765" y="6652163"/>
            <a:ext cx="507365" cy="438150"/>
            <a:chOff x="10624765" y="6652163"/>
            <a:chExt cx="507365" cy="438150"/>
          </a:xfrm>
        </p:grpSpPr>
        <p:sp>
          <p:nvSpPr>
            <p:cNvPr id="55" name="object 55" descr=""/>
            <p:cNvSpPr/>
            <p:nvPr/>
          </p:nvSpPr>
          <p:spPr>
            <a:xfrm>
              <a:off x="10624756" y="6673678"/>
              <a:ext cx="507365" cy="416559"/>
            </a:xfrm>
            <a:custGeom>
              <a:avLst/>
              <a:gdLst/>
              <a:ahLst/>
              <a:cxnLst/>
              <a:rect l="l" t="t" r="r" b="b"/>
              <a:pathLst>
                <a:path w="507365" h="416559">
                  <a:moveTo>
                    <a:pt x="507238" y="12"/>
                  </a:moveTo>
                  <a:lnTo>
                    <a:pt x="0" y="0"/>
                  </a:lnTo>
                  <a:lnTo>
                    <a:pt x="0" y="24498"/>
                  </a:lnTo>
                  <a:lnTo>
                    <a:pt x="0" y="31153"/>
                  </a:lnTo>
                  <a:lnTo>
                    <a:pt x="12" y="264337"/>
                  </a:lnTo>
                  <a:lnTo>
                    <a:pt x="12" y="269379"/>
                  </a:lnTo>
                  <a:lnTo>
                    <a:pt x="12" y="288493"/>
                  </a:lnTo>
                  <a:lnTo>
                    <a:pt x="12" y="416306"/>
                  </a:lnTo>
                  <a:lnTo>
                    <a:pt x="65646" y="416306"/>
                  </a:lnTo>
                  <a:lnTo>
                    <a:pt x="65646" y="288493"/>
                  </a:lnTo>
                  <a:lnTo>
                    <a:pt x="65646" y="269379"/>
                  </a:lnTo>
                  <a:lnTo>
                    <a:pt x="65646" y="264337"/>
                  </a:lnTo>
                  <a:lnTo>
                    <a:pt x="65646" y="257759"/>
                  </a:lnTo>
                  <a:lnTo>
                    <a:pt x="68453" y="252323"/>
                  </a:lnTo>
                  <a:lnTo>
                    <a:pt x="72885" y="248691"/>
                  </a:lnTo>
                  <a:lnTo>
                    <a:pt x="69977" y="240512"/>
                  </a:lnTo>
                  <a:lnTo>
                    <a:pt x="67830" y="230378"/>
                  </a:lnTo>
                  <a:lnTo>
                    <a:pt x="66484" y="219798"/>
                  </a:lnTo>
                  <a:lnTo>
                    <a:pt x="66027" y="210286"/>
                  </a:lnTo>
                  <a:lnTo>
                    <a:pt x="68287" y="197827"/>
                  </a:lnTo>
                  <a:lnTo>
                    <a:pt x="74155" y="186766"/>
                  </a:lnTo>
                  <a:lnTo>
                    <a:pt x="82296" y="177253"/>
                  </a:lnTo>
                  <a:lnTo>
                    <a:pt x="91376" y="169430"/>
                  </a:lnTo>
                  <a:lnTo>
                    <a:pt x="100393" y="177292"/>
                  </a:lnTo>
                  <a:lnTo>
                    <a:pt x="108483" y="186791"/>
                  </a:lnTo>
                  <a:lnTo>
                    <a:pt x="114300" y="197827"/>
                  </a:lnTo>
                  <a:lnTo>
                    <a:pt x="116547" y="210286"/>
                  </a:lnTo>
                  <a:lnTo>
                    <a:pt x="116090" y="219798"/>
                  </a:lnTo>
                  <a:lnTo>
                    <a:pt x="114757" y="230378"/>
                  </a:lnTo>
                  <a:lnTo>
                    <a:pt x="112623" y="240512"/>
                  </a:lnTo>
                  <a:lnTo>
                    <a:pt x="109740" y="248691"/>
                  </a:lnTo>
                  <a:lnTo>
                    <a:pt x="114122" y="252323"/>
                  </a:lnTo>
                  <a:lnTo>
                    <a:pt x="116928" y="257759"/>
                  </a:lnTo>
                  <a:lnTo>
                    <a:pt x="116928" y="264337"/>
                  </a:lnTo>
                  <a:lnTo>
                    <a:pt x="116928" y="269379"/>
                  </a:lnTo>
                  <a:lnTo>
                    <a:pt x="116928" y="288493"/>
                  </a:lnTo>
                  <a:lnTo>
                    <a:pt x="116928" y="416306"/>
                  </a:lnTo>
                  <a:lnTo>
                    <a:pt x="182562" y="416306"/>
                  </a:lnTo>
                  <a:lnTo>
                    <a:pt x="182562" y="288493"/>
                  </a:lnTo>
                  <a:lnTo>
                    <a:pt x="182562" y="269379"/>
                  </a:lnTo>
                  <a:lnTo>
                    <a:pt x="182562" y="264337"/>
                  </a:lnTo>
                  <a:lnTo>
                    <a:pt x="182562" y="257759"/>
                  </a:lnTo>
                  <a:lnTo>
                    <a:pt x="185369" y="252323"/>
                  </a:lnTo>
                  <a:lnTo>
                    <a:pt x="189801" y="248691"/>
                  </a:lnTo>
                  <a:lnTo>
                    <a:pt x="186893" y="240512"/>
                  </a:lnTo>
                  <a:lnTo>
                    <a:pt x="184746" y="230378"/>
                  </a:lnTo>
                  <a:lnTo>
                    <a:pt x="183413" y="219798"/>
                  </a:lnTo>
                  <a:lnTo>
                    <a:pt x="182956" y="210286"/>
                  </a:lnTo>
                  <a:lnTo>
                    <a:pt x="185216" y="197827"/>
                  </a:lnTo>
                  <a:lnTo>
                    <a:pt x="191071" y="186766"/>
                  </a:lnTo>
                  <a:lnTo>
                    <a:pt x="199212" y="177253"/>
                  </a:lnTo>
                  <a:lnTo>
                    <a:pt x="208292" y="169430"/>
                  </a:lnTo>
                  <a:lnTo>
                    <a:pt x="217309" y="177292"/>
                  </a:lnTo>
                  <a:lnTo>
                    <a:pt x="225399" y="186791"/>
                  </a:lnTo>
                  <a:lnTo>
                    <a:pt x="231228" y="197827"/>
                  </a:lnTo>
                  <a:lnTo>
                    <a:pt x="233464" y="210286"/>
                  </a:lnTo>
                  <a:lnTo>
                    <a:pt x="233006" y="219798"/>
                  </a:lnTo>
                  <a:lnTo>
                    <a:pt x="231673" y="230378"/>
                  </a:lnTo>
                  <a:lnTo>
                    <a:pt x="229539" y="240512"/>
                  </a:lnTo>
                  <a:lnTo>
                    <a:pt x="226669" y="248691"/>
                  </a:lnTo>
                  <a:lnTo>
                    <a:pt x="231051" y="252323"/>
                  </a:lnTo>
                  <a:lnTo>
                    <a:pt x="233857" y="257759"/>
                  </a:lnTo>
                  <a:lnTo>
                    <a:pt x="233857" y="264337"/>
                  </a:lnTo>
                  <a:lnTo>
                    <a:pt x="233845" y="269379"/>
                  </a:lnTo>
                  <a:lnTo>
                    <a:pt x="233845" y="288493"/>
                  </a:lnTo>
                  <a:lnTo>
                    <a:pt x="233845" y="416306"/>
                  </a:lnTo>
                  <a:lnTo>
                    <a:pt x="299478" y="416306"/>
                  </a:lnTo>
                  <a:lnTo>
                    <a:pt x="299478" y="288493"/>
                  </a:lnTo>
                  <a:lnTo>
                    <a:pt x="299478" y="269379"/>
                  </a:lnTo>
                  <a:lnTo>
                    <a:pt x="299478" y="264337"/>
                  </a:lnTo>
                  <a:lnTo>
                    <a:pt x="299478" y="257759"/>
                  </a:lnTo>
                  <a:lnTo>
                    <a:pt x="302285" y="252323"/>
                  </a:lnTo>
                  <a:lnTo>
                    <a:pt x="306717" y="248691"/>
                  </a:lnTo>
                  <a:lnTo>
                    <a:pt x="303822" y="240512"/>
                  </a:lnTo>
                  <a:lnTo>
                    <a:pt x="301675" y="230378"/>
                  </a:lnTo>
                  <a:lnTo>
                    <a:pt x="300342" y="219798"/>
                  </a:lnTo>
                  <a:lnTo>
                    <a:pt x="299872" y="210286"/>
                  </a:lnTo>
                  <a:lnTo>
                    <a:pt x="302133" y="197827"/>
                  </a:lnTo>
                  <a:lnTo>
                    <a:pt x="307987" y="186766"/>
                  </a:lnTo>
                  <a:lnTo>
                    <a:pt x="316128" y="177253"/>
                  </a:lnTo>
                  <a:lnTo>
                    <a:pt x="325221" y="169430"/>
                  </a:lnTo>
                  <a:lnTo>
                    <a:pt x="334238" y="177292"/>
                  </a:lnTo>
                  <a:lnTo>
                    <a:pt x="342315" y="186791"/>
                  </a:lnTo>
                  <a:lnTo>
                    <a:pt x="348145" y="197827"/>
                  </a:lnTo>
                  <a:lnTo>
                    <a:pt x="350380" y="210286"/>
                  </a:lnTo>
                  <a:lnTo>
                    <a:pt x="349923" y="219798"/>
                  </a:lnTo>
                  <a:lnTo>
                    <a:pt x="348589" y="230378"/>
                  </a:lnTo>
                  <a:lnTo>
                    <a:pt x="346456" y="240512"/>
                  </a:lnTo>
                  <a:lnTo>
                    <a:pt x="343585" y="248691"/>
                  </a:lnTo>
                  <a:lnTo>
                    <a:pt x="347967" y="252323"/>
                  </a:lnTo>
                  <a:lnTo>
                    <a:pt x="350774" y="257759"/>
                  </a:lnTo>
                  <a:lnTo>
                    <a:pt x="350774" y="264337"/>
                  </a:lnTo>
                  <a:lnTo>
                    <a:pt x="350774" y="269379"/>
                  </a:lnTo>
                  <a:lnTo>
                    <a:pt x="350774" y="288493"/>
                  </a:lnTo>
                  <a:lnTo>
                    <a:pt x="350774" y="416306"/>
                  </a:lnTo>
                  <a:lnTo>
                    <a:pt x="416407" y="416306"/>
                  </a:lnTo>
                  <a:lnTo>
                    <a:pt x="416407" y="288493"/>
                  </a:lnTo>
                  <a:lnTo>
                    <a:pt x="416407" y="269379"/>
                  </a:lnTo>
                  <a:lnTo>
                    <a:pt x="416407" y="264337"/>
                  </a:lnTo>
                  <a:lnTo>
                    <a:pt x="416407" y="257759"/>
                  </a:lnTo>
                  <a:lnTo>
                    <a:pt x="419214" y="252323"/>
                  </a:lnTo>
                  <a:lnTo>
                    <a:pt x="423646" y="248691"/>
                  </a:lnTo>
                  <a:lnTo>
                    <a:pt x="420738" y="240512"/>
                  </a:lnTo>
                  <a:lnTo>
                    <a:pt x="418592" y="230378"/>
                  </a:lnTo>
                  <a:lnTo>
                    <a:pt x="417258" y="219798"/>
                  </a:lnTo>
                  <a:lnTo>
                    <a:pt x="416801" y="210286"/>
                  </a:lnTo>
                  <a:lnTo>
                    <a:pt x="419061" y="197827"/>
                  </a:lnTo>
                  <a:lnTo>
                    <a:pt x="424916" y="186766"/>
                  </a:lnTo>
                  <a:lnTo>
                    <a:pt x="433057" y="177253"/>
                  </a:lnTo>
                  <a:lnTo>
                    <a:pt x="442150" y="169430"/>
                  </a:lnTo>
                  <a:lnTo>
                    <a:pt x="451167" y="177292"/>
                  </a:lnTo>
                  <a:lnTo>
                    <a:pt x="459270" y="186791"/>
                  </a:lnTo>
                  <a:lnTo>
                    <a:pt x="465099" y="197827"/>
                  </a:lnTo>
                  <a:lnTo>
                    <a:pt x="467347" y="210286"/>
                  </a:lnTo>
                  <a:lnTo>
                    <a:pt x="466890" y="219798"/>
                  </a:lnTo>
                  <a:lnTo>
                    <a:pt x="465543" y="230378"/>
                  </a:lnTo>
                  <a:lnTo>
                    <a:pt x="463410" y="240512"/>
                  </a:lnTo>
                  <a:lnTo>
                    <a:pt x="460552" y="248691"/>
                  </a:lnTo>
                  <a:lnTo>
                    <a:pt x="464896" y="252323"/>
                  </a:lnTo>
                  <a:lnTo>
                    <a:pt x="467702" y="257759"/>
                  </a:lnTo>
                  <a:lnTo>
                    <a:pt x="467702" y="264337"/>
                  </a:lnTo>
                  <a:lnTo>
                    <a:pt x="467702" y="269379"/>
                  </a:lnTo>
                  <a:lnTo>
                    <a:pt x="467702" y="288493"/>
                  </a:lnTo>
                  <a:lnTo>
                    <a:pt x="467702" y="416306"/>
                  </a:lnTo>
                  <a:lnTo>
                    <a:pt x="507238" y="416306"/>
                  </a:lnTo>
                  <a:lnTo>
                    <a:pt x="507238" y="288493"/>
                  </a:lnTo>
                  <a:lnTo>
                    <a:pt x="507238" y="269379"/>
                  </a:lnTo>
                  <a:lnTo>
                    <a:pt x="507238" y="264337"/>
                  </a:lnTo>
                  <a:lnTo>
                    <a:pt x="507238" y="12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10650982" y="6830916"/>
              <a:ext cx="415925" cy="259079"/>
            </a:xfrm>
            <a:custGeom>
              <a:avLst/>
              <a:gdLst/>
              <a:ahLst/>
              <a:cxnLst/>
              <a:rect l="l" t="t" r="r" b="b"/>
              <a:pathLst>
                <a:path w="415925" h="259079">
                  <a:moveTo>
                    <a:pt x="65151" y="12179"/>
                  </a:moveTo>
                  <a:lnTo>
                    <a:pt x="54851" y="4343"/>
                  </a:lnTo>
                  <a:lnTo>
                    <a:pt x="45377" y="0"/>
                  </a:lnTo>
                  <a:lnTo>
                    <a:pt x="38354" y="3746"/>
                  </a:lnTo>
                  <a:lnTo>
                    <a:pt x="22885" y="14401"/>
                  </a:lnTo>
                  <a:lnTo>
                    <a:pt x="7429" y="31127"/>
                  </a:lnTo>
                  <a:lnTo>
                    <a:pt x="393" y="53047"/>
                  </a:lnTo>
                  <a:lnTo>
                    <a:pt x="850" y="62560"/>
                  </a:lnTo>
                  <a:lnTo>
                    <a:pt x="2184" y="73139"/>
                  </a:lnTo>
                  <a:lnTo>
                    <a:pt x="4318" y="83273"/>
                  </a:lnTo>
                  <a:lnTo>
                    <a:pt x="7188" y="91452"/>
                  </a:lnTo>
                  <a:lnTo>
                    <a:pt x="2844" y="95097"/>
                  </a:lnTo>
                  <a:lnTo>
                    <a:pt x="0" y="100533"/>
                  </a:lnTo>
                  <a:lnTo>
                    <a:pt x="0" y="259067"/>
                  </a:lnTo>
                  <a:lnTo>
                    <a:pt x="39408" y="259067"/>
                  </a:lnTo>
                  <a:lnTo>
                    <a:pt x="39408" y="100533"/>
                  </a:lnTo>
                  <a:lnTo>
                    <a:pt x="42214" y="95097"/>
                  </a:lnTo>
                  <a:lnTo>
                    <a:pt x="46647" y="91452"/>
                  </a:lnTo>
                  <a:lnTo>
                    <a:pt x="43751" y="83273"/>
                  </a:lnTo>
                  <a:lnTo>
                    <a:pt x="41605" y="73139"/>
                  </a:lnTo>
                  <a:lnTo>
                    <a:pt x="40271" y="62560"/>
                  </a:lnTo>
                  <a:lnTo>
                    <a:pt x="39814" y="53047"/>
                  </a:lnTo>
                  <a:lnTo>
                    <a:pt x="42062" y="40589"/>
                  </a:lnTo>
                  <a:lnTo>
                    <a:pt x="47929" y="29527"/>
                  </a:lnTo>
                  <a:lnTo>
                    <a:pt x="56070" y="20015"/>
                  </a:lnTo>
                  <a:lnTo>
                    <a:pt x="65151" y="12179"/>
                  </a:lnTo>
                  <a:close/>
                </a:path>
                <a:path w="415925" h="259079">
                  <a:moveTo>
                    <a:pt x="182067" y="12179"/>
                  </a:moveTo>
                  <a:lnTo>
                    <a:pt x="171767" y="4343"/>
                  </a:lnTo>
                  <a:lnTo>
                    <a:pt x="162306" y="0"/>
                  </a:lnTo>
                  <a:lnTo>
                    <a:pt x="155270" y="3746"/>
                  </a:lnTo>
                  <a:lnTo>
                    <a:pt x="139814" y="14401"/>
                  </a:lnTo>
                  <a:lnTo>
                    <a:pt x="124345" y="31127"/>
                  </a:lnTo>
                  <a:lnTo>
                    <a:pt x="117322" y="53047"/>
                  </a:lnTo>
                  <a:lnTo>
                    <a:pt x="117779" y="62560"/>
                  </a:lnTo>
                  <a:lnTo>
                    <a:pt x="119100" y="73139"/>
                  </a:lnTo>
                  <a:lnTo>
                    <a:pt x="121246" y="83273"/>
                  </a:lnTo>
                  <a:lnTo>
                    <a:pt x="124117" y="91452"/>
                  </a:lnTo>
                  <a:lnTo>
                    <a:pt x="119773" y="95097"/>
                  </a:lnTo>
                  <a:lnTo>
                    <a:pt x="116916" y="100533"/>
                  </a:lnTo>
                  <a:lnTo>
                    <a:pt x="116916" y="259067"/>
                  </a:lnTo>
                  <a:lnTo>
                    <a:pt x="156337" y="259067"/>
                  </a:lnTo>
                  <a:lnTo>
                    <a:pt x="156337" y="100533"/>
                  </a:lnTo>
                  <a:lnTo>
                    <a:pt x="159143" y="95097"/>
                  </a:lnTo>
                  <a:lnTo>
                    <a:pt x="163563" y="91452"/>
                  </a:lnTo>
                  <a:lnTo>
                    <a:pt x="160667" y="83273"/>
                  </a:lnTo>
                  <a:lnTo>
                    <a:pt x="158521" y="73139"/>
                  </a:lnTo>
                  <a:lnTo>
                    <a:pt x="157187" y="62560"/>
                  </a:lnTo>
                  <a:lnTo>
                    <a:pt x="156730" y="53047"/>
                  </a:lnTo>
                  <a:lnTo>
                    <a:pt x="158978" y="40589"/>
                  </a:lnTo>
                  <a:lnTo>
                    <a:pt x="164846" y="29527"/>
                  </a:lnTo>
                  <a:lnTo>
                    <a:pt x="172986" y="20015"/>
                  </a:lnTo>
                  <a:lnTo>
                    <a:pt x="182067" y="12179"/>
                  </a:lnTo>
                  <a:close/>
                </a:path>
                <a:path w="415925" h="259079">
                  <a:moveTo>
                    <a:pt x="298996" y="12179"/>
                  </a:moveTo>
                  <a:lnTo>
                    <a:pt x="288683" y="4343"/>
                  </a:lnTo>
                  <a:lnTo>
                    <a:pt x="279222" y="0"/>
                  </a:lnTo>
                  <a:lnTo>
                    <a:pt x="272199" y="3746"/>
                  </a:lnTo>
                  <a:lnTo>
                    <a:pt x="256730" y="14401"/>
                  </a:lnTo>
                  <a:lnTo>
                    <a:pt x="241274" y="31127"/>
                  </a:lnTo>
                  <a:lnTo>
                    <a:pt x="234238" y="53047"/>
                  </a:lnTo>
                  <a:lnTo>
                    <a:pt x="234708" y="62560"/>
                  </a:lnTo>
                  <a:lnTo>
                    <a:pt x="236042" y="73139"/>
                  </a:lnTo>
                  <a:lnTo>
                    <a:pt x="238175" y="83273"/>
                  </a:lnTo>
                  <a:lnTo>
                    <a:pt x="241033" y="91452"/>
                  </a:lnTo>
                  <a:lnTo>
                    <a:pt x="236702" y="95097"/>
                  </a:lnTo>
                  <a:lnTo>
                    <a:pt x="233845" y="100533"/>
                  </a:lnTo>
                  <a:lnTo>
                    <a:pt x="233845" y="259067"/>
                  </a:lnTo>
                  <a:lnTo>
                    <a:pt x="273253" y="259067"/>
                  </a:lnTo>
                  <a:lnTo>
                    <a:pt x="273253" y="100533"/>
                  </a:lnTo>
                  <a:lnTo>
                    <a:pt x="276059" y="95097"/>
                  </a:lnTo>
                  <a:lnTo>
                    <a:pt x="280492" y="91452"/>
                  </a:lnTo>
                  <a:lnTo>
                    <a:pt x="277596" y="83273"/>
                  </a:lnTo>
                  <a:lnTo>
                    <a:pt x="275450" y="73139"/>
                  </a:lnTo>
                  <a:lnTo>
                    <a:pt x="274116" y="62560"/>
                  </a:lnTo>
                  <a:lnTo>
                    <a:pt x="273646" y="53047"/>
                  </a:lnTo>
                  <a:lnTo>
                    <a:pt x="275907" y="40589"/>
                  </a:lnTo>
                  <a:lnTo>
                    <a:pt x="281762" y="29527"/>
                  </a:lnTo>
                  <a:lnTo>
                    <a:pt x="289902" y="20015"/>
                  </a:lnTo>
                  <a:lnTo>
                    <a:pt x="298996" y="12179"/>
                  </a:lnTo>
                  <a:close/>
                </a:path>
                <a:path w="415925" h="259079">
                  <a:moveTo>
                    <a:pt x="415912" y="12179"/>
                  </a:moveTo>
                  <a:lnTo>
                    <a:pt x="405612" y="4343"/>
                  </a:lnTo>
                  <a:lnTo>
                    <a:pt x="396151" y="0"/>
                  </a:lnTo>
                  <a:lnTo>
                    <a:pt x="389115" y="3746"/>
                  </a:lnTo>
                  <a:lnTo>
                    <a:pt x="373659" y="14401"/>
                  </a:lnTo>
                  <a:lnTo>
                    <a:pt x="358190" y="31127"/>
                  </a:lnTo>
                  <a:lnTo>
                    <a:pt x="351167" y="53047"/>
                  </a:lnTo>
                  <a:lnTo>
                    <a:pt x="351624" y="62560"/>
                  </a:lnTo>
                  <a:lnTo>
                    <a:pt x="352971" y="73139"/>
                  </a:lnTo>
                  <a:lnTo>
                    <a:pt x="355104" y="83273"/>
                  </a:lnTo>
                  <a:lnTo>
                    <a:pt x="357962" y="91452"/>
                  </a:lnTo>
                  <a:lnTo>
                    <a:pt x="353618" y="95097"/>
                  </a:lnTo>
                  <a:lnTo>
                    <a:pt x="350761" y="100533"/>
                  </a:lnTo>
                  <a:lnTo>
                    <a:pt x="350761" y="259067"/>
                  </a:lnTo>
                  <a:lnTo>
                    <a:pt x="390182" y="259067"/>
                  </a:lnTo>
                  <a:lnTo>
                    <a:pt x="390182" y="100533"/>
                  </a:lnTo>
                  <a:lnTo>
                    <a:pt x="392988" y="95097"/>
                  </a:lnTo>
                  <a:lnTo>
                    <a:pt x="397408" y="91452"/>
                  </a:lnTo>
                  <a:lnTo>
                    <a:pt x="394512" y="83273"/>
                  </a:lnTo>
                  <a:lnTo>
                    <a:pt x="392366" y="73139"/>
                  </a:lnTo>
                  <a:lnTo>
                    <a:pt x="391033" y="62560"/>
                  </a:lnTo>
                  <a:lnTo>
                    <a:pt x="390575" y="53047"/>
                  </a:lnTo>
                  <a:lnTo>
                    <a:pt x="392823" y="40589"/>
                  </a:lnTo>
                  <a:lnTo>
                    <a:pt x="398691" y="29527"/>
                  </a:lnTo>
                  <a:lnTo>
                    <a:pt x="406831" y="20015"/>
                  </a:lnTo>
                  <a:lnTo>
                    <a:pt x="415912" y="12179"/>
                  </a:lnTo>
                  <a:close/>
                </a:path>
              </a:pathLst>
            </a:custGeom>
            <a:solidFill>
              <a:srgbClr val="DFB5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10624775" y="6652163"/>
              <a:ext cx="507365" cy="21590"/>
            </a:xfrm>
            <a:custGeom>
              <a:avLst/>
              <a:gdLst/>
              <a:ahLst/>
              <a:cxnLst/>
              <a:rect l="l" t="t" r="r" b="b"/>
              <a:pathLst>
                <a:path w="507365" h="21590">
                  <a:moveTo>
                    <a:pt x="0" y="21507"/>
                  </a:moveTo>
                  <a:lnTo>
                    <a:pt x="507209" y="21507"/>
                  </a:lnTo>
                  <a:lnTo>
                    <a:pt x="507209" y="0"/>
                  </a:lnTo>
                  <a:lnTo>
                    <a:pt x="0" y="0"/>
                  </a:lnTo>
                  <a:lnTo>
                    <a:pt x="0" y="21507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8" name="object 58" descr=""/>
          <p:cNvGrpSpPr/>
          <p:nvPr/>
        </p:nvGrpSpPr>
        <p:grpSpPr>
          <a:xfrm>
            <a:off x="11108729" y="5915279"/>
            <a:ext cx="466090" cy="292100"/>
            <a:chOff x="11108729" y="5915279"/>
            <a:chExt cx="466090" cy="292100"/>
          </a:xfrm>
        </p:grpSpPr>
        <p:sp>
          <p:nvSpPr>
            <p:cNvPr id="59" name="object 59" descr=""/>
            <p:cNvSpPr/>
            <p:nvPr/>
          </p:nvSpPr>
          <p:spPr>
            <a:xfrm>
              <a:off x="11157255" y="5982531"/>
              <a:ext cx="379730" cy="225425"/>
            </a:xfrm>
            <a:custGeom>
              <a:avLst/>
              <a:gdLst/>
              <a:ahLst/>
              <a:cxnLst/>
              <a:rect l="l" t="t" r="r" b="b"/>
              <a:pathLst>
                <a:path w="379729" h="225425">
                  <a:moveTo>
                    <a:pt x="379209" y="0"/>
                  </a:moveTo>
                  <a:lnTo>
                    <a:pt x="170662" y="0"/>
                  </a:lnTo>
                  <a:lnTo>
                    <a:pt x="0" y="0"/>
                  </a:lnTo>
                  <a:lnTo>
                    <a:pt x="0" y="222973"/>
                  </a:lnTo>
                  <a:lnTo>
                    <a:pt x="170662" y="222973"/>
                  </a:lnTo>
                  <a:lnTo>
                    <a:pt x="170662" y="224840"/>
                  </a:lnTo>
                  <a:lnTo>
                    <a:pt x="379209" y="224840"/>
                  </a:lnTo>
                  <a:lnTo>
                    <a:pt x="379209" y="0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11157262" y="5982529"/>
              <a:ext cx="379730" cy="25400"/>
            </a:xfrm>
            <a:custGeom>
              <a:avLst/>
              <a:gdLst/>
              <a:ahLst/>
              <a:cxnLst/>
              <a:rect l="l" t="t" r="r" b="b"/>
              <a:pathLst>
                <a:path w="379729" h="25400">
                  <a:moveTo>
                    <a:pt x="379203" y="0"/>
                  </a:moveTo>
                  <a:lnTo>
                    <a:pt x="0" y="0"/>
                  </a:lnTo>
                  <a:lnTo>
                    <a:pt x="0" y="25234"/>
                  </a:lnTo>
                  <a:lnTo>
                    <a:pt x="379203" y="25234"/>
                  </a:lnTo>
                  <a:lnTo>
                    <a:pt x="379203" y="0"/>
                  </a:lnTo>
                  <a:close/>
                </a:path>
              </a:pathLst>
            </a:custGeom>
            <a:solidFill>
              <a:srgbClr val="000000">
                <a:alpha val="16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11108728" y="5962605"/>
              <a:ext cx="466090" cy="20320"/>
            </a:xfrm>
            <a:custGeom>
              <a:avLst/>
              <a:gdLst/>
              <a:ahLst/>
              <a:cxnLst/>
              <a:rect l="l" t="t" r="r" b="b"/>
              <a:pathLst>
                <a:path w="466090" h="20320">
                  <a:moveTo>
                    <a:pt x="465861" y="0"/>
                  </a:moveTo>
                  <a:lnTo>
                    <a:pt x="242531" y="0"/>
                  </a:lnTo>
                  <a:lnTo>
                    <a:pt x="0" y="0"/>
                  </a:lnTo>
                  <a:lnTo>
                    <a:pt x="0" y="19926"/>
                  </a:lnTo>
                  <a:lnTo>
                    <a:pt x="242531" y="19926"/>
                  </a:lnTo>
                  <a:lnTo>
                    <a:pt x="465861" y="19926"/>
                  </a:lnTo>
                  <a:lnTo>
                    <a:pt x="465861" y="0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11108752" y="5915279"/>
              <a:ext cx="466090" cy="47625"/>
            </a:xfrm>
            <a:custGeom>
              <a:avLst/>
              <a:gdLst/>
              <a:ahLst/>
              <a:cxnLst/>
              <a:rect l="l" t="t" r="r" b="b"/>
              <a:pathLst>
                <a:path w="466090" h="47625">
                  <a:moveTo>
                    <a:pt x="243249" y="0"/>
                  </a:moveTo>
                  <a:lnTo>
                    <a:pt x="0" y="47328"/>
                  </a:lnTo>
                  <a:lnTo>
                    <a:pt x="465786" y="47328"/>
                  </a:lnTo>
                  <a:lnTo>
                    <a:pt x="243249" y="0"/>
                  </a:lnTo>
                  <a:close/>
                </a:path>
              </a:pathLst>
            </a:custGeom>
            <a:solidFill>
              <a:srgbClr val="DFB5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11108747" y="5915279"/>
              <a:ext cx="243840" cy="47625"/>
            </a:xfrm>
            <a:custGeom>
              <a:avLst/>
              <a:gdLst/>
              <a:ahLst/>
              <a:cxnLst/>
              <a:rect l="l" t="t" r="r" b="b"/>
              <a:pathLst>
                <a:path w="243840" h="47625">
                  <a:moveTo>
                    <a:pt x="243259" y="0"/>
                  </a:moveTo>
                  <a:lnTo>
                    <a:pt x="0" y="47328"/>
                  </a:lnTo>
                  <a:lnTo>
                    <a:pt x="242526" y="47328"/>
                  </a:lnTo>
                  <a:lnTo>
                    <a:pt x="243259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4" name="object 64" descr=""/>
          <p:cNvGrpSpPr/>
          <p:nvPr/>
        </p:nvGrpSpPr>
        <p:grpSpPr>
          <a:xfrm>
            <a:off x="11110227" y="6125326"/>
            <a:ext cx="422275" cy="965200"/>
            <a:chOff x="11110227" y="6125326"/>
            <a:chExt cx="422275" cy="965200"/>
          </a:xfrm>
        </p:grpSpPr>
        <p:sp>
          <p:nvSpPr>
            <p:cNvPr id="65" name="object 65" descr=""/>
            <p:cNvSpPr/>
            <p:nvPr/>
          </p:nvSpPr>
          <p:spPr>
            <a:xfrm>
              <a:off x="11123651" y="6221266"/>
              <a:ext cx="232410" cy="869315"/>
            </a:xfrm>
            <a:custGeom>
              <a:avLst/>
              <a:gdLst/>
              <a:ahLst/>
              <a:cxnLst/>
              <a:rect l="l" t="t" r="r" b="b"/>
              <a:pathLst>
                <a:path w="232409" h="869315">
                  <a:moveTo>
                    <a:pt x="216839" y="0"/>
                  </a:moveTo>
                  <a:lnTo>
                    <a:pt x="18605" y="0"/>
                  </a:lnTo>
                  <a:lnTo>
                    <a:pt x="18605" y="309206"/>
                  </a:lnTo>
                  <a:lnTo>
                    <a:pt x="216839" y="309206"/>
                  </a:lnTo>
                  <a:lnTo>
                    <a:pt x="216839" y="0"/>
                  </a:lnTo>
                  <a:close/>
                </a:path>
                <a:path w="232409" h="869315">
                  <a:moveTo>
                    <a:pt x="232321" y="321017"/>
                  </a:moveTo>
                  <a:lnTo>
                    <a:pt x="0" y="321017"/>
                  </a:lnTo>
                  <a:lnTo>
                    <a:pt x="0" y="868718"/>
                  </a:lnTo>
                  <a:lnTo>
                    <a:pt x="46139" y="868718"/>
                  </a:lnTo>
                  <a:lnTo>
                    <a:pt x="154127" y="868730"/>
                  </a:lnTo>
                  <a:lnTo>
                    <a:pt x="232321" y="868718"/>
                  </a:lnTo>
                  <a:lnTo>
                    <a:pt x="232321" y="321017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11205756" y="6609129"/>
              <a:ext cx="72390" cy="481330"/>
            </a:xfrm>
            <a:custGeom>
              <a:avLst/>
              <a:gdLst/>
              <a:ahLst/>
              <a:cxnLst/>
              <a:rect l="l" t="t" r="r" b="b"/>
              <a:pathLst>
                <a:path w="72390" h="481329">
                  <a:moveTo>
                    <a:pt x="36082" y="0"/>
                  </a:moveTo>
                  <a:lnTo>
                    <a:pt x="23805" y="16598"/>
                  </a:lnTo>
                  <a:lnTo>
                    <a:pt x="12139" y="35459"/>
                  </a:lnTo>
                  <a:lnTo>
                    <a:pt x="3424" y="54940"/>
                  </a:lnTo>
                  <a:lnTo>
                    <a:pt x="0" y="73400"/>
                  </a:lnTo>
                  <a:lnTo>
                    <a:pt x="0" y="480854"/>
                  </a:lnTo>
                  <a:lnTo>
                    <a:pt x="72039" y="480854"/>
                  </a:lnTo>
                  <a:lnTo>
                    <a:pt x="72039" y="73400"/>
                  </a:lnTo>
                  <a:lnTo>
                    <a:pt x="68634" y="54949"/>
                  </a:lnTo>
                  <a:lnTo>
                    <a:pt x="59962" y="35483"/>
                  </a:lnTo>
                  <a:lnTo>
                    <a:pt x="48340" y="16625"/>
                  </a:lnTo>
                  <a:lnTo>
                    <a:pt x="36082" y="0"/>
                  </a:lnTo>
                  <a:close/>
                </a:path>
              </a:pathLst>
            </a:custGeom>
            <a:solidFill>
              <a:srgbClr val="DFB5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11221124" y="6750139"/>
              <a:ext cx="57150" cy="43180"/>
            </a:xfrm>
            <a:custGeom>
              <a:avLst/>
              <a:gdLst/>
              <a:ahLst/>
              <a:cxnLst/>
              <a:rect l="l" t="t" r="r" b="b"/>
              <a:pathLst>
                <a:path w="57150" h="43179">
                  <a:moveTo>
                    <a:pt x="0" y="43098"/>
                  </a:moveTo>
                  <a:lnTo>
                    <a:pt x="56668" y="43098"/>
                  </a:lnTo>
                  <a:lnTo>
                    <a:pt x="56668" y="0"/>
                  </a:lnTo>
                  <a:lnTo>
                    <a:pt x="0" y="0"/>
                  </a:lnTo>
                  <a:lnTo>
                    <a:pt x="0" y="43098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8" name="object 68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1110227" y="6272594"/>
              <a:ext cx="245751" cy="269698"/>
            </a:xfrm>
            <a:prstGeom prst="rect">
              <a:avLst/>
            </a:prstGeom>
          </p:spPr>
        </p:pic>
        <p:sp>
          <p:nvSpPr>
            <p:cNvPr id="69" name="object 69" descr=""/>
            <p:cNvSpPr/>
            <p:nvPr/>
          </p:nvSpPr>
          <p:spPr>
            <a:xfrm>
              <a:off x="11125200" y="6202901"/>
              <a:ext cx="407670" cy="887094"/>
            </a:xfrm>
            <a:custGeom>
              <a:avLst/>
              <a:gdLst/>
              <a:ahLst/>
              <a:cxnLst/>
              <a:rect l="l" t="t" r="r" b="b"/>
              <a:pathLst>
                <a:path w="407670" h="887095">
                  <a:moveTo>
                    <a:pt x="407276" y="339483"/>
                  </a:moveTo>
                  <a:lnTo>
                    <a:pt x="230720" y="339483"/>
                  </a:lnTo>
                  <a:lnTo>
                    <a:pt x="230720" y="887082"/>
                  </a:lnTo>
                  <a:lnTo>
                    <a:pt x="407276" y="887082"/>
                  </a:lnTo>
                  <a:lnTo>
                    <a:pt x="407276" y="339483"/>
                  </a:lnTo>
                  <a:close/>
                </a:path>
                <a:path w="407670" h="887095">
                  <a:moveTo>
                    <a:pt x="407276" y="0"/>
                  </a:moveTo>
                  <a:lnTo>
                    <a:pt x="226136" y="0"/>
                  </a:lnTo>
                  <a:lnTo>
                    <a:pt x="0" y="0"/>
                  </a:lnTo>
                  <a:lnTo>
                    <a:pt x="0" y="18364"/>
                  </a:lnTo>
                  <a:lnTo>
                    <a:pt x="215290" y="18364"/>
                  </a:lnTo>
                  <a:lnTo>
                    <a:pt x="215290" y="318947"/>
                  </a:lnTo>
                  <a:lnTo>
                    <a:pt x="230771" y="318947"/>
                  </a:lnTo>
                  <a:lnTo>
                    <a:pt x="230771" y="339394"/>
                  </a:lnTo>
                  <a:lnTo>
                    <a:pt x="407276" y="339394"/>
                  </a:lnTo>
                  <a:lnTo>
                    <a:pt x="407276" y="318947"/>
                  </a:lnTo>
                  <a:lnTo>
                    <a:pt x="407276" y="18364"/>
                  </a:lnTo>
                  <a:lnTo>
                    <a:pt x="407276" y="0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" name="object 70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1175308" y="6125326"/>
              <a:ext cx="117368" cy="77568"/>
            </a:xfrm>
            <a:prstGeom prst="rect">
              <a:avLst/>
            </a:prstGeom>
          </p:spPr>
        </p:pic>
      </p:grpSp>
      <p:sp>
        <p:nvSpPr>
          <p:cNvPr id="71" name="object 71" descr=""/>
          <p:cNvSpPr/>
          <p:nvPr/>
        </p:nvSpPr>
        <p:spPr>
          <a:xfrm>
            <a:off x="19321160" y="5510167"/>
            <a:ext cx="782955" cy="988694"/>
          </a:xfrm>
          <a:custGeom>
            <a:avLst/>
            <a:gdLst/>
            <a:ahLst/>
            <a:cxnLst/>
            <a:rect l="l" t="t" r="r" b="b"/>
            <a:pathLst>
              <a:path w="782955" h="988695">
                <a:moveTo>
                  <a:pt x="782939" y="0"/>
                </a:moveTo>
                <a:lnTo>
                  <a:pt x="0" y="0"/>
                </a:lnTo>
                <a:lnTo>
                  <a:pt x="0" y="988294"/>
                </a:lnTo>
                <a:lnTo>
                  <a:pt x="782939" y="988294"/>
                </a:lnTo>
                <a:lnTo>
                  <a:pt x="782939" y="0"/>
                </a:lnTo>
                <a:close/>
              </a:path>
            </a:pathLst>
          </a:custGeom>
          <a:solidFill>
            <a:srgbClr val="EED9C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" name="object 72" descr=""/>
          <p:cNvSpPr/>
          <p:nvPr/>
        </p:nvSpPr>
        <p:spPr>
          <a:xfrm>
            <a:off x="13845934" y="5947340"/>
            <a:ext cx="275590" cy="489584"/>
          </a:xfrm>
          <a:custGeom>
            <a:avLst/>
            <a:gdLst/>
            <a:ahLst/>
            <a:cxnLst/>
            <a:rect l="l" t="t" r="r" b="b"/>
            <a:pathLst>
              <a:path w="275590" h="489585">
                <a:moveTo>
                  <a:pt x="275501" y="0"/>
                </a:moveTo>
                <a:lnTo>
                  <a:pt x="0" y="0"/>
                </a:lnTo>
                <a:lnTo>
                  <a:pt x="0" y="103225"/>
                </a:lnTo>
                <a:lnTo>
                  <a:pt x="0" y="489000"/>
                </a:lnTo>
                <a:lnTo>
                  <a:pt x="275501" y="489000"/>
                </a:lnTo>
                <a:lnTo>
                  <a:pt x="275501" y="103225"/>
                </a:lnTo>
                <a:lnTo>
                  <a:pt x="275501" y="0"/>
                </a:lnTo>
                <a:close/>
              </a:path>
            </a:pathLst>
          </a:custGeom>
          <a:solidFill>
            <a:srgbClr val="EED9C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" name="object 73" descr=""/>
          <p:cNvSpPr/>
          <p:nvPr/>
        </p:nvSpPr>
        <p:spPr>
          <a:xfrm>
            <a:off x="12522734" y="5724988"/>
            <a:ext cx="746760" cy="635000"/>
          </a:xfrm>
          <a:custGeom>
            <a:avLst/>
            <a:gdLst/>
            <a:ahLst/>
            <a:cxnLst/>
            <a:rect l="l" t="t" r="r" b="b"/>
            <a:pathLst>
              <a:path w="746759" h="635000">
                <a:moveTo>
                  <a:pt x="746620" y="197116"/>
                </a:moveTo>
                <a:lnTo>
                  <a:pt x="452094" y="197116"/>
                </a:lnTo>
                <a:lnTo>
                  <a:pt x="452094" y="0"/>
                </a:lnTo>
                <a:lnTo>
                  <a:pt x="0" y="0"/>
                </a:lnTo>
                <a:lnTo>
                  <a:pt x="0" y="321741"/>
                </a:lnTo>
                <a:lnTo>
                  <a:pt x="0" y="329869"/>
                </a:lnTo>
                <a:lnTo>
                  <a:pt x="0" y="457796"/>
                </a:lnTo>
                <a:lnTo>
                  <a:pt x="279336" y="457796"/>
                </a:lnTo>
                <a:lnTo>
                  <a:pt x="279336" y="634593"/>
                </a:lnTo>
                <a:lnTo>
                  <a:pt x="430479" y="634593"/>
                </a:lnTo>
                <a:lnTo>
                  <a:pt x="430479" y="457796"/>
                </a:lnTo>
                <a:lnTo>
                  <a:pt x="430479" y="329869"/>
                </a:lnTo>
                <a:lnTo>
                  <a:pt x="452094" y="329869"/>
                </a:lnTo>
                <a:lnTo>
                  <a:pt x="452094" y="325577"/>
                </a:lnTo>
                <a:lnTo>
                  <a:pt x="746620" y="325577"/>
                </a:lnTo>
                <a:lnTo>
                  <a:pt x="746620" y="321741"/>
                </a:lnTo>
                <a:lnTo>
                  <a:pt x="746620" y="197116"/>
                </a:lnTo>
                <a:close/>
              </a:path>
            </a:pathLst>
          </a:custGeom>
          <a:solidFill>
            <a:srgbClr val="EED9C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" name="object 74" descr=""/>
          <p:cNvSpPr/>
          <p:nvPr/>
        </p:nvSpPr>
        <p:spPr>
          <a:xfrm>
            <a:off x="14135202" y="3717930"/>
            <a:ext cx="60325" cy="252729"/>
          </a:xfrm>
          <a:custGeom>
            <a:avLst/>
            <a:gdLst/>
            <a:ahLst/>
            <a:cxnLst/>
            <a:rect l="l" t="t" r="r" b="b"/>
            <a:pathLst>
              <a:path w="60325" h="252729">
                <a:moveTo>
                  <a:pt x="59867" y="58089"/>
                </a:moveTo>
                <a:lnTo>
                  <a:pt x="56870" y="42964"/>
                </a:lnTo>
                <a:lnTo>
                  <a:pt x="49390" y="30607"/>
                </a:lnTo>
                <a:lnTo>
                  <a:pt x="39662" y="22275"/>
                </a:lnTo>
                <a:lnTo>
                  <a:pt x="33616" y="20383"/>
                </a:lnTo>
                <a:lnTo>
                  <a:pt x="33616" y="18364"/>
                </a:lnTo>
                <a:lnTo>
                  <a:pt x="33197" y="17932"/>
                </a:lnTo>
                <a:lnTo>
                  <a:pt x="32677" y="17932"/>
                </a:lnTo>
                <a:lnTo>
                  <a:pt x="31508" y="17932"/>
                </a:lnTo>
                <a:lnTo>
                  <a:pt x="31508" y="12115"/>
                </a:lnTo>
                <a:lnTo>
                  <a:pt x="31089" y="11696"/>
                </a:lnTo>
                <a:lnTo>
                  <a:pt x="30861" y="11696"/>
                </a:lnTo>
                <a:lnTo>
                  <a:pt x="30861" y="6134"/>
                </a:lnTo>
                <a:lnTo>
                  <a:pt x="30530" y="5803"/>
                </a:lnTo>
                <a:lnTo>
                  <a:pt x="30530" y="254"/>
                </a:lnTo>
                <a:lnTo>
                  <a:pt x="30276" y="0"/>
                </a:lnTo>
                <a:lnTo>
                  <a:pt x="29946" y="0"/>
                </a:lnTo>
                <a:lnTo>
                  <a:pt x="29591" y="0"/>
                </a:lnTo>
                <a:lnTo>
                  <a:pt x="29337" y="254"/>
                </a:lnTo>
                <a:lnTo>
                  <a:pt x="29337" y="5803"/>
                </a:lnTo>
                <a:lnTo>
                  <a:pt x="29006" y="6134"/>
                </a:lnTo>
                <a:lnTo>
                  <a:pt x="29006" y="11696"/>
                </a:lnTo>
                <a:lnTo>
                  <a:pt x="28778" y="11696"/>
                </a:lnTo>
                <a:lnTo>
                  <a:pt x="28359" y="12115"/>
                </a:lnTo>
                <a:lnTo>
                  <a:pt x="28359" y="17932"/>
                </a:lnTo>
                <a:lnTo>
                  <a:pt x="26670" y="17932"/>
                </a:lnTo>
                <a:lnTo>
                  <a:pt x="26238" y="18364"/>
                </a:lnTo>
                <a:lnTo>
                  <a:pt x="26238" y="20002"/>
                </a:lnTo>
                <a:lnTo>
                  <a:pt x="23710" y="20535"/>
                </a:lnTo>
                <a:lnTo>
                  <a:pt x="0" y="50609"/>
                </a:lnTo>
                <a:lnTo>
                  <a:pt x="0" y="58089"/>
                </a:lnTo>
                <a:lnTo>
                  <a:pt x="2349" y="72644"/>
                </a:lnTo>
                <a:lnTo>
                  <a:pt x="8763" y="83743"/>
                </a:lnTo>
                <a:lnTo>
                  <a:pt x="12039" y="86182"/>
                </a:lnTo>
                <a:lnTo>
                  <a:pt x="11137" y="86182"/>
                </a:lnTo>
                <a:lnTo>
                  <a:pt x="11137" y="252641"/>
                </a:lnTo>
                <a:lnTo>
                  <a:pt x="48729" y="252641"/>
                </a:lnTo>
                <a:lnTo>
                  <a:pt x="48729" y="86182"/>
                </a:lnTo>
                <a:lnTo>
                  <a:pt x="48158" y="86182"/>
                </a:lnTo>
                <a:lnTo>
                  <a:pt x="50393" y="84632"/>
                </a:lnTo>
                <a:lnTo>
                  <a:pt x="56883" y="74434"/>
                </a:lnTo>
                <a:lnTo>
                  <a:pt x="59791" y="60858"/>
                </a:lnTo>
                <a:lnTo>
                  <a:pt x="59867" y="58089"/>
                </a:lnTo>
                <a:close/>
              </a:path>
            </a:pathLst>
          </a:custGeom>
          <a:solidFill>
            <a:srgbClr val="EED9C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" name="object 75" descr=""/>
          <p:cNvSpPr/>
          <p:nvPr/>
        </p:nvSpPr>
        <p:spPr>
          <a:xfrm>
            <a:off x="14164585" y="3804104"/>
            <a:ext cx="19685" cy="167005"/>
          </a:xfrm>
          <a:custGeom>
            <a:avLst/>
            <a:gdLst/>
            <a:ahLst/>
            <a:cxnLst/>
            <a:rect l="l" t="t" r="r" b="b"/>
            <a:pathLst>
              <a:path w="19684" h="167004">
                <a:moveTo>
                  <a:pt x="19350" y="0"/>
                </a:moveTo>
                <a:lnTo>
                  <a:pt x="0" y="0"/>
                </a:lnTo>
                <a:lnTo>
                  <a:pt x="0" y="166466"/>
                </a:lnTo>
                <a:lnTo>
                  <a:pt x="19350" y="166466"/>
                </a:lnTo>
                <a:lnTo>
                  <a:pt x="19350" y="0"/>
                </a:lnTo>
                <a:close/>
              </a:path>
            </a:pathLst>
          </a:custGeom>
          <a:solidFill>
            <a:srgbClr val="EED9C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" name="object 76" descr=""/>
          <p:cNvSpPr/>
          <p:nvPr/>
        </p:nvSpPr>
        <p:spPr>
          <a:xfrm>
            <a:off x="14127379" y="3961567"/>
            <a:ext cx="78105" cy="267970"/>
          </a:xfrm>
          <a:custGeom>
            <a:avLst/>
            <a:gdLst/>
            <a:ahLst/>
            <a:cxnLst/>
            <a:rect l="l" t="t" r="r" b="b"/>
            <a:pathLst>
              <a:path w="78105" h="267970">
                <a:moveTo>
                  <a:pt x="77952" y="0"/>
                </a:moveTo>
                <a:lnTo>
                  <a:pt x="0" y="0"/>
                </a:lnTo>
                <a:lnTo>
                  <a:pt x="0" y="9004"/>
                </a:lnTo>
                <a:lnTo>
                  <a:pt x="0" y="24828"/>
                </a:lnTo>
                <a:lnTo>
                  <a:pt x="13601" y="40106"/>
                </a:lnTo>
                <a:lnTo>
                  <a:pt x="13436" y="40106"/>
                </a:lnTo>
                <a:lnTo>
                  <a:pt x="13436" y="267550"/>
                </a:lnTo>
                <a:lnTo>
                  <a:pt x="38366" y="267550"/>
                </a:lnTo>
                <a:lnTo>
                  <a:pt x="64795" y="267550"/>
                </a:lnTo>
                <a:lnTo>
                  <a:pt x="64795" y="40106"/>
                </a:lnTo>
                <a:lnTo>
                  <a:pt x="65024" y="40106"/>
                </a:lnTo>
                <a:lnTo>
                  <a:pt x="77952" y="24828"/>
                </a:lnTo>
                <a:lnTo>
                  <a:pt x="77952" y="9004"/>
                </a:lnTo>
                <a:lnTo>
                  <a:pt x="77952" y="0"/>
                </a:lnTo>
                <a:close/>
              </a:path>
            </a:pathLst>
          </a:custGeom>
          <a:solidFill>
            <a:srgbClr val="EED9C5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77" name="object 77" descr=""/>
          <p:cNvGrpSpPr/>
          <p:nvPr/>
        </p:nvGrpSpPr>
        <p:grpSpPr>
          <a:xfrm>
            <a:off x="14064220" y="5388233"/>
            <a:ext cx="206375" cy="1001394"/>
            <a:chOff x="14064220" y="5388233"/>
            <a:chExt cx="206375" cy="1001394"/>
          </a:xfrm>
        </p:grpSpPr>
        <p:sp>
          <p:nvSpPr>
            <p:cNvPr id="78" name="object 78" descr=""/>
            <p:cNvSpPr/>
            <p:nvPr/>
          </p:nvSpPr>
          <p:spPr>
            <a:xfrm>
              <a:off x="14064221" y="5388235"/>
              <a:ext cx="206375" cy="1001394"/>
            </a:xfrm>
            <a:custGeom>
              <a:avLst/>
              <a:gdLst/>
              <a:ahLst/>
              <a:cxnLst/>
              <a:rect l="l" t="t" r="r" b="b"/>
              <a:pathLst>
                <a:path w="206375" h="1001395">
                  <a:moveTo>
                    <a:pt x="206057" y="0"/>
                  </a:moveTo>
                  <a:lnTo>
                    <a:pt x="0" y="0"/>
                  </a:lnTo>
                  <a:lnTo>
                    <a:pt x="0" y="18326"/>
                  </a:lnTo>
                  <a:lnTo>
                    <a:pt x="17945" y="18326"/>
                  </a:lnTo>
                  <a:lnTo>
                    <a:pt x="17945" y="1001166"/>
                  </a:lnTo>
                  <a:lnTo>
                    <a:pt x="188112" y="1001166"/>
                  </a:lnTo>
                  <a:lnTo>
                    <a:pt x="188112" y="18326"/>
                  </a:lnTo>
                  <a:lnTo>
                    <a:pt x="206057" y="18326"/>
                  </a:lnTo>
                  <a:lnTo>
                    <a:pt x="206057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14082167" y="5406557"/>
              <a:ext cx="170180" cy="20320"/>
            </a:xfrm>
            <a:custGeom>
              <a:avLst/>
              <a:gdLst/>
              <a:ahLst/>
              <a:cxnLst/>
              <a:rect l="l" t="t" r="r" b="b"/>
              <a:pathLst>
                <a:path w="170180" h="20320">
                  <a:moveTo>
                    <a:pt x="170172" y="0"/>
                  </a:moveTo>
                  <a:lnTo>
                    <a:pt x="0" y="0"/>
                  </a:lnTo>
                  <a:lnTo>
                    <a:pt x="0" y="20072"/>
                  </a:lnTo>
                  <a:lnTo>
                    <a:pt x="170172" y="20072"/>
                  </a:lnTo>
                  <a:lnTo>
                    <a:pt x="170172" y="0"/>
                  </a:lnTo>
                  <a:close/>
                </a:path>
              </a:pathLst>
            </a:custGeom>
            <a:solidFill>
              <a:srgbClr val="EED9C5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 descr=""/>
            <p:cNvSpPr/>
            <p:nvPr/>
          </p:nvSpPr>
          <p:spPr>
            <a:xfrm>
              <a:off x="14132865" y="5582027"/>
              <a:ext cx="69215" cy="47625"/>
            </a:xfrm>
            <a:custGeom>
              <a:avLst/>
              <a:gdLst/>
              <a:ahLst/>
              <a:cxnLst/>
              <a:rect l="l" t="t" r="r" b="b"/>
              <a:pathLst>
                <a:path w="69215" h="47625">
                  <a:moveTo>
                    <a:pt x="68772" y="0"/>
                  </a:moveTo>
                  <a:lnTo>
                    <a:pt x="0" y="0"/>
                  </a:lnTo>
                  <a:lnTo>
                    <a:pt x="2701" y="18339"/>
                  </a:lnTo>
                  <a:lnTo>
                    <a:pt x="10070" y="33317"/>
                  </a:lnTo>
                  <a:lnTo>
                    <a:pt x="21000" y="43415"/>
                  </a:lnTo>
                  <a:lnTo>
                    <a:pt x="34386" y="47118"/>
                  </a:lnTo>
                  <a:lnTo>
                    <a:pt x="47768" y="43415"/>
                  </a:lnTo>
                  <a:lnTo>
                    <a:pt x="58698" y="33317"/>
                  </a:lnTo>
                  <a:lnTo>
                    <a:pt x="66069" y="18339"/>
                  </a:lnTo>
                  <a:lnTo>
                    <a:pt x="68772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1" name="object 81" descr=""/>
          <p:cNvGrpSpPr/>
          <p:nvPr/>
        </p:nvGrpSpPr>
        <p:grpSpPr>
          <a:xfrm>
            <a:off x="14068090" y="4216154"/>
            <a:ext cx="196215" cy="1172210"/>
            <a:chOff x="14068090" y="4216154"/>
            <a:chExt cx="196215" cy="1172210"/>
          </a:xfrm>
        </p:grpSpPr>
        <p:sp>
          <p:nvSpPr>
            <p:cNvPr id="82" name="object 82" descr=""/>
            <p:cNvSpPr/>
            <p:nvPr/>
          </p:nvSpPr>
          <p:spPr>
            <a:xfrm>
              <a:off x="14102398" y="4273860"/>
              <a:ext cx="129539" cy="1114425"/>
            </a:xfrm>
            <a:custGeom>
              <a:avLst/>
              <a:gdLst/>
              <a:ahLst/>
              <a:cxnLst/>
              <a:rect l="l" t="t" r="r" b="b"/>
              <a:pathLst>
                <a:path w="129540" h="1114425">
                  <a:moveTo>
                    <a:pt x="108877" y="0"/>
                  </a:moveTo>
                  <a:lnTo>
                    <a:pt x="62636" y="0"/>
                  </a:lnTo>
                  <a:lnTo>
                    <a:pt x="19037" y="0"/>
                  </a:lnTo>
                  <a:lnTo>
                    <a:pt x="19037" y="457250"/>
                  </a:lnTo>
                  <a:lnTo>
                    <a:pt x="62636" y="457250"/>
                  </a:lnTo>
                  <a:lnTo>
                    <a:pt x="108877" y="457250"/>
                  </a:lnTo>
                  <a:lnTo>
                    <a:pt x="108877" y="0"/>
                  </a:lnTo>
                  <a:close/>
                </a:path>
                <a:path w="129540" h="1114425">
                  <a:moveTo>
                    <a:pt x="129171" y="482904"/>
                  </a:moveTo>
                  <a:lnTo>
                    <a:pt x="95504" y="482904"/>
                  </a:lnTo>
                  <a:lnTo>
                    <a:pt x="33667" y="482904"/>
                  </a:lnTo>
                  <a:lnTo>
                    <a:pt x="33464" y="482904"/>
                  </a:lnTo>
                  <a:lnTo>
                    <a:pt x="0" y="482904"/>
                  </a:lnTo>
                  <a:lnTo>
                    <a:pt x="0" y="1114374"/>
                  </a:lnTo>
                  <a:lnTo>
                    <a:pt x="33464" y="1114374"/>
                  </a:lnTo>
                  <a:lnTo>
                    <a:pt x="33667" y="1114374"/>
                  </a:lnTo>
                  <a:lnTo>
                    <a:pt x="95504" y="1114374"/>
                  </a:lnTo>
                  <a:lnTo>
                    <a:pt x="129171" y="1114374"/>
                  </a:lnTo>
                  <a:lnTo>
                    <a:pt x="129171" y="482904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14102296" y="4923922"/>
              <a:ext cx="129539" cy="360045"/>
            </a:xfrm>
            <a:custGeom>
              <a:avLst/>
              <a:gdLst/>
              <a:ahLst/>
              <a:cxnLst/>
              <a:rect l="l" t="t" r="r" b="b"/>
              <a:pathLst>
                <a:path w="129540" h="360045">
                  <a:moveTo>
                    <a:pt x="129184" y="340944"/>
                  </a:moveTo>
                  <a:lnTo>
                    <a:pt x="0" y="340944"/>
                  </a:lnTo>
                  <a:lnTo>
                    <a:pt x="0" y="359511"/>
                  </a:lnTo>
                  <a:lnTo>
                    <a:pt x="129184" y="359511"/>
                  </a:lnTo>
                  <a:lnTo>
                    <a:pt x="129184" y="340944"/>
                  </a:lnTo>
                  <a:close/>
                </a:path>
                <a:path w="129540" h="360045">
                  <a:moveTo>
                    <a:pt x="129184" y="50406"/>
                  </a:moveTo>
                  <a:lnTo>
                    <a:pt x="0" y="50406"/>
                  </a:lnTo>
                  <a:lnTo>
                    <a:pt x="0" y="68973"/>
                  </a:lnTo>
                  <a:lnTo>
                    <a:pt x="129184" y="68973"/>
                  </a:lnTo>
                  <a:lnTo>
                    <a:pt x="129184" y="50406"/>
                  </a:lnTo>
                  <a:close/>
                </a:path>
                <a:path w="129540" h="360045">
                  <a:moveTo>
                    <a:pt x="129184" y="0"/>
                  </a:moveTo>
                  <a:lnTo>
                    <a:pt x="0" y="0"/>
                  </a:lnTo>
                  <a:lnTo>
                    <a:pt x="0" y="18567"/>
                  </a:lnTo>
                  <a:lnTo>
                    <a:pt x="129184" y="18567"/>
                  </a:lnTo>
                  <a:lnTo>
                    <a:pt x="129184" y="0"/>
                  </a:lnTo>
                  <a:close/>
                </a:path>
                <a:path w="129540" h="360045">
                  <a:moveTo>
                    <a:pt x="129273" y="290525"/>
                  </a:moveTo>
                  <a:lnTo>
                    <a:pt x="101" y="290525"/>
                  </a:lnTo>
                  <a:lnTo>
                    <a:pt x="101" y="309092"/>
                  </a:lnTo>
                  <a:lnTo>
                    <a:pt x="129273" y="309092"/>
                  </a:lnTo>
                  <a:lnTo>
                    <a:pt x="129273" y="290525"/>
                  </a:lnTo>
                  <a:close/>
                </a:path>
              </a:pathLst>
            </a:custGeom>
            <a:solidFill>
              <a:srgbClr val="EED9C5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4" name="object 84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4068090" y="4716505"/>
              <a:ext cx="196014" cy="65012"/>
            </a:xfrm>
            <a:prstGeom prst="rect">
              <a:avLst/>
            </a:prstGeom>
          </p:spPr>
        </p:pic>
        <p:sp>
          <p:nvSpPr>
            <p:cNvPr id="85" name="object 85" descr=""/>
            <p:cNvSpPr/>
            <p:nvPr/>
          </p:nvSpPr>
          <p:spPr>
            <a:xfrm>
              <a:off x="14097915" y="4216164"/>
              <a:ext cx="136525" cy="57785"/>
            </a:xfrm>
            <a:custGeom>
              <a:avLst/>
              <a:gdLst/>
              <a:ahLst/>
              <a:cxnLst/>
              <a:rect l="l" t="t" r="r" b="b"/>
              <a:pathLst>
                <a:path w="136525" h="57785">
                  <a:moveTo>
                    <a:pt x="136372" y="0"/>
                  </a:moveTo>
                  <a:lnTo>
                    <a:pt x="0" y="0"/>
                  </a:lnTo>
                  <a:lnTo>
                    <a:pt x="0" y="12941"/>
                  </a:lnTo>
                  <a:lnTo>
                    <a:pt x="0" y="35712"/>
                  </a:lnTo>
                  <a:lnTo>
                    <a:pt x="23787" y="57696"/>
                  </a:lnTo>
                  <a:lnTo>
                    <a:pt x="113741" y="57696"/>
                  </a:lnTo>
                  <a:lnTo>
                    <a:pt x="136372" y="35712"/>
                  </a:lnTo>
                  <a:lnTo>
                    <a:pt x="136372" y="12954"/>
                  </a:lnTo>
                  <a:lnTo>
                    <a:pt x="136372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6" name="object 86" descr=""/>
          <p:cNvSpPr/>
          <p:nvPr/>
        </p:nvSpPr>
        <p:spPr>
          <a:xfrm>
            <a:off x="13995238" y="5799571"/>
            <a:ext cx="57785" cy="179070"/>
          </a:xfrm>
          <a:custGeom>
            <a:avLst/>
            <a:gdLst/>
            <a:ahLst/>
            <a:cxnLst/>
            <a:rect l="l" t="t" r="r" b="b"/>
            <a:pathLst>
              <a:path w="57784" h="179070">
                <a:moveTo>
                  <a:pt x="0" y="178905"/>
                </a:moveTo>
                <a:lnTo>
                  <a:pt x="57286" y="178905"/>
                </a:lnTo>
                <a:lnTo>
                  <a:pt x="57286" y="0"/>
                </a:lnTo>
                <a:lnTo>
                  <a:pt x="0" y="0"/>
                </a:lnTo>
                <a:lnTo>
                  <a:pt x="0" y="178905"/>
                </a:lnTo>
                <a:close/>
              </a:path>
            </a:pathLst>
          </a:custGeom>
          <a:solidFill>
            <a:srgbClr val="EED9C5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87" name="object 87" descr="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19648899" y="4516796"/>
            <a:ext cx="165220" cy="261239"/>
          </a:xfrm>
          <a:prstGeom prst="rect">
            <a:avLst/>
          </a:prstGeom>
        </p:spPr>
      </p:pic>
      <p:sp>
        <p:nvSpPr>
          <p:cNvPr id="88" name="object 88" descr=""/>
          <p:cNvSpPr/>
          <p:nvPr/>
        </p:nvSpPr>
        <p:spPr>
          <a:xfrm>
            <a:off x="19009399" y="5730144"/>
            <a:ext cx="488950" cy="411480"/>
          </a:xfrm>
          <a:custGeom>
            <a:avLst/>
            <a:gdLst/>
            <a:ahLst/>
            <a:cxnLst/>
            <a:rect l="l" t="t" r="r" b="b"/>
            <a:pathLst>
              <a:path w="488950" h="411479">
                <a:moveTo>
                  <a:pt x="488556" y="0"/>
                </a:moveTo>
                <a:lnTo>
                  <a:pt x="0" y="0"/>
                </a:lnTo>
                <a:lnTo>
                  <a:pt x="0" y="276402"/>
                </a:lnTo>
                <a:lnTo>
                  <a:pt x="0" y="410959"/>
                </a:lnTo>
                <a:lnTo>
                  <a:pt x="488556" y="410959"/>
                </a:lnTo>
                <a:lnTo>
                  <a:pt x="488556" y="276402"/>
                </a:lnTo>
                <a:lnTo>
                  <a:pt x="488556" y="0"/>
                </a:lnTo>
                <a:close/>
              </a:path>
            </a:pathLst>
          </a:custGeom>
          <a:solidFill>
            <a:srgbClr val="EED9C5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89" name="object 89" descr=""/>
          <p:cNvGrpSpPr/>
          <p:nvPr/>
        </p:nvGrpSpPr>
        <p:grpSpPr>
          <a:xfrm>
            <a:off x="16808733" y="3444661"/>
            <a:ext cx="1252855" cy="1880235"/>
            <a:chOff x="16808733" y="3444661"/>
            <a:chExt cx="1252855" cy="1880235"/>
          </a:xfrm>
        </p:grpSpPr>
        <p:pic>
          <p:nvPicPr>
            <p:cNvPr id="90" name="object 90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7361502" y="3444661"/>
              <a:ext cx="140508" cy="399760"/>
            </a:xfrm>
            <a:prstGeom prst="rect">
              <a:avLst/>
            </a:prstGeom>
          </p:spPr>
        </p:pic>
        <p:sp>
          <p:nvSpPr>
            <p:cNvPr id="91" name="object 91" descr=""/>
            <p:cNvSpPr/>
            <p:nvPr/>
          </p:nvSpPr>
          <p:spPr>
            <a:xfrm>
              <a:off x="16808729" y="3810424"/>
              <a:ext cx="1252855" cy="1514475"/>
            </a:xfrm>
            <a:custGeom>
              <a:avLst/>
              <a:gdLst/>
              <a:ahLst/>
              <a:cxnLst/>
              <a:rect l="l" t="t" r="r" b="b"/>
              <a:pathLst>
                <a:path w="1252855" h="1514475">
                  <a:moveTo>
                    <a:pt x="1252499" y="1024610"/>
                  </a:moveTo>
                  <a:lnTo>
                    <a:pt x="1216621" y="1024610"/>
                  </a:lnTo>
                  <a:lnTo>
                    <a:pt x="1216621" y="961428"/>
                  </a:lnTo>
                  <a:lnTo>
                    <a:pt x="1163358" y="961428"/>
                  </a:lnTo>
                  <a:lnTo>
                    <a:pt x="1177366" y="905535"/>
                  </a:lnTo>
                  <a:lnTo>
                    <a:pt x="1186116" y="851090"/>
                  </a:lnTo>
                  <a:lnTo>
                    <a:pt x="1191285" y="792543"/>
                  </a:lnTo>
                  <a:lnTo>
                    <a:pt x="1192682" y="739902"/>
                  </a:lnTo>
                  <a:lnTo>
                    <a:pt x="1190612" y="684695"/>
                  </a:lnTo>
                  <a:lnTo>
                    <a:pt x="1184554" y="630580"/>
                  </a:lnTo>
                  <a:lnTo>
                    <a:pt x="1174775" y="577710"/>
                  </a:lnTo>
                  <a:lnTo>
                    <a:pt x="1161516" y="526237"/>
                  </a:lnTo>
                  <a:lnTo>
                    <a:pt x="1145070" y="476288"/>
                  </a:lnTo>
                  <a:lnTo>
                    <a:pt x="1125651" y="428015"/>
                  </a:lnTo>
                  <a:lnTo>
                    <a:pt x="1103553" y="381558"/>
                  </a:lnTo>
                  <a:lnTo>
                    <a:pt x="1079004" y="337058"/>
                  </a:lnTo>
                  <a:lnTo>
                    <a:pt x="1052283" y="294652"/>
                  </a:lnTo>
                  <a:lnTo>
                    <a:pt x="1023632" y="254508"/>
                  </a:lnTo>
                  <a:lnTo>
                    <a:pt x="993317" y="216750"/>
                  </a:lnTo>
                  <a:lnTo>
                    <a:pt x="961593" y="181521"/>
                  </a:lnTo>
                  <a:lnTo>
                    <a:pt x="928712" y="148958"/>
                  </a:lnTo>
                  <a:lnTo>
                    <a:pt x="894943" y="119227"/>
                  </a:lnTo>
                  <a:lnTo>
                    <a:pt x="860526" y="92456"/>
                  </a:lnTo>
                  <a:lnTo>
                    <a:pt x="825741" y="68783"/>
                  </a:lnTo>
                  <a:lnTo>
                    <a:pt x="790816" y="48361"/>
                  </a:lnTo>
                  <a:lnTo>
                    <a:pt x="765048" y="35763"/>
                  </a:lnTo>
                  <a:lnTo>
                    <a:pt x="737235" y="21513"/>
                  </a:lnTo>
                  <a:lnTo>
                    <a:pt x="706132" y="9690"/>
                  </a:lnTo>
                  <a:lnTo>
                    <a:pt x="675894" y="2463"/>
                  </a:lnTo>
                  <a:lnTo>
                    <a:pt x="646798" y="0"/>
                  </a:lnTo>
                  <a:lnTo>
                    <a:pt x="637565" y="914"/>
                  </a:lnTo>
                  <a:lnTo>
                    <a:pt x="623366" y="0"/>
                  </a:lnTo>
                  <a:lnTo>
                    <a:pt x="585241" y="2895"/>
                  </a:lnTo>
                  <a:lnTo>
                    <a:pt x="545566" y="11379"/>
                  </a:lnTo>
                  <a:lnTo>
                    <a:pt x="504761" y="25247"/>
                  </a:lnTo>
                  <a:lnTo>
                    <a:pt x="463270" y="44234"/>
                  </a:lnTo>
                  <a:lnTo>
                    <a:pt x="421525" y="68097"/>
                  </a:lnTo>
                  <a:lnTo>
                    <a:pt x="379958" y="96608"/>
                  </a:lnTo>
                  <a:lnTo>
                    <a:pt x="339013" y="129527"/>
                  </a:lnTo>
                  <a:lnTo>
                    <a:pt x="299110" y="166611"/>
                  </a:lnTo>
                  <a:lnTo>
                    <a:pt x="260680" y="207606"/>
                  </a:lnTo>
                  <a:lnTo>
                    <a:pt x="224180" y="252285"/>
                  </a:lnTo>
                  <a:lnTo>
                    <a:pt x="190030" y="300393"/>
                  </a:lnTo>
                  <a:lnTo>
                    <a:pt x="158648" y="351701"/>
                  </a:lnTo>
                  <a:lnTo>
                    <a:pt x="135788" y="394982"/>
                  </a:lnTo>
                  <a:lnTo>
                    <a:pt x="115252" y="439991"/>
                  </a:lnTo>
                  <a:lnTo>
                    <a:pt x="97269" y="486613"/>
                  </a:lnTo>
                  <a:lnTo>
                    <a:pt x="82054" y="534733"/>
                  </a:lnTo>
                  <a:lnTo>
                    <a:pt x="69837" y="584238"/>
                  </a:lnTo>
                  <a:lnTo>
                    <a:pt x="60833" y="635012"/>
                  </a:lnTo>
                  <a:lnTo>
                    <a:pt x="55257" y="686943"/>
                  </a:lnTo>
                  <a:lnTo>
                    <a:pt x="53352" y="739902"/>
                  </a:lnTo>
                  <a:lnTo>
                    <a:pt x="55245" y="799325"/>
                  </a:lnTo>
                  <a:lnTo>
                    <a:pt x="60807" y="855065"/>
                  </a:lnTo>
                  <a:lnTo>
                    <a:pt x="69900" y="907211"/>
                  </a:lnTo>
                  <a:lnTo>
                    <a:pt x="82384" y="955814"/>
                  </a:lnTo>
                  <a:lnTo>
                    <a:pt x="84328" y="961428"/>
                  </a:lnTo>
                  <a:lnTo>
                    <a:pt x="29514" y="961428"/>
                  </a:lnTo>
                  <a:lnTo>
                    <a:pt x="29514" y="1024610"/>
                  </a:lnTo>
                  <a:lnTo>
                    <a:pt x="0" y="1024610"/>
                  </a:lnTo>
                  <a:lnTo>
                    <a:pt x="0" y="1035824"/>
                  </a:lnTo>
                  <a:lnTo>
                    <a:pt x="0" y="1122591"/>
                  </a:lnTo>
                  <a:lnTo>
                    <a:pt x="168656" y="1122591"/>
                  </a:lnTo>
                  <a:lnTo>
                    <a:pt x="190436" y="1148130"/>
                  </a:lnTo>
                  <a:lnTo>
                    <a:pt x="220167" y="1176934"/>
                  </a:lnTo>
                  <a:lnTo>
                    <a:pt x="252260" y="1202664"/>
                  </a:lnTo>
                  <a:lnTo>
                    <a:pt x="286562" y="1225397"/>
                  </a:lnTo>
                  <a:lnTo>
                    <a:pt x="322935" y="1245209"/>
                  </a:lnTo>
                  <a:lnTo>
                    <a:pt x="361251" y="1262151"/>
                  </a:lnTo>
                  <a:lnTo>
                    <a:pt x="394411" y="1273860"/>
                  </a:lnTo>
                  <a:lnTo>
                    <a:pt x="394411" y="1514106"/>
                  </a:lnTo>
                  <a:lnTo>
                    <a:pt x="1212875" y="1514106"/>
                  </a:lnTo>
                  <a:lnTo>
                    <a:pt x="1212875" y="1122591"/>
                  </a:lnTo>
                  <a:lnTo>
                    <a:pt x="1252499" y="1122591"/>
                  </a:lnTo>
                  <a:lnTo>
                    <a:pt x="1252499" y="1035824"/>
                  </a:lnTo>
                  <a:lnTo>
                    <a:pt x="1252499" y="1024610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2" name="object 92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7907943" y="4980175"/>
              <a:ext cx="79641" cy="205187"/>
            </a:xfrm>
            <a:prstGeom prst="rect">
              <a:avLst/>
            </a:prstGeom>
          </p:spPr>
        </p:pic>
        <p:pic>
          <p:nvPicPr>
            <p:cNvPr id="93" name="object 93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7793161" y="4980175"/>
              <a:ext cx="79641" cy="205187"/>
            </a:xfrm>
            <a:prstGeom prst="rect">
              <a:avLst/>
            </a:prstGeom>
          </p:spPr>
        </p:pic>
        <p:pic>
          <p:nvPicPr>
            <p:cNvPr id="94" name="object 94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7678378" y="4980175"/>
              <a:ext cx="79641" cy="205187"/>
            </a:xfrm>
            <a:prstGeom prst="rect">
              <a:avLst/>
            </a:prstGeom>
          </p:spPr>
        </p:pic>
        <p:pic>
          <p:nvPicPr>
            <p:cNvPr id="95" name="object 95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7563596" y="4980175"/>
              <a:ext cx="79641" cy="205187"/>
            </a:xfrm>
            <a:prstGeom prst="rect">
              <a:avLst/>
            </a:prstGeom>
          </p:spPr>
        </p:pic>
        <p:pic>
          <p:nvPicPr>
            <p:cNvPr id="96" name="object 96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7448815" y="4980175"/>
              <a:ext cx="79641" cy="205187"/>
            </a:xfrm>
            <a:prstGeom prst="rect">
              <a:avLst/>
            </a:prstGeom>
          </p:spPr>
        </p:pic>
        <p:pic>
          <p:nvPicPr>
            <p:cNvPr id="97" name="object 97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7334034" y="4980175"/>
              <a:ext cx="79641" cy="205187"/>
            </a:xfrm>
            <a:prstGeom prst="rect">
              <a:avLst/>
            </a:prstGeom>
          </p:spPr>
        </p:pic>
        <p:pic>
          <p:nvPicPr>
            <p:cNvPr id="98" name="object 98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7219250" y="4980175"/>
              <a:ext cx="79641" cy="205187"/>
            </a:xfrm>
            <a:prstGeom prst="rect">
              <a:avLst/>
            </a:prstGeom>
          </p:spPr>
        </p:pic>
        <p:sp>
          <p:nvSpPr>
            <p:cNvPr id="99" name="object 99" descr=""/>
            <p:cNvSpPr/>
            <p:nvPr/>
          </p:nvSpPr>
          <p:spPr>
            <a:xfrm>
              <a:off x="17245243" y="4835025"/>
              <a:ext cx="816610" cy="44450"/>
            </a:xfrm>
            <a:custGeom>
              <a:avLst/>
              <a:gdLst/>
              <a:ahLst/>
              <a:cxnLst/>
              <a:rect l="l" t="t" r="r" b="b"/>
              <a:pathLst>
                <a:path w="816609" h="44450">
                  <a:moveTo>
                    <a:pt x="815985" y="0"/>
                  </a:moveTo>
                  <a:lnTo>
                    <a:pt x="0" y="0"/>
                  </a:lnTo>
                  <a:lnTo>
                    <a:pt x="0" y="44082"/>
                  </a:lnTo>
                  <a:lnTo>
                    <a:pt x="815985" y="44082"/>
                  </a:lnTo>
                  <a:lnTo>
                    <a:pt x="815985" y="0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 descr=""/>
            <p:cNvSpPr/>
            <p:nvPr/>
          </p:nvSpPr>
          <p:spPr>
            <a:xfrm>
              <a:off x="17203140" y="4933001"/>
              <a:ext cx="818515" cy="26034"/>
            </a:xfrm>
            <a:custGeom>
              <a:avLst/>
              <a:gdLst/>
              <a:ahLst/>
              <a:cxnLst/>
              <a:rect l="l" t="t" r="r" b="b"/>
              <a:pathLst>
                <a:path w="818515" h="26035">
                  <a:moveTo>
                    <a:pt x="0" y="26030"/>
                  </a:moveTo>
                  <a:lnTo>
                    <a:pt x="818467" y="26030"/>
                  </a:lnTo>
                  <a:lnTo>
                    <a:pt x="818467" y="0"/>
                  </a:lnTo>
                  <a:lnTo>
                    <a:pt x="0" y="0"/>
                  </a:lnTo>
                  <a:lnTo>
                    <a:pt x="0" y="2603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1" name="object 101" descr=""/>
          <p:cNvGrpSpPr/>
          <p:nvPr/>
        </p:nvGrpSpPr>
        <p:grpSpPr>
          <a:xfrm>
            <a:off x="13058671" y="4611361"/>
            <a:ext cx="939800" cy="1276350"/>
            <a:chOff x="13058671" y="4611361"/>
            <a:chExt cx="939800" cy="1276350"/>
          </a:xfrm>
        </p:grpSpPr>
        <p:pic>
          <p:nvPicPr>
            <p:cNvPr id="102" name="object 102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3472790" y="4611361"/>
              <a:ext cx="111211" cy="267766"/>
            </a:xfrm>
            <a:prstGeom prst="rect">
              <a:avLst/>
            </a:prstGeom>
          </p:spPr>
        </p:pic>
        <p:sp>
          <p:nvSpPr>
            <p:cNvPr id="103" name="object 103" descr=""/>
            <p:cNvSpPr/>
            <p:nvPr/>
          </p:nvSpPr>
          <p:spPr>
            <a:xfrm>
              <a:off x="13058662" y="4852231"/>
              <a:ext cx="939800" cy="1035050"/>
            </a:xfrm>
            <a:custGeom>
              <a:avLst/>
              <a:gdLst/>
              <a:ahLst/>
              <a:cxnLst/>
              <a:rect l="l" t="t" r="r" b="b"/>
              <a:pathLst>
                <a:path w="939800" h="1035050">
                  <a:moveTo>
                    <a:pt x="939533" y="760920"/>
                  </a:moveTo>
                  <a:lnTo>
                    <a:pt x="896861" y="760920"/>
                  </a:lnTo>
                  <a:lnTo>
                    <a:pt x="903643" y="738378"/>
                  </a:lnTo>
                  <a:lnTo>
                    <a:pt x="913815" y="685406"/>
                  </a:lnTo>
                  <a:lnTo>
                    <a:pt x="919480" y="627265"/>
                  </a:lnTo>
                  <a:lnTo>
                    <a:pt x="920242" y="606425"/>
                  </a:lnTo>
                  <a:lnTo>
                    <a:pt x="920584" y="585597"/>
                  </a:lnTo>
                  <a:lnTo>
                    <a:pt x="917854" y="529209"/>
                  </a:lnTo>
                  <a:lnTo>
                    <a:pt x="909942" y="474332"/>
                  </a:lnTo>
                  <a:lnTo>
                    <a:pt x="897293" y="421220"/>
                  </a:lnTo>
                  <a:lnTo>
                    <a:pt x="880351" y="370116"/>
                  </a:lnTo>
                  <a:lnTo>
                    <a:pt x="859561" y="321259"/>
                  </a:lnTo>
                  <a:lnTo>
                    <a:pt x="835355" y="274904"/>
                  </a:lnTo>
                  <a:lnTo>
                    <a:pt x="808177" y="231279"/>
                  </a:lnTo>
                  <a:lnTo>
                    <a:pt x="778471" y="190652"/>
                  </a:lnTo>
                  <a:lnTo>
                    <a:pt x="746671" y="153263"/>
                  </a:lnTo>
                  <a:lnTo>
                    <a:pt x="713219" y="119341"/>
                  </a:lnTo>
                  <a:lnTo>
                    <a:pt x="678573" y="89154"/>
                  </a:lnTo>
                  <a:lnTo>
                    <a:pt x="643153" y="62941"/>
                  </a:lnTo>
                  <a:lnTo>
                    <a:pt x="607402" y="40932"/>
                  </a:lnTo>
                  <a:lnTo>
                    <a:pt x="583222" y="29032"/>
                  </a:lnTo>
                  <a:lnTo>
                    <a:pt x="578891" y="26327"/>
                  </a:lnTo>
                  <a:lnTo>
                    <a:pt x="547738" y="11899"/>
                  </a:lnTo>
                  <a:lnTo>
                    <a:pt x="517486" y="3022"/>
                  </a:lnTo>
                  <a:lnTo>
                    <a:pt x="488556" y="0"/>
                  </a:lnTo>
                  <a:lnTo>
                    <a:pt x="480999" y="914"/>
                  </a:lnTo>
                  <a:lnTo>
                    <a:pt x="470001" y="0"/>
                  </a:lnTo>
                  <a:lnTo>
                    <a:pt x="395592" y="12890"/>
                  </a:lnTo>
                  <a:lnTo>
                    <a:pt x="356463" y="28524"/>
                  </a:lnTo>
                  <a:lnTo>
                    <a:pt x="316852" y="49822"/>
                  </a:lnTo>
                  <a:lnTo>
                    <a:pt x="277355" y="76466"/>
                  </a:lnTo>
                  <a:lnTo>
                    <a:pt x="238556" y="108127"/>
                  </a:lnTo>
                  <a:lnTo>
                    <a:pt x="201041" y="144475"/>
                  </a:lnTo>
                  <a:lnTo>
                    <a:pt x="165417" y="185178"/>
                  </a:lnTo>
                  <a:lnTo>
                    <a:pt x="132270" y="229920"/>
                  </a:lnTo>
                  <a:lnTo>
                    <a:pt x="102209" y="278345"/>
                  </a:lnTo>
                  <a:lnTo>
                    <a:pt x="78486" y="324332"/>
                  </a:lnTo>
                  <a:lnTo>
                    <a:pt x="58127" y="372694"/>
                  </a:lnTo>
                  <a:lnTo>
                    <a:pt x="41579" y="423214"/>
                  </a:lnTo>
                  <a:lnTo>
                    <a:pt x="29235" y="475691"/>
                  </a:lnTo>
                  <a:lnTo>
                    <a:pt x="21526" y="529882"/>
                  </a:lnTo>
                  <a:lnTo>
                    <a:pt x="18872" y="585597"/>
                  </a:lnTo>
                  <a:lnTo>
                    <a:pt x="21196" y="643928"/>
                  </a:lnTo>
                  <a:lnTo>
                    <a:pt x="28016" y="697738"/>
                  </a:lnTo>
                  <a:lnTo>
                    <a:pt x="39128" y="747128"/>
                  </a:lnTo>
                  <a:lnTo>
                    <a:pt x="43751" y="760920"/>
                  </a:lnTo>
                  <a:lnTo>
                    <a:pt x="0" y="760920"/>
                  </a:lnTo>
                  <a:lnTo>
                    <a:pt x="0" y="811060"/>
                  </a:lnTo>
                  <a:lnTo>
                    <a:pt x="63017" y="811060"/>
                  </a:lnTo>
                  <a:lnTo>
                    <a:pt x="73253" y="833081"/>
                  </a:lnTo>
                  <a:lnTo>
                    <a:pt x="95834" y="869848"/>
                  </a:lnTo>
                  <a:lnTo>
                    <a:pt x="121793" y="902614"/>
                  </a:lnTo>
                  <a:lnTo>
                    <a:pt x="150888" y="931481"/>
                  </a:lnTo>
                  <a:lnTo>
                    <a:pt x="182918" y="956564"/>
                  </a:lnTo>
                  <a:lnTo>
                    <a:pt x="217639" y="977963"/>
                  </a:lnTo>
                  <a:lnTo>
                    <a:pt x="254838" y="995794"/>
                  </a:lnTo>
                  <a:lnTo>
                    <a:pt x="294271" y="1010132"/>
                  </a:lnTo>
                  <a:lnTo>
                    <a:pt x="335737" y="1021105"/>
                  </a:lnTo>
                  <a:lnTo>
                    <a:pt x="379006" y="1028814"/>
                  </a:lnTo>
                  <a:lnTo>
                    <a:pt x="423837" y="1033360"/>
                  </a:lnTo>
                  <a:lnTo>
                    <a:pt x="470001" y="1034859"/>
                  </a:lnTo>
                  <a:lnTo>
                    <a:pt x="517055" y="1033449"/>
                  </a:lnTo>
                  <a:lnTo>
                    <a:pt x="562686" y="1029106"/>
                  </a:lnTo>
                  <a:lnTo>
                    <a:pt x="606679" y="1021638"/>
                  </a:lnTo>
                  <a:lnTo>
                    <a:pt x="648779" y="1010907"/>
                  </a:lnTo>
                  <a:lnTo>
                    <a:pt x="688771" y="996721"/>
                  </a:lnTo>
                  <a:lnTo>
                    <a:pt x="726389" y="978916"/>
                  </a:lnTo>
                  <a:lnTo>
                    <a:pt x="761415" y="957300"/>
                  </a:lnTo>
                  <a:lnTo>
                    <a:pt x="793597" y="931735"/>
                  </a:lnTo>
                  <a:lnTo>
                    <a:pt x="822706" y="902017"/>
                  </a:lnTo>
                  <a:lnTo>
                    <a:pt x="848512" y="868006"/>
                  </a:lnTo>
                  <a:lnTo>
                    <a:pt x="870750" y="829500"/>
                  </a:lnTo>
                  <a:lnTo>
                    <a:pt x="878636" y="811060"/>
                  </a:lnTo>
                  <a:lnTo>
                    <a:pt x="939533" y="811060"/>
                  </a:lnTo>
                  <a:lnTo>
                    <a:pt x="939533" y="760920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4" name="object 104" descr=""/>
          <p:cNvGrpSpPr/>
          <p:nvPr/>
        </p:nvGrpSpPr>
        <p:grpSpPr>
          <a:xfrm>
            <a:off x="13035298" y="5663146"/>
            <a:ext cx="991869" cy="387985"/>
            <a:chOff x="13035298" y="5663146"/>
            <a:chExt cx="991869" cy="387985"/>
          </a:xfrm>
        </p:grpSpPr>
        <p:sp>
          <p:nvSpPr>
            <p:cNvPr id="105" name="object 105" descr=""/>
            <p:cNvSpPr/>
            <p:nvPr/>
          </p:nvSpPr>
          <p:spPr>
            <a:xfrm>
              <a:off x="13035292" y="5663151"/>
              <a:ext cx="991869" cy="387985"/>
            </a:xfrm>
            <a:custGeom>
              <a:avLst/>
              <a:gdLst/>
              <a:ahLst/>
              <a:cxnLst/>
              <a:rect l="l" t="t" r="r" b="b"/>
              <a:pathLst>
                <a:path w="991869" h="387985">
                  <a:moveTo>
                    <a:pt x="991298" y="0"/>
                  </a:moveTo>
                  <a:lnTo>
                    <a:pt x="0" y="0"/>
                  </a:lnTo>
                  <a:lnTo>
                    <a:pt x="0" y="77546"/>
                  </a:lnTo>
                  <a:lnTo>
                    <a:pt x="31369" y="77546"/>
                  </a:lnTo>
                  <a:lnTo>
                    <a:pt x="31369" y="383578"/>
                  </a:lnTo>
                  <a:lnTo>
                    <a:pt x="31369" y="387413"/>
                  </a:lnTo>
                  <a:lnTo>
                    <a:pt x="959942" y="387413"/>
                  </a:lnTo>
                  <a:lnTo>
                    <a:pt x="959942" y="383578"/>
                  </a:lnTo>
                  <a:lnTo>
                    <a:pt x="959942" y="77546"/>
                  </a:lnTo>
                  <a:lnTo>
                    <a:pt x="991298" y="77546"/>
                  </a:lnTo>
                  <a:lnTo>
                    <a:pt x="991298" y="0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 descr=""/>
            <p:cNvSpPr/>
            <p:nvPr/>
          </p:nvSpPr>
          <p:spPr>
            <a:xfrm>
              <a:off x="13088480" y="5778036"/>
              <a:ext cx="880110" cy="162560"/>
            </a:xfrm>
            <a:custGeom>
              <a:avLst/>
              <a:gdLst/>
              <a:ahLst/>
              <a:cxnLst/>
              <a:rect l="l" t="t" r="r" b="b"/>
              <a:pathLst>
                <a:path w="880109" h="162560">
                  <a:moveTo>
                    <a:pt x="63030" y="31521"/>
                  </a:moveTo>
                  <a:lnTo>
                    <a:pt x="60553" y="19253"/>
                  </a:lnTo>
                  <a:lnTo>
                    <a:pt x="53797" y="9232"/>
                  </a:lnTo>
                  <a:lnTo>
                    <a:pt x="43776" y="2476"/>
                  </a:lnTo>
                  <a:lnTo>
                    <a:pt x="31508" y="0"/>
                  </a:lnTo>
                  <a:lnTo>
                    <a:pt x="19240" y="2476"/>
                  </a:lnTo>
                  <a:lnTo>
                    <a:pt x="9232" y="9232"/>
                  </a:lnTo>
                  <a:lnTo>
                    <a:pt x="2476" y="19253"/>
                  </a:lnTo>
                  <a:lnTo>
                    <a:pt x="0" y="31521"/>
                  </a:lnTo>
                  <a:lnTo>
                    <a:pt x="0" y="162394"/>
                  </a:lnTo>
                  <a:lnTo>
                    <a:pt x="63030" y="162394"/>
                  </a:lnTo>
                  <a:lnTo>
                    <a:pt x="63030" y="31521"/>
                  </a:lnTo>
                  <a:close/>
                </a:path>
                <a:path w="880109" h="162560">
                  <a:moveTo>
                    <a:pt x="153060" y="31521"/>
                  </a:moveTo>
                  <a:lnTo>
                    <a:pt x="150583" y="19253"/>
                  </a:lnTo>
                  <a:lnTo>
                    <a:pt x="143827" y="9232"/>
                  </a:lnTo>
                  <a:lnTo>
                    <a:pt x="133819" y="2476"/>
                  </a:lnTo>
                  <a:lnTo>
                    <a:pt x="121551" y="0"/>
                  </a:lnTo>
                  <a:lnTo>
                    <a:pt x="109283" y="2476"/>
                  </a:lnTo>
                  <a:lnTo>
                    <a:pt x="99263" y="9232"/>
                  </a:lnTo>
                  <a:lnTo>
                    <a:pt x="92506" y="19253"/>
                  </a:lnTo>
                  <a:lnTo>
                    <a:pt x="90030" y="31521"/>
                  </a:lnTo>
                  <a:lnTo>
                    <a:pt x="90030" y="162394"/>
                  </a:lnTo>
                  <a:lnTo>
                    <a:pt x="153060" y="162394"/>
                  </a:lnTo>
                  <a:lnTo>
                    <a:pt x="153060" y="31521"/>
                  </a:lnTo>
                  <a:close/>
                </a:path>
                <a:path w="880109" h="162560">
                  <a:moveTo>
                    <a:pt x="243916" y="31521"/>
                  </a:moveTo>
                  <a:lnTo>
                    <a:pt x="241427" y="19253"/>
                  </a:lnTo>
                  <a:lnTo>
                    <a:pt x="234683" y="9232"/>
                  </a:lnTo>
                  <a:lnTo>
                    <a:pt x="224663" y="2476"/>
                  </a:lnTo>
                  <a:lnTo>
                    <a:pt x="212394" y="0"/>
                  </a:lnTo>
                  <a:lnTo>
                    <a:pt x="200126" y="2476"/>
                  </a:lnTo>
                  <a:lnTo>
                    <a:pt x="190106" y="9232"/>
                  </a:lnTo>
                  <a:lnTo>
                    <a:pt x="183349" y="19253"/>
                  </a:lnTo>
                  <a:lnTo>
                    <a:pt x="180873" y="31521"/>
                  </a:lnTo>
                  <a:lnTo>
                    <a:pt x="180873" y="162394"/>
                  </a:lnTo>
                  <a:lnTo>
                    <a:pt x="243916" y="162394"/>
                  </a:lnTo>
                  <a:lnTo>
                    <a:pt x="243916" y="31521"/>
                  </a:lnTo>
                  <a:close/>
                </a:path>
                <a:path w="880109" h="162560">
                  <a:moveTo>
                    <a:pt x="334759" y="31521"/>
                  </a:moveTo>
                  <a:lnTo>
                    <a:pt x="332282" y="19253"/>
                  </a:lnTo>
                  <a:lnTo>
                    <a:pt x="325526" y="9232"/>
                  </a:lnTo>
                  <a:lnTo>
                    <a:pt x="315506" y="2476"/>
                  </a:lnTo>
                  <a:lnTo>
                    <a:pt x="303237" y="0"/>
                  </a:lnTo>
                  <a:lnTo>
                    <a:pt x="290969" y="2476"/>
                  </a:lnTo>
                  <a:lnTo>
                    <a:pt x="280949" y="9232"/>
                  </a:lnTo>
                  <a:lnTo>
                    <a:pt x="274193" y="19253"/>
                  </a:lnTo>
                  <a:lnTo>
                    <a:pt x="271716" y="31521"/>
                  </a:lnTo>
                  <a:lnTo>
                    <a:pt x="271716" y="162394"/>
                  </a:lnTo>
                  <a:lnTo>
                    <a:pt x="334759" y="162394"/>
                  </a:lnTo>
                  <a:lnTo>
                    <a:pt x="334759" y="31521"/>
                  </a:lnTo>
                  <a:close/>
                </a:path>
                <a:path w="880109" h="162560">
                  <a:moveTo>
                    <a:pt x="425602" y="31521"/>
                  </a:moveTo>
                  <a:lnTo>
                    <a:pt x="423125" y="19253"/>
                  </a:lnTo>
                  <a:lnTo>
                    <a:pt x="416369" y="9232"/>
                  </a:lnTo>
                  <a:lnTo>
                    <a:pt x="406349" y="2476"/>
                  </a:lnTo>
                  <a:lnTo>
                    <a:pt x="394081" y="0"/>
                  </a:lnTo>
                  <a:lnTo>
                    <a:pt x="381812" y="2476"/>
                  </a:lnTo>
                  <a:lnTo>
                    <a:pt x="371792" y="9232"/>
                  </a:lnTo>
                  <a:lnTo>
                    <a:pt x="365036" y="19253"/>
                  </a:lnTo>
                  <a:lnTo>
                    <a:pt x="362559" y="31521"/>
                  </a:lnTo>
                  <a:lnTo>
                    <a:pt x="362559" y="162394"/>
                  </a:lnTo>
                  <a:lnTo>
                    <a:pt x="425602" y="162394"/>
                  </a:lnTo>
                  <a:lnTo>
                    <a:pt x="425602" y="31521"/>
                  </a:lnTo>
                  <a:close/>
                </a:path>
                <a:path w="880109" h="162560">
                  <a:moveTo>
                    <a:pt x="516445" y="31521"/>
                  </a:moveTo>
                  <a:lnTo>
                    <a:pt x="513969" y="19253"/>
                  </a:lnTo>
                  <a:lnTo>
                    <a:pt x="507212" y="9232"/>
                  </a:lnTo>
                  <a:lnTo>
                    <a:pt x="497192" y="2476"/>
                  </a:lnTo>
                  <a:lnTo>
                    <a:pt x="484924" y="0"/>
                  </a:lnTo>
                  <a:lnTo>
                    <a:pt x="472655" y="2476"/>
                  </a:lnTo>
                  <a:lnTo>
                    <a:pt x="462648" y="9232"/>
                  </a:lnTo>
                  <a:lnTo>
                    <a:pt x="455891" y="19253"/>
                  </a:lnTo>
                  <a:lnTo>
                    <a:pt x="453415" y="31521"/>
                  </a:lnTo>
                  <a:lnTo>
                    <a:pt x="453415" y="162394"/>
                  </a:lnTo>
                  <a:lnTo>
                    <a:pt x="516445" y="162394"/>
                  </a:lnTo>
                  <a:lnTo>
                    <a:pt x="516445" y="31521"/>
                  </a:lnTo>
                  <a:close/>
                </a:path>
                <a:path w="880109" h="162560">
                  <a:moveTo>
                    <a:pt x="607288" y="31521"/>
                  </a:moveTo>
                  <a:lnTo>
                    <a:pt x="604812" y="19253"/>
                  </a:lnTo>
                  <a:lnTo>
                    <a:pt x="598055" y="9232"/>
                  </a:lnTo>
                  <a:lnTo>
                    <a:pt x="588035" y="2476"/>
                  </a:lnTo>
                  <a:lnTo>
                    <a:pt x="575767" y="0"/>
                  </a:lnTo>
                  <a:lnTo>
                    <a:pt x="563499" y="2476"/>
                  </a:lnTo>
                  <a:lnTo>
                    <a:pt x="553491" y="9232"/>
                  </a:lnTo>
                  <a:lnTo>
                    <a:pt x="546735" y="19253"/>
                  </a:lnTo>
                  <a:lnTo>
                    <a:pt x="544258" y="31521"/>
                  </a:lnTo>
                  <a:lnTo>
                    <a:pt x="544258" y="162394"/>
                  </a:lnTo>
                  <a:lnTo>
                    <a:pt x="607288" y="162394"/>
                  </a:lnTo>
                  <a:lnTo>
                    <a:pt x="607288" y="31521"/>
                  </a:lnTo>
                  <a:close/>
                </a:path>
                <a:path w="880109" h="162560">
                  <a:moveTo>
                    <a:pt x="698131" y="31521"/>
                  </a:moveTo>
                  <a:lnTo>
                    <a:pt x="695655" y="19253"/>
                  </a:lnTo>
                  <a:lnTo>
                    <a:pt x="688898" y="9232"/>
                  </a:lnTo>
                  <a:lnTo>
                    <a:pt x="678878" y="2476"/>
                  </a:lnTo>
                  <a:lnTo>
                    <a:pt x="666610" y="0"/>
                  </a:lnTo>
                  <a:lnTo>
                    <a:pt x="654354" y="2476"/>
                  </a:lnTo>
                  <a:lnTo>
                    <a:pt x="644334" y="9232"/>
                  </a:lnTo>
                  <a:lnTo>
                    <a:pt x="637578" y="19253"/>
                  </a:lnTo>
                  <a:lnTo>
                    <a:pt x="635101" y="31521"/>
                  </a:lnTo>
                  <a:lnTo>
                    <a:pt x="635101" y="162394"/>
                  </a:lnTo>
                  <a:lnTo>
                    <a:pt x="698131" y="162394"/>
                  </a:lnTo>
                  <a:lnTo>
                    <a:pt x="698131" y="31521"/>
                  </a:lnTo>
                  <a:close/>
                </a:path>
                <a:path w="880109" h="162560">
                  <a:moveTo>
                    <a:pt x="788974" y="31521"/>
                  </a:moveTo>
                  <a:lnTo>
                    <a:pt x="786498" y="19253"/>
                  </a:lnTo>
                  <a:lnTo>
                    <a:pt x="779741" y="9232"/>
                  </a:lnTo>
                  <a:lnTo>
                    <a:pt x="769721" y="2476"/>
                  </a:lnTo>
                  <a:lnTo>
                    <a:pt x="757453" y="0"/>
                  </a:lnTo>
                  <a:lnTo>
                    <a:pt x="745197" y="2476"/>
                  </a:lnTo>
                  <a:lnTo>
                    <a:pt x="735177" y="9232"/>
                  </a:lnTo>
                  <a:lnTo>
                    <a:pt x="728421" y="19253"/>
                  </a:lnTo>
                  <a:lnTo>
                    <a:pt x="725944" y="31521"/>
                  </a:lnTo>
                  <a:lnTo>
                    <a:pt x="725944" y="162394"/>
                  </a:lnTo>
                  <a:lnTo>
                    <a:pt x="788974" y="162394"/>
                  </a:lnTo>
                  <a:lnTo>
                    <a:pt x="788974" y="31521"/>
                  </a:lnTo>
                  <a:close/>
                </a:path>
                <a:path w="880109" h="162560">
                  <a:moveTo>
                    <a:pt x="879817" y="31521"/>
                  </a:moveTo>
                  <a:lnTo>
                    <a:pt x="877341" y="19253"/>
                  </a:lnTo>
                  <a:lnTo>
                    <a:pt x="870585" y="9232"/>
                  </a:lnTo>
                  <a:lnTo>
                    <a:pt x="860564" y="2476"/>
                  </a:lnTo>
                  <a:lnTo>
                    <a:pt x="848309" y="0"/>
                  </a:lnTo>
                  <a:lnTo>
                    <a:pt x="836041" y="2476"/>
                  </a:lnTo>
                  <a:lnTo>
                    <a:pt x="826020" y="9232"/>
                  </a:lnTo>
                  <a:lnTo>
                    <a:pt x="819264" y="19253"/>
                  </a:lnTo>
                  <a:lnTo>
                    <a:pt x="816787" y="31521"/>
                  </a:lnTo>
                  <a:lnTo>
                    <a:pt x="816787" y="162394"/>
                  </a:lnTo>
                  <a:lnTo>
                    <a:pt x="879817" y="162394"/>
                  </a:lnTo>
                  <a:lnTo>
                    <a:pt x="879817" y="31521"/>
                  </a:lnTo>
                  <a:close/>
                </a:path>
              </a:pathLst>
            </a:custGeom>
            <a:solidFill>
              <a:srgbClr val="DFB5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 descr=""/>
            <p:cNvSpPr/>
            <p:nvPr/>
          </p:nvSpPr>
          <p:spPr>
            <a:xfrm>
              <a:off x="13380785" y="5663146"/>
              <a:ext cx="646430" cy="34925"/>
            </a:xfrm>
            <a:custGeom>
              <a:avLst/>
              <a:gdLst/>
              <a:ahLst/>
              <a:cxnLst/>
              <a:rect l="l" t="t" r="r" b="b"/>
              <a:pathLst>
                <a:path w="646430" h="34925">
                  <a:moveTo>
                    <a:pt x="645812" y="0"/>
                  </a:moveTo>
                  <a:lnTo>
                    <a:pt x="0" y="0"/>
                  </a:lnTo>
                  <a:lnTo>
                    <a:pt x="0" y="34888"/>
                  </a:lnTo>
                  <a:lnTo>
                    <a:pt x="645812" y="34888"/>
                  </a:lnTo>
                  <a:lnTo>
                    <a:pt x="645812" y="0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 descr=""/>
            <p:cNvSpPr/>
            <p:nvPr/>
          </p:nvSpPr>
          <p:spPr>
            <a:xfrm>
              <a:off x="13061622" y="5740704"/>
              <a:ext cx="934085" cy="20955"/>
            </a:xfrm>
            <a:custGeom>
              <a:avLst/>
              <a:gdLst/>
              <a:ahLst/>
              <a:cxnLst/>
              <a:rect l="l" t="t" r="r" b="b"/>
              <a:pathLst>
                <a:path w="934084" h="20954">
                  <a:moveTo>
                    <a:pt x="933615" y="0"/>
                  </a:moveTo>
                  <a:lnTo>
                    <a:pt x="0" y="0"/>
                  </a:lnTo>
                  <a:lnTo>
                    <a:pt x="0" y="20596"/>
                  </a:lnTo>
                  <a:lnTo>
                    <a:pt x="933615" y="20596"/>
                  </a:lnTo>
                  <a:lnTo>
                    <a:pt x="933615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9" name="object 109" descr=""/>
          <p:cNvGrpSpPr/>
          <p:nvPr/>
        </p:nvGrpSpPr>
        <p:grpSpPr>
          <a:xfrm>
            <a:off x="11880601" y="4161034"/>
            <a:ext cx="802640" cy="1165225"/>
            <a:chOff x="11880601" y="4161034"/>
            <a:chExt cx="802640" cy="1165225"/>
          </a:xfrm>
        </p:grpSpPr>
        <p:pic>
          <p:nvPicPr>
            <p:cNvPr id="110" name="object 110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2234703" y="4161034"/>
              <a:ext cx="90007" cy="216731"/>
            </a:xfrm>
            <a:prstGeom prst="rect">
              <a:avLst/>
            </a:prstGeom>
          </p:spPr>
        </p:pic>
        <p:sp>
          <p:nvSpPr>
            <p:cNvPr id="111" name="object 111" descr=""/>
            <p:cNvSpPr/>
            <p:nvPr/>
          </p:nvSpPr>
          <p:spPr>
            <a:xfrm>
              <a:off x="11880596" y="4355991"/>
              <a:ext cx="802640" cy="970280"/>
            </a:xfrm>
            <a:custGeom>
              <a:avLst/>
              <a:gdLst/>
              <a:ahLst/>
              <a:cxnLst/>
              <a:rect l="l" t="t" r="r" b="b"/>
              <a:pathLst>
                <a:path w="802640" h="970279">
                  <a:moveTo>
                    <a:pt x="802347" y="656348"/>
                  </a:moveTo>
                  <a:lnTo>
                    <a:pt x="779360" y="656348"/>
                  </a:lnTo>
                  <a:lnTo>
                    <a:pt x="779360" y="615886"/>
                  </a:lnTo>
                  <a:lnTo>
                    <a:pt x="745274" y="615886"/>
                  </a:lnTo>
                  <a:lnTo>
                    <a:pt x="756818" y="565861"/>
                  </a:lnTo>
                  <a:lnTo>
                    <a:pt x="763130" y="507707"/>
                  </a:lnTo>
                  <a:lnTo>
                    <a:pt x="763460" y="499275"/>
                  </a:lnTo>
                  <a:lnTo>
                    <a:pt x="764019" y="473976"/>
                  </a:lnTo>
                  <a:lnTo>
                    <a:pt x="760780" y="418706"/>
                  </a:lnTo>
                  <a:lnTo>
                    <a:pt x="751471" y="365315"/>
                  </a:lnTo>
                  <a:lnTo>
                    <a:pt x="736727" y="314147"/>
                  </a:lnTo>
                  <a:lnTo>
                    <a:pt x="717207" y="265557"/>
                  </a:lnTo>
                  <a:lnTo>
                    <a:pt x="693534" y="219900"/>
                  </a:lnTo>
                  <a:lnTo>
                    <a:pt x="666356" y="177546"/>
                  </a:lnTo>
                  <a:lnTo>
                    <a:pt x="636308" y="138849"/>
                  </a:lnTo>
                  <a:lnTo>
                    <a:pt x="604037" y="104140"/>
                  </a:lnTo>
                  <a:lnTo>
                    <a:pt x="570166" y="73799"/>
                  </a:lnTo>
                  <a:lnTo>
                    <a:pt x="535343" y="48183"/>
                  </a:lnTo>
                  <a:lnTo>
                    <a:pt x="500214" y="27635"/>
                  </a:lnTo>
                  <a:lnTo>
                    <a:pt x="487680" y="22199"/>
                  </a:lnTo>
                  <a:lnTo>
                    <a:pt x="473824" y="14478"/>
                  </a:lnTo>
                  <a:lnTo>
                    <a:pt x="443331" y="3695"/>
                  </a:lnTo>
                  <a:lnTo>
                    <a:pt x="414337" y="0"/>
                  </a:lnTo>
                  <a:lnTo>
                    <a:pt x="408419" y="901"/>
                  </a:lnTo>
                  <a:lnTo>
                    <a:pt x="399338" y="0"/>
                  </a:lnTo>
                  <a:lnTo>
                    <a:pt x="323342" y="16167"/>
                  </a:lnTo>
                  <a:lnTo>
                    <a:pt x="283400" y="35598"/>
                  </a:lnTo>
                  <a:lnTo>
                    <a:pt x="243395" y="61887"/>
                  </a:lnTo>
                  <a:lnTo>
                    <a:pt x="204292" y="94526"/>
                  </a:lnTo>
                  <a:lnTo>
                    <a:pt x="167005" y="132981"/>
                  </a:lnTo>
                  <a:lnTo>
                    <a:pt x="132473" y="176745"/>
                  </a:lnTo>
                  <a:lnTo>
                    <a:pt x="101650" y="225298"/>
                  </a:lnTo>
                  <a:lnTo>
                    <a:pt x="78917" y="270192"/>
                  </a:lnTo>
                  <a:lnTo>
                    <a:pt x="60223" y="317804"/>
                  </a:lnTo>
                  <a:lnTo>
                    <a:pt x="46151" y="367855"/>
                  </a:lnTo>
                  <a:lnTo>
                    <a:pt x="37274" y="420001"/>
                  </a:lnTo>
                  <a:lnTo>
                    <a:pt x="34188" y="473976"/>
                  </a:lnTo>
                  <a:lnTo>
                    <a:pt x="37033" y="531558"/>
                  </a:lnTo>
                  <a:lnTo>
                    <a:pt x="45326" y="583628"/>
                  </a:lnTo>
                  <a:lnTo>
                    <a:pt x="54584" y="615886"/>
                  </a:lnTo>
                  <a:lnTo>
                    <a:pt x="18910" y="615886"/>
                  </a:lnTo>
                  <a:lnTo>
                    <a:pt x="18910" y="656348"/>
                  </a:lnTo>
                  <a:lnTo>
                    <a:pt x="0" y="656348"/>
                  </a:lnTo>
                  <a:lnTo>
                    <a:pt x="0" y="719112"/>
                  </a:lnTo>
                  <a:lnTo>
                    <a:pt x="108661" y="719112"/>
                  </a:lnTo>
                  <a:lnTo>
                    <a:pt x="25387" y="719124"/>
                  </a:lnTo>
                  <a:lnTo>
                    <a:pt x="25387" y="969924"/>
                  </a:lnTo>
                  <a:lnTo>
                    <a:pt x="776960" y="969924"/>
                  </a:lnTo>
                  <a:lnTo>
                    <a:pt x="776960" y="719124"/>
                  </a:lnTo>
                  <a:lnTo>
                    <a:pt x="692696" y="719124"/>
                  </a:lnTo>
                  <a:lnTo>
                    <a:pt x="802347" y="719112"/>
                  </a:lnTo>
                  <a:lnTo>
                    <a:pt x="802347" y="656348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 descr=""/>
            <p:cNvSpPr/>
            <p:nvPr/>
          </p:nvSpPr>
          <p:spPr>
            <a:xfrm>
              <a:off x="11923649" y="5105329"/>
              <a:ext cx="712470" cy="131445"/>
            </a:xfrm>
            <a:custGeom>
              <a:avLst/>
              <a:gdLst/>
              <a:ahLst/>
              <a:cxnLst/>
              <a:rect l="l" t="t" r="r" b="b"/>
              <a:pathLst>
                <a:path w="712470" h="131445">
                  <a:moveTo>
                    <a:pt x="51015" y="25501"/>
                  </a:moveTo>
                  <a:lnTo>
                    <a:pt x="49009" y="15570"/>
                  </a:lnTo>
                  <a:lnTo>
                    <a:pt x="43548" y="7467"/>
                  </a:lnTo>
                  <a:lnTo>
                    <a:pt x="35433" y="2006"/>
                  </a:lnTo>
                  <a:lnTo>
                    <a:pt x="25501" y="0"/>
                  </a:lnTo>
                  <a:lnTo>
                    <a:pt x="15570" y="2006"/>
                  </a:lnTo>
                  <a:lnTo>
                    <a:pt x="7467" y="7467"/>
                  </a:lnTo>
                  <a:lnTo>
                    <a:pt x="1993" y="15570"/>
                  </a:lnTo>
                  <a:lnTo>
                    <a:pt x="0" y="25501"/>
                  </a:lnTo>
                  <a:lnTo>
                    <a:pt x="0" y="131432"/>
                  </a:lnTo>
                  <a:lnTo>
                    <a:pt x="51015" y="131432"/>
                  </a:lnTo>
                  <a:lnTo>
                    <a:pt x="51015" y="25501"/>
                  </a:lnTo>
                  <a:close/>
                </a:path>
                <a:path w="712470" h="131445">
                  <a:moveTo>
                    <a:pt x="123888" y="25501"/>
                  </a:moveTo>
                  <a:lnTo>
                    <a:pt x="121881" y="15570"/>
                  </a:lnTo>
                  <a:lnTo>
                    <a:pt x="116420" y="7467"/>
                  </a:lnTo>
                  <a:lnTo>
                    <a:pt x="108305" y="1993"/>
                  </a:lnTo>
                  <a:lnTo>
                    <a:pt x="98374" y="0"/>
                  </a:lnTo>
                  <a:lnTo>
                    <a:pt x="88455" y="1993"/>
                  </a:lnTo>
                  <a:lnTo>
                    <a:pt x="80340" y="7467"/>
                  </a:lnTo>
                  <a:lnTo>
                    <a:pt x="74879" y="15570"/>
                  </a:lnTo>
                  <a:lnTo>
                    <a:pt x="72872" y="25501"/>
                  </a:lnTo>
                  <a:lnTo>
                    <a:pt x="72872" y="131432"/>
                  </a:lnTo>
                  <a:lnTo>
                    <a:pt x="123888" y="131432"/>
                  </a:lnTo>
                  <a:lnTo>
                    <a:pt x="123888" y="25501"/>
                  </a:lnTo>
                  <a:close/>
                </a:path>
                <a:path w="712470" h="131445">
                  <a:moveTo>
                    <a:pt x="197408" y="25501"/>
                  </a:moveTo>
                  <a:lnTo>
                    <a:pt x="195414" y="15570"/>
                  </a:lnTo>
                  <a:lnTo>
                    <a:pt x="189941" y="7467"/>
                  </a:lnTo>
                  <a:lnTo>
                    <a:pt x="181838" y="1993"/>
                  </a:lnTo>
                  <a:lnTo>
                    <a:pt x="171907" y="0"/>
                  </a:lnTo>
                  <a:lnTo>
                    <a:pt x="161975" y="1993"/>
                  </a:lnTo>
                  <a:lnTo>
                    <a:pt x="153873" y="7467"/>
                  </a:lnTo>
                  <a:lnTo>
                    <a:pt x="148399" y="15570"/>
                  </a:lnTo>
                  <a:lnTo>
                    <a:pt x="146405" y="25501"/>
                  </a:lnTo>
                  <a:lnTo>
                    <a:pt x="146405" y="131432"/>
                  </a:lnTo>
                  <a:lnTo>
                    <a:pt x="197408" y="131432"/>
                  </a:lnTo>
                  <a:lnTo>
                    <a:pt x="197408" y="25501"/>
                  </a:lnTo>
                  <a:close/>
                </a:path>
                <a:path w="712470" h="131445">
                  <a:moveTo>
                    <a:pt x="270941" y="25501"/>
                  </a:moveTo>
                  <a:lnTo>
                    <a:pt x="268935" y="15570"/>
                  </a:lnTo>
                  <a:lnTo>
                    <a:pt x="263474" y="7467"/>
                  </a:lnTo>
                  <a:lnTo>
                    <a:pt x="255371" y="1993"/>
                  </a:lnTo>
                  <a:lnTo>
                    <a:pt x="245440" y="0"/>
                  </a:lnTo>
                  <a:lnTo>
                    <a:pt x="235508" y="1993"/>
                  </a:lnTo>
                  <a:lnTo>
                    <a:pt x="227406" y="7467"/>
                  </a:lnTo>
                  <a:lnTo>
                    <a:pt x="221932" y="15570"/>
                  </a:lnTo>
                  <a:lnTo>
                    <a:pt x="219925" y="25501"/>
                  </a:lnTo>
                  <a:lnTo>
                    <a:pt x="219925" y="131432"/>
                  </a:lnTo>
                  <a:lnTo>
                    <a:pt x="270941" y="131432"/>
                  </a:lnTo>
                  <a:lnTo>
                    <a:pt x="270941" y="25501"/>
                  </a:lnTo>
                  <a:close/>
                </a:path>
                <a:path w="712470" h="131445">
                  <a:moveTo>
                    <a:pt x="344474" y="25501"/>
                  </a:moveTo>
                  <a:lnTo>
                    <a:pt x="342468" y="15570"/>
                  </a:lnTo>
                  <a:lnTo>
                    <a:pt x="337007" y="7467"/>
                  </a:lnTo>
                  <a:lnTo>
                    <a:pt x="328891" y="1993"/>
                  </a:lnTo>
                  <a:lnTo>
                    <a:pt x="318960" y="0"/>
                  </a:lnTo>
                  <a:lnTo>
                    <a:pt x="309029" y="1993"/>
                  </a:lnTo>
                  <a:lnTo>
                    <a:pt x="300926" y="7467"/>
                  </a:lnTo>
                  <a:lnTo>
                    <a:pt x="295465" y="15570"/>
                  </a:lnTo>
                  <a:lnTo>
                    <a:pt x="293458" y="25501"/>
                  </a:lnTo>
                  <a:lnTo>
                    <a:pt x="293458" y="131432"/>
                  </a:lnTo>
                  <a:lnTo>
                    <a:pt x="344474" y="131432"/>
                  </a:lnTo>
                  <a:lnTo>
                    <a:pt x="344474" y="25501"/>
                  </a:lnTo>
                  <a:close/>
                </a:path>
                <a:path w="712470" h="131445">
                  <a:moveTo>
                    <a:pt x="417995" y="25501"/>
                  </a:moveTo>
                  <a:lnTo>
                    <a:pt x="415988" y="15570"/>
                  </a:lnTo>
                  <a:lnTo>
                    <a:pt x="410527" y="7467"/>
                  </a:lnTo>
                  <a:lnTo>
                    <a:pt x="402424" y="1993"/>
                  </a:lnTo>
                  <a:lnTo>
                    <a:pt x="392493" y="0"/>
                  </a:lnTo>
                  <a:lnTo>
                    <a:pt x="382562" y="1993"/>
                  </a:lnTo>
                  <a:lnTo>
                    <a:pt x="374459" y="7467"/>
                  </a:lnTo>
                  <a:lnTo>
                    <a:pt x="368985" y="15570"/>
                  </a:lnTo>
                  <a:lnTo>
                    <a:pt x="366979" y="25501"/>
                  </a:lnTo>
                  <a:lnTo>
                    <a:pt x="366979" y="131432"/>
                  </a:lnTo>
                  <a:lnTo>
                    <a:pt x="417995" y="131432"/>
                  </a:lnTo>
                  <a:lnTo>
                    <a:pt x="417995" y="25501"/>
                  </a:lnTo>
                  <a:close/>
                </a:path>
                <a:path w="712470" h="131445">
                  <a:moveTo>
                    <a:pt x="491528" y="25501"/>
                  </a:moveTo>
                  <a:lnTo>
                    <a:pt x="489521" y="15570"/>
                  </a:lnTo>
                  <a:lnTo>
                    <a:pt x="484060" y="7467"/>
                  </a:lnTo>
                  <a:lnTo>
                    <a:pt x="475945" y="1993"/>
                  </a:lnTo>
                  <a:lnTo>
                    <a:pt x="466026" y="0"/>
                  </a:lnTo>
                  <a:lnTo>
                    <a:pt x="456095" y="1993"/>
                  </a:lnTo>
                  <a:lnTo>
                    <a:pt x="447979" y="7467"/>
                  </a:lnTo>
                  <a:lnTo>
                    <a:pt x="442518" y="15570"/>
                  </a:lnTo>
                  <a:lnTo>
                    <a:pt x="440512" y="25501"/>
                  </a:lnTo>
                  <a:lnTo>
                    <a:pt x="440512" y="131432"/>
                  </a:lnTo>
                  <a:lnTo>
                    <a:pt x="491528" y="131432"/>
                  </a:lnTo>
                  <a:lnTo>
                    <a:pt x="491528" y="25501"/>
                  </a:lnTo>
                  <a:close/>
                </a:path>
                <a:path w="712470" h="131445">
                  <a:moveTo>
                    <a:pt x="565061" y="25501"/>
                  </a:moveTo>
                  <a:lnTo>
                    <a:pt x="563054" y="15570"/>
                  </a:lnTo>
                  <a:lnTo>
                    <a:pt x="557593" y="7467"/>
                  </a:lnTo>
                  <a:lnTo>
                    <a:pt x="549478" y="1993"/>
                  </a:lnTo>
                  <a:lnTo>
                    <a:pt x="539546" y="0"/>
                  </a:lnTo>
                  <a:lnTo>
                    <a:pt x="529615" y="1993"/>
                  </a:lnTo>
                  <a:lnTo>
                    <a:pt x="521512" y="7467"/>
                  </a:lnTo>
                  <a:lnTo>
                    <a:pt x="516039" y="15570"/>
                  </a:lnTo>
                  <a:lnTo>
                    <a:pt x="514045" y="25501"/>
                  </a:lnTo>
                  <a:lnTo>
                    <a:pt x="514045" y="131432"/>
                  </a:lnTo>
                  <a:lnTo>
                    <a:pt x="565061" y="131432"/>
                  </a:lnTo>
                  <a:lnTo>
                    <a:pt x="565061" y="25501"/>
                  </a:lnTo>
                  <a:close/>
                </a:path>
                <a:path w="712470" h="131445">
                  <a:moveTo>
                    <a:pt x="638581" y="25501"/>
                  </a:moveTo>
                  <a:lnTo>
                    <a:pt x="636574" y="15570"/>
                  </a:lnTo>
                  <a:lnTo>
                    <a:pt x="631113" y="7467"/>
                  </a:lnTo>
                  <a:lnTo>
                    <a:pt x="623011" y="1993"/>
                  </a:lnTo>
                  <a:lnTo>
                    <a:pt x="613079" y="0"/>
                  </a:lnTo>
                  <a:lnTo>
                    <a:pt x="603148" y="1993"/>
                  </a:lnTo>
                  <a:lnTo>
                    <a:pt x="595033" y="7467"/>
                  </a:lnTo>
                  <a:lnTo>
                    <a:pt x="589572" y="15570"/>
                  </a:lnTo>
                  <a:lnTo>
                    <a:pt x="587565" y="25501"/>
                  </a:lnTo>
                  <a:lnTo>
                    <a:pt x="587565" y="131432"/>
                  </a:lnTo>
                  <a:lnTo>
                    <a:pt x="638581" y="131432"/>
                  </a:lnTo>
                  <a:lnTo>
                    <a:pt x="638581" y="25501"/>
                  </a:lnTo>
                  <a:close/>
                </a:path>
                <a:path w="712470" h="131445">
                  <a:moveTo>
                    <a:pt x="712114" y="25501"/>
                  </a:moveTo>
                  <a:lnTo>
                    <a:pt x="710107" y="15570"/>
                  </a:lnTo>
                  <a:lnTo>
                    <a:pt x="704646" y="7467"/>
                  </a:lnTo>
                  <a:lnTo>
                    <a:pt x="696531" y="1993"/>
                  </a:lnTo>
                  <a:lnTo>
                    <a:pt x="686600" y="0"/>
                  </a:lnTo>
                  <a:lnTo>
                    <a:pt x="676681" y="1993"/>
                  </a:lnTo>
                  <a:lnTo>
                    <a:pt x="668566" y="7467"/>
                  </a:lnTo>
                  <a:lnTo>
                    <a:pt x="663105" y="15570"/>
                  </a:lnTo>
                  <a:lnTo>
                    <a:pt x="661098" y="25501"/>
                  </a:lnTo>
                  <a:lnTo>
                    <a:pt x="661098" y="131432"/>
                  </a:lnTo>
                  <a:lnTo>
                    <a:pt x="712114" y="131432"/>
                  </a:lnTo>
                  <a:lnTo>
                    <a:pt x="712114" y="25501"/>
                  </a:lnTo>
                  <a:close/>
                </a:path>
              </a:pathLst>
            </a:custGeom>
            <a:solidFill>
              <a:srgbClr val="DFB5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 descr=""/>
            <p:cNvSpPr/>
            <p:nvPr/>
          </p:nvSpPr>
          <p:spPr>
            <a:xfrm>
              <a:off x="12160225" y="5012340"/>
              <a:ext cx="523240" cy="28575"/>
            </a:xfrm>
            <a:custGeom>
              <a:avLst/>
              <a:gdLst/>
              <a:ahLst/>
              <a:cxnLst/>
              <a:rect l="l" t="t" r="r" b="b"/>
              <a:pathLst>
                <a:path w="523240" h="28575">
                  <a:moveTo>
                    <a:pt x="211213" y="0"/>
                  </a:moveTo>
                  <a:lnTo>
                    <a:pt x="0" y="0"/>
                  </a:lnTo>
                  <a:lnTo>
                    <a:pt x="0" y="28244"/>
                  </a:lnTo>
                  <a:lnTo>
                    <a:pt x="211213" y="28244"/>
                  </a:lnTo>
                  <a:lnTo>
                    <a:pt x="211213" y="0"/>
                  </a:lnTo>
                  <a:close/>
                </a:path>
                <a:path w="523240" h="28575">
                  <a:moveTo>
                    <a:pt x="522706" y="0"/>
                  </a:moveTo>
                  <a:lnTo>
                    <a:pt x="281216" y="0"/>
                  </a:lnTo>
                  <a:lnTo>
                    <a:pt x="281216" y="28244"/>
                  </a:lnTo>
                  <a:lnTo>
                    <a:pt x="522706" y="28244"/>
                  </a:lnTo>
                  <a:lnTo>
                    <a:pt x="522706" y="0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 descr=""/>
            <p:cNvSpPr/>
            <p:nvPr/>
          </p:nvSpPr>
          <p:spPr>
            <a:xfrm>
              <a:off x="11901907" y="5075116"/>
              <a:ext cx="755650" cy="17145"/>
            </a:xfrm>
            <a:custGeom>
              <a:avLst/>
              <a:gdLst/>
              <a:ahLst/>
              <a:cxnLst/>
              <a:rect l="l" t="t" r="r" b="b"/>
              <a:pathLst>
                <a:path w="755650" h="17145">
                  <a:moveTo>
                    <a:pt x="469531" y="0"/>
                  </a:moveTo>
                  <a:lnTo>
                    <a:pt x="0" y="0"/>
                  </a:lnTo>
                  <a:lnTo>
                    <a:pt x="0" y="16675"/>
                  </a:lnTo>
                  <a:lnTo>
                    <a:pt x="469531" y="16675"/>
                  </a:lnTo>
                  <a:lnTo>
                    <a:pt x="469531" y="0"/>
                  </a:lnTo>
                  <a:close/>
                </a:path>
                <a:path w="755650" h="17145">
                  <a:moveTo>
                    <a:pt x="755650" y="0"/>
                  </a:moveTo>
                  <a:lnTo>
                    <a:pt x="539534" y="0"/>
                  </a:lnTo>
                  <a:lnTo>
                    <a:pt x="539534" y="16675"/>
                  </a:lnTo>
                  <a:lnTo>
                    <a:pt x="755650" y="16675"/>
                  </a:lnTo>
                  <a:lnTo>
                    <a:pt x="755650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5" name="object 115" descr=""/>
          <p:cNvSpPr/>
          <p:nvPr/>
        </p:nvSpPr>
        <p:spPr>
          <a:xfrm>
            <a:off x="16686916" y="5489916"/>
            <a:ext cx="1496695" cy="400685"/>
          </a:xfrm>
          <a:custGeom>
            <a:avLst/>
            <a:gdLst/>
            <a:ahLst/>
            <a:cxnLst/>
            <a:rect l="l" t="t" r="r" b="b"/>
            <a:pathLst>
              <a:path w="1496694" h="400685">
                <a:moveTo>
                  <a:pt x="0" y="400322"/>
                </a:moveTo>
                <a:lnTo>
                  <a:pt x="1496142" y="400322"/>
                </a:lnTo>
                <a:lnTo>
                  <a:pt x="1496142" y="0"/>
                </a:lnTo>
                <a:lnTo>
                  <a:pt x="0" y="0"/>
                </a:lnTo>
                <a:lnTo>
                  <a:pt x="0" y="400322"/>
                </a:lnTo>
                <a:close/>
              </a:path>
            </a:pathLst>
          </a:custGeom>
          <a:solidFill>
            <a:srgbClr val="FAEBE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16" name="object 116" descr=""/>
          <p:cNvGrpSpPr/>
          <p:nvPr/>
        </p:nvGrpSpPr>
        <p:grpSpPr>
          <a:xfrm>
            <a:off x="16686916" y="5256562"/>
            <a:ext cx="1976755" cy="1833880"/>
            <a:chOff x="16686916" y="5256562"/>
            <a:chExt cx="1976755" cy="1833880"/>
          </a:xfrm>
        </p:grpSpPr>
        <p:sp>
          <p:nvSpPr>
            <p:cNvPr id="117" name="object 117" descr=""/>
            <p:cNvSpPr/>
            <p:nvPr/>
          </p:nvSpPr>
          <p:spPr>
            <a:xfrm>
              <a:off x="16686912" y="5256574"/>
              <a:ext cx="1496695" cy="233679"/>
            </a:xfrm>
            <a:custGeom>
              <a:avLst/>
              <a:gdLst/>
              <a:ahLst/>
              <a:cxnLst/>
              <a:rect l="l" t="t" r="r" b="b"/>
              <a:pathLst>
                <a:path w="1496694" h="233679">
                  <a:moveTo>
                    <a:pt x="1496136" y="0"/>
                  </a:moveTo>
                  <a:lnTo>
                    <a:pt x="0" y="0"/>
                  </a:lnTo>
                  <a:lnTo>
                    <a:pt x="0" y="108292"/>
                  </a:lnTo>
                  <a:lnTo>
                    <a:pt x="0" y="112623"/>
                  </a:lnTo>
                  <a:lnTo>
                    <a:pt x="0" y="233349"/>
                  </a:lnTo>
                  <a:lnTo>
                    <a:pt x="1496136" y="233349"/>
                  </a:lnTo>
                  <a:lnTo>
                    <a:pt x="1496136" y="112623"/>
                  </a:lnTo>
                  <a:lnTo>
                    <a:pt x="1496136" y="108292"/>
                  </a:lnTo>
                  <a:lnTo>
                    <a:pt x="1496136" y="0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 descr=""/>
            <p:cNvSpPr/>
            <p:nvPr/>
          </p:nvSpPr>
          <p:spPr>
            <a:xfrm>
              <a:off x="17755857" y="5489916"/>
              <a:ext cx="908050" cy="1600200"/>
            </a:xfrm>
            <a:custGeom>
              <a:avLst/>
              <a:gdLst/>
              <a:ahLst/>
              <a:cxnLst/>
              <a:rect l="l" t="t" r="r" b="b"/>
              <a:pathLst>
                <a:path w="908050" h="1600200">
                  <a:moveTo>
                    <a:pt x="0" y="1600066"/>
                  </a:moveTo>
                  <a:lnTo>
                    <a:pt x="907563" y="1600066"/>
                  </a:lnTo>
                  <a:lnTo>
                    <a:pt x="907563" y="0"/>
                  </a:lnTo>
                  <a:lnTo>
                    <a:pt x="0" y="0"/>
                  </a:lnTo>
                  <a:lnTo>
                    <a:pt x="0" y="1600066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 descr=""/>
            <p:cNvSpPr/>
            <p:nvPr/>
          </p:nvSpPr>
          <p:spPr>
            <a:xfrm>
              <a:off x="18514179" y="5489895"/>
              <a:ext cx="147955" cy="650240"/>
            </a:xfrm>
            <a:custGeom>
              <a:avLst/>
              <a:gdLst/>
              <a:ahLst/>
              <a:cxnLst/>
              <a:rect l="l" t="t" r="r" b="b"/>
              <a:pathLst>
                <a:path w="147955" h="650239">
                  <a:moveTo>
                    <a:pt x="0" y="650158"/>
                  </a:moveTo>
                  <a:lnTo>
                    <a:pt x="147869" y="650158"/>
                  </a:lnTo>
                  <a:lnTo>
                    <a:pt x="147869" y="0"/>
                  </a:lnTo>
                  <a:lnTo>
                    <a:pt x="0" y="0"/>
                  </a:lnTo>
                  <a:lnTo>
                    <a:pt x="0" y="650158"/>
                  </a:lnTo>
                  <a:close/>
                </a:path>
              </a:pathLst>
            </a:custGeom>
            <a:solidFill>
              <a:srgbClr val="DFB593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0" name="object 120" descr=""/>
          <p:cNvGrpSpPr/>
          <p:nvPr/>
        </p:nvGrpSpPr>
        <p:grpSpPr>
          <a:xfrm>
            <a:off x="18770325" y="2037143"/>
            <a:ext cx="122555" cy="516255"/>
            <a:chOff x="18770325" y="2037143"/>
            <a:chExt cx="122555" cy="516255"/>
          </a:xfrm>
        </p:grpSpPr>
        <p:pic>
          <p:nvPicPr>
            <p:cNvPr id="121" name="object 121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8770325" y="2037143"/>
              <a:ext cx="122205" cy="190420"/>
            </a:xfrm>
            <a:prstGeom prst="rect">
              <a:avLst/>
            </a:prstGeom>
          </p:spPr>
        </p:pic>
        <p:sp>
          <p:nvSpPr>
            <p:cNvPr id="122" name="object 122" descr=""/>
            <p:cNvSpPr/>
            <p:nvPr/>
          </p:nvSpPr>
          <p:spPr>
            <a:xfrm>
              <a:off x="18793055" y="2213082"/>
              <a:ext cx="76835" cy="340360"/>
            </a:xfrm>
            <a:custGeom>
              <a:avLst/>
              <a:gdLst/>
              <a:ahLst/>
              <a:cxnLst/>
              <a:rect l="l" t="t" r="r" b="b"/>
              <a:pathLst>
                <a:path w="76834" h="340360">
                  <a:moveTo>
                    <a:pt x="76733" y="0"/>
                  </a:moveTo>
                  <a:lnTo>
                    <a:pt x="37236" y="0"/>
                  </a:lnTo>
                  <a:lnTo>
                    <a:pt x="0" y="0"/>
                  </a:lnTo>
                  <a:lnTo>
                    <a:pt x="0" y="339801"/>
                  </a:lnTo>
                  <a:lnTo>
                    <a:pt x="37236" y="339801"/>
                  </a:lnTo>
                  <a:lnTo>
                    <a:pt x="76733" y="339801"/>
                  </a:lnTo>
                  <a:lnTo>
                    <a:pt x="76733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3" name="object 123" descr=""/>
          <p:cNvGrpSpPr/>
          <p:nvPr/>
        </p:nvGrpSpPr>
        <p:grpSpPr>
          <a:xfrm>
            <a:off x="18754349" y="2534498"/>
            <a:ext cx="159385" cy="546100"/>
            <a:chOff x="18754349" y="2534498"/>
            <a:chExt cx="159385" cy="546100"/>
          </a:xfrm>
        </p:grpSpPr>
        <p:sp>
          <p:nvSpPr>
            <p:cNvPr id="124" name="object 124" descr=""/>
            <p:cNvSpPr/>
            <p:nvPr/>
          </p:nvSpPr>
          <p:spPr>
            <a:xfrm>
              <a:off x="18781814" y="2616328"/>
              <a:ext cx="105410" cy="464820"/>
            </a:xfrm>
            <a:custGeom>
              <a:avLst/>
              <a:gdLst/>
              <a:ahLst/>
              <a:cxnLst/>
              <a:rect l="l" t="t" r="r" b="b"/>
              <a:pathLst>
                <a:path w="105409" h="464819">
                  <a:moveTo>
                    <a:pt x="104824" y="0"/>
                  </a:moveTo>
                  <a:lnTo>
                    <a:pt x="0" y="0"/>
                  </a:lnTo>
                  <a:lnTo>
                    <a:pt x="0" y="464258"/>
                  </a:lnTo>
                  <a:lnTo>
                    <a:pt x="104824" y="464258"/>
                  </a:lnTo>
                  <a:lnTo>
                    <a:pt x="104824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5" name="object 125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8754349" y="2534498"/>
              <a:ext cx="159126" cy="81834"/>
            </a:xfrm>
            <a:prstGeom prst="rect">
              <a:avLst/>
            </a:prstGeom>
          </p:spPr>
        </p:pic>
      </p:grpSp>
      <p:grpSp>
        <p:nvGrpSpPr>
          <p:cNvPr id="126" name="object 126" descr=""/>
          <p:cNvGrpSpPr/>
          <p:nvPr/>
        </p:nvGrpSpPr>
        <p:grpSpPr>
          <a:xfrm>
            <a:off x="18625411" y="4963335"/>
            <a:ext cx="421005" cy="2044064"/>
            <a:chOff x="18625411" y="4963335"/>
            <a:chExt cx="421005" cy="2044064"/>
          </a:xfrm>
        </p:grpSpPr>
        <p:sp>
          <p:nvSpPr>
            <p:cNvPr id="127" name="object 127" descr=""/>
            <p:cNvSpPr/>
            <p:nvPr/>
          </p:nvSpPr>
          <p:spPr>
            <a:xfrm>
              <a:off x="18625401" y="4963343"/>
              <a:ext cx="421005" cy="2044064"/>
            </a:xfrm>
            <a:custGeom>
              <a:avLst/>
              <a:gdLst/>
              <a:ahLst/>
              <a:cxnLst/>
              <a:rect l="l" t="t" r="r" b="b"/>
              <a:pathLst>
                <a:path w="421005" h="2044065">
                  <a:moveTo>
                    <a:pt x="420636" y="0"/>
                  </a:moveTo>
                  <a:lnTo>
                    <a:pt x="0" y="0"/>
                  </a:lnTo>
                  <a:lnTo>
                    <a:pt x="0" y="37414"/>
                  </a:lnTo>
                  <a:lnTo>
                    <a:pt x="36639" y="37414"/>
                  </a:lnTo>
                  <a:lnTo>
                    <a:pt x="36639" y="2043607"/>
                  </a:lnTo>
                  <a:lnTo>
                    <a:pt x="384009" y="2043607"/>
                  </a:lnTo>
                  <a:lnTo>
                    <a:pt x="384009" y="37414"/>
                  </a:lnTo>
                  <a:lnTo>
                    <a:pt x="420636" y="37414"/>
                  </a:lnTo>
                  <a:lnTo>
                    <a:pt x="420636" y="0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 descr=""/>
            <p:cNvSpPr/>
            <p:nvPr/>
          </p:nvSpPr>
          <p:spPr>
            <a:xfrm>
              <a:off x="18662049" y="5000748"/>
              <a:ext cx="347980" cy="41275"/>
            </a:xfrm>
            <a:custGeom>
              <a:avLst/>
              <a:gdLst/>
              <a:ahLst/>
              <a:cxnLst/>
              <a:rect l="l" t="t" r="r" b="b"/>
              <a:pathLst>
                <a:path w="347980" h="41275">
                  <a:moveTo>
                    <a:pt x="347361" y="0"/>
                  </a:moveTo>
                  <a:lnTo>
                    <a:pt x="0" y="0"/>
                  </a:lnTo>
                  <a:lnTo>
                    <a:pt x="0" y="40962"/>
                  </a:lnTo>
                  <a:lnTo>
                    <a:pt x="347361" y="40962"/>
                  </a:lnTo>
                  <a:lnTo>
                    <a:pt x="347361" y="0"/>
                  </a:lnTo>
                  <a:close/>
                </a:path>
              </a:pathLst>
            </a:custGeom>
            <a:solidFill>
              <a:srgbClr val="DFB593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9" name="object 129" descr="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8765548" y="5358913"/>
              <a:ext cx="140372" cy="96185"/>
            </a:xfrm>
            <a:prstGeom prst="rect">
              <a:avLst/>
            </a:prstGeom>
          </p:spPr>
        </p:pic>
      </p:grpSp>
      <p:sp>
        <p:nvSpPr>
          <p:cNvPr id="130" name="object 130" descr=""/>
          <p:cNvSpPr/>
          <p:nvPr/>
        </p:nvSpPr>
        <p:spPr>
          <a:xfrm>
            <a:off x="18742224" y="3171934"/>
            <a:ext cx="183515" cy="450215"/>
          </a:xfrm>
          <a:custGeom>
            <a:avLst/>
            <a:gdLst/>
            <a:ahLst/>
            <a:cxnLst/>
            <a:rect l="l" t="t" r="r" b="b"/>
            <a:pathLst>
              <a:path w="183515" h="450214">
                <a:moveTo>
                  <a:pt x="183387" y="0"/>
                </a:moveTo>
                <a:lnTo>
                  <a:pt x="0" y="0"/>
                </a:lnTo>
                <a:lnTo>
                  <a:pt x="0" y="450059"/>
                </a:lnTo>
                <a:lnTo>
                  <a:pt x="183387" y="450059"/>
                </a:lnTo>
                <a:lnTo>
                  <a:pt x="183387" y="0"/>
                </a:lnTo>
                <a:close/>
              </a:path>
            </a:pathLst>
          </a:custGeom>
          <a:solidFill>
            <a:srgbClr val="EED9C5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31" name="object 131" descr=""/>
          <p:cNvGrpSpPr/>
          <p:nvPr/>
        </p:nvGrpSpPr>
        <p:grpSpPr>
          <a:xfrm>
            <a:off x="18633327" y="3592204"/>
            <a:ext cx="400685" cy="1371600"/>
            <a:chOff x="18633327" y="3592204"/>
            <a:chExt cx="400685" cy="1371600"/>
          </a:xfrm>
        </p:grpSpPr>
        <p:sp>
          <p:nvSpPr>
            <p:cNvPr id="132" name="object 132" descr=""/>
            <p:cNvSpPr/>
            <p:nvPr/>
          </p:nvSpPr>
          <p:spPr>
            <a:xfrm>
              <a:off x="18771658" y="3674348"/>
              <a:ext cx="127000" cy="1289050"/>
            </a:xfrm>
            <a:custGeom>
              <a:avLst/>
              <a:gdLst/>
              <a:ahLst/>
              <a:cxnLst/>
              <a:rect l="l" t="t" r="r" b="b"/>
              <a:pathLst>
                <a:path w="127000" h="1289050">
                  <a:moveTo>
                    <a:pt x="126666" y="0"/>
                  </a:moveTo>
                  <a:lnTo>
                    <a:pt x="0" y="0"/>
                  </a:lnTo>
                  <a:lnTo>
                    <a:pt x="0" y="1288986"/>
                  </a:lnTo>
                  <a:lnTo>
                    <a:pt x="126666" y="1288986"/>
                  </a:lnTo>
                  <a:lnTo>
                    <a:pt x="126666" y="0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 descr=""/>
            <p:cNvSpPr/>
            <p:nvPr/>
          </p:nvSpPr>
          <p:spPr>
            <a:xfrm>
              <a:off x="18703367" y="3674348"/>
              <a:ext cx="69215" cy="1289050"/>
            </a:xfrm>
            <a:custGeom>
              <a:avLst/>
              <a:gdLst/>
              <a:ahLst/>
              <a:cxnLst/>
              <a:rect l="l" t="t" r="r" b="b"/>
              <a:pathLst>
                <a:path w="69215" h="1289050">
                  <a:moveTo>
                    <a:pt x="68720" y="0"/>
                  </a:moveTo>
                  <a:lnTo>
                    <a:pt x="0" y="0"/>
                  </a:lnTo>
                  <a:lnTo>
                    <a:pt x="0" y="1288986"/>
                  </a:lnTo>
                  <a:lnTo>
                    <a:pt x="68720" y="1288986"/>
                  </a:lnTo>
                  <a:lnTo>
                    <a:pt x="68720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 descr=""/>
            <p:cNvSpPr/>
            <p:nvPr/>
          </p:nvSpPr>
          <p:spPr>
            <a:xfrm>
              <a:off x="18898324" y="3674348"/>
              <a:ext cx="69215" cy="1289050"/>
            </a:xfrm>
            <a:custGeom>
              <a:avLst/>
              <a:gdLst/>
              <a:ahLst/>
              <a:cxnLst/>
              <a:rect l="l" t="t" r="r" b="b"/>
              <a:pathLst>
                <a:path w="69215" h="1289050">
                  <a:moveTo>
                    <a:pt x="68720" y="0"/>
                  </a:moveTo>
                  <a:lnTo>
                    <a:pt x="0" y="0"/>
                  </a:lnTo>
                  <a:lnTo>
                    <a:pt x="0" y="1288986"/>
                  </a:lnTo>
                  <a:lnTo>
                    <a:pt x="68720" y="1288986"/>
                  </a:lnTo>
                  <a:lnTo>
                    <a:pt x="68720" y="0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 descr=""/>
            <p:cNvSpPr/>
            <p:nvPr/>
          </p:nvSpPr>
          <p:spPr>
            <a:xfrm>
              <a:off x="18703138" y="4015555"/>
              <a:ext cx="264160" cy="734060"/>
            </a:xfrm>
            <a:custGeom>
              <a:avLst/>
              <a:gdLst/>
              <a:ahLst/>
              <a:cxnLst/>
              <a:rect l="l" t="t" r="r" b="b"/>
              <a:pathLst>
                <a:path w="264159" h="734060">
                  <a:moveTo>
                    <a:pt x="263690" y="695947"/>
                  </a:moveTo>
                  <a:lnTo>
                    <a:pt x="0" y="695947"/>
                  </a:lnTo>
                  <a:lnTo>
                    <a:pt x="0" y="733869"/>
                  </a:lnTo>
                  <a:lnTo>
                    <a:pt x="263690" y="733869"/>
                  </a:lnTo>
                  <a:lnTo>
                    <a:pt x="263690" y="695947"/>
                  </a:lnTo>
                  <a:close/>
                </a:path>
                <a:path w="264159" h="734060">
                  <a:moveTo>
                    <a:pt x="263690" y="102895"/>
                  </a:moveTo>
                  <a:lnTo>
                    <a:pt x="0" y="102895"/>
                  </a:lnTo>
                  <a:lnTo>
                    <a:pt x="0" y="140817"/>
                  </a:lnTo>
                  <a:lnTo>
                    <a:pt x="263690" y="140817"/>
                  </a:lnTo>
                  <a:lnTo>
                    <a:pt x="263690" y="102895"/>
                  </a:lnTo>
                  <a:close/>
                </a:path>
                <a:path w="264159" h="734060">
                  <a:moveTo>
                    <a:pt x="263690" y="0"/>
                  </a:moveTo>
                  <a:lnTo>
                    <a:pt x="0" y="0"/>
                  </a:lnTo>
                  <a:lnTo>
                    <a:pt x="0" y="37922"/>
                  </a:lnTo>
                  <a:lnTo>
                    <a:pt x="263690" y="37922"/>
                  </a:lnTo>
                  <a:lnTo>
                    <a:pt x="263690" y="0"/>
                  </a:lnTo>
                  <a:close/>
                </a:path>
                <a:path w="264159" h="734060">
                  <a:moveTo>
                    <a:pt x="263906" y="593039"/>
                  </a:moveTo>
                  <a:lnTo>
                    <a:pt x="215" y="593039"/>
                  </a:lnTo>
                  <a:lnTo>
                    <a:pt x="215" y="630961"/>
                  </a:lnTo>
                  <a:lnTo>
                    <a:pt x="263906" y="630961"/>
                  </a:lnTo>
                  <a:lnTo>
                    <a:pt x="263906" y="593039"/>
                  </a:lnTo>
                  <a:close/>
                </a:path>
              </a:pathLst>
            </a:custGeom>
            <a:solidFill>
              <a:srgbClr val="DFB593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 descr=""/>
            <p:cNvSpPr/>
            <p:nvPr/>
          </p:nvSpPr>
          <p:spPr>
            <a:xfrm>
              <a:off x="18633326" y="3592213"/>
              <a:ext cx="400685" cy="132715"/>
            </a:xfrm>
            <a:custGeom>
              <a:avLst/>
              <a:gdLst/>
              <a:ahLst/>
              <a:cxnLst/>
              <a:rect l="l" t="t" r="r" b="b"/>
              <a:pathLst>
                <a:path w="400684" h="132714">
                  <a:moveTo>
                    <a:pt x="400100" y="0"/>
                  </a:moveTo>
                  <a:lnTo>
                    <a:pt x="0" y="0"/>
                  </a:lnTo>
                  <a:lnTo>
                    <a:pt x="0" y="29781"/>
                  </a:lnTo>
                  <a:lnTo>
                    <a:pt x="0" y="82143"/>
                  </a:lnTo>
                  <a:lnTo>
                    <a:pt x="69811" y="132689"/>
                  </a:lnTo>
                  <a:lnTo>
                    <a:pt x="333717" y="132689"/>
                  </a:lnTo>
                  <a:lnTo>
                    <a:pt x="400100" y="82143"/>
                  </a:lnTo>
                  <a:lnTo>
                    <a:pt x="400100" y="29781"/>
                  </a:lnTo>
                  <a:lnTo>
                    <a:pt x="400100" y="0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7" name="object 137" descr=""/>
          <p:cNvSpPr/>
          <p:nvPr/>
        </p:nvSpPr>
        <p:spPr>
          <a:xfrm>
            <a:off x="18694184" y="3054152"/>
            <a:ext cx="278765" cy="118110"/>
          </a:xfrm>
          <a:custGeom>
            <a:avLst/>
            <a:gdLst/>
            <a:ahLst/>
            <a:cxnLst/>
            <a:rect l="l" t="t" r="r" b="b"/>
            <a:pathLst>
              <a:path w="278765" h="118110">
                <a:moveTo>
                  <a:pt x="278384" y="0"/>
                </a:moveTo>
                <a:lnTo>
                  <a:pt x="0" y="0"/>
                </a:lnTo>
                <a:lnTo>
                  <a:pt x="0" y="26441"/>
                </a:lnTo>
                <a:lnTo>
                  <a:pt x="0" y="72910"/>
                </a:lnTo>
                <a:lnTo>
                  <a:pt x="48590" y="117792"/>
                </a:lnTo>
                <a:lnTo>
                  <a:pt x="232194" y="117792"/>
                </a:lnTo>
                <a:lnTo>
                  <a:pt x="278358" y="72923"/>
                </a:lnTo>
                <a:lnTo>
                  <a:pt x="278384" y="26441"/>
                </a:lnTo>
                <a:lnTo>
                  <a:pt x="278384" y="0"/>
                </a:lnTo>
                <a:close/>
              </a:path>
            </a:pathLst>
          </a:custGeom>
          <a:solidFill>
            <a:srgbClr val="EED9C5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38" name="object 138" descr=""/>
          <p:cNvGrpSpPr/>
          <p:nvPr/>
        </p:nvGrpSpPr>
        <p:grpSpPr>
          <a:xfrm>
            <a:off x="19587781" y="4767907"/>
            <a:ext cx="255904" cy="1238885"/>
            <a:chOff x="19587781" y="4767907"/>
            <a:chExt cx="255904" cy="1238885"/>
          </a:xfrm>
        </p:grpSpPr>
        <p:sp>
          <p:nvSpPr>
            <p:cNvPr id="139" name="object 139" descr=""/>
            <p:cNvSpPr/>
            <p:nvPr/>
          </p:nvSpPr>
          <p:spPr>
            <a:xfrm>
              <a:off x="19587770" y="5700312"/>
              <a:ext cx="248920" cy="306705"/>
            </a:xfrm>
            <a:custGeom>
              <a:avLst/>
              <a:gdLst/>
              <a:ahLst/>
              <a:cxnLst/>
              <a:rect l="l" t="t" r="r" b="b"/>
              <a:pathLst>
                <a:path w="248919" h="306704">
                  <a:moveTo>
                    <a:pt x="248589" y="0"/>
                  </a:moveTo>
                  <a:lnTo>
                    <a:pt x="0" y="0"/>
                  </a:lnTo>
                  <a:lnTo>
                    <a:pt x="0" y="25438"/>
                  </a:lnTo>
                  <a:lnTo>
                    <a:pt x="24930" y="25438"/>
                  </a:lnTo>
                  <a:lnTo>
                    <a:pt x="24930" y="306235"/>
                  </a:lnTo>
                  <a:lnTo>
                    <a:pt x="248589" y="306235"/>
                  </a:lnTo>
                  <a:lnTo>
                    <a:pt x="248589" y="25438"/>
                  </a:lnTo>
                  <a:lnTo>
                    <a:pt x="248589" y="0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 descr=""/>
            <p:cNvSpPr/>
            <p:nvPr/>
          </p:nvSpPr>
          <p:spPr>
            <a:xfrm>
              <a:off x="19612701" y="5725742"/>
              <a:ext cx="224154" cy="27940"/>
            </a:xfrm>
            <a:custGeom>
              <a:avLst/>
              <a:gdLst/>
              <a:ahLst/>
              <a:cxnLst/>
              <a:rect l="l" t="t" r="r" b="b"/>
              <a:pathLst>
                <a:path w="224155" h="27939">
                  <a:moveTo>
                    <a:pt x="0" y="27852"/>
                  </a:moveTo>
                  <a:lnTo>
                    <a:pt x="223668" y="27852"/>
                  </a:lnTo>
                  <a:lnTo>
                    <a:pt x="223668" y="0"/>
                  </a:lnTo>
                  <a:lnTo>
                    <a:pt x="0" y="0"/>
                  </a:lnTo>
                  <a:lnTo>
                    <a:pt x="0" y="27852"/>
                  </a:lnTo>
                  <a:close/>
                </a:path>
              </a:pathLst>
            </a:custGeom>
            <a:solidFill>
              <a:srgbClr val="DFB593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 descr=""/>
            <p:cNvSpPr/>
            <p:nvPr/>
          </p:nvSpPr>
          <p:spPr>
            <a:xfrm>
              <a:off x="19697463" y="4823780"/>
              <a:ext cx="71120" cy="876935"/>
            </a:xfrm>
            <a:custGeom>
              <a:avLst/>
              <a:gdLst/>
              <a:ahLst/>
              <a:cxnLst/>
              <a:rect l="l" t="t" r="r" b="b"/>
              <a:pathLst>
                <a:path w="71119" h="876935">
                  <a:moveTo>
                    <a:pt x="70720" y="0"/>
                  </a:moveTo>
                  <a:lnTo>
                    <a:pt x="0" y="0"/>
                  </a:lnTo>
                  <a:lnTo>
                    <a:pt x="0" y="876528"/>
                  </a:lnTo>
                  <a:lnTo>
                    <a:pt x="70720" y="876528"/>
                  </a:lnTo>
                  <a:lnTo>
                    <a:pt x="70720" y="0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 descr=""/>
            <p:cNvSpPr/>
            <p:nvPr/>
          </p:nvSpPr>
          <p:spPr>
            <a:xfrm>
              <a:off x="19659339" y="4823780"/>
              <a:ext cx="38735" cy="876935"/>
            </a:xfrm>
            <a:custGeom>
              <a:avLst/>
              <a:gdLst/>
              <a:ahLst/>
              <a:cxnLst/>
              <a:rect l="l" t="t" r="r" b="b"/>
              <a:pathLst>
                <a:path w="38734" h="876935">
                  <a:moveTo>
                    <a:pt x="38365" y="0"/>
                  </a:moveTo>
                  <a:lnTo>
                    <a:pt x="0" y="0"/>
                  </a:lnTo>
                  <a:lnTo>
                    <a:pt x="0" y="876528"/>
                  </a:lnTo>
                  <a:lnTo>
                    <a:pt x="38365" y="876528"/>
                  </a:lnTo>
                  <a:lnTo>
                    <a:pt x="38365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 descr=""/>
            <p:cNvSpPr/>
            <p:nvPr/>
          </p:nvSpPr>
          <p:spPr>
            <a:xfrm>
              <a:off x="19768194" y="4823780"/>
              <a:ext cx="38735" cy="876935"/>
            </a:xfrm>
            <a:custGeom>
              <a:avLst/>
              <a:gdLst/>
              <a:ahLst/>
              <a:cxnLst/>
              <a:rect l="l" t="t" r="r" b="b"/>
              <a:pathLst>
                <a:path w="38734" h="876935">
                  <a:moveTo>
                    <a:pt x="38365" y="0"/>
                  </a:moveTo>
                  <a:lnTo>
                    <a:pt x="0" y="0"/>
                  </a:lnTo>
                  <a:lnTo>
                    <a:pt x="0" y="876528"/>
                  </a:lnTo>
                  <a:lnTo>
                    <a:pt x="38365" y="876528"/>
                  </a:lnTo>
                  <a:lnTo>
                    <a:pt x="38365" y="0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44" name="object 144" descr="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9620237" y="4767907"/>
              <a:ext cx="223388" cy="90237"/>
            </a:xfrm>
            <a:prstGeom prst="rect">
              <a:avLst/>
            </a:prstGeom>
          </p:spPr>
        </p:pic>
      </p:grpSp>
      <p:sp>
        <p:nvSpPr>
          <p:cNvPr id="145" name="object 145" descr=""/>
          <p:cNvSpPr/>
          <p:nvPr/>
        </p:nvSpPr>
        <p:spPr>
          <a:xfrm>
            <a:off x="18279873" y="6140036"/>
            <a:ext cx="1332865" cy="949960"/>
          </a:xfrm>
          <a:custGeom>
            <a:avLst/>
            <a:gdLst/>
            <a:ahLst/>
            <a:cxnLst/>
            <a:rect l="l" t="t" r="r" b="b"/>
            <a:pathLst>
              <a:path w="1332865" h="949959">
                <a:moveTo>
                  <a:pt x="1332839" y="0"/>
                </a:moveTo>
                <a:lnTo>
                  <a:pt x="0" y="0"/>
                </a:lnTo>
                <a:lnTo>
                  <a:pt x="0" y="444398"/>
                </a:lnTo>
                <a:lnTo>
                  <a:pt x="0" y="949947"/>
                </a:lnTo>
                <a:lnTo>
                  <a:pt x="1332839" y="949947"/>
                </a:lnTo>
                <a:lnTo>
                  <a:pt x="1332839" y="444398"/>
                </a:lnTo>
                <a:lnTo>
                  <a:pt x="1332839" y="0"/>
                </a:lnTo>
                <a:close/>
              </a:path>
            </a:pathLst>
          </a:custGeom>
          <a:solidFill>
            <a:srgbClr val="FAEBE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46" name="object 146" descr=""/>
          <p:cNvGrpSpPr/>
          <p:nvPr/>
        </p:nvGrpSpPr>
        <p:grpSpPr>
          <a:xfrm>
            <a:off x="14286366" y="5925819"/>
            <a:ext cx="984250" cy="1164590"/>
            <a:chOff x="14286366" y="5925819"/>
            <a:chExt cx="984250" cy="1164590"/>
          </a:xfrm>
        </p:grpSpPr>
        <p:sp>
          <p:nvSpPr>
            <p:cNvPr id="147" name="object 147" descr=""/>
            <p:cNvSpPr/>
            <p:nvPr/>
          </p:nvSpPr>
          <p:spPr>
            <a:xfrm>
              <a:off x="14286366" y="6364169"/>
              <a:ext cx="875030" cy="725805"/>
            </a:xfrm>
            <a:custGeom>
              <a:avLst/>
              <a:gdLst/>
              <a:ahLst/>
              <a:cxnLst/>
              <a:rect l="l" t="t" r="r" b="b"/>
              <a:pathLst>
                <a:path w="875030" h="725804">
                  <a:moveTo>
                    <a:pt x="874978" y="0"/>
                  </a:moveTo>
                  <a:lnTo>
                    <a:pt x="0" y="0"/>
                  </a:lnTo>
                  <a:lnTo>
                    <a:pt x="0" y="725810"/>
                  </a:lnTo>
                  <a:lnTo>
                    <a:pt x="264798" y="725810"/>
                  </a:lnTo>
                  <a:lnTo>
                    <a:pt x="264798" y="455169"/>
                  </a:lnTo>
                  <a:lnTo>
                    <a:pt x="269894" y="404888"/>
                  </a:lnTo>
                  <a:lnTo>
                    <a:pt x="284411" y="358730"/>
                  </a:lnTo>
                  <a:lnTo>
                    <a:pt x="307189" y="318011"/>
                  </a:lnTo>
                  <a:lnTo>
                    <a:pt x="337070" y="284048"/>
                  </a:lnTo>
                  <a:lnTo>
                    <a:pt x="372896" y="258159"/>
                  </a:lnTo>
                  <a:lnTo>
                    <a:pt x="413507" y="241659"/>
                  </a:lnTo>
                  <a:lnTo>
                    <a:pt x="457745" y="235867"/>
                  </a:lnTo>
                  <a:lnTo>
                    <a:pt x="501983" y="241659"/>
                  </a:lnTo>
                  <a:lnTo>
                    <a:pt x="542596" y="258159"/>
                  </a:lnTo>
                  <a:lnTo>
                    <a:pt x="578423" y="284048"/>
                  </a:lnTo>
                  <a:lnTo>
                    <a:pt x="608307" y="318011"/>
                  </a:lnTo>
                  <a:lnTo>
                    <a:pt x="631087" y="358730"/>
                  </a:lnTo>
                  <a:lnTo>
                    <a:pt x="645605" y="404888"/>
                  </a:lnTo>
                  <a:lnTo>
                    <a:pt x="650702" y="455169"/>
                  </a:lnTo>
                  <a:lnTo>
                    <a:pt x="650702" y="725810"/>
                  </a:lnTo>
                  <a:lnTo>
                    <a:pt x="874978" y="725810"/>
                  </a:lnTo>
                  <a:lnTo>
                    <a:pt x="874978" y="0"/>
                  </a:lnTo>
                  <a:close/>
                </a:path>
              </a:pathLst>
            </a:custGeom>
            <a:solidFill>
              <a:srgbClr val="DFB5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 descr=""/>
            <p:cNvSpPr/>
            <p:nvPr/>
          </p:nvSpPr>
          <p:spPr>
            <a:xfrm>
              <a:off x="14763191" y="5947327"/>
              <a:ext cx="507365" cy="416559"/>
            </a:xfrm>
            <a:custGeom>
              <a:avLst/>
              <a:gdLst/>
              <a:ahLst/>
              <a:cxnLst/>
              <a:rect l="l" t="t" r="r" b="b"/>
              <a:pathLst>
                <a:path w="507365" h="416560">
                  <a:moveTo>
                    <a:pt x="507225" y="25"/>
                  </a:moveTo>
                  <a:lnTo>
                    <a:pt x="0" y="0"/>
                  </a:lnTo>
                  <a:lnTo>
                    <a:pt x="0" y="24511"/>
                  </a:lnTo>
                  <a:lnTo>
                    <a:pt x="0" y="31153"/>
                  </a:lnTo>
                  <a:lnTo>
                    <a:pt x="0" y="416344"/>
                  </a:lnTo>
                  <a:lnTo>
                    <a:pt x="65633" y="416344"/>
                  </a:lnTo>
                  <a:lnTo>
                    <a:pt x="65633" y="257771"/>
                  </a:lnTo>
                  <a:lnTo>
                    <a:pt x="68440" y="252336"/>
                  </a:lnTo>
                  <a:lnTo>
                    <a:pt x="72859" y="248691"/>
                  </a:lnTo>
                  <a:lnTo>
                    <a:pt x="69951" y="240512"/>
                  </a:lnTo>
                  <a:lnTo>
                    <a:pt x="67805" y="230390"/>
                  </a:lnTo>
                  <a:lnTo>
                    <a:pt x="66471" y="219811"/>
                  </a:lnTo>
                  <a:lnTo>
                    <a:pt x="66014" y="210299"/>
                  </a:lnTo>
                  <a:lnTo>
                    <a:pt x="68275" y="197827"/>
                  </a:lnTo>
                  <a:lnTo>
                    <a:pt x="74129" y="186778"/>
                  </a:lnTo>
                  <a:lnTo>
                    <a:pt x="82283" y="177266"/>
                  </a:lnTo>
                  <a:lnTo>
                    <a:pt x="91351" y="169430"/>
                  </a:lnTo>
                  <a:lnTo>
                    <a:pt x="100380" y="177292"/>
                  </a:lnTo>
                  <a:lnTo>
                    <a:pt x="108470" y="186804"/>
                  </a:lnTo>
                  <a:lnTo>
                    <a:pt x="114287" y="197840"/>
                  </a:lnTo>
                  <a:lnTo>
                    <a:pt x="116522" y="210299"/>
                  </a:lnTo>
                  <a:lnTo>
                    <a:pt x="116065" y="219811"/>
                  </a:lnTo>
                  <a:lnTo>
                    <a:pt x="114744" y="230390"/>
                  </a:lnTo>
                  <a:lnTo>
                    <a:pt x="112610" y="240512"/>
                  </a:lnTo>
                  <a:lnTo>
                    <a:pt x="109728" y="248691"/>
                  </a:lnTo>
                  <a:lnTo>
                    <a:pt x="114109" y="252336"/>
                  </a:lnTo>
                  <a:lnTo>
                    <a:pt x="116916" y="257771"/>
                  </a:lnTo>
                  <a:lnTo>
                    <a:pt x="116916" y="416344"/>
                  </a:lnTo>
                  <a:lnTo>
                    <a:pt x="182549" y="416344"/>
                  </a:lnTo>
                  <a:lnTo>
                    <a:pt x="182549" y="257771"/>
                  </a:lnTo>
                  <a:lnTo>
                    <a:pt x="185356" y="252336"/>
                  </a:lnTo>
                  <a:lnTo>
                    <a:pt x="189788" y="248691"/>
                  </a:lnTo>
                  <a:lnTo>
                    <a:pt x="186880" y="240512"/>
                  </a:lnTo>
                  <a:lnTo>
                    <a:pt x="184734" y="230390"/>
                  </a:lnTo>
                  <a:lnTo>
                    <a:pt x="183400" y="219811"/>
                  </a:lnTo>
                  <a:lnTo>
                    <a:pt x="182943" y="210299"/>
                  </a:lnTo>
                  <a:lnTo>
                    <a:pt x="185191" y="197827"/>
                  </a:lnTo>
                  <a:lnTo>
                    <a:pt x="191058" y="186778"/>
                  </a:lnTo>
                  <a:lnTo>
                    <a:pt x="199199" y="177266"/>
                  </a:lnTo>
                  <a:lnTo>
                    <a:pt x="208280" y="169430"/>
                  </a:lnTo>
                  <a:lnTo>
                    <a:pt x="217297" y="177292"/>
                  </a:lnTo>
                  <a:lnTo>
                    <a:pt x="225386" y="186804"/>
                  </a:lnTo>
                  <a:lnTo>
                    <a:pt x="231203" y="197840"/>
                  </a:lnTo>
                  <a:lnTo>
                    <a:pt x="233451" y="210299"/>
                  </a:lnTo>
                  <a:lnTo>
                    <a:pt x="232994" y="219811"/>
                  </a:lnTo>
                  <a:lnTo>
                    <a:pt x="231660" y="230390"/>
                  </a:lnTo>
                  <a:lnTo>
                    <a:pt x="229527" y="240512"/>
                  </a:lnTo>
                  <a:lnTo>
                    <a:pt x="226656" y="248691"/>
                  </a:lnTo>
                  <a:lnTo>
                    <a:pt x="231038" y="252336"/>
                  </a:lnTo>
                  <a:lnTo>
                    <a:pt x="233845" y="257771"/>
                  </a:lnTo>
                  <a:lnTo>
                    <a:pt x="233845" y="416344"/>
                  </a:lnTo>
                  <a:lnTo>
                    <a:pt x="299466" y="416344"/>
                  </a:lnTo>
                  <a:lnTo>
                    <a:pt x="299466" y="257771"/>
                  </a:lnTo>
                  <a:lnTo>
                    <a:pt x="302272" y="252336"/>
                  </a:lnTo>
                  <a:lnTo>
                    <a:pt x="306705" y="248691"/>
                  </a:lnTo>
                  <a:lnTo>
                    <a:pt x="303809" y="240512"/>
                  </a:lnTo>
                  <a:lnTo>
                    <a:pt x="301650" y="230390"/>
                  </a:lnTo>
                  <a:lnTo>
                    <a:pt x="300316" y="219811"/>
                  </a:lnTo>
                  <a:lnTo>
                    <a:pt x="299859" y="210299"/>
                  </a:lnTo>
                  <a:lnTo>
                    <a:pt x="302120" y="197827"/>
                  </a:lnTo>
                  <a:lnTo>
                    <a:pt x="307975" y="186778"/>
                  </a:lnTo>
                  <a:lnTo>
                    <a:pt x="316115" y="177266"/>
                  </a:lnTo>
                  <a:lnTo>
                    <a:pt x="325208" y="169430"/>
                  </a:lnTo>
                  <a:lnTo>
                    <a:pt x="334213" y="177292"/>
                  </a:lnTo>
                  <a:lnTo>
                    <a:pt x="342303" y="186804"/>
                  </a:lnTo>
                  <a:lnTo>
                    <a:pt x="348132" y="197840"/>
                  </a:lnTo>
                  <a:lnTo>
                    <a:pt x="350367" y="210299"/>
                  </a:lnTo>
                  <a:lnTo>
                    <a:pt x="349910" y="219811"/>
                  </a:lnTo>
                  <a:lnTo>
                    <a:pt x="348576" y="230390"/>
                  </a:lnTo>
                  <a:lnTo>
                    <a:pt x="346443" y="240512"/>
                  </a:lnTo>
                  <a:lnTo>
                    <a:pt x="343573" y="248691"/>
                  </a:lnTo>
                  <a:lnTo>
                    <a:pt x="347954" y="252336"/>
                  </a:lnTo>
                  <a:lnTo>
                    <a:pt x="350761" y="257771"/>
                  </a:lnTo>
                  <a:lnTo>
                    <a:pt x="350761" y="416344"/>
                  </a:lnTo>
                  <a:lnTo>
                    <a:pt x="416394" y="416344"/>
                  </a:lnTo>
                  <a:lnTo>
                    <a:pt x="416394" y="257771"/>
                  </a:lnTo>
                  <a:lnTo>
                    <a:pt x="419201" y="252336"/>
                  </a:lnTo>
                  <a:lnTo>
                    <a:pt x="423633" y="248691"/>
                  </a:lnTo>
                  <a:lnTo>
                    <a:pt x="420725" y="240512"/>
                  </a:lnTo>
                  <a:lnTo>
                    <a:pt x="418579" y="230390"/>
                  </a:lnTo>
                  <a:lnTo>
                    <a:pt x="417245" y="219811"/>
                  </a:lnTo>
                  <a:lnTo>
                    <a:pt x="416788" y="210299"/>
                  </a:lnTo>
                  <a:lnTo>
                    <a:pt x="419036" y="197827"/>
                  </a:lnTo>
                  <a:lnTo>
                    <a:pt x="424903" y="186778"/>
                  </a:lnTo>
                  <a:lnTo>
                    <a:pt x="433044" y="177266"/>
                  </a:lnTo>
                  <a:lnTo>
                    <a:pt x="442125" y="169430"/>
                  </a:lnTo>
                  <a:lnTo>
                    <a:pt x="451154" y="177292"/>
                  </a:lnTo>
                  <a:lnTo>
                    <a:pt x="459257" y="186804"/>
                  </a:lnTo>
                  <a:lnTo>
                    <a:pt x="465086" y="197840"/>
                  </a:lnTo>
                  <a:lnTo>
                    <a:pt x="467334" y="210299"/>
                  </a:lnTo>
                  <a:lnTo>
                    <a:pt x="466864" y="219811"/>
                  </a:lnTo>
                  <a:lnTo>
                    <a:pt x="465531" y="230390"/>
                  </a:lnTo>
                  <a:lnTo>
                    <a:pt x="463397" y="240512"/>
                  </a:lnTo>
                  <a:lnTo>
                    <a:pt x="460540" y="248691"/>
                  </a:lnTo>
                  <a:lnTo>
                    <a:pt x="464870" y="252336"/>
                  </a:lnTo>
                  <a:lnTo>
                    <a:pt x="467677" y="257771"/>
                  </a:lnTo>
                  <a:lnTo>
                    <a:pt x="467677" y="416344"/>
                  </a:lnTo>
                  <a:lnTo>
                    <a:pt x="507225" y="416344"/>
                  </a:lnTo>
                  <a:lnTo>
                    <a:pt x="507225" y="25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 descr=""/>
            <p:cNvSpPr/>
            <p:nvPr/>
          </p:nvSpPr>
          <p:spPr>
            <a:xfrm>
              <a:off x="15230876" y="6216721"/>
              <a:ext cx="40005" cy="147320"/>
            </a:xfrm>
            <a:custGeom>
              <a:avLst/>
              <a:gdLst/>
              <a:ahLst/>
              <a:cxnLst/>
              <a:rect l="l" t="t" r="r" b="b"/>
              <a:pathLst>
                <a:path w="40005" h="147320">
                  <a:moveTo>
                    <a:pt x="39548" y="0"/>
                  </a:moveTo>
                  <a:lnTo>
                    <a:pt x="0" y="0"/>
                  </a:lnTo>
                  <a:lnTo>
                    <a:pt x="0" y="146948"/>
                  </a:lnTo>
                  <a:lnTo>
                    <a:pt x="39548" y="146948"/>
                  </a:lnTo>
                  <a:lnTo>
                    <a:pt x="39548" y="0"/>
                  </a:lnTo>
                  <a:close/>
                </a:path>
              </a:pathLst>
            </a:custGeom>
            <a:solidFill>
              <a:srgbClr val="DFB5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 descr=""/>
            <p:cNvSpPr/>
            <p:nvPr/>
          </p:nvSpPr>
          <p:spPr>
            <a:xfrm>
              <a:off x="14763191" y="6216732"/>
              <a:ext cx="416559" cy="147320"/>
            </a:xfrm>
            <a:custGeom>
              <a:avLst/>
              <a:gdLst/>
              <a:ahLst/>
              <a:cxnLst/>
              <a:rect l="l" t="t" r="r" b="b"/>
              <a:pathLst>
                <a:path w="416559" h="147320">
                  <a:moveTo>
                    <a:pt x="65633" y="0"/>
                  </a:moveTo>
                  <a:lnTo>
                    <a:pt x="0" y="0"/>
                  </a:lnTo>
                  <a:lnTo>
                    <a:pt x="0" y="146939"/>
                  </a:lnTo>
                  <a:lnTo>
                    <a:pt x="65633" y="146939"/>
                  </a:lnTo>
                  <a:lnTo>
                    <a:pt x="65633" y="0"/>
                  </a:lnTo>
                  <a:close/>
                </a:path>
                <a:path w="416559" h="147320">
                  <a:moveTo>
                    <a:pt x="182549" y="0"/>
                  </a:moveTo>
                  <a:lnTo>
                    <a:pt x="116916" y="0"/>
                  </a:lnTo>
                  <a:lnTo>
                    <a:pt x="116916" y="146939"/>
                  </a:lnTo>
                  <a:lnTo>
                    <a:pt x="182549" y="146939"/>
                  </a:lnTo>
                  <a:lnTo>
                    <a:pt x="182549" y="0"/>
                  </a:lnTo>
                  <a:close/>
                </a:path>
                <a:path w="416559" h="147320">
                  <a:moveTo>
                    <a:pt x="299466" y="0"/>
                  </a:moveTo>
                  <a:lnTo>
                    <a:pt x="233832" y="0"/>
                  </a:lnTo>
                  <a:lnTo>
                    <a:pt x="233832" y="146939"/>
                  </a:lnTo>
                  <a:lnTo>
                    <a:pt x="299466" y="146939"/>
                  </a:lnTo>
                  <a:lnTo>
                    <a:pt x="299466" y="0"/>
                  </a:lnTo>
                  <a:close/>
                </a:path>
                <a:path w="416559" h="147320">
                  <a:moveTo>
                    <a:pt x="416394" y="0"/>
                  </a:moveTo>
                  <a:lnTo>
                    <a:pt x="350761" y="0"/>
                  </a:lnTo>
                  <a:lnTo>
                    <a:pt x="350761" y="146939"/>
                  </a:lnTo>
                  <a:lnTo>
                    <a:pt x="416394" y="146939"/>
                  </a:lnTo>
                  <a:lnTo>
                    <a:pt x="416394" y="0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 descr=""/>
            <p:cNvSpPr/>
            <p:nvPr/>
          </p:nvSpPr>
          <p:spPr>
            <a:xfrm>
              <a:off x="15230876" y="6211674"/>
              <a:ext cx="40005" cy="24765"/>
            </a:xfrm>
            <a:custGeom>
              <a:avLst/>
              <a:gdLst/>
              <a:ahLst/>
              <a:cxnLst/>
              <a:rect l="l" t="t" r="r" b="b"/>
              <a:pathLst>
                <a:path w="40005" h="24764">
                  <a:moveTo>
                    <a:pt x="39548" y="0"/>
                  </a:moveTo>
                  <a:lnTo>
                    <a:pt x="0" y="0"/>
                  </a:lnTo>
                  <a:lnTo>
                    <a:pt x="0" y="24156"/>
                  </a:lnTo>
                  <a:lnTo>
                    <a:pt x="39548" y="24156"/>
                  </a:lnTo>
                  <a:lnTo>
                    <a:pt x="39548" y="0"/>
                  </a:lnTo>
                  <a:close/>
                </a:path>
              </a:pathLst>
            </a:custGeom>
            <a:solidFill>
              <a:srgbClr val="DFB5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 descr=""/>
            <p:cNvSpPr/>
            <p:nvPr/>
          </p:nvSpPr>
          <p:spPr>
            <a:xfrm>
              <a:off x="14763191" y="6211677"/>
              <a:ext cx="416559" cy="24765"/>
            </a:xfrm>
            <a:custGeom>
              <a:avLst/>
              <a:gdLst/>
              <a:ahLst/>
              <a:cxnLst/>
              <a:rect l="l" t="t" r="r" b="b"/>
              <a:pathLst>
                <a:path w="416559" h="24764">
                  <a:moveTo>
                    <a:pt x="65633" y="0"/>
                  </a:moveTo>
                  <a:lnTo>
                    <a:pt x="0" y="0"/>
                  </a:lnTo>
                  <a:lnTo>
                    <a:pt x="0" y="24155"/>
                  </a:lnTo>
                  <a:lnTo>
                    <a:pt x="65633" y="24155"/>
                  </a:lnTo>
                  <a:lnTo>
                    <a:pt x="65633" y="0"/>
                  </a:lnTo>
                  <a:close/>
                </a:path>
                <a:path w="416559" h="24764">
                  <a:moveTo>
                    <a:pt x="182549" y="0"/>
                  </a:moveTo>
                  <a:lnTo>
                    <a:pt x="116916" y="0"/>
                  </a:lnTo>
                  <a:lnTo>
                    <a:pt x="116916" y="24155"/>
                  </a:lnTo>
                  <a:lnTo>
                    <a:pt x="182549" y="24155"/>
                  </a:lnTo>
                  <a:lnTo>
                    <a:pt x="182549" y="0"/>
                  </a:lnTo>
                  <a:close/>
                </a:path>
                <a:path w="416559" h="24764">
                  <a:moveTo>
                    <a:pt x="299466" y="0"/>
                  </a:moveTo>
                  <a:lnTo>
                    <a:pt x="233832" y="0"/>
                  </a:lnTo>
                  <a:lnTo>
                    <a:pt x="233832" y="24155"/>
                  </a:lnTo>
                  <a:lnTo>
                    <a:pt x="299466" y="24155"/>
                  </a:lnTo>
                  <a:lnTo>
                    <a:pt x="299466" y="0"/>
                  </a:lnTo>
                  <a:close/>
                </a:path>
                <a:path w="416559" h="24764">
                  <a:moveTo>
                    <a:pt x="416394" y="0"/>
                  </a:moveTo>
                  <a:lnTo>
                    <a:pt x="350761" y="0"/>
                  </a:lnTo>
                  <a:lnTo>
                    <a:pt x="350761" y="24155"/>
                  </a:lnTo>
                  <a:lnTo>
                    <a:pt x="416394" y="24155"/>
                  </a:lnTo>
                  <a:lnTo>
                    <a:pt x="416394" y="0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 descr=""/>
            <p:cNvSpPr/>
            <p:nvPr/>
          </p:nvSpPr>
          <p:spPr>
            <a:xfrm>
              <a:off x="14789404" y="6104578"/>
              <a:ext cx="415925" cy="259715"/>
            </a:xfrm>
            <a:custGeom>
              <a:avLst/>
              <a:gdLst/>
              <a:ahLst/>
              <a:cxnLst/>
              <a:rect l="l" t="t" r="r" b="b"/>
              <a:pathLst>
                <a:path w="415925" h="259714">
                  <a:moveTo>
                    <a:pt x="65151" y="12192"/>
                  </a:moveTo>
                  <a:lnTo>
                    <a:pt x="54838" y="4330"/>
                  </a:lnTo>
                  <a:lnTo>
                    <a:pt x="45377" y="0"/>
                  </a:lnTo>
                  <a:lnTo>
                    <a:pt x="38354" y="3746"/>
                  </a:lnTo>
                  <a:lnTo>
                    <a:pt x="22885" y="14401"/>
                  </a:lnTo>
                  <a:lnTo>
                    <a:pt x="7429" y="31127"/>
                  </a:lnTo>
                  <a:lnTo>
                    <a:pt x="393" y="53047"/>
                  </a:lnTo>
                  <a:lnTo>
                    <a:pt x="850" y="62560"/>
                  </a:lnTo>
                  <a:lnTo>
                    <a:pt x="2184" y="73139"/>
                  </a:lnTo>
                  <a:lnTo>
                    <a:pt x="4318" y="83273"/>
                  </a:lnTo>
                  <a:lnTo>
                    <a:pt x="7188" y="91452"/>
                  </a:lnTo>
                  <a:lnTo>
                    <a:pt x="2844" y="95084"/>
                  </a:lnTo>
                  <a:lnTo>
                    <a:pt x="0" y="100520"/>
                  </a:lnTo>
                  <a:lnTo>
                    <a:pt x="0" y="259092"/>
                  </a:lnTo>
                  <a:lnTo>
                    <a:pt x="39408" y="259092"/>
                  </a:lnTo>
                  <a:lnTo>
                    <a:pt x="39408" y="100520"/>
                  </a:lnTo>
                  <a:lnTo>
                    <a:pt x="42214" y="95084"/>
                  </a:lnTo>
                  <a:lnTo>
                    <a:pt x="46647" y="91452"/>
                  </a:lnTo>
                  <a:lnTo>
                    <a:pt x="43751" y="83273"/>
                  </a:lnTo>
                  <a:lnTo>
                    <a:pt x="41605" y="73139"/>
                  </a:lnTo>
                  <a:lnTo>
                    <a:pt x="40271" y="62560"/>
                  </a:lnTo>
                  <a:lnTo>
                    <a:pt x="39814" y="53047"/>
                  </a:lnTo>
                  <a:lnTo>
                    <a:pt x="42062" y="40576"/>
                  </a:lnTo>
                  <a:lnTo>
                    <a:pt x="47917" y="29527"/>
                  </a:lnTo>
                  <a:lnTo>
                    <a:pt x="56070" y="20015"/>
                  </a:lnTo>
                  <a:lnTo>
                    <a:pt x="65151" y="12192"/>
                  </a:lnTo>
                  <a:close/>
                </a:path>
                <a:path w="415925" h="259714">
                  <a:moveTo>
                    <a:pt x="182067" y="12192"/>
                  </a:moveTo>
                  <a:lnTo>
                    <a:pt x="171767" y="4330"/>
                  </a:lnTo>
                  <a:lnTo>
                    <a:pt x="162306" y="0"/>
                  </a:lnTo>
                  <a:lnTo>
                    <a:pt x="155270" y="3746"/>
                  </a:lnTo>
                  <a:lnTo>
                    <a:pt x="139814" y="14401"/>
                  </a:lnTo>
                  <a:lnTo>
                    <a:pt x="124345" y="31127"/>
                  </a:lnTo>
                  <a:lnTo>
                    <a:pt x="117322" y="53047"/>
                  </a:lnTo>
                  <a:lnTo>
                    <a:pt x="117779" y="62560"/>
                  </a:lnTo>
                  <a:lnTo>
                    <a:pt x="119100" y="73139"/>
                  </a:lnTo>
                  <a:lnTo>
                    <a:pt x="121246" y="83273"/>
                  </a:lnTo>
                  <a:lnTo>
                    <a:pt x="124117" y="91452"/>
                  </a:lnTo>
                  <a:lnTo>
                    <a:pt x="119773" y="95084"/>
                  </a:lnTo>
                  <a:lnTo>
                    <a:pt x="116916" y="100520"/>
                  </a:lnTo>
                  <a:lnTo>
                    <a:pt x="116916" y="259092"/>
                  </a:lnTo>
                  <a:lnTo>
                    <a:pt x="156337" y="259092"/>
                  </a:lnTo>
                  <a:lnTo>
                    <a:pt x="156337" y="100520"/>
                  </a:lnTo>
                  <a:lnTo>
                    <a:pt x="159143" y="95084"/>
                  </a:lnTo>
                  <a:lnTo>
                    <a:pt x="163563" y="91452"/>
                  </a:lnTo>
                  <a:lnTo>
                    <a:pt x="160667" y="83273"/>
                  </a:lnTo>
                  <a:lnTo>
                    <a:pt x="158521" y="73139"/>
                  </a:lnTo>
                  <a:lnTo>
                    <a:pt x="157187" y="62560"/>
                  </a:lnTo>
                  <a:lnTo>
                    <a:pt x="156730" y="53047"/>
                  </a:lnTo>
                  <a:lnTo>
                    <a:pt x="158978" y="40576"/>
                  </a:lnTo>
                  <a:lnTo>
                    <a:pt x="164846" y="29527"/>
                  </a:lnTo>
                  <a:lnTo>
                    <a:pt x="172986" y="20015"/>
                  </a:lnTo>
                  <a:lnTo>
                    <a:pt x="182067" y="12192"/>
                  </a:lnTo>
                  <a:close/>
                </a:path>
                <a:path w="415925" h="259714">
                  <a:moveTo>
                    <a:pt x="298996" y="12192"/>
                  </a:moveTo>
                  <a:lnTo>
                    <a:pt x="288683" y="4330"/>
                  </a:lnTo>
                  <a:lnTo>
                    <a:pt x="279222" y="0"/>
                  </a:lnTo>
                  <a:lnTo>
                    <a:pt x="272186" y="3746"/>
                  </a:lnTo>
                  <a:lnTo>
                    <a:pt x="256730" y="14401"/>
                  </a:lnTo>
                  <a:lnTo>
                    <a:pt x="241261" y="31127"/>
                  </a:lnTo>
                  <a:lnTo>
                    <a:pt x="234238" y="53047"/>
                  </a:lnTo>
                  <a:lnTo>
                    <a:pt x="234696" y="62560"/>
                  </a:lnTo>
                  <a:lnTo>
                    <a:pt x="236042" y="73139"/>
                  </a:lnTo>
                  <a:lnTo>
                    <a:pt x="238175" y="83273"/>
                  </a:lnTo>
                  <a:lnTo>
                    <a:pt x="241033" y="91452"/>
                  </a:lnTo>
                  <a:lnTo>
                    <a:pt x="236689" y="95084"/>
                  </a:lnTo>
                  <a:lnTo>
                    <a:pt x="233845" y="100520"/>
                  </a:lnTo>
                  <a:lnTo>
                    <a:pt x="233845" y="259092"/>
                  </a:lnTo>
                  <a:lnTo>
                    <a:pt x="273253" y="259092"/>
                  </a:lnTo>
                  <a:lnTo>
                    <a:pt x="273253" y="100520"/>
                  </a:lnTo>
                  <a:lnTo>
                    <a:pt x="276059" y="95084"/>
                  </a:lnTo>
                  <a:lnTo>
                    <a:pt x="280492" y="91452"/>
                  </a:lnTo>
                  <a:lnTo>
                    <a:pt x="277596" y="83273"/>
                  </a:lnTo>
                  <a:lnTo>
                    <a:pt x="275437" y="73139"/>
                  </a:lnTo>
                  <a:lnTo>
                    <a:pt x="274104" y="62560"/>
                  </a:lnTo>
                  <a:lnTo>
                    <a:pt x="273646" y="53047"/>
                  </a:lnTo>
                  <a:lnTo>
                    <a:pt x="275907" y="40576"/>
                  </a:lnTo>
                  <a:lnTo>
                    <a:pt x="281762" y="29527"/>
                  </a:lnTo>
                  <a:lnTo>
                    <a:pt x="289902" y="20015"/>
                  </a:lnTo>
                  <a:lnTo>
                    <a:pt x="298996" y="12192"/>
                  </a:lnTo>
                  <a:close/>
                </a:path>
                <a:path w="415925" h="259714">
                  <a:moveTo>
                    <a:pt x="415912" y="12192"/>
                  </a:moveTo>
                  <a:lnTo>
                    <a:pt x="405612" y="4330"/>
                  </a:lnTo>
                  <a:lnTo>
                    <a:pt x="396138" y="0"/>
                  </a:lnTo>
                  <a:lnTo>
                    <a:pt x="389115" y="3746"/>
                  </a:lnTo>
                  <a:lnTo>
                    <a:pt x="373646" y="14401"/>
                  </a:lnTo>
                  <a:lnTo>
                    <a:pt x="358190" y="31127"/>
                  </a:lnTo>
                  <a:lnTo>
                    <a:pt x="351155" y="53047"/>
                  </a:lnTo>
                  <a:lnTo>
                    <a:pt x="351624" y="62560"/>
                  </a:lnTo>
                  <a:lnTo>
                    <a:pt x="352958" y="73139"/>
                  </a:lnTo>
                  <a:lnTo>
                    <a:pt x="355104" y="83273"/>
                  </a:lnTo>
                  <a:lnTo>
                    <a:pt x="357949" y="91452"/>
                  </a:lnTo>
                  <a:lnTo>
                    <a:pt x="353606" y="95084"/>
                  </a:lnTo>
                  <a:lnTo>
                    <a:pt x="350761" y="100520"/>
                  </a:lnTo>
                  <a:lnTo>
                    <a:pt x="350761" y="259092"/>
                  </a:lnTo>
                  <a:lnTo>
                    <a:pt x="390169" y="259092"/>
                  </a:lnTo>
                  <a:lnTo>
                    <a:pt x="390169" y="100520"/>
                  </a:lnTo>
                  <a:lnTo>
                    <a:pt x="392976" y="95084"/>
                  </a:lnTo>
                  <a:lnTo>
                    <a:pt x="397408" y="91452"/>
                  </a:lnTo>
                  <a:lnTo>
                    <a:pt x="394512" y="83273"/>
                  </a:lnTo>
                  <a:lnTo>
                    <a:pt x="392366" y="73139"/>
                  </a:lnTo>
                  <a:lnTo>
                    <a:pt x="391033" y="62560"/>
                  </a:lnTo>
                  <a:lnTo>
                    <a:pt x="390575" y="53047"/>
                  </a:lnTo>
                  <a:lnTo>
                    <a:pt x="392823" y="40576"/>
                  </a:lnTo>
                  <a:lnTo>
                    <a:pt x="398691" y="29527"/>
                  </a:lnTo>
                  <a:lnTo>
                    <a:pt x="406831" y="20015"/>
                  </a:lnTo>
                  <a:lnTo>
                    <a:pt x="415912" y="12192"/>
                  </a:lnTo>
                  <a:close/>
                </a:path>
              </a:pathLst>
            </a:custGeom>
            <a:solidFill>
              <a:srgbClr val="DFB5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 descr=""/>
            <p:cNvSpPr/>
            <p:nvPr/>
          </p:nvSpPr>
          <p:spPr>
            <a:xfrm>
              <a:off x="14763194" y="5925819"/>
              <a:ext cx="507365" cy="21590"/>
            </a:xfrm>
            <a:custGeom>
              <a:avLst/>
              <a:gdLst/>
              <a:ahLst/>
              <a:cxnLst/>
              <a:rect l="l" t="t" r="r" b="b"/>
              <a:pathLst>
                <a:path w="507365" h="21589">
                  <a:moveTo>
                    <a:pt x="0" y="21507"/>
                  </a:moveTo>
                  <a:lnTo>
                    <a:pt x="507220" y="21507"/>
                  </a:lnTo>
                  <a:lnTo>
                    <a:pt x="507220" y="0"/>
                  </a:lnTo>
                  <a:lnTo>
                    <a:pt x="0" y="0"/>
                  </a:lnTo>
                  <a:lnTo>
                    <a:pt x="0" y="21507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5" name="object 155" descr=""/>
          <p:cNvGrpSpPr/>
          <p:nvPr/>
        </p:nvGrpSpPr>
        <p:grpSpPr>
          <a:xfrm>
            <a:off x="15270424" y="4171754"/>
            <a:ext cx="1038860" cy="1389380"/>
            <a:chOff x="15270424" y="4171754"/>
            <a:chExt cx="1038860" cy="1389380"/>
          </a:xfrm>
        </p:grpSpPr>
        <p:pic>
          <p:nvPicPr>
            <p:cNvPr id="156" name="object 156" descr="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5745277" y="4171754"/>
              <a:ext cx="94625" cy="269224"/>
            </a:xfrm>
            <a:prstGeom prst="rect">
              <a:avLst/>
            </a:prstGeom>
          </p:spPr>
        </p:pic>
        <p:sp>
          <p:nvSpPr>
            <p:cNvPr id="157" name="object 157" descr=""/>
            <p:cNvSpPr/>
            <p:nvPr/>
          </p:nvSpPr>
          <p:spPr>
            <a:xfrm>
              <a:off x="15373007" y="4418094"/>
              <a:ext cx="843915" cy="1019810"/>
            </a:xfrm>
            <a:custGeom>
              <a:avLst/>
              <a:gdLst/>
              <a:ahLst/>
              <a:cxnLst/>
              <a:rect l="l" t="t" r="r" b="b"/>
              <a:pathLst>
                <a:path w="843915" h="1019810">
                  <a:moveTo>
                    <a:pt x="843508" y="690029"/>
                  </a:moveTo>
                  <a:lnTo>
                    <a:pt x="819340" y="690029"/>
                  </a:lnTo>
                  <a:lnTo>
                    <a:pt x="819340" y="647484"/>
                  </a:lnTo>
                  <a:lnTo>
                    <a:pt x="783247" y="647484"/>
                  </a:lnTo>
                  <a:lnTo>
                    <a:pt x="796366" y="590435"/>
                  </a:lnTo>
                  <a:lnTo>
                    <a:pt x="802284" y="533742"/>
                  </a:lnTo>
                  <a:lnTo>
                    <a:pt x="803224" y="498284"/>
                  </a:lnTo>
                  <a:lnTo>
                    <a:pt x="800239" y="444004"/>
                  </a:lnTo>
                  <a:lnTo>
                    <a:pt x="791667" y="391401"/>
                  </a:lnTo>
                  <a:lnTo>
                    <a:pt x="778052" y="340804"/>
                  </a:lnTo>
                  <a:lnTo>
                    <a:pt x="759929" y="292506"/>
                  </a:lnTo>
                  <a:lnTo>
                    <a:pt x="737857" y="246811"/>
                  </a:lnTo>
                  <a:lnTo>
                    <a:pt x="712381" y="204025"/>
                  </a:lnTo>
                  <a:lnTo>
                    <a:pt x="684034" y="164452"/>
                  </a:lnTo>
                  <a:lnTo>
                    <a:pt x="653376" y="128384"/>
                  </a:lnTo>
                  <a:lnTo>
                    <a:pt x="620941" y="96151"/>
                  </a:lnTo>
                  <a:lnTo>
                    <a:pt x="587286" y="68033"/>
                  </a:lnTo>
                  <a:lnTo>
                    <a:pt x="552958" y="44348"/>
                  </a:lnTo>
                  <a:lnTo>
                    <a:pt x="518502" y="25400"/>
                  </a:lnTo>
                  <a:lnTo>
                    <a:pt x="451383" y="2921"/>
                  </a:lnTo>
                  <a:lnTo>
                    <a:pt x="419811" y="0"/>
                  </a:lnTo>
                  <a:lnTo>
                    <a:pt x="419430" y="50"/>
                  </a:lnTo>
                  <a:lnTo>
                    <a:pt x="419049" y="0"/>
                  </a:lnTo>
                  <a:lnTo>
                    <a:pt x="411695" y="914"/>
                  </a:lnTo>
                  <a:lnTo>
                    <a:pt x="380885" y="4330"/>
                  </a:lnTo>
                  <a:lnTo>
                    <a:pt x="339928" y="16992"/>
                  </a:lnTo>
                  <a:lnTo>
                    <a:pt x="297929" y="37414"/>
                  </a:lnTo>
                  <a:lnTo>
                    <a:pt x="255879" y="65062"/>
                  </a:lnTo>
                  <a:lnTo>
                    <a:pt x="214757" y="99364"/>
                  </a:lnTo>
                  <a:lnTo>
                    <a:pt x="175552" y="139801"/>
                  </a:lnTo>
                  <a:lnTo>
                    <a:pt x="139255" y="185813"/>
                  </a:lnTo>
                  <a:lnTo>
                    <a:pt x="106845" y="236842"/>
                  </a:lnTo>
                  <a:lnTo>
                    <a:pt x="82943" y="284048"/>
                  </a:lnTo>
                  <a:lnTo>
                    <a:pt x="63296" y="334111"/>
                  </a:lnTo>
                  <a:lnTo>
                    <a:pt x="48501" y="386715"/>
                  </a:lnTo>
                  <a:lnTo>
                    <a:pt x="39166" y="441553"/>
                  </a:lnTo>
                  <a:lnTo>
                    <a:pt x="35928" y="498284"/>
                  </a:lnTo>
                  <a:lnTo>
                    <a:pt x="38506" y="554697"/>
                  </a:lnTo>
                  <a:lnTo>
                    <a:pt x="46050" y="606094"/>
                  </a:lnTo>
                  <a:lnTo>
                    <a:pt x="56921" y="647484"/>
                  </a:lnTo>
                  <a:lnTo>
                    <a:pt x="19862" y="647484"/>
                  </a:lnTo>
                  <a:lnTo>
                    <a:pt x="19862" y="690029"/>
                  </a:lnTo>
                  <a:lnTo>
                    <a:pt x="0" y="690029"/>
                  </a:lnTo>
                  <a:lnTo>
                    <a:pt x="0" y="756018"/>
                  </a:lnTo>
                  <a:lnTo>
                    <a:pt x="26670" y="756018"/>
                  </a:lnTo>
                  <a:lnTo>
                    <a:pt x="26670" y="1019695"/>
                  </a:lnTo>
                  <a:lnTo>
                    <a:pt x="816813" y="1019695"/>
                  </a:lnTo>
                  <a:lnTo>
                    <a:pt x="816813" y="756018"/>
                  </a:lnTo>
                  <a:lnTo>
                    <a:pt x="843508" y="756018"/>
                  </a:lnTo>
                  <a:lnTo>
                    <a:pt x="843508" y="690029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 descr=""/>
            <p:cNvSpPr/>
            <p:nvPr/>
          </p:nvSpPr>
          <p:spPr>
            <a:xfrm>
              <a:off x="15418244" y="5205875"/>
              <a:ext cx="748665" cy="138430"/>
            </a:xfrm>
            <a:custGeom>
              <a:avLst/>
              <a:gdLst/>
              <a:ahLst/>
              <a:cxnLst/>
              <a:rect l="l" t="t" r="r" b="b"/>
              <a:pathLst>
                <a:path w="748665" h="138429">
                  <a:moveTo>
                    <a:pt x="53632" y="26822"/>
                  </a:moveTo>
                  <a:lnTo>
                    <a:pt x="51523" y="16383"/>
                  </a:lnTo>
                  <a:lnTo>
                    <a:pt x="45783" y="7861"/>
                  </a:lnTo>
                  <a:lnTo>
                    <a:pt x="37261" y="2108"/>
                  </a:lnTo>
                  <a:lnTo>
                    <a:pt x="26822" y="0"/>
                  </a:lnTo>
                  <a:lnTo>
                    <a:pt x="16383" y="2108"/>
                  </a:lnTo>
                  <a:lnTo>
                    <a:pt x="7861" y="7861"/>
                  </a:lnTo>
                  <a:lnTo>
                    <a:pt x="2108" y="16383"/>
                  </a:lnTo>
                  <a:lnTo>
                    <a:pt x="0" y="26822"/>
                  </a:lnTo>
                  <a:lnTo>
                    <a:pt x="0" y="138188"/>
                  </a:lnTo>
                  <a:lnTo>
                    <a:pt x="53632" y="138188"/>
                  </a:lnTo>
                  <a:lnTo>
                    <a:pt x="53632" y="26822"/>
                  </a:lnTo>
                  <a:close/>
                </a:path>
                <a:path w="748665" h="138429">
                  <a:moveTo>
                    <a:pt x="130251" y="26822"/>
                  </a:moveTo>
                  <a:lnTo>
                    <a:pt x="128143" y="16383"/>
                  </a:lnTo>
                  <a:lnTo>
                    <a:pt x="122402" y="7861"/>
                  </a:lnTo>
                  <a:lnTo>
                    <a:pt x="113880" y="2108"/>
                  </a:lnTo>
                  <a:lnTo>
                    <a:pt x="103441" y="0"/>
                  </a:lnTo>
                  <a:lnTo>
                    <a:pt x="92989" y="2108"/>
                  </a:lnTo>
                  <a:lnTo>
                    <a:pt x="84467" y="7861"/>
                  </a:lnTo>
                  <a:lnTo>
                    <a:pt x="78714" y="16383"/>
                  </a:lnTo>
                  <a:lnTo>
                    <a:pt x="76606" y="26822"/>
                  </a:lnTo>
                  <a:lnTo>
                    <a:pt x="76606" y="138188"/>
                  </a:lnTo>
                  <a:lnTo>
                    <a:pt x="130251" y="138188"/>
                  </a:lnTo>
                  <a:lnTo>
                    <a:pt x="130251" y="26822"/>
                  </a:lnTo>
                  <a:close/>
                </a:path>
                <a:path w="748665" h="138429">
                  <a:moveTo>
                    <a:pt x="207556" y="26822"/>
                  </a:moveTo>
                  <a:lnTo>
                    <a:pt x="205447" y="16383"/>
                  </a:lnTo>
                  <a:lnTo>
                    <a:pt x="199707" y="7861"/>
                  </a:lnTo>
                  <a:lnTo>
                    <a:pt x="191173" y="2108"/>
                  </a:lnTo>
                  <a:lnTo>
                    <a:pt x="180733" y="0"/>
                  </a:lnTo>
                  <a:lnTo>
                    <a:pt x="170294" y="2108"/>
                  </a:lnTo>
                  <a:lnTo>
                    <a:pt x="161772" y="7861"/>
                  </a:lnTo>
                  <a:lnTo>
                    <a:pt x="156032" y="16383"/>
                  </a:lnTo>
                  <a:lnTo>
                    <a:pt x="153924" y="26822"/>
                  </a:lnTo>
                  <a:lnTo>
                    <a:pt x="153924" y="138188"/>
                  </a:lnTo>
                  <a:lnTo>
                    <a:pt x="207556" y="138188"/>
                  </a:lnTo>
                  <a:lnTo>
                    <a:pt x="207556" y="26822"/>
                  </a:lnTo>
                  <a:close/>
                </a:path>
                <a:path w="748665" h="138429">
                  <a:moveTo>
                    <a:pt x="284848" y="26822"/>
                  </a:moveTo>
                  <a:lnTo>
                    <a:pt x="282752" y="16383"/>
                  </a:lnTo>
                  <a:lnTo>
                    <a:pt x="276999" y="7861"/>
                  </a:lnTo>
                  <a:lnTo>
                    <a:pt x="268478" y="2108"/>
                  </a:lnTo>
                  <a:lnTo>
                    <a:pt x="258038" y="0"/>
                  </a:lnTo>
                  <a:lnTo>
                    <a:pt x="247599" y="2108"/>
                  </a:lnTo>
                  <a:lnTo>
                    <a:pt x="239077" y="7861"/>
                  </a:lnTo>
                  <a:lnTo>
                    <a:pt x="233324" y="16383"/>
                  </a:lnTo>
                  <a:lnTo>
                    <a:pt x="231216" y="26822"/>
                  </a:lnTo>
                  <a:lnTo>
                    <a:pt x="231216" y="138188"/>
                  </a:lnTo>
                  <a:lnTo>
                    <a:pt x="284848" y="138188"/>
                  </a:lnTo>
                  <a:lnTo>
                    <a:pt x="284848" y="26822"/>
                  </a:lnTo>
                  <a:close/>
                </a:path>
                <a:path w="748665" h="138429">
                  <a:moveTo>
                    <a:pt x="362165" y="26822"/>
                  </a:moveTo>
                  <a:lnTo>
                    <a:pt x="360057" y="16383"/>
                  </a:lnTo>
                  <a:lnTo>
                    <a:pt x="354304" y="7861"/>
                  </a:lnTo>
                  <a:lnTo>
                    <a:pt x="345782" y="2108"/>
                  </a:lnTo>
                  <a:lnTo>
                    <a:pt x="335343" y="0"/>
                  </a:lnTo>
                  <a:lnTo>
                    <a:pt x="324904" y="2108"/>
                  </a:lnTo>
                  <a:lnTo>
                    <a:pt x="316369" y="7861"/>
                  </a:lnTo>
                  <a:lnTo>
                    <a:pt x="310629" y="16383"/>
                  </a:lnTo>
                  <a:lnTo>
                    <a:pt x="308521" y="26822"/>
                  </a:lnTo>
                  <a:lnTo>
                    <a:pt x="308521" y="138188"/>
                  </a:lnTo>
                  <a:lnTo>
                    <a:pt x="362165" y="138188"/>
                  </a:lnTo>
                  <a:lnTo>
                    <a:pt x="362165" y="26822"/>
                  </a:lnTo>
                  <a:close/>
                </a:path>
                <a:path w="748665" h="138429">
                  <a:moveTo>
                    <a:pt x="439458" y="26822"/>
                  </a:moveTo>
                  <a:lnTo>
                    <a:pt x="437349" y="16383"/>
                  </a:lnTo>
                  <a:lnTo>
                    <a:pt x="431609" y="7861"/>
                  </a:lnTo>
                  <a:lnTo>
                    <a:pt x="423087" y="2108"/>
                  </a:lnTo>
                  <a:lnTo>
                    <a:pt x="412635" y="0"/>
                  </a:lnTo>
                  <a:lnTo>
                    <a:pt x="402196" y="2108"/>
                  </a:lnTo>
                  <a:lnTo>
                    <a:pt x="393674" y="7861"/>
                  </a:lnTo>
                  <a:lnTo>
                    <a:pt x="387934" y="16383"/>
                  </a:lnTo>
                  <a:lnTo>
                    <a:pt x="385826" y="26822"/>
                  </a:lnTo>
                  <a:lnTo>
                    <a:pt x="385826" y="138188"/>
                  </a:lnTo>
                  <a:lnTo>
                    <a:pt x="439458" y="138188"/>
                  </a:lnTo>
                  <a:lnTo>
                    <a:pt x="439458" y="26822"/>
                  </a:lnTo>
                  <a:close/>
                </a:path>
                <a:path w="748665" h="138429">
                  <a:moveTo>
                    <a:pt x="516763" y="26822"/>
                  </a:moveTo>
                  <a:lnTo>
                    <a:pt x="514654" y="16383"/>
                  </a:lnTo>
                  <a:lnTo>
                    <a:pt x="508914" y="7861"/>
                  </a:lnTo>
                  <a:lnTo>
                    <a:pt x="500380" y="2108"/>
                  </a:lnTo>
                  <a:lnTo>
                    <a:pt x="489940" y="0"/>
                  </a:lnTo>
                  <a:lnTo>
                    <a:pt x="479501" y="2108"/>
                  </a:lnTo>
                  <a:lnTo>
                    <a:pt x="470979" y="7861"/>
                  </a:lnTo>
                  <a:lnTo>
                    <a:pt x="465226" y="16383"/>
                  </a:lnTo>
                  <a:lnTo>
                    <a:pt x="463118" y="26822"/>
                  </a:lnTo>
                  <a:lnTo>
                    <a:pt x="463118" y="138188"/>
                  </a:lnTo>
                  <a:lnTo>
                    <a:pt x="516763" y="138188"/>
                  </a:lnTo>
                  <a:lnTo>
                    <a:pt x="516763" y="26822"/>
                  </a:lnTo>
                  <a:close/>
                </a:path>
                <a:path w="748665" h="138429">
                  <a:moveTo>
                    <a:pt x="594067" y="26822"/>
                  </a:moveTo>
                  <a:lnTo>
                    <a:pt x="591959" y="16383"/>
                  </a:lnTo>
                  <a:lnTo>
                    <a:pt x="586206" y="7861"/>
                  </a:lnTo>
                  <a:lnTo>
                    <a:pt x="577684" y="2108"/>
                  </a:lnTo>
                  <a:lnTo>
                    <a:pt x="567245" y="0"/>
                  </a:lnTo>
                  <a:lnTo>
                    <a:pt x="556806" y="2108"/>
                  </a:lnTo>
                  <a:lnTo>
                    <a:pt x="548284" y="7861"/>
                  </a:lnTo>
                  <a:lnTo>
                    <a:pt x="542531" y="16383"/>
                  </a:lnTo>
                  <a:lnTo>
                    <a:pt x="540435" y="26822"/>
                  </a:lnTo>
                  <a:lnTo>
                    <a:pt x="540435" y="138188"/>
                  </a:lnTo>
                  <a:lnTo>
                    <a:pt x="594067" y="138188"/>
                  </a:lnTo>
                  <a:lnTo>
                    <a:pt x="594067" y="26822"/>
                  </a:lnTo>
                  <a:close/>
                </a:path>
                <a:path w="748665" h="138429">
                  <a:moveTo>
                    <a:pt x="671360" y="26822"/>
                  </a:moveTo>
                  <a:lnTo>
                    <a:pt x="669251" y="16383"/>
                  </a:lnTo>
                  <a:lnTo>
                    <a:pt x="663511" y="7861"/>
                  </a:lnTo>
                  <a:lnTo>
                    <a:pt x="654989" y="2108"/>
                  </a:lnTo>
                  <a:lnTo>
                    <a:pt x="644550" y="0"/>
                  </a:lnTo>
                  <a:lnTo>
                    <a:pt x="634111" y="2108"/>
                  </a:lnTo>
                  <a:lnTo>
                    <a:pt x="625589" y="7861"/>
                  </a:lnTo>
                  <a:lnTo>
                    <a:pt x="619836" y="16383"/>
                  </a:lnTo>
                  <a:lnTo>
                    <a:pt x="617728" y="26822"/>
                  </a:lnTo>
                  <a:lnTo>
                    <a:pt x="617728" y="138188"/>
                  </a:lnTo>
                  <a:lnTo>
                    <a:pt x="671360" y="138188"/>
                  </a:lnTo>
                  <a:lnTo>
                    <a:pt x="671360" y="26822"/>
                  </a:lnTo>
                  <a:close/>
                </a:path>
                <a:path w="748665" h="138429">
                  <a:moveTo>
                    <a:pt x="748665" y="26822"/>
                  </a:moveTo>
                  <a:lnTo>
                    <a:pt x="746556" y="16383"/>
                  </a:lnTo>
                  <a:lnTo>
                    <a:pt x="740816" y="7861"/>
                  </a:lnTo>
                  <a:lnTo>
                    <a:pt x="732294" y="2108"/>
                  </a:lnTo>
                  <a:lnTo>
                    <a:pt x="721855" y="0"/>
                  </a:lnTo>
                  <a:lnTo>
                    <a:pt x="711403" y="2108"/>
                  </a:lnTo>
                  <a:lnTo>
                    <a:pt x="702881" y="7861"/>
                  </a:lnTo>
                  <a:lnTo>
                    <a:pt x="697141" y="16383"/>
                  </a:lnTo>
                  <a:lnTo>
                    <a:pt x="695032" y="26822"/>
                  </a:lnTo>
                  <a:lnTo>
                    <a:pt x="695032" y="138188"/>
                  </a:lnTo>
                  <a:lnTo>
                    <a:pt x="748665" y="138188"/>
                  </a:lnTo>
                  <a:lnTo>
                    <a:pt x="748665" y="26822"/>
                  </a:lnTo>
                  <a:close/>
                </a:path>
              </a:pathLst>
            </a:custGeom>
            <a:solidFill>
              <a:srgbClr val="DFB5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 descr=""/>
            <p:cNvSpPr/>
            <p:nvPr/>
          </p:nvSpPr>
          <p:spPr>
            <a:xfrm>
              <a:off x="15666977" y="5108116"/>
              <a:ext cx="549910" cy="29845"/>
            </a:xfrm>
            <a:custGeom>
              <a:avLst/>
              <a:gdLst/>
              <a:ahLst/>
              <a:cxnLst/>
              <a:rect l="l" t="t" r="r" b="b"/>
              <a:pathLst>
                <a:path w="549909" h="29845">
                  <a:moveTo>
                    <a:pt x="549543" y="0"/>
                  </a:moveTo>
                  <a:lnTo>
                    <a:pt x="0" y="0"/>
                  </a:lnTo>
                  <a:lnTo>
                    <a:pt x="0" y="29684"/>
                  </a:lnTo>
                  <a:lnTo>
                    <a:pt x="549543" y="29684"/>
                  </a:lnTo>
                  <a:lnTo>
                    <a:pt x="549543" y="0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 descr=""/>
            <p:cNvSpPr/>
            <p:nvPr/>
          </p:nvSpPr>
          <p:spPr>
            <a:xfrm>
              <a:off x="15395394" y="5174104"/>
              <a:ext cx="795020" cy="17780"/>
            </a:xfrm>
            <a:custGeom>
              <a:avLst/>
              <a:gdLst/>
              <a:ahLst/>
              <a:cxnLst/>
              <a:rect l="l" t="t" r="r" b="b"/>
              <a:pathLst>
                <a:path w="795019" h="17779">
                  <a:moveTo>
                    <a:pt x="794436" y="0"/>
                  </a:moveTo>
                  <a:lnTo>
                    <a:pt x="0" y="0"/>
                  </a:lnTo>
                  <a:lnTo>
                    <a:pt x="0" y="17528"/>
                  </a:lnTo>
                  <a:lnTo>
                    <a:pt x="794436" y="17528"/>
                  </a:lnTo>
                  <a:lnTo>
                    <a:pt x="794436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 descr=""/>
            <p:cNvSpPr/>
            <p:nvPr/>
          </p:nvSpPr>
          <p:spPr>
            <a:xfrm>
              <a:off x="15383687" y="5266924"/>
              <a:ext cx="925830" cy="293370"/>
            </a:xfrm>
            <a:custGeom>
              <a:avLst/>
              <a:gdLst/>
              <a:ahLst/>
              <a:cxnLst/>
              <a:rect l="l" t="t" r="r" b="b"/>
              <a:pathLst>
                <a:path w="925830" h="293370">
                  <a:moveTo>
                    <a:pt x="815200" y="153568"/>
                  </a:moveTo>
                  <a:lnTo>
                    <a:pt x="0" y="153568"/>
                  </a:lnTo>
                  <a:lnTo>
                    <a:pt x="0" y="293014"/>
                  </a:lnTo>
                  <a:lnTo>
                    <a:pt x="815200" y="293014"/>
                  </a:lnTo>
                  <a:lnTo>
                    <a:pt x="815200" y="153568"/>
                  </a:lnTo>
                  <a:close/>
                </a:path>
                <a:path w="925830" h="293370">
                  <a:moveTo>
                    <a:pt x="925271" y="119634"/>
                  </a:moveTo>
                  <a:lnTo>
                    <a:pt x="922324" y="119634"/>
                  </a:lnTo>
                  <a:lnTo>
                    <a:pt x="924267" y="108140"/>
                  </a:lnTo>
                  <a:lnTo>
                    <a:pt x="924039" y="102285"/>
                  </a:lnTo>
                  <a:lnTo>
                    <a:pt x="918768" y="78587"/>
                  </a:lnTo>
                  <a:lnTo>
                    <a:pt x="907427" y="58648"/>
                  </a:lnTo>
                  <a:lnTo>
                    <a:pt x="891451" y="44894"/>
                  </a:lnTo>
                  <a:lnTo>
                    <a:pt x="877189" y="41097"/>
                  </a:lnTo>
                  <a:lnTo>
                    <a:pt x="878636" y="41097"/>
                  </a:lnTo>
                  <a:lnTo>
                    <a:pt x="878636" y="35877"/>
                  </a:lnTo>
                  <a:lnTo>
                    <a:pt x="877849" y="35090"/>
                  </a:lnTo>
                  <a:lnTo>
                    <a:pt x="874966" y="35090"/>
                  </a:lnTo>
                  <a:lnTo>
                    <a:pt x="874966" y="23660"/>
                  </a:lnTo>
                  <a:lnTo>
                    <a:pt x="874191" y="22885"/>
                  </a:lnTo>
                  <a:lnTo>
                    <a:pt x="873836" y="22885"/>
                  </a:lnTo>
                  <a:lnTo>
                    <a:pt x="873836" y="11963"/>
                  </a:lnTo>
                  <a:lnTo>
                    <a:pt x="873277" y="11404"/>
                  </a:lnTo>
                  <a:lnTo>
                    <a:pt x="873277" y="457"/>
                  </a:lnTo>
                  <a:lnTo>
                    <a:pt x="872807" y="0"/>
                  </a:lnTo>
                  <a:lnTo>
                    <a:pt x="872236" y="0"/>
                  </a:lnTo>
                  <a:lnTo>
                    <a:pt x="871664" y="0"/>
                  </a:lnTo>
                  <a:lnTo>
                    <a:pt x="871194" y="457"/>
                  </a:lnTo>
                  <a:lnTo>
                    <a:pt x="871194" y="11404"/>
                  </a:lnTo>
                  <a:lnTo>
                    <a:pt x="870635" y="11963"/>
                  </a:lnTo>
                  <a:lnTo>
                    <a:pt x="870635" y="22885"/>
                  </a:lnTo>
                  <a:lnTo>
                    <a:pt x="870280" y="22885"/>
                  </a:lnTo>
                  <a:lnTo>
                    <a:pt x="869505" y="23660"/>
                  </a:lnTo>
                  <a:lnTo>
                    <a:pt x="869505" y="35090"/>
                  </a:lnTo>
                  <a:lnTo>
                    <a:pt x="867587" y="35090"/>
                  </a:lnTo>
                  <a:lnTo>
                    <a:pt x="866622" y="35090"/>
                  </a:lnTo>
                  <a:lnTo>
                    <a:pt x="865835" y="35877"/>
                  </a:lnTo>
                  <a:lnTo>
                    <a:pt x="865835" y="40551"/>
                  </a:lnTo>
                  <a:lnTo>
                    <a:pt x="863422" y="40830"/>
                  </a:lnTo>
                  <a:lnTo>
                    <a:pt x="832027" y="65798"/>
                  </a:lnTo>
                  <a:lnTo>
                    <a:pt x="820229" y="108140"/>
                  </a:lnTo>
                  <a:lnTo>
                    <a:pt x="820496" y="111264"/>
                  </a:lnTo>
                  <a:lnTo>
                    <a:pt x="820305" y="111379"/>
                  </a:lnTo>
                  <a:lnTo>
                    <a:pt x="821182" y="119634"/>
                  </a:lnTo>
                  <a:lnTo>
                    <a:pt x="819200" y="119634"/>
                  </a:lnTo>
                  <a:lnTo>
                    <a:pt x="819200" y="132905"/>
                  </a:lnTo>
                  <a:lnTo>
                    <a:pt x="822553" y="132905"/>
                  </a:lnTo>
                  <a:lnTo>
                    <a:pt x="822553" y="134607"/>
                  </a:lnTo>
                  <a:lnTo>
                    <a:pt x="822553" y="161213"/>
                  </a:lnTo>
                  <a:lnTo>
                    <a:pt x="848118" y="161213"/>
                  </a:lnTo>
                  <a:lnTo>
                    <a:pt x="849388" y="162090"/>
                  </a:lnTo>
                  <a:lnTo>
                    <a:pt x="860323" y="166255"/>
                  </a:lnTo>
                  <a:lnTo>
                    <a:pt x="872236" y="167703"/>
                  </a:lnTo>
                  <a:lnTo>
                    <a:pt x="892492" y="163360"/>
                  </a:lnTo>
                  <a:lnTo>
                    <a:pt x="895400" y="161213"/>
                  </a:lnTo>
                  <a:lnTo>
                    <a:pt x="921918" y="161213"/>
                  </a:lnTo>
                  <a:lnTo>
                    <a:pt x="921918" y="134607"/>
                  </a:lnTo>
                  <a:lnTo>
                    <a:pt x="921918" y="132905"/>
                  </a:lnTo>
                  <a:lnTo>
                    <a:pt x="925271" y="132905"/>
                  </a:lnTo>
                  <a:lnTo>
                    <a:pt x="925271" y="119634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 descr=""/>
            <p:cNvSpPr/>
            <p:nvPr/>
          </p:nvSpPr>
          <p:spPr>
            <a:xfrm>
              <a:off x="16216960" y="5407081"/>
              <a:ext cx="65405" cy="21590"/>
            </a:xfrm>
            <a:custGeom>
              <a:avLst/>
              <a:gdLst/>
              <a:ahLst/>
              <a:cxnLst/>
              <a:rect l="l" t="t" r="r" b="b"/>
              <a:pathLst>
                <a:path w="65405" h="21589">
                  <a:moveTo>
                    <a:pt x="9626" y="1803"/>
                  </a:moveTo>
                  <a:lnTo>
                    <a:pt x="7823" y="0"/>
                  </a:lnTo>
                  <a:lnTo>
                    <a:pt x="4025" y="0"/>
                  </a:lnTo>
                  <a:lnTo>
                    <a:pt x="1803" y="0"/>
                  </a:lnTo>
                  <a:lnTo>
                    <a:pt x="0" y="1803"/>
                  </a:lnTo>
                  <a:lnTo>
                    <a:pt x="0" y="21069"/>
                  </a:lnTo>
                  <a:lnTo>
                    <a:pt x="9626" y="21069"/>
                  </a:lnTo>
                  <a:lnTo>
                    <a:pt x="9626" y="1803"/>
                  </a:lnTo>
                  <a:close/>
                </a:path>
                <a:path w="65405" h="21589">
                  <a:moveTo>
                    <a:pt x="23533" y="1803"/>
                  </a:moveTo>
                  <a:lnTo>
                    <a:pt x="21717" y="0"/>
                  </a:lnTo>
                  <a:lnTo>
                    <a:pt x="17919" y="0"/>
                  </a:lnTo>
                  <a:lnTo>
                    <a:pt x="15684" y="0"/>
                  </a:lnTo>
                  <a:lnTo>
                    <a:pt x="13881" y="1803"/>
                  </a:lnTo>
                  <a:lnTo>
                    <a:pt x="13881" y="21069"/>
                  </a:lnTo>
                  <a:lnTo>
                    <a:pt x="23533" y="21069"/>
                  </a:lnTo>
                  <a:lnTo>
                    <a:pt x="23533" y="1803"/>
                  </a:lnTo>
                  <a:close/>
                </a:path>
                <a:path w="65405" h="21589">
                  <a:moveTo>
                    <a:pt x="37426" y="1803"/>
                  </a:moveTo>
                  <a:lnTo>
                    <a:pt x="35610" y="0"/>
                  </a:lnTo>
                  <a:lnTo>
                    <a:pt x="31813" y="0"/>
                  </a:lnTo>
                  <a:lnTo>
                    <a:pt x="29578" y="0"/>
                  </a:lnTo>
                  <a:lnTo>
                    <a:pt x="27774" y="1803"/>
                  </a:lnTo>
                  <a:lnTo>
                    <a:pt x="27774" y="21069"/>
                  </a:lnTo>
                  <a:lnTo>
                    <a:pt x="37426" y="21069"/>
                  </a:lnTo>
                  <a:lnTo>
                    <a:pt x="37426" y="1803"/>
                  </a:lnTo>
                  <a:close/>
                </a:path>
                <a:path w="65405" h="21589">
                  <a:moveTo>
                    <a:pt x="51308" y="1803"/>
                  </a:moveTo>
                  <a:lnTo>
                    <a:pt x="49504" y="0"/>
                  </a:lnTo>
                  <a:lnTo>
                    <a:pt x="45694" y="0"/>
                  </a:lnTo>
                  <a:lnTo>
                    <a:pt x="43472" y="0"/>
                  </a:lnTo>
                  <a:lnTo>
                    <a:pt x="41668" y="1803"/>
                  </a:lnTo>
                  <a:lnTo>
                    <a:pt x="41668" y="21069"/>
                  </a:lnTo>
                  <a:lnTo>
                    <a:pt x="51308" y="21069"/>
                  </a:lnTo>
                  <a:lnTo>
                    <a:pt x="51308" y="1803"/>
                  </a:lnTo>
                  <a:close/>
                </a:path>
                <a:path w="65405" h="21589">
                  <a:moveTo>
                    <a:pt x="65201" y="1803"/>
                  </a:moveTo>
                  <a:lnTo>
                    <a:pt x="63398" y="0"/>
                  </a:lnTo>
                  <a:lnTo>
                    <a:pt x="59588" y="0"/>
                  </a:lnTo>
                  <a:lnTo>
                    <a:pt x="57365" y="0"/>
                  </a:lnTo>
                  <a:lnTo>
                    <a:pt x="55562" y="1803"/>
                  </a:lnTo>
                  <a:lnTo>
                    <a:pt x="55562" y="21069"/>
                  </a:lnTo>
                  <a:lnTo>
                    <a:pt x="65201" y="21069"/>
                  </a:lnTo>
                  <a:lnTo>
                    <a:pt x="65201" y="1803"/>
                  </a:lnTo>
                  <a:close/>
                </a:path>
              </a:pathLst>
            </a:custGeom>
            <a:solidFill>
              <a:srgbClr val="DFB5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 descr=""/>
            <p:cNvSpPr/>
            <p:nvPr/>
          </p:nvSpPr>
          <p:spPr>
            <a:xfrm>
              <a:off x="16198875" y="5386558"/>
              <a:ext cx="110489" cy="173990"/>
            </a:xfrm>
            <a:custGeom>
              <a:avLst/>
              <a:gdLst/>
              <a:ahLst/>
              <a:cxnLst/>
              <a:rect l="l" t="t" r="r" b="b"/>
              <a:pathLst>
                <a:path w="110490" h="173989">
                  <a:moveTo>
                    <a:pt x="87350" y="33934"/>
                  </a:moveTo>
                  <a:lnTo>
                    <a:pt x="0" y="33934"/>
                  </a:lnTo>
                  <a:lnTo>
                    <a:pt x="0" y="173570"/>
                  </a:lnTo>
                  <a:lnTo>
                    <a:pt x="87350" y="173570"/>
                  </a:lnTo>
                  <a:lnTo>
                    <a:pt x="87350" y="33934"/>
                  </a:lnTo>
                  <a:close/>
                </a:path>
                <a:path w="110490" h="173989">
                  <a:moveTo>
                    <a:pt x="106730" y="13271"/>
                  </a:moveTo>
                  <a:lnTo>
                    <a:pt x="6832" y="13271"/>
                  </a:lnTo>
                  <a:lnTo>
                    <a:pt x="6832" y="14973"/>
                  </a:lnTo>
                  <a:lnTo>
                    <a:pt x="6832" y="15748"/>
                  </a:lnTo>
                  <a:lnTo>
                    <a:pt x="106730" y="15748"/>
                  </a:lnTo>
                  <a:lnTo>
                    <a:pt x="106730" y="14973"/>
                  </a:lnTo>
                  <a:lnTo>
                    <a:pt x="106730" y="13271"/>
                  </a:lnTo>
                  <a:close/>
                </a:path>
                <a:path w="110490" h="173989">
                  <a:moveTo>
                    <a:pt x="110083" y="0"/>
                  </a:moveTo>
                  <a:lnTo>
                    <a:pt x="40982" y="0"/>
                  </a:lnTo>
                  <a:lnTo>
                    <a:pt x="40982" y="4216"/>
                  </a:lnTo>
                  <a:lnTo>
                    <a:pt x="110083" y="4216"/>
                  </a:lnTo>
                  <a:lnTo>
                    <a:pt x="110083" y="0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 descr=""/>
            <p:cNvSpPr/>
            <p:nvPr/>
          </p:nvSpPr>
          <p:spPr>
            <a:xfrm>
              <a:off x="16237221" y="5461136"/>
              <a:ext cx="35560" cy="99060"/>
            </a:xfrm>
            <a:custGeom>
              <a:avLst/>
              <a:gdLst/>
              <a:ahLst/>
              <a:cxnLst/>
              <a:rect l="l" t="t" r="r" b="b"/>
              <a:pathLst>
                <a:path w="35559" h="99060">
                  <a:moveTo>
                    <a:pt x="27402" y="0"/>
                  </a:moveTo>
                  <a:lnTo>
                    <a:pt x="17653" y="0"/>
                  </a:lnTo>
                  <a:lnTo>
                    <a:pt x="7905" y="0"/>
                  </a:lnTo>
                  <a:lnTo>
                    <a:pt x="0" y="7905"/>
                  </a:lnTo>
                  <a:lnTo>
                    <a:pt x="0" y="98981"/>
                  </a:lnTo>
                  <a:lnTo>
                    <a:pt x="35307" y="98981"/>
                  </a:lnTo>
                  <a:lnTo>
                    <a:pt x="35307" y="7905"/>
                  </a:lnTo>
                  <a:lnTo>
                    <a:pt x="27402" y="0"/>
                  </a:lnTo>
                  <a:close/>
                </a:path>
              </a:pathLst>
            </a:custGeom>
            <a:solidFill>
              <a:srgbClr val="DFB59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65" name="object 165" descr="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5270424" y="5267374"/>
              <a:ext cx="114122" cy="293209"/>
            </a:xfrm>
            <a:prstGeom prst="rect">
              <a:avLst/>
            </a:prstGeom>
          </p:spPr>
        </p:pic>
        <p:sp>
          <p:nvSpPr>
            <p:cNvPr id="166" name="object 166" descr=""/>
            <p:cNvSpPr/>
            <p:nvPr/>
          </p:nvSpPr>
          <p:spPr>
            <a:xfrm>
              <a:off x="15456547" y="5460675"/>
              <a:ext cx="675005" cy="99695"/>
            </a:xfrm>
            <a:custGeom>
              <a:avLst/>
              <a:gdLst/>
              <a:ahLst/>
              <a:cxnLst/>
              <a:rect l="l" t="t" r="r" b="b"/>
              <a:pathLst>
                <a:path w="675005" h="99695">
                  <a:moveTo>
                    <a:pt x="35661" y="7899"/>
                  </a:moveTo>
                  <a:lnTo>
                    <a:pt x="27749" y="0"/>
                  </a:lnTo>
                  <a:lnTo>
                    <a:pt x="18008" y="0"/>
                  </a:lnTo>
                  <a:lnTo>
                    <a:pt x="8255" y="0"/>
                  </a:lnTo>
                  <a:lnTo>
                    <a:pt x="355" y="7899"/>
                  </a:lnTo>
                  <a:lnTo>
                    <a:pt x="355" y="8026"/>
                  </a:lnTo>
                  <a:lnTo>
                    <a:pt x="0" y="8369"/>
                  </a:lnTo>
                  <a:lnTo>
                    <a:pt x="0" y="99453"/>
                  </a:lnTo>
                  <a:lnTo>
                    <a:pt x="35306" y="99453"/>
                  </a:lnTo>
                  <a:lnTo>
                    <a:pt x="35306" y="98983"/>
                  </a:lnTo>
                  <a:lnTo>
                    <a:pt x="35661" y="98983"/>
                  </a:lnTo>
                  <a:lnTo>
                    <a:pt x="35661" y="7899"/>
                  </a:lnTo>
                  <a:close/>
                </a:path>
                <a:path w="675005" h="99695">
                  <a:moveTo>
                    <a:pt x="130860" y="7899"/>
                  </a:moveTo>
                  <a:lnTo>
                    <a:pt x="122948" y="0"/>
                  </a:lnTo>
                  <a:lnTo>
                    <a:pt x="113195" y="0"/>
                  </a:lnTo>
                  <a:lnTo>
                    <a:pt x="103454" y="0"/>
                  </a:lnTo>
                  <a:lnTo>
                    <a:pt x="95542" y="7899"/>
                  </a:lnTo>
                  <a:lnTo>
                    <a:pt x="95542" y="98983"/>
                  </a:lnTo>
                  <a:lnTo>
                    <a:pt x="130860" y="98983"/>
                  </a:lnTo>
                  <a:lnTo>
                    <a:pt x="130860" y="7899"/>
                  </a:lnTo>
                  <a:close/>
                </a:path>
                <a:path w="675005" h="99695">
                  <a:moveTo>
                    <a:pt x="226047" y="7899"/>
                  </a:moveTo>
                  <a:lnTo>
                    <a:pt x="218147" y="0"/>
                  </a:lnTo>
                  <a:lnTo>
                    <a:pt x="208394" y="0"/>
                  </a:lnTo>
                  <a:lnTo>
                    <a:pt x="198653" y="0"/>
                  </a:lnTo>
                  <a:lnTo>
                    <a:pt x="190741" y="7899"/>
                  </a:lnTo>
                  <a:lnTo>
                    <a:pt x="190741" y="98983"/>
                  </a:lnTo>
                  <a:lnTo>
                    <a:pt x="226047" y="98983"/>
                  </a:lnTo>
                  <a:lnTo>
                    <a:pt x="226047" y="7899"/>
                  </a:lnTo>
                  <a:close/>
                </a:path>
                <a:path w="675005" h="99695">
                  <a:moveTo>
                    <a:pt x="483984" y="8369"/>
                  </a:moveTo>
                  <a:lnTo>
                    <a:pt x="476084" y="469"/>
                  </a:lnTo>
                  <a:lnTo>
                    <a:pt x="466331" y="469"/>
                  </a:lnTo>
                  <a:lnTo>
                    <a:pt x="456590" y="469"/>
                  </a:lnTo>
                  <a:lnTo>
                    <a:pt x="448678" y="8369"/>
                  </a:lnTo>
                  <a:lnTo>
                    <a:pt x="448678" y="99453"/>
                  </a:lnTo>
                  <a:lnTo>
                    <a:pt x="483984" y="99453"/>
                  </a:lnTo>
                  <a:lnTo>
                    <a:pt x="483984" y="8369"/>
                  </a:lnTo>
                  <a:close/>
                </a:path>
                <a:path w="675005" h="99695">
                  <a:moveTo>
                    <a:pt x="579183" y="8369"/>
                  </a:moveTo>
                  <a:lnTo>
                    <a:pt x="571284" y="469"/>
                  </a:lnTo>
                  <a:lnTo>
                    <a:pt x="561530" y="469"/>
                  </a:lnTo>
                  <a:lnTo>
                    <a:pt x="551776" y="469"/>
                  </a:lnTo>
                  <a:lnTo>
                    <a:pt x="543877" y="8369"/>
                  </a:lnTo>
                  <a:lnTo>
                    <a:pt x="543877" y="99453"/>
                  </a:lnTo>
                  <a:lnTo>
                    <a:pt x="579183" y="99453"/>
                  </a:lnTo>
                  <a:lnTo>
                    <a:pt x="579183" y="8369"/>
                  </a:lnTo>
                  <a:close/>
                </a:path>
                <a:path w="675005" h="99695">
                  <a:moveTo>
                    <a:pt x="674382" y="8369"/>
                  </a:moveTo>
                  <a:lnTo>
                    <a:pt x="666470" y="469"/>
                  </a:lnTo>
                  <a:lnTo>
                    <a:pt x="656729" y="469"/>
                  </a:lnTo>
                  <a:lnTo>
                    <a:pt x="646976" y="469"/>
                  </a:lnTo>
                  <a:lnTo>
                    <a:pt x="639076" y="8369"/>
                  </a:lnTo>
                  <a:lnTo>
                    <a:pt x="639076" y="99453"/>
                  </a:lnTo>
                  <a:lnTo>
                    <a:pt x="674382" y="99453"/>
                  </a:lnTo>
                  <a:lnTo>
                    <a:pt x="674382" y="8369"/>
                  </a:lnTo>
                  <a:close/>
                </a:path>
              </a:pathLst>
            </a:custGeom>
            <a:solidFill>
              <a:srgbClr val="DFB593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7" name="object 167" descr=""/>
          <p:cNvGrpSpPr/>
          <p:nvPr/>
        </p:nvGrpSpPr>
        <p:grpSpPr>
          <a:xfrm>
            <a:off x="15973021" y="5404003"/>
            <a:ext cx="2306955" cy="1686560"/>
            <a:chOff x="15973021" y="5404003"/>
            <a:chExt cx="2306955" cy="1686560"/>
          </a:xfrm>
        </p:grpSpPr>
        <p:sp>
          <p:nvSpPr>
            <p:cNvPr id="168" name="object 168" descr=""/>
            <p:cNvSpPr/>
            <p:nvPr/>
          </p:nvSpPr>
          <p:spPr>
            <a:xfrm>
              <a:off x="16497047" y="5404008"/>
              <a:ext cx="1259205" cy="1686560"/>
            </a:xfrm>
            <a:custGeom>
              <a:avLst/>
              <a:gdLst/>
              <a:ahLst/>
              <a:cxnLst/>
              <a:rect l="l" t="t" r="r" b="b"/>
              <a:pathLst>
                <a:path w="1259205" h="1686559">
                  <a:moveTo>
                    <a:pt x="1258798" y="0"/>
                  </a:moveTo>
                  <a:lnTo>
                    <a:pt x="0" y="0"/>
                  </a:lnTo>
                  <a:lnTo>
                    <a:pt x="0" y="744245"/>
                  </a:lnTo>
                  <a:lnTo>
                    <a:pt x="0" y="1685975"/>
                  </a:lnTo>
                  <a:lnTo>
                    <a:pt x="1258798" y="1685975"/>
                  </a:lnTo>
                  <a:lnTo>
                    <a:pt x="1258798" y="744245"/>
                  </a:lnTo>
                  <a:lnTo>
                    <a:pt x="1258798" y="0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 descr=""/>
            <p:cNvSpPr/>
            <p:nvPr/>
          </p:nvSpPr>
          <p:spPr>
            <a:xfrm>
              <a:off x="16869322" y="5891015"/>
              <a:ext cx="514350" cy="1199515"/>
            </a:xfrm>
            <a:custGeom>
              <a:avLst/>
              <a:gdLst/>
              <a:ahLst/>
              <a:cxnLst/>
              <a:rect l="l" t="t" r="r" b="b"/>
              <a:pathLst>
                <a:path w="514350" h="1199515">
                  <a:moveTo>
                    <a:pt x="514248" y="304736"/>
                  </a:moveTo>
                  <a:lnTo>
                    <a:pt x="506107" y="248526"/>
                  </a:lnTo>
                  <a:lnTo>
                    <a:pt x="484174" y="196215"/>
                  </a:lnTo>
                  <a:lnTo>
                    <a:pt x="452158" y="148513"/>
                  </a:lnTo>
                  <a:lnTo>
                    <a:pt x="413791" y="106159"/>
                  </a:lnTo>
                  <a:lnTo>
                    <a:pt x="372808" y="69875"/>
                  </a:lnTo>
                  <a:lnTo>
                    <a:pt x="332930" y="40398"/>
                  </a:lnTo>
                  <a:lnTo>
                    <a:pt x="297865" y="18440"/>
                  </a:lnTo>
                  <a:lnTo>
                    <a:pt x="257124" y="0"/>
                  </a:lnTo>
                  <a:lnTo>
                    <a:pt x="242887" y="4724"/>
                  </a:lnTo>
                  <a:lnTo>
                    <a:pt x="181317" y="40398"/>
                  </a:lnTo>
                  <a:lnTo>
                    <a:pt x="141439" y="69875"/>
                  </a:lnTo>
                  <a:lnTo>
                    <a:pt x="100457" y="106159"/>
                  </a:lnTo>
                  <a:lnTo>
                    <a:pt x="62090" y="148513"/>
                  </a:lnTo>
                  <a:lnTo>
                    <a:pt x="30086" y="196215"/>
                  </a:lnTo>
                  <a:lnTo>
                    <a:pt x="8140" y="248526"/>
                  </a:lnTo>
                  <a:lnTo>
                    <a:pt x="0" y="304736"/>
                  </a:lnTo>
                  <a:lnTo>
                    <a:pt x="0" y="1198981"/>
                  </a:lnTo>
                  <a:lnTo>
                    <a:pt x="514248" y="1198981"/>
                  </a:lnTo>
                  <a:lnTo>
                    <a:pt x="514248" y="304736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 descr=""/>
            <p:cNvSpPr/>
            <p:nvPr/>
          </p:nvSpPr>
          <p:spPr>
            <a:xfrm>
              <a:off x="15973019" y="5688806"/>
              <a:ext cx="2306955" cy="1401445"/>
            </a:xfrm>
            <a:custGeom>
              <a:avLst/>
              <a:gdLst/>
              <a:ahLst/>
              <a:cxnLst/>
              <a:rect l="l" t="t" r="r" b="b"/>
              <a:pathLst>
                <a:path w="2306955" h="1401445">
                  <a:moveTo>
                    <a:pt x="524027" y="21450"/>
                  </a:moveTo>
                  <a:lnTo>
                    <a:pt x="0" y="21450"/>
                  </a:lnTo>
                  <a:lnTo>
                    <a:pt x="0" y="431939"/>
                  </a:lnTo>
                  <a:lnTo>
                    <a:pt x="0" y="459447"/>
                  </a:lnTo>
                  <a:lnTo>
                    <a:pt x="0" y="498665"/>
                  </a:lnTo>
                  <a:lnTo>
                    <a:pt x="0" y="1307236"/>
                  </a:lnTo>
                  <a:lnTo>
                    <a:pt x="0" y="1401178"/>
                  </a:lnTo>
                  <a:lnTo>
                    <a:pt x="269925" y="1401178"/>
                  </a:lnTo>
                  <a:lnTo>
                    <a:pt x="269925" y="1307236"/>
                  </a:lnTo>
                  <a:lnTo>
                    <a:pt x="269925" y="498665"/>
                  </a:lnTo>
                  <a:lnTo>
                    <a:pt x="524027" y="498665"/>
                  </a:lnTo>
                  <a:lnTo>
                    <a:pt x="524027" y="459447"/>
                  </a:lnTo>
                  <a:lnTo>
                    <a:pt x="524027" y="431939"/>
                  </a:lnTo>
                  <a:lnTo>
                    <a:pt x="524027" y="21450"/>
                  </a:lnTo>
                  <a:close/>
                </a:path>
                <a:path w="2306955" h="1401445">
                  <a:moveTo>
                    <a:pt x="2306853" y="0"/>
                  </a:moveTo>
                  <a:lnTo>
                    <a:pt x="1782826" y="0"/>
                  </a:lnTo>
                  <a:lnTo>
                    <a:pt x="1782826" y="317741"/>
                  </a:lnTo>
                  <a:lnTo>
                    <a:pt x="2306853" y="317741"/>
                  </a:lnTo>
                  <a:lnTo>
                    <a:pt x="2306853" y="0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1" name="object 171" descr=""/>
          <p:cNvSpPr/>
          <p:nvPr/>
        </p:nvSpPr>
        <p:spPr>
          <a:xfrm>
            <a:off x="18393041" y="5792179"/>
            <a:ext cx="42545" cy="99060"/>
          </a:xfrm>
          <a:custGeom>
            <a:avLst/>
            <a:gdLst/>
            <a:ahLst/>
            <a:cxnLst/>
            <a:rect l="l" t="t" r="r" b="b"/>
            <a:pathLst>
              <a:path w="42544" h="99060">
                <a:moveTo>
                  <a:pt x="42365" y="0"/>
                </a:moveTo>
                <a:lnTo>
                  <a:pt x="0" y="0"/>
                </a:lnTo>
                <a:lnTo>
                  <a:pt x="0" y="98824"/>
                </a:lnTo>
                <a:lnTo>
                  <a:pt x="42365" y="98824"/>
                </a:lnTo>
                <a:lnTo>
                  <a:pt x="42365" y="0"/>
                </a:lnTo>
                <a:close/>
              </a:path>
            </a:pathLst>
          </a:custGeom>
          <a:solidFill>
            <a:srgbClr val="DFB59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" name="object 172" descr=""/>
          <p:cNvSpPr/>
          <p:nvPr/>
        </p:nvSpPr>
        <p:spPr>
          <a:xfrm>
            <a:off x="16405908" y="6120735"/>
            <a:ext cx="91440" cy="27940"/>
          </a:xfrm>
          <a:custGeom>
            <a:avLst/>
            <a:gdLst/>
            <a:ahLst/>
            <a:cxnLst/>
            <a:rect l="l" t="t" r="r" b="b"/>
            <a:pathLst>
              <a:path w="91440" h="27939">
                <a:moveTo>
                  <a:pt x="0" y="27507"/>
                </a:moveTo>
                <a:lnTo>
                  <a:pt x="91138" y="27507"/>
                </a:lnTo>
                <a:lnTo>
                  <a:pt x="91138" y="0"/>
                </a:lnTo>
                <a:lnTo>
                  <a:pt x="0" y="0"/>
                </a:lnTo>
                <a:lnTo>
                  <a:pt x="0" y="27507"/>
                </a:lnTo>
                <a:close/>
              </a:path>
            </a:pathLst>
          </a:custGeom>
          <a:solidFill>
            <a:srgbClr val="DFB593">
              <a:alpha val="29998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73" name="object 173" descr=""/>
          <p:cNvGrpSpPr/>
          <p:nvPr/>
        </p:nvGrpSpPr>
        <p:grpSpPr>
          <a:xfrm>
            <a:off x="15161350" y="6091689"/>
            <a:ext cx="812165" cy="998855"/>
            <a:chOff x="15161350" y="6091689"/>
            <a:chExt cx="812165" cy="998855"/>
          </a:xfrm>
        </p:grpSpPr>
        <p:sp>
          <p:nvSpPr>
            <p:cNvPr id="174" name="object 174" descr=""/>
            <p:cNvSpPr/>
            <p:nvPr/>
          </p:nvSpPr>
          <p:spPr>
            <a:xfrm>
              <a:off x="15631262" y="6187466"/>
              <a:ext cx="342265" cy="902969"/>
            </a:xfrm>
            <a:custGeom>
              <a:avLst/>
              <a:gdLst/>
              <a:ahLst/>
              <a:cxnLst/>
              <a:rect l="l" t="t" r="r" b="b"/>
              <a:pathLst>
                <a:path w="342265" h="902970">
                  <a:moveTo>
                    <a:pt x="0" y="902517"/>
                  </a:moveTo>
                  <a:lnTo>
                    <a:pt x="341759" y="902517"/>
                  </a:lnTo>
                  <a:lnTo>
                    <a:pt x="341759" y="0"/>
                  </a:lnTo>
                  <a:lnTo>
                    <a:pt x="0" y="0"/>
                  </a:lnTo>
                  <a:lnTo>
                    <a:pt x="0" y="902517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 descr=""/>
            <p:cNvSpPr/>
            <p:nvPr/>
          </p:nvSpPr>
          <p:spPr>
            <a:xfrm>
              <a:off x="15161350" y="6091700"/>
              <a:ext cx="470534" cy="998855"/>
            </a:xfrm>
            <a:custGeom>
              <a:avLst/>
              <a:gdLst/>
              <a:ahLst/>
              <a:cxnLst/>
              <a:rect l="l" t="t" r="r" b="b"/>
              <a:pathLst>
                <a:path w="470534" h="998854">
                  <a:moveTo>
                    <a:pt x="469912" y="0"/>
                  </a:moveTo>
                  <a:lnTo>
                    <a:pt x="0" y="0"/>
                  </a:lnTo>
                  <a:lnTo>
                    <a:pt x="0" y="95770"/>
                  </a:lnTo>
                  <a:lnTo>
                    <a:pt x="0" y="114490"/>
                  </a:lnTo>
                  <a:lnTo>
                    <a:pt x="0" y="998283"/>
                  </a:lnTo>
                  <a:lnTo>
                    <a:pt x="469912" y="998283"/>
                  </a:lnTo>
                  <a:lnTo>
                    <a:pt x="469912" y="114490"/>
                  </a:lnTo>
                  <a:lnTo>
                    <a:pt x="469912" y="95770"/>
                  </a:lnTo>
                  <a:lnTo>
                    <a:pt x="469912" y="0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6" name="object 176" descr=""/>
          <p:cNvSpPr/>
          <p:nvPr/>
        </p:nvSpPr>
        <p:spPr>
          <a:xfrm>
            <a:off x="8125930" y="6316173"/>
            <a:ext cx="2499360" cy="774065"/>
          </a:xfrm>
          <a:custGeom>
            <a:avLst/>
            <a:gdLst/>
            <a:ahLst/>
            <a:cxnLst/>
            <a:rect l="l" t="t" r="r" b="b"/>
            <a:pathLst>
              <a:path w="2499359" h="774065">
                <a:moveTo>
                  <a:pt x="2498839" y="0"/>
                </a:moveTo>
                <a:lnTo>
                  <a:pt x="805484" y="0"/>
                </a:lnTo>
                <a:lnTo>
                  <a:pt x="805484" y="176974"/>
                </a:lnTo>
                <a:lnTo>
                  <a:pt x="524941" y="176974"/>
                </a:lnTo>
                <a:lnTo>
                  <a:pt x="524941" y="197878"/>
                </a:lnTo>
                <a:lnTo>
                  <a:pt x="0" y="197878"/>
                </a:lnTo>
                <a:lnTo>
                  <a:pt x="0" y="208292"/>
                </a:lnTo>
                <a:lnTo>
                  <a:pt x="0" y="730288"/>
                </a:lnTo>
                <a:lnTo>
                  <a:pt x="524941" y="730288"/>
                </a:lnTo>
                <a:lnTo>
                  <a:pt x="524941" y="773811"/>
                </a:lnTo>
                <a:lnTo>
                  <a:pt x="805484" y="773811"/>
                </a:lnTo>
                <a:lnTo>
                  <a:pt x="2498839" y="773811"/>
                </a:lnTo>
                <a:lnTo>
                  <a:pt x="2498839" y="0"/>
                </a:lnTo>
                <a:close/>
              </a:path>
            </a:pathLst>
          </a:custGeom>
          <a:solidFill>
            <a:srgbClr val="FAEBE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" name="object 177" descr=""/>
          <p:cNvSpPr/>
          <p:nvPr/>
        </p:nvSpPr>
        <p:spPr>
          <a:xfrm>
            <a:off x="14400583" y="5990488"/>
            <a:ext cx="3175" cy="67310"/>
          </a:xfrm>
          <a:custGeom>
            <a:avLst/>
            <a:gdLst/>
            <a:ahLst/>
            <a:cxnLst/>
            <a:rect l="l" t="t" r="r" b="b"/>
            <a:pathLst>
              <a:path w="3175" h="67310">
                <a:moveTo>
                  <a:pt x="1560" y="0"/>
                </a:moveTo>
                <a:lnTo>
                  <a:pt x="0" y="66950"/>
                </a:lnTo>
                <a:lnTo>
                  <a:pt x="3120" y="66950"/>
                </a:lnTo>
                <a:lnTo>
                  <a:pt x="1560" y="0"/>
                </a:lnTo>
                <a:close/>
              </a:path>
            </a:pathLst>
          </a:custGeom>
          <a:solidFill>
            <a:srgbClr val="EED9C5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78" name="object 178" descr=""/>
          <p:cNvGrpSpPr/>
          <p:nvPr/>
        </p:nvGrpSpPr>
        <p:grpSpPr>
          <a:xfrm>
            <a:off x="14245290" y="6051924"/>
            <a:ext cx="459105" cy="377190"/>
            <a:chOff x="14245290" y="6051924"/>
            <a:chExt cx="459105" cy="377190"/>
          </a:xfrm>
        </p:grpSpPr>
        <p:sp>
          <p:nvSpPr>
            <p:cNvPr id="179" name="object 179" descr=""/>
            <p:cNvSpPr/>
            <p:nvPr/>
          </p:nvSpPr>
          <p:spPr>
            <a:xfrm>
              <a:off x="14245285" y="6146641"/>
              <a:ext cx="314325" cy="221615"/>
            </a:xfrm>
            <a:custGeom>
              <a:avLst/>
              <a:gdLst/>
              <a:ahLst/>
              <a:cxnLst/>
              <a:rect l="l" t="t" r="r" b="b"/>
              <a:pathLst>
                <a:path w="314325" h="221614">
                  <a:moveTo>
                    <a:pt x="313867" y="18681"/>
                  </a:moveTo>
                  <a:lnTo>
                    <a:pt x="284594" y="8089"/>
                  </a:lnTo>
                  <a:lnTo>
                    <a:pt x="284594" y="18681"/>
                  </a:lnTo>
                  <a:lnTo>
                    <a:pt x="284594" y="53327"/>
                  </a:lnTo>
                  <a:lnTo>
                    <a:pt x="254228" y="53327"/>
                  </a:lnTo>
                  <a:lnTo>
                    <a:pt x="254228" y="18681"/>
                  </a:lnTo>
                  <a:lnTo>
                    <a:pt x="284594" y="18681"/>
                  </a:lnTo>
                  <a:lnTo>
                    <a:pt x="284594" y="8089"/>
                  </a:lnTo>
                  <a:lnTo>
                    <a:pt x="262242" y="0"/>
                  </a:lnTo>
                  <a:lnTo>
                    <a:pt x="247180" y="0"/>
                  </a:lnTo>
                  <a:lnTo>
                    <a:pt x="247180" y="18681"/>
                  </a:lnTo>
                  <a:lnTo>
                    <a:pt x="247180" y="53327"/>
                  </a:lnTo>
                  <a:lnTo>
                    <a:pt x="216827" y="53327"/>
                  </a:lnTo>
                  <a:lnTo>
                    <a:pt x="216827" y="18681"/>
                  </a:lnTo>
                  <a:lnTo>
                    <a:pt x="247180" y="18681"/>
                  </a:lnTo>
                  <a:lnTo>
                    <a:pt x="247180" y="0"/>
                  </a:lnTo>
                  <a:lnTo>
                    <a:pt x="209778" y="0"/>
                  </a:lnTo>
                  <a:lnTo>
                    <a:pt x="209778" y="18681"/>
                  </a:lnTo>
                  <a:lnTo>
                    <a:pt x="209778" y="53327"/>
                  </a:lnTo>
                  <a:lnTo>
                    <a:pt x="179412" y="53327"/>
                  </a:lnTo>
                  <a:lnTo>
                    <a:pt x="179412" y="18681"/>
                  </a:lnTo>
                  <a:lnTo>
                    <a:pt x="209778" y="18681"/>
                  </a:lnTo>
                  <a:lnTo>
                    <a:pt x="209778" y="0"/>
                  </a:lnTo>
                  <a:lnTo>
                    <a:pt x="172364" y="0"/>
                  </a:lnTo>
                  <a:lnTo>
                    <a:pt x="172364" y="18681"/>
                  </a:lnTo>
                  <a:lnTo>
                    <a:pt x="172364" y="53327"/>
                  </a:lnTo>
                  <a:lnTo>
                    <a:pt x="141998" y="53327"/>
                  </a:lnTo>
                  <a:lnTo>
                    <a:pt x="141998" y="18681"/>
                  </a:lnTo>
                  <a:lnTo>
                    <a:pt x="172364" y="18681"/>
                  </a:lnTo>
                  <a:lnTo>
                    <a:pt x="172364" y="0"/>
                  </a:lnTo>
                  <a:lnTo>
                    <a:pt x="134950" y="0"/>
                  </a:lnTo>
                  <a:lnTo>
                    <a:pt x="134950" y="18681"/>
                  </a:lnTo>
                  <a:lnTo>
                    <a:pt x="134950" y="53327"/>
                  </a:lnTo>
                  <a:lnTo>
                    <a:pt x="104597" y="53327"/>
                  </a:lnTo>
                  <a:lnTo>
                    <a:pt x="104597" y="18681"/>
                  </a:lnTo>
                  <a:lnTo>
                    <a:pt x="134950" y="18681"/>
                  </a:lnTo>
                  <a:lnTo>
                    <a:pt x="134950" y="0"/>
                  </a:lnTo>
                  <a:lnTo>
                    <a:pt x="97548" y="0"/>
                  </a:lnTo>
                  <a:lnTo>
                    <a:pt x="97548" y="18681"/>
                  </a:lnTo>
                  <a:lnTo>
                    <a:pt x="97548" y="53327"/>
                  </a:lnTo>
                  <a:lnTo>
                    <a:pt x="67183" y="53327"/>
                  </a:lnTo>
                  <a:lnTo>
                    <a:pt x="67183" y="18681"/>
                  </a:lnTo>
                  <a:lnTo>
                    <a:pt x="97548" y="18681"/>
                  </a:lnTo>
                  <a:lnTo>
                    <a:pt x="97548" y="0"/>
                  </a:lnTo>
                  <a:lnTo>
                    <a:pt x="60134" y="0"/>
                  </a:lnTo>
                  <a:lnTo>
                    <a:pt x="60134" y="18681"/>
                  </a:lnTo>
                  <a:lnTo>
                    <a:pt x="60134" y="53327"/>
                  </a:lnTo>
                  <a:lnTo>
                    <a:pt x="29781" y="53327"/>
                  </a:lnTo>
                  <a:lnTo>
                    <a:pt x="29781" y="18681"/>
                  </a:lnTo>
                  <a:lnTo>
                    <a:pt x="60134" y="18681"/>
                  </a:lnTo>
                  <a:lnTo>
                    <a:pt x="60134" y="0"/>
                  </a:lnTo>
                  <a:lnTo>
                    <a:pt x="51625" y="0"/>
                  </a:lnTo>
                  <a:lnTo>
                    <a:pt x="0" y="18681"/>
                  </a:lnTo>
                  <a:lnTo>
                    <a:pt x="22733" y="18681"/>
                  </a:lnTo>
                  <a:lnTo>
                    <a:pt x="22733" y="53327"/>
                  </a:lnTo>
                  <a:lnTo>
                    <a:pt x="0" y="53327"/>
                  </a:lnTo>
                  <a:lnTo>
                    <a:pt x="0" y="221081"/>
                  </a:lnTo>
                  <a:lnTo>
                    <a:pt x="313702" y="221081"/>
                  </a:lnTo>
                  <a:lnTo>
                    <a:pt x="313702" y="53327"/>
                  </a:lnTo>
                  <a:lnTo>
                    <a:pt x="291642" y="53327"/>
                  </a:lnTo>
                  <a:lnTo>
                    <a:pt x="291642" y="18681"/>
                  </a:lnTo>
                  <a:lnTo>
                    <a:pt x="313867" y="18681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80" name="object 180" descr="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4296997" y="6051924"/>
              <a:ext cx="210517" cy="94709"/>
            </a:xfrm>
            <a:prstGeom prst="rect">
              <a:avLst/>
            </a:prstGeom>
          </p:spPr>
        </p:pic>
        <p:sp>
          <p:nvSpPr>
            <p:cNvPr id="181" name="object 181" descr=""/>
            <p:cNvSpPr/>
            <p:nvPr/>
          </p:nvSpPr>
          <p:spPr>
            <a:xfrm>
              <a:off x="14421183" y="6273191"/>
              <a:ext cx="283210" cy="155575"/>
            </a:xfrm>
            <a:custGeom>
              <a:avLst/>
              <a:gdLst/>
              <a:ahLst/>
              <a:cxnLst/>
              <a:rect l="l" t="t" r="r" b="b"/>
              <a:pathLst>
                <a:path w="283209" h="155575">
                  <a:moveTo>
                    <a:pt x="283101" y="0"/>
                  </a:moveTo>
                  <a:lnTo>
                    <a:pt x="0" y="0"/>
                  </a:lnTo>
                  <a:lnTo>
                    <a:pt x="0" y="155304"/>
                  </a:lnTo>
                  <a:lnTo>
                    <a:pt x="283101" y="155304"/>
                  </a:lnTo>
                  <a:lnTo>
                    <a:pt x="283101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2" name="object 182" descr=""/>
          <p:cNvSpPr/>
          <p:nvPr/>
        </p:nvSpPr>
        <p:spPr>
          <a:xfrm>
            <a:off x="12252338" y="5278163"/>
            <a:ext cx="12065" cy="48260"/>
          </a:xfrm>
          <a:custGeom>
            <a:avLst/>
            <a:gdLst/>
            <a:ahLst/>
            <a:cxnLst/>
            <a:rect l="l" t="t" r="r" b="b"/>
            <a:pathLst>
              <a:path w="12065" h="48260">
                <a:moveTo>
                  <a:pt x="11790" y="0"/>
                </a:moveTo>
                <a:lnTo>
                  <a:pt x="0" y="0"/>
                </a:lnTo>
                <a:lnTo>
                  <a:pt x="0" y="47747"/>
                </a:lnTo>
                <a:lnTo>
                  <a:pt x="11790" y="47747"/>
                </a:lnTo>
                <a:lnTo>
                  <a:pt x="11790" y="0"/>
                </a:lnTo>
                <a:close/>
              </a:path>
            </a:pathLst>
          </a:custGeom>
          <a:solidFill>
            <a:srgbClr val="FAEBE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" name="object 183" descr=""/>
          <p:cNvSpPr/>
          <p:nvPr/>
        </p:nvSpPr>
        <p:spPr>
          <a:xfrm>
            <a:off x="12139483" y="5278163"/>
            <a:ext cx="12065" cy="48260"/>
          </a:xfrm>
          <a:custGeom>
            <a:avLst/>
            <a:gdLst/>
            <a:ahLst/>
            <a:cxnLst/>
            <a:rect l="l" t="t" r="r" b="b"/>
            <a:pathLst>
              <a:path w="12065" h="48260">
                <a:moveTo>
                  <a:pt x="11790" y="0"/>
                </a:moveTo>
                <a:lnTo>
                  <a:pt x="0" y="0"/>
                </a:lnTo>
                <a:lnTo>
                  <a:pt x="0" y="47747"/>
                </a:lnTo>
                <a:lnTo>
                  <a:pt x="11790" y="47747"/>
                </a:lnTo>
                <a:lnTo>
                  <a:pt x="11790" y="0"/>
                </a:lnTo>
                <a:close/>
              </a:path>
            </a:pathLst>
          </a:custGeom>
          <a:solidFill>
            <a:srgbClr val="FAEBE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" name="object 184" descr=""/>
          <p:cNvSpPr/>
          <p:nvPr/>
        </p:nvSpPr>
        <p:spPr>
          <a:xfrm>
            <a:off x="12026638" y="5278163"/>
            <a:ext cx="12065" cy="48260"/>
          </a:xfrm>
          <a:custGeom>
            <a:avLst/>
            <a:gdLst/>
            <a:ahLst/>
            <a:cxnLst/>
            <a:rect l="l" t="t" r="r" b="b"/>
            <a:pathLst>
              <a:path w="12065" h="48260">
                <a:moveTo>
                  <a:pt x="11790" y="0"/>
                </a:moveTo>
                <a:lnTo>
                  <a:pt x="0" y="0"/>
                </a:lnTo>
                <a:lnTo>
                  <a:pt x="0" y="47747"/>
                </a:lnTo>
                <a:lnTo>
                  <a:pt x="11790" y="47747"/>
                </a:lnTo>
                <a:lnTo>
                  <a:pt x="11790" y="0"/>
                </a:lnTo>
                <a:close/>
              </a:path>
            </a:pathLst>
          </a:custGeom>
          <a:solidFill>
            <a:srgbClr val="FAEBE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" name="object 185" descr=""/>
          <p:cNvSpPr/>
          <p:nvPr/>
        </p:nvSpPr>
        <p:spPr>
          <a:xfrm>
            <a:off x="11913783" y="5278163"/>
            <a:ext cx="12065" cy="48260"/>
          </a:xfrm>
          <a:custGeom>
            <a:avLst/>
            <a:gdLst/>
            <a:ahLst/>
            <a:cxnLst/>
            <a:rect l="l" t="t" r="r" b="b"/>
            <a:pathLst>
              <a:path w="12065" h="48260">
                <a:moveTo>
                  <a:pt x="11790" y="0"/>
                </a:moveTo>
                <a:lnTo>
                  <a:pt x="0" y="0"/>
                </a:lnTo>
                <a:lnTo>
                  <a:pt x="0" y="47747"/>
                </a:lnTo>
                <a:lnTo>
                  <a:pt x="11790" y="47747"/>
                </a:lnTo>
                <a:lnTo>
                  <a:pt x="11790" y="0"/>
                </a:lnTo>
                <a:close/>
              </a:path>
            </a:pathLst>
          </a:custGeom>
          <a:solidFill>
            <a:srgbClr val="FAEBE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" name="object 186" descr=""/>
          <p:cNvSpPr/>
          <p:nvPr/>
        </p:nvSpPr>
        <p:spPr>
          <a:xfrm>
            <a:off x="11800939" y="5278163"/>
            <a:ext cx="12065" cy="48260"/>
          </a:xfrm>
          <a:custGeom>
            <a:avLst/>
            <a:gdLst/>
            <a:ahLst/>
            <a:cxnLst/>
            <a:rect l="l" t="t" r="r" b="b"/>
            <a:pathLst>
              <a:path w="12065" h="48260">
                <a:moveTo>
                  <a:pt x="11790" y="0"/>
                </a:moveTo>
                <a:lnTo>
                  <a:pt x="0" y="0"/>
                </a:lnTo>
                <a:lnTo>
                  <a:pt x="0" y="47747"/>
                </a:lnTo>
                <a:lnTo>
                  <a:pt x="11790" y="47747"/>
                </a:lnTo>
                <a:lnTo>
                  <a:pt x="11790" y="0"/>
                </a:lnTo>
                <a:close/>
              </a:path>
            </a:pathLst>
          </a:custGeom>
          <a:solidFill>
            <a:srgbClr val="FAEBE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" name="object 187" descr=""/>
          <p:cNvSpPr/>
          <p:nvPr/>
        </p:nvSpPr>
        <p:spPr>
          <a:xfrm>
            <a:off x="12359926" y="5278163"/>
            <a:ext cx="12065" cy="48260"/>
          </a:xfrm>
          <a:custGeom>
            <a:avLst/>
            <a:gdLst/>
            <a:ahLst/>
            <a:cxnLst/>
            <a:rect l="l" t="t" r="r" b="b"/>
            <a:pathLst>
              <a:path w="12065" h="48260">
                <a:moveTo>
                  <a:pt x="0" y="47747"/>
                </a:moveTo>
                <a:lnTo>
                  <a:pt x="11517" y="47747"/>
                </a:lnTo>
                <a:lnTo>
                  <a:pt x="11517" y="0"/>
                </a:lnTo>
                <a:lnTo>
                  <a:pt x="0" y="0"/>
                </a:lnTo>
                <a:lnTo>
                  <a:pt x="0" y="47747"/>
                </a:lnTo>
                <a:close/>
              </a:path>
            </a:pathLst>
          </a:custGeom>
          <a:solidFill>
            <a:srgbClr val="FAEBE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" name="object 188" descr=""/>
          <p:cNvSpPr/>
          <p:nvPr/>
        </p:nvSpPr>
        <p:spPr>
          <a:xfrm>
            <a:off x="12467515" y="5278163"/>
            <a:ext cx="12065" cy="48260"/>
          </a:xfrm>
          <a:custGeom>
            <a:avLst/>
            <a:gdLst/>
            <a:ahLst/>
            <a:cxnLst/>
            <a:rect l="l" t="t" r="r" b="b"/>
            <a:pathLst>
              <a:path w="12065" h="48260">
                <a:moveTo>
                  <a:pt x="11790" y="0"/>
                </a:moveTo>
                <a:lnTo>
                  <a:pt x="0" y="0"/>
                </a:lnTo>
                <a:lnTo>
                  <a:pt x="0" y="47747"/>
                </a:lnTo>
                <a:lnTo>
                  <a:pt x="11790" y="47747"/>
                </a:lnTo>
                <a:lnTo>
                  <a:pt x="11790" y="0"/>
                </a:lnTo>
                <a:close/>
              </a:path>
            </a:pathLst>
          </a:custGeom>
          <a:solidFill>
            <a:srgbClr val="FAEBE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" name="object 189" descr=""/>
          <p:cNvSpPr/>
          <p:nvPr/>
        </p:nvSpPr>
        <p:spPr>
          <a:xfrm>
            <a:off x="12575103" y="5278163"/>
            <a:ext cx="12065" cy="48260"/>
          </a:xfrm>
          <a:custGeom>
            <a:avLst/>
            <a:gdLst/>
            <a:ahLst/>
            <a:cxnLst/>
            <a:rect l="l" t="t" r="r" b="b"/>
            <a:pathLst>
              <a:path w="12065" h="48260">
                <a:moveTo>
                  <a:pt x="11790" y="0"/>
                </a:moveTo>
                <a:lnTo>
                  <a:pt x="0" y="0"/>
                </a:lnTo>
                <a:lnTo>
                  <a:pt x="0" y="47747"/>
                </a:lnTo>
                <a:lnTo>
                  <a:pt x="11790" y="47747"/>
                </a:lnTo>
                <a:lnTo>
                  <a:pt x="11790" y="0"/>
                </a:lnTo>
                <a:close/>
              </a:path>
            </a:pathLst>
          </a:custGeom>
          <a:solidFill>
            <a:srgbClr val="FAEBE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" name="object 190" descr=""/>
          <p:cNvSpPr/>
          <p:nvPr/>
        </p:nvSpPr>
        <p:spPr>
          <a:xfrm>
            <a:off x="12682692" y="5278163"/>
            <a:ext cx="12065" cy="48260"/>
          </a:xfrm>
          <a:custGeom>
            <a:avLst/>
            <a:gdLst/>
            <a:ahLst/>
            <a:cxnLst/>
            <a:rect l="l" t="t" r="r" b="b"/>
            <a:pathLst>
              <a:path w="12065" h="48260">
                <a:moveTo>
                  <a:pt x="11790" y="0"/>
                </a:moveTo>
                <a:lnTo>
                  <a:pt x="0" y="0"/>
                </a:lnTo>
                <a:lnTo>
                  <a:pt x="0" y="47747"/>
                </a:lnTo>
                <a:lnTo>
                  <a:pt x="11790" y="47747"/>
                </a:lnTo>
                <a:lnTo>
                  <a:pt x="11790" y="0"/>
                </a:lnTo>
                <a:close/>
              </a:path>
            </a:pathLst>
          </a:custGeom>
          <a:solidFill>
            <a:srgbClr val="FAEBE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" name="object 191" descr=""/>
          <p:cNvSpPr/>
          <p:nvPr/>
        </p:nvSpPr>
        <p:spPr>
          <a:xfrm>
            <a:off x="12790280" y="5278163"/>
            <a:ext cx="12065" cy="48260"/>
          </a:xfrm>
          <a:custGeom>
            <a:avLst/>
            <a:gdLst/>
            <a:ahLst/>
            <a:cxnLst/>
            <a:rect l="l" t="t" r="r" b="b"/>
            <a:pathLst>
              <a:path w="12065" h="48260">
                <a:moveTo>
                  <a:pt x="11790" y="0"/>
                </a:moveTo>
                <a:lnTo>
                  <a:pt x="0" y="0"/>
                </a:lnTo>
                <a:lnTo>
                  <a:pt x="0" y="47747"/>
                </a:lnTo>
                <a:lnTo>
                  <a:pt x="11790" y="47747"/>
                </a:lnTo>
                <a:lnTo>
                  <a:pt x="11790" y="0"/>
                </a:lnTo>
                <a:close/>
              </a:path>
            </a:pathLst>
          </a:custGeom>
          <a:solidFill>
            <a:srgbClr val="FAEBE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" name="object 192" descr=""/>
          <p:cNvSpPr/>
          <p:nvPr/>
        </p:nvSpPr>
        <p:spPr>
          <a:xfrm>
            <a:off x="11807525" y="5351292"/>
            <a:ext cx="564515" cy="374650"/>
          </a:xfrm>
          <a:custGeom>
            <a:avLst/>
            <a:gdLst/>
            <a:ahLst/>
            <a:cxnLst/>
            <a:rect l="l" t="t" r="r" b="b"/>
            <a:pathLst>
              <a:path w="564515" h="374650">
                <a:moveTo>
                  <a:pt x="0" y="374449"/>
                </a:moveTo>
                <a:lnTo>
                  <a:pt x="563920" y="374449"/>
                </a:lnTo>
                <a:lnTo>
                  <a:pt x="563920" y="0"/>
                </a:lnTo>
                <a:lnTo>
                  <a:pt x="0" y="0"/>
                </a:lnTo>
                <a:lnTo>
                  <a:pt x="0" y="374449"/>
                </a:lnTo>
                <a:close/>
              </a:path>
            </a:pathLst>
          </a:custGeom>
          <a:solidFill>
            <a:srgbClr val="FAEBE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" name="object 193" descr=""/>
          <p:cNvSpPr/>
          <p:nvPr/>
        </p:nvSpPr>
        <p:spPr>
          <a:xfrm>
            <a:off x="12441442" y="5351292"/>
            <a:ext cx="15240" cy="374650"/>
          </a:xfrm>
          <a:custGeom>
            <a:avLst/>
            <a:gdLst/>
            <a:ahLst/>
            <a:cxnLst/>
            <a:rect l="l" t="t" r="r" b="b"/>
            <a:pathLst>
              <a:path w="15240" h="374650">
                <a:moveTo>
                  <a:pt x="0" y="374449"/>
                </a:moveTo>
                <a:lnTo>
                  <a:pt x="15172" y="374449"/>
                </a:lnTo>
                <a:lnTo>
                  <a:pt x="15172" y="0"/>
                </a:lnTo>
                <a:lnTo>
                  <a:pt x="0" y="0"/>
                </a:lnTo>
                <a:lnTo>
                  <a:pt x="0" y="374449"/>
                </a:lnTo>
                <a:close/>
              </a:path>
            </a:pathLst>
          </a:custGeom>
          <a:solidFill>
            <a:srgbClr val="FAEBE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94" name="object 194" descr=""/>
          <p:cNvGrpSpPr/>
          <p:nvPr/>
        </p:nvGrpSpPr>
        <p:grpSpPr>
          <a:xfrm>
            <a:off x="12456228" y="5325911"/>
            <a:ext cx="414020" cy="817244"/>
            <a:chOff x="12456228" y="5325911"/>
            <a:chExt cx="414020" cy="817244"/>
          </a:xfrm>
        </p:grpSpPr>
        <p:sp>
          <p:nvSpPr>
            <p:cNvPr id="195" name="object 195" descr=""/>
            <p:cNvSpPr/>
            <p:nvPr/>
          </p:nvSpPr>
          <p:spPr>
            <a:xfrm>
              <a:off x="12456224" y="5351303"/>
              <a:ext cx="414020" cy="791845"/>
            </a:xfrm>
            <a:custGeom>
              <a:avLst/>
              <a:gdLst/>
              <a:ahLst/>
              <a:cxnLst/>
              <a:rect l="l" t="t" r="r" b="b"/>
              <a:pathLst>
                <a:path w="414020" h="791845">
                  <a:moveTo>
                    <a:pt x="413816" y="703567"/>
                  </a:moveTo>
                  <a:lnTo>
                    <a:pt x="128524" y="703567"/>
                  </a:lnTo>
                  <a:lnTo>
                    <a:pt x="344919" y="703554"/>
                  </a:lnTo>
                  <a:lnTo>
                    <a:pt x="344919" y="0"/>
                  </a:lnTo>
                  <a:lnTo>
                    <a:pt x="393" y="0"/>
                  </a:lnTo>
                  <a:lnTo>
                    <a:pt x="393" y="703554"/>
                  </a:lnTo>
                  <a:lnTo>
                    <a:pt x="46659" y="703554"/>
                  </a:lnTo>
                  <a:lnTo>
                    <a:pt x="36652" y="703567"/>
                  </a:lnTo>
                  <a:lnTo>
                    <a:pt x="0" y="703567"/>
                  </a:lnTo>
                  <a:lnTo>
                    <a:pt x="0" y="791298"/>
                  </a:lnTo>
                  <a:lnTo>
                    <a:pt x="36652" y="791298"/>
                  </a:lnTo>
                  <a:lnTo>
                    <a:pt x="413816" y="791298"/>
                  </a:lnTo>
                  <a:lnTo>
                    <a:pt x="413816" y="703567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 descr=""/>
            <p:cNvSpPr/>
            <p:nvPr/>
          </p:nvSpPr>
          <p:spPr>
            <a:xfrm>
              <a:off x="12502895" y="5441056"/>
              <a:ext cx="66040" cy="614045"/>
            </a:xfrm>
            <a:custGeom>
              <a:avLst/>
              <a:gdLst/>
              <a:ahLst/>
              <a:cxnLst/>
              <a:rect l="l" t="t" r="r" b="b"/>
              <a:pathLst>
                <a:path w="66040" h="614045">
                  <a:moveTo>
                    <a:pt x="32711" y="0"/>
                  </a:moveTo>
                  <a:lnTo>
                    <a:pt x="12483" y="45925"/>
                  </a:lnTo>
                  <a:lnTo>
                    <a:pt x="1686" y="84730"/>
                  </a:lnTo>
                  <a:lnTo>
                    <a:pt x="0" y="103033"/>
                  </a:lnTo>
                  <a:lnTo>
                    <a:pt x="0" y="613824"/>
                  </a:lnTo>
                  <a:lnTo>
                    <a:pt x="65422" y="613824"/>
                  </a:lnTo>
                  <a:lnTo>
                    <a:pt x="65422" y="103033"/>
                  </a:lnTo>
                  <a:lnTo>
                    <a:pt x="61994" y="75985"/>
                  </a:lnTo>
                  <a:lnTo>
                    <a:pt x="53554" y="47668"/>
                  </a:lnTo>
                  <a:lnTo>
                    <a:pt x="42871" y="21276"/>
                  </a:lnTo>
                  <a:lnTo>
                    <a:pt x="32711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 descr=""/>
            <p:cNvSpPr/>
            <p:nvPr/>
          </p:nvSpPr>
          <p:spPr>
            <a:xfrm>
              <a:off x="12614676" y="5425662"/>
              <a:ext cx="74930" cy="629285"/>
            </a:xfrm>
            <a:custGeom>
              <a:avLst/>
              <a:gdLst/>
              <a:ahLst/>
              <a:cxnLst/>
              <a:rect l="l" t="t" r="r" b="b"/>
              <a:pathLst>
                <a:path w="74929" h="629285">
                  <a:moveTo>
                    <a:pt x="37129" y="0"/>
                  </a:moveTo>
                  <a:lnTo>
                    <a:pt x="20470" y="36668"/>
                  </a:lnTo>
                  <a:lnTo>
                    <a:pt x="3115" y="91377"/>
                  </a:lnTo>
                  <a:lnTo>
                    <a:pt x="0" y="118425"/>
                  </a:lnTo>
                  <a:lnTo>
                    <a:pt x="0" y="629216"/>
                  </a:lnTo>
                  <a:lnTo>
                    <a:pt x="74322" y="629216"/>
                  </a:lnTo>
                  <a:lnTo>
                    <a:pt x="74322" y="118425"/>
                  </a:lnTo>
                  <a:lnTo>
                    <a:pt x="73741" y="89911"/>
                  </a:lnTo>
                  <a:lnTo>
                    <a:pt x="69673" y="68071"/>
                  </a:lnTo>
                  <a:lnTo>
                    <a:pt x="58631" y="41801"/>
                  </a:lnTo>
                  <a:lnTo>
                    <a:pt x="37129" y="0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 descr=""/>
            <p:cNvSpPr/>
            <p:nvPr/>
          </p:nvSpPr>
          <p:spPr>
            <a:xfrm>
              <a:off x="12614669" y="5441056"/>
              <a:ext cx="59690" cy="614045"/>
            </a:xfrm>
            <a:custGeom>
              <a:avLst/>
              <a:gdLst/>
              <a:ahLst/>
              <a:cxnLst/>
              <a:rect l="l" t="t" r="r" b="b"/>
              <a:pathLst>
                <a:path w="59690" h="614045">
                  <a:moveTo>
                    <a:pt x="29664" y="0"/>
                  </a:moveTo>
                  <a:lnTo>
                    <a:pt x="10526" y="48506"/>
                  </a:lnTo>
                  <a:lnTo>
                    <a:pt x="1405" y="85562"/>
                  </a:lnTo>
                  <a:lnTo>
                    <a:pt x="0" y="103033"/>
                  </a:lnTo>
                  <a:lnTo>
                    <a:pt x="0" y="613824"/>
                  </a:lnTo>
                  <a:lnTo>
                    <a:pt x="59401" y="613824"/>
                  </a:lnTo>
                  <a:lnTo>
                    <a:pt x="59401" y="103033"/>
                  </a:lnTo>
                  <a:lnTo>
                    <a:pt x="56284" y="75985"/>
                  </a:lnTo>
                  <a:lnTo>
                    <a:pt x="48612" y="47668"/>
                  </a:lnTo>
                  <a:lnTo>
                    <a:pt x="38900" y="21276"/>
                  </a:lnTo>
                  <a:lnTo>
                    <a:pt x="29664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 descr=""/>
            <p:cNvSpPr/>
            <p:nvPr/>
          </p:nvSpPr>
          <p:spPr>
            <a:xfrm>
              <a:off x="12708825" y="5425662"/>
              <a:ext cx="64769" cy="629285"/>
            </a:xfrm>
            <a:custGeom>
              <a:avLst/>
              <a:gdLst/>
              <a:ahLst/>
              <a:cxnLst/>
              <a:rect l="l" t="t" r="r" b="b"/>
              <a:pathLst>
                <a:path w="64770" h="629285">
                  <a:moveTo>
                    <a:pt x="32197" y="0"/>
                  </a:moveTo>
                  <a:lnTo>
                    <a:pt x="17753" y="36668"/>
                  </a:lnTo>
                  <a:lnTo>
                    <a:pt x="2701" y="91377"/>
                  </a:lnTo>
                  <a:lnTo>
                    <a:pt x="0" y="118425"/>
                  </a:lnTo>
                  <a:lnTo>
                    <a:pt x="0" y="629216"/>
                  </a:lnTo>
                  <a:lnTo>
                    <a:pt x="64448" y="629216"/>
                  </a:lnTo>
                  <a:lnTo>
                    <a:pt x="64448" y="118425"/>
                  </a:lnTo>
                  <a:lnTo>
                    <a:pt x="63944" y="89911"/>
                  </a:lnTo>
                  <a:lnTo>
                    <a:pt x="60417" y="68071"/>
                  </a:lnTo>
                  <a:lnTo>
                    <a:pt x="50842" y="41801"/>
                  </a:lnTo>
                  <a:lnTo>
                    <a:pt x="32197" y="0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 descr=""/>
            <p:cNvSpPr/>
            <p:nvPr/>
          </p:nvSpPr>
          <p:spPr>
            <a:xfrm>
              <a:off x="12708814" y="5441056"/>
              <a:ext cx="52069" cy="614045"/>
            </a:xfrm>
            <a:custGeom>
              <a:avLst/>
              <a:gdLst/>
              <a:ahLst/>
              <a:cxnLst/>
              <a:rect l="l" t="t" r="r" b="b"/>
              <a:pathLst>
                <a:path w="52070" h="614045">
                  <a:moveTo>
                    <a:pt x="25747" y="0"/>
                  </a:moveTo>
                  <a:lnTo>
                    <a:pt x="12910" y="35998"/>
                  </a:lnTo>
                  <a:lnTo>
                    <a:pt x="1048" y="86949"/>
                  </a:lnTo>
                  <a:lnTo>
                    <a:pt x="0" y="103033"/>
                  </a:lnTo>
                  <a:lnTo>
                    <a:pt x="0" y="613824"/>
                  </a:lnTo>
                  <a:lnTo>
                    <a:pt x="51495" y="613824"/>
                  </a:lnTo>
                  <a:lnTo>
                    <a:pt x="51495" y="103033"/>
                  </a:lnTo>
                  <a:lnTo>
                    <a:pt x="48799" y="75985"/>
                  </a:lnTo>
                  <a:lnTo>
                    <a:pt x="42159" y="47668"/>
                  </a:lnTo>
                  <a:lnTo>
                    <a:pt x="33751" y="21276"/>
                  </a:lnTo>
                  <a:lnTo>
                    <a:pt x="25747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 descr=""/>
            <p:cNvSpPr/>
            <p:nvPr/>
          </p:nvSpPr>
          <p:spPr>
            <a:xfrm>
              <a:off x="12502883" y="5468588"/>
              <a:ext cx="231775" cy="586740"/>
            </a:xfrm>
            <a:custGeom>
              <a:avLst/>
              <a:gdLst/>
              <a:ahLst/>
              <a:cxnLst/>
              <a:rect l="l" t="t" r="r" b="b"/>
              <a:pathLst>
                <a:path w="231775" h="586739">
                  <a:moveTo>
                    <a:pt x="39674" y="75514"/>
                  </a:moveTo>
                  <a:lnTo>
                    <a:pt x="37985" y="57200"/>
                  </a:lnTo>
                  <a:lnTo>
                    <a:pt x="33502" y="37820"/>
                  </a:lnTo>
                  <a:lnTo>
                    <a:pt x="27139" y="18402"/>
                  </a:lnTo>
                  <a:lnTo>
                    <a:pt x="19812" y="0"/>
                  </a:lnTo>
                  <a:lnTo>
                    <a:pt x="12484" y="18402"/>
                  </a:lnTo>
                  <a:lnTo>
                    <a:pt x="6146" y="37820"/>
                  </a:lnTo>
                  <a:lnTo>
                    <a:pt x="1689" y="57200"/>
                  </a:lnTo>
                  <a:lnTo>
                    <a:pt x="0" y="75514"/>
                  </a:lnTo>
                  <a:lnTo>
                    <a:pt x="0" y="586295"/>
                  </a:lnTo>
                  <a:lnTo>
                    <a:pt x="39674" y="586295"/>
                  </a:lnTo>
                  <a:lnTo>
                    <a:pt x="39674" y="75514"/>
                  </a:lnTo>
                  <a:close/>
                </a:path>
                <a:path w="231775" h="586739">
                  <a:moveTo>
                    <a:pt x="145427" y="75514"/>
                  </a:moveTo>
                  <a:lnTo>
                    <a:pt x="144030" y="58039"/>
                  </a:lnTo>
                  <a:lnTo>
                    <a:pt x="140284" y="39560"/>
                  </a:lnTo>
                  <a:lnTo>
                    <a:pt x="134899" y="20980"/>
                  </a:lnTo>
                  <a:lnTo>
                    <a:pt x="128600" y="3175"/>
                  </a:lnTo>
                  <a:lnTo>
                    <a:pt x="122301" y="20980"/>
                  </a:lnTo>
                  <a:lnTo>
                    <a:pt x="116928" y="39560"/>
                  </a:lnTo>
                  <a:lnTo>
                    <a:pt x="113182" y="58039"/>
                  </a:lnTo>
                  <a:lnTo>
                    <a:pt x="111772" y="75514"/>
                  </a:lnTo>
                  <a:lnTo>
                    <a:pt x="111772" y="586295"/>
                  </a:lnTo>
                  <a:lnTo>
                    <a:pt x="145427" y="586295"/>
                  </a:lnTo>
                  <a:lnTo>
                    <a:pt x="145427" y="75514"/>
                  </a:lnTo>
                  <a:close/>
                </a:path>
                <a:path w="231775" h="586739">
                  <a:moveTo>
                    <a:pt x="231673" y="75514"/>
                  </a:moveTo>
                  <a:lnTo>
                    <a:pt x="230619" y="59423"/>
                  </a:lnTo>
                  <a:lnTo>
                    <a:pt x="227812" y="42418"/>
                  </a:lnTo>
                  <a:lnTo>
                    <a:pt x="223710" y="25209"/>
                  </a:lnTo>
                  <a:lnTo>
                    <a:pt x="218833" y="8470"/>
                  </a:lnTo>
                  <a:lnTo>
                    <a:pt x="213906" y="25209"/>
                  </a:lnTo>
                  <a:lnTo>
                    <a:pt x="209791" y="42418"/>
                  </a:lnTo>
                  <a:lnTo>
                    <a:pt x="206971" y="59423"/>
                  </a:lnTo>
                  <a:lnTo>
                    <a:pt x="205930" y="75514"/>
                  </a:lnTo>
                  <a:lnTo>
                    <a:pt x="205930" y="586295"/>
                  </a:lnTo>
                  <a:lnTo>
                    <a:pt x="231673" y="586295"/>
                  </a:lnTo>
                  <a:lnTo>
                    <a:pt x="231673" y="75514"/>
                  </a:lnTo>
                  <a:close/>
                </a:path>
              </a:pathLst>
            </a:custGeom>
            <a:solidFill>
              <a:srgbClr val="DFB5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 descr=""/>
            <p:cNvSpPr/>
            <p:nvPr/>
          </p:nvSpPr>
          <p:spPr>
            <a:xfrm>
              <a:off x="12492876" y="5325916"/>
              <a:ext cx="355600" cy="565150"/>
            </a:xfrm>
            <a:custGeom>
              <a:avLst/>
              <a:gdLst/>
              <a:ahLst/>
              <a:cxnLst/>
              <a:rect l="l" t="t" r="r" b="b"/>
              <a:pathLst>
                <a:path w="355600" h="565150">
                  <a:moveTo>
                    <a:pt x="91871" y="527608"/>
                  </a:moveTo>
                  <a:lnTo>
                    <a:pt x="10020" y="527608"/>
                  </a:lnTo>
                  <a:lnTo>
                    <a:pt x="10020" y="564934"/>
                  </a:lnTo>
                  <a:lnTo>
                    <a:pt x="91871" y="564934"/>
                  </a:lnTo>
                  <a:lnTo>
                    <a:pt x="91871" y="527608"/>
                  </a:lnTo>
                  <a:close/>
                </a:path>
                <a:path w="355600" h="565150">
                  <a:moveTo>
                    <a:pt x="91871" y="335254"/>
                  </a:moveTo>
                  <a:lnTo>
                    <a:pt x="10020" y="335254"/>
                  </a:lnTo>
                  <a:lnTo>
                    <a:pt x="10020" y="372592"/>
                  </a:lnTo>
                  <a:lnTo>
                    <a:pt x="91871" y="372592"/>
                  </a:lnTo>
                  <a:lnTo>
                    <a:pt x="91871" y="335254"/>
                  </a:lnTo>
                  <a:close/>
                </a:path>
                <a:path w="355600" h="565150">
                  <a:moveTo>
                    <a:pt x="196024" y="527608"/>
                  </a:moveTo>
                  <a:lnTo>
                    <a:pt x="121805" y="527608"/>
                  </a:lnTo>
                  <a:lnTo>
                    <a:pt x="121805" y="564934"/>
                  </a:lnTo>
                  <a:lnTo>
                    <a:pt x="196024" y="564934"/>
                  </a:lnTo>
                  <a:lnTo>
                    <a:pt x="196024" y="527608"/>
                  </a:lnTo>
                  <a:close/>
                </a:path>
                <a:path w="355600" h="565150">
                  <a:moveTo>
                    <a:pt x="196024" y="335254"/>
                  </a:moveTo>
                  <a:lnTo>
                    <a:pt x="121805" y="335254"/>
                  </a:lnTo>
                  <a:lnTo>
                    <a:pt x="121805" y="372592"/>
                  </a:lnTo>
                  <a:lnTo>
                    <a:pt x="196024" y="372592"/>
                  </a:lnTo>
                  <a:lnTo>
                    <a:pt x="196024" y="335254"/>
                  </a:lnTo>
                  <a:close/>
                </a:path>
                <a:path w="355600" h="565150">
                  <a:moveTo>
                    <a:pt x="280428" y="527608"/>
                  </a:moveTo>
                  <a:lnTo>
                    <a:pt x="215950" y="527608"/>
                  </a:lnTo>
                  <a:lnTo>
                    <a:pt x="215950" y="564934"/>
                  </a:lnTo>
                  <a:lnTo>
                    <a:pt x="280428" y="564934"/>
                  </a:lnTo>
                  <a:lnTo>
                    <a:pt x="280428" y="527608"/>
                  </a:lnTo>
                  <a:close/>
                </a:path>
                <a:path w="355600" h="565150">
                  <a:moveTo>
                    <a:pt x="280428" y="335254"/>
                  </a:moveTo>
                  <a:lnTo>
                    <a:pt x="215950" y="335254"/>
                  </a:lnTo>
                  <a:lnTo>
                    <a:pt x="215950" y="372592"/>
                  </a:lnTo>
                  <a:lnTo>
                    <a:pt x="280428" y="372592"/>
                  </a:lnTo>
                  <a:lnTo>
                    <a:pt x="280428" y="335254"/>
                  </a:lnTo>
                  <a:close/>
                </a:path>
                <a:path w="355600" h="565150">
                  <a:moveTo>
                    <a:pt x="355409" y="0"/>
                  </a:moveTo>
                  <a:lnTo>
                    <a:pt x="0" y="0"/>
                  </a:lnTo>
                  <a:lnTo>
                    <a:pt x="0" y="25387"/>
                  </a:lnTo>
                  <a:lnTo>
                    <a:pt x="355409" y="25387"/>
                  </a:lnTo>
                  <a:lnTo>
                    <a:pt x="355409" y="0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3" name="object 203" descr=""/>
          <p:cNvSpPr/>
          <p:nvPr/>
        </p:nvSpPr>
        <p:spPr>
          <a:xfrm>
            <a:off x="11744207" y="5325911"/>
            <a:ext cx="627380" cy="25400"/>
          </a:xfrm>
          <a:custGeom>
            <a:avLst/>
            <a:gdLst/>
            <a:ahLst/>
            <a:cxnLst/>
            <a:rect l="l" t="t" r="r" b="b"/>
            <a:pathLst>
              <a:path w="627379" h="25400">
                <a:moveTo>
                  <a:pt x="0" y="25381"/>
                </a:moveTo>
                <a:lnTo>
                  <a:pt x="627237" y="25381"/>
                </a:lnTo>
                <a:lnTo>
                  <a:pt x="627237" y="0"/>
                </a:lnTo>
                <a:lnTo>
                  <a:pt x="0" y="0"/>
                </a:lnTo>
                <a:lnTo>
                  <a:pt x="0" y="25381"/>
                </a:lnTo>
                <a:close/>
              </a:path>
            </a:pathLst>
          </a:custGeom>
          <a:solidFill>
            <a:srgbClr val="FAEBE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" name="object 204" descr=""/>
          <p:cNvSpPr/>
          <p:nvPr/>
        </p:nvSpPr>
        <p:spPr>
          <a:xfrm>
            <a:off x="12441442" y="5325911"/>
            <a:ext cx="52069" cy="25400"/>
          </a:xfrm>
          <a:custGeom>
            <a:avLst/>
            <a:gdLst/>
            <a:ahLst/>
            <a:cxnLst/>
            <a:rect l="l" t="t" r="r" b="b"/>
            <a:pathLst>
              <a:path w="52070" h="25400">
                <a:moveTo>
                  <a:pt x="0" y="25381"/>
                </a:moveTo>
                <a:lnTo>
                  <a:pt x="51443" y="25381"/>
                </a:lnTo>
                <a:lnTo>
                  <a:pt x="51443" y="0"/>
                </a:lnTo>
                <a:lnTo>
                  <a:pt x="0" y="0"/>
                </a:lnTo>
                <a:lnTo>
                  <a:pt x="0" y="25381"/>
                </a:lnTo>
                <a:close/>
              </a:path>
            </a:pathLst>
          </a:custGeom>
          <a:solidFill>
            <a:srgbClr val="FAEBE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" name="object 205" descr=""/>
          <p:cNvSpPr/>
          <p:nvPr/>
        </p:nvSpPr>
        <p:spPr>
          <a:xfrm>
            <a:off x="11807504" y="5351324"/>
            <a:ext cx="564515" cy="14604"/>
          </a:xfrm>
          <a:custGeom>
            <a:avLst/>
            <a:gdLst/>
            <a:ahLst/>
            <a:cxnLst/>
            <a:rect l="l" t="t" r="r" b="b"/>
            <a:pathLst>
              <a:path w="564515" h="14604">
                <a:moveTo>
                  <a:pt x="0" y="14502"/>
                </a:moveTo>
                <a:lnTo>
                  <a:pt x="563940" y="14502"/>
                </a:lnTo>
                <a:lnTo>
                  <a:pt x="563940" y="0"/>
                </a:lnTo>
                <a:lnTo>
                  <a:pt x="0" y="0"/>
                </a:lnTo>
                <a:lnTo>
                  <a:pt x="0" y="14502"/>
                </a:lnTo>
                <a:close/>
              </a:path>
            </a:pathLst>
          </a:custGeom>
          <a:solidFill>
            <a:srgbClr val="000000">
              <a:alpha val="16000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" name="object 206" descr=""/>
          <p:cNvSpPr/>
          <p:nvPr/>
        </p:nvSpPr>
        <p:spPr>
          <a:xfrm>
            <a:off x="12441442" y="5351324"/>
            <a:ext cx="360045" cy="14604"/>
          </a:xfrm>
          <a:custGeom>
            <a:avLst/>
            <a:gdLst/>
            <a:ahLst/>
            <a:cxnLst/>
            <a:rect l="l" t="t" r="r" b="b"/>
            <a:pathLst>
              <a:path w="360045" h="14604">
                <a:moveTo>
                  <a:pt x="0" y="14502"/>
                </a:moveTo>
                <a:lnTo>
                  <a:pt x="359737" y="14502"/>
                </a:lnTo>
                <a:lnTo>
                  <a:pt x="359737" y="0"/>
                </a:lnTo>
                <a:lnTo>
                  <a:pt x="0" y="0"/>
                </a:lnTo>
                <a:lnTo>
                  <a:pt x="0" y="14502"/>
                </a:lnTo>
                <a:close/>
              </a:path>
            </a:pathLst>
          </a:custGeom>
          <a:solidFill>
            <a:srgbClr val="000000">
              <a:alpha val="16000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" name="object 207" descr=""/>
          <p:cNvSpPr/>
          <p:nvPr/>
        </p:nvSpPr>
        <p:spPr>
          <a:xfrm>
            <a:off x="11800939" y="5270687"/>
            <a:ext cx="570865" cy="13335"/>
          </a:xfrm>
          <a:custGeom>
            <a:avLst/>
            <a:gdLst/>
            <a:ahLst/>
            <a:cxnLst/>
            <a:rect l="l" t="t" r="r" b="b"/>
            <a:pathLst>
              <a:path w="570865" h="13335">
                <a:moveTo>
                  <a:pt x="0" y="13130"/>
                </a:moveTo>
                <a:lnTo>
                  <a:pt x="570506" y="13130"/>
                </a:lnTo>
                <a:lnTo>
                  <a:pt x="570506" y="0"/>
                </a:lnTo>
                <a:lnTo>
                  <a:pt x="0" y="0"/>
                </a:lnTo>
                <a:lnTo>
                  <a:pt x="0" y="13130"/>
                </a:lnTo>
                <a:close/>
              </a:path>
            </a:pathLst>
          </a:custGeom>
          <a:solidFill>
            <a:srgbClr val="FAEBE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" name="object 208" descr=""/>
          <p:cNvSpPr/>
          <p:nvPr/>
        </p:nvSpPr>
        <p:spPr>
          <a:xfrm>
            <a:off x="12441442" y="5270687"/>
            <a:ext cx="360680" cy="13335"/>
          </a:xfrm>
          <a:custGeom>
            <a:avLst/>
            <a:gdLst/>
            <a:ahLst/>
            <a:cxnLst/>
            <a:rect l="l" t="t" r="r" b="b"/>
            <a:pathLst>
              <a:path w="360679" h="13335">
                <a:moveTo>
                  <a:pt x="0" y="13130"/>
                </a:moveTo>
                <a:lnTo>
                  <a:pt x="360627" y="13130"/>
                </a:lnTo>
                <a:lnTo>
                  <a:pt x="360627" y="0"/>
                </a:lnTo>
                <a:lnTo>
                  <a:pt x="0" y="0"/>
                </a:lnTo>
                <a:lnTo>
                  <a:pt x="0" y="13130"/>
                </a:lnTo>
                <a:close/>
              </a:path>
            </a:pathLst>
          </a:custGeom>
          <a:solidFill>
            <a:srgbClr val="FAEBE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" name="object 209" descr=""/>
          <p:cNvSpPr/>
          <p:nvPr/>
        </p:nvSpPr>
        <p:spPr>
          <a:xfrm>
            <a:off x="14107628" y="6364169"/>
            <a:ext cx="1054100" cy="725805"/>
          </a:xfrm>
          <a:custGeom>
            <a:avLst/>
            <a:gdLst/>
            <a:ahLst/>
            <a:cxnLst/>
            <a:rect l="l" t="t" r="r" b="b"/>
            <a:pathLst>
              <a:path w="1054100" h="725804">
                <a:moveTo>
                  <a:pt x="1053716" y="0"/>
                </a:moveTo>
                <a:lnTo>
                  <a:pt x="0" y="0"/>
                </a:lnTo>
                <a:lnTo>
                  <a:pt x="0" y="725810"/>
                </a:lnTo>
                <a:lnTo>
                  <a:pt x="360229" y="725810"/>
                </a:lnTo>
                <a:lnTo>
                  <a:pt x="360229" y="455169"/>
                </a:lnTo>
                <a:lnTo>
                  <a:pt x="364685" y="410975"/>
                </a:lnTo>
                <a:lnTo>
                  <a:pt x="377465" y="369811"/>
                </a:lnTo>
                <a:lnTo>
                  <a:pt x="397686" y="332560"/>
                </a:lnTo>
                <a:lnTo>
                  <a:pt x="424466" y="300103"/>
                </a:lnTo>
                <a:lnTo>
                  <a:pt x="456922" y="273323"/>
                </a:lnTo>
                <a:lnTo>
                  <a:pt x="494174" y="253102"/>
                </a:lnTo>
                <a:lnTo>
                  <a:pt x="535338" y="240323"/>
                </a:lnTo>
                <a:lnTo>
                  <a:pt x="579532" y="235867"/>
                </a:lnTo>
                <a:lnTo>
                  <a:pt x="623722" y="240323"/>
                </a:lnTo>
                <a:lnTo>
                  <a:pt x="664883" y="253102"/>
                </a:lnTo>
                <a:lnTo>
                  <a:pt x="702133" y="273323"/>
                </a:lnTo>
                <a:lnTo>
                  <a:pt x="734588" y="300103"/>
                </a:lnTo>
                <a:lnTo>
                  <a:pt x="761368" y="332560"/>
                </a:lnTo>
                <a:lnTo>
                  <a:pt x="781588" y="369811"/>
                </a:lnTo>
                <a:lnTo>
                  <a:pt x="794367" y="410975"/>
                </a:lnTo>
                <a:lnTo>
                  <a:pt x="798823" y="455169"/>
                </a:lnTo>
                <a:lnTo>
                  <a:pt x="798823" y="725810"/>
                </a:lnTo>
                <a:lnTo>
                  <a:pt x="1053716" y="725810"/>
                </a:lnTo>
                <a:lnTo>
                  <a:pt x="1053716" y="0"/>
                </a:lnTo>
                <a:close/>
              </a:path>
            </a:pathLst>
          </a:custGeom>
          <a:solidFill>
            <a:srgbClr val="FAEBE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" name="object 210" descr=""/>
          <p:cNvSpPr/>
          <p:nvPr/>
        </p:nvSpPr>
        <p:spPr>
          <a:xfrm>
            <a:off x="15881370" y="6187466"/>
            <a:ext cx="92075" cy="897890"/>
          </a:xfrm>
          <a:custGeom>
            <a:avLst/>
            <a:gdLst/>
            <a:ahLst/>
            <a:cxnLst/>
            <a:rect l="l" t="t" r="r" b="b"/>
            <a:pathLst>
              <a:path w="92075" h="897890">
                <a:moveTo>
                  <a:pt x="0" y="897407"/>
                </a:moveTo>
                <a:lnTo>
                  <a:pt x="91651" y="897407"/>
                </a:lnTo>
                <a:lnTo>
                  <a:pt x="91651" y="0"/>
                </a:lnTo>
                <a:lnTo>
                  <a:pt x="0" y="0"/>
                </a:lnTo>
                <a:lnTo>
                  <a:pt x="0" y="897407"/>
                </a:lnTo>
                <a:close/>
              </a:path>
            </a:pathLst>
          </a:custGeom>
          <a:solidFill>
            <a:srgbClr val="DFB59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" name="object 211" descr=""/>
          <p:cNvSpPr/>
          <p:nvPr/>
        </p:nvSpPr>
        <p:spPr>
          <a:xfrm>
            <a:off x="15548500" y="6187466"/>
            <a:ext cx="83185" cy="902969"/>
          </a:xfrm>
          <a:custGeom>
            <a:avLst/>
            <a:gdLst/>
            <a:ahLst/>
            <a:cxnLst/>
            <a:rect l="l" t="t" r="r" b="b"/>
            <a:pathLst>
              <a:path w="83184" h="902970">
                <a:moveTo>
                  <a:pt x="0" y="902517"/>
                </a:moveTo>
                <a:lnTo>
                  <a:pt x="82761" y="902517"/>
                </a:lnTo>
                <a:lnTo>
                  <a:pt x="82761" y="0"/>
                </a:lnTo>
                <a:lnTo>
                  <a:pt x="0" y="0"/>
                </a:lnTo>
                <a:lnTo>
                  <a:pt x="0" y="902517"/>
                </a:lnTo>
                <a:close/>
              </a:path>
            </a:pathLst>
          </a:custGeom>
          <a:solidFill>
            <a:srgbClr val="DFB59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" name="object 212" descr=""/>
          <p:cNvSpPr/>
          <p:nvPr/>
        </p:nvSpPr>
        <p:spPr>
          <a:xfrm>
            <a:off x="19009410" y="5730139"/>
            <a:ext cx="515620" cy="37465"/>
          </a:xfrm>
          <a:custGeom>
            <a:avLst/>
            <a:gdLst/>
            <a:ahLst/>
            <a:cxnLst/>
            <a:rect l="l" t="t" r="r" b="b"/>
            <a:pathLst>
              <a:path w="515619" h="37464">
                <a:moveTo>
                  <a:pt x="515178" y="0"/>
                </a:moveTo>
                <a:lnTo>
                  <a:pt x="0" y="0"/>
                </a:lnTo>
                <a:lnTo>
                  <a:pt x="0" y="37213"/>
                </a:lnTo>
                <a:lnTo>
                  <a:pt x="515178" y="37213"/>
                </a:lnTo>
                <a:lnTo>
                  <a:pt x="515178" y="0"/>
                </a:lnTo>
                <a:close/>
              </a:path>
            </a:pathLst>
          </a:custGeom>
          <a:solidFill>
            <a:srgbClr val="FAEBE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13" name="object 213" descr=""/>
          <p:cNvGrpSpPr/>
          <p:nvPr/>
        </p:nvGrpSpPr>
        <p:grpSpPr>
          <a:xfrm>
            <a:off x="11464373" y="5725741"/>
            <a:ext cx="2643505" cy="1364615"/>
            <a:chOff x="11464373" y="5725741"/>
            <a:chExt cx="2643505" cy="1364615"/>
          </a:xfrm>
        </p:grpSpPr>
        <p:sp>
          <p:nvSpPr>
            <p:cNvPr id="214" name="object 214" descr=""/>
            <p:cNvSpPr/>
            <p:nvPr/>
          </p:nvSpPr>
          <p:spPr>
            <a:xfrm>
              <a:off x="13804615" y="6046726"/>
              <a:ext cx="303530" cy="1043305"/>
            </a:xfrm>
            <a:custGeom>
              <a:avLst/>
              <a:gdLst/>
              <a:ahLst/>
              <a:cxnLst/>
              <a:rect l="l" t="t" r="r" b="b"/>
              <a:pathLst>
                <a:path w="303530" h="1043304">
                  <a:moveTo>
                    <a:pt x="303016" y="0"/>
                  </a:moveTo>
                  <a:lnTo>
                    <a:pt x="0" y="0"/>
                  </a:lnTo>
                  <a:lnTo>
                    <a:pt x="0" y="1043256"/>
                  </a:lnTo>
                  <a:lnTo>
                    <a:pt x="303016" y="1043256"/>
                  </a:lnTo>
                  <a:lnTo>
                    <a:pt x="303016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 descr=""/>
            <p:cNvSpPr/>
            <p:nvPr/>
          </p:nvSpPr>
          <p:spPr>
            <a:xfrm>
              <a:off x="12953217" y="6046726"/>
              <a:ext cx="851535" cy="1043305"/>
            </a:xfrm>
            <a:custGeom>
              <a:avLst/>
              <a:gdLst/>
              <a:ahLst/>
              <a:cxnLst/>
              <a:rect l="l" t="t" r="r" b="b"/>
              <a:pathLst>
                <a:path w="851534" h="1043304">
                  <a:moveTo>
                    <a:pt x="851398" y="0"/>
                  </a:moveTo>
                  <a:lnTo>
                    <a:pt x="0" y="0"/>
                  </a:lnTo>
                  <a:lnTo>
                    <a:pt x="0" y="1043256"/>
                  </a:lnTo>
                  <a:lnTo>
                    <a:pt x="851398" y="1043256"/>
                  </a:lnTo>
                  <a:lnTo>
                    <a:pt x="851398" y="0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 descr=""/>
            <p:cNvSpPr/>
            <p:nvPr/>
          </p:nvSpPr>
          <p:spPr>
            <a:xfrm>
              <a:off x="13133019" y="6314268"/>
              <a:ext cx="469265" cy="99695"/>
            </a:xfrm>
            <a:custGeom>
              <a:avLst/>
              <a:gdLst/>
              <a:ahLst/>
              <a:cxnLst/>
              <a:rect l="l" t="t" r="r" b="b"/>
              <a:pathLst>
                <a:path w="469265" h="99695">
                  <a:moveTo>
                    <a:pt x="42367" y="0"/>
                  </a:moveTo>
                  <a:lnTo>
                    <a:pt x="0" y="0"/>
                  </a:lnTo>
                  <a:lnTo>
                    <a:pt x="0" y="98818"/>
                  </a:lnTo>
                  <a:lnTo>
                    <a:pt x="42367" y="98818"/>
                  </a:lnTo>
                  <a:lnTo>
                    <a:pt x="42367" y="0"/>
                  </a:lnTo>
                  <a:close/>
                </a:path>
                <a:path w="469265" h="99695">
                  <a:moveTo>
                    <a:pt x="468782" y="495"/>
                  </a:moveTo>
                  <a:lnTo>
                    <a:pt x="426415" y="495"/>
                  </a:lnTo>
                  <a:lnTo>
                    <a:pt x="426415" y="99326"/>
                  </a:lnTo>
                  <a:lnTo>
                    <a:pt x="468782" y="99326"/>
                  </a:lnTo>
                  <a:lnTo>
                    <a:pt x="468782" y="495"/>
                  </a:lnTo>
                  <a:close/>
                </a:path>
              </a:pathLst>
            </a:custGeom>
            <a:solidFill>
              <a:srgbClr val="DFB5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 descr=""/>
            <p:cNvSpPr/>
            <p:nvPr/>
          </p:nvSpPr>
          <p:spPr>
            <a:xfrm>
              <a:off x="11532476" y="5725750"/>
              <a:ext cx="1421130" cy="1364615"/>
            </a:xfrm>
            <a:custGeom>
              <a:avLst/>
              <a:gdLst/>
              <a:ahLst/>
              <a:cxnLst/>
              <a:rect l="l" t="t" r="r" b="b"/>
              <a:pathLst>
                <a:path w="1421129" h="1364615">
                  <a:moveTo>
                    <a:pt x="1420736" y="416852"/>
                  </a:moveTo>
                  <a:lnTo>
                    <a:pt x="817283" y="416852"/>
                  </a:lnTo>
                  <a:lnTo>
                    <a:pt x="817283" y="0"/>
                  </a:lnTo>
                  <a:lnTo>
                    <a:pt x="0" y="0"/>
                  </a:lnTo>
                  <a:lnTo>
                    <a:pt x="0" y="1364234"/>
                  </a:lnTo>
                  <a:lnTo>
                    <a:pt x="761682" y="1364234"/>
                  </a:lnTo>
                  <a:lnTo>
                    <a:pt x="817283" y="1364234"/>
                  </a:lnTo>
                  <a:lnTo>
                    <a:pt x="1420736" y="1364234"/>
                  </a:lnTo>
                  <a:lnTo>
                    <a:pt x="1420736" y="1325956"/>
                  </a:lnTo>
                  <a:lnTo>
                    <a:pt x="1420736" y="416852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 descr=""/>
            <p:cNvSpPr/>
            <p:nvPr/>
          </p:nvSpPr>
          <p:spPr>
            <a:xfrm>
              <a:off x="12349759" y="5725750"/>
              <a:ext cx="106680" cy="1364615"/>
            </a:xfrm>
            <a:custGeom>
              <a:avLst/>
              <a:gdLst/>
              <a:ahLst/>
              <a:cxnLst/>
              <a:rect l="l" t="t" r="r" b="b"/>
              <a:pathLst>
                <a:path w="106679" h="1364615">
                  <a:moveTo>
                    <a:pt x="106464" y="0"/>
                  </a:moveTo>
                  <a:lnTo>
                    <a:pt x="0" y="0"/>
                  </a:lnTo>
                  <a:lnTo>
                    <a:pt x="0" y="1325956"/>
                  </a:lnTo>
                  <a:lnTo>
                    <a:pt x="0" y="1364234"/>
                  </a:lnTo>
                  <a:lnTo>
                    <a:pt x="106464" y="1364234"/>
                  </a:lnTo>
                  <a:lnTo>
                    <a:pt x="106464" y="1325956"/>
                  </a:lnTo>
                  <a:lnTo>
                    <a:pt x="106464" y="0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 descr=""/>
            <p:cNvSpPr/>
            <p:nvPr/>
          </p:nvSpPr>
          <p:spPr>
            <a:xfrm>
              <a:off x="11464366" y="5962605"/>
              <a:ext cx="1489075" cy="1127760"/>
            </a:xfrm>
            <a:custGeom>
              <a:avLst/>
              <a:gdLst/>
              <a:ahLst/>
              <a:cxnLst/>
              <a:rect l="l" t="t" r="r" b="b"/>
              <a:pathLst>
                <a:path w="1489075" h="1127759">
                  <a:moveTo>
                    <a:pt x="68110" y="0"/>
                  </a:moveTo>
                  <a:lnTo>
                    <a:pt x="0" y="0"/>
                  </a:lnTo>
                  <a:lnTo>
                    <a:pt x="0" y="1127379"/>
                  </a:lnTo>
                  <a:lnTo>
                    <a:pt x="68110" y="1127379"/>
                  </a:lnTo>
                  <a:lnTo>
                    <a:pt x="68110" y="0"/>
                  </a:lnTo>
                  <a:close/>
                </a:path>
                <a:path w="1489075" h="1127759">
                  <a:moveTo>
                    <a:pt x="1488846" y="177431"/>
                  </a:moveTo>
                  <a:lnTo>
                    <a:pt x="1337703" y="177431"/>
                  </a:lnTo>
                  <a:lnTo>
                    <a:pt x="1337703" y="1127379"/>
                  </a:lnTo>
                  <a:lnTo>
                    <a:pt x="1488846" y="1127379"/>
                  </a:lnTo>
                  <a:lnTo>
                    <a:pt x="1488846" y="177431"/>
                  </a:lnTo>
                  <a:close/>
                </a:path>
              </a:pathLst>
            </a:custGeom>
            <a:solidFill>
              <a:srgbClr val="DFB593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0" name="object 220" descr=""/>
          <p:cNvSpPr/>
          <p:nvPr/>
        </p:nvSpPr>
        <p:spPr>
          <a:xfrm>
            <a:off x="8787511" y="6493147"/>
            <a:ext cx="144145" cy="596900"/>
          </a:xfrm>
          <a:custGeom>
            <a:avLst/>
            <a:gdLst/>
            <a:ahLst/>
            <a:cxnLst/>
            <a:rect l="l" t="t" r="r" b="b"/>
            <a:pathLst>
              <a:path w="144145" h="596900">
                <a:moveTo>
                  <a:pt x="143903" y="0"/>
                </a:moveTo>
                <a:lnTo>
                  <a:pt x="0" y="0"/>
                </a:lnTo>
                <a:lnTo>
                  <a:pt x="0" y="553313"/>
                </a:lnTo>
                <a:lnTo>
                  <a:pt x="0" y="596836"/>
                </a:lnTo>
                <a:lnTo>
                  <a:pt x="143903" y="596836"/>
                </a:lnTo>
                <a:lnTo>
                  <a:pt x="143903" y="553313"/>
                </a:lnTo>
                <a:lnTo>
                  <a:pt x="143903" y="0"/>
                </a:lnTo>
                <a:close/>
              </a:path>
            </a:pathLst>
          </a:custGeom>
          <a:solidFill>
            <a:srgbClr val="DFB59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21" name="object 221" descr=""/>
          <p:cNvGrpSpPr/>
          <p:nvPr/>
        </p:nvGrpSpPr>
        <p:grpSpPr>
          <a:xfrm>
            <a:off x="6970845" y="6634530"/>
            <a:ext cx="1155700" cy="455930"/>
            <a:chOff x="6970845" y="6634530"/>
            <a:chExt cx="1155700" cy="455930"/>
          </a:xfrm>
        </p:grpSpPr>
        <p:sp>
          <p:nvSpPr>
            <p:cNvPr id="222" name="object 222" descr=""/>
            <p:cNvSpPr/>
            <p:nvPr/>
          </p:nvSpPr>
          <p:spPr>
            <a:xfrm>
              <a:off x="6970839" y="6655542"/>
              <a:ext cx="1155700" cy="434975"/>
            </a:xfrm>
            <a:custGeom>
              <a:avLst/>
              <a:gdLst/>
              <a:ahLst/>
              <a:cxnLst/>
              <a:rect l="l" t="t" r="r" b="b"/>
              <a:pathLst>
                <a:path w="1155700" h="434975">
                  <a:moveTo>
                    <a:pt x="1155077" y="0"/>
                  </a:moveTo>
                  <a:lnTo>
                    <a:pt x="0" y="0"/>
                  </a:lnTo>
                  <a:lnTo>
                    <a:pt x="0" y="23939"/>
                  </a:lnTo>
                  <a:lnTo>
                    <a:pt x="0" y="30429"/>
                  </a:lnTo>
                  <a:lnTo>
                    <a:pt x="0" y="286016"/>
                  </a:lnTo>
                  <a:lnTo>
                    <a:pt x="0" y="309587"/>
                  </a:lnTo>
                  <a:lnTo>
                    <a:pt x="0" y="434441"/>
                  </a:lnTo>
                  <a:lnTo>
                    <a:pt x="1155077" y="434441"/>
                  </a:lnTo>
                  <a:lnTo>
                    <a:pt x="1155077" y="309587"/>
                  </a:lnTo>
                  <a:lnTo>
                    <a:pt x="1155077" y="286016"/>
                  </a:lnTo>
                  <a:lnTo>
                    <a:pt x="1155077" y="30429"/>
                  </a:lnTo>
                  <a:lnTo>
                    <a:pt x="1155077" y="23939"/>
                  </a:lnTo>
                  <a:lnTo>
                    <a:pt x="1155077" y="0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23" name="object 223" descr="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7998746" y="6836912"/>
              <a:ext cx="88583" cy="253070"/>
            </a:xfrm>
            <a:prstGeom prst="rect">
              <a:avLst/>
            </a:prstGeom>
          </p:spPr>
        </p:pic>
        <p:pic>
          <p:nvPicPr>
            <p:cNvPr id="224" name="object 224" descr="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7884547" y="6836912"/>
              <a:ext cx="88583" cy="253070"/>
            </a:xfrm>
            <a:prstGeom prst="rect">
              <a:avLst/>
            </a:prstGeom>
          </p:spPr>
        </p:pic>
        <p:pic>
          <p:nvPicPr>
            <p:cNvPr id="225" name="object 225" descr="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7770347" y="6836912"/>
              <a:ext cx="88583" cy="253070"/>
            </a:xfrm>
            <a:prstGeom prst="rect">
              <a:avLst/>
            </a:prstGeom>
          </p:spPr>
        </p:pic>
        <p:pic>
          <p:nvPicPr>
            <p:cNvPr id="226" name="object 226" descr="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7656148" y="6836912"/>
              <a:ext cx="88578" cy="253070"/>
            </a:xfrm>
            <a:prstGeom prst="rect">
              <a:avLst/>
            </a:prstGeom>
          </p:spPr>
        </p:pic>
        <p:pic>
          <p:nvPicPr>
            <p:cNvPr id="227" name="object 227" descr="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7541948" y="6836912"/>
              <a:ext cx="88583" cy="253070"/>
            </a:xfrm>
            <a:prstGeom prst="rect">
              <a:avLst/>
            </a:prstGeom>
          </p:spPr>
        </p:pic>
        <p:pic>
          <p:nvPicPr>
            <p:cNvPr id="228" name="object 228" descr="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7427748" y="6836912"/>
              <a:ext cx="88579" cy="253070"/>
            </a:xfrm>
            <a:prstGeom prst="rect">
              <a:avLst/>
            </a:prstGeom>
          </p:spPr>
        </p:pic>
        <p:pic>
          <p:nvPicPr>
            <p:cNvPr id="229" name="object 229" descr="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7313547" y="6836912"/>
              <a:ext cx="88583" cy="253070"/>
            </a:xfrm>
            <a:prstGeom prst="rect">
              <a:avLst/>
            </a:prstGeom>
          </p:spPr>
        </p:pic>
        <p:pic>
          <p:nvPicPr>
            <p:cNvPr id="230" name="object 230" descr="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7199348" y="6836912"/>
              <a:ext cx="88579" cy="253070"/>
            </a:xfrm>
            <a:prstGeom prst="rect">
              <a:avLst/>
            </a:prstGeom>
          </p:spPr>
        </p:pic>
        <p:pic>
          <p:nvPicPr>
            <p:cNvPr id="231" name="object 231" descr="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7085147" y="6836912"/>
              <a:ext cx="88583" cy="253070"/>
            </a:xfrm>
            <a:prstGeom prst="rect">
              <a:avLst/>
            </a:prstGeom>
          </p:spPr>
        </p:pic>
        <p:sp>
          <p:nvSpPr>
            <p:cNvPr id="232" name="object 232" descr=""/>
            <p:cNvSpPr/>
            <p:nvPr/>
          </p:nvSpPr>
          <p:spPr>
            <a:xfrm>
              <a:off x="6971033" y="6634530"/>
              <a:ext cx="1149985" cy="21590"/>
            </a:xfrm>
            <a:custGeom>
              <a:avLst/>
              <a:gdLst/>
              <a:ahLst/>
              <a:cxnLst/>
              <a:rect l="l" t="t" r="r" b="b"/>
              <a:pathLst>
                <a:path w="1149984" h="21590">
                  <a:moveTo>
                    <a:pt x="0" y="21004"/>
                  </a:moveTo>
                  <a:lnTo>
                    <a:pt x="1149525" y="21004"/>
                  </a:lnTo>
                  <a:lnTo>
                    <a:pt x="1149525" y="0"/>
                  </a:lnTo>
                  <a:lnTo>
                    <a:pt x="0" y="0"/>
                  </a:lnTo>
                  <a:lnTo>
                    <a:pt x="0" y="21004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 descr=""/>
            <p:cNvSpPr/>
            <p:nvPr/>
          </p:nvSpPr>
          <p:spPr>
            <a:xfrm>
              <a:off x="8099449" y="6655242"/>
              <a:ext cx="21590" cy="434975"/>
            </a:xfrm>
            <a:custGeom>
              <a:avLst/>
              <a:gdLst/>
              <a:ahLst/>
              <a:cxnLst/>
              <a:rect l="l" t="t" r="r" b="b"/>
              <a:pathLst>
                <a:path w="21590" h="434975">
                  <a:moveTo>
                    <a:pt x="0" y="434740"/>
                  </a:moveTo>
                  <a:lnTo>
                    <a:pt x="21559" y="434740"/>
                  </a:lnTo>
                  <a:lnTo>
                    <a:pt x="21559" y="0"/>
                  </a:lnTo>
                  <a:lnTo>
                    <a:pt x="0" y="0"/>
                  </a:lnTo>
                  <a:lnTo>
                    <a:pt x="0" y="434740"/>
                  </a:lnTo>
                  <a:close/>
                </a:path>
              </a:pathLst>
            </a:custGeom>
            <a:solidFill>
              <a:srgbClr val="DFB593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4" name="object 234" descr=""/>
          <p:cNvGrpSpPr/>
          <p:nvPr/>
        </p:nvGrpSpPr>
        <p:grpSpPr>
          <a:xfrm>
            <a:off x="4443016" y="3211658"/>
            <a:ext cx="103505" cy="675005"/>
            <a:chOff x="4443016" y="3211658"/>
            <a:chExt cx="103505" cy="675005"/>
          </a:xfrm>
        </p:grpSpPr>
        <p:pic>
          <p:nvPicPr>
            <p:cNvPr id="235" name="object 235" descr="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4453342" y="3211658"/>
              <a:ext cx="79044" cy="333605"/>
            </a:xfrm>
            <a:prstGeom prst="rect">
              <a:avLst/>
            </a:prstGeom>
          </p:spPr>
        </p:pic>
        <p:sp>
          <p:nvSpPr>
            <p:cNvPr id="236" name="object 236" descr=""/>
            <p:cNvSpPr/>
            <p:nvPr/>
          </p:nvSpPr>
          <p:spPr>
            <a:xfrm>
              <a:off x="4443006" y="3533387"/>
              <a:ext cx="103505" cy="353695"/>
            </a:xfrm>
            <a:custGeom>
              <a:avLst/>
              <a:gdLst/>
              <a:ahLst/>
              <a:cxnLst/>
              <a:rect l="l" t="t" r="r" b="b"/>
              <a:pathLst>
                <a:path w="103504" h="353695">
                  <a:moveTo>
                    <a:pt x="102933" y="0"/>
                  </a:moveTo>
                  <a:lnTo>
                    <a:pt x="0" y="0"/>
                  </a:lnTo>
                  <a:lnTo>
                    <a:pt x="0" y="11874"/>
                  </a:lnTo>
                  <a:lnTo>
                    <a:pt x="0" y="32766"/>
                  </a:lnTo>
                  <a:lnTo>
                    <a:pt x="17957" y="52933"/>
                  </a:lnTo>
                  <a:lnTo>
                    <a:pt x="17767" y="52933"/>
                  </a:lnTo>
                  <a:lnTo>
                    <a:pt x="17767" y="353237"/>
                  </a:lnTo>
                  <a:lnTo>
                    <a:pt x="50660" y="353237"/>
                  </a:lnTo>
                  <a:lnTo>
                    <a:pt x="85572" y="353237"/>
                  </a:lnTo>
                  <a:lnTo>
                    <a:pt x="85572" y="52933"/>
                  </a:lnTo>
                  <a:lnTo>
                    <a:pt x="85852" y="52933"/>
                  </a:lnTo>
                  <a:lnTo>
                    <a:pt x="102933" y="32766"/>
                  </a:lnTo>
                  <a:lnTo>
                    <a:pt x="102933" y="11887"/>
                  </a:lnTo>
                  <a:lnTo>
                    <a:pt x="102933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7" name="object 237" descr=""/>
          <p:cNvGrpSpPr/>
          <p:nvPr/>
        </p:nvGrpSpPr>
        <p:grpSpPr>
          <a:xfrm>
            <a:off x="4359605" y="5417112"/>
            <a:ext cx="272415" cy="124460"/>
            <a:chOff x="4359605" y="5417112"/>
            <a:chExt cx="272415" cy="124460"/>
          </a:xfrm>
        </p:grpSpPr>
        <p:sp>
          <p:nvSpPr>
            <p:cNvPr id="238" name="object 238" descr=""/>
            <p:cNvSpPr/>
            <p:nvPr/>
          </p:nvSpPr>
          <p:spPr>
            <a:xfrm>
              <a:off x="4359605" y="5417115"/>
              <a:ext cx="272415" cy="124460"/>
            </a:xfrm>
            <a:custGeom>
              <a:avLst/>
              <a:gdLst/>
              <a:ahLst/>
              <a:cxnLst/>
              <a:rect l="l" t="t" r="r" b="b"/>
              <a:pathLst>
                <a:path w="272414" h="124460">
                  <a:moveTo>
                    <a:pt x="272084" y="0"/>
                  </a:moveTo>
                  <a:lnTo>
                    <a:pt x="0" y="0"/>
                  </a:lnTo>
                  <a:lnTo>
                    <a:pt x="0" y="24206"/>
                  </a:lnTo>
                  <a:lnTo>
                    <a:pt x="23685" y="24206"/>
                  </a:lnTo>
                  <a:lnTo>
                    <a:pt x="23685" y="123901"/>
                  </a:lnTo>
                  <a:lnTo>
                    <a:pt x="248386" y="123901"/>
                  </a:lnTo>
                  <a:lnTo>
                    <a:pt x="248386" y="24206"/>
                  </a:lnTo>
                  <a:lnTo>
                    <a:pt x="272084" y="24206"/>
                  </a:lnTo>
                  <a:lnTo>
                    <a:pt x="272084" y="0"/>
                  </a:lnTo>
                  <a:close/>
                </a:path>
              </a:pathLst>
            </a:custGeom>
            <a:solidFill>
              <a:srgbClr val="DFBC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 descr=""/>
            <p:cNvSpPr/>
            <p:nvPr/>
          </p:nvSpPr>
          <p:spPr>
            <a:xfrm>
              <a:off x="4383301" y="5441310"/>
              <a:ext cx="224790" cy="26670"/>
            </a:xfrm>
            <a:custGeom>
              <a:avLst/>
              <a:gdLst/>
              <a:ahLst/>
              <a:cxnLst/>
              <a:rect l="l" t="t" r="r" b="b"/>
              <a:pathLst>
                <a:path w="224789" h="26670">
                  <a:moveTo>
                    <a:pt x="224694" y="0"/>
                  </a:moveTo>
                  <a:lnTo>
                    <a:pt x="0" y="0"/>
                  </a:lnTo>
                  <a:lnTo>
                    <a:pt x="0" y="26491"/>
                  </a:lnTo>
                  <a:lnTo>
                    <a:pt x="224694" y="26491"/>
                  </a:lnTo>
                  <a:lnTo>
                    <a:pt x="224694" y="0"/>
                  </a:lnTo>
                  <a:close/>
                </a:path>
              </a:pathLst>
            </a:custGeom>
            <a:solidFill>
              <a:srgbClr val="DFB593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0" name="object 240" descr=""/>
          <p:cNvGrpSpPr/>
          <p:nvPr/>
        </p:nvGrpSpPr>
        <p:grpSpPr>
          <a:xfrm>
            <a:off x="4364725" y="3869505"/>
            <a:ext cx="259079" cy="1548130"/>
            <a:chOff x="4364725" y="3869505"/>
            <a:chExt cx="259079" cy="1548130"/>
          </a:xfrm>
        </p:grpSpPr>
        <p:sp>
          <p:nvSpPr>
            <p:cNvPr id="241" name="object 241" descr=""/>
            <p:cNvSpPr/>
            <p:nvPr/>
          </p:nvSpPr>
          <p:spPr>
            <a:xfrm>
              <a:off x="4410024" y="3945718"/>
              <a:ext cx="170815" cy="1471930"/>
            </a:xfrm>
            <a:custGeom>
              <a:avLst/>
              <a:gdLst/>
              <a:ahLst/>
              <a:cxnLst/>
              <a:rect l="l" t="t" r="r" b="b"/>
              <a:pathLst>
                <a:path w="170814" h="1471929">
                  <a:moveTo>
                    <a:pt x="143751" y="0"/>
                  </a:moveTo>
                  <a:lnTo>
                    <a:pt x="25133" y="0"/>
                  </a:lnTo>
                  <a:lnTo>
                    <a:pt x="25133" y="603745"/>
                  </a:lnTo>
                  <a:lnTo>
                    <a:pt x="143751" y="603745"/>
                  </a:lnTo>
                  <a:lnTo>
                    <a:pt x="143751" y="0"/>
                  </a:lnTo>
                  <a:close/>
                </a:path>
                <a:path w="170814" h="1471929">
                  <a:moveTo>
                    <a:pt x="170561" y="637603"/>
                  </a:moveTo>
                  <a:lnTo>
                    <a:pt x="170561" y="637603"/>
                  </a:lnTo>
                  <a:lnTo>
                    <a:pt x="0" y="637603"/>
                  </a:lnTo>
                  <a:lnTo>
                    <a:pt x="0" y="1471396"/>
                  </a:lnTo>
                  <a:lnTo>
                    <a:pt x="170561" y="1471396"/>
                  </a:lnTo>
                  <a:lnTo>
                    <a:pt x="170561" y="637603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 descr=""/>
            <p:cNvSpPr/>
            <p:nvPr/>
          </p:nvSpPr>
          <p:spPr>
            <a:xfrm>
              <a:off x="4409884" y="5187651"/>
              <a:ext cx="170815" cy="91440"/>
            </a:xfrm>
            <a:custGeom>
              <a:avLst/>
              <a:gdLst/>
              <a:ahLst/>
              <a:cxnLst/>
              <a:rect l="l" t="t" r="r" b="b"/>
              <a:pathLst>
                <a:path w="170814" h="91439">
                  <a:moveTo>
                    <a:pt x="170561" y="66560"/>
                  </a:moveTo>
                  <a:lnTo>
                    <a:pt x="0" y="66560"/>
                  </a:lnTo>
                  <a:lnTo>
                    <a:pt x="0" y="91084"/>
                  </a:lnTo>
                  <a:lnTo>
                    <a:pt x="170561" y="91084"/>
                  </a:lnTo>
                  <a:lnTo>
                    <a:pt x="170561" y="66560"/>
                  </a:lnTo>
                  <a:close/>
                </a:path>
                <a:path w="170814" h="91439">
                  <a:moveTo>
                    <a:pt x="170700" y="0"/>
                  </a:moveTo>
                  <a:lnTo>
                    <a:pt x="127" y="0"/>
                  </a:lnTo>
                  <a:lnTo>
                    <a:pt x="127" y="24523"/>
                  </a:lnTo>
                  <a:lnTo>
                    <a:pt x="170700" y="24523"/>
                  </a:lnTo>
                  <a:lnTo>
                    <a:pt x="170700" y="0"/>
                  </a:lnTo>
                  <a:close/>
                </a:path>
              </a:pathLst>
            </a:custGeom>
            <a:solidFill>
              <a:srgbClr val="DFB593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 descr=""/>
            <p:cNvSpPr/>
            <p:nvPr/>
          </p:nvSpPr>
          <p:spPr>
            <a:xfrm>
              <a:off x="4364723" y="4530197"/>
              <a:ext cx="259079" cy="365125"/>
            </a:xfrm>
            <a:custGeom>
              <a:avLst/>
              <a:gdLst/>
              <a:ahLst/>
              <a:cxnLst/>
              <a:rect l="l" t="t" r="r" b="b"/>
              <a:pathLst>
                <a:path w="259079" h="365125">
                  <a:moveTo>
                    <a:pt x="215722" y="340398"/>
                  </a:moveTo>
                  <a:lnTo>
                    <a:pt x="45161" y="340398"/>
                  </a:lnTo>
                  <a:lnTo>
                    <a:pt x="45161" y="364921"/>
                  </a:lnTo>
                  <a:lnTo>
                    <a:pt x="215722" y="364921"/>
                  </a:lnTo>
                  <a:lnTo>
                    <a:pt x="215722" y="340398"/>
                  </a:lnTo>
                  <a:close/>
                </a:path>
                <a:path w="259079" h="365125">
                  <a:moveTo>
                    <a:pt x="215722" y="273837"/>
                  </a:moveTo>
                  <a:lnTo>
                    <a:pt x="45161" y="273837"/>
                  </a:lnTo>
                  <a:lnTo>
                    <a:pt x="45161" y="298361"/>
                  </a:lnTo>
                  <a:lnTo>
                    <a:pt x="215722" y="298361"/>
                  </a:lnTo>
                  <a:lnTo>
                    <a:pt x="215722" y="273837"/>
                  </a:lnTo>
                  <a:close/>
                </a:path>
                <a:path w="259079" h="365125">
                  <a:moveTo>
                    <a:pt x="258800" y="0"/>
                  </a:moveTo>
                  <a:lnTo>
                    <a:pt x="0" y="0"/>
                  </a:lnTo>
                  <a:lnTo>
                    <a:pt x="0" y="19265"/>
                  </a:lnTo>
                  <a:lnTo>
                    <a:pt x="0" y="53124"/>
                  </a:lnTo>
                  <a:lnTo>
                    <a:pt x="45161" y="85826"/>
                  </a:lnTo>
                  <a:lnTo>
                    <a:pt x="215861" y="85826"/>
                  </a:lnTo>
                  <a:lnTo>
                    <a:pt x="258800" y="53124"/>
                  </a:lnTo>
                  <a:lnTo>
                    <a:pt x="258800" y="19265"/>
                  </a:lnTo>
                  <a:lnTo>
                    <a:pt x="258800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44" name="object 244" descr="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4404095" y="3869505"/>
              <a:ext cx="180068" cy="76204"/>
            </a:xfrm>
            <a:prstGeom prst="rect">
              <a:avLst/>
            </a:prstGeom>
          </p:spPr>
        </p:pic>
      </p:grpSp>
      <p:sp>
        <p:nvSpPr>
          <p:cNvPr id="245" name="object 245" descr=""/>
          <p:cNvSpPr/>
          <p:nvPr/>
        </p:nvSpPr>
        <p:spPr>
          <a:xfrm>
            <a:off x="10132834" y="6446716"/>
            <a:ext cx="1631950" cy="643890"/>
          </a:xfrm>
          <a:custGeom>
            <a:avLst/>
            <a:gdLst/>
            <a:ahLst/>
            <a:cxnLst/>
            <a:rect l="l" t="t" r="r" b="b"/>
            <a:pathLst>
              <a:path w="1631950" h="643890">
                <a:moveTo>
                  <a:pt x="1631327" y="29603"/>
                </a:moveTo>
                <a:lnTo>
                  <a:pt x="1631048" y="29603"/>
                </a:lnTo>
                <a:lnTo>
                  <a:pt x="1631048" y="0"/>
                </a:lnTo>
                <a:lnTo>
                  <a:pt x="1617192" y="0"/>
                </a:lnTo>
                <a:lnTo>
                  <a:pt x="1617192" y="29603"/>
                </a:lnTo>
                <a:lnTo>
                  <a:pt x="1600085" y="29603"/>
                </a:lnTo>
                <a:lnTo>
                  <a:pt x="1600085" y="0"/>
                </a:lnTo>
                <a:lnTo>
                  <a:pt x="1586242" y="0"/>
                </a:lnTo>
                <a:lnTo>
                  <a:pt x="1586242" y="29603"/>
                </a:lnTo>
                <a:lnTo>
                  <a:pt x="1569135" y="29603"/>
                </a:lnTo>
                <a:lnTo>
                  <a:pt x="1569135" y="0"/>
                </a:lnTo>
                <a:lnTo>
                  <a:pt x="1555280" y="0"/>
                </a:lnTo>
                <a:lnTo>
                  <a:pt x="1555280" y="29603"/>
                </a:lnTo>
                <a:lnTo>
                  <a:pt x="1538185" y="29603"/>
                </a:lnTo>
                <a:lnTo>
                  <a:pt x="1538185" y="0"/>
                </a:lnTo>
                <a:lnTo>
                  <a:pt x="1524330" y="0"/>
                </a:lnTo>
                <a:lnTo>
                  <a:pt x="1524330" y="29603"/>
                </a:lnTo>
                <a:lnTo>
                  <a:pt x="1507236" y="29603"/>
                </a:lnTo>
                <a:lnTo>
                  <a:pt x="1507236" y="0"/>
                </a:lnTo>
                <a:lnTo>
                  <a:pt x="1493367" y="0"/>
                </a:lnTo>
                <a:lnTo>
                  <a:pt x="1493367" y="29603"/>
                </a:lnTo>
                <a:lnTo>
                  <a:pt x="1476286" y="29603"/>
                </a:lnTo>
                <a:lnTo>
                  <a:pt x="1476286" y="0"/>
                </a:lnTo>
                <a:lnTo>
                  <a:pt x="1462417" y="0"/>
                </a:lnTo>
                <a:lnTo>
                  <a:pt x="1462417" y="29603"/>
                </a:lnTo>
                <a:lnTo>
                  <a:pt x="1445323" y="29603"/>
                </a:lnTo>
                <a:lnTo>
                  <a:pt x="1445323" y="0"/>
                </a:lnTo>
                <a:lnTo>
                  <a:pt x="1431467" y="0"/>
                </a:lnTo>
                <a:lnTo>
                  <a:pt x="1431467" y="29603"/>
                </a:lnTo>
                <a:lnTo>
                  <a:pt x="1414373" y="29603"/>
                </a:lnTo>
                <a:lnTo>
                  <a:pt x="1414373" y="0"/>
                </a:lnTo>
                <a:lnTo>
                  <a:pt x="1400517" y="0"/>
                </a:lnTo>
                <a:lnTo>
                  <a:pt x="1400517" y="29603"/>
                </a:lnTo>
                <a:lnTo>
                  <a:pt x="1383411" y="29603"/>
                </a:lnTo>
                <a:lnTo>
                  <a:pt x="1383411" y="0"/>
                </a:lnTo>
                <a:lnTo>
                  <a:pt x="1369568" y="0"/>
                </a:lnTo>
                <a:lnTo>
                  <a:pt x="1369568" y="29603"/>
                </a:lnTo>
                <a:lnTo>
                  <a:pt x="1352461" y="29603"/>
                </a:lnTo>
                <a:lnTo>
                  <a:pt x="1352461" y="0"/>
                </a:lnTo>
                <a:lnTo>
                  <a:pt x="1338605" y="0"/>
                </a:lnTo>
                <a:lnTo>
                  <a:pt x="1338605" y="29603"/>
                </a:lnTo>
                <a:lnTo>
                  <a:pt x="1321511" y="29603"/>
                </a:lnTo>
                <a:lnTo>
                  <a:pt x="1321511" y="0"/>
                </a:lnTo>
                <a:lnTo>
                  <a:pt x="1307655" y="0"/>
                </a:lnTo>
                <a:lnTo>
                  <a:pt x="1307655" y="29603"/>
                </a:lnTo>
                <a:lnTo>
                  <a:pt x="1290561" y="29603"/>
                </a:lnTo>
                <a:lnTo>
                  <a:pt x="1290561" y="0"/>
                </a:lnTo>
                <a:lnTo>
                  <a:pt x="1276692" y="0"/>
                </a:lnTo>
                <a:lnTo>
                  <a:pt x="1276692" y="29603"/>
                </a:lnTo>
                <a:lnTo>
                  <a:pt x="1259598" y="29603"/>
                </a:lnTo>
                <a:lnTo>
                  <a:pt x="1259598" y="0"/>
                </a:lnTo>
                <a:lnTo>
                  <a:pt x="1245743" y="0"/>
                </a:lnTo>
                <a:lnTo>
                  <a:pt x="1245743" y="29603"/>
                </a:lnTo>
                <a:lnTo>
                  <a:pt x="1228648" y="29603"/>
                </a:lnTo>
                <a:lnTo>
                  <a:pt x="1228648" y="0"/>
                </a:lnTo>
                <a:lnTo>
                  <a:pt x="1214793" y="0"/>
                </a:lnTo>
                <a:lnTo>
                  <a:pt x="1214793" y="29603"/>
                </a:lnTo>
                <a:lnTo>
                  <a:pt x="1197698" y="29603"/>
                </a:lnTo>
                <a:lnTo>
                  <a:pt x="1197698" y="0"/>
                </a:lnTo>
                <a:lnTo>
                  <a:pt x="1183843" y="0"/>
                </a:lnTo>
                <a:lnTo>
                  <a:pt x="1183843" y="29603"/>
                </a:lnTo>
                <a:lnTo>
                  <a:pt x="1166749" y="29603"/>
                </a:lnTo>
                <a:lnTo>
                  <a:pt x="1166749" y="0"/>
                </a:lnTo>
                <a:lnTo>
                  <a:pt x="1152893" y="0"/>
                </a:lnTo>
                <a:lnTo>
                  <a:pt x="1152893" y="29603"/>
                </a:lnTo>
                <a:lnTo>
                  <a:pt x="1135786" y="29603"/>
                </a:lnTo>
                <a:lnTo>
                  <a:pt x="1135786" y="0"/>
                </a:lnTo>
                <a:lnTo>
                  <a:pt x="1121930" y="0"/>
                </a:lnTo>
                <a:lnTo>
                  <a:pt x="1121930" y="29603"/>
                </a:lnTo>
                <a:lnTo>
                  <a:pt x="1104836" y="29603"/>
                </a:lnTo>
                <a:lnTo>
                  <a:pt x="1104836" y="0"/>
                </a:lnTo>
                <a:lnTo>
                  <a:pt x="1090980" y="0"/>
                </a:lnTo>
                <a:lnTo>
                  <a:pt x="1090980" y="29603"/>
                </a:lnTo>
                <a:lnTo>
                  <a:pt x="1073873" y="29603"/>
                </a:lnTo>
                <a:lnTo>
                  <a:pt x="1073873" y="0"/>
                </a:lnTo>
                <a:lnTo>
                  <a:pt x="1060018" y="0"/>
                </a:lnTo>
                <a:lnTo>
                  <a:pt x="1060018" y="29603"/>
                </a:lnTo>
                <a:lnTo>
                  <a:pt x="1042924" y="29603"/>
                </a:lnTo>
                <a:lnTo>
                  <a:pt x="1042924" y="0"/>
                </a:lnTo>
                <a:lnTo>
                  <a:pt x="1029068" y="0"/>
                </a:lnTo>
                <a:lnTo>
                  <a:pt x="1029068" y="29603"/>
                </a:lnTo>
                <a:lnTo>
                  <a:pt x="1011974" y="29603"/>
                </a:lnTo>
                <a:lnTo>
                  <a:pt x="1011974" y="0"/>
                </a:lnTo>
                <a:lnTo>
                  <a:pt x="998118" y="0"/>
                </a:lnTo>
                <a:lnTo>
                  <a:pt x="998118" y="29603"/>
                </a:lnTo>
                <a:lnTo>
                  <a:pt x="981024" y="29603"/>
                </a:lnTo>
                <a:lnTo>
                  <a:pt x="981024" y="0"/>
                </a:lnTo>
                <a:lnTo>
                  <a:pt x="967155" y="0"/>
                </a:lnTo>
                <a:lnTo>
                  <a:pt x="967155" y="29603"/>
                </a:lnTo>
                <a:lnTo>
                  <a:pt x="950061" y="29603"/>
                </a:lnTo>
                <a:lnTo>
                  <a:pt x="950061" y="0"/>
                </a:lnTo>
                <a:lnTo>
                  <a:pt x="936205" y="0"/>
                </a:lnTo>
                <a:lnTo>
                  <a:pt x="936205" y="29603"/>
                </a:lnTo>
                <a:lnTo>
                  <a:pt x="919111" y="29603"/>
                </a:lnTo>
                <a:lnTo>
                  <a:pt x="919111" y="0"/>
                </a:lnTo>
                <a:lnTo>
                  <a:pt x="905256" y="0"/>
                </a:lnTo>
                <a:lnTo>
                  <a:pt x="905256" y="29603"/>
                </a:lnTo>
                <a:lnTo>
                  <a:pt x="888149" y="29603"/>
                </a:lnTo>
                <a:lnTo>
                  <a:pt x="888149" y="0"/>
                </a:lnTo>
                <a:lnTo>
                  <a:pt x="874306" y="0"/>
                </a:lnTo>
                <a:lnTo>
                  <a:pt x="874306" y="29603"/>
                </a:lnTo>
                <a:lnTo>
                  <a:pt x="857199" y="29603"/>
                </a:lnTo>
                <a:lnTo>
                  <a:pt x="857199" y="0"/>
                </a:lnTo>
                <a:lnTo>
                  <a:pt x="843343" y="0"/>
                </a:lnTo>
                <a:lnTo>
                  <a:pt x="843343" y="29603"/>
                </a:lnTo>
                <a:lnTo>
                  <a:pt x="826249" y="29603"/>
                </a:lnTo>
                <a:lnTo>
                  <a:pt x="826249" y="0"/>
                </a:lnTo>
                <a:lnTo>
                  <a:pt x="812380" y="0"/>
                </a:lnTo>
                <a:lnTo>
                  <a:pt x="812380" y="29603"/>
                </a:lnTo>
                <a:lnTo>
                  <a:pt x="795299" y="29603"/>
                </a:lnTo>
                <a:lnTo>
                  <a:pt x="795299" y="0"/>
                </a:lnTo>
                <a:lnTo>
                  <a:pt x="781431" y="0"/>
                </a:lnTo>
                <a:lnTo>
                  <a:pt x="781431" y="29603"/>
                </a:lnTo>
                <a:lnTo>
                  <a:pt x="764336" y="29603"/>
                </a:lnTo>
                <a:lnTo>
                  <a:pt x="764336" y="0"/>
                </a:lnTo>
                <a:lnTo>
                  <a:pt x="750481" y="0"/>
                </a:lnTo>
                <a:lnTo>
                  <a:pt x="750481" y="29603"/>
                </a:lnTo>
                <a:lnTo>
                  <a:pt x="733386" y="29603"/>
                </a:lnTo>
                <a:lnTo>
                  <a:pt x="733386" y="0"/>
                </a:lnTo>
                <a:lnTo>
                  <a:pt x="719531" y="0"/>
                </a:lnTo>
                <a:lnTo>
                  <a:pt x="719531" y="29603"/>
                </a:lnTo>
                <a:lnTo>
                  <a:pt x="702437" y="29603"/>
                </a:lnTo>
                <a:lnTo>
                  <a:pt x="702437" y="0"/>
                </a:lnTo>
                <a:lnTo>
                  <a:pt x="688581" y="0"/>
                </a:lnTo>
                <a:lnTo>
                  <a:pt x="688581" y="29603"/>
                </a:lnTo>
                <a:lnTo>
                  <a:pt x="671474" y="29603"/>
                </a:lnTo>
                <a:lnTo>
                  <a:pt x="671474" y="0"/>
                </a:lnTo>
                <a:lnTo>
                  <a:pt x="657618" y="0"/>
                </a:lnTo>
                <a:lnTo>
                  <a:pt x="657618" y="29603"/>
                </a:lnTo>
                <a:lnTo>
                  <a:pt x="640524" y="29603"/>
                </a:lnTo>
                <a:lnTo>
                  <a:pt x="640524" y="0"/>
                </a:lnTo>
                <a:lnTo>
                  <a:pt x="626668" y="0"/>
                </a:lnTo>
                <a:lnTo>
                  <a:pt x="626668" y="29603"/>
                </a:lnTo>
                <a:lnTo>
                  <a:pt x="609561" y="29603"/>
                </a:lnTo>
                <a:lnTo>
                  <a:pt x="609561" y="0"/>
                </a:lnTo>
                <a:lnTo>
                  <a:pt x="595718" y="0"/>
                </a:lnTo>
                <a:lnTo>
                  <a:pt x="595718" y="29603"/>
                </a:lnTo>
                <a:lnTo>
                  <a:pt x="578612" y="29603"/>
                </a:lnTo>
                <a:lnTo>
                  <a:pt x="578612" y="0"/>
                </a:lnTo>
                <a:lnTo>
                  <a:pt x="564756" y="0"/>
                </a:lnTo>
                <a:lnTo>
                  <a:pt x="564756" y="29603"/>
                </a:lnTo>
                <a:lnTo>
                  <a:pt x="547662" y="29603"/>
                </a:lnTo>
                <a:lnTo>
                  <a:pt x="547662" y="0"/>
                </a:lnTo>
                <a:lnTo>
                  <a:pt x="533806" y="0"/>
                </a:lnTo>
                <a:lnTo>
                  <a:pt x="533806" y="29603"/>
                </a:lnTo>
                <a:lnTo>
                  <a:pt x="516712" y="29603"/>
                </a:lnTo>
                <a:lnTo>
                  <a:pt x="516712" y="0"/>
                </a:lnTo>
                <a:lnTo>
                  <a:pt x="502856" y="0"/>
                </a:lnTo>
                <a:lnTo>
                  <a:pt x="502856" y="29603"/>
                </a:lnTo>
                <a:lnTo>
                  <a:pt x="485762" y="29603"/>
                </a:lnTo>
                <a:lnTo>
                  <a:pt x="485762" y="0"/>
                </a:lnTo>
                <a:lnTo>
                  <a:pt x="471893" y="0"/>
                </a:lnTo>
                <a:lnTo>
                  <a:pt x="471893" y="29603"/>
                </a:lnTo>
                <a:lnTo>
                  <a:pt x="454812" y="29603"/>
                </a:lnTo>
                <a:lnTo>
                  <a:pt x="454812" y="0"/>
                </a:lnTo>
                <a:lnTo>
                  <a:pt x="440944" y="0"/>
                </a:lnTo>
                <a:lnTo>
                  <a:pt x="440944" y="29603"/>
                </a:lnTo>
                <a:lnTo>
                  <a:pt x="423849" y="29603"/>
                </a:lnTo>
                <a:lnTo>
                  <a:pt x="423849" y="0"/>
                </a:lnTo>
                <a:lnTo>
                  <a:pt x="409994" y="0"/>
                </a:lnTo>
                <a:lnTo>
                  <a:pt x="409994" y="29603"/>
                </a:lnTo>
                <a:lnTo>
                  <a:pt x="392887" y="29603"/>
                </a:lnTo>
                <a:lnTo>
                  <a:pt x="392887" y="0"/>
                </a:lnTo>
                <a:lnTo>
                  <a:pt x="379044" y="0"/>
                </a:lnTo>
                <a:lnTo>
                  <a:pt x="379044" y="29603"/>
                </a:lnTo>
                <a:lnTo>
                  <a:pt x="361937" y="29603"/>
                </a:lnTo>
                <a:lnTo>
                  <a:pt x="361937" y="0"/>
                </a:lnTo>
                <a:lnTo>
                  <a:pt x="348081" y="0"/>
                </a:lnTo>
                <a:lnTo>
                  <a:pt x="348081" y="29603"/>
                </a:lnTo>
                <a:lnTo>
                  <a:pt x="330987" y="29603"/>
                </a:lnTo>
                <a:lnTo>
                  <a:pt x="330987" y="0"/>
                </a:lnTo>
                <a:lnTo>
                  <a:pt x="317119" y="0"/>
                </a:lnTo>
                <a:lnTo>
                  <a:pt x="317119" y="29603"/>
                </a:lnTo>
                <a:lnTo>
                  <a:pt x="300037" y="29603"/>
                </a:lnTo>
                <a:lnTo>
                  <a:pt x="300037" y="0"/>
                </a:lnTo>
                <a:lnTo>
                  <a:pt x="286169" y="0"/>
                </a:lnTo>
                <a:lnTo>
                  <a:pt x="286169" y="29603"/>
                </a:lnTo>
                <a:lnTo>
                  <a:pt x="269087" y="29603"/>
                </a:lnTo>
                <a:lnTo>
                  <a:pt x="269087" y="0"/>
                </a:lnTo>
                <a:lnTo>
                  <a:pt x="255219" y="0"/>
                </a:lnTo>
                <a:lnTo>
                  <a:pt x="255219" y="29603"/>
                </a:lnTo>
                <a:lnTo>
                  <a:pt x="238125" y="29603"/>
                </a:lnTo>
                <a:lnTo>
                  <a:pt x="238125" y="0"/>
                </a:lnTo>
                <a:lnTo>
                  <a:pt x="224269" y="0"/>
                </a:lnTo>
                <a:lnTo>
                  <a:pt x="224269" y="29603"/>
                </a:lnTo>
                <a:lnTo>
                  <a:pt x="218757" y="29603"/>
                </a:lnTo>
                <a:lnTo>
                  <a:pt x="218757" y="345528"/>
                </a:lnTo>
                <a:lnTo>
                  <a:pt x="218757" y="386384"/>
                </a:lnTo>
                <a:lnTo>
                  <a:pt x="216966" y="372173"/>
                </a:lnTo>
                <a:lnTo>
                  <a:pt x="216331" y="359003"/>
                </a:lnTo>
                <a:lnTo>
                  <a:pt x="218757" y="345528"/>
                </a:lnTo>
                <a:lnTo>
                  <a:pt x="218757" y="29603"/>
                </a:lnTo>
                <a:lnTo>
                  <a:pt x="207175" y="29603"/>
                </a:lnTo>
                <a:lnTo>
                  <a:pt x="207175" y="0"/>
                </a:lnTo>
                <a:lnTo>
                  <a:pt x="193319" y="0"/>
                </a:lnTo>
                <a:lnTo>
                  <a:pt x="193319" y="29603"/>
                </a:lnTo>
                <a:lnTo>
                  <a:pt x="176212" y="29603"/>
                </a:lnTo>
                <a:lnTo>
                  <a:pt x="176212" y="0"/>
                </a:lnTo>
                <a:lnTo>
                  <a:pt x="162369" y="0"/>
                </a:lnTo>
                <a:lnTo>
                  <a:pt x="162369" y="29603"/>
                </a:lnTo>
                <a:lnTo>
                  <a:pt x="145262" y="29603"/>
                </a:lnTo>
                <a:lnTo>
                  <a:pt x="145262" y="0"/>
                </a:lnTo>
                <a:lnTo>
                  <a:pt x="131406" y="0"/>
                </a:lnTo>
                <a:lnTo>
                  <a:pt x="131406" y="29603"/>
                </a:lnTo>
                <a:lnTo>
                  <a:pt x="114312" y="29603"/>
                </a:lnTo>
                <a:lnTo>
                  <a:pt x="114312" y="0"/>
                </a:lnTo>
                <a:lnTo>
                  <a:pt x="100444" y="0"/>
                </a:lnTo>
                <a:lnTo>
                  <a:pt x="100444" y="29603"/>
                </a:lnTo>
                <a:lnTo>
                  <a:pt x="83350" y="29603"/>
                </a:lnTo>
                <a:lnTo>
                  <a:pt x="83350" y="0"/>
                </a:lnTo>
                <a:lnTo>
                  <a:pt x="69494" y="0"/>
                </a:lnTo>
                <a:lnTo>
                  <a:pt x="69494" y="29603"/>
                </a:lnTo>
                <a:lnTo>
                  <a:pt x="52400" y="29603"/>
                </a:lnTo>
                <a:lnTo>
                  <a:pt x="52400" y="0"/>
                </a:lnTo>
                <a:lnTo>
                  <a:pt x="38544" y="0"/>
                </a:lnTo>
                <a:lnTo>
                  <a:pt x="38544" y="29603"/>
                </a:lnTo>
                <a:lnTo>
                  <a:pt x="21450" y="29603"/>
                </a:lnTo>
                <a:lnTo>
                  <a:pt x="21450" y="0"/>
                </a:lnTo>
                <a:lnTo>
                  <a:pt x="7594" y="0"/>
                </a:lnTo>
                <a:lnTo>
                  <a:pt x="7594" y="29603"/>
                </a:lnTo>
                <a:lnTo>
                  <a:pt x="0" y="29603"/>
                </a:lnTo>
                <a:lnTo>
                  <a:pt x="0" y="440563"/>
                </a:lnTo>
                <a:lnTo>
                  <a:pt x="0" y="643267"/>
                </a:lnTo>
                <a:lnTo>
                  <a:pt x="54483" y="643267"/>
                </a:lnTo>
                <a:lnTo>
                  <a:pt x="54483" y="424561"/>
                </a:lnTo>
                <a:lnTo>
                  <a:pt x="58445" y="416979"/>
                </a:lnTo>
                <a:lnTo>
                  <a:pt x="64465" y="412064"/>
                </a:lnTo>
                <a:lnTo>
                  <a:pt x="60528" y="400761"/>
                </a:lnTo>
                <a:lnTo>
                  <a:pt x="57581" y="386778"/>
                </a:lnTo>
                <a:lnTo>
                  <a:pt x="55753" y="372173"/>
                </a:lnTo>
                <a:lnTo>
                  <a:pt x="55105" y="359003"/>
                </a:lnTo>
                <a:lnTo>
                  <a:pt x="58191" y="341845"/>
                </a:lnTo>
                <a:lnTo>
                  <a:pt x="89801" y="302628"/>
                </a:lnTo>
                <a:lnTo>
                  <a:pt x="117030" y="285838"/>
                </a:lnTo>
                <a:lnTo>
                  <a:pt x="126733" y="291007"/>
                </a:lnTo>
                <a:lnTo>
                  <a:pt x="148082" y="305739"/>
                </a:lnTo>
                <a:lnTo>
                  <a:pt x="169418" y="328803"/>
                </a:lnTo>
                <a:lnTo>
                  <a:pt x="179120" y="359003"/>
                </a:lnTo>
                <a:lnTo>
                  <a:pt x="178485" y="372173"/>
                </a:lnTo>
                <a:lnTo>
                  <a:pt x="176644" y="386778"/>
                </a:lnTo>
                <a:lnTo>
                  <a:pt x="173697" y="400761"/>
                </a:lnTo>
                <a:lnTo>
                  <a:pt x="169773" y="412064"/>
                </a:lnTo>
                <a:lnTo>
                  <a:pt x="175793" y="416979"/>
                </a:lnTo>
                <a:lnTo>
                  <a:pt x="179590" y="424561"/>
                </a:lnTo>
                <a:lnTo>
                  <a:pt x="179590" y="643267"/>
                </a:lnTo>
                <a:lnTo>
                  <a:pt x="215861" y="643267"/>
                </a:lnTo>
                <a:lnTo>
                  <a:pt x="215861" y="424561"/>
                </a:lnTo>
                <a:lnTo>
                  <a:pt x="218757" y="418769"/>
                </a:lnTo>
                <a:lnTo>
                  <a:pt x="218757" y="643051"/>
                </a:lnTo>
                <a:lnTo>
                  <a:pt x="340969" y="643051"/>
                </a:lnTo>
                <a:lnTo>
                  <a:pt x="340969" y="643267"/>
                </a:lnTo>
                <a:lnTo>
                  <a:pt x="377075" y="643267"/>
                </a:lnTo>
                <a:lnTo>
                  <a:pt x="377075" y="643051"/>
                </a:lnTo>
                <a:lnTo>
                  <a:pt x="502170" y="643051"/>
                </a:lnTo>
                <a:lnTo>
                  <a:pt x="502170" y="643267"/>
                </a:lnTo>
                <a:lnTo>
                  <a:pt x="538441" y="643267"/>
                </a:lnTo>
                <a:lnTo>
                  <a:pt x="538441" y="643051"/>
                </a:lnTo>
                <a:lnTo>
                  <a:pt x="663397" y="643051"/>
                </a:lnTo>
                <a:lnTo>
                  <a:pt x="663397" y="643267"/>
                </a:lnTo>
                <a:lnTo>
                  <a:pt x="699655" y="643267"/>
                </a:lnTo>
                <a:lnTo>
                  <a:pt x="699655" y="643051"/>
                </a:lnTo>
                <a:lnTo>
                  <a:pt x="824776" y="643051"/>
                </a:lnTo>
                <a:lnTo>
                  <a:pt x="824776" y="643267"/>
                </a:lnTo>
                <a:lnTo>
                  <a:pt x="860882" y="643267"/>
                </a:lnTo>
                <a:lnTo>
                  <a:pt x="860882" y="643051"/>
                </a:lnTo>
                <a:lnTo>
                  <a:pt x="985989" y="643051"/>
                </a:lnTo>
                <a:lnTo>
                  <a:pt x="985989" y="643267"/>
                </a:lnTo>
                <a:lnTo>
                  <a:pt x="1022261" y="643267"/>
                </a:lnTo>
                <a:lnTo>
                  <a:pt x="1022261" y="643051"/>
                </a:lnTo>
                <a:lnTo>
                  <a:pt x="1088288" y="643051"/>
                </a:lnTo>
                <a:lnTo>
                  <a:pt x="1088288" y="287705"/>
                </a:lnTo>
                <a:lnTo>
                  <a:pt x="1094486" y="291007"/>
                </a:lnTo>
                <a:lnTo>
                  <a:pt x="1115771" y="305739"/>
                </a:lnTo>
                <a:lnTo>
                  <a:pt x="1137056" y="328803"/>
                </a:lnTo>
                <a:lnTo>
                  <a:pt x="1146733" y="359003"/>
                </a:lnTo>
                <a:lnTo>
                  <a:pt x="1146124" y="372173"/>
                </a:lnTo>
                <a:lnTo>
                  <a:pt x="1144320" y="386778"/>
                </a:lnTo>
                <a:lnTo>
                  <a:pt x="1141387" y="400761"/>
                </a:lnTo>
                <a:lnTo>
                  <a:pt x="1137386" y="412064"/>
                </a:lnTo>
                <a:lnTo>
                  <a:pt x="1143406" y="416979"/>
                </a:lnTo>
                <a:lnTo>
                  <a:pt x="1147356" y="424561"/>
                </a:lnTo>
                <a:lnTo>
                  <a:pt x="1147356" y="643267"/>
                </a:lnTo>
                <a:lnTo>
                  <a:pt x="1183462" y="643267"/>
                </a:lnTo>
                <a:lnTo>
                  <a:pt x="1183462" y="424561"/>
                </a:lnTo>
                <a:lnTo>
                  <a:pt x="1187424" y="416979"/>
                </a:lnTo>
                <a:lnTo>
                  <a:pt x="1193444" y="412064"/>
                </a:lnTo>
                <a:lnTo>
                  <a:pt x="1189443" y="400761"/>
                </a:lnTo>
                <a:lnTo>
                  <a:pt x="1186510" y="386778"/>
                </a:lnTo>
                <a:lnTo>
                  <a:pt x="1184719" y="372173"/>
                </a:lnTo>
                <a:lnTo>
                  <a:pt x="1184097" y="359003"/>
                </a:lnTo>
                <a:lnTo>
                  <a:pt x="1187183" y="341845"/>
                </a:lnTo>
                <a:lnTo>
                  <a:pt x="1218780" y="302628"/>
                </a:lnTo>
                <a:lnTo>
                  <a:pt x="1246022" y="285838"/>
                </a:lnTo>
                <a:lnTo>
                  <a:pt x="1255725" y="291007"/>
                </a:lnTo>
                <a:lnTo>
                  <a:pt x="1277061" y="305739"/>
                </a:lnTo>
                <a:lnTo>
                  <a:pt x="1298397" y="328803"/>
                </a:lnTo>
                <a:lnTo>
                  <a:pt x="1308100" y="359003"/>
                </a:lnTo>
                <a:lnTo>
                  <a:pt x="1307465" y="372173"/>
                </a:lnTo>
                <a:lnTo>
                  <a:pt x="1305623" y="386778"/>
                </a:lnTo>
                <a:lnTo>
                  <a:pt x="1302689" y="400761"/>
                </a:lnTo>
                <a:lnTo>
                  <a:pt x="1298765" y="412064"/>
                </a:lnTo>
                <a:lnTo>
                  <a:pt x="1304772" y="416979"/>
                </a:lnTo>
                <a:lnTo>
                  <a:pt x="1308582" y="424561"/>
                </a:lnTo>
                <a:lnTo>
                  <a:pt x="1308582" y="643267"/>
                </a:lnTo>
                <a:lnTo>
                  <a:pt x="1344841" y="643267"/>
                </a:lnTo>
                <a:lnTo>
                  <a:pt x="1344841" y="424561"/>
                </a:lnTo>
                <a:lnTo>
                  <a:pt x="1348638" y="416979"/>
                </a:lnTo>
                <a:lnTo>
                  <a:pt x="1354658" y="412064"/>
                </a:lnTo>
                <a:lnTo>
                  <a:pt x="1350733" y="400761"/>
                </a:lnTo>
                <a:lnTo>
                  <a:pt x="1347787" y="386778"/>
                </a:lnTo>
                <a:lnTo>
                  <a:pt x="1345946" y="372173"/>
                </a:lnTo>
                <a:lnTo>
                  <a:pt x="1345311" y="359003"/>
                </a:lnTo>
                <a:lnTo>
                  <a:pt x="1348397" y="341845"/>
                </a:lnTo>
                <a:lnTo>
                  <a:pt x="1380007" y="302628"/>
                </a:lnTo>
                <a:lnTo>
                  <a:pt x="1407401" y="285838"/>
                </a:lnTo>
                <a:lnTo>
                  <a:pt x="1417066" y="291007"/>
                </a:lnTo>
                <a:lnTo>
                  <a:pt x="1438351" y="305739"/>
                </a:lnTo>
                <a:lnTo>
                  <a:pt x="1459649" y="328803"/>
                </a:lnTo>
                <a:lnTo>
                  <a:pt x="1469313" y="359003"/>
                </a:lnTo>
                <a:lnTo>
                  <a:pt x="1468678" y="372173"/>
                </a:lnTo>
                <a:lnTo>
                  <a:pt x="1466850" y="386778"/>
                </a:lnTo>
                <a:lnTo>
                  <a:pt x="1463903" y="400761"/>
                </a:lnTo>
                <a:lnTo>
                  <a:pt x="1459979" y="412064"/>
                </a:lnTo>
                <a:lnTo>
                  <a:pt x="1465986" y="416979"/>
                </a:lnTo>
                <a:lnTo>
                  <a:pt x="1469948" y="424561"/>
                </a:lnTo>
                <a:lnTo>
                  <a:pt x="1469948" y="643267"/>
                </a:lnTo>
                <a:lnTo>
                  <a:pt x="1631327" y="643267"/>
                </a:lnTo>
                <a:lnTo>
                  <a:pt x="1631327" y="29603"/>
                </a:lnTo>
                <a:close/>
              </a:path>
            </a:pathLst>
          </a:custGeom>
          <a:solidFill>
            <a:srgbClr val="EED9C5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46" name="object 246" descr=""/>
          <p:cNvGrpSpPr/>
          <p:nvPr/>
        </p:nvGrpSpPr>
        <p:grpSpPr>
          <a:xfrm>
            <a:off x="8765377" y="3798660"/>
            <a:ext cx="95250" cy="621665"/>
            <a:chOff x="8765377" y="3798660"/>
            <a:chExt cx="95250" cy="621665"/>
          </a:xfrm>
        </p:grpSpPr>
        <p:pic>
          <p:nvPicPr>
            <p:cNvPr id="247" name="object 247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8774887" y="3798660"/>
              <a:ext cx="72783" cy="307162"/>
            </a:xfrm>
            <a:prstGeom prst="rect">
              <a:avLst/>
            </a:prstGeom>
          </p:spPr>
        </p:pic>
        <p:sp>
          <p:nvSpPr>
            <p:cNvPr id="248" name="object 248" descr=""/>
            <p:cNvSpPr/>
            <p:nvPr/>
          </p:nvSpPr>
          <p:spPr>
            <a:xfrm>
              <a:off x="8765375" y="4094892"/>
              <a:ext cx="95250" cy="325755"/>
            </a:xfrm>
            <a:custGeom>
              <a:avLst/>
              <a:gdLst/>
              <a:ahLst/>
              <a:cxnLst/>
              <a:rect l="l" t="t" r="r" b="b"/>
              <a:pathLst>
                <a:path w="95250" h="325754">
                  <a:moveTo>
                    <a:pt x="94780" y="30162"/>
                  </a:moveTo>
                  <a:lnTo>
                    <a:pt x="94767" y="10934"/>
                  </a:lnTo>
                  <a:lnTo>
                    <a:pt x="94767" y="0"/>
                  </a:lnTo>
                  <a:lnTo>
                    <a:pt x="0" y="0"/>
                  </a:lnTo>
                  <a:lnTo>
                    <a:pt x="0" y="10922"/>
                  </a:lnTo>
                  <a:lnTo>
                    <a:pt x="0" y="30162"/>
                  </a:lnTo>
                  <a:lnTo>
                    <a:pt x="16535" y="48729"/>
                  </a:lnTo>
                  <a:lnTo>
                    <a:pt x="16357" y="48729"/>
                  </a:lnTo>
                  <a:lnTo>
                    <a:pt x="16357" y="325234"/>
                  </a:lnTo>
                  <a:lnTo>
                    <a:pt x="46647" y="325234"/>
                  </a:lnTo>
                  <a:lnTo>
                    <a:pt x="78790" y="325234"/>
                  </a:lnTo>
                  <a:lnTo>
                    <a:pt x="78790" y="48729"/>
                  </a:lnTo>
                  <a:lnTo>
                    <a:pt x="79044" y="48729"/>
                  </a:lnTo>
                  <a:lnTo>
                    <a:pt x="94780" y="30162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9" name="object 249" descr=""/>
          <p:cNvGrpSpPr/>
          <p:nvPr/>
        </p:nvGrpSpPr>
        <p:grpSpPr>
          <a:xfrm>
            <a:off x="8688583" y="5829298"/>
            <a:ext cx="250825" cy="305435"/>
            <a:chOff x="8688583" y="5829298"/>
            <a:chExt cx="250825" cy="305435"/>
          </a:xfrm>
        </p:grpSpPr>
        <p:sp>
          <p:nvSpPr>
            <p:cNvPr id="250" name="object 250" descr=""/>
            <p:cNvSpPr/>
            <p:nvPr/>
          </p:nvSpPr>
          <p:spPr>
            <a:xfrm>
              <a:off x="8688578" y="5829305"/>
              <a:ext cx="250825" cy="305435"/>
            </a:xfrm>
            <a:custGeom>
              <a:avLst/>
              <a:gdLst/>
              <a:ahLst/>
              <a:cxnLst/>
              <a:rect l="l" t="t" r="r" b="b"/>
              <a:pathLst>
                <a:path w="250825" h="305435">
                  <a:moveTo>
                    <a:pt x="228701" y="22288"/>
                  </a:moveTo>
                  <a:lnTo>
                    <a:pt x="21818" y="22288"/>
                  </a:lnTo>
                  <a:lnTo>
                    <a:pt x="21818" y="305193"/>
                  </a:lnTo>
                  <a:lnTo>
                    <a:pt x="228701" y="305193"/>
                  </a:lnTo>
                  <a:lnTo>
                    <a:pt x="228701" y="22288"/>
                  </a:lnTo>
                  <a:close/>
                </a:path>
                <a:path w="250825" h="305435">
                  <a:moveTo>
                    <a:pt x="250520" y="0"/>
                  </a:moveTo>
                  <a:lnTo>
                    <a:pt x="0" y="0"/>
                  </a:lnTo>
                  <a:lnTo>
                    <a:pt x="0" y="22275"/>
                  </a:lnTo>
                  <a:lnTo>
                    <a:pt x="250520" y="22275"/>
                  </a:lnTo>
                  <a:lnTo>
                    <a:pt x="250520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 descr=""/>
            <p:cNvSpPr/>
            <p:nvPr/>
          </p:nvSpPr>
          <p:spPr>
            <a:xfrm>
              <a:off x="8710404" y="5851580"/>
              <a:ext cx="207010" cy="24765"/>
            </a:xfrm>
            <a:custGeom>
              <a:avLst/>
              <a:gdLst/>
              <a:ahLst/>
              <a:cxnLst/>
              <a:rect l="l" t="t" r="r" b="b"/>
              <a:pathLst>
                <a:path w="207009" h="24764">
                  <a:moveTo>
                    <a:pt x="206883" y="0"/>
                  </a:moveTo>
                  <a:lnTo>
                    <a:pt x="0" y="0"/>
                  </a:lnTo>
                  <a:lnTo>
                    <a:pt x="0" y="24397"/>
                  </a:lnTo>
                  <a:lnTo>
                    <a:pt x="206883" y="24397"/>
                  </a:lnTo>
                  <a:lnTo>
                    <a:pt x="206883" y="0"/>
                  </a:lnTo>
                  <a:close/>
                </a:path>
              </a:pathLst>
            </a:custGeom>
            <a:solidFill>
              <a:srgbClr val="EED9C5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 descr=""/>
            <p:cNvSpPr/>
            <p:nvPr/>
          </p:nvSpPr>
          <p:spPr>
            <a:xfrm>
              <a:off x="8772049" y="6064904"/>
              <a:ext cx="83820" cy="57785"/>
            </a:xfrm>
            <a:custGeom>
              <a:avLst/>
              <a:gdLst/>
              <a:ahLst/>
              <a:cxnLst/>
              <a:rect l="l" t="t" r="r" b="b"/>
              <a:pathLst>
                <a:path w="83820" h="57785">
                  <a:moveTo>
                    <a:pt x="83599" y="0"/>
                  </a:moveTo>
                  <a:lnTo>
                    <a:pt x="0" y="0"/>
                  </a:lnTo>
                  <a:lnTo>
                    <a:pt x="3284" y="22295"/>
                  </a:lnTo>
                  <a:lnTo>
                    <a:pt x="12241" y="40505"/>
                  </a:lnTo>
                  <a:lnTo>
                    <a:pt x="25528" y="52783"/>
                  </a:lnTo>
                  <a:lnTo>
                    <a:pt x="41799" y="57286"/>
                  </a:lnTo>
                  <a:lnTo>
                    <a:pt x="58071" y="52783"/>
                  </a:lnTo>
                  <a:lnTo>
                    <a:pt x="71357" y="40505"/>
                  </a:lnTo>
                  <a:lnTo>
                    <a:pt x="80315" y="22295"/>
                  </a:lnTo>
                  <a:lnTo>
                    <a:pt x="83599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53" name="object 253" descr=""/>
          <p:cNvGrpSpPr/>
          <p:nvPr/>
        </p:nvGrpSpPr>
        <p:grpSpPr>
          <a:xfrm>
            <a:off x="8693295" y="4404379"/>
            <a:ext cx="238760" cy="1424940"/>
            <a:chOff x="8693295" y="4404379"/>
            <a:chExt cx="238760" cy="1424940"/>
          </a:xfrm>
        </p:grpSpPr>
        <p:sp>
          <p:nvSpPr>
            <p:cNvPr id="254" name="object 254" descr=""/>
            <p:cNvSpPr/>
            <p:nvPr/>
          </p:nvSpPr>
          <p:spPr>
            <a:xfrm>
              <a:off x="8735009" y="4474533"/>
              <a:ext cx="157480" cy="1355090"/>
            </a:xfrm>
            <a:custGeom>
              <a:avLst/>
              <a:gdLst/>
              <a:ahLst/>
              <a:cxnLst/>
              <a:rect l="l" t="t" r="r" b="b"/>
              <a:pathLst>
                <a:path w="157479" h="1355089">
                  <a:moveTo>
                    <a:pt x="132372" y="0"/>
                  </a:moveTo>
                  <a:lnTo>
                    <a:pt x="23152" y="0"/>
                  </a:lnTo>
                  <a:lnTo>
                    <a:pt x="23152" y="555891"/>
                  </a:lnTo>
                  <a:lnTo>
                    <a:pt x="132372" y="555891"/>
                  </a:lnTo>
                  <a:lnTo>
                    <a:pt x="132372" y="0"/>
                  </a:lnTo>
                  <a:close/>
                </a:path>
                <a:path w="157479" h="1355089">
                  <a:moveTo>
                    <a:pt x="157035" y="587082"/>
                  </a:moveTo>
                  <a:lnTo>
                    <a:pt x="116103" y="587082"/>
                  </a:lnTo>
                  <a:lnTo>
                    <a:pt x="40932" y="587082"/>
                  </a:lnTo>
                  <a:lnTo>
                    <a:pt x="40665" y="587082"/>
                  </a:lnTo>
                  <a:lnTo>
                    <a:pt x="0" y="587082"/>
                  </a:lnTo>
                  <a:lnTo>
                    <a:pt x="0" y="1354785"/>
                  </a:lnTo>
                  <a:lnTo>
                    <a:pt x="40665" y="1354785"/>
                  </a:lnTo>
                  <a:lnTo>
                    <a:pt x="40932" y="1354785"/>
                  </a:lnTo>
                  <a:lnTo>
                    <a:pt x="116103" y="1354785"/>
                  </a:lnTo>
                  <a:lnTo>
                    <a:pt x="157035" y="1354785"/>
                  </a:lnTo>
                  <a:lnTo>
                    <a:pt x="157035" y="587082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 descr=""/>
            <p:cNvSpPr/>
            <p:nvPr/>
          </p:nvSpPr>
          <p:spPr>
            <a:xfrm>
              <a:off x="8734870" y="5264829"/>
              <a:ext cx="157480" cy="437515"/>
            </a:xfrm>
            <a:custGeom>
              <a:avLst/>
              <a:gdLst/>
              <a:ahLst/>
              <a:cxnLst/>
              <a:rect l="l" t="t" r="r" b="b"/>
              <a:pathLst>
                <a:path w="157479" h="437514">
                  <a:moveTo>
                    <a:pt x="157048" y="414489"/>
                  </a:moveTo>
                  <a:lnTo>
                    <a:pt x="0" y="414489"/>
                  </a:lnTo>
                  <a:lnTo>
                    <a:pt x="0" y="437070"/>
                  </a:lnTo>
                  <a:lnTo>
                    <a:pt x="157048" y="437070"/>
                  </a:lnTo>
                  <a:lnTo>
                    <a:pt x="157048" y="414489"/>
                  </a:lnTo>
                  <a:close/>
                </a:path>
                <a:path w="157479" h="437514">
                  <a:moveTo>
                    <a:pt x="157048" y="61290"/>
                  </a:moveTo>
                  <a:lnTo>
                    <a:pt x="0" y="61290"/>
                  </a:lnTo>
                  <a:lnTo>
                    <a:pt x="0" y="83858"/>
                  </a:lnTo>
                  <a:lnTo>
                    <a:pt x="157048" y="83858"/>
                  </a:lnTo>
                  <a:lnTo>
                    <a:pt x="157048" y="61290"/>
                  </a:lnTo>
                  <a:close/>
                </a:path>
                <a:path w="157479" h="437514">
                  <a:moveTo>
                    <a:pt x="157048" y="0"/>
                  </a:moveTo>
                  <a:lnTo>
                    <a:pt x="0" y="0"/>
                  </a:lnTo>
                  <a:lnTo>
                    <a:pt x="0" y="22580"/>
                  </a:lnTo>
                  <a:lnTo>
                    <a:pt x="157048" y="22580"/>
                  </a:lnTo>
                  <a:lnTo>
                    <a:pt x="157048" y="0"/>
                  </a:lnTo>
                  <a:close/>
                </a:path>
                <a:path w="157479" h="437514">
                  <a:moveTo>
                    <a:pt x="157175" y="353199"/>
                  </a:moveTo>
                  <a:lnTo>
                    <a:pt x="127" y="353199"/>
                  </a:lnTo>
                  <a:lnTo>
                    <a:pt x="127" y="375780"/>
                  </a:lnTo>
                  <a:lnTo>
                    <a:pt x="157175" y="375780"/>
                  </a:lnTo>
                  <a:lnTo>
                    <a:pt x="157175" y="353199"/>
                  </a:lnTo>
                  <a:close/>
                </a:path>
              </a:pathLst>
            </a:custGeom>
            <a:solidFill>
              <a:srgbClr val="EED9C5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56" name="object 256" descr="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8693295" y="5012685"/>
              <a:ext cx="238299" cy="79019"/>
            </a:xfrm>
            <a:prstGeom prst="rect">
              <a:avLst/>
            </a:prstGeom>
          </p:spPr>
        </p:pic>
        <p:pic>
          <p:nvPicPr>
            <p:cNvPr id="257" name="object 257" descr="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8729545" y="4404379"/>
              <a:ext cx="165798" cy="70151"/>
            </a:xfrm>
            <a:prstGeom prst="rect">
              <a:avLst/>
            </a:prstGeom>
          </p:spPr>
        </p:pic>
      </p:grpSp>
      <p:sp>
        <p:nvSpPr>
          <p:cNvPr id="258" name="object 258" descr=""/>
          <p:cNvSpPr/>
          <p:nvPr/>
        </p:nvSpPr>
        <p:spPr>
          <a:xfrm>
            <a:off x="9517365" y="5816129"/>
            <a:ext cx="635635" cy="327660"/>
          </a:xfrm>
          <a:custGeom>
            <a:avLst/>
            <a:gdLst/>
            <a:ahLst/>
            <a:cxnLst/>
            <a:rect l="l" t="t" r="r" b="b"/>
            <a:pathLst>
              <a:path w="635634" h="327660">
                <a:moveTo>
                  <a:pt x="319665" y="0"/>
                </a:moveTo>
                <a:lnTo>
                  <a:pt x="315707" y="0"/>
                </a:lnTo>
                <a:lnTo>
                  <a:pt x="314189" y="1528"/>
                </a:lnTo>
                <a:lnTo>
                  <a:pt x="314189" y="34731"/>
                </a:lnTo>
                <a:lnTo>
                  <a:pt x="313079" y="35496"/>
                </a:lnTo>
                <a:lnTo>
                  <a:pt x="312294" y="36710"/>
                </a:lnTo>
                <a:lnTo>
                  <a:pt x="312294" y="68678"/>
                </a:lnTo>
                <a:lnTo>
                  <a:pt x="310084" y="69401"/>
                </a:lnTo>
                <a:lnTo>
                  <a:pt x="308472" y="71400"/>
                </a:lnTo>
                <a:lnTo>
                  <a:pt x="308472" y="104782"/>
                </a:lnTo>
                <a:lnTo>
                  <a:pt x="298608" y="104782"/>
                </a:lnTo>
                <a:lnTo>
                  <a:pt x="296127" y="107263"/>
                </a:lnTo>
                <a:lnTo>
                  <a:pt x="296127" y="120174"/>
                </a:lnTo>
                <a:lnTo>
                  <a:pt x="162576" y="129958"/>
                </a:lnTo>
                <a:lnTo>
                  <a:pt x="87213" y="154780"/>
                </a:lnTo>
                <a:lnTo>
                  <a:pt x="42275" y="214047"/>
                </a:lnTo>
                <a:lnTo>
                  <a:pt x="0" y="327162"/>
                </a:lnTo>
                <a:lnTo>
                  <a:pt x="635373" y="327162"/>
                </a:lnTo>
                <a:lnTo>
                  <a:pt x="621334" y="296458"/>
                </a:lnTo>
                <a:lnTo>
                  <a:pt x="573258" y="228034"/>
                </a:lnTo>
                <a:lnTo>
                  <a:pt x="482208" y="157428"/>
                </a:lnTo>
                <a:lnTo>
                  <a:pt x="339246" y="120174"/>
                </a:lnTo>
                <a:lnTo>
                  <a:pt x="339246" y="107263"/>
                </a:lnTo>
                <a:lnTo>
                  <a:pt x="336764" y="104782"/>
                </a:lnTo>
                <a:lnTo>
                  <a:pt x="326911" y="104782"/>
                </a:lnTo>
                <a:lnTo>
                  <a:pt x="326911" y="71400"/>
                </a:lnTo>
                <a:lnTo>
                  <a:pt x="325288" y="69390"/>
                </a:lnTo>
                <a:lnTo>
                  <a:pt x="323079" y="68678"/>
                </a:lnTo>
                <a:lnTo>
                  <a:pt x="323079" y="36710"/>
                </a:lnTo>
                <a:lnTo>
                  <a:pt x="322293" y="35496"/>
                </a:lnTo>
                <a:lnTo>
                  <a:pt x="321183" y="34731"/>
                </a:lnTo>
                <a:lnTo>
                  <a:pt x="321183" y="1528"/>
                </a:lnTo>
                <a:lnTo>
                  <a:pt x="319665" y="0"/>
                </a:lnTo>
                <a:close/>
              </a:path>
            </a:pathLst>
          </a:custGeom>
          <a:solidFill>
            <a:srgbClr val="EED9C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" name="object 259" descr=""/>
          <p:cNvSpPr/>
          <p:nvPr/>
        </p:nvSpPr>
        <p:spPr>
          <a:xfrm>
            <a:off x="966392" y="4867542"/>
            <a:ext cx="1308100" cy="673735"/>
          </a:xfrm>
          <a:custGeom>
            <a:avLst/>
            <a:gdLst/>
            <a:ahLst/>
            <a:cxnLst/>
            <a:rect l="l" t="t" r="r" b="b"/>
            <a:pathLst>
              <a:path w="1308100" h="673735">
                <a:moveTo>
                  <a:pt x="657927" y="0"/>
                </a:moveTo>
                <a:lnTo>
                  <a:pt x="649802" y="0"/>
                </a:lnTo>
                <a:lnTo>
                  <a:pt x="646660" y="3130"/>
                </a:lnTo>
                <a:lnTo>
                  <a:pt x="646660" y="71474"/>
                </a:lnTo>
                <a:lnTo>
                  <a:pt x="644378" y="73044"/>
                </a:lnTo>
                <a:lnTo>
                  <a:pt x="642776" y="75536"/>
                </a:lnTo>
                <a:lnTo>
                  <a:pt x="642776" y="141336"/>
                </a:lnTo>
                <a:lnTo>
                  <a:pt x="638231" y="142822"/>
                </a:lnTo>
                <a:lnTo>
                  <a:pt x="634891" y="146948"/>
                </a:lnTo>
                <a:lnTo>
                  <a:pt x="634891" y="215658"/>
                </a:lnTo>
                <a:lnTo>
                  <a:pt x="614588" y="215658"/>
                </a:lnTo>
                <a:lnTo>
                  <a:pt x="609489" y="220757"/>
                </a:lnTo>
                <a:lnTo>
                  <a:pt x="609489" y="247332"/>
                </a:lnTo>
                <a:lnTo>
                  <a:pt x="334615" y="267471"/>
                </a:lnTo>
                <a:lnTo>
                  <a:pt x="179502" y="318563"/>
                </a:lnTo>
                <a:lnTo>
                  <a:pt x="87010" y="440550"/>
                </a:lnTo>
                <a:lnTo>
                  <a:pt x="0" y="673372"/>
                </a:lnTo>
                <a:lnTo>
                  <a:pt x="1307729" y="673372"/>
                </a:lnTo>
                <a:lnTo>
                  <a:pt x="1278834" y="610173"/>
                </a:lnTo>
                <a:lnTo>
                  <a:pt x="1179885" y="469340"/>
                </a:lnTo>
                <a:lnTo>
                  <a:pt x="992486" y="324012"/>
                </a:lnTo>
                <a:lnTo>
                  <a:pt x="698240" y="247332"/>
                </a:lnTo>
                <a:lnTo>
                  <a:pt x="698240" y="220757"/>
                </a:lnTo>
                <a:lnTo>
                  <a:pt x="693141" y="215658"/>
                </a:lnTo>
                <a:lnTo>
                  <a:pt x="672838" y="215658"/>
                </a:lnTo>
                <a:lnTo>
                  <a:pt x="672838" y="146948"/>
                </a:lnTo>
                <a:lnTo>
                  <a:pt x="669497" y="142812"/>
                </a:lnTo>
                <a:lnTo>
                  <a:pt x="664953" y="141336"/>
                </a:lnTo>
                <a:lnTo>
                  <a:pt x="664953" y="75536"/>
                </a:lnTo>
                <a:lnTo>
                  <a:pt x="663362" y="73044"/>
                </a:lnTo>
                <a:lnTo>
                  <a:pt x="661068" y="71474"/>
                </a:lnTo>
                <a:lnTo>
                  <a:pt x="661068" y="3130"/>
                </a:lnTo>
                <a:lnTo>
                  <a:pt x="657927" y="0"/>
                </a:lnTo>
                <a:close/>
              </a:path>
            </a:pathLst>
          </a:custGeom>
          <a:solidFill>
            <a:srgbClr val="EED9C5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60" name="object 260" descr=""/>
          <p:cNvGrpSpPr/>
          <p:nvPr/>
        </p:nvGrpSpPr>
        <p:grpSpPr>
          <a:xfrm>
            <a:off x="8533708" y="5574000"/>
            <a:ext cx="1089025" cy="560705"/>
            <a:chOff x="8533708" y="5574000"/>
            <a:chExt cx="1089025" cy="560705"/>
          </a:xfrm>
        </p:grpSpPr>
        <p:pic>
          <p:nvPicPr>
            <p:cNvPr id="261" name="object 261" descr="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9041025" y="5574000"/>
              <a:ext cx="73872" cy="210185"/>
            </a:xfrm>
            <a:prstGeom prst="rect">
              <a:avLst/>
            </a:prstGeom>
          </p:spPr>
        </p:pic>
        <p:sp>
          <p:nvSpPr>
            <p:cNvPr id="262" name="object 262" descr=""/>
            <p:cNvSpPr/>
            <p:nvPr/>
          </p:nvSpPr>
          <p:spPr>
            <a:xfrm>
              <a:off x="8533708" y="5778900"/>
              <a:ext cx="1089025" cy="355600"/>
            </a:xfrm>
            <a:custGeom>
              <a:avLst/>
              <a:gdLst/>
              <a:ahLst/>
              <a:cxnLst/>
              <a:rect l="l" t="t" r="r" b="b"/>
              <a:pathLst>
                <a:path w="1089025" h="355600">
                  <a:moveTo>
                    <a:pt x="544255" y="0"/>
                  </a:moveTo>
                  <a:lnTo>
                    <a:pt x="298107" y="5556"/>
                  </a:lnTo>
                  <a:lnTo>
                    <a:pt x="159364" y="44448"/>
                  </a:lnTo>
                  <a:lnTo>
                    <a:pt x="77003" y="150015"/>
                  </a:lnTo>
                  <a:lnTo>
                    <a:pt x="0" y="355591"/>
                  </a:lnTo>
                  <a:lnTo>
                    <a:pt x="1088511" y="355591"/>
                  </a:lnTo>
                  <a:lnTo>
                    <a:pt x="1062882" y="300030"/>
                  </a:lnTo>
                  <a:lnTo>
                    <a:pt x="974813" y="177795"/>
                  </a:lnTo>
                  <a:lnTo>
                    <a:pt x="807529" y="55561"/>
                  </a:lnTo>
                  <a:lnTo>
                    <a:pt x="544255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 descr=""/>
            <p:cNvSpPr/>
            <p:nvPr/>
          </p:nvSpPr>
          <p:spPr>
            <a:xfrm>
              <a:off x="8601022" y="5916453"/>
              <a:ext cx="668020" cy="218440"/>
            </a:xfrm>
            <a:custGeom>
              <a:avLst/>
              <a:gdLst/>
              <a:ahLst/>
              <a:cxnLst/>
              <a:rect l="l" t="t" r="r" b="b"/>
              <a:pathLst>
                <a:path w="668020" h="218439">
                  <a:moveTo>
                    <a:pt x="333728" y="0"/>
                  </a:moveTo>
                  <a:lnTo>
                    <a:pt x="182798" y="3406"/>
                  </a:lnTo>
                  <a:lnTo>
                    <a:pt x="97724" y="27254"/>
                  </a:lnTo>
                  <a:lnTo>
                    <a:pt x="47221" y="91983"/>
                  </a:lnTo>
                  <a:lnTo>
                    <a:pt x="0" y="218035"/>
                  </a:lnTo>
                  <a:lnTo>
                    <a:pt x="667456" y="218035"/>
                  </a:lnTo>
                  <a:lnTo>
                    <a:pt x="651739" y="183967"/>
                  </a:lnTo>
                  <a:lnTo>
                    <a:pt x="597735" y="109017"/>
                  </a:lnTo>
                  <a:lnTo>
                    <a:pt x="495159" y="34068"/>
                  </a:lnTo>
                  <a:lnTo>
                    <a:pt x="333728" y="0"/>
                  </a:lnTo>
                  <a:close/>
                </a:path>
              </a:pathLst>
            </a:custGeom>
            <a:solidFill>
              <a:srgbClr val="EED9C5">
                <a:alpha val="369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64" name="object 264" descr=""/>
          <p:cNvGrpSpPr/>
          <p:nvPr/>
        </p:nvGrpSpPr>
        <p:grpSpPr>
          <a:xfrm>
            <a:off x="1445065" y="4855548"/>
            <a:ext cx="1251585" cy="1577975"/>
            <a:chOff x="1445065" y="4855548"/>
            <a:chExt cx="1251585" cy="1577975"/>
          </a:xfrm>
        </p:grpSpPr>
        <p:sp>
          <p:nvSpPr>
            <p:cNvPr id="265" name="object 265" descr=""/>
            <p:cNvSpPr/>
            <p:nvPr/>
          </p:nvSpPr>
          <p:spPr>
            <a:xfrm>
              <a:off x="1445056" y="4855558"/>
              <a:ext cx="1251585" cy="1577975"/>
            </a:xfrm>
            <a:custGeom>
              <a:avLst/>
              <a:gdLst/>
              <a:ahLst/>
              <a:cxnLst/>
              <a:rect l="l" t="t" r="r" b="b"/>
              <a:pathLst>
                <a:path w="1251585" h="1577975">
                  <a:moveTo>
                    <a:pt x="1251559" y="0"/>
                  </a:moveTo>
                  <a:lnTo>
                    <a:pt x="661454" y="0"/>
                  </a:lnTo>
                  <a:lnTo>
                    <a:pt x="661454" y="416598"/>
                  </a:lnTo>
                  <a:lnTo>
                    <a:pt x="0" y="416598"/>
                  </a:lnTo>
                  <a:lnTo>
                    <a:pt x="0" y="604100"/>
                  </a:lnTo>
                  <a:lnTo>
                    <a:pt x="0" y="961631"/>
                  </a:lnTo>
                  <a:lnTo>
                    <a:pt x="0" y="1109230"/>
                  </a:lnTo>
                  <a:lnTo>
                    <a:pt x="661454" y="1109230"/>
                  </a:lnTo>
                  <a:lnTo>
                    <a:pt x="661454" y="1577848"/>
                  </a:lnTo>
                  <a:lnTo>
                    <a:pt x="1251559" y="1577848"/>
                  </a:lnTo>
                  <a:lnTo>
                    <a:pt x="1251559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 descr=""/>
            <p:cNvSpPr/>
            <p:nvPr/>
          </p:nvSpPr>
          <p:spPr>
            <a:xfrm>
              <a:off x="2377718" y="5253588"/>
              <a:ext cx="48260" cy="111760"/>
            </a:xfrm>
            <a:custGeom>
              <a:avLst/>
              <a:gdLst/>
              <a:ahLst/>
              <a:cxnLst/>
              <a:rect l="l" t="t" r="r" b="b"/>
              <a:pathLst>
                <a:path w="48260" h="111760">
                  <a:moveTo>
                    <a:pt x="47705" y="0"/>
                  </a:moveTo>
                  <a:lnTo>
                    <a:pt x="0" y="0"/>
                  </a:lnTo>
                  <a:lnTo>
                    <a:pt x="0" y="111284"/>
                  </a:lnTo>
                  <a:lnTo>
                    <a:pt x="47705" y="111284"/>
                  </a:lnTo>
                  <a:lnTo>
                    <a:pt x="47705" y="0"/>
                  </a:lnTo>
                  <a:close/>
                </a:path>
              </a:pathLst>
            </a:custGeom>
            <a:solidFill>
              <a:srgbClr val="DFB593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67" name="object 267" descr=""/>
          <p:cNvGrpSpPr/>
          <p:nvPr/>
        </p:nvGrpSpPr>
        <p:grpSpPr>
          <a:xfrm>
            <a:off x="2621689" y="3804046"/>
            <a:ext cx="1689100" cy="1742439"/>
            <a:chOff x="2621689" y="3804046"/>
            <a:chExt cx="1689100" cy="1742439"/>
          </a:xfrm>
        </p:grpSpPr>
        <p:pic>
          <p:nvPicPr>
            <p:cNvPr id="268" name="object 268" descr="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3406313" y="3804046"/>
              <a:ext cx="102604" cy="291951"/>
            </a:xfrm>
            <a:prstGeom prst="rect">
              <a:avLst/>
            </a:prstGeom>
          </p:spPr>
        </p:pic>
        <p:sp>
          <p:nvSpPr>
            <p:cNvPr id="269" name="object 269" descr=""/>
            <p:cNvSpPr/>
            <p:nvPr/>
          </p:nvSpPr>
          <p:spPr>
            <a:xfrm>
              <a:off x="2621686" y="4088656"/>
              <a:ext cx="1689100" cy="1457960"/>
            </a:xfrm>
            <a:custGeom>
              <a:avLst/>
              <a:gdLst/>
              <a:ahLst/>
              <a:cxnLst/>
              <a:rect l="l" t="t" r="r" b="b"/>
              <a:pathLst>
                <a:path w="1689100" h="1457960">
                  <a:moveTo>
                    <a:pt x="1688503" y="493915"/>
                  </a:moveTo>
                  <a:lnTo>
                    <a:pt x="1591894" y="493915"/>
                  </a:lnTo>
                  <a:lnTo>
                    <a:pt x="1556308" y="416750"/>
                  </a:lnTo>
                  <a:lnTo>
                    <a:pt x="1433969" y="246964"/>
                  </a:lnTo>
                  <a:lnTo>
                    <a:pt x="1201610" y="77177"/>
                  </a:lnTo>
                  <a:lnTo>
                    <a:pt x="835926" y="0"/>
                  </a:lnTo>
                  <a:lnTo>
                    <a:pt x="494017" y="7721"/>
                  </a:lnTo>
                  <a:lnTo>
                    <a:pt x="301307" y="61747"/>
                  </a:lnTo>
                  <a:lnTo>
                    <a:pt x="186905" y="208381"/>
                  </a:lnTo>
                  <a:lnTo>
                    <a:pt x="79946" y="493915"/>
                  </a:lnTo>
                  <a:lnTo>
                    <a:pt x="0" y="493915"/>
                  </a:lnTo>
                  <a:lnTo>
                    <a:pt x="0" y="610006"/>
                  </a:lnTo>
                  <a:lnTo>
                    <a:pt x="74942" y="610006"/>
                  </a:lnTo>
                  <a:lnTo>
                    <a:pt x="74942" y="1457718"/>
                  </a:lnTo>
                  <a:lnTo>
                    <a:pt x="1596923" y="1457718"/>
                  </a:lnTo>
                  <a:lnTo>
                    <a:pt x="1596923" y="1273530"/>
                  </a:lnTo>
                  <a:lnTo>
                    <a:pt x="1596923" y="610006"/>
                  </a:lnTo>
                  <a:lnTo>
                    <a:pt x="1688503" y="610006"/>
                  </a:lnTo>
                  <a:lnTo>
                    <a:pt x="1688503" y="493915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 descr=""/>
            <p:cNvSpPr/>
            <p:nvPr/>
          </p:nvSpPr>
          <p:spPr>
            <a:xfrm>
              <a:off x="3312523" y="4768201"/>
              <a:ext cx="290195" cy="317500"/>
            </a:xfrm>
            <a:custGeom>
              <a:avLst/>
              <a:gdLst/>
              <a:ahLst/>
              <a:cxnLst/>
              <a:rect l="l" t="t" r="r" b="b"/>
              <a:pathLst>
                <a:path w="290195" h="317500">
                  <a:moveTo>
                    <a:pt x="145095" y="0"/>
                  </a:moveTo>
                  <a:lnTo>
                    <a:pt x="89005" y="36619"/>
                  </a:lnTo>
                  <a:lnTo>
                    <a:pt x="47729" y="76147"/>
                  </a:lnTo>
                  <a:lnTo>
                    <a:pt x="13975" y="124266"/>
                  </a:lnTo>
                  <a:lnTo>
                    <a:pt x="0" y="176811"/>
                  </a:lnTo>
                  <a:lnTo>
                    <a:pt x="0" y="317341"/>
                  </a:lnTo>
                  <a:lnTo>
                    <a:pt x="290190" y="317341"/>
                  </a:lnTo>
                  <a:lnTo>
                    <a:pt x="290190" y="176811"/>
                  </a:lnTo>
                  <a:lnTo>
                    <a:pt x="276213" y="124266"/>
                  </a:lnTo>
                  <a:lnTo>
                    <a:pt x="242457" y="76147"/>
                  </a:lnTo>
                  <a:lnTo>
                    <a:pt x="201180" y="36619"/>
                  </a:lnTo>
                  <a:lnTo>
                    <a:pt x="164640" y="9849"/>
                  </a:lnTo>
                  <a:lnTo>
                    <a:pt x="145095" y="0"/>
                  </a:lnTo>
                  <a:close/>
                </a:path>
              </a:pathLst>
            </a:custGeom>
            <a:solidFill>
              <a:srgbClr val="DFB5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 descr=""/>
            <p:cNvSpPr/>
            <p:nvPr/>
          </p:nvSpPr>
          <p:spPr>
            <a:xfrm>
              <a:off x="2821188" y="4768194"/>
              <a:ext cx="290195" cy="317500"/>
            </a:xfrm>
            <a:custGeom>
              <a:avLst/>
              <a:gdLst/>
              <a:ahLst/>
              <a:cxnLst/>
              <a:rect l="l" t="t" r="r" b="b"/>
              <a:pathLst>
                <a:path w="290194" h="317500">
                  <a:moveTo>
                    <a:pt x="145116" y="0"/>
                  </a:moveTo>
                  <a:lnTo>
                    <a:pt x="89009" y="36635"/>
                  </a:lnTo>
                  <a:lnTo>
                    <a:pt x="47730" y="76176"/>
                  </a:lnTo>
                  <a:lnTo>
                    <a:pt x="13975" y="124309"/>
                  </a:lnTo>
                  <a:lnTo>
                    <a:pt x="0" y="176863"/>
                  </a:lnTo>
                  <a:lnTo>
                    <a:pt x="0" y="317362"/>
                  </a:lnTo>
                  <a:lnTo>
                    <a:pt x="290127" y="317362"/>
                  </a:lnTo>
                  <a:lnTo>
                    <a:pt x="290127" y="176863"/>
                  </a:lnTo>
                  <a:lnTo>
                    <a:pt x="278569" y="129303"/>
                  </a:lnTo>
                  <a:lnTo>
                    <a:pt x="249920" y="85013"/>
                  </a:lnTo>
                  <a:lnTo>
                    <a:pt x="213215" y="47068"/>
                  </a:lnTo>
                  <a:lnTo>
                    <a:pt x="177491" y="18543"/>
                  </a:lnTo>
                  <a:lnTo>
                    <a:pt x="145116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 descr=""/>
            <p:cNvSpPr/>
            <p:nvPr/>
          </p:nvSpPr>
          <p:spPr>
            <a:xfrm>
              <a:off x="2886044" y="4786740"/>
              <a:ext cx="225425" cy="299085"/>
            </a:xfrm>
            <a:custGeom>
              <a:avLst/>
              <a:gdLst/>
              <a:ahLst/>
              <a:cxnLst/>
              <a:rect l="l" t="t" r="r" b="b"/>
              <a:pathLst>
                <a:path w="225425" h="299085">
                  <a:moveTo>
                    <a:pt x="112635" y="0"/>
                  </a:moveTo>
                  <a:lnTo>
                    <a:pt x="76871" y="28568"/>
                  </a:lnTo>
                  <a:lnTo>
                    <a:pt x="40171" y="66507"/>
                  </a:lnTo>
                  <a:lnTo>
                    <a:pt x="11544" y="110769"/>
                  </a:lnTo>
                  <a:lnTo>
                    <a:pt x="0" y="158309"/>
                  </a:lnTo>
                  <a:lnTo>
                    <a:pt x="0" y="298818"/>
                  </a:lnTo>
                  <a:lnTo>
                    <a:pt x="225270" y="298818"/>
                  </a:lnTo>
                  <a:lnTo>
                    <a:pt x="225270" y="158309"/>
                  </a:lnTo>
                  <a:lnTo>
                    <a:pt x="213712" y="110754"/>
                  </a:lnTo>
                  <a:lnTo>
                    <a:pt x="185063" y="66467"/>
                  </a:lnTo>
                  <a:lnTo>
                    <a:pt x="148359" y="28524"/>
                  </a:lnTo>
                  <a:lnTo>
                    <a:pt x="112635" y="0"/>
                  </a:lnTo>
                  <a:close/>
                </a:path>
              </a:pathLst>
            </a:custGeom>
            <a:solidFill>
              <a:srgbClr val="DFB5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 descr=""/>
            <p:cNvSpPr/>
            <p:nvPr/>
          </p:nvSpPr>
          <p:spPr>
            <a:xfrm>
              <a:off x="3795700" y="4768197"/>
              <a:ext cx="290830" cy="317500"/>
            </a:xfrm>
            <a:custGeom>
              <a:avLst/>
              <a:gdLst/>
              <a:ahLst/>
              <a:cxnLst/>
              <a:rect l="l" t="t" r="r" b="b"/>
              <a:pathLst>
                <a:path w="290829" h="317500">
                  <a:moveTo>
                    <a:pt x="145105" y="0"/>
                  </a:moveTo>
                  <a:lnTo>
                    <a:pt x="108436" y="21580"/>
                  </a:lnTo>
                  <a:lnTo>
                    <a:pt x="73236" y="50366"/>
                  </a:lnTo>
                  <a:lnTo>
                    <a:pt x="37989" y="87708"/>
                  </a:lnTo>
                  <a:lnTo>
                    <a:pt x="10857" y="130803"/>
                  </a:lnTo>
                  <a:lnTo>
                    <a:pt x="0" y="176853"/>
                  </a:lnTo>
                  <a:lnTo>
                    <a:pt x="0" y="317362"/>
                  </a:lnTo>
                  <a:lnTo>
                    <a:pt x="290221" y="317362"/>
                  </a:lnTo>
                  <a:lnTo>
                    <a:pt x="290221" y="176853"/>
                  </a:lnTo>
                  <a:lnTo>
                    <a:pt x="276246" y="124303"/>
                  </a:lnTo>
                  <a:lnTo>
                    <a:pt x="242491" y="76174"/>
                  </a:lnTo>
                  <a:lnTo>
                    <a:pt x="201211" y="36634"/>
                  </a:lnTo>
                  <a:lnTo>
                    <a:pt x="164664" y="9853"/>
                  </a:lnTo>
                  <a:lnTo>
                    <a:pt x="145105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 descr=""/>
            <p:cNvSpPr/>
            <p:nvPr/>
          </p:nvSpPr>
          <p:spPr>
            <a:xfrm>
              <a:off x="3795700" y="4789777"/>
              <a:ext cx="217170" cy="295910"/>
            </a:xfrm>
            <a:custGeom>
              <a:avLst/>
              <a:gdLst/>
              <a:ahLst/>
              <a:cxnLst/>
              <a:rect l="l" t="t" r="r" b="b"/>
              <a:pathLst>
                <a:path w="217170" h="295910">
                  <a:moveTo>
                    <a:pt x="108436" y="0"/>
                  </a:moveTo>
                  <a:lnTo>
                    <a:pt x="73236" y="28786"/>
                  </a:lnTo>
                  <a:lnTo>
                    <a:pt x="37989" y="66127"/>
                  </a:lnTo>
                  <a:lnTo>
                    <a:pt x="10857" y="109223"/>
                  </a:lnTo>
                  <a:lnTo>
                    <a:pt x="0" y="155272"/>
                  </a:lnTo>
                  <a:lnTo>
                    <a:pt x="0" y="295781"/>
                  </a:lnTo>
                  <a:lnTo>
                    <a:pt x="216768" y="295781"/>
                  </a:lnTo>
                  <a:lnTo>
                    <a:pt x="216768" y="155272"/>
                  </a:lnTo>
                  <a:lnTo>
                    <a:pt x="205910" y="109238"/>
                  </a:lnTo>
                  <a:lnTo>
                    <a:pt x="178787" y="66166"/>
                  </a:lnTo>
                  <a:lnTo>
                    <a:pt x="143571" y="28830"/>
                  </a:lnTo>
                  <a:lnTo>
                    <a:pt x="108436" y="0"/>
                  </a:lnTo>
                  <a:close/>
                </a:path>
              </a:pathLst>
            </a:custGeom>
            <a:solidFill>
              <a:srgbClr val="DFB593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5" name="object 275" descr=""/>
          <p:cNvGrpSpPr/>
          <p:nvPr/>
        </p:nvGrpSpPr>
        <p:grpSpPr>
          <a:xfrm>
            <a:off x="6985641" y="5541004"/>
            <a:ext cx="3366135" cy="1549400"/>
            <a:chOff x="6985641" y="5541004"/>
            <a:chExt cx="3366135" cy="1549400"/>
          </a:xfrm>
        </p:grpSpPr>
        <p:sp>
          <p:nvSpPr>
            <p:cNvPr id="276" name="object 276" descr=""/>
            <p:cNvSpPr/>
            <p:nvPr/>
          </p:nvSpPr>
          <p:spPr>
            <a:xfrm>
              <a:off x="8650878" y="6134493"/>
              <a:ext cx="1701164" cy="955675"/>
            </a:xfrm>
            <a:custGeom>
              <a:avLst/>
              <a:gdLst/>
              <a:ahLst/>
              <a:cxnLst/>
              <a:rect l="l" t="t" r="r" b="b"/>
              <a:pathLst>
                <a:path w="1701165" h="955675">
                  <a:moveTo>
                    <a:pt x="1700723" y="0"/>
                  </a:moveTo>
                  <a:lnTo>
                    <a:pt x="0" y="0"/>
                  </a:lnTo>
                  <a:lnTo>
                    <a:pt x="0" y="955269"/>
                  </a:lnTo>
                  <a:lnTo>
                    <a:pt x="1700723" y="955269"/>
                  </a:lnTo>
                  <a:lnTo>
                    <a:pt x="1700723" y="0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 descr=""/>
            <p:cNvSpPr/>
            <p:nvPr/>
          </p:nvSpPr>
          <p:spPr>
            <a:xfrm>
              <a:off x="10061604" y="6620518"/>
              <a:ext cx="200660" cy="469900"/>
            </a:xfrm>
            <a:custGeom>
              <a:avLst/>
              <a:gdLst/>
              <a:ahLst/>
              <a:cxnLst/>
              <a:rect l="l" t="t" r="r" b="b"/>
              <a:pathLst>
                <a:path w="200659" h="469900">
                  <a:moveTo>
                    <a:pt x="100059" y="0"/>
                  </a:moveTo>
                  <a:lnTo>
                    <a:pt x="92426" y="0"/>
                  </a:lnTo>
                  <a:lnTo>
                    <a:pt x="84939" y="575"/>
                  </a:lnTo>
                  <a:lnTo>
                    <a:pt x="46895" y="11130"/>
                  </a:lnTo>
                  <a:lnTo>
                    <a:pt x="5900" y="48076"/>
                  </a:lnTo>
                  <a:lnTo>
                    <a:pt x="0" y="72730"/>
                  </a:lnTo>
                  <a:lnTo>
                    <a:pt x="0" y="469284"/>
                  </a:lnTo>
                  <a:lnTo>
                    <a:pt x="200255" y="469284"/>
                  </a:lnTo>
                  <a:lnTo>
                    <a:pt x="200255" y="72730"/>
                  </a:lnTo>
                  <a:lnTo>
                    <a:pt x="192387" y="44425"/>
                  </a:lnTo>
                  <a:lnTo>
                    <a:pt x="170925" y="21306"/>
                  </a:lnTo>
                  <a:lnTo>
                    <a:pt x="139079" y="5717"/>
                  </a:lnTo>
                  <a:lnTo>
                    <a:pt x="100059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 descr=""/>
            <p:cNvSpPr/>
            <p:nvPr/>
          </p:nvSpPr>
          <p:spPr>
            <a:xfrm>
              <a:off x="10061604" y="6622361"/>
              <a:ext cx="156210" cy="467995"/>
            </a:xfrm>
            <a:custGeom>
              <a:avLst/>
              <a:gdLst/>
              <a:ahLst/>
              <a:cxnLst/>
              <a:rect l="l" t="t" r="r" b="b"/>
              <a:pathLst>
                <a:path w="156209" h="467995">
                  <a:moveTo>
                    <a:pt x="77851" y="0"/>
                  </a:moveTo>
                  <a:lnTo>
                    <a:pt x="46895" y="9287"/>
                  </a:lnTo>
                  <a:lnTo>
                    <a:pt x="22221" y="25199"/>
                  </a:lnTo>
                  <a:lnTo>
                    <a:pt x="5900" y="46234"/>
                  </a:lnTo>
                  <a:lnTo>
                    <a:pt x="0" y="70887"/>
                  </a:lnTo>
                  <a:lnTo>
                    <a:pt x="0" y="467441"/>
                  </a:lnTo>
                  <a:lnTo>
                    <a:pt x="155702" y="467441"/>
                  </a:lnTo>
                  <a:lnTo>
                    <a:pt x="155702" y="70887"/>
                  </a:lnTo>
                  <a:lnTo>
                    <a:pt x="149820" y="46247"/>
                  </a:lnTo>
                  <a:lnTo>
                    <a:pt x="133531" y="25234"/>
                  </a:lnTo>
                  <a:lnTo>
                    <a:pt x="108864" y="9326"/>
                  </a:lnTo>
                  <a:lnTo>
                    <a:pt x="77851" y="0"/>
                  </a:lnTo>
                  <a:close/>
                </a:path>
              </a:pathLst>
            </a:custGeom>
            <a:solidFill>
              <a:srgbClr val="DFB5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 descr=""/>
            <p:cNvSpPr/>
            <p:nvPr/>
          </p:nvSpPr>
          <p:spPr>
            <a:xfrm>
              <a:off x="9804093" y="6620518"/>
              <a:ext cx="200660" cy="469900"/>
            </a:xfrm>
            <a:custGeom>
              <a:avLst/>
              <a:gdLst/>
              <a:ahLst/>
              <a:cxnLst/>
              <a:rect l="l" t="t" r="r" b="b"/>
              <a:pathLst>
                <a:path w="200659" h="469900">
                  <a:moveTo>
                    <a:pt x="100059" y="0"/>
                  </a:moveTo>
                  <a:lnTo>
                    <a:pt x="92426" y="0"/>
                  </a:lnTo>
                  <a:lnTo>
                    <a:pt x="84939" y="575"/>
                  </a:lnTo>
                  <a:lnTo>
                    <a:pt x="46895" y="11130"/>
                  </a:lnTo>
                  <a:lnTo>
                    <a:pt x="5900" y="48076"/>
                  </a:lnTo>
                  <a:lnTo>
                    <a:pt x="0" y="72730"/>
                  </a:lnTo>
                  <a:lnTo>
                    <a:pt x="0" y="469284"/>
                  </a:lnTo>
                  <a:lnTo>
                    <a:pt x="200255" y="469284"/>
                  </a:lnTo>
                  <a:lnTo>
                    <a:pt x="200255" y="72730"/>
                  </a:lnTo>
                  <a:lnTo>
                    <a:pt x="192387" y="44425"/>
                  </a:lnTo>
                  <a:lnTo>
                    <a:pt x="170925" y="21306"/>
                  </a:lnTo>
                  <a:lnTo>
                    <a:pt x="139079" y="5717"/>
                  </a:lnTo>
                  <a:lnTo>
                    <a:pt x="100059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 descr=""/>
            <p:cNvSpPr/>
            <p:nvPr/>
          </p:nvSpPr>
          <p:spPr>
            <a:xfrm>
              <a:off x="9804093" y="6622361"/>
              <a:ext cx="156210" cy="467995"/>
            </a:xfrm>
            <a:custGeom>
              <a:avLst/>
              <a:gdLst/>
              <a:ahLst/>
              <a:cxnLst/>
              <a:rect l="l" t="t" r="r" b="b"/>
              <a:pathLst>
                <a:path w="156209" h="467995">
                  <a:moveTo>
                    <a:pt x="77851" y="0"/>
                  </a:moveTo>
                  <a:lnTo>
                    <a:pt x="46895" y="9287"/>
                  </a:lnTo>
                  <a:lnTo>
                    <a:pt x="22221" y="25199"/>
                  </a:lnTo>
                  <a:lnTo>
                    <a:pt x="5900" y="46234"/>
                  </a:lnTo>
                  <a:lnTo>
                    <a:pt x="0" y="70887"/>
                  </a:lnTo>
                  <a:lnTo>
                    <a:pt x="0" y="467441"/>
                  </a:lnTo>
                  <a:lnTo>
                    <a:pt x="155702" y="467441"/>
                  </a:lnTo>
                  <a:lnTo>
                    <a:pt x="155702" y="70887"/>
                  </a:lnTo>
                  <a:lnTo>
                    <a:pt x="149820" y="46247"/>
                  </a:lnTo>
                  <a:lnTo>
                    <a:pt x="133531" y="25234"/>
                  </a:lnTo>
                  <a:lnTo>
                    <a:pt x="108864" y="9326"/>
                  </a:lnTo>
                  <a:lnTo>
                    <a:pt x="77851" y="0"/>
                  </a:lnTo>
                  <a:close/>
                </a:path>
              </a:pathLst>
            </a:custGeom>
            <a:solidFill>
              <a:srgbClr val="DFB5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 descr=""/>
            <p:cNvSpPr/>
            <p:nvPr/>
          </p:nvSpPr>
          <p:spPr>
            <a:xfrm>
              <a:off x="9546573" y="6620518"/>
              <a:ext cx="200660" cy="469900"/>
            </a:xfrm>
            <a:custGeom>
              <a:avLst/>
              <a:gdLst/>
              <a:ahLst/>
              <a:cxnLst/>
              <a:rect l="l" t="t" r="r" b="b"/>
              <a:pathLst>
                <a:path w="200659" h="469900">
                  <a:moveTo>
                    <a:pt x="100070" y="0"/>
                  </a:moveTo>
                  <a:lnTo>
                    <a:pt x="92436" y="0"/>
                  </a:lnTo>
                  <a:lnTo>
                    <a:pt x="84950" y="575"/>
                  </a:lnTo>
                  <a:lnTo>
                    <a:pt x="46904" y="11130"/>
                  </a:lnTo>
                  <a:lnTo>
                    <a:pt x="5901" y="48076"/>
                  </a:lnTo>
                  <a:lnTo>
                    <a:pt x="0" y="72730"/>
                  </a:lnTo>
                  <a:lnTo>
                    <a:pt x="0" y="469284"/>
                  </a:lnTo>
                  <a:lnTo>
                    <a:pt x="200255" y="469284"/>
                  </a:lnTo>
                  <a:lnTo>
                    <a:pt x="200255" y="72730"/>
                  </a:lnTo>
                  <a:lnTo>
                    <a:pt x="192389" y="44425"/>
                  </a:lnTo>
                  <a:lnTo>
                    <a:pt x="170930" y="21306"/>
                  </a:lnTo>
                  <a:lnTo>
                    <a:pt x="139087" y="5717"/>
                  </a:lnTo>
                  <a:lnTo>
                    <a:pt x="100070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 descr=""/>
            <p:cNvSpPr/>
            <p:nvPr/>
          </p:nvSpPr>
          <p:spPr>
            <a:xfrm>
              <a:off x="9546573" y="6622361"/>
              <a:ext cx="156210" cy="467995"/>
            </a:xfrm>
            <a:custGeom>
              <a:avLst/>
              <a:gdLst/>
              <a:ahLst/>
              <a:cxnLst/>
              <a:rect l="l" t="t" r="r" b="b"/>
              <a:pathLst>
                <a:path w="156209" h="467995">
                  <a:moveTo>
                    <a:pt x="77861" y="0"/>
                  </a:moveTo>
                  <a:lnTo>
                    <a:pt x="46904" y="9287"/>
                  </a:lnTo>
                  <a:lnTo>
                    <a:pt x="22227" y="25199"/>
                  </a:lnTo>
                  <a:lnTo>
                    <a:pt x="5901" y="46234"/>
                  </a:lnTo>
                  <a:lnTo>
                    <a:pt x="0" y="70887"/>
                  </a:lnTo>
                  <a:lnTo>
                    <a:pt x="0" y="467441"/>
                  </a:lnTo>
                  <a:lnTo>
                    <a:pt x="155712" y="467441"/>
                  </a:lnTo>
                  <a:lnTo>
                    <a:pt x="155712" y="70887"/>
                  </a:lnTo>
                  <a:lnTo>
                    <a:pt x="149831" y="46247"/>
                  </a:lnTo>
                  <a:lnTo>
                    <a:pt x="133541" y="25234"/>
                  </a:lnTo>
                  <a:lnTo>
                    <a:pt x="108874" y="9326"/>
                  </a:lnTo>
                  <a:lnTo>
                    <a:pt x="77861" y="0"/>
                  </a:lnTo>
                  <a:close/>
                </a:path>
              </a:pathLst>
            </a:custGeom>
            <a:solidFill>
              <a:srgbClr val="DFB5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 descr=""/>
            <p:cNvSpPr/>
            <p:nvPr/>
          </p:nvSpPr>
          <p:spPr>
            <a:xfrm>
              <a:off x="9289073" y="6620518"/>
              <a:ext cx="200660" cy="469900"/>
            </a:xfrm>
            <a:custGeom>
              <a:avLst/>
              <a:gdLst/>
              <a:ahLst/>
              <a:cxnLst/>
              <a:rect l="l" t="t" r="r" b="b"/>
              <a:pathLst>
                <a:path w="200659" h="469900">
                  <a:moveTo>
                    <a:pt x="100059" y="0"/>
                  </a:moveTo>
                  <a:lnTo>
                    <a:pt x="92426" y="0"/>
                  </a:lnTo>
                  <a:lnTo>
                    <a:pt x="84939" y="575"/>
                  </a:lnTo>
                  <a:lnTo>
                    <a:pt x="46895" y="11130"/>
                  </a:lnTo>
                  <a:lnTo>
                    <a:pt x="5900" y="48076"/>
                  </a:lnTo>
                  <a:lnTo>
                    <a:pt x="0" y="72730"/>
                  </a:lnTo>
                  <a:lnTo>
                    <a:pt x="0" y="469284"/>
                  </a:lnTo>
                  <a:lnTo>
                    <a:pt x="200255" y="469284"/>
                  </a:lnTo>
                  <a:lnTo>
                    <a:pt x="200255" y="72730"/>
                  </a:lnTo>
                  <a:lnTo>
                    <a:pt x="192387" y="44425"/>
                  </a:lnTo>
                  <a:lnTo>
                    <a:pt x="170925" y="21306"/>
                  </a:lnTo>
                  <a:lnTo>
                    <a:pt x="139079" y="5717"/>
                  </a:lnTo>
                  <a:lnTo>
                    <a:pt x="100059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 descr=""/>
            <p:cNvSpPr/>
            <p:nvPr/>
          </p:nvSpPr>
          <p:spPr>
            <a:xfrm>
              <a:off x="9289073" y="6622361"/>
              <a:ext cx="156210" cy="467995"/>
            </a:xfrm>
            <a:custGeom>
              <a:avLst/>
              <a:gdLst/>
              <a:ahLst/>
              <a:cxnLst/>
              <a:rect l="l" t="t" r="r" b="b"/>
              <a:pathLst>
                <a:path w="156209" h="467995">
                  <a:moveTo>
                    <a:pt x="77851" y="0"/>
                  </a:moveTo>
                  <a:lnTo>
                    <a:pt x="46895" y="9287"/>
                  </a:lnTo>
                  <a:lnTo>
                    <a:pt x="22221" y="25199"/>
                  </a:lnTo>
                  <a:lnTo>
                    <a:pt x="5900" y="46234"/>
                  </a:lnTo>
                  <a:lnTo>
                    <a:pt x="0" y="70887"/>
                  </a:lnTo>
                  <a:lnTo>
                    <a:pt x="0" y="467441"/>
                  </a:lnTo>
                  <a:lnTo>
                    <a:pt x="155702" y="467441"/>
                  </a:lnTo>
                  <a:lnTo>
                    <a:pt x="155702" y="70887"/>
                  </a:lnTo>
                  <a:lnTo>
                    <a:pt x="149820" y="46247"/>
                  </a:lnTo>
                  <a:lnTo>
                    <a:pt x="133531" y="25234"/>
                  </a:lnTo>
                  <a:lnTo>
                    <a:pt x="108864" y="9326"/>
                  </a:lnTo>
                  <a:lnTo>
                    <a:pt x="77851" y="0"/>
                  </a:lnTo>
                  <a:close/>
                </a:path>
              </a:pathLst>
            </a:custGeom>
            <a:solidFill>
              <a:srgbClr val="DFB5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 descr=""/>
            <p:cNvSpPr/>
            <p:nvPr/>
          </p:nvSpPr>
          <p:spPr>
            <a:xfrm>
              <a:off x="9031564" y="6620518"/>
              <a:ext cx="200660" cy="469900"/>
            </a:xfrm>
            <a:custGeom>
              <a:avLst/>
              <a:gdLst/>
              <a:ahLst/>
              <a:cxnLst/>
              <a:rect l="l" t="t" r="r" b="b"/>
              <a:pathLst>
                <a:path w="200659" h="469900">
                  <a:moveTo>
                    <a:pt x="100059" y="0"/>
                  </a:moveTo>
                  <a:lnTo>
                    <a:pt x="92426" y="0"/>
                  </a:lnTo>
                  <a:lnTo>
                    <a:pt x="84939" y="575"/>
                  </a:lnTo>
                  <a:lnTo>
                    <a:pt x="46895" y="11130"/>
                  </a:lnTo>
                  <a:lnTo>
                    <a:pt x="5900" y="48076"/>
                  </a:lnTo>
                  <a:lnTo>
                    <a:pt x="0" y="72730"/>
                  </a:lnTo>
                  <a:lnTo>
                    <a:pt x="0" y="469284"/>
                  </a:lnTo>
                  <a:lnTo>
                    <a:pt x="200255" y="469284"/>
                  </a:lnTo>
                  <a:lnTo>
                    <a:pt x="200255" y="72730"/>
                  </a:lnTo>
                  <a:lnTo>
                    <a:pt x="192387" y="44425"/>
                  </a:lnTo>
                  <a:lnTo>
                    <a:pt x="170925" y="21306"/>
                  </a:lnTo>
                  <a:lnTo>
                    <a:pt x="139079" y="5717"/>
                  </a:lnTo>
                  <a:lnTo>
                    <a:pt x="100059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 descr=""/>
            <p:cNvSpPr/>
            <p:nvPr/>
          </p:nvSpPr>
          <p:spPr>
            <a:xfrm>
              <a:off x="9031564" y="6622361"/>
              <a:ext cx="156210" cy="467995"/>
            </a:xfrm>
            <a:custGeom>
              <a:avLst/>
              <a:gdLst/>
              <a:ahLst/>
              <a:cxnLst/>
              <a:rect l="l" t="t" r="r" b="b"/>
              <a:pathLst>
                <a:path w="156209" h="467995">
                  <a:moveTo>
                    <a:pt x="77851" y="0"/>
                  </a:moveTo>
                  <a:lnTo>
                    <a:pt x="46895" y="9287"/>
                  </a:lnTo>
                  <a:lnTo>
                    <a:pt x="22221" y="25199"/>
                  </a:lnTo>
                  <a:lnTo>
                    <a:pt x="5900" y="46234"/>
                  </a:lnTo>
                  <a:lnTo>
                    <a:pt x="0" y="70887"/>
                  </a:lnTo>
                  <a:lnTo>
                    <a:pt x="0" y="467441"/>
                  </a:lnTo>
                  <a:lnTo>
                    <a:pt x="155702" y="467441"/>
                  </a:lnTo>
                  <a:lnTo>
                    <a:pt x="155702" y="70887"/>
                  </a:lnTo>
                  <a:lnTo>
                    <a:pt x="149820" y="46247"/>
                  </a:lnTo>
                  <a:lnTo>
                    <a:pt x="133531" y="25234"/>
                  </a:lnTo>
                  <a:lnTo>
                    <a:pt x="108864" y="9326"/>
                  </a:lnTo>
                  <a:lnTo>
                    <a:pt x="77851" y="0"/>
                  </a:lnTo>
                  <a:close/>
                </a:path>
              </a:pathLst>
            </a:custGeom>
            <a:solidFill>
              <a:srgbClr val="DFB5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 descr=""/>
            <p:cNvSpPr/>
            <p:nvPr/>
          </p:nvSpPr>
          <p:spPr>
            <a:xfrm>
              <a:off x="8774053" y="6620518"/>
              <a:ext cx="200660" cy="469900"/>
            </a:xfrm>
            <a:custGeom>
              <a:avLst/>
              <a:gdLst/>
              <a:ahLst/>
              <a:cxnLst/>
              <a:rect l="l" t="t" r="r" b="b"/>
              <a:pathLst>
                <a:path w="200659" h="469900">
                  <a:moveTo>
                    <a:pt x="100059" y="0"/>
                  </a:moveTo>
                  <a:lnTo>
                    <a:pt x="92426" y="0"/>
                  </a:lnTo>
                  <a:lnTo>
                    <a:pt x="84939" y="575"/>
                  </a:lnTo>
                  <a:lnTo>
                    <a:pt x="46895" y="11130"/>
                  </a:lnTo>
                  <a:lnTo>
                    <a:pt x="5900" y="48076"/>
                  </a:lnTo>
                  <a:lnTo>
                    <a:pt x="0" y="72730"/>
                  </a:lnTo>
                  <a:lnTo>
                    <a:pt x="0" y="469284"/>
                  </a:lnTo>
                  <a:lnTo>
                    <a:pt x="200255" y="469284"/>
                  </a:lnTo>
                  <a:lnTo>
                    <a:pt x="200255" y="72730"/>
                  </a:lnTo>
                  <a:lnTo>
                    <a:pt x="192387" y="44425"/>
                  </a:lnTo>
                  <a:lnTo>
                    <a:pt x="170925" y="21306"/>
                  </a:lnTo>
                  <a:lnTo>
                    <a:pt x="139079" y="5717"/>
                  </a:lnTo>
                  <a:lnTo>
                    <a:pt x="100059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 descr=""/>
            <p:cNvSpPr/>
            <p:nvPr/>
          </p:nvSpPr>
          <p:spPr>
            <a:xfrm>
              <a:off x="8774049" y="6374301"/>
              <a:ext cx="1409065" cy="715645"/>
            </a:xfrm>
            <a:custGeom>
              <a:avLst/>
              <a:gdLst/>
              <a:ahLst/>
              <a:cxnLst/>
              <a:rect l="l" t="t" r="r" b="b"/>
              <a:pathLst>
                <a:path w="1409065" h="715645">
                  <a:moveTo>
                    <a:pt x="121005" y="0"/>
                  </a:moveTo>
                  <a:lnTo>
                    <a:pt x="34709" y="0"/>
                  </a:lnTo>
                  <a:lnTo>
                    <a:pt x="34709" y="150164"/>
                  </a:lnTo>
                  <a:lnTo>
                    <a:pt x="121005" y="150164"/>
                  </a:lnTo>
                  <a:lnTo>
                    <a:pt x="121005" y="0"/>
                  </a:lnTo>
                  <a:close/>
                </a:path>
                <a:path w="1409065" h="715645">
                  <a:moveTo>
                    <a:pt x="155702" y="318960"/>
                  </a:moveTo>
                  <a:lnTo>
                    <a:pt x="149821" y="294309"/>
                  </a:lnTo>
                  <a:lnTo>
                    <a:pt x="133527" y="273304"/>
                  </a:lnTo>
                  <a:lnTo>
                    <a:pt x="108864" y="257390"/>
                  </a:lnTo>
                  <a:lnTo>
                    <a:pt x="77851" y="248069"/>
                  </a:lnTo>
                  <a:lnTo>
                    <a:pt x="46888" y="257352"/>
                  </a:lnTo>
                  <a:lnTo>
                    <a:pt x="22225" y="273265"/>
                  </a:lnTo>
                  <a:lnTo>
                    <a:pt x="5892" y="294297"/>
                  </a:lnTo>
                  <a:lnTo>
                    <a:pt x="0" y="318960"/>
                  </a:lnTo>
                  <a:lnTo>
                    <a:pt x="0" y="715505"/>
                  </a:lnTo>
                  <a:lnTo>
                    <a:pt x="155702" y="715505"/>
                  </a:lnTo>
                  <a:lnTo>
                    <a:pt x="155702" y="318960"/>
                  </a:lnTo>
                  <a:close/>
                </a:path>
                <a:path w="1409065" h="715645">
                  <a:moveTo>
                    <a:pt x="378510" y="0"/>
                  </a:moveTo>
                  <a:lnTo>
                    <a:pt x="292214" y="0"/>
                  </a:lnTo>
                  <a:lnTo>
                    <a:pt x="292214" y="150164"/>
                  </a:lnTo>
                  <a:lnTo>
                    <a:pt x="378510" y="150164"/>
                  </a:lnTo>
                  <a:lnTo>
                    <a:pt x="378510" y="0"/>
                  </a:lnTo>
                  <a:close/>
                </a:path>
                <a:path w="1409065" h="715645">
                  <a:moveTo>
                    <a:pt x="636028" y="0"/>
                  </a:moveTo>
                  <a:lnTo>
                    <a:pt x="549719" y="0"/>
                  </a:lnTo>
                  <a:lnTo>
                    <a:pt x="549719" y="150164"/>
                  </a:lnTo>
                  <a:lnTo>
                    <a:pt x="636028" y="150164"/>
                  </a:lnTo>
                  <a:lnTo>
                    <a:pt x="636028" y="0"/>
                  </a:lnTo>
                  <a:close/>
                </a:path>
                <a:path w="1409065" h="715645">
                  <a:moveTo>
                    <a:pt x="893521" y="0"/>
                  </a:moveTo>
                  <a:lnTo>
                    <a:pt x="807224" y="0"/>
                  </a:lnTo>
                  <a:lnTo>
                    <a:pt x="807224" y="150164"/>
                  </a:lnTo>
                  <a:lnTo>
                    <a:pt x="893521" y="150164"/>
                  </a:lnTo>
                  <a:lnTo>
                    <a:pt x="893521" y="0"/>
                  </a:lnTo>
                  <a:close/>
                </a:path>
                <a:path w="1409065" h="715645">
                  <a:moveTo>
                    <a:pt x="1151039" y="0"/>
                  </a:moveTo>
                  <a:lnTo>
                    <a:pt x="1064729" y="0"/>
                  </a:lnTo>
                  <a:lnTo>
                    <a:pt x="1064729" y="150164"/>
                  </a:lnTo>
                  <a:lnTo>
                    <a:pt x="1151039" y="150164"/>
                  </a:lnTo>
                  <a:lnTo>
                    <a:pt x="1151039" y="0"/>
                  </a:lnTo>
                  <a:close/>
                </a:path>
                <a:path w="1409065" h="715645">
                  <a:moveTo>
                    <a:pt x="1408544" y="0"/>
                  </a:moveTo>
                  <a:lnTo>
                    <a:pt x="1322247" y="0"/>
                  </a:lnTo>
                  <a:lnTo>
                    <a:pt x="1322247" y="150164"/>
                  </a:lnTo>
                  <a:lnTo>
                    <a:pt x="1408544" y="150164"/>
                  </a:lnTo>
                  <a:lnTo>
                    <a:pt x="1408544" y="0"/>
                  </a:lnTo>
                  <a:close/>
                </a:path>
              </a:pathLst>
            </a:custGeom>
            <a:solidFill>
              <a:srgbClr val="DFB5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 descr=""/>
            <p:cNvSpPr/>
            <p:nvPr/>
          </p:nvSpPr>
          <p:spPr>
            <a:xfrm>
              <a:off x="6985635" y="5541015"/>
              <a:ext cx="3366135" cy="1549400"/>
            </a:xfrm>
            <a:custGeom>
              <a:avLst/>
              <a:gdLst/>
              <a:ahLst/>
              <a:cxnLst/>
              <a:rect l="l" t="t" r="r" b="b"/>
              <a:pathLst>
                <a:path w="3366134" h="1549400">
                  <a:moveTo>
                    <a:pt x="3365957" y="593483"/>
                  </a:moveTo>
                  <a:lnTo>
                    <a:pt x="1665198" y="593483"/>
                  </a:lnTo>
                  <a:lnTo>
                    <a:pt x="1665198" y="0"/>
                  </a:lnTo>
                  <a:lnTo>
                    <a:pt x="0" y="0"/>
                  </a:lnTo>
                  <a:lnTo>
                    <a:pt x="0" y="1548790"/>
                  </a:lnTo>
                  <a:lnTo>
                    <a:pt x="1665198" y="1548790"/>
                  </a:lnTo>
                  <a:lnTo>
                    <a:pt x="1665198" y="629754"/>
                  </a:lnTo>
                  <a:lnTo>
                    <a:pt x="3365957" y="629754"/>
                  </a:lnTo>
                  <a:lnTo>
                    <a:pt x="3365957" y="593483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 descr=""/>
            <p:cNvSpPr/>
            <p:nvPr/>
          </p:nvSpPr>
          <p:spPr>
            <a:xfrm>
              <a:off x="7241642" y="6050470"/>
              <a:ext cx="320040" cy="1040130"/>
            </a:xfrm>
            <a:custGeom>
              <a:avLst/>
              <a:gdLst/>
              <a:ahLst/>
              <a:cxnLst/>
              <a:rect l="l" t="t" r="r" b="b"/>
              <a:pathLst>
                <a:path w="320040" h="1040129">
                  <a:moveTo>
                    <a:pt x="159921" y="0"/>
                  </a:moveTo>
                  <a:lnTo>
                    <a:pt x="116423" y="24649"/>
                  </a:lnTo>
                  <a:lnTo>
                    <a:pt x="58364" y="70770"/>
                  </a:lnTo>
                  <a:lnTo>
                    <a:pt x="29814" y="104295"/>
                  </a:lnTo>
                  <a:lnTo>
                    <a:pt x="9241" y="143222"/>
                  </a:lnTo>
                  <a:lnTo>
                    <a:pt x="1340" y="187125"/>
                  </a:lnTo>
                  <a:lnTo>
                    <a:pt x="2964" y="220663"/>
                  </a:lnTo>
                  <a:lnTo>
                    <a:pt x="7669" y="257964"/>
                  </a:lnTo>
                  <a:lnTo>
                    <a:pt x="15202" y="293700"/>
                  </a:lnTo>
                  <a:lnTo>
                    <a:pt x="25308" y="322545"/>
                  </a:lnTo>
                  <a:lnTo>
                    <a:pt x="14877" y="333343"/>
                  </a:lnTo>
                  <a:lnTo>
                    <a:pt x="6897" y="346137"/>
                  </a:lnTo>
                  <a:lnTo>
                    <a:pt x="1795" y="360598"/>
                  </a:lnTo>
                  <a:lnTo>
                    <a:pt x="0" y="376396"/>
                  </a:lnTo>
                  <a:lnTo>
                    <a:pt x="0" y="1039518"/>
                  </a:lnTo>
                  <a:lnTo>
                    <a:pt x="319854" y="1039518"/>
                  </a:lnTo>
                  <a:lnTo>
                    <a:pt x="319854" y="376396"/>
                  </a:lnTo>
                  <a:lnTo>
                    <a:pt x="318056" y="360598"/>
                  </a:lnTo>
                  <a:lnTo>
                    <a:pt x="312952" y="346137"/>
                  </a:lnTo>
                  <a:lnTo>
                    <a:pt x="304971" y="333343"/>
                  </a:lnTo>
                  <a:lnTo>
                    <a:pt x="294546" y="322545"/>
                  </a:lnTo>
                  <a:lnTo>
                    <a:pt x="304650" y="293700"/>
                  </a:lnTo>
                  <a:lnTo>
                    <a:pt x="312178" y="257964"/>
                  </a:lnTo>
                  <a:lnTo>
                    <a:pt x="316880" y="220663"/>
                  </a:lnTo>
                  <a:lnTo>
                    <a:pt x="318503" y="187125"/>
                  </a:lnTo>
                  <a:lnTo>
                    <a:pt x="316025" y="120137"/>
                  </a:lnTo>
                  <a:lnTo>
                    <a:pt x="298680" y="78315"/>
                  </a:lnTo>
                  <a:lnTo>
                    <a:pt x="251601" y="44117"/>
                  </a:lnTo>
                  <a:lnTo>
                    <a:pt x="159921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 descr=""/>
            <p:cNvSpPr/>
            <p:nvPr/>
          </p:nvSpPr>
          <p:spPr>
            <a:xfrm>
              <a:off x="7241642" y="6093547"/>
              <a:ext cx="180975" cy="996950"/>
            </a:xfrm>
            <a:custGeom>
              <a:avLst/>
              <a:gdLst/>
              <a:ahLst/>
              <a:cxnLst/>
              <a:rect l="l" t="t" r="r" b="b"/>
              <a:pathLst>
                <a:path w="180975" h="996950">
                  <a:moveTo>
                    <a:pt x="90196" y="0"/>
                  </a:moveTo>
                  <a:lnTo>
                    <a:pt x="58364" y="27693"/>
                  </a:lnTo>
                  <a:lnTo>
                    <a:pt x="29814" y="61218"/>
                  </a:lnTo>
                  <a:lnTo>
                    <a:pt x="9241" y="100145"/>
                  </a:lnTo>
                  <a:lnTo>
                    <a:pt x="1340" y="144047"/>
                  </a:lnTo>
                  <a:lnTo>
                    <a:pt x="2964" y="177586"/>
                  </a:lnTo>
                  <a:lnTo>
                    <a:pt x="7669" y="214887"/>
                  </a:lnTo>
                  <a:lnTo>
                    <a:pt x="15202" y="250623"/>
                  </a:lnTo>
                  <a:lnTo>
                    <a:pt x="25308" y="279467"/>
                  </a:lnTo>
                  <a:lnTo>
                    <a:pt x="14877" y="290266"/>
                  </a:lnTo>
                  <a:lnTo>
                    <a:pt x="6897" y="303060"/>
                  </a:lnTo>
                  <a:lnTo>
                    <a:pt x="1795" y="317520"/>
                  </a:lnTo>
                  <a:lnTo>
                    <a:pt x="0" y="333319"/>
                  </a:lnTo>
                  <a:lnTo>
                    <a:pt x="0" y="996440"/>
                  </a:lnTo>
                  <a:lnTo>
                    <a:pt x="180926" y="996440"/>
                  </a:lnTo>
                  <a:lnTo>
                    <a:pt x="180926" y="333319"/>
                  </a:lnTo>
                  <a:lnTo>
                    <a:pt x="179124" y="317520"/>
                  </a:lnTo>
                  <a:lnTo>
                    <a:pt x="173990" y="303060"/>
                  </a:lnTo>
                  <a:lnTo>
                    <a:pt x="165929" y="290266"/>
                  </a:lnTo>
                  <a:lnTo>
                    <a:pt x="155346" y="279467"/>
                  </a:lnTo>
                  <a:lnTo>
                    <a:pt x="165607" y="250623"/>
                  </a:lnTo>
                  <a:lnTo>
                    <a:pt x="173217" y="214887"/>
                  </a:lnTo>
                  <a:lnTo>
                    <a:pt x="177948" y="177586"/>
                  </a:lnTo>
                  <a:lnTo>
                    <a:pt x="179575" y="144047"/>
                  </a:lnTo>
                  <a:lnTo>
                    <a:pt x="171629" y="100108"/>
                  </a:lnTo>
                  <a:lnTo>
                    <a:pt x="150937" y="61119"/>
                  </a:lnTo>
                  <a:lnTo>
                    <a:pt x="122220" y="27583"/>
                  </a:lnTo>
                  <a:lnTo>
                    <a:pt x="90196" y="0"/>
                  </a:lnTo>
                  <a:close/>
                </a:path>
              </a:pathLst>
            </a:custGeom>
            <a:solidFill>
              <a:srgbClr val="DFB5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 descr=""/>
            <p:cNvSpPr/>
            <p:nvPr/>
          </p:nvSpPr>
          <p:spPr>
            <a:xfrm>
              <a:off x="7653991" y="6050470"/>
              <a:ext cx="320040" cy="1040130"/>
            </a:xfrm>
            <a:custGeom>
              <a:avLst/>
              <a:gdLst/>
              <a:ahLst/>
              <a:cxnLst/>
              <a:rect l="l" t="t" r="r" b="b"/>
              <a:pathLst>
                <a:path w="320040" h="1040129">
                  <a:moveTo>
                    <a:pt x="159921" y="0"/>
                  </a:moveTo>
                  <a:lnTo>
                    <a:pt x="116423" y="24649"/>
                  </a:lnTo>
                  <a:lnTo>
                    <a:pt x="58366" y="70770"/>
                  </a:lnTo>
                  <a:lnTo>
                    <a:pt x="29819" y="104295"/>
                  </a:lnTo>
                  <a:lnTo>
                    <a:pt x="9250" y="143222"/>
                  </a:lnTo>
                  <a:lnTo>
                    <a:pt x="1350" y="187125"/>
                  </a:lnTo>
                  <a:lnTo>
                    <a:pt x="2973" y="220663"/>
                  </a:lnTo>
                  <a:lnTo>
                    <a:pt x="7675" y="257964"/>
                  </a:lnTo>
                  <a:lnTo>
                    <a:pt x="15203" y="293700"/>
                  </a:lnTo>
                  <a:lnTo>
                    <a:pt x="25308" y="322545"/>
                  </a:lnTo>
                  <a:lnTo>
                    <a:pt x="14877" y="333343"/>
                  </a:lnTo>
                  <a:lnTo>
                    <a:pt x="6897" y="346137"/>
                  </a:lnTo>
                  <a:lnTo>
                    <a:pt x="1795" y="360598"/>
                  </a:lnTo>
                  <a:lnTo>
                    <a:pt x="0" y="376396"/>
                  </a:lnTo>
                  <a:lnTo>
                    <a:pt x="0" y="1039518"/>
                  </a:lnTo>
                  <a:lnTo>
                    <a:pt x="319854" y="1039518"/>
                  </a:lnTo>
                  <a:lnTo>
                    <a:pt x="319854" y="376396"/>
                  </a:lnTo>
                  <a:lnTo>
                    <a:pt x="318056" y="360598"/>
                  </a:lnTo>
                  <a:lnTo>
                    <a:pt x="312952" y="346137"/>
                  </a:lnTo>
                  <a:lnTo>
                    <a:pt x="304971" y="333343"/>
                  </a:lnTo>
                  <a:lnTo>
                    <a:pt x="294546" y="322545"/>
                  </a:lnTo>
                  <a:lnTo>
                    <a:pt x="304650" y="293700"/>
                  </a:lnTo>
                  <a:lnTo>
                    <a:pt x="312178" y="257964"/>
                  </a:lnTo>
                  <a:lnTo>
                    <a:pt x="316880" y="220663"/>
                  </a:lnTo>
                  <a:lnTo>
                    <a:pt x="318503" y="187125"/>
                  </a:lnTo>
                  <a:lnTo>
                    <a:pt x="316025" y="120137"/>
                  </a:lnTo>
                  <a:lnTo>
                    <a:pt x="298680" y="78315"/>
                  </a:lnTo>
                  <a:lnTo>
                    <a:pt x="251601" y="44117"/>
                  </a:lnTo>
                  <a:lnTo>
                    <a:pt x="159921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 descr=""/>
            <p:cNvSpPr/>
            <p:nvPr/>
          </p:nvSpPr>
          <p:spPr>
            <a:xfrm>
              <a:off x="7653991" y="6093547"/>
              <a:ext cx="180975" cy="996950"/>
            </a:xfrm>
            <a:custGeom>
              <a:avLst/>
              <a:gdLst/>
              <a:ahLst/>
              <a:cxnLst/>
              <a:rect l="l" t="t" r="r" b="b"/>
              <a:pathLst>
                <a:path w="180975" h="996950">
                  <a:moveTo>
                    <a:pt x="90196" y="0"/>
                  </a:moveTo>
                  <a:lnTo>
                    <a:pt x="58366" y="27693"/>
                  </a:lnTo>
                  <a:lnTo>
                    <a:pt x="29819" y="61218"/>
                  </a:lnTo>
                  <a:lnTo>
                    <a:pt x="9250" y="100145"/>
                  </a:lnTo>
                  <a:lnTo>
                    <a:pt x="1350" y="144047"/>
                  </a:lnTo>
                  <a:lnTo>
                    <a:pt x="2973" y="177586"/>
                  </a:lnTo>
                  <a:lnTo>
                    <a:pt x="7675" y="214887"/>
                  </a:lnTo>
                  <a:lnTo>
                    <a:pt x="15203" y="250623"/>
                  </a:lnTo>
                  <a:lnTo>
                    <a:pt x="25308" y="279467"/>
                  </a:lnTo>
                  <a:lnTo>
                    <a:pt x="14877" y="290266"/>
                  </a:lnTo>
                  <a:lnTo>
                    <a:pt x="6897" y="303060"/>
                  </a:lnTo>
                  <a:lnTo>
                    <a:pt x="1795" y="317520"/>
                  </a:lnTo>
                  <a:lnTo>
                    <a:pt x="0" y="333319"/>
                  </a:lnTo>
                  <a:lnTo>
                    <a:pt x="0" y="996440"/>
                  </a:lnTo>
                  <a:lnTo>
                    <a:pt x="180926" y="996440"/>
                  </a:lnTo>
                  <a:lnTo>
                    <a:pt x="180926" y="333319"/>
                  </a:lnTo>
                  <a:lnTo>
                    <a:pt x="179126" y="317520"/>
                  </a:lnTo>
                  <a:lnTo>
                    <a:pt x="173994" y="303060"/>
                  </a:lnTo>
                  <a:lnTo>
                    <a:pt x="165933" y="290266"/>
                  </a:lnTo>
                  <a:lnTo>
                    <a:pt x="155346" y="279467"/>
                  </a:lnTo>
                  <a:lnTo>
                    <a:pt x="165607" y="250623"/>
                  </a:lnTo>
                  <a:lnTo>
                    <a:pt x="173217" y="214887"/>
                  </a:lnTo>
                  <a:lnTo>
                    <a:pt x="177948" y="177586"/>
                  </a:lnTo>
                  <a:lnTo>
                    <a:pt x="179575" y="144047"/>
                  </a:lnTo>
                  <a:lnTo>
                    <a:pt x="171629" y="100108"/>
                  </a:lnTo>
                  <a:lnTo>
                    <a:pt x="150937" y="61119"/>
                  </a:lnTo>
                  <a:lnTo>
                    <a:pt x="122220" y="27583"/>
                  </a:lnTo>
                  <a:lnTo>
                    <a:pt x="90196" y="0"/>
                  </a:lnTo>
                  <a:close/>
                </a:path>
              </a:pathLst>
            </a:custGeom>
            <a:solidFill>
              <a:srgbClr val="DFB5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 descr=""/>
            <p:cNvSpPr/>
            <p:nvPr/>
          </p:nvSpPr>
          <p:spPr>
            <a:xfrm>
              <a:off x="8066342" y="6050470"/>
              <a:ext cx="320040" cy="1040130"/>
            </a:xfrm>
            <a:custGeom>
              <a:avLst/>
              <a:gdLst/>
              <a:ahLst/>
              <a:cxnLst/>
              <a:rect l="l" t="t" r="r" b="b"/>
              <a:pathLst>
                <a:path w="320040" h="1040129">
                  <a:moveTo>
                    <a:pt x="159921" y="0"/>
                  </a:moveTo>
                  <a:lnTo>
                    <a:pt x="116423" y="24649"/>
                  </a:lnTo>
                  <a:lnTo>
                    <a:pt x="58364" y="70770"/>
                  </a:lnTo>
                  <a:lnTo>
                    <a:pt x="29814" y="104295"/>
                  </a:lnTo>
                  <a:lnTo>
                    <a:pt x="9241" y="143222"/>
                  </a:lnTo>
                  <a:lnTo>
                    <a:pt x="1340" y="187125"/>
                  </a:lnTo>
                  <a:lnTo>
                    <a:pt x="2964" y="220663"/>
                  </a:lnTo>
                  <a:lnTo>
                    <a:pt x="7669" y="257964"/>
                  </a:lnTo>
                  <a:lnTo>
                    <a:pt x="15202" y="293700"/>
                  </a:lnTo>
                  <a:lnTo>
                    <a:pt x="25308" y="322545"/>
                  </a:lnTo>
                  <a:lnTo>
                    <a:pt x="14877" y="333343"/>
                  </a:lnTo>
                  <a:lnTo>
                    <a:pt x="6897" y="346137"/>
                  </a:lnTo>
                  <a:lnTo>
                    <a:pt x="1795" y="360598"/>
                  </a:lnTo>
                  <a:lnTo>
                    <a:pt x="0" y="376396"/>
                  </a:lnTo>
                  <a:lnTo>
                    <a:pt x="0" y="1039518"/>
                  </a:lnTo>
                  <a:lnTo>
                    <a:pt x="319854" y="1039518"/>
                  </a:lnTo>
                  <a:lnTo>
                    <a:pt x="319854" y="376396"/>
                  </a:lnTo>
                  <a:lnTo>
                    <a:pt x="318056" y="360598"/>
                  </a:lnTo>
                  <a:lnTo>
                    <a:pt x="312952" y="346137"/>
                  </a:lnTo>
                  <a:lnTo>
                    <a:pt x="304971" y="333343"/>
                  </a:lnTo>
                  <a:lnTo>
                    <a:pt x="294546" y="322545"/>
                  </a:lnTo>
                  <a:lnTo>
                    <a:pt x="304650" y="293700"/>
                  </a:lnTo>
                  <a:lnTo>
                    <a:pt x="312178" y="257964"/>
                  </a:lnTo>
                  <a:lnTo>
                    <a:pt x="316880" y="220663"/>
                  </a:lnTo>
                  <a:lnTo>
                    <a:pt x="318503" y="187125"/>
                  </a:lnTo>
                  <a:lnTo>
                    <a:pt x="316025" y="120137"/>
                  </a:lnTo>
                  <a:lnTo>
                    <a:pt x="298680" y="78315"/>
                  </a:lnTo>
                  <a:lnTo>
                    <a:pt x="251601" y="44117"/>
                  </a:lnTo>
                  <a:lnTo>
                    <a:pt x="159921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 descr=""/>
            <p:cNvSpPr/>
            <p:nvPr/>
          </p:nvSpPr>
          <p:spPr>
            <a:xfrm>
              <a:off x="8066342" y="6093547"/>
              <a:ext cx="180975" cy="996950"/>
            </a:xfrm>
            <a:custGeom>
              <a:avLst/>
              <a:gdLst/>
              <a:ahLst/>
              <a:cxnLst/>
              <a:rect l="l" t="t" r="r" b="b"/>
              <a:pathLst>
                <a:path w="180975" h="996950">
                  <a:moveTo>
                    <a:pt x="90196" y="0"/>
                  </a:moveTo>
                  <a:lnTo>
                    <a:pt x="58364" y="27693"/>
                  </a:lnTo>
                  <a:lnTo>
                    <a:pt x="29814" y="61218"/>
                  </a:lnTo>
                  <a:lnTo>
                    <a:pt x="9241" y="100145"/>
                  </a:lnTo>
                  <a:lnTo>
                    <a:pt x="1340" y="144047"/>
                  </a:lnTo>
                  <a:lnTo>
                    <a:pt x="2964" y="177586"/>
                  </a:lnTo>
                  <a:lnTo>
                    <a:pt x="7669" y="214887"/>
                  </a:lnTo>
                  <a:lnTo>
                    <a:pt x="15202" y="250623"/>
                  </a:lnTo>
                  <a:lnTo>
                    <a:pt x="25308" y="279467"/>
                  </a:lnTo>
                  <a:lnTo>
                    <a:pt x="14877" y="290266"/>
                  </a:lnTo>
                  <a:lnTo>
                    <a:pt x="6897" y="303060"/>
                  </a:lnTo>
                  <a:lnTo>
                    <a:pt x="1795" y="317520"/>
                  </a:lnTo>
                  <a:lnTo>
                    <a:pt x="0" y="333319"/>
                  </a:lnTo>
                  <a:lnTo>
                    <a:pt x="0" y="996440"/>
                  </a:lnTo>
                  <a:lnTo>
                    <a:pt x="180926" y="996440"/>
                  </a:lnTo>
                  <a:lnTo>
                    <a:pt x="180926" y="333319"/>
                  </a:lnTo>
                  <a:lnTo>
                    <a:pt x="179126" y="317520"/>
                  </a:lnTo>
                  <a:lnTo>
                    <a:pt x="173994" y="303060"/>
                  </a:lnTo>
                  <a:lnTo>
                    <a:pt x="165933" y="290266"/>
                  </a:lnTo>
                  <a:lnTo>
                    <a:pt x="155346" y="279467"/>
                  </a:lnTo>
                  <a:lnTo>
                    <a:pt x="165607" y="250623"/>
                  </a:lnTo>
                  <a:lnTo>
                    <a:pt x="173217" y="214887"/>
                  </a:lnTo>
                  <a:lnTo>
                    <a:pt x="177948" y="177586"/>
                  </a:lnTo>
                  <a:lnTo>
                    <a:pt x="179575" y="144047"/>
                  </a:lnTo>
                  <a:lnTo>
                    <a:pt x="171629" y="100108"/>
                  </a:lnTo>
                  <a:lnTo>
                    <a:pt x="150937" y="61119"/>
                  </a:lnTo>
                  <a:lnTo>
                    <a:pt x="122220" y="27583"/>
                  </a:lnTo>
                  <a:lnTo>
                    <a:pt x="90196" y="0"/>
                  </a:lnTo>
                  <a:close/>
                </a:path>
              </a:pathLst>
            </a:custGeom>
            <a:solidFill>
              <a:srgbClr val="DFB593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296" name="object 296" descr=""/>
          <p:cNvPicPr/>
          <p:nvPr/>
        </p:nvPicPr>
        <p:blipFill>
          <a:blip r:embed="rId37" cstate="print"/>
          <a:stretch>
            <a:fillRect/>
          </a:stretch>
        </p:blipFill>
        <p:spPr>
          <a:xfrm>
            <a:off x="4697847" y="4544862"/>
            <a:ext cx="131283" cy="373520"/>
          </a:xfrm>
          <a:prstGeom prst="rect">
            <a:avLst/>
          </a:prstGeom>
        </p:spPr>
      </p:pic>
      <p:grpSp>
        <p:nvGrpSpPr>
          <p:cNvPr id="297" name="object 297" descr=""/>
          <p:cNvGrpSpPr/>
          <p:nvPr/>
        </p:nvGrpSpPr>
        <p:grpSpPr>
          <a:xfrm>
            <a:off x="1264062" y="1808404"/>
            <a:ext cx="114300" cy="481965"/>
            <a:chOff x="1264062" y="1808404"/>
            <a:chExt cx="114300" cy="481965"/>
          </a:xfrm>
        </p:grpSpPr>
        <p:pic>
          <p:nvPicPr>
            <p:cNvPr id="298" name="object 298" descr="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264062" y="1808404"/>
              <a:ext cx="114185" cy="177929"/>
            </a:xfrm>
            <a:prstGeom prst="rect">
              <a:avLst/>
            </a:prstGeom>
          </p:spPr>
        </p:pic>
        <p:sp>
          <p:nvSpPr>
            <p:cNvPr id="299" name="object 299" descr=""/>
            <p:cNvSpPr/>
            <p:nvPr/>
          </p:nvSpPr>
          <p:spPr>
            <a:xfrm>
              <a:off x="1285303" y="1972798"/>
              <a:ext cx="71755" cy="317500"/>
            </a:xfrm>
            <a:custGeom>
              <a:avLst/>
              <a:gdLst/>
              <a:ahLst/>
              <a:cxnLst/>
              <a:rect l="l" t="t" r="r" b="b"/>
              <a:pathLst>
                <a:path w="71755" h="317500">
                  <a:moveTo>
                    <a:pt x="71691" y="0"/>
                  </a:moveTo>
                  <a:lnTo>
                    <a:pt x="34785" y="0"/>
                  </a:lnTo>
                  <a:lnTo>
                    <a:pt x="0" y="0"/>
                  </a:lnTo>
                  <a:lnTo>
                    <a:pt x="0" y="317487"/>
                  </a:lnTo>
                  <a:lnTo>
                    <a:pt x="34785" y="317487"/>
                  </a:lnTo>
                  <a:lnTo>
                    <a:pt x="71691" y="317487"/>
                  </a:lnTo>
                  <a:lnTo>
                    <a:pt x="71691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00" name="object 300" descr=""/>
          <p:cNvGrpSpPr/>
          <p:nvPr/>
        </p:nvGrpSpPr>
        <p:grpSpPr>
          <a:xfrm>
            <a:off x="1249145" y="2273124"/>
            <a:ext cx="149225" cy="510540"/>
            <a:chOff x="1249145" y="2273124"/>
            <a:chExt cx="149225" cy="510540"/>
          </a:xfrm>
        </p:grpSpPr>
        <p:sp>
          <p:nvSpPr>
            <p:cNvPr id="301" name="object 301" descr=""/>
            <p:cNvSpPr/>
            <p:nvPr/>
          </p:nvSpPr>
          <p:spPr>
            <a:xfrm>
              <a:off x="1274787" y="2349594"/>
              <a:ext cx="98425" cy="434340"/>
            </a:xfrm>
            <a:custGeom>
              <a:avLst/>
              <a:gdLst/>
              <a:ahLst/>
              <a:cxnLst/>
              <a:rect l="l" t="t" r="r" b="b"/>
              <a:pathLst>
                <a:path w="98425" h="434339">
                  <a:moveTo>
                    <a:pt x="97955" y="0"/>
                  </a:moveTo>
                  <a:lnTo>
                    <a:pt x="47523" y="0"/>
                  </a:lnTo>
                  <a:lnTo>
                    <a:pt x="0" y="0"/>
                  </a:lnTo>
                  <a:lnTo>
                    <a:pt x="0" y="433768"/>
                  </a:lnTo>
                  <a:lnTo>
                    <a:pt x="47523" y="433768"/>
                  </a:lnTo>
                  <a:lnTo>
                    <a:pt x="97955" y="433768"/>
                  </a:lnTo>
                  <a:lnTo>
                    <a:pt x="97955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2" name="object 302" descr="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1249145" y="2273124"/>
              <a:ext cx="148680" cy="76453"/>
            </a:xfrm>
            <a:prstGeom prst="rect">
              <a:avLst/>
            </a:prstGeom>
          </p:spPr>
        </p:pic>
      </p:grpSp>
      <p:grpSp>
        <p:nvGrpSpPr>
          <p:cNvPr id="303" name="object 303" descr=""/>
          <p:cNvGrpSpPr/>
          <p:nvPr/>
        </p:nvGrpSpPr>
        <p:grpSpPr>
          <a:xfrm>
            <a:off x="1128667" y="4994099"/>
            <a:ext cx="393065" cy="1910080"/>
            <a:chOff x="1128667" y="4994099"/>
            <a:chExt cx="393065" cy="1910080"/>
          </a:xfrm>
        </p:grpSpPr>
        <p:sp>
          <p:nvSpPr>
            <p:cNvPr id="304" name="object 304" descr=""/>
            <p:cNvSpPr/>
            <p:nvPr/>
          </p:nvSpPr>
          <p:spPr>
            <a:xfrm>
              <a:off x="1128661" y="4994103"/>
              <a:ext cx="393065" cy="1910080"/>
            </a:xfrm>
            <a:custGeom>
              <a:avLst/>
              <a:gdLst/>
              <a:ahLst/>
              <a:cxnLst/>
              <a:rect l="l" t="t" r="r" b="b"/>
              <a:pathLst>
                <a:path w="393065" h="1910079">
                  <a:moveTo>
                    <a:pt x="393026" y="0"/>
                  </a:moveTo>
                  <a:lnTo>
                    <a:pt x="0" y="0"/>
                  </a:lnTo>
                  <a:lnTo>
                    <a:pt x="0" y="34950"/>
                  </a:lnTo>
                  <a:lnTo>
                    <a:pt x="34239" y="34950"/>
                  </a:lnTo>
                  <a:lnTo>
                    <a:pt x="34239" y="73228"/>
                  </a:lnTo>
                  <a:lnTo>
                    <a:pt x="34239" y="1909470"/>
                  </a:lnTo>
                  <a:lnTo>
                    <a:pt x="358800" y="1909470"/>
                  </a:lnTo>
                  <a:lnTo>
                    <a:pt x="358800" y="73228"/>
                  </a:lnTo>
                  <a:lnTo>
                    <a:pt x="358800" y="34950"/>
                  </a:lnTo>
                  <a:lnTo>
                    <a:pt x="393026" y="34950"/>
                  </a:lnTo>
                  <a:lnTo>
                    <a:pt x="393026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5" name="object 305" descr="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1259603" y="5363707"/>
              <a:ext cx="131158" cy="89871"/>
            </a:xfrm>
            <a:prstGeom prst="rect">
              <a:avLst/>
            </a:prstGeom>
          </p:spPr>
        </p:pic>
      </p:grpSp>
      <p:sp>
        <p:nvSpPr>
          <p:cNvPr id="306" name="object 306" descr=""/>
          <p:cNvSpPr/>
          <p:nvPr/>
        </p:nvSpPr>
        <p:spPr>
          <a:xfrm>
            <a:off x="1237815" y="2868719"/>
            <a:ext cx="171450" cy="872490"/>
          </a:xfrm>
          <a:custGeom>
            <a:avLst/>
            <a:gdLst/>
            <a:ahLst/>
            <a:cxnLst/>
            <a:rect l="l" t="t" r="r" b="b"/>
            <a:pathLst>
              <a:path w="171450" h="872489">
                <a:moveTo>
                  <a:pt x="171345" y="0"/>
                </a:moveTo>
                <a:lnTo>
                  <a:pt x="0" y="0"/>
                </a:lnTo>
                <a:lnTo>
                  <a:pt x="0" y="872078"/>
                </a:lnTo>
                <a:lnTo>
                  <a:pt x="171345" y="872078"/>
                </a:lnTo>
                <a:lnTo>
                  <a:pt x="171345" y="0"/>
                </a:lnTo>
                <a:close/>
              </a:path>
            </a:pathLst>
          </a:custGeom>
          <a:solidFill>
            <a:srgbClr val="EED9C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7" name="object 307" descr=""/>
          <p:cNvSpPr/>
          <p:nvPr/>
        </p:nvSpPr>
        <p:spPr>
          <a:xfrm>
            <a:off x="1136053" y="3712965"/>
            <a:ext cx="374015" cy="1281430"/>
          </a:xfrm>
          <a:custGeom>
            <a:avLst/>
            <a:gdLst/>
            <a:ahLst/>
            <a:cxnLst/>
            <a:rect l="l" t="t" r="r" b="b"/>
            <a:pathLst>
              <a:path w="374015" h="1281429">
                <a:moveTo>
                  <a:pt x="373849" y="76758"/>
                </a:moveTo>
                <a:lnTo>
                  <a:pt x="373837" y="27838"/>
                </a:lnTo>
                <a:lnTo>
                  <a:pt x="373837" y="0"/>
                </a:lnTo>
                <a:lnTo>
                  <a:pt x="12" y="0"/>
                </a:lnTo>
                <a:lnTo>
                  <a:pt x="12" y="27838"/>
                </a:lnTo>
                <a:lnTo>
                  <a:pt x="12" y="76758"/>
                </a:lnTo>
                <a:lnTo>
                  <a:pt x="65239" y="123990"/>
                </a:lnTo>
                <a:lnTo>
                  <a:pt x="65430" y="123990"/>
                </a:lnTo>
                <a:lnTo>
                  <a:pt x="65430" y="395566"/>
                </a:lnTo>
                <a:lnTo>
                  <a:pt x="65239" y="395566"/>
                </a:lnTo>
                <a:lnTo>
                  <a:pt x="65239" y="430987"/>
                </a:lnTo>
                <a:lnTo>
                  <a:pt x="65430" y="430987"/>
                </a:lnTo>
                <a:lnTo>
                  <a:pt x="65430" y="491705"/>
                </a:lnTo>
                <a:lnTo>
                  <a:pt x="65239" y="491705"/>
                </a:lnTo>
                <a:lnTo>
                  <a:pt x="65239" y="527126"/>
                </a:lnTo>
                <a:lnTo>
                  <a:pt x="65430" y="527126"/>
                </a:lnTo>
                <a:lnTo>
                  <a:pt x="65430" y="949680"/>
                </a:lnTo>
                <a:lnTo>
                  <a:pt x="65430" y="985100"/>
                </a:lnTo>
                <a:lnTo>
                  <a:pt x="65430" y="1045832"/>
                </a:lnTo>
                <a:lnTo>
                  <a:pt x="65239" y="1045832"/>
                </a:lnTo>
                <a:lnTo>
                  <a:pt x="65239" y="1081252"/>
                </a:lnTo>
                <a:lnTo>
                  <a:pt x="65430" y="1081252"/>
                </a:lnTo>
                <a:lnTo>
                  <a:pt x="65430" y="1281137"/>
                </a:lnTo>
                <a:lnTo>
                  <a:pt x="129260" y="1281137"/>
                </a:lnTo>
                <a:lnTo>
                  <a:pt x="129654" y="1281137"/>
                </a:lnTo>
                <a:lnTo>
                  <a:pt x="247599" y="1281137"/>
                </a:lnTo>
                <a:lnTo>
                  <a:pt x="311810" y="1281137"/>
                </a:lnTo>
                <a:lnTo>
                  <a:pt x="311810" y="985100"/>
                </a:lnTo>
                <a:lnTo>
                  <a:pt x="311810" y="949680"/>
                </a:lnTo>
                <a:lnTo>
                  <a:pt x="311810" y="123990"/>
                </a:lnTo>
                <a:lnTo>
                  <a:pt x="373849" y="76758"/>
                </a:lnTo>
                <a:close/>
              </a:path>
            </a:pathLst>
          </a:custGeom>
          <a:solidFill>
            <a:srgbClr val="EED9C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8" name="object 308" descr=""/>
          <p:cNvSpPr/>
          <p:nvPr/>
        </p:nvSpPr>
        <p:spPr>
          <a:xfrm>
            <a:off x="1192923" y="2758649"/>
            <a:ext cx="260350" cy="110489"/>
          </a:xfrm>
          <a:custGeom>
            <a:avLst/>
            <a:gdLst/>
            <a:ahLst/>
            <a:cxnLst/>
            <a:rect l="l" t="t" r="r" b="b"/>
            <a:pathLst>
              <a:path w="260350" h="110489">
                <a:moveTo>
                  <a:pt x="260108" y="68148"/>
                </a:moveTo>
                <a:lnTo>
                  <a:pt x="0" y="68148"/>
                </a:lnTo>
                <a:lnTo>
                  <a:pt x="45389" y="110070"/>
                </a:lnTo>
                <a:lnTo>
                  <a:pt x="216954" y="110070"/>
                </a:lnTo>
                <a:lnTo>
                  <a:pt x="260108" y="68148"/>
                </a:lnTo>
                <a:close/>
              </a:path>
              <a:path w="260350" h="110489">
                <a:moveTo>
                  <a:pt x="260108" y="0"/>
                </a:moveTo>
                <a:lnTo>
                  <a:pt x="0" y="0"/>
                </a:lnTo>
                <a:lnTo>
                  <a:pt x="0" y="24714"/>
                </a:lnTo>
                <a:lnTo>
                  <a:pt x="0" y="68135"/>
                </a:lnTo>
                <a:lnTo>
                  <a:pt x="260108" y="68135"/>
                </a:lnTo>
                <a:lnTo>
                  <a:pt x="260108" y="24714"/>
                </a:lnTo>
                <a:lnTo>
                  <a:pt x="260108" y="0"/>
                </a:lnTo>
                <a:close/>
              </a:path>
            </a:pathLst>
          </a:custGeom>
          <a:solidFill>
            <a:srgbClr val="EED9C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9" name="object 309" descr=""/>
          <p:cNvSpPr/>
          <p:nvPr/>
        </p:nvSpPr>
        <p:spPr>
          <a:xfrm>
            <a:off x="3796284" y="4909000"/>
            <a:ext cx="1934845" cy="632460"/>
          </a:xfrm>
          <a:custGeom>
            <a:avLst/>
            <a:gdLst/>
            <a:ahLst/>
            <a:cxnLst/>
            <a:rect l="l" t="t" r="r" b="b"/>
            <a:pathLst>
              <a:path w="1934845" h="632460">
                <a:moveTo>
                  <a:pt x="1934400" y="631926"/>
                </a:moveTo>
                <a:lnTo>
                  <a:pt x="1888845" y="533184"/>
                </a:lnTo>
                <a:lnTo>
                  <a:pt x="1732343" y="315963"/>
                </a:lnTo>
                <a:lnTo>
                  <a:pt x="1435061" y="98729"/>
                </a:lnTo>
                <a:lnTo>
                  <a:pt x="967193" y="0"/>
                </a:lnTo>
                <a:lnTo>
                  <a:pt x="529767" y="9867"/>
                </a:lnTo>
                <a:lnTo>
                  <a:pt x="283210" y="78981"/>
                </a:lnTo>
                <a:lnTo>
                  <a:pt x="136842" y="266585"/>
                </a:lnTo>
                <a:lnTo>
                  <a:pt x="0" y="631926"/>
                </a:lnTo>
                <a:lnTo>
                  <a:pt x="1934400" y="631926"/>
                </a:lnTo>
                <a:close/>
              </a:path>
            </a:pathLst>
          </a:custGeom>
          <a:solidFill>
            <a:srgbClr val="EED9C5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10" name="object 310" descr=""/>
          <p:cNvGrpSpPr/>
          <p:nvPr/>
        </p:nvGrpSpPr>
        <p:grpSpPr>
          <a:xfrm>
            <a:off x="7001894" y="4811604"/>
            <a:ext cx="1417320" cy="729615"/>
            <a:chOff x="7001894" y="4811604"/>
            <a:chExt cx="1417320" cy="729615"/>
          </a:xfrm>
        </p:grpSpPr>
        <p:pic>
          <p:nvPicPr>
            <p:cNvPr id="311" name="object 311" descr="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7662284" y="4811604"/>
              <a:ext cx="96164" cy="273602"/>
            </a:xfrm>
            <a:prstGeom prst="rect">
              <a:avLst/>
            </a:prstGeom>
          </p:spPr>
        </p:pic>
        <p:sp>
          <p:nvSpPr>
            <p:cNvPr id="312" name="object 312" descr=""/>
            <p:cNvSpPr/>
            <p:nvPr/>
          </p:nvSpPr>
          <p:spPr>
            <a:xfrm>
              <a:off x="7001890" y="5078329"/>
              <a:ext cx="1417320" cy="462915"/>
            </a:xfrm>
            <a:custGeom>
              <a:avLst/>
              <a:gdLst/>
              <a:ahLst/>
              <a:cxnLst/>
              <a:rect l="l" t="t" r="r" b="b"/>
              <a:pathLst>
                <a:path w="1417320" h="462914">
                  <a:moveTo>
                    <a:pt x="1416939" y="462889"/>
                  </a:moveTo>
                  <a:lnTo>
                    <a:pt x="1383576" y="390563"/>
                  </a:lnTo>
                  <a:lnTo>
                    <a:pt x="1268933" y="231444"/>
                  </a:lnTo>
                  <a:lnTo>
                    <a:pt x="1051179" y="72326"/>
                  </a:lnTo>
                  <a:lnTo>
                    <a:pt x="708469" y="0"/>
                  </a:lnTo>
                  <a:lnTo>
                    <a:pt x="388048" y="7239"/>
                  </a:lnTo>
                  <a:lnTo>
                    <a:pt x="207441" y="57861"/>
                  </a:lnTo>
                  <a:lnTo>
                    <a:pt x="100228" y="195287"/>
                  </a:lnTo>
                  <a:lnTo>
                    <a:pt x="0" y="462889"/>
                  </a:lnTo>
                  <a:lnTo>
                    <a:pt x="87630" y="462889"/>
                  </a:lnTo>
                  <a:lnTo>
                    <a:pt x="956462" y="462889"/>
                  </a:lnTo>
                  <a:lnTo>
                    <a:pt x="1416939" y="462889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13" name="object 313" descr=""/>
          <p:cNvGrpSpPr/>
          <p:nvPr/>
        </p:nvGrpSpPr>
        <p:grpSpPr>
          <a:xfrm>
            <a:off x="3559535" y="4479800"/>
            <a:ext cx="4005579" cy="2610485"/>
            <a:chOff x="3559535" y="4479800"/>
            <a:chExt cx="4005579" cy="2610485"/>
          </a:xfrm>
        </p:grpSpPr>
        <p:sp>
          <p:nvSpPr>
            <p:cNvPr id="314" name="object 314" descr=""/>
            <p:cNvSpPr/>
            <p:nvPr/>
          </p:nvSpPr>
          <p:spPr>
            <a:xfrm>
              <a:off x="5650928" y="4479804"/>
              <a:ext cx="1913889" cy="2610485"/>
            </a:xfrm>
            <a:custGeom>
              <a:avLst/>
              <a:gdLst/>
              <a:ahLst/>
              <a:cxnLst/>
              <a:rect l="l" t="t" r="r" b="b"/>
              <a:pathLst>
                <a:path w="1913890" h="2610484">
                  <a:moveTo>
                    <a:pt x="1913724" y="0"/>
                  </a:moveTo>
                  <a:lnTo>
                    <a:pt x="0" y="0"/>
                  </a:lnTo>
                  <a:lnTo>
                    <a:pt x="0" y="2109622"/>
                  </a:lnTo>
                  <a:lnTo>
                    <a:pt x="0" y="2610180"/>
                  </a:lnTo>
                  <a:lnTo>
                    <a:pt x="1913724" y="2610180"/>
                  </a:lnTo>
                  <a:lnTo>
                    <a:pt x="1913724" y="2109622"/>
                  </a:lnTo>
                  <a:lnTo>
                    <a:pt x="1913724" y="0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 descr=""/>
            <p:cNvSpPr/>
            <p:nvPr/>
          </p:nvSpPr>
          <p:spPr>
            <a:xfrm>
              <a:off x="6049467" y="5354021"/>
              <a:ext cx="1114425" cy="1736089"/>
            </a:xfrm>
            <a:custGeom>
              <a:avLst/>
              <a:gdLst/>
              <a:ahLst/>
              <a:cxnLst/>
              <a:rect l="l" t="t" r="r" b="b"/>
              <a:pathLst>
                <a:path w="1114425" h="1736090">
                  <a:moveTo>
                    <a:pt x="1114171" y="441172"/>
                  </a:moveTo>
                  <a:lnTo>
                    <a:pt x="1109040" y="397446"/>
                  </a:lnTo>
                  <a:lnTo>
                    <a:pt x="1094486" y="355180"/>
                  </a:lnTo>
                  <a:lnTo>
                    <a:pt x="1071676" y="314502"/>
                  </a:lnTo>
                  <a:lnTo>
                    <a:pt x="1041819" y="275564"/>
                  </a:lnTo>
                  <a:lnTo>
                    <a:pt x="1006106" y="238556"/>
                  </a:lnTo>
                  <a:lnTo>
                    <a:pt x="965746" y="203593"/>
                  </a:lnTo>
                  <a:lnTo>
                    <a:pt x="921931" y="170865"/>
                  </a:lnTo>
                  <a:lnTo>
                    <a:pt x="875842" y="140500"/>
                  </a:lnTo>
                  <a:lnTo>
                    <a:pt x="828713" y="112687"/>
                  </a:lnTo>
                  <a:lnTo>
                    <a:pt x="781710" y="87541"/>
                  </a:lnTo>
                  <a:lnTo>
                    <a:pt x="736041" y="65252"/>
                  </a:lnTo>
                  <a:lnTo>
                    <a:pt x="692899" y="45961"/>
                  </a:lnTo>
                  <a:lnTo>
                    <a:pt x="653491" y="29832"/>
                  </a:lnTo>
                  <a:lnTo>
                    <a:pt x="590651" y="7670"/>
                  </a:lnTo>
                  <a:lnTo>
                    <a:pt x="557085" y="0"/>
                  </a:lnTo>
                  <a:lnTo>
                    <a:pt x="544563" y="1943"/>
                  </a:lnTo>
                  <a:lnTo>
                    <a:pt x="495160" y="17018"/>
                  </a:lnTo>
                  <a:lnTo>
                    <a:pt x="421271" y="45961"/>
                  </a:lnTo>
                  <a:lnTo>
                    <a:pt x="378129" y="65252"/>
                  </a:lnTo>
                  <a:lnTo>
                    <a:pt x="332460" y="87541"/>
                  </a:lnTo>
                  <a:lnTo>
                    <a:pt x="285457" y="112687"/>
                  </a:lnTo>
                  <a:lnTo>
                    <a:pt x="238315" y="140500"/>
                  </a:lnTo>
                  <a:lnTo>
                    <a:pt x="192239" y="170865"/>
                  </a:lnTo>
                  <a:lnTo>
                    <a:pt x="148424" y="203593"/>
                  </a:lnTo>
                  <a:lnTo>
                    <a:pt x="108064" y="238556"/>
                  </a:lnTo>
                  <a:lnTo>
                    <a:pt x="72351" y="275564"/>
                  </a:lnTo>
                  <a:lnTo>
                    <a:pt x="42494" y="314502"/>
                  </a:lnTo>
                  <a:lnTo>
                    <a:pt x="19685" y="355180"/>
                  </a:lnTo>
                  <a:lnTo>
                    <a:pt x="5118" y="397446"/>
                  </a:lnTo>
                  <a:lnTo>
                    <a:pt x="0" y="441172"/>
                  </a:lnTo>
                  <a:lnTo>
                    <a:pt x="0" y="1735785"/>
                  </a:lnTo>
                  <a:lnTo>
                    <a:pt x="70815" y="1735785"/>
                  </a:lnTo>
                  <a:lnTo>
                    <a:pt x="896670" y="1735785"/>
                  </a:lnTo>
                  <a:lnTo>
                    <a:pt x="1114171" y="1735785"/>
                  </a:lnTo>
                  <a:lnTo>
                    <a:pt x="1114171" y="441172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 descr=""/>
            <p:cNvSpPr/>
            <p:nvPr/>
          </p:nvSpPr>
          <p:spPr>
            <a:xfrm>
              <a:off x="6186728" y="6580943"/>
              <a:ext cx="654050" cy="509270"/>
            </a:xfrm>
            <a:custGeom>
              <a:avLst/>
              <a:gdLst/>
              <a:ahLst/>
              <a:cxnLst/>
              <a:rect l="l" t="t" r="r" b="b"/>
              <a:pathLst>
                <a:path w="654050" h="509270">
                  <a:moveTo>
                    <a:pt x="150634" y="124675"/>
                  </a:moveTo>
                  <a:lnTo>
                    <a:pt x="140550" y="80302"/>
                  </a:lnTo>
                  <a:lnTo>
                    <a:pt x="117462" y="40208"/>
                  </a:lnTo>
                  <a:lnTo>
                    <a:pt x="92138" y="11176"/>
                  </a:lnTo>
                  <a:lnTo>
                    <a:pt x="75311" y="0"/>
                  </a:lnTo>
                  <a:lnTo>
                    <a:pt x="57226" y="11176"/>
                  </a:lnTo>
                  <a:lnTo>
                    <a:pt x="32029" y="40208"/>
                  </a:lnTo>
                  <a:lnTo>
                    <a:pt x="9652" y="80302"/>
                  </a:lnTo>
                  <a:lnTo>
                    <a:pt x="0" y="124675"/>
                  </a:lnTo>
                  <a:lnTo>
                    <a:pt x="0" y="509041"/>
                  </a:lnTo>
                  <a:lnTo>
                    <a:pt x="150634" y="509041"/>
                  </a:lnTo>
                  <a:lnTo>
                    <a:pt x="150634" y="124675"/>
                  </a:lnTo>
                  <a:close/>
                </a:path>
                <a:path w="654050" h="509270">
                  <a:moveTo>
                    <a:pt x="402082" y="124675"/>
                  </a:moveTo>
                  <a:lnTo>
                    <a:pt x="392010" y="80302"/>
                  </a:lnTo>
                  <a:lnTo>
                    <a:pt x="368922" y="40208"/>
                  </a:lnTo>
                  <a:lnTo>
                    <a:pt x="343598" y="11176"/>
                  </a:lnTo>
                  <a:lnTo>
                    <a:pt x="326771" y="0"/>
                  </a:lnTo>
                  <a:lnTo>
                    <a:pt x="308686" y="11176"/>
                  </a:lnTo>
                  <a:lnTo>
                    <a:pt x="283489" y="40208"/>
                  </a:lnTo>
                  <a:lnTo>
                    <a:pt x="261112" y="80302"/>
                  </a:lnTo>
                  <a:lnTo>
                    <a:pt x="251447" y="124675"/>
                  </a:lnTo>
                  <a:lnTo>
                    <a:pt x="251447" y="509041"/>
                  </a:lnTo>
                  <a:lnTo>
                    <a:pt x="402082" y="509041"/>
                  </a:lnTo>
                  <a:lnTo>
                    <a:pt x="402082" y="124675"/>
                  </a:lnTo>
                  <a:close/>
                </a:path>
                <a:path w="654050" h="509270">
                  <a:moveTo>
                    <a:pt x="653542" y="124675"/>
                  </a:moveTo>
                  <a:lnTo>
                    <a:pt x="643458" y="80302"/>
                  </a:lnTo>
                  <a:lnTo>
                    <a:pt x="620382" y="40208"/>
                  </a:lnTo>
                  <a:lnTo>
                    <a:pt x="595058" y="11176"/>
                  </a:lnTo>
                  <a:lnTo>
                    <a:pt x="578231" y="0"/>
                  </a:lnTo>
                  <a:lnTo>
                    <a:pt x="560133" y="11176"/>
                  </a:lnTo>
                  <a:lnTo>
                    <a:pt x="534949" y="40208"/>
                  </a:lnTo>
                  <a:lnTo>
                    <a:pt x="512572" y="80302"/>
                  </a:lnTo>
                  <a:lnTo>
                    <a:pt x="502907" y="124675"/>
                  </a:lnTo>
                  <a:lnTo>
                    <a:pt x="502907" y="509041"/>
                  </a:lnTo>
                  <a:lnTo>
                    <a:pt x="653542" y="509041"/>
                  </a:lnTo>
                  <a:lnTo>
                    <a:pt x="653542" y="124675"/>
                  </a:lnTo>
                  <a:close/>
                </a:path>
              </a:pathLst>
            </a:custGeom>
            <a:solidFill>
              <a:srgbClr val="DFB5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 descr=""/>
            <p:cNvSpPr/>
            <p:nvPr/>
          </p:nvSpPr>
          <p:spPr>
            <a:xfrm>
              <a:off x="5224716" y="4479804"/>
              <a:ext cx="426720" cy="2610485"/>
            </a:xfrm>
            <a:custGeom>
              <a:avLst/>
              <a:gdLst/>
              <a:ahLst/>
              <a:cxnLst/>
              <a:rect l="l" t="t" r="r" b="b"/>
              <a:pathLst>
                <a:path w="426720" h="2610484">
                  <a:moveTo>
                    <a:pt x="426212" y="2073770"/>
                  </a:moveTo>
                  <a:lnTo>
                    <a:pt x="0" y="2073770"/>
                  </a:lnTo>
                  <a:lnTo>
                    <a:pt x="0" y="2109622"/>
                  </a:lnTo>
                  <a:lnTo>
                    <a:pt x="0" y="2610002"/>
                  </a:lnTo>
                  <a:lnTo>
                    <a:pt x="426212" y="2610002"/>
                  </a:lnTo>
                  <a:lnTo>
                    <a:pt x="426212" y="2109622"/>
                  </a:lnTo>
                  <a:lnTo>
                    <a:pt x="426212" y="2073770"/>
                  </a:lnTo>
                  <a:close/>
                </a:path>
                <a:path w="426720" h="2610484">
                  <a:moveTo>
                    <a:pt x="426212" y="0"/>
                  </a:moveTo>
                  <a:lnTo>
                    <a:pt x="0" y="0"/>
                  </a:lnTo>
                  <a:lnTo>
                    <a:pt x="0" y="1518183"/>
                  </a:lnTo>
                  <a:lnTo>
                    <a:pt x="426212" y="1518183"/>
                  </a:lnTo>
                  <a:lnTo>
                    <a:pt x="426212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 descr=""/>
            <p:cNvSpPr/>
            <p:nvPr/>
          </p:nvSpPr>
          <p:spPr>
            <a:xfrm>
              <a:off x="3559530" y="5541016"/>
              <a:ext cx="1665605" cy="1549400"/>
            </a:xfrm>
            <a:custGeom>
              <a:avLst/>
              <a:gdLst/>
              <a:ahLst/>
              <a:cxnLst/>
              <a:rect l="l" t="t" r="r" b="b"/>
              <a:pathLst>
                <a:path w="1665604" h="1549400">
                  <a:moveTo>
                    <a:pt x="1665198" y="0"/>
                  </a:moveTo>
                  <a:lnTo>
                    <a:pt x="0" y="0"/>
                  </a:lnTo>
                  <a:lnTo>
                    <a:pt x="0" y="54838"/>
                  </a:lnTo>
                  <a:lnTo>
                    <a:pt x="0" y="1548790"/>
                  </a:lnTo>
                  <a:lnTo>
                    <a:pt x="1665198" y="1548790"/>
                  </a:lnTo>
                  <a:lnTo>
                    <a:pt x="1665198" y="54838"/>
                  </a:lnTo>
                  <a:lnTo>
                    <a:pt x="1665198" y="0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 descr=""/>
            <p:cNvSpPr/>
            <p:nvPr/>
          </p:nvSpPr>
          <p:spPr>
            <a:xfrm>
              <a:off x="3815537" y="6050470"/>
              <a:ext cx="320040" cy="1040130"/>
            </a:xfrm>
            <a:custGeom>
              <a:avLst/>
              <a:gdLst/>
              <a:ahLst/>
              <a:cxnLst/>
              <a:rect l="l" t="t" r="r" b="b"/>
              <a:pathLst>
                <a:path w="320039" h="1040129">
                  <a:moveTo>
                    <a:pt x="159921" y="0"/>
                  </a:moveTo>
                  <a:lnTo>
                    <a:pt x="116423" y="24649"/>
                  </a:lnTo>
                  <a:lnTo>
                    <a:pt x="58366" y="70770"/>
                  </a:lnTo>
                  <a:lnTo>
                    <a:pt x="29819" y="104295"/>
                  </a:lnTo>
                  <a:lnTo>
                    <a:pt x="9250" y="143222"/>
                  </a:lnTo>
                  <a:lnTo>
                    <a:pt x="1350" y="187125"/>
                  </a:lnTo>
                  <a:lnTo>
                    <a:pt x="2973" y="220663"/>
                  </a:lnTo>
                  <a:lnTo>
                    <a:pt x="7675" y="257964"/>
                  </a:lnTo>
                  <a:lnTo>
                    <a:pt x="15203" y="293700"/>
                  </a:lnTo>
                  <a:lnTo>
                    <a:pt x="25308" y="322545"/>
                  </a:lnTo>
                  <a:lnTo>
                    <a:pt x="14877" y="333343"/>
                  </a:lnTo>
                  <a:lnTo>
                    <a:pt x="6897" y="346137"/>
                  </a:lnTo>
                  <a:lnTo>
                    <a:pt x="1795" y="360598"/>
                  </a:lnTo>
                  <a:lnTo>
                    <a:pt x="0" y="376396"/>
                  </a:lnTo>
                  <a:lnTo>
                    <a:pt x="0" y="1039518"/>
                  </a:lnTo>
                  <a:lnTo>
                    <a:pt x="319854" y="1039518"/>
                  </a:lnTo>
                  <a:lnTo>
                    <a:pt x="319854" y="376396"/>
                  </a:lnTo>
                  <a:lnTo>
                    <a:pt x="318056" y="360598"/>
                  </a:lnTo>
                  <a:lnTo>
                    <a:pt x="312952" y="346137"/>
                  </a:lnTo>
                  <a:lnTo>
                    <a:pt x="304971" y="333343"/>
                  </a:lnTo>
                  <a:lnTo>
                    <a:pt x="294546" y="322545"/>
                  </a:lnTo>
                  <a:lnTo>
                    <a:pt x="304645" y="293700"/>
                  </a:lnTo>
                  <a:lnTo>
                    <a:pt x="312175" y="257964"/>
                  </a:lnTo>
                  <a:lnTo>
                    <a:pt x="316878" y="220663"/>
                  </a:lnTo>
                  <a:lnTo>
                    <a:pt x="318503" y="187125"/>
                  </a:lnTo>
                  <a:lnTo>
                    <a:pt x="316025" y="120137"/>
                  </a:lnTo>
                  <a:lnTo>
                    <a:pt x="298680" y="78315"/>
                  </a:lnTo>
                  <a:lnTo>
                    <a:pt x="251601" y="44117"/>
                  </a:lnTo>
                  <a:lnTo>
                    <a:pt x="159921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 descr=""/>
            <p:cNvSpPr/>
            <p:nvPr/>
          </p:nvSpPr>
          <p:spPr>
            <a:xfrm>
              <a:off x="3815537" y="6093547"/>
              <a:ext cx="180975" cy="996950"/>
            </a:xfrm>
            <a:custGeom>
              <a:avLst/>
              <a:gdLst/>
              <a:ahLst/>
              <a:cxnLst/>
              <a:rect l="l" t="t" r="r" b="b"/>
              <a:pathLst>
                <a:path w="180975" h="996950">
                  <a:moveTo>
                    <a:pt x="90196" y="0"/>
                  </a:moveTo>
                  <a:lnTo>
                    <a:pt x="58366" y="27693"/>
                  </a:lnTo>
                  <a:lnTo>
                    <a:pt x="29819" y="61218"/>
                  </a:lnTo>
                  <a:lnTo>
                    <a:pt x="9250" y="100145"/>
                  </a:lnTo>
                  <a:lnTo>
                    <a:pt x="1350" y="144047"/>
                  </a:lnTo>
                  <a:lnTo>
                    <a:pt x="2973" y="177586"/>
                  </a:lnTo>
                  <a:lnTo>
                    <a:pt x="7675" y="214887"/>
                  </a:lnTo>
                  <a:lnTo>
                    <a:pt x="15203" y="250623"/>
                  </a:lnTo>
                  <a:lnTo>
                    <a:pt x="25308" y="279467"/>
                  </a:lnTo>
                  <a:lnTo>
                    <a:pt x="14877" y="290266"/>
                  </a:lnTo>
                  <a:lnTo>
                    <a:pt x="6897" y="303060"/>
                  </a:lnTo>
                  <a:lnTo>
                    <a:pt x="1795" y="317520"/>
                  </a:lnTo>
                  <a:lnTo>
                    <a:pt x="0" y="333319"/>
                  </a:lnTo>
                  <a:lnTo>
                    <a:pt x="0" y="996440"/>
                  </a:lnTo>
                  <a:lnTo>
                    <a:pt x="180926" y="996440"/>
                  </a:lnTo>
                  <a:lnTo>
                    <a:pt x="180926" y="333319"/>
                  </a:lnTo>
                  <a:lnTo>
                    <a:pt x="179124" y="317520"/>
                  </a:lnTo>
                  <a:lnTo>
                    <a:pt x="173990" y="303060"/>
                  </a:lnTo>
                  <a:lnTo>
                    <a:pt x="165929" y="290266"/>
                  </a:lnTo>
                  <a:lnTo>
                    <a:pt x="155346" y="279467"/>
                  </a:lnTo>
                  <a:lnTo>
                    <a:pt x="165607" y="250623"/>
                  </a:lnTo>
                  <a:lnTo>
                    <a:pt x="173217" y="214887"/>
                  </a:lnTo>
                  <a:lnTo>
                    <a:pt x="177948" y="177586"/>
                  </a:lnTo>
                  <a:lnTo>
                    <a:pt x="179575" y="144047"/>
                  </a:lnTo>
                  <a:lnTo>
                    <a:pt x="171629" y="100108"/>
                  </a:lnTo>
                  <a:lnTo>
                    <a:pt x="150937" y="61119"/>
                  </a:lnTo>
                  <a:lnTo>
                    <a:pt x="122220" y="27583"/>
                  </a:lnTo>
                  <a:lnTo>
                    <a:pt x="90196" y="0"/>
                  </a:lnTo>
                  <a:close/>
                </a:path>
              </a:pathLst>
            </a:custGeom>
            <a:solidFill>
              <a:srgbClr val="DFB5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 descr=""/>
            <p:cNvSpPr/>
            <p:nvPr/>
          </p:nvSpPr>
          <p:spPr>
            <a:xfrm>
              <a:off x="4227885" y="6050470"/>
              <a:ext cx="320040" cy="1040130"/>
            </a:xfrm>
            <a:custGeom>
              <a:avLst/>
              <a:gdLst/>
              <a:ahLst/>
              <a:cxnLst/>
              <a:rect l="l" t="t" r="r" b="b"/>
              <a:pathLst>
                <a:path w="320039" h="1040129">
                  <a:moveTo>
                    <a:pt x="159921" y="0"/>
                  </a:moveTo>
                  <a:lnTo>
                    <a:pt x="116423" y="24649"/>
                  </a:lnTo>
                  <a:lnTo>
                    <a:pt x="58366" y="70770"/>
                  </a:lnTo>
                  <a:lnTo>
                    <a:pt x="29819" y="104295"/>
                  </a:lnTo>
                  <a:lnTo>
                    <a:pt x="9250" y="143222"/>
                  </a:lnTo>
                  <a:lnTo>
                    <a:pt x="1350" y="187125"/>
                  </a:lnTo>
                  <a:lnTo>
                    <a:pt x="2973" y="220663"/>
                  </a:lnTo>
                  <a:lnTo>
                    <a:pt x="7675" y="257964"/>
                  </a:lnTo>
                  <a:lnTo>
                    <a:pt x="15203" y="293700"/>
                  </a:lnTo>
                  <a:lnTo>
                    <a:pt x="25308" y="322545"/>
                  </a:lnTo>
                  <a:lnTo>
                    <a:pt x="14877" y="333343"/>
                  </a:lnTo>
                  <a:lnTo>
                    <a:pt x="6897" y="346137"/>
                  </a:lnTo>
                  <a:lnTo>
                    <a:pt x="1795" y="360598"/>
                  </a:lnTo>
                  <a:lnTo>
                    <a:pt x="0" y="376396"/>
                  </a:lnTo>
                  <a:lnTo>
                    <a:pt x="0" y="1039518"/>
                  </a:lnTo>
                  <a:lnTo>
                    <a:pt x="319854" y="1039518"/>
                  </a:lnTo>
                  <a:lnTo>
                    <a:pt x="319854" y="376396"/>
                  </a:lnTo>
                  <a:lnTo>
                    <a:pt x="318056" y="360598"/>
                  </a:lnTo>
                  <a:lnTo>
                    <a:pt x="312952" y="346137"/>
                  </a:lnTo>
                  <a:lnTo>
                    <a:pt x="304971" y="333343"/>
                  </a:lnTo>
                  <a:lnTo>
                    <a:pt x="294546" y="322545"/>
                  </a:lnTo>
                  <a:lnTo>
                    <a:pt x="304650" y="293700"/>
                  </a:lnTo>
                  <a:lnTo>
                    <a:pt x="312178" y="257964"/>
                  </a:lnTo>
                  <a:lnTo>
                    <a:pt x="316880" y="220663"/>
                  </a:lnTo>
                  <a:lnTo>
                    <a:pt x="318503" y="187125"/>
                  </a:lnTo>
                  <a:lnTo>
                    <a:pt x="316025" y="120137"/>
                  </a:lnTo>
                  <a:lnTo>
                    <a:pt x="298680" y="78315"/>
                  </a:lnTo>
                  <a:lnTo>
                    <a:pt x="251601" y="44117"/>
                  </a:lnTo>
                  <a:lnTo>
                    <a:pt x="159921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 descr=""/>
            <p:cNvSpPr/>
            <p:nvPr/>
          </p:nvSpPr>
          <p:spPr>
            <a:xfrm>
              <a:off x="4227885" y="6093547"/>
              <a:ext cx="180975" cy="996950"/>
            </a:xfrm>
            <a:custGeom>
              <a:avLst/>
              <a:gdLst/>
              <a:ahLst/>
              <a:cxnLst/>
              <a:rect l="l" t="t" r="r" b="b"/>
              <a:pathLst>
                <a:path w="180975" h="996950">
                  <a:moveTo>
                    <a:pt x="90196" y="0"/>
                  </a:moveTo>
                  <a:lnTo>
                    <a:pt x="58366" y="27693"/>
                  </a:lnTo>
                  <a:lnTo>
                    <a:pt x="29819" y="61218"/>
                  </a:lnTo>
                  <a:lnTo>
                    <a:pt x="9250" y="100145"/>
                  </a:lnTo>
                  <a:lnTo>
                    <a:pt x="1350" y="144047"/>
                  </a:lnTo>
                  <a:lnTo>
                    <a:pt x="2973" y="177586"/>
                  </a:lnTo>
                  <a:lnTo>
                    <a:pt x="7675" y="214887"/>
                  </a:lnTo>
                  <a:lnTo>
                    <a:pt x="15203" y="250623"/>
                  </a:lnTo>
                  <a:lnTo>
                    <a:pt x="25308" y="279467"/>
                  </a:lnTo>
                  <a:lnTo>
                    <a:pt x="14877" y="290266"/>
                  </a:lnTo>
                  <a:lnTo>
                    <a:pt x="6897" y="303060"/>
                  </a:lnTo>
                  <a:lnTo>
                    <a:pt x="1795" y="317520"/>
                  </a:lnTo>
                  <a:lnTo>
                    <a:pt x="0" y="333319"/>
                  </a:lnTo>
                  <a:lnTo>
                    <a:pt x="0" y="996440"/>
                  </a:lnTo>
                  <a:lnTo>
                    <a:pt x="180926" y="996440"/>
                  </a:lnTo>
                  <a:lnTo>
                    <a:pt x="180926" y="333319"/>
                  </a:lnTo>
                  <a:lnTo>
                    <a:pt x="179124" y="317520"/>
                  </a:lnTo>
                  <a:lnTo>
                    <a:pt x="173990" y="303060"/>
                  </a:lnTo>
                  <a:lnTo>
                    <a:pt x="165929" y="290266"/>
                  </a:lnTo>
                  <a:lnTo>
                    <a:pt x="155346" y="279467"/>
                  </a:lnTo>
                  <a:lnTo>
                    <a:pt x="165607" y="250623"/>
                  </a:lnTo>
                  <a:lnTo>
                    <a:pt x="173217" y="214887"/>
                  </a:lnTo>
                  <a:lnTo>
                    <a:pt x="177948" y="177586"/>
                  </a:lnTo>
                  <a:lnTo>
                    <a:pt x="179575" y="144047"/>
                  </a:lnTo>
                  <a:lnTo>
                    <a:pt x="171629" y="100108"/>
                  </a:lnTo>
                  <a:lnTo>
                    <a:pt x="150937" y="61119"/>
                  </a:lnTo>
                  <a:lnTo>
                    <a:pt x="122220" y="27583"/>
                  </a:lnTo>
                  <a:lnTo>
                    <a:pt x="90196" y="0"/>
                  </a:lnTo>
                  <a:close/>
                </a:path>
              </a:pathLst>
            </a:custGeom>
            <a:solidFill>
              <a:srgbClr val="DFB5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 descr=""/>
            <p:cNvSpPr/>
            <p:nvPr/>
          </p:nvSpPr>
          <p:spPr>
            <a:xfrm>
              <a:off x="4640236" y="6050470"/>
              <a:ext cx="320040" cy="1040130"/>
            </a:xfrm>
            <a:custGeom>
              <a:avLst/>
              <a:gdLst/>
              <a:ahLst/>
              <a:cxnLst/>
              <a:rect l="l" t="t" r="r" b="b"/>
              <a:pathLst>
                <a:path w="320039" h="1040129">
                  <a:moveTo>
                    <a:pt x="159921" y="0"/>
                  </a:moveTo>
                  <a:lnTo>
                    <a:pt x="116423" y="24649"/>
                  </a:lnTo>
                  <a:lnTo>
                    <a:pt x="58364" y="70770"/>
                  </a:lnTo>
                  <a:lnTo>
                    <a:pt x="29814" y="104295"/>
                  </a:lnTo>
                  <a:lnTo>
                    <a:pt x="9241" y="143222"/>
                  </a:lnTo>
                  <a:lnTo>
                    <a:pt x="1340" y="187125"/>
                  </a:lnTo>
                  <a:lnTo>
                    <a:pt x="2964" y="220663"/>
                  </a:lnTo>
                  <a:lnTo>
                    <a:pt x="7669" y="257964"/>
                  </a:lnTo>
                  <a:lnTo>
                    <a:pt x="15202" y="293700"/>
                  </a:lnTo>
                  <a:lnTo>
                    <a:pt x="25308" y="322545"/>
                  </a:lnTo>
                  <a:lnTo>
                    <a:pt x="14877" y="333343"/>
                  </a:lnTo>
                  <a:lnTo>
                    <a:pt x="6897" y="346137"/>
                  </a:lnTo>
                  <a:lnTo>
                    <a:pt x="1795" y="360598"/>
                  </a:lnTo>
                  <a:lnTo>
                    <a:pt x="0" y="376396"/>
                  </a:lnTo>
                  <a:lnTo>
                    <a:pt x="0" y="1039518"/>
                  </a:lnTo>
                  <a:lnTo>
                    <a:pt x="319854" y="1039518"/>
                  </a:lnTo>
                  <a:lnTo>
                    <a:pt x="319854" y="376396"/>
                  </a:lnTo>
                  <a:lnTo>
                    <a:pt x="318056" y="360598"/>
                  </a:lnTo>
                  <a:lnTo>
                    <a:pt x="312952" y="346137"/>
                  </a:lnTo>
                  <a:lnTo>
                    <a:pt x="304971" y="333343"/>
                  </a:lnTo>
                  <a:lnTo>
                    <a:pt x="294546" y="322545"/>
                  </a:lnTo>
                  <a:lnTo>
                    <a:pt x="304650" y="293700"/>
                  </a:lnTo>
                  <a:lnTo>
                    <a:pt x="312178" y="257964"/>
                  </a:lnTo>
                  <a:lnTo>
                    <a:pt x="316880" y="220663"/>
                  </a:lnTo>
                  <a:lnTo>
                    <a:pt x="318503" y="187125"/>
                  </a:lnTo>
                  <a:lnTo>
                    <a:pt x="316025" y="120137"/>
                  </a:lnTo>
                  <a:lnTo>
                    <a:pt x="298680" y="78315"/>
                  </a:lnTo>
                  <a:lnTo>
                    <a:pt x="251601" y="44117"/>
                  </a:lnTo>
                  <a:lnTo>
                    <a:pt x="159921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 descr=""/>
            <p:cNvSpPr/>
            <p:nvPr/>
          </p:nvSpPr>
          <p:spPr>
            <a:xfrm>
              <a:off x="4640236" y="6093547"/>
              <a:ext cx="180975" cy="996950"/>
            </a:xfrm>
            <a:custGeom>
              <a:avLst/>
              <a:gdLst/>
              <a:ahLst/>
              <a:cxnLst/>
              <a:rect l="l" t="t" r="r" b="b"/>
              <a:pathLst>
                <a:path w="180975" h="996950">
                  <a:moveTo>
                    <a:pt x="90196" y="0"/>
                  </a:moveTo>
                  <a:lnTo>
                    <a:pt x="58364" y="27693"/>
                  </a:lnTo>
                  <a:lnTo>
                    <a:pt x="29814" y="61218"/>
                  </a:lnTo>
                  <a:lnTo>
                    <a:pt x="9241" y="100145"/>
                  </a:lnTo>
                  <a:lnTo>
                    <a:pt x="1340" y="144047"/>
                  </a:lnTo>
                  <a:lnTo>
                    <a:pt x="2964" y="177586"/>
                  </a:lnTo>
                  <a:lnTo>
                    <a:pt x="7669" y="214887"/>
                  </a:lnTo>
                  <a:lnTo>
                    <a:pt x="15202" y="250623"/>
                  </a:lnTo>
                  <a:lnTo>
                    <a:pt x="25308" y="279467"/>
                  </a:lnTo>
                  <a:lnTo>
                    <a:pt x="14877" y="290266"/>
                  </a:lnTo>
                  <a:lnTo>
                    <a:pt x="6897" y="303060"/>
                  </a:lnTo>
                  <a:lnTo>
                    <a:pt x="1795" y="317520"/>
                  </a:lnTo>
                  <a:lnTo>
                    <a:pt x="0" y="333319"/>
                  </a:lnTo>
                  <a:lnTo>
                    <a:pt x="0" y="996440"/>
                  </a:lnTo>
                  <a:lnTo>
                    <a:pt x="180926" y="996440"/>
                  </a:lnTo>
                  <a:lnTo>
                    <a:pt x="180926" y="333319"/>
                  </a:lnTo>
                  <a:lnTo>
                    <a:pt x="179124" y="317520"/>
                  </a:lnTo>
                  <a:lnTo>
                    <a:pt x="173990" y="303060"/>
                  </a:lnTo>
                  <a:lnTo>
                    <a:pt x="165929" y="290266"/>
                  </a:lnTo>
                  <a:lnTo>
                    <a:pt x="155346" y="279467"/>
                  </a:lnTo>
                  <a:lnTo>
                    <a:pt x="165607" y="250623"/>
                  </a:lnTo>
                  <a:lnTo>
                    <a:pt x="173217" y="214887"/>
                  </a:lnTo>
                  <a:lnTo>
                    <a:pt x="177948" y="177586"/>
                  </a:lnTo>
                  <a:lnTo>
                    <a:pt x="179575" y="144047"/>
                  </a:lnTo>
                  <a:lnTo>
                    <a:pt x="171629" y="100108"/>
                  </a:lnTo>
                  <a:lnTo>
                    <a:pt x="150937" y="61119"/>
                  </a:lnTo>
                  <a:lnTo>
                    <a:pt x="122220" y="27583"/>
                  </a:lnTo>
                  <a:lnTo>
                    <a:pt x="90196" y="0"/>
                  </a:lnTo>
                  <a:close/>
                </a:path>
              </a:pathLst>
            </a:custGeom>
            <a:solidFill>
              <a:srgbClr val="DFB5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25" name="object 325" descr=""/>
          <p:cNvSpPr/>
          <p:nvPr/>
        </p:nvSpPr>
        <p:spPr>
          <a:xfrm>
            <a:off x="1085014" y="5689502"/>
            <a:ext cx="134620" cy="300355"/>
          </a:xfrm>
          <a:custGeom>
            <a:avLst/>
            <a:gdLst/>
            <a:ahLst/>
            <a:cxnLst/>
            <a:rect l="l" t="t" r="r" b="b"/>
            <a:pathLst>
              <a:path w="134619" h="300354">
                <a:moveTo>
                  <a:pt x="0" y="300336"/>
                </a:moveTo>
                <a:lnTo>
                  <a:pt x="134257" y="300336"/>
                </a:lnTo>
                <a:lnTo>
                  <a:pt x="134257" y="0"/>
                </a:lnTo>
                <a:lnTo>
                  <a:pt x="0" y="0"/>
                </a:lnTo>
                <a:lnTo>
                  <a:pt x="0" y="300336"/>
                </a:lnTo>
                <a:close/>
              </a:path>
            </a:pathLst>
          </a:custGeom>
          <a:solidFill>
            <a:srgbClr val="EED9C5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26" name="object 326" descr=""/>
          <p:cNvGrpSpPr/>
          <p:nvPr/>
        </p:nvGrpSpPr>
        <p:grpSpPr>
          <a:xfrm>
            <a:off x="860570" y="5689502"/>
            <a:ext cx="1665605" cy="1400810"/>
            <a:chOff x="860570" y="5689502"/>
            <a:chExt cx="1665605" cy="1400810"/>
          </a:xfrm>
        </p:grpSpPr>
        <p:sp>
          <p:nvSpPr>
            <p:cNvPr id="327" name="object 327" descr=""/>
            <p:cNvSpPr/>
            <p:nvPr/>
          </p:nvSpPr>
          <p:spPr>
            <a:xfrm>
              <a:off x="860564" y="5689504"/>
              <a:ext cx="1665605" cy="1400810"/>
            </a:xfrm>
            <a:custGeom>
              <a:avLst/>
              <a:gdLst/>
              <a:ahLst/>
              <a:cxnLst/>
              <a:rect l="l" t="t" r="r" b="b"/>
              <a:pathLst>
                <a:path w="1665605" h="1400809">
                  <a:moveTo>
                    <a:pt x="1665198" y="0"/>
                  </a:moveTo>
                  <a:lnTo>
                    <a:pt x="657796" y="0"/>
                  </a:lnTo>
                  <a:lnTo>
                    <a:pt x="657796" y="106057"/>
                  </a:lnTo>
                  <a:lnTo>
                    <a:pt x="657796" y="300342"/>
                  </a:lnTo>
                  <a:lnTo>
                    <a:pt x="0" y="300342"/>
                  </a:lnTo>
                  <a:lnTo>
                    <a:pt x="0" y="1400213"/>
                  </a:lnTo>
                  <a:lnTo>
                    <a:pt x="1665198" y="1400213"/>
                  </a:lnTo>
                  <a:lnTo>
                    <a:pt x="1665198" y="300342"/>
                  </a:lnTo>
                  <a:lnTo>
                    <a:pt x="1665198" y="106057"/>
                  </a:lnTo>
                  <a:lnTo>
                    <a:pt x="1665198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 descr=""/>
            <p:cNvSpPr/>
            <p:nvPr/>
          </p:nvSpPr>
          <p:spPr>
            <a:xfrm>
              <a:off x="1949912" y="6050380"/>
              <a:ext cx="320040" cy="1040130"/>
            </a:xfrm>
            <a:custGeom>
              <a:avLst/>
              <a:gdLst/>
              <a:ahLst/>
              <a:cxnLst/>
              <a:rect l="l" t="t" r="r" b="b"/>
              <a:pathLst>
                <a:path w="320039" h="1040129">
                  <a:moveTo>
                    <a:pt x="159921" y="0"/>
                  </a:moveTo>
                  <a:lnTo>
                    <a:pt x="135145" y="13222"/>
                  </a:lnTo>
                  <a:lnTo>
                    <a:pt x="80636" y="50853"/>
                  </a:lnTo>
                  <a:lnTo>
                    <a:pt x="26127" y="109838"/>
                  </a:lnTo>
                  <a:lnTo>
                    <a:pt x="1350" y="187125"/>
                  </a:lnTo>
                  <a:lnTo>
                    <a:pt x="2973" y="220663"/>
                  </a:lnTo>
                  <a:lnTo>
                    <a:pt x="7675" y="257964"/>
                  </a:lnTo>
                  <a:lnTo>
                    <a:pt x="15203" y="293700"/>
                  </a:lnTo>
                  <a:lnTo>
                    <a:pt x="25308" y="322545"/>
                  </a:lnTo>
                  <a:lnTo>
                    <a:pt x="14877" y="333343"/>
                  </a:lnTo>
                  <a:lnTo>
                    <a:pt x="6897" y="346137"/>
                  </a:lnTo>
                  <a:lnTo>
                    <a:pt x="1795" y="360598"/>
                  </a:lnTo>
                  <a:lnTo>
                    <a:pt x="0" y="376396"/>
                  </a:lnTo>
                  <a:lnTo>
                    <a:pt x="0" y="1039518"/>
                  </a:lnTo>
                  <a:lnTo>
                    <a:pt x="319854" y="1039518"/>
                  </a:lnTo>
                  <a:lnTo>
                    <a:pt x="319854" y="376396"/>
                  </a:lnTo>
                  <a:lnTo>
                    <a:pt x="318056" y="360598"/>
                  </a:lnTo>
                  <a:lnTo>
                    <a:pt x="312952" y="346137"/>
                  </a:lnTo>
                  <a:lnTo>
                    <a:pt x="304971" y="333343"/>
                  </a:lnTo>
                  <a:lnTo>
                    <a:pt x="294546" y="322545"/>
                  </a:lnTo>
                  <a:lnTo>
                    <a:pt x="304650" y="293700"/>
                  </a:lnTo>
                  <a:lnTo>
                    <a:pt x="312178" y="257964"/>
                  </a:lnTo>
                  <a:lnTo>
                    <a:pt x="316880" y="220663"/>
                  </a:lnTo>
                  <a:lnTo>
                    <a:pt x="318503" y="187125"/>
                  </a:lnTo>
                  <a:lnTo>
                    <a:pt x="310603" y="143222"/>
                  </a:lnTo>
                  <a:lnTo>
                    <a:pt x="290034" y="104295"/>
                  </a:lnTo>
                  <a:lnTo>
                    <a:pt x="261487" y="70770"/>
                  </a:lnTo>
                  <a:lnTo>
                    <a:pt x="229657" y="43077"/>
                  </a:lnTo>
                  <a:lnTo>
                    <a:pt x="193682" y="16897"/>
                  </a:lnTo>
                  <a:lnTo>
                    <a:pt x="179794" y="9307"/>
                  </a:lnTo>
                  <a:lnTo>
                    <a:pt x="159921" y="0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 descr=""/>
            <p:cNvSpPr/>
            <p:nvPr/>
          </p:nvSpPr>
          <p:spPr>
            <a:xfrm>
              <a:off x="2088836" y="6093457"/>
              <a:ext cx="180975" cy="996950"/>
            </a:xfrm>
            <a:custGeom>
              <a:avLst/>
              <a:gdLst/>
              <a:ahLst/>
              <a:cxnLst/>
              <a:rect l="l" t="t" r="r" b="b"/>
              <a:pathLst>
                <a:path w="180975" h="996950">
                  <a:moveTo>
                    <a:pt x="90730" y="0"/>
                  </a:moveTo>
                  <a:lnTo>
                    <a:pt x="58706" y="27583"/>
                  </a:lnTo>
                  <a:lnTo>
                    <a:pt x="29988" y="61119"/>
                  </a:lnTo>
                  <a:lnTo>
                    <a:pt x="9296" y="100108"/>
                  </a:lnTo>
                  <a:lnTo>
                    <a:pt x="1350" y="144047"/>
                  </a:lnTo>
                  <a:lnTo>
                    <a:pt x="2977" y="177586"/>
                  </a:lnTo>
                  <a:lnTo>
                    <a:pt x="7709" y="214887"/>
                  </a:lnTo>
                  <a:lnTo>
                    <a:pt x="15318" y="250623"/>
                  </a:lnTo>
                  <a:lnTo>
                    <a:pt x="25580" y="279467"/>
                  </a:lnTo>
                  <a:lnTo>
                    <a:pt x="14997" y="290266"/>
                  </a:lnTo>
                  <a:lnTo>
                    <a:pt x="6935" y="303060"/>
                  </a:lnTo>
                  <a:lnTo>
                    <a:pt x="1801" y="317520"/>
                  </a:lnTo>
                  <a:lnTo>
                    <a:pt x="0" y="333319"/>
                  </a:lnTo>
                  <a:lnTo>
                    <a:pt x="0" y="996440"/>
                  </a:lnTo>
                  <a:lnTo>
                    <a:pt x="180926" y="996440"/>
                  </a:lnTo>
                  <a:lnTo>
                    <a:pt x="180926" y="333319"/>
                  </a:lnTo>
                  <a:lnTo>
                    <a:pt x="179130" y="317520"/>
                  </a:lnTo>
                  <a:lnTo>
                    <a:pt x="174028" y="303060"/>
                  </a:lnTo>
                  <a:lnTo>
                    <a:pt x="166048" y="290266"/>
                  </a:lnTo>
                  <a:lnTo>
                    <a:pt x="155618" y="279467"/>
                  </a:lnTo>
                  <a:lnTo>
                    <a:pt x="165722" y="250623"/>
                  </a:lnTo>
                  <a:lnTo>
                    <a:pt x="173251" y="214887"/>
                  </a:lnTo>
                  <a:lnTo>
                    <a:pt x="177952" y="177586"/>
                  </a:lnTo>
                  <a:lnTo>
                    <a:pt x="179575" y="144047"/>
                  </a:lnTo>
                  <a:lnTo>
                    <a:pt x="171676" y="100145"/>
                  </a:lnTo>
                  <a:lnTo>
                    <a:pt x="151106" y="61218"/>
                  </a:lnTo>
                  <a:lnTo>
                    <a:pt x="122560" y="27693"/>
                  </a:lnTo>
                  <a:lnTo>
                    <a:pt x="90730" y="0"/>
                  </a:lnTo>
                  <a:close/>
                </a:path>
              </a:pathLst>
            </a:custGeom>
            <a:solidFill>
              <a:srgbClr val="DFB5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 descr=""/>
            <p:cNvSpPr/>
            <p:nvPr/>
          </p:nvSpPr>
          <p:spPr>
            <a:xfrm>
              <a:off x="1537562" y="6050380"/>
              <a:ext cx="320040" cy="1040130"/>
            </a:xfrm>
            <a:custGeom>
              <a:avLst/>
              <a:gdLst/>
              <a:ahLst/>
              <a:cxnLst/>
              <a:rect l="l" t="t" r="r" b="b"/>
              <a:pathLst>
                <a:path w="320039" h="1040129">
                  <a:moveTo>
                    <a:pt x="159921" y="0"/>
                  </a:moveTo>
                  <a:lnTo>
                    <a:pt x="135145" y="13222"/>
                  </a:lnTo>
                  <a:lnTo>
                    <a:pt x="80636" y="50853"/>
                  </a:lnTo>
                  <a:lnTo>
                    <a:pt x="26127" y="109838"/>
                  </a:lnTo>
                  <a:lnTo>
                    <a:pt x="1350" y="187125"/>
                  </a:lnTo>
                  <a:lnTo>
                    <a:pt x="2973" y="220663"/>
                  </a:lnTo>
                  <a:lnTo>
                    <a:pt x="7675" y="257964"/>
                  </a:lnTo>
                  <a:lnTo>
                    <a:pt x="15203" y="293700"/>
                  </a:lnTo>
                  <a:lnTo>
                    <a:pt x="25308" y="322545"/>
                  </a:lnTo>
                  <a:lnTo>
                    <a:pt x="14882" y="333343"/>
                  </a:lnTo>
                  <a:lnTo>
                    <a:pt x="6901" y="346137"/>
                  </a:lnTo>
                  <a:lnTo>
                    <a:pt x="1797" y="360598"/>
                  </a:lnTo>
                  <a:lnTo>
                    <a:pt x="0" y="376396"/>
                  </a:lnTo>
                  <a:lnTo>
                    <a:pt x="0" y="1039518"/>
                  </a:lnTo>
                  <a:lnTo>
                    <a:pt x="319854" y="1039518"/>
                  </a:lnTo>
                  <a:lnTo>
                    <a:pt x="319854" y="376396"/>
                  </a:lnTo>
                  <a:lnTo>
                    <a:pt x="318056" y="360598"/>
                  </a:lnTo>
                  <a:lnTo>
                    <a:pt x="312952" y="346137"/>
                  </a:lnTo>
                  <a:lnTo>
                    <a:pt x="304971" y="333343"/>
                  </a:lnTo>
                  <a:lnTo>
                    <a:pt x="294546" y="322545"/>
                  </a:lnTo>
                  <a:lnTo>
                    <a:pt x="304650" y="293700"/>
                  </a:lnTo>
                  <a:lnTo>
                    <a:pt x="312178" y="257964"/>
                  </a:lnTo>
                  <a:lnTo>
                    <a:pt x="316880" y="220663"/>
                  </a:lnTo>
                  <a:lnTo>
                    <a:pt x="318503" y="187125"/>
                  </a:lnTo>
                  <a:lnTo>
                    <a:pt x="310603" y="143222"/>
                  </a:lnTo>
                  <a:lnTo>
                    <a:pt x="290034" y="104295"/>
                  </a:lnTo>
                  <a:lnTo>
                    <a:pt x="261487" y="70770"/>
                  </a:lnTo>
                  <a:lnTo>
                    <a:pt x="229657" y="43077"/>
                  </a:lnTo>
                  <a:lnTo>
                    <a:pt x="193682" y="16897"/>
                  </a:lnTo>
                  <a:lnTo>
                    <a:pt x="179794" y="9307"/>
                  </a:lnTo>
                  <a:lnTo>
                    <a:pt x="159921" y="0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 descr=""/>
            <p:cNvSpPr/>
            <p:nvPr/>
          </p:nvSpPr>
          <p:spPr>
            <a:xfrm>
              <a:off x="1676486" y="6093457"/>
              <a:ext cx="180975" cy="996950"/>
            </a:xfrm>
            <a:custGeom>
              <a:avLst/>
              <a:gdLst/>
              <a:ahLst/>
              <a:cxnLst/>
              <a:rect l="l" t="t" r="r" b="b"/>
              <a:pathLst>
                <a:path w="180975" h="996950">
                  <a:moveTo>
                    <a:pt x="90730" y="0"/>
                  </a:moveTo>
                  <a:lnTo>
                    <a:pt x="58706" y="27583"/>
                  </a:lnTo>
                  <a:lnTo>
                    <a:pt x="29988" y="61119"/>
                  </a:lnTo>
                  <a:lnTo>
                    <a:pt x="9296" y="100108"/>
                  </a:lnTo>
                  <a:lnTo>
                    <a:pt x="1350" y="144047"/>
                  </a:lnTo>
                  <a:lnTo>
                    <a:pt x="2977" y="177586"/>
                  </a:lnTo>
                  <a:lnTo>
                    <a:pt x="7709" y="214887"/>
                  </a:lnTo>
                  <a:lnTo>
                    <a:pt x="15318" y="250623"/>
                  </a:lnTo>
                  <a:lnTo>
                    <a:pt x="25580" y="279467"/>
                  </a:lnTo>
                  <a:lnTo>
                    <a:pt x="14997" y="290266"/>
                  </a:lnTo>
                  <a:lnTo>
                    <a:pt x="6935" y="303060"/>
                  </a:lnTo>
                  <a:lnTo>
                    <a:pt x="1801" y="317520"/>
                  </a:lnTo>
                  <a:lnTo>
                    <a:pt x="0" y="333319"/>
                  </a:lnTo>
                  <a:lnTo>
                    <a:pt x="0" y="996440"/>
                  </a:lnTo>
                  <a:lnTo>
                    <a:pt x="180926" y="996440"/>
                  </a:lnTo>
                  <a:lnTo>
                    <a:pt x="180926" y="333319"/>
                  </a:lnTo>
                  <a:lnTo>
                    <a:pt x="179130" y="317520"/>
                  </a:lnTo>
                  <a:lnTo>
                    <a:pt x="174028" y="303060"/>
                  </a:lnTo>
                  <a:lnTo>
                    <a:pt x="166048" y="290266"/>
                  </a:lnTo>
                  <a:lnTo>
                    <a:pt x="155618" y="279467"/>
                  </a:lnTo>
                  <a:lnTo>
                    <a:pt x="165724" y="250623"/>
                  </a:lnTo>
                  <a:lnTo>
                    <a:pt x="173256" y="214887"/>
                  </a:lnTo>
                  <a:lnTo>
                    <a:pt x="177961" y="177586"/>
                  </a:lnTo>
                  <a:lnTo>
                    <a:pt x="179586" y="144047"/>
                  </a:lnTo>
                  <a:lnTo>
                    <a:pt x="171685" y="100145"/>
                  </a:lnTo>
                  <a:lnTo>
                    <a:pt x="151111" y="61218"/>
                  </a:lnTo>
                  <a:lnTo>
                    <a:pt x="122561" y="27693"/>
                  </a:lnTo>
                  <a:lnTo>
                    <a:pt x="90730" y="0"/>
                  </a:lnTo>
                  <a:close/>
                </a:path>
              </a:pathLst>
            </a:custGeom>
            <a:solidFill>
              <a:srgbClr val="DFB5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32" name="object 332" descr=""/>
          <p:cNvSpPr/>
          <p:nvPr/>
        </p:nvSpPr>
        <p:spPr>
          <a:xfrm>
            <a:off x="2961721" y="5155131"/>
            <a:ext cx="598170" cy="553085"/>
          </a:xfrm>
          <a:custGeom>
            <a:avLst/>
            <a:gdLst/>
            <a:ahLst/>
            <a:cxnLst/>
            <a:rect l="l" t="t" r="r" b="b"/>
            <a:pathLst>
              <a:path w="598170" h="553085">
                <a:moveTo>
                  <a:pt x="0" y="552956"/>
                </a:moveTo>
                <a:lnTo>
                  <a:pt x="597814" y="552956"/>
                </a:lnTo>
                <a:lnTo>
                  <a:pt x="597814" y="0"/>
                </a:lnTo>
                <a:lnTo>
                  <a:pt x="0" y="0"/>
                </a:lnTo>
                <a:lnTo>
                  <a:pt x="0" y="552956"/>
                </a:lnTo>
                <a:close/>
              </a:path>
            </a:pathLst>
          </a:custGeom>
          <a:solidFill>
            <a:srgbClr val="FAEBE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33" name="object 333" descr=""/>
          <p:cNvGrpSpPr/>
          <p:nvPr/>
        </p:nvGrpSpPr>
        <p:grpSpPr>
          <a:xfrm>
            <a:off x="2466061" y="5155131"/>
            <a:ext cx="1177290" cy="1934845"/>
            <a:chOff x="2466061" y="5155131"/>
            <a:chExt cx="1177290" cy="1934845"/>
          </a:xfrm>
        </p:grpSpPr>
        <p:sp>
          <p:nvSpPr>
            <p:cNvPr id="334" name="object 334" descr=""/>
            <p:cNvSpPr/>
            <p:nvPr/>
          </p:nvSpPr>
          <p:spPr>
            <a:xfrm>
              <a:off x="2525763" y="5232875"/>
              <a:ext cx="436245" cy="1857375"/>
            </a:xfrm>
            <a:custGeom>
              <a:avLst/>
              <a:gdLst/>
              <a:ahLst/>
              <a:cxnLst/>
              <a:rect l="l" t="t" r="r" b="b"/>
              <a:pathLst>
                <a:path w="436244" h="1857375">
                  <a:moveTo>
                    <a:pt x="435952" y="0"/>
                  </a:moveTo>
                  <a:lnTo>
                    <a:pt x="0" y="0"/>
                  </a:lnTo>
                  <a:lnTo>
                    <a:pt x="0" y="1151737"/>
                  </a:lnTo>
                  <a:lnTo>
                    <a:pt x="0" y="1856930"/>
                  </a:lnTo>
                  <a:lnTo>
                    <a:pt x="435952" y="1856930"/>
                  </a:lnTo>
                  <a:lnTo>
                    <a:pt x="435952" y="1151737"/>
                  </a:lnTo>
                  <a:lnTo>
                    <a:pt x="435952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 descr=""/>
            <p:cNvSpPr/>
            <p:nvPr/>
          </p:nvSpPr>
          <p:spPr>
            <a:xfrm>
              <a:off x="2466060" y="5155139"/>
              <a:ext cx="1177290" cy="78105"/>
            </a:xfrm>
            <a:custGeom>
              <a:avLst/>
              <a:gdLst/>
              <a:ahLst/>
              <a:cxnLst/>
              <a:rect l="l" t="t" r="r" b="b"/>
              <a:pathLst>
                <a:path w="1177289" h="78104">
                  <a:moveTo>
                    <a:pt x="1177290" y="0"/>
                  </a:moveTo>
                  <a:lnTo>
                    <a:pt x="495655" y="0"/>
                  </a:lnTo>
                  <a:lnTo>
                    <a:pt x="0" y="0"/>
                  </a:lnTo>
                  <a:lnTo>
                    <a:pt x="0" y="77736"/>
                  </a:lnTo>
                  <a:lnTo>
                    <a:pt x="495655" y="77736"/>
                  </a:lnTo>
                  <a:lnTo>
                    <a:pt x="1177290" y="77736"/>
                  </a:lnTo>
                  <a:lnTo>
                    <a:pt x="1177290" y="0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36" name="object 336" descr=""/>
          <p:cNvGrpSpPr/>
          <p:nvPr/>
        </p:nvGrpSpPr>
        <p:grpSpPr>
          <a:xfrm>
            <a:off x="281918" y="5155131"/>
            <a:ext cx="627380" cy="1934845"/>
            <a:chOff x="281918" y="5155131"/>
            <a:chExt cx="627380" cy="1934845"/>
          </a:xfrm>
        </p:grpSpPr>
        <p:sp>
          <p:nvSpPr>
            <p:cNvPr id="337" name="object 337" descr=""/>
            <p:cNvSpPr/>
            <p:nvPr/>
          </p:nvSpPr>
          <p:spPr>
            <a:xfrm>
              <a:off x="545820" y="5155139"/>
              <a:ext cx="318770" cy="1934845"/>
            </a:xfrm>
            <a:custGeom>
              <a:avLst/>
              <a:gdLst/>
              <a:ahLst/>
              <a:cxnLst/>
              <a:rect l="l" t="t" r="r" b="b"/>
              <a:pathLst>
                <a:path w="318769" h="1934845">
                  <a:moveTo>
                    <a:pt x="318300" y="0"/>
                  </a:moveTo>
                  <a:lnTo>
                    <a:pt x="0" y="0"/>
                  </a:lnTo>
                  <a:lnTo>
                    <a:pt x="0" y="879932"/>
                  </a:lnTo>
                  <a:lnTo>
                    <a:pt x="0" y="1934667"/>
                  </a:lnTo>
                  <a:lnTo>
                    <a:pt x="318300" y="1934667"/>
                  </a:lnTo>
                  <a:lnTo>
                    <a:pt x="318300" y="879932"/>
                  </a:lnTo>
                  <a:lnTo>
                    <a:pt x="318300" y="0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" name="object 338" descr=""/>
            <p:cNvSpPr/>
            <p:nvPr/>
          </p:nvSpPr>
          <p:spPr>
            <a:xfrm>
              <a:off x="313690" y="5232875"/>
              <a:ext cx="232410" cy="1857375"/>
            </a:xfrm>
            <a:custGeom>
              <a:avLst/>
              <a:gdLst/>
              <a:ahLst/>
              <a:cxnLst/>
              <a:rect l="l" t="t" r="r" b="b"/>
              <a:pathLst>
                <a:path w="232409" h="1857375">
                  <a:moveTo>
                    <a:pt x="232130" y="756970"/>
                  </a:moveTo>
                  <a:lnTo>
                    <a:pt x="0" y="756970"/>
                  </a:lnTo>
                  <a:lnTo>
                    <a:pt x="0" y="1856930"/>
                  </a:lnTo>
                  <a:lnTo>
                    <a:pt x="232130" y="1856930"/>
                  </a:lnTo>
                  <a:lnTo>
                    <a:pt x="232130" y="756970"/>
                  </a:lnTo>
                  <a:close/>
                </a:path>
                <a:path w="232409" h="1857375">
                  <a:moveTo>
                    <a:pt x="232130" y="0"/>
                  </a:moveTo>
                  <a:lnTo>
                    <a:pt x="0" y="0"/>
                  </a:lnTo>
                  <a:lnTo>
                    <a:pt x="0" y="339382"/>
                  </a:lnTo>
                  <a:lnTo>
                    <a:pt x="232130" y="339382"/>
                  </a:lnTo>
                  <a:lnTo>
                    <a:pt x="232130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" name="object 339" descr=""/>
            <p:cNvSpPr/>
            <p:nvPr/>
          </p:nvSpPr>
          <p:spPr>
            <a:xfrm>
              <a:off x="281914" y="5155139"/>
              <a:ext cx="627380" cy="78105"/>
            </a:xfrm>
            <a:custGeom>
              <a:avLst/>
              <a:gdLst/>
              <a:ahLst/>
              <a:cxnLst/>
              <a:rect l="l" t="t" r="r" b="b"/>
              <a:pathLst>
                <a:path w="627380" h="78104">
                  <a:moveTo>
                    <a:pt x="626833" y="0"/>
                  </a:moveTo>
                  <a:lnTo>
                    <a:pt x="263906" y="0"/>
                  </a:lnTo>
                  <a:lnTo>
                    <a:pt x="0" y="0"/>
                  </a:lnTo>
                  <a:lnTo>
                    <a:pt x="0" y="77736"/>
                  </a:lnTo>
                  <a:lnTo>
                    <a:pt x="263906" y="77736"/>
                  </a:lnTo>
                  <a:lnTo>
                    <a:pt x="626833" y="77736"/>
                  </a:lnTo>
                  <a:lnTo>
                    <a:pt x="626833" y="0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40" name="object 340" descr=""/>
          <p:cNvSpPr/>
          <p:nvPr/>
        </p:nvSpPr>
        <p:spPr>
          <a:xfrm>
            <a:off x="1518361" y="5540914"/>
            <a:ext cx="1007744" cy="148590"/>
          </a:xfrm>
          <a:custGeom>
            <a:avLst/>
            <a:gdLst/>
            <a:ahLst/>
            <a:cxnLst/>
            <a:rect l="l" t="t" r="r" b="b"/>
            <a:pathLst>
              <a:path w="1007744" h="148589">
                <a:moveTo>
                  <a:pt x="1007402" y="0"/>
                </a:moveTo>
                <a:lnTo>
                  <a:pt x="0" y="0"/>
                </a:lnTo>
                <a:lnTo>
                  <a:pt x="0" y="82003"/>
                </a:lnTo>
                <a:lnTo>
                  <a:pt x="0" y="111950"/>
                </a:lnTo>
                <a:lnTo>
                  <a:pt x="27647" y="111950"/>
                </a:lnTo>
                <a:lnTo>
                  <a:pt x="27647" y="115620"/>
                </a:lnTo>
                <a:lnTo>
                  <a:pt x="27647" y="143116"/>
                </a:lnTo>
                <a:lnTo>
                  <a:pt x="27647" y="148590"/>
                </a:lnTo>
                <a:lnTo>
                  <a:pt x="156540" y="148590"/>
                </a:lnTo>
                <a:lnTo>
                  <a:pt x="156540" y="143116"/>
                </a:lnTo>
                <a:lnTo>
                  <a:pt x="616026" y="143116"/>
                </a:lnTo>
                <a:lnTo>
                  <a:pt x="616026" y="148590"/>
                </a:lnTo>
                <a:lnTo>
                  <a:pt x="1007402" y="148590"/>
                </a:lnTo>
                <a:lnTo>
                  <a:pt x="1007402" y="143116"/>
                </a:lnTo>
                <a:lnTo>
                  <a:pt x="1007402" y="115620"/>
                </a:lnTo>
                <a:lnTo>
                  <a:pt x="1007402" y="111950"/>
                </a:lnTo>
                <a:lnTo>
                  <a:pt x="1007402" y="82003"/>
                </a:lnTo>
                <a:lnTo>
                  <a:pt x="1007402" y="0"/>
                </a:lnTo>
                <a:close/>
              </a:path>
            </a:pathLst>
          </a:custGeom>
          <a:solidFill>
            <a:srgbClr val="FAEBE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1" name="object 341" descr=""/>
          <p:cNvSpPr/>
          <p:nvPr/>
        </p:nvSpPr>
        <p:spPr>
          <a:xfrm>
            <a:off x="91526" y="5989838"/>
            <a:ext cx="222250" cy="1100455"/>
          </a:xfrm>
          <a:custGeom>
            <a:avLst/>
            <a:gdLst/>
            <a:ahLst/>
            <a:cxnLst/>
            <a:rect l="l" t="t" r="r" b="b"/>
            <a:pathLst>
              <a:path w="222250" h="1100454">
                <a:moveTo>
                  <a:pt x="0" y="1099966"/>
                </a:moveTo>
                <a:lnTo>
                  <a:pt x="222181" y="1099966"/>
                </a:lnTo>
                <a:lnTo>
                  <a:pt x="222181" y="0"/>
                </a:lnTo>
                <a:lnTo>
                  <a:pt x="0" y="0"/>
                </a:lnTo>
                <a:lnTo>
                  <a:pt x="0" y="1099966"/>
                </a:lnTo>
                <a:close/>
              </a:path>
            </a:pathLst>
          </a:custGeom>
          <a:solidFill>
            <a:srgbClr val="FAEBE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42" name="object 342" descr=""/>
          <p:cNvGrpSpPr/>
          <p:nvPr/>
        </p:nvGrpSpPr>
        <p:grpSpPr>
          <a:xfrm>
            <a:off x="50111" y="6584427"/>
            <a:ext cx="20054570" cy="4724400"/>
            <a:chOff x="50111" y="6584427"/>
            <a:chExt cx="20054570" cy="4724400"/>
          </a:xfrm>
        </p:grpSpPr>
        <p:sp>
          <p:nvSpPr>
            <p:cNvPr id="343" name="object 343" descr=""/>
            <p:cNvSpPr/>
            <p:nvPr/>
          </p:nvSpPr>
          <p:spPr>
            <a:xfrm>
              <a:off x="19480914" y="6584427"/>
              <a:ext cx="623570" cy="506095"/>
            </a:xfrm>
            <a:custGeom>
              <a:avLst/>
              <a:gdLst/>
              <a:ahLst/>
              <a:cxnLst/>
              <a:rect l="l" t="t" r="r" b="b"/>
              <a:pathLst>
                <a:path w="623569" h="506095">
                  <a:moveTo>
                    <a:pt x="0" y="505555"/>
                  </a:moveTo>
                  <a:lnTo>
                    <a:pt x="623185" y="505555"/>
                  </a:lnTo>
                  <a:lnTo>
                    <a:pt x="623185" y="0"/>
                  </a:lnTo>
                  <a:lnTo>
                    <a:pt x="0" y="0"/>
                  </a:lnTo>
                  <a:lnTo>
                    <a:pt x="0" y="505555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 descr=""/>
            <p:cNvSpPr/>
            <p:nvPr/>
          </p:nvSpPr>
          <p:spPr>
            <a:xfrm>
              <a:off x="50111" y="7051702"/>
              <a:ext cx="20054570" cy="4257040"/>
            </a:xfrm>
            <a:custGeom>
              <a:avLst/>
              <a:gdLst/>
              <a:ahLst/>
              <a:cxnLst/>
              <a:rect l="l" t="t" r="r" b="b"/>
              <a:pathLst>
                <a:path w="20054570" h="4257040">
                  <a:moveTo>
                    <a:pt x="20053988" y="0"/>
                  </a:moveTo>
                  <a:lnTo>
                    <a:pt x="41406" y="0"/>
                  </a:lnTo>
                  <a:lnTo>
                    <a:pt x="0" y="4256853"/>
                  </a:lnTo>
                  <a:lnTo>
                    <a:pt x="20053988" y="4256853"/>
                  </a:lnTo>
                  <a:lnTo>
                    <a:pt x="200539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45" name="object 345" descr=""/>
          <p:cNvGrpSpPr/>
          <p:nvPr/>
        </p:nvGrpSpPr>
        <p:grpSpPr>
          <a:xfrm>
            <a:off x="18272504" y="4466186"/>
            <a:ext cx="601980" cy="1189990"/>
            <a:chOff x="18272504" y="4466186"/>
            <a:chExt cx="601980" cy="1189990"/>
          </a:xfrm>
        </p:grpSpPr>
        <p:sp>
          <p:nvSpPr>
            <p:cNvPr id="346" name="object 346" descr=""/>
            <p:cNvSpPr/>
            <p:nvPr/>
          </p:nvSpPr>
          <p:spPr>
            <a:xfrm>
              <a:off x="18554869" y="4735992"/>
              <a:ext cx="24130" cy="920115"/>
            </a:xfrm>
            <a:custGeom>
              <a:avLst/>
              <a:gdLst/>
              <a:ahLst/>
              <a:cxnLst/>
              <a:rect l="l" t="t" r="r" b="b"/>
              <a:pathLst>
                <a:path w="24130" h="920114">
                  <a:moveTo>
                    <a:pt x="24062" y="0"/>
                  </a:moveTo>
                  <a:lnTo>
                    <a:pt x="0" y="0"/>
                  </a:lnTo>
                  <a:lnTo>
                    <a:pt x="0" y="919595"/>
                  </a:lnTo>
                  <a:lnTo>
                    <a:pt x="24062" y="919595"/>
                  </a:lnTo>
                  <a:lnTo>
                    <a:pt x="24062" y="0"/>
                  </a:lnTo>
                  <a:close/>
                </a:path>
              </a:pathLst>
            </a:custGeom>
            <a:solidFill>
              <a:srgbClr val="9A470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 descr=""/>
            <p:cNvSpPr/>
            <p:nvPr/>
          </p:nvSpPr>
          <p:spPr>
            <a:xfrm>
              <a:off x="18272504" y="4466186"/>
              <a:ext cx="601980" cy="482600"/>
            </a:xfrm>
            <a:custGeom>
              <a:avLst/>
              <a:gdLst/>
              <a:ahLst/>
              <a:cxnLst/>
              <a:rect l="l" t="t" r="r" b="b"/>
              <a:pathLst>
                <a:path w="601980" h="482600">
                  <a:moveTo>
                    <a:pt x="361816" y="0"/>
                  </a:moveTo>
                  <a:lnTo>
                    <a:pt x="309090" y="15193"/>
                  </a:lnTo>
                  <a:lnTo>
                    <a:pt x="269828" y="44748"/>
                  </a:lnTo>
                  <a:lnTo>
                    <a:pt x="245652" y="98332"/>
                  </a:lnTo>
                  <a:lnTo>
                    <a:pt x="243469" y="125996"/>
                  </a:lnTo>
                  <a:lnTo>
                    <a:pt x="244942" y="153919"/>
                  </a:lnTo>
                  <a:lnTo>
                    <a:pt x="249192" y="181226"/>
                  </a:lnTo>
                  <a:lnTo>
                    <a:pt x="255337" y="207040"/>
                  </a:lnTo>
                  <a:lnTo>
                    <a:pt x="242309" y="180545"/>
                  </a:lnTo>
                  <a:lnTo>
                    <a:pt x="210119" y="136331"/>
                  </a:lnTo>
                  <a:lnTo>
                    <a:pt x="156840" y="109184"/>
                  </a:lnTo>
                  <a:lnTo>
                    <a:pt x="135083" y="107528"/>
                  </a:lnTo>
                  <a:lnTo>
                    <a:pt x="116867" y="121189"/>
                  </a:lnTo>
                  <a:lnTo>
                    <a:pt x="92965" y="152937"/>
                  </a:lnTo>
                  <a:lnTo>
                    <a:pt x="99113" y="152079"/>
                  </a:lnTo>
                  <a:lnTo>
                    <a:pt x="115830" y="151228"/>
                  </a:lnTo>
                  <a:lnTo>
                    <a:pt x="170618" y="159900"/>
                  </a:lnTo>
                  <a:lnTo>
                    <a:pt x="211204" y="191168"/>
                  </a:lnTo>
                  <a:lnTo>
                    <a:pt x="250982" y="241196"/>
                  </a:lnTo>
                  <a:lnTo>
                    <a:pt x="222425" y="215362"/>
                  </a:lnTo>
                  <a:lnTo>
                    <a:pt x="189273" y="192160"/>
                  </a:lnTo>
                  <a:lnTo>
                    <a:pt x="152699" y="175387"/>
                  </a:lnTo>
                  <a:lnTo>
                    <a:pt x="113876" y="168843"/>
                  </a:lnTo>
                  <a:lnTo>
                    <a:pt x="40917" y="170791"/>
                  </a:lnTo>
                  <a:lnTo>
                    <a:pt x="6105" y="186352"/>
                  </a:lnTo>
                  <a:lnTo>
                    <a:pt x="0" y="228949"/>
                  </a:lnTo>
                  <a:lnTo>
                    <a:pt x="13156" y="312000"/>
                  </a:lnTo>
                  <a:lnTo>
                    <a:pt x="18258" y="302112"/>
                  </a:lnTo>
                  <a:lnTo>
                    <a:pt x="36068" y="279541"/>
                  </a:lnTo>
                  <a:lnTo>
                    <a:pt x="70340" y="254928"/>
                  </a:lnTo>
                  <a:lnTo>
                    <a:pt x="124828" y="238914"/>
                  </a:lnTo>
                  <a:lnTo>
                    <a:pt x="151170" y="238073"/>
                  </a:lnTo>
                  <a:lnTo>
                    <a:pt x="175086" y="241652"/>
                  </a:lnTo>
                  <a:lnTo>
                    <a:pt x="196461" y="248576"/>
                  </a:lnTo>
                  <a:lnTo>
                    <a:pt x="215182" y="257772"/>
                  </a:lnTo>
                  <a:lnTo>
                    <a:pt x="191037" y="253535"/>
                  </a:lnTo>
                  <a:lnTo>
                    <a:pt x="165890" y="252353"/>
                  </a:lnTo>
                  <a:lnTo>
                    <a:pt x="140648" y="255333"/>
                  </a:lnTo>
                  <a:lnTo>
                    <a:pt x="116221" y="263583"/>
                  </a:lnTo>
                  <a:lnTo>
                    <a:pt x="61091" y="291839"/>
                  </a:lnTo>
                  <a:lnTo>
                    <a:pt x="36776" y="318003"/>
                  </a:lnTo>
                  <a:lnTo>
                    <a:pt x="37933" y="357144"/>
                  </a:lnTo>
                  <a:lnTo>
                    <a:pt x="59218" y="424332"/>
                  </a:lnTo>
                  <a:lnTo>
                    <a:pt x="66516" y="414892"/>
                  </a:lnTo>
                  <a:lnTo>
                    <a:pt x="87305" y="391096"/>
                  </a:lnTo>
                  <a:lnTo>
                    <a:pt x="119926" y="359728"/>
                  </a:lnTo>
                  <a:lnTo>
                    <a:pt x="162722" y="327571"/>
                  </a:lnTo>
                  <a:lnTo>
                    <a:pt x="210386" y="303594"/>
                  </a:lnTo>
                  <a:lnTo>
                    <a:pt x="253306" y="292378"/>
                  </a:lnTo>
                  <a:lnTo>
                    <a:pt x="216093" y="307550"/>
                  </a:lnTo>
                  <a:lnTo>
                    <a:pt x="153909" y="335455"/>
                  </a:lnTo>
                  <a:lnTo>
                    <a:pt x="125536" y="359435"/>
                  </a:lnTo>
                  <a:lnTo>
                    <a:pt x="124094" y="392699"/>
                  </a:lnTo>
                  <a:lnTo>
                    <a:pt x="142702" y="448457"/>
                  </a:lnTo>
                  <a:lnTo>
                    <a:pt x="287127" y="292179"/>
                  </a:lnTo>
                  <a:lnTo>
                    <a:pt x="286134" y="309254"/>
                  </a:lnTo>
                  <a:lnTo>
                    <a:pt x="288286" y="357951"/>
                  </a:lnTo>
                  <a:lnTo>
                    <a:pt x="299656" y="408752"/>
                  </a:lnTo>
                  <a:lnTo>
                    <a:pt x="317595" y="448125"/>
                  </a:lnTo>
                  <a:lnTo>
                    <a:pt x="337639" y="482582"/>
                  </a:lnTo>
                  <a:lnTo>
                    <a:pt x="338858" y="470026"/>
                  </a:lnTo>
                  <a:lnTo>
                    <a:pt x="340455" y="439779"/>
                  </a:lnTo>
                  <a:lnTo>
                    <a:pt x="339335" y="402971"/>
                  </a:lnTo>
                  <a:lnTo>
                    <a:pt x="323231" y="350069"/>
                  </a:lnTo>
                  <a:lnTo>
                    <a:pt x="302365" y="307806"/>
                  </a:lnTo>
                  <a:lnTo>
                    <a:pt x="293923" y="291614"/>
                  </a:lnTo>
                  <a:lnTo>
                    <a:pt x="506911" y="422049"/>
                  </a:lnTo>
                  <a:lnTo>
                    <a:pt x="501577" y="398573"/>
                  </a:lnTo>
                  <a:lnTo>
                    <a:pt x="481397" y="347047"/>
                  </a:lnTo>
                  <a:lnTo>
                    <a:pt x="440107" y="295827"/>
                  </a:lnTo>
                  <a:lnTo>
                    <a:pt x="371439" y="273269"/>
                  </a:lnTo>
                  <a:lnTo>
                    <a:pt x="346965" y="274660"/>
                  </a:lnTo>
                  <a:lnTo>
                    <a:pt x="325405" y="277495"/>
                  </a:lnTo>
                  <a:lnTo>
                    <a:pt x="307788" y="280898"/>
                  </a:lnTo>
                  <a:lnTo>
                    <a:pt x="295148" y="283991"/>
                  </a:lnTo>
                  <a:lnTo>
                    <a:pt x="318327" y="266378"/>
                  </a:lnTo>
                  <a:lnTo>
                    <a:pt x="350477" y="249471"/>
                  </a:lnTo>
                  <a:lnTo>
                    <a:pt x="391072" y="236212"/>
                  </a:lnTo>
                  <a:lnTo>
                    <a:pt x="439583" y="229542"/>
                  </a:lnTo>
                  <a:lnTo>
                    <a:pt x="492608" y="228070"/>
                  </a:lnTo>
                  <a:lnTo>
                    <a:pt x="527194" y="233197"/>
                  </a:lnTo>
                  <a:lnTo>
                    <a:pt x="558563" y="249977"/>
                  </a:lnTo>
                  <a:lnTo>
                    <a:pt x="601934" y="283467"/>
                  </a:lnTo>
                  <a:lnTo>
                    <a:pt x="594915" y="258681"/>
                  </a:lnTo>
                  <a:lnTo>
                    <a:pt x="569957" y="205737"/>
                  </a:lnTo>
                  <a:lnTo>
                    <a:pt x="521215" y="156758"/>
                  </a:lnTo>
                  <a:lnTo>
                    <a:pt x="442840" y="143869"/>
                  </a:lnTo>
                  <a:lnTo>
                    <a:pt x="385830" y="166869"/>
                  </a:lnTo>
                  <a:lnTo>
                    <a:pt x="341493" y="205653"/>
                  </a:lnTo>
                  <a:lnTo>
                    <a:pt x="310563" y="246471"/>
                  </a:lnTo>
                  <a:lnTo>
                    <a:pt x="293776" y="275572"/>
                  </a:lnTo>
                  <a:lnTo>
                    <a:pt x="305862" y="243459"/>
                  </a:lnTo>
                  <a:lnTo>
                    <a:pt x="328238" y="201569"/>
                  </a:lnTo>
                  <a:lnTo>
                    <a:pt x="362908" y="158635"/>
                  </a:lnTo>
                  <a:lnTo>
                    <a:pt x="411877" y="123388"/>
                  </a:lnTo>
                  <a:lnTo>
                    <a:pt x="468298" y="96360"/>
                  </a:lnTo>
                  <a:lnTo>
                    <a:pt x="504665" y="87039"/>
                  </a:lnTo>
                  <a:lnTo>
                    <a:pt x="536784" y="95144"/>
                  </a:lnTo>
                  <a:lnTo>
                    <a:pt x="580458" y="120394"/>
                  </a:lnTo>
                  <a:lnTo>
                    <a:pt x="565970" y="98439"/>
                  </a:lnTo>
                  <a:lnTo>
                    <a:pt x="524516" y="56474"/>
                  </a:lnTo>
                  <a:lnTo>
                    <a:pt x="459117" y="30349"/>
                  </a:lnTo>
                  <a:lnTo>
                    <a:pt x="372789" y="55914"/>
                  </a:lnTo>
                  <a:lnTo>
                    <a:pt x="339709" y="86373"/>
                  </a:lnTo>
                  <a:lnTo>
                    <a:pt x="316333" y="124275"/>
                  </a:lnTo>
                  <a:lnTo>
                    <a:pt x="300901" y="165806"/>
                  </a:lnTo>
                  <a:lnTo>
                    <a:pt x="291650" y="207155"/>
                  </a:lnTo>
                  <a:lnTo>
                    <a:pt x="292260" y="198475"/>
                  </a:lnTo>
                  <a:lnTo>
                    <a:pt x="294771" y="171418"/>
                  </a:lnTo>
                  <a:lnTo>
                    <a:pt x="301614" y="116467"/>
                  </a:lnTo>
                  <a:lnTo>
                    <a:pt x="310879" y="80294"/>
                  </a:lnTo>
                  <a:lnTo>
                    <a:pt x="328851" y="46828"/>
                  </a:lnTo>
                  <a:lnTo>
                    <a:pt x="361816" y="0"/>
                  </a:lnTo>
                  <a:close/>
                </a:path>
              </a:pathLst>
            </a:custGeom>
            <a:solidFill>
              <a:srgbClr val="259CA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48" name="object 348" descr=""/>
          <p:cNvGrpSpPr/>
          <p:nvPr/>
        </p:nvGrpSpPr>
        <p:grpSpPr>
          <a:xfrm>
            <a:off x="17818642" y="4738942"/>
            <a:ext cx="481965" cy="970280"/>
            <a:chOff x="17818642" y="4738942"/>
            <a:chExt cx="481965" cy="970280"/>
          </a:xfrm>
        </p:grpSpPr>
        <p:sp>
          <p:nvSpPr>
            <p:cNvPr id="349" name="object 349" descr=""/>
            <p:cNvSpPr/>
            <p:nvPr/>
          </p:nvSpPr>
          <p:spPr>
            <a:xfrm>
              <a:off x="18059670" y="4959000"/>
              <a:ext cx="19685" cy="750570"/>
            </a:xfrm>
            <a:custGeom>
              <a:avLst/>
              <a:gdLst/>
              <a:ahLst/>
              <a:cxnLst/>
              <a:rect l="l" t="t" r="r" b="b"/>
              <a:pathLst>
                <a:path w="19684" h="750570">
                  <a:moveTo>
                    <a:pt x="19622" y="0"/>
                  </a:moveTo>
                  <a:lnTo>
                    <a:pt x="0" y="0"/>
                  </a:lnTo>
                  <a:lnTo>
                    <a:pt x="0" y="750071"/>
                  </a:lnTo>
                  <a:lnTo>
                    <a:pt x="19622" y="750071"/>
                  </a:lnTo>
                  <a:lnTo>
                    <a:pt x="19622" y="0"/>
                  </a:lnTo>
                  <a:close/>
                </a:path>
              </a:pathLst>
            </a:custGeom>
            <a:solidFill>
              <a:srgbClr val="9A470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 descr=""/>
            <p:cNvSpPr/>
            <p:nvPr/>
          </p:nvSpPr>
          <p:spPr>
            <a:xfrm>
              <a:off x="17818642" y="4738942"/>
              <a:ext cx="481965" cy="393700"/>
            </a:xfrm>
            <a:custGeom>
              <a:avLst/>
              <a:gdLst/>
              <a:ahLst/>
              <a:cxnLst/>
              <a:rect l="l" t="t" r="r" b="b"/>
              <a:pathLst>
                <a:path w="481965" h="393700">
                  <a:moveTo>
                    <a:pt x="195847" y="0"/>
                  </a:moveTo>
                  <a:lnTo>
                    <a:pt x="220039" y="41483"/>
                  </a:lnTo>
                  <a:lnTo>
                    <a:pt x="238444" y="85989"/>
                  </a:lnTo>
                  <a:lnTo>
                    <a:pt x="250536" y="139807"/>
                  </a:lnTo>
                  <a:lnTo>
                    <a:pt x="253081" y="168968"/>
                  </a:lnTo>
                  <a:lnTo>
                    <a:pt x="245534" y="135238"/>
                  </a:lnTo>
                  <a:lnTo>
                    <a:pt x="232947" y="101363"/>
                  </a:lnTo>
                  <a:lnTo>
                    <a:pt x="213882" y="70448"/>
                  </a:lnTo>
                  <a:lnTo>
                    <a:pt x="186905" y="45600"/>
                  </a:lnTo>
                  <a:lnTo>
                    <a:pt x="125660" y="7661"/>
                  </a:lnTo>
                  <a:lnTo>
                    <a:pt x="87600" y="493"/>
                  </a:lnTo>
                  <a:lnTo>
                    <a:pt x="56846" y="29028"/>
                  </a:lnTo>
                  <a:lnTo>
                    <a:pt x="17517" y="98195"/>
                  </a:lnTo>
                  <a:lnTo>
                    <a:pt x="28034" y="93076"/>
                  </a:lnTo>
                  <a:lnTo>
                    <a:pt x="57020" y="84747"/>
                  </a:lnTo>
                  <a:lnTo>
                    <a:pt x="100631" y="83755"/>
                  </a:lnTo>
                  <a:lnTo>
                    <a:pt x="155021" y="100646"/>
                  </a:lnTo>
                  <a:lnTo>
                    <a:pt x="194962" y="129387"/>
                  </a:lnTo>
                  <a:lnTo>
                    <a:pt x="223240" y="164403"/>
                  </a:lnTo>
                  <a:lnTo>
                    <a:pt x="241492" y="198571"/>
                  </a:lnTo>
                  <a:lnTo>
                    <a:pt x="251353" y="224768"/>
                  </a:lnTo>
                  <a:lnTo>
                    <a:pt x="237659" y="201030"/>
                  </a:lnTo>
                  <a:lnTo>
                    <a:pt x="212430" y="167735"/>
                  </a:lnTo>
                  <a:lnTo>
                    <a:pt x="176266" y="136101"/>
                  </a:lnTo>
                  <a:lnTo>
                    <a:pt x="129765" y="117347"/>
                  </a:lnTo>
                  <a:lnTo>
                    <a:pt x="69534" y="109419"/>
                  </a:lnTo>
                  <a:lnTo>
                    <a:pt x="35940" y="118637"/>
                  </a:lnTo>
                  <a:lnTo>
                    <a:pt x="16817" y="155675"/>
                  </a:lnTo>
                  <a:lnTo>
                    <a:pt x="0" y="231207"/>
                  </a:lnTo>
                  <a:lnTo>
                    <a:pt x="10395" y="223863"/>
                  </a:lnTo>
                  <a:lnTo>
                    <a:pt x="38756" y="207957"/>
                  </a:lnTo>
                  <a:lnTo>
                    <a:pt x="80842" y="192679"/>
                  </a:lnTo>
                  <a:lnTo>
                    <a:pt x="132414" y="187219"/>
                  </a:lnTo>
                  <a:lnTo>
                    <a:pt x="171986" y="192662"/>
                  </a:lnTo>
                  <a:lnTo>
                    <a:pt x="205098" y="203478"/>
                  </a:lnTo>
                  <a:lnTo>
                    <a:pt x="231323" y="217266"/>
                  </a:lnTo>
                  <a:lnTo>
                    <a:pt x="250233" y="231626"/>
                  </a:lnTo>
                  <a:lnTo>
                    <a:pt x="239922" y="229109"/>
                  </a:lnTo>
                  <a:lnTo>
                    <a:pt x="225553" y="226337"/>
                  </a:lnTo>
                  <a:lnTo>
                    <a:pt x="207964" y="224027"/>
                  </a:lnTo>
                  <a:lnTo>
                    <a:pt x="187994" y="222893"/>
                  </a:lnTo>
                  <a:lnTo>
                    <a:pt x="134613" y="224035"/>
                  </a:lnTo>
                  <a:lnTo>
                    <a:pt x="105310" y="237056"/>
                  </a:lnTo>
                  <a:lnTo>
                    <a:pt x="89727" y="273333"/>
                  </a:lnTo>
                  <a:lnTo>
                    <a:pt x="77505" y="344240"/>
                  </a:lnTo>
                  <a:lnTo>
                    <a:pt x="251227" y="237846"/>
                  </a:lnTo>
                  <a:lnTo>
                    <a:pt x="235933" y="267686"/>
                  </a:lnTo>
                  <a:lnTo>
                    <a:pt x="227325" y="285532"/>
                  </a:lnTo>
                  <a:lnTo>
                    <a:pt x="219846" y="302388"/>
                  </a:lnTo>
                  <a:lnTo>
                    <a:pt x="213130" y="319869"/>
                  </a:lnTo>
                  <a:lnTo>
                    <a:pt x="210445" y="335199"/>
                  </a:lnTo>
                  <a:lnTo>
                    <a:pt x="211390" y="356928"/>
                  </a:lnTo>
                  <a:lnTo>
                    <a:pt x="215564" y="393611"/>
                  </a:lnTo>
                  <a:lnTo>
                    <a:pt x="220074" y="385658"/>
                  </a:lnTo>
                  <a:lnTo>
                    <a:pt x="242603" y="340111"/>
                  </a:lnTo>
                  <a:lnTo>
                    <a:pt x="255824" y="291959"/>
                  </a:lnTo>
                  <a:lnTo>
                    <a:pt x="257579" y="252242"/>
                  </a:lnTo>
                  <a:lnTo>
                    <a:pt x="256767" y="238317"/>
                  </a:lnTo>
                  <a:lnTo>
                    <a:pt x="374564" y="365779"/>
                  </a:lnTo>
                  <a:lnTo>
                    <a:pt x="377658" y="353062"/>
                  </a:lnTo>
                  <a:lnTo>
                    <a:pt x="377826" y="322289"/>
                  </a:lnTo>
                  <a:lnTo>
                    <a:pt x="361400" y="284530"/>
                  </a:lnTo>
                  <a:lnTo>
                    <a:pt x="314712" y="250851"/>
                  </a:lnTo>
                  <a:lnTo>
                    <a:pt x="284357" y="238474"/>
                  </a:lnTo>
                  <a:lnTo>
                    <a:pt x="301155" y="241854"/>
                  </a:lnTo>
                  <a:lnTo>
                    <a:pt x="338549" y="255989"/>
                  </a:lnTo>
                  <a:lnTo>
                    <a:pt x="388518" y="286942"/>
                  </a:lnTo>
                  <a:lnTo>
                    <a:pt x="422812" y="319003"/>
                  </a:lnTo>
                  <a:lnTo>
                    <a:pt x="442667" y="346104"/>
                  </a:lnTo>
                  <a:lnTo>
                    <a:pt x="446462" y="330867"/>
                  </a:lnTo>
                  <a:lnTo>
                    <a:pt x="436619" y="251223"/>
                  </a:lnTo>
                  <a:lnTo>
                    <a:pt x="396176" y="214988"/>
                  </a:lnTo>
                  <a:lnTo>
                    <a:pt x="355659" y="205827"/>
                  </a:lnTo>
                  <a:lnTo>
                    <a:pt x="335148" y="206790"/>
                  </a:lnTo>
                  <a:lnTo>
                    <a:pt x="315456" y="210244"/>
                  </a:lnTo>
                  <a:lnTo>
                    <a:pt x="330727" y="202748"/>
                  </a:lnTo>
                  <a:lnTo>
                    <a:pt x="348160" y="197101"/>
                  </a:lnTo>
                  <a:lnTo>
                    <a:pt x="367665" y="194183"/>
                  </a:lnTo>
                  <a:lnTo>
                    <a:pt x="389150" y="194873"/>
                  </a:lnTo>
                  <a:lnTo>
                    <a:pt x="430854" y="200793"/>
                  </a:lnTo>
                  <a:lnTo>
                    <a:pt x="454244" y="208976"/>
                  </a:lnTo>
                  <a:lnTo>
                    <a:pt x="467858" y="225010"/>
                  </a:lnTo>
                  <a:lnTo>
                    <a:pt x="480236" y="254484"/>
                  </a:lnTo>
                  <a:lnTo>
                    <a:pt x="481955" y="236179"/>
                  </a:lnTo>
                  <a:lnTo>
                    <a:pt x="477973" y="195941"/>
                  </a:lnTo>
                  <a:lnTo>
                    <a:pt x="454584" y="155781"/>
                  </a:lnTo>
                  <a:lnTo>
                    <a:pt x="398082" y="137713"/>
                  </a:lnTo>
                  <a:lnTo>
                    <a:pt x="366418" y="143051"/>
                  </a:lnTo>
                  <a:lnTo>
                    <a:pt x="336587" y="156732"/>
                  </a:lnTo>
                  <a:lnTo>
                    <a:pt x="309547" y="175657"/>
                  </a:lnTo>
                  <a:lnTo>
                    <a:pt x="286253" y="196726"/>
                  </a:lnTo>
                  <a:lnTo>
                    <a:pt x="301728" y="175930"/>
                  </a:lnTo>
                  <a:lnTo>
                    <a:pt x="335831" y="139736"/>
                  </a:lnTo>
                  <a:lnTo>
                    <a:pt x="372321" y="123981"/>
                  </a:lnTo>
                  <a:lnTo>
                    <a:pt x="385759" y="121241"/>
                  </a:lnTo>
                  <a:lnTo>
                    <a:pt x="398052" y="121671"/>
                  </a:lnTo>
                  <a:lnTo>
                    <a:pt x="415139" y="124739"/>
                  </a:lnTo>
                  <a:lnTo>
                    <a:pt x="409325" y="117982"/>
                  </a:lnTo>
                  <a:lnTo>
                    <a:pt x="392947" y="104712"/>
                  </a:lnTo>
                  <a:lnTo>
                    <a:pt x="367603" y="95430"/>
                  </a:lnTo>
                  <a:lnTo>
                    <a:pt x="334890" y="100635"/>
                  </a:lnTo>
                  <a:lnTo>
                    <a:pt x="319584" y="111193"/>
                  </a:lnTo>
                  <a:lnTo>
                    <a:pt x="305673" y="127384"/>
                  </a:lnTo>
                  <a:lnTo>
                    <a:pt x="293322" y="147261"/>
                  </a:lnTo>
                  <a:lnTo>
                    <a:pt x="282692" y="168874"/>
                  </a:lnTo>
                  <a:lnTo>
                    <a:pt x="287709" y="147815"/>
                  </a:lnTo>
                  <a:lnTo>
                    <a:pt x="291176" y="125541"/>
                  </a:lnTo>
                  <a:lnTo>
                    <a:pt x="292378" y="102767"/>
                  </a:lnTo>
                  <a:lnTo>
                    <a:pt x="290598" y="80206"/>
                  </a:lnTo>
                  <a:lnTo>
                    <a:pt x="282562" y="37388"/>
                  </a:lnTo>
                  <a:lnTo>
                    <a:pt x="270014" y="14761"/>
                  </a:lnTo>
                  <a:lnTo>
                    <a:pt x="244069" y="4804"/>
                  </a:lnTo>
                  <a:lnTo>
                    <a:pt x="195847" y="0"/>
                  </a:lnTo>
                  <a:close/>
                </a:path>
              </a:pathLst>
            </a:custGeom>
            <a:solidFill>
              <a:srgbClr val="259CA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1" name="object 351" descr=""/>
          <p:cNvGrpSpPr/>
          <p:nvPr/>
        </p:nvGrpSpPr>
        <p:grpSpPr>
          <a:xfrm>
            <a:off x="14989522" y="5319838"/>
            <a:ext cx="1443990" cy="390525"/>
            <a:chOff x="14989522" y="5319838"/>
            <a:chExt cx="1443990" cy="390525"/>
          </a:xfrm>
        </p:grpSpPr>
        <p:sp>
          <p:nvSpPr>
            <p:cNvPr id="352" name="object 352" descr=""/>
            <p:cNvSpPr/>
            <p:nvPr/>
          </p:nvSpPr>
          <p:spPr>
            <a:xfrm>
              <a:off x="14989522" y="5319838"/>
              <a:ext cx="588645" cy="174625"/>
            </a:xfrm>
            <a:custGeom>
              <a:avLst/>
              <a:gdLst/>
              <a:ahLst/>
              <a:cxnLst/>
              <a:rect l="l" t="t" r="r" b="b"/>
              <a:pathLst>
                <a:path w="588644" h="174625">
                  <a:moveTo>
                    <a:pt x="588306" y="0"/>
                  </a:moveTo>
                  <a:lnTo>
                    <a:pt x="0" y="0"/>
                  </a:lnTo>
                  <a:lnTo>
                    <a:pt x="0" y="174434"/>
                  </a:lnTo>
                  <a:lnTo>
                    <a:pt x="588306" y="174434"/>
                  </a:lnTo>
                  <a:lnTo>
                    <a:pt x="5883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 descr=""/>
            <p:cNvSpPr/>
            <p:nvPr/>
          </p:nvSpPr>
          <p:spPr>
            <a:xfrm>
              <a:off x="15577807" y="5319845"/>
              <a:ext cx="855344" cy="390525"/>
            </a:xfrm>
            <a:custGeom>
              <a:avLst/>
              <a:gdLst/>
              <a:ahLst/>
              <a:cxnLst/>
              <a:rect l="l" t="t" r="r" b="b"/>
              <a:pathLst>
                <a:path w="855344" h="390525">
                  <a:moveTo>
                    <a:pt x="855319" y="0"/>
                  </a:moveTo>
                  <a:lnTo>
                    <a:pt x="0" y="0"/>
                  </a:lnTo>
                  <a:lnTo>
                    <a:pt x="0" y="45021"/>
                  </a:lnTo>
                  <a:lnTo>
                    <a:pt x="0" y="81686"/>
                  </a:lnTo>
                  <a:lnTo>
                    <a:pt x="0" y="214604"/>
                  </a:lnTo>
                  <a:lnTo>
                    <a:pt x="0" y="390410"/>
                  </a:lnTo>
                  <a:lnTo>
                    <a:pt x="708418" y="390410"/>
                  </a:lnTo>
                  <a:lnTo>
                    <a:pt x="708418" y="214604"/>
                  </a:lnTo>
                  <a:lnTo>
                    <a:pt x="855319" y="214604"/>
                  </a:lnTo>
                  <a:lnTo>
                    <a:pt x="855319" y="81686"/>
                  </a:lnTo>
                  <a:lnTo>
                    <a:pt x="855319" y="45021"/>
                  </a:lnTo>
                  <a:lnTo>
                    <a:pt x="855319" y="0"/>
                  </a:lnTo>
                  <a:close/>
                </a:path>
              </a:pathLst>
            </a:custGeom>
            <a:solidFill>
              <a:srgbClr val="DFBCA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4" name="object 354" descr=""/>
          <p:cNvGrpSpPr/>
          <p:nvPr/>
        </p:nvGrpSpPr>
        <p:grpSpPr>
          <a:xfrm>
            <a:off x="14550310" y="5494282"/>
            <a:ext cx="1883410" cy="1953260"/>
            <a:chOff x="14550310" y="5494282"/>
            <a:chExt cx="1883410" cy="1953260"/>
          </a:xfrm>
        </p:grpSpPr>
        <p:sp>
          <p:nvSpPr>
            <p:cNvPr id="355" name="object 355" descr=""/>
            <p:cNvSpPr/>
            <p:nvPr/>
          </p:nvSpPr>
          <p:spPr>
            <a:xfrm>
              <a:off x="14809695" y="6231893"/>
              <a:ext cx="612775" cy="1190625"/>
            </a:xfrm>
            <a:custGeom>
              <a:avLst/>
              <a:gdLst/>
              <a:ahLst/>
              <a:cxnLst/>
              <a:rect l="l" t="t" r="r" b="b"/>
              <a:pathLst>
                <a:path w="612775" h="1190625">
                  <a:moveTo>
                    <a:pt x="612431" y="0"/>
                  </a:moveTo>
                  <a:lnTo>
                    <a:pt x="0" y="0"/>
                  </a:lnTo>
                  <a:lnTo>
                    <a:pt x="0" y="1190277"/>
                  </a:lnTo>
                  <a:lnTo>
                    <a:pt x="612431" y="1190277"/>
                  </a:lnTo>
                  <a:lnTo>
                    <a:pt x="6124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 descr=""/>
            <p:cNvSpPr/>
            <p:nvPr/>
          </p:nvSpPr>
          <p:spPr>
            <a:xfrm>
              <a:off x="14910549" y="6331336"/>
              <a:ext cx="330200" cy="1090930"/>
            </a:xfrm>
            <a:custGeom>
              <a:avLst/>
              <a:gdLst/>
              <a:ahLst/>
              <a:cxnLst/>
              <a:rect l="l" t="t" r="r" b="b"/>
              <a:pathLst>
                <a:path w="330200" h="1090929">
                  <a:moveTo>
                    <a:pt x="103327" y="205346"/>
                  </a:moveTo>
                  <a:lnTo>
                    <a:pt x="93078" y="128536"/>
                  </a:lnTo>
                  <a:lnTo>
                    <a:pt x="82969" y="89839"/>
                  </a:lnTo>
                  <a:lnTo>
                    <a:pt x="62115" y="26657"/>
                  </a:lnTo>
                  <a:lnTo>
                    <a:pt x="51739" y="0"/>
                  </a:lnTo>
                  <a:lnTo>
                    <a:pt x="43649" y="20535"/>
                  </a:lnTo>
                  <a:lnTo>
                    <a:pt x="25869" y="71869"/>
                  </a:lnTo>
                  <a:lnTo>
                    <a:pt x="8089" y="138607"/>
                  </a:lnTo>
                  <a:lnTo>
                    <a:pt x="0" y="205346"/>
                  </a:lnTo>
                  <a:lnTo>
                    <a:pt x="0" y="1090853"/>
                  </a:lnTo>
                  <a:lnTo>
                    <a:pt x="103327" y="1090853"/>
                  </a:lnTo>
                  <a:lnTo>
                    <a:pt x="103327" y="205346"/>
                  </a:lnTo>
                  <a:close/>
                </a:path>
                <a:path w="330200" h="1090929">
                  <a:moveTo>
                    <a:pt x="329717" y="205346"/>
                  </a:moveTo>
                  <a:lnTo>
                    <a:pt x="325882" y="165239"/>
                  </a:lnTo>
                  <a:lnTo>
                    <a:pt x="316115" y="122936"/>
                  </a:lnTo>
                  <a:lnTo>
                    <a:pt x="303034" y="81953"/>
                  </a:lnTo>
                  <a:lnTo>
                    <a:pt x="289229" y="45821"/>
                  </a:lnTo>
                  <a:lnTo>
                    <a:pt x="269049" y="0"/>
                  </a:lnTo>
                  <a:lnTo>
                    <a:pt x="259524" y="20535"/>
                  </a:lnTo>
                  <a:lnTo>
                    <a:pt x="238569" y="71869"/>
                  </a:lnTo>
                  <a:lnTo>
                    <a:pt x="217614" y="138607"/>
                  </a:lnTo>
                  <a:lnTo>
                    <a:pt x="208089" y="205346"/>
                  </a:lnTo>
                  <a:lnTo>
                    <a:pt x="208089" y="1090853"/>
                  </a:lnTo>
                  <a:lnTo>
                    <a:pt x="329717" y="1090853"/>
                  </a:lnTo>
                  <a:lnTo>
                    <a:pt x="329717" y="205346"/>
                  </a:lnTo>
                  <a:close/>
                </a:path>
              </a:pathLst>
            </a:custGeom>
            <a:solidFill>
              <a:srgbClr val="CF9E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 descr=""/>
            <p:cNvSpPr/>
            <p:nvPr/>
          </p:nvSpPr>
          <p:spPr>
            <a:xfrm>
              <a:off x="14951049" y="6377158"/>
              <a:ext cx="289560" cy="1045210"/>
            </a:xfrm>
            <a:custGeom>
              <a:avLst/>
              <a:gdLst/>
              <a:ahLst/>
              <a:cxnLst/>
              <a:rect l="l" t="t" r="r" b="b"/>
              <a:pathLst>
                <a:path w="289559" h="1045209">
                  <a:moveTo>
                    <a:pt x="62826" y="159524"/>
                  </a:moveTo>
                  <a:lnTo>
                    <a:pt x="59969" y="122174"/>
                  </a:lnTo>
                  <a:lnTo>
                    <a:pt x="52578" y="82715"/>
                  </a:lnTo>
                  <a:lnTo>
                    <a:pt x="42468" y="44005"/>
                  </a:lnTo>
                  <a:lnTo>
                    <a:pt x="31419" y="8928"/>
                  </a:lnTo>
                  <a:lnTo>
                    <a:pt x="20370" y="44030"/>
                  </a:lnTo>
                  <a:lnTo>
                    <a:pt x="10248" y="82765"/>
                  </a:lnTo>
                  <a:lnTo>
                    <a:pt x="2857" y="122237"/>
                  </a:lnTo>
                  <a:lnTo>
                    <a:pt x="0" y="159524"/>
                  </a:lnTo>
                  <a:lnTo>
                    <a:pt x="0" y="1045032"/>
                  </a:lnTo>
                  <a:lnTo>
                    <a:pt x="62826" y="1045032"/>
                  </a:lnTo>
                  <a:lnTo>
                    <a:pt x="62826" y="159524"/>
                  </a:lnTo>
                  <a:close/>
                </a:path>
                <a:path w="289559" h="1045209">
                  <a:moveTo>
                    <a:pt x="289217" y="159524"/>
                  </a:moveTo>
                  <a:lnTo>
                    <a:pt x="285381" y="119418"/>
                  </a:lnTo>
                  <a:lnTo>
                    <a:pt x="275615" y="77114"/>
                  </a:lnTo>
                  <a:lnTo>
                    <a:pt x="262534" y="36131"/>
                  </a:lnTo>
                  <a:lnTo>
                    <a:pt x="248729" y="0"/>
                  </a:lnTo>
                  <a:lnTo>
                    <a:pt x="234899" y="36068"/>
                  </a:lnTo>
                  <a:lnTo>
                    <a:pt x="221754" y="77050"/>
                  </a:lnTo>
                  <a:lnTo>
                    <a:pt x="211937" y="119392"/>
                  </a:lnTo>
                  <a:lnTo>
                    <a:pt x="208089" y="159524"/>
                  </a:lnTo>
                  <a:lnTo>
                    <a:pt x="208089" y="1045032"/>
                  </a:lnTo>
                  <a:lnTo>
                    <a:pt x="289217" y="1045032"/>
                  </a:lnTo>
                  <a:lnTo>
                    <a:pt x="289217" y="159524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 descr=""/>
            <p:cNvSpPr/>
            <p:nvPr/>
          </p:nvSpPr>
          <p:spPr>
            <a:xfrm>
              <a:off x="14824155" y="5534187"/>
              <a:ext cx="561975" cy="672465"/>
            </a:xfrm>
            <a:custGeom>
              <a:avLst/>
              <a:gdLst/>
              <a:ahLst/>
              <a:cxnLst/>
              <a:rect l="l" t="t" r="r" b="b"/>
              <a:pathLst>
                <a:path w="561975" h="672464">
                  <a:moveTo>
                    <a:pt x="561941" y="0"/>
                  </a:moveTo>
                  <a:lnTo>
                    <a:pt x="0" y="0"/>
                  </a:lnTo>
                  <a:lnTo>
                    <a:pt x="0" y="672000"/>
                  </a:lnTo>
                  <a:lnTo>
                    <a:pt x="561941" y="672000"/>
                  </a:lnTo>
                  <a:lnTo>
                    <a:pt x="56194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 descr=""/>
            <p:cNvSpPr/>
            <p:nvPr/>
          </p:nvSpPr>
          <p:spPr>
            <a:xfrm>
              <a:off x="14927288" y="6683622"/>
              <a:ext cx="313055" cy="93980"/>
            </a:xfrm>
            <a:custGeom>
              <a:avLst/>
              <a:gdLst/>
              <a:ahLst/>
              <a:cxnLst/>
              <a:rect l="l" t="t" r="r" b="b"/>
              <a:pathLst>
                <a:path w="313055" h="93979">
                  <a:moveTo>
                    <a:pt x="86537" y="0"/>
                  </a:moveTo>
                  <a:lnTo>
                    <a:pt x="0" y="0"/>
                  </a:lnTo>
                  <a:lnTo>
                    <a:pt x="0" y="93662"/>
                  </a:lnTo>
                  <a:lnTo>
                    <a:pt x="86537" y="93662"/>
                  </a:lnTo>
                  <a:lnTo>
                    <a:pt x="86537" y="0"/>
                  </a:lnTo>
                  <a:close/>
                </a:path>
                <a:path w="313055" h="93979">
                  <a:moveTo>
                    <a:pt x="312978" y="0"/>
                  </a:moveTo>
                  <a:lnTo>
                    <a:pt x="208419" y="0"/>
                  </a:lnTo>
                  <a:lnTo>
                    <a:pt x="208419" y="93662"/>
                  </a:lnTo>
                  <a:lnTo>
                    <a:pt x="312978" y="93662"/>
                  </a:lnTo>
                  <a:lnTo>
                    <a:pt x="312978" y="0"/>
                  </a:lnTo>
                  <a:close/>
                </a:path>
              </a:pathLst>
            </a:custGeom>
            <a:solidFill>
              <a:srgbClr val="DFBC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 descr=""/>
            <p:cNvSpPr/>
            <p:nvPr/>
          </p:nvSpPr>
          <p:spPr>
            <a:xfrm>
              <a:off x="14910587" y="5698711"/>
              <a:ext cx="331470" cy="143510"/>
            </a:xfrm>
            <a:custGeom>
              <a:avLst/>
              <a:gdLst/>
              <a:ahLst/>
              <a:cxnLst/>
              <a:rect l="l" t="t" r="r" b="b"/>
              <a:pathLst>
                <a:path w="331469" h="143510">
                  <a:moveTo>
                    <a:pt x="103352" y="2857"/>
                  </a:moveTo>
                  <a:lnTo>
                    <a:pt x="0" y="2857"/>
                  </a:lnTo>
                  <a:lnTo>
                    <a:pt x="0" y="143078"/>
                  </a:lnTo>
                  <a:lnTo>
                    <a:pt x="103352" y="143078"/>
                  </a:lnTo>
                  <a:lnTo>
                    <a:pt x="103352" y="2857"/>
                  </a:lnTo>
                  <a:close/>
                </a:path>
                <a:path w="331469" h="143510">
                  <a:moveTo>
                    <a:pt x="331406" y="0"/>
                  </a:moveTo>
                  <a:lnTo>
                    <a:pt x="208051" y="0"/>
                  </a:lnTo>
                  <a:lnTo>
                    <a:pt x="208051" y="140220"/>
                  </a:lnTo>
                  <a:lnTo>
                    <a:pt x="331406" y="140220"/>
                  </a:lnTo>
                  <a:lnTo>
                    <a:pt x="331406" y="0"/>
                  </a:lnTo>
                  <a:close/>
                </a:path>
              </a:pathLst>
            </a:custGeom>
            <a:solidFill>
              <a:srgbClr val="EBC1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 descr=""/>
            <p:cNvSpPr/>
            <p:nvPr/>
          </p:nvSpPr>
          <p:spPr>
            <a:xfrm>
              <a:off x="15118643" y="5737331"/>
              <a:ext cx="123825" cy="260985"/>
            </a:xfrm>
            <a:custGeom>
              <a:avLst/>
              <a:gdLst/>
              <a:ahLst/>
              <a:cxnLst/>
              <a:rect l="l" t="t" r="r" b="b"/>
              <a:pathLst>
                <a:path w="123825" h="260985">
                  <a:moveTo>
                    <a:pt x="67348" y="0"/>
                  </a:moveTo>
                  <a:lnTo>
                    <a:pt x="58061" y="0"/>
                  </a:lnTo>
                  <a:lnTo>
                    <a:pt x="43100" y="4298"/>
                  </a:lnTo>
                  <a:lnTo>
                    <a:pt x="30900" y="16015"/>
                  </a:lnTo>
                  <a:lnTo>
                    <a:pt x="22685" y="33377"/>
                  </a:lnTo>
                  <a:lnTo>
                    <a:pt x="19674" y="54616"/>
                  </a:lnTo>
                  <a:lnTo>
                    <a:pt x="19674" y="101599"/>
                  </a:lnTo>
                  <a:lnTo>
                    <a:pt x="0" y="101599"/>
                  </a:lnTo>
                  <a:lnTo>
                    <a:pt x="0" y="260829"/>
                  </a:lnTo>
                  <a:lnTo>
                    <a:pt x="123357" y="260829"/>
                  </a:lnTo>
                  <a:lnTo>
                    <a:pt x="123357" y="101599"/>
                  </a:lnTo>
                  <a:lnTo>
                    <a:pt x="103682" y="101599"/>
                  </a:lnTo>
                  <a:lnTo>
                    <a:pt x="103682" y="54616"/>
                  </a:lnTo>
                  <a:lnTo>
                    <a:pt x="84330" y="7301"/>
                  </a:lnTo>
                  <a:lnTo>
                    <a:pt x="69641" y="293"/>
                  </a:lnTo>
                  <a:lnTo>
                    <a:pt x="67348" y="0"/>
                  </a:lnTo>
                  <a:close/>
                </a:path>
              </a:pathLst>
            </a:custGeom>
            <a:solidFill>
              <a:srgbClr val="CF9E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 descr=""/>
            <p:cNvSpPr/>
            <p:nvPr/>
          </p:nvSpPr>
          <p:spPr>
            <a:xfrm>
              <a:off x="15138675" y="5738201"/>
              <a:ext cx="103505" cy="260350"/>
            </a:xfrm>
            <a:custGeom>
              <a:avLst/>
              <a:gdLst/>
              <a:ahLst/>
              <a:cxnLst/>
              <a:rect l="l" t="t" r="r" b="b"/>
              <a:pathLst>
                <a:path w="103505" h="260350">
                  <a:moveTo>
                    <a:pt x="51663" y="0"/>
                  </a:moveTo>
                  <a:lnTo>
                    <a:pt x="39047" y="6432"/>
                  </a:lnTo>
                  <a:lnTo>
                    <a:pt x="28942" y="18388"/>
                  </a:lnTo>
                  <a:lnTo>
                    <a:pt x="22233" y="34586"/>
                  </a:lnTo>
                  <a:lnTo>
                    <a:pt x="19800" y="53747"/>
                  </a:lnTo>
                  <a:lnTo>
                    <a:pt x="19800" y="100729"/>
                  </a:lnTo>
                  <a:lnTo>
                    <a:pt x="0" y="100729"/>
                  </a:lnTo>
                  <a:lnTo>
                    <a:pt x="0" y="259960"/>
                  </a:lnTo>
                  <a:lnTo>
                    <a:pt x="103326" y="259960"/>
                  </a:lnTo>
                  <a:lnTo>
                    <a:pt x="103326" y="100729"/>
                  </a:lnTo>
                  <a:lnTo>
                    <a:pt x="83651" y="100729"/>
                  </a:lnTo>
                  <a:lnTo>
                    <a:pt x="83651" y="53747"/>
                  </a:lnTo>
                  <a:lnTo>
                    <a:pt x="81199" y="34586"/>
                  </a:lnTo>
                  <a:lnTo>
                    <a:pt x="74446" y="18388"/>
                  </a:lnTo>
                  <a:lnTo>
                    <a:pt x="64299" y="6432"/>
                  </a:lnTo>
                  <a:lnTo>
                    <a:pt x="51663" y="0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63" name="object 363" descr="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15118642" y="6097396"/>
              <a:ext cx="123357" cy="97703"/>
            </a:xfrm>
            <a:prstGeom prst="rect">
              <a:avLst/>
            </a:prstGeom>
          </p:spPr>
        </p:pic>
        <p:sp>
          <p:nvSpPr>
            <p:cNvPr id="364" name="object 364" descr=""/>
            <p:cNvSpPr/>
            <p:nvPr/>
          </p:nvSpPr>
          <p:spPr>
            <a:xfrm>
              <a:off x="14910514" y="5740140"/>
              <a:ext cx="103505" cy="260985"/>
            </a:xfrm>
            <a:custGeom>
              <a:avLst/>
              <a:gdLst/>
              <a:ahLst/>
              <a:cxnLst/>
              <a:rect l="l" t="t" r="r" b="b"/>
              <a:pathLst>
                <a:path w="103505" h="260985">
                  <a:moveTo>
                    <a:pt x="56417" y="0"/>
                  </a:moveTo>
                  <a:lnTo>
                    <a:pt x="48626" y="0"/>
                  </a:lnTo>
                  <a:lnTo>
                    <a:pt x="36098" y="4298"/>
                  </a:lnTo>
                  <a:lnTo>
                    <a:pt x="25882" y="16015"/>
                  </a:lnTo>
                  <a:lnTo>
                    <a:pt x="19002" y="33377"/>
                  </a:lnTo>
                  <a:lnTo>
                    <a:pt x="16481" y="54616"/>
                  </a:lnTo>
                  <a:lnTo>
                    <a:pt x="16481" y="101599"/>
                  </a:lnTo>
                  <a:lnTo>
                    <a:pt x="0" y="101599"/>
                  </a:lnTo>
                  <a:lnTo>
                    <a:pt x="0" y="260829"/>
                  </a:lnTo>
                  <a:lnTo>
                    <a:pt x="103326" y="260829"/>
                  </a:lnTo>
                  <a:lnTo>
                    <a:pt x="103326" y="101599"/>
                  </a:lnTo>
                  <a:lnTo>
                    <a:pt x="86845" y="101599"/>
                  </a:lnTo>
                  <a:lnTo>
                    <a:pt x="86845" y="54616"/>
                  </a:lnTo>
                  <a:lnTo>
                    <a:pt x="70633" y="7301"/>
                  </a:lnTo>
                  <a:lnTo>
                    <a:pt x="58333" y="293"/>
                  </a:lnTo>
                  <a:lnTo>
                    <a:pt x="56417" y="0"/>
                  </a:lnTo>
                  <a:close/>
                </a:path>
              </a:pathLst>
            </a:custGeom>
            <a:solidFill>
              <a:srgbClr val="CF9E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 descr=""/>
            <p:cNvSpPr/>
            <p:nvPr/>
          </p:nvSpPr>
          <p:spPr>
            <a:xfrm>
              <a:off x="14927304" y="5741009"/>
              <a:ext cx="86995" cy="260350"/>
            </a:xfrm>
            <a:custGeom>
              <a:avLst/>
              <a:gdLst/>
              <a:ahLst/>
              <a:cxnLst/>
              <a:rect l="l" t="t" r="r" b="b"/>
              <a:pathLst>
                <a:path w="86994" h="260350">
                  <a:moveTo>
                    <a:pt x="43265" y="0"/>
                  </a:moveTo>
                  <a:lnTo>
                    <a:pt x="32698" y="6432"/>
                  </a:lnTo>
                  <a:lnTo>
                    <a:pt x="24234" y="18388"/>
                  </a:lnTo>
                  <a:lnTo>
                    <a:pt x="18613" y="34586"/>
                  </a:lnTo>
                  <a:lnTo>
                    <a:pt x="16575" y="53747"/>
                  </a:lnTo>
                  <a:lnTo>
                    <a:pt x="16575" y="100729"/>
                  </a:lnTo>
                  <a:lnTo>
                    <a:pt x="0" y="100729"/>
                  </a:lnTo>
                  <a:lnTo>
                    <a:pt x="0" y="259960"/>
                  </a:lnTo>
                  <a:lnTo>
                    <a:pt x="86531" y="259960"/>
                  </a:lnTo>
                  <a:lnTo>
                    <a:pt x="86531" y="100729"/>
                  </a:lnTo>
                  <a:lnTo>
                    <a:pt x="70050" y="100729"/>
                  </a:lnTo>
                  <a:lnTo>
                    <a:pt x="70050" y="53747"/>
                  </a:lnTo>
                  <a:lnTo>
                    <a:pt x="67997" y="34586"/>
                  </a:lnTo>
                  <a:lnTo>
                    <a:pt x="62343" y="18388"/>
                  </a:lnTo>
                  <a:lnTo>
                    <a:pt x="53847" y="6432"/>
                  </a:lnTo>
                  <a:lnTo>
                    <a:pt x="43265" y="0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66" name="object 366" descr="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14910523" y="6100203"/>
              <a:ext cx="103316" cy="97703"/>
            </a:xfrm>
            <a:prstGeom prst="rect">
              <a:avLst/>
            </a:prstGeom>
          </p:spPr>
        </p:pic>
        <p:sp>
          <p:nvSpPr>
            <p:cNvPr id="367" name="object 367" descr=""/>
            <p:cNvSpPr/>
            <p:nvPr/>
          </p:nvSpPr>
          <p:spPr>
            <a:xfrm>
              <a:off x="14778469" y="5494292"/>
              <a:ext cx="1443990" cy="737870"/>
            </a:xfrm>
            <a:custGeom>
              <a:avLst/>
              <a:gdLst/>
              <a:ahLst/>
              <a:cxnLst/>
              <a:rect l="l" t="t" r="r" b="b"/>
              <a:pathLst>
                <a:path w="1443990" h="737870">
                  <a:moveTo>
                    <a:pt x="643648" y="693178"/>
                  </a:moveTo>
                  <a:lnTo>
                    <a:pt x="0" y="693178"/>
                  </a:lnTo>
                  <a:lnTo>
                    <a:pt x="0" y="737603"/>
                  </a:lnTo>
                  <a:lnTo>
                    <a:pt x="643648" y="737603"/>
                  </a:lnTo>
                  <a:lnTo>
                    <a:pt x="643648" y="693178"/>
                  </a:lnTo>
                  <a:close/>
                </a:path>
                <a:path w="1443990" h="737870">
                  <a:moveTo>
                    <a:pt x="1443443" y="0"/>
                  </a:moveTo>
                  <a:lnTo>
                    <a:pt x="632879" y="0"/>
                  </a:lnTo>
                  <a:lnTo>
                    <a:pt x="20447" y="0"/>
                  </a:lnTo>
                  <a:lnTo>
                    <a:pt x="20447" y="39916"/>
                  </a:lnTo>
                  <a:lnTo>
                    <a:pt x="632866" y="39916"/>
                  </a:lnTo>
                  <a:lnTo>
                    <a:pt x="1443443" y="39916"/>
                  </a:lnTo>
                  <a:lnTo>
                    <a:pt x="1443443" y="0"/>
                  </a:lnTo>
                  <a:close/>
                </a:path>
              </a:pathLst>
            </a:custGeom>
            <a:solidFill>
              <a:srgbClr val="DFBC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 descr=""/>
            <p:cNvSpPr/>
            <p:nvPr/>
          </p:nvSpPr>
          <p:spPr>
            <a:xfrm>
              <a:off x="16179000" y="5534450"/>
              <a:ext cx="254635" cy="1461770"/>
            </a:xfrm>
            <a:custGeom>
              <a:avLst/>
              <a:gdLst/>
              <a:ahLst/>
              <a:cxnLst/>
              <a:rect l="l" t="t" r="r" b="b"/>
              <a:pathLst>
                <a:path w="254634" h="1461770">
                  <a:moveTo>
                    <a:pt x="254127" y="0"/>
                  </a:moveTo>
                  <a:lnTo>
                    <a:pt x="0" y="0"/>
                  </a:lnTo>
                  <a:lnTo>
                    <a:pt x="0" y="586295"/>
                  </a:lnTo>
                  <a:lnTo>
                    <a:pt x="0" y="613803"/>
                  </a:lnTo>
                  <a:lnTo>
                    <a:pt x="0" y="697661"/>
                  </a:lnTo>
                  <a:lnTo>
                    <a:pt x="0" y="1461592"/>
                  </a:lnTo>
                  <a:lnTo>
                    <a:pt x="63944" y="1461592"/>
                  </a:lnTo>
                  <a:lnTo>
                    <a:pt x="63944" y="697661"/>
                  </a:lnTo>
                  <a:lnTo>
                    <a:pt x="254127" y="697661"/>
                  </a:lnTo>
                  <a:lnTo>
                    <a:pt x="254127" y="613803"/>
                  </a:lnTo>
                  <a:lnTo>
                    <a:pt x="254127" y="586295"/>
                  </a:lnTo>
                  <a:lnTo>
                    <a:pt x="254127" y="0"/>
                  </a:lnTo>
                  <a:close/>
                </a:path>
              </a:pathLst>
            </a:custGeom>
            <a:solidFill>
              <a:srgbClr val="CF9E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 descr=""/>
            <p:cNvSpPr/>
            <p:nvPr/>
          </p:nvSpPr>
          <p:spPr>
            <a:xfrm>
              <a:off x="15386100" y="5534208"/>
              <a:ext cx="814069" cy="1888489"/>
            </a:xfrm>
            <a:custGeom>
              <a:avLst/>
              <a:gdLst/>
              <a:ahLst/>
              <a:cxnLst/>
              <a:rect l="l" t="t" r="r" b="b"/>
              <a:pathLst>
                <a:path w="814069" h="1888490">
                  <a:moveTo>
                    <a:pt x="814070" y="697903"/>
                  </a:moveTo>
                  <a:lnTo>
                    <a:pt x="35902" y="697903"/>
                  </a:lnTo>
                  <a:lnTo>
                    <a:pt x="35902" y="1887969"/>
                  </a:lnTo>
                  <a:lnTo>
                    <a:pt x="814070" y="1887969"/>
                  </a:lnTo>
                  <a:lnTo>
                    <a:pt x="814070" y="697903"/>
                  </a:lnTo>
                  <a:close/>
                </a:path>
                <a:path w="814069" h="1888490">
                  <a:moveTo>
                    <a:pt x="814070" y="0"/>
                  </a:moveTo>
                  <a:lnTo>
                    <a:pt x="0" y="0"/>
                  </a:lnTo>
                  <a:lnTo>
                    <a:pt x="0" y="653262"/>
                  </a:lnTo>
                  <a:lnTo>
                    <a:pt x="36017" y="653262"/>
                  </a:lnTo>
                  <a:lnTo>
                    <a:pt x="36017" y="697687"/>
                  </a:lnTo>
                  <a:lnTo>
                    <a:pt x="814070" y="697687"/>
                  </a:lnTo>
                  <a:lnTo>
                    <a:pt x="814070" y="653262"/>
                  </a:lnTo>
                  <a:lnTo>
                    <a:pt x="814070" y="0"/>
                  </a:lnTo>
                  <a:close/>
                </a:path>
              </a:pathLst>
            </a:custGeom>
            <a:solidFill>
              <a:srgbClr val="DFBC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 descr=""/>
            <p:cNvSpPr/>
            <p:nvPr/>
          </p:nvSpPr>
          <p:spPr>
            <a:xfrm>
              <a:off x="15538640" y="5701569"/>
              <a:ext cx="516255" cy="138430"/>
            </a:xfrm>
            <a:custGeom>
              <a:avLst/>
              <a:gdLst/>
              <a:ahLst/>
              <a:cxnLst/>
              <a:rect l="l" t="t" r="r" b="b"/>
              <a:pathLst>
                <a:path w="516255" h="138429">
                  <a:moveTo>
                    <a:pt x="199199" y="0"/>
                  </a:moveTo>
                  <a:lnTo>
                    <a:pt x="0" y="0"/>
                  </a:lnTo>
                  <a:lnTo>
                    <a:pt x="0" y="136232"/>
                  </a:lnTo>
                  <a:lnTo>
                    <a:pt x="199199" y="136232"/>
                  </a:lnTo>
                  <a:lnTo>
                    <a:pt x="199199" y="0"/>
                  </a:lnTo>
                  <a:close/>
                </a:path>
                <a:path w="516255" h="138429">
                  <a:moveTo>
                    <a:pt x="516229" y="1993"/>
                  </a:moveTo>
                  <a:lnTo>
                    <a:pt x="317030" y="1993"/>
                  </a:lnTo>
                  <a:lnTo>
                    <a:pt x="317030" y="138226"/>
                  </a:lnTo>
                  <a:lnTo>
                    <a:pt x="516229" y="138226"/>
                  </a:lnTo>
                  <a:lnTo>
                    <a:pt x="516229" y="199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 descr=""/>
            <p:cNvSpPr/>
            <p:nvPr/>
          </p:nvSpPr>
          <p:spPr>
            <a:xfrm>
              <a:off x="15538627" y="5736265"/>
              <a:ext cx="516255" cy="1685925"/>
            </a:xfrm>
            <a:custGeom>
              <a:avLst/>
              <a:gdLst/>
              <a:ahLst/>
              <a:cxnLst/>
              <a:rect l="l" t="t" r="r" b="b"/>
              <a:pathLst>
                <a:path w="516255" h="1685925">
                  <a:moveTo>
                    <a:pt x="199212" y="360413"/>
                  </a:moveTo>
                  <a:lnTo>
                    <a:pt x="12" y="360413"/>
                  </a:lnTo>
                  <a:lnTo>
                    <a:pt x="12" y="451205"/>
                  </a:lnTo>
                  <a:lnTo>
                    <a:pt x="199212" y="451205"/>
                  </a:lnTo>
                  <a:lnTo>
                    <a:pt x="199212" y="360413"/>
                  </a:lnTo>
                  <a:close/>
                </a:path>
                <a:path w="516255" h="1685925">
                  <a:moveTo>
                    <a:pt x="199212" y="101536"/>
                  </a:moveTo>
                  <a:lnTo>
                    <a:pt x="167424" y="101536"/>
                  </a:lnTo>
                  <a:lnTo>
                    <a:pt x="167424" y="54622"/>
                  </a:lnTo>
                  <a:lnTo>
                    <a:pt x="162547" y="33362"/>
                  </a:lnTo>
                  <a:lnTo>
                    <a:pt x="149237" y="16002"/>
                  </a:lnTo>
                  <a:lnTo>
                    <a:pt x="129514" y="4292"/>
                  </a:lnTo>
                  <a:lnTo>
                    <a:pt x="105359" y="0"/>
                  </a:lnTo>
                  <a:lnTo>
                    <a:pt x="93853" y="0"/>
                  </a:lnTo>
                  <a:lnTo>
                    <a:pt x="69697" y="4292"/>
                  </a:lnTo>
                  <a:lnTo>
                    <a:pt x="49974" y="16002"/>
                  </a:lnTo>
                  <a:lnTo>
                    <a:pt x="36664" y="33362"/>
                  </a:lnTo>
                  <a:lnTo>
                    <a:pt x="31788" y="54622"/>
                  </a:lnTo>
                  <a:lnTo>
                    <a:pt x="31788" y="101536"/>
                  </a:lnTo>
                  <a:lnTo>
                    <a:pt x="0" y="101536"/>
                  </a:lnTo>
                  <a:lnTo>
                    <a:pt x="0" y="260781"/>
                  </a:lnTo>
                  <a:lnTo>
                    <a:pt x="199212" y="260781"/>
                  </a:lnTo>
                  <a:lnTo>
                    <a:pt x="199212" y="101536"/>
                  </a:lnTo>
                  <a:close/>
                </a:path>
                <a:path w="516255" h="1685925">
                  <a:moveTo>
                    <a:pt x="516229" y="875957"/>
                  </a:moveTo>
                  <a:lnTo>
                    <a:pt x="514680" y="791273"/>
                  </a:lnTo>
                  <a:lnTo>
                    <a:pt x="503783" y="733615"/>
                  </a:lnTo>
                  <a:lnTo>
                    <a:pt x="474218" y="676503"/>
                  </a:lnTo>
                  <a:lnTo>
                    <a:pt x="416636" y="593458"/>
                  </a:lnTo>
                  <a:lnTo>
                    <a:pt x="401078" y="616470"/>
                  </a:lnTo>
                  <a:lnTo>
                    <a:pt x="366839" y="678370"/>
                  </a:lnTo>
                  <a:lnTo>
                    <a:pt x="332600" y="768438"/>
                  </a:lnTo>
                  <a:lnTo>
                    <a:pt x="317042" y="875957"/>
                  </a:lnTo>
                  <a:lnTo>
                    <a:pt x="317042" y="1685912"/>
                  </a:lnTo>
                  <a:lnTo>
                    <a:pt x="516229" y="1685912"/>
                  </a:lnTo>
                  <a:lnTo>
                    <a:pt x="516229" y="875957"/>
                  </a:lnTo>
                  <a:close/>
                </a:path>
                <a:path w="516255" h="1685925">
                  <a:moveTo>
                    <a:pt x="516242" y="360413"/>
                  </a:moveTo>
                  <a:lnTo>
                    <a:pt x="317042" y="360413"/>
                  </a:lnTo>
                  <a:lnTo>
                    <a:pt x="317042" y="451205"/>
                  </a:lnTo>
                  <a:lnTo>
                    <a:pt x="516242" y="451205"/>
                  </a:lnTo>
                  <a:lnTo>
                    <a:pt x="516242" y="360413"/>
                  </a:lnTo>
                  <a:close/>
                </a:path>
                <a:path w="516255" h="1685925">
                  <a:moveTo>
                    <a:pt x="516242" y="101536"/>
                  </a:moveTo>
                  <a:lnTo>
                    <a:pt x="484454" y="101536"/>
                  </a:lnTo>
                  <a:lnTo>
                    <a:pt x="484454" y="54622"/>
                  </a:lnTo>
                  <a:lnTo>
                    <a:pt x="479577" y="33362"/>
                  </a:lnTo>
                  <a:lnTo>
                    <a:pt x="466267" y="16002"/>
                  </a:lnTo>
                  <a:lnTo>
                    <a:pt x="446544" y="4292"/>
                  </a:lnTo>
                  <a:lnTo>
                    <a:pt x="422389" y="0"/>
                  </a:lnTo>
                  <a:lnTo>
                    <a:pt x="410883" y="0"/>
                  </a:lnTo>
                  <a:lnTo>
                    <a:pt x="386727" y="4292"/>
                  </a:lnTo>
                  <a:lnTo>
                    <a:pt x="366991" y="16002"/>
                  </a:lnTo>
                  <a:lnTo>
                    <a:pt x="353695" y="33362"/>
                  </a:lnTo>
                  <a:lnTo>
                    <a:pt x="348818" y="54622"/>
                  </a:lnTo>
                  <a:lnTo>
                    <a:pt x="348818" y="101536"/>
                  </a:lnTo>
                  <a:lnTo>
                    <a:pt x="317030" y="101536"/>
                  </a:lnTo>
                  <a:lnTo>
                    <a:pt x="317030" y="260781"/>
                  </a:lnTo>
                  <a:lnTo>
                    <a:pt x="516242" y="260781"/>
                  </a:lnTo>
                  <a:lnTo>
                    <a:pt x="516242" y="101536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 descr=""/>
            <p:cNvSpPr/>
            <p:nvPr/>
          </p:nvSpPr>
          <p:spPr>
            <a:xfrm>
              <a:off x="15855673" y="6683545"/>
              <a:ext cx="199390" cy="93980"/>
            </a:xfrm>
            <a:custGeom>
              <a:avLst/>
              <a:gdLst/>
              <a:ahLst/>
              <a:cxnLst/>
              <a:rect l="l" t="t" r="r" b="b"/>
              <a:pathLst>
                <a:path w="199390" h="93979">
                  <a:moveTo>
                    <a:pt x="199198" y="0"/>
                  </a:moveTo>
                  <a:lnTo>
                    <a:pt x="0" y="0"/>
                  </a:lnTo>
                  <a:lnTo>
                    <a:pt x="0" y="93735"/>
                  </a:lnTo>
                  <a:lnTo>
                    <a:pt x="199198" y="93735"/>
                  </a:lnTo>
                  <a:lnTo>
                    <a:pt x="199198" y="0"/>
                  </a:lnTo>
                  <a:close/>
                </a:path>
              </a:pathLst>
            </a:custGeom>
            <a:solidFill>
              <a:srgbClr val="DFBC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 descr=""/>
            <p:cNvSpPr/>
            <p:nvPr/>
          </p:nvSpPr>
          <p:spPr>
            <a:xfrm>
              <a:off x="15538642" y="6329722"/>
              <a:ext cx="199390" cy="1092835"/>
            </a:xfrm>
            <a:custGeom>
              <a:avLst/>
              <a:gdLst/>
              <a:ahLst/>
              <a:cxnLst/>
              <a:rect l="l" t="t" r="r" b="b"/>
              <a:pathLst>
                <a:path w="199390" h="1092834">
                  <a:moveTo>
                    <a:pt x="99599" y="0"/>
                  </a:moveTo>
                  <a:lnTo>
                    <a:pt x="84036" y="23014"/>
                  </a:lnTo>
                  <a:lnTo>
                    <a:pt x="49799" y="84912"/>
                  </a:lnTo>
                  <a:lnTo>
                    <a:pt x="15562" y="174977"/>
                  </a:lnTo>
                  <a:lnTo>
                    <a:pt x="0" y="282494"/>
                  </a:lnTo>
                  <a:lnTo>
                    <a:pt x="0" y="1092448"/>
                  </a:lnTo>
                  <a:lnTo>
                    <a:pt x="199198" y="1092448"/>
                  </a:lnTo>
                  <a:lnTo>
                    <a:pt x="199198" y="282494"/>
                  </a:lnTo>
                  <a:lnTo>
                    <a:pt x="197641" y="197806"/>
                  </a:lnTo>
                  <a:lnTo>
                    <a:pt x="186748" y="140151"/>
                  </a:lnTo>
                  <a:lnTo>
                    <a:pt x="157179" y="83043"/>
                  </a:lnTo>
                  <a:lnTo>
                    <a:pt x="99599" y="0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 descr=""/>
            <p:cNvSpPr/>
            <p:nvPr/>
          </p:nvSpPr>
          <p:spPr>
            <a:xfrm>
              <a:off x="15538646" y="6683545"/>
              <a:ext cx="199390" cy="93980"/>
            </a:xfrm>
            <a:custGeom>
              <a:avLst/>
              <a:gdLst/>
              <a:ahLst/>
              <a:cxnLst/>
              <a:rect l="l" t="t" r="r" b="b"/>
              <a:pathLst>
                <a:path w="199390" h="93979">
                  <a:moveTo>
                    <a:pt x="199198" y="0"/>
                  </a:moveTo>
                  <a:lnTo>
                    <a:pt x="0" y="0"/>
                  </a:lnTo>
                  <a:lnTo>
                    <a:pt x="0" y="93735"/>
                  </a:lnTo>
                  <a:lnTo>
                    <a:pt x="199198" y="93735"/>
                  </a:lnTo>
                  <a:lnTo>
                    <a:pt x="199198" y="0"/>
                  </a:lnTo>
                  <a:close/>
                </a:path>
              </a:pathLst>
            </a:custGeom>
            <a:solidFill>
              <a:srgbClr val="DFBC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 descr=""/>
            <p:cNvSpPr/>
            <p:nvPr/>
          </p:nvSpPr>
          <p:spPr>
            <a:xfrm>
              <a:off x="15278015" y="6982436"/>
              <a:ext cx="1155700" cy="440055"/>
            </a:xfrm>
            <a:custGeom>
              <a:avLst/>
              <a:gdLst/>
              <a:ahLst/>
              <a:cxnLst/>
              <a:rect l="l" t="t" r="r" b="b"/>
              <a:pathLst>
                <a:path w="1155700" h="440054">
                  <a:moveTo>
                    <a:pt x="1155116" y="0"/>
                  </a:moveTo>
                  <a:lnTo>
                    <a:pt x="0" y="0"/>
                  </a:lnTo>
                  <a:lnTo>
                    <a:pt x="0" y="439735"/>
                  </a:lnTo>
                  <a:lnTo>
                    <a:pt x="1155116" y="439735"/>
                  </a:lnTo>
                  <a:lnTo>
                    <a:pt x="11551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 descr=""/>
            <p:cNvSpPr/>
            <p:nvPr/>
          </p:nvSpPr>
          <p:spPr>
            <a:xfrm>
              <a:off x="14550310" y="6982426"/>
              <a:ext cx="727710" cy="465455"/>
            </a:xfrm>
            <a:custGeom>
              <a:avLst/>
              <a:gdLst/>
              <a:ahLst/>
              <a:cxnLst/>
              <a:rect l="l" t="t" r="r" b="b"/>
              <a:pathLst>
                <a:path w="727709" h="465454">
                  <a:moveTo>
                    <a:pt x="727716" y="0"/>
                  </a:moveTo>
                  <a:lnTo>
                    <a:pt x="0" y="0"/>
                  </a:lnTo>
                  <a:lnTo>
                    <a:pt x="0" y="465043"/>
                  </a:lnTo>
                  <a:lnTo>
                    <a:pt x="727716" y="465043"/>
                  </a:lnTo>
                  <a:lnTo>
                    <a:pt x="727716" y="0"/>
                  </a:lnTo>
                  <a:close/>
                </a:path>
              </a:pathLst>
            </a:custGeom>
            <a:solidFill>
              <a:srgbClr val="DFBC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 descr=""/>
            <p:cNvSpPr/>
            <p:nvPr/>
          </p:nvSpPr>
          <p:spPr>
            <a:xfrm>
              <a:off x="14697113" y="7110393"/>
              <a:ext cx="502920" cy="311785"/>
            </a:xfrm>
            <a:custGeom>
              <a:avLst/>
              <a:gdLst/>
              <a:ahLst/>
              <a:cxnLst/>
              <a:rect l="l" t="t" r="r" b="b"/>
              <a:pathLst>
                <a:path w="502919" h="311784">
                  <a:moveTo>
                    <a:pt x="395846" y="124714"/>
                  </a:moveTo>
                  <a:lnTo>
                    <a:pt x="342480" y="124714"/>
                  </a:lnTo>
                  <a:lnTo>
                    <a:pt x="342480" y="62357"/>
                  </a:lnTo>
                  <a:lnTo>
                    <a:pt x="289102" y="62357"/>
                  </a:lnTo>
                  <a:lnTo>
                    <a:pt x="289102" y="0"/>
                  </a:lnTo>
                  <a:lnTo>
                    <a:pt x="0" y="0"/>
                  </a:lnTo>
                  <a:lnTo>
                    <a:pt x="0" y="62357"/>
                  </a:lnTo>
                  <a:lnTo>
                    <a:pt x="53365" y="62357"/>
                  </a:lnTo>
                  <a:lnTo>
                    <a:pt x="53365" y="124714"/>
                  </a:lnTo>
                  <a:lnTo>
                    <a:pt x="106730" y="124714"/>
                  </a:lnTo>
                  <a:lnTo>
                    <a:pt x="106730" y="215887"/>
                  </a:lnTo>
                  <a:lnTo>
                    <a:pt x="395846" y="215887"/>
                  </a:lnTo>
                  <a:lnTo>
                    <a:pt x="395846" y="124714"/>
                  </a:lnTo>
                  <a:close/>
                </a:path>
                <a:path w="502919" h="311784">
                  <a:moveTo>
                    <a:pt x="502589" y="249428"/>
                  </a:moveTo>
                  <a:lnTo>
                    <a:pt x="213474" y="249428"/>
                  </a:lnTo>
                  <a:lnTo>
                    <a:pt x="213474" y="311785"/>
                  </a:lnTo>
                  <a:lnTo>
                    <a:pt x="502589" y="311785"/>
                  </a:lnTo>
                  <a:lnTo>
                    <a:pt x="502589" y="24942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78" name="object 378" descr=""/>
          <p:cNvGrpSpPr/>
          <p:nvPr/>
        </p:nvGrpSpPr>
        <p:grpSpPr>
          <a:xfrm>
            <a:off x="16208240" y="4689820"/>
            <a:ext cx="1083945" cy="679450"/>
            <a:chOff x="16208240" y="4689820"/>
            <a:chExt cx="1083945" cy="679450"/>
          </a:xfrm>
        </p:grpSpPr>
        <p:sp>
          <p:nvSpPr>
            <p:cNvPr id="379" name="object 379" descr=""/>
            <p:cNvSpPr/>
            <p:nvPr/>
          </p:nvSpPr>
          <p:spPr>
            <a:xfrm>
              <a:off x="16718078" y="4846249"/>
              <a:ext cx="485140" cy="523240"/>
            </a:xfrm>
            <a:custGeom>
              <a:avLst/>
              <a:gdLst/>
              <a:ahLst/>
              <a:cxnLst/>
              <a:rect l="l" t="t" r="r" b="b"/>
              <a:pathLst>
                <a:path w="485140" h="523239">
                  <a:moveTo>
                    <a:pt x="485063" y="0"/>
                  </a:moveTo>
                  <a:lnTo>
                    <a:pt x="0" y="0"/>
                  </a:lnTo>
                  <a:lnTo>
                    <a:pt x="0" y="156667"/>
                  </a:lnTo>
                  <a:lnTo>
                    <a:pt x="0" y="522947"/>
                  </a:lnTo>
                  <a:lnTo>
                    <a:pt x="485063" y="522947"/>
                  </a:lnTo>
                  <a:lnTo>
                    <a:pt x="485063" y="156667"/>
                  </a:lnTo>
                  <a:lnTo>
                    <a:pt x="485063" y="0"/>
                  </a:lnTo>
                  <a:close/>
                </a:path>
              </a:pathLst>
            </a:custGeom>
            <a:solidFill>
              <a:srgbClr val="DFBC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 descr=""/>
            <p:cNvSpPr/>
            <p:nvPr/>
          </p:nvSpPr>
          <p:spPr>
            <a:xfrm>
              <a:off x="16321105" y="4846240"/>
              <a:ext cx="397510" cy="518795"/>
            </a:xfrm>
            <a:custGeom>
              <a:avLst/>
              <a:gdLst/>
              <a:ahLst/>
              <a:cxnLst/>
              <a:rect l="l" t="t" r="r" b="b"/>
              <a:pathLst>
                <a:path w="397509" h="518795">
                  <a:moveTo>
                    <a:pt x="396972" y="0"/>
                  </a:moveTo>
                  <a:lnTo>
                    <a:pt x="0" y="0"/>
                  </a:lnTo>
                  <a:lnTo>
                    <a:pt x="0" y="518622"/>
                  </a:lnTo>
                  <a:lnTo>
                    <a:pt x="396972" y="518622"/>
                  </a:lnTo>
                  <a:lnTo>
                    <a:pt x="3969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" name="object 381" descr=""/>
            <p:cNvSpPr/>
            <p:nvPr/>
          </p:nvSpPr>
          <p:spPr>
            <a:xfrm>
              <a:off x="16321116" y="4846240"/>
              <a:ext cx="882650" cy="59055"/>
            </a:xfrm>
            <a:custGeom>
              <a:avLst/>
              <a:gdLst/>
              <a:ahLst/>
              <a:cxnLst/>
              <a:rect l="l" t="t" r="r" b="b"/>
              <a:pathLst>
                <a:path w="882650" h="59054">
                  <a:moveTo>
                    <a:pt x="882025" y="0"/>
                  </a:moveTo>
                  <a:lnTo>
                    <a:pt x="0" y="0"/>
                  </a:lnTo>
                  <a:lnTo>
                    <a:pt x="0" y="58699"/>
                  </a:lnTo>
                  <a:lnTo>
                    <a:pt x="882025" y="58699"/>
                  </a:lnTo>
                  <a:lnTo>
                    <a:pt x="882025" y="0"/>
                  </a:lnTo>
                  <a:close/>
                </a:path>
              </a:pathLst>
            </a:custGeom>
            <a:solidFill>
              <a:srgbClr val="000000">
                <a:alpha val="16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" name="object 382" descr=""/>
            <p:cNvSpPr/>
            <p:nvPr/>
          </p:nvSpPr>
          <p:spPr>
            <a:xfrm>
              <a:off x="16208236" y="4689824"/>
              <a:ext cx="1083945" cy="156845"/>
            </a:xfrm>
            <a:custGeom>
              <a:avLst/>
              <a:gdLst/>
              <a:ahLst/>
              <a:cxnLst/>
              <a:rect l="l" t="t" r="r" b="b"/>
              <a:pathLst>
                <a:path w="1083944" h="156845">
                  <a:moveTo>
                    <a:pt x="1083589" y="110083"/>
                  </a:moveTo>
                  <a:lnTo>
                    <a:pt x="1083462" y="110083"/>
                  </a:lnTo>
                  <a:lnTo>
                    <a:pt x="565848" y="0"/>
                  </a:lnTo>
                  <a:lnTo>
                    <a:pt x="38" y="110083"/>
                  </a:lnTo>
                  <a:lnTo>
                    <a:pt x="0" y="156425"/>
                  </a:lnTo>
                  <a:lnTo>
                    <a:pt x="564134" y="156425"/>
                  </a:lnTo>
                  <a:lnTo>
                    <a:pt x="1083589" y="156425"/>
                  </a:lnTo>
                  <a:lnTo>
                    <a:pt x="1083589" y="110083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" name="object 383" descr=""/>
            <p:cNvSpPr/>
            <p:nvPr/>
          </p:nvSpPr>
          <p:spPr>
            <a:xfrm>
              <a:off x="16208283" y="4689820"/>
              <a:ext cx="566420" cy="110489"/>
            </a:xfrm>
            <a:custGeom>
              <a:avLst/>
              <a:gdLst/>
              <a:ahLst/>
              <a:cxnLst/>
              <a:rect l="l" t="t" r="r" b="b"/>
              <a:pathLst>
                <a:path w="566419" h="110489">
                  <a:moveTo>
                    <a:pt x="565794" y="0"/>
                  </a:moveTo>
                  <a:lnTo>
                    <a:pt x="0" y="110080"/>
                  </a:lnTo>
                  <a:lnTo>
                    <a:pt x="564108" y="110080"/>
                  </a:lnTo>
                  <a:lnTo>
                    <a:pt x="565794" y="0"/>
                  </a:lnTo>
                  <a:close/>
                </a:path>
              </a:pathLst>
            </a:custGeom>
            <a:solidFill>
              <a:srgbClr val="CF9E7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84" name="object 384" descr=""/>
          <p:cNvGrpSpPr/>
          <p:nvPr/>
        </p:nvGrpSpPr>
        <p:grpSpPr>
          <a:xfrm>
            <a:off x="14594403" y="5002903"/>
            <a:ext cx="5509895" cy="2444750"/>
            <a:chOff x="14594403" y="5002903"/>
            <a:chExt cx="5509895" cy="2444750"/>
          </a:xfrm>
        </p:grpSpPr>
        <p:sp>
          <p:nvSpPr>
            <p:cNvPr id="385" name="object 385" descr=""/>
            <p:cNvSpPr/>
            <p:nvPr/>
          </p:nvSpPr>
          <p:spPr>
            <a:xfrm>
              <a:off x="16242945" y="5401531"/>
              <a:ext cx="540385" cy="2021205"/>
            </a:xfrm>
            <a:custGeom>
              <a:avLst/>
              <a:gdLst/>
              <a:ahLst/>
              <a:cxnLst/>
              <a:rect l="l" t="t" r="r" b="b"/>
              <a:pathLst>
                <a:path w="540384" h="2021204">
                  <a:moveTo>
                    <a:pt x="504355" y="0"/>
                  </a:moveTo>
                  <a:lnTo>
                    <a:pt x="43281" y="0"/>
                  </a:lnTo>
                  <a:lnTo>
                    <a:pt x="43281" y="719213"/>
                  </a:lnTo>
                  <a:lnTo>
                    <a:pt x="504355" y="719213"/>
                  </a:lnTo>
                  <a:lnTo>
                    <a:pt x="504355" y="0"/>
                  </a:lnTo>
                  <a:close/>
                </a:path>
                <a:path w="540384" h="2021204">
                  <a:moveTo>
                    <a:pt x="540385" y="746721"/>
                  </a:moveTo>
                  <a:lnTo>
                    <a:pt x="0" y="746721"/>
                  </a:lnTo>
                  <a:lnTo>
                    <a:pt x="0" y="2020620"/>
                  </a:lnTo>
                  <a:lnTo>
                    <a:pt x="540385" y="2020620"/>
                  </a:lnTo>
                  <a:lnTo>
                    <a:pt x="540385" y="74672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" name="object 386" descr=""/>
            <p:cNvSpPr/>
            <p:nvPr/>
          </p:nvSpPr>
          <p:spPr>
            <a:xfrm>
              <a:off x="16350291" y="6254660"/>
              <a:ext cx="251460" cy="1167765"/>
            </a:xfrm>
            <a:custGeom>
              <a:avLst/>
              <a:gdLst/>
              <a:ahLst/>
              <a:cxnLst/>
              <a:rect l="l" t="t" r="r" b="b"/>
              <a:pathLst>
                <a:path w="251459" h="1167765">
                  <a:moveTo>
                    <a:pt x="125880" y="0"/>
                  </a:moveTo>
                  <a:lnTo>
                    <a:pt x="106212" y="21978"/>
                  </a:lnTo>
                  <a:lnTo>
                    <a:pt x="62940" y="76923"/>
                  </a:lnTo>
                  <a:lnTo>
                    <a:pt x="19668" y="148349"/>
                  </a:lnTo>
                  <a:lnTo>
                    <a:pt x="0" y="219773"/>
                  </a:lnTo>
                  <a:lnTo>
                    <a:pt x="0" y="1167503"/>
                  </a:lnTo>
                  <a:lnTo>
                    <a:pt x="251175" y="1167503"/>
                  </a:lnTo>
                  <a:lnTo>
                    <a:pt x="251175" y="219773"/>
                  </a:lnTo>
                  <a:lnTo>
                    <a:pt x="243257" y="176852"/>
                  </a:lnTo>
                  <a:lnTo>
                    <a:pt x="223092" y="131574"/>
                  </a:lnTo>
                  <a:lnTo>
                    <a:pt x="196064" y="87713"/>
                  </a:lnTo>
                  <a:lnTo>
                    <a:pt x="167555" y="49045"/>
                  </a:lnTo>
                  <a:lnTo>
                    <a:pt x="136820" y="11781"/>
                  </a:lnTo>
                  <a:lnTo>
                    <a:pt x="125880" y="0"/>
                  </a:lnTo>
                  <a:close/>
                </a:path>
              </a:pathLst>
            </a:custGeom>
            <a:solidFill>
              <a:srgbClr val="CF9E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" name="object 387" descr=""/>
            <p:cNvSpPr/>
            <p:nvPr/>
          </p:nvSpPr>
          <p:spPr>
            <a:xfrm>
              <a:off x="16433914" y="6303708"/>
              <a:ext cx="167640" cy="1118870"/>
            </a:xfrm>
            <a:custGeom>
              <a:avLst/>
              <a:gdLst/>
              <a:ahLst/>
              <a:cxnLst/>
              <a:rect l="l" t="t" r="r" b="b"/>
              <a:pathLst>
                <a:path w="167640" h="1118870">
                  <a:moveTo>
                    <a:pt x="83934" y="0"/>
                  </a:moveTo>
                  <a:lnTo>
                    <a:pt x="55372" y="38601"/>
                  </a:lnTo>
                  <a:lnTo>
                    <a:pt x="28236" y="82470"/>
                  </a:lnTo>
                  <a:lnTo>
                    <a:pt x="7965" y="127785"/>
                  </a:lnTo>
                  <a:lnTo>
                    <a:pt x="0" y="170727"/>
                  </a:lnTo>
                  <a:lnTo>
                    <a:pt x="0" y="1118458"/>
                  </a:lnTo>
                  <a:lnTo>
                    <a:pt x="167555" y="1118458"/>
                  </a:lnTo>
                  <a:lnTo>
                    <a:pt x="167555" y="170727"/>
                  </a:lnTo>
                  <a:lnTo>
                    <a:pt x="159635" y="127807"/>
                  </a:lnTo>
                  <a:lnTo>
                    <a:pt x="139468" y="82528"/>
                  </a:lnTo>
                  <a:lnTo>
                    <a:pt x="112439" y="38667"/>
                  </a:lnTo>
                  <a:lnTo>
                    <a:pt x="83934" y="0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" name="object 388" descr=""/>
            <p:cNvSpPr/>
            <p:nvPr/>
          </p:nvSpPr>
          <p:spPr>
            <a:xfrm>
              <a:off x="16385553" y="6631703"/>
              <a:ext cx="216535" cy="100330"/>
            </a:xfrm>
            <a:custGeom>
              <a:avLst/>
              <a:gdLst/>
              <a:ahLst/>
              <a:cxnLst/>
              <a:rect l="l" t="t" r="r" b="b"/>
              <a:pathLst>
                <a:path w="216534" h="100329">
                  <a:moveTo>
                    <a:pt x="215920" y="0"/>
                  </a:moveTo>
                  <a:lnTo>
                    <a:pt x="0" y="0"/>
                  </a:lnTo>
                  <a:lnTo>
                    <a:pt x="0" y="100248"/>
                  </a:lnTo>
                  <a:lnTo>
                    <a:pt x="215920" y="100248"/>
                  </a:lnTo>
                  <a:lnTo>
                    <a:pt x="215920" y="0"/>
                  </a:lnTo>
                  <a:close/>
                </a:path>
              </a:pathLst>
            </a:custGeom>
            <a:solidFill>
              <a:srgbClr val="DFBC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" name="object 389" descr=""/>
            <p:cNvSpPr/>
            <p:nvPr/>
          </p:nvSpPr>
          <p:spPr>
            <a:xfrm>
              <a:off x="16363087" y="5520928"/>
              <a:ext cx="250190" cy="580390"/>
            </a:xfrm>
            <a:custGeom>
              <a:avLst/>
              <a:gdLst/>
              <a:ahLst/>
              <a:cxnLst/>
              <a:rect l="l" t="t" r="r" b="b"/>
              <a:pathLst>
                <a:path w="250190" h="580389">
                  <a:moveTo>
                    <a:pt x="125095" y="0"/>
                  </a:moveTo>
                  <a:lnTo>
                    <a:pt x="105549" y="17331"/>
                  </a:lnTo>
                  <a:lnTo>
                    <a:pt x="62547" y="60659"/>
                  </a:lnTo>
                  <a:lnTo>
                    <a:pt x="19546" y="116986"/>
                  </a:lnTo>
                  <a:lnTo>
                    <a:pt x="0" y="173314"/>
                  </a:lnTo>
                  <a:lnTo>
                    <a:pt x="0" y="579762"/>
                  </a:lnTo>
                  <a:lnTo>
                    <a:pt x="249604" y="579762"/>
                  </a:lnTo>
                  <a:lnTo>
                    <a:pt x="249604" y="173314"/>
                  </a:lnTo>
                  <a:lnTo>
                    <a:pt x="221693" y="103758"/>
                  </a:lnTo>
                  <a:lnTo>
                    <a:pt x="194833" y="69172"/>
                  </a:lnTo>
                  <a:lnTo>
                    <a:pt x="166508" y="38679"/>
                  </a:lnTo>
                  <a:lnTo>
                    <a:pt x="135968" y="9291"/>
                  </a:lnTo>
                  <a:lnTo>
                    <a:pt x="125095" y="0"/>
                  </a:lnTo>
                  <a:close/>
                </a:path>
              </a:pathLst>
            </a:custGeom>
            <a:solidFill>
              <a:srgbClr val="CF9E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 descr=""/>
            <p:cNvSpPr/>
            <p:nvPr/>
          </p:nvSpPr>
          <p:spPr>
            <a:xfrm>
              <a:off x="16441681" y="5559602"/>
              <a:ext cx="171450" cy="541655"/>
            </a:xfrm>
            <a:custGeom>
              <a:avLst/>
              <a:gdLst/>
              <a:ahLst/>
              <a:cxnLst/>
              <a:rect l="l" t="t" r="r" b="b"/>
              <a:pathLst>
                <a:path w="171450" h="541654">
                  <a:moveTo>
                    <a:pt x="85662" y="0"/>
                  </a:moveTo>
                  <a:lnTo>
                    <a:pt x="56516" y="30445"/>
                  </a:lnTo>
                  <a:lnTo>
                    <a:pt x="28821" y="65039"/>
                  </a:lnTo>
                  <a:lnTo>
                    <a:pt x="8130" y="100772"/>
                  </a:lnTo>
                  <a:lnTo>
                    <a:pt x="0" y="134634"/>
                  </a:lnTo>
                  <a:lnTo>
                    <a:pt x="0" y="541083"/>
                  </a:lnTo>
                  <a:lnTo>
                    <a:pt x="171010" y="541083"/>
                  </a:lnTo>
                  <a:lnTo>
                    <a:pt x="171010" y="134634"/>
                  </a:lnTo>
                  <a:lnTo>
                    <a:pt x="162928" y="100788"/>
                  </a:lnTo>
                  <a:lnTo>
                    <a:pt x="142346" y="65083"/>
                  </a:lnTo>
                  <a:lnTo>
                    <a:pt x="114759" y="30494"/>
                  </a:lnTo>
                  <a:lnTo>
                    <a:pt x="85662" y="0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" name="object 391" descr=""/>
            <p:cNvSpPr/>
            <p:nvPr/>
          </p:nvSpPr>
          <p:spPr>
            <a:xfrm>
              <a:off x="16211715" y="5358809"/>
              <a:ext cx="1076325" cy="2063750"/>
            </a:xfrm>
            <a:custGeom>
              <a:avLst/>
              <a:gdLst/>
              <a:ahLst/>
              <a:cxnLst/>
              <a:rect l="l" t="t" r="r" b="b"/>
              <a:pathLst>
                <a:path w="1076325" h="2063750">
                  <a:moveTo>
                    <a:pt x="400964" y="425361"/>
                  </a:moveTo>
                  <a:lnTo>
                    <a:pt x="193205" y="425361"/>
                  </a:lnTo>
                  <a:lnTo>
                    <a:pt x="193205" y="581901"/>
                  </a:lnTo>
                  <a:lnTo>
                    <a:pt x="400964" y="581901"/>
                  </a:lnTo>
                  <a:lnTo>
                    <a:pt x="400964" y="425361"/>
                  </a:lnTo>
                  <a:close/>
                </a:path>
                <a:path w="1076325" h="2063750">
                  <a:moveTo>
                    <a:pt x="748893" y="789660"/>
                  </a:moveTo>
                  <a:lnTo>
                    <a:pt x="571500" y="789660"/>
                  </a:lnTo>
                  <a:lnTo>
                    <a:pt x="571500" y="2063343"/>
                  </a:lnTo>
                  <a:lnTo>
                    <a:pt x="748893" y="2063343"/>
                  </a:lnTo>
                  <a:lnTo>
                    <a:pt x="748893" y="789660"/>
                  </a:lnTo>
                  <a:close/>
                </a:path>
                <a:path w="1076325" h="2063750">
                  <a:moveTo>
                    <a:pt x="748893" y="741895"/>
                  </a:moveTo>
                  <a:lnTo>
                    <a:pt x="571614" y="741895"/>
                  </a:lnTo>
                  <a:lnTo>
                    <a:pt x="0" y="741895"/>
                  </a:lnTo>
                  <a:lnTo>
                    <a:pt x="0" y="789444"/>
                  </a:lnTo>
                  <a:lnTo>
                    <a:pt x="571614" y="789444"/>
                  </a:lnTo>
                  <a:lnTo>
                    <a:pt x="748893" y="789444"/>
                  </a:lnTo>
                  <a:lnTo>
                    <a:pt x="748893" y="741895"/>
                  </a:lnTo>
                  <a:close/>
                </a:path>
                <a:path w="1076325" h="2063750">
                  <a:moveTo>
                    <a:pt x="1075855" y="647738"/>
                  </a:moveTo>
                  <a:lnTo>
                    <a:pt x="881888" y="647738"/>
                  </a:lnTo>
                  <a:lnTo>
                    <a:pt x="881888" y="42722"/>
                  </a:lnTo>
                  <a:lnTo>
                    <a:pt x="881888" y="0"/>
                  </a:lnTo>
                  <a:lnTo>
                    <a:pt x="560832" y="0"/>
                  </a:lnTo>
                  <a:lnTo>
                    <a:pt x="34848" y="0"/>
                  </a:lnTo>
                  <a:lnTo>
                    <a:pt x="34848" y="42722"/>
                  </a:lnTo>
                  <a:lnTo>
                    <a:pt x="535584" y="42722"/>
                  </a:lnTo>
                  <a:lnTo>
                    <a:pt x="535584" y="647738"/>
                  </a:lnTo>
                  <a:lnTo>
                    <a:pt x="535584" y="741883"/>
                  </a:lnTo>
                  <a:lnTo>
                    <a:pt x="1075855" y="741883"/>
                  </a:lnTo>
                  <a:lnTo>
                    <a:pt x="1075855" y="647738"/>
                  </a:lnTo>
                  <a:close/>
                </a:path>
              </a:pathLst>
            </a:custGeom>
            <a:solidFill>
              <a:srgbClr val="DFBC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" name="object 392" descr=""/>
            <p:cNvSpPr/>
            <p:nvPr/>
          </p:nvSpPr>
          <p:spPr>
            <a:xfrm>
              <a:off x="16363086" y="5178456"/>
              <a:ext cx="273050" cy="180340"/>
            </a:xfrm>
            <a:custGeom>
              <a:avLst/>
              <a:gdLst/>
              <a:ahLst/>
              <a:cxnLst/>
              <a:rect l="l" t="t" r="r" b="b"/>
              <a:pathLst>
                <a:path w="273050" h="180339">
                  <a:moveTo>
                    <a:pt x="197344" y="0"/>
                  </a:moveTo>
                  <a:lnTo>
                    <a:pt x="75652" y="0"/>
                  </a:lnTo>
                  <a:lnTo>
                    <a:pt x="46206" y="5945"/>
                  </a:lnTo>
                  <a:lnTo>
                    <a:pt x="22159" y="22159"/>
                  </a:lnTo>
                  <a:lnTo>
                    <a:pt x="5945" y="46206"/>
                  </a:lnTo>
                  <a:lnTo>
                    <a:pt x="0" y="75652"/>
                  </a:lnTo>
                  <a:lnTo>
                    <a:pt x="0" y="180340"/>
                  </a:lnTo>
                  <a:lnTo>
                    <a:pt x="272996" y="180340"/>
                  </a:lnTo>
                  <a:lnTo>
                    <a:pt x="272996" y="75652"/>
                  </a:lnTo>
                  <a:lnTo>
                    <a:pt x="267051" y="46206"/>
                  </a:lnTo>
                  <a:lnTo>
                    <a:pt x="250837" y="22159"/>
                  </a:lnTo>
                  <a:lnTo>
                    <a:pt x="226790" y="5945"/>
                  </a:lnTo>
                  <a:lnTo>
                    <a:pt x="197344" y="0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 descr=""/>
            <p:cNvSpPr/>
            <p:nvPr/>
          </p:nvSpPr>
          <p:spPr>
            <a:xfrm>
              <a:off x="16363155" y="5178384"/>
              <a:ext cx="273050" cy="180975"/>
            </a:xfrm>
            <a:custGeom>
              <a:avLst/>
              <a:gdLst/>
              <a:ahLst/>
              <a:cxnLst/>
              <a:rect l="l" t="t" r="r" b="b"/>
              <a:pathLst>
                <a:path w="273050" h="180975">
                  <a:moveTo>
                    <a:pt x="197271" y="0"/>
                  </a:moveTo>
                  <a:lnTo>
                    <a:pt x="75652" y="0"/>
                  </a:lnTo>
                  <a:lnTo>
                    <a:pt x="46201" y="5966"/>
                  </a:lnTo>
                  <a:lnTo>
                    <a:pt x="22155" y="22228"/>
                  </a:lnTo>
                  <a:lnTo>
                    <a:pt x="5944" y="46325"/>
                  </a:lnTo>
                  <a:lnTo>
                    <a:pt x="0" y="75798"/>
                  </a:lnTo>
                  <a:lnTo>
                    <a:pt x="0" y="180413"/>
                  </a:lnTo>
                  <a:lnTo>
                    <a:pt x="272923" y="180413"/>
                  </a:lnTo>
                  <a:lnTo>
                    <a:pt x="272923" y="75798"/>
                  </a:lnTo>
                  <a:lnTo>
                    <a:pt x="266979" y="46325"/>
                  </a:lnTo>
                  <a:lnTo>
                    <a:pt x="250768" y="22228"/>
                  </a:lnTo>
                  <a:lnTo>
                    <a:pt x="226721" y="5966"/>
                  </a:lnTo>
                  <a:lnTo>
                    <a:pt x="197271" y="0"/>
                  </a:lnTo>
                  <a:close/>
                </a:path>
              </a:pathLst>
            </a:custGeom>
            <a:solidFill>
              <a:srgbClr val="CF9E7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94" name="object 394" descr="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16433187" y="5178384"/>
              <a:ext cx="202894" cy="180413"/>
            </a:xfrm>
            <a:prstGeom prst="rect">
              <a:avLst/>
            </a:prstGeom>
          </p:spPr>
        </p:pic>
        <p:sp>
          <p:nvSpPr>
            <p:cNvPr id="395" name="object 395" descr=""/>
            <p:cNvSpPr/>
            <p:nvPr/>
          </p:nvSpPr>
          <p:spPr>
            <a:xfrm>
              <a:off x="16960614" y="6060297"/>
              <a:ext cx="2520315" cy="524510"/>
            </a:xfrm>
            <a:custGeom>
              <a:avLst/>
              <a:gdLst/>
              <a:ahLst/>
              <a:cxnLst/>
              <a:rect l="l" t="t" r="r" b="b"/>
              <a:pathLst>
                <a:path w="2520315" h="524509">
                  <a:moveTo>
                    <a:pt x="0" y="524130"/>
                  </a:moveTo>
                  <a:lnTo>
                    <a:pt x="2520300" y="524130"/>
                  </a:lnTo>
                  <a:lnTo>
                    <a:pt x="2520300" y="0"/>
                  </a:lnTo>
                  <a:lnTo>
                    <a:pt x="0" y="0"/>
                  </a:lnTo>
                  <a:lnTo>
                    <a:pt x="0" y="52413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" name="object 396" descr=""/>
            <p:cNvSpPr/>
            <p:nvPr/>
          </p:nvSpPr>
          <p:spPr>
            <a:xfrm>
              <a:off x="16960609" y="6584435"/>
              <a:ext cx="2520315" cy="838200"/>
            </a:xfrm>
            <a:custGeom>
              <a:avLst/>
              <a:gdLst/>
              <a:ahLst/>
              <a:cxnLst/>
              <a:rect l="l" t="t" r="r" b="b"/>
              <a:pathLst>
                <a:path w="2520315" h="838200">
                  <a:moveTo>
                    <a:pt x="2520302" y="0"/>
                  </a:moveTo>
                  <a:lnTo>
                    <a:pt x="0" y="0"/>
                  </a:lnTo>
                  <a:lnTo>
                    <a:pt x="0" y="748766"/>
                  </a:lnTo>
                  <a:lnTo>
                    <a:pt x="0" y="837717"/>
                  </a:lnTo>
                  <a:lnTo>
                    <a:pt x="2520302" y="837717"/>
                  </a:lnTo>
                  <a:lnTo>
                    <a:pt x="2520302" y="748766"/>
                  </a:lnTo>
                  <a:lnTo>
                    <a:pt x="2520302" y="0"/>
                  </a:lnTo>
                  <a:close/>
                </a:path>
              </a:pathLst>
            </a:custGeom>
            <a:solidFill>
              <a:srgbClr val="DFBC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" name="object 397" descr=""/>
            <p:cNvSpPr/>
            <p:nvPr/>
          </p:nvSpPr>
          <p:spPr>
            <a:xfrm>
              <a:off x="17093609" y="6726769"/>
              <a:ext cx="297180" cy="695960"/>
            </a:xfrm>
            <a:custGeom>
              <a:avLst/>
              <a:gdLst/>
              <a:ahLst/>
              <a:cxnLst/>
              <a:rect l="l" t="t" r="r" b="b"/>
              <a:pathLst>
                <a:path w="297180" h="695959">
                  <a:moveTo>
                    <a:pt x="148477" y="0"/>
                  </a:moveTo>
                  <a:lnTo>
                    <a:pt x="90653" y="8472"/>
                  </a:lnTo>
                  <a:lnTo>
                    <a:pt x="43462" y="31574"/>
                  </a:lnTo>
                  <a:lnTo>
                    <a:pt x="11658" y="65837"/>
                  </a:lnTo>
                  <a:lnTo>
                    <a:pt x="0" y="107787"/>
                  </a:lnTo>
                  <a:lnTo>
                    <a:pt x="0" y="695444"/>
                  </a:lnTo>
                  <a:lnTo>
                    <a:pt x="296755" y="695444"/>
                  </a:lnTo>
                  <a:lnTo>
                    <a:pt x="296755" y="107787"/>
                  </a:lnTo>
                  <a:lnTo>
                    <a:pt x="263824" y="40081"/>
                  </a:lnTo>
                  <a:lnTo>
                    <a:pt x="227260" y="16501"/>
                  </a:lnTo>
                  <a:lnTo>
                    <a:pt x="181387" y="2743"/>
                  </a:lnTo>
                  <a:lnTo>
                    <a:pt x="148477" y="0"/>
                  </a:lnTo>
                  <a:close/>
                </a:path>
              </a:pathLst>
            </a:custGeom>
            <a:solidFill>
              <a:srgbClr val="CF9E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" name="object 398" descr=""/>
            <p:cNvSpPr/>
            <p:nvPr/>
          </p:nvSpPr>
          <p:spPr>
            <a:xfrm>
              <a:off x="17159625" y="6729507"/>
              <a:ext cx="231140" cy="692785"/>
            </a:xfrm>
            <a:custGeom>
              <a:avLst/>
              <a:gdLst/>
              <a:ahLst/>
              <a:cxnLst/>
              <a:rect l="l" t="t" r="r" b="b"/>
              <a:pathLst>
                <a:path w="231140" h="692784">
                  <a:moveTo>
                    <a:pt x="115368" y="0"/>
                  </a:moveTo>
                  <a:lnTo>
                    <a:pt x="69410" y="13820"/>
                  </a:lnTo>
                  <a:lnTo>
                    <a:pt x="32856" y="37394"/>
                  </a:lnTo>
                  <a:lnTo>
                    <a:pt x="8715" y="68534"/>
                  </a:lnTo>
                  <a:lnTo>
                    <a:pt x="0" y="105054"/>
                  </a:lnTo>
                  <a:lnTo>
                    <a:pt x="0" y="692701"/>
                  </a:lnTo>
                  <a:lnTo>
                    <a:pt x="230736" y="692701"/>
                  </a:lnTo>
                  <a:lnTo>
                    <a:pt x="230736" y="105054"/>
                  </a:lnTo>
                  <a:lnTo>
                    <a:pt x="221992" y="68513"/>
                  </a:lnTo>
                  <a:lnTo>
                    <a:pt x="197805" y="37339"/>
                  </a:lnTo>
                  <a:lnTo>
                    <a:pt x="161241" y="13758"/>
                  </a:lnTo>
                  <a:lnTo>
                    <a:pt x="115368" y="0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 descr=""/>
            <p:cNvSpPr/>
            <p:nvPr/>
          </p:nvSpPr>
          <p:spPr>
            <a:xfrm>
              <a:off x="17475212" y="6726769"/>
              <a:ext cx="297180" cy="695960"/>
            </a:xfrm>
            <a:custGeom>
              <a:avLst/>
              <a:gdLst/>
              <a:ahLst/>
              <a:cxnLst/>
              <a:rect l="l" t="t" r="r" b="b"/>
              <a:pathLst>
                <a:path w="297180" h="695959">
                  <a:moveTo>
                    <a:pt x="148477" y="0"/>
                  </a:moveTo>
                  <a:lnTo>
                    <a:pt x="90653" y="8472"/>
                  </a:lnTo>
                  <a:lnTo>
                    <a:pt x="43462" y="31574"/>
                  </a:lnTo>
                  <a:lnTo>
                    <a:pt x="11658" y="65837"/>
                  </a:lnTo>
                  <a:lnTo>
                    <a:pt x="0" y="107787"/>
                  </a:lnTo>
                  <a:lnTo>
                    <a:pt x="0" y="695444"/>
                  </a:lnTo>
                  <a:lnTo>
                    <a:pt x="296755" y="695444"/>
                  </a:lnTo>
                  <a:lnTo>
                    <a:pt x="296755" y="107787"/>
                  </a:lnTo>
                  <a:lnTo>
                    <a:pt x="263824" y="40081"/>
                  </a:lnTo>
                  <a:lnTo>
                    <a:pt x="227260" y="16501"/>
                  </a:lnTo>
                  <a:lnTo>
                    <a:pt x="181387" y="2743"/>
                  </a:lnTo>
                  <a:lnTo>
                    <a:pt x="148477" y="0"/>
                  </a:lnTo>
                  <a:close/>
                </a:path>
              </a:pathLst>
            </a:custGeom>
            <a:solidFill>
              <a:srgbClr val="CF9E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 descr=""/>
            <p:cNvSpPr/>
            <p:nvPr/>
          </p:nvSpPr>
          <p:spPr>
            <a:xfrm>
              <a:off x="17541227" y="6729507"/>
              <a:ext cx="231140" cy="692785"/>
            </a:xfrm>
            <a:custGeom>
              <a:avLst/>
              <a:gdLst/>
              <a:ahLst/>
              <a:cxnLst/>
              <a:rect l="l" t="t" r="r" b="b"/>
              <a:pathLst>
                <a:path w="231140" h="692784">
                  <a:moveTo>
                    <a:pt x="115368" y="0"/>
                  </a:moveTo>
                  <a:lnTo>
                    <a:pt x="69410" y="13820"/>
                  </a:lnTo>
                  <a:lnTo>
                    <a:pt x="32856" y="37394"/>
                  </a:lnTo>
                  <a:lnTo>
                    <a:pt x="8715" y="68534"/>
                  </a:lnTo>
                  <a:lnTo>
                    <a:pt x="0" y="105054"/>
                  </a:lnTo>
                  <a:lnTo>
                    <a:pt x="0" y="692701"/>
                  </a:lnTo>
                  <a:lnTo>
                    <a:pt x="230746" y="692701"/>
                  </a:lnTo>
                  <a:lnTo>
                    <a:pt x="230746" y="105054"/>
                  </a:lnTo>
                  <a:lnTo>
                    <a:pt x="222002" y="68513"/>
                  </a:lnTo>
                  <a:lnTo>
                    <a:pt x="197814" y="37339"/>
                  </a:lnTo>
                  <a:lnTo>
                    <a:pt x="161247" y="13758"/>
                  </a:lnTo>
                  <a:lnTo>
                    <a:pt x="115368" y="0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" name="object 401" descr=""/>
            <p:cNvSpPr/>
            <p:nvPr/>
          </p:nvSpPr>
          <p:spPr>
            <a:xfrm>
              <a:off x="17856814" y="6726769"/>
              <a:ext cx="297180" cy="695960"/>
            </a:xfrm>
            <a:custGeom>
              <a:avLst/>
              <a:gdLst/>
              <a:ahLst/>
              <a:cxnLst/>
              <a:rect l="l" t="t" r="r" b="b"/>
              <a:pathLst>
                <a:path w="297180" h="695959">
                  <a:moveTo>
                    <a:pt x="148477" y="0"/>
                  </a:moveTo>
                  <a:lnTo>
                    <a:pt x="90653" y="8472"/>
                  </a:lnTo>
                  <a:lnTo>
                    <a:pt x="43462" y="31574"/>
                  </a:lnTo>
                  <a:lnTo>
                    <a:pt x="11658" y="65837"/>
                  </a:lnTo>
                  <a:lnTo>
                    <a:pt x="0" y="107787"/>
                  </a:lnTo>
                  <a:lnTo>
                    <a:pt x="0" y="695444"/>
                  </a:lnTo>
                  <a:lnTo>
                    <a:pt x="296755" y="695444"/>
                  </a:lnTo>
                  <a:lnTo>
                    <a:pt x="296755" y="107787"/>
                  </a:lnTo>
                  <a:lnTo>
                    <a:pt x="263824" y="40081"/>
                  </a:lnTo>
                  <a:lnTo>
                    <a:pt x="227260" y="16501"/>
                  </a:lnTo>
                  <a:lnTo>
                    <a:pt x="181387" y="2743"/>
                  </a:lnTo>
                  <a:lnTo>
                    <a:pt x="148477" y="0"/>
                  </a:lnTo>
                  <a:close/>
                </a:path>
              </a:pathLst>
            </a:custGeom>
            <a:solidFill>
              <a:srgbClr val="CF9E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" name="object 402" descr=""/>
            <p:cNvSpPr/>
            <p:nvPr/>
          </p:nvSpPr>
          <p:spPr>
            <a:xfrm>
              <a:off x="17922830" y="6729507"/>
              <a:ext cx="231140" cy="692785"/>
            </a:xfrm>
            <a:custGeom>
              <a:avLst/>
              <a:gdLst/>
              <a:ahLst/>
              <a:cxnLst/>
              <a:rect l="l" t="t" r="r" b="b"/>
              <a:pathLst>
                <a:path w="231140" h="692784">
                  <a:moveTo>
                    <a:pt x="115368" y="0"/>
                  </a:moveTo>
                  <a:lnTo>
                    <a:pt x="69410" y="13820"/>
                  </a:lnTo>
                  <a:lnTo>
                    <a:pt x="32856" y="37394"/>
                  </a:lnTo>
                  <a:lnTo>
                    <a:pt x="8715" y="68534"/>
                  </a:lnTo>
                  <a:lnTo>
                    <a:pt x="0" y="105054"/>
                  </a:lnTo>
                  <a:lnTo>
                    <a:pt x="0" y="692701"/>
                  </a:lnTo>
                  <a:lnTo>
                    <a:pt x="230746" y="692701"/>
                  </a:lnTo>
                  <a:lnTo>
                    <a:pt x="230746" y="105054"/>
                  </a:lnTo>
                  <a:lnTo>
                    <a:pt x="222001" y="68513"/>
                  </a:lnTo>
                  <a:lnTo>
                    <a:pt x="197810" y="37339"/>
                  </a:lnTo>
                  <a:lnTo>
                    <a:pt x="161243" y="13758"/>
                  </a:lnTo>
                  <a:lnTo>
                    <a:pt x="115368" y="0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" name="object 403" descr=""/>
            <p:cNvSpPr/>
            <p:nvPr/>
          </p:nvSpPr>
          <p:spPr>
            <a:xfrm>
              <a:off x="18238419" y="6726769"/>
              <a:ext cx="297180" cy="695960"/>
            </a:xfrm>
            <a:custGeom>
              <a:avLst/>
              <a:gdLst/>
              <a:ahLst/>
              <a:cxnLst/>
              <a:rect l="l" t="t" r="r" b="b"/>
              <a:pathLst>
                <a:path w="297180" h="695959">
                  <a:moveTo>
                    <a:pt x="148477" y="0"/>
                  </a:moveTo>
                  <a:lnTo>
                    <a:pt x="90653" y="8472"/>
                  </a:lnTo>
                  <a:lnTo>
                    <a:pt x="43462" y="31574"/>
                  </a:lnTo>
                  <a:lnTo>
                    <a:pt x="11658" y="65837"/>
                  </a:lnTo>
                  <a:lnTo>
                    <a:pt x="0" y="107787"/>
                  </a:lnTo>
                  <a:lnTo>
                    <a:pt x="0" y="695444"/>
                  </a:lnTo>
                  <a:lnTo>
                    <a:pt x="296755" y="695444"/>
                  </a:lnTo>
                  <a:lnTo>
                    <a:pt x="296755" y="107787"/>
                  </a:lnTo>
                  <a:lnTo>
                    <a:pt x="263823" y="40081"/>
                  </a:lnTo>
                  <a:lnTo>
                    <a:pt x="227256" y="16501"/>
                  </a:lnTo>
                  <a:lnTo>
                    <a:pt x="181376" y="2743"/>
                  </a:lnTo>
                  <a:lnTo>
                    <a:pt x="148477" y="0"/>
                  </a:lnTo>
                  <a:close/>
                </a:path>
              </a:pathLst>
            </a:custGeom>
            <a:solidFill>
              <a:srgbClr val="CF9E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" name="object 404" descr=""/>
            <p:cNvSpPr/>
            <p:nvPr/>
          </p:nvSpPr>
          <p:spPr>
            <a:xfrm>
              <a:off x="18304432" y="6729507"/>
              <a:ext cx="231140" cy="692785"/>
            </a:xfrm>
            <a:custGeom>
              <a:avLst/>
              <a:gdLst/>
              <a:ahLst/>
              <a:cxnLst/>
              <a:rect l="l" t="t" r="r" b="b"/>
              <a:pathLst>
                <a:path w="231140" h="692784">
                  <a:moveTo>
                    <a:pt x="115368" y="0"/>
                  </a:moveTo>
                  <a:lnTo>
                    <a:pt x="69410" y="13820"/>
                  </a:lnTo>
                  <a:lnTo>
                    <a:pt x="32856" y="37394"/>
                  </a:lnTo>
                  <a:lnTo>
                    <a:pt x="8715" y="68534"/>
                  </a:lnTo>
                  <a:lnTo>
                    <a:pt x="0" y="105054"/>
                  </a:lnTo>
                  <a:lnTo>
                    <a:pt x="0" y="692701"/>
                  </a:lnTo>
                  <a:lnTo>
                    <a:pt x="230746" y="692701"/>
                  </a:lnTo>
                  <a:lnTo>
                    <a:pt x="230746" y="105054"/>
                  </a:lnTo>
                  <a:lnTo>
                    <a:pt x="222002" y="68513"/>
                  </a:lnTo>
                  <a:lnTo>
                    <a:pt x="197814" y="37339"/>
                  </a:lnTo>
                  <a:lnTo>
                    <a:pt x="161247" y="13758"/>
                  </a:lnTo>
                  <a:lnTo>
                    <a:pt x="115368" y="0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" name="object 405" descr=""/>
            <p:cNvSpPr/>
            <p:nvPr/>
          </p:nvSpPr>
          <p:spPr>
            <a:xfrm>
              <a:off x="18620022" y="6726769"/>
              <a:ext cx="297180" cy="695960"/>
            </a:xfrm>
            <a:custGeom>
              <a:avLst/>
              <a:gdLst/>
              <a:ahLst/>
              <a:cxnLst/>
              <a:rect l="l" t="t" r="r" b="b"/>
              <a:pathLst>
                <a:path w="297180" h="695959">
                  <a:moveTo>
                    <a:pt x="148477" y="0"/>
                  </a:moveTo>
                  <a:lnTo>
                    <a:pt x="90653" y="8472"/>
                  </a:lnTo>
                  <a:lnTo>
                    <a:pt x="43462" y="31574"/>
                  </a:lnTo>
                  <a:lnTo>
                    <a:pt x="11658" y="65837"/>
                  </a:lnTo>
                  <a:lnTo>
                    <a:pt x="0" y="107787"/>
                  </a:lnTo>
                  <a:lnTo>
                    <a:pt x="0" y="695444"/>
                  </a:lnTo>
                  <a:lnTo>
                    <a:pt x="296755" y="695444"/>
                  </a:lnTo>
                  <a:lnTo>
                    <a:pt x="296755" y="107787"/>
                  </a:lnTo>
                  <a:lnTo>
                    <a:pt x="263823" y="40081"/>
                  </a:lnTo>
                  <a:lnTo>
                    <a:pt x="227256" y="16501"/>
                  </a:lnTo>
                  <a:lnTo>
                    <a:pt x="181376" y="2743"/>
                  </a:lnTo>
                  <a:lnTo>
                    <a:pt x="148477" y="0"/>
                  </a:lnTo>
                  <a:close/>
                </a:path>
              </a:pathLst>
            </a:custGeom>
            <a:solidFill>
              <a:srgbClr val="CF9E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" name="object 406" descr=""/>
            <p:cNvSpPr/>
            <p:nvPr/>
          </p:nvSpPr>
          <p:spPr>
            <a:xfrm>
              <a:off x="18686035" y="6729507"/>
              <a:ext cx="231140" cy="692785"/>
            </a:xfrm>
            <a:custGeom>
              <a:avLst/>
              <a:gdLst/>
              <a:ahLst/>
              <a:cxnLst/>
              <a:rect l="l" t="t" r="r" b="b"/>
              <a:pathLst>
                <a:path w="231140" h="692784">
                  <a:moveTo>
                    <a:pt x="115368" y="0"/>
                  </a:moveTo>
                  <a:lnTo>
                    <a:pt x="69410" y="13820"/>
                  </a:lnTo>
                  <a:lnTo>
                    <a:pt x="32856" y="37394"/>
                  </a:lnTo>
                  <a:lnTo>
                    <a:pt x="8715" y="68534"/>
                  </a:lnTo>
                  <a:lnTo>
                    <a:pt x="0" y="105054"/>
                  </a:lnTo>
                  <a:lnTo>
                    <a:pt x="0" y="692701"/>
                  </a:lnTo>
                  <a:lnTo>
                    <a:pt x="230746" y="692701"/>
                  </a:lnTo>
                  <a:lnTo>
                    <a:pt x="230746" y="105054"/>
                  </a:lnTo>
                  <a:lnTo>
                    <a:pt x="222001" y="68513"/>
                  </a:lnTo>
                  <a:lnTo>
                    <a:pt x="197810" y="37339"/>
                  </a:lnTo>
                  <a:lnTo>
                    <a:pt x="161243" y="13758"/>
                  </a:lnTo>
                  <a:lnTo>
                    <a:pt x="115368" y="0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" name="object 407" descr=""/>
            <p:cNvSpPr/>
            <p:nvPr/>
          </p:nvSpPr>
          <p:spPr>
            <a:xfrm>
              <a:off x="19001624" y="6726769"/>
              <a:ext cx="297180" cy="695960"/>
            </a:xfrm>
            <a:custGeom>
              <a:avLst/>
              <a:gdLst/>
              <a:ahLst/>
              <a:cxnLst/>
              <a:rect l="l" t="t" r="r" b="b"/>
              <a:pathLst>
                <a:path w="297180" h="695959">
                  <a:moveTo>
                    <a:pt x="148477" y="0"/>
                  </a:moveTo>
                  <a:lnTo>
                    <a:pt x="90653" y="8472"/>
                  </a:lnTo>
                  <a:lnTo>
                    <a:pt x="43462" y="31574"/>
                  </a:lnTo>
                  <a:lnTo>
                    <a:pt x="11658" y="65837"/>
                  </a:lnTo>
                  <a:lnTo>
                    <a:pt x="0" y="107787"/>
                  </a:lnTo>
                  <a:lnTo>
                    <a:pt x="0" y="695444"/>
                  </a:lnTo>
                  <a:lnTo>
                    <a:pt x="296755" y="695444"/>
                  </a:lnTo>
                  <a:lnTo>
                    <a:pt x="296755" y="107787"/>
                  </a:lnTo>
                  <a:lnTo>
                    <a:pt x="263824" y="40081"/>
                  </a:lnTo>
                  <a:lnTo>
                    <a:pt x="227260" y="16501"/>
                  </a:lnTo>
                  <a:lnTo>
                    <a:pt x="181387" y="2743"/>
                  </a:lnTo>
                  <a:lnTo>
                    <a:pt x="148477" y="0"/>
                  </a:lnTo>
                  <a:close/>
                </a:path>
              </a:pathLst>
            </a:custGeom>
            <a:solidFill>
              <a:srgbClr val="CF9E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" name="object 408" descr=""/>
            <p:cNvSpPr/>
            <p:nvPr/>
          </p:nvSpPr>
          <p:spPr>
            <a:xfrm>
              <a:off x="17211040" y="6361905"/>
              <a:ext cx="2087880" cy="1060450"/>
            </a:xfrm>
            <a:custGeom>
              <a:avLst/>
              <a:gdLst/>
              <a:ahLst/>
              <a:cxnLst/>
              <a:rect l="l" t="t" r="r" b="b"/>
              <a:pathLst>
                <a:path w="2087880" h="1060450">
                  <a:moveTo>
                    <a:pt x="127889" y="0"/>
                  </a:moveTo>
                  <a:lnTo>
                    <a:pt x="0" y="0"/>
                  </a:lnTo>
                  <a:lnTo>
                    <a:pt x="0" y="222529"/>
                  </a:lnTo>
                  <a:lnTo>
                    <a:pt x="127889" y="222529"/>
                  </a:lnTo>
                  <a:lnTo>
                    <a:pt x="127889" y="0"/>
                  </a:lnTo>
                  <a:close/>
                </a:path>
                <a:path w="2087880" h="1060450">
                  <a:moveTo>
                    <a:pt x="509498" y="0"/>
                  </a:moveTo>
                  <a:lnTo>
                    <a:pt x="381596" y="0"/>
                  </a:lnTo>
                  <a:lnTo>
                    <a:pt x="381596" y="222529"/>
                  </a:lnTo>
                  <a:lnTo>
                    <a:pt x="509498" y="222529"/>
                  </a:lnTo>
                  <a:lnTo>
                    <a:pt x="509498" y="0"/>
                  </a:lnTo>
                  <a:close/>
                </a:path>
                <a:path w="2087880" h="1060450">
                  <a:moveTo>
                    <a:pt x="891095" y="0"/>
                  </a:moveTo>
                  <a:lnTo>
                    <a:pt x="763206" y="0"/>
                  </a:lnTo>
                  <a:lnTo>
                    <a:pt x="763206" y="222529"/>
                  </a:lnTo>
                  <a:lnTo>
                    <a:pt x="891095" y="222529"/>
                  </a:lnTo>
                  <a:lnTo>
                    <a:pt x="891095" y="0"/>
                  </a:lnTo>
                  <a:close/>
                </a:path>
                <a:path w="2087880" h="1060450">
                  <a:moveTo>
                    <a:pt x="1272705" y="0"/>
                  </a:moveTo>
                  <a:lnTo>
                    <a:pt x="1144816" y="0"/>
                  </a:lnTo>
                  <a:lnTo>
                    <a:pt x="1144816" y="222529"/>
                  </a:lnTo>
                  <a:lnTo>
                    <a:pt x="1272705" y="222529"/>
                  </a:lnTo>
                  <a:lnTo>
                    <a:pt x="1272705" y="0"/>
                  </a:lnTo>
                  <a:close/>
                </a:path>
                <a:path w="2087880" h="1060450">
                  <a:moveTo>
                    <a:pt x="1654302" y="0"/>
                  </a:moveTo>
                  <a:lnTo>
                    <a:pt x="1526413" y="0"/>
                  </a:lnTo>
                  <a:lnTo>
                    <a:pt x="1526413" y="222529"/>
                  </a:lnTo>
                  <a:lnTo>
                    <a:pt x="1654302" y="222529"/>
                  </a:lnTo>
                  <a:lnTo>
                    <a:pt x="1654302" y="0"/>
                  </a:lnTo>
                  <a:close/>
                </a:path>
                <a:path w="2087880" h="1060450">
                  <a:moveTo>
                    <a:pt x="2035911" y="0"/>
                  </a:moveTo>
                  <a:lnTo>
                    <a:pt x="1908009" y="0"/>
                  </a:lnTo>
                  <a:lnTo>
                    <a:pt x="1908009" y="222529"/>
                  </a:lnTo>
                  <a:lnTo>
                    <a:pt x="2035911" y="222529"/>
                  </a:lnTo>
                  <a:lnTo>
                    <a:pt x="2035911" y="0"/>
                  </a:lnTo>
                  <a:close/>
                </a:path>
                <a:path w="2087880" h="1060450">
                  <a:moveTo>
                    <a:pt x="2087333" y="472655"/>
                  </a:moveTo>
                  <a:lnTo>
                    <a:pt x="2078596" y="436118"/>
                  </a:lnTo>
                  <a:lnTo>
                    <a:pt x="2054402" y="404952"/>
                  </a:lnTo>
                  <a:lnTo>
                    <a:pt x="2017839" y="381368"/>
                  </a:lnTo>
                  <a:lnTo>
                    <a:pt x="1971967" y="367601"/>
                  </a:lnTo>
                  <a:lnTo>
                    <a:pt x="1926005" y="381431"/>
                  </a:lnTo>
                  <a:lnTo>
                    <a:pt x="1889455" y="405003"/>
                  </a:lnTo>
                  <a:lnTo>
                    <a:pt x="1865312" y="436143"/>
                  </a:lnTo>
                  <a:lnTo>
                    <a:pt x="1856587" y="472655"/>
                  </a:lnTo>
                  <a:lnTo>
                    <a:pt x="1856587" y="1060310"/>
                  </a:lnTo>
                  <a:lnTo>
                    <a:pt x="2087333" y="1060310"/>
                  </a:lnTo>
                  <a:lnTo>
                    <a:pt x="2087333" y="472655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" name="object 409" descr=""/>
            <p:cNvSpPr/>
            <p:nvPr/>
          </p:nvSpPr>
          <p:spPr>
            <a:xfrm>
              <a:off x="19480914" y="6584427"/>
              <a:ext cx="623570" cy="752475"/>
            </a:xfrm>
            <a:custGeom>
              <a:avLst/>
              <a:gdLst/>
              <a:ahLst/>
              <a:cxnLst/>
              <a:rect l="l" t="t" r="r" b="b"/>
              <a:pathLst>
                <a:path w="623569" h="752475">
                  <a:moveTo>
                    <a:pt x="0" y="751945"/>
                  </a:moveTo>
                  <a:lnTo>
                    <a:pt x="623185" y="751945"/>
                  </a:lnTo>
                  <a:lnTo>
                    <a:pt x="623185" y="0"/>
                  </a:lnTo>
                  <a:lnTo>
                    <a:pt x="0" y="0"/>
                  </a:lnTo>
                  <a:lnTo>
                    <a:pt x="0" y="751945"/>
                  </a:lnTo>
                  <a:close/>
                </a:path>
              </a:pathLst>
            </a:custGeom>
            <a:solidFill>
              <a:srgbClr val="CF9E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" name="object 410" descr=""/>
            <p:cNvSpPr/>
            <p:nvPr/>
          </p:nvSpPr>
          <p:spPr>
            <a:xfrm>
              <a:off x="19480914" y="6060297"/>
              <a:ext cx="623570" cy="524510"/>
            </a:xfrm>
            <a:custGeom>
              <a:avLst/>
              <a:gdLst/>
              <a:ahLst/>
              <a:cxnLst/>
              <a:rect l="l" t="t" r="r" b="b"/>
              <a:pathLst>
                <a:path w="623569" h="524509">
                  <a:moveTo>
                    <a:pt x="0" y="524130"/>
                  </a:moveTo>
                  <a:lnTo>
                    <a:pt x="623185" y="524130"/>
                  </a:lnTo>
                  <a:lnTo>
                    <a:pt x="623185" y="0"/>
                  </a:lnTo>
                  <a:lnTo>
                    <a:pt x="0" y="0"/>
                  </a:lnTo>
                  <a:lnTo>
                    <a:pt x="0" y="524130"/>
                  </a:lnTo>
                  <a:close/>
                </a:path>
              </a:pathLst>
            </a:custGeom>
            <a:solidFill>
              <a:srgbClr val="DFBC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 descr=""/>
            <p:cNvSpPr/>
            <p:nvPr/>
          </p:nvSpPr>
          <p:spPr>
            <a:xfrm>
              <a:off x="17093615" y="5002905"/>
              <a:ext cx="2743200" cy="1003935"/>
            </a:xfrm>
            <a:custGeom>
              <a:avLst/>
              <a:gdLst/>
              <a:ahLst/>
              <a:cxnLst/>
              <a:rect l="l" t="t" r="r" b="b"/>
              <a:pathLst>
                <a:path w="2743200" h="1003935">
                  <a:moveTo>
                    <a:pt x="2742754" y="0"/>
                  </a:moveTo>
                  <a:lnTo>
                    <a:pt x="0" y="0"/>
                  </a:lnTo>
                  <a:lnTo>
                    <a:pt x="0" y="1003634"/>
                  </a:lnTo>
                  <a:lnTo>
                    <a:pt x="2742754" y="1003634"/>
                  </a:lnTo>
                  <a:lnTo>
                    <a:pt x="27427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 descr=""/>
            <p:cNvSpPr/>
            <p:nvPr/>
          </p:nvSpPr>
          <p:spPr>
            <a:xfrm>
              <a:off x="17320667" y="5224011"/>
              <a:ext cx="335915" cy="782955"/>
            </a:xfrm>
            <a:custGeom>
              <a:avLst/>
              <a:gdLst/>
              <a:ahLst/>
              <a:cxnLst/>
              <a:rect l="l" t="t" r="r" b="b"/>
              <a:pathLst>
                <a:path w="335915" h="782954">
                  <a:moveTo>
                    <a:pt x="99898" y="0"/>
                  </a:moveTo>
                  <a:lnTo>
                    <a:pt x="0" y="0"/>
                  </a:lnTo>
                  <a:lnTo>
                    <a:pt x="0" y="191338"/>
                  </a:lnTo>
                  <a:lnTo>
                    <a:pt x="99898" y="191338"/>
                  </a:lnTo>
                  <a:lnTo>
                    <a:pt x="99898" y="0"/>
                  </a:lnTo>
                  <a:close/>
                </a:path>
                <a:path w="335915" h="782954">
                  <a:moveTo>
                    <a:pt x="101092" y="591197"/>
                  </a:moveTo>
                  <a:lnTo>
                    <a:pt x="1193" y="591197"/>
                  </a:lnTo>
                  <a:lnTo>
                    <a:pt x="1193" y="782535"/>
                  </a:lnTo>
                  <a:lnTo>
                    <a:pt x="101092" y="782535"/>
                  </a:lnTo>
                  <a:lnTo>
                    <a:pt x="101092" y="591197"/>
                  </a:lnTo>
                  <a:close/>
                </a:path>
                <a:path w="335915" h="782954">
                  <a:moveTo>
                    <a:pt x="101092" y="300977"/>
                  </a:moveTo>
                  <a:lnTo>
                    <a:pt x="1193" y="300977"/>
                  </a:lnTo>
                  <a:lnTo>
                    <a:pt x="1193" y="492315"/>
                  </a:lnTo>
                  <a:lnTo>
                    <a:pt x="101092" y="492315"/>
                  </a:lnTo>
                  <a:lnTo>
                    <a:pt x="101092" y="300977"/>
                  </a:lnTo>
                  <a:close/>
                </a:path>
                <a:path w="335915" h="782954">
                  <a:moveTo>
                    <a:pt x="334733" y="0"/>
                  </a:moveTo>
                  <a:lnTo>
                    <a:pt x="234835" y="0"/>
                  </a:lnTo>
                  <a:lnTo>
                    <a:pt x="234835" y="191338"/>
                  </a:lnTo>
                  <a:lnTo>
                    <a:pt x="334733" y="191338"/>
                  </a:lnTo>
                  <a:lnTo>
                    <a:pt x="334733" y="0"/>
                  </a:lnTo>
                  <a:close/>
                </a:path>
                <a:path w="335915" h="782954">
                  <a:moveTo>
                    <a:pt x="335915" y="591197"/>
                  </a:moveTo>
                  <a:lnTo>
                    <a:pt x="236016" y="591197"/>
                  </a:lnTo>
                  <a:lnTo>
                    <a:pt x="236016" y="782535"/>
                  </a:lnTo>
                  <a:lnTo>
                    <a:pt x="335915" y="782535"/>
                  </a:lnTo>
                  <a:lnTo>
                    <a:pt x="335915" y="591197"/>
                  </a:lnTo>
                  <a:close/>
                </a:path>
                <a:path w="335915" h="782954">
                  <a:moveTo>
                    <a:pt x="335915" y="300977"/>
                  </a:moveTo>
                  <a:lnTo>
                    <a:pt x="236016" y="300977"/>
                  </a:lnTo>
                  <a:lnTo>
                    <a:pt x="236016" y="492315"/>
                  </a:lnTo>
                  <a:lnTo>
                    <a:pt x="335915" y="492315"/>
                  </a:lnTo>
                  <a:lnTo>
                    <a:pt x="335915" y="300977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 descr=""/>
            <p:cNvSpPr/>
            <p:nvPr/>
          </p:nvSpPr>
          <p:spPr>
            <a:xfrm>
              <a:off x="19836369" y="5002905"/>
              <a:ext cx="267970" cy="1003935"/>
            </a:xfrm>
            <a:custGeom>
              <a:avLst/>
              <a:gdLst/>
              <a:ahLst/>
              <a:cxnLst/>
              <a:rect l="l" t="t" r="r" b="b"/>
              <a:pathLst>
                <a:path w="267969" h="1003935">
                  <a:moveTo>
                    <a:pt x="0" y="0"/>
                  </a:moveTo>
                  <a:lnTo>
                    <a:pt x="267730" y="0"/>
                  </a:lnTo>
                  <a:lnTo>
                    <a:pt x="267730" y="1003634"/>
                  </a:lnTo>
                  <a:lnTo>
                    <a:pt x="0" y="10036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BC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 descr=""/>
            <p:cNvSpPr/>
            <p:nvPr/>
          </p:nvSpPr>
          <p:spPr>
            <a:xfrm>
              <a:off x="16960609" y="6006547"/>
              <a:ext cx="2520315" cy="53975"/>
            </a:xfrm>
            <a:custGeom>
              <a:avLst/>
              <a:gdLst/>
              <a:ahLst/>
              <a:cxnLst/>
              <a:rect l="l" t="t" r="r" b="b"/>
              <a:pathLst>
                <a:path w="2520315" h="53975">
                  <a:moveTo>
                    <a:pt x="2520302" y="0"/>
                  </a:moveTo>
                  <a:lnTo>
                    <a:pt x="0" y="0"/>
                  </a:lnTo>
                  <a:lnTo>
                    <a:pt x="0" y="1003"/>
                  </a:lnTo>
                  <a:lnTo>
                    <a:pt x="0" y="53759"/>
                  </a:lnTo>
                  <a:lnTo>
                    <a:pt x="2520302" y="53759"/>
                  </a:lnTo>
                  <a:lnTo>
                    <a:pt x="2520302" y="1003"/>
                  </a:lnTo>
                  <a:lnTo>
                    <a:pt x="2520302" y="0"/>
                  </a:lnTo>
                  <a:close/>
                </a:path>
              </a:pathLst>
            </a:custGeom>
            <a:solidFill>
              <a:srgbClr val="CF9E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 descr=""/>
            <p:cNvSpPr/>
            <p:nvPr/>
          </p:nvSpPr>
          <p:spPr>
            <a:xfrm>
              <a:off x="19480914" y="6006539"/>
              <a:ext cx="623570" cy="53975"/>
            </a:xfrm>
            <a:custGeom>
              <a:avLst/>
              <a:gdLst/>
              <a:ahLst/>
              <a:cxnLst/>
              <a:rect l="l" t="t" r="r" b="b"/>
              <a:pathLst>
                <a:path w="623569" h="53975">
                  <a:moveTo>
                    <a:pt x="0" y="0"/>
                  </a:moveTo>
                  <a:lnTo>
                    <a:pt x="623185" y="0"/>
                  </a:lnTo>
                  <a:lnTo>
                    <a:pt x="623185" y="53757"/>
                  </a:lnTo>
                  <a:lnTo>
                    <a:pt x="0" y="537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 descr=""/>
            <p:cNvSpPr/>
            <p:nvPr/>
          </p:nvSpPr>
          <p:spPr>
            <a:xfrm>
              <a:off x="19341620" y="5426107"/>
              <a:ext cx="495300" cy="581025"/>
            </a:xfrm>
            <a:custGeom>
              <a:avLst/>
              <a:gdLst/>
              <a:ahLst/>
              <a:cxnLst/>
              <a:rect l="l" t="t" r="r" b="b"/>
              <a:pathLst>
                <a:path w="495300" h="581025">
                  <a:moveTo>
                    <a:pt x="494749" y="0"/>
                  </a:moveTo>
                  <a:lnTo>
                    <a:pt x="0" y="0"/>
                  </a:lnTo>
                  <a:lnTo>
                    <a:pt x="0" y="580432"/>
                  </a:lnTo>
                  <a:lnTo>
                    <a:pt x="494749" y="580432"/>
                  </a:lnTo>
                  <a:lnTo>
                    <a:pt x="494749" y="0"/>
                  </a:lnTo>
                  <a:close/>
                </a:path>
              </a:pathLst>
            </a:custGeom>
            <a:solidFill>
              <a:srgbClr val="DFBC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" name="object 417" descr=""/>
            <p:cNvSpPr/>
            <p:nvPr/>
          </p:nvSpPr>
          <p:spPr>
            <a:xfrm>
              <a:off x="18005184" y="5224011"/>
              <a:ext cx="1545590" cy="202565"/>
            </a:xfrm>
            <a:custGeom>
              <a:avLst/>
              <a:gdLst/>
              <a:ahLst/>
              <a:cxnLst/>
              <a:rect l="l" t="t" r="r" b="b"/>
              <a:pathLst>
                <a:path w="1545590" h="202564">
                  <a:moveTo>
                    <a:pt x="356336" y="0"/>
                  </a:moveTo>
                  <a:lnTo>
                    <a:pt x="0" y="0"/>
                  </a:lnTo>
                  <a:lnTo>
                    <a:pt x="0" y="202107"/>
                  </a:lnTo>
                  <a:lnTo>
                    <a:pt x="356336" y="202107"/>
                  </a:lnTo>
                  <a:lnTo>
                    <a:pt x="356336" y="0"/>
                  </a:lnTo>
                  <a:close/>
                </a:path>
                <a:path w="1545590" h="202564">
                  <a:moveTo>
                    <a:pt x="934669" y="0"/>
                  </a:moveTo>
                  <a:lnTo>
                    <a:pt x="578332" y="0"/>
                  </a:lnTo>
                  <a:lnTo>
                    <a:pt x="578332" y="202107"/>
                  </a:lnTo>
                  <a:lnTo>
                    <a:pt x="934669" y="202107"/>
                  </a:lnTo>
                  <a:lnTo>
                    <a:pt x="934669" y="0"/>
                  </a:lnTo>
                  <a:close/>
                </a:path>
                <a:path w="1545590" h="202564">
                  <a:moveTo>
                    <a:pt x="1545361" y="0"/>
                  </a:moveTo>
                  <a:lnTo>
                    <a:pt x="1189037" y="0"/>
                  </a:lnTo>
                  <a:lnTo>
                    <a:pt x="1189037" y="202107"/>
                  </a:lnTo>
                  <a:lnTo>
                    <a:pt x="1545361" y="202107"/>
                  </a:lnTo>
                  <a:lnTo>
                    <a:pt x="1545361" y="0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" name="object 418" descr=""/>
            <p:cNvSpPr/>
            <p:nvPr/>
          </p:nvSpPr>
          <p:spPr>
            <a:xfrm>
              <a:off x="18861620" y="5555683"/>
              <a:ext cx="239395" cy="452120"/>
            </a:xfrm>
            <a:custGeom>
              <a:avLst/>
              <a:gdLst/>
              <a:ahLst/>
              <a:cxnLst/>
              <a:rect l="l" t="t" r="r" b="b"/>
              <a:pathLst>
                <a:path w="239394" h="452120">
                  <a:moveTo>
                    <a:pt x="119504" y="0"/>
                  </a:moveTo>
                  <a:lnTo>
                    <a:pt x="72966" y="5505"/>
                  </a:lnTo>
                  <a:lnTo>
                    <a:pt x="34983" y="20519"/>
                  </a:lnTo>
                  <a:lnTo>
                    <a:pt x="9384" y="42782"/>
                  </a:lnTo>
                  <a:lnTo>
                    <a:pt x="0" y="70039"/>
                  </a:lnTo>
                  <a:lnTo>
                    <a:pt x="0" y="451860"/>
                  </a:lnTo>
                  <a:lnTo>
                    <a:pt x="238851" y="451860"/>
                  </a:lnTo>
                  <a:lnTo>
                    <a:pt x="238851" y="70039"/>
                  </a:lnTo>
                  <a:lnTo>
                    <a:pt x="212341" y="26042"/>
                  </a:lnTo>
                  <a:lnTo>
                    <a:pt x="145985" y="1780"/>
                  </a:lnTo>
                  <a:lnTo>
                    <a:pt x="119504" y="0"/>
                  </a:lnTo>
                  <a:close/>
                </a:path>
              </a:pathLst>
            </a:custGeom>
            <a:solidFill>
              <a:srgbClr val="CF9E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" name="object 419" descr=""/>
            <p:cNvSpPr/>
            <p:nvPr/>
          </p:nvSpPr>
          <p:spPr>
            <a:xfrm>
              <a:off x="18914750" y="5557464"/>
              <a:ext cx="186055" cy="450215"/>
            </a:xfrm>
            <a:custGeom>
              <a:avLst/>
              <a:gdLst/>
              <a:ahLst/>
              <a:cxnLst/>
              <a:rect l="l" t="t" r="r" b="b"/>
              <a:pathLst>
                <a:path w="186055" h="450214">
                  <a:moveTo>
                    <a:pt x="92855" y="0"/>
                  </a:moveTo>
                  <a:lnTo>
                    <a:pt x="55866" y="8976"/>
                  </a:lnTo>
                  <a:lnTo>
                    <a:pt x="26445" y="24293"/>
                  </a:lnTo>
                  <a:lnTo>
                    <a:pt x="7015" y="44528"/>
                  </a:lnTo>
                  <a:lnTo>
                    <a:pt x="0" y="68259"/>
                  </a:lnTo>
                  <a:lnTo>
                    <a:pt x="0" y="450080"/>
                  </a:lnTo>
                  <a:lnTo>
                    <a:pt x="185711" y="450080"/>
                  </a:lnTo>
                  <a:lnTo>
                    <a:pt x="185711" y="68259"/>
                  </a:lnTo>
                  <a:lnTo>
                    <a:pt x="178674" y="44517"/>
                  </a:lnTo>
                  <a:lnTo>
                    <a:pt x="159207" y="24262"/>
                  </a:lnTo>
                  <a:lnTo>
                    <a:pt x="129778" y="8941"/>
                  </a:lnTo>
                  <a:lnTo>
                    <a:pt x="92855" y="0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" name="object 420" descr=""/>
            <p:cNvSpPr/>
            <p:nvPr/>
          </p:nvSpPr>
          <p:spPr>
            <a:xfrm>
              <a:off x="18887236" y="5766515"/>
              <a:ext cx="213360" cy="88900"/>
            </a:xfrm>
            <a:custGeom>
              <a:avLst/>
              <a:gdLst/>
              <a:ahLst/>
              <a:cxnLst/>
              <a:rect l="l" t="t" r="r" b="b"/>
              <a:pathLst>
                <a:path w="213359" h="88900">
                  <a:moveTo>
                    <a:pt x="213229" y="0"/>
                  </a:moveTo>
                  <a:lnTo>
                    <a:pt x="0" y="0"/>
                  </a:lnTo>
                  <a:lnTo>
                    <a:pt x="0" y="88688"/>
                  </a:lnTo>
                  <a:lnTo>
                    <a:pt x="213229" y="88688"/>
                  </a:lnTo>
                  <a:lnTo>
                    <a:pt x="213229" y="0"/>
                  </a:lnTo>
                  <a:close/>
                </a:path>
              </a:pathLst>
            </a:custGeom>
            <a:solidFill>
              <a:srgbClr val="DFBC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" name="object 421" descr=""/>
            <p:cNvSpPr/>
            <p:nvPr/>
          </p:nvSpPr>
          <p:spPr>
            <a:xfrm>
              <a:off x="18462634" y="5555683"/>
              <a:ext cx="239395" cy="452120"/>
            </a:xfrm>
            <a:custGeom>
              <a:avLst/>
              <a:gdLst/>
              <a:ahLst/>
              <a:cxnLst/>
              <a:rect l="l" t="t" r="r" b="b"/>
              <a:pathLst>
                <a:path w="239394" h="452120">
                  <a:moveTo>
                    <a:pt x="119504" y="0"/>
                  </a:moveTo>
                  <a:lnTo>
                    <a:pt x="72966" y="5505"/>
                  </a:lnTo>
                  <a:lnTo>
                    <a:pt x="34983" y="20519"/>
                  </a:lnTo>
                  <a:lnTo>
                    <a:pt x="9384" y="42782"/>
                  </a:lnTo>
                  <a:lnTo>
                    <a:pt x="0" y="70039"/>
                  </a:lnTo>
                  <a:lnTo>
                    <a:pt x="0" y="451860"/>
                  </a:lnTo>
                  <a:lnTo>
                    <a:pt x="238851" y="451860"/>
                  </a:lnTo>
                  <a:lnTo>
                    <a:pt x="238851" y="70039"/>
                  </a:lnTo>
                  <a:lnTo>
                    <a:pt x="212345" y="26042"/>
                  </a:lnTo>
                  <a:lnTo>
                    <a:pt x="145985" y="1780"/>
                  </a:lnTo>
                  <a:lnTo>
                    <a:pt x="119504" y="0"/>
                  </a:lnTo>
                  <a:close/>
                </a:path>
              </a:pathLst>
            </a:custGeom>
            <a:solidFill>
              <a:srgbClr val="CF9E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" name="object 422" descr=""/>
            <p:cNvSpPr/>
            <p:nvPr/>
          </p:nvSpPr>
          <p:spPr>
            <a:xfrm>
              <a:off x="18515767" y="5557464"/>
              <a:ext cx="186055" cy="450215"/>
            </a:xfrm>
            <a:custGeom>
              <a:avLst/>
              <a:gdLst/>
              <a:ahLst/>
              <a:cxnLst/>
              <a:rect l="l" t="t" r="r" b="b"/>
              <a:pathLst>
                <a:path w="186055" h="450214">
                  <a:moveTo>
                    <a:pt x="92855" y="0"/>
                  </a:moveTo>
                  <a:lnTo>
                    <a:pt x="55866" y="8976"/>
                  </a:lnTo>
                  <a:lnTo>
                    <a:pt x="26445" y="24293"/>
                  </a:lnTo>
                  <a:lnTo>
                    <a:pt x="7015" y="44528"/>
                  </a:lnTo>
                  <a:lnTo>
                    <a:pt x="0" y="68259"/>
                  </a:lnTo>
                  <a:lnTo>
                    <a:pt x="0" y="450080"/>
                  </a:lnTo>
                  <a:lnTo>
                    <a:pt x="185711" y="450080"/>
                  </a:lnTo>
                  <a:lnTo>
                    <a:pt x="185711" y="68259"/>
                  </a:lnTo>
                  <a:lnTo>
                    <a:pt x="178674" y="44517"/>
                  </a:lnTo>
                  <a:lnTo>
                    <a:pt x="159207" y="24262"/>
                  </a:lnTo>
                  <a:lnTo>
                    <a:pt x="129778" y="8941"/>
                  </a:lnTo>
                  <a:lnTo>
                    <a:pt x="92855" y="0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" name="object 423" descr=""/>
            <p:cNvSpPr/>
            <p:nvPr/>
          </p:nvSpPr>
          <p:spPr>
            <a:xfrm>
              <a:off x="18488253" y="5766515"/>
              <a:ext cx="213360" cy="88900"/>
            </a:xfrm>
            <a:custGeom>
              <a:avLst/>
              <a:gdLst/>
              <a:ahLst/>
              <a:cxnLst/>
              <a:rect l="l" t="t" r="r" b="b"/>
              <a:pathLst>
                <a:path w="213359" h="88900">
                  <a:moveTo>
                    <a:pt x="213229" y="0"/>
                  </a:moveTo>
                  <a:lnTo>
                    <a:pt x="0" y="0"/>
                  </a:lnTo>
                  <a:lnTo>
                    <a:pt x="0" y="88688"/>
                  </a:lnTo>
                  <a:lnTo>
                    <a:pt x="213229" y="88688"/>
                  </a:lnTo>
                  <a:lnTo>
                    <a:pt x="213229" y="0"/>
                  </a:lnTo>
                  <a:close/>
                </a:path>
              </a:pathLst>
            </a:custGeom>
            <a:solidFill>
              <a:srgbClr val="DFBC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" name="object 424" descr=""/>
            <p:cNvSpPr/>
            <p:nvPr/>
          </p:nvSpPr>
          <p:spPr>
            <a:xfrm>
              <a:off x="18063650" y="5555683"/>
              <a:ext cx="239395" cy="452120"/>
            </a:xfrm>
            <a:custGeom>
              <a:avLst/>
              <a:gdLst/>
              <a:ahLst/>
              <a:cxnLst/>
              <a:rect l="l" t="t" r="r" b="b"/>
              <a:pathLst>
                <a:path w="239394" h="452120">
                  <a:moveTo>
                    <a:pt x="119504" y="0"/>
                  </a:moveTo>
                  <a:lnTo>
                    <a:pt x="72966" y="5505"/>
                  </a:lnTo>
                  <a:lnTo>
                    <a:pt x="34983" y="20519"/>
                  </a:lnTo>
                  <a:lnTo>
                    <a:pt x="9384" y="42782"/>
                  </a:lnTo>
                  <a:lnTo>
                    <a:pt x="0" y="70039"/>
                  </a:lnTo>
                  <a:lnTo>
                    <a:pt x="0" y="451860"/>
                  </a:lnTo>
                  <a:lnTo>
                    <a:pt x="238851" y="451860"/>
                  </a:lnTo>
                  <a:lnTo>
                    <a:pt x="238851" y="70039"/>
                  </a:lnTo>
                  <a:lnTo>
                    <a:pt x="212345" y="26042"/>
                  </a:lnTo>
                  <a:lnTo>
                    <a:pt x="145985" y="1780"/>
                  </a:lnTo>
                  <a:lnTo>
                    <a:pt x="119504" y="0"/>
                  </a:lnTo>
                  <a:close/>
                </a:path>
              </a:pathLst>
            </a:custGeom>
            <a:solidFill>
              <a:srgbClr val="CF9E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" name="object 425" descr=""/>
            <p:cNvSpPr/>
            <p:nvPr/>
          </p:nvSpPr>
          <p:spPr>
            <a:xfrm>
              <a:off x="18116783" y="5557462"/>
              <a:ext cx="186055" cy="450215"/>
            </a:xfrm>
            <a:custGeom>
              <a:avLst/>
              <a:gdLst/>
              <a:ahLst/>
              <a:cxnLst/>
              <a:rect l="l" t="t" r="r" b="b"/>
              <a:pathLst>
                <a:path w="186055" h="450214">
                  <a:moveTo>
                    <a:pt x="92855" y="0"/>
                  </a:moveTo>
                  <a:lnTo>
                    <a:pt x="55866" y="8981"/>
                  </a:lnTo>
                  <a:lnTo>
                    <a:pt x="26445" y="24297"/>
                  </a:lnTo>
                  <a:lnTo>
                    <a:pt x="7015" y="44530"/>
                  </a:lnTo>
                  <a:lnTo>
                    <a:pt x="0" y="68259"/>
                  </a:lnTo>
                  <a:lnTo>
                    <a:pt x="0" y="450080"/>
                  </a:lnTo>
                  <a:lnTo>
                    <a:pt x="185711" y="450080"/>
                  </a:lnTo>
                  <a:lnTo>
                    <a:pt x="185711" y="68259"/>
                  </a:lnTo>
                  <a:lnTo>
                    <a:pt x="178674" y="44517"/>
                  </a:lnTo>
                  <a:lnTo>
                    <a:pt x="159207" y="24262"/>
                  </a:lnTo>
                  <a:lnTo>
                    <a:pt x="129778" y="8941"/>
                  </a:lnTo>
                  <a:lnTo>
                    <a:pt x="92855" y="0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" name="object 426" descr=""/>
            <p:cNvSpPr/>
            <p:nvPr/>
          </p:nvSpPr>
          <p:spPr>
            <a:xfrm>
              <a:off x="18089271" y="5766515"/>
              <a:ext cx="213360" cy="88900"/>
            </a:xfrm>
            <a:custGeom>
              <a:avLst/>
              <a:gdLst/>
              <a:ahLst/>
              <a:cxnLst/>
              <a:rect l="l" t="t" r="r" b="b"/>
              <a:pathLst>
                <a:path w="213359" h="88900">
                  <a:moveTo>
                    <a:pt x="213229" y="0"/>
                  </a:moveTo>
                  <a:lnTo>
                    <a:pt x="0" y="0"/>
                  </a:lnTo>
                  <a:lnTo>
                    <a:pt x="0" y="88688"/>
                  </a:lnTo>
                  <a:lnTo>
                    <a:pt x="213229" y="88688"/>
                  </a:lnTo>
                  <a:lnTo>
                    <a:pt x="213229" y="0"/>
                  </a:lnTo>
                  <a:close/>
                </a:path>
              </a:pathLst>
            </a:custGeom>
            <a:solidFill>
              <a:srgbClr val="DFBC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" name="object 427" descr=""/>
            <p:cNvSpPr/>
            <p:nvPr/>
          </p:nvSpPr>
          <p:spPr>
            <a:xfrm>
              <a:off x="17907623" y="5142439"/>
              <a:ext cx="1490980" cy="283845"/>
            </a:xfrm>
            <a:custGeom>
              <a:avLst/>
              <a:gdLst/>
              <a:ahLst/>
              <a:cxnLst/>
              <a:rect l="l" t="t" r="r" b="b"/>
              <a:pathLst>
                <a:path w="1490980" h="283845">
                  <a:moveTo>
                    <a:pt x="21767" y="0"/>
                  </a:moveTo>
                  <a:lnTo>
                    <a:pt x="0" y="0"/>
                  </a:lnTo>
                  <a:lnTo>
                    <a:pt x="0" y="283679"/>
                  </a:lnTo>
                  <a:lnTo>
                    <a:pt x="21767" y="283679"/>
                  </a:lnTo>
                  <a:lnTo>
                    <a:pt x="21767" y="0"/>
                  </a:lnTo>
                  <a:close/>
                </a:path>
                <a:path w="1490980" h="283845">
                  <a:moveTo>
                    <a:pt x="1490878" y="0"/>
                  </a:moveTo>
                  <a:lnTo>
                    <a:pt x="1469110" y="0"/>
                  </a:lnTo>
                  <a:lnTo>
                    <a:pt x="1469110" y="283679"/>
                  </a:lnTo>
                  <a:lnTo>
                    <a:pt x="1490878" y="283679"/>
                  </a:lnTo>
                  <a:lnTo>
                    <a:pt x="1490878" y="0"/>
                  </a:lnTo>
                  <a:close/>
                </a:path>
              </a:pathLst>
            </a:custGeom>
            <a:solidFill>
              <a:srgbClr val="9A470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" name="object 428" descr=""/>
            <p:cNvSpPr/>
            <p:nvPr/>
          </p:nvSpPr>
          <p:spPr>
            <a:xfrm>
              <a:off x="17866366" y="5122608"/>
              <a:ext cx="1970405" cy="41910"/>
            </a:xfrm>
            <a:custGeom>
              <a:avLst/>
              <a:gdLst/>
              <a:ahLst/>
              <a:cxnLst/>
              <a:rect l="l" t="t" r="r" b="b"/>
              <a:pathLst>
                <a:path w="1970405" h="41910">
                  <a:moveTo>
                    <a:pt x="1970002" y="0"/>
                  </a:moveTo>
                  <a:lnTo>
                    <a:pt x="0" y="0"/>
                  </a:lnTo>
                  <a:lnTo>
                    <a:pt x="0" y="41433"/>
                  </a:lnTo>
                  <a:lnTo>
                    <a:pt x="1970002" y="41433"/>
                  </a:lnTo>
                  <a:lnTo>
                    <a:pt x="1970002" y="0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" name="object 429" descr=""/>
            <p:cNvSpPr/>
            <p:nvPr/>
          </p:nvSpPr>
          <p:spPr>
            <a:xfrm>
              <a:off x="19242544" y="5122608"/>
              <a:ext cx="594995" cy="41910"/>
            </a:xfrm>
            <a:custGeom>
              <a:avLst/>
              <a:gdLst/>
              <a:ahLst/>
              <a:cxnLst/>
              <a:rect l="l" t="t" r="r" b="b"/>
              <a:pathLst>
                <a:path w="594994" h="41910">
                  <a:moveTo>
                    <a:pt x="594421" y="0"/>
                  </a:moveTo>
                  <a:lnTo>
                    <a:pt x="0" y="0"/>
                  </a:lnTo>
                  <a:lnTo>
                    <a:pt x="0" y="41433"/>
                  </a:lnTo>
                  <a:lnTo>
                    <a:pt x="594421" y="41433"/>
                  </a:lnTo>
                  <a:lnTo>
                    <a:pt x="594421" y="0"/>
                  </a:lnTo>
                  <a:close/>
                </a:path>
              </a:pathLst>
            </a:custGeom>
            <a:solidFill>
              <a:srgbClr val="9A470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" name="object 430" descr=""/>
            <p:cNvSpPr/>
            <p:nvPr/>
          </p:nvSpPr>
          <p:spPr>
            <a:xfrm>
              <a:off x="17866361" y="5002905"/>
              <a:ext cx="1970405" cy="120014"/>
            </a:xfrm>
            <a:custGeom>
              <a:avLst/>
              <a:gdLst/>
              <a:ahLst/>
              <a:cxnLst/>
              <a:rect l="l" t="t" r="r" b="b"/>
              <a:pathLst>
                <a:path w="1970405" h="120014">
                  <a:moveTo>
                    <a:pt x="1970002" y="0"/>
                  </a:moveTo>
                  <a:lnTo>
                    <a:pt x="590819" y="0"/>
                  </a:lnTo>
                  <a:lnTo>
                    <a:pt x="0" y="119713"/>
                  </a:lnTo>
                  <a:lnTo>
                    <a:pt x="1376177" y="119713"/>
                  </a:lnTo>
                  <a:lnTo>
                    <a:pt x="1970002" y="0"/>
                  </a:lnTo>
                  <a:close/>
                </a:path>
              </a:pathLst>
            </a:custGeom>
            <a:solidFill>
              <a:srgbClr val="CF9E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" name="object 431" descr=""/>
            <p:cNvSpPr/>
            <p:nvPr/>
          </p:nvSpPr>
          <p:spPr>
            <a:xfrm>
              <a:off x="19242542" y="5002903"/>
              <a:ext cx="594995" cy="120014"/>
            </a:xfrm>
            <a:custGeom>
              <a:avLst/>
              <a:gdLst/>
              <a:ahLst/>
              <a:cxnLst/>
              <a:rect l="l" t="t" r="r" b="b"/>
              <a:pathLst>
                <a:path w="594994" h="120014">
                  <a:moveTo>
                    <a:pt x="593824" y="0"/>
                  </a:moveTo>
                  <a:lnTo>
                    <a:pt x="0" y="119713"/>
                  </a:lnTo>
                  <a:lnTo>
                    <a:pt x="594421" y="119713"/>
                  </a:lnTo>
                  <a:lnTo>
                    <a:pt x="593824" y="0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32" name="object 432" descr="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15168441" y="6339908"/>
              <a:ext cx="1210970" cy="968072"/>
            </a:xfrm>
            <a:prstGeom prst="rect">
              <a:avLst/>
            </a:prstGeom>
          </p:spPr>
        </p:pic>
        <p:sp>
          <p:nvSpPr>
            <p:cNvPr id="433" name="object 433" descr=""/>
            <p:cNvSpPr/>
            <p:nvPr/>
          </p:nvSpPr>
          <p:spPr>
            <a:xfrm>
              <a:off x="14594396" y="7336377"/>
              <a:ext cx="4747260" cy="111125"/>
            </a:xfrm>
            <a:custGeom>
              <a:avLst/>
              <a:gdLst/>
              <a:ahLst/>
              <a:cxnLst/>
              <a:rect l="l" t="t" r="r" b="b"/>
              <a:pathLst>
                <a:path w="4747259" h="111125">
                  <a:moveTo>
                    <a:pt x="1970836" y="0"/>
                  </a:moveTo>
                  <a:lnTo>
                    <a:pt x="0" y="0"/>
                  </a:lnTo>
                  <a:lnTo>
                    <a:pt x="0" y="111112"/>
                  </a:lnTo>
                  <a:lnTo>
                    <a:pt x="1970836" y="111112"/>
                  </a:lnTo>
                  <a:lnTo>
                    <a:pt x="1970836" y="0"/>
                  </a:lnTo>
                  <a:close/>
                </a:path>
                <a:path w="4747259" h="111125">
                  <a:moveTo>
                    <a:pt x="4747209" y="0"/>
                  </a:moveTo>
                  <a:lnTo>
                    <a:pt x="2565222" y="0"/>
                  </a:lnTo>
                  <a:lnTo>
                    <a:pt x="2565222" y="111112"/>
                  </a:lnTo>
                  <a:lnTo>
                    <a:pt x="4747209" y="111112"/>
                  </a:lnTo>
                  <a:lnTo>
                    <a:pt x="4747209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" name="object 434" descr=""/>
            <p:cNvSpPr/>
            <p:nvPr/>
          </p:nvSpPr>
          <p:spPr>
            <a:xfrm>
              <a:off x="16565233" y="7333202"/>
              <a:ext cx="3539490" cy="114300"/>
            </a:xfrm>
            <a:custGeom>
              <a:avLst/>
              <a:gdLst/>
              <a:ahLst/>
              <a:cxnLst/>
              <a:rect l="l" t="t" r="r" b="b"/>
              <a:pathLst>
                <a:path w="3539490" h="114300">
                  <a:moveTo>
                    <a:pt x="594385" y="2971"/>
                  </a:moveTo>
                  <a:lnTo>
                    <a:pt x="0" y="2971"/>
                  </a:lnTo>
                  <a:lnTo>
                    <a:pt x="0" y="114274"/>
                  </a:lnTo>
                  <a:lnTo>
                    <a:pt x="594385" y="114274"/>
                  </a:lnTo>
                  <a:lnTo>
                    <a:pt x="594385" y="2971"/>
                  </a:lnTo>
                  <a:close/>
                </a:path>
                <a:path w="3539490" h="114300">
                  <a:moveTo>
                    <a:pt x="3538867" y="0"/>
                  </a:moveTo>
                  <a:lnTo>
                    <a:pt x="2776372" y="0"/>
                  </a:lnTo>
                  <a:lnTo>
                    <a:pt x="2776372" y="114274"/>
                  </a:lnTo>
                  <a:lnTo>
                    <a:pt x="3538867" y="114274"/>
                  </a:lnTo>
                  <a:lnTo>
                    <a:pt x="3538867" y="0"/>
                  </a:lnTo>
                  <a:close/>
                </a:path>
              </a:pathLst>
            </a:custGeom>
            <a:solidFill>
              <a:srgbClr val="259C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" name="object 435" descr=""/>
            <p:cNvSpPr/>
            <p:nvPr/>
          </p:nvSpPr>
          <p:spPr>
            <a:xfrm>
              <a:off x="14618643" y="7307976"/>
              <a:ext cx="5485765" cy="28575"/>
            </a:xfrm>
            <a:custGeom>
              <a:avLst/>
              <a:gdLst/>
              <a:ahLst/>
              <a:cxnLst/>
              <a:rect l="l" t="t" r="r" b="b"/>
              <a:pathLst>
                <a:path w="5485765" h="28575">
                  <a:moveTo>
                    <a:pt x="0" y="0"/>
                  </a:moveTo>
                  <a:lnTo>
                    <a:pt x="5485456" y="0"/>
                  </a:lnTo>
                  <a:lnTo>
                    <a:pt x="5485456" y="28386"/>
                  </a:lnTo>
                  <a:lnTo>
                    <a:pt x="0" y="283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6C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" name="object 436" descr=""/>
            <p:cNvSpPr/>
            <p:nvPr/>
          </p:nvSpPr>
          <p:spPr>
            <a:xfrm>
              <a:off x="14768262" y="7336352"/>
              <a:ext cx="5335905" cy="31115"/>
            </a:xfrm>
            <a:custGeom>
              <a:avLst/>
              <a:gdLst/>
              <a:ahLst/>
              <a:cxnLst/>
              <a:rect l="l" t="t" r="r" b="b"/>
              <a:pathLst>
                <a:path w="5335905" h="31115">
                  <a:moveTo>
                    <a:pt x="0" y="30543"/>
                  </a:moveTo>
                  <a:lnTo>
                    <a:pt x="0" y="0"/>
                  </a:lnTo>
                  <a:lnTo>
                    <a:pt x="5335837" y="0"/>
                  </a:lnTo>
                  <a:lnTo>
                    <a:pt x="5335837" y="30543"/>
                  </a:lnTo>
                  <a:lnTo>
                    <a:pt x="0" y="30543"/>
                  </a:lnTo>
                  <a:close/>
                </a:path>
              </a:pathLst>
            </a:custGeom>
            <a:solidFill>
              <a:srgbClr val="846F5F">
                <a:alpha val="31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" name="object 437" descr=""/>
            <p:cNvSpPr/>
            <p:nvPr/>
          </p:nvSpPr>
          <p:spPr>
            <a:xfrm>
              <a:off x="16565537" y="7307979"/>
              <a:ext cx="3538854" cy="28575"/>
            </a:xfrm>
            <a:custGeom>
              <a:avLst/>
              <a:gdLst/>
              <a:ahLst/>
              <a:cxnLst/>
              <a:rect l="l" t="t" r="r" b="b"/>
              <a:pathLst>
                <a:path w="3538855" h="28575">
                  <a:moveTo>
                    <a:pt x="593890" y="12"/>
                  </a:moveTo>
                  <a:lnTo>
                    <a:pt x="0" y="12"/>
                  </a:lnTo>
                  <a:lnTo>
                    <a:pt x="0" y="28244"/>
                  </a:lnTo>
                  <a:lnTo>
                    <a:pt x="593890" y="28244"/>
                  </a:lnTo>
                  <a:lnTo>
                    <a:pt x="593890" y="12"/>
                  </a:lnTo>
                  <a:close/>
                </a:path>
                <a:path w="3538855" h="28575">
                  <a:moveTo>
                    <a:pt x="3538563" y="0"/>
                  </a:moveTo>
                  <a:lnTo>
                    <a:pt x="2838513" y="0"/>
                  </a:lnTo>
                  <a:lnTo>
                    <a:pt x="2838513" y="28384"/>
                  </a:lnTo>
                  <a:lnTo>
                    <a:pt x="3538563" y="28384"/>
                  </a:lnTo>
                  <a:lnTo>
                    <a:pt x="3538563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38" name="object 438" descr=""/>
          <p:cNvGrpSpPr/>
          <p:nvPr/>
        </p:nvGrpSpPr>
        <p:grpSpPr>
          <a:xfrm>
            <a:off x="4915588" y="5066146"/>
            <a:ext cx="850900" cy="533400"/>
            <a:chOff x="4915588" y="5066146"/>
            <a:chExt cx="850900" cy="533400"/>
          </a:xfrm>
        </p:grpSpPr>
        <p:sp>
          <p:nvSpPr>
            <p:cNvPr id="439" name="object 439" descr=""/>
            <p:cNvSpPr/>
            <p:nvPr/>
          </p:nvSpPr>
          <p:spPr>
            <a:xfrm>
              <a:off x="5315649" y="5188899"/>
              <a:ext cx="381000" cy="410845"/>
            </a:xfrm>
            <a:custGeom>
              <a:avLst/>
              <a:gdLst/>
              <a:ahLst/>
              <a:cxnLst/>
              <a:rect l="l" t="t" r="r" b="b"/>
              <a:pathLst>
                <a:path w="381000" h="410845">
                  <a:moveTo>
                    <a:pt x="380627" y="0"/>
                  </a:moveTo>
                  <a:lnTo>
                    <a:pt x="0" y="0"/>
                  </a:lnTo>
                  <a:lnTo>
                    <a:pt x="0" y="410343"/>
                  </a:lnTo>
                  <a:lnTo>
                    <a:pt x="380627" y="410343"/>
                  </a:lnTo>
                  <a:lnTo>
                    <a:pt x="380627" y="0"/>
                  </a:lnTo>
                  <a:close/>
                </a:path>
              </a:pathLst>
            </a:custGeom>
            <a:solidFill>
              <a:srgbClr val="DFBC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" name="object 440" descr=""/>
            <p:cNvSpPr/>
            <p:nvPr/>
          </p:nvSpPr>
          <p:spPr>
            <a:xfrm>
              <a:off x="5004161" y="5188889"/>
              <a:ext cx="311785" cy="407034"/>
            </a:xfrm>
            <a:custGeom>
              <a:avLst/>
              <a:gdLst/>
              <a:ahLst/>
              <a:cxnLst/>
              <a:rect l="l" t="t" r="r" b="b"/>
              <a:pathLst>
                <a:path w="311785" h="407035">
                  <a:moveTo>
                    <a:pt x="311498" y="0"/>
                  </a:moveTo>
                  <a:lnTo>
                    <a:pt x="0" y="0"/>
                  </a:lnTo>
                  <a:lnTo>
                    <a:pt x="0" y="406961"/>
                  </a:lnTo>
                  <a:lnTo>
                    <a:pt x="311498" y="406961"/>
                  </a:lnTo>
                  <a:lnTo>
                    <a:pt x="31149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" name="object 441" descr=""/>
            <p:cNvSpPr/>
            <p:nvPr/>
          </p:nvSpPr>
          <p:spPr>
            <a:xfrm>
              <a:off x="5004161" y="5188889"/>
              <a:ext cx="692150" cy="46355"/>
            </a:xfrm>
            <a:custGeom>
              <a:avLst/>
              <a:gdLst/>
              <a:ahLst/>
              <a:cxnLst/>
              <a:rect l="l" t="t" r="r" b="b"/>
              <a:pathLst>
                <a:path w="692150" h="46354">
                  <a:moveTo>
                    <a:pt x="692115" y="0"/>
                  </a:moveTo>
                  <a:lnTo>
                    <a:pt x="0" y="0"/>
                  </a:lnTo>
                  <a:lnTo>
                    <a:pt x="0" y="46061"/>
                  </a:lnTo>
                  <a:lnTo>
                    <a:pt x="692115" y="46061"/>
                  </a:lnTo>
                  <a:lnTo>
                    <a:pt x="692115" y="0"/>
                  </a:lnTo>
                  <a:close/>
                </a:path>
              </a:pathLst>
            </a:custGeom>
            <a:solidFill>
              <a:srgbClr val="000000">
                <a:alpha val="16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" name="object 442" descr=""/>
            <p:cNvSpPr/>
            <p:nvPr/>
          </p:nvSpPr>
          <p:spPr>
            <a:xfrm>
              <a:off x="4915586" y="5066150"/>
              <a:ext cx="850900" cy="123189"/>
            </a:xfrm>
            <a:custGeom>
              <a:avLst/>
              <a:gdLst/>
              <a:ahLst/>
              <a:cxnLst/>
              <a:rect l="l" t="t" r="r" b="b"/>
              <a:pathLst>
                <a:path w="850900" h="123189">
                  <a:moveTo>
                    <a:pt x="850277" y="86385"/>
                  </a:moveTo>
                  <a:lnTo>
                    <a:pt x="444017" y="0"/>
                  </a:lnTo>
                  <a:lnTo>
                    <a:pt x="25" y="86385"/>
                  </a:lnTo>
                  <a:lnTo>
                    <a:pt x="0" y="122745"/>
                  </a:lnTo>
                  <a:lnTo>
                    <a:pt x="442658" y="122745"/>
                  </a:lnTo>
                  <a:lnTo>
                    <a:pt x="850277" y="122745"/>
                  </a:lnTo>
                  <a:lnTo>
                    <a:pt x="850277" y="86385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" name="object 443" descr=""/>
            <p:cNvSpPr/>
            <p:nvPr/>
          </p:nvSpPr>
          <p:spPr>
            <a:xfrm>
              <a:off x="4915627" y="5066146"/>
              <a:ext cx="444500" cy="86995"/>
            </a:xfrm>
            <a:custGeom>
              <a:avLst/>
              <a:gdLst/>
              <a:ahLst/>
              <a:cxnLst/>
              <a:rect l="l" t="t" r="r" b="b"/>
              <a:pathLst>
                <a:path w="444500" h="86995">
                  <a:moveTo>
                    <a:pt x="443976" y="0"/>
                  </a:moveTo>
                  <a:lnTo>
                    <a:pt x="0" y="86384"/>
                  </a:lnTo>
                  <a:lnTo>
                    <a:pt x="442646" y="86384"/>
                  </a:lnTo>
                  <a:lnTo>
                    <a:pt x="443976" y="0"/>
                  </a:lnTo>
                  <a:close/>
                </a:path>
              </a:pathLst>
            </a:custGeom>
            <a:solidFill>
              <a:srgbClr val="CF9E7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44" name="object 444" descr=""/>
          <p:cNvGrpSpPr/>
          <p:nvPr/>
        </p:nvGrpSpPr>
        <p:grpSpPr>
          <a:xfrm>
            <a:off x="4945681" y="5449523"/>
            <a:ext cx="834390" cy="739775"/>
            <a:chOff x="4945681" y="5449523"/>
            <a:chExt cx="834390" cy="739775"/>
          </a:xfrm>
        </p:grpSpPr>
        <p:sp>
          <p:nvSpPr>
            <p:cNvPr id="445" name="object 445" descr=""/>
            <p:cNvSpPr/>
            <p:nvPr/>
          </p:nvSpPr>
          <p:spPr>
            <a:xfrm>
              <a:off x="4976800" y="5624620"/>
              <a:ext cx="361950" cy="564515"/>
            </a:xfrm>
            <a:custGeom>
              <a:avLst/>
              <a:gdLst/>
              <a:ahLst/>
              <a:cxnLst/>
              <a:rect l="l" t="t" r="r" b="b"/>
              <a:pathLst>
                <a:path w="361950" h="564514">
                  <a:moveTo>
                    <a:pt x="361784" y="0"/>
                  </a:moveTo>
                  <a:lnTo>
                    <a:pt x="0" y="0"/>
                  </a:lnTo>
                  <a:lnTo>
                    <a:pt x="0" y="373367"/>
                  </a:lnTo>
                  <a:lnTo>
                    <a:pt x="0" y="564362"/>
                  </a:lnTo>
                  <a:lnTo>
                    <a:pt x="361784" y="564362"/>
                  </a:lnTo>
                  <a:lnTo>
                    <a:pt x="361784" y="373367"/>
                  </a:lnTo>
                  <a:lnTo>
                    <a:pt x="36178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" name="object 446" descr=""/>
            <p:cNvSpPr/>
            <p:nvPr/>
          </p:nvSpPr>
          <p:spPr>
            <a:xfrm>
              <a:off x="5037095" y="5718311"/>
              <a:ext cx="196215" cy="455295"/>
            </a:xfrm>
            <a:custGeom>
              <a:avLst/>
              <a:gdLst/>
              <a:ahLst/>
              <a:cxnLst/>
              <a:rect l="l" t="t" r="r" b="b"/>
              <a:pathLst>
                <a:path w="196214" h="455295">
                  <a:moveTo>
                    <a:pt x="98164" y="0"/>
                  </a:moveTo>
                  <a:lnTo>
                    <a:pt x="82826" y="13599"/>
                  </a:lnTo>
                  <a:lnTo>
                    <a:pt x="49082" y="47599"/>
                  </a:lnTo>
                  <a:lnTo>
                    <a:pt x="15338" y="91798"/>
                  </a:lnTo>
                  <a:lnTo>
                    <a:pt x="0" y="135995"/>
                  </a:lnTo>
                  <a:lnTo>
                    <a:pt x="0" y="454928"/>
                  </a:lnTo>
                  <a:lnTo>
                    <a:pt x="195868" y="454928"/>
                  </a:lnTo>
                  <a:lnTo>
                    <a:pt x="195868" y="135995"/>
                  </a:lnTo>
                  <a:lnTo>
                    <a:pt x="173965" y="81418"/>
                  </a:lnTo>
                  <a:lnTo>
                    <a:pt x="130655" y="30344"/>
                  </a:lnTo>
                  <a:lnTo>
                    <a:pt x="98164" y="0"/>
                  </a:lnTo>
                  <a:close/>
                </a:path>
              </a:pathLst>
            </a:custGeom>
            <a:solidFill>
              <a:srgbClr val="CF9E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" name="object 447" descr=""/>
            <p:cNvSpPr/>
            <p:nvPr/>
          </p:nvSpPr>
          <p:spPr>
            <a:xfrm>
              <a:off x="5098775" y="5748659"/>
              <a:ext cx="134620" cy="424815"/>
            </a:xfrm>
            <a:custGeom>
              <a:avLst/>
              <a:gdLst/>
              <a:ahLst/>
              <a:cxnLst/>
              <a:rect l="l" t="t" r="r" b="b"/>
              <a:pathLst>
                <a:path w="134620" h="424814">
                  <a:moveTo>
                    <a:pt x="67212" y="0"/>
                  </a:moveTo>
                  <a:lnTo>
                    <a:pt x="44341" y="23888"/>
                  </a:lnTo>
                  <a:lnTo>
                    <a:pt x="22611" y="51035"/>
                  </a:lnTo>
                  <a:lnTo>
                    <a:pt x="6379" y="79077"/>
                  </a:lnTo>
                  <a:lnTo>
                    <a:pt x="0" y="105651"/>
                  </a:lnTo>
                  <a:lnTo>
                    <a:pt x="0" y="424583"/>
                  </a:lnTo>
                  <a:lnTo>
                    <a:pt x="134184" y="424583"/>
                  </a:lnTo>
                  <a:lnTo>
                    <a:pt x="134184" y="105651"/>
                  </a:lnTo>
                  <a:lnTo>
                    <a:pt x="127842" y="79090"/>
                  </a:lnTo>
                  <a:lnTo>
                    <a:pt x="111692" y="51070"/>
                  </a:lnTo>
                  <a:lnTo>
                    <a:pt x="90045" y="23927"/>
                  </a:lnTo>
                  <a:lnTo>
                    <a:pt x="67212" y="0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" name="object 448" descr=""/>
            <p:cNvSpPr/>
            <p:nvPr/>
          </p:nvSpPr>
          <p:spPr>
            <a:xfrm>
              <a:off x="4945672" y="5591092"/>
              <a:ext cx="834390" cy="582295"/>
            </a:xfrm>
            <a:custGeom>
              <a:avLst/>
              <a:gdLst/>
              <a:ahLst/>
              <a:cxnLst/>
              <a:rect l="l" t="t" r="r" b="b"/>
              <a:pathLst>
                <a:path w="834389" h="582295">
                  <a:moveTo>
                    <a:pt x="833920" y="0"/>
                  </a:moveTo>
                  <a:lnTo>
                    <a:pt x="412724" y="0"/>
                  </a:lnTo>
                  <a:lnTo>
                    <a:pt x="0" y="0"/>
                  </a:lnTo>
                  <a:lnTo>
                    <a:pt x="0" y="33528"/>
                  </a:lnTo>
                  <a:lnTo>
                    <a:pt x="392912" y="33528"/>
                  </a:lnTo>
                  <a:lnTo>
                    <a:pt x="392912" y="582155"/>
                  </a:lnTo>
                  <a:lnTo>
                    <a:pt x="816864" y="582155"/>
                  </a:lnTo>
                  <a:lnTo>
                    <a:pt x="816864" y="33528"/>
                  </a:lnTo>
                  <a:lnTo>
                    <a:pt x="833920" y="33528"/>
                  </a:lnTo>
                  <a:lnTo>
                    <a:pt x="833920" y="0"/>
                  </a:lnTo>
                  <a:close/>
                </a:path>
              </a:pathLst>
            </a:custGeom>
            <a:solidFill>
              <a:srgbClr val="DFBCA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9" name="object 449" descr="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5037092" y="5449523"/>
              <a:ext cx="214226" cy="141569"/>
            </a:xfrm>
            <a:prstGeom prst="rect">
              <a:avLst/>
            </a:prstGeom>
          </p:spPr>
        </p:pic>
      </p:grpSp>
      <p:grpSp>
        <p:nvGrpSpPr>
          <p:cNvPr id="450" name="object 450" descr=""/>
          <p:cNvGrpSpPr/>
          <p:nvPr/>
        </p:nvGrpSpPr>
        <p:grpSpPr>
          <a:xfrm>
            <a:off x="2663793" y="5708081"/>
            <a:ext cx="3263265" cy="1662430"/>
            <a:chOff x="2663793" y="5708081"/>
            <a:chExt cx="3263265" cy="1662430"/>
          </a:xfrm>
        </p:grpSpPr>
        <p:sp>
          <p:nvSpPr>
            <p:cNvPr id="451" name="object 451" descr=""/>
            <p:cNvSpPr/>
            <p:nvPr/>
          </p:nvSpPr>
          <p:spPr>
            <a:xfrm>
              <a:off x="2663793" y="6384601"/>
              <a:ext cx="1699260" cy="389890"/>
            </a:xfrm>
            <a:custGeom>
              <a:avLst/>
              <a:gdLst/>
              <a:ahLst/>
              <a:cxnLst/>
              <a:rect l="l" t="t" r="r" b="b"/>
              <a:pathLst>
                <a:path w="1699260" h="389890">
                  <a:moveTo>
                    <a:pt x="0" y="389537"/>
                  </a:moveTo>
                  <a:lnTo>
                    <a:pt x="1698859" y="389537"/>
                  </a:lnTo>
                  <a:lnTo>
                    <a:pt x="1698859" y="0"/>
                  </a:lnTo>
                  <a:lnTo>
                    <a:pt x="0" y="0"/>
                  </a:lnTo>
                  <a:lnTo>
                    <a:pt x="0" y="38953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" name="object 452" descr=""/>
            <p:cNvSpPr/>
            <p:nvPr/>
          </p:nvSpPr>
          <p:spPr>
            <a:xfrm>
              <a:off x="2663793" y="6774139"/>
              <a:ext cx="1699260" cy="565150"/>
            </a:xfrm>
            <a:custGeom>
              <a:avLst/>
              <a:gdLst/>
              <a:ahLst/>
              <a:cxnLst/>
              <a:rect l="l" t="t" r="r" b="b"/>
              <a:pathLst>
                <a:path w="1699260" h="565150">
                  <a:moveTo>
                    <a:pt x="1698859" y="0"/>
                  </a:moveTo>
                  <a:lnTo>
                    <a:pt x="0" y="0"/>
                  </a:lnTo>
                  <a:lnTo>
                    <a:pt x="0" y="564684"/>
                  </a:lnTo>
                  <a:lnTo>
                    <a:pt x="1698859" y="564684"/>
                  </a:lnTo>
                  <a:lnTo>
                    <a:pt x="1698859" y="0"/>
                  </a:lnTo>
                  <a:close/>
                </a:path>
              </a:pathLst>
            </a:custGeom>
            <a:solidFill>
              <a:srgbClr val="DFBC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" name="object 453" descr=""/>
            <p:cNvSpPr/>
            <p:nvPr/>
          </p:nvSpPr>
          <p:spPr>
            <a:xfrm>
              <a:off x="2753455" y="6870083"/>
              <a:ext cx="200660" cy="469265"/>
            </a:xfrm>
            <a:custGeom>
              <a:avLst/>
              <a:gdLst/>
              <a:ahLst/>
              <a:cxnLst/>
              <a:rect l="l" t="t" r="r" b="b"/>
              <a:pathLst>
                <a:path w="200660" h="469265">
                  <a:moveTo>
                    <a:pt x="107703" y="0"/>
                  </a:moveTo>
                  <a:lnTo>
                    <a:pt x="100080" y="0"/>
                  </a:lnTo>
                  <a:lnTo>
                    <a:pt x="61105" y="5711"/>
                  </a:lnTo>
                  <a:lnTo>
                    <a:pt x="29296" y="21286"/>
                  </a:lnTo>
                  <a:lnTo>
                    <a:pt x="7858" y="44381"/>
                  </a:lnTo>
                  <a:lnTo>
                    <a:pt x="0" y="72657"/>
                  </a:lnTo>
                  <a:lnTo>
                    <a:pt x="0" y="468771"/>
                  </a:lnTo>
                  <a:lnTo>
                    <a:pt x="200035" y="468771"/>
                  </a:lnTo>
                  <a:lnTo>
                    <a:pt x="200035" y="72657"/>
                  </a:lnTo>
                  <a:lnTo>
                    <a:pt x="177834" y="27013"/>
                  </a:lnTo>
                  <a:lnTo>
                    <a:pt x="122258" y="1842"/>
                  </a:lnTo>
                  <a:lnTo>
                    <a:pt x="107703" y="0"/>
                  </a:lnTo>
                  <a:close/>
                </a:path>
              </a:pathLst>
            </a:custGeom>
            <a:solidFill>
              <a:srgbClr val="CF9E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" name="object 454" descr=""/>
            <p:cNvSpPr/>
            <p:nvPr/>
          </p:nvSpPr>
          <p:spPr>
            <a:xfrm>
              <a:off x="2797949" y="6871929"/>
              <a:ext cx="155575" cy="467359"/>
            </a:xfrm>
            <a:custGeom>
              <a:avLst/>
              <a:gdLst/>
              <a:ahLst/>
              <a:cxnLst/>
              <a:rect l="l" t="t" r="r" b="b"/>
              <a:pathLst>
                <a:path w="155575" h="467359">
                  <a:moveTo>
                    <a:pt x="77767" y="0"/>
                  </a:moveTo>
                  <a:lnTo>
                    <a:pt x="46789" y="9315"/>
                  </a:lnTo>
                  <a:lnTo>
                    <a:pt x="22148" y="25206"/>
                  </a:lnTo>
                  <a:lnTo>
                    <a:pt x="5875" y="46197"/>
                  </a:lnTo>
                  <a:lnTo>
                    <a:pt x="0" y="70814"/>
                  </a:lnTo>
                  <a:lnTo>
                    <a:pt x="0" y="466928"/>
                  </a:lnTo>
                  <a:lnTo>
                    <a:pt x="155534" y="466928"/>
                  </a:lnTo>
                  <a:lnTo>
                    <a:pt x="155534" y="70814"/>
                  </a:lnTo>
                  <a:lnTo>
                    <a:pt x="149641" y="46183"/>
                  </a:lnTo>
                  <a:lnTo>
                    <a:pt x="133338" y="25170"/>
                  </a:lnTo>
                  <a:lnTo>
                    <a:pt x="108692" y="9275"/>
                  </a:lnTo>
                  <a:lnTo>
                    <a:pt x="77767" y="0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" name="object 455" descr=""/>
            <p:cNvSpPr/>
            <p:nvPr/>
          </p:nvSpPr>
          <p:spPr>
            <a:xfrm>
              <a:off x="3010682" y="6870083"/>
              <a:ext cx="200660" cy="469265"/>
            </a:xfrm>
            <a:custGeom>
              <a:avLst/>
              <a:gdLst/>
              <a:ahLst/>
              <a:cxnLst/>
              <a:rect l="l" t="t" r="r" b="b"/>
              <a:pathLst>
                <a:path w="200660" h="469265">
                  <a:moveTo>
                    <a:pt x="107693" y="0"/>
                  </a:moveTo>
                  <a:lnTo>
                    <a:pt x="100080" y="0"/>
                  </a:lnTo>
                  <a:lnTo>
                    <a:pt x="61105" y="5711"/>
                  </a:lnTo>
                  <a:lnTo>
                    <a:pt x="29296" y="21286"/>
                  </a:lnTo>
                  <a:lnTo>
                    <a:pt x="7858" y="44381"/>
                  </a:lnTo>
                  <a:lnTo>
                    <a:pt x="0" y="72657"/>
                  </a:lnTo>
                  <a:lnTo>
                    <a:pt x="0" y="468771"/>
                  </a:lnTo>
                  <a:lnTo>
                    <a:pt x="200035" y="468771"/>
                  </a:lnTo>
                  <a:lnTo>
                    <a:pt x="200035" y="72657"/>
                  </a:lnTo>
                  <a:lnTo>
                    <a:pt x="177834" y="27013"/>
                  </a:lnTo>
                  <a:lnTo>
                    <a:pt x="122258" y="1842"/>
                  </a:lnTo>
                  <a:lnTo>
                    <a:pt x="107693" y="0"/>
                  </a:lnTo>
                  <a:close/>
                </a:path>
              </a:pathLst>
            </a:custGeom>
            <a:solidFill>
              <a:srgbClr val="CF9E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" name="object 456" descr=""/>
            <p:cNvSpPr/>
            <p:nvPr/>
          </p:nvSpPr>
          <p:spPr>
            <a:xfrm>
              <a:off x="3055176" y="6871929"/>
              <a:ext cx="155575" cy="467359"/>
            </a:xfrm>
            <a:custGeom>
              <a:avLst/>
              <a:gdLst/>
              <a:ahLst/>
              <a:cxnLst/>
              <a:rect l="l" t="t" r="r" b="b"/>
              <a:pathLst>
                <a:path w="155575" h="467359">
                  <a:moveTo>
                    <a:pt x="77767" y="0"/>
                  </a:moveTo>
                  <a:lnTo>
                    <a:pt x="46789" y="9315"/>
                  </a:lnTo>
                  <a:lnTo>
                    <a:pt x="22148" y="25206"/>
                  </a:lnTo>
                  <a:lnTo>
                    <a:pt x="5875" y="46197"/>
                  </a:lnTo>
                  <a:lnTo>
                    <a:pt x="0" y="70814"/>
                  </a:lnTo>
                  <a:lnTo>
                    <a:pt x="0" y="466928"/>
                  </a:lnTo>
                  <a:lnTo>
                    <a:pt x="155534" y="466928"/>
                  </a:lnTo>
                  <a:lnTo>
                    <a:pt x="155534" y="70814"/>
                  </a:lnTo>
                  <a:lnTo>
                    <a:pt x="149641" y="46183"/>
                  </a:lnTo>
                  <a:lnTo>
                    <a:pt x="133338" y="25170"/>
                  </a:lnTo>
                  <a:lnTo>
                    <a:pt x="108692" y="9275"/>
                  </a:lnTo>
                  <a:lnTo>
                    <a:pt x="77767" y="0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" name="object 457" descr=""/>
            <p:cNvSpPr/>
            <p:nvPr/>
          </p:nvSpPr>
          <p:spPr>
            <a:xfrm>
              <a:off x="3267908" y="6870083"/>
              <a:ext cx="200660" cy="469265"/>
            </a:xfrm>
            <a:custGeom>
              <a:avLst/>
              <a:gdLst/>
              <a:ahLst/>
              <a:cxnLst/>
              <a:rect l="l" t="t" r="r" b="b"/>
              <a:pathLst>
                <a:path w="200660" h="469265">
                  <a:moveTo>
                    <a:pt x="107693" y="0"/>
                  </a:moveTo>
                  <a:lnTo>
                    <a:pt x="100080" y="0"/>
                  </a:lnTo>
                  <a:lnTo>
                    <a:pt x="61105" y="5711"/>
                  </a:lnTo>
                  <a:lnTo>
                    <a:pt x="29296" y="21286"/>
                  </a:lnTo>
                  <a:lnTo>
                    <a:pt x="7858" y="44381"/>
                  </a:lnTo>
                  <a:lnTo>
                    <a:pt x="0" y="72657"/>
                  </a:lnTo>
                  <a:lnTo>
                    <a:pt x="0" y="468771"/>
                  </a:lnTo>
                  <a:lnTo>
                    <a:pt x="200035" y="468771"/>
                  </a:lnTo>
                  <a:lnTo>
                    <a:pt x="200035" y="72657"/>
                  </a:lnTo>
                  <a:lnTo>
                    <a:pt x="177834" y="27013"/>
                  </a:lnTo>
                  <a:lnTo>
                    <a:pt x="122258" y="1842"/>
                  </a:lnTo>
                  <a:lnTo>
                    <a:pt x="107693" y="0"/>
                  </a:lnTo>
                  <a:close/>
                </a:path>
              </a:pathLst>
            </a:custGeom>
            <a:solidFill>
              <a:srgbClr val="CF9E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" name="object 458" descr=""/>
            <p:cNvSpPr/>
            <p:nvPr/>
          </p:nvSpPr>
          <p:spPr>
            <a:xfrm>
              <a:off x="3312402" y="6871929"/>
              <a:ext cx="155575" cy="467359"/>
            </a:xfrm>
            <a:custGeom>
              <a:avLst/>
              <a:gdLst/>
              <a:ahLst/>
              <a:cxnLst/>
              <a:rect l="l" t="t" r="r" b="b"/>
              <a:pathLst>
                <a:path w="155575" h="467359">
                  <a:moveTo>
                    <a:pt x="77767" y="0"/>
                  </a:moveTo>
                  <a:lnTo>
                    <a:pt x="46789" y="9315"/>
                  </a:lnTo>
                  <a:lnTo>
                    <a:pt x="22148" y="25206"/>
                  </a:lnTo>
                  <a:lnTo>
                    <a:pt x="5875" y="46197"/>
                  </a:lnTo>
                  <a:lnTo>
                    <a:pt x="0" y="70814"/>
                  </a:lnTo>
                  <a:lnTo>
                    <a:pt x="0" y="466928"/>
                  </a:lnTo>
                  <a:lnTo>
                    <a:pt x="155534" y="466928"/>
                  </a:lnTo>
                  <a:lnTo>
                    <a:pt x="155534" y="70814"/>
                  </a:lnTo>
                  <a:lnTo>
                    <a:pt x="149641" y="46183"/>
                  </a:lnTo>
                  <a:lnTo>
                    <a:pt x="133338" y="25170"/>
                  </a:lnTo>
                  <a:lnTo>
                    <a:pt x="108692" y="9275"/>
                  </a:lnTo>
                  <a:lnTo>
                    <a:pt x="77767" y="0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" name="object 459" descr=""/>
            <p:cNvSpPr/>
            <p:nvPr/>
          </p:nvSpPr>
          <p:spPr>
            <a:xfrm>
              <a:off x="3525134" y="6870083"/>
              <a:ext cx="200660" cy="469265"/>
            </a:xfrm>
            <a:custGeom>
              <a:avLst/>
              <a:gdLst/>
              <a:ahLst/>
              <a:cxnLst/>
              <a:rect l="l" t="t" r="r" b="b"/>
              <a:pathLst>
                <a:path w="200660" h="469265">
                  <a:moveTo>
                    <a:pt x="107703" y="0"/>
                  </a:moveTo>
                  <a:lnTo>
                    <a:pt x="100080" y="0"/>
                  </a:lnTo>
                  <a:lnTo>
                    <a:pt x="61105" y="5711"/>
                  </a:lnTo>
                  <a:lnTo>
                    <a:pt x="29296" y="21286"/>
                  </a:lnTo>
                  <a:lnTo>
                    <a:pt x="7858" y="44381"/>
                  </a:lnTo>
                  <a:lnTo>
                    <a:pt x="0" y="72657"/>
                  </a:lnTo>
                  <a:lnTo>
                    <a:pt x="0" y="468771"/>
                  </a:lnTo>
                  <a:lnTo>
                    <a:pt x="200035" y="468771"/>
                  </a:lnTo>
                  <a:lnTo>
                    <a:pt x="200035" y="72657"/>
                  </a:lnTo>
                  <a:lnTo>
                    <a:pt x="177834" y="27013"/>
                  </a:lnTo>
                  <a:lnTo>
                    <a:pt x="122258" y="1842"/>
                  </a:lnTo>
                  <a:lnTo>
                    <a:pt x="107703" y="0"/>
                  </a:lnTo>
                  <a:close/>
                </a:path>
              </a:pathLst>
            </a:custGeom>
            <a:solidFill>
              <a:srgbClr val="CF9E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" name="object 460" descr=""/>
            <p:cNvSpPr/>
            <p:nvPr/>
          </p:nvSpPr>
          <p:spPr>
            <a:xfrm>
              <a:off x="3569628" y="6871929"/>
              <a:ext cx="155575" cy="467359"/>
            </a:xfrm>
            <a:custGeom>
              <a:avLst/>
              <a:gdLst/>
              <a:ahLst/>
              <a:cxnLst/>
              <a:rect l="l" t="t" r="r" b="b"/>
              <a:pathLst>
                <a:path w="155575" h="467359">
                  <a:moveTo>
                    <a:pt x="77767" y="0"/>
                  </a:moveTo>
                  <a:lnTo>
                    <a:pt x="46789" y="9315"/>
                  </a:lnTo>
                  <a:lnTo>
                    <a:pt x="22148" y="25206"/>
                  </a:lnTo>
                  <a:lnTo>
                    <a:pt x="5875" y="46197"/>
                  </a:lnTo>
                  <a:lnTo>
                    <a:pt x="0" y="70814"/>
                  </a:lnTo>
                  <a:lnTo>
                    <a:pt x="0" y="466928"/>
                  </a:lnTo>
                  <a:lnTo>
                    <a:pt x="155534" y="466928"/>
                  </a:lnTo>
                  <a:lnTo>
                    <a:pt x="155534" y="70814"/>
                  </a:lnTo>
                  <a:lnTo>
                    <a:pt x="149641" y="46183"/>
                  </a:lnTo>
                  <a:lnTo>
                    <a:pt x="133338" y="25170"/>
                  </a:lnTo>
                  <a:lnTo>
                    <a:pt x="108692" y="9275"/>
                  </a:lnTo>
                  <a:lnTo>
                    <a:pt x="77767" y="0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" name="object 461" descr=""/>
            <p:cNvSpPr/>
            <p:nvPr/>
          </p:nvSpPr>
          <p:spPr>
            <a:xfrm>
              <a:off x="3782361" y="6870083"/>
              <a:ext cx="200660" cy="469265"/>
            </a:xfrm>
            <a:custGeom>
              <a:avLst/>
              <a:gdLst/>
              <a:ahLst/>
              <a:cxnLst/>
              <a:rect l="l" t="t" r="r" b="b"/>
              <a:pathLst>
                <a:path w="200660" h="469265">
                  <a:moveTo>
                    <a:pt x="107703" y="0"/>
                  </a:moveTo>
                  <a:lnTo>
                    <a:pt x="100080" y="0"/>
                  </a:lnTo>
                  <a:lnTo>
                    <a:pt x="61105" y="5711"/>
                  </a:lnTo>
                  <a:lnTo>
                    <a:pt x="29296" y="21286"/>
                  </a:lnTo>
                  <a:lnTo>
                    <a:pt x="7858" y="44381"/>
                  </a:lnTo>
                  <a:lnTo>
                    <a:pt x="0" y="72657"/>
                  </a:lnTo>
                  <a:lnTo>
                    <a:pt x="0" y="468771"/>
                  </a:lnTo>
                  <a:lnTo>
                    <a:pt x="200035" y="468771"/>
                  </a:lnTo>
                  <a:lnTo>
                    <a:pt x="200035" y="72657"/>
                  </a:lnTo>
                  <a:lnTo>
                    <a:pt x="177834" y="27013"/>
                  </a:lnTo>
                  <a:lnTo>
                    <a:pt x="122258" y="1842"/>
                  </a:lnTo>
                  <a:lnTo>
                    <a:pt x="107703" y="0"/>
                  </a:lnTo>
                  <a:close/>
                </a:path>
              </a:pathLst>
            </a:custGeom>
            <a:solidFill>
              <a:srgbClr val="CF9E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" name="object 462" descr=""/>
            <p:cNvSpPr/>
            <p:nvPr/>
          </p:nvSpPr>
          <p:spPr>
            <a:xfrm>
              <a:off x="3826856" y="6871929"/>
              <a:ext cx="155575" cy="467359"/>
            </a:xfrm>
            <a:custGeom>
              <a:avLst/>
              <a:gdLst/>
              <a:ahLst/>
              <a:cxnLst/>
              <a:rect l="l" t="t" r="r" b="b"/>
              <a:pathLst>
                <a:path w="155575" h="467359">
                  <a:moveTo>
                    <a:pt x="77767" y="0"/>
                  </a:moveTo>
                  <a:lnTo>
                    <a:pt x="46789" y="9315"/>
                  </a:lnTo>
                  <a:lnTo>
                    <a:pt x="22148" y="25206"/>
                  </a:lnTo>
                  <a:lnTo>
                    <a:pt x="5875" y="46197"/>
                  </a:lnTo>
                  <a:lnTo>
                    <a:pt x="0" y="70814"/>
                  </a:lnTo>
                  <a:lnTo>
                    <a:pt x="0" y="466928"/>
                  </a:lnTo>
                  <a:lnTo>
                    <a:pt x="155534" y="466928"/>
                  </a:lnTo>
                  <a:lnTo>
                    <a:pt x="155534" y="70814"/>
                  </a:lnTo>
                  <a:lnTo>
                    <a:pt x="149641" y="46183"/>
                  </a:lnTo>
                  <a:lnTo>
                    <a:pt x="133338" y="25170"/>
                  </a:lnTo>
                  <a:lnTo>
                    <a:pt x="108692" y="9275"/>
                  </a:lnTo>
                  <a:lnTo>
                    <a:pt x="77767" y="0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" name="object 463" descr=""/>
            <p:cNvSpPr/>
            <p:nvPr/>
          </p:nvSpPr>
          <p:spPr>
            <a:xfrm>
              <a:off x="4039588" y="6870083"/>
              <a:ext cx="200660" cy="469265"/>
            </a:xfrm>
            <a:custGeom>
              <a:avLst/>
              <a:gdLst/>
              <a:ahLst/>
              <a:cxnLst/>
              <a:rect l="l" t="t" r="r" b="b"/>
              <a:pathLst>
                <a:path w="200660" h="469265">
                  <a:moveTo>
                    <a:pt x="107703" y="0"/>
                  </a:moveTo>
                  <a:lnTo>
                    <a:pt x="100080" y="0"/>
                  </a:lnTo>
                  <a:lnTo>
                    <a:pt x="61105" y="5711"/>
                  </a:lnTo>
                  <a:lnTo>
                    <a:pt x="29296" y="21286"/>
                  </a:lnTo>
                  <a:lnTo>
                    <a:pt x="7858" y="44381"/>
                  </a:lnTo>
                  <a:lnTo>
                    <a:pt x="0" y="72657"/>
                  </a:lnTo>
                  <a:lnTo>
                    <a:pt x="0" y="468771"/>
                  </a:lnTo>
                  <a:lnTo>
                    <a:pt x="200035" y="468771"/>
                  </a:lnTo>
                  <a:lnTo>
                    <a:pt x="200035" y="72657"/>
                  </a:lnTo>
                  <a:lnTo>
                    <a:pt x="177834" y="27013"/>
                  </a:lnTo>
                  <a:lnTo>
                    <a:pt x="122258" y="1842"/>
                  </a:lnTo>
                  <a:lnTo>
                    <a:pt x="107703" y="0"/>
                  </a:lnTo>
                  <a:close/>
                </a:path>
              </a:pathLst>
            </a:custGeom>
            <a:solidFill>
              <a:srgbClr val="CF9E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" name="object 464" descr=""/>
            <p:cNvSpPr/>
            <p:nvPr/>
          </p:nvSpPr>
          <p:spPr>
            <a:xfrm>
              <a:off x="3089833" y="6624148"/>
              <a:ext cx="1149985" cy="715010"/>
            </a:xfrm>
            <a:custGeom>
              <a:avLst/>
              <a:gdLst/>
              <a:ahLst/>
              <a:cxnLst/>
              <a:rect l="l" t="t" r="r" b="b"/>
              <a:pathLst>
                <a:path w="1149985" h="715009">
                  <a:moveTo>
                    <a:pt x="86207" y="0"/>
                  </a:moveTo>
                  <a:lnTo>
                    <a:pt x="0" y="0"/>
                  </a:lnTo>
                  <a:lnTo>
                    <a:pt x="0" y="149999"/>
                  </a:lnTo>
                  <a:lnTo>
                    <a:pt x="86207" y="149999"/>
                  </a:lnTo>
                  <a:lnTo>
                    <a:pt x="86207" y="0"/>
                  </a:lnTo>
                  <a:close/>
                </a:path>
                <a:path w="1149985" h="715009">
                  <a:moveTo>
                    <a:pt x="343433" y="0"/>
                  </a:moveTo>
                  <a:lnTo>
                    <a:pt x="257225" y="0"/>
                  </a:lnTo>
                  <a:lnTo>
                    <a:pt x="257225" y="149999"/>
                  </a:lnTo>
                  <a:lnTo>
                    <a:pt x="343433" y="149999"/>
                  </a:lnTo>
                  <a:lnTo>
                    <a:pt x="343433" y="0"/>
                  </a:lnTo>
                  <a:close/>
                </a:path>
                <a:path w="1149985" h="715009">
                  <a:moveTo>
                    <a:pt x="600659" y="0"/>
                  </a:moveTo>
                  <a:lnTo>
                    <a:pt x="514464" y="0"/>
                  </a:lnTo>
                  <a:lnTo>
                    <a:pt x="514464" y="149999"/>
                  </a:lnTo>
                  <a:lnTo>
                    <a:pt x="600659" y="149999"/>
                  </a:lnTo>
                  <a:lnTo>
                    <a:pt x="600659" y="0"/>
                  </a:lnTo>
                  <a:close/>
                </a:path>
                <a:path w="1149985" h="715009">
                  <a:moveTo>
                    <a:pt x="857885" y="0"/>
                  </a:moveTo>
                  <a:lnTo>
                    <a:pt x="771677" y="0"/>
                  </a:lnTo>
                  <a:lnTo>
                    <a:pt x="771677" y="149999"/>
                  </a:lnTo>
                  <a:lnTo>
                    <a:pt x="857885" y="149999"/>
                  </a:lnTo>
                  <a:lnTo>
                    <a:pt x="857885" y="0"/>
                  </a:lnTo>
                  <a:close/>
                </a:path>
                <a:path w="1149985" h="715009">
                  <a:moveTo>
                    <a:pt x="1115110" y="0"/>
                  </a:moveTo>
                  <a:lnTo>
                    <a:pt x="1028903" y="0"/>
                  </a:lnTo>
                  <a:lnTo>
                    <a:pt x="1028903" y="149999"/>
                  </a:lnTo>
                  <a:lnTo>
                    <a:pt x="1115110" y="149999"/>
                  </a:lnTo>
                  <a:lnTo>
                    <a:pt x="1115110" y="0"/>
                  </a:lnTo>
                  <a:close/>
                </a:path>
                <a:path w="1149985" h="715009">
                  <a:moveTo>
                    <a:pt x="1149781" y="318604"/>
                  </a:moveTo>
                  <a:lnTo>
                    <a:pt x="1143889" y="293966"/>
                  </a:lnTo>
                  <a:lnTo>
                    <a:pt x="1127582" y="272961"/>
                  </a:lnTo>
                  <a:lnTo>
                    <a:pt x="1102931" y="257060"/>
                  </a:lnTo>
                  <a:lnTo>
                    <a:pt x="1072007" y="247789"/>
                  </a:lnTo>
                  <a:lnTo>
                    <a:pt x="1041031" y="257098"/>
                  </a:lnTo>
                  <a:lnTo>
                    <a:pt x="1016393" y="272999"/>
                  </a:lnTo>
                  <a:lnTo>
                    <a:pt x="1000112" y="293979"/>
                  </a:lnTo>
                  <a:lnTo>
                    <a:pt x="994244" y="318604"/>
                  </a:lnTo>
                  <a:lnTo>
                    <a:pt x="994244" y="714717"/>
                  </a:lnTo>
                  <a:lnTo>
                    <a:pt x="1149781" y="714717"/>
                  </a:lnTo>
                  <a:lnTo>
                    <a:pt x="1149781" y="318604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" name="object 465" descr=""/>
            <p:cNvSpPr/>
            <p:nvPr/>
          </p:nvSpPr>
          <p:spPr>
            <a:xfrm>
              <a:off x="4362640" y="6384613"/>
              <a:ext cx="523240" cy="864235"/>
            </a:xfrm>
            <a:custGeom>
              <a:avLst/>
              <a:gdLst/>
              <a:ahLst/>
              <a:cxnLst/>
              <a:rect l="l" t="t" r="r" b="b"/>
              <a:pathLst>
                <a:path w="523239" h="864234">
                  <a:moveTo>
                    <a:pt x="522922" y="0"/>
                  </a:moveTo>
                  <a:lnTo>
                    <a:pt x="0" y="0"/>
                  </a:lnTo>
                  <a:lnTo>
                    <a:pt x="0" y="184886"/>
                  </a:lnTo>
                  <a:lnTo>
                    <a:pt x="0" y="206336"/>
                  </a:lnTo>
                  <a:lnTo>
                    <a:pt x="0" y="379120"/>
                  </a:lnTo>
                  <a:lnTo>
                    <a:pt x="0" y="389534"/>
                  </a:lnTo>
                  <a:lnTo>
                    <a:pt x="0" y="864235"/>
                  </a:lnTo>
                  <a:lnTo>
                    <a:pt x="155219" y="864235"/>
                  </a:lnTo>
                  <a:lnTo>
                    <a:pt x="155219" y="389534"/>
                  </a:lnTo>
                  <a:lnTo>
                    <a:pt x="522922" y="389534"/>
                  </a:lnTo>
                  <a:lnTo>
                    <a:pt x="522922" y="206336"/>
                  </a:lnTo>
                  <a:lnTo>
                    <a:pt x="522922" y="184886"/>
                  </a:lnTo>
                  <a:lnTo>
                    <a:pt x="522922" y="0"/>
                  </a:lnTo>
                  <a:close/>
                </a:path>
              </a:pathLst>
            </a:custGeom>
            <a:solidFill>
              <a:srgbClr val="DFBC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" name="object 466" descr=""/>
            <p:cNvSpPr/>
            <p:nvPr/>
          </p:nvSpPr>
          <p:spPr>
            <a:xfrm>
              <a:off x="2753455" y="5708088"/>
              <a:ext cx="1849120" cy="676910"/>
            </a:xfrm>
            <a:custGeom>
              <a:avLst/>
              <a:gdLst/>
              <a:ahLst/>
              <a:cxnLst/>
              <a:rect l="l" t="t" r="r" b="b"/>
              <a:pathLst>
                <a:path w="1849120" h="676910">
                  <a:moveTo>
                    <a:pt x="1848802" y="0"/>
                  </a:moveTo>
                  <a:lnTo>
                    <a:pt x="0" y="0"/>
                  </a:lnTo>
                  <a:lnTo>
                    <a:pt x="0" y="676513"/>
                  </a:lnTo>
                  <a:lnTo>
                    <a:pt x="1848802" y="676513"/>
                  </a:lnTo>
                  <a:lnTo>
                    <a:pt x="18488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" name="object 467" descr=""/>
            <p:cNvSpPr/>
            <p:nvPr/>
          </p:nvSpPr>
          <p:spPr>
            <a:xfrm>
              <a:off x="2906496" y="5857131"/>
              <a:ext cx="226695" cy="527685"/>
            </a:xfrm>
            <a:custGeom>
              <a:avLst/>
              <a:gdLst/>
              <a:ahLst/>
              <a:cxnLst/>
              <a:rect l="l" t="t" r="r" b="b"/>
              <a:pathLst>
                <a:path w="226694" h="527685">
                  <a:moveTo>
                    <a:pt x="67348" y="0"/>
                  </a:moveTo>
                  <a:lnTo>
                    <a:pt x="0" y="0"/>
                  </a:lnTo>
                  <a:lnTo>
                    <a:pt x="0" y="128968"/>
                  </a:lnTo>
                  <a:lnTo>
                    <a:pt x="67348" y="128968"/>
                  </a:lnTo>
                  <a:lnTo>
                    <a:pt x="67348" y="0"/>
                  </a:lnTo>
                  <a:close/>
                </a:path>
                <a:path w="226694" h="527685">
                  <a:moveTo>
                    <a:pt x="68148" y="398500"/>
                  </a:moveTo>
                  <a:lnTo>
                    <a:pt x="800" y="398500"/>
                  </a:lnTo>
                  <a:lnTo>
                    <a:pt x="800" y="499935"/>
                  </a:lnTo>
                  <a:lnTo>
                    <a:pt x="800" y="527481"/>
                  </a:lnTo>
                  <a:lnTo>
                    <a:pt x="68148" y="527481"/>
                  </a:lnTo>
                  <a:lnTo>
                    <a:pt x="68148" y="499935"/>
                  </a:lnTo>
                  <a:lnTo>
                    <a:pt x="68148" y="398500"/>
                  </a:lnTo>
                  <a:close/>
                </a:path>
                <a:path w="226694" h="527685">
                  <a:moveTo>
                    <a:pt x="68148" y="202882"/>
                  </a:moveTo>
                  <a:lnTo>
                    <a:pt x="800" y="202882"/>
                  </a:lnTo>
                  <a:lnTo>
                    <a:pt x="800" y="331851"/>
                  </a:lnTo>
                  <a:lnTo>
                    <a:pt x="68148" y="331851"/>
                  </a:lnTo>
                  <a:lnTo>
                    <a:pt x="68148" y="202882"/>
                  </a:lnTo>
                  <a:close/>
                </a:path>
                <a:path w="226694" h="527685">
                  <a:moveTo>
                    <a:pt x="225640" y="0"/>
                  </a:moveTo>
                  <a:lnTo>
                    <a:pt x="158305" y="0"/>
                  </a:lnTo>
                  <a:lnTo>
                    <a:pt x="158305" y="128968"/>
                  </a:lnTo>
                  <a:lnTo>
                    <a:pt x="225640" y="128968"/>
                  </a:lnTo>
                  <a:lnTo>
                    <a:pt x="225640" y="0"/>
                  </a:lnTo>
                  <a:close/>
                </a:path>
                <a:path w="226694" h="527685">
                  <a:moveTo>
                    <a:pt x="226441" y="398500"/>
                  </a:moveTo>
                  <a:lnTo>
                    <a:pt x="159092" y="398500"/>
                  </a:lnTo>
                  <a:lnTo>
                    <a:pt x="159092" y="527481"/>
                  </a:lnTo>
                  <a:lnTo>
                    <a:pt x="226441" y="527481"/>
                  </a:lnTo>
                  <a:lnTo>
                    <a:pt x="226441" y="398500"/>
                  </a:lnTo>
                  <a:close/>
                </a:path>
                <a:path w="226694" h="527685">
                  <a:moveTo>
                    <a:pt x="226441" y="202882"/>
                  </a:moveTo>
                  <a:lnTo>
                    <a:pt x="159092" y="202882"/>
                  </a:lnTo>
                  <a:lnTo>
                    <a:pt x="159092" y="331851"/>
                  </a:lnTo>
                  <a:lnTo>
                    <a:pt x="226441" y="331851"/>
                  </a:lnTo>
                  <a:lnTo>
                    <a:pt x="226441" y="202882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" name="object 468" descr=""/>
            <p:cNvSpPr/>
            <p:nvPr/>
          </p:nvSpPr>
          <p:spPr>
            <a:xfrm>
              <a:off x="4602251" y="5708097"/>
              <a:ext cx="283845" cy="676910"/>
            </a:xfrm>
            <a:custGeom>
              <a:avLst/>
              <a:gdLst/>
              <a:ahLst/>
              <a:cxnLst/>
              <a:rect l="l" t="t" r="r" b="b"/>
              <a:pathLst>
                <a:path w="283845" h="676910">
                  <a:moveTo>
                    <a:pt x="283311" y="0"/>
                  </a:moveTo>
                  <a:lnTo>
                    <a:pt x="0" y="0"/>
                  </a:lnTo>
                  <a:lnTo>
                    <a:pt x="0" y="289877"/>
                  </a:lnTo>
                  <a:lnTo>
                    <a:pt x="0" y="676516"/>
                  </a:lnTo>
                  <a:lnTo>
                    <a:pt x="283311" y="676516"/>
                  </a:lnTo>
                  <a:lnTo>
                    <a:pt x="283311" y="289877"/>
                  </a:lnTo>
                  <a:lnTo>
                    <a:pt x="283311" y="0"/>
                  </a:lnTo>
                  <a:close/>
                </a:path>
              </a:pathLst>
            </a:custGeom>
            <a:solidFill>
              <a:srgbClr val="DFBC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" name="object 469" descr=""/>
            <p:cNvSpPr/>
            <p:nvPr/>
          </p:nvSpPr>
          <p:spPr>
            <a:xfrm>
              <a:off x="2928607" y="6384613"/>
              <a:ext cx="1809750" cy="36830"/>
            </a:xfrm>
            <a:custGeom>
              <a:avLst/>
              <a:gdLst/>
              <a:ahLst/>
              <a:cxnLst/>
              <a:rect l="l" t="t" r="r" b="b"/>
              <a:pathLst>
                <a:path w="1809750" h="36829">
                  <a:moveTo>
                    <a:pt x="1809178" y="0"/>
                  </a:moveTo>
                  <a:lnTo>
                    <a:pt x="1434033" y="0"/>
                  </a:lnTo>
                  <a:lnTo>
                    <a:pt x="0" y="0"/>
                  </a:lnTo>
                  <a:lnTo>
                    <a:pt x="0" y="660"/>
                  </a:lnTo>
                  <a:lnTo>
                    <a:pt x="0" y="36220"/>
                  </a:lnTo>
                  <a:lnTo>
                    <a:pt x="1434033" y="36220"/>
                  </a:lnTo>
                  <a:lnTo>
                    <a:pt x="1809178" y="36220"/>
                  </a:lnTo>
                  <a:lnTo>
                    <a:pt x="1809178" y="660"/>
                  </a:lnTo>
                  <a:lnTo>
                    <a:pt x="1809178" y="0"/>
                  </a:lnTo>
                  <a:close/>
                </a:path>
              </a:pathLst>
            </a:custGeom>
            <a:solidFill>
              <a:srgbClr val="CF9E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" name="object 470" descr=""/>
            <p:cNvSpPr/>
            <p:nvPr/>
          </p:nvSpPr>
          <p:spPr>
            <a:xfrm>
              <a:off x="4268760" y="5993346"/>
              <a:ext cx="334010" cy="391795"/>
            </a:xfrm>
            <a:custGeom>
              <a:avLst/>
              <a:gdLst/>
              <a:ahLst/>
              <a:cxnLst/>
              <a:rect l="l" t="t" r="r" b="b"/>
              <a:pathLst>
                <a:path w="334010" h="391795">
                  <a:moveTo>
                    <a:pt x="333497" y="0"/>
                  </a:moveTo>
                  <a:lnTo>
                    <a:pt x="0" y="0"/>
                  </a:lnTo>
                  <a:lnTo>
                    <a:pt x="0" y="391255"/>
                  </a:lnTo>
                  <a:lnTo>
                    <a:pt x="333497" y="391255"/>
                  </a:lnTo>
                  <a:lnTo>
                    <a:pt x="333497" y="0"/>
                  </a:lnTo>
                  <a:close/>
                </a:path>
              </a:pathLst>
            </a:custGeom>
            <a:solidFill>
              <a:srgbClr val="DFBC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" name="object 471" descr=""/>
            <p:cNvSpPr/>
            <p:nvPr/>
          </p:nvSpPr>
          <p:spPr>
            <a:xfrm>
              <a:off x="3367925" y="5857131"/>
              <a:ext cx="1042035" cy="136525"/>
            </a:xfrm>
            <a:custGeom>
              <a:avLst/>
              <a:gdLst/>
              <a:ahLst/>
              <a:cxnLst/>
              <a:rect l="l" t="t" r="r" b="b"/>
              <a:pathLst>
                <a:path w="1042035" h="136525">
                  <a:moveTo>
                    <a:pt x="240182" y="0"/>
                  </a:moveTo>
                  <a:lnTo>
                    <a:pt x="0" y="0"/>
                  </a:lnTo>
                  <a:lnTo>
                    <a:pt x="0" y="136220"/>
                  </a:lnTo>
                  <a:lnTo>
                    <a:pt x="240182" y="136220"/>
                  </a:lnTo>
                  <a:lnTo>
                    <a:pt x="240182" y="0"/>
                  </a:lnTo>
                  <a:close/>
                </a:path>
                <a:path w="1042035" h="136525">
                  <a:moveTo>
                    <a:pt x="630008" y="0"/>
                  </a:moveTo>
                  <a:lnTo>
                    <a:pt x="389813" y="0"/>
                  </a:lnTo>
                  <a:lnTo>
                    <a:pt x="389813" y="136220"/>
                  </a:lnTo>
                  <a:lnTo>
                    <a:pt x="630008" y="136220"/>
                  </a:lnTo>
                  <a:lnTo>
                    <a:pt x="630008" y="0"/>
                  </a:lnTo>
                  <a:close/>
                </a:path>
                <a:path w="1042035" h="136525">
                  <a:moveTo>
                    <a:pt x="1041666" y="0"/>
                  </a:moveTo>
                  <a:lnTo>
                    <a:pt x="801484" y="0"/>
                  </a:lnTo>
                  <a:lnTo>
                    <a:pt x="801484" y="136220"/>
                  </a:lnTo>
                  <a:lnTo>
                    <a:pt x="1041666" y="136220"/>
                  </a:lnTo>
                  <a:lnTo>
                    <a:pt x="1041666" y="0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" name="object 472" descr=""/>
            <p:cNvSpPr/>
            <p:nvPr/>
          </p:nvSpPr>
          <p:spPr>
            <a:xfrm>
              <a:off x="3945213" y="6080692"/>
              <a:ext cx="161290" cy="304800"/>
            </a:xfrm>
            <a:custGeom>
              <a:avLst/>
              <a:gdLst/>
              <a:ahLst/>
              <a:cxnLst/>
              <a:rect l="l" t="t" r="r" b="b"/>
              <a:pathLst>
                <a:path w="161289" h="304800">
                  <a:moveTo>
                    <a:pt x="86688" y="0"/>
                  </a:moveTo>
                  <a:lnTo>
                    <a:pt x="80552" y="0"/>
                  </a:lnTo>
                  <a:lnTo>
                    <a:pt x="49183" y="3710"/>
                  </a:lnTo>
                  <a:lnTo>
                    <a:pt x="23580" y="13829"/>
                  </a:lnTo>
                  <a:lnTo>
                    <a:pt x="6325" y="28836"/>
                  </a:lnTo>
                  <a:lnTo>
                    <a:pt x="0" y="47213"/>
                  </a:lnTo>
                  <a:lnTo>
                    <a:pt x="0" y="304587"/>
                  </a:lnTo>
                  <a:lnTo>
                    <a:pt x="161000" y="304587"/>
                  </a:lnTo>
                  <a:lnTo>
                    <a:pt x="161000" y="47213"/>
                  </a:lnTo>
                  <a:lnTo>
                    <a:pt x="123293" y="7229"/>
                  </a:lnTo>
                  <a:lnTo>
                    <a:pt x="86688" y="0"/>
                  </a:lnTo>
                  <a:close/>
                </a:path>
              </a:pathLst>
            </a:custGeom>
            <a:solidFill>
              <a:srgbClr val="CF9E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" name="object 473" descr=""/>
            <p:cNvSpPr/>
            <p:nvPr/>
          </p:nvSpPr>
          <p:spPr>
            <a:xfrm>
              <a:off x="3981022" y="6081892"/>
              <a:ext cx="125730" cy="303530"/>
            </a:xfrm>
            <a:custGeom>
              <a:avLst/>
              <a:gdLst/>
              <a:ahLst/>
              <a:cxnLst/>
              <a:rect l="l" t="t" r="r" b="b"/>
              <a:pathLst>
                <a:path w="125729" h="303529">
                  <a:moveTo>
                    <a:pt x="62594" y="0"/>
                  </a:moveTo>
                  <a:lnTo>
                    <a:pt x="37662" y="6052"/>
                  </a:lnTo>
                  <a:lnTo>
                    <a:pt x="17829" y="16376"/>
                  </a:lnTo>
                  <a:lnTo>
                    <a:pt x="4729" y="30014"/>
                  </a:lnTo>
                  <a:lnTo>
                    <a:pt x="0" y="46009"/>
                  </a:lnTo>
                  <a:lnTo>
                    <a:pt x="0" y="303383"/>
                  </a:lnTo>
                  <a:lnTo>
                    <a:pt x="125189" y="303383"/>
                  </a:lnTo>
                  <a:lnTo>
                    <a:pt x="125189" y="46009"/>
                  </a:lnTo>
                  <a:lnTo>
                    <a:pt x="120445" y="30005"/>
                  </a:lnTo>
                  <a:lnTo>
                    <a:pt x="107321" y="16352"/>
                  </a:lnTo>
                  <a:lnTo>
                    <a:pt x="87482" y="6025"/>
                  </a:lnTo>
                  <a:lnTo>
                    <a:pt x="62594" y="0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" name="object 474" descr=""/>
            <p:cNvSpPr/>
            <p:nvPr/>
          </p:nvSpPr>
          <p:spPr>
            <a:xfrm>
              <a:off x="3962486" y="6222815"/>
              <a:ext cx="144145" cy="60325"/>
            </a:xfrm>
            <a:custGeom>
              <a:avLst/>
              <a:gdLst/>
              <a:ahLst/>
              <a:cxnLst/>
              <a:rect l="l" t="t" r="r" b="b"/>
              <a:pathLst>
                <a:path w="144145" h="60325">
                  <a:moveTo>
                    <a:pt x="143723" y="0"/>
                  </a:moveTo>
                  <a:lnTo>
                    <a:pt x="0" y="0"/>
                  </a:lnTo>
                  <a:lnTo>
                    <a:pt x="0" y="59778"/>
                  </a:lnTo>
                  <a:lnTo>
                    <a:pt x="143723" y="59778"/>
                  </a:lnTo>
                  <a:lnTo>
                    <a:pt x="143723" y="0"/>
                  </a:lnTo>
                  <a:close/>
                </a:path>
              </a:pathLst>
            </a:custGeom>
            <a:solidFill>
              <a:srgbClr val="DFBC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" name="object 475" descr=""/>
            <p:cNvSpPr/>
            <p:nvPr/>
          </p:nvSpPr>
          <p:spPr>
            <a:xfrm>
              <a:off x="3676270" y="6080692"/>
              <a:ext cx="161290" cy="304800"/>
            </a:xfrm>
            <a:custGeom>
              <a:avLst/>
              <a:gdLst/>
              <a:ahLst/>
              <a:cxnLst/>
              <a:rect l="l" t="t" r="r" b="b"/>
              <a:pathLst>
                <a:path w="161289" h="304800">
                  <a:moveTo>
                    <a:pt x="86688" y="0"/>
                  </a:moveTo>
                  <a:lnTo>
                    <a:pt x="80552" y="0"/>
                  </a:lnTo>
                  <a:lnTo>
                    <a:pt x="49183" y="3710"/>
                  </a:lnTo>
                  <a:lnTo>
                    <a:pt x="23580" y="13829"/>
                  </a:lnTo>
                  <a:lnTo>
                    <a:pt x="6325" y="28836"/>
                  </a:lnTo>
                  <a:lnTo>
                    <a:pt x="0" y="47213"/>
                  </a:lnTo>
                  <a:lnTo>
                    <a:pt x="0" y="304587"/>
                  </a:lnTo>
                  <a:lnTo>
                    <a:pt x="161000" y="304587"/>
                  </a:lnTo>
                  <a:lnTo>
                    <a:pt x="161000" y="47213"/>
                  </a:lnTo>
                  <a:lnTo>
                    <a:pt x="123293" y="7229"/>
                  </a:lnTo>
                  <a:lnTo>
                    <a:pt x="86688" y="0"/>
                  </a:lnTo>
                  <a:close/>
                </a:path>
              </a:pathLst>
            </a:custGeom>
            <a:solidFill>
              <a:srgbClr val="CF9E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" name="object 476" descr=""/>
            <p:cNvSpPr/>
            <p:nvPr/>
          </p:nvSpPr>
          <p:spPr>
            <a:xfrm>
              <a:off x="3712080" y="6081892"/>
              <a:ext cx="125730" cy="303530"/>
            </a:xfrm>
            <a:custGeom>
              <a:avLst/>
              <a:gdLst/>
              <a:ahLst/>
              <a:cxnLst/>
              <a:rect l="l" t="t" r="r" b="b"/>
              <a:pathLst>
                <a:path w="125729" h="303529">
                  <a:moveTo>
                    <a:pt x="62594" y="0"/>
                  </a:moveTo>
                  <a:lnTo>
                    <a:pt x="37662" y="6052"/>
                  </a:lnTo>
                  <a:lnTo>
                    <a:pt x="17829" y="16376"/>
                  </a:lnTo>
                  <a:lnTo>
                    <a:pt x="4729" y="30014"/>
                  </a:lnTo>
                  <a:lnTo>
                    <a:pt x="0" y="46009"/>
                  </a:lnTo>
                  <a:lnTo>
                    <a:pt x="0" y="303383"/>
                  </a:lnTo>
                  <a:lnTo>
                    <a:pt x="125189" y="303383"/>
                  </a:lnTo>
                  <a:lnTo>
                    <a:pt x="125189" y="46009"/>
                  </a:lnTo>
                  <a:lnTo>
                    <a:pt x="120445" y="30005"/>
                  </a:lnTo>
                  <a:lnTo>
                    <a:pt x="107321" y="16352"/>
                  </a:lnTo>
                  <a:lnTo>
                    <a:pt x="87482" y="6025"/>
                  </a:lnTo>
                  <a:lnTo>
                    <a:pt x="62594" y="0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" name="object 477" descr=""/>
            <p:cNvSpPr/>
            <p:nvPr/>
          </p:nvSpPr>
          <p:spPr>
            <a:xfrm>
              <a:off x="3693531" y="6222815"/>
              <a:ext cx="144145" cy="60325"/>
            </a:xfrm>
            <a:custGeom>
              <a:avLst/>
              <a:gdLst/>
              <a:ahLst/>
              <a:cxnLst/>
              <a:rect l="l" t="t" r="r" b="b"/>
              <a:pathLst>
                <a:path w="144145" h="60325">
                  <a:moveTo>
                    <a:pt x="143733" y="0"/>
                  </a:moveTo>
                  <a:lnTo>
                    <a:pt x="0" y="0"/>
                  </a:lnTo>
                  <a:lnTo>
                    <a:pt x="0" y="59778"/>
                  </a:lnTo>
                  <a:lnTo>
                    <a:pt x="143733" y="59778"/>
                  </a:lnTo>
                  <a:lnTo>
                    <a:pt x="143733" y="0"/>
                  </a:lnTo>
                  <a:close/>
                </a:path>
              </a:pathLst>
            </a:custGeom>
            <a:solidFill>
              <a:srgbClr val="DFBC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" name="object 478" descr=""/>
            <p:cNvSpPr/>
            <p:nvPr/>
          </p:nvSpPr>
          <p:spPr>
            <a:xfrm>
              <a:off x="3407328" y="6080692"/>
              <a:ext cx="161290" cy="304800"/>
            </a:xfrm>
            <a:custGeom>
              <a:avLst/>
              <a:gdLst/>
              <a:ahLst/>
              <a:cxnLst/>
              <a:rect l="l" t="t" r="r" b="b"/>
              <a:pathLst>
                <a:path w="161289" h="304800">
                  <a:moveTo>
                    <a:pt x="86677" y="0"/>
                  </a:moveTo>
                  <a:lnTo>
                    <a:pt x="80552" y="0"/>
                  </a:lnTo>
                  <a:lnTo>
                    <a:pt x="49183" y="3710"/>
                  </a:lnTo>
                  <a:lnTo>
                    <a:pt x="23580" y="13829"/>
                  </a:lnTo>
                  <a:lnTo>
                    <a:pt x="6325" y="28836"/>
                  </a:lnTo>
                  <a:lnTo>
                    <a:pt x="0" y="47213"/>
                  </a:lnTo>
                  <a:lnTo>
                    <a:pt x="0" y="304587"/>
                  </a:lnTo>
                  <a:lnTo>
                    <a:pt x="161000" y="304587"/>
                  </a:lnTo>
                  <a:lnTo>
                    <a:pt x="161000" y="47213"/>
                  </a:lnTo>
                  <a:lnTo>
                    <a:pt x="123293" y="7229"/>
                  </a:lnTo>
                  <a:lnTo>
                    <a:pt x="86677" y="0"/>
                  </a:lnTo>
                  <a:close/>
                </a:path>
              </a:pathLst>
            </a:custGeom>
            <a:solidFill>
              <a:srgbClr val="CF9E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" name="object 479" descr=""/>
            <p:cNvSpPr/>
            <p:nvPr/>
          </p:nvSpPr>
          <p:spPr>
            <a:xfrm>
              <a:off x="3443137" y="6081892"/>
              <a:ext cx="125730" cy="303530"/>
            </a:xfrm>
            <a:custGeom>
              <a:avLst/>
              <a:gdLst/>
              <a:ahLst/>
              <a:cxnLst/>
              <a:rect l="l" t="t" r="r" b="b"/>
              <a:pathLst>
                <a:path w="125729" h="303529">
                  <a:moveTo>
                    <a:pt x="62594" y="0"/>
                  </a:moveTo>
                  <a:lnTo>
                    <a:pt x="37662" y="6052"/>
                  </a:lnTo>
                  <a:lnTo>
                    <a:pt x="17829" y="16376"/>
                  </a:lnTo>
                  <a:lnTo>
                    <a:pt x="4729" y="30014"/>
                  </a:lnTo>
                  <a:lnTo>
                    <a:pt x="0" y="46009"/>
                  </a:lnTo>
                  <a:lnTo>
                    <a:pt x="0" y="303383"/>
                  </a:lnTo>
                  <a:lnTo>
                    <a:pt x="125189" y="303383"/>
                  </a:lnTo>
                  <a:lnTo>
                    <a:pt x="125189" y="46009"/>
                  </a:lnTo>
                  <a:lnTo>
                    <a:pt x="120445" y="30005"/>
                  </a:lnTo>
                  <a:lnTo>
                    <a:pt x="107321" y="16352"/>
                  </a:lnTo>
                  <a:lnTo>
                    <a:pt x="87482" y="6025"/>
                  </a:lnTo>
                  <a:lnTo>
                    <a:pt x="62594" y="0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" name="object 480" descr=""/>
            <p:cNvSpPr/>
            <p:nvPr/>
          </p:nvSpPr>
          <p:spPr>
            <a:xfrm>
              <a:off x="3424597" y="6222815"/>
              <a:ext cx="144145" cy="60325"/>
            </a:xfrm>
            <a:custGeom>
              <a:avLst/>
              <a:gdLst/>
              <a:ahLst/>
              <a:cxnLst/>
              <a:rect l="l" t="t" r="r" b="b"/>
              <a:pathLst>
                <a:path w="144145" h="60325">
                  <a:moveTo>
                    <a:pt x="143733" y="0"/>
                  </a:moveTo>
                  <a:lnTo>
                    <a:pt x="0" y="0"/>
                  </a:lnTo>
                  <a:lnTo>
                    <a:pt x="0" y="59778"/>
                  </a:lnTo>
                  <a:lnTo>
                    <a:pt x="143733" y="59778"/>
                  </a:lnTo>
                  <a:lnTo>
                    <a:pt x="143733" y="0"/>
                  </a:lnTo>
                  <a:close/>
                </a:path>
              </a:pathLst>
            </a:custGeom>
            <a:solidFill>
              <a:srgbClr val="DFBC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" name="object 481" descr=""/>
            <p:cNvSpPr/>
            <p:nvPr/>
          </p:nvSpPr>
          <p:spPr>
            <a:xfrm>
              <a:off x="3302165" y="5802128"/>
              <a:ext cx="1005205" cy="191770"/>
            </a:xfrm>
            <a:custGeom>
              <a:avLst/>
              <a:gdLst/>
              <a:ahLst/>
              <a:cxnLst/>
              <a:rect l="l" t="t" r="r" b="b"/>
              <a:pathLst>
                <a:path w="1005204" h="191770">
                  <a:moveTo>
                    <a:pt x="14668" y="0"/>
                  </a:moveTo>
                  <a:lnTo>
                    <a:pt x="0" y="0"/>
                  </a:lnTo>
                  <a:lnTo>
                    <a:pt x="0" y="191223"/>
                  </a:lnTo>
                  <a:lnTo>
                    <a:pt x="14668" y="191223"/>
                  </a:lnTo>
                  <a:lnTo>
                    <a:pt x="14668" y="0"/>
                  </a:lnTo>
                  <a:close/>
                </a:path>
                <a:path w="1005204" h="191770">
                  <a:moveTo>
                    <a:pt x="1004938" y="0"/>
                  </a:moveTo>
                  <a:lnTo>
                    <a:pt x="990257" y="0"/>
                  </a:lnTo>
                  <a:lnTo>
                    <a:pt x="990257" y="191223"/>
                  </a:lnTo>
                  <a:lnTo>
                    <a:pt x="1004938" y="191223"/>
                  </a:lnTo>
                  <a:lnTo>
                    <a:pt x="1004938" y="0"/>
                  </a:lnTo>
                  <a:close/>
                </a:path>
              </a:pathLst>
            </a:custGeom>
            <a:solidFill>
              <a:srgbClr val="9A470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" name="object 482" descr=""/>
            <p:cNvSpPr/>
            <p:nvPr/>
          </p:nvSpPr>
          <p:spPr>
            <a:xfrm>
              <a:off x="3274340" y="5788776"/>
              <a:ext cx="1328420" cy="27940"/>
            </a:xfrm>
            <a:custGeom>
              <a:avLst/>
              <a:gdLst/>
              <a:ahLst/>
              <a:cxnLst/>
              <a:rect l="l" t="t" r="r" b="b"/>
              <a:pathLst>
                <a:path w="1328420" h="27939">
                  <a:moveTo>
                    <a:pt x="1327917" y="0"/>
                  </a:moveTo>
                  <a:lnTo>
                    <a:pt x="0" y="0"/>
                  </a:lnTo>
                  <a:lnTo>
                    <a:pt x="0" y="27925"/>
                  </a:lnTo>
                  <a:lnTo>
                    <a:pt x="1327917" y="27925"/>
                  </a:lnTo>
                  <a:lnTo>
                    <a:pt x="1327917" y="0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" name="object 483" descr=""/>
            <p:cNvSpPr/>
            <p:nvPr/>
          </p:nvSpPr>
          <p:spPr>
            <a:xfrm>
              <a:off x="4201987" y="5788776"/>
              <a:ext cx="400685" cy="27940"/>
            </a:xfrm>
            <a:custGeom>
              <a:avLst/>
              <a:gdLst/>
              <a:ahLst/>
              <a:cxnLst/>
              <a:rect l="l" t="t" r="r" b="b"/>
              <a:pathLst>
                <a:path w="400685" h="27939">
                  <a:moveTo>
                    <a:pt x="400678" y="0"/>
                  </a:moveTo>
                  <a:lnTo>
                    <a:pt x="0" y="0"/>
                  </a:lnTo>
                  <a:lnTo>
                    <a:pt x="0" y="27925"/>
                  </a:lnTo>
                  <a:lnTo>
                    <a:pt x="400678" y="27925"/>
                  </a:lnTo>
                  <a:lnTo>
                    <a:pt x="400678" y="0"/>
                  </a:lnTo>
                  <a:close/>
                </a:path>
              </a:pathLst>
            </a:custGeom>
            <a:solidFill>
              <a:srgbClr val="9A470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" name="object 484" descr=""/>
            <p:cNvSpPr/>
            <p:nvPr/>
          </p:nvSpPr>
          <p:spPr>
            <a:xfrm>
              <a:off x="3274339" y="5708081"/>
              <a:ext cx="1328420" cy="81280"/>
            </a:xfrm>
            <a:custGeom>
              <a:avLst/>
              <a:gdLst/>
              <a:ahLst/>
              <a:cxnLst/>
              <a:rect l="l" t="t" r="r" b="b"/>
              <a:pathLst>
                <a:path w="1328420" h="81279">
                  <a:moveTo>
                    <a:pt x="1327917" y="0"/>
                  </a:moveTo>
                  <a:lnTo>
                    <a:pt x="398249" y="0"/>
                  </a:lnTo>
                  <a:lnTo>
                    <a:pt x="0" y="80688"/>
                  </a:lnTo>
                  <a:lnTo>
                    <a:pt x="927636" y="80688"/>
                  </a:lnTo>
                  <a:lnTo>
                    <a:pt x="1327917" y="0"/>
                  </a:lnTo>
                  <a:close/>
                </a:path>
              </a:pathLst>
            </a:custGeom>
            <a:solidFill>
              <a:srgbClr val="CF9E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" name="object 485" descr=""/>
            <p:cNvSpPr/>
            <p:nvPr/>
          </p:nvSpPr>
          <p:spPr>
            <a:xfrm>
              <a:off x="4201983" y="5708087"/>
              <a:ext cx="400685" cy="81280"/>
            </a:xfrm>
            <a:custGeom>
              <a:avLst/>
              <a:gdLst/>
              <a:ahLst/>
              <a:cxnLst/>
              <a:rect l="l" t="t" r="r" b="b"/>
              <a:pathLst>
                <a:path w="400685" h="81279">
                  <a:moveTo>
                    <a:pt x="400270" y="0"/>
                  </a:moveTo>
                  <a:lnTo>
                    <a:pt x="0" y="80688"/>
                  </a:lnTo>
                  <a:lnTo>
                    <a:pt x="400678" y="80688"/>
                  </a:lnTo>
                  <a:lnTo>
                    <a:pt x="400270" y="0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" name="object 486" descr=""/>
            <p:cNvSpPr/>
            <p:nvPr/>
          </p:nvSpPr>
          <p:spPr>
            <a:xfrm>
              <a:off x="2928601" y="6384601"/>
              <a:ext cx="201295" cy="834390"/>
            </a:xfrm>
            <a:custGeom>
              <a:avLst/>
              <a:gdLst/>
              <a:ahLst/>
              <a:cxnLst/>
              <a:rect l="l" t="t" r="r" b="b"/>
              <a:pathLst>
                <a:path w="201294" h="834390">
                  <a:moveTo>
                    <a:pt x="200800" y="0"/>
                  </a:moveTo>
                  <a:lnTo>
                    <a:pt x="0" y="0"/>
                  </a:lnTo>
                  <a:lnTo>
                    <a:pt x="0" y="834026"/>
                  </a:lnTo>
                  <a:lnTo>
                    <a:pt x="200800" y="834026"/>
                  </a:lnTo>
                  <a:lnTo>
                    <a:pt x="200800" y="0"/>
                  </a:lnTo>
                  <a:close/>
                </a:path>
              </a:pathLst>
            </a:custGeom>
            <a:solidFill>
              <a:srgbClr val="9A4702">
                <a:alpha val="30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" name="object 487" descr=""/>
            <p:cNvSpPr/>
            <p:nvPr/>
          </p:nvSpPr>
          <p:spPr>
            <a:xfrm>
              <a:off x="2928612" y="7248847"/>
              <a:ext cx="1589405" cy="121285"/>
            </a:xfrm>
            <a:custGeom>
              <a:avLst/>
              <a:gdLst/>
              <a:ahLst/>
              <a:cxnLst/>
              <a:rect l="l" t="t" r="r" b="b"/>
              <a:pathLst>
                <a:path w="1589404" h="121284">
                  <a:moveTo>
                    <a:pt x="0" y="121221"/>
                  </a:moveTo>
                  <a:lnTo>
                    <a:pt x="1589250" y="121221"/>
                  </a:lnTo>
                  <a:lnTo>
                    <a:pt x="1589250" y="0"/>
                  </a:lnTo>
                  <a:lnTo>
                    <a:pt x="0" y="0"/>
                  </a:lnTo>
                  <a:lnTo>
                    <a:pt x="0" y="121221"/>
                  </a:lnTo>
                  <a:close/>
                </a:path>
              </a:pathLst>
            </a:custGeom>
            <a:solidFill>
              <a:srgbClr val="DFB5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" name="object 488" descr=""/>
            <p:cNvSpPr/>
            <p:nvPr/>
          </p:nvSpPr>
          <p:spPr>
            <a:xfrm>
              <a:off x="2928612" y="7217874"/>
              <a:ext cx="1589405" cy="31115"/>
            </a:xfrm>
            <a:custGeom>
              <a:avLst/>
              <a:gdLst/>
              <a:ahLst/>
              <a:cxnLst/>
              <a:rect l="l" t="t" r="r" b="b"/>
              <a:pathLst>
                <a:path w="1589404" h="31115">
                  <a:moveTo>
                    <a:pt x="0" y="30972"/>
                  </a:moveTo>
                  <a:lnTo>
                    <a:pt x="1589250" y="30972"/>
                  </a:lnTo>
                  <a:lnTo>
                    <a:pt x="1589250" y="0"/>
                  </a:lnTo>
                  <a:lnTo>
                    <a:pt x="0" y="0"/>
                  </a:lnTo>
                  <a:lnTo>
                    <a:pt x="0" y="30972"/>
                  </a:lnTo>
                  <a:close/>
                </a:path>
              </a:pathLst>
            </a:custGeom>
            <a:solidFill>
              <a:srgbClr val="A36C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" name="object 489" descr=""/>
            <p:cNvSpPr/>
            <p:nvPr/>
          </p:nvSpPr>
          <p:spPr>
            <a:xfrm>
              <a:off x="2928612" y="7248826"/>
              <a:ext cx="1589405" cy="33655"/>
            </a:xfrm>
            <a:custGeom>
              <a:avLst/>
              <a:gdLst/>
              <a:ahLst/>
              <a:cxnLst/>
              <a:rect l="l" t="t" r="r" b="b"/>
              <a:pathLst>
                <a:path w="1589404" h="33654">
                  <a:moveTo>
                    <a:pt x="0" y="33328"/>
                  </a:moveTo>
                  <a:lnTo>
                    <a:pt x="1589250" y="33328"/>
                  </a:lnTo>
                  <a:lnTo>
                    <a:pt x="1589250" y="0"/>
                  </a:lnTo>
                  <a:lnTo>
                    <a:pt x="0" y="0"/>
                  </a:lnTo>
                  <a:lnTo>
                    <a:pt x="0" y="33328"/>
                  </a:lnTo>
                  <a:close/>
                </a:path>
              </a:pathLst>
            </a:custGeom>
            <a:solidFill>
              <a:srgbClr val="846F5F">
                <a:alpha val="31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" name="object 490" descr=""/>
            <p:cNvSpPr/>
            <p:nvPr/>
          </p:nvSpPr>
          <p:spPr>
            <a:xfrm>
              <a:off x="4737792" y="5997974"/>
              <a:ext cx="478155" cy="572135"/>
            </a:xfrm>
            <a:custGeom>
              <a:avLst/>
              <a:gdLst/>
              <a:ahLst/>
              <a:cxnLst/>
              <a:rect l="l" t="t" r="r" b="b"/>
              <a:pathLst>
                <a:path w="478154" h="572134">
                  <a:moveTo>
                    <a:pt x="477912" y="0"/>
                  </a:moveTo>
                  <a:lnTo>
                    <a:pt x="0" y="0"/>
                  </a:lnTo>
                  <a:lnTo>
                    <a:pt x="0" y="571521"/>
                  </a:lnTo>
                  <a:lnTo>
                    <a:pt x="477912" y="571521"/>
                  </a:lnTo>
                  <a:lnTo>
                    <a:pt x="4779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" name="object 491" descr=""/>
            <p:cNvSpPr/>
            <p:nvPr/>
          </p:nvSpPr>
          <p:spPr>
            <a:xfrm>
              <a:off x="4811293" y="6137903"/>
              <a:ext cx="281940" cy="121920"/>
            </a:xfrm>
            <a:custGeom>
              <a:avLst/>
              <a:gdLst/>
              <a:ahLst/>
              <a:cxnLst/>
              <a:rect l="l" t="t" r="r" b="b"/>
              <a:pathLst>
                <a:path w="281939" h="121920">
                  <a:moveTo>
                    <a:pt x="87896" y="2413"/>
                  </a:moveTo>
                  <a:lnTo>
                    <a:pt x="0" y="2413"/>
                  </a:lnTo>
                  <a:lnTo>
                    <a:pt x="0" y="121666"/>
                  </a:lnTo>
                  <a:lnTo>
                    <a:pt x="87896" y="121666"/>
                  </a:lnTo>
                  <a:lnTo>
                    <a:pt x="87896" y="2413"/>
                  </a:lnTo>
                  <a:close/>
                </a:path>
                <a:path w="281939" h="121920">
                  <a:moveTo>
                    <a:pt x="281851" y="0"/>
                  </a:moveTo>
                  <a:lnTo>
                    <a:pt x="176949" y="0"/>
                  </a:lnTo>
                  <a:lnTo>
                    <a:pt x="176949" y="119253"/>
                  </a:lnTo>
                  <a:lnTo>
                    <a:pt x="281851" y="119253"/>
                  </a:lnTo>
                  <a:lnTo>
                    <a:pt x="281851" y="0"/>
                  </a:lnTo>
                  <a:close/>
                </a:path>
              </a:pathLst>
            </a:custGeom>
            <a:solidFill>
              <a:srgbClr val="EBC1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" name="object 492" descr=""/>
            <p:cNvSpPr/>
            <p:nvPr/>
          </p:nvSpPr>
          <p:spPr>
            <a:xfrm>
              <a:off x="4988242" y="6170745"/>
              <a:ext cx="105410" cy="222250"/>
            </a:xfrm>
            <a:custGeom>
              <a:avLst/>
              <a:gdLst/>
              <a:ahLst/>
              <a:cxnLst/>
              <a:rect l="l" t="t" r="r" b="b"/>
              <a:pathLst>
                <a:path w="105410" h="222250">
                  <a:moveTo>
                    <a:pt x="57275" y="0"/>
                  </a:moveTo>
                  <a:lnTo>
                    <a:pt x="49380" y="0"/>
                  </a:lnTo>
                  <a:lnTo>
                    <a:pt x="36654" y="3655"/>
                  </a:lnTo>
                  <a:lnTo>
                    <a:pt x="26279" y="13620"/>
                  </a:lnTo>
                  <a:lnTo>
                    <a:pt x="19292" y="28386"/>
                  </a:lnTo>
                  <a:lnTo>
                    <a:pt x="16732" y="46448"/>
                  </a:lnTo>
                  <a:lnTo>
                    <a:pt x="16732" y="86405"/>
                  </a:lnTo>
                  <a:lnTo>
                    <a:pt x="0" y="86405"/>
                  </a:lnTo>
                  <a:lnTo>
                    <a:pt x="0" y="221825"/>
                  </a:lnTo>
                  <a:lnTo>
                    <a:pt x="104907" y="221825"/>
                  </a:lnTo>
                  <a:lnTo>
                    <a:pt x="104907" y="86405"/>
                  </a:lnTo>
                  <a:lnTo>
                    <a:pt x="88175" y="86405"/>
                  </a:lnTo>
                  <a:lnTo>
                    <a:pt x="88175" y="46448"/>
                  </a:lnTo>
                  <a:lnTo>
                    <a:pt x="71720" y="6203"/>
                  </a:lnTo>
                  <a:lnTo>
                    <a:pt x="59233" y="240"/>
                  </a:lnTo>
                  <a:lnTo>
                    <a:pt x="57275" y="0"/>
                  </a:lnTo>
                  <a:close/>
                </a:path>
              </a:pathLst>
            </a:custGeom>
            <a:solidFill>
              <a:srgbClr val="CF9E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" name="object 493" descr=""/>
            <p:cNvSpPr/>
            <p:nvPr/>
          </p:nvSpPr>
          <p:spPr>
            <a:xfrm>
              <a:off x="5005282" y="6171478"/>
              <a:ext cx="88265" cy="221615"/>
            </a:xfrm>
            <a:custGeom>
              <a:avLst/>
              <a:gdLst/>
              <a:ahLst/>
              <a:cxnLst/>
              <a:rect l="l" t="t" r="r" b="b"/>
              <a:pathLst>
                <a:path w="88264" h="221614">
                  <a:moveTo>
                    <a:pt x="43935" y="0"/>
                  </a:moveTo>
                  <a:lnTo>
                    <a:pt x="33208" y="5470"/>
                  </a:lnTo>
                  <a:lnTo>
                    <a:pt x="24614" y="15640"/>
                  </a:lnTo>
                  <a:lnTo>
                    <a:pt x="18906" y="29419"/>
                  </a:lnTo>
                  <a:lnTo>
                    <a:pt x="16837" y="45715"/>
                  </a:lnTo>
                  <a:lnTo>
                    <a:pt x="16837" y="85672"/>
                  </a:lnTo>
                  <a:lnTo>
                    <a:pt x="0" y="85672"/>
                  </a:lnTo>
                  <a:lnTo>
                    <a:pt x="0" y="221092"/>
                  </a:lnTo>
                  <a:lnTo>
                    <a:pt x="87871" y="221092"/>
                  </a:lnTo>
                  <a:lnTo>
                    <a:pt x="87871" y="85672"/>
                  </a:lnTo>
                  <a:lnTo>
                    <a:pt x="71139" y="85672"/>
                  </a:lnTo>
                  <a:lnTo>
                    <a:pt x="71139" y="45715"/>
                  </a:lnTo>
                  <a:lnTo>
                    <a:pt x="69054" y="29419"/>
                  </a:lnTo>
                  <a:lnTo>
                    <a:pt x="63313" y="15640"/>
                  </a:lnTo>
                  <a:lnTo>
                    <a:pt x="54684" y="5470"/>
                  </a:lnTo>
                  <a:lnTo>
                    <a:pt x="43935" y="0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4" name="object 494" descr="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4988246" y="6476970"/>
              <a:ext cx="104907" cy="83086"/>
            </a:xfrm>
            <a:prstGeom prst="rect">
              <a:avLst/>
            </a:prstGeom>
          </p:spPr>
        </p:pic>
        <p:sp>
          <p:nvSpPr>
            <p:cNvPr id="495" name="object 495" descr=""/>
            <p:cNvSpPr/>
            <p:nvPr/>
          </p:nvSpPr>
          <p:spPr>
            <a:xfrm>
              <a:off x="4811239" y="6173132"/>
              <a:ext cx="88265" cy="222250"/>
            </a:xfrm>
            <a:custGeom>
              <a:avLst/>
              <a:gdLst/>
              <a:ahLst/>
              <a:cxnLst/>
              <a:rect l="l" t="t" r="r" b="b"/>
              <a:pathLst>
                <a:path w="88264" h="222250">
                  <a:moveTo>
                    <a:pt x="47977" y="0"/>
                  </a:moveTo>
                  <a:lnTo>
                    <a:pt x="41349" y="0"/>
                  </a:lnTo>
                  <a:lnTo>
                    <a:pt x="30694" y="3655"/>
                  </a:lnTo>
                  <a:lnTo>
                    <a:pt x="22005" y="13620"/>
                  </a:lnTo>
                  <a:lnTo>
                    <a:pt x="16154" y="28386"/>
                  </a:lnTo>
                  <a:lnTo>
                    <a:pt x="14010" y="46448"/>
                  </a:lnTo>
                  <a:lnTo>
                    <a:pt x="14010" y="86405"/>
                  </a:lnTo>
                  <a:lnTo>
                    <a:pt x="0" y="86405"/>
                  </a:lnTo>
                  <a:lnTo>
                    <a:pt x="0" y="221825"/>
                  </a:lnTo>
                  <a:lnTo>
                    <a:pt x="87861" y="221825"/>
                  </a:lnTo>
                  <a:lnTo>
                    <a:pt x="87861" y="86405"/>
                  </a:lnTo>
                  <a:lnTo>
                    <a:pt x="73851" y="86405"/>
                  </a:lnTo>
                  <a:lnTo>
                    <a:pt x="73851" y="46448"/>
                  </a:lnTo>
                  <a:lnTo>
                    <a:pt x="60068" y="6203"/>
                  </a:lnTo>
                  <a:lnTo>
                    <a:pt x="49611" y="240"/>
                  </a:lnTo>
                  <a:lnTo>
                    <a:pt x="47977" y="0"/>
                  </a:lnTo>
                  <a:close/>
                </a:path>
              </a:pathLst>
            </a:custGeom>
            <a:solidFill>
              <a:srgbClr val="CF9E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" name="object 496" descr=""/>
            <p:cNvSpPr/>
            <p:nvPr/>
          </p:nvSpPr>
          <p:spPr>
            <a:xfrm>
              <a:off x="4825504" y="6173865"/>
              <a:ext cx="73660" cy="221615"/>
            </a:xfrm>
            <a:custGeom>
              <a:avLst/>
              <a:gdLst/>
              <a:ahLst/>
              <a:cxnLst/>
              <a:rect l="l" t="t" r="r" b="b"/>
              <a:pathLst>
                <a:path w="73660" h="221614">
                  <a:moveTo>
                    <a:pt x="36805" y="0"/>
                  </a:moveTo>
                  <a:lnTo>
                    <a:pt x="27815" y="5470"/>
                  </a:lnTo>
                  <a:lnTo>
                    <a:pt x="20617" y="15640"/>
                  </a:lnTo>
                  <a:lnTo>
                    <a:pt x="15837" y="29419"/>
                  </a:lnTo>
                  <a:lnTo>
                    <a:pt x="14104" y="45715"/>
                  </a:lnTo>
                  <a:lnTo>
                    <a:pt x="14104" y="85672"/>
                  </a:lnTo>
                  <a:lnTo>
                    <a:pt x="0" y="85672"/>
                  </a:lnTo>
                  <a:lnTo>
                    <a:pt x="0" y="221092"/>
                  </a:lnTo>
                  <a:lnTo>
                    <a:pt x="73599" y="221092"/>
                  </a:lnTo>
                  <a:lnTo>
                    <a:pt x="73599" y="85672"/>
                  </a:lnTo>
                  <a:lnTo>
                    <a:pt x="59589" y="85672"/>
                  </a:lnTo>
                  <a:lnTo>
                    <a:pt x="59589" y="45715"/>
                  </a:lnTo>
                  <a:lnTo>
                    <a:pt x="57842" y="29419"/>
                  </a:lnTo>
                  <a:lnTo>
                    <a:pt x="53031" y="15640"/>
                  </a:lnTo>
                  <a:lnTo>
                    <a:pt x="45803" y="5470"/>
                  </a:lnTo>
                  <a:lnTo>
                    <a:pt x="36805" y="0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7" name="object 497" descr="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4811241" y="6479357"/>
              <a:ext cx="87861" cy="83086"/>
            </a:xfrm>
            <a:prstGeom prst="rect">
              <a:avLst/>
            </a:prstGeom>
          </p:spPr>
        </p:pic>
        <p:sp>
          <p:nvSpPr>
            <p:cNvPr id="498" name="object 498" descr=""/>
            <p:cNvSpPr/>
            <p:nvPr/>
          </p:nvSpPr>
          <p:spPr>
            <a:xfrm>
              <a:off x="4698924" y="5964040"/>
              <a:ext cx="1228090" cy="627380"/>
            </a:xfrm>
            <a:custGeom>
              <a:avLst/>
              <a:gdLst/>
              <a:ahLst/>
              <a:cxnLst/>
              <a:rect l="l" t="t" r="r" b="b"/>
              <a:pathLst>
                <a:path w="1228089" h="627379">
                  <a:moveTo>
                    <a:pt x="1227632" y="0"/>
                  </a:moveTo>
                  <a:lnTo>
                    <a:pt x="538264" y="0"/>
                  </a:lnTo>
                  <a:lnTo>
                    <a:pt x="538264" y="33947"/>
                  </a:lnTo>
                  <a:lnTo>
                    <a:pt x="538251" y="0"/>
                  </a:lnTo>
                  <a:lnTo>
                    <a:pt x="17386" y="0"/>
                  </a:lnTo>
                  <a:lnTo>
                    <a:pt x="17386" y="33947"/>
                  </a:lnTo>
                  <a:lnTo>
                    <a:pt x="516788" y="33947"/>
                  </a:lnTo>
                  <a:lnTo>
                    <a:pt x="516788" y="589534"/>
                  </a:lnTo>
                  <a:lnTo>
                    <a:pt x="0" y="589534"/>
                  </a:lnTo>
                  <a:lnTo>
                    <a:pt x="0" y="626910"/>
                  </a:lnTo>
                  <a:lnTo>
                    <a:pt x="0" y="627329"/>
                  </a:lnTo>
                  <a:lnTo>
                    <a:pt x="547408" y="627329"/>
                  </a:lnTo>
                  <a:lnTo>
                    <a:pt x="547408" y="626910"/>
                  </a:lnTo>
                  <a:lnTo>
                    <a:pt x="547408" y="589534"/>
                  </a:lnTo>
                  <a:lnTo>
                    <a:pt x="547420" y="621271"/>
                  </a:lnTo>
                  <a:lnTo>
                    <a:pt x="547420" y="625386"/>
                  </a:lnTo>
                  <a:lnTo>
                    <a:pt x="547420" y="627329"/>
                  </a:lnTo>
                  <a:lnTo>
                    <a:pt x="1068527" y="627329"/>
                  </a:lnTo>
                  <a:lnTo>
                    <a:pt x="1068527" y="625386"/>
                  </a:lnTo>
                  <a:lnTo>
                    <a:pt x="1209128" y="625386"/>
                  </a:lnTo>
                  <a:lnTo>
                    <a:pt x="1209128" y="621271"/>
                  </a:lnTo>
                  <a:lnTo>
                    <a:pt x="1209128" y="589534"/>
                  </a:lnTo>
                  <a:lnTo>
                    <a:pt x="1209128" y="33947"/>
                  </a:lnTo>
                  <a:lnTo>
                    <a:pt x="1227632" y="33947"/>
                  </a:lnTo>
                  <a:lnTo>
                    <a:pt x="1227632" y="0"/>
                  </a:lnTo>
                  <a:close/>
                </a:path>
              </a:pathLst>
            </a:custGeom>
            <a:solidFill>
              <a:srgbClr val="DFBC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" name="object 499" descr=""/>
            <p:cNvSpPr/>
            <p:nvPr/>
          </p:nvSpPr>
          <p:spPr>
            <a:xfrm>
              <a:off x="5345430" y="6140316"/>
              <a:ext cx="439420" cy="118110"/>
            </a:xfrm>
            <a:custGeom>
              <a:avLst/>
              <a:gdLst/>
              <a:ahLst/>
              <a:cxnLst/>
              <a:rect l="l" t="t" r="r" b="b"/>
              <a:pathLst>
                <a:path w="439420" h="118110">
                  <a:moveTo>
                    <a:pt x="169418" y="0"/>
                  </a:moveTo>
                  <a:lnTo>
                    <a:pt x="0" y="0"/>
                  </a:lnTo>
                  <a:lnTo>
                    <a:pt x="0" y="115874"/>
                  </a:lnTo>
                  <a:lnTo>
                    <a:pt x="169418" y="115874"/>
                  </a:lnTo>
                  <a:lnTo>
                    <a:pt x="169418" y="0"/>
                  </a:lnTo>
                  <a:close/>
                </a:path>
                <a:path w="439420" h="118110">
                  <a:moveTo>
                    <a:pt x="439051" y="1714"/>
                  </a:moveTo>
                  <a:lnTo>
                    <a:pt x="269633" y="1714"/>
                  </a:lnTo>
                  <a:lnTo>
                    <a:pt x="269633" y="117576"/>
                  </a:lnTo>
                  <a:lnTo>
                    <a:pt x="439051" y="117576"/>
                  </a:lnTo>
                  <a:lnTo>
                    <a:pt x="439051" y="171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" name="object 500" descr=""/>
            <p:cNvSpPr/>
            <p:nvPr/>
          </p:nvSpPr>
          <p:spPr>
            <a:xfrm>
              <a:off x="5345430" y="6169843"/>
              <a:ext cx="439420" cy="384175"/>
            </a:xfrm>
            <a:custGeom>
              <a:avLst/>
              <a:gdLst/>
              <a:ahLst/>
              <a:cxnLst/>
              <a:rect l="l" t="t" r="r" b="b"/>
              <a:pathLst>
                <a:path w="439420" h="384175">
                  <a:moveTo>
                    <a:pt x="169418" y="306514"/>
                  </a:moveTo>
                  <a:lnTo>
                    <a:pt x="0" y="306514"/>
                  </a:lnTo>
                  <a:lnTo>
                    <a:pt x="0" y="383730"/>
                  </a:lnTo>
                  <a:lnTo>
                    <a:pt x="169418" y="383730"/>
                  </a:lnTo>
                  <a:lnTo>
                    <a:pt x="169418" y="306514"/>
                  </a:lnTo>
                  <a:close/>
                </a:path>
                <a:path w="439420" h="384175">
                  <a:moveTo>
                    <a:pt x="169418" y="86360"/>
                  </a:moveTo>
                  <a:lnTo>
                    <a:pt x="142379" y="86360"/>
                  </a:lnTo>
                  <a:lnTo>
                    <a:pt x="142379" y="46456"/>
                  </a:lnTo>
                  <a:lnTo>
                    <a:pt x="138239" y="28371"/>
                  </a:lnTo>
                  <a:lnTo>
                    <a:pt x="126923" y="13601"/>
                  </a:lnTo>
                  <a:lnTo>
                    <a:pt x="110147" y="3644"/>
                  </a:lnTo>
                  <a:lnTo>
                    <a:pt x="89598" y="0"/>
                  </a:lnTo>
                  <a:lnTo>
                    <a:pt x="79819" y="0"/>
                  </a:lnTo>
                  <a:lnTo>
                    <a:pt x="59270" y="3644"/>
                  </a:lnTo>
                  <a:lnTo>
                    <a:pt x="42494" y="13601"/>
                  </a:lnTo>
                  <a:lnTo>
                    <a:pt x="31191" y="28371"/>
                  </a:lnTo>
                  <a:lnTo>
                    <a:pt x="27038" y="46456"/>
                  </a:lnTo>
                  <a:lnTo>
                    <a:pt x="27038" y="86360"/>
                  </a:lnTo>
                  <a:lnTo>
                    <a:pt x="0" y="86360"/>
                  </a:lnTo>
                  <a:lnTo>
                    <a:pt x="0" y="221792"/>
                  </a:lnTo>
                  <a:lnTo>
                    <a:pt x="169418" y="221792"/>
                  </a:lnTo>
                  <a:lnTo>
                    <a:pt x="169418" y="86360"/>
                  </a:lnTo>
                  <a:close/>
                </a:path>
                <a:path w="439420" h="384175">
                  <a:moveTo>
                    <a:pt x="439039" y="86360"/>
                  </a:moveTo>
                  <a:lnTo>
                    <a:pt x="412013" y="86360"/>
                  </a:lnTo>
                  <a:lnTo>
                    <a:pt x="412013" y="46456"/>
                  </a:lnTo>
                  <a:lnTo>
                    <a:pt x="407860" y="28371"/>
                  </a:lnTo>
                  <a:lnTo>
                    <a:pt x="396544" y="13601"/>
                  </a:lnTo>
                  <a:lnTo>
                    <a:pt x="379768" y="3644"/>
                  </a:lnTo>
                  <a:lnTo>
                    <a:pt x="359219" y="0"/>
                  </a:lnTo>
                  <a:lnTo>
                    <a:pt x="349440" y="0"/>
                  </a:lnTo>
                  <a:lnTo>
                    <a:pt x="328891" y="3644"/>
                  </a:lnTo>
                  <a:lnTo>
                    <a:pt x="312115" y="13601"/>
                  </a:lnTo>
                  <a:lnTo>
                    <a:pt x="300812" y="28371"/>
                  </a:lnTo>
                  <a:lnTo>
                    <a:pt x="296659" y="46456"/>
                  </a:lnTo>
                  <a:lnTo>
                    <a:pt x="296659" y="86360"/>
                  </a:lnTo>
                  <a:lnTo>
                    <a:pt x="269621" y="86360"/>
                  </a:lnTo>
                  <a:lnTo>
                    <a:pt x="269621" y="221792"/>
                  </a:lnTo>
                  <a:lnTo>
                    <a:pt x="439039" y="221792"/>
                  </a:lnTo>
                  <a:lnTo>
                    <a:pt x="439039" y="86360"/>
                  </a:lnTo>
                  <a:close/>
                </a:path>
                <a:path w="439420" h="384175">
                  <a:moveTo>
                    <a:pt x="439051" y="306514"/>
                  </a:moveTo>
                  <a:lnTo>
                    <a:pt x="269633" y="306514"/>
                  </a:lnTo>
                  <a:lnTo>
                    <a:pt x="269633" y="383730"/>
                  </a:lnTo>
                  <a:lnTo>
                    <a:pt x="439051" y="383730"/>
                  </a:lnTo>
                  <a:lnTo>
                    <a:pt x="439051" y="306514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01" name="object 501" descr=""/>
          <p:cNvGrpSpPr/>
          <p:nvPr/>
        </p:nvGrpSpPr>
        <p:grpSpPr>
          <a:xfrm>
            <a:off x="1647436" y="6319095"/>
            <a:ext cx="1479550" cy="1050290"/>
            <a:chOff x="1647436" y="6319095"/>
            <a:chExt cx="1479550" cy="1050290"/>
          </a:xfrm>
        </p:grpSpPr>
        <p:sp>
          <p:nvSpPr>
            <p:cNvPr id="502" name="object 502" descr=""/>
            <p:cNvSpPr/>
            <p:nvPr/>
          </p:nvSpPr>
          <p:spPr>
            <a:xfrm>
              <a:off x="1746034" y="6356889"/>
              <a:ext cx="521334" cy="1012825"/>
            </a:xfrm>
            <a:custGeom>
              <a:avLst/>
              <a:gdLst/>
              <a:ahLst/>
              <a:cxnLst/>
              <a:rect l="l" t="t" r="r" b="b"/>
              <a:pathLst>
                <a:path w="521335" h="1012825">
                  <a:moveTo>
                    <a:pt x="520865" y="0"/>
                  </a:moveTo>
                  <a:lnTo>
                    <a:pt x="0" y="0"/>
                  </a:lnTo>
                  <a:lnTo>
                    <a:pt x="0" y="931430"/>
                  </a:lnTo>
                  <a:lnTo>
                    <a:pt x="162229" y="931430"/>
                  </a:lnTo>
                  <a:lnTo>
                    <a:pt x="162229" y="1012304"/>
                  </a:lnTo>
                  <a:lnTo>
                    <a:pt x="520865" y="1012304"/>
                  </a:lnTo>
                  <a:lnTo>
                    <a:pt x="520865" y="931430"/>
                  </a:lnTo>
                  <a:lnTo>
                    <a:pt x="520865" y="0"/>
                  </a:lnTo>
                  <a:close/>
                </a:path>
              </a:pathLst>
            </a:custGeom>
            <a:solidFill>
              <a:srgbClr val="DFBC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" name="object 503" descr=""/>
            <p:cNvSpPr/>
            <p:nvPr/>
          </p:nvSpPr>
          <p:spPr>
            <a:xfrm>
              <a:off x="2008800" y="6441456"/>
              <a:ext cx="103505" cy="928369"/>
            </a:xfrm>
            <a:custGeom>
              <a:avLst/>
              <a:gdLst/>
              <a:ahLst/>
              <a:cxnLst/>
              <a:rect l="l" t="t" r="r" b="b"/>
              <a:pathLst>
                <a:path w="103505" h="928370">
                  <a:moveTo>
                    <a:pt x="51841" y="0"/>
                  </a:moveTo>
                  <a:lnTo>
                    <a:pt x="43741" y="17463"/>
                  </a:lnTo>
                  <a:lnTo>
                    <a:pt x="25920" y="61123"/>
                  </a:lnTo>
                  <a:lnTo>
                    <a:pt x="8100" y="117882"/>
                  </a:lnTo>
                  <a:lnTo>
                    <a:pt x="0" y="174643"/>
                  </a:lnTo>
                  <a:lnTo>
                    <a:pt x="0" y="927741"/>
                  </a:lnTo>
                  <a:lnTo>
                    <a:pt x="103431" y="927741"/>
                  </a:lnTo>
                  <a:lnTo>
                    <a:pt x="103431" y="174643"/>
                  </a:lnTo>
                  <a:lnTo>
                    <a:pt x="91867" y="104554"/>
                  </a:lnTo>
                  <a:lnTo>
                    <a:pt x="69003" y="38972"/>
                  </a:lnTo>
                  <a:lnTo>
                    <a:pt x="51841" y="0"/>
                  </a:lnTo>
                  <a:close/>
                </a:path>
              </a:pathLst>
            </a:custGeom>
            <a:solidFill>
              <a:srgbClr val="CF9E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" name="object 504" descr=""/>
            <p:cNvSpPr/>
            <p:nvPr/>
          </p:nvSpPr>
          <p:spPr>
            <a:xfrm>
              <a:off x="2043233" y="6480424"/>
              <a:ext cx="69215" cy="889000"/>
            </a:xfrm>
            <a:custGeom>
              <a:avLst/>
              <a:gdLst/>
              <a:ahLst/>
              <a:cxnLst/>
              <a:rect l="l" t="t" r="r" b="b"/>
              <a:pathLst>
                <a:path w="69214" h="889000">
                  <a:moveTo>
                    <a:pt x="34564" y="0"/>
                  </a:moveTo>
                  <a:lnTo>
                    <a:pt x="22802" y="30679"/>
                  </a:lnTo>
                  <a:lnTo>
                    <a:pt x="11627" y="65538"/>
                  </a:lnTo>
                  <a:lnTo>
                    <a:pt x="3280" y="101545"/>
                  </a:lnTo>
                  <a:lnTo>
                    <a:pt x="0" y="135671"/>
                  </a:lnTo>
                  <a:lnTo>
                    <a:pt x="0" y="888779"/>
                  </a:lnTo>
                  <a:lnTo>
                    <a:pt x="69003" y="888779"/>
                  </a:lnTo>
                  <a:lnTo>
                    <a:pt x="69003" y="135671"/>
                  </a:lnTo>
                  <a:lnTo>
                    <a:pt x="65742" y="101562"/>
                  </a:lnTo>
                  <a:lnTo>
                    <a:pt x="57438" y="65581"/>
                  </a:lnTo>
                  <a:lnTo>
                    <a:pt x="46306" y="30728"/>
                  </a:lnTo>
                  <a:lnTo>
                    <a:pt x="34564" y="0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" name="object 505" descr=""/>
            <p:cNvSpPr/>
            <p:nvPr/>
          </p:nvSpPr>
          <p:spPr>
            <a:xfrm>
              <a:off x="1851284" y="6319095"/>
              <a:ext cx="415925" cy="38100"/>
            </a:xfrm>
            <a:custGeom>
              <a:avLst/>
              <a:gdLst/>
              <a:ahLst/>
              <a:cxnLst/>
              <a:rect l="l" t="t" r="r" b="b"/>
              <a:pathLst>
                <a:path w="415925" h="38100">
                  <a:moveTo>
                    <a:pt x="0" y="37789"/>
                  </a:moveTo>
                  <a:lnTo>
                    <a:pt x="415620" y="37789"/>
                  </a:lnTo>
                  <a:lnTo>
                    <a:pt x="415620" y="0"/>
                  </a:lnTo>
                  <a:lnTo>
                    <a:pt x="0" y="0"/>
                  </a:lnTo>
                  <a:lnTo>
                    <a:pt x="0" y="37789"/>
                  </a:lnTo>
                  <a:close/>
                </a:path>
              </a:pathLst>
            </a:custGeom>
            <a:solidFill>
              <a:srgbClr val="DFBC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" name="object 506" descr=""/>
            <p:cNvSpPr/>
            <p:nvPr/>
          </p:nvSpPr>
          <p:spPr>
            <a:xfrm>
              <a:off x="2266810" y="6357063"/>
              <a:ext cx="662305" cy="1012190"/>
            </a:xfrm>
            <a:custGeom>
              <a:avLst/>
              <a:gdLst/>
              <a:ahLst/>
              <a:cxnLst/>
              <a:rect l="l" t="t" r="r" b="b"/>
              <a:pathLst>
                <a:path w="662305" h="1012190">
                  <a:moveTo>
                    <a:pt x="661801" y="0"/>
                  </a:moveTo>
                  <a:lnTo>
                    <a:pt x="0" y="0"/>
                  </a:lnTo>
                  <a:lnTo>
                    <a:pt x="0" y="1012126"/>
                  </a:lnTo>
                  <a:lnTo>
                    <a:pt x="661801" y="1012126"/>
                  </a:lnTo>
                  <a:lnTo>
                    <a:pt x="6618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" name="object 507" descr=""/>
            <p:cNvSpPr/>
            <p:nvPr/>
          </p:nvSpPr>
          <p:spPr>
            <a:xfrm>
              <a:off x="2266904" y="6319095"/>
              <a:ext cx="662305" cy="38100"/>
            </a:xfrm>
            <a:custGeom>
              <a:avLst/>
              <a:gdLst/>
              <a:ahLst/>
              <a:cxnLst/>
              <a:rect l="l" t="t" r="r" b="b"/>
              <a:pathLst>
                <a:path w="662305" h="38100">
                  <a:moveTo>
                    <a:pt x="661707" y="0"/>
                  </a:moveTo>
                  <a:lnTo>
                    <a:pt x="0" y="0"/>
                  </a:lnTo>
                  <a:lnTo>
                    <a:pt x="0" y="37789"/>
                  </a:lnTo>
                  <a:lnTo>
                    <a:pt x="661707" y="37789"/>
                  </a:lnTo>
                  <a:lnTo>
                    <a:pt x="661707" y="0"/>
                  </a:lnTo>
                  <a:close/>
                </a:path>
              </a:pathLst>
            </a:custGeom>
            <a:solidFill>
              <a:srgbClr val="DFBC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" name="object 508" descr=""/>
            <p:cNvSpPr/>
            <p:nvPr/>
          </p:nvSpPr>
          <p:spPr>
            <a:xfrm>
              <a:off x="2635614" y="6440090"/>
              <a:ext cx="169545" cy="929640"/>
            </a:xfrm>
            <a:custGeom>
              <a:avLst/>
              <a:gdLst/>
              <a:ahLst/>
              <a:cxnLst/>
              <a:rect l="l" t="t" r="r" b="b"/>
              <a:pathLst>
                <a:path w="169544" h="929640">
                  <a:moveTo>
                    <a:pt x="84709" y="0"/>
                  </a:moveTo>
                  <a:lnTo>
                    <a:pt x="71473" y="19572"/>
                  </a:lnTo>
                  <a:lnTo>
                    <a:pt x="42354" y="72215"/>
                  </a:lnTo>
                  <a:lnTo>
                    <a:pt x="13235" y="148813"/>
                  </a:lnTo>
                  <a:lnTo>
                    <a:pt x="0" y="240254"/>
                  </a:lnTo>
                  <a:lnTo>
                    <a:pt x="0" y="929102"/>
                  </a:lnTo>
                  <a:lnTo>
                    <a:pt x="169418" y="929102"/>
                  </a:lnTo>
                  <a:lnTo>
                    <a:pt x="169418" y="240254"/>
                  </a:lnTo>
                  <a:lnTo>
                    <a:pt x="168095" y="168230"/>
                  </a:lnTo>
                  <a:lnTo>
                    <a:pt x="158830" y="119196"/>
                  </a:lnTo>
                  <a:lnTo>
                    <a:pt x="133682" y="70627"/>
                  </a:lnTo>
                  <a:lnTo>
                    <a:pt x="84709" y="0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" name="object 509" descr=""/>
            <p:cNvSpPr/>
            <p:nvPr/>
          </p:nvSpPr>
          <p:spPr>
            <a:xfrm>
              <a:off x="2365990" y="6740999"/>
              <a:ext cx="169545" cy="80010"/>
            </a:xfrm>
            <a:custGeom>
              <a:avLst/>
              <a:gdLst/>
              <a:ahLst/>
              <a:cxnLst/>
              <a:rect l="l" t="t" r="r" b="b"/>
              <a:pathLst>
                <a:path w="169544" h="80009">
                  <a:moveTo>
                    <a:pt x="169418" y="0"/>
                  </a:moveTo>
                  <a:lnTo>
                    <a:pt x="0" y="0"/>
                  </a:lnTo>
                  <a:lnTo>
                    <a:pt x="0" y="79725"/>
                  </a:lnTo>
                  <a:lnTo>
                    <a:pt x="169418" y="79725"/>
                  </a:lnTo>
                  <a:lnTo>
                    <a:pt x="169418" y="0"/>
                  </a:lnTo>
                  <a:close/>
                </a:path>
              </a:pathLst>
            </a:custGeom>
            <a:solidFill>
              <a:srgbClr val="DFBC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" name="object 510" descr=""/>
            <p:cNvSpPr/>
            <p:nvPr/>
          </p:nvSpPr>
          <p:spPr>
            <a:xfrm>
              <a:off x="2365989" y="6440090"/>
              <a:ext cx="169545" cy="929640"/>
            </a:xfrm>
            <a:custGeom>
              <a:avLst/>
              <a:gdLst/>
              <a:ahLst/>
              <a:cxnLst/>
              <a:rect l="l" t="t" r="r" b="b"/>
              <a:pathLst>
                <a:path w="169544" h="929640">
                  <a:moveTo>
                    <a:pt x="84709" y="0"/>
                  </a:moveTo>
                  <a:lnTo>
                    <a:pt x="71473" y="19572"/>
                  </a:lnTo>
                  <a:lnTo>
                    <a:pt x="42354" y="72215"/>
                  </a:lnTo>
                  <a:lnTo>
                    <a:pt x="13235" y="148813"/>
                  </a:lnTo>
                  <a:lnTo>
                    <a:pt x="0" y="240254"/>
                  </a:lnTo>
                  <a:lnTo>
                    <a:pt x="0" y="929102"/>
                  </a:lnTo>
                  <a:lnTo>
                    <a:pt x="169418" y="929102"/>
                  </a:lnTo>
                  <a:lnTo>
                    <a:pt x="169418" y="240254"/>
                  </a:lnTo>
                  <a:lnTo>
                    <a:pt x="168095" y="168230"/>
                  </a:lnTo>
                  <a:lnTo>
                    <a:pt x="158830" y="119196"/>
                  </a:lnTo>
                  <a:lnTo>
                    <a:pt x="133682" y="70627"/>
                  </a:lnTo>
                  <a:lnTo>
                    <a:pt x="84709" y="0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" name="object 511" descr=""/>
            <p:cNvSpPr/>
            <p:nvPr/>
          </p:nvSpPr>
          <p:spPr>
            <a:xfrm>
              <a:off x="2144343" y="7122202"/>
              <a:ext cx="982980" cy="247015"/>
            </a:xfrm>
            <a:custGeom>
              <a:avLst/>
              <a:gdLst/>
              <a:ahLst/>
              <a:cxnLst/>
              <a:rect l="l" t="t" r="r" b="b"/>
              <a:pathLst>
                <a:path w="982980" h="247015">
                  <a:moveTo>
                    <a:pt x="982399" y="0"/>
                  </a:moveTo>
                  <a:lnTo>
                    <a:pt x="0" y="0"/>
                  </a:lnTo>
                  <a:lnTo>
                    <a:pt x="0" y="246987"/>
                  </a:lnTo>
                  <a:lnTo>
                    <a:pt x="982399" y="246987"/>
                  </a:lnTo>
                  <a:lnTo>
                    <a:pt x="9823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" name="object 512" descr=""/>
            <p:cNvSpPr/>
            <p:nvPr/>
          </p:nvSpPr>
          <p:spPr>
            <a:xfrm>
              <a:off x="1647431" y="7122204"/>
              <a:ext cx="497205" cy="247015"/>
            </a:xfrm>
            <a:custGeom>
              <a:avLst/>
              <a:gdLst/>
              <a:ahLst/>
              <a:cxnLst/>
              <a:rect l="l" t="t" r="r" b="b"/>
              <a:pathLst>
                <a:path w="497205" h="247015">
                  <a:moveTo>
                    <a:pt x="496900" y="0"/>
                  </a:moveTo>
                  <a:lnTo>
                    <a:pt x="0" y="0"/>
                  </a:lnTo>
                  <a:lnTo>
                    <a:pt x="0" y="166116"/>
                  </a:lnTo>
                  <a:lnTo>
                    <a:pt x="260832" y="166116"/>
                  </a:lnTo>
                  <a:lnTo>
                    <a:pt x="260832" y="246989"/>
                  </a:lnTo>
                  <a:lnTo>
                    <a:pt x="496900" y="246989"/>
                  </a:lnTo>
                  <a:lnTo>
                    <a:pt x="496900" y="166116"/>
                  </a:lnTo>
                  <a:lnTo>
                    <a:pt x="496900" y="0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13" name="object 513" descr=""/>
          <p:cNvGrpSpPr/>
          <p:nvPr/>
        </p:nvGrpSpPr>
        <p:grpSpPr>
          <a:xfrm>
            <a:off x="1646777" y="5262583"/>
            <a:ext cx="943610" cy="1056640"/>
            <a:chOff x="1646777" y="5262583"/>
            <a:chExt cx="943610" cy="1056640"/>
          </a:xfrm>
        </p:grpSpPr>
        <p:sp>
          <p:nvSpPr>
            <p:cNvPr id="514" name="object 514" descr=""/>
            <p:cNvSpPr/>
            <p:nvPr/>
          </p:nvSpPr>
          <p:spPr>
            <a:xfrm>
              <a:off x="1722209" y="5395616"/>
              <a:ext cx="412750" cy="260985"/>
            </a:xfrm>
            <a:custGeom>
              <a:avLst/>
              <a:gdLst/>
              <a:ahLst/>
              <a:cxnLst/>
              <a:rect l="l" t="t" r="r" b="b"/>
              <a:pathLst>
                <a:path w="412750" h="260985">
                  <a:moveTo>
                    <a:pt x="412531" y="0"/>
                  </a:moveTo>
                  <a:lnTo>
                    <a:pt x="0" y="0"/>
                  </a:lnTo>
                  <a:lnTo>
                    <a:pt x="0" y="260913"/>
                  </a:lnTo>
                  <a:lnTo>
                    <a:pt x="412531" y="260913"/>
                  </a:lnTo>
                  <a:lnTo>
                    <a:pt x="412531" y="0"/>
                  </a:lnTo>
                  <a:close/>
                </a:path>
              </a:pathLst>
            </a:custGeom>
            <a:solidFill>
              <a:srgbClr val="DFBC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" name="object 515" descr=""/>
            <p:cNvSpPr/>
            <p:nvPr/>
          </p:nvSpPr>
          <p:spPr>
            <a:xfrm>
              <a:off x="2134741" y="5395616"/>
              <a:ext cx="337820" cy="257810"/>
            </a:xfrm>
            <a:custGeom>
              <a:avLst/>
              <a:gdLst/>
              <a:ahLst/>
              <a:cxnLst/>
              <a:rect l="l" t="t" r="r" b="b"/>
              <a:pathLst>
                <a:path w="337819" h="257810">
                  <a:moveTo>
                    <a:pt x="337612" y="0"/>
                  </a:moveTo>
                  <a:lnTo>
                    <a:pt x="0" y="0"/>
                  </a:lnTo>
                  <a:lnTo>
                    <a:pt x="0" y="257238"/>
                  </a:lnTo>
                  <a:lnTo>
                    <a:pt x="337612" y="257238"/>
                  </a:lnTo>
                  <a:lnTo>
                    <a:pt x="3376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" name="object 516" descr=""/>
            <p:cNvSpPr/>
            <p:nvPr/>
          </p:nvSpPr>
          <p:spPr>
            <a:xfrm>
              <a:off x="1722198" y="5395616"/>
              <a:ext cx="750570" cy="50165"/>
            </a:xfrm>
            <a:custGeom>
              <a:avLst/>
              <a:gdLst/>
              <a:ahLst/>
              <a:cxnLst/>
              <a:rect l="l" t="t" r="r" b="b"/>
              <a:pathLst>
                <a:path w="750569" h="50164">
                  <a:moveTo>
                    <a:pt x="750144" y="0"/>
                  </a:moveTo>
                  <a:lnTo>
                    <a:pt x="0" y="0"/>
                  </a:lnTo>
                  <a:lnTo>
                    <a:pt x="0" y="49925"/>
                  </a:lnTo>
                  <a:lnTo>
                    <a:pt x="750144" y="49925"/>
                  </a:lnTo>
                  <a:lnTo>
                    <a:pt x="750144" y="0"/>
                  </a:lnTo>
                  <a:close/>
                </a:path>
              </a:pathLst>
            </a:custGeom>
            <a:solidFill>
              <a:srgbClr val="000000">
                <a:alpha val="16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" name="object 517" descr=""/>
            <p:cNvSpPr/>
            <p:nvPr/>
          </p:nvSpPr>
          <p:spPr>
            <a:xfrm>
              <a:off x="1646770" y="5262594"/>
              <a:ext cx="922019" cy="133350"/>
            </a:xfrm>
            <a:custGeom>
              <a:avLst/>
              <a:gdLst/>
              <a:ahLst/>
              <a:cxnLst/>
              <a:rect l="l" t="t" r="r" b="b"/>
              <a:pathLst>
                <a:path w="922019" h="133350">
                  <a:moveTo>
                    <a:pt x="921562" y="93611"/>
                  </a:moveTo>
                  <a:lnTo>
                    <a:pt x="440334" y="0"/>
                  </a:lnTo>
                  <a:lnTo>
                    <a:pt x="101" y="93611"/>
                  </a:lnTo>
                  <a:lnTo>
                    <a:pt x="0" y="133032"/>
                  </a:lnTo>
                  <a:lnTo>
                    <a:pt x="441782" y="133032"/>
                  </a:lnTo>
                  <a:lnTo>
                    <a:pt x="921562" y="133032"/>
                  </a:lnTo>
                  <a:lnTo>
                    <a:pt x="921562" y="93611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" name="object 518" descr=""/>
            <p:cNvSpPr/>
            <p:nvPr/>
          </p:nvSpPr>
          <p:spPr>
            <a:xfrm>
              <a:off x="2087111" y="5262583"/>
              <a:ext cx="481330" cy="93980"/>
            </a:xfrm>
            <a:custGeom>
              <a:avLst/>
              <a:gdLst/>
              <a:ahLst/>
              <a:cxnLst/>
              <a:rect l="l" t="t" r="r" b="b"/>
              <a:pathLst>
                <a:path w="481330" h="93979">
                  <a:moveTo>
                    <a:pt x="0" y="0"/>
                  </a:moveTo>
                  <a:lnTo>
                    <a:pt x="1434" y="93620"/>
                  </a:lnTo>
                  <a:lnTo>
                    <a:pt x="481200" y="936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9E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" name="object 519" descr=""/>
            <p:cNvSpPr/>
            <p:nvPr/>
          </p:nvSpPr>
          <p:spPr>
            <a:xfrm>
              <a:off x="2134395" y="5684026"/>
              <a:ext cx="392430" cy="612140"/>
            </a:xfrm>
            <a:custGeom>
              <a:avLst/>
              <a:gdLst/>
              <a:ahLst/>
              <a:cxnLst/>
              <a:rect l="l" t="t" r="r" b="b"/>
              <a:pathLst>
                <a:path w="392430" h="612139">
                  <a:moveTo>
                    <a:pt x="392124" y="0"/>
                  </a:moveTo>
                  <a:lnTo>
                    <a:pt x="0" y="0"/>
                  </a:lnTo>
                  <a:lnTo>
                    <a:pt x="0" y="611677"/>
                  </a:lnTo>
                  <a:lnTo>
                    <a:pt x="392124" y="611677"/>
                  </a:lnTo>
                  <a:lnTo>
                    <a:pt x="3921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" name="object 520" descr=""/>
            <p:cNvSpPr/>
            <p:nvPr/>
          </p:nvSpPr>
          <p:spPr>
            <a:xfrm>
              <a:off x="2248877" y="5785580"/>
              <a:ext cx="212725" cy="493395"/>
            </a:xfrm>
            <a:custGeom>
              <a:avLst/>
              <a:gdLst/>
              <a:ahLst/>
              <a:cxnLst/>
              <a:rect l="l" t="t" r="r" b="b"/>
              <a:pathLst>
                <a:path w="212725" h="493395">
                  <a:moveTo>
                    <a:pt x="105892" y="0"/>
                  </a:moveTo>
                  <a:lnTo>
                    <a:pt x="70678" y="32899"/>
                  </a:lnTo>
                  <a:lnTo>
                    <a:pt x="23736" y="88248"/>
                  </a:lnTo>
                  <a:lnTo>
                    <a:pt x="0" y="147398"/>
                  </a:lnTo>
                  <a:lnTo>
                    <a:pt x="0" y="493073"/>
                  </a:lnTo>
                  <a:lnTo>
                    <a:pt x="212286" y="493073"/>
                  </a:lnTo>
                  <a:lnTo>
                    <a:pt x="212286" y="147398"/>
                  </a:lnTo>
                  <a:lnTo>
                    <a:pt x="210624" y="111929"/>
                  </a:lnTo>
                  <a:lnTo>
                    <a:pt x="198987" y="84752"/>
                  </a:lnTo>
                  <a:lnTo>
                    <a:pt x="167401" y="52048"/>
                  </a:lnTo>
                  <a:lnTo>
                    <a:pt x="105892" y="0"/>
                  </a:lnTo>
                  <a:close/>
                </a:path>
              </a:pathLst>
            </a:custGeom>
            <a:solidFill>
              <a:srgbClr val="CF9E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" name="object 521" descr=""/>
            <p:cNvSpPr/>
            <p:nvPr/>
          </p:nvSpPr>
          <p:spPr>
            <a:xfrm>
              <a:off x="2248880" y="5818477"/>
              <a:ext cx="146050" cy="460375"/>
            </a:xfrm>
            <a:custGeom>
              <a:avLst/>
              <a:gdLst/>
              <a:ahLst/>
              <a:cxnLst/>
              <a:rect l="l" t="t" r="r" b="b"/>
              <a:pathLst>
                <a:path w="146050" h="460375">
                  <a:moveTo>
                    <a:pt x="72584" y="0"/>
                  </a:moveTo>
                  <a:lnTo>
                    <a:pt x="47840" y="25933"/>
                  </a:lnTo>
                  <a:lnTo>
                    <a:pt x="24378" y="55349"/>
                  </a:lnTo>
                  <a:lnTo>
                    <a:pt x="6873" y="85715"/>
                  </a:lnTo>
                  <a:lnTo>
                    <a:pt x="0" y="114499"/>
                  </a:lnTo>
                  <a:lnTo>
                    <a:pt x="0" y="460174"/>
                  </a:lnTo>
                  <a:lnTo>
                    <a:pt x="145430" y="460174"/>
                  </a:lnTo>
                  <a:lnTo>
                    <a:pt x="145430" y="114499"/>
                  </a:lnTo>
                  <a:lnTo>
                    <a:pt x="138516" y="85702"/>
                  </a:lnTo>
                  <a:lnTo>
                    <a:pt x="120924" y="55313"/>
                  </a:lnTo>
                  <a:lnTo>
                    <a:pt x="97373" y="25893"/>
                  </a:lnTo>
                  <a:lnTo>
                    <a:pt x="72584" y="0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" name="object 522" descr=""/>
            <p:cNvSpPr/>
            <p:nvPr/>
          </p:nvSpPr>
          <p:spPr>
            <a:xfrm>
              <a:off x="2248873" y="6009450"/>
              <a:ext cx="177165" cy="133350"/>
            </a:xfrm>
            <a:custGeom>
              <a:avLst/>
              <a:gdLst/>
              <a:ahLst/>
              <a:cxnLst/>
              <a:rect l="l" t="t" r="r" b="b"/>
              <a:pathLst>
                <a:path w="177164" h="133350">
                  <a:moveTo>
                    <a:pt x="176696" y="0"/>
                  </a:moveTo>
                  <a:lnTo>
                    <a:pt x="0" y="0"/>
                  </a:lnTo>
                  <a:lnTo>
                    <a:pt x="0" y="133147"/>
                  </a:lnTo>
                  <a:lnTo>
                    <a:pt x="176696" y="133147"/>
                  </a:lnTo>
                  <a:lnTo>
                    <a:pt x="176696" y="0"/>
                  </a:lnTo>
                  <a:close/>
                </a:path>
              </a:pathLst>
            </a:custGeom>
            <a:solidFill>
              <a:srgbClr val="DFBC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" name="object 523" descr=""/>
            <p:cNvSpPr/>
            <p:nvPr/>
          </p:nvSpPr>
          <p:spPr>
            <a:xfrm>
              <a:off x="2103747" y="6278657"/>
              <a:ext cx="486409" cy="40640"/>
            </a:xfrm>
            <a:custGeom>
              <a:avLst/>
              <a:gdLst/>
              <a:ahLst/>
              <a:cxnLst/>
              <a:rect l="l" t="t" r="r" b="b"/>
              <a:pathLst>
                <a:path w="486410" h="40639">
                  <a:moveTo>
                    <a:pt x="486142" y="0"/>
                  </a:moveTo>
                  <a:lnTo>
                    <a:pt x="0" y="0"/>
                  </a:lnTo>
                  <a:lnTo>
                    <a:pt x="0" y="40438"/>
                  </a:lnTo>
                  <a:lnTo>
                    <a:pt x="486142" y="40438"/>
                  </a:lnTo>
                  <a:lnTo>
                    <a:pt x="4861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" name="object 524" descr=""/>
            <p:cNvSpPr/>
            <p:nvPr/>
          </p:nvSpPr>
          <p:spPr>
            <a:xfrm>
              <a:off x="1656397" y="5647696"/>
              <a:ext cx="904240" cy="671830"/>
            </a:xfrm>
            <a:custGeom>
              <a:avLst/>
              <a:gdLst/>
              <a:ahLst/>
              <a:cxnLst/>
              <a:rect l="l" t="t" r="r" b="b"/>
              <a:pathLst>
                <a:path w="904239" h="671829">
                  <a:moveTo>
                    <a:pt x="477989" y="36347"/>
                  </a:moveTo>
                  <a:lnTo>
                    <a:pt x="18503" y="36347"/>
                  </a:lnTo>
                  <a:lnTo>
                    <a:pt x="18503" y="387375"/>
                  </a:lnTo>
                  <a:lnTo>
                    <a:pt x="18503" y="630961"/>
                  </a:lnTo>
                  <a:lnTo>
                    <a:pt x="194881" y="630961"/>
                  </a:lnTo>
                  <a:lnTo>
                    <a:pt x="194881" y="671410"/>
                  </a:lnTo>
                  <a:lnTo>
                    <a:pt x="447357" y="671410"/>
                  </a:lnTo>
                  <a:lnTo>
                    <a:pt x="447357" y="630961"/>
                  </a:lnTo>
                  <a:lnTo>
                    <a:pt x="477989" y="630961"/>
                  </a:lnTo>
                  <a:lnTo>
                    <a:pt x="477989" y="387375"/>
                  </a:lnTo>
                  <a:lnTo>
                    <a:pt x="477989" y="36347"/>
                  </a:lnTo>
                  <a:close/>
                </a:path>
                <a:path w="904239" h="671829">
                  <a:moveTo>
                    <a:pt x="903846" y="0"/>
                  </a:moveTo>
                  <a:lnTo>
                    <a:pt x="456514" y="0"/>
                  </a:lnTo>
                  <a:lnTo>
                    <a:pt x="0" y="0"/>
                  </a:lnTo>
                  <a:lnTo>
                    <a:pt x="0" y="36334"/>
                  </a:lnTo>
                  <a:lnTo>
                    <a:pt x="456514" y="36334"/>
                  </a:lnTo>
                  <a:lnTo>
                    <a:pt x="903846" y="36334"/>
                  </a:lnTo>
                  <a:lnTo>
                    <a:pt x="903846" y="0"/>
                  </a:lnTo>
                  <a:close/>
                </a:path>
              </a:pathLst>
            </a:custGeom>
            <a:solidFill>
              <a:srgbClr val="DFBCA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25" name="object 525" descr="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2204469" y="5494260"/>
              <a:ext cx="232181" cy="153440"/>
            </a:xfrm>
            <a:prstGeom prst="rect">
              <a:avLst/>
            </a:prstGeom>
          </p:spPr>
        </p:pic>
      </p:grpSp>
      <p:sp>
        <p:nvSpPr>
          <p:cNvPr id="526" name="object 526" descr=""/>
          <p:cNvSpPr/>
          <p:nvPr/>
        </p:nvSpPr>
        <p:spPr>
          <a:xfrm>
            <a:off x="4517862" y="6590941"/>
            <a:ext cx="438784" cy="666115"/>
          </a:xfrm>
          <a:custGeom>
            <a:avLst/>
            <a:gdLst/>
            <a:ahLst/>
            <a:cxnLst/>
            <a:rect l="l" t="t" r="r" b="b"/>
            <a:pathLst>
              <a:path w="438785" h="666115">
                <a:moveTo>
                  <a:pt x="0" y="665906"/>
                </a:moveTo>
                <a:lnTo>
                  <a:pt x="438562" y="665906"/>
                </a:lnTo>
                <a:lnTo>
                  <a:pt x="438562" y="0"/>
                </a:lnTo>
                <a:lnTo>
                  <a:pt x="0" y="0"/>
                </a:lnTo>
                <a:lnTo>
                  <a:pt x="0" y="665906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7" name="object 527" descr=""/>
          <p:cNvSpPr/>
          <p:nvPr/>
        </p:nvSpPr>
        <p:spPr>
          <a:xfrm>
            <a:off x="5269287" y="6589421"/>
            <a:ext cx="500380" cy="330200"/>
          </a:xfrm>
          <a:custGeom>
            <a:avLst/>
            <a:gdLst/>
            <a:ahLst/>
            <a:cxnLst/>
            <a:rect l="l" t="t" r="r" b="b"/>
            <a:pathLst>
              <a:path w="500379" h="330200">
                <a:moveTo>
                  <a:pt x="0" y="330011"/>
                </a:moveTo>
                <a:lnTo>
                  <a:pt x="499817" y="330011"/>
                </a:lnTo>
                <a:lnTo>
                  <a:pt x="499817" y="0"/>
                </a:lnTo>
                <a:lnTo>
                  <a:pt x="0" y="0"/>
                </a:lnTo>
                <a:lnTo>
                  <a:pt x="0" y="330011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8" name="object 528" descr=""/>
          <p:cNvSpPr/>
          <p:nvPr/>
        </p:nvSpPr>
        <p:spPr>
          <a:xfrm>
            <a:off x="4619516" y="6714479"/>
            <a:ext cx="235585" cy="655955"/>
          </a:xfrm>
          <a:custGeom>
            <a:avLst/>
            <a:gdLst/>
            <a:ahLst/>
            <a:cxnLst/>
            <a:rect l="l" t="t" r="r" b="b"/>
            <a:pathLst>
              <a:path w="235585" h="655954">
                <a:moveTo>
                  <a:pt x="117567" y="0"/>
                </a:moveTo>
                <a:lnTo>
                  <a:pt x="99197" y="16604"/>
                </a:lnTo>
                <a:lnTo>
                  <a:pt x="58783" y="61250"/>
                </a:lnTo>
                <a:lnTo>
                  <a:pt x="18369" y="126192"/>
                </a:lnTo>
                <a:lnTo>
                  <a:pt x="0" y="203679"/>
                </a:lnTo>
                <a:lnTo>
                  <a:pt x="0" y="655592"/>
                </a:lnTo>
                <a:lnTo>
                  <a:pt x="235249" y="655592"/>
                </a:lnTo>
                <a:lnTo>
                  <a:pt x="235249" y="203679"/>
                </a:lnTo>
                <a:lnTo>
                  <a:pt x="233410" y="142640"/>
                </a:lnTo>
                <a:lnTo>
                  <a:pt x="220539" y="101078"/>
                </a:lnTo>
                <a:lnTo>
                  <a:pt x="185602" y="59896"/>
                </a:lnTo>
                <a:lnTo>
                  <a:pt x="117567" y="0"/>
                </a:lnTo>
                <a:close/>
              </a:path>
            </a:pathLst>
          </a:custGeom>
          <a:solidFill>
            <a:srgbClr val="662B1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9" name="object 529" descr=""/>
          <p:cNvSpPr/>
          <p:nvPr/>
        </p:nvSpPr>
        <p:spPr>
          <a:xfrm>
            <a:off x="4955504" y="6590656"/>
            <a:ext cx="315595" cy="369570"/>
          </a:xfrm>
          <a:custGeom>
            <a:avLst/>
            <a:gdLst/>
            <a:ahLst/>
            <a:cxnLst/>
            <a:rect l="l" t="t" r="r" b="b"/>
            <a:pathLst>
              <a:path w="315595" h="369570">
                <a:moveTo>
                  <a:pt x="0" y="369051"/>
                </a:moveTo>
                <a:lnTo>
                  <a:pt x="314995" y="369051"/>
                </a:lnTo>
                <a:lnTo>
                  <a:pt x="314995" y="0"/>
                </a:lnTo>
                <a:lnTo>
                  <a:pt x="0" y="0"/>
                </a:lnTo>
                <a:lnTo>
                  <a:pt x="0" y="369051"/>
                </a:lnTo>
                <a:close/>
              </a:path>
            </a:pathLst>
          </a:custGeom>
          <a:solidFill>
            <a:srgbClr val="DFBCA6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30" name="object 530" descr=""/>
          <p:cNvGrpSpPr/>
          <p:nvPr/>
        </p:nvGrpSpPr>
        <p:grpSpPr>
          <a:xfrm>
            <a:off x="4862445" y="6259086"/>
            <a:ext cx="1712595" cy="755650"/>
            <a:chOff x="4862445" y="6259086"/>
            <a:chExt cx="1712595" cy="755650"/>
          </a:xfrm>
        </p:grpSpPr>
        <p:sp>
          <p:nvSpPr>
            <p:cNvPr id="531" name="object 531" descr=""/>
            <p:cNvSpPr/>
            <p:nvPr/>
          </p:nvSpPr>
          <p:spPr>
            <a:xfrm>
              <a:off x="6137457" y="6589211"/>
              <a:ext cx="437515" cy="426084"/>
            </a:xfrm>
            <a:custGeom>
              <a:avLst/>
              <a:gdLst/>
              <a:ahLst/>
              <a:cxnLst/>
              <a:rect l="l" t="t" r="r" b="b"/>
              <a:pathLst>
                <a:path w="437515" h="426084">
                  <a:moveTo>
                    <a:pt x="0" y="425495"/>
                  </a:moveTo>
                  <a:lnTo>
                    <a:pt x="437473" y="425495"/>
                  </a:lnTo>
                  <a:lnTo>
                    <a:pt x="437473" y="0"/>
                  </a:lnTo>
                  <a:lnTo>
                    <a:pt x="0" y="0"/>
                  </a:lnTo>
                  <a:lnTo>
                    <a:pt x="0" y="425495"/>
                  </a:lnTo>
                  <a:close/>
                </a:path>
              </a:pathLst>
            </a:custGeom>
            <a:solidFill>
              <a:srgbClr val="DFBC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" name="object 532" descr=""/>
            <p:cNvSpPr/>
            <p:nvPr/>
          </p:nvSpPr>
          <p:spPr>
            <a:xfrm>
              <a:off x="5767461" y="6585306"/>
              <a:ext cx="372110" cy="429895"/>
            </a:xfrm>
            <a:custGeom>
              <a:avLst/>
              <a:gdLst/>
              <a:ahLst/>
              <a:cxnLst/>
              <a:rect l="l" t="t" r="r" b="b"/>
              <a:pathLst>
                <a:path w="372110" h="429895">
                  <a:moveTo>
                    <a:pt x="0" y="429401"/>
                  </a:moveTo>
                  <a:lnTo>
                    <a:pt x="371664" y="429401"/>
                  </a:lnTo>
                  <a:lnTo>
                    <a:pt x="371664" y="0"/>
                  </a:lnTo>
                  <a:lnTo>
                    <a:pt x="0" y="0"/>
                  </a:lnTo>
                  <a:lnTo>
                    <a:pt x="0" y="42940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" name="object 533" descr=""/>
            <p:cNvSpPr/>
            <p:nvPr/>
          </p:nvSpPr>
          <p:spPr>
            <a:xfrm>
              <a:off x="5183779" y="6919433"/>
              <a:ext cx="929005" cy="95885"/>
            </a:xfrm>
            <a:custGeom>
              <a:avLst/>
              <a:gdLst/>
              <a:ahLst/>
              <a:cxnLst/>
              <a:rect l="l" t="t" r="r" b="b"/>
              <a:pathLst>
                <a:path w="929004" h="95884">
                  <a:moveTo>
                    <a:pt x="0" y="95274"/>
                  </a:moveTo>
                  <a:lnTo>
                    <a:pt x="928976" y="95274"/>
                  </a:lnTo>
                  <a:lnTo>
                    <a:pt x="928976" y="0"/>
                  </a:lnTo>
                  <a:lnTo>
                    <a:pt x="0" y="0"/>
                  </a:lnTo>
                  <a:lnTo>
                    <a:pt x="0" y="95274"/>
                  </a:lnTo>
                  <a:close/>
                </a:path>
              </a:pathLst>
            </a:custGeom>
            <a:solidFill>
              <a:srgbClr val="9A470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" name="object 534" descr=""/>
            <p:cNvSpPr/>
            <p:nvPr/>
          </p:nvSpPr>
          <p:spPr>
            <a:xfrm>
              <a:off x="5183746" y="6919372"/>
              <a:ext cx="720090" cy="95885"/>
            </a:xfrm>
            <a:custGeom>
              <a:avLst/>
              <a:gdLst/>
              <a:ahLst/>
              <a:cxnLst/>
              <a:rect l="l" t="t" r="r" b="b"/>
              <a:pathLst>
                <a:path w="720089" h="95884">
                  <a:moveTo>
                    <a:pt x="719963" y="63"/>
                  </a:moveTo>
                  <a:lnTo>
                    <a:pt x="701522" y="0"/>
                  </a:lnTo>
                  <a:lnTo>
                    <a:pt x="0" y="63"/>
                  </a:lnTo>
                  <a:lnTo>
                    <a:pt x="0" y="40347"/>
                  </a:lnTo>
                  <a:lnTo>
                    <a:pt x="214553" y="40347"/>
                  </a:lnTo>
                  <a:lnTo>
                    <a:pt x="214553" y="73723"/>
                  </a:lnTo>
                  <a:lnTo>
                    <a:pt x="601840" y="73723"/>
                  </a:lnTo>
                  <a:lnTo>
                    <a:pt x="601840" y="95338"/>
                  </a:lnTo>
                  <a:lnTo>
                    <a:pt x="701522" y="95338"/>
                  </a:lnTo>
                  <a:lnTo>
                    <a:pt x="719912" y="95338"/>
                  </a:lnTo>
                  <a:lnTo>
                    <a:pt x="719963" y="73723"/>
                  </a:lnTo>
                  <a:lnTo>
                    <a:pt x="719963" y="73393"/>
                  </a:lnTo>
                  <a:lnTo>
                    <a:pt x="719963" y="40347"/>
                  </a:lnTo>
                  <a:lnTo>
                    <a:pt x="719963" y="63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" name="object 535" descr=""/>
            <p:cNvSpPr/>
            <p:nvPr/>
          </p:nvSpPr>
          <p:spPr>
            <a:xfrm>
              <a:off x="6094296" y="6919370"/>
              <a:ext cx="18415" cy="95885"/>
            </a:xfrm>
            <a:custGeom>
              <a:avLst/>
              <a:gdLst/>
              <a:ahLst/>
              <a:cxnLst/>
              <a:rect l="l" t="t" r="r" b="b"/>
              <a:pathLst>
                <a:path w="18414" h="95884">
                  <a:moveTo>
                    <a:pt x="0" y="95337"/>
                  </a:moveTo>
                  <a:lnTo>
                    <a:pt x="18386" y="95337"/>
                  </a:lnTo>
                  <a:lnTo>
                    <a:pt x="18386" y="0"/>
                  </a:lnTo>
                  <a:lnTo>
                    <a:pt x="0" y="0"/>
                  </a:lnTo>
                  <a:lnTo>
                    <a:pt x="0" y="95337"/>
                  </a:lnTo>
                  <a:close/>
                </a:path>
              </a:pathLst>
            </a:custGeom>
            <a:solidFill>
              <a:srgbClr val="9A470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" name="object 536" descr=""/>
            <p:cNvSpPr/>
            <p:nvPr/>
          </p:nvSpPr>
          <p:spPr>
            <a:xfrm>
              <a:off x="5183695" y="6919372"/>
              <a:ext cx="611505" cy="95885"/>
            </a:xfrm>
            <a:custGeom>
              <a:avLst/>
              <a:gdLst/>
              <a:ahLst/>
              <a:cxnLst/>
              <a:rect l="l" t="t" r="r" b="b"/>
              <a:pathLst>
                <a:path w="611504" h="95884">
                  <a:moveTo>
                    <a:pt x="18389" y="0"/>
                  </a:moveTo>
                  <a:lnTo>
                    <a:pt x="0" y="0"/>
                  </a:lnTo>
                  <a:lnTo>
                    <a:pt x="0" y="40347"/>
                  </a:lnTo>
                  <a:lnTo>
                    <a:pt x="18389" y="40347"/>
                  </a:lnTo>
                  <a:lnTo>
                    <a:pt x="18389" y="0"/>
                  </a:lnTo>
                  <a:close/>
                </a:path>
                <a:path w="611504" h="95884">
                  <a:moveTo>
                    <a:pt x="134035" y="0"/>
                  </a:moveTo>
                  <a:lnTo>
                    <a:pt x="115646" y="0"/>
                  </a:lnTo>
                  <a:lnTo>
                    <a:pt x="115646" y="40347"/>
                  </a:lnTo>
                  <a:lnTo>
                    <a:pt x="134035" y="40347"/>
                  </a:lnTo>
                  <a:lnTo>
                    <a:pt x="134035" y="0"/>
                  </a:lnTo>
                  <a:close/>
                </a:path>
                <a:path w="611504" h="95884">
                  <a:moveTo>
                    <a:pt x="611098" y="0"/>
                  </a:moveTo>
                  <a:lnTo>
                    <a:pt x="592709" y="0"/>
                  </a:lnTo>
                  <a:lnTo>
                    <a:pt x="592709" y="95338"/>
                  </a:lnTo>
                  <a:lnTo>
                    <a:pt x="611098" y="95338"/>
                  </a:lnTo>
                  <a:lnTo>
                    <a:pt x="611098" y="0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" name="object 537" descr=""/>
            <p:cNvSpPr/>
            <p:nvPr/>
          </p:nvSpPr>
          <p:spPr>
            <a:xfrm>
              <a:off x="4974653" y="6919372"/>
              <a:ext cx="209550" cy="40640"/>
            </a:xfrm>
            <a:custGeom>
              <a:avLst/>
              <a:gdLst/>
              <a:ahLst/>
              <a:cxnLst/>
              <a:rect l="l" t="t" r="r" b="b"/>
              <a:pathLst>
                <a:path w="209550" h="40640">
                  <a:moveTo>
                    <a:pt x="209042" y="63"/>
                  </a:moveTo>
                  <a:lnTo>
                    <a:pt x="208915" y="63"/>
                  </a:lnTo>
                  <a:lnTo>
                    <a:pt x="18465" y="63"/>
                  </a:lnTo>
                  <a:lnTo>
                    <a:pt x="76" y="0"/>
                  </a:lnTo>
                  <a:lnTo>
                    <a:pt x="0" y="40347"/>
                  </a:lnTo>
                  <a:lnTo>
                    <a:pt x="18465" y="40347"/>
                  </a:lnTo>
                  <a:lnTo>
                    <a:pt x="208915" y="40347"/>
                  </a:lnTo>
                  <a:lnTo>
                    <a:pt x="209042" y="40347"/>
                  </a:lnTo>
                  <a:lnTo>
                    <a:pt x="209042" y="63"/>
                  </a:lnTo>
                  <a:close/>
                </a:path>
              </a:pathLst>
            </a:custGeom>
            <a:solidFill>
              <a:srgbClr val="9A470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" name="object 538" descr=""/>
            <p:cNvSpPr/>
            <p:nvPr/>
          </p:nvSpPr>
          <p:spPr>
            <a:xfrm>
              <a:off x="4974736" y="6714479"/>
              <a:ext cx="1138555" cy="205104"/>
            </a:xfrm>
            <a:custGeom>
              <a:avLst/>
              <a:gdLst/>
              <a:ahLst/>
              <a:cxnLst/>
              <a:rect l="l" t="t" r="r" b="b"/>
              <a:pathLst>
                <a:path w="1138554" h="205104">
                  <a:moveTo>
                    <a:pt x="919731" y="0"/>
                  </a:moveTo>
                  <a:lnTo>
                    <a:pt x="296367" y="0"/>
                  </a:lnTo>
                  <a:lnTo>
                    <a:pt x="0" y="204894"/>
                  </a:lnTo>
                  <a:lnTo>
                    <a:pt x="1137944" y="204894"/>
                  </a:lnTo>
                  <a:lnTo>
                    <a:pt x="919731" y="0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" name="object 539" descr=""/>
            <p:cNvSpPr/>
            <p:nvPr/>
          </p:nvSpPr>
          <p:spPr>
            <a:xfrm>
              <a:off x="5183777" y="6714479"/>
              <a:ext cx="720090" cy="205104"/>
            </a:xfrm>
            <a:custGeom>
              <a:avLst/>
              <a:gdLst/>
              <a:ahLst/>
              <a:cxnLst/>
              <a:rect l="l" t="t" r="r" b="b"/>
              <a:pathLst>
                <a:path w="720089" h="205104">
                  <a:moveTo>
                    <a:pt x="710690" y="0"/>
                  </a:moveTo>
                  <a:lnTo>
                    <a:pt x="87327" y="0"/>
                  </a:lnTo>
                  <a:lnTo>
                    <a:pt x="0" y="204957"/>
                  </a:lnTo>
                  <a:lnTo>
                    <a:pt x="719936" y="204946"/>
                  </a:lnTo>
                  <a:lnTo>
                    <a:pt x="710690" y="0"/>
                  </a:lnTo>
                  <a:close/>
                </a:path>
              </a:pathLst>
            </a:custGeom>
            <a:solidFill>
              <a:srgbClr val="CF9E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" name="object 540" descr=""/>
            <p:cNvSpPr/>
            <p:nvPr/>
          </p:nvSpPr>
          <p:spPr>
            <a:xfrm>
              <a:off x="4862448" y="6259090"/>
              <a:ext cx="1712595" cy="332105"/>
            </a:xfrm>
            <a:custGeom>
              <a:avLst/>
              <a:gdLst/>
              <a:ahLst/>
              <a:cxnLst/>
              <a:rect l="l" t="t" r="r" b="b"/>
              <a:pathLst>
                <a:path w="1712595" h="332104">
                  <a:moveTo>
                    <a:pt x="859356" y="0"/>
                  </a:moveTo>
                  <a:lnTo>
                    <a:pt x="0" y="331843"/>
                  </a:lnTo>
                  <a:lnTo>
                    <a:pt x="1712481" y="329989"/>
                  </a:lnTo>
                  <a:lnTo>
                    <a:pt x="1712481" y="292001"/>
                  </a:lnTo>
                  <a:lnTo>
                    <a:pt x="859356" y="0"/>
                  </a:lnTo>
                  <a:close/>
                </a:path>
              </a:pathLst>
            </a:custGeom>
            <a:solidFill>
              <a:srgbClr val="DFBC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" name="object 541" descr=""/>
            <p:cNvSpPr/>
            <p:nvPr/>
          </p:nvSpPr>
          <p:spPr>
            <a:xfrm>
              <a:off x="4862445" y="6259086"/>
              <a:ext cx="1275080" cy="332105"/>
            </a:xfrm>
            <a:custGeom>
              <a:avLst/>
              <a:gdLst/>
              <a:ahLst/>
              <a:cxnLst/>
              <a:rect l="l" t="t" r="r" b="b"/>
              <a:pathLst>
                <a:path w="1275079" h="332104">
                  <a:moveTo>
                    <a:pt x="859356" y="0"/>
                  </a:moveTo>
                  <a:lnTo>
                    <a:pt x="0" y="331853"/>
                  </a:lnTo>
                  <a:lnTo>
                    <a:pt x="1275008" y="331120"/>
                  </a:lnTo>
                  <a:lnTo>
                    <a:pt x="859356" y="0"/>
                  </a:lnTo>
                  <a:close/>
                </a:path>
              </a:pathLst>
            </a:custGeom>
            <a:solidFill>
              <a:srgbClr val="CF9E7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42" name="object 542" descr=""/>
          <p:cNvGrpSpPr/>
          <p:nvPr/>
        </p:nvGrpSpPr>
        <p:grpSpPr>
          <a:xfrm>
            <a:off x="91515" y="5989838"/>
            <a:ext cx="1817370" cy="1457960"/>
            <a:chOff x="91515" y="5989838"/>
            <a:chExt cx="1817370" cy="1457960"/>
          </a:xfrm>
        </p:grpSpPr>
        <p:sp>
          <p:nvSpPr>
            <p:cNvPr id="543" name="object 543" descr=""/>
            <p:cNvSpPr/>
            <p:nvPr/>
          </p:nvSpPr>
          <p:spPr>
            <a:xfrm>
              <a:off x="91526" y="6035062"/>
              <a:ext cx="752475" cy="1253490"/>
            </a:xfrm>
            <a:custGeom>
              <a:avLst/>
              <a:gdLst/>
              <a:ahLst/>
              <a:cxnLst/>
              <a:rect l="l" t="t" r="r" b="b"/>
              <a:pathLst>
                <a:path w="752475" h="1253490">
                  <a:moveTo>
                    <a:pt x="751977" y="0"/>
                  </a:moveTo>
                  <a:lnTo>
                    <a:pt x="0" y="0"/>
                  </a:lnTo>
                  <a:lnTo>
                    <a:pt x="0" y="1253249"/>
                  </a:lnTo>
                  <a:lnTo>
                    <a:pt x="751977" y="1253249"/>
                  </a:lnTo>
                  <a:lnTo>
                    <a:pt x="751977" y="0"/>
                  </a:lnTo>
                  <a:close/>
                </a:path>
              </a:pathLst>
            </a:custGeom>
            <a:solidFill>
              <a:srgbClr val="DFBC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" name="object 544" descr=""/>
            <p:cNvSpPr/>
            <p:nvPr/>
          </p:nvSpPr>
          <p:spPr>
            <a:xfrm>
              <a:off x="843503" y="6035062"/>
              <a:ext cx="1008380" cy="1253490"/>
            </a:xfrm>
            <a:custGeom>
              <a:avLst/>
              <a:gdLst/>
              <a:ahLst/>
              <a:cxnLst/>
              <a:rect l="l" t="t" r="r" b="b"/>
              <a:pathLst>
                <a:path w="1008380" h="1253490">
                  <a:moveTo>
                    <a:pt x="1007780" y="0"/>
                  </a:moveTo>
                  <a:lnTo>
                    <a:pt x="0" y="0"/>
                  </a:lnTo>
                  <a:lnTo>
                    <a:pt x="0" y="1253249"/>
                  </a:lnTo>
                  <a:lnTo>
                    <a:pt x="1007780" y="1253249"/>
                  </a:lnTo>
                  <a:lnTo>
                    <a:pt x="10077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" name="object 545" descr=""/>
            <p:cNvSpPr/>
            <p:nvPr/>
          </p:nvSpPr>
          <p:spPr>
            <a:xfrm>
              <a:off x="891082" y="6167545"/>
              <a:ext cx="1017269" cy="1280160"/>
            </a:xfrm>
            <a:custGeom>
              <a:avLst/>
              <a:gdLst/>
              <a:ahLst/>
              <a:cxnLst/>
              <a:rect l="l" t="t" r="r" b="b"/>
              <a:pathLst>
                <a:path w="1017269" h="1280159">
                  <a:moveTo>
                    <a:pt x="1017181" y="1120775"/>
                  </a:moveTo>
                  <a:lnTo>
                    <a:pt x="180670" y="1120775"/>
                  </a:lnTo>
                  <a:lnTo>
                    <a:pt x="180670" y="210947"/>
                  </a:lnTo>
                  <a:lnTo>
                    <a:pt x="179527" y="160159"/>
                  </a:lnTo>
                  <a:lnTo>
                    <a:pt x="171538" y="121259"/>
                  </a:lnTo>
                  <a:lnTo>
                    <a:pt x="149885" y="74460"/>
                  </a:lnTo>
                  <a:lnTo>
                    <a:pt x="107696" y="0"/>
                  </a:lnTo>
                  <a:lnTo>
                    <a:pt x="103581" y="7340"/>
                  </a:lnTo>
                  <a:lnTo>
                    <a:pt x="75018" y="65316"/>
                  </a:lnTo>
                  <a:lnTo>
                    <a:pt x="55994" y="112331"/>
                  </a:lnTo>
                  <a:lnTo>
                    <a:pt x="40957" y="162775"/>
                  </a:lnTo>
                  <a:lnTo>
                    <a:pt x="34836" y="210947"/>
                  </a:lnTo>
                  <a:lnTo>
                    <a:pt x="34836" y="1120775"/>
                  </a:lnTo>
                  <a:lnTo>
                    <a:pt x="0" y="1120775"/>
                  </a:lnTo>
                  <a:lnTo>
                    <a:pt x="0" y="1279690"/>
                  </a:lnTo>
                  <a:lnTo>
                    <a:pt x="1017181" y="1279690"/>
                  </a:lnTo>
                  <a:lnTo>
                    <a:pt x="1017181" y="1120775"/>
                  </a:lnTo>
                  <a:close/>
                </a:path>
              </a:pathLst>
            </a:custGeom>
            <a:solidFill>
              <a:srgbClr val="CF9E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" name="object 546" descr=""/>
            <p:cNvSpPr/>
            <p:nvPr/>
          </p:nvSpPr>
          <p:spPr>
            <a:xfrm>
              <a:off x="925928" y="6194955"/>
              <a:ext cx="116839" cy="1093470"/>
            </a:xfrm>
            <a:custGeom>
              <a:avLst/>
              <a:gdLst/>
              <a:ahLst/>
              <a:cxnLst/>
              <a:rect l="l" t="t" r="r" b="b"/>
              <a:pathLst>
                <a:path w="116840" h="1093470">
                  <a:moveTo>
                    <a:pt x="58270" y="0"/>
                  </a:moveTo>
                  <a:lnTo>
                    <a:pt x="41351" y="35217"/>
                  </a:lnTo>
                  <a:lnTo>
                    <a:pt x="22237" y="81808"/>
                  </a:lnTo>
                  <a:lnTo>
                    <a:pt x="3004" y="150930"/>
                  </a:lnTo>
                  <a:lnTo>
                    <a:pt x="0" y="183533"/>
                  </a:lnTo>
                  <a:lnTo>
                    <a:pt x="0" y="1093401"/>
                  </a:lnTo>
                  <a:lnTo>
                    <a:pt x="116540" y="1093401"/>
                  </a:lnTo>
                  <a:lnTo>
                    <a:pt x="116540" y="183533"/>
                  </a:lnTo>
                  <a:lnTo>
                    <a:pt x="110434" y="135353"/>
                  </a:lnTo>
                  <a:lnTo>
                    <a:pt x="95400" y="84914"/>
                  </a:lnTo>
                  <a:lnTo>
                    <a:pt x="76369" y="37902"/>
                  </a:lnTo>
                  <a:lnTo>
                    <a:pt x="58270" y="0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" name="object 547" descr=""/>
            <p:cNvSpPr/>
            <p:nvPr/>
          </p:nvSpPr>
          <p:spPr>
            <a:xfrm>
              <a:off x="1125051" y="6167534"/>
              <a:ext cx="132715" cy="1121410"/>
            </a:xfrm>
            <a:custGeom>
              <a:avLst/>
              <a:gdLst/>
              <a:ahLst/>
              <a:cxnLst/>
              <a:rect l="l" t="t" r="r" b="b"/>
              <a:pathLst>
                <a:path w="132715" h="1121409">
                  <a:moveTo>
                    <a:pt x="66134" y="0"/>
                  </a:moveTo>
                  <a:lnTo>
                    <a:pt x="36470" y="65320"/>
                  </a:lnTo>
                  <a:lnTo>
                    <a:pt x="19206" y="112334"/>
                  </a:lnTo>
                  <a:lnTo>
                    <a:pt x="5550" y="162775"/>
                  </a:lnTo>
                  <a:lnTo>
                    <a:pt x="0" y="210956"/>
                  </a:lnTo>
                  <a:lnTo>
                    <a:pt x="0" y="1120824"/>
                  </a:lnTo>
                  <a:lnTo>
                    <a:pt x="132372" y="1120824"/>
                  </a:lnTo>
                  <a:lnTo>
                    <a:pt x="132372" y="210956"/>
                  </a:lnTo>
                  <a:lnTo>
                    <a:pt x="131337" y="160164"/>
                  </a:lnTo>
                  <a:lnTo>
                    <a:pt x="124093" y="121259"/>
                  </a:lnTo>
                  <a:lnTo>
                    <a:pt x="104428" y="74463"/>
                  </a:lnTo>
                  <a:lnTo>
                    <a:pt x="66134" y="0"/>
                  </a:lnTo>
                  <a:close/>
                </a:path>
              </a:pathLst>
            </a:custGeom>
            <a:solidFill>
              <a:srgbClr val="CF9E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" name="object 548" descr=""/>
            <p:cNvSpPr/>
            <p:nvPr/>
          </p:nvSpPr>
          <p:spPr>
            <a:xfrm>
              <a:off x="1125024" y="6194955"/>
              <a:ext cx="106045" cy="1093470"/>
            </a:xfrm>
            <a:custGeom>
              <a:avLst/>
              <a:gdLst/>
              <a:ahLst/>
              <a:cxnLst/>
              <a:rect l="l" t="t" r="r" b="b"/>
              <a:pathLst>
                <a:path w="106044" h="1093470">
                  <a:moveTo>
                    <a:pt x="52846" y="0"/>
                  </a:moveTo>
                  <a:lnTo>
                    <a:pt x="36004" y="39257"/>
                  </a:lnTo>
                  <a:lnTo>
                    <a:pt x="18751" y="86400"/>
                  </a:lnTo>
                  <a:lnTo>
                    <a:pt x="2503" y="152409"/>
                  </a:lnTo>
                  <a:lnTo>
                    <a:pt x="0" y="183533"/>
                  </a:lnTo>
                  <a:lnTo>
                    <a:pt x="0" y="1093401"/>
                  </a:lnTo>
                  <a:lnTo>
                    <a:pt x="105818" y="1093401"/>
                  </a:lnTo>
                  <a:lnTo>
                    <a:pt x="105818" y="183533"/>
                  </a:lnTo>
                  <a:lnTo>
                    <a:pt x="100267" y="135353"/>
                  </a:lnTo>
                  <a:lnTo>
                    <a:pt x="86600" y="84914"/>
                  </a:lnTo>
                  <a:lnTo>
                    <a:pt x="69300" y="37902"/>
                  </a:lnTo>
                  <a:lnTo>
                    <a:pt x="52846" y="0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" name="object 549" descr=""/>
            <p:cNvSpPr/>
            <p:nvPr/>
          </p:nvSpPr>
          <p:spPr>
            <a:xfrm>
              <a:off x="1292747" y="6167534"/>
              <a:ext cx="114935" cy="1121410"/>
            </a:xfrm>
            <a:custGeom>
              <a:avLst/>
              <a:gdLst/>
              <a:ahLst/>
              <a:cxnLst/>
              <a:rect l="l" t="t" r="r" b="b"/>
              <a:pathLst>
                <a:path w="114934" h="1121409">
                  <a:moveTo>
                    <a:pt x="57359" y="0"/>
                  </a:moveTo>
                  <a:lnTo>
                    <a:pt x="31628" y="65320"/>
                  </a:lnTo>
                  <a:lnTo>
                    <a:pt x="16656" y="112334"/>
                  </a:lnTo>
                  <a:lnTo>
                    <a:pt x="4813" y="162775"/>
                  </a:lnTo>
                  <a:lnTo>
                    <a:pt x="0" y="210956"/>
                  </a:lnTo>
                  <a:lnTo>
                    <a:pt x="0" y="1120824"/>
                  </a:lnTo>
                  <a:lnTo>
                    <a:pt x="114813" y="1120824"/>
                  </a:lnTo>
                  <a:lnTo>
                    <a:pt x="114813" y="210956"/>
                  </a:lnTo>
                  <a:lnTo>
                    <a:pt x="113915" y="160164"/>
                  </a:lnTo>
                  <a:lnTo>
                    <a:pt x="107631" y="121259"/>
                  </a:lnTo>
                  <a:lnTo>
                    <a:pt x="90574" y="74463"/>
                  </a:lnTo>
                  <a:lnTo>
                    <a:pt x="57359" y="0"/>
                  </a:lnTo>
                  <a:close/>
                </a:path>
              </a:pathLst>
            </a:custGeom>
            <a:solidFill>
              <a:srgbClr val="CF9E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" name="object 550" descr=""/>
            <p:cNvSpPr/>
            <p:nvPr/>
          </p:nvSpPr>
          <p:spPr>
            <a:xfrm>
              <a:off x="925931" y="6194964"/>
              <a:ext cx="459105" cy="1093470"/>
            </a:xfrm>
            <a:custGeom>
              <a:avLst/>
              <a:gdLst/>
              <a:ahLst/>
              <a:cxnLst/>
              <a:rect l="l" t="t" r="r" b="b"/>
              <a:pathLst>
                <a:path w="459105" h="1093470">
                  <a:moveTo>
                    <a:pt x="70662" y="183540"/>
                  </a:moveTo>
                  <a:lnTo>
                    <a:pt x="67640" y="150926"/>
                  </a:lnTo>
                  <a:lnTo>
                    <a:pt x="59651" y="116395"/>
                  </a:lnTo>
                  <a:lnTo>
                    <a:pt x="48323" y="81800"/>
                  </a:lnTo>
                  <a:lnTo>
                    <a:pt x="35267" y="49034"/>
                  </a:lnTo>
                  <a:lnTo>
                    <a:pt x="22225" y="81800"/>
                  </a:lnTo>
                  <a:lnTo>
                    <a:pt x="10947" y="116395"/>
                  </a:lnTo>
                  <a:lnTo>
                    <a:pt x="2997" y="150926"/>
                  </a:lnTo>
                  <a:lnTo>
                    <a:pt x="0" y="183540"/>
                  </a:lnTo>
                  <a:lnTo>
                    <a:pt x="0" y="1093393"/>
                  </a:lnTo>
                  <a:lnTo>
                    <a:pt x="70662" y="1093393"/>
                  </a:lnTo>
                  <a:lnTo>
                    <a:pt x="70662" y="183540"/>
                  </a:lnTo>
                  <a:close/>
                </a:path>
                <a:path w="459105" h="1093470">
                  <a:moveTo>
                    <a:pt x="259041" y="183540"/>
                  </a:moveTo>
                  <a:lnTo>
                    <a:pt x="256540" y="152412"/>
                  </a:lnTo>
                  <a:lnTo>
                    <a:pt x="249859" y="119494"/>
                  </a:lnTo>
                  <a:lnTo>
                    <a:pt x="240284" y="86398"/>
                  </a:lnTo>
                  <a:lnTo>
                    <a:pt x="229057" y="54686"/>
                  </a:lnTo>
                  <a:lnTo>
                    <a:pt x="217843" y="86398"/>
                  </a:lnTo>
                  <a:lnTo>
                    <a:pt x="208267" y="119494"/>
                  </a:lnTo>
                  <a:lnTo>
                    <a:pt x="201599" y="152412"/>
                  </a:lnTo>
                  <a:lnTo>
                    <a:pt x="199097" y="183540"/>
                  </a:lnTo>
                  <a:lnTo>
                    <a:pt x="199097" y="1093393"/>
                  </a:lnTo>
                  <a:lnTo>
                    <a:pt x="259041" y="1093393"/>
                  </a:lnTo>
                  <a:lnTo>
                    <a:pt x="259041" y="183540"/>
                  </a:lnTo>
                  <a:close/>
                </a:path>
                <a:path w="459105" h="1093470">
                  <a:moveTo>
                    <a:pt x="458520" y="183527"/>
                  </a:moveTo>
                  <a:lnTo>
                    <a:pt x="453720" y="135356"/>
                  </a:lnTo>
                  <a:lnTo>
                    <a:pt x="441883" y="84912"/>
                  </a:lnTo>
                  <a:lnTo>
                    <a:pt x="426910" y="37896"/>
                  </a:lnTo>
                  <a:lnTo>
                    <a:pt x="412661" y="0"/>
                  </a:lnTo>
                  <a:lnTo>
                    <a:pt x="401764" y="28905"/>
                  </a:lnTo>
                  <a:lnTo>
                    <a:pt x="395782" y="45910"/>
                  </a:lnTo>
                  <a:lnTo>
                    <a:pt x="389788" y="64122"/>
                  </a:lnTo>
                  <a:lnTo>
                    <a:pt x="366801" y="64122"/>
                  </a:lnTo>
                  <a:lnTo>
                    <a:pt x="366801" y="1093393"/>
                  </a:lnTo>
                  <a:lnTo>
                    <a:pt x="412661" y="1093393"/>
                  </a:lnTo>
                  <a:lnTo>
                    <a:pt x="458520" y="1093393"/>
                  </a:lnTo>
                  <a:lnTo>
                    <a:pt x="458520" y="183527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" name="object 551" descr=""/>
            <p:cNvSpPr/>
            <p:nvPr/>
          </p:nvSpPr>
          <p:spPr>
            <a:xfrm>
              <a:off x="925918" y="6587038"/>
              <a:ext cx="481965" cy="409575"/>
            </a:xfrm>
            <a:custGeom>
              <a:avLst/>
              <a:gdLst/>
              <a:ahLst/>
              <a:cxnLst/>
              <a:rect l="l" t="t" r="r" b="b"/>
              <a:pathLst>
                <a:path w="481965" h="409575">
                  <a:moveTo>
                    <a:pt x="145834" y="342646"/>
                  </a:moveTo>
                  <a:lnTo>
                    <a:pt x="0" y="342646"/>
                  </a:lnTo>
                  <a:lnTo>
                    <a:pt x="0" y="409143"/>
                  </a:lnTo>
                  <a:lnTo>
                    <a:pt x="145834" y="409143"/>
                  </a:lnTo>
                  <a:lnTo>
                    <a:pt x="145834" y="342646"/>
                  </a:lnTo>
                  <a:close/>
                </a:path>
                <a:path w="481965" h="409575">
                  <a:moveTo>
                    <a:pt x="145834" y="0"/>
                  </a:moveTo>
                  <a:lnTo>
                    <a:pt x="0" y="0"/>
                  </a:lnTo>
                  <a:lnTo>
                    <a:pt x="0" y="66497"/>
                  </a:lnTo>
                  <a:lnTo>
                    <a:pt x="145834" y="66497"/>
                  </a:lnTo>
                  <a:lnTo>
                    <a:pt x="145834" y="0"/>
                  </a:lnTo>
                  <a:close/>
                </a:path>
                <a:path w="481965" h="409575">
                  <a:moveTo>
                    <a:pt x="331330" y="342646"/>
                  </a:moveTo>
                  <a:lnTo>
                    <a:pt x="199123" y="342646"/>
                  </a:lnTo>
                  <a:lnTo>
                    <a:pt x="199123" y="409143"/>
                  </a:lnTo>
                  <a:lnTo>
                    <a:pt x="331330" y="409143"/>
                  </a:lnTo>
                  <a:lnTo>
                    <a:pt x="331330" y="342646"/>
                  </a:lnTo>
                  <a:close/>
                </a:path>
                <a:path w="481965" h="409575">
                  <a:moveTo>
                    <a:pt x="331330" y="0"/>
                  </a:moveTo>
                  <a:lnTo>
                    <a:pt x="199123" y="0"/>
                  </a:lnTo>
                  <a:lnTo>
                    <a:pt x="199123" y="66497"/>
                  </a:lnTo>
                  <a:lnTo>
                    <a:pt x="331330" y="66497"/>
                  </a:lnTo>
                  <a:lnTo>
                    <a:pt x="331330" y="0"/>
                  </a:lnTo>
                  <a:close/>
                </a:path>
                <a:path w="481965" h="409575">
                  <a:moveTo>
                    <a:pt x="481685" y="342646"/>
                  </a:moveTo>
                  <a:lnTo>
                    <a:pt x="366826" y="342646"/>
                  </a:lnTo>
                  <a:lnTo>
                    <a:pt x="366826" y="409143"/>
                  </a:lnTo>
                  <a:lnTo>
                    <a:pt x="481685" y="409143"/>
                  </a:lnTo>
                  <a:lnTo>
                    <a:pt x="481685" y="342646"/>
                  </a:lnTo>
                  <a:close/>
                </a:path>
                <a:path w="481965" h="409575">
                  <a:moveTo>
                    <a:pt x="481685" y="0"/>
                  </a:moveTo>
                  <a:lnTo>
                    <a:pt x="366826" y="0"/>
                  </a:lnTo>
                  <a:lnTo>
                    <a:pt x="366826" y="66497"/>
                  </a:lnTo>
                  <a:lnTo>
                    <a:pt x="481685" y="66497"/>
                  </a:lnTo>
                  <a:lnTo>
                    <a:pt x="481685" y="0"/>
                  </a:lnTo>
                  <a:close/>
                </a:path>
              </a:pathLst>
            </a:custGeom>
            <a:solidFill>
              <a:srgbClr val="EBC1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" name="object 552" descr=""/>
            <p:cNvSpPr/>
            <p:nvPr/>
          </p:nvSpPr>
          <p:spPr>
            <a:xfrm>
              <a:off x="1444284" y="6167534"/>
              <a:ext cx="111125" cy="1121410"/>
            </a:xfrm>
            <a:custGeom>
              <a:avLst/>
              <a:gdLst/>
              <a:ahLst/>
              <a:cxnLst/>
              <a:rect l="l" t="t" r="r" b="b"/>
              <a:pathLst>
                <a:path w="111125" h="1121409">
                  <a:moveTo>
                    <a:pt x="55485" y="0"/>
                  </a:moveTo>
                  <a:lnTo>
                    <a:pt x="30594" y="65320"/>
                  </a:lnTo>
                  <a:lnTo>
                    <a:pt x="16112" y="112334"/>
                  </a:lnTo>
                  <a:lnTo>
                    <a:pt x="4656" y="162775"/>
                  </a:lnTo>
                  <a:lnTo>
                    <a:pt x="0" y="210956"/>
                  </a:lnTo>
                  <a:lnTo>
                    <a:pt x="0" y="1120824"/>
                  </a:lnTo>
                  <a:lnTo>
                    <a:pt x="111064" y="1120824"/>
                  </a:lnTo>
                  <a:lnTo>
                    <a:pt x="111064" y="210956"/>
                  </a:lnTo>
                  <a:lnTo>
                    <a:pt x="110196" y="160164"/>
                  </a:lnTo>
                  <a:lnTo>
                    <a:pt x="104117" y="121259"/>
                  </a:lnTo>
                  <a:lnTo>
                    <a:pt x="87617" y="74463"/>
                  </a:lnTo>
                  <a:lnTo>
                    <a:pt x="55485" y="0"/>
                  </a:lnTo>
                  <a:close/>
                </a:path>
              </a:pathLst>
            </a:custGeom>
            <a:solidFill>
              <a:srgbClr val="CF9E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" name="object 553" descr=""/>
            <p:cNvSpPr/>
            <p:nvPr/>
          </p:nvSpPr>
          <p:spPr>
            <a:xfrm>
              <a:off x="1444286" y="6194955"/>
              <a:ext cx="88900" cy="1093470"/>
            </a:xfrm>
            <a:custGeom>
              <a:avLst/>
              <a:gdLst/>
              <a:ahLst/>
              <a:cxnLst/>
              <a:rect l="l" t="t" r="r" b="b"/>
              <a:pathLst>
                <a:path w="88900" h="1093470">
                  <a:moveTo>
                    <a:pt x="44375" y="0"/>
                  </a:moveTo>
                  <a:lnTo>
                    <a:pt x="26857" y="49045"/>
                  </a:lnTo>
                  <a:lnTo>
                    <a:pt x="8336" y="116395"/>
                  </a:lnTo>
                  <a:lnTo>
                    <a:pt x="0" y="183533"/>
                  </a:lnTo>
                  <a:lnTo>
                    <a:pt x="0" y="1093401"/>
                  </a:lnTo>
                  <a:lnTo>
                    <a:pt x="88751" y="1093401"/>
                  </a:lnTo>
                  <a:lnTo>
                    <a:pt x="88751" y="183533"/>
                  </a:lnTo>
                  <a:lnTo>
                    <a:pt x="84101" y="135353"/>
                  </a:lnTo>
                  <a:lnTo>
                    <a:pt x="72653" y="84914"/>
                  </a:lnTo>
                  <a:lnTo>
                    <a:pt x="58160" y="37902"/>
                  </a:lnTo>
                  <a:lnTo>
                    <a:pt x="44375" y="0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" name="object 554" descr=""/>
            <p:cNvSpPr/>
            <p:nvPr/>
          </p:nvSpPr>
          <p:spPr>
            <a:xfrm>
              <a:off x="1595930" y="6167534"/>
              <a:ext cx="100965" cy="1121410"/>
            </a:xfrm>
            <a:custGeom>
              <a:avLst/>
              <a:gdLst/>
              <a:ahLst/>
              <a:cxnLst/>
              <a:rect l="l" t="t" r="r" b="b"/>
              <a:pathLst>
                <a:path w="100964" h="1121409">
                  <a:moveTo>
                    <a:pt x="50375" y="0"/>
                  </a:moveTo>
                  <a:lnTo>
                    <a:pt x="27776" y="65320"/>
                  </a:lnTo>
                  <a:lnTo>
                    <a:pt x="14627" y="112334"/>
                  </a:lnTo>
                  <a:lnTo>
                    <a:pt x="4227" y="162775"/>
                  </a:lnTo>
                  <a:lnTo>
                    <a:pt x="0" y="210956"/>
                  </a:lnTo>
                  <a:lnTo>
                    <a:pt x="0" y="1120824"/>
                  </a:lnTo>
                  <a:lnTo>
                    <a:pt x="100824" y="1120824"/>
                  </a:lnTo>
                  <a:lnTo>
                    <a:pt x="100824" y="210956"/>
                  </a:lnTo>
                  <a:lnTo>
                    <a:pt x="100035" y="160164"/>
                  </a:lnTo>
                  <a:lnTo>
                    <a:pt x="94518" y="121259"/>
                  </a:lnTo>
                  <a:lnTo>
                    <a:pt x="79541" y="74463"/>
                  </a:lnTo>
                  <a:lnTo>
                    <a:pt x="50375" y="0"/>
                  </a:lnTo>
                  <a:close/>
                </a:path>
              </a:pathLst>
            </a:custGeom>
            <a:solidFill>
              <a:srgbClr val="CF9E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" name="object 555" descr=""/>
            <p:cNvSpPr/>
            <p:nvPr/>
          </p:nvSpPr>
          <p:spPr>
            <a:xfrm>
              <a:off x="1595915" y="6194955"/>
              <a:ext cx="80645" cy="1093470"/>
            </a:xfrm>
            <a:custGeom>
              <a:avLst/>
              <a:gdLst/>
              <a:ahLst/>
              <a:cxnLst/>
              <a:rect l="l" t="t" r="r" b="b"/>
              <a:pathLst>
                <a:path w="80644" h="1093470">
                  <a:moveTo>
                    <a:pt x="40250" y="0"/>
                  </a:moveTo>
                  <a:lnTo>
                    <a:pt x="27423" y="39257"/>
                  </a:lnTo>
                  <a:lnTo>
                    <a:pt x="14285" y="86400"/>
                  </a:lnTo>
                  <a:lnTo>
                    <a:pt x="1907" y="152409"/>
                  </a:lnTo>
                  <a:lnTo>
                    <a:pt x="0" y="183533"/>
                  </a:lnTo>
                  <a:lnTo>
                    <a:pt x="0" y="1093401"/>
                  </a:lnTo>
                  <a:lnTo>
                    <a:pt x="80594" y="1093401"/>
                  </a:lnTo>
                  <a:lnTo>
                    <a:pt x="80594" y="183533"/>
                  </a:lnTo>
                  <a:lnTo>
                    <a:pt x="76366" y="135353"/>
                  </a:lnTo>
                  <a:lnTo>
                    <a:pt x="65958" y="84914"/>
                  </a:lnTo>
                  <a:lnTo>
                    <a:pt x="52782" y="37902"/>
                  </a:lnTo>
                  <a:lnTo>
                    <a:pt x="40250" y="0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" name="object 556" descr=""/>
            <p:cNvSpPr/>
            <p:nvPr/>
          </p:nvSpPr>
          <p:spPr>
            <a:xfrm>
              <a:off x="1723657" y="6167534"/>
              <a:ext cx="87630" cy="1121410"/>
            </a:xfrm>
            <a:custGeom>
              <a:avLst/>
              <a:gdLst/>
              <a:ahLst/>
              <a:cxnLst/>
              <a:rect l="l" t="t" r="r" b="b"/>
              <a:pathLst>
                <a:path w="87630" h="1121409">
                  <a:moveTo>
                    <a:pt x="43684" y="0"/>
                  </a:moveTo>
                  <a:lnTo>
                    <a:pt x="24088" y="65320"/>
                  </a:lnTo>
                  <a:lnTo>
                    <a:pt x="12684" y="112334"/>
                  </a:lnTo>
                  <a:lnTo>
                    <a:pt x="3665" y="162775"/>
                  </a:lnTo>
                  <a:lnTo>
                    <a:pt x="0" y="210956"/>
                  </a:lnTo>
                  <a:lnTo>
                    <a:pt x="0" y="1120824"/>
                  </a:lnTo>
                  <a:lnTo>
                    <a:pt x="87442" y="1120824"/>
                  </a:lnTo>
                  <a:lnTo>
                    <a:pt x="87442" y="210956"/>
                  </a:lnTo>
                  <a:lnTo>
                    <a:pt x="86758" y="160164"/>
                  </a:lnTo>
                  <a:lnTo>
                    <a:pt x="81972" y="121259"/>
                  </a:lnTo>
                  <a:lnTo>
                    <a:pt x="68982" y="74463"/>
                  </a:lnTo>
                  <a:lnTo>
                    <a:pt x="43684" y="0"/>
                  </a:lnTo>
                  <a:close/>
                </a:path>
              </a:pathLst>
            </a:custGeom>
            <a:solidFill>
              <a:srgbClr val="CF9E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" name="object 557" descr=""/>
            <p:cNvSpPr/>
            <p:nvPr/>
          </p:nvSpPr>
          <p:spPr>
            <a:xfrm>
              <a:off x="1444269" y="6194964"/>
              <a:ext cx="349250" cy="1093470"/>
            </a:xfrm>
            <a:custGeom>
              <a:avLst/>
              <a:gdLst/>
              <a:ahLst/>
              <a:cxnLst/>
              <a:rect l="l" t="t" r="r" b="b"/>
              <a:pathLst>
                <a:path w="349250" h="1093470">
                  <a:moveTo>
                    <a:pt x="53835" y="801217"/>
                  </a:moveTo>
                  <a:lnTo>
                    <a:pt x="0" y="801217"/>
                  </a:lnTo>
                  <a:lnTo>
                    <a:pt x="0" y="1093393"/>
                  </a:lnTo>
                  <a:lnTo>
                    <a:pt x="53835" y="1093393"/>
                  </a:lnTo>
                  <a:lnTo>
                    <a:pt x="53835" y="801217"/>
                  </a:lnTo>
                  <a:close/>
                </a:path>
                <a:path w="349250" h="1093470">
                  <a:moveTo>
                    <a:pt x="53835" y="458571"/>
                  </a:moveTo>
                  <a:lnTo>
                    <a:pt x="0" y="458571"/>
                  </a:lnTo>
                  <a:lnTo>
                    <a:pt x="0" y="734720"/>
                  </a:lnTo>
                  <a:lnTo>
                    <a:pt x="53835" y="734720"/>
                  </a:lnTo>
                  <a:lnTo>
                    <a:pt x="53835" y="458571"/>
                  </a:lnTo>
                  <a:close/>
                </a:path>
                <a:path w="349250" h="1093470">
                  <a:moveTo>
                    <a:pt x="53835" y="49034"/>
                  </a:moveTo>
                  <a:lnTo>
                    <a:pt x="0" y="49034"/>
                  </a:lnTo>
                  <a:lnTo>
                    <a:pt x="0" y="392074"/>
                  </a:lnTo>
                  <a:lnTo>
                    <a:pt x="53835" y="392074"/>
                  </a:lnTo>
                  <a:lnTo>
                    <a:pt x="53835" y="49034"/>
                  </a:lnTo>
                  <a:close/>
                </a:path>
                <a:path w="349250" h="1093470">
                  <a:moveTo>
                    <a:pt x="197307" y="801217"/>
                  </a:moveTo>
                  <a:lnTo>
                    <a:pt x="151650" y="801217"/>
                  </a:lnTo>
                  <a:lnTo>
                    <a:pt x="151650" y="1093393"/>
                  </a:lnTo>
                  <a:lnTo>
                    <a:pt x="197307" y="1093393"/>
                  </a:lnTo>
                  <a:lnTo>
                    <a:pt x="197307" y="801217"/>
                  </a:lnTo>
                  <a:close/>
                </a:path>
                <a:path w="349250" h="1093470">
                  <a:moveTo>
                    <a:pt x="197307" y="458571"/>
                  </a:moveTo>
                  <a:lnTo>
                    <a:pt x="151650" y="458571"/>
                  </a:lnTo>
                  <a:lnTo>
                    <a:pt x="151650" y="734720"/>
                  </a:lnTo>
                  <a:lnTo>
                    <a:pt x="197307" y="734720"/>
                  </a:lnTo>
                  <a:lnTo>
                    <a:pt x="197307" y="458571"/>
                  </a:lnTo>
                  <a:close/>
                </a:path>
                <a:path w="349250" h="1093470">
                  <a:moveTo>
                    <a:pt x="197307" y="54686"/>
                  </a:moveTo>
                  <a:lnTo>
                    <a:pt x="151650" y="54686"/>
                  </a:lnTo>
                  <a:lnTo>
                    <a:pt x="151650" y="392074"/>
                  </a:lnTo>
                  <a:lnTo>
                    <a:pt x="197307" y="392074"/>
                  </a:lnTo>
                  <a:lnTo>
                    <a:pt x="197307" y="54686"/>
                  </a:lnTo>
                  <a:close/>
                </a:path>
                <a:path w="349250" h="1093470">
                  <a:moveTo>
                    <a:pt x="349237" y="183527"/>
                  </a:moveTo>
                  <a:lnTo>
                    <a:pt x="345579" y="135356"/>
                  </a:lnTo>
                  <a:lnTo>
                    <a:pt x="336562" y="84912"/>
                  </a:lnTo>
                  <a:lnTo>
                    <a:pt x="325158" y="37896"/>
                  </a:lnTo>
                  <a:lnTo>
                    <a:pt x="314299" y="0"/>
                  </a:lnTo>
                  <a:lnTo>
                    <a:pt x="305993" y="28905"/>
                  </a:lnTo>
                  <a:lnTo>
                    <a:pt x="301447" y="45910"/>
                  </a:lnTo>
                  <a:lnTo>
                    <a:pt x="296887" y="64122"/>
                  </a:lnTo>
                  <a:lnTo>
                    <a:pt x="279374" y="64122"/>
                  </a:lnTo>
                  <a:lnTo>
                    <a:pt x="279374" y="1093393"/>
                  </a:lnTo>
                  <a:lnTo>
                    <a:pt x="314299" y="1093393"/>
                  </a:lnTo>
                  <a:lnTo>
                    <a:pt x="349237" y="1093393"/>
                  </a:lnTo>
                  <a:lnTo>
                    <a:pt x="349237" y="183527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" name="object 558" descr=""/>
            <p:cNvSpPr/>
            <p:nvPr/>
          </p:nvSpPr>
          <p:spPr>
            <a:xfrm>
              <a:off x="908100" y="5989846"/>
              <a:ext cx="991869" cy="1006475"/>
            </a:xfrm>
            <a:custGeom>
              <a:avLst/>
              <a:gdLst/>
              <a:ahLst/>
              <a:cxnLst/>
              <a:rect l="l" t="t" r="r" b="b"/>
              <a:pathLst>
                <a:path w="991869" h="1006475">
                  <a:moveTo>
                    <a:pt x="647242" y="939838"/>
                  </a:moveTo>
                  <a:lnTo>
                    <a:pt x="536168" y="939838"/>
                  </a:lnTo>
                  <a:lnTo>
                    <a:pt x="536168" y="1006335"/>
                  </a:lnTo>
                  <a:lnTo>
                    <a:pt x="647242" y="1006335"/>
                  </a:lnTo>
                  <a:lnTo>
                    <a:pt x="647242" y="939838"/>
                  </a:lnTo>
                  <a:close/>
                </a:path>
                <a:path w="991869" h="1006475">
                  <a:moveTo>
                    <a:pt x="647242" y="597192"/>
                  </a:moveTo>
                  <a:lnTo>
                    <a:pt x="536168" y="597192"/>
                  </a:lnTo>
                  <a:lnTo>
                    <a:pt x="536168" y="663689"/>
                  </a:lnTo>
                  <a:lnTo>
                    <a:pt x="647242" y="663689"/>
                  </a:lnTo>
                  <a:lnTo>
                    <a:pt x="647242" y="597192"/>
                  </a:lnTo>
                  <a:close/>
                </a:path>
                <a:path w="991869" h="1006475">
                  <a:moveTo>
                    <a:pt x="788517" y="939838"/>
                  </a:moveTo>
                  <a:lnTo>
                    <a:pt x="687832" y="939838"/>
                  </a:lnTo>
                  <a:lnTo>
                    <a:pt x="687832" y="1006335"/>
                  </a:lnTo>
                  <a:lnTo>
                    <a:pt x="788517" y="1006335"/>
                  </a:lnTo>
                  <a:lnTo>
                    <a:pt x="788517" y="939838"/>
                  </a:lnTo>
                  <a:close/>
                </a:path>
                <a:path w="991869" h="1006475">
                  <a:moveTo>
                    <a:pt x="788517" y="597192"/>
                  </a:moveTo>
                  <a:lnTo>
                    <a:pt x="687832" y="597192"/>
                  </a:lnTo>
                  <a:lnTo>
                    <a:pt x="687832" y="663689"/>
                  </a:lnTo>
                  <a:lnTo>
                    <a:pt x="788517" y="663689"/>
                  </a:lnTo>
                  <a:lnTo>
                    <a:pt x="788517" y="597192"/>
                  </a:lnTo>
                  <a:close/>
                </a:path>
                <a:path w="991869" h="1006475">
                  <a:moveTo>
                    <a:pt x="903033" y="939838"/>
                  </a:moveTo>
                  <a:lnTo>
                    <a:pt x="815543" y="939838"/>
                  </a:lnTo>
                  <a:lnTo>
                    <a:pt x="815543" y="1006335"/>
                  </a:lnTo>
                  <a:lnTo>
                    <a:pt x="903033" y="1006335"/>
                  </a:lnTo>
                  <a:lnTo>
                    <a:pt x="903033" y="939838"/>
                  </a:lnTo>
                  <a:close/>
                </a:path>
                <a:path w="991869" h="1006475">
                  <a:moveTo>
                    <a:pt x="903033" y="597192"/>
                  </a:moveTo>
                  <a:lnTo>
                    <a:pt x="815543" y="597192"/>
                  </a:lnTo>
                  <a:lnTo>
                    <a:pt x="815543" y="663689"/>
                  </a:lnTo>
                  <a:lnTo>
                    <a:pt x="903033" y="663689"/>
                  </a:lnTo>
                  <a:lnTo>
                    <a:pt x="903033" y="597192"/>
                  </a:lnTo>
                  <a:close/>
                </a:path>
                <a:path w="991869" h="1006475">
                  <a:moveTo>
                    <a:pt x="991616" y="0"/>
                  </a:moveTo>
                  <a:lnTo>
                    <a:pt x="0" y="0"/>
                  </a:lnTo>
                  <a:lnTo>
                    <a:pt x="0" y="45224"/>
                  </a:lnTo>
                  <a:lnTo>
                    <a:pt x="991616" y="45224"/>
                  </a:lnTo>
                  <a:lnTo>
                    <a:pt x="991616" y="0"/>
                  </a:lnTo>
                  <a:close/>
                </a:path>
              </a:pathLst>
            </a:custGeom>
            <a:solidFill>
              <a:srgbClr val="EBC1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" name="object 559" descr=""/>
            <p:cNvSpPr/>
            <p:nvPr/>
          </p:nvSpPr>
          <p:spPr>
            <a:xfrm>
              <a:off x="91515" y="5989838"/>
              <a:ext cx="816610" cy="45720"/>
            </a:xfrm>
            <a:custGeom>
              <a:avLst/>
              <a:gdLst/>
              <a:ahLst/>
              <a:cxnLst/>
              <a:rect l="l" t="t" r="r" b="b"/>
              <a:pathLst>
                <a:path w="816610" h="45720">
                  <a:moveTo>
                    <a:pt x="816582" y="0"/>
                  </a:moveTo>
                  <a:lnTo>
                    <a:pt x="0" y="0"/>
                  </a:lnTo>
                  <a:lnTo>
                    <a:pt x="0" y="45223"/>
                  </a:lnTo>
                  <a:lnTo>
                    <a:pt x="816582" y="45223"/>
                  </a:lnTo>
                  <a:lnTo>
                    <a:pt x="816582" y="0"/>
                  </a:lnTo>
                  <a:close/>
                </a:path>
              </a:pathLst>
            </a:custGeom>
            <a:solidFill>
              <a:srgbClr val="DFBC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" name="object 560" descr=""/>
            <p:cNvSpPr/>
            <p:nvPr/>
          </p:nvSpPr>
          <p:spPr>
            <a:xfrm>
              <a:off x="91515" y="6035062"/>
              <a:ext cx="1760855" cy="26034"/>
            </a:xfrm>
            <a:custGeom>
              <a:avLst/>
              <a:gdLst/>
              <a:ahLst/>
              <a:cxnLst/>
              <a:rect l="l" t="t" r="r" b="b"/>
              <a:pathLst>
                <a:path w="1760855" h="26035">
                  <a:moveTo>
                    <a:pt x="1760302" y="0"/>
                  </a:moveTo>
                  <a:lnTo>
                    <a:pt x="0" y="0"/>
                  </a:lnTo>
                  <a:lnTo>
                    <a:pt x="0" y="25842"/>
                  </a:lnTo>
                  <a:lnTo>
                    <a:pt x="1760302" y="25842"/>
                  </a:lnTo>
                  <a:lnTo>
                    <a:pt x="1760302" y="0"/>
                  </a:lnTo>
                  <a:close/>
                </a:path>
              </a:pathLst>
            </a:custGeom>
            <a:solidFill>
              <a:srgbClr val="000000">
                <a:alpha val="16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" name="object 561" descr=""/>
            <p:cNvSpPr/>
            <p:nvPr/>
          </p:nvSpPr>
          <p:spPr>
            <a:xfrm>
              <a:off x="91516" y="6161411"/>
              <a:ext cx="800100" cy="1285875"/>
            </a:xfrm>
            <a:custGeom>
              <a:avLst/>
              <a:gdLst/>
              <a:ahLst/>
              <a:cxnLst/>
              <a:rect l="l" t="t" r="r" b="b"/>
              <a:pathLst>
                <a:path w="800100" h="1285875">
                  <a:moveTo>
                    <a:pt x="799566" y="1126909"/>
                  </a:moveTo>
                  <a:lnTo>
                    <a:pt x="642518" y="1126909"/>
                  </a:lnTo>
                  <a:lnTo>
                    <a:pt x="642518" y="291401"/>
                  </a:lnTo>
                  <a:lnTo>
                    <a:pt x="640308" y="199682"/>
                  </a:lnTo>
                  <a:lnTo>
                    <a:pt x="624865" y="138760"/>
                  </a:lnTo>
                  <a:lnTo>
                    <a:pt x="582955" y="81305"/>
                  </a:lnTo>
                  <a:lnTo>
                    <a:pt x="501345" y="0"/>
                  </a:lnTo>
                  <a:lnTo>
                    <a:pt x="479285" y="24828"/>
                  </a:lnTo>
                  <a:lnTo>
                    <a:pt x="430771" y="90500"/>
                  </a:lnTo>
                  <a:lnTo>
                    <a:pt x="382244" y="183769"/>
                  </a:lnTo>
                  <a:lnTo>
                    <a:pt x="360184" y="291401"/>
                  </a:lnTo>
                  <a:lnTo>
                    <a:pt x="360184" y="1126909"/>
                  </a:lnTo>
                  <a:lnTo>
                    <a:pt x="0" y="1126909"/>
                  </a:lnTo>
                  <a:lnTo>
                    <a:pt x="0" y="1285824"/>
                  </a:lnTo>
                  <a:lnTo>
                    <a:pt x="799566" y="1285824"/>
                  </a:lnTo>
                  <a:lnTo>
                    <a:pt x="799566" y="1126909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62" name="object 562" descr=""/>
          <p:cNvGrpSpPr/>
          <p:nvPr/>
        </p:nvGrpSpPr>
        <p:grpSpPr>
          <a:xfrm>
            <a:off x="693570" y="5275241"/>
            <a:ext cx="976630" cy="715010"/>
            <a:chOff x="693570" y="5275241"/>
            <a:chExt cx="976630" cy="715010"/>
          </a:xfrm>
        </p:grpSpPr>
        <p:sp>
          <p:nvSpPr>
            <p:cNvPr id="563" name="object 563" descr=""/>
            <p:cNvSpPr/>
            <p:nvPr/>
          </p:nvSpPr>
          <p:spPr>
            <a:xfrm>
              <a:off x="693559" y="5275243"/>
              <a:ext cx="976630" cy="184785"/>
            </a:xfrm>
            <a:custGeom>
              <a:avLst/>
              <a:gdLst/>
              <a:ahLst/>
              <a:cxnLst/>
              <a:rect l="l" t="t" r="r" b="b"/>
              <a:pathLst>
                <a:path w="976630" h="184785">
                  <a:moveTo>
                    <a:pt x="976261" y="129794"/>
                  </a:moveTo>
                  <a:lnTo>
                    <a:pt x="466509" y="0"/>
                  </a:lnTo>
                  <a:lnTo>
                    <a:pt x="203" y="129794"/>
                  </a:lnTo>
                  <a:lnTo>
                    <a:pt x="0" y="129794"/>
                  </a:lnTo>
                  <a:lnTo>
                    <a:pt x="0" y="184429"/>
                  </a:lnTo>
                  <a:lnTo>
                    <a:pt x="976261" y="184429"/>
                  </a:lnTo>
                  <a:lnTo>
                    <a:pt x="976261" y="129794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" name="object 564" descr=""/>
            <p:cNvSpPr/>
            <p:nvPr/>
          </p:nvSpPr>
          <p:spPr>
            <a:xfrm>
              <a:off x="1160074" y="5275241"/>
              <a:ext cx="509905" cy="130175"/>
            </a:xfrm>
            <a:custGeom>
              <a:avLst/>
              <a:gdLst/>
              <a:ahLst/>
              <a:cxnLst/>
              <a:rect l="l" t="t" r="r" b="b"/>
              <a:pathLst>
                <a:path w="509905" h="130175">
                  <a:moveTo>
                    <a:pt x="0" y="0"/>
                  </a:moveTo>
                  <a:lnTo>
                    <a:pt x="1528" y="129786"/>
                  </a:lnTo>
                  <a:lnTo>
                    <a:pt x="509712" y="1297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9E7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" name="object 565" descr=""/>
            <p:cNvSpPr/>
            <p:nvPr/>
          </p:nvSpPr>
          <p:spPr>
            <a:xfrm>
              <a:off x="806300" y="5459655"/>
              <a:ext cx="413384" cy="530225"/>
            </a:xfrm>
            <a:custGeom>
              <a:avLst/>
              <a:gdLst/>
              <a:ahLst/>
              <a:cxnLst/>
              <a:rect l="l" t="t" r="r" b="b"/>
              <a:pathLst>
                <a:path w="413384" h="530225">
                  <a:moveTo>
                    <a:pt x="412971" y="0"/>
                  </a:moveTo>
                  <a:lnTo>
                    <a:pt x="0" y="0"/>
                  </a:lnTo>
                  <a:lnTo>
                    <a:pt x="0" y="530182"/>
                  </a:lnTo>
                  <a:lnTo>
                    <a:pt x="412971" y="530182"/>
                  </a:lnTo>
                  <a:lnTo>
                    <a:pt x="412971" y="0"/>
                  </a:lnTo>
                  <a:close/>
                </a:path>
              </a:pathLst>
            </a:custGeom>
            <a:solidFill>
              <a:srgbClr val="DFBC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" name="object 566" descr=""/>
            <p:cNvSpPr/>
            <p:nvPr/>
          </p:nvSpPr>
          <p:spPr>
            <a:xfrm>
              <a:off x="1219263" y="5459659"/>
              <a:ext cx="299720" cy="358140"/>
            </a:xfrm>
            <a:custGeom>
              <a:avLst/>
              <a:gdLst/>
              <a:ahLst/>
              <a:cxnLst/>
              <a:rect l="l" t="t" r="r" b="b"/>
              <a:pathLst>
                <a:path w="299719" h="358139">
                  <a:moveTo>
                    <a:pt x="299097" y="335902"/>
                  </a:moveTo>
                  <a:lnTo>
                    <a:pt x="0" y="335902"/>
                  </a:lnTo>
                  <a:lnTo>
                    <a:pt x="0" y="357530"/>
                  </a:lnTo>
                  <a:lnTo>
                    <a:pt x="299097" y="357530"/>
                  </a:lnTo>
                  <a:lnTo>
                    <a:pt x="299097" y="335902"/>
                  </a:lnTo>
                  <a:close/>
                </a:path>
                <a:path w="299719" h="358139">
                  <a:moveTo>
                    <a:pt x="299097" y="0"/>
                  </a:moveTo>
                  <a:lnTo>
                    <a:pt x="0" y="0"/>
                  </a:lnTo>
                  <a:lnTo>
                    <a:pt x="0" y="163258"/>
                  </a:lnTo>
                  <a:lnTo>
                    <a:pt x="299097" y="163258"/>
                  </a:lnTo>
                  <a:lnTo>
                    <a:pt x="29909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" name="object 567" descr=""/>
            <p:cNvSpPr/>
            <p:nvPr/>
          </p:nvSpPr>
          <p:spPr>
            <a:xfrm>
              <a:off x="806216" y="5459655"/>
              <a:ext cx="712470" cy="58419"/>
            </a:xfrm>
            <a:custGeom>
              <a:avLst/>
              <a:gdLst/>
              <a:ahLst/>
              <a:cxnLst/>
              <a:rect l="l" t="t" r="r" b="b"/>
              <a:pathLst>
                <a:path w="712469" h="58420">
                  <a:moveTo>
                    <a:pt x="712208" y="0"/>
                  </a:moveTo>
                  <a:lnTo>
                    <a:pt x="0" y="0"/>
                  </a:lnTo>
                  <a:lnTo>
                    <a:pt x="0" y="57977"/>
                  </a:lnTo>
                  <a:lnTo>
                    <a:pt x="712208" y="57977"/>
                  </a:lnTo>
                  <a:lnTo>
                    <a:pt x="712208" y="0"/>
                  </a:lnTo>
                  <a:close/>
                </a:path>
              </a:pathLst>
            </a:custGeom>
            <a:solidFill>
              <a:srgbClr val="000000">
                <a:alpha val="16000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68" name="object 568" descr=""/>
          <p:cNvGrpSpPr/>
          <p:nvPr/>
        </p:nvGrpSpPr>
        <p:grpSpPr>
          <a:xfrm>
            <a:off x="91515" y="5572249"/>
            <a:ext cx="673100" cy="417830"/>
            <a:chOff x="91515" y="5572249"/>
            <a:chExt cx="673100" cy="417830"/>
          </a:xfrm>
        </p:grpSpPr>
        <p:sp>
          <p:nvSpPr>
            <p:cNvPr id="569" name="object 569" descr=""/>
            <p:cNvSpPr/>
            <p:nvPr/>
          </p:nvSpPr>
          <p:spPr>
            <a:xfrm>
              <a:off x="91515" y="5572249"/>
              <a:ext cx="489584" cy="417830"/>
            </a:xfrm>
            <a:custGeom>
              <a:avLst/>
              <a:gdLst/>
              <a:ahLst/>
              <a:cxnLst/>
              <a:rect l="l" t="t" r="r" b="b"/>
              <a:pathLst>
                <a:path w="489584" h="417829">
                  <a:moveTo>
                    <a:pt x="489000" y="0"/>
                  </a:moveTo>
                  <a:lnTo>
                    <a:pt x="0" y="0"/>
                  </a:lnTo>
                  <a:lnTo>
                    <a:pt x="0" y="417589"/>
                  </a:lnTo>
                  <a:lnTo>
                    <a:pt x="489000" y="417589"/>
                  </a:lnTo>
                  <a:lnTo>
                    <a:pt x="489000" y="0"/>
                  </a:lnTo>
                  <a:close/>
                </a:path>
              </a:pathLst>
            </a:custGeom>
            <a:solidFill>
              <a:srgbClr val="DFBC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" name="object 570" descr=""/>
            <p:cNvSpPr/>
            <p:nvPr/>
          </p:nvSpPr>
          <p:spPr>
            <a:xfrm>
              <a:off x="580516" y="5572249"/>
              <a:ext cx="184150" cy="417830"/>
            </a:xfrm>
            <a:custGeom>
              <a:avLst/>
              <a:gdLst/>
              <a:ahLst/>
              <a:cxnLst/>
              <a:rect l="l" t="t" r="r" b="b"/>
              <a:pathLst>
                <a:path w="184150" h="417829">
                  <a:moveTo>
                    <a:pt x="0" y="417589"/>
                  </a:moveTo>
                  <a:lnTo>
                    <a:pt x="183900" y="417589"/>
                  </a:lnTo>
                  <a:lnTo>
                    <a:pt x="183900" y="0"/>
                  </a:lnTo>
                  <a:lnTo>
                    <a:pt x="0" y="0"/>
                  </a:lnTo>
                  <a:lnTo>
                    <a:pt x="0" y="41758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71" name="object 571" descr=""/>
          <p:cNvGrpSpPr/>
          <p:nvPr/>
        </p:nvGrpSpPr>
        <p:grpSpPr>
          <a:xfrm>
            <a:off x="764416" y="5572249"/>
            <a:ext cx="320675" cy="422275"/>
            <a:chOff x="764416" y="5572249"/>
            <a:chExt cx="320675" cy="422275"/>
          </a:xfrm>
        </p:grpSpPr>
        <p:sp>
          <p:nvSpPr>
            <p:cNvPr id="572" name="object 572" descr=""/>
            <p:cNvSpPr/>
            <p:nvPr/>
          </p:nvSpPr>
          <p:spPr>
            <a:xfrm>
              <a:off x="906956" y="5572249"/>
              <a:ext cx="178435" cy="417830"/>
            </a:xfrm>
            <a:custGeom>
              <a:avLst/>
              <a:gdLst/>
              <a:ahLst/>
              <a:cxnLst/>
              <a:rect l="l" t="t" r="r" b="b"/>
              <a:pathLst>
                <a:path w="178434" h="417829">
                  <a:moveTo>
                    <a:pt x="0" y="417589"/>
                  </a:moveTo>
                  <a:lnTo>
                    <a:pt x="178057" y="417589"/>
                  </a:lnTo>
                  <a:lnTo>
                    <a:pt x="178057" y="0"/>
                  </a:lnTo>
                  <a:lnTo>
                    <a:pt x="0" y="0"/>
                  </a:lnTo>
                  <a:lnTo>
                    <a:pt x="0" y="41758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" name="object 573" descr=""/>
            <p:cNvSpPr/>
            <p:nvPr/>
          </p:nvSpPr>
          <p:spPr>
            <a:xfrm>
              <a:off x="764416" y="5572249"/>
              <a:ext cx="142875" cy="422275"/>
            </a:xfrm>
            <a:custGeom>
              <a:avLst/>
              <a:gdLst/>
              <a:ahLst/>
              <a:cxnLst/>
              <a:rect l="l" t="t" r="r" b="b"/>
              <a:pathLst>
                <a:path w="142875" h="422275">
                  <a:moveTo>
                    <a:pt x="142540" y="0"/>
                  </a:moveTo>
                  <a:lnTo>
                    <a:pt x="0" y="0"/>
                  </a:lnTo>
                  <a:lnTo>
                    <a:pt x="0" y="421819"/>
                  </a:lnTo>
                  <a:lnTo>
                    <a:pt x="142540" y="421819"/>
                  </a:lnTo>
                  <a:lnTo>
                    <a:pt x="142540" y="0"/>
                  </a:lnTo>
                  <a:close/>
                </a:path>
              </a:pathLst>
            </a:custGeom>
            <a:solidFill>
              <a:srgbClr val="DFBC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" name="object 574" descr=""/>
            <p:cNvSpPr/>
            <p:nvPr/>
          </p:nvSpPr>
          <p:spPr>
            <a:xfrm>
              <a:off x="811923" y="5628239"/>
              <a:ext cx="231140" cy="332740"/>
            </a:xfrm>
            <a:custGeom>
              <a:avLst/>
              <a:gdLst/>
              <a:ahLst/>
              <a:cxnLst/>
              <a:rect l="l" t="t" r="r" b="b"/>
              <a:pathLst>
                <a:path w="231140" h="332739">
                  <a:moveTo>
                    <a:pt x="63119" y="193814"/>
                  </a:moveTo>
                  <a:lnTo>
                    <a:pt x="0" y="193814"/>
                  </a:lnTo>
                  <a:lnTo>
                    <a:pt x="0" y="330073"/>
                  </a:lnTo>
                  <a:lnTo>
                    <a:pt x="63119" y="330073"/>
                  </a:lnTo>
                  <a:lnTo>
                    <a:pt x="63119" y="193814"/>
                  </a:lnTo>
                  <a:close/>
                </a:path>
                <a:path w="231140" h="332739">
                  <a:moveTo>
                    <a:pt x="63119" y="0"/>
                  </a:moveTo>
                  <a:lnTo>
                    <a:pt x="0" y="0"/>
                  </a:lnTo>
                  <a:lnTo>
                    <a:pt x="0" y="136271"/>
                  </a:lnTo>
                  <a:lnTo>
                    <a:pt x="63119" y="136271"/>
                  </a:lnTo>
                  <a:lnTo>
                    <a:pt x="63119" y="0"/>
                  </a:lnTo>
                  <a:close/>
                </a:path>
                <a:path w="231140" h="332739">
                  <a:moveTo>
                    <a:pt x="230543" y="196367"/>
                  </a:moveTo>
                  <a:lnTo>
                    <a:pt x="167424" y="196367"/>
                  </a:lnTo>
                  <a:lnTo>
                    <a:pt x="167424" y="332625"/>
                  </a:lnTo>
                  <a:lnTo>
                    <a:pt x="230543" y="332625"/>
                  </a:lnTo>
                  <a:lnTo>
                    <a:pt x="230543" y="196367"/>
                  </a:lnTo>
                  <a:close/>
                </a:path>
                <a:path w="231140" h="332739">
                  <a:moveTo>
                    <a:pt x="230543" y="2565"/>
                  </a:moveTo>
                  <a:lnTo>
                    <a:pt x="167424" y="2565"/>
                  </a:lnTo>
                  <a:lnTo>
                    <a:pt x="167424" y="138836"/>
                  </a:lnTo>
                  <a:lnTo>
                    <a:pt x="230543" y="138836"/>
                  </a:lnTo>
                  <a:lnTo>
                    <a:pt x="230543" y="2565"/>
                  </a:lnTo>
                  <a:close/>
                </a:path>
              </a:pathLst>
            </a:custGeom>
            <a:solidFill>
              <a:srgbClr val="662B1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75" name="object 575" descr=""/>
          <p:cNvSpPr/>
          <p:nvPr/>
        </p:nvSpPr>
        <p:spPr>
          <a:xfrm>
            <a:off x="650440" y="5630802"/>
            <a:ext cx="63500" cy="136525"/>
          </a:xfrm>
          <a:custGeom>
            <a:avLst/>
            <a:gdLst/>
            <a:ahLst/>
            <a:cxnLst/>
            <a:rect l="l" t="t" r="r" b="b"/>
            <a:pathLst>
              <a:path w="63500" h="136525">
                <a:moveTo>
                  <a:pt x="63118" y="0"/>
                </a:moveTo>
                <a:lnTo>
                  <a:pt x="0" y="0"/>
                </a:lnTo>
                <a:lnTo>
                  <a:pt x="0" y="136268"/>
                </a:lnTo>
                <a:lnTo>
                  <a:pt x="63118" y="136268"/>
                </a:lnTo>
                <a:lnTo>
                  <a:pt x="63118" y="0"/>
                </a:lnTo>
                <a:close/>
              </a:path>
            </a:pathLst>
          </a:custGeom>
          <a:solidFill>
            <a:srgbClr val="662B1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6" name="object 576" descr=""/>
          <p:cNvSpPr/>
          <p:nvPr/>
        </p:nvSpPr>
        <p:spPr>
          <a:xfrm>
            <a:off x="650440" y="5824597"/>
            <a:ext cx="63500" cy="136525"/>
          </a:xfrm>
          <a:custGeom>
            <a:avLst/>
            <a:gdLst/>
            <a:ahLst/>
            <a:cxnLst/>
            <a:rect l="l" t="t" r="r" b="b"/>
            <a:pathLst>
              <a:path w="63500" h="136525">
                <a:moveTo>
                  <a:pt x="63118" y="0"/>
                </a:moveTo>
                <a:lnTo>
                  <a:pt x="0" y="0"/>
                </a:lnTo>
                <a:lnTo>
                  <a:pt x="0" y="136268"/>
                </a:lnTo>
                <a:lnTo>
                  <a:pt x="63118" y="136268"/>
                </a:lnTo>
                <a:lnTo>
                  <a:pt x="63118" y="0"/>
                </a:lnTo>
                <a:close/>
              </a:path>
            </a:pathLst>
          </a:custGeom>
          <a:solidFill>
            <a:srgbClr val="662B1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7" name="object 577" descr=""/>
          <p:cNvSpPr/>
          <p:nvPr/>
        </p:nvSpPr>
        <p:spPr>
          <a:xfrm>
            <a:off x="701654" y="5630802"/>
            <a:ext cx="12065" cy="136525"/>
          </a:xfrm>
          <a:custGeom>
            <a:avLst/>
            <a:gdLst/>
            <a:ahLst/>
            <a:cxnLst/>
            <a:rect l="l" t="t" r="r" b="b"/>
            <a:pathLst>
              <a:path w="12065" h="136525">
                <a:moveTo>
                  <a:pt x="11905" y="0"/>
                </a:moveTo>
                <a:lnTo>
                  <a:pt x="0" y="0"/>
                </a:lnTo>
                <a:lnTo>
                  <a:pt x="0" y="136268"/>
                </a:lnTo>
                <a:lnTo>
                  <a:pt x="11905" y="136268"/>
                </a:lnTo>
                <a:lnTo>
                  <a:pt x="11905" y="0"/>
                </a:lnTo>
                <a:close/>
              </a:path>
            </a:pathLst>
          </a:custGeom>
          <a:solidFill>
            <a:srgbClr val="CF9E76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8" name="object 578" descr=""/>
          <p:cNvSpPr/>
          <p:nvPr/>
        </p:nvSpPr>
        <p:spPr>
          <a:xfrm>
            <a:off x="701654" y="5824597"/>
            <a:ext cx="12065" cy="136525"/>
          </a:xfrm>
          <a:custGeom>
            <a:avLst/>
            <a:gdLst/>
            <a:ahLst/>
            <a:cxnLst/>
            <a:rect l="l" t="t" r="r" b="b"/>
            <a:pathLst>
              <a:path w="12065" h="136525">
                <a:moveTo>
                  <a:pt x="11905" y="0"/>
                </a:moveTo>
                <a:lnTo>
                  <a:pt x="0" y="0"/>
                </a:lnTo>
                <a:lnTo>
                  <a:pt x="0" y="136268"/>
                </a:lnTo>
                <a:lnTo>
                  <a:pt x="11905" y="136268"/>
                </a:lnTo>
                <a:lnTo>
                  <a:pt x="11905" y="0"/>
                </a:lnTo>
                <a:close/>
              </a:path>
            </a:pathLst>
          </a:custGeom>
          <a:solidFill>
            <a:srgbClr val="CF9E76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9" name="object 579" descr=""/>
          <p:cNvSpPr/>
          <p:nvPr/>
        </p:nvSpPr>
        <p:spPr>
          <a:xfrm>
            <a:off x="811943" y="5628237"/>
            <a:ext cx="12065" cy="136525"/>
          </a:xfrm>
          <a:custGeom>
            <a:avLst/>
            <a:gdLst/>
            <a:ahLst/>
            <a:cxnLst/>
            <a:rect l="l" t="t" r="r" b="b"/>
            <a:pathLst>
              <a:path w="12065" h="136525">
                <a:moveTo>
                  <a:pt x="11905" y="0"/>
                </a:moveTo>
                <a:lnTo>
                  <a:pt x="0" y="0"/>
                </a:lnTo>
                <a:lnTo>
                  <a:pt x="0" y="136268"/>
                </a:lnTo>
                <a:lnTo>
                  <a:pt x="11905" y="136268"/>
                </a:lnTo>
                <a:lnTo>
                  <a:pt x="11905" y="0"/>
                </a:lnTo>
                <a:close/>
              </a:path>
            </a:pathLst>
          </a:custGeom>
          <a:solidFill>
            <a:srgbClr val="CF9E76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0" name="object 580" descr=""/>
          <p:cNvSpPr/>
          <p:nvPr/>
        </p:nvSpPr>
        <p:spPr>
          <a:xfrm>
            <a:off x="811943" y="5822042"/>
            <a:ext cx="12065" cy="136525"/>
          </a:xfrm>
          <a:custGeom>
            <a:avLst/>
            <a:gdLst/>
            <a:ahLst/>
            <a:cxnLst/>
            <a:rect l="l" t="t" r="r" b="b"/>
            <a:pathLst>
              <a:path w="12065" h="136525">
                <a:moveTo>
                  <a:pt x="11905" y="0"/>
                </a:moveTo>
                <a:lnTo>
                  <a:pt x="0" y="0"/>
                </a:lnTo>
                <a:lnTo>
                  <a:pt x="0" y="136268"/>
                </a:lnTo>
                <a:lnTo>
                  <a:pt x="11905" y="136268"/>
                </a:lnTo>
                <a:lnTo>
                  <a:pt x="11905" y="0"/>
                </a:lnTo>
                <a:close/>
              </a:path>
            </a:pathLst>
          </a:custGeom>
          <a:solidFill>
            <a:srgbClr val="CF9E76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1" name="object 581" descr=""/>
          <p:cNvSpPr/>
          <p:nvPr/>
        </p:nvSpPr>
        <p:spPr>
          <a:xfrm>
            <a:off x="1030565" y="5630802"/>
            <a:ext cx="12065" cy="136525"/>
          </a:xfrm>
          <a:custGeom>
            <a:avLst/>
            <a:gdLst/>
            <a:ahLst/>
            <a:cxnLst/>
            <a:rect l="l" t="t" r="r" b="b"/>
            <a:pathLst>
              <a:path w="12065" h="136525">
                <a:moveTo>
                  <a:pt x="11905" y="0"/>
                </a:moveTo>
                <a:lnTo>
                  <a:pt x="0" y="0"/>
                </a:lnTo>
                <a:lnTo>
                  <a:pt x="0" y="136268"/>
                </a:lnTo>
                <a:lnTo>
                  <a:pt x="11905" y="136268"/>
                </a:lnTo>
                <a:lnTo>
                  <a:pt x="11905" y="0"/>
                </a:lnTo>
                <a:close/>
              </a:path>
            </a:pathLst>
          </a:custGeom>
          <a:solidFill>
            <a:srgbClr val="CF9E76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2" name="object 582" descr=""/>
          <p:cNvSpPr/>
          <p:nvPr/>
        </p:nvSpPr>
        <p:spPr>
          <a:xfrm>
            <a:off x="1030565" y="5824597"/>
            <a:ext cx="12065" cy="136525"/>
          </a:xfrm>
          <a:custGeom>
            <a:avLst/>
            <a:gdLst/>
            <a:ahLst/>
            <a:cxnLst/>
            <a:rect l="l" t="t" r="r" b="b"/>
            <a:pathLst>
              <a:path w="12065" h="136525">
                <a:moveTo>
                  <a:pt x="11905" y="0"/>
                </a:moveTo>
                <a:lnTo>
                  <a:pt x="0" y="0"/>
                </a:lnTo>
                <a:lnTo>
                  <a:pt x="0" y="136268"/>
                </a:lnTo>
                <a:lnTo>
                  <a:pt x="11905" y="136268"/>
                </a:lnTo>
                <a:lnTo>
                  <a:pt x="11905" y="0"/>
                </a:lnTo>
                <a:close/>
              </a:path>
            </a:pathLst>
          </a:custGeom>
          <a:solidFill>
            <a:srgbClr val="CF9E76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3" name="object 583" descr=""/>
          <p:cNvSpPr/>
          <p:nvPr/>
        </p:nvSpPr>
        <p:spPr>
          <a:xfrm>
            <a:off x="234097" y="5876815"/>
            <a:ext cx="19685" cy="113030"/>
          </a:xfrm>
          <a:custGeom>
            <a:avLst/>
            <a:gdLst/>
            <a:ahLst/>
            <a:cxnLst/>
            <a:rect l="l" t="t" r="r" b="b"/>
            <a:pathLst>
              <a:path w="19685" h="113029">
                <a:moveTo>
                  <a:pt x="0" y="113022"/>
                </a:moveTo>
                <a:lnTo>
                  <a:pt x="19381" y="113022"/>
                </a:lnTo>
                <a:lnTo>
                  <a:pt x="19381" y="0"/>
                </a:lnTo>
                <a:lnTo>
                  <a:pt x="0" y="0"/>
                </a:lnTo>
                <a:lnTo>
                  <a:pt x="0" y="113022"/>
                </a:lnTo>
                <a:close/>
              </a:path>
            </a:pathLst>
          </a:custGeom>
          <a:solidFill>
            <a:srgbClr val="9A470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4" name="object 584" descr=""/>
          <p:cNvSpPr/>
          <p:nvPr/>
        </p:nvSpPr>
        <p:spPr>
          <a:xfrm>
            <a:off x="234097" y="5822032"/>
            <a:ext cx="19685" cy="1270"/>
          </a:xfrm>
          <a:custGeom>
            <a:avLst/>
            <a:gdLst/>
            <a:ahLst/>
            <a:cxnLst/>
            <a:rect l="l" t="t" r="r" b="b"/>
            <a:pathLst>
              <a:path w="19685" h="1270">
                <a:moveTo>
                  <a:pt x="0" y="1172"/>
                </a:moveTo>
                <a:lnTo>
                  <a:pt x="19381" y="1172"/>
                </a:lnTo>
                <a:lnTo>
                  <a:pt x="19381" y="0"/>
                </a:lnTo>
                <a:lnTo>
                  <a:pt x="0" y="0"/>
                </a:lnTo>
                <a:lnTo>
                  <a:pt x="0" y="1172"/>
                </a:lnTo>
                <a:close/>
              </a:path>
            </a:pathLst>
          </a:custGeom>
          <a:solidFill>
            <a:srgbClr val="9A470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5" name="object 585" descr=""/>
          <p:cNvSpPr/>
          <p:nvPr/>
        </p:nvSpPr>
        <p:spPr>
          <a:xfrm>
            <a:off x="351999" y="5876815"/>
            <a:ext cx="19685" cy="113030"/>
          </a:xfrm>
          <a:custGeom>
            <a:avLst/>
            <a:gdLst/>
            <a:ahLst/>
            <a:cxnLst/>
            <a:rect l="l" t="t" r="r" b="b"/>
            <a:pathLst>
              <a:path w="19685" h="113029">
                <a:moveTo>
                  <a:pt x="0" y="113022"/>
                </a:moveTo>
                <a:lnTo>
                  <a:pt x="19381" y="113022"/>
                </a:lnTo>
                <a:lnTo>
                  <a:pt x="19381" y="0"/>
                </a:lnTo>
                <a:lnTo>
                  <a:pt x="0" y="0"/>
                </a:lnTo>
                <a:lnTo>
                  <a:pt x="0" y="113022"/>
                </a:lnTo>
                <a:close/>
              </a:path>
            </a:pathLst>
          </a:custGeom>
          <a:solidFill>
            <a:srgbClr val="9A470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6" name="object 586" descr=""/>
          <p:cNvSpPr/>
          <p:nvPr/>
        </p:nvSpPr>
        <p:spPr>
          <a:xfrm>
            <a:off x="91503" y="5803817"/>
            <a:ext cx="288925" cy="19685"/>
          </a:xfrm>
          <a:custGeom>
            <a:avLst/>
            <a:gdLst/>
            <a:ahLst/>
            <a:cxnLst/>
            <a:rect l="l" t="t" r="r" b="b"/>
            <a:pathLst>
              <a:path w="288925" h="19685">
                <a:moveTo>
                  <a:pt x="288391" y="0"/>
                </a:moveTo>
                <a:lnTo>
                  <a:pt x="0" y="0"/>
                </a:lnTo>
                <a:lnTo>
                  <a:pt x="0" y="19380"/>
                </a:lnTo>
                <a:lnTo>
                  <a:pt x="260489" y="19380"/>
                </a:lnTo>
                <a:lnTo>
                  <a:pt x="279869" y="19392"/>
                </a:lnTo>
                <a:lnTo>
                  <a:pt x="288391" y="19380"/>
                </a:lnTo>
                <a:lnTo>
                  <a:pt x="288391" y="0"/>
                </a:lnTo>
                <a:close/>
              </a:path>
            </a:pathLst>
          </a:custGeom>
          <a:solidFill>
            <a:srgbClr val="9A470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7" name="object 587" descr=""/>
          <p:cNvSpPr/>
          <p:nvPr/>
        </p:nvSpPr>
        <p:spPr>
          <a:xfrm>
            <a:off x="113944" y="5491089"/>
            <a:ext cx="15240" cy="81280"/>
          </a:xfrm>
          <a:custGeom>
            <a:avLst/>
            <a:gdLst/>
            <a:ahLst/>
            <a:cxnLst/>
            <a:rect l="l" t="t" r="r" b="b"/>
            <a:pathLst>
              <a:path w="15239" h="81279">
                <a:moveTo>
                  <a:pt x="15182" y="0"/>
                </a:moveTo>
                <a:lnTo>
                  <a:pt x="0" y="0"/>
                </a:lnTo>
                <a:lnTo>
                  <a:pt x="0" y="81170"/>
                </a:lnTo>
                <a:lnTo>
                  <a:pt x="15182" y="81170"/>
                </a:lnTo>
                <a:lnTo>
                  <a:pt x="1518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8" name="object 588" descr=""/>
          <p:cNvSpPr/>
          <p:nvPr/>
        </p:nvSpPr>
        <p:spPr>
          <a:xfrm>
            <a:off x="201962" y="5491089"/>
            <a:ext cx="15240" cy="81280"/>
          </a:xfrm>
          <a:custGeom>
            <a:avLst/>
            <a:gdLst/>
            <a:ahLst/>
            <a:cxnLst/>
            <a:rect l="l" t="t" r="r" b="b"/>
            <a:pathLst>
              <a:path w="15239" h="81279">
                <a:moveTo>
                  <a:pt x="15182" y="0"/>
                </a:moveTo>
                <a:lnTo>
                  <a:pt x="0" y="0"/>
                </a:lnTo>
                <a:lnTo>
                  <a:pt x="0" y="81170"/>
                </a:lnTo>
                <a:lnTo>
                  <a:pt x="15182" y="81170"/>
                </a:lnTo>
                <a:lnTo>
                  <a:pt x="1518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9" name="object 589" descr=""/>
          <p:cNvSpPr/>
          <p:nvPr/>
        </p:nvSpPr>
        <p:spPr>
          <a:xfrm>
            <a:off x="289980" y="5491089"/>
            <a:ext cx="15240" cy="81280"/>
          </a:xfrm>
          <a:custGeom>
            <a:avLst/>
            <a:gdLst/>
            <a:ahLst/>
            <a:cxnLst/>
            <a:rect l="l" t="t" r="r" b="b"/>
            <a:pathLst>
              <a:path w="15239" h="81279">
                <a:moveTo>
                  <a:pt x="15182" y="0"/>
                </a:moveTo>
                <a:lnTo>
                  <a:pt x="0" y="0"/>
                </a:lnTo>
                <a:lnTo>
                  <a:pt x="0" y="81170"/>
                </a:lnTo>
                <a:lnTo>
                  <a:pt x="15182" y="81170"/>
                </a:lnTo>
                <a:lnTo>
                  <a:pt x="1518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0" name="object 590" descr=""/>
          <p:cNvSpPr/>
          <p:nvPr/>
        </p:nvSpPr>
        <p:spPr>
          <a:xfrm>
            <a:off x="377998" y="5491089"/>
            <a:ext cx="15240" cy="81280"/>
          </a:xfrm>
          <a:custGeom>
            <a:avLst/>
            <a:gdLst/>
            <a:ahLst/>
            <a:cxnLst/>
            <a:rect l="l" t="t" r="r" b="b"/>
            <a:pathLst>
              <a:path w="15239" h="81279">
                <a:moveTo>
                  <a:pt x="15182" y="0"/>
                </a:moveTo>
                <a:lnTo>
                  <a:pt x="0" y="0"/>
                </a:lnTo>
                <a:lnTo>
                  <a:pt x="0" y="81170"/>
                </a:lnTo>
                <a:lnTo>
                  <a:pt x="15182" y="81170"/>
                </a:lnTo>
                <a:lnTo>
                  <a:pt x="1518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1" name="object 591" descr=""/>
          <p:cNvSpPr/>
          <p:nvPr/>
        </p:nvSpPr>
        <p:spPr>
          <a:xfrm>
            <a:off x="466017" y="5491089"/>
            <a:ext cx="15240" cy="81280"/>
          </a:xfrm>
          <a:custGeom>
            <a:avLst/>
            <a:gdLst/>
            <a:ahLst/>
            <a:cxnLst/>
            <a:rect l="l" t="t" r="r" b="b"/>
            <a:pathLst>
              <a:path w="15240" h="81279">
                <a:moveTo>
                  <a:pt x="15182" y="0"/>
                </a:moveTo>
                <a:lnTo>
                  <a:pt x="0" y="0"/>
                </a:lnTo>
                <a:lnTo>
                  <a:pt x="0" y="81170"/>
                </a:lnTo>
                <a:lnTo>
                  <a:pt x="15182" y="81170"/>
                </a:lnTo>
                <a:lnTo>
                  <a:pt x="1518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2" name="object 592" descr=""/>
          <p:cNvSpPr/>
          <p:nvPr/>
        </p:nvSpPr>
        <p:spPr>
          <a:xfrm>
            <a:off x="554035" y="5491089"/>
            <a:ext cx="15240" cy="81280"/>
          </a:xfrm>
          <a:custGeom>
            <a:avLst/>
            <a:gdLst/>
            <a:ahLst/>
            <a:cxnLst/>
            <a:rect l="l" t="t" r="r" b="b"/>
            <a:pathLst>
              <a:path w="15240" h="81279">
                <a:moveTo>
                  <a:pt x="15182" y="0"/>
                </a:moveTo>
                <a:lnTo>
                  <a:pt x="0" y="0"/>
                </a:lnTo>
                <a:lnTo>
                  <a:pt x="0" y="81170"/>
                </a:lnTo>
                <a:lnTo>
                  <a:pt x="15182" y="81170"/>
                </a:lnTo>
                <a:lnTo>
                  <a:pt x="1518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3" name="object 593" descr=""/>
          <p:cNvSpPr/>
          <p:nvPr/>
        </p:nvSpPr>
        <p:spPr>
          <a:xfrm>
            <a:off x="642053" y="5491089"/>
            <a:ext cx="15240" cy="81280"/>
          </a:xfrm>
          <a:custGeom>
            <a:avLst/>
            <a:gdLst/>
            <a:ahLst/>
            <a:cxnLst/>
            <a:rect l="l" t="t" r="r" b="b"/>
            <a:pathLst>
              <a:path w="15240" h="81279">
                <a:moveTo>
                  <a:pt x="15182" y="0"/>
                </a:moveTo>
                <a:lnTo>
                  <a:pt x="0" y="0"/>
                </a:lnTo>
                <a:lnTo>
                  <a:pt x="0" y="81170"/>
                </a:lnTo>
                <a:lnTo>
                  <a:pt x="15182" y="81170"/>
                </a:lnTo>
                <a:lnTo>
                  <a:pt x="1518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4" name="object 594" descr=""/>
          <p:cNvSpPr/>
          <p:nvPr/>
        </p:nvSpPr>
        <p:spPr>
          <a:xfrm>
            <a:off x="730072" y="5491089"/>
            <a:ext cx="15240" cy="81280"/>
          </a:xfrm>
          <a:custGeom>
            <a:avLst/>
            <a:gdLst/>
            <a:ahLst/>
            <a:cxnLst/>
            <a:rect l="l" t="t" r="r" b="b"/>
            <a:pathLst>
              <a:path w="15240" h="81279">
                <a:moveTo>
                  <a:pt x="15182" y="0"/>
                </a:moveTo>
                <a:lnTo>
                  <a:pt x="0" y="0"/>
                </a:lnTo>
                <a:lnTo>
                  <a:pt x="0" y="81170"/>
                </a:lnTo>
                <a:lnTo>
                  <a:pt x="15182" y="81170"/>
                </a:lnTo>
                <a:lnTo>
                  <a:pt x="1518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5" name="object 595" descr=""/>
          <p:cNvSpPr/>
          <p:nvPr/>
        </p:nvSpPr>
        <p:spPr>
          <a:xfrm>
            <a:off x="818090" y="5491089"/>
            <a:ext cx="15240" cy="81280"/>
          </a:xfrm>
          <a:custGeom>
            <a:avLst/>
            <a:gdLst/>
            <a:ahLst/>
            <a:cxnLst/>
            <a:rect l="l" t="t" r="r" b="b"/>
            <a:pathLst>
              <a:path w="15240" h="81279">
                <a:moveTo>
                  <a:pt x="15182" y="0"/>
                </a:moveTo>
                <a:lnTo>
                  <a:pt x="0" y="0"/>
                </a:lnTo>
                <a:lnTo>
                  <a:pt x="0" y="81170"/>
                </a:lnTo>
                <a:lnTo>
                  <a:pt x="15182" y="81170"/>
                </a:lnTo>
                <a:lnTo>
                  <a:pt x="1518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6" name="object 596" descr=""/>
          <p:cNvSpPr/>
          <p:nvPr/>
        </p:nvSpPr>
        <p:spPr>
          <a:xfrm>
            <a:off x="906108" y="5491089"/>
            <a:ext cx="15240" cy="81280"/>
          </a:xfrm>
          <a:custGeom>
            <a:avLst/>
            <a:gdLst/>
            <a:ahLst/>
            <a:cxnLst/>
            <a:rect l="l" t="t" r="r" b="b"/>
            <a:pathLst>
              <a:path w="15240" h="81279">
                <a:moveTo>
                  <a:pt x="15182" y="0"/>
                </a:moveTo>
                <a:lnTo>
                  <a:pt x="0" y="0"/>
                </a:lnTo>
                <a:lnTo>
                  <a:pt x="0" y="81170"/>
                </a:lnTo>
                <a:lnTo>
                  <a:pt x="15182" y="81170"/>
                </a:lnTo>
                <a:lnTo>
                  <a:pt x="1518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7" name="object 597" descr=""/>
          <p:cNvSpPr/>
          <p:nvPr/>
        </p:nvSpPr>
        <p:spPr>
          <a:xfrm>
            <a:off x="91503" y="5477452"/>
            <a:ext cx="934085" cy="95250"/>
          </a:xfrm>
          <a:custGeom>
            <a:avLst/>
            <a:gdLst/>
            <a:ahLst/>
            <a:cxnLst/>
            <a:rect l="l" t="t" r="r" b="b"/>
            <a:pathLst>
              <a:path w="934085" h="95250">
                <a:moveTo>
                  <a:pt x="933945" y="0"/>
                </a:moveTo>
                <a:lnTo>
                  <a:pt x="0" y="0"/>
                </a:lnTo>
                <a:lnTo>
                  <a:pt x="0" y="13639"/>
                </a:lnTo>
                <a:lnTo>
                  <a:pt x="902614" y="13639"/>
                </a:lnTo>
                <a:lnTo>
                  <a:pt x="902614" y="94818"/>
                </a:lnTo>
                <a:lnTo>
                  <a:pt x="917803" y="94818"/>
                </a:lnTo>
                <a:lnTo>
                  <a:pt x="917803" y="13639"/>
                </a:lnTo>
                <a:lnTo>
                  <a:pt x="933945" y="13639"/>
                </a:lnTo>
                <a:lnTo>
                  <a:pt x="93394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98" name="object 598" descr=""/>
          <p:cNvGrpSpPr/>
          <p:nvPr/>
        </p:nvGrpSpPr>
        <p:grpSpPr>
          <a:xfrm>
            <a:off x="1219273" y="5622907"/>
            <a:ext cx="327025" cy="367030"/>
            <a:chOff x="1219273" y="5622907"/>
            <a:chExt cx="327025" cy="367030"/>
          </a:xfrm>
        </p:grpSpPr>
        <p:sp>
          <p:nvSpPr>
            <p:cNvPr id="599" name="object 599" descr=""/>
            <p:cNvSpPr/>
            <p:nvPr/>
          </p:nvSpPr>
          <p:spPr>
            <a:xfrm>
              <a:off x="1219292" y="5817184"/>
              <a:ext cx="327025" cy="172720"/>
            </a:xfrm>
            <a:custGeom>
              <a:avLst/>
              <a:gdLst/>
              <a:ahLst/>
              <a:cxnLst/>
              <a:rect l="l" t="t" r="r" b="b"/>
              <a:pathLst>
                <a:path w="327025" h="172720">
                  <a:moveTo>
                    <a:pt x="326733" y="0"/>
                  </a:moveTo>
                  <a:lnTo>
                    <a:pt x="0" y="0"/>
                  </a:lnTo>
                  <a:lnTo>
                    <a:pt x="0" y="172633"/>
                  </a:lnTo>
                  <a:lnTo>
                    <a:pt x="326733" y="172633"/>
                  </a:lnTo>
                  <a:lnTo>
                    <a:pt x="326733" y="0"/>
                  </a:lnTo>
                  <a:close/>
                </a:path>
              </a:pathLst>
            </a:custGeom>
            <a:solidFill>
              <a:srgbClr val="9A4702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00" name="object 600" descr="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1219287" y="5817163"/>
              <a:ext cx="326770" cy="172675"/>
            </a:xfrm>
            <a:prstGeom prst="rect">
              <a:avLst/>
            </a:prstGeom>
          </p:spPr>
        </p:pic>
        <p:sp>
          <p:nvSpPr>
            <p:cNvPr id="601" name="object 601" descr=""/>
            <p:cNvSpPr/>
            <p:nvPr/>
          </p:nvSpPr>
          <p:spPr>
            <a:xfrm>
              <a:off x="1219282" y="5622918"/>
              <a:ext cx="327025" cy="172720"/>
            </a:xfrm>
            <a:custGeom>
              <a:avLst/>
              <a:gdLst/>
              <a:ahLst/>
              <a:cxnLst/>
              <a:rect l="l" t="t" r="r" b="b"/>
              <a:pathLst>
                <a:path w="327025" h="172720">
                  <a:moveTo>
                    <a:pt x="326733" y="0"/>
                  </a:moveTo>
                  <a:lnTo>
                    <a:pt x="0" y="0"/>
                  </a:lnTo>
                  <a:lnTo>
                    <a:pt x="0" y="172633"/>
                  </a:lnTo>
                  <a:lnTo>
                    <a:pt x="326733" y="172633"/>
                  </a:lnTo>
                  <a:lnTo>
                    <a:pt x="326733" y="0"/>
                  </a:lnTo>
                  <a:close/>
                </a:path>
              </a:pathLst>
            </a:custGeom>
            <a:solidFill>
              <a:srgbClr val="9A4702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02" name="object 602" descr="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1219273" y="5622907"/>
              <a:ext cx="326762" cy="172675"/>
            </a:xfrm>
            <a:prstGeom prst="rect">
              <a:avLst/>
            </a:prstGeom>
          </p:spPr>
        </p:pic>
        <p:sp>
          <p:nvSpPr>
            <p:cNvPr id="603" name="object 603" descr=""/>
            <p:cNvSpPr/>
            <p:nvPr/>
          </p:nvSpPr>
          <p:spPr>
            <a:xfrm>
              <a:off x="1219292" y="5795551"/>
              <a:ext cx="327025" cy="22225"/>
            </a:xfrm>
            <a:custGeom>
              <a:avLst/>
              <a:gdLst/>
              <a:ahLst/>
              <a:cxnLst/>
              <a:rect l="l" t="t" r="r" b="b"/>
              <a:pathLst>
                <a:path w="327025" h="22225">
                  <a:moveTo>
                    <a:pt x="326723" y="0"/>
                  </a:moveTo>
                  <a:lnTo>
                    <a:pt x="0" y="0"/>
                  </a:lnTo>
                  <a:lnTo>
                    <a:pt x="0" y="21632"/>
                  </a:lnTo>
                  <a:lnTo>
                    <a:pt x="326723" y="21632"/>
                  </a:lnTo>
                  <a:lnTo>
                    <a:pt x="326723" y="0"/>
                  </a:lnTo>
                  <a:close/>
                </a:path>
              </a:pathLst>
            </a:custGeom>
            <a:solidFill>
              <a:srgbClr val="DFB5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04" name="object 604" descr=""/>
          <p:cNvSpPr/>
          <p:nvPr/>
        </p:nvSpPr>
        <p:spPr>
          <a:xfrm>
            <a:off x="1334541" y="5421737"/>
            <a:ext cx="242570" cy="49530"/>
          </a:xfrm>
          <a:custGeom>
            <a:avLst/>
            <a:gdLst/>
            <a:ahLst/>
            <a:cxnLst/>
            <a:rect l="l" t="t" r="r" b="b"/>
            <a:pathLst>
              <a:path w="242569" h="49529">
                <a:moveTo>
                  <a:pt x="26746" y="0"/>
                </a:moveTo>
                <a:lnTo>
                  <a:pt x="0" y="0"/>
                </a:lnTo>
                <a:lnTo>
                  <a:pt x="0" y="49250"/>
                </a:lnTo>
                <a:lnTo>
                  <a:pt x="26746" y="49250"/>
                </a:lnTo>
                <a:lnTo>
                  <a:pt x="26746" y="0"/>
                </a:lnTo>
                <a:close/>
              </a:path>
              <a:path w="242569" h="49529">
                <a:moveTo>
                  <a:pt x="80568" y="0"/>
                </a:moveTo>
                <a:lnTo>
                  <a:pt x="53822" y="0"/>
                </a:lnTo>
                <a:lnTo>
                  <a:pt x="53822" y="49250"/>
                </a:lnTo>
                <a:lnTo>
                  <a:pt x="80568" y="49250"/>
                </a:lnTo>
                <a:lnTo>
                  <a:pt x="80568" y="0"/>
                </a:lnTo>
                <a:close/>
              </a:path>
              <a:path w="242569" h="49529">
                <a:moveTo>
                  <a:pt x="134391" y="0"/>
                </a:moveTo>
                <a:lnTo>
                  <a:pt x="107632" y="0"/>
                </a:lnTo>
                <a:lnTo>
                  <a:pt x="107632" y="49250"/>
                </a:lnTo>
                <a:lnTo>
                  <a:pt x="134391" y="49250"/>
                </a:lnTo>
                <a:lnTo>
                  <a:pt x="134391" y="0"/>
                </a:lnTo>
                <a:close/>
              </a:path>
              <a:path w="242569" h="49529">
                <a:moveTo>
                  <a:pt x="188226" y="0"/>
                </a:moveTo>
                <a:lnTo>
                  <a:pt x="161467" y="0"/>
                </a:lnTo>
                <a:lnTo>
                  <a:pt x="161467" y="49250"/>
                </a:lnTo>
                <a:lnTo>
                  <a:pt x="188226" y="49250"/>
                </a:lnTo>
                <a:lnTo>
                  <a:pt x="188226" y="0"/>
                </a:lnTo>
                <a:close/>
              </a:path>
              <a:path w="242569" h="49529">
                <a:moveTo>
                  <a:pt x="242049" y="0"/>
                </a:moveTo>
                <a:lnTo>
                  <a:pt x="215290" y="0"/>
                </a:lnTo>
                <a:lnTo>
                  <a:pt x="215290" y="49250"/>
                </a:lnTo>
                <a:lnTo>
                  <a:pt x="242049" y="49250"/>
                </a:lnTo>
                <a:lnTo>
                  <a:pt x="242049" y="0"/>
                </a:lnTo>
                <a:close/>
              </a:path>
            </a:pathLst>
          </a:custGeom>
          <a:solidFill>
            <a:srgbClr val="662B1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5" name="object 605" descr=""/>
          <p:cNvSpPr/>
          <p:nvPr/>
        </p:nvSpPr>
        <p:spPr>
          <a:xfrm>
            <a:off x="91515" y="5823205"/>
            <a:ext cx="288925" cy="53975"/>
          </a:xfrm>
          <a:custGeom>
            <a:avLst/>
            <a:gdLst/>
            <a:ahLst/>
            <a:cxnLst/>
            <a:rect l="l" t="t" r="r" b="b"/>
            <a:pathLst>
              <a:path w="288925" h="53975">
                <a:moveTo>
                  <a:pt x="288389" y="0"/>
                </a:moveTo>
                <a:lnTo>
                  <a:pt x="0" y="0"/>
                </a:lnTo>
                <a:lnTo>
                  <a:pt x="0" y="53610"/>
                </a:lnTo>
                <a:lnTo>
                  <a:pt x="288389" y="53610"/>
                </a:lnTo>
                <a:lnTo>
                  <a:pt x="288389" y="0"/>
                </a:lnTo>
                <a:close/>
              </a:path>
            </a:pathLst>
          </a:custGeom>
          <a:solidFill>
            <a:srgbClr val="662B1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6" name="object 606" descr=""/>
          <p:cNvSpPr/>
          <p:nvPr/>
        </p:nvSpPr>
        <p:spPr>
          <a:xfrm>
            <a:off x="4517862" y="7256846"/>
            <a:ext cx="81280" cy="113664"/>
          </a:xfrm>
          <a:custGeom>
            <a:avLst/>
            <a:gdLst/>
            <a:ahLst/>
            <a:cxnLst/>
            <a:rect l="l" t="t" r="r" b="b"/>
            <a:pathLst>
              <a:path w="81279" h="113665">
                <a:moveTo>
                  <a:pt x="0" y="113221"/>
                </a:moveTo>
                <a:lnTo>
                  <a:pt x="81034" y="113221"/>
                </a:lnTo>
                <a:lnTo>
                  <a:pt x="81034" y="0"/>
                </a:lnTo>
                <a:lnTo>
                  <a:pt x="0" y="0"/>
                </a:lnTo>
                <a:lnTo>
                  <a:pt x="0" y="113221"/>
                </a:lnTo>
                <a:close/>
              </a:path>
            </a:pathLst>
          </a:custGeom>
          <a:solidFill>
            <a:srgbClr val="662B1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607" name="object 607" descr=""/>
          <p:cNvGrpSpPr/>
          <p:nvPr/>
        </p:nvGrpSpPr>
        <p:grpSpPr>
          <a:xfrm>
            <a:off x="2138110" y="6558054"/>
            <a:ext cx="355600" cy="702310"/>
            <a:chOff x="2138110" y="6558054"/>
            <a:chExt cx="355600" cy="702310"/>
          </a:xfrm>
        </p:grpSpPr>
        <p:sp>
          <p:nvSpPr>
            <p:cNvPr id="608" name="object 608" descr=""/>
            <p:cNvSpPr/>
            <p:nvPr/>
          </p:nvSpPr>
          <p:spPr>
            <a:xfrm>
              <a:off x="2304788" y="6717313"/>
              <a:ext cx="14604" cy="542925"/>
            </a:xfrm>
            <a:custGeom>
              <a:avLst/>
              <a:gdLst/>
              <a:ahLst/>
              <a:cxnLst/>
              <a:rect l="l" t="t" r="r" b="b"/>
              <a:pathLst>
                <a:path w="14605" h="542925">
                  <a:moveTo>
                    <a:pt x="14198" y="0"/>
                  </a:moveTo>
                  <a:lnTo>
                    <a:pt x="0" y="0"/>
                  </a:lnTo>
                  <a:lnTo>
                    <a:pt x="0" y="542831"/>
                  </a:lnTo>
                  <a:lnTo>
                    <a:pt x="14198" y="542831"/>
                  </a:lnTo>
                  <a:lnTo>
                    <a:pt x="14198" y="0"/>
                  </a:lnTo>
                  <a:close/>
                </a:path>
              </a:pathLst>
            </a:custGeom>
            <a:solidFill>
              <a:srgbClr val="9A470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" name="object 609" descr=""/>
            <p:cNvSpPr/>
            <p:nvPr/>
          </p:nvSpPr>
          <p:spPr>
            <a:xfrm>
              <a:off x="2138110" y="6558054"/>
              <a:ext cx="355600" cy="285115"/>
            </a:xfrm>
            <a:custGeom>
              <a:avLst/>
              <a:gdLst/>
              <a:ahLst/>
              <a:cxnLst/>
              <a:rect l="l" t="t" r="r" b="b"/>
              <a:pathLst>
                <a:path w="355600" h="285115">
                  <a:moveTo>
                    <a:pt x="213580" y="0"/>
                  </a:moveTo>
                  <a:lnTo>
                    <a:pt x="159277" y="26411"/>
                  </a:lnTo>
                  <a:lnTo>
                    <a:pt x="143720" y="74371"/>
                  </a:lnTo>
                  <a:lnTo>
                    <a:pt x="144590" y="90853"/>
                  </a:lnTo>
                  <a:lnTo>
                    <a:pt x="147097" y="106970"/>
                  </a:lnTo>
                  <a:lnTo>
                    <a:pt x="150723" y="122205"/>
                  </a:lnTo>
                  <a:lnTo>
                    <a:pt x="143031" y="106565"/>
                  </a:lnTo>
                  <a:lnTo>
                    <a:pt x="112955" y="72825"/>
                  </a:lnTo>
                  <a:lnTo>
                    <a:pt x="79732" y="63469"/>
                  </a:lnTo>
                  <a:lnTo>
                    <a:pt x="68979" y="71532"/>
                  </a:lnTo>
                  <a:lnTo>
                    <a:pt x="54873" y="90269"/>
                  </a:lnTo>
                  <a:lnTo>
                    <a:pt x="58501" y="89762"/>
                  </a:lnTo>
                  <a:lnTo>
                    <a:pt x="68369" y="89260"/>
                  </a:lnTo>
                  <a:lnTo>
                    <a:pt x="112270" y="101124"/>
                  </a:lnTo>
                  <a:lnTo>
                    <a:pt x="148147" y="142372"/>
                  </a:lnTo>
                  <a:lnTo>
                    <a:pt x="131292" y="127120"/>
                  </a:lnTo>
                  <a:lnTo>
                    <a:pt x="111723" y="113423"/>
                  </a:lnTo>
                  <a:lnTo>
                    <a:pt x="90133" y="103523"/>
                  </a:lnTo>
                  <a:lnTo>
                    <a:pt x="67218" y="99661"/>
                  </a:lnTo>
                  <a:lnTo>
                    <a:pt x="24153" y="100811"/>
                  </a:lnTo>
                  <a:lnTo>
                    <a:pt x="3604" y="109996"/>
                  </a:lnTo>
                  <a:lnTo>
                    <a:pt x="0" y="135139"/>
                  </a:lnTo>
                  <a:lnTo>
                    <a:pt x="7764" y="184161"/>
                  </a:lnTo>
                  <a:lnTo>
                    <a:pt x="10776" y="178325"/>
                  </a:lnTo>
                  <a:lnTo>
                    <a:pt x="21288" y="165002"/>
                  </a:lnTo>
                  <a:lnTo>
                    <a:pt x="41517" y="150474"/>
                  </a:lnTo>
                  <a:lnTo>
                    <a:pt x="73678" y="141021"/>
                  </a:lnTo>
                  <a:lnTo>
                    <a:pt x="89230" y="140527"/>
                  </a:lnTo>
                  <a:lnTo>
                    <a:pt x="103347" y="142640"/>
                  </a:lnTo>
                  <a:lnTo>
                    <a:pt x="115965" y="146727"/>
                  </a:lnTo>
                  <a:lnTo>
                    <a:pt x="127017" y="152152"/>
                  </a:lnTo>
                  <a:lnTo>
                    <a:pt x="112767" y="149654"/>
                  </a:lnTo>
                  <a:lnTo>
                    <a:pt x="97922" y="148957"/>
                  </a:lnTo>
                  <a:lnTo>
                    <a:pt x="83021" y="150716"/>
                  </a:lnTo>
                  <a:lnTo>
                    <a:pt x="68600" y="155586"/>
                  </a:lnTo>
                  <a:lnTo>
                    <a:pt x="36057" y="172265"/>
                  </a:lnTo>
                  <a:lnTo>
                    <a:pt x="21705" y="187708"/>
                  </a:lnTo>
                  <a:lnTo>
                    <a:pt x="22389" y="210813"/>
                  </a:lnTo>
                  <a:lnTo>
                    <a:pt x="34957" y="250474"/>
                  </a:lnTo>
                  <a:lnTo>
                    <a:pt x="39264" y="244902"/>
                  </a:lnTo>
                  <a:lnTo>
                    <a:pt x="51534" y="230855"/>
                  </a:lnTo>
                  <a:lnTo>
                    <a:pt x="96044" y="193355"/>
                  </a:lnTo>
                  <a:lnTo>
                    <a:pt x="137363" y="175030"/>
                  </a:lnTo>
                  <a:lnTo>
                    <a:pt x="149519" y="172581"/>
                  </a:lnTo>
                  <a:lnTo>
                    <a:pt x="127551" y="181533"/>
                  </a:lnTo>
                  <a:lnTo>
                    <a:pt x="90846" y="198005"/>
                  </a:lnTo>
                  <a:lnTo>
                    <a:pt x="74098" y="212161"/>
                  </a:lnTo>
                  <a:lnTo>
                    <a:pt x="73248" y="231797"/>
                  </a:lnTo>
                  <a:lnTo>
                    <a:pt x="84233" y="264714"/>
                  </a:lnTo>
                  <a:lnTo>
                    <a:pt x="169487" y="172465"/>
                  </a:lnTo>
                  <a:lnTo>
                    <a:pt x="168900" y="182545"/>
                  </a:lnTo>
                  <a:lnTo>
                    <a:pt x="173235" y="227647"/>
                  </a:lnTo>
                  <a:lnTo>
                    <a:pt x="187474" y="264518"/>
                  </a:lnTo>
                  <a:lnTo>
                    <a:pt x="199308" y="284860"/>
                  </a:lnTo>
                  <a:lnTo>
                    <a:pt x="200027" y="277448"/>
                  </a:lnTo>
                  <a:lnTo>
                    <a:pt x="200966" y="259594"/>
                  </a:lnTo>
                  <a:lnTo>
                    <a:pt x="200302" y="237868"/>
                  </a:lnTo>
                  <a:lnTo>
                    <a:pt x="196209" y="218841"/>
                  </a:lnTo>
                  <a:lnTo>
                    <a:pt x="190797" y="206642"/>
                  </a:lnTo>
                  <a:lnTo>
                    <a:pt x="184566" y="193727"/>
                  </a:lnTo>
                  <a:lnTo>
                    <a:pt x="173497" y="172130"/>
                  </a:lnTo>
                  <a:lnTo>
                    <a:pt x="299221" y="249123"/>
                  </a:lnTo>
                  <a:lnTo>
                    <a:pt x="296074" y="235266"/>
                  </a:lnTo>
                  <a:lnTo>
                    <a:pt x="284164" y="204852"/>
                  </a:lnTo>
                  <a:lnTo>
                    <a:pt x="259791" y="174619"/>
                  </a:lnTo>
                  <a:lnTo>
                    <a:pt x="219255" y="161303"/>
                  </a:lnTo>
                  <a:lnTo>
                    <a:pt x="204809" y="162122"/>
                  </a:lnTo>
                  <a:lnTo>
                    <a:pt x="192080" y="163794"/>
                  </a:lnTo>
                  <a:lnTo>
                    <a:pt x="181680" y="165802"/>
                  </a:lnTo>
                  <a:lnTo>
                    <a:pt x="174220" y="167628"/>
                  </a:lnTo>
                  <a:lnTo>
                    <a:pt x="187903" y="157235"/>
                  </a:lnTo>
                  <a:lnTo>
                    <a:pt x="206882" y="147257"/>
                  </a:lnTo>
                  <a:lnTo>
                    <a:pt x="230846" y="139430"/>
                  </a:lnTo>
                  <a:lnTo>
                    <a:pt x="259484" y="135493"/>
                  </a:lnTo>
                  <a:lnTo>
                    <a:pt x="290778" y="134624"/>
                  </a:lnTo>
                  <a:lnTo>
                    <a:pt x="311192" y="137650"/>
                  </a:lnTo>
                  <a:lnTo>
                    <a:pt x="329709" y="147555"/>
                  </a:lnTo>
                  <a:lnTo>
                    <a:pt x="355314" y="167324"/>
                  </a:lnTo>
                  <a:lnTo>
                    <a:pt x="351169" y="152693"/>
                  </a:lnTo>
                  <a:lnTo>
                    <a:pt x="336436" y="121441"/>
                  </a:lnTo>
                  <a:lnTo>
                    <a:pt x="307663" y="92529"/>
                  </a:lnTo>
                  <a:lnTo>
                    <a:pt x="261400" y="84918"/>
                  </a:lnTo>
                  <a:lnTo>
                    <a:pt x="227749" y="98495"/>
                  </a:lnTo>
                  <a:lnTo>
                    <a:pt x="201579" y="121388"/>
                  </a:lnTo>
                  <a:lnTo>
                    <a:pt x="183323" y="145484"/>
                  </a:lnTo>
                  <a:lnTo>
                    <a:pt x="173413" y="162665"/>
                  </a:lnTo>
                  <a:lnTo>
                    <a:pt x="180547" y="143706"/>
                  </a:lnTo>
                  <a:lnTo>
                    <a:pt x="214215" y="93637"/>
                  </a:lnTo>
                  <a:lnTo>
                    <a:pt x="276425" y="56875"/>
                  </a:lnTo>
                  <a:lnTo>
                    <a:pt x="297894" y="51371"/>
                  </a:lnTo>
                  <a:lnTo>
                    <a:pt x="316853" y="56156"/>
                  </a:lnTo>
                  <a:lnTo>
                    <a:pt x="342633" y="71065"/>
                  </a:lnTo>
                  <a:lnTo>
                    <a:pt x="334082" y="58105"/>
                  </a:lnTo>
                  <a:lnTo>
                    <a:pt x="309613" y="33331"/>
                  </a:lnTo>
                  <a:lnTo>
                    <a:pt x="271010" y="17906"/>
                  </a:lnTo>
                  <a:lnTo>
                    <a:pt x="220051" y="32993"/>
                  </a:lnTo>
                  <a:lnTo>
                    <a:pt x="200525" y="50977"/>
                  </a:lnTo>
                  <a:lnTo>
                    <a:pt x="186727" y="73352"/>
                  </a:lnTo>
                  <a:lnTo>
                    <a:pt x="177617" y="97869"/>
                  </a:lnTo>
                  <a:lnTo>
                    <a:pt x="172157" y="122278"/>
                  </a:lnTo>
                  <a:lnTo>
                    <a:pt x="173194" y="108415"/>
                  </a:lnTo>
                  <a:lnTo>
                    <a:pt x="178040" y="68742"/>
                  </a:lnTo>
                  <a:lnTo>
                    <a:pt x="183510" y="47389"/>
                  </a:lnTo>
                  <a:lnTo>
                    <a:pt x="194120" y="27637"/>
                  </a:lnTo>
                  <a:lnTo>
                    <a:pt x="213580" y="0"/>
                  </a:lnTo>
                  <a:close/>
                </a:path>
              </a:pathLst>
            </a:custGeom>
            <a:solidFill>
              <a:srgbClr val="259CA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10" name="object 610" descr=""/>
          <p:cNvGrpSpPr/>
          <p:nvPr/>
        </p:nvGrpSpPr>
        <p:grpSpPr>
          <a:xfrm>
            <a:off x="1752394" y="6801445"/>
            <a:ext cx="257175" cy="459105"/>
            <a:chOff x="1752394" y="6801445"/>
            <a:chExt cx="257175" cy="459105"/>
          </a:xfrm>
        </p:grpSpPr>
        <p:sp>
          <p:nvSpPr>
            <p:cNvPr id="611" name="object 611" descr=""/>
            <p:cNvSpPr/>
            <p:nvPr/>
          </p:nvSpPr>
          <p:spPr>
            <a:xfrm>
              <a:off x="1880968" y="6918836"/>
              <a:ext cx="10795" cy="341630"/>
            </a:xfrm>
            <a:custGeom>
              <a:avLst/>
              <a:gdLst/>
              <a:ahLst/>
              <a:cxnLst/>
              <a:rect l="l" t="t" r="r" b="b"/>
              <a:pathLst>
                <a:path w="10794" h="341629">
                  <a:moveTo>
                    <a:pt x="10470" y="0"/>
                  </a:moveTo>
                  <a:lnTo>
                    <a:pt x="0" y="0"/>
                  </a:lnTo>
                  <a:lnTo>
                    <a:pt x="0" y="341455"/>
                  </a:lnTo>
                  <a:lnTo>
                    <a:pt x="10470" y="341455"/>
                  </a:lnTo>
                  <a:lnTo>
                    <a:pt x="10470" y="0"/>
                  </a:lnTo>
                  <a:close/>
                </a:path>
              </a:pathLst>
            </a:custGeom>
            <a:solidFill>
              <a:srgbClr val="9A470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" name="object 612" descr=""/>
            <p:cNvSpPr/>
            <p:nvPr/>
          </p:nvSpPr>
          <p:spPr>
            <a:xfrm>
              <a:off x="1752394" y="6801445"/>
              <a:ext cx="257175" cy="210185"/>
            </a:xfrm>
            <a:custGeom>
              <a:avLst/>
              <a:gdLst/>
              <a:ahLst/>
              <a:cxnLst/>
              <a:rect l="l" t="t" r="r" b="b"/>
              <a:pathLst>
                <a:path w="257175" h="210184">
                  <a:moveTo>
                    <a:pt x="104478" y="0"/>
                  </a:moveTo>
                  <a:lnTo>
                    <a:pt x="127197" y="45870"/>
                  </a:lnTo>
                  <a:lnTo>
                    <a:pt x="135011" y="90133"/>
                  </a:lnTo>
                  <a:lnTo>
                    <a:pt x="130984" y="72140"/>
                  </a:lnTo>
                  <a:lnTo>
                    <a:pt x="124268" y="54071"/>
                  </a:lnTo>
                  <a:lnTo>
                    <a:pt x="114096" y="37580"/>
                  </a:lnTo>
                  <a:lnTo>
                    <a:pt x="99703" y="24323"/>
                  </a:lnTo>
                  <a:lnTo>
                    <a:pt x="67034" y="4088"/>
                  </a:lnTo>
                  <a:lnTo>
                    <a:pt x="46731" y="267"/>
                  </a:lnTo>
                  <a:lnTo>
                    <a:pt x="30324" y="15489"/>
                  </a:lnTo>
                  <a:lnTo>
                    <a:pt x="9340" y="52385"/>
                  </a:lnTo>
                  <a:lnTo>
                    <a:pt x="14950" y="49654"/>
                  </a:lnTo>
                  <a:lnTo>
                    <a:pt x="30415" y="45209"/>
                  </a:lnTo>
                  <a:lnTo>
                    <a:pt x="82699" y="53684"/>
                  </a:lnTo>
                  <a:lnTo>
                    <a:pt x="119085" y="87704"/>
                  </a:lnTo>
                  <a:lnTo>
                    <a:pt x="134079" y="119902"/>
                  </a:lnTo>
                  <a:lnTo>
                    <a:pt x="126774" y="107238"/>
                  </a:lnTo>
                  <a:lnTo>
                    <a:pt x="113317" y="89477"/>
                  </a:lnTo>
                  <a:lnTo>
                    <a:pt x="94027" y="72602"/>
                  </a:lnTo>
                  <a:lnTo>
                    <a:pt x="69223" y="62594"/>
                  </a:lnTo>
                  <a:lnTo>
                    <a:pt x="37095" y="58366"/>
                  </a:lnTo>
                  <a:lnTo>
                    <a:pt x="19176" y="63284"/>
                  </a:lnTo>
                  <a:lnTo>
                    <a:pt x="8974" y="83043"/>
                  </a:lnTo>
                  <a:lnTo>
                    <a:pt x="0" y="123336"/>
                  </a:lnTo>
                  <a:lnTo>
                    <a:pt x="5546" y="119418"/>
                  </a:lnTo>
                  <a:lnTo>
                    <a:pt x="20676" y="110932"/>
                  </a:lnTo>
                  <a:lnTo>
                    <a:pt x="43127" y="102782"/>
                  </a:lnTo>
                  <a:lnTo>
                    <a:pt x="70636" y="99871"/>
                  </a:lnTo>
                  <a:lnTo>
                    <a:pt x="91747" y="102775"/>
                  </a:lnTo>
                  <a:lnTo>
                    <a:pt x="109410" y="108546"/>
                  </a:lnTo>
                  <a:lnTo>
                    <a:pt x="123398" y="115903"/>
                  </a:lnTo>
                  <a:lnTo>
                    <a:pt x="133482" y="123566"/>
                  </a:lnTo>
                  <a:lnTo>
                    <a:pt x="127985" y="122218"/>
                  </a:lnTo>
                  <a:lnTo>
                    <a:pt x="120322" y="120737"/>
                  </a:lnTo>
                  <a:lnTo>
                    <a:pt x="110940" y="119502"/>
                  </a:lnTo>
                  <a:lnTo>
                    <a:pt x="100290" y="118896"/>
                  </a:lnTo>
                  <a:lnTo>
                    <a:pt x="71810" y="119507"/>
                  </a:lnTo>
                  <a:lnTo>
                    <a:pt x="56177" y="126455"/>
                  </a:lnTo>
                  <a:lnTo>
                    <a:pt x="47865" y="145809"/>
                  </a:lnTo>
                  <a:lnTo>
                    <a:pt x="41349" y="183638"/>
                  </a:lnTo>
                  <a:lnTo>
                    <a:pt x="134016" y="126886"/>
                  </a:lnTo>
                  <a:lnTo>
                    <a:pt x="130343" y="133926"/>
                  </a:lnTo>
                  <a:lnTo>
                    <a:pt x="121265" y="152314"/>
                  </a:lnTo>
                  <a:lnTo>
                    <a:pt x="117273" y="161303"/>
                  </a:lnTo>
                  <a:lnTo>
                    <a:pt x="113692" y="170628"/>
                  </a:lnTo>
                  <a:lnTo>
                    <a:pt x="112260" y="178806"/>
                  </a:lnTo>
                  <a:lnTo>
                    <a:pt x="112765" y="190399"/>
                  </a:lnTo>
                  <a:lnTo>
                    <a:pt x="114991" y="209972"/>
                  </a:lnTo>
                  <a:lnTo>
                    <a:pt x="123008" y="195148"/>
                  </a:lnTo>
                  <a:lnTo>
                    <a:pt x="136469" y="155745"/>
                  </a:lnTo>
                  <a:lnTo>
                    <a:pt x="137403" y="134558"/>
                  </a:lnTo>
                  <a:lnTo>
                    <a:pt x="136969" y="127127"/>
                  </a:lnTo>
                  <a:lnTo>
                    <a:pt x="199815" y="195124"/>
                  </a:lnTo>
                  <a:lnTo>
                    <a:pt x="201465" y="188340"/>
                  </a:lnTo>
                  <a:lnTo>
                    <a:pt x="201552" y="171924"/>
                  </a:lnTo>
                  <a:lnTo>
                    <a:pt x="192787" y="151781"/>
                  </a:lnTo>
                  <a:lnTo>
                    <a:pt x="167879" y="133817"/>
                  </a:lnTo>
                  <a:lnTo>
                    <a:pt x="151691" y="127210"/>
                  </a:lnTo>
                  <a:lnTo>
                    <a:pt x="160652" y="129016"/>
                  </a:lnTo>
                  <a:lnTo>
                    <a:pt x="207251" y="153070"/>
                  </a:lnTo>
                  <a:lnTo>
                    <a:pt x="236139" y="184633"/>
                  </a:lnTo>
                  <a:lnTo>
                    <a:pt x="238163" y="176503"/>
                  </a:lnTo>
                  <a:lnTo>
                    <a:pt x="232910" y="134014"/>
                  </a:lnTo>
                  <a:lnTo>
                    <a:pt x="200705" y="111094"/>
                  </a:lnTo>
                  <a:lnTo>
                    <a:pt x="189723" y="109796"/>
                  </a:lnTo>
                  <a:lnTo>
                    <a:pt x="178782" y="110309"/>
                  </a:lnTo>
                  <a:lnTo>
                    <a:pt x="168277" y="112153"/>
                  </a:lnTo>
                  <a:lnTo>
                    <a:pt x="176425" y="108155"/>
                  </a:lnTo>
                  <a:lnTo>
                    <a:pt x="185726" y="105144"/>
                  </a:lnTo>
                  <a:lnTo>
                    <a:pt x="196132" y="103588"/>
                  </a:lnTo>
                  <a:lnTo>
                    <a:pt x="207595" y="103954"/>
                  </a:lnTo>
                  <a:lnTo>
                    <a:pt x="229841" y="107114"/>
                  </a:lnTo>
                  <a:lnTo>
                    <a:pt x="242317" y="111479"/>
                  </a:lnTo>
                  <a:lnTo>
                    <a:pt x="249578" y="120032"/>
                  </a:lnTo>
                  <a:lnTo>
                    <a:pt x="256180" y="135755"/>
                  </a:lnTo>
                  <a:lnTo>
                    <a:pt x="257098" y="125991"/>
                  </a:lnTo>
                  <a:lnTo>
                    <a:pt x="254975" y="104526"/>
                  </a:lnTo>
                  <a:lnTo>
                    <a:pt x="242499" y="83103"/>
                  </a:lnTo>
                  <a:lnTo>
                    <a:pt x="212360" y="73463"/>
                  </a:lnTo>
                  <a:lnTo>
                    <a:pt x="195466" y="76310"/>
                  </a:lnTo>
                  <a:lnTo>
                    <a:pt x="179552" y="83607"/>
                  </a:lnTo>
                  <a:lnTo>
                    <a:pt x="165126" y="93704"/>
                  </a:lnTo>
                  <a:lnTo>
                    <a:pt x="152696" y="104949"/>
                  </a:lnTo>
                  <a:lnTo>
                    <a:pt x="160956" y="93852"/>
                  </a:lnTo>
                  <a:lnTo>
                    <a:pt x="198616" y="66139"/>
                  </a:lnTo>
                  <a:lnTo>
                    <a:pt x="205785" y="64676"/>
                  </a:lnTo>
                  <a:lnTo>
                    <a:pt x="212343" y="64905"/>
                  </a:lnTo>
                  <a:lnTo>
                    <a:pt x="221459" y="66542"/>
                  </a:lnTo>
                  <a:lnTo>
                    <a:pt x="218356" y="62938"/>
                  </a:lnTo>
                  <a:lnTo>
                    <a:pt x="209616" y="55860"/>
                  </a:lnTo>
                  <a:lnTo>
                    <a:pt x="196094" y="50909"/>
                  </a:lnTo>
                  <a:lnTo>
                    <a:pt x="178643" y="53684"/>
                  </a:lnTo>
                  <a:lnTo>
                    <a:pt x="170481" y="59316"/>
                  </a:lnTo>
                  <a:lnTo>
                    <a:pt x="163061" y="67952"/>
                  </a:lnTo>
                  <a:lnTo>
                    <a:pt x="156472" y="78552"/>
                  </a:lnTo>
                  <a:lnTo>
                    <a:pt x="150801" y="90081"/>
                  </a:lnTo>
                  <a:lnTo>
                    <a:pt x="153476" y="78847"/>
                  </a:lnTo>
                  <a:lnTo>
                    <a:pt x="155326" y="66966"/>
                  </a:lnTo>
                  <a:lnTo>
                    <a:pt x="155968" y="54818"/>
                  </a:lnTo>
                  <a:lnTo>
                    <a:pt x="155021" y="42784"/>
                  </a:lnTo>
                  <a:lnTo>
                    <a:pt x="150733" y="19946"/>
                  </a:lnTo>
                  <a:lnTo>
                    <a:pt x="144038" y="7876"/>
                  </a:lnTo>
                  <a:lnTo>
                    <a:pt x="130200" y="2565"/>
                  </a:lnTo>
                  <a:lnTo>
                    <a:pt x="104478" y="0"/>
                  </a:lnTo>
                  <a:close/>
                </a:path>
              </a:pathLst>
            </a:custGeom>
            <a:solidFill>
              <a:srgbClr val="259CA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13" name="object 613" descr=""/>
          <p:cNvGrpSpPr/>
          <p:nvPr/>
        </p:nvGrpSpPr>
        <p:grpSpPr>
          <a:xfrm>
            <a:off x="1327567" y="6558204"/>
            <a:ext cx="355600" cy="702310"/>
            <a:chOff x="1327567" y="6558204"/>
            <a:chExt cx="355600" cy="702310"/>
          </a:xfrm>
        </p:grpSpPr>
        <p:sp>
          <p:nvSpPr>
            <p:cNvPr id="614" name="object 614" descr=""/>
            <p:cNvSpPr/>
            <p:nvPr/>
          </p:nvSpPr>
          <p:spPr>
            <a:xfrm>
              <a:off x="1494247" y="6717460"/>
              <a:ext cx="14604" cy="542925"/>
            </a:xfrm>
            <a:custGeom>
              <a:avLst/>
              <a:gdLst/>
              <a:ahLst/>
              <a:cxnLst/>
              <a:rect l="l" t="t" r="r" b="b"/>
              <a:pathLst>
                <a:path w="14605" h="542925">
                  <a:moveTo>
                    <a:pt x="14198" y="0"/>
                  </a:moveTo>
                  <a:lnTo>
                    <a:pt x="0" y="0"/>
                  </a:lnTo>
                  <a:lnTo>
                    <a:pt x="0" y="542831"/>
                  </a:lnTo>
                  <a:lnTo>
                    <a:pt x="14198" y="542831"/>
                  </a:lnTo>
                  <a:lnTo>
                    <a:pt x="14198" y="0"/>
                  </a:lnTo>
                  <a:close/>
                </a:path>
              </a:pathLst>
            </a:custGeom>
            <a:solidFill>
              <a:srgbClr val="9A470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" name="object 615" descr=""/>
            <p:cNvSpPr/>
            <p:nvPr/>
          </p:nvSpPr>
          <p:spPr>
            <a:xfrm>
              <a:off x="1327567" y="6558204"/>
              <a:ext cx="355600" cy="285115"/>
            </a:xfrm>
            <a:custGeom>
              <a:avLst/>
              <a:gdLst/>
              <a:ahLst/>
              <a:cxnLst/>
              <a:rect l="l" t="t" r="r" b="b"/>
              <a:pathLst>
                <a:path w="355600" h="285115">
                  <a:moveTo>
                    <a:pt x="213569" y="0"/>
                  </a:moveTo>
                  <a:lnTo>
                    <a:pt x="159275" y="26411"/>
                  </a:lnTo>
                  <a:lnTo>
                    <a:pt x="143718" y="74371"/>
                  </a:lnTo>
                  <a:lnTo>
                    <a:pt x="144586" y="90853"/>
                  </a:lnTo>
                  <a:lnTo>
                    <a:pt x="147092" y="106970"/>
                  </a:lnTo>
                  <a:lnTo>
                    <a:pt x="150723" y="122205"/>
                  </a:lnTo>
                  <a:lnTo>
                    <a:pt x="143031" y="106565"/>
                  </a:lnTo>
                  <a:lnTo>
                    <a:pt x="112955" y="72825"/>
                  </a:lnTo>
                  <a:lnTo>
                    <a:pt x="79732" y="63469"/>
                  </a:lnTo>
                  <a:lnTo>
                    <a:pt x="68979" y="71532"/>
                  </a:lnTo>
                  <a:lnTo>
                    <a:pt x="54873" y="90269"/>
                  </a:lnTo>
                  <a:lnTo>
                    <a:pt x="58501" y="89762"/>
                  </a:lnTo>
                  <a:lnTo>
                    <a:pt x="68369" y="89260"/>
                  </a:lnTo>
                  <a:lnTo>
                    <a:pt x="112270" y="101124"/>
                  </a:lnTo>
                  <a:lnTo>
                    <a:pt x="148147" y="142372"/>
                  </a:lnTo>
                  <a:lnTo>
                    <a:pt x="131292" y="127120"/>
                  </a:lnTo>
                  <a:lnTo>
                    <a:pt x="111723" y="113423"/>
                  </a:lnTo>
                  <a:lnTo>
                    <a:pt x="90133" y="103523"/>
                  </a:lnTo>
                  <a:lnTo>
                    <a:pt x="67218" y="99661"/>
                  </a:lnTo>
                  <a:lnTo>
                    <a:pt x="24153" y="100811"/>
                  </a:lnTo>
                  <a:lnTo>
                    <a:pt x="3604" y="109996"/>
                  </a:lnTo>
                  <a:lnTo>
                    <a:pt x="0" y="135139"/>
                  </a:lnTo>
                  <a:lnTo>
                    <a:pt x="7764" y="184161"/>
                  </a:lnTo>
                  <a:lnTo>
                    <a:pt x="10776" y="178325"/>
                  </a:lnTo>
                  <a:lnTo>
                    <a:pt x="21288" y="165002"/>
                  </a:lnTo>
                  <a:lnTo>
                    <a:pt x="41517" y="150474"/>
                  </a:lnTo>
                  <a:lnTo>
                    <a:pt x="73678" y="141021"/>
                  </a:lnTo>
                  <a:lnTo>
                    <a:pt x="89230" y="140527"/>
                  </a:lnTo>
                  <a:lnTo>
                    <a:pt x="103347" y="142640"/>
                  </a:lnTo>
                  <a:lnTo>
                    <a:pt x="115965" y="146727"/>
                  </a:lnTo>
                  <a:lnTo>
                    <a:pt x="127017" y="152152"/>
                  </a:lnTo>
                  <a:lnTo>
                    <a:pt x="112767" y="149654"/>
                  </a:lnTo>
                  <a:lnTo>
                    <a:pt x="97922" y="148957"/>
                  </a:lnTo>
                  <a:lnTo>
                    <a:pt x="83021" y="150716"/>
                  </a:lnTo>
                  <a:lnTo>
                    <a:pt x="68600" y="155586"/>
                  </a:lnTo>
                  <a:lnTo>
                    <a:pt x="36057" y="172265"/>
                  </a:lnTo>
                  <a:lnTo>
                    <a:pt x="21705" y="187708"/>
                  </a:lnTo>
                  <a:lnTo>
                    <a:pt x="22389" y="210813"/>
                  </a:lnTo>
                  <a:lnTo>
                    <a:pt x="34957" y="250474"/>
                  </a:lnTo>
                  <a:lnTo>
                    <a:pt x="39264" y="244902"/>
                  </a:lnTo>
                  <a:lnTo>
                    <a:pt x="51534" y="230855"/>
                  </a:lnTo>
                  <a:lnTo>
                    <a:pt x="96044" y="193355"/>
                  </a:lnTo>
                  <a:lnTo>
                    <a:pt x="137363" y="175030"/>
                  </a:lnTo>
                  <a:lnTo>
                    <a:pt x="149519" y="172581"/>
                  </a:lnTo>
                  <a:lnTo>
                    <a:pt x="127551" y="181533"/>
                  </a:lnTo>
                  <a:lnTo>
                    <a:pt x="90846" y="198005"/>
                  </a:lnTo>
                  <a:lnTo>
                    <a:pt x="74098" y="212161"/>
                  </a:lnTo>
                  <a:lnTo>
                    <a:pt x="73248" y="231797"/>
                  </a:lnTo>
                  <a:lnTo>
                    <a:pt x="84233" y="264714"/>
                  </a:lnTo>
                  <a:lnTo>
                    <a:pt x="169487" y="172465"/>
                  </a:lnTo>
                  <a:lnTo>
                    <a:pt x="168900" y="182545"/>
                  </a:lnTo>
                  <a:lnTo>
                    <a:pt x="173235" y="227647"/>
                  </a:lnTo>
                  <a:lnTo>
                    <a:pt x="187474" y="264518"/>
                  </a:lnTo>
                  <a:lnTo>
                    <a:pt x="199308" y="284860"/>
                  </a:lnTo>
                  <a:lnTo>
                    <a:pt x="200027" y="277448"/>
                  </a:lnTo>
                  <a:lnTo>
                    <a:pt x="200966" y="259594"/>
                  </a:lnTo>
                  <a:lnTo>
                    <a:pt x="200302" y="237868"/>
                  </a:lnTo>
                  <a:lnTo>
                    <a:pt x="196209" y="218841"/>
                  </a:lnTo>
                  <a:lnTo>
                    <a:pt x="190799" y="206642"/>
                  </a:lnTo>
                  <a:lnTo>
                    <a:pt x="184570" y="193727"/>
                  </a:lnTo>
                  <a:lnTo>
                    <a:pt x="173497" y="172130"/>
                  </a:lnTo>
                  <a:lnTo>
                    <a:pt x="299221" y="249123"/>
                  </a:lnTo>
                  <a:lnTo>
                    <a:pt x="296072" y="235266"/>
                  </a:lnTo>
                  <a:lnTo>
                    <a:pt x="284160" y="204852"/>
                  </a:lnTo>
                  <a:lnTo>
                    <a:pt x="259787" y="174619"/>
                  </a:lnTo>
                  <a:lnTo>
                    <a:pt x="219255" y="161303"/>
                  </a:lnTo>
                  <a:lnTo>
                    <a:pt x="204804" y="162122"/>
                  </a:lnTo>
                  <a:lnTo>
                    <a:pt x="192076" y="163794"/>
                  </a:lnTo>
                  <a:lnTo>
                    <a:pt x="181679" y="165802"/>
                  </a:lnTo>
                  <a:lnTo>
                    <a:pt x="174220" y="167628"/>
                  </a:lnTo>
                  <a:lnTo>
                    <a:pt x="187903" y="157235"/>
                  </a:lnTo>
                  <a:lnTo>
                    <a:pt x="206882" y="147257"/>
                  </a:lnTo>
                  <a:lnTo>
                    <a:pt x="230846" y="139430"/>
                  </a:lnTo>
                  <a:lnTo>
                    <a:pt x="259484" y="135493"/>
                  </a:lnTo>
                  <a:lnTo>
                    <a:pt x="290778" y="134624"/>
                  </a:lnTo>
                  <a:lnTo>
                    <a:pt x="311192" y="137650"/>
                  </a:lnTo>
                  <a:lnTo>
                    <a:pt x="329709" y="147555"/>
                  </a:lnTo>
                  <a:lnTo>
                    <a:pt x="355314" y="167324"/>
                  </a:lnTo>
                  <a:lnTo>
                    <a:pt x="351169" y="152693"/>
                  </a:lnTo>
                  <a:lnTo>
                    <a:pt x="336436" y="121441"/>
                  </a:lnTo>
                  <a:lnTo>
                    <a:pt x="307663" y="92529"/>
                  </a:lnTo>
                  <a:lnTo>
                    <a:pt x="261400" y="84918"/>
                  </a:lnTo>
                  <a:lnTo>
                    <a:pt x="227749" y="98495"/>
                  </a:lnTo>
                  <a:lnTo>
                    <a:pt x="201577" y="121388"/>
                  </a:lnTo>
                  <a:lnTo>
                    <a:pt x="183318" y="145484"/>
                  </a:lnTo>
                  <a:lnTo>
                    <a:pt x="173403" y="162665"/>
                  </a:lnTo>
                  <a:lnTo>
                    <a:pt x="180543" y="143706"/>
                  </a:lnTo>
                  <a:lnTo>
                    <a:pt x="214215" y="93637"/>
                  </a:lnTo>
                  <a:lnTo>
                    <a:pt x="276425" y="56881"/>
                  </a:lnTo>
                  <a:lnTo>
                    <a:pt x="297894" y="51379"/>
                  </a:lnTo>
                  <a:lnTo>
                    <a:pt x="316853" y="56162"/>
                  </a:lnTo>
                  <a:lnTo>
                    <a:pt x="342633" y="71065"/>
                  </a:lnTo>
                  <a:lnTo>
                    <a:pt x="334082" y="58105"/>
                  </a:lnTo>
                  <a:lnTo>
                    <a:pt x="309613" y="33331"/>
                  </a:lnTo>
                  <a:lnTo>
                    <a:pt x="271010" y="17906"/>
                  </a:lnTo>
                  <a:lnTo>
                    <a:pt x="220051" y="32993"/>
                  </a:lnTo>
                  <a:lnTo>
                    <a:pt x="200525" y="50977"/>
                  </a:lnTo>
                  <a:lnTo>
                    <a:pt x="186727" y="73352"/>
                  </a:lnTo>
                  <a:lnTo>
                    <a:pt x="177617" y="97869"/>
                  </a:lnTo>
                  <a:lnTo>
                    <a:pt x="172157" y="122278"/>
                  </a:lnTo>
                  <a:lnTo>
                    <a:pt x="173194" y="108415"/>
                  </a:lnTo>
                  <a:lnTo>
                    <a:pt x="178040" y="68742"/>
                  </a:lnTo>
                  <a:lnTo>
                    <a:pt x="183509" y="47389"/>
                  </a:lnTo>
                  <a:lnTo>
                    <a:pt x="194115" y="27637"/>
                  </a:lnTo>
                  <a:lnTo>
                    <a:pt x="213569" y="0"/>
                  </a:lnTo>
                  <a:close/>
                </a:path>
              </a:pathLst>
            </a:custGeom>
            <a:solidFill>
              <a:srgbClr val="259CA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16" name="object 616" descr=""/>
          <p:cNvGrpSpPr/>
          <p:nvPr/>
        </p:nvGrpSpPr>
        <p:grpSpPr>
          <a:xfrm>
            <a:off x="1101426" y="6801298"/>
            <a:ext cx="257175" cy="459105"/>
            <a:chOff x="1101426" y="6801298"/>
            <a:chExt cx="257175" cy="459105"/>
          </a:xfrm>
        </p:grpSpPr>
        <p:sp>
          <p:nvSpPr>
            <p:cNvPr id="617" name="object 617" descr=""/>
            <p:cNvSpPr/>
            <p:nvPr/>
          </p:nvSpPr>
          <p:spPr>
            <a:xfrm>
              <a:off x="1229993" y="6918690"/>
              <a:ext cx="10795" cy="341630"/>
            </a:xfrm>
            <a:custGeom>
              <a:avLst/>
              <a:gdLst/>
              <a:ahLst/>
              <a:cxnLst/>
              <a:rect l="l" t="t" r="r" b="b"/>
              <a:pathLst>
                <a:path w="10794" h="341629">
                  <a:moveTo>
                    <a:pt x="10470" y="0"/>
                  </a:moveTo>
                  <a:lnTo>
                    <a:pt x="0" y="0"/>
                  </a:lnTo>
                  <a:lnTo>
                    <a:pt x="0" y="341455"/>
                  </a:lnTo>
                  <a:lnTo>
                    <a:pt x="10470" y="341455"/>
                  </a:lnTo>
                  <a:lnTo>
                    <a:pt x="10470" y="0"/>
                  </a:lnTo>
                  <a:close/>
                </a:path>
              </a:pathLst>
            </a:custGeom>
            <a:solidFill>
              <a:srgbClr val="9A470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" name="object 618" descr=""/>
            <p:cNvSpPr/>
            <p:nvPr/>
          </p:nvSpPr>
          <p:spPr>
            <a:xfrm>
              <a:off x="1101426" y="6801298"/>
              <a:ext cx="257175" cy="210185"/>
            </a:xfrm>
            <a:custGeom>
              <a:avLst/>
              <a:gdLst/>
              <a:ahLst/>
              <a:cxnLst/>
              <a:rect l="l" t="t" r="r" b="b"/>
              <a:pathLst>
                <a:path w="257175" h="210184">
                  <a:moveTo>
                    <a:pt x="104478" y="0"/>
                  </a:moveTo>
                  <a:lnTo>
                    <a:pt x="127197" y="45870"/>
                  </a:lnTo>
                  <a:lnTo>
                    <a:pt x="135011" y="90133"/>
                  </a:lnTo>
                  <a:lnTo>
                    <a:pt x="130984" y="72140"/>
                  </a:lnTo>
                  <a:lnTo>
                    <a:pt x="124268" y="54071"/>
                  </a:lnTo>
                  <a:lnTo>
                    <a:pt x="114096" y="37580"/>
                  </a:lnTo>
                  <a:lnTo>
                    <a:pt x="99703" y="24323"/>
                  </a:lnTo>
                  <a:lnTo>
                    <a:pt x="67034" y="4088"/>
                  </a:lnTo>
                  <a:lnTo>
                    <a:pt x="46731" y="267"/>
                  </a:lnTo>
                  <a:lnTo>
                    <a:pt x="30324" y="15489"/>
                  </a:lnTo>
                  <a:lnTo>
                    <a:pt x="9340" y="52385"/>
                  </a:lnTo>
                  <a:lnTo>
                    <a:pt x="14950" y="49654"/>
                  </a:lnTo>
                  <a:lnTo>
                    <a:pt x="30415" y="45209"/>
                  </a:lnTo>
                  <a:lnTo>
                    <a:pt x="82699" y="53684"/>
                  </a:lnTo>
                  <a:lnTo>
                    <a:pt x="119085" y="87700"/>
                  </a:lnTo>
                  <a:lnTo>
                    <a:pt x="134079" y="119902"/>
                  </a:lnTo>
                  <a:lnTo>
                    <a:pt x="126774" y="107238"/>
                  </a:lnTo>
                  <a:lnTo>
                    <a:pt x="113317" y="89477"/>
                  </a:lnTo>
                  <a:lnTo>
                    <a:pt x="94027" y="72602"/>
                  </a:lnTo>
                  <a:lnTo>
                    <a:pt x="69223" y="62594"/>
                  </a:lnTo>
                  <a:lnTo>
                    <a:pt x="37095" y="58366"/>
                  </a:lnTo>
                  <a:lnTo>
                    <a:pt x="19176" y="63284"/>
                  </a:lnTo>
                  <a:lnTo>
                    <a:pt x="8974" y="83043"/>
                  </a:lnTo>
                  <a:lnTo>
                    <a:pt x="0" y="123336"/>
                  </a:lnTo>
                  <a:lnTo>
                    <a:pt x="5544" y="119418"/>
                  </a:lnTo>
                  <a:lnTo>
                    <a:pt x="20672" y="110932"/>
                  </a:lnTo>
                  <a:lnTo>
                    <a:pt x="43122" y="102782"/>
                  </a:lnTo>
                  <a:lnTo>
                    <a:pt x="70636" y="99871"/>
                  </a:lnTo>
                  <a:lnTo>
                    <a:pt x="91747" y="102775"/>
                  </a:lnTo>
                  <a:lnTo>
                    <a:pt x="109410" y="108546"/>
                  </a:lnTo>
                  <a:lnTo>
                    <a:pt x="123398" y="115903"/>
                  </a:lnTo>
                  <a:lnTo>
                    <a:pt x="133482" y="123566"/>
                  </a:lnTo>
                  <a:lnTo>
                    <a:pt x="127981" y="122218"/>
                  </a:lnTo>
                  <a:lnTo>
                    <a:pt x="120318" y="120737"/>
                  </a:lnTo>
                  <a:lnTo>
                    <a:pt x="110939" y="119502"/>
                  </a:lnTo>
                  <a:lnTo>
                    <a:pt x="100290" y="118896"/>
                  </a:lnTo>
                  <a:lnTo>
                    <a:pt x="71810" y="119507"/>
                  </a:lnTo>
                  <a:lnTo>
                    <a:pt x="56177" y="126455"/>
                  </a:lnTo>
                  <a:lnTo>
                    <a:pt x="47865" y="145809"/>
                  </a:lnTo>
                  <a:lnTo>
                    <a:pt x="41349" y="183638"/>
                  </a:lnTo>
                  <a:lnTo>
                    <a:pt x="134016" y="126886"/>
                  </a:lnTo>
                  <a:lnTo>
                    <a:pt x="130343" y="133926"/>
                  </a:lnTo>
                  <a:lnTo>
                    <a:pt x="121265" y="152314"/>
                  </a:lnTo>
                  <a:lnTo>
                    <a:pt x="117273" y="161303"/>
                  </a:lnTo>
                  <a:lnTo>
                    <a:pt x="113692" y="170628"/>
                  </a:lnTo>
                  <a:lnTo>
                    <a:pt x="112260" y="178806"/>
                  </a:lnTo>
                  <a:lnTo>
                    <a:pt x="112765" y="190399"/>
                  </a:lnTo>
                  <a:lnTo>
                    <a:pt x="114991" y="209972"/>
                  </a:lnTo>
                  <a:lnTo>
                    <a:pt x="123008" y="195148"/>
                  </a:lnTo>
                  <a:lnTo>
                    <a:pt x="136469" y="155745"/>
                  </a:lnTo>
                  <a:lnTo>
                    <a:pt x="137403" y="134558"/>
                  </a:lnTo>
                  <a:lnTo>
                    <a:pt x="136969" y="127127"/>
                  </a:lnTo>
                  <a:lnTo>
                    <a:pt x="199805" y="195124"/>
                  </a:lnTo>
                  <a:lnTo>
                    <a:pt x="201456" y="188340"/>
                  </a:lnTo>
                  <a:lnTo>
                    <a:pt x="201547" y="171924"/>
                  </a:lnTo>
                  <a:lnTo>
                    <a:pt x="192786" y="151781"/>
                  </a:lnTo>
                  <a:lnTo>
                    <a:pt x="167879" y="133817"/>
                  </a:lnTo>
                  <a:lnTo>
                    <a:pt x="151691" y="127210"/>
                  </a:lnTo>
                  <a:lnTo>
                    <a:pt x="160652" y="129016"/>
                  </a:lnTo>
                  <a:lnTo>
                    <a:pt x="207251" y="153070"/>
                  </a:lnTo>
                  <a:lnTo>
                    <a:pt x="236139" y="184633"/>
                  </a:lnTo>
                  <a:lnTo>
                    <a:pt x="238163" y="176503"/>
                  </a:lnTo>
                  <a:lnTo>
                    <a:pt x="232910" y="134014"/>
                  </a:lnTo>
                  <a:lnTo>
                    <a:pt x="200705" y="111094"/>
                  </a:lnTo>
                  <a:lnTo>
                    <a:pt x="189723" y="109796"/>
                  </a:lnTo>
                  <a:lnTo>
                    <a:pt x="178782" y="110309"/>
                  </a:lnTo>
                  <a:lnTo>
                    <a:pt x="168277" y="112153"/>
                  </a:lnTo>
                  <a:lnTo>
                    <a:pt x="176425" y="108155"/>
                  </a:lnTo>
                  <a:lnTo>
                    <a:pt x="185726" y="105144"/>
                  </a:lnTo>
                  <a:lnTo>
                    <a:pt x="196132" y="103588"/>
                  </a:lnTo>
                  <a:lnTo>
                    <a:pt x="207595" y="103954"/>
                  </a:lnTo>
                  <a:lnTo>
                    <a:pt x="229841" y="107114"/>
                  </a:lnTo>
                  <a:lnTo>
                    <a:pt x="242317" y="111479"/>
                  </a:lnTo>
                  <a:lnTo>
                    <a:pt x="249578" y="120032"/>
                  </a:lnTo>
                  <a:lnTo>
                    <a:pt x="256180" y="135755"/>
                  </a:lnTo>
                  <a:lnTo>
                    <a:pt x="257098" y="125989"/>
                  </a:lnTo>
                  <a:lnTo>
                    <a:pt x="254975" y="104522"/>
                  </a:lnTo>
                  <a:lnTo>
                    <a:pt x="242499" y="83099"/>
                  </a:lnTo>
                  <a:lnTo>
                    <a:pt x="212360" y="73463"/>
                  </a:lnTo>
                  <a:lnTo>
                    <a:pt x="195466" y="76310"/>
                  </a:lnTo>
                  <a:lnTo>
                    <a:pt x="179552" y="83607"/>
                  </a:lnTo>
                  <a:lnTo>
                    <a:pt x="165126" y="93704"/>
                  </a:lnTo>
                  <a:lnTo>
                    <a:pt x="152696" y="104949"/>
                  </a:lnTo>
                  <a:lnTo>
                    <a:pt x="160956" y="93852"/>
                  </a:lnTo>
                  <a:lnTo>
                    <a:pt x="198610" y="66139"/>
                  </a:lnTo>
                  <a:lnTo>
                    <a:pt x="205776" y="64676"/>
                  </a:lnTo>
                  <a:lnTo>
                    <a:pt x="212333" y="64905"/>
                  </a:lnTo>
                  <a:lnTo>
                    <a:pt x="221448" y="66542"/>
                  </a:lnTo>
                  <a:lnTo>
                    <a:pt x="218347" y="62938"/>
                  </a:lnTo>
                  <a:lnTo>
                    <a:pt x="209611" y="55860"/>
                  </a:lnTo>
                  <a:lnTo>
                    <a:pt x="196092" y="50909"/>
                  </a:lnTo>
                  <a:lnTo>
                    <a:pt x="178643" y="53684"/>
                  </a:lnTo>
                  <a:lnTo>
                    <a:pt x="170481" y="59316"/>
                  </a:lnTo>
                  <a:lnTo>
                    <a:pt x="163061" y="67952"/>
                  </a:lnTo>
                  <a:lnTo>
                    <a:pt x="156472" y="78552"/>
                  </a:lnTo>
                  <a:lnTo>
                    <a:pt x="150801" y="90081"/>
                  </a:lnTo>
                  <a:lnTo>
                    <a:pt x="153476" y="78847"/>
                  </a:lnTo>
                  <a:lnTo>
                    <a:pt x="155326" y="66966"/>
                  </a:lnTo>
                  <a:lnTo>
                    <a:pt x="155968" y="54818"/>
                  </a:lnTo>
                  <a:lnTo>
                    <a:pt x="155021" y="42784"/>
                  </a:lnTo>
                  <a:lnTo>
                    <a:pt x="150733" y="19940"/>
                  </a:lnTo>
                  <a:lnTo>
                    <a:pt x="144038" y="7868"/>
                  </a:lnTo>
                  <a:lnTo>
                    <a:pt x="130200" y="2559"/>
                  </a:lnTo>
                  <a:lnTo>
                    <a:pt x="104478" y="0"/>
                  </a:lnTo>
                  <a:close/>
                </a:path>
              </a:pathLst>
            </a:custGeom>
            <a:solidFill>
              <a:srgbClr val="259CA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19" name="object 619" descr=""/>
          <p:cNvGrpSpPr/>
          <p:nvPr/>
        </p:nvGrpSpPr>
        <p:grpSpPr>
          <a:xfrm>
            <a:off x="573228" y="6558054"/>
            <a:ext cx="1903730" cy="889635"/>
            <a:chOff x="573228" y="6558054"/>
            <a:chExt cx="1903730" cy="889635"/>
          </a:xfrm>
        </p:grpSpPr>
        <p:sp>
          <p:nvSpPr>
            <p:cNvPr id="620" name="object 620" descr=""/>
            <p:cNvSpPr/>
            <p:nvPr/>
          </p:nvSpPr>
          <p:spPr>
            <a:xfrm>
              <a:off x="983760" y="6717313"/>
              <a:ext cx="14604" cy="542925"/>
            </a:xfrm>
            <a:custGeom>
              <a:avLst/>
              <a:gdLst/>
              <a:ahLst/>
              <a:cxnLst/>
              <a:rect l="l" t="t" r="r" b="b"/>
              <a:pathLst>
                <a:path w="14605" h="542925">
                  <a:moveTo>
                    <a:pt x="14198" y="0"/>
                  </a:moveTo>
                  <a:lnTo>
                    <a:pt x="0" y="0"/>
                  </a:lnTo>
                  <a:lnTo>
                    <a:pt x="0" y="542831"/>
                  </a:lnTo>
                  <a:lnTo>
                    <a:pt x="14198" y="542831"/>
                  </a:lnTo>
                  <a:lnTo>
                    <a:pt x="14198" y="0"/>
                  </a:lnTo>
                  <a:close/>
                </a:path>
              </a:pathLst>
            </a:custGeom>
            <a:solidFill>
              <a:srgbClr val="9A470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" name="object 621" descr=""/>
            <p:cNvSpPr/>
            <p:nvPr/>
          </p:nvSpPr>
          <p:spPr>
            <a:xfrm>
              <a:off x="653516" y="6558057"/>
              <a:ext cx="577850" cy="889635"/>
            </a:xfrm>
            <a:custGeom>
              <a:avLst/>
              <a:gdLst/>
              <a:ahLst/>
              <a:cxnLst/>
              <a:rect l="l" t="t" r="r" b="b"/>
              <a:pathLst>
                <a:path w="577850" h="889634">
                  <a:moveTo>
                    <a:pt x="518871" y="167322"/>
                  </a:moveTo>
                  <a:lnTo>
                    <a:pt x="514731" y="152692"/>
                  </a:lnTo>
                  <a:lnTo>
                    <a:pt x="499999" y="121450"/>
                  </a:lnTo>
                  <a:lnTo>
                    <a:pt x="471220" y="92532"/>
                  </a:lnTo>
                  <a:lnTo>
                    <a:pt x="424954" y="84924"/>
                  </a:lnTo>
                  <a:lnTo>
                    <a:pt x="391312" y="98501"/>
                  </a:lnTo>
                  <a:lnTo>
                    <a:pt x="365137" y="121386"/>
                  </a:lnTo>
                  <a:lnTo>
                    <a:pt x="346875" y="145491"/>
                  </a:lnTo>
                  <a:lnTo>
                    <a:pt x="336956" y="162674"/>
                  </a:lnTo>
                  <a:lnTo>
                    <a:pt x="344106" y="143713"/>
                  </a:lnTo>
                  <a:lnTo>
                    <a:pt x="377774" y="93637"/>
                  </a:lnTo>
                  <a:lnTo>
                    <a:pt x="439978" y="56883"/>
                  </a:lnTo>
                  <a:lnTo>
                    <a:pt x="461454" y="51371"/>
                  </a:lnTo>
                  <a:lnTo>
                    <a:pt x="480415" y="56159"/>
                  </a:lnTo>
                  <a:lnTo>
                    <a:pt x="506196" y="71069"/>
                  </a:lnTo>
                  <a:lnTo>
                    <a:pt x="497636" y="58102"/>
                  </a:lnTo>
                  <a:lnTo>
                    <a:pt x="473176" y="33337"/>
                  </a:lnTo>
                  <a:lnTo>
                    <a:pt x="434568" y="17907"/>
                  </a:lnTo>
                  <a:lnTo>
                    <a:pt x="383603" y="32994"/>
                  </a:lnTo>
                  <a:lnTo>
                    <a:pt x="364083" y="50977"/>
                  </a:lnTo>
                  <a:lnTo>
                    <a:pt x="350291" y="73355"/>
                  </a:lnTo>
                  <a:lnTo>
                    <a:pt x="341172" y="97878"/>
                  </a:lnTo>
                  <a:lnTo>
                    <a:pt x="335711" y="122288"/>
                  </a:lnTo>
                  <a:lnTo>
                    <a:pt x="336753" y="108419"/>
                  </a:lnTo>
                  <a:lnTo>
                    <a:pt x="341591" y="68745"/>
                  </a:lnTo>
                  <a:lnTo>
                    <a:pt x="347065" y="47396"/>
                  </a:lnTo>
                  <a:lnTo>
                    <a:pt x="357670" y="27635"/>
                  </a:lnTo>
                  <a:lnTo>
                    <a:pt x="377126" y="0"/>
                  </a:lnTo>
                  <a:lnTo>
                    <a:pt x="367601" y="1549"/>
                  </a:lnTo>
                  <a:lnTo>
                    <a:pt x="346011" y="8966"/>
                  </a:lnTo>
                  <a:lnTo>
                    <a:pt x="322834" y="26416"/>
                  </a:lnTo>
                  <a:lnTo>
                    <a:pt x="308559" y="58039"/>
                  </a:lnTo>
                  <a:lnTo>
                    <a:pt x="307276" y="74371"/>
                  </a:lnTo>
                  <a:lnTo>
                    <a:pt x="308140" y="90855"/>
                  </a:lnTo>
                  <a:lnTo>
                    <a:pt x="310654" y="106972"/>
                  </a:lnTo>
                  <a:lnTo>
                    <a:pt x="314286" y="122212"/>
                  </a:lnTo>
                  <a:lnTo>
                    <a:pt x="306590" y="106565"/>
                  </a:lnTo>
                  <a:lnTo>
                    <a:pt x="276517" y="72834"/>
                  </a:lnTo>
                  <a:lnTo>
                    <a:pt x="243293" y="63474"/>
                  </a:lnTo>
                  <a:lnTo>
                    <a:pt x="232537" y="71539"/>
                  </a:lnTo>
                  <a:lnTo>
                    <a:pt x="218427" y="90271"/>
                  </a:lnTo>
                  <a:lnTo>
                    <a:pt x="222059" y="89763"/>
                  </a:lnTo>
                  <a:lnTo>
                    <a:pt x="231927" y="89268"/>
                  </a:lnTo>
                  <a:lnTo>
                    <a:pt x="275831" y="101130"/>
                  </a:lnTo>
                  <a:lnTo>
                    <a:pt x="311708" y="142379"/>
                  </a:lnTo>
                  <a:lnTo>
                    <a:pt x="294855" y="127127"/>
                  </a:lnTo>
                  <a:lnTo>
                    <a:pt x="275285" y="113423"/>
                  </a:lnTo>
                  <a:lnTo>
                    <a:pt x="253695" y="103530"/>
                  </a:lnTo>
                  <a:lnTo>
                    <a:pt x="230771" y="99669"/>
                  </a:lnTo>
                  <a:lnTo>
                    <a:pt x="187706" y="100812"/>
                  </a:lnTo>
                  <a:lnTo>
                    <a:pt x="167157" y="109994"/>
                  </a:lnTo>
                  <a:lnTo>
                    <a:pt x="163563" y="135140"/>
                  </a:lnTo>
                  <a:lnTo>
                    <a:pt x="171323" y="184162"/>
                  </a:lnTo>
                  <a:lnTo>
                    <a:pt x="174332" y="178333"/>
                  </a:lnTo>
                  <a:lnTo>
                    <a:pt x="184848" y="165011"/>
                  </a:lnTo>
                  <a:lnTo>
                    <a:pt x="205079" y="150482"/>
                  </a:lnTo>
                  <a:lnTo>
                    <a:pt x="237236" y="141020"/>
                  </a:lnTo>
                  <a:lnTo>
                    <a:pt x="252780" y="140525"/>
                  </a:lnTo>
                  <a:lnTo>
                    <a:pt x="266903" y="142646"/>
                  </a:lnTo>
                  <a:lnTo>
                    <a:pt x="279527" y="146735"/>
                  </a:lnTo>
                  <a:lnTo>
                    <a:pt x="290576" y="152158"/>
                  </a:lnTo>
                  <a:lnTo>
                    <a:pt x="276326" y="149656"/>
                  </a:lnTo>
                  <a:lnTo>
                    <a:pt x="261480" y="148958"/>
                  </a:lnTo>
                  <a:lnTo>
                    <a:pt x="246583" y="150723"/>
                  </a:lnTo>
                  <a:lnTo>
                    <a:pt x="232156" y="155587"/>
                  </a:lnTo>
                  <a:lnTo>
                    <a:pt x="199618" y="172262"/>
                  </a:lnTo>
                  <a:lnTo>
                    <a:pt x="185267" y="187706"/>
                  </a:lnTo>
                  <a:lnTo>
                    <a:pt x="185940" y="210820"/>
                  </a:lnTo>
                  <a:lnTo>
                    <a:pt x="198501" y="250482"/>
                  </a:lnTo>
                  <a:lnTo>
                    <a:pt x="202819" y="244906"/>
                  </a:lnTo>
                  <a:lnTo>
                    <a:pt x="215087" y="230860"/>
                  </a:lnTo>
                  <a:lnTo>
                    <a:pt x="259600" y="193357"/>
                  </a:lnTo>
                  <a:lnTo>
                    <a:pt x="300926" y="175031"/>
                  </a:lnTo>
                  <a:lnTo>
                    <a:pt x="313080" y="172580"/>
                  </a:lnTo>
                  <a:lnTo>
                    <a:pt x="291109" y="181533"/>
                  </a:lnTo>
                  <a:lnTo>
                    <a:pt x="254406" y="198005"/>
                  </a:lnTo>
                  <a:lnTo>
                    <a:pt x="237655" y="212166"/>
                  </a:lnTo>
                  <a:lnTo>
                    <a:pt x="236804" y="231800"/>
                  </a:lnTo>
                  <a:lnTo>
                    <a:pt x="247789" y="264718"/>
                  </a:lnTo>
                  <a:lnTo>
                    <a:pt x="333044" y="172466"/>
                  </a:lnTo>
                  <a:lnTo>
                    <a:pt x="332460" y="182549"/>
                  </a:lnTo>
                  <a:lnTo>
                    <a:pt x="336791" y="227647"/>
                  </a:lnTo>
                  <a:lnTo>
                    <a:pt x="351028" y="264515"/>
                  </a:lnTo>
                  <a:lnTo>
                    <a:pt x="362864" y="284861"/>
                  </a:lnTo>
                  <a:lnTo>
                    <a:pt x="363588" y="277456"/>
                  </a:lnTo>
                  <a:lnTo>
                    <a:pt x="364528" y="259600"/>
                  </a:lnTo>
                  <a:lnTo>
                    <a:pt x="363855" y="237871"/>
                  </a:lnTo>
                  <a:lnTo>
                    <a:pt x="359765" y="218846"/>
                  </a:lnTo>
                  <a:lnTo>
                    <a:pt x="354355" y="206641"/>
                  </a:lnTo>
                  <a:lnTo>
                    <a:pt x="348119" y="193725"/>
                  </a:lnTo>
                  <a:lnTo>
                    <a:pt x="337058" y="172135"/>
                  </a:lnTo>
                  <a:lnTo>
                    <a:pt x="462775" y="249123"/>
                  </a:lnTo>
                  <a:lnTo>
                    <a:pt x="459625" y="235267"/>
                  </a:lnTo>
                  <a:lnTo>
                    <a:pt x="447713" y="204851"/>
                  </a:lnTo>
                  <a:lnTo>
                    <a:pt x="423341" y="174625"/>
                  </a:lnTo>
                  <a:lnTo>
                    <a:pt x="382816" y="161302"/>
                  </a:lnTo>
                  <a:lnTo>
                    <a:pt x="368363" y="162128"/>
                  </a:lnTo>
                  <a:lnTo>
                    <a:pt x="355638" y="163791"/>
                  </a:lnTo>
                  <a:lnTo>
                    <a:pt x="345236" y="165811"/>
                  </a:lnTo>
                  <a:lnTo>
                    <a:pt x="337781" y="167627"/>
                  </a:lnTo>
                  <a:lnTo>
                    <a:pt x="351459" y="157238"/>
                  </a:lnTo>
                  <a:lnTo>
                    <a:pt x="370446" y="147256"/>
                  </a:lnTo>
                  <a:lnTo>
                    <a:pt x="394398" y="139433"/>
                  </a:lnTo>
                  <a:lnTo>
                    <a:pt x="423037" y="135496"/>
                  </a:lnTo>
                  <a:lnTo>
                    <a:pt x="454342" y="134632"/>
                  </a:lnTo>
                  <a:lnTo>
                    <a:pt x="474751" y="137655"/>
                  </a:lnTo>
                  <a:lnTo>
                    <a:pt x="493268" y="147561"/>
                  </a:lnTo>
                  <a:lnTo>
                    <a:pt x="518871" y="167322"/>
                  </a:lnTo>
                  <a:close/>
                </a:path>
                <a:path w="577850" h="889634">
                  <a:moveTo>
                    <a:pt x="577557" y="708710"/>
                  </a:moveTo>
                  <a:lnTo>
                    <a:pt x="0" y="708710"/>
                  </a:lnTo>
                  <a:lnTo>
                    <a:pt x="0" y="889266"/>
                  </a:lnTo>
                  <a:lnTo>
                    <a:pt x="577557" y="889266"/>
                  </a:lnTo>
                  <a:lnTo>
                    <a:pt x="577557" y="708710"/>
                  </a:lnTo>
                  <a:close/>
                </a:path>
              </a:pathLst>
            </a:custGeom>
            <a:solidFill>
              <a:srgbClr val="259C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" name="object 622" descr=""/>
            <p:cNvSpPr/>
            <p:nvPr/>
          </p:nvSpPr>
          <p:spPr>
            <a:xfrm>
              <a:off x="1231082" y="7266763"/>
              <a:ext cx="1201420" cy="180975"/>
            </a:xfrm>
            <a:custGeom>
              <a:avLst/>
              <a:gdLst/>
              <a:ahLst/>
              <a:cxnLst/>
              <a:rect l="l" t="t" r="r" b="b"/>
              <a:pathLst>
                <a:path w="1201420" h="180975">
                  <a:moveTo>
                    <a:pt x="1200947" y="0"/>
                  </a:moveTo>
                  <a:lnTo>
                    <a:pt x="0" y="0"/>
                  </a:lnTo>
                  <a:lnTo>
                    <a:pt x="0" y="180549"/>
                  </a:lnTo>
                  <a:lnTo>
                    <a:pt x="1200947" y="180549"/>
                  </a:lnTo>
                  <a:lnTo>
                    <a:pt x="1200947" y="0"/>
                  </a:lnTo>
                  <a:close/>
                </a:path>
              </a:pathLst>
            </a:custGeom>
            <a:solidFill>
              <a:srgbClr val="DFB5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" name="object 623" descr=""/>
            <p:cNvSpPr/>
            <p:nvPr/>
          </p:nvSpPr>
          <p:spPr>
            <a:xfrm>
              <a:off x="577081" y="7230774"/>
              <a:ext cx="1899920" cy="36195"/>
            </a:xfrm>
            <a:custGeom>
              <a:avLst/>
              <a:gdLst/>
              <a:ahLst/>
              <a:cxnLst/>
              <a:rect l="l" t="t" r="r" b="b"/>
              <a:pathLst>
                <a:path w="1899920" h="36195">
                  <a:moveTo>
                    <a:pt x="1899795" y="0"/>
                  </a:moveTo>
                  <a:lnTo>
                    <a:pt x="0" y="0"/>
                  </a:lnTo>
                  <a:lnTo>
                    <a:pt x="0" y="35988"/>
                  </a:lnTo>
                  <a:lnTo>
                    <a:pt x="1899795" y="35988"/>
                  </a:lnTo>
                  <a:lnTo>
                    <a:pt x="1899795" y="0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" name="object 624" descr=""/>
            <p:cNvSpPr/>
            <p:nvPr/>
          </p:nvSpPr>
          <p:spPr>
            <a:xfrm>
              <a:off x="653519" y="7266763"/>
              <a:ext cx="1778635" cy="36830"/>
            </a:xfrm>
            <a:custGeom>
              <a:avLst/>
              <a:gdLst/>
              <a:ahLst/>
              <a:cxnLst/>
              <a:rect l="l" t="t" r="r" b="b"/>
              <a:pathLst>
                <a:path w="1778635" h="36829">
                  <a:moveTo>
                    <a:pt x="1778134" y="0"/>
                  </a:moveTo>
                  <a:lnTo>
                    <a:pt x="0" y="0"/>
                  </a:lnTo>
                  <a:lnTo>
                    <a:pt x="0" y="36250"/>
                  </a:lnTo>
                  <a:lnTo>
                    <a:pt x="1778134" y="36250"/>
                  </a:lnTo>
                  <a:lnTo>
                    <a:pt x="1778134" y="0"/>
                  </a:lnTo>
                  <a:close/>
                </a:path>
              </a:pathLst>
            </a:custGeom>
            <a:solidFill>
              <a:srgbClr val="846F5F">
                <a:alpha val="31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" name="object 625" descr=""/>
            <p:cNvSpPr/>
            <p:nvPr/>
          </p:nvSpPr>
          <p:spPr>
            <a:xfrm>
              <a:off x="763651" y="7152646"/>
              <a:ext cx="1625600" cy="78740"/>
            </a:xfrm>
            <a:custGeom>
              <a:avLst/>
              <a:gdLst/>
              <a:ahLst/>
              <a:cxnLst/>
              <a:rect l="l" t="t" r="r" b="b"/>
              <a:pathLst>
                <a:path w="1625600" h="78740">
                  <a:moveTo>
                    <a:pt x="1625511" y="78130"/>
                  </a:moveTo>
                  <a:lnTo>
                    <a:pt x="1622628" y="63792"/>
                  </a:lnTo>
                  <a:lnTo>
                    <a:pt x="1614728" y="52095"/>
                  </a:lnTo>
                  <a:lnTo>
                    <a:pt x="1603032" y="44208"/>
                  </a:lnTo>
                  <a:lnTo>
                    <a:pt x="1588706" y="41313"/>
                  </a:lnTo>
                  <a:lnTo>
                    <a:pt x="1493024" y="41313"/>
                  </a:lnTo>
                  <a:lnTo>
                    <a:pt x="1491500" y="33718"/>
                  </a:lnTo>
                  <a:lnTo>
                    <a:pt x="1484134" y="22783"/>
                  </a:lnTo>
                  <a:lnTo>
                    <a:pt x="1473200" y="15417"/>
                  </a:lnTo>
                  <a:lnTo>
                    <a:pt x="1459814" y="12712"/>
                  </a:lnTo>
                  <a:lnTo>
                    <a:pt x="1360411" y="12712"/>
                  </a:lnTo>
                  <a:lnTo>
                    <a:pt x="1347025" y="15417"/>
                  </a:lnTo>
                  <a:lnTo>
                    <a:pt x="1336090" y="22783"/>
                  </a:lnTo>
                  <a:lnTo>
                    <a:pt x="1328724" y="33718"/>
                  </a:lnTo>
                  <a:lnTo>
                    <a:pt x="1326019" y="47104"/>
                  </a:lnTo>
                  <a:lnTo>
                    <a:pt x="1326019" y="57975"/>
                  </a:lnTo>
                  <a:lnTo>
                    <a:pt x="1235595" y="57975"/>
                  </a:lnTo>
                  <a:lnTo>
                    <a:pt x="1230985" y="51130"/>
                  </a:lnTo>
                  <a:lnTo>
                    <a:pt x="1220330" y="43942"/>
                  </a:lnTo>
                  <a:lnTo>
                    <a:pt x="1207274" y="41313"/>
                  </a:lnTo>
                  <a:lnTo>
                    <a:pt x="1108506" y="41313"/>
                  </a:lnTo>
                  <a:lnTo>
                    <a:pt x="1108506" y="40347"/>
                  </a:lnTo>
                  <a:lnTo>
                    <a:pt x="1105331" y="24650"/>
                  </a:lnTo>
                  <a:lnTo>
                    <a:pt x="1096683" y="11823"/>
                  </a:lnTo>
                  <a:lnTo>
                    <a:pt x="1083868" y="3175"/>
                  </a:lnTo>
                  <a:lnTo>
                    <a:pt x="1068171" y="0"/>
                  </a:lnTo>
                  <a:lnTo>
                    <a:pt x="980668" y="0"/>
                  </a:lnTo>
                  <a:lnTo>
                    <a:pt x="964958" y="3175"/>
                  </a:lnTo>
                  <a:lnTo>
                    <a:pt x="952131" y="11823"/>
                  </a:lnTo>
                  <a:lnTo>
                    <a:pt x="945489" y="21678"/>
                  </a:lnTo>
                  <a:lnTo>
                    <a:pt x="902944" y="21678"/>
                  </a:lnTo>
                  <a:lnTo>
                    <a:pt x="889279" y="24447"/>
                  </a:lnTo>
                  <a:lnTo>
                    <a:pt x="878103" y="31965"/>
                  </a:lnTo>
                  <a:lnTo>
                    <a:pt x="870585" y="43141"/>
                  </a:lnTo>
                  <a:lnTo>
                    <a:pt x="867816" y="56807"/>
                  </a:lnTo>
                  <a:lnTo>
                    <a:pt x="867816" y="59715"/>
                  </a:lnTo>
                  <a:lnTo>
                    <a:pt x="798728" y="59715"/>
                  </a:lnTo>
                  <a:lnTo>
                    <a:pt x="797636" y="54254"/>
                  </a:lnTo>
                  <a:lnTo>
                    <a:pt x="793089" y="47510"/>
                  </a:lnTo>
                  <a:lnTo>
                    <a:pt x="786358" y="42976"/>
                  </a:lnTo>
                  <a:lnTo>
                    <a:pt x="778103" y="41313"/>
                  </a:lnTo>
                  <a:lnTo>
                    <a:pt x="682396" y="41313"/>
                  </a:lnTo>
                  <a:lnTo>
                    <a:pt x="679691" y="27889"/>
                  </a:lnTo>
                  <a:lnTo>
                    <a:pt x="671474" y="15709"/>
                  </a:lnTo>
                  <a:lnTo>
                    <a:pt x="659295" y="7505"/>
                  </a:lnTo>
                  <a:lnTo>
                    <a:pt x="644398" y="4495"/>
                  </a:lnTo>
                  <a:lnTo>
                    <a:pt x="526643" y="4495"/>
                  </a:lnTo>
                  <a:lnTo>
                    <a:pt x="511733" y="7505"/>
                  </a:lnTo>
                  <a:lnTo>
                    <a:pt x="499567" y="15709"/>
                  </a:lnTo>
                  <a:lnTo>
                    <a:pt x="491350" y="27889"/>
                  </a:lnTo>
                  <a:lnTo>
                    <a:pt x="488340" y="42786"/>
                  </a:lnTo>
                  <a:lnTo>
                    <a:pt x="488340" y="57975"/>
                  </a:lnTo>
                  <a:lnTo>
                    <a:pt x="420230" y="57975"/>
                  </a:lnTo>
                  <a:lnTo>
                    <a:pt x="418846" y="51104"/>
                  </a:lnTo>
                  <a:lnTo>
                    <a:pt x="411416" y="40081"/>
                  </a:lnTo>
                  <a:lnTo>
                    <a:pt x="400392" y="32651"/>
                  </a:lnTo>
                  <a:lnTo>
                    <a:pt x="386905" y="29933"/>
                  </a:lnTo>
                  <a:lnTo>
                    <a:pt x="198120" y="29933"/>
                  </a:lnTo>
                  <a:lnTo>
                    <a:pt x="184619" y="32651"/>
                  </a:lnTo>
                  <a:lnTo>
                    <a:pt x="173596" y="40081"/>
                  </a:lnTo>
                  <a:lnTo>
                    <a:pt x="166370" y="50800"/>
                  </a:lnTo>
                  <a:lnTo>
                    <a:pt x="27317" y="50800"/>
                  </a:lnTo>
                  <a:lnTo>
                    <a:pt x="16687" y="52946"/>
                  </a:lnTo>
                  <a:lnTo>
                    <a:pt x="8001" y="58801"/>
                  </a:lnTo>
                  <a:lnTo>
                    <a:pt x="2146" y="67487"/>
                  </a:lnTo>
                  <a:lnTo>
                    <a:pt x="0" y="78117"/>
                  </a:lnTo>
                  <a:lnTo>
                    <a:pt x="163449" y="78117"/>
                  </a:lnTo>
                  <a:lnTo>
                    <a:pt x="163449" y="78130"/>
                  </a:lnTo>
                  <a:lnTo>
                    <a:pt x="1494205" y="78130"/>
                  </a:lnTo>
                  <a:lnTo>
                    <a:pt x="1625511" y="78130"/>
                  </a:lnTo>
                  <a:close/>
                </a:path>
              </a:pathLst>
            </a:custGeom>
            <a:solidFill>
              <a:srgbClr val="259C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" name="object 626" descr=""/>
            <p:cNvSpPr/>
            <p:nvPr/>
          </p:nvSpPr>
          <p:spPr>
            <a:xfrm>
              <a:off x="573228" y="7227402"/>
              <a:ext cx="709295" cy="36195"/>
            </a:xfrm>
            <a:custGeom>
              <a:avLst/>
              <a:gdLst/>
              <a:ahLst/>
              <a:cxnLst/>
              <a:rect l="l" t="t" r="r" b="b"/>
              <a:pathLst>
                <a:path w="709294" h="36195">
                  <a:moveTo>
                    <a:pt x="708805" y="0"/>
                  </a:moveTo>
                  <a:lnTo>
                    <a:pt x="0" y="0"/>
                  </a:lnTo>
                  <a:lnTo>
                    <a:pt x="0" y="35988"/>
                  </a:lnTo>
                  <a:lnTo>
                    <a:pt x="708805" y="35988"/>
                  </a:lnTo>
                  <a:lnTo>
                    <a:pt x="708805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27" name="object 627" descr=""/>
          <p:cNvGrpSpPr/>
          <p:nvPr/>
        </p:nvGrpSpPr>
        <p:grpSpPr>
          <a:xfrm>
            <a:off x="7587065" y="5660664"/>
            <a:ext cx="715645" cy="1354455"/>
            <a:chOff x="7587065" y="5660664"/>
            <a:chExt cx="715645" cy="1354455"/>
          </a:xfrm>
        </p:grpSpPr>
        <p:sp>
          <p:nvSpPr>
            <p:cNvPr id="628" name="object 628" descr=""/>
            <p:cNvSpPr/>
            <p:nvPr/>
          </p:nvSpPr>
          <p:spPr>
            <a:xfrm>
              <a:off x="7922554" y="5981220"/>
              <a:ext cx="29209" cy="1033780"/>
            </a:xfrm>
            <a:custGeom>
              <a:avLst/>
              <a:gdLst/>
              <a:ahLst/>
              <a:cxnLst/>
              <a:rect l="l" t="t" r="r" b="b"/>
              <a:pathLst>
                <a:path w="29209" h="1033779">
                  <a:moveTo>
                    <a:pt x="0" y="1033486"/>
                  </a:moveTo>
                  <a:lnTo>
                    <a:pt x="28585" y="1033486"/>
                  </a:lnTo>
                  <a:lnTo>
                    <a:pt x="28585" y="0"/>
                  </a:lnTo>
                  <a:lnTo>
                    <a:pt x="0" y="0"/>
                  </a:lnTo>
                  <a:lnTo>
                    <a:pt x="0" y="1033486"/>
                  </a:lnTo>
                  <a:close/>
                </a:path>
              </a:pathLst>
            </a:custGeom>
            <a:solidFill>
              <a:srgbClr val="9A470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" name="object 629" descr=""/>
            <p:cNvSpPr/>
            <p:nvPr/>
          </p:nvSpPr>
          <p:spPr>
            <a:xfrm>
              <a:off x="7587065" y="5660664"/>
              <a:ext cx="715645" cy="573405"/>
            </a:xfrm>
            <a:custGeom>
              <a:avLst/>
              <a:gdLst/>
              <a:ahLst/>
              <a:cxnLst/>
              <a:rect l="l" t="t" r="r" b="b"/>
              <a:pathLst>
                <a:path w="715645" h="573404">
                  <a:moveTo>
                    <a:pt x="429882" y="0"/>
                  </a:moveTo>
                  <a:lnTo>
                    <a:pt x="367238" y="18055"/>
                  </a:lnTo>
                  <a:lnTo>
                    <a:pt x="320587" y="53172"/>
                  </a:lnTo>
                  <a:lnTo>
                    <a:pt x="291855" y="116834"/>
                  </a:lnTo>
                  <a:lnTo>
                    <a:pt x="289267" y="149703"/>
                  </a:lnTo>
                  <a:lnTo>
                    <a:pt x="291017" y="182877"/>
                  </a:lnTo>
                  <a:lnTo>
                    <a:pt x="296066" y="215320"/>
                  </a:lnTo>
                  <a:lnTo>
                    <a:pt x="303373" y="245992"/>
                  </a:lnTo>
                  <a:lnTo>
                    <a:pt x="287889" y="214513"/>
                  </a:lnTo>
                  <a:lnTo>
                    <a:pt x="249641" y="161979"/>
                  </a:lnTo>
                  <a:lnTo>
                    <a:pt x="186336" y="129729"/>
                  </a:lnTo>
                  <a:lnTo>
                    <a:pt x="160486" y="127761"/>
                  </a:lnTo>
                  <a:lnTo>
                    <a:pt x="138843" y="143992"/>
                  </a:lnTo>
                  <a:lnTo>
                    <a:pt x="110447" y="181711"/>
                  </a:lnTo>
                  <a:lnTo>
                    <a:pt x="117752" y="180691"/>
                  </a:lnTo>
                  <a:lnTo>
                    <a:pt x="137616" y="179680"/>
                  </a:lnTo>
                  <a:lnTo>
                    <a:pt x="202716" y="189994"/>
                  </a:lnTo>
                  <a:lnTo>
                    <a:pt x="250936" y="227134"/>
                  </a:lnTo>
                  <a:lnTo>
                    <a:pt x="275652" y="256284"/>
                  </a:lnTo>
                  <a:lnTo>
                    <a:pt x="298190" y="286577"/>
                  </a:lnTo>
                  <a:lnTo>
                    <a:pt x="264259" y="255882"/>
                  </a:lnTo>
                  <a:lnTo>
                    <a:pt x="224870" y="228312"/>
                  </a:lnTo>
                  <a:lnTo>
                    <a:pt x="181417" y="208383"/>
                  </a:lnTo>
                  <a:lnTo>
                    <a:pt x="135294" y="200611"/>
                  </a:lnTo>
                  <a:lnTo>
                    <a:pt x="48616" y="202921"/>
                  </a:lnTo>
                  <a:lnTo>
                    <a:pt x="7258" y="221409"/>
                  </a:lnTo>
                  <a:lnTo>
                    <a:pt x="0" y="272020"/>
                  </a:lnTo>
                  <a:lnTo>
                    <a:pt x="15623" y="370700"/>
                  </a:lnTo>
                  <a:lnTo>
                    <a:pt x="21685" y="358951"/>
                  </a:lnTo>
                  <a:lnTo>
                    <a:pt x="42846" y="332132"/>
                  </a:lnTo>
                  <a:lnTo>
                    <a:pt x="83567" y="302889"/>
                  </a:lnTo>
                  <a:lnTo>
                    <a:pt x="148310" y="283865"/>
                  </a:lnTo>
                  <a:lnTo>
                    <a:pt x="179601" y="282865"/>
                  </a:lnTo>
                  <a:lnTo>
                    <a:pt x="208015" y="287118"/>
                  </a:lnTo>
                  <a:lnTo>
                    <a:pt x="233412" y="295346"/>
                  </a:lnTo>
                  <a:lnTo>
                    <a:pt x="255657" y="306273"/>
                  </a:lnTo>
                  <a:lnTo>
                    <a:pt x="226972" y="301239"/>
                  </a:lnTo>
                  <a:lnTo>
                    <a:pt x="197096" y="299833"/>
                  </a:lnTo>
                  <a:lnTo>
                    <a:pt x="167106" y="303375"/>
                  </a:lnTo>
                  <a:lnTo>
                    <a:pt x="138080" y="313184"/>
                  </a:lnTo>
                  <a:lnTo>
                    <a:pt x="72580" y="346748"/>
                  </a:lnTo>
                  <a:lnTo>
                    <a:pt x="43692" y="377830"/>
                  </a:lnTo>
                  <a:lnTo>
                    <a:pt x="45067" y="424333"/>
                  </a:lnTo>
                  <a:lnTo>
                    <a:pt x="70354" y="504162"/>
                  </a:lnTo>
                  <a:lnTo>
                    <a:pt x="79025" y="492947"/>
                  </a:lnTo>
                  <a:lnTo>
                    <a:pt x="103725" y="464674"/>
                  </a:lnTo>
                  <a:lnTo>
                    <a:pt x="142481" y="427405"/>
                  </a:lnTo>
                  <a:lnTo>
                    <a:pt x="193324" y="389202"/>
                  </a:lnTo>
                  <a:lnTo>
                    <a:pt x="249962" y="360715"/>
                  </a:lnTo>
                  <a:lnTo>
                    <a:pt x="300954" y="347392"/>
                  </a:lnTo>
                  <a:lnTo>
                    <a:pt x="256736" y="365412"/>
                  </a:lnTo>
                  <a:lnTo>
                    <a:pt x="182857" y="398561"/>
                  </a:lnTo>
                  <a:lnTo>
                    <a:pt x="149150" y="427051"/>
                  </a:lnTo>
                  <a:lnTo>
                    <a:pt x="147440" y="466575"/>
                  </a:lnTo>
                  <a:lnTo>
                    <a:pt x="169555" y="532831"/>
                  </a:lnTo>
                  <a:lnTo>
                    <a:pt x="341141" y="347151"/>
                  </a:lnTo>
                  <a:lnTo>
                    <a:pt x="339961" y="367440"/>
                  </a:lnTo>
                  <a:lnTo>
                    <a:pt x="342515" y="425298"/>
                  </a:lnTo>
                  <a:lnTo>
                    <a:pt x="356025" y="485658"/>
                  </a:lnTo>
                  <a:lnTo>
                    <a:pt x="377341" y="532437"/>
                  </a:lnTo>
                  <a:lnTo>
                    <a:pt x="401161" y="573375"/>
                  </a:lnTo>
                  <a:lnTo>
                    <a:pt x="402608" y="558457"/>
                  </a:lnTo>
                  <a:lnTo>
                    <a:pt x="404501" y="522520"/>
                  </a:lnTo>
                  <a:lnTo>
                    <a:pt x="403166" y="478789"/>
                  </a:lnTo>
                  <a:lnTo>
                    <a:pt x="394930" y="440489"/>
                  </a:lnTo>
                  <a:lnTo>
                    <a:pt x="371495" y="389939"/>
                  </a:lnTo>
                  <a:lnTo>
                    <a:pt x="349214" y="346481"/>
                  </a:lnTo>
                  <a:lnTo>
                    <a:pt x="602264" y="501450"/>
                  </a:lnTo>
                  <a:lnTo>
                    <a:pt x="595929" y="473558"/>
                  </a:lnTo>
                  <a:lnTo>
                    <a:pt x="571956" y="412340"/>
                  </a:lnTo>
                  <a:lnTo>
                    <a:pt x="522901" y="351488"/>
                  </a:lnTo>
                  <a:lnTo>
                    <a:pt x="441316" y="324691"/>
                  </a:lnTo>
                  <a:lnTo>
                    <a:pt x="412234" y="326337"/>
                  </a:lnTo>
                  <a:lnTo>
                    <a:pt x="386615" y="329702"/>
                  </a:lnTo>
                  <a:lnTo>
                    <a:pt x="365683" y="333741"/>
                  </a:lnTo>
                  <a:lnTo>
                    <a:pt x="350659" y="337413"/>
                  </a:lnTo>
                  <a:lnTo>
                    <a:pt x="378207" y="316492"/>
                  </a:lnTo>
                  <a:lnTo>
                    <a:pt x="416407" y="296407"/>
                  </a:lnTo>
                  <a:lnTo>
                    <a:pt x="464639" y="280653"/>
                  </a:lnTo>
                  <a:lnTo>
                    <a:pt x="522277" y="272724"/>
                  </a:lnTo>
                  <a:lnTo>
                    <a:pt x="585274" y="270981"/>
                  </a:lnTo>
                  <a:lnTo>
                    <a:pt x="626364" y="277075"/>
                  </a:lnTo>
                  <a:lnTo>
                    <a:pt x="663633" y="297014"/>
                  </a:lnTo>
                  <a:lnTo>
                    <a:pt x="715161" y="336806"/>
                  </a:lnTo>
                  <a:lnTo>
                    <a:pt x="706822" y="307355"/>
                  </a:lnTo>
                  <a:lnTo>
                    <a:pt x="677170" y="244448"/>
                  </a:lnTo>
                  <a:lnTo>
                    <a:pt x="619260" y="186252"/>
                  </a:lnTo>
                  <a:lnTo>
                    <a:pt x="526141" y="170937"/>
                  </a:lnTo>
                  <a:lnTo>
                    <a:pt x="470780" y="190774"/>
                  </a:lnTo>
                  <a:lnTo>
                    <a:pt x="424941" y="224705"/>
                  </a:lnTo>
                  <a:lnTo>
                    <a:pt x="389072" y="264367"/>
                  </a:lnTo>
                  <a:lnTo>
                    <a:pt x="363622" y="301395"/>
                  </a:lnTo>
                  <a:lnTo>
                    <a:pt x="349036" y="327424"/>
                  </a:lnTo>
                  <a:lnTo>
                    <a:pt x="359625" y="298158"/>
                  </a:lnTo>
                  <a:lnTo>
                    <a:pt x="377730" y="260130"/>
                  </a:lnTo>
                  <a:lnTo>
                    <a:pt x="404573" y="218653"/>
                  </a:lnTo>
                  <a:lnTo>
                    <a:pt x="441375" y="179039"/>
                  </a:lnTo>
                  <a:lnTo>
                    <a:pt x="489357" y="146602"/>
                  </a:lnTo>
                  <a:lnTo>
                    <a:pt x="556392" y="114494"/>
                  </a:lnTo>
                  <a:lnTo>
                    <a:pt x="599601" y="103422"/>
                  </a:lnTo>
                  <a:lnTo>
                    <a:pt x="637762" y="113052"/>
                  </a:lnTo>
                  <a:lnTo>
                    <a:pt x="689654" y="143053"/>
                  </a:lnTo>
                  <a:lnTo>
                    <a:pt x="672439" y="116966"/>
                  </a:lnTo>
                  <a:lnTo>
                    <a:pt x="623185" y="67103"/>
                  </a:lnTo>
                  <a:lnTo>
                    <a:pt x="545479" y="36059"/>
                  </a:lnTo>
                  <a:lnTo>
                    <a:pt x="442908" y="66427"/>
                  </a:lnTo>
                  <a:lnTo>
                    <a:pt x="403609" y="102626"/>
                  </a:lnTo>
                  <a:lnTo>
                    <a:pt x="375839" y="147660"/>
                  </a:lnTo>
                  <a:lnTo>
                    <a:pt x="357505" y="197005"/>
                  </a:lnTo>
                  <a:lnTo>
                    <a:pt x="346513" y="246139"/>
                  </a:lnTo>
                  <a:lnTo>
                    <a:pt x="348095" y="225269"/>
                  </a:lnTo>
                  <a:lnTo>
                    <a:pt x="350220" y="203669"/>
                  </a:lnTo>
                  <a:lnTo>
                    <a:pt x="358356" y="138384"/>
                  </a:lnTo>
                  <a:lnTo>
                    <a:pt x="369366" y="95406"/>
                  </a:lnTo>
                  <a:lnTo>
                    <a:pt x="390718" y="55643"/>
                  </a:lnTo>
                  <a:lnTo>
                    <a:pt x="429882" y="0"/>
                  </a:lnTo>
                  <a:close/>
                </a:path>
              </a:pathLst>
            </a:custGeom>
            <a:solidFill>
              <a:srgbClr val="259CA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30" name="object 630" descr=""/>
          <p:cNvGrpSpPr/>
          <p:nvPr/>
        </p:nvGrpSpPr>
        <p:grpSpPr>
          <a:xfrm>
            <a:off x="6810702" y="6150567"/>
            <a:ext cx="517525" cy="864235"/>
            <a:chOff x="6810702" y="6150567"/>
            <a:chExt cx="517525" cy="864235"/>
          </a:xfrm>
        </p:grpSpPr>
        <p:sp>
          <p:nvSpPr>
            <p:cNvPr id="631" name="object 631" descr=""/>
            <p:cNvSpPr/>
            <p:nvPr/>
          </p:nvSpPr>
          <p:spPr>
            <a:xfrm>
              <a:off x="7069502" y="6386852"/>
              <a:ext cx="21590" cy="628015"/>
            </a:xfrm>
            <a:custGeom>
              <a:avLst/>
              <a:gdLst/>
              <a:ahLst/>
              <a:cxnLst/>
              <a:rect l="l" t="t" r="r" b="b"/>
              <a:pathLst>
                <a:path w="21590" h="628015">
                  <a:moveTo>
                    <a:pt x="0" y="627855"/>
                  </a:moveTo>
                  <a:lnTo>
                    <a:pt x="21067" y="627855"/>
                  </a:lnTo>
                  <a:lnTo>
                    <a:pt x="21067" y="0"/>
                  </a:lnTo>
                  <a:lnTo>
                    <a:pt x="0" y="0"/>
                  </a:lnTo>
                  <a:lnTo>
                    <a:pt x="0" y="627855"/>
                  </a:lnTo>
                  <a:close/>
                </a:path>
              </a:pathLst>
            </a:custGeom>
            <a:solidFill>
              <a:srgbClr val="9A470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2" name="object 632" descr=""/>
            <p:cNvSpPr/>
            <p:nvPr/>
          </p:nvSpPr>
          <p:spPr>
            <a:xfrm>
              <a:off x="6810702" y="6150567"/>
              <a:ext cx="517525" cy="422909"/>
            </a:xfrm>
            <a:custGeom>
              <a:avLst/>
              <a:gdLst/>
              <a:ahLst/>
              <a:cxnLst/>
              <a:rect l="l" t="t" r="r" b="b"/>
              <a:pathLst>
                <a:path w="517525" h="422909">
                  <a:moveTo>
                    <a:pt x="210286" y="0"/>
                  </a:moveTo>
                  <a:lnTo>
                    <a:pt x="236257" y="44543"/>
                  </a:lnTo>
                  <a:lnTo>
                    <a:pt x="256015" y="92332"/>
                  </a:lnTo>
                  <a:lnTo>
                    <a:pt x="268997" y="150121"/>
                  </a:lnTo>
                  <a:lnTo>
                    <a:pt x="271740" y="181429"/>
                  </a:lnTo>
                  <a:lnTo>
                    <a:pt x="263635" y="145212"/>
                  </a:lnTo>
                  <a:lnTo>
                    <a:pt x="250120" y="108838"/>
                  </a:lnTo>
                  <a:lnTo>
                    <a:pt x="229651" y="75642"/>
                  </a:lnTo>
                  <a:lnTo>
                    <a:pt x="200684" y="48961"/>
                  </a:lnTo>
                  <a:lnTo>
                    <a:pt x="134921" y="8226"/>
                  </a:lnTo>
                  <a:lnTo>
                    <a:pt x="94054" y="531"/>
                  </a:lnTo>
                  <a:lnTo>
                    <a:pt x="61033" y="31171"/>
                  </a:lnTo>
                  <a:lnTo>
                    <a:pt x="18805" y="105441"/>
                  </a:lnTo>
                  <a:lnTo>
                    <a:pt x="30099" y="99944"/>
                  </a:lnTo>
                  <a:lnTo>
                    <a:pt x="61224" y="91001"/>
                  </a:lnTo>
                  <a:lnTo>
                    <a:pt x="108050" y="89932"/>
                  </a:lnTo>
                  <a:lnTo>
                    <a:pt x="166445" y="108059"/>
                  </a:lnTo>
                  <a:lnTo>
                    <a:pt x="209331" y="138925"/>
                  </a:lnTo>
                  <a:lnTo>
                    <a:pt x="239694" y="176527"/>
                  </a:lnTo>
                  <a:lnTo>
                    <a:pt x="259290" y="213215"/>
                  </a:lnTo>
                  <a:lnTo>
                    <a:pt x="269876" y="241343"/>
                  </a:lnTo>
                  <a:lnTo>
                    <a:pt x="255174" y="215850"/>
                  </a:lnTo>
                  <a:lnTo>
                    <a:pt x="228085" y="180100"/>
                  </a:lnTo>
                  <a:lnTo>
                    <a:pt x="189254" y="146135"/>
                  </a:lnTo>
                  <a:lnTo>
                    <a:pt x="139325" y="125996"/>
                  </a:lnTo>
                  <a:lnTo>
                    <a:pt x="74657" y="117487"/>
                  </a:lnTo>
                  <a:lnTo>
                    <a:pt x="38587" y="127386"/>
                  </a:lnTo>
                  <a:lnTo>
                    <a:pt x="18056" y="167154"/>
                  </a:lnTo>
                  <a:lnTo>
                    <a:pt x="0" y="248254"/>
                  </a:lnTo>
                  <a:lnTo>
                    <a:pt x="11162" y="240368"/>
                  </a:lnTo>
                  <a:lnTo>
                    <a:pt x="41613" y="223291"/>
                  </a:lnTo>
                  <a:lnTo>
                    <a:pt x="86802" y="206889"/>
                  </a:lnTo>
                  <a:lnTo>
                    <a:pt x="142173" y="201030"/>
                  </a:lnTo>
                  <a:lnTo>
                    <a:pt x="184665" y="206871"/>
                  </a:lnTo>
                  <a:lnTo>
                    <a:pt x="220218" y="218484"/>
                  </a:lnTo>
                  <a:lnTo>
                    <a:pt x="248373" y="233290"/>
                  </a:lnTo>
                  <a:lnTo>
                    <a:pt x="268672" y="248714"/>
                  </a:lnTo>
                  <a:lnTo>
                    <a:pt x="257602" y="246001"/>
                  </a:lnTo>
                  <a:lnTo>
                    <a:pt x="242175" y="243021"/>
                  </a:lnTo>
                  <a:lnTo>
                    <a:pt x="223293" y="240539"/>
                  </a:lnTo>
                  <a:lnTo>
                    <a:pt x="201857" y="239322"/>
                  </a:lnTo>
                  <a:lnTo>
                    <a:pt x="144539" y="240551"/>
                  </a:lnTo>
                  <a:lnTo>
                    <a:pt x="113075" y="254534"/>
                  </a:lnTo>
                  <a:lnTo>
                    <a:pt x="96343" y="293485"/>
                  </a:lnTo>
                  <a:lnTo>
                    <a:pt x="83222" y="369622"/>
                  </a:lnTo>
                  <a:lnTo>
                    <a:pt x="269750" y="255384"/>
                  </a:lnTo>
                  <a:lnTo>
                    <a:pt x="262355" y="269565"/>
                  </a:lnTo>
                  <a:lnTo>
                    <a:pt x="244081" y="306584"/>
                  </a:lnTo>
                  <a:lnTo>
                    <a:pt x="228839" y="343451"/>
                  </a:lnTo>
                  <a:lnTo>
                    <a:pt x="225955" y="359911"/>
                  </a:lnTo>
                  <a:lnTo>
                    <a:pt x="226971" y="383245"/>
                  </a:lnTo>
                  <a:lnTo>
                    <a:pt x="231458" y="422636"/>
                  </a:lnTo>
                  <a:lnTo>
                    <a:pt x="236300" y="414097"/>
                  </a:lnTo>
                  <a:lnTo>
                    <a:pt x="260485" y="365192"/>
                  </a:lnTo>
                  <a:lnTo>
                    <a:pt x="274679" y="313487"/>
                  </a:lnTo>
                  <a:lnTo>
                    <a:pt x="276565" y="270841"/>
                  </a:lnTo>
                  <a:lnTo>
                    <a:pt x="275698" y="255887"/>
                  </a:lnTo>
                  <a:lnTo>
                    <a:pt x="402176" y="392752"/>
                  </a:lnTo>
                  <a:lnTo>
                    <a:pt x="405498" y="379097"/>
                  </a:lnTo>
                  <a:lnTo>
                    <a:pt x="405678" y="346054"/>
                  </a:lnTo>
                  <a:lnTo>
                    <a:pt x="388040" y="305508"/>
                  </a:lnTo>
                  <a:lnTo>
                    <a:pt x="337905" y="269342"/>
                  </a:lnTo>
                  <a:lnTo>
                    <a:pt x="305320" y="256065"/>
                  </a:lnTo>
                  <a:lnTo>
                    <a:pt x="323353" y="259693"/>
                  </a:lnTo>
                  <a:lnTo>
                    <a:pt x="363503" y="274865"/>
                  </a:lnTo>
                  <a:lnTo>
                    <a:pt x="417155" y="308095"/>
                  </a:lnTo>
                  <a:lnTo>
                    <a:pt x="453976" y="342521"/>
                  </a:lnTo>
                  <a:lnTo>
                    <a:pt x="475294" y="371622"/>
                  </a:lnTo>
                  <a:lnTo>
                    <a:pt x="479369" y="355260"/>
                  </a:lnTo>
                  <a:lnTo>
                    <a:pt x="482001" y="316258"/>
                  </a:lnTo>
                  <a:lnTo>
                    <a:pt x="468800" y="269743"/>
                  </a:lnTo>
                  <a:lnTo>
                    <a:pt x="425379" y="230841"/>
                  </a:lnTo>
                  <a:lnTo>
                    <a:pt x="381873" y="221005"/>
                  </a:lnTo>
                  <a:lnTo>
                    <a:pt x="359851" y="222040"/>
                  </a:lnTo>
                  <a:lnTo>
                    <a:pt x="338712" y="225752"/>
                  </a:lnTo>
                  <a:lnTo>
                    <a:pt x="355104" y="217700"/>
                  </a:lnTo>
                  <a:lnTo>
                    <a:pt x="373822" y="211637"/>
                  </a:lnTo>
                  <a:lnTo>
                    <a:pt x="394764" y="208503"/>
                  </a:lnTo>
                  <a:lnTo>
                    <a:pt x="417830" y="209239"/>
                  </a:lnTo>
                  <a:lnTo>
                    <a:pt x="462613" y="215599"/>
                  </a:lnTo>
                  <a:lnTo>
                    <a:pt x="487729" y="224387"/>
                  </a:lnTo>
                  <a:lnTo>
                    <a:pt x="502348" y="241603"/>
                  </a:lnTo>
                  <a:lnTo>
                    <a:pt x="515638" y="273248"/>
                  </a:lnTo>
                  <a:lnTo>
                    <a:pt x="517485" y="253594"/>
                  </a:lnTo>
                  <a:lnTo>
                    <a:pt x="513210" y="210390"/>
                  </a:lnTo>
                  <a:lnTo>
                    <a:pt x="488096" y="167270"/>
                  </a:lnTo>
                  <a:lnTo>
                    <a:pt x="427421" y="147869"/>
                  </a:lnTo>
                  <a:lnTo>
                    <a:pt x="393427" y="153599"/>
                  </a:lnTo>
                  <a:lnTo>
                    <a:pt x="361398" y="168289"/>
                  </a:lnTo>
                  <a:lnTo>
                    <a:pt x="332363" y="188611"/>
                  </a:lnTo>
                  <a:lnTo>
                    <a:pt x="307351" y="211239"/>
                  </a:lnTo>
                  <a:lnTo>
                    <a:pt x="323966" y="188906"/>
                  </a:lnTo>
                  <a:lnTo>
                    <a:pt x="360581" y="150042"/>
                  </a:lnTo>
                  <a:lnTo>
                    <a:pt x="399763" y="133126"/>
                  </a:lnTo>
                  <a:lnTo>
                    <a:pt x="414192" y="130183"/>
                  </a:lnTo>
                  <a:lnTo>
                    <a:pt x="427391" y="130646"/>
                  </a:lnTo>
                  <a:lnTo>
                    <a:pt x="445735" y="133943"/>
                  </a:lnTo>
                  <a:lnTo>
                    <a:pt x="439492" y="126689"/>
                  </a:lnTo>
                  <a:lnTo>
                    <a:pt x="421908" y="112441"/>
                  </a:lnTo>
                  <a:lnTo>
                    <a:pt x="394696" y="102473"/>
                  </a:lnTo>
                  <a:lnTo>
                    <a:pt x="359570" y="108059"/>
                  </a:lnTo>
                  <a:lnTo>
                    <a:pt x="343139" y="119396"/>
                  </a:lnTo>
                  <a:lnTo>
                    <a:pt x="328205" y="136779"/>
                  </a:lnTo>
                  <a:lnTo>
                    <a:pt x="314947" y="158119"/>
                  </a:lnTo>
                  <a:lnTo>
                    <a:pt x="303540" y="181324"/>
                  </a:lnTo>
                  <a:lnTo>
                    <a:pt x="308920" y="158712"/>
                  </a:lnTo>
                  <a:lnTo>
                    <a:pt x="312642" y="134799"/>
                  </a:lnTo>
                  <a:lnTo>
                    <a:pt x="313933" y="110348"/>
                  </a:lnTo>
                  <a:lnTo>
                    <a:pt x="312021" y="86123"/>
                  </a:lnTo>
                  <a:lnTo>
                    <a:pt x="303393" y="40149"/>
                  </a:lnTo>
                  <a:lnTo>
                    <a:pt x="289920" y="15854"/>
                  </a:lnTo>
                  <a:lnTo>
                    <a:pt x="262064" y="5162"/>
                  </a:lnTo>
                  <a:lnTo>
                    <a:pt x="210286" y="0"/>
                  </a:lnTo>
                  <a:close/>
                </a:path>
              </a:pathLst>
            </a:custGeom>
            <a:solidFill>
              <a:srgbClr val="259CA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33" name="object 633" descr=""/>
          <p:cNvGrpSpPr/>
          <p:nvPr/>
        </p:nvGrpSpPr>
        <p:grpSpPr>
          <a:xfrm>
            <a:off x="5955609" y="5660963"/>
            <a:ext cx="715645" cy="1353820"/>
            <a:chOff x="5955609" y="5660963"/>
            <a:chExt cx="715645" cy="1353820"/>
          </a:xfrm>
        </p:grpSpPr>
        <p:sp>
          <p:nvSpPr>
            <p:cNvPr id="634" name="object 634" descr=""/>
            <p:cNvSpPr/>
            <p:nvPr/>
          </p:nvSpPr>
          <p:spPr>
            <a:xfrm>
              <a:off x="6291096" y="5981524"/>
              <a:ext cx="29209" cy="1033780"/>
            </a:xfrm>
            <a:custGeom>
              <a:avLst/>
              <a:gdLst/>
              <a:ahLst/>
              <a:cxnLst/>
              <a:rect l="l" t="t" r="r" b="b"/>
              <a:pathLst>
                <a:path w="29210" h="1033779">
                  <a:moveTo>
                    <a:pt x="0" y="1033183"/>
                  </a:moveTo>
                  <a:lnTo>
                    <a:pt x="28585" y="1033183"/>
                  </a:lnTo>
                  <a:lnTo>
                    <a:pt x="28585" y="0"/>
                  </a:lnTo>
                  <a:lnTo>
                    <a:pt x="0" y="0"/>
                  </a:lnTo>
                  <a:lnTo>
                    <a:pt x="0" y="1033183"/>
                  </a:lnTo>
                  <a:close/>
                </a:path>
              </a:pathLst>
            </a:custGeom>
            <a:solidFill>
              <a:srgbClr val="9A470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" name="object 635" descr=""/>
            <p:cNvSpPr/>
            <p:nvPr/>
          </p:nvSpPr>
          <p:spPr>
            <a:xfrm>
              <a:off x="5955609" y="5660963"/>
              <a:ext cx="715645" cy="573405"/>
            </a:xfrm>
            <a:custGeom>
              <a:avLst/>
              <a:gdLst/>
              <a:ahLst/>
              <a:cxnLst/>
              <a:rect l="l" t="t" r="r" b="b"/>
              <a:pathLst>
                <a:path w="715645" h="573404">
                  <a:moveTo>
                    <a:pt x="429888" y="0"/>
                  </a:moveTo>
                  <a:lnTo>
                    <a:pt x="367239" y="18055"/>
                  </a:lnTo>
                  <a:lnTo>
                    <a:pt x="320588" y="53172"/>
                  </a:lnTo>
                  <a:lnTo>
                    <a:pt x="291861" y="116834"/>
                  </a:lnTo>
                  <a:lnTo>
                    <a:pt x="289273" y="149703"/>
                  </a:lnTo>
                  <a:lnTo>
                    <a:pt x="291023" y="182877"/>
                  </a:lnTo>
                  <a:lnTo>
                    <a:pt x="296072" y="215320"/>
                  </a:lnTo>
                  <a:lnTo>
                    <a:pt x="303379" y="245992"/>
                  </a:lnTo>
                  <a:lnTo>
                    <a:pt x="287895" y="214513"/>
                  </a:lnTo>
                  <a:lnTo>
                    <a:pt x="249647" y="161979"/>
                  </a:lnTo>
                  <a:lnTo>
                    <a:pt x="186348" y="129729"/>
                  </a:lnTo>
                  <a:lnTo>
                    <a:pt x="160501" y="127761"/>
                  </a:lnTo>
                  <a:lnTo>
                    <a:pt x="138859" y="143992"/>
                  </a:lnTo>
                  <a:lnTo>
                    <a:pt x="110463" y="181711"/>
                  </a:lnTo>
                  <a:lnTo>
                    <a:pt x="117765" y="180691"/>
                  </a:lnTo>
                  <a:lnTo>
                    <a:pt x="137623" y="179680"/>
                  </a:lnTo>
                  <a:lnTo>
                    <a:pt x="202722" y="189994"/>
                  </a:lnTo>
                  <a:lnTo>
                    <a:pt x="250934" y="227134"/>
                  </a:lnTo>
                  <a:lnTo>
                    <a:pt x="275652" y="256284"/>
                  </a:lnTo>
                  <a:lnTo>
                    <a:pt x="298196" y="286577"/>
                  </a:lnTo>
                  <a:lnTo>
                    <a:pt x="264265" y="255882"/>
                  </a:lnTo>
                  <a:lnTo>
                    <a:pt x="224876" y="228312"/>
                  </a:lnTo>
                  <a:lnTo>
                    <a:pt x="181423" y="208383"/>
                  </a:lnTo>
                  <a:lnTo>
                    <a:pt x="135300" y="200611"/>
                  </a:lnTo>
                  <a:lnTo>
                    <a:pt x="48616" y="202921"/>
                  </a:lnTo>
                  <a:lnTo>
                    <a:pt x="7256" y="221409"/>
                  </a:lnTo>
                  <a:lnTo>
                    <a:pt x="0" y="272020"/>
                  </a:lnTo>
                  <a:lnTo>
                    <a:pt x="15628" y="370700"/>
                  </a:lnTo>
                  <a:lnTo>
                    <a:pt x="21690" y="358951"/>
                  </a:lnTo>
                  <a:lnTo>
                    <a:pt x="42850" y="332132"/>
                  </a:lnTo>
                  <a:lnTo>
                    <a:pt x="83568" y="302889"/>
                  </a:lnTo>
                  <a:lnTo>
                    <a:pt x="148305" y="283865"/>
                  </a:lnTo>
                  <a:lnTo>
                    <a:pt x="179607" y="282865"/>
                  </a:lnTo>
                  <a:lnTo>
                    <a:pt x="208023" y="287118"/>
                  </a:lnTo>
                  <a:lnTo>
                    <a:pt x="233420" y="295346"/>
                  </a:lnTo>
                  <a:lnTo>
                    <a:pt x="255663" y="306273"/>
                  </a:lnTo>
                  <a:lnTo>
                    <a:pt x="226978" y="301239"/>
                  </a:lnTo>
                  <a:lnTo>
                    <a:pt x="197101" y="299832"/>
                  </a:lnTo>
                  <a:lnTo>
                    <a:pt x="167107" y="303371"/>
                  </a:lnTo>
                  <a:lnTo>
                    <a:pt x="138075" y="313173"/>
                  </a:lnTo>
                  <a:lnTo>
                    <a:pt x="72582" y="346744"/>
                  </a:lnTo>
                  <a:lnTo>
                    <a:pt x="43697" y="377828"/>
                  </a:lnTo>
                  <a:lnTo>
                    <a:pt x="45072" y="424333"/>
                  </a:lnTo>
                  <a:lnTo>
                    <a:pt x="70360" y="504162"/>
                  </a:lnTo>
                  <a:lnTo>
                    <a:pt x="79031" y="492947"/>
                  </a:lnTo>
                  <a:lnTo>
                    <a:pt x="103730" y="464674"/>
                  </a:lnTo>
                  <a:lnTo>
                    <a:pt x="142487" y="427405"/>
                  </a:lnTo>
                  <a:lnTo>
                    <a:pt x="193330" y="389202"/>
                  </a:lnTo>
                  <a:lnTo>
                    <a:pt x="249964" y="360711"/>
                  </a:lnTo>
                  <a:lnTo>
                    <a:pt x="300960" y="347392"/>
                  </a:lnTo>
                  <a:lnTo>
                    <a:pt x="256742" y="365412"/>
                  </a:lnTo>
                  <a:lnTo>
                    <a:pt x="182863" y="398567"/>
                  </a:lnTo>
                  <a:lnTo>
                    <a:pt x="149154" y="427058"/>
                  </a:lnTo>
                  <a:lnTo>
                    <a:pt x="147442" y="466581"/>
                  </a:lnTo>
                  <a:lnTo>
                    <a:pt x="169550" y="532831"/>
                  </a:lnTo>
                  <a:lnTo>
                    <a:pt x="341147" y="347151"/>
                  </a:lnTo>
                  <a:lnTo>
                    <a:pt x="339967" y="367440"/>
                  </a:lnTo>
                  <a:lnTo>
                    <a:pt x="342521" y="425298"/>
                  </a:lnTo>
                  <a:lnTo>
                    <a:pt x="356031" y="485658"/>
                  </a:lnTo>
                  <a:lnTo>
                    <a:pt x="377347" y="532437"/>
                  </a:lnTo>
                  <a:lnTo>
                    <a:pt x="401166" y="573375"/>
                  </a:lnTo>
                  <a:lnTo>
                    <a:pt x="402614" y="558457"/>
                  </a:lnTo>
                  <a:lnTo>
                    <a:pt x="404507" y="522520"/>
                  </a:lnTo>
                  <a:lnTo>
                    <a:pt x="403172" y="478789"/>
                  </a:lnTo>
                  <a:lnTo>
                    <a:pt x="394936" y="440489"/>
                  </a:lnTo>
                  <a:lnTo>
                    <a:pt x="371501" y="389935"/>
                  </a:lnTo>
                  <a:lnTo>
                    <a:pt x="349220" y="346481"/>
                  </a:lnTo>
                  <a:lnTo>
                    <a:pt x="602270" y="501450"/>
                  </a:lnTo>
                  <a:lnTo>
                    <a:pt x="595934" y="473556"/>
                  </a:lnTo>
                  <a:lnTo>
                    <a:pt x="571962" y="412336"/>
                  </a:lnTo>
                  <a:lnTo>
                    <a:pt x="522907" y="351484"/>
                  </a:lnTo>
                  <a:lnTo>
                    <a:pt x="441322" y="324691"/>
                  </a:lnTo>
                  <a:lnTo>
                    <a:pt x="412240" y="326337"/>
                  </a:lnTo>
                  <a:lnTo>
                    <a:pt x="386621" y="329702"/>
                  </a:lnTo>
                  <a:lnTo>
                    <a:pt x="365689" y="333741"/>
                  </a:lnTo>
                  <a:lnTo>
                    <a:pt x="350665" y="337413"/>
                  </a:lnTo>
                  <a:lnTo>
                    <a:pt x="378212" y="316492"/>
                  </a:lnTo>
                  <a:lnTo>
                    <a:pt x="416413" y="296407"/>
                  </a:lnTo>
                  <a:lnTo>
                    <a:pt x="464645" y="280653"/>
                  </a:lnTo>
                  <a:lnTo>
                    <a:pt x="522283" y="272724"/>
                  </a:lnTo>
                  <a:lnTo>
                    <a:pt x="585280" y="270981"/>
                  </a:lnTo>
                  <a:lnTo>
                    <a:pt x="626372" y="277074"/>
                  </a:lnTo>
                  <a:lnTo>
                    <a:pt x="663643" y="297010"/>
                  </a:lnTo>
                  <a:lnTo>
                    <a:pt x="715178" y="336796"/>
                  </a:lnTo>
                  <a:lnTo>
                    <a:pt x="706836" y="307348"/>
                  </a:lnTo>
                  <a:lnTo>
                    <a:pt x="677182" y="244446"/>
                  </a:lnTo>
                  <a:lnTo>
                    <a:pt x="619267" y="186255"/>
                  </a:lnTo>
                  <a:lnTo>
                    <a:pt x="526147" y="170937"/>
                  </a:lnTo>
                  <a:lnTo>
                    <a:pt x="470786" y="190774"/>
                  </a:lnTo>
                  <a:lnTo>
                    <a:pt x="424947" y="224705"/>
                  </a:lnTo>
                  <a:lnTo>
                    <a:pt x="389078" y="264367"/>
                  </a:lnTo>
                  <a:lnTo>
                    <a:pt x="363627" y="301395"/>
                  </a:lnTo>
                  <a:lnTo>
                    <a:pt x="349042" y="327424"/>
                  </a:lnTo>
                  <a:lnTo>
                    <a:pt x="359627" y="298155"/>
                  </a:lnTo>
                  <a:lnTo>
                    <a:pt x="377731" y="260127"/>
                  </a:lnTo>
                  <a:lnTo>
                    <a:pt x="404576" y="218652"/>
                  </a:lnTo>
                  <a:lnTo>
                    <a:pt x="441379" y="179044"/>
                  </a:lnTo>
                  <a:lnTo>
                    <a:pt x="489363" y="146613"/>
                  </a:lnTo>
                  <a:lnTo>
                    <a:pt x="556397" y="114499"/>
                  </a:lnTo>
                  <a:lnTo>
                    <a:pt x="599607" y="103423"/>
                  </a:lnTo>
                  <a:lnTo>
                    <a:pt x="637768" y="113052"/>
                  </a:lnTo>
                  <a:lnTo>
                    <a:pt x="689660" y="143053"/>
                  </a:lnTo>
                  <a:lnTo>
                    <a:pt x="672445" y="116966"/>
                  </a:lnTo>
                  <a:lnTo>
                    <a:pt x="623191" y="67103"/>
                  </a:lnTo>
                  <a:lnTo>
                    <a:pt x="545485" y="36059"/>
                  </a:lnTo>
                  <a:lnTo>
                    <a:pt x="442914" y="66427"/>
                  </a:lnTo>
                  <a:lnTo>
                    <a:pt x="403615" y="102626"/>
                  </a:lnTo>
                  <a:lnTo>
                    <a:pt x="375845" y="147659"/>
                  </a:lnTo>
                  <a:lnTo>
                    <a:pt x="357511" y="197001"/>
                  </a:lnTo>
                  <a:lnTo>
                    <a:pt x="346519" y="246128"/>
                  </a:lnTo>
                  <a:lnTo>
                    <a:pt x="348101" y="225268"/>
                  </a:lnTo>
                  <a:lnTo>
                    <a:pt x="350226" y="203669"/>
                  </a:lnTo>
                  <a:lnTo>
                    <a:pt x="358361" y="138378"/>
                  </a:lnTo>
                  <a:lnTo>
                    <a:pt x="369372" y="95398"/>
                  </a:lnTo>
                  <a:lnTo>
                    <a:pt x="390724" y="55637"/>
                  </a:lnTo>
                  <a:lnTo>
                    <a:pt x="429888" y="0"/>
                  </a:lnTo>
                  <a:close/>
                </a:path>
              </a:pathLst>
            </a:custGeom>
            <a:solidFill>
              <a:srgbClr val="259CA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36" name="object 636" descr=""/>
          <p:cNvGrpSpPr/>
          <p:nvPr/>
        </p:nvGrpSpPr>
        <p:grpSpPr>
          <a:xfrm>
            <a:off x="4928108" y="5660664"/>
            <a:ext cx="814069" cy="1354455"/>
            <a:chOff x="4928108" y="5660664"/>
            <a:chExt cx="814069" cy="1354455"/>
          </a:xfrm>
        </p:grpSpPr>
        <p:sp>
          <p:nvSpPr>
            <p:cNvPr id="637" name="object 637" descr=""/>
            <p:cNvSpPr/>
            <p:nvPr/>
          </p:nvSpPr>
          <p:spPr>
            <a:xfrm>
              <a:off x="5483236" y="6386559"/>
              <a:ext cx="21590" cy="628650"/>
            </a:xfrm>
            <a:custGeom>
              <a:avLst/>
              <a:gdLst/>
              <a:ahLst/>
              <a:cxnLst/>
              <a:rect l="l" t="t" r="r" b="b"/>
              <a:pathLst>
                <a:path w="21589" h="628650">
                  <a:moveTo>
                    <a:pt x="0" y="628148"/>
                  </a:moveTo>
                  <a:lnTo>
                    <a:pt x="21067" y="628148"/>
                  </a:lnTo>
                  <a:lnTo>
                    <a:pt x="21067" y="0"/>
                  </a:lnTo>
                  <a:lnTo>
                    <a:pt x="0" y="0"/>
                  </a:lnTo>
                  <a:lnTo>
                    <a:pt x="0" y="628148"/>
                  </a:lnTo>
                  <a:close/>
                </a:path>
              </a:pathLst>
            </a:custGeom>
            <a:solidFill>
              <a:srgbClr val="9A470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" name="object 638" descr=""/>
            <p:cNvSpPr/>
            <p:nvPr/>
          </p:nvSpPr>
          <p:spPr>
            <a:xfrm>
              <a:off x="5224440" y="6150269"/>
              <a:ext cx="517525" cy="422909"/>
            </a:xfrm>
            <a:custGeom>
              <a:avLst/>
              <a:gdLst/>
              <a:ahLst/>
              <a:cxnLst/>
              <a:rect l="l" t="t" r="r" b="b"/>
              <a:pathLst>
                <a:path w="517525" h="422909">
                  <a:moveTo>
                    <a:pt x="210286" y="0"/>
                  </a:moveTo>
                  <a:lnTo>
                    <a:pt x="236257" y="44543"/>
                  </a:lnTo>
                  <a:lnTo>
                    <a:pt x="256015" y="92332"/>
                  </a:lnTo>
                  <a:lnTo>
                    <a:pt x="268997" y="150121"/>
                  </a:lnTo>
                  <a:lnTo>
                    <a:pt x="271740" y="181429"/>
                  </a:lnTo>
                  <a:lnTo>
                    <a:pt x="263635" y="145212"/>
                  </a:lnTo>
                  <a:lnTo>
                    <a:pt x="250119" y="108838"/>
                  </a:lnTo>
                  <a:lnTo>
                    <a:pt x="229646" y="75642"/>
                  </a:lnTo>
                  <a:lnTo>
                    <a:pt x="200674" y="48961"/>
                  </a:lnTo>
                  <a:lnTo>
                    <a:pt x="134917" y="8226"/>
                  </a:lnTo>
                  <a:lnTo>
                    <a:pt x="94053" y="531"/>
                  </a:lnTo>
                  <a:lnTo>
                    <a:pt x="61032" y="31171"/>
                  </a:lnTo>
                  <a:lnTo>
                    <a:pt x="18805" y="105441"/>
                  </a:lnTo>
                  <a:lnTo>
                    <a:pt x="30097" y="99944"/>
                  </a:lnTo>
                  <a:lnTo>
                    <a:pt x="61220" y="91001"/>
                  </a:lnTo>
                  <a:lnTo>
                    <a:pt x="108046" y="89932"/>
                  </a:lnTo>
                  <a:lnTo>
                    <a:pt x="166445" y="108059"/>
                  </a:lnTo>
                  <a:lnTo>
                    <a:pt x="209331" y="138925"/>
                  </a:lnTo>
                  <a:lnTo>
                    <a:pt x="239694" y="176527"/>
                  </a:lnTo>
                  <a:lnTo>
                    <a:pt x="259290" y="213215"/>
                  </a:lnTo>
                  <a:lnTo>
                    <a:pt x="269876" y="241343"/>
                  </a:lnTo>
                  <a:lnTo>
                    <a:pt x="255170" y="215850"/>
                  </a:lnTo>
                  <a:lnTo>
                    <a:pt x="228082" y="180100"/>
                  </a:lnTo>
                  <a:lnTo>
                    <a:pt x="189253" y="146135"/>
                  </a:lnTo>
                  <a:lnTo>
                    <a:pt x="139325" y="125996"/>
                  </a:lnTo>
                  <a:lnTo>
                    <a:pt x="74662" y="117487"/>
                  </a:lnTo>
                  <a:lnTo>
                    <a:pt x="38595" y="127386"/>
                  </a:lnTo>
                  <a:lnTo>
                    <a:pt x="18061" y="167154"/>
                  </a:lnTo>
                  <a:lnTo>
                    <a:pt x="0" y="248254"/>
                  </a:lnTo>
                  <a:lnTo>
                    <a:pt x="11162" y="240368"/>
                  </a:lnTo>
                  <a:lnTo>
                    <a:pt x="41613" y="223291"/>
                  </a:lnTo>
                  <a:lnTo>
                    <a:pt x="86802" y="206889"/>
                  </a:lnTo>
                  <a:lnTo>
                    <a:pt x="142173" y="201030"/>
                  </a:lnTo>
                  <a:lnTo>
                    <a:pt x="184660" y="206871"/>
                  </a:lnTo>
                  <a:lnTo>
                    <a:pt x="220214" y="218482"/>
                  </a:lnTo>
                  <a:lnTo>
                    <a:pt x="248372" y="233286"/>
                  </a:lnTo>
                  <a:lnTo>
                    <a:pt x="268672" y="248704"/>
                  </a:lnTo>
                  <a:lnTo>
                    <a:pt x="257602" y="245997"/>
                  </a:lnTo>
                  <a:lnTo>
                    <a:pt x="242175" y="243020"/>
                  </a:lnTo>
                  <a:lnTo>
                    <a:pt x="223293" y="240539"/>
                  </a:lnTo>
                  <a:lnTo>
                    <a:pt x="201857" y="239322"/>
                  </a:lnTo>
                  <a:lnTo>
                    <a:pt x="144533" y="240551"/>
                  </a:lnTo>
                  <a:lnTo>
                    <a:pt x="113067" y="254534"/>
                  </a:lnTo>
                  <a:lnTo>
                    <a:pt x="96337" y="293485"/>
                  </a:lnTo>
                  <a:lnTo>
                    <a:pt x="83222" y="369622"/>
                  </a:lnTo>
                  <a:lnTo>
                    <a:pt x="269740" y="255384"/>
                  </a:lnTo>
                  <a:lnTo>
                    <a:pt x="262350" y="269565"/>
                  </a:lnTo>
                  <a:lnTo>
                    <a:pt x="244076" y="306584"/>
                  </a:lnTo>
                  <a:lnTo>
                    <a:pt x="228834" y="343451"/>
                  </a:lnTo>
                  <a:lnTo>
                    <a:pt x="225953" y="359911"/>
                  </a:lnTo>
                  <a:lnTo>
                    <a:pt x="226971" y="383245"/>
                  </a:lnTo>
                  <a:lnTo>
                    <a:pt x="231458" y="422636"/>
                  </a:lnTo>
                  <a:lnTo>
                    <a:pt x="236300" y="414097"/>
                  </a:lnTo>
                  <a:lnTo>
                    <a:pt x="260485" y="365192"/>
                  </a:lnTo>
                  <a:lnTo>
                    <a:pt x="274679" y="313487"/>
                  </a:lnTo>
                  <a:lnTo>
                    <a:pt x="276565" y="270841"/>
                  </a:lnTo>
                  <a:lnTo>
                    <a:pt x="275698" y="255887"/>
                  </a:lnTo>
                  <a:lnTo>
                    <a:pt x="402176" y="392752"/>
                  </a:lnTo>
                  <a:lnTo>
                    <a:pt x="405496" y="379097"/>
                  </a:lnTo>
                  <a:lnTo>
                    <a:pt x="405674" y="346054"/>
                  </a:lnTo>
                  <a:lnTo>
                    <a:pt x="388036" y="305508"/>
                  </a:lnTo>
                  <a:lnTo>
                    <a:pt x="337905" y="269342"/>
                  </a:lnTo>
                  <a:lnTo>
                    <a:pt x="305320" y="256065"/>
                  </a:lnTo>
                  <a:lnTo>
                    <a:pt x="323353" y="259693"/>
                  </a:lnTo>
                  <a:lnTo>
                    <a:pt x="363499" y="274865"/>
                  </a:lnTo>
                  <a:lnTo>
                    <a:pt x="417151" y="308095"/>
                  </a:lnTo>
                  <a:lnTo>
                    <a:pt x="453976" y="342521"/>
                  </a:lnTo>
                  <a:lnTo>
                    <a:pt x="475294" y="371622"/>
                  </a:lnTo>
                  <a:lnTo>
                    <a:pt x="479369" y="355260"/>
                  </a:lnTo>
                  <a:lnTo>
                    <a:pt x="482001" y="316258"/>
                  </a:lnTo>
                  <a:lnTo>
                    <a:pt x="468800" y="269743"/>
                  </a:lnTo>
                  <a:lnTo>
                    <a:pt x="425379" y="230841"/>
                  </a:lnTo>
                  <a:lnTo>
                    <a:pt x="381871" y="221005"/>
                  </a:lnTo>
                  <a:lnTo>
                    <a:pt x="359847" y="222040"/>
                  </a:lnTo>
                  <a:lnTo>
                    <a:pt x="338701" y="225752"/>
                  </a:lnTo>
                  <a:lnTo>
                    <a:pt x="355100" y="217700"/>
                  </a:lnTo>
                  <a:lnTo>
                    <a:pt x="373822" y="211637"/>
                  </a:lnTo>
                  <a:lnTo>
                    <a:pt x="394768" y="208503"/>
                  </a:lnTo>
                  <a:lnTo>
                    <a:pt x="417840" y="209239"/>
                  </a:lnTo>
                  <a:lnTo>
                    <a:pt x="462618" y="215599"/>
                  </a:lnTo>
                  <a:lnTo>
                    <a:pt x="487731" y="224387"/>
                  </a:lnTo>
                  <a:lnTo>
                    <a:pt x="502348" y="241603"/>
                  </a:lnTo>
                  <a:lnTo>
                    <a:pt x="515638" y="273248"/>
                  </a:lnTo>
                  <a:lnTo>
                    <a:pt x="517483" y="253594"/>
                  </a:lnTo>
                  <a:lnTo>
                    <a:pt x="513206" y="210390"/>
                  </a:lnTo>
                  <a:lnTo>
                    <a:pt x="488091" y="167270"/>
                  </a:lnTo>
                  <a:lnTo>
                    <a:pt x="427421" y="147869"/>
                  </a:lnTo>
                  <a:lnTo>
                    <a:pt x="393423" y="153599"/>
                  </a:lnTo>
                  <a:lnTo>
                    <a:pt x="361394" y="168289"/>
                  </a:lnTo>
                  <a:lnTo>
                    <a:pt x="332361" y="188611"/>
                  </a:lnTo>
                  <a:lnTo>
                    <a:pt x="307351" y="211239"/>
                  </a:lnTo>
                  <a:lnTo>
                    <a:pt x="323966" y="188905"/>
                  </a:lnTo>
                  <a:lnTo>
                    <a:pt x="360581" y="150037"/>
                  </a:lnTo>
                  <a:lnTo>
                    <a:pt x="399763" y="133121"/>
                  </a:lnTo>
                  <a:lnTo>
                    <a:pt x="414192" y="130181"/>
                  </a:lnTo>
                  <a:lnTo>
                    <a:pt x="427391" y="130646"/>
                  </a:lnTo>
                  <a:lnTo>
                    <a:pt x="445735" y="133943"/>
                  </a:lnTo>
                  <a:lnTo>
                    <a:pt x="439492" y="126689"/>
                  </a:lnTo>
                  <a:lnTo>
                    <a:pt x="421908" y="112441"/>
                  </a:lnTo>
                  <a:lnTo>
                    <a:pt x="394696" y="102473"/>
                  </a:lnTo>
                  <a:lnTo>
                    <a:pt x="359570" y="108059"/>
                  </a:lnTo>
                  <a:lnTo>
                    <a:pt x="343139" y="119396"/>
                  </a:lnTo>
                  <a:lnTo>
                    <a:pt x="328204" y="136779"/>
                  </a:lnTo>
                  <a:lnTo>
                    <a:pt x="314942" y="158119"/>
                  </a:lnTo>
                  <a:lnTo>
                    <a:pt x="303530" y="181324"/>
                  </a:lnTo>
                  <a:lnTo>
                    <a:pt x="308915" y="158712"/>
                  </a:lnTo>
                  <a:lnTo>
                    <a:pt x="312637" y="134799"/>
                  </a:lnTo>
                  <a:lnTo>
                    <a:pt x="313928" y="110348"/>
                  </a:lnTo>
                  <a:lnTo>
                    <a:pt x="312021" y="86123"/>
                  </a:lnTo>
                  <a:lnTo>
                    <a:pt x="303393" y="40149"/>
                  </a:lnTo>
                  <a:lnTo>
                    <a:pt x="289920" y="15854"/>
                  </a:lnTo>
                  <a:lnTo>
                    <a:pt x="262064" y="5162"/>
                  </a:lnTo>
                  <a:lnTo>
                    <a:pt x="210286" y="0"/>
                  </a:lnTo>
                  <a:close/>
                </a:path>
              </a:pathLst>
            </a:custGeom>
            <a:solidFill>
              <a:srgbClr val="259C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" name="object 639" descr=""/>
            <p:cNvSpPr/>
            <p:nvPr/>
          </p:nvSpPr>
          <p:spPr>
            <a:xfrm>
              <a:off x="5263598" y="5981220"/>
              <a:ext cx="29209" cy="978535"/>
            </a:xfrm>
            <a:custGeom>
              <a:avLst/>
              <a:gdLst/>
              <a:ahLst/>
              <a:cxnLst/>
              <a:rect l="l" t="t" r="r" b="b"/>
              <a:pathLst>
                <a:path w="29210" h="978534">
                  <a:moveTo>
                    <a:pt x="0" y="978487"/>
                  </a:moveTo>
                  <a:lnTo>
                    <a:pt x="28585" y="978487"/>
                  </a:lnTo>
                  <a:lnTo>
                    <a:pt x="28585" y="0"/>
                  </a:lnTo>
                  <a:lnTo>
                    <a:pt x="0" y="0"/>
                  </a:lnTo>
                  <a:lnTo>
                    <a:pt x="0" y="978487"/>
                  </a:lnTo>
                  <a:close/>
                </a:path>
              </a:pathLst>
            </a:custGeom>
            <a:solidFill>
              <a:srgbClr val="9A470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" name="object 640" descr=""/>
            <p:cNvSpPr/>
            <p:nvPr/>
          </p:nvSpPr>
          <p:spPr>
            <a:xfrm>
              <a:off x="4928108" y="5660664"/>
              <a:ext cx="715645" cy="573405"/>
            </a:xfrm>
            <a:custGeom>
              <a:avLst/>
              <a:gdLst/>
              <a:ahLst/>
              <a:cxnLst/>
              <a:rect l="l" t="t" r="r" b="b"/>
              <a:pathLst>
                <a:path w="715645" h="573404">
                  <a:moveTo>
                    <a:pt x="429878" y="0"/>
                  </a:moveTo>
                  <a:lnTo>
                    <a:pt x="367234" y="18055"/>
                  </a:lnTo>
                  <a:lnTo>
                    <a:pt x="320587" y="53172"/>
                  </a:lnTo>
                  <a:lnTo>
                    <a:pt x="291861" y="116834"/>
                  </a:lnTo>
                  <a:lnTo>
                    <a:pt x="289272" y="149703"/>
                  </a:lnTo>
                  <a:lnTo>
                    <a:pt x="291022" y="182877"/>
                  </a:lnTo>
                  <a:lnTo>
                    <a:pt x="296068" y="215320"/>
                  </a:lnTo>
                  <a:lnTo>
                    <a:pt x="303368" y="245992"/>
                  </a:lnTo>
                  <a:lnTo>
                    <a:pt x="287890" y="214513"/>
                  </a:lnTo>
                  <a:lnTo>
                    <a:pt x="249642" y="161979"/>
                  </a:lnTo>
                  <a:lnTo>
                    <a:pt x="186338" y="129729"/>
                  </a:lnTo>
                  <a:lnTo>
                    <a:pt x="160491" y="127761"/>
                  </a:lnTo>
                  <a:lnTo>
                    <a:pt x="138849" y="143992"/>
                  </a:lnTo>
                  <a:lnTo>
                    <a:pt x="110453" y="181711"/>
                  </a:lnTo>
                  <a:lnTo>
                    <a:pt x="117756" y="180691"/>
                  </a:lnTo>
                  <a:lnTo>
                    <a:pt x="137618" y="179680"/>
                  </a:lnTo>
                  <a:lnTo>
                    <a:pt x="202722" y="189994"/>
                  </a:lnTo>
                  <a:lnTo>
                    <a:pt x="250939" y="227134"/>
                  </a:lnTo>
                  <a:lnTo>
                    <a:pt x="275661" y="256284"/>
                  </a:lnTo>
                  <a:lnTo>
                    <a:pt x="298206" y="286577"/>
                  </a:lnTo>
                  <a:lnTo>
                    <a:pt x="264269" y="255882"/>
                  </a:lnTo>
                  <a:lnTo>
                    <a:pt x="224877" y="228312"/>
                  </a:lnTo>
                  <a:lnTo>
                    <a:pt x="181423" y="208383"/>
                  </a:lnTo>
                  <a:lnTo>
                    <a:pt x="135300" y="200611"/>
                  </a:lnTo>
                  <a:lnTo>
                    <a:pt x="48616" y="202921"/>
                  </a:lnTo>
                  <a:lnTo>
                    <a:pt x="7256" y="221409"/>
                  </a:lnTo>
                  <a:lnTo>
                    <a:pt x="0" y="272020"/>
                  </a:lnTo>
                  <a:lnTo>
                    <a:pt x="15628" y="370700"/>
                  </a:lnTo>
                  <a:lnTo>
                    <a:pt x="21691" y="358951"/>
                  </a:lnTo>
                  <a:lnTo>
                    <a:pt x="42851" y="332132"/>
                  </a:lnTo>
                  <a:lnTo>
                    <a:pt x="83573" y="302889"/>
                  </a:lnTo>
                  <a:lnTo>
                    <a:pt x="148316" y="283865"/>
                  </a:lnTo>
                  <a:lnTo>
                    <a:pt x="179607" y="282865"/>
                  </a:lnTo>
                  <a:lnTo>
                    <a:pt x="208020" y="287118"/>
                  </a:lnTo>
                  <a:lnTo>
                    <a:pt x="233418" y="295346"/>
                  </a:lnTo>
                  <a:lnTo>
                    <a:pt x="255663" y="306273"/>
                  </a:lnTo>
                  <a:lnTo>
                    <a:pt x="226978" y="301239"/>
                  </a:lnTo>
                  <a:lnTo>
                    <a:pt x="197102" y="299833"/>
                  </a:lnTo>
                  <a:lnTo>
                    <a:pt x="167112" y="303375"/>
                  </a:lnTo>
                  <a:lnTo>
                    <a:pt x="138085" y="313184"/>
                  </a:lnTo>
                  <a:lnTo>
                    <a:pt x="72580" y="346748"/>
                  </a:lnTo>
                  <a:lnTo>
                    <a:pt x="43689" y="377830"/>
                  </a:lnTo>
                  <a:lnTo>
                    <a:pt x="45062" y="424333"/>
                  </a:lnTo>
                  <a:lnTo>
                    <a:pt x="70349" y="504162"/>
                  </a:lnTo>
                  <a:lnTo>
                    <a:pt x="79022" y="492947"/>
                  </a:lnTo>
                  <a:lnTo>
                    <a:pt x="103725" y="464674"/>
                  </a:lnTo>
                  <a:lnTo>
                    <a:pt x="142486" y="427405"/>
                  </a:lnTo>
                  <a:lnTo>
                    <a:pt x="193330" y="389202"/>
                  </a:lnTo>
                  <a:lnTo>
                    <a:pt x="249964" y="360715"/>
                  </a:lnTo>
                  <a:lnTo>
                    <a:pt x="300960" y="347392"/>
                  </a:lnTo>
                  <a:lnTo>
                    <a:pt x="256742" y="365412"/>
                  </a:lnTo>
                  <a:lnTo>
                    <a:pt x="182863" y="398561"/>
                  </a:lnTo>
                  <a:lnTo>
                    <a:pt x="149154" y="427051"/>
                  </a:lnTo>
                  <a:lnTo>
                    <a:pt x="147442" y="466575"/>
                  </a:lnTo>
                  <a:lnTo>
                    <a:pt x="169550" y="532831"/>
                  </a:lnTo>
                  <a:lnTo>
                    <a:pt x="341147" y="347151"/>
                  </a:lnTo>
                  <a:lnTo>
                    <a:pt x="339967" y="367440"/>
                  </a:lnTo>
                  <a:lnTo>
                    <a:pt x="342521" y="425298"/>
                  </a:lnTo>
                  <a:lnTo>
                    <a:pt x="356031" y="485658"/>
                  </a:lnTo>
                  <a:lnTo>
                    <a:pt x="377342" y="532437"/>
                  </a:lnTo>
                  <a:lnTo>
                    <a:pt x="401156" y="573375"/>
                  </a:lnTo>
                  <a:lnTo>
                    <a:pt x="402605" y="558457"/>
                  </a:lnTo>
                  <a:lnTo>
                    <a:pt x="404500" y="522520"/>
                  </a:lnTo>
                  <a:lnTo>
                    <a:pt x="403166" y="478789"/>
                  </a:lnTo>
                  <a:lnTo>
                    <a:pt x="394926" y="440489"/>
                  </a:lnTo>
                  <a:lnTo>
                    <a:pt x="371496" y="389939"/>
                  </a:lnTo>
                  <a:lnTo>
                    <a:pt x="349220" y="346481"/>
                  </a:lnTo>
                  <a:lnTo>
                    <a:pt x="602270" y="501450"/>
                  </a:lnTo>
                  <a:lnTo>
                    <a:pt x="595934" y="473558"/>
                  </a:lnTo>
                  <a:lnTo>
                    <a:pt x="571962" y="412340"/>
                  </a:lnTo>
                  <a:lnTo>
                    <a:pt x="522907" y="351488"/>
                  </a:lnTo>
                  <a:lnTo>
                    <a:pt x="441322" y="324691"/>
                  </a:lnTo>
                  <a:lnTo>
                    <a:pt x="412240" y="326337"/>
                  </a:lnTo>
                  <a:lnTo>
                    <a:pt x="386622" y="329702"/>
                  </a:lnTo>
                  <a:lnTo>
                    <a:pt x="365693" y="333741"/>
                  </a:lnTo>
                  <a:lnTo>
                    <a:pt x="350676" y="337413"/>
                  </a:lnTo>
                  <a:lnTo>
                    <a:pt x="378217" y="316492"/>
                  </a:lnTo>
                  <a:lnTo>
                    <a:pt x="416415" y="296407"/>
                  </a:lnTo>
                  <a:lnTo>
                    <a:pt x="464645" y="280653"/>
                  </a:lnTo>
                  <a:lnTo>
                    <a:pt x="522283" y="272724"/>
                  </a:lnTo>
                  <a:lnTo>
                    <a:pt x="585279" y="270981"/>
                  </a:lnTo>
                  <a:lnTo>
                    <a:pt x="626370" y="277075"/>
                  </a:lnTo>
                  <a:lnTo>
                    <a:pt x="663639" y="297014"/>
                  </a:lnTo>
                  <a:lnTo>
                    <a:pt x="715167" y="336806"/>
                  </a:lnTo>
                  <a:lnTo>
                    <a:pt x="706828" y="307355"/>
                  </a:lnTo>
                  <a:lnTo>
                    <a:pt x="677176" y="244448"/>
                  </a:lnTo>
                  <a:lnTo>
                    <a:pt x="619265" y="186252"/>
                  </a:lnTo>
                  <a:lnTo>
                    <a:pt x="526147" y="170937"/>
                  </a:lnTo>
                  <a:lnTo>
                    <a:pt x="470782" y="190774"/>
                  </a:lnTo>
                  <a:lnTo>
                    <a:pt x="424942" y="224705"/>
                  </a:lnTo>
                  <a:lnTo>
                    <a:pt x="389075" y="264367"/>
                  </a:lnTo>
                  <a:lnTo>
                    <a:pt x="363626" y="301395"/>
                  </a:lnTo>
                  <a:lnTo>
                    <a:pt x="349042" y="327424"/>
                  </a:lnTo>
                  <a:lnTo>
                    <a:pt x="359627" y="298158"/>
                  </a:lnTo>
                  <a:lnTo>
                    <a:pt x="377731" y="260130"/>
                  </a:lnTo>
                  <a:lnTo>
                    <a:pt x="404573" y="218653"/>
                  </a:lnTo>
                  <a:lnTo>
                    <a:pt x="441374" y="179039"/>
                  </a:lnTo>
                  <a:lnTo>
                    <a:pt x="489352" y="146602"/>
                  </a:lnTo>
                  <a:lnTo>
                    <a:pt x="556393" y="114494"/>
                  </a:lnTo>
                  <a:lnTo>
                    <a:pt x="599605" y="103422"/>
                  </a:lnTo>
                  <a:lnTo>
                    <a:pt x="637768" y="113052"/>
                  </a:lnTo>
                  <a:lnTo>
                    <a:pt x="689660" y="143053"/>
                  </a:lnTo>
                  <a:lnTo>
                    <a:pt x="672445" y="116966"/>
                  </a:lnTo>
                  <a:lnTo>
                    <a:pt x="623191" y="67103"/>
                  </a:lnTo>
                  <a:lnTo>
                    <a:pt x="545485" y="36059"/>
                  </a:lnTo>
                  <a:lnTo>
                    <a:pt x="442914" y="66427"/>
                  </a:lnTo>
                  <a:lnTo>
                    <a:pt x="403614" y="102626"/>
                  </a:lnTo>
                  <a:lnTo>
                    <a:pt x="375841" y="147660"/>
                  </a:lnTo>
                  <a:lnTo>
                    <a:pt x="357506" y="197005"/>
                  </a:lnTo>
                  <a:lnTo>
                    <a:pt x="346519" y="246139"/>
                  </a:lnTo>
                  <a:lnTo>
                    <a:pt x="348101" y="225269"/>
                  </a:lnTo>
                  <a:lnTo>
                    <a:pt x="350226" y="203669"/>
                  </a:lnTo>
                  <a:lnTo>
                    <a:pt x="358361" y="138384"/>
                  </a:lnTo>
                  <a:lnTo>
                    <a:pt x="369370" y="95406"/>
                  </a:lnTo>
                  <a:lnTo>
                    <a:pt x="390720" y="55643"/>
                  </a:lnTo>
                  <a:lnTo>
                    <a:pt x="429878" y="0"/>
                  </a:lnTo>
                  <a:close/>
                </a:path>
              </a:pathLst>
            </a:custGeom>
            <a:solidFill>
              <a:srgbClr val="259CA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41" name="object 641" descr=""/>
          <p:cNvGrpSpPr/>
          <p:nvPr/>
        </p:nvGrpSpPr>
        <p:grpSpPr>
          <a:xfrm>
            <a:off x="4445048" y="6857460"/>
            <a:ext cx="3823970" cy="593725"/>
            <a:chOff x="4445048" y="6857460"/>
            <a:chExt cx="3823970" cy="593725"/>
          </a:xfrm>
        </p:grpSpPr>
        <p:sp>
          <p:nvSpPr>
            <p:cNvPr id="642" name="object 642" descr=""/>
            <p:cNvSpPr/>
            <p:nvPr/>
          </p:nvSpPr>
          <p:spPr>
            <a:xfrm>
              <a:off x="4598896" y="7087156"/>
              <a:ext cx="1162685" cy="363855"/>
            </a:xfrm>
            <a:custGeom>
              <a:avLst/>
              <a:gdLst/>
              <a:ahLst/>
              <a:cxnLst/>
              <a:rect l="l" t="t" r="r" b="b"/>
              <a:pathLst>
                <a:path w="1162685" h="363854">
                  <a:moveTo>
                    <a:pt x="0" y="363413"/>
                  </a:moveTo>
                  <a:lnTo>
                    <a:pt x="1162509" y="363413"/>
                  </a:lnTo>
                  <a:lnTo>
                    <a:pt x="1162509" y="0"/>
                  </a:lnTo>
                  <a:lnTo>
                    <a:pt x="0" y="0"/>
                  </a:lnTo>
                  <a:lnTo>
                    <a:pt x="0" y="363413"/>
                  </a:lnTo>
                  <a:close/>
                </a:path>
              </a:pathLst>
            </a:custGeom>
            <a:solidFill>
              <a:srgbClr val="F4D4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" name="object 643" descr=""/>
            <p:cNvSpPr/>
            <p:nvPr/>
          </p:nvSpPr>
          <p:spPr>
            <a:xfrm>
              <a:off x="5761405" y="7087156"/>
              <a:ext cx="2417445" cy="363855"/>
            </a:xfrm>
            <a:custGeom>
              <a:avLst/>
              <a:gdLst/>
              <a:ahLst/>
              <a:cxnLst/>
              <a:rect l="l" t="t" r="r" b="b"/>
              <a:pathLst>
                <a:path w="2417445" h="363854">
                  <a:moveTo>
                    <a:pt x="2417256" y="0"/>
                  </a:moveTo>
                  <a:lnTo>
                    <a:pt x="0" y="0"/>
                  </a:lnTo>
                  <a:lnTo>
                    <a:pt x="0" y="363413"/>
                  </a:lnTo>
                  <a:lnTo>
                    <a:pt x="2417256" y="363413"/>
                  </a:lnTo>
                  <a:lnTo>
                    <a:pt x="2417256" y="0"/>
                  </a:lnTo>
                  <a:close/>
                </a:path>
              </a:pathLst>
            </a:custGeom>
            <a:solidFill>
              <a:srgbClr val="EED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" name="object 644" descr=""/>
            <p:cNvSpPr/>
            <p:nvPr/>
          </p:nvSpPr>
          <p:spPr>
            <a:xfrm>
              <a:off x="4445048" y="7014708"/>
              <a:ext cx="3823970" cy="73025"/>
            </a:xfrm>
            <a:custGeom>
              <a:avLst/>
              <a:gdLst/>
              <a:ahLst/>
              <a:cxnLst/>
              <a:rect l="l" t="t" r="r" b="b"/>
              <a:pathLst>
                <a:path w="3823970" h="73025">
                  <a:moveTo>
                    <a:pt x="3823883" y="0"/>
                  </a:moveTo>
                  <a:lnTo>
                    <a:pt x="0" y="0"/>
                  </a:lnTo>
                  <a:lnTo>
                    <a:pt x="0" y="72448"/>
                  </a:lnTo>
                  <a:lnTo>
                    <a:pt x="3823883" y="72448"/>
                  </a:lnTo>
                  <a:lnTo>
                    <a:pt x="3823883" y="0"/>
                  </a:lnTo>
                  <a:close/>
                </a:path>
              </a:pathLst>
            </a:custGeom>
            <a:solidFill>
              <a:srgbClr val="FA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" name="object 645" descr=""/>
            <p:cNvSpPr/>
            <p:nvPr/>
          </p:nvSpPr>
          <p:spPr>
            <a:xfrm>
              <a:off x="4598896" y="7087145"/>
              <a:ext cx="3579495" cy="73025"/>
            </a:xfrm>
            <a:custGeom>
              <a:avLst/>
              <a:gdLst/>
              <a:ahLst/>
              <a:cxnLst/>
              <a:rect l="l" t="t" r="r" b="b"/>
              <a:pathLst>
                <a:path w="3579495" h="73025">
                  <a:moveTo>
                    <a:pt x="3579011" y="0"/>
                  </a:moveTo>
                  <a:lnTo>
                    <a:pt x="0" y="0"/>
                  </a:lnTo>
                  <a:lnTo>
                    <a:pt x="0" y="72971"/>
                  </a:lnTo>
                  <a:lnTo>
                    <a:pt x="3579011" y="72971"/>
                  </a:lnTo>
                  <a:lnTo>
                    <a:pt x="3579011" y="0"/>
                  </a:lnTo>
                  <a:close/>
                </a:path>
              </a:pathLst>
            </a:custGeom>
            <a:solidFill>
              <a:srgbClr val="846F5F">
                <a:alpha val="31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" name="object 646" descr=""/>
            <p:cNvSpPr/>
            <p:nvPr/>
          </p:nvSpPr>
          <p:spPr>
            <a:xfrm>
              <a:off x="4820564" y="6866489"/>
              <a:ext cx="1805939" cy="148590"/>
            </a:xfrm>
            <a:custGeom>
              <a:avLst/>
              <a:gdLst/>
              <a:ahLst/>
              <a:cxnLst/>
              <a:rect l="l" t="t" r="r" b="b"/>
              <a:pathLst>
                <a:path w="1805940" h="148590">
                  <a:moveTo>
                    <a:pt x="1805432" y="111163"/>
                  </a:moveTo>
                  <a:lnTo>
                    <a:pt x="1607693" y="111163"/>
                  </a:lnTo>
                  <a:lnTo>
                    <a:pt x="1605483" y="100164"/>
                  </a:lnTo>
                  <a:lnTo>
                    <a:pt x="1596339" y="86601"/>
                  </a:lnTo>
                  <a:lnTo>
                    <a:pt x="1582788" y="77457"/>
                  </a:lnTo>
                  <a:lnTo>
                    <a:pt x="1566189" y="74117"/>
                  </a:lnTo>
                  <a:lnTo>
                    <a:pt x="1373517" y="74117"/>
                  </a:lnTo>
                  <a:lnTo>
                    <a:pt x="1368069" y="47078"/>
                  </a:lnTo>
                  <a:lnTo>
                    <a:pt x="1351546" y="22580"/>
                  </a:lnTo>
                  <a:lnTo>
                    <a:pt x="1327048" y="6057"/>
                  </a:lnTo>
                  <a:lnTo>
                    <a:pt x="1297038" y="0"/>
                  </a:lnTo>
                  <a:lnTo>
                    <a:pt x="1060043" y="0"/>
                  </a:lnTo>
                  <a:lnTo>
                    <a:pt x="1030033" y="6057"/>
                  </a:lnTo>
                  <a:lnTo>
                    <a:pt x="1005535" y="22580"/>
                  </a:lnTo>
                  <a:lnTo>
                    <a:pt x="989012" y="47078"/>
                  </a:lnTo>
                  <a:lnTo>
                    <a:pt x="982954" y="77089"/>
                  </a:lnTo>
                  <a:lnTo>
                    <a:pt x="982954" y="107670"/>
                  </a:lnTo>
                  <a:lnTo>
                    <a:pt x="845858" y="107670"/>
                  </a:lnTo>
                  <a:lnTo>
                    <a:pt x="843064" y="93840"/>
                  </a:lnTo>
                  <a:lnTo>
                    <a:pt x="828116" y="71653"/>
                  </a:lnTo>
                  <a:lnTo>
                    <a:pt x="805929" y="56692"/>
                  </a:lnTo>
                  <a:lnTo>
                    <a:pt x="778764" y="51206"/>
                  </a:lnTo>
                  <a:lnTo>
                    <a:pt x="398780" y="51206"/>
                  </a:lnTo>
                  <a:lnTo>
                    <a:pt x="371614" y="56692"/>
                  </a:lnTo>
                  <a:lnTo>
                    <a:pt x="349427" y="71653"/>
                  </a:lnTo>
                  <a:lnTo>
                    <a:pt x="334873" y="93230"/>
                  </a:lnTo>
                  <a:lnTo>
                    <a:pt x="54991" y="93230"/>
                  </a:lnTo>
                  <a:lnTo>
                    <a:pt x="33591" y="97548"/>
                  </a:lnTo>
                  <a:lnTo>
                    <a:pt x="16103" y="109334"/>
                  </a:lnTo>
                  <a:lnTo>
                    <a:pt x="4318" y="126809"/>
                  </a:lnTo>
                  <a:lnTo>
                    <a:pt x="0" y="148221"/>
                  </a:lnTo>
                  <a:lnTo>
                    <a:pt x="328993" y="148221"/>
                  </a:lnTo>
                  <a:lnTo>
                    <a:pt x="577735" y="148221"/>
                  </a:lnTo>
                  <a:lnTo>
                    <a:pt x="1805432" y="148221"/>
                  </a:lnTo>
                  <a:lnTo>
                    <a:pt x="1805432" y="111163"/>
                  </a:lnTo>
                  <a:close/>
                </a:path>
              </a:pathLst>
            </a:custGeom>
            <a:solidFill>
              <a:srgbClr val="259CA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7" name="object 647" descr="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6567321" y="6901091"/>
              <a:ext cx="204611" cy="113609"/>
            </a:xfrm>
            <a:prstGeom prst="rect">
              <a:avLst/>
            </a:prstGeom>
          </p:spPr>
        </p:pic>
        <p:sp>
          <p:nvSpPr>
            <p:cNvPr id="648" name="object 648" descr=""/>
            <p:cNvSpPr/>
            <p:nvPr/>
          </p:nvSpPr>
          <p:spPr>
            <a:xfrm>
              <a:off x="6713245" y="6857472"/>
              <a:ext cx="1379220" cy="157480"/>
            </a:xfrm>
            <a:custGeom>
              <a:avLst/>
              <a:gdLst/>
              <a:ahLst/>
              <a:cxnLst/>
              <a:rect l="l" t="t" r="r" b="b"/>
              <a:pathLst>
                <a:path w="1379220" h="157479">
                  <a:moveTo>
                    <a:pt x="1379143" y="157238"/>
                  </a:moveTo>
                  <a:lnTo>
                    <a:pt x="1373327" y="128384"/>
                  </a:lnTo>
                  <a:lnTo>
                    <a:pt x="1357439" y="104838"/>
                  </a:lnTo>
                  <a:lnTo>
                    <a:pt x="1333881" y="88950"/>
                  </a:lnTo>
                  <a:lnTo>
                    <a:pt x="1305039" y="83121"/>
                  </a:lnTo>
                  <a:lnTo>
                    <a:pt x="1112494" y="83121"/>
                  </a:lnTo>
                  <a:lnTo>
                    <a:pt x="1109421" y="67843"/>
                  </a:lnTo>
                  <a:lnTo>
                    <a:pt x="1094587" y="45834"/>
                  </a:lnTo>
                  <a:lnTo>
                    <a:pt x="1072591" y="31013"/>
                  </a:lnTo>
                  <a:lnTo>
                    <a:pt x="1045641" y="25565"/>
                  </a:lnTo>
                  <a:lnTo>
                    <a:pt x="845540" y="25565"/>
                  </a:lnTo>
                  <a:lnTo>
                    <a:pt x="818603" y="31013"/>
                  </a:lnTo>
                  <a:lnTo>
                    <a:pt x="796607" y="45834"/>
                  </a:lnTo>
                  <a:lnTo>
                    <a:pt x="781773" y="67843"/>
                  </a:lnTo>
                  <a:lnTo>
                    <a:pt x="776338" y="94780"/>
                  </a:lnTo>
                  <a:lnTo>
                    <a:pt x="776338" y="116687"/>
                  </a:lnTo>
                  <a:lnTo>
                    <a:pt x="594334" y="116687"/>
                  </a:lnTo>
                  <a:lnTo>
                    <a:pt x="585050" y="102908"/>
                  </a:lnTo>
                  <a:lnTo>
                    <a:pt x="563587" y="88442"/>
                  </a:lnTo>
                  <a:lnTo>
                    <a:pt x="537311" y="83134"/>
                  </a:lnTo>
                  <a:lnTo>
                    <a:pt x="338531" y="83134"/>
                  </a:lnTo>
                  <a:lnTo>
                    <a:pt x="338531" y="81191"/>
                  </a:lnTo>
                  <a:lnTo>
                    <a:pt x="332143" y="49593"/>
                  </a:lnTo>
                  <a:lnTo>
                    <a:pt x="314744" y="23774"/>
                  </a:lnTo>
                  <a:lnTo>
                    <a:pt x="288925" y="6375"/>
                  </a:lnTo>
                  <a:lnTo>
                    <a:pt x="257327" y="0"/>
                  </a:lnTo>
                  <a:lnTo>
                    <a:pt x="81203" y="0"/>
                  </a:lnTo>
                  <a:lnTo>
                    <a:pt x="49593" y="6375"/>
                  </a:lnTo>
                  <a:lnTo>
                    <a:pt x="23787" y="23774"/>
                  </a:lnTo>
                  <a:lnTo>
                    <a:pt x="6388" y="49593"/>
                  </a:lnTo>
                  <a:lnTo>
                    <a:pt x="0" y="81191"/>
                  </a:lnTo>
                  <a:lnTo>
                    <a:pt x="0" y="157238"/>
                  </a:lnTo>
                  <a:lnTo>
                    <a:pt x="248246" y="157238"/>
                  </a:lnTo>
                  <a:lnTo>
                    <a:pt x="338531" y="157238"/>
                  </a:lnTo>
                  <a:lnTo>
                    <a:pt x="1114856" y="157238"/>
                  </a:lnTo>
                  <a:lnTo>
                    <a:pt x="1379143" y="157238"/>
                  </a:lnTo>
                  <a:close/>
                </a:path>
              </a:pathLst>
            </a:custGeom>
            <a:solidFill>
              <a:srgbClr val="259CA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49" name="object 649" descr=""/>
          <p:cNvGrpSpPr/>
          <p:nvPr/>
        </p:nvGrpSpPr>
        <p:grpSpPr>
          <a:xfrm>
            <a:off x="11549943" y="3591303"/>
            <a:ext cx="1870075" cy="3460750"/>
            <a:chOff x="11549943" y="3591303"/>
            <a:chExt cx="1870075" cy="3460750"/>
          </a:xfrm>
        </p:grpSpPr>
        <p:sp>
          <p:nvSpPr>
            <p:cNvPr id="650" name="object 650" descr=""/>
            <p:cNvSpPr/>
            <p:nvPr/>
          </p:nvSpPr>
          <p:spPr>
            <a:xfrm>
              <a:off x="12371445" y="4376243"/>
              <a:ext cx="70485" cy="2675890"/>
            </a:xfrm>
            <a:custGeom>
              <a:avLst/>
              <a:gdLst/>
              <a:ahLst/>
              <a:cxnLst/>
              <a:rect l="l" t="t" r="r" b="b"/>
              <a:pathLst>
                <a:path w="70484" h="2675890">
                  <a:moveTo>
                    <a:pt x="69997" y="0"/>
                  </a:moveTo>
                  <a:lnTo>
                    <a:pt x="0" y="0"/>
                  </a:lnTo>
                  <a:lnTo>
                    <a:pt x="0" y="2675457"/>
                  </a:lnTo>
                  <a:lnTo>
                    <a:pt x="69997" y="2675457"/>
                  </a:lnTo>
                  <a:lnTo>
                    <a:pt x="69997" y="0"/>
                  </a:lnTo>
                  <a:close/>
                </a:path>
              </a:pathLst>
            </a:custGeom>
            <a:solidFill>
              <a:srgbClr val="9A470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" name="object 651" descr=""/>
            <p:cNvSpPr/>
            <p:nvPr/>
          </p:nvSpPr>
          <p:spPr>
            <a:xfrm>
              <a:off x="11549943" y="3591303"/>
              <a:ext cx="1751330" cy="1404620"/>
            </a:xfrm>
            <a:custGeom>
              <a:avLst/>
              <a:gdLst/>
              <a:ahLst/>
              <a:cxnLst/>
              <a:rect l="l" t="t" r="r" b="b"/>
              <a:pathLst>
                <a:path w="1751330" h="1404620">
                  <a:moveTo>
                    <a:pt x="1052653" y="0"/>
                  </a:moveTo>
                  <a:lnTo>
                    <a:pt x="1005691" y="7635"/>
                  </a:lnTo>
                  <a:lnTo>
                    <a:pt x="899257" y="44202"/>
                  </a:lnTo>
                  <a:lnTo>
                    <a:pt x="785029" y="130189"/>
                  </a:lnTo>
                  <a:lnTo>
                    <a:pt x="714684" y="286085"/>
                  </a:lnTo>
                  <a:lnTo>
                    <a:pt x="709148" y="339528"/>
                  </a:lnTo>
                  <a:lnTo>
                    <a:pt x="708713" y="393684"/>
                  </a:lnTo>
                  <a:lnTo>
                    <a:pt x="712626" y="447799"/>
                  </a:lnTo>
                  <a:lnTo>
                    <a:pt x="720128" y="501118"/>
                  </a:lnTo>
                  <a:lnTo>
                    <a:pt x="730466" y="552889"/>
                  </a:lnTo>
                  <a:lnTo>
                    <a:pt x="742882" y="602358"/>
                  </a:lnTo>
                  <a:lnTo>
                    <a:pt x="718318" y="550616"/>
                  </a:lnTo>
                  <a:lnTo>
                    <a:pt x="690937" y="500602"/>
                  </a:lnTo>
                  <a:lnTo>
                    <a:pt x="660914" y="454373"/>
                  </a:lnTo>
                  <a:lnTo>
                    <a:pt x="628421" y="413987"/>
                  </a:lnTo>
                  <a:lnTo>
                    <a:pt x="593632" y="381501"/>
                  </a:lnTo>
                  <a:lnTo>
                    <a:pt x="556721" y="358973"/>
                  </a:lnTo>
                  <a:lnTo>
                    <a:pt x="456296" y="317650"/>
                  </a:lnTo>
                  <a:lnTo>
                    <a:pt x="393004" y="312832"/>
                  </a:lnTo>
                  <a:lnTo>
                    <a:pt x="340010" y="352578"/>
                  </a:lnTo>
                  <a:lnTo>
                    <a:pt x="270478" y="444949"/>
                  </a:lnTo>
                  <a:lnTo>
                    <a:pt x="288362" y="442449"/>
                  </a:lnTo>
                  <a:lnTo>
                    <a:pt x="336994" y="439972"/>
                  </a:lnTo>
                  <a:lnTo>
                    <a:pt x="408849" y="445051"/>
                  </a:lnTo>
                  <a:lnTo>
                    <a:pt x="496398" y="465221"/>
                  </a:lnTo>
                  <a:lnTo>
                    <a:pt x="561942" y="505436"/>
                  </a:lnTo>
                  <a:lnTo>
                    <a:pt x="596860" y="537803"/>
                  </a:lnTo>
                  <a:lnTo>
                    <a:pt x="632029" y="575641"/>
                  </a:lnTo>
                  <a:lnTo>
                    <a:pt x="666564" y="616925"/>
                  </a:lnTo>
                  <a:lnTo>
                    <a:pt x="699580" y="659629"/>
                  </a:lnTo>
                  <a:lnTo>
                    <a:pt x="730192" y="701727"/>
                  </a:lnTo>
                  <a:lnTo>
                    <a:pt x="695133" y="668082"/>
                  </a:lnTo>
                  <a:lnTo>
                    <a:pt x="657060" y="634736"/>
                  </a:lnTo>
                  <a:lnTo>
                    <a:pt x="616270" y="602661"/>
                  </a:lnTo>
                  <a:lnTo>
                    <a:pt x="573066" y="572827"/>
                  </a:lnTo>
                  <a:lnTo>
                    <a:pt x="527746" y="546203"/>
                  </a:lnTo>
                  <a:lnTo>
                    <a:pt x="480609" y="523761"/>
                  </a:lnTo>
                  <a:lnTo>
                    <a:pt x="431957" y="506469"/>
                  </a:lnTo>
                  <a:lnTo>
                    <a:pt x="382088" y="495299"/>
                  </a:lnTo>
                  <a:lnTo>
                    <a:pt x="331303" y="491220"/>
                  </a:lnTo>
                  <a:lnTo>
                    <a:pt x="119042" y="496886"/>
                  </a:lnTo>
                  <a:lnTo>
                    <a:pt x="17765" y="542160"/>
                  </a:lnTo>
                  <a:lnTo>
                    <a:pt x="0" y="666089"/>
                  </a:lnTo>
                  <a:lnTo>
                    <a:pt x="38276" y="907721"/>
                  </a:lnTo>
                  <a:lnTo>
                    <a:pt x="53119" y="878950"/>
                  </a:lnTo>
                  <a:lnTo>
                    <a:pt x="104932" y="813278"/>
                  </a:lnTo>
                  <a:lnTo>
                    <a:pt x="204640" y="741670"/>
                  </a:lnTo>
                  <a:lnTo>
                    <a:pt x="363166" y="695088"/>
                  </a:lnTo>
                  <a:lnTo>
                    <a:pt x="425026" y="692003"/>
                  </a:lnTo>
                  <a:lnTo>
                    <a:pt x="482413" y="697548"/>
                  </a:lnTo>
                  <a:lnTo>
                    <a:pt x="535157" y="710122"/>
                  </a:lnTo>
                  <a:lnTo>
                    <a:pt x="583086" y="728122"/>
                  </a:lnTo>
                  <a:lnTo>
                    <a:pt x="626027" y="749945"/>
                  </a:lnTo>
                  <a:lnTo>
                    <a:pt x="579660" y="740902"/>
                  </a:lnTo>
                  <a:lnTo>
                    <a:pt x="531601" y="735329"/>
                  </a:lnTo>
                  <a:lnTo>
                    <a:pt x="482634" y="734183"/>
                  </a:lnTo>
                  <a:lnTo>
                    <a:pt x="433541" y="738420"/>
                  </a:lnTo>
                  <a:lnTo>
                    <a:pt x="385105" y="748995"/>
                  </a:lnTo>
                  <a:lnTo>
                    <a:pt x="338109" y="766866"/>
                  </a:lnTo>
                  <a:lnTo>
                    <a:pt x="177723" y="849057"/>
                  </a:lnTo>
                  <a:lnTo>
                    <a:pt x="106986" y="925169"/>
                  </a:lnTo>
                  <a:lnTo>
                    <a:pt x="110351" y="1039045"/>
                  </a:lnTo>
                  <a:lnTo>
                    <a:pt x="172272" y="1234527"/>
                  </a:lnTo>
                  <a:lnTo>
                    <a:pt x="193508" y="1207063"/>
                  </a:lnTo>
                  <a:lnTo>
                    <a:pt x="253997" y="1137830"/>
                  </a:lnTo>
                  <a:lnTo>
                    <a:pt x="348906" y="1046571"/>
                  </a:lnTo>
                  <a:lnTo>
                    <a:pt x="473404" y="953028"/>
                  </a:lnTo>
                  <a:lnTo>
                    <a:pt x="520376" y="925253"/>
                  </a:lnTo>
                  <a:lnTo>
                    <a:pt x="566760" y="902075"/>
                  </a:lnTo>
                  <a:lnTo>
                    <a:pt x="612083" y="883259"/>
                  </a:lnTo>
                  <a:lnTo>
                    <a:pt x="655872" y="868571"/>
                  </a:lnTo>
                  <a:lnTo>
                    <a:pt x="697654" y="857778"/>
                  </a:lnTo>
                  <a:lnTo>
                    <a:pt x="736956" y="850644"/>
                  </a:lnTo>
                  <a:lnTo>
                    <a:pt x="687702" y="870345"/>
                  </a:lnTo>
                  <a:lnTo>
                    <a:pt x="628687" y="894758"/>
                  </a:lnTo>
                  <a:lnTo>
                    <a:pt x="447777" y="975947"/>
                  </a:lnTo>
                  <a:lnTo>
                    <a:pt x="365234" y="1045715"/>
                  </a:lnTo>
                  <a:lnTo>
                    <a:pt x="361042" y="1142496"/>
                  </a:lnTo>
                  <a:lnTo>
                    <a:pt x="415186" y="1304724"/>
                  </a:lnTo>
                  <a:lnTo>
                    <a:pt x="835372" y="850057"/>
                  </a:lnTo>
                  <a:lnTo>
                    <a:pt x="832910" y="888338"/>
                  </a:lnTo>
                  <a:lnTo>
                    <a:pt x="831997" y="937587"/>
                  </a:lnTo>
                  <a:lnTo>
                    <a:pt x="834163" y="994894"/>
                  </a:lnTo>
                  <a:lnTo>
                    <a:pt x="840935" y="1057351"/>
                  </a:lnTo>
                  <a:lnTo>
                    <a:pt x="853842" y="1122049"/>
                  </a:lnTo>
                  <a:lnTo>
                    <a:pt x="871806" y="1189217"/>
                  </a:lnTo>
                  <a:lnTo>
                    <a:pt x="891176" y="1240977"/>
                  </a:lnTo>
                  <a:lnTo>
                    <a:pt x="924000" y="1303763"/>
                  </a:lnTo>
                  <a:lnTo>
                    <a:pt x="982320" y="1404009"/>
                  </a:lnTo>
                  <a:lnTo>
                    <a:pt x="985866" y="1367480"/>
                  </a:lnTo>
                  <a:lnTo>
                    <a:pt x="990505" y="1279481"/>
                  </a:lnTo>
                  <a:lnTo>
                    <a:pt x="987237" y="1172396"/>
                  </a:lnTo>
                  <a:lnTo>
                    <a:pt x="967064" y="1078605"/>
                  </a:lnTo>
                  <a:lnTo>
                    <a:pt x="946195" y="1031041"/>
                  </a:lnTo>
                  <a:lnTo>
                    <a:pt x="922145" y="980209"/>
                  </a:lnTo>
                  <a:lnTo>
                    <a:pt x="897336" y="930138"/>
                  </a:lnTo>
                  <a:lnTo>
                    <a:pt x="874190" y="884860"/>
                  </a:lnTo>
                  <a:lnTo>
                    <a:pt x="855130" y="848403"/>
                  </a:lnTo>
                  <a:lnTo>
                    <a:pt x="1474776" y="1227889"/>
                  </a:lnTo>
                  <a:lnTo>
                    <a:pt x="1459261" y="1159587"/>
                  </a:lnTo>
                  <a:lnTo>
                    <a:pt x="1400559" y="1009679"/>
                  </a:lnTo>
                  <a:lnTo>
                    <a:pt x="1280437" y="860666"/>
                  </a:lnTo>
                  <a:lnTo>
                    <a:pt x="1080663" y="795043"/>
                  </a:lnTo>
                  <a:lnTo>
                    <a:pt x="1009449" y="799085"/>
                  </a:lnTo>
                  <a:lnTo>
                    <a:pt x="946717" y="807327"/>
                  </a:lnTo>
                  <a:lnTo>
                    <a:pt x="895462" y="817220"/>
                  </a:lnTo>
                  <a:lnTo>
                    <a:pt x="858680" y="826215"/>
                  </a:lnTo>
                  <a:lnTo>
                    <a:pt x="885339" y="803740"/>
                  </a:lnTo>
                  <a:lnTo>
                    <a:pt x="917319" y="780730"/>
                  </a:lnTo>
                  <a:lnTo>
                    <a:pt x="954486" y="757937"/>
                  </a:lnTo>
                  <a:lnTo>
                    <a:pt x="996707" y="736113"/>
                  </a:lnTo>
                  <a:lnTo>
                    <a:pt x="1043846" y="716007"/>
                  </a:lnTo>
                  <a:lnTo>
                    <a:pt x="1095771" y="698373"/>
                  </a:lnTo>
                  <a:lnTo>
                    <a:pt x="1152347" y="683962"/>
                  </a:lnTo>
                  <a:lnTo>
                    <a:pt x="1213441" y="673524"/>
                  </a:lnTo>
                  <a:lnTo>
                    <a:pt x="1278919" y="667812"/>
                  </a:lnTo>
                  <a:lnTo>
                    <a:pt x="1433180" y="663537"/>
                  </a:lnTo>
                  <a:lnTo>
                    <a:pt x="1533801" y="678455"/>
                  </a:lnTo>
                  <a:lnTo>
                    <a:pt x="1625060" y="727276"/>
                  </a:lnTo>
                  <a:lnTo>
                    <a:pt x="1751239" y="824707"/>
                  </a:lnTo>
                  <a:lnTo>
                    <a:pt x="1730817" y="752595"/>
                  </a:lnTo>
                  <a:lnTo>
                    <a:pt x="1658207" y="598562"/>
                  </a:lnTo>
                  <a:lnTo>
                    <a:pt x="1516397" y="456066"/>
                  </a:lnTo>
                  <a:lnTo>
                    <a:pt x="1288374" y="418563"/>
                  </a:lnTo>
                  <a:lnTo>
                    <a:pt x="1233543" y="431855"/>
                  </a:lnTo>
                  <a:lnTo>
                    <a:pt x="1182063" y="452117"/>
                  </a:lnTo>
                  <a:lnTo>
                    <a:pt x="1133994" y="478185"/>
                  </a:lnTo>
                  <a:lnTo>
                    <a:pt x="1089401" y="508891"/>
                  </a:lnTo>
                  <a:lnTo>
                    <a:pt x="1048344" y="543072"/>
                  </a:lnTo>
                  <a:lnTo>
                    <a:pt x="1010886" y="579561"/>
                  </a:lnTo>
                  <a:lnTo>
                    <a:pt x="977090" y="617194"/>
                  </a:lnTo>
                  <a:lnTo>
                    <a:pt x="947018" y="654805"/>
                  </a:lnTo>
                  <a:lnTo>
                    <a:pt x="920731" y="691228"/>
                  </a:lnTo>
                  <a:lnTo>
                    <a:pt x="898293" y="725299"/>
                  </a:lnTo>
                  <a:lnTo>
                    <a:pt x="865210" y="781723"/>
                  </a:lnTo>
                  <a:lnTo>
                    <a:pt x="854691" y="801745"/>
                  </a:lnTo>
                  <a:lnTo>
                    <a:pt x="863447" y="775325"/>
                  </a:lnTo>
                  <a:lnTo>
                    <a:pt x="889858" y="708301"/>
                  </a:lnTo>
                  <a:lnTo>
                    <a:pt x="907944" y="669580"/>
                  </a:lnTo>
                  <a:lnTo>
                    <a:pt x="929571" y="628640"/>
                  </a:lnTo>
                  <a:lnTo>
                    <a:pt x="954957" y="586423"/>
                  </a:lnTo>
                  <a:lnTo>
                    <a:pt x="984317" y="543869"/>
                  </a:lnTo>
                  <a:lnTo>
                    <a:pt x="1017867" y="501919"/>
                  </a:lnTo>
                  <a:lnTo>
                    <a:pt x="1055824" y="461515"/>
                  </a:lnTo>
                  <a:lnTo>
                    <a:pt x="1098403" y="423597"/>
                  </a:lnTo>
                  <a:lnTo>
                    <a:pt x="1145820" y="389106"/>
                  </a:lnTo>
                  <a:lnTo>
                    <a:pt x="1198293" y="358983"/>
                  </a:lnTo>
                  <a:lnTo>
                    <a:pt x="1362444" y="280347"/>
                  </a:lnTo>
                  <a:lnTo>
                    <a:pt x="1468252" y="253227"/>
                  </a:lnTo>
                  <a:lnTo>
                    <a:pt x="1561696" y="276808"/>
                  </a:lnTo>
                  <a:lnTo>
                    <a:pt x="1688759" y="350272"/>
                  </a:lnTo>
                  <a:lnTo>
                    <a:pt x="1646608" y="286393"/>
                  </a:lnTo>
                  <a:lnTo>
                    <a:pt x="1526007" y="164294"/>
                  </a:lnTo>
                  <a:lnTo>
                    <a:pt x="1335734" y="88280"/>
                  </a:lnTo>
                  <a:lnTo>
                    <a:pt x="1084568" y="162654"/>
                  </a:lnTo>
                  <a:lnTo>
                    <a:pt x="1042359" y="194801"/>
                  </a:lnTo>
                  <a:lnTo>
                    <a:pt x="1005158" y="231474"/>
                  </a:lnTo>
                  <a:lnTo>
                    <a:pt x="972638" y="271963"/>
                  </a:lnTo>
                  <a:lnTo>
                    <a:pt x="944470" y="315561"/>
                  </a:lnTo>
                  <a:lnTo>
                    <a:pt x="920327" y="361557"/>
                  </a:lnTo>
                  <a:lnTo>
                    <a:pt x="899881" y="409242"/>
                  </a:lnTo>
                  <a:lnTo>
                    <a:pt x="882803" y="457907"/>
                  </a:lnTo>
                  <a:lnTo>
                    <a:pt x="868766" y="506844"/>
                  </a:lnTo>
                  <a:lnTo>
                    <a:pt x="857442" y="555342"/>
                  </a:lnTo>
                  <a:lnTo>
                    <a:pt x="848502" y="602693"/>
                  </a:lnTo>
                  <a:lnTo>
                    <a:pt x="850291" y="577437"/>
                  </a:lnTo>
                  <a:lnTo>
                    <a:pt x="854818" y="525318"/>
                  </a:lnTo>
                  <a:lnTo>
                    <a:pt x="877518" y="338838"/>
                  </a:lnTo>
                  <a:lnTo>
                    <a:pt x="904474" y="233600"/>
                  </a:lnTo>
                  <a:lnTo>
                    <a:pt x="956758" y="136238"/>
                  </a:lnTo>
                  <a:lnTo>
                    <a:pt x="1052653" y="0"/>
                  </a:lnTo>
                  <a:close/>
                </a:path>
              </a:pathLst>
            </a:custGeom>
            <a:solidFill>
              <a:srgbClr val="259C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" name="object 652" descr=""/>
            <p:cNvSpPr/>
            <p:nvPr/>
          </p:nvSpPr>
          <p:spPr>
            <a:xfrm>
              <a:off x="12821557" y="5331199"/>
              <a:ext cx="45085" cy="1720850"/>
            </a:xfrm>
            <a:custGeom>
              <a:avLst/>
              <a:gdLst/>
              <a:ahLst/>
              <a:cxnLst/>
              <a:rect l="l" t="t" r="r" b="b"/>
              <a:pathLst>
                <a:path w="45084" h="1720850">
                  <a:moveTo>
                    <a:pt x="45014" y="0"/>
                  </a:moveTo>
                  <a:lnTo>
                    <a:pt x="0" y="0"/>
                  </a:lnTo>
                  <a:lnTo>
                    <a:pt x="0" y="1720502"/>
                  </a:lnTo>
                  <a:lnTo>
                    <a:pt x="45014" y="1720502"/>
                  </a:lnTo>
                  <a:lnTo>
                    <a:pt x="45014" y="0"/>
                  </a:lnTo>
                  <a:close/>
                </a:path>
              </a:pathLst>
            </a:custGeom>
            <a:solidFill>
              <a:srgbClr val="9A470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" name="object 653" descr=""/>
            <p:cNvSpPr/>
            <p:nvPr/>
          </p:nvSpPr>
          <p:spPr>
            <a:xfrm>
              <a:off x="12293267" y="4826418"/>
              <a:ext cx="1126490" cy="902969"/>
            </a:xfrm>
            <a:custGeom>
              <a:avLst/>
              <a:gdLst/>
              <a:ahLst/>
              <a:cxnLst/>
              <a:rect l="l" t="t" r="r" b="b"/>
              <a:pathLst>
                <a:path w="1126490" h="902970">
                  <a:moveTo>
                    <a:pt x="676934" y="0"/>
                  </a:moveTo>
                  <a:lnTo>
                    <a:pt x="578286" y="28427"/>
                  </a:lnTo>
                  <a:lnTo>
                    <a:pt x="504827" y="83723"/>
                  </a:lnTo>
                  <a:lnTo>
                    <a:pt x="459589" y="183973"/>
                  </a:lnTo>
                  <a:lnTo>
                    <a:pt x="455511" y="235733"/>
                  </a:lnTo>
                  <a:lnTo>
                    <a:pt x="458267" y="287975"/>
                  </a:lnTo>
                  <a:lnTo>
                    <a:pt x="466218" y="339062"/>
                  </a:lnTo>
                  <a:lnTo>
                    <a:pt x="477725" y="387359"/>
                  </a:lnTo>
                  <a:lnTo>
                    <a:pt x="453345" y="337785"/>
                  </a:lnTo>
                  <a:lnTo>
                    <a:pt x="425015" y="292197"/>
                  </a:lnTo>
                  <a:lnTo>
                    <a:pt x="393111" y="255064"/>
                  </a:lnTo>
                  <a:lnTo>
                    <a:pt x="358011" y="230851"/>
                  </a:lnTo>
                  <a:lnTo>
                    <a:pt x="293433" y="204274"/>
                  </a:lnTo>
                  <a:lnTo>
                    <a:pt x="252732" y="201174"/>
                  </a:lnTo>
                  <a:lnTo>
                    <a:pt x="218651" y="226734"/>
                  </a:lnTo>
                  <a:lnTo>
                    <a:pt x="173933" y="286137"/>
                  </a:lnTo>
                  <a:lnTo>
                    <a:pt x="185434" y="284530"/>
                  </a:lnTo>
                  <a:lnTo>
                    <a:pt x="216709" y="282937"/>
                  </a:lnTo>
                  <a:lnTo>
                    <a:pt x="262917" y="286204"/>
                  </a:lnTo>
                  <a:lnTo>
                    <a:pt x="319217" y="299174"/>
                  </a:lnTo>
                  <a:lnTo>
                    <a:pt x="355846" y="320535"/>
                  </a:lnTo>
                  <a:lnTo>
                    <a:pt x="395146" y="357660"/>
                  </a:lnTo>
                  <a:lnTo>
                    <a:pt x="434069" y="403567"/>
                  </a:lnTo>
                  <a:lnTo>
                    <a:pt x="469568" y="451274"/>
                  </a:lnTo>
                  <a:lnTo>
                    <a:pt x="435012" y="418853"/>
                  </a:lnTo>
                  <a:lnTo>
                    <a:pt x="396309" y="387567"/>
                  </a:lnTo>
                  <a:lnTo>
                    <a:pt x="354111" y="359523"/>
                  </a:lnTo>
                  <a:lnTo>
                    <a:pt x="309068" y="336825"/>
                  </a:lnTo>
                  <a:lnTo>
                    <a:pt x="261832" y="321581"/>
                  </a:lnTo>
                  <a:lnTo>
                    <a:pt x="213052" y="315896"/>
                  </a:lnTo>
                  <a:lnTo>
                    <a:pt x="76555" y="319539"/>
                  </a:lnTo>
                  <a:lnTo>
                    <a:pt x="11426" y="348654"/>
                  </a:lnTo>
                  <a:lnTo>
                    <a:pt x="0" y="428351"/>
                  </a:lnTo>
                  <a:lnTo>
                    <a:pt x="24608" y="583741"/>
                  </a:lnTo>
                  <a:lnTo>
                    <a:pt x="34154" y="565238"/>
                  </a:lnTo>
                  <a:lnTo>
                    <a:pt x="67476" y="523005"/>
                  </a:lnTo>
                  <a:lnTo>
                    <a:pt x="131597" y="476955"/>
                  </a:lnTo>
                  <a:lnTo>
                    <a:pt x="233544" y="447002"/>
                  </a:lnTo>
                  <a:lnTo>
                    <a:pt x="282824" y="445425"/>
                  </a:lnTo>
                  <a:lnTo>
                    <a:pt x="327567" y="452122"/>
                  </a:lnTo>
                  <a:lnTo>
                    <a:pt x="367559" y="465078"/>
                  </a:lnTo>
                  <a:lnTo>
                    <a:pt x="402586" y="482278"/>
                  </a:lnTo>
                  <a:lnTo>
                    <a:pt x="357417" y="474352"/>
                  </a:lnTo>
                  <a:lnTo>
                    <a:pt x="310369" y="472141"/>
                  </a:lnTo>
                  <a:lnTo>
                    <a:pt x="263140" y="477718"/>
                  </a:lnTo>
                  <a:lnTo>
                    <a:pt x="217429" y="493157"/>
                  </a:lnTo>
                  <a:lnTo>
                    <a:pt x="114286" y="546012"/>
                  </a:lnTo>
                  <a:lnTo>
                    <a:pt x="68796" y="594958"/>
                  </a:lnTo>
                  <a:lnTo>
                    <a:pt x="70961" y="668190"/>
                  </a:lnTo>
                  <a:lnTo>
                    <a:pt x="110783" y="793902"/>
                  </a:lnTo>
                  <a:lnTo>
                    <a:pt x="124440" y="776240"/>
                  </a:lnTo>
                  <a:lnTo>
                    <a:pt x="163339" y="731717"/>
                  </a:lnTo>
                  <a:lnTo>
                    <a:pt x="224372" y="673029"/>
                  </a:lnTo>
                  <a:lnTo>
                    <a:pt x="304432" y="612871"/>
                  </a:lnTo>
                  <a:lnTo>
                    <a:pt x="349621" y="587199"/>
                  </a:lnTo>
                  <a:lnTo>
                    <a:pt x="393614" y="568006"/>
                  </a:lnTo>
                  <a:lnTo>
                    <a:pt x="435386" y="554785"/>
                  </a:lnTo>
                  <a:lnTo>
                    <a:pt x="473914" y="547030"/>
                  </a:lnTo>
                  <a:lnTo>
                    <a:pt x="442240" y="559702"/>
                  </a:lnTo>
                  <a:lnTo>
                    <a:pt x="404293" y="575406"/>
                  </a:lnTo>
                  <a:lnTo>
                    <a:pt x="287954" y="627610"/>
                  </a:lnTo>
                  <a:lnTo>
                    <a:pt x="234872" y="672474"/>
                  </a:lnTo>
                  <a:lnTo>
                    <a:pt x="232174" y="734712"/>
                  </a:lnTo>
                  <a:lnTo>
                    <a:pt x="266988" y="839042"/>
                  </a:lnTo>
                  <a:lnTo>
                    <a:pt x="537200" y="546653"/>
                  </a:lnTo>
                  <a:lnTo>
                    <a:pt x="535340" y="578600"/>
                  </a:lnTo>
                  <a:lnTo>
                    <a:pt x="535422" y="620834"/>
                  </a:lnTo>
                  <a:lnTo>
                    <a:pt x="539364" y="669704"/>
                  </a:lnTo>
                  <a:lnTo>
                    <a:pt x="549084" y="721559"/>
                  </a:lnTo>
                  <a:lnTo>
                    <a:pt x="560635" y="764755"/>
                  </a:lnTo>
                  <a:lnTo>
                    <a:pt x="594202" y="838418"/>
                  </a:lnTo>
                  <a:lnTo>
                    <a:pt x="631710" y="902883"/>
                  </a:lnTo>
                  <a:lnTo>
                    <a:pt x="633989" y="879392"/>
                  </a:lnTo>
                  <a:lnTo>
                    <a:pt x="636970" y="822802"/>
                  </a:lnTo>
                  <a:lnTo>
                    <a:pt x="634868" y="753937"/>
                  </a:lnTo>
                  <a:lnTo>
                    <a:pt x="621899" y="693622"/>
                  </a:lnTo>
                  <a:lnTo>
                    <a:pt x="604740" y="654959"/>
                  </a:lnTo>
                  <a:lnTo>
                    <a:pt x="584994" y="614025"/>
                  </a:lnTo>
                  <a:lnTo>
                    <a:pt x="565703" y="575884"/>
                  </a:lnTo>
                  <a:lnTo>
                    <a:pt x="549911" y="545595"/>
                  </a:lnTo>
                  <a:lnTo>
                    <a:pt x="948381" y="789630"/>
                  </a:lnTo>
                  <a:lnTo>
                    <a:pt x="938404" y="745707"/>
                  </a:lnTo>
                  <a:lnTo>
                    <a:pt x="900657" y="649306"/>
                  </a:lnTo>
                  <a:lnTo>
                    <a:pt x="823412" y="553480"/>
                  </a:lnTo>
                  <a:lnTo>
                    <a:pt x="694943" y="511282"/>
                  </a:lnTo>
                  <a:lnTo>
                    <a:pt x="649147" y="513875"/>
                  </a:lnTo>
                  <a:lnTo>
                    <a:pt x="608805" y="519175"/>
                  </a:lnTo>
                  <a:lnTo>
                    <a:pt x="575844" y="525539"/>
                  </a:lnTo>
                  <a:lnTo>
                    <a:pt x="552194" y="531324"/>
                  </a:lnTo>
                  <a:lnTo>
                    <a:pt x="579196" y="509483"/>
                  </a:lnTo>
                  <a:lnTo>
                    <a:pt x="613801" y="487412"/>
                  </a:lnTo>
                  <a:lnTo>
                    <a:pt x="655718" y="466743"/>
                  </a:lnTo>
                  <a:lnTo>
                    <a:pt x="704657" y="449106"/>
                  </a:lnTo>
                  <a:lnTo>
                    <a:pt x="760327" y="436132"/>
                  </a:lnTo>
                  <a:lnTo>
                    <a:pt x="822437" y="429452"/>
                  </a:lnTo>
                  <a:lnTo>
                    <a:pt x="921633" y="426706"/>
                  </a:lnTo>
                  <a:lnTo>
                    <a:pt x="986336" y="436300"/>
                  </a:lnTo>
                  <a:lnTo>
                    <a:pt x="1045023" y="467695"/>
                  </a:lnTo>
                  <a:lnTo>
                    <a:pt x="1126166" y="530350"/>
                  </a:lnTo>
                  <a:lnTo>
                    <a:pt x="1113034" y="483977"/>
                  </a:lnTo>
                  <a:lnTo>
                    <a:pt x="1066343" y="384924"/>
                  </a:lnTo>
                  <a:lnTo>
                    <a:pt x="975153" y="293290"/>
                  </a:lnTo>
                  <a:lnTo>
                    <a:pt x="828521" y="269175"/>
                  </a:lnTo>
                  <a:lnTo>
                    <a:pt x="772313" y="285386"/>
                  </a:lnTo>
                  <a:lnTo>
                    <a:pt x="721860" y="312198"/>
                  </a:lnTo>
                  <a:lnTo>
                    <a:pt x="677335" y="346394"/>
                  </a:lnTo>
                  <a:lnTo>
                    <a:pt x="638909" y="384759"/>
                  </a:lnTo>
                  <a:lnTo>
                    <a:pt x="606753" y="424076"/>
                  </a:lnTo>
                  <a:lnTo>
                    <a:pt x="581040" y="461130"/>
                  </a:lnTo>
                  <a:lnTo>
                    <a:pt x="549629" y="515586"/>
                  </a:lnTo>
                  <a:lnTo>
                    <a:pt x="558766" y="488848"/>
                  </a:lnTo>
                  <a:lnTo>
                    <a:pt x="590536" y="417572"/>
                  </a:lnTo>
                  <a:lnTo>
                    <a:pt x="614107" y="377119"/>
                  </a:lnTo>
                  <a:lnTo>
                    <a:pt x="643428" y="336179"/>
                  </a:lnTo>
                  <a:lnTo>
                    <a:pt x="678969" y="296795"/>
                  </a:lnTo>
                  <a:lnTo>
                    <a:pt x="721198" y="261008"/>
                  </a:lnTo>
                  <a:lnTo>
                    <a:pt x="770585" y="230862"/>
                  </a:lnTo>
                  <a:lnTo>
                    <a:pt x="876148" y="180292"/>
                  </a:lnTo>
                  <a:lnTo>
                    <a:pt x="944190" y="162852"/>
                  </a:lnTo>
                  <a:lnTo>
                    <a:pt x="1004281" y="178016"/>
                  </a:lnTo>
                  <a:lnTo>
                    <a:pt x="1085989" y="225260"/>
                  </a:lnTo>
                  <a:lnTo>
                    <a:pt x="1058883" y="184180"/>
                  </a:lnTo>
                  <a:lnTo>
                    <a:pt x="981327" y="105660"/>
                  </a:lnTo>
                  <a:lnTo>
                    <a:pt x="858970" y="56775"/>
                  </a:lnTo>
                  <a:lnTo>
                    <a:pt x="697457" y="104604"/>
                  </a:lnTo>
                  <a:lnTo>
                    <a:pt x="659678" y="135052"/>
                  </a:lnTo>
                  <a:lnTo>
                    <a:pt x="628288" y="171042"/>
                  </a:lnTo>
                  <a:lnTo>
                    <a:pt x="602672" y="211244"/>
                  </a:lnTo>
                  <a:lnTo>
                    <a:pt x="582214" y="254329"/>
                  </a:lnTo>
                  <a:lnTo>
                    <a:pt x="566301" y="298966"/>
                  </a:lnTo>
                  <a:lnTo>
                    <a:pt x="554318" y="343826"/>
                  </a:lnTo>
                  <a:lnTo>
                    <a:pt x="545650" y="387579"/>
                  </a:lnTo>
                  <a:lnTo>
                    <a:pt x="548148" y="354727"/>
                  </a:lnTo>
                  <a:lnTo>
                    <a:pt x="551503" y="320712"/>
                  </a:lnTo>
                  <a:lnTo>
                    <a:pt x="564306" y="217906"/>
                  </a:lnTo>
                  <a:lnTo>
                    <a:pt x="581639" y="150229"/>
                  </a:lnTo>
                  <a:lnTo>
                    <a:pt x="615262" y="87616"/>
                  </a:lnTo>
                  <a:lnTo>
                    <a:pt x="676934" y="0"/>
                  </a:lnTo>
                  <a:close/>
                </a:path>
              </a:pathLst>
            </a:custGeom>
            <a:solidFill>
              <a:srgbClr val="259CA6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54" name="object 654" descr=""/>
          <p:cNvSpPr/>
          <p:nvPr/>
        </p:nvSpPr>
        <p:spPr>
          <a:xfrm>
            <a:off x="15174366" y="6796309"/>
            <a:ext cx="1782445" cy="651510"/>
          </a:xfrm>
          <a:custGeom>
            <a:avLst/>
            <a:gdLst/>
            <a:ahLst/>
            <a:cxnLst/>
            <a:rect l="l" t="t" r="r" b="b"/>
            <a:pathLst>
              <a:path w="1782444" h="651509">
                <a:moveTo>
                  <a:pt x="1782089" y="651002"/>
                </a:moveTo>
                <a:lnTo>
                  <a:pt x="1780298" y="602424"/>
                </a:lnTo>
                <a:lnTo>
                  <a:pt x="1775028" y="554799"/>
                </a:lnTo>
                <a:lnTo>
                  <a:pt x="1766392" y="508292"/>
                </a:lnTo>
                <a:lnTo>
                  <a:pt x="1754530" y="462991"/>
                </a:lnTo>
                <a:lnTo>
                  <a:pt x="1739544" y="419036"/>
                </a:lnTo>
                <a:lnTo>
                  <a:pt x="1721586" y="376555"/>
                </a:lnTo>
                <a:lnTo>
                  <a:pt x="1700758" y="335686"/>
                </a:lnTo>
                <a:lnTo>
                  <a:pt x="1677212" y="296532"/>
                </a:lnTo>
                <a:lnTo>
                  <a:pt x="1651050" y="259219"/>
                </a:lnTo>
                <a:lnTo>
                  <a:pt x="1622412" y="223901"/>
                </a:lnTo>
                <a:lnTo>
                  <a:pt x="1591411" y="190677"/>
                </a:lnTo>
                <a:lnTo>
                  <a:pt x="1558188" y="159677"/>
                </a:lnTo>
                <a:lnTo>
                  <a:pt x="1522869" y="131038"/>
                </a:lnTo>
                <a:lnTo>
                  <a:pt x="1485557" y="104876"/>
                </a:lnTo>
                <a:lnTo>
                  <a:pt x="1446403" y="81330"/>
                </a:lnTo>
                <a:lnTo>
                  <a:pt x="1405534" y="60502"/>
                </a:lnTo>
                <a:lnTo>
                  <a:pt x="1363052" y="42545"/>
                </a:lnTo>
                <a:lnTo>
                  <a:pt x="1319098" y="27559"/>
                </a:lnTo>
                <a:lnTo>
                  <a:pt x="1273810" y="15697"/>
                </a:lnTo>
                <a:lnTo>
                  <a:pt x="1227289" y="7061"/>
                </a:lnTo>
                <a:lnTo>
                  <a:pt x="1179664" y="1790"/>
                </a:lnTo>
                <a:lnTo>
                  <a:pt x="1131087" y="0"/>
                </a:lnTo>
                <a:lnTo>
                  <a:pt x="1082497" y="1790"/>
                </a:lnTo>
                <a:lnTo>
                  <a:pt x="1034884" y="7061"/>
                </a:lnTo>
                <a:lnTo>
                  <a:pt x="988364" y="15697"/>
                </a:lnTo>
                <a:lnTo>
                  <a:pt x="943063" y="27559"/>
                </a:lnTo>
                <a:lnTo>
                  <a:pt x="899109" y="42545"/>
                </a:lnTo>
                <a:lnTo>
                  <a:pt x="856627" y="60502"/>
                </a:lnTo>
                <a:lnTo>
                  <a:pt x="815746" y="81330"/>
                </a:lnTo>
                <a:lnTo>
                  <a:pt x="776592" y="104876"/>
                </a:lnTo>
                <a:lnTo>
                  <a:pt x="739292" y="131038"/>
                </a:lnTo>
                <a:lnTo>
                  <a:pt x="703973" y="159677"/>
                </a:lnTo>
                <a:lnTo>
                  <a:pt x="670750" y="190677"/>
                </a:lnTo>
                <a:lnTo>
                  <a:pt x="639749" y="223901"/>
                </a:lnTo>
                <a:lnTo>
                  <a:pt x="611111" y="259219"/>
                </a:lnTo>
                <a:lnTo>
                  <a:pt x="584949" y="296532"/>
                </a:lnTo>
                <a:lnTo>
                  <a:pt x="561390" y="335686"/>
                </a:lnTo>
                <a:lnTo>
                  <a:pt x="540575" y="376555"/>
                </a:lnTo>
                <a:lnTo>
                  <a:pt x="522605" y="419036"/>
                </a:lnTo>
                <a:lnTo>
                  <a:pt x="520014" y="426618"/>
                </a:lnTo>
                <a:lnTo>
                  <a:pt x="511378" y="417969"/>
                </a:lnTo>
                <a:lnTo>
                  <a:pt x="476923" y="391972"/>
                </a:lnTo>
                <a:lnTo>
                  <a:pt x="438962" y="370928"/>
                </a:lnTo>
                <a:lnTo>
                  <a:pt x="397967" y="355295"/>
                </a:lnTo>
                <a:lnTo>
                  <a:pt x="354418" y="345579"/>
                </a:lnTo>
                <a:lnTo>
                  <a:pt x="308787" y="342226"/>
                </a:lnTo>
                <a:lnTo>
                  <a:pt x="263156" y="345579"/>
                </a:lnTo>
                <a:lnTo>
                  <a:pt x="219608" y="355295"/>
                </a:lnTo>
                <a:lnTo>
                  <a:pt x="178612" y="370928"/>
                </a:lnTo>
                <a:lnTo>
                  <a:pt x="140652" y="391972"/>
                </a:lnTo>
                <a:lnTo>
                  <a:pt x="106210" y="417969"/>
                </a:lnTo>
                <a:lnTo>
                  <a:pt x="75742" y="448424"/>
                </a:lnTo>
                <a:lnTo>
                  <a:pt x="49745" y="482879"/>
                </a:lnTo>
                <a:lnTo>
                  <a:pt x="28702" y="520839"/>
                </a:lnTo>
                <a:lnTo>
                  <a:pt x="13081" y="561835"/>
                </a:lnTo>
                <a:lnTo>
                  <a:pt x="3352" y="605383"/>
                </a:lnTo>
                <a:lnTo>
                  <a:pt x="0" y="651014"/>
                </a:lnTo>
                <a:lnTo>
                  <a:pt x="617575" y="651014"/>
                </a:lnTo>
                <a:lnTo>
                  <a:pt x="1782089" y="65100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655" name="object 655" descr=""/>
          <p:cNvPicPr/>
          <p:nvPr/>
        </p:nvPicPr>
        <p:blipFill>
          <a:blip r:embed="rId53" cstate="print"/>
          <a:stretch>
            <a:fillRect/>
          </a:stretch>
        </p:blipFill>
        <p:spPr>
          <a:xfrm>
            <a:off x="7322628" y="2811225"/>
            <a:ext cx="3260286" cy="6924559"/>
          </a:xfrm>
          <a:prstGeom prst="rect">
            <a:avLst/>
          </a:prstGeom>
        </p:spPr>
      </p:pic>
      <p:sp>
        <p:nvSpPr>
          <p:cNvPr id="656" name="object 656" descr=""/>
          <p:cNvSpPr txBox="1"/>
          <p:nvPr/>
        </p:nvSpPr>
        <p:spPr>
          <a:xfrm>
            <a:off x="624158" y="728636"/>
            <a:ext cx="2834640" cy="2895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700">
                <a:latin typeface="Open Sans"/>
                <a:cs typeface="Open Sans"/>
              </a:rPr>
              <a:t>Example</a:t>
            </a:r>
            <a:r>
              <a:rPr dirty="0" sz="1700" spc="70">
                <a:latin typeface="Open Sans"/>
                <a:cs typeface="Open Sans"/>
              </a:rPr>
              <a:t> </a:t>
            </a:r>
            <a:r>
              <a:rPr dirty="0" sz="1700">
                <a:latin typeface="Open Sans"/>
                <a:cs typeface="Open Sans"/>
              </a:rPr>
              <a:t>background</a:t>
            </a:r>
            <a:r>
              <a:rPr dirty="0" sz="1700" spc="70">
                <a:latin typeface="Open Sans"/>
                <a:cs typeface="Open Sans"/>
              </a:rPr>
              <a:t> </a:t>
            </a:r>
            <a:r>
              <a:rPr dirty="0" sz="1700" spc="-10">
                <a:latin typeface="Open Sans"/>
                <a:cs typeface="Open Sans"/>
              </a:rPr>
              <a:t>scene</a:t>
            </a:r>
            <a:endParaRPr sz="1700">
              <a:latin typeface="Open Sans"/>
              <a:cs typeface="Open Sans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3911879" y="7218457"/>
            <a:ext cx="388620" cy="1047115"/>
          </a:xfrm>
          <a:custGeom>
            <a:avLst/>
            <a:gdLst/>
            <a:ahLst/>
            <a:cxnLst/>
            <a:rect l="l" t="t" r="r" b="b"/>
            <a:pathLst>
              <a:path w="388620" h="1047115">
                <a:moveTo>
                  <a:pt x="388315" y="14033"/>
                </a:moveTo>
                <a:lnTo>
                  <a:pt x="366255" y="13093"/>
                </a:lnTo>
                <a:lnTo>
                  <a:pt x="321398" y="11176"/>
                </a:lnTo>
                <a:lnTo>
                  <a:pt x="308470" y="10629"/>
                </a:lnTo>
                <a:lnTo>
                  <a:pt x="288709" y="9791"/>
                </a:lnTo>
                <a:lnTo>
                  <a:pt x="228231" y="7200"/>
                </a:lnTo>
                <a:lnTo>
                  <a:pt x="153555" y="4013"/>
                </a:lnTo>
                <a:lnTo>
                  <a:pt x="153339" y="4000"/>
                </a:lnTo>
                <a:lnTo>
                  <a:pt x="135496" y="3238"/>
                </a:lnTo>
                <a:lnTo>
                  <a:pt x="77266" y="0"/>
                </a:lnTo>
                <a:lnTo>
                  <a:pt x="77266" y="736"/>
                </a:lnTo>
                <a:lnTo>
                  <a:pt x="60223" y="0"/>
                </a:lnTo>
                <a:lnTo>
                  <a:pt x="0" y="35064"/>
                </a:lnTo>
                <a:lnTo>
                  <a:pt x="0" y="947559"/>
                </a:lnTo>
                <a:lnTo>
                  <a:pt x="0" y="1046581"/>
                </a:lnTo>
                <a:lnTo>
                  <a:pt x="388315" y="1046581"/>
                </a:lnTo>
                <a:lnTo>
                  <a:pt x="388315" y="14033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4219232" y="7465345"/>
            <a:ext cx="599440" cy="800100"/>
          </a:xfrm>
          <a:custGeom>
            <a:avLst/>
            <a:gdLst/>
            <a:ahLst/>
            <a:cxnLst/>
            <a:rect l="l" t="t" r="r" b="b"/>
            <a:pathLst>
              <a:path w="599439" h="800100">
                <a:moveTo>
                  <a:pt x="599122" y="112217"/>
                </a:moveTo>
                <a:lnTo>
                  <a:pt x="576935" y="112217"/>
                </a:lnTo>
                <a:lnTo>
                  <a:pt x="576935" y="68732"/>
                </a:lnTo>
                <a:lnTo>
                  <a:pt x="473125" y="68732"/>
                </a:lnTo>
                <a:lnTo>
                  <a:pt x="473125" y="112217"/>
                </a:lnTo>
                <a:lnTo>
                  <a:pt x="388327" y="112217"/>
                </a:lnTo>
                <a:lnTo>
                  <a:pt x="388327" y="14020"/>
                </a:lnTo>
                <a:lnTo>
                  <a:pt x="366255" y="13081"/>
                </a:lnTo>
                <a:lnTo>
                  <a:pt x="308483" y="10617"/>
                </a:lnTo>
                <a:lnTo>
                  <a:pt x="288721" y="9779"/>
                </a:lnTo>
                <a:lnTo>
                  <a:pt x="228244" y="7188"/>
                </a:lnTo>
                <a:lnTo>
                  <a:pt x="153352" y="3987"/>
                </a:lnTo>
                <a:lnTo>
                  <a:pt x="135496" y="3225"/>
                </a:lnTo>
                <a:lnTo>
                  <a:pt x="135280" y="3225"/>
                </a:lnTo>
                <a:lnTo>
                  <a:pt x="77266" y="0"/>
                </a:lnTo>
                <a:lnTo>
                  <a:pt x="77266" y="736"/>
                </a:lnTo>
                <a:lnTo>
                  <a:pt x="60236" y="0"/>
                </a:lnTo>
                <a:lnTo>
                  <a:pt x="0" y="35064"/>
                </a:lnTo>
                <a:lnTo>
                  <a:pt x="0" y="703491"/>
                </a:lnTo>
                <a:lnTo>
                  <a:pt x="0" y="799693"/>
                </a:lnTo>
                <a:lnTo>
                  <a:pt x="347116" y="799693"/>
                </a:lnTo>
                <a:lnTo>
                  <a:pt x="388327" y="799693"/>
                </a:lnTo>
                <a:lnTo>
                  <a:pt x="543255" y="799693"/>
                </a:lnTo>
                <a:lnTo>
                  <a:pt x="599122" y="799693"/>
                </a:lnTo>
                <a:lnTo>
                  <a:pt x="599122" y="707783"/>
                </a:lnTo>
                <a:lnTo>
                  <a:pt x="599122" y="129057"/>
                </a:lnTo>
                <a:lnTo>
                  <a:pt x="599122" y="112217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547220" y="6597925"/>
            <a:ext cx="1543050" cy="1667510"/>
            <a:chOff x="2547220" y="6597925"/>
            <a:chExt cx="1543050" cy="1667510"/>
          </a:xfrm>
        </p:grpSpPr>
        <p:sp>
          <p:nvSpPr>
            <p:cNvPr id="5" name="object 5" descr=""/>
            <p:cNvSpPr/>
            <p:nvPr/>
          </p:nvSpPr>
          <p:spPr>
            <a:xfrm>
              <a:off x="2891688" y="6597935"/>
              <a:ext cx="1198880" cy="1667510"/>
            </a:xfrm>
            <a:custGeom>
              <a:avLst/>
              <a:gdLst/>
              <a:ahLst/>
              <a:cxnLst/>
              <a:rect l="l" t="t" r="r" b="b"/>
              <a:pathLst>
                <a:path w="1198879" h="1667509">
                  <a:moveTo>
                    <a:pt x="1198372" y="881430"/>
                  </a:moveTo>
                  <a:lnTo>
                    <a:pt x="1176299" y="880491"/>
                  </a:lnTo>
                  <a:lnTo>
                    <a:pt x="1118527" y="878027"/>
                  </a:lnTo>
                  <a:lnTo>
                    <a:pt x="1098765" y="877189"/>
                  </a:lnTo>
                  <a:lnTo>
                    <a:pt x="1038288" y="874598"/>
                  </a:lnTo>
                  <a:lnTo>
                    <a:pt x="963396" y="871397"/>
                  </a:lnTo>
                  <a:lnTo>
                    <a:pt x="945553" y="870635"/>
                  </a:lnTo>
                  <a:lnTo>
                    <a:pt x="945375" y="870635"/>
                  </a:lnTo>
                  <a:lnTo>
                    <a:pt x="887323" y="867410"/>
                  </a:lnTo>
                  <a:lnTo>
                    <a:pt x="887323" y="868146"/>
                  </a:lnTo>
                  <a:lnTo>
                    <a:pt x="870280" y="867410"/>
                  </a:lnTo>
                  <a:lnTo>
                    <a:pt x="844118" y="882650"/>
                  </a:lnTo>
                  <a:lnTo>
                    <a:pt x="844118" y="361213"/>
                  </a:lnTo>
                  <a:lnTo>
                    <a:pt x="575551" y="361213"/>
                  </a:lnTo>
                  <a:lnTo>
                    <a:pt x="575551" y="0"/>
                  </a:lnTo>
                  <a:lnTo>
                    <a:pt x="0" y="0"/>
                  </a:lnTo>
                  <a:lnTo>
                    <a:pt x="0" y="1667103"/>
                  </a:lnTo>
                  <a:lnTo>
                    <a:pt x="522820" y="1667103"/>
                  </a:lnTo>
                  <a:lnTo>
                    <a:pt x="575551" y="1667103"/>
                  </a:lnTo>
                  <a:lnTo>
                    <a:pt x="810056" y="1667103"/>
                  </a:lnTo>
                  <a:lnTo>
                    <a:pt x="844118" y="1667103"/>
                  </a:lnTo>
                  <a:lnTo>
                    <a:pt x="1198372" y="1667103"/>
                  </a:lnTo>
                  <a:lnTo>
                    <a:pt x="1198372" y="881430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891688" y="6847643"/>
              <a:ext cx="575945" cy="1407795"/>
            </a:xfrm>
            <a:custGeom>
              <a:avLst/>
              <a:gdLst/>
              <a:ahLst/>
              <a:cxnLst/>
              <a:rect l="l" t="t" r="r" b="b"/>
              <a:pathLst>
                <a:path w="575945" h="1407795">
                  <a:moveTo>
                    <a:pt x="575551" y="1403032"/>
                  </a:moveTo>
                  <a:lnTo>
                    <a:pt x="0" y="1403032"/>
                  </a:lnTo>
                  <a:lnTo>
                    <a:pt x="0" y="1407299"/>
                  </a:lnTo>
                  <a:lnTo>
                    <a:pt x="575551" y="1407299"/>
                  </a:lnTo>
                  <a:lnTo>
                    <a:pt x="575551" y="1403032"/>
                  </a:lnTo>
                  <a:close/>
                </a:path>
                <a:path w="575945" h="1407795">
                  <a:moveTo>
                    <a:pt x="575551" y="1392986"/>
                  </a:moveTo>
                  <a:lnTo>
                    <a:pt x="0" y="1392986"/>
                  </a:lnTo>
                  <a:lnTo>
                    <a:pt x="0" y="1397254"/>
                  </a:lnTo>
                  <a:lnTo>
                    <a:pt x="575551" y="1397254"/>
                  </a:lnTo>
                  <a:lnTo>
                    <a:pt x="575551" y="1392986"/>
                  </a:lnTo>
                  <a:close/>
                </a:path>
                <a:path w="575945" h="1407795">
                  <a:moveTo>
                    <a:pt x="575551" y="1332877"/>
                  </a:moveTo>
                  <a:lnTo>
                    <a:pt x="0" y="1332877"/>
                  </a:lnTo>
                  <a:lnTo>
                    <a:pt x="0" y="1337144"/>
                  </a:lnTo>
                  <a:lnTo>
                    <a:pt x="575551" y="1337144"/>
                  </a:lnTo>
                  <a:lnTo>
                    <a:pt x="575551" y="1332877"/>
                  </a:lnTo>
                  <a:close/>
                </a:path>
                <a:path w="575945" h="1407795">
                  <a:moveTo>
                    <a:pt x="575551" y="1322832"/>
                  </a:moveTo>
                  <a:lnTo>
                    <a:pt x="0" y="1322832"/>
                  </a:lnTo>
                  <a:lnTo>
                    <a:pt x="0" y="1327099"/>
                  </a:lnTo>
                  <a:lnTo>
                    <a:pt x="575551" y="1327099"/>
                  </a:lnTo>
                  <a:lnTo>
                    <a:pt x="575551" y="1322832"/>
                  </a:lnTo>
                  <a:close/>
                </a:path>
                <a:path w="575945" h="1407795">
                  <a:moveTo>
                    <a:pt x="575551" y="1262722"/>
                  </a:moveTo>
                  <a:lnTo>
                    <a:pt x="0" y="1262722"/>
                  </a:lnTo>
                  <a:lnTo>
                    <a:pt x="0" y="1266990"/>
                  </a:lnTo>
                  <a:lnTo>
                    <a:pt x="575551" y="1266990"/>
                  </a:lnTo>
                  <a:lnTo>
                    <a:pt x="575551" y="1262722"/>
                  </a:lnTo>
                  <a:close/>
                </a:path>
                <a:path w="575945" h="1407795">
                  <a:moveTo>
                    <a:pt x="575551" y="1192580"/>
                  </a:moveTo>
                  <a:lnTo>
                    <a:pt x="0" y="1192580"/>
                  </a:lnTo>
                  <a:lnTo>
                    <a:pt x="0" y="1196848"/>
                  </a:lnTo>
                  <a:lnTo>
                    <a:pt x="575551" y="1196848"/>
                  </a:lnTo>
                  <a:lnTo>
                    <a:pt x="575551" y="1192580"/>
                  </a:lnTo>
                  <a:close/>
                </a:path>
                <a:path w="575945" h="1407795">
                  <a:moveTo>
                    <a:pt x="575551" y="1122426"/>
                  </a:moveTo>
                  <a:lnTo>
                    <a:pt x="0" y="1122426"/>
                  </a:lnTo>
                  <a:lnTo>
                    <a:pt x="0" y="1126693"/>
                  </a:lnTo>
                  <a:lnTo>
                    <a:pt x="575551" y="1126693"/>
                  </a:lnTo>
                  <a:lnTo>
                    <a:pt x="575551" y="1122426"/>
                  </a:lnTo>
                  <a:close/>
                </a:path>
                <a:path w="575945" h="1407795">
                  <a:moveTo>
                    <a:pt x="575551" y="1052271"/>
                  </a:moveTo>
                  <a:lnTo>
                    <a:pt x="0" y="1052271"/>
                  </a:lnTo>
                  <a:lnTo>
                    <a:pt x="0" y="1056538"/>
                  </a:lnTo>
                  <a:lnTo>
                    <a:pt x="575551" y="1056538"/>
                  </a:lnTo>
                  <a:lnTo>
                    <a:pt x="575551" y="1052271"/>
                  </a:lnTo>
                  <a:close/>
                </a:path>
                <a:path w="575945" h="1407795">
                  <a:moveTo>
                    <a:pt x="575551" y="982129"/>
                  </a:moveTo>
                  <a:lnTo>
                    <a:pt x="0" y="982129"/>
                  </a:lnTo>
                  <a:lnTo>
                    <a:pt x="0" y="986396"/>
                  </a:lnTo>
                  <a:lnTo>
                    <a:pt x="575551" y="986396"/>
                  </a:lnTo>
                  <a:lnTo>
                    <a:pt x="575551" y="982129"/>
                  </a:lnTo>
                  <a:close/>
                </a:path>
                <a:path w="575945" h="1407795">
                  <a:moveTo>
                    <a:pt x="575551" y="911974"/>
                  </a:moveTo>
                  <a:lnTo>
                    <a:pt x="0" y="911974"/>
                  </a:lnTo>
                  <a:lnTo>
                    <a:pt x="0" y="916241"/>
                  </a:lnTo>
                  <a:lnTo>
                    <a:pt x="575551" y="916241"/>
                  </a:lnTo>
                  <a:lnTo>
                    <a:pt x="575551" y="911974"/>
                  </a:lnTo>
                  <a:close/>
                </a:path>
                <a:path w="575945" h="1407795">
                  <a:moveTo>
                    <a:pt x="575551" y="841819"/>
                  </a:moveTo>
                  <a:lnTo>
                    <a:pt x="0" y="841819"/>
                  </a:lnTo>
                  <a:lnTo>
                    <a:pt x="0" y="846086"/>
                  </a:lnTo>
                  <a:lnTo>
                    <a:pt x="575551" y="846086"/>
                  </a:lnTo>
                  <a:lnTo>
                    <a:pt x="575551" y="841819"/>
                  </a:lnTo>
                  <a:close/>
                </a:path>
                <a:path w="575945" h="1407795">
                  <a:moveTo>
                    <a:pt x="575551" y="771664"/>
                  </a:moveTo>
                  <a:lnTo>
                    <a:pt x="0" y="771664"/>
                  </a:lnTo>
                  <a:lnTo>
                    <a:pt x="0" y="775944"/>
                  </a:lnTo>
                  <a:lnTo>
                    <a:pt x="575551" y="775944"/>
                  </a:lnTo>
                  <a:lnTo>
                    <a:pt x="575551" y="771664"/>
                  </a:lnTo>
                  <a:close/>
                </a:path>
                <a:path w="575945" h="1407795">
                  <a:moveTo>
                    <a:pt x="575551" y="701509"/>
                  </a:moveTo>
                  <a:lnTo>
                    <a:pt x="0" y="701509"/>
                  </a:lnTo>
                  <a:lnTo>
                    <a:pt x="0" y="705789"/>
                  </a:lnTo>
                  <a:lnTo>
                    <a:pt x="575551" y="705789"/>
                  </a:lnTo>
                  <a:lnTo>
                    <a:pt x="575551" y="701509"/>
                  </a:lnTo>
                  <a:close/>
                </a:path>
                <a:path w="575945" h="1407795">
                  <a:moveTo>
                    <a:pt x="575551" y="631355"/>
                  </a:moveTo>
                  <a:lnTo>
                    <a:pt x="0" y="631355"/>
                  </a:lnTo>
                  <a:lnTo>
                    <a:pt x="0" y="635635"/>
                  </a:lnTo>
                  <a:lnTo>
                    <a:pt x="575551" y="635635"/>
                  </a:lnTo>
                  <a:lnTo>
                    <a:pt x="575551" y="631355"/>
                  </a:lnTo>
                  <a:close/>
                </a:path>
                <a:path w="575945" h="1407795">
                  <a:moveTo>
                    <a:pt x="575551" y="561200"/>
                  </a:moveTo>
                  <a:lnTo>
                    <a:pt x="0" y="561200"/>
                  </a:lnTo>
                  <a:lnTo>
                    <a:pt x="0" y="565480"/>
                  </a:lnTo>
                  <a:lnTo>
                    <a:pt x="575551" y="565480"/>
                  </a:lnTo>
                  <a:lnTo>
                    <a:pt x="575551" y="561200"/>
                  </a:lnTo>
                  <a:close/>
                </a:path>
                <a:path w="575945" h="1407795">
                  <a:moveTo>
                    <a:pt x="575551" y="491058"/>
                  </a:moveTo>
                  <a:lnTo>
                    <a:pt x="0" y="491058"/>
                  </a:lnTo>
                  <a:lnTo>
                    <a:pt x="0" y="495338"/>
                  </a:lnTo>
                  <a:lnTo>
                    <a:pt x="575551" y="495338"/>
                  </a:lnTo>
                  <a:lnTo>
                    <a:pt x="575551" y="491058"/>
                  </a:lnTo>
                  <a:close/>
                </a:path>
                <a:path w="575945" h="1407795">
                  <a:moveTo>
                    <a:pt x="575551" y="420903"/>
                  </a:moveTo>
                  <a:lnTo>
                    <a:pt x="0" y="420903"/>
                  </a:lnTo>
                  <a:lnTo>
                    <a:pt x="0" y="425183"/>
                  </a:lnTo>
                  <a:lnTo>
                    <a:pt x="575551" y="425183"/>
                  </a:lnTo>
                  <a:lnTo>
                    <a:pt x="575551" y="420903"/>
                  </a:lnTo>
                  <a:close/>
                </a:path>
                <a:path w="575945" h="1407795">
                  <a:moveTo>
                    <a:pt x="575551" y="350748"/>
                  </a:moveTo>
                  <a:lnTo>
                    <a:pt x="0" y="350748"/>
                  </a:lnTo>
                  <a:lnTo>
                    <a:pt x="0" y="355028"/>
                  </a:lnTo>
                  <a:lnTo>
                    <a:pt x="575551" y="355028"/>
                  </a:lnTo>
                  <a:lnTo>
                    <a:pt x="575551" y="350748"/>
                  </a:lnTo>
                  <a:close/>
                </a:path>
                <a:path w="575945" h="1407795">
                  <a:moveTo>
                    <a:pt x="575551" y="280606"/>
                  </a:moveTo>
                  <a:lnTo>
                    <a:pt x="0" y="280606"/>
                  </a:lnTo>
                  <a:lnTo>
                    <a:pt x="0" y="284873"/>
                  </a:lnTo>
                  <a:lnTo>
                    <a:pt x="575551" y="284873"/>
                  </a:lnTo>
                  <a:lnTo>
                    <a:pt x="575551" y="280606"/>
                  </a:lnTo>
                  <a:close/>
                </a:path>
                <a:path w="575945" h="1407795">
                  <a:moveTo>
                    <a:pt x="575551" y="210451"/>
                  </a:moveTo>
                  <a:lnTo>
                    <a:pt x="0" y="210451"/>
                  </a:lnTo>
                  <a:lnTo>
                    <a:pt x="0" y="214718"/>
                  </a:lnTo>
                  <a:lnTo>
                    <a:pt x="575551" y="214718"/>
                  </a:lnTo>
                  <a:lnTo>
                    <a:pt x="575551" y="210451"/>
                  </a:lnTo>
                  <a:close/>
                </a:path>
                <a:path w="575945" h="1407795">
                  <a:moveTo>
                    <a:pt x="575551" y="140296"/>
                  </a:moveTo>
                  <a:lnTo>
                    <a:pt x="0" y="140296"/>
                  </a:lnTo>
                  <a:lnTo>
                    <a:pt x="0" y="144564"/>
                  </a:lnTo>
                  <a:lnTo>
                    <a:pt x="575551" y="144564"/>
                  </a:lnTo>
                  <a:lnTo>
                    <a:pt x="575551" y="140296"/>
                  </a:lnTo>
                  <a:close/>
                </a:path>
                <a:path w="575945" h="1407795">
                  <a:moveTo>
                    <a:pt x="575551" y="70154"/>
                  </a:moveTo>
                  <a:lnTo>
                    <a:pt x="0" y="70154"/>
                  </a:lnTo>
                  <a:lnTo>
                    <a:pt x="0" y="74422"/>
                  </a:lnTo>
                  <a:lnTo>
                    <a:pt x="575551" y="74422"/>
                  </a:lnTo>
                  <a:lnTo>
                    <a:pt x="575551" y="70154"/>
                  </a:lnTo>
                  <a:close/>
                </a:path>
                <a:path w="575945" h="1407795">
                  <a:moveTo>
                    <a:pt x="575551" y="0"/>
                  </a:moveTo>
                  <a:lnTo>
                    <a:pt x="0" y="0"/>
                  </a:lnTo>
                  <a:lnTo>
                    <a:pt x="0" y="4267"/>
                  </a:lnTo>
                  <a:lnTo>
                    <a:pt x="575551" y="4267"/>
                  </a:lnTo>
                  <a:lnTo>
                    <a:pt x="575551" y="0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2891688" y="6598380"/>
              <a:ext cx="575945" cy="1060450"/>
            </a:xfrm>
            <a:custGeom>
              <a:avLst/>
              <a:gdLst/>
              <a:ahLst/>
              <a:cxnLst/>
              <a:rect l="l" t="t" r="r" b="b"/>
              <a:pathLst>
                <a:path w="575945" h="1060450">
                  <a:moveTo>
                    <a:pt x="575551" y="0"/>
                  </a:moveTo>
                  <a:lnTo>
                    <a:pt x="0" y="0"/>
                  </a:lnTo>
                  <a:lnTo>
                    <a:pt x="0" y="91440"/>
                  </a:lnTo>
                  <a:lnTo>
                    <a:pt x="301879" y="91440"/>
                  </a:lnTo>
                  <a:lnTo>
                    <a:pt x="301879" y="575310"/>
                  </a:lnTo>
                  <a:lnTo>
                    <a:pt x="455637" y="575310"/>
                  </a:lnTo>
                  <a:lnTo>
                    <a:pt x="455637" y="1060450"/>
                  </a:lnTo>
                  <a:lnTo>
                    <a:pt x="575551" y="1060450"/>
                  </a:lnTo>
                  <a:lnTo>
                    <a:pt x="575551" y="575310"/>
                  </a:lnTo>
                  <a:lnTo>
                    <a:pt x="575551" y="91440"/>
                  </a:lnTo>
                  <a:lnTo>
                    <a:pt x="575551" y="0"/>
                  </a:lnTo>
                  <a:close/>
                </a:path>
              </a:pathLst>
            </a:custGeom>
            <a:solidFill>
              <a:srgbClr val="CDEBE6">
                <a:alpha val="223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3539529" y="6959138"/>
              <a:ext cx="196850" cy="429259"/>
            </a:xfrm>
            <a:custGeom>
              <a:avLst/>
              <a:gdLst/>
              <a:ahLst/>
              <a:cxnLst/>
              <a:rect l="l" t="t" r="r" b="b"/>
              <a:pathLst>
                <a:path w="196850" h="429259">
                  <a:moveTo>
                    <a:pt x="196287" y="0"/>
                  </a:moveTo>
                  <a:lnTo>
                    <a:pt x="0" y="0"/>
                  </a:lnTo>
                  <a:lnTo>
                    <a:pt x="196287" y="428971"/>
                  </a:lnTo>
                  <a:lnTo>
                    <a:pt x="196287" y="0"/>
                  </a:lnTo>
                  <a:close/>
                </a:path>
              </a:pathLst>
            </a:custGeom>
            <a:solidFill>
              <a:srgbClr val="CDEBE6">
                <a:alpha val="1024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3467242" y="7332918"/>
              <a:ext cx="224154" cy="932180"/>
            </a:xfrm>
            <a:custGeom>
              <a:avLst/>
              <a:gdLst/>
              <a:ahLst/>
              <a:cxnLst/>
              <a:rect l="l" t="t" r="r" b="b"/>
              <a:pathLst>
                <a:path w="224154" h="932179">
                  <a:moveTo>
                    <a:pt x="0" y="0"/>
                  </a:moveTo>
                  <a:lnTo>
                    <a:pt x="0" y="932118"/>
                  </a:lnTo>
                  <a:lnTo>
                    <a:pt x="223878" y="9321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EBE6">
                <a:alpha val="1024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2547213" y="6915372"/>
              <a:ext cx="626110" cy="949325"/>
            </a:xfrm>
            <a:custGeom>
              <a:avLst/>
              <a:gdLst/>
              <a:ahLst/>
              <a:cxnLst/>
              <a:rect l="l" t="t" r="r" b="b"/>
              <a:pathLst>
                <a:path w="626110" h="949325">
                  <a:moveTo>
                    <a:pt x="625944" y="192798"/>
                  </a:moveTo>
                  <a:lnTo>
                    <a:pt x="524522" y="192798"/>
                  </a:lnTo>
                  <a:lnTo>
                    <a:pt x="524522" y="27736"/>
                  </a:lnTo>
                  <a:lnTo>
                    <a:pt x="460616" y="27736"/>
                  </a:lnTo>
                  <a:lnTo>
                    <a:pt x="460616" y="0"/>
                  </a:lnTo>
                  <a:lnTo>
                    <a:pt x="144360" y="0"/>
                  </a:lnTo>
                  <a:lnTo>
                    <a:pt x="144360" y="27736"/>
                  </a:lnTo>
                  <a:lnTo>
                    <a:pt x="80454" y="27736"/>
                  </a:lnTo>
                  <a:lnTo>
                    <a:pt x="80454" y="192798"/>
                  </a:lnTo>
                  <a:lnTo>
                    <a:pt x="0" y="192798"/>
                  </a:lnTo>
                  <a:lnTo>
                    <a:pt x="0" y="948905"/>
                  </a:lnTo>
                  <a:lnTo>
                    <a:pt x="128473" y="948905"/>
                  </a:lnTo>
                  <a:lnTo>
                    <a:pt x="480098" y="948905"/>
                  </a:lnTo>
                  <a:lnTo>
                    <a:pt x="625944" y="948905"/>
                  </a:lnTo>
                  <a:lnTo>
                    <a:pt x="625944" y="192798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/>
          <p:nvPr/>
        </p:nvSpPr>
        <p:spPr>
          <a:xfrm>
            <a:off x="2121181" y="6661022"/>
            <a:ext cx="35560" cy="1343660"/>
          </a:xfrm>
          <a:custGeom>
            <a:avLst/>
            <a:gdLst/>
            <a:ahLst/>
            <a:cxnLst/>
            <a:rect l="l" t="t" r="r" b="b"/>
            <a:pathLst>
              <a:path w="35560" h="1343659">
                <a:moveTo>
                  <a:pt x="34951" y="0"/>
                </a:moveTo>
                <a:lnTo>
                  <a:pt x="0" y="0"/>
                </a:lnTo>
                <a:lnTo>
                  <a:pt x="0" y="1343529"/>
                </a:lnTo>
                <a:lnTo>
                  <a:pt x="34951" y="1343529"/>
                </a:lnTo>
                <a:lnTo>
                  <a:pt x="34951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2380084" y="7477615"/>
            <a:ext cx="541020" cy="883285"/>
          </a:xfrm>
          <a:custGeom>
            <a:avLst/>
            <a:gdLst/>
            <a:ahLst/>
            <a:cxnLst/>
            <a:rect l="l" t="t" r="r" b="b"/>
            <a:pathLst>
              <a:path w="541019" h="883284">
                <a:moveTo>
                  <a:pt x="540737" y="0"/>
                </a:moveTo>
                <a:lnTo>
                  <a:pt x="0" y="0"/>
                </a:lnTo>
                <a:lnTo>
                  <a:pt x="0" y="883124"/>
                </a:lnTo>
                <a:lnTo>
                  <a:pt x="540737" y="883124"/>
                </a:lnTo>
                <a:lnTo>
                  <a:pt x="540737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1574977" y="6661029"/>
            <a:ext cx="546735" cy="1353185"/>
          </a:xfrm>
          <a:custGeom>
            <a:avLst/>
            <a:gdLst/>
            <a:ahLst/>
            <a:cxnLst/>
            <a:rect l="l" t="t" r="r" b="b"/>
            <a:pathLst>
              <a:path w="546735" h="1353184">
                <a:moveTo>
                  <a:pt x="546201" y="0"/>
                </a:moveTo>
                <a:lnTo>
                  <a:pt x="0" y="0"/>
                </a:lnTo>
                <a:lnTo>
                  <a:pt x="0" y="1286217"/>
                </a:lnTo>
                <a:lnTo>
                  <a:pt x="0" y="1352778"/>
                </a:lnTo>
                <a:lnTo>
                  <a:pt x="546201" y="1352778"/>
                </a:lnTo>
                <a:lnTo>
                  <a:pt x="546201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/>
          <p:nvPr/>
        </p:nvSpPr>
        <p:spPr>
          <a:xfrm>
            <a:off x="2583036" y="7497950"/>
            <a:ext cx="281305" cy="856615"/>
          </a:xfrm>
          <a:custGeom>
            <a:avLst/>
            <a:gdLst/>
            <a:ahLst/>
            <a:cxnLst/>
            <a:rect l="l" t="t" r="r" b="b"/>
            <a:pathLst>
              <a:path w="281305" h="856615">
                <a:moveTo>
                  <a:pt x="280923" y="0"/>
                </a:moveTo>
                <a:lnTo>
                  <a:pt x="280923" y="856026"/>
                </a:lnTo>
              </a:path>
              <a:path w="281305" h="856615">
                <a:moveTo>
                  <a:pt x="209826" y="0"/>
                </a:moveTo>
                <a:lnTo>
                  <a:pt x="209826" y="856026"/>
                </a:lnTo>
              </a:path>
              <a:path w="281305" h="856615">
                <a:moveTo>
                  <a:pt x="142194" y="0"/>
                </a:moveTo>
                <a:lnTo>
                  <a:pt x="142194" y="856026"/>
                </a:lnTo>
              </a:path>
              <a:path w="281305" h="856615">
                <a:moveTo>
                  <a:pt x="71966" y="0"/>
                </a:moveTo>
                <a:lnTo>
                  <a:pt x="71966" y="856026"/>
                </a:lnTo>
              </a:path>
              <a:path w="281305" h="856615">
                <a:moveTo>
                  <a:pt x="0" y="0"/>
                </a:moveTo>
                <a:lnTo>
                  <a:pt x="0" y="856026"/>
                </a:lnTo>
              </a:path>
            </a:pathLst>
          </a:custGeom>
          <a:ln w="41621">
            <a:solidFill>
              <a:srgbClr val="CDEBE6"/>
            </a:solidFill>
            <a:prstDash val="sysDot"/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/>
          <p:nvPr/>
        </p:nvSpPr>
        <p:spPr>
          <a:xfrm>
            <a:off x="2438831" y="7497950"/>
            <a:ext cx="74295" cy="856615"/>
          </a:xfrm>
          <a:custGeom>
            <a:avLst/>
            <a:gdLst/>
            <a:ahLst/>
            <a:cxnLst/>
            <a:rect l="l" t="t" r="r" b="b"/>
            <a:pathLst>
              <a:path w="74294" h="856615">
                <a:moveTo>
                  <a:pt x="0" y="0"/>
                </a:moveTo>
                <a:lnTo>
                  <a:pt x="0" y="856026"/>
                </a:lnTo>
              </a:path>
              <a:path w="74294" h="856615">
                <a:moveTo>
                  <a:pt x="73746" y="0"/>
                </a:moveTo>
                <a:lnTo>
                  <a:pt x="73746" y="856026"/>
                </a:lnTo>
              </a:path>
            </a:pathLst>
          </a:custGeom>
          <a:ln w="41621">
            <a:solidFill>
              <a:srgbClr val="CDEBE6"/>
            </a:solidFill>
            <a:prstDash val="sysDot"/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/>
          <p:nvPr/>
        </p:nvSpPr>
        <p:spPr>
          <a:xfrm>
            <a:off x="2884766" y="7865891"/>
            <a:ext cx="410209" cy="495300"/>
          </a:xfrm>
          <a:custGeom>
            <a:avLst/>
            <a:gdLst/>
            <a:ahLst/>
            <a:cxnLst/>
            <a:rect l="l" t="t" r="r" b="b"/>
            <a:pathLst>
              <a:path w="410210" h="495300">
                <a:moveTo>
                  <a:pt x="409651" y="0"/>
                </a:moveTo>
                <a:lnTo>
                  <a:pt x="370319" y="0"/>
                </a:lnTo>
                <a:lnTo>
                  <a:pt x="36042" y="0"/>
                </a:lnTo>
                <a:lnTo>
                  <a:pt x="0" y="0"/>
                </a:lnTo>
                <a:lnTo>
                  <a:pt x="0" y="494855"/>
                </a:lnTo>
                <a:lnTo>
                  <a:pt x="36042" y="494855"/>
                </a:lnTo>
                <a:lnTo>
                  <a:pt x="370319" y="494855"/>
                </a:lnTo>
                <a:lnTo>
                  <a:pt x="409651" y="494855"/>
                </a:lnTo>
                <a:lnTo>
                  <a:pt x="409651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/>
          <p:nvPr/>
        </p:nvSpPr>
        <p:spPr>
          <a:xfrm>
            <a:off x="3056826" y="7130027"/>
            <a:ext cx="79375" cy="566420"/>
          </a:xfrm>
          <a:custGeom>
            <a:avLst/>
            <a:gdLst/>
            <a:ahLst/>
            <a:cxnLst/>
            <a:rect l="l" t="t" r="r" b="b"/>
            <a:pathLst>
              <a:path w="79375" h="566420">
                <a:moveTo>
                  <a:pt x="79197" y="545058"/>
                </a:moveTo>
                <a:lnTo>
                  <a:pt x="0" y="545058"/>
                </a:lnTo>
                <a:lnTo>
                  <a:pt x="0" y="566407"/>
                </a:lnTo>
                <a:lnTo>
                  <a:pt x="79197" y="566407"/>
                </a:lnTo>
                <a:lnTo>
                  <a:pt x="79197" y="545058"/>
                </a:lnTo>
                <a:close/>
              </a:path>
              <a:path w="79375" h="566420">
                <a:moveTo>
                  <a:pt x="79197" y="514769"/>
                </a:moveTo>
                <a:lnTo>
                  <a:pt x="0" y="514769"/>
                </a:lnTo>
                <a:lnTo>
                  <a:pt x="0" y="536117"/>
                </a:lnTo>
                <a:lnTo>
                  <a:pt x="79197" y="536117"/>
                </a:lnTo>
                <a:lnTo>
                  <a:pt x="79197" y="514769"/>
                </a:lnTo>
                <a:close/>
              </a:path>
              <a:path w="79375" h="566420">
                <a:moveTo>
                  <a:pt x="79197" y="484492"/>
                </a:moveTo>
                <a:lnTo>
                  <a:pt x="0" y="484492"/>
                </a:lnTo>
                <a:lnTo>
                  <a:pt x="0" y="505841"/>
                </a:lnTo>
                <a:lnTo>
                  <a:pt x="79197" y="505841"/>
                </a:lnTo>
                <a:lnTo>
                  <a:pt x="79197" y="484492"/>
                </a:lnTo>
                <a:close/>
              </a:path>
              <a:path w="79375" h="566420">
                <a:moveTo>
                  <a:pt x="79197" y="454202"/>
                </a:moveTo>
                <a:lnTo>
                  <a:pt x="0" y="454202"/>
                </a:lnTo>
                <a:lnTo>
                  <a:pt x="0" y="475564"/>
                </a:lnTo>
                <a:lnTo>
                  <a:pt x="79197" y="475564"/>
                </a:lnTo>
                <a:lnTo>
                  <a:pt x="79197" y="454202"/>
                </a:lnTo>
                <a:close/>
              </a:path>
              <a:path w="79375" h="566420">
                <a:moveTo>
                  <a:pt x="79197" y="423926"/>
                </a:moveTo>
                <a:lnTo>
                  <a:pt x="0" y="423926"/>
                </a:lnTo>
                <a:lnTo>
                  <a:pt x="0" y="445274"/>
                </a:lnTo>
                <a:lnTo>
                  <a:pt x="79197" y="445274"/>
                </a:lnTo>
                <a:lnTo>
                  <a:pt x="79197" y="423926"/>
                </a:lnTo>
                <a:close/>
              </a:path>
              <a:path w="79375" h="566420">
                <a:moveTo>
                  <a:pt x="79197" y="393649"/>
                </a:moveTo>
                <a:lnTo>
                  <a:pt x="0" y="393649"/>
                </a:lnTo>
                <a:lnTo>
                  <a:pt x="0" y="414997"/>
                </a:lnTo>
                <a:lnTo>
                  <a:pt x="79197" y="414997"/>
                </a:lnTo>
                <a:lnTo>
                  <a:pt x="79197" y="393649"/>
                </a:lnTo>
                <a:close/>
              </a:path>
              <a:path w="79375" h="566420">
                <a:moveTo>
                  <a:pt x="79197" y="363359"/>
                </a:moveTo>
                <a:lnTo>
                  <a:pt x="0" y="363359"/>
                </a:lnTo>
                <a:lnTo>
                  <a:pt x="0" y="384708"/>
                </a:lnTo>
                <a:lnTo>
                  <a:pt x="79197" y="384708"/>
                </a:lnTo>
                <a:lnTo>
                  <a:pt x="79197" y="363359"/>
                </a:lnTo>
                <a:close/>
              </a:path>
              <a:path w="79375" h="566420">
                <a:moveTo>
                  <a:pt x="79197" y="333082"/>
                </a:moveTo>
                <a:lnTo>
                  <a:pt x="0" y="333082"/>
                </a:lnTo>
                <a:lnTo>
                  <a:pt x="0" y="354431"/>
                </a:lnTo>
                <a:lnTo>
                  <a:pt x="79197" y="354431"/>
                </a:lnTo>
                <a:lnTo>
                  <a:pt x="79197" y="333082"/>
                </a:lnTo>
                <a:close/>
              </a:path>
              <a:path w="79375" h="566420">
                <a:moveTo>
                  <a:pt x="79197" y="302806"/>
                </a:moveTo>
                <a:lnTo>
                  <a:pt x="0" y="302806"/>
                </a:lnTo>
                <a:lnTo>
                  <a:pt x="0" y="324154"/>
                </a:lnTo>
                <a:lnTo>
                  <a:pt x="79197" y="324154"/>
                </a:lnTo>
                <a:lnTo>
                  <a:pt x="79197" y="302806"/>
                </a:lnTo>
                <a:close/>
              </a:path>
              <a:path w="79375" h="566420">
                <a:moveTo>
                  <a:pt x="79197" y="272529"/>
                </a:moveTo>
                <a:lnTo>
                  <a:pt x="0" y="272529"/>
                </a:lnTo>
                <a:lnTo>
                  <a:pt x="0" y="293878"/>
                </a:lnTo>
                <a:lnTo>
                  <a:pt x="79197" y="293878"/>
                </a:lnTo>
                <a:lnTo>
                  <a:pt x="79197" y="272529"/>
                </a:lnTo>
                <a:close/>
              </a:path>
              <a:path w="79375" h="566420">
                <a:moveTo>
                  <a:pt x="79197" y="242252"/>
                </a:moveTo>
                <a:lnTo>
                  <a:pt x="0" y="242252"/>
                </a:lnTo>
                <a:lnTo>
                  <a:pt x="0" y="263601"/>
                </a:lnTo>
                <a:lnTo>
                  <a:pt x="79197" y="263601"/>
                </a:lnTo>
                <a:lnTo>
                  <a:pt x="79197" y="242252"/>
                </a:lnTo>
                <a:close/>
              </a:path>
              <a:path w="79375" h="566420">
                <a:moveTo>
                  <a:pt x="79197" y="211963"/>
                </a:moveTo>
                <a:lnTo>
                  <a:pt x="0" y="211963"/>
                </a:lnTo>
                <a:lnTo>
                  <a:pt x="0" y="233311"/>
                </a:lnTo>
                <a:lnTo>
                  <a:pt x="79197" y="233311"/>
                </a:lnTo>
                <a:lnTo>
                  <a:pt x="79197" y="211963"/>
                </a:lnTo>
                <a:close/>
              </a:path>
              <a:path w="79375" h="566420">
                <a:moveTo>
                  <a:pt x="79197" y="181686"/>
                </a:moveTo>
                <a:lnTo>
                  <a:pt x="0" y="181686"/>
                </a:lnTo>
                <a:lnTo>
                  <a:pt x="0" y="203034"/>
                </a:lnTo>
                <a:lnTo>
                  <a:pt x="79197" y="203034"/>
                </a:lnTo>
                <a:lnTo>
                  <a:pt x="79197" y="181686"/>
                </a:lnTo>
                <a:close/>
              </a:path>
              <a:path w="79375" h="566420">
                <a:moveTo>
                  <a:pt x="79197" y="151396"/>
                </a:moveTo>
                <a:lnTo>
                  <a:pt x="0" y="151396"/>
                </a:lnTo>
                <a:lnTo>
                  <a:pt x="0" y="172745"/>
                </a:lnTo>
                <a:lnTo>
                  <a:pt x="79197" y="172745"/>
                </a:lnTo>
                <a:lnTo>
                  <a:pt x="79197" y="151396"/>
                </a:lnTo>
                <a:close/>
              </a:path>
              <a:path w="79375" h="566420">
                <a:moveTo>
                  <a:pt x="79197" y="121119"/>
                </a:moveTo>
                <a:lnTo>
                  <a:pt x="0" y="121119"/>
                </a:lnTo>
                <a:lnTo>
                  <a:pt x="0" y="142468"/>
                </a:lnTo>
                <a:lnTo>
                  <a:pt x="79197" y="142468"/>
                </a:lnTo>
                <a:lnTo>
                  <a:pt x="79197" y="121119"/>
                </a:lnTo>
                <a:close/>
              </a:path>
              <a:path w="79375" h="566420">
                <a:moveTo>
                  <a:pt x="79197" y="90843"/>
                </a:moveTo>
                <a:lnTo>
                  <a:pt x="0" y="90843"/>
                </a:lnTo>
                <a:lnTo>
                  <a:pt x="0" y="112191"/>
                </a:lnTo>
                <a:lnTo>
                  <a:pt x="79197" y="112191"/>
                </a:lnTo>
                <a:lnTo>
                  <a:pt x="79197" y="90843"/>
                </a:lnTo>
                <a:close/>
              </a:path>
              <a:path w="79375" h="566420">
                <a:moveTo>
                  <a:pt x="79197" y="60553"/>
                </a:moveTo>
                <a:lnTo>
                  <a:pt x="0" y="60553"/>
                </a:lnTo>
                <a:lnTo>
                  <a:pt x="0" y="81902"/>
                </a:lnTo>
                <a:lnTo>
                  <a:pt x="79197" y="81902"/>
                </a:lnTo>
                <a:lnTo>
                  <a:pt x="79197" y="60553"/>
                </a:lnTo>
                <a:close/>
              </a:path>
              <a:path w="79375" h="566420">
                <a:moveTo>
                  <a:pt x="79197" y="30276"/>
                </a:moveTo>
                <a:lnTo>
                  <a:pt x="0" y="30276"/>
                </a:lnTo>
                <a:lnTo>
                  <a:pt x="0" y="51625"/>
                </a:lnTo>
                <a:lnTo>
                  <a:pt x="79197" y="51625"/>
                </a:lnTo>
                <a:lnTo>
                  <a:pt x="79197" y="30276"/>
                </a:lnTo>
                <a:close/>
              </a:path>
              <a:path w="79375" h="566420">
                <a:moveTo>
                  <a:pt x="79197" y="0"/>
                </a:moveTo>
                <a:lnTo>
                  <a:pt x="0" y="0"/>
                </a:lnTo>
                <a:lnTo>
                  <a:pt x="0" y="21348"/>
                </a:lnTo>
                <a:lnTo>
                  <a:pt x="79197" y="21348"/>
                </a:lnTo>
                <a:lnTo>
                  <a:pt x="79197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/>
          <p:nvPr/>
        </p:nvSpPr>
        <p:spPr>
          <a:xfrm>
            <a:off x="2571242" y="7129709"/>
            <a:ext cx="79375" cy="233679"/>
          </a:xfrm>
          <a:custGeom>
            <a:avLst/>
            <a:gdLst/>
            <a:ahLst/>
            <a:cxnLst/>
            <a:rect l="l" t="t" r="r" b="b"/>
            <a:pathLst>
              <a:path w="79375" h="233679">
                <a:moveTo>
                  <a:pt x="79209" y="211963"/>
                </a:moveTo>
                <a:lnTo>
                  <a:pt x="0" y="211963"/>
                </a:lnTo>
                <a:lnTo>
                  <a:pt x="0" y="233311"/>
                </a:lnTo>
                <a:lnTo>
                  <a:pt x="79209" y="233311"/>
                </a:lnTo>
                <a:lnTo>
                  <a:pt x="79209" y="211963"/>
                </a:lnTo>
                <a:close/>
              </a:path>
              <a:path w="79375" h="233679">
                <a:moveTo>
                  <a:pt x="79209" y="181686"/>
                </a:moveTo>
                <a:lnTo>
                  <a:pt x="0" y="181686"/>
                </a:lnTo>
                <a:lnTo>
                  <a:pt x="0" y="203034"/>
                </a:lnTo>
                <a:lnTo>
                  <a:pt x="79209" y="203034"/>
                </a:lnTo>
                <a:lnTo>
                  <a:pt x="79209" y="181686"/>
                </a:lnTo>
                <a:close/>
              </a:path>
              <a:path w="79375" h="233679">
                <a:moveTo>
                  <a:pt x="79209" y="151409"/>
                </a:moveTo>
                <a:lnTo>
                  <a:pt x="0" y="151409"/>
                </a:lnTo>
                <a:lnTo>
                  <a:pt x="0" y="172758"/>
                </a:lnTo>
                <a:lnTo>
                  <a:pt x="79209" y="172758"/>
                </a:lnTo>
                <a:lnTo>
                  <a:pt x="79209" y="151409"/>
                </a:lnTo>
                <a:close/>
              </a:path>
              <a:path w="79375" h="233679">
                <a:moveTo>
                  <a:pt x="79209" y="121119"/>
                </a:moveTo>
                <a:lnTo>
                  <a:pt x="0" y="121119"/>
                </a:lnTo>
                <a:lnTo>
                  <a:pt x="0" y="142468"/>
                </a:lnTo>
                <a:lnTo>
                  <a:pt x="79209" y="142468"/>
                </a:lnTo>
                <a:lnTo>
                  <a:pt x="79209" y="121119"/>
                </a:lnTo>
                <a:close/>
              </a:path>
              <a:path w="79375" h="233679">
                <a:moveTo>
                  <a:pt x="79209" y="90843"/>
                </a:moveTo>
                <a:lnTo>
                  <a:pt x="0" y="90843"/>
                </a:lnTo>
                <a:lnTo>
                  <a:pt x="0" y="112191"/>
                </a:lnTo>
                <a:lnTo>
                  <a:pt x="79209" y="112191"/>
                </a:lnTo>
                <a:lnTo>
                  <a:pt x="79209" y="90843"/>
                </a:lnTo>
                <a:close/>
              </a:path>
              <a:path w="79375" h="233679">
                <a:moveTo>
                  <a:pt x="79209" y="60553"/>
                </a:moveTo>
                <a:lnTo>
                  <a:pt x="0" y="60553"/>
                </a:lnTo>
                <a:lnTo>
                  <a:pt x="0" y="81915"/>
                </a:lnTo>
                <a:lnTo>
                  <a:pt x="79209" y="81915"/>
                </a:lnTo>
                <a:lnTo>
                  <a:pt x="79209" y="60553"/>
                </a:lnTo>
                <a:close/>
              </a:path>
              <a:path w="79375" h="233679">
                <a:moveTo>
                  <a:pt x="79209" y="30289"/>
                </a:moveTo>
                <a:lnTo>
                  <a:pt x="0" y="30289"/>
                </a:lnTo>
                <a:lnTo>
                  <a:pt x="0" y="51638"/>
                </a:lnTo>
                <a:lnTo>
                  <a:pt x="79209" y="51638"/>
                </a:lnTo>
                <a:lnTo>
                  <a:pt x="79209" y="30289"/>
                </a:lnTo>
                <a:close/>
              </a:path>
              <a:path w="79375" h="233679">
                <a:moveTo>
                  <a:pt x="79209" y="0"/>
                </a:moveTo>
                <a:lnTo>
                  <a:pt x="0" y="0"/>
                </a:lnTo>
                <a:lnTo>
                  <a:pt x="0" y="21361"/>
                </a:lnTo>
                <a:lnTo>
                  <a:pt x="79209" y="21361"/>
                </a:lnTo>
                <a:lnTo>
                  <a:pt x="79209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9" name="object 19" descr=""/>
          <p:cNvGrpSpPr/>
          <p:nvPr/>
        </p:nvGrpSpPr>
        <p:grpSpPr>
          <a:xfrm>
            <a:off x="4483664" y="7611192"/>
            <a:ext cx="130175" cy="521334"/>
            <a:chOff x="4483664" y="7611192"/>
            <a:chExt cx="130175" cy="521334"/>
          </a:xfrm>
        </p:grpSpPr>
        <p:sp>
          <p:nvSpPr>
            <p:cNvPr id="20" name="object 20" descr=""/>
            <p:cNvSpPr/>
            <p:nvPr/>
          </p:nvSpPr>
          <p:spPr>
            <a:xfrm>
              <a:off x="4483659" y="7611191"/>
              <a:ext cx="130175" cy="521334"/>
            </a:xfrm>
            <a:custGeom>
              <a:avLst/>
              <a:gdLst/>
              <a:ahLst/>
              <a:cxnLst/>
              <a:rect l="l" t="t" r="r" b="b"/>
              <a:pathLst>
                <a:path w="130175" h="521334">
                  <a:moveTo>
                    <a:pt x="129946" y="50825"/>
                  </a:moveTo>
                  <a:lnTo>
                    <a:pt x="116268" y="50825"/>
                  </a:lnTo>
                  <a:lnTo>
                    <a:pt x="0" y="50825"/>
                  </a:lnTo>
                  <a:lnTo>
                    <a:pt x="0" y="520776"/>
                  </a:lnTo>
                  <a:lnTo>
                    <a:pt x="116268" y="520776"/>
                  </a:lnTo>
                  <a:lnTo>
                    <a:pt x="129946" y="520776"/>
                  </a:lnTo>
                  <a:lnTo>
                    <a:pt x="129946" y="50825"/>
                  </a:lnTo>
                  <a:close/>
                </a:path>
                <a:path w="130175" h="521334">
                  <a:moveTo>
                    <a:pt x="129946" y="0"/>
                  </a:moveTo>
                  <a:lnTo>
                    <a:pt x="0" y="0"/>
                  </a:lnTo>
                  <a:lnTo>
                    <a:pt x="0" y="50812"/>
                  </a:lnTo>
                  <a:lnTo>
                    <a:pt x="129946" y="50812"/>
                  </a:lnTo>
                  <a:lnTo>
                    <a:pt x="129946" y="0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4497349" y="7670793"/>
              <a:ext cx="52069" cy="444500"/>
            </a:xfrm>
            <a:custGeom>
              <a:avLst/>
              <a:gdLst/>
              <a:ahLst/>
              <a:cxnLst/>
              <a:rect l="l" t="t" r="r" b="b"/>
              <a:pathLst>
                <a:path w="52070" h="444500">
                  <a:moveTo>
                    <a:pt x="11722" y="432346"/>
                  </a:moveTo>
                  <a:lnTo>
                    <a:pt x="0" y="432346"/>
                  </a:lnTo>
                  <a:lnTo>
                    <a:pt x="0" y="444080"/>
                  </a:lnTo>
                  <a:lnTo>
                    <a:pt x="11722" y="444080"/>
                  </a:lnTo>
                  <a:lnTo>
                    <a:pt x="11722" y="432346"/>
                  </a:lnTo>
                  <a:close/>
                </a:path>
                <a:path w="52070" h="444500">
                  <a:moveTo>
                    <a:pt x="11722" y="415721"/>
                  </a:moveTo>
                  <a:lnTo>
                    <a:pt x="0" y="415721"/>
                  </a:lnTo>
                  <a:lnTo>
                    <a:pt x="0" y="427443"/>
                  </a:lnTo>
                  <a:lnTo>
                    <a:pt x="11722" y="427443"/>
                  </a:lnTo>
                  <a:lnTo>
                    <a:pt x="11722" y="415721"/>
                  </a:lnTo>
                  <a:close/>
                </a:path>
                <a:path w="52070" h="444500">
                  <a:moveTo>
                    <a:pt x="11722" y="399097"/>
                  </a:moveTo>
                  <a:lnTo>
                    <a:pt x="0" y="399097"/>
                  </a:lnTo>
                  <a:lnTo>
                    <a:pt x="0" y="410819"/>
                  </a:lnTo>
                  <a:lnTo>
                    <a:pt x="11722" y="410819"/>
                  </a:lnTo>
                  <a:lnTo>
                    <a:pt x="11722" y="399097"/>
                  </a:lnTo>
                  <a:close/>
                </a:path>
                <a:path w="52070" h="444500">
                  <a:moveTo>
                    <a:pt x="11722" y="382460"/>
                  </a:moveTo>
                  <a:lnTo>
                    <a:pt x="0" y="382460"/>
                  </a:lnTo>
                  <a:lnTo>
                    <a:pt x="0" y="394195"/>
                  </a:lnTo>
                  <a:lnTo>
                    <a:pt x="11722" y="394195"/>
                  </a:lnTo>
                  <a:lnTo>
                    <a:pt x="11722" y="382460"/>
                  </a:lnTo>
                  <a:close/>
                </a:path>
                <a:path w="52070" h="444500">
                  <a:moveTo>
                    <a:pt x="11722" y="365823"/>
                  </a:moveTo>
                  <a:lnTo>
                    <a:pt x="0" y="365823"/>
                  </a:lnTo>
                  <a:lnTo>
                    <a:pt x="0" y="377558"/>
                  </a:lnTo>
                  <a:lnTo>
                    <a:pt x="11722" y="377558"/>
                  </a:lnTo>
                  <a:lnTo>
                    <a:pt x="11722" y="365823"/>
                  </a:lnTo>
                  <a:close/>
                </a:path>
                <a:path w="52070" h="444500">
                  <a:moveTo>
                    <a:pt x="11722" y="349199"/>
                  </a:moveTo>
                  <a:lnTo>
                    <a:pt x="0" y="349199"/>
                  </a:lnTo>
                  <a:lnTo>
                    <a:pt x="0" y="360921"/>
                  </a:lnTo>
                  <a:lnTo>
                    <a:pt x="11722" y="360921"/>
                  </a:lnTo>
                  <a:lnTo>
                    <a:pt x="11722" y="349199"/>
                  </a:lnTo>
                  <a:close/>
                </a:path>
                <a:path w="52070" h="444500">
                  <a:moveTo>
                    <a:pt x="11722" y="332574"/>
                  </a:moveTo>
                  <a:lnTo>
                    <a:pt x="0" y="332574"/>
                  </a:lnTo>
                  <a:lnTo>
                    <a:pt x="0" y="344297"/>
                  </a:lnTo>
                  <a:lnTo>
                    <a:pt x="11722" y="344297"/>
                  </a:lnTo>
                  <a:lnTo>
                    <a:pt x="11722" y="332574"/>
                  </a:lnTo>
                  <a:close/>
                </a:path>
                <a:path w="52070" h="444500">
                  <a:moveTo>
                    <a:pt x="11722" y="315937"/>
                  </a:moveTo>
                  <a:lnTo>
                    <a:pt x="0" y="315937"/>
                  </a:lnTo>
                  <a:lnTo>
                    <a:pt x="0" y="327672"/>
                  </a:lnTo>
                  <a:lnTo>
                    <a:pt x="11722" y="327672"/>
                  </a:lnTo>
                  <a:lnTo>
                    <a:pt x="11722" y="315937"/>
                  </a:lnTo>
                  <a:close/>
                </a:path>
                <a:path w="52070" h="444500">
                  <a:moveTo>
                    <a:pt x="11722" y="299313"/>
                  </a:moveTo>
                  <a:lnTo>
                    <a:pt x="0" y="299313"/>
                  </a:lnTo>
                  <a:lnTo>
                    <a:pt x="0" y="311048"/>
                  </a:lnTo>
                  <a:lnTo>
                    <a:pt x="11722" y="311048"/>
                  </a:lnTo>
                  <a:lnTo>
                    <a:pt x="11722" y="299313"/>
                  </a:lnTo>
                  <a:close/>
                </a:path>
                <a:path w="52070" h="444500">
                  <a:moveTo>
                    <a:pt x="11722" y="282689"/>
                  </a:moveTo>
                  <a:lnTo>
                    <a:pt x="0" y="282689"/>
                  </a:lnTo>
                  <a:lnTo>
                    <a:pt x="0" y="294411"/>
                  </a:lnTo>
                  <a:lnTo>
                    <a:pt x="11722" y="294411"/>
                  </a:lnTo>
                  <a:lnTo>
                    <a:pt x="11722" y="282689"/>
                  </a:lnTo>
                  <a:close/>
                </a:path>
                <a:path w="52070" h="444500">
                  <a:moveTo>
                    <a:pt x="11722" y="266065"/>
                  </a:moveTo>
                  <a:lnTo>
                    <a:pt x="0" y="266065"/>
                  </a:lnTo>
                  <a:lnTo>
                    <a:pt x="0" y="277787"/>
                  </a:lnTo>
                  <a:lnTo>
                    <a:pt x="11722" y="277787"/>
                  </a:lnTo>
                  <a:lnTo>
                    <a:pt x="11722" y="266065"/>
                  </a:lnTo>
                  <a:close/>
                </a:path>
                <a:path w="52070" h="444500">
                  <a:moveTo>
                    <a:pt x="11722" y="249428"/>
                  </a:moveTo>
                  <a:lnTo>
                    <a:pt x="0" y="249428"/>
                  </a:lnTo>
                  <a:lnTo>
                    <a:pt x="0" y="261162"/>
                  </a:lnTo>
                  <a:lnTo>
                    <a:pt x="11722" y="261162"/>
                  </a:lnTo>
                  <a:lnTo>
                    <a:pt x="11722" y="249428"/>
                  </a:lnTo>
                  <a:close/>
                </a:path>
                <a:path w="52070" h="444500">
                  <a:moveTo>
                    <a:pt x="11722" y="232803"/>
                  </a:moveTo>
                  <a:lnTo>
                    <a:pt x="0" y="232803"/>
                  </a:lnTo>
                  <a:lnTo>
                    <a:pt x="0" y="244525"/>
                  </a:lnTo>
                  <a:lnTo>
                    <a:pt x="11722" y="244525"/>
                  </a:lnTo>
                  <a:lnTo>
                    <a:pt x="11722" y="232803"/>
                  </a:lnTo>
                  <a:close/>
                </a:path>
                <a:path w="52070" h="444500">
                  <a:moveTo>
                    <a:pt x="11722" y="216179"/>
                  </a:moveTo>
                  <a:lnTo>
                    <a:pt x="0" y="216179"/>
                  </a:lnTo>
                  <a:lnTo>
                    <a:pt x="0" y="227901"/>
                  </a:lnTo>
                  <a:lnTo>
                    <a:pt x="11722" y="227901"/>
                  </a:lnTo>
                  <a:lnTo>
                    <a:pt x="11722" y="216179"/>
                  </a:lnTo>
                  <a:close/>
                </a:path>
                <a:path w="52070" h="444500">
                  <a:moveTo>
                    <a:pt x="11722" y="199555"/>
                  </a:moveTo>
                  <a:lnTo>
                    <a:pt x="0" y="199555"/>
                  </a:lnTo>
                  <a:lnTo>
                    <a:pt x="0" y="211277"/>
                  </a:lnTo>
                  <a:lnTo>
                    <a:pt x="11722" y="211277"/>
                  </a:lnTo>
                  <a:lnTo>
                    <a:pt x="11722" y="199555"/>
                  </a:lnTo>
                  <a:close/>
                </a:path>
                <a:path w="52070" h="444500">
                  <a:moveTo>
                    <a:pt x="11722" y="182918"/>
                  </a:moveTo>
                  <a:lnTo>
                    <a:pt x="0" y="182918"/>
                  </a:lnTo>
                  <a:lnTo>
                    <a:pt x="0" y="194652"/>
                  </a:lnTo>
                  <a:lnTo>
                    <a:pt x="11722" y="194652"/>
                  </a:lnTo>
                  <a:lnTo>
                    <a:pt x="11722" y="182918"/>
                  </a:lnTo>
                  <a:close/>
                </a:path>
                <a:path w="52070" h="444500">
                  <a:moveTo>
                    <a:pt x="11722" y="166281"/>
                  </a:moveTo>
                  <a:lnTo>
                    <a:pt x="0" y="166281"/>
                  </a:lnTo>
                  <a:lnTo>
                    <a:pt x="0" y="178015"/>
                  </a:lnTo>
                  <a:lnTo>
                    <a:pt x="11722" y="178015"/>
                  </a:lnTo>
                  <a:lnTo>
                    <a:pt x="11722" y="166281"/>
                  </a:lnTo>
                  <a:close/>
                </a:path>
                <a:path w="52070" h="444500">
                  <a:moveTo>
                    <a:pt x="11722" y="149656"/>
                  </a:moveTo>
                  <a:lnTo>
                    <a:pt x="0" y="149656"/>
                  </a:lnTo>
                  <a:lnTo>
                    <a:pt x="0" y="161378"/>
                  </a:lnTo>
                  <a:lnTo>
                    <a:pt x="11722" y="161378"/>
                  </a:lnTo>
                  <a:lnTo>
                    <a:pt x="11722" y="149656"/>
                  </a:lnTo>
                  <a:close/>
                </a:path>
                <a:path w="52070" h="444500">
                  <a:moveTo>
                    <a:pt x="11722" y="133032"/>
                  </a:moveTo>
                  <a:lnTo>
                    <a:pt x="0" y="133032"/>
                  </a:lnTo>
                  <a:lnTo>
                    <a:pt x="0" y="144754"/>
                  </a:lnTo>
                  <a:lnTo>
                    <a:pt x="11722" y="144754"/>
                  </a:lnTo>
                  <a:lnTo>
                    <a:pt x="11722" y="133032"/>
                  </a:lnTo>
                  <a:close/>
                </a:path>
                <a:path w="52070" h="444500">
                  <a:moveTo>
                    <a:pt x="11722" y="116395"/>
                  </a:moveTo>
                  <a:lnTo>
                    <a:pt x="0" y="116395"/>
                  </a:lnTo>
                  <a:lnTo>
                    <a:pt x="0" y="128130"/>
                  </a:lnTo>
                  <a:lnTo>
                    <a:pt x="11722" y="128130"/>
                  </a:lnTo>
                  <a:lnTo>
                    <a:pt x="11722" y="116395"/>
                  </a:lnTo>
                  <a:close/>
                </a:path>
                <a:path w="52070" h="444500">
                  <a:moveTo>
                    <a:pt x="11722" y="99771"/>
                  </a:moveTo>
                  <a:lnTo>
                    <a:pt x="0" y="99771"/>
                  </a:lnTo>
                  <a:lnTo>
                    <a:pt x="0" y="111493"/>
                  </a:lnTo>
                  <a:lnTo>
                    <a:pt x="11722" y="111493"/>
                  </a:lnTo>
                  <a:lnTo>
                    <a:pt x="11722" y="99771"/>
                  </a:lnTo>
                  <a:close/>
                </a:path>
                <a:path w="52070" h="444500">
                  <a:moveTo>
                    <a:pt x="11722" y="83146"/>
                  </a:moveTo>
                  <a:lnTo>
                    <a:pt x="0" y="83146"/>
                  </a:lnTo>
                  <a:lnTo>
                    <a:pt x="0" y="94869"/>
                  </a:lnTo>
                  <a:lnTo>
                    <a:pt x="11722" y="94869"/>
                  </a:lnTo>
                  <a:lnTo>
                    <a:pt x="11722" y="83146"/>
                  </a:lnTo>
                  <a:close/>
                </a:path>
                <a:path w="52070" h="444500">
                  <a:moveTo>
                    <a:pt x="11722" y="66522"/>
                  </a:moveTo>
                  <a:lnTo>
                    <a:pt x="0" y="66522"/>
                  </a:lnTo>
                  <a:lnTo>
                    <a:pt x="0" y="78244"/>
                  </a:lnTo>
                  <a:lnTo>
                    <a:pt x="11722" y="78244"/>
                  </a:lnTo>
                  <a:lnTo>
                    <a:pt x="11722" y="66522"/>
                  </a:lnTo>
                  <a:close/>
                </a:path>
                <a:path w="52070" h="444500">
                  <a:moveTo>
                    <a:pt x="11722" y="49885"/>
                  </a:moveTo>
                  <a:lnTo>
                    <a:pt x="0" y="49885"/>
                  </a:lnTo>
                  <a:lnTo>
                    <a:pt x="0" y="61620"/>
                  </a:lnTo>
                  <a:lnTo>
                    <a:pt x="11722" y="61620"/>
                  </a:lnTo>
                  <a:lnTo>
                    <a:pt x="11722" y="49885"/>
                  </a:lnTo>
                  <a:close/>
                </a:path>
                <a:path w="52070" h="444500">
                  <a:moveTo>
                    <a:pt x="11722" y="33261"/>
                  </a:moveTo>
                  <a:lnTo>
                    <a:pt x="0" y="33261"/>
                  </a:lnTo>
                  <a:lnTo>
                    <a:pt x="0" y="44983"/>
                  </a:lnTo>
                  <a:lnTo>
                    <a:pt x="11722" y="44983"/>
                  </a:lnTo>
                  <a:lnTo>
                    <a:pt x="11722" y="33261"/>
                  </a:lnTo>
                  <a:close/>
                </a:path>
                <a:path w="52070" h="444500">
                  <a:moveTo>
                    <a:pt x="11722" y="16637"/>
                  </a:moveTo>
                  <a:lnTo>
                    <a:pt x="0" y="16637"/>
                  </a:lnTo>
                  <a:lnTo>
                    <a:pt x="0" y="28359"/>
                  </a:lnTo>
                  <a:lnTo>
                    <a:pt x="11722" y="28359"/>
                  </a:lnTo>
                  <a:lnTo>
                    <a:pt x="11722" y="16637"/>
                  </a:lnTo>
                  <a:close/>
                </a:path>
                <a:path w="52070" h="444500">
                  <a:moveTo>
                    <a:pt x="11722" y="0"/>
                  </a:moveTo>
                  <a:lnTo>
                    <a:pt x="0" y="0"/>
                  </a:lnTo>
                  <a:lnTo>
                    <a:pt x="0" y="11734"/>
                  </a:lnTo>
                  <a:lnTo>
                    <a:pt x="11722" y="11734"/>
                  </a:lnTo>
                  <a:lnTo>
                    <a:pt x="11722" y="0"/>
                  </a:lnTo>
                  <a:close/>
                </a:path>
                <a:path w="52070" h="444500">
                  <a:moveTo>
                    <a:pt x="31991" y="432346"/>
                  </a:moveTo>
                  <a:lnTo>
                    <a:pt x="20269" y="432346"/>
                  </a:lnTo>
                  <a:lnTo>
                    <a:pt x="20269" y="444080"/>
                  </a:lnTo>
                  <a:lnTo>
                    <a:pt x="31991" y="444080"/>
                  </a:lnTo>
                  <a:lnTo>
                    <a:pt x="31991" y="432346"/>
                  </a:lnTo>
                  <a:close/>
                </a:path>
                <a:path w="52070" h="444500">
                  <a:moveTo>
                    <a:pt x="31991" y="415721"/>
                  </a:moveTo>
                  <a:lnTo>
                    <a:pt x="20269" y="415721"/>
                  </a:lnTo>
                  <a:lnTo>
                    <a:pt x="20269" y="427443"/>
                  </a:lnTo>
                  <a:lnTo>
                    <a:pt x="31991" y="427443"/>
                  </a:lnTo>
                  <a:lnTo>
                    <a:pt x="31991" y="415721"/>
                  </a:lnTo>
                  <a:close/>
                </a:path>
                <a:path w="52070" h="444500">
                  <a:moveTo>
                    <a:pt x="31991" y="399097"/>
                  </a:moveTo>
                  <a:lnTo>
                    <a:pt x="20269" y="399097"/>
                  </a:lnTo>
                  <a:lnTo>
                    <a:pt x="20269" y="410819"/>
                  </a:lnTo>
                  <a:lnTo>
                    <a:pt x="31991" y="410819"/>
                  </a:lnTo>
                  <a:lnTo>
                    <a:pt x="31991" y="399097"/>
                  </a:lnTo>
                  <a:close/>
                </a:path>
                <a:path w="52070" h="444500">
                  <a:moveTo>
                    <a:pt x="31991" y="382460"/>
                  </a:moveTo>
                  <a:lnTo>
                    <a:pt x="20269" y="382460"/>
                  </a:lnTo>
                  <a:lnTo>
                    <a:pt x="20269" y="394195"/>
                  </a:lnTo>
                  <a:lnTo>
                    <a:pt x="31991" y="394195"/>
                  </a:lnTo>
                  <a:lnTo>
                    <a:pt x="31991" y="382460"/>
                  </a:lnTo>
                  <a:close/>
                </a:path>
                <a:path w="52070" h="444500">
                  <a:moveTo>
                    <a:pt x="31991" y="365823"/>
                  </a:moveTo>
                  <a:lnTo>
                    <a:pt x="20269" y="365823"/>
                  </a:lnTo>
                  <a:lnTo>
                    <a:pt x="20269" y="377558"/>
                  </a:lnTo>
                  <a:lnTo>
                    <a:pt x="31991" y="377558"/>
                  </a:lnTo>
                  <a:lnTo>
                    <a:pt x="31991" y="365823"/>
                  </a:lnTo>
                  <a:close/>
                </a:path>
                <a:path w="52070" h="444500">
                  <a:moveTo>
                    <a:pt x="31991" y="349199"/>
                  </a:moveTo>
                  <a:lnTo>
                    <a:pt x="20269" y="349199"/>
                  </a:lnTo>
                  <a:lnTo>
                    <a:pt x="20269" y="360921"/>
                  </a:lnTo>
                  <a:lnTo>
                    <a:pt x="31991" y="360921"/>
                  </a:lnTo>
                  <a:lnTo>
                    <a:pt x="31991" y="349199"/>
                  </a:lnTo>
                  <a:close/>
                </a:path>
                <a:path w="52070" h="444500">
                  <a:moveTo>
                    <a:pt x="31991" y="332574"/>
                  </a:moveTo>
                  <a:lnTo>
                    <a:pt x="20269" y="332574"/>
                  </a:lnTo>
                  <a:lnTo>
                    <a:pt x="20269" y="344297"/>
                  </a:lnTo>
                  <a:lnTo>
                    <a:pt x="31991" y="344297"/>
                  </a:lnTo>
                  <a:lnTo>
                    <a:pt x="31991" y="332574"/>
                  </a:lnTo>
                  <a:close/>
                </a:path>
                <a:path w="52070" h="444500">
                  <a:moveTo>
                    <a:pt x="31991" y="315937"/>
                  </a:moveTo>
                  <a:lnTo>
                    <a:pt x="20269" y="315937"/>
                  </a:lnTo>
                  <a:lnTo>
                    <a:pt x="20269" y="327672"/>
                  </a:lnTo>
                  <a:lnTo>
                    <a:pt x="31991" y="327672"/>
                  </a:lnTo>
                  <a:lnTo>
                    <a:pt x="31991" y="315937"/>
                  </a:lnTo>
                  <a:close/>
                </a:path>
                <a:path w="52070" h="444500">
                  <a:moveTo>
                    <a:pt x="31991" y="299313"/>
                  </a:moveTo>
                  <a:lnTo>
                    <a:pt x="20269" y="299313"/>
                  </a:lnTo>
                  <a:lnTo>
                    <a:pt x="20269" y="311048"/>
                  </a:lnTo>
                  <a:lnTo>
                    <a:pt x="31991" y="311048"/>
                  </a:lnTo>
                  <a:lnTo>
                    <a:pt x="31991" y="299313"/>
                  </a:lnTo>
                  <a:close/>
                </a:path>
                <a:path w="52070" h="444500">
                  <a:moveTo>
                    <a:pt x="31991" y="282689"/>
                  </a:moveTo>
                  <a:lnTo>
                    <a:pt x="20269" y="282689"/>
                  </a:lnTo>
                  <a:lnTo>
                    <a:pt x="20269" y="294411"/>
                  </a:lnTo>
                  <a:lnTo>
                    <a:pt x="31991" y="294411"/>
                  </a:lnTo>
                  <a:lnTo>
                    <a:pt x="31991" y="282689"/>
                  </a:lnTo>
                  <a:close/>
                </a:path>
                <a:path w="52070" h="444500">
                  <a:moveTo>
                    <a:pt x="31991" y="266065"/>
                  </a:moveTo>
                  <a:lnTo>
                    <a:pt x="20269" y="266065"/>
                  </a:lnTo>
                  <a:lnTo>
                    <a:pt x="20269" y="277787"/>
                  </a:lnTo>
                  <a:lnTo>
                    <a:pt x="31991" y="277787"/>
                  </a:lnTo>
                  <a:lnTo>
                    <a:pt x="31991" y="266065"/>
                  </a:lnTo>
                  <a:close/>
                </a:path>
                <a:path w="52070" h="444500">
                  <a:moveTo>
                    <a:pt x="31991" y="249428"/>
                  </a:moveTo>
                  <a:lnTo>
                    <a:pt x="20269" y="249428"/>
                  </a:lnTo>
                  <a:lnTo>
                    <a:pt x="20269" y="261162"/>
                  </a:lnTo>
                  <a:lnTo>
                    <a:pt x="31991" y="261162"/>
                  </a:lnTo>
                  <a:lnTo>
                    <a:pt x="31991" y="249428"/>
                  </a:lnTo>
                  <a:close/>
                </a:path>
                <a:path w="52070" h="444500">
                  <a:moveTo>
                    <a:pt x="31991" y="232803"/>
                  </a:moveTo>
                  <a:lnTo>
                    <a:pt x="20269" y="232803"/>
                  </a:lnTo>
                  <a:lnTo>
                    <a:pt x="20269" y="244525"/>
                  </a:lnTo>
                  <a:lnTo>
                    <a:pt x="31991" y="244525"/>
                  </a:lnTo>
                  <a:lnTo>
                    <a:pt x="31991" y="232803"/>
                  </a:lnTo>
                  <a:close/>
                </a:path>
                <a:path w="52070" h="444500">
                  <a:moveTo>
                    <a:pt x="31991" y="216179"/>
                  </a:moveTo>
                  <a:lnTo>
                    <a:pt x="20269" y="216179"/>
                  </a:lnTo>
                  <a:lnTo>
                    <a:pt x="20269" y="227901"/>
                  </a:lnTo>
                  <a:lnTo>
                    <a:pt x="31991" y="227901"/>
                  </a:lnTo>
                  <a:lnTo>
                    <a:pt x="31991" y="216179"/>
                  </a:lnTo>
                  <a:close/>
                </a:path>
                <a:path w="52070" h="444500">
                  <a:moveTo>
                    <a:pt x="31991" y="199555"/>
                  </a:moveTo>
                  <a:lnTo>
                    <a:pt x="20269" y="199555"/>
                  </a:lnTo>
                  <a:lnTo>
                    <a:pt x="20269" y="211277"/>
                  </a:lnTo>
                  <a:lnTo>
                    <a:pt x="31991" y="211277"/>
                  </a:lnTo>
                  <a:lnTo>
                    <a:pt x="31991" y="199555"/>
                  </a:lnTo>
                  <a:close/>
                </a:path>
                <a:path w="52070" h="444500">
                  <a:moveTo>
                    <a:pt x="31991" y="182918"/>
                  </a:moveTo>
                  <a:lnTo>
                    <a:pt x="20269" y="182918"/>
                  </a:lnTo>
                  <a:lnTo>
                    <a:pt x="20269" y="194652"/>
                  </a:lnTo>
                  <a:lnTo>
                    <a:pt x="31991" y="194652"/>
                  </a:lnTo>
                  <a:lnTo>
                    <a:pt x="31991" y="182918"/>
                  </a:lnTo>
                  <a:close/>
                </a:path>
                <a:path w="52070" h="444500">
                  <a:moveTo>
                    <a:pt x="31991" y="166281"/>
                  </a:moveTo>
                  <a:lnTo>
                    <a:pt x="20269" y="166281"/>
                  </a:lnTo>
                  <a:lnTo>
                    <a:pt x="20269" y="178015"/>
                  </a:lnTo>
                  <a:lnTo>
                    <a:pt x="31991" y="178015"/>
                  </a:lnTo>
                  <a:lnTo>
                    <a:pt x="31991" y="166281"/>
                  </a:lnTo>
                  <a:close/>
                </a:path>
                <a:path w="52070" h="444500">
                  <a:moveTo>
                    <a:pt x="31991" y="149656"/>
                  </a:moveTo>
                  <a:lnTo>
                    <a:pt x="20269" y="149656"/>
                  </a:lnTo>
                  <a:lnTo>
                    <a:pt x="20269" y="161378"/>
                  </a:lnTo>
                  <a:lnTo>
                    <a:pt x="31991" y="161378"/>
                  </a:lnTo>
                  <a:lnTo>
                    <a:pt x="31991" y="149656"/>
                  </a:lnTo>
                  <a:close/>
                </a:path>
                <a:path w="52070" h="444500">
                  <a:moveTo>
                    <a:pt x="31991" y="133032"/>
                  </a:moveTo>
                  <a:lnTo>
                    <a:pt x="20269" y="133032"/>
                  </a:lnTo>
                  <a:lnTo>
                    <a:pt x="20269" y="144754"/>
                  </a:lnTo>
                  <a:lnTo>
                    <a:pt x="31991" y="144754"/>
                  </a:lnTo>
                  <a:lnTo>
                    <a:pt x="31991" y="133032"/>
                  </a:lnTo>
                  <a:close/>
                </a:path>
                <a:path w="52070" h="444500">
                  <a:moveTo>
                    <a:pt x="31991" y="116395"/>
                  </a:moveTo>
                  <a:lnTo>
                    <a:pt x="20269" y="116395"/>
                  </a:lnTo>
                  <a:lnTo>
                    <a:pt x="20269" y="128130"/>
                  </a:lnTo>
                  <a:lnTo>
                    <a:pt x="31991" y="128130"/>
                  </a:lnTo>
                  <a:lnTo>
                    <a:pt x="31991" y="116395"/>
                  </a:lnTo>
                  <a:close/>
                </a:path>
                <a:path w="52070" h="444500">
                  <a:moveTo>
                    <a:pt x="31991" y="99771"/>
                  </a:moveTo>
                  <a:lnTo>
                    <a:pt x="20269" y="99771"/>
                  </a:lnTo>
                  <a:lnTo>
                    <a:pt x="20269" y="111493"/>
                  </a:lnTo>
                  <a:lnTo>
                    <a:pt x="31991" y="111493"/>
                  </a:lnTo>
                  <a:lnTo>
                    <a:pt x="31991" y="99771"/>
                  </a:lnTo>
                  <a:close/>
                </a:path>
                <a:path w="52070" h="444500">
                  <a:moveTo>
                    <a:pt x="31991" y="83146"/>
                  </a:moveTo>
                  <a:lnTo>
                    <a:pt x="20269" y="83146"/>
                  </a:lnTo>
                  <a:lnTo>
                    <a:pt x="20269" y="94869"/>
                  </a:lnTo>
                  <a:lnTo>
                    <a:pt x="31991" y="94869"/>
                  </a:lnTo>
                  <a:lnTo>
                    <a:pt x="31991" y="83146"/>
                  </a:lnTo>
                  <a:close/>
                </a:path>
                <a:path w="52070" h="444500">
                  <a:moveTo>
                    <a:pt x="31991" y="66522"/>
                  </a:moveTo>
                  <a:lnTo>
                    <a:pt x="20269" y="66522"/>
                  </a:lnTo>
                  <a:lnTo>
                    <a:pt x="20269" y="78244"/>
                  </a:lnTo>
                  <a:lnTo>
                    <a:pt x="31991" y="78244"/>
                  </a:lnTo>
                  <a:lnTo>
                    <a:pt x="31991" y="66522"/>
                  </a:lnTo>
                  <a:close/>
                </a:path>
                <a:path w="52070" h="444500">
                  <a:moveTo>
                    <a:pt x="31991" y="49885"/>
                  </a:moveTo>
                  <a:lnTo>
                    <a:pt x="20269" y="49885"/>
                  </a:lnTo>
                  <a:lnTo>
                    <a:pt x="20269" y="61620"/>
                  </a:lnTo>
                  <a:lnTo>
                    <a:pt x="31991" y="61620"/>
                  </a:lnTo>
                  <a:lnTo>
                    <a:pt x="31991" y="49885"/>
                  </a:lnTo>
                  <a:close/>
                </a:path>
                <a:path w="52070" h="444500">
                  <a:moveTo>
                    <a:pt x="31991" y="33261"/>
                  </a:moveTo>
                  <a:lnTo>
                    <a:pt x="20269" y="33261"/>
                  </a:lnTo>
                  <a:lnTo>
                    <a:pt x="20269" y="44983"/>
                  </a:lnTo>
                  <a:lnTo>
                    <a:pt x="31991" y="44983"/>
                  </a:lnTo>
                  <a:lnTo>
                    <a:pt x="31991" y="33261"/>
                  </a:lnTo>
                  <a:close/>
                </a:path>
                <a:path w="52070" h="444500">
                  <a:moveTo>
                    <a:pt x="31991" y="16637"/>
                  </a:moveTo>
                  <a:lnTo>
                    <a:pt x="20269" y="16637"/>
                  </a:lnTo>
                  <a:lnTo>
                    <a:pt x="20269" y="28359"/>
                  </a:lnTo>
                  <a:lnTo>
                    <a:pt x="31991" y="28359"/>
                  </a:lnTo>
                  <a:lnTo>
                    <a:pt x="31991" y="16637"/>
                  </a:lnTo>
                  <a:close/>
                </a:path>
                <a:path w="52070" h="444500">
                  <a:moveTo>
                    <a:pt x="31991" y="0"/>
                  </a:moveTo>
                  <a:lnTo>
                    <a:pt x="20269" y="0"/>
                  </a:lnTo>
                  <a:lnTo>
                    <a:pt x="20269" y="11734"/>
                  </a:lnTo>
                  <a:lnTo>
                    <a:pt x="31991" y="11734"/>
                  </a:lnTo>
                  <a:lnTo>
                    <a:pt x="31991" y="0"/>
                  </a:lnTo>
                  <a:close/>
                </a:path>
                <a:path w="52070" h="444500">
                  <a:moveTo>
                    <a:pt x="51777" y="432346"/>
                  </a:moveTo>
                  <a:lnTo>
                    <a:pt x="40055" y="432346"/>
                  </a:lnTo>
                  <a:lnTo>
                    <a:pt x="40055" y="444080"/>
                  </a:lnTo>
                  <a:lnTo>
                    <a:pt x="51777" y="444080"/>
                  </a:lnTo>
                  <a:lnTo>
                    <a:pt x="51777" y="432346"/>
                  </a:lnTo>
                  <a:close/>
                </a:path>
                <a:path w="52070" h="444500">
                  <a:moveTo>
                    <a:pt x="51777" y="415721"/>
                  </a:moveTo>
                  <a:lnTo>
                    <a:pt x="40055" y="415721"/>
                  </a:lnTo>
                  <a:lnTo>
                    <a:pt x="40055" y="427443"/>
                  </a:lnTo>
                  <a:lnTo>
                    <a:pt x="51777" y="427443"/>
                  </a:lnTo>
                  <a:lnTo>
                    <a:pt x="51777" y="415721"/>
                  </a:lnTo>
                  <a:close/>
                </a:path>
                <a:path w="52070" h="444500">
                  <a:moveTo>
                    <a:pt x="51777" y="399097"/>
                  </a:moveTo>
                  <a:lnTo>
                    <a:pt x="40055" y="399097"/>
                  </a:lnTo>
                  <a:lnTo>
                    <a:pt x="40055" y="410819"/>
                  </a:lnTo>
                  <a:lnTo>
                    <a:pt x="51777" y="410819"/>
                  </a:lnTo>
                  <a:lnTo>
                    <a:pt x="51777" y="399097"/>
                  </a:lnTo>
                  <a:close/>
                </a:path>
                <a:path w="52070" h="444500">
                  <a:moveTo>
                    <a:pt x="51777" y="382460"/>
                  </a:moveTo>
                  <a:lnTo>
                    <a:pt x="40055" y="382460"/>
                  </a:lnTo>
                  <a:lnTo>
                    <a:pt x="40055" y="394195"/>
                  </a:lnTo>
                  <a:lnTo>
                    <a:pt x="51777" y="394195"/>
                  </a:lnTo>
                  <a:lnTo>
                    <a:pt x="51777" y="382460"/>
                  </a:lnTo>
                  <a:close/>
                </a:path>
                <a:path w="52070" h="444500">
                  <a:moveTo>
                    <a:pt x="51777" y="365823"/>
                  </a:moveTo>
                  <a:lnTo>
                    <a:pt x="40055" y="365823"/>
                  </a:lnTo>
                  <a:lnTo>
                    <a:pt x="40055" y="377558"/>
                  </a:lnTo>
                  <a:lnTo>
                    <a:pt x="51777" y="377558"/>
                  </a:lnTo>
                  <a:lnTo>
                    <a:pt x="51777" y="365823"/>
                  </a:lnTo>
                  <a:close/>
                </a:path>
                <a:path w="52070" h="444500">
                  <a:moveTo>
                    <a:pt x="51777" y="349199"/>
                  </a:moveTo>
                  <a:lnTo>
                    <a:pt x="40055" y="349199"/>
                  </a:lnTo>
                  <a:lnTo>
                    <a:pt x="40055" y="360921"/>
                  </a:lnTo>
                  <a:lnTo>
                    <a:pt x="51777" y="360921"/>
                  </a:lnTo>
                  <a:lnTo>
                    <a:pt x="51777" y="349199"/>
                  </a:lnTo>
                  <a:close/>
                </a:path>
                <a:path w="52070" h="444500">
                  <a:moveTo>
                    <a:pt x="51777" y="332574"/>
                  </a:moveTo>
                  <a:lnTo>
                    <a:pt x="40055" y="332574"/>
                  </a:lnTo>
                  <a:lnTo>
                    <a:pt x="40055" y="344297"/>
                  </a:lnTo>
                  <a:lnTo>
                    <a:pt x="51777" y="344297"/>
                  </a:lnTo>
                  <a:lnTo>
                    <a:pt x="51777" y="332574"/>
                  </a:lnTo>
                  <a:close/>
                </a:path>
                <a:path w="52070" h="444500">
                  <a:moveTo>
                    <a:pt x="51777" y="315937"/>
                  </a:moveTo>
                  <a:lnTo>
                    <a:pt x="40055" y="315937"/>
                  </a:lnTo>
                  <a:lnTo>
                    <a:pt x="40055" y="327672"/>
                  </a:lnTo>
                  <a:lnTo>
                    <a:pt x="51777" y="327672"/>
                  </a:lnTo>
                  <a:lnTo>
                    <a:pt x="51777" y="315937"/>
                  </a:lnTo>
                  <a:close/>
                </a:path>
                <a:path w="52070" h="444500">
                  <a:moveTo>
                    <a:pt x="51777" y="299313"/>
                  </a:moveTo>
                  <a:lnTo>
                    <a:pt x="40055" y="299313"/>
                  </a:lnTo>
                  <a:lnTo>
                    <a:pt x="40055" y="311048"/>
                  </a:lnTo>
                  <a:lnTo>
                    <a:pt x="51777" y="311048"/>
                  </a:lnTo>
                  <a:lnTo>
                    <a:pt x="51777" y="299313"/>
                  </a:lnTo>
                  <a:close/>
                </a:path>
                <a:path w="52070" h="444500">
                  <a:moveTo>
                    <a:pt x="51777" y="282689"/>
                  </a:moveTo>
                  <a:lnTo>
                    <a:pt x="40055" y="282689"/>
                  </a:lnTo>
                  <a:lnTo>
                    <a:pt x="40055" y="294411"/>
                  </a:lnTo>
                  <a:lnTo>
                    <a:pt x="51777" y="294411"/>
                  </a:lnTo>
                  <a:lnTo>
                    <a:pt x="51777" y="282689"/>
                  </a:lnTo>
                  <a:close/>
                </a:path>
                <a:path w="52070" h="444500">
                  <a:moveTo>
                    <a:pt x="51777" y="266065"/>
                  </a:moveTo>
                  <a:lnTo>
                    <a:pt x="40055" y="266065"/>
                  </a:lnTo>
                  <a:lnTo>
                    <a:pt x="40055" y="277787"/>
                  </a:lnTo>
                  <a:lnTo>
                    <a:pt x="51777" y="277787"/>
                  </a:lnTo>
                  <a:lnTo>
                    <a:pt x="51777" y="266065"/>
                  </a:lnTo>
                  <a:close/>
                </a:path>
                <a:path w="52070" h="444500">
                  <a:moveTo>
                    <a:pt x="51777" y="249428"/>
                  </a:moveTo>
                  <a:lnTo>
                    <a:pt x="40055" y="249428"/>
                  </a:lnTo>
                  <a:lnTo>
                    <a:pt x="40055" y="261162"/>
                  </a:lnTo>
                  <a:lnTo>
                    <a:pt x="51777" y="261162"/>
                  </a:lnTo>
                  <a:lnTo>
                    <a:pt x="51777" y="249428"/>
                  </a:lnTo>
                  <a:close/>
                </a:path>
                <a:path w="52070" h="444500">
                  <a:moveTo>
                    <a:pt x="51777" y="232803"/>
                  </a:moveTo>
                  <a:lnTo>
                    <a:pt x="40055" y="232803"/>
                  </a:lnTo>
                  <a:lnTo>
                    <a:pt x="40055" y="244525"/>
                  </a:lnTo>
                  <a:lnTo>
                    <a:pt x="51777" y="244525"/>
                  </a:lnTo>
                  <a:lnTo>
                    <a:pt x="51777" y="232803"/>
                  </a:lnTo>
                  <a:close/>
                </a:path>
                <a:path w="52070" h="444500">
                  <a:moveTo>
                    <a:pt x="51777" y="216179"/>
                  </a:moveTo>
                  <a:lnTo>
                    <a:pt x="40055" y="216179"/>
                  </a:lnTo>
                  <a:lnTo>
                    <a:pt x="40055" y="227901"/>
                  </a:lnTo>
                  <a:lnTo>
                    <a:pt x="51777" y="227901"/>
                  </a:lnTo>
                  <a:lnTo>
                    <a:pt x="51777" y="216179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" name="object 22" descr=""/>
          <p:cNvGrpSpPr/>
          <p:nvPr/>
        </p:nvGrpSpPr>
        <p:grpSpPr>
          <a:xfrm>
            <a:off x="2935565" y="7882922"/>
            <a:ext cx="304800" cy="478155"/>
            <a:chOff x="2935565" y="7882922"/>
            <a:chExt cx="304800" cy="478155"/>
          </a:xfrm>
        </p:grpSpPr>
        <p:sp>
          <p:nvSpPr>
            <p:cNvPr id="23" name="object 23" descr=""/>
            <p:cNvSpPr/>
            <p:nvPr/>
          </p:nvSpPr>
          <p:spPr>
            <a:xfrm>
              <a:off x="3220687" y="7882922"/>
              <a:ext cx="0" cy="478155"/>
            </a:xfrm>
            <a:custGeom>
              <a:avLst/>
              <a:gdLst/>
              <a:ahLst/>
              <a:cxnLst/>
              <a:rect l="l" t="t" r="r" b="b"/>
              <a:pathLst>
                <a:path w="0" h="478154">
                  <a:moveTo>
                    <a:pt x="0" y="0"/>
                  </a:moveTo>
                  <a:lnTo>
                    <a:pt x="0" y="477817"/>
                  </a:lnTo>
                </a:path>
              </a:pathLst>
            </a:custGeom>
            <a:ln w="39328">
              <a:solidFill>
                <a:srgbClr val="CDEBE6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3153506" y="7882922"/>
              <a:ext cx="0" cy="478155"/>
            </a:xfrm>
            <a:custGeom>
              <a:avLst/>
              <a:gdLst/>
              <a:ahLst/>
              <a:cxnLst/>
              <a:rect l="l" t="t" r="r" b="b"/>
              <a:pathLst>
                <a:path w="0" h="478154">
                  <a:moveTo>
                    <a:pt x="0" y="0"/>
                  </a:moveTo>
                  <a:lnTo>
                    <a:pt x="0" y="477817"/>
                  </a:lnTo>
                </a:path>
              </a:pathLst>
            </a:custGeom>
            <a:ln w="39328">
              <a:solidFill>
                <a:srgbClr val="CDEBE6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3089602" y="7882922"/>
              <a:ext cx="0" cy="478155"/>
            </a:xfrm>
            <a:custGeom>
              <a:avLst/>
              <a:gdLst/>
              <a:ahLst/>
              <a:cxnLst/>
              <a:rect l="l" t="t" r="r" b="b"/>
              <a:pathLst>
                <a:path w="0" h="478154">
                  <a:moveTo>
                    <a:pt x="0" y="0"/>
                  </a:moveTo>
                  <a:lnTo>
                    <a:pt x="0" y="477817"/>
                  </a:lnTo>
                </a:path>
              </a:pathLst>
            </a:custGeom>
            <a:ln w="39328">
              <a:solidFill>
                <a:srgbClr val="CDEBE6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2955229" y="7882922"/>
              <a:ext cx="68580" cy="478155"/>
            </a:xfrm>
            <a:custGeom>
              <a:avLst/>
              <a:gdLst/>
              <a:ahLst/>
              <a:cxnLst/>
              <a:rect l="l" t="t" r="r" b="b"/>
              <a:pathLst>
                <a:path w="68580" h="478154">
                  <a:moveTo>
                    <a:pt x="68008" y="0"/>
                  </a:moveTo>
                  <a:lnTo>
                    <a:pt x="68008" y="477817"/>
                  </a:lnTo>
                </a:path>
                <a:path w="68580" h="478154">
                  <a:moveTo>
                    <a:pt x="0" y="0"/>
                  </a:moveTo>
                  <a:lnTo>
                    <a:pt x="0" y="477817"/>
                  </a:lnTo>
                </a:path>
              </a:pathLst>
            </a:custGeom>
            <a:ln w="39328">
              <a:solidFill>
                <a:srgbClr val="CDEBE6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" name="object 27" descr=""/>
          <p:cNvSpPr/>
          <p:nvPr/>
        </p:nvSpPr>
        <p:spPr>
          <a:xfrm>
            <a:off x="1160957" y="7422965"/>
            <a:ext cx="1219200" cy="937894"/>
          </a:xfrm>
          <a:custGeom>
            <a:avLst/>
            <a:gdLst/>
            <a:ahLst/>
            <a:cxnLst/>
            <a:rect l="l" t="t" r="r" b="b"/>
            <a:pathLst>
              <a:path w="1219200" h="937895">
                <a:moveTo>
                  <a:pt x="1219123" y="293166"/>
                </a:moveTo>
                <a:lnTo>
                  <a:pt x="1045425" y="293166"/>
                </a:lnTo>
                <a:lnTo>
                  <a:pt x="1045425" y="374713"/>
                </a:lnTo>
                <a:lnTo>
                  <a:pt x="1056347" y="374713"/>
                </a:lnTo>
                <a:lnTo>
                  <a:pt x="1056347" y="397027"/>
                </a:lnTo>
                <a:lnTo>
                  <a:pt x="812749" y="397027"/>
                </a:lnTo>
                <a:lnTo>
                  <a:pt x="812749" y="354469"/>
                </a:lnTo>
                <a:lnTo>
                  <a:pt x="812749" y="208203"/>
                </a:lnTo>
                <a:lnTo>
                  <a:pt x="445693" y="208203"/>
                </a:lnTo>
                <a:lnTo>
                  <a:pt x="445693" y="0"/>
                </a:lnTo>
                <a:lnTo>
                  <a:pt x="0" y="0"/>
                </a:lnTo>
                <a:lnTo>
                  <a:pt x="0" y="937780"/>
                </a:lnTo>
                <a:lnTo>
                  <a:pt x="445693" y="937780"/>
                </a:lnTo>
                <a:lnTo>
                  <a:pt x="466458" y="937780"/>
                </a:lnTo>
                <a:lnTo>
                  <a:pt x="791997" y="937780"/>
                </a:lnTo>
                <a:lnTo>
                  <a:pt x="812749" y="937780"/>
                </a:lnTo>
                <a:lnTo>
                  <a:pt x="1056347" y="937780"/>
                </a:lnTo>
                <a:lnTo>
                  <a:pt x="1219123" y="937780"/>
                </a:lnTo>
                <a:lnTo>
                  <a:pt x="1219123" y="374713"/>
                </a:lnTo>
                <a:lnTo>
                  <a:pt x="1219123" y="293166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8" name="object 28" descr=""/>
          <p:cNvGrpSpPr/>
          <p:nvPr/>
        </p:nvGrpSpPr>
        <p:grpSpPr>
          <a:xfrm>
            <a:off x="18439855" y="6198916"/>
            <a:ext cx="388620" cy="1223645"/>
            <a:chOff x="18439855" y="6198916"/>
            <a:chExt cx="388620" cy="1223645"/>
          </a:xfrm>
        </p:grpSpPr>
        <p:sp>
          <p:nvSpPr>
            <p:cNvPr id="29" name="object 29" descr=""/>
            <p:cNvSpPr/>
            <p:nvPr/>
          </p:nvSpPr>
          <p:spPr>
            <a:xfrm>
              <a:off x="18571744" y="6391230"/>
              <a:ext cx="139065" cy="697865"/>
            </a:xfrm>
            <a:custGeom>
              <a:avLst/>
              <a:gdLst/>
              <a:ahLst/>
              <a:cxnLst/>
              <a:rect l="l" t="t" r="r" b="b"/>
              <a:pathLst>
                <a:path w="139065" h="697865">
                  <a:moveTo>
                    <a:pt x="138696" y="154343"/>
                  </a:moveTo>
                  <a:lnTo>
                    <a:pt x="121704" y="152984"/>
                  </a:lnTo>
                  <a:lnTo>
                    <a:pt x="121704" y="142100"/>
                  </a:lnTo>
                  <a:lnTo>
                    <a:pt x="121704" y="111506"/>
                  </a:lnTo>
                  <a:lnTo>
                    <a:pt x="112191" y="116268"/>
                  </a:lnTo>
                  <a:lnTo>
                    <a:pt x="112191" y="86347"/>
                  </a:lnTo>
                  <a:lnTo>
                    <a:pt x="115595" y="86347"/>
                  </a:lnTo>
                  <a:lnTo>
                    <a:pt x="115595" y="56438"/>
                  </a:lnTo>
                  <a:lnTo>
                    <a:pt x="123748" y="53721"/>
                  </a:lnTo>
                  <a:lnTo>
                    <a:pt x="127152" y="0"/>
                  </a:lnTo>
                  <a:lnTo>
                    <a:pt x="108102" y="6807"/>
                  </a:lnTo>
                  <a:lnTo>
                    <a:pt x="108102" y="136664"/>
                  </a:lnTo>
                  <a:lnTo>
                    <a:pt x="107505" y="136982"/>
                  </a:lnTo>
                  <a:lnTo>
                    <a:pt x="108102" y="136664"/>
                  </a:lnTo>
                  <a:lnTo>
                    <a:pt x="108102" y="6807"/>
                  </a:lnTo>
                  <a:lnTo>
                    <a:pt x="60515" y="74790"/>
                  </a:lnTo>
                  <a:lnTo>
                    <a:pt x="60515" y="109461"/>
                  </a:lnTo>
                  <a:lnTo>
                    <a:pt x="47599" y="118986"/>
                  </a:lnTo>
                  <a:lnTo>
                    <a:pt x="47599" y="146189"/>
                  </a:lnTo>
                  <a:lnTo>
                    <a:pt x="25171" y="159943"/>
                  </a:lnTo>
                  <a:lnTo>
                    <a:pt x="25171" y="180378"/>
                  </a:lnTo>
                  <a:lnTo>
                    <a:pt x="0" y="193776"/>
                  </a:lnTo>
                  <a:lnTo>
                    <a:pt x="0" y="526237"/>
                  </a:lnTo>
                  <a:lnTo>
                    <a:pt x="81927" y="526237"/>
                  </a:lnTo>
                  <a:lnTo>
                    <a:pt x="81927" y="150469"/>
                  </a:lnTo>
                  <a:lnTo>
                    <a:pt x="81940" y="697572"/>
                  </a:lnTo>
                  <a:lnTo>
                    <a:pt x="108102" y="697572"/>
                  </a:lnTo>
                  <a:lnTo>
                    <a:pt x="138696" y="697585"/>
                  </a:lnTo>
                  <a:lnTo>
                    <a:pt x="138696" y="154343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" name="object 30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8679861" y="6198916"/>
              <a:ext cx="85214" cy="265281"/>
            </a:xfrm>
            <a:prstGeom prst="rect">
              <a:avLst/>
            </a:prstGeom>
          </p:spPr>
        </p:pic>
        <p:sp>
          <p:nvSpPr>
            <p:cNvPr id="31" name="object 31" descr=""/>
            <p:cNvSpPr/>
            <p:nvPr/>
          </p:nvSpPr>
          <p:spPr>
            <a:xfrm>
              <a:off x="18683934" y="6444941"/>
              <a:ext cx="140970" cy="473075"/>
            </a:xfrm>
            <a:custGeom>
              <a:avLst/>
              <a:gdLst/>
              <a:ahLst/>
              <a:cxnLst/>
              <a:rect l="l" t="t" r="r" b="b"/>
              <a:pathLst>
                <a:path w="140969" h="473075">
                  <a:moveTo>
                    <a:pt x="11559" y="0"/>
                  </a:moveTo>
                  <a:lnTo>
                    <a:pt x="3403" y="2711"/>
                  </a:lnTo>
                  <a:lnTo>
                    <a:pt x="3403" y="32627"/>
                  </a:lnTo>
                  <a:lnTo>
                    <a:pt x="0" y="32627"/>
                  </a:lnTo>
                  <a:lnTo>
                    <a:pt x="0" y="62542"/>
                  </a:lnTo>
                  <a:lnTo>
                    <a:pt x="9528" y="57788"/>
                  </a:lnTo>
                  <a:lnTo>
                    <a:pt x="9528" y="99263"/>
                  </a:lnTo>
                  <a:lnTo>
                    <a:pt x="26522" y="100625"/>
                  </a:lnTo>
                  <a:lnTo>
                    <a:pt x="26522" y="472519"/>
                  </a:lnTo>
                  <a:lnTo>
                    <a:pt x="140749" y="472519"/>
                  </a:lnTo>
                  <a:lnTo>
                    <a:pt x="140749" y="123734"/>
                  </a:lnTo>
                  <a:lnTo>
                    <a:pt x="106070" y="114216"/>
                  </a:lnTo>
                  <a:lnTo>
                    <a:pt x="106070" y="87704"/>
                  </a:lnTo>
                  <a:lnTo>
                    <a:pt x="95190" y="82950"/>
                  </a:lnTo>
                  <a:lnTo>
                    <a:pt x="95190" y="64584"/>
                  </a:lnTo>
                  <a:lnTo>
                    <a:pt x="81138" y="59830"/>
                  </a:lnTo>
                  <a:lnTo>
                    <a:pt x="81138" y="19255"/>
                  </a:lnTo>
                  <a:lnTo>
                    <a:pt x="11559" y="0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" name="object 32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439857" y="6849927"/>
              <a:ext cx="203293" cy="239496"/>
            </a:xfrm>
            <a:prstGeom prst="rect">
              <a:avLst/>
            </a:prstGeom>
          </p:spPr>
        </p:pic>
        <p:sp>
          <p:nvSpPr>
            <p:cNvPr id="33" name="object 33" descr=""/>
            <p:cNvSpPr/>
            <p:nvPr/>
          </p:nvSpPr>
          <p:spPr>
            <a:xfrm>
              <a:off x="18439855" y="6917251"/>
              <a:ext cx="388620" cy="504825"/>
            </a:xfrm>
            <a:custGeom>
              <a:avLst/>
              <a:gdLst/>
              <a:ahLst/>
              <a:cxnLst/>
              <a:rect l="l" t="t" r="r" b="b"/>
              <a:pathLst>
                <a:path w="388619" h="504825">
                  <a:moveTo>
                    <a:pt x="388213" y="0"/>
                  </a:moveTo>
                  <a:lnTo>
                    <a:pt x="288213" y="0"/>
                  </a:lnTo>
                  <a:lnTo>
                    <a:pt x="270598" y="101"/>
                  </a:lnTo>
                  <a:lnTo>
                    <a:pt x="270598" y="67411"/>
                  </a:lnTo>
                  <a:lnTo>
                    <a:pt x="270598" y="171551"/>
                  </a:lnTo>
                  <a:lnTo>
                    <a:pt x="213817" y="171551"/>
                  </a:lnTo>
                  <a:lnTo>
                    <a:pt x="213817" y="67411"/>
                  </a:lnTo>
                  <a:lnTo>
                    <a:pt x="213817" y="101"/>
                  </a:lnTo>
                  <a:lnTo>
                    <a:pt x="203288" y="101"/>
                  </a:lnTo>
                  <a:lnTo>
                    <a:pt x="203288" y="67411"/>
                  </a:lnTo>
                  <a:lnTo>
                    <a:pt x="203288" y="171551"/>
                  </a:lnTo>
                  <a:lnTo>
                    <a:pt x="184251" y="171551"/>
                  </a:lnTo>
                  <a:lnTo>
                    <a:pt x="184251" y="67411"/>
                  </a:lnTo>
                  <a:lnTo>
                    <a:pt x="0" y="67411"/>
                  </a:lnTo>
                  <a:lnTo>
                    <a:pt x="0" y="171551"/>
                  </a:lnTo>
                  <a:lnTo>
                    <a:pt x="0" y="410311"/>
                  </a:lnTo>
                  <a:lnTo>
                    <a:pt x="288213" y="410311"/>
                  </a:lnTo>
                  <a:lnTo>
                    <a:pt x="288213" y="504710"/>
                  </a:lnTo>
                  <a:lnTo>
                    <a:pt x="388213" y="504710"/>
                  </a:lnTo>
                  <a:lnTo>
                    <a:pt x="388213" y="0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4" name="object 34" descr=""/>
          <p:cNvSpPr/>
          <p:nvPr/>
        </p:nvSpPr>
        <p:spPr>
          <a:xfrm>
            <a:off x="19479578" y="7260938"/>
            <a:ext cx="280035" cy="1064260"/>
          </a:xfrm>
          <a:custGeom>
            <a:avLst/>
            <a:gdLst/>
            <a:ahLst/>
            <a:cxnLst/>
            <a:rect l="l" t="t" r="r" b="b"/>
            <a:pathLst>
              <a:path w="280034" h="1064259">
                <a:moveTo>
                  <a:pt x="279793" y="173189"/>
                </a:moveTo>
                <a:lnTo>
                  <a:pt x="263893" y="172427"/>
                </a:lnTo>
                <a:lnTo>
                  <a:pt x="260616" y="172275"/>
                </a:lnTo>
                <a:lnTo>
                  <a:pt x="239331" y="171246"/>
                </a:lnTo>
                <a:lnTo>
                  <a:pt x="239331" y="0"/>
                </a:lnTo>
                <a:lnTo>
                  <a:pt x="110490" y="0"/>
                </a:lnTo>
                <a:lnTo>
                  <a:pt x="110490" y="165011"/>
                </a:lnTo>
                <a:lnTo>
                  <a:pt x="97624" y="164401"/>
                </a:lnTo>
                <a:lnTo>
                  <a:pt x="55676" y="161772"/>
                </a:lnTo>
                <a:lnTo>
                  <a:pt x="55676" y="162369"/>
                </a:lnTo>
                <a:lnTo>
                  <a:pt x="43383" y="161772"/>
                </a:lnTo>
                <a:lnTo>
                  <a:pt x="0" y="190322"/>
                </a:lnTo>
                <a:lnTo>
                  <a:pt x="0" y="933208"/>
                </a:lnTo>
                <a:lnTo>
                  <a:pt x="0" y="1063752"/>
                </a:lnTo>
                <a:lnTo>
                  <a:pt x="279793" y="1063752"/>
                </a:lnTo>
                <a:lnTo>
                  <a:pt x="279793" y="173189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5" name="object 35" descr=""/>
          <p:cNvSpPr/>
          <p:nvPr/>
        </p:nvSpPr>
        <p:spPr>
          <a:xfrm>
            <a:off x="3428187" y="7876698"/>
            <a:ext cx="132080" cy="486409"/>
          </a:xfrm>
          <a:custGeom>
            <a:avLst/>
            <a:gdLst/>
            <a:ahLst/>
            <a:cxnLst/>
            <a:rect l="l" t="t" r="r" b="b"/>
            <a:pathLst>
              <a:path w="132079" h="486409">
                <a:moveTo>
                  <a:pt x="131686" y="20142"/>
                </a:moveTo>
                <a:lnTo>
                  <a:pt x="118808" y="12"/>
                </a:lnTo>
                <a:lnTo>
                  <a:pt x="115163" y="444"/>
                </a:lnTo>
                <a:lnTo>
                  <a:pt x="115163" y="0"/>
                </a:lnTo>
                <a:lnTo>
                  <a:pt x="102704" y="1854"/>
                </a:lnTo>
                <a:lnTo>
                  <a:pt x="98894" y="2311"/>
                </a:lnTo>
                <a:lnTo>
                  <a:pt x="98539" y="2349"/>
                </a:lnTo>
                <a:lnTo>
                  <a:pt x="82867" y="4140"/>
                </a:lnTo>
                <a:lnTo>
                  <a:pt x="69938" y="5613"/>
                </a:lnTo>
                <a:lnTo>
                  <a:pt x="65709" y="6108"/>
                </a:lnTo>
                <a:lnTo>
                  <a:pt x="53352" y="7518"/>
                </a:lnTo>
                <a:lnTo>
                  <a:pt x="48641" y="8064"/>
                </a:lnTo>
                <a:lnTo>
                  <a:pt x="48641" y="137134"/>
                </a:lnTo>
                <a:lnTo>
                  <a:pt x="0" y="137134"/>
                </a:lnTo>
                <a:lnTo>
                  <a:pt x="0" y="485813"/>
                </a:lnTo>
                <a:lnTo>
                  <a:pt x="48641" y="485813"/>
                </a:lnTo>
                <a:lnTo>
                  <a:pt x="59537" y="485813"/>
                </a:lnTo>
                <a:lnTo>
                  <a:pt x="131686" y="485813"/>
                </a:lnTo>
                <a:lnTo>
                  <a:pt x="131686" y="403936"/>
                </a:lnTo>
                <a:lnTo>
                  <a:pt x="131686" y="20142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" name="object 36" descr=""/>
          <p:cNvSpPr/>
          <p:nvPr/>
        </p:nvSpPr>
        <p:spPr>
          <a:xfrm>
            <a:off x="19905346" y="6207956"/>
            <a:ext cx="184150" cy="1639570"/>
          </a:xfrm>
          <a:custGeom>
            <a:avLst/>
            <a:gdLst/>
            <a:ahLst/>
            <a:cxnLst/>
            <a:rect l="l" t="t" r="r" b="b"/>
            <a:pathLst>
              <a:path w="184150" h="1639570">
                <a:moveTo>
                  <a:pt x="183603" y="0"/>
                </a:moveTo>
                <a:lnTo>
                  <a:pt x="0" y="0"/>
                </a:lnTo>
                <a:lnTo>
                  <a:pt x="0" y="1043940"/>
                </a:lnTo>
                <a:lnTo>
                  <a:pt x="0" y="1639570"/>
                </a:lnTo>
                <a:lnTo>
                  <a:pt x="183603" y="1639570"/>
                </a:lnTo>
                <a:lnTo>
                  <a:pt x="183603" y="1615490"/>
                </a:lnTo>
                <a:lnTo>
                  <a:pt x="183603" y="1587754"/>
                </a:lnTo>
                <a:lnTo>
                  <a:pt x="183603" y="18719"/>
                </a:lnTo>
                <a:lnTo>
                  <a:pt x="183603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7" name="object 37" descr=""/>
          <p:cNvSpPr/>
          <p:nvPr/>
        </p:nvSpPr>
        <p:spPr>
          <a:xfrm>
            <a:off x="18690921" y="7520082"/>
            <a:ext cx="1398270" cy="805180"/>
          </a:xfrm>
          <a:custGeom>
            <a:avLst/>
            <a:gdLst/>
            <a:ahLst/>
            <a:cxnLst/>
            <a:rect l="l" t="t" r="r" b="b"/>
            <a:pathLst>
              <a:path w="1398269" h="805179">
                <a:moveTo>
                  <a:pt x="1398028" y="274891"/>
                </a:moveTo>
                <a:lnTo>
                  <a:pt x="1237424" y="274891"/>
                </a:lnTo>
                <a:lnTo>
                  <a:pt x="1237424" y="597725"/>
                </a:lnTo>
                <a:lnTo>
                  <a:pt x="1155509" y="597725"/>
                </a:lnTo>
                <a:lnTo>
                  <a:pt x="1155509" y="703732"/>
                </a:lnTo>
                <a:lnTo>
                  <a:pt x="1077442" y="703732"/>
                </a:lnTo>
                <a:lnTo>
                  <a:pt x="1076960" y="689330"/>
                </a:lnTo>
                <a:lnTo>
                  <a:pt x="1075944" y="650913"/>
                </a:lnTo>
                <a:lnTo>
                  <a:pt x="889368" y="650913"/>
                </a:lnTo>
                <a:lnTo>
                  <a:pt x="889368" y="581342"/>
                </a:lnTo>
                <a:lnTo>
                  <a:pt x="598551" y="581342"/>
                </a:lnTo>
                <a:lnTo>
                  <a:pt x="598551" y="331254"/>
                </a:lnTo>
                <a:lnTo>
                  <a:pt x="368604" y="331254"/>
                </a:lnTo>
                <a:lnTo>
                  <a:pt x="368604" y="0"/>
                </a:lnTo>
                <a:lnTo>
                  <a:pt x="218122" y="0"/>
                </a:lnTo>
                <a:lnTo>
                  <a:pt x="218122" y="576376"/>
                </a:lnTo>
                <a:lnTo>
                  <a:pt x="0" y="576376"/>
                </a:lnTo>
                <a:lnTo>
                  <a:pt x="0" y="804595"/>
                </a:lnTo>
                <a:lnTo>
                  <a:pt x="1057897" y="804595"/>
                </a:lnTo>
                <a:lnTo>
                  <a:pt x="1080884" y="804595"/>
                </a:lnTo>
                <a:lnTo>
                  <a:pt x="1398028" y="804595"/>
                </a:lnTo>
                <a:lnTo>
                  <a:pt x="1398028" y="274891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8" name="object 38" descr=""/>
          <p:cNvSpPr/>
          <p:nvPr/>
        </p:nvSpPr>
        <p:spPr>
          <a:xfrm>
            <a:off x="3711583" y="7915874"/>
            <a:ext cx="47625" cy="447040"/>
          </a:xfrm>
          <a:custGeom>
            <a:avLst/>
            <a:gdLst/>
            <a:ahLst/>
            <a:cxnLst/>
            <a:rect l="l" t="t" r="r" b="b"/>
            <a:pathLst>
              <a:path w="47625" h="447040">
                <a:moveTo>
                  <a:pt x="47129" y="0"/>
                </a:moveTo>
                <a:lnTo>
                  <a:pt x="0" y="0"/>
                </a:lnTo>
                <a:lnTo>
                  <a:pt x="0" y="446635"/>
                </a:lnTo>
                <a:lnTo>
                  <a:pt x="47129" y="446635"/>
                </a:lnTo>
                <a:lnTo>
                  <a:pt x="47129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9" name="object 39" descr=""/>
          <p:cNvSpPr/>
          <p:nvPr/>
        </p:nvSpPr>
        <p:spPr>
          <a:xfrm>
            <a:off x="4085844" y="7915332"/>
            <a:ext cx="184785" cy="304800"/>
          </a:xfrm>
          <a:custGeom>
            <a:avLst/>
            <a:gdLst/>
            <a:ahLst/>
            <a:cxnLst/>
            <a:rect l="l" t="t" r="r" b="b"/>
            <a:pathLst>
              <a:path w="184785" h="304800">
                <a:moveTo>
                  <a:pt x="184442" y="180340"/>
                </a:moveTo>
                <a:lnTo>
                  <a:pt x="97548" y="180340"/>
                </a:lnTo>
                <a:lnTo>
                  <a:pt x="97548" y="104140"/>
                </a:lnTo>
                <a:lnTo>
                  <a:pt x="97548" y="0"/>
                </a:lnTo>
                <a:lnTo>
                  <a:pt x="37604" y="0"/>
                </a:lnTo>
                <a:lnTo>
                  <a:pt x="37604" y="104140"/>
                </a:lnTo>
                <a:lnTo>
                  <a:pt x="0" y="104140"/>
                </a:lnTo>
                <a:lnTo>
                  <a:pt x="0" y="180340"/>
                </a:lnTo>
                <a:lnTo>
                  <a:pt x="0" y="304800"/>
                </a:lnTo>
                <a:lnTo>
                  <a:pt x="184442" y="304800"/>
                </a:lnTo>
                <a:lnTo>
                  <a:pt x="184442" y="18034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0" name="object 40" descr=""/>
          <p:cNvSpPr/>
          <p:nvPr/>
        </p:nvSpPr>
        <p:spPr>
          <a:xfrm>
            <a:off x="4631956" y="8076621"/>
            <a:ext cx="85725" cy="307340"/>
          </a:xfrm>
          <a:custGeom>
            <a:avLst/>
            <a:gdLst/>
            <a:ahLst/>
            <a:cxnLst/>
            <a:rect l="l" t="t" r="r" b="b"/>
            <a:pathLst>
              <a:path w="85725" h="307340">
                <a:moveTo>
                  <a:pt x="85483" y="37973"/>
                </a:moveTo>
                <a:lnTo>
                  <a:pt x="65519" y="37973"/>
                </a:lnTo>
                <a:lnTo>
                  <a:pt x="65519" y="0"/>
                </a:lnTo>
                <a:lnTo>
                  <a:pt x="0" y="0"/>
                </a:lnTo>
                <a:lnTo>
                  <a:pt x="0" y="160515"/>
                </a:lnTo>
                <a:lnTo>
                  <a:pt x="8153" y="160515"/>
                </a:lnTo>
                <a:lnTo>
                  <a:pt x="8153" y="307213"/>
                </a:lnTo>
                <a:lnTo>
                  <a:pt x="85483" y="307213"/>
                </a:lnTo>
                <a:lnTo>
                  <a:pt x="85483" y="73533"/>
                </a:lnTo>
                <a:lnTo>
                  <a:pt x="85483" y="37973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1" name="object 41" descr=""/>
          <p:cNvSpPr/>
          <p:nvPr/>
        </p:nvSpPr>
        <p:spPr>
          <a:xfrm>
            <a:off x="3965664" y="7886871"/>
            <a:ext cx="458470" cy="499745"/>
          </a:xfrm>
          <a:custGeom>
            <a:avLst/>
            <a:gdLst/>
            <a:ahLst/>
            <a:cxnLst/>
            <a:rect l="l" t="t" r="r" b="b"/>
            <a:pathLst>
              <a:path w="458470" h="499745">
                <a:moveTo>
                  <a:pt x="458216" y="6858"/>
                </a:moveTo>
                <a:lnTo>
                  <a:pt x="448691" y="6400"/>
                </a:lnTo>
                <a:lnTo>
                  <a:pt x="423697" y="5194"/>
                </a:lnTo>
                <a:lnTo>
                  <a:pt x="415150" y="4787"/>
                </a:lnTo>
                <a:lnTo>
                  <a:pt x="388988" y="3517"/>
                </a:lnTo>
                <a:lnTo>
                  <a:pt x="356997" y="1981"/>
                </a:lnTo>
                <a:lnTo>
                  <a:pt x="356603" y="1955"/>
                </a:lnTo>
                <a:lnTo>
                  <a:pt x="348881" y="1587"/>
                </a:lnTo>
                <a:lnTo>
                  <a:pt x="323697" y="12"/>
                </a:lnTo>
                <a:lnTo>
                  <a:pt x="323697" y="368"/>
                </a:lnTo>
                <a:lnTo>
                  <a:pt x="316331" y="0"/>
                </a:lnTo>
                <a:lnTo>
                  <a:pt x="290283" y="17145"/>
                </a:lnTo>
                <a:lnTo>
                  <a:pt x="290283" y="367423"/>
                </a:lnTo>
                <a:lnTo>
                  <a:pt x="271297" y="367423"/>
                </a:lnTo>
                <a:lnTo>
                  <a:pt x="271297" y="364121"/>
                </a:lnTo>
                <a:lnTo>
                  <a:pt x="259905" y="364121"/>
                </a:lnTo>
                <a:lnTo>
                  <a:pt x="259905" y="332041"/>
                </a:lnTo>
                <a:lnTo>
                  <a:pt x="269201" y="332041"/>
                </a:lnTo>
                <a:lnTo>
                  <a:pt x="269201" y="313753"/>
                </a:lnTo>
                <a:lnTo>
                  <a:pt x="233222" y="313753"/>
                </a:lnTo>
                <a:lnTo>
                  <a:pt x="233222" y="257390"/>
                </a:lnTo>
                <a:lnTo>
                  <a:pt x="149275" y="257390"/>
                </a:lnTo>
                <a:lnTo>
                  <a:pt x="149275" y="316001"/>
                </a:lnTo>
                <a:lnTo>
                  <a:pt x="139382" y="316001"/>
                </a:lnTo>
                <a:lnTo>
                  <a:pt x="139382" y="284962"/>
                </a:lnTo>
                <a:lnTo>
                  <a:pt x="92303" y="284962"/>
                </a:lnTo>
                <a:lnTo>
                  <a:pt x="92303" y="274167"/>
                </a:lnTo>
                <a:lnTo>
                  <a:pt x="39839" y="274167"/>
                </a:lnTo>
                <a:lnTo>
                  <a:pt x="39839" y="292468"/>
                </a:lnTo>
                <a:lnTo>
                  <a:pt x="43738" y="292468"/>
                </a:lnTo>
                <a:lnTo>
                  <a:pt x="43738" y="383286"/>
                </a:lnTo>
                <a:lnTo>
                  <a:pt x="37147" y="383286"/>
                </a:lnTo>
                <a:lnTo>
                  <a:pt x="37147" y="391134"/>
                </a:lnTo>
                <a:lnTo>
                  <a:pt x="31153" y="391134"/>
                </a:lnTo>
                <a:lnTo>
                  <a:pt x="31153" y="367423"/>
                </a:lnTo>
                <a:lnTo>
                  <a:pt x="26200" y="367423"/>
                </a:lnTo>
                <a:lnTo>
                  <a:pt x="26200" y="341896"/>
                </a:lnTo>
                <a:lnTo>
                  <a:pt x="16751" y="332460"/>
                </a:lnTo>
                <a:lnTo>
                  <a:pt x="8661" y="340550"/>
                </a:lnTo>
                <a:lnTo>
                  <a:pt x="8661" y="322643"/>
                </a:lnTo>
                <a:lnTo>
                  <a:pt x="3263" y="322643"/>
                </a:lnTo>
                <a:lnTo>
                  <a:pt x="3263" y="317728"/>
                </a:lnTo>
                <a:lnTo>
                  <a:pt x="8661" y="317728"/>
                </a:lnTo>
                <a:lnTo>
                  <a:pt x="8661" y="296367"/>
                </a:lnTo>
                <a:lnTo>
                  <a:pt x="4470" y="296367"/>
                </a:lnTo>
                <a:lnTo>
                  <a:pt x="4470" y="274167"/>
                </a:lnTo>
                <a:lnTo>
                  <a:pt x="0" y="274167"/>
                </a:lnTo>
                <a:lnTo>
                  <a:pt x="0" y="499402"/>
                </a:lnTo>
                <a:lnTo>
                  <a:pt x="351167" y="499402"/>
                </a:lnTo>
                <a:lnTo>
                  <a:pt x="351167" y="497179"/>
                </a:lnTo>
                <a:lnTo>
                  <a:pt x="458216" y="497179"/>
                </a:lnTo>
                <a:lnTo>
                  <a:pt x="458216" y="6858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2" name="object 42" descr=""/>
          <p:cNvSpPr/>
          <p:nvPr/>
        </p:nvSpPr>
        <p:spPr>
          <a:xfrm>
            <a:off x="4388879" y="8007521"/>
            <a:ext cx="259715" cy="376555"/>
          </a:xfrm>
          <a:custGeom>
            <a:avLst/>
            <a:gdLst/>
            <a:ahLst/>
            <a:cxnLst/>
            <a:rect l="l" t="t" r="r" b="b"/>
            <a:pathLst>
              <a:path w="259714" h="376554">
                <a:moveTo>
                  <a:pt x="259118" y="63068"/>
                </a:moveTo>
                <a:lnTo>
                  <a:pt x="259105" y="54838"/>
                </a:lnTo>
                <a:lnTo>
                  <a:pt x="249516" y="54838"/>
                </a:lnTo>
                <a:lnTo>
                  <a:pt x="249516" y="33591"/>
                </a:lnTo>
                <a:lnTo>
                  <a:pt x="204622" y="33591"/>
                </a:lnTo>
                <a:lnTo>
                  <a:pt x="204622" y="54838"/>
                </a:lnTo>
                <a:lnTo>
                  <a:pt x="167944" y="54838"/>
                </a:lnTo>
                <a:lnTo>
                  <a:pt x="167944" y="6858"/>
                </a:lnTo>
                <a:lnTo>
                  <a:pt x="158407" y="6400"/>
                </a:lnTo>
                <a:lnTo>
                  <a:pt x="142633" y="5638"/>
                </a:lnTo>
                <a:lnTo>
                  <a:pt x="133413" y="5194"/>
                </a:lnTo>
                <a:lnTo>
                  <a:pt x="124866" y="4787"/>
                </a:lnTo>
                <a:lnTo>
                  <a:pt x="107442" y="3949"/>
                </a:lnTo>
                <a:lnTo>
                  <a:pt x="98704" y="3517"/>
                </a:lnTo>
                <a:lnTo>
                  <a:pt x="66319" y="1955"/>
                </a:lnTo>
                <a:lnTo>
                  <a:pt x="58597" y="1587"/>
                </a:lnTo>
                <a:lnTo>
                  <a:pt x="33413" y="0"/>
                </a:lnTo>
                <a:lnTo>
                  <a:pt x="33413" y="368"/>
                </a:lnTo>
                <a:lnTo>
                  <a:pt x="26047" y="0"/>
                </a:lnTo>
                <a:lnTo>
                  <a:pt x="0" y="17145"/>
                </a:lnTo>
                <a:lnTo>
                  <a:pt x="0" y="343776"/>
                </a:lnTo>
                <a:lnTo>
                  <a:pt x="0" y="376529"/>
                </a:lnTo>
                <a:lnTo>
                  <a:pt x="167944" y="376529"/>
                </a:lnTo>
                <a:lnTo>
                  <a:pt x="234950" y="376516"/>
                </a:lnTo>
                <a:lnTo>
                  <a:pt x="259105" y="376516"/>
                </a:lnTo>
                <a:lnTo>
                  <a:pt x="259105" y="345871"/>
                </a:lnTo>
                <a:lnTo>
                  <a:pt x="259118" y="63068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3" name="object 43" descr=""/>
          <p:cNvSpPr/>
          <p:nvPr/>
        </p:nvSpPr>
        <p:spPr>
          <a:xfrm>
            <a:off x="4165053" y="8007521"/>
            <a:ext cx="168275" cy="376555"/>
          </a:xfrm>
          <a:custGeom>
            <a:avLst/>
            <a:gdLst/>
            <a:ahLst/>
            <a:cxnLst/>
            <a:rect l="l" t="t" r="r" b="b"/>
            <a:pathLst>
              <a:path w="168275" h="376554">
                <a:moveTo>
                  <a:pt x="167944" y="6858"/>
                </a:moveTo>
                <a:lnTo>
                  <a:pt x="158407" y="6400"/>
                </a:lnTo>
                <a:lnTo>
                  <a:pt x="142824" y="5651"/>
                </a:lnTo>
                <a:lnTo>
                  <a:pt x="133413" y="5194"/>
                </a:lnTo>
                <a:lnTo>
                  <a:pt x="124879" y="4787"/>
                </a:lnTo>
                <a:lnTo>
                  <a:pt x="106032" y="3873"/>
                </a:lnTo>
                <a:lnTo>
                  <a:pt x="98717" y="3517"/>
                </a:lnTo>
                <a:lnTo>
                  <a:pt x="66332" y="1955"/>
                </a:lnTo>
                <a:lnTo>
                  <a:pt x="58610" y="1587"/>
                </a:lnTo>
                <a:lnTo>
                  <a:pt x="33426" y="0"/>
                </a:lnTo>
                <a:lnTo>
                  <a:pt x="33426" y="368"/>
                </a:lnTo>
                <a:lnTo>
                  <a:pt x="26060" y="0"/>
                </a:lnTo>
                <a:lnTo>
                  <a:pt x="0" y="17145"/>
                </a:lnTo>
                <a:lnTo>
                  <a:pt x="0" y="376529"/>
                </a:lnTo>
                <a:lnTo>
                  <a:pt x="167944" y="376529"/>
                </a:lnTo>
                <a:lnTo>
                  <a:pt x="167944" y="6858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4" name="object 44" descr=""/>
          <p:cNvSpPr/>
          <p:nvPr/>
        </p:nvSpPr>
        <p:spPr>
          <a:xfrm>
            <a:off x="4717453" y="7486427"/>
            <a:ext cx="264795" cy="897890"/>
          </a:xfrm>
          <a:custGeom>
            <a:avLst/>
            <a:gdLst/>
            <a:ahLst/>
            <a:cxnLst/>
            <a:rect l="l" t="t" r="r" b="b"/>
            <a:pathLst>
              <a:path w="264795" h="897890">
                <a:moveTo>
                  <a:pt x="264718" y="28740"/>
                </a:moveTo>
                <a:lnTo>
                  <a:pt x="255803" y="28486"/>
                </a:lnTo>
                <a:lnTo>
                  <a:pt x="248158" y="28244"/>
                </a:lnTo>
                <a:lnTo>
                  <a:pt x="241376" y="28028"/>
                </a:lnTo>
                <a:lnTo>
                  <a:pt x="241376" y="5981"/>
                </a:lnTo>
                <a:lnTo>
                  <a:pt x="129222" y="1993"/>
                </a:lnTo>
                <a:lnTo>
                  <a:pt x="116128" y="8826"/>
                </a:lnTo>
                <a:lnTo>
                  <a:pt x="116128" y="24168"/>
                </a:lnTo>
                <a:lnTo>
                  <a:pt x="117868" y="24231"/>
                </a:lnTo>
                <a:lnTo>
                  <a:pt x="114414" y="24130"/>
                </a:lnTo>
                <a:lnTo>
                  <a:pt x="112763" y="24079"/>
                </a:lnTo>
                <a:lnTo>
                  <a:pt x="102196" y="23723"/>
                </a:lnTo>
                <a:lnTo>
                  <a:pt x="98742" y="23647"/>
                </a:lnTo>
                <a:lnTo>
                  <a:pt x="86525" y="23253"/>
                </a:lnTo>
                <a:lnTo>
                  <a:pt x="83134" y="23164"/>
                </a:lnTo>
                <a:lnTo>
                  <a:pt x="83108" y="11671"/>
                </a:lnTo>
                <a:lnTo>
                  <a:pt x="71158" y="11671"/>
                </a:lnTo>
                <a:lnTo>
                  <a:pt x="71158" y="0"/>
                </a:lnTo>
                <a:lnTo>
                  <a:pt x="58635" y="0"/>
                </a:lnTo>
                <a:lnTo>
                  <a:pt x="58635" y="22377"/>
                </a:lnTo>
                <a:lnTo>
                  <a:pt x="43167" y="21818"/>
                </a:lnTo>
                <a:lnTo>
                  <a:pt x="42062" y="22491"/>
                </a:lnTo>
                <a:lnTo>
                  <a:pt x="4203" y="40449"/>
                </a:lnTo>
                <a:lnTo>
                  <a:pt x="0" y="42405"/>
                </a:lnTo>
                <a:lnTo>
                  <a:pt x="0" y="897610"/>
                </a:lnTo>
                <a:lnTo>
                  <a:pt x="4203" y="897623"/>
                </a:lnTo>
                <a:lnTo>
                  <a:pt x="40982" y="897610"/>
                </a:lnTo>
                <a:lnTo>
                  <a:pt x="61480" y="897623"/>
                </a:lnTo>
                <a:lnTo>
                  <a:pt x="70866" y="897610"/>
                </a:lnTo>
                <a:lnTo>
                  <a:pt x="83134" y="897623"/>
                </a:lnTo>
                <a:lnTo>
                  <a:pt x="86525" y="897610"/>
                </a:lnTo>
                <a:lnTo>
                  <a:pt x="98742" y="897623"/>
                </a:lnTo>
                <a:lnTo>
                  <a:pt x="102196" y="897610"/>
                </a:lnTo>
                <a:lnTo>
                  <a:pt x="114414" y="897623"/>
                </a:lnTo>
                <a:lnTo>
                  <a:pt x="117868" y="897610"/>
                </a:lnTo>
                <a:lnTo>
                  <a:pt x="130086" y="897623"/>
                </a:lnTo>
                <a:lnTo>
                  <a:pt x="133527" y="897610"/>
                </a:lnTo>
                <a:lnTo>
                  <a:pt x="145745" y="897623"/>
                </a:lnTo>
                <a:lnTo>
                  <a:pt x="149199" y="897610"/>
                </a:lnTo>
                <a:lnTo>
                  <a:pt x="161417" y="897623"/>
                </a:lnTo>
                <a:lnTo>
                  <a:pt x="164858" y="897610"/>
                </a:lnTo>
                <a:lnTo>
                  <a:pt x="177088" y="897623"/>
                </a:lnTo>
                <a:lnTo>
                  <a:pt x="180530" y="897610"/>
                </a:lnTo>
                <a:lnTo>
                  <a:pt x="192747" y="897623"/>
                </a:lnTo>
                <a:lnTo>
                  <a:pt x="196138" y="897610"/>
                </a:lnTo>
                <a:lnTo>
                  <a:pt x="208407" y="897623"/>
                </a:lnTo>
                <a:lnTo>
                  <a:pt x="211810" y="897610"/>
                </a:lnTo>
                <a:lnTo>
                  <a:pt x="224078" y="897623"/>
                </a:lnTo>
                <a:lnTo>
                  <a:pt x="227469" y="897610"/>
                </a:lnTo>
                <a:lnTo>
                  <a:pt x="239750" y="897623"/>
                </a:lnTo>
                <a:lnTo>
                  <a:pt x="248158" y="897610"/>
                </a:lnTo>
                <a:lnTo>
                  <a:pt x="264718" y="897623"/>
                </a:lnTo>
                <a:lnTo>
                  <a:pt x="264718" y="2874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pic>
        <p:nvPicPr>
          <p:cNvPr id="45" name="object 45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316086" y="7796086"/>
            <a:ext cx="85819" cy="96730"/>
          </a:xfrm>
          <a:prstGeom prst="rect">
            <a:avLst/>
          </a:prstGeom>
        </p:spPr>
      </p:pic>
      <p:grpSp>
        <p:nvGrpSpPr>
          <p:cNvPr id="46" name="object 46" descr=""/>
          <p:cNvGrpSpPr/>
          <p:nvPr/>
        </p:nvGrpSpPr>
        <p:grpSpPr>
          <a:xfrm>
            <a:off x="15183690" y="7702485"/>
            <a:ext cx="217170" cy="693420"/>
            <a:chOff x="15183690" y="7702485"/>
            <a:chExt cx="217170" cy="693420"/>
          </a:xfrm>
        </p:grpSpPr>
        <p:sp>
          <p:nvSpPr>
            <p:cNvPr id="47" name="object 47" descr=""/>
            <p:cNvSpPr/>
            <p:nvPr/>
          </p:nvSpPr>
          <p:spPr>
            <a:xfrm>
              <a:off x="15183689" y="7702492"/>
              <a:ext cx="217170" cy="693420"/>
            </a:xfrm>
            <a:custGeom>
              <a:avLst/>
              <a:gdLst/>
              <a:ahLst/>
              <a:cxnLst/>
              <a:rect l="l" t="t" r="r" b="b"/>
              <a:pathLst>
                <a:path w="217169" h="693420">
                  <a:moveTo>
                    <a:pt x="121704" y="6819"/>
                  </a:moveTo>
                  <a:lnTo>
                    <a:pt x="110972" y="1549"/>
                  </a:lnTo>
                  <a:lnTo>
                    <a:pt x="19113" y="4622"/>
                  </a:lnTo>
                  <a:lnTo>
                    <a:pt x="19113" y="21678"/>
                  </a:lnTo>
                  <a:lnTo>
                    <a:pt x="121704" y="18681"/>
                  </a:lnTo>
                  <a:lnTo>
                    <a:pt x="121704" y="6819"/>
                  </a:lnTo>
                  <a:close/>
                </a:path>
                <a:path w="217169" h="693420">
                  <a:moveTo>
                    <a:pt x="216839" y="32804"/>
                  </a:moveTo>
                  <a:lnTo>
                    <a:pt x="214896" y="31953"/>
                  </a:lnTo>
                  <a:lnTo>
                    <a:pt x="213385" y="31267"/>
                  </a:lnTo>
                  <a:lnTo>
                    <a:pt x="182308" y="17360"/>
                  </a:lnTo>
                  <a:lnTo>
                    <a:pt x="181483" y="16878"/>
                  </a:lnTo>
                  <a:lnTo>
                    <a:pt x="168808" y="17310"/>
                  </a:lnTo>
                  <a:lnTo>
                    <a:pt x="168808" y="0"/>
                  </a:lnTo>
                  <a:lnTo>
                    <a:pt x="158546" y="0"/>
                  </a:lnTo>
                  <a:lnTo>
                    <a:pt x="158546" y="9029"/>
                  </a:lnTo>
                  <a:lnTo>
                    <a:pt x="148755" y="9029"/>
                  </a:lnTo>
                  <a:lnTo>
                    <a:pt x="148755" y="17907"/>
                  </a:lnTo>
                  <a:lnTo>
                    <a:pt x="0" y="22237"/>
                  </a:lnTo>
                  <a:lnTo>
                    <a:pt x="0" y="693140"/>
                  </a:lnTo>
                  <a:lnTo>
                    <a:pt x="216839" y="693140"/>
                  </a:lnTo>
                  <a:lnTo>
                    <a:pt x="216839" y="32804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15183693" y="7719353"/>
              <a:ext cx="181610" cy="450215"/>
            </a:xfrm>
            <a:custGeom>
              <a:avLst/>
              <a:gdLst/>
              <a:ahLst/>
              <a:cxnLst/>
              <a:rect l="l" t="t" r="r" b="b"/>
              <a:pathLst>
                <a:path w="181609" h="450215">
                  <a:moveTo>
                    <a:pt x="181481" y="0"/>
                  </a:moveTo>
                  <a:lnTo>
                    <a:pt x="0" y="5371"/>
                  </a:lnTo>
                  <a:lnTo>
                    <a:pt x="181481" y="449850"/>
                  </a:lnTo>
                  <a:lnTo>
                    <a:pt x="181481" y="0"/>
                  </a:lnTo>
                  <a:close/>
                </a:path>
              </a:pathLst>
            </a:custGeom>
            <a:solidFill>
              <a:srgbClr val="CDEBE6">
                <a:alpha val="30079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9" name="object 49" descr=""/>
          <p:cNvSpPr/>
          <p:nvPr/>
        </p:nvSpPr>
        <p:spPr>
          <a:xfrm>
            <a:off x="3696201" y="8047660"/>
            <a:ext cx="19685" cy="314960"/>
          </a:xfrm>
          <a:custGeom>
            <a:avLst/>
            <a:gdLst/>
            <a:ahLst/>
            <a:cxnLst/>
            <a:rect l="l" t="t" r="r" b="b"/>
            <a:pathLst>
              <a:path w="19685" h="314959">
                <a:moveTo>
                  <a:pt x="19297" y="0"/>
                </a:moveTo>
                <a:lnTo>
                  <a:pt x="0" y="0"/>
                </a:lnTo>
                <a:lnTo>
                  <a:pt x="0" y="314849"/>
                </a:lnTo>
                <a:lnTo>
                  <a:pt x="19297" y="314849"/>
                </a:lnTo>
                <a:lnTo>
                  <a:pt x="19297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50" name="object 50" descr=""/>
          <p:cNvSpPr/>
          <p:nvPr/>
        </p:nvSpPr>
        <p:spPr>
          <a:xfrm>
            <a:off x="1174864" y="7033380"/>
            <a:ext cx="370840" cy="631825"/>
          </a:xfrm>
          <a:custGeom>
            <a:avLst/>
            <a:gdLst/>
            <a:ahLst/>
            <a:cxnLst/>
            <a:rect l="l" t="t" r="r" b="b"/>
            <a:pathLst>
              <a:path w="370840" h="631825">
                <a:moveTo>
                  <a:pt x="370700" y="255231"/>
                </a:moveTo>
                <a:lnTo>
                  <a:pt x="171831" y="255231"/>
                </a:lnTo>
                <a:lnTo>
                  <a:pt x="171831" y="0"/>
                </a:lnTo>
                <a:lnTo>
                  <a:pt x="0" y="0"/>
                </a:lnTo>
                <a:lnTo>
                  <a:pt x="0" y="631761"/>
                </a:lnTo>
                <a:lnTo>
                  <a:pt x="171831" y="631761"/>
                </a:lnTo>
                <a:lnTo>
                  <a:pt x="171831" y="523595"/>
                </a:lnTo>
                <a:lnTo>
                  <a:pt x="370700" y="523595"/>
                </a:lnTo>
                <a:lnTo>
                  <a:pt x="370700" y="255231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51" name="object 51" descr=""/>
          <p:cNvSpPr/>
          <p:nvPr/>
        </p:nvSpPr>
        <p:spPr>
          <a:xfrm>
            <a:off x="18869268" y="7099574"/>
            <a:ext cx="94615" cy="511809"/>
          </a:xfrm>
          <a:custGeom>
            <a:avLst/>
            <a:gdLst/>
            <a:ahLst/>
            <a:cxnLst/>
            <a:rect l="l" t="t" r="r" b="b"/>
            <a:pathLst>
              <a:path w="94615" h="511809">
                <a:moveTo>
                  <a:pt x="94269" y="0"/>
                </a:moveTo>
                <a:lnTo>
                  <a:pt x="0" y="0"/>
                </a:lnTo>
                <a:lnTo>
                  <a:pt x="0" y="511680"/>
                </a:lnTo>
                <a:lnTo>
                  <a:pt x="94269" y="511680"/>
                </a:lnTo>
                <a:lnTo>
                  <a:pt x="94269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52" name="object 52" descr=""/>
          <p:cNvSpPr/>
          <p:nvPr/>
        </p:nvSpPr>
        <p:spPr>
          <a:xfrm>
            <a:off x="17844923" y="7014495"/>
            <a:ext cx="154305" cy="537210"/>
          </a:xfrm>
          <a:custGeom>
            <a:avLst/>
            <a:gdLst/>
            <a:ahLst/>
            <a:cxnLst/>
            <a:rect l="l" t="t" r="r" b="b"/>
            <a:pathLst>
              <a:path w="154305" h="537209">
                <a:moveTo>
                  <a:pt x="154203" y="146596"/>
                </a:moveTo>
                <a:lnTo>
                  <a:pt x="107670" y="146596"/>
                </a:lnTo>
                <a:lnTo>
                  <a:pt x="107670" y="0"/>
                </a:lnTo>
                <a:lnTo>
                  <a:pt x="38862" y="0"/>
                </a:lnTo>
                <a:lnTo>
                  <a:pt x="38862" y="146596"/>
                </a:lnTo>
                <a:lnTo>
                  <a:pt x="0" y="146596"/>
                </a:lnTo>
                <a:lnTo>
                  <a:pt x="0" y="537159"/>
                </a:lnTo>
                <a:lnTo>
                  <a:pt x="154203" y="537159"/>
                </a:lnTo>
                <a:lnTo>
                  <a:pt x="154203" y="146596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53" name="object 53" descr=""/>
          <p:cNvSpPr/>
          <p:nvPr/>
        </p:nvSpPr>
        <p:spPr>
          <a:xfrm>
            <a:off x="18284775" y="7079519"/>
            <a:ext cx="117475" cy="220979"/>
          </a:xfrm>
          <a:custGeom>
            <a:avLst/>
            <a:gdLst/>
            <a:ahLst/>
            <a:cxnLst/>
            <a:rect l="l" t="t" r="r" b="b"/>
            <a:pathLst>
              <a:path w="117475" h="220979">
                <a:moveTo>
                  <a:pt x="117170" y="86487"/>
                </a:moveTo>
                <a:lnTo>
                  <a:pt x="81813" y="86487"/>
                </a:lnTo>
                <a:lnTo>
                  <a:pt x="81813" y="0"/>
                </a:lnTo>
                <a:lnTo>
                  <a:pt x="0" y="0"/>
                </a:lnTo>
                <a:lnTo>
                  <a:pt x="0" y="195173"/>
                </a:lnTo>
                <a:lnTo>
                  <a:pt x="63296" y="195173"/>
                </a:lnTo>
                <a:lnTo>
                  <a:pt x="63296" y="220865"/>
                </a:lnTo>
                <a:lnTo>
                  <a:pt x="117170" y="220865"/>
                </a:lnTo>
                <a:lnTo>
                  <a:pt x="117170" y="86487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4" name="object 54" descr=""/>
          <p:cNvGrpSpPr/>
          <p:nvPr/>
        </p:nvGrpSpPr>
        <p:grpSpPr>
          <a:xfrm>
            <a:off x="3737100" y="7550639"/>
            <a:ext cx="178435" cy="812165"/>
            <a:chOff x="3737100" y="7550639"/>
            <a:chExt cx="178435" cy="812165"/>
          </a:xfrm>
        </p:grpSpPr>
        <p:sp>
          <p:nvSpPr>
            <p:cNvPr id="55" name="object 55" descr=""/>
            <p:cNvSpPr/>
            <p:nvPr/>
          </p:nvSpPr>
          <p:spPr>
            <a:xfrm>
              <a:off x="3745192" y="7550651"/>
              <a:ext cx="162560" cy="803275"/>
            </a:xfrm>
            <a:custGeom>
              <a:avLst/>
              <a:gdLst/>
              <a:ahLst/>
              <a:cxnLst/>
              <a:rect l="l" t="t" r="r" b="b"/>
              <a:pathLst>
                <a:path w="162560" h="803275">
                  <a:moveTo>
                    <a:pt x="162217" y="0"/>
                  </a:moveTo>
                  <a:lnTo>
                    <a:pt x="0" y="0"/>
                  </a:lnTo>
                  <a:lnTo>
                    <a:pt x="0" y="803211"/>
                  </a:lnTo>
                  <a:lnTo>
                    <a:pt x="162217" y="803211"/>
                  </a:lnTo>
                  <a:lnTo>
                    <a:pt x="162217" y="0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3745192" y="7645050"/>
              <a:ext cx="162560" cy="648335"/>
            </a:xfrm>
            <a:custGeom>
              <a:avLst/>
              <a:gdLst/>
              <a:ahLst/>
              <a:cxnLst/>
              <a:rect l="l" t="t" r="r" b="b"/>
              <a:pathLst>
                <a:path w="162560" h="648334">
                  <a:moveTo>
                    <a:pt x="162153" y="624332"/>
                  </a:moveTo>
                  <a:lnTo>
                    <a:pt x="0" y="624332"/>
                  </a:lnTo>
                  <a:lnTo>
                    <a:pt x="0" y="647788"/>
                  </a:lnTo>
                  <a:lnTo>
                    <a:pt x="162153" y="647788"/>
                  </a:lnTo>
                  <a:lnTo>
                    <a:pt x="162153" y="624332"/>
                  </a:lnTo>
                  <a:close/>
                </a:path>
                <a:path w="162560" h="648334">
                  <a:moveTo>
                    <a:pt x="162153" y="591464"/>
                  </a:moveTo>
                  <a:lnTo>
                    <a:pt x="0" y="591464"/>
                  </a:lnTo>
                  <a:lnTo>
                    <a:pt x="0" y="614934"/>
                  </a:lnTo>
                  <a:lnTo>
                    <a:pt x="162153" y="614934"/>
                  </a:lnTo>
                  <a:lnTo>
                    <a:pt x="162153" y="591464"/>
                  </a:lnTo>
                  <a:close/>
                </a:path>
                <a:path w="162560" h="648334">
                  <a:moveTo>
                    <a:pt x="162153" y="525741"/>
                  </a:moveTo>
                  <a:lnTo>
                    <a:pt x="0" y="525741"/>
                  </a:lnTo>
                  <a:lnTo>
                    <a:pt x="0" y="549224"/>
                  </a:lnTo>
                  <a:lnTo>
                    <a:pt x="162153" y="549224"/>
                  </a:lnTo>
                  <a:lnTo>
                    <a:pt x="162153" y="525741"/>
                  </a:lnTo>
                  <a:close/>
                </a:path>
                <a:path w="162560" h="648334">
                  <a:moveTo>
                    <a:pt x="162153" y="492887"/>
                  </a:moveTo>
                  <a:lnTo>
                    <a:pt x="0" y="492887"/>
                  </a:lnTo>
                  <a:lnTo>
                    <a:pt x="0" y="516356"/>
                  </a:lnTo>
                  <a:lnTo>
                    <a:pt x="162153" y="516356"/>
                  </a:lnTo>
                  <a:lnTo>
                    <a:pt x="162153" y="492887"/>
                  </a:lnTo>
                  <a:close/>
                </a:path>
                <a:path w="162560" h="648334">
                  <a:moveTo>
                    <a:pt x="162153" y="460044"/>
                  </a:moveTo>
                  <a:lnTo>
                    <a:pt x="0" y="460044"/>
                  </a:lnTo>
                  <a:lnTo>
                    <a:pt x="0" y="483501"/>
                  </a:lnTo>
                  <a:lnTo>
                    <a:pt x="162153" y="483501"/>
                  </a:lnTo>
                  <a:lnTo>
                    <a:pt x="162153" y="460044"/>
                  </a:lnTo>
                  <a:close/>
                </a:path>
                <a:path w="162560" h="648334">
                  <a:moveTo>
                    <a:pt x="162153" y="427177"/>
                  </a:moveTo>
                  <a:lnTo>
                    <a:pt x="0" y="427177"/>
                  </a:lnTo>
                  <a:lnTo>
                    <a:pt x="0" y="450646"/>
                  </a:lnTo>
                  <a:lnTo>
                    <a:pt x="162153" y="450646"/>
                  </a:lnTo>
                  <a:lnTo>
                    <a:pt x="162153" y="427177"/>
                  </a:lnTo>
                  <a:close/>
                </a:path>
                <a:path w="162560" h="648334">
                  <a:moveTo>
                    <a:pt x="162153" y="394322"/>
                  </a:moveTo>
                  <a:lnTo>
                    <a:pt x="0" y="394322"/>
                  </a:lnTo>
                  <a:lnTo>
                    <a:pt x="0" y="417791"/>
                  </a:lnTo>
                  <a:lnTo>
                    <a:pt x="162153" y="417791"/>
                  </a:lnTo>
                  <a:lnTo>
                    <a:pt x="162153" y="394322"/>
                  </a:lnTo>
                  <a:close/>
                </a:path>
                <a:path w="162560" h="648334">
                  <a:moveTo>
                    <a:pt x="162153" y="262877"/>
                  </a:moveTo>
                  <a:lnTo>
                    <a:pt x="0" y="262877"/>
                  </a:lnTo>
                  <a:lnTo>
                    <a:pt x="0" y="286346"/>
                  </a:lnTo>
                  <a:lnTo>
                    <a:pt x="162153" y="286346"/>
                  </a:lnTo>
                  <a:lnTo>
                    <a:pt x="162153" y="262877"/>
                  </a:lnTo>
                  <a:close/>
                </a:path>
                <a:path w="162560" h="648334">
                  <a:moveTo>
                    <a:pt x="162153" y="230009"/>
                  </a:moveTo>
                  <a:lnTo>
                    <a:pt x="0" y="230009"/>
                  </a:lnTo>
                  <a:lnTo>
                    <a:pt x="0" y="253492"/>
                  </a:lnTo>
                  <a:lnTo>
                    <a:pt x="162153" y="253492"/>
                  </a:lnTo>
                  <a:lnTo>
                    <a:pt x="162153" y="230009"/>
                  </a:lnTo>
                  <a:close/>
                </a:path>
                <a:path w="162560" h="648334">
                  <a:moveTo>
                    <a:pt x="162153" y="197167"/>
                  </a:moveTo>
                  <a:lnTo>
                    <a:pt x="0" y="197167"/>
                  </a:lnTo>
                  <a:lnTo>
                    <a:pt x="0" y="220637"/>
                  </a:lnTo>
                  <a:lnTo>
                    <a:pt x="162153" y="220637"/>
                  </a:lnTo>
                  <a:lnTo>
                    <a:pt x="162153" y="197167"/>
                  </a:lnTo>
                  <a:close/>
                </a:path>
                <a:path w="162560" h="648334">
                  <a:moveTo>
                    <a:pt x="162153" y="164299"/>
                  </a:moveTo>
                  <a:lnTo>
                    <a:pt x="0" y="164299"/>
                  </a:lnTo>
                  <a:lnTo>
                    <a:pt x="0" y="187769"/>
                  </a:lnTo>
                  <a:lnTo>
                    <a:pt x="162153" y="187769"/>
                  </a:lnTo>
                  <a:lnTo>
                    <a:pt x="162153" y="164299"/>
                  </a:lnTo>
                  <a:close/>
                </a:path>
                <a:path w="162560" h="648334">
                  <a:moveTo>
                    <a:pt x="162153" y="131432"/>
                  </a:moveTo>
                  <a:lnTo>
                    <a:pt x="0" y="131432"/>
                  </a:lnTo>
                  <a:lnTo>
                    <a:pt x="0" y="154901"/>
                  </a:lnTo>
                  <a:lnTo>
                    <a:pt x="162153" y="154901"/>
                  </a:lnTo>
                  <a:lnTo>
                    <a:pt x="162153" y="131432"/>
                  </a:lnTo>
                  <a:close/>
                </a:path>
                <a:path w="162560" h="648334">
                  <a:moveTo>
                    <a:pt x="162153" y="98577"/>
                  </a:moveTo>
                  <a:lnTo>
                    <a:pt x="0" y="98577"/>
                  </a:lnTo>
                  <a:lnTo>
                    <a:pt x="0" y="122047"/>
                  </a:lnTo>
                  <a:lnTo>
                    <a:pt x="162153" y="122047"/>
                  </a:lnTo>
                  <a:lnTo>
                    <a:pt x="162153" y="98577"/>
                  </a:lnTo>
                  <a:close/>
                </a:path>
                <a:path w="162560" h="648334">
                  <a:moveTo>
                    <a:pt x="162179" y="0"/>
                  </a:moveTo>
                  <a:lnTo>
                    <a:pt x="12" y="0"/>
                  </a:lnTo>
                  <a:lnTo>
                    <a:pt x="12" y="23736"/>
                  </a:lnTo>
                  <a:lnTo>
                    <a:pt x="162179" y="23736"/>
                  </a:lnTo>
                  <a:lnTo>
                    <a:pt x="162179" y="0"/>
                  </a:lnTo>
                  <a:close/>
                </a:path>
                <a:path w="162560" h="648334">
                  <a:moveTo>
                    <a:pt x="162217" y="558609"/>
                  </a:moveTo>
                  <a:lnTo>
                    <a:pt x="50" y="558609"/>
                  </a:lnTo>
                  <a:lnTo>
                    <a:pt x="50" y="582079"/>
                  </a:lnTo>
                  <a:lnTo>
                    <a:pt x="162217" y="582079"/>
                  </a:lnTo>
                  <a:lnTo>
                    <a:pt x="162217" y="558609"/>
                  </a:lnTo>
                  <a:close/>
                </a:path>
                <a:path w="162560" h="648334">
                  <a:moveTo>
                    <a:pt x="162217" y="361454"/>
                  </a:moveTo>
                  <a:lnTo>
                    <a:pt x="50" y="361454"/>
                  </a:lnTo>
                  <a:lnTo>
                    <a:pt x="50" y="384924"/>
                  </a:lnTo>
                  <a:lnTo>
                    <a:pt x="162217" y="384924"/>
                  </a:lnTo>
                  <a:lnTo>
                    <a:pt x="162217" y="361454"/>
                  </a:lnTo>
                  <a:close/>
                </a:path>
                <a:path w="162560" h="648334">
                  <a:moveTo>
                    <a:pt x="162217" y="328599"/>
                  </a:moveTo>
                  <a:lnTo>
                    <a:pt x="50" y="328599"/>
                  </a:lnTo>
                  <a:lnTo>
                    <a:pt x="50" y="352056"/>
                  </a:lnTo>
                  <a:lnTo>
                    <a:pt x="162217" y="352056"/>
                  </a:lnTo>
                  <a:lnTo>
                    <a:pt x="162217" y="328599"/>
                  </a:lnTo>
                  <a:close/>
                </a:path>
                <a:path w="162560" h="648334">
                  <a:moveTo>
                    <a:pt x="162217" y="295744"/>
                  </a:moveTo>
                  <a:lnTo>
                    <a:pt x="50" y="295744"/>
                  </a:lnTo>
                  <a:lnTo>
                    <a:pt x="50" y="319201"/>
                  </a:lnTo>
                  <a:lnTo>
                    <a:pt x="162217" y="319201"/>
                  </a:lnTo>
                  <a:lnTo>
                    <a:pt x="162217" y="295744"/>
                  </a:lnTo>
                  <a:close/>
                </a:path>
                <a:path w="162560" h="648334">
                  <a:moveTo>
                    <a:pt x="162217" y="65976"/>
                  </a:moveTo>
                  <a:lnTo>
                    <a:pt x="50" y="65976"/>
                  </a:lnTo>
                  <a:lnTo>
                    <a:pt x="50" y="89192"/>
                  </a:lnTo>
                  <a:lnTo>
                    <a:pt x="162217" y="89192"/>
                  </a:lnTo>
                  <a:lnTo>
                    <a:pt x="162217" y="65976"/>
                  </a:lnTo>
                  <a:close/>
                </a:path>
                <a:path w="162560" h="648334">
                  <a:moveTo>
                    <a:pt x="162217" y="32867"/>
                  </a:moveTo>
                  <a:lnTo>
                    <a:pt x="50" y="32867"/>
                  </a:lnTo>
                  <a:lnTo>
                    <a:pt x="50" y="56337"/>
                  </a:lnTo>
                  <a:lnTo>
                    <a:pt x="162217" y="56337"/>
                  </a:lnTo>
                  <a:lnTo>
                    <a:pt x="162217" y="32867"/>
                  </a:lnTo>
                  <a:close/>
                </a:path>
              </a:pathLst>
            </a:custGeom>
            <a:solidFill>
              <a:srgbClr val="CDEBE6">
                <a:alpha val="31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3745192" y="7555871"/>
              <a:ext cx="162560" cy="798195"/>
            </a:xfrm>
            <a:custGeom>
              <a:avLst/>
              <a:gdLst/>
              <a:ahLst/>
              <a:cxnLst/>
              <a:rect l="l" t="t" r="r" b="b"/>
              <a:pathLst>
                <a:path w="162560" h="798195">
                  <a:moveTo>
                    <a:pt x="135013" y="79781"/>
                  </a:moveTo>
                  <a:lnTo>
                    <a:pt x="131787" y="79781"/>
                  </a:lnTo>
                  <a:lnTo>
                    <a:pt x="131787" y="746137"/>
                  </a:lnTo>
                  <a:lnTo>
                    <a:pt x="135013" y="746137"/>
                  </a:lnTo>
                  <a:lnTo>
                    <a:pt x="135013" y="79781"/>
                  </a:lnTo>
                  <a:close/>
                </a:path>
                <a:path w="162560" h="798195">
                  <a:moveTo>
                    <a:pt x="138557" y="0"/>
                  </a:moveTo>
                  <a:lnTo>
                    <a:pt x="135178" y="0"/>
                  </a:lnTo>
                  <a:lnTo>
                    <a:pt x="135178" y="84493"/>
                  </a:lnTo>
                  <a:lnTo>
                    <a:pt x="138557" y="84493"/>
                  </a:lnTo>
                  <a:lnTo>
                    <a:pt x="138557" y="0"/>
                  </a:lnTo>
                  <a:close/>
                </a:path>
                <a:path w="162560" h="798195">
                  <a:moveTo>
                    <a:pt x="145313" y="79781"/>
                  </a:moveTo>
                  <a:lnTo>
                    <a:pt x="142087" y="79781"/>
                  </a:lnTo>
                  <a:lnTo>
                    <a:pt x="142087" y="746137"/>
                  </a:lnTo>
                  <a:lnTo>
                    <a:pt x="145313" y="746137"/>
                  </a:lnTo>
                  <a:lnTo>
                    <a:pt x="145313" y="79781"/>
                  </a:lnTo>
                  <a:close/>
                </a:path>
                <a:path w="162560" h="798195">
                  <a:moveTo>
                    <a:pt x="155295" y="79781"/>
                  </a:moveTo>
                  <a:lnTo>
                    <a:pt x="152069" y="79781"/>
                  </a:lnTo>
                  <a:lnTo>
                    <a:pt x="152069" y="746137"/>
                  </a:lnTo>
                  <a:lnTo>
                    <a:pt x="155295" y="746137"/>
                  </a:lnTo>
                  <a:lnTo>
                    <a:pt x="155295" y="79781"/>
                  </a:lnTo>
                  <a:close/>
                </a:path>
                <a:path w="162560" h="798195">
                  <a:moveTo>
                    <a:pt x="162217" y="746366"/>
                  </a:moveTo>
                  <a:lnTo>
                    <a:pt x="125031" y="746366"/>
                  </a:lnTo>
                  <a:lnTo>
                    <a:pt x="125031" y="80010"/>
                  </a:lnTo>
                  <a:lnTo>
                    <a:pt x="121805" y="80010"/>
                  </a:lnTo>
                  <a:lnTo>
                    <a:pt x="121805" y="746366"/>
                  </a:lnTo>
                  <a:lnTo>
                    <a:pt x="114744" y="746366"/>
                  </a:lnTo>
                  <a:lnTo>
                    <a:pt x="114744" y="80010"/>
                  </a:lnTo>
                  <a:lnTo>
                    <a:pt x="111518" y="80010"/>
                  </a:lnTo>
                  <a:lnTo>
                    <a:pt x="111518" y="0"/>
                  </a:lnTo>
                  <a:lnTo>
                    <a:pt x="108140" y="0"/>
                  </a:lnTo>
                  <a:lnTo>
                    <a:pt x="108140" y="84493"/>
                  </a:lnTo>
                  <a:lnTo>
                    <a:pt x="111518" y="84493"/>
                  </a:lnTo>
                  <a:lnTo>
                    <a:pt x="111518" y="746366"/>
                  </a:lnTo>
                  <a:lnTo>
                    <a:pt x="104762" y="746366"/>
                  </a:lnTo>
                  <a:lnTo>
                    <a:pt x="104762" y="80010"/>
                  </a:lnTo>
                  <a:lnTo>
                    <a:pt x="101536" y="80010"/>
                  </a:lnTo>
                  <a:lnTo>
                    <a:pt x="101536" y="746366"/>
                  </a:lnTo>
                  <a:lnTo>
                    <a:pt x="94627" y="746366"/>
                  </a:lnTo>
                  <a:lnTo>
                    <a:pt x="94627" y="80010"/>
                  </a:lnTo>
                  <a:lnTo>
                    <a:pt x="91389" y="80010"/>
                  </a:lnTo>
                  <a:lnTo>
                    <a:pt x="91389" y="746366"/>
                  </a:lnTo>
                  <a:lnTo>
                    <a:pt x="84340" y="746366"/>
                  </a:lnTo>
                  <a:lnTo>
                    <a:pt x="84340" y="84493"/>
                  </a:lnTo>
                  <a:lnTo>
                    <a:pt x="84480" y="84493"/>
                  </a:lnTo>
                  <a:lnTo>
                    <a:pt x="84480" y="0"/>
                  </a:lnTo>
                  <a:lnTo>
                    <a:pt x="81102" y="0"/>
                  </a:lnTo>
                  <a:lnTo>
                    <a:pt x="81102" y="80010"/>
                  </a:lnTo>
                  <a:lnTo>
                    <a:pt x="81102" y="84493"/>
                  </a:lnTo>
                  <a:lnTo>
                    <a:pt x="81102" y="746366"/>
                  </a:lnTo>
                  <a:lnTo>
                    <a:pt x="74345" y="746366"/>
                  </a:lnTo>
                  <a:lnTo>
                    <a:pt x="74345" y="80010"/>
                  </a:lnTo>
                  <a:lnTo>
                    <a:pt x="71120" y="80010"/>
                  </a:lnTo>
                  <a:lnTo>
                    <a:pt x="71120" y="746366"/>
                  </a:lnTo>
                  <a:lnTo>
                    <a:pt x="64198" y="746366"/>
                  </a:lnTo>
                  <a:lnTo>
                    <a:pt x="64198" y="80010"/>
                  </a:lnTo>
                  <a:lnTo>
                    <a:pt x="60985" y="80010"/>
                  </a:lnTo>
                  <a:lnTo>
                    <a:pt x="60985" y="746366"/>
                  </a:lnTo>
                  <a:lnTo>
                    <a:pt x="54063" y="746366"/>
                  </a:lnTo>
                  <a:lnTo>
                    <a:pt x="54063" y="84493"/>
                  </a:lnTo>
                  <a:lnTo>
                    <a:pt x="57454" y="84493"/>
                  </a:lnTo>
                  <a:lnTo>
                    <a:pt x="57454" y="0"/>
                  </a:lnTo>
                  <a:lnTo>
                    <a:pt x="54063" y="0"/>
                  </a:lnTo>
                  <a:lnTo>
                    <a:pt x="54063" y="80010"/>
                  </a:lnTo>
                  <a:lnTo>
                    <a:pt x="50838" y="80010"/>
                  </a:lnTo>
                  <a:lnTo>
                    <a:pt x="50838" y="746366"/>
                  </a:lnTo>
                  <a:lnTo>
                    <a:pt x="43789" y="746366"/>
                  </a:lnTo>
                  <a:lnTo>
                    <a:pt x="43789" y="80010"/>
                  </a:lnTo>
                  <a:lnTo>
                    <a:pt x="40551" y="80010"/>
                  </a:lnTo>
                  <a:lnTo>
                    <a:pt x="40551" y="746366"/>
                  </a:lnTo>
                  <a:lnTo>
                    <a:pt x="33655" y="746366"/>
                  </a:lnTo>
                  <a:lnTo>
                    <a:pt x="33655" y="80010"/>
                  </a:lnTo>
                  <a:lnTo>
                    <a:pt x="30416" y="80010"/>
                  </a:lnTo>
                  <a:lnTo>
                    <a:pt x="30416" y="0"/>
                  </a:lnTo>
                  <a:lnTo>
                    <a:pt x="27038" y="0"/>
                  </a:lnTo>
                  <a:lnTo>
                    <a:pt x="27038" y="84493"/>
                  </a:lnTo>
                  <a:lnTo>
                    <a:pt x="30416" y="84493"/>
                  </a:lnTo>
                  <a:lnTo>
                    <a:pt x="30416" y="746366"/>
                  </a:lnTo>
                  <a:lnTo>
                    <a:pt x="23647" y="746366"/>
                  </a:lnTo>
                  <a:lnTo>
                    <a:pt x="23647" y="80010"/>
                  </a:lnTo>
                  <a:lnTo>
                    <a:pt x="20421" y="80010"/>
                  </a:lnTo>
                  <a:lnTo>
                    <a:pt x="20421" y="746366"/>
                  </a:lnTo>
                  <a:lnTo>
                    <a:pt x="13512" y="746366"/>
                  </a:lnTo>
                  <a:lnTo>
                    <a:pt x="13512" y="80010"/>
                  </a:lnTo>
                  <a:lnTo>
                    <a:pt x="10287" y="80010"/>
                  </a:lnTo>
                  <a:lnTo>
                    <a:pt x="10287" y="746366"/>
                  </a:lnTo>
                  <a:lnTo>
                    <a:pt x="0" y="746366"/>
                  </a:lnTo>
                  <a:lnTo>
                    <a:pt x="0" y="797991"/>
                  </a:lnTo>
                  <a:lnTo>
                    <a:pt x="162217" y="797991"/>
                  </a:lnTo>
                  <a:lnTo>
                    <a:pt x="162217" y="746366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3768839" y="8302008"/>
              <a:ext cx="111760" cy="52069"/>
            </a:xfrm>
            <a:custGeom>
              <a:avLst/>
              <a:gdLst/>
              <a:ahLst/>
              <a:cxnLst/>
              <a:rect l="l" t="t" r="r" b="b"/>
              <a:pathLst>
                <a:path w="111760" h="52070">
                  <a:moveTo>
                    <a:pt x="3238" y="304"/>
                  </a:moveTo>
                  <a:lnTo>
                    <a:pt x="0" y="304"/>
                  </a:lnTo>
                  <a:lnTo>
                    <a:pt x="0" y="51854"/>
                  </a:lnTo>
                  <a:lnTo>
                    <a:pt x="3238" y="51854"/>
                  </a:lnTo>
                  <a:lnTo>
                    <a:pt x="3238" y="304"/>
                  </a:lnTo>
                  <a:close/>
                </a:path>
                <a:path w="111760" h="52070">
                  <a:moveTo>
                    <a:pt x="30276" y="304"/>
                  </a:moveTo>
                  <a:lnTo>
                    <a:pt x="27038" y="304"/>
                  </a:lnTo>
                  <a:lnTo>
                    <a:pt x="27038" y="51854"/>
                  </a:lnTo>
                  <a:lnTo>
                    <a:pt x="30276" y="51854"/>
                  </a:lnTo>
                  <a:lnTo>
                    <a:pt x="30276" y="304"/>
                  </a:lnTo>
                  <a:close/>
                </a:path>
                <a:path w="111760" h="52070">
                  <a:moveTo>
                    <a:pt x="57315" y="228"/>
                  </a:moveTo>
                  <a:lnTo>
                    <a:pt x="54076" y="228"/>
                  </a:lnTo>
                  <a:lnTo>
                    <a:pt x="54076" y="51777"/>
                  </a:lnTo>
                  <a:lnTo>
                    <a:pt x="57315" y="51777"/>
                  </a:lnTo>
                  <a:lnTo>
                    <a:pt x="57315" y="228"/>
                  </a:lnTo>
                  <a:close/>
                </a:path>
                <a:path w="111760" h="52070">
                  <a:moveTo>
                    <a:pt x="84340" y="228"/>
                  </a:moveTo>
                  <a:lnTo>
                    <a:pt x="81114" y="228"/>
                  </a:lnTo>
                  <a:lnTo>
                    <a:pt x="81114" y="51777"/>
                  </a:lnTo>
                  <a:lnTo>
                    <a:pt x="84340" y="51777"/>
                  </a:lnTo>
                  <a:lnTo>
                    <a:pt x="84340" y="228"/>
                  </a:lnTo>
                  <a:close/>
                </a:path>
                <a:path w="111760" h="52070">
                  <a:moveTo>
                    <a:pt x="111366" y="0"/>
                  </a:moveTo>
                  <a:lnTo>
                    <a:pt x="108140" y="0"/>
                  </a:lnTo>
                  <a:lnTo>
                    <a:pt x="108140" y="51854"/>
                  </a:lnTo>
                  <a:lnTo>
                    <a:pt x="111366" y="51854"/>
                  </a:lnTo>
                  <a:lnTo>
                    <a:pt x="111366" y="0"/>
                  </a:lnTo>
                  <a:close/>
                </a:path>
              </a:pathLst>
            </a:custGeom>
            <a:solidFill>
              <a:srgbClr val="CDEBE6">
                <a:alpha val="275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3737100" y="8353787"/>
              <a:ext cx="178435" cy="8890"/>
            </a:xfrm>
            <a:custGeom>
              <a:avLst/>
              <a:gdLst/>
              <a:ahLst/>
              <a:cxnLst/>
              <a:rect l="l" t="t" r="r" b="b"/>
              <a:pathLst>
                <a:path w="178435" h="8890">
                  <a:moveTo>
                    <a:pt x="177816" y="0"/>
                  </a:moveTo>
                  <a:lnTo>
                    <a:pt x="0" y="0"/>
                  </a:lnTo>
                  <a:lnTo>
                    <a:pt x="0" y="8722"/>
                  </a:lnTo>
                  <a:lnTo>
                    <a:pt x="177816" y="8722"/>
                  </a:lnTo>
                  <a:lnTo>
                    <a:pt x="177816" y="0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0" name="object 60" descr=""/>
          <p:cNvGrpSpPr/>
          <p:nvPr/>
        </p:nvGrpSpPr>
        <p:grpSpPr>
          <a:xfrm>
            <a:off x="17627589" y="6845247"/>
            <a:ext cx="1287145" cy="1479550"/>
            <a:chOff x="17627589" y="6845247"/>
            <a:chExt cx="1287145" cy="1479550"/>
          </a:xfrm>
        </p:grpSpPr>
        <p:sp>
          <p:nvSpPr>
            <p:cNvPr id="61" name="object 61" descr=""/>
            <p:cNvSpPr/>
            <p:nvPr/>
          </p:nvSpPr>
          <p:spPr>
            <a:xfrm>
              <a:off x="17896955" y="6845255"/>
              <a:ext cx="1017905" cy="1479550"/>
            </a:xfrm>
            <a:custGeom>
              <a:avLst/>
              <a:gdLst/>
              <a:ahLst/>
              <a:cxnLst/>
              <a:rect l="l" t="t" r="r" b="b"/>
              <a:pathLst>
                <a:path w="1017905" h="1479550">
                  <a:moveTo>
                    <a:pt x="1017651" y="385457"/>
                  </a:moveTo>
                  <a:lnTo>
                    <a:pt x="421157" y="385457"/>
                  </a:lnTo>
                  <a:lnTo>
                    <a:pt x="421157" y="24955"/>
                  </a:lnTo>
                  <a:lnTo>
                    <a:pt x="322783" y="24955"/>
                  </a:lnTo>
                  <a:lnTo>
                    <a:pt x="322783" y="0"/>
                  </a:lnTo>
                  <a:lnTo>
                    <a:pt x="308711" y="0"/>
                  </a:lnTo>
                  <a:lnTo>
                    <a:pt x="308711" y="24955"/>
                  </a:lnTo>
                  <a:lnTo>
                    <a:pt x="210096" y="24955"/>
                  </a:lnTo>
                  <a:lnTo>
                    <a:pt x="210096" y="0"/>
                  </a:lnTo>
                  <a:lnTo>
                    <a:pt x="196011" y="0"/>
                  </a:lnTo>
                  <a:lnTo>
                    <a:pt x="196011" y="24955"/>
                  </a:lnTo>
                  <a:lnTo>
                    <a:pt x="90093" y="24955"/>
                  </a:lnTo>
                  <a:lnTo>
                    <a:pt x="90093" y="591807"/>
                  </a:lnTo>
                  <a:lnTo>
                    <a:pt x="0" y="591807"/>
                  </a:lnTo>
                  <a:lnTo>
                    <a:pt x="0" y="1479423"/>
                  </a:lnTo>
                  <a:lnTo>
                    <a:pt x="248234" y="1479423"/>
                  </a:lnTo>
                  <a:lnTo>
                    <a:pt x="470979" y="1479423"/>
                  </a:lnTo>
                  <a:lnTo>
                    <a:pt x="1017651" y="1479423"/>
                  </a:lnTo>
                  <a:lnTo>
                    <a:pt x="1017651" y="385457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18145189" y="7352112"/>
              <a:ext cx="769620" cy="899160"/>
            </a:xfrm>
            <a:custGeom>
              <a:avLst/>
              <a:gdLst/>
              <a:ahLst/>
              <a:cxnLst/>
              <a:rect l="l" t="t" r="r" b="b"/>
              <a:pathLst>
                <a:path w="769619" h="899159">
                  <a:moveTo>
                    <a:pt x="769416" y="888288"/>
                  </a:moveTo>
                  <a:lnTo>
                    <a:pt x="0" y="888288"/>
                  </a:lnTo>
                  <a:lnTo>
                    <a:pt x="0" y="899096"/>
                  </a:lnTo>
                  <a:lnTo>
                    <a:pt x="769416" y="899096"/>
                  </a:lnTo>
                  <a:lnTo>
                    <a:pt x="769416" y="888288"/>
                  </a:lnTo>
                  <a:close/>
                </a:path>
                <a:path w="769619" h="899159">
                  <a:moveTo>
                    <a:pt x="769416" y="799465"/>
                  </a:moveTo>
                  <a:lnTo>
                    <a:pt x="0" y="799465"/>
                  </a:lnTo>
                  <a:lnTo>
                    <a:pt x="0" y="810272"/>
                  </a:lnTo>
                  <a:lnTo>
                    <a:pt x="769416" y="810272"/>
                  </a:lnTo>
                  <a:lnTo>
                    <a:pt x="769416" y="799465"/>
                  </a:lnTo>
                  <a:close/>
                </a:path>
                <a:path w="769619" h="899159">
                  <a:moveTo>
                    <a:pt x="769416" y="710628"/>
                  </a:moveTo>
                  <a:lnTo>
                    <a:pt x="0" y="710628"/>
                  </a:lnTo>
                  <a:lnTo>
                    <a:pt x="0" y="721436"/>
                  </a:lnTo>
                  <a:lnTo>
                    <a:pt x="769416" y="721436"/>
                  </a:lnTo>
                  <a:lnTo>
                    <a:pt x="769416" y="710628"/>
                  </a:lnTo>
                  <a:close/>
                </a:path>
                <a:path w="769619" h="899159">
                  <a:moveTo>
                    <a:pt x="769416" y="621804"/>
                  </a:moveTo>
                  <a:lnTo>
                    <a:pt x="0" y="621804"/>
                  </a:lnTo>
                  <a:lnTo>
                    <a:pt x="0" y="632612"/>
                  </a:lnTo>
                  <a:lnTo>
                    <a:pt x="769416" y="632612"/>
                  </a:lnTo>
                  <a:lnTo>
                    <a:pt x="769416" y="621804"/>
                  </a:lnTo>
                  <a:close/>
                </a:path>
                <a:path w="769619" h="899159">
                  <a:moveTo>
                    <a:pt x="769416" y="532968"/>
                  </a:moveTo>
                  <a:lnTo>
                    <a:pt x="0" y="532968"/>
                  </a:lnTo>
                  <a:lnTo>
                    <a:pt x="0" y="543775"/>
                  </a:lnTo>
                  <a:lnTo>
                    <a:pt x="769416" y="543775"/>
                  </a:lnTo>
                  <a:lnTo>
                    <a:pt x="769416" y="532968"/>
                  </a:lnTo>
                  <a:close/>
                </a:path>
                <a:path w="769619" h="899159">
                  <a:moveTo>
                    <a:pt x="769416" y="444144"/>
                  </a:moveTo>
                  <a:lnTo>
                    <a:pt x="0" y="444144"/>
                  </a:lnTo>
                  <a:lnTo>
                    <a:pt x="0" y="454952"/>
                  </a:lnTo>
                  <a:lnTo>
                    <a:pt x="769416" y="454952"/>
                  </a:lnTo>
                  <a:lnTo>
                    <a:pt x="769416" y="444144"/>
                  </a:lnTo>
                  <a:close/>
                </a:path>
                <a:path w="769619" h="899159">
                  <a:moveTo>
                    <a:pt x="769416" y="355320"/>
                  </a:moveTo>
                  <a:lnTo>
                    <a:pt x="0" y="355320"/>
                  </a:lnTo>
                  <a:lnTo>
                    <a:pt x="0" y="366128"/>
                  </a:lnTo>
                  <a:lnTo>
                    <a:pt x="769416" y="366128"/>
                  </a:lnTo>
                  <a:lnTo>
                    <a:pt x="769416" y="355320"/>
                  </a:lnTo>
                  <a:close/>
                </a:path>
                <a:path w="769619" h="899159">
                  <a:moveTo>
                    <a:pt x="769416" y="266484"/>
                  </a:moveTo>
                  <a:lnTo>
                    <a:pt x="0" y="266484"/>
                  </a:lnTo>
                  <a:lnTo>
                    <a:pt x="0" y="277291"/>
                  </a:lnTo>
                  <a:lnTo>
                    <a:pt x="769416" y="277291"/>
                  </a:lnTo>
                  <a:lnTo>
                    <a:pt x="769416" y="266484"/>
                  </a:lnTo>
                  <a:close/>
                </a:path>
                <a:path w="769619" h="899159">
                  <a:moveTo>
                    <a:pt x="769416" y="177660"/>
                  </a:moveTo>
                  <a:lnTo>
                    <a:pt x="0" y="177660"/>
                  </a:lnTo>
                  <a:lnTo>
                    <a:pt x="0" y="188468"/>
                  </a:lnTo>
                  <a:lnTo>
                    <a:pt x="769416" y="188468"/>
                  </a:lnTo>
                  <a:lnTo>
                    <a:pt x="769416" y="177660"/>
                  </a:lnTo>
                  <a:close/>
                </a:path>
                <a:path w="769619" h="899159">
                  <a:moveTo>
                    <a:pt x="769416" y="88823"/>
                  </a:moveTo>
                  <a:lnTo>
                    <a:pt x="0" y="88823"/>
                  </a:lnTo>
                  <a:lnTo>
                    <a:pt x="0" y="99631"/>
                  </a:lnTo>
                  <a:lnTo>
                    <a:pt x="769416" y="99631"/>
                  </a:lnTo>
                  <a:lnTo>
                    <a:pt x="769416" y="88823"/>
                  </a:lnTo>
                  <a:close/>
                </a:path>
                <a:path w="769619" h="899159">
                  <a:moveTo>
                    <a:pt x="769416" y="0"/>
                  </a:moveTo>
                  <a:lnTo>
                    <a:pt x="0" y="0"/>
                  </a:lnTo>
                  <a:lnTo>
                    <a:pt x="0" y="10807"/>
                  </a:lnTo>
                  <a:lnTo>
                    <a:pt x="769416" y="10807"/>
                  </a:lnTo>
                  <a:lnTo>
                    <a:pt x="769416" y="0"/>
                  </a:lnTo>
                  <a:close/>
                </a:path>
              </a:pathLst>
            </a:custGeom>
            <a:solidFill>
              <a:srgbClr val="CDEBE6">
                <a:alpha val="31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18308877" y="7230617"/>
              <a:ext cx="352425" cy="1094105"/>
            </a:xfrm>
            <a:custGeom>
              <a:avLst/>
              <a:gdLst/>
              <a:ahLst/>
              <a:cxnLst/>
              <a:rect l="l" t="t" r="r" b="b"/>
              <a:pathLst>
                <a:path w="352425" h="1094104">
                  <a:moveTo>
                    <a:pt x="351895" y="0"/>
                  </a:moveTo>
                  <a:lnTo>
                    <a:pt x="0" y="0"/>
                  </a:lnTo>
                  <a:lnTo>
                    <a:pt x="0" y="1094060"/>
                  </a:lnTo>
                  <a:lnTo>
                    <a:pt x="351895" y="1094060"/>
                  </a:lnTo>
                  <a:lnTo>
                    <a:pt x="351895" y="0"/>
                  </a:lnTo>
                  <a:close/>
                </a:path>
              </a:pathLst>
            </a:custGeom>
            <a:solidFill>
              <a:srgbClr val="CDEBE6">
                <a:alpha val="1024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17627588" y="7546422"/>
              <a:ext cx="269875" cy="778510"/>
            </a:xfrm>
            <a:custGeom>
              <a:avLst/>
              <a:gdLst/>
              <a:ahLst/>
              <a:cxnLst/>
              <a:rect l="l" t="t" r="r" b="b"/>
              <a:pathLst>
                <a:path w="269875" h="778509">
                  <a:moveTo>
                    <a:pt x="269367" y="0"/>
                  </a:moveTo>
                  <a:lnTo>
                    <a:pt x="0" y="0"/>
                  </a:lnTo>
                  <a:lnTo>
                    <a:pt x="0" y="778256"/>
                  </a:lnTo>
                  <a:lnTo>
                    <a:pt x="269367" y="778256"/>
                  </a:lnTo>
                  <a:lnTo>
                    <a:pt x="269367" y="0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17658754" y="8050193"/>
              <a:ext cx="200025" cy="274955"/>
            </a:xfrm>
            <a:custGeom>
              <a:avLst/>
              <a:gdLst/>
              <a:ahLst/>
              <a:cxnLst/>
              <a:rect l="l" t="t" r="r" b="b"/>
              <a:pathLst>
                <a:path w="200025" h="274954">
                  <a:moveTo>
                    <a:pt x="27660" y="0"/>
                  </a:moveTo>
                  <a:lnTo>
                    <a:pt x="0" y="0"/>
                  </a:lnTo>
                  <a:lnTo>
                    <a:pt x="0" y="28003"/>
                  </a:lnTo>
                  <a:lnTo>
                    <a:pt x="27660" y="28003"/>
                  </a:lnTo>
                  <a:lnTo>
                    <a:pt x="27660" y="0"/>
                  </a:lnTo>
                  <a:close/>
                </a:path>
                <a:path w="200025" h="274954">
                  <a:moveTo>
                    <a:pt x="27724" y="42735"/>
                  </a:moveTo>
                  <a:lnTo>
                    <a:pt x="63" y="42735"/>
                  </a:lnTo>
                  <a:lnTo>
                    <a:pt x="63" y="70751"/>
                  </a:lnTo>
                  <a:lnTo>
                    <a:pt x="27724" y="70751"/>
                  </a:lnTo>
                  <a:lnTo>
                    <a:pt x="27724" y="42735"/>
                  </a:lnTo>
                  <a:close/>
                </a:path>
                <a:path w="200025" h="274954">
                  <a:moveTo>
                    <a:pt x="27774" y="85483"/>
                  </a:moveTo>
                  <a:lnTo>
                    <a:pt x="127" y="85483"/>
                  </a:lnTo>
                  <a:lnTo>
                    <a:pt x="127" y="113487"/>
                  </a:lnTo>
                  <a:lnTo>
                    <a:pt x="27774" y="113487"/>
                  </a:lnTo>
                  <a:lnTo>
                    <a:pt x="27774" y="85483"/>
                  </a:lnTo>
                  <a:close/>
                </a:path>
                <a:path w="200025" h="274954">
                  <a:moveTo>
                    <a:pt x="27838" y="128219"/>
                  </a:moveTo>
                  <a:lnTo>
                    <a:pt x="190" y="128219"/>
                  </a:lnTo>
                  <a:lnTo>
                    <a:pt x="190" y="156222"/>
                  </a:lnTo>
                  <a:lnTo>
                    <a:pt x="27838" y="156222"/>
                  </a:lnTo>
                  <a:lnTo>
                    <a:pt x="27838" y="128219"/>
                  </a:lnTo>
                  <a:close/>
                </a:path>
                <a:path w="200025" h="274954">
                  <a:moveTo>
                    <a:pt x="27901" y="170954"/>
                  </a:moveTo>
                  <a:lnTo>
                    <a:pt x="254" y="170954"/>
                  </a:lnTo>
                  <a:lnTo>
                    <a:pt x="254" y="198970"/>
                  </a:lnTo>
                  <a:lnTo>
                    <a:pt x="27901" y="198970"/>
                  </a:lnTo>
                  <a:lnTo>
                    <a:pt x="27901" y="170954"/>
                  </a:lnTo>
                  <a:close/>
                </a:path>
                <a:path w="200025" h="274954">
                  <a:moveTo>
                    <a:pt x="27965" y="213702"/>
                  </a:moveTo>
                  <a:lnTo>
                    <a:pt x="317" y="213702"/>
                  </a:lnTo>
                  <a:lnTo>
                    <a:pt x="317" y="241706"/>
                  </a:lnTo>
                  <a:lnTo>
                    <a:pt x="27965" y="241706"/>
                  </a:lnTo>
                  <a:lnTo>
                    <a:pt x="27965" y="213702"/>
                  </a:lnTo>
                  <a:close/>
                </a:path>
                <a:path w="200025" h="274954">
                  <a:moveTo>
                    <a:pt x="28028" y="256425"/>
                  </a:moveTo>
                  <a:lnTo>
                    <a:pt x="381" y="256425"/>
                  </a:lnTo>
                  <a:lnTo>
                    <a:pt x="381" y="274485"/>
                  </a:lnTo>
                  <a:lnTo>
                    <a:pt x="28028" y="274485"/>
                  </a:lnTo>
                  <a:lnTo>
                    <a:pt x="28028" y="256425"/>
                  </a:lnTo>
                  <a:close/>
                </a:path>
                <a:path w="200025" h="274954">
                  <a:moveTo>
                    <a:pt x="62052" y="0"/>
                  </a:moveTo>
                  <a:lnTo>
                    <a:pt x="34404" y="0"/>
                  </a:lnTo>
                  <a:lnTo>
                    <a:pt x="34404" y="28003"/>
                  </a:lnTo>
                  <a:lnTo>
                    <a:pt x="62052" y="28003"/>
                  </a:lnTo>
                  <a:lnTo>
                    <a:pt x="62052" y="0"/>
                  </a:lnTo>
                  <a:close/>
                </a:path>
                <a:path w="200025" h="274954">
                  <a:moveTo>
                    <a:pt x="62115" y="42735"/>
                  </a:moveTo>
                  <a:lnTo>
                    <a:pt x="34467" y="42735"/>
                  </a:lnTo>
                  <a:lnTo>
                    <a:pt x="34467" y="70751"/>
                  </a:lnTo>
                  <a:lnTo>
                    <a:pt x="62115" y="70751"/>
                  </a:lnTo>
                  <a:lnTo>
                    <a:pt x="62115" y="42735"/>
                  </a:lnTo>
                  <a:close/>
                </a:path>
                <a:path w="200025" h="274954">
                  <a:moveTo>
                    <a:pt x="62179" y="85483"/>
                  </a:moveTo>
                  <a:lnTo>
                    <a:pt x="34518" y="85483"/>
                  </a:lnTo>
                  <a:lnTo>
                    <a:pt x="34518" y="113487"/>
                  </a:lnTo>
                  <a:lnTo>
                    <a:pt x="62179" y="113487"/>
                  </a:lnTo>
                  <a:lnTo>
                    <a:pt x="62179" y="85483"/>
                  </a:lnTo>
                  <a:close/>
                </a:path>
                <a:path w="200025" h="274954">
                  <a:moveTo>
                    <a:pt x="62242" y="128219"/>
                  </a:moveTo>
                  <a:lnTo>
                    <a:pt x="34582" y="128219"/>
                  </a:lnTo>
                  <a:lnTo>
                    <a:pt x="34582" y="156222"/>
                  </a:lnTo>
                  <a:lnTo>
                    <a:pt x="62242" y="156222"/>
                  </a:lnTo>
                  <a:lnTo>
                    <a:pt x="62242" y="128219"/>
                  </a:lnTo>
                  <a:close/>
                </a:path>
                <a:path w="200025" h="274954">
                  <a:moveTo>
                    <a:pt x="62293" y="170954"/>
                  </a:moveTo>
                  <a:lnTo>
                    <a:pt x="34645" y="170954"/>
                  </a:lnTo>
                  <a:lnTo>
                    <a:pt x="34645" y="198970"/>
                  </a:lnTo>
                  <a:lnTo>
                    <a:pt x="62293" y="198970"/>
                  </a:lnTo>
                  <a:lnTo>
                    <a:pt x="62293" y="170954"/>
                  </a:lnTo>
                  <a:close/>
                </a:path>
                <a:path w="200025" h="274954">
                  <a:moveTo>
                    <a:pt x="62357" y="213702"/>
                  </a:moveTo>
                  <a:lnTo>
                    <a:pt x="34696" y="213702"/>
                  </a:lnTo>
                  <a:lnTo>
                    <a:pt x="34696" y="241706"/>
                  </a:lnTo>
                  <a:lnTo>
                    <a:pt x="62357" y="241706"/>
                  </a:lnTo>
                  <a:lnTo>
                    <a:pt x="62357" y="213702"/>
                  </a:lnTo>
                  <a:close/>
                </a:path>
                <a:path w="200025" h="274954">
                  <a:moveTo>
                    <a:pt x="62420" y="256425"/>
                  </a:moveTo>
                  <a:lnTo>
                    <a:pt x="34759" y="256425"/>
                  </a:lnTo>
                  <a:lnTo>
                    <a:pt x="34759" y="274485"/>
                  </a:lnTo>
                  <a:lnTo>
                    <a:pt x="62420" y="274485"/>
                  </a:lnTo>
                  <a:lnTo>
                    <a:pt x="62420" y="256425"/>
                  </a:lnTo>
                  <a:close/>
                </a:path>
                <a:path w="200025" h="274954">
                  <a:moveTo>
                    <a:pt x="96443" y="0"/>
                  </a:moveTo>
                  <a:lnTo>
                    <a:pt x="68783" y="0"/>
                  </a:lnTo>
                  <a:lnTo>
                    <a:pt x="68783" y="28003"/>
                  </a:lnTo>
                  <a:lnTo>
                    <a:pt x="96443" y="28003"/>
                  </a:lnTo>
                  <a:lnTo>
                    <a:pt x="96443" y="0"/>
                  </a:lnTo>
                  <a:close/>
                </a:path>
                <a:path w="200025" h="274954">
                  <a:moveTo>
                    <a:pt x="96507" y="42735"/>
                  </a:moveTo>
                  <a:lnTo>
                    <a:pt x="68846" y="42735"/>
                  </a:lnTo>
                  <a:lnTo>
                    <a:pt x="68846" y="70751"/>
                  </a:lnTo>
                  <a:lnTo>
                    <a:pt x="96507" y="70751"/>
                  </a:lnTo>
                  <a:lnTo>
                    <a:pt x="96507" y="42735"/>
                  </a:lnTo>
                  <a:close/>
                </a:path>
                <a:path w="200025" h="274954">
                  <a:moveTo>
                    <a:pt x="96570" y="85483"/>
                  </a:moveTo>
                  <a:lnTo>
                    <a:pt x="68910" y="85483"/>
                  </a:lnTo>
                  <a:lnTo>
                    <a:pt x="68910" y="113487"/>
                  </a:lnTo>
                  <a:lnTo>
                    <a:pt x="96570" y="113487"/>
                  </a:lnTo>
                  <a:lnTo>
                    <a:pt x="96570" y="85483"/>
                  </a:lnTo>
                  <a:close/>
                </a:path>
                <a:path w="200025" h="274954">
                  <a:moveTo>
                    <a:pt x="96621" y="128219"/>
                  </a:moveTo>
                  <a:lnTo>
                    <a:pt x="68973" y="128219"/>
                  </a:lnTo>
                  <a:lnTo>
                    <a:pt x="68973" y="156222"/>
                  </a:lnTo>
                  <a:lnTo>
                    <a:pt x="96621" y="156222"/>
                  </a:lnTo>
                  <a:lnTo>
                    <a:pt x="96621" y="128219"/>
                  </a:lnTo>
                  <a:close/>
                </a:path>
                <a:path w="200025" h="274954">
                  <a:moveTo>
                    <a:pt x="96685" y="170954"/>
                  </a:moveTo>
                  <a:lnTo>
                    <a:pt x="69037" y="170954"/>
                  </a:lnTo>
                  <a:lnTo>
                    <a:pt x="69037" y="198970"/>
                  </a:lnTo>
                  <a:lnTo>
                    <a:pt x="96685" y="198970"/>
                  </a:lnTo>
                  <a:lnTo>
                    <a:pt x="96685" y="170954"/>
                  </a:lnTo>
                  <a:close/>
                </a:path>
                <a:path w="200025" h="274954">
                  <a:moveTo>
                    <a:pt x="96748" y="213702"/>
                  </a:moveTo>
                  <a:lnTo>
                    <a:pt x="69100" y="213702"/>
                  </a:lnTo>
                  <a:lnTo>
                    <a:pt x="69100" y="241706"/>
                  </a:lnTo>
                  <a:lnTo>
                    <a:pt x="96748" y="241706"/>
                  </a:lnTo>
                  <a:lnTo>
                    <a:pt x="96748" y="213702"/>
                  </a:lnTo>
                  <a:close/>
                </a:path>
                <a:path w="200025" h="274954">
                  <a:moveTo>
                    <a:pt x="96812" y="256425"/>
                  </a:moveTo>
                  <a:lnTo>
                    <a:pt x="69164" y="256425"/>
                  </a:lnTo>
                  <a:lnTo>
                    <a:pt x="69164" y="274485"/>
                  </a:lnTo>
                  <a:lnTo>
                    <a:pt x="96812" y="274485"/>
                  </a:lnTo>
                  <a:lnTo>
                    <a:pt x="96812" y="256425"/>
                  </a:lnTo>
                  <a:close/>
                </a:path>
                <a:path w="200025" h="274954">
                  <a:moveTo>
                    <a:pt x="130898" y="42735"/>
                  </a:moveTo>
                  <a:lnTo>
                    <a:pt x="103251" y="42735"/>
                  </a:lnTo>
                  <a:lnTo>
                    <a:pt x="103251" y="70751"/>
                  </a:lnTo>
                  <a:lnTo>
                    <a:pt x="130898" y="70751"/>
                  </a:lnTo>
                  <a:lnTo>
                    <a:pt x="130898" y="42735"/>
                  </a:lnTo>
                  <a:close/>
                </a:path>
                <a:path w="200025" h="274954">
                  <a:moveTo>
                    <a:pt x="130962" y="85483"/>
                  </a:moveTo>
                  <a:lnTo>
                    <a:pt x="103301" y="85483"/>
                  </a:lnTo>
                  <a:lnTo>
                    <a:pt x="103301" y="113487"/>
                  </a:lnTo>
                  <a:lnTo>
                    <a:pt x="130962" y="113487"/>
                  </a:lnTo>
                  <a:lnTo>
                    <a:pt x="130962" y="85483"/>
                  </a:lnTo>
                  <a:close/>
                </a:path>
                <a:path w="200025" h="274954">
                  <a:moveTo>
                    <a:pt x="131025" y="128219"/>
                  </a:moveTo>
                  <a:lnTo>
                    <a:pt x="103365" y="128219"/>
                  </a:lnTo>
                  <a:lnTo>
                    <a:pt x="103365" y="156222"/>
                  </a:lnTo>
                  <a:lnTo>
                    <a:pt x="131025" y="156222"/>
                  </a:lnTo>
                  <a:lnTo>
                    <a:pt x="131025" y="128219"/>
                  </a:lnTo>
                  <a:close/>
                </a:path>
                <a:path w="200025" h="274954">
                  <a:moveTo>
                    <a:pt x="131089" y="170954"/>
                  </a:moveTo>
                  <a:lnTo>
                    <a:pt x="103428" y="170954"/>
                  </a:lnTo>
                  <a:lnTo>
                    <a:pt x="103428" y="198970"/>
                  </a:lnTo>
                  <a:lnTo>
                    <a:pt x="131089" y="198970"/>
                  </a:lnTo>
                  <a:lnTo>
                    <a:pt x="131089" y="170954"/>
                  </a:lnTo>
                  <a:close/>
                </a:path>
                <a:path w="200025" h="274954">
                  <a:moveTo>
                    <a:pt x="131152" y="213702"/>
                  </a:moveTo>
                  <a:lnTo>
                    <a:pt x="103492" y="213702"/>
                  </a:lnTo>
                  <a:lnTo>
                    <a:pt x="103492" y="241706"/>
                  </a:lnTo>
                  <a:lnTo>
                    <a:pt x="131152" y="241706"/>
                  </a:lnTo>
                  <a:lnTo>
                    <a:pt x="131152" y="213702"/>
                  </a:lnTo>
                  <a:close/>
                </a:path>
                <a:path w="200025" h="274954">
                  <a:moveTo>
                    <a:pt x="131216" y="256425"/>
                  </a:moveTo>
                  <a:lnTo>
                    <a:pt x="103555" y="256425"/>
                  </a:lnTo>
                  <a:lnTo>
                    <a:pt x="103555" y="274485"/>
                  </a:lnTo>
                  <a:lnTo>
                    <a:pt x="131216" y="274485"/>
                  </a:lnTo>
                  <a:lnTo>
                    <a:pt x="131216" y="256425"/>
                  </a:lnTo>
                  <a:close/>
                </a:path>
                <a:path w="200025" h="274954">
                  <a:moveTo>
                    <a:pt x="165290" y="42735"/>
                  </a:moveTo>
                  <a:lnTo>
                    <a:pt x="137642" y="42735"/>
                  </a:lnTo>
                  <a:lnTo>
                    <a:pt x="137642" y="70751"/>
                  </a:lnTo>
                  <a:lnTo>
                    <a:pt x="165290" y="70751"/>
                  </a:lnTo>
                  <a:lnTo>
                    <a:pt x="165290" y="42735"/>
                  </a:lnTo>
                  <a:close/>
                </a:path>
                <a:path w="200025" h="274954">
                  <a:moveTo>
                    <a:pt x="165354" y="85483"/>
                  </a:moveTo>
                  <a:lnTo>
                    <a:pt x="137706" y="85483"/>
                  </a:lnTo>
                  <a:lnTo>
                    <a:pt x="137706" y="113487"/>
                  </a:lnTo>
                  <a:lnTo>
                    <a:pt x="165354" y="113487"/>
                  </a:lnTo>
                  <a:lnTo>
                    <a:pt x="165354" y="85483"/>
                  </a:lnTo>
                  <a:close/>
                </a:path>
                <a:path w="200025" h="274954">
                  <a:moveTo>
                    <a:pt x="165417" y="128219"/>
                  </a:moveTo>
                  <a:lnTo>
                    <a:pt x="137769" y="128219"/>
                  </a:lnTo>
                  <a:lnTo>
                    <a:pt x="137769" y="156222"/>
                  </a:lnTo>
                  <a:lnTo>
                    <a:pt x="165417" y="156222"/>
                  </a:lnTo>
                  <a:lnTo>
                    <a:pt x="165417" y="128219"/>
                  </a:lnTo>
                  <a:close/>
                </a:path>
                <a:path w="200025" h="274954">
                  <a:moveTo>
                    <a:pt x="165481" y="170954"/>
                  </a:moveTo>
                  <a:lnTo>
                    <a:pt x="137833" y="170954"/>
                  </a:lnTo>
                  <a:lnTo>
                    <a:pt x="137833" y="198970"/>
                  </a:lnTo>
                  <a:lnTo>
                    <a:pt x="165481" y="198970"/>
                  </a:lnTo>
                  <a:lnTo>
                    <a:pt x="165481" y="170954"/>
                  </a:lnTo>
                  <a:close/>
                </a:path>
                <a:path w="200025" h="274954">
                  <a:moveTo>
                    <a:pt x="165544" y="213702"/>
                  </a:moveTo>
                  <a:lnTo>
                    <a:pt x="137896" y="213702"/>
                  </a:lnTo>
                  <a:lnTo>
                    <a:pt x="137896" y="241706"/>
                  </a:lnTo>
                  <a:lnTo>
                    <a:pt x="165544" y="241706"/>
                  </a:lnTo>
                  <a:lnTo>
                    <a:pt x="165544" y="213702"/>
                  </a:lnTo>
                  <a:close/>
                </a:path>
                <a:path w="200025" h="274954">
                  <a:moveTo>
                    <a:pt x="165608" y="256425"/>
                  </a:moveTo>
                  <a:lnTo>
                    <a:pt x="137960" y="256425"/>
                  </a:lnTo>
                  <a:lnTo>
                    <a:pt x="137960" y="274485"/>
                  </a:lnTo>
                  <a:lnTo>
                    <a:pt x="165608" y="274485"/>
                  </a:lnTo>
                  <a:lnTo>
                    <a:pt x="165608" y="256425"/>
                  </a:lnTo>
                  <a:close/>
                </a:path>
                <a:path w="200025" h="274954">
                  <a:moveTo>
                    <a:pt x="199694" y="42735"/>
                  </a:moveTo>
                  <a:lnTo>
                    <a:pt x="172034" y="42735"/>
                  </a:lnTo>
                  <a:lnTo>
                    <a:pt x="172034" y="70751"/>
                  </a:lnTo>
                  <a:lnTo>
                    <a:pt x="199694" y="70751"/>
                  </a:lnTo>
                  <a:lnTo>
                    <a:pt x="199694" y="42735"/>
                  </a:lnTo>
                  <a:close/>
                </a:path>
                <a:path w="200025" h="274954">
                  <a:moveTo>
                    <a:pt x="199758" y="85483"/>
                  </a:moveTo>
                  <a:lnTo>
                    <a:pt x="172085" y="85483"/>
                  </a:lnTo>
                  <a:lnTo>
                    <a:pt x="172085" y="113487"/>
                  </a:lnTo>
                  <a:lnTo>
                    <a:pt x="199758" y="113487"/>
                  </a:lnTo>
                  <a:lnTo>
                    <a:pt x="199758" y="85483"/>
                  </a:lnTo>
                  <a:close/>
                </a:path>
                <a:path w="200025" h="274954">
                  <a:moveTo>
                    <a:pt x="199821" y="128219"/>
                  </a:moveTo>
                  <a:lnTo>
                    <a:pt x="172161" y="128219"/>
                  </a:lnTo>
                  <a:lnTo>
                    <a:pt x="172161" y="156222"/>
                  </a:lnTo>
                  <a:lnTo>
                    <a:pt x="199821" y="156222"/>
                  </a:lnTo>
                  <a:lnTo>
                    <a:pt x="199821" y="128219"/>
                  </a:lnTo>
                  <a:close/>
                </a:path>
                <a:path w="200025" h="274954">
                  <a:moveTo>
                    <a:pt x="199885" y="170954"/>
                  </a:moveTo>
                  <a:lnTo>
                    <a:pt x="172224" y="170954"/>
                  </a:lnTo>
                  <a:lnTo>
                    <a:pt x="172224" y="198970"/>
                  </a:lnTo>
                  <a:lnTo>
                    <a:pt x="199885" y="198970"/>
                  </a:lnTo>
                  <a:lnTo>
                    <a:pt x="199885" y="170954"/>
                  </a:lnTo>
                  <a:close/>
                </a:path>
                <a:path w="200025" h="274954">
                  <a:moveTo>
                    <a:pt x="199936" y="213702"/>
                  </a:moveTo>
                  <a:lnTo>
                    <a:pt x="172275" y="213702"/>
                  </a:lnTo>
                  <a:lnTo>
                    <a:pt x="172275" y="241706"/>
                  </a:lnTo>
                  <a:lnTo>
                    <a:pt x="199936" y="241706"/>
                  </a:lnTo>
                  <a:lnTo>
                    <a:pt x="199936" y="213702"/>
                  </a:lnTo>
                  <a:close/>
                </a:path>
                <a:path w="200025" h="274954">
                  <a:moveTo>
                    <a:pt x="199999" y="256425"/>
                  </a:moveTo>
                  <a:lnTo>
                    <a:pt x="172339" y="256425"/>
                  </a:lnTo>
                  <a:lnTo>
                    <a:pt x="172339" y="274485"/>
                  </a:lnTo>
                  <a:lnTo>
                    <a:pt x="199999" y="274485"/>
                  </a:lnTo>
                  <a:lnTo>
                    <a:pt x="199999" y="256425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6" name="object 66" descr=""/>
          <p:cNvSpPr/>
          <p:nvPr/>
        </p:nvSpPr>
        <p:spPr>
          <a:xfrm>
            <a:off x="16304908" y="6122028"/>
            <a:ext cx="424180" cy="1094105"/>
          </a:xfrm>
          <a:custGeom>
            <a:avLst/>
            <a:gdLst/>
            <a:ahLst/>
            <a:cxnLst/>
            <a:rect l="l" t="t" r="r" b="b"/>
            <a:pathLst>
              <a:path w="424180" h="1094104">
                <a:moveTo>
                  <a:pt x="423760" y="157289"/>
                </a:moveTo>
                <a:lnTo>
                  <a:pt x="386778" y="157289"/>
                </a:lnTo>
                <a:lnTo>
                  <a:pt x="386778" y="123050"/>
                </a:lnTo>
                <a:lnTo>
                  <a:pt x="365823" y="123050"/>
                </a:lnTo>
                <a:lnTo>
                  <a:pt x="365823" y="88798"/>
                </a:lnTo>
                <a:lnTo>
                  <a:pt x="347306" y="88798"/>
                </a:lnTo>
                <a:lnTo>
                  <a:pt x="347306" y="0"/>
                </a:lnTo>
                <a:lnTo>
                  <a:pt x="76466" y="0"/>
                </a:lnTo>
                <a:lnTo>
                  <a:pt x="76466" y="88798"/>
                </a:lnTo>
                <a:lnTo>
                  <a:pt x="58458" y="88798"/>
                </a:lnTo>
                <a:lnTo>
                  <a:pt x="58458" y="123050"/>
                </a:lnTo>
                <a:lnTo>
                  <a:pt x="36995" y="123050"/>
                </a:lnTo>
                <a:lnTo>
                  <a:pt x="36995" y="157289"/>
                </a:lnTo>
                <a:lnTo>
                  <a:pt x="0" y="157289"/>
                </a:lnTo>
                <a:lnTo>
                  <a:pt x="0" y="944486"/>
                </a:lnTo>
                <a:lnTo>
                  <a:pt x="0" y="1093495"/>
                </a:lnTo>
                <a:lnTo>
                  <a:pt x="423748" y="1093495"/>
                </a:lnTo>
                <a:lnTo>
                  <a:pt x="423748" y="944486"/>
                </a:lnTo>
                <a:lnTo>
                  <a:pt x="423760" y="157289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67" name="object 67" descr=""/>
          <p:cNvSpPr/>
          <p:nvPr/>
        </p:nvSpPr>
        <p:spPr>
          <a:xfrm>
            <a:off x="16770070" y="5555392"/>
            <a:ext cx="1137285" cy="2769870"/>
          </a:xfrm>
          <a:custGeom>
            <a:avLst/>
            <a:gdLst/>
            <a:ahLst/>
            <a:cxnLst/>
            <a:rect l="l" t="t" r="r" b="b"/>
            <a:pathLst>
              <a:path w="1137284" h="2769870">
                <a:moveTo>
                  <a:pt x="1136891" y="0"/>
                </a:moveTo>
                <a:lnTo>
                  <a:pt x="749554" y="0"/>
                </a:lnTo>
                <a:lnTo>
                  <a:pt x="709676" y="2806"/>
                </a:lnTo>
                <a:lnTo>
                  <a:pt x="670648" y="10998"/>
                </a:lnTo>
                <a:lnTo>
                  <a:pt x="632574" y="24193"/>
                </a:lnTo>
                <a:lnTo>
                  <a:pt x="595566" y="42049"/>
                </a:lnTo>
                <a:lnTo>
                  <a:pt x="559739" y="64185"/>
                </a:lnTo>
                <a:lnTo>
                  <a:pt x="525195" y="90246"/>
                </a:lnTo>
                <a:lnTo>
                  <a:pt x="492074" y="119862"/>
                </a:lnTo>
                <a:lnTo>
                  <a:pt x="460463" y="152666"/>
                </a:lnTo>
                <a:lnTo>
                  <a:pt x="430479" y="188290"/>
                </a:lnTo>
                <a:lnTo>
                  <a:pt x="402247" y="226390"/>
                </a:lnTo>
                <a:lnTo>
                  <a:pt x="375881" y="266585"/>
                </a:lnTo>
                <a:lnTo>
                  <a:pt x="351485" y="308521"/>
                </a:lnTo>
                <a:lnTo>
                  <a:pt x="329171" y="351815"/>
                </a:lnTo>
                <a:lnTo>
                  <a:pt x="309054" y="396125"/>
                </a:lnTo>
                <a:lnTo>
                  <a:pt x="291261" y="441071"/>
                </a:lnTo>
                <a:lnTo>
                  <a:pt x="275882" y="486295"/>
                </a:lnTo>
                <a:lnTo>
                  <a:pt x="263055" y="531431"/>
                </a:lnTo>
                <a:lnTo>
                  <a:pt x="252882" y="576110"/>
                </a:lnTo>
                <a:lnTo>
                  <a:pt x="245465" y="619975"/>
                </a:lnTo>
                <a:lnTo>
                  <a:pt x="240944" y="662660"/>
                </a:lnTo>
                <a:lnTo>
                  <a:pt x="239407" y="703808"/>
                </a:lnTo>
                <a:lnTo>
                  <a:pt x="239407" y="930186"/>
                </a:lnTo>
                <a:lnTo>
                  <a:pt x="145872" y="930186"/>
                </a:lnTo>
                <a:lnTo>
                  <a:pt x="107086" y="940981"/>
                </a:lnTo>
                <a:lnTo>
                  <a:pt x="72237" y="969568"/>
                </a:lnTo>
                <a:lnTo>
                  <a:pt x="42722" y="1010221"/>
                </a:lnTo>
                <a:lnTo>
                  <a:pt x="19913" y="1057211"/>
                </a:lnTo>
                <a:lnTo>
                  <a:pt x="5207" y="1104811"/>
                </a:lnTo>
                <a:lnTo>
                  <a:pt x="0" y="1147292"/>
                </a:lnTo>
                <a:lnTo>
                  <a:pt x="0" y="2310409"/>
                </a:lnTo>
                <a:lnTo>
                  <a:pt x="145872" y="2310409"/>
                </a:lnTo>
                <a:lnTo>
                  <a:pt x="239407" y="2310422"/>
                </a:lnTo>
                <a:lnTo>
                  <a:pt x="239407" y="2769298"/>
                </a:lnTo>
                <a:lnTo>
                  <a:pt x="749554" y="2769298"/>
                </a:lnTo>
                <a:lnTo>
                  <a:pt x="1136891" y="2769285"/>
                </a:lnTo>
                <a:lnTo>
                  <a:pt x="1136891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68" name="object 68" descr=""/>
          <p:cNvSpPr/>
          <p:nvPr/>
        </p:nvSpPr>
        <p:spPr>
          <a:xfrm>
            <a:off x="15884145" y="7185475"/>
            <a:ext cx="605790" cy="337820"/>
          </a:xfrm>
          <a:custGeom>
            <a:avLst/>
            <a:gdLst/>
            <a:ahLst/>
            <a:cxnLst/>
            <a:rect l="l" t="t" r="r" b="b"/>
            <a:pathLst>
              <a:path w="605790" h="337820">
                <a:moveTo>
                  <a:pt x="605383" y="93980"/>
                </a:moveTo>
                <a:lnTo>
                  <a:pt x="604901" y="93980"/>
                </a:lnTo>
                <a:lnTo>
                  <a:pt x="604901" y="0"/>
                </a:lnTo>
                <a:lnTo>
                  <a:pt x="472147" y="0"/>
                </a:lnTo>
                <a:lnTo>
                  <a:pt x="213982" y="0"/>
                </a:lnTo>
                <a:lnTo>
                  <a:pt x="188747" y="0"/>
                </a:lnTo>
                <a:lnTo>
                  <a:pt x="188747" y="93827"/>
                </a:lnTo>
                <a:lnTo>
                  <a:pt x="97091" y="93827"/>
                </a:lnTo>
                <a:lnTo>
                  <a:pt x="97091" y="93980"/>
                </a:lnTo>
                <a:lnTo>
                  <a:pt x="94703" y="93980"/>
                </a:lnTo>
                <a:lnTo>
                  <a:pt x="94703" y="113487"/>
                </a:lnTo>
                <a:lnTo>
                  <a:pt x="83032" y="113487"/>
                </a:lnTo>
                <a:lnTo>
                  <a:pt x="83032" y="136080"/>
                </a:lnTo>
                <a:lnTo>
                  <a:pt x="94703" y="136080"/>
                </a:lnTo>
                <a:lnTo>
                  <a:pt x="94703" y="156819"/>
                </a:lnTo>
                <a:lnTo>
                  <a:pt x="83032" y="156819"/>
                </a:lnTo>
                <a:lnTo>
                  <a:pt x="83032" y="179400"/>
                </a:lnTo>
                <a:lnTo>
                  <a:pt x="94703" y="179400"/>
                </a:lnTo>
                <a:lnTo>
                  <a:pt x="94703" y="199631"/>
                </a:lnTo>
                <a:lnTo>
                  <a:pt x="83032" y="199631"/>
                </a:lnTo>
                <a:lnTo>
                  <a:pt x="83032" y="222224"/>
                </a:lnTo>
                <a:lnTo>
                  <a:pt x="94703" y="222224"/>
                </a:lnTo>
                <a:lnTo>
                  <a:pt x="94703" y="242963"/>
                </a:lnTo>
                <a:lnTo>
                  <a:pt x="0" y="242963"/>
                </a:lnTo>
                <a:lnTo>
                  <a:pt x="0" y="265544"/>
                </a:lnTo>
                <a:lnTo>
                  <a:pt x="94703" y="265544"/>
                </a:lnTo>
                <a:lnTo>
                  <a:pt x="94703" y="337820"/>
                </a:lnTo>
                <a:lnTo>
                  <a:pt x="605383" y="337820"/>
                </a:lnTo>
                <a:lnTo>
                  <a:pt x="605383" y="9398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69" name="object 69" descr=""/>
          <p:cNvGrpSpPr/>
          <p:nvPr/>
        </p:nvGrpSpPr>
        <p:grpSpPr>
          <a:xfrm>
            <a:off x="15501768" y="7035724"/>
            <a:ext cx="1700530" cy="1301750"/>
            <a:chOff x="15501768" y="7035724"/>
            <a:chExt cx="1700530" cy="1301750"/>
          </a:xfrm>
        </p:grpSpPr>
        <p:sp>
          <p:nvSpPr>
            <p:cNvPr id="70" name="object 70" descr=""/>
            <p:cNvSpPr/>
            <p:nvPr/>
          </p:nvSpPr>
          <p:spPr>
            <a:xfrm>
              <a:off x="17070718" y="7799800"/>
              <a:ext cx="131445" cy="537210"/>
            </a:xfrm>
            <a:custGeom>
              <a:avLst/>
              <a:gdLst/>
              <a:ahLst/>
              <a:cxnLst/>
              <a:rect l="l" t="t" r="r" b="b"/>
              <a:pathLst>
                <a:path w="131444" h="537209">
                  <a:moveTo>
                    <a:pt x="131102" y="0"/>
                  </a:moveTo>
                  <a:lnTo>
                    <a:pt x="72212" y="0"/>
                  </a:lnTo>
                  <a:lnTo>
                    <a:pt x="0" y="0"/>
                  </a:lnTo>
                  <a:lnTo>
                    <a:pt x="0" y="537083"/>
                  </a:lnTo>
                  <a:lnTo>
                    <a:pt x="72212" y="537083"/>
                  </a:lnTo>
                  <a:lnTo>
                    <a:pt x="131089" y="537083"/>
                  </a:lnTo>
                  <a:lnTo>
                    <a:pt x="131102" y="0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17070725" y="7799794"/>
              <a:ext cx="37465" cy="537210"/>
            </a:xfrm>
            <a:custGeom>
              <a:avLst/>
              <a:gdLst/>
              <a:ahLst/>
              <a:cxnLst/>
              <a:rect l="l" t="t" r="r" b="b"/>
              <a:pathLst>
                <a:path w="37465" h="537209">
                  <a:moveTo>
                    <a:pt x="37150" y="0"/>
                  </a:moveTo>
                  <a:lnTo>
                    <a:pt x="0" y="0"/>
                  </a:lnTo>
                  <a:lnTo>
                    <a:pt x="0" y="537083"/>
                  </a:lnTo>
                  <a:lnTo>
                    <a:pt x="37150" y="537083"/>
                  </a:lnTo>
                  <a:lnTo>
                    <a:pt x="37150" y="0"/>
                  </a:lnTo>
                  <a:close/>
                </a:path>
              </a:pathLst>
            </a:custGeom>
            <a:solidFill>
              <a:srgbClr val="CDEBE6">
                <a:alpha val="2815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16688981" y="7402277"/>
              <a:ext cx="472440" cy="934719"/>
            </a:xfrm>
            <a:custGeom>
              <a:avLst/>
              <a:gdLst/>
              <a:ahLst/>
              <a:cxnLst/>
              <a:rect l="l" t="t" r="r" b="b"/>
              <a:pathLst>
                <a:path w="472440" h="934720">
                  <a:moveTo>
                    <a:pt x="472160" y="315671"/>
                  </a:moveTo>
                  <a:lnTo>
                    <a:pt x="381749" y="315671"/>
                  </a:lnTo>
                  <a:lnTo>
                    <a:pt x="381749" y="0"/>
                  </a:lnTo>
                  <a:lnTo>
                    <a:pt x="0" y="0"/>
                  </a:lnTo>
                  <a:lnTo>
                    <a:pt x="0" y="934605"/>
                  </a:lnTo>
                  <a:lnTo>
                    <a:pt x="381749" y="934605"/>
                  </a:lnTo>
                  <a:lnTo>
                    <a:pt x="381749" y="397522"/>
                  </a:lnTo>
                  <a:lnTo>
                    <a:pt x="400316" y="397522"/>
                  </a:lnTo>
                  <a:lnTo>
                    <a:pt x="447281" y="397522"/>
                  </a:lnTo>
                  <a:lnTo>
                    <a:pt x="472160" y="397522"/>
                  </a:lnTo>
                  <a:lnTo>
                    <a:pt x="472160" y="315671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16688988" y="7402266"/>
              <a:ext cx="208915" cy="934719"/>
            </a:xfrm>
            <a:custGeom>
              <a:avLst/>
              <a:gdLst/>
              <a:ahLst/>
              <a:cxnLst/>
              <a:rect l="l" t="t" r="r" b="b"/>
              <a:pathLst>
                <a:path w="208915" h="934720">
                  <a:moveTo>
                    <a:pt x="208600" y="0"/>
                  </a:moveTo>
                  <a:lnTo>
                    <a:pt x="0" y="0"/>
                  </a:lnTo>
                  <a:lnTo>
                    <a:pt x="0" y="934610"/>
                  </a:lnTo>
                  <a:lnTo>
                    <a:pt x="208600" y="934610"/>
                  </a:lnTo>
                  <a:lnTo>
                    <a:pt x="208600" y="0"/>
                  </a:lnTo>
                  <a:close/>
                </a:path>
              </a:pathLst>
            </a:custGeom>
            <a:solidFill>
              <a:srgbClr val="CDEBE6">
                <a:alpha val="2303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16356292" y="7035729"/>
              <a:ext cx="669290" cy="1268730"/>
            </a:xfrm>
            <a:custGeom>
              <a:avLst/>
              <a:gdLst/>
              <a:ahLst/>
              <a:cxnLst/>
              <a:rect l="l" t="t" r="r" b="b"/>
              <a:pathLst>
                <a:path w="669290" h="1268729">
                  <a:moveTo>
                    <a:pt x="668870" y="437794"/>
                  </a:moveTo>
                  <a:lnTo>
                    <a:pt x="415048" y="437794"/>
                  </a:lnTo>
                  <a:lnTo>
                    <a:pt x="415048" y="403860"/>
                  </a:lnTo>
                  <a:lnTo>
                    <a:pt x="415048" y="0"/>
                  </a:lnTo>
                  <a:lnTo>
                    <a:pt x="100939" y="0"/>
                  </a:lnTo>
                  <a:lnTo>
                    <a:pt x="100939" y="403860"/>
                  </a:lnTo>
                  <a:lnTo>
                    <a:pt x="0" y="403860"/>
                  </a:lnTo>
                  <a:lnTo>
                    <a:pt x="0" y="1268730"/>
                  </a:lnTo>
                  <a:lnTo>
                    <a:pt x="415048" y="1268730"/>
                  </a:lnTo>
                  <a:lnTo>
                    <a:pt x="415048" y="1242898"/>
                  </a:lnTo>
                  <a:lnTo>
                    <a:pt x="668870" y="1242898"/>
                  </a:lnTo>
                  <a:lnTo>
                    <a:pt x="668870" y="1225842"/>
                  </a:lnTo>
                  <a:lnTo>
                    <a:pt x="415048" y="1225842"/>
                  </a:lnTo>
                  <a:lnTo>
                    <a:pt x="415048" y="1193634"/>
                  </a:lnTo>
                  <a:lnTo>
                    <a:pt x="668870" y="1193634"/>
                  </a:lnTo>
                  <a:lnTo>
                    <a:pt x="668870" y="1176591"/>
                  </a:lnTo>
                  <a:lnTo>
                    <a:pt x="415048" y="1176591"/>
                  </a:lnTo>
                  <a:lnTo>
                    <a:pt x="415048" y="1144397"/>
                  </a:lnTo>
                  <a:lnTo>
                    <a:pt x="668870" y="1144397"/>
                  </a:lnTo>
                  <a:lnTo>
                    <a:pt x="668870" y="1127340"/>
                  </a:lnTo>
                  <a:lnTo>
                    <a:pt x="415048" y="1127340"/>
                  </a:lnTo>
                  <a:lnTo>
                    <a:pt x="415048" y="1095133"/>
                  </a:lnTo>
                  <a:lnTo>
                    <a:pt x="668870" y="1095133"/>
                  </a:lnTo>
                  <a:lnTo>
                    <a:pt x="668870" y="1078090"/>
                  </a:lnTo>
                  <a:lnTo>
                    <a:pt x="415048" y="1078090"/>
                  </a:lnTo>
                  <a:lnTo>
                    <a:pt x="415048" y="1045883"/>
                  </a:lnTo>
                  <a:lnTo>
                    <a:pt x="668870" y="1045883"/>
                  </a:lnTo>
                  <a:lnTo>
                    <a:pt x="668870" y="1028839"/>
                  </a:lnTo>
                  <a:lnTo>
                    <a:pt x="415048" y="1028839"/>
                  </a:lnTo>
                  <a:lnTo>
                    <a:pt x="415048" y="996632"/>
                  </a:lnTo>
                  <a:lnTo>
                    <a:pt x="668870" y="996632"/>
                  </a:lnTo>
                  <a:lnTo>
                    <a:pt x="668870" y="979576"/>
                  </a:lnTo>
                  <a:lnTo>
                    <a:pt x="415048" y="979576"/>
                  </a:lnTo>
                  <a:lnTo>
                    <a:pt x="415048" y="947369"/>
                  </a:lnTo>
                  <a:lnTo>
                    <a:pt x="668870" y="947369"/>
                  </a:lnTo>
                  <a:lnTo>
                    <a:pt x="668870" y="930325"/>
                  </a:lnTo>
                  <a:lnTo>
                    <a:pt x="415048" y="930325"/>
                  </a:lnTo>
                  <a:lnTo>
                    <a:pt x="415048" y="898118"/>
                  </a:lnTo>
                  <a:lnTo>
                    <a:pt x="668870" y="898118"/>
                  </a:lnTo>
                  <a:lnTo>
                    <a:pt x="668870" y="881075"/>
                  </a:lnTo>
                  <a:lnTo>
                    <a:pt x="415048" y="881075"/>
                  </a:lnTo>
                  <a:lnTo>
                    <a:pt x="415048" y="848868"/>
                  </a:lnTo>
                  <a:lnTo>
                    <a:pt x="668870" y="848868"/>
                  </a:lnTo>
                  <a:lnTo>
                    <a:pt x="668870" y="831824"/>
                  </a:lnTo>
                  <a:lnTo>
                    <a:pt x="415048" y="831824"/>
                  </a:lnTo>
                  <a:lnTo>
                    <a:pt x="415048" y="799617"/>
                  </a:lnTo>
                  <a:lnTo>
                    <a:pt x="668870" y="799617"/>
                  </a:lnTo>
                  <a:lnTo>
                    <a:pt x="668870" y="782574"/>
                  </a:lnTo>
                  <a:lnTo>
                    <a:pt x="415048" y="782574"/>
                  </a:lnTo>
                  <a:lnTo>
                    <a:pt x="415048" y="750366"/>
                  </a:lnTo>
                  <a:lnTo>
                    <a:pt x="668870" y="750366"/>
                  </a:lnTo>
                  <a:lnTo>
                    <a:pt x="668870" y="733323"/>
                  </a:lnTo>
                  <a:lnTo>
                    <a:pt x="415048" y="733323"/>
                  </a:lnTo>
                  <a:lnTo>
                    <a:pt x="415048" y="701103"/>
                  </a:lnTo>
                  <a:lnTo>
                    <a:pt x="668870" y="701103"/>
                  </a:lnTo>
                  <a:lnTo>
                    <a:pt x="668870" y="684060"/>
                  </a:lnTo>
                  <a:lnTo>
                    <a:pt x="415048" y="684060"/>
                  </a:lnTo>
                  <a:lnTo>
                    <a:pt x="415048" y="651852"/>
                  </a:lnTo>
                  <a:lnTo>
                    <a:pt x="668870" y="651852"/>
                  </a:lnTo>
                  <a:lnTo>
                    <a:pt x="668870" y="634809"/>
                  </a:lnTo>
                  <a:lnTo>
                    <a:pt x="415048" y="634809"/>
                  </a:lnTo>
                  <a:lnTo>
                    <a:pt x="415048" y="602602"/>
                  </a:lnTo>
                  <a:lnTo>
                    <a:pt x="668870" y="602602"/>
                  </a:lnTo>
                  <a:lnTo>
                    <a:pt x="668870" y="585546"/>
                  </a:lnTo>
                  <a:lnTo>
                    <a:pt x="415048" y="585546"/>
                  </a:lnTo>
                  <a:lnTo>
                    <a:pt x="415048" y="553339"/>
                  </a:lnTo>
                  <a:lnTo>
                    <a:pt x="668870" y="553339"/>
                  </a:lnTo>
                  <a:lnTo>
                    <a:pt x="668870" y="536295"/>
                  </a:lnTo>
                  <a:lnTo>
                    <a:pt x="415048" y="536295"/>
                  </a:lnTo>
                  <a:lnTo>
                    <a:pt x="415048" y="504101"/>
                  </a:lnTo>
                  <a:lnTo>
                    <a:pt x="668870" y="504101"/>
                  </a:lnTo>
                  <a:lnTo>
                    <a:pt x="668870" y="487057"/>
                  </a:lnTo>
                  <a:lnTo>
                    <a:pt x="415048" y="487057"/>
                  </a:lnTo>
                  <a:lnTo>
                    <a:pt x="415048" y="454837"/>
                  </a:lnTo>
                  <a:lnTo>
                    <a:pt x="668870" y="454837"/>
                  </a:lnTo>
                  <a:lnTo>
                    <a:pt x="668870" y="437794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16505606" y="7035729"/>
              <a:ext cx="266065" cy="1268730"/>
            </a:xfrm>
            <a:custGeom>
              <a:avLst/>
              <a:gdLst/>
              <a:ahLst/>
              <a:cxnLst/>
              <a:rect l="l" t="t" r="r" b="b"/>
              <a:pathLst>
                <a:path w="266065" h="1268729">
                  <a:moveTo>
                    <a:pt x="265734" y="0"/>
                  </a:moveTo>
                  <a:lnTo>
                    <a:pt x="100939" y="0"/>
                  </a:lnTo>
                  <a:lnTo>
                    <a:pt x="100939" y="403860"/>
                  </a:lnTo>
                  <a:lnTo>
                    <a:pt x="0" y="403860"/>
                  </a:lnTo>
                  <a:lnTo>
                    <a:pt x="0" y="1268730"/>
                  </a:lnTo>
                  <a:lnTo>
                    <a:pt x="265734" y="1268730"/>
                  </a:lnTo>
                  <a:lnTo>
                    <a:pt x="265734" y="403860"/>
                  </a:lnTo>
                  <a:lnTo>
                    <a:pt x="265734" y="0"/>
                  </a:lnTo>
                  <a:close/>
                </a:path>
              </a:pathLst>
            </a:custGeom>
            <a:solidFill>
              <a:srgbClr val="CDEBE6">
                <a:alpha val="1215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16369741" y="7047617"/>
              <a:ext cx="383540" cy="1242060"/>
            </a:xfrm>
            <a:custGeom>
              <a:avLst/>
              <a:gdLst/>
              <a:ahLst/>
              <a:cxnLst/>
              <a:rect l="l" t="t" r="r" b="b"/>
              <a:pathLst>
                <a:path w="383540" h="1242059">
                  <a:moveTo>
                    <a:pt x="120129" y="403402"/>
                  </a:moveTo>
                  <a:lnTo>
                    <a:pt x="0" y="403402"/>
                  </a:lnTo>
                  <a:lnTo>
                    <a:pt x="0" y="414375"/>
                  </a:lnTo>
                  <a:lnTo>
                    <a:pt x="0" y="426910"/>
                  </a:lnTo>
                  <a:lnTo>
                    <a:pt x="0" y="1238973"/>
                  </a:lnTo>
                  <a:lnTo>
                    <a:pt x="120129" y="1238973"/>
                  </a:lnTo>
                  <a:lnTo>
                    <a:pt x="120129" y="414375"/>
                  </a:lnTo>
                  <a:lnTo>
                    <a:pt x="120129" y="403402"/>
                  </a:lnTo>
                  <a:close/>
                </a:path>
                <a:path w="383540" h="1242059">
                  <a:moveTo>
                    <a:pt x="224942" y="0"/>
                  </a:moveTo>
                  <a:lnTo>
                    <a:pt x="96748" y="0"/>
                  </a:lnTo>
                  <a:lnTo>
                    <a:pt x="96748" y="16827"/>
                  </a:lnTo>
                  <a:lnTo>
                    <a:pt x="96748" y="29464"/>
                  </a:lnTo>
                  <a:lnTo>
                    <a:pt x="96748" y="378548"/>
                  </a:lnTo>
                  <a:lnTo>
                    <a:pt x="224942" y="378548"/>
                  </a:lnTo>
                  <a:lnTo>
                    <a:pt x="224942" y="16827"/>
                  </a:lnTo>
                  <a:lnTo>
                    <a:pt x="224942" y="0"/>
                  </a:lnTo>
                  <a:close/>
                </a:path>
                <a:path w="383540" h="1242059">
                  <a:moveTo>
                    <a:pt x="237972" y="403402"/>
                  </a:moveTo>
                  <a:lnTo>
                    <a:pt x="152184" y="403402"/>
                  </a:lnTo>
                  <a:lnTo>
                    <a:pt x="152184" y="414375"/>
                  </a:lnTo>
                  <a:lnTo>
                    <a:pt x="152184" y="426910"/>
                  </a:lnTo>
                  <a:lnTo>
                    <a:pt x="152184" y="1240320"/>
                  </a:lnTo>
                  <a:lnTo>
                    <a:pt x="237972" y="1240320"/>
                  </a:lnTo>
                  <a:lnTo>
                    <a:pt x="237972" y="414375"/>
                  </a:lnTo>
                  <a:lnTo>
                    <a:pt x="237972" y="403402"/>
                  </a:lnTo>
                  <a:close/>
                </a:path>
                <a:path w="383540" h="1242059">
                  <a:moveTo>
                    <a:pt x="383336" y="0"/>
                  </a:moveTo>
                  <a:lnTo>
                    <a:pt x="255143" y="0"/>
                  </a:lnTo>
                  <a:lnTo>
                    <a:pt x="255143" y="16827"/>
                  </a:lnTo>
                  <a:lnTo>
                    <a:pt x="255143" y="29464"/>
                  </a:lnTo>
                  <a:lnTo>
                    <a:pt x="255143" y="1241437"/>
                  </a:lnTo>
                  <a:lnTo>
                    <a:pt x="383336" y="1241437"/>
                  </a:lnTo>
                  <a:lnTo>
                    <a:pt x="383336" y="16827"/>
                  </a:lnTo>
                  <a:lnTo>
                    <a:pt x="383336" y="0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16234905" y="7967922"/>
              <a:ext cx="575310" cy="369570"/>
            </a:xfrm>
            <a:custGeom>
              <a:avLst/>
              <a:gdLst/>
              <a:ahLst/>
              <a:cxnLst/>
              <a:rect l="l" t="t" r="r" b="b"/>
              <a:pathLst>
                <a:path w="575309" h="369570">
                  <a:moveTo>
                    <a:pt x="254965" y="289052"/>
                  </a:moveTo>
                  <a:lnTo>
                    <a:pt x="134835" y="289052"/>
                  </a:lnTo>
                  <a:lnTo>
                    <a:pt x="134835" y="301599"/>
                  </a:lnTo>
                  <a:lnTo>
                    <a:pt x="254965" y="301599"/>
                  </a:lnTo>
                  <a:lnTo>
                    <a:pt x="254965" y="289052"/>
                  </a:lnTo>
                  <a:close/>
                </a:path>
                <a:path w="575309" h="369570">
                  <a:moveTo>
                    <a:pt x="254965" y="252920"/>
                  </a:moveTo>
                  <a:lnTo>
                    <a:pt x="134835" y="252920"/>
                  </a:lnTo>
                  <a:lnTo>
                    <a:pt x="134835" y="265468"/>
                  </a:lnTo>
                  <a:lnTo>
                    <a:pt x="254965" y="265468"/>
                  </a:lnTo>
                  <a:lnTo>
                    <a:pt x="254965" y="252920"/>
                  </a:lnTo>
                  <a:close/>
                </a:path>
                <a:path w="575309" h="369570">
                  <a:moveTo>
                    <a:pt x="254965" y="216789"/>
                  </a:moveTo>
                  <a:lnTo>
                    <a:pt x="134835" y="216789"/>
                  </a:lnTo>
                  <a:lnTo>
                    <a:pt x="134835" y="229336"/>
                  </a:lnTo>
                  <a:lnTo>
                    <a:pt x="254965" y="229336"/>
                  </a:lnTo>
                  <a:lnTo>
                    <a:pt x="254965" y="216789"/>
                  </a:lnTo>
                  <a:close/>
                </a:path>
                <a:path w="575309" h="369570">
                  <a:moveTo>
                    <a:pt x="254965" y="180657"/>
                  </a:moveTo>
                  <a:lnTo>
                    <a:pt x="134835" y="180657"/>
                  </a:lnTo>
                  <a:lnTo>
                    <a:pt x="134835" y="193192"/>
                  </a:lnTo>
                  <a:lnTo>
                    <a:pt x="254965" y="193192"/>
                  </a:lnTo>
                  <a:lnTo>
                    <a:pt x="254965" y="180657"/>
                  </a:lnTo>
                  <a:close/>
                </a:path>
                <a:path w="575309" h="369570">
                  <a:moveTo>
                    <a:pt x="254965" y="144526"/>
                  </a:moveTo>
                  <a:lnTo>
                    <a:pt x="134835" y="144526"/>
                  </a:lnTo>
                  <a:lnTo>
                    <a:pt x="134835" y="157073"/>
                  </a:lnTo>
                  <a:lnTo>
                    <a:pt x="254965" y="157073"/>
                  </a:lnTo>
                  <a:lnTo>
                    <a:pt x="254965" y="144526"/>
                  </a:lnTo>
                  <a:close/>
                </a:path>
                <a:path w="575309" h="369570">
                  <a:moveTo>
                    <a:pt x="254965" y="108394"/>
                  </a:moveTo>
                  <a:lnTo>
                    <a:pt x="134835" y="108394"/>
                  </a:lnTo>
                  <a:lnTo>
                    <a:pt x="134835" y="120942"/>
                  </a:lnTo>
                  <a:lnTo>
                    <a:pt x="254965" y="120942"/>
                  </a:lnTo>
                  <a:lnTo>
                    <a:pt x="254965" y="108394"/>
                  </a:lnTo>
                  <a:close/>
                </a:path>
                <a:path w="575309" h="369570">
                  <a:moveTo>
                    <a:pt x="254965" y="72263"/>
                  </a:moveTo>
                  <a:lnTo>
                    <a:pt x="134835" y="72263"/>
                  </a:lnTo>
                  <a:lnTo>
                    <a:pt x="134835" y="84797"/>
                  </a:lnTo>
                  <a:lnTo>
                    <a:pt x="254965" y="84797"/>
                  </a:lnTo>
                  <a:lnTo>
                    <a:pt x="254965" y="72263"/>
                  </a:lnTo>
                  <a:close/>
                </a:path>
                <a:path w="575309" h="369570">
                  <a:moveTo>
                    <a:pt x="254965" y="36118"/>
                  </a:moveTo>
                  <a:lnTo>
                    <a:pt x="134835" y="36118"/>
                  </a:lnTo>
                  <a:lnTo>
                    <a:pt x="134835" y="48666"/>
                  </a:lnTo>
                  <a:lnTo>
                    <a:pt x="254965" y="48666"/>
                  </a:lnTo>
                  <a:lnTo>
                    <a:pt x="254965" y="36118"/>
                  </a:lnTo>
                  <a:close/>
                </a:path>
                <a:path w="575309" h="369570">
                  <a:moveTo>
                    <a:pt x="254965" y="0"/>
                  </a:moveTo>
                  <a:lnTo>
                    <a:pt x="134835" y="0"/>
                  </a:lnTo>
                  <a:lnTo>
                    <a:pt x="134835" y="12547"/>
                  </a:lnTo>
                  <a:lnTo>
                    <a:pt x="254965" y="12547"/>
                  </a:lnTo>
                  <a:lnTo>
                    <a:pt x="254965" y="0"/>
                  </a:lnTo>
                  <a:close/>
                </a:path>
                <a:path w="575309" h="369570">
                  <a:moveTo>
                    <a:pt x="372808" y="289052"/>
                  </a:moveTo>
                  <a:lnTo>
                    <a:pt x="287020" y="289052"/>
                  </a:lnTo>
                  <a:lnTo>
                    <a:pt x="287020" y="301599"/>
                  </a:lnTo>
                  <a:lnTo>
                    <a:pt x="372808" y="301599"/>
                  </a:lnTo>
                  <a:lnTo>
                    <a:pt x="372808" y="289052"/>
                  </a:lnTo>
                  <a:close/>
                </a:path>
                <a:path w="575309" h="369570">
                  <a:moveTo>
                    <a:pt x="372808" y="252920"/>
                  </a:moveTo>
                  <a:lnTo>
                    <a:pt x="287020" y="252920"/>
                  </a:lnTo>
                  <a:lnTo>
                    <a:pt x="287020" y="265468"/>
                  </a:lnTo>
                  <a:lnTo>
                    <a:pt x="372808" y="265468"/>
                  </a:lnTo>
                  <a:lnTo>
                    <a:pt x="372808" y="252920"/>
                  </a:lnTo>
                  <a:close/>
                </a:path>
                <a:path w="575309" h="369570">
                  <a:moveTo>
                    <a:pt x="372808" y="216789"/>
                  </a:moveTo>
                  <a:lnTo>
                    <a:pt x="287020" y="216789"/>
                  </a:lnTo>
                  <a:lnTo>
                    <a:pt x="287020" y="229336"/>
                  </a:lnTo>
                  <a:lnTo>
                    <a:pt x="372808" y="229336"/>
                  </a:lnTo>
                  <a:lnTo>
                    <a:pt x="372808" y="216789"/>
                  </a:lnTo>
                  <a:close/>
                </a:path>
                <a:path w="575309" h="369570">
                  <a:moveTo>
                    <a:pt x="372808" y="180657"/>
                  </a:moveTo>
                  <a:lnTo>
                    <a:pt x="287020" y="180657"/>
                  </a:lnTo>
                  <a:lnTo>
                    <a:pt x="287020" y="193192"/>
                  </a:lnTo>
                  <a:lnTo>
                    <a:pt x="372808" y="193192"/>
                  </a:lnTo>
                  <a:lnTo>
                    <a:pt x="372808" y="180657"/>
                  </a:lnTo>
                  <a:close/>
                </a:path>
                <a:path w="575309" h="369570">
                  <a:moveTo>
                    <a:pt x="372808" y="144526"/>
                  </a:moveTo>
                  <a:lnTo>
                    <a:pt x="287020" y="144526"/>
                  </a:lnTo>
                  <a:lnTo>
                    <a:pt x="287020" y="157073"/>
                  </a:lnTo>
                  <a:lnTo>
                    <a:pt x="372808" y="157073"/>
                  </a:lnTo>
                  <a:lnTo>
                    <a:pt x="372808" y="144526"/>
                  </a:lnTo>
                  <a:close/>
                </a:path>
                <a:path w="575309" h="369570">
                  <a:moveTo>
                    <a:pt x="372808" y="108394"/>
                  </a:moveTo>
                  <a:lnTo>
                    <a:pt x="287020" y="108394"/>
                  </a:lnTo>
                  <a:lnTo>
                    <a:pt x="287020" y="120942"/>
                  </a:lnTo>
                  <a:lnTo>
                    <a:pt x="372808" y="120942"/>
                  </a:lnTo>
                  <a:lnTo>
                    <a:pt x="372808" y="108394"/>
                  </a:lnTo>
                  <a:close/>
                </a:path>
                <a:path w="575309" h="369570">
                  <a:moveTo>
                    <a:pt x="372808" y="72263"/>
                  </a:moveTo>
                  <a:lnTo>
                    <a:pt x="287020" y="72263"/>
                  </a:lnTo>
                  <a:lnTo>
                    <a:pt x="287020" y="84797"/>
                  </a:lnTo>
                  <a:lnTo>
                    <a:pt x="372808" y="84797"/>
                  </a:lnTo>
                  <a:lnTo>
                    <a:pt x="372808" y="72263"/>
                  </a:lnTo>
                  <a:close/>
                </a:path>
                <a:path w="575309" h="369570">
                  <a:moveTo>
                    <a:pt x="372808" y="36118"/>
                  </a:moveTo>
                  <a:lnTo>
                    <a:pt x="287020" y="36118"/>
                  </a:lnTo>
                  <a:lnTo>
                    <a:pt x="287020" y="48666"/>
                  </a:lnTo>
                  <a:lnTo>
                    <a:pt x="372808" y="48666"/>
                  </a:lnTo>
                  <a:lnTo>
                    <a:pt x="372808" y="36118"/>
                  </a:lnTo>
                  <a:close/>
                </a:path>
                <a:path w="575309" h="369570">
                  <a:moveTo>
                    <a:pt x="518172" y="289052"/>
                  </a:moveTo>
                  <a:lnTo>
                    <a:pt x="389978" y="289052"/>
                  </a:lnTo>
                  <a:lnTo>
                    <a:pt x="389978" y="301599"/>
                  </a:lnTo>
                  <a:lnTo>
                    <a:pt x="518172" y="301599"/>
                  </a:lnTo>
                  <a:lnTo>
                    <a:pt x="518172" y="289052"/>
                  </a:lnTo>
                  <a:close/>
                </a:path>
                <a:path w="575309" h="369570">
                  <a:moveTo>
                    <a:pt x="518172" y="252920"/>
                  </a:moveTo>
                  <a:lnTo>
                    <a:pt x="389978" y="252920"/>
                  </a:lnTo>
                  <a:lnTo>
                    <a:pt x="389978" y="265468"/>
                  </a:lnTo>
                  <a:lnTo>
                    <a:pt x="518172" y="265468"/>
                  </a:lnTo>
                  <a:lnTo>
                    <a:pt x="518172" y="252920"/>
                  </a:lnTo>
                  <a:close/>
                </a:path>
                <a:path w="575309" h="369570">
                  <a:moveTo>
                    <a:pt x="518172" y="216789"/>
                  </a:moveTo>
                  <a:lnTo>
                    <a:pt x="389978" y="216789"/>
                  </a:lnTo>
                  <a:lnTo>
                    <a:pt x="389978" y="229336"/>
                  </a:lnTo>
                  <a:lnTo>
                    <a:pt x="518172" y="229336"/>
                  </a:lnTo>
                  <a:lnTo>
                    <a:pt x="518172" y="216789"/>
                  </a:lnTo>
                  <a:close/>
                </a:path>
                <a:path w="575309" h="369570">
                  <a:moveTo>
                    <a:pt x="518172" y="180657"/>
                  </a:moveTo>
                  <a:lnTo>
                    <a:pt x="389978" y="180657"/>
                  </a:lnTo>
                  <a:lnTo>
                    <a:pt x="389978" y="193192"/>
                  </a:lnTo>
                  <a:lnTo>
                    <a:pt x="518172" y="193192"/>
                  </a:lnTo>
                  <a:lnTo>
                    <a:pt x="518172" y="180657"/>
                  </a:lnTo>
                  <a:close/>
                </a:path>
                <a:path w="575309" h="369570">
                  <a:moveTo>
                    <a:pt x="518172" y="144526"/>
                  </a:moveTo>
                  <a:lnTo>
                    <a:pt x="389978" y="144526"/>
                  </a:lnTo>
                  <a:lnTo>
                    <a:pt x="389978" y="157073"/>
                  </a:lnTo>
                  <a:lnTo>
                    <a:pt x="518172" y="157073"/>
                  </a:lnTo>
                  <a:lnTo>
                    <a:pt x="518172" y="144526"/>
                  </a:lnTo>
                  <a:close/>
                </a:path>
                <a:path w="575309" h="369570">
                  <a:moveTo>
                    <a:pt x="518172" y="108394"/>
                  </a:moveTo>
                  <a:lnTo>
                    <a:pt x="389978" y="108394"/>
                  </a:lnTo>
                  <a:lnTo>
                    <a:pt x="389978" y="120942"/>
                  </a:lnTo>
                  <a:lnTo>
                    <a:pt x="518172" y="120942"/>
                  </a:lnTo>
                  <a:lnTo>
                    <a:pt x="518172" y="108394"/>
                  </a:lnTo>
                  <a:close/>
                </a:path>
                <a:path w="575309" h="369570">
                  <a:moveTo>
                    <a:pt x="518172" y="72263"/>
                  </a:moveTo>
                  <a:lnTo>
                    <a:pt x="389978" y="72263"/>
                  </a:lnTo>
                  <a:lnTo>
                    <a:pt x="389978" y="84797"/>
                  </a:lnTo>
                  <a:lnTo>
                    <a:pt x="518172" y="84797"/>
                  </a:lnTo>
                  <a:lnTo>
                    <a:pt x="518172" y="72263"/>
                  </a:lnTo>
                  <a:close/>
                </a:path>
                <a:path w="575309" h="369570">
                  <a:moveTo>
                    <a:pt x="518172" y="36118"/>
                  </a:moveTo>
                  <a:lnTo>
                    <a:pt x="389978" y="36118"/>
                  </a:lnTo>
                  <a:lnTo>
                    <a:pt x="389978" y="48666"/>
                  </a:lnTo>
                  <a:lnTo>
                    <a:pt x="518172" y="48666"/>
                  </a:lnTo>
                  <a:lnTo>
                    <a:pt x="518172" y="36118"/>
                  </a:lnTo>
                  <a:close/>
                </a:path>
                <a:path w="575309" h="369570">
                  <a:moveTo>
                    <a:pt x="574687" y="335902"/>
                  </a:moveTo>
                  <a:lnTo>
                    <a:pt x="0" y="335902"/>
                  </a:lnTo>
                  <a:lnTo>
                    <a:pt x="0" y="368960"/>
                  </a:lnTo>
                  <a:lnTo>
                    <a:pt x="574687" y="368960"/>
                  </a:lnTo>
                  <a:lnTo>
                    <a:pt x="574687" y="335902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16540427" y="8303820"/>
              <a:ext cx="269240" cy="33655"/>
            </a:xfrm>
            <a:custGeom>
              <a:avLst/>
              <a:gdLst/>
              <a:ahLst/>
              <a:cxnLst/>
              <a:rect l="l" t="t" r="r" b="b"/>
              <a:pathLst>
                <a:path w="269240" h="33654">
                  <a:moveTo>
                    <a:pt x="269185" y="0"/>
                  </a:moveTo>
                  <a:lnTo>
                    <a:pt x="0" y="0"/>
                  </a:lnTo>
                  <a:lnTo>
                    <a:pt x="0" y="33056"/>
                  </a:lnTo>
                  <a:lnTo>
                    <a:pt x="269185" y="33056"/>
                  </a:lnTo>
                  <a:lnTo>
                    <a:pt x="269185" y="0"/>
                  </a:lnTo>
                  <a:close/>
                </a:path>
              </a:pathLst>
            </a:custGeom>
            <a:solidFill>
              <a:srgbClr val="CDEBE6">
                <a:alpha val="255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15979136" y="8208451"/>
              <a:ext cx="511809" cy="128905"/>
            </a:xfrm>
            <a:custGeom>
              <a:avLst/>
              <a:gdLst/>
              <a:ahLst/>
              <a:cxnLst/>
              <a:rect l="l" t="t" r="r" b="b"/>
              <a:pathLst>
                <a:path w="511809" h="128904">
                  <a:moveTo>
                    <a:pt x="511555" y="0"/>
                  </a:moveTo>
                  <a:lnTo>
                    <a:pt x="0" y="0"/>
                  </a:lnTo>
                  <a:lnTo>
                    <a:pt x="0" y="128425"/>
                  </a:lnTo>
                  <a:lnTo>
                    <a:pt x="511555" y="128425"/>
                  </a:lnTo>
                  <a:lnTo>
                    <a:pt x="511555" y="0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 descr=""/>
            <p:cNvSpPr/>
            <p:nvPr/>
          </p:nvSpPr>
          <p:spPr>
            <a:xfrm>
              <a:off x="16304916" y="8208451"/>
              <a:ext cx="186055" cy="128905"/>
            </a:xfrm>
            <a:custGeom>
              <a:avLst/>
              <a:gdLst/>
              <a:ahLst/>
              <a:cxnLst/>
              <a:rect l="l" t="t" r="r" b="b"/>
              <a:pathLst>
                <a:path w="186055" h="128904">
                  <a:moveTo>
                    <a:pt x="185763" y="0"/>
                  </a:moveTo>
                  <a:lnTo>
                    <a:pt x="0" y="0"/>
                  </a:lnTo>
                  <a:lnTo>
                    <a:pt x="0" y="128425"/>
                  </a:lnTo>
                  <a:lnTo>
                    <a:pt x="185763" y="128425"/>
                  </a:lnTo>
                  <a:lnTo>
                    <a:pt x="185763" y="0"/>
                  </a:lnTo>
                  <a:close/>
                </a:path>
              </a:pathLst>
            </a:custGeom>
            <a:solidFill>
              <a:srgbClr val="CDEBE6">
                <a:alpha val="2815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16034153" y="7462623"/>
              <a:ext cx="397510" cy="746125"/>
            </a:xfrm>
            <a:custGeom>
              <a:avLst/>
              <a:gdLst/>
              <a:ahLst/>
              <a:cxnLst/>
              <a:rect l="l" t="t" r="r" b="b"/>
              <a:pathLst>
                <a:path w="397509" h="746125">
                  <a:moveTo>
                    <a:pt x="127273" y="0"/>
                  </a:moveTo>
                  <a:lnTo>
                    <a:pt x="0" y="0"/>
                  </a:lnTo>
                  <a:lnTo>
                    <a:pt x="0" y="745830"/>
                  </a:lnTo>
                  <a:lnTo>
                    <a:pt x="397118" y="745830"/>
                  </a:lnTo>
                  <a:lnTo>
                    <a:pt x="397118" y="92112"/>
                  </a:lnTo>
                  <a:lnTo>
                    <a:pt x="279520" y="34857"/>
                  </a:lnTo>
                  <a:lnTo>
                    <a:pt x="240975" y="18966"/>
                  </a:lnTo>
                  <a:lnTo>
                    <a:pt x="200789" y="7779"/>
                  </a:lnTo>
                  <a:lnTo>
                    <a:pt x="145806" y="489"/>
                  </a:lnTo>
                  <a:lnTo>
                    <a:pt x="127273" y="0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 descr=""/>
            <p:cNvSpPr/>
            <p:nvPr/>
          </p:nvSpPr>
          <p:spPr>
            <a:xfrm>
              <a:off x="16048533" y="7470412"/>
              <a:ext cx="382905" cy="738505"/>
            </a:xfrm>
            <a:custGeom>
              <a:avLst/>
              <a:gdLst/>
              <a:ahLst/>
              <a:cxnLst/>
              <a:rect l="l" t="t" r="r" b="b"/>
              <a:pathLst>
                <a:path w="382905" h="738504">
                  <a:moveTo>
                    <a:pt x="85521" y="50469"/>
                  </a:moveTo>
                  <a:lnTo>
                    <a:pt x="0" y="50469"/>
                  </a:lnTo>
                  <a:lnTo>
                    <a:pt x="0" y="738047"/>
                  </a:lnTo>
                  <a:lnTo>
                    <a:pt x="85521" y="738047"/>
                  </a:lnTo>
                  <a:lnTo>
                    <a:pt x="85521" y="50469"/>
                  </a:lnTo>
                  <a:close/>
                </a:path>
                <a:path w="382905" h="738504">
                  <a:moveTo>
                    <a:pt x="382727" y="84328"/>
                  </a:moveTo>
                  <a:lnTo>
                    <a:pt x="265137" y="27076"/>
                  </a:lnTo>
                  <a:lnTo>
                    <a:pt x="226593" y="11188"/>
                  </a:lnTo>
                  <a:lnTo>
                    <a:pt x="186410" y="0"/>
                  </a:lnTo>
                  <a:lnTo>
                    <a:pt x="186143" y="738047"/>
                  </a:lnTo>
                  <a:lnTo>
                    <a:pt x="382473" y="738047"/>
                  </a:lnTo>
                  <a:lnTo>
                    <a:pt x="382727" y="84328"/>
                  </a:lnTo>
                  <a:close/>
                </a:path>
              </a:pathLst>
            </a:custGeom>
            <a:solidFill>
              <a:srgbClr val="CDEBE6">
                <a:alpha val="2815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15560637" y="7391177"/>
              <a:ext cx="506730" cy="772160"/>
            </a:xfrm>
            <a:custGeom>
              <a:avLst/>
              <a:gdLst/>
              <a:ahLst/>
              <a:cxnLst/>
              <a:rect l="l" t="t" r="r" b="b"/>
              <a:pathLst>
                <a:path w="506730" h="772159">
                  <a:moveTo>
                    <a:pt x="506120" y="0"/>
                  </a:moveTo>
                  <a:lnTo>
                    <a:pt x="0" y="0"/>
                  </a:lnTo>
                  <a:lnTo>
                    <a:pt x="0" y="71475"/>
                  </a:lnTo>
                  <a:lnTo>
                    <a:pt x="0" y="86690"/>
                  </a:lnTo>
                  <a:lnTo>
                    <a:pt x="0" y="771613"/>
                  </a:lnTo>
                  <a:lnTo>
                    <a:pt x="506120" y="771613"/>
                  </a:lnTo>
                  <a:lnTo>
                    <a:pt x="506120" y="71475"/>
                  </a:lnTo>
                  <a:lnTo>
                    <a:pt x="506120" y="0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 descr=""/>
            <p:cNvSpPr/>
            <p:nvPr/>
          </p:nvSpPr>
          <p:spPr>
            <a:xfrm>
              <a:off x="15859265" y="7391167"/>
              <a:ext cx="207645" cy="772160"/>
            </a:xfrm>
            <a:custGeom>
              <a:avLst/>
              <a:gdLst/>
              <a:ahLst/>
              <a:cxnLst/>
              <a:rect l="l" t="t" r="r" b="b"/>
              <a:pathLst>
                <a:path w="207644" h="772159">
                  <a:moveTo>
                    <a:pt x="207491" y="0"/>
                  </a:moveTo>
                  <a:lnTo>
                    <a:pt x="0" y="0"/>
                  </a:lnTo>
                  <a:lnTo>
                    <a:pt x="0" y="771620"/>
                  </a:lnTo>
                  <a:lnTo>
                    <a:pt x="207491" y="771620"/>
                  </a:lnTo>
                  <a:lnTo>
                    <a:pt x="207491" y="0"/>
                  </a:lnTo>
                  <a:close/>
                </a:path>
              </a:pathLst>
            </a:custGeom>
            <a:solidFill>
              <a:srgbClr val="CDEBE6">
                <a:alpha val="1215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 descr=""/>
            <p:cNvSpPr/>
            <p:nvPr/>
          </p:nvSpPr>
          <p:spPr>
            <a:xfrm>
              <a:off x="15501760" y="8095303"/>
              <a:ext cx="650875" cy="241935"/>
            </a:xfrm>
            <a:custGeom>
              <a:avLst/>
              <a:gdLst/>
              <a:ahLst/>
              <a:cxnLst/>
              <a:rect l="l" t="t" r="r" b="b"/>
              <a:pathLst>
                <a:path w="650875" h="241934">
                  <a:moveTo>
                    <a:pt x="608457" y="0"/>
                  </a:moveTo>
                  <a:lnTo>
                    <a:pt x="374332" y="0"/>
                  </a:lnTo>
                  <a:lnTo>
                    <a:pt x="374332" y="67487"/>
                  </a:lnTo>
                  <a:lnTo>
                    <a:pt x="608457" y="67487"/>
                  </a:lnTo>
                  <a:lnTo>
                    <a:pt x="608457" y="0"/>
                  </a:lnTo>
                  <a:close/>
                </a:path>
                <a:path w="650875" h="241934">
                  <a:moveTo>
                    <a:pt x="650519" y="67500"/>
                  </a:moveTo>
                  <a:lnTo>
                    <a:pt x="0" y="67500"/>
                  </a:lnTo>
                  <a:lnTo>
                    <a:pt x="0" y="241579"/>
                  </a:lnTo>
                  <a:lnTo>
                    <a:pt x="650519" y="241579"/>
                  </a:lnTo>
                  <a:lnTo>
                    <a:pt x="650519" y="67500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15916046" y="8095303"/>
              <a:ext cx="236854" cy="241935"/>
            </a:xfrm>
            <a:custGeom>
              <a:avLst/>
              <a:gdLst/>
              <a:ahLst/>
              <a:cxnLst/>
              <a:rect l="l" t="t" r="r" b="b"/>
              <a:pathLst>
                <a:path w="236855" h="241934">
                  <a:moveTo>
                    <a:pt x="194170" y="0"/>
                  </a:moveTo>
                  <a:lnTo>
                    <a:pt x="10515" y="0"/>
                  </a:lnTo>
                  <a:lnTo>
                    <a:pt x="10515" y="67487"/>
                  </a:lnTo>
                  <a:lnTo>
                    <a:pt x="194170" y="67487"/>
                  </a:lnTo>
                  <a:lnTo>
                    <a:pt x="194170" y="0"/>
                  </a:lnTo>
                  <a:close/>
                </a:path>
                <a:path w="236855" h="241934">
                  <a:moveTo>
                    <a:pt x="236232" y="67500"/>
                  </a:moveTo>
                  <a:lnTo>
                    <a:pt x="0" y="67500"/>
                  </a:lnTo>
                  <a:lnTo>
                    <a:pt x="0" y="241579"/>
                  </a:lnTo>
                  <a:lnTo>
                    <a:pt x="236232" y="241579"/>
                  </a:lnTo>
                  <a:lnTo>
                    <a:pt x="236232" y="67500"/>
                  </a:lnTo>
                  <a:close/>
                </a:path>
              </a:pathLst>
            </a:custGeom>
            <a:solidFill>
              <a:srgbClr val="CDEBE6">
                <a:alpha val="12159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7" name="object 87" descr=""/>
          <p:cNvGrpSpPr/>
          <p:nvPr/>
        </p:nvGrpSpPr>
        <p:grpSpPr>
          <a:xfrm>
            <a:off x="0" y="6236396"/>
            <a:ext cx="1175385" cy="2124710"/>
            <a:chOff x="0" y="6236396"/>
            <a:chExt cx="1175385" cy="2124710"/>
          </a:xfrm>
        </p:grpSpPr>
        <p:sp>
          <p:nvSpPr>
            <p:cNvPr id="88" name="object 88" descr=""/>
            <p:cNvSpPr/>
            <p:nvPr/>
          </p:nvSpPr>
          <p:spPr>
            <a:xfrm>
              <a:off x="0" y="6731374"/>
              <a:ext cx="631190" cy="1629410"/>
            </a:xfrm>
            <a:custGeom>
              <a:avLst/>
              <a:gdLst/>
              <a:ahLst/>
              <a:cxnLst/>
              <a:rect l="l" t="t" r="r" b="b"/>
              <a:pathLst>
                <a:path w="631190" h="1629409">
                  <a:moveTo>
                    <a:pt x="631101" y="0"/>
                  </a:moveTo>
                  <a:lnTo>
                    <a:pt x="0" y="0"/>
                  </a:lnTo>
                  <a:lnTo>
                    <a:pt x="0" y="1629371"/>
                  </a:lnTo>
                  <a:lnTo>
                    <a:pt x="631101" y="1629371"/>
                  </a:lnTo>
                  <a:lnTo>
                    <a:pt x="631101" y="0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 descr=""/>
            <p:cNvSpPr/>
            <p:nvPr/>
          </p:nvSpPr>
          <p:spPr>
            <a:xfrm>
              <a:off x="89496" y="7390682"/>
              <a:ext cx="469265" cy="708660"/>
            </a:xfrm>
            <a:custGeom>
              <a:avLst/>
              <a:gdLst/>
              <a:ahLst/>
              <a:cxnLst/>
              <a:rect l="l" t="t" r="r" b="b"/>
              <a:pathLst>
                <a:path w="469265" h="708659">
                  <a:moveTo>
                    <a:pt x="64795" y="564908"/>
                  </a:moveTo>
                  <a:lnTo>
                    <a:pt x="0" y="564908"/>
                  </a:lnTo>
                  <a:lnTo>
                    <a:pt x="0" y="601941"/>
                  </a:lnTo>
                  <a:lnTo>
                    <a:pt x="64795" y="601941"/>
                  </a:lnTo>
                  <a:lnTo>
                    <a:pt x="64795" y="564908"/>
                  </a:lnTo>
                  <a:close/>
                </a:path>
                <a:path w="469265" h="708659">
                  <a:moveTo>
                    <a:pt x="64935" y="508419"/>
                  </a:moveTo>
                  <a:lnTo>
                    <a:pt x="139" y="508419"/>
                  </a:lnTo>
                  <a:lnTo>
                    <a:pt x="139" y="545452"/>
                  </a:lnTo>
                  <a:lnTo>
                    <a:pt x="64935" y="545452"/>
                  </a:lnTo>
                  <a:lnTo>
                    <a:pt x="64935" y="508419"/>
                  </a:lnTo>
                  <a:close/>
                </a:path>
                <a:path w="469265" h="708659">
                  <a:moveTo>
                    <a:pt x="65074" y="451929"/>
                  </a:moveTo>
                  <a:lnTo>
                    <a:pt x="279" y="451929"/>
                  </a:lnTo>
                  <a:lnTo>
                    <a:pt x="279" y="488962"/>
                  </a:lnTo>
                  <a:lnTo>
                    <a:pt x="65074" y="488962"/>
                  </a:lnTo>
                  <a:lnTo>
                    <a:pt x="65074" y="451929"/>
                  </a:lnTo>
                  <a:close/>
                </a:path>
                <a:path w="469265" h="708659">
                  <a:moveTo>
                    <a:pt x="65239" y="395427"/>
                  </a:moveTo>
                  <a:lnTo>
                    <a:pt x="431" y="395427"/>
                  </a:lnTo>
                  <a:lnTo>
                    <a:pt x="431" y="432460"/>
                  </a:lnTo>
                  <a:lnTo>
                    <a:pt x="65239" y="432460"/>
                  </a:lnTo>
                  <a:lnTo>
                    <a:pt x="65239" y="395427"/>
                  </a:lnTo>
                  <a:close/>
                </a:path>
                <a:path w="469265" h="708659">
                  <a:moveTo>
                    <a:pt x="65379" y="338937"/>
                  </a:moveTo>
                  <a:lnTo>
                    <a:pt x="571" y="338937"/>
                  </a:lnTo>
                  <a:lnTo>
                    <a:pt x="571" y="375970"/>
                  </a:lnTo>
                  <a:lnTo>
                    <a:pt x="65379" y="375970"/>
                  </a:lnTo>
                  <a:lnTo>
                    <a:pt x="65379" y="338937"/>
                  </a:lnTo>
                  <a:close/>
                </a:path>
                <a:path w="469265" h="708659">
                  <a:moveTo>
                    <a:pt x="65532" y="671042"/>
                  </a:moveTo>
                  <a:lnTo>
                    <a:pt x="723" y="671042"/>
                  </a:lnTo>
                  <a:lnTo>
                    <a:pt x="723" y="708075"/>
                  </a:lnTo>
                  <a:lnTo>
                    <a:pt x="65532" y="708075"/>
                  </a:lnTo>
                  <a:lnTo>
                    <a:pt x="65532" y="671042"/>
                  </a:lnTo>
                  <a:close/>
                </a:path>
                <a:path w="469265" h="708659">
                  <a:moveTo>
                    <a:pt x="65532" y="282448"/>
                  </a:moveTo>
                  <a:lnTo>
                    <a:pt x="723" y="282448"/>
                  </a:lnTo>
                  <a:lnTo>
                    <a:pt x="723" y="319481"/>
                  </a:lnTo>
                  <a:lnTo>
                    <a:pt x="65532" y="319481"/>
                  </a:lnTo>
                  <a:lnTo>
                    <a:pt x="65532" y="282448"/>
                  </a:lnTo>
                  <a:close/>
                </a:path>
                <a:path w="469265" h="708659">
                  <a:moveTo>
                    <a:pt x="65659" y="614553"/>
                  </a:moveTo>
                  <a:lnTo>
                    <a:pt x="876" y="614553"/>
                  </a:lnTo>
                  <a:lnTo>
                    <a:pt x="876" y="651586"/>
                  </a:lnTo>
                  <a:lnTo>
                    <a:pt x="65659" y="651586"/>
                  </a:lnTo>
                  <a:lnTo>
                    <a:pt x="65659" y="614553"/>
                  </a:lnTo>
                  <a:close/>
                </a:path>
                <a:path w="469265" h="708659">
                  <a:moveTo>
                    <a:pt x="65659" y="225958"/>
                  </a:moveTo>
                  <a:lnTo>
                    <a:pt x="876" y="225958"/>
                  </a:lnTo>
                  <a:lnTo>
                    <a:pt x="876" y="262991"/>
                  </a:lnTo>
                  <a:lnTo>
                    <a:pt x="65659" y="262991"/>
                  </a:lnTo>
                  <a:lnTo>
                    <a:pt x="65659" y="225958"/>
                  </a:lnTo>
                  <a:close/>
                </a:path>
                <a:path w="469265" h="708659">
                  <a:moveTo>
                    <a:pt x="65824" y="169468"/>
                  </a:moveTo>
                  <a:lnTo>
                    <a:pt x="1016" y="169468"/>
                  </a:lnTo>
                  <a:lnTo>
                    <a:pt x="1016" y="206502"/>
                  </a:lnTo>
                  <a:lnTo>
                    <a:pt x="65824" y="206502"/>
                  </a:lnTo>
                  <a:lnTo>
                    <a:pt x="65824" y="169468"/>
                  </a:lnTo>
                  <a:close/>
                </a:path>
                <a:path w="469265" h="708659">
                  <a:moveTo>
                    <a:pt x="65963" y="112979"/>
                  </a:moveTo>
                  <a:lnTo>
                    <a:pt x="1168" y="112979"/>
                  </a:lnTo>
                  <a:lnTo>
                    <a:pt x="1168" y="149999"/>
                  </a:lnTo>
                  <a:lnTo>
                    <a:pt x="65963" y="149999"/>
                  </a:lnTo>
                  <a:lnTo>
                    <a:pt x="65963" y="112979"/>
                  </a:lnTo>
                  <a:close/>
                </a:path>
                <a:path w="469265" h="708659">
                  <a:moveTo>
                    <a:pt x="66116" y="56489"/>
                  </a:moveTo>
                  <a:lnTo>
                    <a:pt x="1308" y="56489"/>
                  </a:lnTo>
                  <a:lnTo>
                    <a:pt x="1308" y="93510"/>
                  </a:lnTo>
                  <a:lnTo>
                    <a:pt x="66116" y="93510"/>
                  </a:lnTo>
                  <a:lnTo>
                    <a:pt x="66116" y="56489"/>
                  </a:lnTo>
                  <a:close/>
                </a:path>
                <a:path w="469265" h="708659">
                  <a:moveTo>
                    <a:pt x="145376" y="564908"/>
                  </a:moveTo>
                  <a:lnTo>
                    <a:pt x="80581" y="564908"/>
                  </a:lnTo>
                  <a:lnTo>
                    <a:pt x="80581" y="601941"/>
                  </a:lnTo>
                  <a:lnTo>
                    <a:pt x="145376" y="601941"/>
                  </a:lnTo>
                  <a:lnTo>
                    <a:pt x="145376" y="564908"/>
                  </a:lnTo>
                  <a:close/>
                </a:path>
                <a:path w="469265" h="708659">
                  <a:moveTo>
                    <a:pt x="145516" y="508419"/>
                  </a:moveTo>
                  <a:lnTo>
                    <a:pt x="80721" y="508419"/>
                  </a:lnTo>
                  <a:lnTo>
                    <a:pt x="80721" y="545452"/>
                  </a:lnTo>
                  <a:lnTo>
                    <a:pt x="145516" y="545452"/>
                  </a:lnTo>
                  <a:lnTo>
                    <a:pt x="145516" y="508419"/>
                  </a:lnTo>
                  <a:close/>
                </a:path>
                <a:path w="469265" h="708659">
                  <a:moveTo>
                    <a:pt x="145656" y="451929"/>
                  </a:moveTo>
                  <a:lnTo>
                    <a:pt x="80873" y="451929"/>
                  </a:lnTo>
                  <a:lnTo>
                    <a:pt x="80873" y="488962"/>
                  </a:lnTo>
                  <a:lnTo>
                    <a:pt x="145656" y="488962"/>
                  </a:lnTo>
                  <a:lnTo>
                    <a:pt x="145656" y="451929"/>
                  </a:lnTo>
                  <a:close/>
                </a:path>
                <a:path w="469265" h="708659">
                  <a:moveTo>
                    <a:pt x="145808" y="395427"/>
                  </a:moveTo>
                  <a:lnTo>
                    <a:pt x="81013" y="395427"/>
                  </a:lnTo>
                  <a:lnTo>
                    <a:pt x="81013" y="432460"/>
                  </a:lnTo>
                  <a:lnTo>
                    <a:pt x="145808" y="432460"/>
                  </a:lnTo>
                  <a:lnTo>
                    <a:pt x="145808" y="395427"/>
                  </a:lnTo>
                  <a:close/>
                </a:path>
                <a:path w="469265" h="708659">
                  <a:moveTo>
                    <a:pt x="145961" y="338937"/>
                  </a:moveTo>
                  <a:lnTo>
                    <a:pt x="81165" y="338937"/>
                  </a:lnTo>
                  <a:lnTo>
                    <a:pt x="81165" y="375970"/>
                  </a:lnTo>
                  <a:lnTo>
                    <a:pt x="145961" y="375970"/>
                  </a:lnTo>
                  <a:lnTo>
                    <a:pt x="145961" y="338937"/>
                  </a:lnTo>
                  <a:close/>
                </a:path>
                <a:path w="469265" h="708659">
                  <a:moveTo>
                    <a:pt x="146100" y="671042"/>
                  </a:moveTo>
                  <a:lnTo>
                    <a:pt x="81305" y="671042"/>
                  </a:lnTo>
                  <a:lnTo>
                    <a:pt x="81305" y="708075"/>
                  </a:lnTo>
                  <a:lnTo>
                    <a:pt x="146100" y="708075"/>
                  </a:lnTo>
                  <a:lnTo>
                    <a:pt x="146100" y="671042"/>
                  </a:lnTo>
                  <a:close/>
                </a:path>
                <a:path w="469265" h="708659">
                  <a:moveTo>
                    <a:pt x="146100" y="282448"/>
                  </a:moveTo>
                  <a:lnTo>
                    <a:pt x="81305" y="282448"/>
                  </a:lnTo>
                  <a:lnTo>
                    <a:pt x="81305" y="319481"/>
                  </a:lnTo>
                  <a:lnTo>
                    <a:pt x="146100" y="319481"/>
                  </a:lnTo>
                  <a:lnTo>
                    <a:pt x="146100" y="282448"/>
                  </a:lnTo>
                  <a:close/>
                </a:path>
                <a:path w="469265" h="708659">
                  <a:moveTo>
                    <a:pt x="146253" y="614553"/>
                  </a:moveTo>
                  <a:lnTo>
                    <a:pt x="81457" y="614553"/>
                  </a:lnTo>
                  <a:lnTo>
                    <a:pt x="81457" y="651586"/>
                  </a:lnTo>
                  <a:lnTo>
                    <a:pt x="146253" y="651586"/>
                  </a:lnTo>
                  <a:lnTo>
                    <a:pt x="146253" y="614553"/>
                  </a:lnTo>
                  <a:close/>
                </a:path>
                <a:path w="469265" h="708659">
                  <a:moveTo>
                    <a:pt x="146253" y="225958"/>
                  </a:moveTo>
                  <a:lnTo>
                    <a:pt x="81457" y="225958"/>
                  </a:lnTo>
                  <a:lnTo>
                    <a:pt x="81457" y="262991"/>
                  </a:lnTo>
                  <a:lnTo>
                    <a:pt x="146253" y="262991"/>
                  </a:lnTo>
                  <a:lnTo>
                    <a:pt x="146253" y="225958"/>
                  </a:lnTo>
                  <a:close/>
                </a:path>
                <a:path w="469265" h="708659">
                  <a:moveTo>
                    <a:pt x="146392" y="169468"/>
                  </a:moveTo>
                  <a:lnTo>
                    <a:pt x="81597" y="169468"/>
                  </a:lnTo>
                  <a:lnTo>
                    <a:pt x="81597" y="206502"/>
                  </a:lnTo>
                  <a:lnTo>
                    <a:pt x="146392" y="206502"/>
                  </a:lnTo>
                  <a:lnTo>
                    <a:pt x="146392" y="169468"/>
                  </a:lnTo>
                  <a:close/>
                </a:path>
                <a:path w="469265" h="708659">
                  <a:moveTo>
                    <a:pt x="146545" y="112979"/>
                  </a:moveTo>
                  <a:lnTo>
                    <a:pt x="81749" y="112979"/>
                  </a:lnTo>
                  <a:lnTo>
                    <a:pt x="81749" y="149999"/>
                  </a:lnTo>
                  <a:lnTo>
                    <a:pt x="146545" y="149999"/>
                  </a:lnTo>
                  <a:lnTo>
                    <a:pt x="146545" y="112979"/>
                  </a:lnTo>
                  <a:close/>
                </a:path>
                <a:path w="469265" h="708659">
                  <a:moveTo>
                    <a:pt x="146685" y="56489"/>
                  </a:moveTo>
                  <a:lnTo>
                    <a:pt x="81889" y="56489"/>
                  </a:lnTo>
                  <a:lnTo>
                    <a:pt x="81889" y="93510"/>
                  </a:lnTo>
                  <a:lnTo>
                    <a:pt x="146685" y="93510"/>
                  </a:lnTo>
                  <a:lnTo>
                    <a:pt x="146685" y="56489"/>
                  </a:lnTo>
                  <a:close/>
                </a:path>
                <a:path w="469265" h="708659">
                  <a:moveTo>
                    <a:pt x="225958" y="564908"/>
                  </a:moveTo>
                  <a:lnTo>
                    <a:pt x="161163" y="564908"/>
                  </a:lnTo>
                  <a:lnTo>
                    <a:pt x="161163" y="601941"/>
                  </a:lnTo>
                  <a:lnTo>
                    <a:pt x="225958" y="601941"/>
                  </a:lnTo>
                  <a:lnTo>
                    <a:pt x="225958" y="564908"/>
                  </a:lnTo>
                  <a:close/>
                </a:path>
                <a:path w="469265" h="708659">
                  <a:moveTo>
                    <a:pt x="226098" y="508419"/>
                  </a:moveTo>
                  <a:lnTo>
                    <a:pt x="161302" y="508419"/>
                  </a:lnTo>
                  <a:lnTo>
                    <a:pt x="161302" y="545452"/>
                  </a:lnTo>
                  <a:lnTo>
                    <a:pt x="226098" y="545452"/>
                  </a:lnTo>
                  <a:lnTo>
                    <a:pt x="226098" y="508419"/>
                  </a:lnTo>
                  <a:close/>
                </a:path>
                <a:path w="469265" h="708659">
                  <a:moveTo>
                    <a:pt x="226250" y="451929"/>
                  </a:moveTo>
                  <a:lnTo>
                    <a:pt x="161455" y="451929"/>
                  </a:lnTo>
                  <a:lnTo>
                    <a:pt x="161455" y="488962"/>
                  </a:lnTo>
                  <a:lnTo>
                    <a:pt x="226250" y="488962"/>
                  </a:lnTo>
                  <a:lnTo>
                    <a:pt x="226250" y="451929"/>
                  </a:lnTo>
                  <a:close/>
                </a:path>
                <a:path w="469265" h="708659">
                  <a:moveTo>
                    <a:pt x="226390" y="395427"/>
                  </a:moveTo>
                  <a:lnTo>
                    <a:pt x="161594" y="395427"/>
                  </a:lnTo>
                  <a:lnTo>
                    <a:pt x="161594" y="432460"/>
                  </a:lnTo>
                  <a:lnTo>
                    <a:pt x="226390" y="432460"/>
                  </a:lnTo>
                  <a:lnTo>
                    <a:pt x="226390" y="395427"/>
                  </a:lnTo>
                  <a:close/>
                </a:path>
                <a:path w="469265" h="708659">
                  <a:moveTo>
                    <a:pt x="226542" y="338937"/>
                  </a:moveTo>
                  <a:lnTo>
                    <a:pt x="161747" y="338937"/>
                  </a:lnTo>
                  <a:lnTo>
                    <a:pt x="161747" y="375970"/>
                  </a:lnTo>
                  <a:lnTo>
                    <a:pt x="226542" y="375970"/>
                  </a:lnTo>
                  <a:lnTo>
                    <a:pt x="226542" y="338937"/>
                  </a:lnTo>
                  <a:close/>
                </a:path>
                <a:path w="469265" h="708659">
                  <a:moveTo>
                    <a:pt x="226682" y="282448"/>
                  </a:moveTo>
                  <a:lnTo>
                    <a:pt x="161886" y="282448"/>
                  </a:lnTo>
                  <a:lnTo>
                    <a:pt x="161886" y="319481"/>
                  </a:lnTo>
                  <a:lnTo>
                    <a:pt x="226682" y="319481"/>
                  </a:lnTo>
                  <a:lnTo>
                    <a:pt x="226682" y="282448"/>
                  </a:lnTo>
                  <a:close/>
                </a:path>
                <a:path w="469265" h="708659">
                  <a:moveTo>
                    <a:pt x="226847" y="614553"/>
                  </a:moveTo>
                  <a:lnTo>
                    <a:pt x="162039" y="614553"/>
                  </a:lnTo>
                  <a:lnTo>
                    <a:pt x="162039" y="651586"/>
                  </a:lnTo>
                  <a:lnTo>
                    <a:pt x="226847" y="651586"/>
                  </a:lnTo>
                  <a:lnTo>
                    <a:pt x="226847" y="614553"/>
                  </a:lnTo>
                  <a:close/>
                </a:path>
                <a:path w="469265" h="708659">
                  <a:moveTo>
                    <a:pt x="226847" y="225958"/>
                  </a:moveTo>
                  <a:lnTo>
                    <a:pt x="162039" y="225958"/>
                  </a:lnTo>
                  <a:lnTo>
                    <a:pt x="162039" y="262991"/>
                  </a:lnTo>
                  <a:lnTo>
                    <a:pt x="226847" y="262991"/>
                  </a:lnTo>
                  <a:lnTo>
                    <a:pt x="226847" y="225958"/>
                  </a:lnTo>
                  <a:close/>
                </a:path>
                <a:path w="469265" h="708659">
                  <a:moveTo>
                    <a:pt x="226987" y="169468"/>
                  </a:moveTo>
                  <a:lnTo>
                    <a:pt x="162191" y="169468"/>
                  </a:lnTo>
                  <a:lnTo>
                    <a:pt x="162191" y="206502"/>
                  </a:lnTo>
                  <a:lnTo>
                    <a:pt x="226987" y="206502"/>
                  </a:lnTo>
                  <a:lnTo>
                    <a:pt x="226987" y="169468"/>
                  </a:lnTo>
                  <a:close/>
                </a:path>
                <a:path w="469265" h="708659">
                  <a:moveTo>
                    <a:pt x="227126" y="112979"/>
                  </a:moveTo>
                  <a:lnTo>
                    <a:pt x="162318" y="112979"/>
                  </a:lnTo>
                  <a:lnTo>
                    <a:pt x="162318" y="149999"/>
                  </a:lnTo>
                  <a:lnTo>
                    <a:pt x="227126" y="149999"/>
                  </a:lnTo>
                  <a:lnTo>
                    <a:pt x="227126" y="112979"/>
                  </a:lnTo>
                  <a:close/>
                </a:path>
                <a:path w="469265" h="708659">
                  <a:moveTo>
                    <a:pt x="227266" y="56489"/>
                  </a:moveTo>
                  <a:lnTo>
                    <a:pt x="162471" y="56489"/>
                  </a:lnTo>
                  <a:lnTo>
                    <a:pt x="162471" y="93510"/>
                  </a:lnTo>
                  <a:lnTo>
                    <a:pt x="227266" y="93510"/>
                  </a:lnTo>
                  <a:lnTo>
                    <a:pt x="227266" y="56489"/>
                  </a:lnTo>
                  <a:close/>
                </a:path>
                <a:path w="469265" h="708659">
                  <a:moveTo>
                    <a:pt x="306539" y="564908"/>
                  </a:moveTo>
                  <a:lnTo>
                    <a:pt x="241744" y="564908"/>
                  </a:lnTo>
                  <a:lnTo>
                    <a:pt x="241744" y="601941"/>
                  </a:lnTo>
                  <a:lnTo>
                    <a:pt x="306539" y="601941"/>
                  </a:lnTo>
                  <a:lnTo>
                    <a:pt x="306539" y="564908"/>
                  </a:lnTo>
                  <a:close/>
                </a:path>
                <a:path w="469265" h="708659">
                  <a:moveTo>
                    <a:pt x="306692" y="508419"/>
                  </a:moveTo>
                  <a:lnTo>
                    <a:pt x="241884" y="508419"/>
                  </a:lnTo>
                  <a:lnTo>
                    <a:pt x="241884" y="545452"/>
                  </a:lnTo>
                  <a:lnTo>
                    <a:pt x="306692" y="545452"/>
                  </a:lnTo>
                  <a:lnTo>
                    <a:pt x="306692" y="508419"/>
                  </a:lnTo>
                  <a:close/>
                </a:path>
                <a:path w="469265" h="708659">
                  <a:moveTo>
                    <a:pt x="306844" y="451929"/>
                  </a:moveTo>
                  <a:lnTo>
                    <a:pt x="242036" y="451929"/>
                  </a:lnTo>
                  <a:lnTo>
                    <a:pt x="242036" y="488962"/>
                  </a:lnTo>
                  <a:lnTo>
                    <a:pt x="306844" y="488962"/>
                  </a:lnTo>
                  <a:lnTo>
                    <a:pt x="306844" y="451929"/>
                  </a:lnTo>
                  <a:close/>
                </a:path>
                <a:path w="469265" h="708659">
                  <a:moveTo>
                    <a:pt x="306971" y="395427"/>
                  </a:moveTo>
                  <a:lnTo>
                    <a:pt x="242189" y="395427"/>
                  </a:lnTo>
                  <a:lnTo>
                    <a:pt x="242189" y="432460"/>
                  </a:lnTo>
                  <a:lnTo>
                    <a:pt x="306971" y="432460"/>
                  </a:lnTo>
                  <a:lnTo>
                    <a:pt x="306971" y="395427"/>
                  </a:lnTo>
                  <a:close/>
                </a:path>
                <a:path w="469265" h="708659">
                  <a:moveTo>
                    <a:pt x="307124" y="338937"/>
                  </a:moveTo>
                  <a:lnTo>
                    <a:pt x="242328" y="338937"/>
                  </a:lnTo>
                  <a:lnTo>
                    <a:pt x="242328" y="375970"/>
                  </a:lnTo>
                  <a:lnTo>
                    <a:pt x="307124" y="375970"/>
                  </a:lnTo>
                  <a:lnTo>
                    <a:pt x="307124" y="338937"/>
                  </a:lnTo>
                  <a:close/>
                </a:path>
                <a:path w="469265" h="708659">
                  <a:moveTo>
                    <a:pt x="307263" y="282448"/>
                  </a:moveTo>
                  <a:lnTo>
                    <a:pt x="242481" y="282448"/>
                  </a:lnTo>
                  <a:lnTo>
                    <a:pt x="242481" y="319481"/>
                  </a:lnTo>
                  <a:lnTo>
                    <a:pt x="307263" y="319481"/>
                  </a:lnTo>
                  <a:lnTo>
                    <a:pt x="307263" y="282448"/>
                  </a:lnTo>
                  <a:close/>
                </a:path>
                <a:path w="469265" h="708659">
                  <a:moveTo>
                    <a:pt x="307403" y="614553"/>
                  </a:moveTo>
                  <a:lnTo>
                    <a:pt x="242608" y="614553"/>
                  </a:lnTo>
                  <a:lnTo>
                    <a:pt x="242608" y="651586"/>
                  </a:lnTo>
                  <a:lnTo>
                    <a:pt x="307403" y="651586"/>
                  </a:lnTo>
                  <a:lnTo>
                    <a:pt x="307403" y="614553"/>
                  </a:lnTo>
                  <a:close/>
                </a:path>
                <a:path w="469265" h="708659">
                  <a:moveTo>
                    <a:pt x="307403" y="225958"/>
                  </a:moveTo>
                  <a:lnTo>
                    <a:pt x="242608" y="225958"/>
                  </a:lnTo>
                  <a:lnTo>
                    <a:pt x="242608" y="262991"/>
                  </a:lnTo>
                  <a:lnTo>
                    <a:pt x="307403" y="262991"/>
                  </a:lnTo>
                  <a:lnTo>
                    <a:pt x="307403" y="225958"/>
                  </a:lnTo>
                  <a:close/>
                </a:path>
                <a:path w="469265" h="708659">
                  <a:moveTo>
                    <a:pt x="307555" y="169468"/>
                  </a:moveTo>
                  <a:lnTo>
                    <a:pt x="242760" y="169468"/>
                  </a:lnTo>
                  <a:lnTo>
                    <a:pt x="242760" y="206502"/>
                  </a:lnTo>
                  <a:lnTo>
                    <a:pt x="307555" y="206502"/>
                  </a:lnTo>
                  <a:lnTo>
                    <a:pt x="307555" y="169468"/>
                  </a:lnTo>
                  <a:close/>
                </a:path>
                <a:path w="469265" h="708659">
                  <a:moveTo>
                    <a:pt x="307695" y="112979"/>
                  </a:moveTo>
                  <a:lnTo>
                    <a:pt x="242900" y="112979"/>
                  </a:lnTo>
                  <a:lnTo>
                    <a:pt x="242900" y="149999"/>
                  </a:lnTo>
                  <a:lnTo>
                    <a:pt x="307695" y="149999"/>
                  </a:lnTo>
                  <a:lnTo>
                    <a:pt x="307695" y="112979"/>
                  </a:lnTo>
                  <a:close/>
                </a:path>
                <a:path w="469265" h="708659">
                  <a:moveTo>
                    <a:pt x="307848" y="56489"/>
                  </a:moveTo>
                  <a:lnTo>
                    <a:pt x="243052" y="56489"/>
                  </a:lnTo>
                  <a:lnTo>
                    <a:pt x="243052" y="93510"/>
                  </a:lnTo>
                  <a:lnTo>
                    <a:pt x="307848" y="93510"/>
                  </a:lnTo>
                  <a:lnTo>
                    <a:pt x="307848" y="56489"/>
                  </a:lnTo>
                  <a:close/>
                </a:path>
                <a:path w="469265" h="708659">
                  <a:moveTo>
                    <a:pt x="307987" y="0"/>
                  </a:moveTo>
                  <a:lnTo>
                    <a:pt x="243205" y="0"/>
                  </a:lnTo>
                  <a:lnTo>
                    <a:pt x="243205" y="37020"/>
                  </a:lnTo>
                  <a:lnTo>
                    <a:pt x="307987" y="37020"/>
                  </a:lnTo>
                  <a:lnTo>
                    <a:pt x="307987" y="0"/>
                  </a:lnTo>
                  <a:close/>
                </a:path>
                <a:path w="469265" h="708659">
                  <a:moveTo>
                    <a:pt x="387121" y="564908"/>
                  </a:moveTo>
                  <a:lnTo>
                    <a:pt x="322326" y="564908"/>
                  </a:lnTo>
                  <a:lnTo>
                    <a:pt x="322326" y="601941"/>
                  </a:lnTo>
                  <a:lnTo>
                    <a:pt x="387121" y="601941"/>
                  </a:lnTo>
                  <a:lnTo>
                    <a:pt x="387121" y="564908"/>
                  </a:lnTo>
                  <a:close/>
                </a:path>
                <a:path w="469265" h="708659">
                  <a:moveTo>
                    <a:pt x="387273" y="508419"/>
                  </a:moveTo>
                  <a:lnTo>
                    <a:pt x="322478" y="508419"/>
                  </a:lnTo>
                  <a:lnTo>
                    <a:pt x="322478" y="545452"/>
                  </a:lnTo>
                  <a:lnTo>
                    <a:pt x="387273" y="545452"/>
                  </a:lnTo>
                  <a:lnTo>
                    <a:pt x="387273" y="508419"/>
                  </a:lnTo>
                  <a:close/>
                </a:path>
                <a:path w="469265" h="708659">
                  <a:moveTo>
                    <a:pt x="387413" y="451929"/>
                  </a:moveTo>
                  <a:lnTo>
                    <a:pt x="322618" y="451929"/>
                  </a:lnTo>
                  <a:lnTo>
                    <a:pt x="322618" y="488962"/>
                  </a:lnTo>
                  <a:lnTo>
                    <a:pt x="387413" y="488962"/>
                  </a:lnTo>
                  <a:lnTo>
                    <a:pt x="387413" y="451929"/>
                  </a:lnTo>
                  <a:close/>
                </a:path>
                <a:path w="469265" h="708659">
                  <a:moveTo>
                    <a:pt x="387553" y="395427"/>
                  </a:moveTo>
                  <a:lnTo>
                    <a:pt x="322757" y="395427"/>
                  </a:lnTo>
                  <a:lnTo>
                    <a:pt x="322757" y="432460"/>
                  </a:lnTo>
                  <a:lnTo>
                    <a:pt x="387553" y="432460"/>
                  </a:lnTo>
                  <a:lnTo>
                    <a:pt x="387553" y="395427"/>
                  </a:lnTo>
                  <a:close/>
                </a:path>
                <a:path w="469265" h="708659">
                  <a:moveTo>
                    <a:pt x="387692" y="338937"/>
                  </a:moveTo>
                  <a:lnTo>
                    <a:pt x="322897" y="338937"/>
                  </a:lnTo>
                  <a:lnTo>
                    <a:pt x="322897" y="375970"/>
                  </a:lnTo>
                  <a:lnTo>
                    <a:pt x="387692" y="375970"/>
                  </a:lnTo>
                  <a:lnTo>
                    <a:pt x="387692" y="338937"/>
                  </a:lnTo>
                  <a:close/>
                </a:path>
                <a:path w="469265" h="708659">
                  <a:moveTo>
                    <a:pt x="387858" y="282448"/>
                  </a:moveTo>
                  <a:lnTo>
                    <a:pt x="323049" y="282448"/>
                  </a:lnTo>
                  <a:lnTo>
                    <a:pt x="323049" y="319481"/>
                  </a:lnTo>
                  <a:lnTo>
                    <a:pt x="387858" y="319481"/>
                  </a:lnTo>
                  <a:lnTo>
                    <a:pt x="387858" y="282448"/>
                  </a:lnTo>
                  <a:close/>
                </a:path>
                <a:path w="469265" h="708659">
                  <a:moveTo>
                    <a:pt x="387985" y="614553"/>
                  </a:moveTo>
                  <a:lnTo>
                    <a:pt x="323202" y="614553"/>
                  </a:lnTo>
                  <a:lnTo>
                    <a:pt x="323202" y="651586"/>
                  </a:lnTo>
                  <a:lnTo>
                    <a:pt x="387985" y="651586"/>
                  </a:lnTo>
                  <a:lnTo>
                    <a:pt x="387985" y="614553"/>
                  </a:lnTo>
                  <a:close/>
                </a:path>
                <a:path w="469265" h="708659">
                  <a:moveTo>
                    <a:pt x="387985" y="225958"/>
                  </a:moveTo>
                  <a:lnTo>
                    <a:pt x="323202" y="225958"/>
                  </a:lnTo>
                  <a:lnTo>
                    <a:pt x="323202" y="262991"/>
                  </a:lnTo>
                  <a:lnTo>
                    <a:pt x="387985" y="262991"/>
                  </a:lnTo>
                  <a:lnTo>
                    <a:pt x="387985" y="225958"/>
                  </a:lnTo>
                  <a:close/>
                </a:path>
                <a:path w="469265" h="708659">
                  <a:moveTo>
                    <a:pt x="388137" y="169468"/>
                  </a:moveTo>
                  <a:lnTo>
                    <a:pt x="323342" y="169468"/>
                  </a:lnTo>
                  <a:lnTo>
                    <a:pt x="323342" y="206502"/>
                  </a:lnTo>
                  <a:lnTo>
                    <a:pt x="388137" y="206502"/>
                  </a:lnTo>
                  <a:lnTo>
                    <a:pt x="388137" y="169468"/>
                  </a:lnTo>
                  <a:close/>
                </a:path>
                <a:path w="469265" h="708659">
                  <a:moveTo>
                    <a:pt x="388277" y="112979"/>
                  </a:moveTo>
                  <a:lnTo>
                    <a:pt x="323494" y="112979"/>
                  </a:lnTo>
                  <a:lnTo>
                    <a:pt x="323494" y="149999"/>
                  </a:lnTo>
                  <a:lnTo>
                    <a:pt x="388277" y="149999"/>
                  </a:lnTo>
                  <a:lnTo>
                    <a:pt x="388277" y="112979"/>
                  </a:lnTo>
                  <a:close/>
                </a:path>
                <a:path w="469265" h="708659">
                  <a:moveTo>
                    <a:pt x="388442" y="56489"/>
                  </a:moveTo>
                  <a:lnTo>
                    <a:pt x="323634" y="56489"/>
                  </a:lnTo>
                  <a:lnTo>
                    <a:pt x="323634" y="93510"/>
                  </a:lnTo>
                  <a:lnTo>
                    <a:pt x="388442" y="93510"/>
                  </a:lnTo>
                  <a:lnTo>
                    <a:pt x="388442" y="56489"/>
                  </a:lnTo>
                  <a:close/>
                </a:path>
                <a:path w="469265" h="708659">
                  <a:moveTo>
                    <a:pt x="388581" y="0"/>
                  </a:moveTo>
                  <a:lnTo>
                    <a:pt x="323786" y="0"/>
                  </a:lnTo>
                  <a:lnTo>
                    <a:pt x="323786" y="37020"/>
                  </a:lnTo>
                  <a:lnTo>
                    <a:pt x="388581" y="37020"/>
                  </a:lnTo>
                  <a:lnTo>
                    <a:pt x="388581" y="0"/>
                  </a:lnTo>
                  <a:close/>
                </a:path>
                <a:path w="469265" h="708659">
                  <a:moveTo>
                    <a:pt x="467702" y="564908"/>
                  </a:moveTo>
                  <a:lnTo>
                    <a:pt x="402894" y="564908"/>
                  </a:lnTo>
                  <a:lnTo>
                    <a:pt x="402894" y="601941"/>
                  </a:lnTo>
                  <a:lnTo>
                    <a:pt x="467702" y="601941"/>
                  </a:lnTo>
                  <a:lnTo>
                    <a:pt x="467702" y="564908"/>
                  </a:lnTo>
                  <a:close/>
                </a:path>
                <a:path w="469265" h="708659">
                  <a:moveTo>
                    <a:pt x="467855" y="508419"/>
                  </a:moveTo>
                  <a:lnTo>
                    <a:pt x="403047" y="508419"/>
                  </a:lnTo>
                  <a:lnTo>
                    <a:pt x="403047" y="545452"/>
                  </a:lnTo>
                  <a:lnTo>
                    <a:pt x="467855" y="545452"/>
                  </a:lnTo>
                  <a:lnTo>
                    <a:pt x="467855" y="508419"/>
                  </a:lnTo>
                  <a:close/>
                </a:path>
                <a:path w="469265" h="708659">
                  <a:moveTo>
                    <a:pt x="467995" y="451929"/>
                  </a:moveTo>
                  <a:lnTo>
                    <a:pt x="403199" y="451929"/>
                  </a:lnTo>
                  <a:lnTo>
                    <a:pt x="403199" y="488962"/>
                  </a:lnTo>
                  <a:lnTo>
                    <a:pt x="467995" y="488962"/>
                  </a:lnTo>
                  <a:lnTo>
                    <a:pt x="467995" y="451929"/>
                  </a:lnTo>
                  <a:close/>
                </a:path>
                <a:path w="469265" h="708659">
                  <a:moveTo>
                    <a:pt x="468134" y="395427"/>
                  </a:moveTo>
                  <a:lnTo>
                    <a:pt x="403339" y="395427"/>
                  </a:lnTo>
                  <a:lnTo>
                    <a:pt x="403339" y="432460"/>
                  </a:lnTo>
                  <a:lnTo>
                    <a:pt x="468134" y="432460"/>
                  </a:lnTo>
                  <a:lnTo>
                    <a:pt x="468134" y="395427"/>
                  </a:lnTo>
                  <a:close/>
                </a:path>
                <a:path w="469265" h="708659">
                  <a:moveTo>
                    <a:pt x="468287" y="338937"/>
                  </a:moveTo>
                  <a:lnTo>
                    <a:pt x="403491" y="338937"/>
                  </a:lnTo>
                  <a:lnTo>
                    <a:pt x="403491" y="375970"/>
                  </a:lnTo>
                  <a:lnTo>
                    <a:pt x="468287" y="375970"/>
                  </a:lnTo>
                  <a:lnTo>
                    <a:pt x="468287" y="338937"/>
                  </a:lnTo>
                  <a:close/>
                </a:path>
                <a:path w="469265" h="708659">
                  <a:moveTo>
                    <a:pt x="468439" y="282448"/>
                  </a:moveTo>
                  <a:lnTo>
                    <a:pt x="403631" y="282448"/>
                  </a:lnTo>
                  <a:lnTo>
                    <a:pt x="403631" y="319481"/>
                  </a:lnTo>
                  <a:lnTo>
                    <a:pt x="468439" y="319481"/>
                  </a:lnTo>
                  <a:lnTo>
                    <a:pt x="468439" y="282448"/>
                  </a:lnTo>
                  <a:close/>
                </a:path>
                <a:path w="469265" h="708659">
                  <a:moveTo>
                    <a:pt x="468579" y="614553"/>
                  </a:moveTo>
                  <a:lnTo>
                    <a:pt x="403783" y="614553"/>
                  </a:lnTo>
                  <a:lnTo>
                    <a:pt x="403783" y="651586"/>
                  </a:lnTo>
                  <a:lnTo>
                    <a:pt x="468579" y="651586"/>
                  </a:lnTo>
                  <a:lnTo>
                    <a:pt x="468579" y="614553"/>
                  </a:lnTo>
                  <a:close/>
                </a:path>
                <a:path w="469265" h="708659">
                  <a:moveTo>
                    <a:pt x="468579" y="225958"/>
                  </a:moveTo>
                  <a:lnTo>
                    <a:pt x="403783" y="225958"/>
                  </a:lnTo>
                  <a:lnTo>
                    <a:pt x="403783" y="262991"/>
                  </a:lnTo>
                  <a:lnTo>
                    <a:pt x="468579" y="262991"/>
                  </a:lnTo>
                  <a:lnTo>
                    <a:pt x="468579" y="225958"/>
                  </a:lnTo>
                  <a:close/>
                </a:path>
                <a:path w="469265" h="708659">
                  <a:moveTo>
                    <a:pt x="468718" y="169468"/>
                  </a:moveTo>
                  <a:lnTo>
                    <a:pt x="403923" y="169468"/>
                  </a:lnTo>
                  <a:lnTo>
                    <a:pt x="403923" y="206502"/>
                  </a:lnTo>
                  <a:lnTo>
                    <a:pt x="468718" y="206502"/>
                  </a:lnTo>
                  <a:lnTo>
                    <a:pt x="468718" y="169468"/>
                  </a:lnTo>
                  <a:close/>
                </a:path>
                <a:path w="469265" h="708659">
                  <a:moveTo>
                    <a:pt x="468871" y="112979"/>
                  </a:moveTo>
                  <a:lnTo>
                    <a:pt x="404075" y="112979"/>
                  </a:lnTo>
                  <a:lnTo>
                    <a:pt x="404075" y="149999"/>
                  </a:lnTo>
                  <a:lnTo>
                    <a:pt x="468871" y="149999"/>
                  </a:lnTo>
                  <a:lnTo>
                    <a:pt x="468871" y="112979"/>
                  </a:lnTo>
                  <a:close/>
                </a:path>
                <a:path w="469265" h="708659">
                  <a:moveTo>
                    <a:pt x="469011" y="56489"/>
                  </a:moveTo>
                  <a:lnTo>
                    <a:pt x="404215" y="56489"/>
                  </a:lnTo>
                  <a:lnTo>
                    <a:pt x="404215" y="93510"/>
                  </a:lnTo>
                  <a:lnTo>
                    <a:pt x="469011" y="93510"/>
                  </a:lnTo>
                  <a:lnTo>
                    <a:pt x="469011" y="56489"/>
                  </a:lnTo>
                  <a:close/>
                </a:path>
                <a:path w="469265" h="708659">
                  <a:moveTo>
                    <a:pt x="469163" y="0"/>
                  </a:moveTo>
                  <a:lnTo>
                    <a:pt x="404368" y="0"/>
                  </a:lnTo>
                  <a:lnTo>
                    <a:pt x="404368" y="37020"/>
                  </a:lnTo>
                  <a:lnTo>
                    <a:pt x="469163" y="37020"/>
                  </a:lnTo>
                  <a:lnTo>
                    <a:pt x="469163" y="0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 descr=""/>
            <p:cNvSpPr/>
            <p:nvPr/>
          </p:nvSpPr>
          <p:spPr>
            <a:xfrm>
              <a:off x="89496" y="6236404"/>
              <a:ext cx="1085850" cy="2124710"/>
            </a:xfrm>
            <a:custGeom>
              <a:avLst/>
              <a:gdLst/>
              <a:ahLst/>
              <a:cxnLst/>
              <a:rect l="l" t="t" r="r" b="b"/>
              <a:pathLst>
                <a:path w="1085850" h="2124709">
                  <a:moveTo>
                    <a:pt x="64795" y="2107781"/>
                  </a:moveTo>
                  <a:lnTo>
                    <a:pt x="0" y="2107781"/>
                  </a:lnTo>
                  <a:lnTo>
                    <a:pt x="0" y="2124341"/>
                  </a:lnTo>
                  <a:lnTo>
                    <a:pt x="64795" y="2124341"/>
                  </a:lnTo>
                  <a:lnTo>
                    <a:pt x="64795" y="2107781"/>
                  </a:lnTo>
                  <a:close/>
                </a:path>
                <a:path w="1085850" h="2124709">
                  <a:moveTo>
                    <a:pt x="64935" y="2051291"/>
                  </a:moveTo>
                  <a:lnTo>
                    <a:pt x="139" y="2051291"/>
                  </a:lnTo>
                  <a:lnTo>
                    <a:pt x="139" y="2088324"/>
                  </a:lnTo>
                  <a:lnTo>
                    <a:pt x="64935" y="2088324"/>
                  </a:lnTo>
                  <a:lnTo>
                    <a:pt x="64935" y="2051291"/>
                  </a:lnTo>
                  <a:close/>
                </a:path>
                <a:path w="1085850" h="2124709">
                  <a:moveTo>
                    <a:pt x="65074" y="1994801"/>
                  </a:moveTo>
                  <a:lnTo>
                    <a:pt x="279" y="1994801"/>
                  </a:lnTo>
                  <a:lnTo>
                    <a:pt x="279" y="2031834"/>
                  </a:lnTo>
                  <a:lnTo>
                    <a:pt x="65074" y="2031834"/>
                  </a:lnTo>
                  <a:lnTo>
                    <a:pt x="65074" y="1994801"/>
                  </a:lnTo>
                  <a:close/>
                </a:path>
                <a:path w="1085850" h="2124709">
                  <a:moveTo>
                    <a:pt x="65239" y="1938312"/>
                  </a:moveTo>
                  <a:lnTo>
                    <a:pt x="431" y="1938312"/>
                  </a:lnTo>
                  <a:lnTo>
                    <a:pt x="431" y="1975345"/>
                  </a:lnTo>
                  <a:lnTo>
                    <a:pt x="65239" y="1975345"/>
                  </a:lnTo>
                  <a:lnTo>
                    <a:pt x="65239" y="1938312"/>
                  </a:lnTo>
                  <a:close/>
                </a:path>
                <a:path w="1085850" h="2124709">
                  <a:moveTo>
                    <a:pt x="65379" y="1881809"/>
                  </a:moveTo>
                  <a:lnTo>
                    <a:pt x="571" y="1881809"/>
                  </a:lnTo>
                  <a:lnTo>
                    <a:pt x="571" y="1918843"/>
                  </a:lnTo>
                  <a:lnTo>
                    <a:pt x="65379" y="1918843"/>
                  </a:lnTo>
                  <a:lnTo>
                    <a:pt x="65379" y="1881809"/>
                  </a:lnTo>
                  <a:close/>
                </a:path>
                <a:path w="1085850" h="2124709">
                  <a:moveTo>
                    <a:pt x="145376" y="2107781"/>
                  </a:moveTo>
                  <a:lnTo>
                    <a:pt x="80581" y="2107781"/>
                  </a:lnTo>
                  <a:lnTo>
                    <a:pt x="80581" y="2124341"/>
                  </a:lnTo>
                  <a:lnTo>
                    <a:pt x="145376" y="2124341"/>
                  </a:lnTo>
                  <a:lnTo>
                    <a:pt x="145376" y="2107781"/>
                  </a:lnTo>
                  <a:close/>
                </a:path>
                <a:path w="1085850" h="2124709">
                  <a:moveTo>
                    <a:pt x="145516" y="2051291"/>
                  </a:moveTo>
                  <a:lnTo>
                    <a:pt x="80721" y="2051291"/>
                  </a:lnTo>
                  <a:lnTo>
                    <a:pt x="80721" y="2088324"/>
                  </a:lnTo>
                  <a:lnTo>
                    <a:pt x="145516" y="2088324"/>
                  </a:lnTo>
                  <a:lnTo>
                    <a:pt x="145516" y="2051291"/>
                  </a:lnTo>
                  <a:close/>
                </a:path>
                <a:path w="1085850" h="2124709">
                  <a:moveTo>
                    <a:pt x="145656" y="1994801"/>
                  </a:moveTo>
                  <a:lnTo>
                    <a:pt x="80873" y="1994801"/>
                  </a:lnTo>
                  <a:lnTo>
                    <a:pt x="80873" y="2031834"/>
                  </a:lnTo>
                  <a:lnTo>
                    <a:pt x="145656" y="2031834"/>
                  </a:lnTo>
                  <a:lnTo>
                    <a:pt x="145656" y="1994801"/>
                  </a:lnTo>
                  <a:close/>
                </a:path>
                <a:path w="1085850" h="2124709">
                  <a:moveTo>
                    <a:pt x="145808" y="1938312"/>
                  </a:moveTo>
                  <a:lnTo>
                    <a:pt x="81013" y="1938312"/>
                  </a:lnTo>
                  <a:lnTo>
                    <a:pt x="81013" y="1975345"/>
                  </a:lnTo>
                  <a:lnTo>
                    <a:pt x="145808" y="1975345"/>
                  </a:lnTo>
                  <a:lnTo>
                    <a:pt x="145808" y="1938312"/>
                  </a:lnTo>
                  <a:close/>
                </a:path>
                <a:path w="1085850" h="2124709">
                  <a:moveTo>
                    <a:pt x="145961" y="1881809"/>
                  </a:moveTo>
                  <a:lnTo>
                    <a:pt x="81165" y="1881809"/>
                  </a:lnTo>
                  <a:lnTo>
                    <a:pt x="81165" y="1918843"/>
                  </a:lnTo>
                  <a:lnTo>
                    <a:pt x="145961" y="1918843"/>
                  </a:lnTo>
                  <a:lnTo>
                    <a:pt x="145961" y="1881809"/>
                  </a:lnTo>
                  <a:close/>
                </a:path>
                <a:path w="1085850" h="2124709">
                  <a:moveTo>
                    <a:pt x="146100" y="1825320"/>
                  </a:moveTo>
                  <a:lnTo>
                    <a:pt x="81305" y="1825320"/>
                  </a:lnTo>
                  <a:lnTo>
                    <a:pt x="81305" y="1862353"/>
                  </a:lnTo>
                  <a:lnTo>
                    <a:pt x="146100" y="1862353"/>
                  </a:lnTo>
                  <a:lnTo>
                    <a:pt x="146100" y="1825320"/>
                  </a:lnTo>
                  <a:close/>
                </a:path>
                <a:path w="1085850" h="2124709">
                  <a:moveTo>
                    <a:pt x="225958" y="2107781"/>
                  </a:moveTo>
                  <a:lnTo>
                    <a:pt x="161163" y="2107781"/>
                  </a:lnTo>
                  <a:lnTo>
                    <a:pt x="161163" y="2124341"/>
                  </a:lnTo>
                  <a:lnTo>
                    <a:pt x="225958" y="2124341"/>
                  </a:lnTo>
                  <a:lnTo>
                    <a:pt x="225958" y="2107781"/>
                  </a:lnTo>
                  <a:close/>
                </a:path>
                <a:path w="1085850" h="2124709">
                  <a:moveTo>
                    <a:pt x="226098" y="2051291"/>
                  </a:moveTo>
                  <a:lnTo>
                    <a:pt x="161302" y="2051291"/>
                  </a:lnTo>
                  <a:lnTo>
                    <a:pt x="161302" y="2088324"/>
                  </a:lnTo>
                  <a:lnTo>
                    <a:pt x="226098" y="2088324"/>
                  </a:lnTo>
                  <a:lnTo>
                    <a:pt x="226098" y="2051291"/>
                  </a:lnTo>
                  <a:close/>
                </a:path>
                <a:path w="1085850" h="2124709">
                  <a:moveTo>
                    <a:pt x="226250" y="1994801"/>
                  </a:moveTo>
                  <a:lnTo>
                    <a:pt x="161455" y="1994801"/>
                  </a:lnTo>
                  <a:lnTo>
                    <a:pt x="161455" y="2031834"/>
                  </a:lnTo>
                  <a:lnTo>
                    <a:pt x="226250" y="2031834"/>
                  </a:lnTo>
                  <a:lnTo>
                    <a:pt x="226250" y="1994801"/>
                  </a:lnTo>
                  <a:close/>
                </a:path>
                <a:path w="1085850" h="2124709">
                  <a:moveTo>
                    <a:pt x="226390" y="1938312"/>
                  </a:moveTo>
                  <a:lnTo>
                    <a:pt x="161594" y="1938312"/>
                  </a:lnTo>
                  <a:lnTo>
                    <a:pt x="161594" y="1975345"/>
                  </a:lnTo>
                  <a:lnTo>
                    <a:pt x="226390" y="1975345"/>
                  </a:lnTo>
                  <a:lnTo>
                    <a:pt x="226390" y="1938312"/>
                  </a:lnTo>
                  <a:close/>
                </a:path>
                <a:path w="1085850" h="2124709">
                  <a:moveTo>
                    <a:pt x="226542" y="1881809"/>
                  </a:moveTo>
                  <a:lnTo>
                    <a:pt x="161747" y="1881809"/>
                  </a:lnTo>
                  <a:lnTo>
                    <a:pt x="161747" y="1918843"/>
                  </a:lnTo>
                  <a:lnTo>
                    <a:pt x="226542" y="1918843"/>
                  </a:lnTo>
                  <a:lnTo>
                    <a:pt x="226542" y="1881809"/>
                  </a:lnTo>
                  <a:close/>
                </a:path>
                <a:path w="1085850" h="2124709">
                  <a:moveTo>
                    <a:pt x="226682" y="1825320"/>
                  </a:moveTo>
                  <a:lnTo>
                    <a:pt x="161886" y="1825320"/>
                  </a:lnTo>
                  <a:lnTo>
                    <a:pt x="161886" y="1862353"/>
                  </a:lnTo>
                  <a:lnTo>
                    <a:pt x="226682" y="1862353"/>
                  </a:lnTo>
                  <a:lnTo>
                    <a:pt x="226682" y="1825320"/>
                  </a:lnTo>
                  <a:close/>
                </a:path>
                <a:path w="1085850" h="2124709">
                  <a:moveTo>
                    <a:pt x="306539" y="2107781"/>
                  </a:moveTo>
                  <a:lnTo>
                    <a:pt x="241744" y="2107781"/>
                  </a:lnTo>
                  <a:lnTo>
                    <a:pt x="241744" y="2124341"/>
                  </a:lnTo>
                  <a:lnTo>
                    <a:pt x="306539" y="2124341"/>
                  </a:lnTo>
                  <a:lnTo>
                    <a:pt x="306539" y="2107781"/>
                  </a:lnTo>
                  <a:close/>
                </a:path>
                <a:path w="1085850" h="2124709">
                  <a:moveTo>
                    <a:pt x="306692" y="2051291"/>
                  </a:moveTo>
                  <a:lnTo>
                    <a:pt x="241884" y="2051291"/>
                  </a:lnTo>
                  <a:lnTo>
                    <a:pt x="241884" y="2088324"/>
                  </a:lnTo>
                  <a:lnTo>
                    <a:pt x="306692" y="2088324"/>
                  </a:lnTo>
                  <a:lnTo>
                    <a:pt x="306692" y="2051291"/>
                  </a:lnTo>
                  <a:close/>
                </a:path>
                <a:path w="1085850" h="2124709">
                  <a:moveTo>
                    <a:pt x="306844" y="1994801"/>
                  </a:moveTo>
                  <a:lnTo>
                    <a:pt x="242036" y="1994801"/>
                  </a:lnTo>
                  <a:lnTo>
                    <a:pt x="242036" y="2031834"/>
                  </a:lnTo>
                  <a:lnTo>
                    <a:pt x="306844" y="2031834"/>
                  </a:lnTo>
                  <a:lnTo>
                    <a:pt x="306844" y="1994801"/>
                  </a:lnTo>
                  <a:close/>
                </a:path>
                <a:path w="1085850" h="2124709">
                  <a:moveTo>
                    <a:pt x="306971" y="1938312"/>
                  </a:moveTo>
                  <a:lnTo>
                    <a:pt x="242189" y="1938312"/>
                  </a:lnTo>
                  <a:lnTo>
                    <a:pt x="242189" y="1975345"/>
                  </a:lnTo>
                  <a:lnTo>
                    <a:pt x="306971" y="1975345"/>
                  </a:lnTo>
                  <a:lnTo>
                    <a:pt x="306971" y="1938312"/>
                  </a:lnTo>
                  <a:close/>
                </a:path>
                <a:path w="1085850" h="2124709">
                  <a:moveTo>
                    <a:pt x="307124" y="1881809"/>
                  </a:moveTo>
                  <a:lnTo>
                    <a:pt x="242328" y="1881809"/>
                  </a:lnTo>
                  <a:lnTo>
                    <a:pt x="242328" y="1918843"/>
                  </a:lnTo>
                  <a:lnTo>
                    <a:pt x="307124" y="1918843"/>
                  </a:lnTo>
                  <a:lnTo>
                    <a:pt x="307124" y="1881809"/>
                  </a:lnTo>
                  <a:close/>
                </a:path>
                <a:path w="1085850" h="2124709">
                  <a:moveTo>
                    <a:pt x="307263" y="1825320"/>
                  </a:moveTo>
                  <a:lnTo>
                    <a:pt x="242481" y="1825320"/>
                  </a:lnTo>
                  <a:lnTo>
                    <a:pt x="242481" y="1862353"/>
                  </a:lnTo>
                  <a:lnTo>
                    <a:pt x="307263" y="1862353"/>
                  </a:lnTo>
                  <a:lnTo>
                    <a:pt x="307263" y="1825320"/>
                  </a:lnTo>
                  <a:close/>
                </a:path>
                <a:path w="1085850" h="2124709">
                  <a:moveTo>
                    <a:pt x="1085367" y="0"/>
                  </a:moveTo>
                  <a:lnTo>
                    <a:pt x="323786" y="0"/>
                  </a:lnTo>
                  <a:lnTo>
                    <a:pt x="323786" y="282105"/>
                  </a:lnTo>
                  <a:lnTo>
                    <a:pt x="322326" y="282105"/>
                  </a:lnTo>
                  <a:lnTo>
                    <a:pt x="322326" y="321056"/>
                  </a:lnTo>
                  <a:lnTo>
                    <a:pt x="323786" y="321056"/>
                  </a:lnTo>
                  <a:lnTo>
                    <a:pt x="323786" y="368109"/>
                  </a:lnTo>
                  <a:lnTo>
                    <a:pt x="322326" y="368109"/>
                  </a:lnTo>
                  <a:lnTo>
                    <a:pt x="322326" y="407060"/>
                  </a:lnTo>
                  <a:lnTo>
                    <a:pt x="323786" y="407060"/>
                  </a:lnTo>
                  <a:lnTo>
                    <a:pt x="323786" y="454113"/>
                  </a:lnTo>
                  <a:lnTo>
                    <a:pt x="322326" y="454113"/>
                  </a:lnTo>
                  <a:lnTo>
                    <a:pt x="322326" y="493077"/>
                  </a:lnTo>
                  <a:lnTo>
                    <a:pt x="323786" y="493077"/>
                  </a:lnTo>
                  <a:lnTo>
                    <a:pt x="323786" y="540143"/>
                  </a:lnTo>
                  <a:lnTo>
                    <a:pt x="322326" y="540143"/>
                  </a:lnTo>
                  <a:lnTo>
                    <a:pt x="322326" y="579094"/>
                  </a:lnTo>
                  <a:lnTo>
                    <a:pt x="323786" y="579094"/>
                  </a:lnTo>
                  <a:lnTo>
                    <a:pt x="323786" y="626148"/>
                  </a:lnTo>
                  <a:lnTo>
                    <a:pt x="322326" y="626148"/>
                  </a:lnTo>
                  <a:lnTo>
                    <a:pt x="322326" y="665099"/>
                  </a:lnTo>
                  <a:lnTo>
                    <a:pt x="323786" y="665099"/>
                  </a:lnTo>
                  <a:lnTo>
                    <a:pt x="323786" y="712152"/>
                  </a:lnTo>
                  <a:lnTo>
                    <a:pt x="322326" y="712152"/>
                  </a:lnTo>
                  <a:lnTo>
                    <a:pt x="322326" y="751103"/>
                  </a:lnTo>
                  <a:lnTo>
                    <a:pt x="323786" y="751103"/>
                  </a:lnTo>
                  <a:lnTo>
                    <a:pt x="323786" y="798156"/>
                  </a:lnTo>
                  <a:lnTo>
                    <a:pt x="322326" y="798156"/>
                  </a:lnTo>
                  <a:lnTo>
                    <a:pt x="322326" y="837107"/>
                  </a:lnTo>
                  <a:lnTo>
                    <a:pt x="323786" y="837107"/>
                  </a:lnTo>
                  <a:lnTo>
                    <a:pt x="323786" y="884174"/>
                  </a:lnTo>
                  <a:lnTo>
                    <a:pt x="322326" y="884174"/>
                  </a:lnTo>
                  <a:lnTo>
                    <a:pt x="322326" y="923124"/>
                  </a:lnTo>
                  <a:lnTo>
                    <a:pt x="323786" y="923124"/>
                  </a:lnTo>
                  <a:lnTo>
                    <a:pt x="323786" y="970191"/>
                  </a:lnTo>
                  <a:lnTo>
                    <a:pt x="322326" y="970191"/>
                  </a:lnTo>
                  <a:lnTo>
                    <a:pt x="322326" y="1009142"/>
                  </a:lnTo>
                  <a:lnTo>
                    <a:pt x="323786" y="1009142"/>
                  </a:lnTo>
                  <a:lnTo>
                    <a:pt x="323786" y="1056182"/>
                  </a:lnTo>
                  <a:lnTo>
                    <a:pt x="322326" y="1056182"/>
                  </a:lnTo>
                  <a:lnTo>
                    <a:pt x="322326" y="1095146"/>
                  </a:lnTo>
                  <a:lnTo>
                    <a:pt x="323786" y="1095146"/>
                  </a:lnTo>
                  <a:lnTo>
                    <a:pt x="323786" y="1142199"/>
                  </a:lnTo>
                  <a:lnTo>
                    <a:pt x="322326" y="1142199"/>
                  </a:lnTo>
                  <a:lnTo>
                    <a:pt x="322326" y="1181150"/>
                  </a:lnTo>
                  <a:lnTo>
                    <a:pt x="323786" y="1181150"/>
                  </a:lnTo>
                  <a:lnTo>
                    <a:pt x="323786" y="1228204"/>
                  </a:lnTo>
                  <a:lnTo>
                    <a:pt x="322326" y="1228204"/>
                  </a:lnTo>
                  <a:lnTo>
                    <a:pt x="322326" y="1267167"/>
                  </a:lnTo>
                  <a:lnTo>
                    <a:pt x="323786" y="1267167"/>
                  </a:lnTo>
                  <a:lnTo>
                    <a:pt x="323786" y="1314221"/>
                  </a:lnTo>
                  <a:lnTo>
                    <a:pt x="322326" y="1314221"/>
                  </a:lnTo>
                  <a:lnTo>
                    <a:pt x="322326" y="1353172"/>
                  </a:lnTo>
                  <a:lnTo>
                    <a:pt x="323786" y="1353172"/>
                  </a:lnTo>
                  <a:lnTo>
                    <a:pt x="323786" y="1400225"/>
                  </a:lnTo>
                  <a:lnTo>
                    <a:pt x="322326" y="1400225"/>
                  </a:lnTo>
                  <a:lnTo>
                    <a:pt x="322326" y="1439176"/>
                  </a:lnTo>
                  <a:lnTo>
                    <a:pt x="323786" y="1439176"/>
                  </a:lnTo>
                  <a:lnTo>
                    <a:pt x="323786" y="1486242"/>
                  </a:lnTo>
                  <a:lnTo>
                    <a:pt x="322326" y="1486242"/>
                  </a:lnTo>
                  <a:lnTo>
                    <a:pt x="322326" y="1525193"/>
                  </a:lnTo>
                  <a:lnTo>
                    <a:pt x="323786" y="1525193"/>
                  </a:lnTo>
                  <a:lnTo>
                    <a:pt x="323786" y="1572260"/>
                  </a:lnTo>
                  <a:lnTo>
                    <a:pt x="322326" y="1572260"/>
                  </a:lnTo>
                  <a:lnTo>
                    <a:pt x="322326" y="1611210"/>
                  </a:lnTo>
                  <a:lnTo>
                    <a:pt x="323786" y="1611210"/>
                  </a:lnTo>
                  <a:lnTo>
                    <a:pt x="323786" y="1658264"/>
                  </a:lnTo>
                  <a:lnTo>
                    <a:pt x="322326" y="1658264"/>
                  </a:lnTo>
                  <a:lnTo>
                    <a:pt x="322326" y="1697215"/>
                  </a:lnTo>
                  <a:lnTo>
                    <a:pt x="323786" y="1697215"/>
                  </a:lnTo>
                  <a:lnTo>
                    <a:pt x="323786" y="1744268"/>
                  </a:lnTo>
                  <a:lnTo>
                    <a:pt x="322326" y="1744268"/>
                  </a:lnTo>
                  <a:lnTo>
                    <a:pt x="322326" y="1783219"/>
                  </a:lnTo>
                  <a:lnTo>
                    <a:pt x="323786" y="1783219"/>
                  </a:lnTo>
                  <a:lnTo>
                    <a:pt x="323786" y="1825320"/>
                  </a:lnTo>
                  <a:lnTo>
                    <a:pt x="323049" y="1825320"/>
                  </a:lnTo>
                  <a:lnTo>
                    <a:pt x="323049" y="1830273"/>
                  </a:lnTo>
                  <a:lnTo>
                    <a:pt x="322326" y="1830273"/>
                  </a:lnTo>
                  <a:lnTo>
                    <a:pt x="322326" y="1869224"/>
                  </a:lnTo>
                  <a:lnTo>
                    <a:pt x="323786" y="1869224"/>
                  </a:lnTo>
                  <a:lnTo>
                    <a:pt x="323786" y="1881809"/>
                  </a:lnTo>
                  <a:lnTo>
                    <a:pt x="322897" y="1881809"/>
                  </a:lnTo>
                  <a:lnTo>
                    <a:pt x="322897" y="1916290"/>
                  </a:lnTo>
                  <a:lnTo>
                    <a:pt x="322326" y="1916290"/>
                  </a:lnTo>
                  <a:lnTo>
                    <a:pt x="322326" y="1955241"/>
                  </a:lnTo>
                  <a:lnTo>
                    <a:pt x="322757" y="1955241"/>
                  </a:lnTo>
                  <a:lnTo>
                    <a:pt x="322757" y="1975345"/>
                  </a:lnTo>
                  <a:lnTo>
                    <a:pt x="323786" y="1975345"/>
                  </a:lnTo>
                  <a:lnTo>
                    <a:pt x="323786" y="1994801"/>
                  </a:lnTo>
                  <a:lnTo>
                    <a:pt x="322618" y="1994801"/>
                  </a:lnTo>
                  <a:lnTo>
                    <a:pt x="322618" y="2002307"/>
                  </a:lnTo>
                  <a:lnTo>
                    <a:pt x="322326" y="2002307"/>
                  </a:lnTo>
                  <a:lnTo>
                    <a:pt x="322326" y="2041258"/>
                  </a:lnTo>
                  <a:lnTo>
                    <a:pt x="323786" y="2041258"/>
                  </a:lnTo>
                  <a:lnTo>
                    <a:pt x="323786" y="2051291"/>
                  </a:lnTo>
                  <a:lnTo>
                    <a:pt x="322478" y="2051291"/>
                  </a:lnTo>
                  <a:lnTo>
                    <a:pt x="322478" y="2088299"/>
                  </a:lnTo>
                  <a:lnTo>
                    <a:pt x="322326" y="2088299"/>
                  </a:lnTo>
                  <a:lnTo>
                    <a:pt x="322326" y="2107781"/>
                  </a:lnTo>
                  <a:lnTo>
                    <a:pt x="322326" y="2124341"/>
                  </a:lnTo>
                  <a:lnTo>
                    <a:pt x="323786" y="2124341"/>
                  </a:lnTo>
                  <a:lnTo>
                    <a:pt x="387121" y="2124341"/>
                  </a:lnTo>
                  <a:lnTo>
                    <a:pt x="402894" y="2124341"/>
                  </a:lnTo>
                  <a:lnTo>
                    <a:pt x="467702" y="2124341"/>
                  </a:lnTo>
                  <a:lnTo>
                    <a:pt x="1085367" y="2124341"/>
                  </a:lnTo>
                  <a:lnTo>
                    <a:pt x="1085367" y="2088299"/>
                  </a:lnTo>
                  <a:lnTo>
                    <a:pt x="1085367" y="282105"/>
                  </a:lnTo>
                  <a:lnTo>
                    <a:pt x="1085367" y="0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 descr=""/>
            <p:cNvSpPr/>
            <p:nvPr/>
          </p:nvSpPr>
          <p:spPr>
            <a:xfrm>
              <a:off x="631111" y="6236396"/>
              <a:ext cx="544195" cy="2124710"/>
            </a:xfrm>
            <a:custGeom>
              <a:avLst/>
              <a:gdLst/>
              <a:ahLst/>
              <a:cxnLst/>
              <a:rect l="l" t="t" r="r" b="b"/>
              <a:pathLst>
                <a:path w="544194" h="2124709">
                  <a:moveTo>
                    <a:pt x="543763" y="0"/>
                  </a:moveTo>
                  <a:lnTo>
                    <a:pt x="0" y="0"/>
                  </a:lnTo>
                  <a:lnTo>
                    <a:pt x="0" y="2124343"/>
                  </a:lnTo>
                  <a:lnTo>
                    <a:pt x="543763" y="2124343"/>
                  </a:lnTo>
                  <a:lnTo>
                    <a:pt x="543763" y="0"/>
                  </a:lnTo>
                  <a:close/>
                </a:path>
              </a:pathLst>
            </a:custGeom>
            <a:solidFill>
              <a:srgbClr val="CDEBE6">
                <a:alpha val="12159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2" name="object 92" descr=""/>
          <p:cNvGrpSpPr/>
          <p:nvPr/>
        </p:nvGrpSpPr>
        <p:grpSpPr>
          <a:xfrm>
            <a:off x="19017012" y="5335746"/>
            <a:ext cx="502284" cy="2988945"/>
            <a:chOff x="19017012" y="5335746"/>
            <a:chExt cx="502284" cy="2988945"/>
          </a:xfrm>
        </p:grpSpPr>
        <p:sp>
          <p:nvSpPr>
            <p:cNvPr id="93" name="object 93" descr=""/>
            <p:cNvSpPr/>
            <p:nvPr/>
          </p:nvSpPr>
          <p:spPr>
            <a:xfrm>
              <a:off x="19017006" y="5429891"/>
              <a:ext cx="471170" cy="1757680"/>
            </a:xfrm>
            <a:custGeom>
              <a:avLst/>
              <a:gdLst/>
              <a:ahLst/>
              <a:cxnLst/>
              <a:rect l="l" t="t" r="r" b="b"/>
              <a:pathLst>
                <a:path w="471169" h="1757679">
                  <a:moveTo>
                    <a:pt x="251015" y="1631556"/>
                  </a:moveTo>
                  <a:lnTo>
                    <a:pt x="31369" y="1631556"/>
                  </a:lnTo>
                  <a:lnTo>
                    <a:pt x="31369" y="1757057"/>
                  </a:lnTo>
                  <a:lnTo>
                    <a:pt x="251015" y="1757057"/>
                  </a:lnTo>
                  <a:lnTo>
                    <a:pt x="251015" y="1631556"/>
                  </a:lnTo>
                  <a:close/>
                </a:path>
                <a:path w="471169" h="1757679">
                  <a:moveTo>
                    <a:pt x="470649" y="188252"/>
                  </a:moveTo>
                  <a:lnTo>
                    <a:pt x="439267" y="188252"/>
                  </a:lnTo>
                  <a:lnTo>
                    <a:pt x="439267" y="125501"/>
                  </a:lnTo>
                  <a:lnTo>
                    <a:pt x="62750" y="0"/>
                  </a:lnTo>
                  <a:lnTo>
                    <a:pt x="62750" y="125501"/>
                  </a:lnTo>
                  <a:lnTo>
                    <a:pt x="0" y="125501"/>
                  </a:lnTo>
                  <a:lnTo>
                    <a:pt x="0" y="156870"/>
                  </a:lnTo>
                  <a:lnTo>
                    <a:pt x="62750" y="156870"/>
                  </a:lnTo>
                  <a:lnTo>
                    <a:pt x="62750" y="188252"/>
                  </a:lnTo>
                  <a:lnTo>
                    <a:pt x="0" y="188252"/>
                  </a:lnTo>
                  <a:lnTo>
                    <a:pt x="0" y="219633"/>
                  </a:lnTo>
                  <a:lnTo>
                    <a:pt x="62750" y="219633"/>
                  </a:lnTo>
                  <a:lnTo>
                    <a:pt x="62750" y="251002"/>
                  </a:lnTo>
                  <a:lnTo>
                    <a:pt x="31369" y="251002"/>
                  </a:lnTo>
                  <a:lnTo>
                    <a:pt x="31369" y="282371"/>
                  </a:lnTo>
                  <a:lnTo>
                    <a:pt x="0" y="282371"/>
                  </a:lnTo>
                  <a:lnTo>
                    <a:pt x="0" y="313753"/>
                  </a:lnTo>
                  <a:lnTo>
                    <a:pt x="31369" y="313753"/>
                  </a:lnTo>
                  <a:lnTo>
                    <a:pt x="31369" y="345135"/>
                  </a:lnTo>
                  <a:lnTo>
                    <a:pt x="0" y="345135"/>
                  </a:lnTo>
                  <a:lnTo>
                    <a:pt x="0" y="376504"/>
                  </a:lnTo>
                  <a:lnTo>
                    <a:pt x="31369" y="376504"/>
                  </a:lnTo>
                  <a:lnTo>
                    <a:pt x="31369" y="407873"/>
                  </a:lnTo>
                  <a:lnTo>
                    <a:pt x="0" y="407873"/>
                  </a:lnTo>
                  <a:lnTo>
                    <a:pt x="0" y="439254"/>
                  </a:lnTo>
                  <a:lnTo>
                    <a:pt x="31369" y="439254"/>
                  </a:lnTo>
                  <a:lnTo>
                    <a:pt x="31369" y="470636"/>
                  </a:lnTo>
                  <a:lnTo>
                    <a:pt x="0" y="470636"/>
                  </a:lnTo>
                  <a:lnTo>
                    <a:pt x="0" y="502005"/>
                  </a:lnTo>
                  <a:lnTo>
                    <a:pt x="31369" y="502005"/>
                  </a:lnTo>
                  <a:lnTo>
                    <a:pt x="31369" y="533387"/>
                  </a:lnTo>
                  <a:lnTo>
                    <a:pt x="0" y="533387"/>
                  </a:lnTo>
                  <a:lnTo>
                    <a:pt x="0" y="564756"/>
                  </a:lnTo>
                  <a:lnTo>
                    <a:pt x="31369" y="564756"/>
                  </a:lnTo>
                  <a:lnTo>
                    <a:pt x="31369" y="596150"/>
                  </a:lnTo>
                  <a:lnTo>
                    <a:pt x="0" y="596150"/>
                  </a:lnTo>
                  <a:lnTo>
                    <a:pt x="0" y="627519"/>
                  </a:lnTo>
                  <a:lnTo>
                    <a:pt x="31369" y="627519"/>
                  </a:lnTo>
                  <a:lnTo>
                    <a:pt x="31369" y="658901"/>
                  </a:lnTo>
                  <a:lnTo>
                    <a:pt x="0" y="658901"/>
                  </a:lnTo>
                  <a:lnTo>
                    <a:pt x="0" y="690270"/>
                  </a:lnTo>
                  <a:lnTo>
                    <a:pt x="31369" y="690270"/>
                  </a:lnTo>
                  <a:lnTo>
                    <a:pt x="31369" y="721639"/>
                  </a:lnTo>
                  <a:lnTo>
                    <a:pt x="0" y="721639"/>
                  </a:lnTo>
                  <a:lnTo>
                    <a:pt x="0" y="753021"/>
                  </a:lnTo>
                  <a:lnTo>
                    <a:pt x="31369" y="753021"/>
                  </a:lnTo>
                  <a:lnTo>
                    <a:pt x="31369" y="784402"/>
                  </a:lnTo>
                  <a:lnTo>
                    <a:pt x="0" y="784402"/>
                  </a:lnTo>
                  <a:lnTo>
                    <a:pt x="0" y="815771"/>
                  </a:lnTo>
                  <a:lnTo>
                    <a:pt x="31369" y="815771"/>
                  </a:lnTo>
                  <a:lnTo>
                    <a:pt x="31369" y="847153"/>
                  </a:lnTo>
                  <a:lnTo>
                    <a:pt x="0" y="847153"/>
                  </a:lnTo>
                  <a:lnTo>
                    <a:pt x="0" y="878535"/>
                  </a:lnTo>
                  <a:lnTo>
                    <a:pt x="31369" y="878535"/>
                  </a:lnTo>
                  <a:lnTo>
                    <a:pt x="31369" y="909916"/>
                  </a:lnTo>
                  <a:lnTo>
                    <a:pt x="0" y="909916"/>
                  </a:lnTo>
                  <a:lnTo>
                    <a:pt x="0" y="941285"/>
                  </a:lnTo>
                  <a:lnTo>
                    <a:pt x="31369" y="941285"/>
                  </a:lnTo>
                  <a:lnTo>
                    <a:pt x="31369" y="972654"/>
                  </a:lnTo>
                  <a:lnTo>
                    <a:pt x="0" y="972654"/>
                  </a:lnTo>
                  <a:lnTo>
                    <a:pt x="0" y="1004036"/>
                  </a:lnTo>
                  <a:lnTo>
                    <a:pt x="31369" y="1004036"/>
                  </a:lnTo>
                  <a:lnTo>
                    <a:pt x="31369" y="1035418"/>
                  </a:lnTo>
                  <a:lnTo>
                    <a:pt x="0" y="1035418"/>
                  </a:lnTo>
                  <a:lnTo>
                    <a:pt x="0" y="1066787"/>
                  </a:lnTo>
                  <a:lnTo>
                    <a:pt x="31369" y="1066787"/>
                  </a:lnTo>
                  <a:lnTo>
                    <a:pt x="31369" y="1098156"/>
                  </a:lnTo>
                  <a:lnTo>
                    <a:pt x="0" y="1098156"/>
                  </a:lnTo>
                  <a:lnTo>
                    <a:pt x="0" y="1129538"/>
                  </a:lnTo>
                  <a:lnTo>
                    <a:pt x="31369" y="1129538"/>
                  </a:lnTo>
                  <a:lnTo>
                    <a:pt x="31369" y="1160919"/>
                  </a:lnTo>
                  <a:lnTo>
                    <a:pt x="0" y="1160919"/>
                  </a:lnTo>
                  <a:lnTo>
                    <a:pt x="0" y="1192288"/>
                  </a:lnTo>
                  <a:lnTo>
                    <a:pt x="31369" y="1192288"/>
                  </a:lnTo>
                  <a:lnTo>
                    <a:pt x="31369" y="1223670"/>
                  </a:lnTo>
                  <a:lnTo>
                    <a:pt x="0" y="1223670"/>
                  </a:lnTo>
                  <a:lnTo>
                    <a:pt x="0" y="1255039"/>
                  </a:lnTo>
                  <a:lnTo>
                    <a:pt x="31369" y="1255039"/>
                  </a:lnTo>
                  <a:lnTo>
                    <a:pt x="31369" y="1286408"/>
                  </a:lnTo>
                  <a:lnTo>
                    <a:pt x="0" y="1286408"/>
                  </a:lnTo>
                  <a:lnTo>
                    <a:pt x="0" y="1317790"/>
                  </a:lnTo>
                  <a:lnTo>
                    <a:pt x="31369" y="1317790"/>
                  </a:lnTo>
                  <a:lnTo>
                    <a:pt x="31369" y="1349159"/>
                  </a:lnTo>
                  <a:lnTo>
                    <a:pt x="0" y="1349159"/>
                  </a:lnTo>
                  <a:lnTo>
                    <a:pt x="0" y="1380540"/>
                  </a:lnTo>
                  <a:lnTo>
                    <a:pt x="31369" y="1380540"/>
                  </a:lnTo>
                  <a:lnTo>
                    <a:pt x="31369" y="1411922"/>
                  </a:lnTo>
                  <a:lnTo>
                    <a:pt x="0" y="1411922"/>
                  </a:lnTo>
                  <a:lnTo>
                    <a:pt x="0" y="1443304"/>
                  </a:lnTo>
                  <a:lnTo>
                    <a:pt x="31369" y="1443304"/>
                  </a:lnTo>
                  <a:lnTo>
                    <a:pt x="31369" y="1474685"/>
                  </a:lnTo>
                  <a:lnTo>
                    <a:pt x="0" y="1474685"/>
                  </a:lnTo>
                  <a:lnTo>
                    <a:pt x="0" y="1506054"/>
                  </a:lnTo>
                  <a:lnTo>
                    <a:pt x="31369" y="1506054"/>
                  </a:lnTo>
                  <a:lnTo>
                    <a:pt x="62750" y="1506131"/>
                  </a:lnTo>
                  <a:lnTo>
                    <a:pt x="62750" y="1512443"/>
                  </a:lnTo>
                  <a:lnTo>
                    <a:pt x="251015" y="1512443"/>
                  </a:lnTo>
                  <a:lnTo>
                    <a:pt x="251015" y="1631556"/>
                  </a:lnTo>
                  <a:lnTo>
                    <a:pt x="470649" y="1631556"/>
                  </a:lnTo>
                  <a:lnTo>
                    <a:pt x="470649" y="1512443"/>
                  </a:lnTo>
                  <a:lnTo>
                    <a:pt x="470649" y="1506054"/>
                  </a:lnTo>
                  <a:lnTo>
                    <a:pt x="470560" y="1481061"/>
                  </a:lnTo>
                  <a:lnTo>
                    <a:pt x="470649" y="1474685"/>
                  </a:lnTo>
                  <a:lnTo>
                    <a:pt x="470560" y="1449692"/>
                  </a:lnTo>
                  <a:lnTo>
                    <a:pt x="470649" y="1443304"/>
                  </a:lnTo>
                  <a:lnTo>
                    <a:pt x="470560" y="1418310"/>
                  </a:lnTo>
                  <a:lnTo>
                    <a:pt x="470649" y="1411922"/>
                  </a:lnTo>
                  <a:lnTo>
                    <a:pt x="470560" y="1386928"/>
                  </a:lnTo>
                  <a:lnTo>
                    <a:pt x="470649" y="1380540"/>
                  </a:lnTo>
                  <a:lnTo>
                    <a:pt x="470560" y="1355559"/>
                  </a:lnTo>
                  <a:lnTo>
                    <a:pt x="470649" y="1349171"/>
                  </a:lnTo>
                  <a:lnTo>
                    <a:pt x="470560" y="1324190"/>
                  </a:lnTo>
                  <a:lnTo>
                    <a:pt x="470649" y="1317802"/>
                  </a:lnTo>
                  <a:lnTo>
                    <a:pt x="470560" y="1292809"/>
                  </a:lnTo>
                  <a:lnTo>
                    <a:pt x="470649" y="1286408"/>
                  </a:lnTo>
                  <a:lnTo>
                    <a:pt x="470560" y="1261427"/>
                  </a:lnTo>
                  <a:lnTo>
                    <a:pt x="470649" y="1255039"/>
                  </a:lnTo>
                  <a:lnTo>
                    <a:pt x="470560" y="1230058"/>
                  </a:lnTo>
                  <a:lnTo>
                    <a:pt x="470649" y="1223670"/>
                  </a:lnTo>
                  <a:lnTo>
                    <a:pt x="470560" y="1198676"/>
                  </a:lnTo>
                  <a:lnTo>
                    <a:pt x="470649" y="1192288"/>
                  </a:lnTo>
                  <a:lnTo>
                    <a:pt x="470560" y="1167307"/>
                  </a:lnTo>
                  <a:lnTo>
                    <a:pt x="470649" y="1160919"/>
                  </a:lnTo>
                  <a:lnTo>
                    <a:pt x="470560" y="1135926"/>
                  </a:lnTo>
                  <a:lnTo>
                    <a:pt x="470649" y="1129538"/>
                  </a:lnTo>
                  <a:lnTo>
                    <a:pt x="470560" y="1104557"/>
                  </a:lnTo>
                  <a:lnTo>
                    <a:pt x="470649" y="1098156"/>
                  </a:lnTo>
                  <a:lnTo>
                    <a:pt x="470560" y="1073175"/>
                  </a:lnTo>
                  <a:lnTo>
                    <a:pt x="470649" y="1066787"/>
                  </a:lnTo>
                  <a:lnTo>
                    <a:pt x="470560" y="1041806"/>
                  </a:lnTo>
                  <a:lnTo>
                    <a:pt x="470649" y="1035418"/>
                  </a:lnTo>
                  <a:lnTo>
                    <a:pt x="470560" y="1010424"/>
                  </a:lnTo>
                  <a:lnTo>
                    <a:pt x="470649" y="1004036"/>
                  </a:lnTo>
                  <a:lnTo>
                    <a:pt x="470560" y="979055"/>
                  </a:lnTo>
                  <a:lnTo>
                    <a:pt x="470649" y="972667"/>
                  </a:lnTo>
                  <a:lnTo>
                    <a:pt x="470560" y="947674"/>
                  </a:lnTo>
                  <a:lnTo>
                    <a:pt x="470649" y="941273"/>
                  </a:lnTo>
                  <a:lnTo>
                    <a:pt x="470560" y="916292"/>
                  </a:lnTo>
                  <a:lnTo>
                    <a:pt x="470649" y="909916"/>
                  </a:lnTo>
                  <a:lnTo>
                    <a:pt x="470560" y="884923"/>
                  </a:lnTo>
                  <a:lnTo>
                    <a:pt x="470649" y="878522"/>
                  </a:lnTo>
                  <a:lnTo>
                    <a:pt x="470560" y="853541"/>
                  </a:lnTo>
                  <a:lnTo>
                    <a:pt x="470649" y="847153"/>
                  </a:lnTo>
                  <a:lnTo>
                    <a:pt x="470560" y="822159"/>
                  </a:lnTo>
                  <a:lnTo>
                    <a:pt x="470649" y="815771"/>
                  </a:lnTo>
                  <a:lnTo>
                    <a:pt x="470560" y="790778"/>
                  </a:lnTo>
                  <a:lnTo>
                    <a:pt x="470649" y="784402"/>
                  </a:lnTo>
                  <a:lnTo>
                    <a:pt x="470560" y="759409"/>
                  </a:lnTo>
                  <a:lnTo>
                    <a:pt x="470649" y="753021"/>
                  </a:lnTo>
                  <a:lnTo>
                    <a:pt x="470560" y="721639"/>
                  </a:lnTo>
                  <a:lnTo>
                    <a:pt x="470649" y="715251"/>
                  </a:lnTo>
                  <a:lnTo>
                    <a:pt x="470560" y="690270"/>
                  </a:lnTo>
                  <a:lnTo>
                    <a:pt x="470649" y="683882"/>
                  </a:lnTo>
                  <a:lnTo>
                    <a:pt x="470560" y="658888"/>
                  </a:lnTo>
                  <a:lnTo>
                    <a:pt x="470649" y="652500"/>
                  </a:lnTo>
                  <a:lnTo>
                    <a:pt x="470560" y="627519"/>
                  </a:lnTo>
                  <a:lnTo>
                    <a:pt x="470649" y="621131"/>
                  </a:lnTo>
                  <a:lnTo>
                    <a:pt x="470560" y="596138"/>
                  </a:lnTo>
                  <a:lnTo>
                    <a:pt x="470649" y="589749"/>
                  </a:lnTo>
                  <a:lnTo>
                    <a:pt x="470560" y="564756"/>
                  </a:lnTo>
                  <a:lnTo>
                    <a:pt x="470649" y="558368"/>
                  </a:lnTo>
                  <a:lnTo>
                    <a:pt x="470560" y="533387"/>
                  </a:lnTo>
                  <a:lnTo>
                    <a:pt x="470649" y="526999"/>
                  </a:lnTo>
                  <a:lnTo>
                    <a:pt x="470560" y="502005"/>
                  </a:lnTo>
                  <a:lnTo>
                    <a:pt x="470649" y="495617"/>
                  </a:lnTo>
                  <a:lnTo>
                    <a:pt x="470560" y="470636"/>
                  </a:lnTo>
                  <a:lnTo>
                    <a:pt x="470649" y="464248"/>
                  </a:lnTo>
                  <a:lnTo>
                    <a:pt x="470560" y="439254"/>
                  </a:lnTo>
                  <a:lnTo>
                    <a:pt x="470649" y="432866"/>
                  </a:lnTo>
                  <a:lnTo>
                    <a:pt x="470560" y="407885"/>
                  </a:lnTo>
                  <a:lnTo>
                    <a:pt x="470649" y="401497"/>
                  </a:lnTo>
                  <a:lnTo>
                    <a:pt x="470560" y="376504"/>
                  </a:lnTo>
                  <a:lnTo>
                    <a:pt x="470649" y="370103"/>
                  </a:lnTo>
                  <a:lnTo>
                    <a:pt x="470560" y="345135"/>
                  </a:lnTo>
                  <a:lnTo>
                    <a:pt x="470649" y="338734"/>
                  </a:lnTo>
                  <a:lnTo>
                    <a:pt x="470560" y="313753"/>
                  </a:lnTo>
                  <a:lnTo>
                    <a:pt x="470649" y="307365"/>
                  </a:lnTo>
                  <a:lnTo>
                    <a:pt x="470560" y="282384"/>
                  </a:lnTo>
                  <a:lnTo>
                    <a:pt x="470649" y="275996"/>
                  </a:lnTo>
                  <a:lnTo>
                    <a:pt x="470560" y="251002"/>
                  </a:lnTo>
                  <a:lnTo>
                    <a:pt x="439267" y="251002"/>
                  </a:lnTo>
                  <a:lnTo>
                    <a:pt x="439267" y="219633"/>
                  </a:lnTo>
                  <a:lnTo>
                    <a:pt x="470649" y="219633"/>
                  </a:lnTo>
                  <a:lnTo>
                    <a:pt x="470649" y="188252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4" name="object 94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9173892" y="5335746"/>
              <a:ext cx="251009" cy="298076"/>
            </a:xfrm>
            <a:prstGeom prst="rect">
              <a:avLst/>
            </a:prstGeom>
          </p:spPr>
        </p:pic>
        <p:sp>
          <p:nvSpPr>
            <p:cNvPr id="95" name="object 95" descr=""/>
            <p:cNvSpPr/>
            <p:nvPr/>
          </p:nvSpPr>
          <p:spPr>
            <a:xfrm>
              <a:off x="19048375" y="5712262"/>
              <a:ext cx="471170" cy="2613025"/>
            </a:xfrm>
            <a:custGeom>
              <a:avLst/>
              <a:gdLst/>
              <a:ahLst/>
              <a:cxnLst/>
              <a:rect l="l" t="t" r="r" b="b"/>
              <a:pathLst>
                <a:path w="471169" h="2613025">
                  <a:moveTo>
                    <a:pt x="6388" y="1224000"/>
                  </a:moveTo>
                  <a:lnTo>
                    <a:pt x="0" y="1224000"/>
                  </a:lnTo>
                  <a:lnTo>
                    <a:pt x="0" y="1349184"/>
                  </a:lnTo>
                  <a:lnTo>
                    <a:pt x="6388" y="1349184"/>
                  </a:lnTo>
                  <a:lnTo>
                    <a:pt x="6388" y="1224000"/>
                  </a:lnTo>
                  <a:close/>
                </a:path>
                <a:path w="471169" h="2613025">
                  <a:moveTo>
                    <a:pt x="439280" y="1499666"/>
                  </a:moveTo>
                  <a:lnTo>
                    <a:pt x="439191" y="1474685"/>
                  </a:lnTo>
                  <a:lnTo>
                    <a:pt x="439267" y="1349502"/>
                  </a:lnTo>
                  <a:lnTo>
                    <a:pt x="432879" y="1349502"/>
                  </a:lnTo>
                  <a:lnTo>
                    <a:pt x="432879" y="1474685"/>
                  </a:lnTo>
                  <a:lnTo>
                    <a:pt x="407898" y="1474685"/>
                  </a:lnTo>
                  <a:lnTo>
                    <a:pt x="407898" y="1349502"/>
                  </a:lnTo>
                  <a:lnTo>
                    <a:pt x="407898" y="1349184"/>
                  </a:lnTo>
                  <a:lnTo>
                    <a:pt x="401510" y="1349184"/>
                  </a:lnTo>
                  <a:lnTo>
                    <a:pt x="401510" y="1474584"/>
                  </a:lnTo>
                  <a:lnTo>
                    <a:pt x="376516" y="1474685"/>
                  </a:lnTo>
                  <a:lnTo>
                    <a:pt x="401510" y="1474584"/>
                  </a:lnTo>
                  <a:lnTo>
                    <a:pt x="401510" y="1349184"/>
                  </a:lnTo>
                  <a:lnTo>
                    <a:pt x="370128" y="1349184"/>
                  </a:lnTo>
                  <a:lnTo>
                    <a:pt x="370128" y="1474584"/>
                  </a:lnTo>
                  <a:lnTo>
                    <a:pt x="345135" y="1474685"/>
                  </a:lnTo>
                  <a:lnTo>
                    <a:pt x="370128" y="1474584"/>
                  </a:lnTo>
                  <a:lnTo>
                    <a:pt x="370128" y="1349184"/>
                  </a:lnTo>
                  <a:lnTo>
                    <a:pt x="338747" y="1349184"/>
                  </a:lnTo>
                  <a:lnTo>
                    <a:pt x="338747" y="1474584"/>
                  </a:lnTo>
                  <a:lnTo>
                    <a:pt x="313766" y="1474685"/>
                  </a:lnTo>
                  <a:lnTo>
                    <a:pt x="338747" y="1474584"/>
                  </a:lnTo>
                  <a:lnTo>
                    <a:pt x="338747" y="1349184"/>
                  </a:lnTo>
                  <a:lnTo>
                    <a:pt x="307378" y="1349184"/>
                  </a:lnTo>
                  <a:lnTo>
                    <a:pt x="307378" y="1474584"/>
                  </a:lnTo>
                  <a:lnTo>
                    <a:pt x="282397" y="1474685"/>
                  </a:lnTo>
                  <a:lnTo>
                    <a:pt x="307378" y="1474584"/>
                  </a:lnTo>
                  <a:lnTo>
                    <a:pt x="307378" y="1349184"/>
                  </a:lnTo>
                  <a:lnTo>
                    <a:pt x="276009" y="1349184"/>
                  </a:lnTo>
                  <a:lnTo>
                    <a:pt x="276009" y="1474584"/>
                  </a:lnTo>
                  <a:lnTo>
                    <a:pt x="226021" y="1474685"/>
                  </a:lnTo>
                  <a:lnTo>
                    <a:pt x="276009" y="1474584"/>
                  </a:lnTo>
                  <a:lnTo>
                    <a:pt x="276009" y="1349184"/>
                  </a:lnTo>
                  <a:lnTo>
                    <a:pt x="251015" y="1349184"/>
                  </a:lnTo>
                  <a:lnTo>
                    <a:pt x="244627" y="1349184"/>
                  </a:lnTo>
                  <a:lnTo>
                    <a:pt x="219646" y="1349184"/>
                  </a:lnTo>
                  <a:lnTo>
                    <a:pt x="219646" y="1223784"/>
                  </a:lnTo>
                  <a:lnTo>
                    <a:pt x="31381" y="1223784"/>
                  </a:lnTo>
                  <a:lnTo>
                    <a:pt x="24993" y="1223683"/>
                  </a:lnTo>
                  <a:lnTo>
                    <a:pt x="24993" y="1348854"/>
                  </a:lnTo>
                  <a:lnTo>
                    <a:pt x="31381" y="1348854"/>
                  </a:lnTo>
                  <a:lnTo>
                    <a:pt x="31381" y="1349184"/>
                  </a:lnTo>
                  <a:lnTo>
                    <a:pt x="219583" y="1349184"/>
                  </a:lnTo>
                  <a:lnTo>
                    <a:pt x="219583" y="1474584"/>
                  </a:lnTo>
                  <a:lnTo>
                    <a:pt x="125501" y="1474685"/>
                  </a:lnTo>
                  <a:lnTo>
                    <a:pt x="0" y="1474685"/>
                  </a:lnTo>
                  <a:lnTo>
                    <a:pt x="0" y="2612415"/>
                  </a:lnTo>
                  <a:lnTo>
                    <a:pt x="125501" y="2612415"/>
                  </a:lnTo>
                  <a:lnTo>
                    <a:pt x="439191" y="2612415"/>
                  </a:lnTo>
                  <a:lnTo>
                    <a:pt x="439191" y="2485110"/>
                  </a:lnTo>
                  <a:lnTo>
                    <a:pt x="439280" y="2478735"/>
                  </a:lnTo>
                  <a:lnTo>
                    <a:pt x="439191" y="2453741"/>
                  </a:lnTo>
                  <a:lnTo>
                    <a:pt x="439280" y="2447353"/>
                  </a:lnTo>
                  <a:lnTo>
                    <a:pt x="439191" y="2422372"/>
                  </a:lnTo>
                  <a:lnTo>
                    <a:pt x="439280" y="2415971"/>
                  </a:lnTo>
                  <a:lnTo>
                    <a:pt x="439191" y="2390991"/>
                  </a:lnTo>
                  <a:lnTo>
                    <a:pt x="439280" y="2384590"/>
                  </a:lnTo>
                  <a:lnTo>
                    <a:pt x="439191" y="2359609"/>
                  </a:lnTo>
                  <a:lnTo>
                    <a:pt x="439280" y="2353221"/>
                  </a:lnTo>
                  <a:lnTo>
                    <a:pt x="439191" y="2328240"/>
                  </a:lnTo>
                  <a:lnTo>
                    <a:pt x="439280" y="2321852"/>
                  </a:lnTo>
                  <a:lnTo>
                    <a:pt x="439191" y="2296858"/>
                  </a:lnTo>
                  <a:lnTo>
                    <a:pt x="439280" y="2290470"/>
                  </a:lnTo>
                  <a:lnTo>
                    <a:pt x="439191" y="2265489"/>
                  </a:lnTo>
                  <a:lnTo>
                    <a:pt x="439280" y="2259088"/>
                  </a:lnTo>
                  <a:lnTo>
                    <a:pt x="439191" y="2234107"/>
                  </a:lnTo>
                  <a:lnTo>
                    <a:pt x="439280" y="2227719"/>
                  </a:lnTo>
                  <a:lnTo>
                    <a:pt x="439191" y="2202738"/>
                  </a:lnTo>
                  <a:lnTo>
                    <a:pt x="439280" y="2196350"/>
                  </a:lnTo>
                  <a:lnTo>
                    <a:pt x="439191" y="2171357"/>
                  </a:lnTo>
                  <a:lnTo>
                    <a:pt x="439280" y="2164969"/>
                  </a:lnTo>
                  <a:lnTo>
                    <a:pt x="439191" y="2139988"/>
                  </a:lnTo>
                  <a:lnTo>
                    <a:pt x="439280" y="2133600"/>
                  </a:lnTo>
                  <a:lnTo>
                    <a:pt x="439191" y="2108606"/>
                  </a:lnTo>
                  <a:lnTo>
                    <a:pt x="439280" y="2102218"/>
                  </a:lnTo>
                  <a:lnTo>
                    <a:pt x="439191" y="2077237"/>
                  </a:lnTo>
                  <a:lnTo>
                    <a:pt x="439280" y="2070849"/>
                  </a:lnTo>
                  <a:lnTo>
                    <a:pt x="439191" y="2045855"/>
                  </a:lnTo>
                  <a:lnTo>
                    <a:pt x="439280" y="2039467"/>
                  </a:lnTo>
                  <a:lnTo>
                    <a:pt x="439191" y="2014486"/>
                  </a:lnTo>
                  <a:lnTo>
                    <a:pt x="439280" y="2008085"/>
                  </a:lnTo>
                  <a:lnTo>
                    <a:pt x="439191" y="1983105"/>
                  </a:lnTo>
                  <a:lnTo>
                    <a:pt x="439280" y="1976716"/>
                  </a:lnTo>
                  <a:lnTo>
                    <a:pt x="439191" y="1945335"/>
                  </a:lnTo>
                  <a:lnTo>
                    <a:pt x="439280" y="1938947"/>
                  </a:lnTo>
                  <a:lnTo>
                    <a:pt x="439191" y="1913966"/>
                  </a:lnTo>
                  <a:lnTo>
                    <a:pt x="439280" y="1907578"/>
                  </a:lnTo>
                  <a:lnTo>
                    <a:pt x="439191" y="1882584"/>
                  </a:lnTo>
                  <a:lnTo>
                    <a:pt x="439280" y="1876183"/>
                  </a:lnTo>
                  <a:lnTo>
                    <a:pt x="439191" y="1851215"/>
                  </a:lnTo>
                  <a:lnTo>
                    <a:pt x="439280" y="1844827"/>
                  </a:lnTo>
                  <a:lnTo>
                    <a:pt x="439191" y="1819833"/>
                  </a:lnTo>
                  <a:lnTo>
                    <a:pt x="439280" y="1813445"/>
                  </a:lnTo>
                  <a:lnTo>
                    <a:pt x="439191" y="1788452"/>
                  </a:lnTo>
                  <a:lnTo>
                    <a:pt x="439280" y="1782064"/>
                  </a:lnTo>
                  <a:lnTo>
                    <a:pt x="439191" y="1757070"/>
                  </a:lnTo>
                  <a:lnTo>
                    <a:pt x="439280" y="1750695"/>
                  </a:lnTo>
                  <a:lnTo>
                    <a:pt x="439191" y="1725701"/>
                  </a:lnTo>
                  <a:lnTo>
                    <a:pt x="439280" y="1719313"/>
                  </a:lnTo>
                  <a:lnTo>
                    <a:pt x="439191" y="1694319"/>
                  </a:lnTo>
                  <a:lnTo>
                    <a:pt x="439280" y="1687931"/>
                  </a:lnTo>
                  <a:lnTo>
                    <a:pt x="439191" y="1662950"/>
                  </a:lnTo>
                  <a:lnTo>
                    <a:pt x="439280" y="1656549"/>
                  </a:lnTo>
                  <a:lnTo>
                    <a:pt x="439191" y="1631569"/>
                  </a:lnTo>
                  <a:lnTo>
                    <a:pt x="439280" y="1625180"/>
                  </a:lnTo>
                  <a:lnTo>
                    <a:pt x="439191" y="1600187"/>
                  </a:lnTo>
                  <a:lnTo>
                    <a:pt x="439280" y="1593799"/>
                  </a:lnTo>
                  <a:lnTo>
                    <a:pt x="439191" y="1568818"/>
                  </a:lnTo>
                  <a:lnTo>
                    <a:pt x="439280" y="1562430"/>
                  </a:lnTo>
                  <a:lnTo>
                    <a:pt x="439191" y="1537449"/>
                  </a:lnTo>
                  <a:lnTo>
                    <a:pt x="439280" y="1531061"/>
                  </a:lnTo>
                  <a:lnTo>
                    <a:pt x="439191" y="1506067"/>
                  </a:lnTo>
                  <a:lnTo>
                    <a:pt x="439280" y="1499666"/>
                  </a:lnTo>
                  <a:close/>
                </a:path>
                <a:path w="471169" h="2613025">
                  <a:moveTo>
                    <a:pt x="470649" y="1192314"/>
                  </a:moveTo>
                  <a:lnTo>
                    <a:pt x="407898" y="1192314"/>
                  </a:lnTo>
                  <a:lnTo>
                    <a:pt x="407898" y="1223683"/>
                  </a:lnTo>
                  <a:lnTo>
                    <a:pt x="470649" y="1223683"/>
                  </a:lnTo>
                  <a:lnTo>
                    <a:pt x="470649" y="1192314"/>
                  </a:lnTo>
                  <a:close/>
                </a:path>
                <a:path w="471169" h="2613025">
                  <a:moveTo>
                    <a:pt x="470649" y="1129550"/>
                  </a:moveTo>
                  <a:lnTo>
                    <a:pt x="407898" y="1129550"/>
                  </a:lnTo>
                  <a:lnTo>
                    <a:pt x="407898" y="1160932"/>
                  </a:lnTo>
                  <a:lnTo>
                    <a:pt x="470649" y="1160932"/>
                  </a:lnTo>
                  <a:lnTo>
                    <a:pt x="470649" y="1129550"/>
                  </a:lnTo>
                  <a:close/>
                </a:path>
                <a:path w="471169" h="2613025">
                  <a:moveTo>
                    <a:pt x="470649" y="1066787"/>
                  </a:moveTo>
                  <a:lnTo>
                    <a:pt x="407898" y="1066787"/>
                  </a:lnTo>
                  <a:lnTo>
                    <a:pt x="407898" y="1098169"/>
                  </a:lnTo>
                  <a:lnTo>
                    <a:pt x="470649" y="1098169"/>
                  </a:lnTo>
                  <a:lnTo>
                    <a:pt x="470649" y="1066787"/>
                  </a:lnTo>
                  <a:close/>
                </a:path>
                <a:path w="471169" h="2613025">
                  <a:moveTo>
                    <a:pt x="470649" y="1004036"/>
                  </a:moveTo>
                  <a:lnTo>
                    <a:pt x="407898" y="1004036"/>
                  </a:lnTo>
                  <a:lnTo>
                    <a:pt x="407898" y="1035418"/>
                  </a:lnTo>
                  <a:lnTo>
                    <a:pt x="470649" y="1035418"/>
                  </a:lnTo>
                  <a:lnTo>
                    <a:pt x="470649" y="1004036"/>
                  </a:lnTo>
                  <a:close/>
                </a:path>
                <a:path w="471169" h="2613025">
                  <a:moveTo>
                    <a:pt x="470649" y="941298"/>
                  </a:moveTo>
                  <a:lnTo>
                    <a:pt x="407898" y="941298"/>
                  </a:lnTo>
                  <a:lnTo>
                    <a:pt x="407898" y="972667"/>
                  </a:lnTo>
                  <a:lnTo>
                    <a:pt x="470649" y="972667"/>
                  </a:lnTo>
                  <a:lnTo>
                    <a:pt x="470649" y="941298"/>
                  </a:lnTo>
                  <a:close/>
                </a:path>
                <a:path w="471169" h="2613025">
                  <a:moveTo>
                    <a:pt x="470649" y="878547"/>
                  </a:moveTo>
                  <a:lnTo>
                    <a:pt x="407898" y="878547"/>
                  </a:lnTo>
                  <a:lnTo>
                    <a:pt x="407898" y="909916"/>
                  </a:lnTo>
                  <a:lnTo>
                    <a:pt x="470649" y="909916"/>
                  </a:lnTo>
                  <a:lnTo>
                    <a:pt x="470649" y="878547"/>
                  </a:lnTo>
                  <a:close/>
                </a:path>
                <a:path w="471169" h="2613025">
                  <a:moveTo>
                    <a:pt x="470649" y="815784"/>
                  </a:moveTo>
                  <a:lnTo>
                    <a:pt x="407898" y="815784"/>
                  </a:lnTo>
                  <a:lnTo>
                    <a:pt x="407898" y="847166"/>
                  </a:lnTo>
                  <a:lnTo>
                    <a:pt x="470649" y="847166"/>
                  </a:lnTo>
                  <a:lnTo>
                    <a:pt x="470649" y="815784"/>
                  </a:lnTo>
                  <a:close/>
                </a:path>
                <a:path w="471169" h="2613025">
                  <a:moveTo>
                    <a:pt x="470649" y="753046"/>
                  </a:moveTo>
                  <a:lnTo>
                    <a:pt x="407898" y="753046"/>
                  </a:lnTo>
                  <a:lnTo>
                    <a:pt x="407898" y="784415"/>
                  </a:lnTo>
                  <a:lnTo>
                    <a:pt x="470649" y="784415"/>
                  </a:lnTo>
                  <a:lnTo>
                    <a:pt x="470649" y="753046"/>
                  </a:lnTo>
                  <a:close/>
                </a:path>
                <a:path w="471169" h="2613025">
                  <a:moveTo>
                    <a:pt x="470649" y="690283"/>
                  </a:moveTo>
                  <a:lnTo>
                    <a:pt x="407898" y="690283"/>
                  </a:lnTo>
                  <a:lnTo>
                    <a:pt x="407898" y="721664"/>
                  </a:lnTo>
                  <a:lnTo>
                    <a:pt x="470649" y="721664"/>
                  </a:lnTo>
                  <a:lnTo>
                    <a:pt x="470649" y="690283"/>
                  </a:lnTo>
                  <a:close/>
                </a:path>
                <a:path w="471169" h="2613025">
                  <a:moveTo>
                    <a:pt x="470649" y="627545"/>
                  </a:moveTo>
                  <a:lnTo>
                    <a:pt x="407898" y="627545"/>
                  </a:lnTo>
                  <a:lnTo>
                    <a:pt x="407898" y="658914"/>
                  </a:lnTo>
                  <a:lnTo>
                    <a:pt x="470649" y="658914"/>
                  </a:lnTo>
                  <a:lnTo>
                    <a:pt x="470649" y="627545"/>
                  </a:lnTo>
                  <a:close/>
                </a:path>
                <a:path w="471169" h="2613025">
                  <a:moveTo>
                    <a:pt x="470649" y="564781"/>
                  </a:moveTo>
                  <a:lnTo>
                    <a:pt x="407898" y="564781"/>
                  </a:lnTo>
                  <a:lnTo>
                    <a:pt x="407898" y="596163"/>
                  </a:lnTo>
                  <a:lnTo>
                    <a:pt x="470649" y="596163"/>
                  </a:lnTo>
                  <a:lnTo>
                    <a:pt x="470649" y="564781"/>
                  </a:lnTo>
                  <a:close/>
                </a:path>
                <a:path w="471169" h="2613025">
                  <a:moveTo>
                    <a:pt x="470649" y="502031"/>
                  </a:moveTo>
                  <a:lnTo>
                    <a:pt x="407898" y="502031"/>
                  </a:lnTo>
                  <a:lnTo>
                    <a:pt x="407898" y="533400"/>
                  </a:lnTo>
                  <a:lnTo>
                    <a:pt x="470649" y="533400"/>
                  </a:lnTo>
                  <a:lnTo>
                    <a:pt x="470649" y="502031"/>
                  </a:lnTo>
                  <a:close/>
                </a:path>
                <a:path w="471169" h="2613025">
                  <a:moveTo>
                    <a:pt x="470649" y="439267"/>
                  </a:moveTo>
                  <a:lnTo>
                    <a:pt x="407898" y="439267"/>
                  </a:lnTo>
                  <a:lnTo>
                    <a:pt x="407898" y="470649"/>
                  </a:lnTo>
                  <a:lnTo>
                    <a:pt x="470649" y="470649"/>
                  </a:lnTo>
                  <a:lnTo>
                    <a:pt x="470649" y="439267"/>
                  </a:lnTo>
                  <a:close/>
                </a:path>
                <a:path w="471169" h="2613025">
                  <a:moveTo>
                    <a:pt x="470649" y="376529"/>
                  </a:moveTo>
                  <a:lnTo>
                    <a:pt x="407898" y="376529"/>
                  </a:lnTo>
                  <a:lnTo>
                    <a:pt x="407898" y="407898"/>
                  </a:lnTo>
                  <a:lnTo>
                    <a:pt x="470649" y="407898"/>
                  </a:lnTo>
                  <a:lnTo>
                    <a:pt x="470649" y="376529"/>
                  </a:lnTo>
                  <a:close/>
                </a:path>
                <a:path w="471169" h="2613025">
                  <a:moveTo>
                    <a:pt x="470649" y="313778"/>
                  </a:moveTo>
                  <a:lnTo>
                    <a:pt x="407898" y="313778"/>
                  </a:lnTo>
                  <a:lnTo>
                    <a:pt x="407898" y="345147"/>
                  </a:lnTo>
                  <a:lnTo>
                    <a:pt x="470649" y="345147"/>
                  </a:lnTo>
                  <a:lnTo>
                    <a:pt x="470649" y="313778"/>
                  </a:lnTo>
                  <a:close/>
                </a:path>
                <a:path w="471169" h="2613025">
                  <a:moveTo>
                    <a:pt x="470649" y="251015"/>
                  </a:moveTo>
                  <a:lnTo>
                    <a:pt x="407898" y="251015"/>
                  </a:lnTo>
                  <a:lnTo>
                    <a:pt x="407898" y="282384"/>
                  </a:lnTo>
                  <a:lnTo>
                    <a:pt x="470649" y="282384"/>
                  </a:lnTo>
                  <a:lnTo>
                    <a:pt x="470649" y="251015"/>
                  </a:lnTo>
                  <a:close/>
                </a:path>
                <a:path w="471169" h="2613025">
                  <a:moveTo>
                    <a:pt x="470649" y="188264"/>
                  </a:moveTo>
                  <a:lnTo>
                    <a:pt x="407898" y="188264"/>
                  </a:lnTo>
                  <a:lnTo>
                    <a:pt x="407898" y="219633"/>
                  </a:lnTo>
                  <a:lnTo>
                    <a:pt x="470649" y="219633"/>
                  </a:lnTo>
                  <a:lnTo>
                    <a:pt x="470649" y="188264"/>
                  </a:lnTo>
                  <a:close/>
                </a:path>
                <a:path w="471169" h="2613025">
                  <a:moveTo>
                    <a:pt x="470649" y="125501"/>
                  </a:moveTo>
                  <a:lnTo>
                    <a:pt x="407898" y="125501"/>
                  </a:lnTo>
                  <a:lnTo>
                    <a:pt x="407898" y="156883"/>
                  </a:lnTo>
                  <a:lnTo>
                    <a:pt x="470649" y="156883"/>
                  </a:lnTo>
                  <a:lnTo>
                    <a:pt x="470649" y="125501"/>
                  </a:lnTo>
                  <a:close/>
                </a:path>
                <a:path w="471169" h="2613025">
                  <a:moveTo>
                    <a:pt x="470649" y="62763"/>
                  </a:moveTo>
                  <a:lnTo>
                    <a:pt x="407898" y="62763"/>
                  </a:lnTo>
                  <a:lnTo>
                    <a:pt x="407898" y="94132"/>
                  </a:lnTo>
                  <a:lnTo>
                    <a:pt x="470649" y="94132"/>
                  </a:lnTo>
                  <a:lnTo>
                    <a:pt x="470649" y="62763"/>
                  </a:lnTo>
                  <a:close/>
                </a:path>
                <a:path w="471169" h="2613025">
                  <a:moveTo>
                    <a:pt x="470649" y="0"/>
                  </a:moveTo>
                  <a:lnTo>
                    <a:pt x="407898" y="0"/>
                  </a:lnTo>
                  <a:lnTo>
                    <a:pt x="407898" y="31381"/>
                  </a:lnTo>
                  <a:lnTo>
                    <a:pt x="470649" y="31381"/>
                  </a:lnTo>
                  <a:lnTo>
                    <a:pt x="470649" y="0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 descr=""/>
            <p:cNvSpPr/>
            <p:nvPr/>
          </p:nvSpPr>
          <p:spPr>
            <a:xfrm>
              <a:off x="19017006" y="7218343"/>
              <a:ext cx="502284" cy="1104900"/>
            </a:xfrm>
            <a:custGeom>
              <a:avLst/>
              <a:gdLst/>
              <a:ahLst/>
              <a:cxnLst/>
              <a:rect l="l" t="t" r="r" b="b"/>
              <a:pathLst>
                <a:path w="502284" h="1104900">
                  <a:moveTo>
                    <a:pt x="94132" y="878522"/>
                  </a:moveTo>
                  <a:lnTo>
                    <a:pt x="0" y="878522"/>
                  </a:lnTo>
                  <a:lnTo>
                    <a:pt x="0" y="909891"/>
                  </a:lnTo>
                  <a:lnTo>
                    <a:pt x="94132" y="909891"/>
                  </a:lnTo>
                  <a:lnTo>
                    <a:pt x="94132" y="878522"/>
                  </a:lnTo>
                  <a:close/>
                </a:path>
                <a:path w="502284" h="1104900">
                  <a:moveTo>
                    <a:pt x="94132" y="815771"/>
                  </a:moveTo>
                  <a:lnTo>
                    <a:pt x="0" y="815771"/>
                  </a:lnTo>
                  <a:lnTo>
                    <a:pt x="0" y="847140"/>
                  </a:lnTo>
                  <a:lnTo>
                    <a:pt x="94132" y="847140"/>
                  </a:lnTo>
                  <a:lnTo>
                    <a:pt x="94132" y="815771"/>
                  </a:lnTo>
                  <a:close/>
                </a:path>
                <a:path w="502284" h="1104900">
                  <a:moveTo>
                    <a:pt x="94132" y="753021"/>
                  </a:moveTo>
                  <a:lnTo>
                    <a:pt x="0" y="753021"/>
                  </a:lnTo>
                  <a:lnTo>
                    <a:pt x="0" y="784390"/>
                  </a:lnTo>
                  <a:lnTo>
                    <a:pt x="94132" y="784390"/>
                  </a:lnTo>
                  <a:lnTo>
                    <a:pt x="94132" y="753021"/>
                  </a:lnTo>
                  <a:close/>
                </a:path>
                <a:path w="502284" h="1104900">
                  <a:moveTo>
                    <a:pt x="94132" y="690270"/>
                  </a:moveTo>
                  <a:lnTo>
                    <a:pt x="0" y="690270"/>
                  </a:lnTo>
                  <a:lnTo>
                    <a:pt x="0" y="721639"/>
                  </a:lnTo>
                  <a:lnTo>
                    <a:pt x="94132" y="721639"/>
                  </a:lnTo>
                  <a:lnTo>
                    <a:pt x="94132" y="690270"/>
                  </a:lnTo>
                  <a:close/>
                </a:path>
                <a:path w="502284" h="1104900">
                  <a:moveTo>
                    <a:pt x="94132" y="627519"/>
                  </a:moveTo>
                  <a:lnTo>
                    <a:pt x="0" y="627519"/>
                  </a:lnTo>
                  <a:lnTo>
                    <a:pt x="0" y="658888"/>
                  </a:lnTo>
                  <a:lnTo>
                    <a:pt x="94132" y="658888"/>
                  </a:lnTo>
                  <a:lnTo>
                    <a:pt x="94132" y="627519"/>
                  </a:lnTo>
                  <a:close/>
                </a:path>
                <a:path w="502284" h="1104900">
                  <a:moveTo>
                    <a:pt x="94132" y="564756"/>
                  </a:moveTo>
                  <a:lnTo>
                    <a:pt x="0" y="564756"/>
                  </a:lnTo>
                  <a:lnTo>
                    <a:pt x="0" y="596138"/>
                  </a:lnTo>
                  <a:lnTo>
                    <a:pt x="94132" y="596138"/>
                  </a:lnTo>
                  <a:lnTo>
                    <a:pt x="94132" y="564756"/>
                  </a:lnTo>
                  <a:close/>
                </a:path>
                <a:path w="502284" h="1104900">
                  <a:moveTo>
                    <a:pt x="94132" y="502005"/>
                  </a:moveTo>
                  <a:lnTo>
                    <a:pt x="0" y="502005"/>
                  </a:lnTo>
                  <a:lnTo>
                    <a:pt x="0" y="533387"/>
                  </a:lnTo>
                  <a:lnTo>
                    <a:pt x="94132" y="533387"/>
                  </a:lnTo>
                  <a:lnTo>
                    <a:pt x="94132" y="502005"/>
                  </a:lnTo>
                  <a:close/>
                </a:path>
                <a:path w="502284" h="1104900">
                  <a:moveTo>
                    <a:pt x="94132" y="439254"/>
                  </a:moveTo>
                  <a:lnTo>
                    <a:pt x="0" y="439254"/>
                  </a:lnTo>
                  <a:lnTo>
                    <a:pt x="0" y="470636"/>
                  </a:lnTo>
                  <a:lnTo>
                    <a:pt x="94132" y="470636"/>
                  </a:lnTo>
                  <a:lnTo>
                    <a:pt x="94132" y="439254"/>
                  </a:lnTo>
                  <a:close/>
                </a:path>
                <a:path w="502284" h="1104900">
                  <a:moveTo>
                    <a:pt x="94132" y="376504"/>
                  </a:moveTo>
                  <a:lnTo>
                    <a:pt x="0" y="376504"/>
                  </a:lnTo>
                  <a:lnTo>
                    <a:pt x="0" y="407885"/>
                  </a:lnTo>
                  <a:lnTo>
                    <a:pt x="94132" y="407885"/>
                  </a:lnTo>
                  <a:lnTo>
                    <a:pt x="94132" y="376504"/>
                  </a:lnTo>
                  <a:close/>
                </a:path>
                <a:path w="502284" h="1104900">
                  <a:moveTo>
                    <a:pt x="94132" y="313753"/>
                  </a:moveTo>
                  <a:lnTo>
                    <a:pt x="0" y="313753"/>
                  </a:lnTo>
                  <a:lnTo>
                    <a:pt x="0" y="345135"/>
                  </a:lnTo>
                  <a:lnTo>
                    <a:pt x="94132" y="345135"/>
                  </a:lnTo>
                  <a:lnTo>
                    <a:pt x="94132" y="313753"/>
                  </a:lnTo>
                  <a:close/>
                </a:path>
                <a:path w="502284" h="1104900">
                  <a:moveTo>
                    <a:pt x="94132" y="251002"/>
                  </a:moveTo>
                  <a:lnTo>
                    <a:pt x="0" y="251002"/>
                  </a:lnTo>
                  <a:lnTo>
                    <a:pt x="0" y="282371"/>
                  </a:lnTo>
                  <a:lnTo>
                    <a:pt x="94132" y="282371"/>
                  </a:lnTo>
                  <a:lnTo>
                    <a:pt x="94132" y="251002"/>
                  </a:lnTo>
                  <a:close/>
                </a:path>
                <a:path w="502284" h="1104900">
                  <a:moveTo>
                    <a:pt x="94132" y="188252"/>
                  </a:moveTo>
                  <a:lnTo>
                    <a:pt x="0" y="188252"/>
                  </a:lnTo>
                  <a:lnTo>
                    <a:pt x="0" y="219621"/>
                  </a:lnTo>
                  <a:lnTo>
                    <a:pt x="94132" y="219621"/>
                  </a:lnTo>
                  <a:lnTo>
                    <a:pt x="94132" y="188252"/>
                  </a:lnTo>
                  <a:close/>
                </a:path>
                <a:path w="502284" h="1104900">
                  <a:moveTo>
                    <a:pt x="94132" y="125488"/>
                  </a:moveTo>
                  <a:lnTo>
                    <a:pt x="0" y="125488"/>
                  </a:lnTo>
                  <a:lnTo>
                    <a:pt x="0" y="156870"/>
                  </a:lnTo>
                  <a:lnTo>
                    <a:pt x="94132" y="156870"/>
                  </a:lnTo>
                  <a:lnTo>
                    <a:pt x="94132" y="125488"/>
                  </a:lnTo>
                  <a:close/>
                </a:path>
                <a:path w="502284" h="1104900">
                  <a:moveTo>
                    <a:pt x="94132" y="62738"/>
                  </a:moveTo>
                  <a:lnTo>
                    <a:pt x="0" y="62738"/>
                  </a:lnTo>
                  <a:lnTo>
                    <a:pt x="0" y="94107"/>
                  </a:lnTo>
                  <a:lnTo>
                    <a:pt x="94132" y="94107"/>
                  </a:lnTo>
                  <a:lnTo>
                    <a:pt x="94132" y="62738"/>
                  </a:lnTo>
                  <a:close/>
                </a:path>
                <a:path w="502284" h="1104900">
                  <a:moveTo>
                    <a:pt x="94132" y="0"/>
                  </a:moveTo>
                  <a:lnTo>
                    <a:pt x="0" y="0"/>
                  </a:lnTo>
                  <a:lnTo>
                    <a:pt x="0" y="31369"/>
                  </a:lnTo>
                  <a:lnTo>
                    <a:pt x="94132" y="31369"/>
                  </a:lnTo>
                  <a:lnTo>
                    <a:pt x="94132" y="0"/>
                  </a:lnTo>
                  <a:close/>
                </a:path>
                <a:path w="502284" h="1104900">
                  <a:moveTo>
                    <a:pt x="502018" y="1066787"/>
                  </a:moveTo>
                  <a:lnTo>
                    <a:pt x="470649" y="1066787"/>
                  </a:lnTo>
                  <a:lnTo>
                    <a:pt x="439267" y="1066787"/>
                  </a:lnTo>
                  <a:lnTo>
                    <a:pt x="439267" y="1073175"/>
                  </a:lnTo>
                  <a:lnTo>
                    <a:pt x="439267" y="1098156"/>
                  </a:lnTo>
                  <a:lnTo>
                    <a:pt x="94132" y="1098156"/>
                  </a:lnTo>
                  <a:lnTo>
                    <a:pt x="94132" y="1073175"/>
                  </a:lnTo>
                  <a:lnTo>
                    <a:pt x="439267" y="1073175"/>
                  </a:lnTo>
                  <a:lnTo>
                    <a:pt x="439267" y="1066787"/>
                  </a:lnTo>
                  <a:lnTo>
                    <a:pt x="94132" y="1066787"/>
                  </a:lnTo>
                  <a:lnTo>
                    <a:pt x="62750" y="1066787"/>
                  </a:lnTo>
                  <a:lnTo>
                    <a:pt x="0" y="1066787"/>
                  </a:lnTo>
                  <a:lnTo>
                    <a:pt x="0" y="1098156"/>
                  </a:lnTo>
                  <a:lnTo>
                    <a:pt x="62750" y="1098156"/>
                  </a:lnTo>
                  <a:lnTo>
                    <a:pt x="62750" y="1104557"/>
                  </a:lnTo>
                  <a:lnTo>
                    <a:pt x="470649" y="1104557"/>
                  </a:lnTo>
                  <a:lnTo>
                    <a:pt x="470649" y="1098156"/>
                  </a:lnTo>
                  <a:lnTo>
                    <a:pt x="502018" y="1098156"/>
                  </a:lnTo>
                  <a:lnTo>
                    <a:pt x="502018" y="1066787"/>
                  </a:lnTo>
                  <a:close/>
                </a:path>
                <a:path w="502284" h="1104900">
                  <a:moveTo>
                    <a:pt x="502018" y="1004036"/>
                  </a:moveTo>
                  <a:lnTo>
                    <a:pt x="470649" y="1004036"/>
                  </a:lnTo>
                  <a:lnTo>
                    <a:pt x="439267" y="1004036"/>
                  </a:lnTo>
                  <a:lnTo>
                    <a:pt x="439267" y="1010412"/>
                  </a:lnTo>
                  <a:lnTo>
                    <a:pt x="439267" y="1035405"/>
                  </a:lnTo>
                  <a:lnTo>
                    <a:pt x="94132" y="1035405"/>
                  </a:lnTo>
                  <a:lnTo>
                    <a:pt x="94132" y="1010412"/>
                  </a:lnTo>
                  <a:lnTo>
                    <a:pt x="439267" y="1010412"/>
                  </a:lnTo>
                  <a:lnTo>
                    <a:pt x="439267" y="1004036"/>
                  </a:lnTo>
                  <a:lnTo>
                    <a:pt x="94132" y="1004036"/>
                  </a:lnTo>
                  <a:lnTo>
                    <a:pt x="62750" y="1004036"/>
                  </a:lnTo>
                  <a:lnTo>
                    <a:pt x="0" y="1004036"/>
                  </a:lnTo>
                  <a:lnTo>
                    <a:pt x="0" y="1035405"/>
                  </a:lnTo>
                  <a:lnTo>
                    <a:pt x="62750" y="1035405"/>
                  </a:lnTo>
                  <a:lnTo>
                    <a:pt x="62750" y="1041793"/>
                  </a:lnTo>
                  <a:lnTo>
                    <a:pt x="470649" y="1041793"/>
                  </a:lnTo>
                  <a:lnTo>
                    <a:pt x="470649" y="1035405"/>
                  </a:lnTo>
                  <a:lnTo>
                    <a:pt x="502018" y="1035405"/>
                  </a:lnTo>
                  <a:lnTo>
                    <a:pt x="502018" y="1004036"/>
                  </a:lnTo>
                  <a:close/>
                </a:path>
                <a:path w="502284" h="1104900">
                  <a:moveTo>
                    <a:pt x="502018" y="941273"/>
                  </a:moveTo>
                  <a:lnTo>
                    <a:pt x="439267" y="941273"/>
                  </a:lnTo>
                  <a:lnTo>
                    <a:pt x="439267" y="972654"/>
                  </a:lnTo>
                  <a:lnTo>
                    <a:pt x="94132" y="972654"/>
                  </a:lnTo>
                  <a:lnTo>
                    <a:pt x="94132" y="941273"/>
                  </a:lnTo>
                  <a:lnTo>
                    <a:pt x="0" y="941273"/>
                  </a:lnTo>
                  <a:lnTo>
                    <a:pt x="0" y="972654"/>
                  </a:lnTo>
                  <a:lnTo>
                    <a:pt x="62750" y="972654"/>
                  </a:lnTo>
                  <a:lnTo>
                    <a:pt x="62750" y="979030"/>
                  </a:lnTo>
                  <a:lnTo>
                    <a:pt x="470649" y="979030"/>
                  </a:lnTo>
                  <a:lnTo>
                    <a:pt x="470649" y="972654"/>
                  </a:lnTo>
                  <a:lnTo>
                    <a:pt x="502018" y="972654"/>
                  </a:lnTo>
                  <a:lnTo>
                    <a:pt x="502018" y="941273"/>
                  </a:lnTo>
                  <a:close/>
                </a:path>
                <a:path w="502284" h="1104900">
                  <a:moveTo>
                    <a:pt x="502018" y="878522"/>
                  </a:moveTo>
                  <a:lnTo>
                    <a:pt x="439267" y="878522"/>
                  </a:lnTo>
                  <a:lnTo>
                    <a:pt x="439267" y="909891"/>
                  </a:lnTo>
                  <a:lnTo>
                    <a:pt x="502018" y="909891"/>
                  </a:lnTo>
                  <a:lnTo>
                    <a:pt x="502018" y="878522"/>
                  </a:lnTo>
                  <a:close/>
                </a:path>
                <a:path w="502284" h="1104900">
                  <a:moveTo>
                    <a:pt x="502018" y="815771"/>
                  </a:moveTo>
                  <a:lnTo>
                    <a:pt x="439267" y="815771"/>
                  </a:lnTo>
                  <a:lnTo>
                    <a:pt x="439267" y="847140"/>
                  </a:lnTo>
                  <a:lnTo>
                    <a:pt x="502018" y="847140"/>
                  </a:lnTo>
                  <a:lnTo>
                    <a:pt x="502018" y="815771"/>
                  </a:lnTo>
                  <a:close/>
                </a:path>
                <a:path w="502284" h="1104900">
                  <a:moveTo>
                    <a:pt x="502018" y="753021"/>
                  </a:moveTo>
                  <a:lnTo>
                    <a:pt x="439267" y="753021"/>
                  </a:lnTo>
                  <a:lnTo>
                    <a:pt x="439267" y="784390"/>
                  </a:lnTo>
                  <a:lnTo>
                    <a:pt x="502018" y="784390"/>
                  </a:lnTo>
                  <a:lnTo>
                    <a:pt x="502018" y="753021"/>
                  </a:lnTo>
                  <a:close/>
                </a:path>
                <a:path w="502284" h="1104900">
                  <a:moveTo>
                    <a:pt x="502018" y="690270"/>
                  </a:moveTo>
                  <a:lnTo>
                    <a:pt x="439267" y="690270"/>
                  </a:lnTo>
                  <a:lnTo>
                    <a:pt x="439267" y="721639"/>
                  </a:lnTo>
                  <a:lnTo>
                    <a:pt x="502018" y="721639"/>
                  </a:lnTo>
                  <a:lnTo>
                    <a:pt x="502018" y="690270"/>
                  </a:lnTo>
                  <a:close/>
                </a:path>
                <a:path w="502284" h="1104900">
                  <a:moveTo>
                    <a:pt x="502018" y="627519"/>
                  </a:moveTo>
                  <a:lnTo>
                    <a:pt x="439267" y="627519"/>
                  </a:lnTo>
                  <a:lnTo>
                    <a:pt x="439267" y="658888"/>
                  </a:lnTo>
                  <a:lnTo>
                    <a:pt x="502018" y="658888"/>
                  </a:lnTo>
                  <a:lnTo>
                    <a:pt x="502018" y="627519"/>
                  </a:lnTo>
                  <a:close/>
                </a:path>
                <a:path w="502284" h="1104900">
                  <a:moveTo>
                    <a:pt x="502018" y="564756"/>
                  </a:moveTo>
                  <a:lnTo>
                    <a:pt x="439267" y="564756"/>
                  </a:lnTo>
                  <a:lnTo>
                    <a:pt x="439267" y="596138"/>
                  </a:lnTo>
                  <a:lnTo>
                    <a:pt x="502018" y="596138"/>
                  </a:lnTo>
                  <a:lnTo>
                    <a:pt x="502018" y="564756"/>
                  </a:lnTo>
                  <a:close/>
                </a:path>
                <a:path w="502284" h="1104900">
                  <a:moveTo>
                    <a:pt x="502018" y="502005"/>
                  </a:moveTo>
                  <a:lnTo>
                    <a:pt x="439267" y="502005"/>
                  </a:lnTo>
                  <a:lnTo>
                    <a:pt x="439267" y="533387"/>
                  </a:lnTo>
                  <a:lnTo>
                    <a:pt x="502018" y="533387"/>
                  </a:lnTo>
                  <a:lnTo>
                    <a:pt x="502018" y="502005"/>
                  </a:lnTo>
                  <a:close/>
                </a:path>
                <a:path w="502284" h="1104900">
                  <a:moveTo>
                    <a:pt x="502018" y="439254"/>
                  </a:moveTo>
                  <a:lnTo>
                    <a:pt x="439267" y="439254"/>
                  </a:lnTo>
                  <a:lnTo>
                    <a:pt x="439267" y="470636"/>
                  </a:lnTo>
                  <a:lnTo>
                    <a:pt x="502018" y="470636"/>
                  </a:lnTo>
                  <a:lnTo>
                    <a:pt x="502018" y="439254"/>
                  </a:lnTo>
                  <a:close/>
                </a:path>
                <a:path w="502284" h="1104900">
                  <a:moveTo>
                    <a:pt x="502018" y="376504"/>
                  </a:moveTo>
                  <a:lnTo>
                    <a:pt x="439267" y="376504"/>
                  </a:lnTo>
                  <a:lnTo>
                    <a:pt x="439267" y="407885"/>
                  </a:lnTo>
                  <a:lnTo>
                    <a:pt x="502018" y="407885"/>
                  </a:lnTo>
                  <a:lnTo>
                    <a:pt x="502018" y="376504"/>
                  </a:lnTo>
                  <a:close/>
                </a:path>
                <a:path w="502284" h="1104900">
                  <a:moveTo>
                    <a:pt x="502018" y="313753"/>
                  </a:moveTo>
                  <a:lnTo>
                    <a:pt x="439267" y="313753"/>
                  </a:lnTo>
                  <a:lnTo>
                    <a:pt x="439267" y="345135"/>
                  </a:lnTo>
                  <a:lnTo>
                    <a:pt x="502018" y="345135"/>
                  </a:lnTo>
                  <a:lnTo>
                    <a:pt x="502018" y="313753"/>
                  </a:lnTo>
                  <a:close/>
                </a:path>
                <a:path w="502284" h="1104900">
                  <a:moveTo>
                    <a:pt x="502018" y="251002"/>
                  </a:moveTo>
                  <a:lnTo>
                    <a:pt x="439267" y="251002"/>
                  </a:lnTo>
                  <a:lnTo>
                    <a:pt x="439267" y="282371"/>
                  </a:lnTo>
                  <a:lnTo>
                    <a:pt x="502018" y="282371"/>
                  </a:lnTo>
                  <a:lnTo>
                    <a:pt x="502018" y="251002"/>
                  </a:lnTo>
                  <a:close/>
                </a:path>
                <a:path w="502284" h="1104900">
                  <a:moveTo>
                    <a:pt x="502018" y="188252"/>
                  </a:moveTo>
                  <a:lnTo>
                    <a:pt x="439267" y="188252"/>
                  </a:lnTo>
                  <a:lnTo>
                    <a:pt x="439267" y="219621"/>
                  </a:lnTo>
                  <a:lnTo>
                    <a:pt x="502018" y="219621"/>
                  </a:lnTo>
                  <a:lnTo>
                    <a:pt x="502018" y="188252"/>
                  </a:lnTo>
                  <a:close/>
                </a:path>
                <a:path w="502284" h="1104900">
                  <a:moveTo>
                    <a:pt x="502018" y="125488"/>
                  </a:moveTo>
                  <a:lnTo>
                    <a:pt x="439267" y="125488"/>
                  </a:lnTo>
                  <a:lnTo>
                    <a:pt x="439267" y="156870"/>
                  </a:lnTo>
                  <a:lnTo>
                    <a:pt x="502018" y="156870"/>
                  </a:lnTo>
                  <a:lnTo>
                    <a:pt x="502018" y="125488"/>
                  </a:lnTo>
                  <a:close/>
                </a:path>
                <a:path w="502284" h="1104900">
                  <a:moveTo>
                    <a:pt x="502018" y="62738"/>
                  </a:moveTo>
                  <a:lnTo>
                    <a:pt x="439267" y="62738"/>
                  </a:lnTo>
                  <a:lnTo>
                    <a:pt x="439267" y="94107"/>
                  </a:lnTo>
                  <a:lnTo>
                    <a:pt x="502018" y="94107"/>
                  </a:lnTo>
                  <a:lnTo>
                    <a:pt x="502018" y="62738"/>
                  </a:lnTo>
                  <a:close/>
                </a:path>
                <a:path w="502284" h="1104900">
                  <a:moveTo>
                    <a:pt x="502018" y="0"/>
                  </a:moveTo>
                  <a:lnTo>
                    <a:pt x="439267" y="0"/>
                  </a:lnTo>
                  <a:lnTo>
                    <a:pt x="439267" y="31369"/>
                  </a:lnTo>
                  <a:lnTo>
                    <a:pt x="502018" y="31369"/>
                  </a:lnTo>
                  <a:lnTo>
                    <a:pt x="502018" y="0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 descr=""/>
            <p:cNvSpPr/>
            <p:nvPr/>
          </p:nvSpPr>
          <p:spPr>
            <a:xfrm>
              <a:off x="19173889" y="5461260"/>
              <a:ext cx="262255" cy="2766695"/>
            </a:xfrm>
            <a:custGeom>
              <a:avLst/>
              <a:gdLst/>
              <a:ahLst/>
              <a:cxnLst/>
              <a:rect l="l" t="t" r="r" b="b"/>
              <a:pathLst>
                <a:path w="262255" h="2766695">
                  <a:moveTo>
                    <a:pt x="261632" y="1727454"/>
                  </a:moveTo>
                  <a:lnTo>
                    <a:pt x="0" y="1725688"/>
                  </a:lnTo>
                  <a:lnTo>
                    <a:pt x="0" y="2766136"/>
                  </a:lnTo>
                  <a:lnTo>
                    <a:pt x="123621" y="2353221"/>
                  </a:lnTo>
                  <a:lnTo>
                    <a:pt x="219621" y="2353221"/>
                  </a:lnTo>
                  <a:lnTo>
                    <a:pt x="261632" y="1727454"/>
                  </a:lnTo>
                  <a:close/>
                </a:path>
                <a:path w="262255" h="2766695">
                  <a:moveTo>
                    <a:pt x="261632" y="156883"/>
                  </a:moveTo>
                  <a:lnTo>
                    <a:pt x="246367" y="156883"/>
                  </a:lnTo>
                  <a:lnTo>
                    <a:pt x="246367" y="81127"/>
                  </a:lnTo>
                  <a:lnTo>
                    <a:pt x="0" y="0"/>
                  </a:lnTo>
                  <a:lnTo>
                    <a:pt x="0" y="1374140"/>
                  </a:lnTo>
                  <a:lnTo>
                    <a:pt x="109816" y="1374140"/>
                  </a:lnTo>
                  <a:lnTo>
                    <a:pt x="109816" y="967955"/>
                  </a:lnTo>
                  <a:lnTo>
                    <a:pt x="247815" y="872096"/>
                  </a:lnTo>
                  <a:lnTo>
                    <a:pt x="247815" y="188264"/>
                  </a:lnTo>
                  <a:lnTo>
                    <a:pt x="261632" y="188264"/>
                  </a:lnTo>
                  <a:lnTo>
                    <a:pt x="261632" y="156883"/>
                  </a:lnTo>
                  <a:close/>
                </a:path>
              </a:pathLst>
            </a:custGeom>
            <a:solidFill>
              <a:srgbClr val="CDEBE6">
                <a:alpha val="17279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8" name="object 98" descr=""/>
          <p:cNvGrpSpPr/>
          <p:nvPr/>
        </p:nvGrpSpPr>
        <p:grpSpPr>
          <a:xfrm>
            <a:off x="3864487" y="7284453"/>
            <a:ext cx="234315" cy="1078230"/>
            <a:chOff x="3864487" y="7284453"/>
            <a:chExt cx="234315" cy="1078230"/>
          </a:xfrm>
        </p:grpSpPr>
        <p:sp>
          <p:nvSpPr>
            <p:cNvPr id="99" name="object 99" descr=""/>
            <p:cNvSpPr/>
            <p:nvPr/>
          </p:nvSpPr>
          <p:spPr>
            <a:xfrm>
              <a:off x="3864483" y="7284459"/>
              <a:ext cx="234315" cy="1078230"/>
            </a:xfrm>
            <a:custGeom>
              <a:avLst/>
              <a:gdLst/>
              <a:ahLst/>
              <a:cxnLst/>
              <a:rect l="l" t="t" r="r" b="b"/>
              <a:pathLst>
                <a:path w="234314" h="1078229">
                  <a:moveTo>
                    <a:pt x="234149" y="976363"/>
                  </a:moveTo>
                  <a:lnTo>
                    <a:pt x="208127" y="976363"/>
                  </a:lnTo>
                  <a:lnTo>
                    <a:pt x="208127" y="75946"/>
                  </a:lnTo>
                  <a:lnTo>
                    <a:pt x="176479" y="83489"/>
                  </a:lnTo>
                  <a:lnTo>
                    <a:pt x="34683" y="0"/>
                  </a:lnTo>
                  <a:lnTo>
                    <a:pt x="34683" y="117284"/>
                  </a:lnTo>
                  <a:lnTo>
                    <a:pt x="26009" y="119341"/>
                  </a:lnTo>
                  <a:lnTo>
                    <a:pt x="26009" y="976363"/>
                  </a:lnTo>
                  <a:lnTo>
                    <a:pt x="0" y="976363"/>
                  </a:lnTo>
                  <a:lnTo>
                    <a:pt x="0" y="1078052"/>
                  </a:lnTo>
                  <a:lnTo>
                    <a:pt x="234149" y="1078052"/>
                  </a:lnTo>
                  <a:lnTo>
                    <a:pt x="234149" y="976363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 descr=""/>
            <p:cNvSpPr/>
            <p:nvPr/>
          </p:nvSpPr>
          <p:spPr>
            <a:xfrm>
              <a:off x="3899173" y="7286021"/>
              <a:ext cx="173990" cy="724535"/>
            </a:xfrm>
            <a:custGeom>
              <a:avLst/>
              <a:gdLst/>
              <a:ahLst/>
              <a:cxnLst/>
              <a:rect l="l" t="t" r="r" b="b"/>
              <a:pathLst>
                <a:path w="173989" h="724534">
                  <a:moveTo>
                    <a:pt x="4942" y="0"/>
                  </a:moveTo>
                  <a:lnTo>
                    <a:pt x="74406" y="81578"/>
                  </a:lnTo>
                  <a:lnTo>
                    <a:pt x="0" y="117441"/>
                  </a:lnTo>
                  <a:lnTo>
                    <a:pt x="69914" y="99044"/>
                  </a:lnTo>
                  <a:lnTo>
                    <a:pt x="69914" y="397485"/>
                  </a:lnTo>
                  <a:lnTo>
                    <a:pt x="117137" y="397485"/>
                  </a:lnTo>
                  <a:lnTo>
                    <a:pt x="117137" y="668084"/>
                  </a:lnTo>
                  <a:lnTo>
                    <a:pt x="173418" y="724365"/>
                  </a:lnTo>
                  <a:lnTo>
                    <a:pt x="173439" y="74374"/>
                  </a:lnTo>
                  <a:lnTo>
                    <a:pt x="80343" y="96562"/>
                  </a:lnTo>
                  <a:lnTo>
                    <a:pt x="103515" y="63526"/>
                  </a:lnTo>
                  <a:lnTo>
                    <a:pt x="4942" y="0"/>
                  </a:lnTo>
                  <a:close/>
                </a:path>
              </a:pathLst>
            </a:custGeom>
            <a:solidFill>
              <a:srgbClr val="CDEBE6">
                <a:alpha val="1024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 descr=""/>
            <p:cNvSpPr/>
            <p:nvPr/>
          </p:nvSpPr>
          <p:spPr>
            <a:xfrm>
              <a:off x="3864487" y="7854486"/>
              <a:ext cx="226695" cy="508634"/>
            </a:xfrm>
            <a:custGeom>
              <a:avLst/>
              <a:gdLst/>
              <a:ahLst/>
              <a:cxnLst/>
              <a:rect l="l" t="t" r="r" b="b"/>
              <a:pathLst>
                <a:path w="226695" h="508634">
                  <a:moveTo>
                    <a:pt x="26020" y="0"/>
                  </a:moveTo>
                  <a:lnTo>
                    <a:pt x="25716" y="406804"/>
                  </a:lnTo>
                  <a:lnTo>
                    <a:pt x="0" y="406333"/>
                  </a:lnTo>
                  <a:lnTo>
                    <a:pt x="0" y="508015"/>
                  </a:lnTo>
                  <a:lnTo>
                    <a:pt x="226600" y="508015"/>
                  </a:lnTo>
                  <a:lnTo>
                    <a:pt x="208129" y="408102"/>
                  </a:lnTo>
                  <a:lnTo>
                    <a:pt x="208129" y="382627"/>
                  </a:lnTo>
                  <a:lnTo>
                    <a:pt x="138205" y="325026"/>
                  </a:lnTo>
                  <a:lnTo>
                    <a:pt x="26020" y="0"/>
                  </a:lnTo>
                  <a:close/>
                </a:path>
              </a:pathLst>
            </a:custGeom>
            <a:solidFill>
              <a:srgbClr val="CDEBE6">
                <a:alpha val="10240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2" name="object 102" descr=""/>
          <p:cNvGrpSpPr/>
          <p:nvPr/>
        </p:nvGrpSpPr>
        <p:grpSpPr>
          <a:xfrm>
            <a:off x="3530247" y="7208021"/>
            <a:ext cx="178435" cy="1155065"/>
            <a:chOff x="3530247" y="7208021"/>
            <a:chExt cx="178435" cy="1155065"/>
          </a:xfrm>
        </p:grpSpPr>
        <p:sp>
          <p:nvSpPr>
            <p:cNvPr id="103" name="object 103" descr=""/>
            <p:cNvSpPr/>
            <p:nvPr/>
          </p:nvSpPr>
          <p:spPr>
            <a:xfrm>
              <a:off x="3542080" y="7208030"/>
              <a:ext cx="154305" cy="1155065"/>
            </a:xfrm>
            <a:custGeom>
              <a:avLst/>
              <a:gdLst/>
              <a:ahLst/>
              <a:cxnLst/>
              <a:rect l="l" t="t" r="r" b="b"/>
              <a:pathLst>
                <a:path w="154304" h="1155065">
                  <a:moveTo>
                    <a:pt x="154114" y="0"/>
                  </a:moveTo>
                  <a:lnTo>
                    <a:pt x="12" y="0"/>
                  </a:lnTo>
                  <a:lnTo>
                    <a:pt x="12" y="154025"/>
                  </a:lnTo>
                  <a:lnTo>
                    <a:pt x="0" y="1154480"/>
                  </a:lnTo>
                  <a:lnTo>
                    <a:pt x="154101" y="1154480"/>
                  </a:lnTo>
                  <a:lnTo>
                    <a:pt x="154101" y="1114247"/>
                  </a:lnTo>
                  <a:lnTo>
                    <a:pt x="154101" y="1102398"/>
                  </a:lnTo>
                  <a:lnTo>
                    <a:pt x="154101" y="1066838"/>
                  </a:lnTo>
                  <a:lnTo>
                    <a:pt x="154114" y="1054976"/>
                  </a:lnTo>
                  <a:lnTo>
                    <a:pt x="154101" y="1043127"/>
                  </a:lnTo>
                  <a:lnTo>
                    <a:pt x="154114" y="1031278"/>
                  </a:lnTo>
                  <a:lnTo>
                    <a:pt x="154101" y="972007"/>
                  </a:lnTo>
                  <a:lnTo>
                    <a:pt x="154101" y="960158"/>
                  </a:lnTo>
                  <a:lnTo>
                    <a:pt x="154101" y="817905"/>
                  </a:lnTo>
                  <a:lnTo>
                    <a:pt x="154114" y="806056"/>
                  </a:lnTo>
                  <a:lnTo>
                    <a:pt x="154101" y="746785"/>
                  </a:lnTo>
                  <a:lnTo>
                    <a:pt x="154114" y="734923"/>
                  </a:lnTo>
                  <a:lnTo>
                    <a:pt x="154101" y="628243"/>
                  </a:lnTo>
                  <a:lnTo>
                    <a:pt x="154114" y="616394"/>
                  </a:lnTo>
                  <a:lnTo>
                    <a:pt x="154101" y="580834"/>
                  </a:lnTo>
                  <a:lnTo>
                    <a:pt x="154101" y="568985"/>
                  </a:lnTo>
                  <a:lnTo>
                    <a:pt x="154101" y="533412"/>
                  </a:lnTo>
                  <a:lnTo>
                    <a:pt x="154114" y="521563"/>
                  </a:lnTo>
                  <a:lnTo>
                    <a:pt x="154101" y="462292"/>
                  </a:lnTo>
                  <a:lnTo>
                    <a:pt x="154101" y="450443"/>
                  </a:lnTo>
                  <a:lnTo>
                    <a:pt x="154101" y="272643"/>
                  </a:lnTo>
                  <a:lnTo>
                    <a:pt x="154114" y="260781"/>
                  </a:lnTo>
                  <a:lnTo>
                    <a:pt x="154101" y="225221"/>
                  </a:lnTo>
                  <a:lnTo>
                    <a:pt x="154114" y="213372"/>
                  </a:lnTo>
                  <a:lnTo>
                    <a:pt x="154101" y="165950"/>
                  </a:lnTo>
                  <a:lnTo>
                    <a:pt x="154101" y="154101"/>
                  </a:lnTo>
                  <a:lnTo>
                    <a:pt x="154114" y="0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 descr=""/>
            <p:cNvSpPr/>
            <p:nvPr/>
          </p:nvSpPr>
          <p:spPr>
            <a:xfrm>
              <a:off x="3530244" y="7231741"/>
              <a:ext cx="177800" cy="1130935"/>
            </a:xfrm>
            <a:custGeom>
              <a:avLst/>
              <a:gdLst/>
              <a:ahLst/>
              <a:cxnLst/>
              <a:rect l="l" t="t" r="r" b="b"/>
              <a:pathLst>
                <a:path w="177800" h="1130934">
                  <a:moveTo>
                    <a:pt x="47409" y="82969"/>
                  </a:moveTo>
                  <a:lnTo>
                    <a:pt x="35560" y="82969"/>
                  </a:lnTo>
                  <a:lnTo>
                    <a:pt x="35560" y="94830"/>
                  </a:lnTo>
                  <a:lnTo>
                    <a:pt x="47409" y="94830"/>
                  </a:lnTo>
                  <a:lnTo>
                    <a:pt x="47409" y="82969"/>
                  </a:lnTo>
                  <a:close/>
                </a:path>
                <a:path w="177800" h="1130934">
                  <a:moveTo>
                    <a:pt x="59258" y="35560"/>
                  </a:moveTo>
                  <a:lnTo>
                    <a:pt x="47409" y="35560"/>
                  </a:lnTo>
                  <a:lnTo>
                    <a:pt x="47409" y="47409"/>
                  </a:lnTo>
                  <a:lnTo>
                    <a:pt x="59258" y="47409"/>
                  </a:lnTo>
                  <a:lnTo>
                    <a:pt x="59258" y="35560"/>
                  </a:lnTo>
                  <a:close/>
                </a:path>
                <a:path w="177800" h="1130934">
                  <a:moveTo>
                    <a:pt x="82969" y="106680"/>
                  </a:moveTo>
                  <a:lnTo>
                    <a:pt x="47409" y="106680"/>
                  </a:lnTo>
                  <a:lnTo>
                    <a:pt x="47409" y="118529"/>
                  </a:lnTo>
                  <a:lnTo>
                    <a:pt x="82969" y="118529"/>
                  </a:lnTo>
                  <a:lnTo>
                    <a:pt x="82969" y="106680"/>
                  </a:lnTo>
                  <a:close/>
                </a:path>
                <a:path w="177800" h="1130934">
                  <a:moveTo>
                    <a:pt x="106680" y="47409"/>
                  </a:moveTo>
                  <a:lnTo>
                    <a:pt x="94818" y="47409"/>
                  </a:lnTo>
                  <a:lnTo>
                    <a:pt x="94818" y="59270"/>
                  </a:lnTo>
                  <a:lnTo>
                    <a:pt x="106680" y="59270"/>
                  </a:lnTo>
                  <a:lnTo>
                    <a:pt x="106680" y="47409"/>
                  </a:lnTo>
                  <a:close/>
                </a:path>
                <a:path w="177800" h="1130934">
                  <a:moveTo>
                    <a:pt x="118529" y="1102385"/>
                  </a:moveTo>
                  <a:lnTo>
                    <a:pt x="59258" y="1102385"/>
                  </a:lnTo>
                  <a:lnTo>
                    <a:pt x="59258" y="1114234"/>
                  </a:lnTo>
                  <a:lnTo>
                    <a:pt x="118529" y="1114234"/>
                  </a:lnTo>
                  <a:lnTo>
                    <a:pt x="118529" y="1102385"/>
                  </a:lnTo>
                  <a:close/>
                </a:path>
                <a:path w="177800" h="1130934">
                  <a:moveTo>
                    <a:pt x="118529" y="35560"/>
                  </a:moveTo>
                  <a:lnTo>
                    <a:pt x="106680" y="35560"/>
                  </a:lnTo>
                  <a:lnTo>
                    <a:pt x="106680" y="47409"/>
                  </a:lnTo>
                  <a:lnTo>
                    <a:pt x="118529" y="47409"/>
                  </a:lnTo>
                  <a:lnTo>
                    <a:pt x="118529" y="35560"/>
                  </a:lnTo>
                  <a:close/>
                </a:path>
                <a:path w="177800" h="1130934">
                  <a:moveTo>
                    <a:pt x="130378" y="0"/>
                  </a:moveTo>
                  <a:lnTo>
                    <a:pt x="118529" y="0"/>
                  </a:lnTo>
                  <a:lnTo>
                    <a:pt x="118529" y="11849"/>
                  </a:lnTo>
                  <a:lnTo>
                    <a:pt x="130378" y="11849"/>
                  </a:lnTo>
                  <a:lnTo>
                    <a:pt x="130378" y="0"/>
                  </a:lnTo>
                  <a:close/>
                </a:path>
                <a:path w="177800" h="1130934">
                  <a:moveTo>
                    <a:pt x="142240" y="11849"/>
                  </a:moveTo>
                  <a:lnTo>
                    <a:pt x="130390" y="11849"/>
                  </a:lnTo>
                  <a:lnTo>
                    <a:pt x="130390" y="23710"/>
                  </a:lnTo>
                  <a:lnTo>
                    <a:pt x="142240" y="23710"/>
                  </a:lnTo>
                  <a:lnTo>
                    <a:pt x="142240" y="11849"/>
                  </a:lnTo>
                  <a:close/>
                </a:path>
                <a:path w="177800" h="1130934">
                  <a:moveTo>
                    <a:pt x="154101" y="94830"/>
                  </a:moveTo>
                  <a:lnTo>
                    <a:pt x="142240" y="94830"/>
                  </a:lnTo>
                  <a:lnTo>
                    <a:pt x="142240" y="106680"/>
                  </a:lnTo>
                  <a:lnTo>
                    <a:pt x="154101" y="106680"/>
                  </a:lnTo>
                  <a:lnTo>
                    <a:pt x="154101" y="94830"/>
                  </a:lnTo>
                  <a:close/>
                </a:path>
                <a:path w="177800" h="1130934">
                  <a:moveTo>
                    <a:pt x="177800" y="1125664"/>
                  </a:moveTo>
                  <a:lnTo>
                    <a:pt x="0" y="1125664"/>
                  </a:lnTo>
                  <a:lnTo>
                    <a:pt x="0" y="1130769"/>
                  </a:lnTo>
                  <a:lnTo>
                    <a:pt x="177800" y="1130769"/>
                  </a:lnTo>
                  <a:lnTo>
                    <a:pt x="177800" y="1125664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 descr=""/>
            <p:cNvSpPr/>
            <p:nvPr/>
          </p:nvSpPr>
          <p:spPr>
            <a:xfrm>
              <a:off x="3542102" y="7208024"/>
              <a:ext cx="154305" cy="762635"/>
            </a:xfrm>
            <a:custGeom>
              <a:avLst/>
              <a:gdLst/>
              <a:ahLst/>
              <a:cxnLst/>
              <a:rect l="l" t="t" r="r" b="b"/>
              <a:pathLst>
                <a:path w="154304" h="762634">
                  <a:moveTo>
                    <a:pt x="154100" y="0"/>
                  </a:moveTo>
                  <a:lnTo>
                    <a:pt x="0" y="0"/>
                  </a:lnTo>
                  <a:lnTo>
                    <a:pt x="47412" y="154016"/>
                  </a:lnTo>
                  <a:lnTo>
                    <a:pt x="47412" y="408950"/>
                  </a:lnTo>
                  <a:lnTo>
                    <a:pt x="88897" y="408950"/>
                  </a:lnTo>
                  <a:lnTo>
                    <a:pt x="88897" y="584463"/>
                  </a:lnTo>
                  <a:lnTo>
                    <a:pt x="118540" y="584463"/>
                  </a:lnTo>
                  <a:lnTo>
                    <a:pt x="118540" y="762259"/>
                  </a:lnTo>
                  <a:lnTo>
                    <a:pt x="154100" y="762259"/>
                  </a:lnTo>
                  <a:lnTo>
                    <a:pt x="154100" y="0"/>
                  </a:lnTo>
                  <a:close/>
                </a:path>
              </a:pathLst>
            </a:custGeom>
            <a:solidFill>
              <a:srgbClr val="CDEBE6">
                <a:alpha val="1151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 descr=""/>
            <p:cNvSpPr/>
            <p:nvPr/>
          </p:nvSpPr>
          <p:spPr>
            <a:xfrm>
              <a:off x="3530247" y="7634918"/>
              <a:ext cx="145415" cy="727710"/>
            </a:xfrm>
            <a:custGeom>
              <a:avLst/>
              <a:gdLst/>
              <a:ahLst/>
              <a:cxnLst/>
              <a:rect l="l" t="t" r="r" b="b"/>
              <a:pathLst>
                <a:path w="145414" h="727709">
                  <a:moveTo>
                    <a:pt x="105337" y="722480"/>
                  </a:moveTo>
                  <a:lnTo>
                    <a:pt x="0" y="722480"/>
                  </a:lnTo>
                  <a:lnTo>
                    <a:pt x="0" y="727590"/>
                  </a:lnTo>
                  <a:lnTo>
                    <a:pt x="115588" y="727590"/>
                  </a:lnTo>
                  <a:lnTo>
                    <a:pt x="105337" y="722480"/>
                  </a:lnTo>
                  <a:close/>
                </a:path>
                <a:path w="145414" h="727709">
                  <a:moveTo>
                    <a:pt x="11853" y="0"/>
                  </a:moveTo>
                  <a:lnTo>
                    <a:pt x="11853" y="722480"/>
                  </a:lnTo>
                  <a:lnTo>
                    <a:pt x="145377" y="722480"/>
                  </a:lnTo>
                  <a:lnTo>
                    <a:pt x="11853" y="0"/>
                  </a:lnTo>
                  <a:close/>
                </a:path>
              </a:pathLst>
            </a:custGeom>
            <a:solidFill>
              <a:srgbClr val="CDEBE6">
                <a:alpha val="11518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7" name="object 107" descr=""/>
          <p:cNvGrpSpPr/>
          <p:nvPr/>
        </p:nvGrpSpPr>
        <p:grpSpPr>
          <a:xfrm>
            <a:off x="1493326" y="5048045"/>
            <a:ext cx="1036955" cy="3312795"/>
            <a:chOff x="1493326" y="5048045"/>
            <a:chExt cx="1036955" cy="3312795"/>
          </a:xfrm>
        </p:grpSpPr>
        <p:sp>
          <p:nvSpPr>
            <p:cNvPr id="108" name="object 108" descr=""/>
            <p:cNvSpPr/>
            <p:nvPr/>
          </p:nvSpPr>
          <p:spPr>
            <a:xfrm>
              <a:off x="1493316" y="5048052"/>
              <a:ext cx="1036955" cy="3312795"/>
            </a:xfrm>
            <a:custGeom>
              <a:avLst/>
              <a:gdLst/>
              <a:ahLst/>
              <a:cxnLst/>
              <a:rect l="l" t="t" r="r" b="b"/>
              <a:pathLst>
                <a:path w="1036955" h="3312795">
                  <a:moveTo>
                    <a:pt x="1036434" y="1330464"/>
                  </a:moveTo>
                  <a:lnTo>
                    <a:pt x="967155" y="1330464"/>
                  </a:lnTo>
                  <a:lnTo>
                    <a:pt x="967155" y="747318"/>
                  </a:lnTo>
                  <a:lnTo>
                    <a:pt x="897877" y="747318"/>
                  </a:lnTo>
                  <a:lnTo>
                    <a:pt x="897877" y="392417"/>
                  </a:lnTo>
                  <a:lnTo>
                    <a:pt x="806424" y="392417"/>
                  </a:lnTo>
                  <a:lnTo>
                    <a:pt x="806424" y="0"/>
                  </a:lnTo>
                  <a:lnTo>
                    <a:pt x="235559" y="0"/>
                  </a:lnTo>
                  <a:lnTo>
                    <a:pt x="235559" y="392417"/>
                  </a:lnTo>
                  <a:lnTo>
                    <a:pt x="144106" y="392417"/>
                  </a:lnTo>
                  <a:lnTo>
                    <a:pt x="144106" y="747318"/>
                  </a:lnTo>
                  <a:lnTo>
                    <a:pt x="74828" y="747318"/>
                  </a:lnTo>
                  <a:lnTo>
                    <a:pt x="74828" y="1330464"/>
                  </a:lnTo>
                  <a:lnTo>
                    <a:pt x="0" y="1330464"/>
                  </a:lnTo>
                  <a:lnTo>
                    <a:pt x="0" y="3312693"/>
                  </a:lnTo>
                  <a:lnTo>
                    <a:pt x="1036434" y="3312693"/>
                  </a:lnTo>
                  <a:lnTo>
                    <a:pt x="1036434" y="1330464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 descr=""/>
            <p:cNvSpPr/>
            <p:nvPr/>
          </p:nvSpPr>
          <p:spPr>
            <a:xfrm>
              <a:off x="1840928" y="5440470"/>
              <a:ext cx="347345" cy="938530"/>
            </a:xfrm>
            <a:custGeom>
              <a:avLst/>
              <a:gdLst/>
              <a:ahLst/>
              <a:cxnLst/>
              <a:rect l="l" t="t" r="r" b="b"/>
              <a:pathLst>
                <a:path w="347344" h="938529">
                  <a:moveTo>
                    <a:pt x="275209" y="0"/>
                  </a:moveTo>
                  <a:lnTo>
                    <a:pt x="71526" y="0"/>
                  </a:lnTo>
                  <a:lnTo>
                    <a:pt x="71526" y="354749"/>
                  </a:lnTo>
                  <a:lnTo>
                    <a:pt x="275209" y="354749"/>
                  </a:lnTo>
                  <a:lnTo>
                    <a:pt x="275209" y="0"/>
                  </a:lnTo>
                  <a:close/>
                </a:path>
                <a:path w="347344" h="938529">
                  <a:moveTo>
                    <a:pt x="346748" y="354888"/>
                  </a:moveTo>
                  <a:lnTo>
                    <a:pt x="0" y="354888"/>
                  </a:lnTo>
                  <a:lnTo>
                    <a:pt x="0" y="938288"/>
                  </a:lnTo>
                  <a:lnTo>
                    <a:pt x="346748" y="938288"/>
                  </a:lnTo>
                  <a:lnTo>
                    <a:pt x="346748" y="354888"/>
                  </a:lnTo>
                  <a:close/>
                </a:path>
              </a:pathLst>
            </a:custGeom>
            <a:solidFill>
              <a:srgbClr val="CDEBE6">
                <a:alpha val="403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 descr=""/>
            <p:cNvSpPr/>
            <p:nvPr/>
          </p:nvSpPr>
          <p:spPr>
            <a:xfrm>
              <a:off x="1595856" y="5278646"/>
              <a:ext cx="836930" cy="3082290"/>
            </a:xfrm>
            <a:custGeom>
              <a:avLst/>
              <a:gdLst/>
              <a:ahLst/>
              <a:cxnLst/>
              <a:rect l="l" t="t" r="r" b="b"/>
              <a:pathLst>
                <a:path w="836930" h="3082290">
                  <a:moveTo>
                    <a:pt x="56464" y="535876"/>
                  </a:moveTo>
                  <a:lnTo>
                    <a:pt x="0" y="535876"/>
                  </a:lnTo>
                  <a:lnTo>
                    <a:pt x="0" y="570763"/>
                  </a:lnTo>
                  <a:lnTo>
                    <a:pt x="56464" y="570763"/>
                  </a:lnTo>
                  <a:lnTo>
                    <a:pt x="56464" y="535876"/>
                  </a:lnTo>
                  <a:close/>
                </a:path>
                <a:path w="836930" h="3082290">
                  <a:moveTo>
                    <a:pt x="132905" y="184099"/>
                  </a:moveTo>
                  <a:lnTo>
                    <a:pt x="88226" y="184099"/>
                  </a:lnTo>
                  <a:lnTo>
                    <a:pt x="88226" y="211721"/>
                  </a:lnTo>
                  <a:lnTo>
                    <a:pt x="132905" y="211721"/>
                  </a:lnTo>
                  <a:lnTo>
                    <a:pt x="132905" y="184099"/>
                  </a:lnTo>
                  <a:close/>
                </a:path>
                <a:path w="836930" h="3082290">
                  <a:moveTo>
                    <a:pt x="143141" y="535876"/>
                  </a:moveTo>
                  <a:lnTo>
                    <a:pt x="86677" y="535876"/>
                  </a:lnTo>
                  <a:lnTo>
                    <a:pt x="86677" y="570763"/>
                  </a:lnTo>
                  <a:lnTo>
                    <a:pt x="143141" y="570763"/>
                  </a:lnTo>
                  <a:lnTo>
                    <a:pt x="143141" y="535876"/>
                  </a:lnTo>
                  <a:close/>
                </a:path>
                <a:path w="836930" h="3082290">
                  <a:moveTo>
                    <a:pt x="192074" y="128790"/>
                  </a:moveTo>
                  <a:lnTo>
                    <a:pt x="156743" y="128790"/>
                  </a:lnTo>
                  <a:lnTo>
                    <a:pt x="156743" y="153416"/>
                  </a:lnTo>
                  <a:lnTo>
                    <a:pt x="192074" y="153416"/>
                  </a:lnTo>
                  <a:lnTo>
                    <a:pt x="192074" y="128790"/>
                  </a:lnTo>
                  <a:close/>
                </a:path>
                <a:path w="836930" h="3082290">
                  <a:moveTo>
                    <a:pt x="192074" y="97713"/>
                  </a:moveTo>
                  <a:lnTo>
                    <a:pt x="156743" y="97713"/>
                  </a:lnTo>
                  <a:lnTo>
                    <a:pt x="156743" y="122351"/>
                  </a:lnTo>
                  <a:lnTo>
                    <a:pt x="192074" y="122351"/>
                  </a:lnTo>
                  <a:lnTo>
                    <a:pt x="192074" y="97713"/>
                  </a:lnTo>
                  <a:close/>
                </a:path>
                <a:path w="836930" h="3082290">
                  <a:moveTo>
                    <a:pt x="192074" y="62928"/>
                  </a:moveTo>
                  <a:lnTo>
                    <a:pt x="156743" y="62928"/>
                  </a:lnTo>
                  <a:lnTo>
                    <a:pt x="156743" y="87553"/>
                  </a:lnTo>
                  <a:lnTo>
                    <a:pt x="192074" y="87553"/>
                  </a:lnTo>
                  <a:lnTo>
                    <a:pt x="192074" y="62928"/>
                  </a:lnTo>
                  <a:close/>
                </a:path>
                <a:path w="836930" h="3082290">
                  <a:moveTo>
                    <a:pt x="193636" y="31267"/>
                  </a:moveTo>
                  <a:lnTo>
                    <a:pt x="158305" y="31267"/>
                  </a:lnTo>
                  <a:lnTo>
                    <a:pt x="158305" y="55892"/>
                  </a:lnTo>
                  <a:lnTo>
                    <a:pt x="193636" y="55892"/>
                  </a:lnTo>
                  <a:lnTo>
                    <a:pt x="193636" y="31267"/>
                  </a:lnTo>
                  <a:close/>
                </a:path>
                <a:path w="836930" h="3082290">
                  <a:moveTo>
                    <a:pt x="193636" y="0"/>
                  </a:moveTo>
                  <a:lnTo>
                    <a:pt x="158305" y="0"/>
                  </a:lnTo>
                  <a:lnTo>
                    <a:pt x="158305" y="24638"/>
                  </a:lnTo>
                  <a:lnTo>
                    <a:pt x="193636" y="24638"/>
                  </a:lnTo>
                  <a:lnTo>
                    <a:pt x="193636" y="0"/>
                  </a:lnTo>
                  <a:close/>
                </a:path>
                <a:path w="836930" h="3082290">
                  <a:moveTo>
                    <a:pt x="201510" y="184099"/>
                  </a:moveTo>
                  <a:lnTo>
                    <a:pt x="156819" y="184099"/>
                  </a:lnTo>
                  <a:lnTo>
                    <a:pt x="156819" y="211721"/>
                  </a:lnTo>
                  <a:lnTo>
                    <a:pt x="201510" y="211721"/>
                  </a:lnTo>
                  <a:lnTo>
                    <a:pt x="201510" y="184099"/>
                  </a:lnTo>
                  <a:close/>
                </a:path>
                <a:path w="836930" h="3082290">
                  <a:moveTo>
                    <a:pt x="229819" y="535876"/>
                  </a:moveTo>
                  <a:lnTo>
                    <a:pt x="173355" y="535876"/>
                  </a:lnTo>
                  <a:lnTo>
                    <a:pt x="173355" y="570763"/>
                  </a:lnTo>
                  <a:lnTo>
                    <a:pt x="229819" y="570763"/>
                  </a:lnTo>
                  <a:lnTo>
                    <a:pt x="229819" y="535876"/>
                  </a:lnTo>
                  <a:close/>
                </a:path>
                <a:path w="836930" h="3082290">
                  <a:moveTo>
                    <a:pt x="246303" y="128790"/>
                  </a:moveTo>
                  <a:lnTo>
                    <a:pt x="210972" y="128790"/>
                  </a:lnTo>
                  <a:lnTo>
                    <a:pt x="210972" y="153416"/>
                  </a:lnTo>
                  <a:lnTo>
                    <a:pt x="246303" y="153416"/>
                  </a:lnTo>
                  <a:lnTo>
                    <a:pt x="246303" y="128790"/>
                  </a:lnTo>
                  <a:close/>
                </a:path>
                <a:path w="836930" h="3082290">
                  <a:moveTo>
                    <a:pt x="246303" y="97713"/>
                  </a:moveTo>
                  <a:lnTo>
                    <a:pt x="210972" y="97713"/>
                  </a:lnTo>
                  <a:lnTo>
                    <a:pt x="210972" y="122351"/>
                  </a:lnTo>
                  <a:lnTo>
                    <a:pt x="246303" y="122351"/>
                  </a:lnTo>
                  <a:lnTo>
                    <a:pt x="246303" y="97713"/>
                  </a:lnTo>
                  <a:close/>
                </a:path>
                <a:path w="836930" h="3082290">
                  <a:moveTo>
                    <a:pt x="246303" y="62928"/>
                  </a:moveTo>
                  <a:lnTo>
                    <a:pt x="210972" y="62928"/>
                  </a:lnTo>
                  <a:lnTo>
                    <a:pt x="210972" y="87553"/>
                  </a:lnTo>
                  <a:lnTo>
                    <a:pt x="246303" y="87553"/>
                  </a:lnTo>
                  <a:lnTo>
                    <a:pt x="246303" y="62928"/>
                  </a:lnTo>
                  <a:close/>
                </a:path>
                <a:path w="836930" h="3082290">
                  <a:moveTo>
                    <a:pt x="247865" y="31267"/>
                  </a:moveTo>
                  <a:lnTo>
                    <a:pt x="212534" y="31267"/>
                  </a:lnTo>
                  <a:lnTo>
                    <a:pt x="212534" y="55892"/>
                  </a:lnTo>
                  <a:lnTo>
                    <a:pt x="247865" y="55892"/>
                  </a:lnTo>
                  <a:lnTo>
                    <a:pt x="247865" y="31267"/>
                  </a:lnTo>
                  <a:close/>
                </a:path>
                <a:path w="836930" h="3082290">
                  <a:moveTo>
                    <a:pt x="247865" y="0"/>
                  </a:moveTo>
                  <a:lnTo>
                    <a:pt x="212534" y="0"/>
                  </a:lnTo>
                  <a:lnTo>
                    <a:pt x="212534" y="24638"/>
                  </a:lnTo>
                  <a:lnTo>
                    <a:pt x="247865" y="24638"/>
                  </a:lnTo>
                  <a:lnTo>
                    <a:pt x="247865" y="0"/>
                  </a:lnTo>
                  <a:close/>
                </a:path>
                <a:path w="836930" h="3082290">
                  <a:moveTo>
                    <a:pt x="270116" y="184099"/>
                  </a:moveTo>
                  <a:lnTo>
                    <a:pt x="225425" y="184099"/>
                  </a:lnTo>
                  <a:lnTo>
                    <a:pt x="225425" y="211721"/>
                  </a:lnTo>
                  <a:lnTo>
                    <a:pt x="270116" y="211721"/>
                  </a:lnTo>
                  <a:lnTo>
                    <a:pt x="270116" y="184099"/>
                  </a:lnTo>
                  <a:close/>
                </a:path>
                <a:path w="836930" h="3082290">
                  <a:moveTo>
                    <a:pt x="284734" y="1099870"/>
                  </a:moveTo>
                  <a:lnTo>
                    <a:pt x="205409" y="1099870"/>
                  </a:lnTo>
                  <a:lnTo>
                    <a:pt x="205409" y="3082099"/>
                  </a:lnTo>
                  <a:lnTo>
                    <a:pt x="284734" y="3082099"/>
                  </a:lnTo>
                  <a:lnTo>
                    <a:pt x="284734" y="1099870"/>
                  </a:lnTo>
                  <a:close/>
                </a:path>
                <a:path w="836930" h="3082290">
                  <a:moveTo>
                    <a:pt x="300532" y="128790"/>
                  </a:moveTo>
                  <a:lnTo>
                    <a:pt x="265201" y="128790"/>
                  </a:lnTo>
                  <a:lnTo>
                    <a:pt x="265201" y="153416"/>
                  </a:lnTo>
                  <a:lnTo>
                    <a:pt x="300532" y="153416"/>
                  </a:lnTo>
                  <a:lnTo>
                    <a:pt x="300532" y="128790"/>
                  </a:lnTo>
                  <a:close/>
                </a:path>
                <a:path w="836930" h="3082290">
                  <a:moveTo>
                    <a:pt x="300532" y="97713"/>
                  </a:moveTo>
                  <a:lnTo>
                    <a:pt x="265201" y="97713"/>
                  </a:lnTo>
                  <a:lnTo>
                    <a:pt x="265201" y="122351"/>
                  </a:lnTo>
                  <a:lnTo>
                    <a:pt x="300532" y="122351"/>
                  </a:lnTo>
                  <a:lnTo>
                    <a:pt x="300532" y="97713"/>
                  </a:lnTo>
                  <a:close/>
                </a:path>
                <a:path w="836930" h="3082290">
                  <a:moveTo>
                    <a:pt x="300532" y="62928"/>
                  </a:moveTo>
                  <a:lnTo>
                    <a:pt x="265201" y="62928"/>
                  </a:lnTo>
                  <a:lnTo>
                    <a:pt x="265201" y="87553"/>
                  </a:lnTo>
                  <a:lnTo>
                    <a:pt x="300532" y="87553"/>
                  </a:lnTo>
                  <a:lnTo>
                    <a:pt x="300532" y="62928"/>
                  </a:lnTo>
                  <a:close/>
                </a:path>
                <a:path w="836930" h="3082290">
                  <a:moveTo>
                    <a:pt x="302094" y="31267"/>
                  </a:moveTo>
                  <a:lnTo>
                    <a:pt x="266763" y="31267"/>
                  </a:lnTo>
                  <a:lnTo>
                    <a:pt x="266763" y="55892"/>
                  </a:lnTo>
                  <a:lnTo>
                    <a:pt x="302094" y="55892"/>
                  </a:lnTo>
                  <a:lnTo>
                    <a:pt x="302094" y="31267"/>
                  </a:lnTo>
                  <a:close/>
                </a:path>
                <a:path w="836930" h="3082290">
                  <a:moveTo>
                    <a:pt x="302094" y="0"/>
                  </a:moveTo>
                  <a:lnTo>
                    <a:pt x="266763" y="0"/>
                  </a:lnTo>
                  <a:lnTo>
                    <a:pt x="266763" y="24638"/>
                  </a:lnTo>
                  <a:lnTo>
                    <a:pt x="302094" y="24638"/>
                  </a:lnTo>
                  <a:lnTo>
                    <a:pt x="302094" y="0"/>
                  </a:lnTo>
                  <a:close/>
                </a:path>
                <a:path w="836930" h="3082290">
                  <a:moveTo>
                    <a:pt x="354774" y="128790"/>
                  </a:moveTo>
                  <a:lnTo>
                    <a:pt x="319443" y="128790"/>
                  </a:lnTo>
                  <a:lnTo>
                    <a:pt x="319443" y="153416"/>
                  </a:lnTo>
                  <a:lnTo>
                    <a:pt x="354774" y="153416"/>
                  </a:lnTo>
                  <a:lnTo>
                    <a:pt x="354774" y="128790"/>
                  </a:lnTo>
                  <a:close/>
                </a:path>
                <a:path w="836930" h="3082290">
                  <a:moveTo>
                    <a:pt x="354774" y="97713"/>
                  </a:moveTo>
                  <a:lnTo>
                    <a:pt x="319443" y="97713"/>
                  </a:lnTo>
                  <a:lnTo>
                    <a:pt x="319443" y="122351"/>
                  </a:lnTo>
                  <a:lnTo>
                    <a:pt x="354774" y="122351"/>
                  </a:lnTo>
                  <a:lnTo>
                    <a:pt x="354774" y="97713"/>
                  </a:lnTo>
                  <a:close/>
                </a:path>
                <a:path w="836930" h="3082290">
                  <a:moveTo>
                    <a:pt x="354774" y="62928"/>
                  </a:moveTo>
                  <a:lnTo>
                    <a:pt x="319443" y="62928"/>
                  </a:lnTo>
                  <a:lnTo>
                    <a:pt x="319443" y="87553"/>
                  </a:lnTo>
                  <a:lnTo>
                    <a:pt x="354774" y="87553"/>
                  </a:lnTo>
                  <a:lnTo>
                    <a:pt x="354774" y="62928"/>
                  </a:lnTo>
                  <a:close/>
                </a:path>
                <a:path w="836930" h="3082290">
                  <a:moveTo>
                    <a:pt x="356323" y="31267"/>
                  </a:moveTo>
                  <a:lnTo>
                    <a:pt x="320992" y="31267"/>
                  </a:lnTo>
                  <a:lnTo>
                    <a:pt x="320992" y="55892"/>
                  </a:lnTo>
                  <a:lnTo>
                    <a:pt x="356323" y="55892"/>
                  </a:lnTo>
                  <a:lnTo>
                    <a:pt x="356323" y="31267"/>
                  </a:lnTo>
                  <a:close/>
                </a:path>
                <a:path w="836930" h="3082290">
                  <a:moveTo>
                    <a:pt x="356323" y="0"/>
                  </a:moveTo>
                  <a:lnTo>
                    <a:pt x="320992" y="0"/>
                  </a:lnTo>
                  <a:lnTo>
                    <a:pt x="320992" y="24638"/>
                  </a:lnTo>
                  <a:lnTo>
                    <a:pt x="356323" y="24638"/>
                  </a:lnTo>
                  <a:lnTo>
                    <a:pt x="356323" y="0"/>
                  </a:lnTo>
                  <a:close/>
                </a:path>
                <a:path w="836930" h="3082290">
                  <a:moveTo>
                    <a:pt x="403174" y="535876"/>
                  </a:moveTo>
                  <a:lnTo>
                    <a:pt x="346710" y="535876"/>
                  </a:lnTo>
                  <a:lnTo>
                    <a:pt x="346710" y="570763"/>
                  </a:lnTo>
                  <a:lnTo>
                    <a:pt x="403174" y="570763"/>
                  </a:lnTo>
                  <a:lnTo>
                    <a:pt x="403174" y="535876"/>
                  </a:lnTo>
                  <a:close/>
                </a:path>
                <a:path w="836930" h="3082290">
                  <a:moveTo>
                    <a:pt x="407314" y="184099"/>
                  </a:moveTo>
                  <a:lnTo>
                    <a:pt x="362623" y="184099"/>
                  </a:lnTo>
                  <a:lnTo>
                    <a:pt x="362623" y="211721"/>
                  </a:lnTo>
                  <a:lnTo>
                    <a:pt x="407314" y="211721"/>
                  </a:lnTo>
                  <a:lnTo>
                    <a:pt x="407314" y="184099"/>
                  </a:lnTo>
                  <a:close/>
                </a:path>
                <a:path w="836930" h="3082290">
                  <a:moveTo>
                    <a:pt x="409003" y="128790"/>
                  </a:moveTo>
                  <a:lnTo>
                    <a:pt x="373672" y="128790"/>
                  </a:lnTo>
                  <a:lnTo>
                    <a:pt x="373672" y="153416"/>
                  </a:lnTo>
                  <a:lnTo>
                    <a:pt x="409003" y="153416"/>
                  </a:lnTo>
                  <a:lnTo>
                    <a:pt x="409003" y="128790"/>
                  </a:lnTo>
                  <a:close/>
                </a:path>
                <a:path w="836930" h="3082290">
                  <a:moveTo>
                    <a:pt x="409003" y="97713"/>
                  </a:moveTo>
                  <a:lnTo>
                    <a:pt x="373672" y="97713"/>
                  </a:lnTo>
                  <a:lnTo>
                    <a:pt x="373672" y="122351"/>
                  </a:lnTo>
                  <a:lnTo>
                    <a:pt x="409003" y="122351"/>
                  </a:lnTo>
                  <a:lnTo>
                    <a:pt x="409003" y="97713"/>
                  </a:lnTo>
                  <a:close/>
                </a:path>
                <a:path w="836930" h="3082290">
                  <a:moveTo>
                    <a:pt x="409003" y="62928"/>
                  </a:moveTo>
                  <a:lnTo>
                    <a:pt x="373672" y="62928"/>
                  </a:lnTo>
                  <a:lnTo>
                    <a:pt x="373672" y="87553"/>
                  </a:lnTo>
                  <a:lnTo>
                    <a:pt x="409003" y="87553"/>
                  </a:lnTo>
                  <a:lnTo>
                    <a:pt x="409003" y="62928"/>
                  </a:lnTo>
                  <a:close/>
                </a:path>
                <a:path w="836930" h="3082290">
                  <a:moveTo>
                    <a:pt x="410552" y="31267"/>
                  </a:moveTo>
                  <a:lnTo>
                    <a:pt x="375234" y="31267"/>
                  </a:lnTo>
                  <a:lnTo>
                    <a:pt x="375234" y="55892"/>
                  </a:lnTo>
                  <a:lnTo>
                    <a:pt x="410552" y="55892"/>
                  </a:lnTo>
                  <a:lnTo>
                    <a:pt x="410552" y="31267"/>
                  </a:lnTo>
                  <a:close/>
                </a:path>
                <a:path w="836930" h="3082290">
                  <a:moveTo>
                    <a:pt x="410552" y="0"/>
                  </a:moveTo>
                  <a:lnTo>
                    <a:pt x="375234" y="0"/>
                  </a:lnTo>
                  <a:lnTo>
                    <a:pt x="375234" y="24638"/>
                  </a:lnTo>
                  <a:lnTo>
                    <a:pt x="410552" y="24638"/>
                  </a:lnTo>
                  <a:lnTo>
                    <a:pt x="410552" y="0"/>
                  </a:lnTo>
                  <a:close/>
                </a:path>
                <a:path w="836930" h="3082290">
                  <a:moveTo>
                    <a:pt x="463232" y="128790"/>
                  </a:moveTo>
                  <a:lnTo>
                    <a:pt x="427901" y="128790"/>
                  </a:lnTo>
                  <a:lnTo>
                    <a:pt x="427901" y="153416"/>
                  </a:lnTo>
                  <a:lnTo>
                    <a:pt x="463232" y="153416"/>
                  </a:lnTo>
                  <a:lnTo>
                    <a:pt x="463232" y="128790"/>
                  </a:lnTo>
                  <a:close/>
                </a:path>
                <a:path w="836930" h="3082290">
                  <a:moveTo>
                    <a:pt x="463232" y="97713"/>
                  </a:moveTo>
                  <a:lnTo>
                    <a:pt x="427901" y="97713"/>
                  </a:lnTo>
                  <a:lnTo>
                    <a:pt x="427901" y="122351"/>
                  </a:lnTo>
                  <a:lnTo>
                    <a:pt x="463232" y="122351"/>
                  </a:lnTo>
                  <a:lnTo>
                    <a:pt x="463232" y="97713"/>
                  </a:lnTo>
                  <a:close/>
                </a:path>
                <a:path w="836930" h="3082290">
                  <a:moveTo>
                    <a:pt x="463232" y="62928"/>
                  </a:moveTo>
                  <a:lnTo>
                    <a:pt x="427901" y="62928"/>
                  </a:lnTo>
                  <a:lnTo>
                    <a:pt x="427901" y="87553"/>
                  </a:lnTo>
                  <a:lnTo>
                    <a:pt x="463232" y="87553"/>
                  </a:lnTo>
                  <a:lnTo>
                    <a:pt x="463232" y="62928"/>
                  </a:lnTo>
                  <a:close/>
                </a:path>
                <a:path w="836930" h="3082290">
                  <a:moveTo>
                    <a:pt x="464781" y="31267"/>
                  </a:moveTo>
                  <a:lnTo>
                    <a:pt x="429463" y="31267"/>
                  </a:lnTo>
                  <a:lnTo>
                    <a:pt x="429463" y="55892"/>
                  </a:lnTo>
                  <a:lnTo>
                    <a:pt x="464781" y="55892"/>
                  </a:lnTo>
                  <a:lnTo>
                    <a:pt x="464781" y="31267"/>
                  </a:lnTo>
                  <a:close/>
                </a:path>
                <a:path w="836930" h="3082290">
                  <a:moveTo>
                    <a:pt x="464781" y="0"/>
                  </a:moveTo>
                  <a:lnTo>
                    <a:pt x="429463" y="0"/>
                  </a:lnTo>
                  <a:lnTo>
                    <a:pt x="429463" y="24638"/>
                  </a:lnTo>
                  <a:lnTo>
                    <a:pt x="464781" y="24638"/>
                  </a:lnTo>
                  <a:lnTo>
                    <a:pt x="464781" y="0"/>
                  </a:lnTo>
                  <a:close/>
                </a:path>
                <a:path w="836930" h="3082290">
                  <a:moveTo>
                    <a:pt x="475907" y="184099"/>
                  </a:moveTo>
                  <a:lnTo>
                    <a:pt x="431215" y="184099"/>
                  </a:lnTo>
                  <a:lnTo>
                    <a:pt x="431215" y="211721"/>
                  </a:lnTo>
                  <a:lnTo>
                    <a:pt x="475907" y="211721"/>
                  </a:lnTo>
                  <a:lnTo>
                    <a:pt x="475907" y="184099"/>
                  </a:lnTo>
                  <a:close/>
                </a:path>
                <a:path w="836930" h="3082290">
                  <a:moveTo>
                    <a:pt x="489839" y="535876"/>
                  </a:moveTo>
                  <a:lnTo>
                    <a:pt x="433374" y="535876"/>
                  </a:lnTo>
                  <a:lnTo>
                    <a:pt x="433374" y="570763"/>
                  </a:lnTo>
                  <a:lnTo>
                    <a:pt x="489839" y="570763"/>
                  </a:lnTo>
                  <a:lnTo>
                    <a:pt x="489839" y="535876"/>
                  </a:lnTo>
                  <a:close/>
                </a:path>
                <a:path w="836930" h="3082290">
                  <a:moveTo>
                    <a:pt x="517448" y="128790"/>
                  </a:moveTo>
                  <a:lnTo>
                    <a:pt x="482130" y="128790"/>
                  </a:lnTo>
                  <a:lnTo>
                    <a:pt x="482130" y="153416"/>
                  </a:lnTo>
                  <a:lnTo>
                    <a:pt x="517448" y="153416"/>
                  </a:lnTo>
                  <a:lnTo>
                    <a:pt x="517448" y="128790"/>
                  </a:lnTo>
                  <a:close/>
                </a:path>
                <a:path w="836930" h="3082290">
                  <a:moveTo>
                    <a:pt x="517448" y="97713"/>
                  </a:moveTo>
                  <a:lnTo>
                    <a:pt x="482130" y="97713"/>
                  </a:lnTo>
                  <a:lnTo>
                    <a:pt x="482130" y="122351"/>
                  </a:lnTo>
                  <a:lnTo>
                    <a:pt x="517448" y="122351"/>
                  </a:lnTo>
                  <a:lnTo>
                    <a:pt x="517448" y="97713"/>
                  </a:lnTo>
                  <a:close/>
                </a:path>
                <a:path w="836930" h="3082290">
                  <a:moveTo>
                    <a:pt x="517448" y="62928"/>
                  </a:moveTo>
                  <a:lnTo>
                    <a:pt x="482130" y="62928"/>
                  </a:lnTo>
                  <a:lnTo>
                    <a:pt x="482130" y="87553"/>
                  </a:lnTo>
                  <a:lnTo>
                    <a:pt x="517448" y="87553"/>
                  </a:lnTo>
                  <a:lnTo>
                    <a:pt x="517448" y="62928"/>
                  </a:lnTo>
                  <a:close/>
                </a:path>
                <a:path w="836930" h="3082290">
                  <a:moveTo>
                    <a:pt x="519010" y="31267"/>
                  </a:moveTo>
                  <a:lnTo>
                    <a:pt x="483692" y="31267"/>
                  </a:lnTo>
                  <a:lnTo>
                    <a:pt x="483692" y="55892"/>
                  </a:lnTo>
                  <a:lnTo>
                    <a:pt x="519010" y="55892"/>
                  </a:lnTo>
                  <a:lnTo>
                    <a:pt x="519010" y="31267"/>
                  </a:lnTo>
                  <a:close/>
                </a:path>
                <a:path w="836930" h="3082290">
                  <a:moveTo>
                    <a:pt x="519010" y="0"/>
                  </a:moveTo>
                  <a:lnTo>
                    <a:pt x="483692" y="0"/>
                  </a:lnTo>
                  <a:lnTo>
                    <a:pt x="483692" y="24638"/>
                  </a:lnTo>
                  <a:lnTo>
                    <a:pt x="519010" y="24638"/>
                  </a:lnTo>
                  <a:lnTo>
                    <a:pt x="519010" y="0"/>
                  </a:lnTo>
                  <a:close/>
                </a:path>
                <a:path w="836930" h="3082290">
                  <a:moveTo>
                    <a:pt x="571677" y="128790"/>
                  </a:moveTo>
                  <a:lnTo>
                    <a:pt x="536359" y="128790"/>
                  </a:lnTo>
                  <a:lnTo>
                    <a:pt x="536359" y="153416"/>
                  </a:lnTo>
                  <a:lnTo>
                    <a:pt x="571677" y="153416"/>
                  </a:lnTo>
                  <a:lnTo>
                    <a:pt x="571677" y="128790"/>
                  </a:lnTo>
                  <a:close/>
                </a:path>
                <a:path w="836930" h="3082290">
                  <a:moveTo>
                    <a:pt x="571677" y="97713"/>
                  </a:moveTo>
                  <a:lnTo>
                    <a:pt x="536359" y="97713"/>
                  </a:lnTo>
                  <a:lnTo>
                    <a:pt x="536359" y="122351"/>
                  </a:lnTo>
                  <a:lnTo>
                    <a:pt x="571677" y="122351"/>
                  </a:lnTo>
                  <a:lnTo>
                    <a:pt x="571677" y="97713"/>
                  </a:lnTo>
                  <a:close/>
                </a:path>
                <a:path w="836930" h="3082290">
                  <a:moveTo>
                    <a:pt x="571677" y="62928"/>
                  </a:moveTo>
                  <a:lnTo>
                    <a:pt x="536359" y="62928"/>
                  </a:lnTo>
                  <a:lnTo>
                    <a:pt x="536359" y="87553"/>
                  </a:lnTo>
                  <a:lnTo>
                    <a:pt x="571677" y="87553"/>
                  </a:lnTo>
                  <a:lnTo>
                    <a:pt x="571677" y="62928"/>
                  </a:lnTo>
                  <a:close/>
                </a:path>
                <a:path w="836930" h="3082290">
                  <a:moveTo>
                    <a:pt x="573239" y="31267"/>
                  </a:moveTo>
                  <a:lnTo>
                    <a:pt x="537921" y="31267"/>
                  </a:lnTo>
                  <a:lnTo>
                    <a:pt x="537921" y="55892"/>
                  </a:lnTo>
                  <a:lnTo>
                    <a:pt x="573239" y="55892"/>
                  </a:lnTo>
                  <a:lnTo>
                    <a:pt x="573239" y="31267"/>
                  </a:lnTo>
                  <a:close/>
                </a:path>
                <a:path w="836930" h="3082290">
                  <a:moveTo>
                    <a:pt x="573239" y="0"/>
                  </a:moveTo>
                  <a:lnTo>
                    <a:pt x="537921" y="0"/>
                  </a:lnTo>
                  <a:lnTo>
                    <a:pt x="537921" y="24638"/>
                  </a:lnTo>
                  <a:lnTo>
                    <a:pt x="573239" y="24638"/>
                  </a:lnTo>
                  <a:lnTo>
                    <a:pt x="573239" y="0"/>
                  </a:lnTo>
                  <a:close/>
                </a:path>
                <a:path w="836930" h="3082290">
                  <a:moveTo>
                    <a:pt x="613105" y="184099"/>
                  </a:moveTo>
                  <a:lnTo>
                    <a:pt x="568413" y="184099"/>
                  </a:lnTo>
                  <a:lnTo>
                    <a:pt x="568413" y="211721"/>
                  </a:lnTo>
                  <a:lnTo>
                    <a:pt x="613105" y="211721"/>
                  </a:lnTo>
                  <a:lnTo>
                    <a:pt x="613105" y="184099"/>
                  </a:lnTo>
                  <a:close/>
                </a:path>
                <a:path w="836930" h="3082290">
                  <a:moveTo>
                    <a:pt x="625919" y="128790"/>
                  </a:moveTo>
                  <a:lnTo>
                    <a:pt x="590588" y="128790"/>
                  </a:lnTo>
                  <a:lnTo>
                    <a:pt x="590588" y="153416"/>
                  </a:lnTo>
                  <a:lnTo>
                    <a:pt x="625919" y="153416"/>
                  </a:lnTo>
                  <a:lnTo>
                    <a:pt x="625919" y="128790"/>
                  </a:lnTo>
                  <a:close/>
                </a:path>
                <a:path w="836930" h="3082290">
                  <a:moveTo>
                    <a:pt x="625919" y="97713"/>
                  </a:moveTo>
                  <a:lnTo>
                    <a:pt x="590588" y="97713"/>
                  </a:lnTo>
                  <a:lnTo>
                    <a:pt x="590588" y="122351"/>
                  </a:lnTo>
                  <a:lnTo>
                    <a:pt x="625919" y="122351"/>
                  </a:lnTo>
                  <a:lnTo>
                    <a:pt x="625919" y="97713"/>
                  </a:lnTo>
                  <a:close/>
                </a:path>
                <a:path w="836930" h="3082290">
                  <a:moveTo>
                    <a:pt x="625919" y="62928"/>
                  </a:moveTo>
                  <a:lnTo>
                    <a:pt x="590588" y="62928"/>
                  </a:lnTo>
                  <a:lnTo>
                    <a:pt x="590588" y="87553"/>
                  </a:lnTo>
                  <a:lnTo>
                    <a:pt x="625919" y="87553"/>
                  </a:lnTo>
                  <a:lnTo>
                    <a:pt x="625919" y="62928"/>
                  </a:lnTo>
                  <a:close/>
                </a:path>
                <a:path w="836930" h="3082290">
                  <a:moveTo>
                    <a:pt x="627468" y="31267"/>
                  </a:moveTo>
                  <a:lnTo>
                    <a:pt x="592137" y="31267"/>
                  </a:lnTo>
                  <a:lnTo>
                    <a:pt x="592137" y="55892"/>
                  </a:lnTo>
                  <a:lnTo>
                    <a:pt x="627468" y="55892"/>
                  </a:lnTo>
                  <a:lnTo>
                    <a:pt x="627468" y="31267"/>
                  </a:lnTo>
                  <a:close/>
                </a:path>
                <a:path w="836930" h="3082290">
                  <a:moveTo>
                    <a:pt x="627468" y="0"/>
                  </a:moveTo>
                  <a:lnTo>
                    <a:pt x="592137" y="0"/>
                  </a:lnTo>
                  <a:lnTo>
                    <a:pt x="592137" y="24638"/>
                  </a:lnTo>
                  <a:lnTo>
                    <a:pt x="627468" y="24638"/>
                  </a:lnTo>
                  <a:lnTo>
                    <a:pt x="627468" y="0"/>
                  </a:lnTo>
                  <a:close/>
                </a:path>
                <a:path w="836930" h="3082290">
                  <a:moveTo>
                    <a:pt x="631825" y="1099870"/>
                  </a:moveTo>
                  <a:lnTo>
                    <a:pt x="552500" y="1099870"/>
                  </a:lnTo>
                  <a:lnTo>
                    <a:pt x="552500" y="3082099"/>
                  </a:lnTo>
                  <a:lnTo>
                    <a:pt x="631825" y="3082099"/>
                  </a:lnTo>
                  <a:lnTo>
                    <a:pt x="631825" y="1099870"/>
                  </a:lnTo>
                  <a:close/>
                </a:path>
                <a:path w="836930" h="3082290">
                  <a:moveTo>
                    <a:pt x="663194" y="535876"/>
                  </a:moveTo>
                  <a:lnTo>
                    <a:pt x="606729" y="535876"/>
                  </a:lnTo>
                  <a:lnTo>
                    <a:pt x="606729" y="570763"/>
                  </a:lnTo>
                  <a:lnTo>
                    <a:pt x="663194" y="570763"/>
                  </a:lnTo>
                  <a:lnTo>
                    <a:pt x="663194" y="535876"/>
                  </a:lnTo>
                  <a:close/>
                </a:path>
                <a:path w="836930" h="3082290">
                  <a:moveTo>
                    <a:pt x="663371" y="586295"/>
                  </a:moveTo>
                  <a:lnTo>
                    <a:pt x="606907" y="586295"/>
                  </a:lnTo>
                  <a:lnTo>
                    <a:pt x="606907" y="621182"/>
                  </a:lnTo>
                  <a:lnTo>
                    <a:pt x="663371" y="621182"/>
                  </a:lnTo>
                  <a:lnTo>
                    <a:pt x="663371" y="586295"/>
                  </a:lnTo>
                  <a:close/>
                </a:path>
                <a:path w="836930" h="3082290">
                  <a:moveTo>
                    <a:pt x="680148" y="128790"/>
                  </a:moveTo>
                  <a:lnTo>
                    <a:pt x="644817" y="128790"/>
                  </a:lnTo>
                  <a:lnTo>
                    <a:pt x="644817" y="153416"/>
                  </a:lnTo>
                  <a:lnTo>
                    <a:pt x="680148" y="153416"/>
                  </a:lnTo>
                  <a:lnTo>
                    <a:pt x="680148" y="128790"/>
                  </a:lnTo>
                  <a:close/>
                </a:path>
                <a:path w="836930" h="3082290">
                  <a:moveTo>
                    <a:pt x="680148" y="97713"/>
                  </a:moveTo>
                  <a:lnTo>
                    <a:pt x="644817" y="97713"/>
                  </a:lnTo>
                  <a:lnTo>
                    <a:pt x="644817" y="122351"/>
                  </a:lnTo>
                  <a:lnTo>
                    <a:pt x="680148" y="122351"/>
                  </a:lnTo>
                  <a:lnTo>
                    <a:pt x="680148" y="97713"/>
                  </a:lnTo>
                  <a:close/>
                </a:path>
                <a:path w="836930" h="3082290">
                  <a:moveTo>
                    <a:pt x="680148" y="62928"/>
                  </a:moveTo>
                  <a:lnTo>
                    <a:pt x="644817" y="62928"/>
                  </a:lnTo>
                  <a:lnTo>
                    <a:pt x="644817" y="87553"/>
                  </a:lnTo>
                  <a:lnTo>
                    <a:pt x="680148" y="87553"/>
                  </a:lnTo>
                  <a:lnTo>
                    <a:pt x="680148" y="62928"/>
                  </a:lnTo>
                  <a:close/>
                </a:path>
                <a:path w="836930" h="3082290">
                  <a:moveTo>
                    <a:pt x="681710" y="184099"/>
                  </a:moveTo>
                  <a:lnTo>
                    <a:pt x="637006" y="184099"/>
                  </a:lnTo>
                  <a:lnTo>
                    <a:pt x="637006" y="211721"/>
                  </a:lnTo>
                  <a:lnTo>
                    <a:pt x="681710" y="211721"/>
                  </a:lnTo>
                  <a:lnTo>
                    <a:pt x="681710" y="184099"/>
                  </a:lnTo>
                  <a:close/>
                </a:path>
                <a:path w="836930" h="3082290">
                  <a:moveTo>
                    <a:pt x="681710" y="31267"/>
                  </a:moveTo>
                  <a:lnTo>
                    <a:pt x="646379" y="31267"/>
                  </a:lnTo>
                  <a:lnTo>
                    <a:pt x="646379" y="55892"/>
                  </a:lnTo>
                  <a:lnTo>
                    <a:pt x="681710" y="55892"/>
                  </a:lnTo>
                  <a:lnTo>
                    <a:pt x="681710" y="31267"/>
                  </a:lnTo>
                  <a:close/>
                </a:path>
                <a:path w="836930" h="3082290">
                  <a:moveTo>
                    <a:pt x="681710" y="0"/>
                  </a:moveTo>
                  <a:lnTo>
                    <a:pt x="646379" y="0"/>
                  </a:lnTo>
                  <a:lnTo>
                    <a:pt x="646379" y="24638"/>
                  </a:lnTo>
                  <a:lnTo>
                    <a:pt x="681710" y="24638"/>
                  </a:lnTo>
                  <a:lnTo>
                    <a:pt x="681710" y="0"/>
                  </a:lnTo>
                  <a:close/>
                </a:path>
                <a:path w="836930" h="3082290">
                  <a:moveTo>
                    <a:pt x="749871" y="535876"/>
                  </a:moveTo>
                  <a:lnTo>
                    <a:pt x="693407" y="535876"/>
                  </a:lnTo>
                  <a:lnTo>
                    <a:pt x="693407" y="570763"/>
                  </a:lnTo>
                  <a:lnTo>
                    <a:pt x="749871" y="570763"/>
                  </a:lnTo>
                  <a:lnTo>
                    <a:pt x="749871" y="535876"/>
                  </a:lnTo>
                  <a:close/>
                </a:path>
                <a:path w="836930" h="3082290">
                  <a:moveTo>
                    <a:pt x="750049" y="586295"/>
                  </a:moveTo>
                  <a:lnTo>
                    <a:pt x="693572" y="586295"/>
                  </a:lnTo>
                  <a:lnTo>
                    <a:pt x="693572" y="621182"/>
                  </a:lnTo>
                  <a:lnTo>
                    <a:pt x="750049" y="621182"/>
                  </a:lnTo>
                  <a:lnTo>
                    <a:pt x="750049" y="586295"/>
                  </a:lnTo>
                  <a:close/>
                </a:path>
                <a:path w="836930" h="3082290">
                  <a:moveTo>
                    <a:pt x="750303" y="184099"/>
                  </a:moveTo>
                  <a:lnTo>
                    <a:pt x="705612" y="184099"/>
                  </a:lnTo>
                  <a:lnTo>
                    <a:pt x="705612" y="211721"/>
                  </a:lnTo>
                  <a:lnTo>
                    <a:pt x="750303" y="211721"/>
                  </a:lnTo>
                  <a:lnTo>
                    <a:pt x="750303" y="184099"/>
                  </a:lnTo>
                  <a:close/>
                </a:path>
                <a:path w="836930" h="3082290">
                  <a:moveTo>
                    <a:pt x="836549" y="535876"/>
                  </a:moveTo>
                  <a:lnTo>
                    <a:pt x="780084" y="535876"/>
                  </a:lnTo>
                  <a:lnTo>
                    <a:pt x="780084" y="570763"/>
                  </a:lnTo>
                  <a:lnTo>
                    <a:pt x="836549" y="570763"/>
                  </a:lnTo>
                  <a:lnTo>
                    <a:pt x="836549" y="535876"/>
                  </a:lnTo>
                  <a:close/>
                </a:path>
                <a:path w="836930" h="3082290">
                  <a:moveTo>
                    <a:pt x="836726" y="586295"/>
                  </a:moveTo>
                  <a:lnTo>
                    <a:pt x="780249" y="586295"/>
                  </a:lnTo>
                  <a:lnTo>
                    <a:pt x="780249" y="621182"/>
                  </a:lnTo>
                  <a:lnTo>
                    <a:pt x="836726" y="621182"/>
                  </a:lnTo>
                  <a:lnTo>
                    <a:pt x="836726" y="586295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 descr=""/>
            <p:cNvSpPr/>
            <p:nvPr/>
          </p:nvSpPr>
          <p:spPr>
            <a:xfrm>
              <a:off x="1595932" y="5864942"/>
              <a:ext cx="836930" cy="472440"/>
            </a:xfrm>
            <a:custGeom>
              <a:avLst/>
              <a:gdLst/>
              <a:ahLst/>
              <a:cxnLst/>
              <a:rect l="l" t="t" r="r" b="b"/>
              <a:pathLst>
                <a:path w="836930" h="472439">
                  <a:moveTo>
                    <a:pt x="56476" y="239788"/>
                  </a:moveTo>
                  <a:lnTo>
                    <a:pt x="0" y="239788"/>
                  </a:lnTo>
                  <a:lnTo>
                    <a:pt x="0" y="274675"/>
                  </a:lnTo>
                  <a:lnTo>
                    <a:pt x="56476" y="274675"/>
                  </a:lnTo>
                  <a:lnTo>
                    <a:pt x="56476" y="239788"/>
                  </a:lnTo>
                  <a:close/>
                </a:path>
                <a:path w="836930" h="472439">
                  <a:moveTo>
                    <a:pt x="56476" y="96735"/>
                  </a:moveTo>
                  <a:lnTo>
                    <a:pt x="0" y="96735"/>
                  </a:lnTo>
                  <a:lnTo>
                    <a:pt x="0" y="131622"/>
                  </a:lnTo>
                  <a:lnTo>
                    <a:pt x="56476" y="131622"/>
                  </a:lnTo>
                  <a:lnTo>
                    <a:pt x="56476" y="96735"/>
                  </a:lnTo>
                  <a:close/>
                </a:path>
                <a:path w="836930" h="472439">
                  <a:moveTo>
                    <a:pt x="56565" y="48069"/>
                  </a:moveTo>
                  <a:lnTo>
                    <a:pt x="101" y="48069"/>
                  </a:lnTo>
                  <a:lnTo>
                    <a:pt x="101" y="82956"/>
                  </a:lnTo>
                  <a:lnTo>
                    <a:pt x="56565" y="82956"/>
                  </a:lnTo>
                  <a:lnTo>
                    <a:pt x="56565" y="48069"/>
                  </a:lnTo>
                  <a:close/>
                </a:path>
                <a:path w="836930" h="472439">
                  <a:moveTo>
                    <a:pt x="56565" y="0"/>
                  </a:moveTo>
                  <a:lnTo>
                    <a:pt x="101" y="0"/>
                  </a:lnTo>
                  <a:lnTo>
                    <a:pt x="101" y="34886"/>
                  </a:lnTo>
                  <a:lnTo>
                    <a:pt x="56565" y="34886"/>
                  </a:lnTo>
                  <a:lnTo>
                    <a:pt x="56565" y="0"/>
                  </a:lnTo>
                  <a:close/>
                </a:path>
                <a:path w="836930" h="472439">
                  <a:moveTo>
                    <a:pt x="56654" y="389483"/>
                  </a:moveTo>
                  <a:lnTo>
                    <a:pt x="177" y="389483"/>
                  </a:lnTo>
                  <a:lnTo>
                    <a:pt x="177" y="424370"/>
                  </a:lnTo>
                  <a:lnTo>
                    <a:pt x="56654" y="424370"/>
                  </a:lnTo>
                  <a:lnTo>
                    <a:pt x="56654" y="389483"/>
                  </a:lnTo>
                  <a:close/>
                </a:path>
                <a:path w="836930" h="472439">
                  <a:moveTo>
                    <a:pt x="56654" y="338277"/>
                  </a:moveTo>
                  <a:lnTo>
                    <a:pt x="177" y="338277"/>
                  </a:lnTo>
                  <a:lnTo>
                    <a:pt x="177" y="373164"/>
                  </a:lnTo>
                  <a:lnTo>
                    <a:pt x="56654" y="373164"/>
                  </a:lnTo>
                  <a:lnTo>
                    <a:pt x="56654" y="338277"/>
                  </a:lnTo>
                  <a:close/>
                </a:path>
                <a:path w="836930" h="472439">
                  <a:moveTo>
                    <a:pt x="56654" y="290207"/>
                  </a:moveTo>
                  <a:lnTo>
                    <a:pt x="177" y="290207"/>
                  </a:lnTo>
                  <a:lnTo>
                    <a:pt x="177" y="325094"/>
                  </a:lnTo>
                  <a:lnTo>
                    <a:pt x="56654" y="325094"/>
                  </a:lnTo>
                  <a:lnTo>
                    <a:pt x="56654" y="290207"/>
                  </a:lnTo>
                  <a:close/>
                </a:path>
                <a:path w="836930" h="472439">
                  <a:moveTo>
                    <a:pt x="56654" y="195224"/>
                  </a:moveTo>
                  <a:lnTo>
                    <a:pt x="177" y="195224"/>
                  </a:lnTo>
                  <a:lnTo>
                    <a:pt x="177" y="230111"/>
                  </a:lnTo>
                  <a:lnTo>
                    <a:pt x="56654" y="230111"/>
                  </a:lnTo>
                  <a:lnTo>
                    <a:pt x="56654" y="195224"/>
                  </a:lnTo>
                  <a:close/>
                </a:path>
                <a:path w="836930" h="472439">
                  <a:moveTo>
                    <a:pt x="56654" y="147154"/>
                  </a:moveTo>
                  <a:lnTo>
                    <a:pt x="177" y="147154"/>
                  </a:lnTo>
                  <a:lnTo>
                    <a:pt x="177" y="182041"/>
                  </a:lnTo>
                  <a:lnTo>
                    <a:pt x="56654" y="182041"/>
                  </a:lnTo>
                  <a:lnTo>
                    <a:pt x="56654" y="147154"/>
                  </a:lnTo>
                  <a:close/>
                </a:path>
                <a:path w="836930" h="472439">
                  <a:moveTo>
                    <a:pt x="143154" y="239788"/>
                  </a:moveTo>
                  <a:lnTo>
                    <a:pt x="86677" y="239788"/>
                  </a:lnTo>
                  <a:lnTo>
                    <a:pt x="86677" y="274675"/>
                  </a:lnTo>
                  <a:lnTo>
                    <a:pt x="143154" y="274675"/>
                  </a:lnTo>
                  <a:lnTo>
                    <a:pt x="143154" y="239788"/>
                  </a:lnTo>
                  <a:close/>
                </a:path>
                <a:path w="836930" h="472439">
                  <a:moveTo>
                    <a:pt x="143154" y="96735"/>
                  </a:moveTo>
                  <a:lnTo>
                    <a:pt x="86677" y="96735"/>
                  </a:lnTo>
                  <a:lnTo>
                    <a:pt x="86677" y="131622"/>
                  </a:lnTo>
                  <a:lnTo>
                    <a:pt x="143154" y="131622"/>
                  </a:lnTo>
                  <a:lnTo>
                    <a:pt x="143154" y="96735"/>
                  </a:lnTo>
                  <a:close/>
                </a:path>
                <a:path w="836930" h="472439">
                  <a:moveTo>
                    <a:pt x="143243" y="48069"/>
                  </a:moveTo>
                  <a:lnTo>
                    <a:pt x="86779" y="48069"/>
                  </a:lnTo>
                  <a:lnTo>
                    <a:pt x="86779" y="82956"/>
                  </a:lnTo>
                  <a:lnTo>
                    <a:pt x="143243" y="82956"/>
                  </a:lnTo>
                  <a:lnTo>
                    <a:pt x="143243" y="48069"/>
                  </a:lnTo>
                  <a:close/>
                </a:path>
                <a:path w="836930" h="472439">
                  <a:moveTo>
                    <a:pt x="143243" y="0"/>
                  </a:moveTo>
                  <a:lnTo>
                    <a:pt x="86779" y="0"/>
                  </a:lnTo>
                  <a:lnTo>
                    <a:pt x="86779" y="34886"/>
                  </a:lnTo>
                  <a:lnTo>
                    <a:pt x="143243" y="34886"/>
                  </a:lnTo>
                  <a:lnTo>
                    <a:pt x="143243" y="0"/>
                  </a:lnTo>
                  <a:close/>
                </a:path>
                <a:path w="836930" h="472439">
                  <a:moveTo>
                    <a:pt x="143332" y="389483"/>
                  </a:moveTo>
                  <a:lnTo>
                    <a:pt x="86855" y="389483"/>
                  </a:lnTo>
                  <a:lnTo>
                    <a:pt x="86855" y="424370"/>
                  </a:lnTo>
                  <a:lnTo>
                    <a:pt x="143332" y="424370"/>
                  </a:lnTo>
                  <a:lnTo>
                    <a:pt x="143332" y="389483"/>
                  </a:lnTo>
                  <a:close/>
                </a:path>
                <a:path w="836930" h="472439">
                  <a:moveTo>
                    <a:pt x="143332" y="338277"/>
                  </a:moveTo>
                  <a:lnTo>
                    <a:pt x="86855" y="338277"/>
                  </a:lnTo>
                  <a:lnTo>
                    <a:pt x="86855" y="373164"/>
                  </a:lnTo>
                  <a:lnTo>
                    <a:pt x="143332" y="373164"/>
                  </a:lnTo>
                  <a:lnTo>
                    <a:pt x="143332" y="338277"/>
                  </a:lnTo>
                  <a:close/>
                </a:path>
                <a:path w="836930" h="472439">
                  <a:moveTo>
                    <a:pt x="143332" y="290207"/>
                  </a:moveTo>
                  <a:lnTo>
                    <a:pt x="86855" y="290207"/>
                  </a:lnTo>
                  <a:lnTo>
                    <a:pt x="86855" y="325094"/>
                  </a:lnTo>
                  <a:lnTo>
                    <a:pt x="143332" y="325094"/>
                  </a:lnTo>
                  <a:lnTo>
                    <a:pt x="143332" y="290207"/>
                  </a:lnTo>
                  <a:close/>
                </a:path>
                <a:path w="836930" h="472439">
                  <a:moveTo>
                    <a:pt x="143332" y="195224"/>
                  </a:moveTo>
                  <a:lnTo>
                    <a:pt x="86855" y="195224"/>
                  </a:lnTo>
                  <a:lnTo>
                    <a:pt x="86855" y="230111"/>
                  </a:lnTo>
                  <a:lnTo>
                    <a:pt x="143332" y="230111"/>
                  </a:lnTo>
                  <a:lnTo>
                    <a:pt x="143332" y="195224"/>
                  </a:lnTo>
                  <a:close/>
                </a:path>
                <a:path w="836930" h="472439">
                  <a:moveTo>
                    <a:pt x="143332" y="147154"/>
                  </a:moveTo>
                  <a:lnTo>
                    <a:pt x="86855" y="147154"/>
                  </a:lnTo>
                  <a:lnTo>
                    <a:pt x="86855" y="182041"/>
                  </a:lnTo>
                  <a:lnTo>
                    <a:pt x="143332" y="182041"/>
                  </a:lnTo>
                  <a:lnTo>
                    <a:pt x="143332" y="147154"/>
                  </a:lnTo>
                  <a:close/>
                </a:path>
                <a:path w="836930" h="472439">
                  <a:moveTo>
                    <a:pt x="229831" y="239788"/>
                  </a:moveTo>
                  <a:lnTo>
                    <a:pt x="173355" y="239788"/>
                  </a:lnTo>
                  <a:lnTo>
                    <a:pt x="173355" y="274675"/>
                  </a:lnTo>
                  <a:lnTo>
                    <a:pt x="229831" y="274675"/>
                  </a:lnTo>
                  <a:lnTo>
                    <a:pt x="229831" y="239788"/>
                  </a:lnTo>
                  <a:close/>
                </a:path>
                <a:path w="836930" h="472439">
                  <a:moveTo>
                    <a:pt x="229831" y="96735"/>
                  </a:moveTo>
                  <a:lnTo>
                    <a:pt x="173355" y="96735"/>
                  </a:lnTo>
                  <a:lnTo>
                    <a:pt x="173355" y="131622"/>
                  </a:lnTo>
                  <a:lnTo>
                    <a:pt x="229831" y="131622"/>
                  </a:lnTo>
                  <a:lnTo>
                    <a:pt x="229831" y="96735"/>
                  </a:lnTo>
                  <a:close/>
                </a:path>
                <a:path w="836930" h="472439">
                  <a:moveTo>
                    <a:pt x="229908" y="48069"/>
                  </a:moveTo>
                  <a:lnTo>
                    <a:pt x="173443" y="48069"/>
                  </a:lnTo>
                  <a:lnTo>
                    <a:pt x="173443" y="82956"/>
                  </a:lnTo>
                  <a:lnTo>
                    <a:pt x="229908" y="82956"/>
                  </a:lnTo>
                  <a:lnTo>
                    <a:pt x="229908" y="48069"/>
                  </a:lnTo>
                  <a:close/>
                </a:path>
                <a:path w="836930" h="472439">
                  <a:moveTo>
                    <a:pt x="229908" y="0"/>
                  </a:moveTo>
                  <a:lnTo>
                    <a:pt x="173443" y="0"/>
                  </a:lnTo>
                  <a:lnTo>
                    <a:pt x="173443" y="34886"/>
                  </a:lnTo>
                  <a:lnTo>
                    <a:pt x="229908" y="34886"/>
                  </a:lnTo>
                  <a:lnTo>
                    <a:pt x="229908" y="0"/>
                  </a:lnTo>
                  <a:close/>
                </a:path>
                <a:path w="836930" h="472439">
                  <a:moveTo>
                    <a:pt x="230009" y="389483"/>
                  </a:moveTo>
                  <a:lnTo>
                    <a:pt x="173532" y="389483"/>
                  </a:lnTo>
                  <a:lnTo>
                    <a:pt x="173532" y="424370"/>
                  </a:lnTo>
                  <a:lnTo>
                    <a:pt x="230009" y="424370"/>
                  </a:lnTo>
                  <a:lnTo>
                    <a:pt x="230009" y="389483"/>
                  </a:lnTo>
                  <a:close/>
                </a:path>
                <a:path w="836930" h="472439">
                  <a:moveTo>
                    <a:pt x="230009" y="338277"/>
                  </a:moveTo>
                  <a:lnTo>
                    <a:pt x="173532" y="338277"/>
                  </a:lnTo>
                  <a:lnTo>
                    <a:pt x="173532" y="373164"/>
                  </a:lnTo>
                  <a:lnTo>
                    <a:pt x="230009" y="373164"/>
                  </a:lnTo>
                  <a:lnTo>
                    <a:pt x="230009" y="338277"/>
                  </a:lnTo>
                  <a:close/>
                </a:path>
                <a:path w="836930" h="472439">
                  <a:moveTo>
                    <a:pt x="230009" y="290207"/>
                  </a:moveTo>
                  <a:lnTo>
                    <a:pt x="173532" y="290207"/>
                  </a:lnTo>
                  <a:lnTo>
                    <a:pt x="173532" y="325094"/>
                  </a:lnTo>
                  <a:lnTo>
                    <a:pt x="230009" y="325094"/>
                  </a:lnTo>
                  <a:lnTo>
                    <a:pt x="230009" y="290207"/>
                  </a:lnTo>
                  <a:close/>
                </a:path>
                <a:path w="836930" h="472439">
                  <a:moveTo>
                    <a:pt x="230009" y="195224"/>
                  </a:moveTo>
                  <a:lnTo>
                    <a:pt x="173532" y="195224"/>
                  </a:lnTo>
                  <a:lnTo>
                    <a:pt x="173532" y="230111"/>
                  </a:lnTo>
                  <a:lnTo>
                    <a:pt x="230009" y="230111"/>
                  </a:lnTo>
                  <a:lnTo>
                    <a:pt x="230009" y="195224"/>
                  </a:lnTo>
                  <a:close/>
                </a:path>
                <a:path w="836930" h="472439">
                  <a:moveTo>
                    <a:pt x="230009" y="147154"/>
                  </a:moveTo>
                  <a:lnTo>
                    <a:pt x="173532" y="147154"/>
                  </a:lnTo>
                  <a:lnTo>
                    <a:pt x="173532" y="182041"/>
                  </a:lnTo>
                  <a:lnTo>
                    <a:pt x="230009" y="182041"/>
                  </a:lnTo>
                  <a:lnTo>
                    <a:pt x="230009" y="147154"/>
                  </a:lnTo>
                  <a:close/>
                </a:path>
                <a:path w="836930" h="472439">
                  <a:moveTo>
                    <a:pt x="403186" y="239788"/>
                  </a:moveTo>
                  <a:lnTo>
                    <a:pt x="346710" y="239788"/>
                  </a:lnTo>
                  <a:lnTo>
                    <a:pt x="346710" y="274675"/>
                  </a:lnTo>
                  <a:lnTo>
                    <a:pt x="403186" y="274675"/>
                  </a:lnTo>
                  <a:lnTo>
                    <a:pt x="403186" y="239788"/>
                  </a:lnTo>
                  <a:close/>
                </a:path>
                <a:path w="836930" h="472439">
                  <a:moveTo>
                    <a:pt x="403186" y="96735"/>
                  </a:moveTo>
                  <a:lnTo>
                    <a:pt x="346710" y="96735"/>
                  </a:lnTo>
                  <a:lnTo>
                    <a:pt x="346710" y="131622"/>
                  </a:lnTo>
                  <a:lnTo>
                    <a:pt x="403186" y="131622"/>
                  </a:lnTo>
                  <a:lnTo>
                    <a:pt x="403186" y="96735"/>
                  </a:lnTo>
                  <a:close/>
                </a:path>
                <a:path w="836930" h="472439">
                  <a:moveTo>
                    <a:pt x="403263" y="48069"/>
                  </a:moveTo>
                  <a:lnTo>
                    <a:pt x="346798" y="48069"/>
                  </a:lnTo>
                  <a:lnTo>
                    <a:pt x="346798" y="82956"/>
                  </a:lnTo>
                  <a:lnTo>
                    <a:pt x="403263" y="82956"/>
                  </a:lnTo>
                  <a:lnTo>
                    <a:pt x="403263" y="48069"/>
                  </a:lnTo>
                  <a:close/>
                </a:path>
                <a:path w="836930" h="472439">
                  <a:moveTo>
                    <a:pt x="403263" y="0"/>
                  </a:moveTo>
                  <a:lnTo>
                    <a:pt x="346798" y="0"/>
                  </a:lnTo>
                  <a:lnTo>
                    <a:pt x="346798" y="34886"/>
                  </a:lnTo>
                  <a:lnTo>
                    <a:pt x="403263" y="34886"/>
                  </a:lnTo>
                  <a:lnTo>
                    <a:pt x="403263" y="0"/>
                  </a:lnTo>
                  <a:close/>
                </a:path>
                <a:path w="836930" h="472439">
                  <a:moveTo>
                    <a:pt x="403352" y="389483"/>
                  </a:moveTo>
                  <a:lnTo>
                    <a:pt x="346875" y="389483"/>
                  </a:lnTo>
                  <a:lnTo>
                    <a:pt x="346875" y="424370"/>
                  </a:lnTo>
                  <a:lnTo>
                    <a:pt x="403352" y="424370"/>
                  </a:lnTo>
                  <a:lnTo>
                    <a:pt x="403352" y="389483"/>
                  </a:lnTo>
                  <a:close/>
                </a:path>
                <a:path w="836930" h="472439">
                  <a:moveTo>
                    <a:pt x="403352" y="338277"/>
                  </a:moveTo>
                  <a:lnTo>
                    <a:pt x="346875" y="338277"/>
                  </a:lnTo>
                  <a:lnTo>
                    <a:pt x="346875" y="373164"/>
                  </a:lnTo>
                  <a:lnTo>
                    <a:pt x="403352" y="373164"/>
                  </a:lnTo>
                  <a:lnTo>
                    <a:pt x="403352" y="338277"/>
                  </a:lnTo>
                  <a:close/>
                </a:path>
                <a:path w="836930" h="472439">
                  <a:moveTo>
                    <a:pt x="403352" y="290207"/>
                  </a:moveTo>
                  <a:lnTo>
                    <a:pt x="346875" y="290207"/>
                  </a:lnTo>
                  <a:lnTo>
                    <a:pt x="346875" y="325094"/>
                  </a:lnTo>
                  <a:lnTo>
                    <a:pt x="403352" y="325094"/>
                  </a:lnTo>
                  <a:lnTo>
                    <a:pt x="403352" y="290207"/>
                  </a:lnTo>
                  <a:close/>
                </a:path>
                <a:path w="836930" h="472439">
                  <a:moveTo>
                    <a:pt x="403352" y="195224"/>
                  </a:moveTo>
                  <a:lnTo>
                    <a:pt x="346875" y="195224"/>
                  </a:lnTo>
                  <a:lnTo>
                    <a:pt x="346875" y="230111"/>
                  </a:lnTo>
                  <a:lnTo>
                    <a:pt x="403352" y="230111"/>
                  </a:lnTo>
                  <a:lnTo>
                    <a:pt x="403352" y="195224"/>
                  </a:lnTo>
                  <a:close/>
                </a:path>
                <a:path w="836930" h="472439">
                  <a:moveTo>
                    <a:pt x="403352" y="147154"/>
                  </a:moveTo>
                  <a:lnTo>
                    <a:pt x="346875" y="147154"/>
                  </a:lnTo>
                  <a:lnTo>
                    <a:pt x="346875" y="182041"/>
                  </a:lnTo>
                  <a:lnTo>
                    <a:pt x="403352" y="182041"/>
                  </a:lnTo>
                  <a:lnTo>
                    <a:pt x="403352" y="147154"/>
                  </a:lnTo>
                  <a:close/>
                </a:path>
                <a:path w="836930" h="472439">
                  <a:moveTo>
                    <a:pt x="489864" y="239788"/>
                  </a:moveTo>
                  <a:lnTo>
                    <a:pt x="433387" y="239788"/>
                  </a:lnTo>
                  <a:lnTo>
                    <a:pt x="433387" y="274675"/>
                  </a:lnTo>
                  <a:lnTo>
                    <a:pt x="489864" y="274675"/>
                  </a:lnTo>
                  <a:lnTo>
                    <a:pt x="489864" y="239788"/>
                  </a:lnTo>
                  <a:close/>
                </a:path>
                <a:path w="836930" h="472439">
                  <a:moveTo>
                    <a:pt x="489864" y="96735"/>
                  </a:moveTo>
                  <a:lnTo>
                    <a:pt x="433387" y="96735"/>
                  </a:lnTo>
                  <a:lnTo>
                    <a:pt x="433387" y="131622"/>
                  </a:lnTo>
                  <a:lnTo>
                    <a:pt x="489864" y="131622"/>
                  </a:lnTo>
                  <a:lnTo>
                    <a:pt x="489864" y="96735"/>
                  </a:lnTo>
                  <a:close/>
                </a:path>
                <a:path w="836930" h="472439">
                  <a:moveTo>
                    <a:pt x="489940" y="48069"/>
                  </a:moveTo>
                  <a:lnTo>
                    <a:pt x="433476" y="48069"/>
                  </a:lnTo>
                  <a:lnTo>
                    <a:pt x="433476" y="82956"/>
                  </a:lnTo>
                  <a:lnTo>
                    <a:pt x="489940" y="82956"/>
                  </a:lnTo>
                  <a:lnTo>
                    <a:pt x="489940" y="48069"/>
                  </a:lnTo>
                  <a:close/>
                </a:path>
                <a:path w="836930" h="472439">
                  <a:moveTo>
                    <a:pt x="489940" y="0"/>
                  </a:moveTo>
                  <a:lnTo>
                    <a:pt x="433476" y="0"/>
                  </a:lnTo>
                  <a:lnTo>
                    <a:pt x="433476" y="34886"/>
                  </a:lnTo>
                  <a:lnTo>
                    <a:pt x="489940" y="34886"/>
                  </a:lnTo>
                  <a:lnTo>
                    <a:pt x="489940" y="0"/>
                  </a:lnTo>
                  <a:close/>
                </a:path>
                <a:path w="836930" h="472439">
                  <a:moveTo>
                    <a:pt x="490029" y="389483"/>
                  </a:moveTo>
                  <a:lnTo>
                    <a:pt x="433565" y="389483"/>
                  </a:lnTo>
                  <a:lnTo>
                    <a:pt x="433565" y="424370"/>
                  </a:lnTo>
                  <a:lnTo>
                    <a:pt x="490029" y="424370"/>
                  </a:lnTo>
                  <a:lnTo>
                    <a:pt x="490029" y="389483"/>
                  </a:lnTo>
                  <a:close/>
                </a:path>
                <a:path w="836930" h="472439">
                  <a:moveTo>
                    <a:pt x="490029" y="338277"/>
                  </a:moveTo>
                  <a:lnTo>
                    <a:pt x="433565" y="338277"/>
                  </a:lnTo>
                  <a:lnTo>
                    <a:pt x="433565" y="373164"/>
                  </a:lnTo>
                  <a:lnTo>
                    <a:pt x="490029" y="373164"/>
                  </a:lnTo>
                  <a:lnTo>
                    <a:pt x="490029" y="338277"/>
                  </a:lnTo>
                  <a:close/>
                </a:path>
                <a:path w="836930" h="472439">
                  <a:moveTo>
                    <a:pt x="490029" y="290207"/>
                  </a:moveTo>
                  <a:lnTo>
                    <a:pt x="433565" y="290207"/>
                  </a:lnTo>
                  <a:lnTo>
                    <a:pt x="433565" y="325094"/>
                  </a:lnTo>
                  <a:lnTo>
                    <a:pt x="490029" y="325094"/>
                  </a:lnTo>
                  <a:lnTo>
                    <a:pt x="490029" y="290207"/>
                  </a:lnTo>
                  <a:close/>
                </a:path>
                <a:path w="836930" h="472439">
                  <a:moveTo>
                    <a:pt x="490029" y="195224"/>
                  </a:moveTo>
                  <a:lnTo>
                    <a:pt x="433565" y="195224"/>
                  </a:lnTo>
                  <a:lnTo>
                    <a:pt x="433565" y="230111"/>
                  </a:lnTo>
                  <a:lnTo>
                    <a:pt x="490029" y="230111"/>
                  </a:lnTo>
                  <a:lnTo>
                    <a:pt x="490029" y="195224"/>
                  </a:lnTo>
                  <a:close/>
                </a:path>
                <a:path w="836930" h="472439">
                  <a:moveTo>
                    <a:pt x="490029" y="147154"/>
                  </a:moveTo>
                  <a:lnTo>
                    <a:pt x="433565" y="147154"/>
                  </a:lnTo>
                  <a:lnTo>
                    <a:pt x="433565" y="182041"/>
                  </a:lnTo>
                  <a:lnTo>
                    <a:pt x="490029" y="182041"/>
                  </a:lnTo>
                  <a:lnTo>
                    <a:pt x="490029" y="147154"/>
                  </a:lnTo>
                  <a:close/>
                </a:path>
                <a:path w="836930" h="472439">
                  <a:moveTo>
                    <a:pt x="663206" y="239788"/>
                  </a:moveTo>
                  <a:lnTo>
                    <a:pt x="606742" y="239788"/>
                  </a:lnTo>
                  <a:lnTo>
                    <a:pt x="606742" y="274675"/>
                  </a:lnTo>
                  <a:lnTo>
                    <a:pt x="663206" y="274675"/>
                  </a:lnTo>
                  <a:lnTo>
                    <a:pt x="663206" y="239788"/>
                  </a:lnTo>
                  <a:close/>
                </a:path>
                <a:path w="836930" h="472439">
                  <a:moveTo>
                    <a:pt x="663206" y="96735"/>
                  </a:moveTo>
                  <a:lnTo>
                    <a:pt x="606742" y="96735"/>
                  </a:lnTo>
                  <a:lnTo>
                    <a:pt x="606742" y="131622"/>
                  </a:lnTo>
                  <a:lnTo>
                    <a:pt x="663206" y="131622"/>
                  </a:lnTo>
                  <a:lnTo>
                    <a:pt x="663206" y="96735"/>
                  </a:lnTo>
                  <a:close/>
                </a:path>
                <a:path w="836930" h="472439">
                  <a:moveTo>
                    <a:pt x="663295" y="48069"/>
                  </a:moveTo>
                  <a:lnTo>
                    <a:pt x="606831" y="48069"/>
                  </a:lnTo>
                  <a:lnTo>
                    <a:pt x="606831" y="82956"/>
                  </a:lnTo>
                  <a:lnTo>
                    <a:pt x="663295" y="82956"/>
                  </a:lnTo>
                  <a:lnTo>
                    <a:pt x="663295" y="48069"/>
                  </a:lnTo>
                  <a:close/>
                </a:path>
                <a:path w="836930" h="472439">
                  <a:moveTo>
                    <a:pt x="663295" y="0"/>
                  </a:moveTo>
                  <a:lnTo>
                    <a:pt x="606831" y="0"/>
                  </a:lnTo>
                  <a:lnTo>
                    <a:pt x="606831" y="34886"/>
                  </a:lnTo>
                  <a:lnTo>
                    <a:pt x="663295" y="34886"/>
                  </a:lnTo>
                  <a:lnTo>
                    <a:pt x="663295" y="0"/>
                  </a:lnTo>
                  <a:close/>
                </a:path>
                <a:path w="836930" h="472439">
                  <a:moveTo>
                    <a:pt x="663384" y="389483"/>
                  </a:moveTo>
                  <a:lnTo>
                    <a:pt x="606920" y="389483"/>
                  </a:lnTo>
                  <a:lnTo>
                    <a:pt x="606920" y="424370"/>
                  </a:lnTo>
                  <a:lnTo>
                    <a:pt x="663384" y="424370"/>
                  </a:lnTo>
                  <a:lnTo>
                    <a:pt x="663384" y="389483"/>
                  </a:lnTo>
                  <a:close/>
                </a:path>
                <a:path w="836930" h="472439">
                  <a:moveTo>
                    <a:pt x="663384" y="338277"/>
                  </a:moveTo>
                  <a:lnTo>
                    <a:pt x="606920" y="338277"/>
                  </a:lnTo>
                  <a:lnTo>
                    <a:pt x="606920" y="373164"/>
                  </a:lnTo>
                  <a:lnTo>
                    <a:pt x="663384" y="373164"/>
                  </a:lnTo>
                  <a:lnTo>
                    <a:pt x="663384" y="338277"/>
                  </a:lnTo>
                  <a:close/>
                </a:path>
                <a:path w="836930" h="472439">
                  <a:moveTo>
                    <a:pt x="663384" y="290207"/>
                  </a:moveTo>
                  <a:lnTo>
                    <a:pt x="606920" y="290207"/>
                  </a:lnTo>
                  <a:lnTo>
                    <a:pt x="606920" y="325094"/>
                  </a:lnTo>
                  <a:lnTo>
                    <a:pt x="663384" y="325094"/>
                  </a:lnTo>
                  <a:lnTo>
                    <a:pt x="663384" y="290207"/>
                  </a:lnTo>
                  <a:close/>
                </a:path>
                <a:path w="836930" h="472439">
                  <a:moveTo>
                    <a:pt x="663384" y="195224"/>
                  </a:moveTo>
                  <a:lnTo>
                    <a:pt x="606920" y="195224"/>
                  </a:lnTo>
                  <a:lnTo>
                    <a:pt x="606920" y="230111"/>
                  </a:lnTo>
                  <a:lnTo>
                    <a:pt x="663384" y="230111"/>
                  </a:lnTo>
                  <a:lnTo>
                    <a:pt x="663384" y="195224"/>
                  </a:lnTo>
                  <a:close/>
                </a:path>
                <a:path w="836930" h="472439">
                  <a:moveTo>
                    <a:pt x="663384" y="147154"/>
                  </a:moveTo>
                  <a:lnTo>
                    <a:pt x="606920" y="147154"/>
                  </a:lnTo>
                  <a:lnTo>
                    <a:pt x="606920" y="182041"/>
                  </a:lnTo>
                  <a:lnTo>
                    <a:pt x="663384" y="182041"/>
                  </a:lnTo>
                  <a:lnTo>
                    <a:pt x="663384" y="147154"/>
                  </a:lnTo>
                  <a:close/>
                </a:path>
                <a:path w="836930" h="472439">
                  <a:moveTo>
                    <a:pt x="749884" y="239788"/>
                  </a:moveTo>
                  <a:lnTo>
                    <a:pt x="693420" y="239788"/>
                  </a:lnTo>
                  <a:lnTo>
                    <a:pt x="693420" y="274675"/>
                  </a:lnTo>
                  <a:lnTo>
                    <a:pt x="749884" y="274675"/>
                  </a:lnTo>
                  <a:lnTo>
                    <a:pt x="749884" y="239788"/>
                  </a:lnTo>
                  <a:close/>
                </a:path>
                <a:path w="836930" h="472439">
                  <a:moveTo>
                    <a:pt x="749884" y="96735"/>
                  </a:moveTo>
                  <a:lnTo>
                    <a:pt x="693420" y="96735"/>
                  </a:lnTo>
                  <a:lnTo>
                    <a:pt x="693420" y="131622"/>
                  </a:lnTo>
                  <a:lnTo>
                    <a:pt x="749884" y="131622"/>
                  </a:lnTo>
                  <a:lnTo>
                    <a:pt x="749884" y="96735"/>
                  </a:lnTo>
                  <a:close/>
                </a:path>
                <a:path w="836930" h="472439">
                  <a:moveTo>
                    <a:pt x="749973" y="48069"/>
                  </a:moveTo>
                  <a:lnTo>
                    <a:pt x="693496" y="48069"/>
                  </a:lnTo>
                  <a:lnTo>
                    <a:pt x="693496" y="82956"/>
                  </a:lnTo>
                  <a:lnTo>
                    <a:pt x="749973" y="82956"/>
                  </a:lnTo>
                  <a:lnTo>
                    <a:pt x="749973" y="48069"/>
                  </a:lnTo>
                  <a:close/>
                </a:path>
                <a:path w="836930" h="472439">
                  <a:moveTo>
                    <a:pt x="750062" y="389483"/>
                  </a:moveTo>
                  <a:lnTo>
                    <a:pt x="693597" y="389483"/>
                  </a:lnTo>
                  <a:lnTo>
                    <a:pt x="693597" y="424370"/>
                  </a:lnTo>
                  <a:lnTo>
                    <a:pt x="750062" y="424370"/>
                  </a:lnTo>
                  <a:lnTo>
                    <a:pt x="750062" y="389483"/>
                  </a:lnTo>
                  <a:close/>
                </a:path>
                <a:path w="836930" h="472439">
                  <a:moveTo>
                    <a:pt x="750062" y="338277"/>
                  </a:moveTo>
                  <a:lnTo>
                    <a:pt x="693597" y="338277"/>
                  </a:lnTo>
                  <a:lnTo>
                    <a:pt x="693597" y="373164"/>
                  </a:lnTo>
                  <a:lnTo>
                    <a:pt x="750062" y="373164"/>
                  </a:lnTo>
                  <a:lnTo>
                    <a:pt x="750062" y="338277"/>
                  </a:lnTo>
                  <a:close/>
                </a:path>
                <a:path w="836930" h="472439">
                  <a:moveTo>
                    <a:pt x="750062" y="290207"/>
                  </a:moveTo>
                  <a:lnTo>
                    <a:pt x="693597" y="290207"/>
                  </a:lnTo>
                  <a:lnTo>
                    <a:pt x="693597" y="325094"/>
                  </a:lnTo>
                  <a:lnTo>
                    <a:pt x="750062" y="325094"/>
                  </a:lnTo>
                  <a:lnTo>
                    <a:pt x="750062" y="290207"/>
                  </a:lnTo>
                  <a:close/>
                </a:path>
                <a:path w="836930" h="472439">
                  <a:moveTo>
                    <a:pt x="750062" y="195224"/>
                  </a:moveTo>
                  <a:lnTo>
                    <a:pt x="693597" y="195224"/>
                  </a:lnTo>
                  <a:lnTo>
                    <a:pt x="693597" y="230111"/>
                  </a:lnTo>
                  <a:lnTo>
                    <a:pt x="750062" y="230111"/>
                  </a:lnTo>
                  <a:lnTo>
                    <a:pt x="750062" y="195224"/>
                  </a:lnTo>
                  <a:close/>
                </a:path>
                <a:path w="836930" h="472439">
                  <a:moveTo>
                    <a:pt x="750062" y="147154"/>
                  </a:moveTo>
                  <a:lnTo>
                    <a:pt x="693597" y="147154"/>
                  </a:lnTo>
                  <a:lnTo>
                    <a:pt x="693597" y="182041"/>
                  </a:lnTo>
                  <a:lnTo>
                    <a:pt x="750062" y="182041"/>
                  </a:lnTo>
                  <a:lnTo>
                    <a:pt x="750062" y="147154"/>
                  </a:lnTo>
                  <a:close/>
                </a:path>
                <a:path w="836930" h="472439">
                  <a:moveTo>
                    <a:pt x="836561" y="239788"/>
                  </a:moveTo>
                  <a:lnTo>
                    <a:pt x="780097" y="239788"/>
                  </a:lnTo>
                  <a:lnTo>
                    <a:pt x="780097" y="274675"/>
                  </a:lnTo>
                  <a:lnTo>
                    <a:pt x="836561" y="274675"/>
                  </a:lnTo>
                  <a:lnTo>
                    <a:pt x="836561" y="239788"/>
                  </a:lnTo>
                  <a:close/>
                </a:path>
                <a:path w="836930" h="472439">
                  <a:moveTo>
                    <a:pt x="836561" y="96735"/>
                  </a:moveTo>
                  <a:lnTo>
                    <a:pt x="780097" y="96735"/>
                  </a:lnTo>
                  <a:lnTo>
                    <a:pt x="780097" y="131622"/>
                  </a:lnTo>
                  <a:lnTo>
                    <a:pt x="836561" y="131622"/>
                  </a:lnTo>
                  <a:lnTo>
                    <a:pt x="836561" y="96735"/>
                  </a:lnTo>
                  <a:close/>
                </a:path>
                <a:path w="836930" h="472439">
                  <a:moveTo>
                    <a:pt x="836650" y="48069"/>
                  </a:moveTo>
                  <a:lnTo>
                    <a:pt x="780173" y="48069"/>
                  </a:lnTo>
                  <a:lnTo>
                    <a:pt x="780173" y="82956"/>
                  </a:lnTo>
                  <a:lnTo>
                    <a:pt x="836650" y="82956"/>
                  </a:lnTo>
                  <a:lnTo>
                    <a:pt x="836650" y="48069"/>
                  </a:lnTo>
                  <a:close/>
                </a:path>
                <a:path w="836930" h="472439">
                  <a:moveTo>
                    <a:pt x="836726" y="437553"/>
                  </a:moveTo>
                  <a:lnTo>
                    <a:pt x="780262" y="437553"/>
                  </a:lnTo>
                  <a:lnTo>
                    <a:pt x="780262" y="472440"/>
                  </a:lnTo>
                  <a:lnTo>
                    <a:pt x="836726" y="472440"/>
                  </a:lnTo>
                  <a:lnTo>
                    <a:pt x="836726" y="437553"/>
                  </a:lnTo>
                  <a:close/>
                </a:path>
                <a:path w="836930" h="472439">
                  <a:moveTo>
                    <a:pt x="836726" y="389483"/>
                  </a:moveTo>
                  <a:lnTo>
                    <a:pt x="780262" y="389483"/>
                  </a:lnTo>
                  <a:lnTo>
                    <a:pt x="780262" y="424370"/>
                  </a:lnTo>
                  <a:lnTo>
                    <a:pt x="836726" y="424370"/>
                  </a:lnTo>
                  <a:lnTo>
                    <a:pt x="836726" y="389483"/>
                  </a:lnTo>
                  <a:close/>
                </a:path>
                <a:path w="836930" h="472439">
                  <a:moveTo>
                    <a:pt x="836726" y="338277"/>
                  </a:moveTo>
                  <a:lnTo>
                    <a:pt x="780262" y="338277"/>
                  </a:lnTo>
                  <a:lnTo>
                    <a:pt x="780262" y="373164"/>
                  </a:lnTo>
                  <a:lnTo>
                    <a:pt x="836726" y="373164"/>
                  </a:lnTo>
                  <a:lnTo>
                    <a:pt x="836726" y="338277"/>
                  </a:lnTo>
                  <a:close/>
                </a:path>
                <a:path w="836930" h="472439">
                  <a:moveTo>
                    <a:pt x="836726" y="290207"/>
                  </a:moveTo>
                  <a:lnTo>
                    <a:pt x="780262" y="290207"/>
                  </a:lnTo>
                  <a:lnTo>
                    <a:pt x="780262" y="325094"/>
                  </a:lnTo>
                  <a:lnTo>
                    <a:pt x="836726" y="325094"/>
                  </a:lnTo>
                  <a:lnTo>
                    <a:pt x="836726" y="290207"/>
                  </a:lnTo>
                  <a:close/>
                </a:path>
                <a:path w="836930" h="472439">
                  <a:moveTo>
                    <a:pt x="836726" y="195224"/>
                  </a:moveTo>
                  <a:lnTo>
                    <a:pt x="780262" y="195224"/>
                  </a:lnTo>
                  <a:lnTo>
                    <a:pt x="780262" y="230111"/>
                  </a:lnTo>
                  <a:lnTo>
                    <a:pt x="836726" y="230111"/>
                  </a:lnTo>
                  <a:lnTo>
                    <a:pt x="836726" y="195224"/>
                  </a:lnTo>
                  <a:close/>
                </a:path>
                <a:path w="836930" h="472439">
                  <a:moveTo>
                    <a:pt x="836726" y="147154"/>
                  </a:moveTo>
                  <a:lnTo>
                    <a:pt x="780262" y="147154"/>
                  </a:lnTo>
                  <a:lnTo>
                    <a:pt x="780262" y="182041"/>
                  </a:lnTo>
                  <a:lnTo>
                    <a:pt x="836726" y="182041"/>
                  </a:lnTo>
                  <a:lnTo>
                    <a:pt x="836726" y="147154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 descr=""/>
            <p:cNvSpPr/>
            <p:nvPr/>
          </p:nvSpPr>
          <p:spPr>
            <a:xfrm>
              <a:off x="1512722" y="6302495"/>
              <a:ext cx="998219" cy="533400"/>
            </a:xfrm>
            <a:custGeom>
              <a:avLst/>
              <a:gdLst/>
              <a:ahLst/>
              <a:cxnLst/>
              <a:rect l="l" t="t" r="r" b="b"/>
              <a:pathLst>
                <a:path w="998219" h="533400">
                  <a:moveTo>
                    <a:pt x="65849" y="98501"/>
                  </a:moveTo>
                  <a:lnTo>
                    <a:pt x="0" y="98501"/>
                  </a:lnTo>
                  <a:lnTo>
                    <a:pt x="0" y="139179"/>
                  </a:lnTo>
                  <a:lnTo>
                    <a:pt x="65849" y="139179"/>
                  </a:lnTo>
                  <a:lnTo>
                    <a:pt x="65849" y="98501"/>
                  </a:lnTo>
                  <a:close/>
                </a:path>
                <a:path w="998219" h="533400">
                  <a:moveTo>
                    <a:pt x="65862" y="324802"/>
                  </a:moveTo>
                  <a:lnTo>
                    <a:pt x="12" y="324802"/>
                  </a:lnTo>
                  <a:lnTo>
                    <a:pt x="12" y="365480"/>
                  </a:lnTo>
                  <a:lnTo>
                    <a:pt x="65862" y="365480"/>
                  </a:lnTo>
                  <a:lnTo>
                    <a:pt x="65862" y="324802"/>
                  </a:lnTo>
                  <a:close/>
                </a:path>
                <a:path w="998219" h="533400">
                  <a:moveTo>
                    <a:pt x="65887" y="207556"/>
                  </a:moveTo>
                  <a:lnTo>
                    <a:pt x="25" y="207556"/>
                  </a:lnTo>
                  <a:lnTo>
                    <a:pt x="25" y="248234"/>
                  </a:lnTo>
                  <a:lnTo>
                    <a:pt x="65887" y="248234"/>
                  </a:lnTo>
                  <a:lnTo>
                    <a:pt x="65887" y="207556"/>
                  </a:lnTo>
                  <a:close/>
                </a:path>
                <a:path w="998219" h="533400">
                  <a:moveTo>
                    <a:pt x="65900" y="433857"/>
                  </a:moveTo>
                  <a:lnTo>
                    <a:pt x="50" y="433857"/>
                  </a:lnTo>
                  <a:lnTo>
                    <a:pt x="50" y="474535"/>
                  </a:lnTo>
                  <a:lnTo>
                    <a:pt x="65900" y="474535"/>
                  </a:lnTo>
                  <a:lnTo>
                    <a:pt x="65900" y="433857"/>
                  </a:lnTo>
                  <a:close/>
                </a:path>
                <a:path w="998219" h="533400">
                  <a:moveTo>
                    <a:pt x="65925" y="157137"/>
                  </a:moveTo>
                  <a:lnTo>
                    <a:pt x="76" y="157137"/>
                  </a:lnTo>
                  <a:lnTo>
                    <a:pt x="76" y="197815"/>
                  </a:lnTo>
                  <a:lnTo>
                    <a:pt x="65925" y="197815"/>
                  </a:lnTo>
                  <a:lnTo>
                    <a:pt x="65925" y="157137"/>
                  </a:lnTo>
                  <a:close/>
                </a:path>
                <a:path w="998219" h="533400">
                  <a:moveTo>
                    <a:pt x="65951" y="383438"/>
                  </a:moveTo>
                  <a:lnTo>
                    <a:pt x="88" y="383438"/>
                  </a:lnTo>
                  <a:lnTo>
                    <a:pt x="88" y="424116"/>
                  </a:lnTo>
                  <a:lnTo>
                    <a:pt x="65951" y="424116"/>
                  </a:lnTo>
                  <a:lnTo>
                    <a:pt x="65951" y="383438"/>
                  </a:lnTo>
                  <a:close/>
                </a:path>
                <a:path w="998219" h="533400">
                  <a:moveTo>
                    <a:pt x="65963" y="266179"/>
                  </a:moveTo>
                  <a:lnTo>
                    <a:pt x="114" y="266179"/>
                  </a:lnTo>
                  <a:lnTo>
                    <a:pt x="114" y="306857"/>
                  </a:lnTo>
                  <a:lnTo>
                    <a:pt x="65963" y="306857"/>
                  </a:lnTo>
                  <a:lnTo>
                    <a:pt x="65963" y="266179"/>
                  </a:lnTo>
                  <a:close/>
                </a:path>
                <a:path w="998219" h="533400">
                  <a:moveTo>
                    <a:pt x="139865" y="0"/>
                  </a:moveTo>
                  <a:lnTo>
                    <a:pt x="83388" y="0"/>
                  </a:lnTo>
                  <a:lnTo>
                    <a:pt x="83388" y="34886"/>
                  </a:lnTo>
                  <a:lnTo>
                    <a:pt x="139865" y="34886"/>
                  </a:lnTo>
                  <a:lnTo>
                    <a:pt x="139865" y="0"/>
                  </a:lnTo>
                  <a:close/>
                </a:path>
                <a:path w="998219" h="533400">
                  <a:moveTo>
                    <a:pt x="166916" y="98501"/>
                  </a:moveTo>
                  <a:lnTo>
                    <a:pt x="101066" y="98501"/>
                  </a:lnTo>
                  <a:lnTo>
                    <a:pt x="101066" y="139179"/>
                  </a:lnTo>
                  <a:lnTo>
                    <a:pt x="166916" y="139179"/>
                  </a:lnTo>
                  <a:lnTo>
                    <a:pt x="166916" y="98501"/>
                  </a:lnTo>
                  <a:close/>
                </a:path>
                <a:path w="998219" h="533400">
                  <a:moveTo>
                    <a:pt x="166941" y="324802"/>
                  </a:moveTo>
                  <a:lnTo>
                    <a:pt x="101092" y="324802"/>
                  </a:lnTo>
                  <a:lnTo>
                    <a:pt x="101092" y="365480"/>
                  </a:lnTo>
                  <a:lnTo>
                    <a:pt x="166941" y="365480"/>
                  </a:lnTo>
                  <a:lnTo>
                    <a:pt x="166941" y="324802"/>
                  </a:lnTo>
                  <a:close/>
                </a:path>
                <a:path w="998219" h="533400">
                  <a:moveTo>
                    <a:pt x="166954" y="207556"/>
                  </a:moveTo>
                  <a:lnTo>
                    <a:pt x="101104" y="207556"/>
                  </a:lnTo>
                  <a:lnTo>
                    <a:pt x="101104" y="248234"/>
                  </a:lnTo>
                  <a:lnTo>
                    <a:pt x="166954" y="248234"/>
                  </a:lnTo>
                  <a:lnTo>
                    <a:pt x="166954" y="207556"/>
                  </a:lnTo>
                  <a:close/>
                </a:path>
                <a:path w="998219" h="533400">
                  <a:moveTo>
                    <a:pt x="166966" y="433857"/>
                  </a:moveTo>
                  <a:lnTo>
                    <a:pt x="101117" y="433857"/>
                  </a:lnTo>
                  <a:lnTo>
                    <a:pt x="101117" y="474535"/>
                  </a:lnTo>
                  <a:lnTo>
                    <a:pt x="166966" y="474535"/>
                  </a:lnTo>
                  <a:lnTo>
                    <a:pt x="166966" y="433857"/>
                  </a:lnTo>
                  <a:close/>
                </a:path>
                <a:path w="998219" h="533400">
                  <a:moveTo>
                    <a:pt x="166992" y="157137"/>
                  </a:moveTo>
                  <a:lnTo>
                    <a:pt x="101142" y="157137"/>
                  </a:lnTo>
                  <a:lnTo>
                    <a:pt x="101142" y="197815"/>
                  </a:lnTo>
                  <a:lnTo>
                    <a:pt x="166992" y="197815"/>
                  </a:lnTo>
                  <a:lnTo>
                    <a:pt x="166992" y="157137"/>
                  </a:lnTo>
                  <a:close/>
                </a:path>
                <a:path w="998219" h="533400">
                  <a:moveTo>
                    <a:pt x="167005" y="383438"/>
                  </a:moveTo>
                  <a:lnTo>
                    <a:pt x="101155" y="383438"/>
                  </a:lnTo>
                  <a:lnTo>
                    <a:pt x="101155" y="424116"/>
                  </a:lnTo>
                  <a:lnTo>
                    <a:pt x="167005" y="424116"/>
                  </a:lnTo>
                  <a:lnTo>
                    <a:pt x="167005" y="383438"/>
                  </a:lnTo>
                  <a:close/>
                </a:path>
                <a:path w="998219" h="533400">
                  <a:moveTo>
                    <a:pt x="167030" y="266179"/>
                  </a:moveTo>
                  <a:lnTo>
                    <a:pt x="101180" y="266179"/>
                  </a:lnTo>
                  <a:lnTo>
                    <a:pt x="101180" y="306857"/>
                  </a:lnTo>
                  <a:lnTo>
                    <a:pt x="167030" y="306857"/>
                  </a:lnTo>
                  <a:lnTo>
                    <a:pt x="167030" y="266179"/>
                  </a:lnTo>
                  <a:close/>
                </a:path>
                <a:path w="998219" h="533400">
                  <a:moveTo>
                    <a:pt x="167055" y="492493"/>
                  </a:moveTo>
                  <a:lnTo>
                    <a:pt x="101206" y="492493"/>
                  </a:lnTo>
                  <a:lnTo>
                    <a:pt x="101206" y="533171"/>
                  </a:lnTo>
                  <a:lnTo>
                    <a:pt x="167055" y="533171"/>
                  </a:lnTo>
                  <a:lnTo>
                    <a:pt x="167055" y="492493"/>
                  </a:lnTo>
                  <a:close/>
                </a:path>
                <a:path w="998219" h="533400">
                  <a:moveTo>
                    <a:pt x="226542" y="0"/>
                  </a:moveTo>
                  <a:lnTo>
                    <a:pt x="170065" y="0"/>
                  </a:lnTo>
                  <a:lnTo>
                    <a:pt x="170065" y="34886"/>
                  </a:lnTo>
                  <a:lnTo>
                    <a:pt x="226542" y="34886"/>
                  </a:lnTo>
                  <a:lnTo>
                    <a:pt x="226542" y="0"/>
                  </a:lnTo>
                  <a:close/>
                </a:path>
                <a:path w="998219" h="533400">
                  <a:moveTo>
                    <a:pt x="267982" y="98501"/>
                  </a:moveTo>
                  <a:lnTo>
                    <a:pt x="202133" y="98501"/>
                  </a:lnTo>
                  <a:lnTo>
                    <a:pt x="202133" y="139179"/>
                  </a:lnTo>
                  <a:lnTo>
                    <a:pt x="267982" y="139179"/>
                  </a:lnTo>
                  <a:lnTo>
                    <a:pt x="267982" y="98501"/>
                  </a:lnTo>
                  <a:close/>
                </a:path>
                <a:path w="998219" h="533400">
                  <a:moveTo>
                    <a:pt x="268008" y="324802"/>
                  </a:moveTo>
                  <a:lnTo>
                    <a:pt x="202145" y="324802"/>
                  </a:lnTo>
                  <a:lnTo>
                    <a:pt x="202145" y="365480"/>
                  </a:lnTo>
                  <a:lnTo>
                    <a:pt x="268008" y="365480"/>
                  </a:lnTo>
                  <a:lnTo>
                    <a:pt x="268008" y="324802"/>
                  </a:lnTo>
                  <a:close/>
                </a:path>
                <a:path w="998219" h="533400">
                  <a:moveTo>
                    <a:pt x="268020" y="207556"/>
                  </a:moveTo>
                  <a:lnTo>
                    <a:pt x="202171" y="207556"/>
                  </a:lnTo>
                  <a:lnTo>
                    <a:pt x="202171" y="248234"/>
                  </a:lnTo>
                  <a:lnTo>
                    <a:pt x="268020" y="248234"/>
                  </a:lnTo>
                  <a:lnTo>
                    <a:pt x="268020" y="207556"/>
                  </a:lnTo>
                  <a:close/>
                </a:path>
                <a:path w="998219" h="533400">
                  <a:moveTo>
                    <a:pt x="268046" y="433857"/>
                  </a:moveTo>
                  <a:lnTo>
                    <a:pt x="202196" y="433857"/>
                  </a:lnTo>
                  <a:lnTo>
                    <a:pt x="202196" y="474535"/>
                  </a:lnTo>
                  <a:lnTo>
                    <a:pt x="268046" y="474535"/>
                  </a:lnTo>
                  <a:lnTo>
                    <a:pt x="268046" y="433857"/>
                  </a:lnTo>
                  <a:close/>
                </a:path>
                <a:path w="998219" h="533400">
                  <a:moveTo>
                    <a:pt x="268058" y="157137"/>
                  </a:moveTo>
                  <a:lnTo>
                    <a:pt x="202209" y="157137"/>
                  </a:lnTo>
                  <a:lnTo>
                    <a:pt x="202209" y="197815"/>
                  </a:lnTo>
                  <a:lnTo>
                    <a:pt x="268058" y="197815"/>
                  </a:lnTo>
                  <a:lnTo>
                    <a:pt x="268058" y="157137"/>
                  </a:lnTo>
                  <a:close/>
                </a:path>
                <a:path w="998219" h="533400">
                  <a:moveTo>
                    <a:pt x="268084" y="383438"/>
                  </a:moveTo>
                  <a:lnTo>
                    <a:pt x="202234" y="383438"/>
                  </a:lnTo>
                  <a:lnTo>
                    <a:pt x="202234" y="424116"/>
                  </a:lnTo>
                  <a:lnTo>
                    <a:pt x="268084" y="424116"/>
                  </a:lnTo>
                  <a:lnTo>
                    <a:pt x="268084" y="383438"/>
                  </a:lnTo>
                  <a:close/>
                </a:path>
                <a:path w="998219" h="533400">
                  <a:moveTo>
                    <a:pt x="268097" y="266179"/>
                  </a:moveTo>
                  <a:lnTo>
                    <a:pt x="202247" y="266179"/>
                  </a:lnTo>
                  <a:lnTo>
                    <a:pt x="202247" y="306857"/>
                  </a:lnTo>
                  <a:lnTo>
                    <a:pt x="268097" y="306857"/>
                  </a:lnTo>
                  <a:lnTo>
                    <a:pt x="268097" y="266179"/>
                  </a:lnTo>
                  <a:close/>
                </a:path>
                <a:path w="998219" h="533400">
                  <a:moveTo>
                    <a:pt x="268122" y="492493"/>
                  </a:moveTo>
                  <a:lnTo>
                    <a:pt x="202272" y="492493"/>
                  </a:lnTo>
                  <a:lnTo>
                    <a:pt x="202272" y="533171"/>
                  </a:lnTo>
                  <a:lnTo>
                    <a:pt x="268122" y="533171"/>
                  </a:lnTo>
                  <a:lnTo>
                    <a:pt x="268122" y="492493"/>
                  </a:lnTo>
                  <a:close/>
                </a:path>
                <a:path w="998219" h="533400">
                  <a:moveTo>
                    <a:pt x="313220" y="0"/>
                  </a:moveTo>
                  <a:lnTo>
                    <a:pt x="256743" y="0"/>
                  </a:lnTo>
                  <a:lnTo>
                    <a:pt x="256743" y="34886"/>
                  </a:lnTo>
                  <a:lnTo>
                    <a:pt x="313220" y="34886"/>
                  </a:lnTo>
                  <a:lnTo>
                    <a:pt x="313220" y="0"/>
                  </a:lnTo>
                  <a:close/>
                </a:path>
                <a:path w="998219" h="533400">
                  <a:moveTo>
                    <a:pt x="486562" y="0"/>
                  </a:moveTo>
                  <a:lnTo>
                    <a:pt x="430085" y="0"/>
                  </a:lnTo>
                  <a:lnTo>
                    <a:pt x="430085" y="34886"/>
                  </a:lnTo>
                  <a:lnTo>
                    <a:pt x="486562" y="34886"/>
                  </a:lnTo>
                  <a:lnTo>
                    <a:pt x="486562" y="0"/>
                  </a:lnTo>
                  <a:close/>
                </a:path>
                <a:path w="998219" h="533400">
                  <a:moveTo>
                    <a:pt x="486752" y="98501"/>
                  </a:moveTo>
                  <a:lnTo>
                    <a:pt x="420903" y="98501"/>
                  </a:lnTo>
                  <a:lnTo>
                    <a:pt x="420903" y="139179"/>
                  </a:lnTo>
                  <a:lnTo>
                    <a:pt x="486752" y="139179"/>
                  </a:lnTo>
                  <a:lnTo>
                    <a:pt x="486752" y="98501"/>
                  </a:lnTo>
                  <a:close/>
                </a:path>
                <a:path w="998219" h="533400">
                  <a:moveTo>
                    <a:pt x="486765" y="324802"/>
                  </a:moveTo>
                  <a:lnTo>
                    <a:pt x="420916" y="324802"/>
                  </a:lnTo>
                  <a:lnTo>
                    <a:pt x="420916" y="365480"/>
                  </a:lnTo>
                  <a:lnTo>
                    <a:pt x="486765" y="365480"/>
                  </a:lnTo>
                  <a:lnTo>
                    <a:pt x="486765" y="324802"/>
                  </a:lnTo>
                  <a:close/>
                </a:path>
                <a:path w="998219" h="533400">
                  <a:moveTo>
                    <a:pt x="486791" y="207556"/>
                  </a:moveTo>
                  <a:lnTo>
                    <a:pt x="420941" y="207556"/>
                  </a:lnTo>
                  <a:lnTo>
                    <a:pt x="420941" y="248234"/>
                  </a:lnTo>
                  <a:lnTo>
                    <a:pt x="486791" y="248234"/>
                  </a:lnTo>
                  <a:lnTo>
                    <a:pt x="486791" y="207556"/>
                  </a:lnTo>
                  <a:close/>
                </a:path>
                <a:path w="998219" h="533400">
                  <a:moveTo>
                    <a:pt x="486803" y="433857"/>
                  </a:moveTo>
                  <a:lnTo>
                    <a:pt x="420954" y="433857"/>
                  </a:lnTo>
                  <a:lnTo>
                    <a:pt x="420954" y="474535"/>
                  </a:lnTo>
                  <a:lnTo>
                    <a:pt x="486803" y="474535"/>
                  </a:lnTo>
                  <a:lnTo>
                    <a:pt x="486803" y="433857"/>
                  </a:lnTo>
                  <a:close/>
                </a:path>
                <a:path w="998219" h="533400">
                  <a:moveTo>
                    <a:pt x="486829" y="157137"/>
                  </a:moveTo>
                  <a:lnTo>
                    <a:pt x="420966" y="157137"/>
                  </a:lnTo>
                  <a:lnTo>
                    <a:pt x="420966" y="197815"/>
                  </a:lnTo>
                  <a:lnTo>
                    <a:pt x="486829" y="197815"/>
                  </a:lnTo>
                  <a:lnTo>
                    <a:pt x="486829" y="157137"/>
                  </a:lnTo>
                  <a:close/>
                </a:path>
                <a:path w="998219" h="533400">
                  <a:moveTo>
                    <a:pt x="486841" y="383438"/>
                  </a:moveTo>
                  <a:lnTo>
                    <a:pt x="420992" y="383438"/>
                  </a:lnTo>
                  <a:lnTo>
                    <a:pt x="420992" y="424116"/>
                  </a:lnTo>
                  <a:lnTo>
                    <a:pt x="486841" y="424116"/>
                  </a:lnTo>
                  <a:lnTo>
                    <a:pt x="486841" y="383438"/>
                  </a:lnTo>
                  <a:close/>
                </a:path>
                <a:path w="998219" h="533400">
                  <a:moveTo>
                    <a:pt x="486867" y="266179"/>
                  </a:moveTo>
                  <a:lnTo>
                    <a:pt x="421017" y="266179"/>
                  </a:lnTo>
                  <a:lnTo>
                    <a:pt x="421017" y="306857"/>
                  </a:lnTo>
                  <a:lnTo>
                    <a:pt x="486867" y="306857"/>
                  </a:lnTo>
                  <a:lnTo>
                    <a:pt x="486867" y="266179"/>
                  </a:lnTo>
                  <a:close/>
                </a:path>
                <a:path w="998219" h="533400">
                  <a:moveTo>
                    <a:pt x="486879" y="492493"/>
                  </a:moveTo>
                  <a:lnTo>
                    <a:pt x="421030" y="492493"/>
                  </a:lnTo>
                  <a:lnTo>
                    <a:pt x="421030" y="533171"/>
                  </a:lnTo>
                  <a:lnTo>
                    <a:pt x="486879" y="533171"/>
                  </a:lnTo>
                  <a:lnTo>
                    <a:pt x="486879" y="492493"/>
                  </a:lnTo>
                  <a:close/>
                </a:path>
                <a:path w="998219" h="533400">
                  <a:moveTo>
                    <a:pt x="573239" y="0"/>
                  </a:moveTo>
                  <a:lnTo>
                    <a:pt x="516775" y="0"/>
                  </a:lnTo>
                  <a:lnTo>
                    <a:pt x="516775" y="34886"/>
                  </a:lnTo>
                  <a:lnTo>
                    <a:pt x="573239" y="34886"/>
                  </a:lnTo>
                  <a:lnTo>
                    <a:pt x="573239" y="0"/>
                  </a:lnTo>
                  <a:close/>
                </a:path>
                <a:path w="998219" h="533400">
                  <a:moveTo>
                    <a:pt x="587819" y="98501"/>
                  </a:moveTo>
                  <a:lnTo>
                    <a:pt x="521957" y="98501"/>
                  </a:lnTo>
                  <a:lnTo>
                    <a:pt x="521957" y="139179"/>
                  </a:lnTo>
                  <a:lnTo>
                    <a:pt x="587819" y="139179"/>
                  </a:lnTo>
                  <a:lnTo>
                    <a:pt x="587819" y="98501"/>
                  </a:lnTo>
                  <a:close/>
                </a:path>
                <a:path w="998219" h="533400">
                  <a:moveTo>
                    <a:pt x="587832" y="324802"/>
                  </a:moveTo>
                  <a:lnTo>
                    <a:pt x="521982" y="324802"/>
                  </a:lnTo>
                  <a:lnTo>
                    <a:pt x="521982" y="365480"/>
                  </a:lnTo>
                  <a:lnTo>
                    <a:pt x="587832" y="365480"/>
                  </a:lnTo>
                  <a:lnTo>
                    <a:pt x="587832" y="324802"/>
                  </a:lnTo>
                  <a:close/>
                </a:path>
                <a:path w="998219" h="533400">
                  <a:moveTo>
                    <a:pt x="587857" y="207556"/>
                  </a:moveTo>
                  <a:lnTo>
                    <a:pt x="522008" y="207556"/>
                  </a:lnTo>
                  <a:lnTo>
                    <a:pt x="522008" y="248234"/>
                  </a:lnTo>
                  <a:lnTo>
                    <a:pt x="587857" y="248234"/>
                  </a:lnTo>
                  <a:lnTo>
                    <a:pt x="587857" y="207556"/>
                  </a:lnTo>
                  <a:close/>
                </a:path>
                <a:path w="998219" h="533400">
                  <a:moveTo>
                    <a:pt x="587883" y="433857"/>
                  </a:moveTo>
                  <a:lnTo>
                    <a:pt x="522020" y="433857"/>
                  </a:lnTo>
                  <a:lnTo>
                    <a:pt x="522020" y="474535"/>
                  </a:lnTo>
                  <a:lnTo>
                    <a:pt x="587883" y="474535"/>
                  </a:lnTo>
                  <a:lnTo>
                    <a:pt x="587883" y="433857"/>
                  </a:lnTo>
                  <a:close/>
                </a:path>
                <a:path w="998219" h="533400">
                  <a:moveTo>
                    <a:pt x="587895" y="157137"/>
                  </a:moveTo>
                  <a:lnTo>
                    <a:pt x="522046" y="157137"/>
                  </a:lnTo>
                  <a:lnTo>
                    <a:pt x="522046" y="197815"/>
                  </a:lnTo>
                  <a:lnTo>
                    <a:pt x="587895" y="197815"/>
                  </a:lnTo>
                  <a:lnTo>
                    <a:pt x="587895" y="157137"/>
                  </a:lnTo>
                  <a:close/>
                </a:path>
                <a:path w="998219" h="533400">
                  <a:moveTo>
                    <a:pt x="587908" y="383438"/>
                  </a:moveTo>
                  <a:lnTo>
                    <a:pt x="522058" y="383438"/>
                  </a:lnTo>
                  <a:lnTo>
                    <a:pt x="522058" y="424116"/>
                  </a:lnTo>
                  <a:lnTo>
                    <a:pt x="587908" y="424116"/>
                  </a:lnTo>
                  <a:lnTo>
                    <a:pt x="587908" y="383438"/>
                  </a:lnTo>
                  <a:close/>
                </a:path>
                <a:path w="998219" h="533400">
                  <a:moveTo>
                    <a:pt x="587933" y="266179"/>
                  </a:moveTo>
                  <a:lnTo>
                    <a:pt x="522084" y="266179"/>
                  </a:lnTo>
                  <a:lnTo>
                    <a:pt x="522084" y="306857"/>
                  </a:lnTo>
                  <a:lnTo>
                    <a:pt x="587933" y="306857"/>
                  </a:lnTo>
                  <a:lnTo>
                    <a:pt x="587933" y="266179"/>
                  </a:lnTo>
                  <a:close/>
                </a:path>
                <a:path w="998219" h="533400">
                  <a:moveTo>
                    <a:pt x="587946" y="492493"/>
                  </a:moveTo>
                  <a:lnTo>
                    <a:pt x="522097" y="492493"/>
                  </a:lnTo>
                  <a:lnTo>
                    <a:pt x="522097" y="533171"/>
                  </a:lnTo>
                  <a:lnTo>
                    <a:pt x="587946" y="533171"/>
                  </a:lnTo>
                  <a:lnTo>
                    <a:pt x="587946" y="492493"/>
                  </a:lnTo>
                  <a:close/>
                </a:path>
                <a:path w="998219" h="533400">
                  <a:moveTo>
                    <a:pt x="746594" y="0"/>
                  </a:moveTo>
                  <a:lnTo>
                    <a:pt x="690130" y="0"/>
                  </a:lnTo>
                  <a:lnTo>
                    <a:pt x="690130" y="34886"/>
                  </a:lnTo>
                  <a:lnTo>
                    <a:pt x="746594" y="34886"/>
                  </a:lnTo>
                  <a:lnTo>
                    <a:pt x="746594" y="0"/>
                  </a:lnTo>
                  <a:close/>
                </a:path>
                <a:path w="998219" h="533400">
                  <a:moveTo>
                    <a:pt x="795337" y="98501"/>
                  </a:moveTo>
                  <a:lnTo>
                    <a:pt x="729488" y="98501"/>
                  </a:lnTo>
                  <a:lnTo>
                    <a:pt x="729488" y="139179"/>
                  </a:lnTo>
                  <a:lnTo>
                    <a:pt x="795337" y="139179"/>
                  </a:lnTo>
                  <a:lnTo>
                    <a:pt x="795337" y="98501"/>
                  </a:lnTo>
                  <a:close/>
                </a:path>
                <a:path w="998219" h="533400">
                  <a:moveTo>
                    <a:pt x="795362" y="324802"/>
                  </a:moveTo>
                  <a:lnTo>
                    <a:pt x="729500" y="324802"/>
                  </a:lnTo>
                  <a:lnTo>
                    <a:pt x="729500" y="365480"/>
                  </a:lnTo>
                  <a:lnTo>
                    <a:pt x="795362" y="365480"/>
                  </a:lnTo>
                  <a:lnTo>
                    <a:pt x="795362" y="324802"/>
                  </a:lnTo>
                  <a:close/>
                </a:path>
                <a:path w="998219" h="533400">
                  <a:moveTo>
                    <a:pt x="795362" y="207556"/>
                  </a:moveTo>
                  <a:lnTo>
                    <a:pt x="729513" y="207556"/>
                  </a:lnTo>
                  <a:lnTo>
                    <a:pt x="729513" y="248234"/>
                  </a:lnTo>
                  <a:lnTo>
                    <a:pt x="795362" y="248234"/>
                  </a:lnTo>
                  <a:lnTo>
                    <a:pt x="795362" y="207556"/>
                  </a:lnTo>
                  <a:close/>
                </a:path>
                <a:path w="998219" h="533400">
                  <a:moveTo>
                    <a:pt x="795388" y="433857"/>
                  </a:moveTo>
                  <a:lnTo>
                    <a:pt x="729538" y="433857"/>
                  </a:lnTo>
                  <a:lnTo>
                    <a:pt x="729538" y="474535"/>
                  </a:lnTo>
                  <a:lnTo>
                    <a:pt x="795388" y="474535"/>
                  </a:lnTo>
                  <a:lnTo>
                    <a:pt x="795388" y="433857"/>
                  </a:lnTo>
                  <a:close/>
                </a:path>
                <a:path w="998219" h="533400">
                  <a:moveTo>
                    <a:pt x="795413" y="157137"/>
                  </a:moveTo>
                  <a:lnTo>
                    <a:pt x="729564" y="157137"/>
                  </a:lnTo>
                  <a:lnTo>
                    <a:pt x="729564" y="197815"/>
                  </a:lnTo>
                  <a:lnTo>
                    <a:pt x="795413" y="197815"/>
                  </a:lnTo>
                  <a:lnTo>
                    <a:pt x="795413" y="157137"/>
                  </a:lnTo>
                  <a:close/>
                </a:path>
                <a:path w="998219" h="533400">
                  <a:moveTo>
                    <a:pt x="795426" y="383438"/>
                  </a:moveTo>
                  <a:lnTo>
                    <a:pt x="729576" y="383438"/>
                  </a:lnTo>
                  <a:lnTo>
                    <a:pt x="729576" y="424116"/>
                  </a:lnTo>
                  <a:lnTo>
                    <a:pt x="795426" y="424116"/>
                  </a:lnTo>
                  <a:lnTo>
                    <a:pt x="795426" y="383438"/>
                  </a:lnTo>
                  <a:close/>
                </a:path>
                <a:path w="998219" h="533400">
                  <a:moveTo>
                    <a:pt x="795451" y="266179"/>
                  </a:moveTo>
                  <a:lnTo>
                    <a:pt x="729602" y="266179"/>
                  </a:lnTo>
                  <a:lnTo>
                    <a:pt x="729602" y="306857"/>
                  </a:lnTo>
                  <a:lnTo>
                    <a:pt x="795451" y="306857"/>
                  </a:lnTo>
                  <a:lnTo>
                    <a:pt x="795451" y="266179"/>
                  </a:lnTo>
                  <a:close/>
                </a:path>
                <a:path w="998219" h="533400">
                  <a:moveTo>
                    <a:pt x="795477" y="492493"/>
                  </a:moveTo>
                  <a:lnTo>
                    <a:pt x="729627" y="492493"/>
                  </a:lnTo>
                  <a:lnTo>
                    <a:pt x="729627" y="533171"/>
                  </a:lnTo>
                  <a:lnTo>
                    <a:pt x="795477" y="533171"/>
                  </a:lnTo>
                  <a:lnTo>
                    <a:pt x="795477" y="492493"/>
                  </a:lnTo>
                  <a:close/>
                </a:path>
                <a:path w="998219" h="533400">
                  <a:moveTo>
                    <a:pt x="833272" y="0"/>
                  </a:moveTo>
                  <a:lnTo>
                    <a:pt x="776808" y="0"/>
                  </a:lnTo>
                  <a:lnTo>
                    <a:pt x="776808" y="34886"/>
                  </a:lnTo>
                  <a:lnTo>
                    <a:pt x="833272" y="34886"/>
                  </a:lnTo>
                  <a:lnTo>
                    <a:pt x="833272" y="0"/>
                  </a:lnTo>
                  <a:close/>
                </a:path>
                <a:path w="998219" h="533400">
                  <a:moveTo>
                    <a:pt x="896404" y="98501"/>
                  </a:moveTo>
                  <a:lnTo>
                    <a:pt x="830554" y="98501"/>
                  </a:lnTo>
                  <a:lnTo>
                    <a:pt x="830554" y="139179"/>
                  </a:lnTo>
                  <a:lnTo>
                    <a:pt x="896404" y="139179"/>
                  </a:lnTo>
                  <a:lnTo>
                    <a:pt x="896404" y="98501"/>
                  </a:lnTo>
                  <a:close/>
                </a:path>
                <a:path w="998219" h="533400">
                  <a:moveTo>
                    <a:pt x="896416" y="324802"/>
                  </a:moveTo>
                  <a:lnTo>
                    <a:pt x="830567" y="324802"/>
                  </a:lnTo>
                  <a:lnTo>
                    <a:pt x="830567" y="365480"/>
                  </a:lnTo>
                  <a:lnTo>
                    <a:pt x="896416" y="365480"/>
                  </a:lnTo>
                  <a:lnTo>
                    <a:pt x="896416" y="324802"/>
                  </a:lnTo>
                  <a:close/>
                </a:path>
                <a:path w="998219" h="533400">
                  <a:moveTo>
                    <a:pt x="896442" y="207556"/>
                  </a:moveTo>
                  <a:lnTo>
                    <a:pt x="830592" y="207556"/>
                  </a:lnTo>
                  <a:lnTo>
                    <a:pt x="830592" y="248234"/>
                  </a:lnTo>
                  <a:lnTo>
                    <a:pt x="896442" y="248234"/>
                  </a:lnTo>
                  <a:lnTo>
                    <a:pt x="896442" y="207556"/>
                  </a:lnTo>
                  <a:close/>
                </a:path>
                <a:path w="998219" h="533400">
                  <a:moveTo>
                    <a:pt x="896467" y="433857"/>
                  </a:moveTo>
                  <a:lnTo>
                    <a:pt x="830618" y="433857"/>
                  </a:lnTo>
                  <a:lnTo>
                    <a:pt x="830618" y="474535"/>
                  </a:lnTo>
                  <a:lnTo>
                    <a:pt x="896467" y="474535"/>
                  </a:lnTo>
                  <a:lnTo>
                    <a:pt x="896467" y="433857"/>
                  </a:lnTo>
                  <a:close/>
                </a:path>
                <a:path w="998219" h="533400">
                  <a:moveTo>
                    <a:pt x="896480" y="157137"/>
                  </a:moveTo>
                  <a:lnTo>
                    <a:pt x="830630" y="157137"/>
                  </a:lnTo>
                  <a:lnTo>
                    <a:pt x="830630" y="197815"/>
                  </a:lnTo>
                  <a:lnTo>
                    <a:pt x="896480" y="197815"/>
                  </a:lnTo>
                  <a:lnTo>
                    <a:pt x="896480" y="157137"/>
                  </a:lnTo>
                  <a:close/>
                </a:path>
                <a:path w="998219" h="533400">
                  <a:moveTo>
                    <a:pt x="896505" y="383438"/>
                  </a:moveTo>
                  <a:lnTo>
                    <a:pt x="830656" y="383438"/>
                  </a:lnTo>
                  <a:lnTo>
                    <a:pt x="830656" y="424116"/>
                  </a:lnTo>
                  <a:lnTo>
                    <a:pt x="896505" y="424116"/>
                  </a:lnTo>
                  <a:lnTo>
                    <a:pt x="896505" y="383438"/>
                  </a:lnTo>
                  <a:close/>
                </a:path>
                <a:path w="998219" h="533400">
                  <a:moveTo>
                    <a:pt x="896518" y="266179"/>
                  </a:moveTo>
                  <a:lnTo>
                    <a:pt x="830668" y="266179"/>
                  </a:lnTo>
                  <a:lnTo>
                    <a:pt x="830668" y="306857"/>
                  </a:lnTo>
                  <a:lnTo>
                    <a:pt x="896518" y="306857"/>
                  </a:lnTo>
                  <a:lnTo>
                    <a:pt x="896518" y="266179"/>
                  </a:lnTo>
                  <a:close/>
                </a:path>
                <a:path w="998219" h="533400">
                  <a:moveTo>
                    <a:pt x="896543" y="492493"/>
                  </a:moveTo>
                  <a:lnTo>
                    <a:pt x="830681" y="492493"/>
                  </a:lnTo>
                  <a:lnTo>
                    <a:pt x="830681" y="533171"/>
                  </a:lnTo>
                  <a:lnTo>
                    <a:pt x="896543" y="533171"/>
                  </a:lnTo>
                  <a:lnTo>
                    <a:pt x="896543" y="492493"/>
                  </a:lnTo>
                  <a:close/>
                </a:path>
                <a:path w="998219" h="533400">
                  <a:moveTo>
                    <a:pt x="919937" y="0"/>
                  </a:moveTo>
                  <a:lnTo>
                    <a:pt x="863473" y="0"/>
                  </a:lnTo>
                  <a:lnTo>
                    <a:pt x="863473" y="34886"/>
                  </a:lnTo>
                  <a:lnTo>
                    <a:pt x="919937" y="34886"/>
                  </a:lnTo>
                  <a:lnTo>
                    <a:pt x="919937" y="0"/>
                  </a:lnTo>
                  <a:close/>
                </a:path>
                <a:path w="998219" h="533400">
                  <a:moveTo>
                    <a:pt x="997470" y="98501"/>
                  </a:moveTo>
                  <a:lnTo>
                    <a:pt x="931621" y="98501"/>
                  </a:lnTo>
                  <a:lnTo>
                    <a:pt x="931621" y="139179"/>
                  </a:lnTo>
                  <a:lnTo>
                    <a:pt x="997470" y="139179"/>
                  </a:lnTo>
                  <a:lnTo>
                    <a:pt x="997470" y="98501"/>
                  </a:lnTo>
                  <a:close/>
                </a:path>
                <a:path w="998219" h="533400">
                  <a:moveTo>
                    <a:pt x="997483" y="324802"/>
                  </a:moveTo>
                  <a:lnTo>
                    <a:pt x="931633" y="324802"/>
                  </a:lnTo>
                  <a:lnTo>
                    <a:pt x="931633" y="365480"/>
                  </a:lnTo>
                  <a:lnTo>
                    <a:pt x="997483" y="365480"/>
                  </a:lnTo>
                  <a:lnTo>
                    <a:pt x="997483" y="324802"/>
                  </a:lnTo>
                  <a:close/>
                </a:path>
                <a:path w="998219" h="533400">
                  <a:moveTo>
                    <a:pt x="997508" y="207556"/>
                  </a:moveTo>
                  <a:lnTo>
                    <a:pt x="931659" y="207556"/>
                  </a:lnTo>
                  <a:lnTo>
                    <a:pt x="931659" y="248234"/>
                  </a:lnTo>
                  <a:lnTo>
                    <a:pt x="997508" y="248234"/>
                  </a:lnTo>
                  <a:lnTo>
                    <a:pt x="997508" y="207556"/>
                  </a:lnTo>
                  <a:close/>
                </a:path>
                <a:path w="998219" h="533400">
                  <a:moveTo>
                    <a:pt x="997534" y="433857"/>
                  </a:moveTo>
                  <a:lnTo>
                    <a:pt x="931684" y="433857"/>
                  </a:lnTo>
                  <a:lnTo>
                    <a:pt x="931684" y="474535"/>
                  </a:lnTo>
                  <a:lnTo>
                    <a:pt x="997534" y="474535"/>
                  </a:lnTo>
                  <a:lnTo>
                    <a:pt x="997534" y="433857"/>
                  </a:lnTo>
                  <a:close/>
                </a:path>
                <a:path w="998219" h="533400">
                  <a:moveTo>
                    <a:pt x="997546" y="157137"/>
                  </a:moveTo>
                  <a:lnTo>
                    <a:pt x="931697" y="157137"/>
                  </a:lnTo>
                  <a:lnTo>
                    <a:pt x="931697" y="197815"/>
                  </a:lnTo>
                  <a:lnTo>
                    <a:pt x="997546" y="197815"/>
                  </a:lnTo>
                  <a:lnTo>
                    <a:pt x="997546" y="157137"/>
                  </a:lnTo>
                  <a:close/>
                </a:path>
                <a:path w="998219" h="533400">
                  <a:moveTo>
                    <a:pt x="997572" y="383438"/>
                  </a:moveTo>
                  <a:lnTo>
                    <a:pt x="931722" y="383438"/>
                  </a:lnTo>
                  <a:lnTo>
                    <a:pt x="931722" y="424116"/>
                  </a:lnTo>
                  <a:lnTo>
                    <a:pt x="997572" y="424116"/>
                  </a:lnTo>
                  <a:lnTo>
                    <a:pt x="997572" y="383438"/>
                  </a:lnTo>
                  <a:close/>
                </a:path>
                <a:path w="998219" h="533400">
                  <a:moveTo>
                    <a:pt x="997597" y="266179"/>
                  </a:moveTo>
                  <a:lnTo>
                    <a:pt x="931735" y="266179"/>
                  </a:lnTo>
                  <a:lnTo>
                    <a:pt x="931735" y="306857"/>
                  </a:lnTo>
                  <a:lnTo>
                    <a:pt x="997597" y="306857"/>
                  </a:lnTo>
                  <a:lnTo>
                    <a:pt x="997597" y="266179"/>
                  </a:lnTo>
                  <a:close/>
                </a:path>
                <a:path w="998219" h="533400">
                  <a:moveTo>
                    <a:pt x="997610" y="492493"/>
                  </a:moveTo>
                  <a:lnTo>
                    <a:pt x="931760" y="492493"/>
                  </a:lnTo>
                  <a:lnTo>
                    <a:pt x="931760" y="533171"/>
                  </a:lnTo>
                  <a:lnTo>
                    <a:pt x="997610" y="533171"/>
                  </a:lnTo>
                  <a:lnTo>
                    <a:pt x="997610" y="492493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 descr=""/>
            <p:cNvSpPr/>
            <p:nvPr/>
          </p:nvSpPr>
          <p:spPr>
            <a:xfrm>
              <a:off x="1512722" y="6794988"/>
              <a:ext cx="998219" cy="548005"/>
            </a:xfrm>
            <a:custGeom>
              <a:avLst/>
              <a:gdLst/>
              <a:ahLst/>
              <a:cxnLst/>
              <a:rect l="l" t="t" r="r" b="b"/>
              <a:pathLst>
                <a:path w="998219" h="548004">
                  <a:moveTo>
                    <a:pt x="65849" y="58801"/>
                  </a:moveTo>
                  <a:lnTo>
                    <a:pt x="0" y="58801"/>
                  </a:lnTo>
                  <a:lnTo>
                    <a:pt x="0" y="99479"/>
                  </a:lnTo>
                  <a:lnTo>
                    <a:pt x="65849" y="99479"/>
                  </a:lnTo>
                  <a:lnTo>
                    <a:pt x="65849" y="58801"/>
                  </a:lnTo>
                  <a:close/>
                </a:path>
                <a:path w="998219" h="548004">
                  <a:moveTo>
                    <a:pt x="65874" y="285102"/>
                  </a:moveTo>
                  <a:lnTo>
                    <a:pt x="25" y="285102"/>
                  </a:lnTo>
                  <a:lnTo>
                    <a:pt x="25" y="325780"/>
                  </a:lnTo>
                  <a:lnTo>
                    <a:pt x="65874" y="325780"/>
                  </a:lnTo>
                  <a:lnTo>
                    <a:pt x="65874" y="285102"/>
                  </a:lnTo>
                  <a:close/>
                </a:path>
                <a:path w="998219" h="548004">
                  <a:moveTo>
                    <a:pt x="65887" y="167855"/>
                  </a:moveTo>
                  <a:lnTo>
                    <a:pt x="38" y="167855"/>
                  </a:lnTo>
                  <a:lnTo>
                    <a:pt x="38" y="208534"/>
                  </a:lnTo>
                  <a:lnTo>
                    <a:pt x="65887" y="208534"/>
                  </a:lnTo>
                  <a:lnTo>
                    <a:pt x="65887" y="167855"/>
                  </a:lnTo>
                  <a:close/>
                </a:path>
                <a:path w="998219" h="548004">
                  <a:moveTo>
                    <a:pt x="65913" y="394157"/>
                  </a:moveTo>
                  <a:lnTo>
                    <a:pt x="63" y="394157"/>
                  </a:lnTo>
                  <a:lnTo>
                    <a:pt x="63" y="434835"/>
                  </a:lnTo>
                  <a:lnTo>
                    <a:pt x="65913" y="434835"/>
                  </a:lnTo>
                  <a:lnTo>
                    <a:pt x="65913" y="394157"/>
                  </a:lnTo>
                  <a:close/>
                </a:path>
                <a:path w="998219" h="548004">
                  <a:moveTo>
                    <a:pt x="65938" y="117424"/>
                  </a:moveTo>
                  <a:lnTo>
                    <a:pt x="88" y="117424"/>
                  </a:lnTo>
                  <a:lnTo>
                    <a:pt x="88" y="158102"/>
                  </a:lnTo>
                  <a:lnTo>
                    <a:pt x="65938" y="158102"/>
                  </a:lnTo>
                  <a:lnTo>
                    <a:pt x="65938" y="117424"/>
                  </a:lnTo>
                  <a:close/>
                </a:path>
                <a:path w="998219" h="548004">
                  <a:moveTo>
                    <a:pt x="65951" y="343738"/>
                  </a:moveTo>
                  <a:lnTo>
                    <a:pt x="101" y="343738"/>
                  </a:lnTo>
                  <a:lnTo>
                    <a:pt x="101" y="384416"/>
                  </a:lnTo>
                  <a:lnTo>
                    <a:pt x="65951" y="384416"/>
                  </a:lnTo>
                  <a:lnTo>
                    <a:pt x="65951" y="343738"/>
                  </a:lnTo>
                  <a:close/>
                </a:path>
                <a:path w="998219" h="548004">
                  <a:moveTo>
                    <a:pt x="65976" y="226479"/>
                  </a:moveTo>
                  <a:lnTo>
                    <a:pt x="127" y="226479"/>
                  </a:lnTo>
                  <a:lnTo>
                    <a:pt x="127" y="267157"/>
                  </a:lnTo>
                  <a:lnTo>
                    <a:pt x="65976" y="267157"/>
                  </a:lnTo>
                  <a:lnTo>
                    <a:pt x="65976" y="226479"/>
                  </a:lnTo>
                  <a:close/>
                </a:path>
                <a:path w="998219" h="548004">
                  <a:moveTo>
                    <a:pt x="65989" y="0"/>
                  </a:moveTo>
                  <a:lnTo>
                    <a:pt x="139" y="0"/>
                  </a:lnTo>
                  <a:lnTo>
                    <a:pt x="139" y="40678"/>
                  </a:lnTo>
                  <a:lnTo>
                    <a:pt x="65989" y="40678"/>
                  </a:lnTo>
                  <a:lnTo>
                    <a:pt x="65989" y="0"/>
                  </a:lnTo>
                  <a:close/>
                </a:path>
                <a:path w="998219" h="548004">
                  <a:moveTo>
                    <a:pt x="66001" y="452780"/>
                  </a:moveTo>
                  <a:lnTo>
                    <a:pt x="152" y="452780"/>
                  </a:lnTo>
                  <a:lnTo>
                    <a:pt x="152" y="493471"/>
                  </a:lnTo>
                  <a:lnTo>
                    <a:pt x="66001" y="493471"/>
                  </a:lnTo>
                  <a:lnTo>
                    <a:pt x="66001" y="452780"/>
                  </a:lnTo>
                  <a:close/>
                </a:path>
                <a:path w="998219" h="548004">
                  <a:moveTo>
                    <a:pt x="166928" y="58801"/>
                  </a:moveTo>
                  <a:lnTo>
                    <a:pt x="101079" y="58801"/>
                  </a:lnTo>
                  <a:lnTo>
                    <a:pt x="101079" y="99479"/>
                  </a:lnTo>
                  <a:lnTo>
                    <a:pt x="166928" y="99479"/>
                  </a:lnTo>
                  <a:lnTo>
                    <a:pt x="166928" y="58801"/>
                  </a:lnTo>
                  <a:close/>
                </a:path>
                <a:path w="998219" h="548004">
                  <a:moveTo>
                    <a:pt x="166954" y="285102"/>
                  </a:moveTo>
                  <a:lnTo>
                    <a:pt x="101092" y="285102"/>
                  </a:lnTo>
                  <a:lnTo>
                    <a:pt x="101092" y="325780"/>
                  </a:lnTo>
                  <a:lnTo>
                    <a:pt x="166954" y="325780"/>
                  </a:lnTo>
                  <a:lnTo>
                    <a:pt x="166954" y="285102"/>
                  </a:lnTo>
                  <a:close/>
                </a:path>
                <a:path w="998219" h="548004">
                  <a:moveTo>
                    <a:pt x="166966" y="167855"/>
                  </a:moveTo>
                  <a:lnTo>
                    <a:pt x="101117" y="167855"/>
                  </a:lnTo>
                  <a:lnTo>
                    <a:pt x="101117" y="208534"/>
                  </a:lnTo>
                  <a:lnTo>
                    <a:pt x="166966" y="208534"/>
                  </a:lnTo>
                  <a:lnTo>
                    <a:pt x="166966" y="167855"/>
                  </a:lnTo>
                  <a:close/>
                </a:path>
                <a:path w="998219" h="548004">
                  <a:moveTo>
                    <a:pt x="166992" y="394157"/>
                  </a:moveTo>
                  <a:lnTo>
                    <a:pt x="101142" y="394157"/>
                  </a:lnTo>
                  <a:lnTo>
                    <a:pt x="101142" y="434835"/>
                  </a:lnTo>
                  <a:lnTo>
                    <a:pt x="166992" y="434835"/>
                  </a:lnTo>
                  <a:lnTo>
                    <a:pt x="166992" y="394157"/>
                  </a:lnTo>
                  <a:close/>
                </a:path>
                <a:path w="998219" h="548004">
                  <a:moveTo>
                    <a:pt x="167005" y="117424"/>
                  </a:moveTo>
                  <a:lnTo>
                    <a:pt x="101142" y="117424"/>
                  </a:lnTo>
                  <a:lnTo>
                    <a:pt x="101142" y="158102"/>
                  </a:lnTo>
                  <a:lnTo>
                    <a:pt x="167005" y="158102"/>
                  </a:lnTo>
                  <a:lnTo>
                    <a:pt x="167005" y="117424"/>
                  </a:lnTo>
                  <a:close/>
                </a:path>
                <a:path w="998219" h="548004">
                  <a:moveTo>
                    <a:pt x="167017" y="343738"/>
                  </a:moveTo>
                  <a:lnTo>
                    <a:pt x="101168" y="343738"/>
                  </a:lnTo>
                  <a:lnTo>
                    <a:pt x="101168" y="384416"/>
                  </a:lnTo>
                  <a:lnTo>
                    <a:pt x="167017" y="384416"/>
                  </a:lnTo>
                  <a:lnTo>
                    <a:pt x="167017" y="343738"/>
                  </a:lnTo>
                  <a:close/>
                </a:path>
                <a:path w="998219" h="548004">
                  <a:moveTo>
                    <a:pt x="167043" y="226479"/>
                  </a:moveTo>
                  <a:lnTo>
                    <a:pt x="101193" y="226479"/>
                  </a:lnTo>
                  <a:lnTo>
                    <a:pt x="101193" y="267157"/>
                  </a:lnTo>
                  <a:lnTo>
                    <a:pt x="167043" y="267157"/>
                  </a:lnTo>
                  <a:lnTo>
                    <a:pt x="167043" y="226479"/>
                  </a:lnTo>
                  <a:close/>
                </a:path>
                <a:path w="998219" h="548004">
                  <a:moveTo>
                    <a:pt x="167055" y="0"/>
                  </a:moveTo>
                  <a:lnTo>
                    <a:pt x="101206" y="0"/>
                  </a:lnTo>
                  <a:lnTo>
                    <a:pt x="101206" y="40678"/>
                  </a:lnTo>
                  <a:lnTo>
                    <a:pt x="167055" y="40678"/>
                  </a:lnTo>
                  <a:lnTo>
                    <a:pt x="167055" y="0"/>
                  </a:lnTo>
                  <a:close/>
                </a:path>
                <a:path w="998219" h="548004">
                  <a:moveTo>
                    <a:pt x="167068" y="452780"/>
                  </a:moveTo>
                  <a:lnTo>
                    <a:pt x="101206" y="452780"/>
                  </a:lnTo>
                  <a:lnTo>
                    <a:pt x="101206" y="493471"/>
                  </a:lnTo>
                  <a:lnTo>
                    <a:pt x="167068" y="493471"/>
                  </a:lnTo>
                  <a:lnTo>
                    <a:pt x="167068" y="452780"/>
                  </a:lnTo>
                  <a:close/>
                </a:path>
                <a:path w="998219" h="548004">
                  <a:moveTo>
                    <a:pt x="267995" y="58801"/>
                  </a:moveTo>
                  <a:lnTo>
                    <a:pt x="202145" y="58801"/>
                  </a:lnTo>
                  <a:lnTo>
                    <a:pt x="202145" y="99479"/>
                  </a:lnTo>
                  <a:lnTo>
                    <a:pt x="267995" y="99479"/>
                  </a:lnTo>
                  <a:lnTo>
                    <a:pt x="267995" y="58801"/>
                  </a:lnTo>
                  <a:close/>
                </a:path>
                <a:path w="998219" h="548004">
                  <a:moveTo>
                    <a:pt x="268008" y="285102"/>
                  </a:moveTo>
                  <a:lnTo>
                    <a:pt x="202158" y="285102"/>
                  </a:lnTo>
                  <a:lnTo>
                    <a:pt x="202158" y="325780"/>
                  </a:lnTo>
                  <a:lnTo>
                    <a:pt x="268008" y="325780"/>
                  </a:lnTo>
                  <a:lnTo>
                    <a:pt x="268008" y="285102"/>
                  </a:lnTo>
                  <a:close/>
                </a:path>
                <a:path w="998219" h="548004">
                  <a:moveTo>
                    <a:pt x="268033" y="167855"/>
                  </a:moveTo>
                  <a:lnTo>
                    <a:pt x="202184" y="167855"/>
                  </a:lnTo>
                  <a:lnTo>
                    <a:pt x="202184" y="208534"/>
                  </a:lnTo>
                  <a:lnTo>
                    <a:pt x="268033" y="208534"/>
                  </a:lnTo>
                  <a:lnTo>
                    <a:pt x="268033" y="167855"/>
                  </a:lnTo>
                  <a:close/>
                </a:path>
                <a:path w="998219" h="548004">
                  <a:moveTo>
                    <a:pt x="268058" y="394157"/>
                  </a:moveTo>
                  <a:lnTo>
                    <a:pt x="202209" y="394157"/>
                  </a:lnTo>
                  <a:lnTo>
                    <a:pt x="202209" y="434835"/>
                  </a:lnTo>
                  <a:lnTo>
                    <a:pt x="268058" y="434835"/>
                  </a:lnTo>
                  <a:lnTo>
                    <a:pt x="268058" y="394157"/>
                  </a:lnTo>
                  <a:close/>
                </a:path>
                <a:path w="998219" h="548004">
                  <a:moveTo>
                    <a:pt x="268071" y="117424"/>
                  </a:moveTo>
                  <a:lnTo>
                    <a:pt x="202222" y="117424"/>
                  </a:lnTo>
                  <a:lnTo>
                    <a:pt x="202222" y="158102"/>
                  </a:lnTo>
                  <a:lnTo>
                    <a:pt x="268071" y="158102"/>
                  </a:lnTo>
                  <a:lnTo>
                    <a:pt x="268071" y="117424"/>
                  </a:lnTo>
                  <a:close/>
                </a:path>
                <a:path w="998219" h="548004">
                  <a:moveTo>
                    <a:pt x="268097" y="343738"/>
                  </a:moveTo>
                  <a:lnTo>
                    <a:pt x="202247" y="343738"/>
                  </a:lnTo>
                  <a:lnTo>
                    <a:pt x="202247" y="384416"/>
                  </a:lnTo>
                  <a:lnTo>
                    <a:pt x="268097" y="384416"/>
                  </a:lnTo>
                  <a:lnTo>
                    <a:pt x="268097" y="343738"/>
                  </a:lnTo>
                  <a:close/>
                </a:path>
                <a:path w="998219" h="548004">
                  <a:moveTo>
                    <a:pt x="268109" y="226479"/>
                  </a:moveTo>
                  <a:lnTo>
                    <a:pt x="202260" y="226479"/>
                  </a:lnTo>
                  <a:lnTo>
                    <a:pt x="202260" y="267157"/>
                  </a:lnTo>
                  <a:lnTo>
                    <a:pt x="268109" y="267157"/>
                  </a:lnTo>
                  <a:lnTo>
                    <a:pt x="268109" y="226479"/>
                  </a:lnTo>
                  <a:close/>
                </a:path>
                <a:path w="998219" h="548004">
                  <a:moveTo>
                    <a:pt x="268122" y="452780"/>
                  </a:moveTo>
                  <a:lnTo>
                    <a:pt x="202272" y="452780"/>
                  </a:lnTo>
                  <a:lnTo>
                    <a:pt x="202272" y="493471"/>
                  </a:lnTo>
                  <a:lnTo>
                    <a:pt x="268122" y="493471"/>
                  </a:lnTo>
                  <a:lnTo>
                    <a:pt x="268122" y="452780"/>
                  </a:lnTo>
                  <a:close/>
                </a:path>
                <a:path w="998219" h="548004">
                  <a:moveTo>
                    <a:pt x="486676" y="507111"/>
                  </a:moveTo>
                  <a:lnTo>
                    <a:pt x="420827" y="507111"/>
                  </a:lnTo>
                  <a:lnTo>
                    <a:pt x="420827" y="547789"/>
                  </a:lnTo>
                  <a:lnTo>
                    <a:pt x="486676" y="547789"/>
                  </a:lnTo>
                  <a:lnTo>
                    <a:pt x="486676" y="507111"/>
                  </a:lnTo>
                  <a:close/>
                </a:path>
                <a:path w="998219" h="548004">
                  <a:moveTo>
                    <a:pt x="486765" y="285102"/>
                  </a:moveTo>
                  <a:lnTo>
                    <a:pt x="420916" y="285102"/>
                  </a:lnTo>
                  <a:lnTo>
                    <a:pt x="420916" y="325780"/>
                  </a:lnTo>
                  <a:lnTo>
                    <a:pt x="486765" y="325780"/>
                  </a:lnTo>
                  <a:lnTo>
                    <a:pt x="486765" y="285102"/>
                  </a:lnTo>
                  <a:close/>
                </a:path>
                <a:path w="998219" h="548004">
                  <a:moveTo>
                    <a:pt x="486765" y="58801"/>
                  </a:moveTo>
                  <a:lnTo>
                    <a:pt x="420903" y="58801"/>
                  </a:lnTo>
                  <a:lnTo>
                    <a:pt x="420903" y="99479"/>
                  </a:lnTo>
                  <a:lnTo>
                    <a:pt x="486765" y="99479"/>
                  </a:lnTo>
                  <a:lnTo>
                    <a:pt x="486765" y="58801"/>
                  </a:lnTo>
                  <a:close/>
                </a:path>
                <a:path w="998219" h="548004">
                  <a:moveTo>
                    <a:pt x="486791" y="167855"/>
                  </a:moveTo>
                  <a:lnTo>
                    <a:pt x="420941" y="167855"/>
                  </a:lnTo>
                  <a:lnTo>
                    <a:pt x="420941" y="208534"/>
                  </a:lnTo>
                  <a:lnTo>
                    <a:pt x="486791" y="208534"/>
                  </a:lnTo>
                  <a:lnTo>
                    <a:pt x="486791" y="167855"/>
                  </a:lnTo>
                  <a:close/>
                </a:path>
                <a:path w="998219" h="548004">
                  <a:moveTo>
                    <a:pt x="486816" y="394157"/>
                  </a:moveTo>
                  <a:lnTo>
                    <a:pt x="420966" y="394157"/>
                  </a:lnTo>
                  <a:lnTo>
                    <a:pt x="420966" y="434835"/>
                  </a:lnTo>
                  <a:lnTo>
                    <a:pt x="486816" y="434835"/>
                  </a:lnTo>
                  <a:lnTo>
                    <a:pt x="486816" y="394157"/>
                  </a:lnTo>
                  <a:close/>
                </a:path>
                <a:path w="998219" h="548004">
                  <a:moveTo>
                    <a:pt x="486829" y="117424"/>
                  </a:moveTo>
                  <a:lnTo>
                    <a:pt x="420979" y="117424"/>
                  </a:lnTo>
                  <a:lnTo>
                    <a:pt x="420979" y="158102"/>
                  </a:lnTo>
                  <a:lnTo>
                    <a:pt x="486829" y="158102"/>
                  </a:lnTo>
                  <a:lnTo>
                    <a:pt x="486829" y="117424"/>
                  </a:lnTo>
                  <a:close/>
                </a:path>
                <a:path w="998219" h="548004">
                  <a:moveTo>
                    <a:pt x="486854" y="343738"/>
                  </a:moveTo>
                  <a:lnTo>
                    <a:pt x="421005" y="343738"/>
                  </a:lnTo>
                  <a:lnTo>
                    <a:pt x="421005" y="384416"/>
                  </a:lnTo>
                  <a:lnTo>
                    <a:pt x="486854" y="384416"/>
                  </a:lnTo>
                  <a:lnTo>
                    <a:pt x="486854" y="343738"/>
                  </a:lnTo>
                  <a:close/>
                </a:path>
                <a:path w="998219" h="548004">
                  <a:moveTo>
                    <a:pt x="486879" y="226479"/>
                  </a:moveTo>
                  <a:lnTo>
                    <a:pt x="421017" y="226479"/>
                  </a:lnTo>
                  <a:lnTo>
                    <a:pt x="421017" y="267157"/>
                  </a:lnTo>
                  <a:lnTo>
                    <a:pt x="486879" y="267157"/>
                  </a:lnTo>
                  <a:lnTo>
                    <a:pt x="486879" y="226479"/>
                  </a:lnTo>
                  <a:close/>
                </a:path>
                <a:path w="998219" h="548004">
                  <a:moveTo>
                    <a:pt x="486892" y="452780"/>
                  </a:moveTo>
                  <a:lnTo>
                    <a:pt x="421043" y="452780"/>
                  </a:lnTo>
                  <a:lnTo>
                    <a:pt x="421043" y="493471"/>
                  </a:lnTo>
                  <a:lnTo>
                    <a:pt x="486892" y="493471"/>
                  </a:lnTo>
                  <a:lnTo>
                    <a:pt x="486892" y="452780"/>
                  </a:lnTo>
                  <a:close/>
                </a:path>
                <a:path w="998219" h="548004">
                  <a:moveTo>
                    <a:pt x="587743" y="507111"/>
                  </a:moveTo>
                  <a:lnTo>
                    <a:pt x="521893" y="507111"/>
                  </a:lnTo>
                  <a:lnTo>
                    <a:pt x="521893" y="547789"/>
                  </a:lnTo>
                  <a:lnTo>
                    <a:pt x="587743" y="547789"/>
                  </a:lnTo>
                  <a:lnTo>
                    <a:pt x="587743" y="507111"/>
                  </a:lnTo>
                  <a:close/>
                </a:path>
                <a:path w="998219" h="548004">
                  <a:moveTo>
                    <a:pt x="587819" y="58801"/>
                  </a:moveTo>
                  <a:lnTo>
                    <a:pt x="521970" y="58801"/>
                  </a:lnTo>
                  <a:lnTo>
                    <a:pt x="521970" y="99479"/>
                  </a:lnTo>
                  <a:lnTo>
                    <a:pt x="587819" y="99479"/>
                  </a:lnTo>
                  <a:lnTo>
                    <a:pt x="587819" y="58801"/>
                  </a:lnTo>
                  <a:close/>
                </a:path>
                <a:path w="998219" h="548004">
                  <a:moveTo>
                    <a:pt x="587844" y="285102"/>
                  </a:moveTo>
                  <a:lnTo>
                    <a:pt x="521995" y="285102"/>
                  </a:lnTo>
                  <a:lnTo>
                    <a:pt x="521995" y="325780"/>
                  </a:lnTo>
                  <a:lnTo>
                    <a:pt x="587844" y="325780"/>
                  </a:lnTo>
                  <a:lnTo>
                    <a:pt x="587844" y="285102"/>
                  </a:lnTo>
                  <a:close/>
                </a:path>
                <a:path w="998219" h="548004">
                  <a:moveTo>
                    <a:pt x="587870" y="167855"/>
                  </a:moveTo>
                  <a:lnTo>
                    <a:pt x="522020" y="167855"/>
                  </a:lnTo>
                  <a:lnTo>
                    <a:pt x="522020" y="208534"/>
                  </a:lnTo>
                  <a:lnTo>
                    <a:pt x="587870" y="208534"/>
                  </a:lnTo>
                  <a:lnTo>
                    <a:pt x="587870" y="167855"/>
                  </a:lnTo>
                  <a:close/>
                </a:path>
                <a:path w="998219" h="548004">
                  <a:moveTo>
                    <a:pt x="587883" y="394157"/>
                  </a:moveTo>
                  <a:lnTo>
                    <a:pt x="522033" y="394157"/>
                  </a:lnTo>
                  <a:lnTo>
                    <a:pt x="522033" y="434835"/>
                  </a:lnTo>
                  <a:lnTo>
                    <a:pt x="587883" y="434835"/>
                  </a:lnTo>
                  <a:lnTo>
                    <a:pt x="587883" y="394157"/>
                  </a:lnTo>
                  <a:close/>
                </a:path>
                <a:path w="998219" h="548004">
                  <a:moveTo>
                    <a:pt x="587895" y="117424"/>
                  </a:moveTo>
                  <a:lnTo>
                    <a:pt x="522046" y="117424"/>
                  </a:lnTo>
                  <a:lnTo>
                    <a:pt x="522046" y="158102"/>
                  </a:lnTo>
                  <a:lnTo>
                    <a:pt x="587895" y="158102"/>
                  </a:lnTo>
                  <a:lnTo>
                    <a:pt x="587895" y="117424"/>
                  </a:lnTo>
                  <a:close/>
                </a:path>
                <a:path w="998219" h="548004">
                  <a:moveTo>
                    <a:pt x="587921" y="343738"/>
                  </a:moveTo>
                  <a:lnTo>
                    <a:pt x="522071" y="343738"/>
                  </a:lnTo>
                  <a:lnTo>
                    <a:pt x="522071" y="384416"/>
                  </a:lnTo>
                  <a:lnTo>
                    <a:pt x="587921" y="384416"/>
                  </a:lnTo>
                  <a:lnTo>
                    <a:pt x="587921" y="343738"/>
                  </a:lnTo>
                  <a:close/>
                </a:path>
                <a:path w="998219" h="548004">
                  <a:moveTo>
                    <a:pt x="587946" y="226479"/>
                  </a:moveTo>
                  <a:lnTo>
                    <a:pt x="522084" y="226479"/>
                  </a:lnTo>
                  <a:lnTo>
                    <a:pt x="522084" y="267157"/>
                  </a:lnTo>
                  <a:lnTo>
                    <a:pt x="587946" y="267157"/>
                  </a:lnTo>
                  <a:lnTo>
                    <a:pt x="587946" y="226479"/>
                  </a:lnTo>
                  <a:close/>
                </a:path>
                <a:path w="998219" h="548004">
                  <a:moveTo>
                    <a:pt x="587959" y="452780"/>
                  </a:moveTo>
                  <a:lnTo>
                    <a:pt x="522109" y="452780"/>
                  </a:lnTo>
                  <a:lnTo>
                    <a:pt x="522109" y="493471"/>
                  </a:lnTo>
                  <a:lnTo>
                    <a:pt x="587959" y="493471"/>
                  </a:lnTo>
                  <a:lnTo>
                    <a:pt x="587959" y="452780"/>
                  </a:lnTo>
                  <a:close/>
                </a:path>
                <a:path w="998219" h="548004">
                  <a:moveTo>
                    <a:pt x="795261" y="507111"/>
                  </a:moveTo>
                  <a:lnTo>
                    <a:pt x="729411" y="507111"/>
                  </a:lnTo>
                  <a:lnTo>
                    <a:pt x="729411" y="547789"/>
                  </a:lnTo>
                  <a:lnTo>
                    <a:pt x="795261" y="547789"/>
                  </a:lnTo>
                  <a:lnTo>
                    <a:pt x="795261" y="507111"/>
                  </a:lnTo>
                  <a:close/>
                </a:path>
                <a:path w="998219" h="548004">
                  <a:moveTo>
                    <a:pt x="795350" y="58801"/>
                  </a:moveTo>
                  <a:lnTo>
                    <a:pt x="729500" y="58801"/>
                  </a:lnTo>
                  <a:lnTo>
                    <a:pt x="729500" y="99479"/>
                  </a:lnTo>
                  <a:lnTo>
                    <a:pt x="795350" y="99479"/>
                  </a:lnTo>
                  <a:lnTo>
                    <a:pt x="795350" y="58801"/>
                  </a:lnTo>
                  <a:close/>
                </a:path>
                <a:path w="998219" h="548004">
                  <a:moveTo>
                    <a:pt x="795362" y="285102"/>
                  </a:moveTo>
                  <a:lnTo>
                    <a:pt x="729500" y="285102"/>
                  </a:lnTo>
                  <a:lnTo>
                    <a:pt x="729500" y="325780"/>
                  </a:lnTo>
                  <a:lnTo>
                    <a:pt x="795362" y="325780"/>
                  </a:lnTo>
                  <a:lnTo>
                    <a:pt x="795362" y="285102"/>
                  </a:lnTo>
                  <a:close/>
                </a:path>
                <a:path w="998219" h="548004">
                  <a:moveTo>
                    <a:pt x="795388" y="167855"/>
                  </a:moveTo>
                  <a:lnTo>
                    <a:pt x="729538" y="167855"/>
                  </a:lnTo>
                  <a:lnTo>
                    <a:pt x="729538" y="208534"/>
                  </a:lnTo>
                  <a:lnTo>
                    <a:pt x="795388" y="208534"/>
                  </a:lnTo>
                  <a:lnTo>
                    <a:pt x="795388" y="167855"/>
                  </a:lnTo>
                  <a:close/>
                </a:path>
                <a:path w="998219" h="548004">
                  <a:moveTo>
                    <a:pt x="795401" y="394157"/>
                  </a:moveTo>
                  <a:lnTo>
                    <a:pt x="729551" y="394157"/>
                  </a:lnTo>
                  <a:lnTo>
                    <a:pt x="729551" y="434835"/>
                  </a:lnTo>
                  <a:lnTo>
                    <a:pt x="795401" y="434835"/>
                  </a:lnTo>
                  <a:lnTo>
                    <a:pt x="795401" y="394157"/>
                  </a:lnTo>
                  <a:close/>
                </a:path>
                <a:path w="998219" h="548004">
                  <a:moveTo>
                    <a:pt x="795426" y="117424"/>
                  </a:moveTo>
                  <a:lnTo>
                    <a:pt x="729564" y="117424"/>
                  </a:lnTo>
                  <a:lnTo>
                    <a:pt x="729564" y="158102"/>
                  </a:lnTo>
                  <a:lnTo>
                    <a:pt x="795426" y="158102"/>
                  </a:lnTo>
                  <a:lnTo>
                    <a:pt x="795426" y="117424"/>
                  </a:lnTo>
                  <a:close/>
                </a:path>
                <a:path w="998219" h="548004">
                  <a:moveTo>
                    <a:pt x="795439" y="343738"/>
                  </a:moveTo>
                  <a:lnTo>
                    <a:pt x="729589" y="343738"/>
                  </a:lnTo>
                  <a:lnTo>
                    <a:pt x="729589" y="384416"/>
                  </a:lnTo>
                  <a:lnTo>
                    <a:pt x="795439" y="384416"/>
                  </a:lnTo>
                  <a:lnTo>
                    <a:pt x="795439" y="343738"/>
                  </a:lnTo>
                  <a:close/>
                </a:path>
                <a:path w="998219" h="548004">
                  <a:moveTo>
                    <a:pt x="795464" y="226479"/>
                  </a:moveTo>
                  <a:lnTo>
                    <a:pt x="729615" y="226479"/>
                  </a:lnTo>
                  <a:lnTo>
                    <a:pt x="729615" y="267157"/>
                  </a:lnTo>
                  <a:lnTo>
                    <a:pt x="795464" y="267157"/>
                  </a:lnTo>
                  <a:lnTo>
                    <a:pt x="795464" y="226479"/>
                  </a:lnTo>
                  <a:close/>
                </a:path>
                <a:path w="998219" h="548004">
                  <a:moveTo>
                    <a:pt x="795489" y="452780"/>
                  </a:moveTo>
                  <a:lnTo>
                    <a:pt x="729627" y="452780"/>
                  </a:lnTo>
                  <a:lnTo>
                    <a:pt x="729627" y="493471"/>
                  </a:lnTo>
                  <a:lnTo>
                    <a:pt x="795489" y="493471"/>
                  </a:lnTo>
                  <a:lnTo>
                    <a:pt x="795489" y="452780"/>
                  </a:lnTo>
                  <a:close/>
                </a:path>
                <a:path w="998219" h="548004">
                  <a:moveTo>
                    <a:pt x="896327" y="507111"/>
                  </a:moveTo>
                  <a:lnTo>
                    <a:pt x="830478" y="507111"/>
                  </a:lnTo>
                  <a:lnTo>
                    <a:pt x="830478" y="547789"/>
                  </a:lnTo>
                  <a:lnTo>
                    <a:pt x="896327" y="547789"/>
                  </a:lnTo>
                  <a:lnTo>
                    <a:pt x="896327" y="507111"/>
                  </a:lnTo>
                  <a:close/>
                </a:path>
                <a:path w="998219" h="548004">
                  <a:moveTo>
                    <a:pt x="896416" y="58801"/>
                  </a:moveTo>
                  <a:lnTo>
                    <a:pt x="830567" y="58801"/>
                  </a:lnTo>
                  <a:lnTo>
                    <a:pt x="830567" y="99479"/>
                  </a:lnTo>
                  <a:lnTo>
                    <a:pt x="896416" y="99479"/>
                  </a:lnTo>
                  <a:lnTo>
                    <a:pt x="896416" y="58801"/>
                  </a:lnTo>
                  <a:close/>
                </a:path>
                <a:path w="998219" h="548004">
                  <a:moveTo>
                    <a:pt x="896429" y="285102"/>
                  </a:moveTo>
                  <a:lnTo>
                    <a:pt x="830580" y="285102"/>
                  </a:lnTo>
                  <a:lnTo>
                    <a:pt x="830580" y="325780"/>
                  </a:lnTo>
                  <a:lnTo>
                    <a:pt x="896429" y="325780"/>
                  </a:lnTo>
                  <a:lnTo>
                    <a:pt x="896429" y="285102"/>
                  </a:lnTo>
                  <a:close/>
                </a:path>
                <a:path w="998219" h="548004">
                  <a:moveTo>
                    <a:pt x="896454" y="167855"/>
                  </a:moveTo>
                  <a:lnTo>
                    <a:pt x="830605" y="167855"/>
                  </a:lnTo>
                  <a:lnTo>
                    <a:pt x="830605" y="208534"/>
                  </a:lnTo>
                  <a:lnTo>
                    <a:pt x="896454" y="208534"/>
                  </a:lnTo>
                  <a:lnTo>
                    <a:pt x="896454" y="167855"/>
                  </a:lnTo>
                  <a:close/>
                </a:path>
                <a:path w="998219" h="548004">
                  <a:moveTo>
                    <a:pt x="896480" y="394157"/>
                  </a:moveTo>
                  <a:lnTo>
                    <a:pt x="830618" y="394157"/>
                  </a:lnTo>
                  <a:lnTo>
                    <a:pt x="830618" y="434835"/>
                  </a:lnTo>
                  <a:lnTo>
                    <a:pt x="896480" y="434835"/>
                  </a:lnTo>
                  <a:lnTo>
                    <a:pt x="896480" y="394157"/>
                  </a:lnTo>
                  <a:close/>
                </a:path>
                <a:path w="998219" h="548004">
                  <a:moveTo>
                    <a:pt x="896493" y="117424"/>
                  </a:moveTo>
                  <a:lnTo>
                    <a:pt x="830643" y="117424"/>
                  </a:lnTo>
                  <a:lnTo>
                    <a:pt x="830643" y="158102"/>
                  </a:lnTo>
                  <a:lnTo>
                    <a:pt x="896493" y="158102"/>
                  </a:lnTo>
                  <a:lnTo>
                    <a:pt x="896493" y="117424"/>
                  </a:lnTo>
                  <a:close/>
                </a:path>
                <a:path w="998219" h="548004">
                  <a:moveTo>
                    <a:pt x="896505" y="343738"/>
                  </a:moveTo>
                  <a:lnTo>
                    <a:pt x="830656" y="343738"/>
                  </a:lnTo>
                  <a:lnTo>
                    <a:pt x="830656" y="384416"/>
                  </a:lnTo>
                  <a:lnTo>
                    <a:pt x="896505" y="384416"/>
                  </a:lnTo>
                  <a:lnTo>
                    <a:pt x="896505" y="343738"/>
                  </a:lnTo>
                  <a:close/>
                </a:path>
                <a:path w="998219" h="548004">
                  <a:moveTo>
                    <a:pt x="896531" y="226479"/>
                  </a:moveTo>
                  <a:lnTo>
                    <a:pt x="830681" y="226479"/>
                  </a:lnTo>
                  <a:lnTo>
                    <a:pt x="830681" y="267157"/>
                  </a:lnTo>
                  <a:lnTo>
                    <a:pt x="896531" y="267157"/>
                  </a:lnTo>
                  <a:lnTo>
                    <a:pt x="896531" y="226479"/>
                  </a:lnTo>
                  <a:close/>
                </a:path>
                <a:path w="998219" h="548004">
                  <a:moveTo>
                    <a:pt x="896543" y="452780"/>
                  </a:moveTo>
                  <a:lnTo>
                    <a:pt x="830694" y="452780"/>
                  </a:lnTo>
                  <a:lnTo>
                    <a:pt x="830694" y="493471"/>
                  </a:lnTo>
                  <a:lnTo>
                    <a:pt x="896543" y="493471"/>
                  </a:lnTo>
                  <a:lnTo>
                    <a:pt x="896543" y="452780"/>
                  </a:lnTo>
                  <a:close/>
                </a:path>
                <a:path w="998219" h="548004">
                  <a:moveTo>
                    <a:pt x="997407" y="507111"/>
                  </a:moveTo>
                  <a:lnTo>
                    <a:pt x="931557" y="507111"/>
                  </a:lnTo>
                  <a:lnTo>
                    <a:pt x="931557" y="547789"/>
                  </a:lnTo>
                  <a:lnTo>
                    <a:pt x="997407" y="547789"/>
                  </a:lnTo>
                  <a:lnTo>
                    <a:pt x="997407" y="507111"/>
                  </a:lnTo>
                  <a:close/>
                </a:path>
                <a:path w="998219" h="548004">
                  <a:moveTo>
                    <a:pt x="997483" y="58801"/>
                  </a:moveTo>
                  <a:lnTo>
                    <a:pt x="931621" y="58801"/>
                  </a:lnTo>
                  <a:lnTo>
                    <a:pt x="931621" y="99479"/>
                  </a:lnTo>
                  <a:lnTo>
                    <a:pt x="997483" y="99479"/>
                  </a:lnTo>
                  <a:lnTo>
                    <a:pt x="997483" y="58801"/>
                  </a:lnTo>
                  <a:close/>
                </a:path>
                <a:path w="998219" h="548004">
                  <a:moveTo>
                    <a:pt x="997496" y="285102"/>
                  </a:moveTo>
                  <a:lnTo>
                    <a:pt x="931646" y="285102"/>
                  </a:lnTo>
                  <a:lnTo>
                    <a:pt x="931646" y="325780"/>
                  </a:lnTo>
                  <a:lnTo>
                    <a:pt x="997496" y="325780"/>
                  </a:lnTo>
                  <a:lnTo>
                    <a:pt x="997496" y="285102"/>
                  </a:lnTo>
                  <a:close/>
                </a:path>
                <a:path w="998219" h="548004">
                  <a:moveTo>
                    <a:pt x="997521" y="167855"/>
                  </a:moveTo>
                  <a:lnTo>
                    <a:pt x="931672" y="167855"/>
                  </a:lnTo>
                  <a:lnTo>
                    <a:pt x="931672" y="208534"/>
                  </a:lnTo>
                  <a:lnTo>
                    <a:pt x="997521" y="208534"/>
                  </a:lnTo>
                  <a:lnTo>
                    <a:pt x="997521" y="167855"/>
                  </a:lnTo>
                  <a:close/>
                </a:path>
                <a:path w="998219" h="548004">
                  <a:moveTo>
                    <a:pt x="997534" y="394157"/>
                  </a:moveTo>
                  <a:lnTo>
                    <a:pt x="931684" y="394157"/>
                  </a:lnTo>
                  <a:lnTo>
                    <a:pt x="931684" y="434835"/>
                  </a:lnTo>
                  <a:lnTo>
                    <a:pt x="997534" y="434835"/>
                  </a:lnTo>
                  <a:lnTo>
                    <a:pt x="997534" y="394157"/>
                  </a:lnTo>
                  <a:close/>
                </a:path>
                <a:path w="998219" h="548004">
                  <a:moveTo>
                    <a:pt x="997559" y="117424"/>
                  </a:moveTo>
                  <a:lnTo>
                    <a:pt x="931710" y="117424"/>
                  </a:lnTo>
                  <a:lnTo>
                    <a:pt x="931710" y="158102"/>
                  </a:lnTo>
                  <a:lnTo>
                    <a:pt x="997559" y="158102"/>
                  </a:lnTo>
                  <a:lnTo>
                    <a:pt x="997559" y="117424"/>
                  </a:lnTo>
                  <a:close/>
                </a:path>
                <a:path w="998219" h="548004">
                  <a:moveTo>
                    <a:pt x="997585" y="343738"/>
                  </a:moveTo>
                  <a:lnTo>
                    <a:pt x="931735" y="343738"/>
                  </a:lnTo>
                  <a:lnTo>
                    <a:pt x="931735" y="384416"/>
                  </a:lnTo>
                  <a:lnTo>
                    <a:pt x="997585" y="384416"/>
                  </a:lnTo>
                  <a:lnTo>
                    <a:pt x="997585" y="343738"/>
                  </a:lnTo>
                  <a:close/>
                </a:path>
                <a:path w="998219" h="548004">
                  <a:moveTo>
                    <a:pt x="997597" y="226479"/>
                  </a:moveTo>
                  <a:lnTo>
                    <a:pt x="931748" y="226479"/>
                  </a:lnTo>
                  <a:lnTo>
                    <a:pt x="931748" y="267157"/>
                  </a:lnTo>
                  <a:lnTo>
                    <a:pt x="997597" y="267157"/>
                  </a:lnTo>
                  <a:lnTo>
                    <a:pt x="997597" y="226479"/>
                  </a:lnTo>
                  <a:close/>
                </a:path>
                <a:path w="998219" h="548004">
                  <a:moveTo>
                    <a:pt x="997623" y="452780"/>
                  </a:moveTo>
                  <a:lnTo>
                    <a:pt x="931773" y="452780"/>
                  </a:lnTo>
                  <a:lnTo>
                    <a:pt x="931773" y="493471"/>
                  </a:lnTo>
                  <a:lnTo>
                    <a:pt x="997623" y="493471"/>
                  </a:lnTo>
                  <a:lnTo>
                    <a:pt x="997623" y="452780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 descr=""/>
            <p:cNvSpPr/>
            <p:nvPr/>
          </p:nvSpPr>
          <p:spPr>
            <a:xfrm>
              <a:off x="1512646" y="7302099"/>
              <a:ext cx="998219" cy="548640"/>
            </a:xfrm>
            <a:custGeom>
              <a:avLst/>
              <a:gdLst/>
              <a:ahLst/>
              <a:cxnLst/>
              <a:rect l="l" t="t" r="r" b="b"/>
              <a:pathLst>
                <a:path w="998219" h="548640">
                  <a:moveTo>
                    <a:pt x="65849" y="0"/>
                  </a:moveTo>
                  <a:lnTo>
                    <a:pt x="0" y="0"/>
                  </a:lnTo>
                  <a:lnTo>
                    <a:pt x="0" y="40678"/>
                  </a:lnTo>
                  <a:lnTo>
                    <a:pt x="65849" y="40678"/>
                  </a:lnTo>
                  <a:lnTo>
                    <a:pt x="65849" y="0"/>
                  </a:lnTo>
                  <a:close/>
                </a:path>
                <a:path w="998219" h="548640">
                  <a:moveTo>
                    <a:pt x="65874" y="226301"/>
                  </a:moveTo>
                  <a:lnTo>
                    <a:pt x="25" y="226301"/>
                  </a:lnTo>
                  <a:lnTo>
                    <a:pt x="25" y="266979"/>
                  </a:lnTo>
                  <a:lnTo>
                    <a:pt x="65874" y="266979"/>
                  </a:lnTo>
                  <a:lnTo>
                    <a:pt x="65874" y="226301"/>
                  </a:lnTo>
                  <a:close/>
                </a:path>
                <a:path w="998219" h="548640">
                  <a:moveTo>
                    <a:pt x="65900" y="109054"/>
                  </a:moveTo>
                  <a:lnTo>
                    <a:pt x="50" y="109054"/>
                  </a:lnTo>
                  <a:lnTo>
                    <a:pt x="50" y="149733"/>
                  </a:lnTo>
                  <a:lnTo>
                    <a:pt x="65900" y="149733"/>
                  </a:lnTo>
                  <a:lnTo>
                    <a:pt x="65900" y="109054"/>
                  </a:lnTo>
                  <a:close/>
                </a:path>
                <a:path w="998219" h="548640">
                  <a:moveTo>
                    <a:pt x="65913" y="335356"/>
                  </a:moveTo>
                  <a:lnTo>
                    <a:pt x="63" y="335356"/>
                  </a:lnTo>
                  <a:lnTo>
                    <a:pt x="63" y="376034"/>
                  </a:lnTo>
                  <a:lnTo>
                    <a:pt x="65913" y="376034"/>
                  </a:lnTo>
                  <a:lnTo>
                    <a:pt x="65913" y="335356"/>
                  </a:lnTo>
                  <a:close/>
                </a:path>
                <a:path w="998219" h="548640">
                  <a:moveTo>
                    <a:pt x="65925" y="449287"/>
                  </a:moveTo>
                  <a:lnTo>
                    <a:pt x="76" y="449287"/>
                  </a:lnTo>
                  <a:lnTo>
                    <a:pt x="76" y="489978"/>
                  </a:lnTo>
                  <a:lnTo>
                    <a:pt x="65925" y="489978"/>
                  </a:lnTo>
                  <a:lnTo>
                    <a:pt x="65925" y="449287"/>
                  </a:lnTo>
                  <a:close/>
                </a:path>
                <a:path w="998219" h="548640">
                  <a:moveTo>
                    <a:pt x="65925" y="58635"/>
                  </a:moveTo>
                  <a:lnTo>
                    <a:pt x="76" y="58635"/>
                  </a:lnTo>
                  <a:lnTo>
                    <a:pt x="76" y="99314"/>
                  </a:lnTo>
                  <a:lnTo>
                    <a:pt x="65925" y="99314"/>
                  </a:lnTo>
                  <a:lnTo>
                    <a:pt x="65925" y="58635"/>
                  </a:lnTo>
                  <a:close/>
                </a:path>
                <a:path w="998219" h="548640">
                  <a:moveTo>
                    <a:pt x="65951" y="284937"/>
                  </a:moveTo>
                  <a:lnTo>
                    <a:pt x="101" y="284937"/>
                  </a:lnTo>
                  <a:lnTo>
                    <a:pt x="101" y="325628"/>
                  </a:lnTo>
                  <a:lnTo>
                    <a:pt x="65951" y="325628"/>
                  </a:lnTo>
                  <a:lnTo>
                    <a:pt x="65951" y="284937"/>
                  </a:lnTo>
                  <a:close/>
                </a:path>
                <a:path w="998219" h="548640">
                  <a:moveTo>
                    <a:pt x="65963" y="167678"/>
                  </a:moveTo>
                  <a:lnTo>
                    <a:pt x="114" y="167678"/>
                  </a:lnTo>
                  <a:lnTo>
                    <a:pt x="114" y="208356"/>
                  </a:lnTo>
                  <a:lnTo>
                    <a:pt x="65963" y="208356"/>
                  </a:lnTo>
                  <a:lnTo>
                    <a:pt x="65963" y="167678"/>
                  </a:lnTo>
                  <a:close/>
                </a:path>
                <a:path w="998219" h="548640">
                  <a:moveTo>
                    <a:pt x="65989" y="393992"/>
                  </a:moveTo>
                  <a:lnTo>
                    <a:pt x="139" y="393992"/>
                  </a:lnTo>
                  <a:lnTo>
                    <a:pt x="139" y="434670"/>
                  </a:lnTo>
                  <a:lnTo>
                    <a:pt x="65989" y="434670"/>
                  </a:lnTo>
                  <a:lnTo>
                    <a:pt x="65989" y="393992"/>
                  </a:lnTo>
                  <a:close/>
                </a:path>
                <a:path w="998219" h="548640">
                  <a:moveTo>
                    <a:pt x="166916" y="0"/>
                  </a:moveTo>
                  <a:lnTo>
                    <a:pt x="101066" y="0"/>
                  </a:lnTo>
                  <a:lnTo>
                    <a:pt x="101066" y="40678"/>
                  </a:lnTo>
                  <a:lnTo>
                    <a:pt x="166916" y="40678"/>
                  </a:lnTo>
                  <a:lnTo>
                    <a:pt x="166916" y="0"/>
                  </a:lnTo>
                  <a:close/>
                </a:path>
                <a:path w="998219" h="548640">
                  <a:moveTo>
                    <a:pt x="166941" y="226301"/>
                  </a:moveTo>
                  <a:lnTo>
                    <a:pt x="101092" y="226301"/>
                  </a:lnTo>
                  <a:lnTo>
                    <a:pt x="101092" y="266979"/>
                  </a:lnTo>
                  <a:lnTo>
                    <a:pt x="166941" y="266979"/>
                  </a:lnTo>
                  <a:lnTo>
                    <a:pt x="166941" y="226301"/>
                  </a:lnTo>
                  <a:close/>
                </a:path>
                <a:path w="998219" h="548640">
                  <a:moveTo>
                    <a:pt x="166966" y="109054"/>
                  </a:moveTo>
                  <a:lnTo>
                    <a:pt x="101104" y="109054"/>
                  </a:lnTo>
                  <a:lnTo>
                    <a:pt x="101104" y="149733"/>
                  </a:lnTo>
                  <a:lnTo>
                    <a:pt x="166966" y="149733"/>
                  </a:lnTo>
                  <a:lnTo>
                    <a:pt x="166966" y="109054"/>
                  </a:lnTo>
                  <a:close/>
                </a:path>
                <a:path w="998219" h="548640">
                  <a:moveTo>
                    <a:pt x="166979" y="335356"/>
                  </a:moveTo>
                  <a:lnTo>
                    <a:pt x="101130" y="335356"/>
                  </a:lnTo>
                  <a:lnTo>
                    <a:pt x="101130" y="376034"/>
                  </a:lnTo>
                  <a:lnTo>
                    <a:pt x="166979" y="376034"/>
                  </a:lnTo>
                  <a:lnTo>
                    <a:pt x="166979" y="335356"/>
                  </a:lnTo>
                  <a:close/>
                </a:path>
                <a:path w="998219" h="548640">
                  <a:moveTo>
                    <a:pt x="167005" y="449287"/>
                  </a:moveTo>
                  <a:lnTo>
                    <a:pt x="101155" y="449287"/>
                  </a:lnTo>
                  <a:lnTo>
                    <a:pt x="101155" y="489978"/>
                  </a:lnTo>
                  <a:lnTo>
                    <a:pt x="167005" y="489978"/>
                  </a:lnTo>
                  <a:lnTo>
                    <a:pt x="167005" y="449287"/>
                  </a:lnTo>
                  <a:close/>
                </a:path>
                <a:path w="998219" h="548640">
                  <a:moveTo>
                    <a:pt x="167005" y="58635"/>
                  </a:moveTo>
                  <a:lnTo>
                    <a:pt x="101155" y="58635"/>
                  </a:lnTo>
                  <a:lnTo>
                    <a:pt x="101155" y="99314"/>
                  </a:lnTo>
                  <a:lnTo>
                    <a:pt x="167005" y="99314"/>
                  </a:lnTo>
                  <a:lnTo>
                    <a:pt x="167005" y="58635"/>
                  </a:lnTo>
                  <a:close/>
                </a:path>
                <a:path w="998219" h="548640">
                  <a:moveTo>
                    <a:pt x="167030" y="284937"/>
                  </a:moveTo>
                  <a:lnTo>
                    <a:pt x="101168" y="284937"/>
                  </a:lnTo>
                  <a:lnTo>
                    <a:pt x="101168" y="325628"/>
                  </a:lnTo>
                  <a:lnTo>
                    <a:pt x="167030" y="325628"/>
                  </a:lnTo>
                  <a:lnTo>
                    <a:pt x="167030" y="284937"/>
                  </a:lnTo>
                  <a:close/>
                </a:path>
                <a:path w="998219" h="548640">
                  <a:moveTo>
                    <a:pt x="167043" y="167678"/>
                  </a:moveTo>
                  <a:lnTo>
                    <a:pt x="101193" y="167678"/>
                  </a:lnTo>
                  <a:lnTo>
                    <a:pt x="101193" y="208356"/>
                  </a:lnTo>
                  <a:lnTo>
                    <a:pt x="167043" y="208356"/>
                  </a:lnTo>
                  <a:lnTo>
                    <a:pt x="167043" y="167678"/>
                  </a:lnTo>
                  <a:close/>
                </a:path>
                <a:path w="998219" h="548640">
                  <a:moveTo>
                    <a:pt x="167068" y="393992"/>
                  </a:moveTo>
                  <a:lnTo>
                    <a:pt x="101219" y="393992"/>
                  </a:lnTo>
                  <a:lnTo>
                    <a:pt x="101219" y="434670"/>
                  </a:lnTo>
                  <a:lnTo>
                    <a:pt x="167068" y="434670"/>
                  </a:lnTo>
                  <a:lnTo>
                    <a:pt x="167068" y="393992"/>
                  </a:lnTo>
                  <a:close/>
                </a:path>
                <a:path w="998219" h="548640">
                  <a:moveTo>
                    <a:pt x="267982" y="0"/>
                  </a:moveTo>
                  <a:lnTo>
                    <a:pt x="202133" y="0"/>
                  </a:lnTo>
                  <a:lnTo>
                    <a:pt x="202133" y="40678"/>
                  </a:lnTo>
                  <a:lnTo>
                    <a:pt x="267982" y="40678"/>
                  </a:lnTo>
                  <a:lnTo>
                    <a:pt x="267982" y="0"/>
                  </a:lnTo>
                  <a:close/>
                </a:path>
                <a:path w="998219" h="548640">
                  <a:moveTo>
                    <a:pt x="268008" y="226301"/>
                  </a:moveTo>
                  <a:lnTo>
                    <a:pt x="202158" y="226301"/>
                  </a:lnTo>
                  <a:lnTo>
                    <a:pt x="202158" y="266979"/>
                  </a:lnTo>
                  <a:lnTo>
                    <a:pt x="268008" y="266979"/>
                  </a:lnTo>
                  <a:lnTo>
                    <a:pt x="268008" y="226301"/>
                  </a:lnTo>
                  <a:close/>
                </a:path>
                <a:path w="998219" h="548640">
                  <a:moveTo>
                    <a:pt x="268020" y="109054"/>
                  </a:moveTo>
                  <a:lnTo>
                    <a:pt x="202171" y="109054"/>
                  </a:lnTo>
                  <a:lnTo>
                    <a:pt x="202171" y="149733"/>
                  </a:lnTo>
                  <a:lnTo>
                    <a:pt x="268020" y="149733"/>
                  </a:lnTo>
                  <a:lnTo>
                    <a:pt x="268020" y="109054"/>
                  </a:lnTo>
                  <a:close/>
                </a:path>
                <a:path w="998219" h="548640">
                  <a:moveTo>
                    <a:pt x="268046" y="335356"/>
                  </a:moveTo>
                  <a:lnTo>
                    <a:pt x="202196" y="335356"/>
                  </a:lnTo>
                  <a:lnTo>
                    <a:pt x="202196" y="376034"/>
                  </a:lnTo>
                  <a:lnTo>
                    <a:pt x="268046" y="376034"/>
                  </a:lnTo>
                  <a:lnTo>
                    <a:pt x="268046" y="335356"/>
                  </a:lnTo>
                  <a:close/>
                </a:path>
                <a:path w="998219" h="548640">
                  <a:moveTo>
                    <a:pt x="268071" y="449287"/>
                  </a:moveTo>
                  <a:lnTo>
                    <a:pt x="202222" y="449287"/>
                  </a:lnTo>
                  <a:lnTo>
                    <a:pt x="202222" y="489978"/>
                  </a:lnTo>
                  <a:lnTo>
                    <a:pt x="268071" y="489978"/>
                  </a:lnTo>
                  <a:lnTo>
                    <a:pt x="268071" y="449287"/>
                  </a:lnTo>
                  <a:close/>
                </a:path>
                <a:path w="998219" h="548640">
                  <a:moveTo>
                    <a:pt x="268071" y="58635"/>
                  </a:moveTo>
                  <a:lnTo>
                    <a:pt x="202222" y="58635"/>
                  </a:lnTo>
                  <a:lnTo>
                    <a:pt x="202222" y="99314"/>
                  </a:lnTo>
                  <a:lnTo>
                    <a:pt x="268071" y="99314"/>
                  </a:lnTo>
                  <a:lnTo>
                    <a:pt x="268071" y="58635"/>
                  </a:lnTo>
                  <a:close/>
                </a:path>
                <a:path w="998219" h="548640">
                  <a:moveTo>
                    <a:pt x="268084" y="284937"/>
                  </a:moveTo>
                  <a:lnTo>
                    <a:pt x="202234" y="284937"/>
                  </a:lnTo>
                  <a:lnTo>
                    <a:pt x="202234" y="325628"/>
                  </a:lnTo>
                  <a:lnTo>
                    <a:pt x="268084" y="325628"/>
                  </a:lnTo>
                  <a:lnTo>
                    <a:pt x="268084" y="284937"/>
                  </a:lnTo>
                  <a:close/>
                </a:path>
                <a:path w="998219" h="548640">
                  <a:moveTo>
                    <a:pt x="268109" y="167678"/>
                  </a:moveTo>
                  <a:lnTo>
                    <a:pt x="202260" y="167678"/>
                  </a:lnTo>
                  <a:lnTo>
                    <a:pt x="202260" y="208356"/>
                  </a:lnTo>
                  <a:lnTo>
                    <a:pt x="268109" y="208356"/>
                  </a:lnTo>
                  <a:lnTo>
                    <a:pt x="268109" y="167678"/>
                  </a:lnTo>
                  <a:close/>
                </a:path>
                <a:path w="998219" h="548640">
                  <a:moveTo>
                    <a:pt x="268135" y="393992"/>
                  </a:moveTo>
                  <a:lnTo>
                    <a:pt x="202285" y="393992"/>
                  </a:lnTo>
                  <a:lnTo>
                    <a:pt x="202285" y="434670"/>
                  </a:lnTo>
                  <a:lnTo>
                    <a:pt x="268135" y="434670"/>
                  </a:lnTo>
                  <a:lnTo>
                    <a:pt x="268135" y="393992"/>
                  </a:lnTo>
                  <a:close/>
                </a:path>
                <a:path w="998219" h="548640">
                  <a:moveTo>
                    <a:pt x="486752" y="0"/>
                  </a:moveTo>
                  <a:lnTo>
                    <a:pt x="420903" y="0"/>
                  </a:lnTo>
                  <a:lnTo>
                    <a:pt x="420903" y="40678"/>
                  </a:lnTo>
                  <a:lnTo>
                    <a:pt x="486752" y="40678"/>
                  </a:lnTo>
                  <a:lnTo>
                    <a:pt x="486752" y="0"/>
                  </a:lnTo>
                  <a:close/>
                </a:path>
                <a:path w="998219" h="548640">
                  <a:moveTo>
                    <a:pt x="486778" y="226301"/>
                  </a:moveTo>
                  <a:lnTo>
                    <a:pt x="420916" y="226301"/>
                  </a:lnTo>
                  <a:lnTo>
                    <a:pt x="420916" y="266979"/>
                  </a:lnTo>
                  <a:lnTo>
                    <a:pt x="486778" y="266979"/>
                  </a:lnTo>
                  <a:lnTo>
                    <a:pt x="486778" y="226301"/>
                  </a:lnTo>
                  <a:close/>
                </a:path>
                <a:path w="998219" h="548640">
                  <a:moveTo>
                    <a:pt x="486791" y="109054"/>
                  </a:moveTo>
                  <a:lnTo>
                    <a:pt x="420941" y="109054"/>
                  </a:lnTo>
                  <a:lnTo>
                    <a:pt x="420941" y="149733"/>
                  </a:lnTo>
                  <a:lnTo>
                    <a:pt x="486791" y="149733"/>
                  </a:lnTo>
                  <a:lnTo>
                    <a:pt x="486791" y="109054"/>
                  </a:lnTo>
                  <a:close/>
                </a:path>
                <a:path w="998219" h="548640">
                  <a:moveTo>
                    <a:pt x="486816" y="335356"/>
                  </a:moveTo>
                  <a:lnTo>
                    <a:pt x="420966" y="335356"/>
                  </a:lnTo>
                  <a:lnTo>
                    <a:pt x="420966" y="376034"/>
                  </a:lnTo>
                  <a:lnTo>
                    <a:pt x="486816" y="376034"/>
                  </a:lnTo>
                  <a:lnTo>
                    <a:pt x="486816" y="335356"/>
                  </a:lnTo>
                  <a:close/>
                </a:path>
                <a:path w="998219" h="548640">
                  <a:moveTo>
                    <a:pt x="486841" y="449287"/>
                  </a:moveTo>
                  <a:lnTo>
                    <a:pt x="420979" y="449287"/>
                  </a:lnTo>
                  <a:lnTo>
                    <a:pt x="420979" y="489978"/>
                  </a:lnTo>
                  <a:lnTo>
                    <a:pt x="486841" y="489978"/>
                  </a:lnTo>
                  <a:lnTo>
                    <a:pt x="486841" y="449287"/>
                  </a:lnTo>
                  <a:close/>
                </a:path>
                <a:path w="998219" h="548640">
                  <a:moveTo>
                    <a:pt x="486841" y="284937"/>
                  </a:moveTo>
                  <a:lnTo>
                    <a:pt x="420992" y="284937"/>
                  </a:lnTo>
                  <a:lnTo>
                    <a:pt x="420992" y="325628"/>
                  </a:lnTo>
                  <a:lnTo>
                    <a:pt x="486841" y="325628"/>
                  </a:lnTo>
                  <a:lnTo>
                    <a:pt x="486841" y="284937"/>
                  </a:lnTo>
                  <a:close/>
                </a:path>
                <a:path w="998219" h="548640">
                  <a:moveTo>
                    <a:pt x="486841" y="58635"/>
                  </a:moveTo>
                  <a:lnTo>
                    <a:pt x="420979" y="58635"/>
                  </a:lnTo>
                  <a:lnTo>
                    <a:pt x="420979" y="99314"/>
                  </a:lnTo>
                  <a:lnTo>
                    <a:pt x="486841" y="99314"/>
                  </a:lnTo>
                  <a:lnTo>
                    <a:pt x="486841" y="58635"/>
                  </a:lnTo>
                  <a:close/>
                </a:path>
                <a:path w="998219" h="548640">
                  <a:moveTo>
                    <a:pt x="486867" y="167678"/>
                  </a:moveTo>
                  <a:lnTo>
                    <a:pt x="421017" y="167678"/>
                  </a:lnTo>
                  <a:lnTo>
                    <a:pt x="421017" y="208356"/>
                  </a:lnTo>
                  <a:lnTo>
                    <a:pt x="486867" y="208356"/>
                  </a:lnTo>
                  <a:lnTo>
                    <a:pt x="486867" y="167678"/>
                  </a:lnTo>
                  <a:close/>
                </a:path>
                <a:path w="998219" h="548640">
                  <a:moveTo>
                    <a:pt x="486892" y="393992"/>
                  </a:moveTo>
                  <a:lnTo>
                    <a:pt x="421043" y="393992"/>
                  </a:lnTo>
                  <a:lnTo>
                    <a:pt x="421043" y="434670"/>
                  </a:lnTo>
                  <a:lnTo>
                    <a:pt x="486892" y="434670"/>
                  </a:lnTo>
                  <a:lnTo>
                    <a:pt x="486892" y="393992"/>
                  </a:lnTo>
                  <a:close/>
                </a:path>
                <a:path w="998219" h="548640">
                  <a:moveTo>
                    <a:pt x="587832" y="226301"/>
                  </a:moveTo>
                  <a:lnTo>
                    <a:pt x="521982" y="226301"/>
                  </a:lnTo>
                  <a:lnTo>
                    <a:pt x="521982" y="266979"/>
                  </a:lnTo>
                  <a:lnTo>
                    <a:pt x="587832" y="266979"/>
                  </a:lnTo>
                  <a:lnTo>
                    <a:pt x="587832" y="226301"/>
                  </a:lnTo>
                  <a:close/>
                </a:path>
                <a:path w="998219" h="548640">
                  <a:moveTo>
                    <a:pt x="587857" y="109054"/>
                  </a:moveTo>
                  <a:lnTo>
                    <a:pt x="522008" y="109054"/>
                  </a:lnTo>
                  <a:lnTo>
                    <a:pt x="522008" y="149733"/>
                  </a:lnTo>
                  <a:lnTo>
                    <a:pt x="587857" y="149733"/>
                  </a:lnTo>
                  <a:lnTo>
                    <a:pt x="587857" y="109054"/>
                  </a:lnTo>
                  <a:close/>
                </a:path>
                <a:path w="998219" h="548640">
                  <a:moveTo>
                    <a:pt x="587883" y="335356"/>
                  </a:moveTo>
                  <a:lnTo>
                    <a:pt x="522033" y="335356"/>
                  </a:lnTo>
                  <a:lnTo>
                    <a:pt x="522033" y="376034"/>
                  </a:lnTo>
                  <a:lnTo>
                    <a:pt x="587883" y="376034"/>
                  </a:lnTo>
                  <a:lnTo>
                    <a:pt x="587883" y="335356"/>
                  </a:lnTo>
                  <a:close/>
                </a:path>
                <a:path w="998219" h="548640">
                  <a:moveTo>
                    <a:pt x="587895" y="449287"/>
                  </a:moveTo>
                  <a:lnTo>
                    <a:pt x="522046" y="449287"/>
                  </a:lnTo>
                  <a:lnTo>
                    <a:pt x="522046" y="489978"/>
                  </a:lnTo>
                  <a:lnTo>
                    <a:pt x="587895" y="489978"/>
                  </a:lnTo>
                  <a:lnTo>
                    <a:pt x="587895" y="449287"/>
                  </a:lnTo>
                  <a:close/>
                </a:path>
                <a:path w="998219" h="548640">
                  <a:moveTo>
                    <a:pt x="587895" y="58635"/>
                  </a:moveTo>
                  <a:lnTo>
                    <a:pt x="522046" y="58635"/>
                  </a:lnTo>
                  <a:lnTo>
                    <a:pt x="522046" y="99314"/>
                  </a:lnTo>
                  <a:lnTo>
                    <a:pt x="587895" y="99314"/>
                  </a:lnTo>
                  <a:lnTo>
                    <a:pt x="587895" y="58635"/>
                  </a:lnTo>
                  <a:close/>
                </a:path>
                <a:path w="998219" h="548640">
                  <a:moveTo>
                    <a:pt x="587921" y="284937"/>
                  </a:moveTo>
                  <a:lnTo>
                    <a:pt x="522071" y="284937"/>
                  </a:lnTo>
                  <a:lnTo>
                    <a:pt x="522071" y="325628"/>
                  </a:lnTo>
                  <a:lnTo>
                    <a:pt x="587921" y="325628"/>
                  </a:lnTo>
                  <a:lnTo>
                    <a:pt x="587921" y="284937"/>
                  </a:lnTo>
                  <a:close/>
                </a:path>
                <a:path w="998219" h="548640">
                  <a:moveTo>
                    <a:pt x="587946" y="167678"/>
                  </a:moveTo>
                  <a:lnTo>
                    <a:pt x="522097" y="167678"/>
                  </a:lnTo>
                  <a:lnTo>
                    <a:pt x="522097" y="208356"/>
                  </a:lnTo>
                  <a:lnTo>
                    <a:pt x="587946" y="208356"/>
                  </a:lnTo>
                  <a:lnTo>
                    <a:pt x="587946" y="167678"/>
                  </a:lnTo>
                  <a:close/>
                </a:path>
                <a:path w="998219" h="548640">
                  <a:moveTo>
                    <a:pt x="587959" y="393992"/>
                  </a:moveTo>
                  <a:lnTo>
                    <a:pt x="522109" y="393992"/>
                  </a:lnTo>
                  <a:lnTo>
                    <a:pt x="522109" y="434670"/>
                  </a:lnTo>
                  <a:lnTo>
                    <a:pt x="587959" y="434670"/>
                  </a:lnTo>
                  <a:lnTo>
                    <a:pt x="587959" y="393992"/>
                  </a:lnTo>
                  <a:close/>
                </a:path>
                <a:path w="998219" h="548640">
                  <a:moveTo>
                    <a:pt x="795362" y="226301"/>
                  </a:moveTo>
                  <a:lnTo>
                    <a:pt x="729513" y="226301"/>
                  </a:lnTo>
                  <a:lnTo>
                    <a:pt x="729513" y="266979"/>
                  </a:lnTo>
                  <a:lnTo>
                    <a:pt x="795362" y="266979"/>
                  </a:lnTo>
                  <a:lnTo>
                    <a:pt x="795362" y="226301"/>
                  </a:lnTo>
                  <a:close/>
                </a:path>
                <a:path w="998219" h="548640">
                  <a:moveTo>
                    <a:pt x="795388" y="109054"/>
                  </a:moveTo>
                  <a:lnTo>
                    <a:pt x="729526" y="109054"/>
                  </a:lnTo>
                  <a:lnTo>
                    <a:pt x="729526" y="149733"/>
                  </a:lnTo>
                  <a:lnTo>
                    <a:pt x="795388" y="149733"/>
                  </a:lnTo>
                  <a:lnTo>
                    <a:pt x="795388" y="109054"/>
                  </a:lnTo>
                  <a:close/>
                </a:path>
                <a:path w="998219" h="548640">
                  <a:moveTo>
                    <a:pt x="795401" y="335356"/>
                  </a:moveTo>
                  <a:lnTo>
                    <a:pt x="729551" y="335356"/>
                  </a:lnTo>
                  <a:lnTo>
                    <a:pt x="729551" y="376034"/>
                  </a:lnTo>
                  <a:lnTo>
                    <a:pt x="795401" y="376034"/>
                  </a:lnTo>
                  <a:lnTo>
                    <a:pt x="795401" y="335356"/>
                  </a:lnTo>
                  <a:close/>
                </a:path>
                <a:path w="998219" h="548640">
                  <a:moveTo>
                    <a:pt x="795426" y="449287"/>
                  </a:moveTo>
                  <a:lnTo>
                    <a:pt x="729576" y="449287"/>
                  </a:lnTo>
                  <a:lnTo>
                    <a:pt x="729576" y="489978"/>
                  </a:lnTo>
                  <a:lnTo>
                    <a:pt x="795426" y="489978"/>
                  </a:lnTo>
                  <a:lnTo>
                    <a:pt x="795426" y="449287"/>
                  </a:lnTo>
                  <a:close/>
                </a:path>
                <a:path w="998219" h="548640">
                  <a:moveTo>
                    <a:pt x="795426" y="58635"/>
                  </a:moveTo>
                  <a:lnTo>
                    <a:pt x="729576" y="58635"/>
                  </a:lnTo>
                  <a:lnTo>
                    <a:pt x="729576" y="99314"/>
                  </a:lnTo>
                  <a:lnTo>
                    <a:pt x="795426" y="99314"/>
                  </a:lnTo>
                  <a:lnTo>
                    <a:pt x="795426" y="58635"/>
                  </a:lnTo>
                  <a:close/>
                </a:path>
                <a:path w="998219" h="548640">
                  <a:moveTo>
                    <a:pt x="795439" y="284937"/>
                  </a:moveTo>
                  <a:lnTo>
                    <a:pt x="729576" y="284937"/>
                  </a:lnTo>
                  <a:lnTo>
                    <a:pt x="729576" y="325628"/>
                  </a:lnTo>
                  <a:lnTo>
                    <a:pt x="795439" y="325628"/>
                  </a:lnTo>
                  <a:lnTo>
                    <a:pt x="795439" y="284937"/>
                  </a:lnTo>
                  <a:close/>
                </a:path>
                <a:path w="998219" h="548640">
                  <a:moveTo>
                    <a:pt x="795464" y="167678"/>
                  </a:moveTo>
                  <a:lnTo>
                    <a:pt x="729615" y="167678"/>
                  </a:lnTo>
                  <a:lnTo>
                    <a:pt x="729615" y="208356"/>
                  </a:lnTo>
                  <a:lnTo>
                    <a:pt x="795464" y="208356"/>
                  </a:lnTo>
                  <a:lnTo>
                    <a:pt x="795464" y="167678"/>
                  </a:lnTo>
                  <a:close/>
                </a:path>
                <a:path w="998219" h="548640">
                  <a:moveTo>
                    <a:pt x="795477" y="393992"/>
                  </a:moveTo>
                  <a:lnTo>
                    <a:pt x="729627" y="393992"/>
                  </a:lnTo>
                  <a:lnTo>
                    <a:pt x="729627" y="434670"/>
                  </a:lnTo>
                  <a:lnTo>
                    <a:pt x="795477" y="434670"/>
                  </a:lnTo>
                  <a:lnTo>
                    <a:pt x="795477" y="393992"/>
                  </a:lnTo>
                  <a:close/>
                </a:path>
                <a:path w="998219" h="548640">
                  <a:moveTo>
                    <a:pt x="795502" y="507923"/>
                  </a:moveTo>
                  <a:lnTo>
                    <a:pt x="729640" y="507923"/>
                  </a:lnTo>
                  <a:lnTo>
                    <a:pt x="729640" y="548601"/>
                  </a:lnTo>
                  <a:lnTo>
                    <a:pt x="795502" y="548601"/>
                  </a:lnTo>
                  <a:lnTo>
                    <a:pt x="795502" y="507923"/>
                  </a:lnTo>
                  <a:close/>
                </a:path>
                <a:path w="998219" h="548640">
                  <a:moveTo>
                    <a:pt x="896429" y="226301"/>
                  </a:moveTo>
                  <a:lnTo>
                    <a:pt x="830580" y="226301"/>
                  </a:lnTo>
                  <a:lnTo>
                    <a:pt x="830580" y="266979"/>
                  </a:lnTo>
                  <a:lnTo>
                    <a:pt x="896429" y="266979"/>
                  </a:lnTo>
                  <a:lnTo>
                    <a:pt x="896429" y="226301"/>
                  </a:lnTo>
                  <a:close/>
                </a:path>
                <a:path w="998219" h="548640">
                  <a:moveTo>
                    <a:pt x="896442" y="109054"/>
                  </a:moveTo>
                  <a:lnTo>
                    <a:pt x="830592" y="109054"/>
                  </a:lnTo>
                  <a:lnTo>
                    <a:pt x="830592" y="149733"/>
                  </a:lnTo>
                  <a:lnTo>
                    <a:pt x="896442" y="149733"/>
                  </a:lnTo>
                  <a:lnTo>
                    <a:pt x="896442" y="109054"/>
                  </a:lnTo>
                  <a:close/>
                </a:path>
                <a:path w="998219" h="548640">
                  <a:moveTo>
                    <a:pt x="896467" y="335356"/>
                  </a:moveTo>
                  <a:lnTo>
                    <a:pt x="830618" y="335356"/>
                  </a:lnTo>
                  <a:lnTo>
                    <a:pt x="830618" y="376034"/>
                  </a:lnTo>
                  <a:lnTo>
                    <a:pt x="896467" y="376034"/>
                  </a:lnTo>
                  <a:lnTo>
                    <a:pt x="896467" y="335356"/>
                  </a:lnTo>
                  <a:close/>
                </a:path>
                <a:path w="998219" h="548640">
                  <a:moveTo>
                    <a:pt x="896493" y="449287"/>
                  </a:moveTo>
                  <a:lnTo>
                    <a:pt x="830643" y="449287"/>
                  </a:lnTo>
                  <a:lnTo>
                    <a:pt x="830643" y="489978"/>
                  </a:lnTo>
                  <a:lnTo>
                    <a:pt x="896493" y="489978"/>
                  </a:lnTo>
                  <a:lnTo>
                    <a:pt x="896493" y="449287"/>
                  </a:lnTo>
                  <a:close/>
                </a:path>
                <a:path w="998219" h="548640">
                  <a:moveTo>
                    <a:pt x="896493" y="58635"/>
                  </a:moveTo>
                  <a:lnTo>
                    <a:pt x="830643" y="58635"/>
                  </a:lnTo>
                  <a:lnTo>
                    <a:pt x="830643" y="99314"/>
                  </a:lnTo>
                  <a:lnTo>
                    <a:pt x="896493" y="99314"/>
                  </a:lnTo>
                  <a:lnTo>
                    <a:pt x="896493" y="58635"/>
                  </a:lnTo>
                  <a:close/>
                </a:path>
                <a:path w="998219" h="548640">
                  <a:moveTo>
                    <a:pt x="896505" y="284937"/>
                  </a:moveTo>
                  <a:lnTo>
                    <a:pt x="830656" y="284937"/>
                  </a:lnTo>
                  <a:lnTo>
                    <a:pt x="830656" y="325628"/>
                  </a:lnTo>
                  <a:lnTo>
                    <a:pt x="896505" y="325628"/>
                  </a:lnTo>
                  <a:lnTo>
                    <a:pt x="896505" y="284937"/>
                  </a:lnTo>
                  <a:close/>
                </a:path>
                <a:path w="998219" h="548640">
                  <a:moveTo>
                    <a:pt x="896531" y="167678"/>
                  </a:moveTo>
                  <a:lnTo>
                    <a:pt x="830681" y="167678"/>
                  </a:lnTo>
                  <a:lnTo>
                    <a:pt x="830681" y="208356"/>
                  </a:lnTo>
                  <a:lnTo>
                    <a:pt x="896531" y="208356"/>
                  </a:lnTo>
                  <a:lnTo>
                    <a:pt x="896531" y="167678"/>
                  </a:lnTo>
                  <a:close/>
                </a:path>
                <a:path w="998219" h="548640">
                  <a:moveTo>
                    <a:pt x="896556" y="393992"/>
                  </a:moveTo>
                  <a:lnTo>
                    <a:pt x="830694" y="393992"/>
                  </a:lnTo>
                  <a:lnTo>
                    <a:pt x="830694" y="434670"/>
                  </a:lnTo>
                  <a:lnTo>
                    <a:pt x="896556" y="434670"/>
                  </a:lnTo>
                  <a:lnTo>
                    <a:pt x="896556" y="393992"/>
                  </a:lnTo>
                  <a:close/>
                </a:path>
                <a:path w="998219" h="548640">
                  <a:moveTo>
                    <a:pt x="896569" y="507923"/>
                  </a:moveTo>
                  <a:lnTo>
                    <a:pt x="830719" y="507923"/>
                  </a:lnTo>
                  <a:lnTo>
                    <a:pt x="830719" y="548601"/>
                  </a:lnTo>
                  <a:lnTo>
                    <a:pt x="896569" y="548601"/>
                  </a:lnTo>
                  <a:lnTo>
                    <a:pt x="896569" y="507923"/>
                  </a:lnTo>
                  <a:close/>
                </a:path>
                <a:path w="998219" h="548640">
                  <a:moveTo>
                    <a:pt x="997496" y="226301"/>
                  </a:moveTo>
                  <a:lnTo>
                    <a:pt x="931646" y="226301"/>
                  </a:lnTo>
                  <a:lnTo>
                    <a:pt x="931646" y="266979"/>
                  </a:lnTo>
                  <a:lnTo>
                    <a:pt x="997496" y="266979"/>
                  </a:lnTo>
                  <a:lnTo>
                    <a:pt x="997496" y="226301"/>
                  </a:lnTo>
                  <a:close/>
                </a:path>
                <a:path w="998219" h="548640">
                  <a:moveTo>
                    <a:pt x="997508" y="109054"/>
                  </a:moveTo>
                  <a:lnTo>
                    <a:pt x="931659" y="109054"/>
                  </a:lnTo>
                  <a:lnTo>
                    <a:pt x="931659" y="149733"/>
                  </a:lnTo>
                  <a:lnTo>
                    <a:pt x="997508" y="149733"/>
                  </a:lnTo>
                  <a:lnTo>
                    <a:pt x="997508" y="109054"/>
                  </a:lnTo>
                  <a:close/>
                </a:path>
                <a:path w="998219" h="548640">
                  <a:moveTo>
                    <a:pt x="997534" y="335356"/>
                  </a:moveTo>
                  <a:lnTo>
                    <a:pt x="931684" y="335356"/>
                  </a:lnTo>
                  <a:lnTo>
                    <a:pt x="931684" y="376034"/>
                  </a:lnTo>
                  <a:lnTo>
                    <a:pt x="997534" y="376034"/>
                  </a:lnTo>
                  <a:lnTo>
                    <a:pt x="997534" y="335356"/>
                  </a:lnTo>
                  <a:close/>
                </a:path>
                <a:path w="998219" h="548640">
                  <a:moveTo>
                    <a:pt x="997559" y="449287"/>
                  </a:moveTo>
                  <a:lnTo>
                    <a:pt x="931697" y="449287"/>
                  </a:lnTo>
                  <a:lnTo>
                    <a:pt x="931697" y="489978"/>
                  </a:lnTo>
                  <a:lnTo>
                    <a:pt x="997559" y="489978"/>
                  </a:lnTo>
                  <a:lnTo>
                    <a:pt x="997559" y="449287"/>
                  </a:lnTo>
                  <a:close/>
                </a:path>
                <a:path w="998219" h="548640">
                  <a:moveTo>
                    <a:pt x="997559" y="58635"/>
                  </a:moveTo>
                  <a:lnTo>
                    <a:pt x="931697" y="58635"/>
                  </a:lnTo>
                  <a:lnTo>
                    <a:pt x="931697" y="99314"/>
                  </a:lnTo>
                  <a:lnTo>
                    <a:pt x="997559" y="99314"/>
                  </a:lnTo>
                  <a:lnTo>
                    <a:pt x="997559" y="58635"/>
                  </a:lnTo>
                  <a:close/>
                </a:path>
                <a:path w="998219" h="548640">
                  <a:moveTo>
                    <a:pt x="997572" y="284937"/>
                  </a:moveTo>
                  <a:lnTo>
                    <a:pt x="931722" y="284937"/>
                  </a:lnTo>
                  <a:lnTo>
                    <a:pt x="931722" y="325628"/>
                  </a:lnTo>
                  <a:lnTo>
                    <a:pt x="997572" y="325628"/>
                  </a:lnTo>
                  <a:lnTo>
                    <a:pt x="997572" y="284937"/>
                  </a:lnTo>
                  <a:close/>
                </a:path>
                <a:path w="998219" h="548640">
                  <a:moveTo>
                    <a:pt x="997597" y="167678"/>
                  </a:moveTo>
                  <a:lnTo>
                    <a:pt x="931748" y="167678"/>
                  </a:lnTo>
                  <a:lnTo>
                    <a:pt x="931748" y="208356"/>
                  </a:lnTo>
                  <a:lnTo>
                    <a:pt x="997597" y="208356"/>
                  </a:lnTo>
                  <a:lnTo>
                    <a:pt x="997597" y="167678"/>
                  </a:lnTo>
                  <a:close/>
                </a:path>
                <a:path w="998219" h="548640">
                  <a:moveTo>
                    <a:pt x="997610" y="393992"/>
                  </a:moveTo>
                  <a:lnTo>
                    <a:pt x="931760" y="393992"/>
                  </a:lnTo>
                  <a:lnTo>
                    <a:pt x="931760" y="434670"/>
                  </a:lnTo>
                  <a:lnTo>
                    <a:pt x="997610" y="434670"/>
                  </a:lnTo>
                  <a:lnTo>
                    <a:pt x="997610" y="393992"/>
                  </a:lnTo>
                  <a:close/>
                </a:path>
                <a:path w="998219" h="548640">
                  <a:moveTo>
                    <a:pt x="997635" y="507923"/>
                  </a:moveTo>
                  <a:lnTo>
                    <a:pt x="931786" y="507923"/>
                  </a:lnTo>
                  <a:lnTo>
                    <a:pt x="931786" y="548601"/>
                  </a:lnTo>
                  <a:lnTo>
                    <a:pt x="997635" y="548601"/>
                  </a:lnTo>
                  <a:lnTo>
                    <a:pt x="997635" y="507923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 descr=""/>
            <p:cNvSpPr/>
            <p:nvPr/>
          </p:nvSpPr>
          <p:spPr>
            <a:xfrm>
              <a:off x="1512747" y="7810023"/>
              <a:ext cx="998219" cy="542290"/>
            </a:xfrm>
            <a:custGeom>
              <a:avLst/>
              <a:gdLst/>
              <a:ahLst/>
              <a:cxnLst/>
              <a:rect l="l" t="t" r="r" b="b"/>
              <a:pathLst>
                <a:path w="998219" h="542290">
                  <a:moveTo>
                    <a:pt x="65849" y="167678"/>
                  </a:moveTo>
                  <a:lnTo>
                    <a:pt x="0" y="167678"/>
                  </a:lnTo>
                  <a:lnTo>
                    <a:pt x="0" y="208356"/>
                  </a:lnTo>
                  <a:lnTo>
                    <a:pt x="65849" y="208356"/>
                  </a:lnTo>
                  <a:lnTo>
                    <a:pt x="65849" y="167678"/>
                  </a:lnTo>
                  <a:close/>
                </a:path>
                <a:path w="998219" h="542290">
                  <a:moveTo>
                    <a:pt x="65862" y="442442"/>
                  </a:moveTo>
                  <a:lnTo>
                    <a:pt x="0" y="442442"/>
                  </a:lnTo>
                  <a:lnTo>
                    <a:pt x="0" y="483120"/>
                  </a:lnTo>
                  <a:lnTo>
                    <a:pt x="65862" y="483120"/>
                  </a:lnTo>
                  <a:lnTo>
                    <a:pt x="65862" y="442442"/>
                  </a:lnTo>
                  <a:close/>
                </a:path>
                <a:path w="998219" h="542290">
                  <a:moveTo>
                    <a:pt x="65862" y="50419"/>
                  </a:moveTo>
                  <a:lnTo>
                    <a:pt x="12" y="50419"/>
                  </a:lnTo>
                  <a:lnTo>
                    <a:pt x="12" y="91097"/>
                  </a:lnTo>
                  <a:lnTo>
                    <a:pt x="65862" y="91097"/>
                  </a:lnTo>
                  <a:lnTo>
                    <a:pt x="65862" y="50419"/>
                  </a:lnTo>
                  <a:close/>
                </a:path>
                <a:path w="998219" h="542290">
                  <a:moveTo>
                    <a:pt x="65887" y="276720"/>
                  </a:moveTo>
                  <a:lnTo>
                    <a:pt x="38" y="276720"/>
                  </a:lnTo>
                  <a:lnTo>
                    <a:pt x="38" y="317398"/>
                  </a:lnTo>
                  <a:lnTo>
                    <a:pt x="65887" y="317398"/>
                  </a:lnTo>
                  <a:lnTo>
                    <a:pt x="65887" y="276720"/>
                  </a:lnTo>
                  <a:close/>
                </a:path>
                <a:path w="998219" h="542290">
                  <a:moveTo>
                    <a:pt x="65900" y="392023"/>
                  </a:moveTo>
                  <a:lnTo>
                    <a:pt x="50" y="392023"/>
                  </a:lnTo>
                  <a:lnTo>
                    <a:pt x="50" y="432701"/>
                  </a:lnTo>
                  <a:lnTo>
                    <a:pt x="65900" y="432701"/>
                  </a:lnTo>
                  <a:lnTo>
                    <a:pt x="65900" y="392023"/>
                  </a:lnTo>
                  <a:close/>
                </a:path>
                <a:path w="998219" h="542290">
                  <a:moveTo>
                    <a:pt x="65913" y="0"/>
                  </a:moveTo>
                  <a:lnTo>
                    <a:pt x="63" y="0"/>
                  </a:lnTo>
                  <a:lnTo>
                    <a:pt x="63" y="40678"/>
                  </a:lnTo>
                  <a:lnTo>
                    <a:pt x="65913" y="40678"/>
                  </a:lnTo>
                  <a:lnTo>
                    <a:pt x="65913" y="0"/>
                  </a:lnTo>
                  <a:close/>
                </a:path>
                <a:path w="998219" h="542290">
                  <a:moveTo>
                    <a:pt x="65925" y="226301"/>
                  </a:moveTo>
                  <a:lnTo>
                    <a:pt x="76" y="226301"/>
                  </a:lnTo>
                  <a:lnTo>
                    <a:pt x="76" y="266979"/>
                  </a:lnTo>
                  <a:lnTo>
                    <a:pt x="65925" y="266979"/>
                  </a:lnTo>
                  <a:lnTo>
                    <a:pt x="65925" y="226301"/>
                  </a:lnTo>
                  <a:close/>
                </a:path>
                <a:path w="998219" h="542290">
                  <a:moveTo>
                    <a:pt x="65951" y="109054"/>
                  </a:moveTo>
                  <a:lnTo>
                    <a:pt x="101" y="109054"/>
                  </a:lnTo>
                  <a:lnTo>
                    <a:pt x="101" y="149733"/>
                  </a:lnTo>
                  <a:lnTo>
                    <a:pt x="65951" y="149733"/>
                  </a:lnTo>
                  <a:lnTo>
                    <a:pt x="65951" y="109054"/>
                  </a:lnTo>
                  <a:close/>
                </a:path>
                <a:path w="998219" h="542290">
                  <a:moveTo>
                    <a:pt x="65976" y="335343"/>
                  </a:moveTo>
                  <a:lnTo>
                    <a:pt x="127" y="335343"/>
                  </a:lnTo>
                  <a:lnTo>
                    <a:pt x="127" y="376021"/>
                  </a:lnTo>
                  <a:lnTo>
                    <a:pt x="65976" y="376021"/>
                  </a:lnTo>
                  <a:lnTo>
                    <a:pt x="65976" y="335343"/>
                  </a:lnTo>
                  <a:close/>
                </a:path>
                <a:path w="998219" h="542290">
                  <a:moveTo>
                    <a:pt x="166928" y="442442"/>
                  </a:moveTo>
                  <a:lnTo>
                    <a:pt x="101079" y="442442"/>
                  </a:lnTo>
                  <a:lnTo>
                    <a:pt x="101079" y="483120"/>
                  </a:lnTo>
                  <a:lnTo>
                    <a:pt x="166928" y="483120"/>
                  </a:lnTo>
                  <a:lnTo>
                    <a:pt x="166928" y="442442"/>
                  </a:lnTo>
                  <a:close/>
                </a:path>
                <a:path w="998219" h="542290">
                  <a:moveTo>
                    <a:pt x="166928" y="167678"/>
                  </a:moveTo>
                  <a:lnTo>
                    <a:pt x="101066" y="167678"/>
                  </a:lnTo>
                  <a:lnTo>
                    <a:pt x="101066" y="208356"/>
                  </a:lnTo>
                  <a:lnTo>
                    <a:pt x="166928" y="208356"/>
                  </a:lnTo>
                  <a:lnTo>
                    <a:pt x="166928" y="167678"/>
                  </a:lnTo>
                  <a:close/>
                </a:path>
                <a:path w="998219" h="542290">
                  <a:moveTo>
                    <a:pt x="166941" y="50419"/>
                  </a:moveTo>
                  <a:lnTo>
                    <a:pt x="101092" y="50419"/>
                  </a:lnTo>
                  <a:lnTo>
                    <a:pt x="101092" y="91097"/>
                  </a:lnTo>
                  <a:lnTo>
                    <a:pt x="166941" y="91097"/>
                  </a:lnTo>
                  <a:lnTo>
                    <a:pt x="166941" y="50419"/>
                  </a:lnTo>
                  <a:close/>
                </a:path>
                <a:path w="998219" h="542290">
                  <a:moveTo>
                    <a:pt x="166966" y="392023"/>
                  </a:moveTo>
                  <a:lnTo>
                    <a:pt x="101117" y="392023"/>
                  </a:lnTo>
                  <a:lnTo>
                    <a:pt x="101117" y="432701"/>
                  </a:lnTo>
                  <a:lnTo>
                    <a:pt x="166966" y="432701"/>
                  </a:lnTo>
                  <a:lnTo>
                    <a:pt x="166966" y="392023"/>
                  </a:lnTo>
                  <a:close/>
                </a:path>
                <a:path w="998219" h="542290">
                  <a:moveTo>
                    <a:pt x="166966" y="276720"/>
                  </a:moveTo>
                  <a:lnTo>
                    <a:pt x="101117" y="276720"/>
                  </a:lnTo>
                  <a:lnTo>
                    <a:pt x="101117" y="317398"/>
                  </a:lnTo>
                  <a:lnTo>
                    <a:pt x="166966" y="317398"/>
                  </a:lnTo>
                  <a:lnTo>
                    <a:pt x="166966" y="276720"/>
                  </a:lnTo>
                  <a:close/>
                </a:path>
                <a:path w="998219" h="542290">
                  <a:moveTo>
                    <a:pt x="166979" y="0"/>
                  </a:moveTo>
                  <a:lnTo>
                    <a:pt x="101117" y="0"/>
                  </a:lnTo>
                  <a:lnTo>
                    <a:pt x="101117" y="40678"/>
                  </a:lnTo>
                  <a:lnTo>
                    <a:pt x="166979" y="40678"/>
                  </a:lnTo>
                  <a:lnTo>
                    <a:pt x="166979" y="0"/>
                  </a:lnTo>
                  <a:close/>
                </a:path>
                <a:path w="998219" h="542290">
                  <a:moveTo>
                    <a:pt x="166992" y="226301"/>
                  </a:moveTo>
                  <a:lnTo>
                    <a:pt x="101142" y="226301"/>
                  </a:lnTo>
                  <a:lnTo>
                    <a:pt x="101142" y="266979"/>
                  </a:lnTo>
                  <a:lnTo>
                    <a:pt x="166992" y="266979"/>
                  </a:lnTo>
                  <a:lnTo>
                    <a:pt x="166992" y="226301"/>
                  </a:lnTo>
                  <a:close/>
                </a:path>
                <a:path w="998219" h="542290">
                  <a:moveTo>
                    <a:pt x="167017" y="109054"/>
                  </a:moveTo>
                  <a:lnTo>
                    <a:pt x="101168" y="109054"/>
                  </a:lnTo>
                  <a:lnTo>
                    <a:pt x="101168" y="149733"/>
                  </a:lnTo>
                  <a:lnTo>
                    <a:pt x="167017" y="149733"/>
                  </a:lnTo>
                  <a:lnTo>
                    <a:pt x="167017" y="109054"/>
                  </a:lnTo>
                  <a:close/>
                </a:path>
                <a:path w="998219" h="542290">
                  <a:moveTo>
                    <a:pt x="167043" y="335343"/>
                  </a:moveTo>
                  <a:lnTo>
                    <a:pt x="101180" y="335343"/>
                  </a:lnTo>
                  <a:lnTo>
                    <a:pt x="101180" y="376021"/>
                  </a:lnTo>
                  <a:lnTo>
                    <a:pt x="167043" y="376021"/>
                  </a:lnTo>
                  <a:lnTo>
                    <a:pt x="167043" y="335343"/>
                  </a:lnTo>
                  <a:close/>
                </a:path>
                <a:path w="998219" h="542290">
                  <a:moveTo>
                    <a:pt x="267982" y="167678"/>
                  </a:moveTo>
                  <a:lnTo>
                    <a:pt x="202133" y="167678"/>
                  </a:lnTo>
                  <a:lnTo>
                    <a:pt x="202133" y="208356"/>
                  </a:lnTo>
                  <a:lnTo>
                    <a:pt x="267982" y="208356"/>
                  </a:lnTo>
                  <a:lnTo>
                    <a:pt x="267982" y="167678"/>
                  </a:lnTo>
                  <a:close/>
                </a:path>
                <a:path w="998219" h="542290">
                  <a:moveTo>
                    <a:pt x="267995" y="442442"/>
                  </a:moveTo>
                  <a:lnTo>
                    <a:pt x="202145" y="442442"/>
                  </a:lnTo>
                  <a:lnTo>
                    <a:pt x="202145" y="483120"/>
                  </a:lnTo>
                  <a:lnTo>
                    <a:pt x="267995" y="483120"/>
                  </a:lnTo>
                  <a:lnTo>
                    <a:pt x="267995" y="442442"/>
                  </a:lnTo>
                  <a:close/>
                </a:path>
                <a:path w="998219" h="542290">
                  <a:moveTo>
                    <a:pt x="268008" y="50419"/>
                  </a:moveTo>
                  <a:lnTo>
                    <a:pt x="202158" y="50419"/>
                  </a:lnTo>
                  <a:lnTo>
                    <a:pt x="202158" y="91097"/>
                  </a:lnTo>
                  <a:lnTo>
                    <a:pt x="268008" y="91097"/>
                  </a:lnTo>
                  <a:lnTo>
                    <a:pt x="268008" y="50419"/>
                  </a:lnTo>
                  <a:close/>
                </a:path>
                <a:path w="998219" h="542290">
                  <a:moveTo>
                    <a:pt x="268033" y="392023"/>
                  </a:moveTo>
                  <a:lnTo>
                    <a:pt x="202184" y="392023"/>
                  </a:lnTo>
                  <a:lnTo>
                    <a:pt x="202184" y="432701"/>
                  </a:lnTo>
                  <a:lnTo>
                    <a:pt x="268033" y="432701"/>
                  </a:lnTo>
                  <a:lnTo>
                    <a:pt x="268033" y="392023"/>
                  </a:lnTo>
                  <a:close/>
                </a:path>
                <a:path w="998219" h="542290">
                  <a:moveTo>
                    <a:pt x="268033" y="276720"/>
                  </a:moveTo>
                  <a:lnTo>
                    <a:pt x="202184" y="276720"/>
                  </a:lnTo>
                  <a:lnTo>
                    <a:pt x="202184" y="317398"/>
                  </a:lnTo>
                  <a:lnTo>
                    <a:pt x="268033" y="317398"/>
                  </a:lnTo>
                  <a:lnTo>
                    <a:pt x="268033" y="276720"/>
                  </a:lnTo>
                  <a:close/>
                </a:path>
                <a:path w="998219" h="542290">
                  <a:moveTo>
                    <a:pt x="268046" y="0"/>
                  </a:moveTo>
                  <a:lnTo>
                    <a:pt x="202196" y="0"/>
                  </a:lnTo>
                  <a:lnTo>
                    <a:pt x="202196" y="40678"/>
                  </a:lnTo>
                  <a:lnTo>
                    <a:pt x="268046" y="40678"/>
                  </a:lnTo>
                  <a:lnTo>
                    <a:pt x="268046" y="0"/>
                  </a:lnTo>
                  <a:close/>
                </a:path>
                <a:path w="998219" h="542290">
                  <a:moveTo>
                    <a:pt x="268071" y="226301"/>
                  </a:moveTo>
                  <a:lnTo>
                    <a:pt x="202222" y="226301"/>
                  </a:lnTo>
                  <a:lnTo>
                    <a:pt x="202222" y="266979"/>
                  </a:lnTo>
                  <a:lnTo>
                    <a:pt x="268071" y="266979"/>
                  </a:lnTo>
                  <a:lnTo>
                    <a:pt x="268071" y="226301"/>
                  </a:lnTo>
                  <a:close/>
                </a:path>
                <a:path w="998219" h="542290">
                  <a:moveTo>
                    <a:pt x="268084" y="109054"/>
                  </a:moveTo>
                  <a:lnTo>
                    <a:pt x="202234" y="109054"/>
                  </a:lnTo>
                  <a:lnTo>
                    <a:pt x="202234" y="149733"/>
                  </a:lnTo>
                  <a:lnTo>
                    <a:pt x="268084" y="149733"/>
                  </a:lnTo>
                  <a:lnTo>
                    <a:pt x="268084" y="109054"/>
                  </a:lnTo>
                  <a:close/>
                </a:path>
                <a:path w="998219" h="542290">
                  <a:moveTo>
                    <a:pt x="268097" y="335343"/>
                  </a:moveTo>
                  <a:lnTo>
                    <a:pt x="202247" y="335343"/>
                  </a:lnTo>
                  <a:lnTo>
                    <a:pt x="202247" y="376021"/>
                  </a:lnTo>
                  <a:lnTo>
                    <a:pt x="268097" y="376021"/>
                  </a:lnTo>
                  <a:lnTo>
                    <a:pt x="268097" y="335343"/>
                  </a:lnTo>
                  <a:close/>
                </a:path>
                <a:path w="998219" h="542290">
                  <a:moveTo>
                    <a:pt x="486740" y="167678"/>
                  </a:moveTo>
                  <a:lnTo>
                    <a:pt x="420890" y="167678"/>
                  </a:lnTo>
                  <a:lnTo>
                    <a:pt x="420890" y="208356"/>
                  </a:lnTo>
                  <a:lnTo>
                    <a:pt x="486740" y="208356"/>
                  </a:lnTo>
                  <a:lnTo>
                    <a:pt x="486740" y="167678"/>
                  </a:lnTo>
                  <a:close/>
                </a:path>
                <a:path w="998219" h="542290">
                  <a:moveTo>
                    <a:pt x="486765" y="442442"/>
                  </a:moveTo>
                  <a:lnTo>
                    <a:pt x="420916" y="442442"/>
                  </a:lnTo>
                  <a:lnTo>
                    <a:pt x="420916" y="483120"/>
                  </a:lnTo>
                  <a:lnTo>
                    <a:pt x="486765" y="483120"/>
                  </a:lnTo>
                  <a:lnTo>
                    <a:pt x="486765" y="442442"/>
                  </a:lnTo>
                  <a:close/>
                </a:path>
                <a:path w="998219" h="542290">
                  <a:moveTo>
                    <a:pt x="486765" y="50419"/>
                  </a:moveTo>
                  <a:lnTo>
                    <a:pt x="420916" y="50419"/>
                  </a:lnTo>
                  <a:lnTo>
                    <a:pt x="420916" y="91097"/>
                  </a:lnTo>
                  <a:lnTo>
                    <a:pt x="486765" y="91097"/>
                  </a:lnTo>
                  <a:lnTo>
                    <a:pt x="486765" y="50419"/>
                  </a:lnTo>
                  <a:close/>
                </a:path>
                <a:path w="998219" h="542290">
                  <a:moveTo>
                    <a:pt x="486791" y="276720"/>
                  </a:moveTo>
                  <a:lnTo>
                    <a:pt x="420941" y="276720"/>
                  </a:lnTo>
                  <a:lnTo>
                    <a:pt x="420941" y="317398"/>
                  </a:lnTo>
                  <a:lnTo>
                    <a:pt x="486791" y="317398"/>
                  </a:lnTo>
                  <a:lnTo>
                    <a:pt x="486791" y="276720"/>
                  </a:lnTo>
                  <a:close/>
                </a:path>
                <a:path w="998219" h="542290">
                  <a:moveTo>
                    <a:pt x="486803" y="392023"/>
                  </a:moveTo>
                  <a:lnTo>
                    <a:pt x="420941" y="392023"/>
                  </a:lnTo>
                  <a:lnTo>
                    <a:pt x="420941" y="432701"/>
                  </a:lnTo>
                  <a:lnTo>
                    <a:pt x="486803" y="432701"/>
                  </a:lnTo>
                  <a:lnTo>
                    <a:pt x="486803" y="392023"/>
                  </a:lnTo>
                  <a:close/>
                </a:path>
                <a:path w="998219" h="542290">
                  <a:moveTo>
                    <a:pt x="486803" y="0"/>
                  </a:moveTo>
                  <a:lnTo>
                    <a:pt x="420954" y="0"/>
                  </a:lnTo>
                  <a:lnTo>
                    <a:pt x="420954" y="40678"/>
                  </a:lnTo>
                  <a:lnTo>
                    <a:pt x="486803" y="40678"/>
                  </a:lnTo>
                  <a:lnTo>
                    <a:pt x="486803" y="0"/>
                  </a:lnTo>
                  <a:close/>
                </a:path>
                <a:path w="998219" h="542290">
                  <a:moveTo>
                    <a:pt x="486829" y="226301"/>
                  </a:moveTo>
                  <a:lnTo>
                    <a:pt x="420979" y="226301"/>
                  </a:lnTo>
                  <a:lnTo>
                    <a:pt x="420979" y="266979"/>
                  </a:lnTo>
                  <a:lnTo>
                    <a:pt x="486829" y="266979"/>
                  </a:lnTo>
                  <a:lnTo>
                    <a:pt x="486829" y="226301"/>
                  </a:lnTo>
                  <a:close/>
                </a:path>
                <a:path w="998219" h="542290">
                  <a:moveTo>
                    <a:pt x="486854" y="109054"/>
                  </a:moveTo>
                  <a:lnTo>
                    <a:pt x="420992" y="109054"/>
                  </a:lnTo>
                  <a:lnTo>
                    <a:pt x="420992" y="149733"/>
                  </a:lnTo>
                  <a:lnTo>
                    <a:pt x="486854" y="149733"/>
                  </a:lnTo>
                  <a:lnTo>
                    <a:pt x="486854" y="109054"/>
                  </a:lnTo>
                  <a:close/>
                </a:path>
                <a:path w="998219" h="542290">
                  <a:moveTo>
                    <a:pt x="486867" y="335343"/>
                  </a:moveTo>
                  <a:lnTo>
                    <a:pt x="421017" y="335343"/>
                  </a:lnTo>
                  <a:lnTo>
                    <a:pt x="421017" y="376021"/>
                  </a:lnTo>
                  <a:lnTo>
                    <a:pt x="486867" y="376021"/>
                  </a:lnTo>
                  <a:lnTo>
                    <a:pt x="486867" y="335343"/>
                  </a:lnTo>
                  <a:close/>
                </a:path>
                <a:path w="998219" h="542290">
                  <a:moveTo>
                    <a:pt x="587819" y="167678"/>
                  </a:moveTo>
                  <a:lnTo>
                    <a:pt x="521970" y="167678"/>
                  </a:lnTo>
                  <a:lnTo>
                    <a:pt x="521970" y="208356"/>
                  </a:lnTo>
                  <a:lnTo>
                    <a:pt x="587819" y="208356"/>
                  </a:lnTo>
                  <a:lnTo>
                    <a:pt x="587819" y="167678"/>
                  </a:lnTo>
                  <a:close/>
                </a:path>
                <a:path w="998219" h="542290">
                  <a:moveTo>
                    <a:pt x="587832" y="442442"/>
                  </a:moveTo>
                  <a:lnTo>
                    <a:pt x="521982" y="442442"/>
                  </a:lnTo>
                  <a:lnTo>
                    <a:pt x="521982" y="483120"/>
                  </a:lnTo>
                  <a:lnTo>
                    <a:pt x="587832" y="483120"/>
                  </a:lnTo>
                  <a:lnTo>
                    <a:pt x="587832" y="442442"/>
                  </a:lnTo>
                  <a:close/>
                </a:path>
                <a:path w="998219" h="542290">
                  <a:moveTo>
                    <a:pt x="587844" y="50419"/>
                  </a:moveTo>
                  <a:lnTo>
                    <a:pt x="521995" y="50419"/>
                  </a:lnTo>
                  <a:lnTo>
                    <a:pt x="521995" y="91097"/>
                  </a:lnTo>
                  <a:lnTo>
                    <a:pt x="587844" y="91097"/>
                  </a:lnTo>
                  <a:lnTo>
                    <a:pt x="587844" y="50419"/>
                  </a:lnTo>
                  <a:close/>
                </a:path>
                <a:path w="998219" h="542290">
                  <a:moveTo>
                    <a:pt x="587857" y="276720"/>
                  </a:moveTo>
                  <a:lnTo>
                    <a:pt x="522008" y="276720"/>
                  </a:lnTo>
                  <a:lnTo>
                    <a:pt x="522008" y="317398"/>
                  </a:lnTo>
                  <a:lnTo>
                    <a:pt x="587857" y="317398"/>
                  </a:lnTo>
                  <a:lnTo>
                    <a:pt x="587857" y="276720"/>
                  </a:lnTo>
                  <a:close/>
                </a:path>
                <a:path w="998219" h="542290">
                  <a:moveTo>
                    <a:pt x="587870" y="392023"/>
                  </a:moveTo>
                  <a:lnTo>
                    <a:pt x="522020" y="392023"/>
                  </a:lnTo>
                  <a:lnTo>
                    <a:pt x="522020" y="432701"/>
                  </a:lnTo>
                  <a:lnTo>
                    <a:pt x="587870" y="432701"/>
                  </a:lnTo>
                  <a:lnTo>
                    <a:pt x="587870" y="392023"/>
                  </a:lnTo>
                  <a:close/>
                </a:path>
                <a:path w="998219" h="542290">
                  <a:moveTo>
                    <a:pt x="587870" y="0"/>
                  </a:moveTo>
                  <a:lnTo>
                    <a:pt x="522020" y="0"/>
                  </a:lnTo>
                  <a:lnTo>
                    <a:pt x="522020" y="40678"/>
                  </a:lnTo>
                  <a:lnTo>
                    <a:pt x="587870" y="40678"/>
                  </a:lnTo>
                  <a:lnTo>
                    <a:pt x="587870" y="0"/>
                  </a:lnTo>
                  <a:close/>
                </a:path>
                <a:path w="998219" h="542290">
                  <a:moveTo>
                    <a:pt x="587895" y="226301"/>
                  </a:moveTo>
                  <a:lnTo>
                    <a:pt x="522046" y="226301"/>
                  </a:lnTo>
                  <a:lnTo>
                    <a:pt x="522046" y="266979"/>
                  </a:lnTo>
                  <a:lnTo>
                    <a:pt x="587895" y="266979"/>
                  </a:lnTo>
                  <a:lnTo>
                    <a:pt x="587895" y="226301"/>
                  </a:lnTo>
                  <a:close/>
                </a:path>
                <a:path w="998219" h="542290">
                  <a:moveTo>
                    <a:pt x="587921" y="109054"/>
                  </a:moveTo>
                  <a:lnTo>
                    <a:pt x="522058" y="109054"/>
                  </a:lnTo>
                  <a:lnTo>
                    <a:pt x="522058" y="149733"/>
                  </a:lnTo>
                  <a:lnTo>
                    <a:pt x="587921" y="149733"/>
                  </a:lnTo>
                  <a:lnTo>
                    <a:pt x="587921" y="109054"/>
                  </a:lnTo>
                  <a:close/>
                </a:path>
                <a:path w="998219" h="542290">
                  <a:moveTo>
                    <a:pt x="587933" y="335343"/>
                  </a:moveTo>
                  <a:lnTo>
                    <a:pt x="522084" y="335343"/>
                  </a:lnTo>
                  <a:lnTo>
                    <a:pt x="522084" y="376021"/>
                  </a:lnTo>
                  <a:lnTo>
                    <a:pt x="587933" y="376021"/>
                  </a:lnTo>
                  <a:lnTo>
                    <a:pt x="587933" y="335343"/>
                  </a:lnTo>
                  <a:close/>
                </a:path>
                <a:path w="998219" h="542290">
                  <a:moveTo>
                    <a:pt x="795337" y="442442"/>
                  </a:moveTo>
                  <a:lnTo>
                    <a:pt x="729488" y="442442"/>
                  </a:lnTo>
                  <a:lnTo>
                    <a:pt x="729488" y="483120"/>
                  </a:lnTo>
                  <a:lnTo>
                    <a:pt x="795337" y="483120"/>
                  </a:lnTo>
                  <a:lnTo>
                    <a:pt x="795337" y="442442"/>
                  </a:lnTo>
                  <a:close/>
                </a:path>
                <a:path w="998219" h="542290">
                  <a:moveTo>
                    <a:pt x="795337" y="167678"/>
                  </a:moveTo>
                  <a:lnTo>
                    <a:pt x="729475" y="167678"/>
                  </a:lnTo>
                  <a:lnTo>
                    <a:pt x="729475" y="208356"/>
                  </a:lnTo>
                  <a:lnTo>
                    <a:pt x="795337" y="208356"/>
                  </a:lnTo>
                  <a:lnTo>
                    <a:pt x="795337" y="167678"/>
                  </a:lnTo>
                  <a:close/>
                </a:path>
                <a:path w="998219" h="542290">
                  <a:moveTo>
                    <a:pt x="795362" y="50419"/>
                  </a:moveTo>
                  <a:lnTo>
                    <a:pt x="729513" y="50419"/>
                  </a:lnTo>
                  <a:lnTo>
                    <a:pt x="729513" y="91097"/>
                  </a:lnTo>
                  <a:lnTo>
                    <a:pt x="795362" y="91097"/>
                  </a:lnTo>
                  <a:lnTo>
                    <a:pt x="795362" y="50419"/>
                  </a:lnTo>
                  <a:close/>
                </a:path>
                <a:path w="998219" h="542290">
                  <a:moveTo>
                    <a:pt x="795375" y="276720"/>
                  </a:moveTo>
                  <a:lnTo>
                    <a:pt x="729526" y="276720"/>
                  </a:lnTo>
                  <a:lnTo>
                    <a:pt x="729526" y="317398"/>
                  </a:lnTo>
                  <a:lnTo>
                    <a:pt x="795375" y="317398"/>
                  </a:lnTo>
                  <a:lnTo>
                    <a:pt x="795375" y="276720"/>
                  </a:lnTo>
                  <a:close/>
                </a:path>
                <a:path w="998219" h="542290">
                  <a:moveTo>
                    <a:pt x="795388" y="392023"/>
                  </a:moveTo>
                  <a:lnTo>
                    <a:pt x="729538" y="392023"/>
                  </a:lnTo>
                  <a:lnTo>
                    <a:pt x="729538" y="432701"/>
                  </a:lnTo>
                  <a:lnTo>
                    <a:pt x="795388" y="432701"/>
                  </a:lnTo>
                  <a:lnTo>
                    <a:pt x="795388" y="392023"/>
                  </a:lnTo>
                  <a:close/>
                </a:path>
                <a:path w="998219" h="542290">
                  <a:moveTo>
                    <a:pt x="795401" y="0"/>
                  </a:moveTo>
                  <a:lnTo>
                    <a:pt x="729538" y="0"/>
                  </a:lnTo>
                  <a:lnTo>
                    <a:pt x="729538" y="40678"/>
                  </a:lnTo>
                  <a:lnTo>
                    <a:pt x="795401" y="40678"/>
                  </a:lnTo>
                  <a:lnTo>
                    <a:pt x="795401" y="0"/>
                  </a:lnTo>
                  <a:close/>
                </a:path>
                <a:path w="998219" h="542290">
                  <a:moveTo>
                    <a:pt x="795413" y="226301"/>
                  </a:moveTo>
                  <a:lnTo>
                    <a:pt x="729564" y="226301"/>
                  </a:lnTo>
                  <a:lnTo>
                    <a:pt x="729564" y="266979"/>
                  </a:lnTo>
                  <a:lnTo>
                    <a:pt x="795413" y="266979"/>
                  </a:lnTo>
                  <a:lnTo>
                    <a:pt x="795413" y="226301"/>
                  </a:lnTo>
                  <a:close/>
                </a:path>
                <a:path w="998219" h="542290">
                  <a:moveTo>
                    <a:pt x="795439" y="109054"/>
                  </a:moveTo>
                  <a:lnTo>
                    <a:pt x="729589" y="109054"/>
                  </a:lnTo>
                  <a:lnTo>
                    <a:pt x="729589" y="149733"/>
                  </a:lnTo>
                  <a:lnTo>
                    <a:pt x="795439" y="149733"/>
                  </a:lnTo>
                  <a:lnTo>
                    <a:pt x="795439" y="109054"/>
                  </a:lnTo>
                  <a:close/>
                </a:path>
                <a:path w="998219" h="542290">
                  <a:moveTo>
                    <a:pt x="795464" y="335343"/>
                  </a:moveTo>
                  <a:lnTo>
                    <a:pt x="729602" y="335343"/>
                  </a:lnTo>
                  <a:lnTo>
                    <a:pt x="729602" y="376021"/>
                  </a:lnTo>
                  <a:lnTo>
                    <a:pt x="795464" y="376021"/>
                  </a:lnTo>
                  <a:lnTo>
                    <a:pt x="795464" y="335343"/>
                  </a:lnTo>
                  <a:close/>
                </a:path>
                <a:path w="998219" h="542290">
                  <a:moveTo>
                    <a:pt x="896404" y="167678"/>
                  </a:moveTo>
                  <a:lnTo>
                    <a:pt x="830554" y="167678"/>
                  </a:lnTo>
                  <a:lnTo>
                    <a:pt x="830554" y="208356"/>
                  </a:lnTo>
                  <a:lnTo>
                    <a:pt x="896404" y="208356"/>
                  </a:lnTo>
                  <a:lnTo>
                    <a:pt x="896404" y="167678"/>
                  </a:lnTo>
                  <a:close/>
                </a:path>
                <a:path w="998219" h="542290">
                  <a:moveTo>
                    <a:pt x="896416" y="442442"/>
                  </a:moveTo>
                  <a:lnTo>
                    <a:pt x="830567" y="442442"/>
                  </a:lnTo>
                  <a:lnTo>
                    <a:pt x="830567" y="483120"/>
                  </a:lnTo>
                  <a:lnTo>
                    <a:pt x="896416" y="483120"/>
                  </a:lnTo>
                  <a:lnTo>
                    <a:pt x="896416" y="442442"/>
                  </a:lnTo>
                  <a:close/>
                </a:path>
                <a:path w="998219" h="542290">
                  <a:moveTo>
                    <a:pt x="896429" y="50419"/>
                  </a:moveTo>
                  <a:lnTo>
                    <a:pt x="830580" y="50419"/>
                  </a:lnTo>
                  <a:lnTo>
                    <a:pt x="830580" y="91097"/>
                  </a:lnTo>
                  <a:lnTo>
                    <a:pt x="896429" y="91097"/>
                  </a:lnTo>
                  <a:lnTo>
                    <a:pt x="896429" y="50419"/>
                  </a:lnTo>
                  <a:close/>
                </a:path>
                <a:path w="998219" h="542290">
                  <a:moveTo>
                    <a:pt x="896454" y="392023"/>
                  </a:moveTo>
                  <a:lnTo>
                    <a:pt x="830605" y="392023"/>
                  </a:lnTo>
                  <a:lnTo>
                    <a:pt x="830605" y="432701"/>
                  </a:lnTo>
                  <a:lnTo>
                    <a:pt x="896454" y="432701"/>
                  </a:lnTo>
                  <a:lnTo>
                    <a:pt x="896454" y="392023"/>
                  </a:lnTo>
                  <a:close/>
                </a:path>
                <a:path w="998219" h="542290">
                  <a:moveTo>
                    <a:pt x="896454" y="276720"/>
                  </a:moveTo>
                  <a:lnTo>
                    <a:pt x="830592" y="276720"/>
                  </a:lnTo>
                  <a:lnTo>
                    <a:pt x="830592" y="317398"/>
                  </a:lnTo>
                  <a:lnTo>
                    <a:pt x="896454" y="317398"/>
                  </a:lnTo>
                  <a:lnTo>
                    <a:pt x="896454" y="276720"/>
                  </a:lnTo>
                  <a:close/>
                </a:path>
                <a:path w="998219" h="542290">
                  <a:moveTo>
                    <a:pt x="896480" y="226301"/>
                  </a:moveTo>
                  <a:lnTo>
                    <a:pt x="830630" y="226301"/>
                  </a:lnTo>
                  <a:lnTo>
                    <a:pt x="830630" y="266979"/>
                  </a:lnTo>
                  <a:lnTo>
                    <a:pt x="896480" y="266979"/>
                  </a:lnTo>
                  <a:lnTo>
                    <a:pt x="896480" y="226301"/>
                  </a:lnTo>
                  <a:close/>
                </a:path>
                <a:path w="998219" h="542290">
                  <a:moveTo>
                    <a:pt x="896505" y="109054"/>
                  </a:moveTo>
                  <a:lnTo>
                    <a:pt x="830656" y="109054"/>
                  </a:lnTo>
                  <a:lnTo>
                    <a:pt x="830656" y="149733"/>
                  </a:lnTo>
                  <a:lnTo>
                    <a:pt x="896505" y="149733"/>
                  </a:lnTo>
                  <a:lnTo>
                    <a:pt x="896505" y="109054"/>
                  </a:lnTo>
                  <a:close/>
                </a:path>
                <a:path w="998219" h="542290">
                  <a:moveTo>
                    <a:pt x="896518" y="335343"/>
                  </a:moveTo>
                  <a:lnTo>
                    <a:pt x="830668" y="335343"/>
                  </a:lnTo>
                  <a:lnTo>
                    <a:pt x="830668" y="376021"/>
                  </a:lnTo>
                  <a:lnTo>
                    <a:pt x="896518" y="376021"/>
                  </a:lnTo>
                  <a:lnTo>
                    <a:pt x="896518" y="335343"/>
                  </a:lnTo>
                  <a:close/>
                </a:path>
                <a:path w="998219" h="542290">
                  <a:moveTo>
                    <a:pt x="997470" y="167678"/>
                  </a:moveTo>
                  <a:lnTo>
                    <a:pt x="931621" y="167678"/>
                  </a:lnTo>
                  <a:lnTo>
                    <a:pt x="931621" y="208356"/>
                  </a:lnTo>
                  <a:lnTo>
                    <a:pt x="997470" y="208356"/>
                  </a:lnTo>
                  <a:lnTo>
                    <a:pt x="997470" y="167678"/>
                  </a:lnTo>
                  <a:close/>
                </a:path>
                <a:path w="998219" h="542290">
                  <a:moveTo>
                    <a:pt x="997483" y="442442"/>
                  </a:moveTo>
                  <a:lnTo>
                    <a:pt x="931633" y="442442"/>
                  </a:lnTo>
                  <a:lnTo>
                    <a:pt x="931633" y="483120"/>
                  </a:lnTo>
                  <a:lnTo>
                    <a:pt x="997483" y="483120"/>
                  </a:lnTo>
                  <a:lnTo>
                    <a:pt x="997483" y="442442"/>
                  </a:lnTo>
                  <a:close/>
                </a:path>
                <a:path w="998219" h="542290">
                  <a:moveTo>
                    <a:pt x="997496" y="50419"/>
                  </a:moveTo>
                  <a:lnTo>
                    <a:pt x="931646" y="50419"/>
                  </a:lnTo>
                  <a:lnTo>
                    <a:pt x="931646" y="91097"/>
                  </a:lnTo>
                  <a:lnTo>
                    <a:pt x="997496" y="91097"/>
                  </a:lnTo>
                  <a:lnTo>
                    <a:pt x="997496" y="50419"/>
                  </a:lnTo>
                  <a:close/>
                </a:path>
                <a:path w="998219" h="542290">
                  <a:moveTo>
                    <a:pt x="997508" y="276720"/>
                  </a:moveTo>
                  <a:lnTo>
                    <a:pt x="931659" y="276720"/>
                  </a:lnTo>
                  <a:lnTo>
                    <a:pt x="931659" y="317398"/>
                  </a:lnTo>
                  <a:lnTo>
                    <a:pt x="997508" y="317398"/>
                  </a:lnTo>
                  <a:lnTo>
                    <a:pt x="997508" y="276720"/>
                  </a:lnTo>
                  <a:close/>
                </a:path>
                <a:path w="998219" h="542290">
                  <a:moveTo>
                    <a:pt x="997521" y="392023"/>
                  </a:moveTo>
                  <a:lnTo>
                    <a:pt x="931672" y="392023"/>
                  </a:lnTo>
                  <a:lnTo>
                    <a:pt x="931672" y="432701"/>
                  </a:lnTo>
                  <a:lnTo>
                    <a:pt x="997521" y="432701"/>
                  </a:lnTo>
                  <a:lnTo>
                    <a:pt x="997521" y="392023"/>
                  </a:lnTo>
                  <a:close/>
                </a:path>
                <a:path w="998219" h="542290">
                  <a:moveTo>
                    <a:pt x="997559" y="226301"/>
                  </a:moveTo>
                  <a:lnTo>
                    <a:pt x="931710" y="226301"/>
                  </a:lnTo>
                  <a:lnTo>
                    <a:pt x="931710" y="266979"/>
                  </a:lnTo>
                  <a:lnTo>
                    <a:pt x="997559" y="266979"/>
                  </a:lnTo>
                  <a:lnTo>
                    <a:pt x="997559" y="226301"/>
                  </a:lnTo>
                  <a:close/>
                </a:path>
                <a:path w="998219" h="542290">
                  <a:moveTo>
                    <a:pt x="997572" y="501065"/>
                  </a:moveTo>
                  <a:lnTo>
                    <a:pt x="931710" y="501065"/>
                  </a:lnTo>
                  <a:lnTo>
                    <a:pt x="931710" y="541743"/>
                  </a:lnTo>
                  <a:lnTo>
                    <a:pt x="997572" y="541743"/>
                  </a:lnTo>
                  <a:lnTo>
                    <a:pt x="997572" y="501065"/>
                  </a:lnTo>
                  <a:close/>
                </a:path>
                <a:path w="998219" h="542290">
                  <a:moveTo>
                    <a:pt x="997572" y="109054"/>
                  </a:moveTo>
                  <a:lnTo>
                    <a:pt x="931722" y="109054"/>
                  </a:lnTo>
                  <a:lnTo>
                    <a:pt x="931722" y="149733"/>
                  </a:lnTo>
                  <a:lnTo>
                    <a:pt x="997572" y="149733"/>
                  </a:lnTo>
                  <a:lnTo>
                    <a:pt x="997572" y="109054"/>
                  </a:lnTo>
                  <a:close/>
                </a:path>
                <a:path w="998219" h="542290">
                  <a:moveTo>
                    <a:pt x="997597" y="335343"/>
                  </a:moveTo>
                  <a:lnTo>
                    <a:pt x="931748" y="335343"/>
                  </a:lnTo>
                  <a:lnTo>
                    <a:pt x="931748" y="376021"/>
                  </a:lnTo>
                  <a:lnTo>
                    <a:pt x="997597" y="376021"/>
                  </a:lnTo>
                  <a:lnTo>
                    <a:pt x="997597" y="335343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 descr=""/>
            <p:cNvSpPr/>
            <p:nvPr/>
          </p:nvSpPr>
          <p:spPr>
            <a:xfrm>
              <a:off x="1512836" y="5497810"/>
              <a:ext cx="997585" cy="2854325"/>
            </a:xfrm>
            <a:custGeom>
              <a:avLst/>
              <a:gdLst/>
              <a:ahLst/>
              <a:cxnLst/>
              <a:rect l="l" t="t" r="r" b="b"/>
              <a:pathLst>
                <a:path w="997585" h="2854325">
                  <a:moveTo>
                    <a:pt x="65849" y="2813278"/>
                  </a:moveTo>
                  <a:lnTo>
                    <a:pt x="0" y="2813278"/>
                  </a:lnTo>
                  <a:lnTo>
                    <a:pt x="0" y="2853956"/>
                  </a:lnTo>
                  <a:lnTo>
                    <a:pt x="65849" y="2853956"/>
                  </a:lnTo>
                  <a:lnTo>
                    <a:pt x="65849" y="2813278"/>
                  </a:lnTo>
                  <a:close/>
                </a:path>
                <a:path w="997585" h="2854325">
                  <a:moveTo>
                    <a:pt x="166916" y="2813278"/>
                  </a:moveTo>
                  <a:lnTo>
                    <a:pt x="101066" y="2813278"/>
                  </a:lnTo>
                  <a:lnTo>
                    <a:pt x="101066" y="2853956"/>
                  </a:lnTo>
                  <a:lnTo>
                    <a:pt x="166916" y="2853956"/>
                  </a:lnTo>
                  <a:lnTo>
                    <a:pt x="166916" y="2813278"/>
                  </a:lnTo>
                  <a:close/>
                </a:path>
                <a:path w="997585" h="2854325">
                  <a:moveTo>
                    <a:pt x="213956" y="109359"/>
                  </a:moveTo>
                  <a:lnTo>
                    <a:pt x="169278" y="109359"/>
                  </a:lnTo>
                  <a:lnTo>
                    <a:pt x="169278" y="136969"/>
                  </a:lnTo>
                  <a:lnTo>
                    <a:pt x="213956" y="136969"/>
                  </a:lnTo>
                  <a:lnTo>
                    <a:pt x="213956" y="109359"/>
                  </a:lnTo>
                  <a:close/>
                </a:path>
                <a:path w="997585" h="2854325">
                  <a:moveTo>
                    <a:pt x="213956" y="74510"/>
                  </a:moveTo>
                  <a:lnTo>
                    <a:pt x="169278" y="74510"/>
                  </a:lnTo>
                  <a:lnTo>
                    <a:pt x="169278" y="102120"/>
                  </a:lnTo>
                  <a:lnTo>
                    <a:pt x="213956" y="102120"/>
                  </a:lnTo>
                  <a:lnTo>
                    <a:pt x="213956" y="74510"/>
                  </a:lnTo>
                  <a:close/>
                </a:path>
                <a:path w="997585" h="2854325">
                  <a:moveTo>
                    <a:pt x="213956" y="35509"/>
                  </a:moveTo>
                  <a:lnTo>
                    <a:pt x="169278" y="35509"/>
                  </a:lnTo>
                  <a:lnTo>
                    <a:pt x="169278" y="63119"/>
                  </a:lnTo>
                  <a:lnTo>
                    <a:pt x="213956" y="63119"/>
                  </a:lnTo>
                  <a:lnTo>
                    <a:pt x="213956" y="35509"/>
                  </a:lnTo>
                  <a:close/>
                </a:path>
                <a:path w="997585" h="2854325">
                  <a:moveTo>
                    <a:pt x="215112" y="213321"/>
                  </a:moveTo>
                  <a:lnTo>
                    <a:pt x="170421" y="213321"/>
                  </a:lnTo>
                  <a:lnTo>
                    <a:pt x="170421" y="240931"/>
                  </a:lnTo>
                  <a:lnTo>
                    <a:pt x="215112" y="240931"/>
                  </a:lnTo>
                  <a:lnTo>
                    <a:pt x="215112" y="213321"/>
                  </a:lnTo>
                  <a:close/>
                </a:path>
                <a:path w="997585" h="2854325">
                  <a:moveTo>
                    <a:pt x="215112" y="179705"/>
                  </a:moveTo>
                  <a:lnTo>
                    <a:pt x="170421" y="179705"/>
                  </a:lnTo>
                  <a:lnTo>
                    <a:pt x="170421" y="207314"/>
                  </a:lnTo>
                  <a:lnTo>
                    <a:pt x="215112" y="207314"/>
                  </a:lnTo>
                  <a:lnTo>
                    <a:pt x="215112" y="179705"/>
                  </a:lnTo>
                  <a:close/>
                </a:path>
                <a:path w="997585" h="2854325">
                  <a:moveTo>
                    <a:pt x="215112" y="145313"/>
                  </a:moveTo>
                  <a:lnTo>
                    <a:pt x="170421" y="145313"/>
                  </a:lnTo>
                  <a:lnTo>
                    <a:pt x="170421" y="172923"/>
                  </a:lnTo>
                  <a:lnTo>
                    <a:pt x="215112" y="172923"/>
                  </a:lnTo>
                  <a:lnTo>
                    <a:pt x="215112" y="145313"/>
                  </a:lnTo>
                  <a:close/>
                </a:path>
                <a:path w="997585" h="2854325">
                  <a:moveTo>
                    <a:pt x="215925" y="0"/>
                  </a:moveTo>
                  <a:lnTo>
                    <a:pt x="171246" y="0"/>
                  </a:lnTo>
                  <a:lnTo>
                    <a:pt x="171246" y="27609"/>
                  </a:lnTo>
                  <a:lnTo>
                    <a:pt x="215925" y="27609"/>
                  </a:lnTo>
                  <a:lnTo>
                    <a:pt x="215925" y="0"/>
                  </a:lnTo>
                  <a:close/>
                </a:path>
                <a:path w="997585" h="2854325">
                  <a:moveTo>
                    <a:pt x="267982" y="2813278"/>
                  </a:moveTo>
                  <a:lnTo>
                    <a:pt x="202133" y="2813278"/>
                  </a:lnTo>
                  <a:lnTo>
                    <a:pt x="202133" y="2853956"/>
                  </a:lnTo>
                  <a:lnTo>
                    <a:pt x="267982" y="2853956"/>
                  </a:lnTo>
                  <a:lnTo>
                    <a:pt x="267982" y="2813278"/>
                  </a:lnTo>
                  <a:close/>
                </a:path>
                <a:path w="997585" h="2854325">
                  <a:moveTo>
                    <a:pt x="282562" y="109359"/>
                  </a:moveTo>
                  <a:lnTo>
                    <a:pt x="237871" y="109359"/>
                  </a:lnTo>
                  <a:lnTo>
                    <a:pt x="237871" y="136969"/>
                  </a:lnTo>
                  <a:lnTo>
                    <a:pt x="282562" y="136969"/>
                  </a:lnTo>
                  <a:lnTo>
                    <a:pt x="282562" y="109359"/>
                  </a:lnTo>
                  <a:close/>
                </a:path>
                <a:path w="997585" h="2854325">
                  <a:moveTo>
                    <a:pt x="282562" y="74510"/>
                  </a:moveTo>
                  <a:lnTo>
                    <a:pt x="237871" y="74510"/>
                  </a:lnTo>
                  <a:lnTo>
                    <a:pt x="237871" y="102120"/>
                  </a:lnTo>
                  <a:lnTo>
                    <a:pt x="282562" y="102120"/>
                  </a:lnTo>
                  <a:lnTo>
                    <a:pt x="282562" y="74510"/>
                  </a:lnTo>
                  <a:close/>
                </a:path>
                <a:path w="997585" h="2854325">
                  <a:moveTo>
                    <a:pt x="282562" y="35509"/>
                  </a:moveTo>
                  <a:lnTo>
                    <a:pt x="237871" y="35509"/>
                  </a:lnTo>
                  <a:lnTo>
                    <a:pt x="237871" y="63119"/>
                  </a:lnTo>
                  <a:lnTo>
                    <a:pt x="282562" y="63119"/>
                  </a:lnTo>
                  <a:lnTo>
                    <a:pt x="282562" y="35509"/>
                  </a:lnTo>
                  <a:close/>
                </a:path>
                <a:path w="997585" h="2854325">
                  <a:moveTo>
                    <a:pt x="283705" y="246151"/>
                  </a:moveTo>
                  <a:lnTo>
                    <a:pt x="239014" y="246151"/>
                  </a:lnTo>
                  <a:lnTo>
                    <a:pt x="239014" y="273773"/>
                  </a:lnTo>
                  <a:lnTo>
                    <a:pt x="283705" y="273773"/>
                  </a:lnTo>
                  <a:lnTo>
                    <a:pt x="283705" y="246151"/>
                  </a:lnTo>
                  <a:close/>
                </a:path>
                <a:path w="997585" h="2854325">
                  <a:moveTo>
                    <a:pt x="283705" y="213321"/>
                  </a:moveTo>
                  <a:lnTo>
                    <a:pt x="239014" y="213321"/>
                  </a:lnTo>
                  <a:lnTo>
                    <a:pt x="239014" y="240931"/>
                  </a:lnTo>
                  <a:lnTo>
                    <a:pt x="283705" y="240931"/>
                  </a:lnTo>
                  <a:lnTo>
                    <a:pt x="283705" y="213321"/>
                  </a:lnTo>
                  <a:close/>
                </a:path>
                <a:path w="997585" h="2854325">
                  <a:moveTo>
                    <a:pt x="283705" y="179705"/>
                  </a:moveTo>
                  <a:lnTo>
                    <a:pt x="239014" y="179705"/>
                  </a:lnTo>
                  <a:lnTo>
                    <a:pt x="239014" y="207314"/>
                  </a:lnTo>
                  <a:lnTo>
                    <a:pt x="283705" y="207314"/>
                  </a:lnTo>
                  <a:lnTo>
                    <a:pt x="283705" y="179705"/>
                  </a:lnTo>
                  <a:close/>
                </a:path>
                <a:path w="997585" h="2854325">
                  <a:moveTo>
                    <a:pt x="283705" y="145313"/>
                  </a:moveTo>
                  <a:lnTo>
                    <a:pt x="239014" y="145313"/>
                  </a:lnTo>
                  <a:lnTo>
                    <a:pt x="239014" y="172923"/>
                  </a:lnTo>
                  <a:lnTo>
                    <a:pt x="283705" y="172923"/>
                  </a:lnTo>
                  <a:lnTo>
                    <a:pt x="283705" y="145313"/>
                  </a:lnTo>
                  <a:close/>
                </a:path>
                <a:path w="997585" h="2854325">
                  <a:moveTo>
                    <a:pt x="284530" y="0"/>
                  </a:moveTo>
                  <a:lnTo>
                    <a:pt x="239839" y="0"/>
                  </a:lnTo>
                  <a:lnTo>
                    <a:pt x="239839" y="27609"/>
                  </a:lnTo>
                  <a:lnTo>
                    <a:pt x="284530" y="27609"/>
                  </a:lnTo>
                  <a:lnTo>
                    <a:pt x="284530" y="0"/>
                  </a:lnTo>
                  <a:close/>
                </a:path>
                <a:path w="997585" h="2854325">
                  <a:moveTo>
                    <a:pt x="351167" y="109359"/>
                  </a:moveTo>
                  <a:lnTo>
                    <a:pt x="306476" y="109359"/>
                  </a:lnTo>
                  <a:lnTo>
                    <a:pt x="306476" y="136969"/>
                  </a:lnTo>
                  <a:lnTo>
                    <a:pt x="351167" y="136969"/>
                  </a:lnTo>
                  <a:lnTo>
                    <a:pt x="351167" y="109359"/>
                  </a:lnTo>
                  <a:close/>
                </a:path>
                <a:path w="997585" h="2854325">
                  <a:moveTo>
                    <a:pt x="351167" y="74510"/>
                  </a:moveTo>
                  <a:lnTo>
                    <a:pt x="306476" y="74510"/>
                  </a:lnTo>
                  <a:lnTo>
                    <a:pt x="306476" y="102120"/>
                  </a:lnTo>
                  <a:lnTo>
                    <a:pt x="351167" y="102120"/>
                  </a:lnTo>
                  <a:lnTo>
                    <a:pt x="351167" y="74510"/>
                  </a:lnTo>
                  <a:close/>
                </a:path>
                <a:path w="997585" h="2854325">
                  <a:moveTo>
                    <a:pt x="351167" y="35509"/>
                  </a:moveTo>
                  <a:lnTo>
                    <a:pt x="306476" y="35509"/>
                  </a:lnTo>
                  <a:lnTo>
                    <a:pt x="306476" y="63119"/>
                  </a:lnTo>
                  <a:lnTo>
                    <a:pt x="351167" y="63119"/>
                  </a:lnTo>
                  <a:lnTo>
                    <a:pt x="351167" y="35509"/>
                  </a:lnTo>
                  <a:close/>
                </a:path>
                <a:path w="997585" h="2854325">
                  <a:moveTo>
                    <a:pt x="352310" y="246151"/>
                  </a:moveTo>
                  <a:lnTo>
                    <a:pt x="307619" y="246151"/>
                  </a:lnTo>
                  <a:lnTo>
                    <a:pt x="307619" y="273773"/>
                  </a:lnTo>
                  <a:lnTo>
                    <a:pt x="352310" y="273773"/>
                  </a:lnTo>
                  <a:lnTo>
                    <a:pt x="352310" y="246151"/>
                  </a:lnTo>
                  <a:close/>
                </a:path>
                <a:path w="997585" h="2854325">
                  <a:moveTo>
                    <a:pt x="352310" y="213321"/>
                  </a:moveTo>
                  <a:lnTo>
                    <a:pt x="307619" y="213321"/>
                  </a:lnTo>
                  <a:lnTo>
                    <a:pt x="307619" y="240931"/>
                  </a:lnTo>
                  <a:lnTo>
                    <a:pt x="352310" y="240931"/>
                  </a:lnTo>
                  <a:lnTo>
                    <a:pt x="352310" y="213321"/>
                  </a:lnTo>
                  <a:close/>
                </a:path>
                <a:path w="997585" h="2854325">
                  <a:moveTo>
                    <a:pt x="352310" y="179705"/>
                  </a:moveTo>
                  <a:lnTo>
                    <a:pt x="307619" y="179705"/>
                  </a:lnTo>
                  <a:lnTo>
                    <a:pt x="307619" y="207314"/>
                  </a:lnTo>
                  <a:lnTo>
                    <a:pt x="352310" y="207314"/>
                  </a:lnTo>
                  <a:lnTo>
                    <a:pt x="352310" y="179705"/>
                  </a:lnTo>
                  <a:close/>
                </a:path>
                <a:path w="997585" h="2854325">
                  <a:moveTo>
                    <a:pt x="352310" y="145313"/>
                  </a:moveTo>
                  <a:lnTo>
                    <a:pt x="307619" y="145313"/>
                  </a:lnTo>
                  <a:lnTo>
                    <a:pt x="307619" y="172923"/>
                  </a:lnTo>
                  <a:lnTo>
                    <a:pt x="352310" y="172923"/>
                  </a:lnTo>
                  <a:lnTo>
                    <a:pt x="352310" y="145313"/>
                  </a:lnTo>
                  <a:close/>
                </a:path>
                <a:path w="997585" h="2854325">
                  <a:moveTo>
                    <a:pt x="353136" y="0"/>
                  </a:moveTo>
                  <a:lnTo>
                    <a:pt x="308444" y="0"/>
                  </a:lnTo>
                  <a:lnTo>
                    <a:pt x="308444" y="27609"/>
                  </a:lnTo>
                  <a:lnTo>
                    <a:pt x="353136" y="27609"/>
                  </a:lnTo>
                  <a:lnTo>
                    <a:pt x="353136" y="0"/>
                  </a:lnTo>
                  <a:close/>
                </a:path>
                <a:path w="997585" h="2854325">
                  <a:moveTo>
                    <a:pt x="486752" y="2813278"/>
                  </a:moveTo>
                  <a:lnTo>
                    <a:pt x="420903" y="2813278"/>
                  </a:lnTo>
                  <a:lnTo>
                    <a:pt x="420903" y="2853956"/>
                  </a:lnTo>
                  <a:lnTo>
                    <a:pt x="486752" y="2853956"/>
                  </a:lnTo>
                  <a:lnTo>
                    <a:pt x="486752" y="2813278"/>
                  </a:lnTo>
                  <a:close/>
                </a:path>
                <a:path w="997585" h="2854325">
                  <a:moveTo>
                    <a:pt x="488365" y="109359"/>
                  </a:moveTo>
                  <a:lnTo>
                    <a:pt x="443661" y="109359"/>
                  </a:lnTo>
                  <a:lnTo>
                    <a:pt x="443661" y="136969"/>
                  </a:lnTo>
                  <a:lnTo>
                    <a:pt x="488365" y="136969"/>
                  </a:lnTo>
                  <a:lnTo>
                    <a:pt x="488365" y="109359"/>
                  </a:lnTo>
                  <a:close/>
                </a:path>
                <a:path w="997585" h="2854325">
                  <a:moveTo>
                    <a:pt x="488365" y="74510"/>
                  </a:moveTo>
                  <a:lnTo>
                    <a:pt x="443661" y="74510"/>
                  </a:lnTo>
                  <a:lnTo>
                    <a:pt x="443661" y="102120"/>
                  </a:lnTo>
                  <a:lnTo>
                    <a:pt x="488365" y="102120"/>
                  </a:lnTo>
                  <a:lnTo>
                    <a:pt x="488365" y="74510"/>
                  </a:lnTo>
                  <a:close/>
                </a:path>
                <a:path w="997585" h="2854325">
                  <a:moveTo>
                    <a:pt x="488365" y="35509"/>
                  </a:moveTo>
                  <a:lnTo>
                    <a:pt x="443661" y="35509"/>
                  </a:lnTo>
                  <a:lnTo>
                    <a:pt x="443661" y="63119"/>
                  </a:lnTo>
                  <a:lnTo>
                    <a:pt x="488365" y="63119"/>
                  </a:lnTo>
                  <a:lnTo>
                    <a:pt x="488365" y="35509"/>
                  </a:lnTo>
                  <a:close/>
                </a:path>
                <a:path w="997585" h="2854325">
                  <a:moveTo>
                    <a:pt x="489508" y="246151"/>
                  </a:moveTo>
                  <a:lnTo>
                    <a:pt x="444830" y="246151"/>
                  </a:lnTo>
                  <a:lnTo>
                    <a:pt x="444830" y="273773"/>
                  </a:lnTo>
                  <a:lnTo>
                    <a:pt x="489508" y="273773"/>
                  </a:lnTo>
                  <a:lnTo>
                    <a:pt x="489508" y="246151"/>
                  </a:lnTo>
                  <a:close/>
                </a:path>
                <a:path w="997585" h="2854325">
                  <a:moveTo>
                    <a:pt x="489508" y="213321"/>
                  </a:moveTo>
                  <a:lnTo>
                    <a:pt x="444830" y="213321"/>
                  </a:lnTo>
                  <a:lnTo>
                    <a:pt x="444830" y="240931"/>
                  </a:lnTo>
                  <a:lnTo>
                    <a:pt x="489508" y="240931"/>
                  </a:lnTo>
                  <a:lnTo>
                    <a:pt x="489508" y="213321"/>
                  </a:lnTo>
                  <a:close/>
                </a:path>
                <a:path w="997585" h="2854325">
                  <a:moveTo>
                    <a:pt x="489508" y="179705"/>
                  </a:moveTo>
                  <a:lnTo>
                    <a:pt x="444830" y="179705"/>
                  </a:lnTo>
                  <a:lnTo>
                    <a:pt x="444830" y="207314"/>
                  </a:lnTo>
                  <a:lnTo>
                    <a:pt x="489508" y="207314"/>
                  </a:lnTo>
                  <a:lnTo>
                    <a:pt x="489508" y="179705"/>
                  </a:lnTo>
                  <a:close/>
                </a:path>
                <a:path w="997585" h="2854325">
                  <a:moveTo>
                    <a:pt x="489508" y="145313"/>
                  </a:moveTo>
                  <a:lnTo>
                    <a:pt x="444830" y="145313"/>
                  </a:lnTo>
                  <a:lnTo>
                    <a:pt x="444830" y="172923"/>
                  </a:lnTo>
                  <a:lnTo>
                    <a:pt x="489508" y="172923"/>
                  </a:lnTo>
                  <a:lnTo>
                    <a:pt x="489508" y="145313"/>
                  </a:lnTo>
                  <a:close/>
                </a:path>
                <a:path w="997585" h="2854325">
                  <a:moveTo>
                    <a:pt x="490334" y="0"/>
                  </a:moveTo>
                  <a:lnTo>
                    <a:pt x="445643" y="0"/>
                  </a:lnTo>
                  <a:lnTo>
                    <a:pt x="445643" y="27609"/>
                  </a:lnTo>
                  <a:lnTo>
                    <a:pt x="490334" y="27609"/>
                  </a:lnTo>
                  <a:lnTo>
                    <a:pt x="490334" y="0"/>
                  </a:lnTo>
                  <a:close/>
                </a:path>
                <a:path w="997585" h="2854325">
                  <a:moveTo>
                    <a:pt x="556958" y="109359"/>
                  </a:moveTo>
                  <a:lnTo>
                    <a:pt x="512267" y="109359"/>
                  </a:lnTo>
                  <a:lnTo>
                    <a:pt x="512267" y="136969"/>
                  </a:lnTo>
                  <a:lnTo>
                    <a:pt x="556958" y="136969"/>
                  </a:lnTo>
                  <a:lnTo>
                    <a:pt x="556958" y="109359"/>
                  </a:lnTo>
                  <a:close/>
                </a:path>
                <a:path w="997585" h="2854325">
                  <a:moveTo>
                    <a:pt x="556958" y="74510"/>
                  </a:moveTo>
                  <a:lnTo>
                    <a:pt x="512267" y="74510"/>
                  </a:lnTo>
                  <a:lnTo>
                    <a:pt x="512267" y="102120"/>
                  </a:lnTo>
                  <a:lnTo>
                    <a:pt x="556958" y="102120"/>
                  </a:lnTo>
                  <a:lnTo>
                    <a:pt x="556958" y="74510"/>
                  </a:lnTo>
                  <a:close/>
                </a:path>
                <a:path w="997585" h="2854325">
                  <a:moveTo>
                    <a:pt x="556958" y="35509"/>
                  </a:moveTo>
                  <a:lnTo>
                    <a:pt x="512267" y="35509"/>
                  </a:lnTo>
                  <a:lnTo>
                    <a:pt x="512267" y="63119"/>
                  </a:lnTo>
                  <a:lnTo>
                    <a:pt x="556958" y="63119"/>
                  </a:lnTo>
                  <a:lnTo>
                    <a:pt x="556958" y="35509"/>
                  </a:lnTo>
                  <a:close/>
                </a:path>
                <a:path w="997585" h="2854325">
                  <a:moveTo>
                    <a:pt x="558114" y="246151"/>
                  </a:moveTo>
                  <a:lnTo>
                    <a:pt x="513422" y="246151"/>
                  </a:lnTo>
                  <a:lnTo>
                    <a:pt x="513422" y="273773"/>
                  </a:lnTo>
                  <a:lnTo>
                    <a:pt x="558114" y="273773"/>
                  </a:lnTo>
                  <a:lnTo>
                    <a:pt x="558114" y="246151"/>
                  </a:lnTo>
                  <a:close/>
                </a:path>
                <a:path w="997585" h="2854325">
                  <a:moveTo>
                    <a:pt x="558114" y="213321"/>
                  </a:moveTo>
                  <a:lnTo>
                    <a:pt x="513422" y="213321"/>
                  </a:lnTo>
                  <a:lnTo>
                    <a:pt x="513422" y="240931"/>
                  </a:lnTo>
                  <a:lnTo>
                    <a:pt x="558114" y="240931"/>
                  </a:lnTo>
                  <a:lnTo>
                    <a:pt x="558114" y="213321"/>
                  </a:lnTo>
                  <a:close/>
                </a:path>
                <a:path w="997585" h="2854325">
                  <a:moveTo>
                    <a:pt x="558114" y="179705"/>
                  </a:moveTo>
                  <a:lnTo>
                    <a:pt x="513422" y="179705"/>
                  </a:lnTo>
                  <a:lnTo>
                    <a:pt x="513422" y="207314"/>
                  </a:lnTo>
                  <a:lnTo>
                    <a:pt x="558114" y="207314"/>
                  </a:lnTo>
                  <a:lnTo>
                    <a:pt x="558114" y="179705"/>
                  </a:lnTo>
                  <a:close/>
                </a:path>
                <a:path w="997585" h="2854325">
                  <a:moveTo>
                    <a:pt x="558114" y="145313"/>
                  </a:moveTo>
                  <a:lnTo>
                    <a:pt x="513422" y="145313"/>
                  </a:lnTo>
                  <a:lnTo>
                    <a:pt x="513422" y="172923"/>
                  </a:lnTo>
                  <a:lnTo>
                    <a:pt x="558114" y="172923"/>
                  </a:lnTo>
                  <a:lnTo>
                    <a:pt x="558114" y="145313"/>
                  </a:lnTo>
                  <a:close/>
                </a:path>
                <a:path w="997585" h="2854325">
                  <a:moveTo>
                    <a:pt x="558927" y="0"/>
                  </a:moveTo>
                  <a:lnTo>
                    <a:pt x="514235" y="0"/>
                  </a:lnTo>
                  <a:lnTo>
                    <a:pt x="514235" y="27609"/>
                  </a:lnTo>
                  <a:lnTo>
                    <a:pt x="558927" y="27609"/>
                  </a:lnTo>
                  <a:lnTo>
                    <a:pt x="558927" y="0"/>
                  </a:lnTo>
                  <a:close/>
                </a:path>
                <a:path w="997585" h="2854325">
                  <a:moveTo>
                    <a:pt x="587819" y="2813278"/>
                  </a:moveTo>
                  <a:lnTo>
                    <a:pt x="521970" y="2813278"/>
                  </a:lnTo>
                  <a:lnTo>
                    <a:pt x="521970" y="2853956"/>
                  </a:lnTo>
                  <a:lnTo>
                    <a:pt x="587819" y="2853956"/>
                  </a:lnTo>
                  <a:lnTo>
                    <a:pt x="587819" y="2813278"/>
                  </a:lnTo>
                  <a:close/>
                </a:path>
                <a:path w="997585" h="2854325">
                  <a:moveTo>
                    <a:pt x="694156" y="109359"/>
                  </a:moveTo>
                  <a:lnTo>
                    <a:pt x="649465" y="109359"/>
                  </a:lnTo>
                  <a:lnTo>
                    <a:pt x="649465" y="136969"/>
                  </a:lnTo>
                  <a:lnTo>
                    <a:pt x="694156" y="136969"/>
                  </a:lnTo>
                  <a:lnTo>
                    <a:pt x="694156" y="109359"/>
                  </a:lnTo>
                  <a:close/>
                </a:path>
                <a:path w="997585" h="2854325">
                  <a:moveTo>
                    <a:pt x="694156" y="74510"/>
                  </a:moveTo>
                  <a:lnTo>
                    <a:pt x="649465" y="74510"/>
                  </a:lnTo>
                  <a:lnTo>
                    <a:pt x="649465" y="102120"/>
                  </a:lnTo>
                  <a:lnTo>
                    <a:pt x="694156" y="102120"/>
                  </a:lnTo>
                  <a:lnTo>
                    <a:pt x="694156" y="74510"/>
                  </a:lnTo>
                  <a:close/>
                </a:path>
                <a:path w="997585" h="2854325">
                  <a:moveTo>
                    <a:pt x="694156" y="35509"/>
                  </a:moveTo>
                  <a:lnTo>
                    <a:pt x="649465" y="35509"/>
                  </a:lnTo>
                  <a:lnTo>
                    <a:pt x="649465" y="63119"/>
                  </a:lnTo>
                  <a:lnTo>
                    <a:pt x="694156" y="63119"/>
                  </a:lnTo>
                  <a:lnTo>
                    <a:pt x="694156" y="35509"/>
                  </a:lnTo>
                  <a:close/>
                </a:path>
                <a:path w="997585" h="2854325">
                  <a:moveTo>
                    <a:pt x="695312" y="246151"/>
                  </a:moveTo>
                  <a:lnTo>
                    <a:pt x="650621" y="246151"/>
                  </a:lnTo>
                  <a:lnTo>
                    <a:pt x="650621" y="273773"/>
                  </a:lnTo>
                  <a:lnTo>
                    <a:pt x="695312" y="273773"/>
                  </a:lnTo>
                  <a:lnTo>
                    <a:pt x="695312" y="246151"/>
                  </a:lnTo>
                  <a:close/>
                </a:path>
                <a:path w="997585" h="2854325">
                  <a:moveTo>
                    <a:pt x="695312" y="213321"/>
                  </a:moveTo>
                  <a:lnTo>
                    <a:pt x="650621" y="213321"/>
                  </a:lnTo>
                  <a:lnTo>
                    <a:pt x="650621" y="240931"/>
                  </a:lnTo>
                  <a:lnTo>
                    <a:pt x="695312" y="240931"/>
                  </a:lnTo>
                  <a:lnTo>
                    <a:pt x="695312" y="213321"/>
                  </a:lnTo>
                  <a:close/>
                </a:path>
                <a:path w="997585" h="2854325">
                  <a:moveTo>
                    <a:pt x="695312" y="179705"/>
                  </a:moveTo>
                  <a:lnTo>
                    <a:pt x="650621" y="179705"/>
                  </a:lnTo>
                  <a:lnTo>
                    <a:pt x="650621" y="207314"/>
                  </a:lnTo>
                  <a:lnTo>
                    <a:pt x="695312" y="207314"/>
                  </a:lnTo>
                  <a:lnTo>
                    <a:pt x="695312" y="179705"/>
                  </a:lnTo>
                  <a:close/>
                </a:path>
                <a:path w="997585" h="2854325">
                  <a:moveTo>
                    <a:pt x="695312" y="145313"/>
                  </a:moveTo>
                  <a:lnTo>
                    <a:pt x="650621" y="145313"/>
                  </a:lnTo>
                  <a:lnTo>
                    <a:pt x="650621" y="172923"/>
                  </a:lnTo>
                  <a:lnTo>
                    <a:pt x="695312" y="172923"/>
                  </a:lnTo>
                  <a:lnTo>
                    <a:pt x="695312" y="145313"/>
                  </a:lnTo>
                  <a:close/>
                </a:path>
                <a:path w="997585" h="2854325">
                  <a:moveTo>
                    <a:pt x="696125" y="0"/>
                  </a:moveTo>
                  <a:lnTo>
                    <a:pt x="651433" y="0"/>
                  </a:lnTo>
                  <a:lnTo>
                    <a:pt x="651433" y="27609"/>
                  </a:lnTo>
                  <a:lnTo>
                    <a:pt x="696125" y="27609"/>
                  </a:lnTo>
                  <a:lnTo>
                    <a:pt x="696125" y="0"/>
                  </a:lnTo>
                  <a:close/>
                </a:path>
                <a:path w="997585" h="2854325">
                  <a:moveTo>
                    <a:pt x="762749" y="109359"/>
                  </a:moveTo>
                  <a:lnTo>
                    <a:pt x="718058" y="109359"/>
                  </a:lnTo>
                  <a:lnTo>
                    <a:pt x="718058" y="136969"/>
                  </a:lnTo>
                  <a:lnTo>
                    <a:pt x="762749" y="136969"/>
                  </a:lnTo>
                  <a:lnTo>
                    <a:pt x="762749" y="109359"/>
                  </a:lnTo>
                  <a:close/>
                </a:path>
                <a:path w="997585" h="2854325">
                  <a:moveTo>
                    <a:pt x="762749" y="74510"/>
                  </a:moveTo>
                  <a:lnTo>
                    <a:pt x="718058" y="74510"/>
                  </a:lnTo>
                  <a:lnTo>
                    <a:pt x="718058" y="102120"/>
                  </a:lnTo>
                  <a:lnTo>
                    <a:pt x="762749" y="102120"/>
                  </a:lnTo>
                  <a:lnTo>
                    <a:pt x="762749" y="74510"/>
                  </a:lnTo>
                  <a:close/>
                </a:path>
                <a:path w="997585" h="2854325">
                  <a:moveTo>
                    <a:pt x="762749" y="35509"/>
                  </a:moveTo>
                  <a:lnTo>
                    <a:pt x="718058" y="35509"/>
                  </a:lnTo>
                  <a:lnTo>
                    <a:pt x="718058" y="63119"/>
                  </a:lnTo>
                  <a:lnTo>
                    <a:pt x="762749" y="63119"/>
                  </a:lnTo>
                  <a:lnTo>
                    <a:pt x="762749" y="35509"/>
                  </a:lnTo>
                  <a:close/>
                </a:path>
                <a:path w="997585" h="2854325">
                  <a:moveTo>
                    <a:pt x="763905" y="246151"/>
                  </a:moveTo>
                  <a:lnTo>
                    <a:pt x="719213" y="246151"/>
                  </a:lnTo>
                  <a:lnTo>
                    <a:pt x="719213" y="273773"/>
                  </a:lnTo>
                  <a:lnTo>
                    <a:pt x="763905" y="273773"/>
                  </a:lnTo>
                  <a:lnTo>
                    <a:pt x="763905" y="246151"/>
                  </a:lnTo>
                  <a:close/>
                </a:path>
                <a:path w="997585" h="2854325">
                  <a:moveTo>
                    <a:pt x="763905" y="213321"/>
                  </a:moveTo>
                  <a:lnTo>
                    <a:pt x="719213" y="213321"/>
                  </a:lnTo>
                  <a:lnTo>
                    <a:pt x="719213" y="240931"/>
                  </a:lnTo>
                  <a:lnTo>
                    <a:pt x="763905" y="240931"/>
                  </a:lnTo>
                  <a:lnTo>
                    <a:pt x="763905" y="213321"/>
                  </a:lnTo>
                  <a:close/>
                </a:path>
                <a:path w="997585" h="2854325">
                  <a:moveTo>
                    <a:pt x="763905" y="179705"/>
                  </a:moveTo>
                  <a:lnTo>
                    <a:pt x="719213" y="179705"/>
                  </a:lnTo>
                  <a:lnTo>
                    <a:pt x="719213" y="207314"/>
                  </a:lnTo>
                  <a:lnTo>
                    <a:pt x="763905" y="207314"/>
                  </a:lnTo>
                  <a:lnTo>
                    <a:pt x="763905" y="179705"/>
                  </a:lnTo>
                  <a:close/>
                </a:path>
                <a:path w="997585" h="2854325">
                  <a:moveTo>
                    <a:pt x="763905" y="145313"/>
                  </a:moveTo>
                  <a:lnTo>
                    <a:pt x="719213" y="145313"/>
                  </a:lnTo>
                  <a:lnTo>
                    <a:pt x="719213" y="172923"/>
                  </a:lnTo>
                  <a:lnTo>
                    <a:pt x="763905" y="172923"/>
                  </a:lnTo>
                  <a:lnTo>
                    <a:pt x="763905" y="145313"/>
                  </a:lnTo>
                  <a:close/>
                </a:path>
                <a:path w="997585" h="2854325">
                  <a:moveTo>
                    <a:pt x="764730" y="0"/>
                  </a:moveTo>
                  <a:lnTo>
                    <a:pt x="720026" y="0"/>
                  </a:lnTo>
                  <a:lnTo>
                    <a:pt x="720026" y="27609"/>
                  </a:lnTo>
                  <a:lnTo>
                    <a:pt x="764730" y="27609"/>
                  </a:lnTo>
                  <a:lnTo>
                    <a:pt x="764730" y="0"/>
                  </a:lnTo>
                  <a:close/>
                </a:path>
                <a:path w="997585" h="2854325">
                  <a:moveTo>
                    <a:pt x="795337" y="2813278"/>
                  </a:moveTo>
                  <a:lnTo>
                    <a:pt x="729488" y="2813278"/>
                  </a:lnTo>
                  <a:lnTo>
                    <a:pt x="729488" y="2853956"/>
                  </a:lnTo>
                  <a:lnTo>
                    <a:pt x="795337" y="2853956"/>
                  </a:lnTo>
                  <a:lnTo>
                    <a:pt x="795337" y="2813278"/>
                  </a:lnTo>
                  <a:close/>
                </a:path>
                <a:path w="997585" h="2854325">
                  <a:moveTo>
                    <a:pt x="831342" y="109359"/>
                  </a:moveTo>
                  <a:lnTo>
                    <a:pt x="786663" y="109359"/>
                  </a:lnTo>
                  <a:lnTo>
                    <a:pt x="786663" y="136969"/>
                  </a:lnTo>
                  <a:lnTo>
                    <a:pt x="831342" y="136969"/>
                  </a:lnTo>
                  <a:lnTo>
                    <a:pt x="831342" y="109359"/>
                  </a:lnTo>
                  <a:close/>
                </a:path>
                <a:path w="997585" h="2854325">
                  <a:moveTo>
                    <a:pt x="831342" y="74510"/>
                  </a:moveTo>
                  <a:lnTo>
                    <a:pt x="786663" y="74510"/>
                  </a:lnTo>
                  <a:lnTo>
                    <a:pt x="786663" y="102120"/>
                  </a:lnTo>
                  <a:lnTo>
                    <a:pt x="831342" y="102120"/>
                  </a:lnTo>
                  <a:lnTo>
                    <a:pt x="831342" y="74510"/>
                  </a:lnTo>
                  <a:close/>
                </a:path>
                <a:path w="997585" h="2854325">
                  <a:moveTo>
                    <a:pt x="831342" y="35509"/>
                  </a:moveTo>
                  <a:lnTo>
                    <a:pt x="786663" y="35509"/>
                  </a:lnTo>
                  <a:lnTo>
                    <a:pt x="786663" y="63119"/>
                  </a:lnTo>
                  <a:lnTo>
                    <a:pt x="831342" y="63119"/>
                  </a:lnTo>
                  <a:lnTo>
                    <a:pt x="831342" y="35509"/>
                  </a:lnTo>
                  <a:close/>
                </a:path>
                <a:path w="997585" h="2854325">
                  <a:moveTo>
                    <a:pt x="832510" y="246151"/>
                  </a:moveTo>
                  <a:lnTo>
                    <a:pt x="787819" y="246151"/>
                  </a:lnTo>
                  <a:lnTo>
                    <a:pt x="787819" y="273773"/>
                  </a:lnTo>
                  <a:lnTo>
                    <a:pt x="832510" y="273773"/>
                  </a:lnTo>
                  <a:lnTo>
                    <a:pt x="832510" y="246151"/>
                  </a:lnTo>
                  <a:close/>
                </a:path>
                <a:path w="997585" h="2854325">
                  <a:moveTo>
                    <a:pt x="832510" y="213321"/>
                  </a:moveTo>
                  <a:lnTo>
                    <a:pt x="787819" y="213321"/>
                  </a:lnTo>
                  <a:lnTo>
                    <a:pt x="787819" y="240931"/>
                  </a:lnTo>
                  <a:lnTo>
                    <a:pt x="832510" y="240931"/>
                  </a:lnTo>
                  <a:lnTo>
                    <a:pt x="832510" y="213321"/>
                  </a:lnTo>
                  <a:close/>
                </a:path>
                <a:path w="997585" h="2854325">
                  <a:moveTo>
                    <a:pt x="832510" y="179705"/>
                  </a:moveTo>
                  <a:lnTo>
                    <a:pt x="787819" y="179705"/>
                  </a:lnTo>
                  <a:lnTo>
                    <a:pt x="787819" y="207314"/>
                  </a:lnTo>
                  <a:lnTo>
                    <a:pt x="832510" y="207314"/>
                  </a:lnTo>
                  <a:lnTo>
                    <a:pt x="832510" y="179705"/>
                  </a:lnTo>
                  <a:close/>
                </a:path>
                <a:path w="997585" h="2854325">
                  <a:moveTo>
                    <a:pt x="832510" y="145313"/>
                  </a:moveTo>
                  <a:lnTo>
                    <a:pt x="787819" y="145313"/>
                  </a:lnTo>
                  <a:lnTo>
                    <a:pt x="787819" y="172923"/>
                  </a:lnTo>
                  <a:lnTo>
                    <a:pt x="832510" y="172923"/>
                  </a:lnTo>
                  <a:lnTo>
                    <a:pt x="832510" y="145313"/>
                  </a:lnTo>
                  <a:close/>
                </a:path>
                <a:path w="997585" h="2854325">
                  <a:moveTo>
                    <a:pt x="833323" y="0"/>
                  </a:moveTo>
                  <a:lnTo>
                    <a:pt x="788631" y="0"/>
                  </a:lnTo>
                  <a:lnTo>
                    <a:pt x="788631" y="27609"/>
                  </a:lnTo>
                  <a:lnTo>
                    <a:pt x="833323" y="27609"/>
                  </a:lnTo>
                  <a:lnTo>
                    <a:pt x="833323" y="0"/>
                  </a:lnTo>
                  <a:close/>
                </a:path>
                <a:path w="997585" h="2854325">
                  <a:moveTo>
                    <a:pt x="896404" y="2813278"/>
                  </a:moveTo>
                  <a:lnTo>
                    <a:pt x="830554" y="2813278"/>
                  </a:lnTo>
                  <a:lnTo>
                    <a:pt x="830554" y="2853956"/>
                  </a:lnTo>
                  <a:lnTo>
                    <a:pt x="896404" y="2853956"/>
                  </a:lnTo>
                  <a:lnTo>
                    <a:pt x="896404" y="2813278"/>
                  </a:lnTo>
                  <a:close/>
                </a:path>
                <a:path w="997585" h="2854325">
                  <a:moveTo>
                    <a:pt x="997483" y="2813278"/>
                  </a:moveTo>
                  <a:lnTo>
                    <a:pt x="931621" y="2813278"/>
                  </a:lnTo>
                  <a:lnTo>
                    <a:pt x="931621" y="2853956"/>
                  </a:lnTo>
                  <a:lnTo>
                    <a:pt x="997483" y="2853956"/>
                  </a:lnTo>
                  <a:lnTo>
                    <a:pt x="997483" y="2813278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 descr=""/>
            <p:cNvSpPr/>
            <p:nvPr/>
          </p:nvSpPr>
          <p:spPr>
            <a:xfrm>
              <a:off x="1683258" y="5743962"/>
              <a:ext cx="113664" cy="27940"/>
            </a:xfrm>
            <a:custGeom>
              <a:avLst/>
              <a:gdLst/>
              <a:ahLst/>
              <a:cxnLst/>
              <a:rect l="l" t="t" r="r" b="b"/>
              <a:pathLst>
                <a:path w="113664" h="27939">
                  <a:moveTo>
                    <a:pt x="44691" y="0"/>
                  </a:moveTo>
                  <a:lnTo>
                    <a:pt x="0" y="0"/>
                  </a:lnTo>
                  <a:lnTo>
                    <a:pt x="0" y="27622"/>
                  </a:lnTo>
                  <a:lnTo>
                    <a:pt x="44691" y="27622"/>
                  </a:lnTo>
                  <a:lnTo>
                    <a:pt x="44691" y="0"/>
                  </a:lnTo>
                  <a:close/>
                </a:path>
                <a:path w="113664" h="27939">
                  <a:moveTo>
                    <a:pt x="113284" y="0"/>
                  </a:moveTo>
                  <a:lnTo>
                    <a:pt x="68592" y="0"/>
                  </a:lnTo>
                  <a:lnTo>
                    <a:pt x="68592" y="27622"/>
                  </a:lnTo>
                  <a:lnTo>
                    <a:pt x="113284" y="27622"/>
                  </a:lnTo>
                  <a:lnTo>
                    <a:pt x="113284" y="0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8" name="object 118" descr=""/>
          <p:cNvGrpSpPr/>
          <p:nvPr/>
        </p:nvGrpSpPr>
        <p:grpSpPr>
          <a:xfrm>
            <a:off x="19661747" y="6930408"/>
            <a:ext cx="427355" cy="1394460"/>
            <a:chOff x="19661747" y="6930408"/>
            <a:chExt cx="427355" cy="1394460"/>
          </a:xfrm>
        </p:grpSpPr>
        <p:sp>
          <p:nvSpPr>
            <p:cNvPr id="119" name="object 119" descr=""/>
            <p:cNvSpPr/>
            <p:nvPr/>
          </p:nvSpPr>
          <p:spPr>
            <a:xfrm>
              <a:off x="19661747" y="6930637"/>
              <a:ext cx="427355" cy="1394460"/>
            </a:xfrm>
            <a:custGeom>
              <a:avLst/>
              <a:gdLst/>
              <a:ahLst/>
              <a:cxnLst/>
              <a:rect l="l" t="t" r="r" b="b"/>
              <a:pathLst>
                <a:path w="427355" h="1394459">
                  <a:moveTo>
                    <a:pt x="427202" y="237617"/>
                  </a:moveTo>
                  <a:lnTo>
                    <a:pt x="411213" y="237617"/>
                  </a:lnTo>
                  <a:lnTo>
                    <a:pt x="411213" y="1394040"/>
                  </a:lnTo>
                  <a:lnTo>
                    <a:pt x="427202" y="1394040"/>
                  </a:lnTo>
                  <a:lnTo>
                    <a:pt x="427202" y="237617"/>
                  </a:lnTo>
                  <a:close/>
                </a:path>
                <a:path w="427355" h="1394459">
                  <a:moveTo>
                    <a:pt x="427202" y="116586"/>
                  </a:moveTo>
                  <a:lnTo>
                    <a:pt x="399021" y="116586"/>
                  </a:lnTo>
                  <a:lnTo>
                    <a:pt x="399021" y="149326"/>
                  </a:lnTo>
                  <a:lnTo>
                    <a:pt x="373849" y="149326"/>
                  </a:lnTo>
                  <a:lnTo>
                    <a:pt x="373849" y="85140"/>
                  </a:lnTo>
                  <a:lnTo>
                    <a:pt x="334949" y="85140"/>
                  </a:lnTo>
                  <a:lnTo>
                    <a:pt x="334949" y="33566"/>
                  </a:lnTo>
                  <a:lnTo>
                    <a:pt x="275539" y="33566"/>
                  </a:lnTo>
                  <a:lnTo>
                    <a:pt x="275539" y="0"/>
                  </a:lnTo>
                  <a:lnTo>
                    <a:pt x="93433" y="0"/>
                  </a:lnTo>
                  <a:lnTo>
                    <a:pt x="93433" y="149098"/>
                  </a:lnTo>
                  <a:lnTo>
                    <a:pt x="83400" y="149098"/>
                  </a:lnTo>
                  <a:lnTo>
                    <a:pt x="83400" y="116586"/>
                  </a:lnTo>
                  <a:lnTo>
                    <a:pt x="30937" y="116586"/>
                  </a:lnTo>
                  <a:lnTo>
                    <a:pt x="30937" y="236550"/>
                  </a:lnTo>
                  <a:lnTo>
                    <a:pt x="0" y="236550"/>
                  </a:lnTo>
                  <a:lnTo>
                    <a:pt x="0" y="1394040"/>
                  </a:lnTo>
                  <a:lnTo>
                    <a:pt x="411200" y="1394040"/>
                  </a:lnTo>
                  <a:lnTo>
                    <a:pt x="411200" y="237401"/>
                  </a:lnTo>
                  <a:lnTo>
                    <a:pt x="427202" y="237401"/>
                  </a:lnTo>
                  <a:lnTo>
                    <a:pt x="427202" y="116586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 descr=""/>
            <p:cNvSpPr/>
            <p:nvPr/>
          </p:nvSpPr>
          <p:spPr>
            <a:xfrm>
              <a:off x="19926472" y="7079972"/>
              <a:ext cx="22225" cy="35560"/>
            </a:xfrm>
            <a:custGeom>
              <a:avLst/>
              <a:gdLst/>
              <a:ahLst/>
              <a:cxnLst/>
              <a:rect l="l" t="t" r="r" b="b"/>
              <a:pathLst>
                <a:path w="22225" h="35559">
                  <a:moveTo>
                    <a:pt x="22041" y="0"/>
                  </a:moveTo>
                  <a:lnTo>
                    <a:pt x="0" y="0"/>
                  </a:lnTo>
                  <a:lnTo>
                    <a:pt x="0" y="35129"/>
                  </a:lnTo>
                  <a:lnTo>
                    <a:pt x="22041" y="35129"/>
                  </a:lnTo>
                  <a:lnTo>
                    <a:pt x="22041" y="0"/>
                  </a:lnTo>
                  <a:close/>
                </a:path>
              </a:pathLst>
            </a:custGeom>
            <a:solidFill>
              <a:srgbClr val="CDEBE6">
                <a:alpha val="351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 descr=""/>
            <p:cNvSpPr/>
            <p:nvPr/>
          </p:nvSpPr>
          <p:spPr>
            <a:xfrm>
              <a:off x="19930060" y="7148035"/>
              <a:ext cx="22225" cy="1176655"/>
            </a:xfrm>
            <a:custGeom>
              <a:avLst/>
              <a:gdLst/>
              <a:ahLst/>
              <a:cxnLst/>
              <a:rect l="l" t="t" r="r" b="b"/>
              <a:pathLst>
                <a:path w="22225" h="1176654">
                  <a:moveTo>
                    <a:pt x="22034" y="1173784"/>
                  </a:moveTo>
                  <a:lnTo>
                    <a:pt x="0" y="1173784"/>
                  </a:lnTo>
                  <a:lnTo>
                    <a:pt x="0" y="1176642"/>
                  </a:lnTo>
                  <a:lnTo>
                    <a:pt x="22034" y="1176642"/>
                  </a:lnTo>
                  <a:lnTo>
                    <a:pt x="22034" y="1173784"/>
                  </a:lnTo>
                  <a:close/>
                </a:path>
                <a:path w="22225" h="1176654">
                  <a:moveTo>
                    <a:pt x="22034" y="1115085"/>
                  </a:moveTo>
                  <a:lnTo>
                    <a:pt x="0" y="1115085"/>
                  </a:lnTo>
                  <a:lnTo>
                    <a:pt x="0" y="1150226"/>
                  </a:lnTo>
                  <a:lnTo>
                    <a:pt x="22034" y="1150226"/>
                  </a:lnTo>
                  <a:lnTo>
                    <a:pt x="22034" y="1115085"/>
                  </a:lnTo>
                  <a:close/>
                </a:path>
                <a:path w="22225" h="1176654">
                  <a:moveTo>
                    <a:pt x="22034" y="1056398"/>
                  </a:moveTo>
                  <a:lnTo>
                    <a:pt x="0" y="1056398"/>
                  </a:lnTo>
                  <a:lnTo>
                    <a:pt x="0" y="1091539"/>
                  </a:lnTo>
                  <a:lnTo>
                    <a:pt x="22034" y="1091539"/>
                  </a:lnTo>
                  <a:lnTo>
                    <a:pt x="22034" y="1056398"/>
                  </a:lnTo>
                  <a:close/>
                </a:path>
                <a:path w="22225" h="1176654">
                  <a:moveTo>
                    <a:pt x="22034" y="997712"/>
                  </a:moveTo>
                  <a:lnTo>
                    <a:pt x="0" y="997712"/>
                  </a:lnTo>
                  <a:lnTo>
                    <a:pt x="0" y="1032852"/>
                  </a:lnTo>
                  <a:lnTo>
                    <a:pt x="22034" y="1032852"/>
                  </a:lnTo>
                  <a:lnTo>
                    <a:pt x="22034" y="997712"/>
                  </a:lnTo>
                  <a:close/>
                </a:path>
                <a:path w="22225" h="1176654">
                  <a:moveTo>
                    <a:pt x="22034" y="939025"/>
                  </a:moveTo>
                  <a:lnTo>
                    <a:pt x="0" y="939025"/>
                  </a:lnTo>
                  <a:lnTo>
                    <a:pt x="0" y="974166"/>
                  </a:lnTo>
                  <a:lnTo>
                    <a:pt x="22034" y="974166"/>
                  </a:lnTo>
                  <a:lnTo>
                    <a:pt x="22034" y="939025"/>
                  </a:lnTo>
                  <a:close/>
                </a:path>
                <a:path w="22225" h="1176654">
                  <a:moveTo>
                    <a:pt x="22034" y="880338"/>
                  </a:moveTo>
                  <a:lnTo>
                    <a:pt x="0" y="880338"/>
                  </a:lnTo>
                  <a:lnTo>
                    <a:pt x="0" y="915479"/>
                  </a:lnTo>
                  <a:lnTo>
                    <a:pt x="22034" y="915479"/>
                  </a:lnTo>
                  <a:lnTo>
                    <a:pt x="22034" y="880338"/>
                  </a:lnTo>
                  <a:close/>
                </a:path>
                <a:path w="22225" h="1176654">
                  <a:moveTo>
                    <a:pt x="22034" y="821639"/>
                  </a:moveTo>
                  <a:lnTo>
                    <a:pt x="0" y="821639"/>
                  </a:lnTo>
                  <a:lnTo>
                    <a:pt x="0" y="856780"/>
                  </a:lnTo>
                  <a:lnTo>
                    <a:pt x="22034" y="856780"/>
                  </a:lnTo>
                  <a:lnTo>
                    <a:pt x="22034" y="821639"/>
                  </a:lnTo>
                  <a:close/>
                </a:path>
                <a:path w="22225" h="1176654">
                  <a:moveTo>
                    <a:pt x="22034" y="762952"/>
                  </a:moveTo>
                  <a:lnTo>
                    <a:pt x="0" y="762952"/>
                  </a:lnTo>
                  <a:lnTo>
                    <a:pt x="0" y="798093"/>
                  </a:lnTo>
                  <a:lnTo>
                    <a:pt x="22034" y="798093"/>
                  </a:lnTo>
                  <a:lnTo>
                    <a:pt x="22034" y="762952"/>
                  </a:lnTo>
                  <a:close/>
                </a:path>
                <a:path w="22225" h="1176654">
                  <a:moveTo>
                    <a:pt x="22034" y="704278"/>
                  </a:moveTo>
                  <a:lnTo>
                    <a:pt x="0" y="704278"/>
                  </a:lnTo>
                  <a:lnTo>
                    <a:pt x="0" y="739406"/>
                  </a:lnTo>
                  <a:lnTo>
                    <a:pt x="22034" y="739406"/>
                  </a:lnTo>
                  <a:lnTo>
                    <a:pt x="22034" y="704278"/>
                  </a:lnTo>
                  <a:close/>
                </a:path>
                <a:path w="22225" h="1176654">
                  <a:moveTo>
                    <a:pt x="22034" y="645579"/>
                  </a:moveTo>
                  <a:lnTo>
                    <a:pt x="0" y="645579"/>
                  </a:lnTo>
                  <a:lnTo>
                    <a:pt x="0" y="680720"/>
                  </a:lnTo>
                  <a:lnTo>
                    <a:pt x="22034" y="680720"/>
                  </a:lnTo>
                  <a:lnTo>
                    <a:pt x="22034" y="645579"/>
                  </a:lnTo>
                  <a:close/>
                </a:path>
                <a:path w="22225" h="1176654">
                  <a:moveTo>
                    <a:pt x="22034" y="586892"/>
                  </a:moveTo>
                  <a:lnTo>
                    <a:pt x="0" y="586892"/>
                  </a:lnTo>
                  <a:lnTo>
                    <a:pt x="0" y="622020"/>
                  </a:lnTo>
                  <a:lnTo>
                    <a:pt x="22034" y="622020"/>
                  </a:lnTo>
                  <a:lnTo>
                    <a:pt x="22034" y="586892"/>
                  </a:lnTo>
                  <a:close/>
                </a:path>
                <a:path w="22225" h="1176654">
                  <a:moveTo>
                    <a:pt x="22034" y="528193"/>
                  </a:moveTo>
                  <a:lnTo>
                    <a:pt x="0" y="528193"/>
                  </a:lnTo>
                  <a:lnTo>
                    <a:pt x="0" y="563333"/>
                  </a:lnTo>
                  <a:lnTo>
                    <a:pt x="22034" y="563333"/>
                  </a:lnTo>
                  <a:lnTo>
                    <a:pt x="22034" y="528193"/>
                  </a:lnTo>
                  <a:close/>
                </a:path>
                <a:path w="22225" h="1176654">
                  <a:moveTo>
                    <a:pt x="22034" y="469506"/>
                  </a:moveTo>
                  <a:lnTo>
                    <a:pt x="0" y="469506"/>
                  </a:lnTo>
                  <a:lnTo>
                    <a:pt x="0" y="504647"/>
                  </a:lnTo>
                  <a:lnTo>
                    <a:pt x="22034" y="504647"/>
                  </a:lnTo>
                  <a:lnTo>
                    <a:pt x="22034" y="469506"/>
                  </a:lnTo>
                  <a:close/>
                </a:path>
                <a:path w="22225" h="1176654">
                  <a:moveTo>
                    <a:pt x="22034" y="410832"/>
                  </a:moveTo>
                  <a:lnTo>
                    <a:pt x="0" y="410832"/>
                  </a:lnTo>
                  <a:lnTo>
                    <a:pt x="0" y="445960"/>
                  </a:lnTo>
                  <a:lnTo>
                    <a:pt x="22034" y="445960"/>
                  </a:lnTo>
                  <a:lnTo>
                    <a:pt x="22034" y="410832"/>
                  </a:lnTo>
                  <a:close/>
                </a:path>
                <a:path w="22225" h="1176654">
                  <a:moveTo>
                    <a:pt x="22034" y="352145"/>
                  </a:moveTo>
                  <a:lnTo>
                    <a:pt x="0" y="352145"/>
                  </a:lnTo>
                  <a:lnTo>
                    <a:pt x="0" y="387273"/>
                  </a:lnTo>
                  <a:lnTo>
                    <a:pt x="22034" y="387273"/>
                  </a:lnTo>
                  <a:lnTo>
                    <a:pt x="22034" y="352145"/>
                  </a:lnTo>
                  <a:close/>
                </a:path>
                <a:path w="22225" h="1176654">
                  <a:moveTo>
                    <a:pt x="22034" y="293446"/>
                  </a:moveTo>
                  <a:lnTo>
                    <a:pt x="0" y="293446"/>
                  </a:lnTo>
                  <a:lnTo>
                    <a:pt x="0" y="328587"/>
                  </a:lnTo>
                  <a:lnTo>
                    <a:pt x="22034" y="328587"/>
                  </a:lnTo>
                  <a:lnTo>
                    <a:pt x="22034" y="293446"/>
                  </a:lnTo>
                  <a:close/>
                </a:path>
                <a:path w="22225" h="1176654">
                  <a:moveTo>
                    <a:pt x="22034" y="234759"/>
                  </a:moveTo>
                  <a:lnTo>
                    <a:pt x="0" y="234759"/>
                  </a:lnTo>
                  <a:lnTo>
                    <a:pt x="0" y="269900"/>
                  </a:lnTo>
                  <a:lnTo>
                    <a:pt x="22034" y="269900"/>
                  </a:lnTo>
                  <a:lnTo>
                    <a:pt x="22034" y="234759"/>
                  </a:lnTo>
                  <a:close/>
                </a:path>
                <a:path w="22225" h="1176654">
                  <a:moveTo>
                    <a:pt x="22034" y="176072"/>
                  </a:moveTo>
                  <a:lnTo>
                    <a:pt x="0" y="176072"/>
                  </a:lnTo>
                  <a:lnTo>
                    <a:pt x="0" y="211213"/>
                  </a:lnTo>
                  <a:lnTo>
                    <a:pt x="22034" y="211213"/>
                  </a:lnTo>
                  <a:lnTo>
                    <a:pt x="22034" y="176072"/>
                  </a:lnTo>
                  <a:close/>
                </a:path>
                <a:path w="22225" h="1176654">
                  <a:moveTo>
                    <a:pt x="22034" y="117386"/>
                  </a:moveTo>
                  <a:lnTo>
                    <a:pt x="0" y="117386"/>
                  </a:lnTo>
                  <a:lnTo>
                    <a:pt x="0" y="152527"/>
                  </a:lnTo>
                  <a:lnTo>
                    <a:pt x="22034" y="152527"/>
                  </a:lnTo>
                  <a:lnTo>
                    <a:pt x="22034" y="117386"/>
                  </a:lnTo>
                  <a:close/>
                </a:path>
                <a:path w="22225" h="1176654">
                  <a:moveTo>
                    <a:pt x="22034" y="58686"/>
                  </a:moveTo>
                  <a:lnTo>
                    <a:pt x="0" y="58686"/>
                  </a:lnTo>
                  <a:lnTo>
                    <a:pt x="0" y="93827"/>
                  </a:lnTo>
                  <a:lnTo>
                    <a:pt x="22034" y="93827"/>
                  </a:lnTo>
                  <a:lnTo>
                    <a:pt x="22034" y="58686"/>
                  </a:lnTo>
                  <a:close/>
                </a:path>
                <a:path w="22225" h="1176654">
                  <a:moveTo>
                    <a:pt x="22034" y="0"/>
                  </a:moveTo>
                  <a:lnTo>
                    <a:pt x="0" y="0"/>
                  </a:lnTo>
                  <a:lnTo>
                    <a:pt x="0" y="35140"/>
                  </a:lnTo>
                  <a:lnTo>
                    <a:pt x="22034" y="35140"/>
                  </a:lnTo>
                  <a:lnTo>
                    <a:pt x="22034" y="0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 descr=""/>
            <p:cNvSpPr/>
            <p:nvPr/>
          </p:nvSpPr>
          <p:spPr>
            <a:xfrm>
              <a:off x="19984111" y="7099305"/>
              <a:ext cx="62865" cy="1225550"/>
            </a:xfrm>
            <a:custGeom>
              <a:avLst/>
              <a:gdLst/>
              <a:ahLst/>
              <a:cxnLst/>
              <a:rect l="l" t="t" r="r" b="b"/>
              <a:pathLst>
                <a:path w="62865" h="1225550">
                  <a:moveTo>
                    <a:pt x="22034" y="1217345"/>
                  </a:moveTo>
                  <a:lnTo>
                    <a:pt x="0" y="1217345"/>
                  </a:lnTo>
                  <a:lnTo>
                    <a:pt x="0" y="1225372"/>
                  </a:lnTo>
                  <a:lnTo>
                    <a:pt x="22034" y="1225372"/>
                  </a:lnTo>
                  <a:lnTo>
                    <a:pt x="22034" y="1217345"/>
                  </a:lnTo>
                  <a:close/>
                </a:path>
                <a:path w="62865" h="1225550">
                  <a:moveTo>
                    <a:pt x="22034" y="1156474"/>
                  </a:moveTo>
                  <a:lnTo>
                    <a:pt x="0" y="1156474"/>
                  </a:lnTo>
                  <a:lnTo>
                    <a:pt x="0" y="1192923"/>
                  </a:lnTo>
                  <a:lnTo>
                    <a:pt x="22034" y="1192923"/>
                  </a:lnTo>
                  <a:lnTo>
                    <a:pt x="22034" y="1156474"/>
                  </a:lnTo>
                  <a:close/>
                </a:path>
                <a:path w="62865" h="1225550">
                  <a:moveTo>
                    <a:pt x="22034" y="1095629"/>
                  </a:moveTo>
                  <a:lnTo>
                    <a:pt x="0" y="1095629"/>
                  </a:lnTo>
                  <a:lnTo>
                    <a:pt x="0" y="1132065"/>
                  </a:lnTo>
                  <a:lnTo>
                    <a:pt x="22034" y="1132065"/>
                  </a:lnTo>
                  <a:lnTo>
                    <a:pt x="22034" y="1095629"/>
                  </a:lnTo>
                  <a:close/>
                </a:path>
                <a:path w="62865" h="1225550">
                  <a:moveTo>
                    <a:pt x="22034" y="1034770"/>
                  </a:moveTo>
                  <a:lnTo>
                    <a:pt x="0" y="1034770"/>
                  </a:lnTo>
                  <a:lnTo>
                    <a:pt x="0" y="1071206"/>
                  </a:lnTo>
                  <a:lnTo>
                    <a:pt x="22034" y="1071206"/>
                  </a:lnTo>
                  <a:lnTo>
                    <a:pt x="22034" y="1034770"/>
                  </a:lnTo>
                  <a:close/>
                </a:path>
                <a:path w="62865" h="1225550">
                  <a:moveTo>
                    <a:pt x="22034" y="973899"/>
                  </a:moveTo>
                  <a:lnTo>
                    <a:pt x="0" y="973899"/>
                  </a:lnTo>
                  <a:lnTo>
                    <a:pt x="0" y="1010335"/>
                  </a:lnTo>
                  <a:lnTo>
                    <a:pt x="22034" y="1010335"/>
                  </a:lnTo>
                  <a:lnTo>
                    <a:pt x="22034" y="973899"/>
                  </a:lnTo>
                  <a:close/>
                </a:path>
                <a:path w="62865" h="1225550">
                  <a:moveTo>
                    <a:pt x="22034" y="913041"/>
                  </a:moveTo>
                  <a:lnTo>
                    <a:pt x="0" y="913041"/>
                  </a:lnTo>
                  <a:lnTo>
                    <a:pt x="0" y="949477"/>
                  </a:lnTo>
                  <a:lnTo>
                    <a:pt x="22034" y="949477"/>
                  </a:lnTo>
                  <a:lnTo>
                    <a:pt x="22034" y="913041"/>
                  </a:lnTo>
                  <a:close/>
                </a:path>
                <a:path w="62865" h="1225550">
                  <a:moveTo>
                    <a:pt x="22034" y="852182"/>
                  </a:moveTo>
                  <a:lnTo>
                    <a:pt x="0" y="852182"/>
                  </a:lnTo>
                  <a:lnTo>
                    <a:pt x="0" y="888619"/>
                  </a:lnTo>
                  <a:lnTo>
                    <a:pt x="22034" y="888619"/>
                  </a:lnTo>
                  <a:lnTo>
                    <a:pt x="22034" y="852182"/>
                  </a:lnTo>
                  <a:close/>
                </a:path>
                <a:path w="62865" h="1225550">
                  <a:moveTo>
                    <a:pt x="22034" y="791324"/>
                  </a:moveTo>
                  <a:lnTo>
                    <a:pt x="0" y="791324"/>
                  </a:lnTo>
                  <a:lnTo>
                    <a:pt x="0" y="827760"/>
                  </a:lnTo>
                  <a:lnTo>
                    <a:pt x="22034" y="827760"/>
                  </a:lnTo>
                  <a:lnTo>
                    <a:pt x="22034" y="791324"/>
                  </a:lnTo>
                  <a:close/>
                </a:path>
                <a:path w="62865" h="1225550">
                  <a:moveTo>
                    <a:pt x="22034" y="730465"/>
                  </a:moveTo>
                  <a:lnTo>
                    <a:pt x="0" y="730465"/>
                  </a:lnTo>
                  <a:lnTo>
                    <a:pt x="0" y="766902"/>
                  </a:lnTo>
                  <a:lnTo>
                    <a:pt x="22034" y="766902"/>
                  </a:lnTo>
                  <a:lnTo>
                    <a:pt x="22034" y="730465"/>
                  </a:lnTo>
                  <a:close/>
                </a:path>
                <a:path w="62865" h="1225550">
                  <a:moveTo>
                    <a:pt x="22034" y="669594"/>
                  </a:moveTo>
                  <a:lnTo>
                    <a:pt x="0" y="669594"/>
                  </a:lnTo>
                  <a:lnTo>
                    <a:pt x="0" y="706031"/>
                  </a:lnTo>
                  <a:lnTo>
                    <a:pt x="22034" y="706031"/>
                  </a:lnTo>
                  <a:lnTo>
                    <a:pt x="22034" y="669594"/>
                  </a:lnTo>
                  <a:close/>
                </a:path>
                <a:path w="62865" h="1225550">
                  <a:moveTo>
                    <a:pt x="22034" y="608736"/>
                  </a:moveTo>
                  <a:lnTo>
                    <a:pt x="0" y="608736"/>
                  </a:lnTo>
                  <a:lnTo>
                    <a:pt x="0" y="645172"/>
                  </a:lnTo>
                  <a:lnTo>
                    <a:pt x="22034" y="645172"/>
                  </a:lnTo>
                  <a:lnTo>
                    <a:pt x="22034" y="608736"/>
                  </a:lnTo>
                  <a:close/>
                </a:path>
                <a:path w="62865" h="1225550">
                  <a:moveTo>
                    <a:pt x="22034" y="547878"/>
                  </a:moveTo>
                  <a:lnTo>
                    <a:pt x="0" y="547878"/>
                  </a:lnTo>
                  <a:lnTo>
                    <a:pt x="0" y="584314"/>
                  </a:lnTo>
                  <a:lnTo>
                    <a:pt x="22034" y="584314"/>
                  </a:lnTo>
                  <a:lnTo>
                    <a:pt x="22034" y="547878"/>
                  </a:lnTo>
                  <a:close/>
                </a:path>
                <a:path w="62865" h="1225550">
                  <a:moveTo>
                    <a:pt x="22034" y="487019"/>
                  </a:moveTo>
                  <a:lnTo>
                    <a:pt x="0" y="487019"/>
                  </a:lnTo>
                  <a:lnTo>
                    <a:pt x="0" y="523468"/>
                  </a:lnTo>
                  <a:lnTo>
                    <a:pt x="22034" y="523468"/>
                  </a:lnTo>
                  <a:lnTo>
                    <a:pt x="22034" y="487019"/>
                  </a:lnTo>
                  <a:close/>
                </a:path>
                <a:path w="62865" h="1225550">
                  <a:moveTo>
                    <a:pt x="22034" y="426161"/>
                  </a:moveTo>
                  <a:lnTo>
                    <a:pt x="0" y="426161"/>
                  </a:lnTo>
                  <a:lnTo>
                    <a:pt x="0" y="462597"/>
                  </a:lnTo>
                  <a:lnTo>
                    <a:pt x="22034" y="462597"/>
                  </a:lnTo>
                  <a:lnTo>
                    <a:pt x="22034" y="426161"/>
                  </a:lnTo>
                  <a:close/>
                </a:path>
                <a:path w="62865" h="1225550">
                  <a:moveTo>
                    <a:pt x="22034" y="365302"/>
                  </a:moveTo>
                  <a:lnTo>
                    <a:pt x="0" y="365302"/>
                  </a:lnTo>
                  <a:lnTo>
                    <a:pt x="0" y="401739"/>
                  </a:lnTo>
                  <a:lnTo>
                    <a:pt x="22034" y="401739"/>
                  </a:lnTo>
                  <a:lnTo>
                    <a:pt x="22034" y="365302"/>
                  </a:lnTo>
                  <a:close/>
                </a:path>
                <a:path w="62865" h="1225550">
                  <a:moveTo>
                    <a:pt x="22034" y="304431"/>
                  </a:moveTo>
                  <a:lnTo>
                    <a:pt x="0" y="304431"/>
                  </a:lnTo>
                  <a:lnTo>
                    <a:pt x="0" y="340868"/>
                  </a:lnTo>
                  <a:lnTo>
                    <a:pt x="22034" y="340868"/>
                  </a:lnTo>
                  <a:lnTo>
                    <a:pt x="22034" y="304431"/>
                  </a:lnTo>
                  <a:close/>
                </a:path>
                <a:path w="62865" h="1225550">
                  <a:moveTo>
                    <a:pt x="22034" y="243573"/>
                  </a:moveTo>
                  <a:lnTo>
                    <a:pt x="0" y="243573"/>
                  </a:lnTo>
                  <a:lnTo>
                    <a:pt x="0" y="280009"/>
                  </a:lnTo>
                  <a:lnTo>
                    <a:pt x="22034" y="280009"/>
                  </a:lnTo>
                  <a:lnTo>
                    <a:pt x="22034" y="243573"/>
                  </a:lnTo>
                  <a:close/>
                </a:path>
                <a:path w="62865" h="1225550">
                  <a:moveTo>
                    <a:pt x="22034" y="182714"/>
                  </a:moveTo>
                  <a:lnTo>
                    <a:pt x="0" y="182714"/>
                  </a:lnTo>
                  <a:lnTo>
                    <a:pt x="0" y="219163"/>
                  </a:lnTo>
                  <a:lnTo>
                    <a:pt x="22034" y="219163"/>
                  </a:lnTo>
                  <a:lnTo>
                    <a:pt x="22034" y="182714"/>
                  </a:lnTo>
                  <a:close/>
                </a:path>
                <a:path w="62865" h="1225550">
                  <a:moveTo>
                    <a:pt x="22034" y="121856"/>
                  </a:moveTo>
                  <a:lnTo>
                    <a:pt x="0" y="121856"/>
                  </a:lnTo>
                  <a:lnTo>
                    <a:pt x="0" y="158292"/>
                  </a:lnTo>
                  <a:lnTo>
                    <a:pt x="22034" y="158292"/>
                  </a:lnTo>
                  <a:lnTo>
                    <a:pt x="22034" y="121856"/>
                  </a:lnTo>
                  <a:close/>
                </a:path>
                <a:path w="62865" h="1225550">
                  <a:moveTo>
                    <a:pt x="22034" y="60998"/>
                  </a:moveTo>
                  <a:lnTo>
                    <a:pt x="0" y="60998"/>
                  </a:lnTo>
                  <a:lnTo>
                    <a:pt x="0" y="97434"/>
                  </a:lnTo>
                  <a:lnTo>
                    <a:pt x="22034" y="97434"/>
                  </a:lnTo>
                  <a:lnTo>
                    <a:pt x="22034" y="60998"/>
                  </a:lnTo>
                  <a:close/>
                </a:path>
                <a:path w="62865" h="1225550">
                  <a:moveTo>
                    <a:pt x="22034" y="139"/>
                  </a:moveTo>
                  <a:lnTo>
                    <a:pt x="0" y="139"/>
                  </a:lnTo>
                  <a:lnTo>
                    <a:pt x="0" y="36576"/>
                  </a:lnTo>
                  <a:lnTo>
                    <a:pt x="22034" y="36576"/>
                  </a:lnTo>
                  <a:lnTo>
                    <a:pt x="22034" y="139"/>
                  </a:lnTo>
                  <a:close/>
                </a:path>
                <a:path w="62865" h="1225550">
                  <a:moveTo>
                    <a:pt x="62509" y="1217206"/>
                  </a:moveTo>
                  <a:lnTo>
                    <a:pt x="40462" y="1217206"/>
                  </a:lnTo>
                  <a:lnTo>
                    <a:pt x="40462" y="1225372"/>
                  </a:lnTo>
                  <a:lnTo>
                    <a:pt x="62509" y="1225372"/>
                  </a:lnTo>
                  <a:lnTo>
                    <a:pt x="62509" y="1217206"/>
                  </a:lnTo>
                  <a:close/>
                </a:path>
                <a:path w="62865" h="1225550">
                  <a:moveTo>
                    <a:pt x="62509" y="1156347"/>
                  </a:moveTo>
                  <a:lnTo>
                    <a:pt x="40462" y="1156347"/>
                  </a:lnTo>
                  <a:lnTo>
                    <a:pt x="40462" y="1192784"/>
                  </a:lnTo>
                  <a:lnTo>
                    <a:pt x="62509" y="1192784"/>
                  </a:lnTo>
                  <a:lnTo>
                    <a:pt x="62509" y="1156347"/>
                  </a:lnTo>
                  <a:close/>
                </a:path>
                <a:path w="62865" h="1225550">
                  <a:moveTo>
                    <a:pt x="62509" y="1095489"/>
                  </a:moveTo>
                  <a:lnTo>
                    <a:pt x="40462" y="1095489"/>
                  </a:lnTo>
                  <a:lnTo>
                    <a:pt x="40462" y="1131925"/>
                  </a:lnTo>
                  <a:lnTo>
                    <a:pt x="62509" y="1131925"/>
                  </a:lnTo>
                  <a:lnTo>
                    <a:pt x="62509" y="1095489"/>
                  </a:lnTo>
                  <a:close/>
                </a:path>
                <a:path w="62865" h="1225550">
                  <a:moveTo>
                    <a:pt x="62509" y="1034630"/>
                  </a:moveTo>
                  <a:lnTo>
                    <a:pt x="40462" y="1034630"/>
                  </a:lnTo>
                  <a:lnTo>
                    <a:pt x="40462" y="1071067"/>
                  </a:lnTo>
                  <a:lnTo>
                    <a:pt x="62509" y="1071067"/>
                  </a:lnTo>
                  <a:lnTo>
                    <a:pt x="62509" y="1034630"/>
                  </a:lnTo>
                  <a:close/>
                </a:path>
                <a:path w="62865" h="1225550">
                  <a:moveTo>
                    <a:pt x="62509" y="973759"/>
                  </a:moveTo>
                  <a:lnTo>
                    <a:pt x="40462" y="973759"/>
                  </a:lnTo>
                  <a:lnTo>
                    <a:pt x="40462" y="1010196"/>
                  </a:lnTo>
                  <a:lnTo>
                    <a:pt x="62509" y="1010196"/>
                  </a:lnTo>
                  <a:lnTo>
                    <a:pt x="62509" y="973759"/>
                  </a:lnTo>
                  <a:close/>
                </a:path>
                <a:path w="62865" h="1225550">
                  <a:moveTo>
                    <a:pt x="62509" y="912901"/>
                  </a:moveTo>
                  <a:lnTo>
                    <a:pt x="40462" y="912901"/>
                  </a:lnTo>
                  <a:lnTo>
                    <a:pt x="40462" y="949350"/>
                  </a:lnTo>
                  <a:lnTo>
                    <a:pt x="62509" y="949350"/>
                  </a:lnTo>
                  <a:lnTo>
                    <a:pt x="62509" y="912901"/>
                  </a:lnTo>
                  <a:close/>
                </a:path>
                <a:path w="62865" h="1225550">
                  <a:moveTo>
                    <a:pt x="62509" y="852043"/>
                  </a:moveTo>
                  <a:lnTo>
                    <a:pt x="40462" y="852043"/>
                  </a:lnTo>
                  <a:lnTo>
                    <a:pt x="40462" y="888479"/>
                  </a:lnTo>
                  <a:lnTo>
                    <a:pt x="62509" y="888479"/>
                  </a:lnTo>
                  <a:lnTo>
                    <a:pt x="62509" y="852043"/>
                  </a:lnTo>
                  <a:close/>
                </a:path>
                <a:path w="62865" h="1225550">
                  <a:moveTo>
                    <a:pt x="62509" y="791184"/>
                  </a:moveTo>
                  <a:lnTo>
                    <a:pt x="40462" y="791184"/>
                  </a:lnTo>
                  <a:lnTo>
                    <a:pt x="40462" y="827620"/>
                  </a:lnTo>
                  <a:lnTo>
                    <a:pt x="62509" y="827620"/>
                  </a:lnTo>
                  <a:lnTo>
                    <a:pt x="62509" y="791184"/>
                  </a:lnTo>
                  <a:close/>
                </a:path>
                <a:path w="62865" h="1225550">
                  <a:moveTo>
                    <a:pt x="62509" y="730326"/>
                  </a:moveTo>
                  <a:lnTo>
                    <a:pt x="40462" y="730326"/>
                  </a:lnTo>
                  <a:lnTo>
                    <a:pt x="40462" y="766762"/>
                  </a:lnTo>
                  <a:lnTo>
                    <a:pt x="62509" y="766762"/>
                  </a:lnTo>
                  <a:lnTo>
                    <a:pt x="62509" y="730326"/>
                  </a:lnTo>
                  <a:close/>
                </a:path>
                <a:path w="62865" h="1225550">
                  <a:moveTo>
                    <a:pt x="62509" y="669455"/>
                  </a:moveTo>
                  <a:lnTo>
                    <a:pt x="40462" y="669455"/>
                  </a:lnTo>
                  <a:lnTo>
                    <a:pt x="40462" y="705891"/>
                  </a:lnTo>
                  <a:lnTo>
                    <a:pt x="62509" y="705891"/>
                  </a:lnTo>
                  <a:lnTo>
                    <a:pt x="62509" y="669455"/>
                  </a:lnTo>
                  <a:close/>
                </a:path>
                <a:path w="62865" h="1225550">
                  <a:moveTo>
                    <a:pt x="62509" y="608596"/>
                  </a:moveTo>
                  <a:lnTo>
                    <a:pt x="40462" y="608596"/>
                  </a:lnTo>
                  <a:lnTo>
                    <a:pt x="40462" y="645045"/>
                  </a:lnTo>
                  <a:lnTo>
                    <a:pt x="62509" y="645045"/>
                  </a:lnTo>
                  <a:lnTo>
                    <a:pt x="62509" y="608596"/>
                  </a:lnTo>
                  <a:close/>
                </a:path>
                <a:path w="62865" h="1225550">
                  <a:moveTo>
                    <a:pt x="62509" y="547738"/>
                  </a:moveTo>
                  <a:lnTo>
                    <a:pt x="40462" y="547738"/>
                  </a:lnTo>
                  <a:lnTo>
                    <a:pt x="40462" y="584187"/>
                  </a:lnTo>
                  <a:lnTo>
                    <a:pt x="62509" y="584187"/>
                  </a:lnTo>
                  <a:lnTo>
                    <a:pt x="62509" y="547738"/>
                  </a:lnTo>
                  <a:close/>
                </a:path>
                <a:path w="62865" h="1225550">
                  <a:moveTo>
                    <a:pt x="62509" y="486879"/>
                  </a:moveTo>
                  <a:lnTo>
                    <a:pt x="40462" y="486879"/>
                  </a:lnTo>
                  <a:lnTo>
                    <a:pt x="40462" y="523316"/>
                  </a:lnTo>
                  <a:lnTo>
                    <a:pt x="62509" y="523316"/>
                  </a:lnTo>
                  <a:lnTo>
                    <a:pt x="62509" y="486879"/>
                  </a:lnTo>
                  <a:close/>
                </a:path>
                <a:path w="62865" h="1225550">
                  <a:moveTo>
                    <a:pt x="62509" y="426021"/>
                  </a:moveTo>
                  <a:lnTo>
                    <a:pt x="40462" y="426021"/>
                  </a:lnTo>
                  <a:lnTo>
                    <a:pt x="40462" y="462457"/>
                  </a:lnTo>
                  <a:lnTo>
                    <a:pt x="62509" y="462457"/>
                  </a:lnTo>
                  <a:lnTo>
                    <a:pt x="62509" y="426021"/>
                  </a:lnTo>
                  <a:close/>
                </a:path>
                <a:path w="62865" h="1225550">
                  <a:moveTo>
                    <a:pt x="62509" y="365163"/>
                  </a:moveTo>
                  <a:lnTo>
                    <a:pt x="40462" y="365163"/>
                  </a:lnTo>
                  <a:lnTo>
                    <a:pt x="40462" y="401599"/>
                  </a:lnTo>
                  <a:lnTo>
                    <a:pt x="62509" y="401599"/>
                  </a:lnTo>
                  <a:lnTo>
                    <a:pt x="62509" y="365163"/>
                  </a:lnTo>
                  <a:close/>
                </a:path>
                <a:path w="62865" h="1225550">
                  <a:moveTo>
                    <a:pt x="62509" y="304292"/>
                  </a:moveTo>
                  <a:lnTo>
                    <a:pt x="40462" y="304292"/>
                  </a:lnTo>
                  <a:lnTo>
                    <a:pt x="40462" y="340741"/>
                  </a:lnTo>
                  <a:lnTo>
                    <a:pt x="62509" y="340741"/>
                  </a:lnTo>
                  <a:lnTo>
                    <a:pt x="62509" y="304292"/>
                  </a:lnTo>
                  <a:close/>
                </a:path>
                <a:path w="62865" h="1225550">
                  <a:moveTo>
                    <a:pt x="62509" y="243433"/>
                  </a:moveTo>
                  <a:lnTo>
                    <a:pt x="40462" y="243433"/>
                  </a:lnTo>
                  <a:lnTo>
                    <a:pt x="40462" y="279882"/>
                  </a:lnTo>
                  <a:lnTo>
                    <a:pt x="62509" y="279882"/>
                  </a:lnTo>
                  <a:lnTo>
                    <a:pt x="62509" y="243433"/>
                  </a:lnTo>
                  <a:close/>
                </a:path>
                <a:path w="62865" h="1225550">
                  <a:moveTo>
                    <a:pt x="62509" y="182587"/>
                  </a:moveTo>
                  <a:lnTo>
                    <a:pt x="40462" y="182587"/>
                  </a:lnTo>
                  <a:lnTo>
                    <a:pt x="40462" y="219024"/>
                  </a:lnTo>
                  <a:lnTo>
                    <a:pt x="62509" y="219024"/>
                  </a:lnTo>
                  <a:lnTo>
                    <a:pt x="62509" y="182587"/>
                  </a:lnTo>
                  <a:close/>
                </a:path>
                <a:path w="62865" h="1225550">
                  <a:moveTo>
                    <a:pt x="62509" y="121716"/>
                  </a:moveTo>
                  <a:lnTo>
                    <a:pt x="40462" y="121716"/>
                  </a:lnTo>
                  <a:lnTo>
                    <a:pt x="40462" y="158153"/>
                  </a:lnTo>
                  <a:lnTo>
                    <a:pt x="62509" y="158153"/>
                  </a:lnTo>
                  <a:lnTo>
                    <a:pt x="62509" y="121716"/>
                  </a:lnTo>
                  <a:close/>
                </a:path>
                <a:path w="62865" h="1225550">
                  <a:moveTo>
                    <a:pt x="62509" y="60858"/>
                  </a:moveTo>
                  <a:lnTo>
                    <a:pt x="40462" y="60858"/>
                  </a:lnTo>
                  <a:lnTo>
                    <a:pt x="40462" y="97294"/>
                  </a:lnTo>
                  <a:lnTo>
                    <a:pt x="62509" y="97294"/>
                  </a:lnTo>
                  <a:lnTo>
                    <a:pt x="62509" y="60858"/>
                  </a:lnTo>
                  <a:close/>
                </a:path>
                <a:path w="62865" h="1225550">
                  <a:moveTo>
                    <a:pt x="62509" y="0"/>
                  </a:moveTo>
                  <a:lnTo>
                    <a:pt x="40462" y="0"/>
                  </a:lnTo>
                  <a:lnTo>
                    <a:pt x="40462" y="36436"/>
                  </a:lnTo>
                  <a:lnTo>
                    <a:pt x="62509" y="36436"/>
                  </a:lnTo>
                  <a:lnTo>
                    <a:pt x="62509" y="0"/>
                  </a:lnTo>
                  <a:close/>
                </a:path>
              </a:pathLst>
            </a:custGeom>
            <a:solidFill>
              <a:srgbClr val="CDEBE6">
                <a:alpha val="4223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 descr=""/>
            <p:cNvSpPr/>
            <p:nvPr/>
          </p:nvSpPr>
          <p:spPr>
            <a:xfrm>
              <a:off x="19678371" y="7214215"/>
              <a:ext cx="22225" cy="1110615"/>
            </a:xfrm>
            <a:custGeom>
              <a:avLst/>
              <a:gdLst/>
              <a:ahLst/>
              <a:cxnLst/>
              <a:rect l="l" t="t" r="r" b="b"/>
              <a:pathLst>
                <a:path w="22225" h="1110615">
                  <a:moveTo>
                    <a:pt x="22034" y="1095489"/>
                  </a:moveTo>
                  <a:lnTo>
                    <a:pt x="0" y="1095489"/>
                  </a:lnTo>
                  <a:lnTo>
                    <a:pt x="0" y="1110462"/>
                  </a:lnTo>
                  <a:lnTo>
                    <a:pt x="22034" y="1110462"/>
                  </a:lnTo>
                  <a:lnTo>
                    <a:pt x="22034" y="1095489"/>
                  </a:lnTo>
                  <a:close/>
                </a:path>
                <a:path w="22225" h="1110615">
                  <a:moveTo>
                    <a:pt x="22034" y="1034630"/>
                  </a:moveTo>
                  <a:lnTo>
                    <a:pt x="0" y="1034630"/>
                  </a:lnTo>
                  <a:lnTo>
                    <a:pt x="0" y="1071067"/>
                  </a:lnTo>
                  <a:lnTo>
                    <a:pt x="22034" y="1071067"/>
                  </a:lnTo>
                  <a:lnTo>
                    <a:pt x="22034" y="1034630"/>
                  </a:lnTo>
                  <a:close/>
                </a:path>
                <a:path w="22225" h="1110615">
                  <a:moveTo>
                    <a:pt x="22034" y="973772"/>
                  </a:moveTo>
                  <a:lnTo>
                    <a:pt x="0" y="973772"/>
                  </a:lnTo>
                  <a:lnTo>
                    <a:pt x="0" y="1010208"/>
                  </a:lnTo>
                  <a:lnTo>
                    <a:pt x="22034" y="1010208"/>
                  </a:lnTo>
                  <a:lnTo>
                    <a:pt x="22034" y="973772"/>
                  </a:lnTo>
                  <a:close/>
                </a:path>
                <a:path w="22225" h="1110615">
                  <a:moveTo>
                    <a:pt x="22034" y="912901"/>
                  </a:moveTo>
                  <a:lnTo>
                    <a:pt x="0" y="912901"/>
                  </a:lnTo>
                  <a:lnTo>
                    <a:pt x="0" y="949337"/>
                  </a:lnTo>
                  <a:lnTo>
                    <a:pt x="22034" y="949337"/>
                  </a:lnTo>
                  <a:lnTo>
                    <a:pt x="22034" y="912901"/>
                  </a:lnTo>
                  <a:close/>
                </a:path>
                <a:path w="22225" h="1110615">
                  <a:moveTo>
                    <a:pt x="22034" y="852043"/>
                  </a:moveTo>
                  <a:lnTo>
                    <a:pt x="0" y="852043"/>
                  </a:lnTo>
                  <a:lnTo>
                    <a:pt x="0" y="888492"/>
                  </a:lnTo>
                  <a:lnTo>
                    <a:pt x="22034" y="888492"/>
                  </a:lnTo>
                  <a:lnTo>
                    <a:pt x="22034" y="852043"/>
                  </a:lnTo>
                  <a:close/>
                </a:path>
                <a:path w="22225" h="1110615">
                  <a:moveTo>
                    <a:pt x="22034" y="791184"/>
                  </a:moveTo>
                  <a:lnTo>
                    <a:pt x="0" y="791184"/>
                  </a:lnTo>
                  <a:lnTo>
                    <a:pt x="0" y="827633"/>
                  </a:lnTo>
                  <a:lnTo>
                    <a:pt x="22034" y="827633"/>
                  </a:lnTo>
                  <a:lnTo>
                    <a:pt x="22034" y="791184"/>
                  </a:lnTo>
                  <a:close/>
                </a:path>
                <a:path w="22225" h="1110615">
                  <a:moveTo>
                    <a:pt x="22034" y="730326"/>
                  </a:moveTo>
                  <a:lnTo>
                    <a:pt x="0" y="730326"/>
                  </a:lnTo>
                  <a:lnTo>
                    <a:pt x="0" y="766762"/>
                  </a:lnTo>
                  <a:lnTo>
                    <a:pt x="22034" y="766762"/>
                  </a:lnTo>
                  <a:lnTo>
                    <a:pt x="22034" y="730326"/>
                  </a:lnTo>
                  <a:close/>
                </a:path>
                <a:path w="22225" h="1110615">
                  <a:moveTo>
                    <a:pt x="22034" y="669467"/>
                  </a:moveTo>
                  <a:lnTo>
                    <a:pt x="0" y="669467"/>
                  </a:lnTo>
                  <a:lnTo>
                    <a:pt x="0" y="705904"/>
                  </a:lnTo>
                  <a:lnTo>
                    <a:pt x="22034" y="705904"/>
                  </a:lnTo>
                  <a:lnTo>
                    <a:pt x="22034" y="669467"/>
                  </a:lnTo>
                  <a:close/>
                </a:path>
                <a:path w="22225" h="1110615">
                  <a:moveTo>
                    <a:pt x="22034" y="608609"/>
                  </a:moveTo>
                  <a:lnTo>
                    <a:pt x="0" y="608609"/>
                  </a:lnTo>
                  <a:lnTo>
                    <a:pt x="0" y="645045"/>
                  </a:lnTo>
                  <a:lnTo>
                    <a:pt x="22034" y="645045"/>
                  </a:lnTo>
                  <a:lnTo>
                    <a:pt x="22034" y="608609"/>
                  </a:lnTo>
                  <a:close/>
                </a:path>
                <a:path w="22225" h="1110615">
                  <a:moveTo>
                    <a:pt x="22034" y="547738"/>
                  </a:moveTo>
                  <a:lnTo>
                    <a:pt x="0" y="547738"/>
                  </a:lnTo>
                  <a:lnTo>
                    <a:pt x="0" y="584187"/>
                  </a:lnTo>
                  <a:lnTo>
                    <a:pt x="22034" y="584187"/>
                  </a:lnTo>
                  <a:lnTo>
                    <a:pt x="22034" y="547738"/>
                  </a:lnTo>
                  <a:close/>
                </a:path>
                <a:path w="22225" h="1110615">
                  <a:moveTo>
                    <a:pt x="22034" y="486879"/>
                  </a:moveTo>
                  <a:lnTo>
                    <a:pt x="0" y="486879"/>
                  </a:lnTo>
                  <a:lnTo>
                    <a:pt x="0" y="523328"/>
                  </a:lnTo>
                  <a:lnTo>
                    <a:pt x="22034" y="523328"/>
                  </a:lnTo>
                  <a:lnTo>
                    <a:pt x="22034" y="486879"/>
                  </a:lnTo>
                  <a:close/>
                </a:path>
                <a:path w="22225" h="1110615">
                  <a:moveTo>
                    <a:pt x="22034" y="426034"/>
                  </a:moveTo>
                  <a:lnTo>
                    <a:pt x="0" y="426034"/>
                  </a:lnTo>
                  <a:lnTo>
                    <a:pt x="0" y="462470"/>
                  </a:lnTo>
                  <a:lnTo>
                    <a:pt x="22034" y="462470"/>
                  </a:lnTo>
                  <a:lnTo>
                    <a:pt x="22034" y="426034"/>
                  </a:lnTo>
                  <a:close/>
                </a:path>
                <a:path w="22225" h="1110615">
                  <a:moveTo>
                    <a:pt x="22034" y="365163"/>
                  </a:moveTo>
                  <a:lnTo>
                    <a:pt x="0" y="365163"/>
                  </a:lnTo>
                  <a:lnTo>
                    <a:pt x="0" y="401599"/>
                  </a:lnTo>
                  <a:lnTo>
                    <a:pt x="22034" y="401599"/>
                  </a:lnTo>
                  <a:lnTo>
                    <a:pt x="22034" y="365163"/>
                  </a:lnTo>
                  <a:close/>
                </a:path>
                <a:path w="22225" h="1110615">
                  <a:moveTo>
                    <a:pt x="22034" y="304304"/>
                  </a:moveTo>
                  <a:lnTo>
                    <a:pt x="0" y="304304"/>
                  </a:lnTo>
                  <a:lnTo>
                    <a:pt x="0" y="340741"/>
                  </a:lnTo>
                  <a:lnTo>
                    <a:pt x="22034" y="340741"/>
                  </a:lnTo>
                  <a:lnTo>
                    <a:pt x="22034" y="304304"/>
                  </a:lnTo>
                  <a:close/>
                </a:path>
                <a:path w="22225" h="1110615">
                  <a:moveTo>
                    <a:pt x="22034" y="243446"/>
                  </a:moveTo>
                  <a:lnTo>
                    <a:pt x="0" y="243446"/>
                  </a:lnTo>
                  <a:lnTo>
                    <a:pt x="0" y="279882"/>
                  </a:lnTo>
                  <a:lnTo>
                    <a:pt x="22034" y="279882"/>
                  </a:lnTo>
                  <a:lnTo>
                    <a:pt x="22034" y="243446"/>
                  </a:lnTo>
                  <a:close/>
                </a:path>
                <a:path w="22225" h="1110615">
                  <a:moveTo>
                    <a:pt x="22034" y="182575"/>
                  </a:moveTo>
                  <a:lnTo>
                    <a:pt x="0" y="182575"/>
                  </a:lnTo>
                  <a:lnTo>
                    <a:pt x="0" y="219024"/>
                  </a:lnTo>
                  <a:lnTo>
                    <a:pt x="22034" y="219024"/>
                  </a:lnTo>
                  <a:lnTo>
                    <a:pt x="22034" y="182575"/>
                  </a:lnTo>
                  <a:close/>
                </a:path>
                <a:path w="22225" h="1110615">
                  <a:moveTo>
                    <a:pt x="22034" y="121729"/>
                  </a:moveTo>
                  <a:lnTo>
                    <a:pt x="0" y="121729"/>
                  </a:lnTo>
                  <a:lnTo>
                    <a:pt x="0" y="158165"/>
                  </a:lnTo>
                  <a:lnTo>
                    <a:pt x="22034" y="158165"/>
                  </a:lnTo>
                  <a:lnTo>
                    <a:pt x="22034" y="121729"/>
                  </a:lnTo>
                  <a:close/>
                </a:path>
                <a:path w="22225" h="1110615">
                  <a:moveTo>
                    <a:pt x="22034" y="60871"/>
                  </a:moveTo>
                  <a:lnTo>
                    <a:pt x="0" y="60871"/>
                  </a:lnTo>
                  <a:lnTo>
                    <a:pt x="0" y="97307"/>
                  </a:lnTo>
                  <a:lnTo>
                    <a:pt x="22034" y="97307"/>
                  </a:lnTo>
                  <a:lnTo>
                    <a:pt x="22034" y="60871"/>
                  </a:lnTo>
                  <a:close/>
                </a:path>
                <a:path w="22225" h="1110615">
                  <a:moveTo>
                    <a:pt x="22034" y="0"/>
                  </a:moveTo>
                  <a:lnTo>
                    <a:pt x="0" y="0"/>
                  </a:lnTo>
                  <a:lnTo>
                    <a:pt x="0" y="36436"/>
                  </a:lnTo>
                  <a:lnTo>
                    <a:pt x="22034" y="36436"/>
                  </a:lnTo>
                  <a:lnTo>
                    <a:pt x="22034" y="0"/>
                  </a:lnTo>
                  <a:close/>
                </a:path>
              </a:pathLst>
            </a:custGeom>
            <a:solidFill>
              <a:srgbClr val="CDEBE6">
                <a:alpha val="2815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 descr=""/>
            <p:cNvSpPr/>
            <p:nvPr/>
          </p:nvSpPr>
          <p:spPr>
            <a:xfrm>
              <a:off x="19745021" y="7099445"/>
              <a:ext cx="62865" cy="1225550"/>
            </a:xfrm>
            <a:custGeom>
              <a:avLst/>
              <a:gdLst/>
              <a:ahLst/>
              <a:cxnLst/>
              <a:rect l="l" t="t" r="r" b="b"/>
              <a:pathLst>
                <a:path w="62865" h="1225550">
                  <a:moveTo>
                    <a:pt x="22034" y="1217345"/>
                  </a:moveTo>
                  <a:lnTo>
                    <a:pt x="0" y="1217345"/>
                  </a:lnTo>
                  <a:lnTo>
                    <a:pt x="0" y="1225232"/>
                  </a:lnTo>
                  <a:lnTo>
                    <a:pt x="22034" y="1225232"/>
                  </a:lnTo>
                  <a:lnTo>
                    <a:pt x="22034" y="1217345"/>
                  </a:lnTo>
                  <a:close/>
                </a:path>
                <a:path w="62865" h="1225550">
                  <a:moveTo>
                    <a:pt x="22034" y="1156474"/>
                  </a:moveTo>
                  <a:lnTo>
                    <a:pt x="0" y="1156474"/>
                  </a:lnTo>
                  <a:lnTo>
                    <a:pt x="0" y="1192911"/>
                  </a:lnTo>
                  <a:lnTo>
                    <a:pt x="22034" y="1192911"/>
                  </a:lnTo>
                  <a:lnTo>
                    <a:pt x="22034" y="1156474"/>
                  </a:lnTo>
                  <a:close/>
                </a:path>
                <a:path w="62865" h="1225550">
                  <a:moveTo>
                    <a:pt x="22034" y="1095616"/>
                  </a:moveTo>
                  <a:lnTo>
                    <a:pt x="0" y="1095616"/>
                  </a:lnTo>
                  <a:lnTo>
                    <a:pt x="0" y="1132052"/>
                  </a:lnTo>
                  <a:lnTo>
                    <a:pt x="22034" y="1132052"/>
                  </a:lnTo>
                  <a:lnTo>
                    <a:pt x="22034" y="1095616"/>
                  </a:lnTo>
                  <a:close/>
                </a:path>
                <a:path w="62865" h="1225550">
                  <a:moveTo>
                    <a:pt x="22034" y="1034757"/>
                  </a:moveTo>
                  <a:lnTo>
                    <a:pt x="0" y="1034757"/>
                  </a:lnTo>
                  <a:lnTo>
                    <a:pt x="0" y="1071194"/>
                  </a:lnTo>
                  <a:lnTo>
                    <a:pt x="22034" y="1071194"/>
                  </a:lnTo>
                  <a:lnTo>
                    <a:pt x="22034" y="1034757"/>
                  </a:lnTo>
                  <a:close/>
                </a:path>
                <a:path w="62865" h="1225550">
                  <a:moveTo>
                    <a:pt x="22034" y="973899"/>
                  </a:moveTo>
                  <a:lnTo>
                    <a:pt x="0" y="973899"/>
                  </a:lnTo>
                  <a:lnTo>
                    <a:pt x="0" y="1010335"/>
                  </a:lnTo>
                  <a:lnTo>
                    <a:pt x="22034" y="1010335"/>
                  </a:lnTo>
                  <a:lnTo>
                    <a:pt x="22034" y="973899"/>
                  </a:lnTo>
                  <a:close/>
                </a:path>
                <a:path w="62865" h="1225550">
                  <a:moveTo>
                    <a:pt x="22034" y="913041"/>
                  </a:moveTo>
                  <a:lnTo>
                    <a:pt x="0" y="913041"/>
                  </a:lnTo>
                  <a:lnTo>
                    <a:pt x="0" y="949477"/>
                  </a:lnTo>
                  <a:lnTo>
                    <a:pt x="22034" y="949477"/>
                  </a:lnTo>
                  <a:lnTo>
                    <a:pt x="22034" y="913041"/>
                  </a:lnTo>
                  <a:close/>
                </a:path>
                <a:path w="62865" h="1225550">
                  <a:moveTo>
                    <a:pt x="22034" y="852182"/>
                  </a:moveTo>
                  <a:lnTo>
                    <a:pt x="0" y="852182"/>
                  </a:lnTo>
                  <a:lnTo>
                    <a:pt x="0" y="888619"/>
                  </a:lnTo>
                  <a:lnTo>
                    <a:pt x="22034" y="888619"/>
                  </a:lnTo>
                  <a:lnTo>
                    <a:pt x="22034" y="852182"/>
                  </a:lnTo>
                  <a:close/>
                </a:path>
                <a:path w="62865" h="1225550">
                  <a:moveTo>
                    <a:pt x="22034" y="791311"/>
                  </a:moveTo>
                  <a:lnTo>
                    <a:pt x="0" y="791311"/>
                  </a:lnTo>
                  <a:lnTo>
                    <a:pt x="0" y="827747"/>
                  </a:lnTo>
                  <a:lnTo>
                    <a:pt x="22034" y="827747"/>
                  </a:lnTo>
                  <a:lnTo>
                    <a:pt x="22034" y="791311"/>
                  </a:lnTo>
                  <a:close/>
                </a:path>
                <a:path w="62865" h="1225550">
                  <a:moveTo>
                    <a:pt x="22034" y="730453"/>
                  </a:moveTo>
                  <a:lnTo>
                    <a:pt x="0" y="730453"/>
                  </a:lnTo>
                  <a:lnTo>
                    <a:pt x="0" y="766902"/>
                  </a:lnTo>
                  <a:lnTo>
                    <a:pt x="22034" y="766902"/>
                  </a:lnTo>
                  <a:lnTo>
                    <a:pt x="22034" y="730453"/>
                  </a:lnTo>
                  <a:close/>
                </a:path>
                <a:path w="62865" h="1225550">
                  <a:moveTo>
                    <a:pt x="22034" y="669607"/>
                  </a:moveTo>
                  <a:lnTo>
                    <a:pt x="0" y="669607"/>
                  </a:lnTo>
                  <a:lnTo>
                    <a:pt x="0" y="706043"/>
                  </a:lnTo>
                  <a:lnTo>
                    <a:pt x="22034" y="706043"/>
                  </a:lnTo>
                  <a:lnTo>
                    <a:pt x="22034" y="669607"/>
                  </a:lnTo>
                  <a:close/>
                </a:path>
                <a:path w="62865" h="1225550">
                  <a:moveTo>
                    <a:pt x="22034" y="608736"/>
                  </a:moveTo>
                  <a:lnTo>
                    <a:pt x="0" y="608736"/>
                  </a:lnTo>
                  <a:lnTo>
                    <a:pt x="0" y="645172"/>
                  </a:lnTo>
                  <a:lnTo>
                    <a:pt x="22034" y="645172"/>
                  </a:lnTo>
                  <a:lnTo>
                    <a:pt x="22034" y="608736"/>
                  </a:lnTo>
                  <a:close/>
                </a:path>
                <a:path w="62865" h="1225550">
                  <a:moveTo>
                    <a:pt x="22034" y="547878"/>
                  </a:moveTo>
                  <a:lnTo>
                    <a:pt x="0" y="547878"/>
                  </a:lnTo>
                  <a:lnTo>
                    <a:pt x="0" y="584314"/>
                  </a:lnTo>
                  <a:lnTo>
                    <a:pt x="22034" y="584314"/>
                  </a:lnTo>
                  <a:lnTo>
                    <a:pt x="22034" y="547878"/>
                  </a:lnTo>
                  <a:close/>
                </a:path>
                <a:path w="62865" h="1225550">
                  <a:moveTo>
                    <a:pt x="22034" y="487019"/>
                  </a:moveTo>
                  <a:lnTo>
                    <a:pt x="0" y="487019"/>
                  </a:lnTo>
                  <a:lnTo>
                    <a:pt x="0" y="523455"/>
                  </a:lnTo>
                  <a:lnTo>
                    <a:pt x="22034" y="523455"/>
                  </a:lnTo>
                  <a:lnTo>
                    <a:pt x="22034" y="487019"/>
                  </a:lnTo>
                  <a:close/>
                </a:path>
                <a:path w="62865" h="1225550">
                  <a:moveTo>
                    <a:pt x="22034" y="426148"/>
                  </a:moveTo>
                  <a:lnTo>
                    <a:pt x="0" y="426148"/>
                  </a:lnTo>
                  <a:lnTo>
                    <a:pt x="0" y="462597"/>
                  </a:lnTo>
                  <a:lnTo>
                    <a:pt x="22034" y="462597"/>
                  </a:lnTo>
                  <a:lnTo>
                    <a:pt x="22034" y="426148"/>
                  </a:lnTo>
                  <a:close/>
                </a:path>
                <a:path w="62865" h="1225550">
                  <a:moveTo>
                    <a:pt x="22034" y="365290"/>
                  </a:moveTo>
                  <a:lnTo>
                    <a:pt x="0" y="365290"/>
                  </a:lnTo>
                  <a:lnTo>
                    <a:pt x="0" y="401739"/>
                  </a:lnTo>
                  <a:lnTo>
                    <a:pt x="22034" y="401739"/>
                  </a:lnTo>
                  <a:lnTo>
                    <a:pt x="22034" y="365290"/>
                  </a:lnTo>
                  <a:close/>
                </a:path>
                <a:path w="62865" h="1225550">
                  <a:moveTo>
                    <a:pt x="22034" y="304431"/>
                  </a:moveTo>
                  <a:lnTo>
                    <a:pt x="0" y="304431"/>
                  </a:lnTo>
                  <a:lnTo>
                    <a:pt x="0" y="340868"/>
                  </a:lnTo>
                  <a:lnTo>
                    <a:pt x="22034" y="340868"/>
                  </a:lnTo>
                  <a:lnTo>
                    <a:pt x="22034" y="304431"/>
                  </a:lnTo>
                  <a:close/>
                </a:path>
                <a:path w="62865" h="1225550">
                  <a:moveTo>
                    <a:pt x="22034" y="243573"/>
                  </a:moveTo>
                  <a:lnTo>
                    <a:pt x="0" y="243573"/>
                  </a:lnTo>
                  <a:lnTo>
                    <a:pt x="0" y="280009"/>
                  </a:lnTo>
                  <a:lnTo>
                    <a:pt x="22034" y="280009"/>
                  </a:lnTo>
                  <a:lnTo>
                    <a:pt x="22034" y="243573"/>
                  </a:lnTo>
                  <a:close/>
                </a:path>
                <a:path w="62865" h="1225550">
                  <a:moveTo>
                    <a:pt x="22034" y="182714"/>
                  </a:moveTo>
                  <a:lnTo>
                    <a:pt x="0" y="182714"/>
                  </a:lnTo>
                  <a:lnTo>
                    <a:pt x="0" y="219151"/>
                  </a:lnTo>
                  <a:lnTo>
                    <a:pt x="22034" y="219151"/>
                  </a:lnTo>
                  <a:lnTo>
                    <a:pt x="22034" y="182714"/>
                  </a:lnTo>
                  <a:close/>
                </a:path>
                <a:path w="62865" h="1225550">
                  <a:moveTo>
                    <a:pt x="22034" y="121843"/>
                  </a:moveTo>
                  <a:lnTo>
                    <a:pt x="0" y="121843"/>
                  </a:lnTo>
                  <a:lnTo>
                    <a:pt x="0" y="158292"/>
                  </a:lnTo>
                  <a:lnTo>
                    <a:pt x="22034" y="158292"/>
                  </a:lnTo>
                  <a:lnTo>
                    <a:pt x="22034" y="121843"/>
                  </a:lnTo>
                  <a:close/>
                </a:path>
                <a:path w="62865" h="1225550">
                  <a:moveTo>
                    <a:pt x="22034" y="60985"/>
                  </a:moveTo>
                  <a:lnTo>
                    <a:pt x="0" y="60985"/>
                  </a:lnTo>
                  <a:lnTo>
                    <a:pt x="0" y="97434"/>
                  </a:lnTo>
                  <a:lnTo>
                    <a:pt x="22034" y="97434"/>
                  </a:lnTo>
                  <a:lnTo>
                    <a:pt x="22034" y="60985"/>
                  </a:lnTo>
                  <a:close/>
                </a:path>
                <a:path w="62865" h="1225550">
                  <a:moveTo>
                    <a:pt x="22034" y="139"/>
                  </a:moveTo>
                  <a:lnTo>
                    <a:pt x="0" y="139"/>
                  </a:lnTo>
                  <a:lnTo>
                    <a:pt x="0" y="36576"/>
                  </a:lnTo>
                  <a:lnTo>
                    <a:pt x="22034" y="36576"/>
                  </a:lnTo>
                  <a:lnTo>
                    <a:pt x="22034" y="139"/>
                  </a:lnTo>
                  <a:close/>
                </a:path>
                <a:path w="62865" h="1225550">
                  <a:moveTo>
                    <a:pt x="62509" y="1217206"/>
                  </a:moveTo>
                  <a:lnTo>
                    <a:pt x="40462" y="1217206"/>
                  </a:lnTo>
                  <a:lnTo>
                    <a:pt x="40462" y="1225232"/>
                  </a:lnTo>
                  <a:lnTo>
                    <a:pt x="62509" y="1225232"/>
                  </a:lnTo>
                  <a:lnTo>
                    <a:pt x="62509" y="1217206"/>
                  </a:lnTo>
                  <a:close/>
                </a:path>
                <a:path w="62865" h="1225550">
                  <a:moveTo>
                    <a:pt x="62509" y="1156335"/>
                  </a:moveTo>
                  <a:lnTo>
                    <a:pt x="40462" y="1156335"/>
                  </a:lnTo>
                  <a:lnTo>
                    <a:pt x="40462" y="1192784"/>
                  </a:lnTo>
                  <a:lnTo>
                    <a:pt x="62509" y="1192784"/>
                  </a:lnTo>
                  <a:lnTo>
                    <a:pt x="62509" y="1156335"/>
                  </a:lnTo>
                  <a:close/>
                </a:path>
                <a:path w="62865" h="1225550">
                  <a:moveTo>
                    <a:pt x="62509" y="1095489"/>
                  </a:moveTo>
                  <a:lnTo>
                    <a:pt x="40462" y="1095489"/>
                  </a:lnTo>
                  <a:lnTo>
                    <a:pt x="40462" y="1131925"/>
                  </a:lnTo>
                  <a:lnTo>
                    <a:pt x="62509" y="1131925"/>
                  </a:lnTo>
                  <a:lnTo>
                    <a:pt x="62509" y="1095489"/>
                  </a:lnTo>
                  <a:close/>
                </a:path>
                <a:path w="62865" h="1225550">
                  <a:moveTo>
                    <a:pt x="62509" y="1034630"/>
                  </a:moveTo>
                  <a:lnTo>
                    <a:pt x="40462" y="1034630"/>
                  </a:lnTo>
                  <a:lnTo>
                    <a:pt x="40462" y="1071067"/>
                  </a:lnTo>
                  <a:lnTo>
                    <a:pt x="62509" y="1071067"/>
                  </a:lnTo>
                  <a:lnTo>
                    <a:pt x="62509" y="1034630"/>
                  </a:lnTo>
                  <a:close/>
                </a:path>
                <a:path w="62865" h="1225550">
                  <a:moveTo>
                    <a:pt x="62509" y="973759"/>
                  </a:moveTo>
                  <a:lnTo>
                    <a:pt x="40462" y="973759"/>
                  </a:lnTo>
                  <a:lnTo>
                    <a:pt x="40462" y="1010196"/>
                  </a:lnTo>
                  <a:lnTo>
                    <a:pt x="62509" y="1010196"/>
                  </a:lnTo>
                  <a:lnTo>
                    <a:pt x="62509" y="973759"/>
                  </a:lnTo>
                  <a:close/>
                </a:path>
                <a:path w="62865" h="1225550">
                  <a:moveTo>
                    <a:pt x="62509" y="912901"/>
                  </a:moveTo>
                  <a:lnTo>
                    <a:pt x="40462" y="912901"/>
                  </a:lnTo>
                  <a:lnTo>
                    <a:pt x="40462" y="949337"/>
                  </a:lnTo>
                  <a:lnTo>
                    <a:pt x="62509" y="949337"/>
                  </a:lnTo>
                  <a:lnTo>
                    <a:pt x="62509" y="912901"/>
                  </a:lnTo>
                  <a:close/>
                </a:path>
                <a:path w="62865" h="1225550">
                  <a:moveTo>
                    <a:pt x="62509" y="852043"/>
                  </a:moveTo>
                  <a:lnTo>
                    <a:pt x="40462" y="852043"/>
                  </a:lnTo>
                  <a:lnTo>
                    <a:pt x="40462" y="888479"/>
                  </a:lnTo>
                  <a:lnTo>
                    <a:pt x="62509" y="888479"/>
                  </a:lnTo>
                  <a:lnTo>
                    <a:pt x="62509" y="852043"/>
                  </a:lnTo>
                  <a:close/>
                </a:path>
                <a:path w="62865" h="1225550">
                  <a:moveTo>
                    <a:pt x="62509" y="791184"/>
                  </a:moveTo>
                  <a:lnTo>
                    <a:pt x="40462" y="791184"/>
                  </a:lnTo>
                  <a:lnTo>
                    <a:pt x="40462" y="827620"/>
                  </a:lnTo>
                  <a:lnTo>
                    <a:pt x="62509" y="827620"/>
                  </a:lnTo>
                  <a:lnTo>
                    <a:pt x="62509" y="791184"/>
                  </a:lnTo>
                  <a:close/>
                </a:path>
                <a:path w="62865" h="1225550">
                  <a:moveTo>
                    <a:pt x="62509" y="730326"/>
                  </a:moveTo>
                  <a:lnTo>
                    <a:pt x="40462" y="730326"/>
                  </a:lnTo>
                  <a:lnTo>
                    <a:pt x="40462" y="766762"/>
                  </a:lnTo>
                  <a:lnTo>
                    <a:pt x="62509" y="766762"/>
                  </a:lnTo>
                  <a:lnTo>
                    <a:pt x="62509" y="730326"/>
                  </a:lnTo>
                  <a:close/>
                </a:path>
                <a:path w="62865" h="1225550">
                  <a:moveTo>
                    <a:pt x="62509" y="669455"/>
                  </a:moveTo>
                  <a:lnTo>
                    <a:pt x="40462" y="669455"/>
                  </a:lnTo>
                  <a:lnTo>
                    <a:pt x="40462" y="705891"/>
                  </a:lnTo>
                  <a:lnTo>
                    <a:pt x="62509" y="705891"/>
                  </a:lnTo>
                  <a:lnTo>
                    <a:pt x="62509" y="669455"/>
                  </a:lnTo>
                  <a:close/>
                </a:path>
                <a:path w="62865" h="1225550">
                  <a:moveTo>
                    <a:pt x="62509" y="608596"/>
                  </a:moveTo>
                  <a:lnTo>
                    <a:pt x="40462" y="608596"/>
                  </a:lnTo>
                  <a:lnTo>
                    <a:pt x="40462" y="645033"/>
                  </a:lnTo>
                  <a:lnTo>
                    <a:pt x="62509" y="645033"/>
                  </a:lnTo>
                  <a:lnTo>
                    <a:pt x="62509" y="608596"/>
                  </a:lnTo>
                  <a:close/>
                </a:path>
                <a:path w="62865" h="1225550">
                  <a:moveTo>
                    <a:pt x="62509" y="547738"/>
                  </a:moveTo>
                  <a:lnTo>
                    <a:pt x="40462" y="547738"/>
                  </a:lnTo>
                  <a:lnTo>
                    <a:pt x="40462" y="584174"/>
                  </a:lnTo>
                  <a:lnTo>
                    <a:pt x="62509" y="584174"/>
                  </a:lnTo>
                  <a:lnTo>
                    <a:pt x="62509" y="547738"/>
                  </a:lnTo>
                  <a:close/>
                </a:path>
                <a:path w="62865" h="1225550">
                  <a:moveTo>
                    <a:pt x="62509" y="486879"/>
                  </a:moveTo>
                  <a:lnTo>
                    <a:pt x="40462" y="486879"/>
                  </a:lnTo>
                  <a:lnTo>
                    <a:pt x="40462" y="523328"/>
                  </a:lnTo>
                  <a:lnTo>
                    <a:pt x="62509" y="523328"/>
                  </a:lnTo>
                  <a:lnTo>
                    <a:pt x="62509" y="486879"/>
                  </a:lnTo>
                  <a:close/>
                </a:path>
                <a:path w="62865" h="1225550">
                  <a:moveTo>
                    <a:pt x="62509" y="426021"/>
                  </a:moveTo>
                  <a:lnTo>
                    <a:pt x="40462" y="426021"/>
                  </a:lnTo>
                  <a:lnTo>
                    <a:pt x="40462" y="462457"/>
                  </a:lnTo>
                  <a:lnTo>
                    <a:pt x="62509" y="462457"/>
                  </a:lnTo>
                  <a:lnTo>
                    <a:pt x="62509" y="426021"/>
                  </a:lnTo>
                  <a:close/>
                </a:path>
                <a:path w="62865" h="1225550">
                  <a:moveTo>
                    <a:pt x="62509" y="365163"/>
                  </a:moveTo>
                  <a:lnTo>
                    <a:pt x="40462" y="365163"/>
                  </a:lnTo>
                  <a:lnTo>
                    <a:pt x="40462" y="401599"/>
                  </a:lnTo>
                  <a:lnTo>
                    <a:pt x="62509" y="401599"/>
                  </a:lnTo>
                  <a:lnTo>
                    <a:pt x="62509" y="365163"/>
                  </a:lnTo>
                  <a:close/>
                </a:path>
                <a:path w="62865" h="1225550">
                  <a:moveTo>
                    <a:pt x="62509" y="304292"/>
                  </a:moveTo>
                  <a:lnTo>
                    <a:pt x="40462" y="304292"/>
                  </a:lnTo>
                  <a:lnTo>
                    <a:pt x="40462" y="340728"/>
                  </a:lnTo>
                  <a:lnTo>
                    <a:pt x="62509" y="340728"/>
                  </a:lnTo>
                  <a:lnTo>
                    <a:pt x="62509" y="304292"/>
                  </a:lnTo>
                  <a:close/>
                </a:path>
                <a:path w="62865" h="1225550">
                  <a:moveTo>
                    <a:pt x="62509" y="243433"/>
                  </a:moveTo>
                  <a:lnTo>
                    <a:pt x="40462" y="243433"/>
                  </a:lnTo>
                  <a:lnTo>
                    <a:pt x="40462" y="279869"/>
                  </a:lnTo>
                  <a:lnTo>
                    <a:pt x="62509" y="279869"/>
                  </a:lnTo>
                  <a:lnTo>
                    <a:pt x="62509" y="243433"/>
                  </a:lnTo>
                  <a:close/>
                </a:path>
                <a:path w="62865" h="1225550">
                  <a:moveTo>
                    <a:pt x="62509" y="182575"/>
                  </a:moveTo>
                  <a:lnTo>
                    <a:pt x="40462" y="182575"/>
                  </a:lnTo>
                  <a:lnTo>
                    <a:pt x="40462" y="219024"/>
                  </a:lnTo>
                  <a:lnTo>
                    <a:pt x="62509" y="219024"/>
                  </a:lnTo>
                  <a:lnTo>
                    <a:pt x="62509" y="182575"/>
                  </a:lnTo>
                  <a:close/>
                </a:path>
                <a:path w="62865" h="1225550">
                  <a:moveTo>
                    <a:pt x="62509" y="121716"/>
                  </a:moveTo>
                  <a:lnTo>
                    <a:pt x="40462" y="121716"/>
                  </a:lnTo>
                  <a:lnTo>
                    <a:pt x="40462" y="158153"/>
                  </a:lnTo>
                  <a:lnTo>
                    <a:pt x="62509" y="158153"/>
                  </a:lnTo>
                  <a:lnTo>
                    <a:pt x="62509" y="121716"/>
                  </a:lnTo>
                  <a:close/>
                </a:path>
                <a:path w="62865" h="1225550">
                  <a:moveTo>
                    <a:pt x="62509" y="60858"/>
                  </a:moveTo>
                  <a:lnTo>
                    <a:pt x="40462" y="60858"/>
                  </a:lnTo>
                  <a:lnTo>
                    <a:pt x="40462" y="97294"/>
                  </a:lnTo>
                  <a:lnTo>
                    <a:pt x="62509" y="97294"/>
                  </a:lnTo>
                  <a:lnTo>
                    <a:pt x="62509" y="60858"/>
                  </a:lnTo>
                  <a:close/>
                </a:path>
                <a:path w="62865" h="1225550">
                  <a:moveTo>
                    <a:pt x="62509" y="0"/>
                  </a:moveTo>
                  <a:lnTo>
                    <a:pt x="40462" y="0"/>
                  </a:lnTo>
                  <a:lnTo>
                    <a:pt x="40462" y="36436"/>
                  </a:lnTo>
                  <a:lnTo>
                    <a:pt x="62509" y="36436"/>
                  </a:lnTo>
                  <a:lnTo>
                    <a:pt x="62509" y="0"/>
                  </a:lnTo>
                  <a:close/>
                </a:path>
              </a:pathLst>
            </a:custGeom>
            <a:solidFill>
              <a:srgbClr val="CDEBE6">
                <a:alpha val="4223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 descr=""/>
            <p:cNvSpPr/>
            <p:nvPr/>
          </p:nvSpPr>
          <p:spPr>
            <a:xfrm>
              <a:off x="19842087" y="7148035"/>
              <a:ext cx="22225" cy="1176655"/>
            </a:xfrm>
            <a:custGeom>
              <a:avLst/>
              <a:gdLst/>
              <a:ahLst/>
              <a:cxnLst/>
              <a:rect l="l" t="t" r="r" b="b"/>
              <a:pathLst>
                <a:path w="22225" h="1176654">
                  <a:moveTo>
                    <a:pt x="22047" y="1173784"/>
                  </a:moveTo>
                  <a:lnTo>
                    <a:pt x="0" y="1173784"/>
                  </a:lnTo>
                  <a:lnTo>
                    <a:pt x="0" y="1176642"/>
                  </a:lnTo>
                  <a:lnTo>
                    <a:pt x="22047" y="1176642"/>
                  </a:lnTo>
                  <a:lnTo>
                    <a:pt x="22047" y="1173784"/>
                  </a:lnTo>
                  <a:close/>
                </a:path>
                <a:path w="22225" h="1176654">
                  <a:moveTo>
                    <a:pt x="22047" y="1115085"/>
                  </a:moveTo>
                  <a:lnTo>
                    <a:pt x="0" y="1115085"/>
                  </a:lnTo>
                  <a:lnTo>
                    <a:pt x="0" y="1150226"/>
                  </a:lnTo>
                  <a:lnTo>
                    <a:pt x="22047" y="1150226"/>
                  </a:lnTo>
                  <a:lnTo>
                    <a:pt x="22047" y="1115085"/>
                  </a:lnTo>
                  <a:close/>
                </a:path>
                <a:path w="22225" h="1176654">
                  <a:moveTo>
                    <a:pt x="22047" y="1056398"/>
                  </a:moveTo>
                  <a:lnTo>
                    <a:pt x="0" y="1056398"/>
                  </a:lnTo>
                  <a:lnTo>
                    <a:pt x="0" y="1091539"/>
                  </a:lnTo>
                  <a:lnTo>
                    <a:pt x="22047" y="1091539"/>
                  </a:lnTo>
                  <a:lnTo>
                    <a:pt x="22047" y="1056398"/>
                  </a:lnTo>
                  <a:close/>
                </a:path>
                <a:path w="22225" h="1176654">
                  <a:moveTo>
                    <a:pt x="22047" y="997712"/>
                  </a:moveTo>
                  <a:lnTo>
                    <a:pt x="0" y="997712"/>
                  </a:lnTo>
                  <a:lnTo>
                    <a:pt x="0" y="1032852"/>
                  </a:lnTo>
                  <a:lnTo>
                    <a:pt x="22047" y="1032852"/>
                  </a:lnTo>
                  <a:lnTo>
                    <a:pt x="22047" y="997712"/>
                  </a:lnTo>
                  <a:close/>
                </a:path>
                <a:path w="22225" h="1176654">
                  <a:moveTo>
                    <a:pt x="22047" y="939025"/>
                  </a:moveTo>
                  <a:lnTo>
                    <a:pt x="0" y="939025"/>
                  </a:lnTo>
                  <a:lnTo>
                    <a:pt x="0" y="974166"/>
                  </a:lnTo>
                  <a:lnTo>
                    <a:pt x="22047" y="974166"/>
                  </a:lnTo>
                  <a:lnTo>
                    <a:pt x="22047" y="939025"/>
                  </a:lnTo>
                  <a:close/>
                </a:path>
                <a:path w="22225" h="1176654">
                  <a:moveTo>
                    <a:pt x="22047" y="880338"/>
                  </a:moveTo>
                  <a:lnTo>
                    <a:pt x="0" y="880338"/>
                  </a:lnTo>
                  <a:lnTo>
                    <a:pt x="0" y="915479"/>
                  </a:lnTo>
                  <a:lnTo>
                    <a:pt x="22047" y="915479"/>
                  </a:lnTo>
                  <a:lnTo>
                    <a:pt x="22047" y="880338"/>
                  </a:lnTo>
                  <a:close/>
                </a:path>
                <a:path w="22225" h="1176654">
                  <a:moveTo>
                    <a:pt x="22047" y="821639"/>
                  </a:moveTo>
                  <a:lnTo>
                    <a:pt x="0" y="821639"/>
                  </a:lnTo>
                  <a:lnTo>
                    <a:pt x="0" y="856780"/>
                  </a:lnTo>
                  <a:lnTo>
                    <a:pt x="22047" y="856780"/>
                  </a:lnTo>
                  <a:lnTo>
                    <a:pt x="22047" y="821639"/>
                  </a:lnTo>
                  <a:close/>
                </a:path>
                <a:path w="22225" h="1176654">
                  <a:moveTo>
                    <a:pt x="22047" y="762952"/>
                  </a:moveTo>
                  <a:lnTo>
                    <a:pt x="0" y="762952"/>
                  </a:lnTo>
                  <a:lnTo>
                    <a:pt x="0" y="798093"/>
                  </a:lnTo>
                  <a:lnTo>
                    <a:pt x="22047" y="798093"/>
                  </a:lnTo>
                  <a:lnTo>
                    <a:pt x="22047" y="762952"/>
                  </a:lnTo>
                  <a:close/>
                </a:path>
                <a:path w="22225" h="1176654">
                  <a:moveTo>
                    <a:pt x="22047" y="704278"/>
                  </a:moveTo>
                  <a:lnTo>
                    <a:pt x="0" y="704278"/>
                  </a:lnTo>
                  <a:lnTo>
                    <a:pt x="0" y="739406"/>
                  </a:lnTo>
                  <a:lnTo>
                    <a:pt x="22047" y="739406"/>
                  </a:lnTo>
                  <a:lnTo>
                    <a:pt x="22047" y="704278"/>
                  </a:lnTo>
                  <a:close/>
                </a:path>
                <a:path w="22225" h="1176654">
                  <a:moveTo>
                    <a:pt x="22047" y="645579"/>
                  </a:moveTo>
                  <a:lnTo>
                    <a:pt x="0" y="645579"/>
                  </a:lnTo>
                  <a:lnTo>
                    <a:pt x="0" y="680720"/>
                  </a:lnTo>
                  <a:lnTo>
                    <a:pt x="22047" y="680720"/>
                  </a:lnTo>
                  <a:lnTo>
                    <a:pt x="22047" y="645579"/>
                  </a:lnTo>
                  <a:close/>
                </a:path>
                <a:path w="22225" h="1176654">
                  <a:moveTo>
                    <a:pt x="22047" y="586892"/>
                  </a:moveTo>
                  <a:lnTo>
                    <a:pt x="0" y="586892"/>
                  </a:lnTo>
                  <a:lnTo>
                    <a:pt x="0" y="622020"/>
                  </a:lnTo>
                  <a:lnTo>
                    <a:pt x="22047" y="622020"/>
                  </a:lnTo>
                  <a:lnTo>
                    <a:pt x="22047" y="586892"/>
                  </a:lnTo>
                  <a:close/>
                </a:path>
                <a:path w="22225" h="1176654">
                  <a:moveTo>
                    <a:pt x="22047" y="528193"/>
                  </a:moveTo>
                  <a:lnTo>
                    <a:pt x="0" y="528193"/>
                  </a:lnTo>
                  <a:lnTo>
                    <a:pt x="0" y="563333"/>
                  </a:lnTo>
                  <a:lnTo>
                    <a:pt x="22047" y="563333"/>
                  </a:lnTo>
                  <a:lnTo>
                    <a:pt x="22047" y="528193"/>
                  </a:lnTo>
                  <a:close/>
                </a:path>
                <a:path w="22225" h="1176654">
                  <a:moveTo>
                    <a:pt x="22047" y="469506"/>
                  </a:moveTo>
                  <a:lnTo>
                    <a:pt x="0" y="469506"/>
                  </a:lnTo>
                  <a:lnTo>
                    <a:pt x="0" y="504647"/>
                  </a:lnTo>
                  <a:lnTo>
                    <a:pt x="22047" y="504647"/>
                  </a:lnTo>
                  <a:lnTo>
                    <a:pt x="22047" y="469506"/>
                  </a:lnTo>
                  <a:close/>
                </a:path>
                <a:path w="22225" h="1176654">
                  <a:moveTo>
                    <a:pt x="22047" y="410832"/>
                  </a:moveTo>
                  <a:lnTo>
                    <a:pt x="0" y="410832"/>
                  </a:lnTo>
                  <a:lnTo>
                    <a:pt x="0" y="445960"/>
                  </a:lnTo>
                  <a:lnTo>
                    <a:pt x="22047" y="445960"/>
                  </a:lnTo>
                  <a:lnTo>
                    <a:pt x="22047" y="410832"/>
                  </a:lnTo>
                  <a:close/>
                </a:path>
                <a:path w="22225" h="1176654">
                  <a:moveTo>
                    <a:pt x="22047" y="352145"/>
                  </a:moveTo>
                  <a:lnTo>
                    <a:pt x="0" y="352145"/>
                  </a:lnTo>
                  <a:lnTo>
                    <a:pt x="0" y="387273"/>
                  </a:lnTo>
                  <a:lnTo>
                    <a:pt x="22047" y="387273"/>
                  </a:lnTo>
                  <a:lnTo>
                    <a:pt x="22047" y="352145"/>
                  </a:lnTo>
                  <a:close/>
                </a:path>
                <a:path w="22225" h="1176654">
                  <a:moveTo>
                    <a:pt x="22047" y="293446"/>
                  </a:moveTo>
                  <a:lnTo>
                    <a:pt x="0" y="293446"/>
                  </a:lnTo>
                  <a:lnTo>
                    <a:pt x="0" y="328587"/>
                  </a:lnTo>
                  <a:lnTo>
                    <a:pt x="22047" y="328587"/>
                  </a:lnTo>
                  <a:lnTo>
                    <a:pt x="22047" y="293446"/>
                  </a:lnTo>
                  <a:close/>
                </a:path>
                <a:path w="22225" h="1176654">
                  <a:moveTo>
                    <a:pt x="22047" y="234759"/>
                  </a:moveTo>
                  <a:lnTo>
                    <a:pt x="0" y="234759"/>
                  </a:lnTo>
                  <a:lnTo>
                    <a:pt x="0" y="269900"/>
                  </a:lnTo>
                  <a:lnTo>
                    <a:pt x="22047" y="269900"/>
                  </a:lnTo>
                  <a:lnTo>
                    <a:pt x="22047" y="234759"/>
                  </a:lnTo>
                  <a:close/>
                </a:path>
                <a:path w="22225" h="1176654">
                  <a:moveTo>
                    <a:pt x="22047" y="176072"/>
                  </a:moveTo>
                  <a:lnTo>
                    <a:pt x="0" y="176072"/>
                  </a:lnTo>
                  <a:lnTo>
                    <a:pt x="0" y="211213"/>
                  </a:lnTo>
                  <a:lnTo>
                    <a:pt x="22047" y="211213"/>
                  </a:lnTo>
                  <a:lnTo>
                    <a:pt x="22047" y="176072"/>
                  </a:lnTo>
                  <a:close/>
                </a:path>
                <a:path w="22225" h="1176654">
                  <a:moveTo>
                    <a:pt x="22047" y="117386"/>
                  </a:moveTo>
                  <a:lnTo>
                    <a:pt x="0" y="117386"/>
                  </a:lnTo>
                  <a:lnTo>
                    <a:pt x="0" y="152527"/>
                  </a:lnTo>
                  <a:lnTo>
                    <a:pt x="22047" y="152527"/>
                  </a:lnTo>
                  <a:lnTo>
                    <a:pt x="22047" y="117386"/>
                  </a:lnTo>
                  <a:close/>
                </a:path>
                <a:path w="22225" h="1176654">
                  <a:moveTo>
                    <a:pt x="22047" y="58686"/>
                  </a:moveTo>
                  <a:lnTo>
                    <a:pt x="0" y="58686"/>
                  </a:lnTo>
                  <a:lnTo>
                    <a:pt x="0" y="93827"/>
                  </a:lnTo>
                  <a:lnTo>
                    <a:pt x="22047" y="93827"/>
                  </a:lnTo>
                  <a:lnTo>
                    <a:pt x="22047" y="58686"/>
                  </a:lnTo>
                  <a:close/>
                </a:path>
                <a:path w="22225" h="1176654">
                  <a:moveTo>
                    <a:pt x="22047" y="0"/>
                  </a:moveTo>
                  <a:lnTo>
                    <a:pt x="0" y="0"/>
                  </a:lnTo>
                  <a:lnTo>
                    <a:pt x="0" y="35140"/>
                  </a:lnTo>
                  <a:lnTo>
                    <a:pt x="22047" y="35140"/>
                  </a:lnTo>
                  <a:lnTo>
                    <a:pt x="22047" y="0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 descr=""/>
            <p:cNvSpPr/>
            <p:nvPr/>
          </p:nvSpPr>
          <p:spPr>
            <a:xfrm>
              <a:off x="19851853" y="7079976"/>
              <a:ext cx="59055" cy="35560"/>
            </a:xfrm>
            <a:custGeom>
              <a:avLst/>
              <a:gdLst/>
              <a:ahLst/>
              <a:cxnLst/>
              <a:rect l="l" t="t" r="r" b="b"/>
              <a:pathLst>
                <a:path w="59055" h="35559">
                  <a:moveTo>
                    <a:pt x="22034" y="0"/>
                  </a:moveTo>
                  <a:lnTo>
                    <a:pt x="0" y="0"/>
                  </a:lnTo>
                  <a:lnTo>
                    <a:pt x="0" y="35128"/>
                  </a:lnTo>
                  <a:lnTo>
                    <a:pt x="22034" y="35128"/>
                  </a:lnTo>
                  <a:lnTo>
                    <a:pt x="22034" y="0"/>
                  </a:lnTo>
                  <a:close/>
                </a:path>
                <a:path w="59055" h="35559">
                  <a:moveTo>
                    <a:pt x="58661" y="0"/>
                  </a:moveTo>
                  <a:lnTo>
                    <a:pt x="36614" y="0"/>
                  </a:lnTo>
                  <a:lnTo>
                    <a:pt x="36614" y="35128"/>
                  </a:lnTo>
                  <a:lnTo>
                    <a:pt x="58661" y="35128"/>
                  </a:lnTo>
                  <a:lnTo>
                    <a:pt x="58661" y="0"/>
                  </a:lnTo>
                  <a:close/>
                </a:path>
              </a:pathLst>
            </a:custGeom>
            <a:solidFill>
              <a:srgbClr val="CDEBE6">
                <a:alpha val="351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 descr=""/>
            <p:cNvSpPr/>
            <p:nvPr/>
          </p:nvSpPr>
          <p:spPr>
            <a:xfrm>
              <a:off x="19755181" y="6930408"/>
              <a:ext cx="280670" cy="127000"/>
            </a:xfrm>
            <a:custGeom>
              <a:avLst/>
              <a:gdLst/>
              <a:ahLst/>
              <a:cxnLst/>
              <a:rect l="l" t="t" r="r" b="b"/>
              <a:pathLst>
                <a:path w="280669" h="127000">
                  <a:moveTo>
                    <a:pt x="280416" y="85090"/>
                  </a:moveTo>
                  <a:lnTo>
                    <a:pt x="182092" y="85090"/>
                  </a:lnTo>
                  <a:lnTo>
                    <a:pt x="182092" y="59690"/>
                  </a:lnTo>
                  <a:lnTo>
                    <a:pt x="182092" y="0"/>
                  </a:lnTo>
                  <a:lnTo>
                    <a:pt x="0" y="0"/>
                  </a:lnTo>
                  <a:lnTo>
                    <a:pt x="0" y="59690"/>
                  </a:lnTo>
                  <a:lnTo>
                    <a:pt x="148285" y="59690"/>
                  </a:lnTo>
                  <a:lnTo>
                    <a:pt x="148285" y="85090"/>
                  </a:lnTo>
                  <a:lnTo>
                    <a:pt x="148285" y="127000"/>
                  </a:lnTo>
                  <a:lnTo>
                    <a:pt x="280416" y="127000"/>
                  </a:lnTo>
                  <a:lnTo>
                    <a:pt x="280416" y="85090"/>
                  </a:lnTo>
                  <a:close/>
                </a:path>
              </a:pathLst>
            </a:custGeom>
            <a:solidFill>
              <a:srgbClr val="CDEBE6">
                <a:alpha val="47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 descr=""/>
            <p:cNvSpPr/>
            <p:nvPr/>
          </p:nvSpPr>
          <p:spPr>
            <a:xfrm>
              <a:off x="19722440" y="7079506"/>
              <a:ext cx="367030" cy="1073785"/>
            </a:xfrm>
            <a:custGeom>
              <a:avLst/>
              <a:gdLst/>
              <a:ahLst/>
              <a:cxnLst/>
              <a:rect l="l" t="t" r="r" b="b"/>
              <a:pathLst>
                <a:path w="367030" h="1073784">
                  <a:moveTo>
                    <a:pt x="350507" y="241"/>
                  </a:moveTo>
                  <a:lnTo>
                    <a:pt x="242862" y="241"/>
                  </a:lnTo>
                  <a:lnTo>
                    <a:pt x="242862" y="40551"/>
                  </a:lnTo>
                  <a:lnTo>
                    <a:pt x="107657" y="40551"/>
                  </a:lnTo>
                  <a:lnTo>
                    <a:pt x="107657" y="0"/>
                  </a:lnTo>
                  <a:lnTo>
                    <a:pt x="0" y="0"/>
                  </a:lnTo>
                  <a:lnTo>
                    <a:pt x="0" y="95148"/>
                  </a:lnTo>
                  <a:lnTo>
                    <a:pt x="261658" y="925093"/>
                  </a:lnTo>
                  <a:lnTo>
                    <a:pt x="350507" y="1073429"/>
                  </a:lnTo>
                  <a:lnTo>
                    <a:pt x="350507" y="241"/>
                  </a:lnTo>
                  <a:close/>
                </a:path>
                <a:path w="367030" h="1073784">
                  <a:moveTo>
                    <a:pt x="366509" y="88531"/>
                  </a:moveTo>
                  <a:lnTo>
                    <a:pt x="364553" y="88531"/>
                  </a:lnTo>
                  <a:lnTo>
                    <a:pt x="366509" y="108813"/>
                  </a:lnTo>
                  <a:lnTo>
                    <a:pt x="366509" y="88531"/>
                  </a:lnTo>
                  <a:close/>
                </a:path>
              </a:pathLst>
            </a:custGeom>
            <a:solidFill>
              <a:srgbClr val="CDEBE6">
                <a:alpha val="3391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 descr=""/>
            <p:cNvSpPr/>
            <p:nvPr/>
          </p:nvSpPr>
          <p:spPr>
            <a:xfrm>
              <a:off x="19661747" y="7403876"/>
              <a:ext cx="340360" cy="921385"/>
            </a:xfrm>
            <a:custGeom>
              <a:avLst/>
              <a:gdLst/>
              <a:ahLst/>
              <a:cxnLst/>
              <a:rect l="l" t="t" r="r" b="b"/>
              <a:pathLst>
                <a:path w="340359" h="921384">
                  <a:moveTo>
                    <a:pt x="60699" y="0"/>
                  </a:moveTo>
                  <a:lnTo>
                    <a:pt x="0" y="0"/>
                  </a:lnTo>
                  <a:lnTo>
                    <a:pt x="0" y="920809"/>
                  </a:lnTo>
                  <a:lnTo>
                    <a:pt x="340062" y="920809"/>
                  </a:lnTo>
                  <a:lnTo>
                    <a:pt x="60699" y="128844"/>
                  </a:lnTo>
                  <a:lnTo>
                    <a:pt x="60699" y="0"/>
                  </a:lnTo>
                  <a:close/>
                </a:path>
              </a:pathLst>
            </a:custGeom>
            <a:solidFill>
              <a:srgbClr val="CDEBE6">
                <a:alpha val="16638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0" name="object 130" descr=""/>
          <p:cNvSpPr/>
          <p:nvPr/>
        </p:nvSpPr>
        <p:spPr>
          <a:xfrm>
            <a:off x="4424489" y="7829112"/>
            <a:ext cx="508634" cy="542290"/>
          </a:xfrm>
          <a:custGeom>
            <a:avLst/>
            <a:gdLst/>
            <a:ahLst/>
            <a:cxnLst/>
            <a:rect l="l" t="t" r="r" b="b"/>
            <a:pathLst>
              <a:path w="508635" h="542290">
                <a:moveTo>
                  <a:pt x="508584" y="451942"/>
                </a:moveTo>
                <a:lnTo>
                  <a:pt x="113449" y="451942"/>
                </a:lnTo>
                <a:lnTo>
                  <a:pt x="113449" y="451739"/>
                </a:lnTo>
                <a:lnTo>
                  <a:pt x="151333" y="451739"/>
                </a:lnTo>
                <a:lnTo>
                  <a:pt x="154520" y="451739"/>
                </a:lnTo>
                <a:lnTo>
                  <a:pt x="474167" y="451739"/>
                </a:lnTo>
                <a:lnTo>
                  <a:pt x="474167" y="434009"/>
                </a:lnTo>
                <a:lnTo>
                  <a:pt x="474167" y="414337"/>
                </a:lnTo>
                <a:lnTo>
                  <a:pt x="435102" y="414337"/>
                </a:lnTo>
                <a:lnTo>
                  <a:pt x="435102" y="394665"/>
                </a:lnTo>
                <a:lnTo>
                  <a:pt x="420192" y="394665"/>
                </a:lnTo>
                <a:lnTo>
                  <a:pt x="420192" y="369938"/>
                </a:lnTo>
                <a:lnTo>
                  <a:pt x="435102" y="369938"/>
                </a:lnTo>
                <a:lnTo>
                  <a:pt x="435102" y="350253"/>
                </a:lnTo>
                <a:lnTo>
                  <a:pt x="420192" y="350253"/>
                </a:lnTo>
                <a:lnTo>
                  <a:pt x="420192" y="325513"/>
                </a:lnTo>
                <a:lnTo>
                  <a:pt x="435102" y="325513"/>
                </a:lnTo>
                <a:lnTo>
                  <a:pt x="435102" y="305841"/>
                </a:lnTo>
                <a:lnTo>
                  <a:pt x="420192" y="305841"/>
                </a:lnTo>
                <a:lnTo>
                  <a:pt x="420192" y="281114"/>
                </a:lnTo>
                <a:lnTo>
                  <a:pt x="435102" y="281114"/>
                </a:lnTo>
                <a:lnTo>
                  <a:pt x="435102" y="261429"/>
                </a:lnTo>
                <a:lnTo>
                  <a:pt x="420192" y="261429"/>
                </a:lnTo>
                <a:lnTo>
                  <a:pt x="420192" y="236702"/>
                </a:lnTo>
                <a:lnTo>
                  <a:pt x="435102" y="236702"/>
                </a:lnTo>
                <a:lnTo>
                  <a:pt x="435102" y="217030"/>
                </a:lnTo>
                <a:lnTo>
                  <a:pt x="420192" y="217030"/>
                </a:lnTo>
                <a:lnTo>
                  <a:pt x="420192" y="192278"/>
                </a:lnTo>
                <a:lnTo>
                  <a:pt x="435102" y="192278"/>
                </a:lnTo>
                <a:lnTo>
                  <a:pt x="435102" y="172605"/>
                </a:lnTo>
                <a:lnTo>
                  <a:pt x="420192" y="172605"/>
                </a:lnTo>
                <a:lnTo>
                  <a:pt x="420192" y="147878"/>
                </a:lnTo>
                <a:lnTo>
                  <a:pt x="435102" y="147878"/>
                </a:lnTo>
                <a:lnTo>
                  <a:pt x="435102" y="128206"/>
                </a:lnTo>
                <a:lnTo>
                  <a:pt x="420192" y="128206"/>
                </a:lnTo>
                <a:lnTo>
                  <a:pt x="420192" y="103454"/>
                </a:lnTo>
                <a:lnTo>
                  <a:pt x="435102" y="103454"/>
                </a:lnTo>
                <a:lnTo>
                  <a:pt x="435102" y="83781"/>
                </a:lnTo>
                <a:lnTo>
                  <a:pt x="420192" y="83781"/>
                </a:lnTo>
                <a:lnTo>
                  <a:pt x="420192" y="59055"/>
                </a:lnTo>
                <a:lnTo>
                  <a:pt x="435102" y="59055"/>
                </a:lnTo>
                <a:lnTo>
                  <a:pt x="435102" y="39382"/>
                </a:lnTo>
                <a:lnTo>
                  <a:pt x="420192" y="39382"/>
                </a:lnTo>
                <a:lnTo>
                  <a:pt x="420192" y="14643"/>
                </a:lnTo>
                <a:lnTo>
                  <a:pt x="435102" y="14643"/>
                </a:lnTo>
                <a:lnTo>
                  <a:pt x="435102" y="0"/>
                </a:lnTo>
                <a:lnTo>
                  <a:pt x="68910" y="0"/>
                </a:lnTo>
                <a:lnTo>
                  <a:pt x="68910" y="14643"/>
                </a:lnTo>
                <a:lnTo>
                  <a:pt x="87249" y="14643"/>
                </a:lnTo>
                <a:lnTo>
                  <a:pt x="87249" y="39382"/>
                </a:lnTo>
                <a:lnTo>
                  <a:pt x="68910" y="39382"/>
                </a:lnTo>
                <a:lnTo>
                  <a:pt x="68910" y="59055"/>
                </a:lnTo>
                <a:lnTo>
                  <a:pt x="87249" y="59055"/>
                </a:lnTo>
                <a:lnTo>
                  <a:pt x="87249" y="83781"/>
                </a:lnTo>
                <a:lnTo>
                  <a:pt x="68910" y="83781"/>
                </a:lnTo>
                <a:lnTo>
                  <a:pt x="68910" y="103454"/>
                </a:lnTo>
                <a:lnTo>
                  <a:pt x="87249" y="103454"/>
                </a:lnTo>
                <a:lnTo>
                  <a:pt x="87249" y="128206"/>
                </a:lnTo>
                <a:lnTo>
                  <a:pt x="68910" y="128206"/>
                </a:lnTo>
                <a:lnTo>
                  <a:pt x="68910" y="147878"/>
                </a:lnTo>
                <a:lnTo>
                  <a:pt x="87249" y="147878"/>
                </a:lnTo>
                <a:lnTo>
                  <a:pt x="87249" y="172605"/>
                </a:lnTo>
                <a:lnTo>
                  <a:pt x="68910" y="172605"/>
                </a:lnTo>
                <a:lnTo>
                  <a:pt x="68910" y="192278"/>
                </a:lnTo>
                <a:lnTo>
                  <a:pt x="87249" y="192278"/>
                </a:lnTo>
                <a:lnTo>
                  <a:pt x="87249" y="217030"/>
                </a:lnTo>
                <a:lnTo>
                  <a:pt x="68910" y="217030"/>
                </a:lnTo>
                <a:lnTo>
                  <a:pt x="68910" y="236702"/>
                </a:lnTo>
                <a:lnTo>
                  <a:pt x="87249" y="236702"/>
                </a:lnTo>
                <a:lnTo>
                  <a:pt x="87249" y="261429"/>
                </a:lnTo>
                <a:lnTo>
                  <a:pt x="68910" y="261429"/>
                </a:lnTo>
                <a:lnTo>
                  <a:pt x="68910" y="281114"/>
                </a:lnTo>
                <a:lnTo>
                  <a:pt x="87249" y="281114"/>
                </a:lnTo>
                <a:lnTo>
                  <a:pt x="87249" y="305841"/>
                </a:lnTo>
                <a:lnTo>
                  <a:pt x="68910" y="305841"/>
                </a:lnTo>
                <a:lnTo>
                  <a:pt x="68910" y="325513"/>
                </a:lnTo>
                <a:lnTo>
                  <a:pt x="87249" y="325513"/>
                </a:lnTo>
                <a:lnTo>
                  <a:pt x="87249" y="350253"/>
                </a:lnTo>
                <a:lnTo>
                  <a:pt x="68910" y="350253"/>
                </a:lnTo>
                <a:lnTo>
                  <a:pt x="68910" y="369938"/>
                </a:lnTo>
                <a:lnTo>
                  <a:pt x="87249" y="369938"/>
                </a:lnTo>
                <a:lnTo>
                  <a:pt x="87249" y="394665"/>
                </a:lnTo>
                <a:lnTo>
                  <a:pt x="68910" y="394665"/>
                </a:lnTo>
                <a:lnTo>
                  <a:pt x="68910" y="414337"/>
                </a:lnTo>
                <a:lnTo>
                  <a:pt x="25590" y="414337"/>
                </a:lnTo>
                <a:lnTo>
                  <a:pt x="25590" y="434009"/>
                </a:lnTo>
                <a:lnTo>
                  <a:pt x="25590" y="451739"/>
                </a:lnTo>
                <a:lnTo>
                  <a:pt x="25590" y="451942"/>
                </a:lnTo>
                <a:lnTo>
                  <a:pt x="0" y="451942"/>
                </a:lnTo>
                <a:lnTo>
                  <a:pt x="0" y="469087"/>
                </a:lnTo>
                <a:lnTo>
                  <a:pt x="0" y="542188"/>
                </a:lnTo>
                <a:lnTo>
                  <a:pt x="96596" y="542188"/>
                </a:lnTo>
                <a:lnTo>
                  <a:pt x="508584" y="542188"/>
                </a:lnTo>
                <a:lnTo>
                  <a:pt x="508584" y="469087"/>
                </a:lnTo>
                <a:lnTo>
                  <a:pt x="508584" y="451942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31" name="object 131" descr=""/>
          <p:cNvGrpSpPr/>
          <p:nvPr/>
        </p:nvGrpSpPr>
        <p:grpSpPr>
          <a:xfrm>
            <a:off x="3341447" y="7908900"/>
            <a:ext cx="344805" cy="458470"/>
            <a:chOff x="3341447" y="7908900"/>
            <a:chExt cx="344805" cy="458470"/>
          </a:xfrm>
        </p:grpSpPr>
        <p:sp>
          <p:nvSpPr>
            <p:cNvPr id="132" name="object 132" descr=""/>
            <p:cNvSpPr/>
            <p:nvPr/>
          </p:nvSpPr>
          <p:spPr>
            <a:xfrm>
              <a:off x="3341446" y="7908906"/>
              <a:ext cx="344805" cy="458470"/>
            </a:xfrm>
            <a:custGeom>
              <a:avLst/>
              <a:gdLst/>
              <a:ahLst/>
              <a:cxnLst/>
              <a:rect l="l" t="t" r="r" b="b"/>
              <a:pathLst>
                <a:path w="344804" h="458470">
                  <a:moveTo>
                    <a:pt x="344703" y="0"/>
                  </a:moveTo>
                  <a:lnTo>
                    <a:pt x="99098" y="0"/>
                  </a:lnTo>
                  <a:lnTo>
                    <a:pt x="0" y="0"/>
                  </a:lnTo>
                  <a:lnTo>
                    <a:pt x="0" y="458063"/>
                  </a:lnTo>
                  <a:lnTo>
                    <a:pt x="99098" y="458063"/>
                  </a:lnTo>
                  <a:lnTo>
                    <a:pt x="344703" y="458063"/>
                  </a:lnTo>
                  <a:lnTo>
                    <a:pt x="344703" y="0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 descr=""/>
            <p:cNvSpPr/>
            <p:nvPr/>
          </p:nvSpPr>
          <p:spPr>
            <a:xfrm>
              <a:off x="3352330" y="7922660"/>
              <a:ext cx="67945" cy="414020"/>
            </a:xfrm>
            <a:custGeom>
              <a:avLst/>
              <a:gdLst/>
              <a:ahLst/>
              <a:cxnLst/>
              <a:rect l="l" t="t" r="r" b="b"/>
              <a:pathLst>
                <a:path w="67945" h="414020">
                  <a:moveTo>
                    <a:pt x="5524" y="392925"/>
                  </a:moveTo>
                  <a:lnTo>
                    <a:pt x="0" y="392925"/>
                  </a:lnTo>
                  <a:lnTo>
                    <a:pt x="0" y="413829"/>
                  </a:lnTo>
                  <a:lnTo>
                    <a:pt x="5524" y="413829"/>
                  </a:lnTo>
                  <a:lnTo>
                    <a:pt x="5524" y="392925"/>
                  </a:lnTo>
                  <a:close/>
                </a:path>
                <a:path w="67945" h="414020">
                  <a:moveTo>
                    <a:pt x="5524" y="357212"/>
                  </a:moveTo>
                  <a:lnTo>
                    <a:pt x="0" y="357212"/>
                  </a:lnTo>
                  <a:lnTo>
                    <a:pt x="0" y="378104"/>
                  </a:lnTo>
                  <a:lnTo>
                    <a:pt x="5524" y="378104"/>
                  </a:lnTo>
                  <a:lnTo>
                    <a:pt x="5524" y="357212"/>
                  </a:lnTo>
                  <a:close/>
                </a:path>
                <a:path w="67945" h="414020">
                  <a:moveTo>
                    <a:pt x="5524" y="321487"/>
                  </a:moveTo>
                  <a:lnTo>
                    <a:pt x="0" y="321487"/>
                  </a:lnTo>
                  <a:lnTo>
                    <a:pt x="0" y="342379"/>
                  </a:lnTo>
                  <a:lnTo>
                    <a:pt x="5524" y="342379"/>
                  </a:lnTo>
                  <a:lnTo>
                    <a:pt x="5524" y="321487"/>
                  </a:lnTo>
                  <a:close/>
                </a:path>
                <a:path w="67945" h="414020">
                  <a:moveTo>
                    <a:pt x="5524" y="285762"/>
                  </a:moveTo>
                  <a:lnTo>
                    <a:pt x="0" y="285762"/>
                  </a:lnTo>
                  <a:lnTo>
                    <a:pt x="0" y="306666"/>
                  </a:lnTo>
                  <a:lnTo>
                    <a:pt x="5524" y="306666"/>
                  </a:lnTo>
                  <a:lnTo>
                    <a:pt x="5524" y="285762"/>
                  </a:lnTo>
                  <a:close/>
                </a:path>
                <a:path w="67945" h="414020">
                  <a:moveTo>
                    <a:pt x="5524" y="250037"/>
                  </a:moveTo>
                  <a:lnTo>
                    <a:pt x="0" y="250037"/>
                  </a:lnTo>
                  <a:lnTo>
                    <a:pt x="0" y="270941"/>
                  </a:lnTo>
                  <a:lnTo>
                    <a:pt x="5524" y="270941"/>
                  </a:lnTo>
                  <a:lnTo>
                    <a:pt x="5524" y="250037"/>
                  </a:lnTo>
                  <a:close/>
                </a:path>
                <a:path w="67945" h="414020">
                  <a:moveTo>
                    <a:pt x="5524" y="214325"/>
                  </a:moveTo>
                  <a:lnTo>
                    <a:pt x="0" y="214325"/>
                  </a:lnTo>
                  <a:lnTo>
                    <a:pt x="0" y="235229"/>
                  </a:lnTo>
                  <a:lnTo>
                    <a:pt x="5524" y="235229"/>
                  </a:lnTo>
                  <a:lnTo>
                    <a:pt x="5524" y="214325"/>
                  </a:lnTo>
                  <a:close/>
                </a:path>
                <a:path w="67945" h="414020">
                  <a:moveTo>
                    <a:pt x="5524" y="178600"/>
                  </a:moveTo>
                  <a:lnTo>
                    <a:pt x="0" y="178600"/>
                  </a:lnTo>
                  <a:lnTo>
                    <a:pt x="0" y="199491"/>
                  </a:lnTo>
                  <a:lnTo>
                    <a:pt x="5524" y="199491"/>
                  </a:lnTo>
                  <a:lnTo>
                    <a:pt x="5524" y="178600"/>
                  </a:lnTo>
                  <a:close/>
                </a:path>
                <a:path w="67945" h="414020">
                  <a:moveTo>
                    <a:pt x="5524" y="142875"/>
                  </a:moveTo>
                  <a:lnTo>
                    <a:pt x="0" y="142875"/>
                  </a:lnTo>
                  <a:lnTo>
                    <a:pt x="0" y="163779"/>
                  </a:lnTo>
                  <a:lnTo>
                    <a:pt x="5524" y="163779"/>
                  </a:lnTo>
                  <a:lnTo>
                    <a:pt x="5524" y="142875"/>
                  </a:lnTo>
                  <a:close/>
                </a:path>
                <a:path w="67945" h="414020">
                  <a:moveTo>
                    <a:pt x="5524" y="107149"/>
                  </a:moveTo>
                  <a:lnTo>
                    <a:pt x="0" y="107149"/>
                  </a:lnTo>
                  <a:lnTo>
                    <a:pt x="0" y="128054"/>
                  </a:lnTo>
                  <a:lnTo>
                    <a:pt x="5524" y="128054"/>
                  </a:lnTo>
                  <a:lnTo>
                    <a:pt x="5524" y="107149"/>
                  </a:lnTo>
                  <a:close/>
                </a:path>
                <a:path w="67945" h="414020">
                  <a:moveTo>
                    <a:pt x="5524" y="71437"/>
                  </a:moveTo>
                  <a:lnTo>
                    <a:pt x="0" y="71437"/>
                  </a:lnTo>
                  <a:lnTo>
                    <a:pt x="0" y="92341"/>
                  </a:lnTo>
                  <a:lnTo>
                    <a:pt x="5524" y="92341"/>
                  </a:lnTo>
                  <a:lnTo>
                    <a:pt x="5524" y="71437"/>
                  </a:lnTo>
                  <a:close/>
                </a:path>
                <a:path w="67945" h="414020">
                  <a:moveTo>
                    <a:pt x="5524" y="35712"/>
                  </a:moveTo>
                  <a:lnTo>
                    <a:pt x="0" y="35712"/>
                  </a:lnTo>
                  <a:lnTo>
                    <a:pt x="0" y="56616"/>
                  </a:lnTo>
                  <a:lnTo>
                    <a:pt x="5524" y="56616"/>
                  </a:lnTo>
                  <a:lnTo>
                    <a:pt x="5524" y="35712"/>
                  </a:lnTo>
                  <a:close/>
                </a:path>
                <a:path w="67945" h="414020">
                  <a:moveTo>
                    <a:pt x="5524" y="0"/>
                  </a:moveTo>
                  <a:lnTo>
                    <a:pt x="0" y="0"/>
                  </a:lnTo>
                  <a:lnTo>
                    <a:pt x="0" y="20891"/>
                  </a:lnTo>
                  <a:lnTo>
                    <a:pt x="5524" y="20891"/>
                  </a:lnTo>
                  <a:lnTo>
                    <a:pt x="5524" y="0"/>
                  </a:lnTo>
                  <a:close/>
                </a:path>
                <a:path w="67945" h="414020">
                  <a:moveTo>
                    <a:pt x="14782" y="392925"/>
                  </a:moveTo>
                  <a:lnTo>
                    <a:pt x="9258" y="392925"/>
                  </a:lnTo>
                  <a:lnTo>
                    <a:pt x="9258" y="413829"/>
                  </a:lnTo>
                  <a:lnTo>
                    <a:pt x="14782" y="413829"/>
                  </a:lnTo>
                  <a:lnTo>
                    <a:pt x="14782" y="392925"/>
                  </a:lnTo>
                  <a:close/>
                </a:path>
                <a:path w="67945" h="414020">
                  <a:moveTo>
                    <a:pt x="14782" y="357212"/>
                  </a:moveTo>
                  <a:lnTo>
                    <a:pt x="9258" y="357212"/>
                  </a:lnTo>
                  <a:lnTo>
                    <a:pt x="9258" y="378104"/>
                  </a:lnTo>
                  <a:lnTo>
                    <a:pt x="14782" y="378104"/>
                  </a:lnTo>
                  <a:lnTo>
                    <a:pt x="14782" y="357212"/>
                  </a:lnTo>
                  <a:close/>
                </a:path>
                <a:path w="67945" h="414020">
                  <a:moveTo>
                    <a:pt x="14782" y="321487"/>
                  </a:moveTo>
                  <a:lnTo>
                    <a:pt x="9258" y="321487"/>
                  </a:lnTo>
                  <a:lnTo>
                    <a:pt x="9258" y="342379"/>
                  </a:lnTo>
                  <a:lnTo>
                    <a:pt x="14782" y="342379"/>
                  </a:lnTo>
                  <a:lnTo>
                    <a:pt x="14782" y="321487"/>
                  </a:lnTo>
                  <a:close/>
                </a:path>
                <a:path w="67945" h="414020">
                  <a:moveTo>
                    <a:pt x="14782" y="285762"/>
                  </a:moveTo>
                  <a:lnTo>
                    <a:pt x="9258" y="285762"/>
                  </a:lnTo>
                  <a:lnTo>
                    <a:pt x="9258" y="306666"/>
                  </a:lnTo>
                  <a:lnTo>
                    <a:pt x="14782" y="306666"/>
                  </a:lnTo>
                  <a:lnTo>
                    <a:pt x="14782" y="285762"/>
                  </a:lnTo>
                  <a:close/>
                </a:path>
                <a:path w="67945" h="414020">
                  <a:moveTo>
                    <a:pt x="14782" y="250037"/>
                  </a:moveTo>
                  <a:lnTo>
                    <a:pt x="9258" y="250037"/>
                  </a:lnTo>
                  <a:lnTo>
                    <a:pt x="9258" y="270941"/>
                  </a:lnTo>
                  <a:lnTo>
                    <a:pt x="14782" y="270941"/>
                  </a:lnTo>
                  <a:lnTo>
                    <a:pt x="14782" y="250037"/>
                  </a:lnTo>
                  <a:close/>
                </a:path>
                <a:path w="67945" h="414020">
                  <a:moveTo>
                    <a:pt x="14782" y="214325"/>
                  </a:moveTo>
                  <a:lnTo>
                    <a:pt x="9258" y="214325"/>
                  </a:lnTo>
                  <a:lnTo>
                    <a:pt x="9258" y="235229"/>
                  </a:lnTo>
                  <a:lnTo>
                    <a:pt x="14782" y="235229"/>
                  </a:lnTo>
                  <a:lnTo>
                    <a:pt x="14782" y="214325"/>
                  </a:lnTo>
                  <a:close/>
                </a:path>
                <a:path w="67945" h="414020">
                  <a:moveTo>
                    <a:pt x="14782" y="178600"/>
                  </a:moveTo>
                  <a:lnTo>
                    <a:pt x="9258" y="178600"/>
                  </a:lnTo>
                  <a:lnTo>
                    <a:pt x="9258" y="199491"/>
                  </a:lnTo>
                  <a:lnTo>
                    <a:pt x="14782" y="199491"/>
                  </a:lnTo>
                  <a:lnTo>
                    <a:pt x="14782" y="178600"/>
                  </a:lnTo>
                  <a:close/>
                </a:path>
                <a:path w="67945" h="414020">
                  <a:moveTo>
                    <a:pt x="14782" y="142875"/>
                  </a:moveTo>
                  <a:lnTo>
                    <a:pt x="9258" y="142875"/>
                  </a:lnTo>
                  <a:lnTo>
                    <a:pt x="9258" y="163779"/>
                  </a:lnTo>
                  <a:lnTo>
                    <a:pt x="14782" y="163779"/>
                  </a:lnTo>
                  <a:lnTo>
                    <a:pt x="14782" y="142875"/>
                  </a:lnTo>
                  <a:close/>
                </a:path>
                <a:path w="67945" h="414020">
                  <a:moveTo>
                    <a:pt x="14782" y="107149"/>
                  </a:moveTo>
                  <a:lnTo>
                    <a:pt x="9258" y="107149"/>
                  </a:lnTo>
                  <a:lnTo>
                    <a:pt x="9258" y="128054"/>
                  </a:lnTo>
                  <a:lnTo>
                    <a:pt x="14782" y="128054"/>
                  </a:lnTo>
                  <a:lnTo>
                    <a:pt x="14782" y="107149"/>
                  </a:lnTo>
                  <a:close/>
                </a:path>
                <a:path w="67945" h="414020">
                  <a:moveTo>
                    <a:pt x="14782" y="71437"/>
                  </a:moveTo>
                  <a:lnTo>
                    <a:pt x="9258" y="71437"/>
                  </a:lnTo>
                  <a:lnTo>
                    <a:pt x="9258" y="92341"/>
                  </a:lnTo>
                  <a:lnTo>
                    <a:pt x="14782" y="92341"/>
                  </a:lnTo>
                  <a:lnTo>
                    <a:pt x="14782" y="71437"/>
                  </a:lnTo>
                  <a:close/>
                </a:path>
                <a:path w="67945" h="414020">
                  <a:moveTo>
                    <a:pt x="14782" y="35712"/>
                  </a:moveTo>
                  <a:lnTo>
                    <a:pt x="9258" y="35712"/>
                  </a:lnTo>
                  <a:lnTo>
                    <a:pt x="9258" y="56616"/>
                  </a:lnTo>
                  <a:lnTo>
                    <a:pt x="14782" y="56616"/>
                  </a:lnTo>
                  <a:lnTo>
                    <a:pt x="14782" y="35712"/>
                  </a:lnTo>
                  <a:close/>
                </a:path>
                <a:path w="67945" h="414020">
                  <a:moveTo>
                    <a:pt x="14782" y="0"/>
                  </a:moveTo>
                  <a:lnTo>
                    <a:pt x="9258" y="0"/>
                  </a:lnTo>
                  <a:lnTo>
                    <a:pt x="9258" y="20891"/>
                  </a:lnTo>
                  <a:lnTo>
                    <a:pt x="14782" y="20891"/>
                  </a:lnTo>
                  <a:lnTo>
                    <a:pt x="14782" y="0"/>
                  </a:lnTo>
                  <a:close/>
                </a:path>
                <a:path w="67945" h="414020">
                  <a:moveTo>
                    <a:pt x="32283" y="321487"/>
                  </a:moveTo>
                  <a:lnTo>
                    <a:pt x="26758" y="321487"/>
                  </a:lnTo>
                  <a:lnTo>
                    <a:pt x="26758" y="342379"/>
                  </a:lnTo>
                  <a:lnTo>
                    <a:pt x="32283" y="342379"/>
                  </a:lnTo>
                  <a:lnTo>
                    <a:pt x="32283" y="321487"/>
                  </a:lnTo>
                  <a:close/>
                </a:path>
                <a:path w="67945" h="414020">
                  <a:moveTo>
                    <a:pt x="32283" y="285762"/>
                  </a:moveTo>
                  <a:lnTo>
                    <a:pt x="26758" y="285762"/>
                  </a:lnTo>
                  <a:lnTo>
                    <a:pt x="26758" y="306666"/>
                  </a:lnTo>
                  <a:lnTo>
                    <a:pt x="32283" y="306666"/>
                  </a:lnTo>
                  <a:lnTo>
                    <a:pt x="32283" y="285762"/>
                  </a:lnTo>
                  <a:close/>
                </a:path>
                <a:path w="67945" h="414020">
                  <a:moveTo>
                    <a:pt x="32283" y="250037"/>
                  </a:moveTo>
                  <a:lnTo>
                    <a:pt x="26758" y="250037"/>
                  </a:lnTo>
                  <a:lnTo>
                    <a:pt x="26758" y="270941"/>
                  </a:lnTo>
                  <a:lnTo>
                    <a:pt x="32283" y="270941"/>
                  </a:lnTo>
                  <a:lnTo>
                    <a:pt x="32283" y="250037"/>
                  </a:lnTo>
                  <a:close/>
                </a:path>
                <a:path w="67945" h="414020">
                  <a:moveTo>
                    <a:pt x="32283" y="214325"/>
                  </a:moveTo>
                  <a:lnTo>
                    <a:pt x="26758" y="214325"/>
                  </a:lnTo>
                  <a:lnTo>
                    <a:pt x="26758" y="235229"/>
                  </a:lnTo>
                  <a:lnTo>
                    <a:pt x="32283" y="235229"/>
                  </a:lnTo>
                  <a:lnTo>
                    <a:pt x="32283" y="214325"/>
                  </a:lnTo>
                  <a:close/>
                </a:path>
                <a:path w="67945" h="414020">
                  <a:moveTo>
                    <a:pt x="32283" y="178600"/>
                  </a:moveTo>
                  <a:lnTo>
                    <a:pt x="26758" y="178600"/>
                  </a:lnTo>
                  <a:lnTo>
                    <a:pt x="26758" y="199491"/>
                  </a:lnTo>
                  <a:lnTo>
                    <a:pt x="32283" y="199491"/>
                  </a:lnTo>
                  <a:lnTo>
                    <a:pt x="32283" y="178600"/>
                  </a:lnTo>
                  <a:close/>
                </a:path>
                <a:path w="67945" h="414020">
                  <a:moveTo>
                    <a:pt x="32283" y="142875"/>
                  </a:moveTo>
                  <a:lnTo>
                    <a:pt x="26758" y="142875"/>
                  </a:lnTo>
                  <a:lnTo>
                    <a:pt x="26758" y="163779"/>
                  </a:lnTo>
                  <a:lnTo>
                    <a:pt x="32283" y="163779"/>
                  </a:lnTo>
                  <a:lnTo>
                    <a:pt x="32283" y="142875"/>
                  </a:lnTo>
                  <a:close/>
                </a:path>
                <a:path w="67945" h="414020">
                  <a:moveTo>
                    <a:pt x="32550" y="107149"/>
                  </a:moveTo>
                  <a:lnTo>
                    <a:pt x="27012" y="107149"/>
                  </a:lnTo>
                  <a:lnTo>
                    <a:pt x="27012" y="128054"/>
                  </a:lnTo>
                  <a:lnTo>
                    <a:pt x="32550" y="128054"/>
                  </a:lnTo>
                  <a:lnTo>
                    <a:pt x="32550" y="107149"/>
                  </a:lnTo>
                  <a:close/>
                </a:path>
                <a:path w="67945" h="414020">
                  <a:moveTo>
                    <a:pt x="32804" y="71437"/>
                  </a:moveTo>
                  <a:lnTo>
                    <a:pt x="27279" y="71437"/>
                  </a:lnTo>
                  <a:lnTo>
                    <a:pt x="27279" y="92341"/>
                  </a:lnTo>
                  <a:lnTo>
                    <a:pt x="32804" y="92341"/>
                  </a:lnTo>
                  <a:lnTo>
                    <a:pt x="32804" y="71437"/>
                  </a:lnTo>
                  <a:close/>
                </a:path>
                <a:path w="67945" h="414020">
                  <a:moveTo>
                    <a:pt x="33058" y="35712"/>
                  </a:moveTo>
                  <a:lnTo>
                    <a:pt x="27533" y="35712"/>
                  </a:lnTo>
                  <a:lnTo>
                    <a:pt x="27533" y="56616"/>
                  </a:lnTo>
                  <a:lnTo>
                    <a:pt x="33058" y="56616"/>
                  </a:lnTo>
                  <a:lnTo>
                    <a:pt x="33058" y="35712"/>
                  </a:lnTo>
                  <a:close/>
                </a:path>
                <a:path w="67945" h="414020">
                  <a:moveTo>
                    <a:pt x="33324" y="0"/>
                  </a:moveTo>
                  <a:lnTo>
                    <a:pt x="27787" y="0"/>
                  </a:lnTo>
                  <a:lnTo>
                    <a:pt x="27787" y="20891"/>
                  </a:lnTo>
                  <a:lnTo>
                    <a:pt x="33324" y="20891"/>
                  </a:lnTo>
                  <a:lnTo>
                    <a:pt x="33324" y="0"/>
                  </a:lnTo>
                  <a:close/>
                </a:path>
                <a:path w="67945" h="414020">
                  <a:moveTo>
                    <a:pt x="41541" y="321487"/>
                  </a:moveTo>
                  <a:lnTo>
                    <a:pt x="36004" y="321487"/>
                  </a:lnTo>
                  <a:lnTo>
                    <a:pt x="36004" y="342379"/>
                  </a:lnTo>
                  <a:lnTo>
                    <a:pt x="41541" y="342379"/>
                  </a:lnTo>
                  <a:lnTo>
                    <a:pt x="41541" y="321487"/>
                  </a:lnTo>
                  <a:close/>
                </a:path>
                <a:path w="67945" h="414020">
                  <a:moveTo>
                    <a:pt x="41541" y="285762"/>
                  </a:moveTo>
                  <a:lnTo>
                    <a:pt x="36004" y="285762"/>
                  </a:lnTo>
                  <a:lnTo>
                    <a:pt x="36004" y="306666"/>
                  </a:lnTo>
                  <a:lnTo>
                    <a:pt x="41541" y="306666"/>
                  </a:lnTo>
                  <a:lnTo>
                    <a:pt x="41541" y="285762"/>
                  </a:lnTo>
                  <a:close/>
                </a:path>
                <a:path w="67945" h="414020">
                  <a:moveTo>
                    <a:pt x="41541" y="250037"/>
                  </a:moveTo>
                  <a:lnTo>
                    <a:pt x="36004" y="250037"/>
                  </a:lnTo>
                  <a:lnTo>
                    <a:pt x="36004" y="270941"/>
                  </a:lnTo>
                  <a:lnTo>
                    <a:pt x="41541" y="270941"/>
                  </a:lnTo>
                  <a:lnTo>
                    <a:pt x="41541" y="250037"/>
                  </a:lnTo>
                  <a:close/>
                </a:path>
                <a:path w="67945" h="414020">
                  <a:moveTo>
                    <a:pt x="41541" y="214325"/>
                  </a:moveTo>
                  <a:lnTo>
                    <a:pt x="36004" y="214325"/>
                  </a:lnTo>
                  <a:lnTo>
                    <a:pt x="36004" y="235229"/>
                  </a:lnTo>
                  <a:lnTo>
                    <a:pt x="41541" y="235229"/>
                  </a:lnTo>
                  <a:lnTo>
                    <a:pt x="41541" y="214325"/>
                  </a:lnTo>
                  <a:close/>
                </a:path>
                <a:path w="67945" h="414020">
                  <a:moveTo>
                    <a:pt x="41541" y="178600"/>
                  </a:moveTo>
                  <a:lnTo>
                    <a:pt x="36004" y="178600"/>
                  </a:lnTo>
                  <a:lnTo>
                    <a:pt x="36004" y="199491"/>
                  </a:lnTo>
                  <a:lnTo>
                    <a:pt x="41541" y="199491"/>
                  </a:lnTo>
                  <a:lnTo>
                    <a:pt x="41541" y="178600"/>
                  </a:lnTo>
                  <a:close/>
                </a:path>
                <a:path w="67945" h="414020">
                  <a:moveTo>
                    <a:pt x="41541" y="142875"/>
                  </a:moveTo>
                  <a:lnTo>
                    <a:pt x="36004" y="142875"/>
                  </a:lnTo>
                  <a:lnTo>
                    <a:pt x="36004" y="163779"/>
                  </a:lnTo>
                  <a:lnTo>
                    <a:pt x="41541" y="163779"/>
                  </a:lnTo>
                  <a:lnTo>
                    <a:pt x="41541" y="142875"/>
                  </a:lnTo>
                  <a:close/>
                </a:path>
                <a:path w="67945" h="414020">
                  <a:moveTo>
                    <a:pt x="41795" y="107149"/>
                  </a:moveTo>
                  <a:lnTo>
                    <a:pt x="36271" y="107149"/>
                  </a:lnTo>
                  <a:lnTo>
                    <a:pt x="36271" y="128054"/>
                  </a:lnTo>
                  <a:lnTo>
                    <a:pt x="41795" y="128054"/>
                  </a:lnTo>
                  <a:lnTo>
                    <a:pt x="41795" y="107149"/>
                  </a:lnTo>
                  <a:close/>
                </a:path>
                <a:path w="67945" h="414020">
                  <a:moveTo>
                    <a:pt x="42062" y="71437"/>
                  </a:moveTo>
                  <a:lnTo>
                    <a:pt x="36537" y="71437"/>
                  </a:lnTo>
                  <a:lnTo>
                    <a:pt x="36537" y="92341"/>
                  </a:lnTo>
                  <a:lnTo>
                    <a:pt x="42062" y="92341"/>
                  </a:lnTo>
                  <a:lnTo>
                    <a:pt x="42062" y="71437"/>
                  </a:lnTo>
                  <a:close/>
                </a:path>
                <a:path w="67945" h="414020">
                  <a:moveTo>
                    <a:pt x="42316" y="35712"/>
                  </a:moveTo>
                  <a:lnTo>
                    <a:pt x="36791" y="35712"/>
                  </a:lnTo>
                  <a:lnTo>
                    <a:pt x="36791" y="56616"/>
                  </a:lnTo>
                  <a:lnTo>
                    <a:pt x="42316" y="56616"/>
                  </a:lnTo>
                  <a:lnTo>
                    <a:pt x="42316" y="35712"/>
                  </a:lnTo>
                  <a:close/>
                </a:path>
                <a:path w="67945" h="414020">
                  <a:moveTo>
                    <a:pt x="42570" y="0"/>
                  </a:moveTo>
                  <a:lnTo>
                    <a:pt x="37045" y="0"/>
                  </a:lnTo>
                  <a:lnTo>
                    <a:pt x="37045" y="20891"/>
                  </a:lnTo>
                  <a:lnTo>
                    <a:pt x="42570" y="20891"/>
                  </a:lnTo>
                  <a:lnTo>
                    <a:pt x="42570" y="0"/>
                  </a:lnTo>
                  <a:close/>
                </a:path>
                <a:path w="67945" h="414020">
                  <a:moveTo>
                    <a:pt x="58508" y="392925"/>
                  </a:moveTo>
                  <a:lnTo>
                    <a:pt x="52984" y="392925"/>
                  </a:lnTo>
                  <a:lnTo>
                    <a:pt x="52984" y="413829"/>
                  </a:lnTo>
                  <a:lnTo>
                    <a:pt x="58508" y="413829"/>
                  </a:lnTo>
                  <a:lnTo>
                    <a:pt x="58508" y="392925"/>
                  </a:lnTo>
                  <a:close/>
                </a:path>
                <a:path w="67945" h="414020">
                  <a:moveTo>
                    <a:pt x="58508" y="357212"/>
                  </a:moveTo>
                  <a:lnTo>
                    <a:pt x="52984" y="357212"/>
                  </a:lnTo>
                  <a:lnTo>
                    <a:pt x="52984" y="378104"/>
                  </a:lnTo>
                  <a:lnTo>
                    <a:pt x="58508" y="378104"/>
                  </a:lnTo>
                  <a:lnTo>
                    <a:pt x="58508" y="357212"/>
                  </a:lnTo>
                  <a:close/>
                </a:path>
                <a:path w="67945" h="414020">
                  <a:moveTo>
                    <a:pt x="58508" y="321487"/>
                  </a:moveTo>
                  <a:lnTo>
                    <a:pt x="52984" y="321487"/>
                  </a:lnTo>
                  <a:lnTo>
                    <a:pt x="52984" y="342379"/>
                  </a:lnTo>
                  <a:lnTo>
                    <a:pt x="58508" y="342379"/>
                  </a:lnTo>
                  <a:lnTo>
                    <a:pt x="58508" y="321487"/>
                  </a:lnTo>
                  <a:close/>
                </a:path>
                <a:path w="67945" h="414020">
                  <a:moveTo>
                    <a:pt x="58508" y="285762"/>
                  </a:moveTo>
                  <a:lnTo>
                    <a:pt x="52984" y="285762"/>
                  </a:lnTo>
                  <a:lnTo>
                    <a:pt x="52984" y="306666"/>
                  </a:lnTo>
                  <a:lnTo>
                    <a:pt x="58508" y="306666"/>
                  </a:lnTo>
                  <a:lnTo>
                    <a:pt x="58508" y="285762"/>
                  </a:lnTo>
                  <a:close/>
                </a:path>
                <a:path w="67945" h="414020">
                  <a:moveTo>
                    <a:pt x="58508" y="250037"/>
                  </a:moveTo>
                  <a:lnTo>
                    <a:pt x="52984" y="250037"/>
                  </a:lnTo>
                  <a:lnTo>
                    <a:pt x="52984" y="270941"/>
                  </a:lnTo>
                  <a:lnTo>
                    <a:pt x="58508" y="270941"/>
                  </a:lnTo>
                  <a:lnTo>
                    <a:pt x="58508" y="250037"/>
                  </a:lnTo>
                  <a:close/>
                </a:path>
                <a:path w="67945" h="414020">
                  <a:moveTo>
                    <a:pt x="58508" y="214325"/>
                  </a:moveTo>
                  <a:lnTo>
                    <a:pt x="52984" y="214325"/>
                  </a:lnTo>
                  <a:lnTo>
                    <a:pt x="52984" y="235229"/>
                  </a:lnTo>
                  <a:lnTo>
                    <a:pt x="58508" y="235229"/>
                  </a:lnTo>
                  <a:lnTo>
                    <a:pt x="58508" y="214325"/>
                  </a:lnTo>
                  <a:close/>
                </a:path>
                <a:path w="67945" h="414020">
                  <a:moveTo>
                    <a:pt x="58508" y="178600"/>
                  </a:moveTo>
                  <a:lnTo>
                    <a:pt x="52984" y="178600"/>
                  </a:lnTo>
                  <a:lnTo>
                    <a:pt x="52984" y="199491"/>
                  </a:lnTo>
                  <a:lnTo>
                    <a:pt x="58508" y="199491"/>
                  </a:lnTo>
                  <a:lnTo>
                    <a:pt x="58508" y="178600"/>
                  </a:lnTo>
                  <a:close/>
                </a:path>
                <a:path w="67945" h="414020">
                  <a:moveTo>
                    <a:pt x="58508" y="142875"/>
                  </a:moveTo>
                  <a:lnTo>
                    <a:pt x="52984" y="142875"/>
                  </a:lnTo>
                  <a:lnTo>
                    <a:pt x="52984" y="163779"/>
                  </a:lnTo>
                  <a:lnTo>
                    <a:pt x="58508" y="163779"/>
                  </a:lnTo>
                  <a:lnTo>
                    <a:pt x="58508" y="142875"/>
                  </a:lnTo>
                  <a:close/>
                </a:path>
                <a:path w="67945" h="414020">
                  <a:moveTo>
                    <a:pt x="58508" y="107149"/>
                  </a:moveTo>
                  <a:lnTo>
                    <a:pt x="52984" y="107149"/>
                  </a:lnTo>
                  <a:lnTo>
                    <a:pt x="52984" y="128054"/>
                  </a:lnTo>
                  <a:lnTo>
                    <a:pt x="58508" y="128054"/>
                  </a:lnTo>
                  <a:lnTo>
                    <a:pt x="58508" y="107149"/>
                  </a:lnTo>
                  <a:close/>
                </a:path>
                <a:path w="67945" h="414020">
                  <a:moveTo>
                    <a:pt x="58508" y="71437"/>
                  </a:moveTo>
                  <a:lnTo>
                    <a:pt x="52984" y="71437"/>
                  </a:lnTo>
                  <a:lnTo>
                    <a:pt x="52984" y="92341"/>
                  </a:lnTo>
                  <a:lnTo>
                    <a:pt x="58508" y="92341"/>
                  </a:lnTo>
                  <a:lnTo>
                    <a:pt x="58508" y="71437"/>
                  </a:lnTo>
                  <a:close/>
                </a:path>
                <a:path w="67945" h="414020">
                  <a:moveTo>
                    <a:pt x="58508" y="35712"/>
                  </a:moveTo>
                  <a:lnTo>
                    <a:pt x="52984" y="35712"/>
                  </a:lnTo>
                  <a:lnTo>
                    <a:pt x="52984" y="56616"/>
                  </a:lnTo>
                  <a:lnTo>
                    <a:pt x="58508" y="56616"/>
                  </a:lnTo>
                  <a:lnTo>
                    <a:pt x="58508" y="35712"/>
                  </a:lnTo>
                  <a:close/>
                </a:path>
                <a:path w="67945" h="414020">
                  <a:moveTo>
                    <a:pt x="58508" y="0"/>
                  </a:moveTo>
                  <a:lnTo>
                    <a:pt x="52984" y="0"/>
                  </a:lnTo>
                  <a:lnTo>
                    <a:pt x="52984" y="20891"/>
                  </a:lnTo>
                  <a:lnTo>
                    <a:pt x="58508" y="20891"/>
                  </a:lnTo>
                  <a:lnTo>
                    <a:pt x="58508" y="0"/>
                  </a:lnTo>
                  <a:close/>
                </a:path>
                <a:path w="67945" h="414020">
                  <a:moveTo>
                    <a:pt x="67767" y="392925"/>
                  </a:moveTo>
                  <a:lnTo>
                    <a:pt x="62242" y="392925"/>
                  </a:lnTo>
                  <a:lnTo>
                    <a:pt x="62242" y="413829"/>
                  </a:lnTo>
                  <a:lnTo>
                    <a:pt x="67767" y="413829"/>
                  </a:lnTo>
                  <a:lnTo>
                    <a:pt x="67767" y="392925"/>
                  </a:lnTo>
                  <a:close/>
                </a:path>
                <a:path w="67945" h="414020">
                  <a:moveTo>
                    <a:pt x="67767" y="357212"/>
                  </a:moveTo>
                  <a:lnTo>
                    <a:pt x="62242" y="357212"/>
                  </a:lnTo>
                  <a:lnTo>
                    <a:pt x="62242" y="378104"/>
                  </a:lnTo>
                  <a:lnTo>
                    <a:pt x="67767" y="378104"/>
                  </a:lnTo>
                  <a:lnTo>
                    <a:pt x="67767" y="357212"/>
                  </a:lnTo>
                  <a:close/>
                </a:path>
                <a:path w="67945" h="414020">
                  <a:moveTo>
                    <a:pt x="67767" y="321487"/>
                  </a:moveTo>
                  <a:lnTo>
                    <a:pt x="62242" y="321487"/>
                  </a:lnTo>
                  <a:lnTo>
                    <a:pt x="62242" y="342379"/>
                  </a:lnTo>
                  <a:lnTo>
                    <a:pt x="67767" y="342379"/>
                  </a:lnTo>
                  <a:lnTo>
                    <a:pt x="67767" y="321487"/>
                  </a:lnTo>
                  <a:close/>
                </a:path>
                <a:path w="67945" h="414020">
                  <a:moveTo>
                    <a:pt x="67767" y="285762"/>
                  </a:moveTo>
                  <a:lnTo>
                    <a:pt x="62242" y="285762"/>
                  </a:lnTo>
                  <a:lnTo>
                    <a:pt x="62242" y="306666"/>
                  </a:lnTo>
                  <a:lnTo>
                    <a:pt x="67767" y="306666"/>
                  </a:lnTo>
                  <a:lnTo>
                    <a:pt x="67767" y="285762"/>
                  </a:lnTo>
                  <a:close/>
                </a:path>
                <a:path w="67945" h="414020">
                  <a:moveTo>
                    <a:pt x="67767" y="250037"/>
                  </a:moveTo>
                  <a:lnTo>
                    <a:pt x="62242" y="250037"/>
                  </a:lnTo>
                  <a:lnTo>
                    <a:pt x="62242" y="270941"/>
                  </a:lnTo>
                  <a:lnTo>
                    <a:pt x="67767" y="270941"/>
                  </a:lnTo>
                  <a:lnTo>
                    <a:pt x="67767" y="250037"/>
                  </a:lnTo>
                  <a:close/>
                </a:path>
                <a:path w="67945" h="414020">
                  <a:moveTo>
                    <a:pt x="67767" y="214325"/>
                  </a:moveTo>
                  <a:lnTo>
                    <a:pt x="62242" y="214325"/>
                  </a:lnTo>
                  <a:lnTo>
                    <a:pt x="62242" y="235229"/>
                  </a:lnTo>
                  <a:lnTo>
                    <a:pt x="67767" y="235229"/>
                  </a:lnTo>
                  <a:lnTo>
                    <a:pt x="67767" y="214325"/>
                  </a:lnTo>
                  <a:close/>
                </a:path>
                <a:path w="67945" h="414020">
                  <a:moveTo>
                    <a:pt x="67767" y="178600"/>
                  </a:moveTo>
                  <a:lnTo>
                    <a:pt x="62242" y="178600"/>
                  </a:lnTo>
                  <a:lnTo>
                    <a:pt x="62242" y="199491"/>
                  </a:lnTo>
                  <a:lnTo>
                    <a:pt x="67767" y="199491"/>
                  </a:lnTo>
                  <a:lnTo>
                    <a:pt x="67767" y="178600"/>
                  </a:lnTo>
                  <a:close/>
                </a:path>
                <a:path w="67945" h="414020">
                  <a:moveTo>
                    <a:pt x="67767" y="142875"/>
                  </a:moveTo>
                  <a:lnTo>
                    <a:pt x="62242" y="142875"/>
                  </a:lnTo>
                  <a:lnTo>
                    <a:pt x="62242" y="163779"/>
                  </a:lnTo>
                  <a:lnTo>
                    <a:pt x="67767" y="163779"/>
                  </a:lnTo>
                  <a:lnTo>
                    <a:pt x="67767" y="142875"/>
                  </a:lnTo>
                  <a:close/>
                </a:path>
                <a:path w="67945" h="414020">
                  <a:moveTo>
                    <a:pt x="67767" y="107149"/>
                  </a:moveTo>
                  <a:lnTo>
                    <a:pt x="62242" y="107149"/>
                  </a:lnTo>
                  <a:lnTo>
                    <a:pt x="62242" y="128054"/>
                  </a:lnTo>
                  <a:lnTo>
                    <a:pt x="67767" y="128054"/>
                  </a:lnTo>
                  <a:lnTo>
                    <a:pt x="67767" y="107149"/>
                  </a:lnTo>
                  <a:close/>
                </a:path>
                <a:path w="67945" h="414020">
                  <a:moveTo>
                    <a:pt x="67767" y="71437"/>
                  </a:moveTo>
                  <a:lnTo>
                    <a:pt x="62242" y="71437"/>
                  </a:lnTo>
                  <a:lnTo>
                    <a:pt x="62242" y="92341"/>
                  </a:lnTo>
                  <a:lnTo>
                    <a:pt x="67767" y="92341"/>
                  </a:lnTo>
                  <a:lnTo>
                    <a:pt x="67767" y="71437"/>
                  </a:lnTo>
                  <a:close/>
                </a:path>
                <a:path w="67945" h="414020">
                  <a:moveTo>
                    <a:pt x="67767" y="35712"/>
                  </a:moveTo>
                  <a:lnTo>
                    <a:pt x="62242" y="35712"/>
                  </a:lnTo>
                  <a:lnTo>
                    <a:pt x="62242" y="56616"/>
                  </a:lnTo>
                  <a:lnTo>
                    <a:pt x="67767" y="56616"/>
                  </a:lnTo>
                  <a:lnTo>
                    <a:pt x="67767" y="35712"/>
                  </a:lnTo>
                  <a:close/>
                </a:path>
                <a:path w="67945" h="414020">
                  <a:moveTo>
                    <a:pt x="67767" y="0"/>
                  </a:moveTo>
                  <a:lnTo>
                    <a:pt x="62242" y="0"/>
                  </a:lnTo>
                  <a:lnTo>
                    <a:pt x="62242" y="20891"/>
                  </a:lnTo>
                  <a:lnTo>
                    <a:pt x="67767" y="20891"/>
                  </a:lnTo>
                  <a:lnTo>
                    <a:pt x="67767" y="0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4" name="object 134" descr=""/>
          <p:cNvGrpSpPr/>
          <p:nvPr/>
        </p:nvGrpSpPr>
        <p:grpSpPr>
          <a:xfrm>
            <a:off x="14351813" y="0"/>
            <a:ext cx="1645285" cy="8090534"/>
            <a:chOff x="14351813" y="0"/>
            <a:chExt cx="1645285" cy="8090534"/>
          </a:xfrm>
        </p:grpSpPr>
        <p:sp>
          <p:nvSpPr>
            <p:cNvPr id="135" name="object 135" descr=""/>
            <p:cNvSpPr/>
            <p:nvPr/>
          </p:nvSpPr>
          <p:spPr>
            <a:xfrm>
              <a:off x="14351813" y="917758"/>
              <a:ext cx="1645285" cy="7172325"/>
            </a:xfrm>
            <a:custGeom>
              <a:avLst/>
              <a:gdLst/>
              <a:ahLst/>
              <a:cxnLst/>
              <a:rect l="l" t="t" r="r" b="b"/>
              <a:pathLst>
                <a:path w="1645284" h="7172325">
                  <a:moveTo>
                    <a:pt x="1644954" y="6127356"/>
                  </a:moveTo>
                  <a:lnTo>
                    <a:pt x="1560791" y="6127356"/>
                  </a:lnTo>
                  <a:lnTo>
                    <a:pt x="1495894" y="6127356"/>
                  </a:lnTo>
                  <a:lnTo>
                    <a:pt x="1495894" y="5429504"/>
                  </a:lnTo>
                  <a:lnTo>
                    <a:pt x="1495894" y="5194922"/>
                  </a:lnTo>
                  <a:lnTo>
                    <a:pt x="1495894" y="5019903"/>
                  </a:lnTo>
                  <a:lnTo>
                    <a:pt x="1346847" y="5019903"/>
                  </a:lnTo>
                  <a:lnTo>
                    <a:pt x="1346847" y="4178338"/>
                  </a:lnTo>
                  <a:lnTo>
                    <a:pt x="1346847" y="3943756"/>
                  </a:lnTo>
                  <a:lnTo>
                    <a:pt x="1346847" y="3455949"/>
                  </a:lnTo>
                  <a:lnTo>
                    <a:pt x="1231658" y="3455949"/>
                  </a:lnTo>
                  <a:lnTo>
                    <a:pt x="1231658" y="2815475"/>
                  </a:lnTo>
                  <a:lnTo>
                    <a:pt x="1231658" y="2580881"/>
                  </a:lnTo>
                  <a:lnTo>
                    <a:pt x="1231658" y="1973567"/>
                  </a:lnTo>
                  <a:lnTo>
                    <a:pt x="1089380" y="1973567"/>
                  </a:lnTo>
                  <a:lnTo>
                    <a:pt x="1089380" y="1016571"/>
                  </a:lnTo>
                  <a:lnTo>
                    <a:pt x="1003249" y="1016571"/>
                  </a:lnTo>
                  <a:lnTo>
                    <a:pt x="1003249" y="0"/>
                  </a:lnTo>
                  <a:lnTo>
                    <a:pt x="803389" y="0"/>
                  </a:lnTo>
                  <a:lnTo>
                    <a:pt x="803389" y="692619"/>
                  </a:lnTo>
                  <a:lnTo>
                    <a:pt x="716737" y="692619"/>
                  </a:lnTo>
                  <a:lnTo>
                    <a:pt x="716737" y="1359154"/>
                  </a:lnTo>
                  <a:lnTo>
                    <a:pt x="588010" y="1359154"/>
                  </a:lnTo>
                  <a:lnTo>
                    <a:pt x="588010" y="1359865"/>
                  </a:lnTo>
                  <a:lnTo>
                    <a:pt x="588010" y="1593735"/>
                  </a:lnTo>
                  <a:lnTo>
                    <a:pt x="588010" y="2580525"/>
                  </a:lnTo>
                  <a:lnTo>
                    <a:pt x="588010" y="2815120"/>
                  </a:lnTo>
                  <a:lnTo>
                    <a:pt x="588010" y="3068332"/>
                  </a:lnTo>
                  <a:lnTo>
                    <a:pt x="585139" y="3068332"/>
                  </a:lnTo>
                  <a:lnTo>
                    <a:pt x="411861" y="3068332"/>
                  </a:lnTo>
                  <a:lnTo>
                    <a:pt x="411848" y="4572889"/>
                  </a:lnTo>
                  <a:lnTo>
                    <a:pt x="369760" y="4572889"/>
                  </a:lnTo>
                  <a:lnTo>
                    <a:pt x="196481" y="4572889"/>
                  </a:lnTo>
                  <a:lnTo>
                    <a:pt x="196469" y="5887174"/>
                  </a:lnTo>
                  <a:lnTo>
                    <a:pt x="173291" y="5887174"/>
                  </a:lnTo>
                  <a:lnTo>
                    <a:pt x="0" y="5887174"/>
                  </a:lnTo>
                  <a:lnTo>
                    <a:pt x="0" y="6401041"/>
                  </a:lnTo>
                  <a:lnTo>
                    <a:pt x="0" y="6635636"/>
                  </a:lnTo>
                  <a:lnTo>
                    <a:pt x="0" y="7171842"/>
                  </a:lnTo>
                  <a:lnTo>
                    <a:pt x="173291" y="7171842"/>
                  </a:lnTo>
                  <a:lnTo>
                    <a:pt x="716737" y="7171842"/>
                  </a:lnTo>
                  <a:lnTo>
                    <a:pt x="716737" y="7172198"/>
                  </a:lnTo>
                  <a:lnTo>
                    <a:pt x="1495894" y="7172198"/>
                  </a:lnTo>
                  <a:lnTo>
                    <a:pt x="1495894" y="7171842"/>
                  </a:lnTo>
                  <a:lnTo>
                    <a:pt x="1560791" y="7171842"/>
                  </a:lnTo>
                  <a:lnTo>
                    <a:pt x="1644954" y="7171842"/>
                  </a:lnTo>
                  <a:lnTo>
                    <a:pt x="1644954" y="6635636"/>
                  </a:lnTo>
                  <a:lnTo>
                    <a:pt x="1644954" y="6401041"/>
                  </a:lnTo>
                  <a:lnTo>
                    <a:pt x="1644954" y="6127356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 descr=""/>
            <p:cNvSpPr/>
            <p:nvPr/>
          </p:nvSpPr>
          <p:spPr>
            <a:xfrm>
              <a:off x="15155202" y="5"/>
              <a:ext cx="842010" cy="7553959"/>
            </a:xfrm>
            <a:custGeom>
              <a:avLst/>
              <a:gdLst/>
              <a:ahLst/>
              <a:cxnLst/>
              <a:rect l="l" t="t" r="r" b="b"/>
              <a:pathLst>
                <a:path w="842009" h="7553959">
                  <a:moveTo>
                    <a:pt x="154139" y="943825"/>
                  </a:moveTo>
                  <a:lnTo>
                    <a:pt x="124752" y="0"/>
                  </a:lnTo>
                  <a:lnTo>
                    <a:pt x="61556" y="0"/>
                  </a:lnTo>
                  <a:lnTo>
                    <a:pt x="32981" y="917752"/>
                  </a:lnTo>
                  <a:lnTo>
                    <a:pt x="0" y="917752"/>
                  </a:lnTo>
                  <a:lnTo>
                    <a:pt x="0" y="1610360"/>
                  </a:lnTo>
                  <a:lnTo>
                    <a:pt x="99923" y="1610360"/>
                  </a:lnTo>
                  <a:lnTo>
                    <a:pt x="99923" y="943825"/>
                  </a:lnTo>
                  <a:lnTo>
                    <a:pt x="154139" y="943825"/>
                  </a:lnTo>
                  <a:close/>
                </a:path>
                <a:path w="842009" h="7553959">
                  <a:moveTo>
                    <a:pt x="841565" y="7318794"/>
                  </a:moveTo>
                  <a:lnTo>
                    <a:pt x="757402" y="7318794"/>
                  </a:lnTo>
                  <a:lnTo>
                    <a:pt x="584098" y="7318794"/>
                  </a:lnTo>
                  <a:lnTo>
                    <a:pt x="584098" y="7553388"/>
                  </a:lnTo>
                  <a:lnTo>
                    <a:pt x="757402" y="7553388"/>
                  </a:lnTo>
                  <a:lnTo>
                    <a:pt x="841565" y="7553388"/>
                  </a:lnTo>
                  <a:lnTo>
                    <a:pt x="841565" y="7318794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7" name="object 137" descr=""/>
          <p:cNvSpPr/>
          <p:nvPr/>
        </p:nvSpPr>
        <p:spPr>
          <a:xfrm>
            <a:off x="10170685" y="6975871"/>
            <a:ext cx="274955" cy="1503680"/>
          </a:xfrm>
          <a:custGeom>
            <a:avLst/>
            <a:gdLst/>
            <a:ahLst/>
            <a:cxnLst/>
            <a:rect l="l" t="t" r="r" b="b"/>
            <a:pathLst>
              <a:path w="274954" h="1503679">
                <a:moveTo>
                  <a:pt x="274462" y="0"/>
                </a:moveTo>
                <a:lnTo>
                  <a:pt x="0" y="0"/>
                </a:lnTo>
                <a:lnTo>
                  <a:pt x="0" y="1503619"/>
                </a:lnTo>
                <a:lnTo>
                  <a:pt x="274462" y="1503619"/>
                </a:lnTo>
                <a:lnTo>
                  <a:pt x="27446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" name="object 138" descr=""/>
          <p:cNvSpPr/>
          <p:nvPr/>
        </p:nvSpPr>
        <p:spPr>
          <a:xfrm>
            <a:off x="11165293" y="7998101"/>
            <a:ext cx="758825" cy="508634"/>
          </a:xfrm>
          <a:custGeom>
            <a:avLst/>
            <a:gdLst/>
            <a:ahLst/>
            <a:cxnLst/>
            <a:rect l="l" t="t" r="r" b="b"/>
            <a:pathLst>
              <a:path w="758825" h="508634">
                <a:moveTo>
                  <a:pt x="758343" y="0"/>
                </a:moveTo>
                <a:lnTo>
                  <a:pt x="0" y="0"/>
                </a:lnTo>
                <a:lnTo>
                  <a:pt x="0" y="508319"/>
                </a:lnTo>
                <a:lnTo>
                  <a:pt x="758343" y="508319"/>
                </a:lnTo>
                <a:lnTo>
                  <a:pt x="758343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" name="object 139" descr=""/>
          <p:cNvSpPr/>
          <p:nvPr/>
        </p:nvSpPr>
        <p:spPr>
          <a:xfrm>
            <a:off x="5604548" y="3491731"/>
            <a:ext cx="609600" cy="3329940"/>
          </a:xfrm>
          <a:custGeom>
            <a:avLst/>
            <a:gdLst/>
            <a:ahLst/>
            <a:cxnLst/>
            <a:rect l="l" t="t" r="r" b="b"/>
            <a:pathLst>
              <a:path w="609600" h="3329940">
                <a:moveTo>
                  <a:pt x="609104" y="801865"/>
                </a:moveTo>
                <a:lnTo>
                  <a:pt x="608939" y="801865"/>
                </a:lnTo>
                <a:lnTo>
                  <a:pt x="531342" y="591362"/>
                </a:lnTo>
                <a:lnTo>
                  <a:pt x="528904" y="584720"/>
                </a:lnTo>
                <a:lnTo>
                  <a:pt x="525145" y="574459"/>
                </a:lnTo>
                <a:lnTo>
                  <a:pt x="313499" y="12"/>
                </a:lnTo>
                <a:lnTo>
                  <a:pt x="313575" y="444"/>
                </a:lnTo>
                <a:lnTo>
                  <a:pt x="313423" y="0"/>
                </a:lnTo>
                <a:lnTo>
                  <a:pt x="17919" y="801865"/>
                </a:lnTo>
                <a:lnTo>
                  <a:pt x="17907" y="856576"/>
                </a:lnTo>
                <a:lnTo>
                  <a:pt x="0" y="856576"/>
                </a:lnTo>
                <a:lnTo>
                  <a:pt x="0" y="881875"/>
                </a:lnTo>
                <a:lnTo>
                  <a:pt x="17907" y="881875"/>
                </a:lnTo>
                <a:lnTo>
                  <a:pt x="17907" y="914857"/>
                </a:lnTo>
                <a:lnTo>
                  <a:pt x="0" y="914857"/>
                </a:lnTo>
                <a:lnTo>
                  <a:pt x="0" y="940155"/>
                </a:lnTo>
                <a:lnTo>
                  <a:pt x="17907" y="940155"/>
                </a:lnTo>
                <a:lnTo>
                  <a:pt x="17907" y="973137"/>
                </a:lnTo>
                <a:lnTo>
                  <a:pt x="0" y="973137"/>
                </a:lnTo>
                <a:lnTo>
                  <a:pt x="0" y="998435"/>
                </a:lnTo>
                <a:lnTo>
                  <a:pt x="17907" y="998435"/>
                </a:lnTo>
                <a:lnTo>
                  <a:pt x="17907" y="1031405"/>
                </a:lnTo>
                <a:lnTo>
                  <a:pt x="0" y="1031405"/>
                </a:lnTo>
                <a:lnTo>
                  <a:pt x="0" y="1056703"/>
                </a:lnTo>
                <a:lnTo>
                  <a:pt x="17907" y="1056703"/>
                </a:lnTo>
                <a:lnTo>
                  <a:pt x="17907" y="1089685"/>
                </a:lnTo>
                <a:lnTo>
                  <a:pt x="0" y="1089685"/>
                </a:lnTo>
                <a:lnTo>
                  <a:pt x="0" y="1114983"/>
                </a:lnTo>
                <a:lnTo>
                  <a:pt x="17907" y="1114983"/>
                </a:lnTo>
                <a:lnTo>
                  <a:pt x="17907" y="1147965"/>
                </a:lnTo>
                <a:lnTo>
                  <a:pt x="0" y="1147965"/>
                </a:lnTo>
                <a:lnTo>
                  <a:pt x="0" y="1173264"/>
                </a:lnTo>
                <a:lnTo>
                  <a:pt x="17907" y="1173264"/>
                </a:lnTo>
                <a:lnTo>
                  <a:pt x="17907" y="1206246"/>
                </a:lnTo>
                <a:lnTo>
                  <a:pt x="0" y="1206246"/>
                </a:lnTo>
                <a:lnTo>
                  <a:pt x="0" y="1231544"/>
                </a:lnTo>
                <a:lnTo>
                  <a:pt x="17907" y="1231544"/>
                </a:lnTo>
                <a:lnTo>
                  <a:pt x="17907" y="1264526"/>
                </a:lnTo>
                <a:lnTo>
                  <a:pt x="0" y="1264526"/>
                </a:lnTo>
                <a:lnTo>
                  <a:pt x="0" y="1289824"/>
                </a:lnTo>
                <a:lnTo>
                  <a:pt x="17907" y="1289824"/>
                </a:lnTo>
                <a:lnTo>
                  <a:pt x="17907" y="1322793"/>
                </a:lnTo>
                <a:lnTo>
                  <a:pt x="0" y="1322793"/>
                </a:lnTo>
                <a:lnTo>
                  <a:pt x="0" y="1348092"/>
                </a:lnTo>
                <a:lnTo>
                  <a:pt x="17907" y="1348092"/>
                </a:lnTo>
                <a:lnTo>
                  <a:pt x="17907" y="1381074"/>
                </a:lnTo>
                <a:lnTo>
                  <a:pt x="0" y="1381074"/>
                </a:lnTo>
                <a:lnTo>
                  <a:pt x="0" y="1406372"/>
                </a:lnTo>
                <a:lnTo>
                  <a:pt x="17907" y="1406372"/>
                </a:lnTo>
                <a:lnTo>
                  <a:pt x="17907" y="1439354"/>
                </a:lnTo>
                <a:lnTo>
                  <a:pt x="0" y="1439354"/>
                </a:lnTo>
                <a:lnTo>
                  <a:pt x="0" y="1464652"/>
                </a:lnTo>
                <a:lnTo>
                  <a:pt x="17907" y="1464652"/>
                </a:lnTo>
                <a:lnTo>
                  <a:pt x="17907" y="1497634"/>
                </a:lnTo>
                <a:lnTo>
                  <a:pt x="0" y="1497634"/>
                </a:lnTo>
                <a:lnTo>
                  <a:pt x="0" y="1522933"/>
                </a:lnTo>
                <a:lnTo>
                  <a:pt x="17907" y="1522933"/>
                </a:lnTo>
                <a:lnTo>
                  <a:pt x="17907" y="1555927"/>
                </a:lnTo>
                <a:lnTo>
                  <a:pt x="0" y="1555927"/>
                </a:lnTo>
                <a:lnTo>
                  <a:pt x="0" y="1581213"/>
                </a:lnTo>
                <a:lnTo>
                  <a:pt x="17907" y="1581213"/>
                </a:lnTo>
                <a:lnTo>
                  <a:pt x="17907" y="1614195"/>
                </a:lnTo>
                <a:lnTo>
                  <a:pt x="0" y="1614195"/>
                </a:lnTo>
                <a:lnTo>
                  <a:pt x="0" y="1639493"/>
                </a:lnTo>
                <a:lnTo>
                  <a:pt x="17907" y="1639493"/>
                </a:lnTo>
                <a:lnTo>
                  <a:pt x="17907" y="1672475"/>
                </a:lnTo>
                <a:lnTo>
                  <a:pt x="0" y="1672475"/>
                </a:lnTo>
                <a:lnTo>
                  <a:pt x="0" y="1697774"/>
                </a:lnTo>
                <a:lnTo>
                  <a:pt x="17907" y="1697774"/>
                </a:lnTo>
                <a:lnTo>
                  <a:pt x="17907" y="1730756"/>
                </a:lnTo>
                <a:lnTo>
                  <a:pt x="0" y="1730756"/>
                </a:lnTo>
                <a:lnTo>
                  <a:pt x="0" y="1756054"/>
                </a:lnTo>
                <a:lnTo>
                  <a:pt x="17907" y="1756054"/>
                </a:lnTo>
                <a:lnTo>
                  <a:pt x="17907" y="1789036"/>
                </a:lnTo>
                <a:lnTo>
                  <a:pt x="0" y="1789036"/>
                </a:lnTo>
                <a:lnTo>
                  <a:pt x="0" y="1814334"/>
                </a:lnTo>
                <a:lnTo>
                  <a:pt x="17907" y="1814334"/>
                </a:lnTo>
                <a:lnTo>
                  <a:pt x="17907" y="1847316"/>
                </a:lnTo>
                <a:lnTo>
                  <a:pt x="0" y="1847316"/>
                </a:lnTo>
                <a:lnTo>
                  <a:pt x="0" y="1872615"/>
                </a:lnTo>
                <a:lnTo>
                  <a:pt x="17907" y="1872615"/>
                </a:lnTo>
                <a:lnTo>
                  <a:pt x="17907" y="1905596"/>
                </a:lnTo>
                <a:lnTo>
                  <a:pt x="0" y="1905596"/>
                </a:lnTo>
                <a:lnTo>
                  <a:pt x="0" y="1930895"/>
                </a:lnTo>
                <a:lnTo>
                  <a:pt x="17907" y="1930895"/>
                </a:lnTo>
                <a:lnTo>
                  <a:pt x="17907" y="1963864"/>
                </a:lnTo>
                <a:lnTo>
                  <a:pt x="0" y="1963864"/>
                </a:lnTo>
                <a:lnTo>
                  <a:pt x="0" y="1989162"/>
                </a:lnTo>
                <a:lnTo>
                  <a:pt x="17907" y="1989162"/>
                </a:lnTo>
                <a:lnTo>
                  <a:pt x="17907" y="2022144"/>
                </a:lnTo>
                <a:lnTo>
                  <a:pt x="0" y="2022144"/>
                </a:lnTo>
                <a:lnTo>
                  <a:pt x="0" y="2047443"/>
                </a:lnTo>
                <a:lnTo>
                  <a:pt x="17907" y="2047443"/>
                </a:lnTo>
                <a:lnTo>
                  <a:pt x="17907" y="2080425"/>
                </a:lnTo>
                <a:lnTo>
                  <a:pt x="0" y="2080425"/>
                </a:lnTo>
                <a:lnTo>
                  <a:pt x="0" y="2105723"/>
                </a:lnTo>
                <a:lnTo>
                  <a:pt x="17907" y="2105723"/>
                </a:lnTo>
                <a:lnTo>
                  <a:pt x="17907" y="2138705"/>
                </a:lnTo>
                <a:lnTo>
                  <a:pt x="0" y="2138705"/>
                </a:lnTo>
                <a:lnTo>
                  <a:pt x="0" y="2164003"/>
                </a:lnTo>
                <a:lnTo>
                  <a:pt x="17907" y="2164003"/>
                </a:lnTo>
                <a:lnTo>
                  <a:pt x="17907" y="2196985"/>
                </a:lnTo>
                <a:lnTo>
                  <a:pt x="0" y="2196985"/>
                </a:lnTo>
                <a:lnTo>
                  <a:pt x="0" y="2222284"/>
                </a:lnTo>
                <a:lnTo>
                  <a:pt x="17907" y="2222284"/>
                </a:lnTo>
                <a:lnTo>
                  <a:pt x="17907" y="2255266"/>
                </a:lnTo>
                <a:lnTo>
                  <a:pt x="0" y="2255266"/>
                </a:lnTo>
                <a:lnTo>
                  <a:pt x="0" y="2280564"/>
                </a:lnTo>
                <a:lnTo>
                  <a:pt x="17907" y="2280564"/>
                </a:lnTo>
                <a:lnTo>
                  <a:pt x="17907" y="2313546"/>
                </a:lnTo>
                <a:lnTo>
                  <a:pt x="0" y="2313546"/>
                </a:lnTo>
                <a:lnTo>
                  <a:pt x="0" y="2338844"/>
                </a:lnTo>
                <a:lnTo>
                  <a:pt x="17907" y="2338844"/>
                </a:lnTo>
                <a:lnTo>
                  <a:pt x="17907" y="2371826"/>
                </a:lnTo>
                <a:lnTo>
                  <a:pt x="0" y="2371826"/>
                </a:lnTo>
                <a:lnTo>
                  <a:pt x="0" y="2397125"/>
                </a:lnTo>
                <a:lnTo>
                  <a:pt x="17907" y="2397125"/>
                </a:lnTo>
                <a:lnTo>
                  <a:pt x="17907" y="2430107"/>
                </a:lnTo>
                <a:lnTo>
                  <a:pt x="0" y="2430107"/>
                </a:lnTo>
                <a:lnTo>
                  <a:pt x="0" y="2455405"/>
                </a:lnTo>
                <a:lnTo>
                  <a:pt x="17907" y="2455405"/>
                </a:lnTo>
                <a:lnTo>
                  <a:pt x="17907" y="2488387"/>
                </a:lnTo>
                <a:lnTo>
                  <a:pt x="0" y="2488387"/>
                </a:lnTo>
                <a:lnTo>
                  <a:pt x="0" y="2513685"/>
                </a:lnTo>
                <a:lnTo>
                  <a:pt x="17907" y="2513685"/>
                </a:lnTo>
                <a:lnTo>
                  <a:pt x="17907" y="2546654"/>
                </a:lnTo>
                <a:lnTo>
                  <a:pt x="0" y="2546654"/>
                </a:lnTo>
                <a:lnTo>
                  <a:pt x="0" y="2571953"/>
                </a:lnTo>
                <a:lnTo>
                  <a:pt x="17907" y="2571953"/>
                </a:lnTo>
                <a:lnTo>
                  <a:pt x="17907" y="2604935"/>
                </a:lnTo>
                <a:lnTo>
                  <a:pt x="0" y="2604935"/>
                </a:lnTo>
                <a:lnTo>
                  <a:pt x="0" y="2630233"/>
                </a:lnTo>
                <a:lnTo>
                  <a:pt x="17907" y="2630233"/>
                </a:lnTo>
                <a:lnTo>
                  <a:pt x="17907" y="2663215"/>
                </a:lnTo>
                <a:lnTo>
                  <a:pt x="0" y="2663215"/>
                </a:lnTo>
                <a:lnTo>
                  <a:pt x="0" y="2688513"/>
                </a:lnTo>
                <a:lnTo>
                  <a:pt x="17907" y="2688513"/>
                </a:lnTo>
                <a:lnTo>
                  <a:pt x="17907" y="2721495"/>
                </a:lnTo>
                <a:lnTo>
                  <a:pt x="0" y="2721495"/>
                </a:lnTo>
                <a:lnTo>
                  <a:pt x="0" y="2746794"/>
                </a:lnTo>
                <a:lnTo>
                  <a:pt x="17907" y="2746794"/>
                </a:lnTo>
                <a:lnTo>
                  <a:pt x="17907" y="2779776"/>
                </a:lnTo>
                <a:lnTo>
                  <a:pt x="0" y="2779776"/>
                </a:lnTo>
                <a:lnTo>
                  <a:pt x="0" y="2805074"/>
                </a:lnTo>
                <a:lnTo>
                  <a:pt x="17907" y="2805074"/>
                </a:lnTo>
                <a:lnTo>
                  <a:pt x="17907" y="2838056"/>
                </a:lnTo>
                <a:lnTo>
                  <a:pt x="0" y="2838056"/>
                </a:lnTo>
                <a:lnTo>
                  <a:pt x="0" y="2863354"/>
                </a:lnTo>
                <a:lnTo>
                  <a:pt x="17907" y="2863354"/>
                </a:lnTo>
                <a:lnTo>
                  <a:pt x="17907" y="2896336"/>
                </a:lnTo>
                <a:lnTo>
                  <a:pt x="0" y="2896336"/>
                </a:lnTo>
                <a:lnTo>
                  <a:pt x="0" y="2921635"/>
                </a:lnTo>
                <a:lnTo>
                  <a:pt x="17907" y="2921635"/>
                </a:lnTo>
                <a:lnTo>
                  <a:pt x="17907" y="2954617"/>
                </a:lnTo>
                <a:lnTo>
                  <a:pt x="0" y="2954617"/>
                </a:lnTo>
                <a:lnTo>
                  <a:pt x="0" y="2979915"/>
                </a:lnTo>
                <a:lnTo>
                  <a:pt x="17907" y="2979915"/>
                </a:lnTo>
                <a:lnTo>
                  <a:pt x="17907" y="3012897"/>
                </a:lnTo>
                <a:lnTo>
                  <a:pt x="0" y="3012897"/>
                </a:lnTo>
                <a:lnTo>
                  <a:pt x="0" y="3038195"/>
                </a:lnTo>
                <a:lnTo>
                  <a:pt x="17907" y="3038195"/>
                </a:lnTo>
                <a:lnTo>
                  <a:pt x="17907" y="3071177"/>
                </a:lnTo>
                <a:lnTo>
                  <a:pt x="0" y="3071177"/>
                </a:lnTo>
                <a:lnTo>
                  <a:pt x="0" y="3096476"/>
                </a:lnTo>
                <a:lnTo>
                  <a:pt x="17907" y="3096476"/>
                </a:lnTo>
                <a:lnTo>
                  <a:pt x="17907" y="3129457"/>
                </a:lnTo>
                <a:lnTo>
                  <a:pt x="0" y="3129457"/>
                </a:lnTo>
                <a:lnTo>
                  <a:pt x="0" y="3154756"/>
                </a:lnTo>
                <a:lnTo>
                  <a:pt x="17907" y="3154756"/>
                </a:lnTo>
                <a:lnTo>
                  <a:pt x="17907" y="3187725"/>
                </a:lnTo>
                <a:lnTo>
                  <a:pt x="0" y="3187725"/>
                </a:lnTo>
                <a:lnTo>
                  <a:pt x="0" y="3213023"/>
                </a:lnTo>
                <a:lnTo>
                  <a:pt x="17907" y="3213023"/>
                </a:lnTo>
                <a:lnTo>
                  <a:pt x="17907" y="3246005"/>
                </a:lnTo>
                <a:lnTo>
                  <a:pt x="0" y="3246005"/>
                </a:lnTo>
                <a:lnTo>
                  <a:pt x="0" y="3271304"/>
                </a:lnTo>
                <a:lnTo>
                  <a:pt x="17907" y="3271304"/>
                </a:lnTo>
                <a:lnTo>
                  <a:pt x="17907" y="3304286"/>
                </a:lnTo>
                <a:lnTo>
                  <a:pt x="0" y="3304286"/>
                </a:lnTo>
                <a:lnTo>
                  <a:pt x="0" y="3329584"/>
                </a:lnTo>
                <a:lnTo>
                  <a:pt x="17907" y="3329584"/>
                </a:lnTo>
                <a:lnTo>
                  <a:pt x="50711" y="3329584"/>
                </a:lnTo>
                <a:lnTo>
                  <a:pt x="362318" y="3329584"/>
                </a:lnTo>
                <a:lnTo>
                  <a:pt x="408660" y="3329584"/>
                </a:lnTo>
                <a:lnTo>
                  <a:pt x="460806" y="3329584"/>
                </a:lnTo>
                <a:lnTo>
                  <a:pt x="609104" y="3329584"/>
                </a:lnTo>
                <a:lnTo>
                  <a:pt x="609104" y="3328682"/>
                </a:lnTo>
                <a:lnTo>
                  <a:pt x="609104" y="1275816"/>
                </a:lnTo>
                <a:lnTo>
                  <a:pt x="609104" y="801865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" name="object 140" descr=""/>
          <p:cNvSpPr/>
          <p:nvPr/>
        </p:nvSpPr>
        <p:spPr>
          <a:xfrm>
            <a:off x="3640239" y="5824264"/>
            <a:ext cx="664210" cy="2585720"/>
          </a:xfrm>
          <a:custGeom>
            <a:avLst/>
            <a:gdLst/>
            <a:ahLst/>
            <a:cxnLst/>
            <a:rect l="l" t="t" r="r" b="b"/>
            <a:pathLst>
              <a:path w="664210" h="2585720">
                <a:moveTo>
                  <a:pt x="664108" y="199898"/>
                </a:moveTo>
                <a:lnTo>
                  <a:pt x="600240" y="199898"/>
                </a:lnTo>
                <a:lnTo>
                  <a:pt x="600240" y="98120"/>
                </a:lnTo>
                <a:lnTo>
                  <a:pt x="631088" y="98120"/>
                </a:lnTo>
                <a:lnTo>
                  <a:pt x="631088" y="0"/>
                </a:lnTo>
                <a:lnTo>
                  <a:pt x="49809" y="0"/>
                </a:lnTo>
                <a:lnTo>
                  <a:pt x="49809" y="98120"/>
                </a:lnTo>
                <a:lnTo>
                  <a:pt x="80632" y="98120"/>
                </a:lnTo>
                <a:lnTo>
                  <a:pt x="80632" y="199898"/>
                </a:lnTo>
                <a:lnTo>
                  <a:pt x="0" y="199898"/>
                </a:lnTo>
                <a:lnTo>
                  <a:pt x="0" y="2585262"/>
                </a:lnTo>
                <a:lnTo>
                  <a:pt x="408673" y="2585262"/>
                </a:lnTo>
                <a:lnTo>
                  <a:pt x="664108" y="2585262"/>
                </a:lnTo>
                <a:lnTo>
                  <a:pt x="664108" y="199898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" name="object 141" descr=""/>
          <p:cNvSpPr/>
          <p:nvPr/>
        </p:nvSpPr>
        <p:spPr>
          <a:xfrm>
            <a:off x="5473687" y="6622484"/>
            <a:ext cx="565785" cy="1793875"/>
          </a:xfrm>
          <a:custGeom>
            <a:avLst/>
            <a:gdLst/>
            <a:ahLst/>
            <a:cxnLst/>
            <a:rect l="l" t="t" r="r" b="b"/>
            <a:pathLst>
              <a:path w="565785" h="1793875">
                <a:moveTo>
                  <a:pt x="565645" y="596"/>
                </a:moveTo>
                <a:lnTo>
                  <a:pt x="541286" y="596"/>
                </a:lnTo>
                <a:lnTo>
                  <a:pt x="541286" y="9080"/>
                </a:lnTo>
                <a:lnTo>
                  <a:pt x="430288" y="9080"/>
                </a:lnTo>
                <a:lnTo>
                  <a:pt x="430288" y="596"/>
                </a:lnTo>
                <a:lnTo>
                  <a:pt x="405917" y="596"/>
                </a:lnTo>
                <a:lnTo>
                  <a:pt x="405917" y="9080"/>
                </a:lnTo>
                <a:lnTo>
                  <a:pt x="294932" y="9080"/>
                </a:lnTo>
                <a:lnTo>
                  <a:pt x="294932" y="596"/>
                </a:lnTo>
                <a:lnTo>
                  <a:pt x="270560" y="596"/>
                </a:lnTo>
                <a:lnTo>
                  <a:pt x="270560" y="9080"/>
                </a:lnTo>
                <a:lnTo>
                  <a:pt x="159562" y="9080"/>
                </a:lnTo>
                <a:lnTo>
                  <a:pt x="159562" y="596"/>
                </a:lnTo>
                <a:lnTo>
                  <a:pt x="135191" y="596"/>
                </a:lnTo>
                <a:lnTo>
                  <a:pt x="135191" y="9080"/>
                </a:lnTo>
                <a:lnTo>
                  <a:pt x="24371" y="9080"/>
                </a:lnTo>
                <a:lnTo>
                  <a:pt x="24371" y="0"/>
                </a:lnTo>
                <a:lnTo>
                  <a:pt x="0" y="0"/>
                </a:lnTo>
                <a:lnTo>
                  <a:pt x="0" y="1793621"/>
                </a:lnTo>
                <a:lnTo>
                  <a:pt x="2540" y="1793621"/>
                </a:lnTo>
                <a:lnTo>
                  <a:pt x="24193" y="1793621"/>
                </a:lnTo>
                <a:lnTo>
                  <a:pt x="565645" y="1793621"/>
                </a:lnTo>
                <a:lnTo>
                  <a:pt x="565645" y="9080"/>
                </a:lnTo>
                <a:lnTo>
                  <a:pt x="565645" y="596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" name="object 142" descr=""/>
          <p:cNvSpPr/>
          <p:nvPr/>
        </p:nvSpPr>
        <p:spPr>
          <a:xfrm>
            <a:off x="6079782" y="5610421"/>
            <a:ext cx="770255" cy="2806065"/>
          </a:xfrm>
          <a:custGeom>
            <a:avLst/>
            <a:gdLst/>
            <a:ahLst/>
            <a:cxnLst/>
            <a:rect l="l" t="t" r="r" b="b"/>
            <a:pathLst>
              <a:path w="770254" h="2806065">
                <a:moveTo>
                  <a:pt x="769924" y="173151"/>
                </a:moveTo>
                <a:lnTo>
                  <a:pt x="547573" y="173151"/>
                </a:lnTo>
                <a:lnTo>
                  <a:pt x="547573" y="0"/>
                </a:lnTo>
                <a:lnTo>
                  <a:pt x="108851" y="0"/>
                </a:lnTo>
                <a:lnTo>
                  <a:pt x="108851" y="107530"/>
                </a:lnTo>
                <a:lnTo>
                  <a:pt x="0" y="107530"/>
                </a:lnTo>
                <a:lnTo>
                  <a:pt x="0" y="424903"/>
                </a:lnTo>
                <a:lnTo>
                  <a:pt x="292442" y="424903"/>
                </a:lnTo>
                <a:lnTo>
                  <a:pt x="292442" y="240855"/>
                </a:lnTo>
                <a:lnTo>
                  <a:pt x="414528" y="240855"/>
                </a:lnTo>
                <a:lnTo>
                  <a:pt x="414528" y="2805569"/>
                </a:lnTo>
                <a:lnTo>
                  <a:pt x="769924" y="2805569"/>
                </a:lnTo>
                <a:lnTo>
                  <a:pt x="769924" y="173151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" name="object 143" descr=""/>
          <p:cNvSpPr/>
          <p:nvPr/>
        </p:nvSpPr>
        <p:spPr>
          <a:xfrm>
            <a:off x="5904207" y="5783478"/>
            <a:ext cx="84455" cy="252095"/>
          </a:xfrm>
          <a:custGeom>
            <a:avLst/>
            <a:gdLst/>
            <a:ahLst/>
            <a:cxnLst/>
            <a:rect l="l" t="t" r="r" b="b"/>
            <a:pathLst>
              <a:path w="84454" h="252095">
                <a:moveTo>
                  <a:pt x="84248" y="0"/>
                </a:moveTo>
                <a:lnTo>
                  <a:pt x="0" y="0"/>
                </a:lnTo>
                <a:lnTo>
                  <a:pt x="0" y="251845"/>
                </a:lnTo>
                <a:lnTo>
                  <a:pt x="84248" y="251845"/>
                </a:lnTo>
                <a:lnTo>
                  <a:pt x="84248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" name="object 144" descr=""/>
          <p:cNvSpPr/>
          <p:nvPr/>
        </p:nvSpPr>
        <p:spPr>
          <a:xfrm>
            <a:off x="5854522" y="5783941"/>
            <a:ext cx="758190" cy="2593340"/>
          </a:xfrm>
          <a:custGeom>
            <a:avLst/>
            <a:gdLst/>
            <a:ahLst/>
            <a:cxnLst/>
            <a:rect l="l" t="t" r="r" b="b"/>
            <a:pathLst>
              <a:path w="758190" h="2593340">
                <a:moveTo>
                  <a:pt x="757872" y="251853"/>
                </a:moveTo>
                <a:lnTo>
                  <a:pt x="725068" y="251853"/>
                </a:lnTo>
                <a:lnTo>
                  <a:pt x="725068" y="0"/>
                </a:lnTo>
                <a:lnTo>
                  <a:pt x="640829" y="0"/>
                </a:lnTo>
                <a:lnTo>
                  <a:pt x="640829" y="67818"/>
                </a:lnTo>
                <a:lnTo>
                  <a:pt x="487502" y="67818"/>
                </a:lnTo>
                <a:lnTo>
                  <a:pt x="487502" y="151853"/>
                </a:lnTo>
                <a:lnTo>
                  <a:pt x="270370" y="151853"/>
                </a:lnTo>
                <a:lnTo>
                  <a:pt x="270370" y="67335"/>
                </a:lnTo>
                <a:lnTo>
                  <a:pt x="97485" y="67335"/>
                </a:lnTo>
                <a:lnTo>
                  <a:pt x="97485" y="249618"/>
                </a:lnTo>
                <a:lnTo>
                  <a:pt x="0" y="249618"/>
                </a:lnTo>
                <a:lnTo>
                  <a:pt x="0" y="2593327"/>
                </a:lnTo>
                <a:lnTo>
                  <a:pt x="757872" y="2593327"/>
                </a:lnTo>
                <a:lnTo>
                  <a:pt x="757872" y="251853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" name="object 145" descr=""/>
          <p:cNvSpPr/>
          <p:nvPr/>
        </p:nvSpPr>
        <p:spPr>
          <a:xfrm>
            <a:off x="6188638" y="5610426"/>
            <a:ext cx="95885" cy="107950"/>
          </a:xfrm>
          <a:custGeom>
            <a:avLst/>
            <a:gdLst/>
            <a:ahLst/>
            <a:cxnLst/>
            <a:rect l="l" t="t" r="r" b="b"/>
            <a:pathLst>
              <a:path w="95885" h="107950">
                <a:moveTo>
                  <a:pt x="95410" y="0"/>
                </a:moveTo>
                <a:lnTo>
                  <a:pt x="0" y="0"/>
                </a:lnTo>
                <a:lnTo>
                  <a:pt x="0" y="107525"/>
                </a:lnTo>
                <a:lnTo>
                  <a:pt x="95410" y="107525"/>
                </a:lnTo>
                <a:lnTo>
                  <a:pt x="95410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" name="object 146" descr=""/>
          <p:cNvSpPr/>
          <p:nvPr/>
        </p:nvSpPr>
        <p:spPr>
          <a:xfrm>
            <a:off x="6198857" y="5993656"/>
            <a:ext cx="67945" cy="2383790"/>
          </a:xfrm>
          <a:custGeom>
            <a:avLst/>
            <a:gdLst/>
            <a:ahLst/>
            <a:cxnLst/>
            <a:rect l="l" t="t" r="r" b="b"/>
            <a:pathLst>
              <a:path w="67945" h="2383790">
                <a:moveTo>
                  <a:pt x="19773" y="0"/>
                </a:moveTo>
                <a:lnTo>
                  <a:pt x="0" y="0"/>
                </a:lnTo>
                <a:lnTo>
                  <a:pt x="0" y="2383612"/>
                </a:lnTo>
                <a:lnTo>
                  <a:pt x="19773" y="2383612"/>
                </a:lnTo>
                <a:lnTo>
                  <a:pt x="19773" y="0"/>
                </a:lnTo>
                <a:close/>
              </a:path>
              <a:path w="67945" h="2383790">
                <a:moveTo>
                  <a:pt x="43865" y="0"/>
                </a:moveTo>
                <a:lnTo>
                  <a:pt x="24104" y="0"/>
                </a:lnTo>
                <a:lnTo>
                  <a:pt x="24104" y="2383612"/>
                </a:lnTo>
                <a:lnTo>
                  <a:pt x="43865" y="2383612"/>
                </a:lnTo>
                <a:lnTo>
                  <a:pt x="43865" y="0"/>
                </a:lnTo>
                <a:close/>
              </a:path>
              <a:path w="67945" h="2383790">
                <a:moveTo>
                  <a:pt x="67741" y="355"/>
                </a:moveTo>
                <a:lnTo>
                  <a:pt x="47967" y="355"/>
                </a:lnTo>
                <a:lnTo>
                  <a:pt x="47967" y="2383612"/>
                </a:lnTo>
                <a:lnTo>
                  <a:pt x="67741" y="2383612"/>
                </a:lnTo>
                <a:lnTo>
                  <a:pt x="67741" y="355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" name="object 147" descr=""/>
          <p:cNvSpPr/>
          <p:nvPr/>
        </p:nvSpPr>
        <p:spPr>
          <a:xfrm>
            <a:off x="6279672" y="5851748"/>
            <a:ext cx="35560" cy="73660"/>
          </a:xfrm>
          <a:custGeom>
            <a:avLst/>
            <a:gdLst/>
            <a:ahLst/>
            <a:cxnLst/>
            <a:rect l="l" t="t" r="r" b="b"/>
            <a:pathLst>
              <a:path w="35560" h="73660">
                <a:moveTo>
                  <a:pt x="35402" y="0"/>
                </a:moveTo>
                <a:lnTo>
                  <a:pt x="0" y="0"/>
                </a:lnTo>
                <a:lnTo>
                  <a:pt x="0" y="73243"/>
                </a:lnTo>
                <a:lnTo>
                  <a:pt x="35402" y="73243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" name="object 148" descr=""/>
          <p:cNvSpPr/>
          <p:nvPr/>
        </p:nvSpPr>
        <p:spPr>
          <a:xfrm>
            <a:off x="6285431" y="5993650"/>
            <a:ext cx="35560" cy="73660"/>
          </a:xfrm>
          <a:custGeom>
            <a:avLst/>
            <a:gdLst/>
            <a:ahLst/>
            <a:cxnLst/>
            <a:rect l="l" t="t" r="r" b="b"/>
            <a:pathLst>
              <a:path w="35560" h="73660">
                <a:moveTo>
                  <a:pt x="35402" y="0"/>
                </a:moveTo>
                <a:lnTo>
                  <a:pt x="0" y="0"/>
                </a:lnTo>
                <a:lnTo>
                  <a:pt x="0" y="73243"/>
                </a:lnTo>
                <a:lnTo>
                  <a:pt x="35402" y="73243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" name="object 149" descr=""/>
          <p:cNvSpPr/>
          <p:nvPr/>
        </p:nvSpPr>
        <p:spPr>
          <a:xfrm>
            <a:off x="6285431" y="6115981"/>
            <a:ext cx="35560" cy="73660"/>
          </a:xfrm>
          <a:custGeom>
            <a:avLst/>
            <a:gdLst/>
            <a:ahLst/>
            <a:cxnLst/>
            <a:rect l="l" t="t" r="r" b="b"/>
            <a:pathLst>
              <a:path w="35560" h="73660">
                <a:moveTo>
                  <a:pt x="35402" y="0"/>
                </a:moveTo>
                <a:lnTo>
                  <a:pt x="0" y="0"/>
                </a:lnTo>
                <a:lnTo>
                  <a:pt x="0" y="73243"/>
                </a:lnTo>
                <a:lnTo>
                  <a:pt x="35402" y="73243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" name="object 150" descr=""/>
          <p:cNvSpPr/>
          <p:nvPr/>
        </p:nvSpPr>
        <p:spPr>
          <a:xfrm>
            <a:off x="6285431" y="6238323"/>
            <a:ext cx="35560" cy="73660"/>
          </a:xfrm>
          <a:custGeom>
            <a:avLst/>
            <a:gdLst/>
            <a:ahLst/>
            <a:cxnLst/>
            <a:rect l="l" t="t" r="r" b="b"/>
            <a:pathLst>
              <a:path w="35560" h="73660">
                <a:moveTo>
                  <a:pt x="35402" y="0"/>
                </a:moveTo>
                <a:lnTo>
                  <a:pt x="0" y="0"/>
                </a:lnTo>
                <a:lnTo>
                  <a:pt x="0" y="73233"/>
                </a:lnTo>
                <a:lnTo>
                  <a:pt x="35402" y="73233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" name="object 151" descr=""/>
          <p:cNvSpPr/>
          <p:nvPr/>
        </p:nvSpPr>
        <p:spPr>
          <a:xfrm>
            <a:off x="6285431" y="6360664"/>
            <a:ext cx="35560" cy="73660"/>
          </a:xfrm>
          <a:custGeom>
            <a:avLst/>
            <a:gdLst/>
            <a:ahLst/>
            <a:cxnLst/>
            <a:rect l="l" t="t" r="r" b="b"/>
            <a:pathLst>
              <a:path w="35560" h="73660">
                <a:moveTo>
                  <a:pt x="35402" y="0"/>
                </a:moveTo>
                <a:lnTo>
                  <a:pt x="0" y="0"/>
                </a:lnTo>
                <a:lnTo>
                  <a:pt x="0" y="73233"/>
                </a:lnTo>
                <a:lnTo>
                  <a:pt x="35402" y="73233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" name="object 152" descr=""/>
          <p:cNvSpPr/>
          <p:nvPr/>
        </p:nvSpPr>
        <p:spPr>
          <a:xfrm>
            <a:off x="6285431" y="6482986"/>
            <a:ext cx="35560" cy="73660"/>
          </a:xfrm>
          <a:custGeom>
            <a:avLst/>
            <a:gdLst/>
            <a:ahLst/>
            <a:cxnLst/>
            <a:rect l="l" t="t" r="r" b="b"/>
            <a:pathLst>
              <a:path w="35560" h="73659">
                <a:moveTo>
                  <a:pt x="35402" y="0"/>
                </a:moveTo>
                <a:lnTo>
                  <a:pt x="0" y="0"/>
                </a:lnTo>
                <a:lnTo>
                  <a:pt x="0" y="73243"/>
                </a:lnTo>
                <a:lnTo>
                  <a:pt x="35402" y="73243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" name="object 153" descr=""/>
          <p:cNvSpPr/>
          <p:nvPr/>
        </p:nvSpPr>
        <p:spPr>
          <a:xfrm>
            <a:off x="6285431" y="6605316"/>
            <a:ext cx="35560" cy="73660"/>
          </a:xfrm>
          <a:custGeom>
            <a:avLst/>
            <a:gdLst/>
            <a:ahLst/>
            <a:cxnLst/>
            <a:rect l="l" t="t" r="r" b="b"/>
            <a:pathLst>
              <a:path w="35560" h="73659">
                <a:moveTo>
                  <a:pt x="35402" y="0"/>
                </a:moveTo>
                <a:lnTo>
                  <a:pt x="0" y="0"/>
                </a:lnTo>
                <a:lnTo>
                  <a:pt x="0" y="73243"/>
                </a:lnTo>
                <a:lnTo>
                  <a:pt x="35402" y="73243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" name="object 154" descr=""/>
          <p:cNvSpPr/>
          <p:nvPr/>
        </p:nvSpPr>
        <p:spPr>
          <a:xfrm>
            <a:off x="6285431" y="6727669"/>
            <a:ext cx="35560" cy="73660"/>
          </a:xfrm>
          <a:custGeom>
            <a:avLst/>
            <a:gdLst/>
            <a:ahLst/>
            <a:cxnLst/>
            <a:rect l="l" t="t" r="r" b="b"/>
            <a:pathLst>
              <a:path w="35560" h="73659">
                <a:moveTo>
                  <a:pt x="35402" y="0"/>
                </a:moveTo>
                <a:lnTo>
                  <a:pt x="0" y="0"/>
                </a:lnTo>
                <a:lnTo>
                  <a:pt x="0" y="73233"/>
                </a:lnTo>
                <a:lnTo>
                  <a:pt x="35402" y="73233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" name="object 155" descr=""/>
          <p:cNvSpPr/>
          <p:nvPr/>
        </p:nvSpPr>
        <p:spPr>
          <a:xfrm>
            <a:off x="6285431" y="6850001"/>
            <a:ext cx="35560" cy="73660"/>
          </a:xfrm>
          <a:custGeom>
            <a:avLst/>
            <a:gdLst/>
            <a:ahLst/>
            <a:cxnLst/>
            <a:rect l="l" t="t" r="r" b="b"/>
            <a:pathLst>
              <a:path w="35560" h="73659">
                <a:moveTo>
                  <a:pt x="35402" y="0"/>
                </a:moveTo>
                <a:lnTo>
                  <a:pt x="0" y="0"/>
                </a:lnTo>
                <a:lnTo>
                  <a:pt x="0" y="73233"/>
                </a:lnTo>
                <a:lnTo>
                  <a:pt x="35402" y="73233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" name="object 156" descr=""/>
          <p:cNvSpPr/>
          <p:nvPr/>
        </p:nvSpPr>
        <p:spPr>
          <a:xfrm>
            <a:off x="6285431" y="6972332"/>
            <a:ext cx="35560" cy="73660"/>
          </a:xfrm>
          <a:custGeom>
            <a:avLst/>
            <a:gdLst/>
            <a:ahLst/>
            <a:cxnLst/>
            <a:rect l="l" t="t" r="r" b="b"/>
            <a:pathLst>
              <a:path w="35560" h="73659">
                <a:moveTo>
                  <a:pt x="35402" y="0"/>
                </a:moveTo>
                <a:lnTo>
                  <a:pt x="0" y="0"/>
                </a:lnTo>
                <a:lnTo>
                  <a:pt x="0" y="73233"/>
                </a:lnTo>
                <a:lnTo>
                  <a:pt x="35402" y="73233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" name="object 157" descr=""/>
          <p:cNvSpPr/>
          <p:nvPr/>
        </p:nvSpPr>
        <p:spPr>
          <a:xfrm>
            <a:off x="6285431" y="7094663"/>
            <a:ext cx="35560" cy="73660"/>
          </a:xfrm>
          <a:custGeom>
            <a:avLst/>
            <a:gdLst/>
            <a:ahLst/>
            <a:cxnLst/>
            <a:rect l="l" t="t" r="r" b="b"/>
            <a:pathLst>
              <a:path w="35560" h="73659">
                <a:moveTo>
                  <a:pt x="35402" y="0"/>
                </a:moveTo>
                <a:lnTo>
                  <a:pt x="0" y="0"/>
                </a:lnTo>
                <a:lnTo>
                  <a:pt x="0" y="73243"/>
                </a:lnTo>
                <a:lnTo>
                  <a:pt x="35402" y="73243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" name="object 158" descr=""/>
          <p:cNvSpPr/>
          <p:nvPr/>
        </p:nvSpPr>
        <p:spPr>
          <a:xfrm>
            <a:off x="6285431" y="7216995"/>
            <a:ext cx="35560" cy="73660"/>
          </a:xfrm>
          <a:custGeom>
            <a:avLst/>
            <a:gdLst/>
            <a:ahLst/>
            <a:cxnLst/>
            <a:rect l="l" t="t" r="r" b="b"/>
            <a:pathLst>
              <a:path w="35560" h="73659">
                <a:moveTo>
                  <a:pt x="35402" y="0"/>
                </a:moveTo>
                <a:lnTo>
                  <a:pt x="0" y="0"/>
                </a:lnTo>
                <a:lnTo>
                  <a:pt x="0" y="73243"/>
                </a:lnTo>
                <a:lnTo>
                  <a:pt x="35402" y="73243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" name="object 159" descr=""/>
          <p:cNvSpPr/>
          <p:nvPr/>
        </p:nvSpPr>
        <p:spPr>
          <a:xfrm>
            <a:off x="6285431" y="7339336"/>
            <a:ext cx="35560" cy="73660"/>
          </a:xfrm>
          <a:custGeom>
            <a:avLst/>
            <a:gdLst/>
            <a:ahLst/>
            <a:cxnLst/>
            <a:rect l="l" t="t" r="r" b="b"/>
            <a:pathLst>
              <a:path w="35560" h="73659">
                <a:moveTo>
                  <a:pt x="35402" y="0"/>
                </a:moveTo>
                <a:lnTo>
                  <a:pt x="0" y="0"/>
                </a:lnTo>
                <a:lnTo>
                  <a:pt x="0" y="73233"/>
                </a:lnTo>
                <a:lnTo>
                  <a:pt x="35402" y="73233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" name="object 160" descr=""/>
          <p:cNvSpPr/>
          <p:nvPr/>
        </p:nvSpPr>
        <p:spPr>
          <a:xfrm>
            <a:off x="6285431" y="7461667"/>
            <a:ext cx="35560" cy="73660"/>
          </a:xfrm>
          <a:custGeom>
            <a:avLst/>
            <a:gdLst/>
            <a:ahLst/>
            <a:cxnLst/>
            <a:rect l="l" t="t" r="r" b="b"/>
            <a:pathLst>
              <a:path w="35560" h="73659">
                <a:moveTo>
                  <a:pt x="35402" y="0"/>
                </a:moveTo>
                <a:lnTo>
                  <a:pt x="0" y="0"/>
                </a:lnTo>
                <a:lnTo>
                  <a:pt x="0" y="73233"/>
                </a:lnTo>
                <a:lnTo>
                  <a:pt x="35402" y="73233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" name="object 161" descr=""/>
          <p:cNvSpPr/>
          <p:nvPr/>
        </p:nvSpPr>
        <p:spPr>
          <a:xfrm>
            <a:off x="6285431" y="7583999"/>
            <a:ext cx="35560" cy="73660"/>
          </a:xfrm>
          <a:custGeom>
            <a:avLst/>
            <a:gdLst/>
            <a:ahLst/>
            <a:cxnLst/>
            <a:rect l="l" t="t" r="r" b="b"/>
            <a:pathLst>
              <a:path w="35560" h="73659">
                <a:moveTo>
                  <a:pt x="35402" y="0"/>
                </a:moveTo>
                <a:lnTo>
                  <a:pt x="0" y="0"/>
                </a:lnTo>
                <a:lnTo>
                  <a:pt x="0" y="73243"/>
                </a:lnTo>
                <a:lnTo>
                  <a:pt x="35402" y="73243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" name="object 162" descr=""/>
          <p:cNvSpPr/>
          <p:nvPr/>
        </p:nvSpPr>
        <p:spPr>
          <a:xfrm>
            <a:off x="6285431" y="7706331"/>
            <a:ext cx="35560" cy="73660"/>
          </a:xfrm>
          <a:custGeom>
            <a:avLst/>
            <a:gdLst/>
            <a:ahLst/>
            <a:cxnLst/>
            <a:rect l="l" t="t" r="r" b="b"/>
            <a:pathLst>
              <a:path w="35560" h="73659">
                <a:moveTo>
                  <a:pt x="35402" y="0"/>
                </a:moveTo>
                <a:lnTo>
                  <a:pt x="0" y="0"/>
                </a:lnTo>
                <a:lnTo>
                  <a:pt x="0" y="73243"/>
                </a:lnTo>
                <a:lnTo>
                  <a:pt x="35402" y="73243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" name="object 163" descr=""/>
          <p:cNvSpPr/>
          <p:nvPr/>
        </p:nvSpPr>
        <p:spPr>
          <a:xfrm>
            <a:off x="6285431" y="7828662"/>
            <a:ext cx="35560" cy="73660"/>
          </a:xfrm>
          <a:custGeom>
            <a:avLst/>
            <a:gdLst/>
            <a:ahLst/>
            <a:cxnLst/>
            <a:rect l="l" t="t" r="r" b="b"/>
            <a:pathLst>
              <a:path w="35560" h="73659">
                <a:moveTo>
                  <a:pt x="35402" y="0"/>
                </a:moveTo>
                <a:lnTo>
                  <a:pt x="0" y="0"/>
                </a:lnTo>
                <a:lnTo>
                  <a:pt x="0" y="73243"/>
                </a:lnTo>
                <a:lnTo>
                  <a:pt x="35402" y="73243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" name="object 164" descr=""/>
          <p:cNvSpPr/>
          <p:nvPr/>
        </p:nvSpPr>
        <p:spPr>
          <a:xfrm>
            <a:off x="6285431" y="7951003"/>
            <a:ext cx="35560" cy="73660"/>
          </a:xfrm>
          <a:custGeom>
            <a:avLst/>
            <a:gdLst/>
            <a:ahLst/>
            <a:cxnLst/>
            <a:rect l="l" t="t" r="r" b="b"/>
            <a:pathLst>
              <a:path w="35560" h="73659">
                <a:moveTo>
                  <a:pt x="35402" y="0"/>
                </a:moveTo>
                <a:lnTo>
                  <a:pt x="0" y="0"/>
                </a:lnTo>
                <a:lnTo>
                  <a:pt x="0" y="73243"/>
                </a:lnTo>
                <a:lnTo>
                  <a:pt x="35402" y="73243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" name="object 165" descr=""/>
          <p:cNvSpPr/>
          <p:nvPr/>
        </p:nvSpPr>
        <p:spPr>
          <a:xfrm>
            <a:off x="6285431" y="8073335"/>
            <a:ext cx="35560" cy="73660"/>
          </a:xfrm>
          <a:custGeom>
            <a:avLst/>
            <a:gdLst/>
            <a:ahLst/>
            <a:cxnLst/>
            <a:rect l="l" t="t" r="r" b="b"/>
            <a:pathLst>
              <a:path w="35560" h="73659">
                <a:moveTo>
                  <a:pt x="35402" y="0"/>
                </a:moveTo>
                <a:lnTo>
                  <a:pt x="0" y="0"/>
                </a:lnTo>
                <a:lnTo>
                  <a:pt x="0" y="73243"/>
                </a:lnTo>
                <a:lnTo>
                  <a:pt x="35402" y="73243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" name="object 166" descr=""/>
          <p:cNvSpPr/>
          <p:nvPr/>
        </p:nvSpPr>
        <p:spPr>
          <a:xfrm>
            <a:off x="6285431" y="8195666"/>
            <a:ext cx="35560" cy="73660"/>
          </a:xfrm>
          <a:custGeom>
            <a:avLst/>
            <a:gdLst/>
            <a:ahLst/>
            <a:cxnLst/>
            <a:rect l="l" t="t" r="r" b="b"/>
            <a:pathLst>
              <a:path w="35560" h="73659">
                <a:moveTo>
                  <a:pt x="35402" y="0"/>
                </a:moveTo>
                <a:lnTo>
                  <a:pt x="0" y="0"/>
                </a:lnTo>
                <a:lnTo>
                  <a:pt x="0" y="73243"/>
                </a:lnTo>
                <a:lnTo>
                  <a:pt x="35402" y="73243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" name="object 167" descr=""/>
          <p:cNvSpPr/>
          <p:nvPr/>
        </p:nvSpPr>
        <p:spPr>
          <a:xfrm>
            <a:off x="6372235" y="5892344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45"/>
                </a:lnTo>
                <a:lnTo>
                  <a:pt x="35402" y="7594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" name="object 168" descr=""/>
          <p:cNvSpPr/>
          <p:nvPr/>
        </p:nvSpPr>
        <p:spPr>
          <a:xfrm>
            <a:off x="6372235" y="6019198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" name="object 169" descr=""/>
          <p:cNvSpPr/>
          <p:nvPr/>
        </p:nvSpPr>
        <p:spPr>
          <a:xfrm>
            <a:off x="6372235" y="6146074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45"/>
                </a:lnTo>
                <a:lnTo>
                  <a:pt x="35402" y="7594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" name="object 170" descr=""/>
          <p:cNvSpPr/>
          <p:nvPr/>
        </p:nvSpPr>
        <p:spPr>
          <a:xfrm>
            <a:off x="6372235" y="6272919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" name="object 171" descr=""/>
          <p:cNvSpPr/>
          <p:nvPr/>
        </p:nvSpPr>
        <p:spPr>
          <a:xfrm>
            <a:off x="6372235" y="6399794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45"/>
                </a:lnTo>
                <a:lnTo>
                  <a:pt x="35402" y="7594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" name="object 172" descr=""/>
          <p:cNvSpPr/>
          <p:nvPr/>
        </p:nvSpPr>
        <p:spPr>
          <a:xfrm>
            <a:off x="6372235" y="6526659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45"/>
                </a:lnTo>
                <a:lnTo>
                  <a:pt x="35402" y="7594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" name="object 173" descr=""/>
          <p:cNvSpPr/>
          <p:nvPr/>
        </p:nvSpPr>
        <p:spPr>
          <a:xfrm>
            <a:off x="6372235" y="6653514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" name="object 174" descr=""/>
          <p:cNvSpPr/>
          <p:nvPr/>
        </p:nvSpPr>
        <p:spPr>
          <a:xfrm>
            <a:off x="6372235" y="6780369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" name="object 175" descr=""/>
          <p:cNvSpPr/>
          <p:nvPr/>
        </p:nvSpPr>
        <p:spPr>
          <a:xfrm>
            <a:off x="6372235" y="6907234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" name="object 176" descr=""/>
          <p:cNvSpPr/>
          <p:nvPr/>
        </p:nvSpPr>
        <p:spPr>
          <a:xfrm>
            <a:off x="6372235" y="7034110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45"/>
                </a:lnTo>
                <a:lnTo>
                  <a:pt x="35402" y="7594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" name="object 177" descr=""/>
          <p:cNvSpPr/>
          <p:nvPr/>
        </p:nvSpPr>
        <p:spPr>
          <a:xfrm>
            <a:off x="6372235" y="7160965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45"/>
                </a:lnTo>
                <a:lnTo>
                  <a:pt x="35402" y="7594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" name="object 178" descr=""/>
          <p:cNvSpPr/>
          <p:nvPr/>
        </p:nvSpPr>
        <p:spPr>
          <a:xfrm>
            <a:off x="6372235" y="7287830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45"/>
                </a:lnTo>
                <a:lnTo>
                  <a:pt x="35402" y="7594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" name="object 179" descr=""/>
          <p:cNvSpPr/>
          <p:nvPr/>
        </p:nvSpPr>
        <p:spPr>
          <a:xfrm>
            <a:off x="6372235" y="7414685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" name="object 180" descr=""/>
          <p:cNvSpPr/>
          <p:nvPr/>
        </p:nvSpPr>
        <p:spPr>
          <a:xfrm>
            <a:off x="6372235" y="7541550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45"/>
                </a:lnTo>
                <a:lnTo>
                  <a:pt x="35402" y="7594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" name="object 181" descr=""/>
          <p:cNvSpPr/>
          <p:nvPr/>
        </p:nvSpPr>
        <p:spPr>
          <a:xfrm>
            <a:off x="6372235" y="7668405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" name="object 182" descr=""/>
          <p:cNvSpPr/>
          <p:nvPr/>
        </p:nvSpPr>
        <p:spPr>
          <a:xfrm>
            <a:off x="6372235" y="7795280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45"/>
                </a:lnTo>
                <a:lnTo>
                  <a:pt x="35402" y="7594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" name="object 183" descr=""/>
          <p:cNvSpPr/>
          <p:nvPr/>
        </p:nvSpPr>
        <p:spPr>
          <a:xfrm>
            <a:off x="6372235" y="7922124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" name="object 184" descr=""/>
          <p:cNvSpPr/>
          <p:nvPr/>
        </p:nvSpPr>
        <p:spPr>
          <a:xfrm>
            <a:off x="6372235" y="8048990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" name="object 185" descr=""/>
          <p:cNvSpPr/>
          <p:nvPr/>
        </p:nvSpPr>
        <p:spPr>
          <a:xfrm>
            <a:off x="6372235" y="8175866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45"/>
                </a:lnTo>
                <a:lnTo>
                  <a:pt x="35402" y="7594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" name="object 186" descr=""/>
          <p:cNvSpPr/>
          <p:nvPr/>
        </p:nvSpPr>
        <p:spPr>
          <a:xfrm>
            <a:off x="6437228" y="5892051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" name="object 187" descr=""/>
          <p:cNvSpPr/>
          <p:nvPr/>
        </p:nvSpPr>
        <p:spPr>
          <a:xfrm>
            <a:off x="6437228" y="6018926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45"/>
                </a:lnTo>
                <a:lnTo>
                  <a:pt x="35402" y="7594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" name="object 188" descr=""/>
          <p:cNvSpPr/>
          <p:nvPr/>
        </p:nvSpPr>
        <p:spPr>
          <a:xfrm>
            <a:off x="6437228" y="6145781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" name="object 189" descr=""/>
          <p:cNvSpPr/>
          <p:nvPr/>
        </p:nvSpPr>
        <p:spPr>
          <a:xfrm>
            <a:off x="6437228" y="6272646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45"/>
                </a:lnTo>
                <a:lnTo>
                  <a:pt x="35402" y="7594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" name="object 190" descr=""/>
          <p:cNvSpPr/>
          <p:nvPr/>
        </p:nvSpPr>
        <p:spPr>
          <a:xfrm>
            <a:off x="6437228" y="6399501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" name="object 191" descr=""/>
          <p:cNvSpPr/>
          <p:nvPr/>
        </p:nvSpPr>
        <p:spPr>
          <a:xfrm>
            <a:off x="6437228" y="6526377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45"/>
                </a:lnTo>
                <a:lnTo>
                  <a:pt x="35402" y="7594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" name="object 192" descr=""/>
          <p:cNvSpPr/>
          <p:nvPr/>
        </p:nvSpPr>
        <p:spPr>
          <a:xfrm>
            <a:off x="6437228" y="6653221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" name="object 193" descr=""/>
          <p:cNvSpPr/>
          <p:nvPr/>
        </p:nvSpPr>
        <p:spPr>
          <a:xfrm>
            <a:off x="6437228" y="6780097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45"/>
                </a:lnTo>
                <a:lnTo>
                  <a:pt x="35402" y="7594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" name="object 194" descr=""/>
          <p:cNvSpPr/>
          <p:nvPr/>
        </p:nvSpPr>
        <p:spPr>
          <a:xfrm>
            <a:off x="6437228" y="6906962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45"/>
                </a:lnTo>
                <a:lnTo>
                  <a:pt x="35402" y="7594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" name="object 195" descr=""/>
          <p:cNvSpPr/>
          <p:nvPr/>
        </p:nvSpPr>
        <p:spPr>
          <a:xfrm>
            <a:off x="6437228" y="7033807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" name="object 196" descr=""/>
          <p:cNvSpPr/>
          <p:nvPr/>
        </p:nvSpPr>
        <p:spPr>
          <a:xfrm>
            <a:off x="6437228" y="7160682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45"/>
                </a:lnTo>
                <a:lnTo>
                  <a:pt x="35402" y="7594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" name="object 197" descr=""/>
          <p:cNvSpPr/>
          <p:nvPr/>
        </p:nvSpPr>
        <p:spPr>
          <a:xfrm>
            <a:off x="6437228" y="7287537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" name="object 198" descr=""/>
          <p:cNvSpPr/>
          <p:nvPr/>
        </p:nvSpPr>
        <p:spPr>
          <a:xfrm>
            <a:off x="6437228" y="7414402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45"/>
                </a:lnTo>
                <a:lnTo>
                  <a:pt x="35402" y="7594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" name="object 199" descr=""/>
          <p:cNvSpPr/>
          <p:nvPr/>
        </p:nvSpPr>
        <p:spPr>
          <a:xfrm>
            <a:off x="6437228" y="7541267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45"/>
                </a:lnTo>
                <a:lnTo>
                  <a:pt x="35402" y="7594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" name="object 200" descr=""/>
          <p:cNvSpPr/>
          <p:nvPr/>
        </p:nvSpPr>
        <p:spPr>
          <a:xfrm>
            <a:off x="6437228" y="7668132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45"/>
                </a:lnTo>
                <a:lnTo>
                  <a:pt x="35402" y="7594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" name="object 201" descr=""/>
          <p:cNvSpPr/>
          <p:nvPr/>
        </p:nvSpPr>
        <p:spPr>
          <a:xfrm>
            <a:off x="6437228" y="7794987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" name="object 202" descr=""/>
          <p:cNvSpPr/>
          <p:nvPr/>
        </p:nvSpPr>
        <p:spPr>
          <a:xfrm>
            <a:off x="6437228" y="7921842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" name="object 203" descr=""/>
          <p:cNvSpPr/>
          <p:nvPr/>
        </p:nvSpPr>
        <p:spPr>
          <a:xfrm>
            <a:off x="6437228" y="8048707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" name="object 204" descr=""/>
          <p:cNvSpPr/>
          <p:nvPr/>
        </p:nvSpPr>
        <p:spPr>
          <a:xfrm>
            <a:off x="6437228" y="8175573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" name="object 205" descr=""/>
          <p:cNvSpPr/>
          <p:nvPr/>
        </p:nvSpPr>
        <p:spPr>
          <a:xfrm>
            <a:off x="6545957" y="6131593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59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" name="object 206" descr=""/>
          <p:cNvSpPr/>
          <p:nvPr/>
        </p:nvSpPr>
        <p:spPr>
          <a:xfrm>
            <a:off x="6545957" y="6258448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59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" name="object 207" descr=""/>
          <p:cNvSpPr/>
          <p:nvPr/>
        </p:nvSpPr>
        <p:spPr>
          <a:xfrm>
            <a:off x="6545957" y="6385313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59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" name="object 208" descr=""/>
          <p:cNvSpPr/>
          <p:nvPr/>
        </p:nvSpPr>
        <p:spPr>
          <a:xfrm>
            <a:off x="6545957" y="6512178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59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" name="object 209" descr=""/>
          <p:cNvSpPr/>
          <p:nvPr/>
        </p:nvSpPr>
        <p:spPr>
          <a:xfrm>
            <a:off x="6545957" y="6639033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59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" name="object 210" descr=""/>
          <p:cNvSpPr/>
          <p:nvPr/>
        </p:nvSpPr>
        <p:spPr>
          <a:xfrm>
            <a:off x="6545957" y="6765909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59" h="76200">
                <a:moveTo>
                  <a:pt x="35402" y="0"/>
                </a:moveTo>
                <a:lnTo>
                  <a:pt x="0" y="0"/>
                </a:lnTo>
                <a:lnTo>
                  <a:pt x="0" y="75945"/>
                </a:lnTo>
                <a:lnTo>
                  <a:pt x="35402" y="7594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" name="object 211" descr=""/>
          <p:cNvSpPr/>
          <p:nvPr/>
        </p:nvSpPr>
        <p:spPr>
          <a:xfrm>
            <a:off x="6545957" y="6892763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59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" name="object 212" descr=""/>
          <p:cNvSpPr/>
          <p:nvPr/>
        </p:nvSpPr>
        <p:spPr>
          <a:xfrm>
            <a:off x="6545957" y="7019628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59" h="76200">
                <a:moveTo>
                  <a:pt x="35402" y="0"/>
                </a:moveTo>
                <a:lnTo>
                  <a:pt x="0" y="0"/>
                </a:lnTo>
                <a:lnTo>
                  <a:pt x="0" y="75945"/>
                </a:lnTo>
                <a:lnTo>
                  <a:pt x="35402" y="7594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" name="object 213" descr=""/>
          <p:cNvSpPr/>
          <p:nvPr/>
        </p:nvSpPr>
        <p:spPr>
          <a:xfrm>
            <a:off x="6545957" y="7146483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59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" name="object 214" descr=""/>
          <p:cNvSpPr/>
          <p:nvPr/>
        </p:nvSpPr>
        <p:spPr>
          <a:xfrm>
            <a:off x="6545957" y="7273359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59" h="76200">
                <a:moveTo>
                  <a:pt x="35402" y="0"/>
                </a:moveTo>
                <a:lnTo>
                  <a:pt x="0" y="0"/>
                </a:lnTo>
                <a:lnTo>
                  <a:pt x="0" y="75945"/>
                </a:lnTo>
                <a:lnTo>
                  <a:pt x="35402" y="7594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" name="object 215" descr=""/>
          <p:cNvSpPr/>
          <p:nvPr/>
        </p:nvSpPr>
        <p:spPr>
          <a:xfrm>
            <a:off x="6545957" y="7400214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59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" name="object 216" descr=""/>
          <p:cNvSpPr/>
          <p:nvPr/>
        </p:nvSpPr>
        <p:spPr>
          <a:xfrm>
            <a:off x="6545957" y="7527069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59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" name="object 217" descr=""/>
          <p:cNvSpPr/>
          <p:nvPr/>
        </p:nvSpPr>
        <p:spPr>
          <a:xfrm>
            <a:off x="6545957" y="7653945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59" h="76200">
                <a:moveTo>
                  <a:pt x="35402" y="0"/>
                </a:moveTo>
                <a:lnTo>
                  <a:pt x="0" y="0"/>
                </a:lnTo>
                <a:lnTo>
                  <a:pt x="0" y="75945"/>
                </a:lnTo>
                <a:lnTo>
                  <a:pt x="35402" y="7594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" name="object 218" descr=""/>
          <p:cNvSpPr/>
          <p:nvPr/>
        </p:nvSpPr>
        <p:spPr>
          <a:xfrm>
            <a:off x="6545957" y="7780799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59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" name="object 219" descr=""/>
          <p:cNvSpPr/>
          <p:nvPr/>
        </p:nvSpPr>
        <p:spPr>
          <a:xfrm>
            <a:off x="6545957" y="7907665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59" h="76200">
                <a:moveTo>
                  <a:pt x="35402" y="0"/>
                </a:moveTo>
                <a:lnTo>
                  <a:pt x="0" y="0"/>
                </a:lnTo>
                <a:lnTo>
                  <a:pt x="0" y="75945"/>
                </a:lnTo>
                <a:lnTo>
                  <a:pt x="35402" y="7594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" name="object 220" descr=""/>
          <p:cNvSpPr/>
          <p:nvPr/>
        </p:nvSpPr>
        <p:spPr>
          <a:xfrm>
            <a:off x="6545957" y="8034530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59" h="76200">
                <a:moveTo>
                  <a:pt x="35402" y="0"/>
                </a:moveTo>
                <a:lnTo>
                  <a:pt x="0" y="0"/>
                </a:lnTo>
                <a:lnTo>
                  <a:pt x="0" y="75945"/>
                </a:lnTo>
                <a:lnTo>
                  <a:pt x="35402" y="7594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" name="object 221" descr=""/>
          <p:cNvSpPr/>
          <p:nvPr/>
        </p:nvSpPr>
        <p:spPr>
          <a:xfrm>
            <a:off x="6545957" y="8161395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59" h="76200">
                <a:moveTo>
                  <a:pt x="35402" y="0"/>
                </a:moveTo>
                <a:lnTo>
                  <a:pt x="0" y="0"/>
                </a:lnTo>
                <a:lnTo>
                  <a:pt x="0" y="75945"/>
                </a:lnTo>
                <a:lnTo>
                  <a:pt x="35402" y="7594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" name="object 222" descr=""/>
          <p:cNvSpPr/>
          <p:nvPr/>
        </p:nvSpPr>
        <p:spPr>
          <a:xfrm>
            <a:off x="5881223" y="6131593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" name="object 223" descr=""/>
          <p:cNvSpPr/>
          <p:nvPr/>
        </p:nvSpPr>
        <p:spPr>
          <a:xfrm>
            <a:off x="5881223" y="6258448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" name="object 224" descr=""/>
          <p:cNvSpPr/>
          <p:nvPr/>
        </p:nvSpPr>
        <p:spPr>
          <a:xfrm>
            <a:off x="5881223" y="6385313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" name="object 225" descr=""/>
          <p:cNvSpPr/>
          <p:nvPr/>
        </p:nvSpPr>
        <p:spPr>
          <a:xfrm>
            <a:off x="5881223" y="6512178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" name="object 226" descr=""/>
          <p:cNvSpPr/>
          <p:nvPr/>
        </p:nvSpPr>
        <p:spPr>
          <a:xfrm>
            <a:off x="5881223" y="6639033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" name="object 227" descr=""/>
          <p:cNvSpPr/>
          <p:nvPr/>
        </p:nvSpPr>
        <p:spPr>
          <a:xfrm>
            <a:off x="5881223" y="6765909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45"/>
                </a:lnTo>
                <a:lnTo>
                  <a:pt x="35402" y="7594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" name="object 228" descr=""/>
          <p:cNvSpPr/>
          <p:nvPr/>
        </p:nvSpPr>
        <p:spPr>
          <a:xfrm>
            <a:off x="5881223" y="6892763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" name="object 229" descr=""/>
          <p:cNvSpPr/>
          <p:nvPr/>
        </p:nvSpPr>
        <p:spPr>
          <a:xfrm>
            <a:off x="5881223" y="7019628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45"/>
                </a:lnTo>
                <a:lnTo>
                  <a:pt x="35402" y="7594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" name="object 230" descr=""/>
          <p:cNvSpPr/>
          <p:nvPr/>
        </p:nvSpPr>
        <p:spPr>
          <a:xfrm>
            <a:off x="5881223" y="7146483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" name="object 231" descr=""/>
          <p:cNvSpPr/>
          <p:nvPr/>
        </p:nvSpPr>
        <p:spPr>
          <a:xfrm>
            <a:off x="5881223" y="7273359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45"/>
                </a:lnTo>
                <a:lnTo>
                  <a:pt x="35402" y="7594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" name="object 232" descr=""/>
          <p:cNvSpPr/>
          <p:nvPr/>
        </p:nvSpPr>
        <p:spPr>
          <a:xfrm>
            <a:off x="5881223" y="7400214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" name="object 233" descr=""/>
          <p:cNvSpPr/>
          <p:nvPr/>
        </p:nvSpPr>
        <p:spPr>
          <a:xfrm>
            <a:off x="5881223" y="7527069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" name="object 234" descr=""/>
          <p:cNvSpPr/>
          <p:nvPr/>
        </p:nvSpPr>
        <p:spPr>
          <a:xfrm>
            <a:off x="5881223" y="7653945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45"/>
                </a:lnTo>
                <a:lnTo>
                  <a:pt x="35402" y="7594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" name="object 235" descr=""/>
          <p:cNvSpPr/>
          <p:nvPr/>
        </p:nvSpPr>
        <p:spPr>
          <a:xfrm>
            <a:off x="5881223" y="7780799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" name="object 236" descr=""/>
          <p:cNvSpPr/>
          <p:nvPr/>
        </p:nvSpPr>
        <p:spPr>
          <a:xfrm>
            <a:off x="5881223" y="7907665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45"/>
                </a:lnTo>
                <a:lnTo>
                  <a:pt x="35402" y="7594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" name="object 237" descr=""/>
          <p:cNvSpPr/>
          <p:nvPr/>
        </p:nvSpPr>
        <p:spPr>
          <a:xfrm>
            <a:off x="5881223" y="8034530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45"/>
                </a:lnTo>
                <a:lnTo>
                  <a:pt x="35402" y="7594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" name="object 238" descr=""/>
          <p:cNvSpPr/>
          <p:nvPr/>
        </p:nvSpPr>
        <p:spPr>
          <a:xfrm>
            <a:off x="5881223" y="8161395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45"/>
                </a:lnTo>
                <a:lnTo>
                  <a:pt x="35402" y="7594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" name="object 239" descr=""/>
          <p:cNvSpPr/>
          <p:nvPr/>
        </p:nvSpPr>
        <p:spPr>
          <a:xfrm>
            <a:off x="5988257" y="5892626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45"/>
                </a:lnTo>
                <a:lnTo>
                  <a:pt x="35402" y="7594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" name="object 240" descr=""/>
          <p:cNvSpPr/>
          <p:nvPr/>
        </p:nvSpPr>
        <p:spPr>
          <a:xfrm>
            <a:off x="5988257" y="6019492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45"/>
                </a:lnTo>
                <a:lnTo>
                  <a:pt x="35402" y="7594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" name="object 241" descr=""/>
          <p:cNvSpPr/>
          <p:nvPr/>
        </p:nvSpPr>
        <p:spPr>
          <a:xfrm>
            <a:off x="5988257" y="6146346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" name="object 242" descr=""/>
          <p:cNvSpPr/>
          <p:nvPr/>
        </p:nvSpPr>
        <p:spPr>
          <a:xfrm>
            <a:off x="5988257" y="6273212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" name="object 243" descr=""/>
          <p:cNvSpPr/>
          <p:nvPr/>
        </p:nvSpPr>
        <p:spPr>
          <a:xfrm>
            <a:off x="5988257" y="6400077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45"/>
                </a:lnTo>
                <a:lnTo>
                  <a:pt x="35402" y="7594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" name="object 244" descr=""/>
          <p:cNvSpPr/>
          <p:nvPr/>
        </p:nvSpPr>
        <p:spPr>
          <a:xfrm>
            <a:off x="5988257" y="6526931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" name="object 245" descr=""/>
          <p:cNvSpPr/>
          <p:nvPr/>
        </p:nvSpPr>
        <p:spPr>
          <a:xfrm>
            <a:off x="5988257" y="6653797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" name="object 246" descr=""/>
          <p:cNvSpPr/>
          <p:nvPr/>
        </p:nvSpPr>
        <p:spPr>
          <a:xfrm>
            <a:off x="5988257" y="6780662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" name="object 247" descr=""/>
          <p:cNvSpPr/>
          <p:nvPr/>
        </p:nvSpPr>
        <p:spPr>
          <a:xfrm>
            <a:off x="5988257" y="6907527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45"/>
                </a:lnTo>
                <a:lnTo>
                  <a:pt x="35402" y="7594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" name="object 248" descr=""/>
          <p:cNvSpPr/>
          <p:nvPr/>
        </p:nvSpPr>
        <p:spPr>
          <a:xfrm>
            <a:off x="5988257" y="7034383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" name="object 249" descr=""/>
          <p:cNvSpPr/>
          <p:nvPr/>
        </p:nvSpPr>
        <p:spPr>
          <a:xfrm>
            <a:off x="5988257" y="7161248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45"/>
                </a:lnTo>
                <a:lnTo>
                  <a:pt x="35402" y="7594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" name="object 250" descr=""/>
          <p:cNvSpPr/>
          <p:nvPr/>
        </p:nvSpPr>
        <p:spPr>
          <a:xfrm>
            <a:off x="5988257" y="7288102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" name="object 251" descr=""/>
          <p:cNvSpPr/>
          <p:nvPr/>
        </p:nvSpPr>
        <p:spPr>
          <a:xfrm>
            <a:off x="5988257" y="7414978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45"/>
                </a:lnTo>
                <a:lnTo>
                  <a:pt x="35402" y="7594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" name="object 252" descr=""/>
          <p:cNvSpPr/>
          <p:nvPr/>
        </p:nvSpPr>
        <p:spPr>
          <a:xfrm>
            <a:off x="5988257" y="7541833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" name="object 253" descr=""/>
          <p:cNvSpPr/>
          <p:nvPr/>
        </p:nvSpPr>
        <p:spPr>
          <a:xfrm>
            <a:off x="5988257" y="7668687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" name="object 254" descr=""/>
          <p:cNvSpPr/>
          <p:nvPr/>
        </p:nvSpPr>
        <p:spPr>
          <a:xfrm>
            <a:off x="5988257" y="7795553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" name="object 255" descr=""/>
          <p:cNvSpPr/>
          <p:nvPr/>
        </p:nvSpPr>
        <p:spPr>
          <a:xfrm>
            <a:off x="5988257" y="7922418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" name="object 256" descr=""/>
          <p:cNvSpPr/>
          <p:nvPr/>
        </p:nvSpPr>
        <p:spPr>
          <a:xfrm>
            <a:off x="5988257" y="8049283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45"/>
                </a:lnTo>
                <a:lnTo>
                  <a:pt x="35402" y="7594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" name="object 257" descr=""/>
          <p:cNvSpPr/>
          <p:nvPr/>
        </p:nvSpPr>
        <p:spPr>
          <a:xfrm>
            <a:off x="5988257" y="8176138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" name="object 258" descr=""/>
          <p:cNvSpPr/>
          <p:nvPr/>
        </p:nvSpPr>
        <p:spPr>
          <a:xfrm>
            <a:off x="6053250" y="5892344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45"/>
                </a:lnTo>
                <a:lnTo>
                  <a:pt x="35402" y="7594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" name="object 259" descr=""/>
          <p:cNvSpPr/>
          <p:nvPr/>
        </p:nvSpPr>
        <p:spPr>
          <a:xfrm>
            <a:off x="6053250" y="6019198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" name="object 260" descr=""/>
          <p:cNvSpPr/>
          <p:nvPr/>
        </p:nvSpPr>
        <p:spPr>
          <a:xfrm>
            <a:off x="6053250" y="6146074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45"/>
                </a:lnTo>
                <a:lnTo>
                  <a:pt x="35402" y="7594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" name="object 261" descr=""/>
          <p:cNvSpPr/>
          <p:nvPr/>
        </p:nvSpPr>
        <p:spPr>
          <a:xfrm>
            <a:off x="6053250" y="6272919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" name="object 262" descr=""/>
          <p:cNvSpPr/>
          <p:nvPr/>
        </p:nvSpPr>
        <p:spPr>
          <a:xfrm>
            <a:off x="6053250" y="6399794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45"/>
                </a:lnTo>
                <a:lnTo>
                  <a:pt x="35402" y="7594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" name="object 263" descr=""/>
          <p:cNvSpPr/>
          <p:nvPr/>
        </p:nvSpPr>
        <p:spPr>
          <a:xfrm>
            <a:off x="6053250" y="6526659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45"/>
                </a:lnTo>
                <a:lnTo>
                  <a:pt x="35402" y="7594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" name="object 264" descr=""/>
          <p:cNvSpPr/>
          <p:nvPr/>
        </p:nvSpPr>
        <p:spPr>
          <a:xfrm>
            <a:off x="6053250" y="6653514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" name="object 265" descr=""/>
          <p:cNvSpPr/>
          <p:nvPr/>
        </p:nvSpPr>
        <p:spPr>
          <a:xfrm>
            <a:off x="6053250" y="6780369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" name="object 266" descr=""/>
          <p:cNvSpPr/>
          <p:nvPr/>
        </p:nvSpPr>
        <p:spPr>
          <a:xfrm>
            <a:off x="6053250" y="6907234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" name="object 267" descr=""/>
          <p:cNvSpPr/>
          <p:nvPr/>
        </p:nvSpPr>
        <p:spPr>
          <a:xfrm>
            <a:off x="6053250" y="7034110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45"/>
                </a:lnTo>
                <a:lnTo>
                  <a:pt x="35402" y="7594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" name="object 268" descr=""/>
          <p:cNvSpPr/>
          <p:nvPr/>
        </p:nvSpPr>
        <p:spPr>
          <a:xfrm>
            <a:off x="6053250" y="7160965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45"/>
                </a:lnTo>
                <a:lnTo>
                  <a:pt x="35402" y="7594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" name="object 269" descr=""/>
          <p:cNvSpPr/>
          <p:nvPr/>
        </p:nvSpPr>
        <p:spPr>
          <a:xfrm>
            <a:off x="6053250" y="7287830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45"/>
                </a:lnTo>
                <a:lnTo>
                  <a:pt x="35402" y="7594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" name="object 270" descr=""/>
          <p:cNvSpPr/>
          <p:nvPr/>
        </p:nvSpPr>
        <p:spPr>
          <a:xfrm>
            <a:off x="6053250" y="7414685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" name="object 271" descr=""/>
          <p:cNvSpPr/>
          <p:nvPr/>
        </p:nvSpPr>
        <p:spPr>
          <a:xfrm>
            <a:off x="6053250" y="7541550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45"/>
                </a:lnTo>
                <a:lnTo>
                  <a:pt x="35402" y="7594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" name="object 272" descr=""/>
          <p:cNvSpPr/>
          <p:nvPr/>
        </p:nvSpPr>
        <p:spPr>
          <a:xfrm>
            <a:off x="6053250" y="7668405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" name="object 273" descr=""/>
          <p:cNvSpPr/>
          <p:nvPr/>
        </p:nvSpPr>
        <p:spPr>
          <a:xfrm>
            <a:off x="6053250" y="7795280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45"/>
                </a:lnTo>
                <a:lnTo>
                  <a:pt x="35402" y="7594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" name="object 274" descr=""/>
          <p:cNvSpPr/>
          <p:nvPr/>
        </p:nvSpPr>
        <p:spPr>
          <a:xfrm>
            <a:off x="6053250" y="7922124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" name="object 275" descr=""/>
          <p:cNvSpPr/>
          <p:nvPr/>
        </p:nvSpPr>
        <p:spPr>
          <a:xfrm>
            <a:off x="6053250" y="8048990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55"/>
                </a:lnTo>
                <a:lnTo>
                  <a:pt x="35402" y="7595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" name="object 276" descr=""/>
          <p:cNvSpPr/>
          <p:nvPr/>
        </p:nvSpPr>
        <p:spPr>
          <a:xfrm>
            <a:off x="6053250" y="8175866"/>
            <a:ext cx="35560" cy="76200"/>
          </a:xfrm>
          <a:custGeom>
            <a:avLst/>
            <a:gdLst/>
            <a:ahLst/>
            <a:cxnLst/>
            <a:rect l="l" t="t" r="r" b="b"/>
            <a:pathLst>
              <a:path w="35560" h="76200">
                <a:moveTo>
                  <a:pt x="35402" y="0"/>
                </a:moveTo>
                <a:lnTo>
                  <a:pt x="0" y="0"/>
                </a:lnTo>
                <a:lnTo>
                  <a:pt x="0" y="75945"/>
                </a:lnTo>
                <a:lnTo>
                  <a:pt x="35402" y="75945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" name="object 277" descr=""/>
          <p:cNvSpPr/>
          <p:nvPr/>
        </p:nvSpPr>
        <p:spPr>
          <a:xfrm>
            <a:off x="6144158" y="5993650"/>
            <a:ext cx="35560" cy="73660"/>
          </a:xfrm>
          <a:custGeom>
            <a:avLst/>
            <a:gdLst/>
            <a:ahLst/>
            <a:cxnLst/>
            <a:rect l="l" t="t" r="r" b="b"/>
            <a:pathLst>
              <a:path w="35560" h="73660">
                <a:moveTo>
                  <a:pt x="35402" y="0"/>
                </a:moveTo>
                <a:lnTo>
                  <a:pt x="0" y="0"/>
                </a:lnTo>
                <a:lnTo>
                  <a:pt x="0" y="73243"/>
                </a:lnTo>
                <a:lnTo>
                  <a:pt x="35402" y="73243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78" name="object 278" descr=""/>
          <p:cNvSpPr/>
          <p:nvPr/>
        </p:nvSpPr>
        <p:spPr>
          <a:xfrm>
            <a:off x="6144158" y="6115981"/>
            <a:ext cx="35560" cy="73660"/>
          </a:xfrm>
          <a:custGeom>
            <a:avLst/>
            <a:gdLst/>
            <a:ahLst/>
            <a:cxnLst/>
            <a:rect l="l" t="t" r="r" b="b"/>
            <a:pathLst>
              <a:path w="35560" h="73660">
                <a:moveTo>
                  <a:pt x="35402" y="0"/>
                </a:moveTo>
                <a:lnTo>
                  <a:pt x="0" y="0"/>
                </a:lnTo>
                <a:lnTo>
                  <a:pt x="0" y="73243"/>
                </a:lnTo>
                <a:lnTo>
                  <a:pt x="35402" y="73243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79" name="object 279" descr=""/>
          <p:cNvSpPr/>
          <p:nvPr/>
        </p:nvSpPr>
        <p:spPr>
          <a:xfrm>
            <a:off x="6144158" y="6238323"/>
            <a:ext cx="35560" cy="73660"/>
          </a:xfrm>
          <a:custGeom>
            <a:avLst/>
            <a:gdLst/>
            <a:ahLst/>
            <a:cxnLst/>
            <a:rect l="l" t="t" r="r" b="b"/>
            <a:pathLst>
              <a:path w="35560" h="73660">
                <a:moveTo>
                  <a:pt x="35402" y="0"/>
                </a:moveTo>
                <a:lnTo>
                  <a:pt x="0" y="0"/>
                </a:lnTo>
                <a:lnTo>
                  <a:pt x="0" y="73233"/>
                </a:lnTo>
                <a:lnTo>
                  <a:pt x="35402" y="73233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80" name="object 280" descr=""/>
          <p:cNvSpPr/>
          <p:nvPr/>
        </p:nvSpPr>
        <p:spPr>
          <a:xfrm>
            <a:off x="6144158" y="6360664"/>
            <a:ext cx="35560" cy="73660"/>
          </a:xfrm>
          <a:custGeom>
            <a:avLst/>
            <a:gdLst/>
            <a:ahLst/>
            <a:cxnLst/>
            <a:rect l="l" t="t" r="r" b="b"/>
            <a:pathLst>
              <a:path w="35560" h="73660">
                <a:moveTo>
                  <a:pt x="35402" y="0"/>
                </a:moveTo>
                <a:lnTo>
                  <a:pt x="0" y="0"/>
                </a:lnTo>
                <a:lnTo>
                  <a:pt x="0" y="73233"/>
                </a:lnTo>
                <a:lnTo>
                  <a:pt x="35402" y="73233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81" name="object 281" descr=""/>
          <p:cNvSpPr/>
          <p:nvPr/>
        </p:nvSpPr>
        <p:spPr>
          <a:xfrm>
            <a:off x="6144158" y="6482986"/>
            <a:ext cx="35560" cy="73660"/>
          </a:xfrm>
          <a:custGeom>
            <a:avLst/>
            <a:gdLst/>
            <a:ahLst/>
            <a:cxnLst/>
            <a:rect l="l" t="t" r="r" b="b"/>
            <a:pathLst>
              <a:path w="35560" h="73659">
                <a:moveTo>
                  <a:pt x="35402" y="0"/>
                </a:moveTo>
                <a:lnTo>
                  <a:pt x="0" y="0"/>
                </a:lnTo>
                <a:lnTo>
                  <a:pt x="0" y="73243"/>
                </a:lnTo>
                <a:lnTo>
                  <a:pt x="35402" y="73243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82" name="object 282" descr=""/>
          <p:cNvSpPr/>
          <p:nvPr/>
        </p:nvSpPr>
        <p:spPr>
          <a:xfrm>
            <a:off x="6144158" y="6605316"/>
            <a:ext cx="35560" cy="73660"/>
          </a:xfrm>
          <a:custGeom>
            <a:avLst/>
            <a:gdLst/>
            <a:ahLst/>
            <a:cxnLst/>
            <a:rect l="l" t="t" r="r" b="b"/>
            <a:pathLst>
              <a:path w="35560" h="73659">
                <a:moveTo>
                  <a:pt x="35402" y="0"/>
                </a:moveTo>
                <a:lnTo>
                  <a:pt x="0" y="0"/>
                </a:lnTo>
                <a:lnTo>
                  <a:pt x="0" y="73243"/>
                </a:lnTo>
                <a:lnTo>
                  <a:pt x="35402" y="73243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83" name="object 283" descr=""/>
          <p:cNvSpPr/>
          <p:nvPr/>
        </p:nvSpPr>
        <p:spPr>
          <a:xfrm>
            <a:off x="6144158" y="6727669"/>
            <a:ext cx="35560" cy="73660"/>
          </a:xfrm>
          <a:custGeom>
            <a:avLst/>
            <a:gdLst/>
            <a:ahLst/>
            <a:cxnLst/>
            <a:rect l="l" t="t" r="r" b="b"/>
            <a:pathLst>
              <a:path w="35560" h="73659">
                <a:moveTo>
                  <a:pt x="35402" y="0"/>
                </a:moveTo>
                <a:lnTo>
                  <a:pt x="0" y="0"/>
                </a:lnTo>
                <a:lnTo>
                  <a:pt x="0" y="73233"/>
                </a:lnTo>
                <a:lnTo>
                  <a:pt x="35402" y="73233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84" name="object 284" descr=""/>
          <p:cNvSpPr/>
          <p:nvPr/>
        </p:nvSpPr>
        <p:spPr>
          <a:xfrm>
            <a:off x="6144158" y="6850001"/>
            <a:ext cx="35560" cy="73660"/>
          </a:xfrm>
          <a:custGeom>
            <a:avLst/>
            <a:gdLst/>
            <a:ahLst/>
            <a:cxnLst/>
            <a:rect l="l" t="t" r="r" b="b"/>
            <a:pathLst>
              <a:path w="35560" h="73659">
                <a:moveTo>
                  <a:pt x="35402" y="0"/>
                </a:moveTo>
                <a:lnTo>
                  <a:pt x="0" y="0"/>
                </a:lnTo>
                <a:lnTo>
                  <a:pt x="0" y="73233"/>
                </a:lnTo>
                <a:lnTo>
                  <a:pt x="35402" y="73233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85" name="object 285" descr=""/>
          <p:cNvSpPr/>
          <p:nvPr/>
        </p:nvSpPr>
        <p:spPr>
          <a:xfrm>
            <a:off x="6144158" y="6972332"/>
            <a:ext cx="35560" cy="73660"/>
          </a:xfrm>
          <a:custGeom>
            <a:avLst/>
            <a:gdLst/>
            <a:ahLst/>
            <a:cxnLst/>
            <a:rect l="l" t="t" r="r" b="b"/>
            <a:pathLst>
              <a:path w="35560" h="73659">
                <a:moveTo>
                  <a:pt x="35402" y="0"/>
                </a:moveTo>
                <a:lnTo>
                  <a:pt x="0" y="0"/>
                </a:lnTo>
                <a:lnTo>
                  <a:pt x="0" y="73233"/>
                </a:lnTo>
                <a:lnTo>
                  <a:pt x="35402" y="73233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86" name="object 286" descr=""/>
          <p:cNvSpPr/>
          <p:nvPr/>
        </p:nvSpPr>
        <p:spPr>
          <a:xfrm>
            <a:off x="6144158" y="7094663"/>
            <a:ext cx="35560" cy="73660"/>
          </a:xfrm>
          <a:custGeom>
            <a:avLst/>
            <a:gdLst/>
            <a:ahLst/>
            <a:cxnLst/>
            <a:rect l="l" t="t" r="r" b="b"/>
            <a:pathLst>
              <a:path w="35560" h="73659">
                <a:moveTo>
                  <a:pt x="35402" y="0"/>
                </a:moveTo>
                <a:lnTo>
                  <a:pt x="0" y="0"/>
                </a:lnTo>
                <a:lnTo>
                  <a:pt x="0" y="73243"/>
                </a:lnTo>
                <a:lnTo>
                  <a:pt x="35402" y="73243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87" name="object 287" descr=""/>
          <p:cNvSpPr/>
          <p:nvPr/>
        </p:nvSpPr>
        <p:spPr>
          <a:xfrm>
            <a:off x="6144158" y="7216995"/>
            <a:ext cx="35560" cy="73660"/>
          </a:xfrm>
          <a:custGeom>
            <a:avLst/>
            <a:gdLst/>
            <a:ahLst/>
            <a:cxnLst/>
            <a:rect l="l" t="t" r="r" b="b"/>
            <a:pathLst>
              <a:path w="35560" h="73659">
                <a:moveTo>
                  <a:pt x="35402" y="0"/>
                </a:moveTo>
                <a:lnTo>
                  <a:pt x="0" y="0"/>
                </a:lnTo>
                <a:lnTo>
                  <a:pt x="0" y="73243"/>
                </a:lnTo>
                <a:lnTo>
                  <a:pt x="35402" y="73243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88" name="object 288" descr=""/>
          <p:cNvSpPr/>
          <p:nvPr/>
        </p:nvSpPr>
        <p:spPr>
          <a:xfrm>
            <a:off x="6144158" y="7339336"/>
            <a:ext cx="35560" cy="73660"/>
          </a:xfrm>
          <a:custGeom>
            <a:avLst/>
            <a:gdLst/>
            <a:ahLst/>
            <a:cxnLst/>
            <a:rect l="l" t="t" r="r" b="b"/>
            <a:pathLst>
              <a:path w="35560" h="73659">
                <a:moveTo>
                  <a:pt x="35402" y="0"/>
                </a:moveTo>
                <a:lnTo>
                  <a:pt x="0" y="0"/>
                </a:lnTo>
                <a:lnTo>
                  <a:pt x="0" y="73233"/>
                </a:lnTo>
                <a:lnTo>
                  <a:pt x="35402" y="73233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89" name="object 289" descr=""/>
          <p:cNvSpPr/>
          <p:nvPr/>
        </p:nvSpPr>
        <p:spPr>
          <a:xfrm>
            <a:off x="6144158" y="7461667"/>
            <a:ext cx="35560" cy="73660"/>
          </a:xfrm>
          <a:custGeom>
            <a:avLst/>
            <a:gdLst/>
            <a:ahLst/>
            <a:cxnLst/>
            <a:rect l="l" t="t" r="r" b="b"/>
            <a:pathLst>
              <a:path w="35560" h="73659">
                <a:moveTo>
                  <a:pt x="35402" y="0"/>
                </a:moveTo>
                <a:lnTo>
                  <a:pt x="0" y="0"/>
                </a:lnTo>
                <a:lnTo>
                  <a:pt x="0" y="73233"/>
                </a:lnTo>
                <a:lnTo>
                  <a:pt x="35402" y="73233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90" name="object 290" descr=""/>
          <p:cNvSpPr/>
          <p:nvPr/>
        </p:nvSpPr>
        <p:spPr>
          <a:xfrm>
            <a:off x="6144158" y="7583999"/>
            <a:ext cx="35560" cy="73660"/>
          </a:xfrm>
          <a:custGeom>
            <a:avLst/>
            <a:gdLst/>
            <a:ahLst/>
            <a:cxnLst/>
            <a:rect l="l" t="t" r="r" b="b"/>
            <a:pathLst>
              <a:path w="35560" h="73659">
                <a:moveTo>
                  <a:pt x="35402" y="0"/>
                </a:moveTo>
                <a:lnTo>
                  <a:pt x="0" y="0"/>
                </a:lnTo>
                <a:lnTo>
                  <a:pt x="0" y="73243"/>
                </a:lnTo>
                <a:lnTo>
                  <a:pt x="35402" y="73243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91" name="object 291" descr=""/>
          <p:cNvSpPr/>
          <p:nvPr/>
        </p:nvSpPr>
        <p:spPr>
          <a:xfrm>
            <a:off x="6144158" y="7706331"/>
            <a:ext cx="35560" cy="73660"/>
          </a:xfrm>
          <a:custGeom>
            <a:avLst/>
            <a:gdLst/>
            <a:ahLst/>
            <a:cxnLst/>
            <a:rect l="l" t="t" r="r" b="b"/>
            <a:pathLst>
              <a:path w="35560" h="73659">
                <a:moveTo>
                  <a:pt x="35402" y="0"/>
                </a:moveTo>
                <a:lnTo>
                  <a:pt x="0" y="0"/>
                </a:lnTo>
                <a:lnTo>
                  <a:pt x="0" y="73243"/>
                </a:lnTo>
                <a:lnTo>
                  <a:pt x="35402" y="73243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92" name="object 292" descr=""/>
          <p:cNvSpPr/>
          <p:nvPr/>
        </p:nvSpPr>
        <p:spPr>
          <a:xfrm>
            <a:off x="6144158" y="7828662"/>
            <a:ext cx="35560" cy="73660"/>
          </a:xfrm>
          <a:custGeom>
            <a:avLst/>
            <a:gdLst/>
            <a:ahLst/>
            <a:cxnLst/>
            <a:rect l="l" t="t" r="r" b="b"/>
            <a:pathLst>
              <a:path w="35560" h="73659">
                <a:moveTo>
                  <a:pt x="35402" y="0"/>
                </a:moveTo>
                <a:lnTo>
                  <a:pt x="0" y="0"/>
                </a:lnTo>
                <a:lnTo>
                  <a:pt x="0" y="73243"/>
                </a:lnTo>
                <a:lnTo>
                  <a:pt x="35402" y="73243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93" name="object 293" descr=""/>
          <p:cNvSpPr/>
          <p:nvPr/>
        </p:nvSpPr>
        <p:spPr>
          <a:xfrm>
            <a:off x="6144158" y="7951003"/>
            <a:ext cx="35560" cy="73660"/>
          </a:xfrm>
          <a:custGeom>
            <a:avLst/>
            <a:gdLst/>
            <a:ahLst/>
            <a:cxnLst/>
            <a:rect l="l" t="t" r="r" b="b"/>
            <a:pathLst>
              <a:path w="35560" h="73659">
                <a:moveTo>
                  <a:pt x="35402" y="0"/>
                </a:moveTo>
                <a:lnTo>
                  <a:pt x="0" y="0"/>
                </a:lnTo>
                <a:lnTo>
                  <a:pt x="0" y="73243"/>
                </a:lnTo>
                <a:lnTo>
                  <a:pt x="35402" y="73243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94" name="object 294" descr=""/>
          <p:cNvSpPr/>
          <p:nvPr/>
        </p:nvSpPr>
        <p:spPr>
          <a:xfrm>
            <a:off x="6144158" y="8073335"/>
            <a:ext cx="35560" cy="73660"/>
          </a:xfrm>
          <a:custGeom>
            <a:avLst/>
            <a:gdLst/>
            <a:ahLst/>
            <a:cxnLst/>
            <a:rect l="l" t="t" r="r" b="b"/>
            <a:pathLst>
              <a:path w="35560" h="73659">
                <a:moveTo>
                  <a:pt x="35402" y="0"/>
                </a:moveTo>
                <a:lnTo>
                  <a:pt x="0" y="0"/>
                </a:lnTo>
                <a:lnTo>
                  <a:pt x="0" y="73243"/>
                </a:lnTo>
                <a:lnTo>
                  <a:pt x="35402" y="73243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95" name="object 295" descr=""/>
          <p:cNvSpPr/>
          <p:nvPr/>
        </p:nvSpPr>
        <p:spPr>
          <a:xfrm>
            <a:off x="6144158" y="8195666"/>
            <a:ext cx="35560" cy="73660"/>
          </a:xfrm>
          <a:custGeom>
            <a:avLst/>
            <a:gdLst/>
            <a:ahLst/>
            <a:cxnLst/>
            <a:rect l="l" t="t" r="r" b="b"/>
            <a:pathLst>
              <a:path w="35560" h="73659">
                <a:moveTo>
                  <a:pt x="35402" y="0"/>
                </a:moveTo>
                <a:lnTo>
                  <a:pt x="0" y="0"/>
                </a:lnTo>
                <a:lnTo>
                  <a:pt x="0" y="73243"/>
                </a:lnTo>
                <a:lnTo>
                  <a:pt x="35402" y="73243"/>
                </a:lnTo>
                <a:lnTo>
                  <a:pt x="354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96" name="object 296" descr=""/>
          <p:cNvSpPr/>
          <p:nvPr/>
        </p:nvSpPr>
        <p:spPr>
          <a:xfrm>
            <a:off x="6159830" y="5851759"/>
            <a:ext cx="94615" cy="73660"/>
          </a:xfrm>
          <a:custGeom>
            <a:avLst/>
            <a:gdLst/>
            <a:ahLst/>
            <a:cxnLst/>
            <a:rect l="l" t="t" r="r" b="b"/>
            <a:pathLst>
              <a:path w="94614" h="73660">
                <a:moveTo>
                  <a:pt x="35394" y="0"/>
                </a:moveTo>
                <a:lnTo>
                  <a:pt x="0" y="0"/>
                </a:lnTo>
                <a:lnTo>
                  <a:pt x="0" y="73240"/>
                </a:lnTo>
                <a:lnTo>
                  <a:pt x="35394" y="73240"/>
                </a:lnTo>
                <a:lnTo>
                  <a:pt x="35394" y="0"/>
                </a:lnTo>
                <a:close/>
              </a:path>
              <a:path w="94614" h="73660">
                <a:moveTo>
                  <a:pt x="94208" y="0"/>
                </a:moveTo>
                <a:lnTo>
                  <a:pt x="58801" y="0"/>
                </a:lnTo>
                <a:lnTo>
                  <a:pt x="58801" y="73240"/>
                </a:lnTo>
                <a:lnTo>
                  <a:pt x="94208" y="73240"/>
                </a:lnTo>
                <a:lnTo>
                  <a:pt x="94208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97" name="object 297" descr=""/>
          <p:cNvSpPr/>
          <p:nvPr/>
        </p:nvSpPr>
        <p:spPr>
          <a:xfrm>
            <a:off x="6372235" y="5935788"/>
            <a:ext cx="100965" cy="33020"/>
          </a:xfrm>
          <a:custGeom>
            <a:avLst/>
            <a:gdLst/>
            <a:ahLst/>
            <a:cxnLst/>
            <a:rect l="l" t="t" r="r" b="b"/>
            <a:pathLst>
              <a:path w="100964" h="33020">
                <a:moveTo>
                  <a:pt x="100394" y="0"/>
                </a:moveTo>
                <a:lnTo>
                  <a:pt x="0" y="0"/>
                </a:lnTo>
                <a:lnTo>
                  <a:pt x="0" y="32501"/>
                </a:lnTo>
                <a:lnTo>
                  <a:pt x="100394" y="32501"/>
                </a:lnTo>
                <a:lnTo>
                  <a:pt x="100394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98" name="object 298" descr=""/>
          <p:cNvSpPr/>
          <p:nvPr/>
        </p:nvSpPr>
        <p:spPr>
          <a:xfrm>
            <a:off x="5988246" y="5935788"/>
            <a:ext cx="100965" cy="33020"/>
          </a:xfrm>
          <a:custGeom>
            <a:avLst/>
            <a:gdLst/>
            <a:ahLst/>
            <a:cxnLst/>
            <a:rect l="l" t="t" r="r" b="b"/>
            <a:pathLst>
              <a:path w="100964" h="33020">
                <a:moveTo>
                  <a:pt x="100405" y="0"/>
                </a:moveTo>
                <a:lnTo>
                  <a:pt x="0" y="0"/>
                </a:lnTo>
                <a:lnTo>
                  <a:pt x="0" y="32501"/>
                </a:lnTo>
                <a:lnTo>
                  <a:pt x="100405" y="32501"/>
                </a:lnTo>
                <a:lnTo>
                  <a:pt x="10040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99" name="object 299" descr=""/>
          <p:cNvSpPr/>
          <p:nvPr/>
        </p:nvSpPr>
        <p:spPr>
          <a:xfrm>
            <a:off x="6372235" y="6062935"/>
            <a:ext cx="100965" cy="33020"/>
          </a:xfrm>
          <a:custGeom>
            <a:avLst/>
            <a:gdLst/>
            <a:ahLst/>
            <a:cxnLst/>
            <a:rect l="l" t="t" r="r" b="b"/>
            <a:pathLst>
              <a:path w="100964" h="33020">
                <a:moveTo>
                  <a:pt x="100394" y="0"/>
                </a:moveTo>
                <a:lnTo>
                  <a:pt x="0" y="0"/>
                </a:lnTo>
                <a:lnTo>
                  <a:pt x="0" y="32501"/>
                </a:lnTo>
                <a:lnTo>
                  <a:pt x="100394" y="32501"/>
                </a:lnTo>
                <a:lnTo>
                  <a:pt x="100394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00" name="object 300" descr=""/>
          <p:cNvSpPr/>
          <p:nvPr/>
        </p:nvSpPr>
        <p:spPr>
          <a:xfrm>
            <a:off x="5988246" y="6062935"/>
            <a:ext cx="100965" cy="33020"/>
          </a:xfrm>
          <a:custGeom>
            <a:avLst/>
            <a:gdLst/>
            <a:ahLst/>
            <a:cxnLst/>
            <a:rect l="l" t="t" r="r" b="b"/>
            <a:pathLst>
              <a:path w="100964" h="33020">
                <a:moveTo>
                  <a:pt x="100405" y="0"/>
                </a:moveTo>
                <a:lnTo>
                  <a:pt x="0" y="0"/>
                </a:lnTo>
                <a:lnTo>
                  <a:pt x="0" y="32501"/>
                </a:lnTo>
                <a:lnTo>
                  <a:pt x="100405" y="32501"/>
                </a:lnTo>
                <a:lnTo>
                  <a:pt x="10040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01" name="object 301" descr=""/>
          <p:cNvSpPr/>
          <p:nvPr/>
        </p:nvSpPr>
        <p:spPr>
          <a:xfrm>
            <a:off x="6372235" y="6190083"/>
            <a:ext cx="100965" cy="33020"/>
          </a:xfrm>
          <a:custGeom>
            <a:avLst/>
            <a:gdLst/>
            <a:ahLst/>
            <a:cxnLst/>
            <a:rect l="l" t="t" r="r" b="b"/>
            <a:pathLst>
              <a:path w="100964" h="33020">
                <a:moveTo>
                  <a:pt x="100394" y="0"/>
                </a:moveTo>
                <a:lnTo>
                  <a:pt x="0" y="0"/>
                </a:lnTo>
                <a:lnTo>
                  <a:pt x="0" y="32501"/>
                </a:lnTo>
                <a:lnTo>
                  <a:pt x="100394" y="32501"/>
                </a:lnTo>
                <a:lnTo>
                  <a:pt x="100394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02" name="object 302" descr=""/>
          <p:cNvSpPr/>
          <p:nvPr/>
        </p:nvSpPr>
        <p:spPr>
          <a:xfrm>
            <a:off x="5988246" y="6190083"/>
            <a:ext cx="100965" cy="33020"/>
          </a:xfrm>
          <a:custGeom>
            <a:avLst/>
            <a:gdLst/>
            <a:ahLst/>
            <a:cxnLst/>
            <a:rect l="l" t="t" r="r" b="b"/>
            <a:pathLst>
              <a:path w="100964" h="33020">
                <a:moveTo>
                  <a:pt x="100405" y="0"/>
                </a:moveTo>
                <a:lnTo>
                  <a:pt x="0" y="0"/>
                </a:lnTo>
                <a:lnTo>
                  <a:pt x="0" y="32501"/>
                </a:lnTo>
                <a:lnTo>
                  <a:pt x="100405" y="32501"/>
                </a:lnTo>
                <a:lnTo>
                  <a:pt x="10040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03" name="object 303" descr=""/>
          <p:cNvSpPr/>
          <p:nvPr/>
        </p:nvSpPr>
        <p:spPr>
          <a:xfrm>
            <a:off x="6372235" y="6317221"/>
            <a:ext cx="100965" cy="33020"/>
          </a:xfrm>
          <a:custGeom>
            <a:avLst/>
            <a:gdLst/>
            <a:ahLst/>
            <a:cxnLst/>
            <a:rect l="l" t="t" r="r" b="b"/>
            <a:pathLst>
              <a:path w="100964" h="33020">
                <a:moveTo>
                  <a:pt x="100394" y="0"/>
                </a:moveTo>
                <a:lnTo>
                  <a:pt x="0" y="0"/>
                </a:lnTo>
                <a:lnTo>
                  <a:pt x="0" y="32512"/>
                </a:lnTo>
                <a:lnTo>
                  <a:pt x="100394" y="32512"/>
                </a:lnTo>
                <a:lnTo>
                  <a:pt x="100394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04" name="object 304" descr=""/>
          <p:cNvSpPr/>
          <p:nvPr/>
        </p:nvSpPr>
        <p:spPr>
          <a:xfrm>
            <a:off x="5988246" y="6317221"/>
            <a:ext cx="100965" cy="33020"/>
          </a:xfrm>
          <a:custGeom>
            <a:avLst/>
            <a:gdLst/>
            <a:ahLst/>
            <a:cxnLst/>
            <a:rect l="l" t="t" r="r" b="b"/>
            <a:pathLst>
              <a:path w="100964" h="33020">
                <a:moveTo>
                  <a:pt x="100405" y="0"/>
                </a:moveTo>
                <a:lnTo>
                  <a:pt x="0" y="0"/>
                </a:lnTo>
                <a:lnTo>
                  <a:pt x="0" y="32512"/>
                </a:lnTo>
                <a:lnTo>
                  <a:pt x="100405" y="32512"/>
                </a:lnTo>
                <a:lnTo>
                  <a:pt x="10040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05" name="object 305" descr=""/>
          <p:cNvSpPr/>
          <p:nvPr/>
        </p:nvSpPr>
        <p:spPr>
          <a:xfrm>
            <a:off x="6372235" y="6444369"/>
            <a:ext cx="100965" cy="33020"/>
          </a:xfrm>
          <a:custGeom>
            <a:avLst/>
            <a:gdLst/>
            <a:ahLst/>
            <a:cxnLst/>
            <a:rect l="l" t="t" r="r" b="b"/>
            <a:pathLst>
              <a:path w="100964" h="33020">
                <a:moveTo>
                  <a:pt x="100394" y="0"/>
                </a:moveTo>
                <a:lnTo>
                  <a:pt x="0" y="0"/>
                </a:lnTo>
                <a:lnTo>
                  <a:pt x="0" y="32512"/>
                </a:lnTo>
                <a:lnTo>
                  <a:pt x="100394" y="32512"/>
                </a:lnTo>
                <a:lnTo>
                  <a:pt x="100394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06" name="object 306" descr=""/>
          <p:cNvSpPr/>
          <p:nvPr/>
        </p:nvSpPr>
        <p:spPr>
          <a:xfrm>
            <a:off x="5988246" y="6444369"/>
            <a:ext cx="100965" cy="33020"/>
          </a:xfrm>
          <a:custGeom>
            <a:avLst/>
            <a:gdLst/>
            <a:ahLst/>
            <a:cxnLst/>
            <a:rect l="l" t="t" r="r" b="b"/>
            <a:pathLst>
              <a:path w="100964" h="33020">
                <a:moveTo>
                  <a:pt x="100405" y="0"/>
                </a:moveTo>
                <a:lnTo>
                  <a:pt x="0" y="0"/>
                </a:lnTo>
                <a:lnTo>
                  <a:pt x="0" y="32512"/>
                </a:lnTo>
                <a:lnTo>
                  <a:pt x="100405" y="32512"/>
                </a:lnTo>
                <a:lnTo>
                  <a:pt x="10040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07" name="object 307" descr=""/>
          <p:cNvSpPr/>
          <p:nvPr/>
        </p:nvSpPr>
        <p:spPr>
          <a:xfrm>
            <a:off x="6372235" y="6571517"/>
            <a:ext cx="100965" cy="33020"/>
          </a:xfrm>
          <a:custGeom>
            <a:avLst/>
            <a:gdLst/>
            <a:ahLst/>
            <a:cxnLst/>
            <a:rect l="l" t="t" r="r" b="b"/>
            <a:pathLst>
              <a:path w="100964" h="33020">
                <a:moveTo>
                  <a:pt x="100394" y="0"/>
                </a:moveTo>
                <a:lnTo>
                  <a:pt x="0" y="0"/>
                </a:lnTo>
                <a:lnTo>
                  <a:pt x="0" y="32512"/>
                </a:lnTo>
                <a:lnTo>
                  <a:pt x="100394" y="32512"/>
                </a:lnTo>
                <a:lnTo>
                  <a:pt x="100394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08" name="object 308" descr=""/>
          <p:cNvSpPr/>
          <p:nvPr/>
        </p:nvSpPr>
        <p:spPr>
          <a:xfrm>
            <a:off x="5988246" y="6571517"/>
            <a:ext cx="100965" cy="33020"/>
          </a:xfrm>
          <a:custGeom>
            <a:avLst/>
            <a:gdLst/>
            <a:ahLst/>
            <a:cxnLst/>
            <a:rect l="l" t="t" r="r" b="b"/>
            <a:pathLst>
              <a:path w="100964" h="33020">
                <a:moveTo>
                  <a:pt x="100405" y="0"/>
                </a:moveTo>
                <a:lnTo>
                  <a:pt x="0" y="0"/>
                </a:lnTo>
                <a:lnTo>
                  <a:pt x="0" y="32512"/>
                </a:lnTo>
                <a:lnTo>
                  <a:pt x="100405" y="32512"/>
                </a:lnTo>
                <a:lnTo>
                  <a:pt x="10040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09" name="object 309" descr=""/>
          <p:cNvSpPr/>
          <p:nvPr/>
        </p:nvSpPr>
        <p:spPr>
          <a:xfrm>
            <a:off x="6372235" y="6698665"/>
            <a:ext cx="100965" cy="33020"/>
          </a:xfrm>
          <a:custGeom>
            <a:avLst/>
            <a:gdLst/>
            <a:ahLst/>
            <a:cxnLst/>
            <a:rect l="l" t="t" r="r" b="b"/>
            <a:pathLst>
              <a:path w="100964" h="33020">
                <a:moveTo>
                  <a:pt x="100394" y="0"/>
                </a:moveTo>
                <a:lnTo>
                  <a:pt x="0" y="0"/>
                </a:lnTo>
                <a:lnTo>
                  <a:pt x="0" y="32512"/>
                </a:lnTo>
                <a:lnTo>
                  <a:pt x="100394" y="32512"/>
                </a:lnTo>
                <a:lnTo>
                  <a:pt x="100394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10" name="object 310" descr=""/>
          <p:cNvSpPr/>
          <p:nvPr/>
        </p:nvSpPr>
        <p:spPr>
          <a:xfrm>
            <a:off x="5988246" y="6698665"/>
            <a:ext cx="100965" cy="33020"/>
          </a:xfrm>
          <a:custGeom>
            <a:avLst/>
            <a:gdLst/>
            <a:ahLst/>
            <a:cxnLst/>
            <a:rect l="l" t="t" r="r" b="b"/>
            <a:pathLst>
              <a:path w="100964" h="33020">
                <a:moveTo>
                  <a:pt x="100405" y="0"/>
                </a:moveTo>
                <a:lnTo>
                  <a:pt x="0" y="0"/>
                </a:lnTo>
                <a:lnTo>
                  <a:pt x="0" y="32512"/>
                </a:lnTo>
                <a:lnTo>
                  <a:pt x="100405" y="32512"/>
                </a:lnTo>
                <a:lnTo>
                  <a:pt x="10040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11" name="object 311" descr=""/>
          <p:cNvSpPr/>
          <p:nvPr/>
        </p:nvSpPr>
        <p:spPr>
          <a:xfrm>
            <a:off x="6372235" y="6825812"/>
            <a:ext cx="100965" cy="33020"/>
          </a:xfrm>
          <a:custGeom>
            <a:avLst/>
            <a:gdLst/>
            <a:ahLst/>
            <a:cxnLst/>
            <a:rect l="l" t="t" r="r" b="b"/>
            <a:pathLst>
              <a:path w="100964" h="33020">
                <a:moveTo>
                  <a:pt x="100394" y="0"/>
                </a:moveTo>
                <a:lnTo>
                  <a:pt x="0" y="0"/>
                </a:lnTo>
                <a:lnTo>
                  <a:pt x="0" y="32512"/>
                </a:lnTo>
                <a:lnTo>
                  <a:pt x="100394" y="32512"/>
                </a:lnTo>
                <a:lnTo>
                  <a:pt x="100394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12" name="object 312" descr=""/>
          <p:cNvSpPr/>
          <p:nvPr/>
        </p:nvSpPr>
        <p:spPr>
          <a:xfrm>
            <a:off x="5988246" y="6825812"/>
            <a:ext cx="100965" cy="33020"/>
          </a:xfrm>
          <a:custGeom>
            <a:avLst/>
            <a:gdLst/>
            <a:ahLst/>
            <a:cxnLst/>
            <a:rect l="l" t="t" r="r" b="b"/>
            <a:pathLst>
              <a:path w="100964" h="33020">
                <a:moveTo>
                  <a:pt x="100405" y="0"/>
                </a:moveTo>
                <a:lnTo>
                  <a:pt x="0" y="0"/>
                </a:lnTo>
                <a:lnTo>
                  <a:pt x="0" y="32512"/>
                </a:lnTo>
                <a:lnTo>
                  <a:pt x="100405" y="32512"/>
                </a:lnTo>
                <a:lnTo>
                  <a:pt x="10040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13" name="object 313" descr=""/>
          <p:cNvSpPr/>
          <p:nvPr/>
        </p:nvSpPr>
        <p:spPr>
          <a:xfrm>
            <a:off x="6372235" y="6952960"/>
            <a:ext cx="100965" cy="33020"/>
          </a:xfrm>
          <a:custGeom>
            <a:avLst/>
            <a:gdLst/>
            <a:ahLst/>
            <a:cxnLst/>
            <a:rect l="l" t="t" r="r" b="b"/>
            <a:pathLst>
              <a:path w="100964" h="33020">
                <a:moveTo>
                  <a:pt x="100394" y="0"/>
                </a:moveTo>
                <a:lnTo>
                  <a:pt x="0" y="0"/>
                </a:lnTo>
                <a:lnTo>
                  <a:pt x="0" y="32512"/>
                </a:lnTo>
                <a:lnTo>
                  <a:pt x="100394" y="32512"/>
                </a:lnTo>
                <a:lnTo>
                  <a:pt x="100394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14" name="object 314" descr=""/>
          <p:cNvSpPr/>
          <p:nvPr/>
        </p:nvSpPr>
        <p:spPr>
          <a:xfrm>
            <a:off x="5988246" y="6952960"/>
            <a:ext cx="100965" cy="33020"/>
          </a:xfrm>
          <a:custGeom>
            <a:avLst/>
            <a:gdLst/>
            <a:ahLst/>
            <a:cxnLst/>
            <a:rect l="l" t="t" r="r" b="b"/>
            <a:pathLst>
              <a:path w="100964" h="33020">
                <a:moveTo>
                  <a:pt x="100405" y="0"/>
                </a:moveTo>
                <a:lnTo>
                  <a:pt x="0" y="0"/>
                </a:lnTo>
                <a:lnTo>
                  <a:pt x="0" y="32512"/>
                </a:lnTo>
                <a:lnTo>
                  <a:pt x="100405" y="32512"/>
                </a:lnTo>
                <a:lnTo>
                  <a:pt x="10040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15" name="object 315" descr=""/>
          <p:cNvSpPr/>
          <p:nvPr/>
        </p:nvSpPr>
        <p:spPr>
          <a:xfrm>
            <a:off x="6372235" y="7080108"/>
            <a:ext cx="100965" cy="33020"/>
          </a:xfrm>
          <a:custGeom>
            <a:avLst/>
            <a:gdLst/>
            <a:ahLst/>
            <a:cxnLst/>
            <a:rect l="l" t="t" r="r" b="b"/>
            <a:pathLst>
              <a:path w="100964" h="33020">
                <a:moveTo>
                  <a:pt x="100394" y="0"/>
                </a:moveTo>
                <a:lnTo>
                  <a:pt x="0" y="0"/>
                </a:lnTo>
                <a:lnTo>
                  <a:pt x="0" y="32501"/>
                </a:lnTo>
                <a:lnTo>
                  <a:pt x="100394" y="32501"/>
                </a:lnTo>
                <a:lnTo>
                  <a:pt x="100394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16" name="object 316" descr=""/>
          <p:cNvSpPr/>
          <p:nvPr/>
        </p:nvSpPr>
        <p:spPr>
          <a:xfrm>
            <a:off x="5988246" y="7080108"/>
            <a:ext cx="100965" cy="33020"/>
          </a:xfrm>
          <a:custGeom>
            <a:avLst/>
            <a:gdLst/>
            <a:ahLst/>
            <a:cxnLst/>
            <a:rect l="l" t="t" r="r" b="b"/>
            <a:pathLst>
              <a:path w="100964" h="33020">
                <a:moveTo>
                  <a:pt x="100405" y="0"/>
                </a:moveTo>
                <a:lnTo>
                  <a:pt x="0" y="0"/>
                </a:lnTo>
                <a:lnTo>
                  <a:pt x="0" y="32501"/>
                </a:lnTo>
                <a:lnTo>
                  <a:pt x="100405" y="32501"/>
                </a:lnTo>
                <a:lnTo>
                  <a:pt x="10040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17" name="object 317" descr=""/>
          <p:cNvSpPr/>
          <p:nvPr/>
        </p:nvSpPr>
        <p:spPr>
          <a:xfrm>
            <a:off x="6372235" y="7207256"/>
            <a:ext cx="100965" cy="33020"/>
          </a:xfrm>
          <a:custGeom>
            <a:avLst/>
            <a:gdLst/>
            <a:ahLst/>
            <a:cxnLst/>
            <a:rect l="l" t="t" r="r" b="b"/>
            <a:pathLst>
              <a:path w="100964" h="33020">
                <a:moveTo>
                  <a:pt x="100394" y="0"/>
                </a:moveTo>
                <a:lnTo>
                  <a:pt x="0" y="0"/>
                </a:lnTo>
                <a:lnTo>
                  <a:pt x="0" y="32501"/>
                </a:lnTo>
                <a:lnTo>
                  <a:pt x="100394" y="32501"/>
                </a:lnTo>
                <a:lnTo>
                  <a:pt x="100394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18" name="object 318" descr=""/>
          <p:cNvSpPr/>
          <p:nvPr/>
        </p:nvSpPr>
        <p:spPr>
          <a:xfrm>
            <a:off x="5988246" y="7207256"/>
            <a:ext cx="100965" cy="33020"/>
          </a:xfrm>
          <a:custGeom>
            <a:avLst/>
            <a:gdLst/>
            <a:ahLst/>
            <a:cxnLst/>
            <a:rect l="l" t="t" r="r" b="b"/>
            <a:pathLst>
              <a:path w="100964" h="33020">
                <a:moveTo>
                  <a:pt x="100405" y="0"/>
                </a:moveTo>
                <a:lnTo>
                  <a:pt x="0" y="0"/>
                </a:lnTo>
                <a:lnTo>
                  <a:pt x="0" y="32501"/>
                </a:lnTo>
                <a:lnTo>
                  <a:pt x="100405" y="32501"/>
                </a:lnTo>
                <a:lnTo>
                  <a:pt x="10040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19" name="object 319" descr=""/>
          <p:cNvSpPr/>
          <p:nvPr/>
        </p:nvSpPr>
        <p:spPr>
          <a:xfrm>
            <a:off x="6372235" y="7334405"/>
            <a:ext cx="100965" cy="33020"/>
          </a:xfrm>
          <a:custGeom>
            <a:avLst/>
            <a:gdLst/>
            <a:ahLst/>
            <a:cxnLst/>
            <a:rect l="l" t="t" r="r" b="b"/>
            <a:pathLst>
              <a:path w="100964" h="33020">
                <a:moveTo>
                  <a:pt x="100394" y="0"/>
                </a:moveTo>
                <a:lnTo>
                  <a:pt x="0" y="0"/>
                </a:lnTo>
                <a:lnTo>
                  <a:pt x="0" y="32501"/>
                </a:lnTo>
                <a:lnTo>
                  <a:pt x="100394" y="32501"/>
                </a:lnTo>
                <a:lnTo>
                  <a:pt x="100394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20" name="object 320" descr=""/>
          <p:cNvSpPr/>
          <p:nvPr/>
        </p:nvSpPr>
        <p:spPr>
          <a:xfrm>
            <a:off x="5988246" y="7334405"/>
            <a:ext cx="100965" cy="33020"/>
          </a:xfrm>
          <a:custGeom>
            <a:avLst/>
            <a:gdLst/>
            <a:ahLst/>
            <a:cxnLst/>
            <a:rect l="l" t="t" r="r" b="b"/>
            <a:pathLst>
              <a:path w="100964" h="33020">
                <a:moveTo>
                  <a:pt x="100405" y="0"/>
                </a:moveTo>
                <a:lnTo>
                  <a:pt x="0" y="0"/>
                </a:lnTo>
                <a:lnTo>
                  <a:pt x="0" y="32501"/>
                </a:lnTo>
                <a:lnTo>
                  <a:pt x="100405" y="32501"/>
                </a:lnTo>
                <a:lnTo>
                  <a:pt x="10040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21" name="object 321" descr=""/>
          <p:cNvSpPr/>
          <p:nvPr/>
        </p:nvSpPr>
        <p:spPr>
          <a:xfrm>
            <a:off x="6372235" y="7461553"/>
            <a:ext cx="100965" cy="33020"/>
          </a:xfrm>
          <a:custGeom>
            <a:avLst/>
            <a:gdLst/>
            <a:ahLst/>
            <a:cxnLst/>
            <a:rect l="l" t="t" r="r" b="b"/>
            <a:pathLst>
              <a:path w="100964" h="33020">
                <a:moveTo>
                  <a:pt x="100394" y="0"/>
                </a:moveTo>
                <a:lnTo>
                  <a:pt x="0" y="0"/>
                </a:lnTo>
                <a:lnTo>
                  <a:pt x="0" y="32501"/>
                </a:lnTo>
                <a:lnTo>
                  <a:pt x="100394" y="32501"/>
                </a:lnTo>
                <a:lnTo>
                  <a:pt x="100394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22" name="object 322" descr=""/>
          <p:cNvSpPr/>
          <p:nvPr/>
        </p:nvSpPr>
        <p:spPr>
          <a:xfrm>
            <a:off x="5988246" y="7461553"/>
            <a:ext cx="100965" cy="33020"/>
          </a:xfrm>
          <a:custGeom>
            <a:avLst/>
            <a:gdLst/>
            <a:ahLst/>
            <a:cxnLst/>
            <a:rect l="l" t="t" r="r" b="b"/>
            <a:pathLst>
              <a:path w="100964" h="33020">
                <a:moveTo>
                  <a:pt x="100405" y="0"/>
                </a:moveTo>
                <a:lnTo>
                  <a:pt x="0" y="0"/>
                </a:lnTo>
                <a:lnTo>
                  <a:pt x="0" y="32501"/>
                </a:lnTo>
                <a:lnTo>
                  <a:pt x="100405" y="32501"/>
                </a:lnTo>
                <a:lnTo>
                  <a:pt x="10040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23" name="object 323" descr=""/>
          <p:cNvSpPr/>
          <p:nvPr/>
        </p:nvSpPr>
        <p:spPr>
          <a:xfrm>
            <a:off x="6372235" y="7588690"/>
            <a:ext cx="100965" cy="33020"/>
          </a:xfrm>
          <a:custGeom>
            <a:avLst/>
            <a:gdLst/>
            <a:ahLst/>
            <a:cxnLst/>
            <a:rect l="l" t="t" r="r" b="b"/>
            <a:pathLst>
              <a:path w="100964" h="33020">
                <a:moveTo>
                  <a:pt x="100394" y="0"/>
                </a:moveTo>
                <a:lnTo>
                  <a:pt x="0" y="0"/>
                </a:lnTo>
                <a:lnTo>
                  <a:pt x="0" y="32512"/>
                </a:lnTo>
                <a:lnTo>
                  <a:pt x="100394" y="32512"/>
                </a:lnTo>
                <a:lnTo>
                  <a:pt x="100394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24" name="object 324" descr=""/>
          <p:cNvSpPr/>
          <p:nvPr/>
        </p:nvSpPr>
        <p:spPr>
          <a:xfrm>
            <a:off x="5988246" y="7588690"/>
            <a:ext cx="100965" cy="33020"/>
          </a:xfrm>
          <a:custGeom>
            <a:avLst/>
            <a:gdLst/>
            <a:ahLst/>
            <a:cxnLst/>
            <a:rect l="l" t="t" r="r" b="b"/>
            <a:pathLst>
              <a:path w="100964" h="33020">
                <a:moveTo>
                  <a:pt x="100405" y="0"/>
                </a:moveTo>
                <a:lnTo>
                  <a:pt x="0" y="0"/>
                </a:lnTo>
                <a:lnTo>
                  <a:pt x="0" y="32512"/>
                </a:lnTo>
                <a:lnTo>
                  <a:pt x="100405" y="32512"/>
                </a:lnTo>
                <a:lnTo>
                  <a:pt x="10040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25" name="object 325" descr=""/>
          <p:cNvSpPr/>
          <p:nvPr/>
        </p:nvSpPr>
        <p:spPr>
          <a:xfrm>
            <a:off x="6372235" y="7715838"/>
            <a:ext cx="100965" cy="33020"/>
          </a:xfrm>
          <a:custGeom>
            <a:avLst/>
            <a:gdLst/>
            <a:ahLst/>
            <a:cxnLst/>
            <a:rect l="l" t="t" r="r" b="b"/>
            <a:pathLst>
              <a:path w="100964" h="33020">
                <a:moveTo>
                  <a:pt x="100394" y="0"/>
                </a:moveTo>
                <a:lnTo>
                  <a:pt x="0" y="0"/>
                </a:lnTo>
                <a:lnTo>
                  <a:pt x="0" y="32512"/>
                </a:lnTo>
                <a:lnTo>
                  <a:pt x="100394" y="32512"/>
                </a:lnTo>
                <a:lnTo>
                  <a:pt x="100394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26" name="object 326" descr=""/>
          <p:cNvSpPr/>
          <p:nvPr/>
        </p:nvSpPr>
        <p:spPr>
          <a:xfrm>
            <a:off x="5988246" y="7715838"/>
            <a:ext cx="100965" cy="33020"/>
          </a:xfrm>
          <a:custGeom>
            <a:avLst/>
            <a:gdLst/>
            <a:ahLst/>
            <a:cxnLst/>
            <a:rect l="l" t="t" r="r" b="b"/>
            <a:pathLst>
              <a:path w="100964" h="33020">
                <a:moveTo>
                  <a:pt x="100405" y="0"/>
                </a:moveTo>
                <a:lnTo>
                  <a:pt x="0" y="0"/>
                </a:lnTo>
                <a:lnTo>
                  <a:pt x="0" y="32512"/>
                </a:lnTo>
                <a:lnTo>
                  <a:pt x="100405" y="32512"/>
                </a:lnTo>
                <a:lnTo>
                  <a:pt x="10040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27" name="object 327" descr=""/>
          <p:cNvSpPr/>
          <p:nvPr/>
        </p:nvSpPr>
        <p:spPr>
          <a:xfrm>
            <a:off x="6372235" y="7842986"/>
            <a:ext cx="100965" cy="33020"/>
          </a:xfrm>
          <a:custGeom>
            <a:avLst/>
            <a:gdLst/>
            <a:ahLst/>
            <a:cxnLst/>
            <a:rect l="l" t="t" r="r" b="b"/>
            <a:pathLst>
              <a:path w="100964" h="33020">
                <a:moveTo>
                  <a:pt x="100394" y="0"/>
                </a:moveTo>
                <a:lnTo>
                  <a:pt x="0" y="0"/>
                </a:lnTo>
                <a:lnTo>
                  <a:pt x="0" y="32512"/>
                </a:lnTo>
                <a:lnTo>
                  <a:pt x="100394" y="32512"/>
                </a:lnTo>
                <a:lnTo>
                  <a:pt x="100394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28" name="object 328" descr=""/>
          <p:cNvSpPr/>
          <p:nvPr/>
        </p:nvSpPr>
        <p:spPr>
          <a:xfrm>
            <a:off x="5988246" y="7842986"/>
            <a:ext cx="100965" cy="33020"/>
          </a:xfrm>
          <a:custGeom>
            <a:avLst/>
            <a:gdLst/>
            <a:ahLst/>
            <a:cxnLst/>
            <a:rect l="l" t="t" r="r" b="b"/>
            <a:pathLst>
              <a:path w="100964" h="33020">
                <a:moveTo>
                  <a:pt x="100405" y="0"/>
                </a:moveTo>
                <a:lnTo>
                  <a:pt x="0" y="0"/>
                </a:lnTo>
                <a:lnTo>
                  <a:pt x="0" y="32512"/>
                </a:lnTo>
                <a:lnTo>
                  <a:pt x="100405" y="32512"/>
                </a:lnTo>
                <a:lnTo>
                  <a:pt x="10040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29" name="object 329" descr=""/>
          <p:cNvSpPr/>
          <p:nvPr/>
        </p:nvSpPr>
        <p:spPr>
          <a:xfrm>
            <a:off x="6372235" y="7970134"/>
            <a:ext cx="100965" cy="33020"/>
          </a:xfrm>
          <a:custGeom>
            <a:avLst/>
            <a:gdLst/>
            <a:ahLst/>
            <a:cxnLst/>
            <a:rect l="l" t="t" r="r" b="b"/>
            <a:pathLst>
              <a:path w="100964" h="33020">
                <a:moveTo>
                  <a:pt x="100394" y="0"/>
                </a:moveTo>
                <a:lnTo>
                  <a:pt x="0" y="0"/>
                </a:lnTo>
                <a:lnTo>
                  <a:pt x="0" y="32512"/>
                </a:lnTo>
                <a:lnTo>
                  <a:pt x="100394" y="32512"/>
                </a:lnTo>
                <a:lnTo>
                  <a:pt x="100394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30" name="object 330" descr=""/>
          <p:cNvSpPr/>
          <p:nvPr/>
        </p:nvSpPr>
        <p:spPr>
          <a:xfrm>
            <a:off x="5988246" y="7970134"/>
            <a:ext cx="100965" cy="33020"/>
          </a:xfrm>
          <a:custGeom>
            <a:avLst/>
            <a:gdLst/>
            <a:ahLst/>
            <a:cxnLst/>
            <a:rect l="l" t="t" r="r" b="b"/>
            <a:pathLst>
              <a:path w="100964" h="33020">
                <a:moveTo>
                  <a:pt x="100405" y="0"/>
                </a:moveTo>
                <a:lnTo>
                  <a:pt x="0" y="0"/>
                </a:lnTo>
                <a:lnTo>
                  <a:pt x="0" y="32512"/>
                </a:lnTo>
                <a:lnTo>
                  <a:pt x="100405" y="32512"/>
                </a:lnTo>
                <a:lnTo>
                  <a:pt x="10040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31" name="object 331" descr=""/>
          <p:cNvSpPr/>
          <p:nvPr/>
        </p:nvSpPr>
        <p:spPr>
          <a:xfrm>
            <a:off x="6372235" y="8097282"/>
            <a:ext cx="100965" cy="33020"/>
          </a:xfrm>
          <a:custGeom>
            <a:avLst/>
            <a:gdLst/>
            <a:ahLst/>
            <a:cxnLst/>
            <a:rect l="l" t="t" r="r" b="b"/>
            <a:pathLst>
              <a:path w="100964" h="33020">
                <a:moveTo>
                  <a:pt x="100394" y="0"/>
                </a:moveTo>
                <a:lnTo>
                  <a:pt x="0" y="0"/>
                </a:lnTo>
                <a:lnTo>
                  <a:pt x="0" y="32512"/>
                </a:lnTo>
                <a:lnTo>
                  <a:pt x="100394" y="32512"/>
                </a:lnTo>
                <a:lnTo>
                  <a:pt x="100394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32" name="object 332" descr=""/>
          <p:cNvSpPr/>
          <p:nvPr/>
        </p:nvSpPr>
        <p:spPr>
          <a:xfrm>
            <a:off x="5988246" y="8097282"/>
            <a:ext cx="100965" cy="33020"/>
          </a:xfrm>
          <a:custGeom>
            <a:avLst/>
            <a:gdLst/>
            <a:ahLst/>
            <a:cxnLst/>
            <a:rect l="l" t="t" r="r" b="b"/>
            <a:pathLst>
              <a:path w="100964" h="33020">
                <a:moveTo>
                  <a:pt x="100405" y="0"/>
                </a:moveTo>
                <a:lnTo>
                  <a:pt x="0" y="0"/>
                </a:lnTo>
                <a:lnTo>
                  <a:pt x="0" y="32512"/>
                </a:lnTo>
                <a:lnTo>
                  <a:pt x="100405" y="32512"/>
                </a:lnTo>
                <a:lnTo>
                  <a:pt x="10040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33" name="object 333" descr=""/>
          <p:cNvSpPr/>
          <p:nvPr/>
        </p:nvSpPr>
        <p:spPr>
          <a:xfrm>
            <a:off x="6372235" y="8224430"/>
            <a:ext cx="100965" cy="33020"/>
          </a:xfrm>
          <a:custGeom>
            <a:avLst/>
            <a:gdLst/>
            <a:ahLst/>
            <a:cxnLst/>
            <a:rect l="l" t="t" r="r" b="b"/>
            <a:pathLst>
              <a:path w="100964" h="33020">
                <a:moveTo>
                  <a:pt x="100394" y="0"/>
                </a:moveTo>
                <a:lnTo>
                  <a:pt x="0" y="0"/>
                </a:lnTo>
                <a:lnTo>
                  <a:pt x="0" y="32512"/>
                </a:lnTo>
                <a:lnTo>
                  <a:pt x="100394" y="32512"/>
                </a:lnTo>
                <a:lnTo>
                  <a:pt x="100394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34" name="object 334" descr=""/>
          <p:cNvSpPr/>
          <p:nvPr/>
        </p:nvSpPr>
        <p:spPr>
          <a:xfrm>
            <a:off x="5823013" y="8224437"/>
            <a:ext cx="821055" cy="191770"/>
          </a:xfrm>
          <a:custGeom>
            <a:avLst/>
            <a:gdLst/>
            <a:ahLst/>
            <a:cxnLst/>
            <a:rect l="l" t="t" r="r" b="b"/>
            <a:pathLst>
              <a:path w="821054" h="191770">
                <a:moveTo>
                  <a:pt x="265633" y="0"/>
                </a:moveTo>
                <a:lnTo>
                  <a:pt x="165227" y="0"/>
                </a:lnTo>
                <a:lnTo>
                  <a:pt x="165227" y="32512"/>
                </a:lnTo>
                <a:lnTo>
                  <a:pt x="265633" y="32512"/>
                </a:lnTo>
                <a:lnTo>
                  <a:pt x="265633" y="0"/>
                </a:lnTo>
                <a:close/>
              </a:path>
              <a:path w="821054" h="191770">
                <a:moveTo>
                  <a:pt x="820889" y="67500"/>
                </a:moveTo>
                <a:lnTo>
                  <a:pt x="0" y="67500"/>
                </a:lnTo>
                <a:lnTo>
                  <a:pt x="0" y="191668"/>
                </a:lnTo>
                <a:lnTo>
                  <a:pt x="820889" y="191668"/>
                </a:lnTo>
                <a:lnTo>
                  <a:pt x="820889" y="6750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35" name="object 335" descr=""/>
          <p:cNvSpPr/>
          <p:nvPr/>
        </p:nvSpPr>
        <p:spPr>
          <a:xfrm>
            <a:off x="5988467" y="5783478"/>
            <a:ext cx="91440" cy="67945"/>
          </a:xfrm>
          <a:custGeom>
            <a:avLst/>
            <a:gdLst/>
            <a:ahLst/>
            <a:cxnLst/>
            <a:rect l="l" t="t" r="r" b="b"/>
            <a:pathLst>
              <a:path w="91439" h="67945">
                <a:moveTo>
                  <a:pt x="91316" y="0"/>
                </a:moveTo>
                <a:lnTo>
                  <a:pt x="0" y="0"/>
                </a:lnTo>
                <a:lnTo>
                  <a:pt x="0" y="67798"/>
                </a:lnTo>
                <a:lnTo>
                  <a:pt x="91316" y="67798"/>
                </a:lnTo>
                <a:lnTo>
                  <a:pt x="91316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36" name="object 336" descr=""/>
          <p:cNvSpPr/>
          <p:nvPr/>
        </p:nvSpPr>
        <p:spPr>
          <a:xfrm>
            <a:off x="15985197" y="6953154"/>
            <a:ext cx="367030" cy="2367915"/>
          </a:xfrm>
          <a:custGeom>
            <a:avLst/>
            <a:gdLst/>
            <a:ahLst/>
            <a:cxnLst/>
            <a:rect l="l" t="t" r="r" b="b"/>
            <a:pathLst>
              <a:path w="367030" h="2367915">
                <a:moveTo>
                  <a:pt x="230022" y="421665"/>
                </a:moveTo>
                <a:lnTo>
                  <a:pt x="165531" y="421665"/>
                </a:lnTo>
                <a:lnTo>
                  <a:pt x="64490" y="421665"/>
                </a:lnTo>
                <a:lnTo>
                  <a:pt x="0" y="421665"/>
                </a:lnTo>
                <a:lnTo>
                  <a:pt x="0" y="2367521"/>
                </a:lnTo>
                <a:lnTo>
                  <a:pt x="64490" y="2367521"/>
                </a:lnTo>
                <a:lnTo>
                  <a:pt x="165531" y="2367521"/>
                </a:lnTo>
                <a:lnTo>
                  <a:pt x="230022" y="2367521"/>
                </a:lnTo>
                <a:lnTo>
                  <a:pt x="230022" y="421665"/>
                </a:lnTo>
                <a:close/>
              </a:path>
              <a:path w="367030" h="2367915">
                <a:moveTo>
                  <a:pt x="342506" y="281940"/>
                </a:moveTo>
                <a:lnTo>
                  <a:pt x="300291" y="281940"/>
                </a:lnTo>
                <a:lnTo>
                  <a:pt x="300291" y="140970"/>
                </a:lnTo>
                <a:lnTo>
                  <a:pt x="272034" y="140970"/>
                </a:lnTo>
                <a:lnTo>
                  <a:pt x="272034" y="0"/>
                </a:lnTo>
                <a:lnTo>
                  <a:pt x="222326" y="0"/>
                </a:lnTo>
                <a:lnTo>
                  <a:pt x="176301" y="0"/>
                </a:lnTo>
                <a:lnTo>
                  <a:pt x="90322" y="0"/>
                </a:lnTo>
                <a:lnTo>
                  <a:pt x="90322" y="140970"/>
                </a:lnTo>
                <a:lnTo>
                  <a:pt x="62077" y="140970"/>
                </a:lnTo>
                <a:lnTo>
                  <a:pt x="62077" y="281940"/>
                </a:lnTo>
                <a:lnTo>
                  <a:pt x="19862" y="281940"/>
                </a:lnTo>
                <a:lnTo>
                  <a:pt x="19862" y="421640"/>
                </a:lnTo>
                <a:lnTo>
                  <a:pt x="158877" y="421640"/>
                </a:lnTo>
                <a:lnTo>
                  <a:pt x="273939" y="421640"/>
                </a:lnTo>
                <a:lnTo>
                  <a:pt x="342506" y="421640"/>
                </a:lnTo>
                <a:lnTo>
                  <a:pt x="342506" y="281940"/>
                </a:lnTo>
                <a:close/>
              </a:path>
              <a:path w="367030" h="2367915">
                <a:moveTo>
                  <a:pt x="366496" y="421665"/>
                </a:moveTo>
                <a:lnTo>
                  <a:pt x="330085" y="421665"/>
                </a:lnTo>
                <a:lnTo>
                  <a:pt x="276618" y="421665"/>
                </a:lnTo>
                <a:lnTo>
                  <a:pt x="230035" y="421665"/>
                </a:lnTo>
                <a:lnTo>
                  <a:pt x="230035" y="2367521"/>
                </a:lnTo>
                <a:lnTo>
                  <a:pt x="276618" y="2367521"/>
                </a:lnTo>
                <a:lnTo>
                  <a:pt x="330085" y="2367521"/>
                </a:lnTo>
                <a:lnTo>
                  <a:pt x="366496" y="2367521"/>
                </a:lnTo>
                <a:lnTo>
                  <a:pt x="366496" y="421665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37" name="object 337" descr=""/>
          <p:cNvSpPr/>
          <p:nvPr/>
        </p:nvSpPr>
        <p:spPr>
          <a:xfrm>
            <a:off x="7103585" y="2759884"/>
            <a:ext cx="26034" cy="582295"/>
          </a:xfrm>
          <a:custGeom>
            <a:avLst/>
            <a:gdLst/>
            <a:ahLst/>
            <a:cxnLst/>
            <a:rect l="l" t="t" r="r" b="b"/>
            <a:pathLst>
              <a:path w="26034" h="582295">
                <a:moveTo>
                  <a:pt x="25486" y="0"/>
                </a:moveTo>
                <a:lnTo>
                  <a:pt x="0" y="0"/>
                </a:lnTo>
                <a:lnTo>
                  <a:pt x="0" y="582202"/>
                </a:lnTo>
                <a:lnTo>
                  <a:pt x="25486" y="582202"/>
                </a:lnTo>
                <a:lnTo>
                  <a:pt x="25486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38" name="object 338" descr=""/>
          <p:cNvGrpSpPr/>
          <p:nvPr/>
        </p:nvGrpSpPr>
        <p:grpSpPr>
          <a:xfrm>
            <a:off x="6710465" y="3244215"/>
            <a:ext cx="967105" cy="5172075"/>
            <a:chOff x="6710465" y="3244215"/>
            <a:chExt cx="967105" cy="5172075"/>
          </a:xfrm>
        </p:grpSpPr>
        <p:sp>
          <p:nvSpPr>
            <p:cNvPr id="339" name="object 339" descr=""/>
            <p:cNvSpPr/>
            <p:nvPr/>
          </p:nvSpPr>
          <p:spPr>
            <a:xfrm>
              <a:off x="6710464" y="4536750"/>
              <a:ext cx="788035" cy="3879850"/>
            </a:xfrm>
            <a:custGeom>
              <a:avLst/>
              <a:gdLst/>
              <a:ahLst/>
              <a:cxnLst/>
              <a:rect l="l" t="t" r="r" b="b"/>
              <a:pathLst>
                <a:path w="788034" h="3879850">
                  <a:moveTo>
                    <a:pt x="787527" y="0"/>
                  </a:moveTo>
                  <a:lnTo>
                    <a:pt x="787527" y="0"/>
                  </a:lnTo>
                  <a:lnTo>
                    <a:pt x="494030" y="0"/>
                  </a:lnTo>
                  <a:lnTo>
                    <a:pt x="494030" y="763549"/>
                  </a:lnTo>
                  <a:lnTo>
                    <a:pt x="494030" y="3771404"/>
                  </a:lnTo>
                  <a:lnTo>
                    <a:pt x="493941" y="3771404"/>
                  </a:lnTo>
                  <a:lnTo>
                    <a:pt x="493941" y="0"/>
                  </a:lnTo>
                  <a:lnTo>
                    <a:pt x="380720" y="0"/>
                  </a:lnTo>
                  <a:lnTo>
                    <a:pt x="0" y="0"/>
                  </a:lnTo>
                  <a:lnTo>
                    <a:pt x="0" y="763549"/>
                  </a:lnTo>
                  <a:lnTo>
                    <a:pt x="0" y="3879113"/>
                  </a:lnTo>
                  <a:lnTo>
                    <a:pt x="113233" y="3879113"/>
                  </a:lnTo>
                  <a:lnTo>
                    <a:pt x="113233" y="3879354"/>
                  </a:lnTo>
                  <a:lnTo>
                    <a:pt x="142354" y="3879354"/>
                  </a:lnTo>
                  <a:lnTo>
                    <a:pt x="142354" y="3879113"/>
                  </a:lnTo>
                  <a:lnTo>
                    <a:pt x="179857" y="3879113"/>
                  </a:lnTo>
                  <a:lnTo>
                    <a:pt x="179857" y="3879354"/>
                  </a:lnTo>
                  <a:lnTo>
                    <a:pt x="314083" y="3879354"/>
                  </a:lnTo>
                  <a:lnTo>
                    <a:pt x="314083" y="3879113"/>
                  </a:lnTo>
                  <a:lnTo>
                    <a:pt x="351586" y="3879113"/>
                  </a:lnTo>
                  <a:lnTo>
                    <a:pt x="351586" y="3879354"/>
                  </a:lnTo>
                  <a:lnTo>
                    <a:pt x="380720" y="3879354"/>
                  </a:lnTo>
                  <a:lnTo>
                    <a:pt x="380720" y="3879227"/>
                  </a:lnTo>
                  <a:lnTo>
                    <a:pt x="382651" y="3879227"/>
                  </a:lnTo>
                  <a:lnTo>
                    <a:pt x="493941" y="3879113"/>
                  </a:lnTo>
                  <a:lnTo>
                    <a:pt x="493941" y="3814064"/>
                  </a:lnTo>
                  <a:lnTo>
                    <a:pt x="494030" y="3879113"/>
                  </a:lnTo>
                  <a:lnTo>
                    <a:pt x="561314" y="3879113"/>
                  </a:lnTo>
                  <a:lnTo>
                    <a:pt x="561314" y="3879354"/>
                  </a:lnTo>
                  <a:lnTo>
                    <a:pt x="578612" y="3879354"/>
                  </a:lnTo>
                  <a:lnTo>
                    <a:pt x="578612" y="3879113"/>
                  </a:lnTo>
                  <a:lnTo>
                    <a:pt x="600913" y="3879113"/>
                  </a:lnTo>
                  <a:lnTo>
                    <a:pt x="600913" y="3879354"/>
                  </a:lnTo>
                  <a:lnTo>
                    <a:pt x="680669" y="3879354"/>
                  </a:lnTo>
                  <a:lnTo>
                    <a:pt x="680669" y="3879113"/>
                  </a:lnTo>
                  <a:lnTo>
                    <a:pt x="787527" y="3879113"/>
                  </a:lnTo>
                  <a:lnTo>
                    <a:pt x="787527" y="763549"/>
                  </a:lnTo>
                  <a:lnTo>
                    <a:pt x="787527" y="0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 descr=""/>
            <p:cNvSpPr/>
            <p:nvPr/>
          </p:nvSpPr>
          <p:spPr>
            <a:xfrm>
              <a:off x="6713194" y="3849820"/>
              <a:ext cx="785495" cy="4566285"/>
            </a:xfrm>
            <a:custGeom>
              <a:avLst/>
              <a:gdLst/>
              <a:ahLst/>
              <a:cxnLst/>
              <a:rect l="l" t="t" r="r" b="b"/>
              <a:pathLst>
                <a:path w="785495" h="4566284">
                  <a:moveTo>
                    <a:pt x="531533" y="3270707"/>
                  </a:moveTo>
                  <a:lnTo>
                    <a:pt x="516153" y="3270707"/>
                  </a:lnTo>
                  <a:lnTo>
                    <a:pt x="516153" y="4122267"/>
                  </a:lnTo>
                  <a:lnTo>
                    <a:pt x="531533" y="4122267"/>
                  </a:lnTo>
                  <a:lnTo>
                    <a:pt x="531533" y="3270707"/>
                  </a:lnTo>
                  <a:close/>
                </a:path>
                <a:path w="785495" h="4566284">
                  <a:moveTo>
                    <a:pt x="531533" y="798017"/>
                  </a:moveTo>
                  <a:lnTo>
                    <a:pt x="516153" y="798017"/>
                  </a:lnTo>
                  <a:lnTo>
                    <a:pt x="516153" y="1318323"/>
                  </a:lnTo>
                  <a:lnTo>
                    <a:pt x="531533" y="1318323"/>
                  </a:lnTo>
                  <a:lnTo>
                    <a:pt x="531533" y="798017"/>
                  </a:lnTo>
                  <a:close/>
                </a:path>
                <a:path w="785495" h="4566284">
                  <a:moveTo>
                    <a:pt x="532625" y="3019336"/>
                  </a:moveTo>
                  <a:lnTo>
                    <a:pt x="517245" y="3019336"/>
                  </a:lnTo>
                  <a:lnTo>
                    <a:pt x="517245" y="3085414"/>
                  </a:lnTo>
                  <a:lnTo>
                    <a:pt x="532625" y="3085414"/>
                  </a:lnTo>
                  <a:lnTo>
                    <a:pt x="532625" y="3019336"/>
                  </a:lnTo>
                  <a:close/>
                </a:path>
                <a:path w="785495" h="4566284">
                  <a:moveTo>
                    <a:pt x="532625" y="2247658"/>
                  </a:moveTo>
                  <a:lnTo>
                    <a:pt x="517245" y="2247658"/>
                  </a:lnTo>
                  <a:lnTo>
                    <a:pt x="517245" y="2313749"/>
                  </a:lnTo>
                  <a:lnTo>
                    <a:pt x="532625" y="2313749"/>
                  </a:lnTo>
                  <a:lnTo>
                    <a:pt x="532625" y="2247658"/>
                  </a:lnTo>
                  <a:close/>
                </a:path>
                <a:path w="785495" h="4566284">
                  <a:moveTo>
                    <a:pt x="532625" y="2093328"/>
                  </a:moveTo>
                  <a:lnTo>
                    <a:pt x="517245" y="2093328"/>
                  </a:lnTo>
                  <a:lnTo>
                    <a:pt x="517245" y="2159419"/>
                  </a:lnTo>
                  <a:lnTo>
                    <a:pt x="532625" y="2159419"/>
                  </a:lnTo>
                  <a:lnTo>
                    <a:pt x="532625" y="2093328"/>
                  </a:lnTo>
                  <a:close/>
                </a:path>
                <a:path w="785495" h="4566284">
                  <a:moveTo>
                    <a:pt x="532625" y="1784667"/>
                  </a:moveTo>
                  <a:lnTo>
                    <a:pt x="517245" y="1784667"/>
                  </a:lnTo>
                  <a:lnTo>
                    <a:pt x="517245" y="1850745"/>
                  </a:lnTo>
                  <a:lnTo>
                    <a:pt x="532625" y="1850745"/>
                  </a:lnTo>
                  <a:lnTo>
                    <a:pt x="532625" y="1784667"/>
                  </a:lnTo>
                  <a:close/>
                </a:path>
                <a:path w="785495" h="4566284">
                  <a:moveTo>
                    <a:pt x="558584" y="2931083"/>
                  </a:moveTo>
                  <a:lnTo>
                    <a:pt x="532625" y="2931083"/>
                  </a:lnTo>
                  <a:lnTo>
                    <a:pt x="532625" y="2865005"/>
                  </a:lnTo>
                  <a:lnTo>
                    <a:pt x="517245" y="2865005"/>
                  </a:lnTo>
                  <a:lnTo>
                    <a:pt x="517245" y="2931083"/>
                  </a:lnTo>
                  <a:lnTo>
                    <a:pt x="491299" y="2931083"/>
                  </a:lnTo>
                  <a:lnTo>
                    <a:pt x="491299" y="2973743"/>
                  </a:lnTo>
                  <a:lnTo>
                    <a:pt x="558584" y="2973743"/>
                  </a:lnTo>
                  <a:lnTo>
                    <a:pt x="558584" y="2931083"/>
                  </a:lnTo>
                  <a:close/>
                </a:path>
                <a:path w="785495" h="4566284">
                  <a:moveTo>
                    <a:pt x="558584" y="2776753"/>
                  </a:moveTo>
                  <a:lnTo>
                    <a:pt x="532625" y="2776753"/>
                  </a:lnTo>
                  <a:lnTo>
                    <a:pt x="532625" y="2710675"/>
                  </a:lnTo>
                  <a:lnTo>
                    <a:pt x="517245" y="2710675"/>
                  </a:lnTo>
                  <a:lnTo>
                    <a:pt x="517245" y="2776753"/>
                  </a:lnTo>
                  <a:lnTo>
                    <a:pt x="491299" y="2776753"/>
                  </a:lnTo>
                  <a:lnTo>
                    <a:pt x="491299" y="2819412"/>
                  </a:lnTo>
                  <a:lnTo>
                    <a:pt x="558584" y="2819412"/>
                  </a:lnTo>
                  <a:lnTo>
                    <a:pt x="558584" y="2776753"/>
                  </a:lnTo>
                  <a:close/>
                </a:path>
                <a:path w="785495" h="4566284">
                  <a:moveTo>
                    <a:pt x="558584" y="2622423"/>
                  </a:moveTo>
                  <a:lnTo>
                    <a:pt x="532625" y="2622423"/>
                  </a:lnTo>
                  <a:lnTo>
                    <a:pt x="532625" y="2556332"/>
                  </a:lnTo>
                  <a:lnTo>
                    <a:pt x="517245" y="2556332"/>
                  </a:lnTo>
                  <a:lnTo>
                    <a:pt x="517245" y="2622423"/>
                  </a:lnTo>
                  <a:lnTo>
                    <a:pt x="491299" y="2622423"/>
                  </a:lnTo>
                  <a:lnTo>
                    <a:pt x="491299" y="2665082"/>
                  </a:lnTo>
                  <a:lnTo>
                    <a:pt x="558584" y="2665082"/>
                  </a:lnTo>
                  <a:lnTo>
                    <a:pt x="558584" y="2622423"/>
                  </a:lnTo>
                  <a:close/>
                </a:path>
                <a:path w="785495" h="4566284">
                  <a:moveTo>
                    <a:pt x="558584" y="2468092"/>
                  </a:moveTo>
                  <a:lnTo>
                    <a:pt x="532625" y="2468092"/>
                  </a:lnTo>
                  <a:lnTo>
                    <a:pt x="532625" y="2402001"/>
                  </a:lnTo>
                  <a:lnTo>
                    <a:pt x="517245" y="2402001"/>
                  </a:lnTo>
                  <a:lnTo>
                    <a:pt x="517245" y="2468092"/>
                  </a:lnTo>
                  <a:lnTo>
                    <a:pt x="491299" y="2468092"/>
                  </a:lnTo>
                  <a:lnTo>
                    <a:pt x="491299" y="2510752"/>
                  </a:lnTo>
                  <a:lnTo>
                    <a:pt x="558584" y="2510752"/>
                  </a:lnTo>
                  <a:lnTo>
                    <a:pt x="558584" y="2468092"/>
                  </a:lnTo>
                  <a:close/>
                </a:path>
                <a:path w="785495" h="4566284">
                  <a:moveTo>
                    <a:pt x="558584" y="2313762"/>
                  </a:moveTo>
                  <a:lnTo>
                    <a:pt x="491299" y="2313762"/>
                  </a:lnTo>
                  <a:lnTo>
                    <a:pt x="491299" y="2356421"/>
                  </a:lnTo>
                  <a:lnTo>
                    <a:pt x="558584" y="2356421"/>
                  </a:lnTo>
                  <a:lnTo>
                    <a:pt x="558584" y="2313762"/>
                  </a:lnTo>
                  <a:close/>
                </a:path>
                <a:path w="785495" h="4566284">
                  <a:moveTo>
                    <a:pt x="558584" y="2159431"/>
                  </a:moveTo>
                  <a:lnTo>
                    <a:pt x="491299" y="2159431"/>
                  </a:lnTo>
                  <a:lnTo>
                    <a:pt x="491299" y="2202091"/>
                  </a:lnTo>
                  <a:lnTo>
                    <a:pt x="558584" y="2202091"/>
                  </a:lnTo>
                  <a:lnTo>
                    <a:pt x="558584" y="2159431"/>
                  </a:lnTo>
                  <a:close/>
                </a:path>
                <a:path w="785495" h="4566284">
                  <a:moveTo>
                    <a:pt x="558584" y="2005088"/>
                  </a:moveTo>
                  <a:lnTo>
                    <a:pt x="532625" y="2005088"/>
                  </a:lnTo>
                  <a:lnTo>
                    <a:pt x="532625" y="1938997"/>
                  </a:lnTo>
                  <a:lnTo>
                    <a:pt x="517245" y="1938997"/>
                  </a:lnTo>
                  <a:lnTo>
                    <a:pt x="517245" y="2005088"/>
                  </a:lnTo>
                  <a:lnTo>
                    <a:pt x="491299" y="2005088"/>
                  </a:lnTo>
                  <a:lnTo>
                    <a:pt x="491299" y="2047748"/>
                  </a:lnTo>
                  <a:lnTo>
                    <a:pt x="558584" y="2047748"/>
                  </a:lnTo>
                  <a:lnTo>
                    <a:pt x="558584" y="2005088"/>
                  </a:lnTo>
                  <a:close/>
                </a:path>
                <a:path w="785495" h="4566284">
                  <a:moveTo>
                    <a:pt x="558584" y="1850758"/>
                  </a:moveTo>
                  <a:lnTo>
                    <a:pt x="491299" y="1850758"/>
                  </a:lnTo>
                  <a:lnTo>
                    <a:pt x="491299" y="1893417"/>
                  </a:lnTo>
                  <a:lnTo>
                    <a:pt x="558584" y="1893417"/>
                  </a:lnTo>
                  <a:lnTo>
                    <a:pt x="558584" y="1850758"/>
                  </a:lnTo>
                  <a:close/>
                </a:path>
                <a:path w="785495" h="4566284">
                  <a:moveTo>
                    <a:pt x="558584" y="1696415"/>
                  </a:moveTo>
                  <a:lnTo>
                    <a:pt x="532625" y="1696415"/>
                  </a:lnTo>
                  <a:lnTo>
                    <a:pt x="532625" y="1630337"/>
                  </a:lnTo>
                  <a:lnTo>
                    <a:pt x="517245" y="1630337"/>
                  </a:lnTo>
                  <a:lnTo>
                    <a:pt x="517245" y="1696415"/>
                  </a:lnTo>
                  <a:lnTo>
                    <a:pt x="491299" y="1696415"/>
                  </a:lnTo>
                  <a:lnTo>
                    <a:pt x="491299" y="1739074"/>
                  </a:lnTo>
                  <a:lnTo>
                    <a:pt x="558584" y="1739074"/>
                  </a:lnTo>
                  <a:lnTo>
                    <a:pt x="558584" y="1696415"/>
                  </a:lnTo>
                  <a:close/>
                </a:path>
                <a:path w="785495" h="4566284">
                  <a:moveTo>
                    <a:pt x="758850" y="3019336"/>
                  </a:moveTo>
                  <a:lnTo>
                    <a:pt x="743470" y="3019336"/>
                  </a:lnTo>
                  <a:lnTo>
                    <a:pt x="743470" y="3085414"/>
                  </a:lnTo>
                  <a:lnTo>
                    <a:pt x="758850" y="3085414"/>
                  </a:lnTo>
                  <a:lnTo>
                    <a:pt x="758850" y="3019336"/>
                  </a:lnTo>
                  <a:close/>
                </a:path>
                <a:path w="785495" h="4566284">
                  <a:moveTo>
                    <a:pt x="758850" y="2247658"/>
                  </a:moveTo>
                  <a:lnTo>
                    <a:pt x="743470" y="2247658"/>
                  </a:lnTo>
                  <a:lnTo>
                    <a:pt x="743470" y="2313749"/>
                  </a:lnTo>
                  <a:lnTo>
                    <a:pt x="758850" y="2313749"/>
                  </a:lnTo>
                  <a:lnTo>
                    <a:pt x="758850" y="2247658"/>
                  </a:lnTo>
                  <a:close/>
                </a:path>
                <a:path w="785495" h="4566284">
                  <a:moveTo>
                    <a:pt x="758850" y="2093328"/>
                  </a:moveTo>
                  <a:lnTo>
                    <a:pt x="743470" y="2093328"/>
                  </a:lnTo>
                  <a:lnTo>
                    <a:pt x="743470" y="2159419"/>
                  </a:lnTo>
                  <a:lnTo>
                    <a:pt x="758850" y="2159419"/>
                  </a:lnTo>
                  <a:lnTo>
                    <a:pt x="758850" y="2093328"/>
                  </a:lnTo>
                  <a:close/>
                </a:path>
                <a:path w="785495" h="4566284">
                  <a:moveTo>
                    <a:pt x="758850" y="1784667"/>
                  </a:moveTo>
                  <a:lnTo>
                    <a:pt x="743470" y="1784667"/>
                  </a:lnTo>
                  <a:lnTo>
                    <a:pt x="743470" y="1850745"/>
                  </a:lnTo>
                  <a:lnTo>
                    <a:pt x="758850" y="1850745"/>
                  </a:lnTo>
                  <a:lnTo>
                    <a:pt x="758850" y="1784667"/>
                  </a:lnTo>
                  <a:close/>
                </a:path>
                <a:path w="785495" h="4566284">
                  <a:moveTo>
                    <a:pt x="759942" y="3270707"/>
                  </a:moveTo>
                  <a:lnTo>
                    <a:pt x="744562" y="3270707"/>
                  </a:lnTo>
                  <a:lnTo>
                    <a:pt x="744562" y="4122267"/>
                  </a:lnTo>
                  <a:lnTo>
                    <a:pt x="759942" y="4122267"/>
                  </a:lnTo>
                  <a:lnTo>
                    <a:pt x="759942" y="3270707"/>
                  </a:lnTo>
                  <a:close/>
                </a:path>
                <a:path w="785495" h="4566284">
                  <a:moveTo>
                    <a:pt x="759942" y="798017"/>
                  </a:moveTo>
                  <a:lnTo>
                    <a:pt x="744562" y="798017"/>
                  </a:lnTo>
                  <a:lnTo>
                    <a:pt x="744562" y="1318323"/>
                  </a:lnTo>
                  <a:lnTo>
                    <a:pt x="759942" y="1318323"/>
                  </a:lnTo>
                  <a:lnTo>
                    <a:pt x="759942" y="798017"/>
                  </a:lnTo>
                  <a:close/>
                </a:path>
                <a:path w="785495" h="4566284">
                  <a:moveTo>
                    <a:pt x="784885" y="4458335"/>
                  </a:moveTo>
                  <a:lnTo>
                    <a:pt x="784796" y="4393298"/>
                  </a:lnTo>
                  <a:lnTo>
                    <a:pt x="784796" y="4350639"/>
                  </a:lnTo>
                  <a:lnTo>
                    <a:pt x="717524" y="4350639"/>
                  </a:lnTo>
                  <a:lnTo>
                    <a:pt x="717524" y="2973743"/>
                  </a:lnTo>
                  <a:lnTo>
                    <a:pt x="784796" y="2973743"/>
                  </a:lnTo>
                  <a:lnTo>
                    <a:pt x="784796" y="2931083"/>
                  </a:lnTo>
                  <a:lnTo>
                    <a:pt x="758850" y="2931083"/>
                  </a:lnTo>
                  <a:lnTo>
                    <a:pt x="758850" y="2865005"/>
                  </a:lnTo>
                  <a:lnTo>
                    <a:pt x="743470" y="2865005"/>
                  </a:lnTo>
                  <a:lnTo>
                    <a:pt x="743470" y="2931083"/>
                  </a:lnTo>
                  <a:lnTo>
                    <a:pt x="717524" y="2931083"/>
                  </a:lnTo>
                  <a:lnTo>
                    <a:pt x="717524" y="2819412"/>
                  </a:lnTo>
                  <a:lnTo>
                    <a:pt x="784796" y="2819412"/>
                  </a:lnTo>
                  <a:lnTo>
                    <a:pt x="784796" y="2776753"/>
                  </a:lnTo>
                  <a:lnTo>
                    <a:pt x="758850" y="2776753"/>
                  </a:lnTo>
                  <a:lnTo>
                    <a:pt x="758850" y="2710675"/>
                  </a:lnTo>
                  <a:lnTo>
                    <a:pt x="743470" y="2710675"/>
                  </a:lnTo>
                  <a:lnTo>
                    <a:pt x="743470" y="2776753"/>
                  </a:lnTo>
                  <a:lnTo>
                    <a:pt x="717524" y="2776753"/>
                  </a:lnTo>
                  <a:lnTo>
                    <a:pt x="717524" y="2665082"/>
                  </a:lnTo>
                  <a:lnTo>
                    <a:pt x="784796" y="2665082"/>
                  </a:lnTo>
                  <a:lnTo>
                    <a:pt x="784796" y="2622423"/>
                  </a:lnTo>
                  <a:lnTo>
                    <a:pt x="758850" y="2622423"/>
                  </a:lnTo>
                  <a:lnTo>
                    <a:pt x="758850" y="2556332"/>
                  </a:lnTo>
                  <a:lnTo>
                    <a:pt x="743470" y="2556332"/>
                  </a:lnTo>
                  <a:lnTo>
                    <a:pt x="743470" y="2622423"/>
                  </a:lnTo>
                  <a:lnTo>
                    <a:pt x="717524" y="2622423"/>
                  </a:lnTo>
                  <a:lnTo>
                    <a:pt x="717524" y="2510752"/>
                  </a:lnTo>
                  <a:lnTo>
                    <a:pt x="784796" y="2510752"/>
                  </a:lnTo>
                  <a:lnTo>
                    <a:pt x="784796" y="2468092"/>
                  </a:lnTo>
                  <a:lnTo>
                    <a:pt x="758850" y="2468092"/>
                  </a:lnTo>
                  <a:lnTo>
                    <a:pt x="758850" y="2402001"/>
                  </a:lnTo>
                  <a:lnTo>
                    <a:pt x="743470" y="2402001"/>
                  </a:lnTo>
                  <a:lnTo>
                    <a:pt x="743470" y="2468092"/>
                  </a:lnTo>
                  <a:lnTo>
                    <a:pt x="717524" y="2468092"/>
                  </a:lnTo>
                  <a:lnTo>
                    <a:pt x="717524" y="2356421"/>
                  </a:lnTo>
                  <a:lnTo>
                    <a:pt x="784796" y="2356421"/>
                  </a:lnTo>
                  <a:lnTo>
                    <a:pt x="784796" y="2313762"/>
                  </a:lnTo>
                  <a:lnTo>
                    <a:pt x="717524" y="2313762"/>
                  </a:lnTo>
                  <a:lnTo>
                    <a:pt x="717524" y="2202091"/>
                  </a:lnTo>
                  <a:lnTo>
                    <a:pt x="784796" y="2202091"/>
                  </a:lnTo>
                  <a:lnTo>
                    <a:pt x="784796" y="2159431"/>
                  </a:lnTo>
                  <a:lnTo>
                    <a:pt x="717524" y="2159431"/>
                  </a:lnTo>
                  <a:lnTo>
                    <a:pt x="717524" y="2047748"/>
                  </a:lnTo>
                  <a:lnTo>
                    <a:pt x="784796" y="2047748"/>
                  </a:lnTo>
                  <a:lnTo>
                    <a:pt x="784796" y="2005088"/>
                  </a:lnTo>
                  <a:lnTo>
                    <a:pt x="758850" y="2005088"/>
                  </a:lnTo>
                  <a:lnTo>
                    <a:pt x="758850" y="1938997"/>
                  </a:lnTo>
                  <a:lnTo>
                    <a:pt x="743470" y="1938997"/>
                  </a:lnTo>
                  <a:lnTo>
                    <a:pt x="743470" y="2005088"/>
                  </a:lnTo>
                  <a:lnTo>
                    <a:pt x="717524" y="2005088"/>
                  </a:lnTo>
                  <a:lnTo>
                    <a:pt x="717524" y="1893417"/>
                  </a:lnTo>
                  <a:lnTo>
                    <a:pt x="784796" y="1893417"/>
                  </a:lnTo>
                  <a:lnTo>
                    <a:pt x="784796" y="1850758"/>
                  </a:lnTo>
                  <a:lnTo>
                    <a:pt x="717524" y="1850758"/>
                  </a:lnTo>
                  <a:lnTo>
                    <a:pt x="717524" y="1739074"/>
                  </a:lnTo>
                  <a:lnTo>
                    <a:pt x="784796" y="1739074"/>
                  </a:lnTo>
                  <a:lnTo>
                    <a:pt x="784796" y="1696415"/>
                  </a:lnTo>
                  <a:lnTo>
                    <a:pt x="758850" y="1696415"/>
                  </a:lnTo>
                  <a:lnTo>
                    <a:pt x="758850" y="1630337"/>
                  </a:lnTo>
                  <a:lnTo>
                    <a:pt x="743470" y="1630337"/>
                  </a:lnTo>
                  <a:lnTo>
                    <a:pt x="743470" y="1696415"/>
                  </a:lnTo>
                  <a:lnTo>
                    <a:pt x="717524" y="1696415"/>
                  </a:lnTo>
                  <a:lnTo>
                    <a:pt x="717524" y="686930"/>
                  </a:lnTo>
                  <a:lnTo>
                    <a:pt x="743216" y="686930"/>
                  </a:lnTo>
                  <a:lnTo>
                    <a:pt x="743216" y="0"/>
                  </a:lnTo>
                  <a:lnTo>
                    <a:pt x="491629" y="0"/>
                  </a:lnTo>
                  <a:lnTo>
                    <a:pt x="491629" y="101206"/>
                  </a:lnTo>
                  <a:lnTo>
                    <a:pt x="491629" y="159931"/>
                  </a:lnTo>
                  <a:lnTo>
                    <a:pt x="491629" y="628205"/>
                  </a:lnTo>
                  <a:lnTo>
                    <a:pt x="491210" y="628205"/>
                  </a:lnTo>
                  <a:lnTo>
                    <a:pt x="491210" y="611644"/>
                  </a:lnTo>
                  <a:lnTo>
                    <a:pt x="491629" y="611644"/>
                  </a:lnTo>
                  <a:lnTo>
                    <a:pt x="491629" y="552919"/>
                  </a:lnTo>
                  <a:lnTo>
                    <a:pt x="491210" y="552919"/>
                  </a:lnTo>
                  <a:lnTo>
                    <a:pt x="491210" y="536359"/>
                  </a:lnTo>
                  <a:lnTo>
                    <a:pt x="491629" y="536359"/>
                  </a:lnTo>
                  <a:lnTo>
                    <a:pt x="491629" y="477634"/>
                  </a:lnTo>
                  <a:lnTo>
                    <a:pt x="491210" y="477634"/>
                  </a:lnTo>
                  <a:lnTo>
                    <a:pt x="491210" y="461073"/>
                  </a:lnTo>
                  <a:lnTo>
                    <a:pt x="491629" y="461073"/>
                  </a:lnTo>
                  <a:lnTo>
                    <a:pt x="491629" y="402348"/>
                  </a:lnTo>
                  <a:lnTo>
                    <a:pt x="491210" y="402348"/>
                  </a:lnTo>
                  <a:lnTo>
                    <a:pt x="491210" y="385787"/>
                  </a:lnTo>
                  <a:lnTo>
                    <a:pt x="491629" y="385787"/>
                  </a:lnTo>
                  <a:lnTo>
                    <a:pt x="491629" y="327063"/>
                  </a:lnTo>
                  <a:lnTo>
                    <a:pt x="491210" y="327063"/>
                  </a:lnTo>
                  <a:lnTo>
                    <a:pt x="491210" y="310502"/>
                  </a:lnTo>
                  <a:lnTo>
                    <a:pt x="491629" y="310502"/>
                  </a:lnTo>
                  <a:lnTo>
                    <a:pt x="491629" y="251777"/>
                  </a:lnTo>
                  <a:lnTo>
                    <a:pt x="491210" y="251777"/>
                  </a:lnTo>
                  <a:lnTo>
                    <a:pt x="491210" y="235216"/>
                  </a:lnTo>
                  <a:lnTo>
                    <a:pt x="491629" y="235216"/>
                  </a:lnTo>
                  <a:lnTo>
                    <a:pt x="491629" y="176491"/>
                  </a:lnTo>
                  <a:lnTo>
                    <a:pt x="491210" y="176491"/>
                  </a:lnTo>
                  <a:lnTo>
                    <a:pt x="491210" y="159931"/>
                  </a:lnTo>
                  <a:lnTo>
                    <a:pt x="491629" y="159931"/>
                  </a:lnTo>
                  <a:lnTo>
                    <a:pt x="491629" y="101206"/>
                  </a:lnTo>
                  <a:lnTo>
                    <a:pt x="491210" y="101206"/>
                  </a:lnTo>
                  <a:lnTo>
                    <a:pt x="491210" y="0"/>
                  </a:lnTo>
                  <a:lnTo>
                    <a:pt x="56718" y="0"/>
                  </a:lnTo>
                  <a:lnTo>
                    <a:pt x="56718" y="101206"/>
                  </a:lnTo>
                  <a:lnTo>
                    <a:pt x="2463" y="101206"/>
                  </a:lnTo>
                  <a:lnTo>
                    <a:pt x="2463" y="159931"/>
                  </a:lnTo>
                  <a:lnTo>
                    <a:pt x="56718" y="159931"/>
                  </a:lnTo>
                  <a:lnTo>
                    <a:pt x="56718" y="176491"/>
                  </a:lnTo>
                  <a:lnTo>
                    <a:pt x="2044" y="176491"/>
                  </a:lnTo>
                  <a:lnTo>
                    <a:pt x="2044" y="235216"/>
                  </a:lnTo>
                  <a:lnTo>
                    <a:pt x="56718" y="235216"/>
                  </a:lnTo>
                  <a:lnTo>
                    <a:pt x="56718" y="251777"/>
                  </a:lnTo>
                  <a:lnTo>
                    <a:pt x="1638" y="251777"/>
                  </a:lnTo>
                  <a:lnTo>
                    <a:pt x="1638" y="310502"/>
                  </a:lnTo>
                  <a:lnTo>
                    <a:pt x="56718" y="310502"/>
                  </a:lnTo>
                  <a:lnTo>
                    <a:pt x="56718" y="327063"/>
                  </a:lnTo>
                  <a:lnTo>
                    <a:pt x="1231" y="327063"/>
                  </a:lnTo>
                  <a:lnTo>
                    <a:pt x="1231" y="385787"/>
                  </a:lnTo>
                  <a:lnTo>
                    <a:pt x="56718" y="385787"/>
                  </a:lnTo>
                  <a:lnTo>
                    <a:pt x="56718" y="402348"/>
                  </a:lnTo>
                  <a:lnTo>
                    <a:pt x="825" y="402348"/>
                  </a:lnTo>
                  <a:lnTo>
                    <a:pt x="825" y="461073"/>
                  </a:lnTo>
                  <a:lnTo>
                    <a:pt x="56718" y="461073"/>
                  </a:lnTo>
                  <a:lnTo>
                    <a:pt x="56718" y="477634"/>
                  </a:lnTo>
                  <a:lnTo>
                    <a:pt x="406" y="477634"/>
                  </a:lnTo>
                  <a:lnTo>
                    <a:pt x="406" y="536359"/>
                  </a:lnTo>
                  <a:lnTo>
                    <a:pt x="56718" y="536359"/>
                  </a:lnTo>
                  <a:lnTo>
                    <a:pt x="56718" y="552919"/>
                  </a:lnTo>
                  <a:lnTo>
                    <a:pt x="0" y="552919"/>
                  </a:lnTo>
                  <a:lnTo>
                    <a:pt x="0" y="611644"/>
                  </a:lnTo>
                  <a:lnTo>
                    <a:pt x="56718" y="611644"/>
                  </a:lnTo>
                  <a:lnTo>
                    <a:pt x="56718" y="686930"/>
                  </a:lnTo>
                  <a:lnTo>
                    <a:pt x="139623" y="686930"/>
                  </a:lnTo>
                  <a:lnTo>
                    <a:pt x="139623" y="688594"/>
                  </a:lnTo>
                  <a:lnTo>
                    <a:pt x="348869" y="688594"/>
                  </a:lnTo>
                  <a:lnTo>
                    <a:pt x="348869" y="686930"/>
                  </a:lnTo>
                  <a:lnTo>
                    <a:pt x="381406" y="686930"/>
                  </a:lnTo>
                  <a:lnTo>
                    <a:pt x="700214" y="686930"/>
                  </a:lnTo>
                  <a:lnTo>
                    <a:pt x="700214" y="4350639"/>
                  </a:lnTo>
                  <a:lnTo>
                    <a:pt x="491299" y="4350639"/>
                  </a:lnTo>
                  <a:lnTo>
                    <a:pt x="491299" y="4393298"/>
                  </a:lnTo>
                  <a:lnTo>
                    <a:pt x="491299" y="4566043"/>
                  </a:lnTo>
                  <a:lnTo>
                    <a:pt x="558584" y="4566043"/>
                  </a:lnTo>
                  <a:lnTo>
                    <a:pt x="558584" y="4566285"/>
                  </a:lnTo>
                  <a:lnTo>
                    <a:pt x="575881" y="4566285"/>
                  </a:lnTo>
                  <a:lnTo>
                    <a:pt x="575881" y="4566043"/>
                  </a:lnTo>
                  <a:lnTo>
                    <a:pt x="605091" y="4566043"/>
                  </a:lnTo>
                  <a:lnTo>
                    <a:pt x="622401" y="4566158"/>
                  </a:lnTo>
                  <a:lnTo>
                    <a:pt x="653402" y="4566043"/>
                  </a:lnTo>
                  <a:lnTo>
                    <a:pt x="670712" y="4566158"/>
                  </a:lnTo>
                  <a:lnTo>
                    <a:pt x="700214" y="4566043"/>
                  </a:lnTo>
                  <a:lnTo>
                    <a:pt x="700214" y="4566285"/>
                  </a:lnTo>
                  <a:lnTo>
                    <a:pt x="717524" y="4566285"/>
                  </a:lnTo>
                  <a:lnTo>
                    <a:pt x="717524" y="4566158"/>
                  </a:lnTo>
                  <a:lnTo>
                    <a:pt x="718667" y="4566158"/>
                  </a:lnTo>
                  <a:lnTo>
                    <a:pt x="784796" y="4566043"/>
                  </a:lnTo>
                  <a:lnTo>
                    <a:pt x="784796" y="4500994"/>
                  </a:lnTo>
                  <a:lnTo>
                    <a:pt x="784885" y="4458335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 descr=""/>
            <p:cNvSpPr/>
            <p:nvPr/>
          </p:nvSpPr>
          <p:spPr>
            <a:xfrm>
              <a:off x="6710464" y="3275970"/>
              <a:ext cx="789940" cy="1261110"/>
            </a:xfrm>
            <a:custGeom>
              <a:avLst/>
              <a:gdLst/>
              <a:ahLst/>
              <a:cxnLst/>
              <a:rect l="l" t="t" r="r" b="b"/>
              <a:pathLst>
                <a:path w="789940" h="1261110">
                  <a:moveTo>
                    <a:pt x="113131" y="1202055"/>
                  </a:moveTo>
                  <a:lnTo>
                    <a:pt x="0" y="1202055"/>
                  </a:lnTo>
                  <a:lnTo>
                    <a:pt x="0" y="1260779"/>
                  </a:lnTo>
                  <a:lnTo>
                    <a:pt x="113131" y="1260779"/>
                  </a:lnTo>
                  <a:lnTo>
                    <a:pt x="113131" y="1202055"/>
                  </a:lnTo>
                  <a:close/>
                </a:path>
                <a:path w="789940" h="1261110">
                  <a:moveTo>
                    <a:pt x="787273" y="1202055"/>
                  </a:moveTo>
                  <a:lnTo>
                    <a:pt x="720255" y="1202055"/>
                  </a:lnTo>
                  <a:lnTo>
                    <a:pt x="720255" y="1260779"/>
                  </a:lnTo>
                  <a:lnTo>
                    <a:pt x="787273" y="1260779"/>
                  </a:lnTo>
                  <a:lnTo>
                    <a:pt x="787273" y="1202055"/>
                  </a:lnTo>
                  <a:close/>
                </a:path>
                <a:path w="789940" h="1261110">
                  <a:moveTo>
                    <a:pt x="788200" y="1126769"/>
                  </a:moveTo>
                  <a:lnTo>
                    <a:pt x="719607" y="1126769"/>
                  </a:lnTo>
                  <a:lnTo>
                    <a:pt x="719607" y="1185494"/>
                  </a:lnTo>
                  <a:lnTo>
                    <a:pt x="788200" y="1185494"/>
                  </a:lnTo>
                  <a:lnTo>
                    <a:pt x="788200" y="1126769"/>
                  </a:lnTo>
                  <a:close/>
                </a:path>
                <a:path w="789940" h="1261110">
                  <a:moveTo>
                    <a:pt x="788466" y="1051483"/>
                  </a:moveTo>
                  <a:lnTo>
                    <a:pt x="719874" y="1051483"/>
                  </a:lnTo>
                  <a:lnTo>
                    <a:pt x="719874" y="1110208"/>
                  </a:lnTo>
                  <a:lnTo>
                    <a:pt x="788466" y="1110208"/>
                  </a:lnTo>
                  <a:lnTo>
                    <a:pt x="788466" y="1051483"/>
                  </a:lnTo>
                  <a:close/>
                </a:path>
                <a:path w="789940" h="1261110">
                  <a:moveTo>
                    <a:pt x="788720" y="976198"/>
                  </a:moveTo>
                  <a:lnTo>
                    <a:pt x="720115" y="976198"/>
                  </a:lnTo>
                  <a:lnTo>
                    <a:pt x="720115" y="1034923"/>
                  </a:lnTo>
                  <a:lnTo>
                    <a:pt x="788720" y="1034923"/>
                  </a:lnTo>
                  <a:lnTo>
                    <a:pt x="788720" y="976198"/>
                  </a:lnTo>
                  <a:close/>
                </a:path>
                <a:path w="789940" h="1261110">
                  <a:moveTo>
                    <a:pt x="788962" y="900912"/>
                  </a:moveTo>
                  <a:lnTo>
                    <a:pt x="720369" y="900912"/>
                  </a:lnTo>
                  <a:lnTo>
                    <a:pt x="720369" y="959637"/>
                  </a:lnTo>
                  <a:lnTo>
                    <a:pt x="788962" y="959637"/>
                  </a:lnTo>
                  <a:lnTo>
                    <a:pt x="788962" y="900912"/>
                  </a:lnTo>
                  <a:close/>
                </a:path>
                <a:path w="789940" h="1261110">
                  <a:moveTo>
                    <a:pt x="789216" y="825627"/>
                  </a:moveTo>
                  <a:lnTo>
                    <a:pt x="720623" y="825627"/>
                  </a:lnTo>
                  <a:lnTo>
                    <a:pt x="720623" y="884351"/>
                  </a:lnTo>
                  <a:lnTo>
                    <a:pt x="789216" y="884351"/>
                  </a:lnTo>
                  <a:lnTo>
                    <a:pt x="789216" y="825627"/>
                  </a:lnTo>
                  <a:close/>
                </a:path>
                <a:path w="789940" h="1261110">
                  <a:moveTo>
                    <a:pt x="789482" y="750341"/>
                  </a:moveTo>
                  <a:lnTo>
                    <a:pt x="720890" y="750341"/>
                  </a:lnTo>
                  <a:lnTo>
                    <a:pt x="720890" y="809066"/>
                  </a:lnTo>
                  <a:lnTo>
                    <a:pt x="789482" y="809066"/>
                  </a:lnTo>
                  <a:lnTo>
                    <a:pt x="789482" y="750341"/>
                  </a:lnTo>
                  <a:close/>
                </a:path>
                <a:path w="789940" h="1261110">
                  <a:moveTo>
                    <a:pt x="789736" y="675055"/>
                  </a:moveTo>
                  <a:lnTo>
                    <a:pt x="789724" y="509625"/>
                  </a:lnTo>
                  <a:lnTo>
                    <a:pt x="766559" y="492455"/>
                  </a:lnTo>
                  <a:lnTo>
                    <a:pt x="714159" y="443534"/>
                  </a:lnTo>
                  <a:lnTo>
                    <a:pt x="686562" y="412013"/>
                  </a:lnTo>
                  <a:lnTo>
                    <a:pt x="659091" y="375970"/>
                  </a:lnTo>
                  <a:lnTo>
                    <a:pt x="632587" y="335495"/>
                  </a:lnTo>
                  <a:lnTo>
                    <a:pt x="607834" y="290741"/>
                  </a:lnTo>
                  <a:lnTo>
                    <a:pt x="585660" y="241808"/>
                  </a:lnTo>
                  <a:lnTo>
                    <a:pt x="566864" y="188836"/>
                  </a:lnTo>
                  <a:lnTo>
                    <a:pt x="552259" y="131927"/>
                  </a:lnTo>
                  <a:lnTo>
                    <a:pt x="542671" y="71221"/>
                  </a:lnTo>
                  <a:lnTo>
                    <a:pt x="538886" y="6832"/>
                  </a:lnTo>
                  <a:lnTo>
                    <a:pt x="538695" y="6832"/>
                  </a:lnTo>
                  <a:lnTo>
                    <a:pt x="538670" y="0"/>
                  </a:lnTo>
                  <a:lnTo>
                    <a:pt x="378206" y="0"/>
                  </a:lnTo>
                  <a:lnTo>
                    <a:pt x="356425" y="0"/>
                  </a:lnTo>
                  <a:lnTo>
                    <a:pt x="176542" y="0"/>
                  </a:lnTo>
                  <a:lnTo>
                    <a:pt x="174485" y="70904"/>
                  </a:lnTo>
                  <a:lnTo>
                    <a:pt x="168554" y="137401"/>
                  </a:lnTo>
                  <a:lnTo>
                    <a:pt x="159131" y="199326"/>
                  </a:lnTo>
                  <a:lnTo>
                    <a:pt x="146583" y="256514"/>
                  </a:lnTo>
                  <a:lnTo>
                    <a:pt x="131305" y="308800"/>
                  </a:lnTo>
                  <a:lnTo>
                    <a:pt x="113665" y="355981"/>
                  </a:lnTo>
                  <a:lnTo>
                    <a:pt x="94030" y="397916"/>
                  </a:lnTo>
                  <a:lnTo>
                    <a:pt x="72783" y="434416"/>
                  </a:lnTo>
                  <a:lnTo>
                    <a:pt x="50304" y="465315"/>
                  </a:lnTo>
                  <a:lnTo>
                    <a:pt x="3149" y="509625"/>
                  </a:lnTo>
                  <a:lnTo>
                    <a:pt x="3149" y="675055"/>
                  </a:lnTo>
                  <a:lnTo>
                    <a:pt x="5194" y="675055"/>
                  </a:lnTo>
                  <a:lnTo>
                    <a:pt x="5194" y="733780"/>
                  </a:lnTo>
                  <a:lnTo>
                    <a:pt x="116166" y="733780"/>
                  </a:lnTo>
                  <a:lnTo>
                    <a:pt x="116166" y="675055"/>
                  </a:lnTo>
                  <a:lnTo>
                    <a:pt x="300355" y="675055"/>
                  </a:lnTo>
                  <a:lnTo>
                    <a:pt x="409333" y="675055"/>
                  </a:lnTo>
                  <a:lnTo>
                    <a:pt x="492518" y="675055"/>
                  </a:lnTo>
                  <a:lnTo>
                    <a:pt x="721131" y="675055"/>
                  </a:lnTo>
                  <a:lnTo>
                    <a:pt x="721131" y="733780"/>
                  </a:lnTo>
                  <a:lnTo>
                    <a:pt x="789736" y="733780"/>
                  </a:lnTo>
                  <a:lnTo>
                    <a:pt x="789736" y="675055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42" name="object 342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260565" y="3809653"/>
              <a:ext cx="182224" cy="141367"/>
            </a:xfrm>
            <a:prstGeom prst="rect">
              <a:avLst/>
            </a:prstGeom>
          </p:spPr>
        </p:pic>
        <p:sp>
          <p:nvSpPr>
            <p:cNvPr id="343" name="object 343" descr=""/>
            <p:cNvSpPr/>
            <p:nvPr/>
          </p:nvSpPr>
          <p:spPr>
            <a:xfrm>
              <a:off x="6886994" y="3244220"/>
              <a:ext cx="362585" cy="31750"/>
            </a:xfrm>
            <a:custGeom>
              <a:avLst/>
              <a:gdLst/>
              <a:ahLst/>
              <a:cxnLst/>
              <a:rect l="l" t="t" r="r" b="b"/>
              <a:pathLst>
                <a:path w="362584" h="31750">
                  <a:moveTo>
                    <a:pt x="53416" y="0"/>
                  </a:moveTo>
                  <a:lnTo>
                    <a:pt x="0" y="0"/>
                  </a:lnTo>
                  <a:lnTo>
                    <a:pt x="0" y="31750"/>
                  </a:lnTo>
                  <a:lnTo>
                    <a:pt x="53416" y="31750"/>
                  </a:lnTo>
                  <a:lnTo>
                    <a:pt x="53416" y="0"/>
                  </a:lnTo>
                  <a:close/>
                </a:path>
                <a:path w="362584" h="31750">
                  <a:moveTo>
                    <a:pt x="201764" y="0"/>
                  </a:moveTo>
                  <a:lnTo>
                    <a:pt x="148361" y="0"/>
                  </a:lnTo>
                  <a:lnTo>
                    <a:pt x="148361" y="31750"/>
                  </a:lnTo>
                  <a:lnTo>
                    <a:pt x="201764" y="31750"/>
                  </a:lnTo>
                  <a:lnTo>
                    <a:pt x="201764" y="0"/>
                  </a:lnTo>
                  <a:close/>
                </a:path>
                <a:path w="362584" h="31750">
                  <a:moveTo>
                    <a:pt x="362165" y="0"/>
                  </a:moveTo>
                  <a:lnTo>
                    <a:pt x="312077" y="0"/>
                  </a:lnTo>
                  <a:lnTo>
                    <a:pt x="312077" y="31750"/>
                  </a:lnTo>
                  <a:lnTo>
                    <a:pt x="362165" y="31750"/>
                  </a:lnTo>
                  <a:lnTo>
                    <a:pt x="362165" y="0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 descr=""/>
            <p:cNvSpPr/>
            <p:nvPr/>
          </p:nvSpPr>
          <p:spPr>
            <a:xfrm>
              <a:off x="7364623" y="6007764"/>
              <a:ext cx="313055" cy="2408555"/>
            </a:xfrm>
            <a:custGeom>
              <a:avLst/>
              <a:gdLst/>
              <a:ahLst/>
              <a:cxnLst/>
              <a:rect l="l" t="t" r="r" b="b"/>
              <a:pathLst>
                <a:path w="313054" h="2408554">
                  <a:moveTo>
                    <a:pt x="312849" y="0"/>
                  </a:moveTo>
                  <a:lnTo>
                    <a:pt x="0" y="0"/>
                  </a:lnTo>
                  <a:lnTo>
                    <a:pt x="0" y="2408335"/>
                  </a:lnTo>
                  <a:lnTo>
                    <a:pt x="312849" y="2408335"/>
                  </a:lnTo>
                  <a:lnTo>
                    <a:pt x="312849" y="0"/>
                  </a:lnTo>
                  <a:close/>
                </a:path>
              </a:pathLst>
            </a:custGeom>
            <a:solidFill>
              <a:srgbClr val="CDEBE6">
                <a:alpha val="26878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45" name="object 345" descr=""/>
          <p:cNvSpPr/>
          <p:nvPr/>
        </p:nvSpPr>
        <p:spPr>
          <a:xfrm>
            <a:off x="13651357" y="7806543"/>
            <a:ext cx="468630" cy="615315"/>
          </a:xfrm>
          <a:custGeom>
            <a:avLst/>
            <a:gdLst/>
            <a:ahLst/>
            <a:cxnLst/>
            <a:rect l="l" t="t" r="r" b="b"/>
            <a:pathLst>
              <a:path w="468630" h="615315">
                <a:moveTo>
                  <a:pt x="468160" y="129057"/>
                </a:moveTo>
                <a:lnTo>
                  <a:pt x="349567" y="129057"/>
                </a:lnTo>
                <a:lnTo>
                  <a:pt x="349567" y="0"/>
                </a:lnTo>
                <a:lnTo>
                  <a:pt x="242785" y="0"/>
                </a:lnTo>
                <a:lnTo>
                  <a:pt x="242785" y="129057"/>
                </a:lnTo>
                <a:lnTo>
                  <a:pt x="0" y="129057"/>
                </a:lnTo>
                <a:lnTo>
                  <a:pt x="0" y="614984"/>
                </a:lnTo>
                <a:lnTo>
                  <a:pt x="468160" y="614984"/>
                </a:lnTo>
                <a:lnTo>
                  <a:pt x="468160" y="129057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46" name="object 346" descr=""/>
          <p:cNvGrpSpPr/>
          <p:nvPr/>
        </p:nvGrpSpPr>
        <p:grpSpPr>
          <a:xfrm>
            <a:off x="13965846" y="7022592"/>
            <a:ext cx="758190" cy="1399540"/>
            <a:chOff x="13965846" y="7022592"/>
            <a:chExt cx="758190" cy="1399540"/>
          </a:xfrm>
        </p:grpSpPr>
        <p:sp>
          <p:nvSpPr>
            <p:cNvPr id="347" name="object 347" descr=""/>
            <p:cNvSpPr/>
            <p:nvPr/>
          </p:nvSpPr>
          <p:spPr>
            <a:xfrm>
              <a:off x="14239995" y="8327913"/>
              <a:ext cx="483870" cy="93980"/>
            </a:xfrm>
            <a:custGeom>
              <a:avLst/>
              <a:gdLst/>
              <a:ahLst/>
              <a:cxnLst/>
              <a:rect l="l" t="t" r="r" b="b"/>
              <a:pathLst>
                <a:path w="483869" h="93979">
                  <a:moveTo>
                    <a:pt x="483744" y="0"/>
                  </a:moveTo>
                  <a:lnTo>
                    <a:pt x="0" y="0"/>
                  </a:lnTo>
                  <a:lnTo>
                    <a:pt x="0" y="93609"/>
                  </a:lnTo>
                  <a:lnTo>
                    <a:pt x="483744" y="93609"/>
                  </a:lnTo>
                  <a:lnTo>
                    <a:pt x="483744" y="0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 descr=""/>
            <p:cNvSpPr/>
            <p:nvPr/>
          </p:nvSpPr>
          <p:spPr>
            <a:xfrm>
              <a:off x="14640276" y="8327913"/>
              <a:ext cx="83820" cy="93980"/>
            </a:xfrm>
            <a:custGeom>
              <a:avLst/>
              <a:gdLst/>
              <a:ahLst/>
              <a:cxnLst/>
              <a:rect l="l" t="t" r="r" b="b"/>
              <a:pathLst>
                <a:path w="83819" h="93979">
                  <a:moveTo>
                    <a:pt x="83473" y="0"/>
                  </a:moveTo>
                  <a:lnTo>
                    <a:pt x="0" y="0"/>
                  </a:lnTo>
                  <a:lnTo>
                    <a:pt x="0" y="93609"/>
                  </a:lnTo>
                  <a:lnTo>
                    <a:pt x="83473" y="93609"/>
                  </a:lnTo>
                  <a:lnTo>
                    <a:pt x="83473" y="0"/>
                  </a:lnTo>
                  <a:close/>
                </a:path>
              </a:pathLst>
            </a:custGeom>
            <a:solidFill>
              <a:srgbClr val="CDEBE6">
                <a:alpha val="2815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 descr=""/>
            <p:cNvSpPr/>
            <p:nvPr/>
          </p:nvSpPr>
          <p:spPr>
            <a:xfrm>
              <a:off x="14307590" y="7614431"/>
              <a:ext cx="385445" cy="713740"/>
            </a:xfrm>
            <a:custGeom>
              <a:avLst/>
              <a:gdLst/>
              <a:ahLst/>
              <a:cxnLst/>
              <a:rect l="l" t="t" r="r" b="b"/>
              <a:pathLst>
                <a:path w="385444" h="713740">
                  <a:moveTo>
                    <a:pt x="156372" y="0"/>
                  </a:moveTo>
                  <a:lnTo>
                    <a:pt x="0" y="0"/>
                  </a:lnTo>
                  <a:lnTo>
                    <a:pt x="0" y="713486"/>
                  </a:lnTo>
                  <a:lnTo>
                    <a:pt x="385014" y="713486"/>
                  </a:lnTo>
                  <a:lnTo>
                    <a:pt x="385014" y="88122"/>
                  </a:lnTo>
                  <a:lnTo>
                    <a:pt x="323889" y="44643"/>
                  </a:lnTo>
                  <a:lnTo>
                    <a:pt x="289107" y="21746"/>
                  </a:lnTo>
                  <a:lnTo>
                    <a:pt x="246704" y="7444"/>
                  </a:lnTo>
                  <a:lnTo>
                    <a:pt x="201848" y="1872"/>
                  </a:lnTo>
                  <a:lnTo>
                    <a:pt x="156372" y="0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 descr=""/>
            <p:cNvSpPr/>
            <p:nvPr/>
          </p:nvSpPr>
          <p:spPr>
            <a:xfrm>
              <a:off x="14325257" y="7621885"/>
              <a:ext cx="367665" cy="706120"/>
            </a:xfrm>
            <a:custGeom>
              <a:avLst/>
              <a:gdLst/>
              <a:ahLst/>
              <a:cxnLst/>
              <a:rect l="l" t="t" r="r" b="b"/>
              <a:pathLst>
                <a:path w="367665" h="706120">
                  <a:moveTo>
                    <a:pt x="105067" y="48285"/>
                  </a:moveTo>
                  <a:lnTo>
                    <a:pt x="0" y="48285"/>
                  </a:lnTo>
                  <a:lnTo>
                    <a:pt x="0" y="706031"/>
                  </a:lnTo>
                  <a:lnTo>
                    <a:pt x="105067" y="706031"/>
                  </a:lnTo>
                  <a:lnTo>
                    <a:pt x="105067" y="48285"/>
                  </a:lnTo>
                  <a:close/>
                </a:path>
                <a:path w="367665" h="706120">
                  <a:moveTo>
                    <a:pt x="367334" y="80670"/>
                  </a:moveTo>
                  <a:lnTo>
                    <a:pt x="306209" y="37198"/>
                  </a:lnTo>
                  <a:lnTo>
                    <a:pt x="271437" y="14300"/>
                  </a:lnTo>
                  <a:lnTo>
                    <a:pt x="250024" y="4419"/>
                  </a:lnTo>
                  <a:lnTo>
                    <a:pt x="229031" y="0"/>
                  </a:lnTo>
                  <a:lnTo>
                    <a:pt x="228701" y="706043"/>
                  </a:lnTo>
                  <a:lnTo>
                    <a:pt x="367017" y="706043"/>
                  </a:lnTo>
                  <a:lnTo>
                    <a:pt x="367334" y="80670"/>
                  </a:lnTo>
                  <a:close/>
                </a:path>
              </a:pathLst>
            </a:custGeom>
            <a:solidFill>
              <a:srgbClr val="CDEBE6">
                <a:alpha val="2815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 descr=""/>
            <p:cNvSpPr/>
            <p:nvPr/>
          </p:nvSpPr>
          <p:spPr>
            <a:xfrm>
              <a:off x="13965847" y="7022597"/>
              <a:ext cx="370205" cy="1399540"/>
            </a:xfrm>
            <a:custGeom>
              <a:avLst/>
              <a:gdLst/>
              <a:ahLst/>
              <a:cxnLst/>
              <a:rect l="l" t="t" r="r" b="b"/>
              <a:pathLst>
                <a:path w="370205" h="1399540">
                  <a:moveTo>
                    <a:pt x="370090" y="0"/>
                  </a:moveTo>
                  <a:lnTo>
                    <a:pt x="0" y="0"/>
                  </a:lnTo>
                  <a:lnTo>
                    <a:pt x="0" y="129578"/>
                  </a:lnTo>
                  <a:lnTo>
                    <a:pt x="0" y="129590"/>
                  </a:lnTo>
                  <a:lnTo>
                    <a:pt x="0" y="1398930"/>
                  </a:lnTo>
                  <a:lnTo>
                    <a:pt x="370090" y="1398930"/>
                  </a:lnTo>
                  <a:lnTo>
                    <a:pt x="370090" y="129578"/>
                  </a:lnTo>
                  <a:lnTo>
                    <a:pt x="370090" y="0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 descr=""/>
            <p:cNvSpPr/>
            <p:nvPr/>
          </p:nvSpPr>
          <p:spPr>
            <a:xfrm>
              <a:off x="13965847" y="7022597"/>
              <a:ext cx="370205" cy="1399540"/>
            </a:xfrm>
            <a:custGeom>
              <a:avLst/>
              <a:gdLst/>
              <a:ahLst/>
              <a:cxnLst/>
              <a:rect l="l" t="t" r="r" b="b"/>
              <a:pathLst>
                <a:path w="370205" h="1399540">
                  <a:moveTo>
                    <a:pt x="73101" y="0"/>
                  </a:moveTo>
                  <a:lnTo>
                    <a:pt x="0" y="0"/>
                  </a:lnTo>
                  <a:lnTo>
                    <a:pt x="0" y="1398930"/>
                  </a:lnTo>
                  <a:lnTo>
                    <a:pt x="73101" y="1398930"/>
                  </a:lnTo>
                  <a:lnTo>
                    <a:pt x="73101" y="0"/>
                  </a:lnTo>
                  <a:close/>
                </a:path>
                <a:path w="370205" h="1399540">
                  <a:moveTo>
                    <a:pt x="370090" y="0"/>
                  </a:moveTo>
                  <a:lnTo>
                    <a:pt x="296976" y="0"/>
                  </a:lnTo>
                  <a:lnTo>
                    <a:pt x="296976" y="1398930"/>
                  </a:lnTo>
                  <a:lnTo>
                    <a:pt x="370090" y="1398930"/>
                  </a:lnTo>
                  <a:lnTo>
                    <a:pt x="370090" y="0"/>
                  </a:lnTo>
                  <a:close/>
                </a:path>
              </a:pathLst>
            </a:custGeom>
            <a:solidFill>
              <a:srgbClr val="CDEBE6">
                <a:alpha val="12159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53" name="object 353" descr=""/>
          <p:cNvSpPr/>
          <p:nvPr/>
        </p:nvSpPr>
        <p:spPr>
          <a:xfrm>
            <a:off x="12844399" y="7134014"/>
            <a:ext cx="476250" cy="1287780"/>
          </a:xfrm>
          <a:custGeom>
            <a:avLst/>
            <a:gdLst/>
            <a:ahLst/>
            <a:cxnLst/>
            <a:rect l="l" t="t" r="r" b="b"/>
            <a:pathLst>
              <a:path w="476250" h="1287779">
                <a:moveTo>
                  <a:pt x="476097" y="0"/>
                </a:moveTo>
                <a:lnTo>
                  <a:pt x="152260" y="0"/>
                </a:lnTo>
                <a:lnTo>
                  <a:pt x="152260" y="208813"/>
                </a:lnTo>
                <a:lnTo>
                  <a:pt x="0" y="208813"/>
                </a:lnTo>
                <a:lnTo>
                  <a:pt x="0" y="1287551"/>
                </a:lnTo>
                <a:lnTo>
                  <a:pt x="152260" y="1287551"/>
                </a:lnTo>
                <a:lnTo>
                  <a:pt x="313055" y="1287551"/>
                </a:lnTo>
                <a:lnTo>
                  <a:pt x="476097" y="1287551"/>
                </a:lnTo>
                <a:lnTo>
                  <a:pt x="476097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54" name="object 354" descr=""/>
          <p:cNvGrpSpPr/>
          <p:nvPr/>
        </p:nvGrpSpPr>
        <p:grpSpPr>
          <a:xfrm>
            <a:off x="12119756" y="6583412"/>
            <a:ext cx="589915" cy="1838960"/>
            <a:chOff x="12119756" y="6583412"/>
            <a:chExt cx="589915" cy="1838960"/>
          </a:xfrm>
        </p:grpSpPr>
        <p:sp>
          <p:nvSpPr>
            <p:cNvPr id="355" name="object 355" descr=""/>
            <p:cNvSpPr/>
            <p:nvPr/>
          </p:nvSpPr>
          <p:spPr>
            <a:xfrm>
              <a:off x="12119749" y="6583419"/>
              <a:ext cx="535305" cy="1838960"/>
            </a:xfrm>
            <a:custGeom>
              <a:avLst/>
              <a:gdLst/>
              <a:ahLst/>
              <a:cxnLst/>
              <a:rect l="l" t="t" r="r" b="b"/>
              <a:pathLst>
                <a:path w="535304" h="1838959">
                  <a:moveTo>
                    <a:pt x="535012" y="301574"/>
                  </a:moveTo>
                  <a:lnTo>
                    <a:pt x="534911" y="63119"/>
                  </a:lnTo>
                  <a:lnTo>
                    <a:pt x="475399" y="63119"/>
                  </a:lnTo>
                  <a:lnTo>
                    <a:pt x="475399" y="38989"/>
                  </a:lnTo>
                  <a:lnTo>
                    <a:pt x="405765" y="38989"/>
                  </a:lnTo>
                  <a:lnTo>
                    <a:pt x="405765" y="63119"/>
                  </a:lnTo>
                  <a:lnTo>
                    <a:pt x="181851" y="63119"/>
                  </a:lnTo>
                  <a:lnTo>
                    <a:pt x="181851" y="0"/>
                  </a:lnTo>
                  <a:lnTo>
                    <a:pt x="142773" y="0"/>
                  </a:lnTo>
                  <a:lnTo>
                    <a:pt x="142773" y="63119"/>
                  </a:lnTo>
                  <a:lnTo>
                    <a:pt x="120218" y="63119"/>
                  </a:lnTo>
                  <a:lnTo>
                    <a:pt x="120218" y="38989"/>
                  </a:lnTo>
                  <a:lnTo>
                    <a:pt x="50584" y="38989"/>
                  </a:lnTo>
                  <a:lnTo>
                    <a:pt x="50584" y="63119"/>
                  </a:lnTo>
                  <a:lnTo>
                    <a:pt x="0" y="63119"/>
                  </a:lnTo>
                  <a:lnTo>
                    <a:pt x="0" y="378714"/>
                  </a:lnTo>
                  <a:lnTo>
                    <a:pt x="0" y="1838147"/>
                  </a:lnTo>
                  <a:lnTo>
                    <a:pt x="50584" y="1838147"/>
                  </a:lnTo>
                  <a:lnTo>
                    <a:pt x="50584" y="1838579"/>
                  </a:lnTo>
                  <a:lnTo>
                    <a:pt x="475399" y="1838579"/>
                  </a:lnTo>
                  <a:lnTo>
                    <a:pt x="475399" y="1838147"/>
                  </a:lnTo>
                  <a:lnTo>
                    <a:pt x="535012" y="1838147"/>
                  </a:lnTo>
                  <a:lnTo>
                    <a:pt x="535012" y="378714"/>
                  </a:lnTo>
                  <a:lnTo>
                    <a:pt x="534911" y="335635"/>
                  </a:lnTo>
                  <a:lnTo>
                    <a:pt x="535012" y="301574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 descr=""/>
            <p:cNvSpPr/>
            <p:nvPr/>
          </p:nvSpPr>
          <p:spPr>
            <a:xfrm>
              <a:off x="12119749" y="6646538"/>
              <a:ext cx="535305" cy="1775460"/>
            </a:xfrm>
            <a:custGeom>
              <a:avLst/>
              <a:gdLst/>
              <a:ahLst/>
              <a:cxnLst/>
              <a:rect l="l" t="t" r="r" b="b"/>
              <a:pathLst>
                <a:path w="535304" h="1775459">
                  <a:moveTo>
                    <a:pt x="50596" y="0"/>
                  </a:moveTo>
                  <a:lnTo>
                    <a:pt x="0" y="0"/>
                  </a:lnTo>
                  <a:lnTo>
                    <a:pt x="0" y="1775028"/>
                  </a:lnTo>
                  <a:lnTo>
                    <a:pt x="50596" y="1775028"/>
                  </a:lnTo>
                  <a:lnTo>
                    <a:pt x="50596" y="0"/>
                  </a:lnTo>
                  <a:close/>
                </a:path>
                <a:path w="535304" h="1775459">
                  <a:moveTo>
                    <a:pt x="535012" y="0"/>
                  </a:moveTo>
                  <a:lnTo>
                    <a:pt x="475399" y="0"/>
                  </a:lnTo>
                  <a:lnTo>
                    <a:pt x="475399" y="1775028"/>
                  </a:lnTo>
                  <a:lnTo>
                    <a:pt x="535012" y="1775028"/>
                  </a:lnTo>
                  <a:lnTo>
                    <a:pt x="535012" y="0"/>
                  </a:lnTo>
                  <a:close/>
                </a:path>
              </a:pathLst>
            </a:custGeom>
            <a:solidFill>
              <a:srgbClr val="CDEBE6">
                <a:alpha val="2623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 descr=""/>
            <p:cNvSpPr/>
            <p:nvPr/>
          </p:nvSpPr>
          <p:spPr>
            <a:xfrm>
              <a:off x="12487933" y="7854755"/>
              <a:ext cx="221615" cy="567055"/>
            </a:xfrm>
            <a:custGeom>
              <a:avLst/>
              <a:gdLst/>
              <a:ahLst/>
              <a:cxnLst/>
              <a:rect l="l" t="t" r="r" b="b"/>
              <a:pathLst>
                <a:path w="221615" h="567054">
                  <a:moveTo>
                    <a:pt x="221166" y="0"/>
                  </a:moveTo>
                  <a:lnTo>
                    <a:pt x="0" y="0"/>
                  </a:lnTo>
                  <a:lnTo>
                    <a:pt x="0" y="566809"/>
                  </a:lnTo>
                  <a:lnTo>
                    <a:pt x="221166" y="566809"/>
                  </a:lnTo>
                  <a:lnTo>
                    <a:pt x="221166" y="0"/>
                  </a:lnTo>
                  <a:close/>
                </a:path>
              </a:pathLst>
            </a:custGeom>
            <a:solidFill>
              <a:srgbClr val="CDEBE6">
                <a:alpha val="23039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8" name="object 358" descr=""/>
          <p:cNvGrpSpPr/>
          <p:nvPr/>
        </p:nvGrpSpPr>
        <p:grpSpPr>
          <a:xfrm>
            <a:off x="8168913" y="5044184"/>
            <a:ext cx="1489075" cy="3372485"/>
            <a:chOff x="8168913" y="5044184"/>
            <a:chExt cx="1489075" cy="3372485"/>
          </a:xfrm>
        </p:grpSpPr>
        <p:sp>
          <p:nvSpPr>
            <p:cNvPr id="359" name="object 359" descr=""/>
            <p:cNvSpPr/>
            <p:nvPr/>
          </p:nvSpPr>
          <p:spPr>
            <a:xfrm>
              <a:off x="8168907" y="6781323"/>
              <a:ext cx="1486535" cy="1635125"/>
            </a:xfrm>
            <a:custGeom>
              <a:avLst/>
              <a:gdLst/>
              <a:ahLst/>
              <a:cxnLst/>
              <a:rect l="l" t="t" r="r" b="b"/>
              <a:pathLst>
                <a:path w="1486534" h="1635125">
                  <a:moveTo>
                    <a:pt x="1486065" y="46380"/>
                  </a:moveTo>
                  <a:lnTo>
                    <a:pt x="1426413" y="46380"/>
                  </a:lnTo>
                  <a:lnTo>
                    <a:pt x="1426413" y="36918"/>
                  </a:lnTo>
                  <a:lnTo>
                    <a:pt x="1426108" y="36918"/>
                  </a:lnTo>
                  <a:lnTo>
                    <a:pt x="1426108" y="0"/>
                  </a:lnTo>
                  <a:lnTo>
                    <a:pt x="450189" y="0"/>
                  </a:lnTo>
                  <a:lnTo>
                    <a:pt x="59651" y="0"/>
                  </a:lnTo>
                  <a:lnTo>
                    <a:pt x="59651" y="46456"/>
                  </a:lnTo>
                  <a:lnTo>
                    <a:pt x="0" y="46456"/>
                  </a:lnTo>
                  <a:lnTo>
                    <a:pt x="0" y="92913"/>
                  </a:lnTo>
                  <a:lnTo>
                    <a:pt x="59651" y="92913"/>
                  </a:lnTo>
                  <a:lnTo>
                    <a:pt x="59651" y="139179"/>
                  </a:lnTo>
                  <a:lnTo>
                    <a:pt x="0" y="139179"/>
                  </a:lnTo>
                  <a:lnTo>
                    <a:pt x="0" y="185635"/>
                  </a:lnTo>
                  <a:lnTo>
                    <a:pt x="59651" y="185635"/>
                  </a:lnTo>
                  <a:lnTo>
                    <a:pt x="59651" y="232105"/>
                  </a:lnTo>
                  <a:lnTo>
                    <a:pt x="0" y="232105"/>
                  </a:lnTo>
                  <a:lnTo>
                    <a:pt x="0" y="278561"/>
                  </a:lnTo>
                  <a:lnTo>
                    <a:pt x="59651" y="278561"/>
                  </a:lnTo>
                  <a:lnTo>
                    <a:pt x="59651" y="325018"/>
                  </a:lnTo>
                  <a:lnTo>
                    <a:pt x="0" y="325018"/>
                  </a:lnTo>
                  <a:lnTo>
                    <a:pt x="0" y="371475"/>
                  </a:lnTo>
                  <a:lnTo>
                    <a:pt x="59651" y="371475"/>
                  </a:lnTo>
                  <a:lnTo>
                    <a:pt x="59651" y="417944"/>
                  </a:lnTo>
                  <a:lnTo>
                    <a:pt x="0" y="417944"/>
                  </a:lnTo>
                  <a:lnTo>
                    <a:pt x="0" y="464413"/>
                  </a:lnTo>
                  <a:lnTo>
                    <a:pt x="59651" y="464413"/>
                  </a:lnTo>
                  <a:lnTo>
                    <a:pt x="59651" y="510667"/>
                  </a:lnTo>
                  <a:lnTo>
                    <a:pt x="0" y="510667"/>
                  </a:lnTo>
                  <a:lnTo>
                    <a:pt x="0" y="557123"/>
                  </a:lnTo>
                  <a:lnTo>
                    <a:pt x="59651" y="557123"/>
                  </a:lnTo>
                  <a:lnTo>
                    <a:pt x="59651" y="603592"/>
                  </a:lnTo>
                  <a:lnTo>
                    <a:pt x="0" y="603592"/>
                  </a:lnTo>
                  <a:lnTo>
                    <a:pt x="0" y="650049"/>
                  </a:lnTo>
                  <a:lnTo>
                    <a:pt x="59651" y="650049"/>
                  </a:lnTo>
                  <a:lnTo>
                    <a:pt x="59651" y="696518"/>
                  </a:lnTo>
                  <a:lnTo>
                    <a:pt x="0" y="696518"/>
                  </a:lnTo>
                  <a:lnTo>
                    <a:pt x="0" y="742975"/>
                  </a:lnTo>
                  <a:lnTo>
                    <a:pt x="59651" y="742975"/>
                  </a:lnTo>
                  <a:lnTo>
                    <a:pt x="59651" y="789444"/>
                  </a:lnTo>
                  <a:lnTo>
                    <a:pt x="0" y="789444"/>
                  </a:lnTo>
                  <a:lnTo>
                    <a:pt x="0" y="835901"/>
                  </a:lnTo>
                  <a:lnTo>
                    <a:pt x="59651" y="835901"/>
                  </a:lnTo>
                  <a:lnTo>
                    <a:pt x="59651" y="882154"/>
                  </a:lnTo>
                  <a:lnTo>
                    <a:pt x="0" y="882154"/>
                  </a:lnTo>
                  <a:lnTo>
                    <a:pt x="0" y="928611"/>
                  </a:lnTo>
                  <a:lnTo>
                    <a:pt x="59651" y="928611"/>
                  </a:lnTo>
                  <a:lnTo>
                    <a:pt x="59651" y="975080"/>
                  </a:lnTo>
                  <a:lnTo>
                    <a:pt x="0" y="975080"/>
                  </a:lnTo>
                  <a:lnTo>
                    <a:pt x="0" y="1021549"/>
                  </a:lnTo>
                  <a:lnTo>
                    <a:pt x="59651" y="1021549"/>
                  </a:lnTo>
                  <a:lnTo>
                    <a:pt x="59651" y="1068019"/>
                  </a:lnTo>
                  <a:lnTo>
                    <a:pt x="0" y="1068019"/>
                  </a:lnTo>
                  <a:lnTo>
                    <a:pt x="0" y="1114475"/>
                  </a:lnTo>
                  <a:lnTo>
                    <a:pt x="59651" y="1114475"/>
                  </a:lnTo>
                  <a:lnTo>
                    <a:pt x="59651" y="1160932"/>
                  </a:lnTo>
                  <a:lnTo>
                    <a:pt x="0" y="1160932"/>
                  </a:lnTo>
                  <a:lnTo>
                    <a:pt x="0" y="1207389"/>
                  </a:lnTo>
                  <a:lnTo>
                    <a:pt x="59651" y="1207389"/>
                  </a:lnTo>
                  <a:lnTo>
                    <a:pt x="59651" y="1253858"/>
                  </a:lnTo>
                  <a:lnTo>
                    <a:pt x="0" y="1253858"/>
                  </a:lnTo>
                  <a:lnTo>
                    <a:pt x="0" y="1300111"/>
                  </a:lnTo>
                  <a:lnTo>
                    <a:pt x="59651" y="1300111"/>
                  </a:lnTo>
                  <a:lnTo>
                    <a:pt x="59651" y="1346581"/>
                  </a:lnTo>
                  <a:lnTo>
                    <a:pt x="0" y="1346581"/>
                  </a:lnTo>
                  <a:lnTo>
                    <a:pt x="0" y="1393037"/>
                  </a:lnTo>
                  <a:lnTo>
                    <a:pt x="59651" y="1393037"/>
                  </a:lnTo>
                  <a:lnTo>
                    <a:pt x="59651" y="1439494"/>
                  </a:lnTo>
                  <a:lnTo>
                    <a:pt x="0" y="1439494"/>
                  </a:lnTo>
                  <a:lnTo>
                    <a:pt x="0" y="1485963"/>
                  </a:lnTo>
                  <a:lnTo>
                    <a:pt x="59651" y="1485963"/>
                  </a:lnTo>
                  <a:lnTo>
                    <a:pt x="59651" y="1532432"/>
                  </a:lnTo>
                  <a:lnTo>
                    <a:pt x="0" y="1532432"/>
                  </a:lnTo>
                  <a:lnTo>
                    <a:pt x="0" y="1578889"/>
                  </a:lnTo>
                  <a:lnTo>
                    <a:pt x="59651" y="1578889"/>
                  </a:lnTo>
                  <a:lnTo>
                    <a:pt x="59651" y="1634769"/>
                  </a:lnTo>
                  <a:lnTo>
                    <a:pt x="157175" y="1634769"/>
                  </a:lnTo>
                  <a:lnTo>
                    <a:pt x="450189" y="1634769"/>
                  </a:lnTo>
                  <a:lnTo>
                    <a:pt x="1426108" y="1634769"/>
                  </a:lnTo>
                  <a:lnTo>
                    <a:pt x="1426324" y="1634769"/>
                  </a:lnTo>
                  <a:lnTo>
                    <a:pt x="1426324" y="1625346"/>
                  </a:lnTo>
                  <a:lnTo>
                    <a:pt x="1426108" y="1625346"/>
                  </a:lnTo>
                  <a:lnTo>
                    <a:pt x="1426108" y="1588287"/>
                  </a:lnTo>
                  <a:lnTo>
                    <a:pt x="1426413" y="1588287"/>
                  </a:lnTo>
                  <a:lnTo>
                    <a:pt x="1426413" y="1578825"/>
                  </a:lnTo>
                  <a:lnTo>
                    <a:pt x="1486065" y="1578825"/>
                  </a:lnTo>
                  <a:lnTo>
                    <a:pt x="1486065" y="1532382"/>
                  </a:lnTo>
                  <a:lnTo>
                    <a:pt x="1426108" y="1532382"/>
                  </a:lnTo>
                  <a:lnTo>
                    <a:pt x="1426108" y="1495412"/>
                  </a:lnTo>
                  <a:lnTo>
                    <a:pt x="1426413" y="1495412"/>
                  </a:lnTo>
                  <a:lnTo>
                    <a:pt x="1426413" y="1485963"/>
                  </a:lnTo>
                  <a:lnTo>
                    <a:pt x="1426108" y="1485963"/>
                  </a:lnTo>
                  <a:lnTo>
                    <a:pt x="1486065" y="1485950"/>
                  </a:lnTo>
                  <a:lnTo>
                    <a:pt x="1486065" y="1439506"/>
                  </a:lnTo>
                  <a:lnTo>
                    <a:pt x="1426413" y="1439506"/>
                  </a:lnTo>
                  <a:lnTo>
                    <a:pt x="1426108" y="1439506"/>
                  </a:lnTo>
                  <a:lnTo>
                    <a:pt x="1426108" y="1402537"/>
                  </a:lnTo>
                  <a:lnTo>
                    <a:pt x="1426413" y="1402537"/>
                  </a:lnTo>
                  <a:lnTo>
                    <a:pt x="1426413" y="1393088"/>
                  </a:lnTo>
                  <a:lnTo>
                    <a:pt x="1426108" y="1393088"/>
                  </a:lnTo>
                  <a:lnTo>
                    <a:pt x="1486065" y="1393075"/>
                  </a:lnTo>
                  <a:lnTo>
                    <a:pt x="1486065" y="1346631"/>
                  </a:lnTo>
                  <a:lnTo>
                    <a:pt x="1426108" y="1346631"/>
                  </a:lnTo>
                  <a:lnTo>
                    <a:pt x="1426108" y="1309662"/>
                  </a:lnTo>
                  <a:lnTo>
                    <a:pt x="1426413" y="1309662"/>
                  </a:lnTo>
                  <a:lnTo>
                    <a:pt x="1426413" y="1300200"/>
                  </a:lnTo>
                  <a:lnTo>
                    <a:pt x="1486065" y="1300200"/>
                  </a:lnTo>
                  <a:lnTo>
                    <a:pt x="1486065" y="1253756"/>
                  </a:lnTo>
                  <a:lnTo>
                    <a:pt x="1426108" y="1253756"/>
                  </a:lnTo>
                  <a:lnTo>
                    <a:pt x="1426108" y="1216787"/>
                  </a:lnTo>
                  <a:lnTo>
                    <a:pt x="1426413" y="1216787"/>
                  </a:lnTo>
                  <a:lnTo>
                    <a:pt x="1426413" y="1207325"/>
                  </a:lnTo>
                  <a:lnTo>
                    <a:pt x="1426108" y="1207325"/>
                  </a:lnTo>
                  <a:lnTo>
                    <a:pt x="1486065" y="1207312"/>
                  </a:lnTo>
                  <a:lnTo>
                    <a:pt x="1486065" y="1160881"/>
                  </a:lnTo>
                  <a:lnTo>
                    <a:pt x="1426108" y="1160881"/>
                  </a:lnTo>
                  <a:lnTo>
                    <a:pt x="1426108" y="1123911"/>
                  </a:lnTo>
                  <a:lnTo>
                    <a:pt x="1426413" y="1123911"/>
                  </a:lnTo>
                  <a:lnTo>
                    <a:pt x="1426413" y="1114450"/>
                  </a:lnTo>
                  <a:lnTo>
                    <a:pt x="1426108" y="1114450"/>
                  </a:lnTo>
                  <a:lnTo>
                    <a:pt x="1486065" y="1114437"/>
                  </a:lnTo>
                  <a:lnTo>
                    <a:pt x="1486065" y="1068006"/>
                  </a:lnTo>
                  <a:lnTo>
                    <a:pt x="1426108" y="1068006"/>
                  </a:lnTo>
                  <a:lnTo>
                    <a:pt x="1426108" y="1031036"/>
                  </a:lnTo>
                  <a:lnTo>
                    <a:pt x="1426413" y="1031036"/>
                  </a:lnTo>
                  <a:lnTo>
                    <a:pt x="1426413" y="1021575"/>
                  </a:lnTo>
                  <a:lnTo>
                    <a:pt x="1486065" y="1021575"/>
                  </a:lnTo>
                  <a:lnTo>
                    <a:pt x="1486065" y="975131"/>
                  </a:lnTo>
                  <a:lnTo>
                    <a:pt x="1426413" y="975131"/>
                  </a:lnTo>
                  <a:lnTo>
                    <a:pt x="1426108" y="975131"/>
                  </a:lnTo>
                  <a:lnTo>
                    <a:pt x="1426108" y="938149"/>
                  </a:lnTo>
                  <a:lnTo>
                    <a:pt x="1426413" y="938149"/>
                  </a:lnTo>
                  <a:lnTo>
                    <a:pt x="1426413" y="928700"/>
                  </a:lnTo>
                  <a:lnTo>
                    <a:pt x="1486065" y="928700"/>
                  </a:lnTo>
                  <a:lnTo>
                    <a:pt x="1486065" y="882256"/>
                  </a:lnTo>
                  <a:lnTo>
                    <a:pt x="1426413" y="882256"/>
                  </a:lnTo>
                  <a:lnTo>
                    <a:pt x="1426108" y="882256"/>
                  </a:lnTo>
                  <a:lnTo>
                    <a:pt x="1426108" y="845273"/>
                  </a:lnTo>
                  <a:lnTo>
                    <a:pt x="1426413" y="845273"/>
                  </a:lnTo>
                  <a:lnTo>
                    <a:pt x="1426413" y="835825"/>
                  </a:lnTo>
                  <a:lnTo>
                    <a:pt x="1486065" y="835825"/>
                  </a:lnTo>
                  <a:lnTo>
                    <a:pt x="1486065" y="789381"/>
                  </a:lnTo>
                  <a:lnTo>
                    <a:pt x="1426413" y="789381"/>
                  </a:lnTo>
                  <a:lnTo>
                    <a:pt x="1426108" y="789381"/>
                  </a:lnTo>
                  <a:lnTo>
                    <a:pt x="1426108" y="752398"/>
                  </a:lnTo>
                  <a:lnTo>
                    <a:pt x="1426413" y="752398"/>
                  </a:lnTo>
                  <a:lnTo>
                    <a:pt x="1426413" y="742950"/>
                  </a:lnTo>
                  <a:lnTo>
                    <a:pt x="1486065" y="742950"/>
                  </a:lnTo>
                  <a:lnTo>
                    <a:pt x="1486065" y="696506"/>
                  </a:lnTo>
                  <a:lnTo>
                    <a:pt x="1426413" y="696506"/>
                  </a:lnTo>
                  <a:lnTo>
                    <a:pt x="1426413" y="687057"/>
                  </a:lnTo>
                  <a:lnTo>
                    <a:pt x="1426108" y="687057"/>
                  </a:lnTo>
                  <a:lnTo>
                    <a:pt x="1426108" y="650074"/>
                  </a:lnTo>
                  <a:lnTo>
                    <a:pt x="1426413" y="650074"/>
                  </a:lnTo>
                  <a:lnTo>
                    <a:pt x="1486065" y="650074"/>
                  </a:lnTo>
                  <a:lnTo>
                    <a:pt x="1486065" y="603631"/>
                  </a:lnTo>
                  <a:lnTo>
                    <a:pt x="1426413" y="603631"/>
                  </a:lnTo>
                  <a:lnTo>
                    <a:pt x="1426413" y="594169"/>
                  </a:lnTo>
                  <a:lnTo>
                    <a:pt x="1426108" y="594169"/>
                  </a:lnTo>
                  <a:lnTo>
                    <a:pt x="1426108" y="557187"/>
                  </a:lnTo>
                  <a:lnTo>
                    <a:pt x="1426413" y="557187"/>
                  </a:lnTo>
                  <a:lnTo>
                    <a:pt x="1486065" y="557187"/>
                  </a:lnTo>
                  <a:lnTo>
                    <a:pt x="1486065" y="510755"/>
                  </a:lnTo>
                  <a:lnTo>
                    <a:pt x="1426413" y="510755"/>
                  </a:lnTo>
                  <a:lnTo>
                    <a:pt x="1426413" y="501294"/>
                  </a:lnTo>
                  <a:lnTo>
                    <a:pt x="1426108" y="501294"/>
                  </a:lnTo>
                  <a:lnTo>
                    <a:pt x="1426108" y="464312"/>
                  </a:lnTo>
                  <a:lnTo>
                    <a:pt x="1426413" y="464312"/>
                  </a:lnTo>
                  <a:lnTo>
                    <a:pt x="1486065" y="464312"/>
                  </a:lnTo>
                  <a:lnTo>
                    <a:pt x="1486065" y="417880"/>
                  </a:lnTo>
                  <a:lnTo>
                    <a:pt x="1426413" y="417880"/>
                  </a:lnTo>
                  <a:lnTo>
                    <a:pt x="1426413" y="408419"/>
                  </a:lnTo>
                  <a:lnTo>
                    <a:pt x="1426108" y="408419"/>
                  </a:lnTo>
                  <a:lnTo>
                    <a:pt x="1426108" y="371436"/>
                  </a:lnTo>
                  <a:lnTo>
                    <a:pt x="1426413" y="371436"/>
                  </a:lnTo>
                  <a:lnTo>
                    <a:pt x="1486065" y="371436"/>
                  </a:lnTo>
                  <a:lnTo>
                    <a:pt x="1486065" y="325005"/>
                  </a:lnTo>
                  <a:lnTo>
                    <a:pt x="1426413" y="325005"/>
                  </a:lnTo>
                  <a:lnTo>
                    <a:pt x="1426413" y="315544"/>
                  </a:lnTo>
                  <a:lnTo>
                    <a:pt x="1426108" y="315544"/>
                  </a:lnTo>
                  <a:lnTo>
                    <a:pt x="1426108" y="278561"/>
                  </a:lnTo>
                  <a:lnTo>
                    <a:pt x="1426413" y="278561"/>
                  </a:lnTo>
                  <a:lnTo>
                    <a:pt x="1486065" y="278561"/>
                  </a:lnTo>
                  <a:lnTo>
                    <a:pt x="1486065" y="232117"/>
                  </a:lnTo>
                  <a:lnTo>
                    <a:pt x="1426413" y="232117"/>
                  </a:lnTo>
                  <a:lnTo>
                    <a:pt x="1426413" y="222669"/>
                  </a:lnTo>
                  <a:lnTo>
                    <a:pt x="1426108" y="222669"/>
                  </a:lnTo>
                  <a:lnTo>
                    <a:pt x="1426108" y="185686"/>
                  </a:lnTo>
                  <a:lnTo>
                    <a:pt x="1426413" y="185686"/>
                  </a:lnTo>
                  <a:lnTo>
                    <a:pt x="1486065" y="185686"/>
                  </a:lnTo>
                  <a:lnTo>
                    <a:pt x="1486065" y="139242"/>
                  </a:lnTo>
                  <a:lnTo>
                    <a:pt x="1426413" y="139242"/>
                  </a:lnTo>
                  <a:lnTo>
                    <a:pt x="1426413" y="129794"/>
                  </a:lnTo>
                  <a:lnTo>
                    <a:pt x="1426108" y="129794"/>
                  </a:lnTo>
                  <a:lnTo>
                    <a:pt x="1426108" y="92824"/>
                  </a:lnTo>
                  <a:lnTo>
                    <a:pt x="1426413" y="92824"/>
                  </a:lnTo>
                  <a:lnTo>
                    <a:pt x="1486065" y="92824"/>
                  </a:lnTo>
                  <a:lnTo>
                    <a:pt x="1486065" y="46380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 descr=""/>
            <p:cNvSpPr/>
            <p:nvPr/>
          </p:nvSpPr>
          <p:spPr>
            <a:xfrm>
              <a:off x="8168907" y="5192794"/>
              <a:ext cx="1486535" cy="3167380"/>
            </a:xfrm>
            <a:custGeom>
              <a:avLst/>
              <a:gdLst/>
              <a:ahLst/>
              <a:cxnLst/>
              <a:rect l="l" t="t" r="r" b="b"/>
              <a:pathLst>
                <a:path w="1486534" h="3167379">
                  <a:moveTo>
                    <a:pt x="1486065" y="3120910"/>
                  </a:moveTo>
                  <a:lnTo>
                    <a:pt x="1328788" y="3120910"/>
                  </a:lnTo>
                  <a:lnTo>
                    <a:pt x="1328788" y="3167354"/>
                  </a:lnTo>
                  <a:lnTo>
                    <a:pt x="1486065" y="3167354"/>
                  </a:lnTo>
                  <a:lnTo>
                    <a:pt x="1486065" y="3120910"/>
                  </a:lnTo>
                  <a:close/>
                </a:path>
                <a:path w="1486534" h="3167379">
                  <a:moveTo>
                    <a:pt x="1486065" y="46494"/>
                  </a:moveTo>
                  <a:lnTo>
                    <a:pt x="1426413" y="46494"/>
                  </a:lnTo>
                  <a:lnTo>
                    <a:pt x="1426413" y="37045"/>
                  </a:lnTo>
                  <a:lnTo>
                    <a:pt x="1426108" y="37045"/>
                  </a:lnTo>
                  <a:lnTo>
                    <a:pt x="1426108" y="0"/>
                  </a:lnTo>
                  <a:lnTo>
                    <a:pt x="450189" y="0"/>
                  </a:lnTo>
                  <a:lnTo>
                    <a:pt x="59651" y="0"/>
                  </a:lnTo>
                  <a:lnTo>
                    <a:pt x="59651" y="46469"/>
                  </a:lnTo>
                  <a:lnTo>
                    <a:pt x="0" y="46469"/>
                  </a:lnTo>
                  <a:lnTo>
                    <a:pt x="0" y="92925"/>
                  </a:lnTo>
                  <a:lnTo>
                    <a:pt x="59651" y="92925"/>
                  </a:lnTo>
                  <a:lnTo>
                    <a:pt x="59651" y="139382"/>
                  </a:lnTo>
                  <a:lnTo>
                    <a:pt x="0" y="139382"/>
                  </a:lnTo>
                  <a:lnTo>
                    <a:pt x="0" y="185839"/>
                  </a:lnTo>
                  <a:lnTo>
                    <a:pt x="59651" y="185839"/>
                  </a:lnTo>
                  <a:lnTo>
                    <a:pt x="59651" y="232308"/>
                  </a:lnTo>
                  <a:lnTo>
                    <a:pt x="0" y="232308"/>
                  </a:lnTo>
                  <a:lnTo>
                    <a:pt x="0" y="278777"/>
                  </a:lnTo>
                  <a:lnTo>
                    <a:pt x="59651" y="278777"/>
                  </a:lnTo>
                  <a:lnTo>
                    <a:pt x="59651" y="325031"/>
                  </a:lnTo>
                  <a:lnTo>
                    <a:pt x="0" y="325031"/>
                  </a:lnTo>
                  <a:lnTo>
                    <a:pt x="0" y="371487"/>
                  </a:lnTo>
                  <a:lnTo>
                    <a:pt x="59651" y="371487"/>
                  </a:lnTo>
                  <a:lnTo>
                    <a:pt x="59651" y="417957"/>
                  </a:lnTo>
                  <a:lnTo>
                    <a:pt x="0" y="417957"/>
                  </a:lnTo>
                  <a:lnTo>
                    <a:pt x="0" y="464413"/>
                  </a:lnTo>
                  <a:lnTo>
                    <a:pt x="59651" y="464413"/>
                  </a:lnTo>
                  <a:lnTo>
                    <a:pt x="59651" y="510882"/>
                  </a:lnTo>
                  <a:lnTo>
                    <a:pt x="0" y="510882"/>
                  </a:lnTo>
                  <a:lnTo>
                    <a:pt x="0" y="557339"/>
                  </a:lnTo>
                  <a:lnTo>
                    <a:pt x="59651" y="557339"/>
                  </a:lnTo>
                  <a:lnTo>
                    <a:pt x="59651" y="603808"/>
                  </a:lnTo>
                  <a:lnTo>
                    <a:pt x="0" y="603808"/>
                  </a:lnTo>
                  <a:lnTo>
                    <a:pt x="0" y="650265"/>
                  </a:lnTo>
                  <a:lnTo>
                    <a:pt x="59651" y="650265"/>
                  </a:lnTo>
                  <a:lnTo>
                    <a:pt x="59651" y="696722"/>
                  </a:lnTo>
                  <a:lnTo>
                    <a:pt x="0" y="696722"/>
                  </a:lnTo>
                  <a:lnTo>
                    <a:pt x="0" y="742975"/>
                  </a:lnTo>
                  <a:lnTo>
                    <a:pt x="59651" y="742975"/>
                  </a:lnTo>
                  <a:lnTo>
                    <a:pt x="59651" y="789444"/>
                  </a:lnTo>
                  <a:lnTo>
                    <a:pt x="0" y="789444"/>
                  </a:lnTo>
                  <a:lnTo>
                    <a:pt x="0" y="835901"/>
                  </a:lnTo>
                  <a:lnTo>
                    <a:pt x="59651" y="835901"/>
                  </a:lnTo>
                  <a:lnTo>
                    <a:pt x="59651" y="882383"/>
                  </a:lnTo>
                  <a:lnTo>
                    <a:pt x="0" y="882383"/>
                  </a:lnTo>
                  <a:lnTo>
                    <a:pt x="0" y="928839"/>
                  </a:lnTo>
                  <a:lnTo>
                    <a:pt x="59651" y="928839"/>
                  </a:lnTo>
                  <a:lnTo>
                    <a:pt x="59651" y="975296"/>
                  </a:lnTo>
                  <a:lnTo>
                    <a:pt x="0" y="975296"/>
                  </a:lnTo>
                  <a:lnTo>
                    <a:pt x="0" y="1021753"/>
                  </a:lnTo>
                  <a:lnTo>
                    <a:pt x="59651" y="1021753"/>
                  </a:lnTo>
                  <a:lnTo>
                    <a:pt x="59651" y="1068222"/>
                  </a:lnTo>
                  <a:lnTo>
                    <a:pt x="0" y="1068222"/>
                  </a:lnTo>
                  <a:lnTo>
                    <a:pt x="0" y="1114475"/>
                  </a:lnTo>
                  <a:lnTo>
                    <a:pt x="59651" y="1114475"/>
                  </a:lnTo>
                  <a:lnTo>
                    <a:pt x="59651" y="1160945"/>
                  </a:lnTo>
                  <a:lnTo>
                    <a:pt x="0" y="1160945"/>
                  </a:lnTo>
                  <a:lnTo>
                    <a:pt x="0" y="1207401"/>
                  </a:lnTo>
                  <a:lnTo>
                    <a:pt x="59651" y="1207401"/>
                  </a:lnTo>
                  <a:lnTo>
                    <a:pt x="59651" y="1253858"/>
                  </a:lnTo>
                  <a:lnTo>
                    <a:pt x="0" y="1253858"/>
                  </a:lnTo>
                  <a:lnTo>
                    <a:pt x="0" y="1300327"/>
                  </a:lnTo>
                  <a:lnTo>
                    <a:pt x="59651" y="1300327"/>
                  </a:lnTo>
                  <a:lnTo>
                    <a:pt x="59651" y="1346796"/>
                  </a:lnTo>
                  <a:lnTo>
                    <a:pt x="0" y="1346796"/>
                  </a:lnTo>
                  <a:lnTo>
                    <a:pt x="0" y="1393253"/>
                  </a:lnTo>
                  <a:lnTo>
                    <a:pt x="59651" y="1393253"/>
                  </a:lnTo>
                  <a:lnTo>
                    <a:pt x="59651" y="1439722"/>
                  </a:lnTo>
                  <a:lnTo>
                    <a:pt x="0" y="1439722"/>
                  </a:lnTo>
                  <a:lnTo>
                    <a:pt x="0" y="1486179"/>
                  </a:lnTo>
                  <a:lnTo>
                    <a:pt x="59651" y="1486179"/>
                  </a:lnTo>
                  <a:lnTo>
                    <a:pt x="59651" y="1532432"/>
                  </a:lnTo>
                  <a:lnTo>
                    <a:pt x="0" y="1532432"/>
                  </a:lnTo>
                  <a:lnTo>
                    <a:pt x="0" y="1578889"/>
                  </a:lnTo>
                  <a:lnTo>
                    <a:pt x="59651" y="1578889"/>
                  </a:lnTo>
                  <a:lnTo>
                    <a:pt x="59651" y="1634985"/>
                  </a:lnTo>
                  <a:lnTo>
                    <a:pt x="450189" y="1634985"/>
                  </a:lnTo>
                  <a:lnTo>
                    <a:pt x="1426108" y="1634985"/>
                  </a:lnTo>
                  <a:lnTo>
                    <a:pt x="1426108" y="1634845"/>
                  </a:lnTo>
                  <a:lnTo>
                    <a:pt x="1426413" y="1634845"/>
                  </a:lnTo>
                  <a:lnTo>
                    <a:pt x="1426413" y="1625396"/>
                  </a:lnTo>
                  <a:lnTo>
                    <a:pt x="1426108" y="1625396"/>
                  </a:lnTo>
                  <a:lnTo>
                    <a:pt x="1426108" y="1588401"/>
                  </a:lnTo>
                  <a:lnTo>
                    <a:pt x="1426413" y="1588401"/>
                  </a:lnTo>
                  <a:lnTo>
                    <a:pt x="1426413" y="1578952"/>
                  </a:lnTo>
                  <a:lnTo>
                    <a:pt x="1426108" y="1578952"/>
                  </a:lnTo>
                  <a:lnTo>
                    <a:pt x="1426108" y="1541970"/>
                  </a:lnTo>
                  <a:lnTo>
                    <a:pt x="1426413" y="1541970"/>
                  </a:lnTo>
                  <a:lnTo>
                    <a:pt x="1426413" y="1532509"/>
                  </a:lnTo>
                  <a:lnTo>
                    <a:pt x="1426108" y="1532509"/>
                  </a:lnTo>
                  <a:lnTo>
                    <a:pt x="1426108" y="1495539"/>
                  </a:lnTo>
                  <a:lnTo>
                    <a:pt x="1426413" y="1495539"/>
                  </a:lnTo>
                  <a:lnTo>
                    <a:pt x="1426413" y="1486090"/>
                  </a:lnTo>
                  <a:lnTo>
                    <a:pt x="1426108" y="1486090"/>
                  </a:lnTo>
                  <a:lnTo>
                    <a:pt x="1486065" y="1486077"/>
                  </a:lnTo>
                  <a:lnTo>
                    <a:pt x="1486065" y="1439633"/>
                  </a:lnTo>
                  <a:lnTo>
                    <a:pt x="1426108" y="1439633"/>
                  </a:lnTo>
                  <a:lnTo>
                    <a:pt x="1426108" y="1402664"/>
                  </a:lnTo>
                  <a:lnTo>
                    <a:pt x="1426413" y="1402664"/>
                  </a:lnTo>
                  <a:lnTo>
                    <a:pt x="1426413" y="1393215"/>
                  </a:lnTo>
                  <a:lnTo>
                    <a:pt x="1426108" y="1393215"/>
                  </a:lnTo>
                  <a:lnTo>
                    <a:pt x="1486065" y="1393202"/>
                  </a:lnTo>
                  <a:lnTo>
                    <a:pt x="1486065" y="1346758"/>
                  </a:lnTo>
                  <a:lnTo>
                    <a:pt x="1426108" y="1346758"/>
                  </a:lnTo>
                  <a:lnTo>
                    <a:pt x="1426108" y="1309789"/>
                  </a:lnTo>
                  <a:lnTo>
                    <a:pt x="1426413" y="1309789"/>
                  </a:lnTo>
                  <a:lnTo>
                    <a:pt x="1426413" y="1300327"/>
                  </a:lnTo>
                  <a:lnTo>
                    <a:pt x="1486065" y="1300327"/>
                  </a:lnTo>
                  <a:lnTo>
                    <a:pt x="1486065" y="1253883"/>
                  </a:lnTo>
                  <a:lnTo>
                    <a:pt x="1426108" y="1253883"/>
                  </a:lnTo>
                  <a:lnTo>
                    <a:pt x="1426108" y="1216914"/>
                  </a:lnTo>
                  <a:lnTo>
                    <a:pt x="1426413" y="1216914"/>
                  </a:lnTo>
                  <a:lnTo>
                    <a:pt x="1426413" y="1207452"/>
                  </a:lnTo>
                  <a:lnTo>
                    <a:pt x="1426108" y="1207452"/>
                  </a:lnTo>
                  <a:lnTo>
                    <a:pt x="1486065" y="1207439"/>
                  </a:lnTo>
                  <a:lnTo>
                    <a:pt x="1486065" y="1161008"/>
                  </a:lnTo>
                  <a:lnTo>
                    <a:pt x="1426108" y="1161008"/>
                  </a:lnTo>
                  <a:lnTo>
                    <a:pt x="1426108" y="1124038"/>
                  </a:lnTo>
                  <a:lnTo>
                    <a:pt x="1426413" y="1124038"/>
                  </a:lnTo>
                  <a:lnTo>
                    <a:pt x="1426413" y="1114577"/>
                  </a:lnTo>
                  <a:lnTo>
                    <a:pt x="1486065" y="1114577"/>
                  </a:lnTo>
                  <a:lnTo>
                    <a:pt x="1486065" y="1068146"/>
                  </a:lnTo>
                  <a:lnTo>
                    <a:pt x="1426413" y="1068146"/>
                  </a:lnTo>
                  <a:lnTo>
                    <a:pt x="1426108" y="1068146"/>
                  </a:lnTo>
                  <a:lnTo>
                    <a:pt x="1426108" y="1031163"/>
                  </a:lnTo>
                  <a:lnTo>
                    <a:pt x="1426413" y="1031163"/>
                  </a:lnTo>
                  <a:lnTo>
                    <a:pt x="1426413" y="1021702"/>
                  </a:lnTo>
                  <a:lnTo>
                    <a:pt x="1486065" y="1021702"/>
                  </a:lnTo>
                  <a:lnTo>
                    <a:pt x="1486065" y="975258"/>
                  </a:lnTo>
                  <a:lnTo>
                    <a:pt x="1426413" y="975258"/>
                  </a:lnTo>
                  <a:lnTo>
                    <a:pt x="1426108" y="975258"/>
                  </a:lnTo>
                  <a:lnTo>
                    <a:pt x="1426108" y="938276"/>
                  </a:lnTo>
                  <a:lnTo>
                    <a:pt x="1426413" y="938276"/>
                  </a:lnTo>
                  <a:lnTo>
                    <a:pt x="1426413" y="928827"/>
                  </a:lnTo>
                  <a:lnTo>
                    <a:pt x="1486065" y="928827"/>
                  </a:lnTo>
                  <a:lnTo>
                    <a:pt x="1486065" y="882383"/>
                  </a:lnTo>
                  <a:lnTo>
                    <a:pt x="1426413" y="882383"/>
                  </a:lnTo>
                  <a:lnTo>
                    <a:pt x="1426108" y="882383"/>
                  </a:lnTo>
                  <a:lnTo>
                    <a:pt x="1426108" y="845400"/>
                  </a:lnTo>
                  <a:lnTo>
                    <a:pt x="1426413" y="845400"/>
                  </a:lnTo>
                  <a:lnTo>
                    <a:pt x="1426413" y="835952"/>
                  </a:lnTo>
                  <a:lnTo>
                    <a:pt x="1486065" y="835952"/>
                  </a:lnTo>
                  <a:lnTo>
                    <a:pt x="1486065" y="789508"/>
                  </a:lnTo>
                  <a:lnTo>
                    <a:pt x="1426413" y="789508"/>
                  </a:lnTo>
                  <a:lnTo>
                    <a:pt x="1426108" y="789508"/>
                  </a:lnTo>
                  <a:lnTo>
                    <a:pt x="1426108" y="752525"/>
                  </a:lnTo>
                  <a:lnTo>
                    <a:pt x="1426413" y="752525"/>
                  </a:lnTo>
                  <a:lnTo>
                    <a:pt x="1426413" y="743077"/>
                  </a:lnTo>
                  <a:lnTo>
                    <a:pt x="1486065" y="743077"/>
                  </a:lnTo>
                  <a:lnTo>
                    <a:pt x="1486065" y="696633"/>
                  </a:lnTo>
                  <a:lnTo>
                    <a:pt x="1426413" y="696633"/>
                  </a:lnTo>
                  <a:lnTo>
                    <a:pt x="1426413" y="687184"/>
                  </a:lnTo>
                  <a:lnTo>
                    <a:pt x="1426108" y="687184"/>
                  </a:lnTo>
                  <a:lnTo>
                    <a:pt x="1426108" y="650201"/>
                  </a:lnTo>
                  <a:lnTo>
                    <a:pt x="1426413" y="650201"/>
                  </a:lnTo>
                  <a:lnTo>
                    <a:pt x="1486065" y="650201"/>
                  </a:lnTo>
                  <a:lnTo>
                    <a:pt x="1486065" y="603758"/>
                  </a:lnTo>
                  <a:lnTo>
                    <a:pt x="1426413" y="603758"/>
                  </a:lnTo>
                  <a:lnTo>
                    <a:pt x="1426413" y="594296"/>
                  </a:lnTo>
                  <a:lnTo>
                    <a:pt x="1426108" y="594296"/>
                  </a:lnTo>
                  <a:lnTo>
                    <a:pt x="1426108" y="557314"/>
                  </a:lnTo>
                  <a:lnTo>
                    <a:pt x="1426413" y="557314"/>
                  </a:lnTo>
                  <a:lnTo>
                    <a:pt x="1486065" y="557314"/>
                  </a:lnTo>
                  <a:lnTo>
                    <a:pt x="1486065" y="510882"/>
                  </a:lnTo>
                  <a:lnTo>
                    <a:pt x="1426413" y="510882"/>
                  </a:lnTo>
                  <a:lnTo>
                    <a:pt x="1426413" y="501421"/>
                  </a:lnTo>
                  <a:lnTo>
                    <a:pt x="1426108" y="501421"/>
                  </a:lnTo>
                  <a:lnTo>
                    <a:pt x="1426108" y="464439"/>
                  </a:lnTo>
                  <a:lnTo>
                    <a:pt x="1426413" y="464439"/>
                  </a:lnTo>
                  <a:lnTo>
                    <a:pt x="1486065" y="464439"/>
                  </a:lnTo>
                  <a:lnTo>
                    <a:pt x="1486065" y="418007"/>
                  </a:lnTo>
                  <a:lnTo>
                    <a:pt x="1426413" y="418007"/>
                  </a:lnTo>
                  <a:lnTo>
                    <a:pt x="1426413" y="408546"/>
                  </a:lnTo>
                  <a:lnTo>
                    <a:pt x="1426108" y="408546"/>
                  </a:lnTo>
                  <a:lnTo>
                    <a:pt x="1426108" y="371563"/>
                  </a:lnTo>
                  <a:lnTo>
                    <a:pt x="1426413" y="371563"/>
                  </a:lnTo>
                  <a:lnTo>
                    <a:pt x="1486065" y="371563"/>
                  </a:lnTo>
                  <a:lnTo>
                    <a:pt x="1486065" y="325132"/>
                  </a:lnTo>
                  <a:lnTo>
                    <a:pt x="1426413" y="325132"/>
                  </a:lnTo>
                  <a:lnTo>
                    <a:pt x="1426413" y="315671"/>
                  </a:lnTo>
                  <a:lnTo>
                    <a:pt x="1426108" y="315671"/>
                  </a:lnTo>
                  <a:lnTo>
                    <a:pt x="1426108" y="278688"/>
                  </a:lnTo>
                  <a:lnTo>
                    <a:pt x="1426413" y="278688"/>
                  </a:lnTo>
                  <a:lnTo>
                    <a:pt x="1486065" y="278688"/>
                  </a:lnTo>
                  <a:lnTo>
                    <a:pt x="1486065" y="232244"/>
                  </a:lnTo>
                  <a:lnTo>
                    <a:pt x="1426413" y="232244"/>
                  </a:lnTo>
                  <a:lnTo>
                    <a:pt x="1426413" y="222796"/>
                  </a:lnTo>
                  <a:lnTo>
                    <a:pt x="1426108" y="222796"/>
                  </a:lnTo>
                  <a:lnTo>
                    <a:pt x="1426108" y="185813"/>
                  </a:lnTo>
                  <a:lnTo>
                    <a:pt x="1426413" y="185813"/>
                  </a:lnTo>
                  <a:lnTo>
                    <a:pt x="1486065" y="185813"/>
                  </a:lnTo>
                  <a:lnTo>
                    <a:pt x="1486065" y="139369"/>
                  </a:lnTo>
                  <a:lnTo>
                    <a:pt x="1426413" y="139369"/>
                  </a:lnTo>
                  <a:lnTo>
                    <a:pt x="1426413" y="129921"/>
                  </a:lnTo>
                  <a:lnTo>
                    <a:pt x="1426108" y="129921"/>
                  </a:lnTo>
                  <a:lnTo>
                    <a:pt x="1426108" y="92938"/>
                  </a:lnTo>
                  <a:lnTo>
                    <a:pt x="1426413" y="92938"/>
                  </a:lnTo>
                  <a:lnTo>
                    <a:pt x="1486065" y="92938"/>
                  </a:lnTo>
                  <a:lnTo>
                    <a:pt x="1486065" y="46494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 descr=""/>
            <p:cNvSpPr/>
            <p:nvPr/>
          </p:nvSpPr>
          <p:spPr>
            <a:xfrm>
              <a:off x="8168907" y="5044192"/>
              <a:ext cx="1489075" cy="1727835"/>
            </a:xfrm>
            <a:custGeom>
              <a:avLst/>
              <a:gdLst/>
              <a:ahLst/>
              <a:cxnLst/>
              <a:rect l="l" t="t" r="r" b="b"/>
              <a:pathLst>
                <a:path w="1489075" h="1727834">
                  <a:moveTo>
                    <a:pt x="1486065" y="1681111"/>
                  </a:moveTo>
                  <a:lnTo>
                    <a:pt x="1328788" y="1681111"/>
                  </a:lnTo>
                  <a:lnTo>
                    <a:pt x="1328788" y="1727555"/>
                  </a:lnTo>
                  <a:lnTo>
                    <a:pt x="1486065" y="1727555"/>
                  </a:lnTo>
                  <a:lnTo>
                    <a:pt x="1486065" y="1681111"/>
                  </a:lnTo>
                  <a:close/>
                </a:path>
                <a:path w="1489075" h="1727834">
                  <a:moveTo>
                    <a:pt x="1486065" y="1588236"/>
                  </a:moveTo>
                  <a:lnTo>
                    <a:pt x="1328788" y="1588236"/>
                  </a:lnTo>
                  <a:lnTo>
                    <a:pt x="1328788" y="1634680"/>
                  </a:lnTo>
                  <a:lnTo>
                    <a:pt x="1486065" y="1634680"/>
                  </a:lnTo>
                  <a:lnTo>
                    <a:pt x="1486065" y="1588236"/>
                  </a:lnTo>
                  <a:close/>
                </a:path>
                <a:path w="1489075" h="1727834">
                  <a:moveTo>
                    <a:pt x="1488897" y="149225"/>
                  </a:moveTo>
                  <a:lnTo>
                    <a:pt x="1109243" y="0"/>
                  </a:lnTo>
                  <a:lnTo>
                    <a:pt x="379653" y="0"/>
                  </a:lnTo>
                  <a:lnTo>
                    <a:pt x="18846" y="141693"/>
                  </a:lnTo>
                  <a:lnTo>
                    <a:pt x="0" y="149225"/>
                  </a:lnTo>
                  <a:lnTo>
                    <a:pt x="0" y="333400"/>
                  </a:lnTo>
                  <a:lnTo>
                    <a:pt x="1488897" y="333400"/>
                  </a:lnTo>
                  <a:lnTo>
                    <a:pt x="1488897" y="149225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 descr=""/>
            <p:cNvSpPr/>
            <p:nvPr/>
          </p:nvSpPr>
          <p:spPr>
            <a:xfrm>
              <a:off x="8168918" y="5044184"/>
              <a:ext cx="1087755" cy="3372485"/>
            </a:xfrm>
            <a:custGeom>
              <a:avLst/>
              <a:gdLst/>
              <a:ahLst/>
              <a:cxnLst/>
              <a:rect l="l" t="t" r="r" b="b"/>
              <a:pathLst>
                <a:path w="1087754" h="3372484">
                  <a:moveTo>
                    <a:pt x="660105" y="0"/>
                  </a:moveTo>
                  <a:lnTo>
                    <a:pt x="524277" y="0"/>
                  </a:lnTo>
                  <a:lnTo>
                    <a:pt x="524277" y="1064040"/>
                  </a:lnTo>
                  <a:lnTo>
                    <a:pt x="485765" y="993927"/>
                  </a:lnTo>
                  <a:lnTo>
                    <a:pt x="480739" y="984514"/>
                  </a:lnTo>
                  <a:lnTo>
                    <a:pt x="435117" y="901208"/>
                  </a:lnTo>
                  <a:lnTo>
                    <a:pt x="429672" y="891585"/>
                  </a:lnTo>
                  <a:lnTo>
                    <a:pt x="373789" y="789242"/>
                  </a:lnTo>
                  <a:lnTo>
                    <a:pt x="327958" y="705947"/>
                  </a:lnTo>
                  <a:lnTo>
                    <a:pt x="254913" y="572411"/>
                  </a:lnTo>
                  <a:lnTo>
                    <a:pt x="251573" y="566558"/>
                  </a:lnTo>
                  <a:lnTo>
                    <a:pt x="200705" y="473629"/>
                  </a:lnTo>
                  <a:lnTo>
                    <a:pt x="195690" y="464216"/>
                  </a:lnTo>
                  <a:lnTo>
                    <a:pt x="149848" y="380909"/>
                  </a:lnTo>
                  <a:lnTo>
                    <a:pt x="18837" y="141692"/>
                  </a:lnTo>
                  <a:lnTo>
                    <a:pt x="0" y="149231"/>
                  </a:lnTo>
                  <a:lnTo>
                    <a:pt x="0" y="334450"/>
                  </a:lnTo>
                  <a:lnTo>
                    <a:pt x="59652" y="334450"/>
                  </a:lnTo>
                  <a:lnTo>
                    <a:pt x="59652" y="380909"/>
                  </a:lnTo>
                  <a:lnTo>
                    <a:pt x="0" y="380909"/>
                  </a:lnTo>
                  <a:lnTo>
                    <a:pt x="0" y="427379"/>
                  </a:lnTo>
                  <a:lnTo>
                    <a:pt x="59652" y="427379"/>
                  </a:lnTo>
                  <a:lnTo>
                    <a:pt x="59652" y="473629"/>
                  </a:lnTo>
                  <a:lnTo>
                    <a:pt x="0" y="473629"/>
                  </a:lnTo>
                  <a:lnTo>
                    <a:pt x="0" y="520099"/>
                  </a:lnTo>
                  <a:lnTo>
                    <a:pt x="59652" y="520099"/>
                  </a:lnTo>
                  <a:lnTo>
                    <a:pt x="59652" y="566558"/>
                  </a:lnTo>
                  <a:lnTo>
                    <a:pt x="0" y="566558"/>
                  </a:lnTo>
                  <a:lnTo>
                    <a:pt x="0" y="613017"/>
                  </a:lnTo>
                  <a:lnTo>
                    <a:pt x="59652" y="613017"/>
                  </a:lnTo>
                  <a:lnTo>
                    <a:pt x="59652" y="659477"/>
                  </a:lnTo>
                  <a:lnTo>
                    <a:pt x="0" y="659477"/>
                  </a:lnTo>
                  <a:lnTo>
                    <a:pt x="0" y="705947"/>
                  </a:lnTo>
                  <a:lnTo>
                    <a:pt x="59652" y="705947"/>
                  </a:lnTo>
                  <a:lnTo>
                    <a:pt x="59652" y="752406"/>
                  </a:lnTo>
                  <a:lnTo>
                    <a:pt x="0" y="752406"/>
                  </a:lnTo>
                  <a:lnTo>
                    <a:pt x="0" y="798865"/>
                  </a:lnTo>
                  <a:lnTo>
                    <a:pt x="59652" y="798865"/>
                  </a:lnTo>
                  <a:lnTo>
                    <a:pt x="59652" y="845335"/>
                  </a:lnTo>
                  <a:lnTo>
                    <a:pt x="0" y="845335"/>
                  </a:lnTo>
                  <a:lnTo>
                    <a:pt x="0" y="891585"/>
                  </a:lnTo>
                  <a:lnTo>
                    <a:pt x="59652" y="891585"/>
                  </a:lnTo>
                  <a:lnTo>
                    <a:pt x="59652" y="938044"/>
                  </a:lnTo>
                  <a:lnTo>
                    <a:pt x="0" y="938044"/>
                  </a:lnTo>
                  <a:lnTo>
                    <a:pt x="0" y="984514"/>
                  </a:lnTo>
                  <a:lnTo>
                    <a:pt x="59652" y="984514"/>
                  </a:lnTo>
                  <a:lnTo>
                    <a:pt x="59652" y="1030973"/>
                  </a:lnTo>
                  <a:lnTo>
                    <a:pt x="0" y="1030973"/>
                  </a:lnTo>
                  <a:lnTo>
                    <a:pt x="0" y="1077433"/>
                  </a:lnTo>
                  <a:lnTo>
                    <a:pt x="59652" y="1077433"/>
                  </a:lnTo>
                  <a:lnTo>
                    <a:pt x="59652" y="1123902"/>
                  </a:lnTo>
                  <a:lnTo>
                    <a:pt x="0" y="1123902"/>
                  </a:lnTo>
                  <a:lnTo>
                    <a:pt x="0" y="1170362"/>
                  </a:lnTo>
                  <a:lnTo>
                    <a:pt x="59652" y="1170362"/>
                  </a:lnTo>
                  <a:lnTo>
                    <a:pt x="59652" y="1216821"/>
                  </a:lnTo>
                  <a:lnTo>
                    <a:pt x="0" y="1216821"/>
                  </a:lnTo>
                  <a:lnTo>
                    <a:pt x="0" y="1263081"/>
                  </a:lnTo>
                  <a:lnTo>
                    <a:pt x="59652" y="1263081"/>
                  </a:lnTo>
                  <a:lnTo>
                    <a:pt x="59652" y="1309541"/>
                  </a:lnTo>
                  <a:lnTo>
                    <a:pt x="0" y="1309541"/>
                  </a:lnTo>
                  <a:lnTo>
                    <a:pt x="0" y="1356000"/>
                  </a:lnTo>
                  <a:lnTo>
                    <a:pt x="59652" y="1356000"/>
                  </a:lnTo>
                  <a:lnTo>
                    <a:pt x="59652" y="1402470"/>
                  </a:lnTo>
                  <a:lnTo>
                    <a:pt x="0" y="1402470"/>
                  </a:lnTo>
                  <a:lnTo>
                    <a:pt x="0" y="1448929"/>
                  </a:lnTo>
                  <a:lnTo>
                    <a:pt x="59652" y="1448929"/>
                  </a:lnTo>
                  <a:lnTo>
                    <a:pt x="59652" y="1495389"/>
                  </a:lnTo>
                  <a:lnTo>
                    <a:pt x="0" y="1495389"/>
                  </a:lnTo>
                  <a:lnTo>
                    <a:pt x="0" y="1541858"/>
                  </a:lnTo>
                  <a:lnTo>
                    <a:pt x="59652" y="1541858"/>
                  </a:lnTo>
                  <a:lnTo>
                    <a:pt x="59652" y="1588318"/>
                  </a:lnTo>
                  <a:lnTo>
                    <a:pt x="0" y="1588318"/>
                  </a:lnTo>
                  <a:lnTo>
                    <a:pt x="0" y="1634777"/>
                  </a:lnTo>
                  <a:lnTo>
                    <a:pt x="59652" y="1634777"/>
                  </a:lnTo>
                  <a:lnTo>
                    <a:pt x="59652" y="1681037"/>
                  </a:lnTo>
                  <a:lnTo>
                    <a:pt x="0" y="1681037"/>
                  </a:lnTo>
                  <a:lnTo>
                    <a:pt x="0" y="1727497"/>
                  </a:lnTo>
                  <a:lnTo>
                    <a:pt x="59652" y="1727497"/>
                  </a:lnTo>
                  <a:lnTo>
                    <a:pt x="59652" y="1783589"/>
                  </a:lnTo>
                  <a:lnTo>
                    <a:pt x="0" y="1783589"/>
                  </a:lnTo>
                  <a:lnTo>
                    <a:pt x="0" y="1830048"/>
                  </a:lnTo>
                  <a:lnTo>
                    <a:pt x="59652" y="1830048"/>
                  </a:lnTo>
                  <a:lnTo>
                    <a:pt x="59652" y="1876298"/>
                  </a:lnTo>
                  <a:lnTo>
                    <a:pt x="0" y="1876298"/>
                  </a:lnTo>
                  <a:lnTo>
                    <a:pt x="0" y="1922768"/>
                  </a:lnTo>
                  <a:lnTo>
                    <a:pt x="59652" y="1922768"/>
                  </a:lnTo>
                  <a:lnTo>
                    <a:pt x="59652" y="1969227"/>
                  </a:lnTo>
                  <a:lnTo>
                    <a:pt x="0" y="1969227"/>
                  </a:lnTo>
                  <a:lnTo>
                    <a:pt x="0" y="2015687"/>
                  </a:lnTo>
                  <a:lnTo>
                    <a:pt x="59652" y="2015687"/>
                  </a:lnTo>
                  <a:lnTo>
                    <a:pt x="59652" y="2062157"/>
                  </a:lnTo>
                  <a:lnTo>
                    <a:pt x="0" y="2062157"/>
                  </a:lnTo>
                  <a:lnTo>
                    <a:pt x="0" y="2108616"/>
                  </a:lnTo>
                  <a:lnTo>
                    <a:pt x="59652" y="2108616"/>
                  </a:lnTo>
                  <a:lnTo>
                    <a:pt x="59652" y="2155075"/>
                  </a:lnTo>
                  <a:lnTo>
                    <a:pt x="0" y="2155075"/>
                  </a:lnTo>
                  <a:lnTo>
                    <a:pt x="0" y="2201545"/>
                  </a:lnTo>
                  <a:lnTo>
                    <a:pt x="59652" y="2201545"/>
                  </a:lnTo>
                  <a:lnTo>
                    <a:pt x="59652" y="2247795"/>
                  </a:lnTo>
                  <a:lnTo>
                    <a:pt x="0" y="2247795"/>
                  </a:lnTo>
                  <a:lnTo>
                    <a:pt x="0" y="2294254"/>
                  </a:lnTo>
                  <a:lnTo>
                    <a:pt x="59652" y="2294254"/>
                  </a:lnTo>
                  <a:lnTo>
                    <a:pt x="59652" y="2340724"/>
                  </a:lnTo>
                  <a:lnTo>
                    <a:pt x="0" y="2340724"/>
                  </a:lnTo>
                  <a:lnTo>
                    <a:pt x="0" y="2387183"/>
                  </a:lnTo>
                  <a:lnTo>
                    <a:pt x="59652" y="2387183"/>
                  </a:lnTo>
                  <a:lnTo>
                    <a:pt x="59652" y="2433643"/>
                  </a:lnTo>
                  <a:lnTo>
                    <a:pt x="0" y="2433643"/>
                  </a:lnTo>
                  <a:lnTo>
                    <a:pt x="0" y="2480112"/>
                  </a:lnTo>
                  <a:lnTo>
                    <a:pt x="59652" y="2480112"/>
                  </a:lnTo>
                  <a:lnTo>
                    <a:pt x="59652" y="2526572"/>
                  </a:lnTo>
                  <a:lnTo>
                    <a:pt x="0" y="2526572"/>
                  </a:lnTo>
                  <a:lnTo>
                    <a:pt x="0" y="2573031"/>
                  </a:lnTo>
                  <a:lnTo>
                    <a:pt x="59652" y="2573031"/>
                  </a:lnTo>
                  <a:lnTo>
                    <a:pt x="59652" y="2619291"/>
                  </a:lnTo>
                  <a:lnTo>
                    <a:pt x="0" y="2619291"/>
                  </a:lnTo>
                  <a:lnTo>
                    <a:pt x="0" y="2665751"/>
                  </a:lnTo>
                  <a:lnTo>
                    <a:pt x="59652" y="2665751"/>
                  </a:lnTo>
                  <a:lnTo>
                    <a:pt x="59652" y="2712210"/>
                  </a:lnTo>
                  <a:lnTo>
                    <a:pt x="0" y="2712210"/>
                  </a:lnTo>
                  <a:lnTo>
                    <a:pt x="0" y="2758680"/>
                  </a:lnTo>
                  <a:lnTo>
                    <a:pt x="59652" y="2758680"/>
                  </a:lnTo>
                  <a:lnTo>
                    <a:pt x="59652" y="2805139"/>
                  </a:lnTo>
                  <a:lnTo>
                    <a:pt x="0" y="2805139"/>
                  </a:lnTo>
                  <a:lnTo>
                    <a:pt x="0" y="2851599"/>
                  </a:lnTo>
                  <a:lnTo>
                    <a:pt x="59652" y="2851599"/>
                  </a:lnTo>
                  <a:lnTo>
                    <a:pt x="59652" y="2898068"/>
                  </a:lnTo>
                  <a:lnTo>
                    <a:pt x="0" y="2898068"/>
                  </a:lnTo>
                  <a:lnTo>
                    <a:pt x="0" y="2944528"/>
                  </a:lnTo>
                  <a:lnTo>
                    <a:pt x="59652" y="2944528"/>
                  </a:lnTo>
                  <a:lnTo>
                    <a:pt x="59652" y="2990987"/>
                  </a:lnTo>
                  <a:lnTo>
                    <a:pt x="0" y="2990987"/>
                  </a:lnTo>
                  <a:lnTo>
                    <a:pt x="0" y="3037247"/>
                  </a:lnTo>
                  <a:lnTo>
                    <a:pt x="59652" y="3037247"/>
                  </a:lnTo>
                  <a:lnTo>
                    <a:pt x="59652" y="3083707"/>
                  </a:lnTo>
                  <a:lnTo>
                    <a:pt x="0" y="3083707"/>
                  </a:lnTo>
                  <a:lnTo>
                    <a:pt x="0" y="3130166"/>
                  </a:lnTo>
                  <a:lnTo>
                    <a:pt x="59652" y="3130166"/>
                  </a:lnTo>
                  <a:lnTo>
                    <a:pt x="59652" y="3176636"/>
                  </a:lnTo>
                  <a:lnTo>
                    <a:pt x="0" y="3176636"/>
                  </a:lnTo>
                  <a:lnTo>
                    <a:pt x="0" y="3223095"/>
                  </a:lnTo>
                  <a:lnTo>
                    <a:pt x="59652" y="3223095"/>
                  </a:lnTo>
                  <a:lnTo>
                    <a:pt x="59652" y="3269554"/>
                  </a:lnTo>
                  <a:lnTo>
                    <a:pt x="0" y="3269554"/>
                  </a:lnTo>
                  <a:lnTo>
                    <a:pt x="0" y="3316024"/>
                  </a:lnTo>
                  <a:lnTo>
                    <a:pt x="59652" y="3316024"/>
                  </a:lnTo>
                  <a:lnTo>
                    <a:pt x="59652" y="3371897"/>
                  </a:lnTo>
                  <a:lnTo>
                    <a:pt x="1087684" y="3371897"/>
                  </a:lnTo>
                  <a:lnTo>
                    <a:pt x="1085380" y="3362484"/>
                  </a:lnTo>
                  <a:lnTo>
                    <a:pt x="1077014" y="3325438"/>
                  </a:lnTo>
                  <a:lnTo>
                    <a:pt x="1056083" y="3232508"/>
                  </a:lnTo>
                  <a:lnTo>
                    <a:pt x="1053779" y="3223095"/>
                  </a:lnTo>
                  <a:lnTo>
                    <a:pt x="1024481" y="3093329"/>
                  </a:lnTo>
                  <a:lnTo>
                    <a:pt x="990786" y="2944528"/>
                  </a:lnTo>
                  <a:lnTo>
                    <a:pt x="959185" y="2805139"/>
                  </a:lnTo>
                  <a:lnTo>
                    <a:pt x="919207" y="2628914"/>
                  </a:lnTo>
                  <a:lnTo>
                    <a:pt x="887606" y="2489526"/>
                  </a:lnTo>
                  <a:lnTo>
                    <a:pt x="885302" y="2480112"/>
                  </a:lnTo>
                  <a:lnTo>
                    <a:pt x="862277" y="2377770"/>
                  </a:lnTo>
                  <a:lnTo>
                    <a:pt x="822310" y="2201545"/>
                  </a:lnTo>
                  <a:lnTo>
                    <a:pt x="790698" y="2062157"/>
                  </a:lnTo>
                  <a:lnTo>
                    <a:pt x="788405" y="2052733"/>
                  </a:lnTo>
                  <a:lnTo>
                    <a:pt x="759097" y="1922768"/>
                  </a:lnTo>
                  <a:lnTo>
                    <a:pt x="756804" y="1913344"/>
                  </a:lnTo>
                  <a:lnTo>
                    <a:pt x="727496" y="1783380"/>
                  </a:lnTo>
                  <a:lnTo>
                    <a:pt x="725192" y="1773956"/>
                  </a:lnTo>
                  <a:lnTo>
                    <a:pt x="693800" y="1634777"/>
                  </a:lnTo>
                  <a:lnTo>
                    <a:pt x="660105" y="1486603"/>
                  </a:lnTo>
                  <a:lnTo>
                    <a:pt x="660105" y="0"/>
                  </a:lnTo>
                  <a:close/>
                </a:path>
              </a:pathLst>
            </a:custGeom>
            <a:solidFill>
              <a:srgbClr val="CDEBE6">
                <a:alpha val="23039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63" name="object 363" descr=""/>
          <p:cNvGrpSpPr/>
          <p:nvPr/>
        </p:nvGrpSpPr>
        <p:grpSpPr>
          <a:xfrm>
            <a:off x="11061715" y="6270311"/>
            <a:ext cx="510540" cy="2151380"/>
            <a:chOff x="11061715" y="6270311"/>
            <a:chExt cx="510540" cy="2151380"/>
          </a:xfrm>
        </p:grpSpPr>
        <p:sp>
          <p:nvSpPr>
            <p:cNvPr id="364" name="object 364" descr=""/>
            <p:cNvSpPr/>
            <p:nvPr/>
          </p:nvSpPr>
          <p:spPr>
            <a:xfrm>
              <a:off x="11061713" y="6270313"/>
              <a:ext cx="510540" cy="2151380"/>
            </a:xfrm>
            <a:custGeom>
              <a:avLst/>
              <a:gdLst/>
              <a:ahLst/>
              <a:cxnLst/>
              <a:rect l="l" t="t" r="r" b="b"/>
              <a:pathLst>
                <a:path w="510540" h="2151379">
                  <a:moveTo>
                    <a:pt x="509993" y="0"/>
                  </a:moveTo>
                  <a:lnTo>
                    <a:pt x="296849" y="0"/>
                  </a:lnTo>
                  <a:lnTo>
                    <a:pt x="296849" y="692150"/>
                  </a:lnTo>
                  <a:lnTo>
                    <a:pt x="228346" y="692150"/>
                  </a:lnTo>
                  <a:lnTo>
                    <a:pt x="228346" y="1182992"/>
                  </a:lnTo>
                  <a:lnTo>
                    <a:pt x="0" y="1182992"/>
                  </a:lnTo>
                  <a:lnTo>
                    <a:pt x="0" y="2151253"/>
                  </a:lnTo>
                  <a:lnTo>
                    <a:pt x="228346" y="2151253"/>
                  </a:lnTo>
                  <a:lnTo>
                    <a:pt x="228346" y="2151380"/>
                  </a:lnTo>
                  <a:lnTo>
                    <a:pt x="509993" y="2151380"/>
                  </a:lnTo>
                  <a:lnTo>
                    <a:pt x="509993" y="692150"/>
                  </a:lnTo>
                  <a:lnTo>
                    <a:pt x="509993" y="0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 descr=""/>
            <p:cNvSpPr/>
            <p:nvPr/>
          </p:nvSpPr>
          <p:spPr>
            <a:xfrm>
              <a:off x="11391379" y="6270313"/>
              <a:ext cx="180340" cy="2151380"/>
            </a:xfrm>
            <a:custGeom>
              <a:avLst/>
              <a:gdLst/>
              <a:ahLst/>
              <a:cxnLst/>
              <a:rect l="l" t="t" r="r" b="b"/>
              <a:pathLst>
                <a:path w="180340" h="2151379">
                  <a:moveTo>
                    <a:pt x="180314" y="0"/>
                  </a:moveTo>
                  <a:lnTo>
                    <a:pt x="68503" y="0"/>
                  </a:lnTo>
                  <a:lnTo>
                    <a:pt x="68503" y="692150"/>
                  </a:lnTo>
                  <a:lnTo>
                    <a:pt x="0" y="692150"/>
                  </a:lnTo>
                  <a:lnTo>
                    <a:pt x="0" y="2151380"/>
                  </a:lnTo>
                  <a:lnTo>
                    <a:pt x="180314" y="2151380"/>
                  </a:lnTo>
                  <a:lnTo>
                    <a:pt x="180314" y="692150"/>
                  </a:lnTo>
                  <a:lnTo>
                    <a:pt x="180314" y="0"/>
                  </a:lnTo>
                  <a:close/>
                </a:path>
              </a:pathLst>
            </a:custGeom>
            <a:solidFill>
              <a:srgbClr val="CDEBE6">
                <a:alpha val="1215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 descr=""/>
            <p:cNvSpPr/>
            <p:nvPr/>
          </p:nvSpPr>
          <p:spPr>
            <a:xfrm>
              <a:off x="11299203" y="6290646"/>
              <a:ext cx="260350" cy="2127885"/>
            </a:xfrm>
            <a:custGeom>
              <a:avLst/>
              <a:gdLst/>
              <a:ahLst/>
              <a:cxnLst/>
              <a:rect l="l" t="t" r="r" b="b"/>
              <a:pathLst>
                <a:path w="260350" h="2127884">
                  <a:moveTo>
                    <a:pt x="81508" y="691426"/>
                  </a:moveTo>
                  <a:lnTo>
                    <a:pt x="0" y="691426"/>
                  </a:lnTo>
                  <a:lnTo>
                    <a:pt x="0" y="710209"/>
                  </a:lnTo>
                  <a:lnTo>
                    <a:pt x="0" y="731710"/>
                  </a:lnTo>
                  <a:lnTo>
                    <a:pt x="0" y="2123554"/>
                  </a:lnTo>
                  <a:lnTo>
                    <a:pt x="81508" y="2123554"/>
                  </a:lnTo>
                  <a:lnTo>
                    <a:pt x="81508" y="710209"/>
                  </a:lnTo>
                  <a:lnTo>
                    <a:pt x="81508" y="691426"/>
                  </a:lnTo>
                  <a:close/>
                </a:path>
                <a:path w="260350" h="2127884">
                  <a:moveTo>
                    <a:pt x="152628" y="0"/>
                  </a:moveTo>
                  <a:lnTo>
                    <a:pt x="65633" y="0"/>
                  </a:lnTo>
                  <a:lnTo>
                    <a:pt x="65633" y="28841"/>
                  </a:lnTo>
                  <a:lnTo>
                    <a:pt x="65633" y="50482"/>
                  </a:lnTo>
                  <a:lnTo>
                    <a:pt x="65633" y="648817"/>
                  </a:lnTo>
                  <a:lnTo>
                    <a:pt x="152628" y="648817"/>
                  </a:lnTo>
                  <a:lnTo>
                    <a:pt x="152628" y="28841"/>
                  </a:lnTo>
                  <a:lnTo>
                    <a:pt x="152628" y="0"/>
                  </a:lnTo>
                  <a:close/>
                </a:path>
                <a:path w="260350" h="2127884">
                  <a:moveTo>
                    <a:pt x="161480" y="691413"/>
                  </a:moveTo>
                  <a:lnTo>
                    <a:pt x="103251" y="691413"/>
                  </a:lnTo>
                  <a:lnTo>
                    <a:pt x="103251" y="710209"/>
                  </a:lnTo>
                  <a:lnTo>
                    <a:pt x="103251" y="731710"/>
                  </a:lnTo>
                  <a:lnTo>
                    <a:pt x="103251" y="2125853"/>
                  </a:lnTo>
                  <a:lnTo>
                    <a:pt x="161480" y="2125853"/>
                  </a:lnTo>
                  <a:lnTo>
                    <a:pt x="161480" y="710209"/>
                  </a:lnTo>
                  <a:lnTo>
                    <a:pt x="161480" y="691413"/>
                  </a:lnTo>
                  <a:close/>
                </a:path>
                <a:path w="260350" h="2127884">
                  <a:moveTo>
                    <a:pt x="260108" y="0"/>
                  </a:moveTo>
                  <a:lnTo>
                    <a:pt x="173126" y="0"/>
                  </a:lnTo>
                  <a:lnTo>
                    <a:pt x="173126" y="28841"/>
                  </a:lnTo>
                  <a:lnTo>
                    <a:pt x="173126" y="50482"/>
                  </a:lnTo>
                  <a:lnTo>
                    <a:pt x="173126" y="2127770"/>
                  </a:lnTo>
                  <a:lnTo>
                    <a:pt x="260108" y="2127770"/>
                  </a:lnTo>
                  <a:lnTo>
                    <a:pt x="260108" y="28841"/>
                  </a:lnTo>
                  <a:lnTo>
                    <a:pt x="260108" y="0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 descr=""/>
            <p:cNvSpPr/>
            <p:nvPr/>
          </p:nvSpPr>
          <p:spPr>
            <a:xfrm>
              <a:off x="11299203" y="7867999"/>
              <a:ext cx="260350" cy="517525"/>
            </a:xfrm>
            <a:custGeom>
              <a:avLst/>
              <a:gdLst/>
              <a:ahLst/>
              <a:cxnLst/>
              <a:rect l="l" t="t" r="r" b="b"/>
              <a:pathLst>
                <a:path w="260350" h="517525">
                  <a:moveTo>
                    <a:pt x="81508" y="495427"/>
                  </a:moveTo>
                  <a:lnTo>
                    <a:pt x="0" y="495427"/>
                  </a:lnTo>
                  <a:lnTo>
                    <a:pt x="0" y="516940"/>
                  </a:lnTo>
                  <a:lnTo>
                    <a:pt x="81508" y="516940"/>
                  </a:lnTo>
                  <a:lnTo>
                    <a:pt x="81508" y="495427"/>
                  </a:lnTo>
                  <a:close/>
                </a:path>
                <a:path w="260350" h="517525">
                  <a:moveTo>
                    <a:pt x="81508" y="433489"/>
                  </a:moveTo>
                  <a:lnTo>
                    <a:pt x="0" y="433489"/>
                  </a:lnTo>
                  <a:lnTo>
                    <a:pt x="0" y="455002"/>
                  </a:lnTo>
                  <a:lnTo>
                    <a:pt x="81508" y="455002"/>
                  </a:lnTo>
                  <a:lnTo>
                    <a:pt x="81508" y="433489"/>
                  </a:lnTo>
                  <a:close/>
                </a:path>
                <a:path w="260350" h="517525">
                  <a:moveTo>
                    <a:pt x="81508" y="371563"/>
                  </a:moveTo>
                  <a:lnTo>
                    <a:pt x="0" y="371563"/>
                  </a:lnTo>
                  <a:lnTo>
                    <a:pt x="0" y="393077"/>
                  </a:lnTo>
                  <a:lnTo>
                    <a:pt x="81508" y="393077"/>
                  </a:lnTo>
                  <a:lnTo>
                    <a:pt x="81508" y="371563"/>
                  </a:lnTo>
                  <a:close/>
                </a:path>
                <a:path w="260350" h="517525">
                  <a:moveTo>
                    <a:pt x="81508" y="309638"/>
                  </a:moveTo>
                  <a:lnTo>
                    <a:pt x="0" y="309638"/>
                  </a:lnTo>
                  <a:lnTo>
                    <a:pt x="0" y="331152"/>
                  </a:lnTo>
                  <a:lnTo>
                    <a:pt x="81508" y="331152"/>
                  </a:lnTo>
                  <a:lnTo>
                    <a:pt x="81508" y="309638"/>
                  </a:lnTo>
                  <a:close/>
                </a:path>
                <a:path w="260350" h="517525">
                  <a:moveTo>
                    <a:pt x="81508" y="247713"/>
                  </a:moveTo>
                  <a:lnTo>
                    <a:pt x="0" y="247713"/>
                  </a:lnTo>
                  <a:lnTo>
                    <a:pt x="0" y="269214"/>
                  </a:lnTo>
                  <a:lnTo>
                    <a:pt x="81508" y="269214"/>
                  </a:lnTo>
                  <a:lnTo>
                    <a:pt x="81508" y="247713"/>
                  </a:lnTo>
                  <a:close/>
                </a:path>
                <a:path w="260350" h="517525">
                  <a:moveTo>
                    <a:pt x="81508" y="185788"/>
                  </a:moveTo>
                  <a:lnTo>
                    <a:pt x="0" y="185788"/>
                  </a:lnTo>
                  <a:lnTo>
                    <a:pt x="0" y="207289"/>
                  </a:lnTo>
                  <a:lnTo>
                    <a:pt x="81508" y="207289"/>
                  </a:lnTo>
                  <a:lnTo>
                    <a:pt x="81508" y="185788"/>
                  </a:lnTo>
                  <a:close/>
                </a:path>
                <a:path w="260350" h="517525">
                  <a:moveTo>
                    <a:pt x="81508" y="123850"/>
                  </a:moveTo>
                  <a:lnTo>
                    <a:pt x="0" y="123850"/>
                  </a:lnTo>
                  <a:lnTo>
                    <a:pt x="0" y="145351"/>
                  </a:lnTo>
                  <a:lnTo>
                    <a:pt x="81508" y="145351"/>
                  </a:lnTo>
                  <a:lnTo>
                    <a:pt x="81508" y="123850"/>
                  </a:lnTo>
                  <a:close/>
                </a:path>
                <a:path w="260350" h="517525">
                  <a:moveTo>
                    <a:pt x="81508" y="61925"/>
                  </a:moveTo>
                  <a:lnTo>
                    <a:pt x="0" y="61925"/>
                  </a:lnTo>
                  <a:lnTo>
                    <a:pt x="0" y="83426"/>
                  </a:lnTo>
                  <a:lnTo>
                    <a:pt x="81508" y="83426"/>
                  </a:lnTo>
                  <a:lnTo>
                    <a:pt x="81508" y="61925"/>
                  </a:lnTo>
                  <a:close/>
                </a:path>
                <a:path w="260350" h="517525">
                  <a:moveTo>
                    <a:pt x="81508" y="0"/>
                  </a:moveTo>
                  <a:lnTo>
                    <a:pt x="0" y="0"/>
                  </a:lnTo>
                  <a:lnTo>
                    <a:pt x="0" y="21501"/>
                  </a:lnTo>
                  <a:lnTo>
                    <a:pt x="81508" y="21501"/>
                  </a:lnTo>
                  <a:lnTo>
                    <a:pt x="81508" y="0"/>
                  </a:lnTo>
                  <a:close/>
                </a:path>
                <a:path w="260350" h="517525">
                  <a:moveTo>
                    <a:pt x="161480" y="495427"/>
                  </a:moveTo>
                  <a:lnTo>
                    <a:pt x="103251" y="495427"/>
                  </a:lnTo>
                  <a:lnTo>
                    <a:pt x="103251" y="516940"/>
                  </a:lnTo>
                  <a:lnTo>
                    <a:pt x="161480" y="516940"/>
                  </a:lnTo>
                  <a:lnTo>
                    <a:pt x="161480" y="495427"/>
                  </a:lnTo>
                  <a:close/>
                </a:path>
                <a:path w="260350" h="517525">
                  <a:moveTo>
                    <a:pt x="161480" y="433489"/>
                  </a:moveTo>
                  <a:lnTo>
                    <a:pt x="103251" y="433489"/>
                  </a:lnTo>
                  <a:lnTo>
                    <a:pt x="103251" y="455002"/>
                  </a:lnTo>
                  <a:lnTo>
                    <a:pt x="161480" y="455002"/>
                  </a:lnTo>
                  <a:lnTo>
                    <a:pt x="161480" y="433489"/>
                  </a:lnTo>
                  <a:close/>
                </a:path>
                <a:path w="260350" h="517525">
                  <a:moveTo>
                    <a:pt x="161480" y="371563"/>
                  </a:moveTo>
                  <a:lnTo>
                    <a:pt x="103251" y="371563"/>
                  </a:lnTo>
                  <a:lnTo>
                    <a:pt x="103251" y="393077"/>
                  </a:lnTo>
                  <a:lnTo>
                    <a:pt x="161480" y="393077"/>
                  </a:lnTo>
                  <a:lnTo>
                    <a:pt x="161480" y="371563"/>
                  </a:lnTo>
                  <a:close/>
                </a:path>
                <a:path w="260350" h="517525">
                  <a:moveTo>
                    <a:pt x="161480" y="309638"/>
                  </a:moveTo>
                  <a:lnTo>
                    <a:pt x="103251" y="309638"/>
                  </a:lnTo>
                  <a:lnTo>
                    <a:pt x="103251" y="331152"/>
                  </a:lnTo>
                  <a:lnTo>
                    <a:pt x="161480" y="331152"/>
                  </a:lnTo>
                  <a:lnTo>
                    <a:pt x="161480" y="309638"/>
                  </a:lnTo>
                  <a:close/>
                </a:path>
                <a:path w="260350" h="517525">
                  <a:moveTo>
                    <a:pt x="161480" y="247713"/>
                  </a:moveTo>
                  <a:lnTo>
                    <a:pt x="103251" y="247713"/>
                  </a:lnTo>
                  <a:lnTo>
                    <a:pt x="103251" y="269214"/>
                  </a:lnTo>
                  <a:lnTo>
                    <a:pt x="161480" y="269214"/>
                  </a:lnTo>
                  <a:lnTo>
                    <a:pt x="161480" y="247713"/>
                  </a:lnTo>
                  <a:close/>
                </a:path>
                <a:path w="260350" h="517525">
                  <a:moveTo>
                    <a:pt x="161480" y="185788"/>
                  </a:moveTo>
                  <a:lnTo>
                    <a:pt x="103251" y="185788"/>
                  </a:lnTo>
                  <a:lnTo>
                    <a:pt x="103251" y="207289"/>
                  </a:lnTo>
                  <a:lnTo>
                    <a:pt x="161480" y="207289"/>
                  </a:lnTo>
                  <a:lnTo>
                    <a:pt x="161480" y="185788"/>
                  </a:lnTo>
                  <a:close/>
                </a:path>
                <a:path w="260350" h="517525">
                  <a:moveTo>
                    <a:pt x="161480" y="123850"/>
                  </a:moveTo>
                  <a:lnTo>
                    <a:pt x="103251" y="123850"/>
                  </a:lnTo>
                  <a:lnTo>
                    <a:pt x="103251" y="145351"/>
                  </a:lnTo>
                  <a:lnTo>
                    <a:pt x="161480" y="145351"/>
                  </a:lnTo>
                  <a:lnTo>
                    <a:pt x="161480" y="123850"/>
                  </a:lnTo>
                  <a:close/>
                </a:path>
                <a:path w="260350" h="517525">
                  <a:moveTo>
                    <a:pt x="161480" y="61925"/>
                  </a:moveTo>
                  <a:lnTo>
                    <a:pt x="103251" y="61925"/>
                  </a:lnTo>
                  <a:lnTo>
                    <a:pt x="103251" y="83426"/>
                  </a:lnTo>
                  <a:lnTo>
                    <a:pt x="161480" y="83426"/>
                  </a:lnTo>
                  <a:lnTo>
                    <a:pt x="161480" y="61925"/>
                  </a:lnTo>
                  <a:close/>
                </a:path>
                <a:path w="260350" h="517525">
                  <a:moveTo>
                    <a:pt x="260108" y="495427"/>
                  </a:moveTo>
                  <a:lnTo>
                    <a:pt x="173126" y="495427"/>
                  </a:lnTo>
                  <a:lnTo>
                    <a:pt x="173126" y="516940"/>
                  </a:lnTo>
                  <a:lnTo>
                    <a:pt x="260108" y="516940"/>
                  </a:lnTo>
                  <a:lnTo>
                    <a:pt x="260108" y="495427"/>
                  </a:lnTo>
                  <a:close/>
                </a:path>
                <a:path w="260350" h="517525">
                  <a:moveTo>
                    <a:pt x="260108" y="433489"/>
                  </a:moveTo>
                  <a:lnTo>
                    <a:pt x="173126" y="433489"/>
                  </a:lnTo>
                  <a:lnTo>
                    <a:pt x="173126" y="455002"/>
                  </a:lnTo>
                  <a:lnTo>
                    <a:pt x="260108" y="455002"/>
                  </a:lnTo>
                  <a:lnTo>
                    <a:pt x="260108" y="433489"/>
                  </a:lnTo>
                  <a:close/>
                </a:path>
                <a:path w="260350" h="517525">
                  <a:moveTo>
                    <a:pt x="260108" y="371563"/>
                  </a:moveTo>
                  <a:lnTo>
                    <a:pt x="173126" y="371563"/>
                  </a:lnTo>
                  <a:lnTo>
                    <a:pt x="173126" y="393077"/>
                  </a:lnTo>
                  <a:lnTo>
                    <a:pt x="260108" y="393077"/>
                  </a:lnTo>
                  <a:lnTo>
                    <a:pt x="260108" y="371563"/>
                  </a:lnTo>
                  <a:close/>
                </a:path>
                <a:path w="260350" h="517525">
                  <a:moveTo>
                    <a:pt x="260108" y="309638"/>
                  </a:moveTo>
                  <a:lnTo>
                    <a:pt x="173126" y="309638"/>
                  </a:lnTo>
                  <a:lnTo>
                    <a:pt x="173126" y="331152"/>
                  </a:lnTo>
                  <a:lnTo>
                    <a:pt x="260108" y="331152"/>
                  </a:lnTo>
                  <a:lnTo>
                    <a:pt x="260108" y="309638"/>
                  </a:lnTo>
                  <a:close/>
                </a:path>
                <a:path w="260350" h="517525">
                  <a:moveTo>
                    <a:pt x="260108" y="247713"/>
                  </a:moveTo>
                  <a:lnTo>
                    <a:pt x="173126" y="247713"/>
                  </a:lnTo>
                  <a:lnTo>
                    <a:pt x="173126" y="269214"/>
                  </a:lnTo>
                  <a:lnTo>
                    <a:pt x="260108" y="269214"/>
                  </a:lnTo>
                  <a:lnTo>
                    <a:pt x="260108" y="247713"/>
                  </a:lnTo>
                  <a:close/>
                </a:path>
                <a:path w="260350" h="517525">
                  <a:moveTo>
                    <a:pt x="260108" y="185788"/>
                  </a:moveTo>
                  <a:lnTo>
                    <a:pt x="173126" y="185788"/>
                  </a:lnTo>
                  <a:lnTo>
                    <a:pt x="173126" y="207289"/>
                  </a:lnTo>
                  <a:lnTo>
                    <a:pt x="260108" y="207289"/>
                  </a:lnTo>
                  <a:lnTo>
                    <a:pt x="260108" y="185788"/>
                  </a:lnTo>
                  <a:close/>
                </a:path>
                <a:path w="260350" h="517525">
                  <a:moveTo>
                    <a:pt x="260108" y="123850"/>
                  </a:moveTo>
                  <a:lnTo>
                    <a:pt x="173126" y="123850"/>
                  </a:lnTo>
                  <a:lnTo>
                    <a:pt x="173126" y="145351"/>
                  </a:lnTo>
                  <a:lnTo>
                    <a:pt x="260108" y="145351"/>
                  </a:lnTo>
                  <a:lnTo>
                    <a:pt x="260108" y="123850"/>
                  </a:lnTo>
                  <a:close/>
                </a:path>
                <a:path w="260350" h="517525">
                  <a:moveTo>
                    <a:pt x="260108" y="61925"/>
                  </a:moveTo>
                  <a:lnTo>
                    <a:pt x="173126" y="61925"/>
                  </a:lnTo>
                  <a:lnTo>
                    <a:pt x="173126" y="83426"/>
                  </a:lnTo>
                  <a:lnTo>
                    <a:pt x="260108" y="83426"/>
                  </a:lnTo>
                  <a:lnTo>
                    <a:pt x="260108" y="61925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68" name="object 368" descr=""/>
          <p:cNvSpPr/>
          <p:nvPr/>
        </p:nvSpPr>
        <p:spPr>
          <a:xfrm>
            <a:off x="9709976" y="3547724"/>
            <a:ext cx="28575" cy="564515"/>
          </a:xfrm>
          <a:custGeom>
            <a:avLst/>
            <a:gdLst/>
            <a:ahLst/>
            <a:cxnLst/>
            <a:rect l="l" t="t" r="r" b="b"/>
            <a:pathLst>
              <a:path w="28575" h="564514">
                <a:moveTo>
                  <a:pt x="28438" y="0"/>
                </a:moveTo>
                <a:lnTo>
                  <a:pt x="0" y="0"/>
                </a:lnTo>
                <a:lnTo>
                  <a:pt x="0" y="564401"/>
                </a:lnTo>
                <a:lnTo>
                  <a:pt x="28438" y="564401"/>
                </a:lnTo>
                <a:lnTo>
                  <a:pt x="28438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69" name="object 369" descr=""/>
          <p:cNvGrpSpPr/>
          <p:nvPr/>
        </p:nvGrpSpPr>
        <p:grpSpPr>
          <a:xfrm>
            <a:off x="9401158" y="3943626"/>
            <a:ext cx="834390" cy="4472940"/>
            <a:chOff x="9401158" y="3943626"/>
            <a:chExt cx="834390" cy="4472940"/>
          </a:xfrm>
        </p:grpSpPr>
        <p:sp>
          <p:nvSpPr>
            <p:cNvPr id="370" name="object 370" descr=""/>
            <p:cNvSpPr/>
            <p:nvPr/>
          </p:nvSpPr>
          <p:spPr>
            <a:xfrm>
              <a:off x="9401149" y="4553794"/>
              <a:ext cx="834390" cy="3862704"/>
            </a:xfrm>
            <a:custGeom>
              <a:avLst/>
              <a:gdLst/>
              <a:ahLst/>
              <a:cxnLst/>
              <a:rect l="l" t="t" r="r" b="b"/>
              <a:pathLst>
                <a:path w="834390" h="3862704">
                  <a:moveTo>
                    <a:pt x="834161" y="65951"/>
                  </a:moveTo>
                  <a:lnTo>
                    <a:pt x="789800" y="65951"/>
                  </a:lnTo>
                  <a:lnTo>
                    <a:pt x="789800" y="50"/>
                  </a:lnTo>
                  <a:lnTo>
                    <a:pt x="351002" y="50"/>
                  </a:lnTo>
                  <a:lnTo>
                    <a:pt x="41287" y="0"/>
                  </a:lnTo>
                  <a:lnTo>
                    <a:pt x="41287" y="65951"/>
                  </a:lnTo>
                  <a:lnTo>
                    <a:pt x="0" y="65951"/>
                  </a:lnTo>
                  <a:lnTo>
                    <a:pt x="0" y="105486"/>
                  </a:lnTo>
                  <a:lnTo>
                    <a:pt x="41287" y="105486"/>
                  </a:lnTo>
                  <a:lnTo>
                    <a:pt x="41287" y="133705"/>
                  </a:lnTo>
                  <a:lnTo>
                    <a:pt x="0" y="133705"/>
                  </a:lnTo>
                  <a:lnTo>
                    <a:pt x="0" y="173240"/>
                  </a:lnTo>
                  <a:lnTo>
                    <a:pt x="41287" y="173240"/>
                  </a:lnTo>
                  <a:lnTo>
                    <a:pt x="41287" y="201460"/>
                  </a:lnTo>
                  <a:lnTo>
                    <a:pt x="0" y="201460"/>
                  </a:lnTo>
                  <a:lnTo>
                    <a:pt x="0" y="240995"/>
                  </a:lnTo>
                  <a:lnTo>
                    <a:pt x="41287" y="240995"/>
                  </a:lnTo>
                  <a:lnTo>
                    <a:pt x="41287" y="269214"/>
                  </a:lnTo>
                  <a:lnTo>
                    <a:pt x="0" y="269214"/>
                  </a:lnTo>
                  <a:lnTo>
                    <a:pt x="0" y="308749"/>
                  </a:lnTo>
                  <a:lnTo>
                    <a:pt x="41287" y="308749"/>
                  </a:lnTo>
                  <a:lnTo>
                    <a:pt x="41287" y="336969"/>
                  </a:lnTo>
                  <a:lnTo>
                    <a:pt x="0" y="336969"/>
                  </a:lnTo>
                  <a:lnTo>
                    <a:pt x="0" y="376516"/>
                  </a:lnTo>
                  <a:lnTo>
                    <a:pt x="41287" y="376516"/>
                  </a:lnTo>
                  <a:lnTo>
                    <a:pt x="41287" y="404736"/>
                  </a:lnTo>
                  <a:lnTo>
                    <a:pt x="0" y="404736"/>
                  </a:lnTo>
                  <a:lnTo>
                    <a:pt x="0" y="444271"/>
                  </a:lnTo>
                  <a:lnTo>
                    <a:pt x="41287" y="444271"/>
                  </a:lnTo>
                  <a:lnTo>
                    <a:pt x="41287" y="472503"/>
                  </a:lnTo>
                  <a:lnTo>
                    <a:pt x="0" y="472503"/>
                  </a:lnTo>
                  <a:lnTo>
                    <a:pt x="0" y="512038"/>
                  </a:lnTo>
                  <a:lnTo>
                    <a:pt x="41287" y="512038"/>
                  </a:lnTo>
                  <a:lnTo>
                    <a:pt x="41287" y="540258"/>
                  </a:lnTo>
                  <a:lnTo>
                    <a:pt x="0" y="540258"/>
                  </a:lnTo>
                  <a:lnTo>
                    <a:pt x="0" y="579793"/>
                  </a:lnTo>
                  <a:lnTo>
                    <a:pt x="41287" y="579793"/>
                  </a:lnTo>
                  <a:lnTo>
                    <a:pt x="41287" y="608012"/>
                  </a:lnTo>
                  <a:lnTo>
                    <a:pt x="0" y="608012"/>
                  </a:lnTo>
                  <a:lnTo>
                    <a:pt x="0" y="647547"/>
                  </a:lnTo>
                  <a:lnTo>
                    <a:pt x="41287" y="647547"/>
                  </a:lnTo>
                  <a:lnTo>
                    <a:pt x="41287" y="675767"/>
                  </a:lnTo>
                  <a:lnTo>
                    <a:pt x="0" y="675767"/>
                  </a:lnTo>
                  <a:lnTo>
                    <a:pt x="0" y="715302"/>
                  </a:lnTo>
                  <a:lnTo>
                    <a:pt x="41287" y="715302"/>
                  </a:lnTo>
                  <a:lnTo>
                    <a:pt x="41287" y="743521"/>
                  </a:lnTo>
                  <a:lnTo>
                    <a:pt x="0" y="743521"/>
                  </a:lnTo>
                  <a:lnTo>
                    <a:pt x="0" y="783069"/>
                  </a:lnTo>
                  <a:lnTo>
                    <a:pt x="41287" y="783069"/>
                  </a:lnTo>
                  <a:lnTo>
                    <a:pt x="41287" y="811288"/>
                  </a:lnTo>
                  <a:lnTo>
                    <a:pt x="0" y="811288"/>
                  </a:lnTo>
                  <a:lnTo>
                    <a:pt x="0" y="850823"/>
                  </a:lnTo>
                  <a:lnTo>
                    <a:pt x="41287" y="850823"/>
                  </a:lnTo>
                  <a:lnTo>
                    <a:pt x="41287" y="879043"/>
                  </a:lnTo>
                  <a:lnTo>
                    <a:pt x="0" y="879043"/>
                  </a:lnTo>
                  <a:lnTo>
                    <a:pt x="0" y="918578"/>
                  </a:lnTo>
                  <a:lnTo>
                    <a:pt x="41287" y="918578"/>
                  </a:lnTo>
                  <a:lnTo>
                    <a:pt x="41287" y="946797"/>
                  </a:lnTo>
                  <a:lnTo>
                    <a:pt x="0" y="946797"/>
                  </a:lnTo>
                  <a:lnTo>
                    <a:pt x="0" y="986332"/>
                  </a:lnTo>
                  <a:lnTo>
                    <a:pt x="41287" y="986332"/>
                  </a:lnTo>
                  <a:lnTo>
                    <a:pt x="41287" y="1014552"/>
                  </a:lnTo>
                  <a:lnTo>
                    <a:pt x="0" y="1014552"/>
                  </a:lnTo>
                  <a:lnTo>
                    <a:pt x="0" y="1054087"/>
                  </a:lnTo>
                  <a:lnTo>
                    <a:pt x="41287" y="1054087"/>
                  </a:lnTo>
                  <a:lnTo>
                    <a:pt x="41287" y="1082306"/>
                  </a:lnTo>
                  <a:lnTo>
                    <a:pt x="0" y="1082306"/>
                  </a:lnTo>
                  <a:lnTo>
                    <a:pt x="0" y="1121854"/>
                  </a:lnTo>
                  <a:lnTo>
                    <a:pt x="41287" y="1121854"/>
                  </a:lnTo>
                  <a:lnTo>
                    <a:pt x="41287" y="3862222"/>
                  </a:lnTo>
                  <a:lnTo>
                    <a:pt x="41490" y="3862222"/>
                  </a:lnTo>
                  <a:lnTo>
                    <a:pt x="350812" y="3862222"/>
                  </a:lnTo>
                  <a:lnTo>
                    <a:pt x="350989" y="3862222"/>
                  </a:lnTo>
                  <a:lnTo>
                    <a:pt x="789800" y="3862311"/>
                  </a:lnTo>
                  <a:lnTo>
                    <a:pt x="789800" y="1189609"/>
                  </a:lnTo>
                  <a:lnTo>
                    <a:pt x="834161" y="1189609"/>
                  </a:lnTo>
                  <a:lnTo>
                    <a:pt x="834161" y="1150073"/>
                  </a:lnTo>
                  <a:lnTo>
                    <a:pt x="789800" y="1150073"/>
                  </a:lnTo>
                  <a:lnTo>
                    <a:pt x="789800" y="1121854"/>
                  </a:lnTo>
                  <a:lnTo>
                    <a:pt x="834161" y="1121854"/>
                  </a:lnTo>
                  <a:lnTo>
                    <a:pt x="834161" y="1082306"/>
                  </a:lnTo>
                  <a:lnTo>
                    <a:pt x="789800" y="1082306"/>
                  </a:lnTo>
                  <a:lnTo>
                    <a:pt x="789800" y="1054087"/>
                  </a:lnTo>
                  <a:lnTo>
                    <a:pt x="834161" y="1054087"/>
                  </a:lnTo>
                  <a:lnTo>
                    <a:pt x="834161" y="1014552"/>
                  </a:lnTo>
                  <a:lnTo>
                    <a:pt x="789800" y="1014552"/>
                  </a:lnTo>
                  <a:lnTo>
                    <a:pt x="789800" y="986332"/>
                  </a:lnTo>
                  <a:lnTo>
                    <a:pt x="834161" y="986332"/>
                  </a:lnTo>
                  <a:lnTo>
                    <a:pt x="834161" y="946797"/>
                  </a:lnTo>
                  <a:lnTo>
                    <a:pt x="789800" y="946797"/>
                  </a:lnTo>
                  <a:lnTo>
                    <a:pt x="789800" y="918578"/>
                  </a:lnTo>
                  <a:lnTo>
                    <a:pt x="834161" y="918578"/>
                  </a:lnTo>
                  <a:lnTo>
                    <a:pt x="834161" y="879043"/>
                  </a:lnTo>
                  <a:lnTo>
                    <a:pt x="789800" y="879043"/>
                  </a:lnTo>
                  <a:lnTo>
                    <a:pt x="789800" y="850823"/>
                  </a:lnTo>
                  <a:lnTo>
                    <a:pt x="834161" y="850823"/>
                  </a:lnTo>
                  <a:lnTo>
                    <a:pt x="834161" y="811288"/>
                  </a:lnTo>
                  <a:lnTo>
                    <a:pt x="789800" y="811288"/>
                  </a:lnTo>
                  <a:lnTo>
                    <a:pt x="789800" y="783069"/>
                  </a:lnTo>
                  <a:lnTo>
                    <a:pt x="834161" y="783069"/>
                  </a:lnTo>
                  <a:lnTo>
                    <a:pt x="834161" y="743521"/>
                  </a:lnTo>
                  <a:lnTo>
                    <a:pt x="789800" y="743521"/>
                  </a:lnTo>
                  <a:lnTo>
                    <a:pt x="789800" y="715302"/>
                  </a:lnTo>
                  <a:lnTo>
                    <a:pt x="834161" y="715302"/>
                  </a:lnTo>
                  <a:lnTo>
                    <a:pt x="834161" y="675767"/>
                  </a:lnTo>
                  <a:lnTo>
                    <a:pt x="789800" y="675767"/>
                  </a:lnTo>
                  <a:lnTo>
                    <a:pt x="789800" y="647547"/>
                  </a:lnTo>
                  <a:lnTo>
                    <a:pt x="834161" y="647547"/>
                  </a:lnTo>
                  <a:lnTo>
                    <a:pt x="834161" y="608012"/>
                  </a:lnTo>
                  <a:lnTo>
                    <a:pt x="789800" y="608012"/>
                  </a:lnTo>
                  <a:lnTo>
                    <a:pt x="789800" y="579793"/>
                  </a:lnTo>
                  <a:lnTo>
                    <a:pt x="834161" y="579793"/>
                  </a:lnTo>
                  <a:lnTo>
                    <a:pt x="834161" y="540258"/>
                  </a:lnTo>
                  <a:lnTo>
                    <a:pt x="789800" y="540258"/>
                  </a:lnTo>
                  <a:lnTo>
                    <a:pt x="789800" y="512038"/>
                  </a:lnTo>
                  <a:lnTo>
                    <a:pt x="834161" y="512038"/>
                  </a:lnTo>
                  <a:lnTo>
                    <a:pt x="834161" y="472503"/>
                  </a:lnTo>
                  <a:lnTo>
                    <a:pt x="789800" y="472503"/>
                  </a:lnTo>
                  <a:lnTo>
                    <a:pt x="789800" y="444271"/>
                  </a:lnTo>
                  <a:lnTo>
                    <a:pt x="834161" y="444271"/>
                  </a:lnTo>
                  <a:lnTo>
                    <a:pt x="834161" y="404736"/>
                  </a:lnTo>
                  <a:lnTo>
                    <a:pt x="789800" y="404736"/>
                  </a:lnTo>
                  <a:lnTo>
                    <a:pt x="789800" y="376516"/>
                  </a:lnTo>
                  <a:lnTo>
                    <a:pt x="834161" y="376516"/>
                  </a:lnTo>
                  <a:lnTo>
                    <a:pt x="834161" y="336969"/>
                  </a:lnTo>
                  <a:lnTo>
                    <a:pt x="789800" y="336969"/>
                  </a:lnTo>
                  <a:lnTo>
                    <a:pt x="789800" y="308749"/>
                  </a:lnTo>
                  <a:lnTo>
                    <a:pt x="834161" y="308749"/>
                  </a:lnTo>
                  <a:lnTo>
                    <a:pt x="834161" y="269214"/>
                  </a:lnTo>
                  <a:lnTo>
                    <a:pt x="789800" y="269214"/>
                  </a:lnTo>
                  <a:lnTo>
                    <a:pt x="789800" y="240995"/>
                  </a:lnTo>
                  <a:lnTo>
                    <a:pt x="834161" y="240995"/>
                  </a:lnTo>
                  <a:lnTo>
                    <a:pt x="834161" y="201460"/>
                  </a:lnTo>
                  <a:lnTo>
                    <a:pt x="789800" y="201460"/>
                  </a:lnTo>
                  <a:lnTo>
                    <a:pt x="789800" y="173240"/>
                  </a:lnTo>
                  <a:lnTo>
                    <a:pt x="834161" y="173240"/>
                  </a:lnTo>
                  <a:lnTo>
                    <a:pt x="834161" y="133705"/>
                  </a:lnTo>
                  <a:lnTo>
                    <a:pt x="789800" y="133705"/>
                  </a:lnTo>
                  <a:lnTo>
                    <a:pt x="789800" y="105486"/>
                  </a:lnTo>
                  <a:lnTo>
                    <a:pt x="834161" y="105486"/>
                  </a:lnTo>
                  <a:lnTo>
                    <a:pt x="834161" y="65951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 descr=""/>
            <p:cNvSpPr/>
            <p:nvPr/>
          </p:nvSpPr>
          <p:spPr>
            <a:xfrm>
              <a:off x="9401149" y="5703868"/>
              <a:ext cx="834390" cy="1259205"/>
            </a:xfrm>
            <a:custGeom>
              <a:avLst/>
              <a:gdLst/>
              <a:ahLst/>
              <a:cxnLst/>
              <a:rect l="l" t="t" r="r" b="b"/>
              <a:pathLst>
                <a:path w="834390" h="1259204">
                  <a:moveTo>
                    <a:pt x="82575" y="1151890"/>
                  </a:moveTo>
                  <a:lnTo>
                    <a:pt x="0" y="1151890"/>
                  </a:lnTo>
                  <a:lnTo>
                    <a:pt x="0" y="1191425"/>
                  </a:lnTo>
                  <a:lnTo>
                    <a:pt x="82575" y="1191425"/>
                  </a:lnTo>
                  <a:lnTo>
                    <a:pt x="82575" y="1151890"/>
                  </a:lnTo>
                  <a:close/>
                </a:path>
                <a:path w="834390" h="1259204">
                  <a:moveTo>
                    <a:pt x="82575" y="1084135"/>
                  </a:moveTo>
                  <a:lnTo>
                    <a:pt x="0" y="1084135"/>
                  </a:lnTo>
                  <a:lnTo>
                    <a:pt x="0" y="1123670"/>
                  </a:lnTo>
                  <a:lnTo>
                    <a:pt x="82575" y="1123670"/>
                  </a:lnTo>
                  <a:lnTo>
                    <a:pt x="82575" y="1084135"/>
                  </a:lnTo>
                  <a:close/>
                </a:path>
                <a:path w="834390" h="1259204">
                  <a:moveTo>
                    <a:pt x="82575" y="1016368"/>
                  </a:moveTo>
                  <a:lnTo>
                    <a:pt x="0" y="1016368"/>
                  </a:lnTo>
                  <a:lnTo>
                    <a:pt x="0" y="1055916"/>
                  </a:lnTo>
                  <a:lnTo>
                    <a:pt x="82575" y="1055916"/>
                  </a:lnTo>
                  <a:lnTo>
                    <a:pt x="82575" y="1016368"/>
                  </a:lnTo>
                  <a:close/>
                </a:path>
                <a:path w="834390" h="1259204">
                  <a:moveTo>
                    <a:pt x="82575" y="948613"/>
                  </a:moveTo>
                  <a:lnTo>
                    <a:pt x="0" y="948613"/>
                  </a:lnTo>
                  <a:lnTo>
                    <a:pt x="0" y="988148"/>
                  </a:lnTo>
                  <a:lnTo>
                    <a:pt x="82575" y="988148"/>
                  </a:lnTo>
                  <a:lnTo>
                    <a:pt x="82575" y="948613"/>
                  </a:lnTo>
                  <a:close/>
                </a:path>
                <a:path w="834390" h="1259204">
                  <a:moveTo>
                    <a:pt x="82575" y="880859"/>
                  </a:moveTo>
                  <a:lnTo>
                    <a:pt x="0" y="880859"/>
                  </a:lnTo>
                  <a:lnTo>
                    <a:pt x="0" y="920394"/>
                  </a:lnTo>
                  <a:lnTo>
                    <a:pt x="82575" y="920394"/>
                  </a:lnTo>
                  <a:lnTo>
                    <a:pt x="82575" y="880859"/>
                  </a:lnTo>
                  <a:close/>
                </a:path>
                <a:path w="834390" h="1259204">
                  <a:moveTo>
                    <a:pt x="82575" y="813104"/>
                  </a:moveTo>
                  <a:lnTo>
                    <a:pt x="0" y="813104"/>
                  </a:lnTo>
                  <a:lnTo>
                    <a:pt x="0" y="852639"/>
                  </a:lnTo>
                  <a:lnTo>
                    <a:pt x="82575" y="852639"/>
                  </a:lnTo>
                  <a:lnTo>
                    <a:pt x="82575" y="813104"/>
                  </a:lnTo>
                  <a:close/>
                </a:path>
                <a:path w="834390" h="1259204">
                  <a:moveTo>
                    <a:pt x="82575" y="745350"/>
                  </a:moveTo>
                  <a:lnTo>
                    <a:pt x="0" y="745350"/>
                  </a:lnTo>
                  <a:lnTo>
                    <a:pt x="0" y="784885"/>
                  </a:lnTo>
                  <a:lnTo>
                    <a:pt x="82575" y="784885"/>
                  </a:lnTo>
                  <a:lnTo>
                    <a:pt x="82575" y="745350"/>
                  </a:lnTo>
                  <a:close/>
                </a:path>
                <a:path w="834390" h="1259204">
                  <a:moveTo>
                    <a:pt x="82575" y="677583"/>
                  </a:moveTo>
                  <a:lnTo>
                    <a:pt x="0" y="677583"/>
                  </a:lnTo>
                  <a:lnTo>
                    <a:pt x="0" y="717130"/>
                  </a:lnTo>
                  <a:lnTo>
                    <a:pt x="82575" y="717130"/>
                  </a:lnTo>
                  <a:lnTo>
                    <a:pt x="82575" y="677583"/>
                  </a:lnTo>
                  <a:close/>
                </a:path>
                <a:path w="834390" h="1259204">
                  <a:moveTo>
                    <a:pt x="82575" y="609828"/>
                  </a:moveTo>
                  <a:lnTo>
                    <a:pt x="0" y="609828"/>
                  </a:lnTo>
                  <a:lnTo>
                    <a:pt x="0" y="649363"/>
                  </a:lnTo>
                  <a:lnTo>
                    <a:pt x="82575" y="649363"/>
                  </a:lnTo>
                  <a:lnTo>
                    <a:pt x="82575" y="609828"/>
                  </a:lnTo>
                  <a:close/>
                </a:path>
                <a:path w="834390" h="1259204">
                  <a:moveTo>
                    <a:pt x="82575" y="542061"/>
                  </a:moveTo>
                  <a:lnTo>
                    <a:pt x="0" y="542061"/>
                  </a:lnTo>
                  <a:lnTo>
                    <a:pt x="0" y="581596"/>
                  </a:lnTo>
                  <a:lnTo>
                    <a:pt x="82575" y="581596"/>
                  </a:lnTo>
                  <a:lnTo>
                    <a:pt x="82575" y="542061"/>
                  </a:lnTo>
                  <a:close/>
                </a:path>
                <a:path w="834390" h="1259204">
                  <a:moveTo>
                    <a:pt x="82575" y="474306"/>
                  </a:moveTo>
                  <a:lnTo>
                    <a:pt x="0" y="474306"/>
                  </a:lnTo>
                  <a:lnTo>
                    <a:pt x="0" y="513842"/>
                  </a:lnTo>
                  <a:lnTo>
                    <a:pt x="82575" y="513842"/>
                  </a:lnTo>
                  <a:lnTo>
                    <a:pt x="82575" y="474306"/>
                  </a:lnTo>
                  <a:close/>
                </a:path>
                <a:path w="834390" h="1259204">
                  <a:moveTo>
                    <a:pt x="82575" y="406552"/>
                  </a:moveTo>
                  <a:lnTo>
                    <a:pt x="0" y="406552"/>
                  </a:lnTo>
                  <a:lnTo>
                    <a:pt x="0" y="446087"/>
                  </a:lnTo>
                  <a:lnTo>
                    <a:pt x="82575" y="446087"/>
                  </a:lnTo>
                  <a:lnTo>
                    <a:pt x="82575" y="406552"/>
                  </a:lnTo>
                  <a:close/>
                </a:path>
                <a:path w="834390" h="1259204">
                  <a:moveTo>
                    <a:pt x="82575" y="338785"/>
                  </a:moveTo>
                  <a:lnTo>
                    <a:pt x="0" y="338785"/>
                  </a:lnTo>
                  <a:lnTo>
                    <a:pt x="0" y="378333"/>
                  </a:lnTo>
                  <a:lnTo>
                    <a:pt x="82575" y="378333"/>
                  </a:lnTo>
                  <a:lnTo>
                    <a:pt x="82575" y="338785"/>
                  </a:lnTo>
                  <a:close/>
                </a:path>
                <a:path w="834390" h="1259204">
                  <a:moveTo>
                    <a:pt x="82575" y="271030"/>
                  </a:moveTo>
                  <a:lnTo>
                    <a:pt x="0" y="271030"/>
                  </a:lnTo>
                  <a:lnTo>
                    <a:pt x="0" y="310578"/>
                  </a:lnTo>
                  <a:lnTo>
                    <a:pt x="82575" y="310578"/>
                  </a:lnTo>
                  <a:lnTo>
                    <a:pt x="82575" y="271030"/>
                  </a:lnTo>
                  <a:close/>
                </a:path>
                <a:path w="834390" h="1259204">
                  <a:moveTo>
                    <a:pt x="82575" y="203276"/>
                  </a:moveTo>
                  <a:lnTo>
                    <a:pt x="0" y="203276"/>
                  </a:lnTo>
                  <a:lnTo>
                    <a:pt x="0" y="242811"/>
                  </a:lnTo>
                  <a:lnTo>
                    <a:pt x="82575" y="242811"/>
                  </a:lnTo>
                  <a:lnTo>
                    <a:pt x="82575" y="203276"/>
                  </a:lnTo>
                  <a:close/>
                </a:path>
                <a:path w="834390" h="1259204">
                  <a:moveTo>
                    <a:pt x="82575" y="135521"/>
                  </a:moveTo>
                  <a:lnTo>
                    <a:pt x="0" y="135521"/>
                  </a:lnTo>
                  <a:lnTo>
                    <a:pt x="0" y="175056"/>
                  </a:lnTo>
                  <a:lnTo>
                    <a:pt x="82575" y="175056"/>
                  </a:lnTo>
                  <a:lnTo>
                    <a:pt x="82575" y="135521"/>
                  </a:lnTo>
                  <a:close/>
                </a:path>
                <a:path w="834390" h="1259204">
                  <a:moveTo>
                    <a:pt x="82575" y="67767"/>
                  </a:moveTo>
                  <a:lnTo>
                    <a:pt x="0" y="67767"/>
                  </a:lnTo>
                  <a:lnTo>
                    <a:pt x="0" y="107302"/>
                  </a:lnTo>
                  <a:lnTo>
                    <a:pt x="82575" y="107302"/>
                  </a:lnTo>
                  <a:lnTo>
                    <a:pt x="82575" y="67767"/>
                  </a:lnTo>
                  <a:close/>
                </a:path>
                <a:path w="834390" h="1259204">
                  <a:moveTo>
                    <a:pt x="82575" y="0"/>
                  </a:moveTo>
                  <a:lnTo>
                    <a:pt x="0" y="0"/>
                  </a:lnTo>
                  <a:lnTo>
                    <a:pt x="0" y="39535"/>
                  </a:lnTo>
                  <a:lnTo>
                    <a:pt x="82575" y="39535"/>
                  </a:lnTo>
                  <a:lnTo>
                    <a:pt x="82575" y="0"/>
                  </a:lnTo>
                  <a:close/>
                </a:path>
                <a:path w="834390" h="1259204">
                  <a:moveTo>
                    <a:pt x="327583" y="0"/>
                  </a:moveTo>
                  <a:lnTo>
                    <a:pt x="245008" y="0"/>
                  </a:lnTo>
                  <a:lnTo>
                    <a:pt x="245008" y="39535"/>
                  </a:lnTo>
                  <a:lnTo>
                    <a:pt x="327583" y="39535"/>
                  </a:lnTo>
                  <a:lnTo>
                    <a:pt x="327583" y="0"/>
                  </a:lnTo>
                  <a:close/>
                </a:path>
                <a:path w="834390" h="1259204">
                  <a:moveTo>
                    <a:pt x="442671" y="1219644"/>
                  </a:moveTo>
                  <a:lnTo>
                    <a:pt x="327583" y="1219644"/>
                  </a:lnTo>
                  <a:lnTo>
                    <a:pt x="327583" y="1259179"/>
                  </a:lnTo>
                  <a:lnTo>
                    <a:pt x="442671" y="1259179"/>
                  </a:lnTo>
                  <a:lnTo>
                    <a:pt x="442671" y="1219644"/>
                  </a:lnTo>
                  <a:close/>
                </a:path>
                <a:path w="834390" h="1259204">
                  <a:moveTo>
                    <a:pt x="442671" y="1151890"/>
                  </a:moveTo>
                  <a:lnTo>
                    <a:pt x="327583" y="1151890"/>
                  </a:lnTo>
                  <a:lnTo>
                    <a:pt x="245008" y="1151890"/>
                  </a:lnTo>
                  <a:lnTo>
                    <a:pt x="245008" y="1191425"/>
                  </a:lnTo>
                  <a:lnTo>
                    <a:pt x="327583" y="1191425"/>
                  </a:lnTo>
                  <a:lnTo>
                    <a:pt x="442671" y="1191425"/>
                  </a:lnTo>
                  <a:lnTo>
                    <a:pt x="442671" y="1151890"/>
                  </a:lnTo>
                  <a:close/>
                </a:path>
                <a:path w="834390" h="1259204">
                  <a:moveTo>
                    <a:pt x="442671" y="1084135"/>
                  </a:moveTo>
                  <a:lnTo>
                    <a:pt x="327583" y="1084135"/>
                  </a:lnTo>
                  <a:lnTo>
                    <a:pt x="245008" y="1084135"/>
                  </a:lnTo>
                  <a:lnTo>
                    <a:pt x="245008" y="1123670"/>
                  </a:lnTo>
                  <a:lnTo>
                    <a:pt x="327583" y="1123670"/>
                  </a:lnTo>
                  <a:lnTo>
                    <a:pt x="442671" y="1123670"/>
                  </a:lnTo>
                  <a:lnTo>
                    <a:pt x="442671" y="1084135"/>
                  </a:lnTo>
                  <a:close/>
                </a:path>
                <a:path w="834390" h="1259204">
                  <a:moveTo>
                    <a:pt x="442671" y="1016368"/>
                  </a:moveTo>
                  <a:lnTo>
                    <a:pt x="327583" y="1016368"/>
                  </a:lnTo>
                  <a:lnTo>
                    <a:pt x="245008" y="1016368"/>
                  </a:lnTo>
                  <a:lnTo>
                    <a:pt x="245008" y="1055916"/>
                  </a:lnTo>
                  <a:lnTo>
                    <a:pt x="327583" y="1055916"/>
                  </a:lnTo>
                  <a:lnTo>
                    <a:pt x="442671" y="1055916"/>
                  </a:lnTo>
                  <a:lnTo>
                    <a:pt x="442671" y="1016368"/>
                  </a:lnTo>
                  <a:close/>
                </a:path>
                <a:path w="834390" h="1259204">
                  <a:moveTo>
                    <a:pt x="442671" y="948613"/>
                  </a:moveTo>
                  <a:lnTo>
                    <a:pt x="327583" y="948613"/>
                  </a:lnTo>
                  <a:lnTo>
                    <a:pt x="245008" y="948613"/>
                  </a:lnTo>
                  <a:lnTo>
                    <a:pt x="245008" y="988148"/>
                  </a:lnTo>
                  <a:lnTo>
                    <a:pt x="327583" y="988148"/>
                  </a:lnTo>
                  <a:lnTo>
                    <a:pt x="442671" y="988148"/>
                  </a:lnTo>
                  <a:lnTo>
                    <a:pt x="442671" y="948613"/>
                  </a:lnTo>
                  <a:close/>
                </a:path>
                <a:path w="834390" h="1259204">
                  <a:moveTo>
                    <a:pt x="442671" y="880859"/>
                  </a:moveTo>
                  <a:lnTo>
                    <a:pt x="327583" y="880859"/>
                  </a:lnTo>
                  <a:lnTo>
                    <a:pt x="245008" y="880859"/>
                  </a:lnTo>
                  <a:lnTo>
                    <a:pt x="245008" y="920394"/>
                  </a:lnTo>
                  <a:lnTo>
                    <a:pt x="327583" y="920394"/>
                  </a:lnTo>
                  <a:lnTo>
                    <a:pt x="442671" y="920394"/>
                  </a:lnTo>
                  <a:lnTo>
                    <a:pt x="442671" y="880859"/>
                  </a:lnTo>
                  <a:close/>
                </a:path>
                <a:path w="834390" h="1259204">
                  <a:moveTo>
                    <a:pt x="442671" y="813104"/>
                  </a:moveTo>
                  <a:lnTo>
                    <a:pt x="327583" y="813104"/>
                  </a:lnTo>
                  <a:lnTo>
                    <a:pt x="245008" y="813104"/>
                  </a:lnTo>
                  <a:lnTo>
                    <a:pt x="245008" y="852639"/>
                  </a:lnTo>
                  <a:lnTo>
                    <a:pt x="327583" y="852639"/>
                  </a:lnTo>
                  <a:lnTo>
                    <a:pt x="442671" y="852639"/>
                  </a:lnTo>
                  <a:lnTo>
                    <a:pt x="442671" y="813104"/>
                  </a:lnTo>
                  <a:close/>
                </a:path>
                <a:path w="834390" h="1259204">
                  <a:moveTo>
                    <a:pt x="442671" y="745350"/>
                  </a:moveTo>
                  <a:lnTo>
                    <a:pt x="327583" y="745350"/>
                  </a:lnTo>
                  <a:lnTo>
                    <a:pt x="245008" y="745350"/>
                  </a:lnTo>
                  <a:lnTo>
                    <a:pt x="245008" y="784885"/>
                  </a:lnTo>
                  <a:lnTo>
                    <a:pt x="327583" y="784885"/>
                  </a:lnTo>
                  <a:lnTo>
                    <a:pt x="442671" y="784885"/>
                  </a:lnTo>
                  <a:lnTo>
                    <a:pt x="442671" y="745350"/>
                  </a:lnTo>
                  <a:close/>
                </a:path>
                <a:path w="834390" h="1259204">
                  <a:moveTo>
                    <a:pt x="442671" y="677583"/>
                  </a:moveTo>
                  <a:lnTo>
                    <a:pt x="327583" y="677583"/>
                  </a:lnTo>
                  <a:lnTo>
                    <a:pt x="245008" y="677583"/>
                  </a:lnTo>
                  <a:lnTo>
                    <a:pt x="245008" y="717130"/>
                  </a:lnTo>
                  <a:lnTo>
                    <a:pt x="327583" y="717130"/>
                  </a:lnTo>
                  <a:lnTo>
                    <a:pt x="442671" y="717130"/>
                  </a:lnTo>
                  <a:lnTo>
                    <a:pt x="442671" y="677583"/>
                  </a:lnTo>
                  <a:close/>
                </a:path>
                <a:path w="834390" h="1259204">
                  <a:moveTo>
                    <a:pt x="442671" y="609828"/>
                  </a:moveTo>
                  <a:lnTo>
                    <a:pt x="327583" y="609828"/>
                  </a:lnTo>
                  <a:lnTo>
                    <a:pt x="245008" y="609828"/>
                  </a:lnTo>
                  <a:lnTo>
                    <a:pt x="245008" y="649363"/>
                  </a:lnTo>
                  <a:lnTo>
                    <a:pt x="327583" y="649363"/>
                  </a:lnTo>
                  <a:lnTo>
                    <a:pt x="442671" y="649363"/>
                  </a:lnTo>
                  <a:lnTo>
                    <a:pt x="442671" y="609828"/>
                  </a:lnTo>
                  <a:close/>
                </a:path>
                <a:path w="834390" h="1259204">
                  <a:moveTo>
                    <a:pt x="442671" y="542061"/>
                  </a:moveTo>
                  <a:lnTo>
                    <a:pt x="327583" y="542061"/>
                  </a:lnTo>
                  <a:lnTo>
                    <a:pt x="245008" y="542061"/>
                  </a:lnTo>
                  <a:lnTo>
                    <a:pt x="245008" y="581596"/>
                  </a:lnTo>
                  <a:lnTo>
                    <a:pt x="327583" y="581596"/>
                  </a:lnTo>
                  <a:lnTo>
                    <a:pt x="442671" y="581596"/>
                  </a:lnTo>
                  <a:lnTo>
                    <a:pt x="442671" y="542061"/>
                  </a:lnTo>
                  <a:close/>
                </a:path>
                <a:path w="834390" h="1259204">
                  <a:moveTo>
                    <a:pt x="442671" y="474306"/>
                  </a:moveTo>
                  <a:lnTo>
                    <a:pt x="327583" y="474306"/>
                  </a:lnTo>
                  <a:lnTo>
                    <a:pt x="245008" y="474306"/>
                  </a:lnTo>
                  <a:lnTo>
                    <a:pt x="245008" y="513842"/>
                  </a:lnTo>
                  <a:lnTo>
                    <a:pt x="327583" y="513842"/>
                  </a:lnTo>
                  <a:lnTo>
                    <a:pt x="442671" y="513842"/>
                  </a:lnTo>
                  <a:lnTo>
                    <a:pt x="442671" y="474306"/>
                  </a:lnTo>
                  <a:close/>
                </a:path>
                <a:path w="834390" h="1259204">
                  <a:moveTo>
                    <a:pt x="442671" y="406552"/>
                  </a:moveTo>
                  <a:lnTo>
                    <a:pt x="327583" y="406552"/>
                  </a:lnTo>
                  <a:lnTo>
                    <a:pt x="245008" y="406552"/>
                  </a:lnTo>
                  <a:lnTo>
                    <a:pt x="245008" y="446087"/>
                  </a:lnTo>
                  <a:lnTo>
                    <a:pt x="327583" y="446087"/>
                  </a:lnTo>
                  <a:lnTo>
                    <a:pt x="442671" y="446087"/>
                  </a:lnTo>
                  <a:lnTo>
                    <a:pt x="442671" y="406552"/>
                  </a:lnTo>
                  <a:close/>
                </a:path>
                <a:path w="834390" h="1259204">
                  <a:moveTo>
                    <a:pt x="442671" y="338785"/>
                  </a:moveTo>
                  <a:lnTo>
                    <a:pt x="327583" y="338785"/>
                  </a:lnTo>
                  <a:lnTo>
                    <a:pt x="245008" y="338785"/>
                  </a:lnTo>
                  <a:lnTo>
                    <a:pt x="245008" y="378333"/>
                  </a:lnTo>
                  <a:lnTo>
                    <a:pt x="327583" y="378333"/>
                  </a:lnTo>
                  <a:lnTo>
                    <a:pt x="442671" y="378333"/>
                  </a:lnTo>
                  <a:lnTo>
                    <a:pt x="442671" y="338785"/>
                  </a:lnTo>
                  <a:close/>
                </a:path>
                <a:path w="834390" h="1259204">
                  <a:moveTo>
                    <a:pt x="442671" y="271030"/>
                  </a:moveTo>
                  <a:lnTo>
                    <a:pt x="327583" y="271030"/>
                  </a:lnTo>
                  <a:lnTo>
                    <a:pt x="245008" y="271030"/>
                  </a:lnTo>
                  <a:lnTo>
                    <a:pt x="245008" y="310578"/>
                  </a:lnTo>
                  <a:lnTo>
                    <a:pt x="327583" y="310578"/>
                  </a:lnTo>
                  <a:lnTo>
                    <a:pt x="442671" y="310578"/>
                  </a:lnTo>
                  <a:lnTo>
                    <a:pt x="442671" y="271030"/>
                  </a:lnTo>
                  <a:close/>
                </a:path>
                <a:path w="834390" h="1259204">
                  <a:moveTo>
                    <a:pt x="442671" y="203276"/>
                  </a:moveTo>
                  <a:lnTo>
                    <a:pt x="327583" y="203276"/>
                  </a:lnTo>
                  <a:lnTo>
                    <a:pt x="245008" y="203276"/>
                  </a:lnTo>
                  <a:lnTo>
                    <a:pt x="245008" y="242811"/>
                  </a:lnTo>
                  <a:lnTo>
                    <a:pt x="327583" y="242811"/>
                  </a:lnTo>
                  <a:lnTo>
                    <a:pt x="442671" y="242811"/>
                  </a:lnTo>
                  <a:lnTo>
                    <a:pt x="442671" y="203276"/>
                  </a:lnTo>
                  <a:close/>
                </a:path>
                <a:path w="834390" h="1259204">
                  <a:moveTo>
                    <a:pt x="442671" y="135521"/>
                  </a:moveTo>
                  <a:lnTo>
                    <a:pt x="327583" y="135521"/>
                  </a:lnTo>
                  <a:lnTo>
                    <a:pt x="245008" y="135521"/>
                  </a:lnTo>
                  <a:lnTo>
                    <a:pt x="245008" y="175056"/>
                  </a:lnTo>
                  <a:lnTo>
                    <a:pt x="327583" y="175056"/>
                  </a:lnTo>
                  <a:lnTo>
                    <a:pt x="442671" y="175056"/>
                  </a:lnTo>
                  <a:lnTo>
                    <a:pt x="442671" y="135521"/>
                  </a:lnTo>
                  <a:close/>
                </a:path>
                <a:path w="834390" h="1259204">
                  <a:moveTo>
                    <a:pt x="442671" y="67767"/>
                  </a:moveTo>
                  <a:lnTo>
                    <a:pt x="327583" y="67767"/>
                  </a:lnTo>
                  <a:lnTo>
                    <a:pt x="245008" y="67767"/>
                  </a:lnTo>
                  <a:lnTo>
                    <a:pt x="245008" y="107302"/>
                  </a:lnTo>
                  <a:lnTo>
                    <a:pt x="327583" y="107302"/>
                  </a:lnTo>
                  <a:lnTo>
                    <a:pt x="442671" y="107302"/>
                  </a:lnTo>
                  <a:lnTo>
                    <a:pt x="442671" y="67767"/>
                  </a:lnTo>
                  <a:close/>
                </a:path>
                <a:path w="834390" h="1259204">
                  <a:moveTo>
                    <a:pt x="834161" y="1151890"/>
                  </a:moveTo>
                  <a:lnTo>
                    <a:pt x="719086" y="1151890"/>
                  </a:lnTo>
                  <a:lnTo>
                    <a:pt x="719086" y="1191425"/>
                  </a:lnTo>
                  <a:lnTo>
                    <a:pt x="834161" y="1191425"/>
                  </a:lnTo>
                  <a:lnTo>
                    <a:pt x="834161" y="1151890"/>
                  </a:lnTo>
                  <a:close/>
                </a:path>
                <a:path w="834390" h="1259204">
                  <a:moveTo>
                    <a:pt x="834161" y="1084135"/>
                  </a:moveTo>
                  <a:lnTo>
                    <a:pt x="719086" y="1084135"/>
                  </a:lnTo>
                  <a:lnTo>
                    <a:pt x="719086" y="1123670"/>
                  </a:lnTo>
                  <a:lnTo>
                    <a:pt x="834161" y="1123670"/>
                  </a:lnTo>
                  <a:lnTo>
                    <a:pt x="834161" y="1084135"/>
                  </a:lnTo>
                  <a:close/>
                </a:path>
                <a:path w="834390" h="1259204">
                  <a:moveTo>
                    <a:pt x="834161" y="1016368"/>
                  </a:moveTo>
                  <a:lnTo>
                    <a:pt x="719086" y="1016368"/>
                  </a:lnTo>
                  <a:lnTo>
                    <a:pt x="719086" y="1055916"/>
                  </a:lnTo>
                  <a:lnTo>
                    <a:pt x="834161" y="1055916"/>
                  </a:lnTo>
                  <a:lnTo>
                    <a:pt x="834161" y="1016368"/>
                  </a:lnTo>
                  <a:close/>
                </a:path>
                <a:path w="834390" h="1259204">
                  <a:moveTo>
                    <a:pt x="834161" y="948613"/>
                  </a:moveTo>
                  <a:lnTo>
                    <a:pt x="719086" y="948613"/>
                  </a:lnTo>
                  <a:lnTo>
                    <a:pt x="719086" y="988148"/>
                  </a:lnTo>
                  <a:lnTo>
                    <a:pt x="834161" y="988148"/>
                  </a:lnTo>
                  <a:lnTo>
                    <a:pt x="834161" y="948613"/>
                  </a:lnTo>
                  <a:close/>
                </a:path>
                <a:path w="834390" h="1259204">
                  <a:moveTo>
                    <a:pt x="834161" y="880859"/>
                  </a:moveTo>
                  <a:lnTo>
                    <a:pt x="719086" y="880859"/>
                  </a:lnTo>
                  <a:lnTo>
                    <a:pt x="719086" y="920394"/>
                  </a:lnTo>
                  <a:lnTo>
                    <a:pt x="834161" y="920394"/>
                  </a:lnTo>
                  <a:lnTo>
                    <a:pt x="834161" y="880859"/>
                  </a:lnTo>
                  <a:close/>
                </a:path>
                <a:path w="834390" h="1259204">
                  <a:moveTo>
                    <a:pt x="834161" y="813104"/>
                  </a:moveTo>
                  <a:lnTo>
                    <a:pt x="719086" y="813104"/>
                  </a:lnTo>
                  <a:lnTo>
                    <a:pt x="719086" y="852639"/>
                  </a:lnTo>
                  <a:lnTo>
                    <a:pt x="834161" y="852639"/>
                  </a:lnTo>
                  <a:lnTo>
                    <a:pt x="834161" y="813104"/>
                  </a:lnTo>
                  <a:close/>
                </a:path>
                <a:path w="834390" h="1259204">
                  <a:moveTo>
                    <a:pt x="834161" y="745350"/>
                  </a:moveTo>
                  <a:lnTo>
                    <a:pt x="719086" y="745350"/>
                  </a:lnTo>
                  <a:lnTo>
                    <a:pt x="719086" y="784885"/>
                  </a:lnTo>
                  <a:lnTo>
                    <a:pt x="834161" y="784885"/>
                  </a:lnTo>
                  <a:lnTo>
                    <a:pt x="834161" y="745350"/>
                  </a:lnTo>
                  <a:close/>
                </a:path>
                <a:path w="834390" h="1259204">
                  <a:moveTo>
                    <a:pt x="834161" y="677583"/>
                  </a:moveTo>
                  <a:lnTo>
                    <a:pt x="719086" y="677583"/>
                  </a:lnTo>
                  <a:lnTo>
                    <a:pt x="719086" y="717130"/>
                  </a:lnTo>
                  <a:lnTo>
                    <a:pt x="834161" y="717130"/>
                  </a:lnTo>
                  <a:lnTo>
                    <a:pt x="834161" y="677583"/>
                  </a:lnTo>
                  <a:close/>
                </a:path>
                <a:path w="834390" h="1259204">
                  <a:moveTo>
                    <a:pt x="834161" y="609828"/>
                  </a:moveTo>
                  <a:lnTo>
                    <a:pt x="719086" y="609828"/>
                  </a:lnTo>
                  <a:lnTo>
                    <a:pt x="719086" y="649363"/>
                  </a:lnTo>
                  <a:lnTo>
                    <a:pt x="834161" y="649363"/>
                  </a:lnTo>
                  <a:lnTo>
                    <a:pt x="834161" y="609828"/>
                  </a:lnTo>
                  <a:close/>
                </a:path>
                <a:path w="834390" h="1259204">
                  <a:moveTo>
                    <a:pt x="834161" y="542061"/>
                  </a:moveTo>
                  <a:lnTo>
                    <a:pt x="719086" y="542061"/>
                  </a:lnTo>
                  <a:lnTo>
                    <a:pt x="719086" y="581596"/>
                  </a:lnTo>
                  <a:lnTo>
                    <a:pt x="834161" y="581596"/>
                  </a:lnTo>
                  <a:lnTo>
                    <a:pt x="834161" y="542061"/>
                  </a:lnTo>
                  <a:close/>
                </a:path>
                <a:path w="834390" h="1259204">
                  <a:moveTo>
                    <a:pt x="834161" y="474306"/>
                  </a:moveTo>
                  <a:lnTo>
                    <a:pt x="719086" y="474306"/>
                  </a:lnTo>
                  <a:lnTo>
                    <a:pt x="719086" y="513842"/>
                  </a:lnTo>
                  <a:lnTo>
                    <a:pt x="834161" y="513842"/>
                  </a:lnTo>
                  <a:lnTo>
                    <a:pt x="834161" y="474306"/>
                  </a:lnTo>
                  <a:close/>
                </a:path>
                <a:path w="834390" h="1259204">
                  <a:moveTo>
                    <a:pt x="834161" y="406552"/>
                  </a:moveTo>
                  <a:lnTo>
                    <a:pt x="719086" y="406552"/>
                  </a:lnTo>
                  <a:lnTo>
                    <a:pt x="719086" y="446087"/>
                  </a:lnTo>
                  <a:lnTo>
                    <a:pt x="834161" y="446087"/>
                  </a:lnTo>
                  <a:lnTo>
                    <a:pt x="834161" y="406552"/>
                  </a:lnTo>
                  <a:close/>
                </a:path>
                <a:path w="834390" h="1259204">
                  <a:moveTo>
                    <a:pt x="834161" y="338785"/>
                  </a:moveTo>
                  <a:lnTo>
                    <a:pt x="719086" y="338785"/>
                  </a:lnTo>
                  <a:lnTo>
                    <a:pt x="719086" y="378333"/>
                  </a:lnTo>
                  <a:lnTo>
                    <a:pt x="834161" y="378333"/>
                  </a:lnTo>
                  <a:lnTo>
                    <a:pt x="834161" y="338785"/>
                  </a:lnTo>
                  <a:close/>
                </a:path>
                <a:path w="834390" h="1259204">
                  <a:moveTo>
                    <a:pt x="834161" y="271030"/>
                  </a:moveTo>
                  <a:lnTo>
                    <a:pt x="719086" y="271030"/>
                  </a:lnTo>
                  <a:lnTo>
                    <a:pt x="719086" y="310578"/>
                  </a:lnTo>
                  <a:lnTo>
                    <a:pt x="834161" y="310578"/>
                  </a:lnTo>
                  <a:lnTo>
                    <a:pt x="834161" y="271030"/>
                  </a:lnTo>
                  <a:close/>
                </a:path>
                <a:path w="834390" h="1259204">
                  <a:moveTo>
                    <a:pt x="834161" y="203276"/>
                  </a:moveTo>
                  <a:lnTo>
                    <a:pt x="719086" y="203276"/>
                  </a:lnTo>
                  <a:lnTo>
                    <a:pt x="719086" y="242811"/>
                  </a:lnTo>
                  <a:lnTo>
                    <a:pt x="834161" y="242811"/>
                  </a:lnTo>
                  <a:lnTo>
                    <a:pt x="834161" y="203276"/>
                  </a:lnTo>
                  <a:close/>
                </a:path>
                <a:path w="834390" h="1259204">
                  <a:moveTo>
                    <a:pt x="834161" y="135521"/>
                  </a:moveTo>
                  <a:lnTo>
                    <a:pt x="719086" y="135521"/>
                  </a:lnTo>
                  <a:lnTo>
                    <a:pt x="719086" y="175056"/>
                  </a:lnTo>
                  <a:lnTo>
                    <a:pt x="834161" y="175056"/>
                  </a:lnTo>
                  <a:lnTo>
                    <a:pt x="834161" y="135521"/>
                  </a:lnTo>
                  <a:close/>
                </a:path>
                <a:path w="834390" h="1259204">
                  <a:moveTo>
                    <a:pt x="834161" y="67767"/>
                  </a:moveTo>
                  <a:lnTo>
                    <a:pt x="719086" y="67767"/>
                  </a:lnTo>
                  <a:lnTo>
                    <a:pt x="719086" y="107302"/>
                  </a:lnTo>
                  <a:lnTo>
                    <a:pt x="834161" y="107302"/>
                  </a:lnTo>
                  <a:lnTo>
                    <a:pt x="834161" y="67767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 descr=""/>
            <p:cNvSpPr/>
            <p:nvPr/>
          </p:nvSpPr>
          <p:spPr>
            <a:xfrm>
              <a:off x="9401149" y="6923512"/>
              <a:ext cx="834390" cy="1191895"/>
            </a:xfrm>
            <a:custGeom>
              <a:avLst/>
              <a:gdLst/>
              <a:ahLst/>
              <a:cxnLst/>
              <a:rect l="l" t="t" r="r" b="b"/>
              <a:pathLst>
                <a:path w="834390" h="1191895">
                  <a:moveTo>
                    <a:pt x="82575" y="1084135"/>
                  </a:moveTo>
                  <a:lnTo>
                    <a:pt x="0" y="1084135"/>
                  </a:lnTo>
                  <a:lnTo>
                    <a:pt x="0" y="1123670"/>
                  </a:lnTo>
                  <a:lnTo>
                    <a:pt x="82575" y="1123670"/>
                  </a:lnTo>
                  <a:lnTo>
                    <a:pt x="82575" y="1084135"/>
                  </a:lnTo>
                  <a:close/>
                </a:path>
                <a:path w="834390" h="1191895">
                  <a:moveTo>
                    <a:pt x="82575" y="1016381"/>
                  </a:moveTo>
                  <a:lnTo>
                    <a:pt x="0" y="1016381"/>
                  </a:lnTo>
                  <a:lnTo>
                    <a:pt x="0" y="1055916"/>
                  </a:lnTo>
                  <a:lnTo>
                    <a:pt x="82575" y="1055916"/>
                  </a:lnTo>
                  <a:lnTo>
                    <a:pt x="82575" y="1016381"/>
                  </a:lnTo>
                  <a:close/>
                </a:path>
                <a:path w="834390" h="1191895">
                  <a:moveTo>
                    <a:pt x="82575" y="948626"/>
                  </a:moveTo>
                  <a:lnTo>
                    <a:pt x="0" y="948626"/>
                  </a:lnTo>
                  <a:lnTo>
                    <a:pt x="0" y="988161"/>
                  </a:lnTo>
                  <a:lnTo>
                    <a:pt x="82575" y="988161"/>
                  </a:lnTo>
                  <a:lnTo>
                    <a:pt x="82575" y="948626"/>
                  </a:lnTo>
                  <a:close/>
                </a:path>
                <a:path w="834390" h="1191895">
                  <a:moveTo>
                    <a:pt x="82575" y="880859"/>
                  </a:moveTo>
                  <a:lnTo>
                    <a:pt x="0" y="880859"/>
                  </a:lnTo>
                  <a:lnTo>
                    <a:pt x="0" y="920407"/>
                  </a:lnTo>
                  <a:lnTo>
                    <a:pt x="82575" y="920407"/>
                  </a:lnTo>
                  <a:lnTo>
                    <a:pt x="82575" y="880859"/>
                  </a:lnTo>
                  <a:close/>
                </a:path>
                <a:path w="834390" h="1191895">
                  <a:moveTo>
                    <a:pt x="82575" y="813104"/>
                  </a:moveTo>
                  <a:lnTo>
                    <a:pt x="0" y="813104"/>
                  </a:lnTo>
                  <a:lnTo>
                    <a:pt x="0" y="852639"/>
                  </a:lnTo>
                  <a:lnTo>
                    <a:pt x="82575" y="852639"/>
                  </a:lnTo>
                  <a:lnTo>
                    <a:pt x="82575" y="813104"/>
                  </a:lnTo>
                  <a:close/>
                </a:path>
                <a:path w="834390" h="1191895">
                  <a:moveTo>
                    <a:pt x="82575" y="745337"/>
                  </a:moveTo>
                  <a:lnTo>
                    <a:pt x="0" y="745337"/>
                  </a:lnTo>
                  <a:lnTo>
                    <a:pt x="0" y="784872"/>
                  </a:lnTo>
                  <a:lnTo>
                    <a:pt x="82575" y="784872"/>
                  </a:lnTo>
                  <a:lnTo>
                    <a:pt x="82575" y="745337"/>
                  </a:lnTo>
                  <a:close/>
                </a:path>
                <a:path w="834390" h="1191895">
                  <a:moveTo>
                    <a:pt x="82575" y="677583"/>
                  </a:moveTo>
                  <a:lnTo>
                    <a:pt x="0" y="677583"/>
                  </a:lnTo>
                  <a:lnTo>
                    <a:pt x="0" y="717118"/>
                  </a:lnTo>
                  <a:lnTo>
                    <a:pt x="82575" y="717118"/>
                  </a:lnTo>
                  <a:lnTo>
                    <a:pt x="82575" y="677583"/>
                  </a:lnTo>
                  <a:close/>
                </a:path>
                <a:path w="834390" h="1191895">
                  <a:moveTo>
                    <a:pt x="82575" y="609828"/>
                  </a:moveTo>
                  <a:lnTo>
                    <a:pt x="0" y="609828"/>
                  </a:lnTo>
                  <a:lnTo>
                    <a:pt x="0" y="649363"/>
                  </a:lnTo>
                  <a:lnTo>
                    <a:pt x="82575" y="649363"/>
                  </a:lnTo>
                  <a:lnTo>
                    <a:pt x="82575" y="609828"/>
                  </a:lnTo>
                  <a:close/>
                </a:path>
                <a:path w="834390" h="1191895">
                  <a:moveTo>
                    <a:pt x="82575" y="542061"/>
                  </a:moveTo>
                  <a:lnTo>
                    <a:pt x="0" y="542061"/>
                  </a:lnTo>
                  <a:lnTo>
                    <a:pt x="0" y="581609"/>
                  </a:lnTo>
                  <a:lnTo>
                    <a:pt x="82575" y="581609"/>
                  </a:lnTo>
                  <a:lnTo>
                    <a:pt x="82575" y="542061"/>
                  </a:lnTo>
                  <a:close/>
                </a:path>
                <a:path w="834390" h="1191895">
                  <a:moveTo>
                    <a:pt x="82575" y="474306"/>
                  </a:moveTo>
                  <a:lnTo>
                    <a:pt x="0" y="474306"/>
                  </a:lnTo>
                  <a:lnTo>
                    <a:pt x="0" y="513842"/>
                  </a:lnTo>
                  <a:lnTo>
                    <a:pt x="82575" y="513842"/>
                  </a:lnTo>
                  <a:lnTo>
                    <a:pt x="82575" y="474306"/>
                  </a:lnTo>
                  <a:close/>
                </a:path>
                <a:path w="834390" h="1191895">
                  <a:moveTo>
                    <a:pt x="82575" y="406552"/>
                  </a:moveTo>
                  <a:lnTo>
                    <a:pt x="0" y="406552"/>
                  </a:lnTo>
                  <a:lnTo>
                    <a:pt x="0" y="446087"/>
                  </a:lnTo>
                  <a:lnTo>
                    <a:pt x="82575" y="446087"/>
                  </a:lnTo>
                  <a:lnTo>
                    <a:pt x="82575" y="406552"/>
                  </a:lnTo>
                  <a:close/>
                </a:path>
                <a:path w="834390" h="1191895">
                  <a:moveTo>
                    <a:pt x="82575" y="338797"/>
                  </a:moveTo>
                  <a:lnTo>
                    <a:pt x="0" y="338797"/>
                  </a:lnTo>
                  <a:lnTo>
                    <a:pt x="0" y="378333"/>
                  </a:lnTo>
                  <a:lnTo>
                    <a:pt x="82575" y="378333"/>
                  </a:lnTo>
                  <a:lnTo>
                    <a:pt x="82575" y="338797"/>
                  </a:lnTo>
                  <a:close/>
                </a:path>
                <a:path w="834390" h="1191895">
                  <a:moveTo>
                    <a:pt x="82575" y="271043"/>
                  </a:moveTo>
                  <a:lnTo>
                    <a:pt x="0" y="271043"/>
                  </a:lnTo>
                  <a:lnTo>
                    <a:pt x="0" y="310578"/>
                  </a:lnTo>
                  <a:lnTo>
                    <a:pt x="82575" y="310578"/>
                  </a:lnTo>
                  <a:lnTo>
                    <a:pt x="82575" y="271043"/>
                  </a:lnTo>
                  <a:close/>
                </a:path>
                <a:path w="834390" h="1191895">
                  <a:moveTo>
                    <a:pt x="82575" y="203276"/>
                  </a:moveTo>
                  <a:lnTo>
                    <a:pt x="0" y="203276"/>
                  </a:lnTo>
                  <a:lnTo>
                    <a:pt x="0" y="242824"/>
                  </a:lnTo>
                  <a:lnTo>
                    <a:pt x="82575" y="242824"/>
                  </a:lnTo>
                  <a:lnTo>
                    <a:pt x="82575" y="203276"/>
                  </a:lnTo>
                  <a:close/>
                </a:path>
                <a:path w="834390" h="1191895">
                  <a:moveTo>
                    <a:pt x="82575" y="135521"/>
                  </a:moveTo>
                  <a:lnTo>
                    <a:pt x="0" y="135521"/>
                  </a:lnTo>
                  <a:lnTo>
                    <a:pt x="0" y="175056"/>
                  </a:lnTo>
                  <a:lnTo>
                    <a:pt x="82575" y="175056"/>
                  </a:lnTo>
                  <a:lnTo>
                    <a:pt x="82575" y="135521"/>
                  </a:lnTo>
                  <a:close/>
                </a:path>
                <a:path w="834390" h="1191895">
                  <a:moveTo>
                    <a:pt x="82575" y="67754"/>
                  </a:moveTo>
                  <a:lnTo>
                    <a:pt x="0" y="67754"/>
                  </a:lnTo>
                  <a:lnTo>
                    <a:pt x="0" y="107289"/>
                  </a:lnTo>
                  <a:lnTo>
                    <a:pt x="82575" y="107289"/>
                  </a:lnTo>
                  <a:lnTo>
                    <a:pt x="82575" y="67754"/>
                  </a:lnTo>
                  <a:close/>
                </a:path>
                <a:path w="834390" h="1191895">
                  <a:moveTo>
                    <a:pt x="82575" y="0"/>
                  </a:moveTo>
                  <a:lnTo>
                    <a:pt x="0" y="0"/>
                  </a:lnTo>
                  <a:lnTo>
                    <a:pt x="0" y="39535"/>
                  </a:lnTo>
                  <a:lnTo>
                    <a:pt x="82575" y="39535"/>
                  </a:lnTo>
                  <a:lnTo>
                    <a:pt x="82575" y="0"/>
                  </a:lnTo>
                  <a:close/>
                </a:path>
                <a:path w="834390" h="1191895">
                  <a:moveTo>
                    <a:pt x="442671" y="1151890"/>
                  </a:moveTo>
                  <a:lnTo>
                    <a:pt x="327583" y="1151890"/>
                  </a:lnTo>
                  <a:lnTo>
                    <a:pt x="245008" y="1151890"/>
                  </a:lnTo>
                  <a:lnTo>
                    <a:pt x="245008" y="1191425"/>
                  </a:lnTo>
                  <a:lnTo>
                    <a:pt x="327583" y="1191425"/>
                  </a:lnTo>
                  <a:lnTo>
                    <a:pt x="442671" y="1191425"/>
                  </a:lnTo>
                  <a:lnTo>
                    <a:pt x="442671" y="1151890"/>
                  </a:lnTo>
                  <a:close/>
                </a:path>
                <a:path w="834390" h="1191895">
                  <a:moveTo>
                    <a:pt x="442671" y="1084135"/>
                  </a:moveTo>
                  <a:lnTo>
                    <a:pt x="327583" y="1084135"/>
                  </a:lnTo>
                  <a:lnTo>
                    <a:pt x="245008" y="1084135"/>
                  </a:lnTo>
                  <a:lnTo>
                    <a:pt x="245008" y="1123670"/>
                  </a:lnTo>
                  <a:lnTo>
                    <a:pt x="327583" y="1123670"/>
                  </a:lnTo>
                  <a:lnTo>
                    <a:pt x="442671" y="1123670"/>
                  </a:lnTo>
                  <a:lnTo>
                    <a:pt x="442671" y="1084135"/>
                  </a:lnTo>
                  <a:close/>
                </a:path>
                <a:path w="834390" h="1191895">
                  <a:moveTo>
                    <a:pt x="442671" y="1016381"/>
                  </a:moveTo>
                  <a:lnTo>
                    <a:pt x="327583" y="1016381"/>
                  </a:lnTo>
                  <a:lnTo>
                    <a:pt x="245008" y="1016381"/>
                  </a:lnTo>
                  <a:lnTo>
                    <a:pt x="245008" y="1055916"/>
                  </a:lnTo>
                  <a:lnTo>
                    <a:pt x="327583" y="1055916"/>
                  </a:lnTo>
                  <a:lnTo>
                    <a:pt x="442671" y="1055916"/>
                  </a:lnTo>
                  <a:lnTo>
                    <a:pt x="442671" y="1016381"/>
                  </a:lnTo>
                  <a:close/>
                </a:path>
                <a:path w="834390" h="1191895">
                  <a:moveTo>
                    <a:pt x="442671" y="948626"/>
                  </a:moveTo>
                  <a:lnTo>
                    <a:pt x="327583" y="948626"/>
                  </a:lnTo>
                  <a:lnTo>
                    <a:pt x="245008" y="948626"/>
                  </a:lnTo>
                  <a:lnTo>
                    <a:pt x="245008" y="988161"/>
                  </a:lnTo>
                  <a:lnTo>
                    <a:pt x="327583" y="988161"/>
                  </a:lnTo>
                  <a:lnTo>
                    <a:pt x="442671" y="988161"/>
                  </a:lnTo>
                  <a:lnTo>
                    <a:pt x="442671" y="948626"/>
                  </a:lnTo>
                  <a:close/>
                </a:path>
                <a:path w="834390" h="1191895">
                  <a:moveTo>
                    <a:pt x="442671" y="880859"/>
                  </a:moveTo>
                  <a:lnTo>
                    <a:pt x="327583" y="880859"/>
                  </a:lnTo>
                  <a:lnTo>
                    <a:pt x="245008" y="880859"/>
                  </a:lnTo>
                  <a:lnTo>
                    <a:pt x="245008" y="920407"/>
                  </a:lnTo>
                  <a:lnTo>
                    <a:pt x="327583" y="920407"/>
                  </a:lnTo>
                  <a:lnTo>
                    <a:pt x="442671" y="920407"/>
                  </a:lnTo>
                  <a:lnTo>
                    <a:pt x="442671" y="880859"/>
                  </a:lnTo>
                  <a:close/>
                </a:path>
                <a:path w="834390" h="1191895">
                  <a:moveTo>
                    <a:pt x="442671" y="813104"/>
                  </a:moveTo>
                  <a:lnTo>
                    <a:pt x="327583" y="813104"/>
                  </a:lnTo>
                  <a:lnTo>
                    <a:pt x="245008" y="813104"/>
                  </a:lnTo>
                  <a:lnTo>
                    <a:pt x="245008" y="852639"/>
                  </a:lnTo>
                  <a:lnTo>
                    <a:pt x="327583" y="852639"/>
                  </a:lnTo>
                  <a:lnTo>
                    <a:pt x="442671" y="852639"/>
                  </a:lnTo>
                  <a:lnTo>
                    <a:pt x="442671" y="813104"/>
                  </a:lnTo>
                  <a:close/>
                </a:path>
                <a:path w="834390" h="1191895">
                  <a:moveTo>
                    <a:pt x="442671" y="745337"/>
                  </a:moveTo>
                  <a:lnTo>
                    <a:pt x="327583" y="745337"/>
                  </a:lnTo>
                  <a:lnTo>
                    <a:pt x="245008" y="745337"/>
                  </a:lnTo>
                  <a:lnTo>
                    <a:pt x="245008" y="784872"/>
                  </a:lnTo>
                  <a:lnTo>
                    <a:pt x="327583" y="784872"/>
                  </a:lnTo>
                  <a:lnTo>
                    <a:pt x="442671" y="784872"/>
                  </a:lnTo>
                  <a:lnTo>
                    <a:pt x="442671" y="745337"/>
                  </a:lnTo>
                  <a:close/>
                </a:path>
                <a:path w="834390" h="1191895">
                  <a:moveTo>
                    <a:pt x="442671" y="677583"/>
                  </a:moveTo>
                  <a:lnTo>
                    <a:pt x="327583" y="677583"/>
                  </a:lnTo>
                  <a:lnTo>
                    <a:pt x="245008" y="677583"/>
                  </a:lnTo>
                  <a:lnTo>
                    <a:pt x="245008" y="717118"/>
                  </a:lnTo>
                  <a:lnTo>
                    <a:pt x="327583" y="717118"/>
                  </a:lnTo>
                  <a:lnTo>
                    <a:pt x="442671" y="717118"/>
                  </a:lnTo>
                  <a:lnTo>
                    <a:pt x="442671" y="677583"/>
                  </a:lnTo>
                  <a:close/>
                </a:path>
                <a:path w="834390" h="1191895">
                  <a:moveTo>
                    <a:pt x="442671" y="609828"/>
                  </a:moveTo>
                  <a:lnTo>
                    <a:pt x="327583" y="609828"/>
                  </a:lnTo>
                  <a:lnTo>
                    <a:pt x="245008" y="609828"/>
                  </a:lnTo>
                  <a:lnTo>
                    <a:pt x="245008" y="649363"/>
                  </a:lnTo>
                  <a:lnTo>
                    <a:pt x="327583" y="649363"/>
                  </a:lnTo>
                  <a:lnTo>
                    <a:pt x="442671" y="649363"/>
                  </a:lnTo>
                  <a:lnTo>
                    <a:pt x="442671" y="609828"/>
                  </a:lnTo>
                  <a:close/>
                </a:path>
                <a:path w="834390" h="1191895">
                  <a:moveTo>
                    <a:pt x="442671" y="542061"/>
                  </a:moveTo>
                  <a:lnTo>
                    <a:pt x="327583" y="542061"/>
                  </a:lnTo>
                  <a:lnTo>
                    <a:pt x="245008" y="542061"/>
                  </a:lnTo>
                  <a:lnTo>
                    <a:pt x="245008" y="581609"/>
                  </a:lnTo>
                  <a:lnTo>
                    <a:pt x="327583" y="581609"/>
                  </a:lnTo>
                  <a:lnTo>
                    <a:pt x="442671" y="581609"/>
                  </a:lnTo>
                  <a:lnTo>
                    <a:pt x="442671" y="542061"/>
                  </a:lnTo>
                  <a:close/>
                </a:path>
                <a:path w="834390" h="1191895">
                  <a:moveTo>
                    <a:pt x="442671" y="474306"/>
                  </a:moveTo>
                  <a:lnTo>
                    <a:pt x="327583" y="474306"/>
                  </a:lnTo>
                  <a:lnTo>
                    <a:pt x="245008" y="474306"/>
                  </a:lnTo>
                  <a:lnTo>
                    <a:pt x="245008" y="513842"/>
                  </a:lnTo>
                  <a:lnTo>
                    <a:pt x="327583" y="513842"/>
                  </a:lnTo>
                  <a:lnTo>
                    <a:pt x="442671" y="513842"/>
                  </a:lnTo>
                  <a:lnTo>
                    <a:pt x="442671" y="474306"/>
                  </a:lnTo>
                  <a:close/>
                </a:path>
                <a:path w="834390" h="1191895">
                  <a:moveTo>
                    <a:pt x="442671" y="406552"/>
                  </a:moveTo>
                  <a:lnTo>
                    <a:pt x="327583" y="406552"/>
                  </a:lnTo>
                  <a:lnTo>
                    <a:pt x="245008" y="406552"/>
                  </a:lnTo>
                  <a:lnTo>
                    <a:pt x="245008" y="446087"/>
                  </a:lnTo>
                  <a:lnTo>
                    <a:pt x="327583" y="446087"/>
                  </a:lnTo>
                  <a:lnTo>
                    <a:pt x="442671" y="446087"/>
                  </a:lnTo>
                  <a:lnTo>
                    <a:pt x="442671" y="406552"/>
                  </a:lnTo>
                  <a:close/>
                </a:path>
                <a:path w="834390" h="1191895">
                  <a:moveTo>
                    <a:pt x="442671" y="338797"/>
                  </a:moveTo>
                  <a:lnTo>
                    <a:pt x="327583" y="338797"/>
                  </a:lnTo>
                  <a:lnTo>
                    <a:pt x="245008" y="338797"/>
                  </a:lnTo>
                  <a:lnTo>
                    <a:pt x="245008" y="378333"/>
                  </a:lnTo>
                  <a:lnTo>
                    <a:pt x="327583" y="378333"/>
                  </a:lnTo>
                  <a:lnTo>
                    <a:pt x="442671" y="378333"/>
                  </a:lnTo>
                  <a:lnTo>
                    <a:pt x="442671" y="338797"/>
                  </a:lnTo>
                  <a:close/>
                </a:path>
                <a:path w="834390" h="1191895">
                  <a:moveTo>
                    <a:pt x="442671" y="271043"/>
                  </a:moveTo>
                  <a:lnTo>
                    <a:pt x="327583" y="271043"/>
                  </a:lnTo>
                  <a:lnTo>
                    <a:pt x="245008" y="271043"/>
                  </a:lnTo>
                  <a:lnTo>
                    <a:pt x="245008" y="310578"/>
                  </a:lnTo>
                  <a:lnTo>
                    <a:pt x="327583" y="310578"/>
                  </a:lnTo>
                  <a:lnTo>
                    <a:pt x="442671" y="310578"/>
                  </a:lnTo>
                  <a:lnTo>
                    <a:pt x="442671" y="271043"/>
                  </a:lnTo>
                  <a:close/>
                </a:path>
                <a:path w="834390" h="1191895">
                  <a:moveTo>
                    <a:pt x="442671" y="203276"/>
                  </a:moveTo>
                  <a:lnTo>
                    <a:pt x="327583" y="203276"/>
                  </a:lnTo>
                  <a:lnTo>
                    <a:pt x="245008" y="203276"/>
                  </a:lnTo>
                  <a:lnTo>
                    <a:pt x="245008" y="242824"/>
                  </a:lnTo>
                  <a:lnTo>
                    <a:pt x="327583" y="242824"/>
                  </a:lnTo>
                  <a:lnTo>
                    <a:pt x="442671" y="242824"/>
                  </a:lnTo>
                  <a:lnTo>
                    <a:pt x="442671" y="203276"/>
                  </a:lnTo>
                  <a:close/>
                </a:path>
                <a:path w="834390" h="1191895">
                  <a:moveTo>
                    <a:pt x="442671" y="135521"/>
                  </a:moveTo>
                  <a:lnTo>
                    <a:pt x="327583" y="135521"/>
                  </a:lnTo>
                  <a:lnTo>
                    <a:pt x="245008" y="135521"/>
                  </a:lnTo>
                  <a:lnTo>
                    <a:pt x="245008" y="175056"/>
                  </a:lnTo>
                  <a:lnTo>
                    <a:pt x="327583" y="175056"/>
                  </a:lnTo>
                  <a:lnTo>
                    <a:pt x="442671" y="175056"/>
                  </a:lnTo>
                  <a:lnTo>
                    <a:pt x="442671" y="135521"/>
                  </a:lnTo>
                  <a:close/>
                </a:path>
                <a:path w="834390" h="1191895">
                  <a:moveTo>
                    <a:pt x="442671" y="67754"/>
                  </a:moveTo>
                  <a:lnTo>
                    <a:pt x="327583" y="67754"/>
                  </a:lnTo>
                  <a:lnTo>
                    <a:pt x="245008" y="67754"/>
                  </a:lnTo>
                  <a:lnTo>
                    <a:pt x="245008" y="107289"/>
                  </a:lnTo>
                  <a:lnTo>
                    <a:pt x="327583" y="107289"/>
                  </a:lnTo>
                  <a:lnTo>
                    <a:pt x="442671" y="107289"/>
                  </a:lnTo>
                  <a:lnTo>
                    <a:pt x="442671" y="67754"/>
                  </a:lnTo>
                  <a:close/>
                </a:path>
                <a:path w="834390" h="1191895">
                  <a:moveTo>
                    <a:pt x="442671" y="0"/>
                  </a:moveTo>
                  <a:lnTo>
                    <a:pt x="327583" y="0"/>
                  </a:lnTo>
                  <a:lnTo>
                    <a:pt x="245008" y="0"/>
                  </a:lnTo>
                  <a:lnTo>
                    <a:pt x="245008" y="39535"/>
                  </a:lnTo>
                  <a:lnTo>
                    <a:pt x="327583" y="39535"/>
                  </a:lnTo>
                  <a:lnTo>
                    <a:pt x="442671" y="39535"/>
                  </a:lnTo>
                  <a:lnTo>
                    <a:pt x="442671" y="0"/>
                  </a:lnTo>
                  <a:close/>
                </a:path>
                <a:path w="834390" h="1191895">
                  <a:moveTo>
                    <a:pt x="834161" y="1151890"/>
                  </a:moveTo>
                  <a:lnTo>
                    <a:pt x="719086" y="1151890"/>
                  </a:lnTo>
                  <a:lnTo>
                    <a:pt x="719086" y="1191425"/>
                  </a:lnTo>
                  <a:lnTo>
                    <a:pt x="834161" y="1191425"/>
                  </a:lnTo>
                  <a:lnTo>
                    <a:pt x="834161" y="1151890"/>
                  </a:lnTo>
                  <a:close/>
                </a:path>
                <a:path w="834390" h="1191895">
                  <a:moveTo>
                    <a:pt x="834161" y="1084135"/>
                  </a:moveTo>
                  <a:lnTo>
                    <a:pt x="719086" y="1084135"/>
                  </a:lnTo>
                  <a:lnTo>
                    <a:pt x="719086" y="1123670"/>
                  </a:lnTo>
                  <a:lnTo>
                    <a:pt x="834161" y="1123670"/>
                  </a:lnTo>
                  <a:lnTo>
                    <a:pt x="834161" y="1084135"/>
                  </a:lnTo>
                  <a:close/>
                </a:path>
                <a:path w="834390" h="1191895">
                  <a:moveTo>
                    <a:pt x="834161" y="1016381"/>
                  </a:moveTo>
                  <a:lnTo>
                    <a:pt x="719086" y="1016381"/>
                  </a:lnTo>
                  <a:lnTo>
                    <a:pt x="719086" y="1055916"/>
                  </a:lnTo>
                  <a:lnTo>
                    <a:pt x="834161" y="1055916"/>
                  </a:lnTo>
                  <a:lnTo>
                    <a:pt x="834161" y="1016381"/>
                  </a:lnTo>
                  <a:close/>
                </a:path>
                <a:path w="834390" h="1191895">
                  <a:moveTo>
                    <a:pt x="834161" y="948626"/>
                  </a:moveTo>
                  <a:lnTo>
                    <a:pt x="719086" y="948626"/>
                  </a:lnTo>
                  <a:lnTo>
                    <a:pt x="719086" y="988161"/>
                  </a:lnTo>
                  <a:lnTo>
                    <a:pt x="834161" y="988161"/>
                  </a:lnTo>
                  <a:lnTo>
                    <a:pt x="834161" y="948626"/>
                  </a:lnTo>
                  <a:close/>
                </a:path>
                <a:path w="834390" h="1191895">
                  <a:moveTo>
                    <a:pt x="834161" y="880859"/>
                  </a:moveTo>
                  <a:lnTo>
                    <a:pt x="719086" y="880859"/>
                  </a:lnTo>
                  <a:lnTo>
                    <a:pt x="719086" y="920407"/>
                  </a:lnTo>
                  <a:lnTo>
                    <a:pt x="834161" y="920407"/>
                  </a:lnTo>
                  <a:lnTo>
                    <a:pt x="834161" y="880859"/>
                  </a:lnTo>
                  <a:close/>
                </a:path>
                <a:path w="834390" h="1191895">
                  <a:moveTo>
                    <a:pt x="834161" y="813104"/>
                  </a:moveTo>
                  <a:lnTo>
                    <a:pt x="719086" y="813104"/>
                  </a:lnTo>
                  <a:lnTo>
                    <a:pt x="719086" y="852639"/>
                  </a:lnTo>
                  <a:lnTo>
                    <a:pt x="834161" y="852639"/>
                  </a:lnTo>
                  <a:lnTo>
                    <a:pt x="834161" y="813104"/>
                  </a:lnTo>
                  <a:close/>
                </a:path>
                <a:path w="834390" h="1191895">
                  <a:moveTo>
                    <a:pt x="834161" y="745337"/>
                  </a:moveTo>
                  <a:lnTo>
                    <a:pt x="719086" y="745337"/>
                  </a:lnTo>
                  <a:lnTo>
                    <a:pt x="719086" y="784872"/>
                  </a:lnTo>
                  <a:lnTo>
                    <a:pt x="834161" y="784872"/>
                  </a:lnTo>
                  <a:lnTo>
                    <a:pt x="834161" y="745337"/>
                  </a:lnTo>
                  <a:close/>
                </a:path>
                <a:path w="834390" h="1191895">
                  <a:moveTo>
                    <a:pt x="834161" y="677583"/>
                  </a:moveTo>
                  <a:lnTo>
                    <a:pt x="719086" y="677583"/>
                  </a:lnTo>
                  <a:lnTo>
                    <a:pt x="719086" y="717118"/>
                  </a:lnTo>
                  <a:lnTo>
                    <a:pt x="834161" y="717118"/>
                  </a:lnTo>
                  <a:lnTo>
                    <a:pt x="834161" y="677583"/>
                  </a:lnTo>
                  <a:close/>
                </a:path>
                <a:path w="834390" h="1191895">
                  <a:moveTo>
                    <a:pt x="834161" y="609828"/>
                  </a:moveTo>
                  <a:lnTo>
                    <a:pt x="719086" y="609828"/>
                  </a:lnTo>
                  <a:lnTo>
                    <a:pt x="719086" y="649363"/>
                  </a:lnTo>
                  <a:lnTo>
                    <a:pt x="834161" y="649363"/>
                  </a:lnTo>
                  <a:lnTo>
                    <a:pt x="834161" y="609828"/>
                  </a:lnTo>
                  <a:close/>
                </a:path>
                <a:path w="834390" h="1191895">
                  <a:moveTo>
                    <a:pt x="834161" y="542061"/>
                  </a:moveTo>
                  <a:lnTo>
                    <a:pt x="719086" y="542061"/>
                  </a:lnTo>
                  <a:lnTo>
                    <a:pt x="719086" y="581609"/>
                  </a:lnTo>
                  <a:lnTo>
                    <a:pt x="834161" y="581609"/>
                  </a:lnTo>
                  <a:lnTo>
                    <a:pt x="834161" y="542061"/>
                  </a:lnTo>
                  <a:close/>
                </a:path>
                <a:path w="834390" h="1191895">
                  <a:moveTo>
                    <a:pt x="834161" y="474306"/>
                  </a:moveTo>
                  <a:lnTo>
                    <a:pt x="719086" y="474306"/>
                  </a:lnTo>
                  <a:lnTo>
                    <a:pt x="719086" y="513842"/>
                  </a:lnTo>
                  <a:lnTo>
                    <a:pt x="834161" y="513842"/>
                  </a:lnTo>
                  <a:lnTo>
                    <a:pt x="834161" y="474306"/>
                  </a:lnTo>
                  <a:close/>
                </a:path>
                <a:path w="834390" h="1191895">
                  <a:moveTo>
                    <a:pt x="834161" y="406552"/>
                  </a:moveTo>
                  <a:lnTo>
                    <a:pt x="719086" y="406552"/>
                  </a:lnTo>
                  <a:lnTo>
                    <a:pt x="719086" y="446087"/>
                  </a:lnTo>
                  <a:lnTo>
                    <a:pt x="834161" y="446087"/>
                  </a:lnTo>
                  <a:lnTo>
                    <a:pt x="834161" y="406552"/>
                  </a:lnTo>
                  <a:close/>
                </a:path>
                <a:path w="834390" h="1191895">
                  <a:moveTo>
                    <a:pt x="834161" y="338797"/>
                  </a:moveTo>
                  <a:lnTo>
                    <a:pt x="719086" y="338797"/>
                  </a:lnTo>
                  <a:lnTo>
                    <a:pt x="719086" y="378333"/>
                  </a:lnTo>
                  <a:lnTo>
                    <a:pt x="834161" y="378333"/>
                  </a:lnTo>
                  <a:lnTo>
                    <a:pt x="834161" y="338797"/>
                  </a:lnTo>
                  <a:close/>
                </a:path>
                <a:path w="834390" h="1191895">
                  <a:moveTo>
                    <a:pt x="834161" y="271043"/>
                  </a:moveTo>
                  <a:lnTo>
                    <a:pt x="719086" y="271043"/>
                  </a:lnTo>
                  <a:lnTo>
                    <a:pt x="719086" y="310578"/>
                  </a:lnTo>
                  <a:lnTo>
                    <a:pt x="834161" y="310578"/>
                  </a:lnTo>
                  <a:lnTo>
                    <a:pt x="834161" y="271043"/>
                  </a:lnTo>
                  <a:close/>
                </a:path>
                <a:path w="834390" h="1191895">
                  <a:moveTo>
                    <a:pt x="834161" y="203276"/>
                  </a:moveTo>
                  <a:lnTo>
                    <a:pt x="719086" y="203276"/>
                  </a:lnTo>
                  <a:lnTo>
                    <a:pt x="719086" y="242824"/>
                  </a:lnTo>
                  <a:lnTo>
                    <a:pt x="834161" y="242824"/>
                  </a:lnTo>
                  <a:lnTo>
                    <a:pt x="834161" y="203276"/>
                  </a:lnTo>
                  <a:close/>
                </a:path>
                <a:path w="834390" h="1191895">
                  <a:moveTo>
                    <a:pt x="834161" y="135521"/>
                  </a:moveTo>
                  <a:lnTo>
                    <a:pt x="719086" y="135521"/>
                  </a:lnTo>
                  <a:lnTo>
                    <a:pt x="719086" y="175056"/>
                  </a:lnTo>
                  <a:lnTo>
                    <a:pt x="834161" y="175056"/>
                  </a:lnTo>
                  <a:lnTo>
                    <a:pt x="834161" y="135521"/>
                  </a:lnTo>
                  <a:close/>
                </a:path>
                <a:path w="834390" h="1191895">
                  <a:moveTo>
                    <a:pt x="834161" y="67754"/>
                  </a:moveTo>
                  <a:lnTo>
                    <a:pt x="719086" y="67754"/>
                  </a:lnTo>
                  <a:lnTo>
                    <a:pt x="719086" y="107289"/>
                  </a:lnTo>
                  <a:lnTo>
                    <a:pt x="834161" y="107289"/>
                  </a:lnTo>
                  <a:lnTo>
                    <a:pt x="834161" y="67754"/>
                  </a:lnTo>
                  <a:close/>
                </a:path>
                <a:path w="834390" h="1191895">
                  <a:moveTo>
                    <a:pt x="834161" y="0"/>
                  </a:moveTo>
                  <a:lnTo>
                    <a:pt x="719086" y="0"/>
                  </a:lnTo>
                  <a:lnTo>
                    <a:pt x="719086" y="39535"/>
                  </a:lnTo>
                  <a:lnTo>
                    <a:pt x="834161" y="39535"/>
                  </a:lnTo>
                  <a:lnTo>
                    <a:pt x="834161" y="0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 descr=""/>
            <p:cNvSpPr/>
            <p:nvPr/>
          </p:nvSpPr>
          <p:spPr>
            <a:xfrm>
              <a:off x="9401149" y="4480832"/>
              <a:ext cx="834390" cy="3837940"/>
            </a:xfrm>
            <a:custGeom>
              <a:avLst/>
              <a:gdLst/>
              <a:ahLst/>
              <a:cxnLst/>
              <a:rect l="l" t="t" r="r" b="b"/>
              <a:pathLst>
                <a:path w="834390" h="3837940">
                  <a:moveTo>
                    <a:pt x="82575" y="3797846"/>
                  </a:moveTo>
                  <a:lnTo>
                    <a:pt x="0" y="3797846"/>
                  </a:lnTo>
                  <a:lnTo>
                    <a:pt x="0" y="3837381"/>
                  </a:lnTo>
                  <a:lnTo>
                    <a:pt x="82575" y="3837381"/>
                  </a:lnTo>
                  <a:lnTo>
                    <a:pt x="82575" y="3797846"/>
                  </a:lnTo>
                  <a:close/>
                </a:path>
                <a:path w="834390" h="3837940">
                  <a:moveTo>
                    <a:pt x="82575" y="3730091"/>
                  </a:moveTo>
                  <a:lnTo>
                    <a:pt x="0" y="3730091"/>
                  </a:lnTo>
                  <a:lnTo>
                    <a:pt x="0" y="3769626"/>
                  </a:lnTo>
                  <a:lnTo>
                    <a:pt x="82575" y="3769626"/>
                  </a:lnTo>
                  <a:lnTo>
                    <a:pt x="82575" y="3730091"/>
                  </a:lnTo>
                  <a:close/>
                </a:path>
                <a:path w="834390" h="3837940">
                  <a:moveTo>
                    <a:pt x="82575" y="3662324"/>
                  </a:moveTo>
                  <a:lnTo>
                    <a:pt x="0" y="3662324"/>
                  </a:lnTo>
                  <a:lnTo>
                    <a:pt x="0" y="3701872"/>
                  </a:lnTo>
                  <a:lnTo>
                    <a:pt x="82575" y="3701872"/>
                  </a:lnTo>
                  <a:lnTo>
                    <a:pt x="82575" y="3662324"/>
                  </a:lnTo>
                  <a:close/>
                </a:path>
                <a:path w="834390" h="3837940">
                  <a:moveTo>
                    <a:pt x="82575" y="3594570"/>
                  </a:moveTo>
                  <a:lnTo>
                    <a:pt x="0" y="3594570"/>
                  </a:lnTo>
                  <a:lnTo>
                    <a:pt x="0" y="3634105"/>
                  </a:lnTo>
                  <a:lnTo>
                    <a:pt x="82575" y="3634105"/>
                  </a:lnTo>
                  <a:lnTo>
                    <a:pt x="82575" y="3594570"/>
                  </a:lnTo>
                  <a:close/>
                </a:path>
                <a:path w="834390" h="3837940">
                  <a:moveTo>
                    <a:pt x="219379" y="205854"/>
                  </a:moveTo>
                  <a:lnTo>
                    <a:pt x="111823" y="205854"/>
                  </a:lnTo>
                  <a:lnTo>
                    <a:pt x="111823" y="3837381"/>
                  </a:lnTo>
                  <a:lnTo>
                    <a:pt x="219379" y="3837381"/>
                  </a:lnTo>
                  <a:lnTo>
                    <a:pt x="219379" y="205854"/>
                  </a:lnTo>
                  <a:close/>
                </a:path>
                <a:path w="834390" h="3837940">
                  <a:moveTo>
                    <a:pt x="245008" y="73012"/>
                  </a:moveTo>
                  <a:lnTo>
                    <a:pt x="82575" y="73012"/>
                  </a:lnTo>
                  <a:lnTo>
                    <a:pt x="82575" y="138912"/>
                  </a:lnTo>
                  <a:lnTo>
                    <a:pt x="245008" y="138912"/>
                  </a:lnTo>
                  <a:lnTo>
                    <a:pt x="245008" y="73012"/>
                  </a:lnTo>
                  <a:close/>
                </a:path>
                <a:path w="834390" h="3837940">
                  <a:moveTo>
                    <a:pt x="327583" y="3594570"/>
                  </a:moveTo>
                  <a:lnTo>
                    <a:pt x="245008" y="3594570"/>
                  </a:lnTo>
                  <a:lnTo>
                    <a:pt x="245008" y="3634105"/>
                  </a:lnTo>
                  <a:lnTo>
                    <a:pt x="327583" y="3634105"/>
                  </a:lnTo>
                  <a:lnTo>
                    <a:pt x="327583" y="3594570"/>
                  </a:lnTo>
                  <a:close/>
                </a:path>
                <a:path w="834390" h="3837940">
                  <a:moveTo>
                    <a:pt x="442671" y="3797846"/>
                  </a:moveTo>
                  <a:lnTo>
                    <a:pt x="327583" y="3797846"/>
                  </a:lnTo>
                  <a:lnTo>
                    <a:pt x="245008" y="3797846"/>
                  </a:lnTo>
                  <a:lnTo>
                    <a:pt x="245008" y="3837381"/>
                  </a:lnTo>
                  <a:lnTo>
                    <a:pt x="327583" y="3837381"/>
                  </a:lnTo>
                  <a:lnTo>
                    <a:pt x="442671" y="3837381"/>
                  </a:lnTo>
                  <a:lnTo>
                    <a:pt x="442671" y="3797846"/>
                  </a:lnTo>
                  <a:close/>
                </a:path>
                <a:path w="834390" h="3837940">
                  <a:moveTo>
                    <a:pt x="442671" y="3730091"/>
                  </a:moveTo>
                  <a:lnTo>
                    <a:pt x="327583" y="3730091"/>
                  </a:lnTo>
                  <a:lnTo>
                    <a:pt x="245008" y="3730091"/>
                  </a:lnTo>
                  <a:lnTo>
                    <a:pt x="245008" y="3769626"/>
                  </a:lnTo>
                  <a:lnTo>
                    <a:pt x="327583" y="3769626"/>
                  </a:lnTo>
                  <a:lnTo>
                    <a:pt x="442671" y="3769626"/>
                  </a:lnTo>
                  <a:lnTo>
                    <a:pt x="442671" y="3730091"/>
                  </a:lnTo>
                  <a:close/>
                </a:path>
                <a:path w="834390" h="3837940">
                  <a:moveTo>
                    <a:pt x="442671" y="3662324"/>
                  </a:moveTo>
                  <a:lnTo>
                    <a:pt x="327583" y="3662324"/>
                  </a:lnTo>
                  <a:lnTo>
                    <a:pt x="245008" y="3662324"/>
                  </a:lnTo>
                  <a:lnTo>
                    <a:pt x="245008" y="3701872"/>
                  </a:lnTo>
                  <a:lnTo>
                    <a:pt x="327583" y="3701872"/>
                  </a:lnTo>
                  <a:lnTo>
                    <a:pt x="442671" y="3701872"/>
                  </a:lnTo>
                  <a:lnTo>
                    <a:pt x="442671" y="3662324"/>
                  </a:lnTo>
                  <a:close/>
                </a:path>
                <a:path w="834390" h="3837940">
                  <a:moveTo>
                    <a:pt x="671817" y="210553"/>
                  </a:moveTo>
                  <a:lnTo>
                    <a:pt x="499732" y="210553"/>
                  </a:lnTo>
                  <a:lnTo>
                    <a:pt x="499732" y="3829304"/>
                  </a:lnTo>
                  <a:lnTo>
                    <a:pt x="671817" y="3829304"/>
                  </a:lnTo>
                  <a:lnTo>
                    <a:pt x="671817" y="210553"/>
                  </a:lnTo>
                  <a:close/>
                </a:path>
                <a:path w="834390" h="3837940">
                  <a:moveTo>
                    <a:pt x="719086" y="73012"/>
                  </a:moveTo>
                  <a:lnTo>
                    <a:pt x="442671" y="73012"/>
                  </a:lnTo>
                  <a:lnTo>
                    <a:pt x="442671" y="139268"/>
                  </a:lnTo>
                  <a:lnTo>
                    <a:pt x="719086" y="139268"/>
                  </a:lnTo>
                  <a:lnTo>
                    <a:pt x="719086" y="73012"/>
                  </a:lnTo>
                  <a:close/>
                </a:path>
                <a:path w="834390" h="3837940">
                  <a:moveTo>
                    <a:pt x="754811" y="0"/>
                  </a:moveTo>
                  <a:lnTo>
                    <a:pt x="75793" y="0"/>
                  </a:lnTo>
                  <a:lnTo>
                    <a:pt x="75793" y="72961"/>
                  </a:lnTo>
                  <a:lnTo>
                    <a:pt x="754811" y="72961"/>
                  </a:lnTo>
                  <a:lnTo>
                    <a:pt x="754811" y="0"/>
                  </a:lnTo>
                  <a:close/>
                </a:path>
                <a:path w="834390" h="3837940">
                  <a:moveTo>
                    <a:pt x="834161" y="3797846"/>
                  </a:moveTo>
                  <a:lnTo>
                    <a:pt x="719086" y="3797846"/>
                  </a:lnTo>
                  <a:lnTo>
                    <a:pt x="719086" y="3837381"/>
                  </a:lnTo>
                  <a:lnTo>
                    <a:pt x="834161" y="3837381"/>
                  </a:lnTo>
                  <a:lnTo>
                    <a:pt x="834161" y="3797846"/>
                  </a:lnTo>
                  <a:close/>
                </a:path>
                <a:path w="834390" h="3837940">
                  <a:moveTo>
                    <a:pt x="834161" y="3730091"/>
                  </a:moveTo>
                  <a:lnTo>
                    <a:pt x="719086" y="3730091"/>
                  </a:lnTo>
                  <a:lnTo>
                    <a:pt x="719086" y="3769626"/>
                  </a:lnTo>
                  <a:lnTo>
                    <a:pt x="834161" y="3769626"/>
                  </a:lnTo>
                  <a:lnTo>
                    <a:pt x="834161" y="3730091"/>
                  </a:lnTo>
                  <a:close/>
                </a:path>
                <a:path w="834390" h="3837940">
                  <a:moveTo>
                    <a:pt x="834161" y="3662324"/>
                  </a:moveTo>
                  <a:lnTo>
                    <a:pt x="719086" y="3662324"/>
                  </a:lnTo>
                  <a:lnTo>
                    <a:pt x="719086" y="3701872"/>
                  </a:lnTo>
                  <a:lnTo>
                    <a:pt x="834161" y="3701872"/>
                  </a:lnTo>
                  <a:lnTo>
                    <a:pt x="834161" y="3662324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 descr=""/>
            <p:cNvSpPr/>
            <p:nvPr/>
          </p:nvSpPr>
          <p:spPr>
            <a:xfrm>
              <a:off x="9476946" y="4480827"/>
              <a:ext cx="222250" cy="73025"/>
            </a:xfrm>
            <a:custGeom>
              <a:avLst/>
              <a:gdLst/>
              <a:ahLst/>
              <a:cxnLst/>
              <a:rect l="l" t="t" r="r" b="b"/>
              <a:pathLst>
                <a:path w="222250" h="73025">
                  <a:moveTo>
                    <a:pt x="221919" y="0"/>
                  </a:moveTo>
                  <a:lnTo>
                    <a:pt x="0" y="0"/>
                  </a:lnTo>
                  <a:lnTo>
                    <a:pt x="0" y="72961"/>
                  </a:lnTo>
                  <a:lnTo>
                    <a:pt x="221919" y="72961"/>
                  </a:lnTo>
                  <a:lnTo>
                    <a:pt x="221919" y="0"/>
                  </a:lnTo>
                  <a:close/>
                </a:path>
              </a:pathLst>
            </a:custGeom>
            <a:solidFill>
              <a:srgbClr val="CDEBE6">
                <a:alpha val="51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 descr=""/>
            <p:cNvSpPr/>
            <p:nvPr/>
          </p:nvSpPr>
          <p:spPr>
            <a:xfrm>
              <a:off x="9568866" y="3943635"/>
              <a:ext cx="495300" cy="537845"/>
            </a:xfrm>
            <a:custGeom>
              <a:avLst/>
              <a:gdLst/>
              <a:ahLst/>
              <a:cxnLst/>
              <a:rect l="l" t="t" r="r" b="b"/>
              <a:pathLst>
                <a:path w="495300" h="537845">
                  <a:moveTo>
                    <a:pt x="495084" y="336245"/>
                  </a:moveTo>
                  <a:lnTo>
                    <a:pt x="426262" y="336245"/>
                  </a:lnTo>
                  <a:lnTo>
                    <a:pt x="426262" y="82080"/>
                  </a:lnTo>
                  <a:lnTo>
                    <a:pt x="56959" y="0"/>
                  </a:lnTo>
                  <a:lnTo>
                    <a:pt x="56959" y="336245"/>
                  </a:lnTo>
                  <a:lnTo>
                    <a:pt x="0" y="336245"/>
                  </a:lnTo>
                  <a:lnTo>
                    <a:pt x="0" y="537235"/>
                  </a:lnTo>
                  <a:lnTo>
                    <a:pt x="495084" y="537235"/>
                  </a:lnTo>
                  <a:lnTo>
                    <a:pt x="495084" y="336245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 descr=""/>
            <p:cNvSpPr/>
            <p:nvPr/>
          </p:nvSpPr>
          <p:spPr>
            <a:xfrm>
              <a:off x="9568869" y="3943626"/>
              <a:ext cx="217804" cy="537845"/>
            </a:xfrm>
            <a:custGeom>
              <a:avLst/>
              <a:gdLst/>
              <a:ahLst/>
              <a:cxnLst/>
              <a:rect l="l" t="t" r="r" b="b"/>
              <a:pathLst>
                <a:path w="217804" h="537845">
                  <a:moveTo>
                    <a:pt x="56961" y="0"/>
                  </a:moveTo>
                  <a:lnTo>
                    <a:pt x="56961" y="336251"/>
                  </a:lnTo>
                  <a:lnTo>
                    <a:pt x="0" y="336251"/>
                  </a:lnTo>
                  <a:lnTo>
                    <a:pt x="0" y="537250"/>
                  </a:lnTo>
                  <a:lnTo>
                    <a:pt x="156770" y="537250"/>
                  </a:lnTo>
                  <a:lnTo>
                    <a:pt x="156770" y="336597"/>
                  </a:lnTo>
                  <a:lnTo>
                    <a:pt x="217689" y="336597"/>
                  </a:lnTo>
                  <a:lnTo>
                    <a:pt x="217689" y="35789"/>
                  </a:lnTo>
                  <a:lnTo>
                    <a:pt x="56961" y="0"/>
                  </a:lnTo>
                  <a:close/>
                </a:path>
              </a:pathLst>
            </a:custGeom>
            <a:solidFill>
              <a:srgbClr val="CDEBE6">
                <a:alpha val="51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 descr=""/>
            <p:cNvSpPr/>
            <p:nvPr/>
          </p:nvSpPr>
          <p:spPr>
            <a:xfrm>
              <a:off x="9512980" y="4520400"/>
              <a:ext cx="332105" cy="3895725"/>
            </a:xfrm>
            <a:custGeom>
              <a:avLst/>
              <a:gdLst/>
              <a:ahLst/>
              <a:cxnLst/>
              <a:rect l="l" t="t" r="r" b="b"/>
              <a:pathLst>
                <a:path w="332104" h="3895725">
                  <a:moveTo>
                    <a:pt x="77400" y="0"/>
                  </a:moveTo>
                  <a:lnTo>
                    <a:pt x="0" y="0"/>
                  </a:lnTo>
                  <a:lnTo>
                    <a:pt x="1172" y="3895692"/>
                  </a:lnTo>
                  <a:lnTo>
                    <a:pt x="331560" y="3895692"/>
                  </a:lnTo>
                  <a:lnTo>
                    <a:pt x="330387" y="252987"/>
                  </a:lnTo>
                  <a:lnTo>
                    <a:pt x="326311" y="207511"/>
                  </a:lnTo>
                  <a:lnTo>
                    <a:pt x="314560" y="164710"/>
                  </a:lnTo>
                  <a:lnTo>
                    <a:pt x="295848" y="125298"/>
                  </a:lnTo>
                  <a:lnTo>
                    <a:pt x="270889" y="89989"/>
                  </a:lnTo>
                  <a:lnTo>
                    <a:pt x="240398" y="59498"/>
                  </a:lnTo>
                  <a:lnTo>
                    <a:pt x="205089" y="34539"/>
                  </a:lnTo>
                  <a:lnTo>
                    <a:pt x="165677" y="15827"/>
                  </a:lnTo>
                  <a:lnTo>
                    <a:pt x="122876" y="4075"/>
                  </a:lnTo>
                  <a:lnTo>
                    <a:pt x="77400" y="0"/>
                  </a:lnTo>
                  <a:close/>
                </a:path>
              </a:pathLst>
            </a:custGeom>
            <a:solidFill>
              <a:srgbClr val="CDEBE6">
                <a:alpha val="1535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 descr=""/>
            <p:cNvSpPr/>
            <p:nvPr/>
          </p:nvSpPr>
          <p:spPr>
            <a:xfrm>
              <a:off x="9469460" y="6382486"/>
              <a:ext cx="187325" cy="2033905"/>
            </a:xfrm>
            <a:custGeom>
              <a:avLst/>
              <a:gdLst/>
              <a:ahLst/>
              <a:cxnLst/>
              <a:rect l="l" t="t" r="r" b="b"/>
              <a:pathLst>
                <a:path w="187325" h="2033904">
                  <a:moveTo>
                    <a:pt x="187324" y="0"/>
                  </a:moveTo>
                  <a:lnTo>
                    <a:pt x="0" y="0"/>
                  </a:lnTo>
                  <a:lnTo>
                    <a:pt x="0" y="2033613"/>
                  </a:lnTo>
                  <a:lnTo>
                    <a:pt x="187324" y="2033613"/>
                  </a:lnTo>
                  <a:lnTo>
                    <a:pt x="187324" y="0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79" name="object 379" descr=""/>
          <p:cNvSpPr/>
          <p:nvPr/>
        </p:nvSpPr>
        <p:spPr>
          <a:xfrm>
            <a:off x="9161271" y="2092889"/>
            <a:ext cx="21590" cy="443230"/>
          </a:xfrm>
          <a:custGeom>
            <a:avLst/>
            <a:gdLst/>
            <a:ahLst/>
            <a:cxnLst/>
            <a:rect l="l" t="t" r="r" b="b"/>
            <a:pathLst>
              <a:path w="21590" h="443230">
                <a:moveTo>
                  <a:pt x="21517" y="0"/>
                </a:moveTo>
                <a:lnTo>
                  <a:pt x="0" y="0"/>
                </a:lnTo>
                <a:lnTo>
                  <a:pt x="0" y="443044"/>
                </a:lnTo>
                <a:lnTo>
                  <a:pt x="21517" y="443044"/>
                </a:lnTo>
                <a:lnTo>
                  <a:pt x="21517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80" name="object 380" descr=""/>
          <p:cNvSpPr/>
          <p:nvPr/>
        </p:nvSpPr>
        <p:spPr>
          <a:xfrm>
            <a:off x="9153167" y="2304270"/>
            <a:ext cx="38100" cy="110489"/>
          </a:xfrm>
          <a:custGeom>
            <a:avLst/>
            <a:gdLst/>
            <a:ahLst/>
            <a:cxnLst/>
            <a:rect l="l" t="t" r="r" b="b"/>
            <a:pathLst>
              <a:path w="38100" h="110489">
                <a:moveTo>
                  <a:pt x="32700" y="0"/>
                </a:moveTo>
                <a:lnTo>
                  <a:pt x="26501" y="0"/>
                </a:lnTo>
                <a:lnTo>
                  <a:pt x="5026" y="0"/>
                </a:lnTo>
                <a:lnTo>
                  <a:pt x="0" y="5026"/>
                </a:lnTo>
                <a:lnTo>
                  <a:pt x="0" y="110342"/>
                </a:lnTo>
                <a:lnTo>
                  <a:pt x="37737" y="110342"/>
                </a:lnTo>
                <a:lnTo>
                  <a:pt x="37737" y="5026"/>
                </a:lnTo>
                <a:lnTo>
                  <a:pt x="32700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81" name="object 381" descr=""/>
          <p:cNvGrpSpPr/>
          <p:nvPr/>
        </p:nvGrpSpPr>
        <p:grpSpPr>
          <a:xfrm>
            <a:off x="9004061" y="2398197"/>
            <a:ext cx="336550" cy="275590"/>
            <a:chOff x="9004061" y="2398197"/>
            <a:chExt cx="336550" cy="275590"/>
          </a:xfrm>
        </p:grpSpPr>
        <p:sp>
          <p:nvSpPr>
            <p:cNvPr id="382" name="object 382" descr=""/>
            <p:cNvSpPr/>
            <p:nvPr/>
          </p:nvSpPr>
          <p:spPr>
            <a:xfrm>
              <a:off x="9034487" y="2398197"/>
              <a:ext cx="275590" cy="275590"/>
            </a:xfrm>
            <a:custGeom>
              <a:avLst/>
              <a:gdLst/>
              <a:ahLst/>
              <a:cxnLst/>
              <a:rect l="l" t="t" r="r" b="b"/>
              <a:pathLst>
                <a:path w="275590" h="275589">
                  <a:moveTo>
                    <a:pt x="137545" y="0"/>
                  </a:moveTo>
                  <a:lnTo>
                    <a:pt x="94069" y="7021"/>
                  </a:lnTo>
                  <a:lnTo>
                    <a:pt x="56312" y="26573"/>
                  </a:lnTo>
                  <a:lnTo>
                    <a:pt x="26537" y="56388"/>
                  </a:lnTo>
                  <a:lnTo>
                    <a:pt x="7011" y="94198"/>
                  </a:lnTo>
                  <a:lnTo>
                    <a:pt x="0" y="137734"/>
                  </a:lnTo>
                  <a:lnTo>
                    <a:pt x="7011" y="181269"/>
                  </a:lnTo>
                  <a:lnTo>
                    <a:pt x="26537" y="219079"/>
                  </a:lnTo>
                  <a:lnTo>
                    <a:pt x="56312" y="248894"/>
                  </a:lnTo>
                  <a:lnTo>
                    <a:pt x="94069" y="268446"/>
                  </a:lnTo>
                  <a:lnTo>
                    <a:pt x="137545" y="275468"/>
                  </a:lnTo>
                  <a:lnTo>
                    <a:pt x="181022" y="268446"/>
                  </a:lnTo>
                  <a:lnTo>
                    <a:pt x="218782" y="248894"/>
                  </a:lnTo>
                  <a:lnTo>
                    <a:pt x="248560" y="219079"/>
                  </a:lnTo>
                  <a:lnTo>
                    <a:pt x="268088" y="181269"/>
                  </a:lnTo>
                  <a:lnTo>
                    <a:pt x="275101" y="137734"/>
                  </a:lnTo>
                  <a:lnTo>
                    <a:pt x="268088" y="94198"/>
                  </a:lnTo>
                  <a:lnTo>
                    <a:pt x="248560" y="56388"/>
                  </a:lnTo>
                  <a:lnTo>
                    <a:pt x="218782" y="26573"/>
                  </a:lnTo>
                  <a:lnTo>
                    <a:pt x="181022" y="7021"/>
                  </a:lnTo>
                  <a:lnTo>
                    <a:pt x="137545" y="0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83" name="object 383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168140" y="2398197"/>
              <a:ext cx="103211" cy="118059"/>
            </a:xfrm>
            <a:prstGeom prst="rect">
              <a:avLst/>
            </a:prstGeom>
          </p:spPr>
        </p:pic>
        <p:sp>
          <p:nvSpPr>
            <p:cNvPr id="384" name="object 384" descr=""/>
            <p:cNvSpPr/>
            <p:nvPr/>
          </p:nvSpPr>
          <p:spPr>
            <a:xfrm>
              <a:off x="9004061" y="2516258"/>
              <a:ext cx="336550" cy="122555"/>
            </a:xfrm>
            <a:custGeom>
              <a:avLst/>
              <a:gdLst/>
              <a:ahLst/>
              <a:cxnLst/>
              <a:rect l="l" t="t" r="r" b="b"/>
              <a:pathLst>
                <a:path w="336550" h="122555">
                  <a:moveTo>
                    <a:pt x="335937" y="0"/>
                  </a:moveTo>
                  <a:lnTo>
                    <a:pt x="0" y="0"/>
                  </a:lnTo>
                  <a:lnTo>
                    <a:pt x="0" y="122132"/>
                  </a:lnTo>
                  <a:lnTo>
                    <a:pt x="335937" y="122132"/>
                  </a:lnTo>
                  <a:lnTo>
                    <a:pt x="335937" y="0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85" name="object 385" descr=""/>
          <p:cNvSpPr/>
          <p:nvPr/>
        </p:nvSpPr>
        <p:spPr>
          <a:xfrm>
            <a:off x="8863724" y="2989751"/>
            <a:ext cx="620395" cy="995044"/>
          </a:xfrm>
          <a:custGeom>
            <a:avLst/>
            <a:gdLst/>
            <a:ahLst/>
            <a:cxnLst/>
            <a:rect l="l" t="t" r="r" b="b"/>
            <a:pathLst>
              <a:path w="620395" h="995045">
                <a:moveTo>
                  <a:pt x="619950" y="317"/>
                </a:moveTo>
                <a:lnTo>
                  <a:pt x="574929" y="317"/>
                </a:lnTo>
                <a:lnTo>
                  <a:pt x="503440" y="304"/>
                </a:lnTo>
                <a:lnTo>
                  <a:pt x="449237" y="317"/>
                </a:lnTo>
                <a:lnTo>
                  <a:pt x="399351" y="317"/>
                </a:lnTo>
                <a:lnTo>
                  <a:pt x="349846" y="317"/>
                </a:lnTo>
                <a:lnTo>
                  <a:pt x="99377" y="304"/>
                </a:lnTo>
                <a:lnTo>
                  <a:pt x="49885" y="317"/>
                </a:lnTo>
                <a:lnTo>
                  <a:pt x="49885" y="0"/>
                </a:lnTo>
                <a:lnTo>
                  <a:pt x="0" y="0"/>
                </a:lnTo>
                <a:lnTo>
                  <a:pt x="0" y="994956"/>
                </a:lnTo>
                <a:lnTo>
                  <a:pt x="99377" y="994956"/>
                </a:lnTo>
                <a:lnTo>
                  <a:pt x="619950" y="994956"/>
                </a:lnTo>
                <a:lnTo>
                  <a:pt x="619950" y="317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86" name="object 386" descr=""/>
          <p:cNvGrpSpPr/>
          <p:nvPr/>
        </p:nvGrpSpPr>
        <p:grpSpPr>
          <a:xfrm>
            <a:off x="8828924" y="4049552"/>
            <a:ext cx="690880" cy="4107179"/>
            <a:chOff x="8828924" y="4049552"/>
            <a:chExt cx="690880" cy="4107179"/>
          </a:xfrm>
        </p:grpSpPr>
        <p:sp>
          <p:nvSpPr>
            <p:cNvPr id="387" name="object 387" descr=""/>
            <p:cNvSpPr/>
            <p:nvPr/>
          </p:nvSpPr>
          <p:spPr>
            <a:xfrm>
              <a:off x="8828913" y="4049553"/>
              <a:ext cx="690880" cy="2056130"/>
            </a:xfrm>
            <a:custGeom>
              <a:avLst/>
              <a:gdLst/>
              <a:ahLst/>
              <a:cxnLst/>
              <a:rect l="l" t="t" r="r" b="b"/>
              <a:pathLst>
                <a:path w="690879" h="2056129">
                  <a:moveTo>
                    <a:pt x="690702" y="0"/>
                  </a:moveTo>
                  <a:lnTo>
                    <a:pt x="640537" y="0"/>
                  </a:lnTo>
                  <a:lnTo>
                    <a:pt x="560895" y="0"/>
                  </a:lnTo>
                  <a:lnTo>
                    <a:pt x="500507" y="0"/>
                  </a:lnTo>
                  <a:lnTo>
                    <a:pt x="444919" y="0"/>
                  </a:lnTo>
                  <a:lnTo>
                    <a:pt x="389775" y="12"/>
                  </a:lnTo>
                  <a:lnTo>
                    <a:pt x="266611" y="0"/>
                  </a:lnTo>
                  <a:lnTo>
                    <a:pt x="233895" y="0"/>
                  </a:lnTo>
                  <a:lnTo>
                    <a:pt x="110718" y="0"/>
                  </a:lnTo>
                  <a:lnTo>
                    <a:pt x="55587" y="12"/>
                  </a:lnTo>
                  <a:lnTo>
                    <a:pt x="0" y="0"/>
                  </a:lnTo>
                  <a:lnTo>
                    <a:pt x="0" y="2055418"/>
                  </a:lnTo>
                  <a:lnTo>
                    <a:pt x="110718" y="2055418"/>
                  </a:lnTo>
                  <a:lnTo>
                    <a:pt x="110718" y="2055571"/>
                  </a:lnTo>
                  <a:lnTo>
                    <a:pt x="389775" y="2055571"/>
                  </a:lnTo>
                  <a:lnTo>
                    <a:pt x="389775" y="2055418"/>
                  </a:lnTo>
                  <a:lnTo>
                    <a:pt x="500507" y="2055418"/>
                  </a:lnTo>
                  <a:lnTo>
                    <a:pt x="500507" y="1029639"/>
                  </a:lnTo>
                  <a:lnTo>
                    <a:pt x="500507" y="1029398"/>
                  </a:lnTo>
                  <a:lnTo>
                    <a:pt x="690702" y="1029398"/>
                  </a:lnTo>
                  <a:lnTo>
                    <a:pt x="690702" y="0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" name="object 388" descr=""/>
            <p:cNvSpPr/>
            <p:nvPr/>
          </p:nvSpPr>
          <p:spPr>
            <a:xfrm>
              <a:off x="8828913" y="5079193"/>
              <a:ext cx="690880" cy="2052320"/>
            </a:xfrm>
            <a:custGeom>
              <a:avLst/>
              <a:gdLst/>
              <a:ahLst/>
              <a:cxnLst/>
              <a:rect l="l" t="t" r="r" b="b"/>
              <a:pathLst>
                <a:path w="690879" h="2052320">
                  <a:moveTo>
                    <a:pt x="55587" y="947178"/>
                  </a:moveTo>
                  <a:lnTo>
                    <a:pt x="0" y="947178"/>
                  </a:lnTo>
                  <a:lnTo>
                    <a:pt x="0" y="990790"/>
                  </a:lnTo>
                  <a:lnTo>
                    <a:pt x="55587" y="990790"/>
                  </a:lnTo>
                  <a:lnTo>
                    <a:pt x="55587" y="947178"/>
                  </a:lnTo>
                  <a:close/>
                </a:path>
                <a:path w="690879" h="2052320">
                  <a:moveTo>
                    <a:pt x="55587" y="867918"/>
                  </a:moveTo>
                  <a:lnTo>
                    <a:pt x="0" y="867918"/>
                  </a:lnTo>
                  <a:lnTo>
                    <a:pt x="0" y="911529"/>
                  </a:lnTo>
                  <a:lnTo>
                    <a:pt x="55587" y="911529"/>
                  </a:lnTo>
                  <a:lnTo>
                    <a:pt x="55587" y="867918"/>
                  </a:lnTo>
                  <a:close/>
                </a:path>
                <a:path w="690879" h="2052320">
                  <a:moveTo>
                    <a:pt x="55587" y="788670"/>
                  </a:moveTo>
                  <a:lnTo>
                    <a:pt x="0" y="788670"/>
                  </a:lnTo>
                  <a:lnTo>
                    <a:pt x="0" y="832281"/>
                  </a:lnTo>
                  <a:lnTo>
                    <a:pt x="55587" y="832281"/>
                  </a:lnTo>
                  <a:lnTo>
                    <a:pt x="55587" y="788670"/>
                  </a:lnTo>
                  <a:close/>
                </a:path>
                <a:path w="690879" h="2052320">
                  <a:moveTo>
                    <a:pt x="55587" y="709422"/>
                  </a:moveTo>
                  <a:lnTo>
                    <a:pt x="0" y="709422"/>
                  </a:lnTo>
                  <a:lnTo>
                    <a:pt x="0" y="753033"/>
                  </a:lnTo>
                  <a:lnTo>
                    <a:pt x="55587" y="753033"/>
                  </a:lnTo>
                  <a:lnTo>
                    <a:pt x="55587" y="709422"/>
                  </a:lnTo>
                  <a:close/>
                </a:path>
                <a:path w="690879" h="2052320">
                  <a:moveTo>
                    <a:pt x="55587" y="630161"/>
                  </a:moveTo>
                  <a:lnTo>
                    <a:pt x="0" y="630161"/>
                  </a:lnTo>
                  <a:lnTo>
                    <a:pt x="0" y="673773"/>
                  </a:lnTo>
                  <a:lnTo>
                    <a:pt x="55587" y="673773"/>
                  </a:lnTo>
                  <a:lnTo>
                    <a:pt x="55587" y="630161"/>
                  </a:lnTo>
                  <a:close/>
                </a:path>
                <a:path w="690879" h="2052320">
                  <a:moveTo>
                    <a:pt x="55587" y="550913"/>
                  </a:moveTo>
                  <a:lnTo>
                    <a:pt x="0" y="550913"/>
                  </a:lnTo>
                  <a:lnTo>
                    <a:pt x="0" y="594525"/>
                  </a:lnTo>
                  <a:lnTo>
                    <a:pt x="55587" y="594525"/>
                  </a:lnTo>
                  <a:lnTo>
                    <a:pt x="55587" y="550913"/>
                  </a:lnTo>
                  <a:close/>
                </a:path>
                <a:path w="690879" h="2052320">
                  <a:moveTo>
                    <a:pt x="55587" y="471665"/>
                  </a:moveTo>
                  <a:lnTo>
                    <a:pt x="0" y="471665"/>
                  </a:lnTo>
                  <a:lnTo>
                    <a:pt x="0" y="515264"/>
                  </a:lnTo>
                  <a:lnTo>
                    <a:pt x="55587" y="515264"/>
                  </a:lnTo>
                  <a:lnTo>
                    <a:pt x="55587" y="471665"/>
                  </a:lnTo>
                  <a:close/>
                </a:path>
                <a:path w="690879" h="2052320">
                  <a:moveTo>
                    <a:pt x="55587" y="392404"/>
                  </a:moveTo>
                  <a:lnTo>
                    <a:pt x="0" y="392404"/>
                  </a:lnTo>
                  <a:lnTo>
                    <a:pt x="0" y="436016"/>
                  </a:lnTo>
                  <a:lnTo>
                    <a:pt x="55587" y="436016"/>
                  </a:lnTo>
                  <a:lnTo>
                    <a:pt x="55587" y="392404"/>
                  </a:lnTo>
                  <a:close/>
                </a:path>
                <a:path w="690879" h="2052320">
                  <a:moveTo>
                    <a:pt x="55587" y="313156"/>
                  </a:moveTo>
                  <a:lnTo>
                    <a:pt x="0" y="313156"/>
                  </a:lnTo>
                  <a:lnTo>
                    <a:pt x="0" y="356768"/>
                  </a:lnTo>
                  <a:lnTo>
                    <a:pt x="55587" y="356768"/>
                  </a:lnTo>
                  <a:lnTo>
                    <a:pt x="55587" y="313156"/>
                  </a:lnTo>
                  <a:close/>
                </a:path>
                <a:path w="690879" h="2052320">
                  <a:moveTo>
                    <a:pt x="55587" y="233908"/>
                  </a:moveTo>
                  <a:lnTo>
                    <a:pt x="0" y="233908"/>
                  </a:lnTo>
                  <a:lnTo>
                    <a:pt x="0" y="277520"/>
                  </a:lnTo>
                  <a:lnTo>
                    <a:pt x="55587" y="277520"/>
                  </a:lnTo>
                  <a:lnTo>
                    <a:pt x="55587" y="233908"/>
                  </a:lnTo>
                  <a:close/>
                </a:path>
                <a:path w="690879" h="2052320">
                  <a:moveTo>
                    <a:pt x="55587" y="154647"/>
                  </a:moveTo>
                  <a:lnTo>
                    <a:pt x="0" y="154647"/>
                  </a:lnTo>
                  <a:lnTo>
                    <a:pt x="0" y="198259"/>
                  </a:lnTo>
                  <a:lnTo>
                    <a:pt x="55587" y="198259"/>
                  </a:lnTo>
                  <a:lnTo>
                    <a:pt x="55587" y="154647"/>
                  </a:lnTo>
                  <a:close/>
                </a:path>
                <a:path w="690879" h="2052320">
                  <a:moveTo>
                    <a:pt x="55587" y="75399"/>
                  </a:moveTo>
                  <a:lnTo>
                    <a:pt x="0" y="75399"/>
                  </a:lnTo>
                  <a:lnTo>
                    <a:pt x="0" y="119011"/>
                  </a:lnTo>
                  <a:lnTo>
                    <a:pt x="55587" y="119011"/>
                  </a:lnTo>
                  <a:lnTo>
                    <a:pt x="55587" y="75399"/>
                  </a:lnTo>
                  <a:close/>
                </a:path>
                <a:path w="690879" h="2052320">
                  <a:moveTo>
                    <a:pt x="55587" y="0"/>
                  </a:moveTo>
                  <a:lnTo>
                    <a:pt x="0" y="0"/>
                  </a:lnTo>
                  <a:lnTo>
                    <a:pt x="0" y="39751"/>
                  </a:lnTo>
                  <a:lnTo>
                    <a:pt x="55587" y="39751"/>
                  </a:lnTo>
                  <a:lnTo>
                    <a:pt x="55587" y="0"/>
                  </a:lnTo>
                  <a:close/>
                </a:path>
                <a:path w="690879" h="2052320">
                  <a:moveTo>
                    <a:pt x="389775" y="867918"/>
                  </a:moveTo>
                  <a:lnTo>
                    <a:pt x="266611" y="867918"/>
                  </a:lnTo>
                  <a:lnTo>
                    <a:pt x="266611" y="0"/>
                  </a:lnTo>
                  <a:lnTo>
                    <a:pt x="233895" y="0"/>
                  </a:lnTo>
                  <a:lnTo>
                    <a:pt x="233895" y="867918"/>
                  </a:lnTo>
                  <a:lnTo>
                    <a:pt x="110718" y="867918"/>
                  </a:lnTo>
                  <a:lnTo>
                    <a:pt x="110718" y="911529"/>
                  </a:lnTo>
                  <a:lnTo>
                    <a:pt x="233895" y="911529"/>
                  </a:lnTo>
                  <a:lnTo>
                    <a:pt x="233895" y="947178"/>
                  </a:lnTo>
                  <a:lnTo>
                    <a:pt x="110718" y="947178"/>
                  </a:lnTo>
                  <a:lnTo>
                    <a:pt x="110718" y="990790"/>
                  </a:lnTo>
                  <a:lnTo>
                    <a:pt x="233895" y="990790"/>
                  </a:lnTo>
                  <a:lnTo>
                    <a:pt x="266611" y="990790"/>
                  </a:lnTo>
                  <a:lnTo>
                    <a:pt x="389775" y="990790"/>
                  </a:lnTo>
                  <a:lnTo>
                    <a:pt x="389775" y="947178"/>
                  </a:lnTo>
                  <a:lnTo>
                    <a:pt x="266611" y="947178"/>
                  </a:lnTo>
                  <a:lnTo>
                    <a:pt x="266611" y="911529"/>
                  </a:lnTo>
                  <a:lnTo>
                    <a:pt x="389775" y="911529"/>
                  </a:lnTo>
                  <a:lnTo>
                    <a:pt x="389775" y="867918"/>
                  </a:lnTo>
                  <a:close/>
                </a:path>
                <a:path w="690879" h="2052320">
                  <a:moveTo>
                    <a:pt x="500507" y="1025779"/>
                  </a:moveTo>
                  <a:lnTo>
                    <a:pt x="444919" y="1025779"/>
                  </a:lnTo>
                  <a:lnTo>
                    <a:pt x="389775" y="1025779"/>
                  </a:lnTo>
                  <a:lnTo>
                    <a:pt x="110718" y="1025779"/>
                  </a:lnTo>
                  <a:lnTo>
                    <a:pt x="0" y="1025779"/>
                  </a:lnTo>
                  <a:lnTo>
                    <a:pt x="0" y="2051558"/>
                  </a:lnTo>
                  <a:lnTo>
                    <a:pt x="110718" y="2051558"/>
                  </a:lnTo>
                  <a:lnTo>
                    <a:pt x="110718" y="2051710"/>
                  </a:lnTo>
                  <a:lnTo>
                    <a:pt x="389775" y="2051710"/>
                  </a:lnTo>
                  <a:lnTo>
                    <a:pt x="389775" y="2051558"/>
                  </a:lnTo>
                  <a:lnTo>
                    <a:pt x="500507" y="2051558"/>
                  </a:lnTo>
                  <a:lnTo>
                    <a:pt x="500507" y="1937308"/>
                  </a:lnTo>
                  <a:lnTo>
                    <a:pt x="500507" y="1065542"/>
                  </a:lnTo>
                  <a:lnTo>
                    <a:pt x="500507" y="1025779"/>
                  </a:lnTo>
                  <a:close/>
                </a:path>
                <a:path w="690879" h="2052320">
                  <a:moveTo>
                    <a:pt x="690702" y="0"/>
                  </a:moveTo>
                  <a:lnTo>
                    <a:pt x="640537" y="0"/>
                  </a:lnTo>
                  <a:lnTo>
                    <a:pt x="560895" y="0"/>
                  </a:lnTo>
                  <a:lnTo>
                    <a:pt x="500507" y="0"/>
                  </a:lnTo>
                  <a:lnTo>
                    <a:pt x="444919" y="0"/>
                  </a:lnTo>
                  <a:lnTo>
                    <a:pt x="444919" y="39751"/>
                  </a:lnTo>
                  <a:lnTo>
                    <a:pt x="500507" y="39751"/>
                  </a:lnTo>
                  <a:lnTo>
                    <a:pt x="500507" y="75399"/>
                  </a:lnTo>
                  <a:lnTo>
                    <a:pt x="444919" y="75399"/>
                  </a:lnTo>
                  <a:lnTo>
                    <a:pt x="444919" y="119011"/>
                  </a:lnTo>
                  <a:lnTo>
                    <a:pt x="500507" y="119011"/>
                  </a:lnTo>
                  <a:lnTo>
                    <a:pt x="500507" y="154647"/>
                  </a:lnTo>
                  <a:lnTo>
                    <a:pt x="444919" y="154647"/>
                  </a:lnTo>
                  <a:lnTo>
                    <a:pt x="444919" y="198259"/>
                  </a:lnTo>
                  <a:lnTo>
                    <a:pt x="500507" y="198259"/>
                  </a:lnTo>
                  <a:lnTo>
                    <a:pt x="500507" y="233908"/>
                  </a:lnTo>
                  <a:lnTo>
                    <a:pt x="444919" y="233908"/>
                  </a:lnTo>
                  <a:lnTo>
                    <a:pt x="444919" y="277520"/>
                  </a:lnTo>
                  <a:lnTo>
                    <a:pt x="500507" y="277520"/>
                  </a:lnTo>
                  <a:lnTo>
                    <a:pt x="500507" y="313156"/>
                  </a:lnTo>
                  <a:lnTo>
                    <a:pt x="444919" y="313156"/>
                  </a:lnTo>
                  <a:lnTo>
                    <a:pt x="444919" y="356768"/>
                  </a:lnTo>
                  <a:lnTo>
                    <a:pt x="500507" y="356768"/>
                  </a:lnTo>
                  <a:lnTo>
                    <a:pt x="500507" y="392404"/>
                  </a:lnTo>
                  <a:lnTo>
                    <a:pt x="444919" y="392404"/>
                  </a:lnTo>
                  <a:lnTo>
                    <a:pt x="444919" y="436016"/>
                  </a:lnTo>
                  <a:lnTo>
                    <a:pt x="500507" y="436016"/>
                  </a:lnTo>
                  <a:lnTo>
                    <a:pt x="500507" y="471665"/>
                  </a:lnTo>
                  <a:lnTo>
                    <a:pt x="444919" y="471665"/>
                  </a:lnTo>
                  <a:lnTo>
                    <a:pt x="444919" y="515264"/>
                  </a:lnTo>
                  <a:lnTo>
                    <a:pt x="500507" y="515264"/>
                  </a:lnTo>
                  <a:lnTo>
                    <a:pt x="500507" y="550913"/>
                  </a:lnTo>
                  <a:lnTo>
                    <a:pt x="444919" y="550913"/>
                  </a:lnTo>
                  <a:lnTo>
                    <a:pt x="444919" y="594525"/>
                  </a:lnTo>
                  <a:lnTo>
                    <a:pt x="500507" y="594525"/>
                  </a:lnTo>
                  <a:lnTo>
                    <a:pt x="500507" y="630161"/>
                  </a:lnTo>
                  <a:lnTo>
                    <a:pt x="444919" y="630161"/>
                  </a:lnTo>
                  <a:lnTo>
                    <a:pt x="444919" y="673773"/>
                  </a:lnTo>
                  <a:lnTo>
                    <a:pt x="500507" y="673773"/>
                  </a:lnTo>
                  <a:lnTo>
                    <a:pt x="500507" y="709422"/>
                  </a:lnTo>
                  <a:lnTo>
                    <a:pt x="444919" y="709422"/>
                  </a:lnTo>
                  <a:lnTo>
                    <a:pt x="444919" y="753033"/>
                  </a:lnTo>
                  <a:lnTo>
                    <a:pt x="500507" y="753033"/>
                  </a:lnTo>
                  <a:lnTo>
                    <a:pt x="500507" y="788670"/>
                  </a:lnTo>
                  <a:lnTo>
                    <a:pt x="444919" y="788670"/>
                  </a:lnTo>
                  <a:lnTo>
                    <a:pt x="444919" y="832281"/>
                  </a:lnTo>
                  <a:lnTo>
                    <a:pt x="500507" y="832281"/>
                  </a:lnTo>
                  <a:lnTo>
                    <a:pt x="500507" y="867918"/>
                  </a:lnTo>
                  <a:lnTo>
                    <a:pt x="444919" y="867918"/>
                  </a:lnTo>
                  <a:lnTo>
                    <a:pt x="444919" y="911529"/>
                  </a:lnTo>
                  <a:lnTo>
                    <a:pt x="500507" y="911529"/>
                  </a:lnTo>
                  <a:lnTo>
                    <a:pt x="500507" y="947178"/>
                  </a:lnTo>
                  <a:lnTo>
                    <a:pt x="444919" y="947178"/>
                  </a:lnTo>
                  <a:lnTo>
                    <a:pt x="444919" y="990790"/>
                  </a:lnTo>
                  <a:lnTo>
                    <a:pt x="500507" y="990790"/>
                  </a:lnTo>
                  <a:lnTo>
                    <a:pt x="500507" y="1025537"/>
                  </a:lnTo>
                  <a:lnTo>
                    <a:pt x="690702" y="1025537"/>
                  </a:lnTo>
                  <a:lnTo>
                    <a:pt x="690702" y="0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" name="object 389" descr=""/>
            <p:cNvSpPr/>
            <p:nvPr/>
          </p:nvSpPr>
          <p:spPr>
            <a:xfrm>
              <a:off x="8828913" y="6104972"/>
              <a:ext cx="690880" cy="2051685"/>
            </a:xfrm>
            <a:custGeom>
              <a:avLst/>
              <a:gdLst/>
              <a:ahLst/>
              <a:cxnLst/>
              <a:rect l="l" t="t" r="r" b="b"/>
              <a:pathLst>
                <a:path w="690879" h="2051684">
                  <a:moveTo>
                    <a:pt x="55587" y="947178"/>
                  </a:moveTo>
                  <a:lnTo>
                    <a:pt x="0" y="947178"/>
                  </a:lnTo>
                  <a:lnTo>
                    <a:pt x="0" y="990790"/>
                  </a:lnTo>
                  <a:lnTo>
                    <a:pt x="55587" y="990790"/>
                  </a:lnTo>
                  <a:lnTo>
                    <a:pt x="55587" y="947178"/>
                  </a:lnTo>
                  <a:close/>
                </a:path>
                <a:path w="690879" h="2051684">
                  <a:moveTo>
                    <a:pt x="55587" y="867918"/>
                  </a:moveTo>
                  <a:lnTo>
                    <a:pt x="0" y="867918"/>
                  </a:lnTo>
                  <a:lnTo>
                    <a:pt x="0" y="911529"/>
                  </a:lnTo>
                  <a:lnTo>
                    <a:pt x="55587" y="911529"/>
                  </a:lnTo>
                  <a:lnTo>
                    <a:pt x="55587" y="867918"/>
                  </a:lnTo>
                  <a:close/>
                </a:path>
                <a:path w="690879" h="2051684">
                  <a:moveTo>
                    <a:pt x="55587" y="788670"/>
                  </a:moveTo>
                  <a:lnTo>
                    <a:pt x="0" y="788670"/>
                  </a:lnTo>
                  <a:lnTo>
                    <a:pt x="0" y="832281"/>
                  </a:lnTo>
                  <a:lnTo>
                    <a:pt x="55587" y="832281"/>
                  </a:lnTo>
                  <a:lnTo>
                    <a:pt x="55587" y="788670"/>
                  </a:lnTo>
                  <a:close/>
                </a:path>
                <a:path w="690879" h="2051684">
                  <a:moveTo>
                    <a:pt x="55587" y="709422"/>
                  </a:moveTo>
                  <a:lnTo>
                    <a:pt x="0" y="709422"/>
                  </a:lnTo>
                  <a:lnTo>
                    <a:pt x="0" y="753033"/>
                  </a:lnTo>
                  <a:lnTo>
                    <a:pt x="55587" y="753033"/>
                  </a:lnTo>
                  <a:lnTo>
                    <a:pt x="55587" y="709422"/>
                  </a:lnTo>
                  <a:close/>
                </a:path>
                <a:path w="690879" h="2051684">
                  <a:moveTo>
                    <a:pt x="55587" y="630174"/>
                  </a:moveTo>
                  <a:lnTo>
                    <a:pt x="0" y="630174"/>
                  </a:lnTo>
                  <a:lnTo>
                    <a:pt x="0" y="673785"/>
                  </a:lnTo>
                  <a:lnTo>
                    <a:pt x="55587" y="673785"/>
                  </a:lnTo>
                  <a:lnTo>
                    <a:pt x="55587" y="630174"/>
                  </a:lnTo>
                  <a:close/>
                </a:path>
                <a:path w="690879" h="2051684">
                  <a:moveTo>
                    <a:pt x="55587" y="550913"/>
                  </a:moveTo>
                  <a:lnTo>
                    <a:pt x="0" y="550913"/>
                  </a:lnTo>
                  <a:lnTo>
                    <a:pt x="0" y="594525"/>
                  </a:lnTo>
                  <a:lnTo>
                    <a:pt x="55587" y="594525"/>
                  </a:lnTo>
                  <a:lnTo>
                    <a:pt x="55587" y="550913"/>
                  </a:lnTo>
                  <a:close/>
                </a:path>
                <a:path w="690879" h="2051684">
                  <a:moveTo>
                    <a:pt x="55587" y="471665"/>
                  </a:moveTo>
                  <a:lnTo>
                    <a:pt x="0" y="471665"/>
                  </a:lnTo>
                  <a:lnTo>
                    <a:pt x="0" y="515277"/>
                  </a:lnTo>
                  <a:lnTo>
                    <a:pt x="55587" y="515277"/>
                  </a:lnTo>
                  <a:lnTo>
                    <a:pt x="55587" y="471665"/>
                  </a:lnTo>
                  <a:close/>
                </a:path>
                <a:path w="690879" h="2051684">
                  <a:moveTo>
                    <a:pt x="55587" y="392404"/>
                  </a:moveTo>
                  <a:lnTo>
                    <a:pt x="0" y="392404"/>
                  </a:lnTo>
                  <a:lnTo>
                    <a:pt x="0" y="436016"/>
                  </a:lnTo>
                  <a:lnTo>
                    <a:pt x="55587" y="436016"/>
                  </a:lnTo>
                  <a:lnTo>
                    <a:pt x="55587" y="392404"/>
                  </a:lnTo>
                  <a:close/>
                </a:path>
                <a:path w="690879" h="2051684">
                  <a:moveTo>
                    <a:pt x="55587" y="313156"/>
                  </a:moveTo>
                  <a:lnTo>
                    <a:pt x="0" y="313156"/>
                  </a:lnTo>
                  <a:lnTo>
                    <a:pt x="0" y="356768"/>
                  </a:lnTo>
                  <a:lnTo>
                    <a:pt x="55587" y="356768"/>
                  </a:lnTo>
                  <a:lnTo>
                    <a:pt x="55587" y="313156"/>
                  </a:lnTo>
                  <a:close/>
                </a:path>
                <a:path w="690879" h="2051684">
                  <a:moveTo>
                    <a:pt x="55587" y="233908"/>
                  </a:moveTo>
                  <a:lnTo>
                    <a:pt x="0" y="233908"/>
                  </a:lnTo>
                  <a:lnTo>
                    <a:pt x="0" y="277520"/>
                  </a:lnTo>
                  <a:lnTo>
                    <a:pt x="55587" y="277520"/>
                  </a:lnTo>
                  <a:lnTo>
                    <a:pt x="55587" y="233908"/>
                  </a:lnTo>
                  <a:close/>
                </a:path>
                <a:path w="690879" h="2051684">
                  <a:moveTo>
                    <a:pt x="55587" y="154660"/>
                  </a:moveTo>
                  <a:lnTo>
                    <a:pt x="0" y="154660"/>
                  </a:lnTo>
                  <a:lnTo>
                    <a:pt x="0" y="198259"/>
                  </a:lnTo>
                  <a:lnTo>
                    <a:pt x="55587" y="198259"/>
                  </a:lnTo>
                  <a:lnTo>
                    <a:pt x="55587" y="154660"/>
                  </a:lnTo>
                  <a:close/>
                </a:path>
                <a:path w="690879" h="2051684">
                  <a:moveTo>
                    <a:pt x="55587" y="75399"/>
                  </a:moveTo>
                  <a:lnTo>
                    <a:pt x="0" y="75399"/>
                  </a:lnTo>
                  <a:lnTo>
                    <a:pt x="0" y="119011"/>
                  </a:lnTo>
                  <a:lnTo>
                    <a:pt x="55587" y="119011"/>
                  </a:lnTo>
                  <a:lnTo>
                    <a:pt x="55587" y="75399"/>
                  </a:lnTo>
                  <a:close/>
                </a:path>
                <a:path w="690879" h="2051684">
                  <a:moveTo>
                    <a:pt x="55587" y="0"/>
                  </a:moveTo>
                  <a:lnTo>
                    <a:pt x="0" y="0"/>
                  </a:lnTo>
                  <a:lnTo>
                    <a:pt x="0" y="39763"/>
                  </a:lnTo>
                  <a:lnTo>
                    <a:pt x="55587" y="39763"/>
                  </a:lnTo>
                  <a:lnTo>
                    <a:pt x="55587" y="0"/>
                  </a:lnTo>
                  <a:close/>
                </a:path>
                <a:path w="690879" h="2051684">
                  <a:moveTo>
                    <a:pt x="266611" y="0"/>
                  </a:moveTo>
                  <a:lnTo>
                    <a:pt x="233895" y="0"/>
                  </a:lnTo>
                  <a:lnTo>
                    <a:pt x="233895" y="990790"/>
                  </a:lnTo>
                  <a:lnTo>
                    <a:pt x="266611" y="990790"/>
                  </a:lnTo>
                  <a:lnTo>
                    <a:pt x="266611" y="0"/>
                  </a:lnTo>
                  <a:close/>
                </a:path>
                <a:path w="690879" h="2051684">
                  <a:moveTo>
                    <a:pt x="500507" y="1025537"/>
                  </a:moveTo>
                  <a:lnTo>
                    <a:pt x="500507" y="1025537"/>
                  </a:lnTo>
                  <a:lnTo>
                    <a:pt x="0" y="1025537"/>
                  </a:lnTo>
                  <a:lnTo>
                    <a:pt x="0" y="1065301"/>
                  </a:lnTo>
                  <a:lnTo>
                    <a:pt x="0" y="2051316"/>
                  </a:lnTo>
                  <a:lnTo>
                    <a:pt x="110718" y="2051316"/>
                  </a:lnTo>
                  <a:lnTo>
                    <a:pt x="110718" y="2051469"/>
                  </a:lnTo>
                  <a:lnTo>
                    <a:pt x="389775" y="2051469"/>
                  </a:lnTo>
                  <a:lnTo>
                    <a:pt x="389775" y="2051316"/>
                  </a:lnTo>
                  <a:lnTo>
                    <a:pt x="500507" y="2051316"/>
                  </a:lnTo>
                  <a:lnTo>
                    <a:pt x="500507" y="1065301"/>
                  </a:lnTo>
                  <a:lnTo>
                    <a:pt x="500507" y="1025537"/>
                  </a:lnTo>
                  <a:close/>
                </a:path>
                <a:path w="690879" h="2051684">
                  <a:moveTo>
                    <a:pt x="690702" y="0"/>
                  </a:moveTo>
                  <a:lnTo>
                    <a:pt x="640537" y="0"/>
                  </a:lnTo>
                  <a:lnTo>
                    <a:pt x="560895" y="0"/>
                  </a:lnTo>
                  <a:lnTo>
                    <a:pt x="500507" y="0"/>
                  </a:lnTo>
                  <a:lnTo>
                    <a:pt x="500507" y="867918"/>
                  </a:lnTo>
                  <a:lnTo>
                    <a:pt x="444919" y="867918"/>
                  </a:lnTo>
                  <a:lnTo>
                    <a:pt x="444919" y="911529"/>
                  </a:lnTo>
                  <a:lnTo>
                    <a:pt x="500507" y="911529"/>
                  </a:lnTo>
                  <a:lnTo>
                    <a:pt x="500507" y="947178"/>
                  </a:lnTo>
                  <a:lnTo>
                    <a:pt x="444919" y="947178"/>
                  </a:lnTo>
                  <a:lnTo>
                    <a:pt x="444919" y="990790"/>
                  </a:lnTo>
                  <a:lnTo>
                    <a:pt x="500507" y="990790"/>
                  </a:lnTo>
                  <a:lnTo>
                    <a:pt x="500507" y="1025537"/>
                  </a:lnTo>
                  <a:lnTo>
                    <a:pt x="690702" y="1025537"/>
                  </a:lnTo>
                  <a:lnTo>
                    <a:pt x="690702" y="0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 descr=""/>
            <p:cNvSpPr/>
            <p:nvPr/>
          </p:nvSpPr>
          <p:spPr>
            <a:xfrm>
              <a:off x="8828913" y="7130509"/>
              <a:ext cx="690880" cy="1026160"/>
            </a:xfrm>
            <a:custGeom>
              <a:avLst/>
              <a:gdLst/>
              <a:ahLst/>
              <a:cxnLst/>
              <a:rect l="l" t="t" r="r" b="b"/>
              <a:pathLst>
                <a:path w="690879" h="1026159">
                  <a:moveTo>
                    <a:pt x="55587" y="947178"/>
                  </a:moveTo>
                  <a:lnTo>
                    <a:pt x="0" y="947178"/>
                  </a:lnTo>
                  <a:lnTo>
                    <a:pt x="0" y="990790"/>
                  </a:lnTo>
                  <a:lnTo>
                    <a:pt x="55587" y="990790"/>
                  </a:lnTo>
                  <a:lnTo>
                    <a:pt x="55587" y="947178"/>
                  </a:lnTo>
                  <a:close/>
                </a:path>
                <a:path w="690879" h="1026159">
                  <a:moveTo>
                    <a:pt x="55587" y="867918"/>
                  </a:moveTo>
                  <a:lnTo>
                    <a:pt x="0" y="867918"/>
                  </a:lnTo>
                  <a:lnTo>
                    <a:pt x="0" y="911529"/>
                  </a:lnTo>
                  <a:lnTo>
                    <a:pt x="55587" y="911529"/>
                  </a:lnTo>
                  <a:lnTo>
                    <a:pt x="55587" y="867918"/>
                  </a:lnTo>
                  <a:close/>
                </a:path>
                <a:path w="690879" h="1026159">
                  <a:moveTo>
                    <a:pt x="266611" y="0"/>
                  </a:moveTo>
                  <a:lnTo>
                    <a:pt x="233895" y="0"/>
                  </a:lnTo>
                  <a:lnTo>
                    <a:pt x="233895" y="990790"/>
                  </a:lnTo>
                  <a:lnTo>
                    <a:pt x="266611" y="990790"/>
                  </a:lnTo>
                  <a:lnTo>
                    <a:pt x="266611" y="0"/>
                  </a:lnTo>
                  <a:close/>
                </a:path>
                <a:path w="690879" h="1026159">
                  <a:moveTo>
                    <a:pt x="690702" y="0"/>
                  </a:moveTo>
                  <a:lnTo>
                    <a:pt x="640537" y="0"/>
                  </a:lnTo>
                  <a:lnTo>
                    <a:pt x="560895" y="0"/>
                  </a:lnTo>
                  <a:lnTo>
                    <a:pt x="500507" y="0"/>
                  </a:lnTo>
                  <a:lnTo>
                    <a:pt x="500507" y="1025931"/>
                  </a:lnTo>
                  <a:lnTo>
                    <a:pt x="690702" y="1025931"/>
                  </a:lnTo>
                  <a:lnTo>
                    <a:pt x="690702" y="0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91" name="object 391" descr=""/>
          <p:cNvGrpSpPr/>
          <p:nvPr/>
        </p:nvGrpSpPr>
        <p:grpSpPr>
          <a:xfrm>
            <a:off x="8847280" y="2516258"/>
            <a:ext cx="655955" cy="474345"/>
            <a:chOff x="8847280" y="2516258"/>
            <a:chExt cx="655955" cy="474345"/>
          </a:xfrm>
        </p:grpSpPr>
        <p:sp>
          <p:nvSpPr>
            <p:cNvPr id="392" name="object 392" descr=""/>
            <p:cNvSpPr/>
            <p:nvPr/>
          </p:nvSpPr>
          <p:spPr>
            <a:xfrm>
              <a:off x="8847277" y="2596000"/>
              <a:ext cx="655955" cy="394335"/>
            </a:xfrm>
            <a:custGeom>
              <a:avLst/>
              <a:gdLst/>
              <a:ahLst/>
              <a:cxnLst/>
              <a:rect l="l" t="t" r="r" b="b"/>
              <a:pathLst>
                <a:path w="655954" h="394335">
                  <a:moveTo>
                    <a:pt x="534720" y="55079"/>
                  </a:moveTo>
                  <a:lnTo>
                    <a:pt x="530390" y="33642"/>
                  </a:lnTo>
                  <a:lnTo>
                    <a:pt x="518591" y="16129"/>
                  </a:lnTo>
                  <a:lnTo>
                    <a:pt x="501078" y="4330"/>
                  </a:lnTo>
                  <a:lnTo>
                    <a:pt x="479640" y="0"/>
                  </a:lnTo>
                  <a:lnTo>
                    <a:pt x="169862" y="0"/>
                  </a:lnTo>
                  <a:lnTo>
                    <a:pt x="148412" y="4330"/>
                  </a:lnTo>
                  <a:lnTo>
                    <a:pt x="130911" y="16129"/>
                  </a:lnTo>
                  <a:lnTo>
                    <a:pt x="119113" y="33642"/>
                  </a:lnTo>
                  <a:lnTo>
                    <a:pt x="114782" y="55079"/>
                  </a:lnTo>
                  <a:lnTo>
                    <a:pt x="114782" y="110540"/>
                  </a:lnTo>
                  <a:lnTo>
                    <a:pt x="114782" y="146481"/>
                  </a:lnTo>
                  <a:lnTo>
                    <a:pt x="534720" y="146481"/>
                  </a:lnTo>
                  <a:lnTo>
                    <a:pt x="534720" y="110540"/>
                  </a:lnTo>
                  <a:lnTo>
                    <a:pt x="534720" y="55079"/>
                  </a:lnTo>
                  <a:close/>
                </a:path>
                <a:path w="655954" h="394335">
                  <a:moveTo>
                    <a:pt x="584669" y="194640"/>
                  </a:moveTo>
                  <a:lnTo>
                    <a:pt x="580872" y="175869"/>
                  </a:lnTo>
                  <a:lnTo>
                    <a:pt x="570560" y="160566"/>
                  </a:lnTo>
                  <a:lnTo>
                    <a:pt x="555269" y="150266"/>
                  </a:lnTo>
                  <a:lnTo>
                    <a:pt x="536575" y="146494"/>
                  </a:lnTo>
                  <a:lnTo>
                    <a:pt x="112788" y="146494"/>
                  </a:lnTo>
                  <a:lnTo>
                    <a:pt x="94119" y="150266"/>
                  </a:lnTo>
                  <a:lnTo>
                    <a:pt x="78879" y="160566"/>
                  </a:lnTo>
                  <a:lnTo>
                    <a:pt x="68592" y="175869"/>
                  </a:lnTo>
                  <a:lnTo>
                    <a:pt x="64833" y="194640"/>
                  </a:lnTo>
                  <a:lnTo>
                    <a:pt x="64833" y="197434"/>
                  </a:lnTo>
                  <a:lnTo>
                    <a:pt x="64833" y="298500"/>
                  </a:lnTo>
                  <a:lnTo>
                    <a:pt x="584669" y="298500"/>
                  </a:lnTo>
                  <a:lnTo>
                    <a:pt x="584669" y="197434"/>
                  </a:lnTo>
                  <a:lnTo>
                    <a:pt x="584669" y="194640"/>
                  </a:lnTo>
                  <a:close/>
                </a:path>
                <a:path w="655954" h="394335">
                  <a:moveTo>
                    <a:pt x="655726" y="344906"/>
                  </a:moveTo>
                  <a:lnTo>
                    <a:pt x="626579" y="344906"/>
                  </a:lnTo>
                  <a:lnTo>
                    <a:pt x="626579" y="324726"/>
                  </a:lnTo>
                  <a:lnTo>
                    <a:pt x="624522" y="314528"/>
                  </a:lnTo>
                  <a:lnTo>
                    <a:pt x="618896" y="306184"/>
                  </a:lnTo>
                  <a:lnTo>
                    <a:pt x="610565" y="300570"/>
                  </a:lnTo>
                  <a:lnTo>
                    <a:pt x="600354" y="298513"/>
                  </a:lnTo>
                  <a:lnTo>
                    <a:pt x="436245" y="298513"/>
                  </a:lnTo>
                  <a:lnTo>
                    <a:pt x="49136" y="298513"/>
                  </a:lnTo>
                  <a:lnTo>
                    <a:pt x="48171" y="298513"/>
                  </a:lnTo>
                  <a:lnTo>
                    <a:pt x="38341" y="300494"/>
                  </a:lnTo>
                  <a:lnTo>
                    <a:pt x="30314" y="305904"/>
                  </a:lnTo>
                  <a:lnTo>
                    <a:pt x="24904" y="313931"/>
                  </a:lnTo>
                  <a:lnTo>
                    <a:pt x="22923" y="323748"/>
                  </a:lnTo>
                  <a:lnTo>
                    <a:pt x="22923" y="324726"/>
                  </a:lnTo>
                  <a:lnTo>
                    <a:pt x="22923" y="344906"/>
                  </a:lnTo>
                  <a:lnTo>
                    <a:pt x="0" y="344906"/>
                  </a:lnTo>
                  <a:lnTo>
                    <a:pt x="0" y="394068"/>
                  </a:lnTo>
                  <a:lnTo>
                    <a:pt x="486600" y="394068"/>
                  </a:lnTo>
                  <a:lnTo>
                    <a:pt x="655726" y="394068"/>
                  </a:lnTo>
                  <a:lnTo>
                    <a:pt x="655726" y="344906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 descr=""/>
            <p:cNvSpPr/>
            <p:nvPr/>
          </p:nvSpPr>
          <p:spPr>
            <a:xfrm>
              <a:off x="9185618" y="2516269"/>
              <a:ext cx="85725" cy="226695"/>
            </a:xfrm>
            <a:custGeom>
              <a:avLst/>
              <a:gdLst/>
              <a:ahLst/>
              <a:cxnLst/>
              <a:rect l="l" t="t" r="r" b="b"/>
              <a:pathLst>
                <a:path w="85725" h="226694">
                  <a:moveTo>
                    <a:pt x="85382" y="79730"/>
                  </a:moveTo>
                  <a:lnTo>
                    <a:pt x="54533" y="79730"/>
                  </a:lnTo>
                  <a:lnTo>
                    <a:pt x="54533" y="0"/>
                  </a:lnTo>
                  <a:lnTo>
                    <a:pt x="0" y="0"/>
                  </a:lnTo>
                  <a:lnTo>
                    <a:pt x="0" y="79730"/>
                  </a:lnTo>
                  <a:lnTo>
                    <a:pt x="20510" y="79730"/>
                  </a:lnTo>
                  <a:lnTo>
                    <a:pt x="20510" y="226212"/>
                  </a:lnTo>
                  <a:lnTo>
                    <a:pt x="85382" y="226212"/>
                  </a:lnTo>
                  <a:lnTo>
                    <a:pt x="85382" y="79730"/>
                  </a:lnTo>
                  <a:close/>
                </a:path>
              </a:pathLst>
            </a:custGeom>
            <a:solidFill>
              <a:srgbClr val="CDEBE6">
                <a:alpha val="31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" name="object 394" descr=""/>
            <p:cNvSpPr/>
            <p:nvPr/>
          </p:nvSpPr>
          <p:spPr>
            <a:xfrm>
              <a:off x="9240147" y="2742481"/>
              <a:ext cx="83185" cy="152400"/>
            </a:xfrm>
            <a:custGeom>
              <a:avLst/>
              <a:gdLst/>
              <a:ahLst/>
              <a:cxnLst/>
              <a:rect l="l" t="t" r="r" b="b"/>
              <a:pathLst>
                <a:path w="83184" h="152400">
                  <a:moveTo>
                    <a:pt x="82908" y="0"/>
                  </a:moveTo>
                  <a:lnTo>
                    <a:pt x="0" y="0"/>
                  </a:lnTo>
                  <a:lnTo>
                    <a:pt x="0" y="152016"/>
                  </a:lnTo>
                  <a:lnTo>
                    <a:pt x="82908" y="152016"/>
                  </a:lnTo>
                  <a:lnTo>
                    <a:pt x="82908" y="0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95" name="object 395" descr=""/>
          <p:cNvSpPr/>
          <p:nvPr/>
        </p:nvSpPr>
        <p:spPr>
          <a:xfrm>
            <a:off x="8828913" y="3984707"/>
            <a:ext cx="690880" cy="65405"/>
          </a:xfrm>
          <a:custGeom>
            <a:avLst/>
            <a:gdLst/>
            <a:ahLst/>
            <a:cxnLst/>
            <a:rect l="l" t="t" r="r" b="b"/>
            <a:pathLst>
              <a:path w="690879" h="65404">
                <a:moveTo>
                  <a:pt x="690702" y="0"/>
                </a:moveTo>
                <a:lnTo>
                  <a:pt x="500888" y="0"/>
                </a:lnTo>
                <a:lnTo>
                  <a:pt x="0" y="0"/>
                </a:lnTo>
                <a:lnTo>
                  <a:pt x="0" y="64846"/>
                </a:lnTo>
                <a:lnTo>
                  <a:pt x="500888" y="64846"/>
                </a:lnTo>
                <a:lnTo>
                  <a:pt x="690702" y="64846"/>
                </a:lnTo>
                <a:lnTo>
                  <a:pt x="69070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96" name="object 396" descr=""/>
          <p:cNvSpPr/>
          <p:nvPr/>
        </p:nvSpPr>
        <p:spPr>
          <a:xfrm>
            <a:off x="8770696" y="8156441"/>
            <a:ext cx="807720" cy="259715"/>
          </a:xfrm>
          <a:custGeom>
            <a:avLst/>
            <a:gdLst/>
            <a:ahLst/>
            <a:cxnLst/>
            <a:rect l="l" t="t" r="r" b="b"/>
            <a:pathLst>
              <a:path w="807720" h="259715">
                <a:moveTo>
                  <a:pt x="807643" y="12"/>
                </a:moveTo>
                <a:lnTo>
                  <a:pt x="616953" y="12"/>
                </a:lnTo>
                <a:lnTo>
                  <a:pt x="472922" y="0"/>
                </a:lnTo>
                <a:lnTo>
                  <a:pt x="144018" y="12"/>
                </a:lnTo>
                <a:lnTo>
                  <a:pt x="0" y="0"/>
                </a:lnTo>
                <a:lnTo>
                  <a:pt x="0" y="31864"/>
                </a:lnTo>
                <a:lnTo>
                  <a:pt x="0" y="259664"/>
                </a:lnTo>
                <a:lnTo>
                  <a:pt x="144018" y="259664"/>
                </a:lnTo>
                <a:lnTo>
                  <a:pt x="472922" y="259664"/>
                </a:lnTo>
                <a:lnTo>
                  <a:pt x="616953" y="259664"/>
                </a:lnTo>
                <a:lnTo>
                  <a:pt x="807643" y="259664"/>
                </a:lnTo>
                <a:lnTo>
                  <a:pt x="807643" y="12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97" name="object 397" descr=""/>
          <p:cNvSpPr/>
          <p:nvPr/>
        </p:nvSpPr>
        <p:spPr>
          <a:xfrm>
            <a:off x="9969894" y="4400124"/>
            <a:ext cx="38100" cy="440690"/>
          </a:xfrm>
          <a:custGeom>
            <a:avLst/>
            <a:gdLst/>
            <a:ahLst/>
            <a:cxnLst/>
            <a:rect l="l" t="t" r="r" b="b"/>
            <a:pathLst>
              <a:path w="38100" h="440689">
                <a:moveTo>
                  <a:pt x="37528" y="215239"/>
                </a:moveTo>
                <a:lnTo>
                  <a:pt x="32524" y="210235"/>
                </a:lnTo>
                <a:lnTo>
                  <a:pt x="29464" y="210235"/>
                </a:lnTo>
                <a:lnTo>
                  <a:pt x="29464" y="0"/>
                </a:lnTo>
                <a:lnTo>
                  <a:pt x="8064" y="0"/>
                </a:lnTo>
                <a:lnTo>
                  <a:pt x="8064" y="210235"/>
                </a:lnTo>
                <a:lnTo>
                  <a:pt x="4991" y="210235"/>
                </a:lnTo>
                <a:lnTo>
                  <a:pt x="0" y="215239"/>
                </a:lnTo>
                <a:lnTo>
                  <a:pt x="0" y="319989"/>
                </a:lnTo>
                <a:lnTo>
                  <a:pt x="8064" y="319989"/>
                </a:lnTo>
                <a:lnTo>
                  <a:pt x="8064" y="440651"/>
                </a:lnTo>
                <a:lnTo>
                  <a:pt x="29464" y="440651"/>
                </a:lnTo>
                <a:lnTo>
                  <a:pt x="29464" y="319989"/>
                </a:lnTo>
                <a:lnTo>
                  <a:pt x="37528" y="319989"/>
                </a:lnTo>
                <a:lnTo>
                  <a:pt x="37528" y="215239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98" name="object 398" descr=""/>
          <p:cNvGrpSpPr/>
          <p:nvPr/>
        </p:nvGrpSpPr>
        <p:grpSpPr>
          <a:xfrm>
            <a:off x="9520767" y="4691488"/>
            <a:ext cx="942340" cy="3724910"/>
            <a:chOff x="9520767" y="4691488"/>
            <a:chExt cx="942340" cy="3724910"/>
          </a:xfrm>
        </p:grpSpPr>
        <p:sp>
          <p:nvSpPr>
            <p:cNvPr id="399" name="object 399" descr=""/>
            <p:cNvSpPr/>
            <p:nvPr/>
          </p:nvSpPr>
          <p:spPr>
            <a:xfrm>
              <a:off x="9656801" y="4950770"/>
              <a:ext cx="678815" cy="3209290"/>
            </a:xfrm>
            <a:custGeom>
              <a:avLst/>
              <a:gdLst/>
              <a:ahLst/>
              <a:cxnLst/>
              <a:rect l="l" t="t" r="r" b="b"/>
              <a:pathLst>
                <a:path w="678815" h="3209290">
                  <a:moveTo>
                    <a:pt x="678256" y="0"/>
                  </a:moveTo>
                  <a:lnTo>
                    <a:pt x="503326" y="0"/>
                  </a:lnTo>
                  <a:lnTo>
                    <a:pt x="0" y="0"/>
                  </a:lnTo>
                  <a:lnTo>
                    <a:pt x="0" y="48907"/>
                  </a:lnTo>
                  <a:lnTo>
                    <a:pt x="27647" y="48907"/>
                  </a:lnTo>
                  <a:lnTo>
                    <a:pt x="27647" y="129667"/>
                  </a:lnTo>
                  <a:lnTo>
                    <a:pt x="25" y="129667"/>
                  </a:lnTo>
                  <a:lnTo>
                    <a:pt x="25" y="166103"/>
                  </a:lnTo>
                  <a:lnTo>
                    <a:pt x="27647" y="166103"/>
                  </a:lnTo>
                  <a:lnTo>
                    <a:pt x="27647" y="211912"/>
                  </a:lnTo>
                  <a:lnTo>
                    <a:pt x="25" y="211912"/>
                  </a:lnTo>
                  <a:lnTo>
                    <a:pt x="25" y="248348"/>
                  </a:lnTo>
                  <a:lnTo>
                    <a:pt x="27647" y="248348"/>
                  </a:lnTo>
                  <a:lnTo>
                    <a:pt x="27647" y="294170"/>
                  </a:lnTo>
                  <a:lnTo>
                    <a:pt x="25" y="294170"/>
                  </a:lnTo>
                  <a:lnTo>
                    <a:pt x="25" y="330606"/>
                  </a:lnTo>
                  <a:lnTo>
                    <a:pt x="27647" y="330606"/>
                  </a:lnTo>
                  <a:lnTo>
                    <a:pt x="27647" y="376415"/>
                  </a:lnTo>
                  <a:lnTo>
                    <a:pt x="25" y="376415"/>
                  </a:lnTo>
                  <a:lnTo>
                    <a:pt x="25" y="412851"/>
                  </a:lnTo>
                  <a:lnTo>
                    <a:pt x="27647" y="412851"/>
                  </a:lnTo>
                  <a:lnTo>
                    <a:pt x="27647" y="458647"/>
                  </a:lnTo>
                  <a:lnTo>
                    <a:pt x="25" y="458647"/>
                  </a:lnTo>
                  <a:lnTo>
                    <a:pt x="25" y="495084"/>
                  </a:lnTo>
                  <a:lnTo>
                    <a:pt x="27647" y="495084"/>
                  </a:lnTo>
                  <a:lnTo>
                    <a:pt x="27647" y="540905"/>
                  </a:lnTo>
                  <a:lnTo>
                    <a:pt x="25" y="540905"/>
                  </a:lnTo>
                  <a:lnTo>
                    <a:pt x="25" y="577342"/>
                  </a:lnTo>
                  <a:lnTo>
                    <a:pt x="27647" y="577342"/>
                  </a:lnTo>
                  <a:lnTo>
                    <a:pt x="27647" y="623150"/>
                  </a:lnTo>
                  <a:lnTo>
                    <a:pt x="25" y="623150"/>
                  </a:lnTo>
                  <a:lnTo>
                    <a:pt x="25" y="659587"/>
                  </a:lnTo>
                  <a:lnTo>
                    <a:pt x="27647" y="659587"/>
                  </a:lnTo>
                  <a:lnTo>
                    <a:pt x="27647" y="705396"/>
                  </a:lnTo>
                  <a:lnTo>
                    <a:pt x="25" y="705396"/>
                  </a:lnTo>
                  <a:lnTo>
                    <a:pt x="25" y="741832"/>
                  </a:lnTo>
                  <a:lnTo>
                    <a:pt x="27647" y="741832"/>
                  </a:lnTo>
                  <a:lnTo>
                    <a:pt x="27647" y="787641"/>
                  </a:lnTo>
                  <a:lnTo>
                    <a:pt x="25" y="787641"/>
                  </a:lnTo>
                  <a:lnTo>
                    <a:pt x="25" y="824090"/>
                  </a:lnTo>
                  <a:lnTo>
                    <a:pt x="27647" y="824090"/>
                  </a:lnTo>
                  <a:lnTo>
                    <a:pt x="27647" y="869899"/>
                  </a:lnTo>
                  <a:lnTo>
                    <a:pt x="25" y="869899"/>
                  </a:lnTo>
                  <a:lnTo>
                    <a:pt x="25" y="906335"/>
                  </a:lnTo>
                  <a:lnTo>
                    <a:pt x="27647" y="906335"/>
                  </a:lnTo>
                  <a:lnTo>
                    <a:pt x="27647" y="952144"/>
                  </a:lnTo>
                  <a:lnTo>
                    <a:pt x="25" y="952144"/>
                  </a:lnTo>
                  <a:lnTo>
                    <a:pt x="25" y="988580"/>
                  </a:lnTo>
                  <a:lnTo>
                    <a:pt x="27647" y="988580"/>
                  </a:lnTo>
                  <a:lnTo>
                    <a:pt x="27647" y="1034376"/>
                  </a:lnTo>
                  <a:lnTo>
                    <a:pt x="25" y="1034376"/>
                  </a:lnTo>
                  <a:lnTo>
                    <a:pt x="25" y="1070825"/>
                  </a:lnTo>
                  <a:lnTo>
                    <a:pt x="27647" y="1070825"/>
                  </a:lnTo>
                  <a:lnTo>
                    <a:pt x="27647" y="1116634"/>
                  </a:lnTo>
                  <a:lnTo>
                    <a:pt x="25" y="1116634"/>
                  </a:lnTo>
                  <a:lnTo>
                    <a:pt x="25" y="1153071"/>
                  </a:lnTo>
                  <a:lnTo>
                    <a:pt x="27647" y="1153071"/>
                  </a:lnTo>
                  <a:lnTo>
                    <a:pt x="27647" y="1198880"/>
                  </a:lnTo>
                  <a:lnTo>
                    <a:pt x="25" y="1198880"/>
                  </a:lnTo>
                  <a:lnTo>
                    <a:pt x="25" y="1235316"/>
                  </a:lnTo>
                  <a:lnTo>
                    <a:pt x="27647" y="1235316"/>
                  </a:lnTo>
                  <a:lnTo>
                    <a:pt x="27647" y="1281125"/>
                  </a:lnTo>
                  <a:lnTo>
                    <a:pt x="25" y="1281125"/>
                  </a:lnTo>
                  <a:lnTo>
                    <a:pt x="25" y="1317561"/>
                  </a:lnTo>
                  <a:lnTo>
                    <a:pt x="27647" y="1317561"/>
                  </a:lnTo>
                  <a:lnTo>
                    <a:pt x="27647" y="1363383"/>
                  </a:lnTo>
                  <a:lnTo>
                    <a:pt x="25" y="1363383"/>
                  </a:lnTo>
                  <a:lnTo>
                    <a:pt x="25" y="1399819"/>
                  </a:lnTo>
                  <a:lnTo>
                    <a:pt x="27647" y="1399819"/>
                  </a:lnTo>
                  <a:lnTo>
                    <a:pt x="27647" y="1445628"/>
                  </a:lnTo>
                  <a:lnTo>
                    <a:pt x="25" y="1445628"/>
                  </a:lnTo>
                  <a:lnTo>
                    <a:pt x="25" y="1482064"/>
                  </a:lnTo>
                  <a:lnTo>
                    <a:pt x="27647" y="1482064"/>
                  </a:lnTo>
                  <a:lnTo>
                    <a:pt x="27647" y="1527873"/>
                  </a:lnTo>
                  <a:lnTo>
                    <a:pt x="25" y="1527873"/>
                  </a:lnTo>
                  <a:lnTo>
                    <a:pt x="25" y="1564309"/>
                  </a:lnTo>
                  <a:lnTo>
                    <a:pt x="27647" y="1564309"/>
                  </a:lnTo>
                  <a:lnTo>
                    <a:pt x="27647" y="1610118"/>
                  </a:lnTo>
                  <a:lnTo>
                    <a:pt x="25" y="1610118"/>
                  </a:lnTo>
                  <a:lnTo>
                    <a:pt x="25" y="1646567"/>
                  </a:lnTo>
                  <a:lnTo>
                    <a:pt x="27647" y="1646567"/>
                  </a:lnTo>
                  <a:lnTo>
                    <a:pt x="27647" y="1692363"/>
                  </a:lnTo>
                  <a:lnTo>
                    <a:pt x="25" y="1692363"/>
                  </a:lnTo>
                  <a:lnTo>
                    <a:pt x="25" y="1728800"/>
                  </a:lnTo>
                  <a:lnTo>
                    <a:pt x="27647" y="1728800"/>
                  </a:lnTo>
                  <a:lnTo>
                    <a:pt x="27647" y="1774609"/>
                  </a:lnTo>
                  <a:lnTo>
                    <a:pt x="25" y="1774609"/>
                  </a:lnTo>
                  <a:lnTo>
                    <a:pt x="25" y="1811045"/>
                  </a:lnTo>
                  <a:lnTo>
                    <a:pt x="27647" y="1811045"/>
                  </a:lnTo>
                  <a:lnTo>
                    <a:pt x="27647" y="1856854"/>
                  </a:lnTo>
                  <a:lnTo>
                    <a:pt x="25" y="1856854"/>
                  </a:lnTo>
                  <a:lnTo>
                    <a:pt x="25" y="1893303"/>
                  </a:lnTo>
                  <a:lnTo>
                    <a:pt x="27647" y="1893303"/>
                  </a:lnTo>
                  <a:lnTo>
                    <a:pt x="27647" y="1939112"/>
                  </a:lnTo>
                  <a:lnTo>
                    <a:pt x="25" y="1939112"/>
                  </a:lnTo>
                  <a:lnTo>
                    <a:pt x="25" y="1975548"/>
                  </a:lnTo>
                  <a:lnTo>
                    <a:pt x="27647" y="1975548"/>
                  </a:lnTo>
                  <a:lnTo>
                    <a:pt x="27647" y="2021357"/>
                  </a:lnTo>
                  <a:lnTo>
                    <a:pt x="25" y="2021357"/>
                  </a:lnTo>
                  <a:lnTo>
                    <a:pt x="25" y="2057793"/>
                  </a:lnTo>
                  <a:lnTo>
                    <a:pt x="27647" y="2057793"/>
                  </a:lnTo>
                  <a:lnTo>
                    <a:pt x="27647" y="2103602"/>
                  </a:lnTo>
                  <a:lnTo>
                    <a:pt x="25" y="2103602"/>
                  </a:lnTo>
                  <a:lnTo>
                    <a:pt x="25" y="2140051"/>
                  </a:lnTo>
                  <a:lnTo>
                    <a:pt x="27647" y="2140051"/>
                  </a:lnTo>
                  <a:lnTo>
                    <a:pt x="27647" y="2185847"/>
                  </a:lnTo>
                  <a:lnTo>
                    <a:pt x="25" y="2185847"/>
                  </a:lnTo>
                  <a:lnTo>
                    <a:pt x="25" y="2222284"/>
                  </a:lnTo>
                  <a:lnTo>
                    <a:pt x="27647" y="2222284"/>
                  </a:lnTo>
                  <a:lnTo>
                    <a:pt x="27647" y="2268093"/>
                  </a:lnTo>
                  <a:lnTo>
                    <a:pt x="25" y="2268093"/>
                  </a:lnTo>
                  <a:lnTo>
                    <a:pt x="25" y="2304529"/>
                  </a:lnTo>
                  <a:lnTo>
                    <a:pt x="27647" y="2304529"/>
                  </a:lnTo>
                  <a:lnTo>
                    <a:pt x="27647" y="2350338"/>
                  </a:lnTo>
                  <a:lnTo>
                    <a:pt x="25" y="2350338"/>
                  </a:lnTo>
                  <a:lnTo>
                    <a:pt x="25" y="2386787"/>
                  </a:lnTo>
                  <a:lnTo>
                    <a:pt x="27647" y="2386787"/>
                  </a:lnTo>
                  <a:lnTo>
                    <a:pt x="27647" y="2432596"/>
                  </a:lnTo>
                  <a:lnTo>
                    <a:pt x="25" y="2432596"/>
                  </a:lnTo>
                  <a:lnTo>
                    <a:pt x="25" y="2469032"/>
                  </a:lnTo>
                  <a:lnTo>
                    <a:pt x="27647" y="2469032"/>
                  </a:lnTo>
                  <a:lnTo>
                    <a:pt x="27647" y="2514841"/>
                  </a:lnTo>
                  <a:lnTo>
                    <a:pt x="25" y="2514841"/>
                  </a:lnTo>
                  <a:lnTo>
                    <a:pt x="25" y="2551277"/>
                  </a:lnTo>
                  <a:lnTo>
                    <a:pt x="27647" y="2551277"/>
                  </a:lnTo>
                  <a:lnTo>
                    <a:pt x="27647" y="2597086"/>
                  </a:lnTo>
                  <a:lnTo>
                    <a:pt x="25" y="2597086"/>
                  </a:lnTo>
                  <a:lnTo>
                    <a:pt x="25" y="2633522"/>
                  </a:lnTo>
                  <a:lnTo>
                    <a:pt x="27647" y="2633522"/>
                  </a:lnTo>
                  <a:lnTo>
                    <a:pt x="27647" y="2679331"/>
                  </a:lnTo>
                  <a:lnTo>
                    <a:pt x="25" y="2679331"/>
                  </a:lnTo>
                  <a:lnTo>
                    <a:pt x="25" y="2715780"/>
                  </a:lnTo>
                  <a:lnTo>
                    <a:pt x="27647" y="2715780"/>
                  </a:lnTo>
                  <a:lnTo>
                    <a:pt x="27647" y="3174022"/>
                  </a:lnTo>
                  <a:lnTo>
                    <a:pt x="474446" y="3174022"/>
                  </a:lnTo>
                  <a:lnTo>
                    <a:pt x="513880" y="3174022"/>
                  </a:lnTo>
                  <a:lnTo>
                    <a:pt x="513880" y="3209264"/>
                  </a:lnTo>
                  <a:lnTo>
                    <a:pt x="550316" y="3209264"/>
                  </a:lnTo>
                  <a:lnTo>
                    <a:pt x="550316" y="3174022"/>
                  </a:lnTo>
                  <a:lnTo>
                    <a:pt x="612508" y="3174022"/>
                  </a:lnTo>
                  <a:lnTo>
                    <a:pt x="612508" y="3208515"/>
                  </a:lnTo>
                  <a:lnTo>
                    <a:pt x="636562" y="3208515"/>
                  </a:lnTo>
                  <a:lnTo>
                    <a:pt x="636562" y="3174022"/>
                  </a:lnTo>
                  <a:lnTo>
                    <a:pt x="644245" y="3174022"/>
                  </a:lnTo>
                  <a:lnTo>
                    <a:pt x="644245" y="2715780"/>
                  </a:lnTo>
                  <a:lnTo>
                    <a:pt x="678205" y="2715780"/>
                  </a:lnTo>
                  <a:lnTo>
                    <a:pt x="678218" y="2679331"/>
                  </a:lnTo>
                  <a:lnTo>
                    <a:pt x="644245" y="2679331"/>
                  </a:lnTo>
                  <a:lnTo>
                    <a:pt x="644245" y="2633522"/>
                  </a:lnTo>
                  <a:lnTo>
                    <a:pt x="678205" y="2633522"/>
                  </a:lnTo>
                  <a:lnTo>
                    <a:pt x="678218" y="2597086"/>
                  </a:lnTo>
                  <a:lnTo>
                    <a:pt x="644245" y="2597086"/>
                  </a:lnTo>
                  <a:lnTo>
                    <a:pt x="644245" y="2551277"/>
                  </a:lnTo>
                  <a:lnTo>
                    <a:pt x="678205" y="2551277"/>
                  </a:lnTo>
                  <a:lnTo>
                    <a:pt x="678218" y="2514841"/>
                  </a:lnTo>
                  <a:lnTo>
                    <a:pt x="644245" y="2514841"/>
                  </a:lnTo>
                  <a:lnTo>
                    <a:pt x="644245" y="2469032"/>
                  </a:lnTo>
                  <a:lnTo>
                    <a:pt x="678205" y="2469032"/>
                  </a:lnTo>
                  <a:lnTo>
                    <a:pt x="678218" y="2432596"/>
                  </a:lnTo>
                  <a:lnTo>
                    <a:pt x="644245" y="2432596"/>
                  </a:lnTo>
                  <a:lnTo>
                    <a:pt x="644245" y="2386787"/>
                  </a:lnTo>
                  <a:lnTo>
                    <a:pt x="678205" y="2386787"/>
                  </a:lnTo>
                  <a:lnTo>
                    <a:pt x="678218" y="2350338"/>
                  </a:lnTo>
                  <a:lnTo>
                    <a:pt x="644245" y="2350338"/>
                  </a:lnTo>
                  <a:lnTo>
                    <a:pt x="644245" y="2304529"/>
                  </a:lnTo>
                  <a:lnTo>
                    <a:pt x="678205" y="2304529"/>
                  </a:lnTo>
                  <a:lnTo>
                    <a:pt x="678218" y="2268093"/>
                  </a:lnTo>
                  <a:lnTo>
                    <a:pt x="644245" y="2268093"/>
                  </a:lnTo>
                  <a:lnTo>
                    <a:pt x="644245" y="2222284"/>
                  </a:lnTo>
                  <a:lnTo>
                    <a:pt x="678205" y="2222284"/>
                  </a:lnTo>
                  <a:lnTo>
                    <a:pt x="678218" y="2185847"/>
                  </a:lnTo>
                  <a:lnTo>
                    <a:pt x="644245" y="2185847"/>
                  </a:lnTo>
                  <a:lnTo>
                    <a:pt x="644245" y="2140051"/>
                  </a:lnTo>
                  <a:lnTo>
                    <a:pt x="678205" y="2140051"/>
                  </a:lnTo>
                  <a:lnTo>
                    <a:pt x="678218" y="2103602"/>
                  </a:lnTo>
                  <a:lnTo>
                    <a:pt x="644245" y="2103602"/>
                  </a:lnTo>
                  <a:lnTo>
                    <a:pt x="644245" y="2057793"/>
                  </a:lnTo>
                  <a:lnTo>
                    <a:pt x="678205" y="2057793"/>
                  </a:lnTo>
                  <a:lnTo>
                    <a:pt x="678218" y="2021357"/>
                  </a:lnTo>
                  <a:lnTo>
                    <a:pt x="644245" y="2021357"/>
                  </a:lnTo>
                  <a:lnTo>
                    <a:pt x="644245" y="1975548"/>
                  </a:lnTo>
                  <a:lnTo>
                    <a:pt x="678205" y="1975548"/>
                  </a:lnTo>
                  <a:lnTo>
                    <a:pt x="678218" y="1939112"/>
                  </a:lnTo>
                  <a:lnTo>
                    <a:pt x="644245" y="1939112"/>
                  </a:lnTo>
                  <a:lnTo>
                    <a:pt x="644245" y="1893303"/>
                  </a:lnTo>
                  <a:lnTo>
                    <a:pt x="678205" y="1893303"/>
                  </a:lnTo>
                  <a:lnTo>
                    <a:pt x="678218" y="1856854"/>
                  </a:lnTo>
                  <a:lnTo>
                    <a:pt x="644245" y="1856854"/>
                  </a:lnTo>
                  <a:lnTo>
                    <a:pt x="644245" y="1811045"/>
                  </a:lnTo>
                  <a:lnTo>
                    <a:pt x="678205" y="1811045"/>
                  </a:lnTo>
                  <a:lnTo>
                    <a:pt x="678218" y="1774609"/>
                  </a:lnTo>
                  <a:lnTo>
                    <a:pt x="644245" y="1774609"/>
                  </a:lnTo>
                  <a:lnTo>
                    <a:pt x="644245" y="1728800"/>
                  </a:lnTo>
                  <a:lnTo>
                    <a:pt x="678205" y="1728800"/>
                  </a:lnTo>
                  <a:lnTo>
                    <a:pt x="678218" y="1692363"/>
                  </a:lnTo>
                  <a:lnTo>
                    <a:pt x="644245" y="1692363"/>
                  </a:lnTo>
                  <a:lnTo>
                    <a:pt x="644245" y="1646567"/>
                  </a:lnTo>
                  <a:lnTo>
                    <a:pt x="678205" y="1646567"/>
                  </a:lnTo>
                  <a:lnTo>
                    <a:pt x="678218" y="1610118"/>
                  </a:lnTo>
                  <a:lnTo>
                    <a:pt x="644245" y="1610118"/>
                  </a:lnTo>
                  <a:lnTo>
                    <a:pt x="644245" y="1564309"/>
                  </a:lnTo>
                  <a:lnTo>
                    <a:pt x="678205" y="1564309"/>
                  </a:lnTo>
                  <a:lnTo>
                    <a:pt x="678218" y="1527873"/>
                  </a:lnTo>
                  <a:lnTo>
                    <a:pt x="644245" y="1527873"/>
                  </a:lnTo>
                  <a:lnTo>
                    <a:pt x="644245" y="1482064"/>
                  </a:lnTo>
                  <a:lnTo>
                    <a:pt x="678205" y="1482064"/>
                  </a:lnTo>
                  <a:lnTo>
                    <a:pt x="678218" y="1445628"/>
                  </a:lnTo>
                  <a:lnTo>
                    <a:pt x="644245" y="1445628"/>
                  </a:lnTo>
                  <a:lnTo>
                    <a:pt x="644245" y="1399819"/>
                  </a:lnTo>
                  <a:lnTo>
                    <a:pt x="678205" y="1399819"/>
                  </a:lnTo>
                  <a:lnTo>
                    <a:pt x="678218" y="1363383"/>
                  </a:lnTo>
                  <a:lnTo>
                    <a:pt x="644245" y="1363383"/>
                  </a:lnTo>
                  <a:lnTo>
                    <a:pt x="644245" y="1317561"/>
                  </a:lnTo>
                  <a:lnTo>
                    <a:pt x="678205" y="1317561"/>
                  </a:lnTo>
                  <a:lnTo>
                    <a:pt x="678218" y="1281125"/>
                  </a:lnTo>
                  <a:lnTo>
                    <a:pt x="644245" y="1281125"/>
                  </a:lnTo>
                  <a:lnTo>
                    <a:pt x="644245" y="1235316"/>
                  </a:lnTo>
                  <a:lnTo>
                    <a:pt x="678205" y="1235316"/>
                  </a:lnTo>
                  <a:lnTo>
                    <a:pt x="678218" y="1198880"/>
                  </a:lnTo>
                  <a:lnTo>
                    <a:pt x="644245" y="1198880"/>
                  </a:lnTo>
                  <a:lnTo>
                    <a:pt x="644245" y="1153071"/>
                  </a:lnTo>
                  <a:lnTo>
                    <a:pt x="678205" y="1153071"/>
                  </a:lnTo>
                  <a:lnTo>
                    <a:pt x="678218" y="1116634"/>
                  </a:lnTo>
                  <a:lnTo>
                    <a:pt x="644245" y="1116634"/>
                  </a:lnTo>
                  <a:lnTo>
                    <a:pt x="644245" y="1070825"/>
                  </a:lnTo>
                  <a:lnTo>
                    <a:pt x="678205" y="1070825"/>
                  </a:lnTo>
                  <a:lnTo>
                    <a:pt x="678218" y="1034376"/>
                  </a:lnTo>
                  <a:lnTo>
                    <a:pt x="644245" y="1034376"/>
                  </a:lnTo>
                  <a:lnTo>
                    <a:pt x="644245" y="988580"/>
                  </a:lnTo>
                  <a:lnTo>
                    <a:pt x="678205" y="988580"/>
                  </a:lnTo>
                  <a:lnTo>
                    <a:pt x="678218" y="952144"/>
                  </a:lnTo>
                  <a:lnTo>
                    <a:pt x="644245" y="952144"/>
                  </a:lnTo>
                  <a:lnTo>
                    <a:pt x="644245" y="906335"/>
                  </a:lnTo>
                  <a:lnTo>
                    <a:pt x="678205" y="906335"/>
                  </a:lnTo>
                  <a:lnTo>
                    <a:pt x="678218" y="869899"/>
                  </a:lnTo>
                  <a:lnTo>
                    <a:pt x="644245" y="869899"/>
                  </a:lnTo>
                  <a:lnTo>
                    <a:pt x="644245" y="824090"/>
                  </a:lnTo>
                  <a:lnTo>
                    <a:pt x="678205" y="824090"/>
                  </a:lnTo>
                  <a:lnTo>
                    <a:pt x="678218" y="787641"/>
                  </a:lnTo>
                  <a:lnTo>
                    <a:pt x="644245" y="787641"/>
                  </a:lnTo>
                  <a:lnTo>
                    <a:pt x="644245" y="741832"/>
                  </a:lnTo>
                  <a:lnTo>
                    <a:pt x="678205" y="741832"/>
                  </a:lnTo>
                  <a:lnTo>
                    <a:pt x="678218" y="705396"/>
                  </a:lnTo>
                  <a:lnTo>
                    <a:pt x="644245" y="705396"/>
                  </a:lnTo>
                  <a:lnTo>
                    <a:pt x="644245" y="659587"/>
                  </a:lnTo>
                  <a:lnTo>
                    <a:pt x="678205" y="659587"/>
                  </a:lnTo>
                  <a:lnTo>
                    <a:pt x="678218" y="623150"/>
                  </a:lnTo>
                  <a:lnTo>
                    <a:pt x="644245" y="623150"/>
                  </a:lnTo>
                  <a:lnTo>
                    <a:pt x="644245" y="577342"/>
                  </a:lnTo>
                  <a:lnTo>
                    <a:pt x="678205" y="577342"/>
                  </a:lnTo>
                  <a:lnTo>
                    <a:pt x="678218" y="540905"/>
                  </a:lnTo>
                  <a:lnTo>
                    <a:pt x="644245" y="540905"/>
                  </a:lnTo>
                  <a:lnTo>
                    <a:pt x="644245" y="495084"/>
                  </a:lnTo>
                  <a:lnTo>
                    <a:pt x="678205" y="495084"/>
                  </a:lnTo>
                  <a:lnTo>
                    <a:pt x="678218" y="458647"/>
                  </a:lnTo>
                  <a:lnTo>
                    <a:pt x="644245" y="458647"/>
                  </a:lnTo>
                  <a:lnTo>
                    <a:pt x="644245" y="412851"/>
                  </a:lnTo>
                  <a:lnTo>
                    <a:pt x="678205" y="412851"/>
                  </a:lnTo>
                  <a:lnTo>
                    <a:pt x="678218" y="376415"/>
                  </a:lnTo>
                  <a:lnTo>
                    <a:pt x="644245" y="376415"/>
                  </a:lnTo>
                  <a:lnTo>
                    <a:pt x="644245" y="330606"/>
                  </a:lnTo>
                  <a:lnTo>
                    <a:pt x="678205" y="330606"/>
                  </a:lnTo>
                  <a:lnTo>
                    <a:pt x="678218" y="294170"/>
                  </a:lnTo>
                  <a:lnTo>
                    <a:pt x="644245" y="294170"/>
                  </a:lnTo>
                  <a:lnTo>
                    <a:pt x="644245" y="248348"/>
                  </a:lnTo>
                  <a:lnTo>
                    <a:pt x="678205" y="248348"/>
                  </a:lnTo>
                  <a:lnTo>
                    <a:pt x="678218" y="211912"/>
                  </a:lnTo>
                  <a:lnTo>
                    <a:pt x="644245" y="211912"/>
                  </a:lnTo>
                  <a:lnTo>
                    <a:pt x="644245" y="166103"/>
                  </a:lnTo>
                  <a:lnTo>
                    <a:pt x="678205" y="166103"/>
                  </a:lnTo>
                  <a:lnTo>
                    <a:pt x="678218" y="129667"/>
                  </a:lnTo>
                  <a:lnTo>
                    <a:pt x="644245" y="129667"/>
                  </a:lnTo>
                  <a:lnTo>
                    <a:pt x="644245" y="48907"/>
                  </a:lnTo>
                  <a:lnTo>
                    <a:pt x="678256" y="48907"/>
                  </a:lnTo>
                  <a:lnTo>
                    <a:pt x="678256" y="0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 descr=""/>
            <p:cNvSpPr/>
            <p:nvPr/>
          </p:nvSpPr>
          <p:spPr>
            <a:xfrm>
              <a:off x="9520758" y="4691500"/>
              <a:ext cx="942340" cy="3724910"/>
            </a:xfrm>
            <a:custGeom>
              <a:avLst/>
              <a:gdLst/>
              <a:ahLst/>
              <a:cxnLst/>
              <a:rect l="l" t="t" r="r" b="b"/>
              <a:pathLst>
                <a:path w="942340" h="3724909">
                  <a:moveTo>
                    <a:pt x="755154" y="213156"/>
                  </a:moveTo>
                  <a:lnTo>
                    <a:pt x="596188" y="0"/>
                  </a:lnTo>
                  <a:lnTo>
                    <a:pt x="473456" y="0"/>
                  </a:lnTo>
                  <a:lnTo>
                    <a:pt x="339788" y="0"/>
                  </a:lnTo>
                  <a:lnTo>
                    <a:pt x="180619" y="213156"/>
                  </a:lnTo>
                  <a:lnTo>
                    <a:pt x="230936" y="213156"/>
                  </a:lnTo>
                  <a:lnTo>
                    <a:pt x="230936" y="259270"/>
                  </a:lnTo>
                  <a:lnTo>
                    <a:pt x="579297" y="259270"/>
                  </a:lnTo>
                  <a:lnTo>
                    <a:pt x="719416" y="259270"/>
                  </a:lnTo>
                  <a:lnTo>
                    <a:pt x="719416" y="213156"/>
                  </a:lnTo>
                  <a:lnTo>
                    <a:pt x="755154" y="213156"/>
                  </a:lnTo>
                  <a:close/>
                </a:path>
                <a:path w="942340" h="3724909">
                  <a:moveTo>
                    <a:pt x="814247" y="2938602"/>
                  </a:moveTo>
                  <a:lnTo>
                    <a:pt x="639419" y="2938602"/>
                  </a:lnTo>
                  <a:lnTo>
                    <a:pt x="639419" y="2975051"/>
                  </a:lnTo>
                  <a:lnTo>
                    <a:pt x="814247" y="2975051"/>
                  </a:lnTo>
                  <a:lnTo>
                    <a:pt x="814247" y="2938602"/>
                  </a:lnTo>
                  <a:close/>
                </a:path>
                <a:path w="942340" h="3724909">
                  <a:moveTo>
                    <a:pt x="941870" y="3538156"/>
                  </a:moveTo>
                  <a:lnTo>
                    <a:pt x="894473" y="3538156"/>
                  </a:lnTo>
                  <a:lnTo>
                    <a:pt x="894473" y="3537788"/>
                  </a:lnTo>
                  <a:lnTo>
                    <a:pt x="894473" y="3504971"/>
                  </a:lnTo>
                  <a:lnTo>
                    <a:pt x="894473" y="3468535"/>
                  </a:lnTo>
                  <a:lnTo>
                    <a:pt x="814260" y="3468535"/>
                  </a:lnTo>
                  <a:lnTo>
                    <a:pt x="814260" y="3432086"/>
                  </a:lnTo>
                  <a:lnTo>
                    <a:pt x="639419" y="3432086"/>
                  </a:lnTo>
                  <a:lnTo>
                    <a:pt x="567563" y="3432086"/>
                  </a:lnTo>
                  <a:lnTo>
                    <a:pt x="567563" y="3386277"/>
                  </a:lnTo>
                  <a:lnTo>
                    <a:pt x="639419" y="3386277"/>
                  </a:lnTo>
                  <a:lnTo>
                    <a:pt x="814247" y="3386277"/>
                  </a:lnTo>
                  <a:lnTo>
                    <a:pt x="814260" y="3349841"/>
                  </a:lnTo>
                  <a:lnTo>
                    <a:pt x="639419" y="3349841"/>
                  </a:lnTo>
                  <a:lnTo>
                    <a:pt x="567563" y="3349841"/>
                  </a:lnTo>
                  <a:lnTo>
                    <a:pt x="567563" y="3304032"/>
                  </a:lnTo>
                  <a:lnTo>
                    <a:pt x="639419" y="3304032"/>
                  </a:lnTo>
                  <a:lnTo>
                    <a:pt x="814247" y="3304032"/>
                  </a:lnTo>
                  <a:lnTo>
                    <a:pt x="814260" y="3267595"/>
                  </a:lnTo>
                  <a:lnTo>
                    <a:pt x="639419" y="3267595"/>
                  </a:lnTo>
                  <a:lnTo>
                    <a:pt x="567563" y="3267595"/>
                  </a:lnTo>
                  <a:lnTo>
                    <a:pt x="567563" y="3221786"/>
                  </a:lnTo>
                  <a:lnTo>
                    <a:pt x="639419" y="3221786"/>
                  </a:lnTo>
                  <a:lnTo>
                    <a:pt x="814247" y="3221786"/>
                  </a:lnTo>
                  <a:lnTo>
                    <a:pt x="814260" y="3185350"/>
                  </a:lnTo>
                  <a:lnTo>
                    <a:pt x="639419" y="3185350"/>
                  </a:lnTo>
                  <a:lnTo>
                    <a:pt x="567563" y="3185350"/>
                  </a:lnTo>
                  <a:lnTo>
                    <a:pt x="567563" y="3139529"/>
                  </a:lnTo>
                  <a:lnTo>
                    <a:pt x="639419" y="3139529"/>
                  </a:lnTo>
                  <a:lnTo>
                    <a:pt x="814247" y="3139529"/>
                  </a:lnTo>
                  <a:lnTo>
                    <a:pt x="814260" y="3103092"/>
                  </a:lnTo>
                  <a:lnTo>
                    <a:pt x="639419" y="3103092"/>
                  </a:lnTo>
                  <a:lnTo>
                    <a:pt x="567563" y="3103092"/>
                  </a:lnTo>
                  <a:lnTo>
                    <a:pt x="567563" y="3057283"/>
                  </a:lnTo>
                  <a:lnTo>
                    <a:pt x="639419" y="3057283"/>
                  </a:lnTo>
                  <a:lnTo>
                    <a:pt x="814247" y="3057283"/>
                  </a:lnTo>
                  <a:lnTo>
                    <a:pt x="814260" y="3020847"/>
                  </a:lnTo>
                  <a:lnTo>
                    <a:pt x="639419" y="3020847"/>
                  </a:lnTo>
                  <a:lnTo>
                    <a:pt x="567563" y="3020847"/>
                  </a:lnTo>
                  <a:lnTo>
                    <a:pt x="567563" y="308178"/>
                  </a:lnTo>
                  <a:lnTo>
                    <a:pt x="531126" y="308178"/>
                  </a:lnTo>
                  <a:lnTo>
                    <a:pt x="531126" y="3020847"/>
                  </a:lnTo>
                  <a:lnTo>
                    <a:pt x="531126" y="3057283"/>
                  </a:lnTo>
                  <a:lnTo>
                    <a:pt x="531126" y="3432086"/>
                  </a:lnTo>
                  <a:lnTo>
                    <a:pt x="494042" y="3432086"/>
                  </a:lnTo>
                  <a:lnTo>
                    <a:pt x="494042" y="3386277"/>
                  </a:lnTo>
                  <a:lnTo>
                    <a:pt x="531126" y="3386277"/>
                  </a:lnTo>
                  <a:lnTo>
                    <a:pt x="531126" y="3349841"/>
                  </a:lnTo>
                  <a:lnTo>
                    <a:pt x="494042" y="3349841"/>
                  </a:lnTo>
                  <a:lnTo>
                    <a:pt x="494042" y="3304032"/>
                  </a:lnTo>
                  <a:lnTo>
                    <a:pt x="531126" y="3304032"/>
                  </a:lnTo>
                  <a:lnTo>
                    <a:pt x="531126" y="3267595"/>
                  </a:lnTo>
                  <a:lnTo>
                    <a:pt x="494042" y="3267595"/>
                  </a:lnTo>
                  <a:lnTo>
                    <a:pt x="494042" y="3221786"/>
                  </a:lnTo>
                  <a:lnTo>
                    <a:pt x="531126" y="3221786"/>
                  </a:lnTo>
                  <a:lnTo>
                    <a:pt x="531126" y="3185350"/>
                  </a:lnTo>
                  <a:lnTo>
                    <a:pt x="494042" y="3185350"/>
                  </a:lnTo>
                  <a:lnTo>
                    <a:pt x="494042" y="3139529"/>
                  </a:lnTo>
                  <a:lnTo>
                    <a:pt x="531126" y="3139529"/>
                  </a:lnTo>
                  <a:lnTo>
                    <a:pt x="531126" y="3103092"/>
                  </a:lnTo>
                  <a:lnTo>
                    <a:pt x="494042" y="3103092"/>
                  </a:lnTo>
                  <a:lnTo>
                    <a:pt x="494042" y="3057283"/>
                  </a:lnTo>
                  <a:lnTo>
                    <a:pt x="531126" y="3057283"/>
                  </a:lnTo>
                  <a:lnTo>
                    <a:pt x="531126" y="3020847"/>
                  </a:lnTo>
                  <a:lnTo>
                    <a:pt x="494042" y="3020847"/>
                  </a:lnTo>
                  <a:lnTo>
                    <a:pt x="494042" y="392582"/>
                  </a:lnTo>
                  <a:lnTo>
                    <a:pt x="494042" y="354482"/>
                  </a:lnTo>
                  <a:lnTo>
                    <a:pt x="456285" y="354482"/>
                  </a:lnTo>
                  <a:lnTo>
                    <a:pt x="456285" y="1098308"/>
                  </a:lnTo>
                  <a:lnTo>
                    <a:pt x="456285" y="1247851"/>
                  </a:lnTo>
                  <a:lnTo>
                    <a:pt x="456285" y="3267595"/>
                  </a:lnTo>
                  <a:lnTo>
                    <a:pt x="322135" y="3267595"/>
                  </a:lnTo>
                  <a:lnTo>
                    <a:pt x="322135" y="3221786"/>
                  </a:lnTo>
                  <a:lnTo>
                    <a:pt x="456285" y="3221786"/>
                  </a:lnTo>
                  <a:lnTo>
                    <a:pt x="456285" y="2975038"/>
                  </a:lnTo>
                  <a:lnTo>
                    <a:pt x="322135" y="2975038"/>
                  </a:lnTo>
                  <a:lnTo>
                    <a:pt x="322135" y="2855620"/>
                  </a:lnTo>
                  <a:lnTo>
                    <a:pt x="456285" y="2855620"/>
                  </a:lnTo>
                  <a:lnTo>
                    <a:pt x="456285" y="2563799"/>
                  </a:lnTo>
                  <a:lnTo>
                    <a:pt x="322135" y="2563799"/>
                  </a:lnTo>
                  <a:lnTo>
                    <a:pt x="322135" y="2445118"/>
                  </a:lnTo>
                  <a:lnTo>
                    <a:pt x="456285" y="2445118"/>
                  </a:lnTo>
                  <a:lnTo>
                    <a:pt x="456285" y="2234819"/>
                  </a:lnTo>
                  <a:lnTo>
                    <a:pt x="322135" y="2234819"/>
                  </a:lnTo>
                  <a:lnTo>
                    <a:pt x="322135" y="2118550"/>
                  </a:lnTo>
                  <a:lnTo>
                    <a:pt x="456285" y="2118550"/>
                  </a:lnTo>
                  <a:lnTo>
                    <a:pt x="456285" y="1903755"/>
                  </a:lnTo>
                  <a:lnTo>
                    <a:pt x="322135" y="1903755"/>
                  </a:lnTo>
                  <a:lnTo>
                    <a:pt x="322135" y="1787144"/>
                  </a:lnTo>
                  <a:lnTo>
                    <a:pt x="456285" y="1787144"/>
                  </a:lnTo>
                  <a:lnTo>
                    <a:pt x="456285" y="1576832"/>
                  </a:lnTo>
                  <a:lnTo>
                    <a:pt x="322135" y="1576832"/>
                  </a:lnTo>
                  <a:lnTo>
                    <a:pt x="322135" y="1458150"/>
                  </a:lnTo>
                  <a:lnTo>
                    <a:pt x="456285" y="1458150"/>
                  </a:lnTo>
                  <a:lnTo>
                    <a:pt x="456285" y="1247851"/>
                  </a:lnTo>
                  <a:lnTo>
                    <a:pt x="322135" y="1247851"/>
                  </a:lnTo>
                  <a:lnTo>
                    <a:pt x="322135" y="1098308"/>
                  </a:lnTo>
                  <a:lnTo>
                    <a:pt x="456285" y="1098308"/>
                  </a:lnTo>
                  <a:lnTo>
                    <a:pt x="456285" y="354482"/>
                  </a:lnTo>
                  <a:lnTo>
                    <a:pt x="284378" y="354482"/>
                  </a:lnTo>
                  <a:lnTo>
                    <a:pt x="284378" y="392582"/>
                  </a:lnTo>
                  <a:lnTo>
                    <a:pt x="284378" y="3020847"/>
                  </a:lnTo>
                  <a:lnTo>
                    <a:pt x="284378" y="3432086"/>
                  </a:lnTo>
                  <a:lnTo>
                    <a:pt x="243039" y="3432086"/>
                  </a:lnTo>
                  <a:lnTo>
                    <a:pt x="243039" y="3386277"/>
                  </a:lnTo>
                  <a:lnTo>
                    <a:pt x="284378" y="3386277"/>
                  </a:lnTo>
                  <a:lnTo>
                    <a:pt x="284378" y="3349841"/>
                  </a:lnTo>
                  <a:lnTo>
                    <a:pt x="243039" y="3349841"/>
                  </a:lnTo>
                  <a:lnTo>
                    <a:pt x="243039" y="3304032"/>
                  </a:lnTo>
                  <a:lnTo>
                    <a:pt x="284378" y="3304032"/>
                  </a:lnTo>
                  <a:lnTo>
                    <a:pt x="284378" y="3267595"/>
                  </a:lnTo>
                  <a:lnTo>
                    <a:pt x="243039" y="3267595"/>
                  </a:lnTo>
                  <a:lnTo>
                    <a:pt x="243039" y="3221786"/>
                  </a:lnTo>
                  <a:lnTo>
                    <a:pt x="284378" y="3221786"/>
                  </a:lnTo>
                  <a:lnTo>
                    <a:pt x="284378" y="3185350"/>
                  </a:lnTo>
                  <a:lnTo>
                    <a:pt x="243039" y="3185350"/>
                  </a:lnTo>
                  <a:lnTo>
                    <a:pt x="243039" y="3139529"/>
                  </a:lnTo>
                  <a:lnTo>
                    <a:pt x="284378" y="3139529"/>
                  </a:lnTo>
                  <a:lnTo>
                    <a:pt x="284378" y="3103092"/>
                  </a:lnTo>
                  <a:lnTo>
                    <a:pt x="243039" y="3103092"/>
                  </a:lnTo>
                  <a:lnTo>
                    <a:pt x="243039" y="3057283"/>
                  </a:lnTo>
                  <a:lnTo>
                    <a:pt x="284378" y="3057283"/>
                  </a:lnTo>
                  <a:lnTo>
                    <a:pt x="284378" y="3020847"/>
                  </a:lnTo>
                  <a:lnTo>
                    <a:pt x="243039" y="3020847"/>
                  </a:lnTo>
                  <a:lnTo>
                    <a:pt x="243039" y="308178"/>
                  </a:lnTo>
                  <a:lnTo>
                    <a:pt x="206603" y="308178"/>
                  </a:lnTo>
                  <a:lnTo>
                    <a:pt x="206603" y="3020847"/>
                  </a:lnTo>
                  <a:lnTo>
                    <a:pt x="136067" y="3020847"/>
                  </a:lnTo>
                  <a:lnTo>
                    <a:pt x="136067" y="3057283"/>
                  </a:lnTo>
                  <a:lnTo>
                    <a:pt x="206603" y="3057283"/>
                  </a:lnTo>
                  <a:lnTo>
                    <a:pt x="206603" y="3103092"/>
                  </a:lnTo>
                  <a:lnTo>
                    <a:pt x="136067" y="3103092"/>
                  </a:lnTo>
                  <a:lnTo>
                    <a:pt x="136067" y="3139529"/>
                  </a:lnTo>
                  <a:lnTo>
                    <a:pt x="206603" y="3139529"/>
                  </a:lnTo>
                  <a:lnTo>
                    <a:pt x="206603" y="3185350"/>
                  </a:lnTo>
                  <a:lnTo>
                    <a:pt x="136067" y="3185350"/>
                  </a:lnTo>
                  <a:lnTo>
                    <a:pt x="136067" y="3221786"/>
                  </a:lnTo>
                  <a:lnTo>
                    <a:pt x="206603" y="3221786"/>
                  </a:lnTo>
                  <a:lnTo>
                    <a:pt x="206603" y="3267595"/>
                  </a:lnTo>
                  <a:lnTo>
                    <a:pt x="136067" y="3267595"/>
                  </a:lnTo>
                  <a:lnTo>
                    <a:pt x="136067" y="3304032"/>
                  </a:lnTo>
                  <a:lnTo>
                    <a:pt x="206603" y="3304032"/>
                  </a:lnTo>
                  <a:lnTo>
                    <a:pt x="206603" y="3349841"/>
                  </a:lnTo>
                  <a:lnTo>
                    <a:pt x="136067" y="3349841"/>
                  </a:lnTo>
                  <a:lnTo>
                    <a:pt x="136067" y="3386277"/>
                  </a:lnTo>
                  <a:lnTo>
                    <a:pt x="206603" y="3386277"/>
                  </a:lnTo>
                  <a:lnTo>
                    <a:pt x="206603" y="3432086"/>
                  </a:lnTo>
                  <a:lnTo>
                    <a:pt x="136067" y="3432086"/>
                  </a:lnTo>
                  <a:lnTo>
                    <a:pt x="136067" y="3468535"/>
                  </a:lnTo>
                  <a:lnTo>
                    <a:pt x="63715" y="3468535"/>
                  </a:lnTo>
                  <a:lnTo>
                    <a:pt x="63715" y="3504971"/>
                  </a:lnTo>
                  <a:lnTo>
                    <a:pt x="63715" y="3537788"/>
                  </a:lnTo>
                  <a:lnTo>
                    <a:pt x="731761" y="3537788"/>
                  </a:lnTo>
                  <a:lnTo>
                    <a:pt x="731761" y="3538156"/>
                  </a:lnTo>
                  <a:lnTo>
                    <a:pt x="0" y="3538156"/>
                  </a:lnTo>
                  <a:lnTo>
                    <a:pt x="0" y="3569893"/>
                  </a:lnTo>
                  <a:lnTo>
                    <a:pt x="0" y="3724605"/>
                  </a:lnTo>
                  <a:lnTo>
                    <a:pt x="762965" y="3724605"/>
                  </a:lnTo>
                  <a:lnTo>
                    <a:pt x="941870" y="3724605"/>
                  </a:lnTo>
                  <a:lnTo>
                    <a:pt x="941870" y="3569906"/>
                  </a:lnTo>
                  <a:lnTo>
                    <a:pt x="941870" y="3538169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01" name="object 401" descr=""/>
          <p:cNvSpPr/>
          <p:nvPr/>
        </p:nvSpPr>
        <p:spPr>
          <a:xfrm>
            <a:off x="10505389" y="5249335"/>
            <a:ext cx="528320" cy="464820"/>
          </a:xfrm>
          <a:custGeom>
            <a:avLst/>
            <a:gdLst/>
            <a:ahLst/>
            <a:cxnLst/>
            <a:rect l="l" t="t" r="r" b="b"/>
            <a:pathLst>
              <a:path w="528320" h="464820">
                <a:moveTo>
                  <a:pt x="528116" y="187083"/>
                </a:moveTo>
                <a:lnTo>
                  <a:pt x="491655" y="187083"/>
                </a:lnTo>
                <a:lnTo>
                  <a:pt x="491490" y="185356"/>
                </a:lnTo>
                <a:lnTo>
                  <a:pt x="477964" y="141782"/>
                </a:lnTo>
                <a:lnTo>
                  <a:pt x="456565" y="102349"/>
                </a:lnTo>
                <a:lnTo>
                  <a:pt x="428205" y="67995"/>
                </a:lnTo>
                <a:lnTo>
                  <a:pt x="393852" y="39636"/>
                </a:lnTo>
                <a:lnTo>
                  <a:pt x="354418" y="18237"/>
                </a:lnTo>
                <a:lnTo>
                  <a:pt x="310845" y="4711"/>
                </a:lnTo>
                <a:lnTo>
                  <a:pt x="264058" y="0"/>
                </a:lnTo>
                <a:lnTo>
                  <a:pt x="217271" y="4711"/>
                </a:lnTo>
                <a:lnTo>
                  <a:pt x="173685" y="18237"/>
                </a:lnTo>
                <a:lnTo>
                  <a:pt x="134251" y="39636"/>
                </a:lnTo>
                <a:lnTo>
                  <a:pt x="99898" y="67995"/>
                </a:lnTo>
                <a:lnTo>
                  <a:pt x="71551" y="102349"/>
                </a:lnTo>
                <a:lnTo>
                  <a:pt x="50152" y="141782"/>
                </a:lnTo>
                <a:lnTo>
                  <a:pt x="36626" y="185356"/>
                </a:lnTo>
                <a:lnTo>
                  <a:pt x="36449" y="187083"/>
                </a:lnTo>
                <a:lnTo>
                  <a:pt x="0" y="187083"/>
                </a:lnTo>
                <a:lnTo>
                  <a:pt x="0" y="336727"/>
                </a:lnTo>
                <a:lnTo>
                  <a:pt x="57861" y="336727"/>
                </a:lnTo>
                <a:lnTo>
                  <a:pt x="71551" y="361937"/>
                </a:lnTo>
                <a:lnTo>
                  <a:pt x="99898" y="396303"/>
                </a:lnTo>
                <a:lnTo>
                  <a:pt x="134251" y="424649"/>
                </a:lnTo>
                <a:lnTo>
                  <a:pt x="173685" y="446049"/>
                </a:lnTo>
                <a:lnTo>
                  <a:pt x="217271" y="459574"/>
                </a:lnTo>
                <a:lnTo>
                  <a:pt x="264058" y="464299"/>
                </a:lnTo>
                <a:lnTo>
                  <a:pt x="310845" y="459574"/>
                </a:lnTo>
                <a:lnTo>
                  <a:pt x="354418" y="446049"/>
                </a:lnTo>
                <a:lnTo>
                  <a:pt x="393852" y="424649"/>
                </a:lnTo>
                <a:lnTo>
                  <a:pt x="428205" y="396303"/>
                </a:lnTo>
                <a:lnTo>
                  <a:pt x="456565" y="361937"/>
                </a:lnTo>
                <a:lnTo>
                  <a:pt x="470242" y="336727"/>
                </a:lnTo>
                <a:lnTo>
                  <a:pt x="528116" y="336727"/>
                </a:lnTo>
                <a:lnTo>
                  <a:pt x="528116" y="187083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02" name="object 402" descr=""/>
          <p:cNvSpPr/>
          <p:nvPr/>
        </p:nvSpPr>
        <p:spPr>
          <a:xfrm>
            <a:off x="10386504" y="5586062"/>
            <a:ext cx="755650" cy="2835910"/>
          </a:xfrm>
          <a:custGeom>
            <a:avLst/>
            <a:gdLst/>
            <a:ahLst/>
            <a:cxnLst/>
            <a:rect l="l" t="t" r="r" b="b"/>
            <a:pathLst>
              <a:path w="755650" h="2835909">
                <a:moveTo>
                  <a:pt x="755611" y="218389"/>
                </a:moveTo>
                <a:lnTo>
                  <a:pt x="676516" y="218389"/>
                </a:lnTo>
                <a:lnTo>
                  <a:pt x="676516" y="50050"/>
                </a:lnTo>
                <a:lnTo>
                  <a:pt x="676516" y="0"/>
                </a:lnTo>
                <a:lnTo>
                  <a:pt x="489851" y="0"/>
                </a:lnTo>
                <a:lnTo>
                  <a:pt x="91198" y="0"/>
                </a:lnTo>
                <a:lnTo>
                  <a:pt x="91198" y="50050"/>
                </a:lnTo>
                <a:lnTo>
                  <a:pt x="91198" y="218389"/>
                </a:lnTo>
                <a:lnTo>
                  <a:pt x="0" y="218389"/>
                </a:lnTo>
                <a:lnTo>
                  <a:pt x="0" y="2835503"/>
                </a:lnTo>
                <a:lnTo>
                  <a:pt x="538378" y="2835503"/>
                </a:lnTo>
                <a:lnTo>
                  <a:pt x="755611" y="2835503"/>
                </a:lnTo>
                <a:lnTo>
                  <a:pt x="755611" y="218389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03" name="object 403" descr=""/>
          <p:cNvSpPr/>
          <p:nvPr/>
        </p:nvSpPr>
        <p:spPr>
          <a:xfrm>
            <a:off x="10477712" y="5490178"/>
            <a:ext cx="585470" cy="50165"/>
          </a:xfrm>
          <a:custGeom>
            <a:avLst/>
            <a:gdLst/>
            <a:ahLst/>
            <a:cxnLst/>
            <a:rect l="l" t="t" r="r" b="b"/>
            <a:pathLst>
              <a:path w="585470" h="50164">
                <a:moveTo>
                  <a:pt x="585312" y="0"/>
                </a:moveTo>
                <a:lnTo>
                  <a:pt x="0" y="0"/>
                </a:lnTo>
                <a:lnTo>
                  <a:pt x="0" y="50050"/>
                </a:lnTo>
                <a:lnTo>
                  <a:pt x="585312" y="50050"/>
                </a:lnTo>
                <a:lnTo>
                  <a:pt x="58531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04" name="object 404" descr=""/>
          <p:cNvSpPr/>
          <p:nvPr/>
        </p:nvSpPr>
        <p:spPr>
          <a:xfrm>
            <a:off x="10544371" y="5588114"/>
            <a:ext cx="207010" cy="614680"/>
          </a:xfrm>
          <a:custGeom>
            <a:avLst/>
            <a:gdLst/>
            <a:ahLst/>
            <a:cxnLst/>
            <a:rect l="l" t="t" r="r" b="b"/>
            <a:pathLst>
              <a:path w="207009" h="614679">
                <a:moveTo>
                  <a:pt x="207009" y="0"/>
                </a:moveTo>
                <a:lnTo>
                  <a:pt x="0" y="0"/>
                </a:lnTo>
                <a:lnTo>
                  <a:pt x="0" y="510549"/>
                </a:lnTo>
                <a:lnTo>
                  <a:pt x="8134" y="550837"/>
                </a:lnTo>
                <a:lnTo>
                  <a:pt x="30317" y="583737"/>
                </a:lnTo>
                <a:lnTo>
                  <a:pt x="63217" y="605920"/>
                </a:lnTo>
                <a:lnTo>
                  <a:pt x="103504" y="614054"/>
                </a:lnTo>
                <a:lnTo>
                  <a:pt x="143796" y="605920"/>
                </a:lnTo>
                <a:lnTo>
                  <a:pt x="176696" y="583737"/>
                </a:lnTo>
                <a:lnTo>
                  <a:pt x="198876" y="550837"/>
                </a:lnTo>
                <a:lnTo>
                  <a:pt x="207009" y="510549"/>
                </a:lnTo>
                <a:lnTo>
                  <a:pt x="207009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05" name="object 405" descr=""/>
          <p:cNvSpPr/>
          <p:nvPr/>
        </p:nvSpPr>
        <p:spPr>
          <a:xfrm>
            <a:off x="10558818" y="6559403"/>
            <a:ext cx="160655" cy="829310"/>
          </a:xfrm>
          <a:custGeom>
            <a:avLst/>
            <a:gdLst/>
            <a:ahLst/>
            <a:cxnLst/>
            <a:rect l="l" t="t" r="r" b="b"/>
            <a:pathLst>
              <a:path w="160654" h="829309">
                <a:moveTo>
                  <a:pt x="154216" y="628713"/>
                </a:moveTo>
                <a:lnTo>
                  <a:pt x="0" y="628713"/>
                </a:lnTo>
                <a:lnTo>
                  <a:pt x="0" y="829310"/>
                </a:lnTo>
                <a:lnTo>
                  <a:pt x="154216" y="829310"/>
                </a:lnTo>
                <a:lnTo>
                  <a:pt x="154216" y="628713"/>
                </a:lnTo>
                <a:close/>
              </a:path>
              <a:path w="160654" h="829309">
                <a:moveTo>
                  <a:pt x="154216" y="383882"/>
                </a:moveTo>
                <a:lnTo>
                  <a:pt x="0" y="383882"/>
                </a:lnTo>
                <a:lnTo>
                  <a:pt x="0" y="584466"/>
                </a:lnTo>
                <a:lnTo>
                  <a:pt x="154216" y="584466"/>
                </a:lnTo>
                <a:lnTo>
                  <a:pt x="154216" y="383882"/>
                </a:lnTo>
                <a:close/>
              </a:path>
              <a:path w="160654" h="829309">
                <a:moveTo>
                  <a:pt x="154216" y="156654"/>
                </a:moveTo>
                <a:lnTo>
                  <a:pt x="0" y="156654"/>
                </a:lnTo>
                <a:lnTo>
                  <a:pt x="0" y="357238"/>
                </a:lnTo>
                <a:lnTo>
                  <a:pt x="154216" y="357238"/>
                </a:lnTo>
                <a:lnTo>
                  <a:pt x="154216" y="156654"/>
                </a:lnTo>
                <a:close/>
              </a:path>
              <a:path w="160654" h="829309">
                <a:moveTo>
                  <a:pt x="160147" y="0"/>
                </a:moveTo>
                <a:lnTo>
                  <a:pt x="5930" y="0"/>
                </a:lnTo>
                <a:lnTo>
                  <a:pt x="5930" y="125399"/>
                </a:lnTo>
                <a:lnTo>
                  <a:pt x="160147" y="125399"/>
                </a:lnTo>
                <a:lnTo>
                  <a:pt x="160147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06" name="object 406" descr=""/>
          <p:cNvSpPr/>
          <p:nvPr/>
        </p:nvSpPr>
        <p:spPr>
          <a:xfrm>
            <a:off x="10448656" y="5856010"/>
            <a:ext cx="33020" cy="46355"/>
          </a:xfrm>
          <a:custGeom>
            <a:avLst/>
            <a:gdLst/>
            <a:ahLst/>
            <a:cxnLst/>
            <a:rect l="l" t="t" r="r" b="b"/>
            <a:pathLst>
              <a:path w="33020" h="46354">
                <a:moveTo>
                  <a:pt x="32616" y="0"/>
                </a:moveTo>
                <a:lnTo>
                  <a:pt x="0" y="0"/>
                </a:lnTo>
                <a:lnTo>
                  <a:pt x="0" y="45810"/>
                </a:lnTo>
                <a:lnTo>
                  <a:pt x="32616" y="45810"/>
                </a:lnTo>
                <a:lnTo>
                  <a:pt x="32616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07" name="object 407" descr=""/>
          <p:cNvSpPr/>
          <p:nvPr/>
        </p:nvSpPr>
        <p:spPr>
          <a:xfrm>
            <a:off x="10815262" y="5856010"/>
            <a:ext cx="33020" cy="46355"/>
          </a:xfrm>
          <a:custGeom>
            <a:avLst/>
            <a:gdLst/>
            <a:ahLst/>
            <a:cxnLst/>
            <a:rect l="l" t="t" r="r" b="b"/>
            <a:pathLst>
              <a:path w="33020" h="46354">
                <a:moveTo>
                  <a:pt x="32616" y="0"/>
                </a:moveTo>
                <a:lnTo>
                  <a:pt x="0" y="0"/>
                </a:lnTo>
                <a:lnTo>
                  <a:pt x="0" y="45810"/>
                </a:lnTo>
                <a:lnTo>
                  <a:pt x="32616" y="45810"/>
                </a:lnTo>
                <a:lnTo>
                  <a:pt x="32616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08" name="object 408" descr=""/>
          <p:cNvSpPr/>
          <p:nvPr/>
        </p:nvSpPr>
        <p:spPr>
          <a:xfrm>
            <a:off x="10448268" y="5934311"/>
            <a:ext cx="33020" cy="46355"/>
          </a:xfrm>
          <a:custGeom>
            <a:avLst/>
            <a:gdLst/>
            <a:ahLst/>
            <a:cxnLst/>
            <a:rect l="l" t="t" r="r" b="b"/>
            <a:pathLst>
              <a:path w="33020" h="46354">
                <a:moveTo>
                  <a:pt x="32616" y="0"/>
                </a:moveTo>
                <a:lnTo>
                  <a:pt x="0" y="0"/>
                </a:lnTo>
                <a:lnTo>
                  <a:pt x="0" y="45810"/>
                </a:lnTo>
                <a:lnTo>
                  <a:pt x="32616" y="45810"/>
                </a:lnTo>
                <a:lnTo>
                  <a:pt x="32616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09" name="object 409" descr=""/>
          <p:cNvSpPr/>
          <p:nvPr/>
        </p:nvSpPr>
        <p:spPr>
          <a:xfrm>
            <a:off x="10814874" y="5934311"/>
            <a:ext cx="33020" cy="46355"/>
          </a:xfrm>
          <a:custGeom>
            <a:avLst/>
            <a:gdLst/>
            <a:ahLst/>
            <a:cxnLst/>
            <a:rect l="l" t="t" r="r" b="b"/>
            <a:pathLst>
              <a:path w="33020" h="46354">
                <a:moveTo>
                  <a:pt x="32616" y="0"/>
                </a:moveTo>
                <a:lnTo>
                  <a:pt x="0" y="0"/>
                </a:lnTo>
                <a:lnTo>
                  <a:pt x="0" y="45810"/>
                </a:lnTo>
                <a:lnTo>
                  <a:pt x="32616" y="45810"/>
                </a:lnTo>
                <a:lnTo>
                  <a:pt x="32616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10" name="object 410" descr=""/>
          <p:cNvSpPr/>
          <p:nvPr/>
        </p:nvSpPr>
        <p:spPr>
          <a:xfrm>
            <a:off x="10447870" y="6012623"/>
            <a:ext cx="33020" cy="46355"/>
          </a:xfrm>
          <a:custGeom>
            <a:avLst/>
            <a:gdLst/>
            <a:ahLst/>
            <a:cxnLst/>
            <a:rect l="l" t="t" r="r" b="b"/>
            <a:pathLst>
              <a:path w="33020" h="46354">
                <a:moveTo>
                  <a:pt x="32616" y="0"/>
                </a:moveTo>
                <a:lnTo>
                  <a:pt x="0" y="0"/>
                </a:lnTo>
                <a:lnTo>
                  <a:pt x="0" y="45810"/>
                </a:lnTo>
                <a:lnTo>
                  <a:pt x="32616" y="45810"/>
                </a:lnTo>
                <a:lnTo>
                  <a:pt x="32616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11" name="object 411" descr=""/>
          <p:cNvSpPr/>
          <p:nvPr/>
        </p:nvSpPr>
        <p:spPr>
          <a:xfrm>
            <a:off x="10814487" y="6012623"/>
            <a:ext cx="33020" cy="46355"/>
          </a:xfrm>
          <a:custGeom>
            <a:avLst/>
            <a:gdLst/>
            <a:ahLst/>
            <a:cxnLst/>
            <a:rect l="l" t="t" r="r" b="b"/>
            <a:pathLst>
              <a:path w="33020" h="46354">
                <a:moveTo>
                  <a:pt x="32616" y="0"/>
                </a:moveTo>
                <a:lnTo>
                  <a:pt x="0" y="0"/>
                </a:lnTo>
                <a:lnTo>
                  <a:pt x="0" y="45810"/>
                </a:lnTo>
                <a:lnTo>
                  <a:pt x="32616" y="45810"/>
                </a:lnTo>
                <a:lnTo>
                  <a:pt x="32616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12" name="object 412" descr=""/>
          <p:cNvSpPr/>
          <p:nvPr/>
        </p:nvSpPr>
        <p:spPr>
          <a:xfrm>
            <a:off x="10447483" y="6090924"/>
            <a:ext cx="33020" cy="46355"/>
          </a:xfrm>
          <a:custGeom>
            <a:avLst/>
            <a:gdLst/>
            <a:ahLst/>
            <a:cxnLst/>
            <a:rect l="l" t="t" r="r" b="b"/>
            <a:pathLst>
              <a:path w="33020" h="46354">
                <a:moveTo>
                  <a:pt x="32616" y="0"/>
                </a:moveTo>
                <a:lnTo>
                  <a:pt x="0" y="0"/>
                </a:lnTo>
                <a:lnTo>
                  <a:pt x="0" y="45810"/>
                </a:lnTo>
                <a:lnTo>
                  <a:pt x="32616" y="45810"/>
                </a:lnTo>
                <a:lnTo>
                  <a:pt x="32616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13" name="object 413" descr=""/>
          <p:cNvSpPr/>
          <p:nvPr/>
        </p:nvSpPr>
        <p:spPr>
          <a:xfrm>
            <a:off x="10814100" y="6090924"/>
            <a:ext cx="33020" cy="46355"/>
          </a:xfrm>
          <a:custGeom>
            <a:avLst/>
            <a:gdLst/>
            <a:ahLst/>
            <a:cxnLst/>
            <a:rect l="l" t="t" r="r" b="b"/>
            <a:pathLst>
              <a:path w="33020" h="46354">
                <a:moveTo>
                  <a:pt x="32616" y="0"/>
                </a:moveTo>
                <a:lnTo>
                  <a:pt x="0" y="0"/>
                </a:lnTo>
                <a:lnTo>
                  <a:pt x="0" y="45810"/>
                </a:lnTo>
                <a:lnTo>
                  <a:pt x="32616" y="45810"/>
                </a:lnTo>
                <a:lnTo>
                  <a:pt x="32616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14" name="object 414" descr=""/>
          <p:cNvSpPr/>
          <p:nvPr/>
        </p:nvSpPr>
        <p:spPr>
          <a:xfrm>
            <a:off x="10447095" y="6169236"/>
            <a:ext cx="33020" cy="46355"/>
          </a:xfrm>
          <a:custGeom>
            <a:avLst/>
            <a:gdLst/>
            <a:ahLst/>
            <a:cxnLst/>
            <a:rect l="l" t="t" r="r" b="b"/>
            <a:pathLst>
              <a:path w="33020" h="46354">
                <a:moveTo>
                  <a:pt x="32616" y="0"/>
                </a:moveTo>
                <a:lnTo>
                  <a:pt x="0" y="0"/>
                </a:lnTo>
                <a:lnTo>
                  <a:pt x="0" y="45810"/>
                </a:lnTo>
                <a:lnTo>
                  <a:pt x="32616" y="45810"/>
                </a:lnTo>
                <a:lnTo>
                  <a:pt x="32616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15" name="object 415" descr=""/>
          <p:cNvSpPr/>
          <p:nvPr/>
        </p:nvSpPr>
        <p:spPr>
          <a:xfrm>
            <a:off x="10813701" y="6169236"/>
            <a:ext cx="33020" cy="46355"/>
          </a:xfrm>
          <a:custGeom>
            <a:avLst/>
            <a:gdLst/>
            <a:ahLst/>
            <a:cxnLst/>
            <a:rect l="l" t="t" r="r" b="b"/>
            <a:pathLst>
              <a:path w="33020" h="46354">
                <a:moveTo>
                  <a:pt x="32616" y="0"/>
                </a:moveTo>
                <a:lnTo>
                  <a:pt x="0" y="0"/>
                </a:lnTo>
                <a:lnTo>
                  <a:pt x="0" y="45810"/>
                </a:lnTo>
                <a:lnTo>
                  <a:pt x="32616" y="45810"/>
                </a:lnTo>
                <a:lnTo>
                  <a:pt x="32616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16" name="object 416" descr=""/>
          <p:cNvSpPr/>
          <p:nvPr/>
        </p:nvSpPr>
        <p:spPr>
          <a:xfrm>
            <a:off x="10446708" y="6247537"/>
            <a:ext cx="33020" cy="46355"/>
          </a:xfrm>
          <a:custGeom>
            <a:avLst/>
            <a:gdLst/>
            <a:ahLst/>
            <a:cxnLst/>
            <a:rect l="l" t="t" r="r" b="b"/>
            <a:pathLst>
              <a:path w="33020" h="46354">
                <a:moveTo>
                  <a:pt x="32616" y="0"/>
                </a:moveTo>
                <a:lnTo>
                  <a:pt x="0" y="0"/>
                </a:lnTo>
                <a:lnTo>
                  <a:pt x="0" y="45810"/>
                </a:lnTo>
                <a:lnTo>
                  <a:pt x="32616" y="45810"/>
                </a:lnTo>
                <a:lnTo>
                  <a:pt x="32616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17" name="object 417" descr=""/>
          <p:cNvSpPr/>
          <p:nvPr/>
        </p:nvSpPr>
        <p:spPr>
          <a:xfrm>
            <a:off x="10813314" y="6247537"/>
            <a:ext cx="33020" cy="46355"/>
          </a:xfrm>
          <a:custGeom>
            <a:avLst/>
            <a:gdLst/>
            <a:ahLst/>
            <a:cxnLst/>
            <a:rect l="l" t="t" r="r" b="b"/>
            <a:pathLst>
              <a:path w="33020" h="46354">
                <a:moveTo>
                  <a:pt x="32616" y="0"/>
                </a:moveTo>
                <a:lnTo>
                  <a:pt x="0" y="0"/>
                </a:lnTo>
                <a:lnTo>
                  <a:pt x="0" y="45810"/>
                </a:lnTo>
                <a:lnTo>
                  <a:pt x="32616" y="45810"/>
                </a:lnTo>
                <a:lnTo>
                  <a:pt x="32616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18" name="object 418" descr=""/>
          <p:cNvSpPr/>
          <p:nvPr/>
        </p:nvSpPr>
        <p:spPr>
          <a:xfrm>
            <a:off x="10445140" y="6560775"/>
            <a:ext cx="87630" cy="46355"/>
          </a:xfrm>
          <a:custGeom>
            <a:avLst/>
            <a:gdLst/>
            <a:ahLst/>
            <a:cxnLst/>
            <a:rect l="l" t="t" r="r" b="b"/>
            <a:pathLst>
              <a:path w="87629" h="46354">
                <a:moveTo>
                  <a:pt x="32613" y="0"/>
                </a:moveTo>
                <a:lnTo>
                  <a:pt x="0" y="0"/>
                </a:lnTo>
                <a:lnTo>
                  <a:pt x="0" y="45808"/>
                </a:lnTo>
                <a:lnTo>
                  <a:pt x="32613" y="45808"/>
                </a:lnTo>
                <a:lnTo>
                  <a:pt x="32613" y="0"/>
                </a:lnTo>
                <a:close/>
              </a:path>
              <a:path w="87629" h="46354">
                <a:moveTo>
                  <a:pt x="87198" y="0"/>
                </a:moveTo>
                <a:lnTo>
                  <a:pt x="54571" y="0"/>
                </a:lnTo>
                <a:lnTo>
                  <a:pt x="54571" y="45808"/>
                </a:lnTo>
                <a:lnTo>
                  <a:pt x="87198" y="45808"/>
                </a:lnTo>
                <a:lnTo>
                  <a:pt x="87198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19" name="object 419" descr=""/>
          <p:cNvSpPr/>
          <p:nvPr/>
        </p:nvSpPr>
        <p:spPr>
          <a:xfrm>
            <a:off x="10757573" y="6560775"/>
            <a:ext cx="87630" cy="46355"/>
          </a:xfrm>
          <a:custGeom>
            <a:avLst/>
            <a:gdLst/>
            <a:ahLst/>
            <a:cxnLst/>
            <a:rect l="l" t="t" r="r" b="b"/>
            <a:pathLst>
              <a:path w="87629" h="46354">
                <a:moveTo>
                  <a:pt x="32613" y="0"/>
                </a:moveTo>
                <a:lnTo>
                  <a:pt x="0" y="0"/>
                </a:lnTo>
                <a:lnTo>
                  <a:pt x="0" y="45808"/>
                </a:lnTo>
                <a:lnTo>
                  <a:pt x="32613" y="45808"/>
                </a:lnTo>
                <a:lnTo>
                  <a:pt x="32613" y="0"/>
                </a:lnTo>
                <a:close/>
              </a:path>
              <a:path w="87629" h="46354">
                <a:moveTo>
                  <a:pt x="87185" y="0"/>
                </a:moveTo>
                <a:lnTo>
                  <a:pt x="54571" y="0"/>
                </a:lnTo>
                <a:lnTo>
                  <a:pt x="54571" y="45808"/>
                </a:lnTo>
                <a:lnTo>
                  <a:pt x="87185" y="45808"/>
                </a:lnTo>
                <a:lnTo>
                  <a:pt x="8718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20" name="object 420" descr=""/>
          <p:cNvSpPr/>
          <p:nvPr/>
        </p:nvSpPr>
        <p:spPr>
          <a:xfrm>
            <a:off x="10445140" y="6639070"/>
            <a:ext cx="87630" cy="46355"/>
          </a:xfrm>
          <a:custGeom>
            <a:avLst/>
            <a:gdLst/>
            <a:ahLst/>
            <a:cxnLst/>
            <a:rect l="l" t="t" r="r" b="b"/>
            <a:pathLst>
              <a:path w="87629" h="46354">
                <a:moveTo>
                  <a:pt x="32613" y="0"/>
                </a:moveTo>
                <a:lnTo>
                  <a:pt x="0" y="0"/>
                </a:lnTo>
                <a:lnTo>
                  <a:pt x="0" y="45808"/>
                </a:lnTo>
                <a:lnTo>
                  <a:pt x="32613" y="45808"/>
                </a:lnTo>
                <a:lnTo>
                  <a:pt x="32613" y="0"/>
                </a:lnTo>
                <a:close/>
              </a:path>
              <a:path w="87629" h="46354">
                <a:moveTo>
                  <a:pt x="87198" y="0"/>
                </a:moveTo>
                <a:lnTo>
                  <a:pt x="54571" y="0"/>
                </a:lnTo>
                <a:lnTo>
                  <a:pt x="54571" y="45808"/>
                </a:lnTo>
                <a:lnTo>
                  <a:pt x="87198" y="45808"/>
                </a:lnTo>
                <a:lnTo>
                  <a:pt x="87198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21" name="object 421" descr=""/>
          <p:cNvSpPr/>
          <p:nvPr/>
        </p:nvSpPr>
        <p:spPr>
          <a:xfrm>
            <a:off x="10757573" y="6639070"/>
            <a:ext cx="87630" cy="46355"/>
          </a:xfrm>
          <a:custGeom>
            <a:avLst/>
            <a:gdLst/>
            <a:ahLst/>
            <a:cxnLst/>
            <a:rect l="l" t="t" r="r" b="b"/>
            <a:pathLst>
              <a:path w="87629" h="46354">
                <a:moveTo>
                  <a:pt x="32613" y="0"/>
                </a:moveTo>
                <a:lnTo>
                  <a:pt x="0" y="0"/>
                </a:lnTo>
                <a:lnTo>
                  <a:pt x="0" y="45808"/>
                </a:lnTo>
                <a:lnTo>
                  <a:pt x="32613" y="45808"/>
                </a:lnTo>
                <a:lnTo>
                  <a:pt x="32613" y="0"/>
                </a:lnTo>
                <a:close/>
              </a:path>
              <a:path w="87629" h="46354">
                <a:moveTo>
                  <a:pt x="87185" y="0"/>
                </a:moveTo>
                <a:lnTo>
                  <a:pt x="54571" y="0"/>
                </a:lnTo>
                <a:lnTo>
                  <a:pt x="54571" y="45808"/>
                </a:lnTo>
                <a:lnTo>
                  <a:pt x="87185" y="45808"/>
                </a:lnTo>
                <a:lnTo>
                  <a:pt x="8718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22" name="object 422" descr=""/>
          <p:cNvSpPr/>
          <p:nvPr/>
        </p:nvSpPr>
        <p:spPr>
          <a:xfrm>
            <a:off x="10445140" y="6717365"/>
            <a:ext cx="87630" cy="46355"/>
          </a:xfrm>
          <a:custGeom>
            <a:avLst/>
            <a:gdLst/>
            <a:ahLst/>
            <a:cxnLst/>
            <a:rect l="l" t="t" r="r" b="b"/>
            <a:pathLst>
              <a:path w="87629" h="46354">
                <a:moveTo>
                  <a:pt x="32613" y="0"/>
                </a:moveTo>
                <a:lnTo>
                  <a:pt x="0" y="0"/>
                </a:lnTo>
                <a:lnTo>
                  <a:pt x="0" y="45821"/>
                </a:lnTo>
                <a:lnTo>
                  <a:pt x="32613" y="45821"/>
                </a:lnTo>
                <a:lnTo>
                  <a:pt x="32613" y="0"/>
                </a:lnTo>
                <a:close/>
              </a:path>
              <a:path w="87629" h="46354">
                <a:moveTo>
                  <a:pt x="87198" y="0"/>
                </a:moveTo>
                <a:lnTo>
                  <a:pt x="54571" y="0"/>
                </a:lnTo>
                <a:lnTo>
                  <a:pt x="54571" y="45821"/>
                </a:lnTo>
                <a:lnTo>
                  <a:pt x="87198" y="45821"/>
                </a:lnTo>
                <a:lnTo>
                  <a:pt x="87198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23" name="object 423" descr=""/>
          <p:cNvSpPr/>
          <p:nvPr/>
        </p:nvSpPr>
        <p:spPr>
          <a:xfrm>
            <a:off x="10757573" y="6717365"/>
            <a:ext cx="87630" cy="46355"/>
          </a:xfrm>
          <a:custGeom>
            <a:avLst/>
            <a:gdLst/>
            <a:ahLst/>
            <a:cxnLst/>
            <a:rect l="l" t="t" r="r" b="b"/>
            <a:pathLst>
              <a:path w="87629" h="46354">
                <a:moveTo>
                  <a:pt x="32613" y="0"/>
                </a:moveTo>
                <a:lnTo>
                  <a:pt x="0" y="0"/>
                </a:lnTo>
                <a:lnTo>
                  <a:pt x="0" y="45821"/>
                </a:lnTo>
                <a:lnTo>
                  <a:pt x="32613" y="45821"/>
                </a:lnTo>
                <a:lnTo>
                  <a:pt x="32613" y="0"/>
                </a:lnTo>
                <a:close/>
              </a:path>
              <a:path w="87629" h="46354">
                <a:moveTo>
                  <a:pt x="87185" y="0"/>
                </a:moveTo>
                <a:lnTo>
                  <a:pt x="54571" y="0"/>
                </a:lnTo>
                <a:lnTo>
                  <a:pt x="54571" y="45821"/>
                </a:lnTo>
                <a:lnTo>
                  <a:pt x="87185" y="45821"/>
                </a:lnTo>
                <a:lnTo>
                  <a:pt x="8718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24" name="object 424" descr=""/>
          <p:cNvSpPr/>
          <p:nvPr/>
        </p:nvSpPr>
        <p:spPr>
          <a:xfrm>
            <a:off x="10445140" y="6795687"/>
            <a:ext cx="87630" cy="46355"/>
          </a:xfrm>
          <a:custGeom>
            <a:avLst/>
            <a:gdLst/>
            <a:ahLst/>
            <a:cxnLst/>
            <a:rect l="l" t="t" r="r" b="b"/>
            <a:pathLst>
              <a:path w="87629" h="46354">
                <a:moveTo>
                  <a:pt x="32613" y="0"/>
                </a:moveTo>
                <a:lnTo>
                  <a:pt x="0" y="0"/>
                </a:lnTo>
                <a:lnTo>
                  <a:pt x="0" y="45808"/>
                </a:lnTo>
                <a:lnTo>
                  <a:pt x="32613" y="45808"/>
                </a:lnTo>
                <a:lnTo>
                  <a:pt x="32613" y="0"/>
                </a:lnTo>
                <a:close/>
              </a:path>
              <a:path w="87629" h="46354">
                <a:moveTo>
                  <a:pt x="87198" y="0"/>
                </a:moveTo>
                <a:lnTo>
                  <a:pt x="54571" y="0"/>
                </a:lnTo>
                <a:lnTo>
                  <a:pt x="54571" y="45808"/>
                </a:lnTo>
                <a:lnTo>
                  <a:pt x="87198" y="45808"/>
                </a:lnTo>
                <a:lnTo>
                  <a:pt x="87198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25" name="object 425" descr=""/>
          <p:cNvSpPr/>
          <p:nvPr/>
        </p:nvSpPr>
        <p:spPr>
          <a:xfrm>
            <a:off x="10757573" y="6795687"/>
            <a:ext cx="87630" cy="46355"/>
          </a:xfrm>
          <a:custGeom>
            <a:avLst/>
            <a:gdLst/>
            <a:ahLst/>
            <a:cxnLst/>
            <a:rect l="l" t="t" r="r" b="b"/>
            <a:pathLst>
              <a:path w="87629" h="46354">
                <a:moveTo>
                  <a:pt x="32613" y="0"/>
                </a:moveTo>
                <a:lnTo>
                  <a:pt x="0" y="0"/>
                </a:lnTo>
                <a:lnTo>
                  <a:pt x="0" y="45808"/>
                </a:lnTo>
                <a:lnTo>
                  <a:pt x="32613" y="45808"/>
                </a:lnTo>
                <a:lnTo>
                  <a:pt x="32613" y="0"/>
                </a:lnTo>
                <a:close/>
              </a:path>
              <a:path w="87629" h="46354">
                <a:moveTo>
                  <a:pt x="87185" y="0"/>
                </a:moveTo>
                <a:lnTo>
                  <a:pt x="54571" y="0"/>
                </a:lnTo>
                <a:lnTo>
                  <a:pt x="54571" y="45808"/>
                </a:lnTo>
                <a:lnTo>
                  <a:pt x="87185" y="45808"/>
                </a:lnTo>
                <a:lnTo>
                  <a:pt x="8718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26" name="object 426" descr=""/>
          <p:cNvSpPr/>
          <p:nvPr/>
        </p:nvSpPr>
        <p:spPr>
          <a:xfrm>
            <a:off x="10445140" y="6873982"/>
            <a:ext cx="87630" cy="46355"/>
          </a:xfrm>
          <a:custGeom>
            <a:avLst/>
            <a:gdLst/>
            <a:ahLst/>
            <a:cxnLst/>
            <a:rect l="l" t="t" r="r" b="b"/>
            <a:pathLst>
              <a:path w="87629" h="46354">
                <a:moveTo>
                  <a:pt x="32613" y="0"/>
                </a:moveTo>
                <a:lnTo>
                  <a:pt x="0" y="0"/>
                </a:lnTo>
                <a:lnTo>
                  <a:pt x="0" y="45808"/>
                </a:lnTo>
                <a:lnTo>
                  <a:pt x="32613" y="45808"/>
                </a:lnTo>
                <a:lnTo>
                  <a:pt x="32613" y="0"/>
                </a:lnTo>
                <a:close/>
              </a:path>
              <a:path w="87629" h="46354">
                <a:moveTo>
                  <a:pt x="87198" y="0"/>
                </a:moveTo>
                <a:lnTo>
                  <a:pt x="54571" y="0"/>
                </a:lnTo>
                <a:lnTo>
                  <a:pt x="54571" y="45808"/>
                </a:lnTo>
                <a:lnTo>
                  <a:pt x="87198" y="45808"/>
                </a:lnTo>
                <a:lnTo>
                  <a:pt x="87198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27" name="object 427" descr=""/>
          <p:cNvSpPr/>
          <p:nvPr/>
        </p:nvSpPr>
        <p:spPr>
          <a:xfrm>
            <a:off x="10757573" y="6873982"/>
            <a:ext cx="87630" cy="46355"/>
          </a:xfrm>
          <a:custGeom>
            <a:avLst/>
            <a:gdLst/>
            <a:ahLst/>
            <a:cxnLst/>
            <a:rect l="l" t="t" r="r" b="b"/>
            <a:pathLst>
              <a:path w="87629" h="46354">
                <a:moveTo>
                  <a:pt x="32613" y="0"/>
                </a:moveTo>
                <a:lnTo>
                  <a:pt x="0" y="0"/>
                </a:lnTo>
                <a:lnTo>
                  <a:pt x="0" y="45808"/>
                </a:lnTo>
                <a:lnTo>
                  <a:pt x="32613" y="45808"/>
                </a:lnTo>
                <a:lnTo>
                  <a:pt x="32613" y="0"/>
                </a:lnTo>
                <a:close/>
              </a:path>
              <a:path w="87629" h="46354">
                <a:moveTo>
                  <a:pt x="87185" y="0"/>
                </a:moveTo>
                <a:lnTo>
                  <a:pt x="54571" y="0"/>
                </a:lnTo>
                <a:lnTo>
                  <a:pt x="54571" y="45808"/>
                </a:lnTo>
                <a:lnTo>
                  <a:pt x="87185" y="45808"/>
                </a:lnTo>
                <a:lnTo>
                  <a:pt x="8718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28" name="object 428" descr=""/>
          <p:cNvSpPr/>
          <p:nvPr/>
        </p:nvSpPr>
        <p:spPr>
          <a:xfrm>
            <a:off x="10445140" y="6952291"/>
            <a:ext cx="87630" cy="46355"/>
          </a:xfrm>
          <a:custGeom>
            <a:avLst/>
            <a:gdLst/>
            <a:ahLst/>
            <a:cxnLst/>
            <a:rect l="l" t="t" r="r" b="b"/>
            <a:pathLst>
              <a:path w="87629" h="46354">
                <a:moveTo>
                  <a:pt x="32613" y="0"/>
                </a:moveTo>
                <a:lnTo>
                  <a:pt x="0" y="0"/>
                </a:lnTo>
                <a:lnTo>
                  <a:pt x="0" y="45821"/>
                </a:lnTo>
                <a:lnTo>
                  <a:pt x="32613" y="45821"/>
                </a:lnTo>
                <a:lnTo>
                  <a:pt x="32613" y="0"/>
                </a:lnTo>
                <a:close/>
              </a:path>
              <a:path w="87629" h="46354">
                <a:moveTo>
                  <a:pt x="87198" y="0"/>
                </a:moveTo>
                <a:lnTo>
                  <a:pt x="54571" y="0"/>
                </a:lnTo>
                <a:lnTo>
                  <a:pt x="54571" y="45821"/>
                </a:lnTo>
                <a:lnTo>
                  <a:pt x="87198" y="45821"/>
                </a:lnTo>
                <a:lnTo>
                  <a:pt x="87198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29" name="object 429" descr=""/>
          <p:cNvSpPr/>
          <p:nvPr/>
        </p:nvSpPr>
        <p:spPr>
          <a:xfrm>
            <a:off x="10757573" y="6952291"/>
            <a:ext cx="87630" cy="46355"/>
          </a:xfrm>
          <a:custGeom>
            <a:avLst/>
            <a:gdLst/>
            <a:ahLst/>
            <a:cxnLst/>
            <a:rect l="l" t="t" r="r" b="b"/>
            <a:pathLst>
              <a:path w="87629" h="46354">
                <a:moveTo>
                  <a:pt x="32613" y="0"/>
                </a:moveTo>
                <a:lnTo>
                  <a:pt x="0" y="0"/>
                </a:lnTo>
                <a:lnTo>
                  <a:pt x="0" y="45821"/>
                </a:lnTo>
                <a:lnTo>
                  <a:pt x="32613" y="45821"/>
                </a:lnTo>
                <a:lnTo>
                  <a:pt x="32613" y="0"/>
                </a:lnTo>
                <a:close/>
              </a:path>
              <a:path w="87629" h="46354">
                <a:moveTo>
                  <a:pt x="87185" y="0"/>
                </a:moveTo>
                <a:lnTo>
                  <a:pt x="54571" y="0"/>
                </a:lnTo>
                <a:lnTo>
                  <a:pt x="54571" y="45821"/>
                </a:lnTo>
                <a:lnTo>
                  <a:pt x="87185" y="45821"/>
                </a:lnTo>
                <a:lnTo>
                  <a:pt x="8718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30" name="object 430" descr=""/>
          <p:cNvSpPr/>
          <p:nvPr/>
        </p:nvSpPr>
        <p:spPr>
          <a:xfrm>
            <a:off x="10445140" y="7030598"/>
            <a:ext cx="87630" cy="46355"/>
          </a:xfrm>
          <a:custGeom>
            <a:avLst/>
            <a:gdLst/>
            <a:ahLst/>
            <a:cxnLst/>
            <a:rect l="l" t="t" r="r" b="b"/>
            <a:pathLst>
              <a:path w="87629" h="46354">
                <a:moveTo>
                  <a:pt x="32613" y="0"/>
                </a:moveTo>
                <a:lnTo>
                  <a:pt x="0" y="0"/>
                </a:lnTo>
                <a:lnTo>
                  <a:pt x="0" y="45808"/>
                </a:lnTo>
                <a:lnTo>
                  <a:pt x="32613" y="45808"/>
                </a:lnTo>
                <a:lnTo>
                  <a:pt x="32613" y="0"/>
                </a:lnTo>
                <a:close/>
              </a:path>
              <a:path w="87629" h="46354">
                <a:moveTo>
                  <a:pt x="87198" y="0"/>
                </a:moveTo>
                <a:lnTo>
                  <a:pt x="54571" y="0"/>
                </a:lnTo>
                <a:lnTo>
                  <a:pt x="54571" y="45808"/>
                </a:lnTo>
                <a:lnTo>
                  <a:pt x="87198" y="45808"/>
                </a:lnTo>
                <a:lnTo>
                  <a:pt x="87198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31" name="object 431" descr=""/>
          <p:cNvSpPr/>
          <p:nvPr/>
        </p:nvSpPr>
        <p:spPr>
          <a:xfrm>
            <a:off x="10757573" y="7030598"/>
            <a:ext cx="87630" cy="46355"/>
          </a:xfrm>
          <a:custGeom>
            <a:avLst/>
            <a:gdLst/>
            <a:ahLst/>
            <a:cxnLst/>
            <a:rect l="l" t="t" r="r" b="b"/>
            <a:pathLst>
              <a:path w="87629" h="46354">
                <a:moveTo>
                  <a:pt x="32613" y="0"/>
                </a:moveTo>
                <a:lnTo>
                  <a:pt x="0" y="0"/>
                </a:lnTo>
                <a:lnTo>
                  <a:pt x="0" y="45808"/>
                </a:lnTo>
                <a:lnTo>
                  <a:pt x="32613" y="45808"/>
                </a:lnTo>
                <a:lnTo>
                  <a:pt x="32613" y="0"/>
                </a:lnTo>
                <a:close/>
              </a:path>
              <a:path w="87629" h="46354">
                <a:moveTo>
                  <a:pt x="87185" y="0"/>
                </a:moveTo>
                <a:lnTo>
                  <a:pt x="54571" y="0"/>
                </a:lnTo>
                <a:lnTo>
                  <a:pt x="54571" y="45808"/>
                </a:lnTo>
                <a:lnTo>
                  <a:pt x="87185" y="45808"/>
                </a:lnTo>
                <a:lnTo>
                  <a:pt x="8718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32" name="object 432" descr=""/>
          <p:cNvSpPr/>
          <p:nvPr/>
        </p:nvSpPr>
        <p:spPr>
          <a:xfrm>
            <a:off x="10445140" y="7108894"/>
            <a:ext cx="87630" cy="46355"/>
          </a:xfrm>
          <a:custGeom>
            <a:avLst/>
            <a:gdLst/>
            <a:ahLst/>
            <a:cxnLst/>
            <a:rect l="l" t="t" r="r" b="b"/>
            <a:pathLst>
              <a:path w="87629" h="46354">
                <a:moveTo>
                  <a:pt x="32613" y="0"/>
                </a:moveTo>
                <a:lnTo>
                  <a:pt x="0" y="0"/>
                </a:lnTo>
                <a:lnTo>
                  <a:pt x="0" y="45808"/>
                </a:lnTo>
                <a:lnTo>
                  <a:pt x="32613" y="45808"/>
                </a:lnTo>
                <a:lnTo>
                  <a:pt x="32613" y="0"/>
                </a:lnTo>
                <a:close/>
              </a:path>
              <a:path w="87629" h="46354">
                <a:moveTo>
                  <a:pt x="87198" y="0"/>
                </a:moveTo>
                <a:lnTo>
                  <a:pt x="54571" y="0"/>
                </a:lnTo>
                <a:lnTo>
                  <a:pt x="54571" y="45808"/>
                </a:lnTo>
                <a:lnTo>
                  <a:pt x="87198" y="45808"/>
                </a:lnTo>
                <a:lnTo>
                  <a:pt x="87198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33" name="object 433" descr=""/>
          <p:cNvSpPr/>
          <p:nvPr/>
        </p:nvSpPr>
        <p:spPr>
          <a:xfrm>
            <a:off x="10757573" y="7108894"/>
            <a:ext cx="87630" cy="46355"/>
          </a:xfrm>
          <a:custGeom>
            <a:avLst/>
            <a:gdLst/>
            <a:ahLst/>
            <a:cxnLst/>
            <a:rect l="l" t="t" r="r" b="b"/>
            <a:pathLst>
              <a:path w="87629" h="46354">
                <a:moveTo>
                  <a:pt x="32613" y="0"/>
                </a:moveTo>
                <a:lnTo>
                  <a:pt x="0" y="0"/>
                </a:lnTo>
                <a:lnTo>
                  <a:pt x="0" y="45808"/>
                </a:lnTo>
                <a:lnTo>
                  <a:pt x="32613" y="45808"/>
                </a:lnTo>
                <a:lnTo>
                  <a:pt x="32613" y="0"/>
                </a:lnTo>
                <a:close/>
              </a:path>
              <a:path w="87629" h="46354">
                <a:moveTo>
                  <a:pt x="87185" y="0"/>
                </a:moveTo>
                <a:lnTo>
                  <a:pt x="54571" y="0"/>
                </a:lnTo>
                <a:lnTo>
                  <a:pt x="54571" y="45808"/>
                </a:lnTo>
                <a:lnTo>
                  <a:pt x="87185" y="45808"/>
                </a:lnTo>
                <a:lnTo>
                  <a:pt x="8718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34" name="object 434" descr=""/>
          <p:cNvSpPr/>
          <p:nvPr/>
        </p:nvSpPr>
        <p:spPr>
          <a:xfrm>
            <a:off x="10445140" y="7187215"/>
            <a:ext cx="87630" cy="46355"/>
          </a:xfrm>
          <a:custGeom>
            <a:avLst/>
            <a:gdLst/>
            <a:ahLst/>
            <a:cxnLst/>
            <a:rect l="l" t="t" r="r" b="b"/>
            <a:pathLst>
              <a:path w="87629" h="46354">
                <a:moveTo>
                  <a:pt x="32613" y="0"/>
                </a:moveTo>
                <a:lnTo>
                  <a:pt x="0" y="0"/>
                </a:lnTo>
                <a:lnTo>
                  <a:pt x="0" y="45808"/>
                </a:lnTo>
                <a:lnTo>
                  <a:pt x="32613" y="45808"/>
                </a:lnTo>
                <a:lnTo>
                  <a:pt x="32613" y="0"/>
                </a:lnTo>
                <a:close/>
              </a:path>
              <a:path w="87629" h="46354">
                <a:moveTo>
                  <a:pt x="87198" y="0"/>
                </a:moveTo>
                <a:lnTo>
                  <a:pt x="54571" y="0"/>
                </a:lnTo>
                <a:lnTo>
                  <a:pt x="54571" y="45808"/>
                </a:lnTo>
                <a:lnTo>
                  <a:pt x="87198" y="45808"/>
                </a:lnTo>
                <a:lnTo>
                  <a:pt x="87198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35" name="object 435" descr=""/>
          <p:cNvSpPr/>
          <p:nvPr/>
        </p:nvSpPr>
        <p:spPr>
          <a:xfrm>
            <a:off x="10757573" y="7187215"/>
            <a:ext cx="87630" cy="46355"/>
          </a:xfrm>
          <a:custGeom>
            <a:avLst/>
            <a:gdLst/>
            <a:ahLst/>
            <a:cxnLst/>
            <a:rect l="l" t="t" r="r" b="b"/>
            <a:pathLst>
              <a:path w="87629" h="46354">
                <a:moveTo>
                  <a:pt x="32613" y="0"/>
                </a:moveTo>
                <a:lnTo>
                  <a:pt x="0" y="0"/>
                </a:lnTo>
                <a:lnTo>
                  <a:pt x="0" y="45808"/>
                </a:lnTo>
                <a:lnTo>
                  <a:pt x="32613" y="45808"/>
                </a:lnTo>
                <a:lnTo>
                  <a:pt x="32613" y="0"/>
                </a:lnTo>
                <a:close/>
              </a:path>
              <a:path w="87629" h="46354">
                <a:moveTo>
                  <a:pt x="87185" y="0"/>
                </a:moveTo>
                <a:lnTo>
                  <a:pt x="54571" y="0"/>
                </a:lnTo>
                <a:lnTo>
                  <a:pt x="54571" y="45808"/>
                </a:lnTo>
                <a:lnTo>
                  <a:pt x="87185" y="45808"/>
                </a:lnTo>
                <a:lnTo>
                  <a:pt x="8718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36" name="object 436" descr=""/>
          <p:cNvSpPr/>
          <p:nvPr/>
        </p:nvSpPr>
        <p:spPr>
          <a:xfrm>
            <a:off x="10445140" y="7265510"/>
            <a:ext cx="87630" cy="46355"/>
          </a:xfrm>
          <a:custGeom>
            <a:avLst/>
            <a:gdLst/>
            <a:ahLst/>
            <a:cxnLst/>
            <a:rect l="l" t="t" r="r" b="b"/>
            <a:pathLst>
              <a:path w="87629" h="46354">
                <a:moveTo>
                  <a:pt x="32613" y="0"/>
                </a:moveTo>
                <a:lnTo>
                  <a:pt x="0" y="0"/>
                </a:lnTo>
                <a:lnTo>
                  <a:pt x="0" y="45808"/>
                </a:lnTo>
                <a:lnTo>
                  <a:pt x="32613" y="45808"/>
                </a:lnTo>
                <a:lnTo>
                  <a:pt x="32613" y="0"/>
                </a:lnTo>
                <a:close/>
              </a:path>
              <a:path w="87629" h="46354">
                <a:moveTo>
                  <a:pt x="87198" y="0"/>
                </a:moveTo>
                <a:lnTo>
                  <a:pt x="54571" y="0"/>
                </a:lnTo>
                <a:lnTo>
                  <a:pt x="54571" y="45808"/>
                </a:lnTo>
                <a:lnTo>
                  <a:pt x="87198" y="45808"/>
                </a:lnTo>
                <a:lnTo>
                  <a:pt x="87198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37" name="object 437" descr=""/>
          <p:cNvSpPr/>
          <p:nvPr/>
        </p:nvSpPr>
        <p:spPr>
          <a:xfrm>
            <a:off x="10757573" y="7265510"/>
            <a:ext cx="87630" cy="46355"/>
          </a:xfrm>
          <a:custGeom>
            <a:avLst/>
            <a:gdLst/>
            <a:ahLst/>
            <a:cxnLst/>
            <a:rect l="l" t="t" r="r" b="b"/>
            <a:pathLst>
              <a:path w="87629" h="46354">
                <a:moveTo>
                  <a:pt x="32613" y="0"/>
                </a:moveTo>
                <a:lnTo>
                  <a:pt x="0" y="0"/>
                </a:lnTo>
                <a:lnTo>
                  <a:pt x="0" y="45808"/>
                </a:lnTo>
                <a:lnTo>
                  <a:pt x="32613" y="45808"/>
                </a:lnTo>
                <a:lnTo>
                  <a:pt x="32613" y="0"/>
                </a:lnTo>
                <a:close/>
              </a:path>
              <a:path w="87629" h="46354">
                <a:moveTo>
                  <a:pt x="87185" y="0"/>
                </a:moveTo>
                <a:lnTo>
                  <a:pt x="54571" y="0"/>
                </a:lnTo>
                <a:lnTo>
                  <a:pt x="54571" y="45808"/>
                </a:lnTo>
                <a:lnTo>
                  <a:pt x="87185" y="45808"/>
                </a:lnTo>
                <a:lnTo>
                  <a:pt x="8718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38" name="object 438" descr=""/>
          <p:cNvSpPr/>
          <p:nvPr/>
        </p:nvSpPr>
        <p:spPr>
          <a:xfrm>
            <a:off x="10445140" y="7343819"/>
            <a:ext cx="87630" cy="46355"/>
          </a:xfrm>
          <a:custGeom>
            <a:avLst/>
            <a:gdLst/>
            <a:ahLst/>
            <a:cxnLst/>
            <a:rect l="l" t="t" r="r" b="b"/>
            <a:pathLst>
              <a:path w="87629" h="46354">
                <a:moveTo>
                  <a:pt x="32613" y="0"/>
                </a:moveTo>
                <a:lnTo>
                  <a:pt x="0" y="0"/>
                </a:lnTo>
                <a:lnTo>
                  <a:pt x="0" y="45808"/>
                </a:lnTo>
                <a:lnTo>
                  <a:pt x="32613" y="45808"/>
                </a:lnTo>
                <a:lnTo>
                  <a:pt x="32613" y="0"/>
                </a:lnTo>
                <a:close/>
              </a:path>
              <a:path w="87629" h="46354">
                <a:moveTo>
                  <a:pt x="87198" y="0"/>
                </a:moveTo>
                <a:lnTo>
                  <a:pt x="54571" y="0"/>
                </a:lnTo>
                <a:lnTo>
                  <a:pt x="54571" y="45808"/>
                </a:lnTo>
                <a:lnTo>
                  <a:pt x="87198" y="45808"/>
                </a:lnTo>
                <a:lnTo>
                  <a:pt x="87198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39" name="object 439" descr=""/>
          <p:cNvSpPr/>
          <p:nvPr/>
        </p:nvSpPr>
        <p:spPr>
          <a:xfrm>
            <a:off x="10757573" y="7343819"/>
            <a:ext cx="87630" cy="46355"/>
          </a:xfrm>
          <a:custGeom>
            <a:avLst/>
            <a:gdLst/>
            <a:ahLst/>
            <a:cxnLst/>
            <a:rect l="l" t="t" r="r" b="b"/>
            <a:pathLst>
              <a:path w="87629" h="46354">
                <a:moveTo>
                  <a:pt x="32613" y="0"/>
                </a:moveTo>
                <a:lnTo>
                  <a:pt x="0" y="0"/>
                </a:lnTo>
                <a:lnTo>
                  <a:pt x="0" y="45808"/>
                </a:lnTo>
                <a:lnTo>
                  <a:pt x="32613" y="45808"/>
                </a:lnTo>
                <a:lnTo>
                  <a:pt x="32613" y="0"/>
                </a:lnTo>
                <a:close/>
              </a:path>
              <a:path w="87629" h="46354">
                <a:moveTo>
                  <a:pt x="87185" y="0"/>
                </a:moveTo>
                <a:lnTo>
                  <a:pt x="54571" y="0"/>
                </a:lnTo>
                <a:lnTo>
                  <a:pt x="54571" y="45808"/>
                </a:lnTo>
                <a:lnTo>
                  <a:pt x="87185" y="45808"/>
                </a:lnTo>
                <a:lnTo>
                  <a:pt x="8718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40" name="object 440" descr=""/>
          <p:cNvSpPr/>
          <p:nvPr/>
        </p:nvSpPr>
        <p:spPr>
          <a:xfrm>
            <a:off x="10445140" y="7422127"/>
            <a:ext cx="87630" cy="46355"/>
          </a:xfrm>
          <a:custGeom>
            <a:avLst/>
            <a:gdLst/>
            <a:ahLst/>
            <a:cxnLst/>
            <a:rect l="l" t="t" r="r" b="b"/>
            <a:pathLst>
              <a:path w="87629" h="46354">
                <a:moveTo>
                  <a:pt x="32613" y="0"/>
                </a:moveTo>
                <a:lnTo>
                  <a:pt x="0" y="0"/>
                </a:lnTo>
                <a:lnTo>
                  <a:pt x="0" y="45808"/>
                </a:lnTo>
                <a:lnTo>
                  <a:pt x="32613" y="45808"/>
                </a:lnTo>
                <a:lnTo>
                  <a:pt x="32613" y="0"/>
                </a:lnTo>
                <a:close/>
              </a:path>
              <a:path w="87629" h="46354">
                <a:moveTo>
                  <a:pt x="87198" y="0"/>
                </a:moveTo>
                <a:lnTo>
                  <a:pt x="54571" y="0"/>
                </a:lnTo>
                <a:lnTo>
                  <a:pt x="54571" y="45808"/>
                </a:lnTo>
                <a:lnTo>
                  <a:pt x="87198" y="45808"/>
                </a:lnTo>
                <a:lnTo>
                  <a:pt x="87198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41" name="object 441" descr=""/>
          <p:cNvSpPr/>
          <p:nvPr/>
        </p:nvSpPr>
        <p:spPr>
          <a:xfrm>
            <a:off x="10757573" y="7422127"/>
            <a:ext cx="87630" cy="46355"/>
          </a:xfrm>
          <a:custGeom>
            <a:avLst/>
            <a:gdLst/>
            <a:ahLst/>
            <a:cxnLst/>
            <a:rect l="l" t="t" r="r" b="b"/>
            <a:pathLst>
              <a:path w="87629" h="46354">
                <a:moveTo>
                  <a:pt x="32613" y="0"/>
                </a:moveTo>
                <a:lnTo>
                  <a:pt x="0" y="0"/>
                </a:lnTo>
                <a:lnTo>
                  <a:pt x="0" y="45808"/>
                </a:lnTo>
                <a:lnTo>
                  <a:pt x="32613" y="45808"/>
                </a:lnTo>
                <a:lnTo>
                  <a:pt x="32613" y="0"/>
                </a:lnTo>
                <a:close/>
              </a:path>
              <a:path w="87629" h="46354">
                <a:moveTo>
                  <a:pt x="87185" y="0"/>
                </a:moveTo>
                <a:lnTo>
                  <a:pt x="54571" y="0"/>
                </a:lnTo>
                <a:lnTo>
                  <a:pt x="54571" y="45808"/>
                </a:lnTo>
                <a:lnTo>
                  <a:pt x="87185" y="45808"/>
                </a:lnTo>
                <a:lnTo>
                  <a:pt x="8718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42" name="object 442" descr=""/>
          <p:cNvSpPr/>
          <p:nvPr/>
        </p:nvSpPr>
        <p:spPr>
          <a:xfrm>
            <a:off x="10445140" y="7500422"/>
            <a:ext cx="87630" cy="46355"/>
          </a:xfrm>
          <a:custGeom>
            <a:avLst/>
            <a:gdLst/>
            <a:ahLst/>
            <a:cxnLst/>
            <a:rect l="l" t="t" r="r" b="b"/>
            <a:pathLst>
              <a:path w="87629" h="46354">
                <a:moveTo>
                  <a:pt x="32613" y="0"/>
                </a:moveTo>
                <a:lnTo>
                  <a:pt x="0" y="0"/>
                </a:lnTo>
                <a:lnTo>
                  <a:pt x="0" y="45808"/>
                </a:lnTo>
                <a:lnTo>
                  <a:pt x="32613" y="45808"/>
                </a:lnTo>
                <a:lnTo>
                  <a:pt x="32613" y="0"/>
                </a:lnTo>
                <a:close/>
              </a:path>
              <a:path w="87629" h="46354">
                <a:moveTo>
                  <a:pt x="87198" y="0"/>
                </a:moveTo>
                <a:lnTo>
                  <a:pt x="54571" y="0"/>
                </a:lnTo>
                <a:lnTo>
                  <a:pt x="54571" y="45808"/>
                </a:lnTo>
                <a:lnTo>
                  <a:pt x="87198" y="45808"/>
                </a:lnTo>
                <a:lnTo>
                  <a:pt x="87198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43" name="object 443" descr=""/>
          <p:cNvSpPr/>
          <p:nvPr/>
        </p:nvSpPr>
        <p:spPr>
          <a:xfrm>
            <a:off x="10757573" y="7500422"/>
            <a:ext cx="87630" cy="46355"/>
          </a:xfrm>
          <a:custGeom>
            <a:avLst/>
            <a:gdLst/>
            <a:ahLst/>
            <a:cxnLst/>
            <a:rect l="l" t="t" r="r" b="b"/>
            <a:pathLst>
              <a:path w="87629" h="46354">
                <a:moveTo>
                  <a:pt x="32613" y="0"/>
                </a:moveTo>
                <a:lnTo>
                  <a:pt x="0" y="0"/>
                </a:lnTo>
                <a:lnTo>
                  <a:pt x="0" y="45808"/>
                </a:lnTo>
                <a:lnTo>
                  <a:pt x="32613" y="45808"/>
                </a:lnTo>
                <a:lnTo>
                  <a:pt x="32613" y="0"/>
                </a:lnTo>
                <a:close/>
              </a:path>
              <a:path w="87629" h="46354">
                <a:moveTo>
                  <a:pt x="87185" y="0"/>
                </a:moveTo>
                <a:lnTo>
                  <a:pt x="54571" y="0"/>
                </a:lnTo>
                <a:lnTo>
                  <a:pt x="54571" y="45808"/>
                </a:lnTo>
                <a:lnTo>
                  <a:pt x="87185" y="45808"/>
                </a:lnTo>
                <a:lnTo>
                  <a:pt x="8718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44" name="object 444" descr=""/>
          <p:cNvSpPr/>
          <p:nvPr/>
        </p:nvSpPr>
        <p:spPr>
          <a:xfrm>
            <a:off x="10445140" y="7578743"/>
            <a:ext cx="87630" cy="46355"/>
          </a:xfrm>
          <a:custGeom>
            <a:avLst/>
            <a:gdLst/>
            <a:ahLst/>
            <a:cxnLst/>
            <a:rect l="l" t="t" r="r" b="b"/>
            <a:pathLst>
              <a:path w="87629" h="46354">
                <a:moveTo>
                  <a:pt x="32613" y="0"/>
                </a:moveTo>
                <a:lnTo>
                  <a:pt x="0" y="0"/>
                </a:lnTo>
                <a:lnTo>
                  <a:pt x="0" y="45808"/>
                </a:lnTo>
                <a:lnTo>
                  <a:pt x="32613" y="45808"/>
                </a:lnTo>
                <a:lnTo>
                  <a:pt x="32613" y="0"/>
                </a:lnTo>
                <a:close/>
              </a:path>
              <a:path w="87629" h="46354">
                <a:moveTo>
                  <a:pt x="87198" y="0"/>
                </a:moveTo>
                <a:lnTo>
                  <a:pt x="54571" y="0"/>
                </a:lnTo>
                <a:lnTo>
                  <a:pt x="54571" y="45808"/>
                </a:lnTo>
                <a:lnTo>
                  <a:pt x="87198" y="45808"/>
                </a:lnTo>
                <a:lnTo>
                  <a:pt x="87198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45" name="object 445" descr=""/>
          <p:cNvSpPr/>
          <p:nvPr/>
        </p:nvSpPr>
        <p:spPr>
          <a:xfrm>
            <a:off x="10757573" y="7578743"/>
            <a:ext cx="87630" cy="46355"/>
          </a:xfrm>
          <a:custGeom>
            <a:avLst/>
            <a:gdLst/>
            <a:ahLst/>
            <a:cxnLst/>
            <a:rect l="l" t="t" r="r" b="b"/>
            <a:pathLst>
              <a:path w="87629" h="46354">
                <a:moveTo>
                  <a:pt x="32613" y="0"/>
                </a:moveTo>
                <a:lnTo>
                  <a:pt x="0" y="0"/>
                </a:lnTo>
                <a:lnTo>
                  <a:pt x="0" y="45808"/>
                </a:lnTo>
                <a:lnTo>
                  <a:pt x="32613" y="45808"/>
                </a:lnTo>
                <a:lnTo>
                  <a:pt x="32613" y="0"/>
                </a:lnTo>
                <a:close/>
              </a:path>
              <a:path w="87629" h="46354">
                <a:moveTo>
                  <a:pt x="87185" y="0"/>
                </a:moveTo>
                <a:lnTo>
                  <a:pt x="54571" y="0"/>
                </a:lnTo>
                <a:lnTo>
                  <a:pt x="54571" y="45808"/>
                </a:lnTo>
                <a:lnTo>
                  <a:pt x="87185" y="45808"/>
                </a:lnTo>
                <a:lnTo>
                  <a:pt x="8718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46" name="object 446" descr=""/>
          <p:cNvSpPr/>
          <p:nvPr/>
        </p:nvSpPr>
        <p:spPr>
          <a:xfrm>
            <a:off x="10445140" y="7657039"/>
            <a:ext cx="87630" cy="46355"/>
          </a:xfrm>
          <a:custGeom>
            <a:avLst/>
            <a:gdLst/>
            <a:ahLst/>
            <a:cxnLst/>
            <a:rect l="l" t="t" r="r" b="b"/>
            <a:pathLst>
              <a:path w="87629" h="46354">
                <a:moveTo>
                  <a:pt x="32613" y="0"/>
                </a:moveTo>
                <a:lnTo>
                  <a:pt x="0" y="0"/>
                </a:lnTo>
                <a:lnTo>
                  <a:pt x="0" y="45808"/>
                </a:lnTo>
                <a:lnTo>
                  <a:pt x="32613" y="45808"/>
                </a:lnTo>
                <a:lnTo>
                  <a:pt x="32613" y="0"/>
                </a:lnTo>
                <a:close/>
              </a:path>
              <a:path w="87629" h="46354">
                <a:moveTo>
                  <a:pt x="87198" y="0"/>
                </a:moveTo>
                <a:lnTo>
                  <a:pt x="54571" y="0"/>
                </a:lnTo>
                <a:lnTo>
                  <a:pt x="54571" y="45808"/>
                </a:lnTo>
                <a:lnTo>
                  <a:pt x="87198" y="45808"/>
                </a:lnTo>
                <a:lnTo>
                  <a:pt x="87198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47" name="object 447" descr=""/>
          <p:cNvSpPr/>
          <p:nvPr/>
        </p:nvSpPr>
        <p:spPr>
          <a:xfrm>
            <a:off x="10757573" y="7657039"/>
            <a:ext cx="87630" cy="46355"/>
          </a:xfrm>
          <a:custGeom>
            <a:avLst/>
            <a:gdLst/>
            <a:ahLst/>
            <a:cxnLst/>
            <a:rect l="l" t="t" r="r" b="b"/>
            <a:pathLst>
              <a:path w="87629" h="46354">
                <a:moveTo>
                  <a:pt x="32613" y="0"/>
                </a:moveTo>
                <a:lnTo>
                  <a:pt x="0" y="0"/>
                </a:lnTo>
                <a:lnTo>
                  <a:pt x="0" y="45808"/>
                </a:lnTo>
                <a:lnTo>
                  <a:pt x="32613" y="45808"/>
                </a:lnTo>
                <a:lnTo>
                  <a:pt x="32613" y="0"/>
                </a:lnTo>
                <a:close/>
              </a:path>
              <a:path w="87629" h="46354">
                <a:moveTo>
                  <a:pt x="87185" y="0"/>
                </a:moveTo>
                <a:lnTo>
                  <a:pt x="54571" y="0"/>
                </a:lnTo>
                <a:lnTo>
                  <a:pt x="54571" y="45808"/>
                </a:lnTo>
                <a:lnTo>
                  <a:pt x="87185" y="45808"/>
                </a:lnTo>
                <a:lnTo>
                  <a:pt x="8718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48" name="object 448" descr=""/>
          <p:cNvSpPr/>
          <p:nvPr/>
        </p:nvSpPr>
        <p:spPr>
          <a:xfrm>
            <a:off x="10445140" y="7735347"/>
            <a:ext cx="87630" cy="46355"/>
          </a:xfrm>
          <a:custGeom>
            <a:avLst/>
            <a:gdLst/>
            <a:ahLst/>
            <a:cxnLst/>
            <a:rect l="l" t="t" r="r" b="b"/>
            <a:pathLst>
              <a:path w="87629" h="46354">
                <a:moveTo>
                  <a:pt x="32613" y="0"/>
                </a:moveTo>
                <a:lnTo>
                  <a:pt x="0" y="0"/>
                </a:lnTo>
                <a:lnTo>
                  <a:pt x="0" y="45808"/>
                </a:lnTo>
                <a:lnTo>
                  <a:pt x="32613" y="45808"/>
                </a:lnTo>
                <a:lnTo>
                  <a:pt x="32613" y="0"/>
                </a:lnTo>
                <a:close/>
              </a:path>
              <a:path w="87629" h="46354">
                <a:moveTo>
                  <a:pt x="87198" y="0"/>
                </a:moveTo>
                <a:lnTo>
                  <a:pt x="54571" y="0"/>
                </a:lnTo>
                <a:lnTo>
                  <a:pt x="54571" y="45808"/>
                </a:lnTo>
                <a:lnTo>
                  <a:pt x="87198" y="45808"/>
                </a:lnTo>
                <a:lnTo>
                  <a:pt x="87198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49" name="object 449" descr=""/>
          <p:cNvSpPr/>
          <p:nvPr/>
        </p:nvSpPr>
        <p:spPr>
          <a:xfrm>
            <a:off x="10757573" y="7735347"/>
            <a:ext cx="87630" cy="46355"/>
          </a:xfrm>
          <a:custGeom>
            <a:avLst/>
            <a:gdLst/>
            <a:ahLst/>
            <a:cxnLst/>
            <a:rect l="l" t="t" r="r" b="b"/>
            <a:pathLst>
              <a:path w="87629" h="46354">
                <a:moveTo>
                  <a:pt x="32613" y="0"/>
                </a:moveTo>
                <a:lnTo>
                  <a:pt x="0" y="0"/>
                </a:lnTo>
                <a:lnTo>
                  <a:pt x="0" y="45808"/>
                </a:lnTo>
                <a:lnTo>
                  <a:pt x="32613" y="45808"/>
                </a:lnTo>
                <a:lnTo>
                  <a:pt x="32613" y="0"/>
                </a:lnTo>
                <a:close/>
              </a:path>
              <a:path w="87629" h="46354">
                <a:moveTo>
                  <a:pt x="87185" y="0"/>
                </a:moveTo>
                <a:lnTo>
                  <a:pt x="54571" y="0"/>
                </a:lnTo>
                <a:lnTo>
                  <a:pt x="54571" y="45808"/>
                </a:lnTo>
                <a:lnTo>
                  <a:pt x="87185" y="45808"/>
                </a:lnTo>
                <a:lnTo>
                  <a:pt x="8718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50" name="object 450" descr=""/>
          <p:cNvSpPr/>
          <p:nvPr/>
        </p:nvSpPr>
        <p:spPr>
          <a:xfrm>
            <a:off x="10445140" y="7813655"/>
            <a:ext cx="87630" cy="46355"/>
          </a:xfrm>
          <a:custGeom>
            <a:avLst/>
            <a:gdLst/>
            <a:ahLst/>
            <a:cxnLst/>
            <a:rect l="l" t="t" r="r" b="b"/>
            <a:pathLst>
              <a:path w="87629" h="46354">
                <a:moveTo>
                  <a:pt x="32613" y="0"/>
                </a:moveTo>
                <a:lnTo>
                  <a:pt x="0" y="0"/>
                </a:lnTo>
                <a:lnTo>
                  <a:pt x="0" y="45808"/>
                </a:lnTo>
                <a:lnTo>
                  <a:pt x="32613" y="45808"/>
                </a:lnTo>
                <a:lnTo>
                  <a:pt x="32613" y="0"/>
                </a:lnTo>
                <a:close/>
              </a:path>
              <a:path w="87629" h="46354">
                <a:moveTo>
                  <a:pt x="87198" y="0"/>
                </a:moveTo>
                <a:lnTo>
                  <a:pt x="54571" y="0"/>
                </a:lnTo>
                <a:lnTo>
                  <a:pt x="54571" y="45808"/>
                </a:lnTo>
                <a:lnTo>
                  <a:pt x="87198" y="45808"/>
                </a:lnTo>
                <a:lnTo>
                  <a:pt x="87198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51" name="object 451" descr=""/>
          <p:cNvSpPr/>
          <p:nvPr/>
        </p:nvSpPr>
        <p:spPr>
          <a:xfrm>
            <a:off x="10757573" y="7813655"/>
            <a:ext cx="87630" cy="46355"/>
          </a:xfrm>
          <a:custGeom>
            <a:avLst/>
            <a:gdLst/>
            <a:ahLst/>
            <a:cxnLst/>
            <a:rect l="l" t="t" r="r" b="b"/>
            <a:pathLst>
              <a:path w="87629" h="46354">
                <a:moveTo>
                  <a:pt x="32613" y="0"/>
                </a:moveTo>
                <a:lnTo>
                  <a:pt x="0" y="0"/>
                </a:lnTo>
                <a:lnTo>
                  <a:pt x="0" y="45808"/>
                </a:lnTo>
                <a:lnTo>
                  <a:pt x="32613" y="45808"/>
                </a:lnTo>
                <a:lnTo>
                  <a:pt x="32613" y="0"/>
                </a:lnTo>
                <a:close/>
              </a:path>
              <a:path w="87629" h="46354">
                <a:moveTo>
                  <a:pt x="87185" y="0"/>
                </a:moveTo>
                <a:lnTo>
                  <a:pt x="54571" y="0"/>
                </a:lnTo>
                <a:lnTo>
                  <a:pt x="54571" y="45808"/>
                </a:lnTo>
                <a:lnTo>
                  <a:pt x="87185" y="45808"/>
                </a:lnTo>
                <a:lnTo>
                  <a:pt x="8718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52" name="object 452" descr=""/>
          <p:cNvSpPr/>
          <p:nvPr/>
        </p:nvSpPr>
        <p:spPr>
          <a:xfrm>
            <a:off x="10445140" y="7891951"/>
            <a:ext cx="87630" cy="46355"/>
          </a:xfrm>
          <a:custGeom>
            <a:avLst/>
            <a:gdLst/>
            <a:ahLst/>
            <a:cxnLst/>
            <a:rect l="l" t="t" r="r" b="b"/>
            <a:pathLst>
              <a:path w="87629" h="46354">
                <a:moveTo>
                  <a:pt x="32613" y="0"/>
                </a:moveTo>
                <a:lnTo>
                  <a:pt x="0" y="0"/>
                </a:lnTo>
                <a:lnTo>
                  <a:pt x="0" y="45808"/>
                </a:lnTo>
                <a:lnTo>
                  <a:pt x="32613" y="45808"/>
                </a:lnTo>
                <a:lnTo>
                  <a:pt x="32613" y="0"/>
                </a:lnTo>
                <a:close/>
              </a:path>
              <a:path w="87629" h="46354">
                <a:moveTo>
                  <a:pt x="87198" y="0"/>
                </a:moveTo>
                <a:lnTo>
                  <a:pt x="54571" y="0"/>
                </a:lnTo>
                <a:lnTo>
                  <a:pt x="54571" y="45808"/>
                </a:lnTo>
                <a:lnTo>
                  <a:pt x="87198" y="45808"/>
                </a:lnTo>
                <a:lnTo>
                  <a:pt x="87198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53" name="object 453" descr=""/>
          <p:cNvSpPr/>
          <p:nvPr/>
        </p:nvSpPr>
        <p:spPr>
          <a:xfrm>
            <a:off x="10757573" y="7891951"/>
            <a:ext cx="87630" cy="46355"/>
          </a:xfrm>
          <a:custGeom>
            <a:avLst/>
            <a:gdLst/>
            <a:ahLst/>
            <a:cxnLst/>
            <a:rect l="l" t="t" r="r" b="b"/>
            <a:pathLst>
              <a:path w="87629" h="46354">
                <a:moveTo>
                  <a:pt x="32613" y="0"/>
                </a:moveTo>
                <a:lnTo>
                  <a:pt x="0" y="0"/>
                </a:lnTo>
                <a:lnTo>
                  <a:pt x="0" y="45808"/>
                </a:lnTo>
                <a:lnTo>
                  <a:pt x="32613" y="45808"/>
                </a:lnTo>
                <a:lnTo>
                  <a:pt x="32613" y="0"/>
                </a:lnTo>
                <a:close/>
              </a:path>
              <a:path w="87629" h="46354">
                <a:moveTo>
                  <a:pt x="87185" y="0"/>
                </a:moveTo>
                <a:lnTo>
                  <a:pt x="54571" y="0"/>
                </a:lnTo>
                <a:lnTo>
                  <a:pt x="54571" y="45808"/>
                </a:lnTo>
                <a:lnTo>
                  <a:pt x="87185" y="45808"/>
                </a:lnTo>
                <a:lnTo>
                  <a:pt x="8718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54" name="object 454" descr=""/>
          <p:cNvSpPr/>
          <p:nvPr/>
        </p:nvSpPr>
        <p:spPr>
          <a:xfrm>
            <a:off x="10445140" y="7970272"/>
            <a:ext cx="87630" cy="46355"/>
          </a:xfrm>
          <a:custGeom>
            <a:avLst/>
            <a:gdLst/>
            <a:ahLst/>
            <a:cxnLst/>
            <a:rect l="l" t="t" r="r" b="b"/>
            <a:pathLst>
              <a:path w="87629" h="46354">
                <a:moveTo>
                  <a:pt x="32613" y="0"/>
                </a:moveTo>
                <a:lnTo>
                  <a:pt x="0" y="0"/>
                </a:lnTo>
                <a:lnTo>
                  <a:pt x="0" y="45808"/>
                </a:lnTo>
                <a:lnTo>
                  <a:pt x="32613" y="45808"/>
                </a:lnTo>
                <a:lnTo>
                  <a:pt x="32613" y="0"/>
                </a:lnTo>
                <a:close/>
              </a:path>
              <a:path w="87629" h="46354">
                <a:moveTo>
                  <a:pt x="87198" y="0"/>
                </a:moveTo>
                <a:lnTo>
                  <a:pt x="54571" y="0"/>
                </a:lnTo>
                <a:lnTo>
                  <a:pt x="54571" y="45808"/>
                </a:lnTo>
                <a:lnTo>
                  <a:pt x="87198" y="45808"/>
                </a:lnTo>
                <a:lnTo>
                  <a:pt x="87198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55" name="object 455" descr=""/>
          <p:cNvSpPr/>
          <p:nvPr/>
        </p:nvSpPr>
        <p:spPr>
          <a:xfrm>
            <a:off x="10757573" y="7970272"/>
            <a:ext cx="87630" cy="46355"/>
          </a:xfrm>
          <a:custGeom>
            <a:avLst/>
            <a:gdLst/>
            <a:ahLst/>
            <a:cxnLst/>
            <a:rect l="l" t="t" r="r" b="b"/>
            <a:pathLst>
              <a:path w="87629" h="46354">
                <a:moveTo>
                  <a:pt x="32613" y="0"/>
                </a:moveTo>
                <a:lnTo>
                  <a:pt x="0" y="0"/>
                </a:lnTo>
                <a:lnTo>
                  <a:pt x="0" y="45808"/>
                </a:lnTo>
                <a:lnTo>
                  <a:pt x="32613" y="45808"/>
                </a:lnTo>
                <a:lnTo>
                  <a:pt x="32613" y="0"/>
                </a:lnTo>
                <a:close/>
              </a:path>
              <a:path w="87629" h="46354">
                <a:moveTo>
                  <a:pt x="87185" y="0"/>
                </a:moveTo>
                <a:lnTo>
                  <a:pt x="54571" y="0"/>
                </a:lnTo>
                <a:lnTo>
                  <a:pt x="54571" y="45808"/>
                </a:lnTo>
                <a:lnTo>
                  <a:pt x="87185" y="45808"/>
                </a:lnTo>
                <a:lnTo>
                  <a:pt x="8718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56" name="object 456" descr=""/>
          <p:cNvSpPr/>
          <p:nvPr/>
        </p:nvSpPr>
        <p:spPr>
          <a:xfrm>
            <a:off x="10445140" y="8048567"/>
            <a:ext cx="87630" cy="46355"/>
          </a:xfrm>
          <a:custGeom>
            <a:avLst/>
            <a:gdLst/>
            <a:ahLst/>
            <a:cxnLst/>
            <a:rect l="l" t="t" r="r" b="b"/>
            <a:pathLst>
              <a:path w="87629" h="46354">
                <a:moveTo>
                  <a:pt x="32613" y="0"/>
                </a:moveTo>
                <a:lnTo>
                  <a:pt x="0" y="0"/>
                </a:lnTo>
                <a:lnTo>
                  <a:pt x="0" y="45808"/>
                </a:lnTo>
                <a:lnTo>
                  <a:pt x="32613" y="45808"/>
                </a:lnTo>
                <a:lnTo>
                  <a:pt x="32613" y="0"/>
                </a:lnTo>
                <a:close/>
              </a:path>
              <a:path w="87629" h="46354">
                <a:moveTo>
                  <a:pt x="87198" y="0"/>
                </a:moveTo>
                <a:lnTo>
                  <a:pt x="54571" y="0"/>
                </a:lnTo>
                <a:lnTo>
                  <a:pt x="54571" y="45808"/>
                </a:lnTo>
                <a:lnTo>
                  <a:pt x="87198" y="45808"/>
                </a:lnTo>
                <a:lnTo>
                  <a:pt x="87198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57" name="object 457" descr=""/>
          <p:cNvSpPr/>
          <p:nvPr/>
        </p:nvSpPr>
        <p:spPr>
          <a:xfrm>
            <a:off x="10757573" y="8048567"/>
            <a:ext cx="87630" cy="46355"/>
          </a:xfrm>
          <a:custGeom>
            <a:avLst/>
            <a:gdLst/>
            <a:ahLst/>
            <a:cxnLst/>
            <a:rect l="l" t="t" r="r" b="b"/>
            <a:pathLst>
              <a:path w="87629" h="46354">
                <a:moveTo>
                  <a:pt x="32613" y="0"/>
                </a:moveTo>
                <a:lnTo>
                  <a:pt x="0" y="0"/>
                </a:lnTo>
                <a:lnTo>
                  <a:pt x="0" y="45808"/>
                </a:lnTo>
                <a:lnTo>
                  <a:pt x="32613" y="45808"/>
                </a:lnTo>
                <a:lnTo>
                  <a:pt x="32613" y="0"/>
                </a:lnTo>
                <a:close/>
              </a:path>
              <a:path w="87629" h="46354">
                <a:moveTo>
                  <a:pt x="87185" y="0"/>
                </a:moveTo>
                <a:lnTo>
                  <a:pt x="54571" y="0"/>
                </a:lnTo>
                <a:lnTo>
                  <a:pt x="54571" y="45808"/>
                </a:lnTo>
                <a:lnTo>
                  <a:pt x="87185" y="45808"/>
                </a:lnTo>
                <a:lnTo>
                  <a:pt x="8718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58" name="object 458" descr=""/>
          <p:cNvSpPr/>
          <p:nvPr/>
        </p:nvSpPr>
        <p:spPr>
          <a:xfrm>
            <a:off x="10593705" y="7422127"/>
            <a:ext cx="93345" cy="750570"/>
          </a:xfrm>
          <a:custGeom>
            <a:avLst/>
            <a:gdLst/>
            <a:ahLst/>
            <a:cxnLst/>
            <a:rect l="l" t="t" r="r" b="b"/>
            <a:pathLst>
              <a:path w="93345" h="750570">
                <a:moveTo>
                  <a:pt x="32613" y="0"/>
                </a:moveTo>
                <a:lnTo>
                  <a:pt x="0" y="0"/>
                </a:lnTo>
                <a:lnTo>
                  <a:pt x="0" y="45808"/>
                </a:lnTo>
                <a:lnTo>
                  <a:pt x="32613" y="45808"/>
                </a:lnTo>
                <a:lnTo>
                  <a:pt x="32613" y="0"/>
                </a:lnTo>
                <a:close/>
              </a:path>
              <a:path w="93345" h="750570">
                <a:moveTo>
                  <a:pt x="34137" y="78295"/>
                </a:moveTo>
                <a:lnTo>
                  <a:pt x="1511" y="78295"/>
                </a:lnTo>
                <a:lnTo>
                  <a:pt x="1511" y="124104"/>
                </a:lnTo>
                <a:lnTo>
                  <a:pt x="34137" y="124104"/>
                </a:lnTo>
                <a:lnTo>
                  <a:pt x="34137" y="78295"/>
                </a:lnTo>
                <a:close/>
              </a:path>
              <a:path w="93345" h="750570">
                <a:moveTo>
                  <a:pt x="35648" y="156616"/>
                </a:moveTo>
                <a:lnTo>
                  <a:pt x="3035" y="156616"/>
                </a:lnTo>
                <a:lnTo>
                  <a:pt x="3035" y="202425"/>
                </a:lnTo>
                <a:lnTo>
                  <a:pt x="35648" y="202425"/>
                </a:lnTo>
                <a:lnTo>
                  <a:pt x="35648" y="156616"/>
                </a:lnTo>
                <a:close/>
              </a:path>
              <a:path w="93345" h="750570">
                <a:moveTo>
                  <a:pt x="37172" y="234911"/>
                </a:moveTo>
                <a:lnTo>
                  <a:pt x="4546" y="234911"/>
                </a:lnTo>
                <a:lnTo>
                  <a:pt x="4546" y="280720"/>
                </a:lnTo>
                <a:lnTo>
                  <a:pt x="37172" y="280720"/>
                </a:lnTo>
                <a:lnTo>
                  <a:pt x="37172" y="234911"/>
                </a:lnTo>
                <a:close/>
              </a:path>
              <a:path w="93345" h="750570">
                <a:moveTo>
                  <a:pt x="38684" y="704748"/>
                </a:moveTo>
                <a:lnTo>
                  <a:pt x="6070" y="704748"/>
                </a:lnTo>
                <a:lnTo>
                  <a:pt x="6070" y="750557"/>
                </a:lnTo>
                <a:lnTo>
                  <a:pt x="38684" y="750557"/>
                </a:lnTo>
                <a:lnTo>
                  <a:pt x="38684" y="704748"/>
                </a:lnTo>
                <a:close/>
              </a:path>
              <a:path w="93345" h="750570">
                <a:moveTo>
                  <a:pt x="38684" y="626440"/>
                </a:moveTo>
                <a:lnTo>
                  <a:pt x="6070" y="626440"/>
                </a:lnTo>
                <a:lnTo>
                  <a:pt x="6070" y="672249"/>
                </a:lnTo>
                <a:lnTo>
                  <a:pt x="38684" y="672249"/>
                </a:lnTo>
                <a:lnTo>
                  <a:pt x="38684" y="626440"/>
                </a:lnTo>
                <a:close/>
              </a:path>
              <a:path w="93345" h="750570">
                <a:moveTo>
                  <a:pt x="38684" y="548144"/>
                </a:moveTo>
                <a:lnTo>
                  <a:pt x="6070" y="548144"/>
                </a:lnTo>
                <a:lnTo>
                  <a:pt x="6070" y="593953"/>
                </a:lnTo>
                <a:lnTo>
                  <a:pt x="38684" y="593953"/>
                </a:lnTo>
                <a:lnTo>
                  <a:pt x="38684" y="548144"/>
                </a:lnTo>
                <a:close/>
              </a:path>
              <a:path w="93345" h="750570">
                <a:moveTo>
                  <a:pt x="38684" y="469823"/>
                </a:moveTo>
                <a:lnTo>
                  <a:pt x="6070" y="469823"/>
                </a:lnTo>
                <a:lnTo>
                  <a:pt x="6070" y="515632"/>
                </a:lnTo>
                <a:lnTo>
                  <a:pt x="38684" y="515632"/>
                </a:lnTo>
                <a:lnTo>
                  <a:pt x="38684" y="469823"/>
                </a:lnTo>
                <a:close/>
              </a:path>
              <a:path w="93345" h="750570">
                <a:moveTo>
                  <a:pt x="38684" y="391528"/>
                </a:moveTo>
                <a:lnTo>
                  <a:pt x="6070" y="391528"/>
                </a:lnTo>
                <a:lnTo>
                  <a:pt x="6070" y="437337"/>
                </a:lnTo>
                <a:lnTo>
                  <a:pt x="38684" y="437337"/>
                </a:lnTo>
                <a:lnTo>
                  <a:pt x="38684" y="391528"/>
                </a:lnTo>
                <a:close/>
              </a:path>
              <a:path w="93345" h="750570">
                <a:moveTo>
                  <a:pt x="38684" y="313220"/>
                </a:moveTo>
                <a:lnTo>
                  <a:pt x="6070" y="313220"/>
                </a:lnTo>
                <a:lnTo>
                  <a:pt x="6070" y="359029"/>
                </a:lnTo>
                <a:lnTo>
                  <a:pt x="38684" y="359029"/>
                </a:lnTo>
                <a:lnTo>
                  <a:pt x="38684" y="313220"/>
                </a:lnTo>
                <a:close/>
              </a:path>
              <a:path w="93345" h="750570">
                <a:moveTo>
                  <a:pt x="87185" y="0"/>
                </a:moveTo>
                <a:lnTo>
                  <a:pt x="54571" y="0"/>
                </a:lnTo>
                <a:lnTo>
                  <a:pt x="54571" y="45808"/>
                </a:lnTo>
                <a:lnTo>
                  <a:pt x="87185" y="45808"/>
                </a:lnTo>
                <a:lnTo>
                  <a:pt x="87185" y="0"/>
                </a:lnTo>
                <a:close/>
              </a:path>
              <a:path w="93345" h="750570">
                <a:moveTo>
                  <a:pt x="88709" y="78295"/>
                </a:moveTo>
                <a:lnTo>
                  <a:pt x="56095" y="78295"/>
                </a:lnTo>
                <a:lnTo>
                  <a:pt x="56095" y="124104"/>
                </a:lnTo>
                <a:lnTo>
                  <a:pt x="88709" y="124104"/>
                </a:lnTo>
                <a:lnTo>
                  <a:pt x="88709" y="78295"/>
                </a:lnTo>
                <a:close/>
              </a:path>
              <a:path w="93345" h="750570">
                <a:moveTo>
                  <a:pt x="90220" y="156616"/>
                </a:moveTo>
                <a:lnTo>
                  <a:pt x="57607" y="156616"/>
                </a:lnTo>
                <a:lnTo>
                  <a:pt x="57607" y="202425"/>
                </a:lnTo>
                <a:lnTo>
                  <a:pt x="90220" y="202425"/>
                </a:lnTo>
                <a:lnTo>
                  <a:pt x="90220" y="156616"/>
                </a:lnTo>
                <a:close/>
              </a:path>
              <a:path w="93345" h="750570">
                <a:moveTo>
                  <a:pt x="91744" y="234911"/>
                </a:moveTo>
                <a:lnTo>
                  <a:pt x="59131" y="234911"/>
                </a:lnTo>
                <a:lnTo>
                  <a:pt x="59131" y="280720"/>
                </a:lnTo>
                <a:lnTo>
                  <a:pt x="91744" y="280720"/>
                </a:lnTo>
                <a:lnTo>
                  <a:pt x="91744" y="234911"/>
                </a:lnTo>
                <a:close/>
              </a:path>
              <a:path w="93345" h="750570">
                <a:moveTo>
                  <a:pt x="93256" y="704748"/>
                </a:moveTo>
                <a:lnTo>
                  <a:pt x="60642" y="704748"/>
                </a:lnTo>
                <a:lnTo>
                  <a:pt x="60642" y="750557"/>
                </a:lnTo>
                <a:lnTo>
                  <a:pt x="93256" y="750557"/>
                </a:lnTo>
                <a:lnTo>
                  <a:pt x="93256" y="704748"/>
                </a:lnTo>
                <a:close/>
              </a:path>
              <a:path w="93345" h="750570">
                <a:moveTo>
                  <a:pt x="93256" y="626440"/>
                </a:moveTo>
                <a:lnTo>
                  <a:pt x="60642" y="626440"/>
                </a:lnTo>
                <a:lnTo>
                  <a:pt x="60642" y="672249"/>
                </a:lnTo>
                <a:lnTo>
                  <a:pt x="93256" y="672249"/>
                </a:lnTo>
                <a:lnTo>
                  <a:pt x="93256" y="626440"/>
                </a:lnTo>
                <a:close/>
              </a:path>
              <a:path w="93345" h="750570">
                <a:moveTo>
                  <a:pt x="93256" y="548144"/>
                </a:moveTo>
                <a:lnTo>
                  <a:pt x="60642" y="548144"/>
                </a:lnTo>
                <a:lnTo>
                  <a:pt x="60642" y="593953"/>
                </a:lnTo>
                <a:lnTo>
                  <a:pt x="93256" y="593953"/>
                </a:lnTo>
                <a:lnTo>
                  <a:pt x="93256" y="548144"/>
                </a:lnTo>
                <a:close/>
              </a:path>
              <a:path w="93345" h="750570">
                <a:moveTo>
                  <a:pt x="93256" y="469823"/>
                </a:moveTo>
                <a:lnTo>
                  <a:pt x="60642" y="469823"/>
                </a:lnTo>
                <a:lnTo>
                  <a:pt x="60642" y="515632"/>
                </a:lnTo>
                <a:lnTo>
                  <a:pt x="93256" y="515632"/>
                </a:lnTo>
                <a:lnTo>
                  <a:pt x="93256" y="469823"/>
                </a:lnTo>
                <a:close/>
              </a:path>
              <a:path w="93345" h="750570">
                <a:moveTo>
                  <a:pt x="93256" y="391528"/>
                </a:moveTo>
                <a:lnTo>
                  <a:pt x="60642" y="391528"/>
                </a:lnTo>
                <a:lnTo>
                  <a:pt x="60642" y="437337"/>
                </a:lnTo>
                <a:lnTo>
                  <a:pt x="93256" y="437337"/>
                </a:lnTo>
                <a:lnTo>
                  <a:pt x="93256" y="391528"/>
                </a:lnTo>
                <a:close/>
              </a:path>
              <a:path w="93345" h="750570">
                <a:moveTo>
                  <a:pt x="93256" y="313220"/>
                </a:moveTo>
                <a:lnTo>
                  <a:pt x="60642" y="313220"/>
                </a:lnTo>
                <a:lnTo>
                  <a:pt x="60642" y="359029"/>
                </a:lnTo>
                <a:lnTo>
                  <a:pt x="93256" y="359029"/>
                </a:lnTo>
                <a:lnTo>
                  <a:pt x="93256" y="31322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59" name="object 459" descr=""/>
          <p:cNvSpPr/>
          <p:nvPr/>
        </p:nvSpPr>
        <p:spPr>
          <a:xfrm>
            <a:off x="10445140" y="8126876"/>
            <a:ext cx="87630" cy="46355"/>
          </a:xfrm>
          <a:custGeom>
            <a:avLst/>
            <a:gdLst/>
            <a:ahLst/>
            <a:cxnLst/>
            <a:rect l="l" t="t" r="r" b="b"/>
            <a:pathLst>
              <a:path w="87629" h="46354">
                <a:moveTo>
                  <a:pt x="32613" y="0"/>
                </a:moveTo>
                <a:lnTo>
                  <a:pt x="0" y="0"/>
                </a:lnTo>
                <a:lnTo>
                  <a:pt x="0" y="45808"/>
                </a:lnTo>
                <a:lnTo>
                  <a:pt x="32613" y="45808"/>
                </a:lnTo>
                <a:lnTo>
                  <a:pt x="32613" y="0"/>
                </a:lnTo>
                <a:close/>
              </a:path>
              <a:path w="87629" h="46354">
                <a:moveTo>
                  <a:pt x="87198" y="0"/>
                </a:moveTo>
                <a:lnTo>
                  <a:pt x="54571" y="0"/>
                </a:lnTo>
                <a:lnTo>
                  <a:pt x="54571" y="45808"/>
                </a:lnTo>
                <a:lnTo>
                  <a:pt x="87198" y="45808"/>
                </a:lnTo>
                <a:lnTo>
                  <a:pt x="87198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60" name="object 460" descr=""/>
          <p:cNvSpPr/>
          <p:nvPr/>
        </p:nvSpPr>
        <p:spPr>
          <a:xfrm>
            <a:off x="10757573" y="8126876"/>
            <a:ext cx="87630" cy="46355"/>
          </a:xfrm>
          <a:custGeom>
            <a:avLst/>
            <a:gdLst/>
            <a:ahLst/>
            <a:cxnLst/>
            <a:rect l="l" t="t" r="r" b="b"/>
            <a:pathLst>
              <a:path w="87629" h="46354">
                <a:moveTo>
                  <a:pt x="32613" y="0"/>
                </a:moveTo>
                <a:lnTo>
                  <a:pt x="0" y="0"/>
                </a:lnTo>
                <a:lnTo>
                  <a:pt x="0" y="45808"/>
                </a:lnTo>
                <a:lnTo>
                  <a:pt x="32613" y="45808"/>
                </a:lnTo>
                <a:lnTo>
                  <a:pt x="32613" y="0"/>
                </a:lnTo>
                <a:close/>
              </a:path>
              <a:path w="87629" h="46354">
                <a:moveTo>
                  <a:pt x="87185" y="0"/>
                </a:moveTo>
                <a:lnTo>
                  <a:pt x="54571" y="0"/>
                </a:lnTo>
                <a:lnTo>
                  <a:pt x="54571" y="45808"/>
                </a:lnTo>
                <a:lnTo>
                  <a:pt x="87185" y="45808"/>
                </a:lnTo>
                <a:lnTo>
                  <a:pt x="8718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61" name="object 461" descr=""/>
          <p:cNvSpPr/>
          <p:nvPr/>
        </p:nvSpPr>
        <p:spPr>
          <a:xfrm>
            <a:off x="10445140" y="8205184"/>
            <a:ext cx="87630" cy="46355"/>
          </a:xfrm>
          <a:custGeom>
            <a:avLst/>
            <a:gdLst/>
            <a:ahLst/>
            <a:cxnLst/>
            <a:rect l="l" t="t" r="r" b="b"/>
            <a:pathLst>
              <a:path w="87629" h="46354">
                <a:moveTo>
                  <a:pt x="32613" y="0"/>
                </a:moveTo>
                <a:lnTo>
                  <a:pt x="0" y="0"/>
                </a:lnTo>
                <a:lnTo>
                  <a:pt x="0" y="45808"/>
                </a:lnTo>
                <a:lnTo>
                  <a:pt x="32613" y="45808"/>
                </a:lnTo>
                <a:lnTo>
                  <a:pt x="32613" y="0"/>
                </a:lnTo>
                <a:close/>
              </a:path>
              <a:path w="87629" h="46354">
                <a:moveTo>
                  <a:pt x="87198" y="0"/>
                </a:moveTo>
                <a:lnTo>
                  <a:pt x="54571" y="0"/>
                </a:lnTo>
                <a:lnTo>
                  <a:pt x="54571" y="45808"/>
                </a:lnTo>
                <a:lnTo>
                  <a:pt x="87198" y="45808"/>
                </a:lnTo>
                <a:lnTo>
                  <a:pt x="87198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62" name="object 462" descr=""/>
          <p:cNvSpPr/>
          <p:nvPr/>
        </p:nvSpPr>
        <p:spPr>
          <a:xfrm>
            <a:off x="10757573" y="8205184"/>
            <a:ext cx="87630" cy="46355"/>
          </a:xfrm>
          <a:custGeom>
            <a:avLst/>
            <a:gdLst/>
            <a:ahLst/>
            <a:cxnLst/>
            <a:rect l="l" t="t" r="r" b="b"/>
            <a:pathLst>
              <a:path w="87629" h="46354">
                <a:moveTo>
                  <a:pt x="32613" y="0"/>
                </a:moveTo>
                <a:lnTo>
                  <a:pt x="0" y="0"/>
                </a:lnTo>
                <a:lnTo>
                  <a:pt x="0" y="45808"/>
                </a:lnTo>
                <a:lnTo>
                  <a:pt x="32613" y="45808"/>
                </a:lnTo>
                <a:lnTo>
                  <a:pt x="32613" y="0"/>
                </a:lnTo>
                <a:close/>
              </a:path>
              <a:path w="87629" h="46354">
                <a:moveTo>
                  <a:pt x="87185" y="0"/>
                </a:moveTo>
                <a:lnTo>
                  <a:pt x="54571" y="0"/>
                </a:lnTo>
                <a:lnTo>
                  <a:pt x="54571" y="45808"/>
                </a:lnTo>
                <a:lnTo>
                  <a:pt x="87185" y="45808"/>
                </a:lnTo>
                <a:lnTo>
                  <a:pt x="8718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63" name="object 463" descr=""/>
          <p:cNvSpPr/>
          <p:nvPr/>
        </p:nvSpPr>
        <p:spPr>
          <a:xfrm>
            <a:off x="10445140" y="8283479"/>
            <a:ext cx="87630" cy="46355"/>
          </a:xfrm>
          <a:custGeom>
            <a:avLst/>
            <a:gdLst/>
            <a:ahLst/>
            <a:cxnLst/>
            <a:rect l="l" t="t" r="r" b="b"/>
            <a:pathLst>
              <a:path w="87629" h="46354">
                <a:moveTo>
                  <a:pt x="32613" y="0"/>
                </a:moveTo>
                <a:lnTo>
                  <a:pt x="0" y="0"/>
                </a:lnTo>
                <a:lnTo>
                  <a:pt x="0" y="45808"/>
                </a:lnTo>
                <a:lnTo>
                  <a:pt x="32613" y="45808"/>
                </a:lnTo>
                <a:lnTo>
                  <a:pt x="32613" y="0"/>
                </a:lnTo>
                <a:close/>
              </a:path>
              <a:path w="87629" h="46354">
                <a:moveTo>
                  <a:pt x="87198" y="0"/>
                </a:moveTo>
                <a:lnTo>
                  <a:pt x="54571" y="0"/>
                </a:lnTo>
                <a:lnTo>
                  <a:pt x="54571" y="45808"/>
                </a:lnTo>
                <a:lnTo>
                  <a:pt x="87198" y="45808"/>
                </a:lnTo>
                <a:lnTo>
                  <a:pt x="87198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64" name="object 464" descr=""/>
          <p:cNvSpPr/>
          <p:nvPr/>
        </p:nvSpPr>
        <p:spPr>
          <a:xfrm>
            <a:off x="10757573" y="8283479"/>
            <a:ext cx="87630" cy="46355"/>
          </a:xfrm>
          <a:custGeom>
            <a:avLst/>
            <a:gdLst/>
            <a:ahLst/>
            <a:cxnLst/>
            <a:rect l="l" t="t" r="r" b="b"/>
            <a:pathLst>
              <a:path w="87629" h="46354">
                <a:moveTo>
                  <a:pt x="32613" y="0"/>
                </a:moveTo>
                <a:lnTo>
                  <a:pt x="0" y="0"/>
                </a:lnTo>
                <a:lnTo>
                  <a:pt x="0" y="45808"/>
                </a:lnTo>
                <a:lnTo>
                  <a:pt x="32613" y="45808"/>
                </a:lnTo>
                <a:lnTo>
                  <a:pt x="32613" y="0"/>
                </a:lnTo>
                <a:close/>
              </a:path>
              <a:path w="87629" h="46354">
                <a:moveTo>
                  <a:pt x="87185" y="0"/>
                </a:moveTo>
                <a:lnTo>
                  <a:pt x="54571" y="0"/>
                </a:lnTo>
                <a:lnTo>
                  <a:pt x="54571" y="45808"/>
                </a:lnTo>
                <a:lnTo>
                  <a:pt x="87185" y="45808"/>
                </a:lnTo>
                <a:lnTo>
                  <a:pt x="8718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65" name="object 465" descr=""/>
          <p:cNvSpPr/>
          <p:nvPr/>
        </p:nvSpPr>
        <p:spPr>
          <a:xfrm>
            <a:off x="10520413" y="5856014"/>
            <a:ext cx="255904" cy="281305"/>
          </a:xfrm>
          <a:custGeom>
            <a:avLst/>
            <a:gdLst/>
            <a:ahLst/>
            <a:cxnLst/>
            <a:rect l="l" t="t" r="r" b="b"/>
            <a:pathLst>
              <a:path w="255904" h="281304">
                <a:moveTo>
                  <a:pt x="253466" y="0"/>
                </a:moveTo>
                <a:lnTo>
                  <a:pt x="0" y="0"/>
                </a:lnTo>
                <a:lnTo>
                  <a:pt x="0" y="45808"/>
                </a:lnTo>
                <a:lnTo>
                  <a:pt x="253466" y="45808"/>
                </a:lnTo>
                <a:lnTo>
                  <a:pt x="253466" y="0"/>
                </a:lnTo>
                <a:close/>
              </a:path>
              <a:path w="255904" h="281304">
                <a:moveTo>
                  <a:pt x="254190" y="78308"/>
                </a:moveTo>
                <a:lnTo>
                  <a:pt x="723" y="78308"/>
                </a:lnTo>
                <a:lnTo>
                  <a:pt x="723" y="124117"/>
                </a:lnTo>
                <a:lnTo>
                  <a:pt x="254190" y="124117"/>
                </a:lnTo>
                <a:lnTo>
                  <a:pt x="254190" y="78308"/>
                </a:lnTo>
                <a:close/>
              </a:path>
              <a:path w="255904" h="281304">
                <a:moveTo>
                  <a:pt x="254914" y="156616"/>
                </a:moveTo>
                <a:lnTo>
                  <a:pt x="1460" y="156616"/>
                </a:lnTo>
                <a:lnTo>
                  <a:pt x="1460" y="202425"/>
                </a:lnTo>
                <a:lnTo>
                  <a:pt x="254914" y="202425"/>
                </a:lnTo>
                <a:lnTo>
                  <a:pt x="254914" y="156616"/>
                </a:lnTo>
                <a:close/>
              </a:path>
              <a:path w="255904" h="281304">
                <a:moveTo>
                  <a:pt x="255638" y="234911"/>
                </a:moveTo>
                <a:lnTo>
                  <a:pt x="2184" y="234911"/>
                </a:lnTo>
                <a:lnTo>
                  <a:pt x="2184" y="280720"/>
                </a:lnTo>
                <a:lnTo>
                  <a:pt x="255638" y="280720"/>
                </a:lnTo>
                <a:lnTo>
                  <a:pt x="255638" y="234911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66" name="object 466" descr=""/>
          <p:cNvSpPr/>
          <p:nvPr/>
        </p:nvSpPr>
        <p:spPr>
          <a:xfrm>
            <a:off x="10963184" y="5856010"/>
            <a:ext cx="13970" cy="46355"/>
          </a:xfrm>
          <a:custGeom>
            <a:avLst/>
            <a:gdLst/>
            <a:ahLst/>
            <a:cxnLst/>
            <a:rect l="l" t="t" r="r" b="b"/>
            <a:pathLst>
              <a:path w="13970" h="46354">
                <a:moveTo>
                  <a:pt x="13685" y="0"/>
                </a:moveTo>
                <a:lnTo>
                  <a:pt x="0" y="0"/>
                </a:lnTo>
                <a:lnTo>
                  <a:pt x="0" y="45810"/>
                </a:lnTo>
                <a:lnTo>
                  <a:pt x="13685" y="45810"/>
                </a:lnTo>
                <a:lnTo>
                  <a:pt x="1368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67" name="object 467" descr=""/>
          <p:cNvSpPr/>
          <p:nvPr/>
        </p:nvSpPr>
        <p:spPr>
          <a:xfrm>
            <a:off x="11117043" y="5856010"/>
            <a:ext cx="13970" cy="46355"/>
          </a:xfrm>
          <a:custGeom>
            <a:avLst/>
            <a:gdLst/>
            <a:ahLst/>
            <a:cxnLst/>
            <a:rect l="l" t="t" r="r" b="b"/>
            <a:pathLst>
              <a:path w="13970" h="46354">
                <a:moveTo>
                  <a:pt x="13685" y="0"/>
                </a:moveTo>
                <a:lnTo>
                  <a:pt x="0" y="0"/>
                </a:lnTo>
                <a:lnTo>
                  <a:pt x="0" y="45810"/>
                </a:lnTo>
                <a:lnTo>
                  <a:pt x="13685" y="45810"/>
                </a:lnTo>
                <a:lnTo>
                  <a:pt x="1368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68" name="object 468" descr=""/>
          <p:cNvSpPr/>
          <p:nvPr/>
        </p:nvSpPr>
        <p:spPr>
          <a:xfrm>
            <a:off x="10963016" y="5934311"/>
            <a:ext cx="13970" cy="46355"/>
          </a:xfrm>
          <a:custGeom>
            <a:avLst/>
            <a:gdLst/>
            <a:ahLst/>
            <a:cxnLst/>
            <a:rect l="l" t="t" r="r" b="b"/>
            <a:pathLst>
              <a:path w="13970" h="46354">
                <a:moveTo>
                  <a:pt x="13685" y="0"/>
                </a:moveTo>
                <a:lnTo>
                  <a:pt x="0" y="0"/>
                </a:lnTo>
                <a:lnTo>
                  <a:pt x="0" y="45810"/>
                </a:lnTo>
                <a:lnTo>
                  <a:pt x="13685" y="45810"/>
                </a:lnTo>
                <a:lnTo>
                  <a:pt x="1368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69" name="object 469" descr=""/>
          <p:cNvSpPr/>
          <p:nvPr/>
        </p:nvSpPr>
        <p:spPr>
          <a:xfrm>
            <a:off x="11116886" y="5934311"/>
            <a:ext cx="13970" cy="46355"/>
          </a:xfrm>
          <a:custGeom>
            <a:avLst/>
            <a:gdLst/>
            <a:ahLst/>
            <a:cxnLst/>
            <a:rect l="l" t="t" r="r" b="b"/>
            <a:pathLst>
              <a:path w="13970" h="46354">
                <a:moveTo>
                  <a:pt x="13685" y="0"/>
                </a:moveTo>
                <a:lnTo>
                  <a:pt x="0" y="0"/>
                </a:lnTo>
                <a:lnTo>
                  <a:pt x="0" y="45810"/>
                </a:lnTo>
                <a:lnTo>
                  <a:pt x="13685" y="45810"/>
                </a:lnTo>
                <a:lnTo>
                  <a:pt x="1368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70" name="object 470" descr=""/>
          <p:cNvSpPr/>
          <p:nvPr/>
        </p:nvSpPr>
        <p:spPr>
          <a:xfrm>
            <a:off x="10962849" y="6012623"/>
            <a:ext cx="13970" cy="46355"/>
          </a:xfrm>
          <a:custGeom>
            <a:avLst/>
            <a:gdLst/>
            <a:ahLst/>
            <a:cxnLst/>
            <a:rect l="l" t="t" r="r" b="b"/>
            <a:pathLst>
              <a:path w="13970" h="46354">
                <a:moveTo>
                  <a:pt x="13685" y="0"/>
                </a:moveTo>
                <a:lnTo>
                  <a:pt x="0" y="0"/>
                </a:lnTo>
                <a:lnTo>
                  <a:pt x="0" y="45810"/>
                </a:lnTo>
                <a:lnTo>
                  <a:pt x="13685" y="45810"/>
                </a:lnTo>
                <a:lnTo>
                  <a:pt x="1368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71" name="object 471" descr=""/>
          <p:cNvSpPr/>
          <p:nvPr/>
        </p:nvSpPr>
        <p:spPr>
          <a:xfrm>
            <a:off x="11116719" y="6012623"/>
            <a:ext cx="13970" cy="46355"/>
          </a:xfrm>
          <a:custGeom>
            <a:avLst/>
            <a:gdLst/>
            <a:ahLst/>
            <a:cxnLst/>
            <a:rect l="l" t="t" r="r" b="b"/>
            <a:pathLst>
              <a:path w="13970" h="46354">
                <a:moveTo>
                  <a:pt x="13685" y="0"/>
                </a:moveTo>
                <a:lnTo>
                  <a:pt x="0" y="0"/>
                </a:lnTo>
                <a:lnTo>
                  <a:pt x="0" y="45810"/>
                </a:lnTo>
                <a:lnTo>
                  <a:pt x="13685" y="45810"/>
                </a:lnTo>
                <a:lnTo>
                  <a:pt x="1368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72" name="object 472" descr=""/>
          <p:cNvSpPr/>
          <p:nvPr/>
        </p:nvSpPr>
        <p:spPr>
          <a:xfrm>
            <a:off x="10962692" y="6090924"/>
            <a:ext cx="13970" cy="46355"/>
          </a:xfrm>
          <a:custGeom>
            <a:avLst/>
            <a:gdLst/>
            <a:ahLst/>
            <a:cxnLst/>
            <a:rect l="l" t="t" r="r" b="b"/>
            <a:pathLst>
              <a:path w="13970" h="46354">
                <a:moveTo>
                  <a:pt x="13685" y="0"/>
                </a:moveTo>
                <a:lnTo>
                  <a:pt x="0" y="0"/>
                </a:lnTo>
                <a:lnTo>
                  <a:pt x="0" y="45810"/>
                </a:lnTo>
                <a:lnTo>
                  <a:pt x="13685" y="45810"/>
                </a:lnTo>
                <a:lnTo>
                  <a:pt x="1368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73" name="object 473" descr=""/>
          <p:cNvSpPr/>
          <p:nvPr/>
        </p:nvSpPr>
        <p:spPr>
          <a:xfrm>
            <a:off x="11116551" y="6090924"/>
            <a:ext cx="13970" cy="46355"/>
          </a:xfrm>
          <a:custGeom>
            <a:avLst/>
            <a:gdLst/>
            <a:ahLst/>
            <a:cxnLst/>
            <a:rect l="l" t="t" r="r" b="b"/>
            <a:pathLst>
              <a:path w="13970" h="46354">
                <a:moveTo>
                  <a:pt x="13685" y="0"/>
                </a:moveTo>
                <a:lnTo>
                  <a:pt x="0" y="0"/>
                </a:lnTo>
                <a:lnTo>
                  <a:pt x="0" y="45810"/>
                </a:lnTo>
                <a:lnTo>
                  <a:pt x="13685" y="45810"/>
                </a:lnTo>
                <a:lnTo>
                  <a:pt x="1368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74" name="object 474" descr=""/>
          <p:cNvSpPr/>
          <p:nvPr/>
        </p:nvSpPr>
        <p:spPr>
          <a:xfrm>
            <a:off x="10962524" y="6169236"/>
            <a:ext cx="13970" cy="46355"/>
          </a:xfrm>
          <a:custGeom>
            <a:avLst/>
            <a:gdLst/>
            <a:ahLst/>
            <a:cxnLst/>
            <a:rect l="l" t="t" r="r" b="b"/>
            <a:pathLst>
              <a:path w="13970" h="46354">
                <a:moveTo>
                  <a:pt x="13685" y="0"/>
                </a:moveTo>
                <a:lnTo>
                  <a:pt x="0" y="0"/>
                </a:lnTo>
                <a:lnTo>
                  <a:pt x="0" y="45810"/>
                </a:lnTo>
                <a:lnTo>
                  <a:pt x="13685" y="45810"/>
                </a:lnTo>
                <a:lnTo>
                  <a:pt x="1368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75" name="object 475" descr=""/>
          <p:cNvSpPr/>
          <p:nvPr/>
        </p:nvSpPr>
        <p:spPr>
          <a:xfrm>
            <a:off x="11116394" y="6169236"/>
            <a:ext cx="13970" cy="46355"/>
          </a:xfrm>
          <a:custGeom>
            <a:avLst/>
            <a:gdLst/>
            <a:ahLst/>
            <a:cxnLst/>
            <a:rect l="l" t="t" r="r" b="b"/>
            <a:pathLst>
              <a:path w="13970" h="46354">
                <a:moveTo>
                  <a:pt x="13685" y="0"/>
                </a:moveTo>
                <a:lnTo>
                  <a:pt x="0" y="0"/>
                </a:lnTo>
                <a:lnTo>
                  <a:pt x="0" y="45810"/>
                </a:lnTo>
                <a:lnTo>
                  <a:pt x="13685" y="45810"/>
                </a:lnTo>
                <a:lnTo>
                  <a:pt x="1368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76" name="object 476" descr=""/>
          <p:cNvSpPr/>
          <p:nvPr/>
        </p:nvSpPr>
        <p:spPr>
          <a:xfrm>
            <a:off x="10962368" y="6247537"/>
            <a:ext cx="13970" cy="46355"/>
          </a:xfrm>
          <a:custGeom>
            <a:avLst/>
            <a:gdLst/>
            <a:ahLst/>
            <a:cxnLst/>
            <a:rect l="l" t="t" r="r" b="b"/>
            <a:pathLst>
              <a:path w="13970" h="46354">
                <a:moveTo>
                  <a:pt x="13685" y="0"/>
                </a:moveTo>
                <a:lnTo>
                  <a:pt x="0" y="0"/>
                </a:lnTo>
                <a:lnTo>
                  <a:pt x="0" y="45810"/>
                </a:lnTo>
                <a:lnTo>
                  <a:pt x="13685" y="45810"/>
                </a:lnTo>
                <a:lnTo>
                  <a:pt x="1368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77" name="object 477" descr=""/>
          <p:cNvSpPr/>
          <p:nvPr/>
        </p:nvSpPr>
        <p:spPr>
          <a:xfrm>
            <a:off x="11116226" y="6247537"/>
            <a:ext cx="13970" cy="46355"/>
          </a:xfrm>
          <a:custGeom>
            <a:avLst/>
            <a:gdLst/>
            <a:ahLst/>
            <a:cxnLst/>
            <a:rect l="l" t="t" r="r" b="b"/>
            <a:pathLst>
              <a:path w="13970" h="46354">
                <a:moveTo>
                  <a:pt x="13685" y="0"/>
                </a:moveTo>
                <a:lnTo>
                  <a:pt x="0" y="0"/>
                </a:lnTo>
                <a:lnTo>
                  <a:pt x="0" y="45810"/>
                </a:lnTo>
                <a:lnTo>
                  <a:pt x="13685" y="45810"/>
                </a:lnTo>
                <a:lnTo>
                  <a:pt x="1368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78" name="object 478" descr=""/>
          <p:cNvSpPr/>
          <p:nvPr/>
        </p:nvSpPr>
        <p:spPr>
          <a:xfrm>
            <a:off x="10993603" y="5805506"/>
            <a:ext cx="107314" cy="393065"/>
          </a:xfrm>
          <a:custGeom>
            <a:avLst/>
            <a:gdLst/>
            <a:ahLst/>
            <a:cxnLst/>
            <a:rect l="l" t="t" r="r" b="b"/>
            <a:pathLst>
              <a:path w="107315" h="393064">
                <a:moveTo>
                  <a:pt x="106984" y="285419"/>
                </a:moveTo>
                <a:lnTo>
                  <a:pt x="97891" y="285419"/>
                </a:lnTo>
                <a:lnTo>
                  <a:pt x="97891" y="252933"/>
                </a:lnTo>
                <a:lnTo>
                  <a:pt x="106680" y="252933"/>
                </a:lnTo>
                <a:lnTo>
                  <a:pt x="106680" y="207124"/>
                </a:lnTo>
                <a:lnTo>
                  <a:pt x="97891" y="207124"/>
                </a:lnTo>
                <a:lnTo>
                  <a:pt x="97891" y="174625"/>
                </a:lnTo>
                <a:lnTo>
                  <a:pt x="106375" y="174625"/>
                </a:lnTo>
                <a:lnTo>
                  <a:pt x="106375" y="128816"/>
                </a:lnTo>
                <a:lnTo>
                  <a:pt x="97891" y="128816"/>
                </a:lnTo>
                <a:lnTo>
                  <a:pt x="97891" y="0"/>
                </a:lnTo>
                <a:lnTo>
                  <a:pt x="7988" y="0"/>
                </a:lnTo>
                <a:lnTo>
                  <a:pt x="7988" y="128816"/>
                </a:lnTo>
                <a:lnTo>
                  <a:pt x="0" y="128816"/>
                </a:lnTo>
                <a:lnTo>
                  <a:pt x="0" y="174625"/>
                </a:lnTo>
                <a:lnTo>
                  <a:pt x="7988" y="174625"/>
                </a:lnTo>
                <a:lnTo>
                  <a:pt x="7988" y="207124"/>
                </a:lnTo>
                <a:lnTo>
                  <a:pt x="304" y="207124"/>
                </a:lnTo>
                <a:lnTo>
                  <a:pt x="304" y="252933"/>
                </a:lnTo>
                <a:lnTo>
                  <a:pt x="7988" y="252933"/>
                </a:lnTo>
                <a:lnTo>
                  <a:pt x="7988" y="285419"/>
                </a:lnTo>
                <a:lnTo>
                  <a:pt x="609" y="285419"/>
                </a:lnTo>
                <a:lnTo>
                  <a:pt x="609" y="331228"/>
                </a:lnTo>
                <a:lnTo>
                  <a:pt x="7988" y="331228"/>
                </a:lnTo>
                <a:lnTo>
                  <a:pt x="7988" y="347484"/>
                </a:lnTo>
                <a:lnTo>
                  <a:pt x="11518" y="364985"/>
                </a:lnTo>
                <a:lnTo>
                  <a:pt x="21158" y="379272"/>
                </a:lnTo>
                <a:lnTo>
                  <a:pt x="35445" y="388912"/>
                </a:lnTo>
                <a:lnTo>
                  <a:pt x="52946" y="392442"/>
                </a:lnTo>
                <a:lnTo>
                  <a:pt x="70434" y="388912"/>
                </a:lnTo>
                <a:lnTo>
                  <a:pt x="84721" y="379272"/>
                </a:lnTo>
                <a:lnTo>
                  <a:pt x="94361" y="364985"/>
                </a:lnTo>
                <a:lnTo>
                  <a:pt x="97891" y="347484"/>
                </a:lnTo>
                <a:lnTo>
                  <a:pt x="97891" y="331228"/>
                </a:lnTo>
                <a:lnTo>
                  <a:pt x="106984" y="331228"/>
                </a:lnTo>
                <a:lnTo>
                  <a:pt x="106984" y="285419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79" name="object 479" descr=""/>
          <p:cNvSpPr/>
          <p:nvPr/>
        </p:nvSpPr>
        <p:spPr>
          <a:xfrm>
            <a:off x="10489984" y="6330320"/>
            <a:ext cx="316230" cy="181610"/>
          </a:xfrm>
          <a:custGeom>
            <a:avLst/>
            <a:gdLst/>
            <a:ahLst/>
            <a:cxnLst/>
            <a:rect l="l" t="t" r="r" b="b"/>
            <a:pathLst>
              <a:path w="316229" h="181609">
                <a:moveTo>
                  <a:pt x="316179" y="135521"/>
                </a:moveTo>
                <a:lnTo>
                  <a:pt x="0" y="135521"/>
                </a:lnTo>
                <a:lnTo>
                  <a:pt x="0" y="181330"/>
                </a:lnTo>
                <a:lnTo>
                  <a:pt x="316179" y="181330"/>
                </a:lnTo>
                <a:lnTo>
                  <a:pt x="316179" y="135521"/>
                </a:lnTo>
                <a:close/>
              </a:path>
              <a:path w="316229" h="181609">
                <a:moveTo>
                  <a:pt x="316179" y="67767"/>
                </a:moveTo>
                <a:lnTo>
                  <a:pt x="0" y="67767"/>
                </a:lnTo>
                <a:lnTo>
                  <a:pt x="0" y="113576"/>
                </a:lnTo>
                <a:lnTo>
                  <a:pt x="316179" y="113576"/>
                </a:lnTo>
                <a:lnTo>
                  <a:pt x="316179" y="67767"/>
                </a:lnTo>
                <a:close/>
              </a:path>
              <a:path w="316229" h="181609">
                <a:moveTo>
                  <a:pt x="316179" y="0"/>
                </a:moveTo>
                <a:lnTo>
                  <a:pt x="0" y="0"/>
                </a:lnTo>
                <a:lnTo>
                  <a:pt x="0" y="45821"/>
                </a:lnTo>
                <a:lnTo>
                  <a:pt x="316179" y="45821"/>
                </a:lnTo>
                <a:lnTo>
                  <a:pt x="316179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80" name="object 480" descr=""/>
          <p:cNvSpPr/>
          <p:nvPr/>
        </p:nvSpPr>
        <p:spPr>
          <a:xfrm>
            <a:off x="10969676" y="6330320"/>
            <a:ext cx="148590" cy="181610"/>
          </a:xfrm>
          <a:custGeom>
            <a:avLst/>
            <a:gdLst/>
            <a:ahLst/>
            <a:cxnLst/>
            <a:rect l="l" t="t" r="r" b="b"/>
            <a:pathLst>
              <a:path w="148590" h="181609">
                <a:moveTo>
                  <a:pt x="148564" y="135521"/>
                </a:moveTo>
                <a:lnTo>
                  <a:pt x="0" y="135521"/>
                </a:lnTo>
                <a:lnTo>
                  <a:pt x="0" y="181330"/>
                </a:lnTo>
                <a:lnTo>
                  <a:pt x="148564" y="181330"/>
                </a:lnTo>
                <a:lnTo>
                  <a:pt x="148564" y="135521"/>
                </a:lnTo>
                <a:close/>
              </a:path>
              <a:path w="148590" h="181609">
                <a:moveTo>
                  <a:pt x="148564" y="67767"/>
                </a:moveTo>
                <a:lnTo>
                  <a:pt x="0" y="67767"/>
                </a:lnTo>
                <a:lnTo>
                  <a:pt x="0" y="113576"/>
                </a:lnTo>
                <a:lnTo>
                  <a:pt x="148564" y="113576"/>
                </a:lnTo>
                <a:lnTo>
                  <a:pt x="148564" y="67767"/>
                </a:lnTo>
                <a:close/>
              </a:path>
              <a:path w="148590" h="181609">
                <a:moveTo>
                  <a:pt x="148564" y="0"/>
                </a:moveTo>
                <a:lnTo>
                  <a:pt x="0" y="0"/>
                </a:lnTo>
                <a:lnTo>
                  <a:pt x="0" y="45821"/>
                </a:lnTo>
                <a:lnTo>
                  <a:pt x="148564" y="45821"/>
                </a:lnTo>
                <a:lnTo>
                  <a:pt x="148564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81" name="object 481" descr=""/>
          <p:cNvSpPr/>
          <p:nvPr/>
        </p:nvSpPr>
        <p:spPr>
          <a:xfrm>
            <a:off x="10583698" y="6592271"/>
            <a:ext cx="117475" cy="52705"/>
          </a:xfrm>
          <a:custGeom>
            <a:avLst/>
            <a:gdLst/>
            <a:ahLst/>
            <a:cxnLst/>
            <a:rect l="l" t="t" r="r" b="b"/>
            <a:pathLst>
              <a:path w="117475" h="52704">
                <a:moveTo>
                  <a:pt x="116865" y="36487"/>
                </a:moveTo>
                <a:lnTo>
                  <a:pt x="0" y="36487"/>
                </a:lnTo>
                <a:lnTo>
                  <a:pt x="0" y="52501"/>
                </a:lnTo>
                <a:lnTo>
                  <a:pt x="116865" y="52501"/>
                </a:lnTo>
                <a:lnTo>
                  <a:pt x="116865" y="36487"/>
                </a:lnTo>
                <a:close/>
              </a:path>
              <a:path w="117475" h="52704">
                <a:moveTo>
                  <a:pt x="116865" y="0"/>
                </a:moveTo>
                <a:lnTo>
                  <a:pt x="0" y="0"/>
                </a:lnTo>
                <a:lnTo>
                  <a:pt x="0" y="16014"/>
                </a:lnTo>
                <a:lnTo>
                  <a:pt x="116865" y="16014"/>
                </a:lnTo>
                <a:lnTo>
                  <a:pt x="11686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82" name="object 482" descr=""/>
          <p:cNvSpPr/>
          <p:nvPr/>
        </p:nvSpPr>
        <p:spPr>
          <a:xfrm>
            <a:off x="10577487" y="6754577"/>
            <a:ext cx="117475" cy="128270"/>
          </a:xfrm>
          <a:custGeom>
            <a:avLst/>
            <a:gdLst/>
            <a:ahLst/>
            <a:cxnLst/>
            <a:rect l="l" t="t" r="r" b="b"/>
            <a:pathLst>
              <a:path w="117475" h="128270">
                <a:moveTo>
                  <a:pt x="116865" y="112001"/>
                </a:moveTo>
                <a:lnTo>
                  <a:pt x="0" y="112001"/>
                </a:lnTo>
                <a:lnTo>
                  <a:pt x="0" y="128028"/>
                </a:lnTo>
                <a:lnTo>
                  <a:pt x="116865" y="128028"/>
                </a:lnTo>
                <a:lnTo>
                  <a:pt x="116865" y="112001"/>
                </a:lnTo>
                <a:close/>
              </a:path>
              <a:path w="117475" h="128270">
                <a:moveTo>
                  <a:pt x="116865" y="55994"/>
                </a:moveTo>
                <a:lnTo>
                  <a:pt x="0" y="55994"/>
                </a:lnTo>
                <a:lnTo>
                  <a:pt x="0" y="72021"/>
                </a:lnTo>
                <a:lnTo>
                  <a:pt x="116865" y="72021"/>
                </a:lnTo>
                <a:lnTo>
                  <a:pt x="116865" y="55994"/>
                </a:lnTo>
                <a:close/>
              </a:path>
              <a:path w="117475" h="128270">
                <a:moveTo>
                  <a:pt x="116865" y="0"/>
                </a:moveTo>
                <a:lnTo>
                  <a:pt x="0" y="0"/>
                </a:lnTo>
                <a:lnTo>
                  <a:pt x="0" y="16014"/>
                </a:lnTo>
                <a:lnTo>
                  <a:pt x="116865" y="16014"/>
                </a:lnTo>
                <a:lnTo>
                  <a:pt x="11686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83" name="object 483" descr=""/>
          <p:cNvSpPr/>
          <p:nvPr/>
        </p:nvSpPr>
        <p:spPr>
          <a:xfrm>
            <a:off x="10577487" y="6975201"/>
            <a:ext cx="117475" cy="128270"/>
          </a:xfrm>
          <a:custGeom>
            <a:avLst/>
            <a:gdLst/>
            <a:ahLst/>
            <a:cxnLst/>
            <a:rect l="l" t="t" r="r" b="b"/>
            <a:pathLst>
              <a:path w="117475" h="128270">
                <a:moveTo>
                  <a:pt x="116865" y="112001"/>
                </a:moveTo>
                <a:lnTo>
                  <a:pt x="0" y="112001"/>
                </a:lnTo>
                <a:lnTo>
                  <a:pt x="0" y="128028"/>
                </a:lnTo>
                <a:lnTo>
                  <a:pt x="116865" y="128028"/>
                </a:lnTo>
                <a:lnTo>
                  <a:pt x="116865" y="112001"/>
                </a:lnTo>
                <a:close/>
              </a:path>
              <a:path w="117475" h="128270">
                <a:moveTo>
                  <a:pt x="116865" y="55994"/>
                </a:moveTo>
                <a:lnTo>
                  <a:pt x="0" y="55994"/>
                </a:lnTo>
                <a:lnTo>
                  <a:pt x="0" y="72009"/>
                </a:lnTo>
                <a:lnTo>
                  <a:pt x="116865" y="72009"/>
                </a:lnTo>
                <a:lnTo>
                  <a:pt x="116865" y="55994"/>
                </a:lnTo>
                <a:close/>
              </a:path>
              <a:path w="117475" h="128270">
                <a:moveTo>
                  <a:pt x="116865" y="0"/>
                </a:moveTo>
                <a:lnTo>
                  <a:pt x="0" y="0"/>
                </a:lnTo>
                <a:lnTo>
                  <a:pt x="0" y="16014"/>
                </a:lnTo>
                <a:lnTo>
                  <a:pt x="116865" y="16014"/>
                </a:lnTo>
                <a:lnTo>
                  <a:pt x="11686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84" name="object 484" descr=""/>
          <p:cNvSpPr/>
          <p:nvPr/>
        </p:nvSpPr>
        <p:spPr>
          <a:xfrm>
            <a:off x="10577487" y="7222813"/>
            <a:ext cx="117475" cy="128270"/>
          </a:xfrm>
          <a:custGeom>
            <a:avLst/>
            <a:gdLst/>
            <a:ahLst/>
            <a:cxnLst/>
            <a:rect l="l" t="t" r="r" b="b"/>
            <a:pathLst>
              <a:path w="117475" h="128270">
                <a:moveTo>
                  <a:pt x="116865" y="112001"/>
                </a:moveTo>
                <a:lnTo>
                  <a:pt x="0" y="112001"/>
                </a:lnTo>
                <a:lnTo>
                  <a:pt x="0" y="128016"/>
                </a:lnTo>
                <a:lnTo>
                  <a:pt x="116865" y="128016"/>
                </a:lnTo>
                <a:lnTo>
                  <a:pt x="116865" y="112001"/>
                </a:lnTo>
                <a:close/>
              </a:path>
              <a:path w="117475" h="128270">
                <a:moveTo>
                  <a:pt x="116865" y="55994"/>
                </a:moveTo>
                <a:lnTo>
                  <a:pt x="0" y="55994"/>
                </a:lnTo>
                <a:lnTo>
                  <a:pt x="0" y="72021"/>
                </a:lnTo>
                <a:lnTo>
                  <a:pt x="116865" y="72021"/>
                </a:lnTo>
                <a:lnTo>
                  <a:pt x="116865" y="55994"/>
                </a:lnTo>
                <a:close/>
              </a:path>
              <a:path w="117475" h="128270">
                <a:moveTo>
                  <a:pt x="116865" y="0"/>
                </a:moveTo>
                <a:lnTo>
                  <a:pt x="0" y="0"/>
                </a:lnTo>
                <a:lnTo>
                  <a:pt x="0" y="16014"/>
                </a:lnTo>
                <a:lnTo>
                  <a:pt x="116865" y="16014"/>
                </a:lnTo>
                <a:lnTo>
                  <a:pt x="11686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85" name="object 485" descr=""/>
          <p:cNvGrpSpPr/>
          <p:nvPr/>
        </p:nvGrpSpPr>
        <p:grpSpPr>
          <a:xfrm>
            <a:off x="10969687" y="6560093"/>
            <a:ext cx="148590" cy="1770380"/>
            <a:chOff x="10969687" y="6560093"/>
            <a:chExt cx="148590" cy="1770380"/>
          </a:xfrm>
        </p:grpSpPr>
        <p:sp>
          <p:nvSpPr>
            <p:cNvPr id="486" name="object 486" descr=""/>
            <p:cNvSpPr/>
            <p:nvPr/>
          </p:nvSpPr>
          <p:spPr>
            <a:xfrm>
              <a:off x="10969676" y="6560102"/>
              <a:ext cx="148590" cy="1300480"/>
            </a:xfrm>
            <a:custGeom>
              <a:avLst/>
              <a:gdLst/>
              <a:ahLst/>
              <a:cxnLst/>
              <a:rect l="l" t="t" r="r" b="b"/>
              <a:pathLst>
                <a:path w="148590" h="1300479">
                  <a:moveTo>
                    <a:pt x="12128" y="1254226"/>
                  </a:moveTo>
                  <a:lnTo>
                    <a:pt x="0" y="1254226"/>
                  </a:lnTo>
                  <a:lnTo>
                    <a:pt x="0" y="1300035"/>
                  </a:lnTo>
                  <a:lnTo>
                    <a:pt x="12128" y="1300035"/>
                  </a:lnTo>
                  <a:lnTo>
                    <a:pt x="12128" y="1254226"/>
                  </a:lnTo>
                  <a:close/>
                </a:path>
                <a:path w="148590" h="1300479">
                  <a:moveTo>
                    <a:pt x="12128" y="1175918"/>
                  </a:moveTo>
                  <a:lnTo>
                    <a:pt x="0" y="1175918"/>
                  </a:lnTo>
                  <a:lnTo>
                    <a:pt x="0" y="1221727"/>
                  </a:lnTo>
                  <a:lnTo>
                    <a:pt x="12128" y="1221727"/>
                  </a:lnTo>
                  <a:lnTo>
                    <a:pt x="12128" y="1175918"/>
                  </a:lnTo>
                  <a:close/>
                </a:path>
                <a:path w="148590" h="1300479">
                  <a:moveTo>
                    <a:pt x="12128" y="1097622"/>
                  </a:moveTo>
                  <a:lnTo>
                    <a:pt x="0" y="1097622"/>
                  </a:lnTo>
                  <a:lnTo>
                    <a:pt x="0" y="1143431"/>
                  </a:lnTo>
                  <a:lnTo>
                    <a:pt x="12128" y="1143431"/>
                  </a:lnTo>
                  <a:lnTo>
                    <a:pt x="12128" y="1097622"/>
                  </a:lnTo>
                  <a:close/>
                </a:path>
                <a:path w="148590" h="1300479">
                  <a:moveTo>
                    <a:pt x="12128" y="1019302"/>
                  </a:moveTo>
                  <a:lnTo>
                    <a:pt x="0" y="1019302"/>
                  </a:lnTo>
                  <a:lnTo>
                    <a:pt x="0" y="1065110"/>
                  </a:lnTo>
                  <a:lnTo>
                    <a:pt x="12128" y="1065110"/>
                  </a:lnTo>
                  <a:lnTo>
                    <a:pt x="12128" y="1019302"/>
                  </a:lnTo>
                  <a:close/>
                </a:path>
                <a:path w="148590" h="1300479">
                  <a:moveTo>
                    <a:pt x="12128" y="941006"/>
                  </a:moveTo>
                  <a:lnTo>
                    <a:pt x="0" y="941006"/>
                  </a:lnTo>
                  <a:lnTo>
                    <a:pt x="0" y="986815"/>
                  </a:lnTo>
                  <a:lnTo>
                    <a:pt x="12128" y="986815"/>
                  </a:lnTo>
                  <a:lnTo>
                    <a:pt x="12128" y="941006"/>
                  </a:lnTo>
                  <a:close/>
                </a:path>
                <a:path w="148590" h="1300479">
                  <a:moveTo>
                    <a:pt x="12128" y="862698"/>
                  </a:moveTo>
                  <a:lnTo>
                    <a:pt x="0" y="862698"/>
                  </a:lnTo>
                  <a:lnTo>
                    <a:pt x="0" y="908519"/>
                  </a:lnTo>
                  <a:lnTo>
                    <a:pt x="12128" y="908519"/>
                  </a:lnTo>
                  <a:lnTo>
                    <a:pt x="12128" y="862698"/>
                  </a:lnTo>
                  <a:close/>
                </a:path>
                <a:path w="148590" h="1300479">
                  <a:moveTo>
                    <a:pt x="12128" y="784390"/>
                  </a:moveTo>
                  <a:lnTo>
                    <a:pt x="0" y="784390"/>
                  </a:lnTo>
                  <a:lnTo>
                    <a:pt x="0" y="830199"/>
                  </a:lnTo>
                  <a:lnTo>
                    <a:pt x="12128" y="830199"/>
                  </a:lnTo>
                  <a:lnTo>
                    <a:pt x="12128" y="784390"/>
                  </a:lnTo>
                  <a:close/>
                </a:path>
                <a:path w="148590" h="1300479">
                  <a:moveTo>
                    <a:pt x="12128" y="706094"/>
                  </a:moveTo>
                  <a:lnTo>
                    <a:pt x="0" y="706094"/>
                  </a:lnTo>
                  <a:lnTo>
                    <a:pt x="0" y="751903"/>
                  </a:lnTo>
                  <a:lnTo>
                    <a:pt x="12128" y="751903"/>
                  </a:lnTo>
                  <a:lnTo>
                    <a:pt x="12128" y="706094"/>
                  </a:lnTo>
                  <a:close/>
                </a:path>
                <a:path w="148590" h="1300479">
                  <a:moveTo>
                    <a:pt x="12128" y="627786"/>
                  </a:moveTo>
                  <a:lnTo>
                    <a:pt x="0" y="627786"/>
                  </a:lnTo>
                  <a:lnTo>
                    <a:pt x="0" y="673595"/>
                  </a:lnTo>
                  <a:lnTo>
                    <a:pt x="12128" y="673595"/>
                  </a:lnTo>
                  <a:lnTo>
                    <a:pt x="12128" y="627786"/>
                  </a:lnTo>
                  <a:close/>
                </a:path>
                <a:path w="148590" h="1300479">
                  <a:moveTo>
                    <a:pt x="12128" y="549478"/>
                  </a:moveTo>
                  <a:lnTo>
                    <a:pt x="0" y="549478"/>
                  </a:lnTo>
                  <a:lnTo>
                    <a:pt x="0" y="595287"/>
                  </a:lnTo>
                  <a:lnTo>
                    <a:pt x="12128" y="595287"/>
                  </a:lnTo>
                  <a:lnTo>
                    <a:pt x="12128" y="549478"/>
                  </a:lnTo>
                  <a:close/>
                </a:path>
                <a:path w="148590" h="1300479">
                  <a:moveTo>
                    <a:pt x="12128" y="471182"/>
                  </a:moveTo>
                  <a:lnTo>
                    <a:pt x="0" y="471182"/>
                  </a:lnTo>
                  <a:lnTo>
                    <a:pt x="0" y="516991"/>
                  </a:lnTo>
                  <a:lnTo>
                    <a:pt x="12128" y="516991"/>
                  </a:lnTo>
                  <a:lnTo>
                    <a:pt x="12128" y="471182"/>
                  </a:lnTo>
                  <a:close/>
                </a:path>
                <a:path w="148590" h="1300479">
                  <a:moveTo>
                    <a:pt x="12128" y="392861"/>
                  </a:moveTo>
                  <a:lnTo>
                    <a:pt x="0" y="392861"/>
                  </a:lnTo>
                  <a:lnTo>
                    <a:pt x="0" y="438670"/>
                  </a:lnTo>
                  <a:lnTo>
                    <a:pt x="12128" y="438670"/>
                  </a:lnTo>
                  <a:lnTo>
                    <a:pt x="12128" y="392861"/>
                  </a:lnTo>
                  <a:close/>
                </a:path>
                <a:path w="148590" h="1300479">
                  <a:moveTo>
                    <a:pt x="12128" y="314566"/>
                  </a:moveTo>
                  <a:lnTo>
                    <a:pt x="0" y="314566"/>
                  </a:lnTo>
                  <a:lnTo>
                    <a:pt x="0" y="360375"/>
                  </a:lnTo>
                  <a:lnTo>
                    <a:pt x="12128" y="360375"/>
                  </a:lnTo>
                  <a:lnTo>
                    <a:pt x="12128" y="314566"/>
                  </a:lnTo>
                  <a:close/>
                </a:path>
                <a:path w="148590" h="1300479">
                  <a:moveTo>
                    <a:pt x="12128" y="236258"/>
                  </a:moveTo>
                  <a:lnTo>
                    <a:pt x="0" y="236258"/>
                  </a:lnTo>
                  <a:lnTo>
                    <a:pt x="0" y="282067"/>
                  </a:lnTo>
                  <a:lnTo>
                    <a:pt x="12128" y="282067"/>
                  </a:lnTo>
                  <a:lnTo>
                    <a:pt x="12128" y="236258"/>
                  </a:lnTo>
                  <a:close/>
                </a:path>
                <a:path w="148590" h="1300479">
                  <a:moveTo>
                    <a:pt x="12128" y="157949"/>
                  </a:moveTo>
                  <a:lnTo>
                    <a:pt x="0" y="157949"/>
                  </a:lnTo>
                  <a:lnTo>
                    <a:pt x="0" y="203758"/>
                  </a:lnTo>
                  <a:lnTo>
                    <a:pt x="12128" y="203758"/>
                  </a:lnTo>
                  <a:lnTo>
                    <a:pt x="12128" y="157949"/>
                  </a:lnTo>
                  <a:close/>
                </a:path>
                <a:path w="148590" h="1300479">
                  <a:moveTo>
                    <a:pt x="12128" y="79654"/>
                  </a:moveTo>
                  <a:lnTo>
                    <a:pt x="0" y="79654"/>
                  </a:lnTo>
                  <a:lnTo>
                    <a:pt x="0" y="125463"/>
                  </a:lnTo>
                  <a:lnTo>
                    <a:pt x="12128" y="125463"/>
                  </a:lnTo>
                  <a:lnTo>
                    <a:pt x="12128" y="79654"/>
                  </a:lnTo>
                  <a:close/>
                </a:path>
                <a:path w="148590" h="1300479">
                  <a:moveTo>
                    <a:pt x="12128" y="1333"/>
                  </a:moveTo>
                  <a:lnTo>
                    <a:pt x="0" y="1333"/>
                  </a:lnTo>
                  <a:lnTo>
                    <a:pt x="0" y="47142"/>
                  </a:lnTo>
                  <a:lnTo>
                    <a:pt x="12128" y="47142"/>
                  </a:lnTo>
                  <a:lnTo>
                    <a:pt x="12128" y="1333"/>
                  </a:lnTo>
                  <a:close/>
                </a:path>
                <a:path w="148590" h="1300479">
                  <a:moveTo>
                    <a:pt x="32423" y="1254226"/>
                  </a:moveTo>
                  <a:lnTo>
                    <a:pt x="20294" y="1254226"/>
                  </a:lnTo>
                  <a:lnTo>
                    <a:pt x="20294" y="1300035"/>
                  </a:lnTo>
                  <a:lnTo>
                    <a:pt x="32423" y="1300035"/>
                  </a:lnTo>
                  <a:lnTo>
                    <a:pt x="32423" y="1254226"/>
                  </a:lnTo>
                  <a:close/>
                </a:path>
                <a:path w="148590" h="1300479">
                  <a:moveTo>
                    <a:pt x="32423" y="1175918"/>
                  </a:moveTo>
                  <a:lnTo>
                    <a:pt x="20294" y="1175918"/>
                  </a:lnTo>
                  <a:lnTo>
                    <a:pt x="20294" y="1221727"/>
                  </a:lnTo>
                  <a:lnTo>
                    <a:pt x="32423" y="1221727"/>
                  </a:lnTo>
                  <a:lnTo>
                    <a:pt x="32423" y="1175918"/>
                  </a:lnTo>
                  <a:close/>
                </a:path>
                <a:path w="148590" h="1300479">
                  <a:moveTo>
                    <a:pt x="32423" y="1097622"/>
                  </a:moveTo>
                  <a:lnTo>
                    <a:pt x="20294" y="1097622"/>
                  </a:lnTo>
                  <a:lnTo>
                    <a:pt x="20294" y="1143431"/>
                  </a:lnTo>
                  <a:lnTo>
                    <a:pt x="32423" y="1143431"/>
                  </a:lnTo>
                  <a:lnTo>
                    <a:pt x="32423" y="1097622"/>
                  </a:lnTo>
                  <a:close/>
                </a:path>
                <a:path w="148590" h="1300479">
                  <a:moveTo>
                    <a:pt x="32423" y="1019302"/>
                  </a:moveTo>
                  <a:lnTo>
                    <a:pt x="20294" y="1019302"/>
                  </a:lnTo>
                  <a:lnTo>
                    <a:pt x="20294" y="1065110"/>
                  </a:lnTo>
                  <a:lnTo>
                    <a:pt x="32423" y="1065110"/>
                  </a:lnTo>
                  <a:lnTo>
                    <a:pt x="32423" y="1019302"/>
                  </a:lnTo>
                  <a:close/>
                </a:path>
                <a:path w="148590" h="1300479">
                  <a:moveTo>
                    <a:pt x="32423" y="941006"/>
                  </a:moveTo>
                  <a:lnTo>
                    <a:pt x="20294" y="941006"/>
                  </a:lnTo>
                  <a:lnTo>
                    <a:pt x="20294" y="986815"/>
                  </a:lnTo>
                  <a:lnTo>
                    <a:pt x="32423" y="986815"/>
                  </a:lnTo>
                  <a:lnTo>
                    <a:pt x="32423" y="941006"/>
                  </a:lnTo>
                  <a:close/>
                </a:path>
                <a:path w="148590" h="1300479">
                  <a:moveTo>
                    <a:pt x="32423" y="862698"/>
                  </a:moveTo>
                  <a:lnTo>
                    <a:pt x="20294" y="862698"/>
                  </a:lnTo>
                  <a:lnTo>
                    <a:pt x="20294" y="908519"/>
                  </a:lnTo>
                  <a:lnTo>
                    <a:pt x="32423" y="908519"/>
                  </a:lnTo>
                  <a:lnTo>
                    <a:pt x="32423" y="862698"/>
                  </a:lnTo>
                  <a:close/>
                </a:path>
                <a:path w="148590" h="1300479">
                  <a:moveTo>
                    <a:pt x="32423" y="784390"/>
                  </a:moveTo>
                  <a:lnTo>
                    <a:pt x="20294" y="784390"/>
                  </a:lnTo>
                  <a:lnTo>
                    <a:pt x="20294" y="830199"/>
                  </a:lnTo>
                  <a:lnTo>
                    <a:pt x="32423" y="830199"/>
                  </a:lnTo>
                  <a:lnTo>
                    <a:pt x="32423" y="784390"/>
                  </a:lnTo>
                  <a:close/>
                </a:path>
                <a:path w="148590" h="1300479">
                  <a:moveTo>
                    <a:pt x="32423" y="706094"/>
                  </a:moveTo>
                  <a:lnTo>
                    <a:pt x="20294" y="706094"/>
                  </a:lnTo>
                  <a:lnTo>
                    <a:pt x="20294" y="751903"/>
                  </a:lnTo>
                  <a:lnTo>
                    <a:pt x="32423" y="751903"/>
                  </a:lnTo>
                  <a:lnTo>
                    <a:pt x="32423" y="706094"/>
                  </a:lnTo>
                  <a:close/>
                </a:path>
                <a:path w="148590" h="1300479">
                  <a:moveTo>
                    <a:pt x="32423" y="627786"/>
                  </a:moveTo>
                  <a:lnTo>
                    <a:pt x="20294" y="627786"/>
                  </a:lnTo>
                  <a:lnTo>
                    <a:pt x="20294" y="673595"/>
                  </a:lnTo>
                  <a:lnTo>
                    <a:pt x="32423" y="673595"/>
                  </a:lnTo>
                  <a:lnTo>
                    <a:pt x="32423" y="627786"/>
                  </a:lnTo>
                  <a:close/>
                </a:path>
                <a:path w="148590" h="1300479">
                  <a:moveTo>
                    <a:pt x="32423" y="549478"/>
                  </a:moveTo>
                  <a:lnTo>
                    <a:pt x="20294" y="549478"/>
                  </a:lnTo>
                  <a:lnTo>
                    <a:pt x="20294" y="595287"/>
                  </a:lnTo>
                  <a:lnTo>
                    <a:pt x="32423" y="595287"/>
                  </a:lnTo>
                  <a:lnTo>
                    <a:pt x="32423" y="549478"/>
                  </a:lnTo>
                  <a:close/>
                </a:path>
                <a:path w="148590" h="1300479">
                  <a:moveTo>
                    <a:pt x="32423" y="471182"/>
                  </a:moveTo>
                  <a:lnTo>
                    <a:pt x="20294" y="471182"/>
                  </a:lnTo>
                  <a:lnTo>
                    <a:pt x="20294" y="516991"/>
                  </a:lnTo>
                  <a:lnTo>
                    <a:pt x="32423" y="516991"/>
                  </a:lnTo>
                  <a:lnTo>
                    <a:pt x="32423" y="471182"/>
                  </a:lnTo>
                  <a:close/>
                </a:path>
                <a:path w="148590" h="1300479">
                  <a:moveTo>
                    <a:pt x="32423" y="392861"/>
                  </a:moveTo>
                  <a:lnTo>
                    <a:pt x="20294" y="392861"/>
                  </a:lnTo>
                  <a:lnTo>
                    <a:pt x="20294" y="438670"/>
                  </a:lnTo>
                  <a:lnTo>
                    <a:pt x="32423" y="438670"/>
                  </a:lnTo>
                  <a:lnTo>
                    <a:pt x="32423" y="392861"/>
                  </a:lnTo>
                  <a:close/>
                </a:path>
                <a:path w="148590" h="1300479">
                  <a:moveTo>
                    <a:pt x="32423" y="314566"/>
                  </a:moveTo>
                  <a:lnTo>
                    <a:pt x="20294" y="314566"/>
                  </a:lnTo>
                  <a:lnTo>
                    <a:pt x="20294" y="360375"/>
                  </a:lnTo>
                  <a:lnTo>
                    <a:pt x="32423" y="360375"/>
                  </a:lnTo>
                  <a:lnTo>
                    <a:pt x="32423" y="314566"/>
                  </a:lnTo>
                  <a:close/>
                </a:path>
                <a:path w="148590" h="1300479">
                  <a:moveTo>
                    <a:pt x="32423" y="236258"/>
                  </a:moveTo>
                  <a:lnTo>
                    <a:pt x="20294" y="236258"/>
                  </a:lnTo>
                  <a:lnTo>
                    <a:pt x="20294" y="282067"/>
                  </a:lnTo>
                  <a:lnTo>
                    <a:pt x="32423" y="282067"/>
                  </a:lnTo>
                  <a:lnTo>
                    <a:pt x="32423" y="236258"/>
                  </a:lnTo>
                  <a:close/>
                </a:path>
                <a:path w="148590" h="1300479">
                  <a:moveTo>
                    <a:pt x="32423" y="157949"/>
                  </a:moveTo>
                  <a:lnTo>
                    <a:pt x="20294" y="157949"/>
                  </a:lnTo>
                  <a:lnTo>
                    <a:pt x="20294" y="203758"/>
                  </a:lnTo>
                  <a:lnTo>
                    <a:pt x="32423" y="203758"/>
                  </a:lnTo>
                  <a:lnTo>
                    <a:pt x="32423" y="157949"/>
                  </a:lnTo>
                  <a:close/>
                </a:path>
                <a:path w="148590" h="1300479">
                  <a:moveTo>
                    <a:pt x="32423" y="79654"/>
                  </a:moveTo>
                  <a:lnTo>
                    <a:pt x="20294" y="79654"/>
                  </a:lnTo>
                  <a:lnTo>
                    <a:pt x="20294" y="125463"/>
                  </a:lnTo>
                  <a:lnTo>
                    <a:pt x="32423" y="125463"/>
                  </a:lnTo>
                  <a:lnTo>
                    <a:pt x="32423" y="79654"/>
                  </a:lnTo>
                  <a:close/>
                </a:path>
                <a:path w="148590" h="1300479">
                  <a:moveTo>
                    <a:pt x="32423" y="1333"/>
                  </a:moveTo>
                  <a:lnTo>
                    <a:pt x="20294" y="1333"/>
                  </a:lnTo>
                  <a:lnTo>
                    <a:pt x="20294" y="47142"/>
                  </a:lnTo>
                  <a:lnTo>
                    <a:pt x="32423" y="47142"/>
                  </a:lnTo>
                  <a:lnTo>
                    <a:pt x="32423" y="1333"/>
                  </a:lnTo>
                  <a:close/>
                </a:path>
                <a:path w="148590" h="1300479">
                  <a:moveTo>
                    <a:pt x="99593" y="628700"/>
                  </a:moveTo>
                  <a:lnTo>
                    <a:pt x="42265" y="628700"/>
                  </a:lnTo>
                  <a:lnTo>
                    <a:pt x="42265" y="829297"/>
                  </a:lnTo>
                  <a:lnTo>
                    <a:pt x="99593" y="829297"/>
                  </a:lnTo>
                  <a:lnTo>
                    <a:pt x="99593" y="628700"/>
                  </a:lnTo>
                  <a:close/>
                </a:path>
                <a:path w="148590" h="1300479">
                  <a:moveTo>
                    <a:pt x="99593" y="383857"/>
                  </a:moveTo>
                  <a:lnTo>
                    <a:pt x="42265" y="383857"/>
                  </a:lnTo>
                  <a:lnTo>
                    <a:pt x="42265" y="584454"/>
                  </a:lnTo>
                  <a:lnTo>
                    <a:pt x="99593" y="584454"/>
                  </a:lnTo>
                  <a:lnTo>
                    <a:pt x="99593" y="383857"/>
                  </a:lnTo>
                  <a:close/>
                </a:path>
                <a:path w="148590" h="1300479">
                  <a:moveTo>
                    <a:pt x="99593" y="156629"/>
                  </a:moveTo>
                  <a:lnTo>
                    <a:pt x="42265" y="156629"/>
                  </a:lnTo>
                  <a:lnTo>
                    <a:pt x="42265" y="357225"/>
                  </a:lnTo>
                  <a:lnTo>
                    <a:pt x="99593" y="357225"/>
                  </a:lnTo>
                  <a:lnTo>
                    <a:pt x="99593" y="156629"/>
                  </a:lnTo>
                  <a:close/>
                </a:path>
                <a:path w="148590" h="1300479">
                  <a:moveTo>
                    <a:pt x="101803" y="0"/>
                  </a:moveTo>
                  <a:lnTo>
                    <a:pt x="44475" y="0"/>
                  </a:lnTo>
                  <a:lnTo>
                    <a:pt x="44475" y="125374"/>
                  </a:lnTo>
                  <a:lnTo>
                    <a:pt x="101803" y="125374"/>
                  </a:lnTo>
                  <a:lnTo>
                    <a:pt x="101803" y="0"/>
                  </a:lnTo>
                  <a:close/>
                </a:path>
                <a:path w="148590" h="1300479">
                  <a:moveTo>
                    <a:pt x="128282" y="1254226"/>
                  </a:moveTo>
                  <a:lnTo>
                    <a:pt x="116154" y="1254226"/>
                  </a:lnTo>
                  <a:lnTo>
                    <a:pt x="116154" y="1300035"/>
                  </a:lnTo>
                  <a:lnTo>
                    <a:pt x="128282" y="1300035"/>
                  </a:lnTo>
                  <a:lnTo>
                    <a:pt x="128282" y="1254226"/>
                  </a:lnTo>
                  <a:close/>
                </a:path>
                <a:path w="148590" h="1300479">
                  <a:moveTo>
                    <a:pt x="128282" y="1175918"/>
                  </a:moveTo>
                  <a:lnTo>
                    <a:pt x="116154" y="1175918"/>
                  </a:lnTo>
                  <a:lnTo>
                    <a:pt x="116154" y="1221727"/>
                  </a:lnTo>
                  <a:lnTo>
                    <a:pt x="128282" y="1221727"/>
                  </a:lnTo>
                  <a:lnTo>
                    <a:pt x="128282" y="1175918"/>
                  </a:lnTo>
                  <a:close/>
                </a:path>
                <a:path w="148590" h="1300479">
                  <a:moveTo>
                    <a:pt x="128282" y="1097622"/>
                  </a:moveTo>
                  <a:lnTo>
                    <a:pt x="116154" y="1097622"/>
                  </a:lnTo>
                  <a:lnTo>
                    <a:pt x="116154" y="1143431"/>
                  </a:lnTo>
                  <a:lnTo>
                    <a:pt x="128282" y="1143431"/>
                  </a:lnTo>
                  <a:lnTo>
                    <a:pt x="128282" y="1097622"/>
                  </a:lnTo>
                  <a:close/>
                </a:path>
                <a:path w="148590" h="1300479">
                  <a:moveTo>
                    <a:pt x="128282" y="1019302"/>
                  </a:moveTo>
                  <a:lnTo>
                    <a:pt x="116154" y="1019302"/>
                  </a:lnTo>
                  <a:lnTo>
                    <a:pt x="116154" y="1065110"/>
                  </a:lnTo>
                  <a:lnTo>
                    <a:pt x="128282" y="1065110"/>
                  </a:lnTo>
                  <a:lnTo>
                    <a:pt x="128282" y="1019302"/>
                  </a:lnTo>
                  <a:close/>
                </a:path>
                <a:path w="148590" h="1300479">
                  <a:moveTo>
                    <a:pt x="128282" y="941006"/>
                  </a:moveTo>
                  <a:lnTo>
                    <a:pt x="116154" y="941006"/>
                  </a:lnTo>
                  <a:lnTo>
                    <a:pt x="116154" y="986815"/>
                  </a:lnTo>
                  <a:lnTo>
                    <a:pt x="128282" y="986815"/>
                  </a:lnTo>
                  <a:lnTo>
                    <a:pt x="128282" y="941006"/>
                  </a:lnTo>
                  <a:close/>
                </a:path>
                <a:path w="148590" h="1300479">
                  <a:moveTo>
                    <a:pt x="128282" y="862698"/>
                  </a:moveTo>
                  <a:lnTo>
                    <a:pt x="116154" y="862698"/>
                  </a:lnTo>
                  <a:lnTo>
                    <a:pt x="116154" y="908519"/>
                  </a:lnTo>
                  <a:lnTo>
                    <a:pt x="128282" y="908519"/>
                  </a:lnTo>
                  <a:lnTo>
                    <a:pt x="128282" y="862698"/>
                  </a:lnTo>
                  <a:close/>
                </a:path>
                <a:path w="148590" h="1300479">
                  <a:moveTo>
                    <a:pt x="128282" y="784390"/>
                  </a:moveTo>
                  <a:lnTo>
                    <a:pt x="116154" y="784390"/>
                  </a:lnTo>
                  <a:lnTo>
                    <a:pt x="116154" y="830199"/>
                  </a:lnTo>
                  <a:lnTo>
                    <a:pt x="128282" y="830199"/>
                  </a:lnTo>
                  <a:lnTo>
                    <a:pt x="128282" y="784390"/>
                  </a:lnTo>
                  <a:close/>
                </a:path>
                <a:path w="148590" h="1300479">
                  <a:moveTo>
                    <a:pt x="128282" y="706094"/>
                  </a:moveTo>
                  <a:lnTo>
                    <a:pt x="116154" y="706094"/>
                  </a:lnTo>
                  <a:lnTo>
                    <a:pt x="116154" y="751903"/>
                  </a:lnTo>
                  <a:lnTo>
                    <a:pt x="128282" y="751903"/>
                  </a:lnTo>
                  <a:lnTo>
                    <a:pt x="128282" y="706094"/>
                  </a:lnTo>
                  <a:close/>
                </a:path>
                <a:path w="148590" h="1300479">
                  <a:moveTo>
                    <a:pt x="128282" y="627786"/>
                  </a:moveTo>
                  <a:lnTo>
                    <a:pt x="116154" y="627786"/>
                  </a:lnTo>
                  <a:lnTo>
                    <a:pt x="116154" y="673595"/>
                  </a:lnTo>
                  <a:lnTo>
                    <a:pt x="128282" y="673595"/>
                  </a:lnTo>
                  <a:lnTo>
                    <a:pt x="128282" y="627786"/>
                  </a:lnTo>
                  <a:close/>
                </a:path>
                <a:path w="148590" h="1300479">
                  <a:moveTo>
                    <a:pt x="128282" y="549478"/>
                  </a:moveTo>
                  <a:lnTo>
                    <a:pt x="116154" y="549478"/>
                  </a:lnTo>
                  <a:lnTo>
                    <a:pt x="116154" y="595287"/>
                  </a:lnTo>
                  <a:lnTo>
                    <a:pt x="128282" y="595287"/>
                  </a:lnTo>
                  <a:lnTo>
                    <a:pt x="128282" y="549478"/>
                  </a:lnTo>
                  <a:close/>
                </a:path>
                <a:path w="148590" h="1300479">
                  <a:moveTo>
                    <a:pt x="128282" y="471182"/>
                  </a:moveTo>
                  <a:lnTo>
                    <a:pt x="116154" y="471182"/>
                  </a:lnTo>
                  <a:lnTo>
                    <a:pt x="116154" y="516991"/>
                  </a:lnTo>
                  <a:lnTo>
                    <a:pt x="128282" y="516991"/>
                  </a:lnTo>
                  <a:lnTo>
                    <a:pt x="128282" y="471182"/>
                  </a:lnTo>
                  <a:close/>
                </a:path>
                <a:path w="148590" h="1300479">
                  <a:moveTo>
                    <a:pt x="128282" y="392861"/>
                  </a:moveTo>
                  <a:lnTo>
                    <a:pt x="116154" y="392861"/>
                  </a:lnTo>
                  <a:lnTo>
                    <a:pt x="116154" y="438670"/>
                  </a:lnTo>
                  <a:lnTo>
                    <a:pt x="128282" y="438670"/>
                  </a:lnTo>
                  <a:lnTo>
                    <a:pt x="128282" y="392861"/>
                  </a:lnTo>
                  <a:close/>
                </a:path>
                <a:path w="148590" h="1300479">
                  <a:moveTo>
                    <a:pt x="128282" y="314566"/>
                  </a:moveTo>
                  <a:lnTo>
                    <a:pt x="116154" y="314566"/>
                  </a:lnTo>
                  <a:lnTo>
                    <a:pt x="116154" y="360375"/>
                  </a:lnTo>
                  <a:lnTo>
                    <a:pt x="128282" y="360375"/>
                  </a:lnTo>
                  <a:lnTo>
                    <a:pt x="128282" y="314566"/>
                  </a:lnTo>
                  <a:close/>
                </a:path>
                <a:path w="148590" h="1300479">
                  <a:moveTo>
                    <a:pt x="128282" y="236258"/>
                  </a:moveTo>
                  <a:lnTo>
                    <a:pt x="116154" y="236258"/>
                  </a:lnTo>
                  <a:lnTo>
                    <a:pt x="116154" y="282067"/>
                  </a:lnTo>
                  <a:lnTo>
                    <a:pt x="128282" y="282067"/>
                  </a:lnTo>
                  <a:lnTo>
                    <a:pt x="128282" y="236258"/>
                  </a:lnTo>
                  <a:close/>
                </a:path>
                <a:path w="148590" h="1300479">
                  <a:moveTo>
                    <a:pt x="128282" y="157949"/>
                  </a:moveTo>
                  <a:lnTo>
                    <a:pt x="116154" y="157949"/>
                  </a:lnTo>
                  <a:lnTo>
                    <a:pt x="116154" y="203758"/>
                  </a:lnTo>
                  <a:lnTo>
                    <a:pt x="128282" y="203758"/>
                  </a:lnTo>
                  <a:lnTo>
                    <a:pt x="128282" y="157949"/>
                  </a:lnTo>
                  <a:close/>
                </a:path>
                <a:path w="148590" h="1300479">
                  <a:moveTo>
                    <a:pt x="128282" y="79654"/>
                  </a:moveTo>
                  <a:lnTo>
                    <a:pt x="116154" y="79654"/>
                  </a:lnTo>
                  <a:lnTo>
                    <a:pt x="116154" y="125463"/>
                  </a:lnTo>
                  <a:lnTo>
                    <a:pt x="128282" y="125463"/>
                  </a:lnTo>
                  <a:lnTo>
                    <a:pt x="128282" y="79654"/>
                  </a:lnTo>
                  <a:close/>
                </a:path>
                <a:path w="148590" h="1300479">
                  <a:moveTo>
                    <a:pt x="128282" y="1333"/>
                  </a:moveTo>
                  <a:lnTo>
                    <a:pt x="116154" y="1333"/>
                  </a:lnTo>
                  <a:lnTo>
                    <a:pt x="116154" y="47142"/>
                  </a:lnTo>
                  <a:lnTo>
                    <a:pt x="128282" y="47142"/>
                  </a:lnTo>
                  <a:lnTo>
                    <a:pt x="128282" y="1333"/>
                  </a:lnTo>
                  <a:close/>
                </a:path>
                <a:path w="148590" h="1300479">
                  <a:moveTo>
                    <a:pt x="148564" y="1175918"/>
                  </a:moveTo>
                  <a:lnTo>
                    <a:pt x="136436" y="1175918"/>
                  </a:lnTo>
                  <a:lnTo>
                    <a:pt x="136436" y="1221727"/>
                  </a:lnTo>
                  <a:lnTo>
                    <a:pt x="148564" y="1221727"/>
                  </a:lnTo>
                  <a:lnTo>
                    <a:pt x="148564" y="1175918"/>
                  </a:lnTo>
                  <a:close/>
                </a:path>
                <a:path w="148590" h="1300479">
                  <a:moveTo>
                    <a:pt x="148564" y="1097622"/>
                  </a:moveTo>
                  <a:lnTo>
                    <a:pt x="136436" y="1097622"/>
                  </a:lnTo>
                  <a:lnTo>
                    <a:pt x="136436" y="1143431"/>
                  </a:lnTo>
                  <a:lnTo>
                    <a:pt x="148564" y="1143431"/>
                  </a:lnTo>
                  <a:lnTo>
                    <a:pt x="148564" y="1097622"/>
                  </a:lnTo>
                  <a:close/>
                </a:path>
                <a:path w="148590" h="1300479">
                  <a:moveTo>
                    <a:pt x="148564" y="1019302"/>
                  </a:moveTo>
                  <a:lnTo>
                    <a:pt x="136436" y="1019302"/>
                  </a:lnTo>
                  <a:lnTo>
                    <a:pt x="136436" y="1065110"/>
                  </a:lnTo>
                  <a:lnTo>
                    <a:pt x="148564" y="1065110"/>
                  </a:lnTo>
                  <a:lnTo>
                    <a:pt x="148564" y="1019302"/>
                  </a:lnTo>
                  <a:close/>
                </a:path>
                <a:path w="148590" h="1300479">
                  <a:moveTo>
                    <a:pt x="148564" y="941006"/>
                  </a:moveTo>
                  <a:lnTo>
                    <a:pt x="136436" y="941006"/>
                  </a:lnTo>
                  <a:lnTo>
                    <a:pt x="136436" y="986815"/>
                  </a:lnTo>
                  <a:lnTo>
                    <a:pt x="148564" y="986815"/>
                  </a:lnTo>
                  <a:lnTo>
                    <a:pt x="148564" y="941006"/>
                  </a:lnTo>
                  <a:close/>
                </a:path>
                <a:path w="148590" h="1300479">
                  <a:moveTo>
                    <a:pt x="148564" y="862698"/>
                  </a:moveTo>
                  <a:lnTo>
                    <a:pt x="136436" y="862698"/>
                  </a:lnTo>
                  <a:lnTo>
                    <a:pt x="136436" y="908519"/>
                  </a:lnTo>
                  <a:lnTo>
                    <a:pt x="148564" y="908519"/>
                  </a:lnTo>
                  <a:lnTo>
                    <a:pt x="148564" y="862698"/>
                  </a:lnTo>
                  <a:close/>
                </a:path>
                <a:path w="148590" h="1300479">
                  <a:moveTo>
                    <a:pt x="148564" y="784390"/>
                  </a:moveTo>
                  <a:lnTo>
                    <a:pt x="136436" y="784390"/>
                  </a:lnTo>
                  <a:lnTo>
                    <a:pt x="136436" y="830199"/>
                  </a:lnTo>
                  <a:lnTo>
                    <a:pt x="148564" y="830199"/>
                  </a:lnTo>
                  <a:lnTo>
                    <a:pt x="148564" y="784390"/>
                  </a:lnTo>
                  <a:close/>
                </a:path>
                <a:path w="148590" h="1300479">
                  <a:moveTo>
                    <a:pt x="148564" y="706094"/>
                  </a:moveTo>
                  <a:lnTo>
                    <a:pt x="136436" y="706094"/>
                  </a:lnTo>
                  <a:lnTo>
                    <a:pt x="136436" y="751903"/>
                  </a:lnTo>
                  <a:lnTo>
                    <a:pt x="148564" y="751903"/>
                  </a:lnTo>
                  <a:lnTo>
                    <a:pt x="148564" y="706094"/>
                  </a:lnTo>
                  <a:close/>
                </a:path>
                <a:path w="148590" h="1300479">
                  <a:moveTo>
                    <a:pt x="148564" y="627786"/>
                  </a:moveTo>
                  <a:lnTo>
                    <a:pt x="136436" y="627786"/>
                  </a:lnTo>
                  <a:lnTo>
                    <a:pt x="136436" y="673595"/>
                  </a:lnTo>
                  <a:lnTo>
                    <a:pt x="148564" y="673595"/>
                  </a:lnTo>
                  <a:lnTo>
                    <a:pt x="148564" y="627786"/>
                  </a:lnTo>
                  <a:close/>
                </a:path>
                <a:path w="148590" h="1300479">
                  <a:moveTo>
                    <a:pt x="148564" y="549478"/>
                  </a:moveTo>
                  <a:lnTo>
                    <a:pt x="136436" y="549478"/>
                  </a:lnTo>
                  <a:lnTo>
                    <a:pt x="136436" y="595287"/>
                  </a:lnTo>
                  <a:lnTo>
                    <a:pt x="148564" y="595287"/>
                  </a:lnTo>
                  <a:lnTo>
                    <a:pt x="148564" y="549478"/>
                  </a:lnTo>
                  <a:close/>
                </a:path>
                <a:path w="148590" h="1300479">
                  <a:moveTo>
                    <a:pt x="148564" y="471182"/>
                  </a:moveTo>
                  <a:lnTo>
                    <a:pt x="136436" y="471182"/>
                  </a:lnTo>
                  <a:lnTo>
                    <a:pt x="136436" y="516991"/>
                  </a:lnTo>
                  <a:lnTo>
                    <a:pt x="148564" y="516991"/>
                  </a:lnTo>
                  <a:lnTo>
                    <a:pt x="148564" y="471182"/>
                  </a:lnTo>
                  <a:close/>
                </a:path>
                <a:path w="148590" h="1300479">
                  <a:moveTo>
                    <a:pt x="148564" y="392861"/>
                  </a:moveTo>
                  <a:lnTo>
                    <a:pt x="136436" y="392861"/>
                  </a:lnTo>
                  <a:lnTo>
                    <a:pt x="136436" y="438670"/>
                  </a:lnTo>
                  <a:lnTo>
                    <a:pt x="148564" y="438670"/>
                  </a:lnTo>
                  <a:lnTo>
                    <a:pt x="148564" y="392861"/>
                  </a:lnTo>
                  <a:close/>
                </a:path>
                <a:path w="148590" h="1300479">
                  <a:moveTo>
                    <a:pt x="148564" y="314566"/>
                  </a:moveTo>
                  <a:lnTo>
                    <a:pt x="136436" y="314566"/>
                  </a:lnTo>
                  <a:lnTo>
                    <a:pt x="136436" y="360375"/>
                  </a:lnTo>
                  <a:lnTo>
                    <a:pt x="148564" y="360375"/>
                  </a:lnTo>
                  <a:lnTo>
                    <a:pt x="148564" y="314566"/>
                  </a:lnTo>
                  <a:close/>
                </a:path>
                <a:path w="148590" h="1300479">
                  <a:moveTo>
                    <a:pt x="148564" y="236258"/>
                  </a:moveTo>
                  <a:lnTo>
                    <a:pt x="136436" y="236258"/>
                  </a:lnTo>
                  <a:lnTo>
                    <a:pt x="136436" y="282067"/>
                  </a:lnTo>
                  <a:lnTo>
                    <a:pt x="148564" y="282067"/>
                  </a:lnTo>
                  <a:lnTo>
                    <a:pt x="148564" y="236258"/>
                  </a:lnTo>
                  <a:close/>
                </a:path>
                <a:path w="148590" h="1300479">
                  <a:moveTo>
                    <a:pt x="148564" y="157949"/>
                  </a:moveTo>
                  <a:lnTo>
                    <a:pt x="136436" y="157949"/>
                  </a:lnTo>
                  <a:lnTo>
                    <a:pt x="136436" y="203758"/>
                  </a:lnTo>
                  <a:lnTo>
                    <a:pt x="148564" y="203758"/>
                  </a:lnTo>
                  <a:lnTo>
                    <a:pt x="148564" y="157949"/>
                  </a:lnTo>
                  <a:close/>
                </a:path>
                <a:path w="148590" h="1300479">
                  <a:moveTo>
                    <a:pt x="148564" y="79654"/>
                  </a:moveTo>
                  <a:lnTo>
                    <a:pt x="136436" y="79654"/>
                  </a:lnTo>
                  <a:lnTo>
                    <a:pt x="136436" y="125463"/>
                  </a:lnTo>
                  <a:lnTo>
                    <a:pt x="148564" y="125463"/>
                  </a:lnTo>
                  <a:lnTo>
                    <a:pt x="148564" y="79654"/>
                  </a:lnTo>
                  <a:close/>
                </a:path>
                <a:path w="148590" h="1300479">
                  <a:moveTo>
                    <a:pt x="148564" y="1333"/>
                  </a:moveTo>
                  <a:lnTo>
                    <a:pt x="136436" y="1333"/>
                  </a:lnTo>
                  <a:lnTo>
                    <a:pt x="136436" y="47142"/>
                  </a:lnTo>
                  <a:lnTo>
                    <a:pt x="148564" y="47142"/>
                  </a:lnTo>
                  <a:lnTo>
                    <a:pt x="148564" y="1333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" name="object 487" descr=""/>
            <p:cNvSpPr/>
            <p:nvPr/>
          </p:nvSpPr>
          <p:spPr>
            <a:xfrm>
              <a:off x="10969676" y="6592944"/>
              <a:ext cx="148590" cy="1737360"/>
            </a:xfrm>
            <a:custGeom>
              <a:avLst/>
              <a:gdLst/>
              <a:ahLst/>
              <a:cxnLst/>
              <a:rect l="l" t="t" r="r" b="b"/>
              <a:pathLst>
                <a:path w="148590" h="1737359">
                  <a:moveTo>
                    <a:pt x="12128" y="1691220"/>
                  </a:moveTo>
                  <a:lnTo>
                    <a:pt x="0" y="1691220"/>
                  </a:lnTo>
                  <a:lnTo>
                    <a:pt x="0" y="1737029"/>
                  </a:lnTo>
                  <a:lnTo>
                    <a:pt x="12128" y="1737029"/>
                  </a:lnTo>
                  <a:lnTo>
                    <a:pt x="12128" y="1691220"/>
                  </a:lnTo>
                  <a:close/>
                </a:path>
                <a:path w="148590" h="1737359">
                  <a:moveTo>
                    <a:pt x="12128" y="1612912"/>
                  </a:moveTo>
                  <a:lnTo>
                    <a:pt x="0" y="1612912"/>
                  </a:lnTo>
                  <a:lnTo>
                    <a:pt x="0" y="1658721"/>
                  </a:lnTo>
                  <a:lnTo>
                    <a:pt x="12128" y="1658721"/>
                  </a:lnTo>
                  <a:lnTo>
                    <a:pt x="12128" y="1612912"/>
                  </a:lnTo>
                  <a:close/>
                </a:path>
                <a:path w="148590" h="1737359">
                  <a:moveTo>
                    <a:pt x="12128" y="1534604"/>
                  </a:moveTo>
                  <a:lnTo>
                    <a:pt x="0" y="1534604"/>
                  </a:lnTo>
                  <a:lnTo>
                    <a:pt x="0" y="1580413"/>
                  </a:lnTo>
                  <a:lnTo>
                    <a:pt x="12128" y="1580413"/>
                  </a:lnTo>
                  <a:lnTo>
                    <a:pt x="12128" y="1534604"/>
                  </a:lnTo>
                  <a:close/>
                </a:path>
                <a:path w="148590" h="1737359">
                  <a:moveTo>
                    <a:pt x="12128" y="1456309"/>
                  </a:moveTo>
                  <a:lnTo>
                    <a:pt x="0" y="1456309"/>
                  </a:lnTo>
                  <a:lnTo>
                    <a:pt x="0" y="1502117"/>
                  </a:lnTo>
                  <a:lnTo>
                    <a:pt x="12128" y="1502117"/>
                  </a:lnTo>
                  <a:lnTo>
                    <a:pt x="12128" y="1456309"/>
                  </a:lnTo>
                  <a:close/>
                </a:path>
                <a:path w="148590" h="1737359">
                  <a:moveTo>
                    <a:pt x="12128" y="1377988"/>
                  </a:moveTo>
                  <a:lnTo>
                    <a:pt x="0" y="1377988"/>
                  </a:lnTo>
                  <a:lnTo>
                    <a:pt x="0" y="1423797"/>
                  </a:lnTo>
                  <a:lnTo>
                    <a:pt x="12128" y="1423797"/>
                  </a:lnTo>
                  <a:lnTo>
                    <a:pt x="12128" y="1377988"/>
                  </a:lnTo>
                  <a:close/>
                </a:path>
                <a:path w="148590" h="1737359">
                  <a:moveTo>
                    <a:pt x="12128" y="1299692"/>
                  </a:moveTo>
                  <a:lnTo>
                    <a:pt x="0" y="1299692"/>
                  </a:lnTo>
                  <a:lnTo>
                    <a:pt x="0" y="1345501"/>
                  </a:lnTo>
                  <a:lnTo>
                    <a:pt x="12128" y="1345501"/>
                  </a:lnTo>
                  <a:lnTo>
                    <a:pt x="12128" y="1299692"/>
                  </a:lnTo>
                  <a:close/>
                </a:path>
                <a:path w="148590" h="1737359">
                  <a:moveTo>
                    <a:pt x="32423" y="1691220"/>
                  </a:moveTo>
                  <a:lnTo>
                    <a:pt x="20294" y="1691220"/>
                  </a:lnTo>
                  <a:lnTo>
                    <a:pt x="20294" y="1737029"/>
                  </a:lnTo>
                  <a:lnTo>
                    <a:pt x="32423" y="1737029"/>
                  </a:lnTo>
                  <a:lnTo>
                    <a:pt x="32423" y="1691220"/>
                  </a:lnTo>
                  <a:close/>
                </a:path>
                <a:path w="148590" h="1737359">
                  <a:moveTo>
                    <a:pt x="32423" y="1612912"/>
                  </a:moveTo>
                  <a:lnTo>
                    <a:pt x="20294" y="1612912"/>
                  </a:lnTo>
                  <a:lnTo>
                    <a:pt x="20294" y="1658721"/>
                  </a:lnTo>
                  <a:lnTo>
                    <a:pt x="32423" y="1658721"/>
                  </a:lnTo>
                  <a:lnTo>
                    <a:pt x="32423" y="1612912"/>
                  </a:lnTo>
                  <a:close/>
                </a:path>
                <a:path w="148590" h="1737359">
                  <a:moveTo>
                    <a:pt x="32423" y="1534604"/>
                  </a:moveTo>
                  <a:lnTo>
                    <a:pt x="20294" y="1534604"/>
                  </a:lnTo>
                  <a:lnTo>
                    <a:pt x="20294" y="1580413"/>
                  </a:lnTo>
                  <a:lnTo>
                    <a:pt x="32423" y="1580413"/>
                  </a:lnTo>
                  <a:lnTo>
                    <a:pt x="32423" y="1534604"/>
                  </a:lnTo>
                  <a:close/>
                </a:path>
                <a:path w="148590" h="1737359">
                  <a:moveTo>
                    <a:pt x="32423" y="1456309"/>
                  </a:moveTo>
                  <a:lnTo>
                    <a:pt x="20294" y="1456309"/>
                  </a:lnTo>
                  <a:lnTo>
                    <a:pt x="20294" y="1502117"/>
                  </a:lnTo>
                  <a:lnTo>
                    <a:pt x="32423" y="1502117"/>
                  </a:lnTo>
                  <a:lnTo>
                    <a:pt x="32423" y="1456309"/>
                  </a:lnTo>
                  <a:close/>
                </a:path>
                <a:path w="148590" h="1737359">
                  <a:moveTo>
                    <a:pt x="32423" y="1377988"/>
                  </a:moveTo>
                  <a:lnTo>
                    <a:pt x="20294" y="1377988"/>
                  </a:lnTo>
                  <a:lnTo>
                    <a:pt x="20294" y="1423797"/>
                  </a:lnTo>
                  <a:lnTo>
                    <a:pt x="32423" y="1423797"/>
                  </a:lnTo>
                  <a:lnTo>
                    <a:pt x="32423" y="1377988"/>
                  </a:lnTo>
                  <a:close/>
                </a:path>
                <a:path w="148590" h="1737359">
                  <a:moveTo>
                    <a:pt x="32423" y="1299692"/>
                  </a:moveTo>
                  <a:lnTo>
                    <a:pt x="20294" y="1299692"/>
                  </a:lnTo>
                  <a:lnTo>
                    <a:pt x="20294" y="1345501"/>
                  </a:lnTo>
                  <a:lnTo>
                    <a:pt x="32423" y="1345501"/>
                  </a:lnTo>
                  <a:lnTo>
                    <a:pt x="32423" y="1299692"/>
                  </a:lnTo>
                  <a:close/>
                </a:path>
                <a:path w="148590" h="1737359">
                  <a:moveTo>
                    <a:pt x="67360" y="829856"/>
                  </a:moveTo>
                  <a:lnTo>
                    <a:pt x="55245" y="829856"/>
                  </a:lnTo>
                  <a:lnTo>
                    <a:pt x="55245" y="875677"/>
                  </a:lnTo>
                  <a:lnTo>
                    <a:pt x="67360" y="875677"/>
                  </a:lnTo>
                  <a:lnTo>
                    <a:pt x="67360" y="829856"/>
                  </a:lnTo>
                  <a:close/>
                </a:path>
                <a:path w="148590" h="1737359">
                  <a:moveTo>
                    <a:pt x="67932" y="908164"/>
                  </a:moveTo>
                  <a:lnTo>
                    <a:pt x="55803" y="908164"/>
                  </a:lnTo>
                  <a:lnTo>
                    <a:pt x="55803" y="953973"/>
                  </a:lnTo>
                  <a:lnTo>
                    <a:pt x="67932" y="953973"/>
                  </a:lnTo>
                  <a:lnTo>
                    <a:pt x="67932" y="908164"/>
                  </a:lnTo>
                  <a:close/>
                </a:path>
                <a:path w="148590" h="1737359">
                  <a:moveTo>
                    <a:pt x="68491" y="986459"/>
                  </a:moveTo>
                  <a:lnTo>
                    <a:pt x="56375" y="986459"/>
                  </a:lnTo>
                  <a:lnTo>
                    <a:pt x="56375" y="1032268"/>
                  </a:lnTo>
                  <a:lnTo>
                    <a:pt x="68491" y="1032268"/>
                  </a:lnTo>
                  <a:lnTo>
                    <a:pt x="68491" y="986459"/>
                  </a:lnTo>
                  <a:close/>
                </a:path>
                <a:path w="148590" h="1737359">
                  <a:moveTo>
                    <a:pt x="69062" y="1064780"/>
                  </a:moveTo>
                  <a:lnTo>
                    <a:pt x="56934" y="1064780"/>
                  </a:lnTo>
                  <a:lnTo>
                    <a:pt x="56934" y="1110589"/>
                  </a:lnTo>
                  <a:lnTo>
                    <a:pt x="69062" y="1110589"/>
                  </a:lnTo>
                  <a:lnTo>
                    <a:pt x="69062" y="1064780"/>
                  </a:lnTo>
                  <a:close/>
                </a:path>
                <a:path w="148590" h="1737359">
                  <a:moveTo>
                    <a:pt x="69621" y="1534604"/>
                  </a:moveTo>
                  <a:lnTo>
                    <a:pt x="57492" y="1534604"/>
                  </a:lnTo>
                  <a:lnTo>
                    <a:pt x="57492" y="1580413"/>
                  </a:lnTo>
                  <a:lnTo>
                    <a:pt x="69621" y="1580413"/>
                  </a:lnTo>
                  <a:lnTo>
                    <a:pt x="69621" y="1534604"/>
                  </a:lnTo>
                  <a:close/>
                </a:path>
                <a:path w="148590" h="1737359">
                  <a:moveTo>
                    <a:pt x="69621" y="1456309"/>
                  </a:moveTo>
                  <a:lnTo>
                    <a:pt x="57492" y="1456309"/>
                  </a:lnTo>
                  <a:lnTo>
                    <a:pt x="57492" y="1502117"/>
                  </a:lnTo>
                  <a:lnTo>
                    <a:pt x="69621" y="1502117"/>
                  </a:lnTo>
                  <a:lnTo>
                    <a:pt x="69621" y="1456309"/>
                  </a:lnTo>
                  <a:close/>
                </a:path>
                <a:path w="148590" h="1737359">
                  <a:moveTo>
                    <a:pt x="69621" y="1377988"/>
                  </a:moveTo>
                  <a:lnTo>
                    <a:pt x="57492" y="1377988"/>
                  </a:lnTo>
                  <a:lnTo>
                    <a:pt x="57492" y="1423797"/>
                  </a:lnTo>
                  <a:lnTo>
                    <a:pt x="69621" y="1423797"/>
                  </a:lnTo>
                  <a:lnTo>
                    <a:pt x="69621" y="1377988"/>
                  </a:lnTo>
                  <a:close/>
                </a:path>
                <a:path w="148590" h="1737359">
                  <a:moveTo>
                    <a:pt x="69621" y="1299692"/>
                  </a:moveTo>
                  <a:lnTo>
                    <a:pt x="57492" y="1299692"/>
                  </a:lnTo>
                  <a:lnTo>
                    <a:pt x="57492" y="1345501"/>
                  </a:lnTo>
                  <a:lnTo>
                    <a:pt x="69621" y="1345501"/>
                  </a:lnTo>
                  <a:lnTo>
                    <a:pt x="69621" y="1299692"/>
                  </a:lnTo>
                  <a:close/>
                </a:path>
                <a:path w="148590" h="1737359">
                  <a:moveTo>
                    <a:pt x="69621" y="1221384"/>
                  </a:moveTo>
                  <a:lnTo>
                    <a:pt x="57492" y="1221384"/>
                  </a:lnTo>
                  <a:lnTo>
                    <a:pt x="57492" y="1267193"/>
                  </a:lnTo>
                  <a:lnTo>
                    <a:pt x="69621" y="1267193"/>
                  </a:lnTo>
                  <a:lnTo>
                    <a:pt x="69621" y="1221384"/>
                  </a:lnTo>
                  <a:close/>
                </a:path>
                <a:path w="148590" h="1737359">
                  <a:moveTo>
                    <a:pt x="69621" y="1143076"/>
                  </a:moveTo>
                  <a:lnTo>
                    <a:pt x="57492" y="1143076"/>
                  </a:lnTo>
                  <a:lnTo>
                    <a:pt x="57492" y="1188885"/>
                  </a:lnTo>
                  <a:lnTo>
                    <a:pt x="69621" y="1188885"/>
                  </a:lnTo>
                  <a:lnTo>
                    <a:pt x="69621" y="1143076"/>
                  </a:lnTo>
                  <a:close/>
                </a:path>
                <a:path w="148590" h="1737359">
                  <a:moveTo>
                    <a:pt x="87655" y="829856"/>
                  </a:moveTo>
                  <a:lnTo>
                    <a:pt x="75526" y="829856"/>
                  </a:lnTo>
                  <a:lnTo>
                    <a:pt x="75526" y="875677"/>
                  </a:lnTo>
                  <a:lnTo>
                    <a:pt x="87655" y="875677"/>
                  </a:lnTo>
                  <a:lnTo>
                    <a:pt x="87655" y="829856"/>
                  </a:lnTo>
                  <a:close/>
                </a:path>
                <a:path w="148590" h="1737359">
                  <a:moveTo>
                    <a:pt x="88214" y="908164"/>
                  </a:moveTo>
                  <a:lnTo>
                    <a:pt x="76085" y="908164"/>
                  </a:lnTo>
                  <a:lnTo>
                    <a:pt x="76085" y="953973"/>
                  </a:lnTo>
                  <a:lnTo>
                    <a:pt x="88214" y="953973"/>
                  </a:lnTo>
                  <a:lnTo>
                    <a:pt x="88214" y="908164"/>
                  </a:lnTo>
                  <a:close/>
                </a:path>
                <a:path w="148590" h="1737359">
                  <a:moveTo>
                    <a:pt x="88773" y="986459"/>
                  </a:moveTo>
                  <a:lnTo>
                    <a:pt x="76657" y="986459"/>
                  </a:lnTo>
                  <a:lnTo>
                    <a:pt x="76657" y="1032268"/>
                  </a:lnTo>
                  <a:lnTo>
                    <a:pt x="88773" y="1032268"/>
                  </a:lnTo>
                  <a:lnTo>
                    <a:pt x="88773" y="986459"/>
                  </a:lnTo>
                  <a:close/>
                </a:path>
                <a:path w="148590" h="1737359">
                  <a:moveTo>
                    <a:pt x="89344" y="1064780"/>
                  </a:moveTo>
                  <a:lnTo>
                    <a:pt x="77216" y="1064780"/>
                  </a:lnTo>
                  <a:lnTo>
                    <a:pt x="77216" y="1110589"/>
                  </a:lnTo>
                  <a:lnTo>
                    <a:pt x="89344" y="1110589"/>
                  </a:lnTo>
                  <a:lnTo>
                    <a:pt x="89344" y="1064780"/>
                  </a:lnTo>
                  <a:close/>
                </a:path>
                <a:path w="148590" h="1737359">
                  <a:moveTo>
                    <a:pt x="89903" y="1534604"/>
                  </a:moveTo>
                  <a:lnTo>
                    <a:pt x="77787" y="1534604"/>
                  </a:lnTo>
                  <a:lnTo>
                    <a:pt x="77787" y="1580413"/>
                  </a:lnTo>
                  <a:lnTo>
                    <a:pt x="89903" y="1580413"/>
                  </a:lnTo>
                  <a:lnTo>
                    <a:pt x="89903" y="1534604"/>
                  </a:lnTo>
                  <a:close/>
                </a:path>
                <a:path w="148590" h="1737359">
                  <a:moveTo>
                    <a:pt x="89903" y="1456309"/>
                  </a:moveTo>
                  <a:lnTo>
                    <a:pt x="77787" y="1456309"/>
                  </a:lnTo>
                  <a:lnTo>
                    <a:pt x="77787" y="1502117"/>
                  </a:lnTo>
                  <a:lnTo>
                    <a:pt x="89903" y="1502117"/>
                  </a:lnTo>
                  <a:lnTo>
                    <a:pt x="89903" y="1456309"/>
                  </a:lnTo>
                  <a:close/>
                </a:path>
                <a:path w="148590" h="1737359">
                  <a:moveTo>
                    <a:pt x="89903" y="1377988"/>
                  </a:moveTo>
                  <a:lnTo>
                    <a:pt x="77787" y="1377988"/>
                  </a:lnTo>
                  <a:lnTo>
                    <a:pt x="77787" y="1423797"/>
                  </a:lnTo>
                  <a:lnTo>
                    <a:pt x="89903" y="1423797"/>
                  </a:lnTo>
                  <a:lnTo>
                    <a:pt x="89903" y="1377988"/>
                  </a:lnTo>
                  <a:close/>
                </a:path>
                <a:path w="148590" h="1737359">
                  <a:moveTo>
                    <a:pt x="89903" y="1299692"/>
                  </a:moveTo>
                  <a:lnTo>
                    <a:pt x="77787" y="1299692"/>
                  </a:lnTo>
                  <a:lnTo>
                    <a:pt x="77787" y="1345501"/>
                  </a:lnTo>
                  <a:lnTo>
                    <a:pt x="89903" y="1345501"/>
                  </a:lnTo>
                  <a:lnTo>
                    <a:pt x="89903" y="1299692"/>
                  </a:lnTo>
                  <a:close/>
                </a:path>
                <a:path w="148590" h="1737359">
                  <a:moveTo>
                    <a:pt x="89903" y="1221384"/>
                  </a:moveTo>
                  <a:lnTo>
                    <a:pt x="77787" y="1221384"/>
                  </a:lnTo>
                  <a:lnTo>
                    <a:pt x="77787" y="1267193"/>
                  </a:lnTo>
                  <a:lnTo>
                    <a:pt x="89903" y="1267193"/>
                  </a:lnTo>
                  <a:lnTo>
                    <a:pt x="89903" y="1221384"/>
                  </a:lnTo>
                  <a:close/>
                </a:path>
                <a:path w="148590" h="1737359">
                  <a:moveTo>
                    <a:pt x="89903" y="1143076"/>
                  </a:moveTo>
                  <a:lnTo>
                    <a:pt x="77787" y="1143076"/>
                  </a:lnTo>
                  <a:lnTo>
                    <a:pt x="77787" y="1188885"/>
                  </a:lnTo>
                  <a:lnTo>
                    <a:pt x="89903" y="1188885"/>
                  </a:lnTo>
                  <a:lnTo>
                    <a:pt x="89903" y="1143076"/>
                  </a:lnTo>
                  <a:close/>
                </a:path>
                <a:path w="148590" h="1737359">
                  <a:moveTo>
                    <a:pt x="92646" y="742543"/>
                  </a:moveTo>
                  <a:lnTo>
                    <a:pt x="49212" y="742543"/>
                  </a:lnTo>
                  <a:lnTo>
                    <a:pt x="49212" y="758571"/>
                  </a:lnTo>
                  <a:lnTo>
                    <a:pt x="92646" y="758571"/>
                  </a:lnTo>
                  <a:lnTo>
                    <a:pt x="92646" y="742543"/>
                  </a:lnTo>
                  <a:close/>
                </a:path>
                <a:path w="148590" h="1737359">
                  <a:moveTo>
                    <a:pt x="92646" y="686549"/>
                  </a:moveTo>
                  <a:lnTo>
                    <a:pt x="49212" y="686549"/>
                  </a:lnTo>
                  <a:lnTo>
                    <a:pt x="49212" y="702564"/>
                  </a:lnTo>
                  <a:lnTo>
                    <a:pt x="92646" y="702564"/>
                  </a:lnTo>
                  <a:lnTo>
                    <a:pt x="92646" y="686549"/>
                  </a:lnTo>
                  <a:close/>
                </a:path>
                <a:path w="148590" h="1737359">
                  <a:moveTo>
                    <a:pt x="92646" y="630542"/>
                  </a:moveTo>
                  <a:lnTo>
                    <a:pt x="49212" y="630542"/>
                  </a:lnTo>
                  <a:lnTo>
                    <a:pt x="49212" y="646557"/>
                  </a:lnTo>
                  <a:lnTo>
                    <a:pt x="92646" y="646557"/>
                  </a:lnTo>
                  <a:lnTo>
                    <a:pt x="92646" y="630542"/>
                  </a:lnTo>
                  <a:close/>
                </a:path>
                <a:path w="148590" h="1737359">
                  <a:moveTo>
                    <a:pt x="92646" y="494931"/>
                  </a:moveTo>
                  <a:lnTo>
                    <a:pt x="49212" y="494931"/>
                  </a:lnTo>
                  <a:lnTo>
                    <a:pt x="49212" y="510946"/>
                  </a:lnTo>
                  <a:lnTo>
                    <a:pt x="92646" y="510946"/>
                  </a:lnTo>
                  <a:lnTo>
                    <a:pt x="92646" y="494931"/>
                  </a:lnTo>
                  <a:close/>
                </a:path>
                <a:path w="148590" h="1737359">
                  <a:moveTo>
                    <a:pt x="92646" y="438937"/>
                  </a:moveTo>
                  <a:lnTo>
                    <a:pt x="49212" y="438937"/>
                  </a:lnTo>
                  <a:lnTo>
                    <a:pt x="49212" y="454952"/>
                  </a:lnTo>
                  <a:lnTo>
                    <a:pt x="92646" y="454952"/>
                  </a:lnTo>
                  <a:lnTo>
                    <a:pt x="92646" y="438937"/>
                  </a:lnTo>
                  <a:close/>
                </a:path>
                <a:path w="148590" h="1737359">
                  <a:moveTo>
                    <a:pt x="92646" y="382930"/>
                  </a:moveTo>
                  <a:lnTo>
                    <a:pt x="49212" y="382930"/>
                  </a:lnTo>
                  <a:lnTo>
                    <a:pt x="49212" y="398957"/>
                  </a:lnTo>
                  <a:lnTo>
                    <a:pt x="92646" y="398957"/>
                  </a:lnTo>
                  <a:lnTo>
                    <a:pt x="92646" y="382930"/>
                  </a:lnTo>
                  <a:close/>
                </a:path>
                <a:path w="148590" h="1737359">
                  <a:moveTo>
                    <a:pt x="92646" y="274307"/>
                  </a:moveTo>
                  <a:lnTo>
                    <a:pt x="49212" y="274307"/>
                  </a:lnTo>
                  <a:lnTo>
                    <a:pt x="49212" y="290334"/>
                  </a:lnTo>
                  <a:lnTo>
                    <a:pt x="92646" y="290334"/>
                  </a:lnTo>
                  <a:lnTo>
                    <a:pt x="92646" y="274307"/>
                  </a:lnTo>
                  <a:close/>
                </a:path>
                <a:path w="148590" h="1737359">
                  <a:moveTo>
                    <a:pt x="92646" y="218313"/>
                  </a:moveTo>
                  <a:lnTo>
                    <a:pt x="49212" y="218313"/>
                  </a:lnTo>
                  <a:lnTo>
                    <a:pt x="49212" y="234327"/>
                  </a:lnTo>
                  <a:lnTo>
                    <a:pt x="92646" y="234327"/>
                  </a:lnTo>
                  <a:lnTo>
                    <a:pt x="92646" y="218313"/>
                  </a:lnTo>
                  <a:close/>
                </a:path>
                <a:path w="148590" h="1737359">
                  <a:moveTo>
                    <a:pt x="92646" y="162306"/>
                  </a:moveTo>
                  <a:lnTo>
                    <a:pt x="49212" y="162306"/>
                  </a:lnTo>
                  <a:lnTo>
                    <a:pt x="49212" y="178333"/>
                  </a:lnTo>
                  <a:lnTo>
                    <a:pt x="92646" y="178333"/>
                  </a:lnTo>
                  <a:lnTo>
                    <a:pt x="92646" y="162306"/>
                  </a:lnTo>
                  <a:close/>
                </a:path>
                <a:path w="148590" h="1737359">
                  <a:moveTo>
                    <a:pt x="94970" y="36487"/>
                  </a:moveTo>
                  <a:lnTo>
                    <a:pt x="51523" y="36487"/>
                  </a:lnTo>
                  <a:lnTo>
                    <a:pt x="51523" y="52501"/>
                  </a:lnTo>
                  <a:lnTo>
                    <a:pt x="94970" y="52501"/>
                  </a:lnTo>
                  <a:lnTo>
                    <a:pt x="94970" y="36487"/>
                  </a:lnTo>
                  <a:close/>
                </a:path>
                <a:path w="148590" h="1737359">
                  <a:moveTo>
                    <a:pt x="94970" y="0"/>
                  </a:moveTo>
                  <a:lnTo>
                    <a:pt x="51523" y="0"/>
                  </a:lnTo>
                  <a:lnTo>
                    <a:pt x="51523" y="16027"/>
                  </a:lnTo>
                  <a:lnTo>
                    <a:pt x="94970" y="16027"/>
                  </a:lnTo>
                  <a:lnTo>
                    <a:pt x="94970" y="0"/>
                  </a:lnTo>
                  <a:close/>
                </a:path>
                <a:path w="148590" h="1737359">
                  <a:moveTo>
                    <a:pt x="128282" y="1691220"/>
                  </a:moveTo>
                  <a:lnTo>
                    <a:pt x="116154" y="1691220"/>
                  </a:lnTo>
                  <a:lnTo>
                    <a:pt x="116154" y="1737029"/>
                  </a:lnTo>
                  <a:lnTo>
                    <a:pt x="128282" y="1737029"/>
                  </a:lnTo>
                  <a:lnTo>
                    <a:pt x="128282" y="1691220"/>
                  </a:lnTo>
                  <a:close/>
                </a:path>
                <a:path w="148590" h="1737359">
                  <a:moveTo>
                    <a:pt x="128282" y="1612912"/>
                  </a:moveTo>
                  <a:lnTo>
                    <a:pt x="116154" y="1612912"/>
                  </a:lnTo>
                  <a:lnTo>
                    <a:pt x="116154" y="1658721"/>
                  </a:lnTo>
                  <a:lnTo>
                    <a:pt x="128282" y="1658721"/>
                  </a:lnTo>
                  <a:lnTo>
                    <a:pt x="128282" y="1612912"/>
                  </a:lnTo>
                  <a:close/>
                </a:path>
                <a:path w="148590" h="1737359">
                  <a:moveTo>
                    <a:pt x="128282" y="1534604"/>
                  </a:moveTo>
                  <a:lnTo>
                    <a:pt x="116154" y="1534604"/>
                  </a:lnTo>
                  <a:lnTo>
                    <a:pt x="116154" y="1580413"/>
                  </a:lnTo>
                  <a:lnTo>
                    <a:pt x="128282" y="1580413"/>
                  </a:lnTo>
                  <a:lnTo>
                    <a:pt x="128282" y="1534604"/>
                  </a:lnTo>
                  <a:close/>
                </a:path>
                <a:path w="148590" h="1737359">
                  <a:moveTo>
                    <a:pt x="128282" y="1456309"/>
                  </a:moveTo>
                  <a:lnTo>
                    <a:pt x="116154" y="1456309"/>
                  </a:lnTo>
                  <a:lnTo>
                    <a:pt x="116154" y="1502117"/>
                  </a:lnTo>
                  <a:lnTo>
                    <a:pt x="128282" y="1502117"/>
                  </a:lnTo>
                  <a:lnTo>
                    <a:pt x="128282" y="1456309"/>
                  </a:lnTo>
                  <a:close/>
                </a:path>
                <a:path w="148590" h="1737359">
                  <a:moveTo>
                    <a:pt x="128282" y="1377988"/>
                  </a:moveTo>
                  <a:lnTo>
                    <a:pt x="116154" y="1377988"/>
                  </a:lnTo>
                  <a:lnTo>
                    <a:pt x="116154" y="1423797"/>
                  </a:lnTo>
                  <a:lnTo>
                    <a:pt x="128282" y="1423797"/>
                  </a:lnTo>
                  <a:lnTo>
                    <a:pt x="128282" y="1377988"/>
                  </a:lnTo>
                  <a:close/>
                </a:path>
                <a:path w="148590" h="1737359">
                  <a:moveTo>
                    <a:pt x="128282" y="1299692"/>
                  </a:moveTo>
                  <a:lnTo>
                    <a:pt x="116154" y="1299692"/>
                  </a:lnTo>
                  <a:lnTo>
                    <a:pt x="116154" y="1345501"/>
                  </a:lnTo>
                  <a:lnTo>
                    <a:pt x="128282" y="1345501"/>
                  </a:lnTo>
                  <a:lnTo>
                    <a:pt x="128282" y="1299692"/>
                  </a:lnTo>
                  <a:close/>
                </a:path>
                <a:path w="148590" h="1737359">
                  <a:moveTo>
                    <a:pt x="128282" y="1221384"/>
                  </a:moveTo>
                  <a:lnTo>
                    <a:pt x="116154" y="1221384"/>
                  </a:lnTo>
                  <a:lnTo>
                    <a:pt x="116154" y="1267193"/>
                  </a:lnTo>
                  <a:lnTo>
                    <a:pt x="128282" y="1267193"/>
                  </a:lnTo>
                  <a:lnTo>
                    <a:pt x="128282" y="1221384"/>
                  </a:lnTo>
                  <a:close/>
                </a:path>
                <a:path w="148590" h="1737359">
                  <a:moveTo>
                    <a:pt x="148564" y="1691220"/>
                  </a:moveTo>
                  <a:lnTo>
                    <a:pt x="136436" y="1691220"/>
                  </a:lnTo>
                  <a:lnTo>
                    <a:pt x="136436" y="1737029"/>
                  </a:lnTo>
                  <a:lnTo>
                    <a:pt x="148564" y="1737029"/>
                  </a:lnTo>
                  <a:lnTo>
                    <a:pt x="148564" y="1691220"/>
                  </a:lnTo>
                  <a:close/>
                </a:path>
                <a:path w="148590" h="1737359">
                  <a:moveTo>
                    <a:pt x="148564" y="1612912"/>
                  </a:moveTo>
                  <a:lnTo>
                    <a:pt x="136436" y="1612912"/>
                  </a:lnTo>
                  <a:lnTo>
                    <a:pt x="136436" y="1658721"/>
                  </a:lnTo>
                  <a:lnTo>
                    <a:pt x="148564" y="1658721"/>
                  </a:lnTo>
                  <a:lnTo>
                    <a:pt x="148564" y="1612912"/>
                  </a:lnTo>
                  <a:close/>
                </a:path>
                <a:path w="148590" h="1737359">
                  <a:moveTo>
                    <a:pt x="148564" y="1534604"/>
                  </a:moveTo>
                  <a:lnTo>
                    <a:pt x="136436" y="1534604"/>
                  </a:lnTo>
                  <a:lnTo>
                    <a:pt x="136436" y="1580413"/>
                  </a:lnTo>
                  <a:lnTo>
                    <a:pt x="148564" y="1580413"/>
                  </a:lnTo>
                  <a:lnTo>
                    <a:pt x="148564" y="1534604"/>
                  </a:lnTo>
                  <a:close/>
                </a:path>
                <a:path w="148590" h="1737359">
                  <a:moveTo>
                    <a:pt x="148564" y="1456309"/>
                  </a:moveTo>
                  <a:lnTo>
                    <a:pt x="136436" y="1456309"/>
                  </a:lnTo>
                  <a:lnTo>
                    <a:pt x="136436" y="1502117"/>
                  </a:lnTo>
                  <a:lnTo>
                    <a:pt x="148564" y="1502117"/>
                  </a:lnTo>
                  <a:lnTo>
                    <a:pt x="148564" y="1456309"/>
                  </a:lnTo>
                  <a:close/>
                </a:path>
                <a:path w="148590" h="1737359">
                  <a:moveTo>
                    <a:pt x="148564" y="1377988"/>
                  </a:moveTo>
                  <a:lnTo>
                    <a:pt x="136436" y="1377988"/>
                  </a:lnTo>
                  <a:lnTo>
                    <a:pt x="136436" y="1423797"/>
                  </a:lnTo>
                  <a:lnTo>
                    <a:pt x="148564" y="1423797"/>
                  </a:lnTo>
                  <a:lnTo>
                    <a:pt x="148564" y="1377988"/>
                  </a:lnTo>
                  <a:close/>
                </a:path>
                <a:path w="148590" h="1737359">
                  <a:moveTo>
                    <a:pt x="148564" y="1299692"/>
                  </a:moveTo>
                  <a:lnTo>
                    <a:pt x="136436" y="1299692"/>
                  </a:lnTo>
                  <a:lnTo>
                    <a:pt x="136436" y="1345501"/>
                  </a:lnTo>
                  <a:lnTo>
                    <a:pt x="148564" y="1345501"/>
                  </a:lnTo>
                  <a:lnTo>
                    <a:pt x="148564" y="1299692"/>
                  </a:lnTo>
                  <a:close/>
                </a:path>
                <a:path w="148590" h="1737359">
                  <a:moveTo>
                    <a:pt x="148564" y="1221384"/>
                  </a:moveTo>
                  <a:lnTo>
                    <a:pt x="136436" y="1221384"/>
                  </a:lnTo>
                  <a:lnTo>
                    <a:pt x="136436" y="1267193"/>
                  </a:lnTo>
                  <a:lnTo>
                    <a:pt x="148564" y="1267193"/>
                  </a:lnTo>
                  <a:lnTo>
                    <a:pt x="148564" y="1221384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88" name="object 488" descr=""/>
          <p:cNvGrpSpPr/>
          <p:nvPr/>
        </p:nvGrpSpPr>
        <p:grpSpPr>
          <a:xfrm>
            <a:off x="11504550" y="3310098"/>
            <a:ext cx="837565" cy="5111750"/>
            <a:chOff x="11504550" y="3310098"/>
            <a:chExt cx="837565" cy="5111750"/>
          </a:xfrm>
        </p:grpSpPr>
        <p:sp>
          <p:nvSpPr>
            <p:cNvPr id="489" name="object 489" descr=""/>
            <p:cNvSpPr/>
            <p:nvPr/>
          </p:nvSpPr>
          <p:spPr>
            <a:xfrm>
              <a:off x="11553813" y="4057478"/>
              <a:ext cx="777240" cy="4364355"/>
            </a:xfrm>
            <a:custGeom>
              <a:avLst/>
              <a:gdLst/>
              <a:ahLst/>
              <a:cxnLst/>
              <a:rect l="l" t="t" r="r" b="b"/>
              <a:pathLst>
                <a:path w="777240" h="4364355">
                  <a:moveTo>
                    <a:pt x="776681" y="1133284"/>
                  </a:moveTo>
                  <a:lnTo>
                    <a:pt x="698487" y="1133284"/>
                  </a:lnTo>
                  <a:lnTo>
                    <a:pt x="698487" y="93154"/>
                  </a:lnTo>
                  <a:lnTo>
                    <a:pt x="698487" y="444"/>
                  </a:lnTo>
                  <a:lnTo>
                    <a:pt x="386270" y="444"/>
                  </a:lnTo>
                  <a:lnTo>
                    <a:pt x="386270" y="0"/>
                  </a:lnTo>
                  <a:lnTo>
                    <a:pt x="217119" y="0"/>
                  </a:lnTo>
                  <a:lnTo>
                    <a:pt x="176733" y="0"/>
                  </a:lnTo>
                  <a:lnTo>
                    <a:pt x="0" y="0"/>
                  </a:lnTo>
                  <a:lnTo>
                    <a:pt x="0" y="1134110"/>
                  </a:lnTo>
                  <a:lnTo>
                    <a:pt x="0" y="4363720"/>
                  </a:lnTo>
                  <a:lnTo>
                    <a:pt x="176733" y="4363720"/>
                  </a:lnTo>
                  <a:lnTo>
                    <a:pt x="176733" y="4364088"/>
                  </a:lnTo>
                  <a:lnTo>
                    <a:pt x="217119" y="4364088"/>
                  </a:lnTo>
                  <a:lnTo>
                    <a:pt x="217119" y="4363720"/>
                  </a:lnTo>
                  <a:lnTo>
                    <a:pt x="312216" y="4363720"/>
                  </a:lnTo>
                  <a:lnTo>
                    <a:pt x="312216" y="4364164"/>
                  </a:lnTo>
                  <a:lnTo>
                    <a:pt x="776681" y="4364164"/>
                  </a:lnTo>
                  <a:lnTo>
                    <a:pt x="776681" y="1133284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" name="object 490" descr=""/>
            <p:cNvSpPr/>
            <p:nvPr/>
          </p:nvSpPr>
          <p:spPr>
            <a:xfrm>
              <a:off x="11759207" y="4077059"/>
              <a:ext cx="0" cy="4291965"/>
            </a:xfrm>
            <a:custGeom>
              <a:avLst/>
              <a:gdLst/>
              <a:ahLst/>
              <a:cxnLst/>
              <a:rect l="l" t="t" r="r" b="b"/>
              <a:pathLst>
                <a:path w="0" h="4291965">
                  <a:moveTo>
                    <a:pt x="0" y="0"/>
                  </a:moveTo>
                  <a:lnTo>
                    <a:pt x="0" y="4291356"/>
                  </a:lnTo>
                </a:path>
              </a:pathLst>
            </a:custGeom>
            <a:ln w="23465">
              <a:solidFill>
                <a:srgbClr val="CDEBE6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1" name="object 491" descr=""/>
            <p:cNvSpPr/>
            <p:nvPr/>
          </p:nvSpPr>
          <p:spPr>
            <a:xfrm>
              <a:off x="11553813" y="3310108"/>
              <a:ext cx="788035" cy="5058410"/>
            </a:xfrm>
            <a:custGeom>
              <a:avLst/>
              <a:gdLst/>
              <a:ahLst/>
              <a:cxnLst/>
              <a:rect l="l" t="t" r="r" b="b"/>
              <a:pathLst>
                <a:path w="788034" h="5058409">
                  <a:moveTo>
                    <a:pt x="656805" y="0"/>
                  </a:moveTo>
                  <a:lnTo>
                    <a:pt x="381850" y="0"/>
                  </a:lnTo>
                  <a:lnTo>
                    <a:pt x="41681" y="0"/>
                  </a:lnTo>
                  <a:lnTo>
                    <a:pt x="41681" y="395274"/>
                  </a:lnTo>
                  <a:lnTo>
                    <a:pt x="196938" y="395274"/>
                  </a:lnTo>
                  <a:lnTo>
                    <a:pt x="246507" y="395274"/>
                  </a:lnTo>
                  <a:lnTo>
                    <a:pt x="381850" y="395274"/>
                  </a:lnTo>
                  <a:lnTo>
                    <a:pt x="656805" y="395274"/>
                  </a:lnTo>
                  <a:lnTo>
                    <a:pt x="656805" y="0"/>
                  </a:lnTo>
                  <a:close/>
                </a:path>
                <a:path w="788034" h="5058409">
                  <a:moveTo>
                    <a:pt x="672985" y="1438567"/>
                  </a:moveTo>
                  <a:lnTo>
                    <a:pt x="421601" y="1438567"/>
                  </a:lnTo>
                  <a:lnTo>
                    <a:pt x="421601" y="1787182"/>
                  </a:lnTo>
                  <a:lnTo>
                    <a:pt x="672985" y="1787182"/>
                  </a:lnTo>
                  <a:lnTo>
                    <a:pt x="672985" y="1438567"/>
                  </a:lnTo>
                  <a:close/>
                </a:path>
                <a:path w="788034" h="5058409">
                  <a:moveTo>
                    <a:pt x="672985" y="1360373"/>
                  </a:moveTo>
                  <a:lnTo>
                    <a:pt x="422376" y="1360373"/>
                  </a:lnTo>
                  <a:lnTo>
                    <a:pt x="422376" y="1392224"/>
                  </a:lnTo>
                  <a:lnTo>
                    <a:pt x="672985" y="1392224"/>
                  </a:lnTo>
                  <a:lnTo>
                    <a:pt x="672985" y="1360373"/>
                  </a:lnTo>
                  <a:close/>
                </a:path>
                <a:path w="788034" h="5058409">
                  <a:moveTo>
                    <a:pt x="672985" y="1290624"/>
                  </a:moveTo>
                  <a:lnTo>
                    <a:pt x="422376" y="1290624"/>
                  </a:lnTo>
                  <a:lnTo>
                    <a:pt x="422376" y="1322476"/>
                  </a:lnTo>
                  <a:lnTo>
                    <a:pt x="672985" y="1322476"/>
                  </a:lnTo>
                  <a:lnTo>
                    <a:pt x="672985" y="1290624"/>
                  </a:lnTo>
                  <a:close/>
                </a:path>
                <a:path w="788034" h="5058409">
                  <a:moveTo>
                    <a:pt x="672985" y="843597"/>
                  </a:moveTo>
                  <a:lnTo>
                    <a:pt x="421601" y="843597"/>
                  </a:lnTo>
                  <a:lnTo>
                    <a:pt x="421601" y="1256157"/>
                  </a:lnTo>
                  <a:lnTo>
                    <a:pt x="672985" y="1256157"/>
                  </a:lnTo>
                  <a:lnTo>
                    <a:pt x="672985" y="843597"/>
                  </a:lnTo>
                  <a:close/>
                </a:path>
                <a:path w="788034" h="5058409">
                  <a:moveTo>
                    <a:pt x="698487" y="395287"/>
                  </a:moveTo>
                  <a:lnTo>
                    <a:pt x="698487" y="395287"/>
                  </a:lnTo>
                  <a:lnTo>
                    <a:pt x="0" y="395287"/>
                  </a:lnTo>
                  <a:lnTo>
                    <a:pt x="0" y="747369"/>
                  </a:lnTo>
                  <a:lnTo>
                    <a:pt x="698487" y="747369"/>
                  </a:lnTo>
                  <a:lnTo>
                    <a:pt x="698487" y="395287"/>
                  </a:lnTo>
                  <a:close/>
                </a:path>
                <a:path w="788034" h="5058409">
                  <a:moveTo>
                    <a:pt x="787768" y="5018811"/>
                  </a:moveTo>
                  <a:lnTo>
                    <a:pt x="484060" y="5018811"/>
                  </a:lnTo>
                  <a:lnTo>
                    <a:pt x="484060" y="5058308"/>
                  </a:lnTo>
                  <a:lnTo>
                    <a:pt x="787768" y="5058308"/>
                  </a:lnTo>
                  <a:lnTo>
                    <a:pt x="787768" y="5018811"/>
                  </a:lnTo>
                  <a:close/>
                </a:path>
                <a:path w="788034" h="5058409">
                  <a:moveTo>
                    <a:pt x="787768" y="4964989"/>
                  </a:moveTo>
                  <a:lnTo>
                    <a:pt x="484060" y="4964989"/>
                  </a:lnTo>
                  <a:lnTo>
                    <a:pt x="484060" y="5004498"/>
                  </a:lnTo>
                  <a:lnTo>
                    <a:pt x="787768" y="5004498"/>
                  </a:lnTo>
                  <a:lnTo>
                    <a:pt x="787768" y="4964989"/>
                  </a:lnTo>
                  <a:close/>
                </a:path>
                <a:path w="788034" h="5058409">
                  <a:moveTo>
                    <a:pt x="787768" y="4911166"/>
                  </a:moveTo>
                  <a:lnTo>
                    <a:pt x="484060" y="4911166"/>
                  </a:lnTo>
                  <a:lnTo>
                    <a:pt x="484060" y="4950676"/>
                  </a:lnTo>
                  <a:lnTo>
                    <a:pt x="787768" y="4950676"/>
                  </a:lnTo>
                  <a:lnTo>
                    <a:pt x="787768" y="4911166"/>
                  </a:lnTo>
                  <a:close/>
                </a:path>
                <a:path w="788034" h="5058409">
                  <a:moveTo>
                    <a:pt x="787768" y="4857343"/>
                  </a:moveTo>
                  <a:lnTo>
                    <a:pt x="484060" y="4857343"/>
                  </a:lnTo>
                  <a:lnTo>
                    <a:pt x="484060" y="4896853"/>
                  </a:lnTo>
                  <a:lnTo>
                    <a:pt x="787768" y="4896853"/>
                  </a:lnTo>
                  <a:lnTo>
                    <a:pt x="787768" y="4857343"/>
                  </a:lnTo>
                  <a:close/>
                </a:path>
                <a:path w="788034" h="5058409">
                  <a:moveTo>
                    <a:pt x="787768" y="4803521"/>
                  </a:moveTo>
                  <a:lnTo>
                    <a:pt x="484060" y="4803521"/>
                  </a:lnTo>
                  <a:lnTo>
                    <a:pt x="484060" y="4843030"/>
                  </a:lnTo>
                  <a:lnTo>
                    <a:pt x="787768" y="4843030"/>
                  </a:lnTo>
                  <a:lnTo>
                    <a:pt x="787768" y="4803521"/>
                  </a:lnTo>
                  <a:close/>
                </a:path>
                <a:path w="788034" h="5058409">
                  <a:moveTo>
                    <a:pt x="787768" y="4749698"/>
                  </a:moveTo>
                  <a:lnTo>
                    <a:pt x="484060" y="4749698"/>
                  </a:lnTo>
                  <a:lnTo>
                    <a:pt x="484060" y="4789208"/>
                  </a:lnTo>
                  <a:lnTo>
                    <a:pt x="787768" y="4789208"/>
                  </a:lnTo>
                  <a:lnTo>
                    <a:pt x="787768" y="4749698"/>
                  </a:lnTo>
                  <a:close/>
                </a:path>
                <a:path w="788034" h="5058409">
                  <a:moveTo>
                    <a:pt x="787768" y="4695888"/>
                  </a:moveTo>
                  <a:lnTo>
                    <a:pt x="484060" y="4695888"/>
                  </a:lnTo>
                  <a:lnTo>
                    <a:pt x="484060" y="4735385"/>
                  </a:lnTo>
                  <a:lnTo>
                    <a:pt x="787768" y="4735385"/>
                  </a:lnTo>
                  <a:lnTo>
                    <a:pt x="787768" y="4695888"/>
                  </a:lnTo>
                  <a:close/>
                </a:path>
                <a:path w="788034" h="5058409">
                  <a:moveTo>
                    <a:pt x="787768" y="4642078"/>
                  </a:moveTo>
                  <a:lnTo>
                    <a:pt x="484060" y="4642078"/>
                  </a:lnTo>
                  <a:lnTo>
                    <a:pt x="484060" y="4681575"/>
                  </a:lnTo>
                  <a:lnTo>
                    <a:pt x="787768" y="4681575"/>
                  </a:lnTo>
                  <a:lnTo>
                    <a:pt x="787768" y="4642078"/>
                  </a:lnTo>
                  <a:close/>
                </a:path>
                <a:path w="788034" h="5058409">
                  <a:moveTo>
                    <a:pt x="787768" y="4588243"/>
                  </a:moveTo>
                  <a:lnTo>
                    <a:pt x="484060" y="4588243"/>
                  </a:lnTo>
                  <a:lnTo>
                    <a:pt x="484060" y="4627753"/>
                  </a:lnTo>
                  <a:lnTo>
                    <a:pt x="787768" y="4627753"/>
                  </a:lnTo>
                  <a:lnTo>
                    <a:pt x="787768" y="4588243"/>
                  </a:lnTo>
                  <a:close/>
                </a:path>
                <a:path w="788034" h="5058409">
                  <a:moveTo>
                    <a:pt x="787768" y="4534420"/>
                  </a:moveTo>
                  <a:lnTo>
                    <a:pt x="484060" y="4534420"/>
                  </a:lnTo>
                  <a:lnTo>
                    <a:pt x="484060" y="4573930"/>
                  </a:lnTo>
                  <a:lnTo>
                    <a:pt x="787768" y="4573930"/>
                  </a:lnTo>
                  <a:lnTo>
                    <a:pt x="787768" y="4534420"/>
                  </a:lnTo>
                  <a:close/>
                </a:path>
                <a:path w="788034" h="5058409">
                  <a:moveTo>
                    <a:pt x="787768" y="4480598"/>
                  </a:moveTo>
                  <a:lnTo>
                    <a:pt x="484060" y="4480598"/>
                  </a:lnTo>
                  <a:lnTo>
                    <a:pt x="484060" y="4520108"/>
                  </a:lnTo>
                  <a:lnTo>
                    <a:pt x="787768" y="4520108"/>
                  </a:lnTo>
                  <a:lnTo>
                    <a:pt x="787768" y="4480598"/>
                  </a:lnTo>
                  <a:close/>
                </a:path>
                <a:path w="788034" h="5058409">
                  <a:moveTo>
                    <a:pt x="787768" y="4426788"/>
                  </a:moveTo>
                  <a:lnTo>
                    <a:pt x="484060" y="4426788"/>
                  </a:lnTo>
                  <a:lnTo>
                    <a:pt x="484060" y="4466285"/>
                  </a:lnTo>
                  <a:lnTo>
                    <a:pt x="787768" y="4466285"/>
                  </a:lnTo>
                  <a:lnTo>
                    <a:pt x="787768" y="4426788"/>
                  </a:lnTo>
                  <a:close/>
                </a:path>
                <a:path w="788034" h="5058409">
                  <a:moveTo>
                    <a:pt x="787768" y="4372965"/>
                  </a:moveTo>
                  <a:lnTo>
                    <a:pt x="484060" y="4372965"/>
                  </a:lnTo>
                  <a:lnTo>
                    <a:pt x="484060" y="4412462"/>
                  </a:lnTo>
                  <a:lnTo>
                    <a:pt x="787768" y="4412462"/>
                  </a:lnTo>
                  <a:lnTo>
                    <a:pt x="787768" y="4372965"/>
                  </a:lnTo>
                  <a:close/>
                </a:path>
                <a:path w="788034" h="5058409">
                  <a:moveTo>
                    <a:pt x="787768" y="4265320"/>
                  </a:moveTo>
                  <a:lnTo>
                    <a:pt x="484060" y="4265320"/>
                  </a:lnTo>
                  <a:lnTo>
                    <a:pt x="484060" y="4304830"/>
                  </a:lnTo>
                  <a:lnTo>
                    <a:pt x="787768" y="4304830"/>
                  </a:lnTo>
                  <a:lnTo>
                    <a:pt x="787768" y="4265320"/>
                  </a:lnTo>
                  <a:close/>
                </a:path>
                <a:path w="788034" h="5058409">
                  <a:moveTo>
                    <a:pt x="787768" y="4211498"/>
                  </a:moveTo>
                  <a:lnTo>
                    <a:pt x="484060" y="4211498"/>
                  </a:lnTo>
                  <a:lnTo>
                    <a:pt x="484060" y="4250995"/>
                  </a:lnTo>
                  <a:lnTo>
                    <a:pt x="787768" y="4250995"/>
                  </a:lnTo>
                  <a:lnTo>
                    <a:pt x="787768" y="4211498"/>
                  </a:lnTo>
                  <a:close/>
                </a:path>
                <a:path w="788034" h="5058409">
                  <a:moveTo>
                    <a:pt x="787768" y="4157675"/>
                  </a:moveTo>
                  <a:lnTo>
                    <a:pt x="484060" y="4157675"/>
                  </a:lnTo>
                  <a:lnTo>
                    <a:pt x="484060" y="4197172"/>
                  </a:lnTo>
                  <a:lnTo>
                    <a:pt x="787768" y="4197172"/>
                  </a:lnTo>
                  <a:lnTo>
                    <a:pt x="787768" y="4157675"/>
                  </a:lnTo>
                  <a:close/>
                </a:path>
                <a:path w="788034" h="5058409">
                  <a:moveTo>
                    <a:pt x="787768" y="4103852"/>
                  </a:moveTo>
                  <a:lnTo>
                    <a:pt x="484060" y="4103852"/>
                  </a:lnTo>
                  <a:lnTo>
                    <a:pt x="484060" y="4143362"/>
                  </a:lnTo>
                  <a:lnTo>
                    <a:pt x="787768" y="4143362"/>
                  </a:lnTo>
                  <a:lnTo>
                    <a:pt x="787768" y="4103852"/>
                  </a:lnTo>
                  <a:close/>
                </a:path>
                <a:path w="788034" h="5058409">
                  <a:moveTo>
                    <a:pt x="787768" y="4050030"/>
                  </a:moveTo>
                  <a:lnTo>
                    <a:pt x="484060" y="4050030"/>
                  </a:lnTo>
                  <a:lnTo>
                    <a:pt x="484060" y="4089539"/>
                  </a:lnTo>
                  <a:lnTo>
                    <a:pt x="787768" y="4089539"/>
                  </a:lnTo>
                  <a:lnTo>
                    <a:pt x="787768" y="4050030"/>
                  </a:lnTo>
                  <a:close/>
                </a:path>
                <a:path w="788034" h="5058409">
                  <a:moveTo>
                    <a:pt x="787768" y="3996207"/>
                  </a:moveTo>
                  <a:lnTo>
                    <a:pt x="484060" y="3996207"/>
                  </a:lnTo>
                  <a:lnTo>
                    <a:pt x="484060" y="4035717"/>
                  </a:lnTo>
                  <a:lnTo>
                    <a:pt x="787768" y="4035717"/>
                  </a:lnTo>
                  <a:lnTo>
                    <a:pt x="787768" y="3996207"/>
                  </a:lnTo>
                  <a:close/>
                </a:path>
                <a:path w="788034" h="5058409">
                  <a:moveTo>
                    <a:pt x="787768" y="3942384"/>
                  </a:moveTo>
                  <a:lnTo>
                    <a:pt x="484060" y="3942384"/>
                  </a:lnTo>
                  <a:lnTo>
                    <a:pt x="484060" y="3981894"/>
                  </a:lnTo>
                  <a:lnTo>
                    <a:pt x="787768" y="3981894"/>
                  </a:lnTo>
                  <a:lnTo>
                    <a:pt x="787768" y="3942384"/>
                  </a:lnTo>
                  <a:close/>
                </a:path>
                <a:path w="788034" h="5058409">
                  <a:moveTo>
                    <a:pt x="787768" y="3888562"/>
                  </a:moveTo>
                  <a:lnTo>
                    <a:pt x="484060" y="3888562"/>
                  </a:lnTo>
                  <a:lnTo>
                    <a:pt x="484060" y="3928072"/>
                  </a:lnTo>
                  <a:lnTo>
                    <a:pt x="787768" y="3928072"/>
                  </a:lnTo>
                  <a:lnTo>
                    <a:pt x="787768" y="3888562"/>
                  </a:lnTo>
                  <a:close/>
                </a:path>
                <a:path w="788034" h="5058409">
                  <a:moveTo>
                    <a:pt x="787768" y="3834752"/>
                  </a:moveTo>
                  <a:lnTo>
                    <a:pt x="484060" y="3834752"/>
                  </a:lnTo>
                  <a:lnTo>
                    <a:pt x="484060" y="3874249"/>
                  </a:lnTo>
                  <a:lnTo>
                    <a:pt x="787768" y="3874249"/>
                  </a:lnTo>
                  <a:lnTo>
                    <a:pt x="787768" y="3834752"/>
                  </a:lnTo>
                  <a:close/>
                </a:path>
                <a:path w="788034" h="5058409">
                  <a:moveTo>
                    <a:pt x="787768" y="3780929"/>
                  </a:moveTo>
                  <a:lnTo>
                    <a:pt x="484060" y="3780929"/>
                  </a:lnTo>
                  <a:lnTo>
                    <a:pt x="484060" y="3820439"/>
                  </a:lnTo>
                  <a:lnTo>
                    <a:pt x="787768" y="3820439"/>
                  </a:lnTo>
                  <a:lnTo>
                    <a:pt x="787768" y="3780929"/>
                  </a:lnTo>
                  <a:close/>
                </a:path>
                <a:path w="788034" h="5058409">
                  <a:moveTo>
                    <a:pt x="787768" y="3727107"/>
                  </a:moveTo>
                  <a:lnTo>
                    <a:pt x="484060" y="3727107"/>
                  </a:lnTo>
                  <a:lnTo>
                    <a:pt x="484060" y="3766616"/>
                  </a:lnTo>
                  <a:lnTo>
                    <a:pt x="787768" y="3766616"/>
                  </a:lnTo>
                  <a:lnTo>
                    <a:pt x="787768" y="3727107"/>
                  </a:lnTo>
                  <a:close/>
                </a:path>
                <a:path w="788034" h="5058409">
                  <a:moveTo>
                    <a:pt x="787768" y="3673284"/>
                  </a:moveTo>
                  <a:lnTo>
                    <a:pt x="484060" y="3673284"/>
                  </a:lnTo>
                  <a:lnTo>
                    <a:pt x="484060" y="3712794"/>
                  </a:lnTo>
                  <a:lnTo>
                    <a:pt x="787768" y="3712794"/>
                  </a:lnTo>
                  <a:lnTo>
                    <a:pt x="787768" y="3673284"/>
                  </a:lnTo>
                  <a:close/>
                </a:path>
                <a:path w="788034" h="5058409">
                  <a:moveTo>
                    <a:pt x="787768" y="3619462"/>
                  </a:moveTo>
                  <a:lnTo>
                    <a:pt x="484060" y="3619462"/>
                  </a:lnTo>
                  <a:lnTo>
                    <a:pt x="484060" y="3658971"/>
                  </a:lnTo>
                  <a:lnTo>
                    <a:pt x="787768" y="3658971"/>
                  </a:lnTo>
                  <a:lnTo>
                    <a:pt x="787768" y="3619462"/>
                  </a:lnTo>
                  <a:close/>
                </a:path>
                <a:path w="788034" h="5058409">
                  <a:moveTo>
                    <a:pt x="787768" y="3511829"/>
                  </a:moveTo>
                  <a:lnTo>
                    <a:pt x="484060" y="3511829"/>
                  </a:lnTo>
                  <a:lnTo>
                    <a:pt x="484060" y="3551326"/>
                  </a:lnTo>
                  <a:lnTo>
                    <a:pt x="787768" y="3551326"/>
                  </a:lnTo>
                  <a:lnTo>
                    <a:pt x="787768" y="3511829"/>
                  </a:lnTo>
                  <a:close/>
                </a:path>
                <a:path w="788034" h="5058409">
                  <a:moveTo>
                    <a:pt x="787768" y="3458006"/>
                  </a:moveTo>
                  <a:lnTo>
                    <a:pt x="484060" y="3458006"/>
                  </a:lnTo>
                  <a:lnTo>
                    <a:pt x="484060" y="3497516"/>
                  </a:lnTo>
                  <a:lnTo>
                    <a:pt x="787768" y="3497516"/>
                  </a:lnTo>
                  <a:lnTo>
                    <a:pt x="787768" y="3458006"/>
                  </a:lnTo>
                  <a:close/>
                </a:path>
                <a:path w="788034" h="5058409">
                  <a:moveTo>
                    <a:pt x="787768" y="3404184"/>
                  </a:moveTo>
                  <a:lnTo>
                    <a:pt x="484060" y="3404184"/>
                  </a:lnTo>
                  <a:lnTo>
                    <a:pt x="484060" y="3443694"/>
                  </a:lnTo>
                  <a:lnTo>
                    <a:pt x="787768" y="3443694"/>
                  </a:lnTo>
                  <a:lnTo>
                    <a:pt x="787768" y="3404184"/>
                  </a:lnTo>
                  <a:close/>
                </a:path>
                <a:path w="788034" h="5058409">
                  <a:moveTo>
                    <a:pt x="787768" y="3350349"/>
                  </a:moveTo>
                  <a:lnTo>
                    <a:pt x="484060" y="3350349"/>
                  </a:lnTo>
                  <a:lnTo>
                    <a:pt x="484060" y="3389858"/>
                  </a:lnTo>
                  <a:lnTo>
                    <a:pt x="787768" y="3389858"/>
                  </a:lnTo>
                  <a:lnTo>
                    <a:pt x="787768" y="3350349"/>
                  </a:lnTo>
                  <a:close/>
                </a:path>
                <a:path w="788034" h="5058409">
                  <a:moveTo>
                    <a:pt x="787768" y="3296539"/>
                  </a:moveTo>
                  <a:lnTo>
                    <a:pt x="484060" y="3296539"/>
                  </a:lnTo>
                  <a:lnTo>
                    <a:pt x="484060" y="3336048"/>
                  </a:lnTo>
                  <a:lnTo>
                    <a:pt x="787768" y="3336048"/>
                  </a:lnTo>
                  <a:lnTo>
                    <a:pt x="787768" y="3296539"/>
                  </a:lnTo>
                  <a:close/>
                </a:path>
                <a:path w="788034" h="5058409">
                  <a:moveTo>
                    <a:pt x="787768" y="3242729"/>
                  </a:moveTo>
                  <a:lnTo>
                    <a:pt x="484060" y="3242729"/>
                  </a:lnTo>
                  <a:lnTo>
                    <a:pt x="484060" y="3282226"/>
                  </a:lnTo>
                  <a:lnTo>
                    <a:pt x="787768" y="3282226"/>
                  </a:lnTo>
                  <a:lnTo>
                    <a:pt x="787768" y="3242729"/>
                  </a:lnTo>
                  <a:close/>
                </a:path>
                <a:path w="788034" h="5058409">
                  <a:moveTo>
                    <a:pt x="787768" y="3188893"/>
                  </a:moveTo>
                  <a:lnTo>
                    <a:pt x="484060" y="3188893"/>
                  </a:lnTo>
                  <a:lnTo>
                    <a:pt x="484060" y="3228403"/>
                  </a:lnTo>
                  <a:lnTo>
                    <a:pt x="787768" y="3228403"/>
                  </a:lnTo>
                  <a:lnTo>
                    <a:pt x="787768" y="3188893"/>
                  </a:lnTo>
                  <a:close/>
                </a:path>
                <a:path w="788034" h="5058409">
                  <a:moveTo>
                    <a:pt x="787768" y="3135071"/>
                  </a:moveTo>
                  <a:lnTo>
                    <a:pt x="484060" y="3135071"/>
                  </a:lnTo>
                  <a:lnTo>
                    <a:pt x="484060" y="3174581"/>
                  </a:lnTo>
                  <a:lnTo>
                    <a:pt x="787768" y="3174581"/>
                  </a:lnTo>
                  <a:lnTo>
                    <a:pt x="787768" y="3135071"/>
                  </a:lnTo>
                  <a:close/>
                </a:path>
                <a:path w="788034" h="5058409">
                  <a:moveTo>
                    <a:pt x="787768" y="3081248"/>
                  </a:moveTo>
                  <a:lnTo>
                    <a:pt x="484060" y="3081248"/>
                  </a:lnTo>
                  <a:lnTo>
                    <a:pt x="484060" y="3120758"/>
                  </a:lnTo>
                  <a:lnTo>
                    <a:pt x="787768" y="3120758"/>
                  </a:lnTo>
                  <a:lnTo>
                    <a:pt x="787768" y="3081248"/>
                  </a:lnTo>
                  <a:close/>
                </a:path>
                <a:path w="788034" h="5058409">
                  <a:moveTo>
                    <a:pt x="787768" y="3027426"/>
                  </a:moveTo>
                  <a:lnTo>
                    <a:pt x="484060" y="3027426"/>
                  </a:lnTo>
                  <a:lnTo>
                    <a:pt x="484060" y="3066935"/>
                  </a:lnTo>
                  <a:lnTo>
                    <a:pt x="787768" y="3066935"/>
                  </a:lnTo>
                  <a:lnTo>
                    <a:pt x="787768" y="3027426"/>
                  </a:lnTo>
                  <a:close/>
                </a:path>
                <a:path w="788034" h="5058409">
                  <a:moveTo>
                    <a:pt x="787768" y="2973616"/>
                  </a:moveTo>
                  <a:lnTo>
                    <a:pt x="484060" y="2973616"/>
                  </a:lnTo>
                  <a:lnTo>
                    <a:pt x="484060" y="3013113"/>
                  </a:lnTo>
                  <a:lnTo>
                    <a:pt x="787768" y="3013113"/>
                  </a:lnTo>
                  <a:lnTo>
                    <a:pt x="787768" y="2973616"/>
                  </a:lnTo>
                  <a:close/>
                </a:path>
                <a:path w="788034" h="5058409">
                  <a:moveTo>
                    <a:pt x="787768" y="2919793"/>
                  </a:moveTo>
                  <a:lnTo>
                    <a:pt x="484060" y="2919793"/>
                  </a:lnTo>
                  <a:lnTo>
                    <a:pt x="484060" y="2959303"/>
                  </a:lnTo>
                  <a:lnTo>
                    <a:pt x="787768" y="2959303"/>
                  </a:lnTo>
                  <a:lnTo>
                    <a:pt x="787768" y="2919793"/>
                  </a:lnTo>
                  <a:close/>
                </a:path>
                <a:path w="788034" h="5058409">
                  <a:moveTo>
                    <a:pt x="787768" y="2865971"/>
                  </a:moveTo>
                  <a:lnTo>
                    <a:pt x="484060" y="2865971"/>
                  </a:lnTo>
                  <a:lnTo>
                    <a:pt x="484060" y="2905480"/>
                  </a:lnTo>
                  <a:lnTo>
                    <a:pt x="787768" y="2905480"/>
                  </a:lnTo>
                  <a:lnTo>
                    <a:pt x="787768" y="2865971"/>
                  </a:lnTo>
                  <a:close/>
                </a:path>
                <a:path w="788034" h="5058409">
                  <a:moveTo>
                    <a:pt x="787768" y="2812148"/>
                  </a:moveTo>
                  <a:lnTo>
                    <a:pt x="484060" y="2812148"/>
                  </a:lnTo>
                  <a:lnTo>
                    <a:pt x="484060" y="2851658"/>
                  </a:lnTo>
                  <a:lnTo>
                    <a:pt x="787768" y="2851658"/>
                  </a:lnTo>
                  <a:lnTo>
                    <a:pt x="787768" y="2812148"/>
                  </a:lnTo>
                  <a:close/>
                </a:path>
                <a:path w="788034" h="5058409">
                  <a:moveTo>
                    <a:pt x="787768" y="2758325"/>
                  </a:moveTo>
                  <a:lnTo>
                    <a:pt x="484060" y="2758325"/>
                  </a:lnTo>
                  <a:lnTo>
                    <a:pt x="484060" y="2797835"/>
                  </a:lnTo>
                  <a:lnTo>
                    <a:pt x="787768" y="2797835"/>
                  </a:lnTo>
                  <a:lnTo>
                    <a:pt x="787768" y="2758325"/>
                  </a:lnTo>
                  <a:close/>
                </a:path>
                <a:path w="788034" h="5058409">
                  <a:moveTo>
                    <a:pt x="787768" y="2650693"/>
                  </a:moveTo>
                  <a:lnTo>
                    <a:pt x="484060" y="2650693"/>
                  </a:lnTo>
                  <a:lnTo>
                    <a:pt x="484060" y="2690190"/>
                  </a:lnTo>
                  <a:lnTo>
                    <a:pt x="787768" y="2690190"/>
                  </a:lnTo>
                  <a:lnTo>
                    <a:pt x="787768" y="2650693"/>
                  </a:lnTo>
                  <a:close/>
                </a:path>
                <a:path w="788034" h="5058409">
                  <a:moveTo>
                    <a:pt x="787768" y="2596870"/>
                  </a:moveTo>
                  <a:lnTo>
                    <a:pt x="484060" y="2596870"/>
                  </a:lnTo>
                  <a:lnTo>
                    <a:pt x="484060" y="2636380"/>
                  </a:lnTo>
                  <a:lnTo>
                    <a:pt x="787768" y="2636380"/>
                  </a:lnTo>
                  <a:lnTo>
                    <a:pt x="787768" y="2596870"/>
                  </a:lnTo>
                  <a:close/>
                </a:path>
                <a:path w="788034" h="5058409">
                  <a:moveTo>
                    <a:pt x="787768" y="2543048"/>
                  </a:moveTo>
                  <a:lnTo>
                    <a:pt x="484060" y="2543048"/>
                  </a:lnTo>
                  <a:lnTo>
                    <a:pt x="484060" y="2582557"/>
                  </a:lnTo>
                  <a:lnTo>
                    <a:pt x="787768" y="2582557"/>
                  </a:lnTo>
                  <a:lnTo>
                    <a:pt x="787768" y="2543048"/>
                  </a:lnTo>
                  <a:close/>
                </a:path>
                <a:path w="788034" h="5058409">
                  <a:moveTo>
                    <a:pt x="787768" y="2489225"/>
                  </a:moveTo>
                  <a:lnTo>
                    <a:pt x="484060" y="2489225"/>
                  </a:lnTo>
                  <a:lnTo>
                    <a:pt x="484060" y="2528735"/>
                  </a:lnTo>
                  <a:lnTo>
                    <a:pt x="787768" y="2528735"/>
                  </a:lnTo>
                  <a:lnTo>
                    <a:pt x="787768" y="2489225"/>
                  </a:lnTo>
                  <a:close/>
                </a:path>
                <a:path w="788034" h="5058409">
                  <a:moveTo>
                    <a:pt x="787768" y="2435402"/>
                  </a:moveTo>
                  <a:lnTo>
                    <a:pt x="484060" y="2435402"/>
                  </a:lnTo>
                  <a:lnTo>
                    <a:pt x="484060" y="2474912"/>
                  </a:lnTo>
                  <a:lnTo>
                    <a:pt x="787768" y="2474912"/>
                  </a:lnTo>
                  <a:lnTo>
                    <a:pt x="787768" y="2435402"/>
                  </a:lnTo>
                  <a:close/>
                </a:path>
                <a:path w="788034" h="5058409">
                  <a:moveTo>
                    <a:pt x="787768" y="2381593"/>
                  </a:moveTo>
                  <a:lnTo>
                    <a:pt x="484060" y="2381593"/>
                  </a:lnTo>
                  <a:lnTo>
                    <a:pt x="484060" y="2421090"/>
                  </a:lnTo>
                  <a:lnTo>
                    <a:pt x="787768" y="2421090"/>
                  </a:lnTo>
                  <a:lnTo>
                    <a:pt x="787768" y="2381593"/>
                  </a:lnTo>
                  <a:close/>
                </a:path>
                <a:path w="788034" h="5058409">
                  <a:moveTo>
                    <a:pt x="787768" y="2327757"/>
                  </a:moveTo>
                  <a:lnTo>
                    <a:pt x="484060" y="2327757"/>
                  </a:lnTo>
                  <a:lnTo>
                    <a:pt x="484060" y="2367267"/>
                  </a:lnTo>
                  <a:lnTo>
                    <a:pt x="787768" y="2367267"/>
                  </a:lnTo>
                  <a:lnTo>
                    <a:pt x="787768" y="2327757"/>
                  </a:lnTo>
                  <a:close/>
                </a:path>
                <a:path w="788034" h="5058409">
                  <a:moveTo>
                    <a:pt x="787768" y="2273935"/>
                  </a:moveTo>
                  <a:lnTo>
                    <a:pt x="484060" y="2273935"/>
                  </a:lnTo>
                  <a:lnTo>
                    <a:pt x="484060" y="2313444"/>
                  </a:lnTo>
                  <a:lnTo>
                    <a:pt x="787768" y="2313444"/>
                  </a:lnTo>
                  <a:lnTo>
                    <a:pt x="787768" y="2273935"/>
                  </a:lnTo>
                  <a:close/>
                </a:path>
                <a:path w="788034" h="5058409">
                  <a:moveTo>
                    <a:pt x="787768" y="2220112"/>
                  </a:moveTo>
                  <a:lnTo>
                    <a:pt x="484060" y="2220112"/>
                  </a:lnTo>
                  <a:lnTo>
                    <a:pt x="484060" y="2259622"/>
                  </a:lnTo>
                  <a:lnTo>
                    <a:pt x="787768" y="2259622"/>
                  </a:lnTo>
                  <a:lnTo>
                    <a:pt x="787768" y="2220112"/>
                  </a:lnTo>
                  <a:close/>
                </a:path>
                <a:path w="788034" h="5058409">
                  <a:moveTo>
                    <a:pt x="787768" y="2166289"/>
                  </a:moveTo>
                  <a:lnTo>
                    <a:pt x="484060" y="2166289"/>
                  </a:lnTo>
                  <a:lnTo>
                    <a:pt x="484060" y="2205799"/>
                  </a:lnTo>
                  <a:lnTo>
                    <a:pt x="787768" y="2205799"/>
                  </a:lnTo>
                  <a:lnTo>
                    <a:pt x="787768" y="2166289"/>
                  </a:lnTo>
                  <a:close/>
                </a:path>
                <a:path w="788034" h="5058409">
                  <a:moveTo>
                    <a:pt x="787768" y="2112480"/>
                  </a:moveTo>
                  <a:lnTo>
                    <a:pt x="484060" y="2112480"/>
                  </a:lnTo>
                  <a:lnTo>
                    <a:pt x="484060" y="2151977"/>
                  </a:lnTo>
                  <a:lnTo>
                    <a:pt x="787768" y="2151977"/>
                  </a:lnTo>
                  <a:lnTo>
                    <a:pt x="787768" y="2112480"/>
                  </a:lnTo>
                  <a:close/>
                </a:path>
                <a:path w="788034" h="5058409">
                  <a:moveTo>
                    <a:pt x="787768" y="2058657"/>
                  </a:moveTo>
                  <a:lnTo>
                    <a:pt x="484060" y="2058657"/>
                  </a:lnTo>
                  <a:lnTo>
                    <a:pt x="484060" y="2098167"/>
                  </a:lnTo>
                  <a:lnTo>
                    <a:pt x="787768" y="2098167"/>
                  </a:lnTo>
                  <a:lnTo>
                    <a:pt x="787768" y="2058657"/>
                  </a:lnTo>
                  <a:close/>
                </a:path>
                <a:path w="788034" h="5058409">
                  <a:moveTo>
                    <a:pt x="787768" y="2004834"/>
                  </a:moveTo>
                  <a:lnTo>
                    <a:pt x="484060" y="2004834"/>
                  </a:lnTo>
                  <a:lnTo>
                    <a:pt x="484060" y="2044344"/>
                  </a:lnTo>
                  <a:lnTo>
                    <a:pt x="787768" y="2044344"/>
                  </a:lnTo>
                  <a:lnTo>
                    <a:pt x="787768" y="2004834"/>
                  </a:lnTo>
                  <a:close/>
                </a:path>
                <a:path w="788034" h="5058409">
                  <a:moveTo>
                    <a:pt x="787768" y="1951012"/>
                  </a:moveTo>
                  <a:lnTo>
                    <a:pt x="484060" y="1951012"/>
                  </a:lnTo>
                  <a:lnTo>
                    <a:pt x="484060" y="1990521"/>
                  </a:lnTo>
                  <a:lnTo>
                    <a:pt x="787768" y="1990521"/>
                  </a:lnTo>
                  <a:lnTo>
                    <a:pt x="787768" y="1951012"/>
                  </a:lnTo>
                  <a:close/>
                </a:path>
                <a:path w="788034" h="5058409">
                  <a:moveTo>
                    <a:pt x="787768" y="1897189"/>
                  </a:moveTo>
                  <a:lnTo>
                    <a:pt x="484060" y="1897189"/>
                  </a:lnTo>
                  <a:lnTo>
                    <a:pt x="484060" y="1936699"/>
                  </a:lnTo>
                  <a:lnTo>
                    <a:pt x="787768" y="1936699"/>
                  </a:lnTo>
                  <a:lnTo>
                    <a:pt x="787768" y="1897189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" name="object 492" descr=""/>
            <p:cNvSpPr/>
            <p:nvPr/>
          </p:nvSpPr>
          <p:spPr>
            <a:xfrm>
              <a:off x="11504550" y="6270154"/>
              <a:ext cx="49530" cy="2151380"/>
            </a:xfrm>
            <a:custGeom>
              <a:avLst/>
              <a:gdLst/>
              <a:ahLst/>
              <a:cxnLst/>
              <a:rect l="l" t="t" r="r" b="b"/>
              <a:pathLst>
                <a:path w="49529" h="2151379">
                  <a:moveTo>
                    <a:pt x="49265" y="0"/>
                  </a:moveTo>
                  <a:lnTo>
                    <a:pt x="0" y="0"/>
                  </a:lnTo>
                  <a:lnTo>
                    <a:pt x="0" y="2150992"/>
                  </a:lnTo>
                  <a:lnTo>
                    <a:pt x="49265" y="2150992"/>
                  </a:lnTo>
                  <a:lnTo>
                    <a:pt x="49265" y="0"/>
                  </a:lnTo>
                  <a:close/>
                </a:path>
              </a:pathLst>
            </a:custGeom>
            <a:solidFill>
              <a:srgbClr val="CDEBE6">
                <a:alpha val="23039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93" name="object 493" descr=""/>
          <p:cNvGrpSpPr/>
          <p:nvPr/>
        </p:nvGrpSpPr>
        <p:grpSpPr>
          <a:xfrm>
            <a:off x="7447731" y="5704004"/>
            <a:ext cx="778510" cy="2712085"/>
            <a:chOff x="7447731" y="5704004"/>
            <a:chExt cx="778510" cy="2712085"/>
          </a:xfrm>
        </p:grpSpPr>
        <p:sp>
          <p:nvSpPr>
            <p:cNvPr id="494" name="object 494" descr=""/>
            <p:cNvSpPr/>
            <p:nvPr/>
          </p:nvSpPr>
          <p:spPr>
            <a:xfrm>
              <a:off x="7447724" y="5756484"/>
              <a:ext cx="778510" cy="2660015"/>
            </a:xfrm>
            <a:custGeom>
              <a:avLst/>
              <a:gdLst/>
              <a:ahLst/>
              <a:cxnLst/>
              <a:rect l="l" t="t" r="r" b="b"/>
              <a:pathLst>
                <a:path w="778509" h="2660015">
                  <a:moveTo>
                    <a:pt x="778306" y="59423"/>
                  </a:moveTo>
                  <a:lnTo>
                    <a:pt x="582155" y="59423"/>
                  </a:lnTo>
                  <a:lnTo>
                    <a:pt x="582155" y="0"/>
                  </a:lnTo>
                  <a:lnTo>
                    <a:pt x="258648" y="0"/>
                  </a:lnTo>
                  <a:lnTo>
                    <a:pt x="258648" y="133032"/>
                  </a:lnTo>
                  <a:lnTo>
                    <a:pt x="0" y="133032"/>
                  </a:lnTo>
                  <a:lnTo>
                    <a:pt x="0" y="188277"/>
                  </a:lnTo>
                  <a:lnTo>
                    <a:pt x="0" y="2659532"/>
                  </a:lnTo>
                  <a:lnTo>
                    <a:pt x="417626" y="2659532"/>
                  </a:lnTo>
                  <a:lnTo>
                    <a:pt x="778306" y="2659532"/>
                  </a:lnTo>
                  <a:lnTo>
                    <a:pt x="778306" y="1196848"/>
                  </a:lnTo>
                  <a:lnTo>
                    <a:pt x="778306" y="1167815"/>
                  </a:lnTo>
                  <a:lnTo>
                    <a:pt x="778306" y="97637"/>
                  </a:lnTo>
                  <a:lnTo>
                    <a:pt x="778306" y="59423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" name="object 495" descr=""/>
            <p:cNvSpPr/>
            <p:nvPr/>
          </p:nvSpPr>
          <p:spPr>
            <a:xfrm>
              <a:off x="7457211" y="5704008"/>
              <a:ext cx="768985" cy="2712085"/>
            </a:xfrm>
            <a:custGeom>
              <a:avLst/>
              <a:gdLst/>
              <a:ahLst/>
              <a:cxnLst/>
              <a:rect l="l" t="t" r="r" b="b"/>
              <a:pathLst>
                <a:path w="768984" h="2712084">
                  <a:moveTo>
                    <a:pt x="507796" y="240804"/>
                  </a:moveTo>
                  <a:lnTo>
                    <a:pt x="408139" y="240804"/>
                  </a:lnTo>
                  <a:lnTo>
                    <a:pt x="408139" y="2712008"/>
                  </a:lnTo>
                  <a:lnTo>
                    <a:pt x="507796" y="2712008"/>
                  </a:lnTo>
                  <a:lnTo>
                    <a:pt x="507796" y="240804"/>
                  </a:lnTo>
                  <a:close/>
                </a:path>
                <a:path w="768984" h="2712084">
                  <a:moveTo>
                    <a:pt x="718997" y="0"/>
                  </a:moveTo>
                  <a:lnTo>
                    <a:pt x="572668" y="0"/>
                  </a:lnTo>
                  <a:lnTo>
                    <a:pt x="0" y="0"/>
                  </a:lnTo>
                  <a:lnTo>
                    <a:pt x="0" y="52476"/>
                  </a:lnTo>
                  <a:lnTo>
                    <a:pt x="33210" y="52476"/>
                  </a:lnTo>
                  <a:lnTo>
                    <a:pt x="7124" y="185508"/>
                  </a:lnTo>
                  <a:lnTo>
                    <a:pt x="408139" y="185508"/>
                  </a:lnTo>
                  <a:lnTo>
                    <a:pt x="507796" y="185585"/>
                  </a:lnTo>
                  <a:lnTo>
                    <a:pt x="507796" y="111899"/>
                  </a:lnTo>
                  <a:lnTo>
                    <a:pt x="419798" y="111899"/>
                  </a:lnTo>
                  <a:lnTo>
                    <a:pt x="408152" y="52476"/>
                  </a:lnTo>
                  <a:lnTo>
                    <a:pt x="572668" y="52476"/>
                  </a:lnTo>
                  <a:lnTo>
                    <a:pt x="572668" y="111899"/>
                  </a:lnTo>
                  <a:lnTo>
                    <a:pt x="718997" y="111899"/>
                  </a:lnTo>
                  <a:lnTo>
                    <a:pt x="718997" y="0"/>
                  </a:lnTo>
                  <a:close/>
                </a:path>
                <a:path w="768984" h="2712084">
                  <a:moveTo>
                    <a:pt x="768819" y="2557018"/>
                  </a:moveTo>
                  <a:lnTo>
                    <a:pt x="557047" y="2557018"/>
                  </a:lnTo>
                  <a:lnTo>
                    <a:pt x="557047" y="2586063"/>
                  </a:lnTo>
                  <a:lnTo>
                    <a:pt x="768819" y="2586063"/>
                  </a:lnTo>
                  <a:lnTo>
                    <a:pt x="768819" y="2557018"/>
                  </a:lnTo>
                  <a:close/>
                </a:path>
                <a:path w="768984" h="2712084">
                  <a:moveTo>
                    <a:pt x="768819" y="2505608"/>
                  </a:moveTo>
                  <a:lnTo>
                    <a:pt x="557047" y="2505608"/>
                  </a:lnTo>
                  <a:lnTo>
                    <a:pt x="557047" y="2534653"/>
                  </a:lnTo>
                  <a:lnTo>
                    <a:pt x="768819" y="2534653"/>
                  </a:lnTo>
                  <a:lnTo>
                    <a:pt x="768819" y="2505608"/>
                  </a:lnTo>
                  <a:close/>
                </a:path>
                <a:path w="768984" h="2712084">
                  <a:moveTo>
                    <a:pt x="768819" y="2454198"/>
                  </a:moveTo>
                  <a:lnTo>
                    <a:pt x="557047" y="2454198"/>
                  </a:lnTo>
                  <a:lnTo>
                    <a:pt x="557047" y="2483231"/>
                  </a:lnTo>
                  <a:lnTo>
                    <a:pt x="768819" y="2483231"/>
                  </a:lnTo>
                  <a:lnTo>
                    <a:pt x="768819" y="2454198"/>
                  </a:lnTo>
                  <a:close/>
                </a:path>
                <a:path w="768984" h="2712084">
                  <a:moveTo>
                    <a:pt x="768819" y="2402789"/>
                  </a:moveTo>
                  <a:lnTo>
                    <a:pt x="557047" y="2402789"/>
                  </a:lnTo>
                  <a:lnTo>
                    <a:pt x="557047" y="2431821"/>
                  </a:lnTo>
                  <a:lnTo>
                    <a:pt x="768819" y="2431821"/>
                  </a:lnTo>
                  <a:lnTo>
                    <a:pt x="768819" y="2402789"/>
                  </a:lnTo>
                  <a:close/>
                </a:path>
                <a:path w="768984" h="2712084">
                  <a:moveTo>
                    <a:pt x="768819" y="2351367"/>
                  </a:moveTo>
                  <a:lnTo>
                    <a:pt x="557047" y="2351367"/>
                  </a:lnTo>
                  <a:lnTo>
                    <a:pt x="557047" y="2380399"/>
                  </a:lnTo>
                  <a:lnTo>
                    <a:pt x="768819" y="2380399"/>
                  </a:lnTo>
                  <a:lnTo>
                    <a:pt x="768819" y="2351367"/>
                  </a:lnTo>
                  <a:close/>
                </a:path>
                <a:path w="768984" h="2712084">
                  <a:moveTo>
                    <a:pt x="768819" y="2299957"/>
                  </a:moveTo>
                  <a:lnTo>
                    <a:pt x="557047" y="2299957"/>
                  </a:lnTo>
                  <a:lnTo>
                    <a:pt x="557047" y="2328989"/>
                  </a:lnTo>
                  <a:lnTo>
                    <a:pt x="768819" y="2328989"/>
                  </a:lnTo>
                  <a:lnTo>
                    <a:pt x="768819" y="2299957"/>
                  </a:lnTo>
                  <a:close/>
                </a:path>
                <a:path w="768984" h="2712084">
                  <a:moveTo>
                    <a:pt x="768819" y="2248547"/>
                  </a:moveTo>
                  <a:lnTo>
                    <a:pt x="557047" y="2248547"/>
                  </a:lnTo>
                  <a:lnTo>
                    <a:pt x="557047" y="2277580"/>
                  </a:lnTo>
                  <a:lnTo>
                    <a:pt x="768819" y="2277580"/>
                  </a:lnTo>
                  <a:lnTo>
                    <a:pt x="768819" y="2248547"/>
                  </a:lnTo>
                  <a:close/>
                </a:path>
                <a:path w="768984" h="2712084">
                  <a:moveTo>
                    <a:pt x="768819" y="2197125"/>
                  </a:moveTo>
                  <a:lnTo>
                    <a:pt x="557047" y="2197125"/>
                  </a:lnTo>
                  <a:lnTo>
                    <a:pt x="557047" y="2226170"/>
                  </a:lnTo>
                  <a:lnTo>
                    <a:pt x="768819" y="2226170"/>
                  </a:lnTo>
                  <a:lnTo>
                    <a:pt x="768819" y="2197125"/>
                  </a:lnTo>
                  <a:close/>
                </a:path>
                <a:path w="768984" h="2712084">
                  <a:moveTo>
                    <a:pt x="768819" y="2145715"/>
                  </a:moveTo>
                  <a:lnTo>
                    <a:pt x="557047" y="2145715"/>
                  </a:lnTo>
                  <a:lnTo>
                    <a:pt x="557047" y="2174748"/>
                  </a:lnTo>
                  <a:lnTo>
                    <a:pt x="768819" y="2174748"/>
                  </a:lnTo>
                  <a:lnTo>
                    <a:pt x="768819" y="2145715"/>
                  </a:lnTo>
                  <a:close/>
                </a:path>
                <a:path w="768984" h="2712084">
                  <a:moveTo>
                    <a:pt x="768819" y="2094306"/>
                  </a:moveTo>
                  <a:lnTo>
                    <a:pt x="557047" y="2094306"/>
                  </a:lnTo>
                  <a:lnTo>
                    <a:pt x="557047" y="2123338"/>
                  </a:lnTo>
                  <a:lnTo>
                    <a:pt x="768819" y="2123338"/>
                  </a:lnTo>
                  <a:lnTo>
                    <a:pt x="768819" y="2094306"/>
                  </a:lnTo>
                  <a:close/>
                </a:path>
                <a:path w="768984" h="2712084">
                  <a:moveTo>
                    <a:pt x="768819" y="2042896"/>
                  </a:moveTo>
                  <a:lnTo>
                    <a:pt x="557047" y="2042896"/>
                  </a:lnTo>
                  <a:lnTo>
                    <a:pt x="557047" y="2071928"/>
                  </a:lnTo>
                  <a:lnTo>
                    <a:pt x="768819" y="2071928"/>
                  </a:lnTo>
                  <a:lnTo>
                    <a:pt x="768819" y="2042896"/>
                  </a:lnTo>
                  <a:close/>
                </a:path>
                <a:path w="768984" h="2712084">
                  <a:moveTo>
                    <a:pt x="768819" y="1991487"/>
                  </a:moveTo>
                  <a:lnTo>
                    <a:pt x="557047" y="1991487"/>
                  </a:lnTo>
                  <a:lnTo>
                    <a:pt x="557047" y="2020519"/>
                  </a:lnTo>
                  <a:lnTo>
                    <a:pt x="768819" y="2020519"/>
                  </a:lnTo>
                  <a:lnTo>
                    <a:pt x="768819" y="1991487"/>
                  </a:lnTo>
                  <a:close/>
                </a:path>
                <a:path w="768984" h="2712084">
                  <a:moveTo>
                    <a:pt x="768819" y="1940064"/>
                  </a:moveTo>
                  <a:lnTo>
                    <a:pt x="557047" y="1940064"/>
                  </a:lnTo>
                  <a:lnTo>
                    <a:pt x="557047" y="1969109"/>
                  </a:lnTo>
                  <a:lnTo>
                    <a:pt x="768819" y="1969109"/>
                  </a:lnTo>
                  <a:lnTo>
                    <a:pt x="768819" y="1940064"/>
                  </a:lnTo>
                  <a:close/>
                </a:path>
                <a:path w="768984" h="2712084">
                  <a:moveTo>
                    <a:pt x="768819" y="1888655"/>
                  </a:moveTo>
                  <a:lnTo>
                    <a:pt x="557047" y="1888655"/>
                  </a:lnTo>
                  <a:lnTo>
                    <a:pt x="557047" y="1917687"/>
                  </a:lnTo>
                  <a:lnTo>
                    <a:pt x="768819" y="1917687"/>
                  </a:lnTo>
                  <a:lnTo>
                    <a:pt x="768819" y="1888655"/>
                  </a:lnTo>
                  <a:close/>
                </a:path>
                <a:path w="768984" h="2712084">
                  <a:moveTo>
                    <a:pt x="768819" y="1837245"/>
                  </a:moveTo>
                  <a:lnTo>
                    <a:pt x="557047" y="1837245"/>
                  </a:lnTo>
                  <a:lnTo>
                    <a:pt x="557047" y="1866277"/>
                  </a:lnTo>
                  <a:lnTo>
                    <a:pt x="768819" y="1866277"/>
                  </a:lnTo>
                  <a:lnTo>
                    <a:pt x="768819" y="1837245"/>
                  </a:lnTo>
                  <a:close/>
                </a:path>
                <a:path w="768984" h="2712084">
                  <a:moveTo>
                    <a:pt x="768819" y="1785835"/>
                  </a:moveTo>
                  <a:lnTo>
                    <a:pt x="557047" y="1785835"/>
                  </a:lnTo>
                  <a:lnTo>
                    <a:pt x="557047" y="1814868"/>
                  </a:lnTo>
                  <a:lnTo>
                    <a:pt x="768819" y="1814868"/>
                  </a:lnTo>
                  <a:lnTo>
                    <a:pt x="768819" y="1785835"/>
                  </a:lnTo>
                  <a:close/>
                </a:path>
                <a:path w="768984" h="2712084">
                  <a:moveTo>
                    <a:pt x="768819" y="1734426"/>
                  </a:moveTo>
                  <a:lnTo>
                    <a:pt x="557047" y="1734426"/>
                  </a:lnTo>
                  <a:lnTo>
                    <a:pt x="557047" y="1763458"/>
                  </a:lnTo>
                  <a:lnTo>
                    <a:pt x="768819" y="1763458"/>
                  </a:lnTo>
                  <a:lnTo>
                    <a:pt x="768819" y="1734426"/>
                  </a:lnTo>
                  <a:close/>
                </a:path>
                <a:path w="768984" h="2712084">
                  <a:moveTo>
                    <a:pt x="768819" y="1683004"/>
                  </a:moveTo>
                  <a:lnTo>
                    <a:pt x="557047" y="1683004"/>
                  </a:lnTo>
                  <a:lnTo>
                    <a:pt x="557047" y="1712048"/>
                  </a:lnTo>
                  <a:lnTo>
                    <a:pt x="768819" y="1712048"/>
                  </a:lnTo>
                  <a:lnTo>
                    <a:pt x="768819" y="1683004"/>
                  </a:lnTo>
                  <a:close/>
                </a:path>
                <a:path w="768984" h="2712084">
                  <a:moveTo>
                    <a:pt x="768819" y="1631594"/>
                  </a:moveTo>
                  <a:lnTo>
                    <a:pt x="557047" y="1631594"/>
                  </a:lnTo>
                  <a:lnTo>
                    <a:pt x="557047" y="1660626"/>
                  </a:lnTo>
                  <a:lnTo>
                    <a:pt x="768819" y="1660626"/>
                  </a:lnTo>
                  <a:lnTo>
                    <a:pt x="768819" y="1631594"/>
                  </a:lnTo>
                  <a:close/>
                </a:path>
                <a:path w="768984" h="2712084">
                  <a:moveTo>
                    <a:pt x="768819" y="1580184"/>
                  </a:moveTo>
                  <a:lnTo>
                    <a:pt x="557047" y="1580184"/>
                  </a:lnTo>
                  <a:lnTo>
                    <a:pt x="557047" y="1609217"/>
                  </a:lnTo>
                  <a:lnTo>
                    <a:pt x="768819" y="1609217"/>
                  </a:lnTo>
                  <a:lnTo>
                    <a:pt x="768819" y="1580184"/>
                  </a:lnTo>
                  <a:close/>
                </a:path>
                <a:path w="768984" h="2712084">
                  <a:moveTo>
                    <a:pt x="768819" y="1528762"/>
                  </a:moveTo>
                  <a:lnTo>
                    <a:pt x="557047" y="1528762"/>
                  </a:lnTo>
                  <a:lnTo>
                    <a:pt x="557047" y="1557794"/>
                  </a:lnTo>
                  <a:lnTo>
                    <a:pt x="768819" y="1557794"/>
                  </a:lnTo>
                  <a:lnTo>
                    <a:pt x="768819" y="1528762"/>
                  </a:lnTo>
                  <a:close/>
                </a:path>
                <a:path w="768984" h="2712084">
                  <a:moveTo>
                    <a:pt x="768819" y="1477352"/>
                  </a:moveTo>
                  <a:lnTo>
                    <a:pt x="557047" y="1477352"/>
                  </a:lnTo>
                  <a:lnTo>
                    <a:pt x="557047" y="1506385"/>
                  </a:lnTo>
                  <a:lnTo>
                    <a:pt x="768819" y="1506385"/>
                  </a:lnTo>
                  <a:lnTo>
                    <a:pt x="768819" y="1477352"/>
                  </a:lnTo>
                  <a:close/>
                </a:path>
                <a:path w="768984" h="2712084">
                  <a:moveTo>
                    <a:pt x="768819" y="1425943"/>
                  </a:moveTo>
                  <a:lnTo>
                    <a:pt x="557047" y="1425943"/>
                  </a:lnTo>
                  <a:lnTo>
                    <a:pt x="557047" y="1454975"/>
                  </a:lnTo>
                  <a:lnTo>
                    <a:pt x="768819" y="1454975"/>
                  </a:lnTo>
                  <a:lnTo>
                    <a:pt x="768819" y="1425943"/>
                  </a:lnTo>
                  <a:close/>
                </a:path>
                <a:path w="768984" h="2712084">
                  <a:moveTo>
                    <a:pt x="768819" y="1374521"/>
                  </a:moveTo>
                  <a:lnTo>
                    <a:pt x="557047" y="1374521"/>
                  </a:lnTo>
                  <a:lnTo>
                    <a:pt x="557047" y="1403565"/>
                  </a:lnTo>
                  <a:lnTo>
                    <a:pt x="768819" y="1403565"/>
                  </a:lnTo>
                  <a:lnTo>
                    <a:pt x="768819" y="1374521"/>
                  </a:lnTo>
                  <a:close/>
                </a:path>
                <a:path w="768984" h="2712084">
                  <a:moveTo>
                    <a:pt x="768819" y="1323111"/>
                  </a:moveTo>
                  <a:lnTo>
                    <a:pt x="557047" y="1323111"/>
                  </a:lnTo>
                  <a:lnTo>
                    <a:pt x="557047" y="1352143"/>
                  </a:lnTo>
                  <a:lnTo>
                    <a:pt x="768819" y="1352143"/>
                  </a:lnTo>
                  <a:lnTo>
                    <a:pt x="768819" y="1323111"/>
                  </a:lnTo>
                  <a:close/>
                </a:path>
                <a:path w="768984" h="2712084">
                  <a:moveTo>
                    <a:pt x="768819" y="1271701"/>
                  </a:moveTo>
                  <a:lnTo>
                    <a:pt x="557047" y="1271701"/>
                  </a:lnTo>
                  <a:lnTo>
                    <a:pt x="557047" y="1300734"/>
                  </a:lnTo>
                  <a:lnTo>
                    <a:pt x="768819" y="1300734"/>
                  </a:lnTo>
                  <a:lnTo>
                    <a:pt x="768819" y="1271701"/>
                  </a:lnTo>
                  <a:close/>
                </a:path>
                <a:path w="768984" h="2712084">
                  <a:moveTo>
                    <a:pt x="768819" y="1220292"/>
                  </a:moveTo>
                  <a:lnTo>
                    <a:pt x="557047" y="1220292"/>
                  </a:lnTo>
                  <a:lnTo>
                    <a:pt x="557047" y="1249324"/>
                  </a:lnTo>
                  <a:lnTo>
                    <a:pt x="768819" y="1249324"/>
                  </a:lnTo>
                  <a:lnTo>
                    <a:pt x="768819" y="1220292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96" name="object 496" descr=""/>
          <p:cNvSpPr/>
          <p:nvPr/>
        </p:nvSpPr>
        <p:spPr>
          <a:xfrm>
            <a:off x="12872791" y="7540440"/>
            <a:ext cx="130810" cy="828675"/>
          </a:xfrm>
          <a:custGeom>
            <a:avLst/>
            <a:gdLst/>
            <a:ahLst/>
            <a:cxnLst/>
            <a:rect l="l" t="t" r="r" b="b"/>
            <a:pathLst>
              <a:path w="130809" h="828675">
                <a:moveTo>
                  <a:pt x="130268" y="0"/>
                </a:moveTo>
                <a:lnTo>
                  <a:pt x="0" y="0"/>
                </a:lnTo>
                <a:lnTo>
                  <a:pt x="0" y="828540"/>
                </a:lnTo>
                <a:lnTo>
                  <a:pt x="130268" y="828540"/>
                </a:lnTo>
                <a:lnTo>
                  <a:pt x="130268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97" name="object 497" descr=""/>
          <p:cNvSpPr/>
          <p:nvPr/>
        </p:nvSpPr>
        <p:spPr>
          <a:xfrm>
            <a:off x="12746627" y="7602156"/>
            <a:ext cx="48895" cy="767080"/>
          </a:xfrm>
          <a:custGeom>
            <a:avLst/>
            <a:gdLst/>
            <a:ahLst/>
            <a:cxnLst/>
            <a:rect l="l" t="t" r="r" b="b"/>
            <a:pathLst>
              <a:path w="48895" h="767079">
                <a:moveTo>
                  <a:pt x="48815" y="0"/>
                </a:moveTo>
                <a:lnTo>
                  <a:pt x="0" y="0"/>
                </a:lnTo>
                <a:lnTo>
                  <a:pt x="0" y="766772"/>
                </a:lnTo>
                <a:lnTo>
                  <a:pt x="48815" y="766772"/>
                </a:lnTo>
                <a:lnTo>
                  <a:pt x="4881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98" name="object 498" descr=""/>
          <p:cNvSpPr/>
          <p:nvPr/>
        </p:nvSpPr>
        <p:spPr>
          <a:xfrm>
            <a:off x="12860582" y="7496619"/>
            <a:ext cx="61594" cy="43815"/>
          </a:xfrm>
          <a:custGeom>
            <a:avLst/>
            <a:gdLst/>
            <a:ahLst/>
            <a:cxnLst/>
            <a:rect l="l" t="t" r="r" b="b"/>
            <a:pathLst>
              <a:path w="61595" h="43815">
                <a:moveTo>
                  <a:pt x="61055" y="0"/>
                </a:moveTo>
                <a:lnTo>
                  <a:pt x="0" y="0"/>
                </a:lnTo>
                <a:lnTo>
                  <a:pt x="0" y="43621"/>
                </a:lnTo>
                <a:lnTo>
                  <a:pt x="61055" y="43621"/>
                </a:lnTo>
                <a:lnTo>
                  <a:pt x="6105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99" name="object 499" descr=""/>
          <p:cNvSpPr/>
          <p:nvPr/>
        </p:nvSpPr>
        <p:spPr>
          <a:xfrm>
            <a:off x="12553010" y="8268125"/>
            <a:ext cx="112395" cy="153670"/>
          </a:xfrm>
          <a:custGeom>
            <a:avLst/>
            <a:gdLst/>
            <a:ahLst/>
            <a:cxnLst/>
            <a:rect l="l" t="t" r="r" b="b"/>
            <a:pathLst>
              <a:path w="112395" h="153670">
                <a:moveTo>
                  <a:pt x="112174" y="0"/>
                </a:moveTo>
                <a:lnTo>
                  <a:pt x="0" y="0"/>
                </a:lnTo>
                <a:lnTo>
                  <a:pt x="0" y="153440"/>
                </a:lnTo>
                <a:lnTo>
                  <a:pt x="112174" y="153440"/>
                </a:lnTo>
                <a:lnTo>
                  <a:pt x="112174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500" name="object 500" descr=""/>
          <p:cNvSpPr/>
          <p:nvPr/>
        </p:nvSpPr>
        <p:spPr>
          <a:xfrm>
            <a:off x="13063204" y="8355494"/>
            <a:ext cx="94615" cy="66675"/>
          </a:xfrm>
          <a:custGeom>
            <a:avLst/>
            <a:gdLst/>
            <a:ahLst/>
            <a:cxnLst/>
            <a:rect l="l" t="t" r="r" b="b"/>
            <a:pathLst>
              <a:path w="94615" h="66675">
                <a:moveTo>
                  <a:pt x="94269" y="0"/>
                </a:moveTo>
                <a:lnTo>
                  <a:pt x="0" y="0"/>
                </a:lnTo>
                <a:lnTo>
                  <a:pt x="0" y="66071"/>
                </a:lnTo>
                <a:lnTo>
                  <a:pt x="94269" y="66071"/>
                </a:lnTo>
                <a:lnTo>
                  <a:pt x="94269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501" name="object 501" descr=""/>
          <p:cNvSpPr/>
          <p:nvPr/>
        </p:nvSpPr>
        <p:spPr>
          <a:xfrm>
            <a:off x="12538445" y="8198012"/>
            <a:ext cx="118745" cy="71755"/>
          </a:xfrm>
          <a:custGeom>
            <a:avLst/>
            <a:gdLst/>
            <a:ahLst/>
            <a:cxnLst/>
            <a:rect l="l" t="t" r="r" b="b"/>
            <a:pathLst>
              <a:path w="118745" h="71754">
                <a:moveTo>
                  <a:pt x="118593" y="0"/>
                </a:moveTo>
                <a:lnTo>
                  <a:pt x="0" y="0"/>
                </a:lnTo>
                <a:lnTo>
                  <a:pt x="0" y="71704"/>
                </a:lnTo>
                <a:lnTo>
                  <a:pt x="118593" y="71704"/>
                </a:lnTo>
                <a:lnTo>
                  <a:pt x="118593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502" name="object 502" descr=""/>
          <p:cNvSpPr/>
          <p:nvPr/>
        </p:nvSpPr>
        <p:spPr>
          <a:xfrm>
            <a:off x="12962344" y="7496625"/>
            <a:ext cx="126364" cy="872490"/>
          </a:xfrm>
          <a:custGeom>
            <a:avLst/>
            <a:gdLst/>
            <a:ahLst/>
            <a:cxnLst/>
            <a:rect l="l" t="t" r="r" b="b"/>
            <a:pathLst>
              <a:path w="126365" h="872490">
                <a:moveTo>
                  <a:pt x="126187" y="32727"/>
                </a:moveTo>
                <a:lnTo>
                  <a:pt x="61061" y="32727"/>
                </a:lnTo>
                <a:lnTo>
                  <a:pt x="61061" y="0"/>
                </a:lnTo>
                <a:lnTo>
                  <a:pt x="0" y="0"/>
                </a:lnTo>
                <a:lnTo>
                  <a:pt x="0" y="43624"/>
                </a:lnTo>
                <a:lnTo>
                  <a:pt x="28651" y="43624"/>
                </a:lnTo>
                <a:lnTo>
                  <a:pt x="28651" y="872312"/>
                </a:lnTo>
                <a:lnTo>
                  <a:pt x="126187" y="872312"/>
                </a:lnTo>
                <a:lnTo>
                  <a:pt x="126187" y="32727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503" name="object 503" descr=""/>
          <p:cNvSpPr/>
          <p:nvPr/>
        </p:nvSpPr>
        <p:spPr>
          <a:xfrm>
            <a:off x="12795557" y="7529352"/>
            <a:ext cx="97790" cy="840105"/>
          </a:xfrm>
          <a:custGeom>
            <a:avLst/>
            <a:gdLst/>
            <a:ahLst/>
            <a:cxnLst/>
            <a:rect l="l" t="t" r="r" b="b"/>
            <a:pathLst>
              <a:path w="97790" h="840104">
                <a:moveTo>
                  <a:pt x="97693" y="0"/>
                </a:moveTo>
                <a:lnTo>
                  <a:pt x="0" y="0"/>
                </a:lnTo>
                <a:lnTo>
                  <a:pt x="0" y="839576"/>
                </a:lnTo>
                <a:lnTo>
                  <a:pt x="97693" y="839576"/>
                </a:lnTo>
                <a:lnTo>
                  <a:pt x="97693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504" name="object 504" descr=""/>
          <p:cNvSpPr/>
          <p:nvPr/>
        </p:nvSpPr>
        <p:spPr>
          <a:xfrm>
            <a:off x="12648892" y="7589130"/>
            <a:ext cx="97790" cy="780415"/>
          </a:xfrm>
          <a:custGeom>
            <a:avLst/>
            <a:gdLst/>
            <a:ahLst/>
            <a:cxnLst/>
            <a:rect l="l" t="t" r="r" b="b"/>
            <a:pathLst>
              <a:path w="97790" h="780415">
                <a:moveTo>
                  <a:pt x="97703" y="0"/>
                </a:moveTo>
                <a:lnTo>
                  <a:pt x="0" y="0"/>
                </a:lnTo>
                <a:lnTo>
                  <a:pt x="0" y="779798"/>
                </a:lnTo>
                <a:lnTo>
                  <a:pt x="97703" y="779798"/>
                </a:lnTo>
                <a:lnTo>
                  <a:pt x="97703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505" name="object 505" descr=""/>
          <p:cNvSpPr/>
          <p:nvPr/>
        </p:nvSpPr>
        <p:spPr>
          <a:xfrm>
            <a:off x="12901282" y="7556596"/>
            <a:ext cx="81915" cy="27305"/>
          </a:xfrm>
          <a:custGeom>
            <a:avLst/>
            <a:gdLst/>
            <a:ahLst/>
            <a:cxnLst/>
            <a:rect l="l" t="t" r="r" b="b"/>
            <a:pathLst>
              <a:path w="81915" h="27304">
                <a:moveTo>
                  <a:pt x="81421" y="0"/>
                </a:moveTo>
                <a:lnTo>
                  <a:pt x="0" y="0"/>
                </a:lnTo>
                <a:lnTo>
                  <a:pt x="0" y="27266"/>
                </a:lnTo>
                <a:lnTo>
                  <a:pt x="81421" y="27266"/>
                </a:lnTo>
                <a:lnTo>
                  <a:pt x="81421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506" name="object 506" descr=""/>
          <p:cNvSpPr/>
          <p:nvPr/>
        </p:nvSpPr>
        <p:spPr>
          <a:xfrm>
            <a:off x="12758842" y="7611129"/>
            <a:ext cx="28575" cy="752475"/>
          </a:xfrm>
          <a:custGeom>
            <a:avLst/>
            <a:gdLst/>
            <a:ahLst/>
            <a:cxnLst/>
            <a:rect l="l" t="t" r="r" b="b"/>
            <a:pathLst>
              <a:path w="28575" h="752475">
                <a:moveTo>
                  <a:pt x="0" y="752395"/>
                </a:moveTo>
                <a:lnTo>
                  <a:pt x="28428" y="752395"/>
                </a:lnTo>
                <a:lnTo>
                  <a:pt x="28428" y="0"/>
                </a:lnTo>
                <a:lnTo>
                  <a:pt x="0" y="0"/>
                </a:lnTo>
                <a:lnTo>
                  <a:pt x="0" y="752395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507" name="object 507" descr=""/>
          <p:cNvSpPr/>
          <p:nvPr/>
        </p:nvSpPr>
        <p:spPr>
          <a:xfrm>
            <a:off x="12901283" y="7550854"/>
            <a:ext cx="81915" cy="818515"/>
          </a:xfrm>
          <a:custGeom>
            <a:avLst/>
            <a:gdLst/>
            <a:ahLst/>
            <a:cxnLst/>
            <a:rect l="l" t="t" r="r" b="b"/>
            <a:pathLst>
              <a:path w="81915" h="818515">
                <a:moveTo>
                  <a:pt x="81419" y="49364"/>
                </a:moveTo>
                <a:lnTo>
                  <a:pt x="44780" y="49364"/>
                </a:lnTo>
                <a:lnTo>
                  <a:pt x="44780" y="0"/>
                </a:lnTo>
                <a:lnTo>
                  <a:pt x="36626" y="0"/>
                </a:lnTo>
                <a:lnTo>
                  <a:pt x="36626" y="49364"/>
                </a:lnTo>
                <a:lnTo>
                  <a:pt x="0" y="49364"/>
                </a:lnTo>
                <a:lnTo>
                  <a:pt x="0" y="76631"/>
                </a:lnTo>
                <a:lnTo>
                  <a:pt x="36626" y="76631"/>
                </a:lnTo>
                <a:lnTo>
                  <a:pt x="36626" y="92976"/>
                </a:lnTo>
                <a:lnTo>
                  <a:pt x="0" y="92976"/>
                </a:lnTo>
                <a:lnTo>
                  <a:pt x="0" y="120243"/>
                </a:lnTo>
                <a:lnTo>
                  <a:pt x="36626" y="120243"/>
                </a:lnTo>
                <a:lnTo>
                  <a:pt x="36626" y="136601"/>
                </a:lnTo>
                <a:lnTo>
                  <a:pt x="0" y="136601"/>
                </a:lnTo>
                <a:lnTo>
                  <a:pt x="0" y="163868"/>
                </a:lnTo>
                <a:lnTo>
                  <a:pt x="36626" y="163868"/>
                </a:lnTo>
                <a:lnTo>
                  <a:pt x="36626" y="180225"/>
                </a:lnTo>
                <a:lnTo>
                  <a:pt x="0" y="180225"/>
                </a:lnTo>
                <a:lnTo>
                  <a:pt x="0" y="207492"/>
                </a:lnTo>
                <a:lnTo>
                  <a:pt x="36626" y="207492"/>
                </a:lnTo>
                <a:lnTo>
                  <a:pt x="36626" y="223837"/>
                </a:lnTo>
                <a:lnTo>
                  <a:pt x="0" y="223837"/>
                </a:lnTo>
                <a:lnTo>
                  <a:pt x="0" y="251104"/>
                </a:lnTo>
                <a:lnTo>
                  <a:pt x="36626" y="251104"/>
                </a:lnTo>
                <a:lnTo>
                  <a:pt x="36626" y="267462"/>
                </a:lnTo>
                <a:lnTo>
                  <a:pt x="0" y="267462"/>
                </a:lnTo>
                <a:lnTo>
                  <a:pt x="0" y="294728"/>
                </a:lnTo>
                <a:lnTo>
                  <a:pt x="36626" y="294728"/>
                </a:lnTo>
                <a:lnTo>
                  <a:pt x="36626" y="311073"/>
                </a:lnTo>
                <a:lnTo>
                  <a:pt x="0" y="311073"/>
                </a:lnTo>
                <a:lnTo>
                  <a:pt x="0" y="338340"/>
                </a:lnTo>
                <a:lnTo>
                  <a:pt x="36626" y="338340"/>
                </a:lnTo>
                <a:lnTo>
                  <a:pt x="36626" y="354685"/>
                </a:lnTo>
                <a:lnTo>
                  <a:pt x="0" y="354685"/>
                </a:lnTo>
                <a:lnTo>
                  <a:pt x="0" y="381952"/>
                </a:lnTo>
                <a:lnTo>
                  <a:pt x="36626" y="381952"/>
                </a:lnTo>
                <a:lnTo>
                  <a:pt x="36626" y="398310"/>
                </a:lnTo>
                <a:lnTo>
                  <a:pt x="0" y="398310"/>
                </a:lnTo>
                <a:lnTo>
                  <a:pt x="0" y="425577"/>
                </a:lnTo>
                <a:lnTo>
                  <a:pt x="36626" y="425577"/>
                </a:lnTo>
                <a:lnTo>
                  <a:pt x="36626" y="441921"/>
                </a:lnTo>
                <a:lnTo>
                  <a:pt x="0" y="441921"/>
                </a:lnTo>
                <a:lnTo>
                  <a:pt x="0" y="469188"/>
                </a:lnTo>
                <a:lnTo>
                  <a:pt x="36626" y="469188"/>
                </a:lnTo>
                <a:lnTo>
                  <a:pt x="36626" y="485546"/>
                </a:lnTo>
                <a:lnTo>
                  <a:pt x="0" y="485546"/>
                </a:lnTo>
                <a:lnTo>
                  <a:pt x="0" y="512813"/>
                </a:lnTo>
                <a:lnTo>
                  <a:pt x="36626" y="512813"/>
                </a:lnTo>
                <a:lnTo>
                  <a:pt x="36626" y="529170"/>
                </a:lnTo>
                <a:lnTo>
                  <a:pt x="0" y="529170"/>
                </a:lnTo>
                <a:lnTo>
                  <a:pt x="0" y="556425"/>
                </a:lnTo>
                <a:lnTo>
                  <a:pt x="36626" y="556425"/>
                </a:lnTo>
                <a:lnTo>
                  <a:pt x="36626" y="572782"/>
                </a:lnTo>
                <a:lnTo>
                  <a:pt x="0" y="572782"/>
                </a:lnTo>
                <a:lnTo>
                  <a:pt x="0" y="600049"/>
                </a:lnTo>
                <a:lnTo>
                  <a:pt x="36626" y="600049"/>
                </a:lnTo>
                <a:lnTo>
                  <a:pt x="36626" y="616394"/>
                </a:lnTo>
                <a:lnTo>
                  <a:pt x="0" y="616394"/>
                </a:lnTo>
                <a:lnTo>
                  <a:pt x="0" y="643661"/>
                </a:lnTo>
                <a:lnTo>
                  <a:pt x="36626" y="643661"/>
                </a:lnTo>
                <a:lnTo>
                  <a:pt x="36626" y="660019"/>
                </a:lnTo>
                <a:lnTo>
                  <a:pt x="0" y="660019"/>
                </a:lnTo>
                <a:lnTo>
                  <a:pt x="0" y="687273"/>
                </a:lnTo>
                <a:lnTo>
                  <a:pt x="36626" y="687273"/>
                </a:lnTo>
                <a:lnTo>
                  <a:pt x="36626" y="703630"/>
                </a:lnTo>
                <a:lnTo>
                  <a:pt x="0" y="703630"/>
                </a:lnTo>
                <a:lnTo>
                  <a:pt x="0" y="730897"/>
                </a:lnTo>
                <a:lnTo>
                  <a:pt x="36626" y="730897"/>
                </a:lnTo>
                <a:lnTo>
                  <a:pt x="36626" y="747255"/>
                </a:lnTo>
                <a:lnTo>
                  <a:pt x="0" y="747255"/>
                </a:lnTo>
                <a:lnTo>
                  <a:pt x="0" y="774522"/>
                </a:lnTo>
                <a:lnTo>
                  <a:pt x="36626" y="774522"/>
                </a:lnTo>
                <a:lnTo>
                  <a:pt x="36626" y="785418"/>
                </a:lnTo>
                <a:lnTo>
                  <a:pt x="0" y="785418"/>
                </a:lnTo>
                <a:lnTo>
                  <a:pt x="0" y="812673"/>
                </a:lnTo>
                <a:lnTo>
                  <a:pt x="36626" y="812673"/>
                </a:lnTo>
                <a:lnTo>
                  <a:pt x="36626" y="818134"/>
                </a:lnTo>
                <a:lnTo>
                  <a:pt x="44780" y="818134"/>
                </a:lnTo>
                <a:lnTo>
                  <a:pt x="44780" y="812673"/>
                </a:lnTo>
                <a:lnTo>
                  <a:pt x="81419" y="812673"/>
                </a:lnTo>
                <a:lnTo>
                  <a:pt x="81419" y="785418"/>
                </a:lnTo>
                <a:lnTo>
                  <a:pt x="44780" y="785418"/>
                </a:lnTo>
                <a:lnTo>
                  <a:pt x="44780" y="774522"/>
                </a:lnTo>
                <a:lnTo>
                  <a:pt x="81419" y="774522"/>
                </a:lnTo>
                <a:lnTo>
                  <a:pt x="81419" y="747255"/>
                </a:lnTo>
                <a:lnTo>
                  <a:pt x="44780" y="747255"/>
                </a:lnTo>
                <a:lnTo>
                  <a:pt x="44780" y="730897"/>
                </a:lnTo>
                <a:lnTo>
                  <a:pt x="81419" y="730897"/>
                </a:lnTo>
                <a:lnTo>
                  <a:pt x="81419" y="703630"/>
                </a:lnTo>
                <a:lnTo>
                  <a:pt x="44780" y="703630"/>
                </a:lnTo>
                <a:lnTo>
                  <a:pt x="44780" y="687273"/>
                </a:lnTo>
                <a:lnTo>
                  <a:pt x="81419" y="687273"/>
                </a:lnTo>
                <a:lnTo>
                  <a:pt x="81419" y="660019"/>
                </a:lnTo>
                <a:lnTo>
                  <a:pt x="44780" y="660019"/>
                </a:lnTo>
                <a:lnTo>
                  <a:pt x="44780" y="643661"/>
                </a:lnTo>
                <a:lnTo>
                  <a:pt x="81419" y="643661"/>
                </a:lnTo>
                <a:lnTo>
                  <a:pt x="81419" y="616394"/>
                </a:lnTo>
                <a:lnTo>
                  <a:pt x="44780" y="616394"/>
                </a:lnTo>
                <a:lnTo>
                  <a:pt x="44780" y="600049"/>
                </a:lnTo>
                <a:lnTo>
                  <a:pt x="81419" y="600049"/>
                </a:lnTo>
                <a:lnTo>
                  <a:pt x="81419" y="572782"/>
                </a:lnTo>
                <a:lnTo>
                  <a:pt x="44780" y="572782"/>
                </a:lnTo>
                <a:lnTo>
                  <a:pt x="44780" y="556425"/>
                </a:lnTo>
                <a:lnTo>
                  <a:pt x="81419" y="556425"/>
                </a:lnTo>
                <a:lnTo>
                  <a:pt x="81419" y="529170"/>
                </a:lnTo>
                <a:lnTo>
                  <a:pt x="44780" y="529170"/>
                </a:lnTo>
                <a:lnTo>
                  <a:pt x="44780" y="512813"/>
                </a:lnTo>
                <a:lnTo>
                  <a:pt x="81419" y="512813"/>
                </a:lnTo>
                <a:lnTo>
                  <a:pt x="81419" y="485546"/>
                </a:lnTo>
                <a:lnTo>
                  <a:pt x="44780" y="485546"/>
                </a:lnTo>
                <a:lnTo>
                  <a:pt x="44780" y="469188"/>
                </a:lnTo>
                <a:lnTo>
                  <a:pt x="81419" y="469188"/>
                </a:lnTo>
                <a:lnTo>
                  <a:pt x="81419" y="441921"/>
                </a:lnTo>
                <a:lnTo>
                  <a:pt x="44780" y="441921"/>
                </a:lnTo>
                <a:lnTo>
                  <a:pt x="44780" y="425577"/>
                </a:lnTo>
                <a:lnTo>
                  <a:pt x="81419" y="425577"/>
                </a:lnTo>
                <a:lnTo>
                  <a:pt x="81419" y="398310"/>
                </a:lnTo>
                <a:lnTo>
                  <a:pt x="44780" y="398310"/>
                </a:lnTo>
                <a:lnTo>
                  <a:pt x="44780" y="381952"/>
                </a:lnTo>
                <a:lnTo>
                  <a:pt x="81419" y="381952"/>
                </a:lnTo>
                <a:lnTo>
                  <a:pt x="81419" y="354685"/>
                </a:lnTo>
                <a:lnTo>
                  <a:pt x="44780" y="354685"/>
                </a:lnTo>
                <a:lnTo>
                  <a:pt x="44780" y="338340"/>
                </a:lnTo>
                <a:lnTo>
                  <a:pt x="81419" y="338340"/>
                </a:lnTo>
                <a:lnTo>
                  <a:pt x="81419" y="311073"/>
                </a:lnTo>
                <a:lnTo>
                  <a:pt x="44780" y="311073"/>
                </a:lnTo>
                <a:lnTo>
                  <a:pt x="44780" y="294728"/>
                </a:lnTo>
                <a:lnTo>
                  <a:pt x="81419" y="294728"/>
                </a:lnTo>
                <a:lnTo>
                  <a:pt x="81419" y="267462"/>
                </a:lnTo>
                <a:lnTo>
                  <a:pt x="44780" y="267462"/>
                </a:lnTo>
                <a:lnTo>
                  <a:pt x="44780" y="251104"/>
                </a:lnTo>
                <a:lnTo>
                  <a:pt x="81419" y="251104"/>
                </a:lnTo>
                <a:lnTo>
                  <a:pt x="81419" y="223837"/>
                </a:lnTo>
                <a:lnTo>
                  <a:pt x="44780" y="223837"/>
                </a:lnTo>
                <a:lnTo>
                  <a:pt x="44780" y="207492"/>
                </a:lnTo>
                <a:lnTo>
                  <a:pt x="81419" y="207492"/>
                </a:lnTo>
                <a:lnTo>
                  <a:pt x="81419" y="180225"/>
                </a:lnTo>
                <a:lnTo>
                  <a:pt x="44780" y="180225"/>
                </a:lnTo>
                <a:lnTo>
                  <a:pt x="44780" y="163868"/>
                </a:lnTo>
                <a:lnTo>
                  <a:pt x="81419" y="163868"/>
                </a:lnTo>
                <a:lnTo>
                  <a:pt x="81419" y="136601"/>
                </a:lnTo>
                <a:lnTo>
                  <a:pt x="44780" y="136601"/>
                </a:lnTo>
                <a:lnTo>
                  <a:pt x="44780" y="120243"/>
                </a:lnTo>
                <a:lnTo>
                  <a:pt x="81419" y="120243"/>
                </a:lnTo>
                <a:lnTo>
                  <a:pt x="81419" y="92976"/>
                </a:lnTo>
                <a:lnTo>
                  <a:pt x="44780" y="92976"/>
                </a:lnTo>
                <a:lnTo>
                  <a:pt x="44780" y="76631"/>
                </a:lnTo>
                <a:lnTo>
                  <a:pt x="81419" y="76631"/>
                </a:lnTo>
                <a:lnTo>
                  <a:pt x="81419" y="49364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08" name="object 508" descr=""/>
          <p:cNvGrpSpPr/>
          <p:nvPr/>
        </p:nvGrpSpPr>
        <p:grpSpPr>
          <a:xfrm>
            <a:off x="12665185" y="3644663"/>
            <a:ext cx="1352550" cy="4777105"/>
            <a:chOff x="12665185" y="3644663"/>
            <a:chExt cx="1352550" cy="4777105"/>
          </a:xfrm>
        </p:grpSpPr>
        <p:sp>
          <p:nvSpPr>
            <p:cNvPr id="509" name="object 509" descr=""/>
            <p:cNvSpPr/>
            <p:nvPr/>
          </p:nvSpPr>
          <p:spPr>
            <a:xfrm>
              <a:off x="12665177" y="7583874"/>
              <a:ext cx="440055" cy="838200"/>
            </a:xfrm>
            <a:custGeom>
              <a:avLst/>
              <a:gdLst/>
              <a:ahLst/>
              <a:cxnLst/>
              <a:rect l="l" t="t" r="r" b="b"/>
              <a:pathLst>
                <a:path w="440055" h="838200">
                  <a:moveTo>
                    <a:pt x="407073" y="785114"/>
                  </a:moveTo>
                  <a:lnTo>
                    <a:pt x="0" y="785114"/>
                  </a:lnTo>
                  <a:lnTo>
                    <a:pt x="0" y="837692"/>
                  </a:lnTo>
                  <a:lnTo>
                    <a:pt x="407073" y="837692"/>
                  </a:lnTo>
                  <a:lnTo>
                    <a:pt x="407073" y="785114"/>
                  </a:lnTo>
                  <a:close/>
                </a:path>
                <a:path w="440055" h="838200">
                  <a:moveTo>
                    <a:pt x="439635" y="741502"/>
                  </a:moveTo>
                  <a:lnTo>
                    <a:pt x="423354" y="741502"/>
                  </a:lnTo>
                  <a:lnTo>
                    <a:pt x="423354" y="757859"/>
                  </a:lnTo>
                  <a:lnTo>
                    <a:pt x="439635" y="757859"/>
                  </a:lnTo>
                  <a:lnTo>
                    <a:pt x="439635" y="741502"/>
                  </a:lnTo>
                  <a:close/>
                </a:path>
                <a:path w="440055" h="838200">
                  <a:moveTo>
                    <a:pt x="439635" y="697877"/>
                  </a:moveTo>
                  <a:lnTo>
                    <a:pt x="423354" y="697877"/>
                  </a:lnTo>
                  <a:lnTo>
                    <a:pt x="423354" y="714235"/>
                  </a:lnTo>
                  <a:lnTo>
                    <a:pt x="439635" y="714235"/>
                  </a:lnTo>
                  <a:lnTo>
                    <a:pt x="439635" y="697877"/>
                  </a:lnTo>
                  <a:close/>
                </a:path>
                <a:path w="440055" h="838200">
                  <a:moveTo>
                    <a:pt x="439635" y="654265"/>
                  </a:moveTo>
                  <a:lnTo>
                    <a:pt x="423354" y="654265"/>
                  </a:lnTo>
                  <a:lnTo>
                    <a:pt x="423354" y="670623"/>
                  </a:lnTo>
                  <a:lnTo>
                    <a:pt x="439635" y="670623"/>
                  </a:lnTo>
                  <a:lnTo>
                    <a:pt x="439635" y="654265"/>
                  </a:lnTo>
                  <a:close/>
                </a:path>
                <a:path w="440055" h="838200">
                  <a:moveTo>
                    <a:pt x="439635" y="610641"/>
                  </a:moveTo>
                  <a:lnTo>
                    <a:pt x="423354" y="610641"/>
                  </a:lnTo>
                  <a:lnTo>
                    <a:pt x="423354" y="626999"/>
                  </a:lnTo>
                  <a:lnTo>
                    <a:pt x="439635" y="626999"/>
                  </a:lnTo>
                  <a:lnTo>
                    <a:pt x="439635" y="610641"/>
                  </a:lnTo>
                  <a:close/>
                </a:path>
                <a:path w="440055" h="838200">
                  <a:moveTo>
                    <a:pt x="439635" y="567029"/>
                  </a:moveTo>
                  <a:lnTo>
                    <a:pt x="423354" y="567029"/>
                  </a:lnTo>
                  <a:lnTo>
                    <a:pt x="423354" y="583374"/>
                  </a:lnTo>
                  <a:lnTo>
                    <a:pt x="439635" y="583374"/>
                  </a:lnTo>
                  <a:lnTo>
                    <a:pt x="439635" y="567029"/>
                  </a:lnTo>
                  <a:close/>
                </a:path>
                <a:path w="440055" h="838200">
                  <a:moveTo>
                    <a:pt x="439635" y="523417"/>
                  </a:moveTo>
                  <a:lnTo>
                    <a:pt x="423354" y="523417"/>
                  </a:lnTo>
                  <a:lnTo>
                    <a:pt x="423354" y="539762"/>
                  </a:lnTo>
                  <a:lnTo>
                    <a:pt x="439635" y="539762"/>
                  </a:lnTo>
                  <a:lnTo>
                    <a:pt x="439635" y="523417"/>
                  </a:lnTo>
                  <a:close/>
                </a:path>
                <a:path w="440055" h="838200">
                  <a:moveTo>
                    <a:pt x="439635" y="479793"/>
                  </a:moveTo>
                  <a:lnTo>
                    <a:pt x="423354" y="479793"/>
                  </a:lnTo>
                  <a:lnTo>
                    <a:pt x="423354" y="496150"/>
                  </a:lnTo>
                  <a:lnTo>
                    <a:pt x="439635" y="496150"/>
                  </a:lnTo>
                  <a:lnTo>
                    <a:pt x="439635" y="479793"/>
                  </a:lnTo>
                  <a:close/>
                </a:path>
                <a:path w="440055" h="838200">
                  <a:moveTo>
                    <a:pt x="439635" y="436168"/>
                  </a:moveTo>
                  <a:lnTo>
                    <a:pt x="423354" y="436168"/>
                  </a:lnTo>
                  <a:lnTo>
                    <a:pt x="423354" y="452526"/>
                  </a:lnTo>
                  <a:lnTo>
                    <a:pt x="439635" y="452526"/>
                  </a:lnTo>
                  <a:lnTo>
                    <a:pt x="439635" y="436168"/>
                  </a:lnTo>
                  <a:close/>
                </a:path>
                <a:path w="440055" h="838200">
                  <a:moveTo>
                    <a:pt x="439635" y="392557"/>
                  </a:moveTo>
                  <a:lnTo>
                    <a:pt x="423354" y="392557"/>
                  </a:lnTo>
                  <a:lnTo>
                    <a:pt x="423354" y="408914"/>
                  </a:lnTo>
                  <a:lnTo>
                    <a:pt x="439635" y="408914"/>
                  </a:lnTo>
                  <a:lnTo>
                    <a:pt x="439635" y="392557"/>
                  </a:lnTo>
                  <a:close/>
                </a:path>
                <a:path w="440055" h="838200">
                  <a:moveTo>
                    <a:pt x="439635" y="348932"/>
                  </a:moveTo>
                  <a:lnTo>
                    <a:pt x="423354" y="348932"/>
                  </a:lnTo>
                  <a:lnTo>
                    <a:pt x="423354" y="365290"/>
                  </a:lnTo>
                  <a:lnTo>
                    <a:pt x="439635" y="365290"/>
                  </a:lnTo>
                  <a:lnTo>
                    <a:pt x="439635" y="348932"/>
                  </a:lnTo>
                  <a:close/>
                </a:path>
                <a:path w="440055" h="838200">
                  <a:moveTo>
                    <a:pt x="439635" y="305320"/>
                  </a:moveTo>
                  <a:lnTo>
                    <a:pt x="423354" y="305320"/>
                  </a:lnTo>
                  <a:lnTo>
                    <a:pt x="423354" y="321678"/>
                  </a:lnTo>
                  <a:lnTo>
                    <a:pt x="439635" y="321678"/>
                  </a:lnTo>
                  <a:lnTo>
                    <a:pt x="439635" y="305320"/>
                  </a:lnTo>
                  <a:close/>
                </a:path>
                <a:path w="440055" h="838200">
                  <a:moveTo>
                    <a:pt x="439635" y="261708"/>
                  </a:moveTo>
                  <a:lnTo>
                    <a:pt x="423354" y="261708"/>
                  </a:lnTo>
                  <a:lnTo>
                    <a:pt x="423354" y="278053"/>
                  </a:lnTo>
                  <a:lnTo>
                    <a:pt x="439635" y="278053"/>
                  </a:lnTo>
                  <a:lnTo>
                    <a:pt x="439635" y="261708"/>
                  </a:lnTo>
                  <a:close/>
                </a:path>
                <a:path w="440055" h="838200">
                  <a:moveTo>
                    <a:pt x="439635" y="218084"/>
                  </a:moveTo>
                  <a:lnTo>
                    <a:pt x="423354" y="218084"/>
                  </a:lnTo>
                  <a:lnTo>
                    <a:pt x="423354" y="234442"/>
                  </a:lnTo>
                  <a:lnTo>
                    <a:pt x="439635" y="234442"/>
                  </a:lnTo>
                  <a:lnTo>
                    <a:pt x="439635" y="218084"/>
                  </a:lnTo>
                  <a:close/>
                </a:path>
                <a:path w="440055" h="838200">
                  <a:moveTo>
                    <a:pt x="439635" y="174472"/>
                  </a:moveTo>
                  <a:lnTo>
                    <a:pt x="423354" y="174472"/>
                  </a:lnTo>
                  <a:lnTo>
                    <a:pt x="423354" y="190830"/>
                  </a:lnTo>
                  <a:lnTo>
                    <a:pt x="439635" y="190830"/>
                  </a:lnTo>
                  <a:lnTo>
                    <a:pt x="439635" y="174472"/>
                  </a:lnTo>
                  <a:close/>
                </a:path>
                <a:path w="440055" h="838200">
                  <a:moveTo>
                    <a:pt x="439635" y="130848"/>
                  </a:moveTo>
                  <a:lnTo>
                    <a:pt x="423354" y="130848"/>
                  </a:lnTo>
                  <a:lnTo>
                    <a:pt x="423354" y="147205"/>
                  </a:lnTo>
                  <a:lnTo>
                    <a:pt x="439635" y="147205"/>
                  </a:lnTo>
                  <a:lnTo>
                    <a:pt x="439635" y="130848"/>
                  </a:lnTo>
                  <a:close/>
                </a:path>
                <a:path w="440055" h="838200">
                  <a:moveTo>
                    <a:pt x="439635" y="87223"/>
                  </a:moveTo>
                  <a:lnTo>
                    <a:pt x="423354" y="87223"/>
                  </a:lnTo>
                  <a:lnTo>
                    <a:pt x="423354" y="103581"/>
                  </a:lnTo>
                  <a:lnTo>
                    <a:pt x="439635" y="103581"/>
                  </a:lnTo>
                  <a:lnTo>
                    <a:pt x="439635" y="87223"/>
                  </a:lnTo>
                  <a:close/>
                </a:path>
                <a:path w="440055" h="838200">
                  <a:moveTo>
                    <a:pt x="439635" y="43611"/>
                  </a:moveTo>
                  <a:lnTo>
                    <a:pt x="423354" y="43611"/>
                  </a:lnTo>
                  <a:lnTo>
                    <a:pt x="423354" y="59969"/>
                  </a:lnTo>
                  <a:lnTo>
                    <a:pt x="439635" y="59969"/>
                  </a:lnTo>
                  <a:lnTo>
                    <a:pt x="439635" y="43611"/>
                  </a:lnTo>
                  <a:close/>
                </a:path>
                <a:path w="440055" h="838200">
                  <a:moveTo>
                    <a:pt x="439635" y="0"/>
                  </a:moveTo>
                  <a:lnTo>
                    <a:pt x="423354" y="0"/>
                  </a:lnTo>
                  <a:lnTo>
                    <a:pt x="423354" y="16344"/>
                  </a:lnTo>
                  <a:lnTo>
                    <a:pt x="439635" y="16344"/>
                  </a:lnTo>
                  <a:lnTo>
                    <a:pt x="439635" y="0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" name="object 510" descr=""/>
            <p:cNvSpPr/>
            <p:nvPr/>
          </p:nvSpPr>
          <p:spPr>
            <a:xfrm>
              <a:off x="12714097" y="8368988"/>
              <a:ext cx="313690" cy="52705"/>
            </a:xfrm>
            <a:custGeom>
              <a:avLst/>
              <a:gdLst/>
              <a:ahLst/>
              <a:cxnLst/>
              <a:rect l="l" t="t" r="r" b="b"/>
              <a:pathLst>
                <a:path w="313690" h="52704">
                  <a:moveTo>
                    <a:pt x="4000" y="0"/>
                  </a:moveTo>
                  <a:lnTo>
                    <a:pt x="0" y="0"/>
                  </a:lnTo>
                  <a:lnTo>
                    <a:pt x="0" y="52578"/>
                  </a:lnTo>
                  <a:lnTo>
                    <a:pt x="4000" y="52578"/>
                  </a:lnTo>
                  <a:lnTo>
                    <a:pt x="4000" y="0"/>
                  </a:lnTo>
                  <a:close/>
                </a:path>
                <a:path w="313690" h="52704">
                  <a:moveTo>
                    <a:pt x="60921" y="0"/>
                  </a:moveTo>
                  <a:lnTo>
                    <a:pt x="56921" y="0"/>
                  </a:lnTo>
                  <a:lnTo>
                    <a:pt x="56921" y="52578"/>
                  </a:lnTo>
                  <a:lnTo>
                    <a:pt x="60921" y="52578"/>
                  </a:lnTo>
                  <a:lnTo>
                    <a:pt x="60921" y="0"/>
                  </a:lnTo>
                  <a:close/>
                </a:path>
                <a:path w="313690" h="52704">
                  <a:moveTo>
                    <a:pt x="113842" y="0"/>
                  </a:moveTo>
                  <a:lnTo>
                    <a:pt x="109842" y="0"/>
                  </a:lnTo>
                  <a:lnTo>
                    <a:pt x="109842" y="52578"/>
                  </a:lnTo>
                  <a:lnTo>
                    <a:pt x="113842" y="52578"/>
                  </a:lnTo>
                  <a:lnTo>
                    <a:pt x="113842" y="0"/>
                  </a:lnTo>
                  <a:close/>
                </a:path>
                <a:path w="313690" h="52704">
                  <a:moveTo>
                    <a:pt x="166839" y="0"/>
                  </a:moveTo>
                  <a:lnTo>
                    <a:pt x="162839" y="0"/>
                  </a:lnTo>
                  <a:lnTo>
                    <a:pt x="162839" y="52578"/>
                  </a:lnTo>
                  <a:lnTo>
                    <a:pt x="166839" y="52578"/>
                  </a:lnTo>
                  <a:lnTo>
                    <a:pt x="166839" y="0"/>
                  </a:lnTo>
                  <a:close/>
                </a:path>
                <a:path w="313690" h="52704">
                  <a:moveTo>
                    <a:pt x="215671" y="0"/>
                  </a:moveTo>
                  <a:lnTo>
                    <a:pt x="211683" y="0"/>
                  </a:lnTo>
                  <a:lnTo>
                    <a:pt x="211683" y="52578"/>
                  </a:lnTo>
                  <a:lnTo>
                    <a:pt x="215671" y="52578"/>
                  </a:lnTo>
                  <a:lnTo>
                    <a:pt x="215671" y="0"/>
                  </a:lnTo>
                  <a:close/>
                </a:path>
                <a:path w="313690" h="52704">
                  <a:moveTo>
                    <a:pt x="264515" y="0"/>
                  </a:moveTo>
                  <a:lnTo>
                    <a:pt x="260527" y="0"/>
                  </a:lnTo>
                  <a:lnTo>
                    <a:pt x="260527" y="52578"/>
                  </a:lnTo>
                  <a:lnTo>
                    <a:pt x="264515" y="52578"/>
                  </a:lnTo>
                  <a:lnTo>
                    <a:pt x="264515" y="0"/>
                  </a:lnTo>
                  <a:close/>
                </a:path>
                <a:path w="313690" h="52704">
                  <a:moveTo>
                    <a:pt x="313296" y="0"/>
                  </a:moveTo>
                  <a:lnTo>
                    <a:pt x="309295" y="0"/>
                  </a:lnTo>
                  <a:lnTo>
                    <a:pt x="309295" y="52578"/>
                  </a:lnTo>
                  <a:lnTo>
                    <a:pt x="313296" y="52578"/>
                  </a:lnTo>
                  <a:lnTo>
                    <a:pt x="313296" y="0"/>
                  </a:lnTo>
                  <a:close/>
                </a:path>
              </a:pathLst>
            </a:custGeom>
            <a:solidFill>
              <a:srgbClr val="CDEBE6">
                <a:alpha val="3135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" name="object 511" descr=""/>
            <p:cNvSpPr/>
            <p:nvPr/>
          </p:nvSpPr>
          <p:spPr>
            <a:xfrm>
              <a:off x="12665185" y="8368981"/>
              <a:ext cx="407670" cy="24765"/>
            </a:xfrm>
            <a:custGeom>
              <a:avLst/>
              <a:gdLst/>
              <a:ahLst/>
              <a:cxnLst/>
              <a:rect l="l" t="t" r="r" b="b"/>
              <a:pathLst>
                <a:path w="407669" h="24765">
                  <a:moveTo>
                    <a:pt x="407076" y="0"/>
                  </a:moveTo>
                  <a:lnTo>
                    <a:pt x="0" y="0"/>
                  </a:lnTo>
                  <a:lnTo>
                    <a:pt x="0" y="24428"/>
                  </a:lnTo>
                  <a:lnTo>
                    <a:pt x="407076" y="24428"/>
                  </a:lnTo>
                  <a:lnTo>
                    <a:pt x="407076" y="0"/>
                  </a:lnTo>
                  <a:close/>
                </a:path>
              </a:pathLst>
            </a:custGeom>
            <a:solidFill>
              <a:srgbClr val="CDEBE6">
                <a:alpha val="767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" name="object 512" descr=""/>
            <p:cNvSpPr/>
            <p:nvPr/>
          </p:nvSpPr>
          <p:spPr>
            <a:xfrm>
              <a:off x="13091262" y="3914019"/>
              <a:ext cx="926465" cy="4507865"/>
            </a:xfrm>
            <a:custGeom>
              <a:avLst/>
              <a:gdLst/>
              <a:ahLst/>
              <a:cxnLst/>
              <a:rect l="l" t="t" r="r" b="b"/>
              <a:pathLst>
                <a:path w="926465" h="4507865">
                  <a:moveTo>
                    <a:pt x="925880" y="2279104"/>
                  </a:moveTo>
                  <a:lnTo>
                    <a:pt x="925766" y="2177834"/>
                  </a:lnTo>
                  <a:lnTo>
                    <a:pt x="925195" y="2076577"/>
                  </a:lnTo>
                  <a:lnTo>
                    <a:pt x="925118" y="2070277"/>
                  </a:lnTo>
                  <a:lnTo>
                    <a:pt x="924166" y="1975319"/>
                  </a:lnTo>
                  <a:lnTo>
                    <a:pt x="922680" y="1874050"/>
                  </a:lnTo>
                  <a:lnTo>
                    <a:pt x="922566" y="1868360"/>
                  </a:lnTo>
                  <a:lnTo>
                    <a:pt x="920737" y="1772793"/>
                  </a:lnTo>
                  <a:lnTo>
                    <a:pt x="920610" y="1767560"/>
                  </a:lnTo>
                  <a:lnTo>
                    <a:pt x="920610" y="1767408"/>
                  </a:lnTo>
                  <a:lnTo>
                    <a:pt x="920521" y="1764220"/>
                  </a:lnTo>
                  <a:lnTo>
                    <a:pt x="918337" y="1671523"/>
                  </a:lnTo>
                  <a:lnTo>
                    <a:pt x="918210" y="1667294"/>
                  </a:lnTo>
                  <a:lnTo>
                    <a:pt x="918197" y="1666443"/>
                  </a:lnTo>
                  <a:lnTo>
                    <a:pt x="917702" y="1649196"/>
                  </a:lnTo>
                  <a:lnTo>
                    <a:pt x="915479" y="1570253"/>
                  </a:lnTo>
                  <a:lnTo>
                    <a:pt x="915352" y="1566392"/>
                  </a:lnTo>
                  <a:lnTo>
                    <a:pt x="915327" y="1565478"/>
                  </a:lnTo>
                  <a:lnTo>
                    <a:pt x="914031" y="1526032"/>
                  </a:lnTo>
                  <a:lnTo>
                    <a:pt x="912164" y="1468983"/>
                  </a:lnTo>
                  <a:lnTo>
                    <a:pt x="912114" y="1467713"/>
                  </a:lnTo>
                  <a:lnTo>
                    <a:pt x="912012" y="1464513"/>
                  </a:lnTo>
                  <a:lnTo>
                    <a:pt x="908392" y="1367713"/>
                  </a:lnTo>
                  <a:lnTo>
                    <a:pt x="908240" y="1363548"/>
                  </a:lnTo>
                  <a:lnTo>
                    <a:pt x="904163" y="1266431"/>
                  </a:lnTo>
                  <a:lnTo>
                    <a:pt x="904011" y="1262570"/>
                  </a:lnTo>
                  <a:lnTo>
                    <a:pt x="899325" y="1161592"/>
                  </a:lnTo>
                  <a:lnTo>
                    <a:pt x="894194" y="1060615"/>
                  </a:lnTo>
                  <a:lnTo>
                    <a:pt x="888593" y="959624"/>
                  </a:lnTo>
                  <a:lnTo>
                    <a:pt x="882561" y="858634"/>
                  </a:lnTo>
                  <a:lnTo>
                    <a:pt x="876058" y="757643"/>
                  </a:lnTo>
                  <a:lnTo>
                    <a:pt x="869099" y="656640"/>
                  </a:lnTo>
                  <a:lnTo>
                    <a:pt x="861695" y="555637"/>
                  </a:lnTo>
                  <a:lnTo>
                    <a:pt x="853833" y="454634"/>
                  </a:lnTo>
                  <a:lnTo>
                    <a:pt x="845527" y="353606"/>
                  </a:lnTo>
                  <a:lnTo>
                    <a:pt x="836752" y="252590"/>
                  </a:lnTo>
                  <a:lnTo>
                    <a:pt x="827532" y="151561"/>
                  </a:lnTo>
                  <a:lnTo>
                    <a:pt x="817854" y="50520"/>
                  </a:lnTo>
                  <a:lnTo>
                    <a:pt x="812838" y="0"/>
                  </a:lnTo>
                  <a:lnTo>
                    <a:pt x="113182" y="0"/>
                  </a:lnTo>
                  <a:lnTo>
                    <a:pt x="101041" y="124739"/>
                  </a:lnTo>
                  <a:lnTo>
                    <a:pt x="101041" y="124929"/>
                  </a:lnTo>
                  <a:lnTo>
                    <a:pt x="92011" y="222440"/>
                  </a:lnTo>
                  <a:lnTo>
                    <a:pt x="83400" y="320040"/>
                  </a:lnTo>
                  <a:lnTo>
                    <a:pt x="71272" y="466445"/>
                  </a:lnTo>
                  <a:lnTo>
                    <a:pt x="60071" y="612851"/>
                  </a:lnTo>
                  <a:lnTo>
                    <a:pt x="52463" y="720013"/>
                  </a:lnTo>
                  <a:lnTo>
                    <a:pt x="45453" y="827049"/>
                  </a:lnTo>
                  <a:lnTo>
                    <a:pt x="39903" y="915543"/>
                  </a:lnTo>
                  <a:lnTo>
                    <a:pt x="34137" y="1016800"/>
                  </a:lnTo>
                  <a:lnTo>
                    <a:pt x="28841" y="1117955"/>
                  </a:lnTo>
                  <a:lnTo>
                    <a:pt x="22148" y="1258570"/>
                  </a:lnTo>
                  <a:lnTo>
                    <a:pt x="15163" y="1430959"/>
                  </a:lnTo>
                  <a:lnTo>
                    <a:pt x="11404" y="1539265"/>
                  </a:lnTo>
                  <a:lnTo>
                    <a:pt x="8280" y="1647571"/>
                  </a:lnTo>
                  <a:lnTo>
                    <a:pt x="4229" y="1815071"/>
                  </a:lnTo>
                  <a:lnTo>
                    <a:pt x="2628" y="1902650"/>
                  </a:lnTo>
                  <a:lnTo>
                    <a:pt x="1358" y="2002269"/>
                  </a:lnTo>
                  <a:lnTo>
                    <a:pt x="546" y="2101900"/>
                  </a:lnTo>
                  <a:lnTo>
                    <a:pt x="0" y="2263254"/>
                  </a:lnTo>
                  <a:lnTo>
                    <a:pt x="317" y="2376055"/>
                  </a:lnTo>
                  <a:lnTo>
                    <a:pt x="1066" y="2478138"/>
                  </a:lnTo>
                  <a:lnTo>
                    <a:pt x="2336" y="2580233"/>
                  </a:lnTo>
                  <a:lnTo>
                    <a:pt x="5461" y="2753639"/>
                  </a:lnTo>
                  <a:lnTo>
                    <a:pt x="7150" y="2824988"/>
                  </a:lnTo>
                  <a:lnTo>
                    <a:pt x="11582" y="2975546"/>
                  </a:lnTo>
                  <a:lnTo>
                    <a:pt x="16916" y="3126079"/>
                  </a:lnTo>
                  <a:lnTo>
                    <a:pt x="22694" y="3261995"/>
                  </a:lnTo>
                  <a:lnTo>
                    <a:pt x="28536" y="3385693"/>
                  </a:lnTo>
                  <a:lnTo>
                    <a:pt x="33528" y="3480828"/>
                  </a:lnTo>
                  <a:lnTo>
                    <a:pt x="39027" y="3575964"/>
                  </a:lnTo>
                  <a:lnTo>
                    <a:pt x="46012" y="3690797"/>
                  </a:lnTo>
                  <a:lnTo>
                    <a:pt x="54800" y="3821417"/>
                  </a:lnTo>
                  <a:lnTo>
                    <a:pt x="62623" y="3929583"/>
                  </a:lnTo>
                  <a:lnTo>
                    <a:pt x="75971" y="4100461"/>
                  </a:lnTo>
                  <a:lnTo>
                    <a:pt x="86296" y="4221492"/>
                  </a:lnTo>
                  <a:lnTo>
                    <a:pt x="95300" y="4321568"/>
                  </a:lnTo>
                  <a:lnTo>
                    <a:pt x="113207" y="4507509"/>
                  </a:lnTo>
                  <a:lnTo>
                    <a:pt x="691438" y="4507509"/>
                  </a:lnTo>
                  <a:lnTo>
                    <a:pt x="812838" y="4507522"/>
                  </a:lnTo>
                  <a:lnTo>
                    <a:pt x="822896" y="4404779"/>
                  </a:lnTo>
                  <a:lnTo>
                    <a:pt x="832497" y="4302049"/>
                  </a:lnTo>
                  <a:lnTo>
                    <a:pt x="841629" y="4199305"/>
                  </a:lnTo>
                  <a:lnTo>
                    <a:pt x="850303" y="4096575"/>
                  </a:lnTo>
                  <a:lnTo>
                    <a:pt x="858507" y="3993832"/>
                  </a:lnTo>
                  <a:lnTo>
                    <a:pt x="866228" y="3891102"/>
                  </a:lnTo>
                  <a:lnTo>
                    <a:pt x="873480" y="3788359"/>
                  </a:lnTo>
                  <a:lnTo>
                    <a:pt x="880237" y="3685629"/>
                  </a:lnTo>
                  <a:lnTo>
                    <a:pt x="885748" y="3595636"/>
                  </a:lnTo>
                  <a:lnTo>
                    <a:pt x="886434" y="3584651"/>
                  </a:lnTo>
                  <a:lnTo>
                    <a:pt x="892200" y="3483686"/>
                  </a:lnTo>
                  <a:lnTo>
                    <a:pt x="896950" y="3393059"/>
                  </a:lnTo>
                  <a:lnTo>
                    <a:pt x="897496" y="3382708"/>
                  </a:lnTo>
                  <a:lnTo>
                    <a:pt x="900976" y="3309924"/>
                  </a:lnTo>
                  <a:lnTo>
                    <a:pt x="901865" y="3291776"/>
                  </a:lnTo>
                  <a:lnTo>
                    <a:pt x="901992" y="3288893"/>
                  </a:lnTo>
                  <a:lnTo>
                    <a:pt x="902335" y="3281743"/>
                  </a:lnTo>
                  <a:lnTo>
                    <a:pt x="904252" y="3237420"/>
                  </a:lnTo>
                  <a:lnTo>
                    <a:pt x="906335" y="3190494"/>
                  </a:lnTo>
                  <a:lnTo>
                    <a:pt x="906614" y="3183382"/>
                  </a:lnTo>
                  <a:lnTo>
                    <a:pt x="906729" y="3180791"/>
                  </a:lnTo>
                  <a:lnTo>
                    <a:pt x="907516" y="3160382"/>
                  </a:lnTo>
                  <a:lnTo>
                    <a:pt x="910336" y="3089224"/>
                  </a:lnTo>
                  <a:lnTo>
                    <a:pt x="910640" y="3080181"/>
                  </a:lnTo>
                  <a:lnTo>
                    <a:pt x="910666" y="3079826"/>
                  </a:lnTo>
                  <a:lnTo>
                    <a:pt x="910780" y="3076333"/>
                  </a:lnTo>
                  <a:lnTo>
                    <a:pt x="913879" y="2987954"/>
                  </a:lnTo>
                  <a:lnTo>
                    <a:pt x="914133" y="2979534"/>
                  </a:lnTo>
                  <a:lnTo>
                    <a:pt x="914158" y="2978874"/>
                  </a:lnTo>
                  <a:lnTo>
                    <a:pt x="914349" y="2972358"/>
                  </a:lnTo>
                  <a:lnTo>
                    <a:pt x="916965" y="2886684"/>
                  </a:lnTo>
                  <a:lnTo>
                    <a:pt x="917181" y="2878112"/>
                  </a:lnTo>
                  <a:lnTo>
                    <a:pt x="917194" y="2877909"/>
                  </a:lnTo>
                  <a:lnTo>
                    <a:pt x="917232" y="2876042"/>
                  </a:lnTo>
                  <a:lnTo>
                    <a:pt x="919594" y="2785414"/>
                  </a:lnTo>
                  <a:lnTo>
                    <a:pt x="919772" y="2776956"/>
                  </a:lnTo>
                  <a:lnTo>
                    <a:pt x="921766" y="2684145"/>
                  </a:lnTo>
                  <a:lnTo>
                    <a:pt x="921893" y="2676004"/>
                  </a:lnTo>
                  <a:lnTo>
                    <a:pt x="923480" y="2582888"/>
                  </a:lnTo>
                  <a:lnTo>
                    <a:pt x="923569" y="2575052"/>
                  </a:lnTo>
                  <a:lnTo>
                    <a:pt x="924737" y="2481618"/>
                  </a:lnTo>
                  <a:lnTo>
                    <a:pt x="924788" y="2474099"/>
                  </a:lnTo>
                  <a:lnTo>
                    <a:pt x="925537" y="2380361"/>
                  </a:lnTo>
                  <a:lnTo>
                    <a:pt x="925550" y="2373147"/>
                  </a:lnTo>
                  <a:lnTo>
                    <a:pt x="925880" y="2279104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" name="object 513" descr=""/>
            <p:cNvSpPr/>
            <p:nvPr/>
          </p:nvSpPr>
          <p:spPr>
            <a:xfrm>
              <a:off x="13264515" y="3971575"/>
              <a:ext cx="680720" cy="4347845"/>
            </a:xfrm>
            <a:custGeom>
              <a:avLst/>
              <a:gdLst/>
              <a:ahLst/>
              <a:cxnLst/>
              <a:rect l="l" t="t" r="r" b="b"/>
              <a:pathLst>
                <a:path w="680719" h="4347845">
                  <a:moveTo>
                    <a:pt x="669302" y="2929458"/>
                  </a:moveTo>
                  <a:lnTo>
                    <a:pt x="290283" y="2929458"/>
                  </a:lnTo>
                  <a:lnTo>
                    <a:pt x="317220" y="3081388"/>
                  </a:lnTo>
                  <a:lnTo>
                    <a:pt x="345008" y="3233255"/>
                  </a:lnTo>
                  <a:lnTo>
                    <a:pt x="373583" y="3385083"/>
                  </a:lnTo>
                  <a:lnTo>
                    <a:pt x="402894" y="3536899"/>
                  </a:lnTo>
                  <a:lnTo>
                    <a:pt x="443026" y="3739337"/>
                  </a:lnTo>
                  <a:lnTo>
                    <a:pt x="484251" y="3941864"/>
                  </a:lnTo>
                  <a:lnTo>
                    <a:pt x="537121" y="4195229"/>
                  </a:lnTo>
                  <a:lnTo>
                    <a:pt x="569468" y="4347400"/>
                  </a:lnTo>
                  <a:lnTo>
                    <a:pt x="587260" y="4347400"/>
                  </a:lnTo>
                  <a:lnTo>
                    <a:pt x="599859" y="4195432"/>
                  </a:lnTo>
                  <a:lnTo>
                    <a:pt x="611543" y="4043464"/>
                  </a:lnTo>
                  <a:lnTo>
                    <a:pt x="622325" y="3891508"/>
                  </a:lnTo>
                  <a:lnTo>
                    <a:pt x="632180" y="3739565"/>
                  </a:lnTo>
                  <a:lnTo>
                    <a:pt x="641134" y="3587623"/>
                  </a:lnTo>
                  <a:lnTo>
                    <a:pt x="649160" y="3435705"/>
                  </a:lnTo>
                  <a:lnTo>
                    <a:pt x="656285" y="3283801"/>
                  </a:lnTo>
                  <a:lnTo>
                    <a:pt x="662470" y="3131921"/>
                  </a:lnTo>
                  <a:lnTo>
                    <a:pt x="667753" y="2980067"/>
                  </a:lnTo>
                  <a:lnTo>
                    <a:pt x="669302" y="2929458"/>
                  </a:lnTo>
                  <a:close/>
                </a:path>
                <a:path w="680719" h="4347845">
                  <a:moveTo>
                    <a:pt x="680542" y="2170633"/>
                  </a:moveTo>
                  <a:lnTo>
                    <a:pt x="680085" y="2019236"/>
                  </a:lnTo>
                  <a:lnTo>
                    <a:pt x="678726" y="1867827"/>
                  </a:lnTo>
                  <a:lnTo>
                    <a:pt x="676452" y="1716417"/>
                  </a:lnTo>
                  <a:lnTo>
                    <a:pt x="673265" y="1565008"/>
                  </a:lnTo>
                  <a:lnTo>
                    <a:pt x="669188" y="1413598"/>
                  </a:lnTo>
                  <a:lnTo>
                    <a:pt x="664184" y="1262176"/>
                  </a:lnTo>
                  <a:lnTo>
                    <a:pt x="658291" y="1110754"/>
                  </a:lnTo>
                  <a:lnTo>
                    <a:pt x="651484" y="959319"/>
                  </a:lnTo>
                  <a:lnTo>
                    <a:pt x="643763" y="807872"/>
                  </a:lnTo>
                  <a:lnTo>
                    <a:pt x="635139" y="656424"/>
                  </a:lnTo>
                  <a:lnTo>
                    <a:pt x="625602" y="504964"/>
                  </a:lnTo>
                  <a:lnTo>
                    <a:pt x="615162" y="353491"/>
                  </a:lnTo>
                  <a:lnTo>
                    <a:pt x="603808" y="202006"/>
                  </a:lnTo>
                  <a:lnTo>
                    <a:pt x="591553" y="50507"/>
                  </a:lnTo>
                  <a:lnTo>
                    <a:pt x="587273" y="0"/>
                  </a:lnTo>
                  <a:lnTo>
                    <a:pt x="9829" y="0"/>
                  </a:lnTo>
                  <a:lnTo>
                    <a:pt x="6883" y="42202"/>
                  </a:lnTo>
                  <a:lnTo>
                    <a:pt x="0" y="161569"/>
                  </a:lnTo>
                  <a:lnTo>
                    <a:pt x="2413" y="264287"/>
                  </a:lnTo>
                  <a:lnTo>
                    <a:pt x="5562" y="366763"/>
                  </a:lnTo>
                  <a:lnTo>
                    <a:pt x="9423" y="469023"/>
                  </a:lnTo>
                  <a:lnTo>
                    <a:pt x="13982" y="571068"/>
                  </a:lnTo>
                  <a:lnTo>
                    <a:pt x="19227" y="672909"/>
                  </a:lnTo>
                  <a:lnTo>
                    <a:pt x="25133" y="774547"/>
                  </a:lnTo>
                  <a:lnTo>
                    <a:pt x="31711" y="875982"/>
                  </a:lnTo>
                  <a:lnTo>
                    <a:pt x="38925" y="977239"/>
                  </a:lnTo>
                  <a:lnTo>
                    <a:pt x="46786" y="1078318"/>
                  </a:lnTo>
                  <a:lnTo>
                    <a:pt x="55245" y="1179233"/>
                  </a:lnTo>
                  <a:lnTo>
                    <a:pt x="64325" y="1279969"/>
                  </a:lnTo>
                  <a:lnTo>
                    <a:pt x="73990" y="1380566"/>
                  </a:lnTo>
                  <a:lnTo>
                    <a:pt x="84239" y="1480997"/>
                  </a:lnTo>
                  <a:lnTo>
                    <a:pt x="95046" y="1581289"/>
                  </a:lnTo>
                  <a:lnTo>
                    <a:pt x="106400" y="1681454"/>
                  </a:lnTo>
                  <a:lnTo>
                    <a:pt x="118300" y="1781479"/>
                  </a:lnTo>
                  <a:lnTo>
                    <a:pt x="130721" y="1881378"/>
                  </a:lnTo>
                  <a:lnTo>
                    <a:pt x="143662" y="1981174"/>
                  </a:lnTo>
                  <a:lnTo>
                    <a:pt x="157086" y="2080856"/>
                  </a:lnTo>
                  <a:lnTo>
                    <a:pt x="171005" y="2180450"/>
                  </a:lnTo>
                  <a:lnTo>
                    <a:pt x="185394" y="2279942"/>
                  </a:lnTo>
                  <a:lnTo>
                    <a:pt x="200228" y="2379345"/>
                  </a:lnTo>
                  <a:lnTo>
                    <a:pt x="215519" y="2478671"/>
                  </a:lnTo>
                  <a:lnTo>
                    <a:pt x="231228" y="2577922"/>
                  </a:lnTo>
                  <a:lnTo>
                    <a:pt x="255587" y="2726690"/>
                  </a:lnTo>
                  <a:lnTo>
                    <a:pt x="263906" y="2776245"/>
                  </a:lnTo>
                  <a:lnTo>
                    <a:pt x="673290" y="2776245"/>
                  </a:lnTo>
                  <a:lnTo>
                    <a:pt x="676465" y="2624848"/>
                  </a:lnTo>
                  <a:lnTo>
                    <a:pt x="678726" y="2473439"/>
                  </a:lnTo>
                  <a:lnTo>
                    <a:pt x="680085" y="2322042"/>
                  </a:lnTo>
                  <a:lnTo>
                    <a:pt x="680542" y="2170633"/>
                  </a:lnTo>
                  <a:close/>
                </a:path>
              </a:pathLst>
            </a:custGeom>
            <a:solidFill>
              <a:srgbClr val="CDEBE6">
                <a:alpha val="15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" name="object 514" descr=""/>
            <p:cNvSpPr/>
            <p:nvPr/>
          </p:nvSpPr>
          <p:spPr>
            <a:xfrm>
              <a:off x="13204488" y="3644663"/>
              <a:ext cx="700405" cy="269875"/>
            </a:xfrm>
            <a:custGeom>
              <a:avLst/>
              <a:gdLst/>
              <a:ahLst/>
              <a:cxnLst/>
              <a:rect l="l" t="t" r="r" b="b"/>
              <a:pathLst>
                <a:path w="700405" h="269875">
                  <a:moveTo>
                    <a:pt x="700261" y="0"/>
                  </a:moveTo>
                  <a:lnTo>
                    <a:pt x="0" y="0"/>
                  </a:lnTo>
                  <a:lnTo>
                    <a:pt x="0" y="269342"/>
                  </a:lnTo>
                  <a:lnTo>
                    <a:pt x="700261" y="269342"/>
                  </a:lnTo>
                  <a:lnTo>
                    <a:pt x="700261" y="0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" name="object 515" descr=""/>
            <p:cNvSpPr/>
            <p:nvPr/>
          </p:nvSpPr>
          <p:spPr>
            <a:xfrm>
              <a:off x="13091427" y="4526870"/>
              <a:ext cx="650875" cy="3895090"/>
            </a:xfrm>
            <a:custGeom>
              <a:avLst/>
              <a:gdLst/>
              <a:ahLst/>
              <a:cxnLst/>
              <a:rect l="l" t="t" r="r" b="b"/>
              <a:pathLst>
                <a:path w="650875" h="3895090">
                  <a:moveTo>
                    <a:pt x="168224" y="3894658"/>
                  </a:moveTo>
                  <a:lnTo>
                    <a:pt x="146621" y="3807523"/>
                  </a:lnTo>
                  <a:lnTo>
                    <a:pt x="124231" y="3714127"/>
                  </a:lnTo>
                  <a:lnTo>
                    <a:pt x="112788" y="3665080"/>
                  </a:lnTo>
                  <a:lnTo>
                    <a:pt x="101193" y="3614483"/>
                  </a:lnTo>
                  <a:lnTo>
                    <a:pt x="89458" y="3562312"/>
                  </a:lnTo>
                  <a:lnTo>
                    <a:pt x="77622" y="3508578"/>
                  </a:lnTo>
                  <a:lnTo>
                    <a:pt x="86131" y="3608654"/>
                  </a:lnTo>
                  <a:lnTo>
                    <a:pt x="95135" y="3708730"/>
                  </a:lnTo>
                  <a:lnTo>
                    <a:pt x="104597" y="3808793"/>
                  </a:lnTo>
                  <a:lnTo>
                    <a:pt x="125818" y="3894658"/>
                  </a:lnTo>
                  <a:lnTo>
                    <a:pt x="168224" y="3894658"/>
                  </a:lnTo>
                  <a:close/>
                </a:path>
                <a:path w="650875" h="3895090">
                  <a:moveTo>
                    <a:pt x="222173" y="3894671"/>
                  </a:moveTo>
                  <a:lnTo>
                    <a:pt x="202120" y="3814572"/>
                  </a:lnTo>
                  <a:lnTo>
                    <a:pt x="181394" y="3729012"/>
                  </a:lnTo>
                  <a:lnTo>
                    <a:pt x="160070" y="3637991"/>
                  </a:lnTo>
                  <a:lnTo>
                    <a:pt x="138239" y="3541496"/>
                  </a:lnTo>
                  <a:lnTo>
                    <a:pt x="115963" y="3439503"/>
                  </a:lnTo>
                  <a:lnTo>
                    <a:pt x="93345" y="3332010"/>
                  </a:lnTo>
                  <a:lnTo>
                    <a:pt x="81927" y="3276193"/>
                  </a:lnTo>
                  <a:lnTo>
                    <a:pt x="70446" y="3218992"/>
                  </a:lnTo>
                  <a:lnTo>
                    <a:pt x="58915" y="3160407"/>
                  </a:lnTo>
                  <a:lnTo>
                    <a:pt x="47358" y="3100451"/>
                  </a:lnTo>
                  <a:lnTo>
                    <a:pt x="54635" y="3208566"/>
                  </a:lnTo>
                  <a:lnTo>
                    <a:pt x="62458" y="3316719"/>
                  </a:lnTo>
                  <a:lnTo>
                    <a:pt x="70827" y="3424974"/>
                  </a:lnTo>
                  <a:lnTo>
                    <a:pt x="83540" y="3484156"/>
                  </a:lnTo>
                  <a:lnTo>
                    <a:pt x="96151" y="3541585"/>
                  </a:lnTo>
                  <a:lnTo>
                    <a:pt x="108635" y="3597262"/>
                  </a:lnTo>
                  <a:lnTo>
                    <a:pt x="120967" y="3651186"/>
                  </a:lnTo>
                  <a:lnTo>
                    <a:pt x="133134" y="3703370"/>
                  </a:lnTo>
                  <a:lnTo>
                    <a:pt x="156883" y="3802507"/>
                  </a:lnTo>
                  <a:lnTo>
                    <a:pt x="179755" y="3894671"/>
                  </a:lnTo>
                  <a:lnTo>
                    <a:pt x="222173" y="3894671"/>
                  </a:lnTo>
                  <a:close/>
                </a:path>
                <a:path w="650875" h="3895090">
                  <a:moveTo>
                    <a:pt x="280657" y="3894658"/>
                  </a:moveTo>
                  <a:lnTo>
                    <a:pt x="261886" y="3821861"/>
                  </a:lnTo>
                  <a:lnTo>
                    <a:pt x="242392" y="3743896"/>
                  </a:lnTo>
                  <a:lnTo>
                    <a:pt x="222237" y="3660762"/>
                  </a:lnTo>
                  <a:lnTo>
                    <a:pt x="201498" y="3572433"/>
                  </a:lnTo>
                  <a:lnTo>
                    <a:pt x="180263" y="3478898"/>
                  </a:lnTo>
                  <a:lnTo>
                    <a:pt x="158597" y="3380155"/>
                  </a:lnTo>
                  <a:lnTo>
                    <a:pt x="136575" y="3276193"/>
                  </a:lnTo>
                  <a:lnTo>
                    <a:pt x="114287" y="3167011"/>
                  </a:lnTo>
                  <a:lnTo>
                    <a:pt x="103060" y="3110446"/>
                  </a:lnTo>
                  <a:lnTo>
                    <a:pt x="91795" y="3052572"/>
                  </a:lnTo>
                  <a:lnTo>
                    <a:pt x="80505" y="2993390"/>
                  </a:lnTo>
                  <a:lnTo>
                    <a:pt x="69176" y="2932887"/>
                  </a:lnTo>
                  <a:lnTo>
                    <a:pt x="57848" y="2871063"/>
                  </a:lnTo>
                  <a:lnTo>
                    <a:pt x="46520" y="2807932"/>
                  </a:lnTo>
                  <a:lnTo>
                    <a:pt x="35191" y="2743479"/>
                  </a:lnTo>
                  <a:lnTo>
                    <a:pt x="23876" y="2677706"/>
                  </a:lnTo>
                  <a:lnTo>
                    <a:pt x="28371" y="2772841"/>
                  </a:lnTo>
                  <a:lnTo>
                    <a:pt x="33362" y="2867977"/>
                  </a:lnTo>
                  <a:lnTo>
                    <a:pt x="38849" y="2963100"/>
                  </a:lnTo>
                  <a:lnTo>
                    <a:pt x="41795" y="3010674"/>
                  </a:lnTo>
                  <a:lnTo>
                    <a:pt x="53479" y="3071545"/>
                  </a:lnTo>
                  <a:lnTo>
                    <a:pt x="65138" y="3131032"/>
                  </a:lnTo>
                  <a:lnTo>
                    <a:pt x="76733" y="3189122"/>
                  </a:lnTo>
                  <a:lnTo>
                    <a:pt x="88277" y="3245828"/>
                  </a:lnTo>
                  <a:lnTo>
                    <a:pt x="111163" y="3355073"/>
                  </a:lnTo>
                  <a:lnTo>
                    <a:pt x="133692" y="3458794"/>
                  </a:lnTo>
                  <a:lnTo>
                    <a:pt x="155790" y="3556978"/>
                  </a:lnTo>
                  <a:lnTo>
                    <a:pt x="177380" y="3649649"/>
                  </a:lnTo>
                  <a:lnTo>
                    <a:pt x="198361" y="3736810"/>
                  </a:lnTo>
                  <a:lnTo>
                    <a:pt x="218681" y="3818483"/>
                  </a:lnTo>
                  <a:lnTo>
                    <a:pt x="238239" y="3894658"/>
                  </a:lnTo>
                  <a:lnTo>
                    <a:pt x="280657" y="3894658"/>
                  </a:lnTo>
                  <a:close/>
                </a:path>
                <a:path w="650875" h="3895090">
                  <a:moveTo>
                    <a:pt x="339953" y="3894671"/>
                  </a:moveTo>
                  <a:lnTo>
                    <a:pt x="321792" y="3825392"/>
                  </a:lnTo>
                  <a:lnTo>
                    <a:pt x="302882" y="3751110"/>
                  </a:lnTo>
                  <a:lnTo>
                    <a:pt x="283311" y="3671798"/>
                  </a:lnTo>
                  <a:lnTo>
                    <a:pt x="263144" y="3587432"/>
                  </a:lnTo>
                  <a:lnTo>
                    <a:pt x="242443" y="3498037"/>
                  </a:lnTo>
                  <a:lnTo>
                    <a:pt x="221284" y="3403574"/>
                  </a:lnTo>
                  <a:lnTo>
                    <a:pt x="199758" y="3304044"/>
                  </a:lnTo>
                  <a:lnTo>
                    <a:pt x="177901" y="3199447"/>
                  </a:lnTo>
                  <a:lnTo>
                    <a:pt x="155816" y="3089745"/>
                  </a:lnTo>
                  <a:lnTo>
                    <a:pt x="144703" y="3032988"/>
                  </a:lnTo>
                  <a:lnTo>
                    <a:pt x="133565" y="2974949"/>
                  </a:lnTo>
                  <a:lnTo>
                    <a:pt x="122402" y="2915640"/>
                  </a:lnTo>
                  <a:lnTo>
                    <a:pt x="111213" y="2855049"/>
                  </a:lnTo>
                  <a:lnTo>
                    <a:pt x="100025" y="2793174"/>
                  </a:lnTo>
                  <a:lnTo>
                    <a:pt x="88836" y="2730030"/>
                  </a:lnTo>
                  <a:lnTo>
                    <a:pt x="77660" y="2665590"/>
                  </a:lnTo>
                  <a:lnTo>
                    <a:pt x="58686" y="2552763"/>
                  </a:lnTo>
                  <a:lnTo>
                    <a:pt x="43383" y="2457234"/>
                  </a:lnTo>
                  <a:lnTo>
                    <a:pt x="28511" y="2360142"/>
                  </a:lnTo>
                  <a:lnTo>
                    <a:pt x="14071" y="2261743"/>
                  </a:lnTo>
                  <a:lnTo>
                    <a:pt x="6997" y="2212136"/>
                  </a:lnTo>
                  <a:lnTo>
                    <a:pt x="11417" y="2362708"/>
                  </a:lnTo>
                  <a:lnTo>
                    <a:pt x="16751" y="2513228"/>
                  </a:lnTo>
                  <a:lnTo>
                    <a:pt x="18732" y="2563431"/>
                  </a:lnTo>
                  <a:lnTo>
                    <a:pt x="36995" y="2671699"/>
                  </a:lnTo>
                  <a:lnTo>
                    <a:pt x="48082" y="2735478"/>
                  </a:lnTo>
                  <a:lnTo>
                    <a:pt x="59169" y="2798013"/>
                  </a:lnTo>
                  <a:lnTo>
                    <a:pt x="70256" y="2859290"/>
                  </a:lnTo>
                  <a:lnTo>
                    <a:pt x="81343" y="2919336"/>
                  </a:lnTo>
                  <a:lnTo>
                    <a:pt x="103454" y="3035706"/>
                  </a:lnTo>
                  <a:lnTo>
                    <a:pt x="125437" y="3147110"/>
                  </a:lnTo>
                  <a:lnTo>
                    <a:pt x="147205" y="3253562"/>
                  </a:lnTo>
                  <a:lnTo>
                    <a:pt x="168719" y="3355060"/>
                  </a:lnTo>
                  <a:lnTo>
                    <a:pt x="189877" y="3451618"/>
                  </a:lnTo>
                  <a:lnTo>
                    <a:pt x="210642" y="3543249"/>
                  </a:lnTo>
                  <a:lnTo>
                    <a:pt x="230911" y="3629939"/>
                  </a:lnTo>
                  <a:lnTo>
                    <a:pt x="250647" y="3711714"/>
                  </a:lnTo>
                  <a:lnTo>
                    <a:pt x="269760" y="3788575"/>
                  </a:lnTo>
                  <a:lnTo>
                    <a:pt x="288188" y="3860533"/>
                  </a:lnTo>
                  <a:lnTo>
                    <a:pt x="297116" y="3894671"/>
                  </a:lnTo>
                  <a:lnTo>
                    <a:pt x="339953" y="3894671"/>
                  </a:lnTo>
                  <a:close/>
                </a:path>
                <a:path w="650875" h="3895090">
                  <a:moveTo>
                    <a:pt x="400291" y="3894658"/>
                  </a:moveTo>
                  <a:lnTo>
                    <a:pt x="382041" y="3825290"/>
                  </a:lnTo>
                  <a:lnTo>
                    <a:pt x="362991" y="3750678"/>
                  </a:lnTo>
                  <a:lnTo>
                    <a:pt x="343204" y="3670833"/>
                  </a:lnTo>
                  <a:lnTo>
                    <a:pt x="322770" y="3585743"/>
                  </a:lnTo>
                  <a:lnTo>
                    <a:pt x="301752" y="3495383"/>
                  </a:lnTo>
                  <a:lnTo>
                    <a:pt x="280250" y="3399739"/>
                  </a:lnTo>
                  <a:lnTo>
                    <a:pt x="258318" y="3298825"/>
                  </a:lnTo>
                  <a:lnTo>
                    <a:pt x="236054" y="3192615"/>
                  </a:lnTo>
                  <a:lnTo>
                    <a:pt x="213525" y="3081096"/>
                  </a:lnTo>
                  <a:lnTo>
                    <a:pt x="202184" y="3023349"/>
                  </a:lnTo>
                  <a:lnTo>
                    <a:pt x="190804" y="2964256"/>
                  </a:lnTo>
                  <a:lnTo>
                    <a:pt x="179400" y="2903842"/>
                  </a:lnTo>
                  <a:lnTo>
                    <a:pt x="167970" y="2842095"/>
                  </a:lnTo>
                  <a:lnTo>
                    <a:pt x="156540" y="2779014"/>
                  </a:lnTo>
                  <a:lnTo>
                    <a:pt x="145110" y="2714599"/>
                  </a:lnTo>
                  <a:lnTo>
                    <a:pt x="133705" y="2648851"/>
                  </a:lnTo>
                  <a:lnTo>
                    <a:pt x="114223" y="2533104"/>
                  </a:lnTo>
                  <a:lnTo>
                    <a:pt x="98386" y="2434412"/>
                  </a:lnTo>
                  <a:lnTo>
                    <a:pt x="82994" y="2334069"/>
                  </a:lnTo>
                  <a:lnTo>
                    <a:pt x="68046" y="2232342"/>
                  </a:lnTo>
                  <a:lnTo>
                    <a:pt x="53543" y="2129510"/>
                  </a:lnTo>
                  <a:lnTo>
                    <a:pt x="39497" y="2025802"/>
                  </a:lnTo>
                  <a:lnTo>
                    <a:pt x="25882" y="1921510"/>
                  </a:lnTo>
                  <a:lnTo>
                    <a:pt x="12712" y="1816887"/>
                  </a:lnTo>
                  <a:lnTo>
                    <a:pt x="0" y="1712175"/>
                  </a:lnTo>
                  <a:lnTo>
                    <a:pt x="469" y="1814233"/>
                  </a:lnTo>
                  <a:lnTo>
                    <a:pt x="1485" y="1916341"/>
                  </a:lnTo>
                  <a:lnTo>
                    <a:pt x="2984" y="2018423"/>
                  </a:lnTo>
                  <a:lnTo>
                    <a:pt x="3911" y="2069439"/>
                  </a:lnTo>
                  <a:lnTo>
                    <a:pt x="18491" y="2175891"/>
                  </a:lnTo>
                  <a:lnTo>
                    <a:pt x="33553" y="2281313"/>
                  </a:lnTo>
                  <a:lnTo>
                    <a:pt x="49123" y="2385428"/>
                  </a:lnTo>
                  <a:lnTo>
                    <a:pt x="65189" y="2487930"/>
                  </a:lnTo>
                  <a:lnTo>
                    <a:pt x="81737" y="2588552"/>
                  </a:lnTo>
                  <a:lnTo>
                    <a:pt x="93014" y="2654947"/>
                  </a:lnTo>
                  <a:lnTo>
                    <a:pt x="104317" y="2720048"/>
                  </a:lnTo>
                  <a:lnTo>
                    <a:pt x="115620" y="2783840"/>
                  </a:lnTo>
                  <a:lnTo>
                    <a:pt x="126936" y="2846336"/>
                  </a:lnTo>
                  <a:lnTo>
                    <a:pt x="138252" y="2907525"/>
                  </a:lnTo>
                  <a:lnTo>
                    <a:pt x="149542" y="2967431"/>
                  </a:lnTo>
                  <a:lnTo>
                    <a:pt x="160807" y="3026029"/>
                  </a:lnTo>
                  <a:lnTo>
                    <a:pt x="183235" y="3139351"/>
                  </a:lnTo>
                  <a:lnTo>
                    <a:pt x="205447" y="3247491"/>
                  </a:lnTo>
                  <a:lnTo>
                    <a:pt x="227380" y="3350476"/>
                  </a:lnTo>
                  <a:lnTo>
                    <a:pt x="248945" y="3448316"/>
                  </a:lnTo>
                  <a:lnTo>
                    <a:pt x="270090" y="3541001"/>
                  </a:lnTo>
                  <a:lnTo>
                    <a:pt x="290715" y="3628555"/>
                  </a:lnTo>
                  <a:lnTo>
                    <a:pt x="310769" y="3710978"/>
                  </a:lnTo>
                  <a:lnTo>
                    <a:pt x="330161" y="3788283"/>
                  </a:lnTo>
                  <a:lnTo>
                    <a:pt x="348830" y="3860469"/>
                  </a:lnTo>
                  <a:lnTo>
                    <a:pt x="357873" y="3894658"/>
                  </a:lnTo>
                  <a:lnTo>
                    <a:pt x="400291" y="3894658"/>
                  </a:lnTo>
                  <a:close/>
                </a:path>
                <a:path w="650875" h="3895090">
                  <a:moveTo>
                    <a:pt x="458152" y="3894658"/>
                  </a:moveTo>
                  <a:lnTo>
                    <a:pt x="440436" y="3827869"/>
                  </a:lnTo>
                  <a:lnTo>
                    <a:pt x="421944" y="3756101"/>
                  </a:lnTo>
                  <a:lnTo>
                    <a:pt x="402742" y="3679317"/>
                  </a:lnTo>
                  <a:lnTo>
                    <a:pt x="382905" y="3597516"/>
                  </a:lnTo>
                  <a:lnTo>
                    <a:pt x="362496" y="3510686"/>
                  </a:lnTo>
                  <a:lnTo>
                    <a:pt x="341604" y="3418827"/>
                  </a:lnTo>
                  <a:lnTo>
                    <a:pt x="320281" y="3321913"/>
                  </a:lnTo>
                  <a:lnTo>
                    <a:pt x="298615" y="3219945"/>
                  </a:lnTo>
                  <a:lnTo>
                    <a:pt x="276669" y="3112897"/>
                  </a:lnTo>
                  <a:lnTo>
                    <a:pt x="254533" y="3000781"/>
                  </a:lnTo>
                  <a:lnTo>
                    <a:pt x="243408" y="2942806"/>
                  </a:lnTo>
                  <a:lnTo>
                    <a:pt x="232257" y="2883560"/>
                  </a:lnTo>
                  <a:lnTo>
                    <a:pt x="221094" y="2823045"/>
                  </a:lnTo>
                  <a:lnTo>
                    <a:pt x="209918" y="2761246"/>
                  </a:lnTo>
                  <a:lnTo>
                    <a:pt x="198755" y="2698165"/>
                  </a:lnTo>
                  <a:lnTo>
                    <a:pt x="187604" y="2633802"/>
                  </a:lnTo>
                  <a:lnTo>
                    <a:pt x="176466" y="2568168"/>
                  </a:lnTo>
                  <a:lnTo>
                    <a:pt x="160528" y="2470886"/>
                  </a:lnTo>
                  <a:lnTo>
                    <a:pt x="145008" y="2371839"/>
                  </a:lnTo>
                  <a:lnTo>
                    <a:pt x="129933" y="2271306"/>
                  </a:lnTo>
                  <a:lnTo>
                    <a:pt x="115303" y="2169528"/>
                  </a:lnTo>
                  <a:lnTo>
                    <a:pt x="101092" y="2066772"/>
                  </a:lnTo>
                  <a:lnTo>
                    <a:pt x="87325" y="1963280"/>
                  </a:lnTo>
                  <a:lnTo>
                    <a:pt x="73990" y="1859330"/>
                  </a:lnTo>
                  <a:lnTo>
                    <a:pt x="61112" y="1755152"/>
                  </a:lnTo>
                  <a:lnTo>
                    <a:pt x="42595" y="1599044"/>
                  </a:lnTo>
                  <a:lnTo>
                    <a:pt x="25082" y="1443901"/>
                  </a:lnTo>
                  <a:lnTo>
                    <a:pt x="8572" y="1290574"/>
                  </a:lnTo>
                  <a:lnTo>
                    <a:pt x="3289" y="1240015"/>
                  </a:lnTo>
                  <a:lnTo>
                    <a:pt x="1778" y="1339596"/>
                  </a:lnTo>
                  <a:lnTo>
                    <a:pt x="736" y="1439227"/>
                  </a:lnTo>
                  <a:lnTo>
                    <a:pt x="139" y="1538846"/>
                  </a:lnTo>
                  <a:lnTo>
                    <a:pt x="0" y="1588630"/>
                  </a:lnTo>
                  <a:lnTo>
                    <a:pt x="17780" y="1739455"/>
                  </a:lnTo>
                  <a:lnTo>
                    <a:pt x="36487" y="1890458"/>
                  </a:lnTo>
                  <a:lnTo>
                    <a:pt x="49466" y="1990852"/>
                  </a:lnTo>
                  <a:lnTo>
                    <a:pt x="62852" y="2090750"/>
                  </a:lnTo>
                  <a:lnTo>
                    <a:pt x="76644" y="2189937"/>
                  </a:lnTo>
                  <a:lnTo>
                    <a:pt x="90843" y="2288171"/>
                  </a:lnTo>
                  <a:lnTo>
                    <a:pt x="105460" y="2385250"/>
                  </a:lnTo>
                  <a:lnTo>
                    <a:pt x="120472" y="2480919"/>
                  </a:lnTo>
                  <a:lnTo>
                    <a:pt x="135902" y="2574963"/>
                  </a:lnTo>
                  <a:lnTo>
                    <a:pt x="146926" y="2639936"/>
                  </a:lnTo>
                  <a:lnTo>
                    <a:pt x="157962" y="2703652"/>
                  </a:lnTo>
                  <a:lnTo>
                    <a:pt x="169011" y="2766136"/>
                  </a:lnTo>
                  <a:lnTo>
                    <a:pt x="180073" y="2827363"/>
                  </a:lnTo>
                  <a:lnTo>
                    <a:pt x="191122" y="2887345"/>
                  </a:lnTo>
                  <a:lnTo>
                    <a:pt x="202171" y="2946095"/>
                  </a:lnTo>
                  <a:lnTo>
                    <a:pt x="224180" y="3059861"/>
                  </a:lnTo>
                  <a:lnTo>
                    <a:pt x="246037" y="3168662"/>
                  </a:lnTo>
                  <a:lnTo>
                    <a:pt x="267665" y="3272510"/>
                  </a:lnTo>
                  <a:lnTo>
                    <a:pt x="289001" y="3371431"/>
                  </a:lnTo>
                  <a:lnTo>
                    <a:pt x="309968" y="3465423"/>
                  </a:lnTo>
                  <a:lnTo>
                    <a:pt x="330517" y="3554488"/>
                  </a:lnTo>
                  <a:lnTo>
                    <a:pt x="350545" y="3638639"/>
                  </a:lnTo>
                  <a:lnTo>
                    <a:pt x="370014" y="3717899"/>
                  </a:lnTo>
                  <a:lnTo>
                    <a:pt x="388848" y="3792258"/>
                  </a:lnTo>
                  <a:lnTo>
                    <a:pt x="406958" y="3861739"/>
                  </a:lnTo>
                  <a:lnTo>
                    <a:pt x="415734" y="3894658"/>
                  </a:lnTo>
                  <a:lnTo>
                    <a:pt x="458152" y="3894658"/>
                  </a:lnTo>
                  <a:close/>
                </a:path>
                <a:path w="650875" h="3895090">
                  <a:moveTo>
                    <a:pt x="520750" y="3894658"/>
                  </a:moveTo>
                  <a:lnTo>
                    <a:pt x="502932" y="3827881"/>
                  </a:lnTo>
                  <a:lnTo>
                    <a:pt x="484276" y="3755936"/>
                  </a:lnTo>
                  <a:lnTo>
                    <a:pt x="464870" y="3678834"/>
                  </a:lnTo>
                  <a:lnTo>
                    <a:pt x="444804" y="3596525"/>
                  </a:lnTo>
                  <a:lnTo>
                    <a:pt x="424129" y="3509035"/>
                  </a:lnTo>
                  <a:lnTo>
                    <a:pt x="402945" y="3416325"/>
                  </a:lnTo>
                  <a:lnTo>
                    <a:pt x="381304" y="3318408"/>
                  </a:lnTo>
                  <a:lnTo>
                    <a:pt x="359308" y="3215259"/>
                  </a:lnTo>
                  <a:lnTo>
                    <a:pt x="337019" y="3106864"/>
                  </a:lnTo>
                  <a:lnTo>
                    <a:pt x="325780" y="3050705"/>
                  </a:lnTo>
                  <a:lnTo>
                    <a:pt x="314502" y="2993225"/>
                  </a:lnTo>
                  <a:lnTo>
                    <a:pt x="303199" y="2934424"/>
                  </a:lnTo>
                  <a:lnTo>
                    <a:pt x="291858" y="2874314"/>
                  </a:lnTo>
                  <a:lnTo>
                    <a:pt x="280517" y="2812885"/>
                  </a:lnTo>
                  <a:lnTo>
                    <a:pt x="269163" y="2750134"/>
                  </a:lnTo>
                  <a:lnTo>
                    <a:pt x="257810" y="2686062"/>
                  </a:lnTo>
                  <a:lnTo>
                    <a:pt x="246468" y="2620670"/>
                  </a:lnTo>
                  <a:lnTo>
                    <a:pt x="227203" y="2506116"/>
                  </a:lnTo>
                  <a:lnTo>
                    <a:pt x="211645" y="2409101"/>
                  </a:lnTo>
                  <a:lnTo>
                    <a:pt x="196519" y="2310523"/>
                  </a:lnTo>
                  <a:lnTo>
                    <a:pt x="181813" y="2210612"/>
                  </a:lnTo>
                  <a:lnTo>
                    <a:pt x="167538" y="2109622"/>
                  </a:lnTo>
                  <a:lnTo>
                    <a:pt x="153708" y="2007781"/>
                  </a:lnTo>
                  <a:lnTo>
                    <a:pt x="140296" y="1905355"/>
                  </a:lnTo>
                  <a:lnTo>
                    <a:pt x="127317" y="1802574"/>
                  </a:lnTo>
                  <a:lnTo>
                    <a:pt x="108661" y="1648294"/>
                  </a:lnTo>
                  <a:lnTo>
                    <a:pt x="90982" y="1494599"/>
                  </a:lnTo>
                  <a:lnTo>
                    <a:pt x="74256" y="1342326"/>
                  </a:lnTo>
                  <a:lnTo>
                    <a:pt x="58508" y="1192301"/>
                  </a:lnTo>
                  <a:lnTo>
                    <a:pt x="39027" y="997178"/>
                  </a:lnTo>
                  <a:lnTo>
                    <a:pt x="21259" y="809485"/>
                  </a:lnTo>
                  <a:lnTo>
                    <a:pt x="17081" y="763943"/>
                  </a:lnTo>
                  <a:lnTo>
                    <a:pt x="13042" y="872261"/>
                  </a:lnTo>
                  <a:lnTo>
                    <a:pt x="9601" y="980567"/>
                  </a:lnTo>
                  <a:lnTo>
                    <a:pt x="6794" y="1088885"/>
                  </a:lnTo>
                  <a:lnTo>
                    <a:pt x="21920" y="1237970"/>
                  </a:lnTo>
                  <a:lnTo>
                    <a:pt x="38036" y="1389964"/>
                  </a:lnTo>
                  <a:lnTo>
                    <a:pt x="55156" y="1543989"/>
                  </a:lnTo>
                  <a:lnTo>
                    <a:pt x="73253" y="1699234"/>
                  </a:lnTo>
                  <a:lnTo>
                    <a:pt x="85877" y="1802980"/>
                  </a:lnTo>
                  <a:lnTo>
                    <a:pt x="98933" y="1906625"/>
                  </a:lnTo>
                  <a:lnTo>
                    <a:pt x="112445" y="2009927"/>
                  </a:lnTo>
                  <a:lnTo>
                    <a:pt x="126377" y="2112645"/>
                  </a:lnTo>
                  <a:lnTo>
                    <a:pt x="140766" y="2214499"/>
                  </a:lnTo>
                  <a:lnTo>
                    <a:pt x="155587" y="2315273"/>
                  </a:lnTo>
                  <a:lnTo>
                    <a:pt x="170853" y="2414689"/>
                  </a:lnTo>
                  <a:lnTo>
                    <a:pt x="186563" y="2512517"/>
                  </a:lnTo>
                  <a:lnTo>
                    <a:pt x="205778" y="2626753"/>
                  </a:lnTo>
                  <a:lnTo>
                    <a:pt x="217004" y="2691473"/>
                  </a:lnTo>
                  <a:lnTo>
                    <a:pt x="228244" y="2754896"/>
                  </a:lnTo>
                  <a:lnTo>
                    <a:pt x="239483" y="2817050"/>
                  </a:lnTo>
                  <a:lnTo>
                    <a:pt x="250710" y="2877909"/>
                  </a:lnTo>
                  <a:lnTo>
                    <a:pt x="261937" y="2937497"/>
                  </a:lnTo>
                  <a:lnTo>
                    <a:pt x="273126" y="2995790"/>
                  </a:lnTo>
                  <a:lnTo>
                    <a:pt x="295414" y="3108553"/>
                  </a:lnTo>
                  <a:lnTo>
                    <a:pt x="317487" y="3216211"/>
                  </a:lnTo>
                  <a:lnTo>
                    <a:pt x="339293" y="3318764"/>
                  </a:lnTo>
                  <a:lnTo>
                    <a:pt x="360743" y="3416236"/>
                  </a:lnTo>
                  <a:lnTo>
                    <a:pt x="381787" y="3508616"/>
                  </a:lnTo>
                  <a:lnTo>
                    <a:pt x="402323" y="3595928"/>
                  </a:lnTo>
                  <a:lnTo>
                    <a:pt x="422300" y="3678174"/>
                  </a:lnTo>
                  <a:lnTo>
                    <a:pt x="441642" y="3755377"/>
                  </a:lnTo>
                  <a:lnTo>
                    <a:pt x="460273" y="3827538"/>
                  </a:lnTo>
                  <a:lnTo>
                    <a:pt x="478129" y="3894658"/>
                  </a:lnTo>
                  <a:lnTo>
                    <a:pt x="520750" y="3894658"/>
                  </a:lnTo>
                  <a:close/>
                </a:path>
                <a:path w="650875" h="3895090">
                  <a:moveTo>
                    <a:pt x="584377" y="3894658"/>
                  </a:moveTo>
                  <a:lnTo>
                    <a:pt x="566496" y="3827881"/>
                  </a:lnTo>
                  <a:lnTo>
                    <a:pt x="547751" y="3755847"/>
                  </a:lnTo>
                  <a:lnTo>
                    <a:pt x="528243" y="3678529"/>
                  </a:lnTo>
                  <a:lnTo>
                    <a:pt x="508050" y="3595941"/>
                  </a:lnTo>
                  <a:lnTo>
                    <a:pt x="487235" y="3508044"/>
                  </a:lnTo>
                  <a:lnTo>
                    <a:pt x="465874" y="3414839"/>
                  </a:lnTo>
                  <a:lnTo>
                    <a:pt x="444068" y="3316313"/>
                  </a:lnTo>
                  <a:lnTo>
                    <a:pt x="421868" y="3212452"/>
                  </a:lnTo>
                  <a:lnTo>
                    <a:pt x="399376" y="3103245"/>
                  </a:lnTo>
                  <a:lnTo>
                    <a:pt x="388035" y="3046641"/>
                  </a:lnTo>
                  <a:lnTo>
                    <a:pt x="376656" y="2988678"/>
                  </a:lnTo>
                  <a:lnTo>
                    <a:pt x="365239" y="2929382"/>
                  </a:lnTo>
                  <a:lnTo>
                    <a:pt x="353796" y="2868739"/>
                  </a:lnTo>
                  <a:lnTo>
                    <a:pt x="342328" y="2806750"/>
                  </a:lnTo>
                  <a:lnTo>
                    <a:pt x="330860" y="2743416"/>
                  </a:lnTo>
                  <a:lnTo>
                    <a:pt x="319392" y="2678734"/>
                  </a:lnTo>
                  <a:lnTo>
                    <a:pt x="307949" y="2612694"/>
                  </a:lnTo>
                  <a:lnTo>
                    <a:pt x="296519" y="2545308"/>
                  </a:lnTo>
                  <a:lnTo>
                    <a:pt x="279717" y="2442629"/>
                  </a:lnTo>
                  <a:lnTo>
                    <a:pt x="263398" y="2338032"/>
                  </a:lnTo>
                  <a:lnTo>
                    <a:pt x="247561" y="2231809"/>
                  </a:lnTo>
                  <a:lnTo>
                    <a:pt x="232219" y="2124252"/>
                  </a:lnTo>
                  <a:lnTo>
                    <a:pt x="217360" y="2015680"/>
                  </a:lnTo>
                  <a:lnTo>
                    <a:pt x="202996" y="1906384"/>
                  </a:lnTo>
                  <a:lnTo>
                    <a:pt x="189115" y="1796656"/>
                  </a:lnTo>
                  <a:lnTo>
                    <a:pt x="175717" y="1686801"/>
                  </a:lnTo>
                  <a:lnTo>
                    <a:pt x="162814" y="1577111"/>
                  </a:lnTo>
                  <a:lnTo>
                    <a:pt x="144373" y="1413560"/>
                  </a:lnTo>
                  <a:lnTo>
                    <a:pt x="127038" y="1252067"/>
                  </a:lnTo>
                  <a:lnTo>
                    <a:pt x="110794" y="1093647"/>
                  </a:lnTo>
                  <a:lnTo>
                    <a:pt x="95669" y="939317"/>
                  </a:lnTo>
                  <a:lnTo>
                    <a:pt x="77228" y="741629"/>
                  </a:lnTo>
                  <a:lnTo>
                    <a:pt x="56934" y="510895"/>
                  </a:lnTo>
                  <a:lnTo>
                    <a:pt x="39738" y="302691"/>
                  </a:lnTo>
                  <a:lnTo>
                    <a:pt x="33972" y="403948"/>
                  </a:lnTo>
                  <a:lnTo>
                    <a:pt x="28676" y="505104"/>
                  </a:lnTo>
                  <a:lnTo>
                    <a:pt x="23888" y="606221"/>
                  </a:lnTo>
                  <a:lnTo>
                    <a:pt x="39916" y="785736"/>
                  </a:lnTo>
                  <a:lnTo>
                    <a:pt x="57746" y="975118"/>
                  </a:lnTo>
                  <a:lnTo>
                    <a:pt x="77355" y="1172311"/>
                  </a:lnTo>
                  <a:lnTo>
                    <a:pt x="93230" y="1324102"/>
                  </a:lnTo>
                  <a:lnTo>
                    <a:pt x="110109" y="1478280"/>
                  </a:lnTo>
                  <a:lnTo>
                    <a:pt x="127965" y="1633982"/>
                  </a:lnTo>
                  <a:lnTo>
                    <a:pt x="140436" y="1738210"/>
                  </a:lnTo>
                  <a:lnTo>
                    <a:pt x="153339" y="1842477"/>
                  </a:lnTo>
                  <a:lnTo>
                    <a:pt x="166687" y="1946541"/>
                  </a:lnTo>
                  <a:lnTo>
                    <a:pt x="180467" y="2050122"/>
                  </a:lnTo>
                  <a:lnTo>
                    <a:pt x="194691" y="2152993"/>
                  </a:lnTo>
                  <a:lnTo>
                    <a:pt x="209346" y="2254872"/>
                  </a:lnTo>
                  <a:lnTo>
                    <a:pt x="224447" y="2355519"/>
                  </a:lnTo>
                  <a:lnTo>
                    <a:pt x="239979" y="2454681"/>
                  </a:lnTo>
                  <a:lnTo>
                    <a:pt x="255943" y="2552103"/>
                  </a:lnTo>
                  <a:lnTo>
                    <a:pt x="267271" y="2618778"/>
                  </a:lnTo>
                  <a:lnTo>
                    <a:pt x="278599" y="2684145"/>
                  </a:lnTo>
                  <a:lnTo>
                    <a:pt x="289953" y="2748191"/>
                  </a:lnTo>
                  <a:lnTo>
                    <a:pt x="301307" y="2810929"/>
                  </a:lnTo>
                  <a:lnTo>
                    <a:pt x="312661" y="2872359"/>
                  </a:lnTo>
                  <a:lnTo>
                    <a:pt x="324002" y="2932480"/>
                  </a:lnTo>
                  <a:lnTo>
                    <a:pt x="335305" y="2991294"/>
                  </a:lnTo>
                  <a:lnTo>
                    <a:pt x="346583" y="3048787"/>
                  </a:lnTo>
                  <a:lnTo>
                    <a:pt x="368998" y="3159887"/>
                  </a:lnTo>
                  <a:lnTo>
                    <a:pt x="391160" y="3265767"/>
                  </a:lnTo>
                  <a:lnTo>
                    <a:pt x="413004" y="3366439"/>
                  </a:lnTo>
                  <a:lnTo>
                    <a:pt x="434428" y="3461918"/>
                  </a:lnTo>
                  <a:lnTo>
                    <a:pt x="455396" y="3552215"/>
                  </a:lnTo>
                  <a:lnTo>
                    <a:pt x="475792" y="3637343"/>
                  </a:lnTo>
                  <a:lnTo>
                    <a:pt x="495566" y="3717302"/>
                  </a:lnTo>
                  <a:lnTo>
                    <a:pt x="514642" y="3792105"/>
                  </a:lnTo>
                  <a:lnTo>
                    <a:pt x="532930" y="3861765"/>
                  </a:lnTo>
                  <a:lnTo>
                    <a:pt x="541756" y="3894658"/>
                  </a:lnTo>
                  <a:lnTo>
                    <a:pt x="584377" y="3894658"/>
                  </a:lnTo>
                  <a:close/>
                </a:path>
                <a:path w="650875" h="3895090">
                  <a:moveTo>
                    <a:pt x="650468" y="3894658"/>
                  </a:moveTo>
                  <a:lnTo>
                    <a:pt x="632180" y="3829253"/>
                  </a:lnTo>
                  <a:lnTo>
                    <a:pt x="612990" y="3758311"/>
                  </a:lnTo>
                  <a:lnTo>
                    <a:pt x="592963" y="3681793"/>
                  </a:lnTo>
                  <a:lnTo>
                    <a:pt x="572211" y="3599688"/>
                  </a:lnTo>
                  <a:lnTo>
                    <a:pt x="550811" y="3511969"/>
                  </a:lnTo>
                  <a:lnTo>
                    <a:pt x="528866" y="3418611"/>
                  </a:lnTo>
                  <a:lnTo>
                    <a:pt x="517715" y="3369805"/>
                  </a:lnTo>
                  <a:lnTo>
                    <a:pt x="506463" y="3319589"/>
                  </a:lnTo>
                  <a:lnTo>
                    <a:pt x="495109" y="3267938"/>
                  </a:lnTo>
                  <a:lnTo>
                    <a:pt x="483679" y="3214878"/>
                  </a:lnTo>
                  <a:lnTo>
                    <a:pt x="472173" y="3160382"/>
                  </a:lnTo>
                  <a:lnTo>
                    <a:pt x="460616" y="3104451"/>
                  </a:lnTo>
                  <a:lnTo>
                    <a:pt x="449008" y="3047098"/>
                  </a:lnTo>
                  <a:lnTo>
                    <a:pt x="437375" y="2988310"/>
                  </a:lnTo>
                  <a:lnTo>
                    <a:pt x="425704" y="2928074"/>
                  </a:lnTo>
                  <a:lnTo>
                    <a:pt x="414020" y="2866390"/>
                  </a:lnTo>
                  <a:lnTo>
                    <a:pt x="402336" y="2803271"/>
                  </a:lnTo>
                  <a:lnTo>
                    <a:pt x="390664" y="2738691"/>
                  </a:lnTo>
                  <a:lnTo>
                    <a:pt x="379006" y="2672664"/>
                  </a:lnTo>
                  <a:lnTo>
                    <a:pt x="367385" y="2605189"/>
                  </a:lnTo>
                  <a:lnTo>
                    <a:pt x="355815" y="2536253"/>
                  </a:lnTo>
                  <a:lnTo>
                    <a:pt x="338340" y="2428646"/>
                  </a:lnTo>
                  <a:lnTo>
                    <a:pt x="321271" y="2318880"/>
                  </a:lnTo>
                  <a:lnTo>
                    <a:pt x="304622" y="2207336"/>
                  </a:lnTo>
                  <a:lnTo>
                    <a:pt x="288391" y="2094331"/>
                  </a:lnTo>
                  <a:lnTo>
                    <a:pt x="272592" y="1980234"/>
                  </a:lnTo>
                  <a:lnTo>
                    <a:pt x="257225" y="1865376"/>
                  </a:lnTo>
                  <a:lnTo>
                    <a:pt x="242316" y="1750110"/>
                  </a:lnTo>
                  <a:lnTo>
                    <a:pt x="227850" y="1634769"/>
                  </a:lnTo>
                  <a:lnTo>
                    <a:pt x="207035" y="1462405"/>
                  </a:lnTo>
                  <a:lnTo>
                    <a:pt x="187286" y="1291856"/>
                  </a:lnTo>
                  <a:lnTo>
                    <a:pt x="168630" y="1124267"/>
                  </a:lnTo>
                  <a:lnTo>
                    <a:pt x="145529" y="907478"/>
                  </a:lnTo>
                  <a:lnTo>
                    <a:pt x="124510" y="700811"/>
                  </a:lnTo>
                  <a:lnTo>
                    <a:pt x="101257" y="460959"/>
                  </a:lnTo>
                  <a:lnTo>
                    <a:pt x="74587" y="169367"/>
                  </a:lnTo>
                  <a:lnTo>
                    <a:pt x="59918" y="0"/>
                  </a:lnTo>
                  <a:lnTo>
                    <a:pt x="52298" y="107162"/>
                  </a:lnTo>
                  <a:lnTo>
                    <a:pt x="45288" y="214198"/>
                  </a:lnTo>
                  <a:lnTo>
                    <a:pt x="41998" y="267690"/>
                  </a:lnTo>
                  <a:lnTo>
                    <a:pt x="65049" y="515962"/>
                  </a:lnTo>
                  <a:lnTo>
                    <a:pt x="87680" y="747255"/>
                  </a:lnTo>
                  <a:lnTo>
                    <a:pt x="107937" y="944956"/>
                  </a:lnTo>
                  <a:lnTo>
                    <a:pt x="130048" y="1151356"/>
                  </a:lnTo>
                  <a:lnTo>
                    <a:pt x="147815" y="1310462"/>
                  </a:lnTo>
                  <a:lnTo>
                    <a:pt x="166573" y="1472158"/>
                  </a:lnTo>
                  <a:lnTo>
                    <a:pt x="186296" y="1635455"/>
                  </a:lnTo>
                  <a:lnTo>
                    <a:pt x="206946" y="1799348"/>
                  </a:lnTo>
                  <a:lnTo>
                    <a:pt x="221221" y="1908454"/>
                  </a:lnTo>
                  <a:lnTo>
                    <a:pt x="235902" y="2017102"/>
                  </a:lnTo>
                  <a:lnTo>
                    <a:pt x="250977" y="2124976"/>
                  </a:lnTo>
                  <a:lnTo>
                    <a:pt x="266433" y="2231809"/>
                  </a:lnTo>
                  <a:lnTo>
                    <a:pt x="282270" y="2337295"/>
                  </a:lnTo>
                  <a:lnTo>
                    <a:pt x="298475" y="2441143"/>
                  </a:lnTo>
                  <a:lnTo>
                    <a:pt x="315036" y="2543048"/>
                  </a:lnTo>
                  <a:lnTo>
                    <a:pt x="326504" y="2611221"/>
                  </a:lnTo>
                  <a:lnTo>
                    <a:pt x="338010" y="2677985"/>
                  </a:lnTo>
                  <a:lnTo>
                    <a:pt x="349542" y="2743339"/>
                  </a:lnTo>
                  <a:lnTo>
                    <a:pt x="361099" y="2807271"/>
                  </a:lnTo>
                  <a:lnTo>
                    <a:pt x="372668" y="2869793"/>
                  </a:lnTo>
                  <a:lnTo>
                    <a:pt x="384238" y="2930918"/>
                  </a:lnTo>
                  <a:lnTo>
                    <a:pt x="395782" y="2990634"/>
                  </a:lnTo>
                  <a:lnTo>
                    <a:pt x="407314" y="3048952"/>
                  </a:lnTo>
                  <a:lnTo>
                    <a:pt x="418820" y="3105874"/>
                  </a:lnTo>
                  <a:lnTo>
                    <a:pt x="430263" y="3161398"/>
                  </a:lnTo>
                  <a:lnTo>
                    <a:pt x="441667" y="3215538"/>
                  </a:lnTo>
                  <a:lnTo>
                    <a:pt x="452996" y="3268281"/>
                  </a:lnTo>
                  <a:lnTo>
                    <a:pt x="464248" y="3319640"/>
                  </a:lnTo>
                  <a:lnTo>
                    <a:pt x="486473" y="3418205"/>
                  </a:lnTo>
                  <a:lnTo>
                    <a:pt x="508266" y="3511258"/>
                  </a:lnTo>
                  <a:lnTo>
                    <a:pt x="529539" y="3598824"/>
                  </a:lnTo>
                  <a:lnTo>
                    <a:pt x="550202" y="3680930"/>
                  </a:lnTo>
                  <a:lnTo>
                    <a:pt x="570153" y="3757587"/>
                  </a:lnTo>
                  <a:lnTo>
                    <a:pt x="589343" y="3828821"/>
                  </a:lnTo>
                  <a:lnTo>
                    <a:pt x="607644" y="3894658"/>
                  </a:lnTo>
                  <a:lnTo>
                    <a:pt x="650468" y="3894658"/>
                  </a:lnTo>
                  <a:close/>
                </a:path>
              </a:pathLst>
            </a:custGeom>
            <a:solidFill>
              <a:srgbClr val="CDEBE6">
                <a:alpha val="3007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" name="object 516" descr=""/>
            <p:cNvSpPr/>
            <p:nvPr/>
          </p:nvSpPr>
          <p:spPr>
            <a:xfrm>
              <a:off x="13605659" y="3914012"/>
              <a:ext cx="411480" cy="3686175"/>
            </a:xfrm>
            <a:custGeom>
              <a:avLst/>
              <a:gdLst/>
              <a:ahLst/>
              <a:cxnLst/>
              <a:rect l="l" t="t" r="r" b="b"/>
              <a:pathLst>
                <a:path w="411480" h="3686175">
                  <a:moveTo>
                    <a:pt x="298451" y="0"/>
                  </a:moveTo>
                  <a:lnTo>
                    <a:pt x="0" y="0"/>
                  </a:lnTo>
                  <a:lnTo>
                    <a:pt x="158" y="52761"/>
                  </a:lnTo>
                  <a:lnTo>
                    <a:pt x="539" y="105922"/>
                  </a:lnTo>
                  <a:lnTo>
                    <a:pt x="1139" y="159463"/>
                  </a:lnTo>
                  <a:lnTo>
                    <a:pt x="2982" y="267608"/>
                  </a:lnTo>
                  <a:lnTo>
                    <a:pt x="5657" y="377039"/>
                  </a:lnTo>
                  <a:lnTo>
                    <a:pt x="9133" y="487599"/>
                  </a:lnTo>
                  <a:lnTo>
                    <a:pt x="13382" y="599132"/>
                  </a:lnTo>
                  <a:lnTo>
                    <a:pt x="18374" y="711481"/>
                  </a:lnTo>
                  <a:lnTo>
                    <a:pt x="24078" y="824491"/>
                  </a:lnTo>
                  <a:lnTo>
                    <a:pt x="30465" y="938004"/>
                  </a:lnTo>
                  <a:lnTo>
                    <a:pt x="37506" y="1051865"/>
                  </a:lnTo>
                  <a:lnTo>
                    <a:pt x="45170" y="1165916"/>
                  </a:lnTo>
                  <a:lnTo>
                    <a:pt x="53428" y="1280001"/>
                  </a:lnTo>
                  <a:lnTo>
                    <a:pt x="62250" y="1393964"/>
                  </a:lnTo>
                  <a:lnTo>
                    <a:pt x="71607" y="1507648"/>
                  </a:lnTo>
                  <a:lnTo>
                    <a:pt x="81468" y="1620897"/>
                  </a:lnTo>
                  <a:lnTo>
                    <a:pt x="91803" y="1733555"/>
                  </a:lnTo>
                  <a:lnTo>
                    <a:pt x="102584" y="1845464"/>
                  </a:lnTo>
                  <a:lnTo>
                    <a:pt x="113780" y="1956469"/>
                  </a:lnTo>
                  <a:lnTo>
                    <a:pt x="125362" y="2066414"/>
                  </a:lnTo>
                  <a:lnTo>
                    <a:pt x="137299" y="2175140"/>
                  </a:lnTo>
                  <a:lnTo>
                    <a:pt x="149562" y="2282493"/>
                  </a:lnTo>
                  <a:lnTo>
                    <a:pt x="162122" y="2388316"/>
                  </a:lnTo>
                  <a:lnTo>
                    <a:pt x="174948" y="2492451"/>
                  </a:lnTo>
                  <a:lnTo>
                    <a:pt x="188011" y="2594744"/>
                  </a:lnTo>
                  <a:lnTo>
                    <a:pt x="201281" y="2695037"/>
                  </a:lnTo>
                  <a:lnTo>
                    <a:pt x="214729" y="2793173"/>
                  </a:lnTo>
                  <a:lnTo>
                    <a:pt x="228323" y="2888997"/>
                  </a:lnTo>
                  <a:lnTo>
                    <a:pt x="242036" y="2982352"/>
                  </a:lnTo>
                  <a:lnTo>
                    <a:pt x="255837" y="3073082"/>
                  </a:lnTo>
                  <a:lnTo>
                    <a:pt x="269696" y="3161030"/>
                  </a:lnTo>
                  <a:lnTo>
                    <a:pt x="283583" y="3246039"/>
                  </a:lnTo>
                  <a:lnTo>
                    <a:pt x="297470" y="3327953"/>
                  </a:lnTo>
                  <a:lnTo>
                    <a:pt x="311325" y="3406616"/>
                  </a:lnTo>
                  <a:lnTo>
                    <a:pt x="325120" y="3481871"/>
                  </a:lnTo>
                  <a:lnTo>
                    <a:pt x="338824" y="3553562"/>
                  </a:lnTo>
                  <a:lnTo>
                    <a:pt x="352408" y="3621532"/>
                  </a:lnTo>
                  <a:lnTo>
                    <a:pt x="365842" y="3685625"/>
                  </a:lnTo>
                  <a:lnTo>
                    <a:pt x="372048" y="3584652"/>
                  </a:lnTo>
                  <a:lnTo>
                    <a:pt x="377801" y="3483681"/>
                  </a:lnTo>
                  <a:lnTo>
                    <a:pt x="383101" y="3382714"/>
                  </a:lnTo>
                  <a:lnTo>
                    <a:pt x="387947" y="3281749"/>
                  </a:lnTo>
                  <a:lnTo>
                    <a:pt x="392340" y="3180787"/>
                  </a:lnTo>
                  <a:lnTo>
                    <a:pt x="396280" y="3079827"/>
                  </a:lnTo>
                  <a:lnTo>
                    <a:pt x="399766" y="2978869"/>
                  </a:lnTo>
                  <a:lnTo>
                    <a:pt x="402798" y="2877912"/>
                  </a:lnTo>
                  <a:lnTo>
                    <a:pt x="405377" y="2776957"/>
                  </a:lnTo>
                  <a:lnTo>
                    <a:pt x="407502" y="2676003"/>
                  </a:lnTo>
                  <a:lnTo>
                    <a:pt x="409174" y="2575049"/>
                  </a:lnTo>
                  <a:lnTo>
                    <a:pt x="410392" y="2474096"/>
                  </a:lnTo>
                  <a:lnTo>
                    <a:pt x="411156" y="2373143"/>
                  </a:lnTo>
                  <a:lnTo>
                    <a:pt x="411467" y="2272189"/>
                  </a:lnTo>
                  <a:lnTo>
                    <a:pt x="411324" y="2171235"/>
                  </a:lnTo>
                  <a:lnTo>
                    <a:pt x="410727" y="2070280"/>
                  </a:lnTo>
                  <a:lnTo>
                    <a:pt x="409677" y="1969324"/>
                  </a:lnTo>
                  <a:lnTo>
                    <a:pt x="408172" y="1868366"/>
                  </a:lnTo>
                  <a:lnTo>
                    <a:pt x="406214" y="1767407"/>
                  </a:lnTo>
                  <a:lnTo>
                    <a:pt x="403802" y="1666445"/>
                  </a:lnTo>
                  <a:lnTo>
                    <a:pt x="400936" y="1565481"/>
                  </a:lnTo>
                  <a:lnTo>
                    <a:pt x="397616" y="1464514"/>
                  </a:lnTo>
                  <a:lnTo>
                    <a:pt x="393842" y="1363545"/>
                  </a:lnTo>
                  <a:lnTo>
                    <a:pt x="389615" y="1262572"/>
                  </a:lnTo>
                  <a:lnTo>
                    <a:pt x="384933" y="1161595"/>
                  </a:lnTo>
                  <a:lnTo>
                    <a:pt x="379797" y="1060614"/>
                  </a:lnTo>
                  <a:lnTo>
                    <a:pt x="374207" y="959629"/>
                  </a:lnTo>
                  <a:lnTo>
                    <a:pt x="368163" y="858639"/>
                  </a:lnTo>
                  <a:lnTo>
                    <a:pt x="361665" y="757645"/>
                  </a:lnTo>
                  <a:lnTo>
                    <a:pt x="354713" y="656645"/>
                  </a:lnTo>
                  <a:lnTo>
                    <a:pt x="347306" y="555640"/>
                  </a:lnTo>
                  <a:lnTo>
                    <a:pt x="339446" y="454629"/>
                  </a:lnTo>
                  <a:lnTo>
                    <a:pt x="331131" y="353612"/>
                  </a:lnTo>
                  <a:lnTo>
                    <a:pt x="322362" y="252588"/>
                  </a:lnTo>
                  <a:lnTo>
                    <a:pt x="313138" y="151558"/>
                  </a:lnTo>
                  <a:lnTo>
                    <a:pt x="303460" y="50521"/>
                  </a:lnTo>
                  <a:lnTo>
                    <a:pt x="298451" y="0"/>
                  </a:lnTo>
                  <a:close/>
                </a:path>
              </a:pathLst>
            </a:custGeom>
            <a:solidFill>
              <a:srgbClr val="CDEBE6">
                <a:alpha val="12159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17" name="object 517" descr=""/>
          <p:cNvSpPr/>
          <p:nvPr/>
        </p:nvSpPr>
        <p:spPr>
          <a:xfrm>
            <a:off x="11142121" y="7949056"/>
            <a:ext cx="173990" cy="472440"/>
          </a:xfrm>
          <a:custGeom>
            <a:avLst/>
            <a:gdLst/>
            <a:ahLst/>
            <a:cxnLst/>
            <a:rect l="l" t="t" r="r" b="b"/>
            <a:pathLst>
              <a:path w="173990" h="472440">
                <a:moveTo>
                  <a:pt x="173533" y="0"/>
                </a:moveTo>
                <a:lnTo>
                  <a:pt x="0" y="0"/>
                </a:lnTo>
                <a:lnTo>
                  <a:pt x="0" y="471839"/>
                </a:lnTo>
                <a:lnTo>
                  <a:pt x="173533" y="471839"/>
                </a:lnTo>
                <a:lnTo>
                  <a:pt x="173533" y="0"/>
                </a:lnTo>
                <a:close/>
              </a:path>
            </a:pathLst>
          </a:custGeom>
          <a:solidFill>
            <a:srgbClr val="CDEBE6">
              <a:alpha val="2303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518" name="object 518" descr=""/>
          <p:cNvSpPr/>
          <p:nvPr/>
        </p:nvSpPr>
        <p:spPr>
          <a:xfrm>
            <a:off x="4228800" y="3693015"/>
            <a:ext cx="743585" cy="4723130"/>
          </a:xfrm>
          <a:custGeom>
            <a:avLst/>
            <a:gdLst/>
            <a:ahLst/>
            <a:cxnLst/>
            <a:rect l="l" t="t" r="r" b="b"/>
            <a:pathLst>
              <a:path w="743585" h="4723130">
                <a:moveTo>
                  <a:pt x="364795" y="0"/>
                </a:moveTo>
                <a:lnTo>
                  <a:pt x="326429" y="496539"/>
                </a:lnTo>
                <a:lnTo>
                  <a:pt x="308367" y="731611"/>
                </a:lnTo>
                <a:lnTo>
                  <a:pt x="304912" y="774447"/>
                </a:lnTo>
                <a:lnTo>
                  <a:pt x="299027" y="852811"/>
                </a:lnTo>
                <a:lnTo>
                  <a:pt x="280755" y="1087883"/>
                </a:lnTo>
                <a:lnTo>
                  <a:pt x="278117" y="1123410"/>
                </a:lnTo>
                <a:lnTo>
                  <a:pt x="274661" y="1166247"/>
                </a:lnTo>
                <a:lnTo>
                  <a:pt x="272023" y="1201764"/>
                </a:lnTo>
                <a:lnTo>
                  <a:pt x="268578" y="1244600"/>
                </a:lnTo>
                <a:lnTo>
                  <a:pt x="262683" y="1322954"/>
                </a:lnTo>
                <a:lnTo>
                  <a:pt x="247866" y="1515199"/>
                </a:lnTo>
                <a:lnTo>
                  <a:pt x="244421" y="1558036"/>
                </a:lnTo>
                <a:lnTo>
                  <a:pt x="241783" y="1593564"/>
                </a:lnTo>
                <a:lnTo>
                  <a:pt x="238327" y="1636389"/>
                </a:lnTo>
                <a:lnTo>
                  <a:pt x="232443" y="1714754"/>
                </a:lnTo>
                <a:lnTo>
                  <a:pt x="214171" y="1949825"/>
                </a:lnTo>
                <a:lnTo>
                  <a:pt x="211532" y="1985353"/>
                </a:lnTo>
                <a:lnTo>
                  <a:pt x="208077" y="2028189"/>
                </a:lnTo>
                <a:lnTo>
                  <a:pt x="202192" y="2106543"/>
                </a:lnTo>
                <a:lnTo>
                  <a:pt x="183921" y="2341614"/>
                </a:lnTo>
                <a:lnTo>
                  <a:pt x="181282" y="2377142"/>
                </a:lnTo>
                <a:lnTo>
                  <a:pt x="177837" y="2419978"/>
                </a:lnTo>
                <a:lnTo>
                  <a:pt x="175188" y="2455506"/>
                </a:lnTo>
                <a:lnTo>
                  <a:pt x="171743" y="2498332"/>
                </a:lnTo>
                <a:lnTo>
                  <a:pt x="165858" y="2576696"/>
                </a:lnTo>
                <a:lnTo>
                  <a:pt x="147587" y="2811568"/>
                </a:lnTo>
                <a:lnTo>
                  <a:pt x="144948" y="2847295"/>
                </a:lnTo>
                <a:lnTo>
                  <a:pt x="141493" y="2889922"/>
                </a:lnTo>
                <a:lnTo>
                  <a:pt x="135608" y="2968286"/>
                </a:lnTo>
                <a:lnTo>
                  <a:pt x="117336" y="3203357"/>
                </a:lnTo>
                <a:lnTo>
                  <a:pt x="114698" y="3238885"/>
                </a:lnTo>
                <a:lnTo>
                  <a:pt x="111253" y="3281722"/>
                </a:lnTo>
                <a:lnTo>
                  <a:pt x="105358" y="3360075"/>
                </a:lnTo>
                <a:lnTo>
                  <a:pt x="87086" y="3595147"/>
                </a:lnTo>
                <a:lnTo>
                  <a:pt x="84447" y="3630674"/>
                </a:lnTo>
                <a:lnTo>
                  <a:pt x="81002" y="3673511"/>
                </a:lnTo>
                <a:lnTo>
                  <a:pt x="75118" y="3751864"/>
                </a:lnTo>
                <a:lnTo>
                  <a:pt x="56846" y="3986946"/>
                </a:lnTo>
                <a:lnTo>
                  <a:pt x="54207" y="4022474"/>
                </a:lnTo>
                <a:lnTo>
                  <a:pt x="50752" y="4065300"/>
                </a:lnTo>
                <a:lnTo>
                  <a:pt x="48113" y="4100828"/>
                </a:lnTo>
                <a:lnTo>
                  <a:pt x="44668" y="4143664"/>
                </a:lnTo>
                <a:lnTo>
                  <a:pt x="38773" y="4222018"/>
                </a:lnTo>
                <a:lnTo>
                  <a:pt x="20501" y="4457099"/>
                </a:lnTo>
                <a:lnTo>
                  <a:pt x="17863" y="4492617"/>
                </a:lnTo>
                <a:lnTo>
                  <a:pt x="14418" y="4535453"/>
                </a:lnTo>
                <a:lnTo>
                  <a:pt x="8533" y="4613807"/>
                </a:lnTo>
                <a:lnTo>
                  <a:pt x="0" y="4723028"/>
                </a:lnTo>
                <a:lnTo>
                  <a:pt x="644734" y="4723028"/>
                </a:lnTo>
                <a:lnTo>
                  <a:pt x="646357" y="4649334"/>
                </a:lnTo>
                <a:lnTo>
                  <a:pt x="646964" y="4613807"/>
                </a:lnTo>
                <a:lnTo>
                  <a:pt x="648796" y="4535453"/>
                </a:lnTo>
                <a:lnTo>
                  <a:pt x="653665" y="4300382"/>
                </a:lnTo>
                <a:lnTo>
                  <a:pt x="654681" y="4257545"/>
                </a:lnTo>
                <a:lnTo>
                  <a:pt x="655288" y="4222018"/>
                </a:lnTo>
                <a:lnTo>
                  <a:pt x="657121" y="4143664"/>
                </a:lnTo>
                <a:lnTo>
                  <a:pt x="661990" y="3908582"/>
                </a:lnTo>
                <a:lnTo>
                  <a:pt x="663005" y="3865756"/>
                </a:lnTo>
                <a:lnTo>
                  <a:pt x="663613" y="3830228"/>
                </a:lnTo>
                <a:lnTo>
                  <a:pt x="665445" y="3751864"/>
                </a:lnTo>
                <a:lnTo>
                  <a:pt x="670314" y="3516793"/>
                </a:lnTo>
                <a:lnTo>
                  <a:pt x="671330" y="3473957"/>
                </a:lnTo>
                <a:lnTo>
                  <a:pt x="671937" y="3438429"/>
                </a:lnTo>
                <a:lnTo>
                  <a:pt x="673759" y="3360075"/>
                </a:lnTo>
                <a:lnTo>
                  <a:pt x="678639" y="3125004"/>
                </a:lnTo>
                <a:lnTo>
                  <a:pt x="679654" y="3082366"/>
                </a:lnTo>
                <a:lnTo>
                  <a:pt x="680262" y="3046640"/>
                </a:lnTo>
                <a:lnTo>
                  <a:pt x="681277" y="3004013"/>
                </a:lnTo>
                <a:lnTo>
                  <a:pt x="681884" y="2968286"/>
                </a:lnTo>
                <a:lnTo>
                  <a:pt x="683717" y="2889922"/>
                </a:lnTo>
                <a:lnTo>
                  <a:pt x="687979" y="2690577"/>
                </a:lnTo>
                <a:lnTo>
                  <a:pt x="688586" y="2655050"/>
                </a:lnTo>
                <a:lnTo>
                  <a:pt x="689602" y="2612224"/>
                </a:lnTo>
                <a:lnTo>
                  <a:pt x="690209" y="2576696"/>
                </a:lnTo>
                <a:lnTo>
                  <a:pt x="692031" y="2498332"/>
                </a:lnTo>
                <a:lnTo>
                  <a:pt x="696303" y="2298788"/>
                </a:lnTo>
                <a:lnTo>
                  <a:pt x="697308" y="2243565"/>
                </a:lnTo>
                <a:lnTo>
                  <a:pt x="697926" y="2220424"/>
                </a:lnTo>
                <a:lnTo>
                  <a:pt x="698533" y="2184896"/>
                </a:lnTo>
                <a:lnTo>
                  <a:pt x="700355" y="2106543"/>
                </a:lnTo>
                <a:lnTo>
                  <a:pt x="705235" y="1871471"/>
                </a:lnTo>
                <a:lnTo>
                  <a:pt x="706250" y="1828635"/>
                </a:lnTo>
                <a:lnTo>
                  <a:pt x="706858" y="1793107"/>
                </a:lnTo>
                <a:lnTo>
                  <a:pt x="708679" y="1714754"/>
                </a:lnTo>
                <a:lnTo>
                  <a:pt x="713548" y="1479672"/>
                </a:lnTo>
                <a:lnTo>
                  <a:pt x="714564" y="1436835"/>
                </a:lnTo>
                <a:lnTo>
                  <a:pt x="715182" y="1401318"/>
                </a:lnTo>
                <a:lnTo>
                  <a:pt x="717004" y="1322954"/>
                </a:lnTo>
                <a:lnTo>
                  <a:pt x="721873" y="1087883"/>
                </a:lnTo>
                <a:lnTo>
                  <a:pt x="722888" y="1045046"/>
                </a:lnTo>
                <a:lnTo>
                  <a:pt x="723496" y="1009518"/>
                </a:lnTo>
                <a:lnTo>
                  <a:pt x="725328" y="931165"/>
                </a:lnTo>
                <a:lnTo>
                  <a:pt x="730197" y="696093"/>
                </a:lnTo>
                <a:lnTo>
                  <a:pt x="731213" y="653257"/>
                </a:lnTo>
                <a:lnTo>
                  <a:pt x="731820" y="617729"/>
                </a:lnTo>
                <a:lnTo>
                  <a:pt x="732836" y="574893"/>
                </a:lnTo>
                <a:lnTo>
                  <a:pt x="733443" y="539376"/>
                </a:lnTo>
                <a:lnTo>
                  <a:pt x="742993" y="94593"/>
                </a:lnTo>
                <a:lnTo>
                  <a:pt x="364795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19" name="object 519" descr=""/>
          <p:cNvGrpSpPr/>
          <p:nvPr/>
        </p:nvGrpSpPr>
        <p:grpSpPr>
          <a:xfrm>
            <a:off x="4231240" y="3983919"/>
            <a:ext cx="1141095" cy="4432300"/>
            <a:chOff x="4231240" y="3983919"/>
            <a:chExt cx="1141095" cy="4432300"/>
          </a:xfrm>
        </p:grpSpPr>
        <p:sp>
          <p:nvSpPr>
            <p:cNvPr id="520" name="object 520" descr=""/>
            <p:cNvSpPr/>
            <p:nvPr/>
          </p:nvSpPr>
          <p:spPr>
            <a:xfrm>
              <a:off x="4493781" y="3983919"/>
              <a:ext cx="878840" cy="4432300"/>
            </a:xfrm>
            <a:custGeom>
              <a:avLst/>
              <a:gdLst/>
              <a:ahLst/>
              <a:cxnLst/>
              <a:rect l="l" t="t" r="r" b="b"/>
              <a:pathLst>
                <a:path w="878839" h="4432300">
                  <a:moveTo>
                    <a:pt x="878522" y="4432135"/>
                  </a:moveTo>
                  <a:lnTo>
                    <a:pt x="876490" y="4358437"/>
                  </a:lnTo>
                  <a:lnTo>
                    <a:pt x="873252" y="4244556"/>
                  </a:lnTo>
                  <a:lnTo>
                    <a:pt x="865530" y="3966654"/>
                  </a:lnTo>
                  <a:lnTo>
                    <a:pt x="864717" y="3931120"/>
                  </a:lnTo>
                  <a:lnTo>
                    <a:pt x="858024" y="3696055"/>
                  </a:lnTo>
                  <a:lnTo>
                    <a:pt x="851522" y="3460966"/>
                  </a:lnTo>
                  <a:lnTo>
                    <a:pt x="843813" y="3183064"/>
                  </a:lnTo>
                  <a:lnTo>
                    <a:pt x="837311" y="2947987"/>
                  </a:lnTo>
                  <a:lnTo>
                    <a:pt x="836498" y="2912465"/>
                  </a:lnTo>
                  <a:lnTo>
                    <a:pt x="829805" y="2677376"/>
                  </a:lnTo>
                  <a:lnTo>
                    <a:pt x="822083" y="2399677"/>
                  </a:lnTo>
                  <a:lnTo>
                    <a:pt x="821283" y="2364155"/>
                  </a:lnTo>
                  <a:lnTo>
                    <a:pt x="815594" y="2164600"/>
                  </a:lnTo>
                  <a:lnTo>
                    <a:pt x="808088" y="1894001"/>
                  </a:lnTo>
                  <a:lnTo>
                    <a:pt x="800366" y="1616087"/>
                  </a:lnTo>
                  <a:lnTo>
                    <a:pt x="793877" y="1381023"/>
                  </a:lnTo>
                  <a:lnTo>
                    <a:pt x="793064" y="1345488"/>
                  </a:lnTo>
                  <a:lnTo>
                    <a:pt x="786358" y="1110411"/>
                  </a:lnTo>
                  <a:lnTo>
                    <a:pt x="778637" y="832497"/>
                  </a:lnTo>
                  <a:lnTo>
                    <a:pt x="777836" y="796988"/>
                  </a:lnTo>
                  <a:lnTo>
                    <a:pt x="772147" y="597433"/>
                  </a:lnTo>
                  <a:lnTo>
                    <a:pt x="771347" y="561898"/>
                  </a:lnTo>
                  <a:lnTo>
                    <a:pt x="764641" y="326834"/>
                  </a:lnTo>
                  <a:lnTo>
                    <a:pt x="757732" y="74510"/>
                  </a:lnTo>
                  <a:lnTo>
                    <a:pt x="538492" y="0"/>
                  </a:lnTo>
                  <a:lnTo>
                    <a:pt x="538492" y="115023"/>
                  </a:lnTo>
                  <a:lnTo>
                    <a:pt x="326910" y="115023"/>
                  </a:lnTo>
                  <a:lnTo>
                    <a:pt x="0" y="4432185"/>
                  </a:lnTo>
                  <a:lnTo>
                    <a:pt x="289115" y="4432185"/>
                  </a:lnTo>
                  <a:lnTo>
                    <a:pt x="538518" y="4432185"/>
                  </a:lnTo>
                  <a:lnTo>
                    <a:pt x="878522" y="4432135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" name="object 521" descr=""/>
            <p:cNvSpPr/>
            <p:nvPr/>
          </p:nvSpPr>
          <p:spPr>
            <a:xfrm>
              <a:off x="4231233" y="4189558"/>
              <a:ext cx="1140460" cy="4196080"/>
            </a:xfrm>
            <a:custGeom>
              <a:avLst/>
              <a:gdLst/>
              <a:ahLst/>
              <a:cxnLst/>
              <a:rect l="l" t="t" r="r" b="b"/>
              <a:pathLst>
                <a:path w="1140460" h="4196080">
                  <a:moveTo>
                    <a:pt x="1025156" y="42837"/>
                  </a:moveTo>
                  <a:lnTo>
                    <a:pt x="1023937" y="0"/>
                  </a:lnTo>
                  <a:lnTo>
                    <a:pt x="323989" y="0"/>
                  </a:lnTo>
                  <a:lnTo>
                    <a:pt x="320738" y="42837"/>
                  </a:lnTo>
                  <a:lnTo>
                    <a:pt x="1025156" y="42837"/>
                  </a:lnTo>
                  <a:close/>
                </a:path>
                <a:path w="1140460" h="4196080">
                  <a:moveTo>
                    <a:pt x="1027188" y="121196"/>
                  </a:moveTo>
                  <a:lnTo>
                    <a:pt x="1026172" y="78359"/>
                  </a:lnTo>
                  <a:lnTo>
                    <a:pt x="317893" y="78359"/>
                  </a:lnTo>
                  <a:lnTo>
                    <a:pt x="314655" y="121196"/>
                  </a:lnTo>
                  <a:lnTo>
                    <a:pt x="1027188" y="121196"/>
                  </a:lnTo>
                  <a:close/>
                </a:path>
                <a:path w="1140460" h="4196080">
                  <a:moveTo>
                    <a:pt x="1029423" y="199555"/>
                  </a:moveTo>
                  <a:lnTo>
                    <a:pt x="1028192" y="156718"/>
                  </a:lnTo>
                  <a:lnTo>
                    <a:pt x="311810" y="156718"/>
                  </a:lnTo>
                  <a:lnTo>
                    <a:pt x="308559" y="199555"/>
                  </a:lnTo>
                  <a:lnTo>
                    <a:pt x="1029423" y="199555"/>
                  </a:lnTo>
                  <a:close/>
                </a:path>
                <a:path w="1140460" h="4196080">
                  <a:moveTo>
                    <a:pt x="1031646" y="277914"/>
                  </a:moveTo>
                  <a:lnTo>
                    <a:pt x="1030439" y="235077"/>
                  </a:lnTo>
                  <a:lnTo>
                    <a:pt x="305917" y="235077"/>
                  </a:lnTo>
                  <a:lnTo>
                    <a:pt x="302463" y="277914"/>
                  </a:lnTo>
                  <a:lnTo>
                    <a:pt x="1031646" y="277914"/>
                  </a:lnTo>
                  <a:close/>
                </a:path>
                <a:path w="1140460" h="4196080">
                  <a:moveTo>
                    <a:pt x="1033881" y="356273"/>
                  </a:moveTo>
                  <a:lnTo>
                    <a:pt x="1032675" y="313436"/>
                  </a:lnTo>
                  <a:lnTo>
                    <a:pt x="299834" y="313436"/>
                  </a:lnTo>
                  <a:lnTo>
                    <a:pt x="296583" y="356273"/>
                  </a:lnTo>
                  <a:lnTo>
                    <a:pt x="1033881" y="356273"/>
                  </a:lnTo>
                  <a:close/>
                </a:path>
                <a:path w="1140460" h="4196080">
                  <a:moveTo>
                    <a:pt x="1035913" y="434632"/>
                  </a:moveTo>
                  <a:lnTo>
                    <a:pt x="1034694" y="391795"/>
                  </a:lnTo>
                  <a:lnTo>
                    <a:pt x="293738" y="391795"/>
                  </a:lnTo>
                  <a:lnTo>
                    <a:pt x="290499" y="434632"/>
                  </a:lnTo>
                  <a:lnTo>
                    <a:pt x="1035913" y="434632"/>
                  </a:lnTo>
                  <a:close/>
                </a:path>
                <a:path w="1140460" h="4196080">
                  <a:moveTo>
                    <a:pt x="1038148" y="512991"/>
                  </a:moveTo>
                  <a:lnTo>
                    <a:pt x="1036929" y="470154"/>
                  </a:lnTo>
                  <a:lnTo>
                    <a:pt x="287655" y="470154"/>
                  </a:lnTo>
                  <a:lnTo>
                    <a:pt x="284403" y="512991"/>
                  </a:lnTo>
                  <a:lnTo>
                    <a:pt x="1038148" y="512991"/>
                  </a:lnTo>
                  <a:close/>
                </a:path>
                <a:path w="1140460" h="4196080">
                  <a:moveTo>
                    <a:pt x="1040371" y="591350"/>
                  </a:moveTo>
                  <a:lnTo>
                    <a:pt x="1039164" y="548513"/>
                  </a:lnTo>
                  <a:lnTo>
                    <a:pt x="281559" y="548513"/>
                  </a:lnTo>
                  <a:lnTo>
                    <a:pt x="278320" y="591350"/>
                  </a:lnTo>
                  <a:lnTo>
                    <a:pt x="1040371" y="591350"/>
                  </a:lnTo>
                  <a:close/>
                </a:path>
                <a:path w="1140460" h="4196080">
                  <a:moveTo>
                    <a:pt x="1042416" y="669709"/>
                  </a:moveTo>
                  <a:lnTo>
                    <a:pt x="1041196" y="626872"/>
                  </a:lnTo>
                  <a:lnTo>
                    <a:pt x="275678" y="626872"/>
                  </a:lnTo>
                  <a:lnTo>
                    <a:pt x="272224" y="669709"/>
                  </a:lnTo>
                  <a:lnTo>
                    <a:pt x="1042416" y="669709"/>
                  </a:lnTo>
                  <a:close/>
                </a:path>
                <a:path w="1140460" h="4196080">
                  <a:moveTo>
                    <a:pt x="1044638" y="748068"/>
                  </a:moveTo>
                  <a:lnTo>
                    <a:pt x="1043432" y="705231"/>
                  </a:lnTo>
                  <a:lnTo>
                    <a:pt x="269582" y="705231"/>
                  </a:lnTo>
                  <a:lnTo>
                    <a:pt x="266141" y="748068"/>
                  </a:lnTo>
                  <a:lnTo>
                    <a:pt x="1044638" y="748068"/>
                  </a:lnTo>
                  <a:close/>
                </a:path>
                <a:path w="1140460" h="4196080">
                  <a:moveTo>
                    <a:pt x="1046873" y="826427"/>
                  </a:moveTo>
                  <a:lnTo>
                    <a:pt x="1045654" y="783590"/>
                  </a:lnTo>
                  <a:lnTo>
                    <a:pt x="263499" y="783590"/>
                  </a:lnTo>
                  <a:lnTo>
                    <a:pt x="260248" y="826427"/>
                  </a:lnTo>
                  <a:lnTo>
                    <a:pt x="1046873" y="826427"/>
                  </a:lnTo>
                  <a:close/>
                </a:path>
                <a:path w="1140460" h="4196080">
                  <a:moveTo>
                    <a:pt x="1048905" y="904786"/>
                  </a:moveTo>
                  <a:lnTo>
                    <a:pt x="1047889" y="861949"/>
                  </a:lnTo>
                  <a:lnTo>
                    <a:pt x="257403" y="861949"/>
                  </a:lnTo>
                  <a:lnTo>
                    <a:pt x="254152" y="904786"/>
                  </a:lnTo>
                  <a:lnTo>
                    <a:pt x="1048905" y="904786"/>
                  </a:lnTo>
                  <a:close/>
                </a:path>
                <a:path w="1140460" h="4196080">
                  <a:moveTo>
                    <a:pt x="1051140" y="983145"/>
                  </a:moveTo>
                  <a:lnTo>
                    <a:pt x="1049921" y="940308"/>
                  </a:lnTo>
                  <a:lnTo>
                    <a:pt x="251320" y="940308"/>
                  </a:lnTo>
                  <a:lnTo>
                    <a:pt x="248069" y="983145"/>
                  </a:lnTo>
                  <a:lnTo>
                    <a:pt x="1051140" y="983145"/>
                  </a:lnTo>
                  <a:close/>
                </a:path>
                <a:path w="1140460" h="4196080">
                  <a:moveTo>
                    <a:pt x="1053376" y="1061504"/>
                  </a:moveTo>
                  <a:lnTo>
                    <a:pt x="1052156" y="1018667"/>
                  </a:lnTo>
                  <a:lnTo>
                    <a:pt x="245427" y="1018667"/>
                  </a:lnTo>
                  <a:lnTo>
                    <a:pt x="241973" y="1061504"/>
                  </a:lnTo>
                  <a:lnTo>
                    <a:pt x="1053376" y="1061504"/>
                  </a:lnTo>
                  <a:close/>
                </a:path>
                <a:path w="1140460" h="4196080">
                  <a:moveTo>
                    <a:pt x="1055611" y="1139863"/>
                  </a:moveTo>
                  <a:lnTo>
                    <a:pt x="1054379" y="1097026"/>
                  </a:lnTo>
                  <a:lnTo>
                    <a:pt x="239344" y="1097026"/>
                  </a:lnTo>
                  <a:lnTo>
                    <a:pt x="235889" y="1139863"/>
                  </a:lnTo>
                  <a:lnTo>
                    <a:pt x="1055611" y="1139863"/>
                  </a:lnTo>
                  <a:close/>
                </a:path>
                <a:path w="1140460" h="4196080">
                  <a:moveTo>
                    <a:pt x="1057630" y="1218222"/>
                  </a:moveTo>
                  <a:lnTo>
                    <a:pt x="1056424" y="1175385"/>
                  </a:lnTo>
                  <a:lnTo>
                    <a:pt x="233248" y="1175385"/>
                  </a:lnTo>
                  <a:lnTo>
                    <a:pt x="229997" y="1218222"/>
                  </a:lnTo>
                  <a:lnTo>
                    <a:pt x="1057630" y="1218222"/>
                  </a:lnTo>
                  <a:close/>
                </a:path>
                <a:path w="1140460" h="4196080">
                  <a:moveTo>
                    <a:pt x="1059878" y="1296581"/>
                  </a:moveTo>
                  <a:lnTo>
                    <a:pt x="1058646" y="1253744"/>
                  </a:lnTo>
                  <a:lnTo>
                    <a:pt x="227152" y="1253744"/>
                  </a:lnTo>
                  <a:lnTo>
                    <a:pt x="223913" y="1296581"/>
                  </a:lnTo>
                  <a:lnTo>
                    <a:pt x="1059878" y="1296581"/>
                  </a:lnTo>
                  <a:close/>
                </a:path>
                <a:path w="1140460" h="4196080">
                  <a:moveTo>
                    <a:pt x="1062101" y="1374940"/>
                  </a:moveTo>
                  <a:lnTo>
                    <a:pt x="1060881" y="1332103"/>
                  </a:lnTo>
                  <a:lnTo>
                    <a:pt x="221068" y="1332103"/>
                  </a:lnTo>
                  <a:lnTo>
                    <a:pt x="217817" y="1374940"/>
                  </a:lnTo>
                  <a:lnTo>
                    <a:pt x="1062101" y="1374940"/>
                  </a:lnTo>
                  <a:close/>
                </a:path>
                <a:path w="1140460" h="4196080">
                  <a:moveTo>
                    <a:pt x="1064133" y="1453286"/>
                  </a:moveTo>
                  <a:lnTo>
                    <a:pt x="1062913" y="1410449"/>
                  </a:lnTo>
                  <a:lnTo>
                    <a:pt x="214972" y="1410449"/>
                  </a:lnTo>
                  <a:lnTo>
                    <a:pt x="211734" y="1453286"/>
                  </a:lnTo>
                  <a:lnTo>
                    <a:pt x="1064133" y="1453286"/>
                  </a:lnTo>
                  <a:close/>
                </a:path>
                <a:path w="1140460" h="4196080">
                  <a:moveTo>
                    <a:pt x="1066368" y="1531645"/>
                  </a:moveTo>
                  <a:lnTo>
                    <a:pt x="1065149" y="1488821"/>
                  </a:lnTo>
                  <a:lnTo>
                    <a:pt x="209092" y="1488821"/>
                  </a:lnTo>
                  <a:lnTo>
                    <a:pt x="205638" y="1531645"/>
                  </a:lnTo>
                  <a:lnTo>
                    <a:pt x="1066368" y="1531645"/>
                  </a:lnTo>
                  <a:close/>
                </a:path>
                <a:path w="1140460" h="4196080">
                  <a:moveTo>
                    <a:pt x="1068590" y="1610004"/>
                  </a:moveTo>
                  <a:lnTo>
                    <a:pt x="1067384" y="1567167"/>
                  </a:lnTo>
                  <a:lnTo>
                    <a:pt x="202996" y="1567167"/>
                  </a:lnTo>
                  <a:lnTo>
                    <a:pt x="199758" y="1610004"/>
                  </a:lnTo>
                  <a:lnTo>
                    <a:pt x="1068590" y="1610004"/>
                  </a:lnTo>
                  <a:close/>
                </a:path>
                <a:path w="1140460" h="4196080">
                  <a:moveTo>
                    <a:pt x="1070635" y="1688363"/>
                  </a:moveTo>
                  <a:lnTo>
                    <a:pt x="1069619" y="1645526"/>
                  </a:lnTo>
                  <a:lnTo>
                    <a:pt x="196913" y="1645526"/>
                  </a:lnTo>
                  <a:lnTo>
                    <a:pt x="193662" y="1688363"/>
                  </a:lnTo>
                  <a:lnTo>
                    <a:pt x="1070635" y="1688363"/>
                  </a:lnTo>
                  <a:close/>
                </a:path>
                <a:path w="1140460" h="4196080">
                  <a:moveTo>
                    <a:pt x="1072870" y="1766722"/>
                  </a:moveTo>
                  <a:lnTo>
                    <a:pt x="1071638" y="1723885"/>
                  </a:lnTo>
                  <a:lnTo>
                    <a:pt x="190817" y="1723885"/>
                  </a:lnTo>
                  <a:lnTo>
                    <a:pt x="187579" y="1766722"/>
                  </a:lnTo>
                  <a:lnTo>
                    <a:pt x="1072870" y="1766722"/>
                  </a:lnTo>
                  <a:close/>
                </a:path>
                <a:path w="1140460" h="4196080">
                  <a:moveTo>
                    <a:pt x="1075093" y="1845081"/>
                  </a:moveTo>
                  <a:lnTo>
                    <a:pt x="1073873" y="1802244"/>
                  </a:lnTo>
                  <a:lnTo>
                    <a:pt x="184734" y="1802244"/>
                  </a:lnTo>
                  <a:lnTo>
                    <a:pt x="181483" y="1845081"/>
                  </a:lnTo>
                  <a:lnTo>
                    <a:pt x="1075093" y="1845081"/>
                  </a:lnTo>
                  <a:close/>
                </a:path>
                <a:path w="1140460" h="4196080">
                  <a:moveTo>
                    <a:pt x="1077328" y="1923440"/>
                  </a:moveTo>
                  <a:lnTo>
                    <a:pt x="1076109" y="1880603"/>
                  </a:lnTo>
                  <a:lnTo>
                    <a:pt x="178841" y="1880603"/>
                  </a:lnTo>
                  <a:lnTo>
                    <a:pt x="175387" y="1923440"/>
                  </a:lnTo>
                  <a:lnTo>
                    <a:pt x="1077328" y="1923440"/>
                  </a:lnTo>
                  <a:close/>
                </a:path>
                <a:path w="1140460" h="4196080">
                  <a:moveTo>
                    <a:pt x="1079347" y="2001799"/>
                  </a:moveTo>
                  <a:lnTo>
                    <a:pt x="1078141" y="1958962"/>
                  </a:lnTo>
                  <a:lnTo>
                    <a:pt x="172758" y="1958962"/>
                  </a:lnTo>
                  <a:lnTo>
                    <a:pt x="169303" y="2001799"/>
                  </a:lnTo>
                  <a:lnTo>
                    <a:pt x="1079347" y="2001799"/>
                  </a:lnTo>
                  <a:close/>
                </a:path>
                <a:path w="1140460" h="4196080">
                  <a:moveTo>
                    <a:pt x="1081582" y="2080158"/>
                  </a:moveTo>
                  <a:lnTo>
                    <a:pt x="1080376" y="2037321"/>
                  </a:lnTo>
                  <a:lnTo>
                    <a:pt x="166662" y="2037321"/>
                  </a:lnTo>
                  <a:lnTo>
                    <a:pt x="163410" y="2080158"/>
                  </a:lnTo>
                  <a:lnTo>
                    <a:pt x="1081582" y="2080158"/>
                  </a:lnTo>
                  <a:close/>
                </a:path>
                <a:path w="1140460" h="4196080">
                  <a:moveTo>
                    <a:pt x="1083818" y="2158517"/>
                  </a:moveTo>
                  <a:lnTo>
                    <a:pt x="1082611" y="2115680"/>
                  </a:lnTo>
                  <a:lnTo>
                    <a:pt x="160578" y="2115680"/>
                  </a:lnTo>
                  <a:lnTo>
                    <a:pt x="157327" y="2158517"/>
                  </a:lnTo>
                  <a:lnTo>
                    <a:pt x="1083818" y="2158517"/>
                  </a:lnTo>
                  <a:close/>
                </a:path>
                <a:path w="1140460" h="4196080">
                  <a:moveTo>
                    <a:pt x="1085862" y="2236660"/>
                  </a:moveTo>
                  <a:lnTo>
                    <a:pt x="1084630" y="2194039"/>
                  </a:lnTo>
                  <a:lnTo>
                    <a:pt x="154482" y="2194039"/>
                  </a:lnTo>
                  <a:lnTo>
                    <a:pt x="151244" y="2236660"/>
                  </a:lnTo>
                  <a:lnTo>
                    <a:pt x="1085862" y="2236660"/>
                  </a:lnTo>
                  <a:close/>
                </a:path>
                <a:path w="1140460" h="4196080">
                  <a:moveTo>
                    <a:pt x="1088085" y="2315019"/>
                  </a:moveTo>
                  <a:lnTo>
                    <a:pt x="1086866" y="2272398"/>
                  </a:lnTo>
                  <a:lnTo>
                    <a:pt x="148399" y="2272398"/>
                  </a:lnTo>
                  <a:lnTo>
                    <a:pt x="145148" y="2315019"/>
                  </a:lnTo>
                  <a:lnTo>
                    <a:pt x="1088085" y="2315019"/>
                  </a:lnTo>
                  <a:close/>
                </a:path>
                <a:path w="1140460" h="4196080">
                  <a:moveTo>
                    <a:pt x="1090320" y="2393391"/>
                  </a:moveTo>
                  <a:lnTo>
                    <a:pt x="1089101" y="2350757"/>
                  </a:lnTo>
                  <a:lnTo>
                    <a:pt x="142506" y="2350757"/>
                  </a:lnTo>
                  <a:lnTo>
                    <a:pt x="139052" y="2393391"/>
                  </a:lnTo>
                  <a:lnTo>
                    <a:pt x="1090320" y="2393391"/>
                  </a:lnTo>
                  <a:close/>
                </a:path>
                <a:path w="1140460" h="4196080">
                  <a:moveTo>
                    <a:pt x="1092339" y="2471737"/>
                  </a:moveTo>
                  <a:lnTo>
                    <a:pt x="1091323" y="2429116"/>
                  </a:lnTo>
                  <a:lnTo>
                    <a:pt x="136410" y="2429116"/>
                  </a:lnTo>
                  <a:lnTo>
                    <a:pt x="133172" y="2471737"/>
                  </a:lnTo>
                  <a:lnTo>
                    <a:pt x="1092339" y="2471737"/>
                  </a:lnTo>
                  <a:close/>
                </a:path>
                <a:path w="1140460" h="4196080">
                  <a:moveTo>
                    <a:pt x="1094574" y="2550096"/>
                  </a:moveTo>
                  <a:lnTo>
                    <a:pt x="1093368" y="2507475"/>
                  </a:lnTo>
                  <a:lnTo>
                    <a:pt x="130327" y="2507475"/>
                  </a:lnTo>
                  <a:lnTo>
                    <a:pt x="127076" y="2550096"/>
                  </a:lnTo>
                  <a:lnTo>
                    <a:pt x="1094574" y="2550096"/>
                  </a:lnTo>
                  <a:close/>
                </a:path>
                <a:path w="1140460" h="4196080">
                  <a:moveTo>
                    <a:pt x="1096810" y="2628455"/>
                  </a:moveTo>
                  <a:lnTo>
                    <a:pt x="1095603" y="2585834"/>
                  </a:lnTo>
                  <a:lnTo>
                    <a:pt x="124231" y="2585834"/>
                  </a:lnTo>
                  <a:lnTo>
                    <a:pt x="120992" y="2628455"/>
                  </a:lnTo>
                  <a:lnTo>
                    <a:pt x="1096810" y="2628455"/>
                  </a:lnTo>
                  <a:close/>
                </a:path>
                <a:path w="1140460" h="4196080">
                  <a:moveTo>
                    <a:pt x="1099045" y="2706814"/>
                  </a:moveTo>
                  <a:lnTo>
                    <a:pt x="1097838" y="2664193"/>
                  </a:lnTo>
                  <a:lnTo>
                    <a:pt x="118148" y="2664193"/>
                  </a:lnTo>
                  <a:lnTo>
                    <a:pt x="114896" y="2706814"/>
                  </a:lnTo>
                  <a:lnTo>
                    <a:pt x="1099045" y="2706814"/>
                  </a:lnTo>
                  <a:close/>
                </a:path>
                <a:path w="1140460" h="4196080">
                  <a:moveTo>
                    <a:pt x="1101077" y="2785186"/>
                  </a:moveTo>
                  <a:lnTo>
                    <a:pt x="1099858" y="2742349"/>
                  </a:lnTo>
                  <a:lnTo>
                    <a:pt x="112255" y="2742349"/>
                  </a:lnTo>
                  <a:lnTo>
                    <a:pt x="108800" y="2785186"/>
                  </a:lnTo>
                  <a:lnTo>
                    <a:pt x="1101077" y="2785186"/>
                  </a:lnTo>
                  <a:close/>
                </a:path>
                <a:path w="1140460" h="4196080">
                  <a:moveTo>
                    <a:pt x="1103312" y="2863545"/>
                  </a:moveTo>
                  <a:lnTo>
                    <a:pt x="1102093" y="2820708"/>
                  </a:lnTo>
                  <a:lnTo>
                    <a:pt x="106172" y="2820708"/>
                  </a:lnTo>
                  <a:lnTo>
                    <a:pt x="102920" y="2863545"/>
                  </a:lnTo>
                  <a:lnTo>
                    <a:pt x="1103312" y="2863545"/>
                  </a:lnTo>
                  <a:close/>
                </a:path>
                <a:path w="1140460" h="4196080">
                  <a:moveTo>
                    <a:pt x="1105547" y="2941904"/>
                  </a:moveTo>
                  <a:lnTo>
                    <a:pt x="1104328" y="2899067"/>
                  </a:lnTo>
                  <a:lnTo>
                    <a:pt x="100076" y="2899067"/>
                  </a:lnTo>
                  <a:lnTo>
                    <a:pt x="96837" y="2941904"/>
                  </a:lnTo>
                  <a:lnTo>
                    <a:pt x="1105547" y="2941904"/>
                  </a:lnTo>
                  <a:close/>
                </a:path>
                <a:path w="1140460" h="4196080">
                  <a:moveTo>
                    <a:pt x="1107567" y="3020263"/>
                  </a:moveTo>
                  <a:lnTo>
                    <a:pt x="1106360" y="2977426"/>
                  </a:lnTo>
                  <a:lnTo>
                    <a:pt x="93992" y="2977426"/>
                  </a:lnTo>
                  <a:lnTo>
                    <a:pt x="90741" y="3020263"/>
                  </a:lnTo>
                  <a:lnTo>
                    <a:pt x="1107567" y="3020263"/>
                  </a:lnTo>
                  <a:close/>
                </a:path>
                <a:path w="1140460" h="4196080">
                  <a:moveTo>
                    <a:pt x="1109802" y="3098622"/>
                  </a:moveTo>
                  <a:lnTo>
                    <a:pt x="1108595" y="3055785"/>
                  </a:lnTo>
                  <a:lnTo>
                    <a:pt x="87896" y="3055785"/>
                  </a:lnTo>
                  <a:lnTo>
                    <a:pt x="84658" y="3098622"/>
                  </a:lnTo>
                  <a:lnTo>
                    <a:pt x="1109802" y="3098622"/>
                  </a:lnTo>
                  <a:close/>
                </a:path>
                <a:path w="1140460" h="4196080">
                  <a:moveTo>
                    <a:pt x="1112037" y="3176981"/>
                  </a:moveTo>
                  <a:lnTo>
                    <a:pt x="1110818" y="3134144"/>
                  </a:lnTo>
                  <a:lnTo>
                    <a:pt x="82016" y="3134144"/>
                  </a:lnTo>
                  <a:lnTo>
                    <a:pt x="78562" y="3176981"/>
                  </a:lnTo>
                  <a:lnTo>
                    <a:pt x="1112037" y="3176981"/>
                  </a:lnTo>
                  <a:close/>
                </a:path>
                <a:path w="1140460" h="4196080">
                  <a:moveTo>
                    <a:pt x="1114069" y="3255340"/>
                  </a:moveTo>
                  <a:lnTo>
                    <a:pt x="1113053" y="3212503"/>
                  </a:lnTo>
                  <a:lnTo>
                    <a:pt x="75920" y="3212503"/>
                  </a:lnTo>
                  <a:lnTo>
                    <a:pt x="72682" y="3255340"/>
                  </a:lnTo>
                  <a:lnTo>
                    <a:pt x="1114069" y="3255340"/>
                  </a:lnTo>
                  <a:close/>
                </a:path>
                <a:path w="1140460" h="4196080">
                  <a:moveTo>
                    <a:pt x="1116304" y="3333699"/>
                  </a:moveTo>
                  <a:lnTo>
                    <a:pt x="1115085" y="3290862"/>
                  </a:lnTo>
                  <a:lnTo>
                    <a:pt x="69837" y="3290862"/>
                  </a:lnTo>
                  <a:lnTo>
                    <a:pt x="66586" y="3333699"/>
                  </a:lnTo>
                  <a:lnTo>
                    <a:pt x="1116304" y="3333699"/>
                  </a:lnTo>
                  <a:close/>
                </a:path>
                <a:path w="1140460" h="4196080">
                  <a:moveTo>
                    <a:pt x="1118539" y="3412058"/>
                  </a:moveTo>
                  <a:lnTo>
                    <a:pt x="1117320" y="3369221"/>
                  </a:lnTo>
                  <a:lnTo>
                    <a:pt x="63741" y="3369221"/>
                  </a:lnTo>
                  <a:lnTo>
                    <a:pt x="60490" y="3412058"/>
                  </a:lnTo>
                  <a:lnTo>
                    <a:pt x="1118539" y="3412058"/>
                  </a:lnTo>
                  <a:close/>
                </a:path>
                <a:path w="1140460" h="4196080">
                  <a:moveTo>
                    <a:pt x="1120571" y="3490417"/>
                  </a:moveTo>
                  <a:lnTo>
                    <a:pt x="1119555" y="3447580"/>
                  </a:lnTo>
                  <a:lnTo>
                    <a:pt x="57645" y="3447580"/>
                  </a:lnTo>
                  <a:lnTo>
                    <a:pt x="54406" y="3490417"/>
                  </a:lnTo>
                  <a:lnTo>
                    <a:pt x="1120571" y="3490417"/>
                  </a:lnTo>
                  <a:close/>
                </a:path>
                <a:path w="1140460" h="4196080">
                  <a:moveTo>
                    <a:pt x="1122794" y="3568763"/>
                  </a:moveTo>
                  <a:lnTo>
                    <a:pt x="1121587" y="3525926"/>
                  </a:lnTo>
                  <a:lnTo>
                    <a:pt x="51765" y="3525926"/>
                  </a:lnTo>
                  <a:lnTo>
                    <a:pt x="48310" y="3568763"/>
                  </a:lnTo>
                  <a:lnTo>
                    <a:pt x="1122794" y="3568763"/>
                  </a:lnTo>
                  <a:close/>
                </a:path>
                <a:path w="1140460" h="4196080">
                  <a:moveTo>
                    <a:pt x="1125029" y="3647122"/>
                  </a:moveTo>
                  <a:lnTo>
                    <a:pt x="1123823" y="3604285"/>
                  </a:lnTo>
                  <a:lnTo>
                    <a:pt x="45669" y="3604285"/>
                  </a:lnTo>
                  <a:lnTo>
                    <a:pt x="42214" y="3647122"/>
                  </a:lnTo>
                  <a:lnTo>
                    <a:pt x="1125029" y="3647122"/>
                  </a:lnTo>
                  <a:close/>
                </a:path>
                <a:path w="1140460" h="4196080">
                  <a:moveTo>
                    <a:pt x="1127264" y="3725481"/>
                  </a:moveTo>
                  <a:lnTo>
                    <a:pt x="1126045" y="3682644"/>
                  </a:lnTo>
                  <a:lnTo>
                    <a:pt x="39585" y="3682644"/>
                  </a:lnTo>
                  <a:lnTo>
                    <a:pt x="36334" y="3725481"/>
                  </a:lnTo>
                  <a:lnTo>
                    <a:pt x="1127264" y="3725481"/>
                  </a:lnTo>
                  <a:close/>
                </a:path>
                <a:path w="1140460" h="4196080">
                  <a:moveTo>
                    <a:pt x="1129296" y="3803840"/>
                  </a:moveTo>
                  <a:lnTo>
                    <a:pt x="1128077" y="3761003"/>
                  </a:lnTo>
                  <a:lnTo>
                    <a:pt x="33489" y="3761003"/>
                  </a:lnTo>
                  <a:lnTo>
                    <a:pt x="30251" y="3803840"/>
                  </a:lnTo>
                  <a:lnTo>
                    <a:pt x="1129296" y="3803840"/>
                  </a:lnTo>
                  <a:close/>
                </a:path>
                <a:path w="1140460" h="4196080">
                  <a:moveTo>
                    <a:pt x="1131531" y="3882199"/>
                  </a:moveTo>
                  <a:lnTo>
                    <a:pt x="1130312" y="3839362"/>
                  </a:lnTo>
                  <a:lnTo>
                    <a:pt x="27406" y="3839362"/>
                  </a:lnTo>
                  <a:lnTo>
                    <a:pt x="24155" y="3882199"/>
                  </a:lnTo>
                  <a:lnTo>
                    <a:pt x="1131531" y="3882199"/>
                  </a:lnTo>
                  <a:close/>
                </a:path>
                <a:path w="1140460" h="4196080">
                  <a:moveTo>
                    <a:pt x="1133767" y="3960558"/>
                  </a:moveTo>
                  <a:lnTo>
                    <a:pt x="1132547" y="3917721"/>
                  </a:lnTo>
                  <a:lnTo>
                    <a:pt x="21310" y="3917721"/>
                  </a:lnTo>
                  <a:lnTo>
                    <a:pt x="18072" y="3960558"/>
                  </a:lnTo>
                  <a:lnTo>
                    <a:pt x="1133767" y="3960558"/>
                  </a:lnTo>
                  <a:close/>
                </a:path>
                <a:path w="1140460" h="4196080">
                  <a:moveTo>
                    <a:pt x="1135786" y="4038917"/>
                  </a:moveTo>
                  <a:lnTo>
                    <a:pt x="1134770" y="3996080"/>
                  </a:lnTo>
                  <a:lnTo>
                    <a:pt x="15430" y="3996080"/>
                  </a:lnTo>
                  <a:lnTo>
                    <a:pt x="11976" y="4038917"/>
                  </a:lnTo>
                  <a:lnTo>
                    <a:pt x="1135786" y="4038917"/>
                  </a:lnTo>
                  <a:close/>
                </a:path>
                <a:path w="1140460" h="4196080">
                  <a:moveTo>
                    <a:pt x="1138021" y="4117276"/>
                  </a:moveTo>
                  <a:lnTo>
                    <a:pt x="1136815" y="4074439"/>
                  </a:lnTo>
                  <a:lnTo>
                    <a:pt x="9334" y="4074439"/>
                  </a:lnTo>
                  <a:lnTo>
                    <a:pt x="6096" y="4117276"/>
                  </a:lnTo>
                  <a:lnTo>
                    <a:pt x="1138021" y="4117276"/>
                  </a:lnTo>
                  <a:close/>
                </a:path>
                <a:path w="1140460" h="4196080">
                  <a:moveTo>
                    <a:pt x="1140256" y="4195635"/>
                  </a:moveTo>
                  <a:lnTo>
                    <a:pt x="1139037" y="4152798"/>
                  </a:lnTo>
                  <a:lnTo>
                    <a:pt x="3251" y="4152798"/>
                  </a:lnTo>
                  <a:lnTo>
                    <a:pt x="0" y="4195635"/>
                  </a:lnTo>
                  <a:lnTo>
                    <a:pt x="1140256" y="4195635"/>
                  </a:lnTo>
                  <a:close/>
                </a:path>
              </a:pathLst>
            </a:custGeom>
            <a:solidFill>
              <a:srgbClr val="CDEBE6">
                <a:alpha val="15359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22" name="object 522" descr=""/>
          <p:cNvSpPr/>
          <p:nvPr/>
        </p:nvSpPr>
        <p:spPr>
          <a:xfrm>
            <a:off x="5562324" y="6631551"/>
            <a:ext cx="231775" cy="1784985"/>
          </a:xfrm>
          <a:custGeom>
            <a:avLst/>
            <a:gdLst/>
            <a:ahLst/>
            <a:cxnLst/>
            <a:rect l="l" t="t" r="r" b="b"/>
            <a:pathLst>
              <a:path w="231775" h="1784984">
                <a:moveTo>
                  <a:pt x="172403" y="0"/>
                </a:moveTo>
                <a:lnTo>
                  <a:pt x="0" y="0"/>
                </a:lnTo>
                <a:lnTo>
                  <a:pt x="49527" y="1784490"/>
                </a:lnTo>
                <a:lnTo>
                  <a:pt x="231699" y="1784490"/>
                </a:lnTo>
                <a:lnTo>
                  <a:pt x="172403" y="0"/>
                </a:lnTo>
                <a:close/>
              </a:path>
            </a:pathLst>
          </a:custGeom>
          <a:solidFill>
            <a:srgbClr val="CDEBE6">
              <a:alpha val="2303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523" name="object 523" descr=""/>
          <p:cNvSpPr/>
          <p:nvPr/>
        </p:nvSpPr>
        <p:spPr>
          <a:xfrm>
            <a:off x="3092589" y="7205859"/>
            <a:ext cx="408940" cy="1342390"/>
          </a:xfrm>
          <a:custGeom>
            <a:avLst/>
            <a:gdLst/>
            <a:ahLst/>
            <a:cxnLst/>
            <a:rect l="l" t="t" r="r" b="b"/>
            <a:pathLst>
              <a:path w="408939" h="1342390">
                <a:moveTo>
                  <a:pt x="408736" y="8890"/>
                </a:moveTo>
                <a:lnTo>
                  <a:pt x="408724" y="584"/>
                </a:lnTo>
                <a:lnTo>
                  <a:pt x="391121" y="584"/>
                </a:lnTo>
                <a:lnTo>
                  <a:pt x="391121" y="8890"/>
                </a:lnTo>
                <a:lnTo>
                  <a:pt x="310908" y="8890"/>
                </a:lnTo>
                <a:lnTo>
                  <a:pt x="310908" y="584"/>
                </a:lnTo>
                <a:lnTo>
                  <a:pt x="293306" y="584"/>
                </a:lnTo>
                <a:lnTo>
                  <a:pt x="293306" y="8890"/>
                </a:lnTo>
                <a:lnTo>
                  <a:pt x="213106" y="8890"/>
                </a:lnTo>
                <a:lnTo>
                  <a:pt x="213106" y="584"/>
                </a:lnTo>
                <a:lnTo>
                  <a:pt x="195503" y="584"/>
                </a:lnTo>
                <a:lnTo>
                  <a:pt x="195503" y="8890"/>
                </a:lnTo>
                <a:lnTo>
                  <a:pt x="115290" y="8890"/>
                </a:lnTo>
                <a:lnTo>
                  <a:pt x="115290" y="584"/>
                </a:lnTo>
                <a:lnTo>
                  <a:pt x="97688" y="584"/>
                </a:lnTo>
                <a:lnTo>
                  <a:pt x="97688" y="8890"/>
                </a:lnTo>
                <a:lnTo>
                  <a:pt x="17614" y="8890"/>
                </a:lnTo>
                <a:lnTo>
                  <a:pt x="17614" y="0"/>
                </a:lnTo>
                <a:lnTo>
                  <a:pt x="0" y="0"/>
                </a:lnTo>
                <a:lnTo>
                  <a:pt x="0" y="1342275"/>
                </a:lnTo>
                <a:lnTo>
                  <a:pt x="1828" y="1342275"/>
                </a:lnTo>
                <a:lnTo>
                  <a:pt x="17475" y="1342275"/>
                </a:lnTo>
                <a:lnTo>
                  <a:pt x="408736" y="1342275"/>
                </a:lnTo>
                <a:lnTo>
                  <a:pt x="408736" y="889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524" name="object 524" descr=""/>
          <p:cNvSpPr/>
          <p:nvPr/>
        </p:nvSpPr>
        <p:spPr>
          <a:xfrm>
            <a:off x="14981738" y="7769851"/>
            <a:ext cx="819785" cy="819785"/>
          </a:xfrm>
          <a:custGeom>
            <a:avLst/>
            <a:gdLst/>
            <a:ahLst/>
            <a:cxnLst/>
            <a:rect l="l" t="t" r="r" b="b"/>
            <a:pathLst>
              <a:path w="819784" h="819784">
                <a:moveTo>
                  <a:pt x="409809" y="0"/>
                </a:moveTo>
                <a:lnTo>
                  <a:pt x="362017" y="2757"/>
                </a:lnTo>
                <a:lnTo>
                  <a:pt x="315845" y="10823"/>
                </a:lnTo>
                <a:lnTo>
                  <a:pt x="271598" y="23891"/>
                </a:lnTo>
                <a:lnTo>
                  <a:pt x="229587" y="41654"/>
                </a:lnTo>
                <a:lnTo>
                  <a:pt x="190116" y="63803"/>
                </a:lnTo>
                <a:lnTo>
                  <a:pt x="153495" y="90031"/>
                </a:lnTo>
                <a:lnTo>
                  <a:pt x="120031" y="120031"/>
                </a:lnTo>
                <a:lnTo>
                  <a:pt x="90031" y="153495"/>
                </a:lnTo>
                <a:lnTo>
                  <a:pt x="63803" y="190116"/>
                </a:lnTo>
                <a:lnTo>
                  <a:pt x="41654" y="229587"/>
                </a:lnTo>
                <a:lnTo>
                  <a:pt x="23891" y="271598"/>
                </a:lnTo>
                <a:lnTo>
                  <a:pt x="10823" y="315845"/>
                </a:lnTo>
                <a:lnTo>
                  <a:pt x="2757" y="362017"/>
                </a:lnTo>
                <a:lnTo>
                  <a:pt x="0" y="409809"/>
                </a:lnTo>
                <a:lnTo>
                  <a:pt x="2757" y="457601"/>
                </a:lnTo>
                <a:lnTo>
                  <a:pt x="10823" y="503774"/>
                </a:lnTo>
                <a:lnTo>
                  <a:pt x="23891" y="548020"/>
                </a:lnTo>
                <a:lnTo>
                  <a:pt x="41654" y="590031"/>
                </a:lnTo>
                <a:lnTo>
                  <a:pt x="63803" y="629502"/>
                </a:lnTo>
                <a:lnTo>
                  <a:pt x="90031" y="666123"/>
                </a:lnTo>
                <a:lnTo>
                  <a:pt x="120031" y="699587"/>
                </a:lnTo>
                <a:lnTo>
                  <a:pt x="153495" y="729587"/>
                </a:lnTo>
                <a:lnTo>
                  <a:pt x="190116" y="755815"/>
                </a:lnTo>
                <a:lnTo>
                  <a:pt x="229587" y="777964"/>
                </a:lnTo>
                <a:lnTo>
                  <a:pt x="271598" y="795727"/>
                </a:lnTo>
                <a:lnTo>
                  <a:pt x="315845" y="808795"/>
                </a:lnTo>
                <a:lnTo>
                  <a:pt x="362017" y="816861"/>
                </a:lnTo>
                <a:lnTo>
                  <a:pt x="409809" y="819619"/>
                </a:lnTo>
                <a:lnTo>
                  <a:pt x="457601" y="816861"/>
                </a:lnTo>
                <a:lnTo>
                  <a:pt x="503774" y="808795"/>
                </a:lnTo>
                <a:lnTo>
                  <a:pt x="548020" y="795727"/>
                </a:lnTo>
                <a:lnTo>
                  <a:pt x="590031" y="777964"/>
                </a:lnTo>
                <a:lnTo>
                  <a:pt x="629502" y="755815"/>
                </a:lnTo>
                <a:lnTo>
                  <a:pt x="666123" y="729587"/>
                </a:lnTo>
                <a:lnTo>
                  <a:pt x="699587" y="699587"/>
                </a:lnTo>
                <a:lnTo>
                  <a:pt x="729587" y="666123"/>
                </a:lnTo>
                <a:lnTo>
                  <a:pt x="755815" y="629502"/>
                </a:lnTo>
                <a:lnTo>
                  <a:pt x="777964" y="590031"/>
                </a:lnTo>
                <a:lnTo>
                  <a:pt x="795727" y="548020"/>
                </a:lnTo>
                <a:lnTo>
                  <a:pt x="808795" y="503774"/>
                </a:lnTo>
                <a:lnTo>
                  <a:pt x="816861" y="457601"/>
                </a:lnTo>
                <a:lnTo>
                  <a:pt x="819619" y="409809"/>
                </a:lnTo>
                <a:lnTo>
                  <a:pt x="816861" y="362017"/>
                </a:lnTo>
                <a:lnTo>
                  <a:pt x="808795" y="315845"/>
                </a:lnTo>
                <a:lnTo>
                  <a:pt x="795727" y="271598"/>
                </a:lnTo>
                <a:lnTo>
                  <a:pt x="777964" y="229587"/>
                </a:lnTo>
                <a:lnTo>
                  <a:pt x="755815" y="190116"/>
                </a:lnTo>
                <a:lnTo>
                  <a:pt x="729587" y="153495"/>
                </a:lnTo>
                <a:lnTo>
                  <a:pt x="699587" y="120031"/>
                </a:lnTo>
                <a:lnTo>
                  <a:pt x="666123" y="90031"/>
                </a:lnTo>
                <a:lnTo>
                  <a:pt x="629502" y="63803"/>
                </a:lnTo>
                <a:lnTo>
                  <a:pt x="590031" y="41654"/>
                </a:lnTo>
                <a:lnTo>
                  <a:pt x="548020" y="23891"/>
                </a:lnTo>
                <a:lnTo>
                  <a:pt x="503774" y="10823"/>
                </a:lnTo>
                <a:lnTo>
                  <a:pt x="457601" y="2757"/>
                </a:lnTo>
                <a:lnTo>
                  <a:pt x="409809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525" name="object 525" descr=""/>
          <p:cNvSpPr/>
          <p:nvPr/>
        </p:nvSpPr>
        <p:spPr>
          <a:xfrm>
            <a:off x="10257562" y="7783086"/>
            <a:ext cx="1174750" cy="1020444"/>
          </a:xfrm>
          <a:custGeom>
            <a:avLst/>
            <a:gdLst/>
            <a:ahLst/>
            <a:cxnLst/>
            <a:rect l="l" t="t" r="r" b="b"/>
            <a:pathLst>
              <a:path w="1174750" h="1020445">
                <a:moveTo>
                  <a:pt x="1174711" y="610260"/>
                </a:moveTo>
                <a:lnTo>
                  <a:pt x="1171956" y="562470"/>
                </a:lnTo>
                <a:lnTo>
                  <a:pt x="1163891" y="516293"/>
                </a:lnTo>
                <a:lnTo>
                  <a:pt x="1150823" y="472046"/>
                </a:lnTo>
                <a:lnTo>
                  <a:pt x="1133055" y="430034"/>
                </a:lnTo>
                <a:lnTo>
                  <a:pt x="1110907" y="390563"/>
                </a:lnTo>
                <a:lnTo>
                  <a:pt x="1084681" y="353949"/>
                </a:lnTo>
                <a:lnTo>
                  <a:pt x="1054684" y="320484"/>
                </a:lnTo>
                <a:lnTo>
                  <a:pt x="1021219" y="290487"/>
                </a:lnTo>
                <a:lnTo>
                  <a:pt x="984592" y="264248"/>
                </a:lnTo>
                <a:lnTo>
                  <a:pt x="945121" y="242100"/>
                </a:lnTo>
                <a:lnTo>
                  <a:pt x="903109" y="224345"/>
                </a:lnTo>
                <a:lnTo>
                  <a:pt x="858862" y="211277"/>
                </a:lnTo>
                <a:lnTo>
                  <a:pt x="812698" y="203212"/>
                </a:lnTo>
                <a:lnTo>
                  <a:pt x="764895" y="200456"/>
                </a:lnTo>
                <a:lnTo>
                  <a:pt x="761707" y="200647"/>
                </a:lnTo>
                <a:lnTo>
                  <a:pt x="755815" y="190119"/>
                </a:lnTo>
                <a:lnTo>
                  <a:pt x="729589" y="153492"/>
                </a:lnTo>
                <a:lnTo>
                  <a:pt x="699592" y="120027"/>
                </a:lnTo>
                <a:lnTo>
                  <a:pt x="666127" y="90030"/>
                </a:lnTo>
                <a:lnTo>
                  <a:pt x="629500" y="63804"/>
                </a:lnTo>
                <a:lnTo>
                  <a:pt x="590029" y="41656"/>
                </a:lnTo>
                <a:lnTo>
                  <a:pt x="548017" y="23888"/>
                </a:lnTo>
                <a:lnTo>
                  <a:pt x="503770" y="10820"/>
                </a:lnTo>
                <a:lnTo>
                  <a:pt x="457606" y="2755"/>
                </a:lnTo>
                <a:lnTo>
                  <a:pt x="409816" y="0"/>
                </a:lnTo>
                <a:lnTo>
                  <a:pt x="362026" y="2755"/>
                </a:lnTo>
                <a:lnTo>
                  <a:pt x="315849" y="10820"/>
                </a:lnTo>
                <a:lnTo>
                  <a:pt x="271602" y="23888"/>
                </a:lnTo>
                <a:lnTo>
                  <a:pt x="229590" y="41656"/>
                </a:lnTo>
                <a:lnTo>
                  <a:pt x="190119" y="63804"/>
                </a:lnTo>
                <a:lnTo>
                  <a:pt x="153504" y="90030"/>
                </a:lnTo>
                <a:lnTo>
                  <a:pt x="120040" y="120027"/>
                </a:lnTo>
                <a:lnTo>
                  <a:pt x="90030" y="153492"/>
                </a:lnTo>
                <a:lnTo>
                  <a:pt x="63804" y="190119"/>
                </a:lnTo>
                <a:lnTo>
                  <a:pt x="41656" y="229590"/>
                </a:lnTo>
                <a:lnTo>
                  <a:pt x="23888" y="271602"/>
                </a:lnTo>
                <a:lnTo>
                  <a:pt x="10820" y="315849"/>
                </a:lnTo>
                <a:lnTo>
                  <a:pt x="2755" y="362013"/>
                </a:lnTo>
                <a:lnTo>
                  <a:pt x="0" y="409803"/>
                </a:lnTo>
                <a:lnTo>
                  <a:pt x="2755" y="457606"/>
                </a:lnTo>
                <a:lnTo>
                  <a:pt x="10820" y="503770"/>
                </a:lnTo>
                <a:lnTo>
                  <a:pt x="23888" y="548017"/>
                </a:lnTo>
                <a:lnTo>
                  <a:pt x="41656" y="590029"/>
                </a:lnTo>
                <a:lnTo>
                  <a:pt x="63804" y="629500"/>
                </a:lnTo>
                <a:lnTo>
                  <a:pt x="90030" y="666127"/>
                </a:lnTo>
                <a:lnTo>
                  <a:pt x="120040" y="699592"/>
                </a:lnTo>
                <a:lnTo>
                  <a:pt x="153504" y="729589"/>
                </a:lnTo>
                <a:lnTo>
                  <a:pt x="190119" y="755815"/>
                </a:lnTo>
                <a:lnTo>
                  <a:pt x="229590" y="777963"/>
                </a:lnTo>
                <a:lnTo>
                  <a:pt x="271602" y="795731"/>
                </a:lnTo>
                <a:lnTo>
                  <a:pt x="315849" y="808799"/>
                </a:lnTo>
                <a:lnTo>
                  <a:pt x="362026" y="816864"/>
                </a:lnTo>
                <a:lnTo>
                  <a:pt x="409816" y="819619"/>
                </a:lnTo>
                <a:lnTo>
                  <a:pt x="412991" y="819442"/>
                </a:lnTo>
                <a:lnTo>
                  <a:pt x="418896" y="829957"/>
                </a:lnTo>
                <a:lnTo>
                  <a:pt x="445122" y="866571"/>
                </a:lnTo>
                <a:lnTo>
                  <a:pt x="475119" y="900036"/>
                </a:lnTo>
                <a:lnTo>
                  <a:pt x="508584" y="930033"/>
                </a:lnTo>
                <a:lnTo>
                  <a:pt x="545211" y="956271"/>
                </a:lnTo>
                <a:lnTo>
                  <a:pt x="584682" y="978420"/>
                </a:lnTo>
                <a:lnTo>
                  <a:pt x="626694" y="996175"/>
                </a:lnTo>
                <a:lnTo>
                  <a:pt x="670941" y="1009243"/>
                </a:lnTo>
                <a:lnTo>
                  <a:pt x="717105" y="1017308"/>
                </a:lnTo>
                <a:lnTo>
                  <a:pt x="764895" y="1020064"/>
                </a:lnTo>
                <a:lnTo>
                  <a:pt x="812698" y="1017308"/>
                </a:lnTo>
                <a:lnTo>
                  <a:pt x="858862" y="1009243"/>
                </a:lnTo>
                <a:lnTo>
                  <a:pt x="903109" y="996175"/>
                </a:lnTo>
                <a:lnTo>
                  <a:pt x="945121" y="978420"/>
                </a:lnTo>
                <a:lnTo>
                  <a:pt x="984592" y="956271"/>
                </a:lnTo>
                <a:lnTo>
                  <a:pt x="1021219" y="930033"/>
                </a:lnTo>
                <a:lnTo>
                  <a:pt x="1054684" y="900036"/>
                </a:lnTo>
                <a:lnTo>
                  <a:pt x="1084681" y="866571"/>
                </a:lnTo>
                <a:lnTo>
                  <a:pt x="1110907" y="829957"/>
                </a:lnTo>
                <a:lnTo>
                  <a:pt x="1133055" y="790486"/>
                </a:lnTo>
                <a:lnTo>
                  <a:pt x="1150823" y="748474"/>
                </a:lnTo>
                <a:lnTo>
                  <a:pt x="1163891" y="704227"/>
                </a:lnTo>
                <a:lnTo>
                  <a:pt x="1171956" y="658050"/>
                </a:lnTo>
                <a:lnTo>
                  <a:pt x="1174711" y="61026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526" name="object 526" descr=""/>
          <p:cNvSpPr/>
          <p:nvPr/>
        </p:nvSpPr>
        <p:spPr>
          <a:xfrm>
            <a:off x="7478529" y="8059001"/>
            <a:ext cx="819785" cy="819785"/>
          </a:xfrm>
          <a:custGeom>
            <a:avLst/>
            <a:gdLst/>
            <a:ahLst/>
            <a:cxnLst/>
            <a:rect l="l" t="t" r="r" b="b"/>
            <a:pathLst>
              <a:path w="819784" h="819784">
                <a:moveTo>
                  <a:pt x="409809" y="0"/>
                </a:moveTo>
                <a:lnTo>
                  <a:pt x="362017" y="2757"/>
                </a:lnTo>
                <a:lnTo>
                  <a:pt x="315845" y="10823"/>
                </a:lnTo>
                <a:lnTo>
                  <a:pt x="271598" y="23891"/>
                </a:lnTo>
                <a:lnTo>
                  <a:pt x="229587" y="41654"/>
                </a:lnTo>
                <a:lnTo>
                  <a:pt x="190116" y="63803"/>
                </a:lnTo>
                <a:lnTo>
                  <a:pt x="153495" y="90031"/>
                </a:lnTo>
                <a:lnTo>
                  <a:pt x="120031" y="120031"/>
                </a:lnTo>
                <a:lnTo>
                  <a:pt x="90031" y="153495"/>
                </a:lnTo>
                <a:lnTo>
                  <a:pt x="63803" y="190116"/>
                </a:lnTo>
                <a:lnTo>
                  <a:pt x="41654" y="229587"/>
                </a:lnTo>
                <a:lnTo>
                  <a:pt x="23891" y="271598"/>
                </a:lnTo>
                <a:lnTo>
                  <a:pt x="10823" y="315845"/>
                </a:lnTo>
                <a:lnTo>
                  <a:pt x="2757" y="362017"/>
                </a:lnTo>
                <a:lnTo>
                  <a:pt x="0" y="409809"/>
                </a:lnTo>
                <a:lnTo>
                  <a:pt x="2757" y="457601"/>
                </a:lnTo>
                <a:lnTo>
                  <a:pt x="10823" y="503774"/>
                </a:lnTo>
                <a:lnTo>
                  <a:pt x="23891" y="548020"/>
                </a:lnTo>
                <a:lnTo>
                  <a:pt x="41654" y="590031"/>
                </a:lnTo>
                <a:lnTo>
                  <a:pt x="63803" y="629502"/>
                </a:lnTo>
                <a:lnTo>
                  <a:pt x="90031" y="666123"/>
                </a:lnTo>
                <a:lnTo>
                  <a:pt x="120031" y="699587"/>
                </a:lnTo>
                <a:lnTo>
                  <a:pt x="153495" y="729587"/>
                </a:lnTo>
                <a:lnTo>
                  <a:pt x="190116" y="755815"/>
                </a:lnTo>
                <a:lnTo>
                  <a:pt x="229587" y="777964"/>
                </a:lnTo>
                <a:lnTo>
                  <a:pt x="271598" y="795727"/>
                </a:lnTo>
                <a:lnTo>
                  <a:pt x="315845" y="808795"/>
                </a:lnTo>
                <a:lnTo>
                  <a:pt x="362017" y="816861"/>
                </a:lnTo>
                <a:lnTo>
                  <a:pt x="409809" y="819619"/>
                </a:lnTo>
                <a:lnTo>
                  <a:pt x="457601" y="816861"/>
                </a:lnTo>
                <a:lnTo>
                  <a:pt x="503774" y="808795"/>
                </a:lnTo>
                <a:lnTo>
                  <a:pt x="548020" y="795727"/>
                </a:lnTo>
                <a:lnTo>
                  <a:pt x="590031" y="777964"/>
                </a:lnTo>
                <a:lnTo>
                  <a:pt x="629502" y="755815"/>
                </a:lnTo>
                <a:lnTo>
                  <a:pt x="666123" y="729587"/>
                </a:lnTo>
                <a:lnTo>
                  <a:pt x="699587" y="699587"/>
                </a:lnTo>
                <a:lnTo>
                  <a:pt x="729587" y="666123"/>
                </a:lnTo>
                <a:lnTo>
                  <a:pt x="755815" y="629502"/>
                </a:lnTo>
                <a:lnTo>
                  <a:pt x="777964" y="590031"/>
                </a:lnTo>
                <a:lnTo>
                  <a:pt x="795727" y="548020"/>
                </a:lnTo>
                <a:lnTo>
                  <a:pt x="808795" y="503774"/>
                </a:lnTo>
                <a:lnTo>
                  <a:pt x="816861" y="457601"/>
                </a:lnTo>
                <a:lnTo>
                  <a:pt x="819619" y="409809"/>
                </a:lnTo>
                <a:lnTo>
                  <a:pt x="816861" y="362017"/>
                </a:lnTo>
                <a:lnTo>
                  <a:pt x="808795" y="315845"/>
                </a:lnTo>
                <a:lnTo>
                  <a:pt x="795727" y="271598"/>
                </a:lnTo>
                <a:lnTo>
                  <a:pt x="777964" y="229587"/>
                </a:lnTo>
                <a:lnTo>
                  <a:pt x="755815" y="190116"/>
                </a:lnTo>
                <a:lnTo>
                  <a:pt x="729587" y="153495"/>
                </a:lnTo>
                <a:lnTo>
                  <a:pt x="699587" y="120031"/>
                </a:lnTo>
                <a:lnTo>
                  <a:pt x="666123" y="90031"/>
                </a:lnTo>
                <a:lnTo>
                  <a:pt x="629502" y="63803"/>
                </a:lnTo>
                <a:lnTo>
                  <a:pt x="590031" y="41654"/>
                </a:lnTo>
                <a:lnTo>
                  <a:pt x="548020" y="23891"/>
                </a:lnTo>
                <a:lnTo>
                  <a:pt x="503774" y="10823"/>
                </a:lnTo>
                <a:lnTo>
                  <a:pt x="457601" y="2757"/>
                </a:lnTo>
                <a:lnTo>
                  <a:pt x="409809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527" name="object 527" descr=""/>
          <p:cNvSpPr/>
          <p:nvPr/>
        </p:nvSpPr>
        <p:spPr>
          <a:xfrm>
            <a:off x="6160998" y="7763884"/>
            <a:ext cx="1287145" cy="949325"/>
          </a:xfrm>
          <a:custGeom>
            <a:avLst/>
            <a:gdLst/>
            <a:ahLst/>
            <a:cxnLst/>
            <a:rect l="l" t="t" r="r" b="b"/>
            <a:pathLst>
              <a:path w="1287145" h="949325">
                <a:moveTo>
                  <a:pt x="1286903" y="539419"/>
                </a:moveTo>
                <a:lnTo>
                  <a:pt x="1284147" y="491629"/>
                </a:lnTo>
                <a:lnTo>
                  <a:pt x="1276083" y="445452"/>
                </a:lnTo>
                <a:lnTo>
                  <a:pt x="1263015" y="401205"/>
                </a:lnTo>
                <a:lnTo>
                  <a:pt x="1245260" y="359194"/>
                </a:lnTo>
                <a:lnTo>
                  <a:pt x="1223111" y="319722"/>
                </a:lnTo>
                <a:lnTo>
                  <a:pt x="1196873" y="283108"/>
                </a:lnTo>
                <a:lnTo>
                  <a:pt x="1166876" y="249643"/>
                </a:lnTo>
                <a:lnTo>
                  <a:pt x="1133411" y="219633"/>
                </a:lnTo>
                <a:lnTo>
                  <a:pt x="1096797" y="193408"/>
                </a:lnTo>
                <a:lnTo>
                  <a:pt x="1057325" y="171259"/>
                </a:lnTo>
                <a:lnTo>
                  <a:pt x="1015314" y="153504"/>
                </a:lnTo>
                <a:lnTo>
                  <a:pt x="971067" y="140436"/>
                </a:lnTo>
                <a:lnTo>
                  <a:pt x="924890" y="132359"/>
                </a:lnTo>
                <a:lnTo>
                  <a:pt x="877100" y="129603"/>
                </a:lnTo>
                <a:lnTo>
                  <a:pt x="829310" y="132359"/>
                </a:lnTo>
                <a:lnTo>
                  <a:pt x="783132" y="140436"/>
                </a:lnTo>
                <a:lnTo>
                  <a:pt x="738886" y="153504"/>
                </a:lnTo>
                <a:lnTo>
                  <a:pt x="731748" y="156527"/>
                </a:lnTo>
                <a:lnTo>
                  <a:pt x="729589" y="153504"/>
                </a:lnTo>
                <a:lnTo>
                  <a:pt x="699592" y="120040"/>
                </a:lnTo>
                <a:lnTo>
                  <a:pt x="666127" y="90030"/>
                </a:lnTo>
                <a:lnTo>
                  <a:pt x="629513" y="63804"/>
                </a:lnTo>
                <a:lnTo>
                  <a:pt x="590042" y="41656"/>
                </a:lnTo>
                <a:lnTo>
                  <a:pt x="548030" y="23901"/>
                </a:lnTo>
                <a:lnTo>
                  <a:pt x="503783" y="10833"/>
                </a:lnTo>
                <a:lnTo>
                  <a:pt x="457606" y="2755"/>
                </a:lnTo>
                <a:lnTo>
                  <a:pt x="409816" y="0"/>
                </a:lnTo>
                <a:lnTo>
                  <a:pt x="362026" y="2755"/>
                </a:lnTo>
                <a:lnTo>
                  <a:pt x="315849" y="10833"/>
                </a:lnTo>
                <a:lnTo>
                  <a:pt x="271602" y="23901"/>
                </a:lnTo>
                <a:lnTo>
                  <a:pt x="229590" y="41656"/>
                </a:lnTo>
                <a:lnTo>
                  <a:pt x="190119" y="63804"/>
                </a:lnTo>
                <a:lnTo>
                  <a:pt x="153504" y="90030"/>
                </a:lnTo>
                <a:lnTo>
                  <a:pt x="120040" y="120040"/>
                </a:lnTo>
                <a:lnTo>
                  <a:pt x="90043" y="153504"/>
                </a:lnTo>
                <a:lnTo>
                  <a:pt x="63804" y="190119"/>
                </a:lnTo>
                <a:lnTo>
                  <a:pt x="41656" y="229590"/>
                </a:lnTo>
                <a:lnTo>
                  <a:pt x="23901" y="271602"/>
                </a:lnTo>
                <a:lnTo>
                  <a:pt x="10833" y="315849"/>
                </a:lnTo>
                <a:lnTo>
                  <a:pt x="2768" y="362026"/>
                </a:lnTo>
                <a:lnTo>
                  <a:pt x="0" y="409816"/>
                </a:lnTo>
                <a:lnTo>
                  <a:pt x="2768" y="457606"/>
                </a:lnTo>
                <a:lnTo>
                  <a:pt x="10833" y="503783"/>
                </a:lnTo>
                <a:lnTo>
                  <a:pt x="23901" y="548030"/>
                </a:lnTo>
                <a:lnTo>
                  <a:pt x="41656" y="590042"/>
                </a:lnTo>
                <a:lnTo>
                  <a:pt x="63804" y="629500"/>
                </a:lnTo>
                <a:lnTo>
                  <a:pt x="90043" y="666127"/>
                </a:lnTo>
                <a:lnTo>
                  <a:pt x="120040" y="699592"/>
                </a:lnTo>
                <a:lnTo>
                  <a:pt x="153504" y="729589"/>
                </a:lnTo>
                <a:lnTo>
                  <a:pt x="190119" y="755815"/>
                </a:lnTo>
                <a:lnTo>
                  <a:pt x="229590" y="777963"/>
                </a:lnTo>
                <a:lnTo>
                  <a:pt x="271602" y="795731"/>
                </a:lnTo>
                <a:lnTo>
                  <a:pt x="315849" y="808799"/>
                </a:lnTo>
                <a:lnTo>
                  <a:pt x="362026" y="816864"/>
                </a:lnTo>
                <a:lnTo>
                  <a:pt x="409816" y="819619"/>
                </a:lnTo>
                <a:lnTo>
                  <a:pt x="457606" y="816864"/>
                </a:lnTo>
                <a:lnTo>
                  <a:pt x="503783" y="808799"/>
                </a:lnTo>
                <a:lnTo>
                  <a:pt x="548030" y="795731"/>
                </a:lnTo>
                <a:lnTo>
                  <a:pt x="555155" y="792721"/>
                </a:lnTo>
                <a:lnTo>
                  <a:pt x="557326" y="795731"/>
                </a:lnTo>
                <a:lnTo>
                  <a:pt x="587324" y="829195"/>
                </a:lnTo>
                <a:lnTo>
                  <a:pt x="620788" y="859193"/>
                </a:lnTo>
                <a:lnTo>
                  <a:pt x="657402" y="885418"/>
                </a:lnTo>
                <a:lnTo>
                  <a:pt x="696874" y="907567"/>
                </a:lnTo>
                <a:lnTo>
                  <a:pt x="738886" y="925334"/>
                </a:lnTo>
                <a:lnTo>
                  <a:pt x="783132" y="938403"/>
                </a:lnTo>
                <a:lnTo>
                  <a:pt x="829310" y="946467"/>
                </a:lnTo>
                <a:lnTo>
                  <a:pt x="877100" y="949223"/>
                </a:lnTo>
                <a:lnTo>
                  <a:pt x="924890" y="946467"/>
                </a:lnTo>
                <a:lnTo>
                  <a:pt x="971067" y="938403"/>
                </a:lnTo>
                <a:lnTo>
                  <a:pt x="1015314" y="925334"/>
                </a:lnTo>
                <a:lnTo>
                  <a:pt x="1057325" y="907567"/>
                </a:lnTo>
                <a:lnTo>
                  <a:pt x="1096797" y="885418"/>
                </a:lnTo>
                <a:lnTo>
                  <a:pt x="1133411" y="859193"/>
                </a:lnTo>
                <a:lnTo>
                  <a:pt x="1166876" y="829195"/>
                </a:lnTo>
                <a:lnTo>
                  <a:pt x="1196873" y="795731"/>
                </a:lnTo>
                <a:lnTo>
                  <a:pt x="1223111" y="759104"/>
                </a:lnTo>
                <a:lnTo>
                  <a:pt x="1245260" y="719632"/>
                </a:lnTo>
                <a:lnTo>
                  <a:pt x="1263015" y="677621"/>
                </a:lnTo>
                <a:lnTo>
                  <a:pt x="1276083" y="633387"/>
                </a:lnTo>
                <a:lnTo>
                  <a:pt x="1284147" y="587209"/>
                </a:lnTo>
                <a:lnTo>
                  <a:pt x="1286903" y="539419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528" name="object 528" descr=""/>
          <p:cNvSpPr/>
          <p:nvPr/>
        </p:nvSpPr>
        <p:spPr>
          <a:xfrm>
            <a:off x="2941917" y="7709325"/>
            <a:ext cx="1213485" cy="1000125"/>
          </a:xfrm>
          <a:custGeom>
            <a:avLst/>
            <a:gdLst/>
            <a:ahLst/>
            <a:cxnLst/>
            <a:rect l="l" t="t" r="r" b="b"/>
            <a:pathLst>
              <a:path w="1213485" h="1000125">
                <a:moveTo>
                  <a:pt x="1212900" y="589953"/>
                </a:moveTo>
                <a:lnTo>
                  <a:pt x="1210144" y="542150"/>
                </a:lnTo>
                <a:lnTo>
                  <a:pt x="1202080" y="495985"/>
                </a:lnTo>
                <a:lnTo>
                  <a:pt x="1189012" y="451739"/>
                </a:lnTo>
                <a:lnTo>
                  <a:pt x="1171244" y="409727"/>
                </a:lnTo>
                <a:lnTo>
                  <a:pt x="1149096" y="370255"/>
                </a:lnTo>
                <a:lnTo>
                  <a:pt x="1122870" y="333629"/>
                </a:lnTo>
                <a:lnTo>
                  <a:pt x="1092873" y="300164"/>
                </a:lnTo>
                <a:lnTo>
                  <a:pt x="1059408" y="270167"/>
                </a:lnTo>
                <a:lnTo>
                  <a:pt x="1022781" y="243941"/>
                </a:lnTo>
                <a:lnTo>
                  <a:pt x="983310" y="221792"/>
                </a:lnTo>
                <a:lnTo>
                  <a:pt x="941298" y="204025"/>
                </a:lnTo>
                <a:lnTo>
                  <a:pt x="897051" y="190957"/>
                </a:lnTo>
                <a:lnTo>
                  <a:pt x="850887" y="182892"/>
                </a:lnTo>
                <a:lnTo>
                  <a:pt x="803097" y="180136"/>
                </a:lnTo>
                <a:lnTo>
                  <a:pt x="755307" y="182892"/>
                </a:lnTo>
                <a:lnTo>
                  <a:pt x="751154" y="183629"/>
                </a:lnTo>
                <a:lnTo>
                  <a:pt x="729589" y="153492"/>
                </a:lnTo>
                <a:lnTo>
                  <a:pt x="699592" y="120027"/>
                </a:lnTo>
                <a:lnTo>
                  <a:pt x="666127" y="90030"/>
                </a:lnTo>
                <a:lnTo>
                  <a:pt x="629500" y="63804"/>
                </a:lnTo>
                <a:lnTo>
                  <a:pt x="590042" y="41656"/>
                </a:lnTo>
                <a:lnTo>
                  <a:pt x="548017" y="23888"/>
                </a:lnTo>
                <a:lnTo>
                  <a:pt x="503783" y="10820"/>
                </a:lnTo>
                <a:lnTo>
                  <a:pt x="457606" y="2755"/>
                </a:lnTo>
                <a:lnTo>
                  <a:pt x="409816" y="0"/>
                </a:lnTo>
                <a:lnTo>
                  <a:pt x="362026" y="2755"/>
                </a:lnTo>
                <a:lnTo>
                  <a:pt x="315849" y="10820"/>
                </a:lnTo>
                <a:lnTo>
                  <a:pt x="271602" y="23888"/>
                </a:lnTo>
                <a:lnTo>
                  <a:pt x="229590" y="41656"/>
                </a:lnTo>
                <a:lnTo>
                  <a:pt x="190119" y="63804"/>
                </a:lnTo>
                <a:lnTo>
                  <a:pt x="153504" y="90030"/>
                </a:lnTo>
                <a:lnTo>
                  <a:pt x="120040" y="120027"/>
                </a:lnTo>
                <a:lnTo>
                  <a:pt x="90030" y="153492"/>
                </a:lnTo>
                <a:lnTo>
                  <a:pt x="63804" y="190119"/>
                </a:lnTo>
                <a:lnTo>
                  <a:pt x="41656" y="229577"/>
                </a:lnTo>
                <a:lnTo>
                  <a:pt x="23901" y="271602"/>
                </a:lnTo>
                <a:lnTo>
                  <a:pt x="10833" y="315836"/>
                </a:lnTo>
                <a:lnTo>
                  <a:pt x="2755" y="362013"/>
                </a:lnTo>
                <a:lnTo>
                  <a:pt x="0" y="409803"/>
                </a:lnTo>
                <a:lnTo>
                  <a:pt x="2755" y="457593"/>
                </a:lnTo>
                <a:lnTo>
                  <a:pt x="10833" y="503770"/>
                </a:lnTo>
                <a:lnTo>
                  <a:pt x="23901" y="548017"/>
                </a:lnTo>
                <a:lnTo>
                  <a:pt x="41656" y="590029"/>
                </a:lnTo>
                <a:lnTo>
                  <a:pt x="63804" y="629500"/>
                </a:lnTo>
                <a:lnTo>
                  <a:pt x="90030" y="666115"/>
                </a:lnTo>
                <a:lnTo>
                  <a:pt x="120040" y="699579"/>
                </a:lnTo>
                <a:lnTo>
                  <a:pt x="153504" y="729589"/>
                </a:lnTo>
                <a:lnTo>
                  <a:pt x="190119" y="755815"/>
                </a:lnTo>
                <a:lnTo>
                  <a:pt x="229590" y="777963"/>
                </a:lnTo>
                <a:lnTo>
                  <a:pt x="271602" y="795718"/>
                </a:lnTo>
                <a:lnTo>
                  <a:pt x="315849" y="808786"/>
                </a:lnTo>
                <a:lnTo>
                  <a:pt x="362026" y="816864"/>
                </a:lnTo>
                <a:lnTo>
                  <a:pt x="409816" y="819619"/>
                </a:lnTo>
                <a:lnTo>
                  <a:pt x="457606" y="816864"/>
                </a:lnTo>
                <a:lnTo>
                  <a:pt x="461733" y="816152"/>
                </a:lnTo>
                <a:lnTo>
                  <a:pt x="483311" y="846264"/>
                </a:lnTo>
                <a:lnTo>
                  <a:pt x="513321" y="879729"/>
                </a:lnTo>
                <a:lnTo>
                  <a:pt x="546785" y="909726"/>
                </a:lnTo>
                <a:lnTo>
                  <a:pt x="583399" y="935951"/>
                </a:lnTo>
                <a:lnTo>
                  <a:pt x="622871" y="958100"/>
                </a:lnTo>
                <a:lnTo>
                  <a:pt x="664883" y="975868"/>
                </a:lnTo>
                <a:lnTo>
                  <a:pt x="709129" y="988936"/>
                </a:lnTo>
                <a:lnTo>
                  <a:pt x="755307" y="997000"/>
                </a:lnTo>
                <a:lnTo>
                  <a:pt x="803097" y="999756"/>
                </a:lnTo>
                <a:lnTo>
                  <a:pt x="850887" y="997000"/>
                </a:lnTo>
                <a:lnTo>
                  <a:pt x="897051" y="988936"/>
                </a:lnTo>
                <a:lnTo>
                  <a:pt x="941298" y="975868"/>
                </a:lnTo>
                <a:lnTo>
                  <a:pt x="983310" y="958100"/>
                </a:lnTo>
                <a:lnTo>
                  <a:pt x="1022781" y="935951"/>
                </a:lnTo>
                <a:lnTo>
                  <a:pt x="1059408" y="909726"/>
                </a:lnTo>
                <a:lnTo>
                  <a:pt x="1092873" y="879729"/>
                </a:lnTo>
                <a:lnTo>
                  <a:pt x="1122870" y="846264"/>
                </a:lnTo>
                <a:lnTo>
                  <a:pt x="1149096" y="809637"/>
                </a:lnTo>
                <a:lnTo>
                  <a:pt x="1171244" y="770166"/>
                </a:lnTo>
                <a:lnTo>
                  <a:pt x="1189012" y="728154"/>
                </a:lnTo>
                <a:lnTo>
                  <a:pt x="1202080" y="683907"/>
                </a:lnTo>
                <a:lnTo>
                  <a:pt x="1210144" y="637743"/>
                </a:lnTo>
                <a:lnTo>
                  <a:pt x="1212900" y="589953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529" name="object 529" descr=""/>
          <p:cNvSpPr/>
          <p:nvPr/>
        </p:nvSpPr>
        <p:spPr>
          <a:xfrm>
            <a:off x="5079551" y="7925262"/>
            <a:ext cx="819785" cy="819785"/>
          </a:xfrm>
          <a:custGeom>
            <a:avLst/>
            <a:gdLst/>
            <a:ahLst/>
            <a:cxnLst/>
            <a:rect l="l" t="t" r="r" b="b"/>
            <a:pathLst>
              <a:path w="819785" h="819784">
                <a:moveTo>
                  <a:pt x="409809" y="0"/>
                </a:moveTo>
                <a:lnTo>
                  <a:pt x="362017" y="2757"/>
                </a:lnTo>
                <a:lnTo>
                  <a:pt x="315845" y="10823"/>
                </a:lnTo>
                <a:lnTo>
                  <a:pt x="271598" y="23891"/>
                </a:lnTo>
                <a:lnTo>
                  <a:pt x="229587" y="41654"/>
                </a:lnTo>
                <a:lnTo>
                  <a:pt x="190116" y="63803"/>
                </a:lnTo>
                <a:lnTo>
                  <a:pt x="153495" y="90031"/>
                </a:lnTo>
                <a:lnTo>
                  <a:pt x="120031" y="120031"/>
                </a:lnTo>
                <a:lnTo>
                  <a:pt x="90031" y="153495"/>
                </a:lnTo>
                <a:lnTo>
                  <a:pt x="63803" y="190116"/>
                </a:lnTo>
                <a:lnTo>
                  <a:pt x="41654" y="229587"/>
                </a:lnTo>
                <a:lnTo>
                  <a:pt x="23891" y="271598"/>
                </a:lnTo>
                <a:lnTo>
                  <a:pt x="10823" y="315845"/>
                </a:lnTo>
                <a:lnTo>
                  <a:pt x="2757" y="362017"/>
                </a:lnTo>
                <a:lnTo>
                  <a:pt x="0" y="409809"/>
                </a:lnTo>
                <a:lnTo>
                  <a:pt x="2757" y="457601"/>
                </a:lnTo>
                <a:lnTo>
                  <a:pt x="10823" y="503774"/>
                </a:lnTo>
                <a:lnTo>
                  <a:pt x="23891" y="548020"/>
                </a:lnTo>
                <a:lnTo>
                  <a:pt x="41654" y="590031"/>
                </a:lnTo>
                <a:lnTo>
                  <a:pt x="63803" y="629502"/>
                </a:lnTo>
                <a:lnTo>
                  <a:pt x="90031" y="666123"/>
                </a:lnTo>
                <a:lnTo>
                  <a:pt x="120031" y="699587"/>
                </a:lnTo>
                <a:lnTo>
                  <a:pt x="153495" y="729587"/>
                </a:lnTo>
                <a:lnTo>
                  <a:pt x="190116" y="755815"/>
                </a:lnTo>
                <a:lnTo>
                  <a:pt x="229587" y="777964"/>
                </a:lnTo>
                <a:lnTo>
                  <a:pt x="271598" y="795727"/>
                </a:lnTo>
                <a:lnTo>
                  <a:pt x="315845" y="808795"/>
                </a:lnTo>
                <a:lnTo>
                  <a:pt x="362017" y="816861"/>
                </a:lnTo>
                <a:lnTo>
                  <a:pt x="409809" y="819619"/>
                </a:lnTo>
                <a:lnTo>
                  <a:pt x="457601" y="816861"/>
                </a:lnTo>
                <a:lnTo>
                  <a:pt x="503774" y="808795"/>
                </a:lnTo>
                <a:lnTo>
                  <a:pt x="548020" y="795727"/>
                </a:lnTo>
                <a:lnTo>
                  <a:pt x="590031" y="777964"/>
                </a:lnTo>
                <a:lnTo>
                  <a:pt x="629502" y="755815"/>
                </a:lnTo>
                <a:lnTo>
                  <a:pt x="666123" y="729587"/>
                </a:lnTo>
                <a:lnTo>
                  <a:pt x="699587" y="699587"/>
                </a:lnTo>
                <a:lnTo>
                  <a:pt x="729587" y="666123"/>
                </a:lnTo>
                <a:lnTo>
                  <a:pt x="755815" y="629502"/>
                </a:lnTo>
                <a:lnTo>
                  <a:pt x="777964" y="590031"/>
                </a:lnTo>
                <a:lnTo>
                  <a:pt x="795727" y="548020"/>
                </a:lnTo>
                <a:lnTo>
                  <a:pt x="808795" y="503774"/>
                </a:lnTo>
                <a:lnTo>
                  <a:pt x="816861" y="457601"/>
                </a:lnTo>
                <a:lnTo>
                  <a:pt x="819619" y="409809"/>
                </a:lnTo>
                <a:lnTo>
                  <a:pt x="816861" y="362017"/>
                </a:lnTo>
                <a:lnTo>
                  <a:pt x="808795" y="315845"/>
                </a:lnTo>
                <a:lnTo>
                  <a:pt x="795727" y="271598"/>
                </a:lnTo>
                <a:lnTo>
                  <a:pt x="777964" y="229587"/>
                </a:lnTo>
                <a:lnTo>
                  <a:pt x="755815" y="190116"/>
                </a:lnTo>
                <a:lnTo>
                  <a:pt x="729587" y="153495"/>
                </a:lnTo>
                <a:lnTo>
                  <a:pt x="699587" y="120031"/>
                </a:lnTo>
                <a:lnTo>
                  <a:pt x="666123" y="90031"/>
                </a:lnTo>
                <a:lnTo>
                  <a:pt x="629502" y="63803"/>
                </a:lnTo>
                <a:lnTo>
                  <a:pt x="590031" y="41654"/>
                </a:lnTo>
                <a:lnTo>
                  <a:pt x="548020" y="23891"/>
                </a:lnTo>
                <a:lnTo>
                  <a:pt x="503774" y="10823"/>
                </a:lnTo>
                <a:lnTo>
                  <a:pt x="457601" y="2757"/>
                </a:lnTo>
                <a:lnTo>
                  <a:pt x="409809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530" name="object 530" descr=""/>
          <p:cNvSpPr/>
          <p:nvPr/>
        </p:nvSpPr>
        <p:spPr>
          <a:xfrm>
            <a:off x="14525685" y="7976406"/>
            <a:ext cx="1026794" cy="1026794"/>
          </a:xfrm>
          <a:custGeom>
            <a:avLst/>
            <a:gdLst/>
            <a:ahLst/>
            <a:cxnLst/>
            <a:rect l="l" t="t" r="r" b="b"/>
            <a:pathLst>
              <a:path w="1026794" h="1026795">
                <a:moveTo>
                  <a:pt x="513094" y="0"/>
                </a:moveTo>
                <a:lnTo>
                  <a:pt x="466392" y="2096"/>
                </a:lnTo>
                <a:lnTo>
                  <a:pt x="420865" y="8266"/>
                </a:lnTo>
                <a:lnTo>
                  <a:pt x="376693" y="18328"/>
                </a:lnTo>
                <a:lnTo>
                  <a:pt x="334059" y="32100"/>
                </a:lnTo>
                <a:lnTo>
                  <a:pt x="293143" y="49402"/>
                </a:lnTo>
                <a:lnTo>
                  <a:pt x="254126" y="70052"/>
                </a:lnTo>
                <a:lnTo>
                  <a:pt x="217189" y="93869"/>
                </a:lnTo>
                <a:lnTo>
                  <a:pt x="182514" y="120673"/>
                </a:lnTo>
                <a:lnTo>
                  <a:pt x="150282" y="150282"/>
                </a:lnTo>
                <a:lnTo>
                  <a:pt x="120673" y="182514"/>
                </a:lnTo>
                <a:lnTo>
                  <a:pt x="93869" y="217189"/>
                </a:lnTo>
                <a:lnTo>
                  <a:pt x="70052" y="254126"/>
                </a:lnTo>
                <a:lnTo>
                  <a:pt x="49402" y="293143"/>
                </a:lnTo>
                <a:lnTo>
                  <a:pt x="32100" y="334059"/>
                </a:lnTo>
                <a:lnTo>
                  <a:pt x="18328" y="376693"/>
                </a:lnTo>
                <a:lnTo>
                  <a:pt x="8266" y="420865"/>
                </a:lnTo>
                <a:lnTo>
                  <a:pt x="2096" y="466392"/>
                </a:lnTo>
                <a:lnTo>
                  <a:pt x="0" y="513094"/>
                </a:lnTo>
                <a:lnTo>
                  <a:pt x="2096" y="559796"/>
                </a:lnTo>
                <a:lnTo>
                  <a:pt x="8266" y="605323"/>
                </a:lnTo>
                <a:lnTo>
                  <a:pt x="18328" y="649494"/>
                </a:lnTo>
                <a:lnTo>
                  <a:pt x="32100" y="692129"/>
                </a:lnTo>
                <a:lnTo>
                  <a:pt x="49402" y="733045"/>
                </a:lnTo>
                <a:lnTo>
                  <a:pt x="70052" y="772062"/>
                </a:lnTo>
                <a:lnTo>
                  <a:pt x="93869" y="808999"/>
                </a:lnTo>
                <a:lnTo>
                  <a:pt x="120673" y="843674"/>
                </a:lnTo>
                <a:lnTo>
                  <a:pt x="150282" y="875906"/>
                </a:lnTo>
                <a:lnTo>
                  <a:pt x="182514" y="905515"/>
                </a:lnTo>
                <a:lnTo>
                  <a:pt x="217189" y="932318"/>
                </a:lnTo>
                <a:lnTo>
                  <a:pt x="254126" y="956136"/>
                </a:lnTo>
                <a:lnTo>
                  <a:pt x="293143" y="976786"/>
                </a:lnTo>
                <a:lnTo>
                  <a:pt x="334059" y="994088"/>
                </a:lnTo>
                <a:lnTo>
                  <a:pt x="376693" y="1007860"/>
                </a:lnTo>
                <a:lnTo>
                  <a:pt x="420865" y="1017921"/>
                </a:lnTo>
                <a:lnTo>
                  <a:pt x="466392" y="1024091"/>
                </a:lnTo>
                <a:lnTo>
                  <a:pt x="513094" y="1026188"/>
                </a:lnTo>
                <a:lnTo>
                  <a:pt x="559796" y="1024091"/>
                </a:lnTo>
                <a:lnTo>
                  <a:pt x="605323" y="1017921"/>
                </a:lnTo>
                <a:lnTo>
                  <a:pt x="649494" y="1007860"/>
                </a:lnTo>
                <a:lnTo>
                  <a:pt x="692129" y="994088"/>
                </a:lnTo>
                <a:lnTo>
                  <a:pt x="733045" y="976786"/>
                </a:lnTo>
                <a:lnTo>
                  <a:pt x="772062" y="956136"/>
                </a:lnTo>
                <a:lnTo>
                  <a:pt x="808999" y="932318"/>
                </a:lnTo>
                <a:lnTo>
                  <a:pt x="843674" y="905515"/>
                </a:lnTo>
                <a:lnTo>
                  <a:pt x="875906" y="875906"/>
                </a:lnTo>
                <a:lnTo>
                  <a:pt x="905515" y="843674"/>
                </a:lnTo>
                <a:lnTo>
                  <a:pt x="932318" y="808999"/>
                </a:lnTo>
                <a:lnTo>
                  <a:pt x="956136" y="772062"/>
                </a:lnTo>
                <a:lnTo>
                  <a:pt x="976786" y="733045"/>
                </a:lnTo>
                <a:lnTo>
                  <a:pt x="994088" y="692129"/>
                </a:lnTo>
                <a:lnTo>
                  <a:pt x="1007860" y="649494"/>
                </a:lnTo>
                <a:lnTo>
                  <a:pt x="1017921" y="605323"/>
                </a:lnTo>
                <a:lnTo>
                  <a:pt x="1024091" y="559796"/>
                </a:lnTo>
                <a:lnTo>
                  <a:pt x="1026188" y="513094"/>
                </a:lnTo>
                <a:lnTo>
                  <a:pt x="1024091" y="466392"/>
                </a:lnTo>
                <a:lnTo>
                  <a:pt x="1017921" y="420865"/>
                </a:lnTo>
                <a:lnTo>
                  <a:pt x="1007860" y="376693"/>
                </a:lnTo>
                <a:lnTo>
                  <a:pt x="994088" y="334059"/>
                </a:lnTo>
                <a:lnTo>
                  <a:pt x="976786" y="293143"/>
                </a:lnTo>
                <a:lnTo>
                  <a:pt x="956136" y="254126"/>
                </a:lnTo>
                <a:lnTo>
                  <a:pt x="932318" y="217189"/>
                </a:lnTo>
                <a:lnTo>
                  <a:pt x="905515" y="182514"/>
                </a:lnTo>
                <a:lnTo>
                  <a:pt x="875906" y="150282"/>
                </a:lnTo>
                <a:lnTo>
                  <a:pt x="843674" y="120673"/>
                </a:lnTo>
                <a:lnTo>
                  <a:pt x="808999" y="93869"/>
                </a:lnTo>
                <a:lnTo>
                  <a:pt x="772062" y="70052"/>
                </a:lnTo>
                <a:lnTo>
                  <a:pt x="733045" y="49402"/>
                </a:lnTo>
                <a:lnTo>
                  <a:pt x="692129" y="32100"/>
                </a:lnTo>
                <a:lnTo>
                  <a:pt x="649494" y="18328"/>
                </a:lnTo>
                <a:lnTo>
                  <a:pt x="605323" y="8266"/>
                </a:lnTo>
                <a:lnTo>
                  <a:pt x="559796" y="2096"/>
                </a:lnTo>
                <a:lnTo>
                  <a:pt x="513094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531" name="object 531" descr=""/>
          <p:cNvSpPr/>
          <p:nvPr/>
        </p:nvSpPr>
        <p:spPr>
          <a:xfrm>
            <a:off x="16689688" y="7804529"/>
            <a:ext cx="1026794" cy="1026794"/>
          </a:xfrm>
          <a:custGeom>
            <a:avLst/>
            <a:gdLst/>
            <a:ahLst/>
            <a:cxnLst/>
            <a:rect l="l" t="t" r="r" b="b"/>
            <a:pathLst>
              <a:path w="1026794" h="1026795">
                <a:moveTo>
                  <a:pt x="513094" y="0"/>
                </a:moveTo>
                <a:lnTo>
                  <a:pt x="466392" y="2096"/>
                </a:lnTo>
                <a:lnTo>
                  <a:pt x="420865" y="8266"/>
                </a:lnTo>
                <a:lnTo>
                  <a:pt x="376693" y="18328"/>
                </a:lnTo>
                <a:lnTo>
                  <a:pt x="334059" y="32100"/>
                </a:lnTo>
                <a:lnTo>
                  <a:pt x="293143" y="49402"/>
                </a:lnTo>
                <a:lnTo>
                  <a:pt x="254126" y="70052"/>
                </a:lnTo>
                <a:lnTo>
                  <a:pt x="217189" y="93869"/>
                </a:lnTo>
                <a:lnTo>
                  <a:pt x="182514" y="120673"/>
                </a:lnTo>
                <a:lnTo>
                  <a:pt x="150282" y="150282"/>
                </a:lnTo>
                <a:lnTo>
                  <a:pt x="120673" y="182514"/>
                </a:lnTo>
                <a:lnTo>
                  <a:pt x="93869" y="217189"/>
                </a:lnTo>
                <a:lnTo>
                  <a:pt x="70052" y="254126"/>
                </a:lnTo>
                <a:lnTo>
                  <a:pt x="49402" y="293143"/>
                </a:lnTo>
                <a:lnTo>
                  <a:pt x="32100" y="334059"/>
                </a:lnTo>
                <a:lnTo>
                  <a:pt x="18328" y="376693"/>
                </a:lnTo>
                <a:lnTo>
                  <a:pt x="8266" y="420865"/>
                </a:lnTo>
                <a:lnTo>
                  <a:pt x="2096" y="466392"/>
                </a:lnTo>
                <a:lnTo>
                  <a:pt x="0" y="513094"/>
                </a:lnTo>
                <a:lnTo>
                  <a:pt x="2096" y="559796"/>
                </a:lnTo>
                <a:lnTo>
                  <a:pt x="8266" y="605323"/>
                </a:lnTo>
                <a:lnTo>
                  <a:pt x="18328" y="649494"/>
                </a:lnTo>
                <a:lnTo>
                  <a:pt x="32100" y="692129"/>
                </a:lnTo>
                <a:lnTo>
                  <a:pt x="49402" y="733045"/>
                </a:lnTo>
                <a:lnTo>
                  <a:pt x="70052" y="772062"/>
                </a:lnTo>
                <a:lnTo>
                  <a:pt x="93869" y="808999"/>
                </a:lnTo>
                <a:lnTo>
                  <a:pt x="120673" y="843674"/>
                </a:lnTo>
                <a:lnTo>
                  <a:pt x="150282" y="875906"/>
                </a:lnTo>
                <a:lnTo>
                  <a:pt x="182514" y="905515"/>
                </a:lnTo>
                <a:lnTo>
                  <a:pt x="217189" y="932318"/>
                </a:lnTo>
                <a:lnTo>
                  <a:pt x="254126" y="956136"/>
                </a:lnTo>
                <a:lnTo>
                  <a:pt x="293143" y="976786"/>
                </a:lnTo>
                <a:lnTo>
                  <a:pt x="334059" y="994088"/>
                </a:lnTo>
                <a:lnTo>
                  <a:pt x="376693" y="1007860"/>
                </a:lnTo>
                <a:lnTo>
                  <a:pt x="420865" y="1017921"/>
                </a:lnTo>
                <a:lnTo>
                  <a:pt x="466392" y="1024091"/>
                </a:lnTo>
                <a:lnTo>
                  <a:pt x="513094" y="1026188"/>
                </a:lnTo>
                <a:lnTo>
                  <a:pt x="559796" y="1024091"/>
                </a:lnTo>
                <a:lnTo>
                  <a:pt x="605323" y="1017921"/>
                </a:lnTo>
                <a:lnTo>
                  <a:pt x="649494" y="1007860"/>
                </a:lnTo>
                <a:lnTo>
                  <a:pt x="692129" y="994088"/>
                </a:lnTo>
                <a:lnTo>
                  <a:pt x="733045" y="976786"/>
                </a:lnTo>
                <a:lnTo>
                  <a:pt x="772062" y="956136"/>
                </a:lnTo>
                <a:lnTo>
                  <a:pt x="808999" y="932318"/>
                </a:lnTo>
                <a:lnTo>
                  <a:pt x="843674" y="905515"/>
                </a:lnTo>
                <a:lnTo>
                  <a:pt x="875906" y="875906"/>
                </a:lnTo>
                <a:lnTo>
                  <a:pt x="905515" y="843674"/>
                </a:lnTo>
                <a:lnTo>
                  <a:pt x="932318" y="808999"/>
                </a:lnTo>
                <a:lnTo>
                  <a:pt x="956136" y="772062"/>
                </a:lnTo>
                <a:lnTo>
                  <a:pt x="976786" y="733045"/>
                </a:lnTo>
                <a:lnTo>
                  <a:pt x="994088" y="692129"/>
                </a:lnTo>
                <a:lnTo>
                  <a:pt x="1007860" y="649494"/>
                </a:lnTo>
                <a:lnTo>
                  <a:pt x="1017921" y="605323"/>
                </a:lnTo>
                <a:lnTo>
                  <a:pt x="1024091" y="559796"/>
                </a:lnTo>
                <a:lnTo>
                  <a:pt x="1026188" y="513094"/>
                </a:lnTo>
                <a:lnTo>
                  <a:pt x="1024091" y="466392"/>
                </a:lnTo>
                <a:lnTo>
                  <a:pt x="1017921" y="420865"/>
                </a:lnTo>
                <a:lnTo>
                  <a:pt x="1007860" y="376693"/>
                </a:lnTo>
                <a:lnTo>
                  <a:pt x="994088" y="334059"/>
                </a:lnTo>
                <a:lnTo>
                  <a:pt x="976786" y="293143"/>
                </a:lnTo>
                <a:lnTo>
                  <a:pt x="956136" y="254126"/>
                </a:lnTo>
                <a:lnTo>
                  <a:pt x="932318" y="217189"/>
                </a:lnTo>
                <a:lnTo>
                  <a:pt x="905515" y="182514"/>
                </a:lnTo>
                <a:lnTo>
                  <a:pt x="875906" y="150282"/>
                </a:lnTo>
                <a:lnTo>
                  <a:pt x="843674" y="120673"/>
                </a:lnTo>
                <a:lnTo>
                  <a:pt x="808999" y="93869"/>
                </a:lnTo>
                <a:lnTo>
                  <a:pt x="772062" y="70052"/>
                </a:lnTo>
                <a:lnTo>
                  <a:pt x="733045" y="49402"/>
                </a:lnTo>
                <a:lnTo>
                  <a:pt x="692129" y="32100"/>
                </a:lnTo>
                <a:lnTo>
                  <a:pt x="649494" y="18328"/>
                </a:lnTo>
                <a:lnTo>
                  <a:pt x="605323" y="8266"/>
                </a:lnTo>
                <a:lnTo>
                  <a:pt x="559796" y="2096"/>
                </a:lnTo>
                <a:lnTo>
                  <a:pt x="513094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532" name="object 532" descr=""/>
          <p:cNvSpPr/>
          <p:nvPr/>
        </p:nvSpPr>
        <p:spPr>
          <a:xfrm>
            <a:off x="17896129" y="8066779"/>
            <a:ext cx="1486535" cy="862330"/>
          </a:xfrm>
          <a:custGeom>
            <a:avLst/>
            <a:gdLst/>
            <a:ahLst/>
            <a:cxnLst/>
            <a:rect l="l" t="t" r="r" b="b"/>
            <a:pathLst>
              <a:path w="1486534" h="862329">
                <a:moveTo>
                  <a:pt x="603491" y="364070"/>
                </a:moveTo>
                <a:lnTo>
                  <a:pt x="599554" y="315125"/>
                </a:lnTo>
                <a:lnTo>
                  <a:pt x="588111" y="268693"/>
                </a:lnTo>
                <a:lnTo>
                  <a:pt x="569810" y="225399"/>
                </a:lnTo>
                <a:lnTo>
                  <a:pt x="545274" y="185864"/>
                </a:lnTo>
                <a:lnTo>
                  <a:pt x="515112" y="150710"/>
                </a:lnTo>
                <a:lnTo>
                  <a:pt x="479958" y="120548"/>
                </a:lnTo>
                <a:lnTo>
                  <a:pt x="440423" y="96012"/>
                </a:lnTo>
                <a:lnTo>
                  <a:pt x="397129" y="77711"/>
                </a:lnTo>
                <a:lnTo>
                  <a:pt x="350697" y="66281"/>
                </a:lnTo>
                <a:lnTo>
                  <a:pt x="301752" y="62331"/>
                </a:lnTo>
                <a:lnTo>
                  <a:pt x="252806" y="66281"/>
                </a:lnTo>
                <a:lnTo>
                  <a:pt x="206375" y="77711"/>
                </a:lnTo>
                <a:lnTo>
                  <a:pt x="163080" y="96012"/>
                </a:lnTo>
                <a:lnTo>
                  <a:pt x="123532" y="120548"/>
                </a:lnTo>
                <a:lnTo>
                  <a:pt x="88379" y="150710"/>
                </a:lnTo>
                <a:lnTo>
                  <a:pt x="58216" y="185864"/>
                </a:lnTo>
                <a:lnTo>
                  <a:pt x="33680" y="225399"/>
                </a:lnTo>
                <a:lnTo>
                  <a:pt x="15379" y="268693"/>
                </a:lnTo>
                <a:lnTo>
                  <a:pt x="3949" y="315125"/>
                </a:lnTo>
                <a:lnTo>
                  <a:pt x="0" y="364070"/>
                </a:lnTo>
                <a:lnTo>
                  <a:pt x="3949" y="413016"/>
                </a:lnTo>
                <a:lnTo>
                  <a:pt x="15379" y="459447"/>
                </a:lnTo>
                <a:lnTo>
                  <a:pt x="33680" y="502742"/>
                </a:lnTo>
                <a:lnTo>
                  <a:pt x="58216" y="542290"/>
                </a:lnTo>
                <a:lnTo>
                  <a:pt x="88379" y="577443"/>
                </a:lnTo>
                <a:lnTo>
                  <a:pt x="123532" y="607606"/>
                </a:lnTo>
                <a:lnTo>
                  <a:pt x="163080" y="632142"/>
                </a:lnTo>
                <a:lnTo>
                  <a:pt x="206375" y="650443"/>
                </a:lnTo>
                <a:lnTo>
                  <a:pt x="252806" y="661873"/>
                </a:lnTo>
                <a:lnTo>
                  <a:pt x="301752" y="665822"/>
                </a:lnTo>
                <a:lnTo>
                  <a:pt x="350697" y="661873"/>
                </a:lnTo>
                <a:lnTo>
                  <a:pt x="397129" y="650443"/>
                </a:lnTo>
                <a:lnTo>
                  <a:pt x="440423" y="632142"/>
                </a:lnTo>
                <a:lnTo>
                  <a:pt x="479958" y="607606"/>
                </a:lnTo>
                <a:lnTo>
                  <a:pt x="515112" y="577443"/>
                </a:lnTo>
                <a:lnTo>
                  <a:pt x="545274" y="542290"/>
                </a:lnTo>
                <a:lnTo>
                  <a:pt x="569810" y="502742"/>
                </a:lnTo>
                <a:lnTo>
                  <a:pt x="588111" y="459447"/>
                </a:lnTo>
                <a:lnTo>
                  <a:pt x="599554" y="413016"/>
                </a:lnTo>
                <a:lnTo>
                  <a:pt x="603491" y="364070"/>
                </a:lnTo>
                <a:close/>
              </a:path>
              <a:path w="1486534" h="862329">
                <a:moveTo>
                  <a:pt x="1486103" y="430898"/>
                </a:moveTo>
                <a:lnTo>
                  <a:pt x="1483575" y="383946"/>
                </a:lnTo>
                <a:lnTo>
                  <a:pt x="1476159" y="338455"/>
                </a:lnTo>
                <a:lnTo>
                  <a:pt x="1464132" y="294703"/>
                </a:lnTo>
                <a:lnTo>
                  <a:pt x="1447749" y="252933"/>
                </a:lnTo>
                <a:lnTo>
                  <a:pt x="1427276" y="213410"/>
                </a:lnTo>
                <a:lnTo>
                  <a:pt x="1402969" y="176415"/>
                </a:lnTo>
                <a:lnTo>
                  <a:pt x="1375092" y="142189"/>
                </a:lnTo>
                <a:lnTo>
                  <a:pt x="1343914" y="111010"/>
                </a:lnTo>
                <a:lnTo>
                  <a:pt x="1309687" y="83134"/>
                </a:lnTo>
                <a:lnTo>
                  <a:pt x="1272679" y="58826"/>
                </a:lnTo>
                <a:lnTo>
                  <a:pt x="1233170" y="38354"/>
                </a:lnTo>
                <a:lnTo>
                  <a:pt x="1191399" y="21971"/>
                </a:lnTo>
                <a:lnTo>
                  <a:pt x="1147648" y="9944"/>
                </a:lnTo>
                <a:lnTo>
                  <a:pt x="1102156" y="2527"/>
                </a:lnTo>
                <a:lnTo>
                  <a:pt x="1055204" y="0"/>
                </a:lnTo>
                <a:lnTo>
                  <a:pt x="1008253" y="2527"/>
                </a:lnTo>
                <a:lnTo>
                  <a:pt x="962761" y="9944"/>
                </a:lnTo>
                <a:lnTo>
                  <a:pt x="919010" y="21971"/>
                </a:lnTo>
                <a:lnTo>
                  <a:pt x="877239" y="38354"/>
                </a:lnTo>
                <a:lnTo>
                  <a:pt x="837717" y="58826"/>
                </a:lnTo>
                <a:lnTo>
                  <a:pt x="800722" y="83134"/>
                </a:lnTo>
                <a:lnTo>
                  <a:pt x="766495" y="111010"/>
                </a:lnTo>
                <a:lnTo>
                  <a:pt x="735317" y="142189"/>
                </a:lnTo>
                <a:lnTo>
                  <a:pt x="707440" y="176415"/>
                </a:lnTo>
                <a:lnTo>
                  <a:pt x="683133" y="213410"/>
                </a:lnTo>
                <a:lnTo>
                  <a:pt x="662660" y="252933"/>
                </a:lnTo>
                <a:lnTo>
                  <a:pt x="646277" y="294703"/>
                </a:lnTo>
                <a:lnTo>
                  <a:pt x="634250" y="338455"/>
                </a:lnTo>
                <a:lnTo>
                  <a:pt x="626833" y="383946"/>
                </a:lnTo>
                <a:lnTo>
                  <a:pt x="624306" y="430898"/>
                </a:lnTo>
                <a:lnTo>
                  <a:pt x="626833" y="477850"/>
                </a:lnTo>
                <a:lnTo>
                  <a:pt x="634250" y="523328"/>
                </a:lnTo>
                <a:lnTo>
                  <a:pt x="646277" y="567093"/>
                </a:lnTo>
                <a:lnTo>
                  <a:pt x="662660" y="608863"/>
                </a:lnTo>
                <a:lnTo>
                  <a:pt x="683133" y="648373"/>
                </a:lnTo>
                <a:lnTo>
                  <a:pt x="707440" y="685380"/>
                </a:lnTo>
                <a:lnTo>
                  <a:pt x="735317" y="719594"/>
                </a:lnTo>
                <a:lnTo>
                  <a:pt x="766495" y="750773"/>
                </a:lnTo>
                <a:lnTo>
                  <a:pt x="800722" y="778649"/>
                </a:lnTo>
                <a:lnTo>
                  <a:pt x="837717" y="802957"/>
                </a:lnTo>
                <a:lnTo>
                  <a:pt x="877239" y="823429"/>
                </a:lnTo>
                <a:lnTo>
                  <a:pt x="919010" y="839825"/>
                </a:lnTo>
                <a:lnTo>
                  <a:pt x="962761" y="851852"/>
                </a:lnTo>
                <a:lnTo>
                  <a:pt x="1008253" y="859256"/>
                </a:lnTo>
                <a:lnTo>
                  <a:pt x="1055204" y="861783"/>
                </a:lnTo>
                <a:lnTo>
                  <a:pt x="1102156" y="859256"/>
                </a:lnTo>
                <a:lnTo>
                  <a:pt x="1147648" y="851852"/>
                </a:lnTo>
                <a:lnTo>
                  <a:pt x="1191399" y="839825"/>
                </a:lnTo>
                <a:lnTo>
                  <a:pt x="1233170" y="823429"/>
                </a:lnTo>
                <a:lnTo>
                  <a:pt x="1272679" y="802957"/>
                </a:lnTo>
                <a:lnTo>
                  <a:pt x="1309687" y="778649"/>
                </a:lnTo>
                <a:lnTo>
                  <a:pt x="1343914" y="750773"/>
                </a:lnTo>
                <a:lnTo>
                  <a:pt x="1375092" y="719594"/>
                </a:lnTo>
                <a:lnTo>
                  <a:pt x="1402969" y="685380"/>
                </a:lnTo>
                <a:lnTo>
                  <a:pt x="1427276" y="648373"/>
                </a:lnTo>
                <a:lnTo>
                  <a:pt x="1447749" y="608863"/>
                </a:lnTo>
                <a:lnTo>
                  <a:pt x="1464132" y="567093"/>
                </a:lnTo>
                <a:lnTo>
                  <a:pt x="1476159" y="523328"/>
                </a:lnTo>
                <a:lnTo>
                  <a:pt x="1483575" y="477850"/>
                </a:lnTo>
                <a:lnTo>
                  <a:pt x="1486103" y="430898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533" name="object 533" descr=""/>
          <p:cNvSpPr/>
          <p:nvPr/>
        </p:nvSpPr>
        <p:spPr>
          <a:xfrm>
            <a:off x="8357464" y="8152948"/>
            <a:ext cx="628015" cy="422275"/>
          </a:xfrm>
          <a:custGeom>
            <a:avLst/>
            <a:gdLst/>
            <a:ahLst/>
            <a:cxnLst/>
            <a:rect l="l" t="t" r="r" b="b"/>
            <a:pathLst>
              <a:path w="628015" h="422275">
                <a:moveTo>
                  <a:pt x="627913" y="239433"/>
                </a:moveTo>
                <a:lnTo>
                  <a:pt x="621385" y="190842"/>
                </a:lnTo>
                <a:lnTo>
                  <a:pt x="602957" y="147193"/>
                </a:lnTo>
                <a:lnTo>
                  <a:pt x="574382" y="110210"/>
                </a:lnTo>
                <a:lnTo>
                  <a:pt x="537400" y="81635"/>
                </a:lnTo>
                <a:lnTo>
                  <a:pt x="493737" y="63207"/>
                </a:lnTo>
                <a:lnTo>
                  <a:pt x="445160" y="56680"/>
                </a:lnTo>
                <a:lnTo>
                  <a:pt x="396582" y="63207"/>
                </a:lnTo>
                <a:lnTo>
                  <a:pt x="352920" y="81635"/>
                </a:lnTo>
                <a:lnTo>
                  <a:pt x="340766" y="91033"/>
                </a:lnTo>
                <a:lnTo>
                  <a:pt x="340550" y="90512"/>
                </a:lnTo>
                <a:lnTo>
                  <a:pt x="311975" y="53530"/>
                </a:lnTo>
                <a:lnTo>
                  <a:pt x="274980" y="24942"/>
                </a:lnTo>
                <a:lnTo>
                  <a:pt x="231330" y="6527"/>
                </a:lnTo>
                <a:lnTo>
                  <a:pt x="182740" y="0"/>
                </a:lnTo>
                <a:lnTo>
                  <a:pt x="134162" y="6527"/>
                </a:lnTo>
                <a:lnTo>
                  <a:pt x="90512" y="24942"/>
                </a:lnTo>
                <a:lnTo>
                  <a:pt x="53517" y="53530"/>
                </a:lnTo>
                <a:lnTo>
                  <a:pt x="24942" y="90512"/>
                </a:lnTo>
                <a:lnTo>
                  <a:pt x="6527" y="134162"/>
                </a:lnTo>
                <a:lnTo>
                  <a:pt x="0" y="182753"/>
                </a:lnTo>
                <a:lnTo>
                  <a:pt x="6527" y="231330"/>
                </a:lnTo>
                <a:lnTo>
                  <a:pt x="24942" y="274993"/>
                </a:lnTo>
                <a:lnTo>
                  <a:pt x="53517" y="311975"/>
                </a:lnTo>
                <a:lnTo>
                  <a:pt x="90512" y="340550"/>
                </a:lnTo>
                <a:lnTo>
                  <a:pt x="134162" y="358978"/>
                </a:lnTo>
                <a:lnTo>
                  <a:pt x="182740" y="365506"/>
                </a:lnTo>
                <a:lnTo>
                  <a:pt x="231330" y="358978"/>
                </a:lnTo>
                <a:lnTo>
                  <a:pt x="274980" y="340550"/>
                </a:lnTo>
                <a:lnTo>
                  <a:pt x="287134" y="331165"/>
                </a:lnTo>
                <a:lnTo>
                  <a:pt x="287362" y="331673"/>
                </a:lnTo>
                <a:lnTo>
                  <a:pt x="315937" y="368655"/>
                </a:lnTo>
                <a:lnTo>
                  <a:pt x="352920" y="397230"/>
                </a:lnTo>
                <a:lnTo>
                  <a:pt x="396582" y="415658"/>
                </a:lnTo>
                <a:lnTo>
                  <a:pt x="445160" y="422186"/>
                </a:lnTo>
                <a:lnTo>
                  <a:pt x="493737" y="415658"/>
                </a:lnTo>
                <a:lnTo>
                  <a:pt x="537400" y="397230"/>
                </a:lnTo>
                <a:lnTo>
                  <a:pt x="574382" y="368655"/>
                </a:lnTo>
                <a:lnTo>
                  <a:pt x="602957" y="331673"/>
                </a:lnTo>
                <a:lnTo>
                  <a:pt x="621385" y="288010"/>
                </a:lnTo>
                <a:lnTo>
                  <a:pt x="627913" y="239433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534" name="object 534" descr=""/>
          <p:cNvSpPr/>
          <p:nvPr/>
        </p:nvSpPr>
        <p:spPr>
          <a:xfrm>
            <a:off x="13082742" y="8233267"/>
            <a:ext cx="805815" cy="80010"/>
          </a:xfrm>
          <a:custGeom>
            <a:avLst/>
            <a:gdLst/>
            <a:ahLst/>
            <a:cxnLst/>
            <a:rect l="l" t="t" r="r" b="b"/>
            <a:pathLst>
              <a:path w="805815" h="80009">
                <a:moveTo>
                  <a:pt x="805776" y="0"/>
                </a:moveTo>
                <a:lnTo>
                  <a:pt x="0" y="0"/>
                </a:lnTo>
                <a:lnTo>
                  <a:pt x="0" y="79934"/>
                </a:lnTo>
                <a:lnTo>
                  <a:pt x="805776" y="79934"/>
                </a:lnTo>
                <a:lnTo>
                  <a:pt x="805776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535" name="object 535" descr=""/>
          <p:cNvSpPr/>
          <p:nvPr/>
        </p:nvSpPr>
        <p:spPr>
          <a:xfrm>
            <a:off x="7957509" y="7994008"/>
            <a:ext cx="534670" cy="534670"/>
          </a:xfrm>
          <a:custGeom>
            <a:avLst/>
            <a:gdLst/>
            <a:ahLst/>
            <a:cxnLst/>
            <a:rect l="l" t="t" r="r" b="b"/>
            <a:pathLst>
              <a:path w="534670" h="534670">
                <a:moveTo>
                  <a:pt x="267164" y="0"/>
                </a:moveTo>
                <a:lnTo>
                  <a:pt x="219142" y="4304"/>
                </a:lnTo>
                <a:lnTo>
                  <a:pt x="173944" y="16713"/>
                </a:lnTo>
                <a:lnTo>
                  <a:pt x="132324" y="36474"/>
                </a:lnTo>
                <a:lnTo>
                  <a:pt x="95036" y="62831"/>
                </a:lnTo>
                <a:lnTo>
                  <a:pt x="62835" y="95030"/>
                </a:lnTo>
                <a:lnTo>
                  <a:pt x="36477" y="132316"/>
                </a:lnTo>
                <a:lnTo>
                  <a:pt x="16715" y="173935"/>
                </a:lnTo>
                <a:lnTo>
                  <a:pt x="4304" y="219132"/>
                </a:lnTo>
                <a:lnTo>
                  <a:pt x="0" y="267154"/>
                </a:lnTo>
                <a:lnTo>
                  <a:pt x="4304" y="315178"/>
                </a:lnTo>
                <a:lnTo>
                  <a:pt x="16715" y="360378"/>
                </a:lnTo>
                <a:lnTo>
                  <a:pt x="36477" y="401999"/>
                </a:lnTo>
                <a:lnTo>
                  <a:pt x="62835" y="439286"/>
                </a:lnTo>
                <a:lnTo>
                  <a:pt x="95036" y="471486"/>
                </a:lnTo>
                <a:lnTo>
                  <a:pt x="132324" y="497844"/>
                </a:lnTo>
                <a:lnTo>
                  <a:pt x="173944" y="517604"/>
                </a:lnTo>
                <a:lnTo>
                  <a:pt x="219142" y="530014"/>
                </a:lnTo>
                <a:lnTo>
                  <a:pt x="267164" y="534318"/>
                </a:lnTo>
                <a:lnTo>
                  <a:pt x="315185" y="530014"/>
                </a:lnTo>
                <a:lnTo>
                  <a:pt x="360383" y="517604"/>
                </a:lnTo>
                <a:lnTo>
                  <a:pt x="402002" y="497844"/>
                </a:lnTo>
                <a:lnTo>
                  <a:pt x="439288" y="471486"/>
                </a:lnTo>
                <a:lnTo>
                  <a:pt x="471487" y="439286"/>
                </a:lnTo>
                <a:lnTo>
                  <a:pt x="497844" y="401999"/>
                </a:lnTo>
                <a:lnTo>
                  <a:pt x="517604" y="360378"/>
                </a:lnTo>
                <a:lnTo>
                  <a:pt x="530014" y="315178"/>
                </a:lnTo>
                <a:lnTo>
                  <a:pt x="534318" y="267154"/>
                </a:lnTo>
                <a:lnTo>
                  <a:pt x="530014" y="219132"/>
                </a:lnTo>
                <a:lnTo>
                  <a:pt x="517604" y="173935"/>
                </a:lnTo>
                <a:lnTo>
                  <a:pt x="497844" y="132316"/>
                </a:lnTo>
                <a:lnTo>
                  <a:pt x="471487" y="95030"/>
                </a:lnTo>
                <a:lnTo>
                  <a:pt x="439288" y="62831"/>
                </a:lnTo>
                <a:lnTo>
                  <a:pt x="402002" y="36474"/>
                </a:lnTo>
                <a:lnTo>
                  <a:pt x="360383" y="16713"/>
                </a:lnTo>
                <a:lnTo>
                  <a:pt x="315185" y="4304"/>
                </a:lnTo>
                <a:lnTo>
                  <a:pt x="267164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536" name="object 536" descr=""/>
          <p:cNvSpPr/>
          <p:nvPr/>
        </p:nvSpPr>
        <p:spPr>
          <a:xfrm>
            <a:off x="9092679" y="8030850"/>
            <a:ext cx="1255395" cy="541020"/>
          </a:xfrm>
          <a:custGeom>
            <a:avLst/>
            <a:gdLst/>
            <a:ahLst/>
            <a:cxnLst/>
            <a:rect l="l" t="t" r="r" b="b"/>
            <a:pathLst>
              <a:path w="1255395" h="541020">
                <a:moveTo>
                  <a:pt x="1255217" y="207568"/>
                </a:moveTo>
                <a:lnTo>
                  <a:pt x="1249730" y="159969"/>
                </a:lnTo>
                <a:lnTo>
                  <a:pt x="1234122" y="116281"/>
                </a:lnTo>
                <a:lnTo>
                  <a:pt x="1209611" y="77736"/>
                </a:lnTo>
                <a:lnTo>
                  <a:pt x="1177467" y="45593"/>
                </a:lnTo>
                <a:lnTo>
                  <a:pt x="1138923" y="21094"/>
                </a:lnTo>
                <a:lnTo>
                  <a:pt x="1095235" y="5473"/>
                </a:lnTo>
                <a:lnTo>
                  <a:pt x="1047635" y="0"/>
                </a:lnTo>
                <a:lnTo>
                  <a:pt x="1000048" y="5473"/>
                </a:lnTo>
                <a:lnTo>
                  <a:pt x="956360" y="21094"/>
                </a:lnTo>
                <a:lnTo>
                  <a:pt x="917816" y="45593"/>
                </a:lnTo>
                <a:lnTo>
                  <a:pt x="885672" y="77736"/>
                </a:lnTo>
                <a:lnTo>
                  <a:pt x="861174" y="116281"/>
                </a:lnTo>
                <a:lnTo>
                  <a:pt x="855484" y="132181"/>
                </a:lnTo>
                <a:lnTo>
                  <a:pt x="852551" y="131127"/>
                </a:lnTo>
                <a:lnTo>
                  <a:pt x="804951" y="125641"/>
                </a:lnTo>
                <a:lnTo>
                  <a:pt x="757364" y="131127"/>
                </a:lnTo>
                <a:lnTo>
                  <a:pt x="713676" y="146748"/>
                </a:lnTo>
                <a:lnTo>
                  <a:pt x="675132" y="171246"/>
                </a:lnTo>
                <a:lnTo>
                  <a:pt x="670496" y="175882"/>
                </a:lnTo>
                <a:lnTo>
                  <a:pt x="659371" y="144716"/>
                </a:lnTo>
                <a:lnTo>
                  <a:pt x="634873" y="106184"/>
                </a:lnTo>
                <a:lnTo>
                  <a:pt x="602729" y="74041"/>
                </a:lnTo>
                <a:lnTo>
                  <a:pt x="564184" y="49530"/>
                </a:lnTo>
                <a:lnTo>
                  <a:pt x="520496" y="33921"/>
                </a:lnTo>
                <a:lnTo>
                  <a:pt x="472897" y="28435"/>
                </a:lnTo>
                <a:lnTo>
                  <a:pt x="425310" y="33921"/>
                </a:lnTo>
                <a:lnTo>
                  <a:pt x="381609" y="49530"/>
                </a:lnTo>
                <a:lnTo>
                  <a:pt x="343077" y="74041"/>
                </a:lnTo>
                <a:lnTo>
                  <a:pt x="310921" y="106184"/>
                </a:lnTo>
                <a:lnTo>
                  <a:pt x="287667" y="142760"/>
                </a:lnTo>
                <a:lnTo>
                  <a:pt x="255168" y="131127"/>
                </a:lnTo>
                <a:lnTo>
                  <a:pt x="207581" y="125641"/>
                </a:lnTo>
                <a:lnTo>
                  <a:pt x="159981" y="131127"/>
                </a:lnTo>
                <a:lnTo>
                  <a:pt x="116293" y="146748"/>
                </a:lnTo>
                <a:lnTo>
                  <a:pt x="77749" y="171246"/>
                </a:lnTo>
                <a:lnTo>
                  <a:pt x="45605" y="203390"/>
                </a:lnTo>
                <a:lnTo>
                  <a:pt x="21107" y="241935"/>
                </a:lnTo>
                <a:lnTo>
                  <a:pt x="5486" y="285623"/>
                </a:lnTo>
                <a:lnTo>
                  <a:pt x="0" y="333209"/>
                </a:lnTo>
                <a:lnTo>
                  <a:pt x="5486" y="380809"/>
                </a:lnTo>
                <a:lnTo>
                  <a:pt x="21107" y="424497"/>
                </a:lnTo>
                <a:lnTo>
                  <a:pt x="45605" y="463042"/>
                </a:lnTo>
                <a:lnTo>
                  <a:pt x="77749" y="495185"/>
                </a:lnTo>
                <a:lnTo>
                  <a:pt x="116293" y="519684"/>
                </a:lnTo>
                <a:lnTo>
                  <a:pt x="159981" y="535305"/>
                </a:lnTo>
                <a:lnTo>
                  <a:pt x="207581" y="540791"/>
                </a:lnTo>
                <a:lnTo>
                  <a:pt x="255168" y="535305"/>
                </a:lnTo>
                <a:lnTo>
                  <a:pt x="298856" y="519684"/>
                </a:lnTo>
                <a:lnTo>
                  <a:pt x="337400" y="495185"/>
                </a:lnTo>
                <a:lnTo>
                  <a:pt x="369544" y="463042"/>
                </a:lnTo>
                <a:lnTo>
                  <a:pt x="392798" y="426478"/>
                </a:lnTo>
                <a:lnTo>
                  <a:pt x="425310" y="438086"/>
                </a:lnTo>
                <a:lnTo>
                  <a:pt x="472897" y="443572"/>
                </a:lnTo>
                <a:lnTo>
                  <a:pt x="520496" y="438086"/>
                </a:lnTo>
                <a:lnTo>
                  <a:pt x="564184" y="422478"/>
                </a:lnTo>
                <a:lnTo>
                  <a:pt x="602729" y="397979"/>
                </a:lnTo>
                <a:lnTo>
                  <a:pt x="607339" y="393369"/>
                </a:lnTo>
                <a:lnTo>
                  <a:pt x="618477" y="424497"/>
                </a:lnTo>
                <a:lnTo>
                  <a:pt x="642988" y="463042"/>
                </a:lnTo>
                <a:lnTo>
                  <a:pt x="675132" y="495185"/>
                </a:lnTo>
                <a:lnTo>
                  <a:pt x="713676" y="519684"/>
                </a:lnTo>
                <a:lnTo>
                  <a:pt x="757364" y="535305"/>
                </a:lnTo>
                <a:lnTo>
                  <a:pt x="804951" y="540791"/>
                </a:lnTo>
                <a:lnTo>
                  <a:pt x="852551" y="535305"/>
                </a:lnTo>
                <a:lnTo>
                  <a:pt x="896239" y="519684"/>
                </a:lnTo>
                <a:lnTo>
                  <a:pt x="934783" y="495185"/>
                </a:lnTo>
                <a:lnTo>
                  <a:pt x="966927" y="463042"/>
                </a:lnTo>
                <a:lnTo>
                  <a:pt x="991425" y="424497"/>
                </a:lnTo>
                <a:lnTo>
                  <a:pt x="997102" y="408609"/>
                </a:lnTo>
                <a:lnTo>
                  <a:pt x="1000048" y="409651"/>
                </a:lnTo>
                <a:lnTo>
                  <a:pt x="1047635" y="415137"/>
                </a:lnTo>
                <a:lnTo>
                  <a:pt x="1095235" y="409651"/>
                </a:lnTo>
                <a:lnTo>
                  <a:pt x="1138923" y="394042"/>
                </a:lnTo>
                <a:lnTo>
                  <a:pt x="1177467" y="369531"/>
                </a:lnTo>
                <a:lnTo>
                  <a:pt x="1209611" y="337388"/>
                </a:lnTo>
                <a:lnTo>
                  <a:pt x="1234122" y="298856"/>
                </a:lnTo>
                <a:lnTo>
                  <a:pt x="1249730" y="255168"/>
                </a:lnTo>
                <a:lnTo>
                  <a:pt x="1255217" y="207568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537" name="object 537" descr=""/>
          <p:cNvSpPr/>
          <p:nvPr/>
        </p:nvSpPr>
        <p:spPr>
          <a:xfrm>
            <a:off x="5481180" y="7789526"/>
            <a:ext cx="1602105" cy="865505"/>
          </a:xfrm>
          <a:custGeom>
            <a:avLst/>
            <a:gdLst/>
            <a:ahLst/>
            <a:cxnLst/>
            <a:rect l="l" t="t" r="r" b="b"/>
            <a:pathLst>
              <a:path w="1602104" h="865504">
                <a:moveTo>
                  <a:pt x="1601914" y="540651"/>
                </a:moveTo>
                <a:lnTo>
                  <a:pt x="1598104" y="493547"/>
                </a:lnTo>
                <a:lnTo>
                  <a:pt x="1587106" y="448868"/>
                </a:lnTo>
                <a:lnTo>
                  <a:pt x="1569504" y="407212"/>
                </a:lnTo>
                <a:lnTo>
                  <a:pt x="1545882" y="369163"/>
                </a:lnTo>
                <a:lnTo>
                  <a:pt x="1516862" y="335330"/>
                </a:lnTo>
                <a:lnTo>
                  <a:pt x="1483029" y="306311"/>
                </a:lnTo>
                <a:lnTo>
                  <a:pt x="1444993" y="282702"/>
                </a:lnTo>
                <a:lnTo>
                  <a:pt x="1403324" y="265099"/>
                </a:lnTo>
                <a:lnTo>
                  <a:pt x="1358646" y="254088"/>
                </a:lnTo>
                <a:lnTo>
                  <a:pt x="1311554" y="250291"/>
                </a:lnTo>
                <a:lnTo>
                  <a:pt x="1264450" y="254088"/>
                </a:lnTo>
                <a:lnTo>
                  <a:pt x="1219771" y="265099"/>
                </a:lnTo>
                <a:lnTo>
                  <a:pt x="1178115" y="282702"/>
                </a:lnTo>
                <a:lnTo>
                  <a:pt x="1140066" y="306311"/>
                </a:lnTo>
                <a:lnTo>
                  <a:pt x="1106233" y="335330"/>
                </a:lnTo>
                <a:lnTo>
                  <a:pt x="1086764" y="358025"/>
                </a:lnTo>
                <a:lnTo>
                  <a:pt x="1066012" y="340207"/>
                </a:lnTo>
                <a:lnTo>
                  <a:pt x="1027963" y="316585"/>
                </a:lnTo>
                <a:lnTo>
                  <a:pt x="986307" y="298983"/>
                </a:lnTo>
                <a:lnTo>
                  <a:pt x="941628" y="287985"/>
                </a:lnTo>
                <a:lnTo>
                  <a:pt x="894524" y="284175"/>
                </a:lnTo>
                <a:lnTo>
                  <a:pt x="847432" y="287985"/>
                </a:lnTo>
                <a:lnTo>
                  <a:pt x="802754" y="298983"/>
                </a:lnTo>
                <a:lnTo>
                  <a:pt x="802347" y="299161"/>
                </a:lnTo>
                <a:lnTo>
                  <a:pt x="794042" y="271018"/>
                </a:lnTo>
                <a:lnTo>
                  <a:pt x="776312" y="229095"/>
                </a:lnTo>
                <a:lnTo>
                  <a:pt x="754214" y="189699"/>
                </a:lnTo>
                <a:lnTo>
                  <a:pt x="728040" y="153162"/>
                </a:lnTo>
                <a:lnTo>
                  <a:pt x="698106" y="119773"/>
                </a:lnTo>
                <a:lnTo>
                  <a:pt x="664705" y="89827"/>
                </a:lnTo>
                <a:lnTo>
                  <a:pt x="628167" y="63665"/>
                </a:lnTo>
                <a:lnTo>
                  <a:pt x="588784" y="41554"/>
                </a:lnTo>
                <a:lnTo>
                  <a:pt x="546862" y="23837"/>
                </a:lnTo>
                <a:lnTo>
                  <a:pt x="502704" y="10795"/>
                </a:lnTo>
                <a:lnTo>
                  <a:pt x="456628" y="2743"/>
                </a:lnTo>
                <a:lnTo>
                  <a:pt x="408940" y="0"/>
                </a:lnTo>
                <a:lnTo>
                  <a:pt x="361251" y="2743"/>
                </a:lnTo>
                <a:lnTo>
                  <a:pt x="315175" y="10795"/>
                </a:lnTo>
                <a:lnTo>
                  <a:pt x="271030" y="23837"/>
                </a:lnTo>
                <a:lnTo>
                  <a:pt x="229108" y="41554"/>
                </a:lnTo>
                <a:lnTo>
                  <a:pt x="189712" y="63665"/>
                </a:lnTo>
                <a:lnTo>
                  <a:pt x="153174" y="89827"/>
                </a:lnTo>
                <a:lnTo>
                  <a:pt x="119773" y="119773"/>
                </a:lnTo>
                <a:lnTo>
                  <a:pt x="89839" y="153162"/>
                </a:lnTo>
                <a:lnTo>
                  <a:pt x="63665" y="189699"/>
                </a:lnTo>
                <a:lnTo>
                  <a:pt x="41567" y="229095"/>
                </a:lnTo>
                <a:lnTo>
                  <a:pt x="23837" y="271018"/>
                </a:lnTo>
                <a:lnTo>
                  <a:pt x="10807" y="315163"/>
                </a:lnTo>
                <a:lnTo>
                  <a:pt x="2755" y="361238"/>
                </a:lnTo>
                <a:lnTo>
                  <a:pt x="0" y="408940"/>
                </a:lnTo>
                <a:lnTo>
                  <a:pt x="2755" y="456628"/>
                </a:lnTo>
                <a:lnTo>
                  <a:pt x="10807" y="502704"/>
                </a:lnTo>
                <a:lnTo>
                  <a:pt x="23837" y="546849"/>
                </a:lnTo>
                <a:lnTo>
                  <a:pt x="41567" y="588772"/>
                </a:lnTo>
                <a:lnTo>
                  <a:pt x="63665" y="628154"/>
                </a:lnTo>
                <a:lnTo>
                  <a:pt x="89839" y="664705"/>
                </a:lnTo>
                <a:lnTo>
                  <a:pt x="119773" y="698093"/>
                </a:lnTo>
                <a:lnTo>
                  <a:pt x="153174" y="728027"/>
                </a:lnTo>
                <a:lnTo>
                  <a:pt x="189712" y="754202"/>
                </a:lnTo>
                <a:lnTo>
                  <a:pt x="229108" y="776312"/>
                </a:lnTo>
                <a:lnTo>
                  <a:pt x="271030" y="794029"/>
                </a:lnTo>
                <a:lnTo>
                  <a:pt x="315175" y="807072"/>
                </a:lnTo>
                <a:lnTo>
                  <a:pt x="361251" y="815124"/>
                </a:lnTo>
                <a:lnTo>
                  <a:pt x="408940" y="817880"/>
                </a:lnTo>
                <a:lnTo>
                  <a:pt x="456628" y="815124"/>
                </a:lnTo>
                <a:lnTo>
                  <a:pt x="502704" y="807072"/>
                </a:lnTo>
                <a:lnTo>
                  <a:pt x="546862" y="794029"/>
                </a:lnTo>
                <a:lnTo>
                  <a:pt x="588784" y="776312"/>
                </a:lnTo>
                <a:lnTo>
                  <a:pt x="628167" y="754202"/>
                </a:lnTo>
                <a:lnTo>
                  <a:pt x="653834" y="735812"/>
                </a:lnTo>
                <a:lnTo>
                  <a:pt x="660184" y="746023"/>
                </a:lnTo>
                <a:lnTo>
                  <a:pt x="689216" y="779856"/>
                </a:lnTo>
                <a:lnTo>
                  <a:pt x="723049" y="808875"/>
                </a:lnTo>
                <a:lnTo>
                  <a:pt x="761085" y="832497"/>
                </a:lnTo>
                <a:lnTo>
                  <a:pt x="802754" y="850099"/>
                </a:lnTo>
                <a:lnTo>
                  <a:pt x="847432" y="861110"/>
                </a:lnTo>
                <a:lnTo>
                  <a:pt x="894524" y="864908"/>
                </a:lnTo>
                <a:lnTo>
                  <a:pt x="941628" y="861110"/>
                </a:lnTo>
                <a:lnTo>
                  <a:pt x="986307" y="850099"/>
                </a:lnTo>
                <a:lnTo>
                  <a:pt x="1027963" y="832497"/>
                </a:lnTo>
                <a:lnTo>
                  <a:pt x="1066012" y="808875"/>
                </a:lnTo>
                <a:lnTo>
                  <a:pt x="1099845" y="779856"/>
                </a:lnTo>
                <a:lnTo>
                  <a:pt x="1119289" y="757186"/>
                </a:lnTo>
                <a:lnTo>
                  <a:pt x="1140066" y="774992"/>
                </a:lnTo>
                <a:lnTo>
                  <a:pt x="1178115" y="798601"/>
                </a:lnTo>
                <a:lnTo>
                  <a:pt x="1219771" y="816216"/>
                </a:lnTo>
                <a:lnTo>
                  <a:pt x="1264450" y="827214"/>
                </a:lnTo>
                <a:lnTo>
                  <a:pt x="1311554" y="831011"/>
                </a:lnTo>
                <a:lnTo>
                  <a:pt x="1358646" y="827214"/>
                </a:lnTo>
                <a:lnTo>
                  <a:pt x="1403324" y="816216"/>
                </a:lnTo>
                <a:lnTo>
                  <a:pt x="1444993" y="798601"/>
                </a:lnTo>
                <a:lnTo>
                  <a:pt x="1483029" y="774992"/>
                </a:lnTo>
                <a:lnTo>
                  <a:pt x="1516862" y="745972"/>
                </a:lnTo>
                <a:lnTo>
                  <a:pt x="1545882" y="712139"/>
                </a:lnTo>
                <a:lnTo>
                  <a:pt x="1569504" y="674090"/>
                </a:lnTo>
                <a:lnTo>
                  <a:pt x="1587106" y="632421"/>
                </a:lnTo>
                <a:lnTo>
                  <a:pt x="1598104" y="587743"/>
                </a:lnTo>
                <a:lnTo>
                  <a:pt x="1601914" y="540651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538" name="object 538" descr=""/>
          <p:cNvSpPr/>
          <p:nvPr/>
        </p:nvSpPr>
        <p:spPr>
          <a:xfrm>
            <a:off x="10206597" y="8156492"/>
            <a:ext cx="669925" cy="466725"/>
          </a:xfrm>
          <a:custGeom>
            <a:avLst/>
            <a:gdLst/>
            <a:ahLst/>
            <a:cxnLst/>
            <a:rect l="l" t="t" r="r" b="b"/>
            <a:pathLst>
              <a:path w="669925" h="466725">
                <a:moveTo>
                  <a:pt x="669467" y="258991"/>
                </a:moveTo>
                <a:lnTo>
                  <a:pt x="663981" y="211391"/>
                </a:lnTo>
                <a:lnTo>
                  <a:pt x="648373" y="167703"/>
                </a:lnTo>
                <a:lnTo>
                  <a:pt x="623862" y="129159"/>
                </a:lnTo>
                <a:lnTo>
                  <a:pt x="591718" y="97015"/>
                </a:lnTo>
                <a:lnTo>
                  <a:pt x="553173" y="72517"/>
                </a:lnTo>
                <a:lnTo>
                  <a:pt x="509485" y="56896"/>
                </a:lnTo>
                <a:lnTo>
                  <a:pt x="461899" y="51409"/>
                </a:lnTo>
                <a:lnTo>
                  <a:pt x="414299" y="56896"/>
                </a:lnTo>
                <a:lnTo>
                  <a:pt x="370611" y="72517"/>
                </a:lnTo>
                <a:lnTo>
                  <a:pt x="366750" y="74968"/>
                </a:lnTo>
                <a:lnTo>
                  <a:pt x="337400" y="45605"/>
                </a:lnTo>
                <a:lnTo>
                  <a:pt x="298856" y="21107"/>
                </a:lnTo>
                <a:lnTo>
                  <a:pt x="255168" y="5486"/>
                </a:lnTo>
                <a:lnTo>
                  <a:pt x="207581" y="0"/>
                </a:lnTo>
                <a:lnTo>
                  <a:pt x="159981" y="5486"/>
                </a:lnTo>
                <a:lnTo>
                  <a:pt x="116293" y="21107"/>
                </a:lnTo>
                <a:lnTo>
                  <a:pt x="77749" y="45605"/>
                </a:lnTo>
                <a:lnTo>
                  <a:pt x="45605" y="77749"/>
                </a:lnTo>
                <a:lnTo>
                  <a:pt x="21094" y="116293"/>
                </a:lnTo>
                <a:lnTo>
                  <a:pt x="5486" y="159981"/>
                </a:lnTo>
                <a:lnTo>
                  <a:pt x="0" y="207568"/>
                </a:lnTo>
                <a:lnTo>
                  <a:pt x="5486" y="255168"/>
                </a:lnTo>
                <a:lnTo>
                  <a:pt x="21094" y="298856"/>
                </a:lnTo>
                <a:lnTo>
                  <a:pt x="45605" y="337400"/>
                </a:lnTo>
                <a:lnTo>
                  <a:pt x="77749" y="369544"/>
                </a:lnTo>
                <a:lnTo>
                  <a:pt x="116293" y="394042"/>
                </a:lnTo>
                <a:lnTo>
                  <a:pt x="159981" y="409663"/>
                </a:lnTo>
                <a:lnTo>
                  <a:pt x="207581" y="415150"/>
                </a:lnTo>
                <a:lnTo>
                  <a:pt x="255168" y="409663"/>
                </a:lnTo>
                <a:lnTo>
                  <a:pt x="298856" y="394042"/>
                </a:lnTo>
                <a:lnTo>
                  <a:pt x="302704" y="391604"/>
                </a:lnTo>
                <a:lnTo>
                  <a:pt x="332066" y="420954"/>
                </a:lnTo>
                <a:lnTo>
                  <a:pt x="370611" y="445452"/>
                </a:lnTo>
                <a:lnTo>
                  <a:pt x="414299" y="461073"/>
                </a:lnTo>
                <a:lnTo>
                  <a:pt x="461899" y="466547"/>
                </a:lnTo>
                <a:lnTo>
                  <a:pt x="509485" y="461073"/>
                </a:lnTo>
                <a:lnTo>
                  <a:pt x="553173" y="445452"/>
                </a:lnTo>
                <a:lnTo>
                  <a:pt x="591718" y="420954"/>
                </a:lnTo>
                <a:lnTo>
                  <a:pt x="623862" y="388810"/>
                </a:lnTo>
                <a:lnTo>
                  <a:pt x="648373" y="350266"/>
                </a:lnTo>
                <a:lnTo>
                  <a:pt x="663981" y="306578"/>
                </a:lnTo>
                <a:lnTo>
                  <a:pt x="669467" y="258991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539" name="object 539" descr=""/>
          <p:cNvSpPr/>
          <p:nvPr/>
        </p:nvSpPr>
        <p:spPr>
          <a:xfrm>
            <a:off x="4933239" y="8092123"/>
            <a:ext cx="674370" cy="674370"/>
          </a:xfrm>
          <a:custGeom>
            <a:avLst/>
            <a:gdLst/>
            <a:ahLst/>
            <a:cxnLst/>
            <a:rect l="l" t="t" r="r" b="b"/>
            <a:pathLst>
              <a:path w="674370" h="674370">
                <a:moveTo>
                  <a:pt x="336953" y="0"/>
                </a:moveTo>
                <a:lnTo>
                  <a:pt x="291231" y="3075"/>
                </a:lnTo>
                <a:lnTo>
                  <a:pt x="247379" y="12035"/>
                </a:lnTo>
                <a:lnTo>
                  <a:pt x="205798" y="26478"/>
                </a:lnTo>
                <a:lnTo>
                  <a:pt x="166888" y="46002"/>
                </a:lnTo>
                <a:lnTo>
                  <a:pt x="131053" y="70206"/>
                </a:lnTo>
                <a:lnTo>
                  <a:pt x="98693" y="98689"/>
                </a:lnTo>
                <a:lnTo>
                  <a:pt x="70210" y="131048"/>
                </a:lnTo>
                <a:lnTo>
                  <a:pt x="46005" y="166884"/>
                </a:lnTo>
                <a:lnTo>
                  <a:pt x="26480" y="205793"/>
                </a:lnTo>
                <a:lnTo>
                  <a:pt x="12036" y="247375"/>
                </a:lnTo>
                <a:lnTo>
                  <a:pt x="3076" y="291229"/>
                </a:lnTo>
                <a:lnTo>
                  <a:pt x="0" y="336953"/>
                </a:lnTo>
                <a:lnTo>
                  <a:pt x="3076" y="382674"/>
                </a:lnTo>
                <a:lnTo>
                  <a:pt x="12036" y="426525"/>
                </a:lnTo>
                <a:lnTo>
                  <a:pt x="26480" y="468106"/>
                </a:lnTo>
                <a:lnTo>
                  <a:pt x="46005" y="507014"/>
                </a:lnTo>
                <a:lnTo>
                  <a:pt x="70210" y="542848"/>
                </a:lnTo>
                <a:lnTo>
                  <a:pt x="98693" y="575207"/>
                </a:lnTo>
                <a:lnTo>
                  <a:pt x="131053" y="603689"/>
                </a:lnTo>
                <a:lnTo>
                  <a:pt x="166888" y="627893"/>
                </a:lnTo>
                <a:lnTo>
                  <a:pt x="205798" y="647417"/>
                </a:lnTo>
                <a:lnTo>
                  <a:pt x="247379" y="661859"/>
                </a:lnTo>
                <a:lnTo>
                  <a:pt x="291231" y="670819"/>
                </a:lnTo>
                <a:lnTo>
                  <a:pt x="336953" y="673895"/>
                </a:lnTo>
                <a:lnTo>
                  <a:pt x="382674" y="670819"/>
                </a:lnTo>
                <a:lnTo>
                  <a:pt x="426525" y="661859"/>
                </a:lnTo>
                <a:lnTo>
                  <a:pt x="468106" y="647417"/>
                </a:lnTo>
                <a:lnTo>
                  <a:pt x="507014" y="627893"/>
                </a:lnTo>
                <a:lnTo>
                  <a:pt x="542848" y="603689"/>
                </a:lnTo>
                <a:lnTo>
                  <a:pt x="575207" y="575207"/>
                </a:lnTo>
                <a:lnTo>
                  <a:pt x="603689" y="542848"/>
                </a:lnTo>
                <a:lnTo>
                  <a:pt x="627893" y="507014"/>
                </a:lnTo>
                <a:lnTo>
                  <a:pt x="647417" y="468106"/>
                </a:lnTo>
                <a:lnTo>
                  <a:pt x="661859" y="426525"/>
                </a:lnTo>
                <a:lnTo>
                  <a:pt x="670819" y="382674"/>
                </a:lnTo>
                <a:lnTo>
                  <a:pt x="673895" y="336953"/>
                </a:lnTo>
                <a:lnTo>
                  <a:pt x="670819" y="291229"/>
                </a:lnTo>
                <a:lnTo>
                  <a:pt x="661859" y="247375"/>
                </a:lnTo>
                <a:lnTo>
                  <a:pt x="647417" y="205793"/>
                </a:lnTo>
                <a:lnTo>
                  <a:pt x="627893" y="166884"/>
                </a:lnTo>
                <a:lnTo>
                  <a:pt x="603689" y="131048"/>
                </a:lnTo>
                <a:lnTo>
                  <a:pt x="575207" y="98689"/>
                </a:lnTo>
                <a:lnTo>
                  <a:pt x="542848" y="70206"/>
                </a:lnTo>
                <a:lnTo>
                  <a:pt x="507014" y="46002"/>
                </a:lnTo>
                <a:lnTo>
                  <a:pt x="468106" y="26478"/>
                </a:lnTo>
                <a:lnTo>
                  <a:pt x="426525" y="12035"/>
                </a:lnTo>
                <a:lnTo>
                  <a:pt x="382674" y="3075"/>
                </a:lnTo>
                <a:lnTo>
                  <a:pt x="336953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540" name="object 540" descr=""/>
          <p:cNvSpPr/>
          <p:nvPr/>
        </p:nvSpPr>
        <p:spPr>
          <a:xfrm>
            <a:off x="4229244" y="8123109"/>
            <a:ext cx="531495" cy="531495"/>
          </a:xfrm>
          <a:custGeom>
            <a:avLst/>
            <a:gdLst/>
            <a:ahLst/>
            <a:cxnLst/>
            <a:rect l="l" t="t" r="r" b="b"/>
            <a:pathLst>
              <a:path w="531495" h="531495">
                <a:moveTo>
                  <a:pt x="265656" y="0"/>
                </a:moveTo>
                <a:lnTo>
                  <a:pt x="217904" y="4280"/>
                </a:lnTo>
                <a:lnTo>
                  <a:pt x="172960" y="16620"/>
                </a:lnTo>
                <a:lnTo>
                  <a:pt x="131574" y="36269"/>
                </a:lnTo>
                <a:lnTo>
                  <a:pt x="94497" y="62479"/>
                </a:lnTo>
                <a:lnTo>
                  <a:pt x="62479" y="94497"/>
                </a:lnTo>
                <a:lnTo>
                  <a:pt x="36269" y="131574"/>
                </a:lnTo>
                <a:lnTo>
                  <a:pt x="16620" y="172960"/>
                </a:lnTo>
                <a:lnTo>
                  <a:pt x="4280" y="217904"/>
                </a:lnTo>
                <a:lnTo>
                  <a:pt x="0" y="265656"/>
                </a:lnTo>
                <a:lnTo>
                  <a:pt x="4280" y="313408"/>
                </a:lnTo>
                <a:lnTo>
                  <a:pt x="16620" y="358353"/>
                </a:lnTo>
                <a:lnTo>
                  <a:pt x="36269" y="399738"/>
                </a:lnTo>
                <a:lnTo>
                  <a:pt x="62479" y="436816"/>
                </a:lnTo>
                <a:lnTo>
                  <a:pt x="94497" y="468834"/>
                </a:lnTo>
                <a:lnTo>
                  <a:pt x="131574" y="495043"/>
                </a:lnTo>
                <a:lnTo>
                  <a:pt x="172960" y="514693"/>
                </a:lnTo>
                <a:lnTo>
                  <a:pt x="217904" y="527033"/>
                </a:lnTo>
                <a:lnTo>
                  <a:pt x="265656" y="531313"/>
                </a:lnTo>
                <a:lnTo>
                  <a:pt x="313408" y="527033"/>
                </a:lnTo>
                <a:lnTo>
                  <a:pt x="358353" y="514693"/>
                </a:lnTo>
                <a:lnTo>
                  <a:pt x="399738" y="495043"/>
                </a:lnTo>
                <a:lnTo>
                  <a:pt x="436816" y="468834"/>
                </a:lnTo>
                <a:lnTo>
                  <a:pt x="468834" y="436816"/>
                </a:lnTo>
                <a:lnTo>
                  <a:pt x="495043" y="399738"/>
                </a:lnTo>
                <a:lnTo>
                  <a:pt x="514693" y="358353"/>
                </a:lnTo>
                <a:lnTo>
                  <a:pt x="527033" y="313408"/>
                </a:lnTo>
                <a:lnTo>
                  <a:pt x="531313" y="265656"/>
                </a:lnTo>
                <a:lnTo>
                  <a:pt x="527033" y="217904"/>
                </a:lnTo>
                <a:lnTo>
                  <a:pt x="514693" y="172960"/>
                </a:lnTo>
                <a:lnTo>
                  <a:pt x="495043" y="131574"/>
                </a:lnTo>
                <a:lnTo>
                  <a:pt x="468834" y="94497"/>
                </a:lnTo>
                <a:lnTo>
                  <a:pt x="436816" y="62479"/>
                </a:lnTo>
                <a:lnTo>
                  <a:pt x="399738" y="36269"/>
                </a:lnTo>
                <a:lnTo>
                  <a:pt x="358353" y="16620"/>
                </a:lnTo>
                <a:lnTo>
                  <a:pt x="313408" y="4280"/>
                </a:lnTo>
                <a:lnTo>
                  <a:pt x="265656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541" name="object 541" descr=""/>
          <p:cNvSpPr/>
          <p:nvPr/>
        </p:nvSpPr>
        <p:spPr>
          <a:xfrm>
            <a:off x="2479304" y="7820335"/>
            <a:ext cx="925830" cy="925830"/>
          </a:xfrm>
          <a:custGeom>
            <a:avLst/>
            <a:gdLst/>
            <a:ahLst/>
            <a:cxnLst/>
            <a:rect l="l" t="t" r="r" b="b"/>
            <a:pathLst>
              <a:path w="925829" h="925829">
                <a:moveTo>
                  <a:pt x="462624" y="0"/>
                </a:moveTo>
                <a:lnTo>
                  <a:pt x="415324" y="2388"/>
                </a:lnTo>
                <a:lnTo>
                  <a:pt x="369389" y="9398"/>
                </a:lnTo>
                <a:lnTo>
                  <a:pt x="325054" y="20798"/>
                </a:lnTo>
                <a:lnTo>
                  <a:pt x="282550" y="36355"/>
                </a:lnTo>
                <a:lnTo>
                  <a:pt x="242110" y="55836"/>
                </a:lnTo>
                <a:lnTo>
                  <a:pt x="203967" y="79009"/>
                </a:lnTo>
                <a:lnTo>
                  <a:pt x="168352" y="105641"/>
                </a:lnTo>
                <a:lnTo>
                  <a:pt x="135499" y="135499"/>
                </a:lnTo>
                <a:lnTo>
                  <a:pt x="105641" y="168352"/>
                </a:lnTo>
                <a:lnTo>
                  <a:pt x="79009" y="203967"/>
                </a:lnTo>
                <a:lnTo>
                  <a:pt x="55836" y="242110"/>
                </a:lnTo>
                <a:lnTo>
                  <a:pt x="36355" y="282550"/>
                </a:lnTo>
                <a:lnTo>
                  <a:pt x="20798" y="325054"/>
                </a:lnTo>
                <a:lnTo>
                  <a:pt x="9398" y="369389"/>
                </a:lnTo>
                <a:lnTo>
                  <a:pt x="2388" y="415324"/>
                </a:lnTo>
                <a:lnTo>
                  <a:pt x="0" y="462624"/>
                </a:lnTo>
                <a:lnTo>
                  <a:pt x="2388" y="509927"/>
                </a:lnTo>
                <a:lnTo>
                  <a:pt x="9398" y="555862"/>
                </a:lnTo>
                <a:lnTo>
                  <a:pt x="20798" y="600199"/>
                </a:lnTo>
                <a:lnTo>
                  <a:pt x="36355" y="642704"/>
                </a:lnTo>
                <a:lnTo>
                  <a:pt x="55836" y="683145"/>
                </a:lnTo>
                <a:lnTo>
                  <a:pt x="79009" y="721290"/>
                </a:lnTo>
                <a:lnTo>
                  <a:pt x="105641" y="756905"/>
                </a:lnTo>
                <a:lnTo>
                  <a:pt x="135499" y="789758"/>
                </a:lnTo>
                <a:lnTo>
                  <a:pt x="168352" y="819617"/>
                </a:lnTo>
                <a:lnTo>
                  <a:pt x="203967" y="846250"/>
                </a:lnTo>
                <a:lnTo>
                  <a:pt x="242110" y="869423"/>
                </a:lnTo>
                <a:lnTo>
                  <a:pt x="282550" y="888904"/>
                </a:lnTo>
                <a:lnTo>
                  <a:pt x="325054" y="904460"/>
                </a:lnTo>
                <a:lnTo>
                  <a:pt x="369389" y="915860"/>
                </a:lnTo>
                <a:lnTo>
                  <a:pt x="415324" y="922871"/>
                </a:lnTo>
                <a:lnTo>
                  <a:pt x="462624" y="925259"/>
                </a:lnTo>
                <a:lnTo>
                  <a:pt x="509925" y="922871"/>
                </a:lnTo>
                <a:lnTo>
                  <a:pt x="555859" y="915860"/>
                </a:lnTo>
                <a:lnTo>
                  <a:pt x="600194" y="904460"/>
                </a:lnTo>
                <a:lnTo>
                  <a:pt x="642698" y="888904"/>
                </a:lnTo>
                <a:lnTo>
                  <a:pt x="683138" y="869423"/>
                </a:lnTo>
                <a:lnTo>
                  <a:pt x="721282" y="846250"/>
                </a:lnTo>
                <a:lnTo>
                  <a:pt x="756896" y="819617"/>
                </a:lnTo>
                <a:lnTo>
                  <a:pt x="789749" y="789758"/>
                </a:lnTo>
                <a:lnTo>
                  <a:pt x="819608" y="756905"/>
                </a:lnTo>
                <a:lnTo>
                  <a:pt x="846240" y="721290"/>
                </a:lnTo>
                <a:lnTo>
                  <a:pt x="869412" y="683145"/>
                </a:lnTo>
                <a:lnTo>
                  <a:pt x="888893" y="642704"/>
                </a:lnTo>
                <a:lnTo>
                  <a:pt x="904450" y="600199"/>
                </a:lnTo>
                <a:lnTo>
                  <a:pt x="915850" y="555862"/>
                </a:lnTo>
                <a:lnTo>
                  <a:pt x="922860" y="509927"/>
                </a:lnTo>
                <a:lnTo>
                  <a:pt x="925249" y="462624"/>
                </a:lnTo>
                <a:lnTo>
                  <a:pt x="922860" y="415324"/>
                </a:lnTo>
                <a:lnTo>
                  <a:pt x="915850" y="369389"/>
                </a:lnTo>
                <a:lnTo>
                  <a:pt x="904450" y="325054"/>
                </a:lnTo>
                <a:lnTo>
                  <a:pt x="888893" y="282550"/>
                </a:lnTo>
                <a:lnTo>
                  <a:pt x="869412" y="242110"/>
                </a:lnTo>
                <a:lnTo>
                  <a:pt x="846240" y="203967"/>
                </a:lnTo>
                <a:lnTo>
                  <a:pt x="819608" y="168352"/>
                </a:lnTo>
                <a:lnTo>
                  <a:pt x="789749" y="135499"/>
                </a:lnTo>
                <a:lnTo>
                  <a:pt x="756896" y="105641"/>
                </a:lnTo>
                <a:lnTo>
                  <a:pt x="721282" y="79009"/>
                </a:lnTo>
                <a:lnTo>
                  <a:pt x="683138" y="55836"/>
                </a:lnTo>
                <a:lnTo>
                  <a:pt x="642698" y="36355"/>
                </a:lnTo>
                <a:lnTo>
                  <a:pt x="600194" y="20798"/>
                </a:lnTo>
                <a:lnTo>
                  <a:pt x="555859" y="9398"/>
                </a:lnTo>
                <a:lnTo>
                  <a:pt x="509925" y="2388"/>
                </a:lnTo>
                <a:lnTo>
                  <a:pt x="462624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542" name="object 542" descr=""/>
          <p:cNvSpPr/>
          <p:nvPr/>
        </p:nvSpPr>
        <p:spPr>
          <a:xfrm>
            <a:off x="3645926" y="8193416"/>
            <a:ext cx="321945" cy="321945"/>
          </a:xfrm>
          <a:custGeom>
            <a:avLst/>
            <a:gdLst/>
            <a:ahLst/>
            <a:cxnLst/>
            <a:rect l="l" t="t" r="r" b="b"/>
            <a:pathLst>
              <a:path w="321945" h="321945">
                <a:moveTo>
                  <a:pt x="160916" y="0"/>
                </a:moveTo>
                <a:lnTo>
                  <a:pt x="118140" y="5747"/>
                </a:lnTo>
                <a:lnTo>
                  <a:pt x="79701" y="21968"/>
                </a:lnTo>
                <a:lnTo>
                  <a:pt x="47133" y="47129"/>
                </a:lnTo>
                <a:lnTo>
                  <a:pt x="21971" y="79696"/>
                </a:lnTo>
                <a:lnTo>
                  <a:pt x="5748" y="118136"/>
                </a:lnTo>
                <a:lnTo>
                  <a:pt x="0" y="160916"/>
                </a:lnTo>
                <a:lnTo>
                  <a:pt x="5748" y="203692"/>
                </a:lnTo>
                <a:lnTo>
                  <a:pt x="21971" y="242131"/>
                </a:lnTo>
                <a:lnTo>
                  <a:pt x="47133" y="274699"/>
                </a:lnTo>
                <a:lnTo>
                  <a:pt x="79701" y="299862"/>
                </a:lnTo>
                <a:lnTo>
                  <a:pt x="118140" y="316084"/>
                </a:lnTo>
                <a:lnTo>
                  <a:pt x="160916" y="321833"/>
                </a:lnTo>
                <a:lnTo>
                  <a:pt x="203692" y="316084"/>
                </a:lnTo>
                <a:lnTo>
                  <a:pt x="242131" y="299862"/>
                </a:lnTo>
                <a:lnTo>
                  <a:pt x="274699" y="274699"/>
                </a:lnTo>
                <a:lnTo>
                  <a:pt x="299862" y="242131"/>
                </a:lnTo>
                <a:lnTo>
                  <a:pt x="316084" y="203692"/>
                </a:lnTo>
                <a:lnTo>
                  <a:pt x="321833" y="160916"/>
                </a:lnTo>
                <a:lnTo>
                  <a:pt x="316084" y="118136"/>
                </a:lnTo>
                <a:lnTo>
                  <a:pt x="299862" y="79696"/>
                </a:lnTo>
                <a:lnTo>
                  <a:pt x="274699" y="47129"/>
                </a:lnTo>
                <a:lnTo>
                  <a:pt x="242131" y="21968"/>
                </a:lnTo>
                <a:lnTo>
                  <a:pt x="203692" y="5747"/>
                </a:lnTo>
                <a:lnTo>
                  <a:pt x="160916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543" name="object 543" descr=""/>
          <p:cNvSpPr/>
          <p:nvPr/>
        </p:nvSpPr>
        <p:spPr>
          <a:xfrm>
            <a:off x="1547302" y="7945011"/>
            <a:ext cx="1167130" cy="1167130"/>
          </a:xfrm>
          <a:custGeom>
            <a:avLst/>
            <a:gdLst/>
            <a:ahLst/>
            <a:cxnLst/>
            <a:rect l="l" t="t" r="r" b="b"/>
            <a:pathLst>
              <a:path w="1167130" h="1167129">
                <a:moveTo>
                  <a:pt x="583312" y="0"/>
                </a:moveTo>
                <a:lnTo>
                  <a:pt x="535470" y="1933"/>
                </a:lnTo>
                <a:lnTo>
                  <a:pt x="488695" y="7634"/>
                </a:lnTo>
                <a:lnTo>
                  <a:pt x="443134" y="16952"/>
                </a:lnTo>
                <a:lnTo>
                  <a:pt x="398939" y="29737"/>
                </a:lnTo>
                <a:lnTo>
                  <a:pt x="356259" y="45839"/>
                </a:lnTo>
                <a:lnTo>
                  <a:pt x="315245" y="65107"/>
                </a:lnTo>
                <a:lnTo>
                  <a:pt x="276046" y="87392"/>
                </a:lnTo>
                <a:lnTo>
                  <a:pt x="238814" y="112544"/>
                </a:lnTo>
                <a:lnTo>
                  <a:pt x="203697" y="140412"/>
                </a:lnTo>
                <a:lnTo>
                  <a:pt x="170846" y="170846"/>
                </a:lnTo>
                <a:lnTo>
                  <a:pt x="140412" y="203697"/>
                </a:lnTo>
                <a:lnTo>
                  <a:pt x="112544" y="238814"/>
                </a:lnTo>
                <a:lnTo>
                  <a:pt x="87392" y="276046"/>
                </a:lnTo>
                <a:lnTo>
                  <a:pt x="65107" y="315245"/>
                </a:lnTo>
                <a:lnTo>
                  <a:pt x="45839" y="356259"/>
                </a:lnTo>
                <a:lnTo>
                  <a:pt x="29737" y="398939"/>
                </a:lnTo>
                <a:lnTo>
                  <a:pt x="16952" y="443134"/>
                </a:lnTo>
                <a:lnTo>
                  <a:pt x="7634" y="488695"/>
                </a:lnTo>
                <a:lnTo>
                  <a:pt x="1933" y="535470"/>
                </a:lnTo>
                <a:lnTo>
                  <a:pt x="0" y="583312"/>
                </a:lnTo>
                <a:lnTo>
                  <a:pt x="1933" y="631153"/>
                </a:lnTo>
                <a:lnTo>
                  <a:pt x="7634" y="677929"/>
                </a:lnTo>
                <a:lnTo>
                  <a:pt x="16952" y="723489"/>
                </a:lnTo>
                <a:lnTo>
                  <a:pt x="29737" y="767685"/>
                </a:lnTo>
                <a:lnTo>
                  <a:pt x="45839" y="810364"/>
                </a:lnTo>
                <a:lnTo>
                  <a:pt x="65107" y="851379"/>
                </a:lnTo>
                <a:lnTo>
                  <a:pt x="87392" y="890577"/>
                </a:lnTo>
                <a:lnTo>
                  <a:pt x="112544" y="927810"/>
                </a:lnTo>
                <a:lnTo>
                  <a:pt x="140412" y="962926"/>
                </a:lnTo>
                <a:lnTo>
                  <a:pt x="170846" y="995777"/>
                </a:lnTo>
                <a:lnTo>
                  <a:pt x="203697" y="1026211"/>
                </a:lnTo>
                <a:lnTo>
                  <a:pt x="238814" y="1054079"/>
                </a:lnTo>
                <a:lnTo>
                  <a:pt x="276046" y="1079231"/>
                </a:lnTo>
                <a:lnTo>
                  <a:pt x="315245" y="1101516"/>
                </a:lnTo>
                <a:lnTo>
                  <a:pt x="356259" y="1120785"/>
                </a:lnTo>
                <a:lnTo>
                  <a:pt x="398939" y="1136886"/>
                </a:lnTo>
                <a:lnTo>
                  <a:pt x="443134" y="1149671"/>
                </a:lnTo>
                <a:lnTo>
                  <a:pt x="488695" y="1158989"/>
                </a:lnTo>
                <a:lnTo>
                  <a:pt x="535470" y="1164690"/>
                </a:lnTo>
                <a:lnTo>
                  <a:pt x="583312" y="1166624"/>
                </a:lnTo>
                <a:lnTo>
                  <a:pt x="631153" y="1164690"/>
                </a:lnTo>
                <a:lnTo>
                  <a:pt x="677929" y="1158989"/>
                </a:lnTo>
                <a:lnTo>
                  <a:pt x="723489" y="1149671"/>
                </a:lnTo>
                <a:lnTo>
                  <a:pt x="767685" y="1136886"/>
                </a:lnTo>
                <a:lnTo>
                  <a:pt x="810364" y="1120785"/>
                </a:lnTo>
                <a:lnTo>
                  <a:pt x="851379" y="1101516"/>
                </a:lnTo>
                <a:lnTo>
                  <a:pt x="890577" y="1079231"/>
                </a:lnTo>
                <a:lnTo>
                  <a:pt x="927810" y="1054079"/>
                </a:lnTo>
                <a:lnTo>
                  <a:pt x="962926" y="1026211"/>
                </a:lnTo>
                <a:lnTo>
                  <a:pt x="995777" y="995777"/>
                </a:lnTo>
                <a:lnTo>
                  <a:pt x="1026211" y="962926"/>
                </a:lnTo>
                <a:lnTo>
                  <a:pt x="1054079" y="927810"/>
                </a:lnTo>
                <a:lnTo>
                  <a:pt x="1079231" y="890577"/>
                </a:lnTo>
                <a:lnTo>
                  <a:pt x="1101516" y="851379"/>
                </a:lnTo>
                <a:lnTo>
                  <a:pt x="1120785" y="810364"/>
                </a:lnTo>
                <a:lnTo>
                  <a:pt x="1136886" y="767685"/>
                </a:lnTo>
                <a:lnTo>
                  <a:pt x="1149671" y="723489"/>
                </a:lnTo>
                <a:lnTo>
                  <a:pt x="1158989" y="677929"/>
                </a:lnTo>
                <a:lnTo>
                  <a:pt x="1164690" y="631153"/>
                </a:lnTo>
                <a:lnTo>
                  <a:pt x="1166624" y="583312"/>
                </a:lnTo>
                <a:lnTo>
                  <a:pt x="1164690" y="535470"/>
                </a:lnTo>
                <a:lnTo>
                  <a:pt x="1158989" y="488695"/>
                </a:lnTo>
                <a:lnTo>
                  <a:pt x="1149671" y="443134"/>
                </a:lnTo>
                <a:lnTo>
                  <a:pt x="1136886" y="398939"/>
                </a:lnTo>
                <a:lnTo>
                  <a:pt x="1120785" y="356259"/>
                </a:lnTo>
                <a:lnTo>
                  <a:pt x="1101516" y="315245"/>
                </a:lnTo>
                <a:lnTo>
                  <a:pt x="1079231" y="276046"/>
                </a:lnTo>
                <a:lnTo>
                  <a:pt x="1054079" y="238814"/>
                </a:lnTo>
                <a:lnTo>
                  <a:pt x="1026211" y="203697"/>
                </a:lnTo>
                <a:lnTo>
                  <a:pt x="995777" y="170846"/>
                </a:lnTo>
                <a:lnTo>
                  <a:pt x="962926" y="140412"/>
                </a:lnTo>
                <a:lnTo>
                  <a:pt x="927810" y="112544"/>
                </a:lnTo>
                <a:lnTo>
                  <a:pt x="890577" y="87392"/>
                </a:lnTo>
                <a:lnTo>
                  <a:pt x="851379" y="65107"/>
                </a:lnTo>
                <a:lnTo>
                  <a:pt x="810364" y="45839"/>
                </a:lnTo>
                <a:lnTo>
                  <a:pt x="767685" y="29737"/>
                </a:lnTo>
                <a:lnTo>
                  <a:pt x="723489" y="16952"/>
                </a:lnTo>
                <a:lnTo>
                  <a:pt x="677929" y="7634"/>
                </a:lnTo>
                <a:lnTo>
                  <a:pt x="631153" y="1933"/>
                </a:lnTo>
                <a:lnTo>
                  <a:pt x="583312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544" name="object 544" descr=""/>
          <p:cNvSpPr/>
          <p:nvPr/>
        </p:nvSpPr>
        <p:spPr>
          <a:xfrm>
            <a:off x="3892332" y="8259426"/>
            <a:ext cx="259079" cy="259079"/>
          </a:xfrm>
          <a:custGeom>
            <a:avLst/>
            <a:gdLst/>
            <a:ahLst/>
            <a:cxnLst/>
            <a:rect l="l" t="t" r="r" b="b"/>
            <a:pathLst>
              <a:path w="259079" h="259079">
                <a:moveTo>
                  <a:pt x="129336" y="0"/>
                </a:moveTo>
                <a:lnTo>
                  <a:pt x="78992" y="10163"/>
                </a:lnTo>
                <a:lnTo>
                  <a:pt x="37881" y="37881"/>
                </a:lnTo>
                <a:lnTo>
                  <a:pt x="10163" y="78992"/>
                </a:lnTo>
                <a:lnTo>
                  <a:pt x="0" y="129336"/>
                </a:lnTo>
                <a:lnTo>
                  <a:pt x="10163" y="179682"/>
                </a:lnTo>
                <a:lnTo>
                  <a:pt x="37881" y="220796"/>
                </a:lnTo>
                <a:lnTo>
                  <a:pt x="78992" y="248517"/>
                </a:lnTo>
                <a:lnTo>
                  <a:pt x="129336" y="258683"/>
                </a:lnTo>
                <a:lnTo>
                  <a:pt x="179680" y="248517"/>
                </a:lnTo>
                <a:lnTo>
                  <a:pt x="220791" y="220796"/>
                </a:lnTo>
                <a:lnTo>
                  <a:pt x="248509" y="179682"/>
                </a:lnTo>
                <a:lnTo>
                  <a:pt x="258672" y="129336"/>
                </a:lnTo>
                <a:lnTo>
                  <a:pt x="248509" y="78992"/>
                </a:lnTo>
                <a:lnTo>
                  <a:pt x="220791" y="37881"/>
                </a:lnTo>
                <a:lnTo>
                  <a:pt x="179680" y="10163"/>
                </a:lnTo>
                <a:lnTo>
                  <a:pt x="129336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pic>
        <p:nvPicPr>
          <p:cNvPr id="545" name="object 545" descr="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4596330" y="8266908"/>
            <a:ext cx="211197" cy="211197"/>
          </a:xfrm>
          <a:prstGeom prst="rect">
            <a:avLst/>
          </a:prstGeom>
        </p:spPr>
      </p:pic>
      <p:sp>
        <p:nvSpPr>
          <p:cNvPr id="546" name="object 546" descr=""/>
          <p:cNvSpPr/>
          <p:nvPr/>
        </p:nvSpPr>
        <p:spPr>
          <a:xfrm>
            <a:off x="3077697" y="8119124"/>
            <a:ext cx="654050" cy="654050"/>
          </a:xfrm>
          <a:custGeom>
            <a:avLst/>
            <a:gdLst/>
            <a:ahLst/>
            <a:cxnLst/>
            <a:rect l="l" t="t" r="r" b="b"/>
            <a:pathLst>
              <a:path w="654050" h="654050">
                <a:moveTo>
                  <a:pt x="326859" y="0"/>
                </a:moveTo>
                <a:lnTo>
                  <a:pt x="278558" y="3544"/>
                </a:lnTo>
                <a:lnTo>
                  <a:pt x="232458" y="13839"/>
                </a:lnTo>
                <a:lnTo>
                  <a:pt x="189064" y="30379"/>
                </a:lnTo>
                <a:lnTo>
                  <a:pt x="148881" y="52659"/>
                </a:lnTo>
                <a:lnTo>
                  <a:pt x="112416" y="80173"/>
                </a:lnTo>
                <a:lnTo>
                  <a:pt x="80173" y="112416"/>
                </a:lnTo>
                <a:lnTo>
                  <a:pt x="52659" y="148881"/>
                </a:lnTo>
                <a:lnTo>
                  <a:pt x="30379" y="189064"/>
                </a:lnTo>
                <a:lnTo>
                  <a:pt x="13839" y="232458"/>
                </a:lnTo>
                <a:lnTo>
                  <a:pt x="3544" y="278558"/>
                </a:lnTo>
                <a:lnTo>
                  <a:pt x="0" y="326859"/>
                </a:lnTo>
                <a:lnTo>
                  <a:pt x="3544" y="375159"/>
                </a:lnTo>
                <a:lnTo>
                  <a:pt x="13839" y="421259"/>
                </a:lnTo>
                <a:lnTo>
                  <a:pt x="30379" y="464654"/>
                </a:lnTo>
                <a:lnTo>
                  <a:pt x="52659" y="504836"/>
                </a:lnTo>
                <a:lnTo>
                  <a:pt x="80173" y="541302"/>
                </a:lnTo>
                <a:lnTo>
                  <a:pt x="112416" y="573544"/>
                </a:lnTo>
                <a:lnTo>
                  <a:pt x="148881" y="601058"/>
                </a:lnTo>
                <a:lnTo>
                  <a:pt x="189064" y="623338"/>
                </a:lnTo>
                <a:lnTo>
                  <a:pt x="232458" y="639879"/>
                </a:lnTo>
                <a:lnTo>
                  <a:pt x="278558" y="650174"/>
                </a:lnTo>
                <a:lnTo>
                  <a:pt x="326859" y="653718"/>
                </a:lnTo>
                <a:lnTo>
                  <a:pt x="375159" y="650174"/>
                </a:lnTo>
                <a:lnTo>
                  <a:pt x="421259" y="639879"/>
                </a:lnTo>
                <a:lnTo>
                  <a:pt x="464654" y="623338"/>
                </a:lnTo>
                <a:lnTo>
                  <a:pt x="504836" y="601058"/>
                </a:lnTo>
                <a:lnTo>
                  <a:pt x="541302" y="573544"/>
                </a:lnTo>
                <a:lnTo>
                  <a:pt x="573544" y="541302"/>
                </a:lnTo>
                <a:lnTo>
                  <a:pt x="601058" y="504836"/>
                </a:lnTo>
                <a:lnTo>
                  <a:pt x="623338" y="464654"/>
                </a:lnTo>
                <a:lnTo>
                  <a:pt x="639879" y="421259"/>
                </a:lnTo>
                <a:lnTo>
                  <a:pt x="650174" y="375159"/>
                </a:lnTo>
                <a:lnTo>
                  <a:pt x="653718" y="326859"/>
                </a:lnTo>
                <a:lnTo>
                  <a:pt x="650174" y="278558"/>
                </a:lnTo>
                <a:lnTo>
                  <a:pt x="639879" y="232458"/>
                </a:lnTo>
                <a:lnTo>
                  <a:pt x="623338" y="189064"/>
                </a:lnTo>
                <a:lnTo>
                  <a:pt x="601058" y="148881"/>
                </a:lnTo>
                <a:lnTo>
                  <a:pt x="573544" y="112416"/>
                </a:lnTo>
                <a:lnTo>
                  <a:pt x="541302" y="80173"/>
                </a:lnTo>
                <a:lnTo>
                  <a:pt x="504836" y="52659"/>
                </a:lnTo>
                <a:lnTo>
                  <a:pt x="464654" y="30379"/>
                </a:lnTo>
                <a:lnTo>
                  <a:pt x="421259" y="13839"/>
                </a:lnTo>
                <a:lnTo>
                  <a:pt x="375159" y="3544"/>
                </a:lnTo>
                <a:lnTo>
                  <a:pt x="326859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547" name="object 547" descr=""/>
          <p:cNvSpPr/>
          <p:nvPr/>
        </p:nvSpPr>
        <p:spPr>
          <a:xfrm>
            <a:off x="15527534" y="8016399"/>
            <a:ext cx="695325" cy="695325"/>
          </a:xfrm>
          <a:custGeom>
            <a:avLst/>
            <a:gdLst/>
            <a:ahLst/>
            <a:cxnLst/>
            <a:rect l="l" t="t" r="r" b="b"/>
            <a:pathLst>
              <a:path w="695325" h="695325">
                <a:moveTo>
                  <a:pt x="347664" y="0"/>
                </a:moveTo>
                <a:lnTo>
                  <a:pt x="300489" y="3173"/>
                </a:lnTo>
                <a:lnTo>
                  <a:pt x="255243" y="12418"/>
                </a:lnTo>
                <a:lnTo>
                  <a:pt x="212340" y="27320"/>
                </a:lnTo>
                <a:lnTo>
                  <a:pt x="172194" y="47465"/>
                </a:lnTo>
                <a:lnTo>
                  <a:pt x="135219" y="72438"/>
                </a:lnTo>
                <a:lnTo>
                  <a:pt x="101830" y="101826"/>
                </a:lnTo>
                <a:lnTo>
                  <a:pt x="72441" y="135215"/>
                </a:lnTo>
                <a:lnTo>
                  <a:pt x="47467" y="172189"/>
                </a:lnTo>
                <a:lnTo>
                  <a:pt x="27321" y="212335"/>
                </a:lnTo>
                <a:lnTo>
                  <a:pt x="12419" y="255239"/>
                </a:lnTo>
                <a:lnTo>
                  <a:pt x="3173" y="300487"/>
                </a:lnTo>
                <a:lnTo>
                  <a:pt x="0" y="347664"/>
                </a:lnTo>
                <a:lnTo>
                  <a:pt x="3173" y="394839"/>
                </a:lnTo>
                <a:lnTo>
                  <a:pt x="12419" y="440086"/>
                </a:lnTo>
                <a:lnTo>
                  <a:pt x="27321" y="482989"/>
                </a:lnTo>
                <a:lnTo>
                  <a:pt x="47467" y="523135"/>
                </a:lnTo>
                <a:lnTo>
                  <a:pt x="72441" y="560110"/>
                </a:lnTo>
                <a:lnTo>
                  <a:pt x="101830" y="593498"/>
                </a:lnTo>
                <a:lnTo>
                  <a:pt x="135219" y="622887"/>
                </a:lnTo>
                <a:lnTo>
                  <a:pt x="172194" y="647861"/>
                </a:lnTo>
                <a:lnTo>
                  <a:pt x="212340" y="668007"/>
                </a:lnTo>
                <a:lnTo>
                  <a:pt x="255243" y="682910"/>
                </a:lnTo>
                <a:lnTo>
                  <a:pt x="300489" y="692155"/>
                </a:lnTo>
                <a:lnTo>
                  <a:pt x="347664" y="695329"/>
                </a:lnTo>
                <a:lnTo>
                  <a:pt x="394839" y="692155"/>
                </a:lnTo>
                <a:lnTo>
                  <a:pt x="440086" y="682910"/>
                </a:lnTo>
                <a:lnTo>
                  <a:pt x="482989" y="668007"/>
                </a:lnTo>
                <a:lnTo>
                  <a:pt x="523135" y="647861"/>
                </a:lnTo>
                <a:lnTo>
                  <a:pt x="560110" y="622887"/>
                </a:lnTo>
                <a:lnTo>
                  <a:pt x="593498" y="593498"/>
                </a:lnTo>
                <a:lnTo>
                  <a:pt x="622887" y="560110"/>
                </a:lnTo>
                <a:lnTo>
                  <a:pt x="647861" y="523135"/>
                </a:lnTo>
                <a:lnTo>
                  <a:pt x="668007" y="482989"/>
                </a:lnTo>
                <a:lnTo>
                  <a:pt x="682910" y="440086"/>
                </a:lnTo>
                <a:lnTo>
                  <a:pt x="692155" y="394839"/>
                </a:lnTo>
                <a:lnTo>
                  <a:pt x="695329" y="347664"/>
                </a:lnTo>
                <a:lnTo>
                  <a:pt x="692155" y="300487"/>
                </a:lnTo>
                <a:lnTo>
                  <a:pt x="682910" y="255239"/>
                </a:lnTo>
                <a:lnTo>
                  <a:pt x="668007" y="212335"/>
                </a:lnTo>
                <a:lnTo>
                  <a:pt x="647861" y="172189"/>
                </a:lnTo>
                <a:lnTo>
                  <a:pt x="622887" y="135215"/>
                </a:lnTo>
                <a:lnTo>
                  <a:pt x="593498" y="101826"/>
                </a:lnTo>
                <a:lnTo>
                  <a:pt x="560110" y="72438"/>
                </a:lnTo>
                <a:lnTo>
                  <a:pt x="523135" y="47465"/>
                </a:lnTo>
                <a:lnTo>
                  <a:pt x="482989" y="27320"/>
                </a:lnTo>
                <a:lnTo>
                  <a:pt x="440086" y="12418"/>
                </a:lnTo>
                <a:lnTo>
                  <a:pt x="394839" y="3173"/>
                </a:lnTo>
                <a:lnTo>
                  <a:pt x="347664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548" name="object 548" descr=""/>
          <p:cNvSpPr/>
          <p:nvPr/>
        </p:nvSpPr>
        <p:spPr>
          <a:xfrm>
            <a:off x="12523241" y="7858118"/>
            <a:ext cx="1490345" cy="1112520"/>
          </a:xfrm>
          <a:custGeom>
            <a:avLst/>
            <a:gdLst/>
            <a:ahLst/>
            <a:cxnLst/>
            <a:rect l="l" t="t" r="r" b="b"/>
            <a:pathLst>
              <a:path w="1490344" h="1112520">
                <a:moveTo>
                  <a:pt x="1489760" y="641807"/>
                </a:moveTo>
                <a:lnTo>
                  <a:pt x="1487322" y="593686"/>
                </a:lnTo>
                <a:lnTo>
                  <a:pt x="1480197" y="546963"/>
                </a:lnTo>
                <a:lnTo>
                  <a:pt x="1468602" y="501853"/>
                </a:lnTo>
                <a:lnTo>
                  <a:pt x="1452765" y="458622"/>
                </a:lnTo>
                <a:lnTo>
                  <a:pt x="1432953" y="417474"/>
                </a:lnTo>
                <a:lnTo>
                  <a:pt x="1409382" y="378675"/>
                </a:lnTo>
                <a:lnTo>
                  <a:pt x="1382280" y="342442"/>
                </a:lnTo>
                <a:lnTo>
                  <a:pt x="1351902" y="309016"/>
                </a:lnTo>
                <a:lnTo>
                  <a:pt x="1318488" y="278638"/>
                </a:lnTo>
                <a:lnTo>
                  <a:pt x="1282255" y="251548"/>
                </a:lnTo>
                <a:lnTo>
                  <a:pt x="1243444" y="227977"/>
                </a:lnTo>
                <a:lnTo>
                  <a:pt x="1202309" y="208153"/>
                </a:lnTo>
                <a:lnTo>
                  <a:pt x="1159065" y="192328"/>
                </a:lnTo>
                <a:lnTo>
                  <a:pt x="1113967" y="180733"/>
                </a:lnTo>
                <a:lnTo>
                  <a:pt x="1067231" y="173596"/>
                </a:lnTo>
                <a:lnTo>
                  <a:pt x="1019111" y="171170"/>
                </a:lnTo>
                <a:lnTo>
                  <a:pt x="970991" y="173596"/>
                </a:lnTo>
                <a:lnTo>
                  <a:pt x="924255" y="180733"/>
                </a:lnTo>
                <a:lnTo>
                  <a:pt x="879157" y="192328"/>
                </a:lnTo>
                <a:lnTo>
                  <a:pt x="855916" y="200837"/>
                </a:lnTo>
                <a:lnTo>
                  <a:pt x="833818" y="171272"/>
                </a:lnTo>
                <a:lnTo>
                  <a:pt x="803440" y="137845"/>
                </a:lnTo>
                <a:lnTo>
                  <a:pt x="770013" y="107480"/>
                </a:lnTo>
                <a:lnTo>
                  <a:pt x="733780" y="80378"/>
                </a:lnTo>
                <a:lnTo>
                  <a:pt x="694982" y="56807"/>
                </a:lnTo>
                <a:lnTo>
                  <a:pt x="653834" y="36982"/>
                </a:lnTo>
                <a:lnTo>
                  <a:pt x="610603" y="21158"/>
                </a:lnTo>
                <a:lnTo>
                  <a:pt x="565492" y="9563"/>
                </a:lnTo>
                <a:lnTo>
                  <a:pt x="518756" y="2438"/>
                </a:lnTo>
                <a:lnTo>
                  <a:pt x="470636" y="0"/>
                </a:lnTo>
                <a:lnTo>
                  <a:pt x="422516" y="2438"/>
                </a:lnTo>
                <a:lnTo>
                  <a:pt x="375793" y="9563"/>
                </a:lnTo>
                <a:lnTo>
                  <a:pt x="330682" y="21158"/>
                </a:lnTo>
                <a:lnTo>
                  <a:pt x="287451" y="36982"/>
                </a:lnTo>
                <a:lnTo>
                  <a:pt x="246303" y="56807"/>
                </a:lnTo>
                <a:lnTo>
                  <a:pt x="207505" y="80378"/>
                </a:lnTo>
                <a:lnTo>
                  <a:pt x="171272" y="107480"/>
                </a:lnTo>
                <a:lnTo>
                  <a:pt x="137845" y="137845"/>
                </a:lnTo>
                <a:lnTo>
                  <a:pt x="107467" y="171272"/>
                </a:lnTo>
                <a:lnTo>
                  <a:pt x="80378" y="207505"/>
                </a:lnTo>
                <a:lnTo>
                  <a:pt x="56807" y="246316"/>
                </a:lnTo>
                <a:lnTo>
                  <a:pt x="36982" y="287451"/>
                </a:lnTo>
                <a:lnTo>
                  <a:pt x="21158" y="330695"/>
                </a:lnTo>
                <a:lnTo>
                  <a:pt x="9563" y="375793"/>
                </a:lnTo>
                <a:lnTo>
                  <a:pt x="2425" y="422529"/>
                </a:lnTo>
                <a:lnTo>
                  <a:pt x="0" y="470649"/>
                </a:lnTo>
                <a:lnTo>
                  <a:pt x="2425" y="518769"/>
                </a:lnTo>
                <a:lnTo>
                  <a:pt x="9563" y="565505"/>
                </a:lnTo>
                <a:lnTo>
                  <a:pt x="21158" y="610603"/>
                </a:lnTo>
                <a:lnTo>
                  <a:pt x="36982" y="653846"/>
                </a:lnTo>
                <a:lnTo>
                  <a:pt x="56807" y="694994"/>
                </a:lnTo>
                <a:lnTo>
                  <a:pt x="80378" y="733793"/>
                </a:lnTo>
                <a:lnTo>
                  <a:pt x="107467" y="770026"/>
                </a:lnTo>
                <a:lnTo>
                  <a:pt x="137845" y="803452"/>
                </a:lnTo>
                <a:lnTo>
                  <a:pt x="171272" y="833818"/>
                </a:lnTo>
                <a:lnTo>
                  <a:pt x="207505" y="860920"/>
                </a:lnTo>
                <a:lnTo>
                  <a:pt x="246303" y="884491"/>
                </a:lnTo>
                <a:lnTo>
                  <a:pt x="287451" y="904303"/>
                </a:lnTo>
                <a:lnTo>
                  <a:pt x="330682" y="920140"/>
                </a:lnTo>
                <a:lnTo>
                  <a:pt x="375793" y="931735"/>
                </a:lnTo>
                <a:lnTo>
                  <a:pt x="422516" y="938860"/>
                </a:lnTo>
                <a:lnTo>
                  <a:pt x="470636" y="941298"/>
                </a:lnTo>
                <a:lnTo>
                  <a:pt x="518756" y="938860"/>
                </a:lnTo>
                <a:lnTo>
                  <a:pt x="565492" y="931735"/>
                </a:lnTo>
                <a:lnTo>
                  <a:pt x="610603" y="920140"/>
                </a:lnTo>
                <a:lnTo>
                  <a:pt x="633831" y="911631"/>
                </a:lnTo>
                <a:lnTo>
                  <a:pt x="655942" y="941184"/>
                </a:lnTo>
                <a:lnTo>
                  <a:pt x="686320" y="974610"/>
                </a:lnTo>
                <a:lnTo>
                  <a:pt x="719734" y="1004989"/>
                </a:lnTo>
                <a:lnTo>
                  <a:pt x="755967" y="1032078"/>
                </a:lnTo>
                <a:lnTo>
                  <a:pt x="794778" y="1055649"/>
                </a:lnTo>
                <a:lnTo>
                  <a:pt x="835914" y="1075474"/>
                </a:lnTo>
                <a:lnTo>
                  <a:pt x="879157" y="1091298"/>
                </a:lnTo>
                <a:lnTo>
                  <a:pt x="924255" y="1102893"/>
                </a:lnTo>
                <a:lnTo>
                  <a:pt x="970991" y="1110030"/>
                </a:lnTo>
                <a:lnTo>
                  <a:pt x="1019111" y="1112456"/>
                </a:lnTo>
                <a:lnTo>
                  <a:pt x="1067231" y="1110030"/>
                </a:lnTo>
                <a:lnTo>
                  <a:pt x="1113967" y="1102893"/>
                </a:lnTo>
                <a:lnTo>
                  <a:pt x="1159065" y="1091298"/>
                </a:lnTo>
                <a:lnTo>
                  <a:pt x="1202309" y="1075474"/>
                </a:lnTo>
                <a:lnTo>
                  <a:pt x="1243444" y="1055649"/>
                </a:lnTo>
                <a:lnTo>
                  <a:pt x="1282255" y="1032078"/>
                </a:lnTo>
                <a:lnTo>
                  <a:pt x="1318488" y="1004989"/>
                </a:lnTo>
                <a:lnTo>
                  <a:pt x="1351902" y="974610"/>
                </a:lnTo>
                <a:lnTo>
                  <a:pt x="1382280" y="941184"/>
                </a:lnTo>
                <a:lnTo>
                  <a:pt x="1409382" y="904951"/>
                </a:lnTo>
                <a:lnTo>
                  <a:pt x="1432953" y="866152"/>
                </a:lnTo>
                <a:lnTo>
                  <a:pt x="1452765" y="825004"/>
                </a:lnTo>
                <a:lnTo>
                  <a:pt x="1468602" y="781761"/>
                </a:lnTo>
                <a:lnTo>
                  <a:pt x="1480197" y="736663"/>
                </a:lnTo>
                <a:lnTo>
                  <a:pt x="1487322" y="689927"/>
                </a:lnTo>
                <a:lnTo>
                  <a:pt x="1489760" y="641807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549" name="object 549" descr=""/>
          <p:cNvSpPr/>
          <p:nvPr/>
        </p:nvSpPr>
        <p:spPr>
          <a:xfrm>
            <a:off x="15222339" y="8175257"/>
            <a:ext cx="553085" cy="553085"/>
          </a:xfrm>
          <a:custGeom>
            <a:avLst/>
            <a:gdLst/>
            <a:ahLst/>
            <a:cxnLst/>
            <a:rect l="l" t="t" r="r" b="b"/>
            <a:pathLst>
              <a:path w="553084" h="553084">
                <a:moveTo>
                  <a:pt x="276483" y="0"/>
                </a:moveTo>
                <a:lnTo>
                  <a:pt x="226785" y="4454"/>
                </a:lnTo>
                <a:lnTo>
                  <a:pt x="180009" y="17297"/>
                </a:lnTo>
                <a:lnTo>
                  <a:pt x="136937" y="37748"/>
                </a:lnTo>
                <a:lnTo>
                  <a:pt x="98349" y="65026"/>
                </a:lnTo>
                <a:lnTo>
                  <a:pt x="65025" y="98350"/>
                </a:lnTo>
                <a:lnTo>
                  <a:pt x="37748" y="136940"/>
                </a:lnTo>
                <a:lnTo>
                  <a:pt x="17297" y="180014"/>
                </a:lnTo>
                <a:lnTo>
                  <a:pt x="4454" y="226792"/>
                </a:lnTo>
                <a:lnTo>
                  <a:pt x="0" y="276494"/>
                </a:lnTo>
                <a:lnTo>
                  <a:pt x="4454" y="326192"/>
                </a:lnTo>
                <a:lnTo>
                  <a:pt x="17297" y="372967"/>
                </a:lnTo>
                <a:lnTo>
                  <a:pt x="37748" y="416040"/>
                </a:lnTo>
                <a:lnTo>
                  <a:pt x="65025" y="454628"/>
                </a:lnTo>
                <a:lnTo>
                  <a:pt x="98349" y="487952"/>
                </a:lnTo>
                <a:lnTo>
                  <a:pt x="136937" y="515229"/>
                </a:lnTo>
                <a:lnTo>
                  <a:pt x="180009" y="535680"/>
                </a:lnTo>
                <a:lnTo>
                  <a:pt x="226785" y="548523"/>
                </a:lnTo>
                <a:lnTo>
                  <a:pt x="276483" y="552977"/>
                </a:lnTo>
                <a:lnTo>
                  <a:pt x="326182" y="548523"/>
                </a:lnTo>
                <a:lnTo>
                  <a:pt x="372958" y="535680"/>
                </a:lnTo>
                <a:lnTo>
                  <a:pt x="416032" y="515229"/>
                </a:lnTo>
                <a:lnTo>
                  <a:pt x="454622" y="487952"/>
                </a:lnTo>
                <a:lnTo>
                  <a:pt x="487947" y="454628"/>
                </a:lnTo>
                <a:lnTo>
                  <a:pt x="515226" y="416040"/>
                </a:lnTo>
                <a:lnTo>
                  <a:pt x="535678" y="372967"/>
                </a:lnTo>
                <a:lnTo>
                  <a:pt x="548523" y="326192"/>
                </a:lnTo>
                <a:lnTo>
                  <a:pt x="552977" y="276494"/>
                </a:lnTo>
                <a:lnTo>
                  <a:pt x="548523" y="226792"/>
                </a:lnTo>
                <a:lnTo>
                  <a:pt x="535678" y="180014"/>
                </a:lnTo>
                <a:lnTo>
                  <a:pt x="515226" y="136940"/>
                </a:lnTo>
                <a:lnTo>
                  <a:pt x="487947" y="98350"/>
                </a:lnTo>
                <a:lnTo>
                  <a:pt x="454622" y="65026"/>
                </a:lnTo>
                <a:lnTo>
                  <a:pt x="416032" y="37748"/>
                </a:lnTo>
                <a:lnTo>
                  <a:pt x="372958" y="17297"/>
                </a:lnTo>
                <a:lnTo>
                  <a:pt x="326182" y="4454"/>
                </a:lnTo>
                <a:lnTo>
                  <a:pt x="276483" y="0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50" name="object 550" descr=""/>
          <p:cNvGrpSpPr/>
          <p:nvPr/>
        </p:nvGrpSpPr>
        <p:grpSpPr>
          <a:xfrm>
            <a:off x="14452272" y="8116464"/>
            <a:ext cx="619125" cy="391795"/>
            <a:chOff x="14452272" y="8116464"/>
            <a:chExt cx="619125" cy="391795"/>
          </a:xfrm>
        </p:grpSpPr>
        <p:pic>
          <p:nvPicPr>
            <p:cNvPr id="551" name="object 551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4908010" y="8252656"/>
              <a:ext cx="162822" cy="162811"/>
            </a:xfrm>
            <a:prstGeom prst="rect">
              <a:avLst/>
            </a:prstGeom>
          </p:spPr>
        </p:pic>
        <p:sp>
          <p:nvSpPr>
            <p:cNvPr id="552" name="object 552" descr=""/>
            <p:cNvSpPr/>
            <p:nvPr/>
          </p:nvSpPr>
          <p:spPr>
            <a:xfrm>
              <a:off x="14580905" y="8116464"/>
              <a:ext cx="391795" cy="391795"/>
            </a:xfrm>
            <a:custGeom>
              <a:avLst/>
              <a:gdLst/>
              <a:ahLst/>
              <a:cxnLst/>
              <a:rect l="l" t="t" r="r" b="b"/>
              <a:pathLst>
                <a:path w="391794" h="391795">
                  <a:moveTo>
                    <a:pt x="195638" y="0"/>
                  </a:moveTo>
                  <a:lnTo>
                    <a:pt x="150779" y="5166"/>
                  </a:lnTo>
                  <a:lnTo>
                    <a:pt x="109600" y="19884"/>
                  </a:lnTo>
                  <a:lnTo>
                    <a:pt x="73275" y="42979"/>
                  </a:lnTo>
                  <a:lnTo>
                    <a:pt x="42979" y="73275"/>
                  </a:lnTo>
                  <a:lnTo>
                    <a:pt x="19884" y="109600"/>
                  </a:lnTo>
                  <a:lnTo>
                    <a:pt x="5166" y="150779"/>
                  </a:lnTo>
                  <a:lnTo>
                    <a:pt x="0" y="195638"/>
                  </a:lnTo>
                  <a:lnTo>
                    <a:pt x="5166" y="240496"/>
                  </a:lnTo>
                  <a:lnTo>
                    <a:pt x="19884" y="281675"/>
                  </a:lnTo>
                  <a:lnTo>
                    <a:pt x="42979" y="318000"/>
                  </a:lnTo>
                  <a:lnTo>
                    <a:pt x="73275" y="348296"/>
                  </a:lnTo>
                  <a:lnTo>
                    <a:pt x="109600" y="371391"/>
                  </a:lnTo>
                  <a:lnTo>
                    <a:pt x="150779" y="386109"/>
                  </a:lnTo>
                  <a:lnTo>
                    <a:pt x="195638" y="391276"/>
                  </a:lnTo>
                  <a:lnTo>
                    <a:pt x="240496" y="386109"/>
                  </a:lnTo>
                  <a:lnTo>
                    <a:pt x="281675" y="371391"/>
                  </a:lnTo>
                  <a:lnTo>
                    <a:pt x="318000" y="348296"/>
                  </a:lnTo>
                  <a:lnTo>
                    <a:pt x="348296" y="318000"/>
                  </a:lnTo>
                  <a:lnTo>
                    <a:pt x="371391" y="281675"/>
                  </a:lnTo>
                  <a:lnTo>
                    <a:pt x="386109" y="240496"/>
                  </a:lnTo>
                  <a:lnTo>
                    <a:pt x="391276" y="195638"/>
                  </a:lnTo>
                  <a:lnTo>
                    <a:pt x="386109" y="150779"/>
                  </a:lnTo>
                  <a:lnTo>
                    <a:pt x="371391" y="109600"/>
                  </a:lnTo>
                  <a:lnTo>
                    <a:pt x="348296" y="73275"/>
                  </a:lnTo>
                  <a:lnTo>
                    <a:pt x="318000" y="42979"/>
                  </a:lnTo>
                  <a:lnTo>
                    <a:pt x="281675" y="19884"/>
                  </a:lnTo>
                  <a:lnTo>
                    <a:pt x="240496" y="5166"/>
                  </a:lnTo>
                  <a:lnTo>
                    <a:pt x="195638" y="0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3" name="object 553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4452272" y="8263138"/>
              <a:ext cx="222338" cy="222338"/>
            </a:xfrm>
            <a:prstGeom prst="rect">
              <a:avLst/>
            </a:prstGeom>
          </p:spPr>
        </p:pic>
      </p:grpSp>
      <p:sp>
        <p:nvSpPr>
          <p:cNvPr id="554" name="object 554" descr=""/>
          <p:cNvSpPr/>
          <p:nvPr/>
        </p:nvSpPr>
        <p:spPr>
          <a:xfrm>
            <a:off x="16424885" y="7955286"/>
            <a:ext cx="1626235" cy="828040"/>
          </a:xfrm>
          <a:custGeom>
            <a:avLst/>
            <a:gdLst/>
            <a:ahLst/>
            <a:cxnLst/>
            <a:rect l="l" t="t" r="r" b="b"/>
            <a:pathLst>
              <a:path w="1626234" h="828040">
                <a:moveTo>
                  <a:pt x="1626222" y="544652"/>
                </a:moveTo>
                <a:lnTo>
                  <a:pt x="1622526" y="498754"/>
                </a:lnTo>
                <a:lnTo>
                  <a:pt x="1611795" y="455218"/>
                </a:lnTo>
                <a:lnTo>
                  <a:pt x="1594650" y="414616"/>
                </a:lnTo>
                <a:lnTo>
                  <a:pt x="1571637" y="377545"/>
                </a:lnTo>
                <a:lnTo>
                  <a:pt x="1543354" y="344576"/>
                </a:lnTo>
                <a:lnTo>
                  <a:pt x="1510385" y="316293"/>
                </a:lnTo>
                <a:lnTo>
                  <a:pt x="1473314" y="293293"/>
                </a:lnTo>
                <a:lnTo>
                  <a:pt x="1432712" y="276136"/>
                </a:lnTo>
                <a:lnTo>
                  <a:pt x="1389176" y="265404"/>
                </a:lnTo>
                <a:lnTo>
                  <a:pt x="1343279" y="261708"/>
                </a:lnTo>
                <a:lnTo>
                  <a:pt x="1297393" y="265404"/>
                </a:lnTo>
                <a:lnTo>
                  <a:pt x="1253858" y="276136"/>
                </a:lnTo>
                <a:lnTo>
                  <a:pt x="1222171" y="289534"/>
                </a:lnTo>
                <a:lnTo>
                  <a:pt x="1212926" y="277279"/>
                </a:lnTo>
                <a:lnTo>
                  <a:pt x="1181544" y="245884"/>
                </a:lnTo>
                <a:lnTo>
                  <a:pt x="1146035" y="219100"/>
                </a:lnTo>
                <a:lnTo>
                  <a:pt x="1106919" y="197408"/>
                </a:lnTo>
                <a:lnTo>
                  <a:pt x="1064666" y="181305"/>
                </a:lnTo>
                <a:lnTo>
                  <a:pt x="1019784" y="171284"/>
                </a:lnTo>
                <a:lnTo>
                  <a:pt x="972756" y="167830"/>
                </a:lnTo>
                <a:lnTo>
                  <a:pt x="925741" y="171284"/>
                </a:lnTo>
                <a:lnTo>
                  <a:pt x="880859" y="181305"/>
                </a:lnTo>
                <a:lnTo>
                  <a:pt x="838606" y="197408"/>
                </a:lnTo>
                <a:lnTo>
                  <a:pt x="799490" y="219100"/>
                </a:lnTo>
                <a:lnTo>
                  <a:pt x="763981" y="245884"/>
                </a:lnTo>
                <a:lnTo>
                  <a:pt x="752030" y="257835"/>
                </a:lnTo>
                <a:lnTo>
                  <a:pt x="740460" y="251548"/>
                </a:lnTo>
                <a:lnTo>
                  <a:pt x="699033" y="238683"/>
                </a:lnTo>
                <a:lnTo>
                  <a:pt x="654545" y="234200"/>
                </a:lnTo>
                <a:lnTo>
                  <a:pt x="640842" y="235585"/>
                </a:lnTo>
                <a:lnTo>
                  <a:pt x="640181" y="232575"/>
                </a:lnTo>
                <a:lnTo>
                  <a:pt x="623633" y="189153"/>
                </a:lnTo>
                <a:lnTo>
                  <a:pt x="601345" y="148958"/>
                </a:lnTo>
                <a:lnTo>
                  <a:pt x="573811" y="112471"/>
                </a:lnTo>
                <a:lnTo>
                  <a:pt x="541566" y="80213"/>
                </a:lnTo>
                <a:lnTo>
                  <a:pt x="505079" y="52692"/>
                </a:lnTo>
                <a:lnTo>
                  <a:pt x="464883" y="30403"/>
                </a:lnTo>
                <a:lnTo>
                  <a:pt x="421462" y="13855"/>
                </a:lnTo>
                <a:lnTo>
                  <a:pt x="375348" y="3556"/>
                </a:lnTo>
                <a:lnTo>
                  <a:pt x="327025" y="0"/>
                </a:lnTo>
                <a:lnTo>
                  <a:pt x="278701" y="3556"/>
                </a:lnTo>
                <a:lnTo>
                  <a:pt x="232575" y="13855"/>
                </a:lnTo>
                <a:lnTo>
                  <a:pt x="189153" y="30403"/>
                </a:lnTo>
                <a:lnTo>
                  <a:pt x="148958" y="52692"/>
                </a:lnTo>
                <a:lnTo>
                  <a:pt x="112471" y="80213"/>
                </a:lnTo>
                <a:lnTo>
                  <a:pt x="80213" y="112471"/>
                </a:lnTo>
                <a:lnTo>
                  <a:pt x="52692" y="148958"/>
                </a:lnTo>
                <a:lnTo>
                  <a:pt x="30403" y="189153"/>
                </a:lnTo>
                <a:lnTo>
                  <a:pt x="13855" y="232575"/>
                </a:lnTo>
                <a:lnTo>
                  <a:pt x="3543" y="278701"/>
                </a:lnTo>
                <a:lnTo>
                  <a:pt x="0" y="327025"/>
                </a:lnTo>
                <a:lnTo>
                  <a:pt x="3543" y="375348"/>
                </a:lnTo>
                <a:lnTo>
                  <a:pt x="13855" y="421462"/>
                </a:lnTo>
                <a:lnTo>
                  <a:pt x="30403" y="464883"/>
                </a:lnTo>
                <a:lnTo>
                  <a:pt x="52692" y="505079"/>
                </a:lnTo>
                <a:lnTo>
                  <a:pt x="80213" y="541566"/>
                </a:lnTo>
                <a:lnTo>
                  <a:pt x="112471" y="573824"/>
                </a:lnTo>
                <a:lnTo>
                  <a:pt x="148958" y="601345"/>
                </a:lnTo>
                <a:lnTo>
                  <a:pt x="189153" y="623633"/>
                </a:lnTo>
                <a:lnTo>
                  <a:pt x="232575" y="640181"/>
                </a:lnTo>
                <a:lnTo>
                  <a:pt x="278701" y="650481"/>
                </a:lnTo>
                <a:lnTo>
                  <a:pt x="327025" y="654024"/>
                </a:lnTo>
                <a:lnTo>
                  <a:pt x="375348" y="650481"/>
                </a:lnTo>
                <a:lnTo>
                  <a:pt x="421462" y="640181"/>
                </a:lnTo>
                <a:lnTo>
                  <a:pt x="464883" y="623633"/>
                </a:lnTo>
                <a:lnTo>
                  <a:pt x="495033" y="606920"/>
                </a:lnTo>
                <a:lnTo>
                  <a:pt x="498449" y="611035"/>
                </a:lnTo>
                <a:lnTo>
                  <a:pt x="531114" y="637997"/>
                </a:lnTo>
                <a:lnTo>
                  <a:pt x="568617" y="658342"/>
                </a:lnTo>
                <a:lnTo>
                  <a:pt x="610057" y="671207"/>
                </a:lnTo>
                <a:lnTo>
                  <a:pt x="654545" y="675690"/>
                </a:lnTo>
                <a:lnTo>
                  <a:pt x="699033" y="671207"/>
                </a:lnTo>
                <a:lnTo>
                  <a:pt x="711771" y="667258"/>
                </a:lnTo>
                <a:lnTo>
                  <a:pt x="732599" y="694829"/>
                </a:lnTo>
                <a:lnTo>
                  <a:pt x="763981" y="726224"/>
                </a:lnTo>
                <a:lnTo>
                  <a:pt x="799490" y="753008"/>
                </a:lnTo>
                <a:lnTo>
                  <a:pt x="838606" y="774700"/>
                </a:lnTo>
                <a:lnTo>
                  <a:pt x="880859" y="790803"/>
                </a:lnTo>
                <a:lnTo>
                  <a:pt x="925741" y="800823"/>
                </a:lnTo>
                <a:lnTo>
                  <a:pt x="972756" y="804265"/>
                </a:lnTo>
                <a:lnTo>
                  <a:pt x="1019784" y="800823"/>
                </a:lnTo>
                <a:lnTo>
                  <a:pt x="1064666" y="790803"/>
                </a:lnTo>
                <a:lnTo>
                  <a:pt x="1106919" y="774700"/>
                </a:lnTo>
                <a:lnTo>
                  <a:pt x="1146035" y="753008"/>
                </a:lnTo>
                <a:lnTo>
                  <a:pt x="1149667" y="750265"/>
                </a:lnTo>
                <a:lnTo>
                  <a:pt x="1176185" y="772998"/>
                </a:lnTo>
                <a:lnTo>
                  <a:pt x="1213256" y="796010"/>
                </a:lnTo>
                <a:lnTo>
                  <a:pt x="1253858" y="813155"/>
                </a:lnTo>
                <a:lnTo>
                  <a:pt x="1297393" y="823887"/>
                </a:lnTo>
                <a:lnTo>
                  <a:pt x="1343279" y="827582"/>
                </a:lnTo>
                <a:lnTo>
                  <a:pt x="1389176" y="823887"/>
                </a:lnTo>
                <a:lnTo>
                  <a:pt x="1432712" y="813155"/>
                </a:lnTo>
                <a:lnTo>
                  <a:pt x="1473314" y="796010"/>
                </a:lnTo>
                <a:lnTo>
                  <a:pt x="1510385" y="772998"/>
                </a:lnTo>
                <a:lnTo>
                  <a:pt x="1543354" y="744715"/>
                </a:lnTo>
                <a:lnTo>
                  <a:pt x="1571637" y="711746"/>
                </a:lnTo>
                <a:lnTo>
                  <a:pt x="1594650" y="674674"/>
                </a:lnTo>
                <a:lnTo>
                  <a:pt x="1611795" y="634085"/>
                </a:lnTo>
                <a:lnTo>
                  <a:pt x="1622526" y="590550"/>
                </a:lnTo>
                <a:lnTo>
                  <a:pt x="1626222" y="544652"/>
                </a:lnTo>
                <a:close/>
              </a:path>
            </a:pathLst>
          </a:custGeom>
          <a:solidFill>
            <a:srgbClr val="CDEBE6">
              <a:alpha val="63998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55" name="object 555" descr=""/>
          <p:cNvGrpSpPr/>
          <p:nvPr/>
        </p:nvGrpSpPr>
        <p:grpSpPr>
          <a:xfrm>
            <a:off x="-4" y="6565241"/>
            <a:ext cx="20104100" cy="4743450"/>
            <a:chOff x="-4" y="6565241"/>
            <a:chExt cx="20104100" cy="4743450"/>
          </a:xfrm>
        </p:grpSpPr>
        <p:sp>
          <p:nvSpPr>
            <p:cNvPr id="556" name="object 556" descr=""/>
            <p:cNvSpPr/>
            <p:nvPr/>
          </p:nvSpPr>
          <p:spPr>
            <a:xfrm>
              <a:off x="0" y="8030622"/>
              <a:ext cx="20089495" cy="2252980"/>
            </a:xfrm>
            <a:custGeom>
              <a:avLst/>
              <a:gdLst/>
              <a:ahLst/>
              <a:cxnLst/>
              <a:rect l="l" t="t" r="r" b="b"/>
              <a:pathLst>
                <a:path w="20089495" h="2252979">
                  <a:moveTo>
                    <a:pt x="20088949" y="282308"/>
                  </a:moveTo>
                  <a:lnTo>
                    <a:pt x="18971197" y="282308"/>
                  </a:lnTo>
                  <a:lnTo>
                    <a:pt x="18961964" y="265277"/>
                  </a:lnTo>
                  <a:lnTo>
                    <a:pt x="18932487" y="229565"/>
                  </a:lnTo>
                  <a:lnTo>
                    <a:pt x="18896762" y="200088"/>
                  </a:lnTo>
                  <a:lnTo>
                    <a:pt x="18855767" y="177825"/>
                  </a:lnTo>
                  <a:lnTo>
                    <a:pt x="18810453" y="163766"/>
                  </a:lnTo>
                  <a:lnTo>
                    <a:pt x="18761812" y="158864"/>
                  </a:lnTo>
                  <a:lnTo>
                    <a:pt x="18736895" y="161378"/>
                  </a:lnTo>
                  <a:lnTo>
                    <a:pt x="18729541" y="148107"/>
                  </a:lnTo>
                  <a:lnTo>
                    <a:pt x="18702173" y="111836"/>
                  </a:lnTo>
                  <a:lnTo>
                    <a:pt x="18670093" y="79756"/>
                  </a:lnTo>
                  <a:lnTo>
                    <a:pt x="18633809" y="52387"/>
                  </a:lnTo>
                  <a:lnTo>
                    <a:pt x="18593829" y="30213"/>
                  </a:lnTo>
                  <a:lnTo>
                    <a:pt x="18550662" y="13766"/>
                  </a:lnTo>
                  <a:lnTo>
                    <a:pt x="18504802" y="3517"/>
                  </a:lnTo>
                  <a:lnTo>
                    <a:pt x="18456745" y="0"/>
                  </a:lnTo>
                  <a:lnTo>
                    <a:pt x="18408688" y="3517"/>
                  </a:lnTo>
                  <a:lnTo>
                    <a:pt x="18362829" y="13766"/>
                  </a:lnTo>
                  <a:lnTo>
                    <a:pt x="18319649" y="30213"/>
                  </a:lnTo>
                  <a:lnTo>
                    <a:pt x="18279682" y="52387"/>
                  </a:lnTo>
                  <a:lnTo>
                    <a:pt x="18243398" y="79756"/>
                  </a:lnTo>
                  <a:lnTo>
                    <a:pt x="18211318" y="111836"/>
                  </a:lnTo>
                  <a:lnTo>
                    <a:pt x="18183949" y="148107"/>
                  </a:lnTo>
                  <a:lnTo>
                    <a:pt x="18161788" y="188087"/>
                  </a:lnTo>
                  <a:lnTo>
                    <a:pt x="18145329" y="231267"/>
                  </a:lnTo>
                  <a:lnTo>
                    <a:pt x="18135092" y="277126"/>
                  </a:lnTo>
                  <a:lnTo>
                    <a:pt x="18134711" y="282308"/>
                  </a:lnTo>
                  <a:lnTo>
                    <a:pt x="0" y="282308"/>
                  </a:lnTo>
                  <a:lnTo>
                    <a:pt x="0" y="2252624"/>
                  </a:lnTo>
                  <a:lnTo>
                    <a:pt x="20088949" y="2252624"/>
                  </a:lnTo>
                  <a:lnTo>
                    <a:pt x="20088949" y="635914"/>
                  </a:lnTo>
                  <a:lnTo>
                    <a:pt x="20088949" y="635469"/>
                  </a:lnTo>
                  <a:lnTo>
                    <a:pt x="20088949" y="575538"/>
                  </a:lnTo>
                  <a:lnTo>
                    <a:pt x="20088949" y="355650"/>
                  </a:lnTo>
                  <a:lnTo>
                    <a:pt x="20088949" y="282308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" name="object 557" descr=""/>
            <p:cNvSpPr/>
            <p:nvPr/>
          </p:nvSpPr>
          <p:spPr>
            <a:xfrm>
              <a:off x="-4" y="9540103"/>
              <a:ext cx="10883900" cy="743585"/>
            </a:xfrm>
            <a:custGeom>
              <a:avLst/>
              <a:gdLst/>
              <a:ahLst/>
              <a:cxnLst/>
              <a:rect l="l" t="t" r="r" b="b"/>
              <a:pathLst>
                <a:path w="10883900" h="743584">
                  <a:moveTo>
                    <a:pt x="9436833" y="0"/>
                  </a:moveTo>
                  <a:lnTo>
                    <a:pt x="0" y="0"/>
                  </a:lnTo>
                  <a:lnTo>
                    <a:pt x="0" y="743139"/>
                  </a:lnTo>
                  <a:lnTo>
                    <a:pt x="10883459" y="743139"/>
                  </a:lnTo>
                  <a:lnTo>
                    <a:pt x="10855282" y="704957"/>
                  </a:lnTo>
                  <a:lnTo>
                    <a:pt x="10826121" y="667562"/>
                  </a:lnTo>
                  <a:lnTo>
                    <a:pt x="10795996" y="630973"/>
                  </a:lnTo>
                  <a:lnTo>
                    <a:pt x="10764926" y="595210"/>
                  </a:lnTo>
                  <a:lnTo>
                    <a:pt x="10732929" y="560291"/>
                  </a:lnTo>
                  <a:lnTo>
                    <a:pt x="10700026" y="526235"/>
                  </a:lnTo>
                  <a:lnTo>
                    <a:pt x="10666234" y="493062"/>
                  </a:lnTo>
                  <a:lnTo>
                    <a:pt x="10631573" y="460790"/>
                  </a:lnTo>
                  <a:lnTo>
                    <a:pt x="10596062" y="429440"/>
                  </a:lnTo>
                  <a:lnTo>
                    <a:pt x="10559720" y="399029"/>
                  </a:lnTo>
                  <a:lnTo>
                    <a:pt x="10522566" y="369577"/>
                  </a:lnTo>
                  <a:lnTo>
                    <a:pt x="10484619" y="341103"/>
                  </a:lnTo>
                  <a:lnTo>
                    <a:pt x="10445898" y="313625"/>
                  </a:lnTo>
                  <a:lnTo>
                    <a:pt x="10406423" y="287164"/>
                  </a:lnTo>
                  <a:lnTo>
                    <a:pt x="10366212" y="261739"/>
                  </a:lnTo>
                  <a:lnTo>
                    <a:pt x="10325284" y="237367"/>
                  </a:lnTo>
                  <a:lnTo>
                    <a:pt x="10283659" y="214069"/>
                  </a:lnTo>
                  <a:lnTo>
                    <a:pt x="10241355" y="191863"/>
                  </a:lnTo>
                  <a:lnTo>
                    <a:pt x="10198391" y="170769"/>
                  </a:lnTo>
                  <a:lnTo>
                    <a:pt x="10154787" y="150806"/>
                  </a:lnTo>
                  <a:lnTo>
                    <a:pt x="10110562" y="131992"/>
                  </a:lnTo>
                  <a:lnTo>
                    <a:pt x="10065734" y="114346"/>
                  </a:lnTo>
                  <a:lnTo>
                    <a:pt x="10020323" y="97889"/>
                  </a:lnTo>
                  <a:lnTo>
                    <a:pt x="9974348" y="82639"/>
                  </a:lnTo>
                  <a:lnTo>
                    <a:pt x="9927828" y="68615"/>
                  </a:lnTo>
                  <a:lnTo>
                    <a:pt x="9880781" y="55835"/>
                  </a:lnTo>
                  <a:lnTo>
                    <a:pt x="9833228" y="44320"/>
                  </a:lnTo>
                  <a:lnTo>
                    <a:pt x="9785186" y="34088"/>
                  </a:lnTo>
                  <a:lnTo>
                    <a:pt x="9736676" y="25159"/>
                  </a:lnTo>
                  <a:lnTo>
                    <a:pt x="9687716" y="17551"/>
                  </a:lnTo>
                  <a:lnTo>
                    <a:pt x="9638325" y="11283"/>
                  </a:lnTo>
                  <a:lnTo>
                    <a:pt x="9588522" y="6375"/>
                  </a:lnTo>
                  <a:lnTo>
                    <a:pt x="9538326" y="2846"/>
                  </a:lnTo>
                  <a:lnTo>
                    <a:pt x="9487757" y="714"/>
                  </a:lnTo>
                  <a:lnTo>
                    <a:pt x="9436833" y="0"/>
                  </a:lnTo>
                  <a:close/>
                </a:path>
              </a:pathLst>
            </a:custGeom>
            <a:solidFill>
              <a:srgbClr val="CDEBE6">
                <a:alpha val="1151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" name="object 558" descr=""/>
            <p:cNvSpPr/>
            <p:nvPr/>
          </p:nvSpPr>
          <p:spPr>
            <a:xfrm>
              <a:off x="4503775" y="8660441"/>
              <a:ext cx="11300460" cy="1623060"/>
            </a:xfrm>
            <a:custGeom>
              <a:avLst/>
              <a:gdLst/>
              <a:ahLst/>
              <a:cxnLst/>
              <a:rect l="l" t="t" r="r" b="b"/>
              <a:pathLst>
                <a:path w="11300460" h="1623059">
                  <a:moveTo>
                    <a:pt x="3208020" y="5651"/>
                  </a:moveTo>
                  <a:lnTo>
                    <a:pt x="0" y="5651"/>
                  </a:lnTo>
                  <a:lnTo>
                    <a:pt x="0" y="1622806"/>
                  </a:lnTo>
                  <a:lnTo>
                    <a:pt x="3208020" y="1622806"/>
                  </a:lnTo>
                  <a:lnTo>
                    <a:pt x="3208020" y="5651"/>
                  </a:lnTo>
                  <a:close/>
                </a:path>
                <a:path w="11300460" h="1623059">
                  <a:moveTo>
                    <a:pt x="7078980" y="0"/>
                  </a:moveTo>
                  <a:lnTo>
                    <a:pt x="5784608" y="0"/>
                  </a:lnTo>
                  <a:lnTo>
                    <a:pt x="5784608" y="1622806"/>
                  </a:lnTo>
                  <a:lnTo>
                    <a:pt x="7078980" y="1622806"/>
                  </a:lnTo>
                  <a:lnTo>
                    <a:pt x="7078980" y="0"/>
                  </a:lnTo>
                  <a:close/>
                </a:path>
                <a:path w="11300460" h="1623059">
                  <a:moveTo>
                    <a:pt x="11300244" y="5651"/>
                  </a:moveTo>
                  <a:lnTo>
                    <a:pt x="9329382" y="5651"/>
                  </a:lnTo>
                  <a:lnTo>
                    <a:pt x="9329382" y="1622806"/>
                  </a:lnTo>
                  <a:lnTo>
                    <a:pt x="11300244" y="1622806"/>
                  </a:lnTo>
                  <a:lnTo>
                    <a:pt x="11300244" y="5651"/>
                  </a:lnTo>
                  <a:close/>
                </a:path>
              </a:pathLst>
            </a:custGeom>
            <a:solidFill>
              <a:srgbClr val="CDEBE6">
                <a:alpha val="575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" name="object 559" descr=""/>
            <p:cNvSpPr/>
            <p:nvPr/>
          </p:nvSpPr>
          <p:spPr>
            <a:xfrm>
              <a:off x="16251002" y="8666081"/>
              <a:ext cx="588010" cy="1617345"/>
            </a:xfrm>
            <a:custGeom>
              <a:avLst/>
              <a:gdLst/>
              <a:ahLst/>
              <a:cxnLst/>
              <a:rect l="l" t="t" r="r" b="b"/>
              <a:pathLst>
                <a:path w="588009" h="1617345">
                  <a:moveTo>
                    <a:pt x="587982" y="0"/>
                  </a:moveTo>
                  <a:lnTo>
                    <a:pt x="0" y="0"/>
                  </a:lnTo>
                  <a:lnTo>
                    <a:pt x="0" y="1617165"/>
                  </a:lnTo>
                  <a:lnTo>
                    <a:pt x="587982" y="1617165"/>
                  </a:lnTo>
                  <a:lnTo>
                    <a:pt x="587982" y="0"/>
                  </a:lnTo>
                  <a:close/>
                </a:path>
              </a:pathLst>
            </a:custGeom>
            <a:solidFill>
              <a:srgbClr val="CDEBE6">
                <a:alpha val="767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" name="object 560" descr=""/>
            <p:cNvSpPr/>
            <p:nvPr/>
          </p:nvSpPr>
          <p:spPr>
            <a:xfrm>
              <a:off x="15992956" y="9656298"/>
              <a:ext cx="4096385" cy="432434"/>
            </a:xfrm>
            <a:custGeom>
              <a:avLst/>
              <a:gdLst/>
              <a:ahLst/>
              <a:cxnLst/>
              <a:rect l="l" t="t" r="r" b="b"/>
              <a:pathLst>
                <a:path w="4096384" h="432434">
                  <a:moveTo>
                    <a:pt x="4095990" y="0"/>
                  </a:moveTo>
                  <a:lnTo>
                    <a:pt x="210737" y="0"/>
                  </a:lnTo>
                  <a:lnTo>
                    <a:pt x="162417" y="5565"/>
                  </a:lnTo>
                  <a:lnTo>
                    <a:pt x="118061" y="21420"/>
                  </a:lnTo>
                  <a:lnTo>
                    <a:pt x="78933" y="46297"/>
                  </a:lnTo>
                  <a:lnTo>
                    <a:pt x="46297" y="78933"/>
                  </a:lnTo>
                  <a:lnTo>
                    <a:pt x="21420" y="118061"/>
                  </a:lnTo>
                  <a:lnTo>
                    <a:pt x="5565" y="162417"/>
                  </a:lnTo>
                  <a:lnTo>
                    <a:pt x="0" y="210737"/>
                  </a:lnTo>
                  <a:lnTo>
                    <a:pt x="0" y="221176"/>
                  </a:lnTo>
                  <a:lnTo>
                    <a:pt x="5565" y="269495"/>
                  </a:lnTo>
                  <a:lnTo>
                    <a:pt x="21420" y="313852"/>
                  </a:lnTo>
                  <a:lnTo>
                    <a:pt x="46297" y="352980"/>
                  </a:lnTo>
                  <a:lnTo>
                    <a:pt x="78933" y="385616"/>
                  </a:lnTo>
                  <a:lnTo>
                    <a:pt x="118061" y="410493"/>
                  </a:lnTo>
                  <a:lnTo>
                    <a:pt x="162417" y="426347"/>
                  </a:lnTo>
                  <a:lnTo>
                    <a:pt x="210737" y="431913"/>
                  </a:lnTo>
                  <a:lnTo>
                    <a:pt x="4095990" y="431913"/>
                  </a:lnTo>
                  <a:lnTo>
                    <a:pt x="4095990" y="0"/>
                  </a:lnTo>
                  <a:close/>
                </a:path>
              </a:pathLst>
            </a:custGeom>
            <a:solidFill>
              <a:srgbClr val="CDEBE6">
                <a:alpha val="1151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" name="object 561" descr=""/>
            <p:cNvSpPr/>
            <p:nvPr/>
          </p:nvSpPr>
          <p:spPr>
            <a:xfrm>
              <a:off x="12880873" y="9022467"/>
              <a:ext cx="3677285" cy="1094740"/>
            </a:xfrm>
            <a:custGeom>
              <a:avLst/>
              <a:gdLst/>
              <a:ahLst/>
              <a:cxnLst/>
              <a:rect l="l" t="t" r="r" b="b"/>
              <a:pathLst>
                <a:path w="3677284" h="1094740">
                  <a:moveTo>
                    <a:pt x="309702" y="1060640"/>
                  </a:moveTo>
                  <a:lnTo>
                    <a:pt x="0" y="1060640"/>
                  </a:lnTo>
                  <a:lnTo>
                    <a:pt x="0" y="1094117"/>
                  </a:lnTo>
                  <a:lnTo>
                    <a:pt x="309702" y="1094117"/>
                  </a:lnTo>
                  <a:lnTo>
                    <a:pt x="309702" y="1060640"/>
                  </a:lnTo>
                  <a:close/>
                </a:path>
                <a:path w="3677284" h="1094740">
                  <a:moveTo>
                    <a:pt x="661479" y="1060640"/>
                  </a:moveTo>
                  <a:lnTo>
                    <a:pt x="351777" y="1060640"/>
                  </a:lnTo>
                  <a:lnTo>
                    <a:pt x="351777" y="1094117"/>
                  </a:lnTo>
                  <a:lnTo>
                    <a:pt x="661479" y="1094117"/>
                  </a:lnTo>
                  <a:lnTo>
                    <a:pt x="661479" y="1060640"/>
                  </a:lnTo>
                  <a:close/>
                </a:path>
                <a:path w="3677284" h="1094740">
                  <a:moveTo>
                    <a:pt x="1277073" y="0"/>
                  </a:moveTo>
                  <a:lnTo>
                    <a:pt x="1232839" y="0"/>
                  </a:lnTo>
                  <a:lnTo>
                    <a:pt x="1232839" y="33477"/>
                  </a:lnTo>
                  <a:lnTo>
                    <a:pt x="1277073" y="33477"/>
                  </a:lnTo>
                  <a:lnTo>
                    <a:pt x="1277073" y="0"/>
                  </a:lnTo>
                  <a:close/>
                </a:path>
                <a:path w="3677284" h="1094740">
                  <a:moveTo>
                    <a:pt x="1350619" y="0"/>
                  </a:moveTo>
                  <a:lnTo>
                    <a:pt x="1306372" y="0"/>
                  </a:lnTo>
                  <a:lnTo>
                    <a:pt x="1306372" y="33477"/>
                  </a:lnTo>
                  <a:lnTo>
                    <a:pt x="1350619" y="33477"/>
                  </a:lnTo>
                  <a:lnTo>
                    <a:pt x="1350619" y="0"/>
                  </a:lnTo>
                  <a:close/>
                </a:path>
                <a:path w="3677284" h="1094740">
                  <a:moveTo>
                    <a:pt x="1536814" y="492658"/>
                  </a:moveTo>
                  <a:lnTo>
                    <a:pt x="1492580" y="492658"/>
                  </a:lnTo>
                  <a:lnTo>
                    <a:pt x="1492580" y="526122"/>
                  </a:lnTo>
                  <a:lnTo>
                    <a:pt x="1536814" y="526122"/>
                  </a:lnTo>
                  <a:lnTo>
                    <a:pt x="1536814" y="492658"/>
                  </a:lnTo>
                  <a:close/>
                </a:path>
                <a:path w="3677284" h="1094740">
                  <a:moveTo>
                    <a:pt x="2058149" y="492658"/>
                  </a:moveTo>
                  <a:lnTo>
                    <a:pt x="1601025" y="492658"/>
                  </a:lnTo>
                  <a:lnTo>
                    <a:pt x="1601025" y="526122"/>
                  </a:lnTo>
                  <a:lnTo>
                    <a:pt x="2058149" y="526122"/>
                  </a:lnTo>
                  <a:lnTo>
                    <a:pt x="2058149" y="492658"/>
                  </a:lnTo>
                  <a:close/>
                </a:path>
                <a:path w="3677284" h="1094740">
                  <a:moveTo>
                    <a:pt x="2255482" y="492658"/>
                  </a:moveTo>
                  <a:lnTo>
                    <a:pt x="2109546" y="492658"/>
                  </a:lnTo>
                  <a:lnTo>
                    <a:pt x="2109546" y="526122"/>
                  </a:lnTo>
                  <a:lnTo>
                    <a:pt x="2255482" y="526122"/>
                  </a:lnTo>
                  <a:lnTo>
                    <a:pt x="2255482" y="492658"/>
                  </a:lnTo>
                  <a:close/>
                </a:path>
                <a:path w="3677284" h="1094740">
                  <a:moveTo>
                    <a:pt x="2660307" y="145872"/>
                  </a:moveTo>
                  <a:lnTo>
                    <a:pt x="2361019" y="145872"/>
                  </a:lnTo>
                  <a:lnTo>
                    <a:pt x="2361019" y="179349"/>
                  </a:lnTo>
                  <a:lnTo>
                    <a:pt x="2660307" y="179349"/>
                  </a:lnTo>
                  <a:lnTo>
                    <a:pt x="2660307" y="145872"/>
                  </a:lnTo>
                  <a:close/>
                </a:path>
                <a:path w="3677284" h="1094740">
                  <a:moveTo>
                    <a:pt x="2857639" y="145872"/>
                  </a:moveTo>
                  <a:lnTo>
                    <a:pt x="2711691" y="145872"/>
                  </a:lnTo>
                  <a:lnTo>
                    <a:pt x="2711691" y="179349"/>
                  </a:lnTo>
                  <a:lnTo>
                    <a:pt x="2857639" y="179349"/>
                  </a:lnTo>
                  <a:lnTo>
                    <a:pt x="2857639" y="145872"/>
                  </a:lnTo>
                  <a:close/>
                </a:path>
                <a:path w="3677284" h="1094740">
                  <a:moveTo>
                    <a:pt x="3445916" y="798753"/>
                  </a:moveTo>
                  <a:lnTo>
                    <a:pt x="3401682" y="798753"/>
                  </a:lnTo>
                  <a:lnTo>
                    <a:pt x="3401682" y="832243"/>
                  </a:lnTo>
                  <a:lnTo>
                    <a:pt x="3445916" y="832243"/>
                  </a:lnTo>
                  <a:lnTo>
                    <a:pt x="3445916" y="798753"/>
                  </a:lnTo>
                  <a:close/>
                </a:path>
                <a:path w="3677284" h="1094740">
                  <a:moveTo>
                    <a:pt x="3509289" y="798753"/>
                  </a:moveTo>
                  <a:lnTo>
                    <a:pt x="3465055" y="798753"/>
                  </a:lnTo>
                  <a:lnTo>
                    <a:pt x="3465055" y="832243"/>
                  </a:lnTo>
                  <a:lnTo>
                    <a:pt x="3509289" y="832243"/>
                  </a:lnTo>
                  <a:lnTo>
                    <a:pt x="3509289" y="798753"/>
                  </a:lnTo>
                  <a:close/>
                </a:path>
                <a:path w="3677284" h="1094740">
                  <a:moveTo>
                    <a:pt x="3676713" y="798753"/>
                  </a:moveTo>
                  <a:lnTo>
                    <a:pt x="3535603" y="798753"/>
                  </a:lnTo>
                  <a:lnTo>
                    <a:pt x="3535603" y="832243"/>
                  </a:lnTo>
                  <a:lnTo>
                    <a:pt x="3676713" y="832243"/>
                  </a:lnTo>
                  <a:lnTo>
                    <a:pt x="3676713" y="798753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" name="object 562" descr=""/>
            <p:cNvSpPr/>
            <p:nvPr/>
          </p:nvSpPr>
          <p:spPr>
            <a:xfrm>
              <a:off x="2238717" y="8626684"/>
              <a:ext cx="3405504" cy="292100"/>
            </a:xfrm>
            <a:custGeom>
              <a:avLst/>
              <a:gdLst/>
              <a:ahLst/>
              <a:cxnLst/>
              <a:rect l="l" t="t" r="r" b="b"/>
              <a:pathLst>
                <a:path w="3405504" h="292100">
                  <a:moveTo>
                    <a:pt x="44246" y="114769"/>
                  </a:moveTo>
                  <a:lnTo>
                    <a:pt x="0" y="114769"/>
                  </a:lnTo>
                  <a:lnTo>
                    <a:pt x="0" y="148247"/>
                  </a:lnTo>
                  <a:lnTo>
                    <a:pt x="44246" y="148247"/>
                  </a:lnTo>
                  <a:lnTo>
                    <a:pt x="44246" y="114769"/>
                  </a:lnTo>
                  <a:close/>
                </a:path>
                <a:path w="3405504" h="292100">
                  <a:moveTo>
                    <a:pt x="117792" y="114769"/>
                  </a:moveTo>
                  <a:lnTo>
                    <a:pt x="73545" y="114769"/>
                  </a:lnTo>
                  <a:lnTo>
                    <a:pt x="73545" y="148247"/>
                  </a:lnTo>
                  <a:lnTo>
                    <a:pt x="117792" y="148247"/>
                  </a:lnTo>
                  <a:lnTo>
                    <a:pt x="117792" y="114769"/>
                  </a:lnTo>
                  <a:close/>
                </a:path>
                <a:path w="3405504" h="292100">
                  <a:moveTo>
                    <a:pt x="439648" y="258292"/>
                  </a:moveTo>
                  <a:lnTo>
                    <a:pt x="129933" y="258292"/>
                  </a:lnTo>
                  <a:lnTo>
                    <a:pt x="129933" y="291757"/>
                  </a:lnTo>
                  <a:lnTo>
                    <a:pt x="439648" y="291757"/>
                  </a:lnTo>
                  <a:lnTo>
                    <a:pt x="439648" y="258292"/>
                  </a:lnTo>
                  <a:close/>
                </a:path>
                <a:path w="3405504" h="292100">
                  <a:moveTo>
                    <a:pt x="662279" y="258292"/>
                  </a:moveTo>
                  <a:lnTo>
                    <a:pt x="481711" y="258292"/>
                  </a:lnTo>
                  <a:lnTo>
                    <a:pt x="481711" y="291757"/>
                  </a:lnTo>
                  <a:lnTo>
                    <a:pt x="662279" y="291757"/>
                  </a:lnTo>
                  <a:lnTo>
                    <a:pt x="662279" y="258292"/>
                  </a:lnTo>
                  <a:close/>
                </a:path>
                <a:path w="3405504" h="292100">
                  <a:moveTo>
                    <a:pt x="3250628" y="0"/>
                  </a:moveTo>
                  <a:lnTo>
                    <a:pt x="2922651" y="0"/>
                  </a:lnTo>
                  <a:lnTo>
                    <a:pt x="2922651" y="33477"/>
                  </a:lnTo>
                  <a:lnTo>
                    <a:pt x="3250628" y="33477"/>
                  </a:lnTo>
                  <a:lnTo>
                    <a:pt x="3250628" y="0"/>
                  </a:lnTo>
                  <a:close/>
                </a:path>
                <a:path w="3405504" h="292100">
                  <a:moveTo>
                    <a:pt x="3404920" y="0"/>
                  </a:moveTo>
                  <a:lnTo>
                    <a:pt x="3302012" y="0"/>
                  </a:lnTo>
                  <a:lnTo>
                    <a:pt x="3302012" y="33477"/>
                  </a:lnTo>
                  <a:lnTo>
                    <a:pt x="3404920" y="33477"/>
                  </a:lnTo>
                  <a:lnTo>
                    <a:pt x="3404920" y="0"/>
                  </a:lnTo>
                  <a:close/>
                </a:path>
              </a:pathLst>
            </a:custGeom>
            <a:solidFill>
              <a:srgbClr val="CDEBE6">
                <a:alpha val="2048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" name="object 563" descr=""/>
            <p:cNvSpPr/>
            <p:nvPr/>
          </p:nvSpPr>
          <p:spPr>
            <a:xfrm>
              <a:off x="8987752" y="9225832"/>
              <a:ext cx="871855" cy="177165"/>
            </a:xfrm>
            <a:custGeom>
              <a:avLst/>
              <a:gdLst/>
              <a:ahLst/>
              <a:cxnLst/>
              <a:rect l="l" t="t" r="r" b="b"/>
              <a:pathLst>
                <a:path w="871854" h="177165">
                  <a:moveTo>
                    <a:pt x="273532" y="0"/>
                  </a:moveTo>
                  <a:lnTo>
                    <a:pt x="0" y="0"/>
                  </a:lnTo>
                  <a:lnTo>
                    <a:pt x="0" y="33477"/>
                  </a:lnTo>
                  <a:lnTo>
                    <a:pt x="273532" y="33477"/>
                  </a:lnTo>
                  <a:lnTo>
                    <a:pt x="273532" y="0"/>
                  </a:lnTo>
                  <a:close/>
                </a:path>
                <a:path w="871854" h="177165">
                  <a:moveTo>
                    <a:pt x="519468" y="143484"/>
                  </a:moveTo>
                  <a:lnTo>
                    <a:pt x="405269" y="143484"/>
                  </a:lnTo>
                  <a:lnTo>
                    <a:pt x="405269" y="176961"/>
                  </a:lnTo>
                  <a:lnTo>
                    <a:pt x="519468" y="176961"/>
                  </a:lnTo>
                  <a:lnTo>
                    <a:pt x="519468" y="143484"/>
                  </a:lnTo>
                  <a:close/>
                </a:path>
                <a:path w="871854" h="177165">
                  <a:moveTo>
                    <a:pt x="871245" y="143484"/>
                  </a:moveTo>
                  <a:lnTo>
                    <a:pt x="561543" y="143484"/>
                  </a:lnTo>
                  <a:lnTo>
                    <a:pt x="561543" y="176961"/>
                  </a:lnTo>
                  <a:lnTo>
                    <a:pt x="871245" y="176961"/>
                  </a:lnTo>
                  <a:lnTo>
                    <a:pt x="871245" y="143484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" name="object 564" descr=""/>
            <p:cNvSpPr/>
            <p:nvPr/>
          </p:nvSpPr>
          <p:spPr>
            <a:xfrm>
              <a:off x="6130404" y="9819456"/>
              <a:ext cx="738505" cy="123189"/>
            </a:xfrm>
            <a:custGeom>
              <a:avLst/>
              <a:gdLst/>
              <a:ahLst/>
              <a:cxnLst/>
              <a:rect l="l" t="t" r="r" b="b"/>
              <a:pathLst>
                <a:path w="738504" h="123190">
                  <a:moveTo>
                    <a:pt x="347446" y="89090"/>
                  </a:moveTo>
                  <a:lnTo>
                    <a:pt x="0" y="89090"/>
                  </a:lnTo>
                  <a:lnTo>
                    <a:pt x="0" y="122567"/>
                  </a:lnTo>
                  <a:lnTo>
                    <a:pt x="347446" y="122567"/>
                  </a:lnTo>
                  <a:lnTo>
                    <a:pt x="347446" y="89090"/>
                  </a:lnTo>
                  <a:close/>
                </a:path>
                <a:path w="738504" h="123190">
                  <a:moveTo>
                    <a:pt x="737933" y="0"/>
                  </a:moveTo>
                  <a:lnTo>
                    <a:pt x="347446" y="0"/>
                  </a:lnTo>
                  <a:lnTo>
                    <a:pt x="347446" y="33489"/>
                  </a:lnTo>
                  <a:lnTo>
                    <a:pt x="737933" y="33489"/>
                  </a:lnTo>
                  <a:lnTo>
                    <a:pt x="737933" y="0"/>
                  </a:lnTo>
                  <a:close/>
                </a:path>
              </a:pathLst>
            </a:custGeom>
            <a:solidFill>
              <a:srgbClr val="CDEBE6">
                <a:alpha val="403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" name="object 565" descr=""/>
            <p:cNvSpPr/>
            <p:nvPr/>
          </p:nvSpPr>
          <p:spPr>
            <a:xfrm>
              <a:off x="8879739" y="9225832"/>
              <a:ext cx="479425" cy="177165"/>
            </a:xfrm>
            <a:custGeom>
              <a:avLst/>
              <a:gdLst/>
              <a:ahLst/>
              <a:cxnLst/>
              <a:rect l="l" t="t" r="r" b="b"/>
              <a:pathLst>
                <a:path w="479425" h="177165">
                  <a:moveTo>
                    <a:pt x="72123" y="0"/>
                  </a:moveTo>
                  <a:lnTo>
                    <a:pt x="0" y="0"/>
                  </a:lnTo>
                  <a:lnTo>
                    <a:pt x="0" y="33477"/>
                  </a:lnTo>
                  <a:lnTo>
                    <a:pt x="72123" y="33477"/>
                  </a:lnTo>
                  <a:lnTo>
                    <a:pt x="72123" y="0"/>
                  </a:lnTo>
                  <a:close/>
                </a:path>
                <a:path w="479425" h="177165">
                  <a:moveTo>
                    <a:pt x="479221" y="141998"/>
                  </a:moveTo>
                  <a:lnTo>
                    <a:pt x="444258" y="141998"/>
                  </a:lnTo>
                  <a:lnTo>
                    <a:pt x="444258" y="176961"/>
                  </a:lnTo>
                  <a:lnTo>
                    <a:pt x="479221" y="176961"/>
                  </a:lnTo>
                  <a:lnTo>
                    <a:pt x="479221" y="141998"/>
                  </a:lnTo>
                  <a:close/>
                </a:path>
              </a:pathLst>
            </a:custGeom>
            <a:solidFill>
              <a:srgbClr val="CDEBE6">
                <a:alpha val="63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" name="object 566" descr=""/>
            <p:cNvSpPr/>
            <p:nvPr/>
          </p:nvSpPr>
          <p:spPr>
            <a:xfrm>
              <a:off x="6403040" y="9818256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34679" y="0"/>
                  </a:moveTo>
                  <a:lnTo>
                    <a:pt x="0" y="0"/>
                  </a:lnTo>
                  <a:lnTo>
                    <a:pt x="0" y="34679"/>
                  </a:lnTo>
                  <a:lnTo>
                    <a:pt x="34679" y="34679"/>
                  </a:lnTo>
                  <a:lnTo>
                    <a:pt x="34679" y="0"/>
                  </a:lnTo>
                  <a:close/>
                </a:path>
              </a:pathLst>
            </a:custGeom>
            <a:solidFill>
              <a:srgbClr val="CDEBE6">
                <a:alpha val="403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" name="object 567" descr=""/>
            <p:cNvSpPr/>
            <p:nvPr/>
          </p:nvSpPr>
          <p:spPr>
            <a:xfrm>
              <a:off x="3672827" y="9842773"/>
              <a:ext cx="275590" cy="33655"/>
            </a:xfrm>
            <a:custGeom>
              <a:avLst/>
              <a:gdLst/>
              <a:ahLst/>
              <a:cxnLst/>
              <a:rect l="l" t="t" r="r" b="b"/>
              <a:pathLst>
                <a:path w="275589" h="33654">
                  <a:moveTo>
                    <a:pt x="44234" y="0"/>
                  </a:moveTo>
                  <a:lnTo>
                    <a:pt x="0" y="0"/>
                  </a:lnTo>
                  <a:lnTo>
                    <a:pt x="0" y="33489"/>
                  </a:lnTo>
                  <a:lnTo>
                    <a:pt x="44234" y="33489"/>
                  </a:lnTo>
                  <a:lnTo>
                    <a:pt x="44234" y="0"/>
                  </a:lnTo>
                  <a:close/>
                </a:path>
                <a:path w="275589" h="33654">
                  <a:moveTo>
                    <a:pt x="107619" y="0"/>
                  </a:moveTo>
                  <a:lnTo>
                    <a:pt x="63373" y="0"/>
                  </a:lnTo>
                  <a:lnTo>
                    <a:pt x="63373" y="33489"/>
                  </a:lnTo>
                  <a:lnTo>
                    <a:pt x="107619" y="33489"/>
                  </a:lnTo>
                  <a:lnTo>
                    <a:pt x="107619" y="0"/>
                  </a:lnTo>
                  <a:close/>
                </a:path>
                <a:path w="275589" h="33654">
                  <a:moveTo>
                    <a:pt x="275031" y="0"/>
                  </a:moveTo>
                  <a:lnTo>
                    <a:pt x="133921" y="0"/>
                  </a:lnTo>
                  <a:lnTo>
                    <a:pt x="133921" y="33489"/>
                  </a:lnTo>
                  <a:lnTo>
                    <a:pt x="275031" y="33489"/>
                  </a:lnTo>
                  <a:lnTo>
                    <a:pt x="275031" y="0"/>
                  </a:lnTo>
                  <a:close/>
                </a:path>
              </a:pathLst>
            </a:custGeom>
            <a:solidFill>
              <a:srgbClr val="CDEBE6">
                <a:alpha val="5055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" name="object 568" descr=""/>
            <p:cNvSpPr/>
            <p:nvPr/>
          </p:nvSpPr>
          <p:spPr>
            <a:xfrm>
              <a:off x="10970733" y="6565241"/>
              <a:ext cx="9133840" cy="2480310"/>
            </a:xfrm>
            <a:custGeom>
              <a:avLst/>
              <a:gdLst/>
              <a:ahLst/>
              <a:cxnLst/>
              <a:rect l="l" t="t" r="r" b="b"/>
              <a:pathLst>
                <a:path w="9133840" h="2480309">
                  <a:moveTo>
                    <a:pt x="5884637" y="0"/>
                  </a:moveTo>
                  <a:lnTo>
                    <a:pt x="5165825" y="8859"/>
                  </a:lnTo>
                  <a:lnTo>
                    <a:pt x="4313237" y="70878"/>
                  </a:lnTo>
                  <a:lnTo>
                    <a:pt x="2775191" y="239215"/>
                  </a:lnTo>
                  <a:lnTo>
                    <a:pt x="0" y="567029"/>
                  </a:lnTo>
                  <a:lnTo>
                    <a:pt x="9133365" y="2480280"/>
                  </a:lnTo>
                  <a:lnTo>
                    <a:pt x="9133365" y="299017"/>
                  </a:lnTo>
                  <a:lnTo>
                    <a:pt x="8794349" y="252295"/>
                  </a:lnTo>
                  <a:lnTo>
                    <a:pt x="7958595" y="149508"/>
                  </a:lnTo>
                  <a:lnTo>
                    <a:pt x="6898044" y="46721"/>
                  </a:lnTo>
                  <a:lnTo>
                    <a:pt x="5884637" y="0"/>
                  </a:lnTo>
                  <a:close/>
                </a:path>
              </a:pathLst>
            </a:custGeom>
            <a:solidFill>
              <a:srgbClr val="F9DEB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69" name="object 569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0" y="6615283"/>
              <a:ext cx="19249896" cy="3568700"/>
            </a:xfrm>
            <a:prstGeom prst="rect">
              <a:avLst/>
            </a:prstGeom>
          </p:spPr>
        </p:pic>
        <p:pic>
          <p:nvPicPr>
            <p:cNvPr id="570" name="object 570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0" y="7121856"/>
              <a:ext cx="20104099" cy="4186699"/>
            </a:xfrm>
            <a:prstGeom prst="rect">
              <a:avLst/>
            </a:prstGeom>
          </p:spPr>
        </p:pic>
        <p:pic>
          <p:nvPicPr>
            <p:cNvPr id="571" name="object 571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0" y="8400256"/>
              <a:ext cx="20104098" cy="2908300"/>
            </a:xfrm>
            <a:prstGeom prst="rect">
              <a:avLst/>
            </a:prstGeom>
          </p:spPr>
        </p:pic>
        <p:sp>
          <p:nvSpPr>
            <p:cNvPr id="572" name="object 572" descr=""/>
            <p:cNvSpPr/>
            <p:nvPr/>
          </p:nvSpPr>
          <p:spPr>
            <a:xfrm>
              <a:off x="10667009" y="9585026"/>
              <a:ext cx="8908415" cy="1489710"/>
            </a:xfrm>
            <a:custGeom>
              <a:avLst/>
              <a:gdLst/>
              <a:ahLst/>
              <a:cxnLst/>
              <a:rect l="l" t="t" r="r" b="b"/>
              <a:pathLst>
                <a:path w="8908415" h="1489709">
                  <a:moveTo>
                    <a:pt x="212267" y="1458658"/>
                  </a:moveTo>
                  <a:lnTo>
                    <a:pt x="203936" y="1446631"/>
                  </a:lnTo>
                  <a:lnTo>
                    <a:pt x="181178" y="1436814"/>
                  </a:lnTo>
                  <a:lnTo>
                    <a:pt x="147447" y="1430197"/>
                  </a:lnTo>
                  <a:lnTo>
                    <a:pt x="106146" y="1427772"/>
                  </a:lnTo>
                  <a:lnTo>
                    <a:pt x="64820" y="1430197"/>
                  </a:lnTo>
                  <a:lnTo>
                    <a:pt x="31076" y="1436814"/>
                  </a:lnTo>
                  <a:lnTo>
                    <a:pt x="8331" y="1446631"/>
                  </a:lnTo>
                  <a:lnTo>
                    <a:pt x="0" y="1458658"/>
                  </a:lnTo>
                  <a:lnTo>
                    <a:pt x="8331" y="1470672"/>
                  </a:lnTo>
                  <a:lnTo>
                    <a:pt x="31076" y="1480477"/>
                  </a:lnTo>
                  <a:lnTo>
                    <a:pt x="64820" y="1487093"/>
                  </a:lnTo>
                  <a:lnTo>
                    <a:pt x="106146" y="1489519"/>
                  </a:lnTo>
                  <a:lnTo>
                    <a:pt x="147447" y="1487093"/>
                  </a:lnTo>
                  <a:lnTo>
                    <a:pt x="181178" y="1480477"/>
                  </a:lnTo>
                  <a:lnTo>
                    <a:pt x="203936" y="1470672"/>
                  </a:lnTo>
                  <a:lnTo>
                    <a:pt x="212267" y="1458658"/>
                  </a:lnTo>
                  <a:close/>
                </a:path>
                <a:path w="8908415" h="1489709">
                  <a:moveTo>
                    <a:pt x="1821154" y="1200569"/>
                  </a:moveTo>
                  <a:lnTo>
                    <a:pt x="1815807" y="1189139"/>
                  </a:lnTo>
                  <a:lnTo>
                    <a:pt x="1801253" y="1179804"/>
                  </a:lnTo>
                  <a:lnTo>
                    <a:pt x="1779663" y="1173505"/>
                  </a:lnTo>
                  <a:lnTo>
                    <a:pt x="1753222" y="1171206"/>
                  </a:lnTo>
                  <a:lnTo>
                    <a:pt x="1726780" y="1173505"/>
                  </a:lnTo>
                  <a:lnTo>
                    <a:pt x="1705190" y="1179804"/>
                  </a:lnTo>
                  <a:lnTo>
                    <a:pt x="1690636" y="1189139"/>
                  </a:lnTo>
                  <a:lnTo>
                    <a:pt x="1685290" y="1200569"/>
                  </a:lnTo>
                  <a:lnTo>
                    <a:pt x="1690636" y="1211999"/>
                  </a:lnTo>
                  <a:lnTo>
                    <a:pt x="1705190" y="1221333"/>
                  </a:lnTo>
                  <a:lnTo>
                    <a:pt x="1726780" y="1227632"/>
                  </a:lnTo>
                  <a:lnTo>
                    <a:pt x="1753222" y="1229931"/>
                  </a:lnTo>
                  <a:lnTo>
                    <a:pt x="1779663" y="1227632"/>
                  </a:lnTo>
                  <a:lnTo>
                    <a:pt x="1801253" y="1221333"/>
                  </a:lnTo>
                  <a:lnTo>
                    <a:pt x="1815807" y="1211999"/>
                  </a:lnTo>
                  <a:lnTo>
                    <a:pt x="1821154" y="1200569"/>
                  </a:lnTo>
                  <a:close/>
                </a:path>
                <a:path w="8908415" h="1489709">
                  <a:moveTo>
                    <a:pt x="1901291" y="1366050"/>
                  </a:moveTo>
                  <a:lnTo>
                    <a:pt x="1889658" y="1343926"/>
                  </a:lnTo>
                  <a:lnTo>
                    <a:pt x="1857921" y="1325854"/>
                  </a:lnTo>
                  <a:lnTo>
                    <a:pt x="1810867" y="1313675"/>
                  </a:lnTo>
                  <a:lnTo>
                    <a:pt x="1753222" y="1309204"/>
                  </a:lnTo>
                  <a:lnTo>
                    <a:pt x="1695589" y="1313675"/>
                  </a:lnTo>
                  <a:lnTo>
                    <a:pt x="1648536" y="1325854"/>
                  </a:lnTo>
                  <a:lnTo>
                    <a:pt x="1616811" y="1343926"/>
                  </a:lnTo>
                  <a:lnTo>
                    <a:pt x="1605178" y="1366050"/>
                  </a:lnTo>
                  <a:lnTo>
                    <a:pt x="1616811" y="1388160"/>
                  </a:lnTo>
                  <a:lnTo>
                    <a:pt x="1648536" y="1406220"/>
                  </a:lnTo>
                  <a:lnTo>
                    <a:pt x="1695589" y="1418399"/>
                  </a:lnTo>
                  <a:lnTo>
                    <a:pt x="1753222" y="1422869"/>
                  </a:lnTo>
                  <a:lnTo>
                    <a:pt x="1810867" y="1418399"/>
                  </a:lnTo>
                  <a:lnTo>
                    <a:pt x="1857921" y="1406220"/>
                  </a:lnTo>
                  <a:lnTo>
                    <a:pt x="1889658" y="1388160"/>
                  </a:lnTo>
                  <a:lnTo>
                    <a:pt x="1901291" y="1366050"/>
                  </a:lnTo>
                  <a:close/>
                </a:path>
                <a:path w="8908415" h="1489709">
                  <a:moveTo>
                    <a:pt x="3520186" y="823226"/>
                  </a:moveTo>
                  <a:lnTo>
                    <a:pt x="3508552" y="801103"/>
                  </a:lnTo>
                  <a:lnTo>
                    <a:pt x="3476828" y="783043"/>
                  </a:lnTo>
                  <a:lnTo>
                    <a:pt x="3429762" y="770864"/>
                  </a:lnTo>
                  <a:lnTo>
                    <a:pt x="3372129" y="766394"/>
                  </a:lnTo>
                  <a:lnTo>
                    <a:pt x="3314509" y="770864"/>
                  </a:lnTo>
                  <a:lnTo>
                    <a:pt x="3267443" y="783043"/>
                  </a:lnTo>
                  <a:lnTo>
                    <a:pt x="3235718" y="801103"/>
                  </a:lnTo>
                  <a:lnTo>
                    <a:pt x="3224085" y="823226"/>
                  </a:lnTo>
                  <a:lnTo>
                    <a:pt x="3235718" y="845350"/>
                  </a:lnTo>
                  <a:lnTo>
                    <a:pt x="3267443" y="863409"/>
                  </a:lnTo>
                  <a:lnTo>
                    <a:pt x="3314509" y="875588"/>
                  </a:lnTo>
                  <a:lnTo>
                    <a:pt x="3372129" y="880059"/>
                  </a:lnTo>
                  <a:lnTo>
                    <a:pt x="3429762" y="875588"/>
                  </a:lnTo>
                  <a:lnTo>
                    <a:pt x="3476828" y="863409"/>
                  </a:lnTo>
                  <a:lnTo>
                    <a:pt x="3508552" y="845350"/>
                  </a:lnTo>
                  <a:lnTo>
                    <a:pt x="3520186" y="823226"/>
                  </a:lnTo>
                  <a:close/>
                </a:path>
                <a:path w="8908415" h="1489709">
                  <a:moveTo>
                    <a:pt x="3775748" y="392887"/>
                  </a:moveTo>
                  <a:lnTo>
                    <a:pt x="3767404" y="380873"/>
                  </a:lnTo>
                  <a:lnTo>
                    <a:pt x="3744658" y="371068"/>
                  </a:lnTo>
                  <a:lnTo>
                    <a:pt x="3710927" y="364451"/>
                  </a:lnTo>
                  <a:lnTo>
                    <a:pt x="3669627" y="362026"/>
                  </a:lnTo>
                  <a:lnTo>
                    <a:pt x="3628301" y="364451"/>
                  </a:lnTo>
                  <a:lnTo>
                    <a:pt x="3594557" y="371068"/>
                  </a:lnTo>
                  <a:lnTo>
                    <a:pt x="3571811" y="380873"/>
                  </a:lnTo>
                  <a:lnTo>
                    <a:pt x="3563480" y="392887"/>
                  </a:lnTo>
                  <a:lnTo>
                    <a:pt x="3571811" y="404914"/>
                  </a:lnTo>
                  <a:lnTo>
                    <a:pt x="3594557" y="414731"/>
                  </a:lnTo>
                  <a:lnTo>
                    <a:pt x="3628301" y="421347"/>
                  </a:lnTo>
                  <a:lnTo>
                    <a:pt x="3669627" y="423773"/>
                  </a:lnTo>
                  <a:lnTo>
                    <a:pt x="3710927" y="421347"/>
                  </a:lnTo>
                  <a:lnTo>
                    <a:pt x="3744658" y="414731"/>
                  </a:lnTo>
                  <a:lnTo>
                    <a:pt x="3767404" y="404914"/>
                  </a:lnTo>
                  <a:lnTo>
                    <a:pt x="3775748" y="392887"/>
                  </a:lnTo>
                  <a:close/>
                </a:path>
                <a:path w="8908415" h="1489709">
                  <a:moveTo>
                    <a:pt x="3843693" y="766394"/>
                  </a:moveTo>
                  <a:lnTo>
                    <a:pt x="3838346" y="754964"/>
                  </a:lnTo>
                  <a:lnTo>
                    <a:pt x="3823779" y="745629"/>
                  </a:lnTo>
                  <a:lnTo>
                    <a:pt x="3802189" y="739330"/>
                  </a:lnTo>
                  <a:lnTo>
                    <a:pt x="3775748" y="737031"/>
                  </a:lnTo>
                  <a:lnTo>
                    <a:pt x="3749306" y="739330"/>
                  </a:lnTo>
                  <a:lnTo>
                    <a:pt x="3727704" y="745629"/>
                  </a:lnTo>
                  <a:lnTo>
                    <a:pt x="3713149" y="754964"/>
                  </a:lnTo>
                  <a:lnTo>
                    <a:pt x="3707815" y="766394"/>
                  </a:lnTo>
                  <a:lnTo>
                    <a:pt x="3713149" y="777824"/>
                  </a:lnTo>
                  <a:lnTo>
                    <a:pt x="3727704" y="787158"/>
                  </a:lnTo>
                  <a:lnTo>
                    <a:pt x="3749306" y="793457"/>
                  </a:lnTo>
                  <a:lnTo>
                    <a:pt x="3775748" y="795756"/>
                  </a:lnTo>
                  <a:lnTo>
                    <a:pt x="3802189" y="793457"/>
                  </a:lnTo>
                  <a:lnTo>
                    <a:pt x="3823779" y="787158"/>
                  </a:lnTo>
                  <a:lnTo>
                    <a:pt x="3838346" y="777824"/>
                  </a:lnTo>
                  <a:lnTo>
                    <a:pt x="3843693" y="766394"/>
                  </a:lnTo>
                  <a:close/>
                </a:path>
                <a:path w="8908415" h="1489709">
                  <a:moveTo>
                    <a:pt x="4064495" y="1117777"/>
                  </a:moveTo>
                  <a:lnTo>
                    <a:pt x="4056151" y="1105763"/>
                  </a:lnTo>
                  <a:lnTo>
                    <a:pt x="4033405" y="1095946"/>
                  </a:lnTo>
                  <a:lnTo>
                    <a:pt x="3999674" y="1089329"/>
                  </a:lnTo>
                  <a:lnTo>
                    <a:pt x="3958374" y="1086904"/>
                  </a:lnTo>
                  <a:lnTo>
                    <a:pt x="3917048" y="1089329"/>
                  </a:lnTo>
                  <a:lnTo>
                    <a:pt x="3883304" y="1095946"/>
                  </a:lnTo>
                  <a:lnTo>
                    <a:pt x="3860558" y="1105763"/>
                  </a:lnTo>
                  <a:lnTo>
                    <a:pt x="3852227" y="1117777"/>
                  </a:lnTo>
                  <a:lnTo>
                    <a:pt x="3860558" y="1129804"/>
                  </a:lnTo>
                  <a:lnTo>
                    <a:pt x="3883304" y="1139609"/>
                  </a:lnTo>
                  <a:lnTo>
                    <a:pt x="3917048" y="1146225"/>
                  </a:lnTo>
                  <a:lnTo>
                    <a:pt x="3958374" y="1148651"/>
                  </a:lnTo>
                  <a:lnTo>
                    <a:pt x="3999674" y="1146225"/>
                  </a:lnTo>
                  <a:lnTo>
                    <a:pt x="4033405" y="1139609"/>
                  </a:lnTo>
                  <a:lnTo>
                    <a:pt x="4056151" y="1129804"/>
                  </a:lnTo>
                  <a:lnTo>
                    <a:pt x="4064495" y="1117777"/>
                  </a:lnTo>
                  <a:close/>
                </a:path>
                <a:path w="8908415" h="1489709">
                  <a:moveTo>
                    <a:pt x="4488726" y="737031"/>
                  </a:moveTo>
                  <a:lnTo>
                    <a:pt x="4480382" y="725017"/>
                  </a:lnTo>
                  <a:lnTo>
                    <a:pt x="4457636" y="715200"/>
                  </a:lnTo>
                  <a:lnTo>
                    <a:pt x="4423905" y="708596"/>
                  </a:lnTo>
                  <a:lnTo>
                    <a:pt x="4382605" y="706170"/>
                  </a:lnTo>
                  <a:lnTo>
                    <a:pt x="4341279" y="708596"/>
                  </a:lnTo>
                  <a:lnTo>
                    <a:pt x="4307535" y="715200"/>
                  </a:lnTo>
                  <a:lnTo>
                    <a:pt x="4284789" y="725017"/>
                  </a:lnTo>
                  <a:lnTo>
                    <a:pt x="4276445" y="737031"/>
                  </a:lnTo>
                  <a:lnTo>
                    <a:pt x="4284789" y="749046"/>
                  </a:lnTo>
                  <a:lnTo>
                    <a:pt x="4307535" y="758863"/>
                  </a:lnTo>
                  <a:lnTo>
                    <a:pt x="4341279" y="765479"/>
                  </a:lnTo>
                  <a:lnTo>
                    <a:pt x="4382605" y="767905"/>
                  </a:lnTo>
                  <a:lnTo>
                    <a:pt x="4423905" y="765479"/>
                  </a:lnTo>
                  <a:lnTo>
                    <a:pt x="4457636" y="758863"/>
                  </a:lnTo>
                  <a:lnTo>
                    <a:pt x="4480382" y="749046"/>
                  </a:lnTo>
                  <a:lnTo>
                    <a:pt x="4488726" y="737031"/>
                  </a:lnTo>
                  <a:close/>
                </a:path>
                <a:path w="8908415" h="1489709">
                  <a:moveTo>
                    <a:pt x="5116944" y="329514"/>
                  </a:moveTo>
                  <a:lnTo>
                    <a:pt x="5112575" y="321627"/>
                  </a:lnTo>
                  <a:lnTo>
                    <a:pt x="5099697" y="314960"/>
                  </a:lnTo>
                  <a:lnTo>
                    <a:pt x="5080279" y="310172"/>
                  </a:lnTo>
                  <a:lnTo>
                    <a:pt x="5056251" y="307987"/>
                  </a:lnTo>
                  <a:lnTo>
                    <a:pt x="5031981" y="308940"/>
                  </a:lnTo>
                  <a:lnTo>
                    <a:pt x="5011979" y="312712"/>
                  </a:lnTo>
                  <a:lnTo>
                    <a:pt x="4998263" y="318706"/>
                  </a:lnTo>
                  <a:lnTo>
                    <a:pt x="4992878" y="326339"/>
                  </a:lnTo>
                  <a:lnTo>
                    <a:pt x="4997221" y="334225"/>
                  </a:lnTo>
                  <a:lnTo>
                    <a:pt x="5010086" y="340893"/>
                  </a:lnTo>
                  <a:lnTo>
                    <a:pt x="5029517" y="345668"/>
                  </a:lnTo>
                  <a:lnTo>
                    <a:pt x="5053571" y="347853"/>
                  </a:lnTo>
                  <a:lnTo>
                    <a:pt x="5077828" y="346900"/>
                  </a:lnTo>
                  <a:lnTo>
                    <a:pt x="5097831" y="343141"/>
                  </a:lnTo>
                  <a:lnTo>
                    <a:pt x="5111547" y="337146"/>
                  </a:lnTo>
                  <a:lnTo>
                    <a:pt x="5116944" y="329514"/>
                  </a:lnTo>
                  <a:close/>
                </a:path>
                <a:path w="8908415" h="1489709">
                  <a:moveTo>
                    <a:pt x="5327701" y="737031"/>
                  </a:moveTo>
                  <a:lnTo>
                    <a:pt x="5322367" y="725601"/>
                  </a:lnTo>
                  <a:lnTo>
                    <a:pt x="5307812" y="716267"/>
                  </a:lnTo>
                  <a:lnTo>
                    <a:pt x="5286222" y="709968"/>
                  </a:lnTo>
                  <a:lnTo>
                    <a:pt x="5259781" y="707669"/>
                  </a:lnTo>
                  <a:lnTo>
                    <a:pt x="5233327" y="709968"/>
                  </a:lnTo>
                  <a:lnTo>
                    <a:pt x="5211737" y="716267"/>
                  </a:lnTo>
                  <a:lnTo>
                    <a:pt x="5197183" y="725601"/>
                  </a:lnTo>
                  <a:lnTo>
                    <a:pt x="5191849" y="737031"/>
                  </a:lnTo>
                  <a:lnTo>
                    <a:pt x="5197183" y="748461"/>
                  </a:lnTo>
                  <a:lnTo>
                    <a:pt x="5211737" y="757796"/>
                  </a:lnTo>
                  <a:lnTo>
                    <a:pt x="5233327" y="764095"/>
                  </a:lnTo>
                  <a:lnTo>
                    <a:pt x="5259781" y="766394"/>
                  </a:lnTo>
                  <a:lnTo>
                    <a:pt x="5286222" y="764095"/>
                  </a:lnTo>
                  <a:lnTo>
                    <a:pt x="5307812" y="757796"/>
                  </a:lnTo>
                  <a:lnTo>
                    <a:pt x="5322367" y="748461"/>
                  </a:lnTo>
                  <a:lnTo>
                    <a:pt x="5327701" y="737031"/>
                  </a:lnTo>
                  <a:close/>
                </a:path>
                <a:path w="8908415" h="1489709">
                  <a:moveTo>
                    <a:pt x="5472049" y="641477"/>
                  </a:moveTo>
                  <a:lnTo>
                    <a:pt x="5463705" y="629450"/>
                  </a:lnTo>
                  <a:lnTo>
                    <a:pt x="5440959" y="619633"/>
                  </a:lnTo>
                  <a:lnTo>
                    <a:pt x="5407228" y="613016"/>
                  </a:lnTo>
                  <a:lnTo>
                    <a:pt x="5365928" y="610590"/>
                  </a:lnTo>
                  <a:lnTo>
                    <a:pt x="5324602" y="613016"/>
                  </a:lnTo>
                  <a:lnTo>
                    <a:pt x="5290845" y="619633"/>
                  </a:lnTo>
                  <a:lnTo>
                    <a:pt x="5268099" y="629450"/>
                  </a:lnTo>
                  <a:lnTo>
                    <a:pt x="5259768" y="641477"/>
                  </a:lnTo>
                  <a:lnTo>
                    <a:pt x="5268099" y="653491"/>
                  </a:lnTo>
                  <a:lnTo>
                    <a:pt x="5290845" y="663295"/>
                  </a:lnTo>
                  <a:lnTo>
                    <a:pt x="5324602" y="669912"/>
                  </a:lnTo>
                  <a:lnTo>
                    <a:pt x="5365928" y="672338"/>
                  </a:lnTo>
                  <a:lnTo>
                    <a:pt x="5407228" y="669912"/>
                  </a:lnTo>
                  <a:lnTo>
                    <a:pt x="5440959" y="663295"/>
                  </a:lnTo>
                  <a:lnTo>
                    <a:pt x="5463705" y="653491"/>
                  </a:lnTo>
                  <a:lnTo>
                    <a:pt x="5472049" y="641477"/>
                  </a:lnTo>
                  <a:close/>
                </a:path>
                <a:path w="8908415" h="1489709">
                  <a:moveTo>
                    <a:pt x="5768162" y="1086904"/>
                  </a:moveTo>
                  <a:lnTo>
                    <a:pt x="5756529" y="1064793"/>
                  </a:lnTo>
                  <a:lnTo>
                    <a:pt x="5724791" y="1046721"/>
                  </a:lnTo>
                  <a:lnTo>
                    <a:pt x="5677738" y="1034542"/>
                  </a:lnTo>
                  <a:lnTo>
                    <a:pt x="5620105" y="1030084"/>
                  </a:lnTo>
                  <a:lnTo>
                    <a:pt x="5562473" y="1034542"/>
                  </a:lnTo>
                  <a:lnTo>
                    <a:pt x="5515419" y="1046721"/>
                  </a:lnTo>
                  <a:lnTo>
                    <a:pt x="5483682" y="1064793"/>
                  </a:lnTo>
                  <a:lnTo>
                    <a:pt x="5472049" y="1086904"/>
                  </a:lnTo>
                  <a:lnTo>
                    <a:pt x="5483682" y="1109027"/>
                  </a:lnTo>
                  <a:lnTo>
                    <a:pt x="5515419" y="1127099"/>
                  </a:lnTo>
                  <a:lnTo>
                    <a:pt x="5562473" y="1139278"/>
                  </a:lnTo>
                  <a:lnTo>
                    <a:pt x="5620105" y="1143736"/>
                  </a:lnTo>
                  <a:lnTo>
                    <a:pt x="5677738" y="1139278"/>
                  </a:lnTo>
                  <a:lnTo>
                    <a:pt x="5724791" y="1127099"/>
                  </a:lnTo>
                  <a:lnTo>
                    <a:pt x="5756529" y="1109027"/>
                  </a:lnTo>
                  <a:lnTo>
                    <a:pt x="5768162" y="1086904"/>
                  </a:lnTo>
                  <a:close/>
                </a:path>
                <a:path w="8908415" h="1489709">
                  <a:moveTo>
                    <a:pt x="6117679" y="309524"/>
                  </a:moveTo>
                  <a:lnTo>
                    <a:pt x="6113310" y="301637"/>
                  </a:lnTo>
                  <a:lnTo>
                    <a:pt x="6100432" y="294957"/>
                  </a:lnTo>
                  <a:lnTo>
                    <a:pt x="6081014" y="290182"/>
                  </a:lnTo>
                  <a:lnTo>
                    <a:pt x="6056985" y="287997"/>
                  </a:lnTo>
                  <a:lnTo>
                    <a:pt x="6032716" y="288950"/>
                  </a:lnTo>
                  <a:lnTo>
                    <a:pt x="6012713" y="292722"/>
                  </a:lnTo>
                  <a:lnTo>
                    <a:pt x="5998997" y="298716"/>
                  </a:lnTo>
                  <a:lnTo>
                    <a:pt x="5993612" y="306349"/>
                  </a:lnTo>
                  <a:lnTo>
                    <a:pt x="5997956" y="314236"/>
                  </a:lnTo>
                  <a:lnTo>
                    <a:pt x="6010821" y="320903"/>
                  </a:lnTo>
                  <a:lnTo>
                    <a:pt x="6030265" y="325678"/>
                  </a:lnTo>
                  <a:lnTo>
                    <a:pt x="6054306" y="327863"/>
                  </a:lnTo>
                  <a:lnTo>
                    <a:pt x="6078563" y="326910"/>
                  </a:lnTo>
                  <a:lnTo>
                    <a:pt x="6098565" y="323151"/>
                  </a:lnTo>
                  <a:lnTo>
                    <a:pt x="6112281" y="317157"/>
                  </a:lnTo>
                  <a:lnTo>
                    <a:pt x="6117679" y="309524"/>
                  </a:lnTo>
                  <a:close/>
                </a:path>
                <a:path w="8908415" h="1489709">
                  <a:moveTo>
                    <a:pt x="6267932" y="1396911"/>
                  </a:moveTo>
                  <a:lnTo>
                    <a:pt x="6259588" y="1384896"/>
                  </a:lnTo>
                  <a:lnTo>
                    <a:pt x="6236843" y="1375079"/>
                  </a:lnTo>
                  <a:lnTo>
                    <a:pt x="6203112" y="1368475"/>
                  </a:lnTo>
                  <a:lnTo>
                    <a:pt x="6161811" y="1366050"/>
                  </a:lnTo>
                  <a:lnTo>
                    <a:pt x="6120498" y="1368475"/>
                  </a:lnTo>
                  <a:lnTo>
                    <a:pt x="6086741" y="1375079"/>
                  </a:lnTo>
                  <a:lnTo>
                    <a:pt x="6063996" y="1384896"/>
                  </a:lnTo>
                  <a:lnTo>
                    <a:pt x="6055652" y="1396911"/>
                  </a:lnTo>
                  <a:lnTo>
                    <a:pt x="6063996" y="1408925"/>
                  </a:lnTo>
                  <a:lnTo>
                    <a:pt x="6086741" y="1418742"/>
                  </a:lnTo>
                  <a:lnTo>
                    <a:pt x="6120498" y="1425359"/>
                  </a:lnTo>
                  <a:lnTo>
                    <a:pt x="6161811" y="1427784"/>
                  </a:lnTo>
                  <a:lnTo>
                    <a:pt x="6203112" y="1425359"/>
                  </a:lnTo>
                  <a:lnTo>
                    <a:pt x="6236843" y="1418742"/>
                  </a:lnTo>
                  <a:lnTo>
                    <a:pt x="6259588" y="1408925"/>
                  </a:lnTo>
                  <a:lnTo>
                    <a:pt x="6267932" y="1396911"/>
                  </a:lnTo>
                  <a:close/>
                </a:path>
                <a:path w="8908415" h="1489709">
                  <a:moveTo>
                    <a:pt x="6457899" y="194271"/>
                  </a:moveTo>
                  <a:lnTo>
                    <a:pt x="6446266" y="172148"/>
                  </a:lnTo>
                  <a:lnTo>
                    <a:pt x="6414529" y="154089"/>
                  </a:lnTo>
                  <a:lnTo>
                    <a:pt x="6367475" y="141909"/>
                  </a:lnTo>
                  <a:lnTo>
                    <a:pt x="6309842" y="137439"/>
                  </a:lnTo>
                  <a:lnTo>
                    <a:pt x="6252210" y="141909"/>
                  </a:lnTo>
                  <a:lnTo>
                    <a:pt x="6205156" y="154089"/>
                  </a:lnTo>
                  <a:lnTo>
                    <a:pt x="6173419" y="172148"/>
                  </a:lnTo>
                  <a:lnTo>
                    <a:pt x="6161786" y="194271"/>
                  </a:lnTo>
                  <a:lnTo>
                    <a:pt x="6173419" y="216408"/>
                  </a:lnTo>
                  <a:lnTo>
                    <a:pt x="6205156" y="234467"/>
                  </a:lnTo>
                  <a:lnTo>
                    <a:pt x="6252210" y="246646"/>
                  </a:lnTo>
                  <a:lnTo>
                    <a:pt x="6309842" y="251117"/>
                  </a:lnTo>
                  <a:lnTo>
                    <a:pt x="6367475" y="246646"/>
                  </a:lnTo>
                  <a:lnTo>
                    <a:pt x="6414529" y="234467"/>
                  </a:lnTo>
                  <a:lnTo>
                    <a:pt x="6446266" y="216408"/>
                  </a:lnTo>
                  <a:lnTo>
                    <a:pt x="6457899" y="194271"/>
                  </a:lnTo>
                  <a:close/>
                </a:path>
                <a:path w="8908415" h="1489709">
                  <a:moveTo>
                    <a:pt x="6522123" y="392887"/>
                  </a:moveTo>
                  <a:lnTo>
                    <a:pt x="6513779" y="380873"/>
                  </a:lnTo>
                  <a:lnTo>
                    <a:pt x="6491033" y="371068"/>
                  </a:lnTo>
                  <a:lnTo>
                    <a:pt x="6457302" y="364451"/>
                  </a:lnTo>
                  <a:lnTo>
                    <a:pt x="6416002" y="362026"/>
                  </a:lnTo>
                  <a:lnTo>
                    <a:pt x="6374676" y="364451"/>
                  </a:lnTo>
                  <a:lnTo>
                    <a:pt x="6340945" y="371068"/>
                  </a:lnTo>
                  <a:lnTo>
                    <a:pt x="6318186" y="380873"/>
                  </a:lnTo>
                  <a:lnTo>
                    <a:pt x="6309842" y="392887"/>
                  </a:lnTo>
                  <a:lnTo>
                    <a:pt x="6318186" y="404914"/>
                  </a:lnTo>
                  <a:lnTo>
                    <a:pt x="6340945" y="414731"/>
                  </a:lnTo>
                  <a:lnTo>
                    <a:pt x="6374676" y="421347"/>
                  </a:lnTo>
                  <a:lnTo>
                    <a:pt x="6416002" y="423773"/>
                  </a:lnTo>
                  <a:lnTo>
                    <a:pt x="6457302" y="421347"/>
                  </a:lnTo>
                  <a:lnTo>
                    <a:pt x="6491033" y="414731"/>
                  </a:lnTo>
                  <a:lnTo>
                    <a:pt x="6513779" y="404914"/>
                  </a:lnTo>
                  <a:lnTo>
                    <a:pt x="6522123" y="392887"/>
                  </a:lnTo>
                  <a:close/>
                </a:path>
                <a:path w="8908415" h="1489709">
                  <a:moveTo>
                    <a:pt x="6874840" y="581240"/>
                  </a:moveTo>
                  <a:lnTo>
                    <a:pt x="6869493" y="569810"/>
                  </a:lnTo>
                  <a:lnTo>
                    <a:pt x="6854939" y="560476"/>
                  </a:lnTo>
                  <a:lnTo>
                    <a:pt x="6833349" y="554177"/>
                  </a:lnTo>
                  <a:lnTo>
                    <a:pt x="6806933" y="551865"/>
                  </a:lnTo>
                  <a:lnTo>
                    <a:pt x="6780479" y="554177"/>
                  </a:lnTo>
                  <a:lnTo>
                    <a:pt x="6758876" y="560476"/>
                  </a:lnTo>
                  <a:lnTo>
                    <a:pt x="6744322" y="569810"/>
                  </a:lnTo>
                  <a:lnTo>
                    <a:pt x="6738988" y="581240"/>
                  </a:lnTo>
                  <a:lnTo>
                    <a:pt x="6744322" y="592670"/>
                  </a:lnTo>
                  <a:lnTo>
                    <a:pt x="6758876" y="602005"/>
                  </a:lnTo>
                  <a:lnTo>
                    <a:pt x="6780479" y="608291"/>
                  </a:lnTo>
                  <a:lnTo>
                    <a:pt x="6806933" y="610603"/>
                  </a:lnTo>
                  <a:lnTo>
                    <a:pt x="6833349" y="608291"/>
                  </a:lnTo>
                  <a:lnTo>
                    <a:pt x="6854939" y="602005"/>
                  </a:lnTo>
                  <a:lnTo>
                    <a:pt x="6869493" y="592670"/>
                  </a:lnTo>
                  <a:lnTo>
                    <a:pt x="6874840" y="581240"/>
                  </a:lnTo>
                  <a:close/>
                </a:path>
                <a:path w="8908415" h="1489709">
                  <a:moveTo>
                    <a:pt x="7035292" y="420458"/>
                  </a:moveTo>
                  <a:lnTo>
                    <a:pt x="7030910" y="412584"/>
                  </a:lnTo>
                  <a:lnTo>
                    <a:pt x="7018033" y="405904"/>
                  </a:lnTo>
                  <a:lnTo>
                    <a:pt x="6998602" y="401129"/>
                  </a:lnTo>
                  <a:lnTo>
                    <a:pt x="6974573" y="398957"/>
                  </a:lnTo>
                  <a:lnTo>
                    <a:pt x="6950316" y="399897"/>
                  </a:lnTo>
                  <a:lnTo>
                    <a:pt x="6930314" y="403656"/>
                  </a:lnTo>
                  <a:lnTo>
                    <a:pt x="6916610" y="409651"/>
                  </a:lnTo>
                  <a:lnTo>
                    <a:pt x="6911213" y="417283"/>
                  </a:lnTo>
                  <a:lnTo>
                    <a:pt x="6915556" y="425170"/>
                  </a:lnTo>
                  <a:lnTo>
                    <a:pt x="6928421" y="431850"/>
                  </a:lnTo>
                  <a:lnTo>
                    <a:pt x="6947852" y="436626"/>
                  </a:lnTo>
                  <a:lnTo>
                    <a:pt x="6971919" y="438810"/>
                  </a:lnTo>
                  <a:lnTo>
                    <a:pt x="6996163" y="437857"/>
                  </a:lnTo>
                  <a:lnTo>
                    <a:pt x="7016153" y="434086"/>
                  </a:lnTo>
                  <a:lnTo>
                    <a:pt x="7029882" y="428091"/>
                  </a:lnTo>
                  <a:lnTo>
                    <a:pt x="7035292" y="420458"/>
                  </a:lnTo>
                  <a:close/>
                </a:path>
                <a:path w="8908415" h="1489709">
                  <a:moveTo>
                    <a:pt x="7992986" y="251117"/>
                  </a:moveTo>
                  <a:lnTo>
                    <a:pt x="7981353" y="228993"/>
                  </a:lnTo>
                  <a:lnTo>
                    <a:pt x="7949628" y="210921"/>
                  </a:lnTo>
                  <a:lnTo>
                    <a:pt x="7902575" y="198742"/>
                  </a:lnTo>
                  <a:lnTo>
                    <a:pt x="7844942" y="194271"/>
                  </a:lnTo>
                  <a:lnTo>
                    <a:pt x="7787310" y="198742"/>
                  </a:lnTo>
                  <a:lnTo>
                    <a:pt x="7740256" y="210921"/>
                  </a:lnTo>
                  <a:lnTo>
                    <a:pt x="7708519" y="228993"/>
                  </a:lnTo>
                  <a:lnTo>
                    <a:pt x="7696886" y="251117"/>
                  </a:lnTo>
                  <a:lnTo>
                    <a:pt x="7708519" y="273227"/>
                  </a:lnTo>
                  <a:lnTo>
                    <a:pt x="7740256" y="291299"/>
                  </a:lnTo>
                  <a:lnTo>
                    <a:pt x="7787310" y="303479"/>
                  </a:lnTo>
                  <a:lnTo>
                    <a:pt x="7844942" y="307936"/>
                  </a:lnTo>
                  <a:lnTo>
                    <a:pt x="7902575" y="303479"/>
                  </a:lnTo>
                  <a:lnTo>
                    <a:pt x="7949628" y="291299"/>
                  </a:lnTo>
                  <a:lnTo>
                    <a:pt x="7981353" y="273227"/>
                  </a:lnTo>
                  <a:lnTo>
                    <a:pt x="7992986" y="251117"/>
                  </a:lnTo>
                  <a:close/>
                </a:path>
                <a:path w="8908415" h="1489709">
                  <a:moveTo>
                    <a:pt x="8302485" y="713638"/>
                  </a:moveTo>
                  <a:lnTo>
                    <a:pt x="8297151" y="702195"/>
                  </a:lnTo>
                  <a:lnTo>
                    <a:pt x="8282597" y="692861"/>
                  </a:lnTo>
                  <a:lnTo>
                    <a:pt x="8261007" y="686574"/>
                  </a:lnTo>
                  <a:lnTo>
                    <a:pt x="8234591" y="684263"/>
                  </a:lnTo>
                  <a:lnTo>
                    <a:pt x="8208137" y="686574"/>
                  </a:lnTo>
                  <a:lnTo>
                    <a:pt x="8186534" y="692861"/>
                  </a:lnTo>
                  <a:lnTo>
                    <a:pt x="8171993" y="702195"/>
                  </a:lnTo>
                  <a:lnTo>
                    <a:pt x="8166659" y="713638"/>
                  </a:lnTo>
                  <a:lnTo>
                    <a:pt x="8171993" y="725068"/>
                  </a:lnTo>
                  <a:lnTo>
                    <a:pt x="8186534" y="734402"/>
                  </a:lnTo>
                  <a:lnTo>
                    <a:pt x="8208137" y="740689"/>
                  </a:lnTo>
                  <a:lnTo>
                    <a:pt x="8234591" y="743000"/>
                  </a:lnTo>
                  <a:lnTo>
                    <a:pt x="8261007" y="740689"/>
                  </a:lnTo>
                  <a:lnTo>
                    <a:pt x="8282597" y="734402"/>
                  </a:lnTo>
                  <a:lnTo>
                    <a:pt x="8297151" y="725068"/>
                  </a:lnTo>
                  <a:lnTo>
                    <a:pt x="8302485" y="713638"/>
                  </a:lnTo>
                  <a:close/>
                </a:path>
                <a:path w="8908415" h="1489709">
                  <a:moveTo>
                    <a:pt x="8530679" y="1200569"/>
                  </a:moveTo>
                  <a:lnTo>
                    <a:pt x="8519046" y="1178445"/>
                  </a:lnTo>
                  <a:lnTo>
                    <a:pt x="8487321" y="1160386"/>
                  </a:lnTo>
                  <a:lnTo>
                    <a:pt x="8440255" y="1148207"/>
                  </a:lnTo>
                  <a:lnTo>
                    <a:pt x="8382622" y="1143736"/>
                  </a:lnTo>
                  <a:lnTo>
                    <a:pt x="8324977" y="1148207"/>
                  </a:lnTo>
                  <a:lnTo>
                    <a:pt x="8277911" y="1160386"/>
                  </a:lnTo>
                  <a:lnTo>
                    <a:pt x="8246186" y="1178445"/>
                  </a:lnTo>
                  <a:lnTo>
                    <a:pt x="8234553" y="1200569"/>
                  </a:lnTo>
                  <a:lnTo>
                    <a:pt x="8246186" y="1222692"/>
                  </a:lnTo>
                  <a:lnTo>
                    <a:pt x="8277911" y="1240751"/>
                  </a:lnTo>
                  <a:lnTo>
                    <a:pt x="8324977" y="1252931"/>
                  </a:lnTo>
                  <a:lnTo>
                    <a:pt x="8382622" y="1257401"/>
                  </a:lnTo>
                  <a:lnTo>
                    <a:pt x="8440255" y="1252931"/>
                  </a:lnTo>
                  <a:lnTo>
                    <a:pt x="8487321" y="1240751"/>
                  </a:lnTo>
                  <a:lnTo>
                    <a:pt x="8519046" y="1222692"/>
                  </a:lnTo>
                  <a:lnTo>
                    <a:pt x="8530679" y="1200569"/>
                  </a:lnTo>
                  <a:close/>
                </a:path>
                <a:path w="8908415" h="1489709">
                  <a:moveTo>
                    <a:pt x="8768067" y="21513"/>
                  </a:moveTo>
                  <a:lnTo>
                    <a:pt x="8763698" y="13627"/>
                  </a:lnTo>
                  <a:lnTo>
                    <a:pt x="8750833" y="6946"/>
                  </a:lnTo>
                  <a:lnTo>
                    <a:pt x="8731402" y="2184"/>
                  </a:lnTo>
                  <a:lnTo>
                    <a:pt x="8707361" y="0"/>
                  </a:lnTo>
                  <a:lnTo>
                    <a:pt x="8683092" y="939"/>
                  </a:lnTo>
                  <a:lnTo>
                    <a:pt x="8663089" y="4711"/>
                  </a:lnTo>
                  <a:lnTo>
                    <a:pt x="8649373" y="10693"/>
                  </a:lnTo>
                  <a:lnTo>
                    <a:pt x="8643976" y="18338"/>
                  </a:lnTo>
                  <a:lnTo>
                    <a:pt x="8648332" y="26212"/>
                  </a:lnTo>
                  <a:lnTo>
                    <a:pt x="8661197" y="32893"/>
                  </a:lnTo>
                  <a:lnTo>
                    <a:pt x="8680640" y="37668"/>
                  </a:lnTo>
                  <a:lnTo>
                    <a:pt x="8704694" y="39852"/>
                  </a:lnTo>
                  <a:lnTo>
                    <a:pt x="8728951" y="38900"/>
                  </a:lnTo>
                  <a:lnTo>
                    <a:pt x="8748966" y="35140"/>
                  </a:lnTo>
                  <a:lnTo>
                    <a:pt x="8762682" y="29146"/>
                  </a:lnTo>
                  <a:lnTo>
                    <a:pt x="8768067" y="21513"/>
                  </a:lnTo>
                  <a:close/>
                </a:path>
                <a:path w="8908415" h="1489709">
                  <a:moveTo>
                    <a:pt x="8773960" y="287947"/>
                  </a:moveTo>
                  <a:lnTo>
                    <a:pt x="8768613" y="276517"/>
                  </a:lnTo>
                  <a:lnTo>
                    <a:pt x="8754059" y="267182"/>
                  </a:lnTo>
                  <a:lnTo>
                    <a:pt x="8732469" y="260883"/>
                  </a:lnTo>
                  <a:lnTo>
                    <a:pt x="8706028" y="258584"/>
                  </a:lnTo>
                  <a:lnTo>
                    <a:pt x="8679586" y="260883"/>
                  </a:lnTo>
                  <a:lnTo>
                    <a:pt x="8657984" y="267182"/>
                  </a:lnTo>
                  <a:lnTo>
                    <a:pt x="8643429" y="276517"/>
                  </a:lnTo>
                  <a:lnTo>
                    <a:pt x="8638095" y="287947"/>
                  </a:lnTo>
                  <a:lnTo>
                    <a:pt x="8643429" y="299377"/>
                  </a:lnTo>
                  <a:lnTo>
                    <a:pt x="8657984" y="308711"/>
                  </a:lnTo>
                  <a:lnTo>
                    <a:pt x="8679586" y="315010"/>
                  </a:lnTo>
                  <a:lnTo>
                    <a:pt x="8706028" y="317309"/>
                  </a:lnTo>
                  <a:lnTo>
                    <a:pt x="8732469" y="315010"/>
                  </a:lnTo>
                  <a:lnTo>
                    <a:pt x="8754059" y="308711"/>
                  </a:lnTo>
                  <a:lnTo>
                    <a:pt x="8768613" y="299377"/>
                  </a:lnTo>
                  <a:lnTo>
                    <a:pt x="8773960" y="287947"/>
                  </a:lnTo>
                  <a:close/>
                </a:path>
                <a:path w="8908415" h="1489709">
                  <a:moveTo>
                    <a:pt x="8908364" y="672338"/>
                  </a:moveTo>
                  <a:lnTo>
                    <a:pt x="8900020" y="660323"/>
                  </a:lnTo>
                  <a:lnTo>
                    <a:pt x="8877275" y="650519"/>
                  </a:lnTo>
                  <a:lnTo>
                    <a:pt x="8843543" y="643902"/>
                  </a:lnTo>
                  <a:lnTo>
                    <a:pt x="8802256" y="641477"/>
                  </a:lnTo>
                  <a:lnTo>
                    <a:pt x="8760930" y="643902"/>
                  </a:lnTo>
                  <a:lnTo>
                    <a:pt x="8727186" y="650519"/>
                  </a:lnTo>
                  <a:lnTo>
                    <a:pt x="8704428" y="660323"/>
                  </a:lnTo>
                  <a:lnTo>
                    <a:pt x="8696084" y="672338"/>
                  </a:lnTo>
                  <a:lnTo>
                    <a:pt x="8704428" y="684364"/>
                  </a:lnTo>
                  <a:lnTo>
                    <a:pt x="8727186" y="694169"/>
                  </a:lnTo>
                  <a:lnTo>
                    <a:pt x="8760930" y="700786"/>
                  </a:lnTo>
                  <a:lnTo>
                    <a:pt x="8802256" y="703224"/>
                  </a:lnTo>
                  <a:lnTo>
                    <a:pt x="8843543" y="700786"/>
                  </a:lnTo>
                  <a:lnTo>
                    <a:pt x="8877275" y="694169"/>
                  </a:lnTo>
                  <a:lnTo>
                    <a:pt x="8900020" y="684364"/>
                  </a:lnTo>
                  <a:lnTo>
                    <a:pt x="8908364" y="672338"/>
                  </a:lnTo>
                  <a:close/>
                </a:path>
              </a:pathLst>
            </a:custGeom>
            <a:solidFill>
              <a:srgbClr val="F8CE9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73" name="object 573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0" y="9922389"/>
              <a:ext cx="6076599" cy="1386167"/>
            </a:xfrm>
            <a:prstGeom prst="rect">
              <a:avLst/>
            </a:prstGeom>
          </p:spPr>
        </p:pic>
      </p:grpSp>
      <p:sp>
        <p:nvSpPr>
          <p:cNvPr id="574" name="object 574" descr=""/>
          <p:cNvSpPr txBox="1"/>
          <p:nvPr/>
        </p:nvSpPr>
        <p:spPr>
          <a:xfrm>
            <a:off x="624158" y="728636"/>
            <a:ext cx="2834640" cy="2895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700">
                <a:latin typeface="Open Sans"/>
                <a:cs typeface="Open Sans"/>
              </a:rPr>
              <a:t>Example</a:t>
            </a:r>
            <a:r>
              <a:rPr dirty="0" sz="1700" spc="70">
                <a:latin typeface="Open Sans"/>
                <a:cs typeface="Open Sans"/>
              </a:rPr>
              <a:t> </a:t>
            </a:r>
            <a:r>
              <a:rPr dirty="0" sz="1700">
                <a:latin typeface="Open Sans"/>
                <a:cs typeface="Open Sans"/>
              </a:rPr>
              <a:t>background</a:t>
            </a:r>
            <a:r>
              <a:rPr dirty="0" sz="1700" spc="70">
                <a:latin typeface="Open Sans"/>
                <a:cs typeface="Open Sans"/>
              </a:rPr>
              <a:t> </a:t>
            </a:r>
            <a:r>
              <a:rPr dirty="0" sz="1700" spc="-10">
                <a:latin typeface="Open Sans"/>
                <a:cs typeface="Open Sans"/>
              </a:rPr>
              <a:t>scene</a:t>
            </a:r>
            <a:endParaRPr sz="1700">
              <a:latin typeface="Open Sans"/>
              <a:cs typeface="Open Sans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6387" y="0"/>
            <a:ext cx="20097750" cy="11304905"/>
          </a:xfrm>
          <a:custGeom>
            <a:avLst/>
            <a:gdLst/>
            <a:ahLst/>
            <a:cxnLst/>
            <a:rect l="l" t="t" r="r" b="b"/>
            <a:pathLst>
              <a:path w="20097750" h="11304905">
                <a:moveTo>
                  <a:pt x="20097702" y="0"/>
                </a:moveTo>
                <a:lnTo>
                  <a:pt x="0" y="0"/>
                </a:lnTo>
                <a:lnTo>
                  <a:pt x="0" y="11304451"/>
                </a:lnTo>
                <a:lnTo>
                  <a:pt x="20097702" y="11304451"/>
                </a:lnTo>
                <a:lnTo>
                  <a:pt x="200977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675206" y="6554710"/>
            <a:ext cx="157188" cy="157167"/>
          </a:xfrm>
          <a:prstGeom prst="rect">
            <a:avLst/>
          </a:prstGeom>
        </p:spPr>
      </p:pic>
      <p:sp>
        <p:nvSpPr>
          <p:cNvPr id="4" name="object 4" descr=""/>
          <p:cNvSpPr/>
          <p:nvPr/>
        </p:nvSpPr>
        <p:spPr>
          <a:xfrm>
            <a:off x="866571" y="6159679"/>
            <a:ext cx="450850" cy="543560"/>
          </a:xfrm>
          <a:custGeom>
            <a:avLst/>
            <a:gdLst/>
            <a:ahLst/>
            <a:cxnLst/>
            <a:rect l="l" t="t" r="r" b="b"/>
            <a:pathLst>
              <a:path w="450850" h="543559">
                <a:moveTo>
                  <a:pt x="183690" y="0"/>
                </a:moveTo>
                <a:lnTo>
                  <a:pt x="0" y="0"/>
                </a:lnTo>
                <a:lnTo>
                  <a:pt x="0" y="543543"/>
                </a:lnTo>
                <a:lnTo>
                  <a:pt x="171722" y="543543"/>
                </a:lnTo>
                <a:lnTo>
                  <a:pt x="222357" y="540599"/>
                </a:lnTo>
                <a:lnTo>
                  <a:pt x="268239" y="531765"/>
                </a:lnTo>
                <a:lnTo>
                  <a:pt x="309371" y="517038"/>
                </a:lnTo>
                <a:lnTo>
                  <a:pt x="345755" y="496418"/>
                </a:lnTo>
                <a:lnTo>
                  <a:pt x="377391" y="469901"/>
                </a:lnTo>
                <a:lnTo>
                  <a:pt x="403726" y="437968"/>
                </a:lnTo>
                <a:lnTo>
                  <a:pt x="411992" y="423065"/>
                </a:lnTo>
                <a:lnTo>
                  <a:pt x="143398" y="423065"/>
                </a:lnTo>
                <a:lnTo>
                  <a:pt x="143398" y="118593"/>
                </a:lnTo>
                <a:lnTo>
                  <a:pt x="418509" y="118593"/>
                </a:lnTo>
                <a:lnTo>
                  <a:pt x="411450" y="104097"/>
                </a:lnTo>
                <a:lnTo>
                  <a:pt x="381045" y="66919"/>
                </a:lnTo>
                <a:lnTo>
                  <a:pt x="342631" y="37653"/>
                </a:lnTo>
                <a:lnTo>
                  <a:pt x="296935" y="16740"/>
                </a:lnTo>
                <a:lnTo>
                  <a:pt x="243956" y="4186"/>
                </a:lnTo>
                <a:lnTo>
                  <a:pt x="183690" y="0"/>
                </a:lnTo>
                <a:close/>
              </a:path>
              <a:path w="450850" h="543559">
                <a:moveTo>
                  <a:pt x="418509" y="118593"/>
                </a:moveTo>
                <a:lnTo>
                  <a:pt x="185135" y="118593"/>
                </a:lnTo>
                <a:lnTo>
                  <a:pt x="212688" y="120846"/>
                </a:lnTo>
                <a:lnTo>
                  <a:pt x="236483" y="127607"/>
                </a:lnTo>
                <a:lnTo>
                  <a:pt x="272839" y="154644"/>
                </a:lnTo>
                <a:lnTo>
                  <a:pt x="294489" y="200393"/>
                </a:lnTo>
                <a:lnTo>
                  <a:pt x="301697" y="265436"/>
                </a:lnTo>
                <a:lnTo>
                  <a:pt x="299789" y="302836"/>
                </a:lnTo>
                <a:lnTo>
                  <a:pt x="284540" y="362232"/>
                </a:lnTo>
                <a:lnTo>
                  <a:pt x="253773" y="401221"/>
                </a:lnTo>
                <a:lnTo>
                  <a:pt x="205847" y="420640"/>
                </a:lnTo>
                <a:lnTo>
                  <a:pt x="175345" y="423065"/>
                </a:lnTo>
                <a:lnTo>
                  <a:pt x="411992" y="423065"/>
                </a:lnTo>
                <a:lnTo>
                  <a:pt x="424213" y="401035"/>
                </a:lnTo>
                <a:lnTo>
                  <a:pt x="438849" y="359105"/>
                </a:lnTo>
                <a:lnTo>
                  <a:pt x="447633" y="312181"/>
                </a:lnTo>
                <a:lnTo>
                  <a:pt x="450562" y="260264"/>
                </a:lnTo>
                <a:lnTo>
                  <a:pt x="446214" y="200763"/>
                </a:lnTo>
                <a:lnTo>
                  <a:pt x="433175" y="148710"/>
                </a:lnTo>
                <a:lnTo>
                  <a:pt x="418509" y="118593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1792741" y="6157404"/>
            <a:ext cx="137160" cy="546100"/>
          </a:xfrm>
          <a:custGeom>
            <a:avLst/>
            <a:gdLst/>
            <a:ahLst/>
            <a:cxnLst/>
            <a:rect l="l" t="t" r="r" b="b"/>
            <a:pathLst>
              <a:path w="137160" h="546100">
                <a:moveTo>
                  <a:pt x="136624" y="0"/>
                </a:moveTo>
                <a:lnTo>
                  <a:pt x="0" y="0"/>
                </a:lnTo>
                <a:lnTo>
                  <a:pt x="0" y="545815"/>
                </a:lnTo>
                <a:lnTo>
                  <a:pt x="136624" y="545815"/>
                </a:lnTo>
                <a:lnTo>
                  <a:pt x="13662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1982564" y="6290625"/>
            <a:ext cx="395605" cy="420370"/>
          </a:xfrm>
          <a:custGeom>
            <a:avLst/>
            <a:gdLst/>
            <a:ahLst/>
            <a:cxnLst/>
            <a:rect l="l" t="t" r="r" b="b"/>
            <a:pathLst>
              <a:path w="395605" h="420370">
                <a:moveTo>
                  <a:pt x="198852" y="0"/>
                </a:moveTo>
                <a:lnTo>
                  <a:pt x="154304" y="3431"/>
                </a:lnTo>
                <a:lnTo>
                  <a:pt x="115022" y="13727"/>
                </a:lnTo>
                <a:lnTo>
                  <a:pt x="81002" y="30886"/>
                </a:lnTo>
                <a:lnTo>
                  <a:pt x="29380" y="85139"/>
                </a:lnTo>
                <a:lnTo>
                  <a:pt x="13055" y="120900"/>
                </a:lnTo>
                <a:lnTo>
                  <a:pt x="3263" y="162188"/>
                </a:lnTo>
                <a:lnTo>
                  <a:pt x="0" y="208998"/>
                </a:lnTo>
                <a:lnTo>
                  <a:pt x="3340" y="255010"/>
                </a:lnTo>
                <a:lnTo>
                  <a:pt x="13326" y="295939"/>
                </a:lnTo>
                <a:lnTo>
                  <a:pt x="29985" y="331895"/>
                </a:lnTo>
                <a:lnTo>
                  <a:pt x="53307" y="362847"/>
                </a:lnTo>
                <a:lnTo>
                  <a:pt x="82248" y="387737"/>
                </a:lnTo>
                <a:lnTo>
                  <a:pt x="153960" y="416189"/>
                </a:lnTo>
                <a:lnTo>
                  <a:pt x="196737" y="419746"/>
                </a:lnTo>
                <a:lnTo>
                  <a:pt x="241118" y="416267"/>
                </a:lnTo>
                <a:lnTo>
                  <a:pt x="280288" y="405833"/>
                </a:lnTo>
                <a:lnTo>
                  <a:pt x="314241" y="388444"/>
                </a:lnTo>
                <a:lnTo>
                  <a:pt x="365840" y="333550"/>
                </a:lnTo>
                <a:lnTo>
                  <a:pt x="373801" y="315969"/>
                </a:lnTo>
                <a:lnTo>
                  <a:pt x="198130" y="315969"/>
                </a:lnTo>
                <a:lnTo>
                  <a:pt x="183214" y="314257"/>
                </a:lnTo>
                <a:lnTo>
                  <a:pt x="152361" y="288598"/>
                </a:lnTo>
                <a:lnTo>
                  <a:pt x="139591" y="233557"/>
                </a:lnTo>
                <a:lnTo>
                  <a:pt x="138739" y="208998"/>
                </a:lnTo>
                <a:lnTo>
                  <a:pt x="139591" y="184494"/>
                </a:lnTo>
                <a:lnTo>
                  <a:pt x="146403" y="145220"/>
                </a:lnTo>
                <a:lnTo>
                  <a:pt x="170442" y="110725"/>
                </a:lnTo>
                <a:lnTo>
                  <a:pt x="197428" y="104143"/>
                </a:lnTo>
                <a:lnTo>
                  <a:pt x="373462" y="104143"/>
                </a:lnTo>
                <a:lnTo>
                  <a:pt x="370920" y="98237"/>
                </a:lnTo>
                <a:lnTo>
                  <a:pt x="341532" y="56325"/>
                </a:lnTo>
                <a:lnTo>
                  <a:pt x="301927" y="25423"/>
                </a:lnTo>
                <a:lnTo>
                  <a:pt x="253786" y="6354"/>
                </a:lnTo>
                <a:lnTo>
                  <a:pt x="227163" y="1588"/>
                </a:lnTo>
                <a:lnTo>
                  <a:pt x="198852" y="0"/>
                </a:lnTo>
                <a:close/>
              </a:path>
              <a:path w="395605" h="420370">
                <a:moveTo>
                  <a:pt x="373462" y="104143"/>
                </a:moveTo>
                <a:lnTo>
                  <a:pt x="197428" y="104143"/>
                </a:lnTo>
                <a:lnTo>
                  <a:pt x="212325" y="105798"/>
                </a:lnTo>
                <a:lnTo>
                  <a:pt x="224863" y="110766"/>
                </a:lnTo>
                <a:lnTo>
                  <a:pt x="248668" y="145457"/>
                </a:lnTo>
                <a:lnTo>
                  <a:pt x="255309" y="184627"/>
                </a:lnTo>
                <a:lnTo>
                  <a:pt x="256138" y="208998"/>
                </a:lnTo>
                <a:lnTo>
                  <a:pt x="255321" y="233557"/>
                </a:lnTo>
                <a:lnTo>
                  <a:pt x="248779" y="273357"/>
                </a:lnTo>
                <a:lnTo>
                  <a:pt x="225270" y="309124"/>
                </a:lnTo>
                <a:lnTo>
                  <a:pt x="198130" y="315969"/>
                </a:lnTo>
                <a:lnTo>
                  <a:pt x="373801" y="315969"/>
                </a:lnTo>
                <a:lnTo>
                  <a:pt x="382159" y="297510"/>
                </a:lnTo>
                <a:lnTo>
                  <a:pt x="391943" y="255991"/>
                </a:lnTo>
                <a:lnTo>
                  <a:pt x="395202" y="208998"/>
                </a:lnTo>
                <a:lnTo>
                  <a:pt x="393686" y="178318"/>
                </a:lnTo>
                <a:lnTo>
                  <a:pt x="389136" y="149625"/>
                </a:lnTo>
                <a:lnTo>
                  <a:pt x="381548" y="122928"/>
                </a:lnTo>
                <a:lnTo>
                  <a:pt x="373462" y="104143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2432009" y="6297787"/>
            <a:ext cx="137160" cy="405765"/>
          </a:xfrm>
          <a:custGeom>
            <a:avLst/>
            <a:gdLst/>
            <a:ahLst/>
            <a:cxnLst/>
            <a:rect l="l" t="t" r="r" b="b"/>
            <a:pathLst>
              <a:path w="137160" h="405765">
                <a:moveTo>
                  <a:pt x="136645" y="0"/>
                </a:moveTo>
                <a:lnTo>
                  <a:pt x="0" y="0"/>
                </a:lnTo>
                <a:lnTo>
                  <a:pt x="0" y="405432"/>
                </a:lnTo>
                <a:lnTo>
                  <a:pt x="136645" y="405432"/>
                </a:lnTo>
                <a:lnTo>
                  <a:pt x="13664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2432009" y="6157414"/>
            <a:ext cx="137160" cy="91440"/>
          </a:xfrm>
          <a:custGeom>
            <a:avLst/>
            <a:gdLst/>
            <a:ahLst/>
            <a:cxnLst/>
            <a:rect l="l" t="t" r="r" b="b"/>
            <a:pathLst>
              <a:path w="137160" h="91439">
                <a:moveTo>
                  <a:pt x="136645" y="0"/>
                </a:moveTo>
                <a:lnTo>
                  <a:pt x="0" y="0"/>
                </a:lnTo>
                <a:lnTo>
                  <a:pt x="0" y="91348"/>
                </a:lnTo>
                <a:lnTo>
                  <a:pt x="136645" y="91348"/>
                </a:lnTo>
                <a:lnTo>
                  <a:pt x="13664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2622956" y="6170326"/>
            <a:ext cx="1019175" cy="540385"/>
          </a:xfrm>
          <a:custGeom>
            <a:avLst/>
            <a:gdLst/>
            <a:ahLst/>
            <a:cxnLst/>
            <a:rect l="l" t="t" r="r" b="b"/>
            <a:pathLst>
              <a:path w="1019175" h="540384">
                <a:moveTo>
                  <a:pt x="288632" y="415505"/>
                </a:moveTo>
                <a:lnTo>
                  <a:pt x="270078" y="421614"/>
                </a:lnTo>
                <a:lnTo>
                  <a:pt x="252895" y="425983"/>
                </a:lnTo>
                <a:lnTo>
                  <a:pt x="237058" y="428612"/>
                </a:lnTo>
                <a:lnTo>
                  <a:pt x="222554" y="429488"/>
                </a:lnTo>
                <a:lnTo>
                  <a:pt x="206375" y="427024"/>
                </a:lnTo>
                <a:lnTo>
                  <a:pt x="194805" y="419646"/>
                </a:lnTo>
                <a:lnTo>
                  <a:pt x="187858" y="407339"/>
                </a:lnTo>
                <a:lnTo>
                  <a:pt x="185534" y="390105"/>
                </a:lnTo>
                <a:lnTo>
                  <a:pt x="185534" y="232308"/>
                </a:lnTo>
                <a:lnTo>
                  <a:pt x="272719" y="232308"/>
                </a:lnTo>
                <a:lnTo>
                  <a:pt x="272719" y="127482"/>
                </a:lnTo>
                <a:lnTo>
                  <a:pt x="185534" y="127482"/>
                </a:lnTo>
                <a:lnTo>
                  <a:pt x="185534" y="0"/>
                </a:lnTo>
                <a:lnTo>
                  <a:pt x="47866" y="23964"/>
                </a:lnTo>
                <a:lnTo>
                  <a:pt x="47866" y="127482"/>
                </a:lnTo>
                <a:lnTo>
                  <a:pt x="0" y="127482"/>
                </a:lnTo>
                <a:lnTo>
                  <a:pt x="0" y="232308"/>
                </a:lnTo>
                <a:lnTo>
                  <a:pt x="47866" y="232308"/>
                </a:lnTo>
                <a:lnTo>
                  <a:pt x="47866" y="399427"/>
                </a:lnTo>
                <a:lnTo>
                  <a:pt x="49758" y="432892"/>
                </a:lnTo>
                <a:lnTo>
                  <a:pt x="64947" y="485927"/>
                </a:lnTo>
                <a:lnTo>
                  <a:pt x="95846" y="520611"/>
                </a:lnTo>
                <a:lnTo>
                  <a:pt x="145465" y="537883"/>
                </a:lnTo>
                <a:lnTo>
                  <a:pt x="177469" y="540054"/>
                </a:lnTo>
                <a:lnTo>
                  <a:pt x="193725" y="539724"/>
                </a:lnTo>
                <a:lnTo>
                  <a:pt x="236029" y="534847"/>
                </a:lnTo>
                <a:lnTo>
                  <a:pt x="274967" y="523151"/>
                </a:lnTo>
                <a:lnTo>
                  <a:pt x="288632" y="517525"/>
                </a:lnTo>
                <a:lnTo>
                  <a:pt x="288632" y="415505"/>
                </a:lnTo>
                <a:close/>
              </a:path>
              <a:path w="1019175" h="540384">
                <a:moveTo>
                  <a:pt x="604875" y="415505"/>
                </a:moveTo>
                <a:lnTo>
                  <a:pt x="586320" y="421614"/>
                </a:lnTo>
                <a:lnTo>
                  <a:pt x="569137" y="425983"/>
                </a:lnTo>
                <a:lnTo>
                  <a:pt x="553313" y="428612"/>
                </a:lnTo>
                <a:lnTo>
                  <a:pt x="538822" y="429488"/>
                </a:lnTo>
                <a:lnTo>
                  <a:pt x="522630" y="427024"/>
                </a:lnTo>
                <a:lnTo>
                  <a:pt x="511060" y="419646"/>
                </a:lnTo>
                <a:lnTo>
                  <a:pt x="504113" y="407339"/>
                </a:lnTo>
                <a:lnTo>
                  <a:pt x="501802" y="390105"/>
                </a:lnTo>
                <a:lnTo>
                  <a:pt x="501802" y="232308"/>
                </a:lnTo>
                <a:lnTo>
                  <a:pt x="589026" y="232308"/>
                </a:lnTo>
                <a:lnTo>
                  <a:pt x="589026" y="127482"/>
                </a:lnTo>
                <a:lnTo>
                  <a:pt x="501802" y="127482"/>
                </a:lnTo>
                <a:lnTo>
                  <a:pt x="501802" y="0"/>
                </a:lnTo>
                <a:lnTo>
                  <a:pt x="364121" y="22402"/>
                </a:lnTo>
                <a:lnTo>
                  <a:pt x="364121" y="127482"/>
                </a:lnTo>
                <a:lnTo>
                  <a:pt x="316217" y="127482"/>
                </a:lnTo>
                <a:lnTo>
                  <a:pt x="316217" y="232308"/>
                </a:lnTo>
                <a:lnTo>
                  <a:pt x="364121" y="232308"/>
                </a:lnTo>
                <a:lnTo>
                  <a:pt x="364121" y="399427"/>
                </a:lnTo>
                <a:lnTo>
                  <a:pt x="366026" y="432892"/>
                </a:lnTo>
                <a:lnTo>
                  <a:pt x="381228" y="485927"/>
                </a:lnTo>
                <a:lnTo>
                  <a:pt x="412127" y="520611"/>
                </a:lnTo>
                <a:lnTo>
                  <a:pt x="461733" y="537883"/>
                </a:lnTo>
                <a:lnTo>
                  <a:pt x="493737" y="540054"/>
                </a:lnTo>
                <a:lnTo>
                  <a:pt x="509993" y="539724"/>
                </a:lnTo>
                <a:lnTo>
                  <a:pt x="552284" y="534847"/>
                </a:lnTo>
                <a:lnTo>
                  <a:pt x="591235" y="523151"/>
                </a:lnTo>
                <a:lnTo>
                  <a:pt x="604875" y="517525"/>
                </a:lnTo>
                <a:lnTo>
                  <a:pt x="604875" y="415505"/>
                </a:lnTo>
                <a:close/>
              </a:path>
              <a:path w="1019175" h="540384">
                <a:moveTo>
                  <a:pt x="1018743" y="305689"/>
                </a:moveTo>
                <a:lnTo>
                  <a:pt x="1015695" y="263398"/>
                </a:lnTo>
                <a:lnTo>
                  <a:pt x="1006551" y="226364"/>
                </a:lnTo>
                <a:lnTo>
                  <a:pt x="970000" y="168097"/>
                </a:lnTo>
                <a:lnTo>
                  <a:pt x="911085" y="132270"/>
                </a:lnTo>
                <a:lnTo>
                  <a:pt x="894676" y="128308"/>
                </a:lnTo>
                <a:lnTo>
                  <a:pt x="894676" y="279908"/>
                </a:lnTo>
                <a:lnTo>
                  <a:pt x="777303" y="279908"/>
                </a:lnTo>
                <a:lnTo>
                  <a:pt x="789051" y="239953"/>
                </a:lnTo>
                <a:lnTo>
                  <a:pt x="825144" y="216471"/>
                </a:lnTo>
                <a:lnTo>
                  <a:pt x="836688" y="215493"/>
                </a:lnTo>
                <a:lnTo>
                  <a:pt x="849147" y="216585"/>
                </a:lnTo>
                <a:lnTo>
                  <a:pt x="885304" y="242544"/>
                </a:lnTo>
                <a:lnTo>
                  <a:pt x="894676" y="279908"/>
                </a:lnTo>
                <a:lnTo>
                  <a:pt x="894676" y="128308"/>
                </a:lnTo>
                <a:lnTo>
                  <a:pt x="874001" y="123304"/>
                </a:lnTo>
                <a:lnTo>
                  <a:pt x="831824" y="120319"/>
                </a:lnTo>
                <a:lnTo>
                  <a:pt x="787527" y="123748"/>
                </a:lnTo>
                <a:lnTo>
                  <a:pt x="748652" y="134048"/>
                </a:lnTo>
                <a:lnTo>
                  <a:pt x="687120" y="175247"/>
                </a:lnTo>
                <a:lnTo>
                  <a:pt x="649135" y="242100"/>
                </a:lnTo>
                <a:lnTo>
                  <a:pt x="639635" y="284492"/>
                </a:lnTo>
                <a:lnTo>
                  <a:pt x="636460" y="332854"/>
                </a:lnTo>
                <a:lnTo>
                  <a:pt x="639889" y="379742"/>
                </a:lnTo>
                <a:lnTo>
                  <a:pt x="650138" y="420928"/>
                </a:lnTo>
                <a:lnTo>
                  <a:pt x="667232" y="456412"/>
                </a:lnTo>
                <a:lnTo>
                  <a:pt x="691159" y="486194"/>
                </a:lnTo>
                <a:lnTo>
                  <a:pt x="721271" y="509739"/>
                </a:lnTo>
                <a:lnTo>
                  <a:pt x="756907" y="526580"/>
                </a:lnTo>
                <a:lnTo>
                  <a:pt x="798068" y="536676"/>
                </a:lnTo>
                <a:lnTo>
                  <a:pt x="844753" y="540042"/>
                </a:lnTo>
                <a:lnTo>
                  <a:pt x="867676" y="539635"/>
                </a:lnTo>
                <a:lnTo>
                  <a:pt x="908545" y="536409"/>
                </a:lnTo>
                <a:lnTo>
                  <a:pt x="960018" y="524624"/>
                </a:lnTo>
                <a:lnTo>
                  <a:pt x="992492" y="510527"/>
                </a:lnTo>
                <a:lnTo>
                  <a:pt x="976426" y="440588"/>
                </a:lnTo>
                <a:lnTo>
                  <a:pt x="971511" y="419188"/>
                </a:lnTo>
                <a:lnTo>
                  <a:pt x="927354" y="433578"/>
                </a:lnTo>
                <a:lnTo>
                  <a:pt x="878801" y="440143"/>
                </a:lnTo>
                <a:lnTo>
                  <a:pt x="861174" y="440588"/>
                </a:lnTo>
                <a:lnTo>
                  <a:pt x="842454" y="439381"/>
                </a:lnTo>
                <a:lnTo>
                  <a:pt x="798791" y="421259"/>
                </a:lnTo>
                <a:lnTo>
                  <a:pt x="776554" y="384009"/>
                </a:lnTo>
                <a:lnTo>
                  <a:pt x="774509" y="367919"/>
                </a:lnTo>
                <a:lnTo>
                  <a:pt x="1018743" y="367919"/>
                </a:lnTo>
                <a:lnTo>
                  <a:pt x="1018743" y="30568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1357625" y="6290645"/>
            <a:ext cx="382905" cy="419734"/>
          </a:xfrm>
          <a:custGeom>
            <a:avLst/>
            <a:gdLst/>
            <a:ahLst/>
            <a:cxnLst/>
            <a:rect l="l" t="t" r="r" b="b"/>
            <a:pathLst>
              <a:path w="382905" h="419734">
                <a:moveTo>
                  <a:pt x="195334" y="0"/>
                </a:moveTo>
                <a:lnTo>
                  <a:pt x="151049" y="3429"/>
                </a:lnTo>
                <a:lnTo>
                  <a:pt x="112181" y="13720"/>
                </a:lnTo>
                <a:lnTo>
                  <a:pt x="50679" y="54919"/>
                </a:lnTo>
                <a:lnTo>
                  <a:pt x="12676" y="121771"/>
                </a:lnTo>
                <a:lnTo>
                  <a:pt x="3169" y="164162"/>
                </a:lnTo>
                <a:lnTo>
                  <a:pt x="0" y="212527"/>
                </a:lnTo>
                <a:lnTo>
                  <a:pt x="3419" y="259418"/>
                </a:lnTo>
                <a:lnTo>
                  <a:pt x="13678" y="300606"/>
                </a:lnTo>
                <a:lnTo>
                  <a:pt x="30776" y="336088"/>
                </a:lnTo>
                <a:lnTo>
                  <a:pt x="54710" y="365863"/>
                </a:lnTo>
                <a:lnTo>
                  <a:pt x="84811" y="389420"/>
                </a:lnTo>
                <a:lnTo>
                  <a:pt x="120441" y="406249"/>
                </a:lnTo>
                <a:lnTo>
                  <a:pt x="161599" y="416348"/>
                </a:lnTo>
                <a:lnTo>
                  <a:pt x="208286" y="419714"/>
                </a:lnTo>
                <a:lnTo>
                  <a:pt x="231212" y="419309"/>
                </a:lnTo>
                <a:lnTo>
                  <a:pt x="272084" y="416079"/>
                </a:lnTo>
                <a:lnTo>
                  <a:pt x="323556" y="404304"/>
                </a:lnTo>
                <a:lnTo>
                  <a:pt x="356051" y="390208"/>
                </a:lnTo>
                <a:lnTo>
                  <a:pt x="339968" y="320262"/>
                </a:lnTo>
                <a:lnTo>
                  <a:pt x="224705" y="320262"/>
                </a:lnTo>
                <a:lnTo>
                  <a:pt x="205996" y="319053"/>
                </a:lnTo>
                <a:lnTo>
                  <a:pt x="162330" y="300933"/>
                </a:lnTo>
                <a:lnTo>
                  <a:pt x="140081" y="263681"/>
                </a:lnTo>
                <a:lnTo>
                  <a:pt x="138037" y="247594"/>
                </a:lnTo>
                <a:lnTo>
                  <a:pt x="382281" y="247594"/>
                </a:lnTo>
                <a:lnTo>
                  <a:pt x="382281" y="185366"/>
                </a:lnTo>
                <a:lnTo>
                  <a:pt x="380425" y="159586"/>
                </a:lnTo>
                <a:lnTo>
                  <a:pt x="140833" y="159586"/>
                </a:lnTo>
                <a:lnTo>
                  <a:pt x="143073" y="144048"/>
                </a:lnTo>
                <a:lnTo>
                  <a:pt x="168495" y="103925"/>
                </a:lnTo>
                <a:lnTo>
                  <a:pt x="200245" y="95169"/>
                </a:lnTo>
                <a:lnTo>
                  <a:pt x="364887" y="95169"/>
                </a:lnTo>
                <a:lnTo>
                  <a:pt x="354867" y="74269"/>
                </a:lnTo>
                <a:lnTo>
                  <a:pt x="333539" y="47768"/>
                </a:lnTo>
                <a:lnTo>
                  <a:pt x="306624" y="26866"/>
                </a:lnTo>
                <a:lnTo>
                  <a:pt x="274618" y="11939"/>
                </a:lnTo>
                <a:lnTo>
                  <a:pt x="237521" y="2984"/>
                </a:lnTo>
                <a:lnTo>
                  <a:pt x="195334" y="0"/>
                </a:lnTo>
                <a:close/>
              </a:path>
              <a:path w="382905" h="419734">
                <a:moveTo>
                  <a:pt x="335047" y="298860"/>
                </a:moveTo>
                <a:lnTo>
                  <a:pt x="290912" y="313257"/>
                </a:lnTo>
                <a:lnTo>
                  <a:pt x="242337" y="319823"/>
                </a:lnTo>
                <a:lnTo>
                  <a:pt x="224705" y="320262"/>
                </a:lnTo>
                <a:lnTo>
                  <a:pt x="339968" y="320262"/>
                </a:lnTo>
                <a:lnTo>
                  <a:pt x="335047" y="298860"/>
                </a:lnTo>
                <a:close/>
              </a:path>
              <a:path w="382905" h="419734">
                <a:moveTo>
                  <a:pt x="364887" y="95169"/>
                </a:moveTo>
                <a:lnTo>
                  <a:pt x="200245" y="95169"/>
                </a:lnTo>
                <a:lnTo>
                  <a:pt x="212680" y="96265"/>
                </a:lnTo>
                <a:lnTo>
                  <a:pt x="223783" y="99555"/>
                </a:lnTo>
                <a:lnTo>
                  <a:pt x="253829" y="133197"/>
                </a:lnTo>
                <a:lnTo>
                  <a:pt x="258232" y="159586"/>
                </a:lnTo>
                <a:lnTo>
                  <a:pt x="380425" y="159586"/>
                </a:lnTo>
                <a:lnTo>
                  <a:pt x="379236" y="143073"/>
                </a:lnTo>
                <a:lnTo>
                  <a:pt x="370098" y="106039"/>
                </a:lnTo>
                <a:lnTo>
                  <a:pt x="364887" y="95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11" name="object 11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74184" y="7901214"/>
            <a:ext cx="6135855" cy="191261"/>
          </a:xfrm>
          <a:prstGeom prst="rect">
            <a:avLst/>
          </a:prstGeom>
        </p:spPr>
      </p:pic>
      <p:pic>
        <p:nvPicPr>
          <p:cNvPr id="12" name="object 12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878173" y="8433889"/>
            <a:ext cx="6008696" cy="191261"/>
          </a:xfrm>
          <a:prstGeom prst="rect">
            <a:avLst/>
          </a:prstGeom>
        </p:spPr>
      </p:pic>
      <p:pic>
        <p:nvPicPr>
          <p:cNvPr id="13" name="object 13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877248" y="8966545"/>
            <a:ext cx="6222763" cy="191261"/>
          </a:xfrm>
          <a:prstGeom prst="rect">
            <a:avLst/>
          </a:prstGeom>
        </p:spPr>
      </p:pic>
      <p:sp>
        <p:nvSpPr>
          <p:cNvPr id="14" name="object 14" descr=""/>
          <p:cNvSpPr txBox="1"/>
          <p:nvPr/>
        </p:nvSpPr>
        <p:spPr>
          <a:xfrm>
            <a:off x="853857" y="7577502"/>
            <a:ext cx="6581140" cy="29171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500">
                <a:solidFill>
                  <a:srgbClr val="FFFFFF"/>
                </a:solidFill>
                <a:latin typeface="Open Sans"/>
                <a:cs typeface="Open Sans"/>
              </a:rPr>
              <a:t>Deloitte</a:t>
            </a:r>
            <a:r>
              <a:rPr dirty="0" sz="1500" spc="-65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>
                <a:solidFill>
                  <a:srgbClr val="FFFFFF"/>
                </a:solidFill>
                <a:latin typeface="Open Sans"/>
                <a:cs typeface="Open Sans"/>
              </a:rPr>
              <a:t>refers</a:t>
            </a:r>
            <a:r>
              <a:rPr dirty="0" sz="1500" spc="-60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>
                <a:solidFill>
                  <a:srgbClr val="FFFFFF"/>
                </a:solidFill>
                <a:latin typeface="Open Sans"/>
                <a:cs typeface="Open Sans"/>
              </a:rPr>
              <a:t>to</a:t>
            </a:r>
            <a:r>
              <a:rPr dirty="0" sz="1500" spc="-60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>
                <a:solidFill>
                  <a:srgbClr val="FFFFFF"/>
                </a:solidFill>
                <a:latin typeface="Open Sans"/>
                <a:cs typeface="Open Sans"/>
              </a:rPr>
              <a:t>one</a:t>
            </a:r>
            <a:r>
              <a:rPr dirty="0" sz="1500" spc="-60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>
                <a:solidFill>
                  <a:srgbClr val="FFFFFF"/>
                </a:solidFill>
                <a:latin typeface="Open Sans"/>
                <a:cs typeface="Open Sans"/>
              </a:rPr>
              <a:t>or</a:t>
            </a:r>
            <a:r>
              <a:rPr dirty="0" sz="1500" spc="-60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 spc="-10">
                <a:solidFill>
                  <a:srgbClr val="FFFFFF"/>
                </a:solidFill>
                <a:latin typeface="Open Sans"/>
                <a:cs typeface="Open Sans"/>
              </a:rPr>
              <a:t>more</a:t>
            </a:r>
            <a:r>
              <a:rPr dirty="0" sz="1500" spc="-60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>
                <a:solidFill>
                  <a:srgbClr val="FFFFFF"/>
                </a:solidFill>
                <a:latin typeface="Open Sans"/>
                <a:cs typeface="Open Sans"/>
              </a:rPr>
              <a:t>of</a:t>
            </a:r>
            <a:r>
              <a:rPr dirty="0" sz="1500" spc="-60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>
                <a:solidFill>
                  <a:srgbClr val="FFFFFF"/>
                </a:solidFill>
                <a:latin typeface="Open Sans"/>
                <a:cs typeface="Open Sans"/>
              </a:rPr>
              <a:t>Deloitte</a:t>
            </a:r>
            <a:r>
              <a:rPr dirty="0" sz="1500" spc="-60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 spc="-30">
                <a:solidFill>
                  <a:srgbClr val="FFFFFF"/>
                </a:solidFill>
                <a:latin typeface="Open Sans"/>
                <a:cs typeface="Open Sans"/>
              </a:rPr>
              <a:t>Touche</a:t>
            </a:r>
            <a:r>
              <a:rPr dirty="0" sz="1500" spc="-65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 spc="-25">
                <a:solidFill>
                  <a:srgbClr val="FFFFFF"/>
                </a:solidFill>
                <a:latin typeface="Open Sans"/>
                <a:cs typeface="Open Sans"/>
              </a:rPr>
              <a:t>Tohmatsu</a:t>
            </a:r>
            <a:r>
              <a:rPr dirty="0" sz="1500" spc="-60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 spc="-10">
                <a:solidFill>
                  <a:srgbClr val="FFFFFF"/>
                </a:solidFill>
                <a:latin typeface="Open Sans"/>
                <a:cs typeface="Open Sans"/>
              </a:rPr>
              <a:t>Limited</a:t>
            </a:r>
            <a:endParaRPr sz="1500">
              <a:latin typeface="Open Sans"/>
              <a:cs typeface="Open Sans"/>
            </a:endParaRPr>
          </a:p>
          <a:p>
            <a:pPr marL="12700" marR="5080">
              <a:lnSpc>
                <a:spcPct val="233000"/>
              </a:lnSpc>
            </a:pPr>
            <a:r>
              <a:rPr dirty="0" sz="1500" spc="-10">
                <a:solidFill>
                  <a:srgbClr val="FFFFFF"/>
                </a:solidFill>
                <a:latin typeface="Open Sans"/>
                <a:cs typeface="Open Sans"/>
              </a:rPr>
              <a:t>(collectively,</a:t>
            </a:r>
            <a:r>
              <a:rPr dirty="0" sz="1500" spc="-50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>
                <a:solidFill>
                  <a:srgbClr val="FFFFFF"/>
                </a:solidFill>
                <a:latin typeface="Open Sans"/>
                <a:cs typeface="Open Sans"/>
              </a:rPr>
              <a:t>the</a:t>
            </a:r>
            <a:r>
              <a:rPr dirty="0" sz="1500" spc="-45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>
                <a:solidFill>
                  <a:srgbClr val="FFFFFF"/>
                </a:solidFill>
                <a:latin typeface="Open Sans"/>
                <a:cs typeface="Open Sans"/>
              </a:rPr>
              <a:t>“Deloitte</a:t>
            </a:r>
            <a:r>
              <a:rPr dirty="0" sz="1500" spc="-45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 spc="-10">
                <a:solidFill>
                  <a:srgbClr val="FFFFFF"/>
                </a:solidFill>
                <a:latin typeface="Open Sans"/>
                <a:cs typeface="Open Sans"/>
              </a:rPr>
              <a:t>organization”).</a:t>
            </a:r>
            <a:r>
              <a:rPr dirty="0" sz="1500" spc="-45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>
                <a:solidFill>
                  <a:srgbClr val="FFFFFF"/>
                </a:solidFill>
                <a:latin typeface="Open Sans"/>
                <a:cs typeface="Open Sans"/>
              </a:rPr>
              <a:t>DTTL</a:t>
            </a:r>
            <a:r>
              <a:rPr dirty="0" sz="1500" spc="-45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 spc="-20">
                <a:solidFill>
                  <a:srgbClr val="FFFFFF"/>
                </a:solidFill>
                <a:latin typeface="Open Sans"/>
                <a:cs typeface="Open Sans"/>
              </a:rPr>
              <a:t>(also</a:t>
            </a:r>
            <a:r>
              <a:rPr dirty="0" sz="1500" spc="-50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 spc="-10">
                <a:solidFill>
                  <a:srgbClr val="FFFFFF"/>
                </a:solidFill>
                <a:latin typeface="Open Sans"/>
                <a:cs typeface="Open Sans"/>
              </a:rPr>
              <a:t>referred</a:t>
            </a:r>
            <a:r>
              <a:rPr dirty="0" sz="1500" spc="-45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>
                <a:solidFill>
                  <a:srgbClr val="FFFFFF"/>
                </a:solidFill>
                <a:latin typeface="Open Sans"/>
                <a:cs typeface="Open Sans"/>
              </a:rPr>
              <a:t>to</a:t>
            </a:r>
            <a:r>
              <a:rPr dirty="0" sz="1500" spc="-45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>
                <a:solidFill>
                  <a:srgbClr val="FFFFFF"/>
                </a:solidFill>
                <a:latin typeface="Open Sans"/>
                <a:cs typeface="Open Sans"/>
              </a:rPr>
              <a:t>as</a:t>
            </a:r>
            <a:r>
              <a:rPr dirty="0" sz="1500" spc="-45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 spc="-10">
                <a:solidFill>
                  <a:srgbClr val="FFFFFF"/>
                </a:solidFill>
                <a:latin typeface="Open Sans"/>
                <a:cs typeface="Open Sans"/>
              </a:rPr>
              <a:t>“Deloitte separate</a:t>
            </a:r>
            <a:r>
              <a:rPr dirty="0" sz="1500" spc="-55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>
                <a:solidFill>
                  <a:srgbClr val="FFFFFF"/>
                </a:solidFill>
                <a:latin typeface="Open Sans"/>
                <a:cs typeface="Open Sans"/>
              </a:rPr>
              <a:t>and</a:t>
            </a:r>
            <a:r>
              <a:rPr dirty="0" sz="1500" spc="-55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 spc="-20">
                <a:solidFill>
                  <a:srgbClr val="FFFFFF"/>
                </a:solidFill>
                <a:latin typeface="Open Sans"/>
                <a:cs typeface="Open Sans"/>
              </a:rPr>
              <a:t>independent</a:t>
            </a:r>
            <a:r>
              <a:rPr dirty="0" sz="1500" spc="-55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 spc="-10">
                <a:solidFill>
                  <a:srgbClr val="FFFFFF"/>
                </a:solidFill>
                <a:latin typeface="Open Sans"/>
                <a:cs typeface="Open Sans"/>
              </a:rPr>
              <a:t>entities,</a:t>
            </a:r>
            <a:r>
              <a:rPr dirty="0" sz="1500" spc="-55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>
                <a:solidFill>
                  <a:srgbClr val="FFFFFF"/>
                </a:solidFill>
                <a:latin typeface="Open Sans"/>
                <a:cs typeface="Open Sans"/>
              </a:rPr>
              <a:t>which</a:t>
            </a:r>
            <a:r>
              <a:rPr dirty="0" sz="1500" spc="-55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 spc="-10">
                <a:solidFill>
                  <a:srgbClr val="FFFFFF"/>
                </a:solidFill>
                <a:latin typeface="Open Sans"/>
                <a:cs typeface="Open Sans"/>
              </a:rPr>
              <a:t>cannot</a:t>
            </a:r>
            <a:r>
              <a:rPr dirty="0" sz="1500" spc="-55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 spc="-10">
                <a:solidFill>
                  <a:srgbClr val="FFFFFF"/>
                </a:solidFill>
                <a:latin typeface="Open Sans"/>
                <a:cs typeface="Open Sans"/>
              </a:rPr>
              <a:t>obligate</a:t>
            </a:r>
            <a:r>
              <a:rPr dirty="0" sz="1500" spc="-55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>
                <a:solidFill>
                  <a:srgbClr val="FFFFFF"/>
                </a:solidFill>
                <a:latin typeface="Open Sans"/>
                <a:cs typeface="Open Sans"/>
              </a:rPr>
              <a:t>or</a:t>
            </a:r>
            <a:r>
              <a:rPr dirty="0" sz="1500" spc="-55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>
                <a:solidFill>
                  <a:srgbClr val="FFFFFF"/>
                </a:solidFill>
                <a:latin typeface="Open Sans"/>
                <a:cs typeface="Open Sans"/>
              </a:rPr>
              <a:t>bind</a:t>
            </a:r>
            <a:r>
              <a:rPr dirty="0" sz="1500" spc="-55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 spc="-20">
                <a:solidFill>
                  <a:srgbClr val="FFFFFF"/>
                </a:solidFill>
                <a:latin typeface="Open Sans"/>
                <a:cs typeface="Open Sans"/>
              </a:rPr>
              <a:t>each </a:t>
            </a:r>
            <a:r>
              <a:rPr dirty="0" sz="1500" spc="-10">
                <a:solidFill>
                  <a:srgbClr val="FFFFFF"/>
                </a:solidFill>
                <a:latin typeface="Open Sans"/>
                <a:cs typeface="Open Sans"/>
              </a:rPr>
              <a:t>related</a:t>
            </a:r>
            <a:r>
              <a:rPr dirty="0" sz="1500" spc="-55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>
                <a:solidFill>
                  <a:srgbClr val="FFFFFF"/>
                </a:solidFill>
                <a:latin typeface="Open Sans"/>
                <a:cs typeface="Open Sans"/>
              </a:rPr>
              <a:t>entity</a:t>
            </a:r>
            <a:r>
              <a:rPr dirty="0" sz="1500" spc="-55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>
                <a:solidFill>
                  <a:srgbClr val="FFFFFF"/>
                </a:solidFill>
                <a:latin typeface="Open Sans"/>
                <a:cs typeface="Open Sans"/>
              </a:rPr>
              <a:t>is</a:t>
            </a:r>
            <a:r>
              <a:rPr dirty="0" sz="1500" spc="-50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 spc="-10">
                <a:solidFill>
                  <a:srgbClr val="FFFFFF"/>
                </a:solidFill>
                <a:latin typeface="Open Sans"/>
                <a:cs typeface="Open Sans"/>
              </a:rPr>
              <a:t>liable</a:t>
            </a:r>
            <a:r>
              <a:rPr dirty="0" sz="1500" spc="-55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>
                <a:solidFill>
                  <a:srgbClr val="FFFFFF"/>
                </a:solidFill>
                <a:latin typeface="Open Sans"/>
                <a:cs typeface="Open Sans"/>
              </a:rPr>
              <a:t>only</a:t>
            </a:r>
            <a:r>
              <a:rPr dirty="0" sz="1500" spc="-55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>
                <a:solidFill>
                  <a:srgbClr val="FFFFFF"/>
                </a:solidFill>
                <a:latin typeface="Open Sans"/>
                <a:cs typeface="Open Sans"/>
              </a:rPr>
              <a:t>for</a:t>
            </a:r>
            <a:r>
              <a:rPr dirty="0" sz="1500" spc="-50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>
                <a:solidFill>
                  <a:srgbClr val="FFFFFF"/>
                </a:solidFill>
                <a:latin typeface="Open Sans"/>
                <a:cs typeface="Open Sans"/>
              </a:rPr>
              <a:t>its</a:t>
            </a:r>
            <a:r>
              <a:rPr dirty="0" sz="1500" spc="-55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>
                <a:solidFill>
                  <a:srgbClr val="FFFFFF"/>
                </a:solidFill>
                <a:latin typeface="Open Sans"/>
                <a:cs typeface="Open Sans"/>
              </a:rPr>
              <a:t>own</a:t>
            </a:r>
            <a:r>
              <a:rPr dirty="0" sz="1500" spc="-55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>
                <a:solidFill>
                  <a:srgbClr val="FFFFFF"/>
                </a:solidFill>
                <a:latin typeface="Open Sans"/>
                <a:cs typeface="Open Sans"/>
              </a:rPr>
              <a:t>acts</a:t>
            </a:r>
            <a:r>
              <a:rPr dirty="0" sz="1500" spc="-50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>
                <a:solidFill>
                  <a:srgbClr val="FFFFFF"/>
                </a:solidFill>
                <a:latin typeface="Open Sans"/>
                <a:cs typeface="Open Sans"/>
              </a:rPr>
              <a:t>and</a:t>
            </a:r>
            <a:r>
              <a:rPr dirty="0" sz="1500" spc="-55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 spc="-10">
                <a:solidFill>
                  <a:srgbClr val="FFFFFF"/>
                </a:solidFill>
                <a:latin typeface="Open Sans"/>
                <a:cs typeface="Open Sans"/>
              </a:rPr>
              <a:t>omissions,</a:t>
            </a:r>
            <a:r>
              <a:rPr dirty="0" sz="1500" spc="-55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>
                <a:solidFill>
                  <a:srgbClr val="FFFFFF"/>
                </a:solidFill>
                <a:latin typeface="Open Sans"/>
                <a:cs typeface="Open Sans"/>
              </a:rPr>
              <a:t>and</a:t>
            </a:r>
            <a:r>
              <a:rPr dirty="0" sz="1500" spc="-50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>
                <a:solidFill>
                  <a:srgbClr val="FFFFFF"/>
                </a:solidFill>
                <a:latin typeface="Open Sans"/>
                <a:cs typeface="Open Sans"/>
              </a:rPr>
              <a:t>not</a:t>
            </a:r>
            <a:r>
              <a:rPr dirty="0" sz="1500" spc="-55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 spc="-10">
                <a:solidFill>
                  <a:srgbClr val="FFFFFF"/>
                </a:solidFill>
                <a:latin typeface="Open Sans"/>
                <a:cs typeface="Open Sans"/>
              </a:rPr>
              <a:t>those</a:t>
            </a:r>
            <a:endParaRPr sz="1500">
              <a:latin typeface="Open Sans"/>
              <a:cs typeface="Open Sans"/>
            </a:endParaRPr>
          </a:p>
          <a:p>
            <a:pPr marL="13970" marR="112395" indent="-635">
              <a:lnSpc>
                <a:spcPct val="116500"/>
              </a:lnSpc>
            </a:pPr>
            <a:r>
              <a:rPr dirty="0" sz="1500">
                <a:solidFill>
                  <a:srgbClr val="FFFFFF"/>
                </a:solidFill>
                <a:latin typeface="Open Sans"/>
                <a:cs typeface="Open Sans"/>
              </a:rPr>
              <a:t>of</a:t>
            </a:r>
            <a:r>
              <a:rPr dirty="0" sz="1500" spc="-65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>
                <a:solidFill>
                  <a:srgbClr val="FFFFFF"/>
                </a:solidFill>
                <a:latin typeface="Open Sans"/>
                <a:cs typeface="Open Sans"/>
              </a:rPr>
              <a:t>each</a:t>
            </a:r>
            <a:r>
              <a:rPr dirty="0" sz="1500" spc="-60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 spc="-30">
                <a:solidFill>
                  <a:srgbClr val="FFFFFF"/>
                </a:solidFill>
                <a:latin typeface="Open Sans"/>
                <a:cs typeface="Open Sans"/>
              </a:rPr>
              <a:t>other.</a:t>
            </a:r>
            <a:r>
              <a:rPr dirty="0" sz="1500" spc="-60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>
                <a:solidFill>
                  <a:srgbClr val="FFFFFF"/>
                </a:solidFill>
                <a:latin typeface="Open Sans"/>
                <a:cs typeface="Open Sans"/>
              </a:rPr>
              <a:t>DTTL</a:t>
            </a:r>
            <a:r>
              <a:rPr dirty="0" sz="1500" spc="-60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>
                <a:solidFill>
                  <a:srgbClr val="FFFFFF"/>
                </a:solidFill>
                <a:latin typeface="Open Sans"/>
                <a:cs typeface="Open Sans"/>
              </a:rPr>
              <a:t>does</a:t>
            </a:r>
            <a:r>
              <a:rPr dirty="0" sz="1500" spc="-60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>
                <a:solidFill>
                  <a:srgbClr val="FFFFFF"/>
                </a:solidFill>
                <a:latin typeface="Open Sans"/>
                <a:cs typeface="Open Sans"/>
              </a:rPr>
              <a:t>not</a:t>
            </a:r>
            <a:r>
              <a:rPr dirty="0" sz="1500" spc="-65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 spc="-10">
                <a:solidFill>
                  <a:srgbClr val="FFFFFF"/>
                </a:solidFill>
                <a:latin typeface="Open Sans"/>
                <a:cs typeface="Open Sans"/>
              </a:rPr>
              <a:t>provide</a:t>
            </a:r>
            <a:r>
              <a:rPr dirty="0" sz="1500" spc="-60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>
                <a:solidFill>
                  <a:srgbClr val="FFFFFF"/>
                </a:solidFill>
                <a:latin typeface="Open Sans"/>
                <a:cs typeface="Open Sans"/>
              </a:rPr>
              <a:t>services</a:t>
            </a:r>
            <a:r>
              <a:rPr dirty="0" sz="1500" spc="-60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>
                <a:solidFill>
                  <a:srgbClr val="FFFFFF"/>
                </a:solidFill>
                <a:latin typeface="Open Sans"/>
                <a:cs typeface="Open Sans"/>
              </a:rPr>
              <a:t>to</a:t>
            </a:r>
            <a:r>
              <a:rPr dirty="0" sz="1500" spc="-60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>
                <a:solidFill>
                  <a:srgbClr val="FFFFFF"/>
                </a:solidFill>
                <a:latin typeface="Open Sans"/>
                <a:cs typeface="Open Sans"/>
              </a:rPr>
              <a:t>clients.</a:t>
            </a:r>
            <a:r>
              <a:rPr dirty="0" sz="1500" spc="-60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 spc="-10">
                <a:solidFill>
                  <a:srgbClr val="FFFFFF"/>
                </a:solidFill>
                <a:latin typeface="Open Sans"/>
                <a:cs typeface="Open Sans"/>
              </a:rPr>
              <a:t>Please</a:t>
            </a:r>
            <a:r>
              <a:rPr dirty="0" sz="1500" spc="-65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>
                <a:solidFill>
                  <a:srgbClr val="FFFFFF"/>
                </a:solidFill>
                <a:latin typeface="Open Sans"/>
                <a:cs typeface="Open Sans"/>
              </a:rPr>
              <a:t>see</a:t>
            </a:r>
            <a:r>
              <a:rPr dirty="0" sz="1500" spc="-90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 spc="-20" b="1">
                <a:solidFill>
                  <a:srgbClr val="FFFFFF"/>
                </a:solidFill>
                <a:latin typeface="Open Sans"/>
                <a:cs typeface="Open Sans"/>
                <a:hlinkClick r:id="rId6"/>
              </a:rPr>
              <a:t>www.</a:t>
            </a:r>
            <a:r>
              <a:rPr dirty="0" sz="1500" spc="-20" b="1">
                <a:solidFill>
                  <a:srgbClr val="FFFFFF"/>
                </a:solidFill>
                <a:latin typeface="Open Sans"/>
                <a:cs typeface="Open Sans"/>
              </a:rPr>
              <a:t> deloitte.com/about</a:t>
            </a:r>
            <a:r>
              <a:rPr dirty="0" sz="1500" spc="-40" b="1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>
                <a:solidFill>
                  <a:srgbClr val="FFFFFF"/>
                </a:solidFill>
                <a:latin typeface="Open Sans"/>
                <a:cs typeface="Open Sans"/>
              </a:rPr>
              <a:t>to</a:t>
            </a:r>
            <a:r>
              <a:rPr dirty="0" sz="1500" spc="-35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>
                <a:solidFill>
                  <a:srgbClr val="FFFFFF"/>
                </a:solidFill>
                <a:latin typeface="Open Sans"/>
                <a:cs typeface="Open Sans"/>
              </a:rPr>
              <a:t>learn</a:t>
            </a:r>
            <a:r>
              <a:rPr dirty="0" sz="1500" spc="-35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 spc="-20">
                <a:solidFill>
                  <a:srgbClr val="FFFFFF"/>
                </a:solidFill>
                <a:latin typeface="Open Sans"/>
                <a:cs typeface="Open Sans"/>
              </a:rPr>
              <a:t>more.</a:t>
            </a:r>
            <a:endParaRPr sz="1500">
              <a:latin typeface="Open Sans"/>
              <a:cs typeface="Open San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750">
              <a:latin typeface="Open Sans"/>
              <a:cs typeface="Open Sans"/>
            </a:endParaRPr>
          </a:p>
          <a:p>
            <a:pPr marL="13335">
              <a:lnSpc>
                <a:spcPct val="100000"/>
              </a:lnSpc>
              <a:spcBef>
                <a:spcPts val="5"/>
              </a:spcBef>
            </a:pPr>
            <a:r>
              <a:rPr dirty="0" sz="1500">
                <a:solidFill>
                  <a:srgbClr val="FFFFFF"/>
                </a:solidFill>
                <a:latin typeface="Open Sans"/>
                <a:cs typeface="Open Sans"/>
              </a:rPr>
              <a:t>©</a:t>
            </a:r>
            <a:r>
              <a:rPr dirty="0" sz="1500" spc="-55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 spc="-35">
                <a:solidFill>
                  <a:srgbClr val="FFFFFF"/>
                </a:solidFill>
                <a:latin typeface="Open Sans"/>
                <a:cs typeface="Open Sans"/>
              </a:rPr>
              <a:t>2021.</a:t>
            </a:r>
            <a:r>
              <a:rPr dirty="0" sz="1500" spc="-55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>
                <a:solidFill>
                  <a:srgbClr val="FFFFFF"/>
                </a:solidFill>
                <a:latin typeface="Open Sans"/>
                <a:cs typeface="Open Sans"/>
              </a:rPr>
              <a:t>For</a:t>
            </a:r>
            <a:r>
              <a:rPr dirty="0" sz="1500" spc="-55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 spc="-10">
                <a:solidFill>
                  <a:srgbClr val="FFFFFF"/>
                </a:solidFill>
                <a:latin typeface="Open Sans"/>
                <a:cs typeface="Open Sans"/>
              </a:rPr>
              <a:t>information,</a:t>
            </a:r>
            <a:r>
              <a:rPr dirty="0" sz="1500" spc="-55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>
                <a:solidFill>
                  <a:srgbClr val="FFFFFF"/>
                </a:solidFill>
                <a:latin typeface="Open Sans"/>
                <a:cs typeface="Open Sans"/>
              </a:rPr>
              <a:t>contact</a:t>
            </a:r>
            <a:r>
              <a:rPr dirty="0" sz="1500" spc="-55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>
                <a:solidFill>
                  <a:srgbClr val="FFFFFF"/>
                </a:solidFill>
                <a:latin typeface="Open Sans"/>
                <a:cs typeface="Open Sans"/>
              </a:rPr>
              <a:t>Deloitte</a:t>
            </a:r>
            <a:r>
              <a:rPr dirty="0" sz="1500" spc="-55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 spc="-30">
                <a:solidFill>
                  <a:srgbClr val="FFFFFF"/>
                </a:solidFill>
                <a:latin typeface="Open Sans"/>
                <a:cs typeface="Open Sans"/>
              </a:rPr>
              <a:t>Touche</a:t>
            </a:r>
            <a:r>
              <a:rPr dirty="0" sz="1500" spc="-50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 spc="-25">
                <a:solidFill>
                  <a:srgbClr val="FFFFFF"/>
                </a:solidFill>
                <a:latin typeface="Open Sans"/>
                <a:cs typeface="Open Sans"/>
              </a:rPr>
              <a:t>Tohmatsu</a:t>
            </a:r>
            <a:r>
              <a:rPr dirty="0" sz="1500" spc="-55">
                <a:solidFill>
                  <a:srgbClr val="FFFFFF"/>
                </a:solidFill>
                <a:latin typeface="Open Sans"/>
                <a:cs typeface="Open Sans"/>
              </a:rPr>
              <a:t> </a:t>
            </a:r>
            <a:r>
              <a:rPr dirty="0" sz="1500" spc="-10">
                <a:solidFill>
                  <a:srgbClr val="FFFFFF"/>
                </a:solidFill>
                <a:latin typeface="Open Sans"/>
                <a:cs typeface="Open Sans"/>
              </a:rPr>
              <a:t>Limited.</a:t>
            </a:r>
            <a:endParaRPr sz="1500">
              <a:latin typeface="Open Sans"/>
              <a:cs typeface="Open Sans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FFFF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46EABACCD3B39C49923CC76F9A3899B0" ma:contentTypeVersion="10" ma:contentTypeDescription="Create a new document." ma:contentTypeScope="" ma:versionID="888edbca11eac38050b29462c56b3d83">
  <xsd:schema xmlns:xsd="http://www.w3.org/2001/XMLSchema" xmlns:xs="http://www.w3.org/2001/XMLSchema" xmlns:p="http://schemas.microsoft.com/office/2006/metadata/properties" xmlns:ns2="88ac10d5-d499-482e-8b56-6ab71e10844d" xmlns:ns3="b34fac16-a9a4-4d97-96d6-3d67277b3bbb" targetNamespace="http://schemas.microsoft.com/office/2006/metadata/properties" ma:root="true" ma:fieldsID="b2578cae4076c3a00574eaa070b195d6" ns2:_="" ns3:_="">
    <xsd:import namespace="88ac10d5-d499-482e-8b56-6ab71e10844d"/>
    <xsd:import namespace="b34fac16-a9a4-4d97-96d6-3d67277b3bbb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SearchProperties" minOccurs="0"/>
                <xsd:element ref="ns2:MediaServiceDateTaken" minOccurs="0"/>
                <xsd:element ref="ns2:lcf76f155ced4ddcb4097134ff3c332f" minOccurs="0"/>
                <xsd:element ref="ns3:TaxCatchAll" minOccurs="0"/>
                <xsd:element ref="ns2:MediaServiceOCR" minOccurs="0"/>
                <xsd:element ref="ns2:MediaServiceGenerationTime" minOccurs="0"/>
                <xsd:element ref="ns2:MediaServiceEventHashCode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88ac10d5-d499-482e-8b56-6ab71e10844d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SearchProperties" ma:index="10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DateTaken" ma:index="11" nillable="true" ma:displayName="MediaServiceDateTaken" ma:hidden="true" ma:indexed="true" ma:internalName="MediaServiceDateTaken" ma:readOnly="true">
      <xsd:simpleType>
        <xsd:restriction base="dms:Text"/>
      </xsd:simpleType>
    </xsd:element>
    <xsd:element name="lcf76f155ced4ddcb4097134ff3c332f" ma:index="13" nillable="true" ma:taxonomy="true" ma:internalName="lcf76f155ced4ddcb4097134ff3c332f" ma:taxonomyFieldName="MediaServiceImageTags" ma:displayName="Image Tags" ma:readOnly="false" ma:fieldId="{5cf76f15-5ced-4ddc-b409-7134ff3c332f}" ma:taxonomyMulti="true" ma:sspId="798d900d-0589-4081-96eb-513de833a507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OCR" ma:index="15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6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7" nillable="true" ma:displayName="MediaServiceEventHashCode" ma:hidden="true" ma:internalName="MediaServiceEventHashCode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b34fac16-a9a4-4d97-96d6-3d67277b3bbb" elementFormDefault="qualified">
    <xsd:import namespace="http://schemas.microsoft.com/office/2006/documentManagement/types"/>
    <xsd:import namespace="http://schemas.microsoft.com/office/infopath/2007/PartnerControls"/>
    <xsd:element name="TaxCatchAll" ma:index="14" nillable="true" ma:displayName="Taxonomy Catch All Column" ma:hidden="true" ma:list="{b26a010e-ed09-4f8f-afe2-969c013c94e7}" ma:internalName="TaxCatchAll" ma:showField="CatchAllData" ma:web="b34fac16-a9a4-4d97-96d6-3d67277b3bbb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lcf76f155ced4ddcb4097134ff3c332f xmlns="88ac10d5-d499-482e-8b56-6ab71e10844d">
      <Terms xmlns="http://schemas.microsoft.com/office/infopath/2007/PartnerControls"/>
    </lcf76f155ced4ddcb4097134ff3c332f>
    <TaxCatchAll xmlns="b34fac16-a9a4-4d97-96d6-3d67277b3bbb" xsi:nil="true"/>
  </documentManagement>
</p:properties>
</file>

<file path=customXml/itemProps1.xml><?xml version="1.0" encoding="utf-8"?>
<ds:datastoreItem xmlns:ds="http://schemas.openxmlformats.org/officeDocument/2006/customXml" ds:itemID="{7453069C-D188-450D-B1A3-2AC86AA169F5}"/>
</file>

<file path=customXml/itemProps2.xml><?xml version="1.0" encoding="utf-8"?>
<ds:datastoreItem xmlns:ds="http://schemas.openxmlformats.org/officeDocument/2006/customXml" ds:itemID="{6072C80D-7C81-4CDE-B5F8-788528F72F03}"/>
</file>

<file path=customXml/itemProps3.xml><?xml version="1.0" encoding="utf-8"?>
<ds:datastoreItem xmlns:ds="http://schemas.openxmlformats.org/officeDocument/2006/customXml" ds:itemID="{9CF101F5-B492-42F9-80D9-8B9C0DC32614}"/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Application>Microsoft Office PowerPoint</Application>
  <PresentationFormat>On-screen Show (4:3)</PresentationFormat>
  <ScaleCrop>false</ScaleCrop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GIG_Avatar Backgrounds_EASTERN ARCHITECTURE</dc:title>
  <dcterms:created xsi:type="dcterms:W3CDTF">2022-09-01T15:57:04Z</dcterms:created>
  <dcterms:modified xsi:type="dcterms:W3CDTF">2022-09-01T15:57:04Z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2021-11-10T00:00:00Z</vt:filetime>
  </property>
  <property fmtid="{D5CDD505-2E9C-101B-9397-08002B2CF9AE}" pid="3" name="Creator">
    <vt:lpwstr>Adobe Illustrator 26.0 (Macintosh)</vt:lpwstr>
  </property>
  <property fmtid="{D5CDD505-2E9C-101B-9397-08002B2CF9AE}" pid="4" name="LastSaved">
    <vt:filetime>2022-09-01T00:00:00Z</vt:filetime>
  </property>
  <property fmtid="{D5CDD505-2E9C-101B-9397-08002B2CF9AE}" pid="5" name="Producer">
    <vt:lpwstr>Adobe PDF library 16.03</vt:lpwstr>
  </property>
  <property fmtid="{D5CDD505-2E9C-101B-9397-08002B2CF9AE}" pid="6" name="ContentTypeId">
    <vt:lpwstr>0x01010046EABACCD3B39C49923CC76F9A3899B0</vt:lpwstr>
  </property>
</Properties>
</file>